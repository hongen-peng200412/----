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F_A3FF6BB7.xml" ContentType="application/vnd.ms-powerpoint.comments+xml"/>
  <Override PartName="/ppt/notesSlides/notesSlide2.xml" ContentType="application/vnd.openxmlformats-officedocument.presentationml.notesSlide+xml"/>
  <Override PartName="/ppt/comments/modernComment_100_80693948.xml" ContentType="application/vnd.ms-powerpoint.comments+xml"/>
  <Override PartName="/ppt/notesSlides/notesSlide3.xml" ContentType="application/vnd.openxmlformats-officedocument.presentationml.notesSlide+xml"/>
  <Override PartName="/ppt/comments/modernComment_110_21794960.xml" ContentType="application/vnd.ms-powerpoint.comments+xml"/>
  <Override PartName="/ppt/notesSlides/notesSlide4.xml" ContentType="application/vnd.openxmlformats-officedocument.presentationml.notesSlide+xml"/>
  <Override PartName="/ppt/comments/modernComment_111_F21098D1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71" r:id="rId2"/>
    <p:sldId id="256" r:id="rId3"/>
    <p:sldId id="272" r:id="rId4"/>
    <p:sldId id="273" r:id="rId5"/>
  </p:sldIdLst>
  <p:sldSz cx="11906250" cy="4572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37C84"/>
    <a:srgbClr val="4B4B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68059" autoAdjust="0"/>
  </p:normalViewPr>
  <p:slideViewPr>
    <p:cSldViewPr snapToGrid="0">
      <p:cViewPr>
        <p:scale>
          <a:sx n="75" d="100"/>
          <a:sy n="75" d="100"/>
        </p:scale>
        <p:origin x="636" y="5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8/10/relationships/authors" Target="authors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omments/modernComment_10F_A3FF6BB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51F7E94-1B42-487B-B627-C34180C312F8}" authorId="{D3F71A66-0C34-DF1A-5236-FECDBC820DCB}" created="2026-09-29T02:10:04.753">
    <pc:sldMkLst xmlns:pc="http://schemas.microsoft.com/office/powerpoint/2013/main/command">
      <pc:docMk/>
      <pc:sldMk cId="4008996287" sldId="268"/>
    </pc:sldMkLst>
    <p188:txBody>
      <a:bodyPr/>
      <a:lstStyle/>
      <a:p>
        <a:r>
          <a:rPr lang="zh-CN" altLang="en-US"/>
          <a:t>信息来源：图 a 概览。依据用户提供的 关于图a.pptx 第2页手绘流程、第3页密度参考及现代批注。真实背景为 AdaLigand 数据中的 PDB 9hjx 实验密度和受体，来源 /storage/penghongen/AdaLigand/Ori_Data/density/9hjx/ 与 raw/rcsb_mmcif/9hjx.cif。绘图副本高斯平滑 sigma=1.5 voxel，ChimeraX contour=2.6、step=3，使用当前正交视角。B1–B5、三种拓扑及最终构象均为流程示意，不是 9hjx 的模型预测或真实配体身份。两枚绿色候选匹配同一身份，灰色候选拒绝。Build 列表遵循用户手绘稿，仅表示可接的下游工具，不表示本论文实际运行了所有工具。当前论文及源码依据：论文草稿.md Overview；Pocket_Plus/src/inference；Matcher/README.md；PocketXMol/models/density/local_cov.py。ChimeraX 官方命令参考：https://www.cgl.ucsf.edu/chimerax/docs/user/commands/volume.html 和 https://www.cgl.ucsf.edu/chimerax/docs/user/commands/camera.html。
制作使用的代码来源: （..?）</a:t>
        </a:r>
      </a:p>
    </p188:txBody>
  </p188:cm>
  <p188:cm id="{43AFEA80-88CB-4AB4-A679-99B94909931D}" authorId="{D3F71A66-0C34-DF1A-5236-FECDBC820DCB}" created="2026-09-29T02:24:35.379">
    <pc:sldMkLst xmlns:pc="http://schemas.microsoft.com/office/powerpoint/2013/main/command">
      <pc:docMk/>
      <pc:sldMk cId="4008996287" sldId="268"/>
    </pc:sldMkLst>
    <p188:txBody>
      <a:bodyPr/>
      <a:lstStyle/>
      <a:p>
        <a:r>
          <a:rPr lang="zh-CN" altLang="en-US"/>
          <a:t>@@fig-overview_v2</a:t>
        </a:r>
      </a:p>
    </p188:txBody>
  </p188:cm>
  <p188:cm id="{17A3691D-C2B8-425B-A739-7247D99ED54A}" authorId="{D3F71A66-0C34-DF1A-5236-FECDBC820DCB}" created="2026-10-22T15:53:22.981Z">
    <pc:sldMkLst xmlns:pc="http://schemas.microsoft.com/office/powerpoint/2013/main/command">
      <pc:docMk/>
      <pc:sldMk cId="4008996287" sldId="268"/>
    </pc:sldMkLst>
    <p188:txBody>
      <a:bodyPr/>
      <a:lstStyle/>
      <a:p>
        <a:r>
          <a:t>PROVENANCE v1</a:t>
        </a:r>
      </a:p>
      <a:p>
        <a:r>
          <a:t>id: fig-overview_v2</a:t>
        </a:r>
      </a:p>
      <a:p>
        <a:r>
          <a:t>source: 画图/画图代码/e2e/visualization/图表追溯.md</a:t>
        </a:r>
      </a:p>
      <a:p>
        <a:r>
          <a:t/>
        </a:r>
      </a:p>
      <a:p>
        <a:r>
          <a:t>## fig-overview_v2｜Find–Match–Build 总览</a:t>
        </a:r>
      </a:p>
      <a:p>
        <a:r>
          <a:t/>
        </a:r>
      </a:p>
      <a:p>
        <a:r>
          <a:t>历史总览页保留在 `画图/archive/总览图.pptx`，当前正文采用 `@@fig-overview_v3`。原作者几何和生成来源继续保留。</a:t>
        </a:r>
      </a:p>
      <a:p>
        <a:r>
          <a:t/>
        </a:r>
      </a:p>
      <a:p>
        <a:r>
          <a:t>**共享关系与本图选择。** 本图的直接生成逻辑保存在本图长期目录；其冻结来源可能同时被其他实验使用，但当前入口不转发到其他具体图目录。 本次完整入口按稳定图名 `fig-overview_v2` 选择图或所在共享图组。</a:t>
        </a:r>
      </a:p>
      <a:p>
        <a:r>
          <a:t/>
        </a:r>
      </a:p>
      <a:p>
        <a:r>
          <a:t>**清空temp后的完整重建。** 从仓库根执行 `python -X utf8 -B 转换工具/ops/rebuild_figures.py --figure fig-overview_v2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**当前图与含义。** 中英文正文引用 `画图/总览图.pptx` 中 `fig-overview_v2`。真实背景是9HJX（EMD-52228，Thermus thermophillus transhydrogenase）的实验密度与沉积受体；绿色B1/B2共用身份、黄色B3、红色B4及被拒绝灰色B5表达流程关系。五个候选的位置、颜色、简化分子拓扑和最终构象均为示意，不能当作9HJX的真实预测结果或准确率证据。当前PPT在原生可编辑图基础上包含作者修改，保留其布局和备注。</a:t>
        </a:r>
      </a:p>
      <a:p>
        <a:r>
          <a:t/>
        </a:r>
      </a:p>
      <a:p>
        <a:r>
          <a:t>**直接制图链。** `e2e/visualization/fig-overview_v2/build_figure.mjs` 的 `density`、`receptor`、`blob` 等绘制函数和模块主流程从冻结 `geometry.json`、`blobs.json` 生成原生PowerPoint形状；`group_objects.py` 提供组件组合，`finalize.mjs` 验证初始单页。`export_geometry.py` 是ChimeraX内执行的直接几何导出入口，读取实际三角表面、法向和受体CA／核酸P主链；`blob_geometry.py` 的模块主流程独立生成示意候选网格，不运行Find模型。原始单页和当前总览的人工编排沿同一来源记录保留，不虚构一个从头生成作者全部编辑的函数。</a:t>
        </a:r>
      </a:p>
      <a:p>
        <a:r>
          <a:t/>
        </a:r>
      </a:p>
      <a:p>
        <a:r>
          <a:t>**真实资产与服务器来源。** `e2e/output/fig-overview_v2/素材/` 保留从 `/storage/penghongen/AdaLigand/Ori_Data/` 复制的 `density/9hjx/exp.npy`、`exp.npz`，`raw/rcsb_mmcif/9hjx.cif`，`parse/9hjx/receptor_tokens.npz`、`ligand_coords.npz`、`occurrences.jsonl`，以及源压缩包、原ChimeraX会话和 `9hjx_drawing.mrc`。`构建/geometry.json` 保存11318个相机坐标顶点、23216个三角形及法向，六条受体主链点数依次92／440／353／92／430／349；这些是显示几何，单位／二维缩放不用于实验评价。</a:t>
        </a:r>
      </a:p>
      <a:p>
        <a:r>
          <a:t/>
        </a:r>
      </a:p>
      <a:p>
        <a:r>
          <a:t>**平滑、阈值和坐标。** `ops/prepare_density.py::reproduce_density` 补全了原绘图MRC的制备逻辑。以原 `(1,124,126,134)` float32 数组执行 `scipy.ndimage.gaussian_filter(sigma=1.5, mode="reflect", truncate=4.0)`，保持四维单例轴；结果与冻结MRC的全部采样值逐元素完全相等，最大绝对差0。MRC的XYZ间距与原 `voxel_size` 相同，首采样点为原边界 `origin+0.5*voxel_size`，两者实测差0。工具默认只读核对，显式 `--output` 只写新文件，不覆盖冻结来源。核对报告位于 `temp/figure-provenance/overview-density.json`，可随时重生。</a:t>
        </a:r>
      </a:p>
      <a:p>
        <a:r>
          <a:t/>
        </a:r>
      </a:p>
      <a:p>
        <a:r>
          <a:t>`view_density.cxc` 以level2.6、step3、正交相机X旋转−25°再Y旋转35°组织灰色表面；`export_geometry.py` 将密度和受体变换到同一相机坐标，PPT用同一等比投影，并反转相机Y为屏幕Y。平滑和三角网格归并只服务背景显示；候选身份示意不读取真值来声明模型成功。</a:t>
        </a:r>
      </a:p>
    </p188:txBody>
  </p188:cm>
</p188:cmLst>
</file>

<file path=ppt/comments/modernComment_100_8069394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B25E22D-43D0-4B62-BB1A-FC6F888643BE}" authorId="{D3F71A66-0C34-DF1A-5236-FECDBC820DCB}" created="2026-09-29T02:10:04.753">
    <pc:sldMkLst xmlns:pc="http://schemas.microsoft.com/office/powerpoint/2013/main/command">
      <pc:docMk/>
      <pc:sldMk cId="4008996287" sldId="256"/>
    </pc:sldMkLst>
    <p188:txBody>
      <a:bodyPr/>
      <a:lstStyle/>
      <a:p>
        <a:r>
          <a:rPr lang="zh-CN" altLang="en-US"/>
          <a:t>信息来源：图 a 概览。依据用户提供的 关于图a.pptx 第2页手绘流程、第3页密度参考及现代批注。真实背景为 AdaLigand 数据中的 PDB 9hjx 实验密度和受体，来源 /storage/penghongen/AdaLigand/Ori_Data/density/9hjx/ 与 raw/rcsb_mmcif/9hjx.cif。绘图副本高斯平滑 sigma=1.5 voxel，ChimeraX contour=2.6、step=3，使用当前正交视角。B1–B5、三种拓扑及最终构象均为流程示意，不是 9hjx 的模型预测或真实配体身份。两枚绿色候选匹配同一身份，灰色候选拒绝。Build 列表遵循用户手绘稿，仅表示可接的下游工具，不表示本论文实际运行了所有工具。当前论文及源码依据：论文草稿.md Overview；Pocket_Plus/src/inference；Matcher/README.md；PocketXMol/models/density/local_cov.py。ChimeraX 官方命令参考：https://www.cgl.ucsf.edu/chimerax/docs/user/commands/volume.html 和 https://www.cgl.ucsf.edu/chimerax/docs/user/commands/camera.html。
制作使用的代码来源: （..?）</a:t>
        </a:r>
      </a:p>
    </p188:txBody>
  </p188:cm>
  <p188:cm id="{1E7EF976-4164-4E3D-BF17-C71504FA7DAD}" authorId="{D3F71A66-0C34-DF1A-5236-FECDBC820DCB}" created="2026-09-29T02:24:35.379">
    <pc:sldMkLst xmlns:pc="http://schemas.microsoft.com/office/powerpoint/2013/main/command">
      <pc:docMk/>
      <pc:sldMk cId="4008996287" sldId="256"/>
    </pc:sldMkLst>
    <p188:txBody>
      <a:bodyPr/>
      <a:lstStyle/>
      <a:p>
        <a:r>
          <a:t>@@fig-overview_v3</a:t>
        </a:r>
      </a:p>
    </p188:txBody>
  </p188:cm>
  <p188:cm id="{4F26B66D-63A4-4E20-8BFE-372DE50C7828}" authorId="{D3F71A66-0C34-DF1A-5236-FECDBC820DCB}" created="2026-10-26T07:11:38.978Z">
    <pc:sldMkLst xmlns:pc="http://schemas.microsoft.com/office/powerpoint/2013/main/command">
      <pc:docMk/>
      <pc:sldMk cId="4008996287" sldId="256"/>
    </pc:sldMkLst>
    <p188:txBody>
      <a:bodyPr/>
      <a:lstStyle/>
      <a:p>
        <a:r>
          <a:t>PROVENANCE v1</a:t>
        </a:r>
      </a:p>
      <a:p>
        <a:r>
          <a:t>id: fig-overview_v3</a:t>
        </a:r>
      </a:p>
      <a:p>
        <a:r>
          <a:t>source: 画图/画图代码/e2e/visualization/图表追溯.md</a:t>
        </a:r>
      </a:p>
      <a:p>
        <a:r>
          <a:t/>
        </a:r>
      </a:p>
      <a:p>
        <a:r>
          <a:t>## fig-overview_v3｜总览：text</a:t>
        </a:r>
      </a:p>
      <a:p>
        <a:r>
          <a:t/>
        </a:r>
      </a:p>
      <a:p>
        <a:r>
          <a:t>**共享关系与本页选择。** 本图与`@@fig-overview_v3-original`、`@@fig-overview_v3-unified`、`@@fig-overview_v3-components`、`@@fig-method-v9`、`@@fig-method-v9-original`、`@@fig-method-v9-unified`、`@@fig-method-v9-components`共用 `画图/画图代码/e2e/visualization/fig12-revision`。`variant_manifest.json` 按稳定图名选择 `画图/总览图.pptx` 第1页，配色为 `text`。前三页只切换配色，Pocket固定为2B；第四页提供独立组件，不与配色做交叉总图。共享的是坐标渲染与原生对象装配，不共同计算新的模型结果。</a:t>
        </a:r>
      </a:p>
      <a:p>
        <a:r>
          <a:t/>
        </a:r>
      </a:p>
      <a:p>
        <a:r>
          <a:t>**直接绘图逻辑与边界。** `prepare_geometry.py` 读取合法SMILES及冻结blob体素中心；`render_structures.py` 按原首选坐标在PyMOL重渲染；`build_components.mjs` 仅构造授权的输入、化学身份、匹配直线、图示和组件页；`assemble.py` 直接复用作者的路径、节点、字体及媒体。总览的 B1/B2 对应同一身份，B2复用作者已有网格区分轮廓；灰色 B3 居中拒绝，黄色 B4、粉色 B5。全局标签在图内，身份顺序黄、绿、拒绝、粉，五条匹配线为交叉直线；SMILES 底部连入身份列，Build直接指向四幅真实 pose，不在图下列病例文字。 未授权的原生图形不重绘。原配色完整保留，text统一装饰文字，unified进一步收敛中性色和装饰背景；身份、特征和真实结构的元素色保留。</a:t>
        </a:r>
      </a:p>
      <a:p>
        <a:r>
          <a:t/>
        </a:r>
      </a:p>
      <a:p>
        <a:r>
          <a:t>**真实坐标、连接键和选择。** `source/candidate_cases.json` 固定16个病例键，连接 `stage3/output/stage3-cases-main/screening/assets/&lt;病例&gt;/arrays.npz` 与 `metadata.json`。`tuned` 是(N,3)的XYZ坐标，单位Å；`element`、`bonds`沿同一原子轴。`metrics.tuned.sample_index`保留原模型自评分首位，不按RMSD换序。四幅采用实例是9BJJ的A1AP0（E:1001）、9LLG的CLR（R:603）、30GA的ATP（L:401）、9WUP的FAD（A:1103），使用沉积受体；全部16例保留在备选页。公开CIF仅补充折叠背景，先与冻结口袋坐标核对，下载地址及散列在source_manifest.json。</a:t>
        </a:r>
      </a:p>
      <a:p>
        <a:r>
          <a:t/>
        </a:r>
      </a:p>
      <a:p>
        <a:r>
          <a:t>**方法图实例与显示。** 方法图输出为9BJJ、ATP（B:901）、occurrence_id=4、source_blob_index=0、sample_index=21的原首选，受体为CryoAtom2。两处Pocket分别保留Match的blob 10Å包络、Build的Find质心15Å球；sticks仅显示空腔附近的输入原子，外围cartoon提供结构背景。scheme1含辅助半透明surface，2B无surface，cartoon版从输出仅隐藏配体且关闭全部sticks。三种表示共用相机、1500×1100画布和透明裁边矩形。`render_manifest.json`保存原子选择、自排序下标、相机及坐标对应核对，`selection.json`保存四例选择和裁边。Fig1的9HJX背景与候选连线、Fig2全局blob是架构示意，真实pose的病例身份独立列明。</a:t>
        </a:r>
      </a:p>
      <a:p>
        <a:r>
          <a:t/>
        </a:r>
      </a:p>
      <a:p>
        <a:r>
          <a:t>**完整重建、版本与检查。** 本轮从仓库根执行 `D:/Anaconda/python.exe -X utf8 -B 转换工具/ops/rebuild_figures.py --figure fig-overview_v3 --generated-captions`；新图注随本轮编号与实例更新。以后只重建图形时默认不加该选项，沿用正式PPT中的作者图注。运行依次准备几何、PyMOL原生重渲染、Artifact Tool组件和PPT装配，Python与Node屏蔽旧temp并禁止改写冻结输入。作者原始两页、两轮手绘及后续五张布局反馈保存在source。生成留档位于 `画图/画图代码/e2e/output/fig12-revision/regenerated`。检查覆盖540个原生组件、Match块内布局、编号与交叉直线、预览大小、面板边界、两份备选页一致性、PowerPoint逐页导出、正文实际宽度下字体、碰撞与PDF对齐；图内B标签叠加原生三维背景按作者要求单独审读。本轮完整重建与逐页审读已通过，实际发布及正文编译证据见 `talk/fig12_revision_20261026/执行记录.md`。</a:t>
        </a:r>
      </a:p>
    </p188:txBody>
  </p188:cm>
</p188:cmLst>
</file>

<file path=ppt/comments/modernComment_110_2179496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84B65E3-4A8A-4791-A3C7-1B103C2C22F6}" authorId="{D3F71A66-0C34-DF1A-5236-FECDBC820DCB}" created="2026-09-29T02:10:04.753">
    <pc:sldMkLst xmlns:pc="http://schemas.microsoft.com/office/powerpoint/2013/main/command">
      <pc:docMk/>
      <pc:sldMk cId="4008996287" sldId="256"/>
    </pc:sldMkLst>
    <p188:txBody>
      <a:bodyPr/>
      <a:lstStyle/>
      <a:p>
        <a:r>
          <a:rPr lang="zh-CN" altLang="en-US"/>
          <a:t>信息来源：图 a 概览。依据用户提供的 关于图a.pptx 第2页手绘流程、第3页密度参考及现代批注。真实背景为 AdaLigand 数据中的 PDB 9hjx 实验密度和受体，来源 /storage/penghongen/AdaLigand/Ori_Data/density/9hjx/ 与 raw/rcsb_mmcif/9hjx.cif。绘图副本高斯平滑 sigma=1.5 voxel，ChimeraX contour=2.6、step=3，使用当前正交视角。B1–B5、三种拓扑及最终构象均为流程示意，不是 9hjx 的模型预测或真实配体身份。两枚绿色候选匹配同一身份，灰色候选拒绝。Build 列表遵循用户手绘稿，仅表示可接的下游工具，不表示本论文实际运行了所有工具。当前论文及源码依据：论文草稿.md Overview；Pocket_Plus/src/inference；Matcher/README.md；PocketXMol/models/density/local_cov.py。ChimeraX 官方命令参考：https://www.cgl.ucsf.edu/chimerax/docs/user/commands/volume.html 和 https://www.cgl.ucsf.edu/chimerax/docs/user/commands/camera.html。
制作使用的代码来源: （..?）</a:t>
        </a:r>
      </a:p>
    </p188:txBody>
  </p188:cm>
  <p188:cm id="{7656772F-2735-491F-9236-A9EA7636581A}" authorId="{D3F71A66-0C34-DF1A-5236-FECDBC820DCB}" created="2026-09-29T02:24:35.379">
    <pc:sldMkLst xmlns:pc="http://schemas.microsoft.com/office/powerpoint/2013/main/command">
      <pc:docMk/>
      <pc:sldMk cId="4008996287" sldId="256"/>
    </pc:sldMkLst>
    <p188:txBody>
      <a:bodyPr/>
      <a:lstStyle/>
      <a:p>
        <a:r>
          <a:t>@@fig-overview_v3</a:t>
        </a:r>
      </a:p>
    </p188:txBody>
  </p188:cm>
  <p188:cm id="{2BCB5484-1254-4573-BC6B-656A2043204E}" authorId="{D3F71A66-0C34-DF1A-5236-FECDBC820DCB}" created="2026-10-26T07:11:38.978Z">
    <pc:sldMkLst xmlns:pc="http://schemas.microsoft.com/office/powerpoint/2013/main/command">
      <pc:docMk/>
      <pc:sldMk cId="4008996287" sldId="256"/>
    </pc:sldMkLst>
    <p188:txBody>
      <a:bodyPr/>
      <a:lstStyle/>
      <a:p>
        <a:r>
          <a:t>PROVENANCE v1</a:t>
        </a:r>
      </a:p>
      <a:p>
        <a:r>
          <a:t>id: fig-overview_v3</a:t>
        </a:r>
      </a:p>
      <a:p>
        <a:r>
          <a:t>source: 画图/画图代码/e2e/visualization/图表追溯.md</a:t>
        </a:r>
      </a:p>
      <a:p>
        <a:r>
          <a:t/>
        </a:r>
      </a:p>
      <a:p>
        <a:r>
          <a:t>## fig-overview_v3｜总览：text</a:t>
        </a:r>
      </a:p>
      <a:p>
        <a:r>
          <a:t/>
        </a:r>
      </a:p>
      <a:p>
        <a:r>
          <a:t>**共享关系与本页选择。** 本图与`@@fig-overview_v3-original`、`@@fig-overview_v3-unified`、`@@fig-overview_v3-components`、`@@fig-method-v9`、`@@fig-method-v9-original`、`@@fig-method-v9-unified`、`@@fig-method-v9-components`共用 `画图/画图代码/e2e/visualization/fig12-revision`。`variant_manifest.json` 按稳定图名选择 `画图/总览图.pptx` 第1页，配色为 `text`。前三页只切换配色，Pocket固定为2B；第四页提供独立组件，不与配色做交叉总图。共享的是坐标渲染与原生对象装配，不共同计算新的模型结果。</a:t>
        </a:r>
      </a:p>
      <a:p>
        <a:r>
          <a:t/>
        </a:r>
      </a:p>
      <a:p>
        <a:r>
          <a:t>**直接绘图逻辑与边界。** `prepare_geometry.py` 读取合法SMILES及冻结blob体素中心；`render_structures.py` 按原首选坐标在PyMOL重渲染；`build_components.mjs` 仅构造授权的输入、化学身份、匹配直线、图示和组件页；`assemble.py` 直接复用作者的路径、节点、字体及媒体。总览的 B1/B2 对应同一身份，B2复用作者已有网格区分轮廓；灰色 B3 居中拒绝，黄色 B4、粉色 B5。全局标签在图内，身份顺序黄、绿、拒绝、粉，五条匹配线为交叉直线；SMILES 底部连入身份列，Build直接指向四幅真实 pose，不在图下列病例文字。 未授权的原生图形不重绘。原配色完整保留，text统一装饰文字，unified进一步收敛中性色和装饰背景；身份、特征和真实结构的元素色保留。</a:t>
        </a:r>
      </a:p>
      <a:p>
        <a:r>
          <a:t/>
        </a:r>
      </a:p>
      <a:p>
        <a:r>
          <a:t>**真实坐标、连接键和选择。** `source/candidate_cases.json` 固定16个病例键，连接 `stage3/output/stage3-cases-main/screening/assets/&lt;病例&gt;/arrays.npz` 与 `metadata.json`。`tuned` 是(N,3)的XYZ坐标，单位Å；`element`、`bonds`沿同一原子轴。`metrics.tuned.sample_index`保留原模型自评分首位，不按RMSD换序。四幅采用实例是9BJJ的A1AP0（E:1001）、9LLG的CLR（R:603）、30GA的ATP（L:401）、9WUP的FAD（A:1103），使用沉积受体；全部16例保留在备选页。公开CIF仅补充折叠背景，先与冻结口袋坐标核对，下载地址及散列在source_manifest.json。</a:t>
        </a:r>
      </a:p>
      <a:p>
        <a:r>
          <a:t/>
        </a:r>
      </a:p>
      <a:p>
        <a:r>
          <a:t>**方法图实例与显示。** 方法图输出为9BJJ、ATP（B:901）、occurrence_id=4、source_blob_index=0、sample_index=21的原首选，受体为CryoAtom2。两处Pocket分别保留Match的blob 10Å包络、Build的Find质心15Å球；sticks仅显示空腔附近的输入原子，外围cartoon提供结构背景。scheme1含辅助半透明surface，2B无surface，cartoon版从输出仅隐藏配体且关闭全部sticks。三种表示共用相机、1500×1100画布和透明裁边矩形。`render_manifest.json`保存原子选择、自排序下标、相机及坐标对应核对，`selection.json`保存四例选择和裁边。Fig1的9HJX背景与候选连线、Fig2全局blob是架构示意，真实pose的病例身份独立列明。</a:t>
        </a:r>
      </a:p>
      <a:p>
        <a:r>
          <a:t/>
        </a:r>
      </a:p>
      <a:p>
        <a:r>
          <a:t>**完整重建、版本与检查。** 本轮从仓库根执行 `D:/Anaconda/python.exe -X utf8 -B 转换工具/ops/rebuild_figures.py --figure fig-overview_v3 --generated-captions`；新图注随本轮编号与实例更新。以后只重建图形时默认不加该选项，沿用正式PPT中的作者图注。运行依次准备几何、PyMOL原生重渲染、Artifact Tool组件和PPT装配，Python与Node屏蔽旧temp并禁止改写冻结输入。作者原始两页、两轮手绘及后续五张布局反馈保存在source。生成留档位于 `画图/画图代码/e2e/output/fig12-revision/regenerated`。检查覆盖540个原生组件、Match块内布局、编号与交叉直线、预览大小、面板边界、两份备选页一致性、PowerPoint逐页导出、正文实际宽度下字体、碰撞与PDF对齐；图内B标签叠加原生三维背景按作者要求单独审读。本轮完整重建与逐页审读已通过，实际发布及正文编译证据见 `talk/fig12_revision_20261026/执行记录.md`。</a:t>
        </a:r>
      </a:p>
    </p188:txBody>
  </p188:cm>
</p188:cmLst>
</file>

<file path=ppt/comments/modernComment_111_F21098D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FD715FE-7015-43E3-830D-22B2438CED36}" authorId="{D3F71A66-0C34-DF1A-5236-FECDBC820DCB}" created="2026-09-29T02:10:04.753">
    <pc:sldMkLst xmlns:pc="http://schemas.microsoft.com/office/powerpoint/2013/main/command">
      <pc:docMk/>
      <pc:sldMk cId="4008996287" sldId="256"/>
    </pc:sldMkLst>
    <p188:txBody>
      <a:bodyPr/>
      <a:lstStyle/>
      <a:p>
        <a:r>
          <a:rPr lang="zh-CN" altLang="en-US"/>
          <a:t>信息来源：图 a 概览。依据用户提供的 关于图a.pptx 第2页手绘流程、第3页密度参考及现代批注。真实背景为 AdaLigand 数据中的 PDB 9hjx 实验密度和受体，来源 /storage/penghongen/AdaLigand/Ori_Data/density/9hjx/ 与 raw/rcsb_mmcif/9hjx.cif。绘图副本高斯平滑 sigma=1.5 voxel，ChimeraX contour=2.6、step=3，使用当前正交视角。B1–B5、三种拓扑及最终构象均为流程示意，不是 9hjx 的模型预测或真实配体身份。两枚绿色候选匹配同一身份，灰色候选拒绝。Build 列表遵循用户手绘稿，仅表示可接的下游工具，不表示本论文实际运行了所有工具。当前论文及源码依据：论文草稿.md Overview；Pocket_Plus/src/inference；Matcher/README.md；PocketXMol/models/density/local_cov.py。ChimeraX 官方命令参考：https://www.cgl.ucsf.edu/chimerax/docs/user/commands/volume.html 和 https://www.cgl.ucsf.edu/chimerax/docs/user/commands/camera.html。
制作使用的代码来源: （..?）</a:t>
        </a:r>
      </a:p>
    </p188:txBody>
  </p188:cm>
  <p188:cm id="{D4E4FBDC-32F5-4CE6-AA8E-263251236DC4}" authorId="{D3F71A66-0C34-DF1A-5236-FECDBC820DCB}" created="2026-09-29T02:24:35.379">
    <pc:sldMkLst xmlns:pc="http://schemas.microsoft.com/office/powerpoint/2013/main/command">
      <pc:docMk/>
      <pc:sldMk cId="4008996287" sldId="256"/>
    </pc:sldMkLst>
    <p188:txBody>
      <a:bodyPr/>
      <a:lstStyle/>
      <a:p>
        <a:r>
          <a:t>@@fig-overview_v3</a:t>
        </a:r>
      </a:p>
    </p188:txBody>
  </p188:cm>
  <p188:cm id="{44A25F5F-526E-469B-9C4B-3ADBFEAB68E9}" authorId="{D3F71A66-0C34-DF1A-5236-FECDBC820DCB}" created="2026-10-26T07:11:38.978Z">
    <pc:sldMkLst xmlns:pc="http://schemas.microsoft.com/office/powerpoint/2013/main/command">
      <pc:docMk/>
      <pc:sldMk cId="4008996287" sldId="256"/>
    </pc:sldMkLst>
    <p188:txBody>
      <a:bodyPr/>
      <a:lstStyle/>
      <a:p>
        <a:r>
          <a:t>PROVENANCE v1</a:t>
        </a:r>
      </a:p>
      <a:p>
        <a:r>
          <a:t>id: fig-overview_v3</a:t>
        </a:r>
      </a:p>
      <a:p>
        <a:r>
          <a:t>source: 画图/画图代码/e2e/visualization/图表追溯.md</a:t>
        </a:r>
      </a:p>
      <a:p>
        <a:r>
          <a:t/>
        </a:r>
      </a:p>
      <a:p>
        <a:r>
          <a:t>## fig-overview_v3｜总览：text</a:t>
        </a:r>
      </a:p>
      <a:p>
        <a:r>
          <a:t/>
        </a:r>
      </a:p>
      <a:p>
        <a:r>
          <a:t>**共享关系与本页选择。** 本图与`@@fig-overview_v3-original`、`@@fig-overview_v3-unified`、`@@fig-overview_v3-components`、`@@fig-method-v9`、`@@fig-method-v9-original`、`@@fig-method-v9-unified`、`@@fig-method-v9-components`共用 `画图/画图代码/e2e/visualization/fig12-revision`。`variant_manifest.json` 按稳定图名选择 `画图/总览图.pptx` 第1页，配色为 `text`。前三页只切换配色，Pocket固定为2B；第四页提供独立组件，不与配色做交叉总图。共享的是坐标渲染与原生对象装配，不共同计算新的模型结果。</a:t>
        </a:r>
      </a:p>
      <a:p>
        <a:r>
          <a:t/>
        </a:r>
      </a:p>
      <a:p>
        <a:r>
          <a:t>**直接绘图逻辑与边界。** `prepare_geometry.py` 读取合法SMILES及冻结blob体素中心；`render_structures.py` 按原首选坐标在PyMOL重渲染；`build_components.mjs` 仅构造授权的输入、化学身份、匹配直线、图示和组件页；`assemble.py` 直接复用作者的路径、节点、字体及媒体。总览的 B1/B2 对应同一身份，B2复用作者已有网格区分轮廓；灰色 B3 居中拒绝，黄色 B4、粉色 B5。全局标签在图内，身份顺序黄、绿、拒绝、粉，五条匹配线为交叉直线；SMILES 底部连入身份列，Build直接指向四幅真实 pose，不在图下列病例文字。 未授权的原生图形不重绘。原配色完整保留，text统一装饰文字，unified进一步收敛中性色和装饰背景；身份、特征和真实结构的元素色保留。</a:t>
        </a:r>
      </a:p>
      <a:p>
        <a:r>
          <a:t/>
        </a:r>
      </a:p>
      <a:p>
        <a:r>
          <a:t>**真实坐标、连接键和选择。** `source/candidate_cases.json` 固定16个病例键，连接 `stage3/output/stage3-cases-main/screening/assets/&lt;病例&gt;/arrays.npz` 与 `metadata.json`。`tuned` 是(N,3)的XYZ坐标，单位Å；`element`、`bonds`沿同一原子轴。`metrics.tuned.sample_index`保留原模型自评分首位，不按RMSD换序。四幅采用实例是9BJJ的A1AP0（E:1001）、9LLG的CLR（R:603）、30GA的ATP（L:401）、9WUP的FAD（A:1103），使用沉积受体；全部16例保留在备选页。公开CIF仅补充折叠背景，先与冻结口袋坐标核对，下载地址及散列在source_manifest.json。</a:t>
        </a:r>
      </a:p>
      <a:p>
        <a:r>
          <a:t/>
        </a:r>
      </a:p>
      <a:p>
        <a:r>
          <a:t>**方法图实例与显示。** 方法图输出为9BJJ、ATP（B:901）、occurrence_id=4、source_blob_index=0、sample_index=21的原首选，受体为CryoAtom2。两处Pocket分别保留Match的blob 10Å包络、Build的Find质心15Å球；sticks仅显示空腔附近的输入原子，外围cartoon提供结构背景。scheme1含辅助半透明surface，2B无surface，cartoon版从输出仅隐藏配体且关闭全部sticks。三种表示共用相机、1500×1100画布和透明裁边矩形。`render_manifest.json`保存原子选择、自排序下标、相机及坐标对应核对，`selection.json`保存四例选择和裁边。Fig1的9HJX背景与候选连线、Fig2全局blob是架构示意，真实pose的病例身份独立列明。</a:t>
        </a:r>
      </a:p>
      <a:p>
        <a:r>
          <a:t/>
        </a:r>
      </a:p>
      <a:p>
        <a:r>
          <a:t>**完整重建、版本与检查。** 本轮从仓库根执行 `D:/Anaconda/python.exe -X utf8 -B 转换工具/ops/rebuild_figures.py --figure fig-overview_v3 --generated-captions`；新图注随本轮编号与实例更新。以后只重建图形时默认不加该选项，沿用正式PPT中的作者图注。运行依次准备几何、PyMOL原生重渲染、Artifact Tool组件和PPT装配，Python与Node屏蔽旧temp并禁止改写冻结输入。作者原始两页、两轮手绘及后续五张布局反馈保存在source。生成留档位于 `画图/画图代码/e2e/output/fig12-revision/regenerated`。检查覆盖540个原生组件、Match块内布局、编号与交叉直线、预览大小、面板边界、两份备选页一致性、PowerPoint逐页导出、正文实际宽度下字体、碰撞与PDF对齐；图内B标签叠加原生三维背景按作者要求单独审读。本轮完整重建与逐页审读已通过，实际发布及正文编译证据见 `talk/fig12_revision_20261026/执行记录.md`。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9DAF8-EBB6-AC04-D679-674FBBA35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80852C-99B9-4795-7DDA-F06867E086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2A7195-739A-EF49-E3F2-75CE32C51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基于冷冻电镜数据重建配体构象的</a:t>
            </a:r>
            <a:r>
              <a:rPr dirty="0"/>
              <a:t> Find–Match–Build </a:t>
            </a:r>
            <a:r>
              <a:rPr dirty="0" err="1"/>
              <a:t>端到端自动化工作流程。输入包括实验冷冻电镜密度图和受体结构，后者可以是</a:t>
            </a:r>
            <a:r>
              <a:rPr dirty="0"/>
              <a:t> PDB </a:t>
            </a:r>
            <a:r>
              <a:rPr dirty="0" err="1"/>
              <a:t>沉积受体结构，也可以是由</a:t>
            </a:r>
            <a:r>
              <a:rPr dirty="0"/>
              <a:t> CryoAtom2 </a:t>
            </a:r>
            <a:r>
              <a:rPr dirty="0" err="1"/>
              <a:t>自动建模的受体结构。Find</a:t>
            </a:r>
            <a:r>
              <a:rPr dirty="0"/>
              <a:t> </a:t>
            </a:r>
            <a:r>
              <a:rPr dirty="0" err="1"/>
              <a:t>在整张密度图中定位候选配体区域（blobs</a:t>
            </a:r>
            <a:r>
              <a:rPr dirty="0"/>
              <a:t> B1–B5）。Match </a:t>
            </a:r>
            <a:r>
              <a:rPr dirty="0" err="1"/>
              <a:t>过滤假阳性预测，并将有效候选区域指派给同一</a:t>
            </a:r>
            <a:r>
              <a:rPr dirty="0"/>
              <a:t> PDB </a:t>
            </a:r>
            <a:r>
              <a:rPr dirty="0" err="1"/>
              <a:t>条目中的配体身份（用</a:t>
            </a:r>
            <a:r>
              <a:rPr dirty="0"/>
              <a:t> SMILES </a:t>
            </a:r>
            <a:r>
              <a:rPr dirty="0" err="1"/>
              <a:t>表示</a:t>
            </a:r>
            <a:r>
              <a:rPr dirty="0"/>
              <a:t>）；B1 和 B2 示意两个不同位点被指派相同的配体身份，B5 </a:t>
            </a:r>
            <a:r>
              <a:rPr dirty="0" err="1"/>
              <a:t>示意被剔除的候选区域。Build</a:t>
            </a:r>
            <a:r>
              <a:rPr dirty="0"/>
              <a:t> </a:t>
            </a:r>
            <a:r>
              <a:rPr dirty="0" err="1"/>
              <a:t>结合</a:t>
            </a:r>
            <a:r>
              <a:rPr dirty="0"/>
              <a:t> Find </a:t>
            </a:r>
            <a:r>
              <a:rPr dirty="0" err="1"/>
              <a:t>预测的区域和</a:t>
            </a:r>
            <a:r>
              <a:rPr dirty="0"/>
              <a:t> Match </a:t>
            </a:r>
            <a:r>
              <a:rPr dirty="0" err="1"/>
              <a:t>匹配的身份，使用选定的分子对接工具生成三维配体构象</a:t>
            </a:r>
            <a:r>
              <a:rPr dirty="0"/>
              <a:t>。</a:t>
            </a:r>
          </a:p>
          <a:p>
            <a:r>
              <a:rPr dirty="0"/>
              <a:t>ENGLISH：</a:t>
            </a:r>
          </a:p>
          <a:p>
            <a:r>
              <a:rPr lang="zh-CN" altLang="zh-CN" sz="1200" b="0" i="0" kern="1200" dirty="0">
                <a:effectLst/>
              </a:rPr>
              <a:t>Automated end-to-end Find–Match–Build workflow for reconstructing ligand poses from cryo-EM data. The inputs are an experimental cryo-EM density map and either a deposited receptor structure or a receptor structure automatically modelled by CryoAtom2. Find locates candidate ligand regions (blobs B1–B5) across the density map. Match filters false-positive predictions and assigns valid candidate regions to ligand identities (represented by SMILES) within the same PDB entry; B1 and B2 illustrate two distinct sites assigned the same identity, whereas B5 represents a rejected candidate region. Build combines the predicted regions from Find with the matched identities from Match to generate three-dimensional ligand poses using the selected molecular docking tool.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876DEC-86FB-AA54-2AA9-BA294229871D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336514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9DAF8-EBB6-AC04-D679-674FBBA35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80852C-99B9-4795-7DDA-F06867E086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2A7195-739A-EF49-E3F2-75CE32C51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基于冷冻电镜数据重建配体构象的 </a:t>
            </a:r>
            <a:r>
              <a:rPr lang="en-US" altLang="zh-CN" dirty="0"/>
              <a:t>Find–Match–Build </a:t>
            </a:r>
            <a:r>
              <a:rPr lang="zh-CN" altLang="en-US" dirty="0"/>
              <a:t>端到端自动化工作流程。输入包括实验冷冻电镜密度图和受体结构，后者可以是 </a:t>
            </a:r>
            <a:r>
              <a:rPr lang="en-US" altLang="zh-CN" dirty="0"/>
              <a:t>PDB </a:t>
            </a:r>
            <a:r>
              <a:rPr lang="zh-CN" altLang="en-US" dirty="0"/>
              <a:t>沉积受体结构，也可以是由 </a:t>
            </a:r>
            <a:r>
              <a:rPr lang="en-US" altLang="zh-CN" dirty="0"/>
              <a:t>CryoAtom2 </a:t>
            </a:r>
            <a:r>
              <a:rPr lang="zh-CN" altLang="en-US" dirty="0"/>
              <a:t>自动建模的受体结构。</a:t>
            </a:r>
            <a:r>
              <a:rPr lang="en-US" altLang="zh-CN" dirty="0"/>
              <a:t>Find </a:t>
            </a:r>
            <a:r>
              <a:rPr lang="zh-CN" altLang="en-US" dirty="0"/>
              <a:t>在整张密度图中定位候选配体区域（</a:t>
            </a:r>
            <a:r>
              <a:rPr lang="en-US" altLang="zh-CN" dirty="0"/>
              <a:t>blobs B1–B5</a:t>
            </a:r>
            <a:r>
              <a:rPr lang="zh-CN" altLang="en-US" dirty="0"/>
              <a:t>）。</a:t>
            </a:r>
            <a:r>
              <a:rPr lang="en-US" altLang="zh-CN" dirty="0"/>
              <a:t>Match </a:t>
            </a:r>
            <a:r>
              <a:rPr lang="zh-CN" altLang="en-US" dirty="0"/>
              <a:t>过滤假阳性预测，并将有效候选区域指派给同一 </a:t>
            </a:r>
            <a:r>
              <a:rPr lang="en-US" altLang="zh-CN" dirty="0"/>
              <a:t>PDB </a:t>
            </a:r>
            <a:r>
              <a:rPr lang="zh-CN" altLang="en-US" dirty="0"/>
              <a:t>条目中的配体身份（用 </a:t>
            </a:r>
            <a:r>
              <a:rPr lang="en-US" altLang="zh-CN" dirty="0"/>
              <a:t>SMILES </a:t>
            </a:r>
            <a:r>
              <a:rPr lang="zh-CN" altLang="en-US" dirty="0"/>
              <a:t>表示）；</a:t>
            </a:r>
            <a:r>
              <a:rPr lang="en-US" altLang="zh-CN" dirty="0"/>
              <a:t>B1 </a:t>
            </a:r>
            <a:r>
              <a:rPr lang="zh-CN" altLang="en-US" dirty="0"/>
              <a:t>和 </a:t>
            </a:r>
            <a:r>
              <a:rPr lang="en-US" altLang="zh-CN" dirty="0"/>
              <a:t>B2 </a:t>
            </a:r>
            <a:r>
              <a:rPr lang="zh-CN" altLang="en-US" dirty="0"/>
              <a:t>示意两个不同位点被指派相同的配体身份，</a:t>
            </a:r>
            <a:r>
              <a:rPr lang="en-US" altLang="zh-CN" dirty="0"/>
              <a:t>B5 </a:t>
            </a:r>
            <a:r>
              <a:rPr lang="zh-CN" altLang="en-US" dirty="0"/>
              <a:t>示意被剔除的候选区域。</a:t>
            </a:r>
            <a:r>
              <a:rPr lang="en-US" altLang="zh-CN" dirty="0"/>
              <a:t>Build </a:t>
            </a:r>
            <a:r>
              <a:rPr lang="zh-CN" altLang="en-US" dirty="0"/>
              <a:t>结合 </a:t>
            </a:r>
            <a:r>
              <a:rPr lang="en-US" altLang="zh-CN" dirty="0"/>
              <a:t>Find </a:t>
            </a:r>
            <a:r>
              <a:rPr lang="zh-CN" altLang="en-US" dirty="0"/>
              <a:t>预测的区域和 </a:t>
            </a:r>
            <a:r>
              <a:rPr lang="en-US" altLang="zh-CN" dirty="0"/>
              <a:t>Match </a:t>
            </a:r>
            <a:r>
              <a:rPr lang="zh-CN" altLang="en-US" dirty="0"/>
              <a:t>匹配的身份，使用选定的分子对接工具生成三维配体构象。</a:t>
            </a:r>
          </a:p>
          <a:p>
            <a:r>
              <a:rPr lang="en-US" altLang="zh-CN" dirty="0"/>
              <a:t>ENGLISH</a:t>
            </a:r>
            <a:r>
              <a:rPr lang="zh-CN" altLang="en-US" dirty="0"/>
              <a:t>：</a:t>
            </a:r>
          </a:p>
          <a:p>
            <a:r>
              <a:rPr lang="en-US" altLang="zh-CN" sz="1200" b="0" i="0" kern="1200" dirty="0">
                <a:effectLst/>
              </a:rPr>
              <a:t>Automated end-to-end Find–Match–Build workflow for reconstructing ligand poses from cryo-EM data. The inputs are an experimental cryo-EM density map and either a deposited receptor structure or a receptor structure automatically modelled by CryoAtom2. Find locates candidate ligand regions (blobs B1–B5) across the density map. Match filters false-positive predictions and assigns valid candidate regions to ligand identities (represented by SMILES) within the same PDB entry; B1 and B2 illustrate two distinct sites assigned the same identity, whereas B5 represents a rejected candidate region. Build combines the predicted regions from Find with the matched identities from Match to generate three-dimensional ligand poses using the selected molecular docking tool.</a:t>
            </a:r>
            <a:endParaRPr lang="en-US" altLang="zh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876DEC-86FB-AA54-2AA9-BA294229871D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336514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6471B-C629-4496-3434-791F806C4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F4A7C8-1DAB-CF3F-63D0-8746142CA7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CC2F3A-6510-7C7A-EB37-C92148CF14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基于冷冻电镜数据重建配体构象的 </a:t>
            </a:r>
            <a:r>
              <a:rPr lang="en-US" altLang="zh-CN" dirty="0"/>
              <a:t>Find–Match–Build </a:t>
            </a:r>
            <a:r>
              <a:rPr lang="zh-CN" altLang="en-US" dirty="0"/>
              <a:t>端到端自动化工作流程。输入包括实验冷冻电镜密度图和受体结构，后者可以是 </a:t>
            </a:r>
            <a:r>
              <a:rPr lang="en-US" altLang="zh-CN" dirty="0"/>
              <a:t>PDB </a:t>
            </a:r>
            <a:r>
              <a:rPr lang="zh-CN" altLang="en-US" dirty="0"/>
              <a:t>沉积受体结构，也可以是由 </a:t>
            </a:r>
            <a:r>
              <a:rPr lang="en-US" altLang="zh-CN" dirty="0"/>
              <a:t>CryoAtom2 </a:t>
            </a:r>
            <a:r>
              <a:rPr lang="zh-CN" altLang="en-US" dirty="0"/>
              <a:t>自动建模的受体结构。</a:t>
            </a:r>
            <a:r>
              <a:rPr lang="en-US" altLang="zh-CN" dirty="0"/>
              <a:t>Find </a:t>
            </a:r>
            <a:r>
              <a:rPr lang="zh-CN" altLang="en-US" dirty="0"/>
              <a:t>在整张密度图中定位候选配体区域（</a:t>
            </a:r>
            <a:r>
              <a:rPr lang="en-US" altLang="zh-CN" dirty="0"/>
              <a:t>blobs B1–B5</a:t>
            </a:r>
            <a:r>
              <a:rPr lang="zh-CN" altLang="en-US" dirty="0"/>
              <a:t>）。</a:t>
            </a:r>
            <a:r>
              <a:rPr lang="en-US" altLang="zh-CN" dirty="0"/>
              <a:t>Match </a:t>
            </a:r>
            <a:r>
              <a:rPr lang="zh-CN" altLang="en-US" dirty="0"/>
              <a:t>过滤假阳性预测，并将有效候选区域指派给同一 </a:t>
            </a:r>
            <a:r>
              <a:rPr lang="en-US" altLang="zh-CN" dirty="0"/>
              <a:t>PDB </a:t>
            </a:r>
            <a:r>
              <a:rPr lang="zh-CN" altLang="en-US" dirty="0"/>
              <a:t>条目中的配体身份（用 </a:t>
            </a:r>
            <a:r>
              <a:rPr lang="en-US" altLang="zh-CN" dirty="0"/>
              <a:t>SMILES </a:t>
            </a:r>
            <a:r>
              <a:rPr lang="zh-CN" altLang="en-US" dirty="0"/>
              <a:t>表示）；</a:t>
            </a:r>
            <a:r>
              <a:rPr lang="en-US" altLang="zh-CN" dirty="0"/>
              <a:t>B1 </a:t>
            </a:r>
            <a:r>
              <a:rPr lang="zh-CN" altLang="en-US" dirty="0"/>
              <a:t>和 </a:t>
            </a:r>
            <a:r>
              <a:rPr lang="en-US" altLang="zh-CN" dirty="0"/>
              <a:t>B2 </a:t>
            </a:r>
            <a:r>
              <a:rPr lang="zh-CN" altLang="en-US" dirty="0"/>
              <a:t>示意两个不同位点被指派相同的配体身份，</a:t>
            </a:r>
            <a:r>
              <a:rPr lang="en-US" altLang="zh-CN" dirty="0"/>
              <a:t>B5 </a:t>
            </a:r>
            <a:r>
              <a:rPr lang="zh-CN" altLang="en-US" dirty="0"/>
              <a:t>示意被剔除的候选区域。</a:t>
            </a:r>
            <a:r>
              <a:rPr lang="en-US" altLang="zh-CN" dirty="0"/>
              <a:t>Build </a:t>
            </a:r>
            <a:r>
              <a:rPr lang="zh-CN" altLang="en-US" dirty="0"/>
              <a:t>结合 </a:t>
            </a:r>
            <a:r>
              <a:rPr lang="en-US" altLang="zh-CN" dirty="0"/>
              <a:t>Find </a:t>
            </a:r>
            <a:r>
              <a:rPr lang="zh-CN" altLang="en-US" dirty="0"/>
              <a:t>预测的区域和 </a:t>
            </a:r>
            <a:r>
              <a:rPr lang="en-US" altLang="zh-CN" dirty="0"/>
              <a:t>Match </a:t>
            </a:r>
            <a:r>
              <a:rPr lang="zh-CN" altLang="en-US" dirty="0"/>
              <a:t>匹配的身份，使用选定的分子对接工具生成三维配体构象。</a:t>
            </a:r>
          </a:p>
          <a:p>
            <a:r>
              <a:rPr lang="en-US" altLang="zh-CN" dirty="0"/>
              <a:t>ENGLISH</a:t>
            </a:r>
            <a:r>
              <a:rPr lang="zh-CN" altLang="en-US" dirty="0"/>
              <a:t>：</a:t>
            </a:r>
          </a:p>
          <a:p>
            <a:r>
              <a:rPr lang="en-US" altLang="zh-CN" sz="1200" b="0" i="0" kern="1200" dirty="0">
                <a:effectLst/>
              </a:rPr>
              <a:t>Automated end-to-end Find–Match–Build workflow for reconstructing ligand poses from cryo-EM data. The inputs are an experimental cryo-EM density map and either a deposited receptor structure or a receptor structure automatically modelled by CryoAtom2. Find locates candidate ligand regions (blobs B1–B5) across the density map. Match filters false-positive predictions and assigns valid candidate regions to ligand identities (represented by SMILES) within the same PDB entry; B1 and B2 illustrate two distinct sites assigned the same identity, whereas B5 represents a rejected candidate region. Build combines the predicted regions from Find with the matched identities from Match to generate three-dimensional ligand poses using the selected molecular docking tool.</a:t>
            </a:r>
            <a:endParaRPr lang="en-US" altLang="zh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1AAB87-EC41-907A-9736-8EF746BFD28E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436110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5965B9-F8F6-B1E7-B17C-CA54CD454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646D35-378E-843D-9CF8-E8CB679E2C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34F8FF-4B3E-DD2F-9EE1-CD0FBF6455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基于冷冻电镜数据重建配体构象的 </a:t>
            </a:r>
            <a:r>
              <a:rPr lang="en-US" altLang="zh-CN" dirty="0"/>
              <a:t>Find–Match–Build </a:t>
            </a:r>
            <a:r>
              <a:rPr lang="zh-CN" altLang="en-US" dirty="0"/>
              <a:t>端到端自动化工作流程。输入包括实验冷冻电镜密度图和受体结构，后者可以是 </a:t>
            </a:r>
            <a:r>
              <a:rPr lang="en-US" altLang="zh-CN" dirty="0"/>
              <a:t>PDB </a:t>
            </a:r>
            <a:r>
              <a:rPr lang="zh-CN" altLang="en-US" dirty="0"/>
              <a:t>沉积受体结构，也可以是由 </a:t>
            </a:r>
            <a:r>
              <a:rPr lang="en-US" altLang="zh-CN" dirty="0"/>
              <a:t>CryoAtom2 </a:t>
            </a:r>
            <a:r>
              <a:rPr lang="zh-CN" altLang="en-US" dirty="0"/>
              <a:t>自动建模的受体结构。</a:t>
            </a:r>
            <a:r>
              <a:rPr lang="en-US" altLang="zh-CN" dirty="0"/>
              <a:t>Find </a:t>
            </a:r>
            <a:r>
              <a:rPr lang="zh-CN" altLang="en-US" dirty="0"/>
              <a:t>在整张密度图中定位候选配体区域（</a:t>
            </a:r>
            <a:r>
              <a:rPr lang="en-US" altLang="zh-CN" dirty="0"/>
              <a:t>blobs B1–B5</a:t>
            </a:r>
            <a:r>
              <a:rPr lang="zh-CN" altLang="en-US" dirty="0"/>
              <a:t>）。</a:t>
            </a:r>
            <a:r>
              <a:rPr lang="en-US" altLang="zh-CN" dirty="0"/>
              <a:t>Match </a:t>
            </a:r>
            <a:r>
              <a:rPr lang="zh-CN" altLang="en-US" dirty="0"/>
              <a:t>过滤假阳性预测，并将有效候选区域指派给同一 </a:t>
            </a:r>
            <a:r>
              <a:rPr lang="en-US" altLang="zh-CN" dirty="0"/>
              <a:t>PDB </a:t>
            </a:r>
            <a:r>
              <a:rPr lang="zh-CN" altLang="en-US" dirty="0"/>
              <a:t>条目中的配体身份（用 </a:t>
            </a:r>
            <a:r>
              <a:rPr lang="en-US" altLang="zh-CN" dirty="0"/>
              <a:t>SMILES </a:t>
            </a:r>
            <a:r>
              <a:rPr lang="zh-CN" altLang="en-US" dirty="0"/>
              <a:t>表示）；</a:t>
            </a:r>
            <a:r>
              <a:rPr lang="en-US" altLang="zh-CN" dirty="0"/>
              <a:t>B1 </a:t>
            </a:r>
            <a:r>
              <a:rPr lang="zh-CN" altLang="en-US" dirty="0"/>
              <a:t>和 </a:t>
            </a:r>
            <a:r>
              <a:rPr lang="en-US" altLang="zh-CN" dirty="0"/>
              <a:t>B2 </a:t>
            </a:r>
            <a:r>
              <a:rPr lang="zh-CN" altLang="en-US" dirty="0"/>
              <a:t>示意两个不同位点被指派相同的配体身份，</a:t>
            </a:r>
            <a:r>
              <a:rPr lang="en-US" altLang="zh-CN" dirty="0"/>
              <a:t>B5 </a:t>
            </a:r>
            <a:r>
              <a:rPr lang="zh-CN" altLang="en-US" dirty="0"/>
              <a:t>示意被剔除的候选区域。</a:t>
            </a:r>
            <a:r>
              <a:rPr lang="en-US" altLang="zh-CN" dirty="0"/>
              <a:t>Build </a:t>
            </a:r>
            <a:r>
              <a:rPr lang="zh-CN" altLang="en-US" dirty="0"/>
              <a:t>结合 </a:t>
            </a:r>
            <a:r>
              <a:rPr lang="en-US" altLang="zh-CN" dirty="0"/>
              <a:t>Find </a:t>
            </a:r>
            <a:r>
              <a:rPr lang="zh-CN" altLang="en-US" dirty="0"/>
              <a:t>预测的区域和 </a:t>
            </a:r>
            <a:r>
              <a:rPr lang="en-US" altLang="zh-CN" dirty="0"/>
              <a:t>Match </a:t>
            </a:r>
            <a:r>
              <a:rPr lang="zh-CN" altLang="en-US" dirty="0"/>
              <a:t>匹配的身份，使用选定的分子对接工具生成三维配体构象。</a:t>
            </a:r>
          </a:p>
          <a:p>
            <a:r>
              <a:rPr lang="en-US" altLang="zh-CN" dirty="0"/>
              <a:t>ENGLISH</a:t>
            </a:r>
            <a:r>
              <a:rPr lang="zh-CN" altLang="en-US" dirty="0"/>
              <a:t>：</a:t>
            </a:r>
          </a:p>
          <a:p>
            <a:r>
              <a:rPr lang="en-US" altLang="zh-CN" sz="1200" b="0" i="0" kern="1200" dirty="0">
                <a:effectLst/>
              </a:rPr>
              <a:t>Automated end-to-end Find–Match–Build workflow for reconstructing ligand poses from cryo-EM data. The inputs are an experimental cryo-EM density map and either a deposited receptor structure or a receptor structure automatically modelled by CryoAtom2. Find locates candidate ligand regions (blobs B1–B5) across the density map. Match filters false-positive predictions and assigns valid candidate regions to ligand identities (represented by SMILES) within the same PDB entry; B1 and B2 illustrate two distinct sites assigned the same identity, whereas B5 represents a rejected candidate region. Build combines the predicted regions from Find with the matched identities from Match to generate three-dimensional ligand poses using the selected molecular docking tool.</a:t>
            </a:r>
            <a:endParaRPr lang="en-US" altLang="zh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BDD7C4-A5FE-743A-4B70-87205B65975C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199910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F_A3FF6BB7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80693948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0_21794960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1_F21098D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D68E8-1582-F9D7-8096-3D2A83EB1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10" name="label">
            <a:extLst>
              <a:ext uri="{FF2B5EF4-FFF2-40B4-BE49-F238E27FC236}">
                <a16:creationId xmlns:a16="http://schemas.microsoft.com/office/drawing/2014/main" id="{FA743C27-12C4-F8D5-249C-4EC83D5D4C67}"/>
              </a:ext>
            </a:extLst>
          </p:cNvPr>
          <p:cNvGrpSpPr/>
          <p:nvPr/>
        </p:nvGrpSpPr>
        <p:grpSpPr>
          <a:xfrm>
            <a:off x="3525281" y="1618013"/>
            <a:ext cx="4477751" cy="98961"/>
            <a:chOff x="160020" y="923925"/>
            <a:chExt cx="15515407" cy="342900"/>
          </a:xfrm>
        </p:grpSpPr>
        <p:sp>
          <p:nvSpPr>
            <p:cNvPr id="3" name="label__2">
              <a:extLst>
                <a:ext uri="{FF2B5EF4-FFF2-40B4-BE49-F238E27FC236}">
                  <a16:creationId xmlns:a16="http://schemas.microsoft.com/office/drawing/2014/main" id="{E8CDBD93-28E4-B4CE-0393-1FF6A3EED108}"/>
                </a:ext>
              </a:extLst>
            </p:cNvPr>
            <p:cNvSpPr>
              <a:spLocks noGrp="1"/>
            </p:cNvSpPr>
            <p:nvPr/>
          </p:nvSpPr>
          <p:spPr>
            <a:xfrm>
              <a:off x="160020" y="923925"/>
              <a:ext cx="2047874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623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I</a:t>
              </a:r>
              <a:r>
                <a:rPr lang="en-US" altLang="zh-CN" sz="623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nput</a:t>
              </a:r>
              <a:endParaRPr sz="623" b="1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4" name="label__3">
              <a:extLst>
                <a:ext uri="{FF2B5EF4-FFF2-40B4-BE49-F238E27FC236}">
                  <a16:creationId xmlns:a16="http://schemas.microsoft.com/office/drawing/2014/main" id="{BFC276B0-76AA-A77C-4AFE-0BA744539D4A}"/>
                </a:ext>
              </a:extLst>
            </p:cNvPr>
            <p:cNvSpPr>
              <a:spLocks noGrp="1"/>
            </p:cNvSpPr>
            <p:nvPr/>
          </p:nvSpPr>
          <p:spPr>
            <a:xfrm>
              <a:off x="2671360" y="923925"/>
              <a:ext cx="3905249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623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Candidate </a:t>
              </a:r>
              <a:r>
                <a:rPr lang="en-US" sz="623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blob</a:t>
              </a:r>
              <a:endParaRPr sz="623" b="1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5" name="label__4">
              <a:extLst>
                <a:ext uri="{FF2B5EF4-FFF2-40B4-BE49-F238E27FC236}">
                  <a16:creationId xmlns:a16="http://schemas.microsoft.com/office/drawing/2014/main" id="{90C29469-562A-DEA3-48C8-FA4C526BF8DF}"/>
                </a:ext>
              </a:extLst>
            </p:cNvPr>
            <p:cNvSpPr>
              <a:spLocks noGrp="1"/>
            </p:cNvSpPr>
            <p:nvPr/>
          </p:nvSpPr>
          <p:spPr>
            <a:xfrm>
              <a:off x="7376706" y="923925"/>
              <a:ext cx="3381375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623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identity assignment</a:t>
              </a:r>
            </a:p>
          </p:txBody>
        </p:sp>
        <p:sp>
          <p:nvSpPr>
            <p:cNvPr id="7" name="label__6">
              <a:extLst>
                <a:ext uri="{FF2B5EF4-FFF2-40B4-BE49-F238E27FC236}">
                  <a16:creationId xmlns:a16="http://schemas.microsoft.com/office/drawing/2014/main" id="{1624704C-B6CB-1FE0-42C9-16E6B9BCB35C}"/>
                </a:ext>
              </a:extLst>
            </p:cNvPr>
            <p:cNvSpPr>
              <a:spLocks noGrp="1"/>
            </p:cNvSpPr>
            <p:nvPr/>
          </p:nvSpPr>
          <p:spPr>
            <a:xfrm>
              <a:off x="13484678" y="923925"/>
              <a:ext cx="2190749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623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poses</a:t>
              </a:r>
            </a:p>
          </p:txBody>
        </p:sp>
      </p:grpSp>
      <p:grpSp>
        <p:nvGrpSpPr>
          <p:cNvPr id="6211" name="输入：实验密度表面">
            <a:extLst>
              <a:ext uri="{FF2B5EF4-FFF2-40B4-BE49-F238E27FC236}">
                <a16:creationId xmlns:a16="http://schemas.microsoft.com/office/drawing/2014/main" id="{8143059A-4228-C29B-75D0-902A65C9598F}"/>
              </a:ext>
            </a:extLst>
          </p:cNvPr>
          <p:cNvGrpSpPr/>
          <p:nvPr/>
        </p:nvGrpSpPr>
        <p:grpSpPr>
          <a:xfrm>
            <a:off x="3622383" y="1780199"/>
            <a:ext cx="439148" cy="522295"/>
            <a:chOff x="496477" y="1485900"/>
            <a:chExt cx="1521646" cy="1809750"/>
          </a:xfrm>
        </p:grpSpPr>
        <p:sp>
          <p:nvSpPr>
            <p:cNvPr id="8" name="Input_density__7">
              <a:extLst>
                <a:ext uri="{FF2B5EF4-FFF2-40B4-BE49-F238E27FC236}">
                  <a16:creationId xmlns:a16="http://schemas.microsoft.com/office/drawing/2014/main" id="{B65A5FCC-90A2-EC4F-43F0-9138284FFE24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" name="Input_density__8">
              <a:extLst>
                <a:ext uri="{FF2B5EF4-FFF2-40B4-BE49-F238E27FC236}">
                  <a16:creationId xmlns:a16="http://schemas.microsoft.com/office/drawing/2014/main" id="{9F3A144E-51DA-9DF2-AD55-0CFADB1050CF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" name="Input_density__9">
              <a:extLst>
                <a:ext uri="{FF2B5EF4-FFF2-40B4-BE49-F238E27FC236}">
                  <a16:creationId xmlns:a16="http://schemas.microsoft.com/office/drawing/2014/main" id="{045E7A2F-067C-70F9-8289-7895B0C3DB1B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" name="Input_density__10">
              <a:extLst>
                <a:ext uri="{FF2B5EF4-FFF2-40B4-BE49-F238E27FC236}">
                  <a16:creationId xmlns:a16="http://schemas.microsoft.com/office/drawing/2014/main" id="{D4A91E4B-2F76-924E-D438-14AB7209621B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" name="Input_density__11">
              <a:extLst>
                <a:ext uri="{FF2B5EF4-FFF2-40B4-BE49-F238E27FC236}">
                  <a16:creationId xmlns:a16="http://schemas.microsoft.com/office/drawing/2014/main" id="{5F477FA7-3897-BF28-8F3F-7B3C39025F77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" name="Input_density__12">
              <a:extLst>
                <a:ext uri="{FF2B5EF4-FFF2-40B4-BE49-F238E27FC236}">
                  <a16:creationId xmlns:a16="http://schemas.microsoft.com/office/drawing/2014/main" id="{F3AB399F-C950-CD1D-B900-0B88D8EAD355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" name="Input_density__13">
              <a:extLst>
                <a:ext uri="{FF2B5EF4-FFF2-40B4-BE49-F238E27FC236}">
                  <a16:creationId xmlns:a16="http://schemas.microsoft.com/office/drawing/2014/main" id="{339E16CB-2008-11E9-6341-14300C9A96FE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" name="Input_density__14">
              <a:extLst>
                <a:ext uri="{FF2B5EF4-FFF2-40B4-BE49-F238E27FC236}">
                  <a16:creationId xmlns:a16="http://schemas.microsoft.com/office/drawing/2014/main" id="{5E851612-0F68-0FA6-E144-D64AB71D7015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" name="Input_density__15">
              <a:extLst>
                <a:ext uri="{FF2B5EF4-FFF2-40B4-BE49-F238E27FC236}">
                  <a16:creationId xmlns:a16="http://schemas.microsoft.com/office/drawing/2014/main" id="{32225CA6-D301-460F-C25D-3920E1701055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" name="Input_density__16">
              <a:extLst>
                <a:ext uri="{FF2B5EF4-FFF2-40B4-BE49-F238E27FC236}">
                  <a16:creationId xmlns:a16="http://schemas.microsoft.com/office/drawing/2014/main" id="{E1BBD017-ED7A-3C93-826C-935AD9F45387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" name="Input_density__17">
              <a:extLst>
                <a:ext uri="{FF2B5EF4-FFF2-40B4-BE49-F238E27FC236}">
                  <a16:creationId xmlns:a16="http://schemas.microsoft.com/office/drawing/2014/main" id="{B0AAE471-2B3E-3693-376E-4593A5870774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" name="Input_density__18">
              <a:extLst>
                <a:ext uri="{FF2B5EF4-FFF2-40B4-BE49-F238E27FC236}">
                  <a16:creationId xmlns:a16="http://schemas.microsoft.com/office/drawing/2014/main" id="{2D0917E2-D466-23F5-C243-4CA13C882CD6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" name="Input_density__19">
              <a:extLst>
                <a:ext uri="{FF2B5EF4-FFF2-40B4-BE49-F238E27FC236}">
                  <a16:creationId xmlns:a16="http://schemas.microsoft.com/office/drawing/2014/main" id="{42F3A83B-0A93-5CB1-C0A7-7829B832BB09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" name="Input_density__20">
              <a:extLst>
                <a:ext uri="{FF2B5EF4-FFF2-40B4-BE49-F238E27FC236}">
                  <a16:creationId xmlns:a16="http://schemas.microsoft.com/office/drawing/2014/main" id="{A8183AB7-1875-8492-D8F4-0BC2F1178B9B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" name="Input_density__21">
              <a:extLst>
                <a:ext uri="{FF2B5EF4-FFF2-40B4-BE49-F238E27FC236}">
                  <a16:creationId xmlns:a16="http://schemas.microsoft.com/office/drawing/2014/main" id="{FB3FDF59-BDA0-B2B9-5E8F-271326877E98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3" name="Input_density__22">
              <a:extLst>
                <a:ext uri="{FF2B5EF4-FFF2-40B4-BE49-F238E27FC236}">
                  <a16:creationId xmlns:a16="http://schemas.microsoft.com/office/drawing/2014/main" id="{3248A7FF-F917-CDE8-2C23-490BB32D9353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4" name="Input_density__23">
              <a:extLst>
                <a:ext uri="{FF2B5EF4-FFF2-40B4-BE49-F238E27FC236}">
                  <a16:creationId xmlns:a16="http://schemas.microsoft.com/office/drawing/2014/main" id="{74B2E9F3-6109-F028-E228-BFDFC7DC2FD1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5" name="Input_density__24">
              <a:extLst>
                <a:ext uri="{FF2B5EF4-FFF2-40B4-BE49-F238E27FC236}">
                  <a16:creationId xmlns:a16="http://schemas.microsoft.com/office/drawing/2014/main" id="{46FD2868-D411-B607-9FB1-84A47128300E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6" name="Input_density__25">
              <a:extLst>
                <a:ext uri="{FF2B5EF4-FFF2-40B4-BE49-F238E27FC236}">
                  <a16:creationId xmlns:a16="http://schemas.microsoft.com/office/drawing/2014/main" id="{C9CC8190-5D8E-C09B-C286-D24000CEC44E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7" name="Input_density__26">
              <a:extLst>
                <a:ext uri="{FF2B5EF4-FFF2-40B4-BE49-F238E27FC236}">
                  <a16:creationId xmlns:a16="http://schemas.microsoft.com/office/drawing/2014/main" id="{98F132B2-AADD-0355-7083-DA02886ADCE1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8" name="Input_density__27">
              <a:extLst>
                <a:ext uri="{FF2B5EF4-FFF2-40B4-BE49-F238E27FC236}">
                  <a16:creationId xmlns:a16="http://schemas.microsoft.com/office/drawing/2014/main" id="{B610A84B-7824-40B7-1B72-A3094102E05D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9" name="Input_density__28">
              <a:extLst>
                <a:ext uri="{FF2B5EF4-FFF2-40B4-BE49-F238E27FC236}">
                  <a16:creationId xmlns:a16="http://schemas.microsoft.com/office/drawing/2014/main" id="{C4DF25C6-E190-D03D-86D1-52F063AE9C4B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0" name="Input_density__29">
              <a:extLst>
                <a:ext uri="{FF2B5EF4-FFF2-40B4-BE49-F238E27FC236}">
                  <a16:creationId xmlns:a16="http://schemas.microsoft.com/office/drawing/2014/main" id="{B5B1C3DF-4275-F0AD-C88D-FCDC44F6F6F0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1" name="Input_density__30">
              <a:extLst>
                <a:ext uri="{FF2B5EF4-FFF2-40B4-BE49-F238E27FC236}">
                  <a16:creationId xmlns:a16="http://schemas.microsoft.com/office/drawing/2014/main" id="{7FD50B3F-3AB3-3198-576F-39B4D7CB13EB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2" name="Input_density__31">
              <a:extLst>
                <a:ext uri="{FF2B5EF4-FFF2-40B4-BE49-F238E27FC236}">
                  <a16:creationId xmlns:a16="http://schemas.microsoft.com/office/drawing/2014/main" id="{4D2FB551-B6DB-04E3-152B-B3E354EA46C5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3" name="Input_density__32">
              <a:extLst>
                <a:ext uri="{FF2B5EF4-FFF2-40B4-BE49-F238E27FC236}">
                  <a16:creationId xmlns:a16="http://schemas.microsoft.com/office/drawing/2014/main" id="{7D2E9B1B-428A-8738-C130-3199DEF68A36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4" name="Input_density__33">
              <a:extLst>
                <a:ext uri="{FF2B5EF4-FFF2-40B4-BE49-F238E27FC236}">
                  <a16:creationId xmlns:a16="http://schemas.microsoft.com/office/drawing/2014/main" id="{A2F3DA3B-8674-3AB3-EF9B-C79595B3E79A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5" name="Input_density__34">
              <a:extLst>
                <a:ext uri="{FF2B5EF4-FFF2-40B4-BE49-F238E27FC236}">
                  <a16:creationId xmlns:a16="http://schemas.microsoft.com/office/drawing/2014/main" id="{94744716-3A6F-4685-B8FF-DC32F7CE4086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6" name="Input_density__35">
              <a:extLst>
                <a:ext uri="{FF2B5EF4-FFF2-40B4-BE49-F238E27FC236}">
                  <a16:creationId xmlns:a16="http://schemas.microsoft.com/office/drawing/2014/main" id="{59EC6867-F8F9-6878-B9BF-89E80E2B32D8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7" name="Input_density__36">
              <a:extLst>
                <a:ext uri="{FF2B5EF4-FFF2-40B4-BE49-F238E27FC236}">
                  <a16:creationId xmlns:a16="http://schemas.microsoft.com/office/drawing/2014/main" id="{2F192A1C-F68F-2099-C91F-BE0AB68FCBC2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" name="Input_density__37">
              <a:extLst>
                <a:ext uri="{FF2B5EF4-FFF2-40B4-BE49-F238E27FC236}">
                  <a16:creationId xmlns:a16="http://schemas.microsoft.com/office/drawing/2014/main" id="{6501393F-DF5E-8C1B-3174-9CDFE455B6BC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" name="Input_density__38">
              <a:extLst>
                <a:ext uri="{FF2B5EF4-FFF2-40B4-BE49-F238E27FC236}">
                  <a16:creationId xmlns:a16="http://schemas.microsoft.com/office/drawing/2014/main" id="{67654AEB-432A-A879-F3E2-8464DC0201C0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0" name="Input_density__39">
              <a:extLst>
                <a:ext uri="{FF2B5EF4-FFF2-40B4-BE49-F238E27FC236}">
                  <a16:creationId xmlns:a16="http://schemas.microsoft.com/office/drawing/2014/main" id="{F26116DA-4C31-DD5F-4128-7DA75AC025BC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1" name="Input_density__40">
              <a:extLst>
                <a:ext uri="{FF2B5EF4-FFF2-40B4-BE49-F238E27FC236}">
                  <a16:creationId xmlns:a16="http://schemas.microsoft.com/office/drawing/2014/main" id="{95A34490-EFFC-DC38-107A-AC02B1A815C4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2" name="Input_density__41">
              <a:extLst>
                <a:ext uri="{FF2B5EF4-FFF2-40B4-BE49-F238E27FC236}">
                  <a16:creationId xmlns:a16="http://schemas.microsoft.com/office/drawing/2014/main" id="{83F49643-5C3B-8CD8-DD14-BF854207C71D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3" name="Input_density__42">
              <a:extLst>
                <a:ext uri="{FF2B5EF4-FFF2-40B4-BE49-F238E27FC236}">
                  <a16:creationId xmlns:a16="http://schemas.microsoft.com/office/drawing/2014/main" id="{AD6411A6-7B52-F06E-657E-F12FF06135C1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4" name="Input_density__43">
              <a:extLst>
                <a:ext uri="{FF2B5EF4-FFF2-40B4-BE49-F238E27FC236}">
                  <a16:creationId xmlns:a16="http://schemas.microsoft.com/office/drawing/2014/main" id="{0E40DD67-86BA-7305-A483-A76F774423A3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5" name="Input_density__44">
              <a:extLst>
                <a:ext uri="{FF2B5EF4-FFF2-40B4-BE49-F238E27FC236}">
                  <a16:creationId xmlns:a16="http://schemas.microsoft.com/office/drawing/2014/main" id="{41C6E046-5A7C-ECDF-3D90-08AC43AB29BA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" name="Input_density__45">
              <a:extLst>
                <a:ext uri="{FF2B5EF4-FFF2-40B4-BE49-F238E27FC236}">
                  <a16:creationId xmlns:a16="http://schemas.microsoft.com/office/drawing/2014/main" id="{02B32962-98EA-084C-02B3-E415C4DA24D4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" name="Input_density__46">
              <a:extLst>
                <a:ext uri="{FF2B5EF4-FFF2-40B4-BE49-F238E27FC236}">
                  <a16:creationId xmlns:a16="http://schemas.microsoft.com/office/drawing/2014/main" id="{38D63721-A528-A7E1-C0A0-235BD58E6D4B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8" name="Input_density__47">
              <a:extLst>
                <a:ext uri="{FF2B5EF4-FFF2-40B4-BE49-F238E27FC236}">
                  <a16:creationId xmlns:a16="http://schemas.microsoft.com/office/drawing/2014/main" id="{32711522-46F1-46D6-1AEF-DFEA124A10EC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9" name="Input_density__48">
              <a:extLst>
                <a:ext uri="{FF2B5EF4-FFF2-40B4-BE49-F238E27FC236}">
                  <a16:creationId xmlns:a16="http://schemas.microsoft.com/office/drawing/2014/main" id="{53E5F31B-6114-AEF8-FA88-D1D9BD76A11A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0" name="Input_density__49">
              <a:extLst>
                <a:ext uri="{FF2B5EF4-FFF2-40B4-BE49-F238E27FC236}">
                  <a16:creationId xmlns:a16="http://schemas.microsoft.com/office/drawing/2014/main" id="{1DF6CBF8-293C-B984-92FA-97EE839D3A7A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1" name="Input_density__50">
              <a:extLst>
                <a:ext uri="{FF2B5EF4-FFF2-40B4-BE49-F238E27FC236}">
                  <a16:creationId xmlns:a16="http://schemas.microsoft.com/office/drawing/2014/main" id="{05169599-A020-E05F-FC8C-68965EB6C855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2" name="Input_density__51">
              <a:extLst>
                <a:ext uri="{FF2B5EF4-FFF2-40B4-BE49-F238E27FC236}">
                  <a16:creationId xmlns:a16="http://schemas.microsoft.com/office/drawing/2014/main" id="{BFB15DB7-E4BC-EE8E-8FF1-1FCEE0E07B7D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3" name="Input_density__52">
              <a:extLst>
                <a:ext uri="{FF2B5EF4-FFF2-40B4-BE49-F238E27FC236}">
                  <a16:creationId xmlns:a16="http://schemas.microsoft.com/office/drawing/2014/main" id="{0AF4A31A-AC1E-38E2-985B-07E26C68CEFD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4" name="Input_density__53">
              <a:extLst>
                <a:ext uri="{FF2B5EF4-FFF2-40B4-BE49-F238E27FC236}">
                  <a16:creationId xmlns:a16="http://schemas.microsoft.com/office/drawing/2014/main" id="{8E1EE796-8EC8-DAB5-0088-7C45928AED44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5" name="Input_density__54">
              <a:extLst>
                <a:ext uri="{FF2B5EF4-FFF2-40B4-BE49-F238E27FC236}">
                  <a16:creationId xmlns:a16="http://schemas.microsoft.com/office/drawing/2014/main" id="{0883B306-A38F-94AC-1DA0-2DD2EC1CCE75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6" name="Input_density__55">
              <a:extLst>
                <a:ext uri="{FF2B5EF4-FFF2-40B4-BE49-F238E27FC236}">
                  <a16:creationId xmlns:a16="http://schemas.microsoft.com/office/drawing/2014/main" id="{534497A4-FF9E-A9CF-4BAC-59C7B9598148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7" name="Input_density__56">
              <a:extLst>
                <a:ext uri="{FF2B5EF4-FFF2-40B4-BE49-F238E27FC236}">
                  <a16:creationId xmlns:a16="http://schemas.microsoft.com/office/drawing/2014/main" id="{09D91678-D671-5EEA-B76E-46314B253E54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8" name="Input_density__57">
              <a:extLst>
                <a:ext uri="{FF2B5EF4-FFF2-40B4-BE49-F238E27FC236}">
                  <a16:creationId xmlns:a16="http://schemas.microsoft.com/office/drawing/2014/main" id="{33D356AA-808D-0F77-42FD-270C8507D0A8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9" name="Input_density__58">
              <a:extLst>
                <a:ext uri="{FF2B5EF4-FFF2-40B4-BE49-F238E27FC236}">
                  <a16:creationId xmlns:a16="http://schemas.microsoft.com/office/drawing/2014/main" id="{FAD0C73C-B5A0-6793-67B8-A89470AFFADF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0" name="Input_density__59">
              <a:extLst>
                <a:ext uri="{FF2B5EF4-FFF2-40B4-BE49-F238E27FC236}">
                  <a16:creationId xmlns:a16="http://schemas.microsoft.com/office/drawing/2014/main" id="{ACADA955-0D4D-8F20-1072-8BD0B26BAC25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1" name="Input_density__60">
              <a:extLst>
                <a:ext uri="{FF2B5EF4-FFF2-40B4-BE49-F238E27FC236}">
                  <a16:creationId xmlns:a16="http://schemas.microsoft.com/office/drawing/2014/main" id="{B987812F-1948-BA07-3214-918D5686DF70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2" name="Input_density__61">
              <a:extLst>
                <a:ext uri="{FF2B5EF4-FFF2-40B4-BE49-F238E27FC236}">
                  <a16:creationId xmlns:a16="http://schemas.microsoft.com/office/drawing/2014/main" id="{06D6F696-C8C1-A998-C1D8-DC2C21738675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3" name="Input_density__62">
              <a:extLst>
                <a:ext uri="{FF2B5EF4-FFF2-40B4-BE49-F238E27FC236}">
                  <a16:creationId xmlns:a16="http://schemas.microsoft.com/office/drawing/2014/main" id="{18EF40B8-C8BD-18EC-5AE8-3482B097D02F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4" name="Input_density__63">
              <a:extLst>
                <a:ext uri="{FF2B5EF4-FFF2-40B4-BE49-F238E27FC236}">
                  <a16:creationId xmlns:a16="http://schemas.microsoft.com/office/drawing/2014/main" id="{0EBC753C-AD96-D5ED-E42A-EF1E812D2E51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5" name="Input_density__64">
              <a:extLst>
                <a:ext uri="{FF2B5EF4-FFF2-40B4-BE49-F238E27FC236}">
                  <a16:creationId xmlns:a16="http://schemas.microsoft.com/office/drawing/2014/main" id="{15440290-2F8C-759D-5506-E0E50CF93603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6" name="Input_density__65">
              <a:extLst>
                <a:ext uri="{FF2B5EF4-FFF2-40B4-BE49-F238E27FC236}">
                  <a16:creationId xmlns:a16="http://schemas.microsoft.com/office/drawing/2014/main" id="{E3779811-6E08-B38A-172E-1FEA1B5C72D0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7" name="Input_density__66">
              <a:extLst>
                <a:ext uri="{FF2B5EF4-FFF2-40B4-BE49-F238E27FC236}">
                  <a16:creationId xmlns:a16="http://schemas.microsoft.com/office/drawing/2014/main" id="{3805AF72-58C6-1611-324B-4472FBAC0C43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8" name="Input_density__67">
              <a:extLst>
                <a:ext uri="{FF2B5EF4-FFF2-40B4-BE49-F238E27FC236}">
                  <a16:creationId xmlns:a16="http://schemas.microsoft.com/office/drawing/2014/main" id="{D9CD6A1B-2CE0-1A8A-FBFD-1D2C751BE9FD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9" name="Input_density__68">
              <a:extLst>
                <a:ext uri="{FF2B5EF4-FFF2-40B4-BE49-F238E27FC236}">
                  <a16:creationId xmlns:a16="http://schemas.microsoft.com/office/drawing/2014/main" id="{CC32A38B-41E0-3E0B-17A9-D43C1497259E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0" name="Input_density__69">
              <a:extLst>
                <a:ext uri="{FF2B5EF4-FFF2-40B4-BE49-F238E27FC236}">
                  <a16:creationId xmlns:a16="http://schemas.microsoft.com/office/drawing/2014/main" id="{A3EE2714-E82B-C20D-BFEA-2304D104CA81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1" name="Input_density__70">
              <a:extLst>
                <a:ext uri="{FF2B5EF4-FFF2-40B4-BE49-F238E27FC236}">
                  <a16:creationId xmlns:a16="http://schemas.microsoft.com/office/drawing/2014/main" id="{39E1912B-4DAE-3110-714A-62156AC267A5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72" name="Input_density__71">
              <a:extLst>
                <a:ext uri="{FF2B5EF4-FFF2-40B4-BE49-F238E27FC236}">
                  <a16:creationId xmlns:a16="http://schemas.microsoft.com/office/drawing/2014/main" id="{BA592E67-1786-68AB-7A3B-ACA67D1F697C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73" name="Input_density__72">
              <a:extLst>
                <a:ext uri="{FF2B5EF4-FFF2-40B4-BE49-F238E27FC236}">
                  <a16:creationId xmlns:a16="http://schemas.microsoft.com/office/drawing/2014/main" id="{741F1A27-1526-31BE-4C91-124AE3413BE9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74" name="Input_density__73">
              <a:extLst>
                <a:ext uri="{FF2B5EF4-FFF2-40B4-BE49-F238E27FC236}">
                  <a16:creationId xmlns:a16="http://schemas.microsoft.com/office/drawing/2014/main" id="{9FF0773A-7525-C8ED-60CC-09F9D968ADDC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75" name="Input_density__74">
              <a:extLst>
                <a:ext uri="{FF2B5EF4-FFF2-40B4-BE49-F238E27FC236}">
                  <a16:creationId xmlns:a16="http://schemas.microsoft.com/office/drawing/2014/main" id="{1E855100-F588-79B6-B2C7-C6D6B7E14F42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6" name="Input_density__75">
              <a:extLst>
                <a:ext uri="{FF2B5EF4-FFF2-40B4-BE49-F238E27FC236}">
                  <a16:creationId xmlns:a16="http://schemas.microsoft.com/office/drawing/2014/main" id="{0CFB34B9-AD6F-63F8-4C25-F0B885D84620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77" name="Input_density__76">
              <a:extLst>
                <a:ext uri="{FF2B5EF4-FFF2-40B4-BE49-F238E27FC236}">
                  <a16:creationId xmlns:a16="http://schemas.microsoft.com/office/drawing/2014/main" id="{13A606B7-63AF-2EA1-1D22-00DDFAE92161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78" name="Input_density__77">
              <a:extLst>
                <a:ext uri="{FF2B5EF4-FFF2-40B4-BE49-F238E27FC236}">
                  <a16:creationId xmlns:a16="http://schemas.microsoft.com/office/drawing/2014/main" id="{8386B8B7-2381-8DA1-5F50-2E7020F5EFBD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9" name="Input_density__78">
              <a:extLst>
                <a:ext uri="{FF2B5EF4-FFF2-40B4-BE49-F238E27FC236}">
                  <a16:creationId xmlns:a16="http://schemas.microsoft.com/office/drawing/2014/main" id="{F06F868A-CFE9-BAF8-FF7A-B0A08A5C1277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80" name="Input_density__79">
              <a:extLst>
                <a:ext uri="{FF2B5EF4-FFF2-40B4-BE49-F238E27FC236}">
                  <a16:creationId xmlns:a16="http://schemas.microsoft.com/office/drawing/2014/main" id="{93C1CD80-A559-A683-FA9A-9622C0DC8D2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1" name="Input_density__80">
              <a:extLst>
                <a:ext uri="{FF2B5EF4-FFF2-40B4-BE49-F238E27FC236}">
                  <a16:creationId xmlns:a16="http://schemas.microsoft.com/office/drawing/2014/main" id="{C9E70BBF-2D13-F20C-A15E-0EDB0F799B58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2" name="Input_density__81">
              <a:extLst>
                <a:ext uri="{FF2B5EF4-FFF2-40B4-BE49-F238E27FC236}">
                  <a16:creationId xmlns:a16="http://schemas.microsoft.com/office/drawing/2014/main" id="{ADD792BE-9B95-C292-6563-114EFC647C61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83" name="Input_density__82">
              <a:extLst>
                <a:ext uri="{FF2B5EF4-FFF2-40B4-BE49-F238E27FC236}">
                  <a16:creationId xmlns:a16="http://schemas.microsoft.com/office/drawing/2014/main" id="{1D0106A4-CECE-D238-2FFE-BD8A79EA0B43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84" name="Input_density__83">
              <a:extLst>
                <a:ext uri="{FF2B5EF4-FFF2-40B4-BE49-F238E27FC236}">
                  <a16:creationId xmlns:a16="http://schemas.microsoft.com/office/drawing/2014/main" id="{7F68652B-88EF-70E0-2D05-DC79BE670CB1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5" name="Input_density__84">
              <a:extLst>
                <a:ext uri="{FF2B5EF4-FFF2-40B4-BE49-F238E27FC236}">
                  <a16:creationId xmlns:a16="http://schemas.microsoft.com/office/drawing/2014/main" id="{97713D54-C701-3C50-EC2E-B804F8AF5874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86" name="Input_density__85">
              <a:extLst>
                <a:ext uri="{FF2B5EF4-FFF2-40B4-BE49-F238E27FC236}">
                  <a16:creationId xmlns:a16="http://schemas.microsoft.com/office/drawing/2014/main" id="{3392B16D-04E7-3F28-61C8-AA99AE971704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7" name="Input_density__86">
              <a:extLst>
                <a:ext uri="{FF2B5EF4-FFF2-40B4-BE49-F238E27FC236}">
                  <a16:creationId xmlns:a16="http://schemas.microsoft.com/office/drawing/2014/main" id="{ADD83858-DB4E-3123-BA53-F10B49B6FC0D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8" name="Input_density__87">
              <a:extLst>
                <a:ext uri="{FF2B5EF4-FFF2-40B4-BE49-F238E27FC236}">
                  <a16:creationId xmlns:a16="http://schemas.microsoft.com/office/drawing/2014/main" id="{36E336DE-3825-883E-E054-C16239A871A3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9" name="Input_density__88">
              <a:extLst>
                <a:ext uri="{FF2B5EF4-FFF2-40B4-BE49-F238E27FC236}">
                  <a16:creationId xmlns:a16="http://schemas.microsoft.com/office/drawing/2014/main" id="{C3C45186-3AB7-E64C-A8D0-B566057389E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0" name="Input_density__89">
              <a:extLst>
                <a:ext uri="{FF2B5EF4-FFF2-40B4-BE49-F238E27FC236}">
                  <a16:creationId xmlns:a16="http://schemas.microsoft.com/office/drawing/2014/main" id="{1A5EEFC2-DB69-73D0-EA0D-EC221316A871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1" name="Input_density__90">
              <a:extLst>
                <a:ext uri="{FF2B5EF4-FFF2-40B4-BE49-F238E27FC236}">
                  <a16:creationId xmlns:a16="http://schemas.microsoft.com/office/drawing/2014/main" id="{D7C9AFBC-44A1-B7F5-E2DF-F5C1C8C118F9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2" name="Input_density__91">
              <a:extLst>
                <a:ext uri="{FF2B5EF4-FFF2-40B4-BE49-F238E27FC236}">
                  <a16:creationId xmlns:a16="http://schemas.microsoft.com/office/drawing/2014/main" id="{D455B2EF-D6F4-9819-3AB6-AE2BB1545D52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3" name="Input_density__92">
              <a:extLst>
                <a:ext uri="{FF2B5EF4-FFF2-40B4-BE49-F238E27FC236}">
                  <a16:creationId xmlns:a16="http://schemas.microsoft.com/office/drawing/2014/main" id="{FCA9C9E8-1A5B-045F-03F6-6BD932B2A0D9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4" name="Input_density__93">
              <a:extLst>
                <a:ext uri="{FF2B5EF4-FFF2-40B4-BE49-F238E27FC236}">
                  <a16:creationId xmlns:a16="http://schemas.microsoft.com/office/drawing/2014/main" id="{B2834AF4-08C3-8C0B-7973-40271D5AD5EA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5" name="Input_density__94">
              <a:extLst>
                <a:ext uri="{FF2B5EF4-FFF2-40B4-BE49-F238E27FC236}">
                  <a16:creationId xmlns:a16="http://schemas.microsoft.com/office/drawing/2014/main" id="{22EEE02D-1A49-5AF5-6E7E-B01EB8DED6E8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6" name="Input_density__95">
              <a:extLst>
                <a:ext uri="{FF2B5EF4-FFF2-40B4-BE49-F238E27FC236}">
                  <a16:creationId xmlns:a16="http://schemas.microsoft.com/office/drawing/2014/main" id="{94EAC8BC-14E7-592D-49AF-B2E9C849DA10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7" name="Input_density__96">
              <a:extLst>
                <a:ext uri="{FF2B5EF4-FFF2-40B4-BE49-F238E27FC236}">
                  <a16:creationId xmlns:a16="http://schemas.microsoft.com/office/drawing/2014/main" id="{5074797D-6584-2F29-B00C-6A6344C08DCB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8" name="Input_density__97">
              <a:extLst>
                <a:ext uri="{FF2B5EF4-FFF2-40B4-BE49-F238E27FC236}">
                  <a16:creationId xmlns:a16="http://schemas.microsoft.com/office/drawing/2014/main" id="{9AD8DC53-905C-E186-6BFF-1F8AE608E4EC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9" name="Input_density__98">
              <a:extLst>
                <a:ext uri="{FF2B5EF4-FFF2-40B4-BE49-F238E27FC236}">
                  <a16:creationId xmlns:a16="http://schemas.microsoft.com/office/drawing/2014/main" id="{32CEAB5A-CCCC-0C2B-32A9-888C368DEDCE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" name="Input_density__99">
              <a:extLst>
                <a:ext uri="{FF2B5EF4-FFF2-40B4-BE49-F238E27FC236}">
                  <a16:creationId xmlns:a16="http://schemas.microsoft.com/office/drawing/2014/main" id="{2DA4A4B4-12C4-E00B-3C54-FCBDEDE3A509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1" name="Input_density__100">
              <a:extLst>
                <a:ext uri="{FF2B5EF4-FFF2-40B4-BE49-F238E27FC236}">
                  <a16:creationId xmlns:a16="http://schemas.microsoft.com/office/drawing/2014/main" id="{21627E49-2853-AA14-B9B7-D86B82B463A8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2" name="Input_density__101">
              <a:extLst>
                <a:ext uri="{FF2B5EF4-FFF2-40B4-BE49-F238E27FC236}">
                  <a16:creationId xmlns:a16="http://schemas.microsoft.com/office/drawing/2014/main" id="{81E8362F-491B-AF6B-EAA7-266FC2CFA57A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3" name="Input_density__102">
              <a:extLst>
                <a:ext uri="{FF2B5EF4-FFF2-40B4-BE49-F238E27FC236}">
                  <a16:creationId xmlns:a16="http://schemas.microsoft.com/office/drawing/2014/main" id="{2451D4FD-4337-1399-06D9-24B796D3ED4A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4" name="Input_density__103">
              <a:extLst>
                <a:ext uri="{FF2B5EF4-FFF2-40B4-BE49-F238E27FC236}">
                  <a16:creationId xmlns:a16="http://schemas.microsoft.com/office/drawing/2014/main" id="{B1FB5AD7-793A-2806-8796-EE901DDA3688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5" name="Input_density__104">
              <a:extLst>
                <a:ext uri="{FF2B5EF4-FFF2-40B4-BE49-F238E27FC236}">
                  <a16:creationId xmlns:a16="http://schemas.microsoft.com/office/drawing/2014/main" id="{E94B0D3D-730D-7819-10F9-B09A285C42B9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6" name="Input_density__105">
              <a:extLst>
                <a:ext uri="{FF2B5EF4-FFF2-40B4-BE49-F238E27FC236}">
                  <a16:creationId xmlns:a16="http://schemas.microsoft.com/office/drawing/2014/main" id="{1D9BE5CB-C89E-F228-7267-864DE60F428C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7" name="Input_density__106">
              <a:extLst>
                <a:ext uri="{FF2B5EF4-FFF2-40B4-BE49-F238E27FC236}">
                  <a16:creationId xmlns:a16="http://schemas.microsoft.com/office/drawing/2014/main" id="{05FE9AAF-BF26-DAF6-6FCF-A6C45C0AFAC6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8" name="Input_density__107">
              <a:extLst>
                <a:ext uri="{FF2B5EF4-FFF2-40B4-BE49-F238E27FC236}">
                  <a16:creationId xmlns:a16="http://schemas.microsoft.com/office/drawing/2014/main" id="{470D0966-75BB-C390-66D2-46BB9E2254D9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9" name="Input_density__108">
              <a:extLst>
                <a:ext uri="{FF2B5EF4-FFF2-40B4-BE49-F238E27FC236}">
                  <a16:creationId xmlns:a16="http://schemas.microsoft.com/office/drawing/2014/main" id="{31F17660-CABB-EA10-1064-EDC6819CDAD7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0" name="Input_density__109">
              <a:extLst>
                <a:ext uri="{FF2B5EF4-FFF2-40B4-BE49-F238E27FC236}">
                  <a16:creationId xmlns:a16="http://schemas.microsoft.com/office/drawing/2014/main" id="{1D19A916-EAAB-A827-D418-EEDC40E88607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1" name="Input_density__110">
              <a:extLst>
                <a:ext uri="{FF2B5EF4-FFF2-40B4-BE49-F238E27FC236}">
                  <a16:creationId xmlns:a16="http://schemas.microsoft.com/office/drawing/2014/main" id="{9CDA2102-8D5A-941B-F588-C8809B8E76BB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2" name="Input_density__111">
              <a:extLst>
                <a:ext uri="{FF2B5EF4-FFF2-40B4-BE49-F238E27FC236}">
                  <a16:creationId xmlns:a16="http://schemas.microsoft.com/office/drawing/2014/main" id="{D53057FB-D8E1-4463-507C-FF232A50A7EA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3" name="Input_density__112">
              <a:extLst>
                <a:ext uri="{FF2B5EF4-FFF2-40B4-BE49-F238E27FC236}">
                  <a16:creationId xmlns:a16="http://schemas.microsoft.com/office/drawing/2014/main" id="{02720D2D-71F1-1D5C-227D-0FD101FEB665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4" name="Input_density__113">
              <a:extLst>
                <a:ext uri="{FF2B5EF4-FFF2-40B4-BE49-F238E27FC236}">
                  <a16:creationId xmlns:a16="http://schemas.microsoft.com/office/drawing/2014/main" id="{5A9E22AD-C0E2-5C30-4FE7-4DF507B70662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15" name="Input_density__114">
              <a:extLst>
                <a:ext uri="{FF2B5EF4-FFF2-40B4-BE49-F238E27FC236}">
                  <a16:creationId xmlns:a16="http://schemas.microsoft.com/office/drawing/2014/main" id="{151B3A2B-428C-0B5B-734F-ACDA3686EAD0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6" name="Input_density__115">
              <a:extLst>
                <a:ext uri="{FF2B5EF4-FFF2-40B4-BE49-F238E27FC236}">
                  <a16:creationId xmlns:a16="http://schemas.microsoft.com/office/drawing/2014/main" id="{AC1C9803-5F5F-29E5-E8FE-4147261D63FB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7" name="Input_density__116">
              <a:extLst>
                <a:ext uri="{FF2B5EF4-FFF2-40B4-BE49-F238E27FC236}">
                  <a16:creationId xmlns:a16="http://schemas.microsoft.com/office/drawing/2014/main" id="{96E75CA7-55C7-2A6B-BA9F-0E78D1DA0F21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8" name="Input_density__117">
              <a:extLst>
                <a:ext uri="{FF2B5EF4-FFF2-40B4-BE49-F238E27FC236}">
                  <a16:creationId xmlns:a16="http://schemas.microsoft.com/office/drawing/2014/main" id="{FA9B2043-B006-6910-6F93-511492A8D660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9" name="Input_density__118">
              <a:extLst>
                <a:ext uri="{FF2B5EF4-FFF2-40B4-BE49-F238E27FC236}">
                  <a16:creationId xmlns:a16="http://schemas.microsoft.com/office/drawing/2014/main" id="{92E6EE6A-557A-F246-1CEC-1DD0C9C1479B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0" name="Input_density__119">
              <a:extLst>
                <a:ext uri="{FF2B5EF4-FFF2-40B4-BE49-F238E27FC236}">
                  <a16:creationId xmlns:a16="http://schemas.microsoft.com/office/drawing/2014/main" id="{B4825C83-A141-F0BB-D380-F8919BEF45B7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1" name="Input_density__120">
              <a:extLst>
                <a:ext uri="{FF2B5EF4-FFF2-40B4-BE49-F238E27FC236}">
                  <a16:creationId xmlns:a16="http://schemas.microsoft.com/office/drawing/2014/main" id="{2BDD03B9-BB35-DBC1-8908-B8C184B0C703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2" name="Input_density__121">
              <a:extLst>
                <a:ext uri="{FF2B5EF4-FFF2-40B4-BE49-F238E27FC236}">
                  <a16:creationId xmlns:a16="http://schemas.microsoft.com/office/drawing/2014/main" id="{7C72325B-028A-3A2E-E902-50F080E58D5E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3" name="Input_density__122">
              <a:extLst>
                <a:ext uri="{FF2B5EF4-FFF2-40B4-BE49-F238E27FC236}">
                  <a16:creationId xmlns:a16="http://schemas.microsoft.com/office/drawing/2014/main" id="{5A96469F-9EA3-9DAA-42AB-15F31FBFC3CD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24" name="Input_density__123">
              <a:extLst>
                <a:ext uri="{FF2B5EF4-FFF2-40B4-BE49-F238E27FC236}">
                  <a16:creationId xmlns:a16="http://schemas.microsoft.com/office/drawing/2014/main" id="{87A51577-2DBE-9217-92C5-3D9181F9D533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25" name="Input_density__124">
              <a:extLst>
                <a:ext uri="{FF2B5EF4-FFF2-40B4-BE49-F238E27FC236}">
                  <a16:creationId xmlns:a16="http://schemas.microsoft.com/office/drawing/2014/main" id="{69E100E5-1BB4-2A74-C244-481B3E5C0E4E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26" name="Input_density__125">
              <a:extLst>
                <a:ext uri="{FF2B5EF4-FFF2-40B4-BE49-F238E27FC236}">
                  <a16:creationId xmlns:a16="http://schemas.microsoft.com/office/drawing/2014/main" id="{03B094CF-886A-A8DA-F39F-8E07ACA3DA34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7" name="Input_density__126">
              <a:extLst>
                <a:ext uri="{FF2B5EF4-FFF2-40B4-BE49-F238E27FC236}">
                  <a16:creationId xmlns:a16="http://schemas.microsoft.com/office/drawing/2014/main" id="{B0D0D9C2-12A0-87A6-FB77-4D6D044CE020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8" name="Input_density__127">
              <a:extLst>
                <a:ext uri="{FF2B5EF4-FFF2-40B4-BE49-F238E27FC236}">
                  <a16:creationId xmlns:a16="http://schemas.microsoft.com/office/drawing/2014/main" id="{5941FFD2-56BA-8CEC-A488-3DE03B1291E5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9" name="Input_density__128">
              <a:extLst>
                <a:ext uri="{FF2B5EF4-FFF2-40B4-BE49-F238E27FC236}">
                  <a16:creationId xmlns:a16="http://schemas.microsoft.com/office/drawing/2014/main" id="{911B14A0-BC77-5889-6314-722478E70F8F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30" name="Input_density__129">
              <a:extLst>
                <a:ext uri="{FF2B5EF4-FFF2-40B4-BE49-F238E27FC236}">
                  <a16:creationId xmlns:a16="http://schemas.microsoft.com/office/drawing/2014/main" id="{4787A6C7-1A74-FC20-0ED9-4280A2EDECF8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1" name="Input_density__130">
              <a:extLst>
                <a:ext uri="{FF2B5EF4-FFF2-40B4-BE49-F238E27FC236}">
                  <a16:creationId xmlns:a16="http://schemas.microsoft.com/office/drawing/2014/main" id="{7C576854-1B7E-E883-3C4A-9C5F50CB8F6C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2" name="Input_density__131">
              <a:extLst>
                <a:ext uri="{FF2B5EF4-FFF2-40B4-BE49-F238E27FC236}">
                  <a16:creationId xmlns:a16="http://schemas.microsoft.com/office/drawing/2014/main" id="{1C2F106E-4F99-9B4A-D16B-36EF355F4C46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33" name="Input_density__132">
              <a:extLst>
                <a:ext uri="{FF2B5EF4-FFF2-40B4-BE49-F238E27FC236}">
                  <a16:creationId xmlns:a16="http://schemas.microsoft.com/office/drawing/2014/main" id="{CBD30EDD-E807-B759-C188-3E5198F8EFD9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4" name="Input_density__133">
              <a:extLst>
                <a:ext uri="{FF2B5EF4-FFF2-40B4-BE49-F238E27FC236}">
                  <a16:creationId xmlns:a16="http://schemas.microsoft.com/office/drawing/2014/main" id="{E3F70684-F78C-0A1B-9CFD-AF17F2C7E162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35" name="Input_density__134">
              <a:extLst>
                <a:ext uri="{FF2B5EF4-FFF2-40B4-BE49-F238E27FC236}">
                  <a16:creationId xmlns:a16="http://schemas.microsoft.com/office/drawing/2014/main" id="{3EAB8CBA-8E89-7B19-14A5-CB7AAC6AD6D0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36" name="Input_density__135">
              <a:extLst>
                <a:ext uri="{FF2B5EF4-FFF2-40B4-BE49-F238E27FC236}">
                  <a16:creationId xmlns:a16="http://schemas.microsoft.com/office/drawing/2014/main" id="{8C287A3A-EBD4-1FF2-8351-4E9A4A6E3983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7" name="Input_density__136">
              <a:extLst>
                <a:ext uri="{FF2B5EF4-FFF2-40B4-BE49-F238E27FC236}">
                  <a16:creationId xmlns:a16="http://schemas.microsoft.com/office/drawing/2014/main" id="{FA26406A-C765-A294-1E53-B70E38E87C4A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8" name="Input_density__137">
              <a:extLst>
                <a:ext uri="{FF2B5EF4-FFF2-40B4-BE49-F238E27FC236}">
                  <a16:creationId xmlns:a16="http://schemas.microsoft.com/office/drawing/2014/main" id="{29631BAF-7A22-944E-5213-72A9F322DC27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9" name="Input_density__138">
              <a:extLst>
                <a:ext uri="{FF2B5EF4-FFF2-40B4-BE49-F238E27FC236}">
                  <a16:creationId xmlns:a16="http://schemas.microsoft.com/office/drawing/2014/main" id="{7A7FCE75-82E7-940B-F594-CBED1B6BDC0F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0" name="Input_density__139">
              <a:extLst>
                <a:ext uri="{FF2B5EF4-FFF2-40B4-BE49-F238E27FC236}">
                  <a16:creationId xmlns:a16="http://schemas.microsoft.com/office/drawing/2014/main" id="{FC1E9925-8CB2-8608-565A-3E868E0E5D44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41" name="Input_density__140">
              <a:extLst>
                <a:ext uri="{FF2B5EF4-FFF2-40B4-BE49-F238E27FC236}">
                  <a16:creationId xmlns:a16="http://schemas.microsoft.com/office/drawing/2014/main" id="{20DFF550-4F41-8DBA-4795-2C6C53020078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2" name="Input_density__141">
              <a:extLst>
                <a:ext uri="{FF2B5EF4-FFF2-40B4-BE49-F238E27FC236}">
                  <a16:creationId xmlns:a16="http://schemas.microsoft.com/office/drawing/2014/main" id="{52A22132-890A-E420-D2AA-CCDD2C706A54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3" name="Input_density__142">
              <a:extLst>
                <a:ext uri="{FF2B5EF4-FFF2-40B4-BE49-F238E27FC236}">
                  <a16:creationId xmlns:a16="http://schemas.microsoft.com/office/drawing/2014/main" id="{6BC9CEE1-B813-B2B5-3373-53248B6C4849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44" name="Input_density__143">
              <a:extLst>
                <a:ext uri="{FF2B5EF4-FFF2-40B4-BE49-F238E27FC236}">
                  <a16:creationId xmlns:a16="http://schemas.microsoft.com/office/drawing/2014/main" id="{CFAC945D-7A86-8427-0336-4B239AF475AC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45" name="Input_density__144">
              <a:extLst>
                <a:ext uri="{FF2B5EF4-FFF2-40B4-BE49-F238E27FC236}">
                  <a16:creationId xmlns:a16="http://schemas.microsoft.com/office/drawing/2014/main" id="{BC3EF2BD-2FCD-5439-7DCD-F0986F09E1DD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46" name="Input_density__145">
              <a:extLst>
                <a:ext uri="{FF2B5EF4-FFF2-40B4-BE49-F238E27FC236}">
                  <a16:creationId xmlns:a16="http://schemas.microsoft.com/office/drawing/2014/main" id="{DF2A209B-8AB8-0FBD-4A6C-01E8056026F9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7" name="Input_density__146">
              <a:extLst>
                <a:ext uri="{FF2B5EF4-FFF2-40B4-BE49-F238E27FC236}">
                  <a16:creationId xmlns:a16="http://schemas.microsoft.com/office/drawing/2014/main" id="{856B3365-C7AD-DF91-BBC7-97770883C511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8" name="Input_density__147">
              <a:extLst>
                <a:ext uri="{FF2B5EF4-FFF2-40B4-BE49-F238E27FC236}">
                  <a16:creationId xmlns:a16="http://schemas.microsoft.com/office/drawing/2014/main" id="{1D49E24B-25F3-217C-8E34-F76DDD5DE311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9" name="Input_density__148">
              <a:extLst>
                <a:ext uri="{FF2B5EF4-FFF2-40B4-BE49-F238E27FC236}">
                  <a16:creationId xmlns:a16="http://schemas.microsoft.com/office/drawing/2014/main" id="{A4E0EC6A-0124-75CC-3994-1E2772154000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0" name="Input_density__149">
              <a:extLst>
                <a:ext uri="{FF2B5EF4-FFF2-40B4-BE49-F238E27FC236}">
                  <a16:creationId xmlns:a16="http://schemas.microsoft.com/office/drawing/2014/main" id="{B92ADB2A-DF95-3B9B-3D4E-25E8F2A0A5A3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1" name="Input_density__150">
              <a:extLst>
                <a:ext uri="{FF2B5EF4-FFF2-40B4-BE49-F238E27FC236}">
                  <a16:creationId xmlns:a16="http://schemas.microsoft.com/office/drawing/2014/main" id="{E4CCC484-D9E5-87A4-C9BB-E042EB143340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52" name="Input_density__151">
              <a:extLst>
                <a:ext uri="{FF2B5EF4-FFF2-40B4-BE49-F238E27FC236}">
                  <a16:creationId xmlns:a16="http://schemas.microsoft.com/office/drawing/2014/main" id="{7B3FC3DE-B214-0B26-B914-B1027F80D19E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53" name="Input_density__152">
              <a:extLst>
                <a:ext uri="{FF2B5EF4-FFF2-40B4-BE49-F238E27FC236}">
                  <a16:creationId xmlns:a16="http://schemas.microsoft.com/office/drawing/2014/main" id="{D97C5D30-A161-B1A7-317C-A2A2879F1950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4" name="Input_density__153">
              <a:extLst>
                <a:ext uri="{FF2B5EF4-FFF2-40B4-BE49-F238E27FC236}">
                  <a16:creationId xmlns:a16="http://schemas.microsoft.com/office/drawing/2014/main" id="{15B091DC-D41A-94A0-9EE0-80F9B1481C74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55" name="Input_density__154">
              <a:extLst>
                <a:ext uri="{FF2B5EF4-FFF2-40B4-BE49-F238E27FC236}">
                  <a16:creationId xmlns:a16="http://schemas.microsoft.com/office/drawing/2014/main" id="{96E911C8-8BCE-4138-2ED8-5CCE9CCCDC46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56" name="Input_density__155">
              <a:extLst>
                <a:ext uri="{FF2B5EF4-FFF2-40B4-BE49-F238E27FC236}">
                  <a16:creationId xmlns:a16="http://schemas.microsoft.com/office/drawing/2014/main" id="{72EC5496-A61D-F325-F8BE-45689C212B1B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57" name="Input_density__156">
              <a:extLst>
                <a:ext uri="{FF2B5EF4-FFF2-40B4-BE49-F238E27FC236}">
                  <a16:creationId xmlns:a16="http://schemas.microsoft.com/office/drawing/2014/main" id="{68D9A704-97AB-AA83-771B-D88B62519C4E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8" name="Input_density__157">
              <a:extLst>
                <a:ext uri="{FF2B5EF4-FFF2-40B4-BE49-F238E27FC236}">
                  <a16:creationId xmlns:a16="http://schemas.microsoft.com/office/drawing/2014/main" id="{5E64DBAF-4D14-1FC8-0424-032BAC17B696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9" name="Input_density__158">
              <a:extLst>
                <a:ext uri="{FF2B5EF4-FFF2-40B4-BE49-F238E27FC236}">
                  <a16:creationId xmlns:a16="http://schemas.microsoft.com/office/drawing/2014/main" id="{06F1C48D-E8E6-4ABC-41E1-8F5F622C3264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0" name="Input_density__159">
              <a:extLst>
                <a:ext uri="{FF2B5EF4-FFF2-40B4-BE49-F238E27FC236}">
                  <a16:creationId xmlns:a16="http://schemas.microsoft.com/office/drawing/2014/main" id="{34F87126-A184-C8E3-79EA-A18EA469FACA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61" name="Input_density__160">
              <a:extLst>
                <a:ext uri="{FF2B5EF4-FFF2-40B4-BE49-F238E27FC236}">
                  <a16:creationId xmlns:a16="http://schemas.microsoft.com/office/drawing/2014/main" id="{C4FA9F6F-2B9C-2B6A-AF79-A4BA113B1F49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2" name="Input_density__161">
              <a:extLst>
                <a:ext uri="{FF2B5EF4-FFF2-40B4-BE49-F238E27FC236}">
                  <a16:creationId xmlns:a16="http://schemas.microsoft.com/office/drawing/2014/main" id="{2C9806F5-9D73-941B-78E9-C4965E6DB170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63" name="Input_density__162">
              <a:extLst>
                <a:ext uri="{FF2B5EF4-FFF2-40B4-BE49-F238E27FC236}">
                  <a16:creationId xmlns:a16="http://schemas.microsoft.com/office/drawing/2014/main" id="{C4982C0D-D58E-00D3-7E40-489CCFC78666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64" name="Input_density__163">
              <a:extLst>
                <a:ext uri="{FF2B5EF4-FFF2-40B4-BE49-F238E27FC236}">
                  <a16:creationId xmlns:a16="http://schemas.microsoft.com/office/drawing/2014/main" id="{4C70A18D-69C6-F9B7-97F9-115382F9DC3C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5" name="Input_density__164">
              <a:extLst>
                <a:ext uri="{FF2B5EF4-FFF2-40B4-BE49-F238E27FC236}">
                  <a16:creationId xmlns:a16="http://schemas.microsoft.com/office/drawing/2014/main" id="{CE5A0341-05EA-BAE6-8D71-D27526DC5D40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66" name="Input_density__165">
              <a:extLst>
                <a:ext uri="{FF2B5EF4-FFF2-40B4-BE49-F238E27FC236}">
                  <a16:creationId xmlns:a16="http://schemas.microsoft.com/office/drawing/2014/main" id="{4FA405FB-0759-1D75-F019-E8526AC74056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67" name="Input_density__166">
              <a:extLst>
                <a:ext uri="{FF2B5EF4-FFF2-40B4-BE49-F238E27FC236}">
                  <a16:creationId xmlns:a16="http://schemas.microsoft.com/office/drawing/2014/main" id="{9F1BA964-9796-FBA5-E26C-521BCADDCD85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8" name="Input_density__167">
              <a:extLst>
                <a:ext uri="{FF2B5EF4-FFF2-40B4-BE49-F238E27FC236}">
                  <a16:creationId xmlns:a16="http://schemas.microsoft.com/office/drawing/2014/main" id="{02C7AC75-9B21-F70E-2E87-FD70C85BD897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9" name="Input_density__168">
              <a:extLst>
                <a:ext uri="{FF2B5EF4-FFF2-40B4-BE49-F238E27FC236}">
                  <a16:creationId xmlns:a16="http://schemas.microsoft.com/office/drawing/2014/main" id="{476F9FA5-CE71-5691-1D5B-0C8FDB7FDBDD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0" name="Input_density__169">
              <a:extLst>
                <a:ext uri="{FF2B5EF4-FFF2-40B4-BE49-F238E27FC236}">
                  <a16:creationId xmlns:a16="http://schemas.microsoft.com/office/drawing/2014/main" id="{EE72F1B9-89D0-9A5D-F545-7D658956E283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1" name="Input_density__170">
              <a:extLst>
                <a:ext uri="{FF2B5EF4-FFF2-40B4-BE49-F238E27FC236}">
                  <a16:creationId xmlns:a16="http://schemas.microsoft.com/office/drawing/2014/main" id="{725B9082-F92D-9B9F-EC9E-BE243990C405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72" name="Input_density__171">
              <a:extLst>
                <a:ext uri="{FF2B5EF4-FFF2-40B4-BE49-F238E27FC236}">
                  <a16:creationId xmlns:a16="http://schemas.microsoft.com/office/drawing/2014/main" id="{6D8911D1-263D-3445-137C-5F860D7CD420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3" name="Input_density__172">
              <a:extLst>
                <a:ext uri="{FF2B5EF4-FFF2-40B4-BE49-F238E27FC236}">
                  <a16:creationId xmlns:a16="http://schemas.microsoft.com/office/drawing/2014/main" id="{E07035F3-92E3-7D8C-20AB-F4C6CAC5DC15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4" name="Input_density__173">
              <a:extLst>
                <a:ext uri="{FF2B5EF4-FFF2-40B4-BE49-F238E27FC236}">
                  <a16:creationId xmlns:a16="http://schemas.microsoft.com/office/drawing/2014/main" id="{FF059BA3-5A12-C367-FC0F-2BFFE65B6F3B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75" name="Input_density__174">
              <a:extLst>
                <a:ext uri="{FF2B5EF4-FFF2-40B4-BE49-F238E27FC236}">
                  <a16:creationId xmlns:a16="http://schemas.microsoft.com/office/drawing/2014/main" id="{D178DF40-8492-A2F7-EBF4-651A2EEDB47F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76" name="Input_density__175">
              <a:extLst>
                <a:ext uri="{FF2B5EF4-FFF2-40B4-BE49-F238E27FC236}">
                  <a16:creationId xmlns:a16="http://schemas.microsoft.com/office/drawing/2014/main" id="{2F5A566A-5F23-1FD1-74F2-C89DDD65B8BE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7" name="Input_density__176">
              <a:extLst>
                <a:ext uri="{FF2B5EF4-FFF2-40B4-BE49-F238E27FC236}">
                  <a16:creationId xmlns:a16="http://schemas.microsoft.com/office/drawing/2014/main" id="{F2DD7F45-FBEF-E112-CE15-272084E1F267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8" name="Input_density__177">
              <a:extLst>
                <a:ext uri="{FF2B5EF4-FFF2-40B4-BE49-F238E27FC236}">
                  <a16:creationId xmlns:a16="http://schemas.microsoft.com/office/drawing/2014/main" id="{8CBF3A39-AC74-5E07-8AA0-9F52F648DC52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9" name="Input_density__178">
              <a:extLst>
                <a:ext uri="{FF2B5EF4-FFF2-40B4-BE49-F238E27FC236}">
                  <a16:creationId xmlns:a16="http://schemas.microsoft.com/office/drawing/2014/main" id="{7D36D49E-C206-6400-20D8-1721AB8EAF47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0" name="Input_density__179">
              <a:extLst>
                <a:ext uri="{FF2B5EF4-FFF2-40B4-BE49-F238E27FC236}">
                  <a16:creationId xmlns:a16="http://schemas.microsoft.com/office/drawing/2014/main" id="{44492EA8-CCC0-E1C4-A97C-E26408323154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1" name="Input_density__180">
              <a:extLst>
                <a:ext uri="{FF2B5EF4-FFF2-40B4-BE49-F238E27FC236}">
                  <a16:creationId xmlns:a16="http://schemas.microsoft.com/office/drawing/2014/main" id="{BCDDE5DF-6391-6C88-A5CE-DAD46C71C70D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82" name="Input_density__181">
              <a:extLst>
                <a:ext uri="{FF2B5EF4-FFF2-40B4-BE49-F238E27FC236}">
                  <a16:creationId xmlns:a16="http://schemas.microsoft.com/office/drawing/2014/main" id="{E9C1549C-0AB2-1391-00E9-5FCF90816730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3" name="Input_density__182">
              <a:extLst>
                <a:ext uri="{FF2B5EF4-FFF2-40B4-BE49-F238E27FC236}">
                  <a16:creationId xmlns:a16="http://schemas.microsoft.com/office/drawing/2014/main" id="{68F0C776-942B-C803-4AC2-5826644E204A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84" name="Input_density__183">
              <a:extLst>
                <a:ext uri="{FF2B5EF4-FFF2-40B4-BE49-F238E27FC236}">
                  <a16:creationId xmlns:a16="http://schemas.microsoft.com/office/drawing/2014/main" id="{6A75E5F3-FAE2-080D-CB9F-A75AB4726B18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5" name="Input_density__184">
              <a:extLst>
                <a:ext uri="{FF2B5EF4-FFF2-40B4-BE49-F238E27FC236}">
                  <a16:creationId xmlns:a16="http://schemas.microsoft.com/office/drawing/2014/main" id="{1FBFB837-1F75-8DB7-3D04-4D9C996BF6FA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6" name="Input_density__185">
              <a:extLst>
                <a:ext uri="{FF2B5EF4-FFF2-40B4-BE49-F238E27FC236}">
                  <a16:creationId xmlns:a16="http://schemas.microsoft.com/office/drawing/2014/main" id="{D0C40203-B1C3-77DB-7A6F-E62C84E9CC14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87" name="Input_density__186">
              <a:extLst>
                <a:ext uri="{FF2B5EF4-FFF2-40B4-BE49-F238E27FC236}">
                  <a16:creationId xmlns:a16="http://schemas.microsoft.com/office/drawing/2014/main" id="{B3BFC36A-B61B-FE00-14E9-A3902D1A3FBD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8" name="Input_density__187">
              <a:extLst>
                <a:ext uri="{FF2B5EF4-FFF2-40B4-BE49-F238E27FC236}">
                  <a16:creationId xmlns:a16="http://schemas.microsoft.com/office/drawing/2014/main" id="{CDF17322-454E-7D0D-EA60-033A2382DB95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9" name="Input_density__188">
              <a:extLst>
                <a:ext uri="{FF2B5EF4-FFF2-40B4-BE49-F238E27FC236}">
                  <a16:creationId xmlns:a16="http://schemas.microsoft.com/office/drawing/2014/main" id="{360C1605-E31C-AA70-1B76-9E741CA86FE1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0" name="Input_density__189">
              <a:extLst>
                <a:ext uri="{FF2B5EF4-FFF2-40B4-BE49-F238E27FC236}">
                  <a16:creationId xmlns:a16="http://schemas.microsoft.com/office/drawing/2014/main" id="{5673AAC0-B2A9-B686-9867-3C7D1AC67E52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1" name="Input_density__190">
              <a:extLst>
                <a:ext uri="{FF2B5EF4-FFF2-40B4-BE49-F238E27FC236}">
                  <a16:creationId xmlns:a16="http://schemas.microsoft.com/office/drawing/2014/main" id="{72C9849D-8F76-6250-5A77-410A557F7674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2" name="Input_density__191">
              <a:extLst>
                <a:ext uri="{FF2B5EF4-FFF2-40B4-BE49-F238E27FC236}">
                  <a16:creationId xmlns:a16="http://schemas.microsoft.com/office/drawing/2014/main" id="{EE1CF1C1-7796-A5C3-037D-CB1272885423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93" name="Input_density__192">
              <a:extLst>
                <a:ext uri="{FF2B5EF4-FFF2-40B4-BE49-F238E27FC236}">
                  <a16:creationId xmlns:a16="http://schemas.microsoft.com/office/drawing/2014/main" id="{77D5F1AB-9AC3-9638-F333-2E0201C80C43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94" name="Input_density__193">
              <a:extLst>
                <a:ext uri="{FF2B5EF4-FFF2-40B4-BE49-F238E27FC236}">
                  <a16:creationId xmlns:a16="http://schemas.microsoft.com/office/drawing/2014/main" id="{9BA369DF-4DBE-63F7-B0D4-F43528AFB4C9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95" name="Input_density__194">
              <a:extLst>
                <a:ext uri="{FF2B5EF4-FFF2-40B4-BE49-F238E27FC236}">
                  <a16:creationId xmlns:a16="http://schemas.microsoft.com/office/drawing/2014/main" id="{BC36A4F1-2FB1-0785-5D98-6AC1F94E5639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6" name="Input_density__195">
              <a:extLst>
                <a:ext uri="{FF2B5EF4-FFF2-40B4-BE49-F238E27FC236}">
                  <a16:creationId xmlns:a16="http://schemas.microsoft.com/office/drawing/2014/main" id="{EB0D6B45-DEB7-4A88-9D67-8D1111CD1C26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7" name="Input_density__196">
              <a:extLst>
                <a:ext uri="{FF2B5EF4-FFF2-40B4-BE49-F238E27FC236}">
                  <a16:creationId xmlns:a16="http://schemas.microsoft.com/office/drawing/2014/main" id="{34D11963-69B7-7EEE-EC85-3D6DBB5ADFFB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8" name="Input_density__197">
              <a:extLst>
                <a:ext uri="{FF2B5EF4-FFF2-40B4-BE49-F238E27FC236}">
                  <a16:creationId xmlns:a16="http://schemas.microsoft.com/office/drawing/2014/main" id="{DEB7EC63-A1D4-84C2-6321-FE721F89AB52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9" name="Input_density__198">
              <a:extLst>
                <a:ext uri="{FF2B5EF4-FFF2-40B4-BE49-F238E27FC236}">
                  <a16:creationId xmlns:a16="http://schemas.microsoft.com/office/drawing/2014/main" id="{9B2D94A9-BD32-BD28-B355-1DB1E698B7E6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0" name="Input_density__199">
              <a:extLst>
                <a:ext uri="{FF2B5EF4-FFF2-40B4-BE49-F238E27FC236}">
                  <a16:creationId xmlns:a16="http://schemas.microsoft.com/office/drawing/2014/main" id="{87F7515F-33AF-E5D9-BB98-C8463A03DB19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1" name="Input_density__200">
              <a:extLst>
                <a:ext uri="{FF2B5EF4-FFF2-40B4-BE49-F238E27FC236}">
                  <a16:creationId xmlns:a16="http://schemas.microsoft.com/office/drawing/2014/main" id="{E7A73A3C-A1DA-0F38-19F2-FF57B6419B39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2" name="Input_density__201">
              <a:extLst>
                <a:ext uri="{FF2B5EF4-FFF2-40B4-BE49-F238E27FC236}">
                  <a16:creationId xmlns:a16="http://schemas.microsoft.com/office/drawing/2014/main" id="{83888CE7-2416-E5EC-60F1-B0775041FC9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3" name="Input_density__202">
              <a:extLst>
                <a:ext uri="{FF2B5EF4-FFF2-40B4-BE49-F238E27FC236}">
                  <a16:creationId xmlns:a16="http://schemas.microsoft.com/office/drawing/2014/main" id="{96A0585B-7AAF-B8AB-4330-274D0F0A4158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4" name="Input_density__203">
              <a:extLst>
                <a:ext uri="{FF2B5EF4-FFF2-40B4-BE49-F238E27FC236}">
                  <a16:creationId xmlns:a16="http://schemas.microsoft.com/office/drawing/2014/main" id="{92F320BB-9039-B534-0D54-A8659AE70512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05" name="Input_density__204">
              <a:extLst>
                <a:ext uri="{FF2B5EF4-FFF2-40B4-BE49-F238E27FC236}">
                  <a16:creationId xmlns:a16="http://schemas.microsoft.com/office/drawing/2014/main" id="{79847181-B9E6-8711-CA18-787E3A730952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06" name="Input_density__205">
              <a:extLst>
                <a:ext uri="{FF2B5EF4-FFF2-40B4-BE49-F238E27FC236}">
                  <a16:creationId xmlns:a16="http://schemas.microsoft.com/office/drawing/2014/main" id="{8484F5BC-978F-3AE4-D3B7-35FC01535F2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07" name="Input_density__206">
              <a:extLst>
                <a:ext uri="{FF2B5EF4-FFF2-40B4-BE49-F238E27FC236}">
                  <a16:creationId xmlns:a16="http://schemas.microsoft.com/office/drawing/2014/main" id="{D8D6BB88-876C-2F52-AC15-4A98932BAECD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8" name="Input_density__207">
              <a:extLst>
                <a:ext uri="{FF2B5EF4-FFF2-40B4-BE49-F238E27FC236}">
                  <a16:creationId xmlns:a16="http://schemas.microsoft.com/office/drawing/2014/main" id="{44466AF0-09B4-C019-4CA2-E60EBE562669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9" name="Input_density__208">
              <a:extLst>
                <a:ext uri="{FF2B5EF4-FFF2-40B4-BE49-F238E27FC236}">
                  <a16:creationId xmlns:a16="http://schemas.microsoft.com/office/drawing/2014/main" id="{8BF60D16-4919-732C-DC4D-768E5E44E692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0" name="Input_density__209">
              <a:extLst>
                <a:ext uri="{FF2B5EF4-FFF2-40B4-BE49-F238E27FC236}">
                  <a16:creationId xmlns:a16="http://schemas.microsoft.com/office/drawing/2014/main" id="{BC97D809-CEDF-AB3C-3723-6F46AD10FA82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1" name="Input_density__210">
              <a:extLst>
                <a:ext uri="{FF2B5EF4-FFF2-40B4-BE49-F238E27FC236}">
                  <a16:creationId xmlns:a16="http://schemas.microsoft.com/office/drawing/2014/main" id="{76518636-2548-566B-58F7-DB50CA70C5F6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2" name="Input_density__211">
              <a:extLst>
                <a:ext uri="{FF2B5EF4-FFF2-40B4-BE49-F238E27FC236}">
                  <a16:creationId xmlns:a16="http://schemas.microsoft.com/office/drawing/2014/main" id="{A13493AE-B835-D1B9-6E98-5F4FFA9BAB35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13" name="Input_density__212">
              <a:extLst>
                <a:ext uri="{FF2B5EF4-FFF2-40B4-BE49-F238E27FC236}">
                  <a16:creationId xmlns:a16="http://schemas.microsoft.com/office/drawing/2014/main" id="{4BE2DC3B-B963-B507-9CE5-3736EDBCA6FA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14" name="Input_density__213">
              <a:extLst>
                <a:ext uri="{FF2B5EF4-FFF2-40B4-BE49-F238E27FC236}">
                  <a16:creationId xmlns:a16="http://schemas.microsoft.com/office/drawing/2014/main" id="{9957F1AE-352A-E1B4-7FFF-4DD98A230F97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15" name="Input_density__214">
              <a:extLst>
                <a:ext uri="{FF2B5EF4-FFF2-40B4-BE49-F238E27FC236}">
                  <a16:creationId xmlns:a16="http://schemas.microsoft.com/office/drawing/2014/main" id="{9366AAE2-2095-DD45-A78E-E5828B74F8F5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16" name="Input_density__215">
              <a:extLst>
                <a:ext uri="{FF2B5EF4-FFF2-40B4-BE49-F238E27FC236}">
                  <a16:creationId xmlns:a16="http://schemas.microsoft.com/office/drawing/2014/main" id="{E263BB5A-A5AA-70B1-E351-53C85309A363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7" name="Input_density__216">
              <a:extLst>
                <a:ext uri="{FF2B5EF4-FFF2-40B4-BE49-F238E27FC236}">
                  <a16:creationId xmlns:a16="http://schemas.microsoft.com/office/drawing/2014/main" id="{1DEA02F9-ED80-870E-FEBD-609670ED9ED8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8" name="Input_density__217">
              <a:extLst>
                <a:ext uri="{FF2B5EF4-FFF2-40B4-BE49-F238E27FC236}">
                  <a16:creationId xmlns:a16="http://schemas.microsoft.com/office/drawing/2014/main" id="{D4719262-43FE-8FC5-C600-609B6CC7F6DD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9" name="Input_density__218">
              <a:extLst>
                <a:ext uri="{FF2B5EF4-FFF2-40B4-BE49-F238E27FC236}">
                  <a16:creationId xmlns:a16="http://schemas.microsoft.com/office/drawing/2014/main" id="{C9AC029A-5445-3C28-A6D4-68ECC5A835A8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20" name="Input_density__219">
              <a:extLst>
                <a:ext uri="{FF2B5EF4-FFF2-40B4-BE49-F238E27FC236}">
                  <a16:creationId xmlns:a16="http://schemas.microsoft.com/office/drawing/2014/main" id="{A5BE88BA-0384-54E6-1098-437AA9CB6C68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1" name="Input_density__220">
              <a:extLst>
                <a:ext uri="{FF2B5EF4-FFF2-40B4-BE49-F238E27FC236}">
                  <a16:creationId xmlns:a16="http://schemas.microsoft.com/office/drawing/2014/main" id="{5F7A25AA-291F-F68A-9343-2D605DD47E58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2" name="Input_density__221">
              <a:extLst>
                <a:ext uri="{FF2B5EF4-FFF2-40B4-BE49-F238E27FC236}">
                  <a16:creationId xmlns:a16="http://schemas.microsoft.com/office/drawing/2014/main" id="{81DBACF6-9AE8-4BBC-898F-4426B0BAAAD3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23" name="Input_density__222">
              <a:extLst>
                <a:ext uri="{FF2B5EF4-FFF2-40B4-BE49-F238E27FC236}">
                  <a16:creationId xmlns:a16="http://schemas.microsoft.com/office/drawing/2014/main" id="{E52BDA79-FDD1-C231-9AC1-544E08FF596E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24" name="Input_density__223">
              <a:extLst>
                <a:ext uri="{FF2B5EF4-FFF2-40B4-BE49-F238E27FC236}">
                  <a16:creationId xmlns:a16="http://schemas.microsoft.com/office/drawing/2014/main" id="{3B254313-4111-3025-C5F9-339264CEDB7F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25" name="Input_density__224">
              <a:extLst>
                <a:ext uri="{FF2B5EF4-FFF2-40B4-BE49-F238E27FC236}">
                  <a16:creationId xmlns:a16="http://schemas.microsoft.com/office/drawing/2014/main" id="{102E5770-594E-9AFB-7320-9A9B6B269514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6" name="Input_density__225">
              <a:extLst>
                <a:ext uri="{FF2B5EF4-FFF2-40B4-BE49-F238E27FC236}">
                  <a16:creationId xmlns:a16="http://schemas.microsoft.com/office/drawing/2014/main" id="{22A563DF-7817-D9C8-E20A-0A78B22C1D3E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sp>
        <p:nvSpPr>
          <p:cNvPr id="227" name="label__226">
            <a:extLst>
              <a:ext uri="{FF2B5EF4-FFF2-40B4-BE49-F238E27FC236}">
                <a16:creationId xmlns:a16="http://schemas.microsoft.com/office/drawing/2014/main" id="{D21E8C88-05A0-A31F-6EE6-E2DC9452E041}"/>
              </a:ext>
            </a:extLst>
          </p:cNvPr>
          <p:cNvSpPr>
            <a:spLocks noGrp="1"/>
          </p:cNvSpPr>
          <p:nvPr/>
        </p:nvSpPr>
        <p:spPr>
          <a:xfrm>
            <a:off x="3549472" y="2316239"/>
            <a:ext cx="593766" cy="742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2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Cryo-EM map</a:t>
            </a:r>
          </a:p>
        </p:txBody>
      </p:sp>
      <p:grpSp>
        <p:nvGrpSpPr>
          <p:cNvPr id="6212" name="输入：受体主链">
            <a:extLst>
              <a:ext uri="{FF2B5EF4-FFF2-40B4-BE49-F238E27FC236}">
                <a16:creationId xmlns:a16="http://schemas.microsoft.com/office/drawing/2014/main" id="{F540CB5A-D646-220C-4E61-5045E1659513}"/>
              </a:ext>
            </a:extLst>
          </p:cNvPr>
          <p:cNvGrpSpPr/>
          <p:nvPr/>
        </p:nvGrpSpPr>
        <p:grpSpPr>
          <a:xfrm>
            <a:off x="3652108" y="2470653"/>
            <a:ext cx="389348" cy="482511"/>
            <a:chOff x="599474" y="4025272"/>
            <a:chExt cx="1349091" cy="1671901"/>
          </a:xfrm>
        </p:grpSpPr>
        <p:sp>
          <p:nvSpPr>
            <p:cNvPr id="228" name="Input_receptor__227">
              <a:extLst>
                <a:ext uri="{FF2B5EF4-FFF2-40B4-BE49-F238E27FC236}">
                  <a16:creationId xmlns:a16="http://schemas.microsoft.com/office/drawing/2014/main" id="{130825EB-1144-D0AD-AD51-CD3DC8C59340}"/>
                </a:ext>
              </a:extLst>
            </p:cNvPr>
            <p:cNvSpPr>
              <a:spLocks noGrp="1"/>
            </p:cNvSpPr>
            <p:nvPr/>
          </p:nvSpPr>
          <p:spPr>
            <a:xfrm>
              <a:off x="1204795" y="5436667"/>
              <a:ext cx="45919" cy="2373"/>
            </a:xfrm>
            <a:custGeom>
              <a:avLst/>
              <a:gdLst/>
              <a:ahLst/>
              <a:cxnLst/>
              <a:rect l="0" t="0" r="0" b="0"/>
              <a:pathLst>
                <a:path w="45919" h="2373">
                  <a:moveTo>
                    <a:pt x="45919" y="0"/>
                  </a:moveTo>
                  <a:lnTo>
                    <a:pt x="0" y="2373"/>
                  </a:lnTo>
                </a:path>
              </a:pathLst>
            </a:custGeom>
            <a:noFill/>
            <a:ln w="20003">
              <a:solidFill>
                <a:srgbClr val="667B8B"/>
              </a:solidFill>
            </a:ln>
          </p:spPr>
        </p:sp>
        <p:sp>
          <p:nvSpPr>
            <p:cNvPr id="229" name="Input_receptor__228">
              <a:extLst>
                <a:ext uri="{FF2B5EF4-FFF2-40B4-BE49-F238E27FC236}">
                  <a16:creationId xmlns:a16="http://schemas.microsoft.com/office/drawing/2014/main" id="{0AA6A9EF-58B0-B963-3676-535A03F2E6E3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39040"/>
              <a:ext cx="14630" cy="20003"/>
            </a:xfrm>
            <a:custGeom>
              <a:avLst/>
              <a:gdLst/>
              <a:ahLst/>
              <a:cxnLst/>
              <a:rect l="0" t="0" r="0" b="0"/>
              <a:pathLst>
                <a:path w="14630" h="20003">
                  <a:moveTo>
                    <a:pt x="14630" y="0"/>
                  </a:moveTo>
                  <a:lnTo>
                    <a:pt x="0" y="20003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0" name="Input_receptor__229">
              <a:extLst>
                <a:ext uri="{FF2B5EF4-FFF2-40B4-BE49-F238E27FC236}">
                  <a16:creationId xmlns:a16="http://schemas.microsoft.com/office/drawing/2014/main" id="{1B38AF80-2791-9B31-1392-BCF8E79DF73E}"/>
                </a:ext>
              </a:extLst>
            </p:cNvPr>
            <p:cNvSpPr>
              <a:spLocks noGrp="1"/>
            </p:cNvSpPr>
            <p:nvPr/>
          </p:nvSpPr>
          <p:spPr>
            <a:xfrm>
              <a:off x="1250714" y="5436667"/>
              <a:ext cx="1355" cy="46603"/>
            </a:xfrm>
            <a:custGeom>
              <a:avLst/>
              <a:gdLst/>
              <a:ahLst/>
              <a:cxnLst/>
              <a:rect l="0" t="0" r="0" b="0"/>
              <a:pathLst>
                <a:path w="1355" h="46603">
                  <a:moveTo>
                    <a:pt x="1355" y="46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1" name="Input_receptor__230">
              <a:extLst>
                <a:ext uri="{FF2B5EF4-FFF2-40B4-BE49-F238E27FC236}">
                  <a16:creationId xmlns:a16="http://schemas.microsoft.com/office/drawing/2014/main" id="{89713209-E356-FD08-2AEF-E5B11B62B94C}"/>
                </a:ext>
              </a:extLst>
            </p:cNvPr>
            <p:cNvSpPr>
              <a:spLocks noGrp="1"/>
            </p:cNvSpPr>
            <p:nvPr/>
          </p:nvSpPr>
          <p:spPr>
            <a:xfrm>
              <a:off x="1252069" y="5483270"/>
              <a:ext cx="48291" cy="2695"/>
            </a:xfrm>
            <a:custGeom>
              <a:avLst/>
              <a:gdLst/>
              <a:ahLst/>
              <a:cxnLst/>
              <a:rect l="0" t="0" r="0" b="0"/>
              <a:pathLst>
                <a:path w="48291" h="2695">
                  <a:moveTo>
                    <a:pt x="48291" y="26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2" name="Input_receptor__231">
              <a:extLst>
                <a:ext uri="{FF2B5EF4-FFF2-40B4-BE49-F238E27FC236}">
                  <a16:creationId xmlns:a16="http://schemas.microsoft.com/office/drawing/2014/main" id="{768BA67D-77E1-8957-5504-19E1AB6DD86D}"/>
                </a:ext>
              </a:extLst>
            </p:cNvPr>
            <p:cNvSpPr>
              <a:spLocks noGrp="1"/>
            </p:cNvSpPr>
            <p:nvPr/>
          </p:nvSpPr>
          <p:spPr>
            <a:xfrm>
              <a:off x="1300361" y="5464303"/>
              <a:ext cx="38533" cy="21662"/>
            </a:xfrm>
            <a:custGeom>
              <a:avLst/>
              <a:gdLst/>
              <a:ahLst/>
              <a:cxnLst/>
              <a:rect l="0" t="0" r="0" b="0"/>
              <a:pathLst>
                <a:path w="38533" h="21662">
                  <a:moveTo>
                    <a:pt x="38533" y="0"/>
                  </a:moveTo>
                  <a:lnTo>
                    <a:pt x="0" y="21662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3" name="Input_receptor__232">
              <a:extLst>
                <a:ext uri="{FF2B5EF4-FFF2-40B4-BE49-F238E27FC236}">
                  <a16:creationId xmlns:a16="http://schemas.microsoft.com/office/drawing/2014/main" id="{1F0C0298-462C-2580-BA93-694F0DDF0BCD}"/>
                </a:ext>
              </a:extLst>
            </p:cNvPr>
            <p:cNvSpPr>
              <a:spLocks noGrp="1"/>
            </p:cNvSpPr>
            <p:nvPr/>
          </p:nvSpPr>
          <p:spPr>
            <a:xfrm>
              <a:off x="1385235" y="5429290"/>
              <a:ext cx="14321" cy="45025"/>
            </a:xfrm>
            <a:custGeom>
              <a:avLst/>
              <a:gdLst/>
              <a:ahLst/>
              <a:cxnLst/>
              <a:rect l="0" t="0" r="0" b="0"/>
              <a:pathLst>
                <a:path w="14321" h="45025">
                  <a:moveTo>
                    <a:pt x="14321" y="0"/>
                  </a:moveTo>
                  <a:lnTo>
                    <a:pt x="0" y="45025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4" name="Input_receptor__233">
              <a:extLst>
                <a:ext uri="{FF2B5EF4-FFF2-40B4-BE49-F238E27FC236}">
                  <a16:creationId xmlns:a16="http://schemas.microsoft.com/office/drawing/2014/main" id="{609412A2-DF9A-03C2-E253-A5E1F4A158DE}"/>
                </a:ext>
              </a:extLst>
            </p:cNvPr>
            <p:cNvSpPr>
              <a:spLocks noGrp="1"/>
            </p:cNvSpPr>
            <p:nvPr/>
          </p:nvSpPr>
          <p:spPr>
            <a:xfrm>
              <a:off x="1338894" y="5464303"/>
              <a:ext cx="46341" cy="10012"/>
            </a:xfrm>
            <a:custGeom>
              <a:avLst/>
              <a:gdLst/>
              <a:ahLst/>
              <a:cxnLst/>
              <a:rect l="0" t="0" r="0" b="0"/>
              <a:pathLst>
                <a:path w="46341" h="10012">
                  <a:moveTo>
                    <a:pt x="46341" y="100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5" name="Input_receptor__234">
              <a:extLst>
                <a:ext uri="{FF2B5EF4-FFF2-40B4-BE49-F238E27FC236}">
                  <a16:creationId xmlns:a16="http://schemas.microsoft.com/office/drawing/2014/main" id="{682FF5FA-16D0-A481-FBF1-0BEEA2967410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390352"/>
              <a:ext cx="43211" cy="20489"/>
            </a:xfrm>
            <a:custGeom>
              <a:avLst/>
              <a:gdLst/>
              <a:ahLst/>
              <a:cxnLst/>
              <a:rect l="0" t="0" r="0" b="0"/>
              <a:pathLst>
                <a:path w="43211" h="20489">
                  <a:moveTo>
                    <a:pt x="43211" y="0"/>
                  </a:moveTo>
                  <a:lnTo>
                    <a:pt x="0" y="20489"/>
                  </a:lnTo>
                </a:path>
              </a:pathLst>
            </a:custGeom>
            <a:noFill/>
            <a:ln w="20003">
              <a:solidFill>
                <a:srgbClr val="697D8D"/>
              </a:solidFill>
            </a:ln>
          </p:spPr>
        </p:sp>
        <p:sp>
          <p:nvSpPr>
            <p:cNvPr id="236" name="Input_receptor__235">
              <a:extLst>
                <a:ext uri="{FF2B5EF4-FFF2-40B4-BE49-F238E27FC236}">
                  <a16:creationId xmlns:a16="http://schemas.microsoft.com/office/drawing/2014/main" id="{1C65B0D4-33F8-7D49-17B6-62862DBBFC4F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61228"/>
              <a:ext cx="45373" cy="390"/>
            </a:xfrm>
            <a:custGeom>
              <a:avLst/>
              <a:gdLst/>
              <a:ahLst/>
              <a:cxnLst/>
              <a:rect l="0" t="0" r="0" b="0"/>
              <a:pathLst>
                <a:path w="45373" h="390">
                  <a:moveTo>
                    <a:pt x="0" y="0"/>
                  </a:moveTo>
                  <a:lnTo>
                    <a:pt x="45373" y="390"/>
                  </a:lnTo>
                </a:path>
              </a:pathLst>
            </a:custGeom>
            <a:noFill/>
            <a:ln w="8096">
              <a:solidFill>
                <a:srgbClr val="697E8D"/>
              </a:solidFill>
            </a:ln>
          </p:spPr>
        </p:sp>
        <p:sp>
          <p:nvSpPr>
            <p:cNvPr id="237" name="Input_receptor__236">
              <a:extLst>
                <a:ext uri="{FF2B5EF4-FFF2-40B4-BE49-F238E27FC236}">
                  <a16:creationId xmlns:a16="http://schemas.microsoft.com/office/drawing/2014/main" id="{99C344A9-56E5-00D7-2F30-46A555C66FB8}"/>
                </a:ext>
              </a:extLst>
            </p:cNvPr>
            <p:cNvSpPr>
              <a:spLocks noGrp="1"/>
            </p:cNvSpPr>
            <p:nvPr/>
          </p:nvSpPr>
          <p:spPr>
            <a:xfrm>
              <a:off x="1193701" y="5390352"/>
              <a:ext cx="20749" cy="35198"/>
            </a:xfrm>
            <a:custGeom>
              <a:avLst/>
              <a:gdLst/>
              <a:ahLst/>
              <a:cxnLst/>
              <a:rect l="0" t="0" r="0" b="0"/>
              <a:pathLst>
                <a:path w="20749" h="35198">
                  <a:moveTo>
                    <a:pt x="20749" y="351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8" name="Input_receptor__237">
              <a:extLst>
                <a:ext uri="{FF2B5EF4-FFF2-40B4-BE49-F238E27FC236}">
                  <a16:creationId xmlns:a16="http://schemas.microsoft.com/office/drawing/2014/main" id="{3AC6747C-F1E2-0CC1-B5B9-5A315EBE78E0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25549"/>
              <a:ext cx="24285" cy="33494"/>
            </a:xfrm>
            <a:custGeom>
              <a:avLst/>
              <a:gdLst/>
              <a:ahLst/>
              <a:cxnLst/>
              <a:rect l="0" t="0" r="0" b="0"/>
              <a:pathLst>
                <a:path w="24285" h="33494">
                  <a:moveTo>
                    <a:pt x="0" y="33494"/>
                  </a:moveTo>
                  <a:lnTo>
                    <a:pt x="24285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9" name="Input_receptor__238">
              <a:extLst>
                <a:ext uri="{FF2B5EF4-FFF2-40B4-BE49-F238E27FC236}">
                  <a16:creationId xmlns:a16="http://schemas.microsoft.com/office/drawing/2014/main" id="{635D72B3-A8A7-F1FF-96A8-910CD872F18E}"/>
                </a:ext>
              </a:extLst>
            </p:cNvPr>
            <p:cNvSpPr>
              <a:spLocks noGrp="1"/>
            </p:cNvSpPr>
            <p:nvPr/>
          </p:nvSpPr>
          <p:spPr>
            <a:xfrm>
              <a:off x="1355097" y="5361619"/>
              <a:ext cx="16869" cy="35627"/>
            </a:xfrm>
            <a:custGeom>
              <a:avLst/>
              <a:gdLst/>
              <a:ahLst/>
              <a:cxnLst/>
              <a:rect l="0" t="0" r="0" b="0"/>
              <a:pathLst>
                <a:path w="16869" h="35627">
                  <a:moveTo>
                    <a:pt x="0" y="0"/>
                  </a:moveTo>
                  <a:lnTo>
                    <a:pt x="16869" y="35627"/>
                  </a:lnTo>
                </a:path>
              </a:pathLst>
            </a:custGeom>
            <a:noFill/>
            <a:ln w="8096">
              <a:solidFill>
                <a:srgbClr val="697E8E"/>
              </a:solidFill>
            </a:ln>
          </p:spPr>
        </p:sp>
        <p:sp>
          <p:nvSpPr>
            <p:cNvPr id="240" name="Input_receptor__239">
              <a:extLst>
                <a:ext uri="{FF2B5EF4-FFF2-40B4-BE49-F238E27FC236}">
                  <a16:creationId xmlns:a16="http://schemas.microsoft.com/office/drawing/2014/main" id="{B43661C4-59C8-E49D-FA65-ECF09C93C228}"/>
                </a:ext>
              </a:extLst>
            </p:cNvPr>
            <p:cNvSpPr>
              <a:spLocks noGrp="1"/>
            </p:cNvSpPr>
            <p:nvPr/>
          </p:nvSpPr>
          <p:spPr>
            <a:xfrm>
              <a:off x="1371966" y="5397246"/>
              <a:ext cx="27590" cy="32045"/>
            </a:xfrm>
            <a:custGeom>
              <a:avLst/>
              <a:gdLst/>
              <a:ahLst/>
              <a:cxnLst/>
              <a:rect l="0" t="0" r="0" b="0"/>
              <a:pathLst>
                <a:path w="27590" h="32045">
                  <a:moveTo>
                    <a:pt x="0" y="0"/>
                  </a:moveTo>
                  <a:lnTo>
                    <a:pt x="27590" y="32045"/>
                  </a:lnTo>
                </a:path>
              </a:pathLst>
            </a:custGeom>
            <a:noFill/>
            <a:ln w="8096">
              <a:solidFill>
                <a:srgbClr val="6A7E8E"/>
              </a:solidFill>
            </a:ln>
          </p:spPr>
        </p:sp>
        <p:sp>
          <p:nvSpPr>
            <p:cNvPr id="241" name="Input_receptor__240">
              <a:extLst>
                <a:ext uri="{FF2B5EF4-FFF2-40B4-BE49-F238E27FC236}">
                  <a16:creationId xmlns:a16="http://schemas.microsoft.com/office/drawing/2014/main" id="{58FC215E-0AA0-7754-905B-536EA68DFA83}"/>
                </a:ext>
              </a:extLst>
            </p:cNvPr>
            <p:cNvSpPr>
              <a:spLocks noGrp="1"/>
            </p:cNvSpPr>
            <p:nvPr/>
          </p:nvSpPr>
          <p:spPr>
            <a:xfrm>
              <a:off x="1784423" y="5244633"/>
              <a:ext cx="44050" cy="7414"/>
            </a:xfrm>
            <a:custGeom>
              <a:avLst/>
              <a:gdLst/>
              <a:ahLst/>
              <a:cxnLst/>
              <a:rect l="0" t="0" r="0" b="0"/>
              <a:pathLst>
                <a:path w="44050" h="7414">
                  <a:moveTo>
                    <a:pt x="0" y="7414"/>
                  </a:moveTo>
                  <a:lnTo>
                    <a:pt x="44050" y="0"/>
                  </a:lnTo>
                </a:path>
              </a:pathLst>
            </a:custGeom>
            <a:noFill/>
            <a:ln w="8096">
              <a:solidFill>
                <a:srgbClr val="6A7F8E"/>
              </a:solidFill>
            </a:ln>
          </p:spPr>
        </p:sp>
        <p:sp>
          <p:nvSpPr>
            <p:cNvPr id="242" name="Input_receptor__241">
              <a:extLst>
                <a:ext uri="{FF2B5EF4-FFF2-40B4-BE49-F238E27FC236}">
                  <a16:creationId xmlns:a16="http://schemas.microsoft.com/office/drawing/2014/main" id="{E3A71E1B-D694-78D0-A76B-215DAEBDDC0D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410841"/>
              <a:ext cx="7410" cy="4222"/>
            </a:xfrm>
            <a:custGeom>
              <a:avLst/>
              <a:gdLst/>
              <a:ahLst/>
              <a:cxnLst/>
              <a:rect l="0" t="0" r="0" b="0"/>
              <a:pathLst>
                <a:path w="7410" h="4222">
                  <a:moveTo>
                    <a:pt x="0" y="0"/>
                  </a:moveTo>
                  <a:lnTo>
                    <a:pt x="7410" y="4222"/>
                  </a:lnTo>
                </a:path>
              </a:pathLst>
            </a:custGeom>
            <a:noFill/>
            <a:ln w="20003">
              <a:solidFill>
                <a:srgbClr val="6A7F8E"/>
              </a:solidFill>
            </a:ln>
          </p:spPr>
        </p:sp>
        <p:sp>
          <p:nvSpPr>
            <p:cNvPr id="243" name="Input_receptor__242">
              <a:extLst>
                <a:ext uri="{FF2B5EF4-FFF2-40B4-BE49-F238E27FC236}">
                  <a16:creationId xmlns:a16="http://schemas.microsoft.com/office/drawing/2014/main" id="{2183BC27-2DA5-30E5-F61E-8FEDB65BAFBF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31243"/>
              <a:ext cx="27639" cy="20804"/>
            </a:xfrm>
            <a:custGeom>
              <a:avLst/>
              <a:gdLst/>
              <a:ahLst/>
              <a:cxnLst/>
              <a:rect l="0" t="0" r="0" b="0"/>
              <a:pathLst>
                <a:path w="27639" h="20804">
                  <a:moveTo>
                    <a:pt x="0" y="0"/>
                  </a:moveTo>
                  <a:lnTo>
                    <a:pt x="27639" y="20804"/>
                  </a:lnTo>
                </a:path>
              </a:pathLst>
            </a:custGeom>
            <a:noFill/>
            <a:ln w="8096">
              <a:solidFill>
                <a:srgbClr val="6B7F8E"/>
              </a:solidFill>
            </a:ln>
          </p:spPr>
        </p:sp>
        <p:sp>
          <p:nvSpPr>
            <p:cNvPr id="244" name="Input_receptor__243">
              <a:extLst>
                <a:ext uri="{FF2B5EF4-FFF2-40B4-BE49-F238E27FC236}">
                  <a16:creationId xmlns:a16="http://schemas.microsoft.com/office/drawing/2014/main" id="{923381E4-608C-3C71-B1BF-62FC0E4F3169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60842"/>
              <a:ext cx="43402" cy="14230"/>
            </a:xfrm>
            <a:custGeom>
              <a:avLst/>
              <a:gdLst/>
              <a:ahLst/>
              <a:cxnLst/>
              <a:rect l="0" t="0" r="0" b="0"/>
              <a:pathLst>
                <a:path w="43402" h="14230">
                  <a:moveTo>
                    <a:pt x="0" y="0"/>
                  </a:moveTo>
                  <a:lnTo>
                    <a:pt x="43402" y="14230"/>
                  </a:lnTo>
                </a:path>
              </a:pathLst>
            </a:custGeom>
            <a:noFill/>
            <a:ln w="20003">
              <a:solidFill>
                <a:srgbClr val="6B7F8E"/>
              </a:solidFill>
            </a:ln>
          </p:spPr>
        </p:sp>
        <p:sp>
          <p:nvSpPr>
            <p:cNvPr id="245" name="Input_receptor__244">
              <a:extLst>
                <a:ext uri="{FF2B5EF4-FFF2-40B4-BE49-F238E27FC236}">
                  <a16:creationId xmlns:a16="http://schemas.microsoft.com/office/drawing/2014/main" id="{2E638650-F8D2-A7F8-80EA-FD1D522F75B3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54561"/>
              <a:ext cx="20367" cy="6668"/>
            </a:xfrm>
            <a:custGeom>
              <a:avLst/>
              <a:gdLst/>
              <a:ahLst/>
              <a:cxnLst/>
              <a:rect l="0" t="0" r="0" b="0"/>
              <a:pathLst>
                <a:path w="20367" h="6668">
                  <a:moveTo>
                    <a:pt x="20367" y="0"/>
                  </a:moveTo>
                  <a:lnTo>
                    <a:pt x="0" y="6668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6" name="Input_receptor__245">
              <a:extLst>
                <a:ext uri="{FF2B5EF4-FFF2-40B4-BE49-F238E27FC236}">
                  <a16:creationId xmlns:a16="http://schemas.microsoft.com/office/drawing/2014/main" id="{28790B67-5BC3-B496-98A9-772C893D8750}"/>
                </a:ext>
              </a:extLst>
            </p:cNvPr>
            <p:cNvSpPr>
              <a:spLocks noGrp="1"/>
            </p:cNvSpPr>
            <p:nvPr/>
          </p:nvSpPr>
          <p:spPr>
            <a:xfrm>
              <a:off x="1300998" y="5295829"/>
              <a:ext cx="42734" cy="14197"/>
            </a:xfrm>
            <a:custGeom>
              <a:avLst/>
              <a:gdLst/>
              <a:ahLst/>
              <a:cxnLst/>
              <a:rect l="0" t="0" r="0" b="0"/>
              <a:pathLst>
                <a:path w="42734" h="14197">
                  <a:moveTo>
                    <a:pt x="0" y="0"/>
                  </a:moveTo>
                  <a:lnTo>
                    <a:pt x="42734" y="14197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7" name="Input_receptor__246">
              <a:extLst>
                <a:ext uri="{FF2B5EF4-FFF2-40B4-BE49-F238E27FC236}">
                  <a16:creationId xmlns:a16="http://schemas.microsoft.com/office/drawing/2014/main" id="{37F39AD4-13D1-7470-043D-D20FB7759455}"/>
                </a:ext>
              </a:extLst>
            </p:cNvPr>
            <p:cNvSpPr>
              <a:spLocks noGrp="1"/>
            </p:cNvSpPr>
            <p:nvPr/>
          </p:nvSpPr>
          <p:spPr>
            <a:xfrm>
              <a:off x="1446368" y="5304861"/>
              <a:ext cx="35008" cy="26310"/>
            </a:xfrm>
            <a:custGeom>
              <a:avLst/>
              <a:gdLst/>
              <a:ahLst/>
              <a:cxnLst/>
              <a:rect l="0" t="0" r="0" b="0"/>
              <a:pathLst>
                <a:path w="35008" h="26310">
                  <a:moveTo>
                    <a:pt x="35008" y="263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8" name="Input_receptor__247">
              <a:extLst>
                <a:ext uri="{FF2B5EF4-FFF2-40B4-BE49-F238E27FC236}">
                  <a16:creationId xmlns:a16="http://schemas.microsoft.com/office/drawing/2014/main" id="{A632457D-F735-DC4C-5021-233B6BB3583B}"/>
                </a:ext>
              </a:extLst>
            </p:cNvPr>
            <p:cNvSpPr>
              <a:spLocks noGrp="1"/>
            </p:cNvSpPr>
            <p:nvPr/>
          </p:nvSpPr>
          <p:spPr>
            <a:xfrm>
              <a:off x="1136333" y="5353368"/>
              <a:ext cx="38187" cy="16423"/>
            </a:xfrm>
            <a:custGeom>
              <a:avLst/>
              <a:gdLst/>
              <a:ahLst/>
              <a:cxnLst/>
              <a:rect l="0" t="0" r="0" b="0"/>
              <a:pathLst>
                <a:path w="38187" h="16423">
                  <a:moveTo>
                    <a:pt x="38187" y="16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9" name="Input_receptor__248">
              <a:extLst>
                <a:ext uri="{FF2B5EF4-FFF2-40B4-BE49-F238E27FC236}">
                  <a16:creationId xmlns:a16="http://schemas.microsoft.com/office/drawing/2014/main" id="{94574BA2-66AE-84C5-EAFA-37A6A94F32CA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53368"/>
              <a:ext cx="31388" cy="25623"/>
            </a:xfrm>
            <a:custGeom>
              <a:avLst/>
              <a:gdLst/>
              <a:ahLst/>
              <a:cxnLst/>
              <a:rect l="0" t="0" r="0" b="0"/>
              <a:pathLst>
                <a:path w="31388" h="25623">
                  <a:moveTo>
                    <a:pt x="31388" y="0"/>
                  </a:moveTo>
                  <a:lnTo>
                    <a:pt x="0" y="25623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0" name="Input_receptor__249">
              <a:extLst>
                <a:ext uri="{FF2B5EF4-FFF2-40B4-BE49-F238E27FC236}">
                  <a16:creationId xmlns:a16="http://schemas.microsoft.com/office/drawing/2014/main" id="{3555E6A7-4B81-05D3-BAD4-54B011167748}"/>
                </a:ext>
              </a:extLst>
            </p:cNvPr>
            <p:cNvSpPr>
              <a:spLocks noGrp="1"/>
            </p:cNvSpPr>
            <p:nvPr/>
          </p:nvSpPr>
          <p:spPr>
            <a:xfrm>
              <a:off x="1461598" y="5331171"/>
              <a:ext cx="19778" cy="40696"/>
            </a:xfrm>
            <a:custGeom>
              <a:avLst/>
              <a:gdLst/>
              <a:ahLst/>
              <a:cxnLst/>
              <a:rect l="0" t="0" r="0" b="0"/>
              <a:pathLst>
                <a:path w="19778" h="40696">
                  <a:moveTo>
                    <a:pt x="0" y="40696"/>
                  </a:moveTo>
                  <a:lnTo>
                    <a:pt x="1977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1" name="Input_receptor__250">
              <a:extLst>
                <a:ext uri="{FF2B5EF4-FFF2-40B4-BE49-F238E27FC236}">
                  <a16:creationId xmlns:a16="http://schemas.microsoft.com/office/drawing/2014/main" id="{76824CBA-3D59-E09A-3163-6FBF06F9FD9F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04861"/>
              <a:ext cx="33419" cy="22160"/>
            </a:xfrm>
            <a:custGeom>
              <a:avLst/>
              <a:gdLst/>
              <a:ahLst/>
              <a:cxnLst/>
              <a:rect l="0" t="0" r="0" b="0"/>
              <a:pathLst>
                <a:path w="33419" h="22160">
                  <a:moveTo>
                    <a:pt x="33419" y="0"/>
                  </a:moveTo>
                  <a:lnTo>
                    <a:pt x="0" y="2216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2" name="Input_receptor__251">
              <a:extLst>
                <a:ext uri="{FF2B5EF4-FFF2-40B4-BE49-F238E27FC236}">
                  <a16:creationId xmlns:a16="http://schemas.microsoft.com/office/drawing/2014/main" id="{74AB958D-E61D-DC00-DD00-CD1E914E3AB7}"/>
                </a:ext>
              </a:extLst>
            </p:cNvPr>
            <p:cNvSpPr>
              <a:spLocks noGrp="1"/>
            </p:cNvSpPr>
            <p:nvPr/>
          </p:nvSpPr>
          <p:spPr>
            <a:xfrm>
              <a:off x="1787594" y="5175073"/>
              <a:ext cx="2531" cy="25509"/>
            </a:xfrm>
            <a:custGeom>
              <a:avLst/>
              <a:gdLst/>
              <a:ahLst/>
              <a:cxnLst/>
              <a:rect l="0" t="0" r="0" b="0"/>
              <a:pathLst>
                <a:path w="2531" h="25509">
                  <a:moveTo>
                    <a:pt x="0" y="0"/>
                  </a:moveTo>
                  <a:lnTo>
                    <a:pt x="2531" y="25509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3" name="Input_receptor__252">
              <a:extLst>
                <a:ext uri="{FF2B5EF4-FFF2-40B4-BE49-F238E27FC236}">
                  <a16:creationId xmlns:a16="http://schemas.microsoft.com/office/drawing/2014/main" id="{59420809-AEFA-C324-3F94-EBC2AAA6E01F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95829"/>
              <a:ext cx="20208" cy="15256"/>
            </a:xfrm>
            <a:custGeom>
              <a:avLst/>
              <a:gdLst/>
              <a:ahLst/>
              <a:cxnLst/>
              <a:rect l="0" t="0" r="0" b="0"/>
              <a:pathLst>
                <a:path w="20208" h="15256">
                  <a:moveTo>
                    <a:pt x="0" y="15256"/>
                  </a:moveTo>
                  <a:lnTo>
                    <a:pt x="2020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4" name="Input_receptor__253">
              <a:extLst>
                <a:ext uri="{FF2B5EF4-FFF2-40B4-BE49-F238E27FC236}">
                  <a16:creationId xmlns:a16="http://schemas.microsoft.com/office/drawing/2014/main" id="{8133BC45-2219-99A1-EB48-E41A201A1EBD}"/>
                </a:ext>
              </a:extLst>
            </p:cNvPr>
            <p:cNvSpPr>
              <a:spLocks noGrp="1"/>
            </p:cNvSpPr>
            <p:nvPr/>
          </p:nvSpPr>
          <p:spPr>
            <a:xfrm>
              <a:off x="1302662" y="5480836"/>
              <a:ext cx="25108" cy="33835"/>
            </a:xfrm>
            <a:custGeom>
              <a:avLst/>
              <a:gdLst/>
              <a:ahLst/>
              <a:cxnLst/>
              <a:rect l="0" t="0" r="0" b="0"/>
              <a:pathLst>
                <a:path w="25108" h="33835">
                  <a:moveTo>
                    <a:pt x="0" y="0"/>
                  </a:moveTo>
                  <a:lnTo>
                    <a:pt x="25108" y="33835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5" name="Input_receptor__254">
              <a:extLst>
                <a:ext uri="{FF2B5EF4-FFF2-40B4-BE49-F238E27FC236}">
                  <a16:creationId xmlns:a16="http://schemas.microsoft.com/office/drawing/2014/main" id="{ABCB1E00-DAB7-1B8F-6955-523EBEDC43DA}"/>
                </a:ext>
              </a:extLst>
            </p:cNvPr>
            <p:cNvSpPr>
              <a:spLocks noGrp="1"/>
            </p:cNvSpPr>
            <p:nvPr/>
          </p:nvSpPr>
          <p:spPr>
            <a:xfrm>
              <a:off x="1766760" y="5100812"/>
              <a:ext cx="31448" cy="23942"/>
            </a:xfrm>
            <a:custGeom>
              <a:avLst/>
              <a:gdLst/>
              <a:ahLst/>
              <a:cxnLst/>
              <a:rect l="0" t="0" r="0" b="0"/>
              <a:pathLst>
                <a:path w="31448" h="23942">
                  <a:moveTo>
                    <a:pt x="0" y="0"/>
                  </a:moveTo>
                  <a:lnTo>
                    <a:pt x="31448" y="23942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6" name="Input_receptor__255">
              <a:extLst>
                <a:ext uri="{FF2B5EF4-FFF2-40B4-BE49-F238E27FC236}">
                  <a16:creationId xmlns:a16="http://schemas.microsoft.com/office/drawing/2014/main" id="{F3DEF6DE-8043-3E3D-C3B4-18B2DED54F6A}"/>
                </a:ext>
              </a:extLst>
            </p:cNvPr>
            <p:cNvSpPr>
              <a:spLocks noGrp="1"/>
            </p:cNvSpPr>
            <p:nvPr/>
          </p:nvSpPr>
          <p:spPr>
            <a:xfrm>
              <a:off x="1330091" y="5310026"/>
              <a:ext cx="13640" cy="44535"/>
            </a:xfrm>
            <a:custGeom>
              <a:avLst/>
              <a:gdLst/>
              <a:ahLst/>
              <a:cxnLst/>
              <a:rect l="0" t="0" r="0" b="0"/>
              <a:pathLst>
                <a:path w="13640" h="44535">
                  <a:moveTo>
                    <a:pt x="13640" y="0"/>
                  </a:moveTo>
                  <a:lnTo>
                    <a:pt x="0" y="44535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7" name="Input_receptor__256">
              <a:extLst>
                <a:ext uri="{FF2B5EF4-FFF2-40B4-BE49-F238E27FC236}">
                  <a16:creationId xmlns:a16="http://schemas.microsoft.com/office/drawing/2014/main" id="{BEF29445-4693-7B59-01FC-6FC4C7FCEE33}"/>
                </a:ext>
              </a:extLst>
            </p:cNvPr>
            <p:cNvSpPr>
              <a:spLocks noGrp="1"/>
            </p:cNvSpPr>
            <p:nvPr/>
          </p:nvSpPr>
          <p:spPr>
            <a:xfrm>
              <a:off x="1157900" y="5369790"/>
              <a:ext cx="16621" cy="45272"/>
            </a:xfrm>
            <a:custGeom>
              <a:avLst/>
              <a:gdLst/>
              <a:ahLst/>
              <a:cxnLst/>
              <a:rect l="0" t="0" r="0" b="0"/>
              <a:pathLst>
                <a:path w="16621" h="45272">
                  <a:moveTo>
                    <a:pt x="0" y="45272"/>
                  </a:moveTo>
                  <a:lnTo>
                    <a:pt x="16621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8" name="Input_receptor__257">
              <a:extLst>
                <a:ext uri="{FF2B5EF4-FFF2-40B4-BE49-F238E27FC236}">
                  <a16:creationId xmlns:a16="http://schemas.microsoft.com/office/drawing/2014/main" id="{CE8C43C3-FD32-68A3-83E5-1E6094B8A66A}"/>
                </a:ext>
              </a:extLst>
            </p:cNvPr>
            <p:cNvSpPr>
              <a:spLocks noGrp="1"/>
            </p:cNvSpPr>
            <p:nvPr/>
          </p:nvSpPr>
          <p:spPr>
            <a:xfrm>
              <a:off x="1213516" y="5605801"/>
              <a:ext cx="46574" cy="10776"/>
            </a:xfrm>
            <a:custGeom>
              <a:avLst/>
              <a:gdLst/>
              <a:ahLst/>
              <a:cxnLst/>
              <a:rect l="0" t="0" r="0" b="0"/>
              <a:pathLst>
                <a:path w="46574" h="10776">
                  <a:moveTo>
                    <a:pt x="46574" y="10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9" name="Input_receptor__258">
              <a:extLst>
                <a:ext uri="{FF2B5EF4-FFF2-40B4-BE49-F238E27FC236}">
                  <a16:creationId xmlns:a16="http://schemas.microsoft.com/office/drawing/2014/main" id="{72F49CB3-0956-75E6-5253-3DA330297B76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0836"/>
              <a:ext cx="33696" cy="5148"/>
            </a:xfrm>
            <a:custGeom>
              <a:avLst/>
              <a:gdLst/>
              <a:ahLst/>
              <a:cxnLst/>
              <a:rect l="0" t="0" r="0" b="0"/>
              <a:pathLst>
                <a:path w="33696" h="5148">
                  <a:moveTo>
                    <a:pt x="0" y="5148"/>
                  </a:moveTo>
                  <a:lnTo>
                    <a:pt x="33696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0" name="Input_receptor__259">
              <a:extLst>
                <a:ext uri="{FF2B5EF4-FFF2-40B4-BE49-F238E27FC236}">
                  <a16:creationId xmlns:a16="http://schemas.microsoft.com/office/drawing/2014/main" id="{D8CA0AAC-5A10-35D9-BBD6-B7EF3A401A84}"/>
                </a:ext>
              </a:extLst>
            </p:cNvPr>
            <p:cNvSpPr>
              <a:spLocks noGrp="1"/>
            </p:cNvSpPr>
            <p:nvPr/>
          </p:nvSpPr>
          <p:spPr>
            <a:xfrm>
              <a:off x="1260090" y="5594593"/>
              <a:ext cx="43037" cy="21984"/>
            </a:xfrm>
            <a:custGeom>
              <a:avLst/>
              <a:gdLst/>
              <a:ahLst/>
              <a:cxnLst/>
              <a:rect l="0" t="0" r="0" b="0"/>
              <a:pathLst>
                <a:path w="43037" h="21984">
                  <a:moveTo>
                    <a:pt x="43037" y="0"/>
                  </a:moveTo>
                  <a:lnTo>
                    <a:pt x="0" y="21984"/>
                  </a:lnTo>
                </a:path>
              </a:pathLst>
            </a:custGeom>
            <a:noFill/>
            <a:ln w="8096">
              <a:solidFill>
                <a:srgbClr val="6C818F"/>
              </a:solidFill>
            </a:ln>
          </p:spPr>
        </p:sp>
        <p:sp>
          <p:nvSpPr>
            <p:cNvPr id="261" name="Input_receptor__260">
              <a:extLst>
                <a:ext uri="{FF2B5EF4-FFF2-40B4-BE49-F238E27FC236}">
                  <a16:creationId xmlns:a16="http://schemas.microsoft.com/office/drawing/2014/main" id="{1ABC4B83-3219-9120-A963-4D89CCE1A269}"/>
                </a:ext>
              </a:extLst>
            </p:cNvPr>
            <p:cNvSpPr>
              <a:spLocks noGrp="1"/>
            </p:cNvSpPr>
            <p:nvPr/>
          </p:nvSpPr>
          <p:spPr>
            <a:xfrm>
              <a:off x="1741938" y="5031548"/>
              <a:ext cx="45107" cy="15054"/>
            </a:xfrm>
            <a:custGeom>
              <a:avLst/>
              <a:gdLst/>
              <a:ahLst/>
              <a:cxnLst/>
              <a:rect l="0" t="0" r="0" b="0"/>
              <a:pathLst>
                <a:path w="45107" h="15054">
                  <a:moveTo>
                    <a:pt x="0" y="0"/>
                  </a:moveTo>
                  <a:lnTo>
                    <a:pt x="45107" y="15054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2" name="Input_receptor__261">
              <a:extLst>
                <a:ext uri="{FF2B5EF4-FFF2-40B4-BE49-F238E27FC236}">
                  <a16:creationId xmlns:a16="http://schemas.microsoft.com/office/drawing/2014/main" id="{298D5439-DA68-1F20-5739-5190B57E5B7F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47951"/>
              <a:ext cx="10202" cy="46642"/>
            </a:xfrm>
            <a:custGeom>
              <a:avLst/>
              <a:gdLst/>
              <a:ahLst/>
              <a:cxnLst/>
              <a:rect l="0" t="0" r="0" b="0"/>
              <a:pathLst>
                <a:path w="10202" h="46642">
                  <a:moveTo>
                    <a:pt x="0" y="0"/>
                  </a:moveTo>
                  <a:lnTo>
                    <a:pt x="10202" y="46642"/>
                  </a:lnTo>
                </a:path>
              </a:pathLst>
            </a:custGeom>
            <a:noFill/>
            <a:ln w="8096">
              <a:solidFill>
                <a:srgbClr val="6D818F"/>
              </a:solidFill>
            </a:ln>
          </p:spPr>
        </p:sp>
        <p:sp>
          <p:nvSpPr>
            <p:cNvPr id="263" name="Input_receptor__262">
              <a:extLst>
                <a:ext uri="{FF2B5EF4-FFF2-40B4-BE49-F238E27FC236}">
                  <a16:creationId xmlns:a16="http://schemas.microsoft.com/office/drawing/2014/main" id="{3BEE20D6-2D11-4AA1-74DA-21A122125BC9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93558"/>
              <a:ext cx="29043" cy="7254"/>
            </a:xfrm>
            <a:custGeom>
              <a:avLst/>
              <a:gdLst/>
              <a:ahLst/>
              <a:cxnLst/>
              <a:rect l="0" t="0" r="0" b="0"/>
              <a:pathLst>
                <a:path w="29043" h="7254">
                  <a:moveTo>
                    <a:pt x="0" y="0"/>
                  </a:moveTo>
                  <a:lnTo>
                    <a:pt x="29043" y="7254"/>
                  </a:lnTo>
                </a:path>
              </a:pathLst>
            </a:custGeom>
            <a:noFill/>
            <a:ln w="20003">
              <a:solidFill>
                <a:srgbClr val="6D818F"/>
              </a:solidFill>
            </a:ln>
          </p:spPr>
        </p:sp>
        <p:sp>
          <p:nvSpPr>
            <p:cNvPr id="264" name="Input_receptor__263">
              <a:extLst>
                <a:ext uri="{FF2B5EF4-FFF2-40B4-BE49-F238E27FC236}">
                  <a16:creationId xmlns:a16="http://schemas.microsoft.com/office/drawing/2014/main" id="{B7B224D1-5C20-C172-0B65-6538A27055D9}"/>
                </a:ext>
              </a:extLst>
            </p:cNvPr>
            <p:cNvSpPr>
              <a:spLocks noGrp="1"/>
            </p:cNvSpPr>
            <p:nvPr/>
          </p:nvSpPr>
          <p:spPr>
            <a:xfrm>
              <a:off x="1828473" y="5244633"/>
              <a:ext cx="5956" cy="11345"/>
            </a:xfrm>
            <a:custGeom>
              <a:avLst/>
              <a:gdLst/>
              <a:ahLst/>
              <a:cxnLst/>
              <a:rect l="0" t="0" r="0" b="0"/>
              <a:pathLst>
                <a:path w="5956" h="11345">
                  <a:moveTo>
                    <a:pt x="0" y="0"/>
                  </a:moveTo>
                  <a:lnTo>
                    <a:pt x="5956" y="11345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5" name="Input_receptor__264">
              <a:extLst>
                <a:ext uri="{FF2B5EF4-FFF2-40B4-BE49-F238E27FC236}">
                  <a16:creationId xmlns:a16="http://schemas.microsoft.com/office/drawing/2014/main" id="{63BFB9A6-4F73-23B7-406C-DE602F414BC8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00582"/>
              <a:ext cx="33341" cy="30662"/>
            </a:xfrm>
            <a:custGeom>
              <a:avLst/>
              <a:gdLst/>
              <a:ahLst/>
              <a:cxnLst/>
              <a:rect l="0" t="0" r="0" b="0"/>
              <a:pathLst>
                <a:path w="33341" h="30662">
                  <a:moveTo>
                    <a:pt x="33341" y="0"/>
                  </a:moveTo>
                  <a:lnTo>
                    <a:pt x="0" y="30662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6" name="Input_receptor__265">
              <a:extLst>
                <a:ext uri="{FF2B5EF4-FFF2-40B4-BE49-F238E27FC236}">
                  <a16:creationId xmlns:a16="http://schemas.microsoft.com/office/drawing/2014/main" id="{410E7D20-65F2-EE8C-47EA-3710F1E7154A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14671"/>
              <a:ext cx="34846" cy="33280"/>
            </a:xfrm>
            <a:custGeom>
              <a:avLst/>
              <a:gdLst/>
              <a:ahLst/>
              <a:cxnLst/>
              <a:rect l="0" t="0" r="0" b="0"/>
              <a:pathLst>
                <a:path w="34846" h="33280">
                  <a:moveTo>
                    <a:pt x="34846" y="0"/>
                  </a:moveTo>
                  <a:lnTo>
                    <a:pt x="0" y="33280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7" name="Input_receptor__266">
              <a:extLst>
                <a:ext uri="{FF2B5EF4-FFF2-40B4-BE49-F238E27FC236}">
                  <a16:creationId xmlns:a16="http://schemas.microsoft.com/office/drawing/2014/main" id="{664D2E55-44DB-CBBA-E64F-B8D85B396941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47823"/>
              <a:ext cx="16865" cy="13019"/>
            </a:xfrm>
            <a:custGeom>
              <a:avLst/>
              <a:gdLst/>
              <a:ahLst/>
              <a:cxnLst/>
              <a:rect l="0" t="0" r="0" b="0"/>
              <a:pathLst>
                <a:path w="16865" h="13019">
                  <a:moveTo>
                    <a:pt x="16865" y="0"/>
                  </a:moveTo>
                  <a:lnTo>
                    <a:pt x="0" y="13019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8" name="Input_receptor__267">
              <a:extLst>
                <a:ext uri="{FF2B5EF4-FFF2-40B4-BE49-F238E27FC236}">
                  <a16:creationId xmlns:a16="http://schemas.microsoft.com/office/drawing/2014/main" id="{B6D52CC4-FC19-255E-48C9-526C7D9A5A9A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61026"/>
              <a:ext cx="42863" cy="10741"/>
            </a:xfrm>
            <a:custGeom>
              <a:avLst/>
              <a:gdLst/>
              <a:ahLst/>
              <a:cxnLst/>
              <a:rect l="0" t="0" r="0" b="0"/>
              <a:pathLst>
                <a:path w="42863" h="10741">
                  <a:moveTo>
                    <a:pt x="0" y="0"/>
                  </a:moveTo>
                  <a:lnTo>
                    <a:pt x="42863" y="10741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9" name="Input_receptor__268">
              <a:extLst>
                <a:ext uri="{FF2B5EF4-FFF2-40B4-BE49-F238E27FC236}">
                  <a16:creationId xmlns:a16="http://schemas.microsoft.com/office/drawing/2014/main" id="{54F13F9F-35DF-6041-EDA0-A1D1D3A7784B}"/>
                </a:ext>
              </a:extLst>
            </p:cNvPr>
            <p:cNvSpPr>
              <a:spLocks noGrp="1"/>
            </p:cNvSpPr>
            <p:nvPr/>
          </p:nvSpPr>
          <p:spPr>
            <a:xfrm>
              <a:off x="1738609" y="4899031"/>
              <a:ext cx="37453" cy="19900"/>
            </a:xfrm>
            <a:custGeom>
              <a:avLst/>
              <a:gdLst/>
              <a:ahLst/>
              <a:cxnLst/>
              <a:rect l="0" t="0" r="0" b="0"/>
              <a:pathLst>
                <a:path w="37453" h="19900">
                  <a:moveTo>
                    <a:pt x="0" y="0"/>
                  </a:moveTo>
                  <a:lnTo>
                    <a:pt x="37453" y="19900"/>
                  </a:lnTo>
                </a:path>
              </a:pathLst>
            </a:custGeom>
            <a:noFill/>
            <a:ln w="20003">
              <a:solidFill>
                <a:srgbClr val="6D8290"/>
              </a:solidFill>
            </a:ln>
          </p:spPr>
        </p:sp>
        <p:sp>
          <p:nvSpPr>
            <p:cNvPr id="270" name="Input_receptor__269">
              <a:extLst>
                <a:ext uri="{FF2B5EF4-FFF2-40B4-BE49-F238E27FC236}">
                  <a16:creationId xmlns:a16="http://schemas.microsoft.com/office/drawing/2014/main" id="{FD753534-4FD4-B98A-56FF-679C36DF4FCC}"/>
                </a:ext>
              </a:extLst>
            </p:cNvPr>
            <p:cNvSpPr>
              <a:spLocks noGrp="1"/>
            </p:cNvSpPr>
            <p:nvPr/>
          </p:nvSpPr>
          <p:spPr>
            <a:xfrm>
              <a:off x="1765174" y="4971767"/>
              <a:ext cx="15884" cy="23748"/>
            </a:xfrm>
            <a:custGeom>
              <a:avLst/>
              <a:gdLst/>
              <a:ahLst/>
              <a:cxnLst/>
              <a:rect l="0" t="0" r="0" b="0"/>
              <a:pathLst>
                <a:path w="15884" h="23748">
                  <a:moveTo>
                    <a:pt x="0" y="0"/>
                  </a:moveTo>
                  <a:lnTo>
                    <a:pt x="15884" y="23748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1" name="Input_receptor__270">
              <a:extLst>
                <a:ext uri="{FF2B5EF4-FFF2-40B4-BE49-F238E27FC236}">
                  <a16:creationId xmlns:a16="http://schemas.microsoft.com/office/drawing/2014/main" id="{5356FEC4-DA1D-908B-ECA5-43CB40E28DC9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5017552"/>
              <a:ext cx="3737" cy="13997"/>
            </a:xfrm>
            <a:custGeom>
              <a:avLst/>
              <a:gdLst/>
              <a:ahLst/>
              <a:cxnLst/>
              <a:rect l="0" t="0" r="0" b="0"/>
              <a:pathLst>
                <a:path w="3737" h="13997">
                  <a:moveTo>
                    <a:pt x="0" y="0"/>
                  </a:moveTo>
                  <a:lnTo>
                    <a:pt x="3737" y="13997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2" name="Input_receptor__271">
              <a:extLst>
                <a:ext uri="{FF2B5EF4-FFF2-40B4-BE49-F238E27FC236}">
                  <a16:creationId xmlns:a16="http://schemas.microsoft.com/office/drawing/2014/main" id="{A6B6C01F-674C-1334-66FA-0E79FBA3AFBF}"/>
                </a:ext>
              </a:extLst>
            </p:cNvPr>
            <p:cNvSpPr>
              <a:spLocks noGrp="1"/>
            </p:cNvSpPr>
            <p:nvPr/>
          </p:nvSpPr>
          <p:spPr>
            <a:xfrm>
              <a:off x="1761057" y="5124754"/>
              <a:ext cx="37150" cy="23069"/>
            </a:xfrm>
            <a:custGeom>
              <a:avLst/>
              <a:gdLst/>
              <a:ahLst/>
              <a:cxnLst/>
              <a:rect l="0" t="0" r="0" b="0"/>
              <a:pathLst>
                <a:path w="37150" h="23069">
                  <a:moveTo>
                    <a:pt x="37150" y="0"/>
                  </a:moveTo>
                  <a:lnTo>
                    <a:pt x="0" y="23069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3" name="Input_receptor__272">
              <a:extLst>
                <a:ext uri="{FF2B5EF4-FFF2-40B4-BE49-F238E27FC236}">
                  <a16:creationId xmlns:a16="http://schemas.microsoft.com/office/drawing/2014/main" id="{C5897AA1-59B7-8182-A927-B42D4AE20FAA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089"/>
              <a:ext cx="48132" cy="742"/>
            </a:xfrm>
            <a:custGeom>
              <a:avLst/>
              <a:gdLst/>
              <a:ahLst/>
              <a:cxnLst/>
              <a:rect l="0" t="0" r="0" b="0"/>
              <a:pathLst>
                <a:path w="48132" h="742">
                  <a:moveTo>
                    <a:pt x="0" y="742"/>
                  </a:moveTo>
                  <a:lnTo>
                    <a:pt x="48132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4" name="Input_receptor__273">
              <a:extLst>
                <a:ext uri="{FF2B5EF4-FFF2-40B4-BE49-F238E27FC236}">
                  <a16:creationId xmlns:a16="http://schemas.microsoft.com/office/drawing/2014/main" id="{439F6821-3E1F-07BD-3966-BAF271D277E2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603401"/>
              <a:ext cx="11582" cy="2400"/>
            </a:xfrm>
            <a:custGeom>
              <a:avLst/>
              <a:gdLst/>
              <a:ahLst/>
              <a:cxnLst/>
              <a:rect l="0" t="0" r="0" b="0"/>
              <a:pathLst>
                <a:path w="11582" h="2400">
                  <a:moveTo>
                    <a:pt x="11582" y="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5" name="Input_receptor__274">
              <a:extLst>
                <a:ext uri="{FF2B5EF4-FFF2-40B4-BE49-F238E27FC236}">
                  <a16:creationId xmlns:a16="http://schemas.microsoft.com/office/drawing/2014/main" id="{7CEF2EC0-BD48-C350-279D-1811B515CF16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66546"/>
              <a:ext cx="19216" cy="12444"/>
            </a:xfrm>
            <a:custGeom>
              <a:avLst/>
              <a:gdLst/>
              <a:ahLst/>
              <a:cxnLst/>
              <a:rect l="0" t="0" r="0" b="0"/>
              <a:pathLst>
                <a:path w="19216" h="12444">
                  <a:moveTo>
                    <a:pt x="0" y="12444"/>
                  </a:moveTo>
                  <a:lnTo>
                    <a:pt x="19216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6" name="Input_receptor__275">
              <a:extLst>
                <a:ext uri="{FF2B5EF4-FFF2-40B4-BE49-F238E27FC236}">
                  <a16:creationId xmlns:a16="http://schemas.microsoft.com/office/drawing/2014/main" id="{874DB2AE-9DC1-AF65-4F7F-9AB7C6726287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89221"/>
              <a:ext cx="24603" cy="9810"/>
            </a:xfrm>
            <a:custGeom>
              <a:avLst/>
              <a:gdLst/>
              <a:ahLst/>
              <a:cxnLst/>
              <a:rect l="0" t="0" r="0" b="0"/>
              <a:pathLst>
                <a:path w="24603" h="9810">
                  <a:moveTo>
                    <a:pt x="0" y="0"/>
                  </a:moveTo>
                  <a:lnTo>
                    <a:pt x="24603" y="981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7" name="Input_receptor__276">
              <a:extLst>
                <a:ext uri="{FF2B5EF4-FFF2-40B4-BE49-F238E27FC236}">
                  <a16:creationId xmlns:a16="http://schemas.microsoft.com/office/drawing/2014/main" id="{DF6C3AC3-691C-D5CD-06AD-2F0C8D5934D9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21780"/>
              <a:ext cx="27619" cy="5241"/>
            </a:xfrm>
            <a:custGeom>
              <a:avLst/>
              <a:gdLst/>
              <a:ahLst/>
              <a:cxnLst/>
              <a:rect l="0" t="0" r="0" b="0"/>
              <a:pathLst>
                <a:path w="27619" h="5241">
                  <a:moveTo>
                    <a:pt x="0" y="5241"/>
                  </a:moveTo>
                  <a:lnTo>
                    <a:pt x="27619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8" name="Input_receptor__277">
              <a:extLst>
                <a:ext uri="{FF2B5EF4-FFF2-40B4-BE49-F238E27FC236}">
                  <a16:creationId xmlns:a16="http://schemas.microsoft.com/office/drawing/2014/main" id="{84E9173E-C687-CDA8-144A-D793047AE741}"/>
                </a:ext>
              </a:extLst>
            </p:cNvPr>
            <p:cNvSpPr>
              <a:spLocks noGrp="1"/>
            </p:cNvSpPr>
            <p:nvPr/>
          </p:nvSpPr>
          <p:spPr>
            <a:xfrm>
              <a:off x="1084584" y="5316226"/>
              <a:ext cx="44418" cy="3526"/>
            </a:xfrm>
            <a:custGeom>
              <a:avLst/>
              <a:gdLst/>
              <a:ahLst/>
              <a:cxnLst/>
              <a:rect l="0" t="0" r="0" b="0"/>
              <a:pathLst>
                <a:path w="44418" h="3526">
                  <a:moveTo>
                    <a:pt x="44418" y="3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9" name="Input_receptor__278">
              <a:extLst>
                <a:ext uri="{FF2B5EF4-FFF2-40B4-BE49-F238E27FC236}">
                  <a16:creationId xmlns:a16="http://schemas.microsoft.com/office/drawing/2014/main" id="{41A1B6CA-93CB-B8CD-17A5-A3A6839E4CF5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45121"/>
              <a:ext cx="44264" cy="2818"/>
            </a:xfrm>
            <a:custGeom>
              <a:avLst/>
              <a:gdLst/>
              <a:ahLst/>
              <a:cxnLst/>
              <a:rect l="0" t="0" r="0" b="0"/>
              <a:pathLst>
                <a:path w="44264" h="2818">
                  <a:moveTo>
                    <a:pt x="44264" y="2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0" name="Input_receptor__279">
              <a:extLst>
                <a:ext uri="{FF2B5EF4-FFF2-40B4-BE49-F238E27FC236}">
                  <a16:creationId xmlns:a16="http://schemas.microsoft.com/office/drawing/2014/main" id="{DC381C14-7BCC-6619-B220-11BC998B5557}"/>
                </a:ext>
              </a:extLst>
            </p:cNvPr>
            <p:cNvSpPr>
              <a:spLocks noGrp="1"/>
            </p:cNvSpPr>
            <p:nvPr/>
          </p:nvSpPr>
          <p:spPr>
            <a:xfrm>
              <a:off x="1773803" y="5046603"/>
              <a:ext cx="13241" cy="25721"/>
            </a:xfrm>
            <a:custGeom>
              <a:avLst/>
              <a:gdLst/>
              <a:ahLst/>
              <a:cxnLst/>
              <a:rect l="0" t="0" r="0" b="0"/>
              <a:pathLst>
                <a:path w="13241" h="25721">
                  <a:moveTo>
                    <a:pt x="13241" y="0"/>
                  </a:moveTo>
                  <a:lnTo>
                    <a:pt x="0" y="25721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1" name="Input_receptor__280">
              <a:extLst>
                <a:ext uri="{FF2B5EF4-FFF2-40B4-BE49-F238E27FC236}">
                  <a16:creationId xmlns:a16="http://schemas.microsoft.com/office/drawing/2014/main" id="{553A3FB8-0D88-6EBF-38BB-BE08AB1F9452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89436"/>
              <a:ext cx="32586" cy="21650"/>
            </a:xfrm>
            <a:custGeom>
              <a:avLst/>
              <a:gdLst/>
              <a:ahLst/>
              <a:cxnLst/>
              <a:rect l="0" t="0" r="0" b="0"/>
              <a:pathLst>
                <a:path w="32586" h="21650">
                  <a:moveTo>
                    <a:pt x="32586" y="0"/>
                  </a:moveTo>
                  <a:lnTo>
                    <a:pt x="0" y="2165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2" name="Input_receptor__281">
              <a:extLst>
                <a:ext uri="{FF2B5EF4-FFF2-40B4-BE49-F238E27FC236}">
                  <a16:creationId xmlns:a16="http://schemas.microsoft.com/office/drawing/2014/main" id="{27FF9839-6CD6-C384-F803-FB3F4DE5E273}"/>
                </a:ext>
              </a:extLst>
            </p:cNvPr>
            <p:cNvSpPr>
              <a:spLocks noGrp="1"/>
            </p:cNvSpPr>
            <p:nvPr/>
          </p:nvSpPr>
          <p:spPr>
            <a:xfrm>
              <a:off x="1310334" y="5248089"/>
              <a:ext cx="3042" cy="41346"/>
            </a:xfrm>
            <a:custGeom>
              <a:avLst/>
              <a:gdLst/>
              <a:ahLst/>
              <a:cxnLst/>
              <a:rect l="0" t="0" r="0" b="0"/>
              <a:pathLst>
                <a:path w="3042" h="41346">
                  <a:moveTo>
                    <a:pt x="0" y="0"/>
                  </a:moveTo>
                  <a:lnTo>
                    <a:pt x="3042" y="41346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3" name="Input_receptor__282">
              <a:extLst>
                <a:ext uri="{FF2B5EF4-FFF2-40B4-BE49-F238E27FC236}">
                  <a16:creationId xmlns:a16="http://schemas.microsoft.com/office/drawing/2014/main" id="{D6552BE6-831D-8518-ADB0-769E83AA12D2}"/>
                </a:ext>
              </a:extLst>
            </p:cNvPr>
            <p:cNvSpPr>
              <a:spLocks noGrp="1"/>
            </p:cNvSpPr>
            <p:nvPr/>
          </p:nvSpPr>
          <p:spPr>
            <a:xfrm>
              <a:off x="1272083" y="5429699"/>
              <a:ext cx="46986" cy="10958"/>
            </a:xfrm>
            <a:custGeom>
              <a:avLst/>
              <a:gdLst/>
              <a:ahLst/>
              <a:cxnLst/>
              <a:rect l="0" t="0" r="0" b="0"/>
              <a:pathLst>
                <a:path w="46986" h="10958">
                  <a:moveTo>
                    <a:pt x="0" y="0"/>
                  </a:moveTo>
                  <a:lnTo>
                    <a:pt x="46986" y="10958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4" name="Input_receptor__283">
              <a:extLst>
                <a:ext uri="{FF2B5EF4-FFF2-40B4-BE49-F238E27FC236}">
                  <a16:creationId xmlns:a16="http://schemas.microsoft.com/office/drawing/2014/main" id="{35623B7E-D6CE-F510-670C-CCA5FA14128D}"/>
                </a:ext>
              </a:extLst>
            </p:cNvPr>
            <p:cNvSpPr>
              <a:spLocks noGrp="1"/>
            </p:cNvSpPr>
            <p:nvPr/>
          </p:nvSpPr>
          <p:spPr>
            <a:xfrm>
              <a:off x="1834429" y="5240184"/>
              <a:ext cx="44783" cy="15795"/>
            </a:xfrm>
            <a:custGeom>
              <a:avLst/>
              <a:gdLst/>
              <a:ahLst/>
              <a:cxnLst/>
              <a:rect l="0" t="0" r="0" b="0"/>
              <a:pathLst>
                <a:path w="44783" h="15795">
                  <a:moveTo>
                    <a:pt x="0" y="15795"/>
                  </a:moveTo>
                  <a:lnTo>
                    <a:pt x="44783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5" name="Input_receptor__284">
              <a:extLst>
                <a:ext uri="{FF2B5EF4-FFF2-40B4-BE49-F238E27FC236}">
                  <a16:creationId xmlns:a16="http://schemas.microsoft.com/office/drawing/2014/main" id="{596F7B8A-0F4B-1B73-3EDB-B726CDE95BBC}"/>
                </a:ext>
              </a:extLst>
            </p:cNvPr>
            <p:cNvSpPr>
              <a:spLocks noGrp="1"/>
            </p:cNvSpPr>
            <p:nvPr/>
          </p:nvSpPr>
          <p:spPr>
            <a:xfrm>
              <a:off x="1399141" y="5269127"/>
              <a:ext cx="47383" cy="5571"/>
            </a:xfrm>
            <a:custGeom>
              <a:avLst/>
              <a:gdLst/>
              <a:ahLst/>
              <a:cxnLst/>
              <a:rect l="0" t="0" r="0" b="0"/>
              <a:pathLst>
                <a:path w="47383" h="5571">
                  <a:moveTo>
                    <a:pt x="47383" y="5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6" name="Input_receptor__285">
              <a:extLst>
                <a:ext uri="{FF2B5EF4-FFF2-40B4-BE49-F238E27FC236}">
                  <a16:creationId xmlns:a16="http://schemas.microsoft.com/office/drawing/2014/main" id="{ED27F8E8-8254-9EAA-EFB8-275D8E3284A6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72324"/>
              <a:ext cx="36087" cy="21235"/>
            </a:xfrm>
            <a:custGeom>
              <a:avLst/>
              <a:gdLst/>
              <a:ahLst/>
              <a:cxnLst/>
              <a:rect l="0" t="0" r="0" b="0"/>
              <a:pathLst>
                <a:path w="36087" h="21235">
                  <a:moveTo>
                    <a:pt x="36087" y="0"/>
                  </a:moveTo>
                  <a:lnTo>
                    <a:pt x="0" y="2123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7" name="Input_receptor__286">
              <a:extLst>
                <a:ext uri="{FF2B5EF4-FFF2-40B4-BE49-F238E27FC236}">
                  <a16:creationId xmlns:a16="http://schemas.microsoft.com/office/drawing/2014/main" id="{095BBBEC-28CC-69A6-E88B-F36BA4E1D628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35325" cy="21764"/>
            </a:xfrm>
            <a:custGeom>
              <a:avLst/>
              <a:gdLst/>
              <a:ahLst/>
              <a:cxnLst/>
              <a:rect l="0" t="0" r="0" b="0"/>
              <a:pathLst>
                <a:path w="35325" h="21764">
                  <a:moveTo>
                    <a:pt x="35325" y="21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8" name="Input_receptor__287">
              <a:extLst>
                <a:ext uri="{FF2B5EF4-FFF2-40B4-BE49-F238E27FC236}">
                  <a16:creationId xmlns:a16="http://schemas.microsoft.com/office/drawing/2014/main" id="{FB95E9A7-7162-28A3-AA36-5CA761480EEB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6226"/>
              <a:ext cx="22278" cy="22255"/>
            </a:xfrm>
            <a:custGeom>
              <a:avLst/>
              <a:gdLst/>
              <a:ahLst/>
              <a:cxnLst/>
              <a:rect l="0" t="0" r="0" b="0"/>
              <a:pathLst>
                <a:path w="22278" h="22255">
                  <a:moveTo>
                    <a:pt x="22278" y="0"/>
                  </a:moveTo>
                  <a:lnTo>
                    <a:pt x="0" y="2225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9" name="Input_receptor__288">
              <a:extLst>
                <a:ext uri="{FF2B5EF4-FFF2-40B4-BE49-F238E27FC236}">
                  <a16:creationId xmlns:a16="http://schemas.microsoft.com/office/drawing/2014/main" id="{7383D033-1C4C-D914-9231-2617B9FC7C24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287668"/>
              <a:ext cx="2800" cy="40760"/>
            </a:xfrm>
            <a:custGeom>
              <a:avLst/>
              <a:gdLst/>
              <a:ahLst/>
              <a:cxnLst/>
              <a:rect l="0" t="0" r="0" b="0"/>
              <a:pathLst>
                <a:path w="2800" h="40760">
                  <a:moveTo>
                    <a:pt x="0" y="40760"/>
                  </a:moveTo>
                  <a:lnTo>
                    <a:pt x="280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0" name="Input_receptor__289">
              <a:extLst>
                <a:ext uri="{FF2B5EF4-FFF2-40B4-BE49-F238E27FC236}">
                  <a16:creationId xmlns:a16="http://schemas.microsoft.com/office/drawing/2014/main" id="{E1FCC1B3-C851-EB63-9FD4-0BA7C0B7E642}"/>
                </a:ext>
              </a:extLst>
            </p:cNvPr>
            <p:cNvSpPr>
              <a:spLocks noGrp="1"/>
            </p:cNvSpPr>
            <p:nvPr/>
          </p:nvSpPr>
          <p:spPr>
            <a:xfrm>
              <a:off x="1224316" y="5547938"/>
              <a:ext cx="15015" cy="26067"/>
            </a:xfrm>
            <a:custGeom>
              <a:avLst/>
              <a:gdLst/>
              <a:ahLst/>
              <a:cxnLst/>
              <a:rect l="0" t="0" r="0" b="0"/>
              <a:pathLst>
                <a:path w="15015" h="26067">
                  <a:moveTo>
                    <a:pt x="15015" y="26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1" name="Input_receptor__290">
              <a:extLst>
                <a:ext uri="{FF2B5EF4-FFF2-40B4-BE49-F238E27FC236}">
                  <a16:creationId xmlns:a16="http://schemas.microsoft.com/office/drawing/2014/main" id="{C830BDB0-833F-DBD1-DF97-BB3F13E6C2EF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1864"/>
              <a:ext cx="33557" cy="4120"/>
            </a:xfrm>
            <a:custGeom>
              <a:avLst/>
              <a:gdLst/>
              <a:ahLst/>
              <a:cxnLst/>
              <a:rect l="0" t="0" r="0" b="0"/>
              <a:pathLst>
                <a:path w="33557" h="4120">
                  <a:moveTo>
                    <a:pt x="33557" y="0"/>
                  </a:moveTo>
                  <a:lnTo>
                    <a:pt x="0" y="412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2" name="Input_receptor__291">
              <a:extLst>
                <a:ext uri="{FF2B5EF4-FFF2-40B4-BE49-F238E27FC236}">
                  <a16:creationId xmlns:a16="http://schemas.microsoft.com/office/drawing/2014/main" id="{7EC5B713-AD69-785C-C325-ED476F082432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42286"/>
              <a:ext cx="23870" cy="18740"/>
            </a:xfrm>
            <a:custGeom>
              <a:avLst/>
              <a:gdLst/>
              <a:ahLst/>
              <a:cxnLst/>
              <a:rect l="0" t="0" r="0" b="0"/>
              <a:pathLst>
                <a:path w="23870" h="18740">
                  <a:moveTo>
                    <a:pt x="23870" y="0"/>
                  </a:moveTo>
                  <a:lnTo>
                    <a:pt x="0" y="1874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3" name="Input_receptor__292">
              <a:extLst>
                <a:ext uri="{FF2B5EF4-FFF2-40B4-BE49-F238E27FC236}">
                  <a16:creationId xmlns:a16="http://schemas.microsoft.com/office/drawing/2014/main" id="{14DDA715-CBAC-A726-EC84-10C5A9782636}"/>
                </a:ext>
              </a:extLst>
            </p:cNvPr>
            <p:cNvSpPr>
              <a:spLocks noGrp="1"/>
            </p:cNvSpPr>
            <p:nvPr/>
          </p:nvSpPr>
          <p:spPr>
            <a:xfrm>
              <a:off x="1124160" y="5319753"/>
              <a:ext cx="4842" cy="46794"/>
            </a:xfrm>
            <a:custGeom>
              <a:avLst/>
              <a:gdLst/>
              <a:ahLst/>
              <a:cxnLst/>
              <a:rect l="0" t="0" r="0" b="0"/>
              <a:pathLst>
                <a:path w="4842" h="46794">
                  <a:moveTo>
                    <a:pt x="0" y="46794"/>
                  </a:moveTo>
                  <a:lnTo>
                    <a:pt x="4842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4" name="Input_receptor__293">
              <a:extLst>
                <a:ext uri="{FF2B5EF4-FFF2-40B4-BE49-F238E27FC236}">
                  <a16:creationId xmlns:a16="http://schemas.microsoft.com/office/drawing/2014/main" id="{51B6FBD5-D801-78A8-4A03-0E0AA9820BD1}"/>
                </a:ext>
              </a:extLst>
            </p:cNvPr>
            <p:cNvSpPr>
              <a:spLocks noGrp="1"/>
            </p:cNvSpPr>
            <p:nvPr/>
          </p:nvSpPr>
          <p:spPr>
            <a:xfrm>
              <a:off x="1440569" y="5274698"/>
              <a:ext cx="5954" cy="47082"/>
            </a:xfrm>
            <a:custGeom>
              <a:avLst/>
              <a:gdLst/>
              <a:ahLst/>
              <a:cxnLst/>
              <a:rect l="0" t="0" r="0" b="0"/>
              <a:pathLst>
                <a:path w="5954" h="47082">
                  <a:moveTo>
                    <a:pt x="0" y="47082"/>
                  </a:moveTo>
                  <a:lnTo>
                    <a:pt x="5954" y="0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5" name="Input_receptor__294">
              <a:extLst>
                <a:ext uri="{FF2B5EF4-FFF2-40B4-BE49-F238E27FC236}">
                  <a16:creationId xmlns:a16="http://schemas.microsoft.com/office/drawing/2014/main" id="{560C82B2-9A9F-A53C-C73D-5FCE9A575551}"/>
                </a:ext>
              </a:extLst>
            </p:cNvPr>
            <p:cNvSpPr>
              <a:spLocks noGrp="1"/>
            </p:cNvSpPr>
            <p:nvPr/>
          </p:nvSpPr>
          <p:spPr>
            <a:xfrm>
              <a:off x="1759889" y="4799715"/>
              <a:ext cx="7334" cy="38194"/>
            </a:xfrm>
            <a:custGeom>
              <a:avLst/>
              <a:gdLst/>
              <a:ahLst/>
              <a:cxnLst/>
              <a:rect l="0" t="0" r="0" b="0"/>
              <a:pathLst>
                <a:path w="7334" h="38194">
                  <a:moveTo>
                    <a:pt x="7334" y="0"/>
                  </a:moveTo>
                  <a:lnTo>
                    <a:pt x="0" y="38194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6" name="Input_receptor__295">
              <a:extLst>
                <a:ext uri="{FF2B5EF4-FFF2-40B4-BE49-F238E27FC236}">
                  <a16:creationId xmlns:a16="http://schemas.microsoft.com/office/drawing/2014/main" id="{9EDABCF7-4926-8303-9638-9B666170DF9E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4995516"/>
              <a:ext cx="42857" cy="22036"/>
            </a:xfrm>
            <a:custGeom>
              <a:avLst/>
              <a:gdLst/>
              <a:ahLst/>
              <a:cxnLst/>
              <a:rect l="0" t="0" r="0" b="0"/>
              <a:pathLst>
                <a:path w="42857" h="22036">
                  <a:moveTo>
                    <a:pt x="42857" y="0"/>
                  </a:moveTo>
                  <a:lnTo>
                    <a:pt x="0" y="22036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7" name="Input_receptor__296">
              <a:extLst>
                <a:ext uri="{FF2B5EF4-FFF2-40B4-BE49-F238E27FC236}">
                  <a16:creationId xmlns:a16="http://schemas.microsoft.com/office/drawing/2014/main" id="{4E55E7A7-BD2B-C707-DE48-4526D1030F81}"/>
                </a:ext>
              </a:extLst>
            </p:cNvPr>
            <p:cNvSpPr>
              <a:spLocks noGrp="1"/>
            </p:cNvSpPr>
            <p:nvPr/>
          </p:nvSpPr>
          <p:spPr>
            <a:xfrm>
              <a:off x="1746180" y="4918931"/>
              <a:ext cx="29881" cy="23355"/>
            </a:xfrm>
            <a:custGeom>
              <a:avLst/>
              <a:gdLst/>
              <a:ahLst/>
              <a:cxnLst/>
              <a:rect l="0" t="0" r="0" b="0"/>
              <a:pathLst>
                <a:path w="29881" h="23355">
                  <a:moveTo>
                    <a:pt x="29881" y="0"/>
                  </a:moveTo>
                  <a:lnTo>
                    <a:pt x="0" y="23355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8" name="Input_receptor__297">
              <a:extLst>
                <a:ext uri="{FF2B5EF4-FFF2-40B4-BE49-F238E27FC236}">
                  <a16:creationId xmlns:a16="http://schemas.microsoft.com/office/drawing/2014/main" id="{1C986B19-09E4-8308-2485-EE7DEBECDC6F}"/>
                </a:ext>
              </a:extLst>
            </p:cNvPr>
            <p:cNvSpPr>
              <a:spLocks noGrp="1"/>
            </p:cNvSpPr>
            <p:nvPr/>
          </p:nvSpPr>
          <p:spPr>
            <a:xfrm>
              <a:off x="1302524" y="5440657"/>
              <a:ext cx="16546" cy="41207"/>
            </a:xfrm>
            <a:custGeom>
              <a:avLst/>
              <a:gdLst/>
              <a:ahLst/>
              <a:cxnLst/>
              <a:rect l="0" t="0" r="0" b="0"/>
              <a:pathLst>
                <a:path w="16546" h="41207">
                  <a:moveTo>
                    <a:pt x="16546" y="0"/>
                  </a:moveTo>
                  <a:lnTo>
                    <a:pt x="0" y="41207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9" name="Input_receptor__298">
              <a:extLst>
                <a:ext uri="{FF2B5EF4-FFF2-40B4-BE49-F238E27FC236}">
                  <a16:creationId xmlns:a16="http://schemas.microsoft.com/office/drawing/2014/main" id="{354FC31F-6B50-0DCA-2F57-B7FCAC8BAB1F}"/>
                </a:ext>
              </a:extLst>
            </p:cNvPr>
            <p:cNvSpPr>
              <a:spLocks noGrp="1"/>
            </p:cNvSpPr>
            <p:nvPr/>
          </p:nvSpPr>
          <p:spPr>
            <a:xfrm>
              <a:off x="1751960" y="4837908"/>
              <a:ext cx="7928" cy="28841"/>
            </a:xfrm>
            <a:custGeom>
              <a:avLst/>
              <a:gdLst/>
              <a:ahLst/>
              <a:cxnLst/>
              <a:rect l="0" t="0" r="0" b="0"/>
              <a:pathLst>
                <a:path w="7928" h="28841">
                  <a:moveTo>
                    <a:pt x="7928" y="0"/>
                  </a:moveTo>
                  <a:lnTo>
                    <a:pt x="0" y="28841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0" name="Input_receptor__299">
              <a:extLst>
                <a:ext uri="{FF2B5EF4-FFF2-40B4-BE49-F238E27FC236}">
                  <a16:creationId xmlns:a16="http://schemas.microsoft.com/office/drawing/2014/main" id="{CE186742-C1E4-714C-61D0-E98AEA782B7F}"/>
                </a:ext>
              </a:extLst>
            </p:cNvPr>
            <p:cNvSpPr>
              <a:spLocks noGrp="1"/>
            </p:cNvSpPr>
            <p:nvPr/>
          </p:nvSpPr>
          <p:spPr>
            <a:xfrm>
              <a:off x="1186769" y="5483024"/>
              <a:ext cx="37976" cy="17383"/>
            </a:xfrm>
            <a:custGeom>
              <a:avLst/>
              <a:gdLst/>
              <a:ahLst/>
              <a:cxnLst/>
              <a:rect l="0" t="0" r="0" b="0"/>
              <a:pathLst>
                <a:path w="37976" h="17383">
                  <a:moveTo>
                    <a:pt x="37976" y="1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1" name="Input_receptor__300">
              <a:extLst>
                <a:ext uri="{FF2B5EF4-FFF2-40B4-BE49-F238E27FC236}">
                  <a16:creationId xmlns:a16="http://schemas.microsoft.com/office/drawing/2014/main" id="{E326A970-6CEB-DD80-A3E7-72955127CB2F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831"/>
              <a:ext cx="5231" cy="7353"/>
            </a:xfrm>
            <a:custGeom>
              <a:avLst/>
              <a:gdLst/>
              <a:ahLst/>
              <a:cxnLst/>
              <a:rect l="0" t="0" r="0" b="0"/>
              <a:pathLst>
                <a:path w="5231" h="7353">
                  <a:moveTo>
                    <a:pt x="5231" y="7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2" name="Input_receptor__301">
              <a:extLst>
                <a:ext uri="{FF2B5EF4-FFF2-40B4-BE49-F238E27FC236}">
                  <a16:creationId xmlns:a16="http://schemas.microsoft.com/office/drawing/2014/main" id="{3FD9ADBF-DAEF-C2CD-798C-CD3E7151AE2D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574005"/>
              <a:ext cx="37397" cy="29396"/>
            </a:xfrm>
            <a:custGeom>
              <a:avLst/>
              <a:gdLst/>
              <a:ahLst/>
              <a:cxnLst/>
              <a:rect l="0" t="0" r="0" b="0"/>
              <a:pathLst>
                <a:path w="37397" h="29396">
                  <a:moveTo>
                    <a:pt x="0" y="29396"/>
                  </a:moveTo>
                  <a:lnTo>
                    <a:pt x="37397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3" name="Input_receptor__302">
              <a:extLst>
                <a:ext uri="{FF2B5EF4-FFF2-40B4-BE49-F238E27FC236}">
                  <a16:creationId xmlns:a16="http://schemas.microsoft.com/office/drawing/2014/main" id="{54352004-96BA-5724-120B-8602AED895A4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9127"/>
              <a:ext cx="8009" cy="23048"/>
            </a:xfrm>
            <a:custGeom>
              <a:avLst/>
              <a:gdLst/>
              <a:ahLst/>
              <a:cxnLst/>
              <a:rect l="0" t="0" r="0" b="0"/>
              <a:pathLst>
                <a:path w="8009" h="23048">
                  <a:moveTo>
                    <a:pt x="8009" y="0"/>
                  </a:moveTo>
                  <a:lnTo>
                    <a:pt x="0" y="23048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4" name="Input_receptor__303">
              <a:extLst>
                <a:ext uri="{FF2B5EF4-FFF2-40B4-BE49-F238E27FC236}">
                  <a16:creationId xmlns:a16="http://schemas.microsoft.com/office/drawing/2014/main" id="{A33EFF38-36E5-9559-45E4-CB69FDEC7AB4}"/>
                </a:ext>
              </a:extLst>
            </p:cNvPr>
            <p:cNvSpPr>
              <a:spLocks noGrp="1"/>
            </p:cNvSpPr>
            <p:nvPr/>
          </p:nvSpPr>
          <p:spPr>
            <a:xfrm>
              <a:off x="1868969" y="5174865"/>
              <a:ext cx="43100" cy="8671"/>
            </a:xfrm>
            <a:custGeom>
              <a:avLst/>
              <a:gdLst/>
              <a:ahLst/>
              <a:cxnLst/>
              <a:rect l="0" t="0" r="0" b="0"/>
              <a:pathLst>
                <a:path w="43100" h="8671">
                  <a:moveTo>
                    <a:pt x="43100" y="8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5" name="Input_receptor__304">
              <a:extLst>
                <a:ext uri="{FF2B5EF4-FFF2-40B4-BE49-F238E27FC236}">
                  <a16:creationId xmlns:a16="http://schemas.microsoft.com/office/drawing/2014/main" id="{EA8B71C1-5B4E-62F2-D207-D001A6D3FF09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66749"/>
              <a:ext cx="37954" cy="22472"/>
            </a:xfrm>
            <a:custGeom>
              <a:avLst/>
              <a:gdLst/>
              <a:ahLst/>
              <a:cxnLst/>
              <a:rect l="0" t="0" r="0" b="0"/>
              <a:pathLst>
                <a:path w="37954" h="22472">
                  <a:moveTo>
                    <a:pt x="37954" y="0"/>
                  </a:moveTo>
                  <a:lnTo>
                    <a:pt x="0" y="22472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6" name="Input_receptor__305">
              <a:extLst>
                <a:ext uri="{FF2B5EF4-FFF2-40B4-BE49-F238E27FC236}">
                  <a16:creationId xmlns:a16="http://schemas.microsoft.com/office/drawing/2014/main" id="{110D6FDB-5EFE-623B-D3C9-16F7320152A7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29699"/>
              <a:ext cx="5985" cy="7934"/>
            </a:xfrm>
            <a:custGeom>
              <a:avLst/>
              <a:gdLst/>
              <a:ahLst/>
              <a:cxnLst/>
              <a:rect l="0" t="0" r="0" b="0"/>
              <a:pathLst>
                <a:path w="5985" h="7934">
                  <a:moveTo>
                    <a:pt x="0" y="7934"/>
                  </a:moveTo>
                  <a:lnTo>
                    <a:pt x="5985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7" name="Input_receptor__306">
              <a:extLst>
                <a:ext uri="{FF2B5EF4-FFF2-40B4-BE49-F238E27FC236}">
                  <a16:creationId xmlns:a16="http://schemas.microsoft.com/office/drawing/2014/main" id="{1F92C2A1-6C62-8981-477B-954AC71F36F9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78922"/>
              <a:ext cx="24503" cy="4102"/>
            </a:xfrm>
            <a:custGeom>
              <a:avLst/>
              <a:gdLst/>
              <a:ahLst/>
              <a:cxnLst/>
              <a:rect l="0" t="0" r="0" b="0"/>
              <a:pathLst>
                <a:path w="24503" h="4102">
                  <a:moveTo>
                    <a:pt x="24503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8" name="Input_receptor__307">
              <a:extLst>
                <a:ext uri="{FF2B5EF4-FFF2-40B4-BE49-F238E27FC236}">
                  <a16:creationId xmlns:a16="http://schemas.microsoft.com/office/drawing/2014/main" id="{85C11ECB-3628-F5D1-13EC-6BF966772B27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328428"/>
              <a:ext cx="31499" cy="31269"/>
            </a:xfrm>
            <a:custGeom>
              <a:avLst/>
              <a:gdLst/>
              <a:ahLst/>
              <a:cxnLst/>
              <a:rect l="0" t="0" r="0" b="0"/>
              <a:pathLst>
                <a:path w="31499" h="31269">
                  <a:moveTo>
                    <a:pt x="31499" y="312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9" name="Input_receptor__308">
              <a:extLst>
                <a:ext uri="{FF2B5EF4-FFF2-40B4-BE49-F238E27FC236}">
                  <a16:creationId xmlns:a16="http://schemas.microsoft.com/office/drawing/2014/main" id="{F64CD266-F3C5-2E5B-D2D5-030BD8FCB42B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32514"/>
              <a:ext cx="14721" cy="12607"/>
            </a:xfrm>
            <a:custGeom>
              <a:avLst/>
              <a:gdLst/>
              <a:ahLst/>
              <a:cxnLst/>
              <a:rect l="0" t="0" r="0" b="0"/>
              <a:pathLst>
                <a:path w="14721" h="12607">
                  <a:moveTo>
                    <a:pt x="0" y="12607"/>
                  </a:moveTo>
                  <a:lnTo>
                    <a:pt x="14721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0" name="Input_receptor__309">
              <a:extLst>
                <a:ext uri="{FF2B5EF4-FFF2-40B4-BE49-F238E27FC236}">
                  <a16:creationId xmlns:a16="http://schemas.microsoft.com/office/drawing/2014/main" id="{6E813032-FB4B-5BEC-563B-A71842AA9B1B}"/>
                </a:ext>
              </a:extLst>
            </p:cNvPr>
            <p:cNvSpPr>
              <a:spLocks noGrp="1"/>
            </p:cNvSpPr>
            <p:nvPr/>
          </p:nvSpPr>
          <p:spPr>
            <a:xfrm>
              <a:off x="1879212" y="5226691"/>
              <a:ext cx="17434" cy="13493"/>
            </a:xfrm>
            <a:custGeom>
              <a:avLst/>
              <a:gdLst/>
              <a:ahLst/>
              <a:cxnLst/>
              <a:rect l="0" t="0" r="0" b="0"/>
              <a:pathLst>
                <a:path w="17434" h="13493">
                  <a:moveTo>
                    <a:pt x="0" y="13493"/>
                  </a:moveTo>
                  <a:lnTo>
                    <a:pt x="17434" y="0"/>
                  </a:lnTo>
                </a:path>
              </a:pathLst>
            </a:custGeom>
            <a:noFill/>
            <a:ln w="20003">
              <a:solidFill>
                <a:srgbClr val="6F8493"/>
              </a:solidFill>
            </a:ln>
          </p:spPr>
        </p:sp>
        <p:sp>
          <p:nvSpPr>
            <p:cNvPr id="311" name="Input_receptor__310">
              <a:extLst>
                <a:ext uri="{FF2B5EF4-FFF2-40B4-BE49-F238E27FC236}">
                  <a16:creationId xmlns:a16="http://schemas.microsoft.com/office/drawing/2014/main" id="{3D9E0876-1EBF-A15B-128C-0D6218CAE912}"/>
                </a:ext>
              </a:extLst>
            </p:cNvPr>
            <p:cNvSpPr>
              <a:spLocks noGrp="1"/>
            </p:cNvSpPr>
            <p:nvPr/>
          </p:nvSpPr>
          <p:spPr>
            <a:xfrm>
              <a:off x="1033448" y="5270893"/>
              <a:ext cx="47228" cy="8065"/>
            </a:xfrm>
            <a:custGeom>
              <a:avLst/>
              <a:gdLst/>
              <a:ahLst/>
              <a:cxnLst/>
              <a:rect l="0" t="0" r="0" b="0"/>
              <a:pathLst>
                <a:path w="47228" h="8065">
                  <a:moveTo>
                    <a:pt x="47228" y="0"/>
                  </a:moveTo>
                  <a:lnTo>
                    <a:pt x="0" y="8065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2" name="Input_receptor__311">
              <a:extLst>
                <a:ext uri="{FF2B5EF4-FFF2-40B4-BE49-F238E27FC236}">
                  <a16:creationId xmlns:a16="http://schemas.microsoft.com/office/drawing/2014/main" id="{BD9058CB-9A96-91E2-1B5C-C349961FBDE5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16022"/>
              <a:ext cx="47390" cy="9745"/>
            </a:xfrm>
            <a:custGeom>
              <a:avLst/>
              <a:gdLst/>
              <a:ahLst/>
              <a:cxnLst/>
              <a:rect l="0" t="0" r="0" b="0"/>
              <a:pathLst>
                <a:path w="47390" h="9745">
                  <a:moveTo>
                    <a:pt x="47390" y="9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3" name="Input_receptor__312">
              <a:extLst>
                <a:ext uri="{FF2B5EF4-FFF2-40B4-BE49-F238E27FC236}">
                  <a16:creationId xmlns:a16="http://schemas.microsoft.com/office/drawing/2014/main" id="{AA001687-F6F3-3872-A4E7-261CDE100B5D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74865"/>
              <a:ext cx="22543" cy="9027"/>
            </a:xfrm>
            <a:custGeom>
              <a:avLst/>
              <a:gdLst/>
              <a:ahLst/>
              <a:cxnLst/>
              <a:rect l="0" t="0" r="0" b="0"/>
              <a:pathLst>
                <a:path w="22543" h="9027">
                  <a:moveTo>
                    <a:pt x="22543" y="0"/>
                  </a:moveTo>
                  <a:lnTo>
                    <a:pt x="0" y="9027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4" name="Input_receptor__313">
              <a:extLst>
                <a:ext uri="{FF2B5EF4-FFF2-40B4-BE49-F238E27FC236}">
                  <a16:creationId xmlns:a16="http://schemas.microsoft.com/office/drawing/2014/main" id="{55629252-4500-321A-8BCB-88FFDC62C6FB}"/>
                </a:ext>
              </a:extLst>
            </p:cNvPr>
            <p:cNvSpPr>
              <a:spLocks noGrp="1"/>
            </p:cNvSpPr>
            <p:nvPr/>
          </p:nvSpPr>
          <p:spPr>
            <a:xfrm>
              <a:off x="1274872" y="5190135"/>
              <a:ext cx="26256" cy="32110"/>
            </a:xfrm>
            <a:custGeom>
              <a:avLst/>
              <a:gdLst/>
              <a:ahLst/>
              <a:cxnLst/>
              <a:rect l="0" t="0" r="0" b="0"/>
              <a:pathLst>
                <a:path w="26256" h="32110">
                  <a:moveTo>
                    <a:pt x="0" y="0"/>
                  </a:moveTo>
                  <a:lnTo>
                    <a:pt x="26256" y="3211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5" name="Input_receptor__314">
              <a:extLst>
                <a:ext uri="{FF2B5EF4-FFF2-40B4-BE49-F238E27FC236}">
                  <a16:creationId xmlns:a16="http://schemas.microsoft.com/office/drawing/2014/main" id="{0AE794BE-25F9-3AE9-A5B7-540A7781D153}"/>
                </a:ext>
              </a:extLst>
            </p:cNvPr>
            <p:cNvSpPr>
              <a:spLocks noGrp="1"/>
            </p:cNvSpPr>
            <p:nvPr/>
          </p:nvSpPr>
          <p:spPr>
            <a:xfrm>
              <a:off x="1689187" y="5217366"/>
              <a:ext cx="25311" cy="39109"/>
            </a:xfrm>
            <a:custGeom>
              <a:avLst/>
              <a:gdLst/>
              <a:ahLst/>
              <a:cxnLst/>
              <a:rect l="0" t="0" r="0" b="0"/>
              <a:pathLst>
                <a:path w="25311" h="39109">
                  <a:moveTo>
                    <a:pt x="25311" y="39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6" name="Input_receptor__315">
              <a:extLst>
                <a:ext uri="{FF2B5EF4-FFF2-40B4-BE49-F238E27FC236}">
                  <a16:creationId xmlns:a16="http://schemas.microsoft.com/office/drawing/2014/main" id="{85182367-E2BC-AA19-1F43-2A430A1E8A64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19783" cy="10859"/>
            </a:xfrm>
            <a:custGeom>
              <a:avLst/>
              <a:gdLst/>
              <a:ahLst/>
              <a:cxnLst/>
              <a:rect l="0" t="0" r="0" b="0"/>
              <a:pathLst>
                <a:path w="19783" h="10859">
                  <a:moveTo>
                    <a:pt x="0" y="0"/>
                  </a:moveTo>
                  <a:lnTo>
                    <a:pt x="19783" y="10859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7" name="Input_receptor__316">
              <a:extLst>
                <a:ext uri="{FF2B5EF4-FFF2-40B4-BE49-F238E27FC236}">
                  <a16:creationId xmlns:a16="http://schemas.microsoft.com/office/drawing/2014/main" id="{46BD26E7-7C4A-B2F8-E2EB-866807CAFFE0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0135"/>
              <a:ext cx="36502" cy="9790"/>
            </a:xfrm>
            <a:custGeom>
              <a:avLst/>
              <a:gdLst/>
              <a:ahLst/>
              <a:cxnLst/>
              <a:rect l="0" t="0" r="0" b="0"/>
              <a:pathLst>
                <a:path w="36502" h="9790">
                  <a:moveTo>
                    <a:pt x="0" y="9790"/>
                  </a:moveTo>
                  <a:lnTo>
                    <a:pt x="3650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8" name="Input_receptor__317">
              <a:extLst>
                <a:ext uri="{FF2B5EF4-FFF2-40B4-BE49-F238E27FC236}">
                  <a16:creationId xmlns:a16="http://schemas.microsoft.com/office/drawing/2014/main" id="{3283B345-0F36-33DD-81E8-C72EBEFB40D2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3968"/>
              <a:ext cx="25504" cy="24514"/>
            </a:xfrm>
            <a:custGeom>
              <a:avLst/>
              <a:gdLst/>
              <a:ahLst/>
              <a:cxnLst/>
              <a:rect l="0" t="0" r="0" b="0"/>
              <a:pathLst>
                <a:path w="25504" h="24514">
                  <a:moveTo>
                    <a:pt x="0" y="24514"/>
                  </a:moveTo>
                  <a:lnTo>
                    <a:pt x="25504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9" name="Input_receptor__318">
              <a:extLst>
                <a:ext uri="{FF2B5EF4-FFF2-40B4-BE49-F238E27FC236}">
                  <a16:creationId xmlns:a16="http://schemas.microsoft.com/office/drawing/2014/main" id="{11C35E13-E15B-2C95-E221-22340FAF1A7B}"/>
                </a:ext>
              </a:extLst>
            </p:cNvPr>
            <p:cNvSpPr>
              <a:spLocks noGrp="1"/>
            </p:cNvSpPr>
            <p:nvPr/>
          </p:nvSpPr>
          <p:spPr>
            <a:xfrm>
              <a:off x="1194773" y="5500407"/>
              <a:ext cx="29972" cy="32107"/>
            </a:xfrm>
            <a:custGeom>
              <a:avLst/>
              <a:gdLst/>
              <a:ahLst/>
              <a:cxnLst/>
              <a:rect l="0" t="0" r="0" b="0"/>
              <a:pathLst>
                <a:path w="29972" h="32107">
                  <a:moveTo>
                    <a:pt x="0" y="32107"/>
                  </a:moveTo>
                  <a:lnTo>
                    <a:pt x="2997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0" name="Input_receptor__319">
              <a:extLst>
                <a:ext uri="{FF2B5EF4-FFF2-40B4-BE49-F238E27FC236}">
                  <a16:creationId xmlns:a16="http://schemas.microsoft.com/office/drawing/2014/main" id="{6F4E467C-44CE-09F8-DA39-2B887E46276A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110"/>
              <a:ext cx="45901" cy="293"/>
            </a:xfrm>
            <a:custGeom>
              <a:avLst/>
              <a:gdLst/>
              <a:ahLst/>
              <a:cxnLst/>
              <a:rect l="0" t="0" r="0" b="0"/>
              <a:pathLst>
                <a:path w="45901" h="293">
                  <a:moveTo>
                    <a:pt x="0" y="293"/>
                  </a:moveTo>
                  <a:lnTo>
                    <a:pt x="45901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1" name="Input_receptor__320">
              <a:extLst>
                <a:ext uri="{FF2B5EF4-FFF2-40B4-BE49-F238E27FC236}">
                  <a16:creationId xmlns:a16="http://schemas.microsoft.com/office/drawing/2014/main" id="{A94C571E-DA0F-9674-D026-6AA14E1B22B9}"/>
                </a:ext>
              </a:extLst>
            </p:cNvPr>
            <p:cNvSpPr>
              <a:spLocks noGrp="1"/>
            </p:cNvSpPr>
            <p:nvPr/>
          </p:nvSpPr>
          <p:spPr>
            <a:xfrm>
              <a:off x="1896646" y="5183536"/>
              <a:ext cx="15423" cy="43155"/>
            </a:xfrm>
            <a:custGeom>
              <a:avLst/>
              <a:gdLst/>
              <a:ahLst/>
              <a:cxnLst/>
              <a:rect l="0" t="0" r="0" b="0"/>
              <a:pathLst>
                <a:path w="15423" h="43155">
                  <a:moveTo>
                    <a:pt x="0" y="43155"/>
                  </a:moveTo>
                  <a:lnTo>
                    <a:pt x="15423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2" name="Input_receptor__321">
              <a:extLst>
                <a:ext uri="{FF2B5EF4-FFF2-40B4-BE49-F238E27FC236}">
                  <a16:creationId xmlns:a16="http://schemas.microsoft.com/office/drawing/2014/main" id="{465BD7D8-0391-9762-50FA-700ED3098952}"/>
                </a:ext>
              </a:extLst>
            </p:cNvPr>
            <p:cNvSpPr>
              <a:spLocks noGrp="1"/>
            </p:cNvSpPr>
            <p:nvPr/>
          </p:nvSpPr>
          <p:spPr>
            <a:xfrm>
              <a:off x="1267433" y="5222245"/>
              <a:ext cx="33695" cy="33939"/>
            </a:xfrm>
            <a:custGeom>
              <a:avLst/>
              <a:gdLst/>
              <a:ahLst/>
              <a:cxnLst/>
              <a:rect l="0" t="0" r="0" b="0"/>
              <a:pathLst>
                <a:path w="33695" h="33939">
                  <a:moveTo>
                    <a:pt x="33695" y="0"/>
                  </a:moveTo>
                  <a:lnTo>
                    <a:pt x="0" y="33939"/>
                  </a:lnTo>
                </a:path>
              </a:pathLst>
            </a:custGeom>
            <a:noFill/>
            <a:ln w="20003">
              <a:solidFill>
                <a:srgbClr val="718593"/>
              </a:solidFill>
            </a:ln>
          </p:spPr>
        </p:sp>
        <p:sp>
          <p:nvSpPr>
            <p:cNvPr id="323" name="Input_receptor__322">
              <a:extLst>
                <a:ext uri="{FF2B5EF4-FFF2-40B4-BE49-F238E27FC236}">
                  <a16:creationId xmlns:a16="http://schemas.microsoft.com/office/drawing/2014/main" id="{2A06A223-FC18-9F25-92B0-9A1E8271C62D}"/>
                </a:ext>
              </a:extLst>
            </p:cNvPr>
            <p:cNvSpPr>
              <a:spLocks noGrp="1"/>
            </p:cNvSpPr>
            <p:nvPr/>
          </p:nvSpPr>
          <p:spPr>
            <a:xfrm>
              <a:off x="1080675" y="5270893"/>
              <a:ext cx="7136" cy="43074"/>
            </a:xfrm>
            <a:custGeom>
              <a:avLst/>
              <a:gdLst/>
              <a:ahLst/>
              <a:cxnLst/>
              <a:rect l="0" t="0" r="0" b="0"/>
              <a:pathLst>
                <a:path w="7136" h="43074">
                  <a:moveTo>
                    <a:pt x="7136" y="43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4" name="Input_receptor__323">
              <a:extLst>
                <a:ext uri="{FF2B5EF4-FFF2-40B4-BE49-F238E27FC236}">
                  <a16:creationId xmlns:a16="http://schemas.microsoft.com/office/drawing/2014/main" id="{F5A019FF-3348-02B5-9219-7572B89495E7}"/>
                </a:ext>
              </a:extLst>
            </p:cNvPr>
            <p:cNvSpPr>
              <a:spLocks noGrp="1"/>
            </p:cNvSpPr>
            <p:nvPr/>
          </p:nvSpPr>
          <p:spPr>
            <a:xfrm>
              <a:off x="1293797" y="5375110"/>
              <a:ext cx="12316" cy="38573"/>
            </a:xfrm>
            <a:custGeom>
              <a:avLst/>
              <a:gdLst/>
              <a:ahLst/>
              <a:cxnLst/>
              <a:rect l="0" t="0" r="0" b="0"/>
              <a:pathLst>
                <a:path w="12316" h="38573">
                  <a:moveTo>
                    <a:pt x="0" y="0"/>
                  </a:moveTo>
                  <a:lnTo>
                    <a:pt x="12316" y="38573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5" name="Input_receptor__324">
              <a:extLst>
                <a:ext uri="{FF2B5EF4-FFF2-40B4-BE49-F238E27FC236}">
                  <a16:creationId xmlns:a16="http://schemas.microsoft.com/office/drawing/2014/main" id="{4B9E6B85-2486-BA38-739A-A18EE58DDEE2}"/>
                </a:ext>
              </a:extLst>
            </p:cNvPr>
            <p:cNvSpPr>
              <a:spLocks noGrp="1"/>
            </p:cNvSpPr>
            <p:nvPr/>
          </p:nvSpPr>
          <p:spPr>
            <a:xfrm>
              <a:off x="1767222" y="4799715"/>
              <a:ext cx="14309" cy="6543"/>
            </a:xfrm>
            <a:custGeom>
              <a:avLst/>
              <a:gdLst/>
              <a:ahLst/>
              <a:cxnLst/>
              <a:rect l="0" t="0" r="0" b="0"/>
              <a:pathLst>
                <a:path w="14309" h="6543">
                  <a:moveTo>
                    <a:pt x="14309" y="65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18594"/>
              </a:solidFill>
            </a:ln>
          </p:spPr>
        </p:sp>
        <p:sp>
          <p:nvSpPr>
            <p:cNvPr id="326" name="Input_receptor__325">
              <a:extLst>
                <a:ext uri="{FF2B5EF4-FFF2-40B4-BE49-F238E27FC236}">
                  <a16:creationId xmlns:a16="http://schemas.microsoft.com/office/drawing/2014/main" id="{6641ED15-0C60-6665-11E4-6B32FBF74DAE}"/>
                </a:ext>
              </a:extLst>
            </p:cNvPr>
            <p:cNvSpPr>
              <a:spLocks noGrp="1"/>
            </p:cNvSpPr>
            <p:nvPr/>
          </p:nvSpPr>
          <p:spPr>
            <a:xfrm>
              <a:off x="1199909" y="5425768"/>
              <a:ext cx="4179" cy="31445"/>
            </a:xfrm>
            <a:custGeom>
              <a:avLst/>
              <a:gdLst/>
              <a:ahLst/>
              <a:cxnLst/>
              <a:rect l="0" t="0" r="0" b="0"/>
              <a:pathLst>
                <a:path w="4179" h="31445">
                  <a:moveTo>
                    <a:pt x="0" y="31445"/>
                  </a:moveTo>
                  <a:lnTo>
                    <a:pt x="4179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7" name="Input_receptor__326">
              <a:extLst>
                <a:ext uri="{FF2B5EF4-FFF2-40B4-BE49-F238E27FC236}">
                  <a16:creationId xmlns:a16="http://schemas.microsoft.com/office/drawing/2014/main" id="{02812E7B-457D-8948-D341-B19B0F03845A}"/>
                </a:ext>
              </a:extLst>
            </p:cNvPr>
            <p:cNvSpPr>
              <a:spLocks noGrp="1"/>
            </p:cNvSpPr>
            <p:nvPr/>
          </p:nvSpPr>
          <p:spPr>
            <a:xfrm>
              <a:off x="1824696" y="5120306"/>
              <a:ext cx="48069" cy="5221"/>
            </a:xfrm>
            <a:custGeom>
              <a:avLst/>
              <a:gdLst/>
              <a:ahLst/>
              <a:cxnLst/>
              <a:rect l="0" t="0" r="0" b="0"/>
              <a:pathLst>
                <a:path w="48069" h="5221">
                  <a:moveTo>
                    <a:pt x="48069" y="0"/>
                  </a:moveTo>
                  <a:lnTo>
                    <a:pt x="0" y="5221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8" name="Input_receptor__327">
              <a:extLst>
                <a:ext uri="{FF2B5EF4-FFF2-40B4-BE49-F238E27FC236}">
                  <a16:creationId xmlns:a16="http://schemas.microsoft.com/office/drawing/2014/main" id="{97FCBF62-09DE-F71E-CD62-A38D5EA31B64}"/>
                </a:ext>
              </a:extLst>
            </p:cNvPr>
            <p:cNvSpPr>
              <a:spLocks noGrp="1"/>
            </p:cNvSpPr>
            <p:nvPr/>
          </p:nvSpPr>
          <p:spPr>
            <a:xfrm>
              <a:off x="1673709" y="5256475"/>
              <a:ext cx="40788" cy="20288"/>
            </a:xfrm>
            <a:custGeom>
              <a:avLst/>
              <a:gdLst/>
              <a:ahLst/>
              <a:cxnLst/>
              <a:rect l="0" t="0" r="0" b="0"/>
              <a:pathLst>
                <a:path w="40788" h="20288">
                  <a:moveTo>
                    <a:pt x="0" y="20288"/>
                  </a:moveTo>
                  <a:lnTo>
                    <a:pt x="40788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9" name="Input_receptor__328">
              <a:extLst>
                <a:ext uri="{FF2B5EF4-FFF2-40B4-BE49-F238E27FC236}">
                  <a16:creationId xmlns:a16="http://schemas.microsoft.com/office/drawing/2014/main" id="{0043D1B4-443F-E63A-A6C9-5B6E6854BDBD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24750"/>
              <a:ext cx="41987" cy="17188"/>
            </a:xfrm>
            <a:custGeom>
              <a:avLst/>
              <a:gdLst/>
              <a:ahLst/>
              <a:cxnLst/>
              <a:rect l="0" t="0" r="0" b="0"/>
              <a:pathLst>
                <a:path w="41987" h="17188">
                  <a:moveTo>
                    <a:pt x="41987" y="0"/>
                  </a:moveTo>
                  <a:lnTo>
                    <a:pt x="0" y="17188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0" name="Input_receptor__329">
              <a:extLst>
                <a:ext uri="{FF2B5EF4-FFF2-40B4-BE49-F238E27FC236}">
                  <a16:creationId xmlns:a16="http://schemas.microsoft.com/office/drawing/2014/main" id="{C30DD668-3816-73FC-C48F-8DFDA76F62CF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78959"/>
              <a:ext cx="5244" cy="17110"/>
            </a:xfrm>
            <a:custGeom>
              <a:avLst/>
              <a:gdLst/>
              <a:ahLst/>
              <a:cxnLst/>
              <a:rect l="0" t="0" r="0" b="0"/>
              <a:pathLst>
                <a:path w="5244" h="17110">
                  <a:moveTo>
                    <a:pt x="5244" y="0"/>
                  </a:moveTo>
                  <a:lnTo>
                    <a:pt x="0" y="1711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1" name="Input_receptor__330">
              <a:extLst>
                <a:ext uri="{FF2B5EF4-FFF2-40B4-BE49-F238E27FC236}">
                  <a16:creationId xmlns:a16="http://schemas.microsoft.com/office/drawing/2014/main" id="{EBF37239-A239-792F-1666-F9B24D413FF5}"/>
                </a:ext>
              </a:extLst>
            </p:cNvPr>
            <p:cNvSpPr>
              <a:spLocks noGrp="1"/>
            </p:cNvSpPr>
            <p:nvPr/>
          </p:nvSpPr>
          <p:spPr>
            <a:xfrm>
              <a:off x="1717950" y="5328967"/>
              <a:ext cx="22758" cy="30730"/>
            </a:xfrm>
            <a:custGeom>
              <a:avLst/>
              <a:gdLst/>
              <a:ahLst/>
              <a:cxnLst/>
              <a:rect l="0" t="0" r="0" b="0"/>
              <a:pathLst>
                <a:path w="22758" h="30730">
                  <a:moveTo>
                    <a:pt x="22758" y="0"/>
                  </a:moveTo>
                  <a:lnTo>
                    <a:pt x="0" y="30730"/>
                  </a:lnTo>
                </a:path>
              </a:pathLst>
            </a:custGeom>
            <a:noFill/>
            <a:ln w="8096">
              <a:solidFill>
                <a:srgbClr val="718694"/>
              </a:solidFill>
            </a:ln>
          </p:spPr>
        </p:sp>
        <p:sp>
          <p:nvSpPr>
            <p:cNvPr id="332" name="Input_receptor__331">
              <a:extLst>
                <a:ext uri="{FF2B5EF4-FFF2-40B4-BE49-F238E27FC236}">
                  <a16:creationId xmlns:a16="http://schemas.microsoft.com/office/drawing/2014/main" id="{CC0A6845-8BD0-34D2-ED58-9B2B57EAAD06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21892" cy="1975"/>
            </a:xfrm>
            <a:custGeom>
              <a:avLst/>
              <a:gdLst/>
              <a:ahLst/>
              <a:cxnLst/>
              <a:rect l="0" t="0" r="0" b="0"/>
              <a:pathLst>
                <a:path w="21892" h="1975">
                  <a:moveTo>
                    <a:pt x="21892" y="1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3" name="Input_receptor__332">
              <a:extLst>
                <a:ext uri="{FF2B5EF4-FFF2-40B4-BE49-F238E27FC236}">
                  <a16:creationId xmlns:a16="http://schemas.microsoft.com/office/drawing/2014/main" id="{D8B6FCD7-D7EB-4A83-BFCC-84AC2BFD5F5E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1208"/>
              <a:ext cx="30927" cy="30967"/>
            </a:xfrm>
            <a:custGeom>
              <a:avLst/>
              <a:gdLst/>
              <a:ahLst/>
              <a:cxnLst/>
              <a:rect l="0" t="0" r="0" b="0"/>
              <a:pathLst>
                <a:path w="30927" h="30967">
                  <a:moveTo>
                    <a:pt x="0" y="30967"/>
                  </a:moveTo>
                  <a:lnTo>
                    <a:pt x="30927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4" name="Input_receptor__333">
              <a:extLst>
                <a:ext uri="{FF2B5EF4-FFF2-40B4-BE49-F238E27FC236}">
                  <a16:creationId xmlns:a16="http://schemas.microsoft.com/office/drawing/2014/main" id="{02D95C73-0668-AE6B-77EF-209B1EDB3BC4}"/>
                </a:ext>
              </a:extLst>
            </p:cNvPr>
            <p:cNvSpPr>
              <a:spLocks noGrp="1"/>
            </p:cNvSpPr>
            <p:nvPr/>
          </p:nvSpPr>
          <p:spPr>
            <a:xfrm>
              <a:off x="1396455" y="5224750"/>
              <a:ext cx="25604" cy="36458"/>
            </a:xfrm>
            <a:custGeom>
              <a:avLst/>
              <a:gdLst/>
              <a:ahLst/>
              <a:cxnLst/>
              <a:rect l="0" t="0" r="0" b="0"/>
              <a:pathLst>
                <a:path w="25604" h="36458">
                  <a:moveTo>
                    <a:pt x="25604" y="364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5" name="Input_receptor__334">
              <a:extLst>
                <a:ext uri="{FF2B5EF4-FFF2-40B4-BE49-F238E27FC236}">
                  <a16:creationId xmlns:a16="http://schemas.microsoft.com/office/drawing/2014/main" id="{A3DB0105-F102-9053-5766-EF415DF69076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48504"/>
              <a:ext cx="41111" cy="5335"/>
            </a:xfrm>
            <a:custGeom>
              <a:avLst/>
              <a:gdLst/>
              <a:ahLst/>
              <a:cxnLst/>
              <a:rect l="0" t="0" r="0" b="0"/>
              <a:pathLst>
                <a:path w="41111" h="5335">
                  <a:moveTo>
                    <a:pt x="41111" y="5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6" name="Input_receptor__335">
              <a:extLst>
                <a:ext uri="{FF2B5EF4-FFF2-40B4-BE49-F238E27FC236}">
                  <a16:creationId xmlns:a16="http://schemas.microsoft.com/office/drawing/2014/main" id="{83E99AFC-780E-4F6D-C86C-B46271E59D4D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13683"/>
              <a:ext cx="40015" cy="23950"/>
            </a:xfrm>
            <a:custGeom>
              <a:avLst/>
              <a:gdLst/>
              <a:ahLst/>
              <a:cxnLst/>
              <a:rect l="0" t="0" r="0" b="0"/>
              <a:pathLst>
                <a:path w="40015" h="23950">
                  <a:moveTo>
                    <a:pt x="40015" y="0"/>
                  </a:moveTo>
                  <a:lnTo>
                    <a:pt x="0" y="2395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7" name="Input_receptor__336">
              <a:extLst>
                <a:ext uri="{FF2B5EF4-FFF2-40B4-BE49-F238E27FC236}">
                  <a16:creationId xmlns:a16="http://schemas.microsoft.com/office/drawing/2014/main" id="{0A874462-5775-BAC9-3327-E4C81ADDD502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57212"/>
              <a:ext cx="37644" cy="21710"/>
            </a:xfrm>
            <a:custGeom>
              <a:avLst/>
              <a:gdLst/>
              <a:ahLst/>
              <a:cxnLst/>
              <a:rect l="0" t="0" r="0" b="0"/>
              <a:pathLst>
                <a:path w="37644" h="21710">
                  <a:moveTo>
                    <a:pt x="0" y="21710"/>
                  </a:moveTo>
                  <a:lnTo>
                    <a:pt x="37644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8" name="Input_receptor__337">
              <a:extLst>
                <a:ext uri="{FF2B5EF4-FFF2-40B4-BE49-F238E27FC236}">
                  <a16:creationId xmlns:a16="http://schemas.microsoft.com/office/drawing/2014/main" id="{A66AC8F9-4F60-3885-1566-F2F67F0B3B05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08391"/>
              <a:ext cx="3555" cy="7631"/>
            </a:xfrm>
            <a:custGeom>
              <a:avLst/>
              <a:gdLst/>
              <a:ahLst/>
              <a:cxnLst/>
              <a:rect l="0" t="0" r="0" b="0"/>
              <a:pathLst>
                <a:path w="3555" h="7631">
                  <a:moveTo>
                    <a:pt x="0" y="7631"/>
                  </a:moveTo>
                  <a:lnTo>
                    <a:pt x="3555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9" name="Input_receptor__338">
              <a:extLst>
                <a:ext uri="{FF2B5EF4-FFF2-40B4-BE49-F238E27FC236}">
                  <a16:creationId xmlns:a16="http://schemas.microsoft.com/office/drawing/2014/main" id="{7CDB881A-0708-3AA3-4D16-B246969D40C9}"/>
                </a:ext>
              </a:extLst>
            </p:cNvPr>
            <p:cNvSpPr>
              <a:spLocks noGrp="1"/>
            </p:cNvSpPr>
            <p:nvPr/>
          </p:nvSpPr>
          <p:spPr>
            <a:xfrm>
              <a:off x="1181161" y="5353839"/>
              <a:ext cx="18170" cy="26413"/>
            </a:xfrm>
            <a:custGeom>
              <a:avLst/>
              <a:gdLst/>
              <a:ahLst/>
              <a:cxnLst/>
              <a:rect l="0" t="0" r="0" b="0"/>
              <a:pathLst>
                <a:path w="18170" h="26413">
                  <a:moveTo>
                    <a:pt x="18170" y="26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694"/>
              </a:solidFill>
            </a:ln>
          </p:spPr>
        </p:sp>
        <p:sp>
          <p:nvSpPr>
            <p:cNvPr id="340" name="Input_receptor__339">
              <a:extLst>
                <a:ext uri="{FF2B5EF4-FFF2-40B4-BE49-F238E27FC236}">
                  <a16:creationId xmlns:a16="http://schemas.microsoft.com/office/drawing/2014/main" id="{4167657E-3DC7-F2CF-E50F-EDA8DFBD2B63}"/>
                </a:ext>
              </a:extLst>
            </p:cNvPr>
            <p:cNvSpPr>
              <a:spLocks noGrp="1"/>
            </p:cNvSpPr>
            <p:nvPr/>
          </p:nvSpPr>
          <p:spPr>
            <a:xfrm>
              <a:off x="1872765" y="5120306"/>
              <a:ext cx="5030" cy="36239"/>
            </a:xfrm>
            <a:custGeom>
              <a:avLst/>
              <a:gdLst/>
              <a:ahLst/>
              <a:cxnLst/>
              <a:rect l="0" t="0" r="0" b="0"/>
              <a:pathLst>
                <a:path w="5030" h="36239">
                  <a:moveTo>
                    <a:pt x="5030" y="36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1" name="Input_receptor__340">
              <a:extLst>
                <a:ext uri="{FF2B5EF4-FFF2-40B4-BE49-F238E27FC236}">
                  <a16:creationId xmlns:a16="http://schemas.microsoft.com/office/drawing/2014/main" id="{55684312-D85C-32CE-D965-981C66E2E085}"/>
                </a:ext>
              </a:extLst>
            </p:cNvPr>
            <p:cNvSpPr>
              <a:spLocks noGrp="1"/>
            </p:cNvSpPr>
            <p:nvPr/>
          </p:nvSpPr>
          <p:spPr>
            <a:xfrm>
              <a:off x="1153146" y="5282492"/>
              <a:ext cx="37121" cy="18751"/>
            </a:xfrm>
            <a:custGeom>
              <a:avLst/>
              <a:gdLst/>
              <a:ahLst/>
              <a:cxnLst/>
              <a:rect l="0" t="0" r="0" b="0"/>
              <a:pathLst>
                <a:path w="37121" h="18751">
                  <a:moveTo>
                    <a:pt x="37121" y="18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2" name="Input_receptor__341">
              <a:extLst>
                <a:ext uri="{FF2B5EF4-FFF2-40B4-BE49-F238E27FC236}">
                  <a16:creationId xmlns:a16="http://schemas.microsoft.com/office/drawing/2014/main" id="{E7DD68A0-4675-10C5-2641-C49C84516067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56545"/>
              <a:ext cx="31368" cy="27346"/>
            </a:xfrm>
            <a:custGeom>
              <a:avLst/>
              <a:gdLst/>
              <a:ahLst/>
              <a:cxnLst/>
              <a:rect l="0" t="0" r="0" b="0"/>
              <a:pathLst>
                <a:path w="31368" h="27346">
                  <a:moveTo>
                    <a:pt x="0" y="27346"/>
                  </a:moveTo>
                  <a:lnTo>
                    <a:pt x="31368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3" name="Input_receptor__342">
              <a:extLst>
                <a:ext uri="{FF2B5EF4-FFF2-40B4-BE49-F238E27FC236}">
                  <a16:creationId xmlns:a16="http://schemas.microsoft.com/office/drawing/2014/main" id="{84987111-ABFE-B378-DCF2-EB7F09F42C6F}"/>
                </a:ext>
              </a:extLst>
            </p:cNvPr>
            <p:cNvSpPr>
              <a:spLocks noGrp="1"/>
            </p:cNvSpPr>
            <p:nvPr/>
          </p:nvSpPr>
          <p:spPr>
            <a:xfrm>
              <a:off x="988148" y="5223787"/>
              <a:ext cx="46318" cy="13831"/>
            </a:xfrm>
            <a:custGeom>
              <a:avLst/>
              <a:gdLst/>
              <a:ahLst/>
              <a:cxnLst/>
              <a:rect l="0" t="0" r="0" b="0"/>
              <a:pathLst>
                <a:path w="46318" h="13831">
                  <a:moveTo>
                    <a:pt x="46318" y="0"/>
                  </a:moveTo>
                  <a:lnTo>
                    <a:pt x="0" y="13831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4" name="Input_receptor__343">
              <a:extLst>
                <a:ext uri="{FF2B5EF4-FFF2-40B4-BE49-F238E27FC236}">
                  <a16:creationId xmlns:a16="http://schemas.microsoft.com/office/drawing/2014/main" id="{18502568-46B4-0C83-2116-0DE1E85107D0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403"/>
              <a:ext cx="14244" cy="6092"/>
            </a:xfrm>
            <a:custGeom>
              <a:avLst/>
              <a:gdLst/>
              <a:ahLst/>
              <a:cxnLst/>
              <a:rect l="0" t="0" r="0" b="0"/>
              <a:pathLst>
                <a:path w="14244" h="6092">
                  <a:moveTo>
                    <a:pt x="14244" y="6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5" name="Input_receptor__344">
              <a:extLst>
                <a:ext uri="{FF2B5EF4-FFF2-40B4-BE49-F238E27FC236}">
                  <a16:creationId xmlns:a16="http://schemas.microsoft.com/office/drawing/2014/main" id="{8BC0D9AF-ED81-FECA-E0F4-CC8165ABF021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4559"/>
              <a:ext cx="29282" cy="5366"/>
            </a:xfrm>
            <a:custGeom>
              <a:avLst/>
              <a:gdLst/>
              <a:ahLst/>
              <a:cxnLst/>
              <a:rect l="0" t="0" r="0" b="0"/>
              <a:pathLst>
                <a:path w="29282" h="5366">
                  <a:moveTo>
                    <a:pt x="29282" y="0"/>
                  </a:moveTo>
                  <a:lnTo>
                    <a:pt x="0" y="5366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6" name="Input_receptor__345">
              <a:extLst>
                <a:ext uri="{FF2B5EF4-FFF2-40B4-BE49-F238E27FC236}">
                  <a16:creationId xmlns:a16="http://schemas.microsoft.com/office/drawing/2014/main" id="{0ABF478A-9F86-7E30-ACBF-D41F69BC5309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37616" cy="29496"/>
            </a:xfrm>
            <a:custGeom>
              <a:avLst/>
              <a:gdLst/>
              <a:ahLst/>
              <a:cxnLst/>
              <a:rect l="0" t="0" r="0" b="0"/>
              <a:pathLst>
                <a:path w="37616" h="29496">
                  <a:moveTo>
                    <a:pt x="37616" y="294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7" name="Input_receptor__346">
              <a:extLst>
                <a:ext uri="{FF2B5EF4-FFF2-40B4-BE49-F238E27FC236}">
                  <a16:creationId xmlns:a16="http://schemas.microsoft.com/office/drawing/2014/main" id="{BA318736-3397-3FCE-E62D-19672830CFD9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82492"/>
              <a:ext cx="31239" cy="402"/>
            </a:xfrm>
            <a:custGeom>
              <a:avLst/>
              <a:gdLst/>
              <a:ahLst/>
              <a:cxnLst/>
              <a:rect l="0" t="0" r="0" b="0"/>
              <a:pathLst>
                <a:path w="31239" h="402">
                  <a:moveTo>
                    <a:pt x="31239" y="0"/>
                  </a:moveTo>
                  <a:lnTo>
                    <a:pt x="0" y="402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8" name="Input_receptor__347">
              <a:extLst>
                <a:ext uri="{FF2B5EF4-FFF2-40B4-BE49-F238E27FC236}">
                  <a16:creationId xmlns:a16="http://schemas.microsoft.com/office/drawing/2014/main" id="{73373272-4D4C-F6C4-F4E8-8211C8A72962}"/>
                </a:ext>
              </a:extLst>
            </p:cNvPr>
            <p:cNvSpPr>
              <a:spLocks noGrp="1"/>
            </p:cNvSpPr>
            <p:nvPr/>
          </p:nvSpPr>
          <p:spPr>
            <a:xfrm>
              <a:off x="1233444" y="5139293"/>
              <a:ext cx="46905" cy="11115"/>
            </a:xfrm>
            <a:custGeom>
              <a:avLst/>
              <a:gdLst/>
              <a:ahLst/>
              <a:cxnLst/>
              <a:rect l="0" t="0" r="0" b="0"/>
              <a:pathLst>
                <a:path w="46905" h="11115">
                  <a:moveTo>
                    <a:pt x="0" y="0"/>
                  </a:moveTo>
                  <a:lnTo>
                    <a:pt x="46905" y="111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9" name="Input_receptor__348">
              <a:extLst>
                <a:ext uri="{FF2B5EF4-FFF2-40B4-BE49-F238E27FC236}">
                  <a16:creationId xmlns:a16="http://schemas.microsoft.com/office/drawing/2014/main" id="{7E9D3174-E1A5-78AC-6872-78916DD89718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7847" cy="95"/>
            </a:xfrm>
            <a:custGeom>
              <a:avLst/>
              <a:gdLst/>
              <a:ahLst/>
              <a:cxnLst/>
              <a:rect l="0" t="0" r="0" b="0"/>
              <a:pathLst>
                <a:path w="47847" h="95">
                  <a:moveTo>
                    <a:pt x="47847" y="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0" name="Input_receptor__349">
              <a:extLst>
                <a:ext uri="{FF2B5EF4-FFF2-40B4-BE49-F238E27FC236}">
                  <a16:creationId xmlns:a16="http://schemas.microsoft.com/office/drawing/2014/main" id="{386327CC-8424-1FE3-30D2-9CBE7F0A0501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121676"/>
              <a:ext cx="1483" cy="3851"/>
            </a:xfrm>
            <a:custGeom>
              <a:avLst/>
              <a:gdLst/>
              <a:ahLst/>
              <a:cxnLst/>
              <a:rect l="0" t="0" r="0" b="0"/>
              <a:pathLst>
                <a:path w="1483" h="3851">
                  <a:moveTo>
                    <a:pt x="1483" y="3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1" name="Input_receptor__350">
              <a:extLst>
                <a:ext uri="{FF2B5EF4-FFF2-40B4-BE49-F238E27FC236}">
                  <a16:creationId xmlns:a16="http://schemas.microsoft.com/office/drawing/2014/main" id="{31E57DCF-EC45-B9DD-A5A1-41A8ECD427F9}"/>
                </a:ext>
              </a:extLst>
            </p:cNvPr>
            <p:cNvSpPr>
              <a:spLocks noGrp="1"/>
            </p:cNvSpPr>
            <p:nvPr/>
          </p:nvSpPr>
          <p:spPr>
            <a:xfrm>
              <a:off x="1459912" y="5423884"/>
              <a:ext cx="44492" cy="3648"/>
            </a:xfrm>
            <a:custGeom>
              <a:avLst/>
              <a:gdLst/>
              <a:ahLst/>
              <a:cxnLst/>
              <a:rect l="0" t="0" r="0" b="0"/>
              <a:pathLst>
                <a:path w="44492" h="3648">
                  <a:moveTo>
                    <a:pt x="0" y="0"/>
                  </a:moveTo>
                  <a:lnTo>
                    <a:pt x="44492" y="3648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2" name="Input_receptor__351">
              <a:extLst>
                <a:ext uri="{FF2B5EF4-FFF2-40B4-BE49-F238E27FC236}">
                  <a16:creationId xmlns:a16="http://schemas.microsoft.com/office/drawing/2014/main" id="{75487BCA-ED14-5A74-9ED7-B7463B920989}"/>
                </a:ext>
              </a:extLst>
            </p:cNvPr>
            <p:cNvSpPr>
              <a:spLocks noGrp="1"/>
            </p:cNvSpPr>
            <p:nvPr/>
          </p:nvSpPr>
          <p:spPr>
            <a:xfrm>
              <a:off x="1740708" y="5328967"/>
              <a:ext cx="39005" cy="13437"/>
            </a:xfrm>
            <a:custGeom>
              <a:avLst/>
              <a:gdLst/>
              <a:ahLst/>
              <a:cxnLst/>
              <a:rect l="0" t="0" r="0" b="0"/>
              <a:pathLst>
                <a:path w="39005" h="13437">
                  <a:moveTo>
                    <a:pt x="39005" y="13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3" name="Input_receptor__352">
              <a:extLst>
                <a:ext uri="{FF2B5EF4-FFF2-40B4-BE49-F238E27FC236}">
                  <a16:creationId xmlns:a16="http://schemas.microsoft.com/office/drawing/2014/main" id="{E2878A5C-CE6A-8392-5821-5108EA0C34D3}"/>
                </a:ext>
              </a:extLst>
            </p:cNvPr>
            <p:cNvSpPr>
              <a:spLocks noGrp="1"/>
            </p:cNvSpPr>
            <p:nvPr/>
          </p:nvSpPr>
          <p:spPr>
            <a:xfrm>
              <a:off x="1160253" y="5380252"/>
              <a:ext cx="39079" cy="28139"/>
            </a:xfrm>
            <a:custGeom>
              <a:avLst/>
              <a:gdLst/>
              <a:ahLst/>
              <a:cxnLst/>
              <a:rect l="0" t="0" r="0" b="0"/>
              <a:pathLst>
                <a:path w="39079" h="28139">
                  <a:moveTo>
                    <a:pt x="0" y="28139"/>
                  </a:moveTo>
                  <a:lnTo>
                    <a:pt x="39079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4" name="Input_receptor__353">
              <a:extLst>
                <a:ext uri="{FF2B5EF4-FFF2-40B4-BE49-F238E27FC236}">
                  <a16:creationId xmlns:a16="http://schemas.microsoft.com/office/drawing/2014/main" id="{228162FC-B286-89D7-3BFB-570575EA7938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62336"/>
              <a:ext cx="39339" cy="8615"/>
            </a:xfrm>
            <a:custGeom>
              <a:avLst/>
              <a:gdLst/>
              <a:ahLst/>
              <a:cxnLst/>
              <a:rect l="0" t="0" r="0" b="0"/>
              <a:pathLst>
                <a:path w="39339" h="8615">
                  <a:moveTo>
                    <a:pt x="39339" y="0"/>
                  </a:moveTo>
                  <a:lnTo>
                    <a:pt x="0" y="86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5" name="Input_receptor__354">
              <a:extLst>
                <a:ext uri="{FF2B5EF4-FFF2-40B4-BE49-F238E27FC236}">
                  <a16:creationId xmlns:a16="http://schemas.microsoft.com/office/drawing/2014/main" id="{26C9AEB5-776F-B3BA-D16D-AFFACB5C41A0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41939"/>
              <a:ext cx="19820" cy="6350"/>
            </a:xfrm>
            <a:custGeom>
              <a:avLst/>
              <a:gdLst/>
              <a:ahLst/>
              <a:cxnLst/>
              <a:rect l="0" t="0" r="0" b="0"/>
              <a:pathLst>
                <a:path w="19820" h="6350">
                  <a:moveTo>
                    <a:pt x="0" y="0"/>
                  </a:moveTo>
                  <a:lnTo>
                    <a:pt x="19820" y="635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6" name="Input_receptor__355">
              <a:extLst>
                <a:ext uri="{FF2B5EF4-FFF2-40B4-BE49-F238E27FC236}">
                  <a16:creationId xmlns:a16="http://schemas.microsoft.com/office/drawing/2014/main" id="{F8B08845-7A4D-93E5-44C5-E5EEF6DE9F87}"/>
                </a:ext>
              </a:extLst>
            </p:cNvPr>
            <p:cNvSpPr>
              <a:spLocks noGrp="1"/>
            </p:cNvSpPr>
            <p:nvPr/>
          </p:nvSpPr>
          <p:spPr>
            <a:xfrm>
              <a:off x="1779713" y="5314526"/>
              <a:ext cx="34185" cy="27878"/>
            </a:xfrm>
            <a:custGeom>
              <a:avLst/>
              <a:gdLst/>
              <a:ahLst/>
              <a:cxnLst/>
              <a:rect l="0" t="0" r="0" b="0"/>
              <a:pathLst>
                <a:path w="34185" h="27878">
                  <a:moveTo>
                    <a:pt x="34185" y="0"/>
                  </a:moveTo>
                  <a:lnTo>
                    <a:pt x="0" y="27878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57" name="Input_receptor__356">
              <a:extLst>
                <a:ext uri="{FF2B5EF4-FFF2-40B4-BE49-F238E27FC236}">
                  <a16:creationId xmlns:a16="http://schemas.microsoft.com/office/drawing/2014/main" id="{3E7B8545-638D-931B-308E-FFC1C9F3F87F}"/>
                </a:ext>
              </a:extLst>
            </p:cNvPr>
            <p:cNvSpPr>
              <a:spLocks noGrp="1"/>
            </p:cNvSpPr>
            <p:nvPr/>
          </p:nvSpPr>
          <p:spPr>
            <a:xfrm>
              <a:off x="1034465" y="5223787"/>
              <a:ext cx="18152" cy="36546"/>
            </a:xfrm>
            <a:custGeom>
              <a:avLst/>
              <a:gdLst/>
              <a:ahLst/>
              <a:cxnLst/>
              <a:rect l="0" t="0" r="0" b="0"/>
              <a:pathLst>
                <a:path w="18152" h="36546">
                  <a:moveTo>
                    <a:pt x="18152" y="36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8" name="Input_receptor__357">
              <a:extLst>
                <a:ext uri="{FF2B5EF4-FFF2-40B4-BE49-F238E27FC236}">
                  <a16:creationId xmlns:a16="http://schemas.microsoft.com/office/drawing/2014/main" id="{2606464F-F245-A0A5-EA46-168B342E6AA4}"/>
                </a:ext>
              </a:extLst>
            </p:cNvPr>
            <p:cNvSpPr>
              <a:spLocks noGrp="1"/>
            </p:cNvSpPr>
            <p:nvPr/>
          </p:nvSpPr>
          <p:spPr>
            <a:xfrm>
              <a:off x="1709487" y="5184679"/>
              <a:ext cx="18950" cy="35193"/>
            </a:xfrm>
            <a:custGeom>
              <a:avLst/>
              <a:gdLst/>
              <a:ahLst/>
              <a:cxnLst/>
              <a:rect l="0" t="0" r="0" b="0"/>
              <a:pathLst>
                <a:path w="18950" h="35193">
                  <a:moveTo>
                    <a:pt x="0" y="35193"/>
                  </a:moveTo>
                  <a:lnTo>
                    <a:pt x="1895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9" name="Input_receptor__358">
              <a:extLst>
                <a:ext uri="{FF2B5EF4-FFF2-40B4-BE49-F238E27FC236}">
                  <a16:creationId xmlns:a16="http://schemas.microsoft.com/office/drawing/2014/main" id="{F7BC6FA0-6D10-FA68-7D40-B0BBF9402499}"/>
                </a:ext>
              </a:extLst>
            </p:cNvPr>
            <p:cNvSpPr>
              <a:spLocks noGrp="1"/>
            </p:cNvSpPr>
            <p:nvPr/>
          </p:nvSpPr>
          <p:spPr>
            <a:xfrm>
              <a:off x="1827627" y="5062336"/>
              <a:ext cx="26696" cy="22411"/>
            </a:xfrm>
            <a:custGeom>
              <a:avLst/>
              <a:gdLst/>
              <a:ahLst/>
              <a:cxnLst/>
              <a:rect l="0" t="0" r="0" b="0"/>
              <a:pathLst>
                <a:path w="26696" h="22411">
                  <a:moveTo>
                    <a:pt x="26696" y="22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0" name="Input_receptor__359">
              <a:extLst>
                <a:ext uri="{FF2B5EF4-FFF2-40B4-BE49-F238E27FC236}">
                  <a16:creationId xmlns:a16="http://schemas.microsoft.com/office/drawing/2014/main" id="{AA50B621-BEAC-2923-3921-6A72B544482D}"/>
                </a:ext>
              </a:extLst>
            </p:cNvPr>
            <p:cNvSpPr>
              <a:spLocks noGrp="1"/>
            </p:cNvSpPr>
            <p:nvPr/>
          </p:nvSpPr>
          <p:spPr>
            <a:xfrm>
              <a:off x="1267652" y="5150408"/>
              <a:ext cx="12697" cy="44151"/>
            </a:xfrm>
            <a:custGeom>
              <a:avLst/>
              <a:gdLst/>
              <a:ahLst/>
              <a:cxnLst/>
              <a:rect l="0" t="0" r="0" b="0"/>
              <a:pathLst>
                <a:path w="12697" h="44151">
                  <a:moveTo>
                    <a:pt x="12697" y="0"/>
                  </a:moveTo>
                  <a:lnTo>
                    <a:pt x="0" y="4415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1" name="Input_receptor__360">
              <a:extLst>
                <a:ext uri="{FF2B5EF4-FFF2-40B4-BE49-F238E27FC236}">
                  <a16:creationId xmlns:a16="http://schemas.microsoft.com/office/drawing/2014/main" id="{646EA487-4922-3592-BFB0-73F8D4837A74}"/>
                </a:ext>
              </a:extLst>
            </p:cNvPr>
            <p:cNvSpPr>
              <a:spLocks noGrp="1"/>
            </p:cNvSpPr>
            <p:nvPr/>
          </p:nvSpPr>
          <p:spPr>
            <a:xfrm>
              <a:off x="1559138" y="5313424"/>
              <a:ext cx="6048" cy="40414"/>
            </a:xfrm>
            <a:custGeom>
              <a:avLst/>
              <a:gdLst/>
              <a:ahLst/>
              <a:cxnLst/>
              <a:rect l="0" t="0" r="0" b="0"/>
              <a:pathLst>
                <a:path w="6048" h="40414">
                  <a:moveTo>
                    <a:pt x="6048" y="40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2" name="Input_receptor__361">
              <a:extLst>
                <a:ext uri="{FF2B5EF4-FFF2-40B4-BE49-F238E27FC236}">
                  <a16:creationId xmlns:a16="http://schemas.microsoft.com/office/drawing/2014/main" id="{C7BBBB1D-041D-8FF1-645F-250BE10536A8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60333"/>
              <a:ext cx="24413" cy="35736"/>
            </a:xfrm>
            <a:custGeom>
              <a:avLst/>
              <a:gdLst/>
              <a:ahLst/>
              <a:cxnLst/>
              <a:rect l="0" t="0" r="0" b="0"/>
              <a:pathLst>
                <a:path w="24413" h="35736">
                  <a:moveTo>
                    <a:pt x="0" y="35736"/>
                  </a:moveTo>
                  <a:lnTo>
                    <a:pt x="24413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3" name="Input_receptor__362">
              <a:extLst>
                <a:ext uri="{FF2B5EF4-FFF2-40B4-BE49-F238E27FC236}">
                  <a16:creationId xmlns:a16="http://schemas.microsoft.com/office/drawing/2014/main" id="{2BF607B0-1222-EEE2-FB27-E19EE07EEDA0}"/>
                </a:ext>
              </a:extLst>
            </p:cNvPr>
            <p:cNvSpPr>
              <a:spLocks noGrp="1"/>
            </p:cNvSpPr>
            <p:nvPr/>
          </p:nvSpPr>
          <p:spPr>
            <a:xfrm>
              <a:off x="1329418" y="5603012"/>
              <a:ext cx="36460" cy="4185"/>
            </a:xfrm>
            <a:custGeom>
              <a:avLst/>
              <a:gdLst/>
              <a:ahLst/>
              <a:cxnLst/>
              <a:rect l="0" t="0" r="0" b="0"/>
              <a:pathLst>
                <a:path w="36460" h="4185">
                  <a:moveTo>
                    <a:pt x="0" y="0"/>
                  </a:moveTo>
                  <a:lnTo>
                    <a:pt x="36460" y="4185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4" name="Input_receptor__363">
              <a:extLst>
                <a:ext uri="{FF2B5EF4-FFF2-40B4-BE49-F238E27FC236}">
                  <a16:creationId xmlns:a16="http://schemas.microsoft.com/office/drawing/2014/main" id="{86479FF1-7477-4687-2F06-C8613AE7E8CC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42192" cy="4481"/>
            </a:xfrm>
            <a:custGeom>
              <a:avLst/>
              <a:gdLst/>
              <a:ahLst/>
              <a:cxnLst/>
              <a:rect l="0" t="0" r="0" b="0"/>
              <a:pathLst>
                <a:path w="42192" h="4481">
                  <a:moveTo>
                    <a:pt x="0" y="0"/>
                  </a:moveTo>
                  <a:lnTo>
                    <a:pt x="42192" y="448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5" name="Input_receptor__364">
              <a:extLst>
                <a:ext uri="{FF2B5EF4-FFF2-40B4-BE49-F238E27FC236}">
                  <a16:creationId xmlns:a16="http://schemas.microsoft.com/office/drawing/2014/main" id="{B96EC064-374F-4796-D625-F60D222E9B01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603012"/>
              <a:ext cx="34866" cy="6599"/>
            </a:xfrm>
            <a:custGeom>
              <a:avLst/>
              <a:gdLst/>
              <a:ahLst/>
              <a:cxnLst/>
              <a:rect l="0" t="0" r="0" b="0"/>
              <a:pathLst>
                <a:path w="34866" h="6599">
                  <a:moveTo>
                    <a:pt x="0" y="6599"/>
                  </a:moveTo>
                  <a:lnTo>
                    <a:pt x="34866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6" name="Input_receptor__365">
              <a:extLst>
                <a:ext uri="{FF2B5EF4-FFF2-40B4-BE49-F238E27FC236}">
                  <a16:creationId xmlns:a16="http://schemas.microsoft.com/office/drawing/2014/main" id="{16365C60-6AEF-408E-F007-00F58B52CE01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34385"/>
              <a:ext cx="25802" cy="14119"/>
            </a:xfrm>
            <a:custGeom>
              <a:avLst/>
              <a:gdLst/>
              <a:ahLst/>
              <a:cxnLst/>
              <a:rect l="0" t="0" r="0" b="0"/>
              <a:pathLst>
                <a:path w="25802" h="14119">
                  <a:moveTo>
                    <a:pt x="0" y="14119"/>
                  </a:moveTo>
                  <a:lnTo>
                    <a:pt x="25802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7" name="Input_receptor__366">
              <a:extLst>
                <a:ext uri="{FF2B5EF4-FFF2-40B4-BE49-F238E27FC236}">
                  <a16:creationId xmlns:a16="http://schemas.microsoft.com/office/drawing/2014/main" id="{7C162581-2DA3-5D3A-442D-120D327060E7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35160" cy="2391"/>
            </a:xfrm>
            <a:custGeom>
              <a:avLst/>
              <a:gdLst/>
              <a:ahLst/>
              <a:cxnLst/>
              <a:rect l="0" t="0" r="0" b="0"/>
              <a:pathLst>
                <a:path w="35160" h="2391">
                  <a:moveTo>
                    <a:pt x="0" y="0"/>
                  </a:moveTo>
                  <a:lnTo>
                    <a:pt x="35160" y="2391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68" name="Input_receptor__367">
              <a:extLst>
                <a:ext uri="{FF2B5EF4-FFF2-40B4-BE49-F238E27FC236}">
                  <a16:creationId xmlns:a16="http://schemas.microsoft.com/office/drawing/2014/main" id="{AB86D2C7-F157-80DC-7E72-3872641E4F83}"/>
                </a:ext>
              </a:extLst>
            </p:cNvPr>
            <p:cNvSpPr>
              <a:spLocks noGrp="1"/>
            </p:cNvSpPr>
            <p:nvPr/>
          </p:nvSpPr>
          <p:spPr>
            <a:xfrm>
              <a:off x="1365878" y="5581372"/>
              <a:ext cx="31322" cy="25825"/>
            </a:xfrm>
            <a:custGeom>
              <a:avLst/>
              <a:gdLst/>
              <a:ahLst/>
              <a:cxnLst/>
              <a:rect l="0" t="0" r="0" b="0"/>
              <a:pathLst>
                <a:path w="31322" h="25825">
                  <a:moveTo>
                    <a:pt x="0" y="25825"/>
                  </a:moveTo>
                  <a:lnTo>
                    <a:pt x="31322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69" name="Input_receptor__368">
              <a:extLst>
                <a:ext uri="{FF2B5EF4-FFF2-40B4-BE49-F238E27FC236}">
                  <a16:creationId xmlns:a16="http://schemas.microsoft.com/office/drawing/2014/main" id="{726E96E9-D5A5-9DC5-597A-928E6E991B60}"/>
                </a:ext>
              </a:extLst>
            </p:cNvPr>
            <p:cNvSpPr>
              <a:spLocks noGrp="1"/>
            </p:cNvSpPr>
            <p:nvPr/>
          </p:nvSpPr>
          <p:spPr>
            <a:xfrm>
              <a:off x="1116502" y="5218793"/>
              <a:ext cx="46784" cy="10041"/>
            </a:xfrm>
            <a:custGeom>
              <a:avLst/>
              <a:gdLst/>
              <a:ahLst/>
              <a:cxnLst/>
              <a:rect l="0" t="0" r="0" b="0"/>
              <a:pathLst>
                <a:path w="46784" h="10041">
                  <a:moveTo>
                    <a:pt x="46784" y="10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0" name="Input_receptor__369">
              <a:extLst>
                <a:ext uri="{FF2B5EF4-FFF2-40B4-BE49-F238E27FC236}">
                  <a16:creationId xmlns:a16="http://schemas.microsoft.com/office/drawing/2014/main" id="{DF8CA3A4-B2E4-62A6-F0A6-524D2E5857CA}"/>
                </a:ext>
              </a:extLst>
            </p:cNvPr>
            <p:cNvSpPr>
              <a:spLocks noGrp="1"/>
            </p:cNvSpPr>
            <p:nvPr/>
          </p:nvSpPr>
          <p:spPr>
            <a:xfrm>
              <a:off x="1165852" y="5301243"/>
              <a:ext cx="24415" cy="33142"/>
            </a:xfrm>
            <a:custGeom>
              <a:avLst/>
              <a:gdLst/>
              <a:ahLst/>
              <a:cxnLst/>
              <a:rect l="0" t="0" r="0" b="0"/>
              <a:pathLst>
                <a:path w="24415" h="33142">
                  <a:moveTo>
                    <a:pt x="0" y="33142"/>
                  </a:moveTo>
                  <a:lnTo>
                    <a:pt x="24415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1" name="Input_receptor__370">
              <a:extLst>
                <a:ext uri="{FF2B5EF4-FFF2-40B4-BE49-F238E27FC236}">
                  <a16:creationId xmlns:a16="http://schemas.microsoft.com/office/drawing/2014/main" id="{3051A8BB-BABA-D39A-DA08-CF511122B37F}"/>
                </a:ext>
              </a:extLst>
            </p:cNvPr>
            <p:cNvSpPr>
              <a:spLocks noGrp="1"/>
            </p:cNvSpPr>
            <p:nvPr/>
          </p:nvSpPr>
          <p:spPr>
            <a:xfrm>
              <a:off x="980896" y="5237618"/>
              <a:ext cx="7252" cy="3241"/>
            </a:xfrm>
            <a:custGeom>
              <a:avLst/>
              <a:gdLst/>
              <a:ahLst/>
              <a:cxnLst/>
              <a:rect l="0" t="0" r="0" b="0"/>
              <a:pathLst>
                <a:path w="7252" h="3241">
                  <a:moveTo>
                    <a:pt x="7252" y="0"/>
                  </a:moveTo>
                  <a:lnTo>
                    <a:pt x="0" y="3241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2" name="Input_receptor__371">
              <a:extLst>
                <a:ext uri="{FF2B5EF4-FFF2-40B4-BE49-F238E27FC236}">
                  <a16:creationId xmlns:a16="http://schemas.microsoft.com/office/drawing/2014/main" id="{5C0BDE77-1D25-620F-09B8-D784845D0DFB}"/>
                </a:ext>
              </a:extLst>
            </p:cNvPr>
            <p:cNvSpPr>
              <a:spLocks noGrp="1"/>
            </p:cNvSpPr>
            <p:nvPr/>
          </p:nvSpPr>
          <p:spPr>
            <a:xfrm>
              <a:off x="1813898" y="5310567"/>
              <a:ext cx="24021" cy="3959"/>
            </a:xfrm>
            <a:custGeom>
              <a:avLst/>
              <a:gdLst/>
              <a:ahLst/>
              <a:cxnLst/>
              <a:rect l="0" t="0" r="0" b="0"/>
              <a:pathLst>
                <a:path w="24021" h="3959">
                  <a:moveTo>
                    <a:pt x="24021" y="0"/>
                  </a:moveTo>
                  <a:lnTo>
                    <a:pt x="0" y="3959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3" name="Input_receptor__372">
              <a:extLst>
                <a:ext uri="{FF2B5EF4-FFF2-40B4-BE49-F238E27FC236}">
                  <a16:creationId xmlns:a16="http://schemas.microsoft.com/office/drawing/2014/main" id="{9A3E3C50-1385-24CE-986F-DFB208270ADB}"/>
                </a:ext>
              </a:extLst>
            </p:cNvPr>
            <p:cNvSpPr>
              <a:spLocks noGrp="1"/>
            </p:cNvSpPr>
            <p:nvPr/>
          </p:nvSpPr>
          <p:spPr>
            <a:xfrm>
              <a:off x="1397200" y="5560717"/>
              <a:ext cx="22497" cy="20654"/>
            </a:xfrm>
            <a:custGeom>
              <a:avLst/>
              <a:gdLst/>
              <a:ahLst/>
              <a:cxnLst/>
              <a:rect l="0" t="0" r="0" b="0"/>
              <a:pathLst>
                <a:path w="22497" h="20654">
                  <a:moveTo>
                    <a:pt x="0" y="20654"/>
                  </a:moveTo>
                  <a:lnTo>
                    <a:pt x="22497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4" name="Input_receptor__373">
              <a:extLst>
                <a:ext uri="{FF2B5EF4-FFF2-40B4-BE49-F238E27FC236}">
                  <a16:creationId xmlns:a16="http://schemas.microsoft.com/office/drawing/2014/main" id="{9B4614B4-4EA4-FB18-AECC-95DF4DBF718A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39293"/>
              <a:ext cx="7928" cy="15653"/>
            </a:xfrm>
            <a:custGeom>
              <a:avLst/>
              <a:gdLst/>
              <a:ahLst/>
              <a:cxnLst/>
              <a:rect l="0" t="0" r="0" b="0"/>
              <a:pathLst>
                <a:path w="7928" h="15653">
                  <a:moveTo>
                    <a:pt x="0" y="15653"/>
                  </a:moveTo>
                  <a:lnTo>
                    <a:pt x="7928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5" name="Input_receptor__374">
              <a:extLst>
                <a:ext uri="{FF2B5EF4-FFF2-40B4-BE49-F238E27FC236}">
                  <a16:creationId xmlns:a16="http://schemas.microsoft.com/office/drawing/2014/main" id="{474B3C89-FEDA-4A8A-145B-75D7D0D590A0}"/>
                </a:ext>
              </a:extLst>
            </p:cNvPr>
            <p:cNvSpPr>
              <a:spLocks noGrp="1"/>
            </p:cNvSpPr>
            <p:nvPr/>
          </p:nvSpPr>
          <p:spPr>
            <a:xfrm>
              <a:off x="1262140" y="5335739"/>
              <a:ext cx="14582" cy="45756"/>
            </a:xfrm>
            <a:custGeom>
              <a:avLst/>
              <a:gdLst/>
              <a:ahLst/>
              <a:cxnLst/>
              <a:rect l="0" t="0" r="0" b="0"/>
              <a:pathLst>
                <a:path w="14582" h="45756">
                  <a:moveTo>
                    <a:pt x="14582" y="0"/>
                  </a:moveTo>
                  <a:lnTo>
                    <a:pt x="0" y="45756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6" name="Input_receptor__375">
              <a:extLst>
                <a:ext uri="{FF2B5EF4-FFF2-40B4-BE49-F238E27FC236}">
                  <a16:creationId xmlns:a16="http://schemas.microsoft.com/office/drawing/2014/main" id="{7DDDA6E1-88D9-6981-9EAF-0489DCE9C372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49173"/>
              <a:ext cx="16902" cy="43153"/>
            </a:xfrm>
            <a:custGeom>
              <a:avLst/>
              <a:gdLst/>
              <a:ahLst/>
              <a:cxnLst/>
              <a:rect l="0" t="0" r="0" b="0"/>
              <a:pathLst>
                <a:path w="16902" h="43153">
                  <a:moveTo>
                    <a:pt x="0" y="43153"/>
                  </a:moveTo>
                  <a:lnTo>
                    <a:pt x="1690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7" name="Input_receptor__376">
              <a:extLst>
                <a:ext uri="{FF2B5EF4-FFF2-40B4-BE49-F238E27FC236}">
                  <a16:creationId xmlns:a16="http://schemas.microsoft.com/office/drawing/2014/main" id="{2984C856-E48D-9F34-1B5E-77807602B9B8}"/>
                </a:ext>
              </a:extLst>
            </p:cNvPr>
            <p:cNvSpPr>
              <a:spLocks noGrp="1"/>
            </p:cNvSpPr>
            <p:nvPr/>
          </p:nvSpPr>
          <p:spPr>
            <a:xfrm>
              <a:off x="1279060" y="5544970"/>
              <a:ext cx="44662" cy="3714"/>
            </a:xfrm>
            <a:custGeom>
              <a:avLst/>
              <a:gdLst/>
              <a:ahLst/>
              <a:cxnLst/>
              <a:rect l="0" t="0" r="0" b="0"/>
              <a:pathLst>
                <a:path w="44662" h="3714">
                  <a:moveTo>
                    <a:pt x="0" y="3714"/>
                  </a:moveTo>
                  <a:lnTo>
                    <a:pt x="4466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8" name="Input_receptor__377">
              <a:extLst>
                <a:ext uri="{FF2B5EF4-FFF2-40B4-BE49-F238E27FC236}">
                  <a16:creationId xmlns:a16="http://schemas.microsoft.com/office/drawing/2014/main" id="{CFDBAE8D-80C3-B10A-202C-622DCD6BC46E}"/>
                </a:ext>
              </a:extLst>
            </p:cNvPr>
            <p:cNvSpPr>
              <a:spLocks noGrp="1"/>
            </p:cNvSpPr>
            <p:nvPr/>
          </p:nvSpPr>
          <p:spPr>
            <a:xfrm>
              <a:off x="1774285" y="5008057"/>
              <a:ext cx="46675" cy="5285"/>
            </a:xfrm>
            <a:custGeom>
              <a:avLst/>
              <a:gdLst/>
              <a:ahLst/>
              <a:cxnLst/>
              <a:rect l="0" t="0" r="0" b="0"/>
              <a:pathLst>
                <a:path w="46675" h="5285">
                  <a:moveTo>
                    <a:pt x="46675" y="52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9" name="Input_receptor__378">
              <a:extLst>
                <a:ext uri="{FF2B5EF4-FFF2-40B4-BE49-F238E27FC236}">
                  <a16:creationId xmlns:a16="http://schemas.microsoft.com/office/drawing/2014/main" id="{BED269AD-EB7E-27A9-50D9-C0F46B151DD3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92326"/>
              <a:ext cx="27665" cy="35331"/>
            </a:xfrm>
            <a:custGeom>
              <a:avLst/>
              <a:gdLst/>
              <a:ahLst/>
              <a:cxnLst/>
              <a:rect l="0" t="0" r="0" b="0"/>
              <a:pathLst>
                <a:path w="27665" h="35331">
                  <a:moveTo>
                    <a:pt x="27665" y="35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0" name="Input_receptor__379">
              <a:extLst>
                <a:ext uri="{FF2B5EF4-FFF2-40B4-BE49-F238E27FC236}">
                  <a16:creationId xmlns:a16="http://schemas.microsoft.com/office/drawing/2014/main" id="{8868AAEB-D924-7C17-D334-1A3417033A82}"/>
                </a:ext>
              </a:extLst>
            </p:cNvPr>
            <p:cNvSpPr>
              <a:spLocks noGrp="1"/>
            </p:cNvSpPr>
            <p:nvPr/>
          </p:nvSpPr>
          <p:spPr>
            <a:xfrm>
              <a:off x="1342400" y="5189180"/>
              <a:ext cx="44477" cy="12429"/>
            </a:xfrm>
            <a:custGeom>
              <a:avLst/>
              <a:gdLst/>
              <a:ahLst/>
              <a:cxnLst/>
              <a:rect l="0" t="0" r="0" b="0"/>
              <a:pathLst>
                <a:path w="44477" h="12429">
                  <a:moveTo>
                    <a:pt x="44477" y="12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1" name="Input_receptor__380">
              <a:extLst>
                <a:ext uri="{FF2B5EF4-FFF2-40B4-BE49-F238E27FC236}">
                  <a16:creationId xmlns:a16="http://schemas.microsoft.com/office/drawing/2014/main" id="{3B66B199-88D0-E790-3740-3673CB63ACCF}"/>
                </a:ext>
              </a:extLst>
            </p:cNvPr>
            <p:cNvSpPr>
              <a:spLocks noGrp="1"/>
            </p:cNvSpPr>
            <p:nvPr/>
          </p:nvSpPr>
          <p:spPr>
            <a:xfrm>
              <a:off x="1801432" y="5256257"/>
              <a:ext cx="46693" cy="8568"/>
            </a:xfrm>
            <a:custGeom>
              <a:avLst/>
              <a:gdLst/>
              <a:ahLst/>
              <a:cxnLst/>
              <a:rect l="0" t="0" r="0" b="0"/>
              <a:pathLst>
                <a:path w="46693" h="8568">
                  <a:moveTo>
                    <a:pt x="0" y="0"/>
                  </a:moveTo>
                  <a:lnTo>
                    <a:pt x="46693" y="8568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2" name="Input_receptor__381">
              <a:extLst>
                <a:ext uri="{FF2B5EF4-FFF2-40B4-BE49-F238E27FC236}">
                  <a16:creationId xmlns:a16="http://schemas.microsoft.com/office/drawing/2014/main" id="{5DF604DF-E844-52ED-B07B-FF195735F572}"/>
                </a:ext>
              </a:extLst>
            </p:cNvPr>
            <p:cNvSpPr>
              <a:spLocks noGrp="1"/>
            </p:cNvSpPr>
            <p:nvPr/>
          </p:nvSpPr>
          <p:spPr>
            <a:xfrm>
              <a:off x="1363887" y="5322248"/>
              <a:ext cx="39881" cy="26924"/>
            </a:xfrm>
            <a:custGeom>
              <a:avLst/>
              <a:gdLst/>
              <a:ahLst/>
              <a:cxnLst/>
              <a:rect l="0" t="0" r="0" b="0"/>
              <a:pathLst>
                <a:path w="39881" h="26924">
                  <a:moveTo>
                    <a:pt x="39881" y="269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3" name="Input_receptor__382">
              <a:extLst>
                <a:ext uri="{FF2B5EF4-FFF2-40B4-BE49-F238E27FC236}">
                  <a16:creationId xmlns:a16="http://schemas.microsoft.com/office/drawing/2014/main" id="{57B0FA0D-75B2-7D70-53BC-0AB827AC1876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084747"/>
              <a:ext cx="31111" cy="36930"/>
            </a:xfrm>
            <a:custGeom>
              <a:avLst/>
              <a:gdLst/>
              <a:ahLst/>
              <a:cxnLst/>
              <a:rect l="0" t="0" r="0" b="0"/>
              <a:pathLst>
                <a:path w="31111" h="36930">
                  <a:moveTo>
                    <a:pt x="0" y="36930"/>
                  </a:moveTo>
                  <a:lnTo>
                    <a:pt x="31111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4" name="Input_receptor__383">
              <a:extLst>
                <a:ext uri="{FF2B5EF4-FFF2-40B4-BE49-F238E27FC236}">
                  <a16:creationId xmlns:a16="http://schemas.microsoft.com/office/drawing/2014/main" id="{B64E93A7-08D8-2700-C2E2-1433FF55082E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172" cy="8960"/>
            </a:xfrm>
            <a:custGeom>
              <a:avLst/>
              <a:gdLst/>
              <a:ahLst/>
              <a:cxnLst/>
              <a:rect l="0" t="0" r="0" b="0"/>
              <a:pathLst>
                <a:path w="172" h="8960">
                  <a:moveTo>
                    <a:pt x="0" y="0"/>
                  </a:moveTo>
                  <a:lnTo>
                    <a:pt x="172" y="896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5" name="Input_receptor__384">
              <a:extLst>
                <a:ext uri="{FF2B5EF4-FFF2-40B4-BE49-F238E27FC236}">
                  <a16:creationId xmlns:a16="http://schemas.microsoft.com/office/drawing/2014/main" id="{6C851347-6737-B712-73E1-7AEFD7E97750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230" cy="11351"/>
            </a:xfrm>
            <a:custGeom>
              <a:avLst/>
              <a:gdLst/>
              <a:ahLst/>
              <a:cxnLst/>
              <a:rect l="0" t="0" r="0" b="0"/>
              <a:pathLst>
                <a:path w="4230" h="11351">
                  <a:moveTo>
                    <a:pt x="0" y="0"/>
                  </a:moveTo>
                  <a:lnTo>
                    <a:pt x="4230" y="1135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6" name="Input_receptor__385">
              <a:extLst>
                <a:ext uri="{FF2B5EF4-FFF2-40B4-BE49-F238E27FC236}">
                  <a16:creationId xmlns:a16="http://schemas.microsoft.com/office/drawing/2014/main" id="{EB1D6B32-1AD3-603B-6222-7DFA655FC476}"/>
                </a:ext>
              </a:extLst>
            </p:cNvPr>
            <p:cNvSpPr>
              <a:spLocks noGrp="1"/>
            </p:cNvSpPr>
            <p:nvPr/>
          </p:nvSpPr>
          <p:spPr>
            <a:xfrm>
              <a:off x="1580235" y="4860019"/>
              <a:ext cx="14404" cy="43714"/>
            </a:xfrm>
            <a:custGeom>
              <a:avLst/>
              <a:gdLst/>
              <a:ahLst/>
              <a:cxnLst/>
              <a:rect l="0" t="0" r="0" b="0"/>
              <a:pathLst>
                <a:path w="14404" h="43714">
                  <a:moveTo>
                    <a:pt x="0" y="43714"/>
                  </a:moveTo>
                  <a:lnTo>
                    <a:pt x="14404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87" name="Input_receptor__386">
              <a:extLst>
                <a:ext uri="{FF2B5EF4-FFF2-40B4-BE49-F238E27FC236}">
                  <a16:creationId xmlns:a16="http://schemas.microsoft.com/office/drawing/2014/main" id="{F47AFA83-FD33-6D27-0C48-7CA986970D1F}"/>
                </a:ext>
              </a:extLst>
            </p:cNvPr>
            <p:cNvSpPr>
              <a:spLocks noGrp="1"/>
            </p:cNvSpPr>
            <p:nvPr/>
          </p:nvSpPr>
          <p:spPr>
            <a:xfrm>
              <a:off x="1374288" y="5201609"/>
              <a:ext cx="12589" cy="46680"/>
            </a:xfrm>
            <a:custGeom>
              <a:avLst/>
              <a:gdLst/>
              <a:ahLst/>
              <a:cxnLst/>
              <a:rect l="0" t="0" r="0" b="0"/>
              <a:pathLst>
                <a:path w="12589" h="46680">
                  <a:moveTo>
                    <a:pt x="0" y="46680"/>
                  </a:moveTo>
                  <a:lnTo>
                    <a:pt x="12589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8" name="Input_receptor__387">
              <a:extLst>
                <a:ext uri="{FF2B5EF4-FFF2-40B4-BE49-F238E27FC236}">
                  <a16:creationId xmlns:a16="http://schemas.microsoft.com/office/drawing/2014/main" id="{8C7CC269-9C55-3CC3-D71F-553B389D9978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26513"/>
              <a:ext cx="41587" cy="9226"/>
            </a:xfrm>
            <a:custGeom>
              <a:avLst/>
              <a:gdLst/>
              <a:ahLst/>
              <a:cxnLst/>
              <a:rect l="0" t="0" r="0" b="0"/>
              <a:pathLst>
                <a:path w="41587" h="9226">
                  <a:moveTo>
                    <a:pt x="0" y="0"/>
                  </a:moveTo>
                  <a:lnTo>
                    <a:pt x="41587" y="9226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9" name="Input_receptor__388">
              <a:extLst>
                <a:ext uri="{FF2B5EF4-FFF2-40B4-BE49-F238E27FC236}">
                  <a16:creationId xmlns:a16="http://schemas.microsoft.com/office/drawing/2014/main" id="{BCF9B0E1-F6C1-23CC-DD1D-AF2A19DDF875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27656"/>
              <a:ext cx="33475" cy="34540"/>
            </a:xfrm>
            <a:custGeom>
              <a:avLst/>
              <a:gdLst/>
              <a:ahLst/>
              <a:cxnLst/>
              <a:rect l="0" t="0" r="0" b="0"/>
              <a:pathLst>
                <a:path w="33475" h="34540">
                  <a:moveTo>
                    <a:pt x="0" y="34540"/>
                  </a:moveTo>
                  <a:lnTo>
                    <a:pt x="33475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0" name="Input_receptor__389">
              <a:extLst>
                <a:ext uri="{FF2B5EF4-FFF2-40B4-BE49-F238E27FC236}">
                  <a16:creationId xmlns:a16="http://schemas.microsoft.com/office/drawing/2014/main" id="{4EA32DAC-361B-3516-3788-760563EA3D38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89180"/>
              <a:ext cx="21090" cy="26121"/>
            </a:xfrm>
            <a:custGeom>
              <a:avLst/>
              <a:gdLst/>
              <a:ahLst/>
              <a:cxnLst/>
              <a:rect l="0" t="0" r="0" b="0"/>
              <a:pathLst>
                <a:path w="21090" h="26121">
                  <a:moveTo>
                    <a:pt x="21090" y="0"/>
                  </a:moveTo>
                  <a:lnTo>
                    <a:pt x="0" y="2612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1" name="Input_receptor__390">
              <a:extLst>
                <a:ext uri="{FF2B5EF4-FFF2-40B4-BE49-F238E27FC236}">
                  <a16:creationId xmlns:a16="http://schemas.microsoft.com/office/drawing/2014/main" id="{3F8AE1D4-397D-454E-E99D-A169FEA34125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64840"/>
              <a:ext cx="31537" cy="18055"/>
            </a:xfrm>
            <a:custGeom>
              <a:avLst/>
              <a:gdLst/>
              <a:ahLst/>
              <a:cxnLst/>
              <a:rect l="0" t="0" r="0" b="0"/>
              <a:pathLst>
                <a:path w="31537" h="18055">
                  <a:moveTo>
                    <a:pt x="0" y="18055"/>
                  </a:moveTo>
                  <a:lnTo>
                    <a:pt x="31537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2" name="Input_receptor__391">
              <a:extLst>
                <a:ext uri="{FF2B5EF4-FFF2-40B4-BE49-F238E27FC236}">
                  <a16:creationId xmlns:a16="http://schemas.microsoft.com/office/drawing/2014/main" id="{E6FE8606-97AD-B8AC-D364-450F3B265949}"/>
                </a:ext>
              </a:extLst>
            </p:cNvPr>
            <p:cNvSpPr>
              <a:spLocks noGrp="1"/>
            </p:cNvSpPr>
            <p:nvPr/>
          </p:nvSpPr>
          <p:spPr>
            <a:xfrm>
              <a:off x="1153444" y="5228834"/>
              <a:ext cx="9842" cy="36005"/>
            </a:xfrm>
            <a:custGeom>
              <a:avLst/>
              <a:gdLst/>
              <a:ahLst/>
              <a:cxnLst/>
              <a:rect l="0" t="0" r="0" b="0"/>
              <a:pathLst>
                <a:path w="9842" h="36005">
                  <a:moveTo>
                    <a:pt x="0" y="36005"/>
                  </a:moveTo>
                  <a:lnTo>
                    <a:pt x="984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3" name="Input_receptor__392">
              <a:extLst>
                <a:ext uri="{FF2B5EF4-FFF2-40B4-BE49-F238E27FC236}">
                  <a16:creationId xmlns:a16="http://schemas.microsoft.com/office/drawing/2014/main" id="{98891C46-2F7A-98CD-A1F2-7430FECBC191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47095"/>
              <a:ext cx="18900" cy="1589"/>
            </a:xfrm>
            <a:custGeom>
              <a:avLst/>
              <a:gdLst/>
              <a:ahLst/>
              <a:cxnLst/>
              <a:rect l="0" t="0" r="0" b="0"/>
              <a:pathLst>
                <a:path w="18900" h="1589">
                  <a:moveTo>
                    <a:pt x="0" y="0"/>
                  </a:moveTo>
                  <a:lnTo>
                    <a:pt x="18900" y="1589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4" name="Input_receptor__393">
              <a:extLst>
                <a:ext uri="{FF2B5EF4-FFF2-40B4-BE49-F238E27FC236}">
                  <a16:creationId xmlns:a16="http://schemas.microsoft.com/office/drawing/2014/main" id="{6CDB93A2-2601-3C98-FC6A-F05C2B10A9CF}"/>
                </a:ext>
              </a:extLst>
            </p:cNvPr>
            <p:cNvSpPr>
              <a:spLocks noGrp="1"/>
            </p:cNvSpPr>
            <p:nvPr/>
          </p:nvSpPr>
          <p:spPr>
            <a:xfrm>
              <a:off x="1837918" y="5264825"/>
              <a:ext cx="10207" cy="45742"/>
            </a:xfrm>
            <a:custGeom>
              <a:avLst/>
              <a:gdLst/>
              <a:ahLst/>
              <a:cxnLst/>
              <a:rect l="0" t="0" r="0" b="0"/>
              <a:pathLst>
                <a:path w="10207" h="45742">
                  <a:moveTo>
                    <a:pt x="10207" y="0"/>
                  </a:moveTo>
                  <a:lnTo>
                    <a:pt x="0" y="4574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5" name="Input_receptor__394">
              <a:extLst>
                <a:ext uri="{FF2B5EF4-FFF2-40B4-BE49-F238E27FC236}">
                  <a16:creationId xmlns:a16="http://schemas.microsoft.com/office/drawing/2014/main" id="{C818F542-3471-D39B-24E9-ACE34776C06E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22248"/>
              <a:ext cx="24739" cy="34502"/>
            </a:xfrm>
            <a:custGeom>
              <a:avLst/>
              <a:gdLst/>
              <a:ahLst/>
              <a:cxnLst/>
              <a:rect l="0" t="0" r="0" b="0"/>
              <a:pathLst>
                <a:path w="24739" h="34502">
                  <a:moveTo>
                    <a:pt x="24739" y="0"/>
                  </a:moveTo>
                  <a:lnTo>
                    <a:pt x="0" y="3450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6" name="Input_receptor__395">
              <a:extLst>
                <a:ext uri="{FF2B5EF4-FFF2-40B4-BE49-F238E27FC236}">
                  <a16:creationId xmlns:a16="http://schemas.microsoft.com/office/drawing/2014/main" id="{8536C368-3532-EEEE-570F-6C8581C007B4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218793"/>
              <a:ext cx="11344" cy="2087"/>
            </a:xfrm>
            <a:custGeom>
              <a:avLst/>
              <a:gdLst/>
              <a:ahLst/>
              <a:cxnLst/>
              <a:rect l="0" t="0" r="0" b="0"/>
              <a:pathLst>
                <a:path w="11344" h="2087">
                  <a:moveTo>
                    <a:pt x="11344" y="0"/>
                  </a:moveTo>
                  <a:lnTo>
                    <a:pt x="0" y="2087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7" name="Input_receptor__396">
              <a:extLst>
                <a:ext uri="{FF2B5EF4-FFF2-40B4-BE49-F238E27FC236}">
                  <a16:creationId xmlns:a16="http://schemas.microsoft.com/office/drawing/2014/main" id="{6E8F0250-1B1E-BCE1-D715-7614CB0383F4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6386" cy="17651"/>
            </a:xfrm>
            <a:custGeom>
              <a:avLst/>
              <a:gdLst/>
              <a:ahLst/>
              <a:cxnLst/>
              <a:rect l="0" t="0" r="0" b="0"/>
              <a:pathLst>
                <a:path w="6386" h="17651">
                  <a:moveTo>
                    <a:pt x="6386" y="176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98" name="Input_receptor__397">
              <a:extLst>
                <a:ext uri="{FF2B5EF4-FFF2-40B4-BE49-F238E27FC236}">
                  <a16:creationId xmlns:a16="http://schemas.microsoft.com/office/drawing/2014/main" id="{4086624E-375A-A269-FE39-16A3783291B4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50145"/>
              <a:ext cx="22502" cy="20807"/>
            </a:xfrm>
            <a:custGeom>
              <a:avLst/>
              <a:gdLst/>
              <a:ahLst/>
              <a:cxnLst/>
              <a:rect l="0" t="0" r="0" b="0"/>
              <a:pathLst>
                <a:path w="22502" h="20807">
                  <a:moveTo>
                    <a:pt x="0" y="20807"/>
                  </a:moveTo>
                  <a:lnTo>
                    <a:pt x="2250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9" name="Input_receptor__398">
              <a:extLst>
                <a:ext uri="{FF2B5EF4-FFF2-40B4-BE49-F238E27FC236}">
                  <a16:creationId xmlns:a16="http://schemas.microsoft.com/office/drawing/2014/main" id="{98A771EC-9889-49EF-8467-27C348D2525A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47767"/>
              <a:ext cx="46871" cy="6980"/>
            </a:xfrm>
            <a:custGeom>
              <a:avLst/>
              <a:gdLst/>
              <a:ahLst/>
              <a:cxnLst/>
              <a:rect l="0" t="0" r="0" b="0"/>
              <a:pathLst>
                <a:path w="46871" h="6980">
                  <a:moveTo>
                    <a:pt x="46871" y="0"/>
                  </a:moveTo>
                  <a:lnTo>
                    <a:pt x="0" y="698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400" name="Input_receptor__399">
              <a:extLst>
                <a:ext uri="{FF2B5EF4-FFF2-40B4-BE49-F238E27FC236}">
                  <a16:creationId xmlns:a16="http://schemas.microsoft.com/office/drawing/2014/main" id="{E0939649-F3F9-A34A-9E4C-D18C8BACB34C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4257"/>
              <a:ext cx="45066" cy="14119"/>
            </a:xfrm>
            <a:custGeom>
              <a:avLst/>
              <a:gdLst/>
              <a:ahLst/>
              <a:cxnLst/>
              <a:rect l="0" t="0" r="0" b="0"/>
              <a:pathLst>
                <a:path w="45066" h="14119">
                  <a:moveTo>
                    <a:pt x="0" y="14119"/>
                  </a:moveTo>
                  <a:lnTo>
                    <a:pt x="45066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1" name="Input_receptor__400">
              <a:extLst>
                <a:ext uri="{FF2B5EF4-FFF2-40B4-BE49-F238E27FC236}">
                  <a16:creationId xmlns:a16="http://schemas.microsoft.com/office/drawing/2014/main" id="{2B36C070-686A-3EBC-32CF-2B449483030F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5008057"/>
              <a:ext cx="10318" cy="2271"/>
            </a:xfrm>
            <a:custGeom>
              <a:avLst/>
              <a:gdLst/>
              <a:ahLst/>
              <a:cxnLst/>
              <a:rect l="0" t="0" r="0" b="0"/>
              <a:pathLst>
                <a:path w="10318" h="2271">
                  <a:moveTo>
                    <a:pt x="10318" y="0"/>
                  </a:moveTo>
                  <a:lnTo>
                    <a:pt x="0" y="2271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2" name="Input_receptor__401">
              <a:extLst>
                <a:ext uri="{FF2B5EF4-FFF2-40B4-BE49-F238E27FC236}">
                  <a16:creationId xmlns:a16="http://schemas.microsoft.com/office/drawing/2014/main" id="{73981E8E-6A68-FC73-D431-C8B2D5BD7112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6257"/>
              <a:ext cx="15765" cy="20452"/>
            </a:xfrm>
            <a:custGeom>
              <a:avLst/>
              <a:gdLst/>
              <a:ahLst/>
              <a:cxnLst/>
              <a:rect l="0" t="0" r="0" b="0"/>
              <a:pathLst>
                <a:path w="15765" h="20452">
                  <a:moveTo>
                    <a:pt x="0" y="20452"/>
                  </a:moveTo>
                  <a:lnTo>
                    <a:pt x="15765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3" name="Input_receptor__402">
              <a:extLst>
                <a:ext uri="{FF2B5EF4-FFF2-40B4-BE49-F238E27FC236}">
                  <a16:creationId xmlns:a16="http://schemas.microsoft.com/office/drawing/2014/main" id="{90509B3D-E358-81E1-E3B9-8A18CBDAEF97}"/>
                </a:ext>
              </a:extLst>
            </p:cNvPr>
            <p:cNvSpPr>
              <a:spLocks noGrp="1"/>
            </p:cNvSpPr>
            <p:nvPr/>
          </p:nvSpPr>
          <p:spPr>
            <a:xfrm>
              <a:off x="1734635" y="5114089"/>
              <a:ext cx="3731" cy="42146"/>
            </a:xfrm>
            <a:custGeom>
              <a:avLst/>
              <a:gdLst/>
              <a:ahLst/>
              <a:cxnLst/>
              <a:rect l="0" t="0" r="0" b="0"/>
              <a:pathLst>
                <a:path w="3731" h="42146">
                  <a:moveTo>
                    <a:pt x="3731" y="42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4" name="Input_receptor__403">
              <a:extLst>
                <a:ext uri="{FF2B5EF4-FFF2-40B4-BE49-F238E27FC236}">
                  <a16:creationId xmlns:a16="http://schemas.microsoft.com/office/drawing/2014/main" id="{01EF9805-23E4-7904-C91E-F621D4921D76}"/>
                </a:ext>
              </a:extLst>
            </p:cNvPr>
            <p:cNvSpPr>
              <a:spLocks noGrp="1"/>
            </p:cNvSpPr>
            <p:nvPr/>
          </p:nvSpPr>
          <p:spPr>
            <a:xfrm>
              <a:off x="1560550" y="4903733"/>
              <a:ext cx="19685" cy="14991"/>
            </a:xfrm>
            <a:custGeom>
              <a:avLst/>
              <a:gdLst/>
              <a:ahLst/>
              <a:cxnLst/>
              <a:rect l="0" t="0" r="0" b="0"/>
              <a:pathLst>
                <a:path w="19685" h="14991">
                  <a:moveTo>
                    <a:pt x="0" y="14991"/>
                  </a:moveTo>
                  <a:lnTo>
                    <a:pt x="19685" y="0"/>
                  </a:lnTo>
                </a:path>
              </a:pathLst>
            </a:custGeom>
            <a:noFill/>
            <a:ln w="8096">
              <a:solidFill>
                <a:srgbClr val="758A98"/>
              </a:solidFill>
            </a:ln>
          </p:spPr>
        </p:sp>
        <p:sp>
          <p:nvSpPr>
            <p:cNvPr id="405" name="Input_receptor__404">
              <a:extLst>
                <a:ext uri="{FF2B5EF4-FFF2-40B4-BE49-F238E27FC236}">
                  <a16:creationId xmlns:a16="http://schemas.microsoft.com/office/drawing/2014/main" id="{E8E23327-0789-E9A5-DE3C-B2EAD8562E06}"/>
                </a:ext>
              </a:extLst>
            </p:cNvPr>
            <p:cNvSpPr>
              <a:spLocks noGrp="1"/>
            </p:cNvSpPr>
            <p:nvPr/>
          </p:nvSpPr>
          <p:spPr>
            <a:xfrm>
              <a:off x="1810790" y="5013342"/>
              <a:ext cx="10170" cy="36803"/>
            </a:xfrm>
            <a:custGeom>
              <a:avLst/>
              <a:gdLst/>
              <a:ahLst/>
              <a:cxnLst/>
              <a:rect l="0" t="0" r="0" b="0"/>
              <a:pathLst>
                <a:path w="10170" h="36803">
                  <a:moveTo>
                    <a:pt x="0" y="36803"/>
                  </a:moveTo>
                  <a:lnTo>
                    <a:pt x="10170" y="0"/>
                  </a:lnTo>
                </a:path>
              </a:pathLst>
            </a:custGeom>
            <a:noFill/>
            <a:ln w="20003">
              <a:solidFill>
                <a:srgbClr val="758A98"/>
              </a:solidFill>
            </a:ln>
          </p:spPr>
        </p:sp>
        <p:sp>
          <p:nvSpPr>
            <p:cNvPr id="406" name="Input_receptor__405">
              <a:extLst>
                <a:ext uri="{FF2B5EF4-FFF2-40B4-BE49-F238E27FC236}">
                  <a16:creationId xmlns:a16="http://schemas.microsoft.com/office/drawing/2014/main" id="{0A52F265-28FE-48B7-C672-89682D1D6EFC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37109" cy="14923"/>
            </a:xfrm>
            <a:custGeom>
              <a:avLst/>
              <a:gdLst/>
              <a:ahLst/>
              <a:cxnLst/>
              <a:rect l="0" t="0" r="0" b="0"/>
              <a:pathLst>
                <a:path w="37109" h="14923">
                  <a:moveTo>
                    <a:pt x="37109" y="149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7" name="Input_receptor__406">
              <a:extLst>
                <a:ext uri="{FF2B5EF4-FFF2-40B4-BE49-F238E27FC236}">
                  <a16:creationId xmlns:a16="http://schemas.microsoft.com/office/drawing/2014/main" id="{B109B4AD-695B-5488-5425-2BAB9F96F2AD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87735"/>
              <a:ext cx="43195" cy="6392"/>
            </a:xfrm>
            <a:custGeom>
              <a:avLst/>
              <a:gdLst/>
              <a:ahLst/>
              <a:cxnLst/>
              <a:rect l="0" t="0" r="0" b="0"/>
              <a:pathLst>
                <a:path w="43195" h="6392">
                  <a:moveTo>
                    <a:pt x="0" y="6392"/>
                  </a:moveTo>
                  <a:lnTo>
                    <a:pt x="43195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8" name="Input_receptor__407">
              <a:extLst>
                <a:ext uri="{FF2B5EF4-FFF2-40B4-BE49-F238E27FC236}">
                  <a16:creationId xmlns:a16="http://schemas.microsoft.com/office/drawing/2014/main" id="{1F7FEB7C-087E-7160-909A-8AA87B311241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580725"/>
              <a:ext cx="20722" cy="28885"/>
            </a:xfrm>
            <a:custGeom>
              <a:avLst/>
              <a:gdLst/>
              <a:ahLst/>
              <a:cxnLst/>
              <a:rect l="0" t="0" r="0" b="0"/>
              <a:pathLst>
                <a:path w="20722" h="28885">
                  <a:moveTo>
                    <a:pt x="20722" y="0"/>
                  </a:moveTo>
                  <a:lnTo>
                    <a:pt x="0" y="2888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9" name="Input_receptor__408">
              <a:extLst>
                <a:ext uri="{FF2B5EF4-FFF2-40B4-BE49-F238E27FC236}">
                  <a16:creationId xmlns:a16="http://schemas.microsoft.com/office/drawing/2014/main" id="{FCF9E3D5-7757-464A-9CC8-394AA6EED005}"/>
                </a:ext>
              </a:extLst>
            </p:cNvPr>
            <p:cNvSpPr>
              <a:spLocks noGrp="1"/>
            </p:cNvSpPr>
            <p:nvPr/>
          </p:nvSpPr>
          <p:spPr>
            <a:xfrm>
              <a:off x="1514510" y="5258443"/>
              <a:ext cx="30874" cy="28753"/>
            </a:xfrm>
            <a:custGeom>
              <a:avLst/>
              <a:gdLst/>
              <a:ahLst/>
              <a:cxnLst/>
              <a:rect l="0" t="0" r="0" b="0"/>
              <a:pathLst>
                <a:path w="30874" h="28753">
                  <a:moveTo>
                    <a:pt x="30874" y="28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0" name="Input_receptor__409">
              <a:extLst>
                <a:ext uri="{FF2B5EF4-FFF2-40B4-BE49-F238E27FC236}">
                  <a16:creationId xmlns:a16="http://schemas.microsoft.com/office/drawing/2014/main" id="{98911F0C-3F4C-0885-53D4-1D1A43893EDA}"/>
                </a:ext>
              </a:extLst>
            </p:cNvPr>
            <p:cNvSpPr>
              <a:spLocks noGrp="1"/>
            </p:cNvSpPr>
            <p:nvPr/>
          </p:nvSpPr>
          <p:spPr>
            <a:xfrm>
              <a:off x="1315273" y="5544970"/>
              <a:ext cx="8449" cy="35755"/>
            </a:xfrm>
            <a:custGeom>
              <a:avLst/>
              <a:gdLst/>
              <a:ahLst/>
              <a:cxnLst/>
              <a:rect l="0" t="0" r="0" b="0"/>
              <a:pathLst>
                <a:path w="8449" h="35755">
                  <a:moveTo>
                    <a:pt x="8449" y="0"/>
                  </a:moveTo>
                  <a:lnTo>
                    <a:pt x="0" y="3575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1" name="Input_receptor__410">
              <a:extLst>
                <a:ext uri="{FF2B5EF4-FFF2-40B4-BE49-F238E27FC236}">
                  <a16:creationId xmlns:a16="http://schemas.microsoft.com/office/drawing/2014/main" id="{1293AFA2-82C2-FACE-5C9D-A9076006A64C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9122"/>
              <a:ext cx="44970" cy="2178"/>
            </a:xfrm>
            <a:custGeom>
              <a:avLst/>
              <a:gdLst/>
              <a:ahLst/>
              <a:cxnLst/>
              <a:rect l="0" t="0" r="0" b="0"/>
              <a:pathLst>
                <a:path w="44970" h="2178">
                  <a:moveTo>
                    <a:pt x="44970" y="21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2" name="Input_receptor__411">
              <a:extLst>
                <a:ext uri="{FF2B5EF4-FFF2-40B4-BE49-F238E27FC236}">
                  <a16:creationId xmlns:a16="http://schemas.microsoft.com/office/drawing/2014/main" id="{1376BB05-F2D0-A76B-DDCF-01D9E45CF0C0}"/>
                </a:ext>
              </a:extLst>
            </p:cNvPr>
            <p:cNvSpPr>
              <a:spLocks noGrp="1"/>
            </p:cNvSpPr>
            <p:nvPr/>
          </p:nvSpPr>
          <p:spPr>
            <a:xfrm>
              <a:off x="1244685" y="5087735"/>
              <a:ext cx="16065" cy="38482"/>
            </a:xfrm>
            <a:custGeom>
              <a:avLst/>
              <a:gdLst/>
              <a:ahLst/>
              <a:cxnLst/>
              <a:rect l="0" t="0" r="0" b="0"/>
              <a:pathLst>
                <a:path w="16065" h="38482">
                  <a:moveTo>
                    <a:pt x="0" y="0"/>
                  </a:moveTo>
                  <a:lnTo>
                    <a:pt x="16065" y="38482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3" name="Input_receptor__412">
              <a:extLst>
                <a:ext uri="{FF2B5EF4-FFF2-40B4-BE49-F238E27FC236}">
                  <a16:creationId xmlns:a16="http://schemas.microsoft.com/office/drawing/2014/main" id="{66B6B70F-B87B-2A40-AB33-2F793190FB2A}"/>
                </a:ext>
              </a:extLst>
            </p:cNvPr>
            <p:cNvSpPr>
              <a:spLocks noGrp="1"/>
            </p:cNvSpPr>
            <p:nvPr/>
          </p:nvSpPr>
          <p:spPr>
            <a:xfrm>
              <a:off x="1565186" y="5353838"/>
              <a:ext cx="11718" cy="4450"/>
            </a:xfrm>
            <a:custGeom>
              <a:avLst/>
              <a:gdLst/>
              <a:ahLst/>
              <a:cxnLst/>
              <a:rect l="0" t="0" r="0" b="0"/>
              <a:pathLst>
                <a:path w="11718" h="4450">
                  <a:moveTo>
                    <a:pt x="11718" y="4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4" name="Input_receptor__413">
              <a:extLst>
                <a:ext uri="{FF2B5EF4-FFF2-40B4-BE49-F238E27FC236}">
                  <a16:creationId xmlns:a16="http://schemas.microsoft.com/office/drawing/2014/main" id="{70462592-DA77-B47F-F48F-3E410B2BE829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58443"/>
              <a:ext cx="37271" cy="13496"/>
            </a:xfrm>
            <a:custGeom>
              <a:avLst/>
              <a:gdLst/>
              <a:ahLst/>
              <a:cxnLst/>
              <a:rect l="0" t="0" r="0" b="0"/>
              <a:pathLst>
                <a:path w="37271" h="13496">
                  <a:moveTo>
                    <a:pt x="37271" y="0"/>
                  </a:moveTo>
                  <a:lnTo>
                    <a:pt x="0" y="13496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5" name="Input_receptor__414">
              <a:extLst>
                <a:ext uri="{FF2B5EF4-FFF2-40B4-BE49-F238E27FC236}">
                  <a16:creationId xmlns:a16="http://schemas.microsoft.com/office/drawing/2014/main" id="{7A436A63-8C04-7511-C92F-22A7B9E4B2CA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27656" cy="5821"/>
            </a:xfrm>
            <a:custGeom>
              <a:avLst/>
              <a:gdLst/>
              <a:ahLst/>
              <a:cxnLst/>
              <a:rect l="0" t="0" r="0" b="0"/>
              <a:pathLst>
                <a:path w="27656" h="5821">
                  <a:moveTo>
                    <a:pt x="27656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6" name="Input_receptor__415">
              <a:extLst>
                <a:ext uri="{FF2B5EF4-FFF2-40B4-BE49-F238E27FC236}">
                  <a16:creationId xmlns:a16="http://schemas.microsoft.com/office/drawing/2014/main" id="{DAE5B413-6C07-E914-2E55-A151035815BE}"/>
                </a:ext>
              </a:extLst>
            </p:cNvPr>
            <p:cNvSpPr>
              <a:spLocks noGrp="1"/>
            </p:cNvSpPr>
            <p:nvPr/>
          </p:nvSpPr>
          <p:spPr>
            <a:xfrm>
              <a:off x="1625297" y="4879740"/>
              <a:ext cx="23162" cy="21331"/>
            </a:xfrm>
            <a:custGeom>
              <a:avLst/>
              <a:gdLst/>
              <a:ahLst/>
              <a:cxnLst/>
              <a:rect l="0" t="0" r="0" b="0"/>
              <a:pathLst>
                <a:path w="23162" h="21331">
                  <a:moveTo>
                    <a:pt x="0" y="0"/>
                  </a:moveTo>
                  <a:lnTo>
                    <a:pt x="23162" y="2133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7" name="Input_receptor__416">
              <a:extLst>
                <a:ext uri="{FF2B5EF4-FFF2-40B4-BE49-F238E27FC236}">
                  <a16:creationId xmlns:a16="http://schemas.microsoft.com/office/drawing/2014/main" id="{0BCAAFF8-A038-58E5-2A28-6E7579809766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26217"/>
              <a:ext cx="35234" cy="28728"/>
            </a:xfrm>
            <a:custGeom>
              <a:avLst/>
              <a:gdLst/>
              <a:ahLst/>
              <a:cxnLst/>
              <a:rect l="0" t="0" r="0" b="0"/>
              <a:pathLst>
                <a:path w="35234" h="28728">
                  <a:moveTo>
                    <a:pt x="35234" y="0"/>
                  </a:moveTo>
                  <a:lnTo>
                    <a:pt x="0" y="28728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8" name="Input_receptor__417">
              <a:extLst>
                <a:ext uri="{FF2B5EF4-FFF2-40B4-BE49-F238E27FC236}">
                  <a16:creationId xmlns:a16="http://schemas.microsoft.com/office/drawing/2014/main" id="{445C5BB1-7F6E-C2D2-5E06-D227D2DD66C8}"/>
                </a:ext>
              </a:extLst>
            </p:cNvPr>
            <p:cNvSpPr>
              <a:spLocks noGrp="1"/>
            </p:cNvSpPr>
            <p:nvPr/>
          </p:nvSpPr>
          <p:spPr>
            <a:xfrm>
              <a:off x="1690992" y="5156234"/>
              <a:ext cx="47373" cy="7909"/>
            </a:xfrm>
            <a:custGeom>
              <a:avLst/>
              <a:gdLst/>
              <a:ahLst/>
              <a:cxnLst/>
              <a:rect l="0" t="0" r="0" b="0"/>
              <a:pathLst>
                <a:path w="47373" h="7909">
                  <a:moveTo>
                    <a:pt x="0" y="7909"/>
                  </a:moveTo>
                  <a:lnTo>
                    <a:pt x="4737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9" name="Input_receptor__418">
              <a:extLst>
                <a:ext uri="{FF2B5EF4-FFF2-40B4-BE49-F238E27FC236}">
                  <a16:creationId xmlns:a16="http://schemas.microsoft.com/office/drawing/2014/main" id="{F55460FA-A2CB-B7E0-104A-B33FFD109E9F}"/>
                </a:ext>
              </a:extLst>
            </p:cNvPr>
            <p:cNvSpPr>
              <a:spLocks noGrp="1"/>
            </p:cNvSpPr>
            <p:nvPr/>
          </p:nvSpPr>
          <p:spPr>
            <a:xfrm>
              <a:off x="1594639" y="4860019"/>
              <a:ext cx="30657" cy="19721"/>
            </a:xfrm>
            <a:custGeom>
              <a:avLst/>
              <a:gdLst/>
              <a:ahLst/>
              <a:cxnLst/>
              <a:rect l="0" t="0" r="0" b="0"/>
              <a:pathLst>
                <a:path w="30657" h="19721">
                  <a:moveTo>
                    <a:pt x="0" y="0"/>
                  </a:moveTo>
                  <a:lnTo>
                    <a:pt x="30657" y="1972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0" name="Input_receptor__419">
              <a:extLst>
                <a:ext uri="{FF2B5EF4-FFF2-40B4-BE49-F238E27FC236}">
                  <a16:creationId xmlns:a16="http://schemas.microsoft.com/office/drawing/2014/main" id="{AEEFBDB9-1EB1-F205-5F43-3CA860222014}"/>
                </a:ext>
              </a:extLst>
            </p:cNvPr>
            <p:cNvSpPr>
              <a:spLocks noGrp="1"/>
            </p:cNvSpPr>
            <p:nvPr/>
          </p:nvSpPr>
          <p:spPr>
            <a:xfrm>
              <a:off x="1778229" y="4947767"/>
              <a:ext cx="16276" cy="25966"/>
            </a:xfrm>
            <a:custGeom>
              <a:avLst/>
              <a:gdLst/>
              <a:ahLst/>
              <a:cxnLst/>
              <a:rect l="0" t="0" r="0" b="0"/>
              <a:pathLst>
                <a:path w="16276" h="25966">
                  <a:moveTo>
                    <a:pt x="16276" y="25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1" name="Input_receptor__420">
              <a:extLst>
                <a:ext uri="{FF2B5EF4-FFF2-40B4-BE49-F238E27FC236}">
                  <a16:creationId xmlns:a16="http://schemas.microsoft.com/office/drawing/2014/main" id="{D0FD3812-3736-9219-0515-1120D55C9AA9}"/>
                </a:ext>
              </a:extLst>
            </p:cNvPr>
            <p:cNvSpPr>
              <a:spLocks noGrp="1"/>
            </p:cNvSpPr>
            <p:nvPr/>
          </p:nvSpPr>
          <p:spPr>
            <a:xfrm>
              <a:off x="1419697" y="5560717"/>
              <a:ext cx="24948" cy="29897"/>
            </a:xfrm>
            <a:custGeom>
              <a:avLst/>
              <a:gdLst/>
              <a:ahLst/>
              <a:cxnLst/>
              <a:rect l="0" t="0" r="0" b="0"/>
              <a:pathLst>
                <a:path w="24948" h="29897">
                  <a:moveTo>
                    <a:pt x="0" y="0"/>
                  </a:moveTo>
                  <a:lnTo>
                    <a:pt x="24948" y="29897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2" name="Input_receptor__421">
              <a:extLst>
                <a:ext uri="{FF2B5EF4-FFF2-40B4-BE49-F238E27FC236}">
                  <a16:creationId xmlns:a16="http://schemas.microsoft.com/office/drawing/2014/main" id="{4C05AB10-52B8-06D4-3FC1-C76E65FD63FB}"/>
                </a:ext>
              </a:extLst>
            </p:cNvPr>
            <p:cNvSpPr>
              <a:spLocks noGrp="1"/>
            </p:cNvSpPr>
            <p:nvPr/>
          </p:nvSpPr>
          <p:spPr>
            <a:xfrm>
              <a:off x="1272977" y="5484257"/>
              <a:ext cx="15235" cy="26353"/>
            </a:xfrm>
            <a:custGeom>
              <a:avLst/>
              <a:gdLst/>
              <a:ahLst/>
              <a:cxnLst/>
              <a:rect l="0" t="0" r="0" b="0"/>
              <a:pathLst>
                <a:path w="15235" h="26353">
                  <a:moveTo>
                    <a:pt x="0" y="0"/>
                  </a:moveTo>
                  <a:lnTo>
                    <a:pt x="15235" y="26353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3" name="Input_receptor__422">
              <a:extLst>
                <a:ext uri="{FF2B5EF4-FFF2-40B4-BE49-F238E27FC236}">
                  <a16:creationId xmlns:a16="http://schemas.microsoft.com/office/drawing/2014/main" id="{1151EAE9-A6D2-64C0-3563-4103A60C1E69}"/>
                </a:ext>
              </a:extLst>
            </p:cNvPr>
            <p:cNvSpPr>
              <a:spLocks noGrp="1"/>
            </p:cNvSpPr>
            <p:nvPr/>
          </p:nvSpPr>
          <p:spPr>
            <a:xfrm>
              <a:off x="1131874" y="5161300"/>
              <a:ext cx="11248" cy="32233"/>
            </a:xfrm>
            <a:custGeom>
              <a:avLst/>
              <a:gdLst/>
              <a:ahLst/>
              <a:cxnLst/>
              <a:rect l="0" t="0" r="0" b="0"/>
              <a:pathLst>
                <a:path w="11248" h="32233">
                  <a:moveTo>
                    <a:pt x="11248" y="322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4" name="Input_receptor__423">
              <a:extLst>
                <a:ext uri="{FF2B5EF4-FFF2-40B4-BE49-F238E27FC236}">
                  <a16:creationId xmlns:a16="http://schemas.microsoft.com/office/drawing/2014/main" id="{9A2ABA3A-1AFC-092D-8741-FEC7D6CA21B0}"/>
                </a:ext>
              </a:extLst>
            </p:cNvPr>
            <p:cNvSpPr>
              <a:spLocks noGrp="1"/>
            </p:cNvSpPr>
            <p:nvPr/>
          </p:nvSpPr>
          <p:spPr>
            <a:xfrm>
              <a:off x="1515521" y="5287196"/>
              <a:ext cx="29863" cy="37487"/>
            </a:xfrm>
            <a:custGeom>
              <a:avLst/>
              <a:gdLst/>
              <a:ahLst/>
              <a:cxnLst/>
              <a:rect l="0" t="0" r="0" b="0"/>
              <a:pathLst>
                <a:path w="29863" h="37487">
                  <a:moveTo>
                    <a:pt x="0" y="37487"/>
                  </a:moveTo>
                  <a:lnTo>
                    <a:pt x="2986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5" name="Input_receptor__424">
              <a:extLst>
                <a:ext uri="{FF2B5EF4-FFF2-40B4-BE49-F238E27FC236}">
                  <a16:creationId xmlns:a16="http://schemas.microsoft.com/office/drawing/2014/main" id="{0210DC12-EDA3-80AB-260E-55CA6856F58D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60515"/>
              <a:ext cx="43122" cy="9308"/>
            </a:xfrm>
            <a:custGeom>
              <a:avLst/>
              <a:gdLst/>
              <a:ahLst/>
              <a:cxnLst/>
              <a:rect l="0" t="0" r="0" b="0"/>
              <a:pathLst>
                <a:path w="43122" h="9308">
                  <a:moveTo>
                    <a:pt x="0" y="0"/>
                  </a:moveTo>
                  <a:lnTo>
                    <a:pt x="43122" y="9308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6" name="Input_receptor__425">
              <a:extLst>
                <a:ext uri="{FF2B5EF4-FFF2-40B4-BE49-F238E27FC236}">
                  <a16:creationId xmlns:a16="http://schemas.microsoft.com/office/drawing/2014/main" id="{BAE9048C-817D-3B73-428F-C60F3D43F475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62196"/>
              <a:ext cx="3846" cy="7082"/>
            </a:xfrm>
            <a:custGeom>
              <a:avLst/>
              <a:gdLst/>
              <a:ahLst/>
              <a:cxnLst/>
              <a:rect l="0" t="0" r="0" b="0"/>
              <a:pathLst>
                <a:path w="3846" h="7082">
                  <a:moveTo>
                    <a:pt x="3846" y="7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7" name="Input_receptor__426">
              <a:extLst>
                <a:ext uri="{FF2B5EF4-FFF2-40B4-BE49-F238E27FC236}">
                  <a16:creationId xmlns:a16="http://schemas.microsoft.com/office/drawing/2014/main" id="{914B3913-F69B-2F40-A3DF-0D41EE6A7505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209210"/>
              <a:ext cx="13965" cy="31648"/>
            </a:xfrm>
            <a:custGeom>
              <a:avLst/>
              <a:gdLst/>
              <a:ahLst/>
              <a:cxnLst/>
              <a:rect l="0" t="0" r="0" b="0"/>
              <a:pathLst>
                <a:path w="13965" h="31648">
                  <a:moveTo>
                    <a:pt x="13965" y="316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8"/>
              </a:solidFill>
            </a:ln>
          </p:spPr>
        </p:sp>
        <p:sp>
          <p:nvSpPr>
            <p:cNvPr id="428" name="Input_receptor__427">
              <a:extLst>
                <a:ext uri="{FF2B5EF4-FFF2-40B4-BE49-F238E27FC236}">
                  <a16:creationId xmlns:a16="http://schemas.microsoft.com/office/drawing/2014/main" id="{52C677F9-DC3C-42DD-F1AD-1294A5BE8505}"/>
                </a:ext>
              </a:extLst>
            </p:cNvPr>
            <p:cNvSpPr>
              <a:spLocks noGrp="1"/>
            </p:cNvSpPr>
            <p:nvPr/>
          </p:nvSpPr>
          <p:spPr>
            <a:xfrm>
              <a:off x="1211242" y="5435679"/>
              <a:ext cx="38493" cy="4464"/>
            </a:xfrm>
            <a:custGeom>
              <a:avLst/>
              <a:gdLst/>
              <a:ahLst/>
              <a:cxnLst/>
              <a:rect l="0" t="0" r="0" b="0"/>
              <a:pathLst>
                <a:path w="38493" h="4464">
                  <a:moveTo>
                    <a:pt x="0" y="0"/>
                  </a:moveTo>
                  <a:lnTo>
                    <a:pt x="38493" y="4464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29" name="Input_receptor__428">
              <a:extLst>
                <a:ext uri="{FF2B5EF4-FFF2-40B4-BE49-F238E27FC236}">
                  <a16:creationId xmlns:a16="http://schemas.microsoft.com/office/drawing/2014/main" id="{0CB74629-DD46-7B72-E7A5-74E82F063F08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14085"/>
              <a:ext cx="22841" cy="12428"/>
            </a:xfrm>
            <a:custGeom>
              <a:avLst/>
              <a:gdLst/>
              <a:ahLst/>
              <a:cxnLst/>
              <a:rect l="0" t="0" r="0" b="0"/>
              <a:pathLst>
                <a:path w="22841" h="12428">
                  <a:moveTo>
                    <a:pt x="22841" y="0"/>
                  </a:moveTo>
                  <a:lnTo>
                    <a:pt x="0" y="12428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0" name="Input_receptor__429">
              <a:extLst>
                <a:ext uri="{FF2B5EF4-FFF2-40B4-BE49-F238E27FC236}">
                  <a16:creationId xmlns:a16="http://schemas.microsoft.com/office/drawing/2014/main" id="{0E2E0DD7-0A4D-FE53-1D54-15C7EDBC71E7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35679"/>
              <a:ext cx="29746" cy="12887"/>
            </a:xfrm>
            <a:custGeom>
              <a:avLst/>
              <a:gdLst/>
              <a:ahLst/>
              <a:cxnLst/>
              <a:rect l="0" t="0" r="0" b="0"/>
              <a:pathLst>
                <a:path w="29746" h="12887">
                  <a:moveTo>
                    <a:pt x="0" y="12887"/>
                  </a:moveTo>
                  <a:lnTo>
                    <a:pt x="29746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1" name="Input_receptor__430">
              <a:extLst>
                <a:ext uri="{FF2B5EF4-FFF2-40B4-BE49-F238E27FC236}">
                  <a16:creationId xmlns:a16="http://schemas.microsoft.com/office/drawing/2014/main" id="{70CB28E8-46E4-284D-48BB-1452E2E43C9F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10610"/>
              <a:ext cx="28052" cy="36486"/>
            </a:xfrm>
            <a:custGeom>
              <a:avLst/>
              <a:gdLst/>
              <a:ahLst/>
              <a:cxnLst/>
              <a:rect l="0" t="0" r="0" b="0"/>
              <a:pathLst>
                <a:path w="28052" h="36486">
                  <a:moveTo>
                    <a:pt x="28052" y="0"/>
                  </a:moveTo>
                  <a:lnTo>
                    <a:pt x="0" y="3648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2" name="Input_receptor__431">
              <a:extLst>
                <a:ext uri="{FF2B5EF4-FFF2-40B4-BE49-F238E27FC236}">
                  <a16:creationId xmlns:a16="http://schemas.microsoft.com/office/drawing/2014/main" id="{812B707C-864B-463F-1E7F-A4A30E183D46}"/>
                </a:ext>
              </a:extLst>
            </p:cNvPr>
            <p:cNvSpPr>
              <a:spLocks noGrp="1"/>
            </p:cNvSpPr>
            <p:nvPr/>
          </p:nvSpPr>
          <p:spPr>
            <a:xfrm>
              <a:off x="1667104" y="5269823"/>
              <a:ext cx="17822" cy="27981"/>
            </a:xfrm>
            <a:custGeom>
              <a:avLst/>
              <a:gdLst/>
              <a:ahLst/>
              <a:cxnLst/>
              <a:rect l="0" t="0" r="0" b="0"/>
              <a:pathLst>
                <a:path w="17822" h="27981">
                  <a:moveTo>
                    <a:pt x="0" y="0"/>
                  </a:moveTo>
                  <a:lnTo>
                    <a:pt x="17822" y="2798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3" name="Input_receptor__432">
              <a:extLst>
                <a:ext uri="{FF2B5EF4-FFF2-40B4-BE49-F238E27FC236}">
                  <a16:creationId xmlns:a16="http://schemas.microsoft.com/office/drawing/2014/main" id="{9E39AAE6-A2AA-1A4B-129A-87B3098A7741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193533"/>
              <a:ext cx="37963" cy="27348"/>
            </a:xfrm>
            <a:custGeom>
              <a:avLst/>
              <a:gdLst/>
              <a:ahLst/>
              <a:cxnLst/>
              <a:rect l="0" t="0" r="0" b="0"/>
              <a:pathLst>
                <a:path w="37963" h="27348">
                  <a:moveTo>
                    <a:pt x="0" y="27348"/>
                  </a:moveTo>
                  <a:lnTo>
                    <a:pt x="37963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4" name="Input_receptor__433">
              <a:extLst>
                <a:ext uri="{FF2B5EF4-FFF2-40B4-BE49-F238E27FC236}">
                  <a16:creationId xmlns:a16="http://schemas.microsoft.com/office/drawing/2014/main" id="{8D5802C6-F33B-D358-A4A6-644C45DB6C94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33583"/>
              <a:ext cx="490" cy="21164"/>
            </a:xfrm>
            <a:custGeom>
              <a:avLst/>
              <a:gdLst/>
              <a:ahLst/>
              <a:cxnLst/>
              <a:rect l="0" t="0" r="0" b="0"/>
              <a:pathLst>
                <a:path w="490" h="21164">
                  <a:moveTo>
                    <a:pt x="0" y="21164"/>
                  </a:moveTo>
                  <a:lnTo>
                    <a:pt x="490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5" name="Input_receptor__434">
              <a:extLst>
                <a:ext uri="{FF2B5EF4-FFF2-40B4-BE49-F238E27FC236}">
                  <a16:creationId xmlns:a16="http://schemas.microsoft.com/office/drawing/2014/main" id="{490F7443-DF4B-AE47-CC8D-73B98E25741D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56750"/>
              <a:ext cx="29830" cy="2533"/>
            </a:xfrm>
            <a:custGeom>
              <a:avLst/>
              <a:gdLst/>
              <a:ahLst/>
              <a:cxnLst/>
              <a:rect l="0" t="0" r="0" b="0"/>
              <a:pathLst>
                <a:path w="29830" h="2533">
                  <a:moveTo>
                    <a:pt x="0" y="0"/>
                  </a:moveTo>
                  <a:lnTo>
                    <a:pt x="29830" y="2533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6" name="Input_receptor__435">
              <a:extLst>
                <a:ext uri="{FF2B5EF4-FFF2-40B4-BE49-F238E27FC236}">
                  <a16:creationId xmlns:a16="http://schemas.microsoft.com/office/drawing/2014/main" id="{EE388F81-CB0F-524C-A39D-13BD08D888A1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77690"/>
              <a:ext cx="23988" cy="41034"/>
            </a:xfrm>
            <a:custGeom>
              <a:avLst/>
              <a:gdLst/>
              <a:ahLst/>
              <a:cxnLst/>
              <a:rect l="0" t="0" r="0" b="0"/>
              <a:pathLst>
                <a:path w="23988" h="41034">
                  <a:moveTo>
                    <a:pt x="0" y="0"/>
                  </a:moveTo>
                  <a:lnTo>
                    <a:pt x="23988" y="41034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7" name="Input_receptor__436">
              <a:extLst>
                <a:ext uri="{FF2B5EF4-FFF2-40B4-BE49-F238E27FC236}">
                  <a16:creationId xmlns:a16="http://schemas.microsoft.com/office/drawing/2014/main" id="{C8FE6A58-4680-38BF-13E4-5162C1F44170}"/>
                </a:ext>
              </a:extLst>
            </p:cNvPr>
            <p:cNvSpPr>
              <a:spLocks noGrp="1"/>
            </p:cNvSpPr>
            <p:nvPr/>
          </p:nvSpPr>
          <p:spPr>
            <a:xfrm>
              <a:off x="1206970" y="5264267"/>
              <a:ext cx="47817" cy="3401"/>
            </a:xfrm>
            <a:custGeom>
              <a:avLst/>
              <a:gdLst/>
              <a:ahLst/>
              <a:cxnLst/>
              <a:rect l="0" t="0" r="0" b="0"/>
              <a:pathLst>
                <a:path w="47817" h="3401">
                  <a:moveTo>
                    <a:pt x="0" y="0"/>
                  </a:moveTo>
                  <a:lnTo>
                    <a:pt x="47817" y="340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8" name="Input_receptor__437">
              <a:extLst>
                <a:ext uri="{FF2B5EF4-FFF2-40B4-BE49-F238E27FC236}">
                  <a16:creationId xmlns:a16="http://schemas.microsoft.com/office/drawing/2014/main" id="{46DCE8D2-5956-2E70-AB6C-30CC8676A2AF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4973732"/>
              <a:ext cx="30538" cy="36595"/>
            </a:xfrm>
            <a:custGeom>
              <a:avLst/>
              <a:gdLst/>
              <a:ahLst/>
              <a:cxnLst/>
              <a:rect l="0" t="0" r="0" b="0"/>
              <a:pathLst>
                <a:path w="30538" h="36595">
                  <a:moveTo>
                    <a:pt x="0" y="36595"/>
                  </a:moveTo>
                  <a:lnTo>
                    <a:pt x="3053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9" name="Input_receptor__438">
              <a:extLst>
                <a:ext uri="{FF2B5EF4-FFF2-40B4-BE49-F238E27FC236}">
                  <a16:creationId xmlns:a16="http://schemas.microsoft.com/office/drawing/2014/main" id="{35513BC5-FDBD-1D7C-2E34-B31D662C2541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3047"/>
              <a:ext cx="5723" cy="15329"/>
            </a:xfrm>
            <a:custGeom>
              <a:avLst/>
              <a:gdLst/>
              <a:ahLst/>
              <a:cxnLst/>
              <a:rect l="0" t="0" r="0" b="0"/>
              <a:pathLst>
                <a:path w="5723" h="15329">
                  <a:moveTo>
                    <a:pt x="5723" y="0"/>
                  </a:moveTo>
                  <a:lnTo>
                    <a:pt x="0" y="15329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0" name="Input_receptor__439">
              <a:extLst>
                <a:ext uri="{FF2B5EF4-FFF2-40B4-BE49-F238E27FC236}">
                  <a16:creationId xmlns:a16="http://schemas.microsoft.com/office/drawing/2014/main" id="{2FEF3259-32DB-9753-4C15-86CC391923D4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96417"/>
              <a:ext cx="28388" cy="18884"/>
            </a:xfrm>
            <a:custGeom>
              <a:avLst/>
              <a:gdLst/>
              <a:ahLst/>
              <a:cxnLst/>
              <a:rect l="0" t="0" r="0" b="0"/>
              <a:pathLst>
                <a:path w="28388" h="18884">
                  <a:moveTo>
                    <a:pt x="0" y="18884"/>
                  </a:moveTo>
                  <a:lnTo>
                    <a:pt x="283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1" name="Input_receptor__440">
              <a:extLst>
                <a:ext uri="{FF2B5EF4-FFF2-40B4-BE49-F238E27FC236}">
                  <a16:creationId xmlns:a16="http://schemas.microsoft.com/office/drawing/2014/main" id="{08CE5BD4-63DD-CB54-0994-EC58431A4C28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1070"/>
              <a:ext cx="47988" cy="5575"/>
            </a:xfrm>
            <a:custGeom>
              <a:avLst/>
              <a:gdLst/>
              <a:ahLst/>
              <a:cxnLst/>
              <a:rect l="0" t="0" r="0" b="0"/>
              <a:pathLst>
                <a:path w="47988" h="5575">
                  <a:moveTo>
                    <a:pt x="0" y="5575"/>
                  </a:moveTo>
                  <a:lnTo>
                    <a:pt x="479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2" name="Input_receptor__441">
              <a:extLst>
                <a:ext uri="{FF2B5EF4-FFF2-40B4-BE49-F238E27FC236}">
                  <a16:creationId xmlns:a16="http://schemas.microsoft.com/office/drawing/2014/main" id="{22BFB092-308F-0A1C-404F-A0CE2A9F3BB7}"/>
                </a:ext>
              </a:extLst>
            </p:cNvPr>
            <p:cNvSpPr>
              <a:spLocks noGrp="1"/>
            </p:cNvSpPr>
            <p:nvPr/>
          </p:nvSpPr>
          <p:spPr>
            <a:xfrm>
              <a:off x="1294005" y="5151256"/>
              <a:ext cx="47154" cy="9756"/>
            </a:xfrm>
            <a:custGeom>
              <a:avLst/>
              <a:gdLst/>
              <a:ahLst/>
              <a:cxnLst/>
              <a:rect l="0" t="0" r="0" b="0"/>
              <a:pathLst>
                <a:path w="47154" h="9756">
                  <a:moveTo>
                    <a:pt x="47154" y="0"/>
                  </a:moveTo>
                  <a:lnTo>
                    <a:pt x="0" y="975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3" name="Input_receptor__442">
              <a:extLst>
                <a:ext uri="{FF2B5EF4-FFF2-40B4-BE49-F238E27FC236}">
                  <a16:creationId xmlns:a16="http://schemas.microsoft.com/office/drawing/2014/main" id="{9F573266-F722-AC8D-B14E-BA54F79BD834}"/>
                </a:ext>
              </a:extLst>
            </p:cNvPr>
            <p:cNvSpPr>
              <a:spLocks noGrp="1"/>
            </p:cNvSpPr>
            <p:nvPr/>
          </p:nvSpPr>
          <p:spPr>
            <a:xfrm>
              <a:off x="1721340" y="4863309"/>
              <a:ext cx="35243" cy="30007"/>
            </a:xfrm>
            <a:custGeom>
              <a:avLst/>
              <a:gdLst/>
              <a:ahLst/>
              <a:cxnLst/>
              <a:rect l="0" t="0" r="0" b="0"/>
              <a:pathLst>
                <a:path w="35243" h="30007">
                  <a:moveTo>
                    <a:pt x="35243" y="30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4" name="Input_receptor__443">
              <a:extLst>
                <a:ext uri="{FF2B5EF4-FFF2-40B4-BE49-F238E27FC236}">
                  <a16:creationId xmlns:a16="http://schemas.microsoft.com/office/drawing/2014/main" id="{1DE18359-13E6-80D2-98EC-3410437C8ECD}"/>
                </a:ext>
              </a:extLst>
            </p:cNvPr>
            <p:cNvSpPr>
              <a:spLocks noGrp="1"/>
            </p:cNvSpPr>
            <p:nvPr/>
          </p:nvSpPr>
          <p:spPr>
            <a:xfrm>
              <a:off x="1434370" y="4658347"/>
              <a:ext cx="34276" cy="33004"/>
            </a:xfrm>
            <a:custGeom>
              <a:avLst/>
              <a:gdLst/>
              <a:ahLst/>
              <a:cxnLst/>
              <a:rect l="0" t="0" r="0" b="0"/>
              <a:pathLst>
                <a:path w="34276" h="33004">
                  <a:moveTo>
                    <a:pt x="0" y="33004"/>
                  </a:moveTo>
                  <a:lnTo>
                    <a:pt x="34276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5" name="Input_receptor__444">
              <a:extLst>
                <a:ext uri="{FF2B5EF4-FFF2-40B4-BE49-F238E27FC236}">
                  <a16:creationId xmlns:a16="http://schemas.microsoft.com/office/drawing/2014/main" id="{B5CAE3AF-582B-6D49-1B9D-8C048DDAA6B7}"/>
                </a:ext>
              </a:extLst>
            </p:cNvPr>
            <p:cNvSpPr>
              <a:spLocks noGrp="1"/>
            </p:cNvSpPr>
            <p:nvPr/>
          </p:nvSpPr>
          <p:spPr>
            <a:xfrm>
              <a:off x="1106686" y="5093642"/>
              <a:ext cx="29182" cy="25318"/>
            </a:xfrm>
            <a:custGeom>
              <a:avLst/>
              <a:gdLst/>
              <a:ahLst/>
              <a:cxnLst/>
              <a:rect l="0" t="0" r="0" b="0"/>
              <a:pathLst>
                <a:path w="29182" h="25318">
                  <a:moveTo>
                    <a:pt x="29182" y="25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6" name="Input_receptor__445">
              <a:extLst>
                <a:ext uri="{FF2B5EF4-FFF2-40B4-BE49-F238E27FC236}">
                  <a16:creationId xmlns:a16="http://schemas.microsoft.com/office/drawing/2014/main" id="{0E46638D-3320-D0FC-6CF6-95B018422A1A}"/>
                </a:ext>
              </a:extLst>
            </p:cNvPr>
            <p:cNvSpPr>
              <a:spLocks noGrp="1"/>
            </p:cNvSpPr>
            <p:nvPr/>
          </p:nvSpPr>
          <p:spPr>
            <a:xfrm>
              <a:off x="1148875" y="5381821"/>
              <a:ext cx="45801" cy="13954"/>
            </a:xfrm>
            <a:custGeom>
              <a:avLst/>
              <a:gdLst/>
              <a:ahLst/>
              <a:cxnLst/>
              <a:rect l="0" t="0" r="0" b="0"/>
              <a:pathLst>
                <a:path w="45801" h="13954">
                  <a:moveTo>
                    <a:pt x="0" y="13954"/>
                  </a:moveTo>
                  <a:lnTo>
                    <a:pt x="4580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7" name="Input_receptor__446">
              <a:extLst>
                <a:ext uri="{FF2B5EF4-FFF2-40B4-BE49-F238E27FC236}">
                  <a16:creationId xmlns:a16="http://schemas.microsoft.com/office/drawing/2014/main" id="{94B452FD-E6EA-A560-4CE7-1708160B5DFF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24303" cy="28072"/>
            </a:xfrm>
            <a:custGeom>
              <a:avLst/>
              <a:gdLst/>
              <a:ahLst/>
              <a:cxnLst/>
              <a:rect l="0" t="0" r="0" b="0"/>
              <a:pathLst>
                <a:path w="24303" h="28072">
                  <a:moveTo>
                    <a:pt x="0" y="0"/>
                  </a:moveTo>
                  <a:lnTo>
                    <a:pt x="24303" y="28072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48" name="Input_receptor__447">
              <a:extLst>
                <a:ext uri="{FF2B5EF4-FFF2-40B4-BE49-F238E27FC236}">
                  <a16:creationId xmlns:a16="http://schemas.microsoft.com/office/drawing/2014/main" id="{6F48D6A2-0278-D3B2-AAAA-E241428E990A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3284"/>
              <a:ext cx="33707" cy="23425"/>
            </a:xfrm>
            <a:custGeom>
              <a:avLst/>
              <a:gdLst/>
              <a:ahLst/>
              <a:cxnLst/>
              <a:rect l="0" t="0" r="0" b="0"/>
              <a:pathLst>
                <a:path w="33707" h="23425">
                  <a:moveTo>
                    <a:pt x="33707" y="0"/>
                  </a:moveTo>
                  <a:lnTo>
                    <a:pt x="0" y="23425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9" name="Input_receptor__448">
              <a:extLst>
                <a:ext uri="{FF2B5EF4-FFF2-40B4-BE49-F238E27FC236}">
                  <a16:creationId xmlns:a16="http://schemas.microsoft.com/office/drawing/2014/main" id="{99AA678C-B991-3E43-C99A-36539EDD32CA}"/>
                </a:ext>
              </a:extLst>
            </p:cNvPr>
            <p:cNvSpPr>
              <a:spLocks noGrp="1"/>
            </p:cNvSpPr>
            <p:nvPr/>
          </p:nvSpPr>
          <p:spPr>
            <a:xfrm>
              <a:off x="1576904" y="5358287"/>
              <a:ext cx="14384" cy="45013"/>
            </a:xfrm>
            <a:custGeom>
              <a:avLst/>
              <a:gdLst/>
              <a:ahLst/>
              <a:cxnLst/>
              <a:rect l="0" t="0" r="0" b="0"/>
              <a:pathLst>
                <a:path w="14384" h="45013">
                  <a:moveTo>
                    <a:pt x="14384" y="45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50" name="Input_receptor__449">
              <a:extLst>
                <a:ext uri="{FF2B5EF4-FFF2-40B4-BE49-F238E27FC236}">
                  <a16:creationId xmlns:a16="http://schemas.microsoft.com/office/drawing/2014/main" id="{477A4BDC-198C-F5DB-1E5E-A808B57E7074}"/>
                </a:ext>
              </a:extLst>
            </p:cNvPr>
            <p:cNvSpPr>
              <a:spLocks noGrp="1"/>
            </p:cNvSpPr>
            <p:nvPr/>
          </p:nvSpPr>
          <p:spPr>
            <a:xfrm>
              <a:off x="1254787" y="5267668"/>
              <a:ext cx="3189" cy="46417"/>
            </a:xfrm>
            <a:custGeom>
              <a:avLst/>
              <a:gdLst/>
              <a:ahLst/>
              <a:cxnLst/>
              <a:rect l="0" t="0" r="0" b="0"/>
              <a:pathLst>
                <a:path w="3189" h="46417">
                  <a:moveTo>
                    <a:pt x="0" y="0"/>
                  </a:moveTo>
                  <a:lnTo>
                    <a:pt x="3189" y="46417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1" name="Input_receptor__450">
              <a:extLst>
                <a:ext uri="{FF2B5EF4-FFF2-40B4-BE49-F238E27FC236}">
                  <a16:creationId xmlns:a16="http://schemas.microsoft.com/office/drawing/2014/main" id="{B5193F63-7317-F3C6-3851-2E3AE1F7FE68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94127"/>
              <a:ext cx="18652" cy="2430"/>
            </a:xfrm>
            <a:custGeom>
              <a:avLst/>
              <a:gdLst/>
              <a:ahLst/>
              <a:cxnLst/>
              <a:rect l="0" t="0" r="0" b="0"/>
              <a:pathLst>
                <a:path w="18652" h="2430">
                  <a:moveTo>
                    <a:pt x="18652" y="24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2" name="Input_receptor__451">
              <a:extLst>
                <a:ext uri="{FF2B5EF4-FFF2-40B4-BE49-F238E27FC236}">
                  <a16:creationId xmlns:a16="http://schemas.microsoft.com/office/drawing/2014/main" id="{80FA2486-84D5-D7A1-4061-77BA68689A78}"/>
                </a:ext>
              </a:extLst>
            </p:cNvPr>
            <p:cNvSpPr>
              <a:spLocks noGrp="1"/>
            </p:cNvSpPr>
            <p:nvPr/>
          </p:nvSpPr>
          <p:spPr>
            <a:xfrm>
              <a:off x="1807087" y="5211070"/>
              <a:ext cx="12287" cy="42214"/>
            </a:xfrm>
            <a:custGeom>
              <a:avLst/>
              <a:gdLst/>
              <a:ahLst/>
              <a:cxnLst/>
              <a:rect l="0" t="0" r="0" b="0"/>
              <a:pathLst>
                <a:path w="12287" h="42214">
                  <a:moveTo>
                    <a:pt x="0" y="0"/>
                  </a:moveTo>
                  <a:lnTo>
                    <a:pt x="12287" y="42214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3" name="Input_receptor__452">
              <a:extLst>
                <a:ext uri="{FF2B5EF4-FFF2-40B4-BE49-F238E27FC236}">
                  <a16:creationId xmlns:a16="http://schemas.microsoft.com/office/drawing/2014/main" id="{0C9BE23C-B93E-2C6F-1440-38BC101CC659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83666"/>
              <a:ext cx="29716" cy="9976"/>
            </a:xfrm>
            <a:custGeom>
              <a:avLst/>
              <a:gdLst/>
              <a:ahLst/>
              <a:cxnLst/>
              <a:rect l="0" t="0" r="0" b="0"/>
              <a:pathLst>
                <a:path w="29716" h="9976">
                  <a:moveTo>
                    <a:pt x="29716" y="99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4" name="Input_receptor__453">
              <a:extLst>
                <a:ext uri="{FF2B5EF4-FFF2-40B4-BE49-F238E27FC236}">
                  <a16:creationId xmlns:a16="http://schemas.microsoft.com/office/drawing/2014/main" id="{36C19F53-8824-967B-6A88-B811709CB3B7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3954"/>
              <a:ext cx="17961" cy="5168"/>
            </a:xfrm>
            <a:custGeom>
              <a:avLst/>
              <a:gdLst/>
              <a:ahLst/>
              <a:cxnLst/>
              <a:rect l="0" t="0" r="0" b="0"/>
              <a:pathLst>
                <a:path w="17961" h="5168">
                  <a:moveTo>
                    <a:pt x="0" y="5168"/>
                  </a:moveTo>
                  <a:lnTo>
                    <a:pt x="1796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5" name="Input_receptor__454">
              <a:extLst>
                <a:ext uri="{FF2B5EF4-FFF2-40B4-BE49-F238E27FC236}">
                  <a16:creationId xmlns:a16="http://schemas.microsoft.com/office/drawing/2014/main" id="{3FA4DD4D-D5C1-7934-8E46-7AE209E13ECA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22349" cy="14222"/>
            </a:xfrm>
            <a:custGeom>
              <a:avLst/>
              <a:gdLst/>
              <a:ahLst/>
              <a:cxnLst/>
              <a:rect l="0" t="0" r="0" b="0"/>
              <a:pathLst>
                <a:path w="22349" h="14222">
                  <a:moveTo>
                    <a:pt x="0" y="0"/>
                  </a:moveTo>
                  <a:lnTo>
                    <a:pt x="22349" y="14222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6" name="Input_receptor__455">
              <a:extLst>
                <a:ext uri="{FF2B5EF4-FFF2-40B4-BE49-F238E27FC236}">
                  <a16:creationId xmlns:a16="http://schemas.microsoft.com/office/drawing/2014/main" id="{5AE51A25-EB64-65AA-8539-AB2EE4B69BDC}"/>
                </a:ext>
              </a:extLst>
            </p:cNvPr>
            <p:cNvSpPr>
              <a:spLocks noGrp="1"/>
            </p:cNvSpPr>
            <p:nvPr/>
          </p:nvSpPr>
          <p:spPr>
            <a:xfrm>
              <a:off x="1341159" y="5151256"/>
              <a:ext cx="8540" cy="45161"/>
            </a:xfrm>
            <a:custGeom>
              <a:avLst/>
              <a:gdLst/>
              <a:ahLst/>
              <a:cxnLst/>
              <a:rect l="0" t="0" r="0" b="0"/>
              <a:pathLst>
                <a:path w="8540" h="45161">
                  <a:moveTo>
                    <a:pt x="8540" y="45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7" name="Input_receptor__456">
              <a:extLst>
                <a:ext uri="{FF2B5EF4-FFF2-40B4-BE49-F238E27FC236}">
                  <a16:creationId xmlns:a16="http://schemas.microsoft.com/office/drawing/2014/main" id="{F6E3EABE-7FB3-1545-DC9E-699DAB31CAC6}"/>
                </a:ext>
              </a:extLst>
            </p:cNvPr>
            <p:cNvSpPr>
              <a:spLocks noGrp="1"/>
            </p:cNvSpPr>
            <p:nvPr/>
          </p:nvSpPr>
          <p:spPr>
            <a:xfrm>
              <a:off x="1640849" y="5199226"/>
              <a:ext cx="36560" cy="23361"/>
            </a:xfrm>
            <a:custGeom>
              <a:avLst/>
              <a:gdLst/>
              <a:ahLst/>
              <a:cxnLst/>
              <a:rect l="0" t="0" r="0" b="0"/>
              <a:pathLst>
                <a:path w="36560" h="23361">
                  <a:moveTo>
                    <a:pt x="0" y="0"/>
                  </a:moveTo>
                  <a:lnTo>
                    <a:pt x="36560" y="23361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58" name="Input_receptor__457">
              <a:extLst>
                <a:ext uri="{FF2B5EF4-FFF2-40B4-BE49-F238E27FC236}">
                  <a16:creationId xmlns:a16="http://schemas.microsoft.com/office/drawing/2014/main" id="{4D45680B-258B-B263-F157-C17B7B00B8AB}"/>
                </a:ext>
              </a:extLst>
            </p:cNvPr>
            <p:cNvSpPr>
              <a:spLocks noGrp="1"/>
            </p:cNvSpPr>
            <p:nvPr/>
          </p:nvSpPr>
          <p:spPr>
            <a:xfrm>
              <a:off x="1689969" y="4863309"/>
              <a:ext cx="31371" cy="12671"/>
            </a:xfrm>
            <a:custGeom>
              <a:avLst/>
              <a:gdLst/>
              <a:ahLst/>
              <a:cxnLst/>
              <a:rect l="0" t="0" r="0" b="0"/>
              <a:pathLst>
                <a:path w="31371" h="12671">
                  <a:moveTo>
                    <a:pt x="31371" y="0"/>
                  </a:moveTo>
                  <a:lnTo>
                    <a:pt x="0" y="12671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59" name="Input_receptor__458">
              <a:extLst>
                <a:ext uri="{FF2B5EF4-FFF2-40B4-BE49-F238E27FC236}">
                  <a16:creationId xmlns:a16="http://schemas.microsoft.com/office/drawing/2014/main" id="{64012CFD-4069-F6E1-79A7-E79365D11505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08417"/>
              <a:ext cx="27040" cy="33989"/>
            </a:xfrm>
            <a:custGeom>
              <a:avLst/>
              <a:gdLst/>
              <a:ahLst/>
              <a:cxnLst/>
              <a:rect l="0" t="0" r="0" b="0"/>
              <a:pathLst>
                <a:path w="27040" h="33989">
                  <a:moveTo>
                    <a:pt x="0" y="33989"/>
                  </a:moveTo>
                  <a:lnTo>
                    <a:pt x="2704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0" name="Input_receptor__459">
              <a:extLst>
                <a:ext uri="{FF2B5EF4-FFF2-40B4-BE49-F238E27FC236}">
                  <a16:creationId xmlns:a16="http://schemas.microsoft.com/office/drawing/2014/main" id="{78208A53-EBD7-B956-05C0-F9990D4D54A0}"/>
                </a:ext>
              </a:extLst>
            </p:cNvPr>
            <p:cNvSpPr>
              <a:spLocks noGrp="1"/>
            </p:cNvSpPr>
            <p:nvPr/>
          </p:nvSpPr>
          <p:spPr>
            <a:xfrm>
              <a:off x="1737939" y="5050434"/>
              <a:ext cx="23192" cy="40966"/>
            </a:xfrm>
            <a:custGeom>
              <a:avLst/>
              <a:gdLst/>
              <a:ahLst/>
              <a:cxnLst/>
              <a:rect l="0" t="0" r="0" b="0"/>
              <a:pathLst>
                <a:path w="23192" h="40966">
                  <a:moveTo>
                    <a:pt x="23192" y="40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1" name="Input_receptor__460">
              <a:extLst>
                <a:ext uri="{FF2B5EF4-FFF2-40B4-BE49-F238E27FC236}">
                  <a16:creationId xmlns:a16="http://schemas.microsoft.com/office/drawing/2014/main" id="{B7A32720-685D-EBC3-C49D-C30A373D634A}"/>
                </a:ext>
              </a:extLst>
            </p:cNvPr>
            <p:cNvSpPr>
              <a:spLocks noGrp="1"/>
            </p:cNvSpPr>
            <p:nvPr/>
          </p:nvSpPr>
          <p:spPr>
            <a:xfrm>
              <a:off x="1357813" y="5408417"/>
              <a:ext cx="38116" cy="15245"/>
            </a:xfrm>
            <a:custGeom>
              <a:avLst/>
              <a:gdLst/>
              <a:ahLst/>
              <a:cxnLst/>
              <a:rect l="0" t="0" r="0" b="0"/>
              <a:pathLst>
                <a:path w="38116" h="15245">
                  <a:moveTo>
                    <a:pt x="0" y="0"/>
                  </a:moveTo>
                  <a:lnTo>
                    <a:pt x="38116" y="1524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2" name="Input_receptor__461">
              <a:extLst>
                <a:ext uri="{FF2B5EF4-FFF2-40B4-BE49-F238E27FC236}">
                  <a16:creationId xmlns:a16="http://schemas.microsoft.com/office/drawing/2014/main" id="{5BF71E84-CFEE-92E2-F6D5-A92E2F30867E}"/>
                </a:ext>
              </a:extLst>
            </p:cNvPr>
            <p:cNvSpPr>
              <a:spLocks noGrp="1"/>
            </p:cNvSpPr>
            <p:nvPr/>
          </p:nvSpPr>
          <p:spPr>
            <a:xfrm>
              <a:off x="1253392" y="5676661"/>
              <a:ext cx="40439" cy="17213"/>
            </a:xfrm>
            <a:custGeom>
              <a:avLst/>
              <a:gdLst/>
              <a:ahLst/>
              <a:cxnLst/>
              <a:rect l="0" t="0" r="0" b="0"/>
              <a:pathLst>
                <a:path w="40439" h="17213">
                  <a:moveTo>
                    <a:pt x="40439" y="1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3" name="Input_receptor__462">
              <a:extLst>
                <a:ext uri="{FF2B5EF4-FFF2-40B4-BE49-F238E27FC236}">
                  <a16:creationId xmlns:a16="http://schemas.microsoft.com/office/drawing/2014/main" id="{EB5C2766-2A94-73AD-68AF-C28D8421EB30}"/>
                </a:ext>
              </a:extLst>
            </p:cNvPr>
            <p:cNvSpPr>
              <a:spLocks noGrp="1"/>
            </p:cNvSpPr>
            <p:nvPr/>
          </p:nvSpPr>
          <p:spPr>
            <a:xfrm>
              <a:off x="1591288" y="5389804"/>
              <a:ext cx="46274" cy="13496"/>
            </a:xfrm>
            <a:custGeom>
              <a:avLst/>
              <a:gdLst/>
              <a:ahLst/>
              <a:cxnLst/>
              <a:rect l="0" t="0" r="0" b="0"/>
              <a:pathLst>
                <a:path w="46274" h="13496">
                  <a:moveTo>
                    <a:pt x="46274" y="0"/>
                  </a:moveTo>
                  <a:lnTo>
                    <a:pt x="0" y="13496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4" name="Input_receptor__463">
              <a:extLst>
                <a:ext uri="{FF2B5EF4-FFF2-40B4-BE49-F238E27FC236}">
                  <a16:creationId xmlns:a16="http://schemas.microsoft.com/office/drawing/2014/main" id="{BB8C2B49-9EC5-1F86-C1D2-4E0F09FC74E6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66906"/>
              <a:ext cx="25559" cy="5032"/>
            </a:xfrm>
            <a:custGeom>
              <a:avLst/>
              <a:gdLst/>
              <a:ahLst/>
              <a:cxnLst/>
              <a:rect l="0" t="0" r="0" b="0"/>
              <a:pathLst>
                <a:path w="25559" h="5032">
                  <a:moveTo>
                    <a:pt x="0" y="5032"/>
                  </a:moveTo>
                  <a:lnTo>
                    <a:pt x="2555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5" name="Input_receptor__464">
              <a:extLst>
                <a:ext uri="{FF2B5EF4-FFF2-40B4-BE49-F238E27FC236}">
                  <a16:creationId xmlns:a16="http://schemas.microsoft.com/office/drawing/2014/main" id="{84DD500F-4625-E483-B0BC-B62F25AB2D33}"/>
                </a:ext>
              </a:extLst>
            </p:cNvPr>
            <p:cNvSpPr>
              <a:spLocks noGrp="1"/>
            </p:cNvSpPr>
            <p:nvPr/>
          </p:nvSpPr>
          <p:spPr>
            <a:xfrm>
              <a:off x="1731848" y="4893315"/>
              <a:ext cx="24735" cy="40268"/>
            </a:xfrm>
            <a:custGeom>
              <a:avLst/>
              <a:gdLst/>
              <a:ahLst/>
              <a:cxnLst/>
              <a:rect l="0" t="0" r="0" b="0"/>
              <a:pathLst>
                <a:path w="24735" h="40268">
                  <a:moveTo>
                    <a:pt x="0" y="40268"/>
                  </a:moveTo>
                  <a:lnTo>
                    <a:pt x="24735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6" name="Input_receptor__465">
              <a:extLst>
                <a:ext uri="{FF2B5EF4-FFF2-40B4-BE49-F238E27FC236}">
                  <a16:creationId xmlns:a16="http://schemas.microsoft.com/office/drawing/2014/main" id="{F0F9B2EE-6E46-1439-5396-11F387BAD2E6}"/>
                </a:ext>
              </a:extLst>
            </p:cNvPr>
            <p:cNvSpPr>
              <a:spLocks noGrp="1"/>
            </p:cNvSpPr>
            <p:nvPr/>
          </p:nvSpPr>
          <p:spPr>
            <a:xfrm>
              <a:off x="1473826" y="5206151"/>
              <a:ext cx="43871" cy="17034"/>
            </a:xfrm>
            <a:custGeom>
              <a:avLst/>
              <a:gdLst/>
              <a:ahLst/>
              <a:cxnLst/>
              <a:rect l="0" t="0" r="0" b="0"/>
              <a:pathLst>
                <a:path w="43871" h="17034">
                  <a:moveTo>
                    <a:pt x="43871" y="17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7" name="Input_receptor__466">
              <a:extLst>
                <a:ext uri="{FF2B5EF4-FFF2-40B4-BE49-F238E27FC236}">
                  <a16:creationId xmlns:a16="http://schemas.microsoft.com/office/drawing/2014/main" id="{6613F732-1FFE-04F2-6B4B-DBD988B70E61}"/>
                </a:ext>
              </a:extLst>
            </p:cNvPr>
            <p:cNvSpPr>
              <a:spLocks noGrp="1"/>
            </p:cNvSpPr>
            <p:nvPr/>
          </p:nvSpPr>
          <p:spPr>
            <a:xfrm>
              <a:off x="1233634" y="5440143"/>
              <a:ext cx="16102" cy="42905"/>
            </a:xfrm>
            <a:custGeom>
              <a:avLst/>
              <a:gdLst/>
              <a:ahLst/>
              <a:cxnLst/>
              <a:rect l="0" t="0" r="0" b="0"/>
              <a:pathLst>
                <a:path w="16102" h="42905">
                  <a:moveTo>
                    <a:pt x="16102" y="0"/>
                  </a:moveTo>
                  <a:lnTo>
                    <a:pt x="0" y="4290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8" name="Input_receptor__467">
              <a:extLst>
                <a:ext uri="{FF2B5EF4-FFF2-40B4-BE49-F238E27FC236}">
                  <a16:creationId xmlns:a16="http://schemas.microsoft.com/office/drawing/2014/main" id="{A1219B5F-DAA0-966E-16E4-A9B6B8688C4A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37483"/>
              <a:ext cx="4762" cy="40207"/>
            </a:xfrm>
            <a:custGeom>
              <a:avLst/>
              <a:gdLst/>
              <a:ahLst/>
              <a:cxnLst/>
              <a:rect l="0" t="0" r="0" b="0"/>
              <a:pathLst>
                <a:path w="4762" h="40207">
                  <a:moveTo>
                    <a:pt x="4762" y="0"/>
                  </a:moveTo>
                  <a:lnTo>
                    <a:pt x="0" y="40207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9" name="Input_receptor__468">
              <a:extLst>
                <a:ext uri="{FF2B5EF4-FFF2-40B4-BE49-F238E27FC236}">
                  <a16:creationId xmlns:a16="http://schemas.microsoft.com/office/drawing/2014/main" id="{C84153B5-8E6A-BE1A-D801-7CB0D854F8F1}"/>
                </a:ext>
              </a:extLst>
            </p:cNvPr>
            <p:cNvSpPr>
              <a:spLocks noGrp="1"/>
            </p:cNvSpPr>
            <p:nvPr/>
          </p:nvSpPr>
          <p:spPr>
            <a:xfrm>
              <a:off x="1444646" y="5561811"/>
              <a:ext cx="18139" cy="28803"/>
            </a:xfrm>
            <a:custGeom>
              <a:avLst/>
              <a:gdLst/>
              <a:ahLst/>
              <a:cxnLst/>
              <a:rect l="0" t="0" r="0" b="0"/>
              <a:pathLst>
                <a:path w="18139" h="28803">
                  <a:moveTo>
                    <a:pt x="0" y="28803"/>
                  </a:moveTo>
                  <a:lnTo>
                    <a:pt x="1813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70" name="Input_receptor__469">
              <a:extLst>
                <a:ext uri="{FF2B5EF4-FFF2-40B4-BE49-F238E27FC236}">
                  <a16:creationId xmlns:a16="http://schemas.microsoft.com/office/drawing/2014/main" id="{F88EEB64-E123-0A33-E392-F38DF27058B3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809686"/>
              <a:ext cx="38370" cy="2916"/>
            </a:xfrm>
            <a:custGeom>
              <a:avLst/>
              <a:gdLst/>
              <a:ahLst/>
              <a:cxnLst/>
              <a:rect l="0" t="0" r="0" b="0"/>
              <a:pathLst>
                <a:path w="38370" h="2916">
                  <a:moveTo>
                    <a:pt x="0" y="2916"/>
                  </a:moveTo>
                  <a:lnTo>
                    <a:pt x="38370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1" name="Input_receptor__470">
              <a:extLst>
                <a:ext uri="{FF2B5EF4-FFF2-40B4-BE49-F238E27FC236}">
                  <a16:creationId xmlns:a16="http://schemas.microsoft.com/office/drawing/2014/main" id="{9E35D996-A4D4-1B47-9464-12F953454649}"/>
                </a:ext>
              </a:extLst>
            </p:cNvPr>
            <p:cNvSpPr>
              <a:spLocks noGrp="1"/>
            </p:cNvSpPr>
            <p:nvPr/>
          </p:nvSpPr>
          <p:spPr>
            <a:xfrm>
              <a:off x="1468646" y="4658347"/>
              <a:ext cx="29183" cy="14334"/>
            </a:xfrm>
            <a:custGeom>
              <a:avLst/>
              <a:gdLst/>
              <a:ahLst/>
              <a:cxnLst/>
              <a:rect l="0" t="0" r="0" b="0"/>
              <a:pathLst>
                <a:path w="29183" h="14334">
                  <a:moveTo>
                    <a:pt x="0" y="0"/>
                  </a:moveTo>
                  <a:lnTo>
                    <a:pt x="29183" y="14334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2" name="Input_receptor__471">
              <a:extLst>
                <a:ext uri="{FF2B5EF4-FFF2-40B4-BE49-F238E27FC236}">
                  <a16:creationId xmlns:a16="http://schemas.microsoft.com/office/drawing/2014/main" id="{5A214B90-F538-9489-9CD4-5D1EC3A9A0F1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64267"/>
              <a:ext cx="10385" cy="17103"/>
            </a:xfrm>
            <a:custGeom>
              <a:avLst/>
              <a:gdLst/>
              <a:ahLst/>
              <a:cxnLst/>
              <a:rect l="0" t="0" r="0" b="0"/>
              <a:pathLst>
                <a:path w="10385" h="17103">
                  <a:moveTo>
                    <a:pt x="0" y="17103"/>
                  </a:moveTo>
                  <a:lnTo>
                    <a:pt x="10385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3" name="Input_receptor__472">
              <a:extLst>
                <a:ext uri="{FF2B5EF4-FFF2-40B4-BE49-F238E27FC236}">
                  <a16:creationId xmlns:a16="http://schemas.microsoft.com/office/drawing/2014/main" id="{52E906CF-B483-3436-2542-49340F68508F}"/>
                </a:ext>
              </a:extLst>
            </p:cNvPr>
            <p:cNvSpPr>
              <a:spLocks noGrp="1"/>
            </p:cNvSpPr>
            <p:nvPr/>
          </p:nvSpPr>
          <p:spPr>
            <a:xfrm>
              <a:off x="1368978" y="5311507"/>
              <a:ext cx="6627" cy="47776"/>
            </a:xfrm>
            <a:custGeom>
              <a:avLst/>
              <a:gdLst/>
              <a:ahLst/>
              <a:cxnLst/>
              <a:rect l="0" t="0" r="0" b="0"/>
              <a:pathLst>
                <a:path w="6627" h="47776">
                  <a:moveTo>
                    <a:pt x="0" y="47776"/>
                  </a:moveTo>
                  <a:lnTo>
                    <a:pt x="6627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4" name="Input_receptor__473">
              <a:extLst>
                <a:ext uri="{FF2B5EF4-FFF2-40B4-BE49-F238E27FC236}">
                  <a16:creationId xmlns:a16="http://schemas.microsoft.com/office/drawing/2014/main" id="{24829811-1D4A-55AB-3579-80B73118F01A}"/>
                </a:ext>
              </a:extLst>
            </p:cNvPr>
            <p:cNvSpPr>
              <a:spLocks noGrp="1"/>
            </p:cNvSpPr>
            <p:nvPr/>
          </p:nvSpPr>
          <p:spPr>
            <a:xfrm>
              <a:off x="1328992" y="5299454"/>
              <a:ext cx="46613" cy="12054"/>
            </a:xfrm>
            <a:custGeom>
              <a:avLst/>
              <a:gdLst/>
              <a:ahLst/>
              <a:cxnLst/>
              <a:rect l="0" t="0" r="0" b="0"/>
              <a:pathLst>
                <a:path w="46613" h="12054">
                  <a:moveTo>
                    <a:pt x="46613" y="120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5" name="Input_receptor__474">
              <a:extLst>
                <a:ext uri="{FF2B5EF4-FFF2-40B4-BE49-F238E27FC236}">
                  <a16:creationId xmlns:a16="http://schemas.microsoft.com/office/drawing/2014/main" id="{FEF3E0FD-258D-E80F-40DE-7820CDBB7C6C}"/>
                </a:ext>
              </a:extLst>
            </p:cNvPr>
            <p:cNvSpPr>
              <a:spLocks noGrp="1"/>
            </p:cNvSpPr>
            <p:nvPr/>
          </p:nvSpPr>
          <p:spPr>
            <a:xfrm>
              <a:off x="1087881" y="4988047"/>
              <a:ext cx="27851" cy="38587"/>
            </a:xfrm>
            <a:custGeom>
              <a:avLst/>
              <a:gdLst/>
              <a:ahLst/>
              <a:cxnLst/>
              <a:rect l="0" t="0" r="0" b="0"/>
              <a:pathLst>
                <a:path w="27851" h="38587">
                  <a:moveTo>
                    <a:pt x="27851" y="385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76" name="Input_receptor__475">
              <a:extLst>
                <a:ext uri="{FF2B5EF4-FFF2-40B4-BE49-F238E27FC236}">
                  <a16:creationId xmlns:a16="http://schemas.microsoft.com/office/drawing/2014/main" id="{9CDF1209-67F9-0AB2-74BC-D23A1D0CB0CE}"/>
                </a:ext>
              </a:extLst>
            </p:cNvPr>
            <p:cNvSpPr>
              <a:spLocks noGrp="1"/>
            </p:cNvSpPr>
            <p:nvPr/>
          </p:nvSpPr>
          <p:spPr>
            <a:xfrm>
              <a:off x="1384902" y="5423661"/>
              <a:ext cx="11027" cy="45617"/>
            </a:xfrm>
            <a:custGeom>
              <a:avLst/>
              <a:gdLst/>
              <a:ahLst/>
              <a:cxnLst/>
              <a:rect l="0" t="0" r="0" b="0"/>
              <a:pathLst>
                <a:path w="11027" h="45617">
                  <a:moveTo>
                    <a:pt x="11027" y="0"/>
                  </a:moveTo>
                  <a:lnTo>
                    <a:pt x="0" y="45617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7" name="Input_receptor__476">
              <a:extLst>
                <a:ext uri="{FF2B5EF4-FFF2-40B4-BE49-F238E27FC236}">
                  <a16:creationId xmlns:a16="http://schemas.microsoft.com/office/drawing/2014/main" id="{7A30D9D0-5795-A3CA-4ADC-7DC95D977C3A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50913"/>
              <a:ext cx="20813" cy="9602"/>
            </a:xfrm>
            <a:custGeom>
              <a:avLst/>
              <a:gdLst/>
              <a:ahLst/>
              <a:cxnLst/>
              <a:rect l="0" t="0" r="0" b="0"/>
              <a:pathLst>
                <a:path w="20813" h="9602">
                  <a:moveTo>
                    <a:pt x="20813" y="0"/>
                  </a:moveTo>
                  <a:lnTo>
                    <a:pt x="0" y="960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8" name="Input_receptor__477">
              <a:extLst>
                <a:ext uri="{FF2B5EF4-FFF2-40B4-BE49-F238E27FC236}">
                  <a16:creationId xmlns:a16="http://schemas.microsoft.com/office/drawing/2014/main" id="{60E93030-1674-2778-DE4B-67A213FFD998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93778"/>
              <a:ext cx="22609" cy="5448"/>
            </a:xfrm>
            <a:custGeom>
              <a:avLst/>
              <a:gdLst/>
              <a:ahLst/>
              <a:cxnLst/>
              <a:rect l="0" t="0" r="0" b="0"/>
              <a:pathLst>
                <a:path w="22609" h="5448">
                  <a:moveTo>
                    <a:pt x="0" y="0"/>
                  </a:moveTo>
                  <a:lnTo>
                    <a:pt x="22609" y="5448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9" name="Input_receptor__478">
              <a:extLst>
                <a:ext uri="{FF2B5EF4-FFF2-40B4-BE49-F238E27FC236}">
                  <a16:creationId xmlns:a16="http://schemas.microsoft.com/office/drawing/2014/main" id="{B89FA770-4916-BDA4-B1C2-595DC9FAE260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61013"/>
              <a:ext cx="3172" cy="16351"/>
            </a:xfrm>
            <a:custGeom>
              <a:avLst/>
              <a:gdLst/>
              <a:ahLst/>
              <a:cxnLst/>
              <a:rect l="0" t="0" r="0" b="0"/>
              <a:pathLst>
                <a:path w="3172" h="16351">
                  <a:moveTo>
                    <a:pt x="3172" y="0"/>
                  </a:moveTo>
                  <a:lnTo>
                    <a:pt x="0" y="1635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0" name="Input_receptor__479">
              <a:extLst>
                <a:ext uri="{FF2B5EF4-FFF2-40B4-BE49-F238E27FC236}">
                  <a16:creationId xmlns:a16="http://schemas.microsoft.com/office/drawing/2014/main" id="{F0C81504-64DC-9EAC-F681-3E6598594EAF}"/>
                </a:ext>
              </a:extLst>
            </p:cNvPr>
            <p:cNvSpPr>
              <a:spLocks noGrp="1"/>
            </p:cNvSpPr>
            <p:nvPr/>
          </p:nvSpPr>
          <p:spPr>
            <a:xfrm>
              <a:off x="1644412" y="5297803"/>
              <a:ext cx="40515" cy="22381"/>
            </a:xfrm>
            <a:custGeom>
              <a:avLst/>
              <a:gdLst/>
              <a:ahLst/>
              <a:cxnLst/>
              <a:rect l="0" t="0" r="0" b="0"/>
              <a:pathLst>
                <a:path w="40515" h="22381">
                  <a:moveTo>
                    <a:pt x="40515" y="0"/>
                  </a:moveTo>
                  <a:lnTo>
                    <a:pt x="0" y="2238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1" name="Input_receptor__480">
              <a:extLst>
                <a:ext uri="{FF2B5EF4-FFF2-40B4-BE49-F238E27FC236}">
                  <a16:creationId xmlns:a16="http://schemas.microsoft.com/office/drawing/2014/main" id="{941259F4-2F91-057C-646D-D987F51F474E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76661"/>
              <a:ext cx="28064" cy="14773"/>
            </a:xfrm>
            <a:custGeom>
              <a:avLst/>
              <a:gdLst/>
              <a:ahLst/>
              <a:cxnLst/>
              <a:rect l="0" t="0" r="0" b="0"/>
              <a:pathLst>
                <a:path w="28064" h="14773">
                  <a:moveTo>
                    <a:pt x="28064" y="0"/>
                  </a:moveTo>
                  <a:lnTo>
                    <a:pt x="0" y="14773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2" name="Input_receptor__481">
              <a:extLst>
                <a:ext uri="{FF2B5EF4-FFF2-40B4-BE49-F238E27FC236}">
                  <a16:creationId xmlns:a16="http://schemas.microsoft.com/office/drawing/2014/main" id="{819CC6BC-B676-5D84-74E1-9A963EBA09AC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186122"/>
              <a:ext cx="31094" cy="23089"/>
            </a:xfrm>
            <a:custGeom>
              <a:avLst/>
              <a:gdLst/>
              <a:ahLst/>
              <a:cxnLst/>
              <a:rect l="0" t="0" r="0" b="0"/>
              <a:pathLst>
                <a:path w="31094" h="23089">
                  <a:moveTo>
                    <a:pt x="0" y="23089"/>
                  </a:moveTo>
                  <a:lnTo>
                    <a:pt x="31094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83" name="Input_receptor__482">
              <a:extLst>
                <a:ext uri="{FF2B5EF4-FFF2-40B4-BE49-F238E27FC236}">
                  <a16:creationId xmlns:a16="http://schemas.microsoft.com/office/drawing/2014/main" id="{0DD08337-4A4A-4BF3-2173-08DB9DFA9A29}"/>
                </a:ext>
              </a:extLst>
            </p:cNvPr>
            <p:cNvSpPr>
              <a:spLocks noGrp="1"/>
            </p:cNvSpPr>
            <p:nvPr/>
          </p:nvSpPr>
          <p:spPr>
            <a:xfrm>
              <a:off x="1719875" y="5091400"/>
              <a:ext cx="41256" cy="21987"/>
            </a:xfrm>
            <a:custGeom>
              <a:avLst/>
              <a:gdLst/>
              <a:ahLst/>
              <a:cxnLst/>
              <a:rect l="0" t="0" r="0" b="0"/>
              <a:pathLst>
                <a:path w="41256" h="21987">
                  <a:moveTo>
                    <a:pt x="0" y="21987"/>
                  </a:moveTo>
                  <a:lnTo>
                    <a:pt x="41256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4" name="Input_receptor__483">
              <a:extLst>
                <a:ext uri="{FF2B5EF4-FFF2-40B4-BE49-F238E27FC236}">
                  <a16:creationId xmlns:a16="http://schemas.microsoft.com/office/drawing/2014/main" id="{2F0B1BC3-83D9-B355-8E13-B8290B517D5D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6645"/>
              <a:ext cx="2331" cy="12400"/>
            </a:xfrm>
            <a:custGeom>
              <a:avLst/>
              <a:gdLst/>
              <a:ahLst/>
              <a:cxnLst/>
              <a:rect l="0" t="0" r="0" b="0"/>
              <a:pathLst>
                <a:path w="2331" h="12400">
                  <a:moveTo>
                    <a:pt x="2331" y="1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5" name="Input_receptor__484">
              <a:extLst>
                <a:ext uri="{FF2B5EF4-FFF2-40B4-BE49-F238E27FC236}">
                  <a16:creationId xmlns:a16="http://schemas.microsoft.com/office/drawing/2014/main" id="{89FBF2BB-CF8F-05C7-5EBB-68F272CC5F7E}"/>
                </a:ext>
              </a:extLst>
            </p:cNvPr>
            <p:cNvSpPr>
              <a:spLocks noGrp="1"/>
            </p:cNvSpPr>
            <p:nvPr/>
          </p:nvSpPr>
          <p:spPr>
            <a:xfrm>
              <a:off x="1104866" y="5118960"/>
              <a:ext cx="31003" cy="34994"/>
            </a:xfrm>
            <a:custGeom>
              <a:avLst/>
              <a:gdLst/>
              <a:ahLst/>
              <a:cxnLst/>
              <a:rect l="0" t="0" r="0" b="0"/>
              <a:pathLst>
                <a:path w="31003" h="34994">
                  <a:moveTo>
                    <a:pt x="0" y="34994"/>
                  </a:moveTo>
                  <a:lnTo>
                    <a:pt x="31003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6" name="Input_receptor__485">
              <a:extLst>
                <a:ext uri="{FF2B5EF4-FFF2-40B4-BE49-F238E27FC236}">
                  <a16:creationId xmlns:a16="http://schemas.microsoft.com/office/drawing/2014/main" id="{7CE171BA-9AD3-A480-85F0-C0D34BA3951E}"/>
                </a:ext>
              </a:extLst>
            </p:cNvPr>
            <p:cNvSpPr>
              <a:spLocks noGrp="1"/>
            </p:cNvSpPr>
            <p:nvPr/>
          </p:nvSpPr>
          <p:spPr>
            <a:xfrm>
              <a:off x="1194676" y="5381821"/>
              <a:ext cx="6327" cy="33782"/>
            </a:xfrm>
            <a:custGeom>
              <a:avLst/>
              <a:gdLst/>
              <a:ahLst/>
              <a:cxnLst/>
              <a:rect l="0" t="0" r="0" b="0"/>
              <a:pathLst>
                <a:path w="6327" h="33782">
                  <a:moveTo>
                    <a:pt x="0" y="0"/>
                  </a:moveTo>
                  <a:lnTo>
                    <a:pt x="6327" y="3378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7" name="Input_receptor__486">
              <a:extLst>
                <a:ext uri="{FF2B5EF4-FFF2-40B4-BE49-F238E27FC236}">
                  <a16:creationId xmlns:a16="http://schemas.microsoft.com/office/drawing/2014/main" id="{D156D0A4-10A2-0204-0819-F21962A2962E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92870"/>
              <a:ext cx="7668" cy="2905"/>
            </a:xfrm>
            <a:custGeom>
              <a:avLst/>
              <a:gdLst/>
              <a:ahLst/>
              <a:cxnLst/>
              <a:rect l="0" t="0" r="0" b="0"/>
              <a:pathLst>
                <a:path w="7668" h="2905">
                  <a:moveTo>
                    <a:pt x="0" y="0"/>
                  </a:moveTo>
                  <a:lnTo>
                    <a:pt x="7668" y="2905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8" name="Input_receptor__487">
              <a:extLst>
                <a:ext uri="{FF2B5EF4-FFF2-40B4-BE49-F238E27FC236}">
                  <a16:creationId xmlns:a16="http://schemas.microsoft.com/office/drawing/2014/main" id="{E740D35D-50C2-607A-E0F2-77FFAE463F25}"/>
                </a:ext>
              </a:extLst>
            </p:cNvPr>
            <p:cNvSpPr>
              <a:spLocks noGrp="1"/>
            </p:cNvSpPr>
            <p:nvPr/>
          </p:nvSpPr>
          <p:spPr>
            <a:xfrm>
              <a:off x="1502798" y="5223185"/>
              <a:ext cx="14899" cy="43721"/>
            </a:xfrm>
            <a:custGeom>
              <a:avLst/>
              <a:gdLst/>
              <a:ahLst/>
              <a:cxnLst/>
              <a:rect l="0" t="0" r="0" b="0"/>
              <a:pathLst>
                <a:path w="14899" h="43721">
                  <a:moveTo>
                    <a:pt x="0" y="43721"/>
                  </a:moveTo>
                  <a:lnTo>
                    <a:pt x="14899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9" name="Input_receptor__488">
              <a:extLst>
                <a:ext uri="{FF2B5EF4-FFF2-40B4-BE49-F238E27FC236}">
                  <a16:creationId xmlns:a16="http://schemas.microsoft.com/office/drawing/2014/main" id="{AE9DE094-FA4E-589D-84BB-D7304EB5D9B8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0434"/>
              <a:ext cx="25705" cy="1654"/>
            </a:xfrm>
            <a:custGeom>
              <a:avLst/>
              <a:gdLst/>
              <a:ahLst/>
              <a:cxnLst/>
              <a:rect l="0" t="0" r="0" b="0"/>
              <a:pathLst>
                <a:path w="25705" h="1654">
                  <a:moveTo>
                    <a:pt x="25705" y="0"/>
                  </a:moveTo>
                  <a:lnTo>
                    <a:pt x="0" y="1654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0" name="Input_receptor__489">
              <a:extLst>
                <a:ext uri="{FF2B5EF4-FFF2-40B4-BE49-F238E27FC236}">
                  <a16:creationId xmlns:a16="http://schemas.microsoft.com/office/drawing/2014/main" id="{67107712-BE2F-1B73-998D-773FF2AFB74F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15603"/>
              <a:ext cx="19508" cy="32963"/>
            </a:xfrm>
            <a:custGeom>
              <a:avLst/>
              <a:gdLst/>
              <a:ahLst/>
              <a:cxnLst/>
              <a:rect l="0" t="0" r="0" b="0"/>
              <a:pathLst>
                <a:path w="19508" h="32963">
                  <a:moveTo>
                    <a:pt x="19508" y="0"/>
                  </a:moveTo>
                  <a:lnTo>
                    <a:pt x="0" y="32963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1" name="Input_receptor__490">
              <a:extLst>
                <a:ext uri="{FF2B5EF4-FFF2-40B4-BE49-F238E27FC236}">
                  <a16:creationId xmlns:a16="http://schemas.microsoft.com/office/drawing/2014/main" id="{CBB7ABC8-96FA-A37C-5C6D-6EA40FD56344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37773"/>
              <a:ext cx="36716" cy="17761"/>
            </a:xfrm>
            <a:custGeom>
              <a:avLst/>
              <a:gdLst/>
              <a:ahLst/>
              <a:cxnLst/>
              <a:rect l="0" t="0" r="0" b="0"/>
              <a:pathLst>
                <a:path w="36716" h="17761">
                  <a:moveTo>
                    <a:pt x="0" y="17761"/>
                  </a:moveTo>
                  <a:lnTo>
                    <a:pt x="36716" y="0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2" name="Input_receptor__491">
              <a:extLst>
                <a:ext uri="{FF2B5EF4-FFF2-40B4-BE49-F238E27FC236}">
                  <a16:creationId xmlns:a16="http://schemas.microsoft.com/office/drawing/2014/main" id="{1350B62A-870F-679B-1BCD-983512EE37E3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6151"/>
              <a:ext cx="21305" cy="19598"/>
            </a:xfrm>
            <a:custGeom>
              <a:avLst/>
              <a:gdLst/>
              <a:ahLst/>
              <a:cxnLst/>
              <a:rect l="0" t="0" r="0" b="0"/>
              <a:pathLst>
                <a:path w="21305" h="19598">
                  <a:moveTo>
                    <a:pt x="21305" y="0"/>
                  </a:moveTo>
                  <a:lnTo>
                    <a:pt x="0" y="19598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3" name="Input_receptor__492">
              <a:extLst>
                <a:ext uri="{FF2B5EF4-FFF2-40B4-BE49-F238E27FC236}">
                  <a16:creationId xmlns:a16="http://schemas.microsoft.com/office/drawing/2014/main" id="{8B5C4343-869B-1A88-58D2-4ABF92C79EF0}"/>
                </a:ext>
              </a:extLst>
            </p:cNvPr>
            <p:cNvSpPr>
              <a:spLocks noGrp="1"/>
            </p:cNvSpPr>
            <p:nvPr/>
          </p:nvSpPr>
          <p:spPr>
            <a:xfrm>
              <a:off x="1419937" y="4673835"/>
              <a:ext cx="14433" cy="17516"/>
            </a:xfrm>
            <a:custGeom>
              <a:avLst/>
              <a:gdLst/>
              <a:ahLst/>
              <a:cxnLst/>
              <a:rect l="0" t="0" r="0" b="0"/>
              <a:pathLst>
                <a:path w="14433" h="17516">
                  <a:moveTo>
                    <a:pt x="0" y="0"/>
                  </a:moveTo>
                  <a:lnTo>
                    <a:pt x="14433" y="17516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4" name="Input_receptor__493">
              <a:extLst>
                <a:ext uri="{FF2B5EF4-FFF2-40B4-BE49-F238E27FC236}">
                  <a16:creationId xmlns:a16="http://schemas.microsoft.com/office/drawing/2014/main" id="{289ED38E-AE17-76A4-A998-6F525CA25DB0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30884"/>
              <a:ext cx="46036" cy="14749"/>
            </a:xfrm>
            <a:custGeom>
              <a:avLst/>
              <a:gdLst/>
              <a:ahLst/>
              <a:cxnLst/>
              <a:rect l="0" t="0" r="0" b="0"/>
              <a:pathLst>
                <a:path w="46036" h="14749">
                  <a:moveTo>
                    <a:pt x="0" y="0"/>
                  </a:moveTo>
                  <a:lnTo>
                    <a:pt x="46036" y="1474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5" name="Input_receptor__494">
              <a:extLst>
                <a:ext uri="{FF2B5EF4-FFF2-40B4-BE49-F238E27FC236}">
                  <a16:creationId xmlns:a16="http://schemas.microsoft.com/office/drawing/2014/main" id="{29F00CAE-A3BB-DA69-2F0B-99D25EE1C8F0}"/>
                </a:ext>
              </a:extLst>
            </p:cNvPr>
            <p:cNvSpPr>
              <a:spLocks noGrp="1"/>
            </p:cNvSpPr>
            <p:nvPr/>
          </p:nvSpPr>
          <p:spPr>
            <a:xfrm>
              <a:off x="1220142" y="5057366"/>
              <a:ext cx="28272" cy="39191"/>
            </a:xfrm>
            <a:custGeom>
              <a:avLst/>
              <a:gdLst/>
              <a:ahLst/>
              <a:cxnLst/>
              <a:rect l="0" t="0" r="0" b="0"/>
              <a:pathLst>
                <a:path w="28272" h="39191">
                  <a:moveTo>
                    <a:pt x="28272" y="0"/>
                  </a:moveTo>
                  <a:lnTo>
                    <a:pt x="0" y="3919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6" name="Input_receptor__495">
              <a:extLst>
                <a:ext uri="{FF2B5EF4-FFF2-40B4-BE49-F238E27FC236}">
                  <a16:creationId xmlns:a16="http://schemas.microsoft.com/office/drawing/2014/main" id="{19E19E51-828E-7E90-9255-0A0A2622C091}"/>
                </a:ext>
              </a:extLst>
            </p:cNvPr>
            <p:cNvSpPr>
              <a:spLocks noGrp="1"/>
            </p:cNvSpPr>
            <p:nvPr/>
          </p:nvSpPr>
          <p:spPr>
            <a:xfrm>
              <a:off x="1497829" y="4672681"/>
              <a:ext cx="30410" cy="37348"/>
            </a:xfrm>
            <a:custGeom>
              <a:avLst/>
              <a:gdLst/>
              <a:ahLst/>
              <a:cxnLst/>
              <a:rect l="0" t="0" r="0" b="0"/>
              <a:pathLst>
                <a:path w="30410" h="37348">
                  <a:moveTo>
                    <a:pt x="0" y="0"/>
                  </a:moveTo>
                  <a:lnTo>
                    <a:pt x="30410" y="37348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7" name="Input_receptor__496">
              <a:extLst>
                <a:ext uri="{FF2B5EF4-FFF2-40B4-BE49-F238E27FC236}">
                  <a16:creationId xmlns:a16="http://schemas.microsoft.com/office/drawing/2014/main" id="{02A0C944-6A1F-A405-2284-BFB1920D7A9F}"/>
                </a:ext>
              </a:extLst>
            </p:cNvPr>
            <p:cNvSpPr>
              <a:spLocks noGrp="1"/>
            </p:cNvSpPr>
            <p:nvPr/>
          </p:nvSpPr>
          <p:spPr>
            <a:xfrm>
              <a:off x="1644795" y="5222587"/>
              <a:ext cx="32613" cy="28326"/>
            </a:xfrm>
            <a:custGeom>
              <a:avLst/>
              <a:gdLst/>
              <a:ahLst/>
              <a:cxnLst/>
              <a:rect l="0" t="0" r="0" b="0"/>
              <a:pathLst>
                <a:path w="32613" h="28326">
                  <a:moveTo>
                    <a:pt x="32613" y="0"/>
                  </a:moveTo>
                  <a:lnTo>
                    <a:pt x="0" y="28326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8" name="Input_receptor__497">
              <a:extLst>
                <a:ext uri="{FF2B5EF4-FFF2-40B4-BE49-F238E27FC236}">
                  <a16:creationId xmlns:a16="http://schemas.microsoft.com/office/drawing/2014/main" id="{A4286DCA-F999-5785-3D01-8596B30117AB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299454"/>
              <a:ext cx="13197" cy="36941"/>
            </a:xfrm>
            <a:custGeom>
              <a:avLst/>
              <a:gdLst/>
              <a:ahLst/>
              <a:cxnLst/>
              <a:rect l="0" t="0" r="0" b="0"/>
              <a:pathLst>
                <a:path w="13197" h="36941">
                  <a:moveTo>
                    <a:pt x="13197" y="0"/>
                  </a:moveTo>
                  <a:lnTo>
                    <a:pt x="0" y="3694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9" name="Input_receptor__498">
              <a:extLst>
                <a:ext uri="{FF2B5EF4-FFF2-40B4-BE49-F238E27FC236}">
                  <a16:creationId xmlns:a16="http://schemas.microsoft.com/office/drawing/2014/main" id="{D6849419-73CE-0EDF-4765-285CCB04CF04}"/>
                </a:ext>
              </a:extLst>
            </p:cNvPr>
            <p:cNvSpPr>
              <a:spLocks noGrp="1"/>
            </p:cNvSpPr>
            <p:nvPr/>
          </p:nvSpPr>
          <p:spPr>
            <a:xfrm>
              <a:off x="1293831" y="5666635"/>
              <a:ext cx="36004" cy="27239"/>
            </a:xfrm>
            <a:custGeom>
              <a:avLst/>
              <a:gdLst/>
              <a:ahLst/>
              <a:cxnLst/>
              <a:rect l="0" t="0" r="0" b="0"/>
              <a:pathLst>
                <a:path w="36004" h="27239">
                  <a:moveTo>
                    <a:pt x="36004" y="0"/>
                  </a:moveTo>
                  <a:lnTo>
                    <a:pt x="0" y="2723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500" name="Input_receptor__499">
              <a:extLst>
                <a:ext uri="{FF2B5EF4-FFF2-40B4-BE49-F238E27FC236}">
                  <a16:creationId xmlns:a16="http://schemas.microsoft.com/office/drawing/2014/main" id="{B222D460-39A5-0362-B75D-4321CC6CA895}"/>
                </a:ext>
              </a:extLst>
            </p:cNvPr>
            <p:cNvSpPr>
              <a:spLocks noGrp="1"/>
            </p:cNvSpPr>
            <p:nvPr/>
          </p:nvSpPr>
          <p:spPr>
            <a:xfrm>
              <a:off x="1129576" y="5337773"/>
              <a:ext cx="30111" cy="10691"/>
            </a:xfrm>
            <a:custGeom>
              <a:avLst/>
              <a:gdLst/>
              <a:ahLst/>
              <a:cxnLst/>
              <a:rect l="0" t="0" r="0" b="0"/>
              <a:pathLst>
                <a:path w="30111" h="10691">
                  <a:moveTo>
                    <a:pt x="0" y="0"/>
                  </a:moveTo>
                  <a:lnTo>
                    <a:pt x="30111" y="10691"/>
                  </a:lnTo>
                </a:path>
              </a:pathLst>
            </a:custGeom>
            <a:noFill/>
            <a:ln w="20003">
              <a:solidFill>
                <a:srgbClr val="7A8D9B"/>
              </a:solidFill>
            </a:ln>
          </p:spPr>
        </p:sp>
        <p:sp>
          <p:nvSpPr>
            <p:cNvPr id="501" name="Input_receptor__500">
              <a:extLst>
                <a:ext uri="{FF2B5EF4-FFF2-40B4-BE49-F238E27FC236}">
                  <a16:creationId xmlns:a16="http://schemas.microsoft.com/office/drawing/2014/main" id="{2E0E50B9-5020-FB7D-654F-78D1F451325A}"/>
                </a:ext>
              </a:extLst>
            </p:cNvPr>
            <p:cNvSpPr>
              <a:spLocks noGrp="1"/>
            </p:cNvSpPr>
            <p:nvPr/>
          </p:nvSpPr>
          <p:spPr>
            <a:xfrm>
              <a:off x="1113455" y="5026634"/>
              <a:ext cx="2277" cy="38221"/>
            </a:xfrm>
            <a:custGeom>
              <a:avLst/>
              <a:gdLst/>
              <a:ahLst/>
              <a:cxnLst/>
              <a:rect l="0" t="0" r="0" b="0"/>
              <a:pathLst>
                <a:path w="2277" h="38221">
                  <a:moveTo>
                    <a:pt x="0" y="38221"/>
                  </a:moveTo>
                  <a:lnTo>
                    <a:pt x="2277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2" name="Input_receptor__501">
              <a:extLst>
                <a:ext uri="{FF2B5EF4-FFF2-40B4-BE49-F238E27FC236}">
                  <a16:creationId xmlns:a16="http://schemas.microsoft.com/office/drawing/2014/main" id="{7D1294D9-F502-00FF-F2E0-11897DD31828}"/>
                </a:ext>
              </a:extLst>
            </p:cNvPr>
            <p:cNvSpPr>
              <a:spLocks noGrp="1"/>
            </p:cNvSpPr>
            <p:nvPr/>
          </p:nvSpPr>
          <p:spPr>
            <a:xfrm>
              <a:off x="1901024" y="5309020"/>
              <a:ext cx="31398" cy="34965"/>
            </a:xfrm>
            <a:custGeom>
              <a:avLst/>
              <a:gdLst/>
              <a:ahLst/>
              <a:cxnLst/>
              <a:rect l="0" t="0" r="0" b="0"/>
              <a:pathLst>
                <a:path w="31398" h="34965">
                  <a:moveTo>
                    <a:pt x="0" y="34965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3" name="Input_receptor__502">
              <a:extLst>
                <a:ext uri="{FF2B5EF4-FFF2-40B4-BE49-F238E27FC236}">
                  <a16:creationId xmlns:a16="http://schemas.microsoft.com/office/drawing/2014/main" id="{32F961C2-84E1-956E-604D-CA70418D148C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64854"/>
              <a:ext cx="36485" cy="18812"/>
            </a:xfrm>
            <a:custGeom>
              <a:avLst/>
              <a:gdLst/>
              <a:ahLst/>
              <a:cxnLst/>
              <a:rect l="0" t="0" r="0" b="0"/>
              <a:pathLst>
                <a:path w="36485" h="18812">
                  <a:moveTo>
                    <a:pt x="0" y="18812"/>
                  </a:moveTo>
                  <a:lnTo>
                    <a:pt x="36485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4" name="Input_receptor__503">
              <a:extLst>
                <a:ext uri="{FF2B5EF4-FFF2-40B4-BE49-F238E27FC236}">
                  <a16:creationId xmlns:a16="http://schemas.microsoft.com/office/drawing/2014/main" id="{A601BB9D-2C68-E232-E3D1-4745442207E3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37599"/>
              <a:ext cx="40243" cy="24863"/>
            </a:xfrm>
            <a:custGeom>
              <a:avLst/>
              <a:gdLst/>
              <a:ahLst/>
              <a:cxnLst/>
              <a:rect l="0" t="0" r="0" b="0"/>
              <a:pathLst>
                <a:path w="40243" h="24863">
                  <a:moveTo>
                    <a:pt x="40243" y="0"/>
                  </a:moveTo>
                  <a:lnTo>
                    <a:pt x="0" y="24863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5" name="Input_receptor__504">
              <a:extLst>
                <a:ext uri="{FF2B5EF4-FFF2-40B4-BE49-F238E27FC236}">
                  <a16:creationId xmlns:a16="http://schemas.microsoft.com/office/drawing/2014/main" id="{46EF8D0C-84FC-91B6-C395-42702A4DC630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39899"/>
              <a:ext cx="14166" cy="45788"/>
            </a:xfrm>
            <a:custGeom>
              <a:avLst/>
              <a:gdLst/>
              <a:ahLst/>
              <a:cxnLst/>
              <a:rect l="0" t="0" r="0" b="0"/>
              <a:pathLst>
                <a:path w="14166" h="45788">
                  <a:moveTo>
                    <a:pt x="14166" y="0"/>
                  </a:moveTo>
                  <a:lnTo>
                    <a:pt x="0" y="457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6" name="Input_receptor__505">
              <a:extLst>
                <a:ext uri="{FF2B5EF4-FFF2-40B4-BE49-F238E27FC236}">
                  <a16:creationId xmlns:a16="http://schemas.microsoft.com/office/drawing/2014/main" id="{9C70C682-B5BA-671F-E0A7-1DFEBAC521BA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26084"/>
              <a:ext cx="13648" cy="16322"/>
            </a:xfrm>
            <a:custGeom>
              <a:avLst/>
              <a:gdLst/>
              <a:ahLst/>
              <a:cxnLst/>
              <a:rect l="0" t="0" r="0" b="0"/>
              <a:pathLst>
                <a:path w="13648" h="16322">
                  <a:moveTo>
                    <a:pt x="13648" y="0"/>
                  </a:moveTo>
                  <a:lnTo>
                    <a:pt x="0" y="16322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7" name="Input_receptor__506">
              <a:extLst>
                <a:ext uri="{FF2B5EF4-FFF2-40B4-BE49-F238E27FC236}">
                  <a16:creationId xmlns:a16="http://schemas.microsoft.com/office/drawing/2014/main" id="{4BE66012-B192-70E4-BD68-D9EDE780DFEC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40407"/>
              <a:ext cx="8330" cy="35573"/>
            </a:xfrm>
            <a:custGeom>
              <a:avLst/>
              <a:gdLst/>
              <a:ahLst/>
              <a:cxnLst/>
              <a:rect l="0" t="0" r="0" b="0"/>
              <a:pathLst>
                <a:path w="8330" h="35573">
                  <a:moveTo>
                    <a:pt x="8330" y="355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8" name="Input_receptor__507">
              <a:extLst>
                <a:ext uri="{FF2B5EF4-FFF2-40B4-BE49-F238E27FC236}">
                  <a16:creationId xmlns:a16="http://schemas.microsoft.com/office/drawing/2014/main" id="{27985175-371A-B3C7-3DEB-E5ACE76D54F1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29658" cy="23188"/>
            </a:xfrm>
            <a:custGeom>
              <a:avLst/>
              <a:gdLst/>
              <a:ahLst/>
              <a:cxnLst/>
              <a:rect l="0" t="0" r="0" b="0"/>
              <a:pathLst>
                <a:path w="29658" h="23188">
                  <a:moveTo>
                    <a:pt x="0" y="0"/>
                  </a:moveTo>
                  <a:lnTo>
                    <a:pt x="29658" y="231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9" name="Input_receptor__508">
              <a:extLst>
                <a:ext uri="{FF2B5EF4-FFF2-40B4-BE49-F238E27FC236}">
                  <a16:creationId xmlns:a16="http://schemas.microsoft.com/office/drawing/2014/main" id="{A84826DA-DE37-37A2-C01E-D6716A1E8405}"/>
                </a:ext>
              </a:extLst>
            </p:cNvPr>
            <p:cNvSpPr>
              <a:spLocks noGrp="1"/>
            </p:cNvSpPr>
            <p:nvPr/>
          </p:nvSpPr>
          <p:spPr>
            <a:xfrm>
              <a:off x="1203204" y="5627970"/>
              <a:ext cx="47869" cy="731"/>
            </a:xfrm>
            <a:custGeom>
              <a:avLst/>
              <a:gdLst/>
              <a:ahLst/>
              <a:cxnLst/>
              <a:rect l="0" t="0" r="0" b="0"/>
              <a:pathLst>
                <a:path w="47869" h="731">
                  <a:moveTo>
                    <a:pt x="47869" y="7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0" name="Input_receptor__509">
              <a:extLst>
                <a:ext uri="{FF2B5EF4-FFF2-40B4-BE49-F238E27FC236}">
                  <a16:creationId xmlns:a16="http://schemas.microsoft.com/office/drawing/2014/main" id="{B5834572-0162-562A-D156-396213A4611A}"/>
                </a:ext>
              </a:extLst>
            </p:cNvPr>
            <p:cNvSpPr>
              <a:spLocks noGrp="1"/>
            </p:cNvSpPr>
            <p:nvPr/>
          </p:nvSpPr>
          <p:spPr>
            <a:xfrm>
              <a:off x="1290962" y="5380487"/>
              <a:ext cx="44271" cy="11569"/>
            </a:xfrm>
            <a:custGeom>
              <a:avLst/>
              <a:gdLst/>
              <a:ahLst/>
              <a:cxnLst/>
              <a:rect l="0" t="0" r="0" b="0"/>
              <a:pathLst>
                <a:path w="44271" h="11569">
                  <a:moveTo>
                    <a:pt x="0" y="11569"/>
                  </a:moveTo>
                  <a:lnTo>
                    <a:pt x="44271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1" name="Input_receptor__510">
              <a:extLst>
                <a:ext uri="{FF2B5EF4-FFF2-40B4-BE49-F238E27FC236}">
                  <a16:creationId xmlns:a16="http://schemas.microsoft.com/office/drawing/2014/main" id="{B5F71093-C4B5-CA6A-F583-34F5BB38A5DB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437048"/>
              <a:ext cx="10630" cy="905"/>
            </a:xfrm>
            <a:custGeom>
              <a:avLst/>
              <a:gdLst/>
              <a:ahLst/>
              <a:cxnLst/>
              <a:rect l="0" t="0" r="0" b="0"/>
              <a:pathLst>
                <a:path w="10630" h="905">
                  <a:moveTo>
                    <a:pt x="10630" y="9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2" name="Input_receptor__511">
              <a:extLst>
                <a:ext uri="{FF2B5EF4-FFF2-40B4-BE49-F238E27FC236}">
                  <a16:creationId xmlns:a16="http://schemas.microsoft.com/office/drawing/2014/main" id="{9BEA0DE8-4D4A-E862-5CE9-4548927A39A6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08228"/>
              <a:ext cx="40681" cy="23517"/>
            </a:xfrm>
            <a:custGeom>
              <a:avLst/>
              <a:gdLst/>
              <a:ahLst/>
              <a:cxnLst/>
              <a:rect l="0" t="0" r="0" b="0"/>
              <a:pathLst>
                <a:path w="40681" h="23517">
                  <a:moveTo>
                    <a:pt x="40681" y="0"/>
                  </a:moveTo>
                  <a:lnTo>
                    <a:pt x="0" y="23517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3" name="Input_receptor__512">
              <a:extLst>
                <a:ext uri="{FF2B5EF4-FFF2-40B4-BE49-F238E27FC236}">
                  <a16:creationId xmlns:a16="http://schemas.microsoft.com/office/drawing/2014/main" id="{937E7E22-D83F-8F70-7B32-BB54B74B50B8}"/>
                </a:ext>
              </a:extLst>
            </p:cNvPr>
            <p:cNvSpPr>
              <a:spLocks noGrp="1"/>
            </p:cNvSpPr>
            <p:nvPr/>
          </p:nvSpPr>
          <p:spPr>
            <a:xfrm>
              <a:off x="1068561" y="5288738"/>
              <a:ext cx="42478" cy="6983"/>
            </a:xfrm>
            <a:custGeom>
              <a:avLst/>
              <a:gdLst/>
              <a:ahLst/>
              <a:cxnLst/>
              <a:rect l="0" t="0" r="0" b="0"/>
              <a:pathLst>
                <a:path w="42478" h="6983">
                  <a:moveTo>
                    <a:pt x="0" y="6983"/>
                  </a:moveTo>
                  <a:lnTo>
                    <a:pt x="42478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4" name="Input_receptor__513">
              <a:extLst>
                <a:ext uri="{FF2B5EF4-FFF2-40B4-BE49-F238E27FC236}">
                  <a16:creationId xmlns:a16="http://schemas.microsoft.com/office/drawing/2014/main" id="{6A592792-70A3-BE12-41F9-DFB02960D11F}"/>
                </a:ext>
              </a:extLst>
            </p:cNvPr>
            <p:cNvSpPr>
              <a:spLocks noGrp="1"/>
            </p:cNvSpPr>
            <p:nvPr/>
          </p:nvSpPr>
          <p:spPr>
            <a:xfrm>
              <a:off x="1761543" y="5161311"/>
              <a:ext cx="30106" cy="30765"/>
            </a:xfrm>
            <a:custGeom>
              <a:avLst/>
              <a:gdLst/>
              <a:ahLst/>
              <a:cxnLst/>
              <a:rect l="0" t="0" r="0" b="0"/>
              <a:pathLst>
                <a:path w="30106" h="30765">
                  <a:moveTo>
                    <a:pt x="0" y="0"/>
                  </a:moveTo>
                  <a:lnTo>
                    <a:pt x="30106" y="30765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5" name="Input_receptor__514">
              <a:extLst>
                <a:ext uri="{FF2B5EF4-FFF2-40B4-BE49-F238E27FC236}">
                  <a16:creationId xmlns:a16="http://schemas.microsoft.com/office/drawing/2014/main" id="{3936572E-80DE-015A-AECE-2E78A849F8D9}"/>
                </a:ext>
              </a:extLst>
            </p:cNvPr>
            <p:cNvSpPr>
              <a:spLocks noGrp="1"/>
            </p:cNvSpPr>
            <p:nvPr/>
          </p:nvSpPr>
          <p:spPr>
            <a:xfrm>
              <a:off x="1227792" y="5027522"/>
              <a:ext cx="20622" cy="29844"/>
            </a:xfrm>
            <a:custGeom>
              <a:avLst/>
              <a:gdLst/>
              <a:ahLst/>
              <a:cxnLst/>
              <a:rect l="0" t="0" r="0" b="0"/>
              <a:pathLst>
                <a:path w="20622" h="29844">
                  <a:moveTo>
                    <a:pt x="0" y="0"/>
                  </a:moveTo>
                  <a:lnTo>
                    <a:pt x="20622" y="29844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6" name="Input_receptor__515">
              <a:extLst>
                <a:ext uri="{FF2B5EF4-FFF2-40B4-BE49-F238E27FC236}">
                  <a16:creationId xmlns:a16="http://schemas.microsoft.com/office/drawing/2014/main" id="{8F140862-15EB-47C8-1460-DEED8219D983}"/>
                </a:ext>
              </a:extLst>
            </p:cNvPr>
            <p:cNvSpPr>
              <a:spLocks noGrp="1"/>
            </p:cNvSpPr>
            <p:nvPr/>
          </p:nvSpPr>
          <p:spPr>
            <a:xfrm>
              <a:off x="1658188" y="5145634"/>
              <a:ext cx="6192" cy="32373"/>
            </a:xfrm>
            <a:custGeom>
              <a:avLst/>
              <a:gdLst/>
              <a:ahLst/>
              <a:cxnLst/>
              <a:rect l="0" t="0" r="0" b="0"/>
              <a:pathLst>
                <a:path w="6192" h="32373">
                  <a:moveTo>
                    <a:pt x="6192" y="0"/>
                  </a:moveTo>
                  <a:lnTo>
                    <a:pt x="0" y="32373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7" name="Input_receptor__516">
              <a:extLst>
                <a:ext uri="{FF2B5EF4-FFF2-40B4-BE49-F238E27FC236}">
                  <a16:creationId xmlns:a16="http://schemas.microsoft.com/office/drawing/2014/main" id="{9AB98892-1840-0E64-E400-66988F5E8FB2}"/>
                </a:ext>
              </a:extLst>
            </p:cNvPr>
            <p:cNvSpPr>
              <a:spLocks noGrp="1"/>
            </p:cNvSpPr>
            <p:nvPr/>
          </p:nvSpPr>
          <p:spPr>
            <a:xfrm>
              <a:off x="1932421" y="5271606"/>
              <a:ext cx="16144" cy="37414"/>
            </a:xfrm>
            <a:custGeom>
              <a:avLst/>
              <a:gdLst/>
              <a:ahLst/>
              <a:cxnLst/>
              <a:rect l="0" t="0" r="0" b="0"/>
              <a:pathLst>
                <a:path w="16144" h="37414">
                  <a:moveTo>
                    <a:pt x="0" y="37414"/>
                  </a:moveTo>
                  <a:lnTo>
                    <a:pt x="16144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18" name="Input_receptor__517">
              <a:extLst>
                <a:ext uri="{FF2B5EF4-FFF2-40B4-BE49-F238E27FC236}">
                  <a16:creationId xmlns:a16="http://schemas.microsoft.com/office/drawing/2014/main" id="{AE7B427C-6144-EF6E-A4DC-8784F35CC7F3}"/>
                </a:ext>
              </a:extLst>
            </p:cNvPr>
            <p:cNvSpPr>
              <a:spLocks noGrp="1"/>
            </p:cNvSpPr>
            <p:nvPr/>
          </p:nvSpPr>
          <p:spPr>
            <a:xfrm>
              <a:off x="1507562" y="4710029"/>
              <a:ext cx="20677" cy="22648"/>
            </a:xfrm>
            <a:custGeom>
              <a:avLst/>
              <a:gdLst/>
              <a:ahLst/>
              <a:cxnLst/>
              <a:rect l="0" t="0" r="0" b="0"/>
              <a:pathLst>
                <a:path w="20677" h="22648">
                  <a:moveTo>
                    <a:pt x="20677" y="0"/>
                  </a:moveTo>
                  <a:lnTo>
                    <a:pt x="0" y="22648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19" name="Input_receptor__518">
              <a:extLst>
                <a:ext uri="{FF2B5EF4-FFF2-40B4-BE49-F238E27FC236}">
                  <a16:creationId xmlns:a16="http://schemas.microsoft.com/office/drawing/2014/main" id="{4551DEA8-E2B4-D7FA-56CD-0FE118E3F31E}"/>
                </a:ext>
              </a:extLst>
            </p:cNvPr>
            <p:cNvSpPr>
              <a:spLocks noGrp="1"/>
            </p:cNvSpPr>
            <p:nvPr/>
          </p:nvSpPr>
          <p:spPr>
            <a:xfrm>
              <a:off x="1202138" y="5215595"/>
              <a:ext cx="27348" cy="34887"/>
            </a:xfrm>
            <a:custGeom>
              <a:avLst/>
              <a:gdLst/>
              <a:ahLst/>
              <a:cxnLst/>
              <a:rect l="0" t="0" r="0" b="0"/>
              <a:pathLst>
                <a:path w="27348" h="34887">
                  <a:moveTo>
                    <a:pt x="0" y="0"/>
                  </a:moveTo>
                  <a:lnTo>
                    <a:pt x="27348" y="3488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0" name="Input_receptor__519">
              <a:extLst>
                <a:ext uri="{FF2B5EF4-FFF2-40B4-BE49-F238E27FC236}">
                  <a16:creationId xmlns:a16="http://schemas.microsoft.com/office/drawing/2014/main" id="{737F717C-286F-8527-14BC-88D6C543301F}"/>
                </a:ext>
              </a:extLst>
            </p:cNvPr>
            <p:cNvSpPr>
              <a:spLocks noGrp="1"/>
            </p:cNvSpPr>
            <p:nvPr/>
          </p:nvSpPr>
          <p:spPr>
            <a:xfrm>
              <a:off x="1923911" y="5237599"/>
              <a:ext cx="24654" cy="34007"/>
            </a:xfrm>
            <a:custGeom>
              <a:avLst/>
              <a:gdLst/>
              <a:ahLst/>
              <a:cxnLst/>
              <a:rect l="0" t="0" r="0" b="0"/>
              <a:pathLst>
                <a:path w="24654" h="34007">
                  <a:moveTo>
                    <a:pt x="24654" y="34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1" name="Input_receptor__520">
              <a:extLst>
                <a:ext uri="{FF2B5EF4-FFF2-40B4-BE49-F238E27FC236}">
                  <a16:creationId xmlns:a16="http://schemas.microsoft.com/office/drawing/2014/main" id="{F7F57B89-7B45-2FE8-43F8-75031BAFC81B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50482"/>
              <a:ext cx="32901" cy="30888"/>
            </a:xfrm>
            <a:custGeom>
              <a:avLst/>
              <a:gdLst/>
              <a:ahLst/>
              <a:cxnLst/>
              <a:rect l="0" t="0" r="0" b="0"/>
              <a:pathLst>
                <a:path w="32901" h="30888">
                  <a:moveTo>
                    <a:pt x="32901" y="0"/>
                  </a:moveTo>
                  <a:lnTo>
                    <a:pt x="0" y="3088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2" name="Input_receptor__521">
              <a:extLst>
                <a:ext uri="{FF2B5EF4-FFF2-40B4-BE49-F238E27FC236}">
                  <a16:creationId xmlns:a16="http://schemas.microsoft.com/office/drawing/2014/main" id="{B3285B9E-9875-EB19-E873-FFF6752FA671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15595"/>
              <a:ext cx="38583" cy="20340"/>
            </a:xfrm>
            <a:custGeom>
              <a:avLst/>
              <a:gdLst/>
              <a:ahLst/>
              <a:cxnLst/>
              <a:rect l="0" t="0" r="0" b="0"/>
              <a:pathLst>
                <a:path w="38583" h="20340">
                  <a:moveTo>
                    <a:pt x="0" y="20340"/>
                  </a:moveTo>
                  <a:lnTo>
                    <a:pt x="38583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3" name="Input_receptor__522">
              <a:extLst>
                <a:ext uri="{FF2B5EF4-FFF2-40B4-BE49-F238E27FC236}">
                  <a16:creationId xmlns:a16="http://schemas.microsoft.com/office/drawing/2014/main" id="{1510C4D8-12BE-8461-1F84-BECAFEBB022B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1311"/>
              <a:ext cx="34408" cy="14932"/>
            </a:xfrm>
            <a:custGeom>
              <a:avLst/>
              <a:gdLst/>
              <a:ahLst/>
              <a:cxnLst/>
              <a:rect l="0" t="0" r="0" b="0"/>
              <a:pathLst>
                <a:path w="34408" h="14932">
                  <a:moveTo>
                    <a:pt x="0" y="14932"/>
                  </a:moveTo>
                  <a:lnTo>
                    <a:pt x="34408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4" name="Input_receptor__523">
              <a:extLst>
                <a:ext uri="{FF2B5EF4-FFF2-40B4-BE49-F238E27FC236}">
                  <a16:creationId xmlns:a16="http://schemas.microsoft.com/office/drawing/2014/main" id="{91778358-DAB9-D00E-BFA4-D1EF7C832646}"/>
                </a:ext>
              </a:extLst>
            </p:cNvPr>
            <p:cNvSpPr>
              <a:spLocks noGrp="1"/>
            </p:cNvSpPr>
            <p:nvPr/>
          </p:nvSpPr>
          <p:spPr>
            <a:xfrm>
              <a:off x="1288784" y="5108228"/>
              <a:ext cx="28727" cy="32280"/>
            </a:xfrm>
            <a:custGeom>
              <a:avLst/>
              <a:gdLst/>
              <a:ahLst/>
              <a:cxnLst/>
              <a:rect l="0" t="0" r="0" b="0"/>
              <a:pathLst>
                <a:path w="28727" h="32280">
                  <a:moveTo>
                    <a:pt x="28727" y="322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5" name="Input_receptor__524">
              <a:extLst>
                <a:ext uri="{FF2B5EF4-FFF2-40B4-BE49-F238E27FC236}">
                  <a16:creationId xmlns:a16="http://schemas.microsoft.com/office/drawing/2014/main" id="{E0D35427-6607-2BF0-9D99-67CE74460F8B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48463"/>
              <a:ext cx="18480" cy="44407"/>
            </a:xfrm>
            <a:custGeom>
              <a:avLst/>
              <a:gdLst/>
              <a:ahLst/>
              <a:cxnLst/>
              <a:rect l="0" t="0" r="0" b="0"/>
              <a:pathLst>
                <a:path w="18480" h="44407">
                  <a:moveTo>
                    <a:pt x="18480" y="0"/>
                  </a:moveTo>
                  <a:lnTo>
                    <a:pt x="0" y="4440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6" name="Input_receptor__525">
              <a:extLst>
                <a:ext uri="{FF2B5EF4-FFF2-40B4-BE49-F238E27FC236}">
                  <a16:creationId xmlns:a16="http://schemas.microsoft.com/office/drawing/2014/main" id="{6DBF199C-6DBC-C904-7C19-ADC9ADD2B3EF}"/>
                </a:ext>
              </a:extLst>
            </p:cNvPr>
            <p:cNvSpPr>
              <a:spLocks noGrp="1"/>
            </p:cNvSpPr>
            <p:nvPr/>
          </p:nvSpPr>
          <p:spPr>
            <a:xfrm>
              <a:off x="1640764" y="5306559"/>
              <a:ext cx="3647" cy="13625"/>
            </a:xfrm>
            <a:custGeom>
              <a:avLst/>
              <a:gdLst/>
              <a:ahLst/>
              <a:cxnLst/>
              <a:rect l="0" t="0" r="0" b="0"/>
              <a:pathLst>
                <a:path w="3647" h="13625">
                  <a:moveTo>
                    <a:pt x="3647" y="13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7" name="Input_receptor__526">
              <a:extLst>
                <a:ext uri="{FF2B5EF4-FFF2-40B4-BE49-F238E27FC236}">
                  <a16:creationId xmlns:a16="http://schemas.microsoft.com/office/drawing/2014/main" id="{E8D58D7E-6FAC-218B-E2FD-46292875F2B8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40508"/>
              <a:ext cx="26679" cy="36856"/>
            </a:xfrm>
            <a:custGeom>
              <a:avLst/>
              <a:gdLst/>
              <a:ahLst/>
              <a:cxnLst/>
              <a:rect l="0" t="0" r="0" b="0"/>
              <a:pathLst>
                <a:path w="26679" h="36856">
                  <a:moveTo>
                    <a:pt x="0" y="36856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8" name="Input_receptor__527">
              <a:extLst>
                <a:ext uri="{FF2B5EF4-FFF2-40B4-BE49-F238E27FC236}">
                  <a16:creationId xmlns:a16="http://schemas.microsoft.com/office/drawing/2014/main" id="{772FE378-610F-AD9E-42EB-2B68F39BD998}"/>
                </a:ext>
              </a:extLst>
            </p:cNvPr>
            <p:cNvSpPr>
              <a:spLocks noGrp="1"/>
            </p:cNvSpPr>
            <p:nvPr/>
          </p:nvSpPr>
          <p:spPr>
            <a:xfrm>
              <a:off x="1761431" y="5192076"/>
              <a:ext cx="30218" cy="36969"/>
            </a:xfrm>
            <a:custGeom>
              <a:avLst/>
              <a:gdLst/>
              <a:ahLst/>
              <a:cxnLst/>
              <a:rect l="0" t="0" r="0" b="0"/>
              <a:pathLst>
                <a:path w="30218" h="36969">
                  <a:moveTo>
                    <a:pt x="30218" y="0"/>
                  </a:moveTo>
                  <a:lnTo>
                    <a:pt x="0" y="3696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9" name="Input_receptor__528">
              <a:extLst>
                <a:ext uri="{FF2B5EF4-FFF2-40B4-BE49-F238E27FC236}">
                  <a16:creationId xmlns:a16="http://schemas.microsoft.com/office/drawing/2014/main" id="{5A7471AF-9E84-3BFA-30B1-E77A03A30F13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66753"/>
              <a:ext cx="46158" cy="13744"/>
            </a:xfrm>
            <a:custGeom>
              <a:avLst/>
              <a:gdLst/>
              <a:ahLst/>
              <a:cxnLst/>
              <a:rect l="0" t="0" r="0" b="0"/>
              <a:pathLst>
                <a:path w="46158" h="13744">
                  <a:moveTo>
                    <a:pt x="46158" y="0"/>
                  </a:moveTo>
                  <a:lnTo>
                    <a:pt x="0" y="13744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0" name="Input_receptor__529">
              <a:extLst>
                <a:ext uri="{FF2B5EF4-FFF2-40B4-BE49-F238E27FC236}">
                  <a16:creationId xmlns:a16="http://schemas.microsoft.com/office/drawing/2014/main" id="{8C626308-AC6E-1AA7-9462-58B09C7A5AF4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796006"/>
              <a:ext cx="10902" cy="16597"/>
            </a:xfrm>
            <a:custGeom>
              <a:avLst/>
              <a:gdLst/>
              <a:ahLst/>
              <a:cxnLst/>
              <a:rect l="0" t="0" r="0" b="0"/>
              <a:pathLst>
                <a:path w="10902" h="16597">
                  <a:moveTo>
                    <a:pt x="10902" y="0"/>
                  </a:moveTo>
                  <a:lnTo>
                    <a:pt x="0" y="16597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1" name="Input_receptor__530">
              <a:extLst>
                <a:ext uri="{FF2B5EF4-FFF2-40B4-BE49-F238E27FC236}">
                  <a16:creationId xmlns:a16="http://schemas.microsoft.com/office/drawing/2014/main" id="{9BD548AE-DC13-4CFD-9B09-3BBBEFD973CD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78007"/>
              <a:ext cx="39947" cy="15772"/>
            </a:xfrm>
            <a:custGeom>
              <a:avLst/>
              <a:gdLst/>
              <a:ahLst/>
              <a:cxnLst/>
              <a:rect l="0" t="0" r="0" b="0"/>
              <a:pathLst>
                <a:path w="39947" h="15772">
                  <a:moveTo>
                    <a:pt x="39947" y="0"/>
                  </a:moveTo>
                  <a:lnTo>
                    <a:pt x="0" y="15772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2" name="Input_receptor__531">
              <a:extLst>
                <a:ext uri="{FF2B5EF4-FFF2-40B4-BE49-F238E27FC236}">
                  <a16:creationId xmlns:a16="http://schemas.microsoft.com/office/drawing/2014/main" id="{40345F15-B496-26A5-A0EB-C8B5FA43228C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25264"/>
              <a:ext cx="1372" cy="5621"/>
            </a:xfrm>
            <a:custGeom>
              <a:avLst/>
              <a:gdLst/>
              <a:ahLst/>
              <a:cxnLst/>
              <a:rect l="0" t="0" r="0" b="0"/>
              <a:pathLst>
                <a:path w="1372" h="5621">
                  <a:moveTo>
                    <a:pt x="1372" y="0"/>
                  </a:moveTo>
                  <a:lnTo>
                    <a:pt x="0" y="562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3" name="Input_receptor__532">
              <a:extLst>
                <a:ext uri="{FF2B5EF4-FFF2-40B4-BE49-F238E27FC236}">
                  <a16:creationId xmlns:a16="http://schemas.microsoft.com/office/drawing/2014/main" id="{32E90171-BEC7-346B-978E-54112A8F7E6F}"/>
                </a:ext>
              </a:extLst>
            </p:cNvPr>
            <p:cNvSpPr>
              <a:spLocks noGrp="1"/>
            </p:cNvSpPr>
            <p:nvPr/>
          </p:nvSpPr>
          <p:spPr>
            <a:xfrm>
              <a:off x="1859412" y="5325282"/>
              <a:ext cx="41611" cy="18704"/>
            </a:xfrm>
            <a:custGeom>
              <a:avLst/>
              <a:gdLst/>
              <a:ahLst/>
              <a:cxnLst/>
              <a:rect l="0" t="0" r="0" b="0"/>
              <a:pathLst>
                <a:path w="41611" h="18704">
                  <a:moveTo>
                    <a:pt x="0" y="0"/>
                  </a:moveTo>
                  <a:lnTo>
                    <a:pt x="41611" y="18704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4" name="Input_receptor__533">
              <a:extLst>
                <a:ext uri="{FF2B5EF4-FFF2-40B4-BE49-F238E27FC236}">
                  <a16:creationId xmlns:a16="http://schemas.microsoft.com/office/drawing/2014/main" id="{A2C91789-55DC-5E41-A065-A2BBED5FA2F8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64282"/>
              <a:ext cx="39491" cy="7700"/>
            </a:xfrm>
            <a:custGeom>
              <a:avLst/>
              <a:gdLst/>
              <a:ahLst/>
              <a:cxnLst/>
              <a:rect l="0" t="0" r="0" b="0"/>
              <a:pathLst>
                <a:path w="39491" h="7700">
                  <a:moveTo>
                    <a:pt x="0" y="0"/>
                  </a:moveTo>
                  <a:lnTo>
                    <a:pt x="39491" y="770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5" name="Input_receptor__534">
              <a:extLst>
                <a:ext uri="{FF2B5EF4-FFF2-40B4-BE49-F238E27FC236}">
                  <a16:creationId xmlns:a16="http://schemas.microsoft.com/office/drawing/2014/main" id="{ABEA34AC-A153-1C1D-4D08-9412B7C27F90}"/>
                </a:ext>
              </a:extLst>
            </p:cNvPr>
            <p:cNvSpPr>
              <a:spLocks noGrp="1"/>
            </p:cNvSpPr>
            <p:nvPr/>
          </p:nvSpPr>
          <p:spPr>
            <a:xfrm>
              <a:off x="1466067" y="4732677"/>
              <a:ext cx="41495" cy="7222"/>
            </a:xfrm>
            <a:custGeom>
              <a:avLst/>
              <a:gdLst/>
              <a:ahLst/>
              <a:cxnLst/>
              <a:rect l="0" t="0" r="0" b="0"/>
              <a:pathLst>
                <a:path w="41495" h="7222">
                  <a:moveTo>
                    <a:pt x="41495" y="0"/>
                  </a:moveTo>
                  <a:lnTo>
                    <a:pt x="0" y="7222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6" name="Input_receptor__535">
              <a:extLst>
                <a:ext uri="{FF2B5EF4-FFF2-40B4-BE49-F238E27FC236}">
                  <a16:creationId xmlns:a16="http://schemas.microsoft.com/office/drawing/2014/main" id="{6F35FC27-F5A5-CE82-B602-A8B7D28933AD}"/>
                </a:ext>
              </a:extLst>
            </p:cNvPr>
            <p:cNvSpPr>
              <a:spLocks noGrp="1"/>
            </p:cNvSpPr>
            <p:nvPr/>
          </p:nvSpPr>
          <p:spPr>
            <a:xfrm>
              <a:off x="1004295" y="5239258"/>
              <a:ext cx="45541" cy="15411"/>
            </a:xfrm>
            <a:custGeom>
              <a:avLst/>
              <a:gdLst/>
              <a:ahLst/>
              <a:cxnLst/>
              <a:rect l="0" t="0" r="0" b="0"/>
              <a:pathLst>
                <a:path w="45541" h="15411">
                  <a:moveTo>
                    <a:pt x="0" y="15411"/>
                  </a:moveTo>
                  <a:lnTo>
                    <a:pt x="4554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7" name="Input_receptor__536">
              <a:extLst>
                <a:ext uri="{FF2B5EF4-FFF2-40B4-BE49-F238E27FC236}">
                  <a16:creationId xmlns:a16="http://schemas.microsoft.com/office/drawing/2014/main" id="{C28B50E6-05E0-4D35-D410-3946B3E8E42A}"/>
                </a:ext>
              </a:extLst>
            </p:cNvPr>
            <p:cNvSpPr>
              <a:spLocks noGrp="1"/>
            </p:cNvSpPr>
            <p:nvPr/>
          </p:nvSpPr>
          <p:spPr>
            <a:xfrm>
              <a:off x="1445357" y="5561811"/>
              <a:ext cx="17428" cy="10990"/>
            </a:xfrm>
            <a:custGeom>
              <a:avLst/>
              <a:gdLst/>
              <a:ahLst/>
              <a:cxnLst/>
              <a:rect l="0" t="0" r="0" b="0"/>
              <a:pathLst>
                <a:path w="17428" h="10990">
                  <a:moveTo>
                    <a:pt x="17428" y="0"/>
                  </a:moveTo>
                  <a:lnTo>
                    <a:pt x="0" y="1099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8" name="Input_receptor__537">
              <a:extLst>
                <a:ext uri="{FF2B5EF4-FFF2-40B4-BE49-F238E27FC236}">
                  <a16:creationId xmlns:a16="http://schemas.microsoft.com/office/drawing/2014/main" id="{11E61F41-D318-6C3B-7638-4FE1BFACD59B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95722"/>
              <a:ext cx="22071" cy="6050"/>
            </a:xfrm>
            <a:custGeom>
              <a:avLst/>
              <a:gdLst/>
              <a:ahLst/>
              <a:cxnLst/>
              <a:rect l="0" t="0" r="0" b="0"/>
              <a:pathLst>
                <a:path w="22071" h="6050">
                  <a:moveTo>
                    <a:pt x="0" y="6050"/>
                  </a:moveTo>
                  <a:lnTo>
                    <a:pt x="2207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9" name="Input_receptor__538">
              <a:extLst>
                <a:ext uri="{FF2B5EF4-FFF2-40B4-BE49-F238E27FC236}">
                  <a16:creationId xmlns:a16="http://schemas.microsoft.com/office/drawing/2014/main" id="{A0DD4F9A-0EAE-E8B0-F1C3-692A655726FD}"/>
                </a:ext>
              </a:extLst>
            </p:cNvPr>
            <p:cNvSpPr>
              <a:spLocks noGrp="1"/>
            </p:cNvSpPr>
            <p:nvPr/>
          </p:nvSpPr>
          <p:spPr>
            <a:xfrm>
              <a:off x="1390449" y="5515433"/>
              <a:ext cx="28151" cy="38159"/>
            </a:xfrm>
            <a:custGeom>
              <a:avLst/>
              <a:gdLst/>
              <a:ahLst/>
              <a:cxnLst/>
              <a:rect l="0" t="0" r="0" b="0"/>
              <a:pathLst>
                <a:path w="28151" h="38159">
                  <a:moveTo>
                    <a:pt x="28151" y="0"/>
                  </a:moveTo>
                  <a:lnTo>
                    <a:pt x="0" y="3815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0" name="Input_receptor__539">
              <a:extLst>
                <a:ext uri="{FF2B5EF4-FFF2-40B4-BE49-F238E27FC236}">
                  <a16:creationId xmlns:a16="http://schemas.microsoft.com/office/drawing/2014/main" id="{736C2363-BFCD-71ED-5570-AEE1E9F33C89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186122"/>
              <a:ext cx="10942" cy="27286"/>
            </a:xfrm>
            <a:custGeom>
              <a:avLst/>
              <a:gdLst/>
              <a:ahLst/>
              <a:cxnLst/>
              <a:rect l="0" t="0" r="0" b="0"/>
              <a:pathLst>
                <a:path w="10942" h="27286">
                  <a:moveTo>
                    <a:pt x="10942" y="0"/>
                  </a:moveTo>
                  <a:lnTo>
                    <a:pt x="0" y="27286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1" name="Input_receptor__540">
              <a:extLst>
                <a:ext uri="{FF2B5EF4-FFF2-40B4-BE49-F238E27FC236}">
                  <a16:creationId xmlns:a16="http://schemas.microsoft.com/office/drawing/2014/main" id="{C7E4CD11-4A0F-5F81-2AD0-21B7837ECDF6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68993"/>
              <a:ext cx="26679" cy="22442"/>
            </a:xfrm>
            <a:custGeom>
              <a:avLst/>
              <a:gdLst/>
              <a:ahLst/>
              <a:cxnLst/>
              <a:rect l="0" t="0" r="0" b="0"/>
              <a:pathLst>
                <a:path w="26679" h="22442">
                  <a:moveTo>
                    <a:pt x="0" y="22442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2" name="Input_receptor__541">
              <a:extLst>
                <a:ext uri="{FF2B5EF4-FFF2-40B4-BE49-F238E27FC236}">
                  <a16:creationId xmlns:a16="http://schemas.microsoft.com/office/drawing/2014/main" id="{351BCD20-5EEF-66DB-B22A-EC61D013B56F}"/>
                </a:ext>
              </a:extLst>
            </p:cNvPr>
            <p:cNvSpPr>
              <a:spLocks noGrp="1"/>
            </p:cNvSpPr>
            <p:nvPr/>
          </p:nvSpPr>
          <p:spPr>
            <a:xfrm>
              <a:off x="1641343" y="5071982"/>
              <a:ext cx="19484" cy="28431"/>
            </a:xfrm>
            <a:custGeom>
              <a:avLst/>
              <a:gdLst/>
              <a:ahLst/>
              <a:cxnLst/>
              <a:rect l="0" t="0" r="0" b="0"/>
              <a:pathLst>
                <a:path w="19484" h="28431">
                  <a:moveTo>
                    <a:pt x="0" y="0"/>
                  </a:moveTo>
                  <a:lnTo>
                    <a:pt x="19484" y="2843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3" name="Input_receptor__542">
              <a:extLst>
                <a:ext uri="{FF2B5EF4-FFF2-40B4-BE49-F238E27FC236}">
                  <a16:creationId xmlns:a16="http://schemas.microsoft.com/office/drawing/2014/main" id="{E3618C3E-27E3-61F8-4484-3D7378C6F304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92056"/>
              <a:ext cx="7305" cy="24427"/>
            </a:xfrm>
            <a:custGeom>
              <a:avLst/>
              <a:gdLst/>
              <a:ahLst/>
              <a:cxnLst/>
              <a:rect l="0" t="0" r="0" b="0"/>
              <a:pathLst>
                <a:path w="7305" h="24427">
                  <a:moveTo>
                    <a:pt x="0" y="24427"/>
                  </a:moveTo>
                  <a:lnTo>
                    <a:pt x="7305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4" name="Input_receptor__543">
              <a:extLst>
                <a:ext uri="{FF2B5EF4-FFF2-40B4-BE49-F238E27FC236}">
                  <a16:creationId xmlns:a16="http://schemas.microsoft.com/office/drawing/2014/main" id="{9952E04B-F50D-AD42-0A17-5A998D3DB446}"/>
                </a:ext>
              </a:extLst>
            </p:cNvPr>
            <p:cNvSpPr>
              <a:spLocks noGrp="1"/>
            </p:cNvSpPr>
            <p:nvPr/>
          </p:nvSpPr>
          <p:spPr>
            <a:xfrm>
              <a:off x="1742481" y="4994943"/>
              <a:ext cx="36089" cy="32097"/>
            </a:xfrm>
            <a:custGeom>
              <a:avLst/>
              <a:gdLst/>
              <a:ahLst/>
              <a:cxnLst/>
              <a:rect l="0" t="0" r="0" b="0"/>
              <a:pathLst>
                <a:path w="36089" h="32097">
                  <a:moveTo>
                    <a:pt x="36089" y="32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5" name="Input_receptor__544">
              <a:extLst>
                <a:ext uri="{FF2B5EF4-FFF2-40B4-BE49-F238E27FC236}">
                  <a16:creationId xmlns:a16="http://schemas.microsoft.com/office/drawing/2014/main" id="{2613ADB2-8634-E50E-4527-316FEC3182B7}"/>
                </a:ext>
              </a:extLst>
            </p:cNvPr>
            <p:cNvSpPr>
              <a:spLocks noGrp="1"/>
            </p:cNvSpPr>
            <p:nvPr/>
          </p:nvSpPr>
          <p:spPr>
            <a:xfrm>
              <a:off x="1329835" y="5666635"/>
              <a:ext cx="12641" cy="30538"/>
            </a:xfrm>
            <a:custGeom>
              <a:avLst/>
              <a:gdLst/>
              <a:ahLst/>
              <a:cxnLst/>
              <a:rect l="0" t="0" r="0" b="0"/>
              <a:pathLst>
                <a:path w="12641" h="30538">
                  <a:moveTo>
                    <a:pt x="12641" y="305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6" name="Input_receptor__545">
              <a:extLst>
                <a:ext uri="{FF2B5EF4-FFF2-40B4-BE49-F238E27FC236}">
                  <a16:creationId xmlns:a16="http://schemas.microsoft.com/office/drawing/2014/main" id="{C6CE79D4-CF9B-0787-82B4-1159BF797322}"/>
                </a:ext>
              </a:extLst>
            </p:cNvPr>
            <p:cNvSpPr>
              <a:spLocks noGrp="1"/>
            </p:cNvSpPr>
            <p:nvPr/>
          </p:nvSpPr>
          <p:spPr>
            <a:xfrm>
              <a:off x="1335233" y="5380487"/>
              <a:ext cx="9188" cy="45598"/>
            </a:xfrm>
            <a:custGeom>
              <a:avLst/>
              <a:gdLst/>
              <a:ahLst/>
              <a:cxnLst/>
              <a:rect l="0" t="0" r="0" b="0"/>
              <a:pathLst>
                <a:path w="9188" h="45598">
                  <a:moveTo>
                    <a:pt x="0" y="0"/>
                  </a:moveTo>
                  <a:lnTo>
                    <a:pt x="9188" y="4559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7" name="Input_receptor__546">
              <a:extLst>
                <a:ext uri="{FF2B5EF4-FFF2-40B4-BE49-F238E27FC236}">
                  <a16:creationId xmlns:a16="http://schemas.microsoft.com/office/drawing/2014/main" id="{0A9A61F1-5D1E-4EF4-2E1C-D44BBC5AD500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7678" cy="4998"/>
            </a:xfrm>
            <a:custGeom>
              <a:avLst/>
              <a:gdLst/>
              <a:ahLst/>
              <a:cxnLst/>
              <a:rect l="0" t="0" r="0" b="0"/>
              <a:pathLst>
                <a:path w="47678" h="4998">
                  <a:moveTo>
                    <a:pt x="47678" y="4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8" name="Input_receptor__547">
              <a:extLst>
                <a:ext uri="{FF2B5EF4-FFF2-40B4-BE49-F238E27FC236}">
                  <a16:creationId xmlns:a16="http://schemas.microsoft.com/office/drawing/2014/main" id="{19EF7352-0942-9FEA-BE2C-CB2073D59451}"/>
                </a:ext>
              </a:extLst>
            </p:cNvPr>
            <p:cNvSpPr>
              <a:spLocks noGrp="1"/>
            </p:cNvSpPr>
            <p:nvPr/>
          </p:nvSpPr>
          <p:spPr>
            <a:xfrm>
              <a:off x="1251073" y="5628701"/>
              <a:ext cx="933" cy="40291"/>
            </a:xfrm>
            <a:custGeom>
              <a:avLst/>
              <a:gdLst/>
              <a:ahLst/>
              <a:cxnLst/>
              <a:rect l="0" t="0" r="0" b="0"/>
              <a:pathLst>
                <a:path w="933" h="40291">
                  <a:moveTo>
                    <a:pt x="933" y="40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9" name="Input_receptor__548">
              <a:extLst>
                <a:ext uri="{FF2B5EF4-FFF2-40B4-BE49-F238E27FC236}">
                  <a16:creationId xmlns:a16="http://schemas.microsoft.com/office/drawing/2014/main" id="{D5B245DC-522C-2CDE-0973-24ED9F989197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29942"/>
              <a:ext cx="11180" cy="25591"/>
            </a:xfrm>
            <a:custGeom>
              <a:avLst/>
              <a:gdLst/>
              <a:ahLst/>
              <a:cxnLst/>
              <a:rect l="0" t="0" r="0" b="0"/>
              <a:pathLst>
                <a:path w="11180" h="25591">
                  <a:moveTo>
                    <a:pt x="11180" y="0"/>
                  </a:moveTo>
                  <a:lnTo>
                    <a:pt x="0" y="25591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0" name="Input_receptor__549">
              <a:extLst>
                <a:ext uri="{FF2B5EF4-FFF2-40B4-BE49-F238E27FC236}">
                  <a16:creationId xmlns:a16="http://schemas.microsoft.com/office/drawing/2014/main" id="{21A0A108-F13F-3AF8-95B5-42602A9A60B4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2089"/>
              <a:ext cx="38437" cy="10228"/>
            </a:xfrm>
            <a:custGeom>
              <a:avLst/>
              <a:gdLst/>
              <a:ahLst/>
              <a:cxnLst/>
              <a:rect l="0" t="0" r="0" b="0"/>
              <a:pathLst>
                <a:path w="38437" h="10228">
                  <a:moveTo>
                    <a:pt x="0" y="0"/>
                  </a:moveTo>
                  <a:lnTo>
                    <a:pt x="38437" y="10228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1" name="Input_receptor__550">
              <a:extLst>
                <a:ext uri="{FF2B5EF4-FFF2-40B4-BE49-F238E27FC236}">
                  <a16:creationId xmlns:a16="http://schemas.microsoft.com/office/drawing/2014/main" id="{A82286EE-3121-96C3-C9C0-DD66A2154927}"/>
                </a:ext>
              </a:extLst>
            </p:cNvPr>
            <p:cNvSpPr>
              <a:spLocks noGrp="1"/>
            </p:cNvSpPr>
            <p:nvPr/>
          </p:nvSpPr>
          <p:spPr>
            <a:xfrm>
              <a:off x="1820809" y="5325282"/>
              <a:ext cx="38603" cy="28967"/>
            </a:xfrm>
            <a:custGeom>
              <a:avLst/>
              <a:gdLst/>
              <a:ahLst/>
              <a:cxnLst/>
              <a:rect l="0" t="0" r="0" b="0"/>
              <a:pathLst>
                <a:path w="38603" h="28967">
                  <a:moveTo>
                    <a:pt x="0" y="28967"/>
                  </a:moveTo>
                  <a:lnTo>
                    <a:pt x="38603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2" name="Input_receptor__551">
              <a:extLst>
                <a:ext uri="{FF2B5EF4-FFF2-40B4-BE49-F238E27FC236}">
                  <a16:creationId xmlns:a16="http://schemas.microsoft.com/office/drawing/2014/main" id="{8F327C63-BEAB-D1E1-9F7A-0FA1DCB86A21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324976"/>
              <a:ext cx="29867" cy="11419"/>
            </a:xfrm>
            <a:custGeom>
              <a:avLst/>
              <a:gdLst/>
              <a:ahLst/>
              <a:cxnLst/>
              <a:rect l="0" t="0" r="0" b="0"/>
              <a:pathLst>
                <a:path w="29867" h="11419">
                  <a:moveTo>
                    <a:pt x="0" y="11419"/>
                  </a:moveTo>
                  <a:lnTo>
                    <a:pt x="29867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3" name="Input_receptor__552">
              <a:extLst>
                <a:ext uri="{FF2B5EF4-FFF2-40B4-BE49-F238E27FC236}">
                  <a16:creationId xmlns:a16="http://schemas.microsoft.com/office/drawing/2014/main" id="{B611EFFE-BF45-10FF-3439-BEFACDD7D8B4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85687"/>
              <a:ext cx="18491" cy="8985"/>
            </a:xfrm>
            <a:custGeom>
              <a:avLst/>
              <a:gdLst/>
              <a:ahLst/>
              <a:cxnLst/>
              <a:rect l="0" t="0" r="0" b="0"/>
              <a:pathLst>
                <a:path w="18491" h="8985">
                  <a:moveTo>
                    <a:pt x="0" y="0"/>
                  </a:moveTo>
                  <a:lnTo>
                    <a:pt x="18491" y="8985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4" name="Input_receptor__553">
              <a:extLst>
                <a:ext uri="{FF2B5EF4-FFF2-40B4-BE49-F238E27FC236}">
                  <a16:creationId xmlns:a16="http://schemas.microsoft.com/office/drawing/2014/main" id="{BE550D51-4C32-1F33-965E-0C2062EC6016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8638"/>
              <a:ext cx="31054" cy="17111"/>
            </a:xfrm>
            <a:custGeom>
              <a:avLst/>
              <a:gdLst/>
              <a:ahLst/>
              <a:cxnLst/>
              <a:rect l="0" t="0" r="0" b="0"/>
              <a:pathLst>
                <a:path w="31054" h="17111">
                  <a:moveTo>
                    <a:pt x="0" y="17111"/>
                  </a:moveTo>
                  <a:lnTo>
                    <a:pt x="31054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5" name="Input_receptor__554">
              <a:extLst>
                <a:ext uri="{FF2B5EF4-FFF2-40B4-BE49-F238E27FC236}">
                  <a16:creationId xmlns:a16="http://schemas.microsoft.com/office/drawing/2014/main" id="{7B186540-D729-45FD-E92B-604476251C89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27970"/>
              <a:ext cx="7321" cy="12319"/>
            </a:xfrm>
            <a:custGeom>
              <a:avLst/>
              <a:gdLst/>
              <a:ahLst/>
              <a:cxnLst/>
              <a:rect l="0" t="0" r="0" b="0"/>
              <a:pathLst>
                <a:path w="7321" h="12319">
                  <a:moveTo>
                    <a:pt x="7321" y="0"/>
                  </a:moveTo>
                  <a:lnTo>
                    <a:pt x="0" y="12319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6" name="Input_receptor__555">
              <a:extLst>
                <a:ext uri="{FF2B5EF4-FFF2-40B4-BE49-F238E27FC236}">
                  <a16:creationId xmlns:a16="http://schemas.microsoft.com/office/drawing/2014/main" id="{5DFBD557-AB44-545B-F19D-A1D1857621F2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213407"/>
              <a:ext cx="17212" cy="41262"/>
            </a:xfrm>
            <a:custGeom>
              <a:avLst/>
              <a:gdLst/>
              <a:ahLst/>
              <a:cxnLst/>
              <a:rect l="0" t="0" r="0" b="0"/>
              <a:pathLst>
                <a:path w="17212" h="41262">
                  <a:moveTo>
                    <a:pt x="0" y="0"/>
                  </a:moveTo>
                  <a:lnTo>
                    <a:pt x="17212" y="41262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7" name="Input_receptor__556">
              <a:extLst>
                <a:ext uri="{FF2B5EF4-FFF2-40B4-BE49-F238E27FC236}">
                  <a16:creationId xmlns:a16="http://schemas.microsoft.com/office/drawing/2014/main" id="{B566B21B-6CCB-9EDB-A6EB-6B9932FCBD52}"/>
                </a:ext>
              </a:extLst>
            </p:cNvPr>
            <p:cNvSpPr>
              <a:spLocks noGrp="1"/>
            </p:cNvSpPr>
            <p:nvPr/>
          </p:nvSpPr>
          <p:spPr>
            <a:xfrm>
              <a:off x="1750671" y="5027040"/>
              <a:ext cx="27899" cy="35277"/>
            </a:xfrm>
            <a:custGeom>
              <a:avLst/>
              <a:gdLst/>
              <a:ahLst/>
              <a:cxnLst/>
              <a:rect l="0" t="0" r="0" b="0"/>
              <a:pathLst>
                <a:path w="27899" h="35277">
                  <a:moveTo>
                    <a:pt x="0" y="35277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8" name="Input_receptor__557">
              <a:extLst>
                <a:ext uri="{FF2B5EF4-FFF2-40B4-BE49-F238E27FC236}">
                  <a16:creationId xmlns:a16="http://schemas.microsoft.com/office/drawing/2014/main" id="{D895A00C-F8FF-D6A5-799C-51DDB7287A82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673835"/>
              <a:ext cx="8110" cy="32691"/>
            </a:xfrm>
            <a:custGeom>
              <a:avLst/>
              <a:gdLst/>
              <a:ahLst/>
              <a:cxnLst/>
              <a:rect l="0" t="0" r="0" b="0"/>
              <a:pathLst>
                <a:path w="8110" h="32691">
                  <a:moveTo>
                    <a:pt x="0" y="32691"/>
                  </a:moveTo>
                  <a:lnTo>
                    <a:pt x="8110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9" name="Input_receptor__558">
              <a:extLst>
                <a:ext uri="{FF2B5EF4-FFF2-40B4-BE49-F238E27FC236}">
                  <a16:creationId xmlns:a16="http://schemas.microsoft.com/office/drawing/2014/main" id="{B9082100-DBB5-0028-22AA-F4040349DD5F}"/>
                </a:ext>
              </a:extLst>
            </p:cNvPr>
            <p:cNvSpPr>
              <a:spLocks noGrp="1"/>
            </p:cNvSpPr>
            <p:nvPr/>
          </p:nvSpPr>
          <p:spPr>
            <a:xfrm>
              <a:off x="1615311" y="5000442"/>
              <a:ext cx="40231" cy="23417"/>
            </a:xfrm>
            <a:custGeom>
              <a:avLst/>
              <a:gdLst/>
              <a:ahLst/>
              <a:cxnLst/>
              <a:rect l="0" t="0" r="0" b="0"/>
              <a:pathLst>
                <a:path w="40231" h="23417">
                  <a:moveTo>
                    <a:pt x="0" y="0"/>
                  </a:moveTo>
                  <a:lnTo>
                    <a:pt x="40231" y="23417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60" name="Input_receptor__559">
              <a:extLst>
                <a:ext uri="{FF2B5EF4-FFF2-40B4-BE49-F238E27FC236}">
                  <a16:creationId xmlns:a16="http://schemas.microsoft.com/office/drawing/2014/main" id="{7C494D4C-D22A-6919-AE4F-87F858A59120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62462"/>
              <a:ext cx="10307" cy="6411"/>
            </a:xfrm>
            <a:custGeom>
              <a:avLst/>
              <a:gdLst/>
              <a:ahLst/>
              <a:cxnLst/>
              <a:rect l="0" t="0" r="0" b="0"/>
              <a:pathLst>
                <a:path w="10307" h="6411">
                  <a:moveTo>
                    <a:pt x="0" y="0"/>
                  </a:moveTo>
                  <a:lnTo>
                    <a:pt x="10307" y="6411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1" name="Input_receptor__560">
              <a:extLst>
                <a:ext uri="{FF2B5EF4-FFF2-40B4-BE49-F238E27FC236}">
                  <a16:creationId xmlns:a16="http://schemas.microsoft.com/office/drawing/2014/main" id="{C2699C4D-1EB4-F5CD-6BC8-2A3F169FEEB7}"/>
                </a:ext>
              </a:extLst>
            </p:cNvPr>
            <p:cNvSpPr>
              <a:spLocks noGrp="1"/>
            </p:cNvSpPr>
            <p:nvPr/>
          </p:nvSpPr>
          <p:spPr>
            <a:xfrm>
              <a:off x="1483575" y="5166169"/>
              <a:ext cx="1636" cy="42469"/>
            </a:xfrm>
            <a:custGeom>
              <a:avLst/>
              <a:gdLst/>
              <a:ahLst/>
              <a:cxnLst/>
              <a:rect l="0" t="0" r="0" b="0"/>
              <a:pathLst>
                <a:path w="1636" h="42469">
                  <a:moveTo>
                    <a:pt x="0" y="42469"/>
                  </a:moveTo>
                  <a:lnTo>
                    <a:pt x="1636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2" name="Input_receptor__561">
              <a:extLst>
                <a:ext uri="{FF2B5EF4-FFF2-40B4-BE49-F238E27FC236}">
                  <a16:creationId xmlns:a16="http://schemas.microsoft.com/office/drawing/2014/main" id="{DBDCB7CF-E8A4-F282-1122-5CFABB1CCA09}"/>
                </a:ext>
              </a:extLst>
            </p:cNvPr>
            <p:cNvSpPr>
              <a:spLocks noGrp="1"/>
            </p:cNvSpPr>
            <p:nvPr/>
          </p:nvSpPr>
          <p:spPr>
            <a:xfrm>
              <a:off x="1104040" y="5288738"/>
              <a:ext cx="6999" cy="41204"/>
            </a:xfrm>
            <a:custGeom>
              <a:avLst/>
              <a:gdLst/>
              <a:ahLst/>
              <a:cxnLst/>
              <a:rect l="0" t="0" r="0" b="0"/>
              <a:pathLst>
                <a:path w="6999" h="41204">
                  <a:moveTo>
                    <a:pt x="6999" y="0"/>
                  </a:moveTo>
                  <a:lnTo>
                    <a:pt x="0" y="41204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3" name="Input_receptor__562">
              <a:extLst>
                <a:ext uri="{FF2B5EF4-FFF2-40B4-BE49-F238E27FC236}">
                  <a16:creationId xmlns:a16="http://schemas.microsoft.com/office/drawing/2014/main" id="{060D5C3A-97E4-D71C-CEE9-2F222F006F65}"/>
                </a:ext>
              </a:extLst>
            </p:cNvPr>
            <p:cNvSpPr>
              <a:spLocks noGrp="1"/>
            </p:cNvSpPr>
            <p:nvPr/>
          </p:nvSpPr>
          <p:spPr>
            <a:xfrm>
              <a:off x="1319630" y="5508443"/>
              <a:ext cx="23689" cy="27430"/>
            </a:xfrm>
            <a:custGeom>
              <a:avLst/>
              <a:gdLst/>
              <a:ahLst/>
              <a:cxnLst/>
              <a:rect l="0" t="0" r="0" b="0"/>
              <a:pathLst>
                <a:path w="23689" h="27430">
                  <a:moveTo>
                    <a:pt x="23689" y="0"/>
                  </a:moveTo>
                  <a:lnTo>
                    <a:pt x="0" y="2743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4" name="Input_receptor__563">
              <a:extLst>
                <a:ext uri="{FF2B5EF4-FFF2-40B4-BE49-F238E27FC236}">
                  <a16:creationId xmlns:a16="http://schemas.microsoft.com/office/drawing/2014/main" id="{372502DE-C0DE-020B-2459-68B1C956A06A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94731"/>
              <a:ext cx="47137" cy="10080"/>
            </a:xfrm>
            <a:custGeom>
              <a:avLst/>
              <a:gdLst/>
              <a:ahLst/>
              <a:cxnLst/>
              <a:rect l="0" t="0" r="0" b="0"/>
              <a:pathLst>
                <a:path w="47137" h="10080">
                  <a:moveTo>
                    <a:pt x="47137" y="100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5" name="Input_receptor__564">
              <a:extLst>
                <a:ext uri="{FF2B5EF4-FFF2-40B4-BE49-F238E27FC236}">
                  <a16:creationId xmlns:a16="http://schemas.microsoft.com/office/drawing/2014/main" id="{FBA26E89-87A1-4CCC-A93A-F8A4CE371A79}"/>
                </a:ext>
              </a:extLst>
            </p:cNvPr>
            <p:cNvSpPr>
              <a:spLocks noGrp="1"/>
            </p:cNvSpPr>
            <p:nvPr/>
          </p:nvSpPr>
          <p:spPr>
            <a:xfrm>
              <a:off x="1521171" y="5366753"/>
              <a:ext cx="10682" cy="30818"/>
            </a:xfrm>
            <a:custGeom>
              <a:avLst/>
              <a:gdLst/>
              <a:ahLst/>
              <a:cxnLst/>
              <a:rect l="0" t="0" r="0" b="0"/>
              <a:pathLst>
                <a:path w="10682" h="30818">
                  <a:moveTo>
                    <a:pt x="10682" y="30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6" name="Input_receptor__565">
              <a:extLst>
                <a:ext uri="{FF2B5EF4-FFF2-40B4-BE49-F238E27FC236}">
                  <a16:creationId xmlns:a16="http://schemas.microsoft.com/office/drawing/2014/main" id="{169CDDEB-5E8C-419E-0428-6A85D5AEFA94}"/>
                </a:ext>
              </a:extLst>
            </p:cNvPr>
            <p:cNvSpPr>
              <a:spLocks noGrp="1"/>
            </p:cNvSpPr>
            <p:nvPr/>
          </p:nvSpPr>
          <p:spPr>
            <a:xfrm>
              <a:off x="1343319" y="5491888"/>
              <a:ext cx="30622" cy="16555"/>
            </a:xfrm>
            <a:custGeom>
              <a:avLst/>
              <a:gdLst/>
              <a:ahLst/>
              <a:cxnLst/>
              <a:rect l="0" t="0" r="0" b="0"/>
              <a:pathLst>
                <a:path w="30622" h="16555">
                  <a:moveTo>
                    <a:pt x="30622" y="0"/>
                  </a:moveTo>
                  <a:lnTo>
                    <a:pt x="0" y="165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7" name="Input_receptor__566">
              <a:extLst>
                <a:ext uri="{FF2B5EF4-FFF2-40B4-BE49-F238E27FC236}">
                  <a16:creationId xmlns:a16="http://schemas.microsoft.com/office/drawing/2014/main" id="{EA9DACF9-797E-B0DC-945D-A5E3C8FE4BCF}"/>
                </a:ext>
              </a:extLst>
            </p:cNvPr>
            <p:cNvSpPr>
              <a:spLocks noGrp="1"/>
            </p:cNvSpPr>
            <p:nvPr/>
          </p:nvSpPr>
          <p:spPr>
            <a:xfrm>
              <a:off x="1418600" y="5515433"/>
              <a:ext cx="25171" cy="11187"/>
            </a:xfrm>
            <a:custGeom>
              <a:avLst/>
              <a:gdLst/>
              <a:ahLst/>
              <a:cxnLst/>
              <a:rect l="0" t="0" r="0" b="0"/>
              <a:pathLst>
                <a:path w="25171" h="11187">
                  <a:moveTo>
                    <a:pt x="25171" y="111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8" name="Input_receptor__567">
              <a:extLst>
                <a:ext uri="{FF2B5EF4-FFF2-40B4-BE49-F238E27FC236}">
                  <a16:creationId xmlns:a16="http://schemas.microsoft.com/office/drawing/2014/main" id="{91D3A5DF-267B-2E08-5521-0DDD7790007B}"/>
                </a:ext>
              </a:extLst>
            </p:cNvPr>
            <p:cNvSpPr>
              <a:spLocks noGrp="1"/>
            </p:cNvSpPr>
            <p:nvPr/>
          </p:nvSpPr>
          <p:spPr>
            <a:xfrm>
              <a:off x="1505286" y="4966889"/>
              <a:ext cx="43705" cy="10095"/>
            </a:xfrm>
            <a:custGeom>
              <a:avLst/>
              <a:gdLst/>
              <a:ahLst/>
              <a:cxnLst/>
              <a:rect l="0" t="0" r="0" b="0"/>
              <a:pathLst>
                <a:path w="43705" h="10095">
                  <a:moveTo>
                    <a:pt x="43705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9" name="Input_receptor__568">
              <a:extLst>
                <a:ext uri="{FF2B5EF4-FFF2-40B4-BE49-F238E27FC236}">
                  <a16:creationId xmlns:a16="http://schemas.microsoft.com/office/drawing/2014/main" id="{626F1870-C078-1C01-7937-C17FD269B56B}"/>
                </a:ext>
              </a:extLst>
            </p:cNvPr>
            <p:cNvSpPr>
              <a:spLocks noGrp="1"/>
            </p:cNvSpPr>
            <p:nvPr/>
          </p:nvSpPr>
          <p:spPr>
            <a:xfrm>
              <a:off x="1049835" y="5239258"/>
              <a:ext cx="18290" cy="21906"/>
            </a:xfrm>
            <a:custGeom>
              <a:avLst/>
              <a:gdLst/>
              <a:ahLst/>
              <a:cxnLst/>
              <a:rect l="0" t="0" r="0" b="0"/>
              <a:pathLst>
                <a:path w="18290" h="21906">
                  <a:moveTo>
                    <a:pt x="0" y="0"/>
                  </a:moveTo>
                  <a:lnTo>
                    <a:pt x="18290" y="21906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0" name="Input_receptor__569">
              <a:extLst>
                <a:ext uri="{FF2B5EF4-FFF2-40B4-BE49-F238E27FC236}">
                  <a16:creationId xmlns:a16="http://schemas.microsoft.com/office/drawing/2014/main" id="{6AF596AE-4BFD-A4FD-9EBC-1DC0AFFEB9EC}"/>
                </a:ext>
              </a:extLst>
            </p:cNvPr>
            <p:cNvSpPr>
              <a:spLocks noGrp="1"/>
            </p:cNvSpPr>
            <p:nvPr/>
          </p:nvSpPr>
          <p:spPr>
            <a:xfrm>
              <a:off x="1068995" y="4305692"/>
              <a:ext cx="14478" cy="45955"/>
            </a:xfrm>
            <a:custGeom>
              <a:avLst/>
              <a:gdLst/>
              <a:ahLst/>
              <a:cxnLst/>
              <a:rect l="0" t="0" r="0" b="0"/>
              <a:pathLst>
                <a:path w="14478" h="45955">
                  <a:moveTo>
                    <a:pt x="0" y="0"/>
                  </a:moveTo>
                  <a:lnTo>
                    <a:pt x="14478" y="459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1" name="Input_receptor__570">
              <a:extLst>
                <a:ext uri="{FF2B5EF4-FFF2-40B4-BE49-F238E27FC236}">
                  <a16:creationId xmlns:a16="http://schemas.microsoft.com/office/drawing/2014/main" id="{9EBDAE6A-C6EC-25BC-DEFB-D81ED897D7D7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99454"/>
              <a:ext cx="46982" cy="7575"/>
            </a:xfrm>
            <a:custGeom>
              <a:avLst/>
              <a:gdLst/>
              <a:ahLst/>
              <a:cxnLst/>
              <a:rect l="0" t="0" r="0" b="0"/>
              <a:pathLst>
                <a:path w="46982" h="7575">
                  <a:moveTo>
                    <a:pt x="46982" y="7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2" name="Input_receptor__571">
              <a:extLst>
                <a:ext uri="{FF2B5EF4-FFF2-40B4-BE49-F238E27FC236}">
                  <a16:creationId xmlns:a16="http://schemas.microsoft.com/office/drawing/2014/main" id="{E29B697A-A114-35C3-610F-CD91AFF38832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30459"/>
              <a:ext cx="11557" cy="1287"/>
            </a:xfrm>
            <a:custGeom>
              <a:avLst/>
              <a:gdLst/>
              <a:ahLst/>
              <a:cxnLst/>
              <a:rect l="0" t="0" r="0" b="0"/>
              <a:pathLst>
                <a:path w="11557" h="1287">
                  <a:moveTo>
                    <a:pt x="0" y="1287"/>
                  </a:moveTo>
                  <a:lnTo>
                    <a:pt x="11557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3" name="Input_receptor__572">
              <a:extLst>
                <a:ext uri="{FF2B5EF4-FFF2-40B4-BE49-F238E27FC236}">
                  <a16:creationId xmlns:a16="http://schemas.microsoft.com/office/drawing/2014/main" id="{B64837E5-B1DD-C2C9-00AA-8BBBF42391D0}"/>
                </a:ext>
              </a:extLst>
            </p:cNvPr>
            <p:cNvSpPr>
              <a:spLocks noGrp="1"/>
            </p:cNvSpPr>
            <p:nvPr/>
          </p:nvSpPr>
          <p:spPr>
            <a:xfrm>
              <a:off x="1268672" y="5468812"/>
              <a:ext cx="33073" cy="30870"/>
            </a:xfrm>
            <a:custGeom>
              <a:avLst/>
              <a:gdLst/>
              <a:ahLst/>
              <a:cxnLst/>
              <a:rect l="0" t="0" r="0" b="0"/>
              <a:pathLst>
                <a:path w="33073" h="30870">
                  <a:moveTo>
                    <a:pt x="33073" y="0"/>
                  </a:moveTo>
                  <a:lnTo>
                    <a:pt x="0" y="3087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4" name="Input_receptor__573">
              <a:extLst>
                <a:ext uri="{FF2B5EF4-FFF2-40B4-BE49-F238E27FC236}">
                  <a16:creationId xmlns:a16="http://schemas.microsoft.com/office/drawing/2014/main" id="{3076CDC5-350A-305F-5CDA-6F8EFEBF5209}"/>
                </a:ext>
              </a:extLst>
            </p:cNvPr>
            <p:cNvSpPr>
              <a:spLocks noGrp="1"/>
            </p:cNvSpPr>
            <p:nvPr/>
          </p:nvSpPr>
          <p:spPr>
            <a:xfrm>
              <a:off x="1619715" y="5100414"/>
              <a:ext cx="41111" cy="24850"/>
            </a:xfrm>
            <a:custGeom>
              <a:avLst/>
              <a:gdLst/>
              <a:ahLst/>
              <a:cxnLst/>
              <a:rect l="0" t="0" r="0" b="0"/>
              <a:pathLst>
                <a:path w="41111" h="24850">
                  <a:moveTo>
                    <a:pt x="41111" y="0"/>
                  </a:moveTo>
                  <a:lnTo>
                    <a:pt x="0" y="2485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5" name="Input_receptor__574">
              <a:extLst>
                <a:ext uri="{FF2B5EF4-FFF2-40B4-BE49-F238E27FC236}">
                  <a16:creationId xmlns:a16="http://schemas.microsoft.com/office/drawing/2014/main" id="{17A42282-545E-9D68-8F93-14E626B73DA7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5026019"/>
              <a:ext cx="37583" cy="11878"/>
            </a:xfrm>
            <a:custGeom>
              <a:avLst/>
              <a:gdLst/>
              <a:ahLst/>
              <a:cxnLst/>
              <a:rect l="0" t="0" r="0" b="0"/>
              <a:pathLst>
                <a:path w="37583" h="11878">
                  <a:moveTo>
                    <a:pt x="37583" y="118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6" name="Input_receptor__575">
              <a:extLst>
                <a:ext uri="{FF2B5EF4-FFF2-40B4-BE49-F238E27FC236}">
                  <a16:creationId xmlns:a16="http://schemas.microsoft.com/office/drawing/2014/main" id="{44039F67-0BB5-B2B7-EEF9-3BCFD7BB3EFA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11097" cy="30261"/>
            </a:xfrm>
            <a:custGeom>
              <a:avLst/>
              <a:gdLst/>
              <a:ahLst/>
              <a:cxnLst/>
              <a:rect l="0" t="0" r="0" b="0"/>
              <a:pathLst>
                <a:path w="11097" h="30261">
                  <a:moveTo>
                    <a:pt x="11097" y="302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77" name="Input_receptor__576">
              <a:extLst>
                <a:ext uri="{FF2B5EF4-FFF2-40B4-BE49-F238E27FC236}">
                  <a16:creationId xmlns:a16="http://schemas.microsoft.com/office/drawing/2014/main" id="{9D8F4780-20C3-75CD-E5A7-0F0D091AB580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79469"/>
              <a:ext cx="1453" cy="1028"/>
            </a:xfrm>
            <a:custGeom>
              <a:avLst/>
              <a:gdLst/>
              <a:ahLst/>
              <a:cxnLst/>
              <a:rect l="0" t="0" r="0" b="0"/>
              <a:pathLst>
                <a:path w="1453" h="1028">
                  <a:moveTo>
                    <a:pt x="0" y="1028"/>
                  </a:moveTo>
                  <a:lnTo>
                    <a:pt x="1453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8" name="Input_receptor__577">
              <a:extLst>
                <a:ext uri="{FF2B5EF4-FFF2-40B4-BE49-F238E27FC236}">
                  <a16:creationId xmlns:a16="http://schemas.microsoft.com/office/drawing/2014/main" id="{72E114F3-079C-CE13-C374-5820BD0CE6E8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397571"/>
              <a:ext cx="20162" cy="39477"/>
            </a:xfrm>
            <a:custGeom>
              <a:avLst/>
              <a:gdLst/>
              <a:ahLst/>
              <a:cxnLst/>
              <a:rect l="0" t="0" r="0" b="0"/>
              <a:pathLst>
                <a:path w="20162" h="39477">
                  <a:moveTo>
                    <a:pt x="0" y="39477"/>
                  </a:moveTo>
                  <a:lnTo>
                    <a:pt x="20162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9" name="Input_receptor__578">
              <a:extLst>
                <a:ext uri="{FF2B5EF4-FFF2-40B4-BE49-F238E27FC236}">
                  <a16:creationId xmlns:a16="http://schemas.microsoft.com/office/drawing/2014/main" id="{9C666354-7163-3E0B-6F18-615B872FF3C7}"/>
                </a:ext>
              </a:extLst>
            </p:cNvPr>
            <p:cNvSpPr>
              <a:spLocks noGrp="1"/>
            </p:cNvSpPr>
            <p:nvPr/>
          </p:nvSpPr>
          <p:spPr>
            <a:xfrm>
              <a:off x="1557672" y="5168505"/>
              <a:ext cx="43893" cy="5942"/>
            </a:xfrm>
            <a:custGeom>
              <a:avLst/>
              <a:gdLst/>
              <a:ahLst/>
              <a:cxnLst/>
              <a:rect l="0" t="0" r="0" b="0"/>
              <a:pathLst>
                <a:path w="43893" h="5942">
                  <a:moveTo>
                    <a:pt x="43893" y="5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0" name="Input_receptor__579">
              <a:extLst>
                <a:ext uri="{FF2B5EF4-FFF2-40B4-BE49-F238E27FC236}">
                  <a16:creationId xmlns:a16="http://schemas.microsoft.com/office/drawing/2014/main" id="{223BC471-CB49-E546-D785-A6290426B55C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97780"/>
              <a:ext cx="46631" cy="8779"/>
            </a:xfrm>
            <a:custGeom>
              <a:avLst/>
              <a:gdLst/>
              <a:ahLst/>
              <a:cxnLst/>
              <a:rect l="0" t="0" r="0" b="0"/>
              <a:pathLst>
                <a:path w="46631" h="8779">
                  <a:moveTo>
                    <a:pt x="46631" y="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1" name="Input_receptor__580">
              <a:extLst>
                <a:ext uri="{FF2B5EF4-FFF2-40B4-BE49-F238E27FC236}">
                  <a16:creationId xmlns:a16="http://schemas.microsoft.com/office/drawing/2014/main" id="{CA2843DC-7491-D44C-D731-88E85F1A57C7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27522"/>
              <a:ext cx="16449" cy="30221"/>
            </a:xfrm>
            <a:custGeom>
              <a:avLst/>
              <a:gdLst/>
              <a:ahLst/>
              <a:cxnLst/>
              <a:rect l="0" t="0" r="0" b="0"/>
              <a:pathLst>
                <a:path w="16449" h="30221">
                  <a:moveTo>
                    <a:pt x="0" y="30221"/>
                  </a:moveTo>
                  <a:lnTo>
                    <a:pt x="16449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82" name="Input_receptor__581">
              <a:extLst>
                <a:ext uri="{FF2B5EF4-FFF2-40B4-BE49-F238E27FC236}">
                  <a16:creationId xmlns:a16="http://schemas.microsoft.com/office/drawing/2014/main" id="{073907FF-2CB1-3F09-445C-9BB1FAC5B087}"/>
                </a:ext>
              </a:extLst>
            </p:cNvPr>
            <p:cNvSpPr>
              <a:spLocks noGrp="1"/>
            </p:cNvSpPr>
            <p:nvPr/>
          </p:nvSpPr>
          <p:spPr>
            <a:xfrm>
              <a:off x="1195186" y="5451440"/>
              <a:ext cx="33701" cy="34156"/>
            </a:xfrm>
            <a:custGeom>
              <a:avLst/>
              <a:gdLst/>
              <a:ahLst/>
              <a:cxnLst/>
              <a:rect l="0" t="0" r="0" b="0"/>
              <a:pathLst>
                <a:path w="33701" h="34156">
                  <a:moveTo>
                    <a:pt x="33701" y="0"/>
                  </a:moveTo>
                  <a:lnTo>
                    <a:pt x="0" y="3415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3" name="Input_receptor__582">
              <a:extLst>
                <a:ext uri="{FF2B5EF4-FFF2-40B4-BE49-F238E27FC236}">
                  <a16:creationId xmlns:a16="http://schemas.microsoft.com/office/drawing/2014/main" id="{E4629AC8-7286-A1DB-A7E2-F55AA99CCF33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78359"/>
              <a:ext cx="47289" cy="9735"/>
            </a:xfrm>
            <a:custGeom>
              <a:avLst/>
              <a:gdLst/>
              <a:ahLst/>
              <a:cxnLst/>
              <a:rect l="0" t="0" r="0" b="0"/>
              <a:pathLst>
                <a:path w="47289" h="9735">
                  <a:moveTo>
                    <a:pt x="47289" y="0"/>
                  </a:moveTo>
                  <a:lnTo>
                    <a:pt x="0" y="9735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4" name="Input_receptor__583">
              <a:extLst>
                <a:ext uri="{FF2B5EF4-FFF2-40B4-BE49-F238E27FC236}">
                  <a16:creationId xmlns:a16="http://schemas.microsoft.com/office/drawing/2014/main" id="{705D32F0-2404-4DEA-BBE3-6C628C298A02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33159"/>
              <a:ext cx="23754" cy="2776"/>
            </a:xfrm>
            <a:custGeom>
              <a:avLst/>
              <a:gdLst/>
              <a:ahLst/>
              <a:cxnLst/>
              <a:rect l="0" t="0" r="0" b="0"/>
              <a:pathLst>
                <a:path w="23754" h="2776">
                  <a:moveTo>
                    <a:pt x="23754" y="0"/>
                  </a:moveTo>
                  <a:lnTo>
                    <a:pt x="0" y="277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5" name="Input_receptor__584">
              <a:extLst>
                <a:ext uri="{FF2B5EF4-FFF2-40B4-BE49-F238E27FC236}">
                  <a16:creationId xmlns:a16="http://schemas.microsoft.com/office/drawing/2014/main" id="{2F553F03-1599-D633-D44B-27989FD989FD}"/>
                </a:ext>
              </a:extLst>
            </p:cNvPr>
            <p:cNvSpPr>
              <a:spLocks noGrp="1"/>
            </p:cNvSpPr>
            <p:nvPr/>
          </p:nvSpPr>
          <p:spPr>
            <a:xfrm>
              <a:off x="1333142" y="5278359"/>
              <a:ext cx="12520" cy="46617"/>
            </a:xfrm>
            <a:custGeom>
              <a:avLst/>
              <a:gdLst/>
              <a:ahLst/>
              <a:cxnLst/>
              <a:rect l="0" t="0" r="0" b="0"/>
              <a:pathLst>
                <a:path w="12520" h="46617">
                  <a:moveTo>
                    <a:pt x="12520" y="466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6" name="Input_receptor__585">
              <a:extLst>
                <a:ext uri="{FF2B5EF4-FFF2-40B4-BE49-F238E27FC236}">
                  <a16:creationId xmlns:a16="http://schemas.microsoft.com/office/drawing/2014/main" id="{AF83E654-D59E-6837-673F-DE390634E19B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4943"/>
              <a:ext cx="11377" cy="10010"/>
            </a:xfrm>
            <a:custGeom>
              <a:avLst/>
              <a:gdLst/>
              <a:ahLst/>
              <a:cxnLst/>
              <a:rect l="0" t="0" r="0" b="0"/>
              <a:pathLst>
                <a:path w="11377" h="10010">
                  <a:moveTo>
                    <a:pt x="11377" y="0"/>
                  </a:moveTo>
                  <a:lnTo>
                    <a:pt x="0" y="1001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7" name="Input_receptor__586">
              <a:extLst>
                <a:ext uri="{FF2B5EF4-FFF2-40B4-BE49-F238E27FC236}">
                  <a16:creationId xmlns:a16="http://schemas.microsoft.com/office/drawing/2014/main" id="{CEC30503-7B13-31AF-5CC2-C703AE5D5012}"/>
                </a:ext>
              </a:extLst>
            </p:cNvPr>
            <p:cNvSpPr>
              <a:spLocks noGrp="1"/>
            </p:cNvSpPr>
            <p:nvPr/>
          </p:nvSpPr>
          <p:spPr>
            <a:xfrm>
              <a:off x="1342476" y="5675629"/>
              <a:ext cx="42202" cy="21544"/>
            </a:xfrm>
            <a:custGeom>
              <a:avLst/>
              <a:gdLst/>
              <a:ahLst/>
              <a:cxnLst/>
              <a:rect l="0" t="0" r="0" b="0"/>
              <a:pathLst>
                <a:path w="42202" h="21544">
                  <a:moveTo>
                    <a:pt x="42202" y="0"/>
                  </a:moveTo>
                  <a:lnTo>
                    <a:pt x="0" y="21544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88" name="Input_receptor__587">
              <a:extLst>
                <a:ext uri="{FF2B5EF4-FFF2-40B4-BE49-F238E27FC236}">
                  <a16:creationId xmlns:a16="http://schemas.microsoft.com/office/drawing/2014/main" id="{4A7E6384-E9CB-681C-47B8-F6A1E4853625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72423"/>
              <a:ext cx="43816" cy="14619"/>
            </a:xfrm>
            <a:custGeom>
              <a:avLst/>
              <a:gdLst/>
              <a:ahLst/>
              <a:cxnLst/>
              <a:rect l="0" t="0" r="0" b="0"/>
              <a:pathLst>
                <a:path w="43816" h="14619">
                  <a:moveTo>
                    <a:pt x="43816" y="0"/>
                  </a:moveTo>
                  <a:lnTo>
                    <a:pt x="0" y="146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9" name="Input_receptor__588">
              <a:extLst>
                <a:ext uri="{FF2B5EF4-FFF2-40B4-BE49-F238E27FC236}">
                  <a16:creationId xmlns:a16="http://schemas.microsoft.com/office/drawing/2014/main" id="{7ACEEA08-1FB9-4580-492F-95AD4FE25D14}"/>
                </a:ext>
              </a:extLst>
            </p:cNvPr>
            <p:cNvSpPr>
              <a:spLocks noGrp="1"/>
            </p:cNvSpPr>
            <p:nvPr/>
          </p:nvSpPr>
          <p:spPr>
            <a:xfrm>
              <a:off x="1538778" y="5037896"/>
              <a:ext cx="26970" cy="10663"/>
            </a:xfrm>
            <a:custGeom>
              <a:avLst/>
              <a:gdLst/>
              <a:ahLst/>
              <a:cxnLst/>
              <a:rect l="0" t="0" r="0" b="0"/>
              <a:pathLst>
                <a:path w="26970" h="10663">
                  <a:moveTo>
                    <a:pt x="26970" y="1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0" name="Input_receptor__589">
              <a:extLst>
                <a:ext uri="{FF2B5EF4-FFF2-40B4-BE49-F238E27FC236}">
                  <a16:creationId xmlns:a16="http://schemas.microsoft.com/office/drawing/2014/main" id="{39C702EA-BE12-9086-C4AD-2BF2C77EA75F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37671"/>
              <a:ext cx="16347" cy="2735"/>
            </a:xfrm>
            <a:custGeom>
              <a:avLst/>
              <a:gdLst/>
              <a:ahLst/>
              <a:cxnLst/>
              <a:rect l="0" t="0" r="0" b="0"/>
              <a:pathLst>
                <a:path w="16347" h="2735">
                  <a:moveTo>
                    <a:pt x="0" y="2735"/>
                  </a:moveTo>
                  <a:lnTo>
                    <a:pt x="16347" y="0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91" name="Input_receptor__590">
              <a:extLst>
                <a:ext uri="{FF2B5EF4-FFF2-40B4-BE49-F238E27FC236}">
                  <a16:creationId xmlns:a16="http://schemas.microsoft.com/office/drawing/2014/main" id="{4C8F5450-8357-5694-0BF0-9A3F1CE2C64B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30970"/>
              <a:ext cx="43940" cy="17073"/>
            </a:xfrm>
            <a:custGeom>
              <a:avLst/>
              <a:gdLst/>
              <a:ahLst/>
              <a:cxnLst/>
              <a:rect l="0" t="0" r="0" b="0"/>
              <a:pathLst>
                <a:path w="43940" h="17073">
                  <a:moveTo>
                    <a:pt x="0" y="0"/>
                  </a:moveTo>
                  <a:lnTo>
                    <a:pt x="43940" y="1707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2" name="Input_receptor__591">
              <a:extLst>
                <a:ext uri="{FF2B5EF4-FFF2-40B4-BE49-F238E27FC236}">
                  <a16:creationId xmlns:a16="http://schemas.microsoft.com/office/drawing/2014/main" id="{AE98A773-7049-1DFB-0E5A-F94ACA1CCDBC}"/>
                </a:ext>
              </a:extLst>
            </p:cNvPr>
            <p:cNvSpPr>
              <a:spLocks noGrp="1"/>
            </p:cNvSpPr>
            <p:nvPr/>
          </p:nvSpPr>
          <p:spPr>
            <a:xfrm>
              <a:off x="1592051" y="5237729"/>
              <a:ext cx="35519" cy="3961"/>
            </a:xfrm>
            <a:custGeom>
              <a:avLst/>
              <a:gdLst/>
              <a:ahLst/>
              <a:cxnLst/>
              <a:rect l="0" t="0" r="0" b="0"/>
              <a:pathLst>
                <a:path w="35519" h="3961">
                  <a:moveTo>
                    <a:pt x="35519" y="3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3" name="Input_receptor__592">
              <a:extLst>
                <a:ext uri="{FF2B5EF4-FFF2-40B4-BE49-F238E27FC236}">
                  <a16:creationId xmlns:a16="http://schemas.microsoft.com/office/drawing/2014/main" id="{78A25C98-19FD-EF04-60E3-3DECF3D08B70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229042"/>
              <a:ext cx="34331" cy="8687"/>
            </a:xfrm>
            <a:custGeom>
              <a:avLst/>
              <a:gdLst/>
              <a:ahLst/>
              <a:cxnLst/>
              <a:rect l="0" t="0" r="0" b="0"/>
              <a:pathLst>
                <a:path w="34331" h="8687">
                  <a:moveTo>
                    <a:pt x="34331" y="8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4" name="Input_receptor__593">
              <a:extLst>
                <a:ext uri="{FF2B5EF4-FFF2-40B4-BE49-F238E27FC236}">
                  <a16:creationId xmlns:a16="http://schemas.microsoft.com/office/drawing/2014/main" id="{EBB10E3D-60C3-6BAD-338C-EE2796FD2241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21691"/>
              <a:ext cx="33721" cy="19753"/>
            </a:xfrm>
            <a:custGeom>
              <a:avLst/>
              <a:gdLst/>
              <a:ahLst/>
              <a:cxnLst/>
              <a:rect l="0" t="0" r="0" b="0"/>
              <a:pathLst>
                <a:path w="33721" h="19753">
                  <a:moveTo>
                    <a:pt x="33721" y="0"/>
                  </a:moveTo>
                  <a:lnTo>
                    <a:pt x="0" y="1975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5" name="Input_receptor__594">
              <a:extLst>
                <a:ext uri="{FF2B5EF4-FFF2-40B4-BE49-F238E27FC236}">
                  <a16:creationId xmlns:a16="http://schemas.microsoft.com/office/drawing/2014/main" id="{7BBF0DB1-A6E9-99D4-750D-00C7C48EA18C}"/>
                </a:ext>
              </a:extLst>
            </p:cNvPr>
            <p:cNvSpPr>
              <a:spLocks noGrp="1"/>
            </p:cNvSpPr>
            <p:nvPr/>
          </p:nvSpPr>
          <p:spPr>
            <a:xfrm>
              <a:off x="1381573" y="5536385"/>
              <a:ext cx="8876" cy="17207"/>
            </a:xfrm>
            <a:custGeom>
              <a:avLst/>
              <a:gdLst/>
              <a:ahLst/>
              <a:cxnLst/>
              <a:rect l="0" t="0" r="0" b="0"/>
              <a:pathLst>
                <a:path w="8876" h="17207">
                  <a:moveTo>
                    <a:pt x="8876" y="17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6" name="Input_receptor__595">
              <a:extLst>
                <a:ext uri="{FF2B5EF4-FFF2-40B4-BE49-F238E27FC236}">
                  <a16:creationId xmlns:a16="http://schemas.microsoft.com/office/drawing/2014/main" id="{6B9CC82D-6563-99F2-AAFE-6FD17D3BF24D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49495"/>
              <a:ext cx="37091" cy="30201"/>
            </a:xfrm>
            <a:custGeom>
              <a:avLst/>
              <a:gdLst/>
              <a:ahLst/>
              <a:cxnLst/>
              <a:rect l="0" t="0" r="0" b="0"/>
              <a:pathLst>
                <a:path w="37091" h="30201">
                  <a:moveTo>
                    <a:pt x="0" y="30201"/>
                  </a:moveTo>
                  <a:lnTo>
                    <a:pt x="37091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7" name="Input_receptor__596">
              <a:extLst>
                <a:ext uri="{FF2B5EF4-FFF2-40B4-BE49-F238E27FC236}">
                  <a16:creationId xmlns:a16="http://schemas.microsoft.com/office/drawing/2014/main" id="{2AF2EA33-6748-E604-3D71-3442B4005827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9425"/>
              <a:ext cx="30963" cy="6819"/>
            </a:xfrm>
            <a:custGeom>
              <a:avLst/>
              <a:gdLst/>
              <a:ahLst/>
              <a:cxnLst/>
              <a:rect l="0" t="0" r="0" b="0"/>
              <a:pathLst>
                <a:path w="30963" h="6819">
                  <a:moveTo>
                    <a:pt x="30963" y="0"/>
                  </a:moveTo>
                  <a:lnTo>
                    <a:pt x="0" y="68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8" name="Input_receptor__597">
              <a:extLst>
                <a:ext uri="{FF2B5EF4-FFF2-40B4-BE49-F238E27FC236}">
                  <a16:creationId xmlns:a16="http://schemas.microsoft.com/office/drawing/2014/main" id="{605E4D68-E26E-4C1A-1F4E-E35418E890F4}"/>
                </a:ext>
              </a:extLst>
            </p:cNvPr>
            <p:cNvSpPr>
              <a:spLocks noGrp="1"/>
            </p:cNvSpPr>
            <p:nvPr/>
          </p:nvSpPr>
          <p:spPr>
            <a:xfrm>
              <a:off x="1443771" y="5526620"/>
              <a:ext cx="1586" cy="46181"/>
            </a:xfrm>
            <a:custGeom>
              <a:avLst/>
              <a:gdLst/>
              <a:ahLst/>
              <a:cxnLst/>
              <a:rect l="0" t="0" r="0" b="0"/>
              <a:pathLst>
                <a:path w="1586" h="46181">
                  <a:moveTo>
                    <a:pt x="1586" y="46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9" name="Input_receptor__598">
              <a:extLst>
                <a:ext uri="{FF2B5EF4-FFF2-40B4-BE49-F238E27FC236}">
                  <a16:creationId xmlns:a16="http://schemas.microsoft.com/office/drawing/2014/main" id="{6AE72D4A-B7B1-1F3C-891D-F5A5B476FCC7}"/>
                </a:ext>
              </a:extLst>
            </p:cNvPr>
            <p:cNvSpPr>
              <a:spLocks noGrp="1"/>
            </p:cNvSpPr>
            <p:nvPr/>
          </p:nvSpPr>
          <p:spPr>
            <a:xfrm>
              <a:off x="1458900" y="5321691"/>
              <a:ext cx="34598" cy="12653"/>
            </a:xfrm>
            <a:custGeom>
              <a:avLst/>
              <a:gdLst/>
              <a:ahLst/>
              <a:cxnLst/>
              <a:rect l="0" t="0" r="0" b="0"/>
              <a:pathLst>
                <a:path w="34598" h="12653">
                  <a:moveTo>
                    <a:pt x="34598" y="126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0" name="Input_receptor__599">
              <a:extLst>
                <a:ext uri="{FF2B5EF4-FFF2-40B4-BE49-F238E27FC236}">
                  <a16:creationId xmlns:a16="http://schemas.microsoft.com/office/drawing/2014/main" id="{E176A107-877C-5CA6-975E-F4BAF6BD17BC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49813"/>
              <a:ext cx="15511" cy="17076"/>
            </a:xfrm>
            <a:custGeom>
              <a:avLst/>
              <a:gdLst/>
              <a:ahLst/>
              <a:cxnLst/>
              <a:rect l="0" t="0" r="0" b="0"/>
              <a:pathLst>
                <a:path w="15511" h="17076">
                  <a:moveTo>
                    <a:pt x="15511" y="170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1" name="Input_receptor__600">
              <a:extLst>
                <a:ext uri="{FF2B5EF4-FFF2-40B4-BE49-F238E27FC236}">
                  <a16:creationId xmlns:a16="http://schemas.microsoft.com/office/drawing/2014/main" id="{D5FA8D96-8716-742C-A3B3-5858A13FD7F9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61164"/>
              <a:ext cx="21636" cy="40607"/>
            </a:xfrm>
            <a:custGeom>
              <a:avLst/>
              <a:gdLst/>
              <a:ahLst/>
              <a:cxnLst/>
              <a:rect l="0" t="0" r="0" b="0"/>
              <a:pathLst>
                <a:path w="21636" h="40607">
                  <a:moveTo>
                    <a:pt x="21636" y="0"/>
                  </a:moveTo>
                  <a:lnTo>
                    <a:pt x="0" y="4060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2" name="Input_receptor__601">
              <a:extLst>
                <a:ext uri="{FF2B5EF4-FFF2-40B4-BE49-F238E27FC236}">
                  <a16:creationId xmlns:a16="http://schemas.microsoft.com/office/drawing/2014/main" id="{4427B889-7C6E-20F5-427B-E6D184F5008A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95614"/>
              <a:ext cx="12304" cy="4828"/>
            </a:xfrm>
            <a:custGeom>
              <a:avLst/>
              <a:gdLst/>
              <a:ahLst/>
              <a:cxnLst/>
              <a:rect l="0" t="0" r="0" b="0"/>
              <a:pathLst>
                <a:path w="12304" h="4828">
                  <a:moveTo>
                    <a:pt x="0" y="0"/>
                  </a:moveTo>
                  <a:lnTo>
                    <a:pt x="12304" y="4828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3" name="Input_receptor__602">
              <a:extLst>
                <a:ext uri="{FF2B5EF4-FFF2-40B4-BE49-F238E27FC236}">
                  <a16:creationId xmlns:a16="http://schemas.microsoft.com/office/drawing/2014/main" id="{886EC8C5-4B9E-A636-A613-0FC0DE0749BD}"/>
                </a:ext>
              </a:extLst>
            </p:cNvPr>
            <p:cNvSpPr>
              <a:spLocks noGrp="1"/>
            </p:cNvSpPr>
            <p:nvPr/>
          </p:nvSpPr>
          <p:spPr>
            <a:xfrm>
              <a:off x="1720975" y="5113898"/>
              <a:ext cx="46594" cy="10853"/>
            </a:xfrm>
            <a:custGeom>
              <a:avLst/>
              <a:gdLst/>
              <a:ahLst/>
              <a:cxnLst/>
              <a:rect l="0" t="0" r="0" b="0"/>
              <a:pathLst>
                <a:path w="46594" h="10853">
                  <a:moveTo>
                    <a:pt x="0" y="0"/>
                  </a:moveTo>
                  <a:lnTo>
                    <a:pt x="46594" y="10853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4" name="Input_receptor__603">
              <a:extLst>
                <a:ext uri="{FF2B5EF4-FFF2-40B4-BE49-F238E27FC236}">
                  <a16:creationId xmlns:a16="http://schemas.microsoft.com/office/drawing/2014/main" id="{961D7F0B-96DE-2D31-4049-6A41A4A5C757}"/>
                </a:ext>
              </a:extLst>
            </p:cNvPr>
            <p:cNvSpPr>
              <a:spLocks noGrp="1"/>
            </p:cNvSpPr>
            <p:nvPr/>
          </p:nvSpPr>
          <p:spPr>
            <a:xfrm>
              <a:off x="1150005" y="5180401"/>
              <a:ext cx="47529" cy="7139"/>
            </a:xfrm>
            <a:custGeom>
              <a:avLst/>
              <a:gdLst/>
              <a:ahLst/>
              <a:cxnLst/>
              <a:rect l="0" t="0" r="0" b="0"/>
              <a:pathLst>
                <a:path w="47529" h="7139">
                  <a:moveTo>
                    <a:pt x="0" y="0"/>
                  </a:moveTo>
                  <a:lnTo>
                    <a:pt x="47529" y="7139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5" name="Input_receptor__604">
              <a:extLst>
                <a:ext uri="{FF2B5EF4-FFF2-40B4-BE49-F238E27FC236}">
                  <a16:creationId xmlns:a16="http://schemas.microsoft.com/office/drawing/2014/main" id="{A133AB8B-36DE-A69D-99CB-090B706C5D95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059" cy="16015"/>
            </a:xfrm>
            <a:custGeom>
              <a:avLst/>
              <a:gdLst/>
              <a:ahLst/>
              <a:cxnLst/>
              <a:rect l="0" t="0" r="0" b="0"/>
              <a:pathLst>
                <a:path w="4059" h="16015">
                  <a:moveTo>
                    <a:pt x="0" y="0"/>
                  </a:moveTo>
                  <a:lnTo>
                    <a:pt x="4059" y="16015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6" name="Input_receptor__605">
              <a:extLst>
                <a:ext uri="{FF2B5EF4-FFF2-40B4-BE49-F238E27FC236}">
                  <a16:creationId xmlns:a16="http://schemas.microsoft.com/office/drawing/2014/main" id="{EEBA98BF-FB51-A8F0-1095-65C7626860E3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51235"/>
              <a:ext cx="28133" cy="13047"/>
            </a:xfrm>
            <a:custGeom>
              <a:avLst/>
              <a:gdLst/>
              <a:ahLst/>
              <a:cxnLst/>
              <a:rect l="0" t="0" r="0" b="0"/>
              <a:pathLst>
                <a:path w="28133" h="13047">
                  <a:moveTo>
                    <a:pt x="28133" y="0"/>
                  </a:moveTo>
                  <a:lnTo>
                    <a:pt x="0" y="1304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7" name="Input_receptor__606">
              <a:extLst>
                <a:ext uri="{FF2B5EF4-FFF2-40B4-BE49-F238E27FC236}">
                  <a16:creationId xmlns:a16="http://schemas.microsoft.com/office/drawing/2014/main" id="{827A8468-5BB5-39CA-312E-FD102CFB17B5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9886"/>
              <a:ext cx="32277" cy="24331"/>
            </a:xfrm>
            <a:custGeom>
              <a:avLst/>
              <a:gdLst/>
              <a:ahLst/>
              <a:cxnLst/>
              <a:rect l="0" t="0" r="0" b="0"/>
              <a:pathLst>
                <a:path w="32277" h="24331">
                  <a:moveTo>
                    <a:pt x="32277" y="0"/>
                  </a:moveTo>
                  <a:lnTo>
                    <a:pt x="0" y="24331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8" name="Input_receptor__607">
              <a:extLst>
                <a:ext uri="{FF2B5EF4-FFF2-40B4-BE49-F238E27FC236}">
                  <a16:creationId xmlns:a16="http://schemas.microsoft.com/office/drawing/2014/main" id="{6446C01C-4CD0-9398-0174-06235025E467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48242"/>
              <a:ext cx="6706" cy="6006"/>
            </a:xfrm>
            <a:custGeom>
              <a:avLst/>
              <a:gdLst/>
              <a:ahLst/>
              <a:cxnLst/>
              <a:rect l="0" t="0" r="0" b="0"/>
              <a:pathLst>
                <a:path w="6706" h="6006">
                  <a:moveTo>
                    <a:pt x="0" y="0"/>
                  </a:moveTo>
                  <a:lnTo>
                    <a:pt x="6706" y="600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9" name="Input_receptor__608">
              <a:extLst>
                <a:ext uri="{FF2B5EF4-FFF2-40B4-BE49-F238E27FC236}">
                  <a16:creationId xmlns:a16="http://schemas.microsoft.com/office/drawing/2014/main" id="{CF064A64-2992-6CD0-2269-6DF58CD77377}"/>
                </a:ext>
              </a:extLst>
            </p:cNvPr>
            <p:cNvSpPr>
              <a:spLocks noGrp="1"/>
            </p:cNvSpPr>
            <p:nvPr/>
          </p:nvSpPr>
          <p:spPr>
            <a:xfrm>
              <a:off x="1202302" y="5572423"/>
              <a:ext cx="23013" cy="32161"/>
            </a:xfrm>
            <a:custGeom>
              <a:avLst/>
              <a:gdLst/>
              <a:ahLst/>
              <a:cxnLst/>
              <a:rect l="0" t="0" r="0" b="0"/>
              <a:pathLst>
                <a:path w="23013" h="32161">
                  <a:moveTo>
                    <a:pt x="23013" y="32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0" name="Input_receptor__609">
              <a:extLst>
                <a:ext uri="{FF2B5EF4-FFF2-40B4-BE49-F238E27FC236}">
                  <a16:creationId xmlns:a16="http://schemas.microsoft.com/office/drawing/2014/main" id="{E4B5EACF-8CE0-4CB7-79C3-421F2F890A7F}"/>
                </a:ext>
              </a:extLst>
            </p:cNvPr>
            <p:cNvSpPr>
              <a:spLocks noGrp="1"/>
            </p:cNvSpPr>
            <p:nvPr/>
          </p:nvSpPr>
          <p:spPr>
            <a:xfrm>
              <a:off x="1862382" y="5207266"/>
              <a:ext cx="40742" cy="14736"/>
            </a:xfrm>
            <a:custGeom>
              <a:avLst/>
              <a:gdLst/>
              <a:ahLst/>
              <a:cxnLst/>
              <a:rect l="0" t="0" r="0" b="0"/>
              <a:pathLst>
                <a:path w="40742" h="14736">
                  <a:moveTo>
                    <a:pt x="40742" y="147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1" name="Input_receptor__610">
              <a:extLst>
                <a:ext uri="{FF2B5EF4-FFF2-40B4-BE49-F238E27FC236}">
                  <a16:creationId xmlns:a16="http://schemas.microsoft.com/office/drawing/2014/main" id="{D1B4F58E-8FDA-1503-E4D2-C9183A0CF042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706526"/>
              <a:ext cx="46561" cy="10258"/>
            </a:xfrm>
            <a:custGeom>
              <a:avLst/>
              <a:gdLst/>
              <a:ahLst/>
              <a:cxnLst/>
              <a:rect l="0" t="0" r="0" b="0"/>
              <a:pathLst>
                <a:path w="46561" h="10258">
                  <a:moveTo>
                    <a:pt x="46561" y="1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2" name="Input_receptor__611">
              <a:extLst>
                <a:ext uri="{FF2B5EF4-FFF2-40B4-BE49-F238E27FC236}">
                  <a16:creationId xmlns:a16="http://schemas.microsoft.com/office/drawing/2014/main" id="{CC52BB9D-6984-1D55-F7B8-738A6A4F92BC}"/>
                </a:ext>
              </a:extLst>
            </p:cNvPr>
            <p:cNvSpPr>
              <a:spLocks noGrp="1"/>
            </p:cNvSpPr>
            <p:nvPr/>
          </p:nvSpPr>
          <p:spPr>
            <a:xfrm>
              <a:off x="1746558" y="4796006"/>
              <a:ext cx="33899" cy="20518"/>
            </a:xfrm>
            <a:custGeom>
              <a:avLst/>
              <a:gdLst/>
              <a:ahLst/>
              <a:cxnLst/>
              <a:rect l="0" t="0" r="0" b="0"/>
              <a:pathLst>
                <a:path w="33899" h="20518">
                  <a:moveTo>
                    <a:pt x="33899" y="205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909E"/>
              </a:solidFill>
            </a:ln>
          </p:spPr>
        </p:sp>
        <p:sp>
          <p:nvSpPr>
            <p:cNvPr id="613" name="Input_receptor__612">
              <a:extLst>
                <a:ext uri="{FF2B5EF4-FFF2-40B4-BE49-F238E27FC236}">
                  <a16:creationId xmlns:a16="http://schemas.microsoft.com/office/drawing/2014/main" id="{AB657F3A-D1BF-21C4-AFF2-4FD172B4FFE5}"/>
                </a:ext>
              </a:extLst>
            </p:cNvPr>
            <p:cNvSpPr>
              <a:spLocks noGrp="1"/>
            </p:cNvSpPr>
            <p:nvPr/>
          </p:nvSpPr>
          <p:spPr>
            <a:xfrm>
              <a:off x="1252385" y="5499682"/>
              <a:ext cx="16287" cy="6880"/>
            </a:xfrm>
            <a:custGeom>
              <a:avLst/>
              <a:gdLst/>
              <a:ahLst/>
              <a:cxnLst/>
              <a:rect l="0" t="0" r="0" b="0"/>
              <a:pathLst>
                <a:path w="16287" h="6880">
                  <a:moveTo>
                    <a:pt x="16287" y="0"/>
                  </a:moveTo>
                  <a:lnTo>
                    <a:pt x="0" y="688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4" name="Input_receptor__613">
              <a:extLst>
                <a:ext uri="{FF2B5EF4-FFF2-40B4-BE49-F238E27FC236}">
                  <a16:creationId xmlns:a16="http://schemas.microsoft.com/office/drawing/2014/main" id="{35B4DFD2-DE4B-894C-3FBC-AA9068A1A5DD}"/>
                </a:ext>
              </a:extLst>
            </p:cNvPr>
            <p:cNvSpPr>
              <a:spLocks noGrp="1"/>
            </p:cNvSpPr>
            <p:nvPr/>
          </p:nvSpPr>
          <p:spPr>
            <a:xfrm>
              <a:off x="1629985" y="5023859"/>
              <a:ext cx="25558" cy="27376"/>
            </a:xfrm>
            <a:custGeom>
              <a:avLst/>
              <a:gdLst/>
              <a:ahLst/>
              <a:cxnLst/>
              <a:rect l="0" t="0" r="0" b="0"/>
              <a:pathLst>
                <a:path w="25558" h="27376">
                  <a:moveTo>
                    <a:pt x="25558" y="0"/>
                  </a:moveTo>
                  <a:lnTo>
                    <a:pt x="0" y="2737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5" name="Input_receptor__614">
              <a:extLst>
                <a:ext uri="{FF2B5EF4-FFF2-40B4-BE49-F238E27FC236}">
                  <a16:creationId xmlns:a16="http://schemas.microsoft.com/office/drawing/2014/main" id="{84A9EF6D-496D-C9E5-D092-389496C603E0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07266"/>
              <a:ext cx="26411" cy="33022"/>
            </a:xfrm>
            <a:custGeom>
              <a:avLst/>
              <a:gdLst/>
              <a:ahLst/>
              <a:cxnLst/>
              <a:rect l="0" t="0" r="0" b="0"/>
              <a:pathLst>
                <a:path w="26411" h="33022">
                  <a:moveTo>
                    <a:pt x="26411" y="0"/>
                  </a:moveTo>
                  <a:lnTo>
                    <a:pt x="0" y="33022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6" name="Input_receptor__615">
              <a:extLst>
                <a:ext uri="{FF2B5EF4-FFF2-40B4-BE49-F238E27FC236}">
                  <a16:creationId xmlns:a16="http://schemas.microsoft.com/office/drawing/2014/main" id="{FF893B77-ACF9-7743-F335-B6E99EA3B9CA}"/>
                </a:ext>
              </a:extLst>
            </p:cNvPr>
            <p:cNvSpPr>
              <a:spLocks noGrp="1"/>
            </p:cNvSpPr>
            <p:nvPr/>
          </p:nvSpPr>
          <p:spPr>
            <a:xfrm>
              <a:off x="1377090" y="5628927"/>
              <a:ext cx="7588" cy="46702"/>
            </a:xfrm>
            <a:custGeom>
              <a:avLst/>
              <a:gdLst/>
              <a:ahLst/>
              <a:cxnLst/>
              <a:rect l="0" t="0" r="0" b="0"/>
              <a:pathLst>
                <a:path w="7588" h="46702">
                  <a:moveTo>
                    <a:pt x="0" y="0"/>
                  </a:moveTo>
                  <a:lnTo>
                    <a:pt x="7588" y="46702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17" name="Input_receptor__616">
              <a:extLst>
                <a:ext uri="{FF2B5EF4-FFF2-40B4-BE49-F238E27FC236}">
                  <a16:creationId xmlns:a16="http://schemas.microsoft.com/office/drawing/2014/main" id="{DD3B14F7-D5FE-D31D-7F9B-ADE3E90857E3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53758"/>
              <a:ext cx="17308" cy="14747"/>
            </a:xfrm>
            <a:custGeom>
              <a:avLst/>
              <a:gdLst/>
              <a:ahLst/>
              <a:cxnLst/>
              <a:rect l="0" t="0" r="0" b="0"/>
              <a:pathLst>
                <a:path w="17308" h="14747">
                  <a:moveTo>
                    <a:pt x="17308" y="14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8" name="Input_receptor__617">
              <a:extLst>
                <a:ext uri="{FF2B5EF4-FFF2-40B4-BE49-F238E27FC236}">
                  <a16:creationId xmlns:a16="http://schemas.microsoft.com/office/drawing/2014/main" id="{3ACDDA0C-0FBD-2767-3C1C-254F585F29F1}"/>
                </a:ext>
              </a:extLst>
            </p:cNvPr>
            <p:cNvSpPr>
              <a:spLocks noGrp="1"/>
            </p:cNvSpPr>
            <p:nvPr/>
          </p:nvSpPr>
          <p:spPr>
            <a:xfrm>
              <a:off x="1528743" y="4904810"/>
              <a:ext cx="1290" cy="17916"/>
            </a:xfrm>
            <a:custGeom>
              <a:avLst/>
              <a:gdLst/>
              <a:ahLst/>
              <a:cxnLst/>
              <a:rect l="0" t="0" r="0" b="0"/>
              <a:pathLst>
                <a:path w="1290" h="17916">
                  <a:moveTo>
                    <a:pt x="0" y="17916"/>
                  </a:moveTo>
                  <a:lnTo>
                    <a:pt x="129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9" name="Input_receptor__618">
              <a:extLst>
                <a:ext uri="{FF2B5EF4-FFF2-40B4-BE49-F238E27FC236}">
                  <a16:creationId xmlns:a16="http://schemas.microsoft.com/office/drawing/2014/main" id="{5AE019E3-723D-D608-1925-B68074714697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78550"/>
              <a:ext cx="14924" cy="37933"/>
            </a:xfrm>
            <a:custGeom>
              <a:avLst/>
              <a:gdLst/>
              <a:ahLst/>
              <a:cxnLst/>
              <a:rect l="0" t="0" r="0" b="0"/>
              <a:pathLst>
                <a:path w="14924" h="37933">
                  <a:moveTo>
                    <a:pt x="14924" y="0"/>
                  </a:moveTo>
                  <a:lnTo>
                    <a:pt x="0" y="37933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0" name="Input_receptor__619">
              <a:extLst>
                <a:ext uri="{FF2B5EF4-FFF2-40B4-BE49-F238E27FC236}">
                  <a16:creationId xmlns:a16="http://schemas.microsoft.com/office/drawing/2014/main" id="{6739AFFA-A714-2903-2AAF-12CCAD0DF401}"/>
                </a:ext>
              </a:extLst>
            </p:cNvPr>
            <p:cNvSpPr>
              <a:spLocks noGrp="1"/>
            </p:cNvSpPr>
            <p:nvPr/>
          </p:nvSpPr>
          <p:spPr>
            <a:xfrm>
              <a:off x="1268865" y="5349495"/>
              <a:ext cx="29716" cy="29055"/>
            </a:xfrm>
            <a:custGeom>
              <a:avLst/>
              <a:gdLst/>
              <a:ahLst/>
              <a:cxnLst/>
              <a:rect l="0" t="0" r="0" b="0"/>
              <a:pathLst>
                <a:path w="29716" h="29055">
                  <a:moveTo>
                    <a:pt x="0" y="0"/>
                  </a:moveTo>
                  <a:lnTo>
                    <a:pt x="29716" y="2905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1" name="Input_receptor__620">
              <a:extLst>
                <a:ext uri="{FF2B5EF4-FFF2-40B4-BE49-F238E27FC236}">
                  <a16:creationId xmlns:a16="http://schemas.microsoft.com/office/drawing/2014/main" id="{D1860575-E703-A834-2EDB-C95C1B2C8B7A}"/>
                </a:ext>
              </a:extLst>
            </p:cNvPr>
            <p:cNvSpPr>
              <a:spLocks noGrp="1"/>
            </p:cNvSpPr>
            <p:nvPr/>
          </p:nvSpPr>
          <p:spPr>
            <a:xfrm>
              <a:off x="1153664" y="5425541"/>
              <a:ext cx="26548" cy="14345"/>
            </a:xfrm>
            <a:custGeom>
              <a:avLst/>
              <a:gdLst/>
              <a:ahLst/>
              <a:cxnLst/>
              <a:rect l="0" t="0" r="0" b="0"/>
              <a:pathLst>
                <a:path w="26548" h="14345">
                  <a:moveTo>
                    <a:pt x="26548" y="0"/>
                  </a:moveTo>
                  <a:lnTo>
                    <a:pt x="0" y="1434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2" name="Input_receptor__621">
              <a:extLst>
                <a:ext uri="{FF2B5EF4-FFF2-40B4-BE49-F238E27FC236}">
                  <a16:creationId xmlns:a16="http://schemas.microsoft.com/office/drawing/2014/main" id="{6800EEF1-9DA9-6DE2-3724-642EBFCA936F}"/>
                </a:ext>
              </a:extLst>
            </p:cNvPr>
            <p:cNvSpPr>
              <a:spLocks noGrp="1"/>
            </p:cNvSpPr>
            <p:nvPr/>
          </p:nvSpPr>
          <p:spPr>
            <a:xfrm>
              <a:off x="1780100" y="5296524"/>
              <a:ext cx="38880" cy="3984"/>
            </a:xfrm>
            <a:custGeom>
              <a:avLst/>
              <a:gdLst/>
              <a:ahLst/>
              <a:cxnLst/>
              <a:rect l="0" t="0" r="0" b="0"/>
              <a:pathLst>
                <a:path w="38880" h="3984">
                  <a:moveTo>
                    <a:pt x="0" y="0"/>
                  </a:moveTo>
                  <a:lnTo>
                    <a:pt x="38880" y="398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3" name="Input_receptor__622">
              <a:extLst>
                <a:ext uri="{FF2B5EF4-FFF2-40B4-BE49-F238E27FC236}">
                  <a16:creationId xmlns:a16="http://schemas.microsoft.com/office/drawing/2014/main" id="{E6E5423E-9893-BE37-C37B-596042F9444C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73279"/>
              <a:ext cx="6452" cy="21452"/>
            </a:xfrm>
            <a:custGeom>
              <a:avLst/>
              <a:gdLst/>
              <a:ahLst/>
              <a:cxnLst/>
              <a:rect l="0" t="0" r="0" b="0"/>
              <a:pathLst>
                <a:path w="6452" h="21452">
                  <a:moveTo>
                    <a:pt x="0" y="21452"/>
                  </a:moveTo>
                  <a:lnTo>
                    <a:pt x="645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4" name="Input_receptor__623">
              <a:extLst>
                <a:ext uri="{FF2B5EF4-FFF2-40B4-BE49-F238E27FC236}">
                  <a16:creationId xmlns:a16="http://schemas.microsoft.com/office/drawing/2014/main" id="{D7265A4B-F559-FD6D-4F5A-AE0BE0C0C4EE}"/>
                </a:ext>
              </a:extLst>
            </p:cNvPr>
            <p:cNvSpPr>
              <a:spLocks noGrp="1"/>
            </p:cNvSpPr>
            <p:nvPr/>
          </p:nvSpPr>
          <p:spPr>
            <a:xfrm>
              <a:off x="1569468" y="5107029"/>
              <a:ext cx="6740" cy="14609"/>
            </a:xfrm>
            <a:custGeom>
              <a:avLst/>
              <a:gdLst/>
              <a:ahLst/>
              <a:cxnLst/>
              <a:rect l="0" t="0" r="0" b="0"/>
              <a:pathLst>
                <a:path w="6740" h="14609">
                  <a:moveTo>
                    <a:pt x="6740" y="146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5" name="Input_receptor__624">
              <a:extLst>
                <a:ext uri="{FF2B5EF4-FFF2-40B4-BE49-F238E27FC236}">
                  <a16:creationId xmlns:a16="http://schemas.microsoft.com/office/drawing/2014/main" id="{10138158-12B8-38B9-CF1E-1C0604958FFC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6524"/>
              <a:ext cx="26233" cy="24694"/>
            </a:xfrm>
            <a:custGeom>
              <a:avLst/>
              <a:gdLst/>
              <a:ahLst/>
              <a:cxnLst/>
              <a:rect l="0" t="0" r="0" b="0"/>
              <a:pathLst>
                <a:path w="26233" h="24694">
                  <a:moveTo>
                    <a:pt x="0" y="24694"/>
                  </a:moveTo>
                  <a:lnTo>
                    <a:pt x="26233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6" name="Input_receptor__625">
              <a:extLst>
                <a:ext uri="{FF2B5EF4-FFF2-40B4-BE49-F238E27FC236}">
                  <a16:creationId xmlns:a16="http://schemas.microsoft.com/office/drawing/2014/main" id="{863200B2-31BF-149C-9CBA-5C5D7EE9CA6C}"/>
                </a:ext>
              </a:extLst>
            </p:cNvPr>
            <p:cNvSpPr>
              <a:spLocks noGrp="1"/>
            </p:cNvSpPr>
            <p:nvPr/>
          </p:nvSpPr>
          <p:spPr>
            <a:xfrm>
              <a:off x="1758098" y="5124751"/>
              <a:ext cx="9471" cy="44674"/>
            </a:xfrm>
            <a:custGeom>
              <a:avLst/>
              <a:gdLst/>
              <a:ahLst/>
              <a:cxnLst/>
              <a:rect l="0" t="0" r="0" b="0"/>
              <a:pathLst>
                <a:path w="9471" h="44674">
                  <a:moveTo>
                    <a:pt x="9471" y="0"/>
                  </a:moveTo>
                  <a:lnTo>
                    <a:pt x="0" y="4467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7" name="Input_receptor__626">
              <a:extLst>
                <a:ext uri="{FF2B5EF4-FFF2-40B4-BE49-F238E27FC236}">
                  <a16:creationId xmlns:a16="http://schemas.microsoft.com/office/drawing/2014/main" id="{EEBB7144-A402-14B0-45F3-EAA94C39DDE0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04584"/>
              <a:ext cx="29432" cy="35706"/>
            </a:xfrm>
            <a:custGeom>
              <a:avLst/>
              <a:gdLst/>
              <a:ahLst/>
              <a:cxnLst/>
              <a:rect l="0" t="0" r="0" b="0"/>
              <a:pathLst>
                <a:path w="29432" h="35706">
                  <a:moveTo>
                    <a:pt x="0" y="35706"/>
                  </a:moveTo>
                  <a:lnTo>
                    <a:pt x="2943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8" name="Input_receptor__627">
              <a:extLst>
                <a:ext uri="{FF2B5EF4-FFF2-40B4-BE49-F238E27FC236}">
                  <a16:creationId xmlns:a16="http://schemas.microsoft.com/office/drawing/2014/main" id="{BA5E9D28-CADB-6329-3509-B4D31AD31988}"/>
                </a:ext>
              </a:extLst>
            </p:cNvPr>
            <p:cNvSpPr>
              <a:spLocks noGrp="1"/>
            </p:cNvSpPr>
            <p:nvPr/>
          </p:nvSpPr>
          <p:spPr>
            <a:xfrm>
              <a:off x="1187308" y="5187540"/>
              <a:ext cx="10226" cy="45619"/>
            </a:xfrm>
            <a:custGeom>
              <a:avLst/>
              <a:gdLst/>
              <a:ahLst/>
              <a:cxnLst/>
              <a:rect l="0" t="0" r="0" b="0"/>
              <a:pathLst>
                <a:path w="10226" h="45619">
                  <a:moveTo>
                    <a:pt x="10226" y="0"/>
                  </a:moveTo>
                  <a:lnTo>
                    <a:pt x="0" y="45619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9" name="Input_receptor__628">
              <a:extLst>
                <a:ext uri="{FF2B5EF4-FFF2-40B4-BE49-F238E27FC236}">
                  <a16:creationId xmlns:a16="http://schemas.microsoft.com/office/drawing/2014/main" id="{9C1EB7D0-6ED2-2060-A0D6-CC7E9F0C045A}"/>
                </a:ext>
              </a:extLst>
            </p:cNvPr>
            <p:cNvSpPr>
              <a:spLocks noGrp="1"/>
            </p:cNvSpPr>
            <p:nvPr/>
          </p:nvSpPr>
          <p:spPr>
            <a:xfrm>
              <a:off x="1078628" y="5395005"/>
              <a:ext cx="33717" cy="27131"/>
            </a:xfrm>
            <a:custGeom>
              <a:avLst/>
              <a:gdLst/>
              <a:ahLst/>
              <a:cxnLst/>
              <a:rect l="0" t="0" r="0" b="0"/>
              <a:pathLst>
                <a:path w="33717" h="27131">
                  <a:moveTo>
                    <a:pt x="33717" y="0"/>
                  </a:moveTo>
                  <a:lnTo>
                    <a:pt x="0" y="27131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0" name="Input_receptor__629">
              <a:extLst>
                <a:ext uri="{FF2B5EF4-FFF2-40B4-BE49-F238E27FC236}">
                  <a16:creationId xmlns:a16="http://schemas.microsoft.com/office/drawing/2014/main" id="{901A36C6-E65A-4278-E0C6-FBA88EA93251}"/>
                </a:ext>
              </a:extLst>
            </p:cNvPr>
            <p:cNvSpPr>
              <a:spLocks noGrp="1"/>
            </p:cNvSpPr>
            <p:nvPr/>
          </p:nvSpPr>
          <p:spPr>
            <a:xfrm>
              <a:off x="1893975" y="5222002"/>
              <a:ext cx="9150" cy="46870"/>
            </a:xfrm>
            <a:custGeom>
              <a:avLst/>
              <a:gdLst/>
              <a:ahLst/>
              <a:cxnLst/>
              <a:rect l="0" t="0" r="0" b="0"/>
              <a:pathLst>
                <a:path w="9150" h="46870">
                  <a:moveTo>
                    <a:pt x="0" y="46870"/>
                  </a:moveTo>
                  <a:lnTo>
                    <a:pt x="915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1" name="Input_receptor__630">
              <a:extLst>
                <a:ext uri="{FF2B5EF4-FFF2-40B4-BE49-F238E27FC236}">
                  <a16:creationId xmlns:a16="http://schemas.microsoft.com/office/drawing/2014/main" id="{9B18FB59-0CBF-59D2-B255-9A9CFCA24617}"/>
                </a:ext>
              </a:extLst>
            </p:cNvPr>
            <p:cNvSpPr>
              <a:spLocks noGrp="1"/>
            </p:cNvSpPr>
            <p:nvPr/>
          </p:nvSpPr>
          <p:spPr>
            <a:xfrm>
              <a:off x="1373941" y="5491888"/>
              <a:ext cx="7632" cy="44497"/>
            </a:xfrm>
            <a:custGeom>
              <a:avLst/>
              <a:gdLst/>
              <a:ahLst/>
              <a:cxnLst/>
              <a:rect l="0" t="0" r="0" b="0"/>
              <a:pathLst>
                <a:path w="7632" h="44497">
                  <a:moveTo>
                    <a:pt x="7632" y="444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2" name="Input_receptor__631">
              <a:extLst>
                <a:ext uri="{FF2B5EF4-FFF2-40B4-BE49-F238E27FC236}">
                  <a16:creationId xmlns:a16="http://schemas.microsoft.com/office/drawing/2014/main" id="{9A31B903-F8F8-1E20-9452-164CC0F8F689}"/>
                </a:ext>
              </a:extLst>
            </p:cNvPr>
            <p:cNvSpPr>
              <a:spLocks noGrp="1"/>
            </p:cNvSpPr>
            <p:nvPr/>
          </p:nvSpPr>
          <p:spPr>
            <a:xfrm>
              <a:off x="1083473" y="4351647"/>
              <a:ext cx="14284" cy="8137"/>
            </a:xfrm>
            <a:custGeom>
              <a:avLst/>
              <a:gdLst/>
              <a:ahLst/>
              <a:cxnLst/>
              <a:rect l="0" t="0" r="0" b="0"/>
              <a:pathLst>
                <a:path w="14284" h="8137">
                  <a:moveTo>
                    <a:pt x="0" y="0"/>
                  </a:moveTo>
                  <a:lnTo>
                    <a:pt x="14284" y="8137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3" name="Input_receptor__632">
              <a:extLst>
                <a:ext uri="{FF2B5EF4-FFF2-40B4-BE49-F238E27FC236}">
                  <a16:creationId xmlns:a16="http://schemas.microsoft.com/office/drawing/2014/main" id="{49F3C65F-F546-2D10-8CB4-ACC492425060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28927"/>
              <a:ext cx="47940" cy="8241"/>
            </a:xfrm>
            <a:custGeom>
              <a:avLst/>
              <a:gdLst/>
              <a:ahLst/>
              <a:cxnLst/>
              <a:rect l="0" t="0" r="0" b="0"/>
              <a:pathLst>
                <a:path w="47940" h="8241">
                  <a:moveTo>
                    <a:pt x="0" y="8241"/>
                  </a:moveTo>
                  <a:lnTo>
                    <a:pt x="47940" y="0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34" name="Input_receptor__633">
              <a:extLst>
                <a:ext uri="{FF2B5EF4-FFF2-40B4-BE49-F238E27FC236}">
                  <a16:creationId xmlns:a16="http://schemas.microsoft.com/office/drawing/2014/main" id="{473FDD23-CFA9-2A7F-E323-494CD5506A7B}"/>
                </a:ext>
              </a:extLst>
            </p:cNvPr>
            <p:cNvSpPr>
              <a:spLocks noGrp="1"/>
            </p:cNvSpPr>
            <p:nvPr/>
          </p:nvSpPr>
          <p:spPr>
            <a:xfrm>
              <a:off x="1644364" y="4948043"/>
              <a:ext cx="1554" cy="27236"/>
            </a:xfrm>
            <a:custGeom>
              <a:avLst/>
              <a:gdLst/>
              <a:ahLst/>
              <a:cxnLst/>
              <a:rect l="0" t="0" r="0" b="0"/>
              <a:pathLst>
                <a:path w="1554" h="27236">
                  <a:moveTo>
                    <a:pt x="0" y="0"/>
                  </a:moveTo>
                  <a:lnTo>
                    <a:pt x="1554" y="27236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5" name="Input_receptor__634">
              <a:extLst>
                <a:ext uri="{FF2B5EF4-FFF2-40B4-BE49-F238E27FC236}">
                  <a16:creationId xmlns:a16="http://schemas.microsoft.com/office/drawing/2014/main" id="{6929741D-604F-A6F0-9122-F147EDE93F3D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57743"/>
              <a:ext cx="41958" cy="24468"/>
            </a:xfrm>
            <a:custGeom>
              <a:avLst/>
              <a:gdLst/>
              <a:ahLst/>
              <a:cxnLst/>
              <a:rect l="0" t="0" r="0" b="0"/>
              <a:pathLst>
                <a:path w="41958" h="24468">
                  <a:moveTo>
                    <a:pt x="41958" y="244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6" name="Input_receptor__635">
              <a:extLst>
                <a:ext uri="{FF2B5EF4-FFF2-40B4-BE49-F238E27FC236}">
                  <a16:creationId xmlns:a16="http://schemas.microsoft.com/office/drawing/2014/main" id="{D02A152B-6685-87ED-1293-7C1DEAE8BF3F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88094"/>
              <a:ext cx="7738" cy="32287"/>
            </a:xfrm>
            <a:custGeom>
              <a:avLst/>
              <a:gdLst/>
              <a:ahLst/>
              <a:cxnLst/>
              <a:rect l="0" t="0" r="0" b="0"/>
              <a:pathLst>
                <a:path w="7738" h="32287">
                  <a:moveTo>
                    <a:pt x="0" y="0"/>
                  </a:moveTo>
                  <a:lnTo>
                    <a:pt x="7738" y="32287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7" name="Input_receptor__636">
              <a:extLst>
                <a:ext uri="{FF2B5EF4-FFF2-40B4-BE49-F238E27FC236}">
                  <a16:creationId xmlns:a16="http://schemas.microsoft.com/office/drawing/2014/main" id="{C553C4F4-D65E-495B-5E69-AD0144794BE9}"/>
                </a:ext>
              </a:extLst>
            </p:cNvPr>
            <p:cNvSpPr>
              <a:spLocks noGrp="1"/>
            </p:cNvSpPr>
            <p:nvPr/>
          </p:nvSpPr>
          <p:spPr>
            <a:xfrm>
              <a:off x="1253301" y="5082211"/>
              <a:ext cx="6359" cy="48247"/>
            </a:xfrm>
            <a:custGeom>
              <a:avLst/>
              <a:gdLst/>
              <a:ahLst/>
              <a:cxnLst/>
              <a:rect l="0" t="0" r="0" b="0"/>
              <a:pathLst>
                <a:path w="6359" h="48247">
                  <a:moveTo>
                    <a:pt x="6359" y="4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8" name="Input_receptor__637">
              <a:extLst>
                <a:ext uri="{FF2B5EF4-FFF2-40B4-BE49-F238E27FC236}">
                  <a16:creationId xmlns:a16="http://schemas.microsoft.com/office/drawing/2014/main" id="{E9EECD6E-E5FD-DC8E-F4F5-0EB6A3D49662}"/>
                </a:ext>
              </a:extLst>
            </p:cNvPr>
            <p:cNvSpPr>
              <a:spLocks noGrp="1"/>
            </p:cNvSpPr>
            <p:nvPr/>
          </p:nvSpPr>
          <p:spPr>
            <a:xfrm>
              <a:off x="1228888" y="5451440"/>
              <a:ext cx="18976" cy="7910"/>
            </a:xfrm>
            <a:custGeom>
              <a:avLst/>
              <a:gdLst/>
              <a:ahLst/>
              <a:cxnLst/>
              <a:rect l="0" t="0" r="0" b="0"/>
              <a:pathLst>
                <a:path w="18976" h="7910">
                  <a:moveTo>
                    <a:pt x="18976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9" name="Input_receptor__638">
              <a:extLst>
                <a:ext uri="{FF2B5EF4-FFF2-40B4-BE49-F238E27FC236}">
                  <a16:creationId xmlns:a16="http://schemas.microsoft.com/office/drawing/2014/main" id="{DDD8C9CB-29CE-8316-EF14-B5DBC7BB49A1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76130"/>
              <a:ext cx="8747" cy="23324"/>
            </a:xfrm>
            <a:custGeom>
              <a:avLst/>
              <a:gdLst/>
              <a:ahLst/>
              <a:cxnLst/>
              <a:rect l="0" t="0" r="0" b="0"/>
              <a:pathLst>
                <a:path w="8747" h="23324">
                  <a:moveTo>
                    <a:pt x="0" y="23324"/>
                  </a:moveTo>
                  <a:lnTo>
                    <a:pt x="8747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0" name="Input_receptor__639">
              <a:extLst>
                <a:ext uri="{FF2B5EF4-FFF2-40B4-BE49-F238E27FC236}">
                  <a16:creationId xmlns:a16="http://schemas.microsoft.com/office/drawing/2014/main" id="{A81CC622-1B1E-0204-B46A-2FD76D906895}"/>
                </a:ext>
              </a:extLst>
            </p:cNvPr>
            <p:cNvSpPr>
              <a:spLocks noGrp="1"/>
            </p:cNvSpPr>
            <p:nvPr/>
          </p:nvSpPr>
          <p:spPr>
            <a:xfrm>
              <a:off x="1458388" y="4670356"/>
              <a:ext cx="3991" cy="46428"/>
            </a:xfrm>
            <a:custGeom>
              <a:avLst/>
              <a:gdLst/>
              <a:ahLst/>
              <a:cxnLst/>
              <a:rect l="0" t="0" r="0" b="0"/>
              <a:pathLst>
                <a:path w="3991" h="46428">
                  <a:moveTo>
                    <a:pt x="3991" y="0"/>
                  </a:moveTo>
                  <a:lnTo>
                    <a:pt x="0" y="46428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1" name="Input_receptor__640">
              <a:extLst>
                <a:ext uri="{FF2B5EF4-FFF2-40B4-BE49-F238E27FC236}">
                  <a16:creationId xmlns:a16="http://schemas.microsoft.com/office/drawing/2014/main" id="{68B5C8A6-54D1-066D-4257-1DF5941491AA}"/>
                </a:ext>
              </a:extLst>
            </p:cNvPr>
            <p:cNvSpPr>
              <a:spLocks noGrp="1"/>
            </p:cNvSpPr>
            <p:nvPr/>
          </p:nvSpPr>
          <p:spPr>
            <a:xfrm>
              <a:off x="1527700" y="4976984"/>
              <a:ext cx="21292" cy="21074"/>
            </a:xfrm>
            <a:custGeom>
              <a:avLst/>
              <a:gdLst/>
              <a:ahLst/>
              <a:cxnLst/>
              <a:rect l="0" t="0" r="0" b="0"/>
              <a:pathLst>
                <a:path w="21292" h="21074">
                  <a:moveTo>
                    <a:pt x="0" y="21074"/>
                  </a:moveTo>
                  <a:lnTo>
                    <a:pt x="21292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2" name="Input_receptor__641">
              <a:extLst>
                <a:ext uri="{FF2B5EF4-FFF2-40B4-BE49-F238E27FC236}">
                  <a16:creationId xmlns:a16="http://schemas.microsoft.com/office/drawing/2014/main" id="{FA9DF588-F885-5AA9-F5DF-9EA1E8726CE0}"/>
                </a:ext>
              </a:extLst>
            </p:cNvPr>
            <p:cNvSpPr>
              <a:spLocks noGrp="1"/>
            </p:cNvSpPr>
            <p:nvPr/>
          </p:nvSpPr>
          <p:spPr>
            <a:xfrm>
              <a:off x="1476466" y="5334343"/>
              <a:ext cx="17033" cy="45125"/>
            </a:xfrm>
            <a:custGeom>
              <a:avLst/>
              <a:gdLst/>
              <a:ahLst/>
              <a:cxnLst/>
              <a:rect l="0" t="0" r="0" b="0"/>
              <a:pathLst>
                <a:path w="17033" h="45125">
                  <a:moveTo>
                    <a:pt x="0" y="45125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3" name="Input_receptor__642">
              <a:extLst>
                <a:ext uri="{FF2B5EF4-FFF2-40B4-BE49-F238E27FC236}">
                  <a16:creationId xmlns:a16="http://schemas.microsoft.com/office/drawing/2014/main" id="{12E9DA42-7E43-D0CF-D8C1-232C97AB5421}"/>
                </a:ext>
              </a:extLst>
            </p:cNvPr>
            <p:cNvSpPr>
              <a:spLocks noGrp="1"/>
            </p:cNvSpPr>
            <p:nvPr/>
          </p:nvSpPr>
          <p:spPr>
            <a:xfrm>
              <a:off x="1301745" y="5468812"/>
              <a:ext cx="14099" cy="30558"/>
            </a:xfrm>
            <a:custGeom>
              <a:avLst/>
              <a:gdLst/>
              <a:ahLst/>
              <a:cxnLst/>
              <a:rect l="0" t="0" r="0" b="0"/>
              <a:pathLst>
                <a:path w="14099" h="30558">
                  <a:moveTo>
                    <a:pt x="14099" y="30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4" name="Input_receptor__643">
              <a:extLst>
                <a:ext uri="{FF2B5EF4-FFF2-40B4-BE49-F238E27FC236}">
                  <a16:creationId xmlns:a16="http://schemas.microsoft.com/office/drawing/2014/main" id="{AE1B7C32-DEF2-B3D7-664C-E85325C5ACC6}"/>
                </a:ext>
              </a:extLst>
            </p:cNvPr>
            <p:cNvSpPr>
              <a:spLocks noGrp="1"/>
            </p:cNvSpPr>
            <p:nvPr/>
          </p:nvSpPr>
          <p:spPr>
            <a:xfrm>
              <a:off x="1006429" y="5369502"/>
              <a:ext cx="36206" cy="31003"/>
            </a:xfrm>
            <a:custGeom>
              <a:avLst/>
              <a:gdLst/>
              <a:ahLst/>
              <a:cxnLst/>
              <a:rect l="0" t="0" r="0" b="0"/>
              <a:pathLst>
                <a:path w="36206" h="31003">
                  <a:moveTo>
                    <a:pt x="36206" y="0"/>
                  </a:moveTo>
                  <a:lnTo>
                    <a:pt x="0" y="31003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5" name="Input_receptor__644">
              <a:extLst>
                <a:ext uri="{FF2B5EF4-FFF2-40B4-BE49-F238E27FC236}">
                  <a16:creationId xmlns:a16="http://schemas.microsoft.com/office/drawing/2014/main" id="{6B03C6B3-0678-4F7B-4FF3-7A9F1A84F7E3}"/>
                </a:ext>
              </a:extLst>
            </p:cNvPr>
            <p:cNvSpPr>
              <a:spLocks noGrp="1"/>
            </p:cNvSpPr>
            <p:nvPr/>
          </p:nvSpPr>
          <p:spPr>
            <a:xfrm>
              <a:off x="1315844" y="5499370"/>
              <a:ext cx="3787" cy="36503"/>
            </a:xfrm>
            <a:custGeom>
              <a:avLst/>
              <a:gdLst/>
              <a:ahLst/>
              <a:cxnLst/>
              <a:rect l="0" t="0" r="0" b="0"/>
              <a:pathLst>
                <a:path w="3787" h="36503">
                  <a:moveTo>
                    <a:pt x="3787" y="36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6" name="Input_receptor__645">
              <a:extLst>
                <a:ext uri="{FF2B5EF4-FFF2-40B4-BE49-F238E27FC236}">
                  <a16:creationId xmlns:a16="http://schemas.microsoft.com/office/drawing/2014/main" id="{82110929-8775-C70B-C9D8-FD939B14B403}"/>
                </a:ext>
              </a:extLst>
            </p:cNvPr>
            <p:cNvSpPr>
              <a:spLocks noGrp="1"/>
            </p:cNvSpPr>
            <p:nvPr/>
          </p:nvSpPr>
          <p:spPr>
            <a:xfrm>
              <a:off x="1402207" y="5276803"/>
              <a:ext cx="43617" cy="1106"/>
            </a:xfrm>
            <a:custGeom>
              <a:avLst/>
              <a:gdLst/>
              <a:ahLst/>
              <a:cxnLst/>
              <a:rect l="0" t="0" r="0" b="0"/>
              <a:pathLst>
                <a:path w="43617" h="1106">
                  <a:moveTo>
                    <a:pt x="43617" y="0"/>
                  </a:moveTo>
                  <a:lnTo>
                    <a:pt x="0" y="1106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7" name="Input_receptor__646">
              <a:extLst>
                <a:ext uri="{FF2B5EF4-FFF2-40B4-BE49-F238E27FC236}">
                  <a16:creationId xmlns:a16="http://schemas.microsoft.com/office/drawing/2014/main" id="{8FF522E9-5374-2D60-A206-74BD27F1F79C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94672"/>
              <a:ext cx="31095" cy="15193"/>
            </a:xfrm>
            <a:custGeom>
              <a:avLst/>
              <a:gdLst/>
              <a:ahLst/>
              <a:cxnLst/>
              <a:rect l="0" t="0" r="0" b="0"/>
              <a:pathLst>
                <a:path w="31095" h="15193">
                  <a:moveTo>
                    <a:pt x="31095" y="0"/>
                  </a:moveTo>
                  <a:lnTo>
                    <a:pt x="0" y="15193"/>
                  </a:lnTo>
                </a:path>
              </a:pathLst>
            </a:custGeom>
            <a:noFill/>
            <a:ln w="8096">
              <a:solidFill>
                <a:srgbClr val="7E919F"/>
              </a:solidFill>
            </a:ln>
          </p:spPr>
        </p:sp>
        <p:sp>
          <p:nvSpPr>
            <p:cNvPr id="648" name="Input_receptor__647">
              <a:extLst>
                <a:ext uri="{FF2B5EF4-FFF2-40B4-BE49-F238E27FC236}">
                  <a16:creationId xmlns:a16="http://schemas.microsoft.com/office/drawing/2014/main" id="{76BAECE5-8CE8-154C-1099-50481BA05676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62712"/>
              <a:ext cx="18501" cy="36089"/>
            </a:xfrm>
            <a:custGeom>
              <a:avLst/>
              <a:gdLst/>
              <a:ahLst/>
              <a:cxnLst/>
              <a:rect l="0" t="0" r="0" b="0"/>
              <a:pathLst>
                <a:path w="18501" h="36089">
                  <a:moveTo>
                    <a:pt x="0" y="0"/>
                  </a:moveTo>
                  <a:lnTo>
                    <a:pt x="18501" y="36089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9" name="Input_receptor__648">
              <a:extLst>
                <a:ext uri="{FF2B5EF4-FFF2-40B4-BE49-F238E27FC236}">
                  <a16:creationId xmlns:a16="http://schemas.microsoft.com/office/drawing/2014/main" id="{812D4ED8-8840-4BA8-8D23-9F4D9E9E41CF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72340"/>
              <a:ext cx="6447" cy="25440"/>
            </a:xfrm>
            <a:custGeom>
              <a:avLst/>
              <a:gdLst/>
              <a:ahLst/>
              <a:cxnLst/>
              <a:rect l="0" t="0" r="0" b="0"/>
              <a:pathLst>
                <a:path w="6447" h="25440">
                  <a:moveTo>
                    <a:pt x="0" y="25440"/>
                  </a:moveTo>
                  <a:lnTo>
                    <a:pt x="6447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0" name="Input_receptor__649">
              <a:extLst>
                <a:ext uri="{FF2B5EF4-FFF2-40B4-BE49-F238E27FC236}">
                  <a16:creationId xmlns:a16="http://schemas.microsoft.com/office/drawing/2014/main" id="{514F6ADC-19D0-DC1F-122A-4C4BB7F08849}"/>
                </a:ext>
              </a:extLst>
            </p:cNvPr>
            <p:cNvSpPr>
              <a:spLocks noGrp="1"/>
            </p:cNvSpPr>
            <p:nvPr/>
          </p:nvSpPr>
          <p:spPr>
            <a:xfrm>
              <a:off x="1184473" y="5471210"/>
              <a:ext cx="10713" cy="14385"/>
            </a:xfrm>
            <a:custGeom>
              <a:avLst/>
              <a:gdLst/>
              <a:ahLst/>
              <a:cxnLst/>
              <a:rect l="0" t="0" r="0" b="0"/>
              <a:pathLst>
                <a:path w="10713" h="14385">
                  <a:moveTo>
                    <a:pt x="10713" y="143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1" name="Input_receptor__650">
              <a:extLst>
                <a:ext uri="{FF2B5EF4-FFF2-40B4-BE49-F238E27FC236}">
                  <a16:creationId xmlns:a16="http://schemas.microsoft.com/office/drawing/2014/main" id="{EA97F4E2-117F-69C8-36FD-666369C7D279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4998058"/>
              <a:ext cx="26505" cy="27961"/>
            </a:xfrm>
            <a:custGeom>
              <a:avLst/>
              <a:gdLst/>
              <a:ahLst/>
              <a:cxnLst/>
              <a:rect l="0" t="0" r="0" b="0"/>
              <a:pathLst>
                <a:path w="26505" h="27961">
                  <a:moveTo>
                    <a:pt x="0" y="27961"/>
                  </a:moveTo>
                  <a:lnTo>
                    <a:pt x="2650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2" name="Input_receptor__651">
              <a:extLst>
                <a:ext uri="{FF2B5EF4-FFF2-40B4-BE49-F238E27FC236}">
                  <a16:creationId xmlns:a16="http://schemas.microsoft.com/office/drawing/2014/main" id="{462E7A3D-F44B-E36F-61F7-4ED044BCE253}"/>
                </a:ext>
              </a:extLst>
            </p:cNvPr>
            <p:cNvSpPr>
              <a:spLocks noGrp="1"/>
            </p:cNvSpPr>
            <p:nvPr/>
          </p:nvSpPr>
          <p:spPr>
            <a:xfrm>
              <a:off x="1489348" y="4844556"/>
              <a:ext cx="33416" cy="28723"/>
            </a:xfrm>
            <a:custGeom>
              <a:avLst/>
              <a:gdLst/>
              <a:ahLst/>
              <a:cxnLst/>
              <a:rect l="0" t="0" r="0" b="0"/>
              <a:pathLst>
                <a:path w="33416" h="28723">
                  <a:moveTo>
                    <a:pt x="0" y="28723"/>
                  </a:moveTo>
                  <a:lnTo>
                    <a:pt x="3341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3" name="Input_receptor__652">
              <a:extLst>
                <a:ext uri="{FF2B5EF4-FFF2-40B4-BE49-F238E27FC236}">
                  <a16:creationId xmlns:a16="http://schemas.microsoft.com/office/drawing/2014/main" id="{F627869F-4053-7950-A733-C51E031CF6BC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80401"/>
              <a:ext cx="13504" cy="15611"/>
            </a:xfrm>
            <a:custGeom>
              <a:avLst/>
              <a:gdLst/>
              <a:ahLst/>
              <a:cxnLst/>
              <a:rect l="0" t="0" r="0" b="0"/>
              <a:pathLst>
                <a:path w="13504" h="15611">
                  <a:moveTo>
                    <a:pt x="0" y="15611"/>
                  </a:moveTo>
                  <a:lnTo>
                    <a:pt x="1350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4" name="Input_receptor__653">
              <a:extLst>
                <a:ext uri="{FF2B5EF4-FFF2-40B4-BE49-F238E27FC236}">
                  <a16:creationId xmlns:a16="http://schemas.microsoft.com/office/drawing/2014/main" id="{A8C66525-802B-A0CD-A80B-2C632956C04E}"/>
                </a:ext>
              </a:extLst>
            </p:cNvPr>
            <p:cNvSpPr>
              <a:spLocks noGrp="1"/>
            </p:cNvSpPr>
            <p:nvPr/>
          </p:nvSpPr>
          <p:spPr>
            <a:xfrm>
              <a:off x="1777309" y="4955696"/>
              <a:ext cx="339" cy="43994"/>
            </a:xfrm>
            <a:custGeom>
              <a:avLst/>
              <a:gdLst/>
              <a:ahLst/>
              <a:cxnLst/>
              <a:rect l="0" t="0" r="0" b="0"/>
              <a:pathLst>
                <a:path w="339" h="43994">
                  <a:moveTo>
                    <a:pt x="339" y="439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5" name="Input_receptor__654">
              <a:extLst>
                <a:ext uri="{FF2B5EF4-FFF2-40B4-BE49-F238E27FC236}">
                  <a16:creationId xmlns:a16="http://schemas.microsoft.com/office/drawing/2014/main" id="{EA8BF603-8877-38E8-4889-64B90595EC2F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28995"/>
              <a:ext cx="17948" cy="33716"/>
            </a:xfrm>
            <a:custGeom>
              <a:avLst/>
              <a:gdLst/>
              <a:ahLst/>
              <a:cxnLst/>
              <a:rect l="0" t="0" r="0" b="0"/>
              <a:pathLst>
                <a:path w="17948" h="33716">
                  <a:moveTo>
                    <a:pt x="17948" y="0"/>
                  </a:moveTo>
                  <a:lnTo>
                    <a:pt x="0" y="33716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6" name="Input_receptor__655">
              <a:extLst>
                <a:ext uri="{FF2B5EF4-FFF2-40B4-BE49-F238E27FC236}">
                  <a16:creationId xmlns:a16="http://schemas.microsoft.com/office/drawing/2014/main" id="{B361F20B-6B69-6178-A053-2CDA260EA4CD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422136"/>
              <a:ext cx="22597" cy="8171"/>
            </a:xfrm>
            <a:custGeom>
              <a:avLst/>
              <a:gdLst/>
              <a:ahLst/>
              <a:cxnLst/>
              <a:rect l="0" t="0" r="0" b="0"/>
              <a:pathLst>
                <a:path w="22597" h="8171">
                  <a:moveTo>
                    <a:pt x="22597" y="0"/>
                  </a:moveTo>
                  <a:lnTo>
                    <a:pt x="0" y="8171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7" name="Input_receptor__656">
              <a:extLst>
                <a:ext uri="{FF2B5EF4-FFF2-40B4-BE49-F238E27FC236}">
                  <a16:creationId xmlns:a16="http://schemas.microsoft.com/office/drawing/2014/main" id="{79978BE1-1AD9-EE17-6092-898BCC0CAEA6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13898"/>
              <a:ext cx="8758" cy="14818"/>
            </a:xfrm>
            <a:custGeom>
              <a:avLst/>
              <a:gdLst/>
              <a:ahLst/>
              <a:cxnLst/>
              <a:rect l="0" t="0" r="0" b="0"/>
              <a:pathLst>
                <a:path w="8758" h="14818">
                  <a:moveTo>
                    <a:pt x="0" y="14818"/>
                  </a:moveTo>
                  <a:lnTo>
                    <a:pt x="875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8" name="Input_receptor__657">
              <a:extLst>
                <a:ext uri="{FF2B5EF4-FFF2-40B4-BE49-F238E27FC236}">
                  <a16:creationId xmlns:a16="http://schemas.microsoft.com/office/drawing/2014/main" id="{E30B11C1-DA4A-513D-6C01-1A9C75C4E315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41980" cy="10745"/>
            </a:xfrm>
            <a:custGeom>
              <a:avLst/>
              <a:gdLst/>
              <a:ahLst/>
              <a:cxnLst/>
              <a:rect l="0" t="0" r="0" b="0"/>
              <a:pathLst>
                <a:path w="41980" h="10745">
                  <a:moveTo>
                    <a:pt x="41980" y="10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9" name="Input_receptor__658">
              <a:extLst>
                <a:ext uri="{FF2B5EF4-FFF2-40B4-BE49-F238E27FC236}">
                  <a16:creationId xmlns:a16="http://schemas.microsoft.com/office/drawing/2014/main" id="{E0FEF68A-48A7-F33D-24CD-49D07313B576}"/>
                </a:ext>
              </a:extLst>
            </p:cNvPr>
            <p:cNvSpPr>
              <a:spLocks noGrp="1"/>
            </p:cNvSpPr>
            <p:nvPr/>
          </p:nvSpPr>
          <p:spPr>
            <a:xfrm>
              <a:off x="1129718" y="4443496"/>
              <a:ext cx="10905" cy="43465"/>
            </a:xfrm>
            <a:custGeom>
              <a:avLst/>
              <a:gdLst/>
              <a:ahLst/>
              <a:cxnLst/>
              <a:rect l="0" t="0" r="0" b="0"/>
              <a:pathLst>
                <a:path w="10905" h="43465">
                  <a:moveTo>
                    <a:pt x="10905" y="434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60" name="Input_receptor__659">
              <a:extLst>
                <a:ext uri="{FF2B5EF4-FFF2-40B4-BE49-F238E27FC236}">
                  <a16:creationId xmlns:a16="http://schemas.microsoft.com/office/drawing/2014/main" id="{91571CEB-5BEC-127C-8321-66867A618942}"/>
                </a:ext>
              </a:extLst>
            </p:cNvPr>
            <p:cNvSpPr>
              <a:spLocks noGrp="1"/>
            </p:cNvSpPr>
            <p:nvPr/>
          </p:nvSpPr>
          <p:spPr>
            <a:xfrm>
              <a:off x="1584312" y="5174447"/>
              <a:ext cx="17253" cy="24472"/>
            </a:xfrm>
            <a:custGeom>
              <a:avLst/>
              <a:gdLst/>
              <a:ahLst/>
              <a:cxnLst/>
              <a:rect l="0" t="0" r="0" b="0"/>
              <a:pathLst>
                <a:path w="17253" h="24472">
                  <a:moveTo>
                    <a:pt x="0" y="24472"/>
                  </a:moveTo>
                  <a:lnTo>
                    <a:pt x="1725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1" name="Input_receptor__660">
              <a:extLst>
                <a:ext uri="{FF2B5EF4-FFF2-40B4-BE49-F238E27FC236}">
                  <a16:creationId xmlns:a16="http://schemas.microsoft.com/office/drawing/2014/main" id="{6CE75BC8-A837-CA22-1A0F-38640A8846C1}"/>
                </a:ext>
              </a:extLst>
            </p:cNvPr>
            <p:cNvSpPr>
              <a:spLocks noGrp="1"/>
            </p:cNvSpPr>
            <p:nvPr/>
          </p:nvSpPr>
          <p:spPr>
            <a:xfrm>
              <a:off x="1450149" y="5109491"/>
              <a:ext cx="26563" cy="36055"/>
            </a:xfrm>
            <a:custGeom>
              <a:avLst/>
              <a:gdLst/>
              <a:ahLst/>
              <a:cxnLst/>
              <a:rect l="0" t="0" r="0" b="0"/>
              <a:pathLst>
                <a:path w="26563" h="36055">
                  <a:moveTo>
                    <a:pt x="26563" y="3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2" name="Input_receptor__661">
              <a:extLst>
                <a:ext uri="{FF2B5EF4-FFF2-40B4-BE49-F238E27FC236}">
                  <a16:creationId xmlns:a16="http://schemas.microsoft.com/office/drawing/2014/main" id="{6187D258-2FBE-07CF-524A-62E43F955F45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00508"/>
              <a:ext cx="4877" cy="47735"/>
            </a:xfrm>
            <a:custGeom>
              <a:avLst/>
              <a:gdLst/>
              <a:ahLst/>
              <a:cxnLst/>
              <a:rect l="0" t="0" r="0" b="0"/>
              <a:pathLst>
                <a:path w="4877" h="47735">
                  <a:moveTo>
                    <a:pt x="4877" y="0"/>
                  </a:moveTo>
                  <a:lnTo>
                    <a:pt x="0" y="477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3" name="Input_receptor__662">
              <a:extLst>
                <a:ext uri="{FF2B5EF4-FFF2-40B4-BE49-F238E27FC236}">
                  <a16:creationId xmlns:a16="http://schemas.microsoft.com/office/drawing/2014/main" id="{863DC03D-1F04-06EC-AD5E-5E424FC3C625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9689"/>
              <a:ext cx="46543" cy="5263"/>
            </a:xfrm>
            <a:custGeom>
              <a:avLst/>
              <a:gdLst/>
              <a:ahLst/>
              <a:cxnLst/>
              <a:rect l="0" t="0" r="0" b="0"/>
              <a:pathLst>
                <a:path w="46543" h="5263">
                  <a:moveTo>
                    <a:pt x="0" y="5263"/>
                  </a:moveTo>
                  <a:lnTo>
                    <a:pt x="4654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4" name="Input_receptor__663">
              <a:extLst>
                <a:ext uri="{FF2B5EF4-FFF2-40B4-BE49-F238E27FC236}">
                  <a16:creationId xmlns:a16="http://schemas.microsoft.com/office/drawing/2014/main" id="{F8C3B8A6-41E7-4F59-3090-33E666944F7B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22726"/>
              <a:ext cx="38968" cy="27087"/>
            </a:xfrm>
            <a:custGeom>
              <a:avLst/>
              <a:gdLst/>
              <a:ahLst/>
              <a:cxnLst/>
              <a:rect l="0" t="0" r="0" b="0"/>
              <a:pathLst>
                <a:path w="38968" h="27087">
                  <a:moveTo>
                    <a:pt x="0" y="27087"/>
                  </a:moveTo>
                  <a:lnTo>
                    <a:pt x="3896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5" name="Input_receptor__664">
              <a:extLst>
                <a:ext uri="{FF2B5EF4-FFF2-40B4-BE49-F238E27FC236}">
                  <a16:creationId xmlns:a16="http://schemas.microsoft.com/office/drawing/2014/main" id="{8B3DADF1-8E02-BC4F-55EF-E45467D6B679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79695"/>
              <a:ext cx="8335" cy="3652"/>
            </a:xfrm>
            <a:custGeom>
              <a:avLst/>
              <a:gdLst/>
              <a:ahLst/>
              <a:cxnLst/>
              <a:rect l="0" t="0" r="0" b="0"/>
              <a:pathLst>
                <a:path w="8335" h="3652">
                  <a:moveTo>
                    <a:pt x="8335" y="3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6" name="Input_receptor__665">
              <a:extLst>
                <a:ext uri="{FF2B5EF4-FFF2-40B4-BE49-F238E27FC236}">
                  <a16:creationId xmlns:a16="http://schemas.microsoft.com/office/drawing/2014/main" id="{16BA0D62-35C1-341C-3377-C422F1A9E996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22841"/>
              <a:ext cx="13943" cy="8129"/>
            </a:xfrm>
            <a:custGeom>
              <a:avLst/>
              <a:gdLst/>
              <a:ahLst/>
              <a:cxnLst/>
              <a:rect l="0" t="0" r="0" b="0"/>
              <a:pathLst>
                <a:path w="13943" h="8129">
                  <a:moveTo>
                    <a:pt x="13943" y="0"/>
                  </a:moveTo>
                  <a:lnTo>
                    <a:pt x="0" y="8129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7" name="Input_receptor__666">
              <a:extLst>
                <a:ext uri="{FF2B5EF4-FFF2-40B4-BE49-F238E27FC236}">
                  <a16:creationId xmlns:a16="http://schemas.microsoft.com/office/drawing/2014/main" id="{43EA36D6-905C-3630-C4AA-46D20CA4230B}"/>
                </a:ext>
              </a:extLst>
            </p:cNvPr>
            <p:cNvSpPr>
              <a:spLocks noGrp="1"/>
            </p:cNvSpPr>
            <p:nvPr/>
          </p:nvSpPr>
          <p:spPr>
            <a:xfrm>
              <a:off x="1531233" y="5048559"/>
              <a:ext cx="34515" cy="27570"/>
            </a:xfrm>
            <a:custGeom>
              <a:avLst/>
              <a:gdLst/>
              <a:ahLst/>
              <a:cxnLst/>
              <a:rect l="0" t="0" r="0" b="0"/>
              <a:pathLst>
                <a:path w="34515" h="27570">
                  <a:moveTo>
                    <a:pt x="0" y="27570"/>
                  </a:moveTo>
                  <a:lnTo>
                    <a:pt x="3451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8" name="Input_receptor__667">
              <a:extLst>
                <a:ext uri="{FF2B5EF4-FFF2-40B4-BE49-F238E27FC236}">
                  <a16:creationId xmlns:a16="http://schemas.microsoft.com/office/drawing/2014/main" id="{7E177ACC-A23E-B96C-6A75-1FEBD7F28440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85920"/>
              <a:ext cx="13795" cy="1122"/>
            </a:xfrm>
            <a:custGeom>
              <a:avLst/>
              <a:gdLst/>
              <a:ahLst/>
              <a:cxnLst/>
              <a:rect l="0" t="0" r="0" b="0"/>
              <a:pathLst>
                <a:path w="13795" h="1122">
                  <a:moveTo>
                    <a:pt x="0" y="1122"/>
                  </a:moveTo>
                  <a:lnTo>
                    <a:pt x="1379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9" name="Input_receptor__668">
              <a:extLst>
                <a:ext uri="{FF2B5EF4-FFF2-40B4-BE49-F238E27FC236}">
                  <a16:creationId xmlns:a16="http://schemas.microsoft.com/office/drawing/2014/main" id="{50BCEA89-0092-5C84-CDCF-90CDC46EA010}"/>
                </a:ext>
              </a:extLst>
            </p:cNvPr>
            <p:cNvSpPr>
              <a:spLocks noGrp="1"/>
            </p:cNvSpPr>
            <p:nvPr/>
          </p:nvSpPr>
          <p:spPr>
            <a:xfrm>
              <a:off x="1600580" y="5241689"/>
              <a:ext cx="26990" cy="30651"/>
            </a:xfrm>
            <a:custGeom>
              <a:avLst/>
              <a:gdLst/>
              <a:ahLst/>
              <a:cxnLst/>
              <a:rect l="0" t="0" r="0" b="0"/>
              <a:pathLst>
                <a:path w="26990" h="30651">
                  <a:moveTo>
                    <a:pt x="0" y="30651"/>
                  </a:moveTo>
                  <a:lnTo>
                    <a:pt x="2699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0" name="Input_receptor__669">
              <a:extLst>
                <a:ext uri="{FF2B5EF4-FFF2-40B4-BE49-F238E27FC236}">
                  <a16:creationId xmlns:a16="http://schemas.microsoft.com/office/drawing/2014/main" id="{7DE01419-DC57-112B-9563-2138219D1F55}"/>
                </a:ext>
              </a:extLst>
            </p:cNvPr>
            <p:cNvSpPr>
              <a:spLocks noGrp="1"/>
            </p:cNvSpPr>
            <p:nvPr/>
          </p:nvSpPr>
          <p:spPr>
            <a:xfrm>
              <a:off x="1653464" y="4828995"/>
              <a:ext cx="44522" cy="8676"/>
            </a:xfrm>
            <a:custGeom>
              <a:avLst/>
              <a:gdLst/>
              <a:ahLst/>
              <a:cxnLst/>
              <a:rect l="0" t="0" r="0" b="0"/>
              <a:pathLst>
                <a:path w="44522" h="8676">
                  <a:moveTo>
                    <a:pt x="44522" y="8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71" name="Input_receptor__670">
              <a:extLst>
                <a:ext uri="{FF2B5EF4-FFF2-40B4-BE49-F238E27FC236}">
                  <a16:creationId xmlns:a16="http://schemas.microsoft.com/office/drawing/2014/main" id="{13DFEF3C-CC10-7211-380F-7AF95B0DB7EC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198919"/>
              <a:ext cx="26591" cy="30123"/>
            </a:xfrm>
            <a:custGeom>
              <a:avLst/>
              <a:gdLst/>
              <a:ahLst/>
              <a:cxnLst/>
              <a:rect l="0" t="0" r="0" b="0"/>
              <a:pathLst>
                <a:path w="26591" h="30123">
                  <a:moveTo>
                    <a:pt x="0" y="30123"/>
                  </a:moveTo>
                  <a:lnTo>
                    <a:pt x="26591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2" name="Input_receptor__671">
              <a:extLst>
                <a:ext uri="{FF2B5EF4-FFF2-40B4-BE49-F238E27FC236}">
                  <a16:creationId xmlns:a16="http://schemas.microsoft.com/office/drawing/2014/main" id="{E7BB83B5-FC18-56CF-6693-97126E8E0937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75279"/>
              <a:ext cx="42911" cy="20335"/>
            </a:xfrm>
            <a:custGeom>
              <a:avLst/>
              <a:gdLst/>
              <a:ahLst/>
              <a:cxnLst/>
              <a:rect l="0" t="0" r="0" b="0"/>
              <a:pathLst>
                <a:path w="42911" h="20335">
                  <a:moveTo>
                    <a:pt x="42911" y="0"/>
                  </a:moveTo>
                  <a:lnTo>
                    <a:pt x="0" y="203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3" name="Input_receptor__672">
              <a:extLst>
                <a:ext uri="{FF2B5EF4-FFF2-40B4-BE49-F238E27FC236}">
                  <a16:creationId xmlns:a16="http://schemas.microsoft.com/office/drawing/2014/main" id="{94769880-20EA-2FF9-9B43-B8B22E7C4CF3}"/>
                </a:ext>
              </a:extLst>
            </p:cNvPr>
            <p:cNvSpPr>
              <a:spLocks noGrp="1"/>
            </p:cNvSpPr>
            <p:nvPr/>
          </p:nvSpPr>
          <p:spPr>
            <a:xfrm>
              <a:off x="935872" y="5347927"/>
              <a:ext cx="35705" cy="15482"/>
            </a:xfrm>
            <a:custGeom>
              <a:avLst/>
              <a:gdLst/>
              <a:ahLst/>
              <a:cxnLst/>
              <a:rect l="0" t="0" r="0" b="0"/>
              <a:pathLst>
                <a:path w="35705" h="15482">
                  <a:moveTo>
                    <a:pt x="35705" y="0"/>
                  </a:moveTo>
                  <a:lnTo>
                    <a:pt x="0" y="15482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4" name="Input_receptor__673">
              <a:extLst>
                <a:ext uri="{FF2B5EF4-FFF2-40B4-BE49-F238E27FC236}">
                  <a16:creationId xmlns:a16="http://schemas.microsoft.com/office/drawing/2014/main" id="{67539F42-5F48-0936-28AF-F344A2CBF5FA}"/>
                </a:ext>
              </a:extLst>
            </p:cNvPr>
            <p:cNvSpPr>
              <a:spLocks noGrp="1"/>
            </p:cNvSpPr>
            <p:nvPr/>
          </p:nvSpPr>
          <p:spPr>
            <a:xfrm>
              <a:off x="1441592" y="5145546"/>
              <a:ext cx="35120" cy="31640"/>
            </a:xfrm>
            <a:custGeom>
              <a:avLst/>
              <a:gdLst/>
              <a:ahLst/>
              <a:cxnLst/>
              <a:rect l="0" t="0" r="0" b="0"/>
              <a:pathLst>
                <a:path w="35120" h="31640">
                  <a:moveTo>
                    <a:pt x="0" y="31640"/>
                  </a:moveTo>
                  <a:lnTo>
                    <a:pt x="3512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5" name="Input_receptor__674">
              <a:extLst>
                <a:ext uri="{FF2B5EF4-FFF2-40B4-BE49-F238E27FC236}">
                  <a16:creationId xmlns:a16="http://schemas.microsoft.com/office/drawing/2014/main" id="{9DD328C3-B364-C564-C1C9-58374C220E85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77910"/>
              <a:ext cx="19826" cy="9785"/>
            </a:xfrm>
            <a:custGeom>
              <a:avLst/>
              <a:gdLst/>
              <a:ahLst/>
              <a:cxnLst/>
              <a:rect l="0" t="0" r="0" b="0"/>
              <a:pathLst>
                <a:path w="19826" h="9785">
                  <a:moveTo>
                    <a:pt x="19826" y="0"/>
                  </a:moveTo>
                  <a:lnTo>
                    <a:pt x="0" y="978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6" name="Input_receptor__675">
              <a:extLst>
                <a:ext uri="{FF2B5EF4-FFF2-40B4-BE49-F238E27FC236}">
                  <a16:creationId xmlns:a16="http://schemas.microsoft.com/office/drawing/2014/main" id="{1635DF03-456A-7F9B-189C-CA09B6129B66}"/>
                </a:ext>
              </a:extLst>
            </p:cNvPr>
            <p:cNvSpPr>
              <a:spLocks noGrp="1"/>
            </p:cNvSpPr>
            <p:nvPr/>
          </p:nvSpPr>
          <p:spPr>
            <a:xfrm>
              <a:off x="1714386" y="5254333"/>
              <a:ext cx="45786" cy="14177"/>
            </a:xfrm>
            <a:custGeom>
              <a:avLst/>
              <a:gdLst/>
              <a:ahLst/>
              <a:cxnLst/>
              <a:rect l="0" t="0" r="0" b="0"/>
              <a:pathLst>
                <a:path w="45786" h="14177">
                  <a:moveTo>
                    <a:pt x="0" y="14177"/>
                  </a:moveTo>
                  <a:lnTo>
                    <a:pt x="4578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7" name="Input_receptor__676">
              <a:extLst>
                <a:ext uri="{FF2B5EF4-FFF2-40B4-BE49-F238E27FC236}">
                  <a16:creationId xmlns:a16="http://schemas.microsoft.com/office/drawing/2014/main" id="{155BCA3A-4BB5-5D09-B64F-6E642C63E7F4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09491"/>
              <a:ext cx="37176" cy="12330"/>
            </a:xfrm>
            <a:custGeom>
              <a:avLst/>
              <a:gdLst/>
              <a:ahLst/>
              <a:cxnLst/>
              <a:rect l="0" t="0" r="0" b="0"/>
              <a:pathLst>
                <a:path w="37176" h="12330">
                  <a:moveTo>
                    <a:pt x="37176" y="0"/>
                  </a:moveTo>
                  <a:lnTo>
                    <a:pt x="0" y="1233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8" name="Input_receptor__677">
              <a:extLst>
                <a:ext uri="{FF2B5EF4-FFF2-40B4-BE49-F238E27FC236}">
                  <a16:creationId xmlns:a16="http://schemas.microsoft.com/office/drawing/2014/main" id="{2CB97772-9A68-CB68-4FEF-5B3F94FE30CD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21638"/>
              <a:ext cx="35844" cy="32120"/>
            </a:xfrm>
            <a:custGeom>
              <a:avLst/>
              <a:gdLst/>
              <a:ahLst/>
              <a:cxnLst/>
              <a:rect l="0" t="0" r="0" b="0"/>
              <a:pathLst>
                <a:path w="35844" h="32120">
                  <a:moveTo>
                    <a:pt x="0" y="32120"/>
                  </a:moveTo>
                  <a:lnTo>
                    <a:pt x="3584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9" name="Input_receptor__678">
              <a:extLst>
                <a:ext uri="{FF2B5EF4-FFF2-40B4-BE49-F238E27FC236}">
                  <a16:creationId xmlns:a16="http://schemas.microsoft.com/office/drawing/2014/main" id="{2661FF64-967B-1C93-9FB7-EC70D6B9DC65}"/>
                </a:ext>
              </a:extLst>
            </p:cNvPr>
            <p:cNvSpPr>
              <a:spLocks noGrp="1"/>
            </p:cNvSpPr>
            <p:nvPr/>
          </p:nvSpPr>
          <p:spPr>
            <a:xfrm>
              <a:off x="1758748" y="5436231"/>
              <a:ext cx="43889" cy="8305"/>
            </a:xfrm>
            <a:custGeom>
              <a:avLst/>
              <a:gdLst/>
              <a:ahLst/>
              <a:cxnLst/>
              <a:rect l="0" t="0" r="0" b="0"/>
              <a:pathLst>
                <a:path w="43889" h="8305">
                  <a:moveTo>
                    <a:pt x="0" y="8305"/>
                  </a:moveTo>
                  <a:lnTo>
                    <a:pt x="43889" y="0"/>
                  </a:lnTo>
                </a:path>
              </a:pathLst>
            </a:custGeom>
            <a:noFill/>
            <a:ln w="8096">
              <a:solidFill>
                <a:srgbClr val="7F91A0"/>
              </a:solidFill>
            </a:ln>
          </p:spPr>
        </p:sp>
        <p:sp>
          <p:nvSpPr>
            <p:cNvPr id="680" name="Input_receptor__679">
              <a:extLst>
                <a:ext uri="{FF2B5EF4-FFF2-40B4-BE49-F238E27FC236}">
                  <a16:creationId xmlns:a16="http://schemas.microsoft.com/office/drawing/2014/main" id="{C400106D-7D86-DA18-0FA3-23C3B7800751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17860"/>
              <a:ext cx="13238" cy="23583"/>
            </a:xfrm>
            <a:custGeom>
              <a:avLst/>
              <a:gdLst/>
              <a:ahLst/>
              <a:cxnLst/>
              <a:rect l="0" t="0" r="0" b="0"/>
              <a:pathLst>
                <a:path w="13238" h="23583">
                  <a:moveTo>
                    <a:pt x="0" y="23583"/>
                  </a:moveTo>
                  <a:lnTo>
                    <a:pt x="13238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1" name="Input_receptor__680">
              <a:extLst>
                <a:ext uri="{FF2B5EF4-FFF2-40B4-BE49-F238E27FC236}">
                  <a16:creationId xmlns:a16="http://schemas.microsoft.com/office/drawing/2014/main" id="{9F443C5B-3F4F-71A0-E5D1-53DA27ACC337}"/>
                </a:ext>
              </a:extLst>
            </p:cNvPr>
            <p:cNvSpPr>
              <a:spLocks noGrp="1"/>
            </p:cNvSpPr>
            <p:nvPr/>
          </p:nvSpPr>
          <p:spPr>
            <a:xfrm>
              <a:off x="1247864" y="5459350"/>
              <a:ext cx="4521" cy="47213"/>
            </a:xfrm>
            <a:custGeom>
              <a:avLst/>
              <a:gdLst/>
              <a:ahLst/>
              <a:cxnLst/>
              <a:rect l="0" t="0" r="0" b="0"/>
              <a:pathLst>
                <a:path w="4521" h="47213">
                  <a:moveTo>
                    <a:pt x="4521" y="4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2" name="Input_receptor__681">
              <a:extLst>
                <a:ext uri="{FF2B5EF4-FFF2-40B4-BE49-F238E27FC236}">
                  <a16:creationId xmlns:a16="http://schemas.microsoft.com/office/drawing/2014/main" id="{C1FD156D-F853-00F0-9B98-63450E3AE78C}"/>
                </a:ext>
              </a:extLst>
            </p:cNvPr>
            <p:cNvSpPr>
              <a:spLocks noGrp="1"/>
            </p:cNvSpPr>
            <p:nvPr/>
          </p:nvSpPr>
          <p:spPr>
            <a:xfrm>
              <a:off x="1144792" y="4843841"/>
              <a:ext cx="42832" cy="18247"/>
            </a:xfrm>
            <a:custGeom>
              <a:avLst/>
              <a:gdLst/>
              <a:ahLst/>
              <a:cxnLst/>
              <a:rect l="0" t="0" r="0" b="0"/>
              <a:pathLst>
                <a:path w="42832" h="18247">
                  <a:moveTo>
                    <a:pt x="42832" y="1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2A0"/>
              </a:solidFill>
            </a:ln>
          </p:spPr>
        </p:sp>
        <p:sp>
          <p:nvSpPr>
            <p:cNvPr id="683" name="Input_receptor__682">
              <a:extLst>
                <a:ext uri="{FF2B5EF4-FFF2-40B4-BE49-F238E27FC236}">
                  <a16:creationId xmlns:a16="http://schemas.microsoft.com/office/drawing/2014/main" id="{0BA62075-9E4B-67BB-DCD3-E0392A86B5EE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1699"/>
              <a:ext cx="388" cy="32517"/>
            </a:xfrm>
            <a:custGeom>
              <a:avLst/>
              <a:gdLst/>
              <a:ahLst/>
              <a:cxnLst/>
              <a:rect l="0" t="0" r="0" b="0"/>
              <a:pathLst>
                <a:path w="388" h="32517">
                  <a:moveTo>
                    <a:pt x="0" y="32517"/>
                  </a:moveTo>
                  <a:lnTo>
                    <a:pt x="388" y="0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4" name="Input_receptor__683">
              <a:extLst>
                <a:ext uri="{FF2B5EF4-FFF2-40B4-BE49-F238E27FC236}">
                  <a16:creationId xmlns:a16="http://schemas.microsoft.com/office/drawing/2014/main" id="{28C998C7-2BDB-DE95-4943-C8C50270E0E3}"/>
                </a:ext>
              </a:extLst>
            </p:cNvPr>
            <p:cNvSpPr>
              <a:spLocks noGrp="1"/>
            </p:cNvSpPr>
            <p:nvPr/>
          </p:nvSpPr>
          <p:spPr>
            <a:xfrm>
              <a:off x="971577" y="5336483"/>
              <a:ext cx="28424" cy="11444"/>
            </a:xfrm>
            <a:custGeom>
              <a:avLst/>
              <a:gdLst/>
              <a:ahLst/>
              <a:cxnLst/>
              <a:rect l="0" t="0" r="0" b="0"/>
              <a:pathLst>
                <a:path w="28424" h="11444">
                  <a:moveTo>
                    <a:pt x="28424" y="0"/>
                  </a:moveTo>
                  <a:lnTo>
                    <a:pt x="0" y="11444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5" name="Input_receptor__684">
              <a:extLst>
                <a:ext uri="{FF2B5EF4-FFF2-40B4-BE49-F238E27FC236}">
                  <a16:creationId xmlns:a16="http://schemas.microsoft.com/office/drawing/2014/main" id="{E072E12A-43B6-14A1-23BD-93D6FFB274AF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363409"/>
              <a:ext cx="1437" cy="45205"/>
            </a:xfrm>
            <a:custGeom>
              <a:avLst/>
              <a:gdLst/>
              <a:ahLst/>
              <a:cxnLst/>
              <a:rect l="0" t="0" r="0" b="0"/>
              <a:pathLst>
                <a:path w="1437" h="45205">
                  <a:moveTo>
                    <a:pt x="1437" y="0"/>
                  </a:moveTo>
                  <a:lnTo>
                    <a:pt x="0" y="45205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6" name="Input_receptor__685">
              <a:extLst>
                <a:ext uri="{FF2B5EF4-FFF2-40B4-BE49-F238E27FC236}">
                  <a16:creationId xmlns:a16="http://schemas.microsoft.com/office/drawing/2014/main" id="{BC4585F3-FA1A-5443-C996-68D07D5AE9F2}"/>
                </a:ext>
              </a:extLst>
            </p:cNvPr>
            <p:cNvSpPr>
              <a:spLocks noGrp="1"/>
            </p:cNvSpPr>
            <p:nvPr/>
          </p:nvSpPr>
          <p:spPr>
            <a:xfrm>
              <a:off x="1802638" y="5395602"/>
              <a:ext cx="9178" cy="40629"/>
            </a:xfrm>
            <a:custGeom>
              <a:avLst/>
              <a:gdLst/>
              <a:ahLst/>
              <a:cxnLst/>
              <a:rect l="0" t="0" r="0" b="0"/>
              <a:pathLst>
                <a:path w="9178" h="40629">
                  <a:moveTo>
                    <a:pt x="0" y="40629"/>
                  </a:moveTo>
                  <a:lnTo>
                    <a:pt x="9178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7" name="Input_receptor__686">
              <a:extLst>
                <a:ext uri="{FF2B5EF4-FFF2-40B4-BE49-F238E27FC236}">
                  <a16:creationId xmlns:a16="http://schemas.microsoft.com/office/drawing/2014/main" id="{AAE1526C-6B14-BC31-3A12-D891A159DA68}"/>
                </a:ext>
              </a:extLst>
            </p:cNvPr>
            <p:cNvSpPr>
              <a:spLocks noGrp="1"/>
            </p:cNvSpPr>
            <p:nvPr/>
          </p:nvSpPr>
          <p:spPr>
            <a:xfrm>
              <a:off x="1180212" y="5425541"/>
              <a:ext cx="4261" cy="45669"/>
            </a:xfrm>
            <a:custGeom>
              <a:avLst/>
              <a:gdLst/>
              <a:ahLst/>
              <a:cxnLst/>
              <a:rect l="0" t="0" r="0" b="0"/>
              <a:pathLst>
                <a:path w="4261" h="45669">
                  <a:moveTo>
                    <a:pt x="4261" y="456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8" name="Input_receptor__687">
              <a:extLst>
                <a:ext uri="{FF2B5EF4-FFF2-40B4-BE49-F238E27FC236}">
                  <a16:creationId xmlns:a16="http://schemas.microsoft.com/office/drawing/2014/main" id="{DB0BD1A9-0160-29BF-C616-AE24CD672819}"/>
                </a:ext>
              </a:extLst>
            </p:cNvPr>
            <p:cNvSpPr>
              <a:spLocks noGrp="1"/>
            </p:cNvSpPr>
            <p:nvPr/>
          </p:nvSpPr>
          <p:spPr>
            <a:xfrm>
              <a:off x="1145860" y="5528357"/>
              <a:ext cx="42571" cy="12472"/>
            </a:xfrm>
            <a:custGeom>
              <a:avLst/>
              <a:gdLst/>
              <a:ahLst/>
              <a:cxnLst/>
              <a:rect l="0" t="0" r="0" b="0"/>
              <a:pathLst>
                <a:path w="42571" h="12472">
                  <a:moveTo>
                    <a:pt x="42571" y="12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9" name="Input_receptor__688">
              <a:extLst>
                <a:ext uri="{FF2B5EF4-FFF2-40B4-BE49-F238E27FC236}">
                  <a16:creationId xmlns:a16="http://schemas.microsoft.com/office/drawing/2014/main" id="{81CD3CF5-0E08-3286-0847-2675EDFD29CA}"/>
                </a:ext>
              </a:extLst>
            </p:cNvPr>
            <p:cNvSpPr>
              <a:spLocks noGrp="1"/>
            </p:cNvSpPr>
            <p:nvPr/>
          </p:nvSpPr>
          <p:spPr>
            <a:xfrm>
              <a:off x="1042635" y="5369502"/>
              <a:ext cx="18764" cy="14737"/>
            </a:xfrm>
            <a:custGeom>
              <a:avLst/>
              <a:gdLst/>
              <a:ahLst/>
              <a:cxnLst/>
              <a:rect l="0" t="0" r="0" b="0"/>
              <a:pathLst>
                <a:path w="18764" h="14737">
                  <a:moveTo>
                    <a:pt x="18764" y="14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0" name="Input_receptor__689">
              <a:extLst>
                <a:ext uri="{FF2B5EF4-FFF2-40B4-BE49-F238E27FC236}">
                  <a16:creationId xmlns:a16="http://schemas.microsoft.com/office/drawing/2014/main" id="{43E56CA8-8638-BAF9-23D1-EE339593B684}"/>
                </a:ext>
              </a:extLst>
            </p:cNvPr>
            <p:cNvSpPr>
              <a:spLocks noGrp="1"/>
            </p:cNvSpPr>
            <p:nvPr/>
          </p:nvSpPr>
          <p:spPr>
            <a:xfrm>
              <a:off x="1344278" y="5222246"/>
              <a:ext cx="45247" cy="15350"/>
            </a:xfrm>
            <a:custGeom>
              <a:avLst/>
              <a:gdLst/>
              <a:ahLst/>
              <a:cxnLst/>
              <a:rect l="0" t="0" r="0" b="0"/>
              <a:pathLst>
                <a:path w="45247" h="15350">
                  <a:moveTo>
                    <a:pt x="45247" y="0"/>
                  </a:moveTo>
                  <a:lnTo>
                    <a:pt x="0" y="1535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1" name="Input_receptor__690">
              <a:extLst>
                <a:ext uri="{FF2B5EF4-FFF2-40B4-BE49-F238E27FC236}">
                  <a16:creationId xmlns:a16="http://schemas.microsoft.com/office/drawing/2014/main" id="{AE33C1B5-0045-84FD-556B-744D5E0D4573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37168"/>
              <a:ext cx="4070" cy="15857"/>
            </a:xfrm>
            <a:custGeom>
              <a:avLst/>
              <a:gdLst/>
              <a:ahLst/>
              <a:cxnLst/>
              <a:rect l="0" t="0" r="0" b="0"/>
              <a:pathLst>
                <a:path w="4070" h="15857">
                  <a:moveTo>
                    <a:pt x="4070" y="15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2" name="Input_receptor__691">
              <a:extLst>
                <a:ext uri="{FF2B5EF4-FFF2-40B4-BE49-F238E27FC236}">
                  <a16:creationId xmlns:a16="http://schemas.microsoft.com/office/drawing/2014/main" id="{5B5AA91F-C3A7-1E47-32BB-D19286FE2401}"/>
                </a:ext>
              </a:extLst>
            </p:cNvPr>
            <p:cNvSpPr>
              <a:spLocks noGrp="1"/>
            </p:cNvSpPr>
            <p:nvPr/>
          </p:nvSpPr>
          <p:spPr>
            <a:xfrm>
              <a:off x="1112345" y="5395005"/>
              <a:ext cx="9431" cy="36694"/>
            </a:xfrm>
            <a:custGeom>
              <a:avLst/>
              <a:gdLst/>
              <a:ahLst/>
              <a:cxnLst/>
              <a:rect l="0" t="0" r="0" b="0"/>
              <a:pathLst>
                <a:path w="9431" h="36694">
                  <a:moveTo>
                    <a:pt x="9431" y="366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3" name="Input_receptor__692">
              <a:extLst>
                <a:ext uri="{FF2B5EF4-FFF2-40B4-BE49-F238E27FC236}">
                  <a16:creationId xmlns:a16="http://schemas.microsoft.com/office/drawing/2014/main" id="{A82712ED-259F-C32C-6598-F4191425A53C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28849"/>
              <a:ext cx="19959" cy="11440"/>
            </a:xfrm>
            <a:custGeom>
              <a:avLst/>
              <a:gdLst/>
              <a:ahLst/>
              <a:cxnLst/>
              <a:rect l="0" t="0" r="0" b="0"/>
              <a:pathLst>
                <a:path w="19959" h="11440">
                  <a:moveTo>
                    <a:pt x="0" y="11440"/>
                  </a:moveTo>
                  <a:lnTo>
                    <a:pt x="1995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4" name="Input_receptor__693">
              <a:extLst>
                <a:ext uri="{FF2B5EF4-FFF2-40B4-BE49-F238E27FC236}">
                  <a16:creationId xmlns:a16="http://schemas.microsoft.com/office/drawing/2014/main" id="{B16C0A2E-31DD-821E-A3E0-09DA644B3FD9}"/>
                </a:ext>
              </a:extLst>
            </p:cNvPr>
            <p:cNvSpPr>
              <a:spLocks noGrp="1"/>
            </p:cNvSpPr>
            <p:nvPr/>
          </p:nvSpPr>
          <p:spPr>
            <a:xfrm>
              <a:off x="1780457" y="4816524"/>
              <a:ext cx="10338" cy="23889"/>
            </a:xfrm>
            <a:custGeom>
              <a:avLst/>
              <a:gdLst/>
              <a:ahLst/>
              <a:cxnLst/>
              <a:rect l="0" t="0" r="0" b="0"/>
              <a:pathLst>
                <a:path w="10338" h="23889">
                  <a:moveTo>
                    <a:pt x="10338" y="238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95" name="Input_receptor__694">
              <a:extLst>
                <a:ext uri="{FF2B5EF4-FFF2-40B4-BE49-F238E27FC236}">
                  <a16:creationId xmlns:a16="http://schemas.microsoft.com/office/drawing/2014/main" id="{90DD23E1-AC94-2838-23C2-8B6C2BB388AF}"/>
                </a:ext>
              </a:extLst>
            </p:cNvPr>
            <p:cNvSpPr>
              <a:spLocks noGrp="1"/>
            </p:cNvSpPr>
            <p:nvPr/>
          </p:nvSpPr>
          <p:spPr>
            <a:xfrm>
              <a:off x="1438417" y="5276803"/>
              <a:ext cx="7407" cy="41057"/>
            </a:xfrm>
            <a:custGeom>
              <a:avLst/>
              <a:gdLst/>
              <a:ahLst/>
              <a:cxnLst/>
              <a:rect l="0" t="0" r="0" b="0"/>
              <a:pathLst>
                <a:path w="7407" h="41057">
                  <a:moveTo>
                    <a:pt x="0" y="41057"/>
                  </a:moveTo>
                  <a:lnTo>
                    <a:pt x="7407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6" name="Input_receptor__695">
              <a:extLst>
                <a:ext uri="{FF2B5EF4-FFF2-40B4-BE49-F238E27FC236}">
                  <a16:creationId xmlns:a16="http://schemas.microsoft.com/office/drawing/2014/main" id="{EA347A6F-D92B-60F9-570D-84CC61138A70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64912"/>
              <a:ext cx="23695" cy="41926"/>
            </a:xfrm>
            <a:custGeom>
              <a:avLst/>
              <a:gdLst/>
              <a:ahLst/>
              <a:cxnLst/>
              <a:rect l="0" t="0" r="0" b="0"/>
              <a:pathLst>
                <a:path w="23695" h="41926">
                  <a:moveTo>
                    <a:pt x="0" y="0"/>
                  </a:moveTo>
                  <a:lnTo>
                    <a:pt x="23695" y="4192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7" name="Input_receptor__696">
              <a:extLst>
                <a:ext uri="{FF2B5EF4-FFF2-40B4-BE49-F238E27FC236}">
                  <a16:creationId xmlns:a16="http://schemas.microsoft.com/office/drawing/2014/main" id="{2E0FEDD4-7206-12E3-9ABA-D1B3672AF138}"/>
                </a:ext>
              </a:extLst>
            </p:cNvPr>
            <p:cNvSpPr>
              <a:spLocks noGrp="1"/>
            </p:cNvSpPr>
            <p:nvPr/>
          </p:nvSpPr>
          <p:spPr>
            <a:xfrm>
              <a:off x="1614367" y="4898801"/>
              <a:ext cx="39649" cy="24040"/>
            </a:xfrm>
            <a:custGeom>
              <a:avLst/>
              <a:gdLst/>
              <a:ahLst/>
              <a:cxnLst/>
              <a:rect l="0" t="0" r="0" b="0"/>
              <a:pathLst>
                <a:path w="39649" h="24040">
                  <a:moveTo>
                    <a:pt x="39649" y="0"/>
                  </a:moveTo>
                  <a:lnTo>
                    <a:pt x="0" y="2404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8" name="Input_receptor__697">
              <a:extLst>
                <a:ext uri="{FF2B5EF4-FFF2-40B4-BE49-F238E27FC236}">
                  <a16:creationId xmlns:a16="http://schemas.microsoft.com/office/drawing/2014/main" id="{DD214465-BA0C-7452-8EA9-8868ACF031A3}"/>
                </a:ext>
              </a:extLst>
            </p:cNvPr>
            <p:cNvSpPr>
              <a:spLocks noGrp="1"/>
            </p:cNvSpPr>
            <p:nvPr/>
          </p:nvSpPr>
          <p:spPr>
            <a:xfrm>
              <a:off x="1201820" y="5330246"/>
              <a:ext cx="41730" cy="5086"/>
            </a:xfrm>
            <a:custGeom>
              <a:avLst/>
              <a:gdLst/>
              <a:ahLst/>
              <a:cxnLst/>
              <a:rect l="0" t="0" r="0" b="0"/>
              <a:pathLst>
                <a:path w="41730" h="5086">
                  <a:moveTo>
                    <a:pt x="0" y="0"/>
                  </a:moveTo>
                  <a:lnTo>
                    <a:pt x="41730" y="508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9" name="Input_receptor__698">
              <a:extLst>
                <a:ext uri="{FF2B5EF4-FFF2-40B4-BE49-F238E27FC236}">
                  <a16:creationId xmlns:a16="http://schemas.microsoft.com/office/drawing/2014/main" id="{64DD61C1-0D2F-35D8-07D0-4169C65234F0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70356"/>
              <a:ext cx="21726" cy="12927"/>
            </a:xfrm>
            <a:custGeom>
              <a:avLst/>
              <a:gdLst/>
              <a:ahLst/>
              <a:cxnLst/>
              <a:rect l="0" t="0" r="0" b="0"/>
              <a:pathLst>
                <a:path w="21726" h="12927">
                  <a:moveTo>
                    <a:pt x="0" y="12927"/>
                  </a:moveTo>
                  <a:lnTo>
                    <a:pt x="21726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0" name="Input_receptor__699">
              <a:extLst>
                <a:ext uri="{FF2B5EF4-FFF2-40B4-BE49-F238E27FC236}">
                  <a16:creationId xmlns:a16="http://schemas.microsoft.com/office/drawing/2014/main" id="{1A464507-25D7-B136-B563-9A6C53345DEF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2009"/>
              <a:ext cx="16762" cy="29209"/>
            </a:xfrm>
            <a:custGeom>
              <a:avLst/>
              <a:gdLst/>
              <a:ahLst/>
              <a:cxnLst/>
              <a:rect l="0" t="0" r="0" b="0"/>
              <a:pathLst>
                <a:path w="16762" h="29209">
                  <a:moveTo>
                    <a:pt x="16762" y="0"/>
                  </a:moveTo>
                  <a:lnTo>
                    <a:pt x="0" y="29209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1" name="Input_receptor__700">
              <a:extLst>
                <a:ext uri="{FF2B5EF4-FFF2-40B4-BE49-F238E27FC236}">
                  <a16:creationId xmlns:a16="http://schemas.microsoft.com/office/drawing/2014/main" id="{003C30AD-969B-A426-DECA-09AAF602C450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8357"/>
              <a:ext cx="22899" cy="21383"/>
            </a:xfrm>
            <a:custGeom>
              <a:avLst/>
              <a:gdLst/>
              <a:ahLst/>
              <a:cxnLst/>
              <a:rect l="0" t="0" r="0" b="0"/>
              <a:pathLst>
                <a:path w="22899" h="21383">
                  <a:moveTo>
                    <a:pt x="22899" y="0"/>
                  </a:moveTo>
                  <a:lnTo>
                    <a:pt x="0" y="21383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2" name="Input_receptor__701">
              <a:extLst>
                <a:ext uri="{FF2B5EF4-FFF2-40B4-BE49-F238E27FC236}">
                  <a16:creationId xmlns:a16="http://schemas.microsoft.com/office/drawing/2014/main" id="{D7B9B369-C02B-3F46-1BFC-F85D6A6DA555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82569"/>
              <a:ext cx="6571" cy="17936"/>
            </a:xfrm>
            <a:custGeom>
              <a:avLst/>
              <a:gdLst/>
              <a:ahLst/>
              <a:cxnLst/>
              <a:rect l="0" t="0" r="0" b="0"/>
              <a:pathLst>
                <a:path w="6571" h="17936">
                  <a:moveTo>
                    <a:pt x="6571" y="179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3" name="Input_receptor__702">
              <a:extLst>
                <a:ext uri="{FF2B5EF4-FFF2-40B4-BE49-F238E27FC236}">
                  <a16:creationId xmlns:a16="http://schemas.microsoft.com/office/drawing/2014/main" id="{2517B23A-1494-D3BB-C09D-A3110929D3C7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0246"/>
              <a:ext cx="18285" cy="35081"/>
            </a:xfrm>
            <a:custGeom>
              <a:avLst/>
              <a:gdLst/>
              <a:ahLst/>
              <a:cxnLst/>
              <a:rect l="0" t="0" r="0" b="0"/>
              <a:pathLst>
                <a:path w="18285" h="35081">
                  <a:moveTo>
                    <a:pt x="0" y="35081"/>
                  </a:moveTo>
                  <a:lnTo>
                    <a:pt x="1828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4" name="Input_receptor__703">
              <a:extLst>
                <a:ext uri="{FF2B5EF4-FFF2-40B4-BE49-F238E27FC236}">
                  <a16:creationId xmlns:a16="http://schemas.microsoft.com/office/drawing/2014/main" id="{6673F821-28A2-B086-90EE-08F8F8C59F71}"/>
                </a:ext>
              </a:extLst>
            </p:cNvPr>
            <p:cNvSpPr>
              <a:spLocks noGrp="1"/>
            </p:cNvSpPr>
            <p:nvPr/>
          </p:nvSpPr>
          <p:spPr>
            <a:xfrm>
              <a:off x="1116150" y="4843841"/>
              <a:ext cx="28642" cy="12789"/>
            </a:xfrm>
            <a:custGeom>
              <a:avLst/>
              <a:gdLst/>
              <a:ahLst/>
              <a:cxnLst/>
              <a:rect l="0" t="0" r="0" b="0"/>
              <a:pathLst>
                <a:path w="28642" h="12789">
                  <a:moveTo>
                    <a:pt x="28642" y="0"/>
                  </a:moveTo>
                  <a:lnTo>
                    <a:pt x="0" y="1278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5" name="Input_receptor__704">
              <a:extLst>
                <a:ext uri="{FF2B5EF4-FFF2-40B4-BE49-F238E27FC236}">
                  <a16:creationId xmlns:a16="http://schemas.microsoft.com/office/drawing/2014/main" id="{F4A72CFA-98B4-8A36-F071-589E2C541C7F}"/>
                </a:ext>
              </a:extLst>
            </p:cNvPr>
            <p:cNvSpPr>
              <a:spLocks noGrp="1"/>
            </p:cNvSpPr>
            <p:nvPr/>
          </p:nvSpPr>
          <p:spPr>
            <a:xfrm>
              <a:off x="1800156" y="5182270"/>
              <a:ext cx="45399" cy="11018"/>
            </a:xfrm>
            <a:custGeom>
              <a:avLst/>
              <a:gdLst/>
              <a:ahLst/>
              <a:cxnLst/>
              <a:rect l="0" t="0" r="0" b="0"/>
              <a:pathLst>
                <a:path w="45399" h="11018">
                  <a:moveTo>
                    <a:pt x="45399" y="0"/>
                  </a:moveTo>
                  <a:lnTo>
                    <a:pt x="0" y="11018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6" name="Input_receptor__705">
              <a:extLst>
                <a:ext uri="{FF2B5EF4-FFF2-40B4-BE49-F238E27FC236}">
                  <a16:creationId xmlns:a16="http://schemas.microsoft.com/office/drawing/2014/main" id="{1D2D6B81-6351-DC23-58F1-3EEB21A47DBB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408613"/>
              <a:ext cx="24890" cy="13509"/>
            </a:xfrm>
            <a:custGeom>
              <a:avLst/>
              <a:gdLst/>
              <a:ahLst/>
              <a:cxnLst/>
              <a:rect l="0" t="0" r="0" b="0"/>
              <a:pathLst>
                <a:path w="24890" h="13509">
                  <a:moveTo>
                    <a:pt x="0" y="0"/>
                  </a:moveTo>
                  <a:lnTo>
                    <a:pt x="24890" y="1350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7" name="Input_receptor__706">
              <a:extLst>
                <a:ext uri="{FF2B5EF4-FFF2-40B4-BE49-F238E27FC236}">
                  <a16:creationId xmlns:a16="http://schemas.microsoft.com/office/drawing/2014/main" id="{FA2B1A81-A7BB-DCC2-A0C1-AED5B00D44F2}"/>
                </a:ext>
              </a:extLst>
            </p:cNvPr>
            <p:cNvSpPr>
              <a:spLocks noGrp="1"/>
            </p:cNvSpPr>
            <p:nvPr/>
          </p:nvSpPr>
          <p:spPr>
            <a:xfrm>
              <a:off x="1760171" y="5254333"/>
              <a:ext cx="10457" cy="37676"/>
            </a:xfrm>
            <a:custGeom>
              <a:avLst/>
              <a:gdLst/>
              <a:ahLst/>
              <a:cxnLst/>
              <a:rect l="0" t="0" r="0" b="0"/>
              <a:pathLst>
                <a:path w="10457" h="37676">
                  <a:moveTo>
                    <a:pt x="0" y="0"/>
                  </a:moveTo>
                  <a:lnTo>
                    <a:pt x="10457" y="3767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8" name="Input_receptor__707">
              <a:extLst>
                <a:ext uri="{FF2B5EF4-FFF2-40B4-BE49-F238E27FC236}">
                  <a16:creationId xmlns:a16="http://schemas.microsoft.com/office/drawing/2014/main" id="{184A154C-5663-70AD-D9AE-9497E696A81D}"/>
                </a:ext>
              </a:extLst>
            </p:cNvPr>
            <p:cNvSpPr>
              <a:spLocks noGrp="1"/>
            </p:cNvSpPr>
            <p:nvPr/>
          </p:nvSpPr>
          <p:spPr>
            <a:xfrm>
              <a:off x="1293590" y="5288829"/>
              <a:ext cx="22803" cy="31552"/>
            </a:xfrm>
            <a:custGeom>
              <a:avLst/>
              <a:gdLst/>
              <a:ahLst/>
              <a:cxnLst/>
              <a:rect l="0" t="0" r="0" b="0"/>
              <a:pathLst>
                <a:path w="22803" h="31552">
                  <a:moveTo>
                    <a:pt x="0" y="31552"/>
                  </a:moveTo>
                  <a:lnTo>
                    <a:pt x="22803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9" name="Input_receptor__708">
              <a:extLst>
                <a:ext uri="{FF2B5EF4-FFF2-40B4-BE49-F238E27FC236}">
                  <a16:creationId xmlns:a16="http://schemas.microsoft.com/office/drawing/2014/main" id="{2C5E9CBA-DEF7-A166-AAC3-CD64A6F653C6}"/>
                </a:ext>
              </a:extLst>
            </p:cNvPr>
            <p:cNvSpPr>
              <a:spLocks noGrp="1"/>
            </p:cNvSpPr>
            <p:nvPr/>
          </p:nvSpPr>
          <p:spPr>
            <a:xfrm>
              <a:off x="1059855" y="4341800"/>
              <a:ext cx="37903" cy="17984"/>
            </a:xfrm>
            <a:custGeom>
              <a:avLst/>
              <a:gdLst/>
              <a:ahLst/>
              <a:cxnLst/>
              <a:rect l="0" t="0" r="0" b="0"/>
              <a:pathLst>
                <a:path w="37903" h="17984">
                  <a:moveTo>
                    <a:pt x="37903" y="179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0" name="Input_receptor__709">
              <a:extLst>
                <a:ext uri="{FF2B5EF4-FFF2-40B4-BE49-F238E27FC236}">
                  <a16:creationId xmlns:a16="http://schemas.microsoft.com/office/drawing/2014/main" id="{BED51B05-6FF7-E8F0-F9C0-DFDF6AE9B584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4659"/>
              <a:ext cx="45045" cy="2139"/>
            </a:xfrm>
            <a:custGeom>
              <a:avLst/>
              <a:gdLst/>
              <a:ahLst/>
              <a:cxnLst/>
              <a:rect l="0" t="0" r="0" b="0"/>
              <a:pathLst>
                <a:path w="45045" h="2139">
                  <a:moveTo>
                    <a:pt x="0" y="2139"/>
                  </a:moveTo>
                  <a:lnTo>
                    <a:pt x="4504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1" name="Input_receptor__710">
              <a:extLst>
                <a:ext uri="{FF2B5EF4-FFF2-40B4-BE49-F238E27FC236}">
                  <a16:creationId xmlns:a16="http://schemas.microsoft.com/office/drawing/2014/main" id="{8493DACC-8934-3384-64AB-657E322AE561}"/>
                </a:ext>
              </a:extLst>
            </p:cNvPr>
            <p:cNvSpPr>
              <a:spLocks noGrp="1"/>
            </p:cNvSpPr>
            <p:nvPr/>
          </p:nvSpPr>
          <p:spPr>
            <a:xfrm>
              <a:off x="1172281" y="5540829"/>
              <a:ext cx="16149" cy="45091"/>
            </a:xfrm>
            <a:custGeom>
              <a:avLst/>
              <a:gdLst/>
              <a:ahLst/>
              <a:cxnLst/>
              <a:rect l="0" t="0" r="0" b="0"/>
              <a:pathLst>
                <a:path w="16149" h="45091">
                  <a:moveTo>
                    <a:pt x="0" y="45091"/>
                  </a:moveTo>
                  <a:lnTo>
                    <a:pt x="1614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2" name="Input_receptor__711">
              <a:extLst>
                <a:ext uri="{FF2B5EF4-FFF2-40B4-BE49-F238E27FC236}">
                  <a16:creationId xmlns:a16="http://schemas.microsoft.com/office/drawing/2014/main" id="{23D6812E-F1F3-EA97-CCAD-A8491286A19B}"/>
                </a:ext>
              </a:extLst>
            </p:cNvPr>
            <p:cNvSpPr>
              <a:spLocks noGrp="1"/>
            </p:cNvSpPr>
            <p:nvPr/>
          </p:nvSpPr>
          <p:spPr>
            <a:xfrm>
              <a:off x="1187624" y="4818486"/>
              <a:ext cx="13278" cy="43602"/>
            </a:xfrm>
            <a:custGeom>
              <a:avLst/>
              <a:gdLst/>
              <a:ahLst/>
              <a:cxnLst/>
              <a:rect l="0" t="0" r="0" b="0"/>
              <a:pathLst>
                <a:path w="13278" h="43602">
                  <a:moveTo>
                    <a:pt x="13278" y="0"/>
                  </a:moveTo>
                  <a:lnTo>
                    <a:pt x="0" y="43602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3" name="Input_receptor__712">
              <a:extLst>
                <a:ext uri="{FF2B5EF4-FFF2-40B4-BE49-F238E27FC236}">
                  <a16:creationId xmlns:a16="http://schemas.microsoft.com/office/drawing/2014/main" id="{DC8ED785-4E23-5542-3BC5-5CFEFB01E25F}"/>
                </a:ext>
              </a:extLst>
            </p:cNvPr>
            <p:cNvSpPr>
              <a:spLocks noGrp="1"/>
            </p:cNvSpPr>
            <p:nvPr/>
          </p:nvSpPr>
          <p:spPr>
            <a:xfrm>
              <a:off x="1255936" y="4415226"/>
              <a:ext cx="11774" cy="44931"/>
            </a:xfrm>
            <a:custGeom>
              <a:avLst/>
              <a:gdLst/>
              <a:ahLst/>
              <a:cxnLst/>
              <a:rect l="0" t="0" r="0" b="0"/>
              <a:pathLst>
                <a:path w="11774" h="44931">
                  <a:moveTo>
                    <a:pt x="0" y="0"/>
                  </a:moveTo>
                  <a:lnTo>
                    <a:pt x="11774" y="44931"/>
                  </a:lnTo>
                </a:path>
              </a:pathLst>
            </a:custGeom>
            <a:noFill/>
            <a:ln w="20003">
              <a:solidFill>
                <a:srgbClr val="8092A1"/>
              </a:solidFill>
            </a:ln>
          </p:spPr>
        </p:sp>
        <p:sp>
          <p:nvSpPr>
            <p:cNvPr id="714" name="Input_receptor__713">
              <a:extLst>
                <a:ext uri="{FF2B5EF4-FFF2-40B4-BE49-F238E27FC236}">
                  <a16:creationId xmlns:a16="http://schemas.microsoft.com/office/drawing/2014/main" id="{718E73D1-4086-2EC8-4E6A-8FAB599BE4CD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384240"/>
              <a:ext cx="5367" cy="46067"/>
            </a:xfrm>
            <a:custGeom>
              <a:avLst/>
              <a:gdLst/>
              <a:ahLst/>
              <a:cxnLst/>
              <a:rect l="0" t="0" r="0" b="0"/>
              <a:pathLst>
                <a:path w="5367" h="46067">
                  <a:moveTo>
                    <a:pt x="0" y="46067"/>
                  </a:moveTo>
                  <a:lnTo>
                    <a:pt x="5367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5" name="Input_receptor__714">
              <a:extLst>
                <a:ext uri="{FF2B5EF4-FFF2-40B4-BE49-F238E27FC236}">
                  <a16:creationId xmlns:a16="http://schemas.microsoft.com/office/drawing/2014/main" id="{89C4313A-AE0A-9F91-5212-FE8FF8E21C3F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41800"/>
              <a:ext cx="37897" cy="23112"/>
            </a:xfrm>
            <a:custGeom>
              <a:avLst/>
              <a:gdLst/>
              <a:ahLst/>
              <a:cxnLst/>
              <a:rect l="0" t="0" r="0" b="0"/>
              <a:pathLst>
                <a:path w="37897" h="23112">
                  <a:moveTo>
                    <a:pt x="37897" y="0"/>
                  </a:moveTo>
                  <a:lnTo>
                    <a:pt x="0" y="2311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6" name="Input_receptor__715">
              <a:extLst>
                <a:ext uri="{FF2B5EF4-FFF2-40B4-BE49-F238E27FC236}">
                  <a16:creationId xmlns:a16="http://schemas.microsoft.com/office/drawing/2014/main" id="{1FD0B7CE-4B12-3DB0-911C-60F3A36DE668}"/>
                </a:ext>
              </a:extLst>
            </p:cNvPr>
            <p:cNvSpPr>
              <a:spLocks noGrp="1"/>
            </p:cNvSpPr>
            <p:nvPr/>
          </p:nvSpPr>
          <p:spPr>
            <a:xfrm>
              <a:off x="1811816" y="5380855"/>
              <a:ext cx="45455" cy="14747"/>
            </a:xfrm>
            <a:custGeom>
              <a:avLst/>
              <a:gdLst/>
              <a:ahLst/>
              <a:cxnLst/>
              <a:rect l="0" t="0" r="0" b="0"/>
              <a:pathLst>
                <a:path w="45455" h="14747">
                  <a:moveTo>
                    <a:pt x="0" y="14747"/>
                  </a:moveTo>
                  <a:lnTo>
                    <a:pt x="45455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17" name="Input_receptor__716">
              <a:extLst>
                <a:ext uri="{FF2B5EF4-FFF2-40B4-BE49-F238E27FC236}">
                  <a16:creationId xmlns:a16="http://schemas.microsoft.com/office/drawing/2014/main" id="{AAA0E118-44BE-841B-322D-B9E71BE627B0}"/>
                </a:ext>
              </a:extLst>
            </p:cNvPr>
            <p:cNvSpPr>
              <a:spLocks noGrp="1"/>
            </p:cNvSpPr>
            <p:nvPr/>
          </p:nvSpPr>
          <p:spPr>
            <a:xfrm>
              <a:off x="1738707" y="5064659"/>
              <a:ext cx="11483" cy="40647"/>
            </a:xfrm>
            <a:custGeom>
              <a:avLst/>
              <a:gdLst/>
              <a:ahLst/>
              <a:cxnLst/>
              <a:rect l="0" t="0" r="0" b="0"/>
              <a:pathLst>
                <a:path w="11483" h="40647">
                  <a:moveTo>
                    <a:pt x="0" y="0"/>
                  </a:moveTo>
                  <a:lnTo>
                    <a:pt x="11483" y="4064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8" name="Input_receptor__717">
              <a:extLst>
                <a:ext uri="{FF2B5EF4-FFF2-40B4-BE49-F238E27FC236}">
                  <a16:creationId xmlns:a16="http://schemas.microsoft.com/office/drawing/2014/main" id="{2FE63ADA-269F-2E2D-8BA3-A7F8B27A0EE7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68511"/>
              <a:ext cx="3438" cy="6173"/>
            </a:xfrm>
            <a:custGeom>
              <a:avLst/>
              <a:gdLst/>
              <a:ahLst/>
              <a:cxnLst/>
              <a:rect l="0" t="0" r="0" b="0"/>
              <a:pathLst>
                <a:path w="3438" h="6173">
                  <a:moveTo>
                    <a:pt x="0" y="6173"/>
                  </a:moveTo>
                  <a:lnTo>
                    <a:pt x="3438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9" name="Input_receptor__718">
              <a:extLst>
                <a:ext uri="{FF2B5EF4-FFF2-40B4-BE49-F238E27FC236}">
                  <a16:creationId xmlns:a16="http://schemas.microsoft.com/office/drawing/2014/main" id="{53AC46A2-6E76-A245-A1BD-7CFB570066E0}"/>
                </a:ext>
              </a:extLst>
            </p:cNvPr>
            <p:cNvSpPr>
              <a:spLocks noGrp="1"/>
            </p:cNvSpPr>
            <p:nvPr/>
          </p:nvSpPr>
          <p:spPr>
            <a:xfrm>
              <a:off x="1389525" y="5222246"/>
              <a:ext cx="13738" cy="26671"/>
            </a:xfrm>
            <a:custGeom>
              <a:avLst/>
              <a:gdLst/>
              <a:ahLst/>
              <a:cxnLst/>
              <a:rect l="0" t="0" r="0" b="0"/>
              <a:pathLst>
                <a:path w="13738" h="26671">
                  <a:moveTo>
                    <a:pt x="13738" y="26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0" name="Input_receptor__719">
              <a:extLst>
                <a:ext uri="{FF2B5EF4-FFF2-40B4-BE49-F238E27FC236}">
                  <a16:creationId xmlns:a16="http://schemas.microsoft.com/office/drawing/2014/main" id="{C1B771D1-4232-17AD-1A04-6C22A61BC59B}"/>
                </a:ext>
              </a:extLst>
            </p:cNvPr>
            <p:cNvSpPr>
              <a:spLocks noGrp="1"/>
            </p:cNvSpPr>
            <p:nvPr/>
          </p:nvSpPr>
          <p:spPr>
            <a:xfrm>
              <a:off x="1240110" y="5335332"/>
              <a:ext cx="3440" cy="48015"/>
            </a:xfrm>
            <a:custGeom>
              <a:avLst/>
              <a:gdLst/>
              <a:ahLst/>
              <a:cxnLst/>
              <a:rect l="0" t="0" r="0" b="0"/>
              <a:pathLst>
                <a:path w="3440" h="48015">
                  <a:moveTo>
                    <a:pt x="3440" y="0"/>
                  </a:moveTo>
                  <a:lnTo>
                    <a:pt x="0" y="48015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1" name="Input_receptor__720">
              <a:extLst>
                <a:ext uri="{FF2B5EF4-FFF2-40B4-BE49-F238E27FC236}">
                  <a16:creationId xmlns:a16="http://schemas.microsoft.com/office/drawing/2014/main" id="{576A80B1-7F05-CB28-DAC7-BCB6EB204534}"/>
                </a:ext>
              </a:extLst>
            </p:cNvPr>
            <p:cNvSpPr>
              <a:spLocks noGrp="1"/>
            </p:cNvSpPr>
            <p:nvPr/>
          </p:nvSpPr>
          <p:spPr>
            <a:xfrm>
              <a:off x="1737134" y="5408944"/>
              <a:ext cx="21614" cy="35592"/>
            </a:xfrm>
            <a:custGeom>
              <a:avLst/>
              <a:gdLst/>
              <a:ahLst/>
              <a:cxnLst/>
              <a:rect l="0" t="0" r="0" b="0"/>
              <a:pathLst>
                <a:path w="21614" h="35592">
                  <a:moveTo>
                    <a:pt x="0" y="0"/>
                  </a:moveTo>
                  <a:lnTo>
                    <a:pt x="21614" y="35592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2" name="Input_receptor__721">
              <a:extLst>
                <a:ext uri="{FF2B5EF4-FFF2-40B4-BE49-F238E27FC236}">
                  <a16:creationId xmlns:a16="http://schemas.microsoft.com/office/drawing/2014/main" id="{2103E57D-DA30-A7BA-083C-5D2B69B61DA5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05306"/>
              <a:ext cx="37973" cy="23410"/>
            </a:xfrm>
            <a:custGeom>
              <a:avLst/>
              <a:gdLst/>
              <a:ahLst/>
              <a:cxnLst/>
              <a:rect l="0" t="0" r="0" b="0"/>
              <a:pathLst>
                <a:path w="37973" h="23410">
                  <a:moveTo>
                    <a:pt x="37973" y="0"/>
                  </a:moveTo>
                  <a:lnTo>
                    <a:pt x="0" y="2341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3" name="Input_receptor__722">
              <a:extLst>
                <a:ext uri="{FF2B5EF4-FFF2-40B4-BE49-F238E27FC236}">
                  <a16:creationId xmlns:a16="http://schemas.microsoft.com/office/drawing/2014/main" id="{5F7A1439-CC32-2DA1-47F9-531838D0DBF9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18239" cy="12477"/>
            </a:xfrm>
            <a:custGeom>
              <a:avLst/>
              <a:gdLst/>
              <a:ahLst/>
              <a:cxnLst/>
              <a:rect l="0" t="0" r="0" b="0"/>
              <a:pathLst>
                <a:path w="18239" h="12477">
                  <a:moveTo>
                    <a:pt x="0" y="0"/>
                  </a:moveTo>
                  <a:lnTo>
                    <a:pt x="18239" y="1247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4" name="Input_receptor__723">
              <a:extLst>
                <a:ext uri="{FF2B5EF4-FFF2-40B4-BE49-F238E27FC236}">
                  <a16:creationId xmlns:a16="http://schemas.microsoft.com/office/drawing/2014/main" id="{6453E275-7C9F-431A-AB62-DED49C7B19F9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78818"/>
              <a:ext cx="1953" cy="31047"/>
            </a:xfrm>
            <a:custGeom>
              <a:avLst/>
              <a:gdLst/>
              <a:ahLst/>
              <a:cxnLst/>
              <a:rect l="0" t="0" r="0" b="0"/>
              <a:pathLst>
                <a:path w="1953" h="31047">
                  <a:moveTo>
                    <a:pt x="0" y="31047"/>
                  </a:moveTo>
                  <a:lnTo>
                    <a:pt x="1953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5" name="Input_receptor__724">
              <a:extLst>
                <a:ext uri="{FF2B5EF4-FFF2-40B4-BE49-F238E27FC236}">
                  <a16:creationId xmlns:a16="http://schemas.microsoft.com/office/drawing/2014/main" id="{5B38AE9F-D8A1-404E-B0F0-6BCF40586BD0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12660" cy="999"/>
            </a:xfrm>
            <a:custGeom>
              <a:avLst/>
              <a:gdLst/>
              <a:ahLst/>
              <a:cxnLst/>
              <a:rect l="0" t="0" r="0" b="0"/>
              <a:pathLst>
                <a:path w="12660" h="999">
                  <a:moveTo>
                    <a:pt x="0" y="0"/>
                  </a:moveTo>
                  <a:lnTo>
                    <a:pt x="12660" y="99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6" name="Input_receptor__725">
              <a:extLst>
                <a:ext uri="{FF2B5EF4-FFF2-40B4-BE49-F238E27FC236}">
                  <a16:creationId xmlns:a16="http://schemas.microsoft.com/office/drawing/2014/main" id="{9345DAD2-02EC-3C93-0337-99F4277A76E0}"/>
                </a:ext>
              </a:extLst>
            </p:cNvPr>
            <p:cNvSpPr>
              <a:spLocks noGrp="1"/>
            </p:cNvSpPr>
            <p:nvPr/>
          </p:nvSpPr>
          <p:spPr>
            <a:xfrm>
              <a:off x="1283867" y="5254945"/>
              <a:ext cx="32526" cy="33884"/>
            </a:xfrm>
            <a:custGeom>
              <a:avLst/>
              <a:gdLst/>
              <a:ahLst/>
              <a:cxnLst/>
              <a:rect l="0" t="0" r="0" b="0"/>
              <a:pathLst>
                <a:path w="32526" h="33884">
                  <a:moveTo>
                    <a:pt x="32526" y="338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7" name="Input_receptor__726">
              <a:extLst>
                <a:ext uri="{FF2B5EF4-FFF2-40B4-BE49-F238E27FC236}">
                  <a16:creationId xmlns:a16="http://schemas.microsoft.com/office/drawing/2014/main" id="{A38B37E4-7535-9270-ECB3-6D655FBE9FF2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54945"/>
              <a:ext cx="36645" cy="28817"/>
            </a:xfrm>
            <a:custGeom>
              <a:avLst/>
              <a:gdLst/>
              <a:ahLst/>
              <a:cxnLst/>
              <a:rect l="0" t="0" r="0" b="0"/>
              <a:pathLst>
                <a:path w="36645" h="28817">
                  <a:moveTo>
                    <a:pt x="36645" y="0"/>
                  </a:moveTo>
                  <a:lnTo>
                    <a:pt x="0" y="2881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8" name="Input_receptor__727">
              <a:extLst>
                <a:ext uri="{FF2B5EF4-FFF2-40B4-BE49-F238E27FC236}">
                  <a16:creationId xmlns:a16="http://schemas.microsoft.com/office/drawing/2014/main" id="{88C2B362-F28B-D82F-AF69-72B4CF8C8CBF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72592"/>
              <a:ext cx="37452" cy="10037"/>
            </a:xfrm>
            <a:custGeom>
              <a:avLst/>
              <a:gdLst/>
              <a:ahLst/>
              <a:cxnLst/>
              <a:rect l="0" t="0" r="0" b="0"/>
              <a:pathLst>
                <a:path w="37452" h="10037">
                  <a:moveTo>
                    <a:pt x="37452" y="0"/>
                  </a:moveTo>
                  <a:lnTo>
                    <a:pt x="0" y="1003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9" name="Input_receptor__728">
              <a:extLst>
                <a:ext uri="{FF2B5EF4-FFF2-40B4-BE49-F238E27FC236}">
                  <a16:creationId xmlns:a16="http://schemas.microsoft.com/office/drawing/2014/main" id="{F652532F-CEB3-BF27-C1A9-0612C589AD09}"/>
                </a:ext>
              </a:extLst>
            </p:cNvPr>
            <p:cNvSpPr>
              <a:spLocks noGrp="1"/>
            </p:cNvSpPr>
            <p:nvPr/>
          </p:nvSpPr>
          <p:spPr>
            <a:xfrm>
              <a:off x="1845555" y="5182270"/>
              <a:ext cx="10375" cy="46578"/>
            </a:xfrm>
            <a:custGeom>
              <a:avLst/>
              <a:gdLst/>
              <a:ahLst/>
              <a:cxnLst/>
              <a:rect l="0" t="0" r="0" b="0"/>
              <a:pathLst>
                <a:path w="10375" h="46578">
                  <a:moveTo>
                    <a:pt x="10375" y="465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0" name="Input_receptor__729">
              <a:extLst>
                <a:ext uri="{FF2B5EF4-FFF2-40B4-BE49-F238E27FC236}">
                  <a16:creationId xmlns:a16="http://schemas.microsoft.com/office/drawing/2014/main" id="{B072EA0F-599A-530D-F668-FBE59636671C}"/>
                </a:ext>
              </a:extLst>
            </p:cNvPr>
            <p:cNvSpPr>
              <a:spLocks noGrp="1"/>
            </p:cNvSpPr>
            <p:nvPr/>
          </p:nvSpPr>
          <p:spPr>
            <a:xfrm>
              <a:off x="1267710" y="4460157"/>
              <a:ext cx="35942" cy="14554"/>
            </a:xfrm>
            <a:custGeom>
              <a:avLst/>
              <a:gdLst/>
              <a:ahLst/>
              <a:cxnLst/>
              <a:rect l="0" t="0" r="0" b="0"/>
              <a:pathLst>
                <a:path w="35942" h="14554">
                  <a:moveTo>
                    <a:pt x="0" y="0"/>
                  </a:moveTo>
                  <a:lnTo>
                    <a:pt x="35942" y="1455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1" name="Input_receptor__730">
              <a:extLst>
                <a:ext uri="{FF2B5EF4-FFF2-40B4-BE49-F238E27FC236}">
                  <a16:creationId xmlns:a16="http://schemas.microsoft.com/office/drawing/2014/main" id="{FAC1D903-5043-5213-DC07-00F7D82398F1}"/>
                </a:ext>
              </a:extLst>
            </p:cNvPr>
            <p:cNvSpPr>
              <a:spLocks noGrp="1"/>
            </p:cNvSpPr>
            <p:nvPr/>
          </p:nvSpPr>
          <p:spPr>
            <a:xfrm>
              <a:off x="1328236" y="5172592"/>
              <a:ext cx="34798" cy="8842"/>
            </a:xfrm>
            <a:custGeom>
              <a:avLst/>
              <a:gdLst/>
              <a:ahLst/>
              <a:cxnLst/>
              <a:rect l="0" t="0" r="0" b="0"/>
              <a:pathLst>
                <a:path w="34798" h="8842">
                  <a:moveTo>
                    <a:pt x="34798" y="8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2" name="Input_receptor__731">
              <a:extLst>
                <a:ext uri="{FF2B5EF4-FFF2-40B4-BE49-F238E27FC236}">
                  <a16:creationId xmlns:a16="http://schemas.microsoft.com/office/drawing/2014/main" id="{382D9D70-9985-3A7E-6BB4-5A32FF4AB93B}"/>
                </a:ext>
              </a:extLst>
            </p:cNvPr>
            <p:cNvSpPr>
              <a:spLocks noGrp="1"/>
            </p:cNvSpPr>
            <p:nvPr/>
          </p:nvSpPr>
          <p:spPr>
            <a:xfrm>
              <a:off x="1212397" y="4394667"/>
              <a:ext cx="43539" cy="20559"/>
            </a:xfrm>
            <a:custGeom>
              <a:avLst/>
              <a:gdLst/>
              <a:ahLst/>
              <a:cxnLst/>
              <a:rect l="0" t="0" r="0" b="0"/>
              <a:pathLst>
                <a:path w="43539" h="20559">
                  <a:moveTo>
                    <a:pt x="0" y="0"/>
                  </a:moveTo>
                  <a:lnTo>
                    <a:pt x="43539" y="2055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3" name="Input_receptor__732">
              <a:extLst>
                <a:ext uri="{FF2B5EF4-FFF2-40B4-BE49-F238E27FC236}">
                  <a16:creationId xmlns:a16="http://schemas.microsoft.com/office/drawing/2014/main" id="{DA88CD41-BFB3-5612-5DD8-FB3B9649814B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76131"/>
              <a:ext cx="32480" cy="19881"/>
            </a:xfrm>
            <a:custGeom>
              <a:avLst/>
              <a:gdLst/>
              <a:ahLst/>
              <a:cxnLst/>
              <a:rect l="0" t="0" r="0" b="0"/>
              <a:pathLst>
                <a:path w="32480" h="19881">
                  <a:moveTo>
                    <a:pt x="32480" y="0"/>
                  </a:moveTo>
                  <a:lnTo>
                    <a:pt x="0" y="19881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4" name="Input_receptor__733">
              <a:extLst>
                <a:ext uri="{FF2B5EF4-FFF2-40B4-BE49-F238E27FC236}">
                  <a16:creationId xmlns:a16="http://schemas.microsoft.com/office/drawing/2014/main" id="{CA3189F3-F6E1-2261-581D-D0575DABC06D}"/>
                </a:ext>
              </a:extLst>
            </p:cNvPr>
            <p:cNvSpPr>
              <a:spLocks noGrp="1"/>
            </p:cNvSpPr>
            <p:nvPr/>
          </p:nvSpPr>
          <p:spPr>
            <a:xfrm>
              <a:off x="1790795" y="4840413"/>
              <a:ext cx="41413" cy="24654"/>
            </a:xfrm>
            <a:custGeom>
              <a:avLst/>
              <a:gdLst/>
              <a:ahLst/>
              <a:cxnLst/>
              <a:rect l="0" t="0" r="0" b="0"/>
              <a:pathLst>
                <a:path w="41413" h="24654">
                  <a:moveTo>
                    <a:pt x="41413" y="24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5" name="Input_receptor__734">
              <a:extLst>
                <a:ext uri="{FF2B5EF4-FFF2-40B4-BE49-F238E27FC236}">
                  <a16:creationId xmlns:a16="http://schemas.microsoft.com/office/drawing/2014/main" id="{4ABCB9C9-5859-71AB-E6DD-13C6F92B4510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36483"/>
              <a:ext cx="144" cy="46086"/>
            </a:xfrm>
            <a:custGeom>
              <a:avLst/>
              <a:gdLst/>
              <a:ahLst/>
              <a:cxnLst/>
              <a:rect l="0" t="0" r="0" b="0"/>
              <a:pathLst>
                <a:path w="144" h="46086">
                  <a:moveTo>
                    <a:pt x="0" y="46086"/>
                  </a:moveTo>
                  <a:lnTo>
                    <a:pt x="144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6" name="Input_receptor__735">
              <a:extLst>
                <a:ext uri="{FF2B5EF4-FFF2-40B4-BE49-F238E27FC236}">
                  <a16:creationId xmlns:a16="http://schemas.microsoft.com/office/drawing/2014/main" id="{E0A1D605-E868-0EBA-DC33-1F3AA895508F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595160"/>
              <a:ext cx="22555" cy="38238"/>
            </a:xfrm>
            <a:custGeom>
              <a:avLst/>
              <a:gdLst/>
              <a:ahLst/>
              <a:cxnLst/>
              <a:rect l="0" t="0" r="0" b="0"/>
              <a:pathLst>
                <a:path w="22555" h="38238">
                  <a:moveTo>
                    <a:pt x="0" y="38238"/>
                  </a:moveTo>
                  <a:lnTo>
                    <a:pt x="22555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7" name="Input_receptor__736">
              <a:extLst>
                <a:ext uri="{FF2B5EF4-FFF2-40B4-BE49-F238E27FC236}">
                  <a16:creationId xmlns:a16="http://schemas.microsoft.com/office/drawing/2014/main" id="{11C4B907-972B-0CB5-9532-4A39A43BAC83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93289"/>
              <a:ext cx="6879" cy="27684"/>
            </a:xfrm>
            <a:custGeom>
              <a:avLst/>
              <a:gdLst/>
              <a:ahLst/>
              <a:cxnLst/>
              <a:rect l="0" t="0" r="0" b="0"/>
              <a:pathLst>
                <a:path w="6879" h="27684">
                  <a:moveTo>
                    <a:pt x="6879" y="0"/>
                  </a:moveTo>
                  <a:lnTo>
                    <a:pt x="0" y="2768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8" name="Input_receptor__737">
              <a:extLst>
                <a:ext uri="{FF2B5EF4-FFF2-40B4-BE49-F238E27FC236}">
                  <a16:creationId xmlns:a16="http://schemas.microsoft.com/office/drawing/2014/main" id="{D28B710E-8E68-2014-1BC9-D3C2C2ACFA51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48917"/>
              <a:ext cx="20882" cy="38777"/>
            </a:xfrm>
            <a:custGeom>
              <a:avLst/>
              <a:gdLst/>
              <a:ahLst/>
              <a:cxnLst/>
              <a:rect l="0" t="0" r="0" b="0"/>
              <a:pathLst>
                <a:path w="20882" h="38777">
                  <a:moveTo>
                    <a:pt x="0" y="38777"/>
                  </a:moveTo>
                  <a:lnTo>
                    <a:pt x="20882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9" name="Input_receptor__738">
              <a:extLst>
                <a:ext uri="{FF2B5EF4-FFF2-40B4-BE49-F238E27FC236}">
                  <a16:creationId xmlns:a16="http://schemas.microsoft.com/office/drawing/2014/main" id="{F5312961-5FF8-4365-F4EE-53F82D4D8629}"/>
                </a:ext>
              </a:extLst>
            </p:cNvPr>
            <p:cNvSpPr>
              <a:spLocks noGrp="1"/>
            </p:cNvSpPr>
            <p:nvPr/>
          </p:nvSpPr>
          <p:spPr>
            <a:xfrm>
              <a:off x="1764879" y="4892769"/>
              <a:ext cx="27875" cy="38231"/>
            </a:xfrm>
            <a:custGeom>
              <a:avLst/>
              <a:gdLst/>
              <a:ahLst/>
              <a:cxnLst/>
              <a:rect l="0" t="0" r="0" b="0"/>
              <a:pathLst>
                <a:path w="27875" h="38231">
                  <a:moveTo>
                    <a:pt x="27875" y="382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0" name="Input_receptor__739">
              <a:extLst>
                <a:ext uri="{FF2B5EF4-FFF2-40B4-BE49-F238E27FC236}">
                  <a16:creationId xmlns:a16="http://schemas.microsoft.com/office/drawing/2014/main" id="{74E8943D-A664-8F2F-8CBF-25C3124218CC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223986"/>
              <a:ext cx="443" cy="13610"/>
            </a:xfrm>
            <a:custGeom>
              <a:avLst/>
              <a:gdLst/>
              <a:ahLst/>
              <a:cxnLst/>
              <a:rect l="0" t="0" r="0" b="0"/>
              <a:pathLst>
                <a:path w="443" h="13610">
                  <a:moveTo>
                    <a:pt x="443" y="136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1" name="Input_receptor__740">
              <a:extLst>
                <a:ext uri="{FF2B5EF4-FFF2-40B4-BE49-F238E27FC236}">
                  <a16:creationId xmlns:a16="http://schemas.microsoft.com/office/drawing/2014/main" id="{F67B6D95-7BFD-85FC-4CE1-92B83649128B}"/>
                </a:ext>
              </a:extLst>
            </p:cNvPr>
            <p:cNvSpPr>
              <a:spLocks noGrp="1"/>
            </p:cNvSpPr>
            <p:nvPr/>
          </p:nvSpPr>
          <p:spPr>
            <a:xfrm>
              <a:off x="1168981" y="5133774"/>
              <a:ext cx="973" cy="42357"/>
            </a:xfrm>
            <a:custGeom>
              <a:avLst/>
              <a:gdLst/>
              <a:ahLst/>
              <a:cxnLst/>
              <a:rect l="0" t="0" r="0" b="0"/>
              <a:pathLst>
                <a:path w="973" h="42357">
                  <a:moveTo>
                    <a:pt x="973" y="0"/>
                  </a:moveTo>
                  <a:lnTo>
                    <a:pt x="0" y="4235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2" name="Input_receptor__741">
              <a:extLst>
                <a:ext uri="{FF2B5EF4-FFF2-40B4-BE49-F238E27FC236}">
                  <a16:creationId xmlns:a16="http://schemas.microsoft.com/office/drawing/2014/main" id="{8FC6C7E7-7CBF-1518-8C7B-902F84B7F1E9}"/>
                </a:ext>
              </a:extLst>
            </p:cNvPr>
            <p:cNvSpPr>
              <a:spLocks noGrp="1"/>
            </p:cNvSpPr>
            <p:nvPr/>
          </p:nvSpPr>
          <p:spPr>
            <a:xfrm>
              <a:off x="1298342" y="5595160"/>
              <a:ext cx="40475" cy="12042"/>
            </a:xfrm>
            <a:custGeom>
              <a:avLst/>
              <a:gdLst/>
              <a:ahLst/>
              <a:cxnLst/>
              <a:rect l="0" t="0" r="0" b="0"/>
              <a:pathLst>
                <a:path w="40475" h="12042">
                  <a:moveTo>
                    <a:pt x="0" y="0"/>
                  </a:moveTo>
                  <a:lnTo>
                    <a:pt x="40475" y="1204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3" name="Input_receptor__742">
              <a:extLst>
                <a:ext uri="{FF2B5EF4-FFF2-40B4-BE49-F238E27FC236}">
                  <a16:creationId xmlns:a16="http://schemas.microsoft.com/office/drawing/2014/main" id="{7E19812A-D49E-AA25-93D1-7939A711672A}"/>
                </a:ext>
              </a:extLst>
            </p:cNvPr>
            <p:cNvSpPr>
              <a:spLocks noGrp="1"/>
            </p:cNvSpPr>
            <p:nvPr/>
          </p:nvSpPr>
          <p:spPr>
            <a:xfrm>
              <a:off x="1095008" y="4938874"/>
              <a:ext cx="33892" cy="28078"/>
            </a:xfrm>
            <a:custGeom>
              <a:avLst/>
              <a:gdLst/>
              <a:ahLst/>
              <a:cxnLst/>
              <a:rect l="0" t="0" r="0" b="0"/>
              <a:pathLst>
                <a:path w="33892" h="28078">
                  <a:moveTo>
                    <a:pt x="33892" y="280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44" name="Input_receptor__743">
              <a:extLst>
                <a:ext uri="{FF2B5EF4-FFF2-40B4-BE49-F238E27FC236}">
                  <a16:creationId xmlns:a16="http://schemas.microsoft.com/office/drawing/2014/main" id="{F778CC26-F8FD-62F2-F1D6-1548020DB4F5}"/>
                </a:ext>
              </a:extLst>
            </p:cNvPr>
            <p:cNvSpPr>
              <a:spLocks noGrp="1"/>
            </p:cNvSpPr>
            <p:nvPr/>
          </p:nvSpPr>
          <p:spPr>
            <a:xfrm>
              <a:off x="1045652" y="4401083"/>
              <a:ext cx="14746" cy="5755"/>
            </a:xfrm>
            <a:custGeom>
              <a:avLst/>
              <a:gdLst/>
              <a:ahLst/>
              <a:cxnLst/>
              <a:rect l="0" t="0" r="0" b="0"/>
              <a:pathLst>
                <a:path w="14746" h="5755">
                  <a:moveTo>
                    <a:pt x="0" y="5755"/>
                  </a:moveTo>
                  <a:lnTo>
                    <a:pt x="14746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5" name="Input_receptor__744">
              <a:extLst>
                <a:ext uri="{FF2B5EF4-FFF2-40B4-BE49-F238E27FC236}">
                  <a16:creationId xmlns:a16="http://schemas.microsoft.com/office/drawing/2014/main" id="{97C273CE-A1FC-783C-2669-377785DDB4D7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21821"/>
              <a:ext cx="28224" cy="3728"/>
            </a:xfrm>
            <a:custGeom>
              <a:avLst/>
              <a:gdLst/>
              <a:ahLst/>
              <a:cxnLst/>
              <a:rect l="0" t="0" r="0" b="0"/>
              <a:pathLst>
                <a:path w="28224" h="3728">
                  <a:moveTo>
                    <a:pt x="0" y="0"/>
                  </a:moveTo>
                  <a:lnTo>
                    <a:pt x="28224" y="3728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6" name="Input_receptor__745">
              <a:extLst>
                <a:ext uri="{FF2B5EF4-FFF2-40B4-BE49-F238E27FC236}">
                  <a16:creationId xmlns:a16="http://schemas.microsoft.com/office/drawing/2014/main" id="{C806B1B9-C6A8-DBE7-D65C-2AEEFFED030B}"/>
                </a:ext>
              </a:extLst>
            </p:cNvPr>
            <p:cNvSpPr>
              <a:spLocks noGrp="1"/>
            </p:cNvSpPr>
            <p:nvPr/>
          </p:nvSpPr>
          <p:spPr>
            <a:xfrm>
              <a:off x="1071558" y="4900496"/>
              <a:ext cx="23450" cy="38378"/>
            </a:xfrm>
            <a:custGeom>
              <a:avLst/>
              <a:gdLst/>
              <a:ahLst/>
              <a:cxnLst/>
              <a:rect l="0" t="0" r="0" b="0"/>
              <a:pathLst>
                <a:path w="23450" h="38378">
                  <a:moveTo>
                    <a:pt x="23450" y="383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293A1"/>
              </a:solidFill>
            </a:ln>
          </p:spPr>
        </p:sp>
        <p:sp>
          <p:nvSpPr>
            <p:cNvPr id="747" name="Input_receptor__746">
              <a:extLst>
                <a:ext uri="{FF2B5EF4-FFF2-40B4-BE49-F238E27FC236}">
                  <a16:creationId xmlns:a16="http://schemas.microsoft.com/office/drawing/2014/main" id="{655AF6EC-9590-06CB-9ED7-39A4CB34786C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214229"/>
              <a:ext cx="34374" cy="13207"/>
            </a:xfrm>
            <a:custGeom>
              <a:avLst/>
              <a:gdLst/>
              <a:ahLst/>
              <a:cxnLst/>
              <a:rect l="0" t="0" r="0" b="0"/>
              <a:pathLst>
                <a:path w="34374" h="13207">
                  <a:moveTo>
                    <a:pt x="0" y="13207"/>
                  </a:moveTo>
                  <a:lnTo>
                    <a:pt x="34374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8" name="Input_receptor__747">
              <a:extLst>
                <a:ext uri="{FF2B5EF4-FFF2-40B4-BE49-F238E27FC236}">
                  <a16:creationId xmlns:a16="http://schemas.microsoft.com/office/drawing/2014/main" id="{CB357FCD-CF6D-2FFE-0D4F-C6CD64F1236B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9548" cy="21186"/>
            </a:xfrm>
            <a:custGeom>
              <a:avLst/>
              <a:gdLst/>
              <a:ahLst/>
              <a:cxnLst/>
              <a:rect l="0" t="0" r="0" b="0"/>
              <a:pathLst>
                <a:path w="29548" h="21186">
                  <a:moveTo>
                    <a:pt x="0" y="0"/>
                  </a:moveTo>
                  <a:lnTo>
                    <a:pt x="29548" y="21186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49" name="Input_receptor__748">
              <a:extLst>
                <a:ext uri="{FF2B5EF4-FFF2-40B4-BE49-F238E27FC236}">
                  <a16:creationId xmlns:a16="http://schemas.microsoft.com/office/drawing/2014/main" id="{ACF97E6B-0054-8C01-674A-7B2EFCC883CD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53698"/>
              <a:ext cx="15065" cy="3472"/>
            </a:xfrm>
            <a:custGeom>
              <a:avLst/>
              <a:gdLst/>
              <a:ahLst/>
              <a:cxnLst/>
              <a:rect l="0" t="0" r="0" b="0"/>
              <a:pathLst>
                <a:path w="15065" h="3472">
                  <a:moveTo>
                    <a:pt x="15065" y="0"/>
                  </a:moveTo>
                  <a:lnTo>
                    <a:pt x="0" y="3472"/>
                  </a:lnTo>
                </a:path>
              </a:pathLst>
            </a:custGeom>
            <a:noFill/>
            <a:ln w="8096">
              <a:solidFill>
                <a:srgbClr val="8294A1"/>
              </a:solidFill>
            </a:ln>
          </p:spPr>
        </p:sp>
        <p:sp>
          <p:nvSpPr>
            <p:cNvPr id="750" name="Input_receptor__749">
              <a:extLst>
                <a:ext uri="{FF2B5EF4-FFF2-40B4-BE49-F238E27FC236}">
                  <a16:creationId xmlns:a16="http://schemas.microsoft.com/office/drawing/2014/main" id="{44340061-FD96-76EB-5513-3F65B165BB57}"/>
                </a:ext>
              </a:extLst>
            </p:cNvPr>
            <p:cNvSpPr>
              <a:spLocks noGrp="1"/>
            </p:cNvSpPr>
            <p:nvPr/>
          </p:nvSpPr>
          <p:spPr>
            <a:xfrm>
              <a:off x="1699244" y="5214229"/>
              <a:ext cx="30592" cy="16519"/>
            </a:xfrm>
            <a:custGeom>
              <a:avLst/>
              <a:gdLst/>
              <a:ahLst/>
              <a:cxnLst/>
              <a:rect l="0" t="0" r="0" b="0"/>
              <a:pathLst>
                <a:path w="30592" h="16519">
                  <a:moveTo>
                    <a:pt x="0" y="0"/>
                  </a:moveTo>
                  <a:lnTo>
                    <a:pt x="30592" y="16519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1" name="Input_receptor__750">
              <a:extLst>
                <a:ext uri="{FF2B5EF4-FFF2-40B4-BE49-F238E27FC236}">
                  <a16:creationId xmlns:a16="http://schemas.microsoft.com/office/drawing/2014/main" id="{6D4559DC-3FD7-0F3E-E398-AF4B14E5F9BD}"/>
                </a:ext>
              </a:extLst>
            </p:cNvPr>
            <p:cNvSpPr>
              <a:spLocks noGrp="1"/>
            </p:cNvSpPr>
            <p:nvPr/>
          </p:nvSpPr>
          <p:spPr>
            <a:xfrm>
              <a:off x="1128901" y="4952620"/>
              <a:ext cx="37589" cy="14332"/>
            </a:xfrm>
            <a:custGeom>
              <a:avLst/>
              <a:gdLst/>
              <a:ahLst/>
              <a:cxnLst/>
              <a:rect l="0" t="0" r="0" b="0"/>
              <a:pathLst>
                <a:path w="37589" h="14332">
                  <a:moveTo>
                    <a:pt x="37589" y="0"/>
                  </a:moveTo>
                  <a:lnTo>
                    <a:pt x="0" y="14332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2" name="Input_receptor__751">
              <a:extLst>
                <a:ext uri="{FF2B5EF4-FFF2-40B4-BE49-F238E27FC236}">
                  <a16:creationId xmlns:a16="http://schemas.microsoft.com/office/drawing/2014/main" id="{F3422FEC-DC07-0616-4234-2EEE16BD2857}"/>
                </a:ext>
              </a:extLst>
            </p:cNvPr>
            <p:cNvSpPr>
              <a:spLocks noGrp="1"/>
            </p:cNvSpPr>
            <p:nvPr/>
          </p:nvSpPr>
          <p:spPr>
            <a:xfrm>
              <a:off x="1333221" y="5607201"/>
              <a:ext cx="5596" cy="45823"/>
            </a:xfrm>
            <a:custGeom>
              <a:avLst/>
              <a:gdLst/>
              <a:ahLst/>
              <a:cxnLst/>
              <a:rect l="0" t="0" r="0" b="0"/>
              <a:pathLst>
                <a:path w="5596" h="45823">
                  <a:moveTo>
                    <a:pt x="5596" y="0"/>
                  </a:moveTo>
                  <a:lnTo>
                    <a:pt x="0" y="45823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3" name="Input_receptor__752">
              <a:extLst>
                <a:ext uri="{FF2B5EF4-FFF2-40B4-BE49-F238E27FC236}">
                  <a16:creationId xmlns:a16="http://schemas.microsoft.com/office/drawing/2014/main" id="{C4FA1A6F-79AC-4953-42FF-375F16439F4E}"/>
                </a:ext>
              </a:extLst>
            </p:cNvPr>
            <p:cNvSpPr>
              <a:spLocks noGrp="1"/>
            </p:cNvSpPr>
            <p:nvPr/>
          </p:nvSpPr>
          <p:spPr>
            <a:xfrm>
              <a:off x="1857271" y="5348405"/>
              <a:ext cx="22151" cy="32450"/>
            </a:xfrm>
            <a:custGeom>
              <a:avLst/>
              <a:gdLst/>
              <a:ahLst/>
              <a:cxnLst/>
              <a:rect l="0" t="0" r="0" b="0"/>
              <a:pathLst>
                <a:path w="22151" h="32450">
                  <a:moveTo>
                    <a:pt x="0" y="32450"/>
                  </a:moveTo>
                  <a:lnTo>
                    <a:pt x="22151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4" name="Input_receptor__753">
              <a:extLst>
                <a:ext uri="{FF2B5EF4-FFF2-40B4-BE49-F238E27FC236}">
                  <a16:creationId xmlns:a16="http://schemas.microsoft.com/office/drawing/2014/main" id="{EF63B75F-59C7-67C9-218E-D85669DE5788}"/>
                </a:ext>
              </a:extLst>
            </p:cNvPr>
            <p:cNvSpPr>
              <a:spLocks noGrp="1"/>
            </p:cNvSpPr>
            <p:nvPr/>
          </p:nvSpPr>
          <p:spPr>
            <a:xfrm>
              <a:off x="1525891" y="4625016"/>
              <a:ext cx="36699" cy="18773"/>
            </a:xfrm>
            <a:custGeom>
              <a:avLst/>
              <a:gdLst/>
              <a:ahLst/>
              <a:cxnLst/>
              <a:rect l="0" t="0" r="0" b="0"/>
              <a:pathLst>
                <a:path w="36699" h="18773">
                  <a:moveTo>
                    <a:pt x="36699" y="0"/>
                  </a:moveTo>
                  <a:lnTo>
                    <a:pt x="0" y="18773"/>
                  </a:lnTo>
                </a:path>
              </a:pathLst>
            </a:custGeom>
            <a:noFill/>
            <a:ln w="8096">
              <a:solidFill>
                <a:srgbClr val="8294A2"/>
              </a:solidFill>
            </a:ln>
          </p:spPr>
        </p:sp>
        <p:sp>
          <p:nvSpPr>
            <p:cNvPr id="755" name="Input_receptor__754">
              <a:extLst>
                <a:ext uri="{FF2B5EF4-FFF2-40B4-BE49-F238E27FC236}">
                  <a16:creationId xmlns:a16="http://schemas.microsoft.com/office/drawing/2014/main" id="{7DB424BE-02DC-5011-D8AA-B55B090D6EED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39604" cy="2032"/>
            </a:xfrm>
            <a:custGeom>
              <a:avLst/>
              <a:gdLst/>
              <a:ahLst/>
              <a:cxnLst/>
              <a:rect l="0" t="0" r="0" b="0"/>
              <a:pathLst>
                <a:path w="39604" h="2032">
                  <a:moveTo>
                    <a:pt x="0" y="0"/>
                  </a:moveTo>
                  <a:lnTo>
                    <a:pt x="39604" y="2032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6" name="Input_receptor__755">
              <a:extLst>
                <a:ext uri="{FF2B5EF4-FFF2-40B4-BE49-F238E27FC236}">
                  <a16:creationId xmlns:a16="http://schemas.microsoft.com/office/drawing/2014/main" id="{DC231B4A-862C-FA70-F698-3A477A6F8478}"/>
                </a:ext>
              </a:extLst>
            </p:cNvPr>
            <p:cNvSpPr>
              <a:spLocks noGrp="1"/>
            </p:cNvSpPr>
            <p:nvPr/>
          </p:nvSpPr>
          <p:spPr>
            <a:xfrm>
              <a:off x="1753567" y="4931001"/>
              <a:ext cx="39187" cy="26427"/>
            </a:xfrm>
            <a:custGeom>
              <a:avLst/>
              <a:gdLst/>
              <a:ahLst/>
              <a:cxnLst/>
              <a:rect l="0" t="0" r="0" b="0"/>
              <a:pathLst>
                <a:path w="39187" h="26427">
                  <a:moveTo>
                    <a:pt x="0" y="26427"/>
                  </a:moveTo>
                  <a:lnTo>
                    <a:pt x="3918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7" name="Input_receptor__756">
              <a:extLst>
                <a:ext uri="{FF2B5EF4-FFF2-40B4-BE49-F238E27FC236}">
                  <a16:creationId xmlns:a16="http://schemas.microsoft.com/office/drawing/2014/main" id="{053063E5-9CD5-A852-243A-4C7C7D65438A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83284"/>
              <a:ext cx="42981" cy="16954"/>
            </a:xfrm>
            <a:custGeom>
              <a:avLst/>
              <a:gdLst/>
              <a:ahLst/>
              <a:cxnLst/>
              <a:rect l="0" t="0" r="0" b="0"/>
              <a:pathLst>
                <a:path w="42981" h="16954">
                  <a:moveTo>
                    <a:pt x="42981" y="16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8" name="Input_receptor__757">
              <a:extLst>
                <a:ext uri="{FF2B5EF4-FFF2-40B4-BE49-F238E27FC236}">
                  <a16:creationId xmlns:a16="http://schemas.microsoft.com/office/drawing/2014/main" id="{DC312CD7-FA74-3330-A45A-84F41A6FEBB8}"/>
                </a:ext>
              </a:extLst>
            </p:cNvPr>
            <p:cNvSpPr>
              <a:spLocks noGrp="1"/>
            </p:cNvSpPr>
            <p:nvPr/>
          </p:nvSpPr>
          <p:spPr>
            <a:xfrm>
              <a:off x="1424970" y="5057400"/>
              <a:ext cx="39657" cy="26567"/>
            </a:xfrm>
            <a:custGeom>
              <a:avLst/>
              <a:gdLst/>
              <a:ahLst/>
              <a:cxnLst/>
              <a:rect l="0" t="0" r="0" b="0"/>
              <a:pathLst>
                <a:path w="39657" h="26567">
                  <a:moveTo>
                    <a:pt x="39657" y="265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9" name="Input_receptor__758">
              <a:extLst>
                <a:ext uri="{FF2B5EF4-FFF2-40B4-BE49-F238E27FC236}">
                  <a16:creationId xmlns:a16="http://schemas.microsoft.com/office/drawing/2014/main" id="{47DD3479-0B14-B1F4-427B-8C5551955B12}"/>
                </a:ext>
              </a:extLst>
            </p:cNvPr>
            <p:cNvSpPr>
              <a:spLocks noGrp="1"/>
            </p:cNvSpPr>
            <p:nvPr/>
          </p:nvSpPr>
          <p:spPr>
            <a:xfrm>
              <a:off x="1135577" y="5299257"/>
              <a:ext cx="40837" cy="23910"/>
            </a:xfrm>
            <a:custGeom>
              <a:avLst/>
              <a:gdLst/>
              <a:ahLst/>
              <a:cxnLst/>
              <a:rect l="0" t="0" r="0" b="0"/>
              <a:pathLst>
                <a:path w="40837" h="23910">
                  <a:moveTo>
                    <a:pt x="0" y="23910"/>
                  </a:moveTo>
                  <a:lnTo>
                    <a:pt x="4083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0" name="Input_receptor__759">
              <a:extLst>
                <a:ext uri="{FF2B5EF4-FFF2-40B4-BE49-F238E27FC236}">
                  <a16:creationId xmlns:a16="http://schemas.microsoft.com/office/drawing/2014/main" id="{22C879A0-11AC-A861-103B-40AC87BAB2AE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84372"/>
              <a:ext cx="47308" cy="9626"/>
            </a:xfrm>
            <a:custGeom>
              <a:avLst/>
              <a:gdLst/>
              <a:ahLst/>
              <a:cxnLst/>
              <a:rect l="0" t="0" r="0" b="0"/>
              <a:pathLst>
                <a:path w="47308" h="9626">
                  <a:moveTo>
                    <a:pt x="47308" y="0"/>
                  </a:moveTo>
                  <a:lnTo>
                    <a:pt x="0" y="9626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1" name="Input_receptor__760">
              <a:extLst>
                <a:ext uri="{FF2B5EF4-FFF2-40B4-BE49-F238E27FC236}">
                  <a16:creationId xmlns:a16="http://schemas.microsoft.com/office/drawing/2014/main" id="{C47F63A2-328D-F86B-B48C-CF8282485B30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893"/>
              <a:ext cx="28235" cy="33737"/>
            </a:xfrm>
            <a:custGeom>
              <a:avLst/>
              <a:gdLst/>
              <a:ahLst/>
              <a:cxnLst/>
              <a:rect l="0" t="0" r="0" b="0"/>
              <a:pathLst>
                <a:path w="28235" h="33737">
                  <a:moveTo>
                    <a:pt x="28235" y="33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2" name="Input_receptor__761">
              <a:extLst>
                <a:ext uri="{FF2B5EF4-FFF2-40B4-BE49-F238E27FC236}">
                  <a16:creationId xmlns:a16="http://schemas.microsoft.com/office/drawing/2014/main" id="{26E7CA0D-9444-ED91-0541-63226A701D85}"/>
                </a:ext>
              </a:extLst>
            </p:cNvPr>
            <p:cNvSpPr>
              <a:spLocks noGrp="1"/>
            </p:cNvSpPr>
            <p:nvPr/>
          </p:nvSpPr>
          <p:spPr>
            <a:xfrm>
              <a:off x="1259951" y="4971940"/>
              <a:ext cx="38080" cy="5475"/>
            </a:xfrm>
            <a:custGeom>
              <a:avLst/>
              <a:gdLst/>
              <a:ahLst/>
              <a:cxnLst/>
              <a:rect l="0" t="0" r="0" b="0"/>
              <a:pathLst>
                <a:path w="38080" h="5475">
                  <a:moveTo>
                    <a:pt x="38080" y="0"/>
                  </a:moveTo>
                  <a:lnTo>
                    <a:pt x="0" y="5475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3" name="Input_receptor__762">
              <a:extLst>
                <a:ext uri="{FF2B5EF4-FFF2-40B4-BE49-F238E27FC236}">
                  <a16:creationId xmlns:a16="http://schemas.microsoft.com/office/drawing/2014/main" id="{759F60CD-B50D-11A8-70C6-3A5A62BF27A4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2769"/>
              <a:ext cx="28526" cy="6348"/>
            </a:xfrm>
            <a:custGeom>
              <a:avLst/>
              <a:gdLst/>
              <a:ahLst/>
              <a:cxnLst/>
              <a:rect l="0" t="0" r="0" b="0"/>
              <a:pathLst>
                <a:path w="28526" h="6348">
                  <a:moveTo>
                    <a:pt x="28526" y="0"/>
                  </a:moveTo>
                  <a:lnTo>
                    <a:pt x="0" y="6348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4" name="Input_receptor__763">
              <a:extLst>
                <a:ext uri="{FF2B5EF4-FFF2-40B4-BE49-F238E27FC236}">
                  <a16:creationId xmlns:a16="http://schemas.microsoft.com/office/drawing/2014/main" id="{AC03D1DB-0982-C1B2-DB87-7CE3FCD6B80B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18396" cy="17754"/>
            </a:xfrm>
            <a:custGeom>
              <a:avLst/>
              <a:gdLst/>
              <a:ahLst/>
              <a:cxnLst/>
              <a:rect l="0" t="0" r="0" b="0"/>
              <a:pathLst>
                <a:path w="18396" h="17754">
                  <a:moveTo>
                    <a:pt x="18396" y="177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5" name="Input_receptor__764">
              <a:extLst>
                <a:ext uri="{FF2B5EF4-FFF2-40B4-BE49-F238E27FC236}">
                  <a16:creationId xmlns:a16="http://schemas.microsoft.com/office/drawing/2014/main" id="{AABBE541-BB62-5E8D-7251-A739CE7B82D3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9659"/>
              <a:ext cx="11140" cy="25668"/>
            </a:xfrm>
            <a:custGeom>
              <a:avLst/>
              <a:gdLst/>
              <a:ahLst/>
              <a:cxnLst/>
              <a:rect l="0" t="0" r="0" b="0"/>
              <a:pathLst>
                <a:path w="11140" h="25668">
                  <a:moveTo>
                    <a:pt x="11140" y="0"/>
                  </a:moveTo>
                  <a:lnTo>
                    <a:pt x="0" y="25668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6" name="Input_receptor__765">
              <a:extLst>
                <a:ext uri="{FF2B5EF4-FFF2-40B4-BE49-F238E27FC236}">
                  <a16:creationId xmlns:a16="http://schemas.microsoft.com/office/drawing/2014/main" id="{84F2C898-9385-1D28-4A09-1336979526E3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6797"/>
              <a:ext cx="18617" cy="6157"/>
            </a:xfrm>
            <a:custGeom>
              <a:avLst/>
              <a:gdLst/>
              <a:ahLst/>
              <a:cxnLst/>
              <a:rect l="0" t="0" r="0" b="0"/>
              <a:pathLst>
                <a:path w="18617" h="6157">
                  <a:moveTo>
                    <a:pt x="18617" y="6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7" name="Input_receptor__766">
              <a:extLst>
                <a:ext uri="{FF2B5EF4-FFF2-40B4-BE49-F238E27FC236}">
                  <a16:creationId xmlns:a16="http://schemas.microsoft.com/office/drawing/2014/main" id="{FC9349B1-888F-39D7-2BA1-937AD83C954A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6039"/>
              <a:ext cx="27489" cy="23701"/>
            </a:xfrm>
            <a:custGeom>
              <a:avLst/>
              <a:gdLst/>
              <a:ahLst/>
              <a:cxnLst/>
              <a:rect l="0" t="0" r="0" b="0"/>
              <a:pathLst>
                <a:path w="27489" h="23701">
                  <a:moveTo>
                    <a:pt x="0" y="23701"/>
                  </a:moveTo>
                  <a:lnTo>
                    <a:pt x="2748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8" name="Input_receptor__767">
              <a:extLst>
                <a:ext uri="{FF2B5EF4-FFF2-40B4-BE49-F238E27FC236}">
                  <a16:creationId xmlns:a16="http://schemas.microsoft.com/office/drawing/2014/main" id="{EAC1B3EC-AF36-A52A-AE44-BFEFB22996EA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181434"/>
              <a:ext cx="19199" cy="42552"/>
            </a:xfrm>
            <a:custGeom>
              <a:avLst/>
              <a:gdLst/>
              <a:ahLst/>
              <a:cxnLst/>
              <a:rect l="0" t="0" r="0" b="0"/>
              <a:pathLst>
                <a:path w="19199" h="42552">
                  <a:moveTo>
                    <a:pt x="0" y="42552"/>
                  </a:moveTo>
                  <a:lnTo>
                    <a:pt x="1919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9" name="Input_receptor__768">
              <a:extLst>
                <a:ext uri="{FF2B5EF4-FFF2-40B4-BE49-F238E27FC236}">
                  <a16:creationId xmlns:a16="http://schemas.microsoft.com/office/drawing/2014/main" id="{3290C6B4-B1C2-7799-4B5D-AC514744A622}"/>
                </a:ext>
              </a:extLst>
            </p:cNvPr>
            <p:cNvSpPr>
              <a:spLocks noGrp="1"/>
            </p:cNvSpPr>
            <p:nvPr/>
          </p:nvSpPr>
          <p:spPr>
            <a:xfrm>
              <a:off x="1609258" y="5383634"/>
              <a:ext cx="38819" cy="8293"/>
            </a:xfrm>
            <a:custGeom>
              <a:avLst/>
              <a:gdLst/>
              <a:ahLst/>
              <a:cxnLst/>
              <a:rect l="0" t="0" r="0" b="0"/>
              <a:pathLst>
                <a:path w="38819" h="8293">
                  <a:moveTo>
                    <a:pt x="38819" y="82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0" name="Input_receptor__769">
              <a:extLst>
                <a:ext uri="{FF2B5EF4-FFF2-40B4-BE49-F238E27FC236}">
                  <a16:creationId xmlns:a16="http://schemas.microsoft.com/office/drawing/2014/main" id="{D0830527-C063-7A34-9519-92F84A3A2419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30748"/>
              <a:ext cx="18888" cy="43935"/>
            </a:xfrm>
            <a:custGeom>
              <a:avLst/>
              <a:gdLst/>
              <a:ahLst/>
              <a:cxnLst/>
              <a:rect l="0" t="0" r="0" b="0"/>
              <a:pathLst>
                <a:path w="18888" h="43935">
                  <a:moveTo>
                    <a:pt x="18888" y="0"/>
                  </a:moveTo>
                  <a:lnTo>
                    <a:pt x="0" y="43935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1" name="Input_receptor__770">
              <a:extLst>
                <a:ext uri="{FF2B5EF4-FFF2-40B4-BE49-F238E27FC236}">
                  <a16:creationId xmlns:a16="http://schemas.microsoft.com/office/drawing/2014/main" id="{07562ED5-8C84-BF70-20D1-5991B42F23D6}"/>
                </a:ext>
              </a:extLst>
            </p:cNvPr>
            <p:cNvSpPr>
              <a:spLocks noGrp="1"/>
            </p:cNvSpPr>
            <p:nvPr/>
          </p:nvSpPr>
          <p:spPr>
            <a:xfrm>
              <a:off x="1441196" y="5083966"/>
              <a:ext cx="23430" cy="41583"/>
            </a:xfrm>
            <a:custGeom>
              <a:avLst/>
              <a:gdLst/>
              <a:ahLst/>
              <a:cxnLst/>
              <a:rect l="0" t="0" r="0" b="0"/>
              <a:pathLst>
                <a:path w="23430" h="41583">
                  <a:moveTo>
                    <a:pt x="0" y="41583"/>
                  </a:moveTo>
                  <a:lnTo>
                    <a:pt x="2343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2" name="Input_receptor__771">
              <a:extLst>
                <a:ext uri="{FF2B5EF4-FFF2-40B4-BE49-F238E27FC236}">
                  <a16:creationId xmlns:a16="http://schemas.microsoft.com/office/drawing/2014/main" id="{FEBF6706-9819-9423-94E5-2889546D7CB2}"/>
                </a:ext>
              </a:extLst>
            </p:cNvPr>
            <p:cNvSpPr>
              <a:spLocks noGrp="1"/>
            </p:cNvSpPr>
            <p:nvPr/>
          </p:nvSpPr>
          <p:spPr>
            <a:xfrm>
              <a:off x="1201632" y="4394667"/>
              <a:ext cx="10765" cy="23894"/>
            </a:xfrm>
            <a:custGeom>
              <a:avLst/>
              <a:gdLst/>
              <a:ahLst/>
              <a:cxnLst/>
              <a:rect l="0" t="0" r="0" b="0"/>
              <a:pathLst>
                <a:path w="10765" h="23894">
                  <a:moveTo>
                    <a:pt x="0" y="23894"/>
                  </a:moveTo>
                  <a:lnTo>
                    <a:pt x="10765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3" name="Input_receptor__772">
              <a:extLst>
                <a:ext uri="{FF2B5EF4-FFF2-40B4-BE49-F238E27FC236}">
                  <a16:creationId xmlns:a16="http://schemas.microsoft.com/office/drawing/2014/main" id="{3CED49CD-8B75-25FC-BC55-F64C740FF482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4865067"/>
              <a:ext cx="5396" cy="15451"/>
            </a:xfrm>
            <a:custGeom>
              <a:avLst/>
              <a:gdLst/>
              <a:ahLst/>
              <a:cxnLst/>
              <a:rect l="0" t="0" r="0" b="0"/>
              <a:pathLst>
                <a:path w="5396" h="15451">
                  <a:moveTo>
                    <a:pt x="5396" y="154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4" name="Input_receptor__773">
              <a:extLst>
                <a:ext uri="{FF2B5EF4-FFF2-40B4-BE49-F238E27FC236}">
                  <a16:creationId xmlns:a16="http://schemas.microsoft.com/office/drawing/2014/main" id="{77FDD541-6FC8-BC3D-8800-82E761395E68}"/>
                </a:ext>
              </a:extLst>
            </p:cNvPr>
            <p:cNvSpPr>
              <a:spLocks noGrp="1"/>
            </p:cNvSpPr>
            <p:nvPr/>
          </p:nvSpPr>
          <p:spPr>
            <a:xfrm>
              <a:off x="1486029" y="4616997"/>
              <a:ext cx="39862" cy="26793"/>
            </a:xfrm>
            <a:custGeom>
              <a:avLst/>
              <a:gdLst/>
              <a:ahLst/>
              <a:cxnLst/>
              <a:rect l="0" t="0" r="0" b="0"/>
              <a:pathLst>
                <a:path w="39862" h="26793">
                  <a:moveTo>
                    <a:pt x="39862" y="267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5" name="Input_receptor__774">
              <a:extLst>
                <a:ext uri="{FF2B5EF4-FFF2-40B4-BE49-F238E27FC236}">
                  <a16:creationId xmlns:a16="http://schemas.microsoft.com/office/drawing/2014/main" id="{B101B797-0BCE-63D4-1B37-D7089142F738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83762"/>
              <a:ext cx="20585" cy="12565"/>
            </a:xfrm>
            <a:custGeom>
              <a:avLst/>
              <a:gdLst/>
              <a:ahLst/>
              <a:cxnLst/>
              <a:rect l="0" t="0" r="0" b="0"/>
              <a:pathLst>
                <a:path w="20585" h="12565">
                  <a:moveTo>
                    <a:pt x="0" y="0"/>
                  </a:moveTo>
                  <a:lnTo>
                    <a:pt x="20585" y="12565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6" name="Input_receptor__775">
              <a:extLst>
                <a:ext uri="{FF2B5EF4-FFF2-40B4-BE49-F238E27FC236}">
                  <a16:creationId xmlns:a16="http://schemas.microsoft.com/office/drawing/2014/main" id="{6CB2A187-D918-8113-DB34-1789AD1E9374}"/>
                </a:ext>
              </a:extLst>
            </p:cNvPr>
            <p:cNvSpPr>
              <a:spLocks noGrp="1"/>
            </p:cNvSpPr>
            <p:nvPr/>
          </p:nvSpPr>
          <p:spPr>
            <a:xfrm>
              <a:off x="1636273" y="5164335"/>
              <a:ext cx="33202" cy="18503"/>
            </a:xfrm>
            <a:custGeom>
              <a:avLst/>
              <a:gdLst/>
              <a:ahLst/>
              <a:cxnLst/>
              <a:rect l="0" t="0" r="0" b="0"/>
              <a:pathLst>
                <a:path w="33202" h="18503">
                  <a:moveTo>
                    <a:pt x="0" y="0"/>
                  </a:moveTo>
                  <a:lnTo>
                    <a:pt x="33202" y="18503"/>
                  </a:lnTo>
                </a:path>
              </a:pathLst>
            </a:custGeom>
            <a:noFill/>
            <a:ln w="8096">
              <a:solidFill>
                <a:srgbClr val="8395A2"/>
              </a:solidFill>
            </a:ln>
          </p:spPr>
        </p:sp>
        <p:sp>
          <p:nvSpPr>
            <p:cNvPr id="777" name="Input_receptor__776">
              <a:extLst>
                <a:ext uri="{FF2B5EF4-FFF2-40B4-BE49-F238E27FC236}">
                  <a16:creationId xmlns:a16="http://schemas.microsoft.com/office/drawing/2014/main" id="{C23BF1FB-154C-7AC2-4CB2-F415C56D3F0F}"/>
                </a:ext>
              </a:extLst>
            </p:cNvPr>
            <p:cNvSpPr>
              <a:spLocks noGrp="1"/>
            </p:cNvSpPr>
            <p:nvPr/>
          </p:nvSpPr>
          <p:spPr>
            <a:xfrm>
              <a:off x="1140168" y="5484372"/>
              <a:ext cx="10282" cy="41667"/>
            </a:xfrm>
            <a:custGeom>
              <a:avLst/>
              <a:gdLst/>
              <a:ahLst/>
              <a:cxnLst/>
              <a:rect l="0" t="0" r="0" b="0"/>
              <a:pathLst>
                <a:path w="10282" h="41667">
                  <a:moveTo>
                    <a:pt x="10282" y="41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8" name="Input_receptor__777">
              <a:extLst>
                <a:ext uri="{FF2B5EF4-FFF2-40B4-BE49-F238E27FC236}">
                  <a16:creationId xmlns:a16="http://schemas.microsoft.com/office/drawing/2014/main" id="{6A7C1840-EFC4-7C69-3D43-303E050BC365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83634"/>
              <a:ext cx="29282" cy="3889"/>
            </a:xfrm>
            <a:custGeom>
              <a:avLst/>
              <a:gdLst/>
              <a:ahLst/>
              <a:cxnLst/>
              <a:rect l="0" t="0" r="0" b="0"/>
              <a:pathLst>
                <a:path w="29282" h="3889">
                  <a:moveTo>
                    <a:pt x="29282" y="0"/>
                  </a:moveTo>
                  <a:lnTo>
                    <a:pt x="0" y="3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79" name="Input_receptor__778">
              <a:extLst>
                <a:ext uri="{FF2B5EF4-FFF2-40B4-BE49-F238E27FC236}">
                  <a16:creationId xmlns:a16="http://schemas.microsoft.com/office/drawing/2014/main" id="{3A428E38-1091-842A-D2BD-548578166414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64335"/>
              <a:ext cx="31398" cy="746"/>
            </a:xfrm>
            <a:custGeom>
              <a:avLst/>
              <a:gdLst/>
              <a:ahLst/>
              <a:cxnLst/>
              <a:rect l="0" t="0" r="0" b="0"/>
              <a:pathLst>
                <a:path w="31398" h="746">
                  <a:moveTo>
                    <a:pt x="0" y="746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0" name="Input_receptor__779">
              <a:extLst>
                <a:ext uri="{FF2B5EF4-FFF2-40B4-BE49-F238E27FC236}">
                  <a16:creationId xmlns:a16="http://schemas.microsoft.com/office/drawing/2014/main" id="{D2698300-7622-B322-CB54-92B76E1798D1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52946"/>
              <a:ext cx="38867" cy="28367"/>
            </a:xfrm>
            <a:custGeom>
              <a:avLst/>
              <a:gdLst/>
              <a:ahLst/>
              <a:cxnLst/>
              <a:rect l="0" t="0" r="0" b="0"/>
              <a:pathLst>
                <a:path w="38867" h="28367">
                  <a:moveTo>
                    <a:pt x="38867" y="0"/>
                  </a:moveTo>
                  <a:lnTo>
                    <a:pt x="0" y="28367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1" name="Input_receptor__780">
              <a:extLst>
                <a:ext uri="{FF2B5EF4-FFF2-40B4-BE49-F238E27FC236}">
                  <a16:creationId xmlns:a16="http://schemas.microsoft.com/office/drawing/2014/main" id="{F2C71CF7-4383-2FC4-D6C2-5C31C0F2A914}"/>
                </a:ext>
              </a:extLst>
            </p:cNvPr>
            <p:cNvSpPr>
              <a:spLocks noGrp="1"/>
            </p:cNvSpPr>
            <p:nvPr/>
          </p:nvSpPr>
          <p:spPr>
            <a:xfrm>
              <a:off x="1555351" y="5324972"/>
              <a:ext cx="47749" cy="6889"/>
            </a:xfrm>
            <a:custGeom>
              <a:avLst/>
              <a:gdLst/>
              <a:ahLst/>
              <a:cxnLst/>
              <a:rect l="0" t="0" r="0" b="0"/>
              <a:pathLst>
                <a:path w="47749" h="6889">
                  <a:moveTo>
                    <a:pt x="47749" y="0"/>
                  </a:moveTo>
                  <a:lnTo>
                    <a:pt x="0" y="6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2" name="Input_receptor__781">
              <a:extLst>
                <a:ext uri="{FF2B5EF4-FFF2-40B4-BE49-F238E27FC236}">
                  <a16:creationId xmlns:a16="http://schemas.microsoft.com/office/drawing/2014/main" id="{BA59BAFE-AE5A-B7ED-E00C-DD60B83BCD8D}"/>
                </a:ext>
              </a:extLst>
            </p:cNvPr>
            <p:cNvSpPr>
              <a:spLocks noGrp="1"/>
            </p:cNvSpPr>
            <p:nvPr/>
          </p:nvSpPr>
          <p:spPr>
            <a:xfrm>
              <a:off x="1702036" y="5007845"/>
              <a:ext cx="38028" cy="25913"/>
            </a:xfrm>
            <a:custGeom>
              <a:avLst/>
              <a:gdLst/>
              <a:ahLst/>
              <a:cxnLst/>
              <a:rect l="0" t="0" r="0" b="0"/>
              <a:pathLst>
                <a:path w="38028" h="25913">
                  <a:moveTo>
                    <a:pt x="0" y="0"/>
                  </a:moveTo>
                  <a:lnTo>
                    <a:pt x="38028" y="25913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3" name="Input_receptor__782">
              <a:extLst>
                <a:ext uri="{FF2B5EF4-FFF2-40B4-BE49-F238E27FC236}">
                  <a16:creationId xmlns:a16="http://schemas.microsoft.com/office/drawing/2014/main" id="{AC425D24-6AE3-02B6-9D14-8C5A18633A46}"/>
                </a:ext>
              </a:extLst>
            </p:cNvPr>
            <p:cNvSpPr>
              <a:spLocks noGrp="1"/>
            </p:cNvSpPr>
            <p:nvPr/>
          </p:nvSpPr>
          <p:spPr>
            <a:xfrm>
              <a:off x="1505910" y="4737277"/>
              <a:ext cx="32658" cy="30425"/>
            </a:xfrm>
            <a:custGeom>
              <a:avLst/>
              <a:gdLst/>
              <a:ahLst/>
              <a:cxnLst/>
              <a:rect l="0" t="0" r="0" b="0"/>
              <a:pathLst>
                <a:path w="32658" h="30425">
                  <a:moveTo>
                    <a:pt x="32658" y="0"/>
                  </a:moveTo>
                  <a:lnTo>
                    <a:pt x="0" y="3042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4" name="Input_receptor__783">
              <a:extLst>
                <a:ext uri="{FF2B5EF4-FFF2-40B4-BE49-F238E27FC236}">
                  <a16:creationId xmlns:a16="http://schemas.microsoft.com/office/drawing/2014/main" id="{B6B81DD3-04AE-B682-65C3-1512F5743AA4}"/>
                </a:ext>
              </a:extLst>
            </p:cNvPr>
            <p:cNvSpPr>
              <a:spLocks noGrp="1"/>
            </p:cNvSpPr>
            <p:nvPr/>
          </p:nvSpPr>
          <p:spPr>
            <a:xfrm>
              <a:off x="1176414" y="5299257"/>
              <a:ext cx="18261" cy="40402"/>
            </a:xfrm>
            <a:custGeom>
              <a:avLst/>
              <a:gdLst/>
              <a:ahLst/>
              <a:cxnLst/>
              <a:rect l="0" t="0" r="0" b="0"/>
              <a:pathLst>
                <a:path w="18261" h="40402">
                  <a:moveTo>
                    <a:pt x="0" y="0"/>
                  </a:moveTo>
                  <a:lnTo>
                    <a:pt x="18261" y="40402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5" name="Input_receptor__784">
              <a:extLst>
                <a:ext uri="{FF2B5EF4-FFF2-40B4-BE49-F238E27FC236}">
                  <a16:creationId xmlns:a16="http://schemas.microsoft.com/office/drawing/2014/main" id="{3285B6F9-2742-8E19-C1F3-67C394303146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35715" cy="25164"/>
            </a:xfrm>
            <a:custGeom>
              <a:avLst/>
              <a:gdLst/>
              <a:ahLst/>
              <a:cxnLst/>
              <a:rect l="0" t="0" r="0" b="0"/>
              <a:pathLst>
                <a:path w="35715" h="25164">
                  <a:moveTo>
                    <a:pt x="35715" y="251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6" name="Input_receptor__785">
              <a:extLst>
                <a:ext uri="{FF2B5EF4-FFF2-40B4-BE49-F238E27FC236}">
                  <a16:creationId xmlns:a16="http://schemas.microsoft.com/office/drawing/2014/main" id="{529E62BF-7814-E82D-249B-F70E58FC30EB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409586"/>
              <a:ext cx="10563" cy="12537"/>
            </a:xfrm>
            <a:custGeom>
              <a:avLst/>
              <a:gdLst/>
              <a:ahLst/>
              <a:cxnLst/>
              <a:rect l="0" t="0" r="0" b="0"/>
              <a:pathLst>
                <a:path w="10563" h="12537">
                  <a:moveTo>
                    <a:pt x="10563" y="125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7" name="Input_receptor__786">
              <a:extLst>
                <a:ext uri="{FF2B5EF4-FFF2-40B4-BE49-F238E27FC236}">
                  <a16:creationId xmlns:a16="http://schemas.microsoft.com/office/drawing/2014/main" id="{D7B4815E-DF4C-FDFD-DA2A-6747412FD58A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92109"/>
              <a:ext cx="31533" cy="36298"/>
            </a:xfrm>
            <a:custGeom>
              <a:avLst/>
              <a:gdLst/>
              <a:ahLst/>
              <a:cxnLst/>
              <a:rect l="0" t="0" r="0" b="0"/>
              <a:pathLst>
                <a:path w="31533" h="36298">
                  <a:moveTo>
                    <a:pt x="0" y="0"/>
                  </a:moveTo>
                  <a:lnTo>
                    <a:pt x="31533" y="36298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8" name="Input_receptor__787">
              <a:extLst>
                <a:ext uri="{FF2B5EF4-FFF2-40B4-BE49-F238E27FC236}">
                  <a16:creationId xmlns:a16="http://schemas.microsoft.com/office/drawing/2014/main" id="{6679201F-DB89-90C6-DDC3-8E370F4B2D84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7400"/>
              <a:ext cx="17313" cy="11316"/>
            </a:xfrm>
            <a:custGeom>
              <a:avLst/>
              <a:gdLst/>
              <a:ahLst/>
              <a:cxnLst/>
              <a:rect l="0" t="0" r="0" b="0"/>
              <a:pathLst>
                <a:path w="17313" h="11316">
                  <a:moveTo>
                    <a:pt x="17313" y="0"/>
                  </a:moveTo>
                  <a:lnTo>
                    <a:pt x="0" y="11316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9" name="Input_receptor__788">
              <a:extLst>
                <a:ext uri="{FF2B5EF4-FFF2-40B4-BE49-F238E27FC236}">
                  <a16:creationId xmlns:a16="http://schemas.microsoft.com/office/drawing/2014/main" id="{1D0E412D-DFCD-688C-7A49-B41DBD7893E7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182838"/>
              <a:ext cx="4605" cy="44599"/>
            </a:xfrm>
            <a:custGeom>
              <a:avLst/>
              <a:gdLst/>
              <a:ahLst/>
              <a:cxnLst/>
              <a:rect l="0" t="0" r="0" b="0"/>
              <a:pathLst>
                <a:path w="4605" h="44599">
                  <a:moveTo>
                    <a:pt x="4605" y="0"/>
                  </a:moveTo>
                  <a:lnTo>
                    <a:pt x="0" y="4459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0" name="Input_receptor__789">
              <a:extLst>
                <a:ext uri="{FF2B5EF4-FFF2-40B4-BE49-F238E27FC236}">
                  <a16:creationId xmlns:a16="http://schemas.microsoft.com/office/drawing/2014/main" id="{017D4AA8-DF10-A2C5-251A-93EC3329BA83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408944"/>
              <a:ext cx="3199" cy="12482"/>
            </a:xfrm>
            <a:custGeom>
              <a:avLst/>
              <a:gdLst/>
              <a:ahLst/>
              <a:cxnLst/>
              <a:rect l="0" t="0" r="0" b="0"/>
              <a:pathLst>
                <a:path w="3199" h="12482">
                  <a:moveTo>
                    <a:pt x="0" y="12482"/>
                  </a:moveTo>
                  <a:lnTo>
                    <a:pt x="319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1" name="Input_receptor__790">
              <a:extLst>
                <a:ext uri="{FF2B5EF4-FFF2-40B4-BE49-F238E27FC236}">
                  <a16:creationId xmlns:a16="http://schemas.microsoft.com/office/drawing/2014/main" id="{A36BC7E3-0925-2080-1EB3-D1B602F422F1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58525"/>
              <a:ext cx="11789" cy="24105"/>
            </a:xfrm>
            <a:custGeom>
              <a:avLst/>
              <a:gdLst/>
              <a:ahLst/>
              <a:cxnLst/>
              <a:rect l="0" t="0" r="0" b="0"/>
              <a:pathLst>
                <a:path w="11789" h="24105">
                  <a:moveTo>
                    <a:pt x="0" y="24105"/>
                  </a:moveTo>
                  <a:lnTo>
                    <a:pt x="11789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2" name="Input_receptor__791">
              <a:extLst>
                <a:ext uri="{FF2B5EF4-FFF2-40B4-BE49-F238E27FC236}">
                  <a16:creationId xmlns:a16="http://schemas.microsoft.com/office/drawing/2014/main" id="{3DC1E338-CF13-F00A-94D1-6450CA4810EE}"/>
                </a:ext>
              </a:extLst>
            </p:cNvPr>
            <p:cNvSpPr>
              <a:spLocks noGrp="1"/>
            </p:cNvSpPr>
            <p:nvPr/>
          </p:nvSpPr>
          <p:spPr>
            <a:xfrm>
              <a:off x="1277228" y="4465886"/>
              <a:ext cx="26424" cy="8824"/>
            </a:xfrm>
            <a:custGeom>
              <a:avLst/>
              <a:gdLst/>
              <a:ahLst/>
              <a:cxnLst/>
              <a:rect l="0" t="0" r="0" b="0"/>
              <a:pathLst>
                <a:path w="26424" h="8824">
                  <a:moveTo>
                    <a:pt x="26424" y="88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3" name="Input_receptor__792">
              <a:extLst>
                <a:ext uri="{FF2B5EF4-FFF2-40B4-BE49-F238E27FC236}">
                  <a16:creationId xmlns:a16="http://schemas.microsoft.com/office/drawing/2014/main" id="{3686324D-7557-FBF6-6CCE-4FFA39EC7E85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323167"/>
              <a:ext cx="836" cy="18315"/>
            </a:xfrm>
            <a:custGeom>
              <a:avLst/>
              <a:gdLst/>
              <a:ahLst/>
              <a:cxnLst/>
              <a:rect l="0" t="0" r="0" b="0"/>
              <a:pathLst>
                <a:path w="836" h="18315">
                  <a:moveTo>
                    <a:pt x="0" y="18315"/>
                  </a:moveTo>
                  <a:lnTo>
                    <a:pt x="836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4" name="Input_receptor__793">
              <a:extLst>
                <a:ext uri="{FF2B5EF4-FFF2-40B4-BE49-F238E27FC236}">
                  <a16:creationId xmlns:a16="http://schemas.microsoft.com/office/drawing/2014/main" id="{CEA0575A-BADF-582C-FD8C-3D7C66A1B138}"/>
                </a:ext>
              </a:extLst>
            </p:cNvPr>
            <p:cNvSpPr>
              <a:spLocks noGrp="1"/>
            </p:cNvSpPr>
            <p:nvPr/>
          </p:nvSpPr>
          <p:spPr>
            <a:xfrm>
              <a:off x="1463125" y="4515017"/>
              <a:ext cx="2589" cy="8561"/>
            </a:xfrm>
            <a:custGeom>
              <a:avLst/>
              <a:gdLst/>
              <a:ahLst/>
              <a:cxnLst/>
              <a:rect l="0" t="0" r="0" b="0"/>
              <a:pathLst>
                <a:path w="2589" h="8561">
                  <a:moveTo>
                    <a:pt x="0" y="8561"/>
                  </a:moveTo>
                  <a:lnTo>
                    <a:pt x="258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5" name="Input_receptor__794">
              <a:extLst>
                <a:ext uri="{FF2B5EF4-FFF2-40B4-BE49-F238E27FC236}">
                  <a16:creationId xmlns:a16="http://schemas.microsoft.com/office/drawing/2014/main" id="{CD2D98E8-4290-A192-EC71-2DB07754968B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620462"/>
              <a:ext cx="13790" cy="12935"/>
            </a:xfrm>
            <a:custGeom>
              <a:avLst/>
              <a:gdLst/>
              <a:ahLst/>
              <a:cxnLst/>
              <a:rect l="0" t="0" r="0" b="0"/>
              <a:pathLst>
                <a:path w="13790" h="12935">
                  <a:moveTo>
                    <a:pt x="13790" y="0"/>
                  </a:moveTo>
                  <a:lnTo>
                    <a:pt x="0" y="1293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6" name="Input_receptor__795">
              <a:extLst>
                <a:ext uri="{FF2B5EF4-FFF2-40B4-BE49-F238E27FC236}">
                  <a16:creationId xmlns:a16="http://schemas.microsoft.com/office/drawing/2014/main" id="{A80A6A90-E6DA-3738-0ACF-2164C7A036AF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84496"/>
              <a:ext cx="17362" cy="36478"/>
            </a:xfrm>
            <a:custGeom>
              <a:avLst/>
              <a:gdLst/>
              <a:ahLst/>
              <a:cxnLst/>
              <a:rect l="0" t="0" r="0" b="0"/>
              <a:pathLst>
                <a:path w="17362" h="36478">
                  <a:moveTo>
                    <a:pt x="0" y="36478"/>
                  </a:moveTo>
                  <a:lnTo>
                    <a:pt x="17362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7" name="Input_receptor__796">
              <a:extLst>
                <a:ext uri="{FF2B5EF4-FFF2-40B4-BE49-F238E27FC236}">
                  <a16:creationId xmlns:a16="http://schemas.microsoft.com/office/drawing/2014/main" id="{AE7B77D9-67E1-4479-9A98-2022DF5F7BFF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11492" cy="42798"/>
            </a:xfrm>
            <a:custGeom>
              <a:avLst/>
              <a:gdLst/>
              <a:ahLst/>
              <a:cxnLst/>
              <a:rect l="0" t="0" r="0" b="0"/>
              <a:pathLst>
                <a:path w="11492" h="42798">
                  <a:moveTo>
                    <a:pt x="11492" y="42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8" name="Input_receptor__797">
              <a:extLst>
                <a:ext uri="{FF2B5EF4-FFF2-40B4-BE49-F238E27FC236}">
                  <a16:creationId xmlns:a16="http://schemas.microsoft.com/office/drawing/2014/main" id="{7684BAC9-6041-F002-784F-E523AF2E4A48}"/>
                </a:ext>
              </a:extLst>
            </p:cNvPr>
            <p:cNvSpPr>
              <a:spLocks noGrp="1"/>
            </p:cNvSpPr>
            <p:nvPr/>
          </p:nvSpPr>
          <p:spPr>
            <a:xfrm>
              <a:off x="1205428" y="5102396"/>
              <a:ext cx="40885" cy="21502"/>
            </a:xfrm>
            <a:custGeom>
              <a:avLst/>
              <a:gdLst/>
              <a:ahLst/>
              <a:cxnLst/>
              <a:rect l="0" t="0" r="0" b="0"/>
              <a:pathLst>
                <a:path w="40885" h="21502">
                  <a:moveTo>
                    <a:pt x="40885" y="215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9" name="Input_receptor__798">
              <a:extLst>
                <a:ext uri="{FF2B5EF4-FFF2-40B4-BE49-F238E27FC236}">
                  <a16:creationId xmlns:a16="http://schemas.microsoft.com/office/drawing/2014/main" id="{DC49D22B-0B2D-9353-CE82-58DB92E40643}"/>
                </a:ext>
              </a:extLst>
            </p:cNvPr>
            <p:cNvSpPr>
              <a:spLocks noGrp="1"/>
            </p:cNvSpPr>
            <p:nvPr/>
          </p:nvSpPr>
          <p:spPr>
            <a:xfrm>
              <a:off x="1016254" y="4388024"/>
              <a:ext cx="44144" cy="13059"/>
            </a:xfrm>
            <a:custGeom>
              <a:avLst/>
              <a:gdLst/>
              <a:ahLst/>
              <a:cxnLst/>
              <a:rect l="0" t="0" r="0" b="0"/>
              <a:pathLst>
                <a:path w="44144" h="13059">
                  <a:moveTo>
                    <a:pt x="44144" y="130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0" name="Input_receptor__799">
              <a:extLst>
                <a:ext uri="{FF2B5EF4-FFF2-40B4-BE49-F238E27FC236}">
                  <a16:creationId xmlns:a16="http://schemas.microsoft.com/office/drawing/2014/main" id="{A652D13F-79DE-A655-00D9-EA548A79D41E}"/>
                </a:ext>
              </a:extLst>
            </p:cNvPr>
            <p:cNvSpPr>
              <a:spLocks noGrp="1"/>
            </p:cNvSpPr>
            <p:nvPr/>
          </p:nvSpPr>
          <p:spPr>
            <a:xfrm>
              <a:off x="1780369" y="5152946"/>
              <a:ext cx="30270" cy="31549"/>
            </a:xfrm>
            <a:custGeom>
              <a:avLst/>
              <a:gdLst/>
              <a:ahLst/>
              <a:cxnLst/>
              <a:rect l="0" t="0" r="0" b="0"/>
              <a:pathLst>
                <a:path w="30270" h="31549">
                  <a:moveTo>
                    <a:pt x="30270" y="315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1" name="Input_receptor__800">
              <a:extLst>
                <a:ext uri="{FF2B5EF4-FFF2-40B4-BE49-F238E27FC236}">
                  <a16:creationId xmlns:a16="http://schemas.microsoft.com/office/drawing/2014/main" id="{173F5F58-F8C5-E2A3-6E33-AF62D7E2F61D}"/>
                </a:ext>
              </a:extLst>
            </p:cNvPr>
            <p:cNvSpPr>
              <a:spLocks noGrp="1"/>
            </p:cNvSpPr>
            <p:nvPr/>
          </p:nvSpPr>
          <p:spPr>
            <a:xfrm>
              <a:off x="1430746" y="4775276"/>
              <a:ext cx="10505" cy="3541"/>
            </a:xfrm>
            <a:custGeom>
              <a:avLst/>
              <a:gdLst/>
              <a:ahLst/>
              <a:cxnLst/>
              <a:rect l="0" t="0" r="0" b="0"/>
              <a:pathLst>
                <a:path w="10505" h="3541">
                  <a:moveTo>
                    <a:pt x="10505" y="35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495A3"/>
              </a:solidFill>
            </a:ln>
          </p:spPr>
        </p:sp>
        <p:sp>
          <p:nvSpPr>
            <p:cNvPr id="802" name="Input_receptor__801">
              <a:extLst>
                <a:ext uri="{FF2B5EF4-FFF2-40B4-BE49-F238E27FC236}">
                  <a16:creationId xmlns:a16="http://schemas.microsoft.com/office/drawing/2014/main" id="{DA998985-B73B-4914-6081-331A3CFE6ABA}"/>
                </a:ext>
              </a:extLst>
            </p:cNvPr>
            <p:cNvSpPr>
              <a:spLocks noGrp="1"/>
            </p:cNvSpPr>
            <p:nvPr/>
          </p:nvSpPr>
          <p:spPr>
            <a:xfrm>
              <a:off x="1281126" y="4929364"/>
              <a:ext cx="16905" cy="42575"/>
            </a:xfrm>
            <a:custGeom>
              <a:avLst/>
              <a:gdLst/>
              <a:ahLst/>
              <a:cxnLst/>
              <a:rect l="0" t="0" r="0" b="0"/>
              <a:pathLst>
                <a:path w="16905" h="42575">
                  <a:moveTo>
                    <a:pt x="0" y="0"/>
                  </a:moveTo>
                  <a:lnTo>
                    <a:pt x="16905" y="42575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3" name="Input_receptor__802">
              <a:extLst>
                <a:ext uri="{FF2B5EF4-FFF2-40B4-BE49-F238E27FC236}">
                  <a16:creationId xmlns:a16="http://schemas.microsoft.com/office/drawing/2014/main" id="{14BBDB15-0F41-3F07-9721-019C1CDC117B}"/>
                </a:ext>
              </a:extLst>
            </p:cNvPr>
            <p:cNvSpPr>
              <a:spLocks noGrp="1"/>
            </p:cNvSpPr>
            <p:nvPr/>
          </p:nvSpPr>
          <p:spPr>
            <a:xfrm>
              <a:off x="1712279" y="5033758"/>
              <a:ext cx="27785" cy="39197"/>
            </a:xfrm>
            <a:custGeom>
              <a:avLst/>
              <a:gdLst/>
              <a:ahLst/>
              <a:cxnLst/>
              <a:rect l="0" t="0" r="0" b="0"/>
              <a:pathLst>
                <a:path w="27785" h="39197">
                  <a:moveTo>
                    <a:pt x="27785" y="0"/>
                  </a:moveTo>
                  <a:lnTo>
                    <a:pt x="0" y="39197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4" name="Input_receptor__803">
              <a:extLst>
                <a:ext uri="{FF2B5EF4-FFF2-40B4-BE49-F238E27FC236}">
                  <a16:creationId xmlns:a16="http://schemas.microsoft.com/office/drawing/2014/main" id="{95B8E676-58C9-7D59-8203-1E01FF1E8A66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00237"/>
              <a:ext cx="1858" cy="30124"/>
            </a:xfrm>
            <a:custGeom>
              <a:avLst/>
              <a:gdLst/>
              <a:ahLst/>
              <a:cxnLst/>
              <a:rect l="0" t="0" r="0" b="0"/>
              <a:pathLst>
                <a:path w="1858" h="30124">
                  <a:moveTo>
                    <a:pt x="0" y="30124"/>
                  </a:moveTo>
                  <a:lnTo>
                    <a:pt x="1858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5" name="Input_receptor__804">
              <a:extLst>
                <a:ext uri="{FF2B5EF4-FFF2-40B4-BE49-F238E27FC236}">
                  <a16:creationId xmlns:a16="http://schemas.microsoft.com/office/drawing/2014/main" id="{0DCC270E-9CF2-C9A6-5DAF-54FE23814FCA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93998"/>
              <a:ext cx="2690" cy="12965"/>
            </a:xfrm>
            <a:custGeom>
              <a:avLst/>
              <a:gdLst/>
              <a:ahLst/>
              <a:cxnLst/>
              <a:rect l="0" t="0" r="0" b="0"/>
              <a:pathLst>
                <a:path w="2690" h="12965">
                  <a:moveTo>
                    <a:pt x="0" y="0"/>
                  </a:moveTo>
                  <a:lnTo>
                    <a:pt x="2690" y="1296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6" name="Input_receptor__805">
              <a:extLst>
                <a:ext uri="{FF2B5EF4-FFF2-40B4-BE49-F238E27FC236}">
                  <a16:creationId xmlns:a16="http://schemas.microsoft.com/office/drawing/2014/main" id="{C5EB6033-3A1B-5386-27DE-8B55E314A5F6}"/>
                </a:ext>
              </a:extLst>
            </p:cNvPr>
            <p:cNvSpPr>
              <a:spLocks noGrp="1"/>
            </p:cNvSpPr>
            <p:nvPr/>
          </p:nvSpPr>
          <p:spPr>
            <a:xfrm>
              <a:off x="1233754" y="5574062"/>
              <a:ext cx="43405" cy="12843"/>
            </a:xfrm>
            <a:custGeom>
              <a:avLst/>
              <a:gdLst/>
              <a:ahLst/>
              <a:cxnLst/>
              <a:rect l="0" t="0" r="0" b="0"/>
              <a:pathLst>
                <a:path w="43405" h="12843">
                  <a:moveTo>
                    <a:pt x="0" y="12843"/>
                  </a:moveTo>
                  <a:lnTo>
                    <a:pt x="43405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7" name="Input_receptor__806">
              <a:extLst>
                <a:ext uri="{FF2B5EF4-FFF2-40B4-BE49-F238E27FC236}">
                  <a16:creationId xmlns:a16="http://schemas.microsoft.com/office/drawing/2014/main" id="{25219F86-5A21-A479-4E6A-14F7D47F713F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07845"/>
              <a:ext cx="26553" cy="13135"/>
            </a:xfrm>
            <a:custGeom>
              <a:avLst/>
              <a:gdLst/>
              <a:ahLst/>
              <a:cxnLst/>
              <a:rect l="0" t="0" r="0" b="0"/>
              <a:pathLst>
                <a:path w="26553" h="13135">
                  <a:moveTo>
                    <a:pt x="0" y="13135"/>
                  </a:moveTo>
                  <a:lnTo>
                    <a:pt x="2655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8" name="Input_receptor__807">
              <a:extLst>
                <a:ext uri="{FF2B5EF4-FFF2-40B4-BE49-F238E27FC236}">
                  <a16:creationId xmlns:a16="http://schemas.microsoft.com/office/drawing/2014/main" id="{A875CD6E-A2BE-3B58-98F3-6E1ED509E282}"/>
                </a:ext>
              </a:extLst>
            </p:cNvPr>
            <p:cNvSpPr>
              <a:spLocks noGrp="1"/>
            </p:cNvSpPr>
            <p:nvPr/>
          </p:nvSpPr>
          <p:spPr>
            <a:xfrm>
              <a:off x="1538567" y="4716522"/>
              <a:ext cx="13288" cy="20755"/>
            </a:xfrm>
            <a:custGeom>
              <a:avLst/>
              <a:gdLst/>
              <a:ahLst/>
              <a:cxnLst/>
              <a:rect l="0" t="0" r="0" b="0"/>
              <a:pathLst>
                <a:path w="13288" h="20755">
                  <a:moveTo>
                    <a:pt x="13288" y="0"/>
                  </a:moveTo>
                  <a:lnTo>
                    <a:pt x="0" y="2075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9" name="Input_receptor__808">
              <a:extLst>
                <a:ext uri="{FF2B5EF4-FFF2-40B4-BE49-F238E27FC236}">
                  <a16:creationId xmlns:a16="http://schemas.microsoft.com/office/drawing/2014/main" id="{45099894-BFA3-8C2F-407B-9ADE8E2E29FC}"/>
                </a:ext>
              </a:extLst>
            </p:cNvPr>
            <p:cNvSpPr>
              <a:spLocks noGrp="1"/>
            </p:cNvSpPr>
            <p:nvPr/>
          </p:nvSpPr>
          <p:spPr>
            <a:xfrm>
              <a:off x="1246313" y="5112893"/>
              <a:ext cx="39608" cy="11005"/>
            </a:xfrm>
            <a:custGeom>
              <a:avLst/>
              <a:gdLst/>
              <a:ahLst/>
              <a:cxnLst/>
              <a:rect l="0" t="0" r="0" b="0"/>
              <a:pathLst>
                <a:path w="39608" h="11005">
                  <a:moveTo>
                    <a:pt x="39608" y="0"/>
                  </a:moveTo>
                  <a:lnTo>
                    <a:pt x="0" y="11005"/>
                  </a:lnTo>
                </a:path>
              </a:pathLst>
            </a:custGeom>
            <a:noFill/>
            <a:ln w="8096">
              <a:solidFill>
                <a:srgbClr val="8496A3"/>
              </a:solidFill>
            </a:ln>
          </p:spPr>
        </p:sp>
        <p:sp>
          <p:nvSpPr>
            <p:cNvPr id="810" name="Input_receptor__809">
              <a:extLst>
                <a:ext uri="{FF2B5EF4-FFF2-40B4-BE49-F238E27FC236}">
                  <a16:creationId xmlns:a16="http://schemas.microsoft.com/office/drawing/2014/main" id="{F3FEC414-3109-0DD1-4E68-2DFCB58A677C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8077" cy="15686"/>
            </a:xfrm>
            <a:custGeom>
              <a:avLst/>
              <a:gdLst/>
              <a:ahLst/>
              <a:cxnLst/>
              <a:rect l="0" t="0" r="0" b="0"/>
              <a:pathLst>
                <a:path w="28077" h="15686">
                  <a:moveTo>
                    <a:pt x="28077" y="156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1" name="Input_receptor__810">
              <a:extLst>
                <a:ext uri="{FF2B5EF4-FFF2-40B4-BE49-F238E27FC236}">
                  <a16:creationId xmlns:a16="http://schemas.microsoft.com/office/drawing/2014/main" id="{AD73F8CE-7071-3DDE-511B-523DD5A46C6A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48405"/>
              <a:ext cx="26845" cy="6231"/>
            </a:xfrm>
            <a:custGeom>
              <a:avLst/>
              <a:gdLst/>
              <a:ahLst/>
              <a:cxnLst/>
              <a:rect l="0" t="0" r="0" b="0"/>
              <a:pathLst>
                <a:path w="26845" h="6231">
                  <a:moveTo>
                    <a:pt x="26845" y="0"/>
                  </a:moveTo>
                  <a:lnTo>
                    <a:pt x="0" y="6231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2" name="Input_receptor__811">
              <a:extLst>
                <a:ext uri="{FF2B5EF4-FFF2-40B4-BE49-F238E27FC236}">
                  <a16:creationId xmlns:a16="http://schemas.microsoft.com/office/drawing/2014/main" id="{B87BF9CE-D075-CAF8-D64D-ECB699C8EA4D}"/>
                </a:ext>
              </a:extLst>
            </p:cNvPr>
            <p:cNvSpPr>
              <a:spLocks noGrp="1"/>
            </p:cNvSpPr>
            <p:nvPr/>
          </p:nvSpPr>
          <p:spPr>
            <a:xfrm>
              <a:off x="1141747" y="4952620"/>
              <a:ext cx="24743" cy="2621"/>
            </a:xfrm>
            <a:custGeom>
              <a:avLst/>
              <a:gdLst/>
              <a:ahLst/>
              <a:cxnLst/>
              <a:rect l="0" t="0" r="0" b="0"/>
              <a:pathLst>
                <a:path w="24743" h="2621">
                  <a:moveTo>
                    <a:pt x="0" y="2621"/>
                  </a:moveTo>
                  <a:lnTo>
                    <a:pt x="2474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3" name="Input_receptor__812">
              <a:extLst>
                <a:ext uri="{FF2B5EF4-FFF2-40B4-BE49-F238E27FC236}">
                  <a16:creationId xmlns:a16="http://schemas.microsoft.com/office/drawing/2014/main" id="{A061E555-116C-6CC2-79B6-00F84F625D5F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65886"/>
              <a:ext cx="35057" cy="26222"/>
            </a:xfrm>
            <a:custGeom>
              <a:avLst/>
              <a:gdLst/>
              <a:ahLst/>
              <a:cxnLst/>
              <a:rect l="0" t="0" r="0" b="0"/>
              <a:pathLst>
                <a:path w="35057" h="26222">
                  <a:moveTo>
                    <a:pt x="35057" y="0"/>
                  </a:moveTo>
                  <a:lnTo>
                    <a:pt x="0" y="26222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4" name="Input_receptor__813">
              <a:extLst>
                <a:ext uri="{FF2B5EF4-FFF2-40B4-BE49-F238E27FC236}">
                  <a16:creationId xmlns:a16="http://schemas.microsoft.com/office/drawing/2014/main" id="{E6B0E558-3CF2-2452-FAEC-9BF05BBE5CB6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388024"/>
              <a:ext cx="18729" cy="44482"/>
            </a:xfrm>
            <a:custGeom>
              <a:avLst/>
              <a:gdLst/>
              <a:ahLst/>
              <a:cxnLst/>
              <a:rect l="0" t="0" r="0" b="0"/>
              <a:pathLst>
                <a:path w="18729" h="44482">
                  <a:moveTo>
                    <a:pt x="18729" y="0"/>
                  </a:moveTo>
                  <a:lnTo>
                    <a:pt x="0" y="44482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5" name="Input_receptor__814">
              <a:extLst>
                <a:ext uri="{FF2B5EF4-FFF2-40B4-BE49-F238E27FC236}">
                  <a16:creationId xmlns:a16="http://schemas.microsoft.com/office/drawing/2014/main" id="{0650A512-EE7B-12F3-033A-A6D6620D0004}"/>
                </a:ext>
              </a:extLst>
            </p:cNvPr>
            <p:cNvSpPr>
              <a:spLocks noGrp="1"/>
            </p:cNvSpPr>
            <p:nvPr/>
          </p:nvSpPr>
          <p:spPr>
            <a:xfrm>
              <a:off x="1500719" y="4860187"/>
              <a:ext cx="38997" cy="24126"/>
            </a:xfrm>
            <a:custGeom>
              <a:avLst/>
              <a:gdLst/>
              <a:ahLst/>
              <a:cxnLst/>
              <a:rect l="0" t="0" r="0" b="0"/>
              <a:pathLst>
                <a:path w="38997" h="24126">
                  <a:moveTo>
                    <a:pt x="0" y="24126"/>
                  </a:moveTo>
                  <a:lnTo>
                    <a:pt x="38997" y="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6" name="Input_receptor__815">
              <a:extLst>
                <a:ext uri="{FF2B5EF4-FFF2-40B4-BE49-F238E27FC236}">
                  <a16:creationId xmlns:a16="http://schemas.microsoft.com/office/drawing/2014/main" id="{7B367F3F-DD3C-C812-1402-7C2C8DCCD199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16997"/>
              <a:ext cx="14234" cy="21330"/>
            </a:xfrm>
            <a:custGeom>
              <a:avLst/>
              <a:gdLst/>
              <a:ahLst/>
              <a:cxnLst/>
              <a:rect l="0" t="0" r="0" b="0"/>
              <a:pathLst>
                <a:path w="14234" h="21330">
                  <a:moveTo>
                    <a:pt x="14234" y="0"/>
                  </a:moveTo>
                  <a:lnTo>
                    <a:pt x="0" y="2133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7" name="Input_receptor__816">
              <a:extLst>
                <a:ext uri="{FF2B5EF4-FFF2-40B4-BE49-F238E27FC236}">
                  <a16:creationId xmlns:a16="http://schemas.microsoft.com/office/drawing/2014/main" id="{26C1ED5E-E5A5-0C35-6D01-BA822D8BAF63}"/>
                </a:ext>
              </a:extLst>
            </p:cNvPr>
            <p:cNvSpPr>
              <a:spLocks noGrp="1"/>
            </p:cNvSpPr>
            <p:nvPr/>
          </p:nvSpPr>
          <p:spPr>
            <a:xfrm>
              <a:off x="1591657" y="5104427"/>
              <a:ext cx="47665" cy="3009"/>
            </a:xfrm>
            <a:custGeom>
              <a:avLst/>
              <a:gdLst/>
              <a:ahLst/>
              <a:cxnLst/>
              <a:rect l="0" t="0" r="0" b="0"/>
              <a:pathLst>
                <a:path w="47665" h="3009">
                  <a:moveTo>
                    <a:pt x="0" y="3009"/>
                  </a:moveTo>
                  <a:lnTo>
                    <a:pt x="476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8" name="Input_receptor__817">
              <a:extLst>
                <a:ext uri="{FF2B5EF4-FFF2-40B4-BE49-F238E27FC236}">
                  <a16:creationId xmlns:a16="http://schemas.microsoft.com/office/drawing/2014/main" id="{DD6AF2DD-04F5-FEBD-B98E-59F0BEF7A76C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66770"/>
              <a:ext cx="39274" cy="8350"/>
            </a:xfrm>
            <a:custGeom>
              <a:avLst/>
              <a:gdLst/>
              <a:ahLst/>
              <a:cxnLst/>
              <a:rect l="0" t="0" r="0" b="0"/>
              <a:pathLst>
                <a:path w="39274" h="8350">
                  <a:moveTo>
                    <a:pt x="39274" y="0"/>
                  </a:moveTo>
                  <a:lnTo>
                    <a:pt x="0" y="835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9" name="Input_receptor__818">
              <a:extLst>
                <a:ext uri="{FF2B5EF4-FFF2-40B4-BE49-F238E27FC236}">
                  <a16:creationId xmlns:a16="http://schemas.microsoft.com/office/drawing/2014/main" id="{BAAD398E-3B34-EDBB-160A-ADBD5E3D908B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29903"/>
              <a:ext cx="26286" cy="27267"/>
            </a:xfrm>
            <a:custGeom>
              <a:avLst/>
              <a:gdLst/>
              <a:ahLst/>
              <a:cxnLst/>
              <a:rect l="0" t="0" r="0" b="0"/>
              <a:pathLst>
                <a:path w="26286" h="27267">
                  <a:moveTo>
                    <a:pt x="0" y="27267"/>
                  </a:moveTo>
                  <a:lnTo>
                    <a:pt x="26286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0" name="Input_receptor__819">
              <a:extLst>
                <a:ext uri="{FF2B5EF4-FFF2-40B4-BE49-F238E27FC236}">
                  <a16:creationId xmlns:a16="http://schemas.microsoft.com/office/drawing/2014/main" id="{E4F0FE13-3F21-29FB-483C-AEC89E8D322E}"/>
                </a:ext>
              </a:extLst>
            </p:cNvPr>
            <p:cNvSpPr>
              <a:spLocks noGrp="1"/>
            </p:cNvSpPr>
            <p:nvPr/>
          </p:nvSpPr>
          <p:spPr>
            <a:xfrm>
              <a:off x="1633911" y="5391927"/>
              <a:ext cx="14165" cy="37976"/>
            </a:xfrm>
            <a:custGeom>
              <a:avLst/>
              <a:gdLst/>
              <a:ahLst/>
              <a:cxnLst/>
              <a:rect l="0" t="0" r="0" b="0"/>
              <a:pathLst>
                <a:path w="14165" h="37976">
                  <a:moveTo>
                    <a:pt x="0" y="37976"/>
                  </a:moveTo>
                  <a:lnTo>
                    <a:pt x="141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1" name="Input_receptor__820">
              <a:extLst>
                <a:ext uri="{FF2B5EF4-FFF2-40B4-BE49-F238E27FC236}">
                  <a16:creationId xmlns:a16="http://schemas.microsoft.com/office/drawing/2014/main" id="{40575C88-7EB1-BA54-7B86-F1F7246827FD}"/>
                </a:ext>
              </a:extLst>
            </p:cNvPr>
            <p:cNvSpPr>
              <a:spLocks noGrp="1"/>
            </p:cNvSpPr>
            <p:nvPr/>
          </p:nvSpPr>
          <p:spPr>
            <a:xfrm>
              <a:off x="1603100" y="5324972"/>
              <a:ext cx="3478" cy="29102"/>
            </a:xfrm>
            <a:custGeom>
              <a:avLst/>
              <a:gdLst/>
              <a:ahLst/>
              <a:cxnLst/>
              <a:rect l="0" t="0" r="0" b="0"/>
              <a:pathLst>
                <a:path w="3478" h="29102">
                  <a:moveTo>
                    <a:pt x="3478" y="29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2" name="Input_receptor__821">
              <a:extLst>
                <a:ext uri="{FF2B5EF4-FFF2-40B4-BE49-F238E27FC236}">
                  <a16:creationId xmlns:a16="http://schemas.microsoft.com/office/drawing/2014/main" id="{03728211-6124-34A7-E4C9-70E27F7AE220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30361"/>
              <a:ext cx="24134" cy="37340"/>
            </a:xfrm>
            <a:custGeom>
              <a:avLst/>
              <a:gdLst/>
              <a:ahLst/>
              <a:cxnLst/>
              <a:rect l="0" t="0" r="0" b="0"/>
              <a:pathLst>
                <a:path w="24134" h="37340">
                  <a:moveTo>
                    <a:pt x="24134" y="373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3" name="Input_receptor__822">
              <a:extLst>
                <a:ext uri="{FF2B5EF4-FFF2-40B4-BE49-F238E27FC236}">
                  <a16:creationId xmlns:a16="http://schemas.microsoft.com/office/drawing/2014/main" id="{3D940208-60C5-9DCA-1934-CE98DC5427D8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18560"/>
              <a:ext cx="40499" cy="22324"/>
            </a:xfrm>
            <a:custGeom>
              <a:avLst/>
              <a:gdLst/>
              <a:ahLst/>
              <a:cxnLst/>
              <a:rect l="0" t="0" r="0" b="0"/>
              <a:pathLst>
                <a:path w="40499" h="22324">
                  <a:moveTo>
                    <a:pt x="0" y="22324"/>
                  </a:moveTo>
                  <a:lnTo>
                    <a:pt x="40499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24" name="Input_receptor__823">
              <a:extLst>
                <a:ext uri="{FF2B5EF4-FFF2-40B4-BE49-F238E27FC236}">
                  <a16:creationId xmlns:a16="http://schemas.microsoft.com/office/drawing/2014/main" id="{BDF412B3-9394-B109-57F6-355EE0BC90D1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696"/>
              <a:ext cx="7269" cy="197"/>
            </a:xfrm>
            <a:custGeom>
              <a:avLst/>
              <a:gdLst/>
              <a:ahLst/>
              <a:cxnLst/>
              <a:rect l="0" t="0" r="0" b="0"/>
              <a:pathLst>
                <a:path w="7269" h="197">
                  <a:moveTo>
                    <a:pt x="0" y="197"/>
                  </a:moveTo>
                  <a:lnTo>
                    <a:pt x="7269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5" name="Input_receptor__824">
              <a:extLst>
                <a:ext uri="{FF2B5EF4-FFF2-40B4-BE49-F238E27FC236}">
                  <a16:creationId xmlns:a16="http://schemas.microsoft.com/office/drawing/2014/main" id="{1C8660A7-58EE-3C80-0D17-7F26293F42B6}"/>
                </a:ext>
              </a:extLst>
            </p:cNvPr>
            <p:cNvSpPr>
              <a:spLocks noGrp="1"/>
            </p:cNvSpPr>
            <p:nvPr/>
          </p:nvSpPr>
          <p:spPr>
            <a:xfrm>
              <a:off x="1548971" y="5266770"/>
              <a:ext cx="29697" cy="14558"/>
            </a:xfrm>
            <a:custGeom>
              <a:avLst/>
              <a:gdLst/>
              <a:ahLst/>
              <a:cxnLst/>
              <a:rect l="0" t="0" r="0" b="0"/>
              <a:pathLst>
                <a:path w="29697" h="14558">
                  <a:moveTo>
                    <a:pt x="29697" y="14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6" name="Input_receptor__825">
              <a:extLst>
                <a:ext uri="{FF2B5EF4-FFF2-40B4-BE49-F238E27FC236}">
                  <a16:creationId xmlns:a16="http://schemas.microsoft.com/office/drawing/2014/main" id="{74A4B782-3776-D801-361D-868BBBFC97E5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6904"/>
              <a:ext cx="6354" cy="29794"/>
            </a:xfrm>
            <a:custGeom>
              <a:avLst/>
              <a:gdLst/>
              <a:ahLst/>
              <a:cxnLst/>
              <a:rect l="0" t="0" r="0" b="0"/>
              <a:pathLst>
                <a:path w="6354" h="29794">
                  <a:moveTo>
                    <a:pt x="0" y="29794"/>
                  </a:moveTo>
                  <a:lnTo>
                    <a:pt x="635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7" name="Input_receptor__826">
              <a:extLst>
                <a:ext uri="{FF2B5EF4-FFF2-40B4-BE49-F238E27FC236}">
                  <a16:creationId xmlns:a16="http://schemas.microsoft.com/office/drawing/2014/main" id="{E94F4BBE-7362-AC8C-864E-C2723488E0B3}"/>
                </a:ext>
              </a:extLst>
            </p:cNvPr>
            <p:cNvSpPr>
              <a:spLocks noGrp="1"/>
            </p:cNvSpPr>
            <p:nvPr/>
          </p:nvSpPr>
          <p:spPr>
            <a:xfrm>
              <a:off x="1172791" y="4843205"/>
              <a:ext cx="44295" cy="16047"/>
            </a:xfrm>
            <a:custGeom>
              <a:avLst/>
              <a:gdLst/>
              <a:ahLst/>
              <a:cxnLst/>
              <a:rect l="0" t="0" r="0" b="0"/>
              <a:pathLst>
                <a:path w="44295" h="16047">
                  <a:moveTo>
                    <a:pt x="44295" y="0"/>
                  </a:moveTo>
                  <a:lnTo>
                    <a:pt x="0" y="16047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8" name="Input_receptor__827">
              <a:extLst>
                <a:ext uri="{FF2B5EF4-FFF2-40B4-BE49-F238E27FC236}">
                  <a16:creationId xmlns:a16="http://schemas.microsoft.com/office/drawing/2014/main" id="{1FE56F5E-E0FE-D92E-31E2-16C820957F5F}"/>
                </a:ext>
              </a:extLst>
            </p:cNvPr>
            <p:cNvSpPr>
              <a:spLocks noGrp="1"/>
            </p:cNvSpPr>
            <p:nvPr/>
          </p:nvSpPr>
          <p:spPr>
            <a:xfrm>
              <a:off x="1228651" y="5239856"/>
              <a:ext cx="44730" cy="10406"/>
            </a:xfrm>
            <a:custGeom>
              <a:avLst/>
              <a:gdLst/>
              <a:ahLst/>
              <a:cxnLst/>
              <a:rect l="0" t="0" r="0" b="0"/>
              <a:pathLst>
                <a:path w="44730" h="10406">
                  <a:moveTo>
                    <a:pt x="44730" y="104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9" name="Input_receptor__828">
              <a:extLst>
                <a:ext uri="{FF2B5EF4-FFF2-40B4-BE49-F238E27FC236}">
                  <a16:creationId xmlns:a16="http://schemas.microsoft.com/office/drawing/2014/main" id="{D7354D3B-96A3-A92A-5F9B-33D079A1D62B}"/>
                </a:ext>
              </a:extLst>
            </p:cNvPr>
            <p:cNvSpPr>
              <a:spLocks noGrp="1"/>
            </p:cNvSpPr>
            <p:nvPr/>
          </p:nvSpPr>
          <p:spPr>
            <a:xfrm>
              <a:off x="1794036" y="4863472"/>
              <a:ext cx="43568" cy="17047"/>
            </a:xfrm>
            <a:custGeom>
              <a:avLst/>
              <a:gdLst/>
              <a:ahLst/>
              <a:cxnLst/>
              <a:rect l="0" t="0" r="0" b="0"/>
              <a:pathLst>
                <a:path w="43568" h="17047">
                  <a:moveTo>
                    <a:pt x="0" y="0"/>
                  </a:moveTo>
                  <a:lnTo>
                    <a:pt x="43568" y="17047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0" name="Input_receptor__829">
              <a:extLst>
                <a:ext uri="{FF2B5EF4-FFF2-40B4-BE49-F238E27FC236}">
                  <a16:creationId xmlns:a16="http://schemas.microsoft.com/office/drawing/2014/main" id="{1B0F8FF1-91B4-F5D4-133F-B31FBB3D3D0C}"/>
                </a:ext>
              </a:extLst>
            </p:cNvPr>
            <p:cNvSpPr>
              <a:spLocks noGrp="1"/>
            </p:cNvSpPr>
            <p:nvPr/>
          </p:nvSpPr>
          <p:spPr>
            <a:xfrm>
              <a:off x="1273704" y="4523276"/>
              <a:ext cx="13335" cy="5131"/>
            </a:xfrm>
            <a:custGeom>
              <a:avLst/>
              <a:gdLst/>
              <a:ahLst/>
              <a:cxnLst/>
              <a:rect l="0" t="0" r="0" b="0"/>
              <a:pathLst>
                <a:path w="13335" h="5131">
                  <a:moveTo>
                    <a:pt x="0" y="5131"/>
                  </a:moveTo>
                  <a:lnTo>
                    <a:pt x="13335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1" name="Input_receptor__830">
              <a:extLst>
                <a:ext uri="{FF2B5EF4-FFF2-40B4-BE49-F238E27FC236}">
                  <a16:creationId xmlns:a16="http://schemas.microsoft.com/office/drawing/2014/main" id="{2301A899-45EE-F8A6-F463-708CC92BD0E5}"/>
                </a:ext>
              </a:extLst>
            </p:cNvPr>
            <p:cNvSpPr>
              <a:spLocks noGrp="1"/>
            </p:cNvSpPr>
            <p:nvPr/>
          </p:nvSpPr>
          <p:spPr>
            <a:xfrm>
              <a:off x="1168483" y="5102396"/>
              <a:ext cx="36945" cy="25878"/>
            </a:xfrm>
            <a:custGeom>
              <a:avLst/>
              <a:gdLst/>
              <a:ahLst/>
              <a:cxnLst/>
              <a:rect l="0" t="0" r="0" b="0"/>
              <a:pathLst>
                <a:path w="36945" h="25878">
                  <a:moveTo>
                    <a:pt x="36945" y="0"/>
                  </a:moveTo>
                  <a:lnTo>
                    <a:pt x="0" y="25878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2" name="Input_receptor__831">
              <a:extLst>
                <a:ext uri="{FF2B5EF4-FFF2-40B4-BE49-F238E27FC236}">
                  <a16:creationId xmlns:a16="http://schemas.microsoft.com/office/drawing/2014/main" id="{FF299938-6D8F-D9F8-CE62-7401F02C038E}"/>
                </a:ext>
              </a:extLst>
            </p:cNvPr>
            <p:cNvSpPr>
              <a:spLocks noGrp="1"/>
            </p:cNvSpPr>
            <p:nvPr/>
          </p:nvSpPr>
          <p:spPr>
            <a:xfrm>
              <a:off x="1267807" y="5250262"/>
              <a:ext cx="5574" cy="46065"/>
            </a:xfrm>
            <a:custGeom>
              <a:avLst/>
              <a:gdLst/>
              <a:ahLst/>
              <a:cxnLst/>
              <a:rect l="0" t="0" r="0" b="0"/>
              <a:pathLst>
                <a:path w="5574" h="46065">
                  <a:moveTo>
                    <a:pt x="0" y="46065"/>
                  </a:moveTo>
                  <a:lnTo>
                    <a:pt x="557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3" name="Input_receptor__832">
              <a:extLst>
                <a:ext uri="{FF2B5EF4-FFF2-40B4-BE49-F238E27FC236}">
                  <a16:creationId xmlns:a16="http://schemas.microsoft.com/office/drawing/2014/main" id="{9059ACBB-7E67-3EED-5BB2-816C3C9A003F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11126"/>
              <a:ext cx="8576" cy="41561"/>
            </a:xfrm>
            <a:custGeom>
              <a:avLst/>
              <a:gdLst/>
              <a:ahLst/>
              <a:cxnLst/>
              <a:rect l="0" t="0" r="0" b="0"/>
              <a:pathLst>
                <a:path w="8576" h="41561">
                  <a:moveTo>
                    <a:pt x="0" y="41561"/>
                  </a:moveTo>
                  <a:lnTo>
                    <a:pt x="8576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4" name="Input_receptor__833">
              <a:extLst>
                <a:ext uri="{FF2B5EF4-FFF2-40B4-BE49-F238E27FC236}">
                  <a16:creationId xmlns:a16="http://schemas.microsoft.com/office/drawing/2014/main" id="{9E17B43F-305E-8218-A1A9-0778F2C5BB8B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321154"/>
              <a:ext cx="3120" cy="10706"/>
            </a:xfrm>
            <a:custGeom>
              <a:avLst/>
              <a:gdLst/>
              <a:ahLst/>
              <a:cxnLst/>
              <a:rect l="0" t="0" r="0" b="0"/>
              <a:pathLst>
                <a:path w="3120" h="10706">
                  <a:moveTo>
                    <a:pt x="3120" y="107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5" name="Input_receptor__834">
              <a:extLst>
                <a:ext uri="{FF2B5EF4-FFF2-40B4-BE49-F238E27FC236}">
                  <a16:creationId xmlns:a16="http://schemas.microsoft.com/office/drawing/2014/main" id="{293B04D3-C0D0-90B4-9055-197C2CB7DE1B}"/>
                </a:ext>
              </a:extLst>
            </p:cNvPr>
            <p:cNvSpPr>
              <a:spLocks noGrp="1"/>
            </p:cNvSpPr>
            <p:nvPr/>
          </p:nvSpPr>
          <p:spPr>
            <a:xfrm>
              <a:off x="1277159" y="5574062"/>
              <a:ext cx="12417" cy="46400"/>
            </a:xfrm>
            <a:custGeom>
              <a:avLst/>
              <a:gdLst/>
              <a:ahLst/>
              <a:cxnLst/>
              <a:rect l="0" t="0" r="0" b="0"/>
              <a:pathLst>
                <a:path w="12417" h="46400">
                  <a:moveTo>
                    <a:pt x="0" y="0"/>
                  </a:moveTo>
                  <a:lnTo>
                    <a:pt x="12417" y="4640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6" name="Input_receptor__835">
              <a:extLst>
                <a:ext uri="{FF2B5EF4-FFF2-40B4-BE49-F238E27FC236}">
                  <a16:creationId xmlns:a16="http://schemas.microsoft.com/office/drawing/2014/main" id="{F03BBC7B-30BC-1158-57D6-4C21FF2481FC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432506"/>
              <a:ext cx="40482" cy="20021"/>
            </a:xfrm>
            <a:custGeom>
              <a:avLst/>
              <a:gdLst/>
              <a:ahLst/>
              <a:cxnLst/>
              <a:rect l="0" t="0" r="0" b="0"/>
              <a:pathLst>
                <a:path w="40482" h="20021">
                  <a:moveTo>
                    <a:pt x="0" y="0"/>
                  </a:moveTo>
                  <a:lnTo>
                    <a:pt x="40482" y="2002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7" name="Input_receptor__836">
              <a:extLst>
                <a:ext uri="{FF2B5EF4-FFF2-40B4-BE49-F238E27FC236}">
                  <a16:creationId xmlns:a16="http://schemas.microsoft.com/office/drawing/2014/main" id="{0E7D96BE-C428-C3FD-41F5-1EEB9D714A47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9117"/>
              <a:ext cx="36253" cy="5994"/>
            </a:xfrm>
            <a:custGeom>
              <a:avLst/>
              <a:gdLst/>
              <a:ahLst/>
              <a:cxnLst/>
              <a:rect l="0" t="0" r="0" b="0"/>
              <a:pathLst>
                <a:path w="36253" h="5994">
                  <a:moveTo>
                    <a:pt x="0" y="0"/>
                  </a:moveTo>
                  <a:lnTo>
                    <a:pt x="36253" y="5994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8" name="Input_receptor__837">
              <a:extLst>
                <a:ext uri="{FF2B5EF4-FFF2-40B4-BE49-F238E27FC236}">
                  <a16:creationId xmlns:a16="http://schemas.microsoft.com/office/drawing/2014/main" id="{087C1460-3879-FCE8-9B76-31A862879700}"/>
                </a:ext>
              </a:extLst>
            </p:cNvPr>
            <p:cNvSpPr>
              <a:spLocks noGrp="1"/>
            </p:cNvSpPr>
            <p:nvPr/>
          </p:nvSpPr>
          <p:spPr>
            <a:xfrm>
              <a:off x="1557939" y="4925345"/>
              <a:ext cx="43906" cy="19826"/>
            </a:xfrm>
            <a:custGeom>
              <a:avLst/>
              <a:gdLst/>
              <a:ahLst/>
              <a:cxnLst/>
              <a:rect l="0" t="0" r="0" b="0"/>
              <a:pathLst>
                <a:path w="43906" h="19826">
                  <a:moveTo>
                    <a:pt x="43906" y="0"/>
                  </a:moveTo>
                  <a:lnTo>
                    <a:pt x="0" y="19826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9" name="Input_receptor__838">
              <a:extLst>
                <a:ext uri="{FF2B5EF4-FFF2-40B4-BE49-F238E27FC236}">
                  <a16:creationId xmlns:a16="http://schemas.microsoft.com/office/drawing/2014/main" id="{182FE07E-9A26-7640-0712-B0605F136D13}"/>
                </a:ext>
              </a:extLst>
            </p:cNvPr>
            <p:cNvSpPr>
              <a:spLocks noGrp="1"/>
            </p:cNvSpPr>
            <p:nvPr/>
          </p:nvSpPr>
          <p:spPr>
            <a:xfrm>
              <a:off x="1285920" y="5112893"/>
              <a:ext cx="16652" cy="45632"/>
            </a:xfrm>
            <a:custGeom>
              <a:avLst/>
              <a:gdLst/>
              <a:ahLst/>
              <a:cxnLst/>
              <a:rect l="0" t="0" r="0" b="0"/>
              <a:pathLst>
                <a:path w="16652" h="45632">
                  <a:moveTo>
                    <a:pt x="16652" y="45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0" name="Input_receptor__839">
              <a:extLst>
                <a:ext uri="{FF2B5EF4-FFF2-40B4-BE49-F238E27FC236}">
                  <a16:creationId xmlns:a16="http://schemas.microsoft.com/office/drawing/2014/main" id="{12B9CFD8-D49E-E7F6-8154-3905A459260F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5002493"/>
              <a:ext cx="45389" cy="9870"/>
            </a:xfrm>
            <a:custGeom>
              <a:avLst/>
              <a:gdLst/>
              <a:ahLst/>
              <a:cxnLst/>
              <a:rect l="0" t="0" r="0" b="0"/>
              <a:pathLst>
                <a:path w="45389" h="9870">
                  <a:moveTo>
                    <a:pt x="45389" y="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1" name="Input_receptor__840">
              <a:extLst>
                <a:ext uri="{FF2B5EF4-FFF2-40B4-BE49-F238E27FC236}">
                  <a16:creationId xmlns:a16="http://schemas.microsoft.com/office/drawing/2014/main" id="{EB051896-06AC-6BBF-3B49-BE28E2717983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81313"/>
              <a:ext cx="8457" cy="13381"/>
            </a:xfrm>
            <a:custGeom>
              <a:avLst/>
              <a:gdLst/>
              <a:ahLst/>
              <a:cxnLst/>
              <a:rect l="0" t="0" r="0" b="0"/>
              <a:pathLst>
                <a:path w="8457" h="13381">
                  <a:moveTo>
                    <a:pt x="0" y="0"/>
                  </a:moveTo>
                  <a:lnTo>
                    <a:pt x="8457" y="1338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2" name="Input_receptor__841">
              <a:extLst>
                <a:ext uri="{FF2B5EF4-FFF2-40B4-BE49-F238E27FC236}">
                  <a16:creationId xmlns:a16="http://schemas.microsoft.com/office/drawing/2014/main" id="{DCD83C41-BDBD-A83F-F903-4C1F28C040E9}"/>
                </a:ext>
              </a:extLst>
            </p:cNvPr>
            <p:cNvSpPr>
              <a:spLocks noGrp="1"/>
            </p:cNvSpPr>
            <p:nvPr/>
          </p:nvSpPr>
          <p:spPr>
            <a:xfrm>
              <a:off x="1077807" y="5282843"/>
              <a:ext cx="26463" cy="37007"/>
            </a:xfrm>
            <a:custGeom>
              <a:avLst/>
              <a:gdLst/>
              <a:ahLst/>
              <a:cxnLst/>
              <a:rect l="0" t="0" r="0" b="0"/>
              <a:pathLst>
                <a:path w="26463" h="37007">
                  <a:moveTo>
                    <a:pt x="0" y="37007"/>
                  </a:moveTo>
                  <a:lnTo>
                    <a:pt x="26463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3" name="Input_receptor__842">
              <a:extLst>
                <a:ext uri="{FF2B5EF4-FFF2-40B4-BE49-F238E27FC236}">
                  <a16:creationId xmlns:a16="http://schemas.microsoft.com/office/drawing/2014/main" id="{DE92B801-B35B-9110-2225-41E108AD03BC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29364"/>
              <a:ext cx="41050" cy="19947"/>
            </a:xfrm>
            <a:custGeom>
              <a:avLst/>
              <a:gdLst/>
              <a:ahLst/>
              <a:cxnLst/>
              <a:rect l="0" t="0" r="0" b="0"/>
              <a:pathLst>
                <a:path w="41050" h="19947">
                  <a:moveTo>
                    <a:pt x="0" y="19947"/>
                  </a:moveTo>
                  <a:lnTo>
                    <a:pt x="4105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4" name="Input_receptor__843">
              <a:extLst>
                <a:ext uri="{FF2B5EF4-FFF2-40B4-BE49-F238E27FC236}">
                  <a16:creationId xmlns:a16="http://schemas.microsoft.com/office/drawing/2014/main" id="{1395601D-B20C-6826-6B4E-2421C9999611}"/>
                </a:ext>
              </a:extLst>
            </p:cNvPr>
            <p:cNvSpPr>
              <a:spLocks noGrp="1"/>
            </p:cNvSpPr>
            <p:nvPr/>
          </p:nvSpPr>
          <p:spPr>
            <a:xfrm>
              <a:off x="964241" y="4899858"/>
              <a:ext cx="40466" cy="3714"/>
            </a:xfrm>
            <a:custGeom>
              <a:avLst/>
              <a:gdLst/>
              <a:ahLst/>
              <a:cxnLst/>
              <a:rect l="0" t="0" r="0" b="0"/>
              <a:pathLst>
                <a:path w="40466" h="3714">
                  <a:moveTo>
                    <a:pt x="0" y="0"/>
                  </a:moveTo>
                  <a:lnTo>
                    <a:pt x="40466" y="3714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5" name="Input_receptor__844">
              <a:extLst>
                <a:ext uri="{FF2B5EF4-FFF2-40B4-BE49-F238E27FC236}">
                  <a16:creationId xmlns:a16="http://schemas.microsoft.com/office/drawing/2014/main" id="{3C02A128-3574-4AEE-4A03-381952BFADA6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39856"/>
              <a:ext cx="16590" cy="37164"/>
            </a:xfrm>
            <a:custGeom>
              <a:avLst/>
              <a:gdLst/>
              <a:ahLst/>
              <a:cxnLst/>
              <a:rect l="0" t="0" r="0" b="0"/>
              <a:pathLst>
                <a:path w="16590" h="37164">
                  <a:moveTo>
                    <a:pt x="16590" y="0"/>
                  </a:moveTo>
                  <a:lnTo>
                    <a:pt x="0" y="37164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6" name="Input_receptor__845">
              <a:extLst>
                <a:ext uri="{FF2B5EF4-FFF2-40B4-BE49-F238E27FC236}">
                  <a16:creationId xmlns:a16="http://schemas.microsoft.com/office/drawing/2014/main" id="{EFB3232C-282B-17DD-562D-85BDC5CB221A}"/>
                </a:ext>
              </a:extLst>
            </p:cNvPr>
            <p:cNvSpPr>
              <a:spLocks noGrp="1"/>
            </p:cNvSpPr>
            <p:nvPr/>
          </p:nvSpPr>
          <p:spPr>
            <a:xfrm>
              <a:off x="1601846" y="4882400"/>
              <a:ext cx="21741" cy="42946"/>
            </a:xfrm>
            <a:custGeom>
              <a:avLst/>
              <a:gdLst/>
              <a:ahLst/>
              <a:cxnLst/>
              <a:rect l="0" t="0" r="0" b="0"/>
              <a:pathLst>
                <a:path w="21741" h="42946">
                  <a:moveTo>
                    <a:pt x="21741" y="0"/>
                  </a:moveTo>
                  <a:lnTo>
                    <a:pt x="0" y="42946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7" name="Input_receptor__846">
              <a:extLst>
                <a:ext uri="{FF2B5EF4-FFF2-40B4-BE49-F238E27FC236}">
                  <a16:creationId xmlns:a16="http://schemas.microsoft.com/office/drawing/2014/main" id="{CAB0E677-0D61-C256-38A6-3381C05B7EF4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54074"/>
              <a:ext cx="26602" cy="33450"/>
            </a:xfrm>
            <a:custGeom>
              <a:avLst/>
              <a:gdLst/>
              <a:ahLst/>
              <a:cxnLst/>
              <a:rect l="0" t="0" r="0" b="0"/>
              <a:pathLst>
                <a:path w="26602" h="33450">
                  <a:moveTo>
                    <a:pt x="0" y="33450"/>
                  </a:moveTo>
                  <a:lnTo>
                    <a:pt x="26602" y="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8" name="Input_receptor__847">
              <a:extLst>
                <a:ext uri="{FF2B5EF4-FFF2-40B4-BE49-F238E27FC236}">
                  <a16:creationId xmlns:a16="http://schemas.microsoft.com/office/drawing/2014/main" id="{F35A7B68-2047-4463-6923-09B30A2B0194}"/>
                </a:ext>
              </a:extLst>
            </p:cNvPr>
            <p:cNvSpPr>
              <a:spLocks noGrp="1"/>
            </p:cNvSpPr>
            <p:nvPr/>
          </p:nvSpPr>
          <p:spPr>
            <a:xfrm>
              <a:off x="1539716" y="4844404"/>
              <a:ext cx="12098" cy="15783"/>
            </a:xfrm>
            <a:custGeom>
              <a:avLst/>
              <a:gdLst/>
              <a:ahLst/>
              <a:cxnLst/>
              <a:rect l="0" t="0" r="0" b="0"/>
              <a:pathLst>
                <a:path w="12098" h="15783">
                  <a:moveTo>
                    <a:pt x="0" y="15783"/>
                  </a:moveTo>
                  <a:lnTo>
                    <a:pt x="1209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9" name="Input_receptor__848">
              <a:extLst>
                <a:ext uri="{FF2B5EF4-FFF2-40B4-BE49-F238E27FC236}">
                  <a16:creationId xmlns:a16="http://schemas.microsoft.com/office/drawing/2014/main" id="{953D9355-5B3C-6A89-ADBB-64D45960D20F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99858"/>
              <a:ext cx="24818" cy="22606"/>
            </a:xfrm>
            <a:custGeom>
              <a:avLst/>
              <a:gdLst/>
              <a:ahLst/>
              <a:cxnLst/>
              <a:rect l="0" t="0" r="0" b="0"/>
              <a:pathLst>
                <a:path w="24818" h="22606">
                  <a:moveTo>
                    <a:pt x="0" y="22606"/>
                  </a:moveTo>
                  <a:lnTo>
                    <a:pt x="2481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0" name="Input_receptor__849">
              <a:extLst>
                <a:ext uri="{FF2B5EF4-FFF2-40B4-BE49-F238E27FC236}">
                  <a16:creationId xmlns:a16="http://schemas.microsoft.com/office/drawing/2014/main" id="{142FF03E-9D8A-89DC-C77F-DBFB9CEBA137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367403"/>
              <a:ext cx="19449" cy="42182"/>
            </a:xfrm>
            <a:custGeom>
              <a:avLst/>
              <a:gdLst/>
              <a:ahLst/>
              <a:cxnLst/>
              <a:rect l="0" t="0" r="0" b="0"/>
              <a:pathLst>
                <a:path w="19449" h="42182">
                  <a:moveTo>
                    <a:pt x="0" y="42182"/>
                  </a:moveTo>
                  <a:lnTo>
                    <a:pt x="19449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1" name="Input_receptor__850">
              <a:extLst>
                <a:ext uri="{FF2B5EF4-FFF2-40B4-BE49-F238E27FC236}">
                  <a16:creationId xmlns:a16="http://schemas.microsoft.com/office/drawing/2014/main" id="{90D280C2-11AD-7091-033E-92E7B3C3FC49}"/>
                </a:ext>
              </a:extLst>
            </p:cNvPr>
            <p:cNvSpPr>
              <a:spLocks noGrp="1"/>
            </p:cNvSpPr>
            <p:nvPr/>
          </p:nvSpPr>
          <p:spPr>
            <a:xfrm>
              <a:off x="1711795" y="5356128"/>
              <a:ext cx="39776" cy="22250"/>
            </a:xfrm>
            <a:custGeom>
              <a:avLst/>
              <a:gdLst/>
              <a:ahLst/>
              <a:cxnLst/>
              <a:rect l="0" t="0" r="0" b="0"/>
              <a:pathLst>
                <a:path w="39776" h="22250">
                  <a:moveTo>
                    <a:pt x="0" y="0"/>
                  </a:moveTo>
                  <a:lnTo>
                    <a:pt x="39776" y="2225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2" name="Input_receptor__851">
              <a:extLst>
                <a:ext uri="{FF2B5EF4-FFF2-40B4-BE49-F238E27FC236}">
                  <a16:creationId xmlns:a16="http://schemas.microsoft.com/office/drawing/2014/main" id="{25155EE1-C81A-C2AD-8D68-B34169DFEE48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23920" cy="2559"/>
            </a:xfrm>
            <a:custGeom>
              <a:avLst/>
              <a:gdLst/>
              <a:ahLst/>
              <a:cxnLst/>
              <a:rect l="0" t="0" r="0" b="0"/>
              <a:pathLst>
                <a:path w="23920" h="2559">
                  <a:moveTo>
                    <a:pt x="0" y="0"/>
                  </a:moveTo>
                  <a:lnTo>
                    <a:pt x="23920" y="255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3" name="Input_receptor__852">
              <a:extLst>
                <a:ext uri="{FF2B5EF4-FFF2-40B4-BE49-F238E27FC236}">
                  <a16:creationId xmlns:a16="http://schemas.microsoft.com/office/drawing/2014/main" id="{EA84E8D9-BEF4-8201-E406-2EE72EBDEC43}"/>
                </a:ext>
              </a:extLst>
            </p:cNvPr>
            <p:cNvSpPr>
              <a:spLocks noGrp="1"/>
            </p:cNvSpPr>
            <p:nvPr/>
          </p:nvSpPr>
          <p:spPr>
            <a:xfrm>
              <a:off x="1104270" y="5282843"/>
              <a:ext cx="35381" cy="14537"/>
            </a:xfrm>
            <a:custGeom>
              <a:avLst/>
              <a:gdLst/>
              <a:ahLst/>
              <a:cxnLst/>
              <a:rect l="0" t="0" r="0" b="0"/>
              <a:pathLst>
                <a:path w="35381" h="14537">
                  <a:moveTo>
                    <a:pt x="0" y="0"/>
                  </a:moveTo>
                  <a:lnTo>
                    <a:pt x="35381" y="14537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4" name="Input_receptor__853">
              <a:extLst>
                <a:ext uri="{FF2B5EF4-FFF2-40B4-BE49-F238E27FC236}">
                  <a16:creationId xmlns:a16="http://schemas.microsoft.com/office/drawing/2014/main" id="{97B4E91A-3ADD-D87E-E8DE-870497359B26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1745"/>
              <a:ext cx="48387" cy="1709"/>
            </a:xfrm>
            <a:custGeom>
              <a:avLst/>
              <a:gdLst/>
              <a:ahLst/>
              <a:cxnLst/>
              <a:rect l="0" t="0" r="0" b="0"/>
              <a:pathLst>
                <a:path w="48387" h="1709">
                  <a:moveTo>
                    <a:pt x="48387" y="0"/>
                  </a:moveTo>
                  <a:lnTo>
                    <a:pt x="0" y="170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5" name="Input_receptor__854">
              <a:extLst>
                <a:ext uri="{FF2B5EF4-FFF2-40B4-BE49-F238E27FC236}">
                  <a16:creationId xmlns:a16="http://schemas.microsoft.com/office/drawing/2014/main" id="{2EEDBD6F-528C-5ABD-7B3C-0F4CCD59DE03}"/>
                </a:ext>
              </a:extLst>
            </p:cNvPr>
            <p:cNvSpPr>
              <a:spLocks noGrp="1"/>
            </p:cNvSpPr>
            <p:nvPr/>
          </p:nvSpPr>
          <p:spPr>
            <a:xfrm>
              <a:off x="1004707" y="4903572"/>
              <a:ext cx="27966" cy="36589"/>
            </a:xfrm>
            <a:custGeom>
              <a:avLst/>
              <a:gdLst/>
              <a:ahLst/>
              <a:cxnLst/>
              <a:rect l="0" t="0" r="0" b="0"/>
              <a:pathLst>
                <a:path w="27966" h="36589">
                  <a:moveTo>
                    <a:pt x="0" y="0"/>
                  </a:moveTo>
                  <a:lnTo>
                    <a:pt x="27966" y="36589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6" name="Input_receptor__855">
              <a:extLst>
                <a:ext uri="{FF2B5EF4-FFF2-40B4-BE49-F238E27FC236}">
                  <a16:creationId xmlns:a16="http://schemas.microsoft.com/office/drawing/2014/main" id="{1FA34591-2012-485E-3B1E-B739312241E8}"/>
                </a:ext>
              </a:extLst>
            </p:cNvPr>
            <p:cNvSpPr>
              <a:spLocks noGrp="1"/>
            </p:cNvSpPr>
            <p:nvPr/>
          </p:nvSpPr>
          <p:spPr>
            <a:xfrm>
              <a:off x="1495593" y="5209920"/>
              <a:ext cx="45297" cy="4126"/>
            </a:xfrm>
            <a:custGeom>
              <a:avLst/>
              <a:gdLst/>
              <a:ahLst/>
              <a:cxnLst/>
              <a:rect l="0" t="0" r="0" b="0"/>
              <a:pathLst>
                <a:path w="45297" h="4126">
                  <a:moveTo>
                    <a:pt x="45297" y="41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7" name="Input_receptor__856">
              <a:extLst>
                <a:ext uri="{FF2B5EF4-FFF2-40B4-BE49-F238E27FC236}">
                  <a16:creationId xmlns:a16="http://schemas.microsoft.com/office/drawing/2014/main" id="{5258D0D0-2DF3-0DCC-3E4F-73CA208EEC40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378379"/>
              <a:ext cx="17636" cy="43048"/>
            </a:xfrm>
            <a:custGeom>
              <a:avLst/>
              <a:gdLst/>
              <a:ahLst/>
              <a:cxnLst/>
              <a:rect l="0" t="0" r="0" b="0"/>
              <a:pathLst>
                <a:path w="17636" h="43048">
                  <a:moveTo>
                    <a:pt x="17636" y="0"/>
                  </a:moveTo>
                  <a:lnTo>
                    <a:pt x="0" y="43048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8" name="Input_receptor__857">
              <a:extLst>
                <a:ext uri="{FF2B5EF4-FFF2-40B4-BE49-F238E27FC236}">
                  <a16:creationId xmlns:a16="http://schemas.microsoft.com/office/drawing/2014/main" id="{FC3392A7-EB99-A20A-A368-A04A1A95B06C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42425"/>
              <a:ext cx="29133" cy="22656"/>
            </a:xfrm>
            <a:custGeom>
              <a:avLst/>
              <a:gdLst/>
              <a:ahLst/>
              <a:cxnLst/>
              <a:rect l="0" t="0" r="0" b="0"/>
              <a:pathLst>
                <a:path w="29133" h="22656">
                  <a:moveTo>
                    <a:pt x="29133" y="0"/>
                  </a:moveTo>
                  <a:lnTo>
                    <a:pt x="0" y="22656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9" name="Input_receptor__858">
              <a:extLst>
                <a:ext uri="{FF2B5EF4-FFF2-40B4-BE49-F238E27FC236}">
                  <a16:creationId xmlns:a16="http://schemas.microsoft.com/office/drawing/2014/main" id="{15752338-2E80-0A3C-A3D6-29E40C5B447A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4955241"/>
              <a:ext cx="9656" cy="47252"/>
            </a:xfrm>
            <a:custGeom>
              <a:avLst/>
              <a:gdLst/>
              <a:ahLst/>
              <a:cxnLst/>
              <a:rect l="0" t="0" r="0" b="0"/>
              <a:pathLst>
                <a:path w="9656" h="47252">
                  <a:moveTo>
                    <a:pt x="0" y="47252"/>
                  </a:moveTo>
                  <a:lnTo>
                    <a:pt x="9656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0" name="Input_receptor__859">
              <a:extLst>
                <a:ext uri="{FF2B5EF4-FFF2-40B4-BE49-F238E27FC236}">
                  <a16:creationId xmlns:a16="http://schemas.microsoft.com/office/drawing/2014/main" id="{0DB63541-F12D-B521-F3ED-CD939104330F}"/>
                </a:ext>
              </a:extLst>
            </p:cNvPr>
            <p:cNvSpPr>
              <a:spLocks noGrp="1"/>
            </p:cNvSpPr>
            <p:nvPr/>
          </p:nvSpPr>
          <p:spPr>
            <a:xfrm>
              <a:off x="1634008" y="5104427"/>
              <a:ext cx="5314" cy="37998"/>
            </a:xfrm>
            <a:custGeom>
              <a:avLst/>
              <a:gdLst/>
              <a:ahLst/>
              <a:cxnLst/>
              <a:rect l="0" t="0" r="0" b="0"/>
              <a:pathLst>
                <a:path w="5314" h="37998">
                  <a:moveTo>
                    <a:pt x="5314" y="0"/>
                  </a:moveTo>
                  <a:lnTo>
                    <a:pt x="0" y="37998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1" name="Input_receptor__860">
              <a:extLst>
                <a:ext uri="{FF2B5EF4-FFF2-40B4-BE49-F238E27FC236}">
                  <a16:creationId xmlns:a16="http://schemas.microsoft.com/office/drawing/2014/main" id="{8F32CF1E-BECE-AD96-DA9B-86C916BC5647}"/>
                </a:ext>
              </a:extLst>
            </p:cNvPr>
            <p:cNvSpPr>
              <a:spLocks noGrp="1"/>
            </p:cNvSpPr>
            <p:nvPr/>
          </p:nvSpPr>
          <p:spPr>
            <a:xfrm>
              <a:off x="1772606" y="4863472"/>
              <a:ext cx="21430" cy="41639"/>
            </a:xfrm>
            <a:custGeom>
              <a:avLst/>
              <a:gdLst/>
              <a:ahLst/>
              <a:cxnLst/>
              <a:rect l="0" t="0" r="0" b="0"/>
              <a:pathLst>
                <a:path w="21430" h="41639">
                  <a:moveTo>
                    <a:pt x="0" y="41639"/>
                  </a:moveTo>
                  <a:lnTo>
                    <a:pt x="2143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2" name="Input_receptor__861">
              <a:extLst>
                <a:ext uri="{FF2B5EF4-FFF2-40B4-BE49-F238E27FC236}">
                  <a16:creationId xmlns:a16="http://schemas.microsoft.com/office/drawing/2014/main" id="{92C5EA8F-F88B-200F-F638-C3FE10B81F5A}"/>
                </a:ext>
              </a:extLst>
            </p:cNvPr>
            <p:cNvSpPr>
              <a:spLocks noGrp="1"/>
            </p:cNvSpPr>
            <p:nvPr/>
          </p:nvSpPr>
          <p:spPr>
            <a:xfrm>
              <a:off x="1089828" y="5438287"/>
              <a:ext cx="32329" cy="29647"/>
            </a:xfrm>
            <a:custGeom>
              <a:avLst/>
              <a:gdLst/>
              <a:ahLst/>
              <a:cxnLst/>
              <a:rect l="0" t="0" r="0" b="0"/>
              <a:pathLst>
                <a:path w="32329" h="29647">
                  <a:moveTo>
                    <a:pt x="32329" y="296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3" name="Input_receptor__862">
              <a:extLst>
                <a:ext uri="{FF2B5EF4-FFF2-40B4-BE49-F238E27FC236}">
                  <a16:creationId xmlns:a16="http://schemas.microsoft.com/office/drawing/2014/main" id="{1B902296-462E-3BEA-CBFF-57F3F0314B8E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8287"/>
              <a:ext cx="37975" cy="22461"/>
            </a:xfrm>
            <a:custGeom>
              <a:avLst/>
              <a:gdLst/>
              <a:ahLst/>
              <a:cxnLst/>
              <a:rect l="0" t="0" r="0" b="0"/>
              <a:pathLst>
                <a:path w="37975" h="22461">
                  <a:moveTo>
                    <a:pt x="37975" y="0"/>
                  </a:moveTo>
                  <a:lnTo>
                    <a:pt x="0" y="22461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4" name="Input_receptor__863">
              <a:extLst>
                <a:ext uri="{FF2B5EF4-FFF2-40B4-BE49-F238E27FC236}">
                  <a16:creationId xmlns:a16="http://schemas.microsoft.com/office/drawing/2014/main" id="{07E216BB-7944-2623-6217-0024F181ADE0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297380"/>
              <a:ext cx="4911" cy="44102"/>
            </a:xfrm>
            <a:custGeom>
              <a:avLst/>
              <a:gdLst/>
              <a:ahLst/>
              <a:cxnLst/>
              <a:rect l="0" t="0" r="0" b="0"/>
              <a:pathLst>
                <a:path w="4911" h="44102">
                  <a:moveTo>
                    <a:pt x="4911" y="0"/>
                  </a:moveTo>
                  <a:lnTo>
                    <a:pt x="0" y="44102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5" name="Input_receptor__864">
              <a:extLst>
                <a:ext uri="{FF2B5EF4-FFF2-40B4-BE49-F238E27FC236}">
                  <a16:creationId xmlns:a16="http://schemas.microsoft.com/office/drawing/2014/main" id="{575CF79F-0043-A9E7-DF68-5F1411BDF0EE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0918"/>
              <a:ext cx="37000" cy="17797"/>
            </a:xfrm>
            <a:custGeom>
              <a:avLst/>
              <a:gdLst/>
              <a:ahLst/>
              <a:cxnLst/>
              <a:rect l="0" t="0" r="0" b="0"/>
              <a:pathLst>
                <a:path w="37000" h="17797">
                  <a:moveTo>
                    <a:pt x="0" y="17797"/>
                  </a:moveTo>
                  <a:lnTo>
                    <a:pt x="37000" y="0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66" name="Input_receptor__865">
              <a:extLst>
                <a:ext uri="{FF2B5EF4-FFF2-40B4-BE49-F238E27FC236}">
                  <a16:creationId xmlns:a16="http://schemas.microsoft.com/office/drawing/2014/main" id="{4F5966D5-21C2-31D1-D0C7-E72FD174DE53}"/>
                </a:ext>
              </a:extLst>
            </p:cNvPr>
            <p:cNvSpPr>
              <a:spLocks noGrp="1"/>
            </p:cNvSpPr>
            <p:nvPr/>
          </p:nvSpPr>
          <p:spPr>
            <a:xfrm>
              <a:off x="1199148" y="4802644"/>
              <a:ext cx="17938" cy="40560"/>
            </a:xfrm>
            <a:custGeom>
              <a:avLst/>
              <a:gdLst/>
              <a:ahLst/>
              <a:cxnLst/>
              <a:rect l="0" t="0" r="0" b="0"/>
              <a:pathLst>
                <a:path w="17938" h="40560">
                  <a:moveTo>
                    <a:pt x="0" y="0"/>
                  </a:moveTo>
                  <a:lnTo>
                    <a:pt x="17938" y="4056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7" name="Input_receptor__866">
              <a:extLst>
                <a:ext uri="{FF2B5EF4-FFF2-40B4-BE49-F238E27FC236}">
                  <a16:creationId xmlns:a16="http://schemas.microsoft.com/office/drawing/2014/main" id="{B3856456-3EFA-09A5-B338-5B2684D7F14B}"/>
                </a:ext>
              </a:extLst>
            </p:cNvPr>
            <p:cNvSpPr>
              <a:spLocks noGrp="1"/>
            </p:cNvSpPr>
            <p:nvPr/>
          </p:nvSpPr>
          <p:spPr>
            <a:xfrm>
              <a:off x="1177479" y="4987180"/>
              <a:ext cx="14284" cy="25183"/>
            </a:xfrm>
            <a:custGeom>
              <a:avLst/>
              <a:gdLst/>
              <a:ahLst/>
              <a:cxnLst/>
              <a:rect l="0" t="0" r="0" b="0"/>
              <a:pathLst>
                <a:path w="14284" h="25183">
                  <a:moveTo>
                    <a:pt x="14284" y="0"/>
                  </a:moveTo>
                  <a:lnTo>
                    <a:pt x="0" y="2518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8" name="Input_receptor__867">
              <a:extLst>
                <a:ext uri="{FF2B5EF4-FFF2-40B4-BE49-F238E27FC236}">
                  <a16:creationId xmlns:a16="http://schemas.microsoft.com/office/drawing/2014/main" id="{C0AF5FAF-AE8C-A2E8-27DA-AD72B03FDCE9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43113"/>
              <a:ext cx="35207" cy="32164"/>
            </a:xfrm>
            <a:custGeom>
              <a:avLst/>
              <a:gdLst/>
              <a:ahLst/>
              <a:cxnLst/>
              <a:rect l="0" t="0" r="0" b="0"/>
              <a:pathLst>
                <a:path w="35207" h="32164">
                  <a:moveTo>
                    <a:pt x="35207" y="321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9" name="Input_receptor__868">
              <a:extLst>
                <a:ext uri="{FF2B5EF4-FFF2-40B4-BE49-F238E27FC236}">
                  <a16:creationId xmlns:a16="http://schemas.microsoft.com/office/drawing/2014/main" id="{02EE1BF1-E3A5-3BE2-85AF-19F97E73319E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105493"/>
              <a:ext cx="5015" cy="1943"/>
            </a:xfrm>
            <a:custGeom>
              <a:avLst/>
              <a:gdLst/>
              <a:ahLst/>
              <a:cxnLst/>
              <a:rect l="0" t="0" r="0" b="0"/>
              <a:pathLst>
                <a:path w="5015" h="1943">
                  <a:moveTo>
                    <a:pt x="0" y="0"/>
                  </a:moveTo>
                  <a:lnTo>
                    <a:pt x="5015" y="194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0" name="Input_receptor__869">
              <a:extLst>
                <a:ext uri="{FF2B5EF4-FFF2-40B4-BE49-F238E27FC236}">
                  <a16:creationId xmlns:a16="http://schemas.microsoft.com/office/drawing/2014/main" id="{62287C56-7A42-57B8-06C3-47C85F6B33C8}"/>
                </a:ext>
              </a:extLst>
            </p:cNvPr>
            <p:cNvSpPr>
              <a:spLocks noGrp="1"/>
            </p:cNvSpPr>
            <p:nvPr/>
          </p:nvSpPr>
          <p:spPr>
            <a:xfrm>
              <a:off x="1489495" y="4846437"/>
              <a:ext cx="11224" cy="37876"/>
            </a:xfrm>
            <a:custGeom>
              <a:avLst/>
              <a:gdLst/>
              <a:ahLst/>
              <a:cxnLst/>
              <a:rect l="0" t="0" r="0" b="0"/>
              <a:pathLst>
                <a:path w="11224" h="37876">
                  <a:moveTo>
                    <a:pt x="0" y="0"/>
                  </a:moveTo>
                  <a:lnTo>
                    <a:pt x="11224" y="37876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71" name="Input_receptor__870">
              <a:extLst>
                <a:ext uri="{FF2B5EF4-FFF2-40B4-BE49-F238E27FC236}">
                  <a16:creationId xmlns:a16="http://schemas.microsoft.com/office/drawing/2014/main" id="{D7B7B5BE-8FEA-6611-3F11-5FD3C2913D08}"/>
                </a:ext>
              </a:extLst>
            </p:cNvPr>
            <p:cNvSpPr>
              <a:spLocks noGrp="1"/>
            </p:cNvSpPr>
            <p:nvPr/>
          </p:nvSpPr>
          <p:spPr>
            <a:xfrm>
              <a:off x="1095550" y="5467933"/>
              <a:ext cx="26607" cy="39029"/>
            </a:xfrm>
            <a:custGeom>
              <a:avLst/>
              <a:gdLst/>
              <a:ahLst/>
              <a:cxnLst/>
              <a:rect l="0" t="0" r="0" b="0"/>
              <a:pathLst>
                <a:path w="26607" h="39029">
                  <a:moveTo>
                    <a:pt x="0" y="39029"/>
                  </a:moveTo>
                  <a:lnTo>
                    <a:pt x="2660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2" name="Input_receptor__871">
              <a:extLst>
                <a:ext uri="{FF2B5EF4-FFF2-40B4-BE49-F238E27FC236}">
                  <a16:creationId xmlns:a16="http://schemas.microsoft.com/office/drawing/2014/main" id="{E36CF306-97CE-65E8-0E23-5A4ECF1FA7E0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56128"/>
              <a:ext cx="25245" cy="16576"/>
            </a:xfrm>
            <a:custGeom>
              <a:avLst/>
              <a:gdLst/>
              <a:ahLst/>
              <a:cxnLst/>
              <a:rect l="0" t="0" r="0" b="0"/>
              <a:pathLst>
                <a:path w="25245" h="16576">
                  <a:moveTo>
                    <a:pt x="0" y="16576"/>
                  </a:moveTo>
                  <a:lnTo>
                    <a:pt x="25245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3" name="Input_receptor__872">
              <a:extLst>
                <a:ext uri="{FF2B5EF4-FFF2-40B4-BE49-F238E27FC236}">
                  <a16:creationId xmlns:a16="http://schemas.microsoft.com/office/drawing/2014/main" id="{DC8DB07E-54F3-8B51-58B9-571F69AF1FBA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63471"/>
              <a:ext cx="36790" cy="21926"/>
            </a:xfrm>
            <a:custGeom>
              <a:avLst/>
              <a:gdLst/>
              <a:ahLst/>
              <a:cxnLst/>
              <a:rect l="0" t="0" r="0" b="0"/>
              <a:pathLst>
                <a:path w="36790" h="21926">
                  <a:moveTo>
                    <a:pt x="0" y="0"/>
                  </a:moveTo>
                  <a:lnTo>
                    <a:pt x="36790" y="2192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4" name="Input_receptor__873">
              <a:extLst>
                <a:ext uri="{FF2B5EF4-FFF2-40B4-BE49-F238E27FC236}">
                  <a16:creationId xmlns:a16="http://schemas.microsoft.com/office/drawing/2014/main" id="{6B4E7A97-B5BA-6D79-DB3E-932560955846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281328"/>
              <a:ext cx="26437" cy="39826"/>
            </a:xfrm>
            <a:custGeom>
              <a:avLst/>
              <a:gdLst/>
              <a:ahLst/>
              <a:cxnLst/>
              <a:rect l="0" t="0" r="0" b="0"/>
              <a:pathLst>
                <a:path w="26437" h="39826">
                  <a:moveTo>
                    <a:pt x="0" y="39826"/>
                  </a:moveTo>
                  <a:lnTo>
                    <a:pt x="2643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5" name="Input_receptor__874">
              <a:extLst>
                <a:ext uri="{FF2B5EF4-FFF2-40B4-BE49-F238E27FC236}">
                  <a16:creationId xmlns:a16="http://schemas.microsoft.com/office/drawing/2014/main" id="{387AD9AA-533F-234A-E84C-481A362EDBF3}"/>
                </a:ext>
              </a:extLst>
            </p:cNvPr>
            <p:cNvSpPr>
              <a:spLocks noGrp="1"/>
            </p:cNvSpPr>
            <p:nvPr/>
          </p:nvSpPr>
          <p:spPr>
            <a:xfrm>
              <a:off x="1669395" y="4960995"/>
              <a:ext cx="47805" cy="6466"/>
            </a:xfrm>
            <a:custGeom>
              <a:avLst/>
              <a:gdLst/>
              <a:ahLst/>
              <a:cxnLst/>
              <a:rect l="0" t="0" r="0" b="0"/>
              <a:pathLst>
                <a:path w="47805" h="6466">
                  <a:moveTo>
                    <a:pt x="0" y="0"/>
                  </a:moveTo>
                  <a:lnTo>
                    <a:pt x="47805" y="646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6" name="Input_receptor__875">
              <a:extLst>
                <a:ext uri="{FF2B5EF4-FFF2-40B4-BE49-F238E27FC236}">
                  <a16:creationId xmlns:a16="http://schemas.microsoft.com/office/drawing/2014/main" id="{3979F046-22BE-D68C-F12D-32E357F1F269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40884"/>
              <a:ext cx="5739" cy="34973"/>
            </a:xfrm>
            <a:custGeom>
              <a:avLst/>
              <a:gdLst/>
              <a:ahLst/>
              <a:cxnLst/>
              <a:rect l="0" t="0" r="0" b="0"/>
              <a:pathLst>
                <a:path w="5739" h="34973">
                  <a:moveTo>
                    <a:pt x="5739" y="349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7" name="Input_receptor__876">
              <a:extLst>
                <a:ext uri="{FF2B5EF4-FFF2-40B4-BE49-F238E27FC236}">
                  <a16:creationId xmlns:a16="http://schemas.microsoft.com/office/drawing/2014/main" id="{51274693-6C43-34D0-AB66-67B264FEE1B5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5008"/>
              <a:ext cx="39439" cy="14519"/>
            </a:xfrm>
            <a:custGeom>
              <a:avLst/>
              <a:gdLst/>
              <a:ahLst/>
              <a:cxnLst/>
              <a:rect l="0" t="0" r="0" b="0"/>
              <a:pathLst>
                <a:path w="39439" h="14519">
                  <a:moveTo>
                    <a:pt x="0" y="14519"/>
                  </a:moveTo>
                  <a:lnTo>
                    <a:pt x="39439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78" name="Input_receptor__877">
              <a:extLst>
                <a:ext uri="{FF2B5EF4-FFF2-40B4-BE49-F238E27FC236}">
                  <a16:creationId xmlns:a16="http://schemas.microsoft.com/office/drawing/2014/main" id="{D391D2AB-F86B-C1F1-11CC-14E96860A6F7}"/>
                </a:ext>
              </a:extLst>
            </p:cNvPr>
            <p:cNvSpPr>
              <a:spLocks noGrp="1"/>
            </p:cNvSpPr>
            <p:nvPr/>
          </p:nvSpPr>
          <p:spPr>
            <a:xfrm>
              <a:off x="1465713" y="4513071"/>
              <a:ext cx="36626" cy="1946"/>
            </a:xfrm>
            <a:custGeom>
              <a:avLst/>
              <a:gdLst/>
              <a:ahLst/>
              <a:cxnLst/>
              <a:rect l="0" t="0" r="0" b="0"/>
              <a:pathLst>
                <a:path w="36626" h="1946">
                  <a:moveTo>
                    <a:pt x="0" y="1946"/>
                  </a:moveTo>
                  <a:lnTo>
                    <a:pt x="36626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9" name="Input_receptor__878">
              <a:extLst>
                <a:ext uri="{FF2B5EF4-FFF2-40B4-BE49-F238E27FC236}">
                  <a16:creationId xmlns:a16="http://schemas.microsoft.com/office/drawing/2014/main" id="{97CADE0E-E6AE-A64B-3355-366347AE5194}"/>
                </a:ext>
              </a:extLst>
            </p:cNvPr>
            <p:cNvSpPr>
              <a:spLocks noGrp="1"/>
            </p:cNvSpPr>
            <p:nvPr/>
          </p:nvSpPr>
          <p:spPr>
            <a:xfrm>
              <a:off x="1377816" y="4847569"/>
              <a:ext cx="41732" cy="19464"/>
            </a:xfrm>
            <a:custGeom>
              <a:avLst/>
              <a:gdLst/>
              <a:ahLst/>
              <a:cxnLst/>
              <a:rect l="0" t="0" r="0" b="0"/>
              <a:pathLst>
                <a:path w="41732" h="19464">
                  <a:moveTo>
                    <a:pt x="41732" y="0"/>
                  </a:moveTo>
                  <a:lnTo>
                    <a:pt x="0" y="19464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0" name="Input_receptor__879">
              <a:extLst>
                <a:ext uri="{FF2B5EF4-FFF2-40B4-BE49-F238E27FC236}">
                  <a16:creationId xmlns:a16="http://schemas.microsoft.com/office/drawing/2014/main" id="{AB6A179F-8E17-F094-6F2D-4E0C261D1F35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40763"/>
              <a:ext cx="20568" cy="4408"/>
            </a:xfrm>
            <a:custGeom>
              <a:avLst/>
              <a:gdLst/>
              <a:ahLst/>
              <a:cxnLst/>
              <a:rect l="0" t="0" r="0" b="0"/>
              <a:pathLst>
                <a:path w="20568" h="4408">
                  <a:moveTo>
                    <a:pt x="20568" y="44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1" name="Input_receptor__880">
              <a:extLst>
                <a:ext uri="{FF2B5EF4-FFF2-40B4-BE49-F238E27FC236}">
                  <a16:creationId xmlns:a16="http://schemas.microsoft.com/office/drawing/2014/main" id="{36AB5448-098E-5195-1603-8390558B426B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24705"/>
              <a:ext cx="6242" cy="38767"/>
            </a:xfrm>
            <a:custGeom>
              <a:avLst/>
              <a:gdLst/>
              <a:ahLst/>
              <a:cxnLst/>
              <a:rect l="0" t="0" r="0" b="0"/>
              <a:pathLst>
                <a:path w="6242" h="38767">
                  <a:moveTo>
                    <a:pt x="6242" y="0"/>
                  </a:moveTo>
                  <a:lnTo>
                    <a:pt x="0" y="38767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2" name="Input_receptor__881">
              <a:extLst>
                <a:ext uri="{FF2B5EF4-FFF2-40B4-BE49-F238E27FC236}">
                  <a16:creationId xmlns:a16="http://schemas.microsoft.com/office/drawing/2014/main" id="{4062100D-0B35-0BD4-C80E-8291788980F3}"/>
                </a:ext>
              </a:extLst>
            </p:cNvPr>
            <p:cNvSpPr>
              <a:spLocks noGrp="1"/>
            </p:cNvSpPr>
            <p:nvPr/>
          </p:nvSpPr>
          <p:spPr>
            <a:xfrm>
              <a:off x="1032673" y="4940161"/>
              <a:ext cx="27992" cy="2369"/>
            </a:xfrm>
            <a:custGeom>
              <a:avLst/>
              <a:gdLst/>
              <a:ahLst/>
              <a:cxnLst/>
              <a:rect l="0" t="0" r="0" b="0"/>
              <a:pathLst>
                <a:path w="27992" h="2369">
                  <a:moveTo>
                    <a:pt x="0" y="0"/>
                  </a:moveTo>
                  <a:lnTo>
                    <a:pt x="27992" y="2369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3" name="Input_receptor__882">
              <a:extLst>
                <a:ext uri="{FF2B5EF4-FFF2-40B4-BE49-F238E27FC236}">
                  <a16:creationId xmlns:a16="http://schemas.microsoft.com/office/drawing/2014/main" id="{F5926B2C-DADB-65F8-27EC-348A984D241D}"/>
                </a:ext>
              </a:extLst>
            </p:cNvPr>
            <p:cNvSpPr>
              <a:spLocks noGrp="1"/>
            </p:cNvSpPr>
            <p:nvPr/>
          </p:nvSpPr>
          <p:spPr>
            <a:xfrm>
              <a:off x="1880594" y="5291745"/>
              <a:ext cx="2971" cy="37810"/>
            </a:xfrm>
            <a:custGeom>
              <a:avLst/>
              <a:gdLst/>
              <a:ahLst/>
              <a:cxnLst/>
              <a:rect l="0" t="0" r="0" b="0"/>
              <a:pathLst>
                <a:path w="2971" h="37810">
                  <a:moveTo>
                    <a:pt x="2971" y="378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4" name="Input_receptor__883">
              <a:extLst>
                <a:ext uri="{FF2B5EF4-FFF2-40B4-BE49-F238E27FC236}">
                  <a16:creationId xmlns:a16="http://schemas.microsoft.com/office/drawing/2014/main" id="{7F56DCF3-7B5E-5D25-D98C-D4328B0BC051}"/>
                </a:ext>
              </a:extLst>
            </p:cNvPr>
            <p:cNvSpPr>
              <a:spLocks noGrp="1"/>
            </p:cNvSpPr>
            <p:nvPr/>
          </p:nvSpPr>
          <p:spPr>
            <a:xfrm>
              <a:off x="1595428" y="4860857"/>
              <a:ext cx="28159" cy="21542"/>
            </a:xfrm>
            <a:custGeom>
              <a:avLst/>
              <a:gdLst/>
              <a:ahLst/>
              <a:cxnLst/>
              <a:rect l="0" t="0" r="0" b="0"/>
              <a:pathLst>
                <a:path w="28159" h="21542">
                  <a:moveTo>
                    <a:pt x="0" y="0"/>
                  </a:moveTo>
                  <a:lnTo>
                    <a:pt x="28159" y="21542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85" name="Input_receptor__884">
              <a:extLst>
                <a:ext uri="{FF2B5EF4-FFF2-40B4-BE49-F238E27FC236}">
                  <a16:creationId xmlns:a16="http://schemas.microsoft.com/office/drawing/2014/main" id="{90FBA6AD-F075-7A85-53D5-3D52E426112C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11424"/>
              <a:ext cx="37009" cy="9556"/>
            </a:xfrm>
            <a:custGeom>
              <a:avLst/>
              <a:gdLst/>
              <a:ahLst/>
              <a:cxnLst/>
              <a:rect l="0" t="0" r="0" b="0"/>
              <a:pathLst>
                <a:path w="37009" h="9556">
                  <a:moveTo>
                    <a:pt x="37009" y="0"/>
                  </a:moveTo>
                  <a:lnTo>
                    <a:pt x="0" y="9556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6" name="Input_receptor__885">
              <a:extLst>
                <a:ext uri="{FF2B5EF4-FFF2-40B4-BE49-F238E27FC236}">
                  <a16:creationId xmlns:a16="http://schemas.microsoft.com/office/drawing/2014/main" id="{E25590DD-6816-F337-F4FD-FE6DE7368518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49311"/>
              <a:ext cx="25519" cy="31670"/>
            </a:xfrm>
            <a:custGeom>
              <a:avLst/>
              <a:gdLst/>
              <a:ahLst/>
              <a:cxnLst/>
              <a:rect l="0" t="0" r="0" b="0"/>
              <a:pathLst>
                <a:path w="25519" h="31670">
                  <a:moveTo>
                    <a:pt x="25519" y="316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7" name="Input_receptor__886">
              <a:extLst>
                <a:ext uri="{FF2B5EF4-FFF2-40B4-BE49-F238E27FC236}">
                  <a16:creationId xmlns:a16="http://schemas.microsoft.com/office/drawing/2014/main" id="{DAFE2BEE-D5AF-263C-7B7B-05EA6FBDC6FE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209920"/>
              <a:ext cx="16702" cy="6201"/>
            </a:xfrm>
            <a:custGeom>
              <a:avLst/>
              <a:gdLst/>
              <a:ahLst/>
              <a:cxnLst/>
              <a:rect l="0" t="0" r="0" b="0"/>
              <a:pathLst>
                <a:path w="16702" h="6201">
                  <a:moveTo>
                    <a:pt x="16702" y="0"/>
                  </a:moveTo>
                  <a:lnTo>
                    <a:pt x="0" y="6201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8" name="Input_receptor__887">
              <a:extLst>
                <a:ext uri="{FF2B5EF4-FFF2-40B4-BE49-F238E27FC236}">
                  <a16:creationId xmlns:a16="http://schemas.microsoft.com/office/drawing/2014/main" id="{6CC3CF9B-F050-C408-DEC4-2524169CFA05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29554"/>
              <a:ext cx="30988" cy="25081"/>
            </a:xfrm>
            <a:custGeom>
              <a:avLst/>
              <a:gdLst/>
              <a:ahLst/>
              <a:cxnLst/>
              <a:rect l="0" t="0" r="0" b="0"/>
              <a:pathLst>
                <a:path w="30988" h="25081">
                  <a:moveTo>
                    <a:pt x="0" y="25081"/>
                  </a:moveTo>
                  <a:lnTo>
                    <a:pt x="30988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9" name="Input_receptor__888">
              <a:extLst>
                <a:ext uri="{FF2B5EF4-FFF2-40B4-BE49-F238E27FC236}">
                  <a16:creationId xmlns:a16="http://schemas.microsoft.com/office/drawing/2014/main" id="{7DFF36DD-14CA-C5BC-6435-5D5CDBF2919C}"/>
                </a:ext>
              </a:extLst>
            </p:cNvPr>
            <p:cNvSpPr>
              <a:spLocks noGrp="1"/>
            </p:cNvSpPr>
            <p:nvPr/>
          </p:nvSpPr>
          <p:spPr>
            <a:xfrm>
              <a:off x="1587347" y="5045008"/>
              <a:ext cx="27974" cy="21900"/>
            </a:xfrm>
            <a:custGeom>
              <a:avLst/>
              <a:gdLst/>
              <a:ahLst/>
              <a:cxnLst/>
              <a:rect l="0" t="0" r="0" b="0"/>
              <a:pathLst>
                <a:path w="27974" h="21900">
                  <a:moveTo>
                    <a:pt x="0" y="0"/>
                  </a:moveTo>
                  <a:lnTo>
                    <a:pt x="27974" y="2190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0" name="Input_receptor__889">
              <a:extLst>
                <a:ext uri="{FF2B5EF4-FFF2-40B4-BE49-F238E27FC236}">
                  <a16:creationId xmlns:a16="http://schemas.microsoft.com/office/drawing/2014/main" id="{BEBE0F3E-2903-6818-3656-0E38E1CB0148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34967"/>
              <a:ext cx="27577" cy="33813"/>
            </a:xfrm>
            <a:custGeom>
              <a:avLst/>
              <a:gdLst/>
              <a:ahLst/>
              <a:cxnLst/>
              <a:rect l="0" t="0" r="0" b="0"/>
              <a:pathLst>
                <a:path w="27577" h="33813">
                  <a:moveTo>
                    <a:pt x="27577" y="0"/>
                  </a:moveTo>
                  <a:lnTo>
                    <a:pt x="0" y="33813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1" name="Input_receptor__890">
              <a:extLst>
                <a:ext uri="{FF2B5EF4-FFF2-40B4-BE49-F238E27FC236}">
                  <a16:creationId xmlns:a16="http://schemas.microsoft.com/office/drawing/2014/main" id="{3549721C-5484-62EC-337C-BF2176D6D5CD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51564"/>
              <a:ext cx="18504" cy="23556"/>
            </a:xfrm>
            <a:custGeom>
              <a:avLst/>
              <a:gdLst/>
              <a:ahLst/>
              <a:cxnLst/>
              <a:rect l="0" t="0" r="0" b="0"/>
              <a:pathLst>
                <a:path w="18504" h="23556">
                  <a:moveTo>
                    <a:pt x="0" y="23556"/>
                  </a:moveTo>
                  <a:lnTo>
                    <a:pt x="18504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2" name="Input_receptor__891">
              <a:extLst>
                <a:ext uri="{FF2B5EF4-FFF2-40B4-BE49-F238E27FC236}">
                  <a16:creationId xmlns:a16="http://schemas.microsoft.com/office/drawing/2014/main" id="{1280A381-36EF-1AE1-FF94-4E7434E32B36}"/>
                </a:ext>
              </a:extLst>
            </p:cNvPr>
            <p:cNvSpPr>
              <a:spLocks noGrp="1"/>
            </p:cNvSpPr>
            <p:nvPr/>
          </p:nvSpPr>
          <p:spPr>
            <a:xfrm>
              <a:off x="1434898" y="4570358"/>
              <a:ext cx="44916" cy="11755"/>
            </a:xfrm>
            <a:custGeom>
              <a:avLst/>
              <a:gdLst/>
              <a:ahLst/>
              <a:cxnLst/>
              <a:rect l="0" t="0" r="0" b="0"/>
              <a:pathLst>
                <a:path w="44916" h="11755">
                  <a:moveTo>
                    <a:pt x="44916" y="0"/>
                  </a:moveTo>
                  <a:lnTo>
                    <a:pt x="0" y="11755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3" name="Input_receptor__892">
              <a:extLst>
                <a:ext uri="{FF2B5EF4-FFF2-40B4-BE49-F238E27FC236}">
                  <a16:creationId xmlns:a16="http://schemas.microsoft.com/office/drawing/2014/main" id="{739681A6-1AE2-96AA-F43A-288EA765AA3D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09573"/>
              <a:ext cx="28101" cy="28754"/>
            </a:xfrm>
            <a:custGeom>
              <a:avLst/>
              <a:gdLst/>
              <a:ahLst/>
              <a:cxnLst/>
              <a:rect l="0" t="0" r="0" b="0"/>
              <a:pathLst>
                <a:path w="28101" h="28754">
                  <a:moveTo>
                    <a:pt x="0" y="28754"/>
                  </a:moveTo>
                  <a:lnTo>
                    <a:pt x="28101" y="0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4" name="Input_receptor__893">
              <a:extLst>
                <a:ext uri="{FF2B5EF4-FFF2-40B4-BE49-F238E27FC236}">
                  <a16:creationId xmlns:a16="http://schemas.microsoft.com/office/drawing/2014/main" id="{A3D31F3B-D5DD-121F-7DB9-DCDCF66DD653}"/>
                </a:ext>
              </a:extLst>
            </p:cNvPr>
            <p:cNvSpPr>
              <a:spLocks noGrp="1"/>
            </p:cNvSpPr>
            <p:nvPr/>
          </p:nvSpPr>
          <p:spPr>
            <a:xfrm>
              <a:off x="1717530" y="5134967"/>
              <a:ext cx="39867" cy="14348"/>
            </a:xfrm>
            <a:custGeom>
              <a:avLst/>
              <a:gdLst/>
              <a:ahLst/>
              <a:cxnLst/>
              <a:rect l="0" t="0" r="0" b="0"/>
              <a:pathLst>
                <a:path w="39867" h="14348">
                  <a:moveTo>
                    <a:pt x="39867" y="143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5" name="Input_receptor__894">
              <a:extLst>
                <a:ext uri="{FF2B5EF4-FFF2-40B4-BE49-F238E27FC236}">
                  <a16:creationId xmlns:a16="http://schemas.microsoft.com/office/drawing/2014/main" id="{8ECAD697-F48A-2EED-34D5-048DC5A8D952}"/>
                </a:ext>
              </a:extLst>
            </p:cNvPr>
            <p:cNvSpPr>
              <a:spLocks noGrp="1"/>
            </p:cNvSpPr>
            <p:nvPr/>
          </p:nvSpPr>
          <p:spPr>
            <a:xfrm>
              <a:off x="1038007" y="4421126"/>
              <a:ext cx="2074" cy="31401"/>
            </a:xfrm>
            <a:custGeom>
              <a:avLst/>
              <a:gdLst/>
              <a:ahLst/>
              <a:cxnLst/>
              <a:rect l="0" t="0" r="0" b="0"/>
              <a:pathLst>
                <a:path w="2074" h="31401">
                  <a:moveTo>
                    <a:pt x="0" y="31401"/>
                  </a:moveTo>
                  <a:lnTo>
                    <a:pt x="2074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6" name="Input_receptor__895">
              <a:extLst>
                <a:ext uri="{FF2B5EF4-FFF2-40B4-BE49-F238E27FC236}">
                  <a16:creationId xmlns:a16="http://schemas.microsoft.com/office/drawing/2014/main" id="{EC0E5C76-D39C-46C1-7CB4-E11359253091}"/>
                </a:ext>
              </a:extLst>
            </p:cNvPr>
            <p:cNvSpPr>
              <a:spLocks noGrp="1"/>
            </p:cNvSpPr>
            <p:nvPr/>
          </p:nvSpPr>
          <p:spPr>
            <a:xfrm>
              <a:off x="1712491" y="4967461"/>
              <a:ext cx="4709" cy="43963"/>
            </a:xfrm>
            <a:custGeom>
              <a:avLst/>
              <a:gdLst/>
              <a:ahLst/>
              <a:cxnLst/>
              <a:rect l="0" t="0" r="0" b="0"/>
              <a:pathLst>
                <a:path w="4709" h="43963">
                  <a:moveTo>
                    <a:pt x="4709" y="0"/>
                  </a:moveTo>
                  <a:lnTo>
                    <a:pt x="0" y="43963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7" name="Input_receptor__896">
              <a:extLst>
                <a:ext uri="{FF2B5EF4-FFF2-40B4-BE49-F238E27FC236}">
                  <a16:creationId xmlns:a16="http://schemas.microsoft.com/office/drawing/2014/main" id="{E66C7812-168A-C843-CF11-30D1EC824F64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50602"/>
              <a:ext cx="35808" cy="32569"/>
            </a:xfrm>
            <a:custGeom>
              <a:avLst/>
              <a:gdLst/>
              <a:ahLst/>
              <a:cxnLst/>
              <a:rect l="0" t="0" r="0" b="0"/>
              <a:pathLst>
                <a:path w="35808" h="32569">
                  <a:moveTo>
                    <a:pt x="0" y="32569"/>
                  </a:moveTo>
                  <a:lnTo>
                    <a:pt x="35808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8" name="Input_receptor__897">
              <a:extLst>
                <a:ext uri="{FF2B5EF4-FFF2-40B4-BE49-F238E27FC236}">
                  <a16:creationId xmlns:a16="http://schemas.microsoft.com/office/drawing/2014/main" id="{B3FFB4C8-657A-4858-2978-DB6A0D29110D}"/>
                </a:ext>
              </a:extLst>
            </p:cNvPr>
            <p:cNvSpPr>
              <a:spLocks noGrp="1"/>
            </p:cNvSpPr>
            <p:nvPr/>
          </p:nvSpPr>
          <p:spPr>
            <a:xfrm>
              <a:off x="1240702" y="4523276"/>
              <a:ext cx="46337" cy="1428"/>
            </a:xfrm>
            <a:custGeom>
              <a:avLst/>
              <a:gdLst/>
              <a:ahLst/>
              <a:cxnLst/>
              <a:rect l="0" t="0" r="0" b="0"/>
              <a:pathLst>
                <a:path w="46337" h="1428">
                  <a:moveTo>
                    <a:pt x="46337" y="0"/>
                  </a:moveTo>
                  <a:lnTo>
                    <a:pt x="0" y="1428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9" name="Input_receptor__898">
              <a:extLst>
                <a:ext uri="{FF2B5EF4-FFF2-40B4-BE49-F238E27FC236}">
                  <a16:creationId xmlns:a16="http://schemas.microsoft.com/office/drawing/2014/main" id="{7EEDEBD8-8A9A-2FBF-A75A-D0C5CA91DE99}"/>
                </a:ext>
              </a:extLst>
            </p:cNvPr>
            <p:cNvSpPr>
              <a:spLocks noGrp="1"/>
            </p:cNvSpPr>
            <p:nvPr/>
          </p:nvSpPr>
          <p:spPr>
            <a:xfrm>
              <a:off x="1479813" y="4570358"/>
              <a:ext cx="20083" cy="39215"/>
            </a:xfrm>
            <a:custGeom>
              <a:avLst/>
              <a:gdLst/>
              <a:ahLst/>
              <a:cxnLst/>
              <a:rect l="0" t="0" r="0" b="0"/>
              <a:pathLst>
                <a:path w="20083" h="39215">
                  <a:moveTo>
                    <a:pt x="20083" y="39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0" name="Input_receptor__899">
              <a:extLst>
                <a:ext uri="{FF2B5EF4-FFF2-40B4-BE49-F238E27FC236}">
                  <a16:creationId xmlns:a16="http://schemas.microsoft.com/office/drawing/2014/main" id="{AB80482C-9EF6-532E-B761-AEB416AD3C55}"/>
                </a:ext>
              </a:extLst>
            </p:cNvPr>
            <p:cNvSpPr>
              <a:spLocks noGrp="1"/>
            </p:cNvSpPr>
            <p:nvPr/>
          </p:nvSpPr>
          <p:spPr>
            <a:xfrm>
              <a:off x="1551855" y="4716522"/>
              <a:ext cx="144" cy="28419"/>
            </a:xfrm>
            <a:custGeom>
              <a:avLst/>
              <a:gdLst/>
              <a:ahLst/>
              <a:cxnLst/>
              <a:rect l="0" t="0" r="0" b="0"/>
              <a:pathLst>
                <a:path w="144" h="28419">
                  <a:moveTo>
                    <a:pt x="144" y="2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1" name="Input_receptor__900">
              <a:extLst>
                <a:ext uri="{FF2B5EF4-FFF2-40B4-BE49-F238E27FC236}">
                  <a16:creationId xmlns:a16="http://schemas.microsoft.com/office/drawing/2014/main" id="{65E96837-87F1-A1C6-B820-0EBB65CB7A64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52686"/>
              <a:ext cx="29505" cy="157"/>
            </a:xfrm>
            <a:custGeom>
              <a:avLst/>
              <a:gdLst/>
              <a:ahLst/>
              <a:cxnLst/>
              <a:rect l="0" t="0" r="0" b="0"/>
              <a:pathLst>
                <a:path w="29505" h="157">
                  <a:moveTo>
                    <a:pt x="29505" y="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2" name="Input_receptor__901">
              <a:extLst>
                <a:ext uri="{FF2B5EF4-FFF2-40B4-BE49-F238E27FC236}">
                  <a16:creationId xmlns:a16="http://schemas.microsoft.com/office/drawing/2014/main" id="{5792D075-51D2-090C-12B7-C53344EC449D}"/>
                </a:ext>
              </a:extLst>
            </p:cNvPr>
            <p:cNvSpPr>
              <a:spLocks noGrp="1"/>
            </p:cNvSpPr>
            <p:nvPr/>
          </p:nvSpPr>
          <p:spPr>
            <a:xfrm>
              <a:off x="1528201" y="5214046"/>
              <a:ext cx="12690" cy="37518"/>
            </a:xfrm>
            <a:custGeom>
              <a:avLst/>
              <a:gdLst/>
              <a:ahLst/>
              <a:cxnLst/>
              <a:rect l="0" t="0" r="0" b="0"/>
              <a:pathLst>
                <a:path w="12690" h="37518">
                  <a:moveTo>
                    <a:pt x="0" y="37518"/>
                  </a:moveTo>
                  <a:lnTo>
                    <a:pt x="1269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3" name="Input_receptor__902">
              <a:extLst>
                <a:ext uri="{FF2B5EF4-FFF2-40B4-BE49-F238E27FC236}">
                  <a16:creationId xmlns:a16="http://schemas.microsoft.com/office/drawing/2014/main" id="{1793D72D-9887-CCE0-EADA-54A26D455C7D}"/>
                </a:ext>
              </a:extLst>
            </p:cNvPr>
            <p:cNvSpPr>
              <a:spLocks noGrp="1"/>
            </p:cNvSpPr>
            <p:nvPr/>
          </p:nvSpPr>
          <p:spPr>
            <a:xfrm>
              <a:off x="1749959" y="5149315"/>
              <a:ext cx="7437" cy="45379"/>
            </a:xfrm>
            <a:custGeom>
              <a:avLst/>
              <a:gdLst/>
              <a:ahLst/>
              <a:cxnLst/>
              <a:rect l="0" t="0" r="0" b="0"/>
              <a:pathLst>
                <a:path w="7437" h="45379">
                  <a:moveTo>
                    <a:pt x="0" y="45379"/>
                  </a:moveTo>
                  <a:lnTo>
                    <a:pt x="7437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4" name="Input_receptor__903">
              <a:extLst>
                <a:ext uri="{FF2B5EF4-FFF2-40B4-BE49-F238E27FC236}">
                  <a16:creationId xmlns:a16="http://schemas.microsoft.com/office/drawing/2014/main" id="{9162D278-6D51-64C1-0968-526B39C74025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2049"/>
              <a:ext cx="12754" cy="34650"/>
            </a:xfrm>
            <a:custGeom>
              <a:avLst/>
              <a:gdLst/>
              <a:ahLst/>
              <a:cxnLst/>
              <a:rect l="0" t="0" r="0" b="0"/>
              <a:pathLst>
                <a:path w="12754" h="34650">
                  <a:moveTo>
                    <a:pt x="12754" y="0"/>
                  </a:moveTo>
                  <a:lnTo>
                    <a:pt x="0" y="3465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5" name="Input_receptor__904">
              <a:extLst>
                <a:ext uri="{FF2B5EF4-FFF2-40B4-BE49-F238E27FC236}">
                  <a16:creationId xmlns:a16="http://schemas.microsoft.com/office/drawing/2014/main" id="{B60012ED-5A42-E66C-F672-33E68CB1E9C8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3454"/>
              <a:ext cx="876" cy="1996"/>
            </a:xfrm>
            <a:custGeom>
              <a:avLst/>
              <a:gdLst/>
              <a:ahLst/>
              <a:cxnLst/>
              <a:rect l="0" t="0" r="0" b="0"/>
              <a:pathLst>
                <a:path w="876" h="1996">
                  <a:moveTo>
                    <a:pt x="0" y="0"/>
                  </a:moveTo>
                  <a:lnTo>
                    <a:pt x="876" y="199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6" name="Input_receptor__905">
              <a:extLst>
                <a:ext uri="{FF2B5EF4-FFF2-40B4-BE49-F238E27FC236}">
                  <a16:creationId xmlns:a16="http://schemas.microsoft.com/office/drawing/2014/main" id="{B1255F71-8CDE-9C35-8B1E-3367989F2437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1565"/>
              <a:ext cx="46083" cy="8957"/>
            </a:xfrm>
            <a:custGeom>
              <a:avLst/>
              <a:gdLst/>
              <a:ahLst/>
              <a:cxnLst/>
              <a:rect l="0" t="0" r="0" b="0"/>
              <a:pathLst>
                <a:path w="46083" h="8957">
                  <a:moveTo>
                    <a:pt x="46083" y="0"/>
                  </a:moveTo>
                  <a:lnTo>
                    <a:pt x="0" y="8957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7" name="Input_receptor__906">
              <a:extLst>
                <a:ext uri="{FF2B5EF4-FFF2-40B4-BE49-F238E27FC236}">
                  <a16:creationId xmlns:a16="http://schemas.microsoft.com/office/drawing/2014/main" id="{48A76BD2-62EB-647E-F518-2EF9177B5DEA}"/>
                </a:ext>
              </a:extLst>
            </p:cNvPr>
            <p:cNvSpPr>
              <a:spLocks noGrp="1"/>
            </p:cNvSpPr>
            <p:nvPr/>
          </p:nvSpPr>
          <p:spPr>
            <a:xfrm>
              <a:off x="1551813" y="4844404"/>
              <a:ext cx="43614" cy="16453"/>
            </a:xfrm>
            <a:custGeom>
              <a:avLst/>
              <a:gdLst/>
              <a:ahLst/>
              <a:cxnLst/>
              <a:rect l="0" t="0" r="0" b="0"/>
              <a:pathLst>
                <a:path w="43614" h="16453">
                  <a:moveTo>
                    <a:pt x="0" y="0"/>
                  </a:moveTo>
                  <a:lnTo>
                    <a:pt x="43614" y="16453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8" name="Input_receptor__907">
              <a:extLst>
                <a:ext uri="{FF2B5EF4-FFF2-40B4-BE49-F238E27FC236}">
                  <a16:creationId xmlns:a16="http://schemas.microsoft.com/office/drawing/2014/main" id="{ED2CF8ED-1E24-69FD-9CA7-6E733C58108F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67033"/>
              <a:ext cx="20846" cy="5486"/>
            </a:xfrm>
            <a:custGeom>
              <a:avLst/>
              <a:gdLst/>
              <a:ahLst/>
              <a:cxnLst/>
              <a:rect l="0" t="0" r="0" b="0"/>
              <a:pathLst>
                <a:path w="20846" h="5486">
                  <a:moveTo>
                    <a:pt x="20846" y="0"/>
                  </a:moveTo>
                  <a:lnTo>
                    <a:pt x="0" y="548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9" name="Input_receptor__908">
              <a:extLst>
                <a:ext uri="{FF2B5EF4-FFF2-40B4-BE49-F238E27FC236}">
                  <a16:creationId xmlns:a16="http://schemas.microsoft.com/office/drawing/2014/main" id="{8C18BA93-B029-5F6A-2D07-46E7ADB68AD6}"/>
                </a:ext>
              </a:extLst>
            </p:cNvPr>
            <p:cNvSpPr>
              <a:spLocks noGrp="1"/>
            </p:cNvSpPr>
            <p:nvPr/>
          </p:nvSpPr>
          <p:spPr>
            <a:xfrm>
              <a:off x="1077584" y="5310899"/>
              <a:ext cx="223" cy="8951"/>
            </a:xfrm>
            <a:custGeom>
              <a:avLst/>
              <a:gdLst/>
              <a:ahLst/>
              <a:cxnLst/>
              <a:rect l="0" t="0" r="0" b="0"/>
              <a:pathLst>
                <a:path w="223" h="8951">
                  <a:moveTo>
                    <a:pt x="0" y="0"/>
                  </a:moveTo>
                  <a:lnTo>
                    <a:pt x="223" y="8951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10" name="Input_receptor__909">
              <a:extLst>
                <a:ext uri="{FF2B5EF4-FFF2-40B4-BE49-F238E27FC236}">
                  <a16:creationId xmlns:a16="http://schemas.microsoft.com/office/drawing/2014/main" id="{BE533D2E-ACAF-1FB9-957F-99A07467BCE2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67403"/>
              <a:ext cx="1309" cy="15811"/>
            </a:xfrm>
            <a:custGeom>
              <a:avLst/>
              <a:gdLst/>
              <a:ahLst/>
              <a:cxnLst/>
              <a:rect l="0" t="0" r="0" b="0"/>
              <a:pathLst>
                <a:path w="1309" h="15811">
                  <a:moveTo>
                    <a:pt x="1309" y="0"/>
                  </a:moveTo>
                  <a:lnTo>
                    <a:pt x="0" y="15811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11" name="Input_receptor__910">
              <a:extLst>
                <a:ext uri="{FF2B5EF4-FFF2-40B4-BE49-F238E27FC236}">
                  <a16:creationId xmlns:a16="http://schemas.microsoft.com/office/drawing/2014/main" id="{DFFD3A08-C35E-96F5-CA08-14FC5637F476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02644"/>
              <a:ext cx="30193" cy="25949"/>
            </a:xfrm>
            <a:custGeom>
              <a:avLst/>
              <a:gdLst/>
              <a:ahLst/>
              <a:cxnLst/>
              <a:rect l="0" t="0" r="0" b="0"/>
              <a:pathLst>
                <a:path w="30193" h="25949">
                  <a:moveTo>
                    <a:pt x="0" y="25949"/>
                  </a:moveTo>
                  <a:lnTo>
                    <a:pt x="30193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2" name="Input_receptor__911">
              <a:extLst>
                <a:ext uri="{FF2B5EF4-FFF2-40B4-BE49-F238E27FC236}">
                  <a16:creationId xmlns:a16="http://schemas.microsoft.com/office/drawing/2014/main" id="{4D0EC0C1-8D4F-CEC4-9ACB-FB77F44E4672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59290"/>
              <a:ext cx="22376" cy="17729"/>
            </a:xfrm>
            <a:custGeom>
              <a:avLst/>
              <a:gdLst/>
              <a:ahLst/>
              <a:cxnLst/>
              <a:rect l="0" t="0" r="0" b="0"/>
              <a:pathLst>
                <a:path w="22376" h="17729">
                  <a:moveTo>
                    <a:pt x="0" y="17729"/>
                  </a:moveTo>
                  <a:lnTo>
                    <a:pt x="22376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3" name="Input_receptor__912">
              <a:extLst>
                <a:ext uri="{FF2B5EF4-FFF2-40B4-BE49-F238E27FC236}">
                  <a16:creationId xmlns:a16="http://schemas.microsoft.com/office/drawing/2014/main" id="{11D7FA45-0FAF-E01A-EA0E-1037D96024DF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23284"/>
              <a:ext cx="20262" cy="19829"/>
            </a:xfrm>
            <a:custGeom>
              <a:avLst/>
              <a:gdLst/>
              <a:ahLst/>
              <a:cxnLst/>
              <a:rect l="0" t="0" r="0" b="0"/>
              <a:pathLst>
                <a:path w="20262" h="19829">
                  <a:moveTo>
                    <a:pt x="0" y="19829"/>
                  </a:moveTo>
                  <a:lnTo>
                    <a:pt x="20262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4" name="Input_receptor__913">
              <a:extLst>
                <a:ext uri="{FF2B5EF4-FFF2-40B4-BE49-F238E27FC236}">
                  <a16:creationId xmlns:a16="http://schemas.microsoft.com/office/drawing/2014/main" id="{7082A5C9-C7BD-1141-D241-034C6121A009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5008869"/>
              <a:ext cx="5588" cy="42049"/>
            </a:xfrm>
            <a:custGeom>
              <a:avLst/>
              <a:gdLst/>
              <a:ahLst/>
              <a:cxnLst/>
              <a:rect l="0" t="0" r="0" b="0"/>
              <a:pathLst>
                <a:path w="5588" h="42049">
                  <a:moveTo>
                    <a:pt x="5588" y="42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5" name="Input_receptor__914">
              <a:extLst>
                <a:ext uri="{FF2B5EF4-FFF2-40B4-BE49-F238E27FC236}">
                  <a16:creationId xmlns:a16="http://schemas.microsoft.com/office/drawing/2014/main" id="{ED1C0670-5404-9DF0-3394-C9966999516C}"/>
                </a:ext>
              </a:extLst>
            </p:cNvPr>
            <p:cNvSpPr>
              <a:spLocks noGrp="1"/>
            </p:cNvSpPr>
            <p:nvPr/>
          </p:nvSpPr>
          <p:spPr>
            <a:xfrm>
              <a:off x="1209854" y="5550602"/>
              <a:ext cx="30300" cy="31446"/>
            </a:xfrm>
            <a:custGeom>
              <a:avLst/>
              <a:gdLst/>
              <a:ahLst/>
              <a:cxnLst/>
              <a:rect l="0" t="0" r="0" b="0"/>
              <a:pathLst>
                <a:path w="30300" h="31446">
                  <a:moveTo>
                    <a:pt x="0" y="0"/>
                  </a:moveTo>
                  <a:lnTo>
                    <a:pt x="30300" y="31446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6" name="Input_receptor__915">
              <a:extLst>
                <a:ext uri="{FF2B5EF4-FFF2-40B4-BE49-F238E27FC236}">
                  <a16:creationId xmlns:a16="http://schemas.microsoft.com/office/drawing/2014/main" id="{C843AF53-1C2B-F40C-8AC7-E9D23621DC07}"/>
                </a:ext>
              </a:extLst>
            </p:cNvPr>
            <p:cNvSpPr>
              <a:spLocks noGrp="1"/>
            </p:cNvSpPr>
            <p:nvPr/>
          </p:nvSpPr>
          <p:spPr>
            <a:xfrm>
              <a:off x="1656717" y="5304673"/>
              <a:ext cx="45788" cy="13223"/>
            </a:xfrm>
            <a:custGeom>
              <a:avLst/>
              <a:gdLst/>
              <a:ahLst/>
              <a:cxnLst/>
              <a:rect l="0" t="0" r="0" b="0"/>
              <a:pathLst>
                <a:path w="45788" h="13223">
                  <a:moveTo>
                    <a:pt x="0" y="13223"/>
                  </a:moveTo>
                  <a:lnTo>
                    <a:pt x="45788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7" name="Input_receptor__916">
              <a:extLst>
                <a:ext uri="{FF2B5EF4-FFF2-40B4-BE49-F238E27FC236}">
                  <a16:creationId xmlns:a16="http://schemas.microsoft.com/office/drawing/2014/main" id="{528EA4AF-BEA0-D17B-D613-DFB528573D30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4102"/>
              <a:ext cx="28753" cy="18594"/>
            </a:xfrm>
            <a:custGeom>
              <a:avLst/>
              <a:gdLst/>
              <a:ahLst/>
              <a:cxnLst/>
              <a:rect l="0" t="0" r="0" b="0"/>
              <a:pathLst>
                <a:path w="28753" h="18594">
                  <a:moveTo>
                    <a:pt x="28753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8" name="Input_receptor__917">
              <a:extLst>
                <a:ext uri="{FF2B5EF4-FFF2-40B4-BE49-F238E27FC236}">
                  <a16:creationId xmlns:a16="http://schemas.microsoft.com/office/drawing/2014/main" id="{FDBB2213-5E95-5912-765E-52FC9347A21A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52373"/>
              <a:ext cx="46988" cy="2857"/>
            </a:xfrm>
            <a:custGeom>
              <a:avLst/>
              <a:gdLst/>
              <a:ahLst/>
              <a:cxnLst/>
              <a:rect l="0" t="0" r="0" b="0"/>
              <a:pathLst>
                <a:path w="46988" h="2857">
                  <a:moveTo>
                    <a:pt x="46988" y="2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9" name="Input_receptor__918">
              <a:extLst>
                <a:ext uri="{FF2B5EF4-FFF2-40B4-BE49-F238E27FC236}">
                  <a16:creationId xmlns:a16="http://schemas.microsoft.com/office/drawing/2014/main" id="{D838EBDE-B7B0-1F17-2366-277B6DA499F2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89017"/>
              <a:ext cx="29045" cy="38196"/>
            </a:xfrm>
            <a:custGeom>
              <a:avLst/>
              <a:gdLst/>
              <a:ahLst/>
              <a:cxnLst/>
              <a:rect l="0" t="0" r="0" b="0"/>
              <a:pathLst>
                <a:path w="29045" h="38196">
                  <a:moveTo>
                    <a:pt x="0" y="0"/>
                  </a:moveTo>
                  <a:lnTo>
                    <a:pt x="29045" y="38196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0" name="Input_receptor__919">
              <a:extLst>
                <a:ext uri="{FF2B5EF4-FFF2-40B4-BE49-F238E27FC236}">
                  <a16:creationId xmlns:a16="http://schemas.microsoft.com/office/drawing/2014/main" id="{079D7274-8782-E393-0CE0-960623D7EF97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89846"/>
              <a:ext cx="20253" cy="32619"/>
            </a:xfrm>
            <a:custGeom>
              <a:avLst/>
              <a:gdLst/>
              <a:ahLst/>
              <a:cxnLst/>
              <a:rect l="0" t="0" r="0" b="0"/>
              <a:pathLst>
                <a:path w="20253" h="32619">
                  <a:moveTo>
                    <a:pt x="20253" y="0"/>
                  </a:moveTo>
                  <a:lnTo>
                    <a:pt x="0" y="32619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1" name="Input_receptor__920">
              <a:extLst>
                <a:ext uri="{FF2B5EF4-FFF2-40B4-BE49-F238E27FC236}">
                  <a16:creationId xmlns:a16="http://schemas.microsoft.com/office/drawing/2014/main" id="{51B54315-256E-42B5-F499-805764B48DE7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066908"/>
              <a:ext cx="28680" cy="38585"/>
            </a:xfrm>
            <a:custGeom>
              <a:avLst/>
              <a:gdLst/>
              <a:ahLst/>
              <a:cxnLst/>
              <a:rect l="0" t="0" r="0" b="0"/>
              <a:pathLst>
                <a:path w="28680" h="38585">
                  <a:moveTo>
                    <a:pt x="28680" y="0"/>
                  </a:moveTo>
                  <a:lnTo>
                    <a:pt x="0" y="38585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22" name="Input_receptor__921">
              <a:extLst>
                <a:ext uri="{FF2B5EF4-FFF2-40B4-BE49-F238E27FC236}">
                  <a16:creationId xmlns:a16="http://schemas.microsoft.com/office/drawing/2014/main" id="{2A37D0FC-FBF9-A4F7-91A2-3A28D18CB58B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31"/>
              <a:ext cx="41438" cy="9300"/>
            </a:xfrm>
            <a:custGeom>
              <a:avLst/>
              <a:gdLst/>
              <a:ahLst/>
              <a:cxnLst/>
              <a:rect l="0" t="0" r="0" b="0"/>
              <a:pathLst>
                <a:path w="41438" h="9300">
                  <a:moveTo>
                    <a:pt x="41438" y="0"/>
                  </a:moveTo>
                  <a:lnTo>
                    <a:pt x="0" y="930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3" name="Input_receptor__922">
              <a:extLst>
                <a:ext uri="{FF2B5EF4-FFF2-40B4-BE49-F238E27FC236}">
                  <a16:creationId xmlns:a16="http://schemas.microsoft.com/office/drawing/2014/main" id="{5CCC452A-C7EE-BB06-706F-0FFBA41A308C}"/>
                </a:ext>
              </a:extLst>
            </p:cNvPr>
            <p:cNvSpPr>
              <a:spLocks noGrp="1"/>
            </p:cNvSpPr>
            <p:nvPr/>
          </p:nvSpPr>
          <p:spPr>
            <a:xfrm>
              <a:off x="1523161" y="5001423"/>
              <a:ext cx="45390" cy="4933"/>
            </a:xfrm>
            <a:custGeom>
              <a:avLst/>
              <a:gdLst/>
              <a:ahLst/>
              <a:cxnLst/>
              <a:rect l="0" t="0" r="0" b="0"/>
              <a:pathLst>
                <a:path w="45390" h="4933">
                  <a:moveTo>
                    <a:pt x="0" y="4933"/>
                  </a:moveTo>
                  <a:lnTo>
                    <a:pt x="4539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4" name="Input_receptor__923">
              <a:extLst>
                <a:ext uri="{FF2B5EF4-FFF2-40B4-BE49-F238E27FC236}">
                  <a16:creationId xmlns:a16="http://schemas.microsoft.com/office/drawing/2014/main" id="{FBAB6242-1863-9BFB-392A-60C83775111E}"/>
                </a:ext>
              </a:extLst>
            </p:cNvPr>
            <p:cNvSpPr>
              <a:spLocks noGrp="1"/>
            </p:cNvSpPr>
            <p:nvPr/>
          </p:nvSpPr>
          <p:spPr>
            <a:xfrm>
              <a:off x="1419549" y="4847569"/>
              <a:ext cx="11142" cy="36689"/>
            </a:xfrm>
            <a:custGeom>
              <a:avLst/>
              <a:gdLst/>
              <a:ahLst/>
              <a:cxnLst/>
              <a:rect l="0" t="0" r="0" b="0"/>
              <a:pathLst>
                <a:path w="11142" h="36689">
                  <a:moveTo>
                    <a:pt x="11142" y="366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5" name="Input_receptor__924">
              <a:extLst>
                <a:ext uri="{FF2B5EF4-FFF2-40B4-BE49-F238E27FC236}">
                  <a16:creationId xmlns:a16="http://schemas.microsoft.com/office/drawing/2014/main" id="{70330F48-8292-2723-B485-CCB01F7973DA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284529"/>
              <a:ext cx="21769" cy="36712"/>
            </a:xfrm>
            <a:custGeom>
              <a:avLst/>
              <a:gdLst/>
              <a:ahLst/>
              <a:cxnLst/>
              <a:rect l="0" t="0" r="0" b="0"/>
              <a:pathLst>
                <a:path w="21769" h="36712">
                  <a:moveTo>
                    <a:pt x="0" y="36712"/>
                  </a:moveTo>
                  <a:lnTo>
                    <a:pt x="21769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6" name="Input_receptor__925">
              <a:extLst>
                <a:ext uri="{FF2B5EF4-FFF2-40B4-BE49-F238E27FC236}">
                  <a16:creationId xmlns:a16="http://schemas.microsoft.com/office/drawing/2014/main" id="{754676F6-F959-4E79-7E19-52291FA80E24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475857"/>
              <a:ext cx="30220" cy="34932"/>
            </a:xfrm>
            <a:custGeom>
              <a:avLst/>
              <a:gdLst/>
              <a:ahLst/>
              <a:cxnLst/>
              <a:rect l="0" t="0" r="0" b="0"/>
              <a:pathLst>
                <a:path w="30220" h="34932">
                  <a:moveTo>
                    <a:pt x="0" y="34932"/>
                  </a:moveTo>
                  <a:lnTo>
                    <a:pt x="3022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7" name="Input_receptor__926">
              <a:extLst>
                <a:ext uri="{FF2B5EF4-FFF2-40B4-BE49-F238E27FC236}">
                  <a16:creationId xmlns:a16="http://schemas.microsoft.com/office/drawing/2014/main" id="{147B0B3B-8B15-BA6A-ECC0-CC143D75EEF3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7778"/>
              <a:ext cx="47844" cy="2276"/>
            </a:xfrm>
            <a:custGeom>
              <a:avLst/>
              <a:gdLst/>
              <a:ahLst/>
              <a:cxnLst/>
              <a:rect l="0" t="0" r="0" b="0"/>
              <a:pathLst>
                <a:path w="47844" h="2276">
                  <a:moveTo>
                    <a:pt x="47844" y="2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8" name="Input_receptor__927">
              <a:extLst>
                <a:ext uri="{FF2B5EF4-FFF2-40B4-BE49-F238E27FC236}">
                  <a16:creationId xmlns:a16="http://schemas.microsoft.com/office/drawing/2014/main" id="{F6F96905-45EF-951D-64FC-C4F75F1EF614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14769"/>
              <a:ext cx="45193" cy="15134"/>
            </a:xfrm>
            <a:custGeom>
              <a:avLst/>
              <a:gdLst/>
              <a:ahLst/>
              <a:cxnLst/>
              <a:rect l="0" t="0" r="0" b="0"/>
              <a:pathLst>
                <a:path w="45193" h="15134">
                  <a:moveTo>
                    <a:pt x="45193" y="0"/>
                  </a:moveTo>
                  <a:lnTo>
                    <a:pt x="0" y="15134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9" name="Input_receptor__928">
              <a:extLst>
                <a:ext uri="{FF2B5EF4-FFF2-40B4-BE49-F238E27FC236}">
                  <a16:creationId xmlns:a16="http://schemas.microsoft.com/office/drawing/2014/main" id="{2C063888-5A1F-F383-F46A-8B87625A9BEF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321241"/>
              <a:ext cx="10752" cy="39746"/>
            </a:xfrm>
            <a:custGeom>
              <a:avLst/>
              <a:gdLst/>
              <a:ahLst/>
              <a:cxnLst/>
              <a:rect l="0" t="0" r="0" b="0"/>
              <a:pathLst>
                <a:path w="10752" h="39746">
                  <a:moveTo>
                    <a:pt x="10752" y="3974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0" name="Input_receptor__929">
              <a:extLst>
                <a:ext uri="{FF2B5EF4-FFF2-40B4-BE49-F238E27FC236}">
                  <a16:creationId xmlns:a16="http://schemas.microsoft.com/office/drawing/2014/main" id="{D93E5950-A240-0230-C204-1F3AAB6251D8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9544"/>
              <a:ext cx="437" cy="21204"/>
            </a:xfrm>
            <a:custGeom>
              <a:avLst/>
              <a:gdLst/>
              <a:ahLst/>
              <a:cxnLst/>
              <a:rect l="0" t="0" r="0" b="0"/>
              <a:pathLst>
                <a:path w="437" h="21204">
                  <a:moveTo>
                    <a:pt x="0" y="21204"/>
                  </a:moveTo>
                  <a:lnTo>
                    <a:pt x="437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1" name="Input_receptor__930">
              <a:extLst>
                <a:ext uri="{FF2B5EF4-FFF2-40B4-BE49-F238E27FC236}">
                  <a16:creationId xmlns:a16="http://schemas.microsoft.com/office/drawing/2014/main" id="{C2ABA24C-34C3-B96E-2072-A45441551393}"/>
                </a:ext>
              </a:extLst>
            </p:cNvPr>
            <p:cNvSpPr>
              <a:spLocks noGrp="1"/>
            </p:cNvSpPr>
            <p:nvPr/>
          </p:nvSpPr>
          <p:spPr>
            <a:xfrm>
              <a:off x="1121341" y="4262080"/>
              <a:ext cx="7685" cy="43433"/>
            </a:xfrm>
            <a:custGeom>
              <a:avLst/>
              <a:gdLst/>
              <a:ahLst/>
              <a:cxnLst/>
              <a:rect l="0" t="0" r="0" b="0"/>
              <a:pathLst>
                <a:path w="7685" h="43433">
                  <a:moveTo>
                    <a:pt x="7685" y="0"/>
                  </a:moveTo>
                  <a:lnTo>
                    <a:pt x="0" y="4343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2" name="Input_receptor__931">
              <a:extLst>
                <a:ext uri="{FF2B5EF4-FFF2-40B4-BE49-F238E27FC236}">
                  <a16:creationId xmlns:a16="http://schemas.microsoft.com/office/drawing/2014/main" id="{72E44F36-1DE9-A9D9-3677-5229A925A22D}"/>
                </a:ext>
              </a:extLst>
            </p:cNvPr>
            <p:cNvSpPr>
              <a:spLocks noGrp="1"/>
            </p:cNvSpPr>
            <p:nvPr/>
          </p:nvSpPr>
          <p:spPr>
            <a:xfrm>
              <a:off x="945683" y="4848180"/>
              <a:ext cx="13993" cy="41665"/>
            </a:xfrm>
            <a:custGeom>
              <a:avLst/>
              <a:gdLst/>
              <a:ahLst/>
              <a:cxnLst/>
              <a:rect l="0" t="0" r="0" b="0"/>
              <a:pathLst>
                <a:path w="13993" h="41665">
                  <a:moveTo>
                    <a:pt x="0" y="0"/>
                  </a:moveTo>
                  <a:lnTo>
                    <a:pt x="13993" y="4166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3" name="Input_receptor__932">
              <a:extLst>
                <a:ext uri="{FF2B5EF4-FFF2-40B4-BE49-F238E27FC236}">
                  <a16:creationId xmlns:a16="http://schemas.microsoft.com/office/drawing/2014/main" id="{4D603D07-D42A-F4C6-3559-1ACEE4F6A2B8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43195" cy="8769"/>
            </a:xfrm>
            <a:custGeom>
              <a:avLst/>
              <a:gdLst/>
              <a:ahLst/>
              <a:cxnLst/>
              <a:rect l="0" t="0" r="0" b="0"/>
              <a:pathLst>
                <a:path w="43195" h="8769">
                  <a:moveTo>
                    <a:pt x="0" y="0"/>
                  </a:moveTo>
                  <a:lnTo>
                    <a:pt x="43195" y="8769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4" name="Input_receptor__933">
              <a:extLst>
                <a:ext uri="{FF2B5EF4-FFF2-40B4-BE49-F238E27FC236}">
                  <a16:creationId xmlns:a16="http://schemas.microsoft.com/office/drawing/2014/main" id="{8BE37EF1-A6E7-CC32-2C57-24011C9CB11A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60995"/>
              <a:ext cx="313" cy="9605"/>
            </a:xfrm>
            <a:custGeom>
              <a:avLst/>
              <a:gdLst/>
              <a:ahLst/>
              <a:cxnLst/>
              <a:rect l="0" t="0" r="0" b="0"/>
              <a:pathLst>
                <a:path w="313" h="9605">
                  <a:moveTo>
                    <a:pt x="0" y="9605"/>
                  </a:moveTo>
                  <a:lnTo>
                    <a:pt x="313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5" name="Input_receptor__934">
              <a:extLst>
                <a:ext uri="{FF2B5EF4-FFF2-40B4-BE49-F238E27FC236}">
                  <a16:creationId xmlns:a16="http://schemas.microsoft.com/office/drawing/2014/main" id="{DBD9BDA0-0507-C376-C50B-32455379DAFC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4971407"/>
              <a:ext cx="28622" cy="37462"/>
            </a:xfrm>
            <a:custGeom>
              <a:avLst/>
              <a:gdLst/>
              <a:ahLst/>
              <a:cxnLst/>
              <a:rect l="0" t="0" r="0" b="0"/>
              <a:pathLst>
                <a:path w="28622" h="37462">
                  <a:moveTo>
                    <a:pt x="0" y="37462"/>
                  </a:moveTo>
                  <a:lnTo>
                    <a:pt x="2862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6" name="Input_receptor__935">
              <a:extLst>
                <a:ext uri="{FF2B5EF4-FFF2-40B4-BE49-F238E27FC236}">
                  <a16:creationId xmlns:a16="http://schemas.microsoft.com/office/drawing/2014/main" id="{765BDE79-747F-E4B3-C9EB-7E3DA754DC6B}"/>
                </a:ext>
              </a:extLst>
            </p:cNvPr>
            <p:cNvSpPr>
              <a:spLocks noGrp="1"/>
            </p:cNvSpPr>
            <p:nvPr/>
          </p:nvSpPr>
          <p:spPr>
            <a:xfrm>
              <a:off x="1265595" y="4944006"/>
              <a:ext cx="25692" cy="36975"/>
            </a:xfrm>
            <a:custGeom>
              <a:avLst/>
              <a:gdLst/>
              <a:ahLst/>
              <a:cxnLst/>
              <a:rect l="0" t="0" r="0" b="0"/>
              <a:pathLst>
                <a:path w="25692" h="36975">
                  <a:moveTo>
                    <a:pt x="25692" y="0"/>
                  </a:moveTo>
                  <a:lnTo>
                    <a:pt x="0" y="3697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7" name="Input_receptor__936">
              <a:extLst>
                <a:ext uri="{FF2B5EF4-FFF2-40B4-BE49-F238E27FC236}">
                  <a16:creationId xmlns:a16="http://schemas.microsoft.com/office/drawing/2014/main" id="{E5C12EDD-2FB0-5EEF-69BC-A097D368DEE5}"/>
                </a:ext>
              </a:extLst>
            </p:cNvPr>
            <p:cNvSpPr>
              <a:spLocks noGrp="1"/>
            </p:cNvSpPr>
            <p:nvPr/>
          </p:nvSpPr>
          <p:spPr>
            <a:xfrm>
              <a:off x="1840234" y="5231331"/>
              <a:ext cx="25109" cy="28298"/>
            </a:xfrm>
            <a:custGeom>
              <a:avLst/>
              <a:gdLst/>
              <a:ahLst/>
              <a:cxnLst/>
              <a:rect l="0" t="0" r="0" b="0"/>
              <a:pathLst>
                <a:path w="25109" h="28298">
                  <a:moveTo>
                    <a:pt x="25109" y="282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8" name="Input_receptor__937">
              <a:extLst>
                <a:ext uri="{FF2B5EF4-FFF2-40B4-BE49-F238E27FC236}">
                  <a16:creationId xmlns:a16="http://schemas.microsoft.com/office/drawing/2014/main" id="{DDAD15F1-D4B3-4CFD-5E07-49884DFCB313}"/>
                </a:ext>
              </a:extLst>
            </p:cNvPr>
            <p:cNvSpPr>
              <a:spLocks noGrp="1"/>
            </p:cNvSpPr>
            <p:nvPr/>
          </p:nvSpPr>
          <p:spPr>
            <a:xfrm>
              <a:off x="1494623" y="5151565"/>
              <a:ext cx="13097" cy="29875"/>
            </a:xfrm>
            <a:custGeom>
              <a:avLst/>
              <a:gdLst/>
              <a:ahLst/>
              <a:cxnLst/>
              <a:rect l="0" t="0" r="0" b="0"/>
              <a:pathLst>
                <a:path w="13097" h="29875">
                  <a:moveTo>
                    <a:pt x="13097" y="2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9" name="Input_receptor__938">
              <a:extLst>
                <a:ext uri="{FF2B5EF4-FFF2-40B4-BE49-F238E27FC236}">
                  <a16:creationId xmlns:a16="http://schemas.microsoft.com/office/drawing/2014/main" id="{FA631DB4-BECB-2770-240A-B3E9CDB04B56}"/>
                </a:ext>
              </a:extLst>
            </p:cNvPr>
            <p:cNvSpPr>
              <a:spLocks noGrp="1"/>
            </p:cNvSpPr>
            <p:nvPr/>
          </p:nvSpPr>
          <p:spPr>
            <a:xfrm>
              <a:off x="1461428" y="4397289"/>
              <a:ext cx="11612" cy="44168"/>
            </a:xfrm>
            <a:custGeom>
              <a:avLst/>
              <a:gdLst/>
              <a:ahLst/>
              <a:cxnLst/>
              <a:rect l="0" t="0" r="0" b="0"/>
              <a:pathLst>
                <a:path w="11612" h="44168">
                  <a:moveTo>
                    <a:pt x="0" y="0"/>
                  </a:moveTo>
                  <a:lnTo>
                    <a:pt x="11612" y="4416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0" name="Input_receptor__939">
              <a:extLst>
                <a:ext uri="{FF2B5EF4-FFF2-40B4-BE49-F238E27FC236}">
                  <a16:creationId xmlns:a16="http://schemas.microsoft.com/office/drawing/2014/main" id="{63511CF2-173E-A14F-CDDB-D537F1DB4ED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79080"/>
              <a:ext cx="46130" cy="10625"/>
            </a:xfrm>
            <a:custGeom>
              <a:avLst/>
              <a:gdLst/>
              <a:ahLst/>
              <a:cxnLst/>
              <a:rect l="0" t="0" r="0" b="0"/>
              <a:pathLst>
                <a:path w="46130" h="10625">
                  <a:moveTo>
                    <a:pt x="46130" y="0"/>
                  </a:moveTo>
                  <a:lnTo>
                    <a:pt x="0" y="1062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1" name="Input_receptor__940">
              <a:extLst>
                <a:ext uri="{FF2B5EF4-FFF2-40B4-BE49-F238E27FC236}">
                  <a16:creationId xmlns:a16="http://schemas.microsoft.com/office/drawing/2014/main" id="{733B1403-8D8E-E792-8509-552D39844593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4987180"/>
              <a:ext cx="30512" cy="24918"/>
            </a:xfrm>
            <a:custGeom>
              <a:avLst/>
              <a:gdLst/>
              <a:ahLst/>
              <a:cxnLst/>
              <a:rect l="0" t="0" r="0" b="0"/>
              <a:pathLst>
                <a:path w="30512" h="24918">
                  <a:moveTo>
                    <a:pt x="0" y="24918"/>
                  </a:moveTo>
                  <a:lnTo>
                    <a:pt x="3051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2" name="Input_receptor__941">
              <a:extLst>
                <a:ext uri="{FF2B5EF4-FFF2-40B4-BE49-F238E27FC236}">
                  <a16:creationId xmlns:a16="http://schemas.microsoft.com/office/drawing/2014/main" id="{DE555F70-52F1-2660-532B-3DAC20723EE2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71982"/>
              <a:ext cx="37052" cy="25307"/>
            </a:xfrm>
            <a:custGeom>
              <a:avLst/>
              <a:gdLst/>
              <a:ahLst/>
              <a:cxnLst/>
              <a:rect l="0" t="0" r="0" b="0"/>
              <a:pathLst>
                <a:path w="37052" h="25307">
                  <a:moveTo>
                    <a:pt x="0" y="0"/>
                  </a:moveTo>
                  <a:lnTo>
                    <a:pt x="37052" y="2530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3" name="Input_receptor__942">
              <a:extLst>
                <a:ext uri="{FF2B5EF4-FFF2-40B4-BE49-F238E27FC236}">
                  <a16:creationId xmlns:a16="http://schemas.microsoft.com/office/drawing/2014/main" id="{BFB858B5-A46E-6947-8583-CD6B87A44F8B}"/>
                </a:ext>
              </a:extLst>
            </p:cNvPr>
            <p:cNvSpPr>
              <a:spLocks noGrp="1"/>
            </p:cNvSpPr>
            <p:nvPr/>
          </p:nvSpPr>
          <p:spPr>
            <a:xfrm>
              <a:off x="1080508" y="4305512"/>
              <a:ext cx="40833" cy="5871"/>
            </a:xfrm>
            <a:custGeom>
              <a:avLst/>
              <a:gdLst/>
              <a:ahLst/>
              <a:cxnLst/>
              <a:rect l="0" t="0" r="0" b="0"/>
              <a:pathLst>
                <a:path w="40833" h="5871">
                  <a:moveTo>
                    <a:pt x="40833" y="0"/>
                  </a:moveTo>
                  <a:lnTo>
                    <a:pt x="0" y="5871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4" name="Input_receptor__943">
              <a:extLst>
                <a:ext uri="{FF2B5EF4-FFF2-40B4-BE49-F238E27FC236}">
                  <a16:creationId xmlns:a16="http://schemas.microsoft.com/office/drawing/2014/main" id="{8B8C5349-C21B-99D6-36E9-00C3547A94AA}"/>
                </a:ext>
              </a:extLst>
            </p:cNvPr>
            <p:cNvSpPr>
              <a:spLocks noGrp="1"/>
            </p:cNvSpPr>
            <p:nvPr/>
          </p:nvSpPr>
          <p:spPr>
            <a:xfrm>
              <a:off x="996685" y="4986094"/>
              <a:ext cx="39131" cy="8367"/>
            </a:xfrm>
            <a:custGeom>
              <a:avLst/>
              <a:gdLst/>
              <a:ahLst/>
              <a:cxnLst/>
              <a:rect l="0" t="0" r="0" b="0"/>
              <a:pathLst>
                <a:path w="39131" h="8367">
                  <a:moveTo>
                    <a:pt x="0" y="0"/>
                  </a:moveTo>
                  <a:lnTo>
                    <a:pt x="39131" y="836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5" name="Input_receptor__944">
              <a:extLst>
                <a:ext uri="{FF2B5EF4-FFF2-40B4-BE49-F238E27FC236}">
                  <a16:creationId xmlns:a16="http://schemas.microsoft.com/office/drawing/2014/main" id="{9ADB08CE-2F09-0C6E-6B2D-E8FE03556C14}"/>
                </a:ext>
              </a:extLst>
            </p:cNvPr>
            <p:cNvSpPr>
              <a:spLocks noGrp="1"/>
            </p:cNvSpPr>
            <p:nvPr/>
          </p:nvSpPr>
          <p:spPr>
            <a:xfrm>
              <a:off x="1177851" y="5039290"/>
              <a:ext cx="45317" cy="14608"/>
            </a:xfrm>
            <a:custGeom>
              <a:avLst/>
              <a:gdLst/>
              <a:ahLst/>
              <a:cxnLst/>
              <a:rect l="0" t="0" r="0" b="0"/>
              <a:pathLst>
                <a:path w="45317" h="14608">
                  <a:moveTo>
                    <a:pt x="45317" y="0"/>
                  </a:moveTo>
                  <a:lnTo>
                    <a:pt x="0" y="14608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6" name="Input_receptor__945">
              <a:extLst>
                <a:ext uri="{FF2B5EF4-FFF2-40B4-BE49-F238E27FC236}">
                  <a16:creationId xmlns:a16="http://schemas.microsoft.com/office/drawing/2014/main" id="{9B1A2E4C-A904-DFAE-E30E-4D91E0975EDE}"/>
                </a:ext>
              </a:extLst>
            </p:cNvPr>
            <p:cNvSpPr>
              <a:spLocks noGrp="1"/>
            </p:cNvSpPr>
            <p:nvPr/>
          </p:nvSpPr>
          <p:spPr>
            <a:xfrm>
              <a:off x="980886" y="4951359"/>
              <a:ext cx="15799" cy="34735"/>
            </a:xfrm>
            <a:custGeom>
              <a:avLst/>
              <a:gdLst/>
              <a:ahLst/>
              <a:cxnLst/>
              <a:rect l="0" t="0" r="0" b="0"/>
              <a:pathLst>
                <a:path w="15799" h="34735">
                  <a:moveTo>
                    <a:pt x="0" y="0"/>
                  </a:moveTo>
                  <a:lnTo>
                    <a:pt x="15799" y="34735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7" name="Input_receptor__946">
              <a:extLst>
                <a:ext uri="{FF2B5EF4-FFF2-40B4-BE49-F238E27FC236}">
                  <a16:creationId xmlns:a16="http://schemas.microsoft.com/office/drawing/2014/main" id="{11FE36AC-B042-E271-69D3-DED106B4DBAC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5426"/>
              <a:ext cx="16574" cy="19875"/>
            </a:xfrm>
            <a:custGeom>
              <a:avLst/>
              <a:gdLst/>
              <a:ahLst/>
              <a:cxnLst/>
              <a:rect l="0" t="0" r="0" b="0"/>
              <a:pathLst>
                <a:path w="16574" h="19875">
                  <a:moveTo>
                    <a:pt x="16574" y="1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8" name="Input_receptor__947">
              <a:extLst>
                <a:ext uri="{FF2B5EF4-FFF2-40B4-BE49-F238E27FC236}">
                  <a16:creationId xmlns:a16="http://schemas.microsoft.com/office/drawing/2014/main" id="{421B288D-5E4E-4A46-0B76-B0249767F647}"/>
                </a:ext>
              </a:extLst>
            </p:cNvPr>
            <p:cNvSpPr>
              <a:spLocks noGrp="1"/>
            </p:cNvSpPr>
            <p:nvPr/>
          </p:nvSpPr>
          <p:spPr>
            <a:xfrm>
              <a:off x="1402579" y="4679080"/>
              <a:ext cx="13222" cy="44204"/>
            </a:xfrm>
            <a:custGeom>
              <a:avLst/>
              <a:gdLst/>
              <a:ahLst/>
              <a:cxnLst/>
              <a:rect l="0" t="0" r="0" b="0"/>
              <a:pathLst>
                <a:path w="13222" h="44204">
                  <a:moveTo>
                    <a:pt x="13222" y="44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9" name="Input_receptor__948">
              <a:extLst>
                <a:ext uri="{FF2B5EF4-FFF2-40B4-BE49-F238E27FC236}">
                  <a16:creationId xmlns:a16="http://schemas.microsoft.com/office/drawing/2014/main" id="{E411A6EA-D4F3-44E2-4DB6-1B8DB3CF54C1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1126"/>
              <a:ext cx="47167" cy="7200"/>
            </a:xfrm>
            <a:custGeom>
              <a:avLst/>
              <a:gdLst/>
              <a:ahLst/>
              <a:cxnLst/>
              <a:rect l="0" t="0" r="0" b="0"/>
              <a:pathLst>
                <a:path w="47167" h="7200">
                  <a:moveTo>
                    <a:pt x="47167" y="0"/>
                  </a:moveTo>
                  <a:lnTo>
                    <a:pt x="0" y="720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0" name="Input_receptor__949">
              <a:extLst>
                <a:ext uri="{FF2B5EF4-FFF2-40B4-BE49-F238E27FC236}">
                  <a16:creationId xmlns:a16="http://schemas.microsoft.com/office/drawing/2014/main" id="{9CD0F869-C721-C1C7-7DE5-257392BFD547}"/>
                </a:ext>
              </a:extLst>
            </p:cNvPr>
            <p:cNvSpPr>
              <a:spLocks noGrp="1"/>
            </p:cNvSpPr>
            <p:nvPr/>
          </p:nvSpPr>
          <p:spPr>
            <a:xfrm>
              <a:off x="1409825" y="4558056"/>
              <a:ext cx="25073" cy="24057"/>
            </a:xfrm>
            <a:custGeom>
              <a:avLst/>
              <a:gdLst/>
              <a:ahLst/>
              <a:cxnLst/>
              <a:rect l="0" t="0" r="0" b="0"/>
              <a:pathLst>
                <a:path w="25073" h="24057">
                  <a:moveTo>
                    <a:pt x="25073" y="240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1" name="Input_receptor__950">
              <a:extLst>
                <a:ext uri="{FF2B5EF4-FFF2-40B4-BE49-F238E27FC236}">
                  <a16:creationId xmlns:a16="http://schemas.microsoft.com/office/drawing/2014/main" id="{24A40760-401A-78F7-8553-0ED0DF6A0CFE}"/>
                </a:ext>
              </a:extLst>
            </p:cNvPr>
            <p:cNvSpPr>
              <a:spLocks noGrp="1"/>
            </p:cNvSpPr>
            <p:nvPr/>
          </p:nvSpPr>
          <p:spPr>
            <a:xfrm>
              <a:off x="1129025" y="4261656"/>
              <a:ext cx="47734" cy="423"/>
            </a:xfrm>
            <a:custGeom>
              <a:avLst/>
              <a:gdLst/>
              <a:ahLst/>
              <a:cxnLst/>
              <a:rect l="0" t="0" r="0" b="0"/>
              <a:pathLst>
                <a:path w="47734" h="423">
                  <a:moveTo>
                    <a:pt x="47734" y="0"/>
                  </a:moveTo>
                  <a:lnTo>
                    <a:pt x="0" y="42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2" name="Input_receptor__951">
              <a:extLst>
                <a:ext uri="{FF2B5EF4-FFF2-40B4-BE49-F238E27FC236}">
                  <a16:creationId xmlns:a16="http://schemas.microsoft.com/office/drawing/2014/main" id="{EC46DD7D-95C3-43FC-BDCF-F13D36B55D44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62217"/>
              <a:ext cx="27787" cy="26800"/>
            </a:xfrm>
            <a:custGeom>
              <a:avLst/>
              <a:gdLst/>
              <a:ahLst/>
              <a:cxnLst/>
              <a:rect l="0" t="0" r="0" b="0"/>
              <a:pathLst>
                <a:path w="27787" h="26800">
                  <a:moveTo>
                    <a:pt x="27787" y="0"/>
                  </a:moveTo>
                  <a:lnTo>
                    <a:pt x="0" y="2680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3" name="Input_receptor__952">
              <a:extLst>
                <a:ext uri="{FF2B5EF4-FFF2-40B4-BE49-F238E27FC236}">
                  <a16:creationId xmlns:a16="http://schemas.microsoft.com/office/drawing/2014/main" id="{4EF98A0C-8EBB-F75C-4882-AE2B55C20A05}"/>
                </a:ext>
              </a:extLst>
            </p:cNvPr>
            <p:cNvSpPr>
              <a:spLocks noGrp="1"/>
            </p:cNvSpPr>
            <p:nvPr/>
          </p:nvSpPr>
          <p:spPr>
            <a:xfrm>
              <a:off x="1253446" y="4574231"/>
              <a:ext cx="17804" cy="11166"/>
            </a:xfrm>
            <a:custGeom>
              <a:avLst/>
              <a:gdLst/>
              <a:ahLst/>
              <a:cxnLst/>
              <a:rect l="0" t="0" r="0" b="0"/>
              <a:pathLst>
                <a:path w="17804" h="11166">
                  <a:moveTo>
                    <a:pt x="17804" y="1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4" name="Input_receptor__953">
              <a:extLst>
                <a:ext uri="{FF2B5EF4-FFF2-40B4-BE49-F238E27FC236}">
                  <a16:creationId xmlns:a16="http://schemas.microsoft.com/office/drawing/2014/main" id="{D94B37BA-22BB-44EA-D056-8BD922F02E1B}"/>
                </a:ext>
              </a:extLst>
            </p:cNvPr>
            <p:cNvSpPr>
              <a:spLocks noGrp="1"/>
            </p:cNvSpPr>
            <p:nvPr/>
          </p:nvSpPr>
          <p:spPr>
            <a:xfrm>
              <a:off x="1502339" y="4513071"/>
              <a:ext cx="20208" cy="30218"/>
            </a:xfrm>
            <a:custGeom>
              <a:avLst/>
              <a:gdLst/>
              <a:ahLst/>
              <a:cxnLst/>
              <a:rect l="0" t="0" r="0" b="0"/>
              <a:pathLst>
                <a:path w="20208" h="30218">
                  <a:moveTo>
                    <a:pt x="0" y="0"/>
                  </a:moveTo>
                  <a:lnTo>
                    <a:pt x="20208" y="3021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5" name="Input_receptor__954">
              <a:extLst>
                <a:ext uri="{FF2B5EF4-FFF2-40B4-BE49-F238E27FC236}">
                  <a16:creationId xmlns:a16="http://schemas.microsoft.com/office/drawing/2014/main" id="{AB96B3ED-7A6C-E933-2937-F9F83D11C5FF}"/>
                </a:ext>
              </a:extLst>
            </p:cNvPr>
            <p:cNvSpPr>
              <a:spLocks noGrp="1"/>
            </p:cNvSpPr>
            <p:nvPr/>
          </p:nvSpPr>
          <p:spPr>
            <a:xfrm>
              <a:off x="1480467" y="4846437"/>
              <a:ext cx="9028" cy="7385"/>
            </a:xfrm>
            <a:custGeom>
              <a:avLst/>
              <a:gdLst/>
              <a:ahLst/>
              <a:cxnLst/>
              <a:rect l="0" t="0" r="0" b="0"/>
              <a:pathLst>
                <a:path w="9028" h="7385">
                  <a:moveTo>
                    <a:pt x="0" y="7385"/>
                  </a:moveTo>
                  <a:lnTo>
                    <a:pt x="9028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6" name="Input_receptor__955">
              <a:extLst>
                <a:ext uri="{FF2B5EF4-FFF2-40B4-BE49-F238E27FC236}">
                  <a16:creationId xmlns:a16="http://schemas.microsoft.com/office/drawing/2014/main" id="{57E6DC6B-E1F3-BC9C-7DFE-36C99FC8B15E}"/>
                </a:ext>
              </a:extLst>
            </p:cNvPr>
            <p:cNvSpPr>
              <a:spLocks noGrp="1"/>
            </p:cNvSpPr>
            <p:nvPr/>
          </p:nvSpPr>
          <p:spPr>
            <a:xfrm>
              <a:off x="1050463" y="4277369"/>
              <a:ext cx="30044" cy="34015"/>
            </a:xfrm>
            <a:custGeom>
              <a:avLst/>
              <a:gdLst/>
              <a:ahLst/>
              <a:cxnLst/>
              <a:rect l="0" t="0" r="0" b="0"/>
              <a:pathLst>
                <a:path w="30044" h="34015">
                  <a:moveTo>
                    <a:pt x="30044" y="34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57" name="Input_receptor__956">
              <a:extLst>
                <a:ext uri="{FF2B5EF4-FFF2-40B4-BE49-F238E27FC236}">
                  <a16:creationId xmlns:a16="http://schemas.microsoft.com/office/drawing/2014/main" id="{BF5D7402-0642-9086-489D-B37FF5E6039C}"/>
                </a:ext>
              </a:extLst>
            </p:cNvPr>
            <p:cNvSpPr>
              <a:spLocks noGrp="1"/>
            </p:cNvSpPr>
            <p:nvPr/>
          </p:nvSpPr>
          <p:spPr>
            <a:xfrm>
              <a:off x="1217578" y="5214769"/>
              <a:ext cx="16859" cy="44521"/>
            </a:xfrm>
            <a:custGeom>
              <a:avLst/>
              <a:gdLst/>
              <a:ahLst/>
              <a:cxnLst/>
              <a:rect l="0" t="0" r="0" b="0"/>
              <a:pathLst>
                <a:path w="16859" h="44521">
                  <a:moveTo>
                    <a:pt x="16859" y="445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8" name="Input_receptor__957">
              <a:extLst>
                <a:ext uri="{FF2B5EF4-FFF2-40B4-BE49-F238E27FC236}">
                  <a16:creationId xmlns:a16="http://schemas.microsoft.com/office/drawing/2014/main" id="{9D0C2C22-970F-B3E9-E001-C70345F22C23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5012098"/>
              <a:ext cx="16599" cy="41800"/>
            </a:xfrm>
            <a:custGeom>
              <a:avLst/>
              <a:gdLst/>
              <a:ahLst/>
              <a:cxnLst/>
              <a:rect l="0" t="0" r="0" b="0"/>
              <a:pathLst>
                <a:path w="16599" h="41800">
                  <a:moveTo>
                    <a:pt x="16599" y="41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9" name="Input_receptor__958">
              <a:extLst>
                <a:ext uri="{FF2B5EF4-FFF2-40B4-BE49-F238E27FC236}">
                  <a16:creationId xmlns:a16="http://schemas.microsoft.com/office/drawing/2014/main" id="{F6A0F2A7-EDC0-0570-E2CA-C665257815A6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83171"/>
              <a:ext cx="10245" cy="9335"/>
            </a:xfrm>
            <a:custGeom>
              <a:avLst/>
              <a:gdLst/>
              <a:ahLst/>
              <a:cxnLst/>
              <a:rect l="0" t="0" r="0" b="0"/>
              <a:pathLst>
                <a:path w="10245" h="9335">
                  <a:moveTo>
                    <a:pt x="10245" y="9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0" name="Input_receptor__959">
              <a:extLst>
                <a:ext uri="{FF2B5EF4-FFF2-40B4-BE49-F238E27FC236}">
                  <a16:creationId xmlns:a16="http://schemas.microsoft.com/office/drawing/2014/main" id="{4739EDD3-357C-E3A2-AF05-862B491C1831}"/>
                </a:ext>
              </a:extLst>
            </p:cNvPr>
            <p:cNvSpPr>
              <a:spLocks noGrp="1"/>
            </p:cNvSpPr>
            <p:nvPr/>
          </p:nvSpPr>
          <p:spPr>
            <a:xfrm>
              <a:off x="1164693" y="4394281"/>
              <a:ext cx="41694" cy="21282"/>
            </a:xfrm>
            <a:custGeom>
              <a:avLst/>
              <a:gdLst/>
              <a:ahLst/>
              <a:cxnLst/>
              <a:rect l="0" t="0" r="0" b="0"/>
              <a:pathLst>
                <a:path w="41694" h="21282">
                  <a:moveTo>
                    <a:pt x="0" y="21282"/>
                  </a:moveTo>
                  <a:lnTo>
                    <a:pt x="41694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1" name="Input_receptor__960">
              <a:extLst>
                <a:ext uri="{FF2B5EF4-FFF2-40B4-BE49-F238E27FC236}">
                  <a16:creationId xmlns:a16="http://schemas.microsoft.com/office/drawing/2014/main" id="{C61A959A-56C5-78FE-386C-422AF3EE9AEB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4138"/>
              <a:ext cx="20743" cy="15389"/>
            </a:xfrm>
            <a:custGeom>
              <a:avLst/>
              <a:gdLst/>
              <a:ahLst/>
              <a:cxnLst/>
              <a:rect l="0" t="0" r="0" b="0"/>
              <a:pathLst>
                <a:path w="20743" h="15389">
                  <a:moveTo>
                    <a:pt x="20743" y="0"/>
                  </a:moveTo>
                  <a:lnTo>
                    <a:pt x="0" y="15389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2" name="Input_receptor__961">
              <a:extLst>
                <a:ext uri="{FF2B5EF4-FFF2-40B4-BE49-F238E27FC236}">
                  <a16:creationId xmlns:a16="http://schemas.microsoft.com/office/drawing/2014/main" id="{8B5B049D-262D-A9D3-F455-B098B2217E27}"/>
                </a:ext>
              </a:extLst>
            </p:cNvPr>
            <p:cNvSpPr>
              <a:spLocks noGrp="1"/>
            </p:cNvSpPr>
            <p:nvPr/>
          </p:nvSpPr>
          <p:spPr>
            <a:xfrm>
              <a:off x="1426548" y="4155230"/>
              <a:ext cx="18131" cy="19007"/>
            </a:xfrm>
            <a:custGeom>
              <a:avLst/>
              <a:gdLst/>
              <a:ahLst/>
              <a:cxnLst/>
              <a:rect l="0" t="0" r="0" b="0"/>
              <a:pathLst>
                <a:path w="18131" h="19007">
                  <a:moveTo>
                    <a:pt x="18131" y="19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3" name="Input_receptor__962">
              <a:extLst>
                <a:ext uri="{FF2B5EF4-FFF2-40B4-BE49-F238E27FC236}">
                  <a16:creationId xmlns:a16="http://schemas.microsoft.com/office/drawing/2014/main" id="{28B549DB-95EE-66C6-8BB2-280482C08D4A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44080"/>
              <a:ext cx="22072" cy="28624"/>
            </a:xfrm>
            <a:custGeom>
              <a:avLst/>
              <a:gdLst/>
              <a:ahLst/>
              <a:cxnLst/>
              <a:rect l="0" t="0" r="0" b="0"/>
              <a:pathLst>
                <a:path w="22072" h="28624">
                  <a:moveTo>
                    <a:pt x="22072" y="0"/>
                  </a:moveTo>
                  <a:lnTo>
                    <a:pt x="0" y="28624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4" name="Input_receptor__963">
              <a:extLst>
                <a:ext uri="{FF2B5EF4-FFF2-40B4-BE49-F238E27FC236}">
                  <a16:creationId xmlns:a16="http://schemas.microsoft.com/office/drawing/2014/main" id="{7AB3C967-2B2B-AEEF-E537-B38B1A075F23}"/>
                </a:ext>
              </a:extLst>
            </p:cNvPr>
            <p:cNvSpPr>
              <a:spLocks noGrp="1"/>
            </p:cNvSpPr>
            <p:nvPr/>
          </p:nvSpPr>
          <p:spPr>
            <a:xfrm>
              <a:off x="1206387" y="4394281"/>
              <a:ext cx="30234" cy="34856"/>
            </a:xfrm>
            <a:custGeom>
              <a:avLst/>
              <a:gdLst/>
              <a:ahLst/>
              <a:cxnLst/>
              <a:rect l="0" t="0" r="0" b="0"/>
              <a:pathLst>
                <a:path w="30234" h="34856">
                  <a:moveTo>
                    <a:pt x="0" y="0"/>
                  </a:moveTo>
                  <a:lnTo>
                    <a:pt x="30234" y="34856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5" name="Input_receptor__964">
              <a:extLst>
                <a:ext uri="{FF2B5EF4-FFF2-40B4-BE49-F238E27FC236}">
                  <a16:creationId xmlns:a16="http://schemas.microsoft.com/office/drawing/2014/main" id="{7DEE17BE-E8F7-77DB-BF90-840AD15C7B96}"/>
                </a:ext>
              </a:extLst>
            </p:cNvPr>
            <p:cNvSpPr>
              <a:spLocks noGrp="1"/>
            </p:cNvSpPr>
            <p:nvPr/>
          </p:nvSpPr>
          <p:spPr>
            <a:xfrm>
              <a:off x="1026863" y="5360988"/>
              <a:ext cx="34656" cy="33167"/>
            </a:xfrm>
            <a:custGeom>
              <a:avLst/>
              <a:gdLst/>
              <a:ahLst/>
              <a:cxnLst/>
              <a:rect l="0" t="0" r="0" b="0"/>
              <a:pathLst>
                <a:path w="34656" h="33167">
                  <a:moveTo>
                    <a:pt x="34656" y="331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6" name="Input_receptor__965">
              <a:extLst>
                <a:ext uri="{FF2B5EF4-FFF2-40B4-BE49-F238E27FC236}">
                  <a16:creationId xmlns:a16="http://schemas.microsoft.com/office/drawing/2014/main" id="{866B07A1-E429-E045-187E-C4F33F314D1F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24307"/>
              <a:ext cx="38985" cy="16456"/>
            </a:xfrm>
            <a:custGeom>
              <a:avLst/>
              <a:gdLst/>
              <a:ahLst/>
              <a:cxnLst/>
              <a:rect l="0" t="0" r="0" b="0"/>
              <a:pathLst>
                <a:path w="38985" h="16456">
                  <a:moveTo>
                    <a:pt x="0" y="16456"/>
                  </a:moveTo>
                  <a:lnTo>
                    <a:pt x="38985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7" name="Input_receptor__966">
              <a:extLst>
                <a:ext uri="{FF2B5EF4-FFF2-40B4-BE49-F238E27FC236}">
                  <a16:creationId xmlns:a16="http://schemas.microsoft.com/office/drawing/2014/main" id="{1171D9CE-C353-6C7B-DF3B-8B843E43480E}"/>
                </a:ext>
              </a:extLst>
            </p:cNvPr>
            <p:cNvSpPr>
              <a:spLocks noGrp="1"/>
            </p:cNvSpPr>
            <p:nvPr/>
          </p:nvSpPr>
          <p:spPr>
            <a:xfrm>
              <a:off x="1383340" y="4089661"/>
              <a:ext cx="36634" cy="13755"/>
            </a:xfrm>
            <a:custGeom>
              <a:avLst/>
              <a:gdLst/>
              <a:ahLst/>
              <a:cxnLst/>
              <a:rect l="0" t="0" r="0" b="0"/>
              <a:pathLst>
                <a:path w="36634" h="13755">
                  <a:moveTo>
                    <a:pt x="36634" y="13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8" name="Input_receptor__967">
              <a:extLst>
                <a:ext uri="{FF2B5EF4-FFF2-40B4-BE49-F238E27FC236}">
                  <a16:creationId xmlns:a16="http://schemas.microsoft.com/office/drawing/2014/main" id="{3EB5DA64-378A-4E2B-EC24-58BE3B6B8A84}"/>
                </a:ext>
              </a:extLst>
            </p:cNvPr>
            <p:cNvSpPr>
              <a:spLocks noGrp="1"/>
            </p:cNvSpPr>
            <p:nvPr/>
          </p:nvSpPr>
          <p:spPr>
            <a:xfrm>
              <a:off x="1009683" y="4262217"/>
              <a:ext cx="40780" cy="15152"/>
            </a:xfrm>
            <a:custGeom>
              <a:avLst/>
              <a:gdLst/>
              <a:ahLst/>
              <a:cxnLst/>
              <a:rect l="0" t="0" r="0" b="0"/>
              <a:pathLst>
                <a:path w="40780" h="15152">
                  <a:moveTo>
                    <a:pt x="40780" y="15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69" name="Input_receptor__968">
              <a:extLst>
                <a:ext uri="{FF2B5EF4-FFF2-40B4-BE49-F238E27FC236}">
                  <a16:creationId xmlns:a16="http://schemas.microsoft.com/office/drawing/2014/main" id="{FBF96A5A-D646-EE20-FF06-57060A4C9208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181440"/>
              <a:ext cx="28828" cy="34682"/>
            </a:xfrm>
            <a:custGeom>
              <a:avLst/>
              <a:gdLst/>
              <a:ahLst/>
              <a:cxnLst/>
              <a:rect l="0" t="0" r="0" b="0"/>
              <a:pathLst>
                <a:path w="28828" h="34682">
                  <a:moveTo>
                    <a:pt x="0" y="34682"/>
                  </a:moveTo>
                  <a:lnTo>
                    <a:pt x="2882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0" name="Input_receptor__969">
              <a:extLst>
                <a:ext uri="{FF2B5EF4-FFF2-40B4-BE49-F238E27FC236}">
                  <a16:creationId xmlns:a16="http://schemas.microsoft.com/office/drawing/2014/main" id="{6032401E-1FD8-A392-3CDF-293432E2A416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8327"/>
              <a:ext cx="6528" cy="47581"/>
            </a:xfrm>
            <a:custGeom>
              <a:avLst/>
              <a:gdLst/>
              <a:ahLst/>
              <a:cxnLst/>
              <a:rect l="0" t="0" r="0" b="0"/>
              <a:pathLst>
                <a:path w="6528" h="47581">
                  <a:moveTo>
                    <a:pt x="0" y="0"/>
                  </a:moveTo>
                  <a:lnTo>
                    <a:pt x="6528" y="4758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1" name="Input_receptor__970">
              <a:extLst>
                <a:ext uri="{FF2B5EF4-FFF2-40B4-BE49-F238E27FC236}">
                  <a16:creationId xmlns:a16="http://schemas.microsoft.com/office/drawing/2014/main" id="{D083C4D8-5112-B119-95DC-6C15FA749737}"/>
                </a:ext>
              </a:extLst>
            </p:cNvPr>
            <p:cNvSpPr>
              <a:spLocks noGrp="1"/>
            </p:cNvSpPr>
            <p:nvPr/>
          </p:nvSpPr>
          <p:spPr>
            <a:xfrm>
              <a:off x="1702505" y="5304673"/>
              <a:ext cx="6118" cy="39407"/>
            </a:xfrm>
            <a:custGeom>
              <a:avLst/>
              <a:gdLst/>
              <a:ahLst/>
              <a:cxnLst/>
              <a:rect l="0" t="0" r="0" b="0"/>
              <a:pathLst>
                <a:path w="6118" h="39407">
                  <a:moveTo>
                    <a:pt x="0" y="0"/>
                  </a:moveTo>
                  <a:lnTo>
                    <a:pt x="6118" y="39407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2" name="Input_receptor__971">
              <a:extLst>
                <a:ext uri="{FF2B5EF4-FFF2-40B4-BE49-F238E27FC236}">
                  <a16:creationId xmlns:a16="http://schemas.microsoft.com/office/drawing/2014/main" id="{4BDB9FEA-DE9C-662F-5EF1-E790349210BC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701017"/>
              <a:ext cx="10387" cy="45497"/>
            </a:xfrm>
            <a:custGeom>
              <a:avLst/>
              <a:gdLst/>
              <a:ahLst/>
              <a:cxnLst/>
              <a:rect l="0" t="0" r="0" b="0"/>
              <a:pathLst>
                <a:path w="10387" h="45497">
                  <a:moveTo>
                    <a:pt x="0" y="0"/>
                  </a:moveTo>
                  <a:lnTo>
                    <a:pt x="10387" y="4549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3" name="Input_receptor__972">
              <a:extLst>
                <a:ext uri="{FF2B5EF4-FFF2-40B4-BE49-F238E27FC236}">
                  <a16:creationId xmlns:a16="http://schemas.microsoft.com/office/drawing/2014/main" id="{35EBD2BC-3D79-C5B2-F785-547CE3F75727}"/>
                </a:ext>
              </a:extLst>
            </p:cNvPr>
            <p:cNvSpPr>
              <a:spLocks noGrp="1"/>
            </p:cNvSpPr>
            <p:nvPr/>
          </p:nvSpPr>
          <p:spPr>
            <a:xfrm>
              <a:off x="1184606" y="4552844"/>
              <a:ext cx="25108" cy="38674"/>
            </a:xfrm>
            <a:custGeom>
              <a:avLst/>
              <a:gdLst/>
              <a:ahLst/>
              <a:cxnLst/>
              <a:rect l="0" t="0" r="0" b="0"/>
              <a:pathLst>
                <a:path w="25108" h="38674">
                  <a:moveTo>
                    <a:pt x="25108" y="386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4" name="Input_receptor__973">
              <a:extLst>
                <a:ext uri="{FF2B5EF4-FFF2-40B4-BE49-F238E27FC236}">
                  <a16:creationId xmlns:a16="http://schemas.microsoft.com/office/drawing/2014/main" id="{8CA7E17C-AC1E-16D9-E099-D68724F55A34}"/>
                </a:ext>
              </a:extLst>
            </p:cNvPr>
            <p:cNvSpPr>
              <a:spLocks noGrp="1"/>
            </p:cNvSpPr>
            <p:nvPr/>
          </p:nvSpPr>
          <p:spPr>
            <a:xfrm>
              <a:off x="1505037" y="5006356"/>
              <a:ext cx="18124" cy="9247"/>
            </a:xfrm>
            <a:custGeom>
              <a:avLst/>
              <a:gdLst/>
              <a:ahLst/>
              <a:cxnLst/>
              <a:rect l="0" t="0" r="0" b="0"/>
              <a:pathLst>
                <a:path w="18124" h="9247">
                  <a:moveTo>
                    <a:pt x="0" y="9247"/>
                  </a:moveTo>
                  <a:lnTo>
                    <a:pt x="18124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5" name="Input_receptor__974">
              <a:extLst>
                <a:ext uri="{FF2B5EF4-FFF2-40B4-BE49-F238E27FC236}">
                  <a16:creationId xmlns:a16="http://schemas.microsoft.com/office/drawing/2014/main" id="{29B86639-5BDF-1F96-EF3E-8C88C0C2B77A}"/>
                </a:ext>
              </a:extLst>
            </p:cNvPr>
            <p:cNvSpPr>
              <a:spLocks noGrp="1"/>
            </p:cNvSpPr>
            <p:nvPr/>
          </p:nvSpPr>
          <p:spPr>
            <a:xfrm>
              <a:off x="1037880" y="5284529"/>
              <a:ext cx="39704" cy="26370"/>
            </a:xfrm>
            <a:custGeom>
              <a:avLst/>
              <a:gdLst/>
              <a:ahLst/>
              <a:cxnLst/>
              <a:rect l="0" t="0" r="0" b="0"/>
              <a:pathLst>
                <a:path w="39704" h="26370">
                  <a:moveTo>
                    <a:pt x="0" y="0"/>
                  </a:moveTo>
                  <a:lnTo>
                    <a:pt x="39704" y="2637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6" name="Input_receptor__975">
              <a:extLst>
                <a:ext uri="{FF2B5EF4-FFF2-40B4-BE49-F238E27FC236}">
                  <a16:creationId xmlns:a16="http://schemas.microsoft.com/office/drawing/2014/main" id="{ADBE14C0-C640-1091-F99F-ACB40D2A086A}"/>
                </a:ext>
              </a:extLst>
            </p:cNvPr>
            <p:cNvSpPr>
              <a:spLocks noGrp="1"/>
            </p:cNvSpPr>
            <p:nvPr/>
          </p:nvSpPr>
          <p:spPr>
            <a:xfrm>
              <a:off x="1360577" y="4800054"/>
              <a:ext cx="10200" cy="29940"/>
            </a:xfrm>
            <a:custGeom>
              <a:avLst/>
              <a:gdLst/>
              <a:ahLst/>
              <a:cxnLst/>
              <a:rect l="0" t="0" r="0" b="0"/>
              <a:pathLst>
                <a:path w="10200" h="29940">
                  <a:moveTo>
                    <a:pt x="10200" y="29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7" name="Input_receptor__976">
              <a:extLst>
                <a:ext uri="{FF2B5EF4-FFF2-40B4-BE49-F238E27FC236}">
                  <a16:creationId xmlns:a16="http://schemas.microsoft.com/office/drawing/2014/main" id="{85E90C5B-416A-145E-41F1-A1A9EF55E9A5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28594"/>
              <a:ext cx="36240" cy="28938"/>
            </a:xfrm>
            <a:custGeom>
              <a:avLst/>
              <a:gdLst/>
              <a:ahLst/>
              <a:cxnLst/>
              <a:rect l="0" t="0" r="0" b="0"/>
              <a:pathLst>
                <a:path w="36240" h="28938">
                  <a:moveTo>
                    <a:pt x="36240" y="28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8" name="Input_receptor__977">
              <a:extLst>
                <a:ext uri="{FF2B5EF4-FFF2-40B4-BE49-F238E27FC236}">
                  <a16:creationId xmlns:a16="http://schemas.microsoft.com/office/drawing/2014/main" id="{AC0B64DA-875B-57E0-C4D7-A276CDA19763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317896"/>
              <a:ext cx="9443" cy="5620"/>
            </a:xfrm>
            <a:custGeom>
              <a:avLst/>
              <a:gdLst/>
              <a:ahLst/>
              <a:cxnLst/>
              <a:rect l="0" t="0" r="0" b="0"/>
              <a:pathLst>
                <a:path w="9443" h="5620">
                  <a:moveTo>
                    <a:pt x="0" y="5620"/>
                  </a:moveTo>
                  <a:lnTo>
                    <a:pt x="9443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9" name="Input_receptor__978">
              <a:extLst>
                <a:ext uri="{FF2B5EF4-FFF2-40B4-BE49-F238E27FC236}">
                  <a16:creationId xmlns:a16="http://schemas.microsoft.com/office/drawing/2014/main" id="{CD5BF84D-5DBD-0862-59F1-7B7841FBE9C4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64397"/>
              <a:ext cx="17098" cy="4383"/>
            </a:xfrm>
            <a:custGeom>
              <a:avLst/>
              <a:gdLst/>
              <a:ahLst/>
              <a:cxnLst/>
              <a:rect l="0" t="0" r="0" b="0"/>
              <a:pathLst>
                <a:path w="17098" h="4383">
                  <a:moveTo>
                    <a:pt x="0" y="4383"/>
                  </a:moveTo>
                  <a:lnTo>
                    <a:pt x="1709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0" name="Input_receptor__979">
              <a:extLst>
                <a:ext uri="{FF2B5EF4-FFF2-40B4-BE49-F238E27FC236}">
                  <a16:creationId xmlns:a16="http://schemas.microsoft.com/office/drawing/2014/main" id="{2C60DCAE-5C0F-C534-1E25-A1A3692E7669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89267"/>
              <a:ext cx="32662" cy="394"/>
            </a:xfrm>
            <a:custGeom>
              <a:avLst/>
              <a:gdLst/>
              <a:ahLst/>
              <a:cxnLst/>
              <a:rect l="0" t="0" r="0" b="0"/>
              <a:pathLst>
                <a:path w="32662" h="394">
                  <a:moveTo>
                    <a:pt x="32662" y="3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1" name="Input_receptor__980">
              <a:extLst>
                <a:ext uri="{FF2B5EF4-FFF2-40B4-BE49-F238E27FC236}">
                  <a16:creationId xmlns:a16="http://schemas.microsoft.com/office/drawing/2014/main" id="{DAA810B3-0F5B-8AD7-DE18-4B3E2E0225ED}"/>
                </a:ext>
              </a:extLst>
            </p:cNvPr>
            <p:cNvSpPr>
              <a:spLocks noGrp="1"/>
            </p:cNvSpPr>
            <p:nvPr/>
          </p:nvSpPr>
          <p:spPr>
            <a:xfrm>
              <a:off x="1833084" y="5259629"/>
              <a:ext cx="32259" cy="35821"/>
            </a:xfrm>
            <a:custGeom>
              <a:avLst/>
              <a:gdLst/>
              <a:ahLst/>
              <a:cxnLst/>
              <a:rect l="0" t="0" r="0" b="0"/>
              <a:pathLst>
                <a:path w="32259" h="35821">
                  <a:moveTo>
                    <a:pt x="0" y="35821"/>
                  </a:moveTo>
                  <a:lnTo>
                    <a:pt x="32259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2" name="Input_receptor__981">
              <a:extLst>
                <a:ext uri="{FF2B5EF4-FFF2-40B4-BE49-F238E27FC236}">
                  <a16:creationId xmlns:a16="http://schemas.microsoft.com/office/drawing/2014/main" id="{7565C027-8DD8-02EA-1648-8F24F3DF68E9}"/>
                </a:ext>
              </a:extLst>
            </p:cNvPr>
            <p:cNvSpPr>
              <a:spLocks noGrp="1"/>
            </p:cNvSpPr>
            <p:nvPr/>
          </p:nvSpPr>
          <p:spPr>
            <a:xfrm>
              <a:off x="1052290" y="5394154"/>
              <a:ext cx="9228" cy="45389"/>
            </a:xfrm>
            <a:custGeom>
              <a:avLst/>
              <a:gdLst/>
              <a:ahLst/>
              <a:cxnLst/>
              <a:rect l="0" t="0" r="0" b="0"/>
              <a:pathLst>
                <a:path w="9228" h="45389">
                  <a:moveTo>
                    <a:pt x="0" y="45389"/>
                  </a:moveTo>
                  <a:lnTo>
                    <a:pt x="9228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3" name="Input_receptor__982">
              <a:extLst>
                <a:ext uri="{FF2B5EF4-FFF2-40B4-BE49-F238E27FC236}">
                  <a16:creationId xmlns:a16="http://schemas.microsoft.com/office/drawing/2014/main" id="{37DB29D8-444E-A296-6808-F764773716F4}"/>
                </a:ext>
              </a:extLst>
            </p:cNvPr>
            <p:cNvSpPr>
              <a:spLocks noGrp="1"/>
            </p:cNvSpPr>
            <p:nvPr/>
          </p:nvSpPr>
          <p:spPr>
            <a:xfrm>
              <a:off x="1252369" y="4917234"/>
              <a:ext cx="38918" cy="26771"/>
            </a:xfrm>
            <a:custGeom>
              <a:avLst/>
              <a:gdLst/>
              <a:ahLst/>
              <a:cxnLst/>
              <a:rect l="0" t="0" r="0" b="0"/>
              <a:pathLst>
                <a:path w="38918" h="26771">
                  <a:moveTo>
                    <a:pt x="0" y="0"/>
                  </a:moveTo>
                  <a:lnTo>
                    <a:pt x="38918" y="2677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4" name="Input_receptor__983">
              <a:extLst>
                <a:ext uri="{FF2B5EF4-FFF2-40B4-BE49-F238E27FC236}">
                  <a16:creationId xmlns:a16="http://schemas.microsoft.com/office/drawing/2014/main" id="{9815AB5A-7B00-6134-15B6-33D19AF95EAA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29904"/>
              <a:ext cx="95" cy="27192"/>
            </a:xfrm>
            <a:custGeom>
              <a:avLst/>
              <a:gdLst/>
              <a:ahLst/>
              <a:cxnLst/>
              <a:rect l="0" t="0" r="0" b="0"/>
              <a:pathLst>
                <a:path w="95" h="27192">
                  <a:moveTo>
                    <a:pt x="0" y="0"/>
                  </a:moveTo>
                  <a:lnTo>
                    <a:pt x="39" y="27192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5" name="Input_receptor__984">
              <a:extLst>
                <a:ext uri="{FF2B5EF4-FFF2-40B4-BE49-F238E27FC236}">
                  <a16:creationId xmlns:a16="http://schemas.microsoft.com/office/drawing/2014/main" id="{CA4B6A63-268F-05AB-240C-7611D8BA0CA2}"/>
                </a:ext>
              </a:extLst>
            </p:cNvPr>
            <p:cNvSpPr>
              <a:spLocks noGrp="1"/>
            </p:cNvSpPr>
            <p:nvPr/>
          </p:nvSpPr>
          <p:spPr>
            <a:xfrm>
              <a:off x="1634002" y="4606201"/>
              <a:ext cx="13052" cy="6437"/>
            </a:xfrm>
            <a:custGeom>
              <a:avLst/>
              <a:gdLst/>
              <a:ahLst/>
              <a:cxnLst/>
              <a:rect l="0" t="0" r="0" b="0"/>
              <a:pathLst>
                <a:path w="13052" h="6437">
                  <a:moveTo>
                    <a:pt x="13052" y="6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6" name="Input_receptor__985">
              <a:extLst>
                <a:ext uri="{FF2B5EF4-FFF2-40B4-BE49-F238E27FC236}">
                  <a16:creationId xmlns:a16="http://schemas.microsoft.com/office/drawing/2014/main" id="{817FAEF0-CB1D-68C0-CC1F-19CA4E9D59AB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33575"/>
              <a:ext cx="27637" cy="38407"/>
            </a:xfrm>
            <a:custGeom>
              <a:avLst/>
              <a:gdLst/>
              <a:ahLst/>
              <a:cxnLst/>
              <a:rect l="0" t="0" r="0" b="0"/>
              <a:pathLst>
                <a:path w="27637" h="38407">
                  <a:moveTo>
                    <a:pt x="27637" y="0"/>
                  </a:moveTo>
                  <a:lnTo>
                    <a:pt x="0" y="3840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7" name="Input_receptor__986">
              <a:extLst>
                <a:ext uri="{FF2B5EF4-FFF2-40B4-BE49-F238E27FC236}">
                  <a16:creationId xmlns:a16="http://schemas.microsoft.com/office/drawing/2014/main" id="{BF4CFED5-0BDC-316B-EDD2-C7D47A9529F2}"/>
                </a:ext>
              </a:extLst>
            </p:cNvPr>
            <p:cNvSpPr>
              <a:spLocks noGrp="1"/>
            </p:cNvSpPr>
            <p:nvPr/>
          </p:nvSpPr>
          <p:spPr>
            <a:xfrm>
              <a:off x="1568551" y="5001423"/>
              <a:ext cx="101" cy="42715"/>
            </a:xfrm>
            <a:custGeom>
              <a:avLst/>
              <a:gdLst/>
              <a:ahLst/>
              <a:cxnLst/>
              <a:rect l="0" t="0" r="0" b="0"/>
              <a:pathLst>
                <a:path w="101" h="42715">
                  <a:moveTo>
                    <a:pt x="0" y="0"/>
                  </a:moveTo>
                  <a:lnTo>
                    <a:pt x="101" y="42715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88" name="Input_receptor__987">
              <a:extLst>
                <a:ext uri="{FF2B5EF4-FFF2-40B4-BE49-F238E27FC236}">
                  <a16:creationId xmlns:a16="http://schemas.microsoft.com/office/drawing/2014/main" id="{34C0F01E-BB1D-CAB8-2635-2C379D1F6F44}"/>
                </a:ext>
              </a:extLst>
            </p:cNvPr>
            <p:cNvSpPr>
              <a:spLocks noGrp="1"/>
            </p:cNvSpPr>
            <p:nvPr/>
          </p:nvSpPr>
          <p:spPr>
            <a:xfrm>
              <a:off x="1473040" y="4424022"/>
              <a:ext cx="41100" cy="17435"/>
            </a:xfrm>
            <a:custGeom>
              <a:avLst/>
              <a:gdLst/>
              <a:ahLst/>
              <a:cxnLst/>
              <a:rect l="0" t="0" r="0" b="0"/>
              <a:pathLst>
                <a:path w="41100" h="17435">
                  <a:moveTo>
                    <a:pt x="0" y="17435"/>
                  </a:moveTo>
                  <a:lnTo>
                    <a:pt x="41100" y="0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89" name="Input_receptor__988">
              <a:extLst>
                <a:ext uri="{FF2B5EF4-FFF2-40B4-BE49-F238E27FC236}">
                  <a16:creationId xmlns:a16="http://schemas.microsoft.com/office/drawing/2014/main" id="{E4F2C1A4-3230-C194-0F3B-CA818469DD22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9284" cy="20247"/>
            </a:xfrm>
            <a:custGeom>
              <a:avLst/>
              <a:gdLst/>
              <a:ahLst/>
              <a:cxnLst/>
              <a:rect l="0" t="0" r="0" b="0"/>
              <a:pathLst>
                <a:path w="9284" h="20247">
                  <a:moveTo>
                    <a:pt x="9284" y="202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0" name="Input_receptor__989">
              <a:extLst>
                <a:ext uri="{FF2B5EF4-FFF2-40B4-BE49-F238E27FC236}">
                  <a16:creationId xmlns:a16="http://schemas.microsoft.com/office/drawing/2014/main" id="{2B27C227-5B2D-8E2B-DDC7-021CED119853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4324"/>
              <a:ext cx="8661" cy="6198"/>
            </a:xfrm>
            <a:custGeom>
              <a:avLst/>
              <a:gdLst/>
              <a:ahLst/>
              <a:cxnLst/>
              <a:rect l="0" t="0" r="0" b="0"/>
              <a:pathLst>
                <a:path w="8661" h="6198">
                  <a:moveTo>
                    <a:pt x="0" y="6198"/>
                  </a:moveTo>
                  <a:lnTo>
                    <a:pt x="8661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1" name="Input_receptor__990">
              <a:extLst>
                <a:ext uri="{FF2B5EF4-FFF2-40B4-BE49-F238E27FC236}">
                  <a16:creationId xmlns:a16="http://schemas.microsoft.com/office/drawing/2014/main" id="{BF35DBD2-CCB6-914C-E3DF-18B3E703A274}"/>
                </a:ext>
              </a:extLst>
            </p:cNvPr>
            <p:cNvSpPr>
              <a:spLocks noGrp="1"/>
            </p:cNvSpPr>
            <p:nvPr/>
          </p:nvSpPr>
          <p:spPr>
            <a:xfrm>
              <a:off x="1467691" y="4971407"/>
              <a:ext cx="14517" cy="2319"/>
            </a:xfrm>
            <a:custGeom>
              <a:avLst/>
              <a:gdLst/>
              <a:ahLst/>
              <a:cxnLst/>
              <a:rect l="0" t="0" r="0" b="0"/>
              <a:pathLst>
                <a:path w="14517" h="2319">
                  <a:moveTo>
                    <a:pt x="0" y="0"/>
                  </a:moveTo>
                  <a:lnTo>
                    <a:pt x="14517" y="2319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2" name="Input_receptor__991">
              <a:extLst>
                <a:ext uri="{FF2B5EF4-FFF2-40B4-BE49-F238E27FC236}">
                  <a16:creationId xmlns:a16="http://schemas.microsoft.com/office/drawing/2014/main" id="{73CF9C77-0621-661A-BFBF-242C58759E81}"/>
                </a:ext>
              </a:extLst>
            </p:cNvPr>
            <p:cNvSpPr>
              <a:spLocks noGrp="1"/>
            </p:cNvSpPr>
            <p:nvPr/>
          </p:nvSpPr>
          <p:spPr>
            <a:xfrm>
              <a:off x="1554920" y="4309005"/>
              <a:ext cx="39834" cy="1718"/>
            </a:xfrm>
            <a:custGeom>
              <a:avLst/>
              <a:gdLst/>
              <a:ahLst/>
              <a:cxnLst/>
              <a:rect l="0" t="0" r="0" b="0"/>
              <a:pathLst>
                <a:path w="39834" h="1718">
                  <a:moveTo>
                    <a:pt x="39834" y="17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3" name="Input_receptor__992">
              <a:extLst>
                <a:ext uri="{FF2B5EF4-FFF2-40B4-BE49-F238E27FC236}">
                  <a16:creationId xmlns:a16="http://schemas.microsoft.com/office/drawing/2014/main" id="{402D3E0E-00C9-A7A6-A1CE-F10A7983F049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83215"/>
              <a:ext cx="35815" cy="29731"/>
            </a:xfrm>
            <a:custGeom>
              <a:avLst/>
              <a:gdLst/>
              <a:ahLst/>
              <a:cxnLst/>
              <a:rect l="0" t="0" r="0" b="0"/>
              <a:pathLst>
                <a:path w="35815" h="29731">
                  <a:moveTo>
                    <a:pt x="0" y="0"/>
                  </a:moveTo>
                  <a:lnTo>
                    <a:pt x="35815" y="29731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4" name="Input_receptor__993">
              <a:extLst>
                <a:ext uri="{FF2B5EF4-FFF2-40B4-BE49-F238E27FC236}">
                  <a16:creationId xmlns:a16="http://schemas.microsoft.com/office/drawing/2014/main" id="{9B1C9D31-3BE9-F3A1-9982-61E63704C6D8}"/>
                </a:ext>
              </a:extLst>
            </p:cNvPr>
            <p:cNvSpPr>
              <a:spLocks noGrp="1"/>
            </p:cNvSpPr>
            <p:nvPr/>
          </p:nvSpPr>
          <p:spPr>
            <a:xfrm>
              <a:off x="1000988" y="4327212"/>
              <a:ext cx="9953" cy="3529"/>
            </a:xfrm>
            <a:custGeom>
              <a:avLst/>
              <a:gdLst/>
              <a:ahLst/>
              <a:cxnLst/>
              <a:rect l="0" t="0" r="0" b="0"/>
              <a:pathLst>
                <a:path w="9953" h="3529">
                  <a:moveTo>
                    <a:pt x="9953" y="0"/>
                  </a:moveTo>
                  <a:lnTo>
                    <a:pt x="0" y="3529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5" name="Input_receptor__994">
              <a:extLst>
                <a:ext uri="{FF2B5EF4-FFF2-40B4-BE49-F238E27FC236}">
                  <a16:creationId xmlns:a16="http://schemas.microsoft.com/office/drawing/2014/main" id="{8D5F8648-C589-360F-2D47-A45C523BF854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29994"/>
              <a:ext cx="13806" cy="42525"/>
            </a:xfrm>
            <a:custGeom>
              <a:avLst/>
              <a:gdLst/>
              <a:ahLst/>
              <a:cxnLst/>
              <a:rect l="0" t="0" r="0" b="0"/>
              <a:pathLst>
                <a:path w="13806" h="42525">
                  <a:moveTo>
                    <a:pt x="0" y="42525"/>
                  </a:moveTo>
                  <a:lnTo>
                    <a:pt x="1380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6" name="Input_receptor__995">
              <a:extLst>
                <a:ext uri="{FF2B5EF4-FFF2-40B4-BE49-F238E27FC236}">
                  <a16:creationId xmlns:a16="http://schemas.microsoft.com/office/drawing/2014/main" id="{B02B6D2A-EF2C-B507-F433-F3C50EDCC33D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37502"/>
              <a:ext cx="12516" cy="14871"/>
            </a:xfrm>
            <a:custGeom>
              <a:avLst/>
              <a:gdLst/>
              <a:ahLst/>
              <a:cxnLst/>
              <a:rect l="0" t="0" r="0" b="0"/>
              <a:pathLst>
                <a:path w="12516" h="14871">
                  <a:moveTo>
                    <a:pt x="0" y="14871"/>
                  </a:moveTo>
                  <a:lnTo>
                    <a:pt x="1251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7" name="Input_receptor__996">
              <a:extLst>
                <a:ext uri="{FF2B5EF4-FFF2-40B4-BE49-F238E27FC236}">
                  <a16:creationId xmlns:a16="http://schemas.microsoft.com/office/drawing/2014/main" id="{C02D4376-1BBF-C3FD-2B0A-9EB67A0F37BD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12945"/>
              <a:ext cx="8428" cy="46412"/>
            </a:xfrm>
            <a:custGeom>
              <a:avLst/>
              <a:gdLst/>
              <a:ahLst/>
              <a:cxnLst/>
              <a:rect l="0" t="0" r="0" b="0"/>
              <a:pathLst>
                <a:path w="8428" h="46412">
                  <a:moveTo>
                    <a:pt x="8428" y="0"/>
                  </a:moveTo>
                  <a:lnTo>
                    <a:pt x="0" y="46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8" name="Input_receptor__997">
              <a:extLst>
                <a:ext uri="{FF2B5EF4-FFF2-40B4-BE49-F238E27FC236}">
                  <a16:creationId xmlns:a16="http://schemas.microsoft.com/office/drawing/2014/main" id="{D6C71801-4A19-5411-6748-DFEDAEF072C5}"/>
                </a:ext>
              </a:extLst>
            </p:cNvPr>
            <p:cNvSpPr>
              <a:spLocks noGrp="1"/>
            </p:cNvSpPr>
            <p:nvPr/>
          </p:nvSpPr>
          <p:spPr>
            <a:xfrm>
              <a:off x="1176760" y="4249244"/>
              <a:ext cx="23879" cy="12412"/>
            </a:xfrm>
            <a:custGeom>
              <a:avLst/>
              <a:gdLst/>
              <a:ahLst/>
              <a:cxnLst/>
              <a:rect l="0" t="0" r="0" b="0"/>
              <a:pathLst>
                <a:path w="23879" h="12412">
                  <a:moveTo>
                    <a:pt x="23879" y="0"/>
                  </a:moveTo>
                  <a:lnTo>
                    <a:pt x="0" y="12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9" name="Input_receptor__998">
              <a:extLst>
                <a:ext uri="{FF2B5EF4-FFF2-40B4-BE49-F238E27FC236}">
                  <a16:creationId xmlns:a16="http://schemas.microsoft.com/office/drawing/2014/main" id="{68C14C43-7347-C3EC-D16E-BCC1C0A1EB34}"/>
                </a:ext>
              </a:extLst>
            </p:cNvPr>
            <p:cNvSpPr>
              <a:spLocks noGrp="1"/>
            </p:cNvSpPr>
            <p:nvPr/>
          </p:nvSpPr>
          <p:spPr>
            <a:xfrm>
              <a:off x="1551999" y="4741769"/>
              <a:ext cx="30115" cy="3172"/>
            </a:xfrm>
            <a:custGeom>
              <a:avLst/>
              <a:gdLst/>
              <a:ahLst/>
              <a:cxnLst/>
              <a:rect l="0" t="0" r="0" b="0"/>
              <a:pathLst>
                <a:path w="30115" h="3172">
                  <a:moveTo>
                    <a:pt x="30115" y="0"/>
                  </a:moveTo>
                  <a:lnTo>
                    <a:pt x="0" y="317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000" name="Input_receptor__999">
              <a:extLst>
                <a:ext uri="{FF2B5EF4-FFF2-40B4-BE49-F238E27FC236}">
                  <a16:creationId xmlns:a16="http://schemas.microsoft.com/office/drawing/2014/main" id="{DC03193E-85C8-12B3-3027-3FCC2C65984F}"/>
                </a:ext>
              </a:extLst>
            </p:cNvPr>
            <p:cNvSpPr>
              <a:spLocks noGrp="1"/>
            </p:cNvSpPr>
            <p:nvPr/>
          </p:nvSpPr>
          <p:spPr>
            <a:xfrm>
              <a:off x="1209714" y="4574231"/>
              <a:ext cx="43731" cy="17286"/>
            </a:xfrm>
            <a:custGeom>
              <a:avLst/>
              <a:gdLst/>
              <a:ahLst/>
              <a:cxnLst/>
              <a:rect l="0" t="0" r="0" b="0"/>
              <a:pathLst>
                <a:path w="43731" h="17286">
                  <a:moveTo>
                    <a:pt x="43731" y="0"/>
                  </a:moveTo>
                  <a:lnTo>
                    <a:pt x="0" y="17286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1" name="Input_receptor__1000">
              <a:extLst>
                <a:ext uri="{FF2B5EF4-FFF2-40B4-BE49-F238E27FC236}">
                  <a16:creationId xmlns:a16="http://schemas.microsoft.com/office/drawing/2014/main" id="{DC929972-A24E-2B89-A505-CD15BC9B10D4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0595"/>
              <a:ext cx="38847" cy="22146"/>
            </a:xfrm>
            <a:custGeom>
              <a:avLst/>
              <a:gdLst/>
              <a:ahLst/>
              <a:cxnLst/>
              <a:rect l="0" t="0" r="0" b="0"/>
              <a:pathLst>
                <a:path w="38847" h="22146">
                  <a:moveTo>
                    <a:pt x="0" y="22146"/>
                  </a:moveTo>
                  <a:lnTo>
                    <a:pt x="3884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2" name="Input_receptor__1001">
              <a:extLst>
                <a:ext uri="{FF2B5EF4-FFF2-40B4-BE49-F238E27FC236}">
                  <a16:creationId xmlns:a16="http://schemas.microsoft.com/office/drawing/2014/main" id="{16249CF1-EAB5-E02A-E39B-FF5570786987}"/>
                </a:ext>
              </a:extLst>
            </p:cNvPr>
            <p:cNvSpPr>
              <a:spLocks noGrp="1"/>
            </p:cNvSpPr>
            <p:nvPr/>
          </p:nvSpPr>
          <p:spPr>
            <a:xfrm>
              <a:off x="1236621" y="4415774"/>
              <a:ext cx="43487" cy="13364"/>
            </a:xfrm>
            <a:custGeom>
              <a:avLst/>
              <a:gdLst/>
              <a:ahLst/>
              <a:cxnLst/>
              <a:rect l="0" t="0" r="0" b="0"/>
              <a:pathLst>
                <a:path w="43487" h="13364">
                  <a:moveTo>
                    <a:pt x="0" y="13364"/>
                  </a:moveTo>
                  <a:lnTo>
                    <a:pt x="4348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3" name="Input_receptor__1002">
              <a:extLst>
                <a:ext uri="{FF2B5EF4-FFF2-40B4-BE49-F238E27FC236}">
                  <a16:creationId xmlns:a16="http://schemas.microsoft.com/office/drawing/2014/main" id="{3F98AC9E-3B7F-6052-1AC1-83FC94CCFEAD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684054"/>
              <a:ext cx="21718" cy="16963"/>
            </a:xfrm>
            <a:custGeom>
              <a:avLst/>
              <a:gdLst/>
              <a:ahLst/>
              <a:cxnLst/>
              <a:rect l="0" t="0" r="0" b="0"/>
              <a:pathLst>
                <a:path w="21718" h="16963">
                  <a:moveTo>
                    <a:pt x="21718" y="0"/>
                  </a:moveTo>
                  <a:lnTo>
                    <a:pt x="0" y="16963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04" name="Input_receptor__1003">
              <a:extLst>
                <a:ext uri="{FF2B5EF4-FFF2-40B4-BE49-F238E27FC236}">
                  <a16:creationId xmlns:a16="http://schemas.microsoft.com/office/drawing/2014/main" id="{07A1B918-6C40-2866-9ED4-76773E3AF2E9}"/>
                </a:ext>
              </a:extLst>
            </p:cNvPr>
            <p:cNvSpPr>
              <a:spLocks noGrp="1"/>
            </p:cNvSpPr>
            <p:nvPr/>
          </p:nvSpPr>
          <p:spPr>
            <a:xfrm>
              <a:off x="1563823" y="4798679"/>
              <a:ext cx="46193" cy="11866"/>
            </a:xfrm>
            <a:custGeom>
              <a:avLst/>
              <a:gdLst/>
              <a:ahLst/>
              <a:cxnLst/>
              <a:rect l="0" t="0" r="0" b="0"/>
              <a:pathLst>
                <a:path w="46193" h="11866">
                  <a:moveTo>
                    <a:pt x="0" y="0"/>
                  </a:moveTo>
                  <a:lnTo>
                    <a:pt x="46193" y="11866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5" name="Input_receptor__1004">
              <a:extLst>
                <a:ext uri="{FF2B5EF4-FFF2-40B4-BE49-F238E27FC236}">
                  <a16:creationId xmlns:a16="http://schemas.microsoft.com/office/drawing/2014/main" id="{BF475AC0-1329-486A-353E-CC18230957C9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510789"/>
              <a:ext cx="1899" cy="26892"/>
            </a:xfrm>
            <a:custGeom>
              <a:avLst/>
              <a:gdLst/>
              <a:ahLst/>
              <a:cxnLst/>
              <a:rect l="0" t="0" r="0" b="0"/>
              <a:pathLst>
                <a:path w="1899" h="26892">
                  <a:moveTo>
                    <a:pt x="1899" y="268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6" name="Input_receptor__1005">
              <a:extLst>
                <a:ext uri="{FF2B5EF4-FFF2-40B4-BE49-F238E27FC236}">
                  <a16:creationId xmlns:a16="http://schemas.microsoft.com/office/drawing/2014/main" id="{952AC399-5709-264E-DCBF-25D0D353EC40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309005"/>
              <a:ext cx="29330" cy="9134"/>
            </a:xfrm>
            <a:custGeom>
              <a:avLst/>
              <a:gdLst/>
              <a:ahLst/>
              <a:cxnLst/>
              <a:rect l="0" t="0" r="0" b="0"/>
              <a:pathLst>
                <a:path w="29330" h="9134">
                  <a:moveTo>
                    <a:pt x="29330" y="0"/>
                  </a:moveTo>
                  <a:lnTo>
                    <a:pt x="0" y="913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7" name="Input_receptor__1006">
              <a:extLst>
                <a:ext uri="{FF2B5EF4-FFF2-40B4-BE49-F238E27FC236}">
                  <a16:creationId xmlns:a16="http://schemas.microsoft.com/office/drawing/2014/main" id="{E5CBB82B-BC21-C13B-07B1-F4FE50BCD27F}"/>
                </a:ext>
              </a:extLst>
            </p:cNvPr>
            <p:cNvSpPr>
              <a:spLocks noGrp="1"/>
            </p:cNvSpPr>
            <p:nvPr/>
          </p:nvSpPr>
          <p:spPr>
            <a:xfrm>
              <a:off x="1497558" y="4253675"/>
              <a:ext cx="46167" cy="8731"/>
            </a:xfrm>
            <a:custGeom>
              <a:avLst/>
              <a:gdLst/>
              <a:ahLst/>
              <a:cxnLst/>
              <a:rect l="0" t="0" r="0" b="0"/>
              <a:pathLst>
                <a:path w="46167" h="8731">
                  <a:moveTo>
                    <a:pt x="46167" y="0"/>
                  </a:moveTo>
                  <a:lnTo>
                    <a:pt x="0" y="873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8" name="Input_receptor__1007">
              <a:extLst>
                <a:ext uri="{FF2B5EF4-FFF2-40B4-BE49-F238E27FC236}">
                  <a16:creationId xmlns:a16="http://schemas.microsoft.com/office/drawing/2014/main" id="{78839299-3394-86BB-0ECA-1451EDBBC771}"/>
                </a:ext>
              </a:extLst>
            </p:cNvPr>
            <p:cNvSpPr>
              <a:spLocks noGrp="1"/>
            </p:cNvSpPr>
            <p:nvPr/>
          </p:nvSpPr>
          <p:spPr>
            <a:xfrm>
              <a:off x="1205195" y="4819753"/>
              <a:ext cx="27524" cy="37779"/>
            </a:xfrm>
            <a:custGeom>
              <a:avLst/>
              <a:gdLst/>
              <a:ahLst/>
              <a:cxnLst/>
              <a:rect l="0" t="0" r="0" b="0"/>
              <a:pathLst>
                <a:path w="27524" h="37779">
                  <a:moveTo>
                    <a:pt x="27524" y="0"/>
                  </a:moveTo>
                  <a:lnTo>
                    <a:pt x="0" y="3777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9" name="Input_receptor__1008">
              <a:extLst>
                <a:ext uri="{FF2B5EF4-FFF2-40B4-BE49-F238E27FC236}">
                  <a16:creationId xmlns:a16="http://schemas.microsoft.com/office/drawing/2014/main" id="{91988139-EE06-0B44-5624-D4F624C38A77}"/>
                </a:ext>
              </a:extLst>
            </p:cNvPr>
            <p:cNvSpPr>
              <a:spLocks noGrp="1"/>
            </p:cNvSpPr>
            <p:nvPr/>
          </p:nvSpPr>
          <p:spPr>
            <a:xfrm>
              <a:off x="1665161" y="5111871"/>
              <a:ext cx="43552" cy="4362"/>
            </a:xfrm>
            <a:custGeom>
              <a:avLst/>
              <a:gdLst/>
              <a:ahLst/>
              <a:cxnLst/>
              <a:rect l="0" t="0" r="0" b="0"/>
              <a:pathLst>
                <a:path w="43552" h="4362">
                  <a:moveTo>
                    <a:pt x="43552" y="4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0" name="Input_receptor__1009">
              <a:extLst>
                <a:ext uri="{FF2B5EF4-FFF2-40B4-BE49-F238E27FC236}">
                  <a16:creationId xmlns:a16="http://schemas.microsoft.com/office/drawing/2014/main" id="{36011117-7CF8-AF66-F0B9-B284B2DBB390}"/>
                </a:ext>
              </a:extLst>
            </p:cNvPr>
            <p:cNvSpPr>
              <a:spLocks noGrp="1"/>
            </p:cNvSpPr>
            <p:nvPr/>
          </p:nvSpPr>
          <p:spPr>
            <a:xfrm>
              <a:off x="1802402" y="5172820"/>
              <a:ext cx="37996" cy="18661"/>
            </a:xfrm>
            <a:custGeom>
              <a:avLst/>
              <a:gdLst/>
              <a:ahLst/>
              <a:cxnLst/>
              <a:rect l="0" t="0" r="0" b="0"/>
              <a:pathLst>
                <a:path w="37996" h="18661">
                  <a:moveTo>
                    <a:pt x="37996" y="18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1" name="Input_receptor__1010">
              <a:extLst>
                <a:ext uri="{FF2B5EF4-FFF2-40B4-BE49-F238E27FC236}">
                  <a16:creationId xmlns:a16="http://schemas.microsoft.com/office/drawing/2014/main" id="{42CA930E-59E8-E588-D318-46AA21E54CCB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2760" cy="44784"/>
            </a:xfrm>
            <a:custGeom>
              <a:avLst/>
              <a:gdLst/>
              <a:ahLst/>
              <a:cxnLst/>
              <a:rect l="0" t="0" r="0" b="0"/>
              <a:pathLst>
                <a:path w="2760" h="44784">
                  <a:moveTo>
                    <a:pt x="0" y="0"/>
                  </a:moveTo>
                  <a:lnTo>
                    <a:pt x="2760" y="44784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2" name="Input_receptor__1011">
              <a:extLst>
                <a:ext uri="{FF2B5EF4-FFF2-40B4-BE49-F238E27FC236}">
                  <a16:creationId xmlns:a16="http://schemas.microsoft.com/office/drawing/2014/main" id="{3C68F5EC-F18F-4E7C-1D3A-DED8E956FE01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4858"/>
              <a:ext cx="10743" cy="2919"/>
            </a:xfrm>
            <a:custGeom>
              <a:avLst/>
              <a:gdLst/>
              <a:ahLst/>
              <a:cxnLst/>
              <a:rect l="0" t="0" r="0" b="0"/>
              <a:pathLst>
                <a:path w="10743" h="2919">
                  <a:moveTo>
                    <a:pt x="0" y="2919"/>
                  </a:moveTo>
                  <a:lnTo>
                    <a:pt x="10743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3" name="Input_receptor__1012">
              <a:extLst>
                <a:ext uri="{FF2B5EF4-FFF2-40B4-BE49-F238E27FC236}">
                  <a16:creationId xmlns:a16="http://schemas.microsoft.com/office/drawing/2014/main" id="{1B4E6522-33C9-973B-DC7C-A0D160D8F697}"/>
                </a:ext>
              </a:extLst>
            </p:cNvPr>
            <p:cNvSpPr>
              <a:spLocks noGrp="1"/>
            </p:cNvSpPr>
            <p:nvPr/>
          </p:nvSpPr>
          <p:spPr>
            <a:xfrm>
              <a:off x="1433822" y="5093118"/>
              <a:ext cx="44280" cy="18336"/>
            </a:xfrm>
            <a:custGeom>
              <a:avLst/>
              <a:gdLst/>
              <a:ahLst/>
              <a:cxnLst/>
              <a:rect l="0" t="0" r="0" b="0"/>
              <a:pathLst>
                <a:path w="44280" h="18336">
                  <a:moveTo>
                    <a:pt x="44280" y="183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4" name="Input_receptor__1013">
              <a:extLst>
                <a:ext uri="{FF2B5EF4-FFF2-40B4-BE49-F238E27FC236}">
                  <a16:creationId xmlns:a16="http://schemas.microsoft.com/office/drawing/2014/main" id="{B5DFA66F-73A6-BD09-7A85-5C252DC8F8BF}"/>
                </a:ext>
              </a:extLst>
            </p:cNvPr>
            <p:cNvSpPr>
              <a:spLocks noGrp="1"/>
            </p:cNvSpPr>
            <p:nvPr/>
          </p:nvSpPr>
          <p:spPr>
            <a:xfrm>
              <a:off x="999442" y="4475730"/>
              <a:ext cx="34051" cy="178"/>
            </a:xfrm>
            <a:custGeom>
              <a:avLst/>
              <a:gdLst/>
              <a:ahLst/>
              <a:cxnLst/>
              <a:rect l="0" t="0" r="0" b="0"/>
              <a:pathLst>
                <a:path w="34051" h="178">
                  <a:moveTo>
                    <a:pt x="0" y="178"/>
                  </a:moveTo>
                  <a:lnTo>
                    <a:pt x="34051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5" name="Input_receptor__1014">
              <a:extLst>
                <a:ext uri="{FF2B5EF4-FFF2-40B4-BE49-F238E27FC236}">
                  <a16:creationId xmlns:a16="http://schemas.microsoft.com/office/drawing/2014/main" id="{E2D6DC00-5137-4554-C6AE-9E67C9F5169E}"/>
                </a:ext>
              </a:extLst>
            </p:cNvPr>
            <p:cNvSpPr>
              <a:spLocks noGrp="1"/>
            </p:cNvSpPr>
            <p:nvPr/>
          </p:nvSpPr>
          <p:spPr>
            <a:xfrm>
              <a:off x="1213460" y="5026335"/>
              <a:ext cx="9707" cy="12954"/>
            </a:xfrm>
            <a:custGeom>
              <a:avLst/>
              <a:gdLst/>
              <a:ahLst/>
              <a:cxnLst/>
              <a:rect l="0" t="0" r="0" b="0"/>
              <a:pathLst>
                <a:path w="9707" h="12954">
                  <a:moveTo>
                    <a:pt x="0" y="0"/>
                  </a:moveTo>
                  <a:lnTo>
                    <a:pt x="9707" y="1295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6" name="Input_receptor__1015">
              <a:extLst>
                <a:ext uri="{FF2B5EF4-FFF2-40B4-BE49-F238E27FC236}">
                  <a16:creationId xmlns:a16="http://schemas.microsoft.com/office/drawing/2014/main" id="{07262F83-48B8-080B-AC5F-5A2BF28DFA31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17234"/>
              <a:ext cx="22059" cy="37784"/>
            </a:xfrm>
            <a:custGeom>
              <a:avLst/>
              <a:gdLst/>
              <a:ahLst/>
              <a:cxnLst/>
              <a:rect l="0" t="0" r="0" b="0"/>
              <a:pathLst>
                <a:path w="22059" h="37784">
                  <a:moveTo>
                    <a:pt x="0" y="37784"/>
                  </a:moveTo>
                  <a:lnTo>
                    <a:pt x="2205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7" name="Input_receptor__1016">
              <a:extLst>
                <a:ext uri="{FF2B5EF4-FFF2-40B4-BE49-F238E27FC236}">
                  <a16:creationId xmlns:a16="http://schemas.microsoft.com/office/drawing/2014/main" id="{CF875710-4CB8-21EC-92C0-43AF2567D8DA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1359"/>
              <a:ext cx="41728" cy="3303"/>
            </a:xfrm>
            <a:custGeom>
              <a:avLst/>
              <a:gdLst/>
              <a:ahLst/>
              <a:cxnLst/>
              <a:rect l="0" t="0" r="0" b="0"/>
              <a:pathLst>
                <a:path w="41728" h="3303">
                  <a:moveTo>
                    <a:pt x="0" y="3303"/>
                  </a:moveTo>
                  <a:lnTo>
                    <a:pt x="41728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8" name="Input_receptor__1017">
              <a:extLst>
                <a:ext uri="{FF2B5EF4-FFF2-40B4-BE49-F238E27FC236}">
                  <a16:creationId xmlns:a16="http://schemas.microsoft.com/office/drawing/2014/main" id="{5ACDF6B8-5F21-6AD4-4293-FCF2561E537B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64"/>
              <a:ext cx="18245" cy="9267"/>
            </a:xfrm>
            <a:custGeom>
              <a:avLst/>
              <a:gdLst/>
              <a:ahLst/>
              <a:cxnLst/>
              <a:rect l="0" t="0" r="0" b="0"/>
              <a:pathLst>
                <a:path w="18245" h="9267">
                  <a:moveTo>
                    <a:pt x="0" y="9267"/>
                  </a:moveTo>
                  <a:lnTo>
                    <a:pt x="18245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9" name="Input_receptor__1018">
              <a:extLst>
                <a:ext uri="{FF2B5EF4-FFF2-40B4-BE49-F238E27FC236}">
                  <a16:creationId xmlns:a16="http://schemas.microsoft.com/office/drawing/2014/main" id="{5956A4D1-ED00-06EE-2223-3610017B8E12}"/>
                </a:ext>
              </a:extLst>
            </p:cNvPr>
            <p:cNvSpPr>
              <a:spLocks noGrp="1"/>
            </p:cNvSpPr>
            <p:nvPr/>
          </p:nvSpPr>
          <p:spPr>
            <a:xfrm>
              <a:off x="1161463" y="4415564"/>
              <a:ext cx="3229" cy="32923"/>
            </a:xfrm>
            <a:custGeom>
              <a:avLst/>
              <a:gdLst/>
              <a:ahLst/>
              <a:cxnLst/>
              <a:rect l="0" t="0" r="0" b="0"/>
              <a:pathLst>
                <a:path w="3229" h="32923">
                  <a:moveTo>
                    <a:pt x="0" y="32923"/>
                  </a:moveTo>
                  <a:lnTo>
                    <a:pt x="322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0" name="Input_receptor__1019">
              <a:extLst>
                <a:ext uri="{FF2B5EF4-FFF2-40B4-BE49-F238E27FC236}">
                  <a16:creationId xmlns:a16="http://schemas.microsoft.com/office/drawing/2014/main" id="{2331A292-A95B-E3BD-6CBE-A9C241350A92}"/>
                </a:ext>
              </a:extLst>
            </p:cNvPr>
            <p:cNvSpPr>
              <a:spLocks noGrp="1"/>
            </p:cNvSpPr>
            <p:nvPr/>
          </p:nvSpPr>
          <p:spPr>
            <a:xfrm>
              <a:off x="1640072" y="5260595"/>
              <a:ext cx="28347" cy="20832"/>
            </a:xfrm>
            <a:custGeom>
              <a:avLst/>
              <a:gdLst/>
              <a:ahLst/>
              <a:cxnLst/>
              <a:rect l="0" t="0" r="0" b="0"/>
              <a:pathLst>
                <a:path w="28347" h="20832">
                  <a:moveTo>
                    <a:pt x="0" y="0"/>
                  </a:moveTo>
                  <a:lnTo>
                    <a:pt x="28347" y="2083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1" name="Input_receptor__1020">
              <a:extLst>
                <a:ext uri="{FF2B5EF4-FFF2-40B4-BE49-F238E27FC236}">
                  <a16:creationId xmlns:a16="http://schemas.microsoft.com/office/drawing/2014/main" id="{DA5F115C-D50F-8A5A-AA80-DCC25F463A9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89704"/>
              <a:ext cx="10007" cy="200"/>
            </a:xfrm>
            <a:custGeom>
              <a:avLst/>
              <a:gdLst/>
              <a:ahLst/>
              <a:cxnLst/>
              <a:rect l="0" t="0" r="0" b="0"/>
              <a:pathLst>
                <a:path w="10007" h="200">
                  <a:moveTo>
                    <a:pt x="0" y="0"/>
                  </a:moveTo>
                  <a:lnTo>
                    <a:pt x="10007" y="2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2" name="Input_receptor__1021">
              <a:extLst>
                <a:ext uri="{FF2B5EF4-FFF2-40B4-BE49-F238E27FC236}">
                  <a16:creationId xmlns:a16="http://schemas.microsoft.com/office/drawing/2014/main" id="{F98616F0-B14C-5355-D7DD-D7CF927FE740}"/>
                </a:ext>
              </a:extLst>
            </p:cNvPr>
            <p:cNvSpPr>
              <a:spLocks noGrp="1"/>
            </p:cNvSpPr>
            <p:nvPr/>
          </p:nvSpPr>
          <p:spPr>
            <a:xfrm>
              <a:off x="1594753" y="4273901"/>
              <a:ext cx="31046" cy="36822"/>
            </a:xfrm>
            <a:custGeom>
              <a:avLst/>
              <a:gdLst/>
              <a:ahLst/>
              <a:cxnLst/>
              <a:rect l="0" t="0" r="0" b="0"/>
              <a:pathLst>
                <a:path w="31046" h="36822">
                  <a:moveTo>
                    <a:pt x="31046" y="0"/>
                  </a:moveTo>
                  <a:lnTo>
                    <a:pt x="0" y="3682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3" name="Input_receptor__1022">
              <a:extLst>
                <a:ext uri="{FF2B5EF4-FFF2-40B4-BE49-F238E27FC236}">
                  <a16:creationId xmlns:a16="http://schemas.microsoft.com/office/drawing/2014/main" id="{DC2A7D8C-AC8D-81CC-ADFB-A142EE48A5D3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37416"/>
              <a:ext cx="20986" cy="38511"/>
            </a:xfrm>
            <a:custGeom>
              <a:avLst/>
              <a:gdLst/>
              <a:ahLst/>
              <a:cxnLst/>
              <a:rect l="0" t="0" r="0" b="0"/>
              <a:pathLst>
                <a:path w="20986" h="38511">
                  <a:moveTo>
                    <a:pt x="0" y="38511"/>
                  </a:moveTo>
                  <a:lnTo>
                    <a:pt x="20986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4" name="Input_receptor__1023">
              <a:extLst>
                <a:ext uri="{FF2B5EF4-FFF2-40B4-BE49-F238E27FC236}">
                  <a16:creationId xmlns:a16="http://schemas.microsoft.com/office/drawing/2014/main" id="{86407F68-EA81-3854-A0AE-FE94503B0696}"/>
                </a:ext>
              </a:extLst>
            </p:cNvPr>
            <p:cNvSpPr>
              <a:spLocks noGrp="1"/>
            </p:cNvSpPr>
            <p:nvPr/>
          </p:nvSpPr>
          <p:spPr>
            <a:xfrm>
              <a:off x="1143432" y="5537416"/>
              <a:ext cx="42729" cy="8100"/>
            </a:xfrm>
            <a:custGeom>
              <a:avLst/>
              <a:gdLst/>
              <a:ahLst/>
              <a:cxnLst/>
              <a:rect l="0" t="0" r="0" b="0"/>
              <a:pathLst>
                <a:path w="42729" h="8100">
                  <a:moveTo>
                    <a:pt x="0" y="0"/>
                  </a:moveTo>
                  <a:lnTo>
                    <a:pt x="42729" y="81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5" name="Input_receptor__1024">
              <a:extLst>
                <a:ext uri="{FF2B5EF4-FFF2-40B4-BE49-F238E27FC236}">
                  <a16:creationId xmlns:a16="http://schemas.microsoft.com/office/drawing/2014/main" id="{308A167C-C092-364C-F84D-3291320BC0EF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21843" cy="863"/>
            </a:xfrm>
            <a:custGeom>
              <a:avLst/>
              <a:gdLst/>
              <a:ahLst/>
              <a:cxnLst/>
              <a:rect l="0" t="0" r="0" b="0"/>
              <a:pathLst>
                <a:path w="21843" h="863">
                  <a:moveTo>
                    <a:pt x="21843" y="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6" name="Input_receptor__1025">
              <a:extLst>
                <a:ext uri="{FF2B5EF4-FFF2-40B4-BE49-F238E27FC236}">
                  <a16:creationId xmlns:a16="http://schemas.microsoft.com/office/drawing/2014/main" id="{F9C194D2-9A0C-BB62-6C42-A414B3F41384}"/>
                </a:ext>
              </a:extLst>
            </p:cNvPr>
            <p:cNvSpPr>
              <a:spLocks noGrp="1"/>
            </p:cNvSpPr>
            <p:nvPr/>
          </p:nvSpPr>
          <p:spPr>
            <a:xfrm>
              <a:off x="1444679" y="4154378"/>
              <a:ext cx="43435" cy="19859"/>
            </a:xfrm>
            <a:custGeom>
              <a:avLst/>
              <a:gdLst/>
              <a:ahLst/>
              <a:cxnLst/>
              <a:rect l="0" t="0" r="0" b="0"/>
              <a:pathLst>
                <a:path w="43435" h="19859">
                  <a:moveTo>
                    <a:pt x="43435" y="0"/>
                  </a:moveTo>
                  <a:lnTo>
                    <a:pt x="0" y="1985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7" name="Input_receptor__1026">
              <a:extLst>
                <a:ext uri="{FF2B5EF4-FFF2-40B4-BE49-F238E27FC236}">
                  <a16:creationId xmlns:a16="http://schemas.microsoft.com/office/drawing/2014/main" id="{CCF6D4D4-9430-0595-C0D9-A50BA6DA18B8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1871"/>
              <a:ext cx="18308" cy="29699"/>
            </a:xfrm>
            <a:custGeom>
              <a:avLst/>
              <a:gdLst/>
              <a:ahLst/>
              <a:cxnLst/>
              <a:rect l="0" t="0" r="0" b="0"/>
              <a:pathLst>
                <a:path w="18308" h="29699">
                  <a:moveTo>
                    <a:pt x="18308" y="0"/>
                  </a:moveTo>
                  <a:lnTo>
                    <a:pt x="0" y="2969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8" name="Input_receptor__1027">
              <a:extLst>
                <a:ext uri="{FF2B5EF4-FFF2-40B4-BE49-F238E27FC236}">
                  <a16:creationId xmlns:a16="http://schemas.microsoft.com/office/drawing/2014/main" id="{8C5AC657-1025-1C55-F35D-C99CBFE8239E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41827"/>
              <a:ext cx="34958" cy="28773"/>
            </a:xfrm>
            <a:custGeom>
              <a:avLst/>
              <a:gdLst/>
              <a:ahLst/>
              <a:cxnLst/>
              <a:rect l="0" t="0" r="0" b="0"/>
              <a:pathLst>
                <a:path w="34958" h="28773">
                  <a:moveTo>
                    <a:pt x="34958" y="0"/>
                  </a:moveTo>
                  <a:lnTo>
                    <a:pt x="0" y="28773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9" name="Input_receptor__1028">
              <a:extLst>
                <a:ext uri="{FF2B5EF4-FFF2-40B4-BE49-F238E27FC236}">
                  <a16:creationId xmlns:a16="http://schemas.microsoft.com/office/drawing/2014/main" id="{FB861BE2-C6E4-F796-4E6A-34C1BBE5940A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72820"/>
              <a:ext cx="30262" cy="10361"/>
            </a:xfrm>
            <a:custGeom>
              <a:avLst/>
              <a:gdLst/>
              <a:ahLst/>
              <a:cxnLst/>
              <a:rect l="0" t="0" r="0" b="0"/>
              <a:pathLst>
                <a:path w="30262" h="10361">
                  <a:moveTo>
                    <a:pt x="30262" y="0"/>
                  </a:moveTo>
                  <a:lnTo>
                    <a:pt x="0" y="1036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0" name="Input_receptor__1029">
              <a:extLst>
                <a:ext uri="{FF2B5EF4-FFF2-40B4-BE49-F238E27FC236}">
                  <a16:creationId xmlns:a16="http://schemas.microsoft.com/office/drawing/2014/main" id="{F4B38FC4-82A4-693F-E972-D35BD7CF0E6A}"/>
                </a:ext>
              </a:extLst>
            </p:cNvPr>
            <p:cNvSpPr>
              <a:spLocks noGrp="1"/>
            </p:cNvSpPr>
            <p:nvPr/>
          </p:nvSpPr>
          <p:spPr>
            <a:xfrm>
              <a:off x="1392076" y="4103416"/>
              <a:ext cx="27899" cy="34086"/>
            </a:xfrm>
            <a:custGeom>
              <a:avLst/>
              <a:gdLst/>
              <a:ahLst/>
              <a:cxnLst/>
              <a:rect l="0" t="0" r="0" b="0"/>
              <a:pathLst>
                <a:path w="27899" h="34086">
                  <a:moveTo>
                    <a:pt x="0" y="34086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1" name="Input_receptor__1030">
              <a:extLst>
                <a:ext uri="{FF2B5EF4-FFF2-40B4-BE49-F238E27FC236}">
                  <a16:creationId xmlns:a16="http://schemas.microsoft.com/office/drawing/2014/main" id="{CB9DFA57-FC18-593D-DAE4-8B862F7D3341}"/>
                </a:ext>
              </a:extLst>
            </p:cNvPr>
            <p:cNvSpPr>
              <a:spLocks noGrp="1"/>
            </p:cNvSpPr>
            <p:nvPr/>
          </p:nvSpPr>
          <p:spPr>
            <a:xfrm>
              <a:off x="1610016" y="4770893"/>
              <a:ext cx="15118" cy="39652"/>
            </a:xfrm>
            <a:custGeom>
              <a:avLst/>
              <a:gdLst/>
              <a:ahLst/>
              <a:cxnLst/>
              <a:rect l="0" t="0" r="0" b="0"/>
              <a:pathLst>
                <a:path w="15118" h="39652">
                  <a:moveTo>
                    <a:pt x="0" y="39652"/>
                  </a:moveTo>
                  <a:lnTo>
                    <a:pt x="15118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2" name="Input_receptor__1031">
              <a:extLst>
                <a:ext uri="{FF2B5EF4-FFF2-40B4-BE49-F238E27FC236}">
                  <a16:creationId xmlns:a16="http://schemas.microsoft.com/office/drawing/2014/main" id="{154B1960-858E-B4C4-A9BF-EA6588D11B8C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2928"/>
              <a:ext cx="2013" cy="1174"/>
            </a:xfrm>
            <a:custGeom>
              <a:avLst/>
              <a:gdLst/>
              <a:ahLst/>
              <a:cxnLst/>
              <a:rect l="0" t="0" r="0" b="0"/>
              <a:pathLst>
                <a:path w="2013" h="1174">
                  <a:moveTo>
                    <a:pt x="0" y="1174"/>
                  </a:moveTo>
                  <a:lnTo>
                    <a:pt x="201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3" name="Input_receptor__1032">
              <a:extLst>
                <a:ext uri="{FF2B5EF4-FFF2-40B4-BE49-F238E27FC236}">
                  <a16:creationId xmlns:a16="http://schemas.microsoft.com/office/drawing/2014/main" id="{0F3CF95C-0FCB-45C3-9A1D-AE095AFAE5EA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4258"/>
              <a:ext cx="9478" cy="2628"/>
            </a:xfrm>
            <a:custGeom>
              <a:avLst/>
              <a:gdLst/>
              <a:ahLst/>
              <a:cxnLst/>
              <a:rect l="0" t="0" r="0" b="0"/>
              <a:pathLst>
                <a:path w="9478" h="2628">
                  <a:moveTo>
                    <a:pt x="0" y="2628"/>
                  </a:moveTo>
                  <a:lnTo>
                    <a:pt x="9478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4" name="Input_receptor__1033">
              <a:extLst>
                <a:ext uri="{FF2B5EF4-FFF2-40B4-BE49-F238E27FC236}">
                  <a16:creationId xmlns:a16="http://schemas.microsoft.com/office/drawing/2014/main" id="{168EBABC-3742-F7A0-6C30-CA00C6F2377D}"/>
                </a:ext>
              </a:extLst>
            </p:cNvPr>
            <p:cNvSpPr>
              <a:spLocks noGrp="1"/>
            </p:cNvSpPr>
            <p:nvPr/>
          </p:nvSpPr>
          <p:spPr>
            <a:xfrm>
              <a:off x="1707050" y="5116233"/>
              <a:ext cx="1663" cy="48163"/>
            </a:xfrm>
            <a:custGeom>
              <a:avLst/>
              <a:gdLst/>
              <a:ahLst/>
              <a:cxnLst/>
              <a:rect l="0" t="0" r="0" b="0"/>
              <a:pathLst>
                <a:path w="1663" h="48163">
                  <a:moveTo>
                    <a:pt x="0" y="48163"/>
                  </a:moveTo>
                  <a:lnTo>
                    <a:pt x="166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5" name="Input_receptor__1034">
              <a:extLst>
                <a:ext uri="{FF2B5EF4-FFF2-40B4-BE49-F238E27FC236}">
                  <a16:creationId xmlns:a16="http://schemas.microsoft.com/office/drawing/2014/main" id="{E839189F-BF44-DB42-EEF7-BF8080B94481}"/>
                </a:ext>
              </a:extLst>
            </p:cNvPr>
            <p:cNvSpPr>
              <a:spLocks noGrp="1"/>
            </p:cNvSpPr>
            <p:nvPr/>
          </p:nvSpPr>
          <p:spPr>
            <a:xfrm>
              <a:off x="1555235" y="4893378"/>
              <a:ext cx="21121" cy="30929"/>
            </a:xfrm>
            <a:custGeom>
              <a:avLst/>
              <a:gdLst/>
              <a:ahLst/>
              <a:cxnLst/>
              <a:rect l="0" t="0" r="0" b="0"/>
              <a:pathLst>
                <a:path w="21121" h="30929">
                  <a:moveTo>
                    <a:pt x="21121" y="309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6" name="Input_receptor__1035">
              <a:extLst>
                <a:ext uri="{FF2B5EF4-FFF2-40B4-BE49-F238E27FC236}">
                  <a16:creationId xmlns:a16="http://schemas.microsoft.com/office/drawing/2014/main" id="{8A541F17-7581-B4AD-B6AE-91810E965AED}"/>
                </a:ext>
              </a:extLst>
            </p:cNvPr>
            <p:cNvSpPr>
              <a:spLocks noGrp="1"/>
            </p:cNvSpPr>
            <p:nvPr/>
          </p:nvSpPr>
          <p:spPr>
            <a:xfrm>
              <a:off x="1184291" y="5545516"/>
              <a:ext cx="1870" cy="46990"/>
            </a:xfrm>
            <a:custGeom>
              <a:avLst/>
              <a:gdLst/>
              <a:ahLst/>
              <a:cxnLst/>
              <a:rect l="0" t="0" r="0" b="0"/>
              <a:pathLst>
                <a:path w="1870" h="46990">
                  <a:moveTo>
                    <a:pt x="1870" y="0"/>
                  </a:moveTo>
                  <a:lnTo>
                    <a:pt x="0" y="4699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7" name="Input_receptor__1036">
              <a:extLst>
                <a:ext uri="{FF2B5EF4-FFF2-40B4-BE49-F238E27FC236}">
                  <a16:creationId xmlns:a16="http://schemas.microsoft.com/office/drawing/2014/main" id="{15D3AB5C-5A95-FB30-C4A8-C7D126CD05AC}"/>
                </a:ext>
              </a:extLst>
            </p:cNvPr>
            <p:cNvSpPr>
              <a:spLocks noGrp="1"/>
            </p:cNvSpPr>
            <p:nvPr/>
          </p:nvSpPr>
          <p:spPr>
            <a:xfrm>
              <a:off x="1087499" y="4684054"/>
              <a:ext cx="43844" cy="12087"/>
            </a:xfrm>
            <a:custGeom>
              <a:avLst/>
              <a:gdLst/>
              <a:ahLst/>
              <a:cxnLst/>
              <a:rect l="0" t="0" r="0" b="0"/>
              <a:pathLst>
                <a:path w="43844" h="12087">
                  <a:moveTo>
                    <a:pt x="43844" y="120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38" name="Input_receptor__1037">
              <a:extLst>
                <a:ext uri="{FF2B5EF4-FFF2-40B4-BE49-F238E27FC236}">
                  <a16:creationId xmlns:a16="http://schemas.microsoft.com/office/drawing/2014/main" id="{49DC0E47-A32E-784A-6857-86290A3BFA69}"/>
                </a:ext>
              </a:extLst>
            </p:cNvPr>
            <p:cNvSpPr>
              <a:spLocks noGrp="1"/>
            </p:cNvSpPr>
            <p:nvPr/>
          </p:nvSpPr>
          <p:spPr>
            <a:xfrm>
              <a:off x="1457201" y="5111454"/>
              <a:ext cx="20901" cy="42870"/>
            </a:xfrm>
            <a:custGeom>
              <a:avLst/>
              <a:gdLst/>
              <a:ahLst/>
              <a:cxnLst/>
              <a:rect l="0" t="0" r="0" b="0"/>
              <a:pathLst>
                <a:path w="20901" h="42870">
                  <a:moveTo>
                    <a:pt x="0" y="42870"/>
                  </a:moveTo>
                  <a:lnTo>
                    <a:pt x="20901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9" name="Input_receptor__1038">
              <a:extLst>
                <a:ext uri="{FF2B5EF4-FFF2-40B4-BE49-F238E27FC236}">
                  <a16:creationId xmlns:a16="http://schemas.microsoft.com/office/drawing/2014/main" id="{27324120-3498-5267-C809-1EA81A3E54AC}"/>
                </a:ext>
              </a:extLst>
            </p:cNvPr>
            <p:cNvSpPr>
              <a:spLocks noGrp="1"/>
            </p:cNvSpPr>
            <p:nvPr/>
          </p:nvSpPr>
          <p:spPr>
            <a:xfrm>
              <a:off x="1482207" y="4973726"/>
              <a:ext cx="22830" cy="41878"/>
            </a:xfrm>
            <a:custGeom>
              <a:avLst/>
              <a:gdLst/>
              <a:ahLst/>
              <a:cxnLst/>
              <a:rect l="0" t="0" r="0" b="0"/>
              <a:pathLst>
                <a:path w="22830" h="41878">
                  <a:moveTo>
                    <a:pt x="0" y="0"/>
                  </a:moveTo>
                  <a:lnTo>
                    <a:pt x="22830" y="41878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40" name="Input_receptor__1039">
              <a:extLst>
                <a:ext uri="{FF2B5EF4-FFF2-40B4-BE49-F238E27FC236}">
                  <a16:creationId xmlns:a16="http://schemas.microsoft.com/office/drawing/2014/main" id="{3040CDBD-DE71-7B07-470D-FB73D481E39B}"/>
                </a:ext>
              </a:extLst>
            </p:cNvPr>
            <p:cNvSpPr>
              <a:spLocks noGrp="1"/>
            </p:cNvSpPr>
            <p:nvPr/>
          </p:nvSpPr>
          <p:spPr>
            <a:xfrm>
              <a:off x="956348" y="4374543"/>
              <a:ext cx="24164" cy="15596"/>
            </a:xfrm>
            <a:custGeom>
              <a:avLst/>
              <a:gdLst/>
              <a:ahLst/>
              <a:cxnLst/>
              <a:rect l="0" t="0" r="0" b="0"/>
              <a:pathLst>
                <a:path w="24164" h="15596">
                  <a:moveTo>
                    <a:pt x="0" y="0"/>
                  </a:moveTo>
                  <a:lnTo>
                    <a:pt x="24164" y="1559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1" name="Input_receptor__1040">
              <a:extLst>
                <a:ext uri="{FF2B5EF4-FFF2-40B4-BE49-F238E27FC236}">
                  <a16:creationId xmlns:a16="http://schemas.microsoft.com/office/drawing/2014/main" id="{6F1C0281-5BCC-B99F-8967-C885BF6A0810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59357"/>
              <a:ext cx="12778" cy="22016"/>
            </a:xfrm>
            <a:custGeom>
              <a:avLst/>
              <a:gdLst/>
              <a:ahLst/>
              <a:cxnLst/>
              <a:rect l="0" t="0" r="0" b="0"/>
              <a:pathLst>
                <a:path w="12778" h="22016">
                  <a:moveTo>
                    <a:pt x="0" y="0"/>
                  </a:moveTo>
                  <a:lnTo>
                    <a:pt x="12778" y="2201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2" name="Input_receptor__1041">
              <a:extLst>
                <a:ext uri="{FF2B5EF4-FFF2-40B4-BE49-F238E27FC236}">
                  <a16:creationId xmlns:a16="http://schemas.microsoft.com/office/drawing/2014/main" id="{BA1A83EE-553D-1D0D-867D-45310D260034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58056"/>
              <a:ext cx="5120" cy="35026"/>
            </a:xfrm>
            <a:custGeom>
              <a:avLst/>
              <a:gdLst/>
              <a:ahLst/>
              <a:cxnLst/>
              <a:rect l="0" t="0" r="0" b="0"/>
              <a:pathLst>
                <a:path w="5120" h="35026">
                  <a:moveTo>
                    <a:pt x="5120" y="0"/>
                  </a:moveTo>
                  <a:lnTo>
                    <a:pt x="0" y="3502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3" name="Input_receptor__1042">
              <a:extLst>
                <a:ext uri="{FF2B5EF4-FFF2-40B4-BE49-F238E27FC236}">
                  <a16:creationId xmlns:a16="http://schemas.microsoft.com/office/drawing/2014/main" id="{28A959F1-054F-6D83-5F82-7F4785086CF4}"/>
                </a:ext>
              </a:extLst>
            </p:cNvPr>
            <p:cNvSpPr>
              <a:spLocks noGrp="1"/>
            </p:cNvSpPr>
            <p:nvPr/>
          </p:nvSpPr>
          <p:spPr>
            <a:xfrm>
              <a:off x="1215532" y="4298600"/>
              <a:ext cx="21210" cy="42446"/>
            </a:xfrm>
            <a:custGeom>
              <a:avLst/>
              <a:gdLst/>
              <a:ahLst/>
              <a:cxnLst/>
              <a:rect l="0" t="0" r="0" b="0"/>
              <a:pathLst>
                <a:path w="21210" h="42446">
                  <a:moveTo>
                    <a:pt x="0" y="42446"/>
                  </a:moveTo>
                  <a:lnTo>
                    <a:pt x="21210" y="0"/>
                  </a:lnTo>
                </a:path>
              </a:pathLst>
            </a:custGeom>
            <a:noFill/>
            <a:ln w="8096">
              <a:solidFill>
                <a:srgbClr val="8B9BA9"/>
              </a:solidFill>
            </a:ln>
          </p:spPr>
        </p:sp>
        <p:sp>
          <p:nvSpPr>
            <p:cNvPr id="1044" name="Input_receptor__1043">
              <a:extLst>
                <a:ext uri="{FF2B5EF4-FFF2-40B4-BE49-F238E27FC236}">
                  <a16:creationId xmlns:a16="http://schemas.microsoft.com/office/drawing/2014/main" id="{FB8455E0-591F-C036-E063-057E4FA4FDBD}"/>
                </a:ext>
              </a:extLst>
            </p:cNvPr>
            <p:cNvSpPr>
              <a:spLocks noGrp="1"/>
            </p:cNvSpPr>
            <p:nvPr/>
          </p:nvSpPr>
          <p:spPr>
            <a:xfrm>
              <a:off x="1035817" y="4982335"/>
              <a:ext cx="12813" cy="12126"/>
            </a:xfrm>
            <a:custGeom>
              <a:avLst/>
              <a:gdLst/>
              <a:ahLst/>
              <a:cxnLst/>
              <a:rect l="0" t="0" r="0" b="0"/>
              <a:pathLst>
                <a:path w="12813" h="12126">
                  <a:moveTo>
                    <a:pt x="0" y="12126"/>
                  </a:moveTo>
                  <a:lnTo>
                    <a:pt x="12813" y="0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5" name="Input_receptor__1044">
              <a:extLst>
                <a:ext uri="{FF2B5EF4-FFF2-40B4-BE49-F238E27FC236}">
                  <a16:creationId xmlns:a16="http://schemas.microsoft.com/office/drawing/2014/main" id="{CE1565FA-DD81-BFA4-5739-0B85947F66FE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28546" cy="37314"/>
            </a:xfrm>
            <a:custGeom>
              <a:avLst/>
              <a:gdLst/>
              <a:ahLst/>
              <a:cxnLst/>
              <a:rect l="0" t="0" r="0" b="0"/>
              <a:pathLst>
                <a:path w="28546" h="37314">
                  <a:moveTo>
                    <a:pt x="0" y="0"/>
                  </a:moveTo>
                  <a:lnTo>
                    <a:pt x="28546" y="37314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6" name="Input_receptor__1045">
              <a:extLst>
                <a:ext uri="{FF2B5EF4-FFF2-40B4-BE49-F238E27FC236}">
                  <a16:creationId xmlns:a16="http://schemas.microsoft.com/office/drawing/2014/main" id="{D1323031-E346-BC8C-0654-2D197CB97685}"/>
                </a:ext>
              </a:extLst>
            </p:cNvPr>
            <p:cNvSpPr>
              <a:spLocks noGrp="1"/>
            </p:cNvSpPr>
            <p:nvPr/>
          </p:nvSpPr>
          <p:spPr>
            <a:xfrm>
              <a:off x="1060823" y="4742413"/>
              <a:ext cx="15346" cy="4101"/>
            </a:xfrm>
            <a:custGeom>
              <a:avLst/>
              <a:gdLst/>
              <a:ahLst/>
              <a:cxnLst/>
              <a:rect l="0" t="0" r="0" b="0"/>
              <a:pathLst>
                <a:path w="15346" h="4101">
                  <a:moveTo>
                    <a:pt x="15346" y="4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7" name="Input_receptor__1046">
              <a:extLst>
                <a:ext uri="{FF2B5EF4-FFF2-40B4-BE49-F238E27FC236}">
                  <a16:creationId xmlns:a16="http://schemas.microsoft.com/office/drawing/2014/main" id="{EDE17BE4-1271-C5C5-CD8D-95DAE663A97B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47400" cy="983"/>
            </a:xfrm>
            <a:custGeom>
              <a:avLst/>
              <a:gdLst/>
              <a:ahLst/>
              <a:cxnLst/>
              <a:rect l="0" t="0" r="0" b="0"/>
              <a:pathLst>
                <a:path w="47400" h="983">
                  <a:moveTo>
                    <a:pt x="47400" y="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48" name="Input_receptor__1047">
              <a:extLst>
                <a:ext uri="{FF2B5EF4-FFF2-40B4-BE49-F238E27FC236}">
                  <a16:creationId xmlns:a16="http://schemas.microsoft.com/office/drawing/2014/main" id="{DA93D61F-A31A-B5AC-4C9C-60B85CB7CA86}"/>
                </a:ext>
              </a:extLst>
            </p:cNvPr>
            <p:cNvSpPr>
              <a:spLocks noGrp="1"/>
            </p:cNvSpPr>
            <p:nvPr/>
          </p:nvSpPr>
          <p:spPr>
            <a:xfrm>
              <a:off x="934460" y="4766837"/>
              <a:ext cx="23547" cy="41959"/>
            </a:xfrm>
            <a:custGeom>
              <a:avLst/>
              <a:gdLst/>
              <a:ahLst/>
              <a:cxnLst/>
              <a:rect l="0" t="0" r="0" b="0"/>
              <a:pathLst>
                <a:path w="23547" h="41959">
                  <a:moveTo>
                    <a:pt x="0" y="0"/>
                  </a:moveTo>
                  <a:lnTo>
                    <a:pt x="23547" y="4195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9" name="Input_receptor__1048">
              <a:extLst>
                <a:ext uri="{FF2B5EF4-FFF2-40B4-BE49-F238E27FC236}">
                  <a16:creationId xmlns:a16="http://schemas.microsoft.com/office/drawing/2014/main" id="{2F2281A4-6835-83D4-1AA4-B6FC51ABF292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281427"/>
              <a:ext cx="21144" cy="42090"/>
            </a:xfrm>
            <a:custGeom>
              <a:avLst/>
              <a:gdLst/>
              <a:ahLst/>
              <a:cxnLst/>
              <a:rect l="0" t="0" r="0" b="0"/>
              <a:pathLst>
                <a:path w="21144" h="42090">
                  <a:moveTo>
                    <a:pt x="21144" y="0"/>
                  </a:moveTo>
                  <a:lnTo>
                    <a:pt x="0" y="4209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0" name="Input_receptor__1049">
              <a:extLst>
                <a:ext uri="{FF2B5EF4-FFF2-40B4-BE49-F238E27FC236}">
                  <a16:creationId xmlns:a16="http://schemas.microsoft.com/office/drawing/2014/main" id="{30468B08-A7DB-90D7-9516-BD1288B2B397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186637"/>
              <a:ext cx="40350" cy="26028"/>
            </a:xfrm>
            <a:custGeom>
              <a:avLst/>
              <a:gdLst/>
              <a:ahLst/>
              <a:cxnLst/>
              <a:rect l="0" t="0" r="0" b="0"/>
              <a:pathLst>
                <a:path w="40350" h="26028">
                  <a:moveTo>
                    <a:pt x="40350" y="0"/>
                  </a:moveTo>
                  <a:lnTo>
                    <a:pt x="0" y="2602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1" name="Input_receptor__1050">
              <a:extLst>
                <a:ext uri="{FF2B5EF4-FFF2-40B4-BE49-F238E27FC236}">
                  <a16:creationId xmlns:a16="http://schemas.microsoft.com/office/drawing/2014/main" id="{CB49C68F-CD26-8887-3C06-359DD4EB610D}"/>
                </a:ext>
              </a:extLst>
            </p:cNvPr>
            <p:cNvSpPr>
              <a:spLocks noGrp="1"/>
            </p:cNvSpPr>
            <p:nvPr/>
          </p:nvSpPr>
          <p:spPr>
            <a:xfrm>
              <a:off x="1487702" y="4396766"/>
              <a:ext cx="26438" cy="27256"/>
            </a:xfrm>
            <a:custGeom>
              <a:avLst/>
              <a:gdLst/>
              <a:ahLst/>
              <a:cxnLst/>
              <a:rect l="0" t="0" r="0" b="0"/>
              <a:pathLst>
                <a:path w="26438" h="27256">
                  <a:moveTo>
                    <a:pt x="26438" y="272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2" name="Input_receptor__1051">
              <a:extLst>
                <a:ext uri="{FF2B5EF4-FFF2-40B4-BE49-F238E27FC236}">
                  <a16:creationId xmlns:a16="http://schemas.microsoft.com/office/drawing/2014/main" id="{480AC52A-C266-81EE-F3FA-58F5E273AD68}"/>
                </a:ext>
              </a:extLst>
            </p:cNvPr>
            <p:cNvSpPr>
              <a:spLocks noGrp="1"/>
            </p:cNvSpPr>
            <p:nvPr/>
          </p:nvSpPr>
          <p:spPr>
            <a:xfrm>
              <a:off x="1131344" y="4696141"/>
              <a:ext cx="25503" cy="30355"/>
            </a:xfrm>
            <a:custGeom>
              <a:avLst/>
              <a:gdLst/>
              <a:ahLst/>
              <a:cxnLst/>
              <a:rect l="0" t="0" r="0" b="0"/>
              <a:pathLst>
                <a:path w="25503" h="30355">
                  <a:moveTo>
                    <a:pt x="25503" y="303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3" name="Input_receptor__1052">
              <a:extLst>
                <a:ext uri="{FF2B5EF4-FFF2-40B4-BE49-F238E27FC236}">
                  <a16:creationId xmlns:a16="http://schemas.microsoft.com/office/drawing/2014/main" id="{33F2CE5A-7791-8E5D-D578-3CF3B95E9109}"/>
                </a:ext>
              </a:extLst>
            </p:cNvPr>
            <p:cNvSpPr>
              <a:spLocks noGrp="1"/>
            </p:cNvSpPr>
            <p:nvPr/>
          </p:nvSpPr>
          <p:spPr>
            <a:xfrm>
              <a:off x="1200639" y="4249244"/>
              <a:ext cx="36103" cy="49356"/>
            </a:xfrm>
            <a:custGeom>
              <a:avLst/>
              <a:gdLst/>
              <a:ahLst/>
              <a:cxnLst/>
              <a:rect l="0" t="0" r="0" b="0"/>
              <a:pathLst>
                <a:path w="36103" h="49356">
                  <a:moveTo>
                    <a:pt x="36103" y="493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4" name="Input_receptor__1053">
              <a:extLst>
                <a:ext uri="{FF2B5EF4-FFF2-40B4-BE49-F238E27FC236}">
                  <a16:creationId xmlns:a16="http://schemas.microsoft.com/office/drawing/2014/main" id="{950D19D1-4856-2184-4804-2CA3703B36EB}"/>
                </a:ext>
              </a:extLst>
            </p:cNvPr>
            <p:cNvSpPr>
              <a:spLocks noGrp="1"/>
            </p:cNvSpPr>
            <p:nvPr/>
          </p:nvSpPr>
          <p:spPr>
            <a:xfrm>
              <a:off x="1450708" y="4315121"/>
              <a:ext cx="1305" cy="18454"/>
            </a:xfrm>
            <a:custGeom>
              <a:avLst/>
              <a:gdLst/>
              <a:ahLst/>
              <a:cxnLst/>
              <a:rect l="0" t="0" r="0" b="0"/>
              <a:pathLst>
                <a:path w="1305" h="18454">
                  <a:moveTo>
                    <a:pt x="0" y="0"/>
                  </a:moveTo>
                  <a:lnTo>
                    <a:pt x="1305" y="18454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5" name="Input_receptor__1054">
              <a:extLst>
                <a:ext uri="{FF2B5EF4-FFF2-40B4-BE49-F238E27FC236}">
                  <a16:creationId xmlns:a16="http://schemas.microsoft.com/office/drawing/2014/main" id="{93FE493A-E32D-84A4-1D6B-869A1DB0FD47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31841" cy="25775"/>
            </a:xfrm>
            <a:custGeom>
              <a:avLst/>
              <a:gdLst/>
              <a:ahLst/>
              <a:cxnLst/>
              <a:rect l="0" t="0" r="0" b="0"/>
              <a:pathLst>
                <a:path w="31841" h="25775">
                  <a:moveTo>
                    <a:pt x="0" y="0"/>
                  </a:moveTo>
                  <a:lnTo>
                    <a:pt x="31841" y="25775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6" name="Input_receptor__1055">
              <a:extLst>
                <a:ext uri="{FF2B5EF4-FFF2-40B4-BE49-F238E27FC236}">
                  <a16:creationId xmlns:a16="http://schemas.microsoft.com/office/drawing/2014/main" id="{47CFA846-9366-673D-5EF0-4D4E4849017E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62407"/>
              <a:ext cx="14937" cy="625"/>
            </a:xfrm>
            <a:custGeom>
              <a:avLst/>
              <a:gdLst/>
              <a:ahLst/>
              <a:cxnLst/>
              <a:rect l="0" t="0" r="0" b="0"/>
              <a:pathLst>
                <a:path w="14937" h="625">
                  <a:moveTo>
                    <a:pt x="14937" y="0"/>
                  </a:moveTo>
                  <a:lnTo>
                    <a:pt x="0" y="625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7" name="Input_receptor__1056">
              <a:extLst>
                <a:ext uri="{FF2B5EF4-FFF2-40B4-BE49-F238E27FC236}">
                  <a16:creationId xmlns:a16="http://schemas.microsoft.com/office/drawing/2014/main" id="{A2FA3160-333F-C3A7-341F-15C28463FAB3}"/>
                </a:ext>
              </a:extLst>
            </p:cNvPr>
            <p:cNvSpPr>
              <a:spLocks noGrp="1"/>
            </p:cNvSpPr>
            <p:nvPr/>
          </p:nvSpPr>
          <p:spPr>
            <a:xfrm>
              <a:off x="1118359" y="4448487"/>
              <a:ext cx="43104" cy="19553"/>
            </a:xfrm>
            <a:custGeom>
              <a:avLst/>
              <a:gdLst/>
              <a:ahLst/>
              <a:cxnLst/>
              <a:rect l="0" t="0" r="0" b="0"/>
              <a:pathLst>
                <a:path w="43104" h="19553">
                  <a:moveTo>
                    <a:pt x="0" y="19553"/>
                  </a:moveTo>
                  <a:lnTo>
                    <a:pt x="4310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8" name="Input_receptor__1057">
              <a:extLst>
                <a:ext uri="{FF2B5EF4-FFF2-40B4-BE49-F238E27FC236}">
                  <a16:creationId xmlns:a16="http://schemas.microsoft.com/office/drawing/2014/main" id="{82416D66-C92F-523A-5897-29DCF69A302D}"/>
                </a:ext>
              </a:extLst>
            </p:cNvPr>
            <p:cNvSpPr>
              <a:spLocks noGrp="1"/>
            </p:cNvSpPr>
            <p:nvPr/>
          </p:nvSpPr>
          <p:spPr>
            <a:xfrm>
              <a:off x="1196183" y="4798709"/>
              <a:ext cx="36536" cy="21044"/>
            </a:xfrm>
            <a:custGeom>
              <a:avLst/>
              <a:gdLst/>
              <a:ahLst/>
              <a:cxnLst/>
              <a:rect l="0" t="0" r="0" b="0"/>
              <a:pathLst>
                <a:path w="36536" h="21044">
                  <a:moveTo>
                    <a:pt x="0" y="0"/>
                  </a:moveTo>
                  <a:lnTo>
                    <a:pt x="36536" y="21044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9" name="Input_receptor__1058">
              <a:extLst>
                <a:ext uri="{FF2B5EF4-FFF2-40B4-BE49-F238E27FC236}">
                  <a16:creationId xmlns:a16="http://schemas.microsoft.com/office/drawing/2014/main" id="{5952129B-683A-6952-8FFD-C68DAE078B13}"/>
                </a:ext>
              </a:extLst>
            </p:cNvPr>
            <p:cNvSpPr>
              <a:spLocks noGrp="1"/>
            </p:cNvSpPr>
            <p:nvPr/>
          </p:nvSpPr>
          <p:spPr>
            <a:xfrm>
              <a:off x="1817041" y="5191481"/>
              <a:ext cx="23358" cy="39884"/>
            </a:xfrm>
            <a:custGeom>
              <a:avLst/>
              <a:gdLst/>
              <a:ahLst/>
              <a:cxnLst/>
              <a:rect l="0" t="0" r="0" b="0"/>
              <a:pathLst>
                <a:path w="23358" h="39884">
                  <a:moveTo>
                    <a:pt x="0" y="39884"/>
                  </a:moveTo>
                  <a:lnTo>
                    <a:pt x="23358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0" name="Input_receptor__1059">
              <a:extLst>
                <a:ext uri="{FF2B5EF4-FFF2-40B4-BE49-F238E27FC236}">
                  <a16:creationId xmlns:a16="http://schemas.microsoft.com/office/drawing/2014/main" id="{D97F1611-07A0-778B-50A8-9B1F5B7A6B31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3973"/>
              <a:ext cx="25342" cy="1453"/>
            </a:xfrm>
            <a:custGeom>
              <a:avLst/>
              <a:gdLst/>
              <a:ahLst/>
              <a:cxnLst/>
              <a:rect l="0" t="0" r="0" b="0"/>
              <a:pathLst>
                <a:path w="25342" h="1453">
                  <a:moveTo>
                    <a:pt x="0" y="1453"/>
                  </a:moveTo>
                  <a:lnTo>
                    <a:pt x="2534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1" name="Input_receptor__1060">
              <a:extLst>
                <a:ext uri="{FF2B5EF4-FFF2-40B4-BE49-F238E27FC236}">
                  <a16:creationId xmlns:a16="http://schemas.microsoft.com/office/drawing/2014/main" id="{928EA39B-2DC5-F03F-D5F7-4DF05B5EC08E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14007" cy="4727"/>
            </a:xfrm>
            <a:custGeom>
              <a:avLst/>
              <a:gdLst/>
              <a:ahLst/>
              <a:cxnLst/>
              <a:rect l="0" t="0" r="0" b="0"/>
              <a:pathLst>
                <a:path w="14007" h="4727">
                  <a:moveTo>
                    <a:pt x="14007" y="47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2" name="Input_receptor__1061">
              <a:extLst>
                <a:ext uri="{FF2B5EF4-FFF2-40B4-BE49-F238E27FC236}">
                  <a16:creationId xmlns:a16="http://schemas.microsoft.com/office/drawing/2014/main" id="{8F5A7A67-744D-344F-11F0-1464FC7B7A34}"/>
                </a:ext>
              </a:extLst>
            </p:cNvPr>
            <p:cNvSpPr>
              <a:spLocks noGrp="1"/>
            </p:cNvSpPr>
            <p:nvPr/>
          </p:nvSpPr>
          <p:spPr>
            <a:xfrm>
              <a:off x="1312235" y="4721654"/>
              <a:ext cx="36524" cy="32248"/>
            </a:xfrm>
            <a:custGeom>
              <a:avLst/>
              <a:gdLst/>
              <a:ahLst/>
              <a:cxnLst/>
              <a:rect l="0" t="0" r="0" b="0"/>
              <a:pathLst>
                <a:path w="36524" h="32248">
                  <a:moveTo>
                    <a:pt x="36524" y="322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3" name="Input_receptor__1062">
              <a:extLst>
                <a:ext uri="{FF2B5EF4-FFF2-40B4-BE49-F238E27FC236}">
                  <a16:creationId xmlns:a16="http://schemas.microsoft.com/office/drawing/2014/main" id="{38D844AB-B343-FA58-C7B2-ED0733B23DCE}"/>
                </a:ext>
              </a:extLst>
            </p:cNvPr>
            <p:cNvSpPr>
              <a:spLocks noGrp="1"/>
            </p:cNvSpPr>
            <p:nvPr/>
          </p:nvSpPr>
          <p:spPr>
            <a:xfrm>
              <a:off x="924331" y="4808795"/>
              <a:ext cx="33676" cy="31478"/>
            </a:xfrm>
            <a:custGeom>
              <a:avLst/>
              <a:gdLst/>
              <a:ahLst/>
              <a:cxnLst/>
              <a:rect l="0" t="0" r="0" b="0"/>
              <a:pathLst>
                <a:path w="33676" h="31478">
                  <a:moveTo>
                    <a:pt x="33676" y="0"/>
                  </a:moveTo>
                  <a:lnTo>
                    <a:pt x="0" y="3147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4" name="Input_receptor__1063">
              <a:extLst>
                <a:ext uri="{FF2B5EF4-FFF2-40B4-BE49-F238E27FC236}">
                  <a16:creationId xmlns:a16="http://schemas.microsoft.com/office/drawing/2014/main" id="{F258EBF7-7730-3DA7-AC27-E43D9D1CD710}"/>
                </a:ext>
              </a:extLst>
            </p:cNvPr>
            <p:cNvSpPr>
              <a:spLocks noGrp="1"/>
            </p:cNvSpPr>
            <p:nvPr/>
          </p:nvSpPr>
          <p:spPr>
            <a:xfrm>
              <a:off x="1534791" y="4797017"/>
              <a:ext cx="29032" cy="1662"/>
            </a:xfrm>
            <a:custGeom>
              <a:avLst/>
              <a:gdLst/>
              <a:ahLst/>
              <a:cxnLst/>
              <a:rect l="0" t="0" r="0" b="0"/>
              <a:pathLst>
                <a:path w="29032" h="1662">
                  <a:moveTo>
                    <a:pt x="0" y="0"/>
                  </a:moveTo>
                  <a:lnTo>
                    <a:pt x="29032" y="1662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5" name="Input_receptor__1064">
              <a:extLst>
                <a:ext uri="{FF2B5EF4-FFF2-40B4-BE49-F238E27FC236}">
                  <a16:creationId xmlns:a16="http://schemas.microsoft.com/office/drawing/2014/main" id="{5CE8783A-113D-ADD0-C2D2-E0191180A706}"/>
                </a:ext>
              </a:extLst>
            </p:cNvPr>
            <p:cNvSpPr>
              <a:spLocks noGrp="1"/>
            </p:cNvSpPr>
            <p:nvPr/>
          </p:nvSpPr>
          <p:spPr>
            <a:xfrm>
              <a:off x="1172424" y="5218491"/>
              <a:ext cx="15834" cy="38605"/>
            </a:xfrm>
            <a:custGeom>
              <a:avLst/>
              <a:gdLst/>
              <a:ahLst/>
              <a:cxnLst/>
              <a:rect l="0" t="0" r="0" b="0"/>
              <a:pathLst>
                <a:path w="15834" h="38605">
                  <a:moveTo>
                    <a:pt x="0" y="38605"/>
                  </a:moveTo>
                  <a:lnTo>
                    <a:pt x="1583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6" name="Input_receptor__1065">
              <a:extLst>
                <a:ext uri="{FF2B5EF4-FFF2-40B4-BE49-F238E27FC236}">
                  <a16:creationId xmlns:a16="http://schemas.microsoft.com/office/drawing/2014/main" id="{7A782D20-6D97-3E58-4A32-F6164D338429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67467"/>
              <a:ext cx="30069" cy="21800"/>
            </a:xfrm>
            <a:custGeom>
              <a:avLst/>
              <a:gdLst/>
              <a:ahLst/>
              <a:cxnLst/>
              <a:rect l="0" t="0" r="0" b="0"/>
              <a:pathLst>
                <a:path w="30069" h="21800">
                  <a:moveTo>
                    <a:pt x="0" y="21800"/>
                  </a:moveTo>
                  <a:lnTo>
                    <a:pt x="30069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7" name="Input_receptor__1066">
              <a:extLst>
                <a:ext uri="{FF2B5EF4-FFF2-40B4-BE49-F238E27FC236}">
                  <a16:creationId xmlns:a16="http://schemas.microsoft.com/office/drawing/2014/main" id="{6B1E679B-3177-4EE7-5B60-3418CB3B455C}"/>
                </a:ext>
              </a:extLst>
            </p:cNvPr>
            <p:cNvSpPr>
              <a:spLocks noGrp="1"/>
            </p:cNvSpPr>
            <p:nvPr/>
          </p:nvSpPr>
          <p:spPr>
            <a:xfrm>
              <a:off x="1573638" y="5222656"/>
              <a:ext cx="42412" cy="4790"/>
            </a:xfrm>
            <a:custGeom>
              <a:avLst/>
              <a:gdLst/>
              <a:ahLst/>
              <a:cxnLst/>
              <a:rect l="0" t="0" r="0" b="0"/>
              <a:pathLst>
                <a:path w="42412" h="4790">
                  <a:moveTo>
                    <a:pt x="0" y="4790"/>
                  </a:moveTo>
                  <a:lnTo>
                    <a:pt x="4241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8" name="Input_receptor__1067">
              <a:extLst>
                <a:ext uri="{FF2B5EF4-FFF2-40B4-BE49-F238E27FC236}">
                  <a16:creationId xmlns:a16="http://schemas.microsoft.com/office/drawing/2014/main" id="{26B66B34-B862-F147-1770-114310FE87BC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81385"/>
              <a:ext cx="6787" cy="11733"/>
            </a:xfrm>
            <a:custGeom>
              <a:avLst/>
              <a:gdLst/>
              <a:ahLst/>
              <a:cxnLst/>
              <a:rect l="0" t="0" r="0" b="0"/>
              <a:pathLst>
                <a:path w="6787" h="11733">
                  <a:moveTo>
                    <a:pt x="6787" y="117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9" name="Input_receptor__1068">
              <a:extLst>
                <a:ext uri="{FF2B5EF4-FFF2-40B4-BE49-F238E27FC236}">
                  <a16:creationId xmlns:a16="http://schemas.microsoft.com/office/drawing/2014/main" id="{B49B0A40-B2B5-EF44-9530-69DA7B4EC14C}"/>
                </a:ext>
              </a:extLst>
            </p:cNvPr>
            <p:cNvSpPr>
              <a:spLocks noGrp="1"/>
            </p:cNvSpPr>
            <p:nvPr/>
          </p:nvSpPr>
          <p:spPr>
            <a:xfrm>
              <a:off x="1323476" y="4753902"/>
              <a:ext cx="25283" cy="40956"/>
            </a:xfrm>
            <a:custGeom>
              <a:avLst/>
              <a:gdLst/>
              <a:ahLst/>
              <a:cxnLst/>
              <a:rect l="0" t="0" r="0" b="0"/>
              <a:pathLst>
                <a:path w="25283" h="40956">
                  <a:moveTo>
                    <a:pt x="0" y="40956"/>
                  </a:moveTo>
                  <a:lnTo>
                    <a:pt x="25283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0" name="Input_receptor__1069">
              <a:extLst>
                <a:ext uri="{FF2B5EF4-FFF2-40B4-BE49-F238E27FC236}">
                  <a16:creationId xmlns:a16="http://schemas.microsoft.com/office/drawing/2014/main" id="{F4A2F074-5116-4EFA-89BA-9E48BA3E629C}"/>
                </a:ext>
              </a:extLst>
            </p:cNvPr>
            <p:cNvSpPr>
              <a:spLocks noGrp="1"/>
            </p:cNvSpPr>
            <p:nvPr/>
          </p:nvSpPr>
          <p:spPr>
            <a:xfrm>
              <a:off x="1132637" y="5395822"/>
              <a:ext cx="23468" cy="28936"/>
            </a:xfrm>
            <a:custGeom>
              <a:avLst/>
              <a:gdLst/>
              <a:ahLst/>
              <a:cxnLst/>
              <a:rect l="0" t="0" r="0" b="0"/>
              <a:pathLst>
                <a:path w="23468" h="28936">
                  <a:moveTo>
                    <a:pt x="23468" y="0"/>
                  </a:moveTo>
                  <a:lnTo>
                    <a:pt x="0" y="28936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1" name="Input_receptor__1070">
              <a:extLst>
                <a:ext uri="{FF2B5EF4-FFF2-40B4-BE49-F238E27FC236}">
                  <a16:creationId xmlns:a16="http://schemas.microsoft.com/office/drawing/2014/main" id="{9B9A1653-F3E2-7618-9C98-7D8A8EF1911C}"/>
                </a:ext>
              </a:extLst>
            </p:cNvPr>
            <p:cNvSpPr>
              <a:spLocks noGrp="1"/>
            </p:cNvSpPr>
            <p:nvPr/>
          </p:nvSpPr>
          <p:spPr>
            <a:xfrm>
              <a:off x="1157959" y="5186637"/>
              <a:ext cx="30299" cy="31854"/>
            </a:xfrm>
            <a:custGeom>
              <a:avLst/>
              <a:gdLst/>
              <a:ahLst/>
              <a:cxnLst/>
              <a:rect l="0" t="0" r="0" b="0"/>
              <a:pathLst>
                <a:path w="30299" h="31854">
                  <a:moveTo>
                    <a:pt x="30299" y="31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2" name="Input_receptor__1071">
              <a:extLst>
                <a:ext uri="{FF2B5EF4-FFF2-40B4-BE49-F238E27FC236}">
                  <a16:creationId xmlns:a16="http://schemas.microsoft.com/office/drawing/2014/main" id="{16F03976-742E-421C-09C4-A33F8198200D}"/>
                </a:ext>
              </a:extLst>
            </p:cNvPr>
            <p:cNvSpPr>
              <a:spLocks noGrp="1"/>
            </p:cNvSpPr>
            <p:nvPr/>
          </p:nvSpPr>
          <p:spPr>
            <a:xfrm>
              <a:off x="1280108" y="4415774"/>
              <a:ext cx="23616" cy="18399"/>
            </a:xfrm>
            <a:custGeom>
              <a:avLst/>
              <a:gdLst/>
              <a:ahLst/>
              <a:cxnLst/>
              <a:rect l="0" t="0" r="0" b="0"/>
              <a:pathLst>
                <a:path w="23616" h="18399">
                  <a:moveTo>
                    <a:pt x="0" y="0"/>
                  </a:moveTo>
                  <a:lnTo>
                    <a:pt x="23616" y="1839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3" name="Input_receptor__1072">
              <a:extLst>
                <a:ext uri="{FF2B5EF4-FFF2-40B4-BE49-F238E27FC236}">
                  <a16:creationId xmlns:a16="http://schemas.microsoft.com/office/drawing/2014/main" id="{3563B259-E5FE-41FE-1A35-8E2D615AF5A3}"/>
                </a:ext>
              </a:extLst>
            </p:cNvPr>
            <p:cNvSpPr>
              <a:spLocks noGrp="1"/>
            </p:cNvSpPr>
            <p:nvPr/>
          </p:nvSpPr>
          <p:spPr>
            <a:xfrm>
              <a:off x="1543265" y="4253675"/>
              <a:ext cx="460" cy="28083"/>
            </a:xfrm>
            <a:custGeom>
              <a:avLst/>
              <a:gdLst/>
              <a:ahLst/>
              <a:cxnLst/>
              <a:rect l="0" t="0" r="0" b="0"/>
              <a:pathLst>
                <a:path w="460" h="28083">
                  <a:moveTo>
                    <a:pt x="0" y="28083"/>
                  </a:moveTo>
                  <a:lnTo>
                    <a:pt x="46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4" name="Input_receptor__1073">
              <a:extLst>
                <a:ext uri="{FF2B5EF4-FFF2-40B4-BE49-F238E27FC236}">
                  <a16:creationId xmlns:a16="http://schemas.microsoft.com/office/drawing/2014/main" id="{1F34185C-4498-7E0F-A467-13A3F2BDE5B2}"/>
                </a:ext>
              </a:extLst>
            </p:cNvPr>
            <p:cNvSpPr>
              <a:spLocks noGrp="1"/>
            </p:cNvSpPr>
            <p:nvPr/>
          </p:nvSpPr>
          <p:spPr>
            <a:xfrm>
              <a:off x="1377454" y="4025272"/>
              <a:ext cx="3293" cy="42195"/>
            </a:xfrm>
            <a:custGeom>
              <a:avLst/>
              <a:gdLst/>
              <a:ahLst/>
              <a:cxnLst/>
              <a:rect l="0" t="0" r="0" b="0"/>
              <a:pathLst>
                <a:path w="3293" h="42195">
                  <a:moveTo>
                    <a:pt x="3293" y="421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5" name="Input_receptor__1074">
              <a:extLst>
                <a:ext uri="{FF2B5EF4-FFF2-40B4-BE49-F238E27FC236}">
                  <a16:creationId xmlns:a16="http://schemas.microsoft.com/office/drawing/2014/main" id="{A4CD3A3D-381A-3DFC-11C2-97E5508E49FA}"/>
                </a:ext>
              </a:extLst>
            </p:cNvPr>
            <p:cNvSpPr>
              <a:spLocks noGrp="1"/>
            </p:cNvSpPr>
            <p:nvPr/>
          </p:nvSpPr>
          <p:spPr>
            <a:xfrm>
              <a:off x="1672097" y="4911518"/>
              <a:ext cx="31943" cy="30309"/>
            </a:xfrm>
            <a:custGeom>
              <a:avLst/>
              <a:gdLst/>
              <a:ahLst/>
              <a:cxnLst/>
              <a:rect l="0" t="0" r="0" b="0"/>
              <a:pathLst>
                <a:path w="31943" h="30309">
                  <a:moveTo>
                    <a:pt x="0" y="0"/>
                  </a:moveTo>
                  <a:lnTo>
                    <a:pt x="31943" y="3030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6" name="Input_receptor__1075">
              <a:extLst>
                <a:ext uri="{FF2B5EF4-FFF2-40B4-BE49-F238E27FC236}">
                  <a16:creationId xmlns:a16="http://schemas.microsoft.com/office/drawing/2014/main" id="{49671AE9-2FC6-FDA3-0643-4250BA4E2FB0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5589" cy="15498"/>
            </a:xfrm>
            <a:custGeom>
              <a:avLst/>
              <a:gdLst/>
              <a:ahLst/>
              <a:cxnLst/>
              <a:rect l="0" t="0" r="0" b="0"/>
              <a:pathLst>
                <a:path w="5589" h="15498">
                  <a:moveTo>
                    <a:pt x="0" y="0"/>
                  </a:moveTo>
                  <a:lnTo>
                    <a:pt x="5589" y="1549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7" name="Input_receptor__1076">
              <a:extLst>
                <a:ext uri="{FF2B5EF4-FFF2-40B4-BE49-F238E27FC236}">
                  <a16:creationId xmlns:a16="http://schemas.microsoft.com/office/drawing/2014/main" id="{05F77BAD-696D-E8E3-F6D2-C9401B234F74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37681"/>
              <a:ext cx="29479" cy="35322"/>
            </a:xfrm>
            <a:custGeom>
              <a:avLst/>
              <a:gdLst/>
              <a:ahLst/>
              <a:cxnLst/>
              <a:rect l="0" t="0" r="0" b="0"/>
              <a:pathLst>
                <a:path w="29479" h="35322">
                  <a:moveTo>
                    <a:pt x="0" y="35322"/>
                  </a:moveTo>
                  <a:lnTo>
                    <a:pt x="29479" y="0"/>
                  </a:lnTo>
                </a:path>
              </a:pathLst>
            </a:custGeom>
            <a:noFill/>
            <a:ln w="20003">
              <a:solidFill>
                <a:srgbClr val="8B9CAA"/>
              </a:solidFill>
            </a:ln>
          </p:spPr>
        </p:sp>
        <p:sp>
          <p:nvSpPr>
            <p:cNvPr id="1078" name="Input_receptor__1077">
              <a:extLst>
                <a:ext uri="{FF2B5EF4-FFF2-40B4-BE49-F238E27FC236}">
                  <a16:creationId xmlns:a16="http://schemas.microsoft.com/office/drawing/2014/main" id="{1D375A10-05C3-8856-48AD-2173F20CE2FF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120130"/>
              <a:ext cx="9998" cy="34248"/>
            </a:xfrm>
            <a:custGeom>
              <a:avLst/>
              <a:gdLst/>
              <a:ahLst/>
              <a:cxnLst/>
              <a:rect l="0" t="0" r="0" b="0"/>
              <a:pathLst>
                <a:path w="9998" h="34248">
                  <a:moveTo>
                    <a:pt x="0" y="0"/>
                  </a:moveTo>
                  <a:lnTo>
                    <a:pt x="9998" y="3424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9" name="Input_receptor__1078">
              <a:extLst>
                <a:ext uri="{FF2B5EF4-FFF2-40B4-BE49-F238E27FC236}">
                  <a16:creationId xmlns:a16="http://schemas.microsoft.com/office/drawing/2014/main" id="{9F52DCFC-F58A-D1CD-24FB-353299185CC7}"/>
                </a:ext>
              </a:extLst>
            </p:cNvPr>
            <p:cNvSpPr>
              <a:spLocks noGrp="1"/>
            </p:cNvSpPr>
            <p:nvPr/>
          </p:nvSpPr>
          <p:spPr>
            <a:xfrm>
              <a:off x="1208867" y="4341046"/>
              <a:ext cx="6665" cy="30850"/>
            </a:xfrm>
            <a:custGeom>
              <a:avLst/>
              <a:gdLst/>
              <a:ahLst/>
              <a:cxnLst/>
              <a:rect l="0" t="0" r="0" b="0"/>
              <a:pathLst>
                <a:path w="6665" h="30850">
                  <a:moveTo>
                    <a:pt x="0" y="30850"/>
                  </a:moveTo>
                  <a:lnTo>
                    <a:pt x="6665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0" name="Input_receptor__1079">
              <a:extLst>
                <a:ext uri="{FF2B5EF4-FFF2-40B4-BE49-F238E27FC236}">
                  <a16:creationId xmlns:a16="http://schemas.microsoft.com/office/drawing/2014/main" id="{30973F6B-8F80-C4B4-1FA1-189A66AB4BDF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93081"/>
              <a:ext cx="45190" cy="17087"/>
            </a:xfrm>
            <a:custGeom>
              <a:avLst/>
              <a:gdLst/>
              <a:ahLst/>
              <a:cxnLst/>
              <a:rect l="0" t="0" r="0" b="0"/>
              <a:pathLst>
                <a:path w="45190" h="17087">
                  <a:moveTo>
                    <a:pt x="0" y="0"/>
                  </a:moveTo>
                  <a:lnTo>
                    <a:pt x="45190" y="17087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1" name="Input_receptor__1080">
              <a:extLst>
                <a:ext uri="{FF2B5EF4-FFF2-40B4-BE49-F238E27FC236}">
                  <a16:creationId xmlns:a16="http://schemas.microsoft.com/office/drawing/2014/main" id="{31BAC564-49E3-4B0C-49AF-FEBE5C1B1E65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55019"/>
              <a:ext cx="39796" cy="8357"/>
            </a:xfrm>
            <a:custGeom>
              <a:avLst/>
              <a:gdLst/>
              <a:ahLst/>
              <a:cxnLst/>
              <a:rect l="0" t="0" r="0" b="0"/>
              <a:pathLst>
                <a:path w="39796" h="8357">
                  <a:moveTo>
                    <a:pt x="39796" y="8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2" name="Input_receptor__1081">
              <a:extLst>
                <a:ext uri="{FF2B5EF4-FFF2-40B4-BE49-F238E27FC236}">
                  <a16:creationId xmlns:a16="http://schemas.microsoft.com/office/drawing/2014/main" id="{D81436C2-DEE7-DC0A-F7E8-F5CFC481483B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39025" cy="3754"/>
            </a:xfrm>
            <a:custGeom>
              <a:avLst/>
              <a:gdLst/>
              <a:ahLst/>
              <a:cxnLst/>
              <a:rect l="0" t="0" r="0" b="0"/>
              <a:pathLst>
                <a:path w="39025" h="3754">
                  <a:moveTo>
                    <a:pt x="0" y="0"/>
                  </a:moveTo>
                  <a:lnTo>
                    <a:pt x="39025" y="3754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3" name="Input_receptor__1082">
              <a:extLst>
                <a:ext uri="{FF2B5EF4-FFF2-40B4-BE49-F238E27FC236}">
                  <a16:creationId xmlns:a16="http://schemas.microsoft.com/office/drawing/2014/main" id="{516C3E4F-5E18-AEA9-19BB-91897A5A3E72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6885"/>
              <a:ext cx="10867" cy="15855"/>
            </a:xfrm>
            <a:custGeom>
              <a:avLst/>
              <a:gdLst/>
              <a:ahLst/>
              <a:cxnLst/>
              <a:rect l="0" t="0" r="0" b="0"/>
              <a:pathLst>
                <a:path w="10867" h="15855">
                  <a:moveTo>
                    <a:pt x="10867" y="0"/>
                  </a:moveTo>
                  <a:lnTo>
                    <a:pt x="0" y="15855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4" name="Input_receptor__1083">
              <a:extLst>
                <a:ext uri="{FF2B5EF4-FFF2-40B4-BE49-F238E27FC236}">
                  <a16:creationId xmlns:a16="http://schemas.microsoft.com/office/drawing/2014/main" id="{BF1196BE-207E-A3C2-055D-31EE1BE8D058}"/>
                </a:ext>
              </a:extLst>
            </p:cNvPr>
            <p:cNvSpPr>
              <a:spLocks noGrp="1"/>
            </p:cNvSpPr>
            <p:nvPr/>
          </p:nvSpPr>
          <p:spPr>
            <a:xfrm>
              <a:off x="1767284" y="5115766"/>
              <a:ext cx="45042" cy="9562"/>
            </a:xfrm>
            <a:custGeom>
              <a:avLst/>
              <a:gdLst/>
              <a:ahLst/>
              <a:cxnLst/>
              <a:rect l="0" t="0" r="0" b="0"/>
              <a:pathLst>
                <a:path w="45042" h="9562">
                  <a:moveTo>
                    <a:pt x="45042" y="9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5" name="Input_receptor__1084">
              <a:extLst>
                <a:ext uri="{FF2B5EF4-FFF2-40B4-BE49-F238E27FC236}">
                  <a16:creationId xmlns:a16="http://schemas.microsoft.com/office/drawing/2014/main" id="{2BEFD27B-9036-0CCF-BF9A-BFB4FE30EC94}"/>
                </a:ext>
              </a:extLst>
            </p:cNvPr>
            <p:cNvSpPr>
              <a:spLocks noGrp="1"/>
            </p:cNvSpPr>
            <p:nvPr/>
          </p:nvSpPr>
          <p:spPr>
            <a:xfrm>
              <a:off x="1643984" y="4612638"/>
              <a:ext cx="3070" cy="33974"/>
            </a:xfrm>
            <a:custGeom>
              <a:avLst/>
              <a:gdLst/>
              <a:ahLst/>
              <a:cxnLst/>
              <a:rect l="0" t="0" r="0" b="0"/>
              <a:pathLst>
                <a:path w="3070" h="33974">
                  <a:moveTo>
                    <a:pt x="0" y="33974"/>
                  </a:moveTo>
                  <a:lnTo>
                    <a:pt x="3070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6" name="Input_receptor__1085">
              <a:extLst>
                <a:ext uri="{FF2B5EF4-FFF2-40B4-BE49-F238E27FC236}">
                  <a16:creationId xmlns:a16="http://schemas.microsoft.com/office/drawing/2014/main" id="{CAFF85D9-9C0D-5255-1583-21118E27B093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27445"/>
              <a:ext cx="21130" cy="11541"/>
            </a:xfrm>
            <a:custGeom>
              <a:avLst/>
              <a:gdLst/>
              <a:ahLst/>
              <a:cxnLst/>
              <a:rect l="0" t="0" r="0" b="0"/>
              <a:pathLst>
                <a:path w="21130" h="11541">
                  <a:moveTo>
                    <a:pt x="0" y="11541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7" name="Input_receptor__1086">
              <a:extLst>
                <a:ext uri="{FF2B5EF4-FFF2-40B4-BE49-F238E27FC236}">
                  <a16:creationId xmlns:a16="http://schemas.microsoft.com/office/drawing/2014/main" id="{4C698E1B-A88D-64EB-DF0B-D15E93F496BC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281758"/>
              <a:ext cx="17675" cy="36380"/>
            </a:xfrm>
            <a:custGeom>
              <a:avLst/>
              <a:gdLst/>
              <a:ahLst/>
              <a:cxnLst/>
              <a:rect l="0" t="0" r="0" b="0"/>
              <a:pathLst>
                <a:path w="17675" h="36380">
                  <a:moveTo>
                    <a:pt x="0" y="36380"/>
                  </a:moveTo>
                  <a:lnTo>
                    <a:pt x="1767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8" name="Input_receptor__1087">
              <a:extLst>
                <a:ext uri="{FF2B5EF4-FFF2-40B4-BE49-F238E27FC236}">
                  <a16:creationId xmlns:a16="http://schemas.microsoft.com/office/drawing/2014/main" id="{8509C7A4-4580-298C-A9BD-9BE7AE092AB6}"/>
                </a:ext>
              </a:extLst>
            </p:cNvPr>
            <p:cNvSpPr>
              <a:spLocks noGrp="1"/>
            </p:cNvSpPr>
            <p:nvPr/>
          </p:nvSpPr>
          <p:spPr>
            <a:xfrm>
              <a:off x="993424" y="5046840"/>
              <a:ext cx="17475" cy="40447"/>
            </a:xfrm>
            <a:custGeom>
              <a:avLst/>
              <a:gdLst/>
              <a:ahLst/>
              <a:cxnLst/>
              <a:rect l="0" t="0" r="0" b="0"/>
              <a:pathLst>
                <a:path w="17475" h="40447">
                  <a:moveTo>
                    <a:pt x="0" y="40447"/>
                  </a:moveTo>
                  <a:lnTo>
                    <a:pt x="17475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89" name="Input_receptor__1088">
              <a:extLst>
                <a:ext uri="{FF2B5EF4-FFF2-40B4-BE49-F238E27FC236}">
                  <a16:creationId xmlns:a16="http://schemas.microsoft.com/office/drawing/2014/main" id="{E0C42778-5D9C-36B1-68F4-833A464FE8EC}"/>
                </a:ext>
              </a:extLst>
            </p:cNvPr>
            <p:cNvSpPr>
              <a:spLocks noGrp="1"/>
            </p:cNvSpPr>
            <p:nvPr/>
          </p:nvSpPr>
          <p:spPr>
            <a:xfrm>
              <a:off x="1104753" y="4468040"/>
              <a:ext cx="13606" cy="29052"/>
            </a:xfrm>
            <a:custGeom>
              <a:avLst/>
              <a:gdLst/>
              <a:ahLst/>
              <a:cxnLst/>
              <a:rect l="0" t="0" r="0" b="0"/>
              <a:pathLst>
                <a:path w="13606" h="29052">
                  <a:moveTo>
                    <a:pt x="0" y="29052"/>
                  </a:moveTo>
                  <a:lnTo>
                    <a:pt x="13606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0" name="Input_receptor__1089">
              <a:extLst>
                <a:ext uri="{FF2B5EF4-FFF2-40B4-BE49-F238E27FC236}">
                  <a16:creationId xmlns:a16="http://schemas.microsoft.com/office/drawing/2014/main" id="{26955519-41B7-4C71-569D-020204D280CF}"/>
                </a:ext>
              </a:extLst>
            </p:cNvPr>
            <p:cNvSpPr>
              <a:spLocks noGrp="1"/>
            </p:cNvSpPr>
            <p:nvPr/>
          </p:nvSpPr>
          <p:spPr>
            <a:xfrm>
              <a:off x="1196958" y="5026335"/>
              <a:ext cx="16502" cy="44083"/>
            </a:xfrm>
            <a:custGeom>
              <a:avLst/>
              <a:gdLst/>
              <a:ahLst/>
              <a:cxnLst/>
              <a:rect l="0" t="0" r="0" b="0"/>
              <a:pathLst>
                <a:path w="16502" h="44083">
                  <a:moveTo>
                    <a:pt x="0" y="44083"/>
                  </a:moveTo>
                  <a:lnTo>
                    <a:pt x="16502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1" name="Input_receptor__1090">
              <a:extLst>
                <a:ext uri="{FF2B5EF4-FFF2-40B4-BE49-F238E27FC236}">
                  <a16:creationId xmlns:a16="http://schemas.microsoft.com/office/drawing/2014/main" id="{03D4BF90-F667-4EED-A63D-4891B49A9423}"/>
                </a:ext>
              </a:extLst>
            </p:cNvPr>
            <p:cNvSpPr>
              <a:spLocks noGrp="1"/>
            </p:cNvSpPr>
            <p:nvPr/>
          </p:nvSpPr>
          <p:spPr>
            <a:xfrm>
              <a:off x="1550196" y="4739791"/>
              <a:ext cx="31918" cy="1978"/>
            </a:xfrm>
            <a:custGeom>
              <a:avLst/>
              <a:gdLst/>
              <a:ahLst/>
              <a:cxnLst/>
              <a:rect l="0" t="0" r="0" b="0"/>
              <a:pathLst>
                <a:path w="31918" h="1978">
                  <a:moveTo>
                    <a:pt x="0" y="0"/>
                  </a:moveTo>
                  <a:lnTo>
                    <a:pt x="31918" y="1978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2" name="Input_receptor__1091">
              <a:extLst>
                <a:ext uri="{FF2B5EF4-FFF2-40B4-BE49-F238E27FC236}">
                  <a16:creationId xmlns:a16="http://schemas.microsoft.com/office/drawing/2014/main" id="{3D3898CC-3CD0-46E7-C626-F2B381CDB888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893378"/>
              <a:ext cx="29638" cy="34162"/>
            </a:xfrm>
            <a:custGeom>
              <a:avLst/>
              <a:gdLst/>
              <a:ahLst/>
              <a:cxnLst/>
              <a:rect l="0" t="0" r="0" b="0"/>
              <a:pathLst>
                <a:path w="29638" h="34162">
                  <a:moveTo>
                    <a:pt x="29638" y="0"/>
                  </a:moveTo>
                  <a:lnTo>
                    <a:pt x="0" y="34162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3" name="Input_receptor__1092">
              <a:extLst>
                <a:ext uri="{FF2B5EF4-FFF2-40B4-BE49-F238E27FC236}">
                  <a16:creationId xmlns:a16="http://schemas.microsoft.com/office/drawing/2014/main" id="{6DA70E76-F941-B2D0-13BE-E700F7A1A12E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396766"/>
              <a:ext cx="33748" cy="34011"/>
            </a:xfrm>
            <a:custGeom>
              <a:avLst/>
              <a:gdLst/>
              <a:ahLst/>
              <a:cxnLst/>
              <a:rect l="0" t="0" r="0" b="0"/>
              <a:pathLst>
                <a:path w="33748" h="34011">
                  <a:moveTo>
                    <a:pt x="33748" y="0"/>
                  </a:moveTo>
                  <a:lnTo>
                    <a:pt x="0" y="34011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4" name="Input_receptor__1093">
              <a:extLst>
                <a:ext uri="{FF2B5EF4-FFF2-40B4-BE49-F238E27FC236}">
                  <a16:creationId xmlns:a16="http://schemas.microsoft.com/office/drawing/2014/main" id="{68C5EEF0-AD02-6663-B2E3-3B7B7D617711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4662"/>
              <a:ext cx="24225" cy="13152"/>
            </a:xfrm>
            <a:custGeom>
              <a:avLst/>
              <a:gdLst/>
              <a:ahLst/>
              <a:cxnLst/>
              <a:rect l="0" t="0" r="0" b="0"/>
              <a:pathLst>
                <a:path w="24225" h="13152">
                  <a:moveTo>
                    <a:pt x="24225" y="13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5" name="Input_receptor__1094">
              <a:extLst>
                <a:ext uri="{FF2B5EF4-FFF2-40B4-BE49-F238E27FC236}">
                  <a16:creationId xmlns:a16="http://schemas.microsoft.com/office/drawing/2014/main" id="{D9F0481A-6A9A-9AF6-D9A7-A92D881E9709}"/>
                </a:ext>
              </a:extLst>
            </p:cNvPr>
            <p:cNvSpPr>
              <a:spLocks noGrp="1"/>
            </p:cNvSpPr>
            <p:nvPr/>
          </p:nvSpPr>
          <p:spPr>
            <a:xfrm>
              <a:off x="1095335" y="4290956"/>
              <a:ext cx="45977" cy="4033"/>
            </a:xfrm>
            <a:custGeom>
              <a:avLst/>
              <a:gdLst/>
              <a:ahLst/>
              <a:cxnLst/>
              <a:rect l="0" t="0" r="0" b="0"/>
              <a:pathLst>
                <a:path w="45977" h="4033">
                  <a:moveTo>
                    <a:pt x="45977" y="40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6" name="Input_receptor__1095">
              <a:extLst>
                <a:ext uri="{FF2B5EF4-FFF2-40B4-BE49-F238E27FC236}">
                  <a16:creationId xmlns:a16="http://schemas.microsoft.com/office/drawing/2014/main" id="{F317ECE5-DF62-DD62-9F3D-326B086E8C2D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41126"/>
              <a:ext cx="23262" cy="41868"/>
            </a:xfrm>
            <a:custGeom>
              <a:avLst/>
              <a:gdLst/>
              <a:ahLst/>
              <a:cxnLst/>
              <a:rect l="0" t="0" r="0" b="0"/>
              <a:pathLst>
                <a:path w="23262" h="41868">
                  <a:moveTo>
                    <a:pt x="0" y="0"/>
                  </a:moveTo>
                  <a:lnTo>
                    <a:pt x="23262" y="41868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7" name="Input_receptor__1096">
              <a:extLst>
                <a:ext uri="{FF2B5EF4-FFF2-40B4-BE49-F238E27FC236}">
                  <a16:creationId xmlns:a16="http://schemas.microsoft.com/office/drawing/2014/main" id="{48DD719D-4379-FA76-DBDF-60A4C6F7F80A}"/>
                </a:ext>
              </a:extLst>
            </p:cNvPr>
            <p:cNvSpPr>
              <a:spLocks noGrp="1"/>
            </p:cNvSpPr>
            <p:nvPr/>
          </p:nvSpPr>
          <p:spPr>
            <a:xfrm>
              <a:off x="1013359" y="4742413"/>
              <a:ext cx="47464" cy="8926"/>
            </a:xfrm>
            <a:custGeom>
              <a:avLst/>
              <a:gdLst/>
              <a:ahLst/>
              <a:cxnLst/>
              <a:rect l="0" t="0" r="0" b="0"/>
              <a:pathLst>
                <a:path w="47464" h="8926">
                  <a:moveTo>
                    <a:pt x="47464" y="0"/>
                  </a:moveTo>
                  <a:lnTo>
                    <a:pt x="0" y="892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8" name="Input_receptor__1097">
              <a:extLst>
                <a:ext uri="{FF2B5EF4-FFF2-40B4-BE49-F238E27FC236}">
                  <a16:creationId xmlns:a16="http://schemas.microsoft.com/office/drawing/2014/main" id="{AC818E53-0784-6397-AAAC-A371396238C1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65460"/>
              <a:ext cx="17445" cy="10467"/>
            </a:xfrm>
            <a:custGeom>
              <a:avLst/>
              <a:gdLst/>
              <a:ahLst/>
              <a:cxnLst/>
              <a:rect l="0" t="0" r="0" b="0"/>
              <a:pathLst>
                <a:path w="17445" h="10467">
                  <a:moveTo>
                    <a:pt x="17445" y="0"/>
                  </a:moveTo>
                  <a:lnTo>
                    <a:pt x="0" y="104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9" name="Input_receptor__1098">
              <a:extLst>
                <a:ext uri="{FF2B5EF4-FFF2-40B4-BE49-F238E27FC236}">
                  <a16:creationId xmlns:a16="http://schemas.microsoft.com/office/drawing/2014/main" id="{A24D8A8A-BA72-9EC2-E525-6C8189A69E6F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72727"/>
              <a:ext cx="44355" cy="18132"/>
            </a:xfrm>
            <a:custGeom>
              <a:avLst/>
              <a:gdLst/>
              <a:ahLst/>
              <a:cxnLst/>
              <a:rect l="0" t="0" r="0" b="0"/>
              <a:pathLst>
                <a:path w="44355" h="18132">
                  <a:moveTo>
                    <a:pt x="0" y="18132"/>
                  </a:moveTo>
                  <a:lnTo>
                    <a:pt x="4435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0" name="Input_receptor__1099">
              <a:extLst>
                <a:ext uri="{FF2B5EF4-FFF2-40B4-BE49-F238E27FC236}">
                  <a16:creationId xmlns:a16="http://schemas.microsoft.com/office/drawing/2014/main" id="{1FA6F3FB-B27B-A2E7-B394-2010CD35098E}"/>
                </a:ext>
              </a:extLst>
            </p:cNvPr>
            <p:cNvSpPr>
              <a:spLocks noGrp="1"/>
            </p:cNvSpPr>
            <p:nvPr/>
          </p:nvSpPr>
          <p:spPr>
            <a:xfrm>
              <a:off x="1427542" y="4272617"/>
              <a:ext cx="23167" cy="42503"/>
            </a:xfrm>
            <a:custGeom>
              <a:avLst/>
              <a:gdLst/>
              <a:ahLst/>
              <a:cxnLst/>
              <a:rect l="0" t="0" r="0" b="0"/>
              <a:pathLst>
                <a:path w="23167" h="42503">
                  <a:moveTo>
                    <a:pt x="0" y="0"/>
                  </a:moveTo>
                  <a:lnTo>
                    <a:pt x="23167" y="42503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1" name="Input_receptor__1100">
              <a:extLst>
                <a:ext uri="{FF2B5EF4-FFF2-40B4-BE49-F238E27FC236}">
                  <a16:creationId xmlns:a16="http://schemas.microsoft.com/office/drawing/2014/main" id="{E989D75E-ECFE-0AC4-71DA-682002982AE1}"/>
                </a:ext>
              </a:extLst>
            </p:cNvPr>
            <p:cNvSpPr>
              <a:spLocks noGrp="1"/>
            </p:cNvSpPr>
            <p:nvPr/>
          </p:nvSpPr>
          <p:spPr>
            <a:xfrm>
              <a:off x="1489012" y="4781021"/>
              <a:ext cx="45779" cy="15996"/>
            </a:xfrm>
            <a:custGeom>
              <a:avLst/>
              <a:gdLst/>
              <a:ahLst/>
              <a:cxnLst/>
              <a:rect l="0" t="0" r="0" b="0"/>
              <a:pathLst>
                <a:path w="45779" h="15996">
                  <a:moveTo>
                    <a:pt x="0" y="0"/>
                  </a:moveTo>
                  <a:lnTo>
                    <a:pt x="45779" y="1599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2" name="Input_receptor__1101">
              <a:extLst>
                <a:ext uri="{FF2B5EF4-FFF2-40B4-BE49-F238E27FC236}">
                  <a16:creationId xmlns:a16="http://schemas.microsoft.com/office/drawing/2014/main" id="{94F593E5-6620-07E8-9801-5EBDE623FFF6}"/>
                </a:ext>
              </a:extLst>
            </p:cNvPr>
            <p:cNvSpPr>
              <a:spLocks noGrp="1"/>
            </p:cNvSpPr>
            <p:nvPr/>
          </p:nvSpPr>
          <p:spPr>
            <a:xfrm>
              <a:off x="1607562" y="5074035"/>
              <a:ext cx="45864" cy="11733"/>
            </a:xfrm>
            <a:custGeom>
              <a:avLst/>
              <a:gdLst/>
              <a:ahLst/>
              <a:cxnLst/>
              <a:rect l="0" t="0" r="0" b="0"/>
              <a:pathLst>
                <a:path w="45864" h="11733">
                  <a:moveTo>
                    <a:pt x="45864" y="0"/>
                  </a:moveTo>
                  <a:lnTo>
                    <a:pt x="0" y="11733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3" name="Input_receptor__1102">
              <a:extLst>
                <a:ext uri="{FF2B5EF4-FFF2-40B4-BE49-F238E27FC236}">
                  <a16:creationId xmlns:a16="http://schemas.microsoft.com/office/drawing/2014/main" id="{B400A288-91B0-BFF8-8B81-70EF86DDDCA4}"/>
                </a:ext>
              </a:extLst>
            </p:cNvPr>
            <p:cNvSpPr>
              <a:spLocks noGrp="1"/>
            </p:cNvSpPr>
            <p:nvPr/>
          </p:nvSpPr>
          <p:spPr>
            <a:xfrm>
              <a:off x="1007068" y="5481373"/>
              <a:ext cx="1906" cy="46112"/>
            </a:xfrm>
            <a:custGeom>
              <a:avLst/>
              <a:gdLst/>
              <a:ahLst/>
              <a:cxnLst/>
              <a:rect l="0" t="0" r="0" b="0"/>
              <a:pathLst>
                <a:path w="1906" h="46112">
                  <a:moveTo>
                    <a:pt x="0" y="0"/>
                  </a:moveTo>
                  <a:lnTo>
                    <a:pt x="1906" y="46112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4" name="Input_receptor__1103">
              <a:extLst>
                <a:ext uri="{FF2B5EF4-FFF2-40B4-BE49-F238E27FC236}">
                  <a16:creationId xmlns:a16="http://schemas.microsoft.com/office/drawing/2014/main" id="{39360D0D-939B-B51A-C406-CF71B4780422}"/>
                </a:ext>
              </a:extLst>
            </p:cNvPr>
            <p:cNvSpPr>
              <a:spLocks noGrp="1"/>
            </p:cNvSpPr>
            <p:nvPr/>
          </p:nvSpPr>
          <p:spPr>
            <a:xfrm>
              <a:off x="1088168" y="5406332"/>
              <a:ext cx="44468" cy="18426"/>
            </a:xfrm>
            <a:custGeom>
              <a:avLst/>
              <a:gdLst/>
              <a:ahLst/>
              <a:cxnLst/>
              <a:rect l="0" t="0" r="0" b="0"/>
              <a:pathLst>
                <a:path w="44468" h="18426">
                  <a:moveTo>
                    <a:pt x="44468" y="184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5" name="Input_receptor__1104">
              <a:extLst>
                <a:ext uri="{FF2B5EF4-FFF2-40B4-BE49-F238E27FC236}">
                  <a16:creationId xmlns:a16="http://schemas.microsoft.com/office/drawing/2014/main" id="{4488C8FE-6700-9D0E-160C-583A2DA4E651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66837"/>
              <a:ext cx="18369" cy="9240"/>
            </a:xfrm>
            <a:custGeom>
              <a:avLst/>
              <a:gdLst/>
              <a:ahLst/>
              <a:cxnLst/>
              <a:rect l="0" t="0" r="0" b="0"/>
              <a:pathLst>
                <a:path w="18369" h="9240">
                  <a:moveTo>
                    <a:pt x="0" y="9240"/>
                  </a:moveTo>
                  <a:lnTo>
                    <a:pt x="18369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6" name="Input_receptor__1105">
              <a:extLst>
                <a:ext uri="{FF2B5EF4-FFF2-40B4-BE49-F238E27FC236}">
                  <a16:creationId xmlns:a16="http://schemas.microsoft.com/office/drawing/2014/main" id="{E39DC712-E7C3-9BE3-5B2C-3D382918938D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70893"/>
              <a:ext cx="14981" cy="19167"/>
            </a:xfrm>
            <a:custGeom>
              <a:avLst/>
              <a:gdLst/>
              <a:ahLst/>
              <a:cxnLst/>
              <a:rect l="0" t="0" r="0" b="0"/>
              <a:pathLst>
                <a:path w="14981" h="19167">
                  <a:moveTo>
                    <a:pt x="14981" y="0"/>
                  </a:moveTo>
                  <a:lnTo>
                    <a:pt x="0" y="191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7" name="Input_receptor__1106">
              <a:extLst>
                <a:ext uri="{FF2B5EF4-FFF2-40B4-BE49-F238E27FC236}">
                  <a16:creationId xmlns:a16="http://schemas.microsoft.com/office/drawing/2014/main" id="{CD3645AF-CF49-8539-B304-9DBF4B708E6B}"/>
                </a:ext>
              </a:extLst>
            </p:cNvPr>
            <p:cNvSpPr>
              <a:spLocks noGrp="1"/>
            </p:cNvSpPr>
            <p:nvPr/>
          </p:nvSpPr>
          <p:spPr>
            <a:xfrm>
              <a:off x="1010899" y="5034697"/>
              <a:ext cx="26070" cy="12143"/>
            </a:xfrm>
            <a:custGeom>
              <a:avLst/>
              <a:gdLst/>
              <a:ahLst/>
              <a:cxnLst/>
              <a:rect l="0" t="0" r="0" b="0"/>
              <a:pathLst>
                <a:path w="26070" h="12143">
                  <a:moveTo>
                    <a:pt x="0" y="12143"/>
                  </a:moveTo>
                  <a:lnTo>
                    <a:pt x="2607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8" name="Input_receptor__1107">
              <a:extLst>
                <a:ext uri="{FF2B5EF4-FFF2-40B4-BE49-F238E27FC236}">
                  <a16:creationId xmlns:a16="http://schemas.microsoft.com/office/drawing/2014/main" id="{37DFBB07-38CE-7531-03B1-566107AE9800}"/>
                </a:ext>
              </a:extLst>
            </p:cNvPr>
            <p:cNvSpPr>
              <a:spLocks noGrp="1"/>
            </p:cNvSpPr>
            <p:nvPr/>
          </p:nvSpPr>
          <p:spPr>
            <a:xfrm>
              <a:off x="1612092" y="5222656"/>
              <a:ext cx="3959" cy="44230"/>
            </a:xfrm>
            <a:custGeom>
              <a:avLst/>
              <a:gdLst/>
              <a:ahLst/>
              <a:cxnLst/>
              <a:rect l="0" t="0" r="0" b="0"/>
              <a:pathLst>
                <a:path w="3959" h="44230">
                  <a:moveTo>
                    <a:pt x="3959" y="0"/>
                  </a:moveTo>
                  <a:lnTo>
                    <a:pt x="0" y="4423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09" name="Input_receptor__1108">
              <a:extLst>
                <a:ext uri="{FF2B5EF4-FFF2-40B4-BE49-F238E27FC236}">
                  <a16:creationId xmlns:a16="http://schemas.microsoft.com/office/drawing/2014/main" id="{7FE9CD14-152C-8CC6-9B5B-5D5419ABC0C0}"/>
                </a:ext>
              </a:extLst>
            </p:cNvPr>
            <p:cNvSpPr>
              <a:spLocks noGrp="1"/>
            </p:cNvSpPr>
            <p:nvPr/>
          </p:nvSpPr>
          <p:spPr>
            <a:xfrm>
              <a:off x="1449896" y="4597746"/>
              <a:ext cx="32868" cy="12423"/>
            </a:xfrm>
            <a:custGeom>
              <a:avLst/>
              <a:gdLst/>
              <a:ahLst/>
              <a:cxnLst/>
              <a:rect l="0" t="0" r="0" b="0"/>
              <a:pathLst>
                <a:path w="32868" h="12423">
                  <a:moveTo>
                    <a:pt x="0" y="12423"/>
                  </a:moveTo>
                  <a:lnTo>
                    <a:pt x="32868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0" name="Input_receptor__1109">
              <a:extLst>
                <a:ext uri="{FF2B5EF4-FFF2-40B4-BE49-F238E27FC236}">
                  <a16:creationId xmlns:a16="http://schemas.microsoft.com/office/drawing/2014/main" id="{2AEBC352-84D6-BC29-6828-DD67B7787027}"/>
                </a:ext>
              </a:extLst>
            </p:cNvPr>
            <p:cNvSpPr>
              <a:spLocks noGrp="1"/>
            </p:cNvSpPr>
            <p:nvPr/>
          </p:nvSpPr>
          <p:spPr>
            <a:xfrm>
              <a:off x="1156847" y="4709358"/>
              <a:ext cx="38792" cy="17138"/>
            </a:xfrm>
            <a:custGeom>
              <a:avLst/>
              <a:gdLst/>
              <a:ahLst/>
              <a:cxnLst/>
              <a:rect l="0" t="0" r="0" b="0"/>
              <a:pathLst>
                <a:path w="38792" h="17138">
                  <a:moveTo>
                    <a:pt x="38792" y="0"/>
                  </a:moveTo>
                  <a:lnTo>
                    <a:pt x="0" y="17138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1" name="Input_receptor__1110">
              <a:extLst>
                <a:ext uri="{FF2B5EF4-FFF2-40B4-BE49-F238E27FC236}">
                  <a16:creationId xmlns:a16="http://schemas.microsoft.com/office/drawing/2014/main" id="{C779C58B-146D-6649-8517-F0E94A921EDF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7426"/>
              <a:ext cx="20079" cy="24145"/>
            </a:xfrm>
            <a:custGeom>
              <a:avLst/>
              <a:gdLst/>
              <a:ahLst/>
              <a:cxnLst/>
              <a:rect l="0" t="0" r="0" b="0"/>
              <a:pathLst>
                <a:path w="20079" h="24145">
                  <a:moveTo>
                    <a:pt x="0" y="24145"/>
                  </a:moveTo>
                  <a:lnTo>
                    <a:pt x="20079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2" name="Input_receptor__1111">
              <a:extLst>
                <a:ext uri="{FF2B5EF4-FFF2-40B4-BE49-F238E27FC236}">
                  <a16:creationId xmlns:a16="http://schemas.microsoft.com/office/drawing/2014/main" id="{F3EFC118-1C9C-F200-B1BE-A1A4936E9587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798709"/>
              <a:ext cx="7621" cy="41199"/>
            </a:xfrm>
            <a:custGeom>
              <a:avLst/>
              <a:gdLst/>
              <a:ahLst/>
              <a:cxnLst/>
              <a:rect l="0" t="0" r="0" b="0"/>
              <a:pathLst>
                <a:path w="7621" h="41199">
                  <a:moveTo>
                    <a:pt x="0" y="41199"/>
                  </a:moveTo>
                  <a:lnTo>
                    <a:pt x="7621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3" name="Input_receptor__1112">
              <a:extLst>
                <a:ext uri="{FF2B5EF4-FFF2-40B4-BE49-F238E27FC236}">
                  <a16:creationId xmlns:a16="http://schemas.microsoft.com/office/drawing/2014/main" id="{24739ECF-FD6A-AA13-8BB5-B341A0C058AA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9549" cy="5196"/>
            </a:xfrm>
            <a:custGeom>
              <a:avLst/>
              <a:gdLst/>
              <a:ahLst/>
              <a:cxnLst/>
              <a:rect l="0" t="0" r="0" b="0"/>
              <a:pathLst>
                <a:path w="9549" h="5196">
                  <a:moveTo>
                    <a:pt x="9549" y="51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4" name="Input_receptor__1113">
              <a:extLst>
                <a:ext uri="{FF2B5EF4-FFF2-40B4-BE49-F238E27FC236}">
                  <a16:creationId xmlns:a16="http://schemas.microsoft.com/office/drawing/2014/main" id="{D6BE9E02-48C3-4717-7858-29C92752BDB6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212664"/>
              <a:ext cx="10764" cy="11567"/>
            </a:xfrm>
            <a:custGeom>
              <a:avLst/>
              <a:gdLst/>
              <a:ahLst/>
              <a:cxnLst/>
              <a:rect l="0" t="0" r="0" b="0"/>
              <a:pathLst>
                <a:path w="10764" h="11567">
                  <a:moveTo>
                    <a:pt x="0" y="0"/>
                  </a:moveTo>
                  <a:lnTo>
                    <a:pt x="10764" y="11567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5" name="Input_receptor__1114">
              <a:extLst>
                <a:ext uri="{FF2B5EF4-FFF2-40B4-BE49-F238E27FC236}">
                  <a16:creationId xmlns:a16="http://schemas.microsoft.com/office/drawing/2014/main" id="{B6524475-52DD-AEFF-D3A2-BA13AB99ED04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53384"/>
              <a:ext cx="13847" cy="36520"/>
            </a:xfrm>
            <a:custGeom>
              <a:avLst/>
              <a:gdLst/>
              <a:ahLst/>
              <a:cxnLst/>
              <a:rect l="0" t="0" r="0" b="0"/>
              <a:pathLst>
                <a:path w="13847" h="36520">
                  <a:moveTo>
                    <a:pt x="13847" y="36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6" name="Input_receptor__1115">
              <a:extLst>
                <a:ext uri="{FF2B5EF4-FFF2-40B4-BE49-F238E27FC236}">
                  <a16:creationId xmlns:a16="http://schemas.microsoft.com/office/drawing/2014/main" id="{71A7E7F4-C5F8-1956-C4A5-FE4B8B32E531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65070"/>
              <a:ext cx="27056" cy="18110"/>
            </a:xfrm>
            <a:custGeom>
              <a:avLst/>
              <a:gdLst/>
              <a:ahLst/>
              <a:cxnLst/>
              <a:rect l="0" t="0" r="0" b="0"/>
              <a:pathLst>
                <a:path w="27056" h="18110">
                  <a:moveTo>
                    <a:pt x="0" y="18110"/>
                  </a:moveTo>
                  <a:lnTo>
                    <a:pt x="27056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7" name="Input_receptor__1116">
              <a:extLst>
                <a:ext uri="{FF2B5EF4-FFF2-40B4-BE49-F238E27FC236}">
                  <a16:creationId xmlns:a16="http://schemas.microsoft.com/office/drawing/2014/main" id="{24164FFE-593A-F261-0E40-D89BC9402810}"/>
                </a:ext>
              </a:extLst>
            </p:cNvPr>
            <p:cNvSpPr>
              <a:spLocks noGrp="1"/>
            </p:cNvSpPr>
            <p:nvPr/>
          </p:nvSpPr>
          <p:spPr>
            <a:xfrm>
              <a:off x="1151504" y="5070418"/>
              <a:ext cx="45454" cy="6596"/>
            </a:xfrm>
            <a:custGeom>
              <a:avLst/>
              <a:gdLst/>
              <a:ahLst/>
              <a:cxnLst/>
              <a:rect l="0" t="0" r="0" b="0"/>
              <a:pathLst>
                <a:path w="45454" h="6596">
                  <a:moveTo>
                    <a:pt x="0" y="6596"/>
                  </a:moveTo>
                  <a:lnTo>
                    <a:pt x="45454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8" name="Input_receptor__1117">
              <a:extLst>
                <a:ext uri="{FF2B5EF4-FFF2-40B4-BE49-F238E27FC236}">
                  <a16:creationId xmlns:a16="http://schemas.microsoft.com/office/drawing/2014/main" id="{B148DDB3-D1B6-2240-D770-43565712BA24}"/>
                </a:ext>
              </a:extLst>
            </p:cNvPr>
            <p:cNvSpPr>
              <a:spLocks noGrp="1"/>
            </p:cNvSpPr>
            <p:nvPr/>
          </p:nvSpPr>
          <p:spPr>
            <a:xfrm>
              <a:off x="1601007" y="4646612"/>
              <a:ext cx="42977" cy="20646"/>
            </a:xfrm>
            <a:custGeom>
              <a:avLst/>
              <a:gdLst/>
              <a:ahLst/>
              <a:cxnLst/>
              <a:rect l="0" t="0" r="0" b="0"/>
              <a:pathLst>
                <a:path w="42977" h="20646">
                  <a:moveTo>
                    <a:pt x="0" y="20646"/>
                  </a:moveTo>
                  <a:lnTo>
                    <a:pt x="42977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9" name="Input_receptor__1118">
              <a:extLst>
                <a:ext uri="{FF2B5EF4-FFF2-40B4-BE49-F238E27FC236}">
                  <a16:creationId xmlns:a16="http://schemas.microsoft.com/office/drawing/2014/main" id="{45242174-66D2-DF5B-1D92-4B2A8DE04D35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115766"/>
              <a:ext cx="18605" cy="8296"/>
            </a:xfrm>
            <a:custGeom>
              <a:avLst/>
              <a:gdLst/>
              <a:ahLst/>
              <a:cxnLst/>
              <a:rect l="0" t="0" r="0" b="0"/>
              <a:pathLst>
                <a:path w="18605" h="8296">
                  <a:moveTo>
                    <a:pt x="18605" y="0"/>
                  </a:moveTo>
                  <a:lnTo>
                    <a:pt x="0" y="8296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20" name="Input_receptor__1119">
              <a:extLst>
                <a:ext uri="{FF2B5EF4-FFF2-40B4-BE49-F238E27FC236}">
                  <a16:creationId xmlns:a16="http://schemas.microsoft.com/office/drawing/2014/main" id="{6844AF99-4C44-23AF-EC65-AD4AEF015FD0}"/>
                </a:ext>
              </a:extLst>
            </p:cNvPr>
            <p:cNvSpPr>
              <a:spLocks noGrp="1"/>
            </p:cNvSpPr>
            <p:nvPr/>
          </p:nvSpPr>
          <p:spPr>
            <a:xfrm>
              <a:off x="1048630" y="4982335"/>
              <a:ext cx="45284" cy="3166"/>
            </a:xfrm>
            <a:custGeom>
              <a:avLst/>
              <a:gdLst/>
              <a:ahLst/>
              <a:cxnLst/>
              <a:rect l="0" t="0" r="0" b="0"/>
              <a:pathLst>
                <a:path w="45284" h="3166">
                  <a:moveTo>
                    <a:pt x="0" y="0"/>
                  </a:moveTo>
                  <a:lnTo>
                    <a:pt x="45284" y="3166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1" name="Input_receptor__1120">
              <a:extLst>
                <a:ext uri="{FF2B5EF4-FFF2-40B4-BE49-F238E27FC236}">
                  <a16:creationId xmlns:a16="http://schemas.microsoft.com/office/drawing/2014/main" id="{6BBE9BC9-64F0-C89F-4091-DBE1051242D1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21654"/>
              <a:ext cx="9297" cy="17630"/>
            </a:xfrm>
            <a:custGeom>
              <a:avLst/>
              <a:gdLst/>
              <a:ahLst/>
              <a:cxnLst/>
              <a:rect l="0" t="0" r="0" b="0"/>
              <a:pathLst>
                <a:path w="9297" h="17630">
                  <a:moveTo>
                    <a:pt x="9297" y="0"/>
                  </a:moveTo>
                  <a:lnTo>
                    <a:pt x="0" y="17630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2" name="Input_receptor__1121">
              <a:extLst>
                <a:ext uri="{FF2B5EF4-FFF2-40B4-BE49-F238E27FC236}">
                  <a16:creationId xmlns:a16="http://schemas.microsoft.com/office/drawing/2014/main" id="{41266367-0C38-1D83-32E9-757FB2CD8936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75730"/>
              <a:ext cx="1253" cy="914"/>
            </a:xfrm>
            <a:custGeom>
              <a:avLst/>
              <a:gdLst/>
              <a:ahLst/>
              <a:cxnLst/>
              <a:rect l="0" t="0" r="0" b="0"/>
              <a:pathLst>
                <a:path w="1253" h="914">
                  <a:moveTo>
                    <a:pt x="1253" y="0"/>
                  </a:moveTo>
                  <a:lnTo>
                    <a:pt x="0" y="914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3" name="Input_receptor__1122">
              <a:extLst>
                <a:ext uri="{FF2B5EF4-FFF2-40B4-BE49-F238E27FC236}">
                  <a16:creationId xmlns:a16="http://schemas.microsoft.com/office/drawing/2014/main" id="{4CC3D45F-1E8D-4344-7E62-76DAD18F7651}"/>
                </a:ext>
              </a:extLst>
            </p:cNvPr>
            <p:cNvSpPr>
              <a:spLocks noGrp="1"/>
            </p:cNvSpPr>
            <p:nvPr/>
          </p:nvSpPr>
          <p:spPr>
            <a:xfrm>
              <a:off x="951802" y="4390138"/>
              <a:ext cx="28710" cy="28147"/>
            </a:xfrm>
            <a:custGeom>
              <a:avLst/>
              <a:gdLst/>
              <a:ahLst/>
              <a:cxnLst/>
              <a:rect l="0" t="0" r="0" b="0"/>
              <a:pathLst>
                <a:path w="28710" h="28147">
                  <a:moveTo>
                    <a:pt x="28710" y="0"/>
                  </a:moveTo>
                  <a:lnTo>
                    <a:pt x="0" y="28147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4" name="Input_receptor__1123">
              <a:extLst>
                <a:ext uri="{FF2B5EF4-FFF2-40B4-BE49-F238E27FC236}">
                  <a16:creationId xmlns:a16="http://schemas.microsoft.com/office/drawing/2014/main" id="{B3F85974-FD23-6CE0-D0C9-7895167DE5B5}"/>
                </a:ext>
              </a:extLst>
            </p:cNvPr>
            <p:cNvSpPr>
              <a:spLocks noGrp="1"/>
            </p:cNvSpPr>
            <p:nvPr/>
          </p:nvSpPr>
          <p:spPr>
            <a:xfrm>
              <a:off x="1160851" y="4371896"/>
              <a:ext cx="48017" cy="3759"/>
            </a:xfrm>
            <a:custGeom>
              <a:avLst/>
              <a:gdLst/>
              <a:ahLst/>
              <a:cxnLst/>
              <a:rect l="0" t="0" r="0" b="0"/>
              <a:pathLst>
                <a:path w="48017" h="3759">
                  <a:moveTo>
                    <a:pt x="0" y="3759"/>
                  </a:moveTo>
                  <a:lnTo>
                    <a:pt x="48017" y="0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5" name="Input_receptor__1124">
              <a:extLst>
                <a:ext uri="{FF2B5EF4-FFF2-40B4-BE49-F238E27FC236}">
                  <a16:creationId xmlns:a16="http://schemas.microsoft.com/office/drawing/2014/main" id="{4D684156-3145-D463-4DB1-45F3D45ED63C}"/>
                </a:ext>
              </a:extLst>
            </p:cNvPr>
            <p:cNvSpPr>
              <a:spLocks noGrp="1"/>
            </p:cNvSpPr>
            <p:nvPr/>
          </p:nvSpPr>
          <p:spPr>
            <a:xfrm>
              <a:off x="1183325" y="5333163"/>
              <a:ext cx="7775" cy="41269"/>
            </a:xfrm>
            <a:custGeom>
              <a:avLst/>
              <a:gdLst/>
              <a:ahLst/>
              <a:cxnLst/>
              <a:rect l="0" t="0" r="0" b="0"/>
              <a:pathLst>
                <a:path w="7775" h="41269">
                  <a:moveTo>
                    <a:pt x="7775" y="0"/>
                  </a:moveTo>
                  <a:lnTo>
                    <a:pt x="0" y="41269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6" name="Input_receptor__1125">
              <a:extLst>
                <a:ext uri="{FF2B5EF4-FFF2-40B4-BE49-F238E27FC236}">
                  <a16:creationId xmlns:a16="http://schemas.microsoft.com/office/drawing/2014/main" id="{1F5DC37C-756D-8F30-C76D-D35DBB518A21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11518"/>
              <a:ext cx="19783" cy="38438"/>
            </a:xfrm>
            <a:custGeom>
              <a:avLst/>
              <a:gdLst/>
              <a:ahLst/>
              <a:cxnLst/>
              <a:rect l="0" t="0" r="0" b="0"/>
              <a:pathLst>
                <a:path w="19783" h="38438">
                  <a:moveTo>
                    <a:pt x="0" y="38438"/>
                  </a:moveTo>
                  <a:lnTo>
                    <a:pt x="19783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7" name="Input_receptor__1126">
              <a:extLst>
                <a:ext uri="{FF2B5EF4-FFF2-40B4-BE49-F238E27FC236}">
                  <a16:creationId xmlns:a16="http://schemas.microsoft.com/office/drawing/2014/main" id="{757AFFB4-5925-E32A-214B-F57D9BBBD9E3}"/>
                </a:ext>
              </a:extLst>
            </p:cNvPr>
            <p:cNvSpPr>
              <a:spLocks noGrp="1"/>
            </p:cNvSpPr>
            <p:nvPr/>
          </p:nvSpPr>
          <p:spPr>
            <a:xfrm>
              <a:off x="1141312" y="4262223"/>
              <a:ext cx="10924" cy="32766"/>
            </a:xfrm>
            <a:custGeom>
              <a:avLst/>
              <a:gdLst/>
              <a:ahLst/>
              <a:cxnLst/>
              <a:rect l="0" t="0" r="0" b="0"/>
              <a:pathLst>
                <a:path w="10924" h="32766">
                  <a:moveTo>
                    <a:pt x="10924" y="0"/>
                  </a:moveTo>
                  <a:lnTo>
                    <a:pt x="0" y="32766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28" name="Input_receptor__1127">
              <a:extLst>
                <a:ext uri="{FF2B5EF4-FFF2-40B4-BE49-F238E27FC236}">
                  <a16:creationId xmlns:a16="http://schemas.microsoft.com/office/drawing/2014/main" id="{3EC8CAAE-A17A-FED3-BFA4-20AA6667745E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802928"/>
              <a:ext cx="38644" cy="8760"/>
            </a:xfrm>
            <a:custGeom>
              <a:avLst/>
              <a:gdLst/>
              <a:ahLst/>
              <a:cxnLst/>
              <a:rect l="0" t="0" r="0" b="0"/>
              <a:pathLst>
                <a:path w="38644" h="8760">
                  <a:moveTo>
                    <a:pt x="38644" y="0"/>
                  </a:moveTo>
                  <a:lnTo>
                    <a:pt x="0" y="876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9" name="Input_receptor__1128">
              <a:extLst>
                <a:ext uri="{FF2B5EF4-FFF2-40B4-BE49-F238E27FC236}">
                  <a16:creationId xmlns:a16="http://schemas.microsoft.com/office/drawing/2014/main" id="{514CF28F-F006-8064-CBBC-DD28FADCCFB3}"/>
                </a:ext>
              </a:extLst>
            </p:cNvPr>
            <p:cNvSpPr>
              <a:spLocks noGrp="1"/>
            </p:cNvSpPr>
            <p:nvPr/>
          </p:nvSpPr>
          <p:spPr>
            <a:xfrm>
              <a:off x="1068695" y="4497092"/>
              <a:ext cx="36058" cy="31492"/>
            </a:xfrm>
            <a:custGeom>
              <a:avLst/>
              <a:gdLst/>
              <a:ahLst/>
              <a:cxnLst/>
              <a:rect l="0" t="0" r="0" b="0"/>
              <a:pathLst>
                <a:path w="36058" h="31492">
                  <a:moveTo>
                    <a:pt x="0" y="31492"/>
                  </a:moveTo>
                  <a:lnTo>
                    <a:pt x="3605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0" name="Input_receptor__1129">
              <a:extLst>
                <a:ext uri="{FF2B5EF4-FFF2-40B4-BE49-F238E27FC236}">
                  <a16:creationId xmlns:a16="http://schemas.microsoft.com/office/drawing/2014/main" id="{D598B1A7-0C91-F874-5577-DAAC941AE4E8}"/>
                </a:ext>
              </a:extLst>
            </p:cNvPr>
            <p:cNvSpPr>
              <a:spLocks noGrp="1"/>
            </p:cNvSpPr>
            <p:nvPr/>
          </p:nvSpPr>
          <p:spPr>
            <a:xfrm>
              <a:off x="1069213" y="4250953"/>
              <a:ext cx="26122" cy="40003"/>
            </a:xfrm>
            <a:custGeom>
              <a:avLst/>
              <a:gdLst/>
              <a:ahLst/>
              <a:cxnLst/>
              <a:rect l="0" t="0" r="0" b="0"/>
              <a:pathLst>
                <a:path w="26122" h="40003">
                  <a:moveTo>
                    <a:pt x="26122" y="40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31" name="Input_receptor__1130">
              <a:extLst>
                <a:ext uri="{FF2B5EF4-FFF2-40B4-BE49-F238E27FC236}">
                  <a16:creationId xmlns:a16="http://schemas.microsoft.com/office/drawing/2014/main" id="{A30C255E-6BC5-E5A8-6833-61BAFAF0E213}"/>
                </a:ext>
              </a:extLst>
            </p:cNvPr>
            <p:cNvSpPr>
              <a:spLocks noGrp="1"/>
            </p:cNvSpPr>
            <p:nvPr/>
          </p:nvSpPr>
          <p:spPr>
            <a:xfrm>
              <a:off x="1634774" y="4805337"/>
              <a:ext cx="39547" cy="25241"/>
            </a:xfrm>
            <a:custGeom>
              <a:avLst/>
              <a:gdLst/>
              <a:ahLst/>
              <a:cxnLst/>
              <a:rect l="0" t="0" r="0" b="0"/>
              <a:pathLst>
                <a:path w="39547" h="25241">
                  <a:moveTo>
                    <a:pt x="0" y="25241"/>
                  </a:moveTo>
                  <a:lnTo>
                    <a:pt x="39547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2" name="Input_receptor__1131">
              <a:extLst>
                <a:ext uri="{FF2B5EF4-FFF2-40B4-BE49-F238E27FC236}">
                  <a16:creationId xmlns:a16="http://schemas.microsoft.com/office/drawing/2014/main" id="{80D94F6D-4C84-6D92-8D0E-20004E41C3B9}"/>
                </a:ext>
              </a:extLst>
            </p:cNvPr>
            <p:cNvSpPr>
              <a:spLocks noGrp="1"/>
            </p:cNvSpPr>
            <p:nvPr/>
          </p:nvSpPr>
          <p:spPr>
            <a:xfrm>
              <a:off x="1505027" y="4725392"/>
              <a:ext cx="45169" cy="14399"/>
            </a:xfrm>
            <a:custGeom>
              <a:avLst/>
              <a:gdLst/>
              <a:ahLst/>
              <a:cxnLst/>
              <a:rect l="0" t="0" r="0" b="0"/>
              <a:pathLst>
                <a:path w="45169" h="14399">
                  <a:moveTo>
                    <a:pt x="0" y="0"/>
                  </a:moveTo>
                  <a:lnTo>
                    <a:pt x="45169" y="1439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3" name="Input_receptor__1132">
              <a:extLst>
                <a:ext uri="{FF2B5EF4-FFF2-40B4-BE49-F238E27FC236}">
                  <a16:creationId xmlns:a16="http://schemas.microsoft.com/office/drawing/2014/main" id="{04BCFD25-08D0-B6D0-AC7D-1653EDD5EBA1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21734"/>
              <a:ext cx="19498" cy="41298"/>
            </a:xfrm>
            <a:custGeom>
              <a:avLst/>
              <a:gdLst/>
              <a:ahLst/>
              <a:cxnLst/>
              <a:rect l="0" t="0" r="0" b="0"/>
              <a:pathLst>
                <a:path w="19498" h="41298">
                  <a:moveTo>
                    <a:pt x="0" y="41298"/>
                  </a:moveTo>
                  <a:lnTo>
                    <a:pt x="1949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4" name="Input_receptor__1133">
              <a:extLst>
                <a:ext uri="{FF2B5EF4-FFF2-40B4-BE49-F238E27FC236}">
                  <a16:creationId xmlns:a16="http://schemas.microsoft.com/office/drawing/2014/main" id="{94346AA3-87A3-AF00-4112-9A8C0EF63BDB}"/>
                </a:ext>
              </a:extLst>
            </p:cNvPr>
            <p:cNvSpPr>
              <a:spLocks noGrp="1"/>
            </p:cNvSpPr>
            <p:nvPr/>
          </p:nvSpPr>
          <p:spPr>
            <a:xfrm>
              <a:off x="1269198" y="4917600"/>
              <a:ext cx="908" cy="45775"/>
            </a:xfrm>
            <a:custGeom>
              <a:avLst/>
              <a:gdLst/>
              <a:ahLst/>
              <a:cxnLst/>
              <a:rect l="0" t="0" r="0" b="0"/>
              <a:pathLst>
                <a:path w="908" h="45775">
                  <a:moveTo>
                    <a:pt x="0" y="0"/>
                  </a:moveTo>
                  <a:lnTo>
                    <a:pt x="908" y="45775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5" name="Input_receptor__1134">
              <a:extLst>
                <a:ext uri="{FF2B5EF4-FFF2-40B4-BE49-F238E27FC236}">
                  <a16:creationId xmlns:a16="http://schemas.microsoft.com/office/drawing/2014/main" id="{31568D38-5251-0B92-FCB5-233173E68E01}"/>
                </a:ext>
              </a:extLst>
            </p:cNvPr>
            <p:cNvSpPr>
              <a:spLocks noGrp="1"/>
            </p:cNvSpPr>
            <p:nvPr/>
          </p:nvSpPr>
          <p:spPr>
            <a:xfrm>
              <a:off x="1799197" y="5125328"/>
              <a:ext cx="13129" cy="39742"/>
            </a:xfrm>
            <a:custGeom>
              <a:avLst/>
              <a:gdLst/>
              <a:ahLst/>
              <a:cxnLst/>
              <a:rect l="0" t="0" r="0" b="0"/>
              <a:pathLst>
                <a:path w="13129" h="39742">
                  <a:moveTo>
                    <a:pt x="0" y="39742"/>
                  </a:moveTo>
                  <a:lnTo>
                    <a:pt x="13129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6" name="Input_receptor__1135">
              <a:extLst>
                <a:ext uri="{FF2B5EF4-FFF2-40B4-BE49-F238E27FC236}">
                  <a16:creationId xmlns:a16="http://schemas.microsoft.com/office/drawing/2014/main" id="{D3A6D341-88CE-A34E-D0EA-F00008C32AE8}"/>
                </a:ext>
              </a:extLst>
            </p:cNvPr>
            <p:cNvSpPr>
              <a:spLocks noGrp="1"/>
            </p:cNvSpPr>
            <p:nvPr/>
          </p:nvSpPr>
          <p:spPr>
            <a:xfrm>
              <a:off x="1168110" y="5305494"/>
              <a:ext cx="22990" cy="27669"/>
            </a:xfrm>
            <a:custGeom>
              <a:avLst/>
              <a:gdLst/>
              <a:ahLst/>
              <a:cxnLst/>
              <a:rect l="0" t="0" r="0" b="0"/>
              <a:pathLst>
                <a:path w="22990" h="27669">
                  <a:moveTo>
                    <a:pt x="0" y="0"/>
                  </a:moveTo>
                  <a:lnTo>
                    <a:pt x="22990" y="2766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7" name="Input_receptor__1136">
              <a:extLst>
                <a:ext uri="{FF2B5EF4-FFF2-40B4-BE49-F238E27FC236}">
                  <a16:creationId xmlns:a16="http://schemas.microsoft.com/office/drawing/2014/main" id="{8148C40E-F172-D0FF-BCE7-0F54977E8140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091004"/>
              <a:ext cx="35733" cy="29126"/>
            </a:xfrm>
            <a:custGeom>
              <a:avLst/>
              <a:gdLst/>
              <a:ahLst/>
              <a:cxnLst/>
              <a:rect l="0" t="0" r="0" b="0"/>
              <a:pathLst>
                <a:path w="35733" h="29126">
                  <a:moveTo>
                    <a:pt x="35733" y="0"/>
                  </a:moveTo>
                  <a:lnTo>
                    <a:pt x="0" y="29126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8" name="Input_receptor__1137">
              <a:extLst>
                <a:ext uri="{FF2B5EF4-FFF2-40B4-BE49-F238E27FC236}">
                  <a16:creationId xmlns:a16="http://schemas.microsoft.com/office/drawing/2014/main" id="{3DE07005-7406-4F89-8302-B5443B6C766A}"/>
                </a:ext>
              </a:extLst>
            </p:cNvPr>
            <p:cNvSpPr>
              <a:spLocks noGrp="1"/>
            </p:cNvSpPr>
            <p:nvPr/>
          </p:nvSpPr>
          <p:spPr>
            <a:xfrm>
              <a:off x="1083519" y="5518656"/>
              <a:ext cx="45112" cy="11100"/>
            </a:xfrm>
            <a:custGeom>
              <a:avLst/>
              <a:gdLst/>
              <a:ahLst/>
              <a:cxnLst/>
              <a:rect l="0" t="0" r="0" b="0"/>
              <a:pathLst>
                <a:path w="45112" h="11100">
                  <a:moveTo>
                    <a:pt x="0" y="11100"/>
                  </a:moveTo>
                  <a:lnTo>
                    <a:pt x="45112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9" name="Input_receptor__1138">
              <a:extLst>
                <a:ext uri="{FF2B5EF4-FFF2-40B4-BE49-F238E27FC236}">
                  <a16:creationId xmlns:a16="http://schemas.microsoft.com/office/drawing/2014/main" id="{A2D2D229-6DE7-CD6B-8393-54BF72AFD91E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927540"/>
              <a:ext cx="36657" cy="27001"/>
            </a:xfrm>
            <a:custGeom>
              <a:avLst/>
              <a:gdLst/>
              <a:ahLst/>
              <a:cxnLst/>
              <a:rect l="0" t="0" r="0" b="0"/>
              <a:pathLst>
                <a:path w="36657" h="27001">
                  <a:moveTo>
                    <a:pt x="0" y="0"/>
                  </a:moveTo>
                  <a:lnTo>
                    <a:pt x="36657" y="27001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0" name="Input_receptor__1139">
              <a:extLst>
                <a:ext uri="{FF2B5EF4-FFF2-40B4-BE49-F238E27FC236}">
                  <a16:creationId xmlns:a16="http://schemas.microsoft.com/office/drawing/2014/main" id="{C2389E33-07F8-08C3-38B5-5A76B4FD62E2}"/>
                </a:ext>
              </a:extLst>
            </p:cNvPr>
            <p:cNvSpPr>
              <a:spLocks noGrp="1"/>
            </p:cNvSpPr>
            <p:nvPr/>
          </p:nvSpPr>
          <p:spPr>
            <a:xfrm>
              <a:off x="1653426" y="5074035"/>
              <a:ext cx="13505" cy="43390"/>
            </a:xfrm>
            <a:custGeom>
              <a:avLst/>
              <a:gdLst/>
              <a:ahLst/>
              <a:cxnLst/>
              <a:rect l="0" t="0" r="0" b="0"/>
              <a:pathLst>
                <a:path w="13505" h="43390">
                  <a:moveTo>
                    <a:pt x="13505" y="43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1" name="Input_receptor__1140">
              <a:extLst>
                <a:ext uri="{FF2B5EF4-FFF2-40B4-BE49-F238E27FC236}">
                  <a16:creationId xmlns:a16="http://schemas.microsoft.com/office/drawing/2014/main" id="{E1725A5B-6892-2C93-94B6-DFB8F076B5BE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6886"/>
              <a:ext cx="27513" cy="14528"/>
            </a:xfrm>
            <a:custGeom>
              <a:avLst/>
              <a:gdLst/>
              <a:ahLst/>
              <a:cxnLst/>
              <a:rect l="0" t="0" r="0" b="0"/>
              <a:pathLst>
                <a:path w="27513" h="14528">
                  <a:moveTo>
                    <a:pt x="27513" y="145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2" name="Input_receptor__1141">
              <a:extLst>
                <a:ext uri="{FF2B5EF4-FFF2-40B4-BE49-F238E27FC236}">
                  <a16:creationId xmlns:a16="http://schemas.microsoft.com/office/drawing/2014/main" id="{43B867C7-D479-19EE-CEE0-E00C264D5AB0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2656" cy="8712"/>
            </a:xfrm>
            <a:custGeom>
              <a:avLst/>
              <a:gdLst/>
              <a:ahLst/>
              <a:cxnLst/>
              <a:rect l="0" t="0" r="0" b="0"/>
              <a:pathLst>
                <a:path w="2656" h="8712">
                  <a:moveTo>
                    <a:pt x="2656" y="8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3" name="Input_receptor__1142">
              <a:extLst>
                <a:ext uri="{FF2B5EF4-FFF2-40B4-BE49-F238E27FC236}">
                  <a16:creationId xmlns:a16="http://schemas.microsoft.com/office/drawing/2014/main" id="{AEC7193A-CE05-26A6-76E8-2802C4E66977}"/>
                </a:ext>
              </a:extLst>
            </p:cNvPr>
            <p:cNvSpPr>
              <a:spLocks noGrp="1"/>
            </p:cNvSpPr>
            <p:nvPr/>
          </p:nvSpPr>
          <p:spPr>
            <a:xfrm>
              <a:off x="1556937" y="5172727"/>
              <a:ext cx="15722" cy="27620"/>
            </a:xfrm>
            <a:custGeom>
              <a:avLst/>
              <a:gdLst/>
              <a:ahLst/>
              <a:cxnLst/>
              <a:rect l="0" t="0" r="0" b="0"/>
              <a:pathLst>
                <a:path w="15722" h="27620">
                  <a:moveTo>
                    <a:pt x="0" y="0"/>
                  </a:moveTo>
                  <a:lnTo>
                    <a:pt x="15722" y="2762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4" name="Input_receptor__1143">
              <a:extLst>
                <a:ext uri="{FF2B5EF4-FFF2-40B4-BE49-F238E27FC236}">
                  <a16:creationId xmlns:a16="http://schemas.microsoft.com/office/drawing/2014/main" id="{A8E5BBB4-A460-E1FE-D953-B4E321EDCCE2}"/>
                </a:ext>
              </a:extLst>
            </p:cNvPr>
            <p:cNvSpPr>
              <a:spLocks noGrp="1"/>
            </p:cNvSpPr>
            <p:nvPr/>
          </p:nvSpPr>
          <p:spPr>
            <a:xfrm>
              <a:off x="1562678" y="4667258"/>
              <a:ext cx="38330" cy="8494"/>
            </a:xfrm>
            <a:custGeom>
              <a:avLst/>
              <a:gdLst/>
              <a:ahLst/>
              <a:cxnLst/>
              <a:rect l="0" t="0" r="0" b="0"/>
              <a:pathLst>
                <a:path w="38330" h="8494">
                  <a:moveTo>
                    <a:pt x="0" y="8494"/>
                  </a:moveTo>
                  <a:lnTo>
                    <a:pt x="3833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5" name="Input_receptor__1144">
              <a:extLst>
                <a:ext uri="{FF2B5EF4-FFF2-40B4-BE49-F238E27FC236}">
                  <a16:creationId xmlns:a16="http://schemas.microsoft.com/office/drawing/2014/main" id="{27C8405D-2ED4-AEEE-7F3A-579DF1BDFCA5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72617"/>
              <a:ext cx="33331" cy="9581"/>
            </a:xfrm>
            <a:custGeom>
              <a:avLst/>
              <a:gdLst/>
              <a:ahLst/>
              <a:cxnLst/>
              <a:rect l="0" t="0" r="0" b="0"/>
              <a:pathLst>
                <a:path w="33331" h="9581">
                  <a:moveTo>
                    <a:pt x="0" y="9581"/>
                  </a:moveTo>
                  <a:lnTo>
                    <a:pt x="33331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6" name="Input_receptor__1145">
              <a:extLst>
                <a:ext uri="{FF2B5EF4-FFF2-40B4-BE49-F238E27FC236}">
                  <a16:creationId xmlns:a16="http://schemas.microsoft.com/office/drawing/2014/main" id="{5A3FDAC8-E886-C81F-D482-8467151E1007}"/>
                </a:ext>
              </a:extLst>
            </p:cNvPr>
            <p:cNvSpPr>
              <a:spLocks noGrp="1"/>
            </p:cNvSpPr>
            <p:nvPr/>
          </p:nvSpPr>
          <p:spPr>
            <a:xfrm>
              <a:off x="1142030" y="4375655"/>
              <a:ext cx="18821" cy="37632"/>
            </a:xfrm>
            <a:custGeom>
              <a:avLst/>
              <a:gdLst/>
              <a:ahLst/>
              <a:cxnLst/>
              <a:rect l="0" t="0" r="0" b="0"/>
              <a:pathLst>
                <a:path w="18821" h="37632">
                  <a:moveTo>
                    <a:pt x="0" y="37632"/>
                  </a:moveTo>
                  <a:lnTo>
                    <a:pt x="18821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7" name="Input_receptor__1146">
              <a:extLst>
                <a:ext uri="{FF2B5EF4-FFF2-40B4-BE49-F238E27FC236}">
                  <a16:creationId xmlns:a16="http://schemas.microsoft.com/office/drawing/2014/main" id="{A91B6794-E002-8127-ABCA-5DF9E88A1B4B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24078"/>
              <a:ext cx="31152" cy="17048"/>
            </a:xfrm>
            <a:custGeom>
              <a:avLst/>
              <a:gdLst/>
              <a:ahLst/>
              <a:cxnLst/>
              <a:rect l="0" t="0" r="0" b="0"/>
              <a:pathLst>
                <a:path w="31152" h="17048">
                  <a:moveTo>
                    <a:pt x="31152" y="0"/>
                  </a:moveTo>
                  <a:lnTo>
                    <a:pt x="0" y="17048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8" name="Input_receptor__1147">
              <a:extLst>
                <a:ext uri="{FF2B5EF4-FFF2-40B4-BE49-F238E27FC236}">
                  <a16:creationId xmlns:a16="http://schemas.microsoft.com/office/drawing/2014/main" id="{91B9D168-D4D7-80D9-5928-7B96D7CEE845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85768"/>
              <a:ext cx="4108" cy="24047"/>
            </a:xfrm>
            <a:custGeom>
              <a:avLst/>
              <a:gdLst/>
              <a:ahLst/>
              <a:cxnLst/>
              <a:rect l="0" t="0" r="0" b="0"/>
              <a:pathLst>
                <a:path w="4108" h="24047">
                  <a:moveTo>
                    <a:pt x="4108" y="0"/>
                  </a:moveTo>
                  <a:lnTo>
                    <a:pt x="0" y="2404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49" name="Input_receptor__1148">
              <a:extLst>
                <a:ext uri="{FF2B5EF4-FFF2-40B4-BE49-F238E27FC236}">
                  <a16:creationId xmlns:a16="http://schemas.microsoft.com/office/drawing/2014/main" id="{E2AFE146-5BF2-1FAE-6949-60AA73E4007D}"/>
                </a:ext>
              </a:extLst>
            </p:cNvPr>
            <p:cNvSpPr>
              <a:spLocks noGrp="1"/>
            </p:cNvSpPr>
            <p:nvPr/>
          </p:nvSpPr>
          <p:spPr>
            <a:xfrm>
              <a:off x="982875" y="4751339"/>
              <a:ext cx="30484" cy="6890"/>
            </a:xfrm>
            <a:custGeom>
              <a:avLst/>
              <a:gdLst/>
              <a:ahLst/>
              <a:cxnLst/>
              <a:rect l="0" t="0" r="0" b="0"/>
              <a:pathLst>
                <a:path w="30484" h="6890">
                  <a:moveTo>
                    <a:pt x="30484" y="0"/>
                  </a:moveTo>
                  <a:lnTo>
                    <a:pt x="0" y="689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0" name="Input_receptor__1149">
              <a:extLst>
                <a:ext uri="{FF2B5EF4-FFF2-40B4-BE49-F238E27FC236}">
                  <a16:creationId xmlns:a16="http://schemas.microsoft.com/office/drawing/2014/main" id="{370CF3BF-6C34-9429-B169-7A2F20BD2041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90060"/>
              <a:ext cx="24621" cy="40518"/>
            </a:xfrm>
            <a:custGeom>
              <a:avLst/>
              <a:gdLst/>
              <a:ahLst/>
              <a:cxnLst/>
              <a:rect l="0" t="0" r="0" b="0"/>
              <a:pathLst>
                <a:path w="24621" h="40518">
                  <a:moveTo>
                    <a:pt x="0" y="0"/>
                  </a:moveTo>
                  <a:lnTo>
                    <a:pt x="24621" y="40518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1" name="Input_receptor__1150">
              <a:extLst>
                <a:ext uri="{FF2B5EF4-FFF2-40B4-BE49-F238E27FC236}">
                  <a16:creationId xmlns:a16="http://schemas.microsoft.com/office/drawing/2014/main" id="{405FE999-5D12-8DFC-54A9-BBE0A539B0F6}"/>
                </a:ext>
              </a:extLst>
            </p:cNvPr>
            <p:cNvSpPr>
              <a:spLocks noGrp="1"/>
            </p:cNvSpPr>
            <p:nvPr/>
          </p:nvSpPr>
          <p:spPr>
            <a:xfrm>
              <a:off x="1266146" y="4424078"/>
              <a:ext cx="37578" cy="10095"/>
            </a:xfrm>
            <a:custGeom>
              <a:avLst/>
              <a:gdLst/>
              <a:ahLst/>
              <a:cxnLst/>
              <a:rect l="0" t="0" r="0" b="0"/>
              <a:pathLst>
                <a:path w="37578" h="10095">
                  <a:moveTo>
                    <a:pt x="37578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2" name="Input_receptor__1151">
              <a:extLst>
                <a:ext uri="{FF2B5EF4-FFF2-40B4-BE49-F238E27FC236}">
                  <a16:creationId xmlns:a16="http://schemas.microsoft.com/office/drawing/2014/main" id="{C7A1429A-ED5C-7C86-37C7-E578D6C7F494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73003"/>
              <a:ext cx="6569" cy="761"/>
            </a:xfrm>
            <a:custGeom>
              <a:avLst/>
              <a:gdLst/>
              <a:ahLst/>
              <a:cxnLst/>
              <a:rect l="0" t="0" r="0" b="0"/>
              <a:pathLst>
                <a:path w="6569" h="761">
                  <a:moveTo>
                    <a:pt x="6569" y="7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3" name="Input_receptor__1152">
              <a:extLst>
                <a:ext uri="{FF2B5EF4-FFF2-40B4-BE49-F238E27FC236}">
                  <a16:creationId xmlns:a16="http://schemas.microsoft.com/office/drawing/2014/main" id="{27BB8FFE-4D6F-594A-F7F1-D20958BA1C89}"/>
                </a:ext>
              </a:extLst>
            </p:cNvPr>
            <p:cNvSpPr>
              <a:spLocks noGrp="1"/>
            </p:cNvSpPr>
            <p:nvPr/>
          </p:nvSpPr>
          <p:spPr>
            <a:xfrm>
              <a:off x="1482764" y="4597746"/>
              <a:ext cx="47248" cy="8537"/>
            </a:xfrm>
            <a:custGeom>
              <a:avLst/>
              <a:gdLst/>
              <a:ahLst/>
              <a:cxnLst/>
              <a:rect l="0" t="0" r="0" b="0"/>
              <a:pathLst>
                <a:path w="47248" h="8537">
                  <a:moveTo>
                    <a:pt x="0" y="0"/>
                  </a:moveTo>
                  <a:lnTo>
                    <a:pt x="47248" y="853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4" name="Input_receptor__1153">
              <a:extLst>
                <a:ext uri="{FF2B5EF4-FFF2-40B4-BE49-F238E27FC236}">
                  <a16:creationId xmlns:a16="http://schemas.microsoft.com/office/drawing/2014/main" id="{BC800475-26E2-F8F5-52C6-3C2A42061BAB}"/>
                </a:ext>
              </a:extLst>
            </p:cNvPr>
            <p:cNvSpPr>
              <a:spLocks noGrp="1"/>
            </p:cNvSpPr>
            <p:nvPr/>
          </p:nvSpPr>
          <p:spPr>
            <a:xfrm>
              <a:off x="1520647" y="4667617"/>
              <a:ext cx="42030" cy="8135"/>
            </a:xfrm>
            <a:custGeom>
              <a:avLst/>
              <a:gdLst/>
              <a:ahLst/>
              <a:cxnLst/>
              <a:rect l="0" t="0" r="0" b="0"/>
              <a:pathLst>
                <a:path w="42030" h="8135">
                  <a:moveTo>
                    <a:pt x="0" y="0"/>
                  </a:moveTo>
                  <a:lnTo>
                    <a:pt x="42030" y="813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5" name="Input_receptor__1154">
              <a:extLst>
                <a:ext uri="{FF2B5EF4-FFF2-40B4-BE49-F238E27FC236}">
                  <a16:creationId xmlns:a16="http://schemas.microsoft.com/office/drawing/2014/main" id="{FEA822D3-295D-1D4C-F047-0C01BD3FD5BF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0704"/>
              <a:ext cx="48137" cy="3169"/>
            </a:xfrm>
            <a:custGeom>
              <a:avLst/>
              <a:gdLst/>
              <a:ahLst/>
              <a:cxnLst/>
              <a:rect l="0" t="0" r="0" b="0"/>
              <a:pathLst>
                <a:path w="48137" h="3169">
                  <a:moveTo>
                    <a:pt x="48137" y="0"/>
                  </a:moveTo>
                  <a:lnTo>
                    <a:pt x="0" y="3169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6" name="Input_receptor__1155">
              <a:extLst>
                <a:ext uri="{FF2B5EF4-FFF2-40B4-BE49-F238E27FC236}">
                  <a16:creationId xmlns:a16="http://schemas.microsoft.com/office/drawing/2014/main" id="{EE48D03F-6F1A-0859-3632-708BECD9B218}"/>
                </a:ext>
              </a:extLst>
            </p:cNvPr>
            <p:cNvSpPr>
              <a:spLocks noGrp="1"/>
            </p:cNvSpPr>
            <p:nvPr/>
          </p:nvSpPr>
          <p:spPr>
            <a:xfrm>
              <a:off x="1128631" y="5518656"/>
              <a:ext cx="11261" cy="46805"/>
            </a:xfrm>
            <a:custGeom>
              <a:avLst/>
              <a:gdLst/>
              <a:ahLst/>
              <a:cxnLst/>
              <a:rect l="0" t="0" r="0" b="0"/>
              <a:pathLst>
                <a:path w="11261" h="46805">
                  <a:moveTo>
                    <a:pt x="0" y="0"/>
                  </a:moveTo>
                  <a:lnTo>
                    <a:pt x="11261" y="4680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7" name="Input_receptor__1156">
              <a:extLst>
                <a:ext uri="{FF2B5EF4-FFF2-40B4-BE49-F238E27FC236}">
                  <a16:creationId xmlns:a16="http://schemas.microsoft.com/office/drawing/2014/main" id="{0D4D6697-1F37-C12D-7C6C-9F53F62D1D58}"/>
                </a:ext>
              </a:extLst>
            </p:cNvPr>
            <p:cNvSpPr>
              <a:spLocks noGrp="1"/>
            </p:cNvSpPr>
            <p:nvPr/>
          </p:nvSpPr>
          <p:spPr>
            <a:xfrm>
              <a:off x="963383" y="4922702"/>
              <a:ext cx="17021" cy="45112"/>
            </a:xfrm>
            <a:custGeom>
              <a:avLst/>
              <a:gdLst/>
              <a:ahLst/>
              <a:cxnLst/>
              <a:rect l="0" t="0" r="0" b="0"/>
              <a:pathLst>
                <a:path w="17021" h="45112">
                  <a:moveTo>
                    <a:pt x="17021" y="0"/>
                  </a:moveTo>
                  <a:lnTo>
                    <a:pt x="0" y="45112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58" name="Input_receptor__1157">
              <a:extLst>
                <a:ext uri="{FF2B5EF4-FFF2-40B4-BE49-F238E27FC236}">
                  <a16:creationId xmlns:a16="http://schemas.microsoft.com/office/drawing/2014/main" id="{3B6F62D7-B589-9079-1D14-1570A5239F34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839908"/>
              <a:ext cx="47209" cy="3854"/>
            </a:xfrm>
            <a:custGeom>
              <a:avLst/>
              <a:gdLst/>
              <a:ahLst/>
              <a:cxnLst/>
              <a:rect l="0" t="0" r="0" b="0"/>
              <a:pathLst>
                <a:path w="47209" h="3854">
                  <a:moveTo>
                    <a:pt x="47209" y="3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9" name="Input_receptor__1158">
              <a:extLst>
                <a:ext uri="{FF2B5EF4-FFF2-40B4-BE49-F238E27FC236}">
                  <a16:creationId xmlns:a16="http://schemas.microsoft.com/office/drawing/2014/main" id="{890030F9-5B14-9097-7379-316D419E55C8}"/>
                </a:ext>
              </a:extLst>
            </p:cNvPr>
            <p:cNvSpPr>
              <a:spLocks noGrp="1"/>
            </p:cNvSpPr>
            <p:nvPr/>
          </p:nvSpPr>
          <p:spPr>
            <a:xfrm>
              <a:off x="1258257" y="4482994"/>
              <a:ext cx="3975" cy="4477"/>
            </a:xfrm>
            <a:custGeom>
              <a:avLst/>
              <a:gdLst/>
              <a:ahLst/>
              <a:cxnLst/>
              <a:rect l="0" t="0" r="0" b="0"/>
              <a:pathLst>
                <a:path w="3975" h="4477">
                  <a:moveTo>
                    <a:pt x="0" y="0"/>
                  </a:moveTo>
                  <a:lnTo>
                    <a:pt x="3975" y="447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0" name="Input_receptor__1159">
              <a:extLst>
                <a:ext uri="{FF2B5EF4-FFF2-40B4-BE49-F238E27FC236}">
                  <a16:creationId xmlns:a16="http://schemas.microsoft.com/office/drawing/2014/main" id="{BD572798-D4CE-62EC-C0CB-35A508DD3FDB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4437" cy="43453"/>
            </a:xfrm>
            <a:custGeom>
              <a:avLst/>
              <a:gdLst/>
              <a:ahLst/>
              <a:cxnLst/>
              <a:rect l="0" t="0" r="0" b="0"/>
              <a:pathLst>
                <a:path w="4437" h="43453">
                  <a:moveTo>
                    <a:pt x="4437" y="434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1" name="Input_receptor__1160">
              <a:extLst>
                <a:ext uri="{FF2B5EF4-FFF2-40B4-BE49-F238E27FC236}">
                  <a16:creationId xmlns:a16="http://schemas.microsoft.com/office/drawing/2014/main" id="{D175A5FD-5695-EC1D-9CF0-453F224BA674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430776"/>
              <a:ext cx="14517" cy="12951"/>
            </a:xfrm>
            <a:custGeom>
              <a:avLst/>
              <a:gdLst/>
              <a:ahLst/>
              <a:cxnLst/>
              <a:rect l="0" t="0" r="0" b="0"/>
              <a:pathLst>
                <a:path w="14517" h="12951">
                  <a:moveTo>
                    <a:pt x="0" y="0"/>
                  </a:moveTo>
                  <a:lnTo>
                    <a:pt x="14517" y="12951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2" name="Input_receptor__1161">
              <a:extLst>
                <a:ext uri="{FF2B5EF4-FFF2-40B4-BE49-F238E27FC236}">
                  <a16:creationId xmlns:a16="http://schemas.microsoft.com/office/drawing/2014/main" id="{E696C91C-EBA2-710D-8422-2A9A6CD84F6A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32400" cy="12003"/>
            </a:xfrm>
            <a:custGeom>
              <a:avLst/>
              <a:gdLst/>
              <a:ahLst/>
              <a:cxnLst/>
              <a:rect l="0" t="0" r="0" b="0"/>
              <a:pathLst>
                <a:path w="32400" h="12003">
                  <a:moveTo>
                    <a:pt x="0" y="0"/>
                  </a:moveTo>
                  <a:lnTo>
                    <a:pt x="32400" y="12003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3" name="Input_receptor__1162">
              <a:extLst>
                <a:ext uri="{FF2B5EF4-FFF2-40B4-BE49-F238E27FC236}">
                  <a16:creationId xmlns:a16="http://schemas.microsoft.com/office/drawing/2014/main" id="{23E72BDD-3772-EB80-8FB9-2E6A82F103BF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88433"/>
              <a:ext cx="33749" cy="33301"/>
            </a:xfrm>
            <a:custGeom>
              <a:avLst/>
              <a:gdLst/>
              <a:ahLst/>
              <a:cxnLst/>
              <a:rect l="0" t="0" r="0" b="0"/>
              <a:pathLst>
                <a:path w="33749" h="33301">
                  <a:moveTo>
                    <a:pt x="33749" y="3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4" name="Input_receptor__1163">
              <a:extLst>
                <a:ext uri="{FF2B5EF4-FFF2-40B4-BE49-F238E27FC236}">
                  <a16:creationId xmlns:a16="http://schemas.microsoft.com/office/drawing/2014/main" id="{2FFA39CA-E66F-55AA-073F-1085B0763E59}"/>
                </a:ext>
              </a:extLst>
            </p:cNvPr>
            <p:cNvSpPr>
              <a:spLocks noGrp="1"/>
            </p:cNvSpPr>
            <p:nvPr/>
          </p:nvSpPr>
          <p:spPr>
            <a:xfrm>
              <a:off x="1036969" y="5034697"/>
              <a:ext cx="46109" cy="13474"/>
            </a:xfrm>
            <a:custGeom>
              <a:avLst/>
              <a:gdLst/>
              <a:ahLst/>
              <a:cxnLst/>
              <a:rect l="0" t="0" r="0" b="0"/>
              <a:pathLst>
                <a:path w="46109" h="13474">
                  <a:moveTo>
                    <a:pt x="0" y="0"/>
                  </a:moveTo>
                  <a:lnTo>
                    <a:pt x="46109" y="1347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5" name="Input_receptor__1164">
              <a:extLst>
                <a:ext uri="{FF2B5EF4-FFF2-40B4-BE49-F238E27FC236}">
                  <a16:creationId xmlns:a16="http://schemas.microsoft.com/office/drawing/2014/main" id="{BC7314B6-F28F-8553-7495-EA11C69E69CE}"/>
                </a:ext>
              </a:extLst>
            </p:cNvPr>
            <p:cNvSpPr>
              <a:spLocks noGrp="1"/>
            </p:cNvSpPr>
            <p:nvPr/>
          </p:nvSpPr>
          <p:spPr>
            <a:xfrm>
              <a:off x="1076064" y="5529756"/>
              <a:ext cx="7455" cy="32253"/>
            </a:xfrm>
            <a:custGeom>
              <a:avLst/>
              <a:gdLst/>
              <a:ahLst/>
              <a:cxnLst/>
              <a:rect l="0" t="0" r="0" b="0"/>
              <a:pathLst>
                <a:path w="7455" h="32253">
                  <a:moveTo>
                    <a:pt x="0" y="32253"/>
                  </a:moveTo>
                  <a:lnTo>
                    <a:pt x="7455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6" name="Input_receptor__1165">
              <a:extLst>
                <a:ext uri="{FF2B5EF4-FFF2-40B4-BE49-F238E27FC236}">
                  <a16:creationId xmlns:a16="http://schemas.microsoft.com/office/drawing/2014/main" id="{70998AB4-A939-8559-7672-F398F1B963CC}"/>
                </a:ext>
              </a:extLst>
            </p:cNvPr>
            <p:cNvSpPr>
              <a:spLocks noGrp="1"/>
            </p:cNvSpPr>
            <p:nvPr/>
          </p:nvSpPr>
          <p:spPr>
            <a:xfrm>
              <a:off x="1482578" y="4658425"/>
              <a:ext cx="38070" cy="9192"/>
            </a:xfrm>
            <a:custGeom>
              <a:avLst/>
              <a:gdLst/>
              <a:ahLst/>
              <a:cxnLst/>
              <a:rect l="0" t="0" r="0" b="0"/>
              <a:pathLst>
                <a:path w="38070" h="9192">
                  <a:moveTo>
                    <a:pt x="0" y="0"/>
                  </a:moveTo>
                  <a:lnTo>
                    <a:pt x="38070" y="9192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7" name="Input_receptor__1166">
              <a:extLst>
                <a:ext uri="{FF2B5EF4-FFF2-40B4-BE49-F238E27FC236}">
                  <a16:creationId xmlns:a16="http://schemas.microsoft.com/office/drawing/2014/main" id="{F9E0C5B2-D8B7-737D-4A11-B86AAC34440D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7600"/>
              <a:ext cx="47558" cy="2022"/>
            </a:xfrm>
            <a:custGeom>
              <a:avLst/>
              <a:gdLst/>
              <a:ahLst/>
              <a:cxnLst/>
              <a:rect l="0" t="0" r="0" b="0"/>
              <a:pathLst>
                <a:path w="47558" h="2022">
                  <a:moveTo>
                    <a:pt x="0" y="2022"/>
                  </a:moveTo>
                  <a:lnTo>
                    <a:pt x="47558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8" name="Input_receptor__1167">
              <a:extLst>
                <a:ext uri="{FF2B5EF4-FFF2-40B4-BE49-F238E27FC236}">
                  <a16:creationId xmlns:a16="http://schemas.microsoft.com/office/drawing/2014/main" id="{03807252-3C7B-309B-07AA-7CAC984D8B6B}"/>
                </a:ext>
              </a:extLst>
            </p:cNvPr>
            <p:cNvSpPr>
              <a:spLocks noGrp="1"/>
            </p:cNvSpPr>
            <p:nvPr/>
          </p:nvSpPr>
          <p:spPr>
            <a:xfrm>
              <a:off x="1135546" y="5271018"/>
              <a:ext cx="32564" cy="34476"/>
            </a:xfrm>
            <a:custGeom>
              <a:avLst/>
              <a:gdLst/>
              <a:ahLst/>
              <a:cxnLst/>
              <a:rect l="0" t="0" r="0" b="0"/>
              <a:pathLst>
                <a:path w="32564" h="34476">
                  <a:moveTo>
                    <a:pt x="0" y="0"/>
                  </a:moveTo>
                  <a:lnTo>
                    <a:pt x="32564" y="34476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9" name="Input_receptor__1168">
              <a:extLst>
                <a:ext uri="{FF2B5EF4-FFF2-40B4-BE49-F238E27FC236}">
                  <a16:creationId xmlns:a16="http://schemas.microsoft.com/office/drawing/2014/main" id="{2D0EEF23-B9DC-1CDF-145D-7BBFB3718127}"/>
                </a:ext>
              </a:extLst>
            </p:cNvPr>
            <p:cNvSpPr>
              <a:spLocks noGrp="1"/>
            </p:cNvSpPr>
            <p:nvPr/>
          </p:nvSpPr>
          <p:spPr>
            <a:xfrm>
              <a:off x="1470328" y="4780536"/>
              <a:ext cx="18683" cy="484"/>
            </a:xfrm>
            <a:custGeom>
              <a:avLst/>
              <a:gdLst/>
              <a:ahLst/>
              <a:cxnLst/>
              <a:rect l="0" t="0" r="0" b="0"/>
              <a:pathLst>
                <a:path w="18683" h="484">
                  <a:moveTo>
                    <a:pt x="0" y="0"/>
                  </a:moveTo>
                  <a:lnTo>
                    <a:pt x="18683" y="48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70" name="Input_receptor__1169">
              <a:extLst>
                <a:ext uri="{FF2B5EF4-FFF2-40B4-BE49-F238E27FC236}">
                  <a16:creationId xmlns:a16="http://schemas.microsoft.com/office/drawing/2014/main" id="{3D2C49E0-7ECB-A73C-3AED-F828F16291A6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63973"/>
              <a:ext cx="22190" cy="2023"/>
            </a:xfrm>
            <a:custGeom>
              <a:avLst/>
              <a:gdLst/>
              <a:ahLst/>
              <a:cxnLst/>
              <a:rect l="0" t="0" r="0" b="0"/>
              <a:pathLst>
                <a:path w="22190" h="2023">
                  <a:moveTo>
                    <a:pt x="22190" y="0"/>
                  </a:moveTo>
                  <a:lnTo>
                    <a:pt x="0" y="2023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1" name="Input_receptor__1170">
              <a:extLst>
                <a:ext uri="{FF2B5EF4-FFF2-40B4-BE49-F238E27FC236}">
                  <a16:creationId xmlns:a16="http://schemas.microsoft.com/office/drawing/2014/main" id="{E3B7B5DD-3B67-2290-F5CA-D5935E8F5061}"/>
                </a:ext>
              </a:extLst>
            </p:cNvPr>
            <p:cNvSpPr>
              <a:spLocks noGrp="1"/>
            </p:cNvSpPr>
            <p:nvPr/>
          </p:nvSpPr>
          <p:spPr>
            <a:xfrm>
              <a:off x="1096094" y="4413287"/>
              <a:ext cx="45936" cy="9488"/>
            </a:xfrm>
            <a:custGeom>
              <a:avLst/>
              <a:gdLst/>
              <a:ahLst/>
              <a:cxnLst/>
              <a:rect l="0" t="0" r="0" b="0"/>
              <a:pathLst>
                <a:path w="45936" h="9488">
                  <a:moveTo>
                    <a:pt x="0" y="9488"/>
                  </a:moveTo>
                  <a:lnTo>
                    <a:pt x="45936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2" name="Input_receptor__1171">
              <a:extLst>
                <a:ext uri="{FF2B5EF4-FFF2-40B4-BE49-F238E27FC236}">
                  <a16:creationId xmlns:a16="http://schemas.microsoft.com/office/drawing/2014/main" id="{8070E031-7E24-2C3E-F4E9-13A11415B188}"/>
                </a:ext>
              </a:extLst>
            </p:cNvPr>
            <p:cNvSpPr>
              <a:spLocks noGrp="1"/>
            </p:cNvSpPr>
            <p:nvPr/>
          </p:nvSpPr>
          <p:spPr>
            <a:xfrm>
              <a:off x="1128372" y="5224231"/>
              <a:ext cx="7173" cy="46786"/>
            </a:xfrm>
            <a:custGeom>
              <a:avLst/>
              <a:gdLst/>
              <a:ahLst/>
              <a:cxnLst/>
              <a:rect l="0" t="0" r="0" b="0"/>
              <a:pathLst>
                <a:path w="7173" h="46786">
                  <a:moveTo>
                    <a:pt x="0" y="0"/>
                  </a:moveTo>
                  <a:lnTo>
                    <a:pt x="7173" y="467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3" name="Input_receptor__1172">
              <a:extLst>
                <a:ext uri="{FF2B5EF4-FFF2-40B4-BE49-F238E27FC236}">
                  <a16:creationId xmlns:a16="http://schemas.microsoft.com/office/drawing/2014/main" id="{142593BA-D49D-0CCC-462D-D790AB8FE448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63040"/>
              <a:ext cx="31099" cy="18344"/>
            </a:xfrm>
            <a:custGeom>
              <a:avLst/>
              <a:gdLst/>
              <a:ahLst/>
              <a:cxnLst/>
              <a:rect l="0" t="0" r="0" b="0"/>
              <a:pathLst>
                <a:path w="31099" h="18344">
                  <a:moveTo>
                    <a:pt x="0" y="18344"/>
                  </a:moveTo>
                  <a:lnTo>
                    <a:pt x="31099" y="0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4" name="Input_receptor__1173">
              <a:extLst>
                <a:ext uri="{FF2B5EF4-FFF2-40B4-BE49-F238E27FC236}">
                  <a16:creationId xmlns:a16="http://schemas.microsoft.com/office/drawing/2014/main" id="{14F95233-537D-9D9D-1220-C91F917542D5}"/>
                </a:ext>
              </a:extLst>
            </p:cNvPr>
            <p:cNvSpPr>
              <a:spLocks noGrp="1"/>
            </p:cNvSpPr>
            <p:nvPr/>
          </p:nvSpPr>
          <p:spPr>
            <a:xfrm>
              <a:off x="1077827" y="5406332"/>
              <a:ext cx="10341" cy="21286"/>
            </a:xfrm>
            <a:custGeom>
              <a:avLst/>
              <a:gdLst/>
              <a:ahLst/>
              <a:cxnLst/>
              <a:rect l="0" t="0" r="0" b="0"/>
              <a:pathLst>
                <a:path w="10341" h="21286">
                  <a:moveTo>
                    <a:pt x="10341" y="0"/>
                  </a:moveTo>
                  <a:lnTo>
                    <a:pt x="0" y="212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5" name="Input_receptor__1174">
              <a:extLst>
                <a:ext uri="{FF2B5EF4-FFF2-40B4-BE49-F238E27FC236}">
                  <a16:creationId xmlns:a16="http://schemas.microsoft.com/office/drawing/2014/main" id="{90E2E4DD-A86C-7383-B6D3-56D0CA6F241D}"/>
                </a:ext>
              </a:extLst>
            </p:cNvPr>
            <p:cNvSpPr>
              <a:spLocks noGrp="1"/>
            </p:cNvSpPr>
            <p:nvPr/>
          </p:nvSpPr>
          <p:spPr>
            <a:xfrm>
              <a:off x="1137107" y="5363705"/>
              <a:ext cx="46217" cy="10727"/>
            </a:xfrm>
            <a:custGeom>
              <a:avLst/>
              <a:gdLst/>
              <a:ahLst/>
              <a:cxnLst/>
              <a:rect l="0" t="0" r="0" b="0"/>
              <a:pathLst>
                <a:path w="46217" h="10727">
                  <a:moveTo>
                    <a:pt x="46217" y="10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6" name="Input_receptor__1175">
              <a:extLst>
                <a:ext uri="{FF2B5EF4-FFF2-40B4-BE49-F238E27FC236}">
                  <a16:creationId xmlns:a16="http://schemas.microsoft.com/office/drawing/2014/main" id="{E7C20793-2B2F-575F-E4F6-A6DE6A4669B3}"/>
                </a:ext>
              </a:extLst>
            </p:cNvPr>
            <p:cNvSpPr>
              <a:spLocks noGrp="1"/>
            </p:cNvSpPr>
            <p:nvPr/>
          </p:nvSpPr>
          <p:spPr>
            <a:xfrm>
              <a:off x="1398206" y="4645163"/>
              <a:ext cx="41618" cy="16312"/>
            </a:xfrm>
            <a:custGeom>
              <a:avLst/>
              <a:gdLst/>
              <a:ahLst/>
              <a:cxnLst/>
              <a:rect l="0" t="0" r="0" b="0"/>
              <a:pathLst>
                <a:path w="41618" h="16312">
                  <a:moveTo>
                    <a:pt x="0" y="0"/>
                  </a:moveTo>
                  <a:lnTo>
                    <a:pt x="41618" y="16312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7" name="Input_receptor__1176">
              <a:extLst>
                <a:ext uri="{FF2B5EF4-FFF2-40B4-BE49-F238E27FC236}">
                  <a16:creationId xmlns:a16="http://schemas.microsoft.com/office/drawing/2014/main" id="{600BB12C-AA85-3EEF-8C09-A74B846887B3}"/>
                </a:ext>
              </a:extLst>
            </p:cNvPr>
            <p:cNvSpPr>
              <a:spLocks noGrp="1"/>
            </p:cNvSpPr>
            <p:nvPr/>
          </p:nvSpPr>
          <p:spPr>
            <a:xfrm>
              <a:off x="1671219" y="4778602"/>
              <a:ext cx="3102" cy="26735"/>
            </a:xfrm>
            <a:custGeom>
              <a:avLst/>
              <a:gdLst/>
              <a:ahLst/>
              <a:cxnLst/>
              <a:rect l="0" t="0" r="0" b="0"/>
              <a:pathLst>
                <a:path w="3102" h="26735">
                  <a:moveTo>
                    <a:pt x="3102" y="26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8" name="Input_receptor__1177">
              <a:extLst>
                <a:ext uri="{FF2B5EF4-FFF2-40B4-BE49-F238E27FC236}">
                  <a16:creationId xmlns:a16="http://schemas.microsoft.com/office/drawing/2014/main" id="{E3718944-6D56-D4F2-7C9D-CE92BC8D9ED8}"/>
                </a:ext>
              </a:extLst>
            </p:cNvPr>
            <p:cNvSpPr>
              <a:spLocks noGrp="1"/>
            </p:cNvSpPr>
            <p:nvPr/>
          </p:nvSpPr>
          <p:spPr>
            <a:xfrm>
              <a:off x="1476830" y="4717989"/>
              <a:ext cx="28198" cy="7403"/>
            </a:xfrm>
            <a:custGeom>
              <a:avLst/>
              <a:gdLst/>
              <a:ahLst/>
              <a:cxnLst/>
              <a:rect l="0" t="0" r="0" b="0"/>
              <a:pathLst>
                <a:path w="28198" h="7403">
                  <a:moveTo>
                    <a:pt x="0" y="0"/>
                  </a:moveTo>
                  <a:lnTo>
                    <a:pt x="28198" y="740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79" name="Input_receptor__1178">
              <a:extLst>
                <a:ext uri="{FF2B5EF4-FFF2-40B4-BE49-F238E27FC236}">
                  <a16:creationId xmlns:a16="http://schemas.microsoft.com/office/drawing/2014/main" id="{9EDCDB43-2A79-EBF9-CCC8-D72E7EE9558C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00347"/>
              <a:ext cx="20151" cy="38639"/>
            </a:xfrm>
            <a:custGeom>
              <a:avLst/>
              <a:gdLst/>
              <a:ahLst/>
              <a:cxnLst/>
              <a:rect l="0" t="0" r="0" b="0"/>
              <a:pathLst>
                <a:path w="20151" h="38639">
                  <a:moveTo>
                    <a:pt x="20151" y="0"/>
                  </a:moveTo>
                  <a:lnTo>
                    <a:pt x="0" y="3863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0" name="Input_receptor__1179">
              <a:extLst>
                <a:ext uri="{FF2B5EF4-FFF2-40B4-BE49-F238E27FC236}">
                  <a16:creationId xmlns:a16="http://schemas.microsoft.com/office/drawing/2014/main" id="{30D07A67-A3C4-140E-9B99-85A72530B7F5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902483"/>
              <a:ext cx="43240" cy="20219"/>
            </a:xfrm>
            <a:custGeom>
              <a:avLst/>
              <a:gdLst/>
              <a:ahLst/>
              <a:cxnLst/>
              <a:rect l="0" t="0" r="0" b="0"/>
              <a:pathLst>
                <a:path w="43240" h="20219">
                  <a:moveTo>
                    <a:pt x="0" y="0"/>
                  </a:moveTo>
                  <a:lnTo>
                    <a:pt x="43240" y="20219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1" name="Input_receptor__1180">
              <a:extLst>
                <a:ext uri="{FF2B5EF4-FFF2-40B4-BE49-F238E27FC236}">
                  <a16:creationId xmlns:a16="http://schemas.microsoft.com/office/drawing/2014/main" id="{ADA84F9E-1036-3AE2-22FC-A77245828D91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0225" cy="16326"/>
            </a:xfrm>
            <a:custGeom>
              <a:avLst/>
              <a:gdLst/>
              <a:ahLst/>
              <a:cxnLst/>
              <a:rect l="0" t="0" r="0" b="0"/>
              <a:pathLst>
                <a:path w="10225" h="16326">
                  <a:moveTo>
                    <a:pt x="0" y="0"/>
                  </a:moveTo>
                  <a:lnTo>
                    <a:pt x="10225" y="1632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2" name="Input_receptor__1181">
              <a:extLst>
                <a:ext uri="{FF2B5EF4-FFF2-40B4-BE49-F238E27FC236}">
                  <a16:creationId xmlns:a16="http://schemas.microsoft.com/office/drawing/2014/main" id="{EA678820-6A75-2016-1ED4-EABEC45D5BCF}"/>
                </a:ext>
              </a:extLst>
            </p:cNvPr>
            <p:cNvSpPr>
              <a:spLocks noGrp="1"/>
            </p:cNvSpPr>
            <p:nvPr/>
          </p:nvSpPr>
          <p:spPr>
            <a:xfrm>
              <a:off x="1439825" y="4658425"/>
              <a:ext cx="42753" cy="3050"/>
            </a:xfrm>
            <a:custGeom>
              <a:avLst/>
              <a:gdLst/>
              <a:ahLst/>
              <a:cxnLst/>
              <a:rect l="0" t="0" r="0" b="0"/>
              <a:pathLst>
                <a:path w="42753" h="3050">
                  <a:moveTo>
                    <a:pt x="0" y="3050"/>
                  </a:moveTo>
                  <a:lnTo>
                    <a:pt x="4275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3" name="Input_receptor__1182">
              <a:extLst>
                <a:ext uri="{FF2B5EF4-FFF2-40B4-BE49-F238E27FC236}">
                  <a16:creationId xmlns:a16="http://schemas.microsoft.com/office/drawing/2014/main" id="{377338AC-3E0D-4412-DF3C-1A43BD83B4A2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45163"/>
              <a:ext cx="45598" cy="8221"/>
            </a:xfrm>
            <a:custGeom>
              <a:avLst/>
              <a:gdLst/>
              <a:ahLst/>
              <a:cxnLst/>
              <a:rect l="0" t="0" r="0" b="0"/>
              <a:pathLst>
                <a:path w="45598" h="8221">
                  <a:moveTo>
                    <a:pt x="0" y="8221"/>
                  </a:moveTo>
                  <a:lnTo>
                    <a:pt x="4559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4" name="Input_receptor__1183">
              <a:extLst>
                <a:ext uri="{FF2B5EF4-FFF2-40B4-BE49-F238E27FC236}">
                  <a16:creationId xmlns:a16="http://schemas.microsoft.com/office/drawing/2014/main" id="{BA3DAEFD-DBB4-6CAD-BB8C-4025A2C513ED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28584"/>
              <a:ext cx="16741" cy="19566"/>
            </a:xfrm>
            <a:custGeom>
              <a:avLst/>
              <a:gdLst/>
              <a:ahLst/>
              <a:cxnLst/>
              <a:rect l="0" t="0" r="0" b="0"/>
              <a:pathLst>
                <a:path w="16741" h="19566">
                  <a:moveTo>
                    <a:pt x="0" y="19566"/>
                  </a:moveTo>
                  <a:lnTo>
                    <a:pt x="16741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5" name="Input_receptor__1184">
              <a:extLst>
                <a:ext uri="{FF2B5EF4-FFF2-40B4-BE49-F238E27FC236}">
                  <a16:creationId xmlns:a16="http://schemas.microsoft.com/office/drawing/2014/main" id="{4753C82E-7700-2165-19AF-5CDDA0998838}"/>
                </a:ext>
              </a:extLst>
            </p:cNvPr>
            <p:cNvSpPr>
              <a:spLocks noGrp="1"/>
            </p:cNvSpPr>
            <p:nvPr/>
          </p:nvSpPr>
          <p:spPr>
            <a:xfrm>
              <a:off x="1008975" y="5527485"/>
              <a:ext cx="20507" cy="23713"/>
            </a:xfrm>
            <a:custGeom>
              <a:avLst/>
              <a:gdLst/>
              <a:ahLst/>
              <a:cxnLst/>
              <a:rect l="0" t="0" r="0" b="0"/>
              <a:pathLst>
                <a:path w="20507" h="23713">
                  <a:moveTo>
                    <a:pt x="0" y="0"/>
                  </a:moveTo>
                  <a:lnTo>
                    <a:pt x="20507" y="23713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6" name="Input_receptor__1185">
              <a:extLst>
                <a:ext uri="{FF2B5EF4-FFF2-40B4-BE49-F238E27FC236}">
                  <a16:creationId xmlns:a16="http://schemas.microsoft.com/office/drawing/2014/main" id="{379DBF2C-EDCF-CFC4-3722-23488BDD9979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82217"/>
              <a:ext cx="103" cy="8642"/>
            </a:xfrm>
            <a:custGeom>
              <a:avLst/>
              <a:gdLst/>
              <a:ahLst/>
              <a:cxnLst/>
              <a:rect l="0" t="0" r="0" b="0"/>
              <a:pathLst>
                <a:path w="103" h="8642">
                  <a:moveTo>
                    <a:pt x="103" y="0"/>
                  </a:moveTo>
                  <a:lnTo>
                    <a:pt x="0" y="8642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7" name="Input_receptor__1186">
              <a:extLst>
                <a:ext uri="{FF2B5EF4-FFF2-40B4-BE49-F238E27FC236}">
                  <a16:creationId xmlns:a16="http://schemas.microsoft.com/office/drawing/2014/main" id="{79BB4858-81A0-B478-35DC-8335BD40BEB8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512999"/>
              <a:ext cx="28538" cy="31423"/>
            </a:xfrm>
            <a:custGeom>
              <a:avLst/>
              <a:gdLst/>
              <a:ahLst/>
              <a:cxnLst/>
              <a:rect l="0" t="0" r="0" b="0"/>
              <a:pathLst>
                <a:path w="28538" h="31423">
                  <a:moveTo>
                    <a:pt x="0" y="0"/>
                  </a:moveTo>
                  <a:lnTo>
                    <a:pt x="28538" y="3142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8" name="Input_receptor__1187">
              <a:extLst>
                <a:ext uri="{FF2B5EF4-FFF2-40B4-BE49-F238E27FC236}">
                  <a16:creationId xmlns:a16="http://schemas.microsoft.com/office/drawing/2014/main" id="{97AE120C-7C6B-3443-5DFA-7C41E1DFD0A5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23129"/>
              <a:ext cx="9476" cy="2908"/>
            </a:xfrm>
            <a:custGeom>
              <a:avLst/>
              <a:gdLst/>
              <a:ahLst/>
              <a:cxnLst/>
              <a:rect l="0" t="0" r="0" b="0"/>
              <a:pathLst>
                <a:path w="9476" h="2908">
                  <a:moveTo>
                    <a:pt x="9476" y="2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9" name="Input_receptor__1188">
              <a:extLst>
                <a:ext uri="{FF2B5EF4-FFF2-40B4-BE49-F238E27FC236}">
                  <a16:creationId xmlns:a16="http://schemas.microsoft.com/office/drawing/2014/main" id="{E3272631-0DCC-0569-209C-525BC5CD92A0}"/>
                </a:ext>
              </a:extLst>
            </p:cNvPr>
            <p:cNvSpPr>
              <a:spLocks noGrp="1"/>
            </p:cNvSpPr>
            <p:nvPr/>
          </p:nvSpPr>
          <p:spPr>
            <a:xfrm>
              <a:off x="1562255" y="4914636"/>
              <a:ext cx="23232" cy="39904"/>
            </a:xfrm>
            <a:custGeom>
              <a:avLst/>
              <a:gdLst/>
              <a:ahLst/>
              <a:cxnLst/>
              <a:rect l="0" t="0" r="0" b="0"/>
              <a:pathLst>
                <a:path w="23232" h="39904">
                  <a:moveTo>
                    <a:pt x="0" y="39904"/>
                  </a:moveTo>
                  <a:lnTo>
                    <a:pt x="23232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0" name="Input_receptor__1189">
              <a:extLst>
                <a:ext uri="{FF2B5EF4-FFF2-40B4-BE49-F238E27FC236}">
                  <a16:creationId xmlns:a16="http://schemas.microsoft.com/office/drawing/2014/main" id="{D48E05E4-D03A-421B-0A9C-DBCE5FD4468D}"/>
                </a:ext>
              </a:extLst>
            </p:cNvPr>
            <p:cNvSpPr>
              <a:spLocks noGrp="1"/>
            </p:cNvSpPr>
            <p:nvPr/>
          </p:nvSpPr>
          <p:spPr>
            <a:xfrm>
              <a:off x="1152236" y="4223767"/>
              <a:ext cx="27304" cy="38456"/>
            </a:xfrm>
            <a:custGeom>
              <a:avLst/>
              <a:gdLst/>
              <a:ahLst/>
              <a:cxnLst/>
              <a:rect l="0" t="0" r="0" b="0"/>
              <a:pathLst>
                <a:path w="27304" h="38456">
                  <a:moveTo>
                    <a:pt x="27304" y="0"/>
                  </a:moveTo>
                  <a:lnTo>
                    <a:pt x="0" y="384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1" name="Input_receptor__1190">
              <a:extLst>
                <a:ext uri="{FF2B5EF4-FFF2-40B4-BE49-F238E27FC236}">
                  <a16:creationId xmlns:a16="http://schemas.microsoft.com/office/drawing/2014/main" id="{553559F7-680D-AF6E-FC6F-064B107A8169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49956"/>
              <a:ext cx="41052" cy="10932"/>
            </a:xfrm>
            <a:custGeom>
              <a:avLst/>
              <a:gdLst/>
              <a:ahLst/>
              <a:cxnLst/>
              <a:rect l="0" t="0" r="0" b="0"/>
              <a:pathLst>
                <a:path w="41052" h="10932">
                  <a:moveTo>
                    <a:pt x="41052" y="10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2" name="Input_receptor__1191">
              <a:extLst>
                <a:ext uri="{FF2B5EF4-FFF2-40B4-BE49-F238E27FC236}">
                  <a16:creationId xmlns:a16="http://schemas.microsoft.com/office/drawing/2014/main" id="{F904ED93-D8C9-74B2-5444-EC30339DC1C8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54287"/>
              <a:ext cx="32550" cy="34146"/>
            </a:xfrm>
            <a:custGeom>
              <a:avLst/>
              <a:gdLst/>
              <a:ahLst/>
              <a:cxnLst/>
              <a:rect l="0" t="0" r="0" b="0"/>
              <a:pathLst>
                <a:path w="32550" h="34146">
                  <a:moveTo>
                    <a:pt x="0" y="34146"/>
                  </a:moveTo>
                  <a:lnTo>
                    <a:pt x="325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3" name="Input_receptor__1192">
              <a:extLst>
                <a:ext uri="{FF2B5EF4-FFF2-40B4-BE49-F238E27FC236}">
                  <a16:creationId xmlns:a16="http://schemas.microsoft.com/office/drawing/2014/main" id="{99D67069-EC15-4AD1-78C6-7C3B0BD55FE6}"/>
                </a:ext>
              </a:extLst>
            </p:cNvPr>
            <p:cNvSpPr>
              <a:spLocks noGrp="1"/>
            </p:cNvSpPr>
            <p:nvPr/>
          </p:nvSpPr>
          <p:spPr>
            <a:xfrm>
              <a:off x="1074539" y="4422775"/>
              <a:ext cx="21555" cy="34360"/>
            </a:xfrm>
            <a:custGeom>
              <a:avLst/>
              <a:gdLst/>
              <a:ahLst/>
              <a:cxnLst/>
              <a:rect l="0" t="0" r="0" b="0"/>
              <a:pathLst>
                <a:path w="21555" h="34360">
                  <a:moveTo>
                    <a:pt x="0" y="34360"/>
                  </a:moveTo>
                  <a:lnTo>
                    <a:pt x="21555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4" name="Input_receptor__1193">
              <a:extLst>
                <a:ext uri="{FF2B5EF4-FFF2-40B4-BE49-F238E27FC236}">
                  <a16:creationId xmlns:a16="http://schemas.microsoft.com/office/drawing/2014/main" id="{88956099-1A71-231D-3AFB-35FED60C932D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76077"/>
              <a:ext cx="40317" cy="22099"/>
            </a:xfrm>
            <a:custGeom>
              <a:avLst/>
              <a:gdLst/>
              <a:ahLst/>
              <a:cxnLst/>
              <a:rect l="0" t="0" r="0" b="0"/>
              <a:pathLst>
                <a:path w="40317" h="22099">
                  <a:moveTo>
                    <a:pt x="40317" y="220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5" name="Input_receptor__1194">
              <a:extLst>
                <a:ext uri="{FF2B5EF4-FFF2-40B4-BE49-F238E27FC236}">
                  <a16:creationId xmlns:a16="http://schemas.microsoft.com/office/drawing/2014/main" id="{01020E18-424F-50ED-F9C1-475007FE6712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479149"/>
              <a:ext cx="7561" cy="33850"/>
            </a:xfrm>
            <a:custGeom>
              <a:avLst/>
              <a:gdLst/>
              <a:ahLst/>
              <a:cxnLst/>
              <a:rect l="0" t="0" r="0" b="0"/>
              <a:pathLst>
                <a:path w="7561" h="33850">
                  <a:moveTo>
                    <a:pt x="7561" y="0"/>
                  </a:moveTo>
                  <a:lnTo>
                    <a:pt x="0" y="3385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6" name="Input_receptor__1195">
              <a:extLst>
                <a:ext uri="{FF2B5EF4-FFF2-40B4-BE49-F238E27FC236}">
                  <a16:creationId xmlns:a16="http://schemas.microsoft.com/office/drawing/2014/main" id="{43CD05B8-8C40-83DA-18E6-0FD9374B823B}"/>
                </a:ext>
              </a:extLst>
            </p:cNvPr>
            <p:cNvSpPr>
              <a:spLocks noGrp="1"/>
            </p:cNvSpPr>
            <p:nvPr/>
          </p:nvSpPr>
          <p:spPr>
            <a:xfrm>
              <a:off x="1195639" y="4709358"/>
              <a:ext cx="10829" cy="31439"/>
            </a:xfrm>
            <a:custGeom>
              <a:avLst/>
              <a:gdLst/>
              <a:ahLst/>
              <a:cxnLst/>
              <a:rect l="0" t="0" r="0" b="0"/>
              <a:pathLst>
                <a:path w="10829" h="31439">
                  <a:moveTo>
                    <a:pt x="10829" y="314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7" name="Input_receptor__1196">
              <a:extLst>
                <a:ext uri="{FF2B5EF4-FFF2-40B4-BE49-F238E27FC236}">
                  <a16:creationId xmlns:a16="http://schemas.microsoft.com/office/drawing/2014/main" id="{1B2B3ADB-5F72-267D-038F-919BE358D8AA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50953"/>
              <a:ext cx="15769" cy="15156"/>
            </a:xfrm>
            <a:custGeom>
              <a:avLst/>
              <a:gdLst/>
              <a:ahLst/>
              <a:cxnLst/>
              <a:rect l="0" t="0" r="0" b="0"/>
              <a:pathLst>
                <a:path w="15769" h="15156">
                  <a:moveTo>
                    <a:pt x="15769" y="0"/>
                  </a:moveTo>
                  <a:lnTo>
                    <a:pt x="0" y="151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8" name="Input_receptor__1197">
              <a:extLst>
                <a:ext uri="{FF2B5EF4-FFF2-40B4-BE49-F238E27FC236}">
                  <a16:creationId xmlns:a16="http://schemas.microsoft.com/office/drawing/2014/main" id="{1385F1E6-943F-E206-0184-5052C466664D}"/>
                </a:ext>
              </a:extLst>
            </p:cNvPr>
            <p:cNvSpPr>
              <a:spLocks noGrp="1"/>
            </p:cNvSpPr>
            <p:nvPr/>
          </p:nvSpPr>
          <p:spPr>
            <a:xfrm>
              <a:off x="1140481" y="5077014"/>
              <a:ext cx="11024" cy="18279"/>
            </a:xfrm>
            <a:custGeom>
              <a:avLst/>
              <a:gdLst/>
              <a:ahLst/>
              <a:cxnLst/>
              <a:rect l="0" t="0" r="0" b="0"/>
              <a:pathLst>
                <a:path w="11024" h="18279">
                  <a:moveTo>
                    <a:pt x="0" y="18279"/>
                  </a:moveTo>
                  <a:lnTo>
                    <a:pt x="11024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9" name="Input_receptor__1198">
              <a:extLst>
                <a:ext uri="{FF2B5EF4-FFF2-40B4-BE49-F238E27FC236}">
                  <a16:creationId xmlns:a16="http://schemas.microsoft.com/office/drawing/2014/main" id="{AFE985C6-5816-E89A-2DBF-7BB5A17861B7}"/>
                </a:ext>
              </a:extLst>
            </p:cNvPr>
            <p:cNvSpPr>
              <a:spLocks noGrp="1"/>
            </p:cNvSpPr>
            <p:nvPr/>
          </p:nvSpPr>
          <p:spPr>
            <a:xfrm>
              <a:off x="1776659" y="5060704"/>
              <a:ext cx="4649" cy="35961"/>
            </a:xfrm>
            <a:custGeom>
              <a:avLst/>
              <a:gdLst/>
              <a:ahLst/>
              <a:cxnLst/>
              <a:rect l="0" t="0" r="0" b="0"/>
              <a:pathLst>
                <a:path w="4649" h="35961">
                  <a:moveTo>
                    <a:pt x="4649" y="35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0" name="Input_receptor__1199">
              <a:extLst>
                <a:ext uri="{FF2B5EF4-FFF2-40B4-BE49-F238E27FC236}">
                  <a16:creationId xmlns:a16="http://schemas.microsoft.com/office/drawing/2014/main" id="{04F84637-F2A1-F97D-DE56-A37C13C594F1}"/>
                </a:ext>
              </a:extLst>
            </p:cNvPr>
            <p:cNvSpPr>
              <a:spLocks noGrp="1"/>
            </p:cNvSpPr>
            <p:nvPr/>
          </p:nvSpPr>
          <p:spPr>
            <a:xfrm>
              <a:off x="1234181" y="4799313"/>
              <a:ext cx="1590" cy="44449"/>
            </a:xfrm>
            <a:custGeom>
              <a:avLst/>
              <a:gdLst/>
              <a:ahLst/>
              <a:cxnLst/>
              <a:rect l="0" t="0" r="0" b="0"/>
              <a:pathLst>
                <a:path w="1590" h="44449">
                  <a:moveTo>
                    <a:pt x="0" y="0"/>
                  </a:moveTo>
                  <a:lnTo>
                    <a:pt x="1590" y="4444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1" name="Input_receptor__1200">
              <a:extLst>
                <a:ext uri="{FF2B5EF4-FFF2-40B4-BE49-F238E27FC236}">
                  <a16:creationId xmlns:a16="http://schemas.microsoft.com/office/drawing/2014/main" id="{A76E6054-1349-8637-86D5-64627B9CCFDF}"/>
                </a:ext>
              </a:extLst>
            </p:cNvPr>
            <p:cNvSpPr>
              <a:spLocks noGrp="1"/>
            </p:cNvSpPr>
            <p:nvPr/>
          </p:nvSpPr>
          <p:spPr>
            <a:xfrm>
              <a:off x="1489123" y="5120119"/>
              <a:ext cx="38138" cy="16085"/>
            </a:xfrm>
            <a:custGeom>
              <a:avLst/>
              <a:gdLst/>
              <a:ahLst/>
              <a:cxnLst/>
              <a:rect l="0" t="0" r="0" b="0"/>
              <a:pathLst>
                <a:path w="38138" h="16085">
                  <a:moveTo>
                    <a:pt x="0" y="0"/>
                  </a:moveTo>
                  <a:lnTo>
                    <a:pt x="38138" y="160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2" name="Input_receptor__1201">
              <a:extLst>
                <a:ext uri="{FF2B5EF4-FFF2-40B4-BE49-F238E27FC236}">
                  <a16:creationId xmlns:a16="http://schemas.microsoft.com/office/drawing/2014/main" id="{362C3789-756C-C7A6-3575-DDD34E3A639E}"/>
                </a:ext>
              </a:extLst>
            </p:cNvPr>
            <p:cNvSpPr>
              <a:spLocks noGrp="1"/>
            </p:cNvSpPr>
            <p:nvPr/>
          </p:nvSpPr>
          <p:spPr>
            <a:xfrm>
              <a:off x="1450874" y="5120119"/>
              <a:ext cx="38250" cy="15017"/>
            </a:xfrm>
            <a:custGeom>
              <a:avLst/>
              <a:gdLst/>
              <a:ahLst/>
              <a:cxnLst/>
              <a:rect l="0" t="0" r="0" b="0"/>
              <a:pathLst>
                <a:path w="38250" h="15017">
                  <a:moveTo>
                    <a:pt x="0" y="15017"/>
                  </a:moveTo>
                  <a:lnTo>
                    <a:pt x="382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3" name="Input_receptor__1202">
              <a:extLst>
                <a:ext uri="{FF2B5EF4-FFF2-40B4-BE49-F238E27FC236}">
                  <a16:creationId xmlns:a16="http://schemas.microsoft.com/office/drawing/2014/main" id="{6460B5E6-21BC-3205-A700-D5277492D567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34326"/>
              <a:ext cx="45868" cy="4958"/>
            </a:xfrm>
            <a:custGeom>
              <a:avLst/>
              <a:gdLst/>
              <a:ahLst/>
              <a:cxnLst/>
              <a:rect l="0" t="0" r="0" b="0"/>
              <a:pathLst>
                <a:path w="45868" h="4958">
                  <a:moveTo>
                    <a:pt x="0" y="4958"/>
                  </a:moveTo>
                  <a:lnTo>
                    <a:pt x="4586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4" name="Input_receptor__1203">
              <a:extLst>
                <a:ext uri="{FF2B5EF4-FFF2-40B4-BE49-F238E27FC236}">
                  <a16:creationId xmlns:a16="http://schemas.microsoft.com/office/drawing/2014/main" id="{2EAA312D-6650-EEC4-D4AB-C3AD8A0E120C}"/>
                </a:ext>
              </a:extLst>
            </p:cNvPr>
            <p:cNvSpPr>
              <a:spLocks noGrp="1"/>
            </p:cNvSpPr>
            <p:nvPr/>
          </p:nvSpPr>
          <p:spPr>
            <a:xfrm>
              <a:off x="1530012" y="4606283"/>
              <a:ext cx="30501" cy="14285"/>
            </a:xfrm>
            <a:custGeom>
              <a:avLst/>
              <a:gdLst/>
              <a:ahLst/>
              <a:cxnLst/>
              <a:rect l="0" t="0" r="0" b="0"/>
              <a:pathLst>
                <a:path w="30501" h="14285">
                  <a:moveTo>
                    <a:pt x="0" y="0"/>
                  </a:moveTo>
                  <a:lnTo>
                    <a:pt x="30501" y="142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5" name="Input_receptor__1204">
              <a:extLst>
                <a:ext uri="{FF2B5EF4-FFF2-40B4-BE49-F238E27FC236}">
                  <a16:creationId xmlns:a16="http://schemas.microsoft.com/office/drawing/2014/main" id="{5B31EEE6-BCC8-51AE-717C-C5C3643CAC18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57135"/>
              <a:ext cx="42299" cy="19509"/>
            </a:xfrm>
            <a:custGeom>
              <a:avLst/>
              <a:gdLst/>
              <a:ahLst/>
              <a:cxnLst/>
              <a:rect l="0" t="0" r="0" b="0"/>
              <a:pathLst>
                <a:path w="42299" h="19509">
                  <a:moveTo>
                    <a:pt x="0" y="19509"/>
                  </a:moveTo>
                  <a:lnTo>
                    <a:pt x="4229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6" name="Input_receptor__1205">
              <a:extLst>
                <a:ext uri="{FF2B5EF4-FFF2-40B4-BE49-F238E27FC236}">
                  <a16:creationId xmlns:a16="http://schemas.microsoft.com/office/drawing/2014/main" id="{987C6328-3209-7A1B-B0CD-F90C20FEE8E0}"/>
                </a:ext>
              </a:extLst>
            </p:cNvPr>
            <p:cNvSpPr>
              <a:spLocks noGrp="1"/>
            </p:cNvSpPr>
            <p:nvPr/>
          </p:nvSpPr>
          <p:spPr>
            <a:xfrm>
              <a:off x="1093914" y="4979415"/>
              <a:ext cx="2524" cy="6087"/>
            </a:xfrm>
            <a:custGeom>
              <a:avLst/>
              <a:gdLst/>
              <a:ahLst/>
              <a:cxnLst/>
              <a:rect l="0" t="0" r="0" b="0"/>
              <a:pathLst>
                <a:path w="2524" h="6087">
                  <a:moveTo>
                    <a:pt x="0" y="6087"/>
                  </a:moveTo>
                  <a:lnTo>
                    <a:pt x="2524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7" name="Input_receptor__1206">
              <a:extLst>
                <a:ext uri="{FF2B5EF4-FFF2-40B4-BE49-F238E27FC236}">
                  <a16:creationId xmlns:a16="http://schemas.microsoft.com/office/drawing/2014/main" id="{A2AC1E66-81FA-3122-B95E-6666118548BD}"/>
                </a:ext>
              </a:extLst>
            </p:cNvPr>
            <p:cNvSpPr>
              <a:spLocks noGrp="1"/>
            </p:cNvSpPr>
            <p:nvPr/>
          </p:nvSpPr>
          <p:spPr>
            <a:xfrm>
              <a:off x="956407" y="4758229"/>
              <a:ext cx="26468" cy="39946"/>
            </a:xfrm>
            <a:custGeom>
              <a:avLst/>
              <a:gdLst/>
              <a:ahLst/>
              <a:cxnLst/>
              <a:rect l="0" t="0" r="0" b="0"/>
              <a:pathLst>
                <a:path w="26468" h="39946">
                  <a:moveTo>
                    <a:pt x="26468" y="0"/>
                  </a:moveTo>
                  <a:lnTo>
                    <a:pt x="0" y="3994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08" name="Input_receptor__1207">
              <a:extLst>
                <a:ext uri="{FF2B5EF4-FFF2-40B4-BE49-F238E27FC236}">
                  <a16:creationId xmlns:a16="http://schemas.microsoft.com/office/drawing/2014/main" id="{322C4BB4-5192-7FA5-E528-4BD793412799}"/>
                </a:ext>
              </a:extLst>
            </p:cNvPr>
            <p:cNvSpPr>
              <a:spLocks noGrp="1"/>
            </p:cNvSpPr>
            <p:nvPr/>
          </p:nvSpPr>
          <p:spPr>
            <a:xfrm>
              <a:off x="1693366" y="4960888"/>
              <a:ext cx="31434" cy="35932"/>
            </a:xfrm>
            <a:custGeom>
              <a:avLst/>
              <a:gdLst/>
              <a:ahLst/>
              <a:cxnLst/>
              <a:rect l="0" t="0" r="0" b="0"/>
              <a:pathLst>
                <a:path w="31434" h="35932">
                  <a:moveTo>
                    <a:pt x="31434" y="35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9" name="Input_receptor__1208">
              <a:extLst>
                <a:ext uri="{FF2B5EF4-FFF2-40B4-BE49-F238E27FC236}">
                  <a16:creationId xmlns:a16="http://schemas.microsoft.com/office/drawing/2014/main" id="{116CC4A1-763B-D66C-1B99-D91A1923D2C6}"/>
                </a:ext>
              </a:extLst>
            </p:cNvPr>
            <p:cNvSpPr>
              <a:spLocks noGrp="1"/>
            </p:cNvSpPr>
            <p:nvPr/>
          </p:nvSpPr>
          <p:spPr>
            <a:xfrm>
              <a:off x="1500921" y="4148065"/>
              <a:ext cx="47183" cy="6222"/>
            </a:xfrm>
            <a:custGeom>
              <a:avLst/>
              <a:gdLst/>
              <a:ahLst/>
              <a:cxnLst/>
              <a:rect l="0" t="0" r="0" b="0"/>
              <a:pathLst>
                <a:path w="47183" h="6222">
                  <a:moveTo>
                    <a:pt x="0" y="6222"/>
                  </a:moveTo>
                  <a:lnTo>
                    <a:pt x="4718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0" name="Input_receptor__1209">
              <a:extLst>
                <a:ext uri="{FF2B5EF4-FFF2-40B4-BE49-F238E27FC236}">
                  <a16:creationId xmlns:a16="http://schemas.microsoft.com/office/drawing/2014/main" id="{997061BB-946B-A9EB-3A3A-069B6228449E}"/>
                </a:ext>
              </a:extLst>
            </p:cNvPr>
            <p:cNvSpPr>
              <a:spLocks noGrp="1"/>
            </p:cNvSpPr>
            <p:nvPr/>
          </p:nvSpPr>
          <p:spPr>
            <a:xfrm>
              <a:off x="1429602" y="4717989"/>
              <a:ext cx="47228" cy="251"/>
            </a:xfrm>
            <a:custGeom>
              <a:avLst/>
              <a:gdLst/>
              <a:ahLst/>
              <a:cxnLst/>
              <a:rect l="0" t="0" r="0" b="0"/>
              <a:pathLst>
                <a:path w="47228" h="251">
                  <a:moveTo>
                    <a:pt x="0" y="251"/>
                  </a:moveTo>
                  <a:lnTo>
                    <a:pt x="4722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1" name="Input_receptor__1210">
              <a:extLst>
                <a:ext uri="{FF2B5EF4-FFF2-40B4-BE49-F238E27FC236}">
                  <a16:creationId xmlns:a16="http://schemas.microsoft.com/office/drawing/2014/main" id="{A184EF07-8BC7-A25F-9C06-63DD501E2232}"/>
                </a:ext>
              </a:extLst>
            </p:cNvPr>
            <p:cNvSpPr>
              <a:spLocks noGrp="1"/>
            </p:cNvSpPr>
            <p:nvPr/>
          </p:nvSpPr>
          <p:spPr>
            <a:xfrm>
              <a:off x="1179540" y="4223767"/>
              <a:ext cx="45873" cy="10515"/>
            </a:xfrm>
            <a:custGeom>
              <a:avLst/>
              <a:gdLst/>
              <a:ahLst/>
              <a:cxnLst/>
              <a:rect l="0" t="0" r="0" b="0"/>
              <a:pathLst>
                <a:path w="45873" h="10515">
                  <a:moveTo>
                    <a:pt x="45873" y="10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12" name="Input_receptor__1211">
              <a:extLst>
                <a:ext uri="{FF2B5EF4-FFF2-40B4-BE49-F238E27FC236}">
                  <a16:creationId xmlns:a16="http://schemas.microsoft.com/office/drawing/2014/main" id="{F7E481AF-CF9A-EC40-16D1-3B45C404FD13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096664"/>
              <a:ext cx="32629" cy="27398"/>
            </a:xfrm>
            <a:custGeom>
              <a:avLst/>
              <a:gdLst/>
              <a:ahLst/>
              <a:cxnLst/>
              <a:rect l="0" t="0" r="0" b="0"/>
              <a:pathLst>
                <a:path w="32629" h="27398">
                  <a:moveTo>
                    <a:pt x="0" y="27398"/>
                  </a:moveTo>
                  <a:lnTo>
                    <a:pt x="3262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3" name="Input_receptor__1212">
              <a:extLst>
                <a:ext uri="{FF2B5EF4-FFF2-40B4-BE49-F238E27FC236}">
                  <a16:creationId xmlns:a16="http://schemas.microsoft.com/office/drawing/2014/main" id="{695B05DC-222F-2E48-2E86-76DBDA2DF05C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9622"/>
              <a:ext cx="6907" cy="40288"/>
            </a:xfrm>
            <a:custGeom>
              <a:avLst/>
              <a:gdLst/>
              <a:ahLst/>
              <a:cxnLst/>
              <a:rect l="0" t="0" r="0" b="0"/>
              <a:pathLst>
                <a:path w="6907" h="40288">
                  <a:moveTo>
                    <a:pt x="6907" y="40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4" name="Input_receptor__1213">
              <a:extLst>
                <a:ext uri="{FF2B5EF4-FFF2-40B4-BE49-F238E27FC236}">
                  <a16:creationId xmlns:a16="http://schemas.microsoft.com/office/drawing/2014/main" id="{49384480-5E1B-5EB4-5369-A1FD2ECFB6D8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42526"/>
              <a:ext cx="38741" cy="26912"/>
            </a:xfrm>
            <a:custGeom>
              <a:avLst/>
              <a:gdLst/>
              <a:ahLst/>
              <a:cxnLst/>
              <a:rect l="0" t="0" r="0" b="0"/>
              <a:pathLst>
                <a:path w="38741" h="26912">
                  <a:moveTo>
                    <a:pt x="38741" y="0"/>
                  </a:moveTo>
                  <a:lnTo>
                    <a:pt x="0" y="26912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5" name="Input_receptor__1214">
              <a:extLst>
                <a:ext uri="{FF2B5EF4-FFF2-40B4-BE49-F238E27FC236}">
                  <a16:creationId xmlns:a16="http://schemas.microsoft.com/office/drawing/2014/main" id="{4AEF9E7C-158E-CA3B-76EE-5DC0E4368B18}"/>
                </a:ext>
              </a:extLst>
            </p:cNvPr>
            <p:cNvSpPr>
              <a:spLocks noGrp="1"/>
            </p:cNvSpPr>
            <p:nvPr/>
          </p:nvSpPr>
          <p:spPr>
            <a:xfrm>
              <a:off x="1083078" y="5041994"/>
              <a:ext cx="26884" cy="6177"/>
            </a:xfrm>
            <a:custGeom>
              <a:avLst/>
              <a:gdLst/>
              <a:ahLst/>
              <a:cxnLst/>
              <a:rect l="0" t="0" r="0" b="0"/>
              <a:pathLst>
                <a:path w="26884" h="6177">
                  <a:moveTo>
                    <a:pt x="0" y="6177"/>
                  </a:moveTo>
                  <a:lnTo>
                    <a:pt x="26884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6" name="Input_receptor__1215">
              <a:extLst>
                <a:ext uri="{FF2B5EF4-FFF2-40B4-BE49-F238E27FC236}">
                  <a16:creationId xmlns:a16="http://schemas.microsoft.com/office/drawing/2014/main" id="{D0E2AF76-B44F-EBCE-8AD2-EA2AF0835954}"/>
                </a:ext>
              </a:extLst>
            </p:cNvPr>
            <p:cNvSpPr>
              <a:spLocks noGrp="1"/>
            </p:cNvSpPr>
            <p:nvPr/>
          </p:nvSpPr>
          <p:spPr>
            <a:xfrm>
              <a:off x="1513850" y="4091004"/>
              <a:ext cx="3764" cy="2260"/>
            </a:xfrm>
            <a:custGeom>
              <a:avLst/>
              <a:gdLst/>
              <a:ahLst/>
              <a:cxnLst/>
              <a:rect l="0" t="0" r="0" b="0"/>
              <a:pathLst>
                <a:path w="3764" h="2260">
                  <a:moveTo>
                    <a:pt x="3764" y="22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7" name="Input_receptor__1216">
              <a:extLst>
                <a:ext uri="{FF2B5EF4-FFF2-40B4-BE49-F238E27FC236}">
                  <a16:creationId xmlns:a16="http://schemas.microsoft.com/office/drawing/2014/main" id="{34DF97CA-D169-652B-B4C8-5EC40BA9E998}"/>
                </a:ext>
              </a:extLst>
            </p:cNvPr>
            <p:cNvSpPr>
              <a:spLocks noGrp="1"/>
            </p:cNvSpPr>
            <p:nvPr/>
          </p:nvSpPr>
          <p:spPr>
            <a:xfrm>
              <a:off x="1029482" y="5551199"/>
              <a:ext cx="46582" cy="10811"/>
            </a:xfrm>
            <a:custGeom>
              <a:avLst/>
              <a:gdLst/>
              <a:ahLst/>
              <a:cxnLst/>
              <a:rect l="0" t="0" r="0" b="0"/>
              <a:pathLst>
                <a:path w="46582" h="10811">
                  <a:moveTo>
                    <a:pt x="0" y="0"/>
                  </a:moveTo>
                  <a:lnTo>
                    <a:pt x="46582" y="10811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8" name="Input_receptor__1217">
              <a:extLst>
                <a:ext uri="{FF2B5EF4-FFF2-40B4-BE49-F238E27FC236}">
                  <a16:creationId xmlns:a16="http://schemas.microsoft.com/office/drawing/2014/main" id="{CF40E6E4-6DB6-692B-599D-D883AE4762E0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8415" cy="9520"/>
            </a:xfrm>
            <a:custGeom>
              <a:avLst/>
              <a:gdLst/>
              <a:ahLst/>
              <a:cxnLst/>
              <a:rect l="0" t="0" r="0" b="0"/>
              <a:pathLst>
                <a:path w="8415" h="9520">
                  <a:moveTo>
                    <a:pt x="8415" y="9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19" name="Input_receptor__1218">
              <a:extLst>
                <a:ext uri="{FF2B5EF4-FFF2-40B4-BE49-F238E27FC236}">
                  <a16:creationId xmlns:a16="http://schemas.microsoft.com/office/drawing/2014/main" id="{20E64BD9-2D4D-5E52-77D4-661A4614EECC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788896"/>
              <a:ext cx="4436" cy="22792"/>
            </a:xfrm>
            <a:custGeom>
              <a:avLst/>
              <a:gdLst/>
              <a:ahLst/>
              <a:cxnLst/>
              <a:rect l="0" t="0" r="0" b="0"/>
              <a:pathLst>
                <a:path w="4436" h="22792">
                  <a:moveTo>
                    <a:pt x="0" y="22792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0" name="Input_receptor__1219">
              <a:extLst>
                <a:ext uri="{FF2B5EF4-FFF2-40B4-BE49-F238E27FC236}">
                  <a16:creationId xmlns:a16="http://schemas.microsoft.com/office/drawing/2014/main" id="{B7359C87-96EC-0DE8-3FD7-621B663E4E3E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873856"/>
              <a:ext cx="14907" cy="28628"/>
            </a:xfrm>
            <a:custGeom>
              <a:avLst/>
              <a:gdLst/>
              <a:ahLst/>
              <a:cxnLst/>
              <a:rect l="0" t="0" r="0" b="0"/>
              <a:pathLst>
                <a:path w="14907" h="28628">
                  <a:moveTo>
                    <a:pt x="14907" y="0"/>
                  </a:moveTo>
                  <a:lnTo>
                    <a:pt x="0" y="28628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21" name="Input_receptor__1220">
              <a:extLst>
                <a:ext uri="{FF2B5EF4-FFF2-40B4-BE49-F238E27FC236}">
                  <a16:creationId xmlns:a16="http://schemas.microsoft.com/office/drawing/2014/main" id="{54FCA5E9-1053-E74F-BFC1-8C9B622A0575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1465"/>
              <a:ext cx="2566" cy="2407"/>
            </a:xfrm>
            <a:custGeom>
              <a:avLst/>
              <a:gdLst/>
              <a:ahLst/>
              <a:cxnLst/>
              <a:rect l="0" t="0" r="0" b="0"/>
              <a:pathLst>
                <a:path w="2566" h="2407">
                  <a:moveTo>
                    <a:pt x="0" y="2407"/>
                  </a:moveTo>
                  <a:lnTo>
                    <a:pt x="256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2" name="Input_receptor__1221">
              <a:extLst>
                <a:ext uri="{FF2B5EF4-FFF2-40B4-BE49-F238E27FC236}">
                  <a16:creationId xmlns:a16="http://schemas.microsoft.com/office/drawing/2014/main" id="{8EF6C017-2B71-3434-7735-0746D0100C31}"/>
                </a:ext>
              </a:extLst>
            </p:cNvPr>
            <p:cNvSpPr>
              <a:spLocks noGrp="1"/>
            </p:cNvSpPr>
            <p:nvPr/>
          </p:nvSpPr>
          <p:spPr>
            <a:xfrm>
              <a:off x="752317" y="4496400"/>
              <a:ext cx="11383" cy="40506"/>
            </a:xfrm>
            <a:custGeom>
              <a:avLst/>
              <a:gdLst/>
              <a:ahLst/>
              <a:cxnLst/>
              <a:rect l="0" t="0" r="0" b="0"/>
              <a:pathLst>
                <a:path w="11383" h="40506">
                  <a:moveTo>
                    <a:pt x="0" y="0"/>
                  </a:moveTo>
                  <a:lnTo>
                    <a:pt x="11383" y="4050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3" name="Input_receptor__1222">
              <a:extLst>
                <a:ext uri="{FF2B5EF4-FFF2-40B4-BE49-F238E27FC236}">
                  <a16:creationId xmlns:a16="http://schemas.microsoft.com/office/drawing/2014/main" id="{1BD7CD1B-EFEF-E29D-FB1E-EF418204EDEB}"/>
                </a:ext>
              </a:extLst>
            </p:cNvPr>
            <p:cNvSpPr>
              <a:spLocks noGrp="1"/>
            </p:cNvSpPr>
            <p:nvPr/>
          </p:nvSpPr>
          <p:spPr>
            <a:xfrm>
              <a:off x="1214867" y="4479149"/>
              <a:ext cx="47365" cy="8322"/>
            </a:xfrm>
            <a:custGeom>
              <a:avLst/>
              <a:gdLst/>
              <a:ahLst/>
              <a:cxnLst/>
              <a:rect l="0" t="0" r="0" b="0"/>
              <a:pathLst>
                <a:path w="47365" h="8322">
                  <a:moveTo>
                    <a:pt x="47365" y="83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4" name="Input_receptor__1223">
              <a:extLst>
                <a:ext uri="{FF2B5EF4-FFF2-40B4-BE49-F238E27FC236}">
                  <a16:creationId xmlns:a16="http://schemas.microsoft.com/office/drawing/2014/main" id="{73D0CC17-8B2E-11AC-43A2-76D57815A73B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48150"/>
              <a:ext cx="3446" cy="47725"/>
            </a:xfrm>
            <a:custGeom>
              <a:avLst/>
              <a:gdLst/>
              <a:ahLst/>
              <a:cxnLst/>
              <a:rect l="0" t="0" r="0" b="0"/>
              <a:pathLst>
                <a:path w="3446" h="47725">
                  <a:moveTo>
                    <a:pt x="3446" y="477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25" name="Input_receptor__1224">
              <a:extLst>
                <a:ext uri="{FF2B5EF4-FFF2-40B4-BE49-F238E27FC236}">
                  <a16:creationId xmlns:a16="http://schemas.microsoft.com/office/drawing/2014/main" id="{BCE34EEA-8094-5853-6694-5A90FFE850BE}"/>
                </a:ext>
              </a:extLst>
            </p:cNvPr>
            <p:cNvSpPr>
              <a:spLocks noGrp="1"/>
            </p:cNvSpPr>
            <p:nvPr/>
          </p:nvSpPr>
          <p:spPr>
            <a:xfrm>
              <a:off x="1422704" y="4777274"/>
              <a:ext cx="47624" cy="3262"/>
            </a:xfrm>
            <a:custGeom>
              <a:avLst/>
              <a:gdLst/>
              <a:ahLst/>
              <a:cxnLst/>
              <a:rect l="0" t="0" r="0" b="0"/>
              <a:pathLst>
                <a:path w="47624" h="3262">
                  <a:moveTo>
                    <a:pt x="0" y="0"/>
                  </a:moveTo>
                  <a:lnTo>
                    <a:pt x="47624" y="326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6" name="Input_receptor__1225">
              <a:extLst>
                <a:ext uri="{FF2B5EF4-FFF2-40B4-BE49-F238E27FC236}">
                  <a16:creationId xmlns:a16="http://schemas.microsoft.com/office/drawing/2014/main" id="{B3EFF8AA-18E1-3AED-0113-29F5515E6509}"/>
                </a:ext>
              </a:extLst>
            </p:cNvPr>
            <p:cNvSpPr>
              <a:spLocks noGrp="1"/>
            </p:cNvSpPr>
            <p:nvPr/>
          </p:nvSpPr>
          <p:spPr>
            <a:xfrm>
              <a:off x="1588913" y="5042526"/>
              <a:ext cx="29226" cy="27682"/>
            </a:xfrm>
            <a:custGeom>
              <a:avLst/>
              <a:gdLst/>
              <a:ahLst/>
              <a:cxnLst/>
              <a:rect l="0" t="0" r="0" b="0"/>
              <a:pathLst>
                <a:path w="29226" h="27682">
                  <a:moveTo>
                    <a:pt x="29226" y="276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7" name="Input_receptor__1226">
              <a:extLst>
                <a:ext uri="{FF2B5EF4-FFF2-40B4-BE49-F238E27FC236}">
                  <a16:creationId xmlns:a16="http://schemas.microsoft.com/office/drawing/2014/main" id="{098EDD84-A9F3-6B55-E258-86642A2EDDDC}"/>
                </a:ext>
              </a:extLst>
            </p:cNvPr>
            <p:cNvSpPr>
              <a:spLocks noGrp="1"/>
            </p:cNvSpPr>
            <p:nvPr/>
          </p:nvSpPr>
          <p:spPr>
            <a:xfrm>
              <a:off x="1512685" y="5136205"/>
              <a:ext cx="14576" cy="46012"/>
            </a:xfrm>
            <a:custGeom>
              <a:avLst/>
              <a:gdLst/>
              <a:ahLst/>
              <a:cxnLst/>
              <a:rect l="0" t="0" r="0" b="0"/>
              <a:pathLst>
                <a:path w="14576" h="46012">
                  <a:moveTo>
                    <a:pt x="14576" y="0"/>
                  </a:moveTo>
                  <a:lnTo>
                    <a:pt x="0" y="4601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8" name="Input_receptor__1227">
              <a:extLst>
                <a:ext uri="{FF2B5EF4-FFF2-40B4-BE49-F238E27FC236}">
                  <a16:creationId xmlns:a16="http://schemas.microsoft.com/office/drawing/2014/main" id="{2F14085D-CBAD-756E-FF19-61361C5E7D40}"/>
                </a:ext>
              </a:extLst>
            </p:cNvPr>
            <p:cNvSpPr>
              <a:spLocks noGrp="1"/>
            </p:cNvSpPr>
            <p:nvPr/>
          </p:nvSpPr>
          <p:spPr>
            <a:xfrm>
              <a:off x="1549157" y="4900033"/>
              <a:ext cx="36330" cy="14603"/>
            </a:xfrm>
            <a:custGeom>
              <a:avLst/>
              <a:gdLst/>
              <a:ahLst/>
              <a:cxnLst/>
              <a:rect l="0" t="0" r="0" b="0"/>
              <a:pathLst>
                <a:path w="36330" h="14603">
                  <a:moveTo>
                    <a:pt x="36330" y="14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9" name="Input_receptor__1228">
              <a:extLst>
                <a:ext uri="{FF2B5EF4-FFF2-40B4-BE49-F238E27FC236}">
                  <a16:creationId xmlns:a16="http://schemas.microsoft.com/office/drawing/2014/main" id="{1A45860D-2289-98A8-CE46-677173986193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356876"/>
              <a:ext cx="3988" cy="46253"/>
            </a:xfrm>
            <a:custGeom>
              <a:avLst/>
              <a:gdLst/>
              <a:ahLst/>
              <a:cxnLst/>
              <a:rect l="0" t="0" r="0" b="0"/>
              <a:pathLst>
                <a:path w="3988" h="46253">
                  <a:moveTo>
                    <a:pt x="3988" y="0"/>
                  </a:moveTo>
                  <a:lnTo>
                    <a:pt x="0" y="46253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0" name="Input_receptor__1229">
              <a:extLst>
                <a:ext uri="{FF2B5EF4-FFF2-40B4-BE49-F238E27FC236}">
                  <a16:creationId xmlns:a16="http://schemas.microsoft.com/office/drawing/2014/main" id="{17C10026-8956-AF5B-9721-63141D08425A}"/>
                </a:ext>
              </a:extLst>
            </p:cNvPr>
            <p:cNvSpPr>
              <a:spLocks noGrp="1"/>
            </p:cNvSpPr>
            <p:nvPr/>
          </p:nvSpPr>
          <p:spPr>
            <a:xfrm>
              <a:off x="1405144" y="4692791"/>
              <a:ext cx="24457" cy="25449"/>
            </a:xfrm>
            <a:custGeom>
              <a:avLst/>
              <a:gdLst/>
              <a:ahLst/>
              <a:cxnLst/>
              <a:rect l="0" t="0" r="0" b="0"/>
              <a:pathLst>
                <a:path w="24457" h="25449">
                  <a:moveTo>
                    <a:pt x="0" y="0"/>
                  </a:moveTo>
                  <a:lnTo>
                    <a:pt x="24457" y="25449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1" name="Input_receptor__1230">
              <a:extLst>
                <a:ext uri="{FF2B5EF4-FFF2-40B4-BE49-F238E27FC236}">
                  <a16:creationId xmlns:a16="http://schemas.microsoft.com/office/drawing/2014/main" id="{E5CCC651-C80E-5BD7-54CB-207F39AA0770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70208"/>
              <a:ext cx="14685" cy="39606"/>
            </a:xfrm>
            <a:custGeom>
              <a:avLst/>
              <a:gdLst/>
              <a:ahLst/>
              <a:cxnLst/>
              <a:rect l="0" t="0" r="0" b="0"/>
              <a:pathLst>
                <a:path w="14685" h="39606">
                  <a:moveTo>
                    <a:pt x="0" y="39606"/>
                  </a:moveTo>
                  <a:lnTo>
                    <a:pt x="14685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2" name="Input_receptor__1231">
              <a:extLst>
                <a:ext uri="{FF2B5EF4-FFF2-40B4-BE49-F238E27FC236}">
                  <a16:creationId xmlns:a16="http://schemas.microsoft.com/office/drawing/2014/main" id="{4507FF7C-2924-AB5E-057E-9D7E20FE97A1}"/>
                </a:ext>
              </a:extLst>
            </p:cNvPr>
            <p:cNvSpPr>
              <a:spLocks noGrp="1"/>
            </p:cNvSpPr>
            <p:nvPr/>
          </p:nvSpPr>
          <p:spPr>
            <a:xfrm>
              <a:off x="1013291" y="4595875"/>
              <a:ext cx="42109" cy="23652"/>
            </a:xfrm>
            <a:custGeom>
              <a:avLst/>
              <a:gdLst/>
              <a:ahLst/>
              <a:cxnLst/>
              <a:rect l="0" t="0" r="0" b="0"/>
              <a:pathLst>
                <a:path w="42109" h="23652">
                  <a:moveTo>
                    <a:pt x="0" y="23652"/>
                  </a:moveTo>
                  <a:lnTo>
                    <a:pt x="42109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3" name="Input_receptor__1232">
              <a:extLst>
                <a:ext uri="{FF2B5EF4-FFF2-40B4-BE49-F238E27FC236}">
                  <a16:creationId xmlns:a16="http://schemas.microsoft.com/office/drawing/2014/main" id="{650FC13E-8C27-661B-0468-A32317F5BEE4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82199"/>
              <a:ext cx="32777" cy="10258"/>
            </a:xfrm>
            <a:custGeom>
              <a:avLst/>
              <a:gdLst/>
              <a:ahLst/>
              <a:cxnLst/>
              <a:rect l="0" t="0" r="0" b="0"/>
              <a:pathLst>
                <a:path w="32777" h="10258">
                  <a:moveTo>
                    <a:pt x="32777" y="102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4" name="Input_receptor__1233">
              <a:extLst>
                <a:ext uri="{FF2B5EF4-FFF2-40B4-BE49-F238E27FC236}">
                  <a16:creationId xmlns:a16="http://schemas.microsoft.com/office/drawing/2014/main" id="{5D2F1692-DB7F-9EAD-F825-CF19CA80CB62}"/>
                </a:ext>
              </a:extLst>
            </p:cNvPr>
            <p:cNvSpPr>
              <a:spLocks noGrp="1"/>
            </p:cNvSpPr>
            <p:nvPr/>
          </p:nvSpPr>
          <p:spPr>
            <a:xfrm>
              <a:off x="1560513" y="4617089"/>
              <a:ext cx="47855" cy="3479"/>
            </a:xfrm>
            <a:custGeom>
              <a:avLst/>
              <a:gdLst/>
              <a:ahLst/>
              <a:cxnLst/>
              <a:rect l="0" t="0" r="0" b="0"/>
              <a:pathLst>
                <a:path w="47855" h="3479">
                  <a:moveTo>
                    <a:pt x="0" y="3479"/>
                  </a:moveTo>
                  <a:lnTo>
                    <a:pt x="47855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5" name="Input_receptor__1234">
              <a:extLst>
                <a:ext uri="{FF2B5EF4-FFF2-40B4-BE49-F238E27FC236}">
                  <a16:creationId xmlns:a16="http://schemas.microsoft.com/office/drawing/2014/main" id="{F1BF1103-ED8E-2214-8B68-FE6D40828BE4}"/>
                </a:ext>
              </a:extLst>
            </p:cNvPr>
            <p:cNvSpPr>
              <a:spLocks noGrp="1"/>
            </p:cNvSpPr>
            <p:nvPr/>
          </p:nvSpPr>
          <p:spPr>
            <a:xfrm>
              <a:off x="1724800" y="4996820"/>
              <a:ext cx="27898" cy="21320"/>
            </a:xfrm>
            <a:custGeom>
              <a:avLst/>
              <a:gdLst/>
              <a:ahLst/>
              <a:cxnLst/>
              <a:rect l="0" t="0" r="0" b="0"/>
              <a:pathLst>
                <a:path w="27898" h="21320">
                  <a:moveTo>
                    <a:pt x="27898" y="213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6" name="Input_receptor__1235">
              <a:extLst>
                <a:ext uri="{FF2B5EF4-FFF2-40B4-BE49-F238E27FC236}">
                  <a16:creationId xmlns:a16="http://schemas.microsoft.com/office/drawing/2014/main" id="{922897C5-A976-9C8B-161D-E6F9ACC255A1}"/>
                </a:ext>
              </a:extLst>
            </p:cNvPr>
            <p:cNvSpPr>
              <a:spLocks noGrp="1"/>
            </p:cNvSpPr>
            <p:nvPr/>
          </p:nvSpPr>
          <p:spPr>
            <a:xfrm>
              <a:off x="1468471" y="4398521"/>
              <a:ext cx="1962" cy="45206"/>
            </a:xfrm>
            <a:custGeom>
              <a:avLst/>
              <a:gdLst/>
              <a:ahLst/>
              <a:cxnLst/>
              <a:rect l="0" t="0" r="0" b="0"/>
              <a:pathLst>
                <a:path w="1962" h="45206">
                  <a:moveTo>
                    <a:pt x="0" y="45206"/>
                  </a:moveTo>
                  <a:lnTo>
                    <a:pt x="1962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7" name="Input_receptor__1236">
              <a:extLst>
                <a:ext uri="{FF2B5EF4-FFF2-40B4-BE49-F238E27FC236}">
                  <a16:creationId xmlns:a16="http://schemas.microsoft.com/office/drawing/2014/main" id="{0619AA17-1A69-98DF-FFDE-AFEB7A58C8FA}"/>
                </a:ext>
              </a:extLst>
            </p:cNvPr>
            <p:cNvSpPr>
              <a:spLocks noGrp="1"/>
            </p:cNvSpPr>
            <p:nvPr/>
          </p:nvSpPr>
          <p:spPr>
            <a:xfrm>
              <a:off x="1427797" y="4383423"/>
              <a:ext cx="42637" cy="15098"/>
            </a:xfrm>
            <a:custGeom>
              <a:avLst/>
              <a:gdLst/>
              <a:ahLst/>
              <a:cxnLst/>
              <a:rect l="0" t="0" r="0" b="0"/>
              <a:pathLst>
                <a:path w="42637" h="15098">
                  <a:moveTo>
                    <a:pt x="42637" y="150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8" name="Input_receptor__1237">
              <a:extLst>
                <a:ext uri="{FF2B5EF4-FFF2-40B4-BE49-F238E27FC236}">
                  <a16:creationId xmlns:a16="http://schemas.microsoft.com/office/drawing/2014/main" id="{3C3C9BCD-999D-B154-FCC3-3F38168E445E}"/>
                </a:ext>
              </a:extLst>
            </p:cNvPr>
            <p:cNvSpPr>
              <a:spLocks noGrp="1"/>
            </p:cNvSpPr>
            <p:nvPr/>
          </p:nvSpPr>
          <p:spPr>
            <a:xfrm>
              <a:off x="1094489" y="5095293"/>
              <a:ext cx="45991" cy="13664"/>
            </a:xfrm>
            <a:custGeom>
              <a:avLst/>
              <a:gdLst/>
              <a:ahLst/>
              <a:cxnLst/>
              <a:rect l="0" t="0" r="0" b="0"/>
              <a:pathLst>
                <a:path w="45991" h="13664">
                  <a:moveTo>
                    <a:pt x="0" y="13664"/>
                  </a:moveTo>
                  <a:lnTo>
                    <a:pt x="45991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9" name="Input_receptor__1238">
              <a:extLst>
                <a:ext uri="{FF2B5EF4-FFF2-40B4-BE49-F238E27FC236}">
                  <a16:creationId xmlns:a16="http://schemas.microsoft.com/office/drawing/2014/main" id="{D104120B-607D-1437-3643-1C61E81267D1}"/>
                </a:ext>
              </a:extLst>
            </p:cNvPr>
            <p:cNvSpPr>
              <a:spLocks noGrp="1"/>
            </p:cNvSpPr>
            <p:nvPr/>
          </p:nvSpPr>
          <p:spPr>
            <a:xfrm>
              <a:off x="1316231" y="4155957"/>
              <a:ext cx="46097" cy="6357"/>
            </a:xfrm>
            <a:custGeom>
              <a:avLst/>
              <a:gdLst/>
              <a:ahLst/>
              <a:cxnLst/>
              <a:rect l="0" t="0" r="0" b="0"/>
              <a:pathLst>
                <a:path w="46097" h="6357">
                  <a:moveTo>
                    <a:pt x="46097" y="63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0" name="Input_receptor__1239">
              <a:extLst>
                <a:ext uri="{FF2B5EF4-FFF2-40B4-BE49-F238E27FC236}">
                  <a16:creationId xmlns:a16="http://schemas.microsoft.com/office/drawing/2014/main" id="{CA02DD9A-AF31-5A5C-875B-6931CF162834}"/>
                </a:ext>
              </a:extLst>
            </p:cNvPr>
            <p:cNvSpPr>
              <a:spLocks noGrp="1"/>
            </p:cNvSpPr>
            <p:nvPr/>
          </p:nvSpPr>
          <p:spPr>
            <a:xfrm>
              <a:off x="1197982" y="4297566"/>
              <a:ext cx="1548" cy="43462"/>
            </a:xfrm>
            <a:custGeom>
              <a:avLst/>
              <a:gdLst/>
              <a:ahLst/>
              <a:cxnLst/>
              <a:rect l="0" t="0" r="0" b="0"/>
              <a:pathLst>
                <a:path w="1548" h="43462">
                  <a:moveTo>
                    <a:pt x="0" y="43462"/>
                  </a:moveTo>
                  <a:lnTo>
                    <a:pt x="154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1" name="Input_receptor__1240">
              <a:extLst>
                <a:ext uri="{FF2B5EF4-FFF2-40B4-BE49-F238E27FC236}">
                  <a16:creationId xmlns:a16="http://schemas.microsoft.com/office/drawing/2014/main" id="{6D3DCF85-386F-99F9-FB3B-AC8247FDB1BA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8924"/>
              <a:ext cx="12492" cy="40555"/>
            </a:xfrm>
            <a:custGeom>
              <a:avLst/>
              <a:gdLst/>
              <a:ahLst/>
              <a:cxnLst/>
              <a:rect l="0" t="0" r="0" b="0"/>
              <a:pathLst>
                <a:path w="12492" h="40555">
                  <a:moveTo>
                    <a:pt x="0" y="0"/>
                  </a:moveTo>
                  <a:lnTo>
                    <a:pt x="12492" y="4055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2" name="Input_receptor__1241">
              <a:extLst>
                <a:ext uri="{FF2B5EF4-FFF2-40B4-BE49-F238E27FC236}">
                  <a16:creationId xmlns:a16="http://schemas.microsoft.com/office/drawing/2014/main" id="{301A82DF-79DD-0BA8-1D56-AB9052B75FD9}"/>
                </a:ext>
              </a:extLst>
            </p:cNvPr>
            <p:cNvSpPr>
              <a:spLocks noGrp="1"/>
            </p:cNvSpPr>
            <p:nvPr/>
          </p:nvSpPr>
          <p:spPr>
            <a:xfrm>
              <a:off x="1624648" y="4286979"/>
              <a:ext cx="464" cy="14877"/>
            </a:xfrm>
            <a:custGeom>
              <a:avLst/>
              <a:gdLst/>
              <a:ahLst/>
              <a:cxnLst/>
              <a:rect l="0" t="0" r="0" b="0"/>
              <a:pathLst>
                <a:path w="464" h="14877">
                  <a:moveTo>
                    <a:pt x="464" y="0"/>
                  </a:moveTo>
                  <a:lnTo>
                    <a:pt x="0" y="14877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3" name="Input_receptor__1242">
              <a:extLst>
                <a:ext uri="{FF2B5EF4-FFF2-40B4-BE49-F238E27FC236}">
                  <a16:creationId xmlns:a16="http://schemas.microsoft.com/office/drawing/2014/main" id="{9DE48C69-3610-C0BD-AB2C-5BF7CEEAEFFC}"/>
                </a:ext>
              </a:extLst>
            </p:cNvPr>
            <p:cNvSpPr>
              <a:spLocks noGrp="1"/>
            </p:cNvSpPr>
            <p:nvPr/>
          </p:nvSpPr>
          <p:spPr>
            <a:xfrm>
              <a:off x="1426611" y="4898139"/>
              <a:ext cx="22115" cy="3276"/>
            </a:xfrm>
            <a:custGeom>
              <a:avLst/>
              <a:gdLst/>
              <a:ahLst/>
              <a:cxnLst/>
              <a:rect l="0" t="0" r="0" b="0"/>
              <a:pathLst>
                <a:path w="22115" h="3276">
                  <a:moveTo>
                    <a:pt x="0" y="0"/>
                  </a:moveTo>
                  <a:lnTo>
                    <a:pt x="22115" y="327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4" name="Input_receptor__1243">
              <a:extLst>
                <a:ext uri="{FF2B5EF4-FFF2-40B4-BE49-F238E27FC236}">
                  <a16:creationId xmlns:a16="http://schemas.microsoft.com/office/drawing/2014/main" id="{A42A595B-1031-60D4-AC86-ACC9BA8274CF}"/>
                </a:ext>
              </a:extLst>
            </p:cNvPr>
            <p:cNvSpPr>
              <a:spLocks noGrp="1"/>
            </p:cNvSpPr>
            <p:nvPr/>
          </p:nvSpPr>
          <p:spPr>
            <a:xfrm>
              <a:off x="1548103" y="4109561"/>
              <a:ext cx="14798" cy="38504"/>
            </a:xfrm>
            <a:custGeom>
              <a:avLst/>
              <a:gdLst/>
              <a:ahLst/>
              <a:cxnLst/>
              <a:rect l="0" t="0" r="0" b="0"/>
              <a:pathLst>
                <a:path w="14798" h="38504">
                  <a:moveTo>
                    <a:pt x="0" y="38504"/>
                  </a:moveTo>
                  <a:lnTo>
                    <a:pt x="1479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5" name="Input_receptor__1244">
              <a:extLst>
                <a:ext uri="{FF2B5EF4-FFF2-40B4-BE49-F238E27FC236}">
                  <a16:creationId xmlns:a16="http://schemas.microsoft.com/office/drawing/2014/main" id="{3624F14A-3896-5700-6E04-BE532BFE8FCF}"/>
                </a:ext>
              </a:extLst>
            </p:cNvPr>
            <p:cNvSpPr>
              <a:spLocks noGrp="1"/>
            </p:cNvSpPr>
            <p:nvPr/>
          </p:nvSpPr>
          <p:spPr>
            <a:xfrm>
              <a:off x="1415382" y="4833363"/>
              <a:ext cx="35900" cy="3395"/>
            </a:xfrm>
            <a:custGeom>
              <a:avLst/>
              <a:gdLst/>
              <a:ahLst/>
              <a:cxnLst/>
              <a:rect l="0" t="0" r="0" b="0"/>
              <a:pathLst>
                <a:path w="35900" h="3395">
                  <a:moveTo>
                    <a:pt x="0" y="0"/>
                  </a:moveTo>
                  <a:lnTo>
                    <a:pt x="35900" y="339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6" name="Input_receptor__1245">
              <a:extLst>
                <a:ext uri="{FF2B5EF4-FFF2-40B4-BE49-F238E27FC236}">
                  <a16:creationId xmlns:a16="http://schemas.microsoft.com/office/drawing/2014/main" id="{6AB91B22-4FDC-426D-8B2F-497769A68545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13666" cy="19611"/>
            </a:xfrm>
            <a:custGeom>
              <a:avLst/>
              <a:gdLst/>
              <a:ahLst/>
              <a:cxnLst/>
              <a:rect l="0" t="0" r="0" b="0"/>
              <a:pathLst>
                <a:path w="13666" h="19611">
                  <a:moveTo>
                    <a:pt x="0" y="0"/>
                  </a:moveTo>
                  <a:lnTo>
                    <a:pt x="13666" y="19611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7" name="Input_receptor__1246">
              <a:extLst>
                <a:ext uri="{FF2B5EF4-FFF2-40B4-BE49-F238E27FC236}">
                  <a16:creationId xmlns:a16="http://schemas.microsoft.com/office/drawing/2014/main" id="{7D1C662B-7117-D54B-853E-902FAC50239A}"/>
                </a:ext>
              </a:extLst>
            </p:cNvPr>
            <p:cNvSpPr>
              <a:spLocks noGrp="1"/>
            </p:cNvSpPr>
            <p:nvPr/>
          </p:nvSpPr>
          <p:spPr>
            <a:xfrm>
              <a:off x="1115642" y="4573764"/>
              <a:ext cx="20314" cy="35506"/>
            </a:xfrm>
            <a:custGeom>
              <a:avLst/>
              <a:gdLst/>
              <a:ahLst/>
              <a:cxnLst/>
              <a:rect l="0" t="0" r="0" b="0"/>
              <a:pathLst>
                <a:path w="20314" h="35506">
                  <a:moveTo>
                    <a:pt x="20314" y="35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8" name="Input_receptor__1247">
              <a:extLst>
                <a:ext uri="{FF2B5EF4-FFF2-40B4-BE49-F238E27FC236}">
                  <a16:creationId xmlns:a16="http://schemas.microsoft.com/office/drawing/2014/main" id="{58C4236E-689D-9358-984D-10CE96356206}"/>
                </a:ext>
              </a:extLst>
            </p:cNvPr>
            <p:cNvSpPr>
              <a:spLocks noGrp="1"/>
            </p:cNvSpPr>
            <p:nvPr/>
          </p:nvSpPr>
          <p:spPr>
            <a:xfrm>
              <a:off x="1658300" y="4778602"/>
              <a:ext cx="12919" cy="39479"/>
            </a:xfrm>
            <a:custGeom>
              <a:avLst/>
              <a:gdLst/>
              <a:ahLst/>
              <a:cxnLst/>
              <a:rect l="0" t="0" r="0" b="0"/>
              <a:pathLst>
                <a:path w="12919" h="39479">
                  <a:moveTo>
                    <a:pt x="12919" y="0"/>
                  </a:moveTo>
                  <a:lnTo>
                    <a:pt x="0" y="39479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49" name="Input_receptor__1248">
              <a:extLst>
                <a:ext uri="{FF2B5EF4-FFF2-40B4-BE49-F238E27FC236}">
                  <a16:creationId xmlns:a16="http://schemas.microsoft.com/office/drawing/2014/main" id="{E6351742-87CA-264D-F588-2777BD215187}"/>
                </a:ext>
              </a:extLst>
            </p:cNvPr>
            <p:cNvSpPr>
              <a:spLocks noGrp="1"/>
            </p:cNvSpPr>
            <p:nvPr/>
          </p:nvSpPr>
          <p:spPr>
            <a:xfrm>
              <a:off x="1348807" y="4695789"/>
              <a:ext cx="8193" cy="38537"/>
            </a:xfrm>
            <a:custGeom>
              <a:avLst/>
              <a:gdLst/>
              <a:ahLst/>
              <a:cxnLst/>
              <a:rect l="0" t="0" r="0" b="0"/>
              <a:pathLst>
                <a:path w="8193" h="38537">
                  <a:moveTo>
                    <a:pt x="0" y="38537"/>
                  </a:moveTo>
                  <a:lnTo>
                    <a:pt x="8193" y="0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0" name="Input_receptor__1249">
              <a:extLst>
                <a:ext uri="{FF2B5EF4-FFF2-40B4-BE49-F238E27FC236}">
                  <a16:creationId xmlns:a16="http://schemas.microsoft.com/office/drawing/2014/main" id="{BC55956E-FE4F-D8F1-B2E1-03417B2B95B0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63040"/>
              <a:ext cx="12126" cy="31646"/>
            </a:xfrm>
            <a:custGeom>
              <a:avLst/>
              <a:gdLst/>
              <a:ahLst/>
              <a:cxnLst/>
              <a:rect l="0" t="0" r="0" b="0"/>
              <a:pathLst>
                <a:path w="12126" h="31646">
                  <a:moveTo>
                    <a:pt x="12126" y="0"/>
                  </a:moveTo>
                  <a:lnTo>
                    <a:pt x="0" y="31646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1" name="Input_receptor__1250">
              <a:extLst>
                <a:ext uri="{FF2B5EF4-FFF2-40B4-BE49-F238E27FC236}">
                  <a16:creationId xmlns:a16="http://schemas.microsoft.com/office/drawing/2014/main" id="{271FF722-0912-EEB7-F598-1A2C7940875B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799313"/>
              <a:ext cx="39882" cy="8324"/>
            </a:xfrm>
            <a:custGeom>
              <a:avLst/>
              <a:gdLst/>
              <a:ahLst/>
              <a:cxnLst/>
              <a:rect l="0" t="0" r="0" b="0"/>
              <a:pathLst>
                <a:path w="39882" h="8324">
                  <a:moveTo>
                    <a:pt x="0" y="8324"/>
                  </a:moveTo>
                  <a:lnTo>
                    <a:pt x="39882" y="0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52" name="Input_receptor__1251">
              <a:extLst>
                <a:ext uri="{FF2B5EF4-FFF2-40B4-BE49-F238E27FC236}">
                  <a16:creationId xmlns:a16="http://schemas.microsoft.com/office/drawing/2014/main" id="{72166754-9592-D196-C1FF-E12CB090EA18}"/>
                </a:ext>
              </a:extLst>
            </p:cNvPr>
            <p:cNvSpPr>
              <a:spLocks noGrp="1"/>
            </p:cNvSpPr>
            <p:nvPr/>
          </p:nvSpPr>
          <p:spPr>
            <a:xfrm>
              <a:off x="1608368" y="4617089"/>
              <a:ext cx="33504" cy="29117"/>
            </a:xfrm>
            <a:custGeom>
              <a:avLst/>
              <a:gdLst/>
              <a:ahLst/>
              <a:cxnLst/>
              <a:rect l="0" t="0" r="0" b="0"/>
              <a:pathLst>
                <a:path w="33504" h="29117">
                  <a:moveTo>
                    <a:pt x="0" y="0"/>
                  </a:moveTo>
                  <a:lnTo>
                    <a:pt x="33504" y="29117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3" name="Input_receptor__1252">
              <a:extLst>
                <a:ext uri="{FF2B5EF4-FFF2-40B4-BE49-F238E27FC236}">
                  <a16:creationId xmlns:a16="http://schemas.microsoft.com/office/drawing/2014/main" id="{0CD3662C-E770-B5A5-DA1E-FDB4D8C8C0B6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50566"/>
              <a:ext cx="18424" cy="15116"/>
            </a:xfrm>
            <a:custGeom>
              <a:avLst/>
              <a:gdLst/>
              <a:ahLst/>
              <a:cxnLst/>
              <a:rect l="0" t="0" r="0" b="0"/>
              <a:pathLst>
                <a:path w="18424" h="15116">
                  <a:moveTo>
                    <a:pt x="18424" y="0"/>
                  </a:moveTo>
                  <a:lnTo>
                    <a:pt x="0" y="15116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4" name="Input_receptor__1253">
              <a:extLst>
                <a:ext uri="{FF2B5EF4-FFF2-40B4-BE49-F238E27FC236}">
                  <a16:creationId xmlns:a16="http://schemas.microsoft.com/office/drawing/2014/main" id="{4E5BDBA9-B162-FCAA-70ED-9A9310923507}"/>
                </a:ext>
              </a:extLst>
            </p:cNvPr>
            <p:cNvSpPr>
              <a:spLocks noGrp="1"/>
            </p:cNvSpPr>
            <p:nvPr/>
          </p:nvSpPr>
          <p:spPr>
            <a:xfrm>
              <a:off x="1215988" y="4536695"/>
              <a:ext cx="19855" cy="7727"/>
            </a:xfrm>
            <a:custGeom>
              <a:avLst/>
              <a:gdLst/>
              <a:ahLst/>
              <a:cxnLst/>
              <a:rect l="0" t="0" r="0" b="0"/>
              <a:pathLst>
                <a:path w="19855" h="7727">
                  <a:moveTo>
                    <a:pt x="19855" y="7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5" name="Input_receptor__1254">
              <a:extLst>
                <a:ext uri="{FF2B5EF4-FFF2-40B4-BE49-F238E27FC236}">
                  <a16:creationId xmlns:a16="http://schemas.microsoft.com/office/drawing/2014/main" id="{6E997BCF-58F1-6C67-586E-23C03BA6D33B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73127"/>
              <a:ext cx="20578" cy="24439"/>
            </a:xfrm>
            <a:custGeom>
              <a:avLst/>
              <a:gdLst/>
              <a:ahLst/>
              <a:cxnLst/>
              <a:rect l="0" t="0" r="0" b="0"/>
              <a:pathLst>
                <a:path w="20578" h="24439">
                  <a:moveTo>
                    <a:pt x="20578" y="24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6" name="Input_receptor__1255">
              <a:extLst>
                <a:ext uri="{FF2B5EF4-FFF2-40B4-BE49-F238E27FC236}">
                  <a16:creationId xmlns:a16="http://schemas.microsoft.com/office/drawing/2014/main" id="{073F830E-09EF-DDCF-F3FC-39102C0A3000}"/>
                </a:ext>
              </a:extLst>
            </p:cNvPr>
            <p:cNvSpPr>
              <a:spLocks noGrp="1"/>
            </p:cNvSpPr>
            <p:nvPr/>
          </p:nvSpPr>
          <p:spPr>
            <a:xfrm>
              <a:off x="1109961" y="5022818"/>
              <a:ext cx="43981" cy="19177"/>
            </a:xfrm>
            <a:custGeom>
              <a:avLst/>
              <a:gdLst/>
              <a:ahLst/>
              <a:cxnLst/>
              <a:rect l="0" t="0" r="0" b="0"/>
              <a:pathLst>
                <a:path w="43981" h="19177">
                  <a:moveTo>
                    <a:pt x="0" y="19177"/>
                  </a:moveTo>
                  <a:lnTo>
                    <a:pt x="43981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7" name="Input_receptor__1256">
              <a:extLst>
                <a:ext uri="{FF2B5EF4-FFF2-40B4-BE49-F238E27FC236}">
                  <a16:creationId xmlns:a16="http://schemas.microsoft.com/office/drawing/2014/main" id="{7C33E07D-FF26-BEE6-8036-BDCEA253922B}"/>
                </a:ext>
              </a:extLst>
            </p:cNvPr>
            <p:cNvSpPr>
              <a:spLocks noGrp="1"/>
            </p:cNvSpPr>
            <p:nvPr/>
          </p:nvSpPr>
          <p:spPr>
            <a:xfrm>
              <a:off x="1399676" y="4493860"/>
              <a:ext cx="39436" cy="22001"/>
            </a:xfrm>
            <a:custGeom>
              <a:avLst/>
              <a:gdLst/>
              <a:ahLst/>
              <a:cxnLst/>
              <a:rect l="0" t="0" r="0" b="0"/>
              <a:pathLst>
                <a:path w="39436" h="22001">
                  <a:moveTo>
                    <a:pt x="0" y="22001"/>
                  </a:moveTo>
                  <a:lnTo>
                    <a:pt x="39436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58" name="Input_receptor__1257">
              <a:extLst>
                <a:ext uri="{FF2B5EF4-FFF2-40B4-BE49-F238E27FC236}">
                  <a16:creationId xmlns:a16="http://schemas.microsoft.com/office/drawing/2014/main" id="{E9338B19-F291-A701-B0F6-CA629A490664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94687"/>
              <a:ext cx="4865" cy="40449"/>
            </a:xfrm>
            <a:custGeom>
              <a:avLst/>
              <a:gdLst/>
              <a:ahLst/>
              <a:cxnLst/>
              <a:rect l="0" t="0" r="0" b="0"/>
              <a:pathLst>
                <a:path w="4865" h="40449">
                  <a:moveTo>
                    <a:pt x="0" y="0"/>
                  </a:moveTo>
                  <a:lnTo>
                    <a:pt x="4865" y="4044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59" name="Input_receptor__1258">
              <a:extLst>
                <a:ext uri="{FF2B5EF4-FFF2-40B4-BE49-F238E27FC236}">
                  <a16:creationId xmlns:a16="http://schemas.microsoft.com/office/drawing/2014/main" id="{F4E27E6D-2041-DFAD-A07D-7EEF47E65412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698451"/>
              <a:ext cx="8053" cy="47448"/>
            </a:xfrm>
            <a:custGeom>
              <a:avLst/>
              <a:gdLst/>
              <a:ahLst/>
              <a:cxnLst/>
              <a:rect l="0" t="0" r="0" b="0"/>
              <a:pathLst>
                <a:path w="8053" h="47448">
                  <a:moveTo>
                    <a:pt x="0" y="47448"/>
                  </a:moveTo>
                  <a:lnTo>
                    <a:pt x="805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0" name="Input_receptor__1259">
              <a:extLst>
                <a:ext uri="{FF2B5EF4-FFF2-40B4-BE49-F238E27FC236}">
                  <a16:creationId xmlns:a16="http://schemas.microsoft.com/office/drawing/2014/main" id="{DEE5187B-BD8E-F52A-4013-C4C82C57F161}"/>
                </a:ext>
              </a:extLst>
            </p:cNvPr>
            <p:cNvSpPr>
              <a:spLocks noGrp="1"/>
            </p:cNvSpPr>
            <p:nvPr/>
          </p:nvSpPr>
          <p:spPr>
            <a:xfrm>
              <a:off x="1149991" y="4341028"/>
              <a:ext cx="47991" cy="1532"/>
            </a:xfrm>
            <a:custGeom>
              <a:avLst/>
              <a:gdLst/>
              <a:ahLst/>
              <a:cxnLst/>
              <a:rect l="0" t="0" r="0" b="0"/>
              <a:pathLst>
                <a:path w="47991" h="1532">
                  <a:moveTo>
                    <a:pt x="0" y="1532"/>
                  </a:moveTo>
                  <a:lnTo>
                    <a:pt x="47991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1" name="Input_receptor__1260">
              <a:extLst>
                <a:ext uri="{FF2B5EF4-FFF2-40B4-BE49-F238E27FC236}">
                  <a16:creationId xmlns:a16="http://schemas.microsoft.com/office/drawing/2014/main" id="{0D58163D-186F-3C42-D8D4-C70740E605EF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53380"/>
              <a:ext cx="30076" cy="12616"/>
            </a:xfrm>
            <a:custGeom>
              <a:avLst/>
              <a:gdLst/>
              <a:ahLst/>
              <a:cxnLst/>
              <a:rect l="0" t="0" r="0" b="0"/>
              <a:pathLst>
                <a:path w="30076" h="12616">
                  <a:moveTo>
                    <a:pt x="0" y="12616"/>
                  </a:moveTo>
                  <a:lnTo>
                    <a:pt x="3007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2" name="Input_receptor__1261">
              <a:extLst>
                <a:ext uri="{FF2B5EF4-FFF2-40B4-BE49-F238E27FC236}">
                  <a16:creationId xmlns:a16="http://schemas.microsoft.com/office/drawing/2014/main" id="{BE04CFF1-2C9B-2E5E-BDEA-A98DC867E7A0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31331"/>
              <a:ext cx="25611" cy="41091"/>
            </a:xfrm>
            <a:custGeom>
              <a:avLst/>
              <a:gdLst/>
              <a:ahLst/>
              <a:cxnLst/>
              <a:rect l="0" t="0" r="0" b="0"/>
              <a:pathLst>
                <a:path w="25611" h="41091">
                  <a:moveTo>
                    <a:pt x="0" y="0"/>
                  </a:moveTo>
                  <a:lnTo>
                    <a:pt x="25611" y="41091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3" name="Input_receptor__1262">
              <a:extLst>
                <a:ext uri="{FF2B5EF4-FFF2-40B4-BE49-F238E27FC236}">
                  <a16:creationId xmlns:a16="http://schemas.microsoft.com/office/drawing/2014/main" id="{C75E9ED3-C5AA-45FD-B1BC-5D897C5B5D9C}"/>
                </a:ext>
              </a:extLst>
            </p:cNvPr>
            <p:cNvSpPr>
              <a:spLocks noGrp="1"/>
            </p:cNvSpPr>
            <p:nvPr/>
          </p:nvSpPr>
          <p:spPr>
            <a:xfrm>
              <a:off x="1183289" y="4579478"/>
              <a:ext cx="17228" cy="17536"/>
            </a:xfrm>
            <a:custGeom>
              <a:avLst/>
              <a:gdLst/>
              <a:ahLst/>
              <a:cxnLst/>
              <a:rect l="0" t="0" r="0" b="0"/>
              <a:pathLst>
                <a:path w="17228" h="17536">
                  <a:moveTo>
                    <a:pt x="0" y="0"/>
                  </a:moveTo>
                  <a:lnTo>
                    <a:pt x="17228" y="175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4" name="Input_receptor__1263">
              <a:extLst>
                <a:ext uri="{FF2B5EF4-FFF2-40B4-BE49-F238E27FC236}">
                  <a16:creationId xmlns:a16="http://schemas.microsoft.com/office/drawing/2014/main" id="{00FA9EA1-9DBF-407C-4872-295F3E91D119}"/>
                </a:ext>
              </a:extLst>
            </p:cNvPr>
            <p:cNvSpPr>
              <a:spLocks noGrp="1"/>
            </p:cNvSpPr>
            <p:nvPr/>
          </p:nvSpPr>
          <p:spPr>
            <a:xfrm>
              <a:off x="1404356" y="4368994"/>
              <a:ext cx="23441" cy="14429"/>
            </a:xfrm>
            <a:custGeom>
              <a:avLst/>
              <a:gdLst/>
              <a:ahLst/>
              <a:cxnLst/>
              <a:rect l="0" t="0" r="0" b="0"/>
              <a:pathLst>
                <a:path w="23441" h="14429">
                  <a:moveTo>
                    <a:pt x="23441" y="14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5" name="Input_receptor__1264">
              <a:extLst>
                <a:ext uri="{FF2B5EF4-FFF2-40B4-BE49-F238E27FC236}">
                  <a16:creationId xmlns:a16="http://schemas.microsoft.com/office/drawing/2014/main" id="{1C53FC8D-7A2E-2224-B06E-E7EF7D1243AC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08900"/>
              <a:ext cx="39157" cy="14229"/>
            </a:xfrm>
            <a:custGeom>
              <a:avLst/>
              <a:gdLst/>
              <a:ahLst/>
              <a:cxnLst/>
              <a:rect l="0" t="0" r="0" b="0"/>
              <a:pathLst>
                <a:path w="39157" h="14229">
                  <a:moveTo>
                    <a:pt x="0" y="14229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6" name="Input_receptor__1265">
              <a:extLst>
                <a:ext uri="{FF2B5EF4-FFF2-40B4-BE49-F238E27FC236}">
                  <a16:creationId xmlns:a16="http://schemas.microsoft.com/office/drawing/2014/main" id="{B4FFBB67-98BA-DABF-6E10-A42B4B5AD7E4}"/>
                </a:ext>
              </a:extLst>
            </p:cNvPr>
            <p:cNvSpPr>
              <a:spLocks noGrp="1"/>
            </p:cNvSpPr>
            <p:nvPr/>
          </p:nvSpPr>
          <p:spPr>
            <a:xfrm>
              <a:off x="1228547" y="4938122"/>
              <a:ext cx="36559" cy="21789"/>
            </a:xfrm>
            <a:custGeom>
              <a:avLst/>
              <a:gdLst/>
              <a:ahLst/>
              <a:cxnLst/>
              <a:rect l="0" t="0" r="0" b="0"/>
              <a:pathLst>
                <a:path w="36559" h="21789">
                  <a:moveTo>
                    <a:pt x="36559" y="0"/>
                  </a:moveTo>
                  <a:lnTo>
                    <a:pt x="0" y="2178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7" name="Input_receptor__1266">
              <a:extLst>
                <a:ext uri="{FF2B5EF4-FFF2-40B4-BE49-F238E27FC236}">
                  <a16:creationId xmlns:a16="http://schemas.microsoft.com/office/drawing/2014/main" id="{3D2193CD-E4B9-914E-4196-30B47B83E663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66109"/>
              <a:ext cx="43189" cy="5000"/>
            </a:xfrm>
            <a:custGeom>
              <a:avLst/>
              <a:gdLst/>
              <a:ahLst/>
              <a:cxnLst/>
              <a:rect l="0" t="0" r="0" b="0"/>
              <a:pathLst>
                <a:path w="43189" h="5000">
                  <a:moveTo>
                    <a:pt x="0" y="0"/>
                  </a:moveTo>
                  <a:lnTo>
                    <a:pt x="43189" y="500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8" name="Input_receptor__1267">
              <a:extLst>
                <a:ext uri="{FF2B5EF4-FFF2-40B4-BE49-F238E27FC236}">
                  <a16:creationId xmlns:a16="http://schemas.microsoft.com/office/drawing/2014/main" id="{658D0922-AA65-9A9B-E884-85CACBB1C69C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403130"/>
              <a:ext cx="1724" cy="16253"/>
            </a:xfrm>
            <a:custGeom>
              <a:avLst/>
              <a:gdLst/>
              <a:ahLst/>
              <a:cxnLst/>
              <a:rect l="0" t="0" r="0" b="0"/>
              <a:pathLst>
                <a:path w="1724" h="16253">
                  <a:moveTo>
                    <a:pt x="0" y="0"/>
                  </a:moveTo>
                  <a:lnTo>
                    <a:pt x="1724" y="162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9" name="Input_receptor__1268">
              <a:extLst>
                <a:ext uri="{FF2B5EF4-FFF2-40B4-BE49-F238E27FC236}">
                  <a16:creationId xmlns:a16="http://schemas.microsoft.com/office/drawing/2014/main" id="{14F2540E-F790-8042-5857-640AB530D24C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36906"/>
              <a:ext cx="45355" cy="4222"/>
            </a:xfrm>
            <a:custGeom>
              <a:avLst/>
              <a:gdLst/>
              <a:ahLst/>
              <a:cxnLst/>
              <a:rect l="0" t="0" r="0" b="0"/>
              <a:pathLst>
                <a:path w="45355" h="4222">
                  <a:moveTo>
                    <a:pt x="45355" y="0"/>
                  </a:moveTo>
                  <a:lnTo>
                    <a:pt x="0" y="4222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0" name="Input_receptor__1269">
              <a:extLst>
                <a:ext uri="{FF2B5EF4-FFF2-40B4-BE49-F238E27FC236}">
                  <a16:creationId xmlns:a16="http://schemas.microsoft.com/office/drawing/2014/main" id="{F4293CC1-941F-9A0E-C0D2-2EFF75DB9C3D}"/>
                </a:ext>
              </a:extLst>
            </p:cNvPr>
            <p:cNvSpPr>
              <a:spLocks noGrp="1"/>
            </p:cNvSpPr>
            <p:nvPr/>
          </p:nvSpPr>
          <p:spPr>
            <a:xfrm>
              <a:off x="1220573" y="4234282"/>
              <a:ext cx="4840" cy="16757"/>
            </a:xfrm>
            <a:custGeom>
              <a:avLst/>
              <a:gdLst/>
              <a:ahLst/>
              <a:cxnLst/>
              <a:rect l="0" t="0" r="0" b="0"/>
              <a:pathLst>
                <a:path w="4840" h="16757">
                  <a:moveTo>
                    <a:pt x="0" y="16757"/>
                  </a:moveTo>
                  <a:lnTo>
                    <a:pt x="484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1" name="Input_receptor__1270">
              <a:extLst>
                <a:ext uri="{FF2B5EF4-FFF2-40B4-BE49-F238E27FC236}">
                  <a16:creationId xmlns:a16="http://schemas.microsoft.com/office/drawing/2014/main" id="{0AB3B747-DCF8-CAEC-1380-CD33641532C6}"/>
                </a:ext>
              </a:extLst>
            </p:cNvPr>
            <p:cNvSpPr>
              <a:spLocks noGrp="1"/>
            </p:cNvSpPr>
            <p:nvPr/>
          </p:nvSpPr>
          <p:spPr>
            <a:xfrm>
              <a:off x="1197741" y="4706818"/>
              <a:ext cx="8726" cy="33979"/>
            </a:xfrm>
            <a:custGeom>
              <a:avLst/>
              <a:gdLst/>
              <a:ahLst/>
              <a:cxnLst/>
              <a:rect l="0" t="0" r="0" b="0"/>
              <a:pathLst>
                <a:path w="8726" h="33979">
                  <a:moveTo>
                    <a:pt x="0" y="0"/>
                  </a:moveTo>
                  <a:lnTo>
                    <a:pt x="8726" y="3397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2" name="Input_receptor__1271">
              <a:extLst>
                <a:ext uri="{FF2B5EF4-FFF2-40B4-BE49-F238E27FC236}">
                  <a16:creationId xmlns:a16="http://schemas.microsoft.com/office/drawing/2014/main" id="{25F70FEF-DFB5-D866-84A6-7E0390C22037}"/>
                </a:ext>
              </a:extLst>
            </p:cNvPr>
            <p:cNvSpPr>
              <a:spLocks noGrp="1"/>
            </p:cNvSpPr>
            <p:nvPr/>
          </p:nvSpPr>
          <p:spPr>
            <a:xfrm>
              <a:off x="1641872" y="4646206"/>
              <a:ext cx="13981" cy="45904"/>
            </a:xfrm>
            <a:custGeom>
              <a:avLst/>
              <a:gdLst/>
              <a:ahLst/>
              <a:cxnLst/>
              <a:rect l="0" t="0" r="0" b="0"/>
              <a:pathLst>
                <a:path w="13981" h="45904">
                  <a:moveTo>
                    <a:pt x="0" y="0"/>
                  </a:moveTo>
                  <a:lnTo>
                    <a:pt x="13981" y="45904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3" name="Input_receptor__1272">
              <a:extLst>
                <a:ext uri="{FF2B5EF4-FFF2-40B4-BE49-F238E27FC236}">
                  <a16:creationId xmlns:a16="http://schemas.microsoft.com/office/drawing/2014/main" id="{111C0FF2-57F9-77D0-F063-939DC707E9C6}"/>
                </a:ext>
              </a:extLst>
            </p:cNvPr>
            <p:cNvSpPr>
              <a:spLocks noGrp="1"/>
            </p:cNvSpPr>
            <p:nvPr/>
          </p:nvSpPr>
          <p:spPr>
            <a:xfrm>
              <a:off x="1517614" y="4093264"/>
              <a:ext cx="45288" cy="16297"/>
            </a:xfrm>
            <a:custGeom>
              <a:avLst/>
              <a:gdLst/>
              <a:ahLst/>
              <a:cxnLst/>
              <a:rect l="0" t="0" r="0" b="0"/>
              <a:pathLst>
                <a:path w="45288" h="16297">
                  <a:moveTo>
                    <a:pt x="45288" y="16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4" name="Input_receptor__1273">
              <a:extLst>
                <a:ext uri="{FF2B5EF4-FFF2-40B4-BE49-F238E27FC236}">
                  <a16:creationId xmlns:a16="http://schemas.microsoft.com/office/drawing/2014/main" id="{87992645-288E-334A-CC14-F770F45E02F9}"/>
                </a:ext>
              </a:extLst>
            </p:cNvPr>
            <p:cNvSpPr>
              <a:spLocks noGrp="1"/>
            </p:cNvSpPr>
            <p:nvPr/>
          </p:nvSpPr>
          <p:spPr>
            <a:xfrm>
              <a:off x="1426988" y="4247463"/>
              <a:ext cx="16365" cy="44994"/>
            </a:xfrm>
            <a:custGeom>
              <a:avLst/>
              <a:gdLst/>
              <a:ahLst/>
              <a:cxnLst/>
              <a:rect l="0" t="0" r="0" b="0"/>
              <a:pathLst>
                <a:path w="16365" h="44994">
                  <a:moveTo>
                    <a:pt x="16365" y="0"/>
                  </a:moveTo>
                  <a:lnTo>
                    <a:pt x="0" y="44994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5" name="Input_receptor__1274">
              <a:extLst>
                <a:ext uri="{FF2B5EF4-FFF2-40B4-BE49-F238E27FC236}">
                  <a16:creationId xmlns:a16="http://schemas.microsoft.com/office/drawing/2014/main" id="{C15680A6-F7C8-01D1-4F56-7989CACDC644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69438"/>
              <a:ext cx="13767" cy="1333"/>
            </a:xfrm>
            <a:custGeom>
              <a:avLst/>
              <a:gdLst/>
              <a:ahLst/>
              <a:cxnLst/>
              <a:rect l="0" t="0" r="0" b="0"/>
              <a:pathLst>
                <a:path w="13767" h="1333">
                  <a:moveTo>
                    <a:pt x="0" y="0"/>
                  </a:moveTo>
                  <a:lnTo>
                    <a:pt x="13767" y="133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6" name="Input_receptor__1275">
              <a:extLst>
                <a:ext uri="{FF2B5EF4-FFF2-40B4-BE49-F238E27FC236}">
                  <a16:creationId xmlns:a16="http://schemas.microsoft.com/office/drawing/2014/main" id="{DD05A632-4F32-430F-D694-E4C01D301510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692111"/>
              <a:ext cx="34662" cy="33173"/>
            </a:xfrm>
            <a:custGeom>
              <a:avLst/>
              <a:gdLst/>
              <a:ahLst/>
              <a:cxnLst/>
              <a:rect l="0" t="0" r="0" b="0"/>
              <a:pathLst>
                <a:path w="34662" h="33173">
                  <a:moveTo>
                    <a:pt x="34662" y="0"/>
                  </a:moveTo>
                  <a:lnTo>
                    <a:pt x="0" y="3317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7" name="Input_receptor__1276">
              <a:extLst>
                <a:ext uri="{FF2B5EF4-FFF2-40B4-BE49-F238E27FC236}">
                  <a16:creationId xmlns:a16="http://schemas.microsoft.com/office/drawing/2014/main" id="{6005E3FF-24DA-0E6A-F236-E1D7DA38A803}"/>
                </a:ext>
              </a:extLst>
            </p:cNvPr>
            <p:cNvSpPr>
              <a:spLocks noGrp="1"/>
            </p:cNvSpPr>
            <p:nvPr/>
          </p:nvSpPr>
          <p:spPr>
            <a:xfrm>
              <a:off x="1357000" y="4692791"/>
              <a:ext cx="48144" cy="2998"/>
            </a:xfrm>
            <a:custGeom>
              <a:avLst/>
              <a:gdLst/>
              <a:ahLst/>
              <a:cxnLst/>
              <a:rect l="0" t="0" r="0" b="0"/>
              <a:pathLst>
                <a:path w="48144" h="2998">
                  <a:moveTo>
                    <a:pt x="0" y="2998"/>
                  </a:moveTo>
                  <a:lnTo>
                    <a:pt x="48144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8" name="Input_receptor__1277">
              <a:extLst>
                <a:ext uri="{FF2B5EF4-FFF2-40B4-BE49-F238E27FC236}">
                  <a16:creationId xmlns:a16="http://schemas.microsoft.com/office/drawing/2014/main" id="{C30B6CFC-69C3-79DA-0A49-1B0F3AB171F4}"/>
                </a:ext>
              </a:extLst>
            </p:cNvPr>
            <p:cNvSpPr>
              <a:spLocks noGrp="1"/>
            </p:cNvSpPr>
            <p:nvPr/>
          </p:nvSpPr>
          <p:spPr>
            <a:xfrm>
              <a:off x="1731088" y="5018141"/>
              <a:ext cx="21610" cy="43324"/>
            </a:xfrm>
            <a:custGeom>
              <a:avLst/>
              <a:gdLst/>
              <a:ahLst/>
              <a:cxnLst/>
              <a:rect l="0" t="0" r="0" b="0"/>
              <a:pathLst>
                <a:path w="21610" h="43324">
                  <a:moveTo>
                    <a:pt x="0" y="43324"/>
                  </a:moveTo>
                  <a:lnTo>
                    <a:pt x="2161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9" name="Input_receptor__1278">
              <a:extLst>
                <a:ext uri="{FF2B5EF4-FFF2-40B4-BE49-F238E27FC236}">
                  <a16:creationId xmlns:a16="http://schemas.microsoft.com/office/drawing/2014/main" id="{A015D8D5-FEE0-BCB0-3A47-2DA152C17E56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54460"/>
              <a:ext cx="14132" cy="1497"/>
            </a:xfrm>
            <a:custGeom>
              <a:avLst/>
              <a:gdLst/>
              <a:ahLst/>
              <a:cxnLst/>
              <a:rect l="0" t="0" r="0" b="0"/>
              <a:pathLst>
                <a:path w="14132" h="1497">
                  <a:moveTo>
                    <a:pt x="14132" y="1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0" name="Input_receptor__1279">
              <a:extLst>
                <a:ext uri="{FF2B5EF4-FFF2-40B4-BE49-F238E27FC236}">
                  <a16:creationId xmlns:a16="http://schemas.microsoft.com/office/drawing/2014/main" id="{95A74799-6363-CB38-FAAA-6E5F841D64F9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5022" cy="10607"/>
            </a:xfrm>
            <a:custGeom>
              <a:avLst/>
              <a:gdLst/>
              <a:ahLst/>
              <a:cxnLst/>
              <a:rect l="0" t="0" r="0" b="0"/>
              <a:pathLst>
                <a:path w="15022" h="10607">
                  <a:moveTo>
                    <a:pt x="15022" y="106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1" name="Input_receptor__1280">
              <a:extLst>
                <a:ext uri="{FF2B5EF4-FFF2-40B4-BE49-F238E27FC236}">
                  <a16:creationId xmlns:a16="http://schemas.microsoft.com/office/drawing/2014/main" id="{8CD963B3-26EF-630F-28AF-BFE31D4B293D}"/>
                </a:ext>
              </a:extLst>
            </p:cNvPr>
            <p:cNvSpPr>
              <a:spLocks noGrp="1"/>
            </p:cNvSpPr>
            <p:nvPr/>
          </p:nvSpPr>
          <p:spPr>
            <a:xfrm>
              <a:off x="1127555" y="4342560"/>
              <a:ext cx="22436" cy="37910"/>
            </a:xfrm>
            <a:custGeom>
              <a:avLst/>
              <a:gdLst/>
              <a:ahLst/>
              <a:cxnLst/>
              <a:rect l="0" t="0" r="0" b="0"/>
              <a:pathLst>
                <a:path w="22436" h="37910">
                  <a:moveTo>
                    <a:pt x="0" y="37910"/>
                  </a:moveTo>
                  <a:lnTo>
                    <a:pt x="2243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2" name="Input_receptor__1281">
              <a:extLst>
                <a:ext uri="{FF2B5EF4-FFF2-40B4-BE49-F238E27FC236}">
                  <a16:creationId xmlns:a16="http://schemas.microsoft.com/office/drawing/2014/main" id="{D5458A3B-CC0B-657F-054C-9CE94111E55B}"/>
                </a:ext>
              </a:extLst>
            </p:cNvPr>
            <p:cNvSpPr>
              <a:spLocks noGrp="1"/>
            </p:cNvSpPr>
            <p:nvPr/>
          </p:nvSpPr>
          <p:spPr>
            <a:xfrm>
              <a:off x="1365792" y="4356876"/>
              <a:ext cx="38565" cy="12117"/>
            </a:xfrm>
            <a:custGeom>
              <a:avLst/>
              <a:gdLst/>
              <a:ahLst/>
              <a:cxnLst/>
              <a:rect l="0" t="0" r="0" b="0"/>
              <a:pathLst>
                <a:path w="38565" h="12117">
                  <a:moveTo>
                    <a:pt x="38565" y="12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3" name="Input_receptor__1282">
              <a:extLst>
                <a:ext uri="{FF2B5EF4-FFF2-40B4-BE49-F238E27FC236}">
                  <a16:creationId xmlns:a16="http://schemas.microsoft.com/office/drawing/2014/main" id="{FDE2E768-5AC3-63FB-C804-D411C3AEE841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00033"/>
              <a:ext cx="8123" cy="45153"/>
            </a:xfrm>
            <a:custGeom>
              <a:avLst/>
              <a:gdLst/>
              <a:ahLst/>
              <a:cxnLst/>
              <a:rect l="0" t="0" r="0" b="0"/>
              <a:pathLst>
                <a:path w="8123" h="45153">
                  <a:moveTo>
                    <a:pt x="8123" y="0"/>
                  </a:moveTo>
                  <a:lnTo>
                    <a:pt x="0" y="451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4" name="Input_receptor__1283">
              <a:extLst>
                <a:ext uri="{FF2B5EF4-FFF2-40B4-BE49-F238E27FC236}">
                  <a16:creationId xmlns:a16="http://schemas.microsoft.com/office/drawing/2014/main" id="{8ACF0F3A-7FF4-F80F-A5E5-67B3E9636520}"/>
                </a:ext>
              </a:extLst>
            </p:cNvPr>
            <p:cNvSpPr>
              <a:spLocks noGrp="1"/>
            </p:cNvSpPr>
            <p:nvPr/>
          </p:nvSpPr>
          <p:spPr>
            <a:xfrm>
              <a:off x="1082442" y="4380470"/>
              <a:ext cx="45113" cy="1838"/>
            </a:xfrm>
            <a:custGeom>
              <a:avLst/>
              <a:gdLst/>
              <a:ahLst/>
              <a:cxnLst/>
              <a:rect l="0" t="0" r="0" b="0"/>
              <a:pathLst>
                <a:path w="45113" h="1838">
                  <a:moveTo>
                    <a:pt x="0" y="1838"/>
                  </a:moveTo>
                  <a:lnTo>
                    <a:pt x="4511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5" name="Input_receptor__1284">
              <a:extLst>
                <a:ext uri="{FF2B5EF4-FFF2-40B4-BE49-F238E27FC236}">
                  <a16:creationId xmlns:a16="http://schemas.microsoft.com/office/drawing/2014/main" id="{AE7071B9-449E-ADD2-7CA2-4B717A533BC8}"/>
                </a:ext>
              </a:extLst>
            </p:cNvPr>
            <p:cNvSpPr>
              <a:spLocks noGrp="1"/>
            </p:cNvSpPr>
            <p:nvPr/>
          </p:nvSpPr>
          <p:spPr>
            <a:xfrm>
              <a:off x="1405638" y="4755238"/>
              <a:ext cx="17066" cy="22036"/>
            </a:xfrm>
            <a:custGeom>
              <a:avLst/>
              <a:gdLst/>
              <a:ahLst/>
              <a:cxnLst/>
              <a:rect l="0" t="0" r="0" b="0"/>
              <a:pathLst>
                <a:path w="17066" h="22036">
                  <a:moveTo>
                    <a:pt x="0" y="0"/>
                  </a:moveTo>
                  <a:lnTo>
                    <a:pt x="17066" y="220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6" name="Input_receptor__1285">
              <a:extLst>
                <a:ext uri="{FF2B5EF4-FFF2-40B4-BE49-F238E27FC236}">
                  <a16:creationId xmlns:a16="http://schemas.microsoft.com/office/drawing/2014/main" id="{097E3B4D-0CFB-37B7-B9A0-4753C3917439}"/>
                </a:ext>
              </a:extLst>
            </p:cNvPr>
            <p:cNvSpPr>
              <a:spLocks noGrp="1"/>
            </p:cNvSpPr>
            <p:nvPr/>
          </p:nvSpPr>
          <p:spPr>
            <a:xfrm>
              <a:off x="1071966" y="5107776"/>
              <a:ext cx="22523" cy="1181"/>
            </a:xfrm>
            <a:custGeom>
              <a:avLst/>
              <a:gdLst/>
              <a:ahLst/>
              <a:cxnLst/>
              <a:rect l="0" t="0" r="0" b="0"/>
              <a:pathLst>
                <a:path w="22523" h="1181">
                  <a:moveTo>
                    <a:pt x="0" y="0"/>
                  </a:moveTo>
                  <a:lnTo>
                    <a:pt x="22523" y="1181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7" name="Input_receptor__1286">
              <a:extLst>
                <a:ext uri="{FF2B5EF4-FFF2-40B4-BE49-F238E27FC236}">
                  <a16:creationId xmlns:a16="http://schemas.microsoft.com/office/drawing/2014/main" id="{BF2077D1-8575-1710-AEBD-9D0B459E876D}"/>
                </a:ext>
              </a:extLst>
            </p:cNvPr>
            <p:cNvSpPr>
              <a:spLocks noGrp="1"/>
            </p:cNvSpPr>
            <p:nvPr/>
          </p:nvSpPr>
          <p:spPr>
            <a:xfrm>
              <a:off x="1096438" y="4967775"/>
              <a:ext cx="42649" cy="11640"/>
            </a:xfrm>
            <a:custGeom>
              <a:avLst/>
              <a:gdLst/>
              <a:ahLst/>
              <a:cxnLst/>
              <a:rect l="0" t="0" r="0" b="0"/>
              <a:pathLst>
                <a:path w="42649" h="11640">
                  <a:moveTo>
                    <a:pt x="0" y="11640"/>
                  </a:moveTo>
                  <a:lnTo>
                    <a:pt x="42649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8" name="Input_receptor__1287">
              <a:extLst>
                <a:ext uri="{FF2B5EF4-FFF2-40B4-BE49-F238E27FC236}">
                  <a16:creationId xmlns:a16="http://schemas.microsoft.com/office/drawing/2014/main" id="{4D44805C-789E-C1FE-9A6B-108AAE0FFDD3}"/>
                </a:ext>
              </a:extLst>
            </p:cNvPr>
            <p:cNvSpPr>
              <a:spLocks noGrp="1"/>
            </p:cNvSpPr>
            <p:nvPr/>
          </p:nvSpPr>
          <p:spPr>
            <a:xfrm>
              <a:off x="1156372" y="4698451"/>
              <a:ext cx="41369" cy="8367"/>
            </a:xfrm>
            <a:custGeom>
              <a:avLst/>
              <a:gdLst/>
              <a:ahLst/>
              <a:cxnLst/>
              <a:rect l="0" t="0" r="0" b="0"/>
              <a:pathLst>
                <a:path w="41369" h="8367">
                  <a:moveTo>
                    <a:pt x="0" y="0"/>
                  </a:moveTo>
                  <a:lnTo>
                    <a:pt x="41369" y="8367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9" name="Input_receptor__1288">
              <a:extLst>
                <a:ext uri="{FF2B5EF4-FFF2-40B4-BE49-F238E27FC236}">
                  <a16:creationId xmlns:a16="http://schemas.microsoft.com/office/drawing/2014/main" id="{C25A8EDF-6FCA-01D0-4D80-317640BE7713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162314"/>
              <a:ext cx="10623" cy="40661"/>
            </a:xfrm>
            <a:custGeom>
              <a:avLst/>
              <a:gdLst/>
              <a:ahLst/>
              <a:cxnLst/>
              <a:rect l="0" t="0" r="0" b="0"/>
              <a:pathLst>
                <a:path w="10623" h="40661">
                  <a:moveTo>
                    <a:pt x="0" y="40661"/>
                  </a:moveTo>
                  <a:lnTo>
                    <a:pt x="10623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90" name="Input_receptor__1289">
              <a:extLst>
                <a:ext uri="{FF2B5EF4-FFF2-40B4-BE49-F238E27FC236}">
                  <a16:creationId xmlns:a16="http://schemas.microsoft.com/office/drawing/2014/main" id="{42C74211-5D52-D853-26CC-8C27F553CF18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943881"/>
              <a:ext cx="46298" cy="12928"/>
            </a:xfrm>
            <a:custGeom>
              <a:avLst/>
              <a:gdLst/>
              <a:ahLst/>
              <a:cxnLst/>
              <a:rect l="0" t="0" r="0" b="0"/>
              <a:pathLst>
                <a:path w="46298" h="12928">
                  <a:moveTo>
                    <a:pt x="46298" y="12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1" name="Input_receptor__1290">
              <a:extLst>
                <a:ext uri="{FF2B5EF4-FFF2-40B4-BE49-F238E27FC236}">
                  <a16:creationId xmlns:a16="http://schemas.microsoft.com/office/drawing/2014/main" id="{D1AD86F2-BC45-1AD5-ACC7-F832EF75FBA2}"/>
                </a:ext>
              </a:extLst>
            </p:cNvPr>
            <p:cNvSpPr>
              <a:spLocks noGrp="1"/>
            </p:cNvSpPr>
            <p:nvPr/>
          </p:nvSpPr>
          <p:spPr>
            <a:xfrm>
              <a:off x="1443352" y="4236872"/>
              <a:ext cx="45873" cy="10590"/>
            </a:xfrm>
            <a:custGeom>
              <a:avLst/>
              <a:gdLst/>
              <a:ahLst/>
              <a:cxnLst/>
              <a:rect l="0" t="0" r="0" b="0"/>
              <a:pathLst>
                <a:path w="45873" h="10590">
                  <a:moveTo>
                    <a:pt x="45873" y="0"/>
                  </a:moveTo>
                  <a:lnTo>
                    <a:pt x="0" y="1059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2" name="Input_receptor__1291">
              <a:extLst>
                <a:ext uri="{FF2B5EF4-FFF2-40B4-BE49-F238E27FC236}">
                  <a16:creationId xmlns:a16="http://schemas.microsoft.com/office/drawing/2014/main" id="{C2198C6B-E0C5-CB3B-3210-E20442866266}"/>
                </a:ext>
              </a:extLst>
            </p:cNvPr>
            <p:cNvSpPr>
              <a:spLocks noGrp="1"/>
            </p:cNvSpPr>
            <p:nvPr/>
          </p:nvSpPr>
          <p:spPr>
            <a:xfrm>
              <a:off x="996390" y="4619527"/>
              <a:ext cx="16901" cy="17111"/>
            </a:xfrm>
            <a:custGeom>
              <a:avLst/>
              <a:gdLst/>
              <a:ahLst/>
              <a:cxnLst/>
              <a:rect l="0" t="0" r="0" b="0"/>
              <a:pathLst>
                <a:path w="16901" h="17111">
                  <a:moveTo>
                    <a:pt x="0" y="17111"/>
                  </a:moveTo>
                  <a:lnTo>
                    <a:pt x="16901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3" name="Input_receptor__1292">
              <a:extLst>
                <a:ext uri="{FF2B5EF4-FFF2-40B4-BE49-F238E27FC236}">
                  <a16:creationId xmlns:a16="http://schemas.microsoft.com/office/drawing/2014/main" id="{E296980A-CC25-DCCB-9561-F740FF83C421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6695"/>
              <a:ext cx="45191" cy="2229"/>
            </a:xfrm>
            <a:custGeom>
              <a:avLst/>
              <a:gdLst/>
              <a:ahLst/>
              <a:cxnLst/>
              <a:rect l="0" t="0" r="0" b="0"/>
              <a:pathLst>
                <a:path w="45191" h="2229">
                  <a:moveTo>
                    <a:pt x="45191" y="0"/>
                  </a:moveTo>
                  <a:lnTo>
                    <a:pt x="0" y="2229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4" name="Input_receptor__1293">
              <a:extLst>
                <a:ext uri="{FF2B5EF4-FFF2-40B4-BE49-F238E27FC236}">
                  <a16:creationId xmlns:a16="http://schemas.microsoft.com/office/drawing/2014/main" id="{267368C0-ABFC-5DB4-D16C-1E8D04789303}"/>
                </a:ext>
              </a:extLst>
            </p:cNvPr>
            <p:cNvSpPr>
              <a:spLocks noGrp="1"/>
            </p:cNvSpPr>
            <p:nvPr/>
          </p:nvSpPr>
          <p:spPr>
            <a:xfrm>
              <a:off x="1053381" y="4382308"/>
              <a:ext cx="29061" cy="31978"/>
            </a:xfrm>
            <a:custGeom>
              <a:avLst/>
              <a:gdLst/>
              <a:ahLst/>
              <a:cxnLst/>
              <a:rect l="0" t="0" r="0" b="0"/>
              <a:pathLst>
                <a:path w="29061" h="31978">
                  <a:moveTo>
                    <a:pt x="0" y="31978"/>
                  </a:moveTo>
                  <a:lnTo>
                    <a:pt x="2906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5" name="Input_receptor__1294">
              <a:extLst>
                <a:ext uri="{FF2B5EF4-FFF2-40B4-BE49-F238E27FC236}">
                  <a16:creationId xmlns:a16="http://schemas.microsoft.com/office/drawing/2014/main" id="{CAE88691-7382-4B88-B171-AF652C5E6033}"/>
                </a:ext>
              </a:extLst>
            </p:cNvPr>
            <p:cNvSpPr>
              <a:spLocks noGrp="1"/>
            </p:cNvSpPr>
            <p:nvPr/>
          </p:nvSpPr>
          <p:spPr>
            <a:xfrm>
              <a:off x="1011289" y="4414286"/>
              <a:ext cx="42091" cy="10999"/>
            </a:xfrm>
            <a:custGeom>
              <a:avLst/>
              <a:gdLst/>
              <a:ahLst/>
              <a:cxnLst/>
              <a:rect l="0" t="0" r="0" b="0"/>
              <a:pathLst>
                <a:path w="42091" h="10999">
                  <a:moveTo>
                    <a:pt x="0" y="10999"/>
                  </a:moveTo>
                  <a:lnTo>
                    <a:pt x="4209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6" name="Input_receptor__1295">
              <a:extLst>
                <a:ext uri="{FF2B5EF4-FFF2-40B4-BE49-F238E27FC236}">
                  <a16:creationId xmlns:a16="http://schemas.microsoft.com/office/drawing/2014/main" id="{6D8240D2-08DF-23AF-AF9A-1A68661F0271}"/>
                </a:ext>
              </a:extLst>
            </p:cNvPr>
            <p:cNvSpPr>
              <a:spLocks noGrp="1"/>
            </p:cNvSpPr>
            <p:nvPr/>
          </p:nvSpPr>
          <p:spPr>
            <a:xfrm>
              <a:off x="1439112" y="4474468"/>
              <a:ext cx="9964" cy="19392"/>
            </a:xfrm>
            <a:custGeom>
              <a:avLst/>
              <a:gdLst/>
              <a:ahLst/>
              <a:cxnLst/>
              <a:rect l="0" t="0" r="0" b="0"/>
              <a:pathLst>
                <a:path w="9964" h="19392">
                  <a:moveTo>
                    <a:pt x="0" y="19392"/>
                  </a:moveTo>
                  <a:lnTo>
                    <a:pt x="9964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7" name="Input_receptor__1296">
              <a:extLst>
                <a:ext uri="{FF2B5EF4-FFF2-40B4-BE49-F238E27FC236}">
                  <a16:creationId xmlns:a16="http://schemas.microsoft.com/office/drawing/2014/main" id="{498AEAE6-21E9-ACA6-D1E0-EBED0D71BB34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898139"/>
              <a:ext cx="15896" cy="45742"/>
            </a:xfrm>
            <a:custGeom>
              <a:avLst/>
              <a:gdLst/>
              <a:ahLst/>
              <a:cxnLst/>
              <a:rect l="0" t="0" r="0" b="0"/>
              <a:pathLst>
                <a:path w="15896" h="45742">
                  <a:moveTo>
                    <a:pt x="0" y="45742"/>
                  </a:moveTo>
                  <a:lnTo>
                    <a:pt x="15896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8" name="Input_receptor__1297">
              <a:extLst>
                <a:ext uri="{FF2B5EF4-FFF2-40B4-BE49-F238E27FC236}">
                  <a16:creationId xmlns:a16="http://schemas.microsoft.com/office/drawing/2014/main" id="{02196EBC-3DE4-1BD0-F35F-974EC09F4981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95515"/>
              <a:ext cx="2152" cy="46986"/>
            </a:xfrm>
            <a:custGeom>
              <a:avLst/>
              <a:gdLst/>
              <a:ahLst/>
              <a:cxnLst/>
              <a:rect l="0" t="0" r="0" b="0"/>
              <a:pathLst>
                <a:path w="2152" h="46986">
                  <a:moveTo>
                    <a:pt x="0" y="0"/>
                  </a:moveTo>
                  <a:lnTo>
                    <a:pt x="2152" y="4698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299" name="Input_receptor__1298">
              <a:extLst>
                <a:ext uri="{FF2B5EF4-FFF2-40B4-BE49-F238E27FC236}">
                  <a16:creationId xmlns:a16="http://schemas.microsoft.com/office/drawing/2014/main" id="{14D6D62A-99DC-38C5-C520-9BDA2C41C66C}"/>
                </a:ext>
              </a:extLst>
            </p:cNvPr>
            <p:cNvSpPr>
              <a:spLocks noGrp="1"/>
            </p:cNvSpPr>
            <p:nvPr/>
          </p:nvSpPr>
          <p:spPr>
            <a:xfrm>
              <a:off x="974726" y="4425285"/>
              <a:ext cx="36564" cy="6815"/>
            </a:xfrm>
            <a:custGeom>
              <a:avLst/>
              <a:gdLst/>
              <a:ahLst/>
              <a:cxnLst/>
              <a:rect l="0" t="0" r="0" b="0"/>
              <a:pathLst>
                <a:path w="36564" h="6815">
                  <a:moveTo>
                    <a:pt x="0" y="6815"/>
                  </a:moveTo>
                  <a:lnTo>
                    <a:pt x="3656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0" name="Input_receptor__1299">
              <a:extLst>
                <a:ext uri="{FF2B5EF4-FFF2-40B4-BE49-F238E27FC236}">
                  <a16:creationId xmlns:a16="http://schemas.microsoft.com/office/drawing/2014/main" id="{9F9CBBB4-ADC7-5886-9E1D-C582B116D376}"/>
                </a:ext>
              </a:extLst>
            </p:cNvPr>
            <p:cNvSpPr>
              <a:spLocks noGrp="1"/>
            </p:cNvSpPr>
            <p:nvPr/>
          </p:nvSpPr>
          <p:spPr>
            <a:xfrm>
              <a:off x="1619347" y="4799062"/>
              <a:ext cx="38953" cy="19019"/>
            </a:xfrm>
            <a:custGeom>
              <a:avLst/>
              <a:gdLst/>
              <a:ahLst/>
              <a:cxnLst/>
              <a:rect l="0" t="0" r="0" b="0"/>
              <a:pathLst>
                <a:path w="38953" h="19019">
                  <a:moveTo>
                    <a:pt x="38953" y="190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1" name="Input_receptor__1300">
              <a:extLst>
                <a:ext uri="{FF2B5EF4-FFF2-40B4-BE49-F238E27FC236}">
                  <a16:creationId xmlns:a16="http://schemas.microsoft.com/office/drawing/2014/main" id="{E179A8B8-0658-3BCB-BBE8-CF69153E47B1}"/>
                </a:ext>
              </a:extLst>
            </p:cNvPr>
            <p:cNvSpPr>
              <a:spLocks noGrp="1"/>
            </p:cNvSpPr>
            <p:nvPr/>
          </p:nvSpPr>
          <p:spPr>
            <a:xfrm>
              <a:off x="1153943" y="5022818"/>
              <a:ext cx="23841" cy="4628"/>
            </a:xfrm>
            <a:custGeom>
              <a:avLst/>
              <a:gdLst/>
              <a:ahLst/>
              <a:cxnLst/>
              <a:rect l="0" t="0" r="0" b="0"/>
              <a:pathLst>
                <a:path w="23841" h="4628">
                  <a:moveTo>
                    <a:pt x="0" y="0"/>
                  </a:moveTo>
                  <a:lnTo>
                    <a:pt x="23841" y="4628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2" name="Input_receptor__1301">
              <a:extLst>
                <a:ext uri="{FF2B5EF4-FFF2-40B4-BE49-F238E27FC236}">
                  <a16:creationId xmlns:a16="http://schemas.microsoft.com/office/drawing/2014/main" id="{775D1BF9-8CA5-42C5-D83F-F8C203791DCF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31339" cy="23334"/>
            </a:xfrm>
            <a:custGeom>
              <a:avLst/>
              <a:gdLst/>
              <a:ahLst/>
              <a:cxnLst/>
              <a:rect l="0" t="0" r="0" b="0"/>
              <a:pathLst>
                <a:path w="31339" h="23334">
                  <a:moveTo>
                    <a:pt x="0" y="0"/>
                  </a:moveTo>
                  <a:lnTo>
                    <a:pt x="31339" y="23334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3" name="Input_receptor__1302">
              <a:extLst>
                <a:ext uri="{FF2B5EF4-FFF2-40B4-BE49-F238E27FC236}">
                  <a16:creationId xmlns:a16="http://schemas.microsoft.com/office/drawing/2014/main" id="{843458D7-DE0C-9C38-9A68-26CFDE77206C}"/>
                </a:ext>
              </a:extLst>
            </p:cNvPr>
            <p:cNvSpPr>
              <a:spLocks noGrp="1"/>
            </p:cNvSpPr>
            <p:nvPr/>
          </p:nvSpPr>
          <p:spPr>
            <a:xfrm>
              <a:off x="779439" y="4472423"/>
              <a:ext cx="26171" cy="18680"/>
            </a:xfrm>
            <a:custGeom>
              <a:avLst/>
              <a:gdLst/>
              <a:ahLst/>
              <a:cxnLst/>
              <a:rect l="0" t="0" r="0" b="0"/>
              <a:pathLst>
                <a:path w="26171" h="18680">
                  <a:moveTo>
                    <a:pt x="26171" y="0"/>
                  </a:moveTo>
                  <a:lnTo>
                    <a:pt x="0" y="1868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4" name="Input_receptor__1303">
              <a:extLst>
                <a:ext uri="{FF2B5EF4-FFF2-40B4-BE49-F238E27FC236}">
                  <a16:creationId xmlns:a16="http://schemas.microsoft.com/office/drawing/2014/main" id="{300B84A3-4FB4-8641-0809-8B33E13E49C3}"/>
                </a:ext>
              </a:extLst>
            </p:cNvPr>
            <p:cNvSpPr>
              <a:spLocks noGrp="1"/>
            </p:cNvSpPr>
            <p:nvPr/>
          </p:nvSpPr>
          <p:spPr>
            <a:xfrm>
              <a:off x="711155" y="4648259"/>
              <a:ext cx="5960" cy="34384"/>
            </a:xfrm>
            <a:custGeom>
              <a:avLst/>
              <a:gdLst/>
              <a:ahLst/>
              <a:cxnLst/>
              <a:rect l="0" t="0" r="0" b="0"/>
              <a:pathLst>
                <a:path w="5960" h="34384">
                  <a:moveTo>
                    <a:pt x="5960" y="0"/>
                  </a:moveTo>
                  <a:lnTo>
                    <a:pt x="0" y="3438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5" name="Input_receptor__1304">
              <a:extLst>
                <a:ext uri="{FF2B5EF4-FFF2-40B4-BE49-F238E27FC236}">
                  <a16:creationId xmlns:a16="http://schemas.microsoft.com/office/drawing/2014/main" id="{B64EE0B0-07C2-283A-7280-A8BB5BC9787B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93862"/>
              <a:ext cx="7068" cy="47090"/>
            </a:xfrm>
            <a:custGeom>
              <a:avLst/>
              <a:gdLst/>
              <a:ahLst/>
              <a:cxnLst/>
              <a:rect l="0" t="0" r="0" b="0"/>
              <a:pathLst>
                <a:path w="7068" h="47090">
                  <a:moveTo>
                    <a:pt x="0" y="0"/>
                  </a:moveTo>
                  <a:lnTo>
                    <a:pt x="7068" y="4709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6" name="Input_receptor__1305">
              <a:extLst>
                <a:ext uri="{FF2B5EF4-FFF2-40B4-BE49-F238E27FC236}">
                  <a16:creationId xmlns:a16="http://schemas.microsoft.com/office/drawing/2014/main" id="{0D0E4CF9-C75C-D014-AC58-9C86D9607D92}"/>
                </a:ext>
              </a:extLst>
            </p:cNvPr>
            <p:cNvSpPr>
              <a:spLocks noGrp="1"/>
            </p:cNvSpPr>
            <p:nvPr/>
          </p:nvSpPr>
          <p:spPr>
            <a:xfrm>
              <a:off x="1238019" y="4899595"/>
              <a:ext cx="27087" cy="38526"/>
            </a:xfrm>
            <a:custGeom>
              <a:avLst/>
              <a:gdLst/>
              <a:ahLst/>
              <a:cxnLst/>
              <a:rect l="0" t="0" r="0" b="0"/>
              <a:pathLst>
                <a:path w="27087" h="38526">
                  <a:moveTo>
                    <a:pt x="0" y="0"/>
                  </a:moveTo>
                  <a:lnTo>
                    <a:pt x="27087" y="3852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7" name="Input_receptor__1306">
              <a:extLst>
                <a:ext uri="{FF2B5EF4-FFF2-40B4-BE49-F238E27FC236}">
                  <a16:creationId xmlns:a16="http://schemas.microsoft.com/office/drawing/2014/main" id="{BBE228AE-A133-77BD-9829-522069CD4E0D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807637"/>
              <a:ext cx="16275" cy="39637"/>
            </a:xfrm>
            <a:custGeom>
              <a:avLst/>
              <a:gdLst/>
              <a:ahLst/>
              <a:cxnLst/>
              <a:rect l="0" t="0" r="0" b="0"/>
              <a:pathLst>
                <a:path w="16275" h="39637">
                  <a:moveTo>
                    <a:pt x="16275" y="39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8" name="Input_receptor__1307">
              <a:extLst>
                <a:ext uri="{FF2B5EF4-FFF2-40B4-BE49-F238E27FC236}">
                  <a16:creationId xmlns:a16="http://schemas.microsoft.com/office/drawing/2014/main" id="{0C002985-96A7-98B7-E370-84967C2EAEE5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848" cy="32516"/>
            </a:xfrm>
            <a:custGeom>
              <a:avLst/>
              <a:gdLst/>
              <a:ahLst/>
              <a:cxnLst/>
              <a:rect l="0" t="0" r="0" b="0"/>
              <a:pathLst>
                <a:path w="3848" h="32516">
                  <a:moveTo>
                    <a:pt x="0" y="0"/>
                  </a:moveTo>
                  <a:lnTo>
                    <a:pt x="3848" y="3251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9" name="Input_receptor__1308">
              <a:extLst>
                <a:ext uri="{FF2B5EF4-FFF2-40B4-BE49-F238E27FC236}">
                  <a16:creationId xmlns:a16="http://schemas.microsoft.com/office/drawing/2014/main" id="{2D31B031-990E-119E-709A-122C884C5255}"/>
                </a:ext>
              </a:extLst>
            </p:cNvPr>
            <p:cNvSpPr>
              <a:spLocks noGrp="1"/>
            </p:cNvSpPr>
            <p:nvPr/>
          </p:nvSpPr>
          <p:spPr>
            <a:xfrm>
              <a:off x="1387615" y="4515861"/>
              <a:ext cx="12061" cy="38945"/>
            </a:xfrm>
            <a:custGeom>
              <a:avLst/>
              <a:gdLst/>
              <a:ahLst/>
              <a:cxnLst/>
              <a:rect l="0" t="0" r="0" b="0"/>
              <a:pathLst>
                <a:path w="12061" h="38945">
                  <a:moveTo>
                    <a:pt x="0" y="38945"/>
                  </a:moveTo>
                  <a:lnTo>
                    <a:pt x="1206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0" name="Input_receptor__1309">
              <a:extLst>
                <a:ext uri="{FF2B5EF4-FFF2-40B4-BE49-F238E27FC236}">
                  <a16:creationId xmlns:a16="http://schemas.microsoft.com/office/drawing/2014/main" id="{94F7F6F8-A047-99CF-F2E7-46EA19C0D1E7}"/>
                </a:ext>
              </a:extLst>
            </p:cNvPr>
            <p:cNvSpPr>
              <a:spLocks noGrp="1"/>
            </p:cNvSpPr>
            <p:nvPr/>
          </p:nvSpPr>
          <p:spPr>
            <a:xfrm>
              <a:off x="921125" y="4873856"/>
              <a:ext cx="30947" cy="525"/>
            </a:xfrm>
            <a:custGeom>
              <a:avLst/>
              <a:gdLst/>
              <a:ahLst/>
              <a:cxnLst/>
              <a:rect l="0" t="0" r="0" b="0"/>
              <a:pathLst>
                <a:path w="30947" h="525">
                  <a:moveTo>
                    <a:pt x="0" y="525"/>
                  </a:moveTo>
                  <a:lnTo>
                    <a:pt x="3094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1" name="Input_receptor__1310">
              <a:extLst>
                <a:ext uri="{FF2B5EF4-FFF2-40B4-BE49-F238E27FC236}">
                  <a16:creationId xmlns:a16="http://schemas.microsoft.com/office/drawing/2014/main" id="{FE0B2683-7C46-CC69-63D7-1C4986C49198}"/>
                </a:ext>
              </a:extLst>
            </p:cNvPr>
            <p:cNvSpPr>
              <a:spLocks noGrp="1"/>
            </p:cNvSpPr>
            <p:nvPr/>
          </p:nvSpPr>
          <p:spPr>
            <a:xfrm>
              <a:off x="1005888" y="4788896"/>
              <a:ext cx="28348" cy="16245"/>
            </a:xfrm>
            <a:custGeom>
              <a:avLst/>
              <a:gdLst/>
              <a:ahLst/>
              <a:cxnLst/>
              <a:rect l="0" t="0" r="0" b="0"/>
              <a:pathLst>
                <a:path w="28348" h="16245">
                  <a:moveTo>
                    <a:pt x="28348" y="0"/>
                  </a:moveTo>
                  <a:lnTo>
                    <a:pt x="0" y="16245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2" name="Input_receptor__1311">
              <a:extLst>
                <a:ext uri="{FF2B5EF4-FFF2-40B4-BE49-F238E27FC236}">
                  <a16:creationId xmlns:a16="http://schemas.microsoft.com/office/drawing/2014/main" id="{E724048F-7C53-A18F-4FF3-B75E2402B5AA}"/>
                </a:ext>
              </a:extLst>
            </p:cNvPr>
            <p:cNvSpPr>
              <a:spLocks noGrp="1"/>
            </p:cNvSpPr>
            <p:nvPr/>
          </p:nvSpPr>
          <p:spPr>
            <a:xfrm>
              <a:off x="1586781" y="4319967"/>
              <a:ext cx="10222" cy="33589"/>
            </a:xfrm>
            <a:custGeom>
              <a:avLst/>
              <a:gdLst/>
              <a:ahLst/>
              <a:cxnLst/>
              <a:rect l="0" t="0" r="0" b="0"/>
              <a:pathLst>
                <a:path w="10222" h="33589">
                  <a:moveTo>
                    <a:pt x="0" y="33589"/>
                  </a:moveTo>
                  <a:lnTo>
                    <a:pt x="10222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3" name="Input_receptor__1312">
              <a:extLst>
                <a:ext uri="{FF2B5EF4-FFF2-40B4-BE49-F238E27FC236}">
                  <a16:creationId xmlns:a16="http://schemas.microsoft.com/office/drawing/2014/main" id="{7F93E14D-2E17-F807-CDF9-C31D2D33C877}"/>
                </a:ext>
              </a:extLst>
            </p:cNvPr>
            <p:cNvSpPr>
              <a:spLocks noGrp="1"/>
            </p:cNvSpPr>
            <p:nvPr/>
          </p:nvSpPr>
          <p:spPr>
            <a:xfrm>
              <a:off x="1584104" y="4353556"/>
              <a:ext cx="2677" cy="34367"/>
            </a:xfrm>
            <a:custGeom>
              <a:avLst/>
              <a:gdLst/>
              <a:ahLst/>
              <a:cxnLst/>
              <a:rect l="0" t="0" r="0" b="0"/>
              <a:pathLst>
                <a:path w="2677" h="34367">
                  <a:moveTo>
                    <a:pt x="0" y="34367"/>
                  </a:moveTo>
                  <a:lnTo>
                    <a:pt x="267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4" name="Input_receptor__1313">
              <a:extLst>
                <a:ext uri="{FF2B5EF4-FFF2-40B4-BE49-F238E27FC236}">
                  <a16:creationId xmlns:a16="http://schemas.microsoft.com/office/drawing/2014/main" id="{EA4524B4-B90B-D40D-486A-02278676E436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51039"/>
              <a:ext cx="41621" cy="22088"/>
            </a:xfrm>
            <a:custGeom>
              <a:avLst/>
              <a:gdLst/>
              <a:ahLst/>
              <a:cxnLst/>
              <a:rect l="0" t="0" r="0" b="0"/>
              <a:pathLst>
                <a:path w="41621" h="22088">
                  <a:moveTo>
                    <a:pt x="0" y="22088"/>
                  </a:moveTo>
                  <a:lnTo>
                    <a:pt x="4162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5" name="Input_receptor__1314">
              <a:extLst>
                <a:ext uri="{FF2B5EF4-FFF2-40B4-BE49-F238E27FC236}">
                  <a16:creationId xmlns:a16="http://schemas.microsoft.com/office/drawing/2014/main" id="{4A0A9891-FAD6-094E-9995-0AC18D0E1A2B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45186"/>
              <a:ext cx="46426" cy="2725"/>
            </a:xfrm>
            <a:custGeom>
              <a:avLst/>
              <a:gdLst/>
              <a:ahLst/>
              <a:cxnLst/>
              <a:rect l="0" t="0" r="0" b="0"/>
              <a:pathLst>
                <a:path w="46426" h="2725">
                  <a:moveTo>
                    <a:pt x="0" y="0"/>
                  </a:moveTo>
                  <a:lnTo>
                    <a:pt x="46426" y="2725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6" name="Input_receptor__1315">
              <a:extLst>
                <a:ext uri="{FF2B5EF4-FFF2-40B4-BE49-F238E27FC236}">
                  <a16:creationId xmlns:a16="http://schemas.microsoft.com/office/drawing/2014/main" id="{044B0276-B8B5-94FF-D0D6-0417DD27B0F3}"/>
                </a:ext>
              </a:extLst>
            </p:cNvPr>
            <p:cNvSpPr>
              <a:spLocks noGrp="1"/>
            </p:cNvSpPr>
            <p:nvPr/>
          </p:nvSpPr>
          <p:spPr>
            <a:xfrm>
              <a:off x="1489225" y="4191948"/>
              <a:ext cx="6016" cy="44924"/>
            </a:xfrm>
            <a:custGeom>
              <a:avLst/>
              <a:gdLst/>
              <a:ahLst/>
              <a:cxnLst/>
              <a:rect l="0" t="0" r="0" b="0"/>
              <a:pathLst>
                <a:path w="6016" h="44924">
                  <a:moveTo>
                    <a:pt x="6016" y="0"/>
                  </a:moveTo>
                  <a:lnTo>
                    <a:pt x="0" y="4492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7" name="Input_receptor__1316">
              <a:extLst>
                <a:ext uri="{FF2B5EF4-FFF2-40B4-BE49-F238E27FC236}">
                  <a16:creationId xmlns:a16="http://schemas.microsoft.com/office/drawing/2014/main" id="{56EC5EDC-1A1D-17BF-8A8E-3DFE18888B96}"/>
                </a:ext>
              </a:extLst>
            </p:cNvPr>
            <p:cNvSpPr>
              <a:spLocks noGrp="1"/>
            </p:cNvSpPr>
            <p:nvPr/>
          </p:nvSpPr>
          <p:spPr>
            <a:xfrm>
              <a:off x="987118" y="5135902"/>
              <a:ext cx="46144" cy="2383"/>
            </a:xfrm>
            <a:custGeom>
              <a:avLst/>
              <a:gdLst/>
              <a:ahLst/>
              <a:cxnLst/>
              <a:rect l="0" t="0" r="0" b="0"/>
              <a:pathLst>
                <a:path w="46144" h="2383">
                  <a:moveTo>
                    <a:pt x="0" y="2383"/>
                  </a:moveTo>
                  <a:lnTo>
                    <a:pt x="4614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8" name="Input_receptor__1317">
              <a:extLst>
                <a:ext uri="{FF2B5EF4-FFF2-40B4-BE49-F238E27FC236}">
                  <a16:creationId xmlns:a16="http://schemas.microsoft.com/office/drawing/2014/main" id="{776CEC10-9A4E-15A4-7B1B-4E41ADED7490}"/>
                </a:ext>
              </a:extLst>
            </p:cNvPr>
            <p:cNvSpPr>
              <a:spLocks noGrp="1"/>
            </p:cNvSpPr>
            <p:nvPr/>
          </p:nvSpPr>
          <p:spPr>
            <a:xfrm>
              <a:off x="1135957" y="4586338"/>
              <a:ext cx="22591" cy="22932"/>
            </a:xfrm>
            <a:custGeom>
              <a:avLst/>
              <a:gdLst/>
              <a:ahLst/>
              <a:cxnLst/>
              <a:rect l="0" t="0" r="0" b="0"/>
              <a:pathLst>
                <a:path w="22591" h="22932">
                  <a:moveTo>
                    <a:pt x="22591" y="0"/>
                  </a:moveTo>
                  <a:lnTo>
                    <a:pt x="0" y="22932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9" name="Input_receptor__1318">
              <a:extLst>
                <a:ext uri="{FF2B5EF4-FFF2-40B4-BE49-F238E27FC236}">
                  <a16:creationId xmlns:a16="http://schemas.microsoft.com/office/drawing/2014/main" id="{4678D37E-F1FE-ECF4-D82C-6A68CFA153D8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745900"/>
              <a:ext cx="8113" cy="212"/>
            </a:xfrm>
            <a:custGeom>
              <a:avLst/>
              <a:gdLst/>
              <a:ahLst/>
              <a:cxnLst/>
              <a:rect l="0" t="0" r="0" b="0"/>
              <a:pathLst>
                <a:path w="8113" h="212">
                  <a:moveTo>
                    <a:pt x="8113" y="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0" name="Input_receptor__1319">
              <a:extLst>
                <a:ext uri="{FF2B5EF4-FFF2-40B4-BE49-F238E27FC236}">
                  <a16:creationId xmlns:a16="http://schemas.microsoft.com/office/drawing/2014/main" id="{822E4A57-D2BB-0CC7-DAB0-0991454C7984}"/>
                </a:ext>
              </a:extLst>
            </p:cNvPr>
            <p:cNvSpPr>
              <a:spLocks noGrp="1"/>
            </p:cNvSpPr>
            <p:nvPr/>
          </p:nvSpPr>
          <p:spPr>
            <a:xfrm>
              <a:off x="1515381" y="5020929"/>
              <a:ext cx="46725" cy="1522"/>
            </a:xfrm>
            <a:custGeom>
              <a:avLst/>
              <a:gdLst/>
              <a:ahLst/>
              <a:cxnLst/>
              <a:rect l="0" t="0" r="0" b="0"/>
              <a:pathLst>
                <a:path w="46725" h="1522">
                  <a:moveTo>
                    <a:pt x="46725" y="15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1" name="Input_receptor__1320">
              <a:extLst>
                <a:ext uri="{FF2B5EF4-FFF2-40B4-BE49-F238E27FC236}">
                  <a16:creationId xmlns:a16="http://schemas.microsoft.com/office/drawing/2014/main" id="{376F7EA2-7C46-7AE2-C6CF-13EE5966E4CC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29012"/>
              <a:ext cx="7432" cy="2319"/>
            </a:xfrm>
            <a:custGeom>
              <a:avLst/>
              <a:gdLst/>
              <a:ahLst/>
              <a:cxnLst/>
              <a:rect l="0" t="0" r="0" b="0"/>
              <a:pathLst>
                <a:path w="7432" h="2319">
                  <a:moveTo>
                    <a:pt x="7432" y="0"/>
                  </a:moveTo>
                  <a:lnTo>
                    <a:pt x="0" y="2319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2" name="Input_receptor__1321">
              <a:extLst>
                <a:ext uri="{FF2B5EF4-FFF2-40B4-BE49-F238E27FC236}">
                  <a16:creationId xmlns:a16="http://schemas.microsoft.com/office/drawing/2014/main" id="{2FAA8375-EB2B-1584-6C0B-EF57547ADB61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40787" cy="14314"/>
            </a:xfrm>
            <a:custGeom>
              <a:avLst/>
              <a:gdLst/>
              <a:ahLst/>
              <a:cxnLst/>
              <a:rect l="0" t="0" r="0" b="0"/>
              <a:pathLst>
                <a:path w="40787" h="14314">
                  <a:moveTo>
                    <a:pt x="40787" y="14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3" name="Input_receptor__1322">
              <a:extLst>
                <a:ext uri="{FF2B5EF4-FFF2-40B4-BE49-F238E27FC236}">
                  <a16:creationId xmlns:a16="http://schemas.microsoft.com/office/drawing/2014/main" id="{2145DBA1-E744-EFB6-39B6-7CE7BFED860E}"/>
                </a:ext>
              </a:extLst>
            </p:cNvPr>
            <p:cNvSpPr>
              <a:spLocks noGrp="1"/>
            </p:cNvSpPr>
            <p:nvPr/>
          </p:nvSpPr>
          <p:spPr>
            <a:xfrm>
              <a:off x="1061204" y="4616109"/>
              <a:ext cx="31279" cy="32133"/>
            </a:xfrm>
            <a:custGeom>
              <a:avLst/>
              <a:gdLst/>
              <a:ahLst/>
              <a:cxnLst/>
              <a:rect l="0" t="0" r="0" b="0"/>
              <a:pathLst>
                <a:path w="31279" h="32133">
                  <a:moveTo>
                    <a:pt x="31279" y="0"/>
                  </a:moveTo>
                  <a:lnTo>
                    <a:pt x="0" y="32133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24" name="Input_receptor__1323">
              <a:extLst>
                <a:ext uri="{FF2B5EF4-FFF2-40B4-BE49-F238E27FC236}">
                  <a16:creationId xmlns:a16="http://schemas.microsoft.com/office/drawing/2014/main" id="{8EC4ABAD-6414-F546-27C5-543ECD6CF479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86634"/>
              <a:ext cx="28802" cy="8881"/>
            </a:xfrm>
            <a:custGeom>
              <a:avLst/>
              <a:gdLst/>
              <a:ahLst/>
              <a:cxnLst/>
              <a:rect l="0" t="0" r="0" b="0"/>
              <a:pathLst>
                <a:path w="28802" h="8881">
                  <a:moveTo>
                    <a:pt x="28802" y="0"/>
                  </a:moveTo>
                  <a:lnTo>
                    <a:pt x="0" y="8881"/>
                  </a:lnTo>
                </a:path>
              </a:pathLst>
            </a:custGeom>
            <a:noFill/>
            <a:ln w="20003">
              <a:solidFill>
                <a:srgbClr val="91A3AE"/>
              </a:solidFill>
            </a:ln>
          </p:spPr>
        </p:sp>
        <p:sp>
          <p:nvSpPr>
            <p:cNvPr id="1325" name="Input_receptor__1324">
              <a:extLst>
                <a:ext uri="{FF2B5EF4-FFF2-40B4-BE49-F238E27FC236}">
                  <a16:creationId xmlns:a16="http://schemas.microsoft.com/office/drawing/2014/main" id="{D6280146-5B8C-4847-7B3F-5C60E91CCBAF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30541"/>
              <a:ext cx="14626" cy="41194"/>
            </a:xfrm>
            <a:custGeom>
              <a:avLst/>
              <a:gdLst/>
              <a:ahLst/>
              <a:cxnLst/>
              <a:rect l="0" t="0" r="0" b="0"/>
              <a:pathLst>
                <a:path w="14626" h="41194">
                  <a:moveTo>
                    <a:pt x="0" y="0"/>
                  </a:moveTo>
                  <a:lnTo>
                    <a:pt x="14626" y="41194"/>
                  </a:lnTo>
                </a:path>
              </a:pathLst>
            </a:custGeom>
            <a:noFill/>
            <a:ln w="8096">
              <a:solidFill>
                <a:srgbClr val="91A3AE"/>
              </a:solidFill>
            </a:ln>
          </p:spPr>
        </p:sp>
        <p:sp>
          <p:nvSpPr>
            <p:cNvPr id="1326" name="Input_receptor__1325">
              <a:extLst>
                <a:ext uri="{FF2B5EF4-FFF2-40B4-BE49-F238E27FC236}">
                  <a16:creationId xmlns:a16="http://schemas.microsoft.com/office/drawing/2014/main" id="{82D7184E-2566-F273-8504-9FF703549D24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07346"/>
              <a:ext cx="36895" cy="23195"/>
            </a:xfrm>
            <a:custGeom>
              <a:avLst/>
              <a:gdLst/>
              <a:ahLst/>
              <a:cxnLst/>
              <a:rect l="0" t="0" r="0" b="0"/>
              <a:pathLst>
                <a:path w="36895" h="23195">
                  <a:moveTo>
                    <a:pt x="36895" y="0"/>
                  </a:moveTo>
                  <a:lnTo>
                    <a:pt x="0" y="23195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7" name="Input_receptor__1326">
              <a:extLst>
                <a:ext uri="{FF2B5EF4-FFF2-40B4-BE49-F238E27FC236}">
                  <a16:creationId xmlns:a16="http://schemas.microsoft.com/office/drawing/2014/main" id="{2351976B-D940-BA84-B6CC-4B8E3E0CC00F}"/>
                </a:ext>
              </a:extLst>
            </p:cNvPr>
            <p:cNvSpPr>
              <a:spLocks noGrp="1"/>
            </p:cNvSpPr>
            <p:nvPr/>
          </p:nvSpPr>
          <p:spPr>
            <a:xfrm>
              <a:off x="950125" y="4367295"/>
              <a:ext cx="44812" cy="4440"/>
            </a:xfrm>
            <a:custGeom>
              <a:avLst/>
              <a:gdLst/>
              <a:ahLst/>
              <a:cxnLst/>
              <a:rect l="0" t="0" r="0" b="0"/>
              <a:pathLst>
                <a:path w="44812" h="4440">
                  <a:moveTo>
                    <a:pt x="0" y="4440"/>
                  </a:moveTo>
                  <a:lnTo>
                    <a:pt x="44812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28" name="Input_receptor__1327">
              <a:extLst>
                <a:ext uri="{FF2B5EF4-FFF2-40B4-BE49-F238E27FC236}">
                  <a16:creationId xmlns:a16="http://schemas.microsoft.com/office/drawing/2014/main" id="{A147BD48-373B-788D-E95C-02A579D694D3}"/>
                </a:ext>
              </a:extLst>
            </p:cNvPr>
            <p:cNvSpPr>
              <a:spLocks noGrp="1"/>
            </p:cNvSpPr>
            <p:nvPr/>
          </p:nvSpPr>
          <p:spPr>
            <a:xfrm>
              <a:off x="1625112" y="4286599"/>
              <a:ext cx="39756" cy="381"/>
            </a:xfrm>
            <a:custGeom>
              <a:avLst/>
              <a:gdLst/>
              <a:ahLst/>
              <a:cxnLst/>
              <a:rect l="0" t="0" r="0" b="0"/>
              <a:pathLst>
                <a:path w="39756" h="381">
                  <a:moveTo>
                    <a:pt x="39756" y="0"/>
                  </a:moveTo>
                  <a:lnTo>
                    <a:pt x="0" y="381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9" name="Input_receptor__1328">
              <a:extLst>
                <a:ext uri="{FF2B5EF4-FFF2-40B4-BE49-F238E27FC236}">
                  <a16:creationId xmlns:a16="http://schemas.microsoft.com/office/drawing/2014/main" id="{1B3412CC-7DFF-6D46-D818-BD0CA33FB5F6}"/>
                </a:ext>
              </a:extLst>
            </p:cNvPr>
            <p:cNvSpPr>
              <a:spLocks noGrp="1"/>
            </p:cNvSpPr>
            <p:nvPr/>
          </p:nvSpPr>
          <p:spPr>
            <a:xfrm>
              <a:off x="974865" y="4636638"/>
              <a:ext cx="21525" cy="42750"/>
            </a:xfrm>
            <a:custGeom>
              <a:avLst/>
              <a:gdLst/>
              <a:ahLst/>
              <a:cxnLst/>
              <a:rect l="0" t="0" r="0" b="0"/>
              <a:pathLst>
                <a:path w="21525" h="42750">
                  <a:moveTo>
                    <a:pt x="0" y="42750"/>
                  </a:moveTo>
                  <a:lnTo>
                    <a:pt x="21525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0" name="Input_receptor__1329">
              <a:extLst>
                <a:ext uri="{FF2B5EF4-FFF2-40B4-BE49-F238E27FC236}">
                  <a16:creationId xmlns:a16="http://schemas.microsoft.com/office/drawing/2014/main" id="{5D87731A-F165-FD69-EFC7-23D63A5763B9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725284"/>
              <a:ext cx="12725" cy="22086"/>
            </a:xfrm>
            <a:custGeom>
              <a:avLst/>
              <a:gdLst/>
              <a:ahLst/>
              <a:cxnLst/>
              <a:rect l="0" t="0" r="0" b="0"/>
              <a:pathLst>
                <a:path w="12725" h="22086">
                  <a:moveTo>
                    <a:pt x="0" y="0"/>
                  </a:moveTo>
                  <a:lnTo>
                    <a:pt x="12725" y="2208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1" name="Input_receptor__1330">
              <a:extLst>
                <a:ext uri="{FF2B5EF4-FFF2-40B4-BE49-F238E27FC236}">
                  <a16:creationId xmlns:a16="http://schemas.microsoft.com/office/drawing/2014/main" id="{FE7DCB98-A181-AF76-7640-204CBDE02719}"/>
                </a:ext>
              </a:extLst>
            </p:cNvPr>
            <p:cNvSpPr>
              <a:spLocks noGrp="1"/>
            </p:cNvSpPr>
            <p:nvPr/>
          </p:nvSpPr>
          <p:spPr>
            <a:xfrm>
              <a:off x="945663" y="5136102"/>
              <a:ext cx="41455" cy="2182"/>
            </a:xfrm>
            <a:custGeom>
              <a:avLst/>
              <a:gdLst/>
              <a:ahLst/>
              <a:cxnLst/>
              <a:rect l="0" t="0" r="0" b="0"/>
              <a:pathLst>
                <a:path w="41455" h="2182">
                  <a:moveTo>
                    <a:pt x="0" y="0"/>
                  </a:moveTo>
                  <a:lnTo>
                    <a:pt x="41455" y="2182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2" name="Input_receptor__1331">
              <a:extLst>
                <a:ext uri="{FF2B5EF4-FFF2-40B4-BE49-F238E27FC236}">
                  <a16:creationId xmlns:a16="http://schemas.microsoft.com/office/drawing/2014/main" id="{1BA3C591-1C30-EA7D-2E99-DA896958E3EC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799062"/>
              <a:ext cx="29320" cy="38344"/>
            </a:xfrm>
            <a:custGeom>
              <a:avLst/>
              <a:gdLst/>
              <a:ahLst/>
              <a:cxnLst/>
              <a:rect l="0" t="0" r="0" b="0"/>
              <a:pathLst>
                <a:path w="29320" h="38344">
                  <a:moveTo>
                    <a:pt x="29320" y="0"/>
                  </a:moveTo>
                  <a:lnTo>
                    <a:pt x="0" y="38344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3" name="Input_receptor__1332">
              <a:extLst>
                <a:ext uri="{FF2B5EF4-FFF2-40B4-BE49-F238E27FC236}">
                  <a16:creationId xmlns:a16="http://schemas.microsoft.com/office/drawing/2014/main" id="{D2564E38-F87B-F89A-96CB-56F0EF8E9B99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12390" cy="41333"/>
            </a:xfrm>
            <a:custGeom>
              <a:avLst/>
              <a:gdLst/>
              <a:ahLst/>
              <a:cxnLst/>
              <a:rect l="0" t="0" r="0" b="0"/>
              <a:pathLst>
                <a:path w="12390" h="41333">
                  <a:moveTo>
                    <a:pt x="0" y="0"/>
                  </a:moveTo>
                  <a:lnTo>
                    <a:pt x="12390" y="41333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4" name="Input_receptor__1333">
              <a:extLst>
                <a:ext uri="{FF2B5EF4-FFF2-40B4-BE49-F238E27FC236}">
                  <a16:creationId xmlns:a16="http://schemas.microsoft.com/office/drawing/2014/main" id="{DEEAF3AB-DB51-1AB7-C7EC-DFA6C029EE5B}"/>
                </a:ext>
              </a:extLst>
            </p:cNvPr>
            <p:cNvSpPr>
              <a:spLocks noGrp="1"/>
            </p:cNvSpPr>
            <p:nvPr/>
          </p:nvSpPr>
          <p:spPr>
            <a:xfrm>
              <a:off x="1562106" y="5022451"/>
              <a:ext cx="1833" cy="48320"/>
            </a:xfrm>
            <a:custGeom>
              <a:avLst/>
              <a:gdLst/>
              <a:ahLst/>
              <a:cxnLst/>
              <a:rect l="0" t="0" r="0" b="0"/>
              <a:pathLst>
                <a:path w="1833" h="48320">
                  <a:moveTo>
                    <a:pt x="1833" y="48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5" name="Input_receptor__1334">
              <a:extLst>
                <a:ext uri="{FF2B5EF4-FFF2-40B4-BE49-F238E27FC236}">
                  <a16:creationId xmlns:a16="http://schemas.microsoft.com/office/drawing/2014/main" id="{3E452226-8754-1559-0882-479C65257749}"/>
                </a:ext>
              </a:extLst>
            </p:cNvPr>
            <p:cNvSpPr>
              <a:spLocks noGrp="1"/>
            </p:cNvSpPr>
            <p:nvPr/>
          </p:nvSpPr>
          <p:spPr>
            <a:xfrm>
              <a:off x="1033262" y="5107776"/>
              <a:ext cx="38704" cy="28126"/>
            </a:xfrm>
            <a:custGeom>
              <a:avLst/>
              <a:gdLst/>
              <a:ahLst/>
              <a:cxnLst/>
              <a:rect l="0" t="0" r="0" b="0"/>
              <a:pathLst>
                <a:path w="38704" h="28126">
                  <a:moveTo>
                    <a:pt x="0" y="28126"/>
                  </a:moveTo>
                  <a:lnTo>
                    <a:pt x="38704" y="0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6" name="Input_receptor__1335">
              <a:extLst>
                <a:ext uri="{FF2B5EF4-FFF2-40B4-BE49-F238E27FC236}">
                  <a16:creationId xmlns:a16="http://schemas.microsoft.com/office/drawing/2014/main" id="{40754C59-6817-C5D9-BFE6-719716AC347E}"/>
                </a:ext>
              </a:extLst>
            </p:cNvPr>
            <p:cNvSpPr>
              <a:spLocks noGrp="1"/>
            </p:cNvSpPr>
            <p:nvPr/>
          </p:nvSpPr>
          <p:spPr>
            <a:xfrm>
              <a:off x="1411032" y="4812787"/>
              <a:ext cx="4350" cy="20576"/>
            </a:xfrm>
            <a:custGeom>
              <a:avLst/>
              <a:gdLst/>
              <a:ahLst/>
              <a:cxnLst/>
              <a:rect l="0" t="0" r="0" b="0"/>
              <a:pathLst>
                <a:path w="4350" h="20576">
                  <a:moveTo>
                    <a:pt x="0" y="0"/>
                  </a:moveTo>
                  <a:lnTo>
                    <a:pt x="4350" y="2057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7" name="Input_receptor__1336">
              <a:extLst>
                <a:ext uri="{FF2B5EF4-FFF2-40B4-BE49-F238E27FC236}">
                  <a16:creationId xmlns:a16="http://schemas.microsoft.com/office/drawing/2014/main" id="{07F53029-2688-8EEA-126F-7CFA7CAF8777}"/>
                </a:ext>
              </a:extLst>
            </p:cNvPr>
            <p:cNvSpPr>
              <a:spLocks noGrp="1"/>
            </p:cNvSpPr>
            <p:nvPr/>
          </p:nvSpPr>
          <p:spPr>
            <a:xfrm>
              <a:off x="1457014" y="4942792"/>
              <a:ext cx="10272" cy="14017"/>
            </a:xfrm>
            <a:custGeom>
              <a:avLst/>
              <a:gdLst/>
              <a:ahLst/>
              <a:cxnLst/>
              <a:rect l="0" t="0" r="0" b="0"/>
              <a:pathLst>
                <a:path w="10272" h="14017">
                  <a:moveTo>
                    <a:pt x="10272" y="0"/>
                  </a:moveTo>
                  <a:lnTo>
                    <a:pt x="0" y="14017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8" name="Input_receptor__1337">
              <a:extLst>
                <a:ext uri="{FF2B5EF4-FFF2-40B4-BE49-F238E27FC236}">
                  <a16:creationId xmlns:a16="http://schemas.microsoft.com/office/drawing/2014/main" id="{34599CF6-9B0A-5942-9549-851FB5830498}"/>
                </a:ext>
              </a:extLst>
            </p:cNvPr>
            <p:cNvSpPr>
              <a:spLocks noGrp="1"/>
            </p:cNvSpPr>
            <p:nvPr/>
          </p:nvSpPr>
          <p:spPr>
            <a:xfrm>
              <a:off x="998221" y="5042514"/>
              <a:ext cx="28652" cy="39053"/>
            </a:xfrm>
            <a:custGeom>
              <a:avLst/>
              <a:gdLst/>
              <a:ahLst/>
              <a:cxnLst/>
              <a:rect l="0" t="0" r="0" b="0"/>
              <a:pathLst>
                <a:path w="28652" h="39053">
                  <a:moveTo>
                    <a:pt x="28652" y="0"/>
                  </a:moveTo>
                  <a:lnTo>
                    <a:pt x="0" y="3905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39" name="Input_receptor__1338">
              <a:extLst>
                <a:ext uri="{FF2B5EF4-FFF2-40B4-BE49-F238E27FC236}">
                  <a16:creationId xmlns:a16="http://schemas.microsoft.com/office/drawing/2014/main" id="{16C22F08-C8CC-F7AF-67E0-7769819E78CE}"/>
                </a:ext>
              </a:extLst>
            </p:cNvPr>
            <p:cNvSpPr>
              <a:spLocks noGrp="1"/>
            </p:cNvSpPr>
            <p:nvPr/>
          </p:nvSpPr>
          <p:spPr>
            <a:xfrm>
              <a:off x="989355" y="5012536"/>
              <a:ext cx="37518" cy="29978"/>
            </a:xfrm>
            <a:custGeom>
              <a:avLst/>
              <a:gdLst/>
              <a:ahLst/>
              <a:cxnLst/>
              <a:rect l="0" t="0" r="0" b="0"/>
              <a:pathLst>
                <a:path w="37518" h="29978">
                  <a:moveTo>
                    <a:pt x="0" y="0"/>
                  </a:moveTo>
                  <a:lnTo>
                    <a:pt x="37518" y="29978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0" name="Input_receptor__1339">
              <a:extLst>
                <a:ext uri="{FF2B5EF4-FFF2-40B4-BE49-F238E27FC236}">
                  <a16:creationId xmlns:a16="http://schemas.microsoft.com/office/drawing/2014/main" id="{3A334838-8828-9D7E-DA54-57EFA075A263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899595"/>
              <a:ext cx="38733" cy="24955"/>
            </a:xfrm>
            <a:custGeom>
              <a:avLst/>
              <a:gdLst/>
              <a:ahLst/>
              <a:cxnLst/>
              <a:rect l="0" t="0" r="0" b="0"/>
              <a:pathLst>
                <a:path w="38733" h="24955">
                  <a:moveTo>
                    <a:pt x="0" y="24955"/>
                  </a:moveTo>
                  <a:lnTo>
                    <a:pt x="387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1" name="Input_receptor__1340">
              <a:extLst>
                <a:ext uri="{FF2B5EF4-FFF2-40B4-BE49-F238E27FC236}">
                  <a16:creationId xmlns:a16="http://schemas.microsoft.com/office/drawing/2014/main" id="{E8D3466A-FEB0-7F86-C9E2-AC6768533391}"/>
                </a:ext>
              </a:extLst>
            </p:cNvPr>
            <p:cNvSpPr>
              <a:spLocks noGrp="1"/>
            </p:cNvSpPr>
            <p:nvPr/>
          </p:nvSpPr>
          <p:spPr>
            <a:xfrm>
              <a:off x="1158547" y="4586338"/>
              <a:ext cx="41970" cy="10677"/>
            </a:xfrm>
            <a:custGeom>
              <a:avLst/>
              <a:gdLst/>
              <a:ahLst/>
              <a:cxnLst/>
              <a:rect l="0" t="0" r="0" b="0"/>
              <a:pathLst>
                <a:path w="41970" h="10677">
                  <a:moveTo>
                    <a:pt x="41970" y="106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2" name="Input_receptor__1341">
              <a:extLst>
                <a:ext uri="{FF2B5EF4-FFF2-40B4-BE49-F238E27FC236}">
                  <a16:creationId xmlns:a16="http://schemas.microsoft.com/office/drawing/2014/main" id="{8E3F2FAE-577B-4058-294F-4771DFC66FC1}"/>
                </a:ext>
              </a:extLst>
            </p:cNvPr>
            <p:cNvSpPr>
              <a:spLocks noGrp="1"/>
            </p:cNvSpPr>
            <p:nvPr/>
          </p:nvSpPr>
          <p:spPr>
            <a:xfrm>
              <a:off x="1495241" y="4166201"/>
              <a:ext cx="40674" cy="25747"/>
            </a:xfrm>
            <a:custGeom>
              <a:avLst/>
              <a:gdLst/>
              <a:ahLst/>
              <a:cxnLst/>
              <a:rect l="0" t="0" r="0" b="0"/>
              <a:pathLst>
                <a:path w="40674" h="25747">
                  <a:moveTo>
                    <a:pt x="40674" y="0"/>
                  </a:moveTo>
                  <a:lnTo>
                    <a:pt x="0" y="25747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3" name="Input_receptor__1342">
              <a:extLst>
                <a:ext uri="{FF2B5EF4-FFF2-40B4-BE49-F238E27FC236}">
                  <a16:creationId xmlns:a16="http://schemas.microsoft.com/office/drawing/2014/main" id="{5866BD69-F75E-F3EE-1A30-067EA4476D20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03015"/>
              <a:ext cx="16868" cy="33372"/>
            </a:xfrm>
            <a:custGeom>
              <a:avLst/>
              <a:gdLst/>
              <a:ahLst/>
              <a:cxnLst/>
              <a:rect l="0" t="0" r="0" b="0"/>
              <a:pathLst>
                <a:path w="16868" h="33372">
                  <a:moveTo>
                    <a:pt x="16868" y="0"/>
                  </a:moveTo>
                  <a:lnTo>
                    <a:pt x="0" y="3337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4" name="Input_receptor__1343">
              <a:extLst>
                <a:ext uri="{FF2B5EF4-FFF2-40B4-BE49-F238E27FC236}">
                  <a16:creationId xmlns:a16="http://schemas.microsoft.com/office/drawing/2014/main" id="{692936A3-7EBA-72D1-D027-0A79E6F4734D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202975"/>
              <a:ext cx="42498" cy="7213"/>
            </a:xfrm>
            <a:custGeom>
              <a:avLst/>
              <a:gdLst/>
              <a:ahLst/>
              <a:cxnLst/>
              <a:rect l="0" t="0" r="0" b="0"/>
              <a:pathLst>
                <a:path w="42498" h="7213">
                  <a:moveTo>
                    <a:pt x="42498" y="72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5" name="Input_receptor__1344">
              <a:extLst>
                <a:ext uri="{FF2B5EF4-FFF2-40B4-BE49-F238E27FC236}">
                  <a16:creationId xmlns:a16="http://schemas.microsoft.com/office/drawing/2014/main" id="{0224243A-3468-8C3B-6D6C-F79C29D03965}"/>
                </a:ext>
              </a:extLst>
            </p:cNvPr>
            <p:cNvSpPr>
              <a:spLocks noGrp="1"/>
            </p:cNvSpPr>
            <p:nvPr/>
          </p:nvSpPr>
          <p:spPr>
            <a:xfrm>
              <a:off x="1521801" y="4362710"/>
              <a:ext cx="1765" cy="46987"/>
            </a:xfrm>
            <a:custGeom>
              <a:avLst/>
              <a:gdLst/>
              <a:ahLst/>
              <a:cxnLst/>
              <a:rect l="0" t="0" r="0" b="0"/>
              <a:pathLst>
                <a:path w="1765" h="46987">
                  <a:moveTo>
                    <a:pt x="0" y="46987"/>
                  </a:moveTo>
                  <a:lnTo>
                    <a:pt x="1765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6" name="Input_receptor__1345">
              <a:extLst>
                <a:ext uri="{FF2B5EF4-FFF2-40B4-BE49-F238E27FC236}">
                  <a16:creationId xmlns:a16="http://schemas.microsoft.com/office/drawing/2014/main" id="{463532E3-DCD8-12C6-B105-A4B27E6E6B4D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36387"/>
              <a:ext cx="95" cy="35015"/>
            </a:xfrm>
            <a:custGeom>
              <a:avLst/>
              <a:gdLst/>
              <a:ahLst/>
              <a:cxnLst/>
              <a:rect l="0" t="0" r="0" b="0"/>
              <a:pathLst>
                <a:path w="95" h="35015">
                  <a:moveTo>
                    <a:pt x="0" y="0"/>
                  </a:moveTo>
                  <a:lnTo>
                    <a:pt x="21" y="3501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7" name="Input_receptor__1346">
              <a:extLst>
                <a:ext uri="{FF2B5EF4-FFF2-40B4-BE49-F238E27FC236}">
                  <a16:creationId xmlns:a16="http://schemas.microsoft.com/office/drawing/2014/main" id="{51C05E91-F9B5-CEDF-AAED-BA9626AA0A80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22470"/>
              <a:ext cx="1124" cy="18659"/>
            </a:xfrm>
            <a:custGeom>
              <a:avLst/>
              <a:gdLst/>
              <a:ahLst/>
              <a:cxnLst/>
              <a:rect l="0" t="0" r="0" b="0"/>
              <a:pathLst>
                <a:path w="1124" h="18659">
                  <a:moveTo>
                    <a:pt x="0" y="18659"/>
                  </a:moveTo>
                  <a:lnTo>
                    <a:pt x="1124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8" name="Input_receptor__1347">
              <a:extLst>
                <a:ext uri="{FF2B5EF4-FFF2-40B4-BE49-F238E27FC236}">
                  <a16:creationId xmlns:a16="http://schemas.microsoft.com/office/drawing/2014/main" id="{550821EA-0C58-62CB-E79E-771A4FBDBAF2}"/>
                </a:ext>
              </a:extLst>
            </p:cNvPr>
            <p:cNvSpPr>
              <a:spLocks noGrp="1"/>
            </p:cNvSpPr>
            <p:nvPr/>
          </p:nvSpPr>
          <p:spPr>
            <a:xfrm>
              <a:off x="1041717" y="4648242"/>
              <a:ext cx="19487" cy="27012"/>
            </a:xfrm>
            <a:custGeom>
              <a:avLst/>
              <a:gdLst/>
              <a:ahLst/>
              <a:cxnLst/>
              <a:rect l="0" t="0" r="0" b="0"/>
              <a:pathLst>
                <a:path w="19487" h="27012">
                  <a:moveTo>
                    <a:pt x="19487" y="0"/>
                  </a:moveTo>
                  <a:lnTo>
                    <a:pt x="0" y="2701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9" name="Input_receptor__1348">
              <a:extLst>
                <a:ext uri="{FF2B5EF4-FFF2-40B4-BE49-F238E27FC236}">
                  <a16:creationId xmlns:a16="http://schemas.microsoft.com/office/drawing/2014/main" id="{23DC352B-783A-D76F-0A15-2CDAC5E0CA6C}"/>
                </a:ext>
              </a:extLst>
            </p:cNvPr>
            <p:cNvSpPr>
              <a:spLocks noGrp="1"/>
            </p:cNvSpPr>
            <p:nvPr/>
          </p:nvSpPr>
          <p:spPr>
            <a:xfrm>
              <a:off x="1096632" y="4247319"/>
              <a:ext cx="7053" cy="23791"/>
            </a:xfrm>
            <a:custGeom>
              <a:avLst/>
              <a:gdLst/>
              <a:ahLst/>
              <a:cxnLst/>
              <a:rect l="0" t="0" r="0" b="0"/>
              <a:pathLst>
                <a:path w="7053" h="23791">
                  <a:moveTo>
                    <a:pt x="0" y="23791"/>
                  </a:moveTo>
                  <a:lnTo>
                    <a:pt x="7053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0" name="Input_receptor__1349">
              <a:extLst>
                <a:ext uri="{FF2B5EF4-FFF2-40B4-BE49-F238E27FC236}">
                  <a16:creationId xmlns:a16="http://schemas.microsoft.com/office/drawing/2014/main" id="{269B902B-E62D-7B41-6FCC-3CEDD4B36330}"/>
                </a:ext>
              </a:extLst>
            </p:cNvPr>
            <p:cNvSpPr>
              <a:spLocks noGrp="1"/>
            </p:cNvSpPr>
            <p:nvPr/>
          </p:nvSpPr>
          <p:spPr>
            <a:xfrm>
              <a:off x="994937" y="4365064"/>
              <a:ext cx="35951" cy="2232"/>
            </a:xfrm>
            <a:custGeom>
              <a:avLst/>
              <a:gdLst/>
              <a:ahLst/>
              <a:cxnLst/>
              <a:rect l="0" t="0" r="0" b="0"/>
              <a:pathLst>
                <a:path w="35951" h="2232">
                  <a:moveTo>
                    <a:pt x="0" y="2232"/>
                  </a:moveTo>
                  <a:lnTo>
                    <a:pt x="3595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1" name="Input_receptor__1350">
              <a:extLst>
                <a:ext uri="{FF2B5EF4-FFF2-40B4-BE49-F238E27FC236}">
                  <a16:creationId xmlns:a16="http://schemas.microsoft.com/office/drawing/2014/main" id="{1283E791-3566-0147-6B7D-0879F8D519B1}"/>
                </a:ext>
              </a:extLst>
            </p:cNvPr>
            <p:cNvSpPr>
              <a:spLocks noGrp="1"/>
            </p:cNvSpPr>
            <p:nvPr/>
          </p:nvSpPr>
          <p:spPr>
            <a:xfrm>
              <a:off x="1411984" y="4059732"/>
              <a:ext cx="8206" cy="47532"/>
            </a:xfrm>
            <a:custGeom>
              <a:avLst/>
              <a:gdLst/>
              <a:ahLst/>
              <a:cxnLst/>
              <a:rect l="0" t="0" r="0" b="0"/>
              <a:pathLst>
                <a:path w="8206" h="47532">
                  <a:moveTo>
                    <a:pt x="0" y="47532"/>
                  </a:moveTo>
                  <a:lnTo>
                    <a:pt x="8206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2" name="Input_receptor__1351">
              <a:extLst>
                <a:ext uri="{FF2B5EF4-FFF2-40B4-BE49-F238E27FC236}">
                  <a16:creationId xmlns:a16="http://schemas.microsoft.com/office/drawing/2014/main" id="{E6A63588-D4B0-6041-64D5-86DF4C3AECD6}"/>
                </a:ext>
              </a:extLst>
            </p:cNvPr>
            <p:cNvSpPr>
              <a:spLocks noGrp="1"/>
            </p:cNvSpPr>
            <p:nvPr/>
          </p:nvSpPr>
          <p:spPr>
            <a:xfrm>
              <a:off x="1359505" y="4755238"/>
              <a:ext cx="46133" cy="2178"/>
            </a:xfrm>
            <a:custGeom>
              <a:avLst/>
              <a:gdLst/>
              <a:ahLst/>
              <a:cxnLst/>
              <a:rect l="0" t="0" r="0" b="0"/>
              <a:pathLst>
                <a:path w="46133" h="2178">
                  <a:moveTo>
                    <a:pt x="0" y="2178"/>
                  </a:moveTo>
                  <a:lnTo>
                    <a:pt x="461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3" name="Input_receptor__1352">
              <a:extLst>
                <a:ext uri="{FF2B5EF4-FFF2-40B4-BE49-F238E27FC236}">
                  <a16:creationId xmlns:a16="http://schemas.microsoft.com/office/drawing/2014/main" id="{6FF0C53B-7E19-1BD6-8D3F-413C8B17E837}"/>
                </a:ext>
              </a:extLst>
            </p:cNvPr>
            <p:cNvSpPr>
              <a:spLocks noGrp="1"/>
            </p:cNvSpPr>
            <p:nvPr/>
          </p:nvSpPr>
          <p:spPr>
            <a:xfrm>
              <a:off x="1333124" y="4386634"/>
              <a:ext cx="30404" cy="32749"/>
            </a:xfrm>
            <a:custGeom>
              <a:avLst/>
              <a:gdLst/>
              <a:ahLst/>
              <a:cxnLst/>
              <a:rect l="0" t="0" r="0" b="0"/>
              <a:pathLst>
                <a:path w="30404" h="32749">
                  <a:moveTo>
                    <a:pt x="30404" y="327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4" name="Input_receptor__1353">
              <a:extLst>
                <a:ext uri="{FF2B5EF4-FFF2-40B4-BE49-F238E27FC236}">
                  <a16:creationId xmlns:a16="http://schemas.microsoft.com/office/drawing/2014/main" id="{5646A6E6-CE35-9177-FB6E-C241F3A1D540}"/>
                </a:ext>
              </a:extLst>
            </p:cNvPr>
            <p:cNvSpPr>
              <a:spLocks noGrp="1"/>
            </p:cNvSpPr>
            <p:nvPr/>
          </p:nvSpPr>
          <p:spPr>
            <a:xfrm>
              <a:off x="1086566" y="4567700"/>
              <a:ext cx="5917" cy="48409"/>
            </a:xfrm>
            <a:custGeom>
              <a:avLst/>
              <a:gdLst/>
              <a:ahLst/>
              <a:cxnLst/>
              <a:rect l="0" t="0" r="0" b="0"/>
              <a:pathLst>
                <a:path w="5917" h="48409">
                  <a:moveTo>
                    <a:pt x="0" y="0"/>
                  </a:moveTo>
                  <a:lnTo>
                    <a:pt x="5917" y="48409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5" name="Input_receptor__1354">
              <a:extLst>
                <a:ext uri="{FF2B5EF4-FFF2-40B4-BE49-F238E27FC236}">
                  <a16:creationId xmlns:a16="http://schemas.microsoft.com/office/drawing/2014/main" id="{11CC102C-A9C5-5B44-E3D9-79492CA75C33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82904"/>
              <a:ext cx="11383" cy="10958"/>
            </a:xfrm>
            <a:custGeom>
              <a:avLst/>
              <a:gdLst/>
              <a:ahLst/>
              <a:cxnLst/>
              <a:rect l="0" t="0" r="0" b="0"/>
              <a:pathLst>
                <a:path w="11383" h="10958">
                  <a:moveTo>
                    <a:pt x="11383" y="0"/>
                  </a:moveTo>
                  <a:lnTo>
                    <a:pt x="0" y="10958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6" name="Input_receptor__1355">
              <a:extLst>
                <a:ext uri="{FF2B5EF4-FFF2-40B4-BE49-F238E27FC236}">
                  <a16:creationId xmlns:a16="http://schemas.microsoft.com/office/drawing/2014/main" id="{815C7D20-8E96-56A9-E5A5-8D67DA36617A}"/>
                </a:ext>
              </a:extLst>
            </p:cNvPr>
            <p:cNvSpPr>
              <a:spLocks noGrp="1"/>
            </p:cNvSpPr>
            <p:nvPr/>
          </p:nvSpPr>
          <p:spPr>
            <a:xfrm>
              <a:off x="1501142" y="5020929"/>
              <a:ext cx="14238" cy="27023"/>
            </a:xfrm>
            <a:custGeom>
              <a:avLst/>
              <a:gdLst/>
              <a:ahLst/>
              <a:cxnLst/>
              <a:rect l="0" t="0" r="0" b="0"/>
              <a:pathLst>
                <a:path w="14238" h="27023">
                  <a:moveTo>
                    <a:pt x="14238" y="0"/>
                  </a:moveTo>
                  <a:lnTo>
                    <a:pt x="0" y="2702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7" name="Input_receptor__1356">
              <a:extLst>
                <a:ext uri="{FF2B5EF4-FFF2-40B4-BE49-F238E27FC236}">
                  <a16:creationId xmlns:a16="http://schemas.microsoft.com/office/drawing/2014/main" id="{62B86729-1E08-20F8-A41D-12CE7810B795}"/>
                </a:ext>
              </a:extLst>
            </p:cNvPr>
            <p:cNvSpPr>
              <a:spLocks noGrp="1"/>
            </p:cNvSpPr>
            <p:nvPr/>
          </p:nvSpPr>
          <p:spPr>
            <a:xfrm>
              <a:off x="1119017" y="4908900"/>
              <a:ext cx="1070" cy="6024"/>
            </a:xfrm>
            <a:custGeom>
              <a:avLst/>
              <a:gdLst/>
              <a:ahLst/>
              <a:cxnLst/>
              <a:rect l="0" t="0" r="0" b="0"/>
              <a:pathLst>
                <a:path w="1070" h="6024">
                  <a:moveTo>
                    <a:pt x="1070" y="0"/>
                  </a:moveTo>
                  <a:lnTo>
                    <a:pt x="0" y="6024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8" name="Input_receptor__1357">
              <a:extLst>
                <a:ext uri="{FF2B5EF4-FFF2-40B4-BE49-F238E27FC236}">
                  <a16:creationId xmlns:a16="http://schemas.microsoft.com/office/drawing/2014/main" id="{0445C3E3-53AE-08D9-1A72-F01ED21437D3}"/>
                </a:ext>
              </a:extLst>
            </p:cNvPr>
            <p:cNvSpPr>
              <a:spLocks noGrp="1"/>
            </p:cNvSpPr>
            <p:nvPr/>
          </p:nvSpPr>
          <p:spPr>
            <a:xfrm>
              <a:off x="1339792" y="4096716"/>
              <a:ext cx="13391" cy="36633"/>
            </a:xfrm>
            <a:custGeom>
              <a:avLst/>
              <a:gdLst/>
              <a:ahLst/>
              <a:cxnLst/>
              <a:rect l="0" t="0" r="0" b="0"/>
              <a:pathLst>
                <a:path w="13391" h="36633">
                  <a:moveTo>
                    <a:pt x="0" y="36633"/>
                  </a:moveTo>
                  <a:lnTo>
                    <a:pt x="1339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9" name="Input_receptor__1358">
              <a:extLst>
                <a:ext uri="{FF2B5EF4-FFF2-40B4-BE49-F238E27FC236}">
                  <a16:creationId xmlns:a16="http://schemas.microsoft.com/office/drawing/2014/main" id="{E680EFC8-BDD9-7196-1585-1B09C9A1D55A}"/>
                </a:ext>
              </a:extLst>
            </p:cNvPr>
            <p:cNvSpPr>
              <a:spLocks noGrp="1"/>
            </p:cNvSpPr>
            <p:nvPr/>
          </p:nvSpPr>
          <p:spPr>
            <a:xfrm>
              <a:off x="818444" y="4586570"/>
              <a:ext cx="13735" cy="25585"/>
            </a:xfrm>
            <a:custGeom>
              <a:avLst/>
              <a:gdLst/>
              <a:ahLst/>
              <a:cxnLst/>
              <a:rect l="0" t="0" r="0" b="0"/>
              <a:pathLst>
                <a:path w="13735" h="25585">
                  <a:moveTo>
                    <a:pt x="13735" y="0"/>
                  </a:moveTo>
                  <a:lnTo>
                    <a:pt x="0" y="2558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0" name="Input_receptor__1359">
              <a:extLst>
                <a:ext uri="{FF2B5EF4-FFF2-40B4-BE49-F238E27FC236}">
                  <a16:creationId xmlns:a16="http://schemas.microsoft.com/office/drawing/2014/main" id="{F19FB1AE-252E-E981-6714-824B08EA832E}"/>
                </a:ext>
              </a:extLst>
            </p:cNvPr>
            <p:cNvSpPr>
              <a:spLocks noGrp="1"/>
            </p:cNvSpPr>
            <p:nvPr/>
          </p:nvSpPr>
          <p:spPr>
            <a:xfrm>
              <a:off x="1580710" y="4906392"/>
              <a:ext cx="6751" cy="41519"/>
            </a:xfrm>
            <a:custGeom>
              <a:avLst/>
              <a:gdLst/>
              <a:ahLst/>
              <a:cxnLst/>
              <a:rect l="0" t="0" r="0" b="0"/>
              <a:pathLst>
                <a:path w="6751" h="41519">
                  <a:moveTo>
                    <a:pt x="6751" y="415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1" name="Input_receptor__1360">
              <a:extLst>
                <a:ext uri="{FF2B5EF4-FFF2-40B4-BE49-F238E27FC236}">
                  <a16:creationId xmlns:a16="http://schemas.microsoft.com/office/drawing/2014/main" id="{A1CD61F8-2B0B-F469-62AD-D29B6BD99E2D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62189"/>
              <a:ext cx="41930" cy="20453"/>
            </a:xfrm>
            <a:custGeom>
              <a:avLst/>
              <a:gdLst/>
              <a:ahLst/>
              <a:cxnLst/>
              <a:rect l="0" t="0" r="0" b="0"/>
              <a:pathLst>
                <a:path w="41930" h="20453">
                  <a:moveTo>
                    <a:pt x="41930" y="204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2" name="Input_receptor__1361">
              <a:extLst>
                <a:ext uri="{FF2B5EF4-FFF2-40B4-BE49-F238E27FC236}">
                  <a16:creationId xmlns:a16="http://schemas.microsoft.com/office/drawing/2014/main" id="{58CE7B2E-52DE-BEF2-EFD7-E252E0A3B138}"/>
                </a:ext>
              </a:extLst>
            </p:cNvPr>
            <p:cNvSpPr>
              <a:spLocks noGrp="1"/>
            </p:cNvSpPr>
            <p:nvPr/>
          </p:nvSpPr>
          <p:spPr>
            <a:xfrm>
              <a:off x="940586" y="4679388"/>
              <a:ext cx="34279" cy="13564"/>
            </a:xfrm>
            <a:custGeom>
              <a:avLst/>
              <a:gdLst/>
              <a:ahLst/>
              <a:cxnLst/>
              <a:rect l="0" t="0" r="0" b="0"/>
              <a:pathLst>
                <a:path w="34279" h="13564">
                  <a:moveTo>
                    <a:pt x="0" y="13564"/>
                  </a:moveTo>
                  <a:lnTo>
                    <a:pt x="34279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3" name="Input_receptor__1362">
              <a:extLst>
                <a:ext uri="{FF2B5EF4-FFF2-40B4-BE49-F238E27FC236}">
                  <a16:creationId xmlns:a16="http://schemas.microsoft.com/office/drawing/2014/main" id="{C62113C8-D956-7D92-CF6B-43B83131205B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65682"/>
              <a:ext cx="14640" cy="4735"/>
            </a:xfrm>
            <a:custGeom>
              <a:avLst/>
              <a:gdLst/>
              <a:ahLst/>
              <a:cxnLst/>
              <a:rect l="0" t="0" r="0" b="0"/>
              <a:pathLst>
                <a:path w="14640" h="4735">
                  <a:moveTo>
                    <a:pt x="0" y="0"/>
                  </a:moveTo>
                  <a:lnTo>
                    <a:pt x="14640" y="473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4" name="Input_receptor__1363">
              <a:extLst>
                <a:ext uri="{FF2B5EF4-FFF2-40B4-BE49-F238E27FC236}">
                  <a16:creationId xmlns:a16="http://schemas.microsoft.com/office/drawing/2014/main" id="{DE5A8BA5-6793-B482-2876-7D59FDD41071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33349"/>
              <a:ext cx="37693" cy="21111"/>
            </a:xfrm>
            <a:custGeom>
              <a:avLst/>
              <a:gdLst/>
              <a:ahLst/>
              <a:cxnLst/>
              <a:rect l="0" t="0" r="0" b="0"/>
              <a:pathLst>
                <a:path w="37693" h="21111">
                  <a:moveTo>
                    <a:pt x="0" y="21111"/>
                  </a:moveTo>
                  <a:lnTo>
                    <a:pt x="3769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5" name="Input_receptor__1364">
              <a:extLst>
                <a:ext uri="{FF2B5EF4-FFF2-40B4-BE49-F238E27FC236}">
                  <a16:creationId xmlns:a16="http://schemas.microsoft.com/office/drawing/2014/main" id="{E83501EF-1C3A-1CEE-4D0B-07A12749C845}"/>
                </a:ext>
              </a:extLst>
            </p:cNvPr>
            <p:cNvSpPr>
              <a:spLocks noGrp="1"/>
            </p:cNvSpPr>
            <p:nvPr/>
          </p:nvSpPr>
          <p:spPr>
            <a:xfrm>
              <a:off x="1293426" y="4432488"/>
              <a:ext cx="13048" cy="10014"/>
            </a:xfrm>
            <a:custGeom>
              <a:avLst/>
              <a:gdLst/>
              <a:ahLst/>
              <a:cxnLst/>
              <a:rect l="0" t="0" r="0" b="0"/>
              <a:pathLst>
                <a:path w="13048" h="10014">
                  <a:moveTo>
                    <a:pt x="13048" y="1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6" name="Input_receptor__1365">
              <a:extLst>
                <a:ext uri="{FF2B5EF4-FFF2-40B4-BE49-F238E27FC236}">
                  <a16:creationId xmlns:a16="http://schemas.microsoft.com/office/drawing/2014/main" id="{80A80735-C2E8-2FB9-1E3E-FF1647CED58D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24534"/>
              <a:ext cx="4600" cy="43774"/>
            </a:xfrm>
            <a:custGeom>
              <a:avLst/>
              <a:gdLst/>
              <a:ahLst/>
              <a:cxnLst/>
              <a:rect l="0" t="0" r="0" b="0"/>
              <a:pathLst>
                <a:path w="4600" h="43774">
                  <a:moveTo>
                    <a:pt x="4600" y="43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7" name="Input_receptor__1366">
              <a:extLst>
                <a:ext uri="{FF2B5EF4-FFF2-40B4-BE49-F238E27FC236}">
                  <a16:creationId xmlns:a16="http://schemas.microsoft.com/office/drawing/2014/main" id="{EF582395-D726-632E-B83E-1772180E8364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3380"/>
              <a:ext cx="7325" cy="5536"/>
            </a:xfrm>
            <a:custGeom>
              <a:avLst/>
              <a:gdLst/>
              <a:ahLst/>
              <a:cxnLst/>
              <a:rect l="0" t="0" r="0" b="0"/>
              <a:pathLst>
                <a:path w="7325" h="5536">
                  <a:moveTo>
                    <a:pt x="7325" y="0"/>
                  </a:moveTo>
                  <a:lnTo>
                    <a:pt x="0" y="5536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8" name="Input_receptor__1367">
              <a:extLst>
                <a:ext uri="{FF2B5EF4-FFF2-40B4-BE49-F238E27FC236}">
                  <a16:creationId xmlns:a16="http://schemas.microsoft.com/office/drawing/2014/main" id="{F4F8765C-5CED-5839-864A-9CEE3566C9FA}"/>
                </a:ext>
              </a:extLst>
            </p:cNvPr>
            <p:cNvSpPr>
              <a:spLocks noGrp="1"/>
            </p:cNvSpPr>
            <p:nvPr/>
          </p:nvSpPr>
          <p:spPr>
            <a:xfrm>
              <a:off x="747604" y="4638989"/>
              <a:ext cx="28043" cy="1963"/>
            </a:xfrm>
            <a:custGeom>
              <a:avLst/>
              <a:gdLst/>
              <a:ahLst/>
              <a:cxnLst/>
              <a:rect l="0" t="0" r="0" b="0"/>
              <a:pathLst>
                <a:path w="28043" h="1963">
                  <a:moveTo>
                    <a:pt x="28043" y="1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69" name="Input_receptor__1368">
              <a:extLst>
                <a:ext uri="{FF2B5EF4-FFF2-40B4-BE49-F238E27FC236}">
                  <a16:creationId xmlns:a16="http://schemas.microsoft.com/office/drawing/2014/main" id="{E411BE94-0BCD-D936-A623-4D0582D6C80F}"/>
                </a:ext>
              </a:extLst>
            </p:cNvPr>
            <p:cNvSpPr>
              <a:spLocks noGrp="1"/>
            </p:cNvSpPr>
            <p:nvPr/>
          </p:nvSpPr>
          <p:spPr>
            <a:xfrm>
              <a:off x="1139087" y="4967775"/>
              <a:ext cx="4624" cy="7146"/>
            </a:xfrm>
            <a:custGeom>
              <a:avLst/>
              <a:gdLst/>
              <a:ahLst/>
              <a:cxnLst/>
              <a:rect l="0" t="0" r="0" b="0"/>
              <a:pathLst>
                <a:path w="4624" h="7146">
                  <a:moveTo>
                    <a:pt x="0" y="0"/>
                  </a:moveTo>
                  <a:lnTo>
                    <a:pt x="4624" y="7146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0" name="Input_receptor__1369">
              <a:extLst>
                <a:ext uri="{FF2B5EF4-FFF2-40B4-BE49-F238E27FC236}">
                  <a16:creationId xmlns:a16="http://schemas.microsoft.com/office/drawing/2014/main" id="{0DC6AD36-D244-70EA-CEB0-C14A788CB380}"/>
                </a:ext>
              </a:extLst>
            </p:cNvPr>
            <p:cNvSpPr>
              <a:spLocks noGrp="1"/>
            </p:cNvSpPr>
            <p:nvPr/>
          </p:nvSpPr>
          <p:spPr>
            <a:xfrm>
              <a:off x="1353182" y="4069448"/>
              <a:ext cx="9213" cy="27267"/>
            </a:xfrm>
            <a:custGeom>
              <a:avLst/>
              <a:gdLst/>
              <a:ahLst/>
              <a:cxnLst/>
              <a:rect l="0" t="0" r="0" b="0"/>
              <a:pathLst>
                <a:path w="9213" h="27267">
                  <a:moveTo>
                    <a:pt x="0" y="27267"/>
                  </a:moveTo>
                  <a:lnTo>
                    <a:pt x="921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1" name="Input_receptor__1370">
              <a:extLst>
                <a:ext uri="{FF2B5EF4-FFF2-40B4-BE49-F238E27FC236}">
                  <a16:creationId xmlns:a16="http://schemas.microsoft.com/office/drawing/2014/main" id="{1C980CC5-F190-CE20-8329-7D2847957C81}"/>
                </a:ext>
              </a:extLst>
            </p:cNvPr>
            <p:cNvSpPr>
              <a:spLocks noGrp="1"/>
            </p:cNvSpPr>
            <p:nvPr/>
          </p:nvSpPr>
          <p:spPr>
            <a:xfrm>
              <a:off x="1030888" y="4337409"/>
              <a:ext cx="36015" cy="27654"/>
            </a:xfrm>
            <a:custGeom>
              <a:avLst/>
              <a:gdLst/>
              <a:ahLst/>
              <a:cxnLst/>
              <a:rect l="0" t="0" r="0" b="0"/>
              <a:pathLst>
                <a:path w="36015" h="27654">
                  <a:moveTo>
                    <a:pt x="0" y="27654"/>
                  </a:moveTo>
                  <a:lnTo>
                    <a:pt x="36015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2" name="Input_receptor__1371">
              <a:extLst>
                <a:ext uri="{FF2B5EF4-FFF2-40B4-BE49-F238E27FC236}">
                  <a16:creationId xmlns:a16="http://schemas.microsoft.com/office/drawing/2014/main" id="{720D34A3-F8D9-A171-1B54-D403EA490B2E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06053"/>
              <a:ext cx="37227" cy="18481"/>
            </a:xfrm>
            <a:custGeom>
              <a:avLst/>
              <a:gdLst/>
              <a:ahLst/>
              <a:cxnLst/>
              <a:rect l="0" t="0" r="0" b="0"/>
              <a:pathLst>
                <a:path w="37227" h="18481">
                  <a:moveTo>
                    <a:pt x="0" y="18481"/>
                  </a:moveTo>
                  <a:lnTo>
                    <a:pt x="37227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3" name="Input_receptor__1372">
              <a:extLst>
                <a:ext uri="{FF2B5EF4-FFF2-40B4-BE49-F238E27FC236}">
                  <a16:creationId xmlns:a16="http://schemas.microsoft.com/office/drawing/2014/main" id="{CBCF85B4-B308-0AC8-47C0-9F203C31C594}"/>
                </a:ext>
              </a:extLst>
            </p:cNvPr>
            <p:cNvSpPr>
              <a:spLocks noGrp="1"/>
            </p:cNvSpPr>
            <p:nvPr/>
          </p:nvSpPr>
          <p:spPr>
            <a:xfrm>
              <a:off x="1175078" y="4428062"/>
              <a:ext cx="14245" cy="45318"/>
            </a:xfrm>
            <a:custGeom>
              <a:avLst/>
              <a:gdLst/>
              <a:ahLst/>
              <a:cxnLst/>
              <a:rect l="0" t="0" r="0" b="0"/>
              <a:pathLst>
                <a:path w="14245" h="45318">
                  <a:moveTo>
                    <a:pt x="14245" y="0"/>
                  </a:moveTo>
                  <a:lnTo>
                    <a:pt x="0" y="45318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4" name="Input_receptor__1373">
              <a:extLst>
                <a:ext uri="{FF2B5EF4-FFF2-40B4-BE49-F238E27FC236}">
                  <a16:creationId xmlns:a16="http://schemas.microsoft.com/office/drawing/2014/main" id="{5D60732B-6D60-50DD-3092-B7B9AD627C4A}"/>
                </a:ext>
              </a:extLst>
            </p:cNvPr>
            <p:cNvSpPr>
              <a:spLocks noGrp="1"/>
            </p:cNvSpPr>
            <p:nvPr/>
          </p:nvSpPr>
          <p:spPr>
            <a:xfrm>
              <a:off x="1523566" y="4353795"/>
              <a:ext cx="35273" cy="8915"/>
            </a:xfrm>
            <a:custGeom>
              <a:avLst/>
              <a:gdLst/>
              <a:ahLst/>
              <a:cxnLst/>
              <a:rect l="0" t="0" r="0" b="0"/>
              <a:pathLst>
                <a:path w="35273" h="8915">
                  <a:moveTo>
                    <a:pt x="0" y="8915"/>
                  </a:moveTo>
                  <a:lnTo>
                    <a:pt x="3527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5" name="Input_receptor__1374">
              <a:extLst>
                <a:ext uri="{FF2B5EF4-FFF2-40B4-BE49-F238E27FC236}">
                  <a16:creationId xmlns:a16="http://schemas.microsoft.com/office/drawing/2014/main" id="{FCFAAB73-9357-F9C2-BC34-D4254D757DAB}"/>
                </a:ext>
              </a:extLst>
            </p:cNvPr>
            <p:cNvSpPr>
              <a:spLocks noGrp="1"/>
            </p:cNvSpPr>
            <p:nvPr/>
          </p:nvSpPr>
          <p:spPr>
            <a:xfrm>
              <a:off x="787432" y="4427465"/>
              <a:ext cx="47275" cy="1547"/>
            </a:xfrm>
            <a:custGeom>
              <a:avLst/>
              <a:gdLst/>
              <a:ahLst/>
              <a:cxnLst/>
              <a:rect l="0" t="0" r="0" b="0"/>
              <a:pathLst>
                <a:path w="47275" h="1547">
                  <a:moveTo>
                    <a:pt x="47275" y="0"/>
                  </a:moveTo>
                  <a:lnTo>
                    <a:pt x="0" y="1547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6" name="Input_receptor__1375">
              <a:extLst>
                <a:ext uri="{FF2B5EF4-FFF2-40B4-BE49-F238E27FC236}">
                  <a16:creationId xmlns:a16="http://schemas.microsoft.com/office/drawing/2014/main" id="{2B3C22E7-3675-3EFC-3606-599E1D8A7BF6}"/>
                </a:ext>
              </a:extLst>
            </p:cNvPr>
            <p:cNvSpPr>
              <a:spLocks noGrp="1"/>
            </p:cNvSpPr>
            <p:nvPr/>
          </p:nvSpPr>
          <p:spPr>
            <a:xfrm>
              <a:off x="1482402" y="4036090"/>
              <a:ext cx="5514" cy="38363"/>
            </a:xfrm>
            <a:custGeom>
              <a:avLst/>
              <a:gdLst/>
              <a:ahLst/>
              <a:cxnLst/>
              <a:rect l="0" t="0" r="0" b="0"/>
              <a:pathLst>
                <a:path w="5514" h="38363">
                  <a:moveTo>
                    <a:pt x="0" y="38363"/>
                  </a:moveTo>
                  <a:lnTo>
                    <a:pt x="5514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7" name="Input_receptor__1376">
              <a:extLst>
                <a:ext uri="{FF2B5EF4-FFF2-40B4-BE49-F238E27FC236}">
                  <a16:creationId xmlns:a16="http://schemas.microsoft.com/office/drawing/2014/main" id="{2E09CF79-9A1F-DA18-FD4C-A84294D902A1}"/>
                </a:ext>
              </a:extLst>
            </p:cNvPr>
            <p:cNvSpPr>
              <a:spLocks noGrp="1"/>
            </p:cNvSpPr>
            <p:nvPr/>
          </p:nvSpPr>
          <p:spPr>
            <a:xfrm>
              <a:off x="834707" y="4427465"/>
              <a:ext cx="30896" cy="36158"/>
            </a:xfrm>
            <a:custGeom>
              <a:avLst/>
              <a:gdLst/>
              <a:ahLst/>
              <a:cxnLst/>
              <a:rect l="0" t="0" r="0" b="0"/>
              <a:pathLst>
                <a:path w="30896" h="36158">
                  <a:moveTo>
                    <a:pt x="30896" y="361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8" name="Input_receptor__1377">
              <a:extLst>
                <a:ext uri="{FF2B5EF4-FFF2-40B4-BE49-F238E27FC236}">
                  <a16:creationId xmlns:a16="http://schemas.microsoft.com/office/drawing/2014/main" id="{C14765E3-7D48-F1D5-616F-E284FD017108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126991"/>
              <a:ext cx="4500" cy="39210"/>
            </a:xfrm>
            <a:custGeom>
              <a:avLst/>
              <a:gdLst/>
              <a:ahLst/>
              <a:cxnLst/>
              <a:rect l="0" t="0" r="0" b="0"/>
              <a:pathLst>
                <a:path w="4500" h="39210">
                  <a:moveTo>
                    <a:pt x="0" y="0"/>
                  </a:moveTo>
                  <a:lnTo>
                    <a:pt x="4500" y="3921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9" name="Input_receptor__1378">
              <a:extLst>
                <a:ext uri="{FF2B5EF4-FFF2-40B4-BE49-F238E27FC236}">
                  <a16:creationId xmlns:a16="http://schemas.microsoft.com/office/drawing/2014/main" id="{E51DF93A-F3AF-340F-F6C8-05E7C922AFE4}"/>
                </a:ext>
              </a:extLst>
            </p:cNvPr>
            <p:cNvSpPr>
              <a:spLocks noGrp="1"/>
            </p:cNvSpPr>
            <p:nvPr/>
          </p:nvSpPr>
          <p:spPr>
            <a:xfrm>
              <a:off x="1349350" y="4548457"/>
              <a:ext cx="38265" cy="6349"/>
            </a:xfrm>
            <a:custGeom>
              <a:avLst/>
              <a:gdLst/>
              <a:ahLst/>
              <a:cxnLst/>
              <a:rect l="0" t="0" r="0" b="0"/>
              <a:pathLst>
                <a:path w="38265" h="6349">
                  <a:moveTo>
                    <a:pt x="0" y="0"/>
                  </a:moveTo>
                  <a:lnTo>
                    <a:pt x="38265" y="6349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0" name="Input_receptor__1379">
              <a:extLst>
                <a:ext uri="{FF2B5EF4-FFF2-40B4-BE49-F238E27FC236}">
                  <a16:creationId xmlns:a16="http://schemas.microsoft.com/office/drawing/2014/main" id="{C7C4BA61-43B3-72EE-2243-27CC9885098D}"/>
                </a:ext>
              </a:extLst>
            </p:cNvPr>
            <p:cNvSpPr>
              <a:spLocks noGrp="1"/>
            </p:cNvSpPr>
            <p:nvPr/>
          </p:nvSpPr>
          <p:spPr>
            <a:xfrm>
              <a:off x="1446776" y="4474468"/>
              <a:ext cx="2300" cy="39291"/>
            </a:xfrm>
            <a:custGeom>
              <a:avLst/>
              <a:gdLst/>
              <a:ahLst/>
              <a:cxnLst/>
              <a:rect l="0" t="0" r="0" b="0"/>
              <a:pathLst>
                <a:path w="2300" h="39291">
                  <a:moveTo>
                    <a:pt x="2300" y="0"/>
                  </a:moveTo>
                  <a:lnTo>
                    <a:pt x="0" y="39291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1" name="Input_receptor__1380">
              <a:extLst>
                <a:ext uri="{FF2B5EF4-FFF2-40B4-BE49-F238E27FC236}">
                  <a16:creationId xmlns:a16="http://schemas.microsoft.com/office/drawing/2014/main" id="{9D725F61-188C-C930-0F00-5C7B9F3B54D9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10188"/>
              <a:ext cx="367" cy="47707"/>
            </a:xfrm>
            <a:custGeom>
              <a:avLst/>
              <a:gdLst/>
              <a:ahLst/>
              <a:cxnLst/>
              <a:rect l="0" t="0" r="0" b="0"/>
              <a:pathLst>
                <a:path w="367" h="47707">
                  <a:moveTo>
                    <a:pt x="0" y="47707"/>
                  </a:moveTo>
                  <a:lnTo>
                    <a:pt x="367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2" name="Input_receptor__1381">
              <a:extLst>
                <a:ext uri="{FF2B5EF4-FFF2-40B4-BE49-F238E27FC236}">
                  <a16:creationId xmlns:a16="http://schemas.microsoft.com/office/drawing/2014/main" id="{5945C4DA-A366-7B78-4F95-1165178F6845}"/>
                </a:ext>
              </a:extLst>
            </p:cNvPr>
            <p:cNvSpPr>
              <a:spLocks noGrp="1"/>
            </p:cNvSpPr>
            <p:nvPr/>
          </p:nvSpPr>
          <p:spPr>
            <a:xfrm>
              <a:off x="1177784" y="4999326"/>
              <a:ext cx="34134" cy="28119"/>
            </a:xfrm>
            <a:custGeom>
              <a:avLst/>
              <a:gdLst/>
              <a:ahLst/>
              <a:cxnLst/>
              <a:rect l="0" t="0" r="0" b="0"/>
              <a:pathLst>
                <a:path w="34134" h="28119">
                  <a:moveTo>
                    <a:pt x="0" y="28119"/>
                  </a:moveTo>
                  <a:lnTo>
                    <a:pt x="34134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3" name="Input_receptor__1382">
              <a:extLst>
                <a:ext uri="{FF2B5EF4-FFF2-40B4-BE49-F238E27FC236}">
                  <a16:creationId xmlns:a16="http://schemas.microsoft.com/office/drawing/2014/main" id="{2E34A878-C95F-E26A-4557-F5B8DD28330A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2536"/>
              <a:ext cx="20543" cy="23676"/>
            </a:xfrm>
            <a:custGeom>
              <a:avLst/>
              <a:gdLst/>
              <a:ahLst/>
              <a:cxnLst/>
              <a:rect l="0" t="0" r="0" b="0"/>
              <a:pathLst>
                <a:path w="20543" h="23676">
                  <a:moveTo>
                    <a:pt x="0" y="23676"/>
                  </a:moveTo>
                  <a:lnTo>
                    <a:pt x="20543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4" name="Input_receptor__1383">
              <a:extLst>
                <a:ext uri="{FF2B5EF4-FFF2-40B4-BE49-F238E27FC236}">
                  <a16:creationId xmlns:a16="http://schemas.microsoft.com/office/drawing/2014/main" id="{92EF81BD-799A-4453-03B7-8DC5169BAAB0}"/>
                </a:ext>
              </a:extLst>
            </p:cNvPr>
            <p:cNvSpPr>
              <a:spLocks noGrp="1"/>
            </p:cNvSpPr>
            <p:nvPr/>
          </p:nvSpPr>
          <p:spPr>
            <a:xfrm>
              <a:off x="1011715" y="4675254"/>
              <a:ext cx="30003" cy="37278"/>
            </a:xfrm>
            <a:custGeom>
              <a:avLst/>
              <a:gdLst/>
              <a:ahLst/>
              <a:cxnLst/>
              <a:rect l="0" t="0" r="0" b="0"/>
              <a:pathLst>
                <a:path w="30003" h="37278">
                  <a:moveTo>
                    <a:pt x="30003" y="0"/>
                  </a:moveTo>
                  <a:lnTo>
                    <a:pt x="0" y="3727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5" name="Input_receptor__1384">
              <a:extLst>
                <a:ext uri="{FF2B5EF4-FFF2-40B4-BE49-F238E27FC236}">
                  <a16:creationId xmlns:a16="http://schemas.microsoft.com/office/drawing/2014/main" id="{F6437427-BD87-F8F2-8092-7D152E4A9B81}"/>
                </a:ext>
              </a:extLst>
            </p:cNvPr>
            <p:cNvSpPr>
              <a:spLocks noGrp="1"/>
            </p:cNvSpPr>
            <p:nvPr/>
          </p:nvSpPr>
          <p:spPr>
            <a:xfrm>
              <a:off x="1558839" y="4353795"/>
              <a:ext cx="25265" cy="34128"/>
            </a:xfrm>
            <a:custGeom>
              <a:avLst/>
              <a:gdLst/>
              <a:ahLst/>
              <a:cxnLst/>
              <a:rect l="0" t="0" r="0" b="0"/>
              <a:pathLst>
                <a:path w="25265" h="34128">
                  <a:moveTo>
                    <a:pt x="0" y="0"/>
                  </a:moveTo>
                  <a:lnTo>
                    <a:pt x="25265" y="3412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6" name="Input_receptor__1385">
              <a:extLst>
                <a:ext uri="{FF2B5EF4-FFF2-40B4-BE49-F238E27FC236}">
                  <a16:creationId xmlns:a16="http://schemas.microsoft.com/office/drawing/2014/main" id="{1BB4F18B-B637-52B8-DBC9-0E14B55E4248}"/>
                </a:ext>
              </a:extLst>
            </p:cNvPr>
            <p:cNvSpPr>
              <a:spLocks noGrp="1"/>
            </p:cNvSpPr>
            <p:nvPr/>
          </p:nvSpPr>
          <p:spPr>
            <a:xfrm>
              <a:off x="1066903" y="4337409"/>
              <a:ext cx="38539" cy="3603"/>
            </a:xfrm>
            <a:custGeom>
              <a:avLst/>
              <a:gdLst/>
              <a:ahLst/>
              <a:cxnLst/>
              <a:rect l="0" t="0" r="0" b="0"/>
              <a:pathLst>
                <a:path w="38539" h="3603">
                  <a:moveTo>
                    <a:pt x="0" y="0"/>
                  </a:moveTo>
                  <a:lnTo>
                    <a:pt x="38539" y="3603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7" name="Input_receptor__1386">
              <a:extLst>
                <a:ext uri="{FF2B5EF4-FFF2-40B4-BE49-F238E27FC236}">
                  <a16:creationId xmlns:a16="http://schemas.microsoft.com/office/drawing/2014/main" id="{1885352A-5EAE-E168-EA08-42447981D34A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4338" cy="23246"/>
            </a:xfrm>
            <a:custGeom>
              <a:avLst/>
              <a:gdLst/>
              <a:ahLst/>
              <a:cxnLst/>
              <a:rect l="0" t="0" r="0" b="0"/>
              <a:pathLst>
                <a:path w="34338" h="23246">
                  <a:moveTo>
                    <a:pt x="34338" y="23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8" name="Input_receptor__1387">
              <a:extLst>
                <a:ext uri="{FF2B5EF4-FFF2-40B4-BE49-F238E27FC236}">
                  <a16:creationId xmlns:a16="http://schemas.microsoft.com/office/drawing/2014/main" id="{3A1EBA2D-02D9-98F5-B2F4-74F6B905025A}"/>
                </a:ext>
              </a:extLst>
            </p:cNvPr>
            <p:cNvSpPr>
              <a:spLocks noGrp="1"/>
            </p:cNvSpPr>
            <p:nvPr/>
          </p:nvSpPr>
          <p:spPr>
            <a:xfrm>
              <a:off x="1466168" y="4074453"/>
              <a:ext cx="16234" cy="25028"/>
            </a:xfrm>
            <a:custGeom>
              <a:avLst/>
              <a:gdLst/>
              <a:ahLst/>
              <a:cxnLst/>
              <a:rect l="0" t="0" r="0" b="0"/>
              <a:pathLst>
                <a:path w="16234" h="25028">
                  <a:moveTo>
                    <a:pt x="0" y="25028"/>
                  </a:moveTo>
                  <a:lnTo>
                    <a:pt x="16234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9" name="Input_receptor__1388">
              <a:extLst>
                <a:ext uri="{FF2B5EF4-FFF2-40B4-BE49-F238E27FC236}">
                  <a16:creationId xmlns:a16="http://schemas.microsoft.com/office/drawing/2014/main" id="{D848715D-F31A-17CD-A721-F10BE370F0D4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14279" cy="37446"/>
            </a:xfrm>
            <a:custGeom>
              <a:avLst/>
              <a:gdLst/>
              <a:ahLst/>
              <a:cxnLst/>
              <a:rect l="0" t="0" r="0" b="0"/>
              <a:pathLst>
                <a:path w="14279" h="37446">
                  <a:moveTo>
                    <a:pt x="0" y="0"/>
                  </a:moveTo>
                  <a:lnTo>
                    <a:pt x="14279" y="37446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0" name="Input_receptor__1389">
              <a:extLst>
                <a:ext uri="{FF2B5EF4-FFF2-40B4-BE49-F238E27FC236}">
                  <a16:creationId xmlns:a16="http://schemas.microsoft.com/office/drawing/2014/main" id="{91568E83-2DD8-0870-CA38-7692E6EC5C51}"/>
                </a:ext>
              </a:extLst>
            </p:cNvPr>
            <p:cNvSpPr>
              <a:spLocks noGrp="1"/>
            </p:cNvSpPr>
            <p:nvPr/>
          </p:nvSpPr>
          <p:spPr>
            <a:xfrm>
              <a:off x="1210574" y="4829149"/>
              <a:ext cx="10828" cy="18125"/>
            </a:xfrm>
            <a:custGeom>
              <a:avLst/>
              <a:gdLst/>
              <a:ahLst/>
              <a:cxnLst/>
              <a:rect l="0" t="0" r="0" b="0"/>
              <a:pathLst>
                <a:path w="10828" h="18125">
                  <a:moveTo>
                    <a:pt x="10828" y="0"/>
                  </a:moveTo>
                  <a:lnTo>
                    <a:pt x="0" y="18125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1" name="Input_receptor__1390">
              <a:extLst>
                <a:ext uri="{FF2B5EF4-FFF2-40B4-BE49-F238E27FC236}">
                  <a16:creationId xmlns:a16="http://schemas.microsoft.com/office/drawing/2014/main" id="{037AC99F-A3DC-FC8B-F8E1-2021863D7C48}"/>
                </a:ext>
              </a:extLst>
            </p:cNvPr>
            <p:cNvSpPr>
              <a:spLocks noGrp="1"/>
            </p:cNvSpPr>
            <p:nvPr/>
          </p:nvSpPr>
          <p:spPr>
            <a:xfrm>
              <a:off x="1130464" y="4706053"/>
              <a:ext cx="25969" cy="40059"/>
            </a:xfrm>
            <a:custGeom>
              <a:avLst/>
              <a:gdLst/>
              <a:ahLst/>
              <a:cxnLst/>
              <a:rect l="0" t="0" r="0" b="0"/>
              <a:pathLst>
                <a:path w="25969" h="40059">
                  <a:moveTo>
                    <a:pt x="0" y="0"/>
                  </a:moveTo>
                  <a:lnTo>
                    <a:pt x="25969" y="4005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2" name="Input_receptor__1391">
              <a:extLst>
                <a:ext uri="{FF2B5EF4-FFF2-40B4-BE49-F238E27FC236}">
                  <a16:creationId xmlns:a16="http://schemas.microsoft.com/office/drawing/2014/main" id="{8AA425DB-0FF4-0192-BFDE-6A710D9CD4D5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16390" cy="33182"/>
            </a:xfrm>
            <a:custGeom>
              <a:avLst/>
              <a:gdLst/>
              <a:ahLst/>
              <a:cxnLst/>
              <a:rect l="0" t="0" r="0" b="0"/>
              <a:pathLst>
                <a:path w="16390" h="33182">
                  <a:moveTo>
                    <a:pt x="16390" y="331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3" name="Input_receptor__1392">
              <a:extLst>
                <a:ext uri="{FF2B5EF4-FFF2-40B4-BE49-F238E27FC236}">
                  <a16:creationId xmlns:a16="http://schemas.microsoft.com/office/drawing/2014/main" id="{97E879FF-8955-4B4C-2AB9-4891F94134B9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837406"/>
              <a:ext cx="8253" cy="9404"/>
            </a:xfrm>
            <a:custGeom>
              <a:avLst/>
              <a:gdLst/>
              <a:ahLst/>
              <a:cxnLst/>
              <a:rect l="0" t="0" r="0" b="0"/>
              <a:pathLst>
                <a:path w="8253" h="9404">
                  <a:moveTo>
                    <a:pt x="0" y="0"/>
                  </a:moveTo>
                  <a:lnTo>
                    <a:pt x="8253" y="940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4" name="Input_receptor__1393">
              <a:extLst>
                <a:ext uri="{FF2B5EF4-FFF2-40B4-BE49-F238E27FC236}">
                  <a16:creationId xmlns:a16="http://schemas.microsoft.com/office/drawing/2014/main" id="{AFA40F04-E6D4-D927-DCD4-B9C6CF8C815E}"/>
                </a:ext>
              </a:extLst>
            </p:cNvPr>
            <p:cNvSpPr>
              <a:spLocks noGrp="1"/>
            </p:cNvSpPr>
            <p:nvPr/>
          </p:nvSpPr>
          <p:spPr>
            <a:xfrm>
              <a:off x="1597003" y="4319967"/>
              <a:ext cx="29825" cy="20064"/>
            </a:xfrm>
            <a:custGeom>
              <a:avLst/>
              <a:gdLst/>
              <a:ahLst/>
              <a:cxnLst/>
              <a:rect l="0" t="0" r="0" b="0"/>
              <a:pathLst>
                <a:path w="29825" h="20064">
                  <a:moveTo>
                    <a:pt x="0" y="0"/>
                  </a:moveTo>
                  <a:lnTo>
                    <a:pt x="29825" y="2006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5" name="Input_receptor__1394">
              <a:extLst>
                <a:ext uri="{FF2B5EF4-FFF2-40B4-BE49-F238E27FC236}">
                  <a16:creationId xmlns:a16="http://schemas.microsoft.com/office/drawing/2014/main" id="{A3AB79E6-C11B-F564-0A84-16BDBDA8137A}"/>
                </a:ext>
              </a:extLst>
            </p:cNvPr>
            <p:cNvSpPr>
              <a:spLocks noGrp="1"/>
            </p:cNvSpPr>
            <p:nvPr/>
          </p:nvSpPr>
          <p:spPr>
            <a:xfrm>
              <a:off x="1467286" y="4911663"/>
              <a:ext cx="36678" cy="31129"/>
            </a:xfrm>
            <a:custGeom>
              <a:avLst/>
              <a:gdLst/>
              <a:ahLst/>
              <a:cxnLst/>
              <a:rect l="0" t="0" r="0" b="0"/>
              <a:pathLst>
                <a:path w="36678" h="31129">
                  <a:moveTo>
                    <a:pt x="36678" y="0"/>
                  </a:moveTo>
                  <a:lnTo>
                    <a:pt x="0" y="3112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6" name="Input_receptor__1395">
              <a:extLst>
                <a:ext uri="{FF2B5EF4-FFF2-40B4-BE49-F238E27FC236}">
                  <a16:creationId xmlns:a16="http://schemas.microsoft.com/office/drawing/2014/main" id="{9AF29023-69C3-E322-8B52-65AB3B5144F2}"/>
                </a:ext>
              </a:extLst>
            </p:cNvPr>
            <p:cNvSpPr>
              <a:spLocks noGrp="1"/>
            </p:cNvSpPr>
            <p:nvPr/>
          </p:nvSpPr>
          <p:spPr>
            <a:xfrm>
              <a:off x="1048948" y="4567700"/>
              <a:ext cx="37618" cy="713"/>
            </a:xfrm>
            <a:custGeom>
              <a:avLst/>
              <a:gdLst/>
              <a:ahLst/>
              <a:cxnLst/>
              <a:rect l="0" t="0" r="0" b="0"/>
              <a:pathLst>
                <a:path w="37618" h="713">
                  <a:moveTo>
                    <a:pt x="0" y="713"/>
                  </a:moveTo>
                  <a:lnTo>
                    <a:pt x="37618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7" name="Input_receptor__1396">
              <a:extLst>
                <a:ext uri="{FF2B5EF4-FFF2-40B4-BE49-F238E27FC236}">
                  <a16:creationId xmlns:a16="http://schemas.microsoft.com/office/drawing/2014/main" id="{28915595-9CB6-1FF6-64D2-D2F8A2656726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080980"/>
              <a:ext cx="4412" cy="46011"/>
            </a:xfrm>
            <a:custGeom>
              <a:avLst/>
              <a:gdLst/>
              <a:ahLst/>
              <a:cxnLst/>
              <a:rect l="0" t="0" r="0" b="0"/>
              <a:pathLst>
                <a:path w="4412" h="46011">
                  <a:moveTo>
                    <a:pt x="4412" y="0"/>
                  </a:moveTo>
                  <a:lnTo>
                    <a:pt x="0" y="46011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8" name="Input_receptor__1397">
              <a:extLst>
                <a:ext uri="{FF2B5EF4-FFF2-40B4-BE49-F238E27FC236}">
                  <a16:creationId xmlns:a16="http://schemas.microsoft.com/office/drawing/2014/main" id="{3732F495-2B0F-92A3-8CB4-EFDBB31BC7F8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924550"/>
              <a:ext cx="22426" cy="29698"/>
            </a:xfrm>
            <a:custGeom>
              <a:avLst/>
              <a:gdLst/>
              <a:ahLst/>
              <a:cxnLst/>
              <a:rect l="0" t="0" r="0" b="0"/>
              <a:pathLst>
                <a:path w="22426" h="29698">
                  <a:moveTo>
                    <a:pt x="22426" y="29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9" name="Input_receptor__1398">
              <a:extLst>
                <a:ext uri="{FF2B5EF4-FFF2-40B4-BE49-F238E27FC236}">
                  <a16:creationId xmlns:a16="http://schemas.microsoft.com/office/drawing/2014/main" id="{D01908EC-7217-4FAD-3689-1EDBE1F0347D}"/>
                </a:ext>
              </a:extLst>
            </p:cNvPr>
            <p:cNvSpPr>
              <a:spLocks noGrp="1"/>
            </p:cNvSpPr>
            <p:nvPr/>
          </p:nvSpPr>
          <p:spPr>
            <a:xfrm>
              <a:off x="1258650" y="4403015"/>
              <a:ext cx="34776" cy="29472"/>
            </a:xfrm>
            <a:custGeom>
              <a:avLst/>
              <a:gdLst/>
              <a:ahLst/>
              <a:cxnLst/>
              <a:rect l="0" t="0" r="0" b="0"/>
              <a:pathLst>
                <a:path w="34776" h="29472">
                  <a:moveTo>
                    <a:pt x="34776" y="29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400" name="Input_receptor__1399">
              <a:extLst>
                <a:ext uri="{FF2B5EF4-FFF2-40B4-BE49-F238E27FC236}">
                  <a16:creationId xmlns:a16="http://schemas.microsoft.com/office/drawing/2014/main" id="{C6EB0C9A-EE23-5636-C296-113F16A9593A}"/>
                </a:ext>
              </a:extLst>
            </p:cNvPr>
            <p:cNvSpPr>
              <a:spLocks noGrp="1"/>
            </p:cNvSpPr>
            <p:nvPr/>
          </p:nvSpPr>
          <p:spPr>
            <a:xfrm>
              <a:off x="1390606" y="4105191"/>
              <a:ext cx="21379" cy="2073"/>
            </a:xfrm>
            <a:custGeom>
              <a:avLst/>
              <a:gdLst/>
              <a:ahLst/>
              <a:cxnLst/>
              <a:rect l="0" t="0" r="0" b="0"/>
              <a:pathLst>
                <a:path w="21379" h="2073">
                  <a:moveTo>
                    <a:pt x="0" y="0"/>
                  </a:moveTo>
                  <a:lnTo>
                    <a:pt x="21379" y="2073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1" name="Input_receptor__1400">
              <a:extLst>
                <a:ext uri="{FF2B5EF4-FFF2-40B4-BE49-F238E27FC236}">
                  <a16:creationId xmlns:a16="http://schemas.microsoft.com/office/drawing/2014/main" id="{62E43934-917A-9798-326F-195363727134}"/>
                </a:ext>
              </a:extLst>
            </p:cNvPr>
            <p:cNvSpPr>
              <a:spLocks noGrp="1"/>
            </p:cNvSpPr>
            <p:nvPr/>
          </p:nvSpPr>
          <p:spPr>
            <a:xfrm>
              <a:off x="972394" y="4307346"/>
              <a:ext cx="24632" cy="19931"/>
            </a:xfrm>
            <a:custGeom>
              <a:avLst/>
              <a:gdLst/>
              <a:ahLst/>
              <a:cxnLst/>
              <a:rect l="0" t="0" r="0" b="0"/>
              <a:pathLst>
                <a:path w="24632" h="19931">
                  <a:moveTo>
                    <a:pt x="24632" y="19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2" name="Input_receptor__1401">
              <a:extLst>
                <a:ext uri="{FF2B5EF4-FFF2-40B4-BE49-F238E27FC236}">
                  <a16:creationId xmlns:a16="http://schemas.microsoft.com/office/drawing/2014/main" id="{FA664D94-84D7-D4B5-5EF7-F91A7A36E403}"/>
                </a:ext>
              </a:extLst>
            </p:cNvPr>
            <p:cNvSpPr>
              <a:spLocks noGrp="1"/>
            </p:cNvSpPr>
            <p:nvPr/>
          </p:nvSpPr>
          <p:spPr>
            <a:xfrm>
              <a:off x="865603" y="4446710"/>
              <a:ext cx="42677" cy="16913"/>
            </a:xfrm>
            <a:custGeom>
              <a:avLst/>
              <a:gdLst/>
              <a:ahLst/>
              <a:cxnLst/>
              <a:rect l="0" t="0" r="0" b="0"/>
              <a:pathLst>
                <a:path w="42677" h="16913">
                  <a:moveTo>
                    <a:pt x="42677" y="0"/>
                  </a:moveTo>
                  <a:lnTo>
                    <a:pt x="0" y="16913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3" name="Input_receptor__1402">
              <a:extLst>
                <a:ext uri="{FF2B5EF4-FFF2-40B4-BE49-F238E27FC236}">
                  <a16:creationId xmlns:a16="http://schemas.microsoft.com/office/drawing/2014/main" id="{639A313A-9E9F-C30A-0163-451D350270C5}"/>
                </a:ext>
              </a:extLst>
            </p:cNvPr>
            <p:cNvSpPr>
              <a:spLocks noGrp="1"/>
            </p:cNvSpPr>
            <p:nvPr/>
          </p:nvSpPr>
          <p:spPr>
            <a:xfrm>
              <a:off x="969387" y="4919656"/>
              <a:ext cx="24289" cy="30095"/>
            </a:xfrm>
            <a:custGeom>
              <a:avLst/>
              <a:gdLst/>
              <a:ahLst/>
              <a:cxnLst/>
              <a:rect l="0" t="0" r="0" b="0"/>
              <a:pathLst>
                <a:path w="24289" h="30095">
                  <a:moveTo>
                    <a:pt x="24289" y="0"/>
                  </a:moveTo>
                  <a:lnTo>
                    <a:pt x="0" y="30095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4" name="Input_receptor__1403">
              <a:extLst>
                <a:ext uri="{FF2B5EF4-FFF2-40B4-BE49-F238E27FC236}">
                  <a16:creationId xmlns:a16="http://schemas.microsoft.com/office/drawing/2014/main" id="{3B78EB55-BCE2-A83D-3043-15C94F487D67}"/>
                </a:ext>
              </a:extLst>
            </p:cNvPr>
            <p:cNvSpPr>
              <a:spLocks noGrp="1"/>
            </p:cNvSpPr>
            <p:nvPr/>
          </p:nvSpPr>
          <p:spPr>
            <a:xfrm>
              <a:off x="1105442" y="4314816"/>
              <a:ext cx="37954" cy="26197"/>
            </a:xfrm>
            <a:custGeom>
              <a:avLst/>
              <a:gdLst/>
              <a:ahLst/>
              <a:cxnLst/>
              <a:rect l="0" t="0" r="0" b="0"/>
              <a:pathLst>
                <a:path w="37954" h="26197">
                  <a:moveTo>
                    <a:pt x="0" y="26197"/>
                  </a:moveTo>
                  <a:lnTo>
                    <a:pt x="37954" y="0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5" name="Input_receptor__1404">
              <a:extLst>
                <a:ext uri="{FF2B5EF4-FFF2-40B4-BE49-F238E27FC236}">
                  <a16:creationId xmlns:a16="http://schemas.microsoft.com/office/drawing/2014/main" id="{9E98C3D3-9949-207E-33D1-5E0DD075E521}"/>
                </a:ext>
              </a:extLst>
            </p:cNvPr>
            <p:cNvSpPr>
              <a:spLocks noGrp="1"/>
            </p:cNvSpPr>
            <p:nvPr/>
          </p:nvSpPr>
          <p:spPr>
            <a:xfrm>
              <a:off x="779962" y="4582904"/>
              <a:ext cx="38481" cy="29251"/>
            </a:xfrm>
            <a:custGeom>
              <a:avLst/>
              <a:gdLst/>
              <a:ahLst/>
              <a:cxnLst/>
              <a:rect l="0" t="0" r="0" b="0"/>
              <a:pathLst>
                <a:path w="38481" h="29251">
                  <a:moveTo>
                    <a:pt x="38481" y="292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6" name="Input_receptor__1405">
              <a:extLst>
                <a:ext uri="{FF2B5EF4-FFF2-40B4-BE49-F238E27FC236}">
                  <a16:creationId xmlns:a16="http://schemas.microsoft.com/office/drawing/2014/main" id="{947F566B-EEA2-B023-C488-21AA41E05046}"/>
                </a:ext>
              </a:extLst>
            </p:cNvPr>
            <p:cNvSpPr>
              <a:spLocks noGrp="1"/>
            </p:cNvSpPr>
            <p:nvPr/>
          </p:nvSpPr>
          <p:spPr>
            <a:xfrm>
              <a:off x="1420190" y="4059732"/>
              <a:ext cx="16280" cy="3827"/>
            </a:xfrm>
            <a:custGeom>
              <a:avLst/>
              <a:gdLst/>
              <a:ahLst/>
              <a:cxnLst/>
              <a:rect l="0" t="0" r="0" b="0"/>
              <a:pathLst>
                <a:path w="16280" h="3827">
                  <a:moveTo>
                    <a:pt x="0" y="0"/>
                  </a:moveTo>
                  <a:lnTo>
                    <a:pt x="16280" y="382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7" name="Input_receptor__1406">
              <a:extLst>
                <a:ext uri="{FF2B5EF4-FFF2-40B4-BE49-F238E27FC236}">
                  <a16:creationId xmlns:a16="http://schemas.microsoft.com/office/drawing/2014/main" id="{4A0BB261-27B5-508C-2714-6B60CE2FA7F8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29568" cy="7409"/>
            </a:xfrm>
            <a:custGeom>
              <a:avLst/>
              <a:gdLst/>
              <a:ahLst/>
              <a:cxnLst/>
              <a:rect l="0" t="0" r="0" b="0"/>
              <a:pathLst>
                <a:path w="29568" h="7409">
                  <a:moveTo>
                    <a:pt x="29568" y="74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8" name="Input_receptor__1407">
              <a:extLst>
                <a:ext uri="{FF2B5EF4-FFF2-40B4-BE49-F238E27FC236}">
                  <a16:creationId xmlns:a16="http://schemas.microsoft.com/office/drawing/2014/main" id="{109EEE08-CD36-FBD6-5DF1-BBB3B269F274}"/>
                </a:ext>
              </a:extLst>
            </p:cNvPr>
            <p:cNvSpPr>
              <a:spLocks noGrp="1"/>
            </p:cNvSpPr>
            <p:nvPr/>
          </p:nvSpPr>
          <p:spPr>
            <a:xfrm>
              <a:off x="993676" y="4884654"/>
              <a:ext cx="2151" cy="35002"/>
            </a:xfrm>
            <a:custGeom>
              <a:avLst/>
              <a:gdLst/>
              <a:ahLst/>
              <a:cxnLst/>
              <a:rect l="0" t="0" r="0" b="0"/>
              <a:pathLst>
                <a:path w="2151" h="35002">
                  <a:moveTo>
                    <a:pt x="2151" y="0"/>
                  </a:moveTo>
                  <a:lnTo>
                    <a:pt x="0" y="35002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09" name="Input_receptor__1408">
              <a:extLst>
                <a:ext uri="{FF2B5EF4-FFF2-40B4-BE49-F238E27FC236}">
                  <a16:creationId xmlns:a16="http://schemas.microsoft.com/office/drawing/2014/main" id="{B700A824-1B36-4B9E-FDD5-A903B9DCED1D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57895"/>
              <a:ext cx="42629" cy="11948"/>
            </a:xfrm>
            <a:custGeom>
              <a:avLst/>
              <a:gdLst/>
              <a:ahLst/>
              <a:cxnLst/>
              <a:rect l="0" t="0" r="0" b="0"/>
              <a:pathLst>
                <a:path w="42629" h="11948">
                  <a:moveTo>
                    <a:pt x="42629" y="119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0" name="Input_receptor__1409">
              <a:extLst>
                <a:ext uri="{FF2B5EF4-FFF2-40B4-BE49-F238E27FC236}">
                  <a16:creationId xmlns:a16="http://schemas.microsoft.com/office/drawing/2014/main" id="{7BFD23E9-24CE-03DD-E593-FB6E3DB86536}"/>
                </a:ext>
              </a:extLst>
            </p:cNvPr>
            <p:cNvSpPr>
              <a:spLocks noGrp="1"/>
            </p:cNvSpPr>
            <p:nvPr/>
          </p:nvSpPr>
          <p:spPr>
            <a:xfrm>
              <a:off x="1633916" y="4705966"/>
              <a:ext cx="13124" cy="41404"/>
            </a:xfrm>
            <a:custGeom>
              <a:avLst/>
              <a:gdLst/>
              <a:ahLst/>
              <a:cxnLst/>
              <a:rect l="0" t="0" r="0" b="0"/>
              <a:pathLst>
                <a:path w="13124" h="41404">
                  <a:moveTo>
                    <a:pt x="0" y="41404"/>
                  </a:moveTo>
                  <a:lnTo>
                    <a:pt x="13124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1" name="Input_receptor__1410">
              <a:extLst>
                <a:ext uri="{FF2B5EF4-FFF2-40B4-BE49-F238E27FC236}">
                  <a16:creationId xmlns:a16="http://schemas.microsoft.com/office/drawing/2014/main" id="{C52182A6-1484-D02A-C80B-E0DCBE0209FE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733724"/>
              <a:ext cx="19998" cy="23692"/>
            </a:xfrm>
            <a:custGeom>
              <a:avLst/>
              <a:gdLst/>
              <a:ahLst/>
              <a:cxnLst/>
              <a:rect l="0" t="0" r="0" b="0"/>
              <a:pathLst>
                <a:path w="19998" h="23692">
                  <a:moveTo>
                    <a:pt x="0" y="0"/>
                  </a:moveTo>
                  <a:lnTo>
                    <a:pt x="19998" y="2369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2" name="Input_receptor__1411">
              <a:extLst>
                <a:ext uri="{FF2B5EF4-FFF2-40B4-BE49-F238E27FC236}">
                  <a16:creationId xmlns:a16="http://schemas.microsoft.com/office/drawing/2014/main" id="{14E53399-21A1-282C-1BF6-586777781D94}"/>
                </a:ext>
              </a:extLst>
            </p:cNvPr>
            <p:cNvSpPr>
              <a:spLocks noGrp="1"/>
            </p:cNvSpPr>
            <p:nvPr/>
          </p:nvSpPr>
          <p:spPr>
            <a:xfrm>
              <a:off x="1521186" y="4399038"/>
              <a:ext cx="615" cy="10659"/>
            </a:xfrm>
            <a:custGeom>
              <a:avLst/>
              <a:gdLst/>
              <a:ahLst/>
              <a:cxnLst/>
              <a:rect l="0" t="0" r="0" b="0"/>
              <a:pathLst>
                <a:path w="615" h="10659">
                  <a:moveTo>
                    <a:pt x="0" y="0"/>
                  </a:moveTo>
                  <a:lnTo>
                    <a:pt x="615" y="106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3" name="Input_receptor__1412">
              <a:extLst>
                <a:ext uri="{FF2B5EF4-FFF2-40B4-BE49-F238E27FC236}">
                  <a16:creationId xmlns:a16="http://schemas.microsoft.com/office/drawing/2014/main" id="{23BDEAC6-1342-DF6A-794F-5337917332D5}"/>
                </a:ext>
              </a:extLst>
            </p:cNvPr>
            <p:cNvSpPr>
              <a:spLocks noGrp="1"/>
            </p:cNvSpPr>
            <p:nvPr/>
          </p:nvSpPr>
          <p:spPr>
            <a:xfrm>
              <a:off x="926837" y="4949750"/>
              <a:ext cx="42549" cy="14559"/>
            </a:xfrm>
            <a:custGeom>
              <a:avLst/>
              <a:gdLst/>
              <a:ahLst/>
              <a:cxnLst/>
              <a:rect l="0" t="0" r="0" b="0"/>
              <a:pathLst>
                <a:path w="42549" h="14559">
                  <a:moveTo>
                    <a:pt x="42549" y="0"/>
                  </a:moveTo>
                  <a:lnTo>
                    <a:pt x="0" y="145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4" name="Input_receptor__1413">
              <a:extLst>
                <a:ext uri="{FF2B5EF4-FFF2-40B4-BE49-F238E27FC236}">
                  <a16:creationId xmlns:a16="http://schemas.microsoft.com/office/drawing/2014/main" id="{D27115E4-6653-1709-E717-95E913A11294}"/>
                </a:ext>
              </a:extLst>
            </p:cNvPr>
            <p:cNvSpPr>
              <a:spLocks noGrp="1"/>
            </p:cNvSpPr>
            <p:nvPr/>
          </p:nvSpPr>
          <p:spPr>
            <a:xfrm>
              <a:off x="1103685" y="4247319"/>
              <a:ext cx="45541" cy="8658"/>
            </a:xfrm>
            <a:custGeom>
              <a:avLst/>
              <a:gdLst/>
              <a:ahLst/>
              <a:cxnLst/>
              <a:rect l="0" t="0" r="0" b="0"/>
              <a:pathLst>
                <a:path w="45541" h="8658">
                  <a:moveTo>
                    <a:pt x="0" y="0"/>
                  </a:moveTo>
                  <a:lnTo>
                    <a:pt x="45541" y="8658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5" name="Input_receptor__1414">
              <a:extLst>
                <a:ext uri="{FF2B5EF4-FFF2-40B4-BE49-F238E27FC236}">
                  <a16:creationId xmlns:a16="http://schemas.microsoft.com/office/drawing/2014/main" id="{F0B28C17-3C17-46E4-8CE5-FE9541EFE8A7}"/>
                </a:ext>
              </a:extLst>
            </p:cNvPr>
            <p:cNvSpPr>
              <a:spLocks noGrp="1"/>
            </p:cNvSpPr>
            <p:nvPr/>
          </p:nvSpPr>
          <p:spPr>
            <a:xfrm>
              <a:off x="1211918" y="4954248"/>
              <a:ext cx="9795" cy="45078"/>
            </a:xfrm>
            <a:custGeom>
              <a:avLst/>
              <a:gdLst/>
              <a:ahLst/>
              <a:cxnLst/>
              <a:rect l="0" t="0" r="0" b="0"/>
              <a:pathLst>
                <a:path w="9795" h="45078">
                  <a:moveTo>
                    <a:pt x="0" y="45078"/>
                  </a:moveTo>
                  <a:lnTo>
                    <a:pt x="9795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6" name="Input_receptor__1415">
              <a:extLst>
                <a:ext uri="{FF2B5EF4-FFF2-40B4-BE49-F238E27FC236}">
                  <a16:creationId xmlns:a16="http://schemas.microsoft.com/office/drawing/2014/main" id="{D64B914F-878D-3063-6A81-C139C2EDE895}"/>
                </a:ext>
              </a:extLst>
            </p:cNvPr>
            <p:cNvSpPr>
              <a:spLocks noGrp="1"/>
            </p:cNvSpPr>
            <p:nvPr/>
          </p:nvSpPr>
          <p:spPr>
            <a:xfrm>
              <a:off x="1071510" y="4908058"/>
              <a:ext cx="47507" cy="6866"/>
            </a:xfrm>
            <a:custGeom>
              <a:avLst/>
              <a:gdLst/>
              <a:ahLst/>
              <a:cxnLst/>
              <a:rect l="0" t="0" r="0" b="0"/>
              <a:pathLst>
                <a:path w="47507" h="6866">
                  <a:moveTo>
                    <a:pt x="47507" y="68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7" name="Input_receptor__1416">
              <a:extLst>
                <a:ext uri="{FF2B5EF4-FFF2-40B4-BE49-F238E27FC236}">
                  <a16:creationId xmlns:a16="http://schemas.microsoft.com/office/drawing/2014/main" id="{C3834F29-44E4-445A-675A-CB0844C695E5}"/>
                </a:ext>
              </a:extLst>
            </p:cNvPr>
            <p:cNvSpPr>
              <a:spLocks noGrp="1"/>
            </p:cNvSpPr>
            <p:nvPr/>
          </p:nvSpPr>
          <p:spPr>
            <a:xfrm>
              <a:off x="1543915" y="4906392"/>
              <a:ext cx="36796" cy="21237"/>
            </a:xfrm>
            <a:custGeom>
              <a:avLst/>
              <a:gdLst/>
              <a:ahLst/>
              <a:cxnLst/>
              <a:rect l="0" t="0" r="0" b="0"/>
              <a:pathLst>
                <a:path w="36796" h="21237">
                  <a:moveTo>
                    <a:pt x="36796" y="0"/>
                  </a:moveTo>
                  <a:lnTo>
                    <a:pt x="0" y="2123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8" name="Input_receptor__1417">
              <a:extLst>
                <a:ext uri="{FF2B5EF4-FFF2-40B4-BE49-F238E27FC236}">
                  <a16:creationId xmlns:a16="http://schemas.microsoft.com/office/drawing/2014/main" id="{91EAECD1-CE11-3686-D19F-3116F96E8AAF}"/>
                </a:ext>
              </a:extLst>
            </p:cNvPr>
            <p:cNvSpPr>
              <a:spLocks noGrp="1"/>
            </p:cNvSpPr>
            <p:nvPr/>
          </p:nvSpPr>
          <p:spPr>
            <a:xfrm>
              <a:off x="1173111" y="4473379"/>
              <a:ext cx="1968" cy="7595"/>
            </a:xfrm>
            <a:custGeom>
              <a:avLst/>
              <a:gdLst/>
              <a:ahLst/>
              <a:cxnLst/>
              <a:rect l="0" t="0" r="0" b="0"/>
              <a:pathLst>
                <a:path w="1968" h="7595">
                  <a:moveTo>
                    <a:pt x="1968" y="0"/>
                  </a:moveTo>
                  <a:lnTo>
                    <a:pt x="0" y="7595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9" name="Input_receptor__1418">
              <a:extLst>
                <a:ext uri="{FF2B5EF4-FFF2-40B4-BE49-F238E27FC236}">
                  <a16:creationId xmlns:a16="http://schemas.microsoft.com/office/drawing/2014/main" id="{C48105AD-CC17-6855-59E7-FD99BC6AA945}"/>
                </a:ext>
              </a:extLst>
            </p:cNvPr>
            <p:cNvSpPr>
              <a:spLocks noGrp="1"/>
            </p:cNvSpPr>
            <p:nvPr/>
          </p:nvSpPr>
          <p:spPr>
            <a:xfrm>
              <a:off x="1503965" y="4911663"/>
              <a:ext cx="39950" cy="15966"/>
            </a:xfrm>
            <a:custGeom>
              <a:avLst/>
              <a:gdLst/>
              <a:ahLst/>
              <a:cxnLst/>
              <a:rect l="0" t="0" r="0" b="0"/>
              <a:pathLst>
                <a:path w="39950" h="15966">
                  <a:moveTo>
                    <a:pt x="39950" y="159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0" name="Input_receptor__1419">
              <a:extLst>
                <a:ext uri="{FF2B5EF4-FFF2-40B4-BE49-F238E27FC236}">
                  <a16:creationId xmlns:a16="http://schemas.microsoft.com/office/drawing/2014/main" id="{2578CFDD-A4F6-011B-B47C-B9B514509B9A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806505"/>
              <a:ext cx="40912" cy="6282"/>
            </a:xfrm>
            <a:custGeom>
              <a:avLst/>
              <a:gdLst/>
              <a:ahLst/>
              <a:cxnLst/>
              <a:rect l="0" t="0" r="0" b="0"/>
              <a:pathLst>
                <a:path w="40912" h="6282">
                  <a:moveTo>
                    <a:pt x="0" y="0"/>
                  </a:moveTo>
                  <a:lnTo>
                    <a:pt x="40912" y="628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1" name="Input_receptor__1420">
              <a:extLst>
                <a:ext uri="{FF2B5EF4-FFF2-40B4-BE49-F238E27FC236}">
                  <a16:creationId xmlns:a16="http://schemas.microsoft.com/office/drawing/2014/main" id="{C8572AC5-846B-A12C-3EF7-0DA38CE905CF}"/>
                </a:ext>
              </a:extLst>
            </p:cNvPr>
            <p:cNvSpPr>
              <a:spLocks noGrp="1"/>
            </p:cNvSpPr>
            <p:nvPr/>
          </p:nvSpPr>
          <p:spPr>
            <a:xfrm>
              <a:off x="1604713" y="4685128"/>
              <a:ext cx="42327" cy="20838"/>
            </a:xfrm>
            <a:custGeom>
              <a:avLst/>
              <a:gdLst/>
              <a:ahLst/>
              <a:cxnLst/>
              <a:rect l="0" t="0" r="0" b="0"/>
              <a:pathLst>
                <a:path w="42327" h="20838">
                  <a:moveTo>
                    <a:pt x="42327" y="20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2" name="Input_receptor__1421">
              <a:extLst>
                <a:ext uri="{FF2B5EF4-FFF2-40B4-BE49-F238E27FC236}">
                  <a16:creationId xmlns:a16="http://schemas.microsoft.com/office/drawing/2014/main" id="{A391D666-6CBB-2B7C-4EF3-8941AEF74563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33225"/>
              <a:ext cx="9787" cy="28964"/>
            </a:xfrm>
            <a:custGeom>
              <a:avLst/>
              <a:gdLst/>
              <a:ahLst/>
              <a:cxnLst/>
              <a:rect l="0" t="0" r="0" b="0"/>
              <a:pathLst>
                <a:path w="9787" h="28964">
                  <a:moveTo>
                    <a:pt x="0" y="28964"/>
                  </a:moveTo>
                  <a:lnTo>
                    <a:pt x="9787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3" name="Input_receptor__1422">
              <a:extLst>
                <a:ext uri="{FF2B5EF4-FFF2-40B4-BE49-F238E27FC236}">
                  <a16:creationId xmlns:a16="http://schemas.microsoft.com/office/drawing/2014/main" id="{83B56E93-05F0-79FA-7F60-F7BB92A58328}"/>
                </a:ext>
              </a:extLst>
            </p:cNvPr>
            <p:cNvSpPr>
              <a:spLocks noGrp="1"/>
            </p:cNvSpPr>
            <p:nvPr/>
          </p:nvSpPr>
          <p:spPr>
            <a:xfrm>
              <a:off x="1189323" y="4428062"/>
              <a:ext cx="30165" cy="15379"/>
            </a:xfrm>
            <a:custGeom>
              <a:avLst/>
              <a:gdLst/>
              <a:ahLst/>
              <a:cxnLst/>
              <a:rect l="0" t="0" r="0" b="0"/>
              <a:pathLst>
                <a:path w="30165" h="15379">
                  <a:moveTo>
                    <a:pt x="30165" y="15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4" name="Input_receptor__1423">
              <a:extLst>
                <a:ext uri="{FF2B5EF4-FFF2-40B4-BE49-F238E27FC236}">
                  <a16:creationId xmlns:a16="http://schemas.microsoft.com/office/drawing/2014/main" id="{EC659A2F-DE3C-BB51-AC17-23370CFD2299}"/>
                </a:ext>
              </a:extLst>
            </p:cNvPr>
            <p:cNvSpPr>
              <a:spLocks noGrp="1"/>
            </p:cNvSpPr>
            <p:nvPr/>
          </p:nvSpPr>
          <p:spPr>
            <a:xfrm>
              <a:off x="1626828" y="4340030"/>
              <a:ext cx="41873" cy="22621"/>
            </a:xfrm>
            <a:custGeom>
              <a:avLst/>
              <a:gdLst/>
              <a:ahLst/>
              <a:cxnLst/>
              <a:rect l="0" t="0" r="0" b="0"/>
              <a:pathLst>
                <a:path w="41873" h="22621">
                  <a:moveTo>
                    <a:pt x="0" y="0"/>
                  </a:moveTo>
                  <a:lnTo>
                    <a:pt x="41873" y="22621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5" name="Input_receptor__1424">
              <a:extLst>
                <a:ext uri="{FF2B5EF4-FFF2-40B4-BE49-F238E27FC236}">
                  <a16:creationId xmlns:a16="http://schemas.microsoft.com/office/drawing/2014/main" id="{663DE024-E2B4-A6F1-1293-9017F45C43F5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7240" cy="9326"/>
            </a:xfrm>
            <a:custGeom>
              <a:avLst/>
              <a:gdLst/>
              <a:ahLst/>
              <a:cxnLst/>
              <a:rect l="0" t="0" r="0" b="0"/>
              <a:pathLst>
                <a:path w="7240" h="9326">
                  <a:moveTo>
                    <a:pt x="0" y="0"/>
                  </a:moveTo>
                  <a:lnTo>
                    <a:pt x="7240" y="9326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6" name="Input_receptor__1425">
              <a:extLst>
                <a:ext uri="{FF2B5EF4-FFF2-40B4-BE49-F238E27FC236}">
                  <a16:creationId xmlns:a16="http://schemas.microsoft.com/office/drawing/2014/main" id="{0284F292-21D5-06FA-9224-6082F29426EB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87396"/>
              <a:ext cx="27022" cy="35074"/>
            </a:xfrm>
            <a:custGeom>
              <a:avLst/>
              <a:gdLst/>
              <a:ahLst/>
              <a:cxnLst/>
              <a:rect l="0" t="0" r="0" b="0"/>
              <a:pathLst>
                <a:path w="27022" h="35074">
                  <a:moveTo>
                    <a:pt x="27022" y="35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7" name="Input_receptor__1426">
              <a:extLst>
                <a:ext uri="{FF2B5EF4-FFF2-40B4-BE49-F238E27FC236}">
                  <a16:creationId xmlns:a16="http://schemas.microsoft.com/office/drawing/2014/main" id="{E69A5105-AFDD-C124-DFCC-A1C2F0E7518E}"/>
                </a:ext>
              </a:extLst>
            </p:cNvPr>
            <p:cNvSpPr>
              <a:spLocks noGrp="1"/>
            </p:cNvSpPr>
            <p:nvPr/>
          </p:nvSpPr>
          <p:spPr>
            <a:xfrm>
              <a:off x="1018908" y="4531243"/>
              <a:ext cx="30040" cy="37170"/>
            </a:xfrm>
            <a:custGeom>
              <a:avLst/>
              <a:gdLst/>
              <a:ahLst/>
              <a:cxnLst/>
              <a:rect l="0" t="0" r="0" b="0"/>
              <a:pathLst>
                <a:path w="30040" h="37170">
                  <a:moveTo>
                    <a:pt x="0" y="0"/>
                  </a:moveTo>
                  <a:lnTo>
                    <a:pt x="30040" y="37170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28" name="Input_receptor__1427">
              <a:extLst>
                <a:ext uri="{FF2B5EF4-FFF2-40B4-BE49-F238E27FC236}">
                  <a16:creationId xmlns:a16="http://schemas.microsoft.com/office/drawing/2014/main" id="{133420A1-78F6-D045-BC73-CE0753AE2D54}"/>
                </a:ext>
              </a:extLst>
            </p:cNvPr>
            <p:cNvSpPr>
              <a:spLocks noGrp="1"/>
            </p:cNvSpPr>
            <p:nvPr/>
          </p:nvSpPr>
          <p:spPr>
            <a:xfrm>
              <a:off x="1219488" y="4443441"/>
              <a:ext cx="22315" cy="27961"/>
            </a:xfrm>
            <a:custGeom>
              <a:avLst/>
              <a:gdLst/>
              <a:ahLst/>
              <a:cxnLst/>
              <a:rect l="0" t="0" r="0" b="0"/>
              <a:pathLst>
                <a:path w="22315" h="27961">
                  <a:moveTo>
                    <a:pt x="22315" y="27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29" name="Input_receptor__1428">
              <a:extLst>
                <a:ext uri="{FF2B5EF4-FFF2-40B4-BE49-F238E27FC236}">
                  <a16:creationId xmlns:a16="http://schemas.microsoft.com/office/drawing/2014/main" id="{45D97CCD-A6EB-D75A-A50D-D6510C4FF88E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685128"/>
              <a:ext cx="23333" cy="39935"/>
            </a:xfrm>
            <a:custGeom>
              <a:avLst/>
              <a:gdLst/>
              <a:ahLst/>
              <a:cxnLst/>
              <a:rect l="0" t="0" r="0" b="0"/>
              <a:pathLst>
                <a:path w="23333" h="39935">
                  <a:moveTo>
                    <a:pt x="23333" y="0"/>
                  </a:moveTo>
                  <a:lnTo>
                    <a:pt x="0" y="3993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0" name="Input_receptor__1429">
              <a:extLst>
                <a:ext uri="{FF2B5EF4-FFF2-40B4-BE49-F238E27FC236}">
                  <a16:creationId xmlns:a16="http://schemas.microsoft.com/office/drawing/2014/main" id="{A800624F-0979-F6AB-D693-55B66537A9A9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65882"/>
              <a:ext cx="26152" cy="33678"/>
            </a:xfrm>
            <a:custGeom>
              <a:avLst/>
              <a:gdLst/>
              <a:ahLst/>
              <a:cxnLst/>
              <a:rect l="0" t="0" r="0" b="0"/>
              <a:pathLst>
                <a:path w="26152" h="33678">
                  <a:moveTo>
                    <a:pt x="0" y="33678"/>
                  </a:moveTo>
                  <a:lnTo>
                    <a:pt x="26152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1" name="Input_receptor__1430">
              <a:extLst>
                <a:ext uri="{FF2B5EF4-FFF2-40B4-BE49-F238E27FC236}">
                  <a16:creationId xmlns:a16="http://schemas.microsoft.com/office/drawing/2014/main" id="{9104E3B3-35FF-8316-9F13-E7B6636F23D5}"/>
                </a:ext>
              </a:extLst>
            </p:cNvPr>
            <p:cNvSpPr>
              <a:spLocks noGrp="1"/>
            </p:cNvSpPr>
            <p:nvPr/>
          </p:nvSpPr>
          <p:spPr>
            <a:xfrm>
              <a:off x="1514553" y="4064763"/>
              <a:ext cx="21274" cy="16217"/>
            </a:xfrm>
            <a:custGeom>
              <a:avLst/>
              <a:gdLst/>
              <a:ahLst/>
              <a:cxnLst/>
              <a:rect l="0" t="0" r="0" b="0"/>
              <a:pathLst>
                <a:path w="21274" h="16217">
                  <a:moveTo>
                    <a:pt x="0" y="0"/>
                  </a:moveTo>
                  <a:lnTo>
                    <a:pt x="21274" y="16217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2" name="Input_receptor__1431">
              <a:extLst>
                <a:ext uri="{FF2B5EF4-FFF2-40B4-BE49-F238E27FC236}">
                  <a16:creationId xmlns:a16="http://schemas.microsoft.com/office/drawing/2014/main" id="{453988D3-FFDC-0EB1-B225-AB4981D22D62}"/>
                </a:ext>
              </a:extLst>
            </p:cNvPr>
            <p:cNvSpPr>
              <a:spLocks noGrp="1"/>
            </p:cNvSpPr>
            <p:nvPr/>
          </p:nvSpPr>
          <p:spPr>
            <a:xfrm>
              <a:off x="1143396" y="4314816"/>
              <a:ext cx="33401" cy="9104"/>
            </a:xfrm>
            <a:custGeom>
              <a:avLst/>
              <a:gdLst/>
              <a:ahLst/>
              <a:cxnLst/>
              <a:rect l="0" t="0" r="0" b="0"/>
              <a:pathLst>
                <a:path w="33401" h="9104">
                  <a:moveTo>
                    <a:pt x="0" y="0"/>
                  </a:moveTo>
                  <a:lnTo>
                    <a:pt x="33401" y="9104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33" name="Input_receptor__1432">
              <a:extLst>
                <a:ext uri="{FF2B5EF4-FFF2-40B4-BE49-F238E27FC236}">
                  <a16:creationId xmlns:a16="http://schemas.microsoft.com/office/drawing/2014/main" id="{50CDF655-7049-88D3-C60A-173EBC0B47A8}"/>
                </a:ext>
              </a:extLst>
            </p:cNvPr>
            <p:cNvSpPr>
              <a:spLocks noGrp="1"/>
            </p:cNvSpPr>
            <p:nvPr/>
          </p:nvSpPr>
          <p:spPr>
            <a:xfrm>
              <a:off x="1110322" y="4453622"/>
              <a:ext cx="8941" cy="42825"/>
            </a:xfrm>
            <a:custGeom>
              <a:avLst/>
              <a:gdLst/>
              <a:ahLst/>
              <a:cxnLst/>
              <a:rect l="0" t="0" r="0" b="0"/>
              <a:pathLst>
                <a:path w="8941" h="42825">
                  <a:moveTo>
                    <a:pt x="8941" y="0"/>
                  </a:moveTo>
                  <a:lnTo>
                    <a:pt x="0" y="4282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4" name="Input_receptor__1433">
              <a:extLst>
                <a:ext uri="{FF2B5EF4-FFF2-40B4-BE49-F238E27FC236}">
                  <a16:creationId xmlns:a16="http://schemas.microsoft.com/office/drawing/2014/main" id="{06A00C7D-982B-6566-9C3D-2E98DE3EA687}"/>
                </a:ext>
              </a:extLst>
            </p:cNvPr>
            <p:cNvSpPr>
              <a:spLocks noGrp="1"/>
            </p:cNvSpPr>
            <p:nvPr/>
          </p:nvSpPr>
          <p:spPr>
            <a:xfrm>
              <a:off x="1436465" y="4258668"/>
              <a:ext cx="46447" cy="11175"/>
            </a:xfrm>
            <a:custGeom>
              <a:avLst/>
              <a:gdLst/>
              <a:ahLst/>
              <a:cxnLst/>
              <a:rect l="0" t="0" r="0" b="0"/>
              <a:pathLst>
                <a:path w="46447" h="11175">
                  <a:moveTo>
                    <a:pt x="46447" y="0"/>
                  </a:moveTo>
                  <a:lnTo>
                    <a:pt x="0" y="1117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5" name="Input_receptor__1434">
              <a:extLst>
                <a:ext uri="{FF2B5EF4-FFF2-40B4-BE49-F238E27FC236}">
                  <a16:creationId xmlns:a16="http://schemas.microsoft.com/office/drawing/2014/main" id="{A5FE122B-01A6-38BC-62B8-EADBF405DF66}"/>
                </a:ext>
              </a:extLst>
            </p:cNvPr>
            <p:cNvSpPr>
              <a:spLocks noGrp="1"/>
            </p:cNvSpPr>
            <p:nvPr/>
          </p:nvSpPr>
          <p:spPr>
            <a:xfrm>
              <a:off x="994729" y="4711672"/>
              <a:ext cx="16986" cy="860"/>
            </a:xfrm>
            <a:custGeom>
              <a:avLst/>
              <a:gdLst/>
              <a:ahLst/>
              <a:cxnLst/>
              <a:rect l="0" t="0" r="0" b="0"/>
              <a:pathLst>
                <a:path w="16986" h="860">
                  <a:moveTo>
                    <a:pt x="16986" y="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6" name="Input_receptor__1435">
              <a:extLst>
                <a:ext uri="{FF2B5EF4-FFF2-40B4-BE49-F238E27FC236}">
                  <a16:creationId xmlns:a16="http://schemas.microsoft.com/office/drawing/2014/main" id="{021CF3CF-AECE-511C-E697-2938EFFB03F3}"/>
                </a:ext>
              </a:extLst>
            </p:cNvPr>
            <p:cNvSpPr>
              <a:spLocks noGrp="1"/>
            </p:cNvSpPr>
            <p:nvPr/>
          </p:nvSpPr>
          <p:spPr>
            <a:xfrm>
              <a:off x="1421336" y="4513759"/>
              <a:ext cx="25440" cy="36948"/>
            </a:xfrm>
            <a:custGeom>
              <a:avLst/>
              <a:gdLst/>
              <a:ahLst/>
              <a:cxnLst/>
              <a:rect l="0" t="0" r="0" b="0"/>
              <a:pathLst>
                <a:path w="25440" h="36948">
                  <a:moveTo>
                    <a:pt x="25440" y="0"/>
                  </a:moveTo>
                  <a:lnTo>
                    <a:pt x="0" y="36948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7" name="Input_receptor__1436">
              <a:extLst>
                <a:ext uri="{FF2B5EF4-FFF2-40B4-BE49-F238E27FC236}">
                  <a16:creationId xmlns:a16="http://schemas.microsoft.com/office/drawing/2014/main" id="{2E545F1E-5419-0BC2-38E0-63FAEB48C147}"/>
                </a:ext>
              </a:extLst>
            </p:cNvPr>
            <p:cNvSpPr>
              <a:spLocks noGrp="1"/>
            </p:cNvSpPr>
            <p:nvPr/>
          </p:nvSpPr>
          <p:spPr>
            <a:xfrm>
              <a:off x="1362396" y="4069448"/>
              <a:ext cx="28210" cy="35743"/>
            </a:xfrm>
            <a:custGeom>
              <a:avLst/>
              <a:gdLst/>
              <a:ahLst/>
              <a:cxnLst/>
              <a:rect l="0" t="0" r="0" b="0"/>
              <a:pathLst>
                <a:path w="28210" h="35743">
                  <a:moveTo>
                    <a:pt x="0" y="0"/>
                  </a:moveTo>
                  <a:lnTo>
                    <a:pt x="28210" y="35743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8" name="Input_receptor__1437">
              <a:extLst>
                <a:ext uri="{FF2B5EF4-FFF2-40B4-BE49-F238E27FC236}">
                  <a16:creationId xmlns:a16="http://schemas.microsoft.com/office/drawing/2014/main" id="{949EB686-CB06-A0FD-E138-36E3F3A9883F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04137"/>
              <a:ext cx="14606" cy="40311"/>
            </a:xfrm>
            <a:custGeom>
              <a:avLst/>
              <a:gdLst/>
              <a:ahLst/>
              <a:cxnLst/>
              <a:rect l="0" t="0" r="0" b="0"/>
              <a:pathLst>
                <a:path w="14606" h="40311">
                  <a:moveTo>
                    <a:pt x="14606" y="0"/>
                  </a:moveTo>
                  <a:lnTo>
                    <a:pt x="0" y="40311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39" name="Input_receptor__1438">
              <a:extLst>
                <a:ext uri="{FF2B5EF4-FFF2-40B4-BE49-F238E27FC236}">
                  <a16:creationId xmlns:a16="http://schemas.microsoft.com/office/drawing/2014/main" id="{64C74054-EB71-ECE9-411B-A95534B85BF8}"/>
                </a:ext>
              </a:extLst>
            </p:cNvPr>
            <p:cNvSpPr>
              <a:spLocks noGrp="1"/>
            </p:cNvSpPr>
            <p:nvPr/>
          </p:nvSpPr>
          <p:spPr>
            <a:xfrm>
              <a:off x="1487917" y="4036090"/>
              <a:ext cx="26636" cy="28673"/>
            </a:xfrm>
            <a:custGeom>
              <a:avLst/>
              <a:gdLst/>
              <a:ahLst/>
              <a:cxnLst/>
              <a:rect l="0" t="0" r="0" b="0"/>
              <a:pathLst>
                <a:path w="26636" h="28673">
                  <a:moveTo>
                    <a:pt x="0" y="0"/>
                  </a:moveTo>
                  <a:lnTo>
                    <a:pt x="26636" y="28673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0" name="Input_receptor__1439">
              <a:extLst>
                <a:ext uri="{FF2B5EF4-FFF2-40B4-BE49-F238E27FC236}">
                  <a16:creationId xmlns:a16="http://schemas.microsoft.com/office/drawing/2014/main" id="{E08ADFAA-28CF-64C4-1E80-14058C779496}"/>
                </a:ext>
              </a:extLst>
            </p:cNvPr>
            <p:cNvSpPr>
              <a:spLocks noGrp="1"/>
            </p:cNvSpPr>
            <p:nvPr/>
          </p:nvSpPr>
          <p:spPr>
            <a:xfrm>
              <a:off x="1093083" y="4750332"/>
              <a:ext cx="4754" cy="17976"/>
            </a:xfrm>
            <a:custGeom>
              <a:avLst/>
              <a:gdLst/>
              <a:ahLst/>
              <a:cxnLst/>
              <a:rect l="0" t="0" r="0" b="0"/>
              <a:pathLst>
                <a:path w="4754" h="17976">
                  <a:moveTo>
                    <a:pt x="0" y="0"/>
                  </a:moveTo>
                  <a:lnTo>
                    <a:pt x="4754" y="17976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1" name="Input_receptor__1440">
              <a:extLst>
                <a:ext uri="{FF2B5EF4-FFF2-40B4-BE49-F238E27FC236}">
                  <a16:creationId xmlns:a16="http://schemas.microsoft.com/office/drawing/2014/main" id="{08E495A9-8F8C-C330-3ED1-5233DEADC0B4}"/>
                </a:ext>
              </a:extLst>
            </p:cNvPr>
            <p:cNvSpPr>
              <a:spLocks noGrp="1"/>
            </p:cNvSpPr>
            <p:nvPr/>
          </p:nvSpPr>
          <p:spPr>
            <a:xfrm>
              <a:off x="1334566" y="4548457"/>
              <a:ext cx="14784" cy="37498"/>
            </a:xfrm>
            <a:custGeom>
              <a:avLst/>
              <a:gdLst/>
              <a:ahLst/>
              <a:cxnLst/>
              <a:rect l="0" t="0" r="0" b="0"/>
              <a:pathLst>
                <a:path w="14784" h="37498">
                  <a:moveTo>
                    <a:pt x="0" y="37498"/>
                  </a:moveTo>
                  <a:lnTo>
                    <a:pt x="14784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2" name="Input_receptor__1441">
              <a:extLst>
                <a:ext uri="{FF2B5EF4-FFF2-40B4-BE49-F238E27FC236}">
                  <a16:creationId xmlns:a16="http://schemas.microsoft.com/office/drawing/2014/main" id="{E0FA9325-640B-4FA6-1143-8FB4A4275807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99559"/>
              <a:ext cx="8026" cy="30258"/>
            </a:xfrm>
            <a:custGeom>
              <a:avLst/>
              <a:gdLst/>
              <a:ahLst/>
              <a:cxnLst/>
              <a:rect l="0" t="0" r="0" b="0"/>
              <a:pathLst>
                <a:path w="8026" h="30258">
                  <a:moveTo>
                    <a:pt x="8026" y="3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3" name="Input_receptor__1442">
              <a:extLst>
                <a:ext uri="{FF2B5EF4-FFF2-40B4-BE49-F238E27FC236}">
                  <a16:creationId xmlns:a16="http://schemas.microsoft.com/office/drawing/2014/main" id="{49312818-02E7-ACF6-2101-FC1538FD0B0B}"/>
                </a:ext>
              </a:extLst>
            </p:cNvPr>
            <p:cNvSpPr>
              <a:spLocks noGrp="1"/>
            </p:cNvSpPr>
            <p:nvPr/>
          </p:nvSpPr>
          <p:spPr>
            <a:xfrm>
              <a:off x="1537156" y="4570416"/>
              <a:ext cx="6356" cy="42112"/>
            </a:xfrm>
            <a:custGeom>
              <a:avLst/>
              <a:gdLst/>
              <a:ahLst/>
              <a:cxnLst/>
              <a:rect l="0" t="0" r="0" b="0"/>
              <a:pathLst>
                <a:path w="6356" h="42112">
                  <a:moveTo>
                    <a:pt x="0" y="0"/>
                  </a:moveTo>
                  <a:lnTo>
                    <a:pt x="6356" y="4211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4" name="Input_receptor__1443">
              <a:extLst>
                <a:ext uri="{FF2B5EF4-FFF2-40B4-BE49-F238E27FC236}">
                  <a16:creationId xmlns:a16="http://schemas.microsoft.com/office/drawing/2014/main" id="{3986C3A0-3450-ABB7-04E3-09195F8D446F}"/>
                </a:ext>
              </a:extLst>
            </p:cNvPr>
            <p:cNvSpPr>
              <a:spLocks noGrp="1"/>
            </p:cNvSpPr>
            <p:nvPr/>
          </p:nvSpPr>
          <p:spPr>
            <a:xfrm>
              <a:off x="1436470" y="4063559"/>
              <a:ext cx="29698" cy="35922"/>
            </a:xfrm>
            <a:custGeom>
              <a:avLst/>
              <a:gdLst/>
              <a:ahLst/>
              <a:cxnLst/>
              <a:rect l="0" t="0" r="0" b="0"/>
              <a:pathLst>
                <a:path w="29698" h="35922">
                  <a:moveTo>
                    <a:pt x="0" y="0"/>
                  </a:moveTo>
                  <a:lnTo>
                    <a:pt x="29698" y="3592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5" name="Input_receptor__1444">
              <a:extLst>
                <a:ext uri="{FF2B5EF4-FFF2-40B4-BE49-F238E27FC236}">
                  <a16:creationId xmlns:a16="http://schemas.microsoft.com/office/drawing/2014/main" id="{A8F379AE-BFF9-F174-BBB0-E0BF974FCAE5}"/>
                </a:ext>
              </a:extLst>
            </p:cNvPr>
            <p:cNvSpPr>
              <a:spLocks noGrp="1"/>
            </p:cNvSpPr>
            <p:nvPr/>
          </p:nvSpPr>
          <p:spPr>
            <a:xfrm>
              <a:off x="910485" y="4964309"/>
              <a:ext cx="16353" cy="6570"/>
            </a:xfrm>
            <a:custGeom>
              <a:avLst/>
              <a:gdLst/>
              <a:ahLst/>
              <a:cxnLst/>
              <a:rect l="0" t="0" r="0" b="0"/>
              <a:pathLst>
                <a:path w="16353" h="6570">
                  <a:moveTo>
                    <a:pt x="16353" y="0"/>
                  </a:moveTo>
                  <a:lnTo>
                    <a:pt x="0" y="657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6" name="Input_receptor__1445">
              <a:extLst>
                <a:ext uri="{FF2B5EF4-FFF2-40B4-BE49-F238E27FC236}">
                  <a16:creationId xmlns:a16="http://schemas.microsoft.com/office/drawing/2014/main" id="{82EDB513-3ED1-F691-37E5-D536895BAEF9}"/>
                </a:ext>
              </a:extLst>
            </p:cNvPr>
            <p:cNvSpPr>
              <a:spLocks noGrp="1"/>
            </p:cNvSpPr>
            <p:nvPr/>
          </p:nvSpPr>
          <p:spPr>
            <a:xfrm>
              <a:off x="1548833" y="4802477"/>
              <a:ext cx="37458" cy="1660"/>
            </a:xfrm>
            <a:custGeom>
              <a:avLst/>
              <a:gdLst/>
              <a:ahLst/>
              <a:cxnLst/>
              <a:rect l="0" t="0" r="0" b="0"/>
              <a:pathLst>
                <a:path w="37458" h="1660">
                  <a:moveTo>
                    <a:pt x="37458" y="0"/>
                  </a:moveTo>
                  <a:lnTo>
                    <a:pt x="0" y="166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7" name="Input_receptor__1446">
              <a:extLst>
                <a:ext uri="{FF2B5EF4-FFF2-40B4-BE49-F238E27FC236}">
                  <a16:creationId xmlns:a16="http://schemas.microsoft.com/office/drawing/2014/main" id="{07692037-3589-5CA3-4FCB-5DA19FF80AA2}"/>
                </a:ext>
              </a:extLst>
            </p:cNvPr>
            <p:cNvSpPr>
              <a:spLocks noGrp="1"/>
            </p:cNvSpPr>
            <p:nvPr/>
          </p:nvSpPr>
          <p:spPr>
            <a:xfrm>
              <a:off x="1119263" y="4441628"/>
              <a:ext cx="26758" cy="11994"/>
            </a:xfrm>
            <a:custGeom>
              <a:avLst/>
              <a:gdLst/>
              <a:ahLst/>
              <a:cxnLst/>
              <a:rect l="0" t="0" r="0" b="0"/>
              <a:pathLst>
                <a:path w="26758" h="11994">
                  <a:moveTo>
                    <a:pt x="26758" y="0"/>
                  </a:moveTo>
                  <a:lnTo>
                    <a:pt x="0" y="1199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8" name="Input_receptor__1447">
              <a:extLst>
                <a:ext uri="{FF2B5EF4-FFF2-40B4-BE49-F238E27FC236}">
                  <a16:creationId xmlns:a16="http://schemas.microsoft.com/office/drawing/2014/main" id="{CB610844-B15A-2F59-7CF7-4010C4D09E94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92449"/>
              <a:ext cx="10735" cy="38794"/>
            </a:xfrm>
            <a:custGeom>
              <a:avLst/>
              <a:gdLst/>
              <a:ahLst/>
              <a:cxnLst/>
              <a:rect l="0" t="0" r="0" b="0"/>
              <a:pathLst>
                <a:path w="10735" h="38794">
                  <a:moveTo>
                    <a:pt x="0" y="0"/>
                  </a:moveTo>
                  <a:lnTo>
                    <a:pt x="10735" y="3879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49" name="Input_receptor__1448">
              <a:extLst>
                <a:ext uri="{FF2B5EF4-FFF2-40B4-BE49-F238E27FC236}">
                  <a16:creationId xmlns:a16="http://schemas.microsoft.com/office/drawing/2014/main" id="{EB374968-EDF0-9E8D-EADE-200129875C05}"/>
                </a:ext>
              </a:extLst>
            </p:cNvPr>
            <p:cNvSpPr>
              <a:spLocks noGrp="1"/>
            </p:cNvSpPr>
            <p:nvPr/>
          </p:nvSpPr>
          <p:spPr>
            <a:xfrm>
              <a:off x="1482912" y="4216164"/>
              <a:ext cx="12892" cy="42504"/>
            </a:xfrm>
            <a:custGeom>
              <a:avLst/>
              <a:gdLst/>
              <a:ahLst/>
              <a:cxnLst/>
              <a:rect l="0" t="0" r="0" b="0"/>
              <a:pathLst>
                <a:path w="12892" h="42504">
                  <a:moveTo>
                    <a:pt x="12892" y="0"/>
                  </a:moveTo>
                  <a:lnTo>
                    <a:pt x="0" y="4250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0" name="Input_receptor__1449">
              <a:extLst>
                <a:ext uri="{FF2B5EF4-FFF2-40B4-BE49-F238E27FC236}">
                  <a16:creationId xmlns:a16="http://schemas.microsoft.com/office/drawing/2014/main" id="{976750C8-80D6-280B-76C2-EFD0943B983A}"/>
                </a:ext>
              </a:extLst>
            </p:cNvPr>
            <p:cNvSpPr>
              <a:spLocks noGrp="1"/>
            </p:cNvSpPr>
            <p:nvPr/>
          </p:nvSpPr>
          <p:spPr>
            <a:xfrm>
              <a:off x="997026" y="4301858"/>
              <a:ext cx="40274" cy="25419"/>
            </a:xfrm>
            <a:custGeom>
              <a:avLst/>
              <a:gdLst/>
              <a:ahLst/>
              <a:cxnLst/>
              <a:rect l="0" t="0" r="0" b="0"/>
              <a:pathLst>
                <a:path w="40274" h="25419">
                  <a:moveTo>
                    <a:pt x="40274" y="0"/>
                  </a:moveTo>
                  <a:lnTo>
                    <a:pt x="0" y="2541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1" name="Input_receptor__1450">
              <a:extLst>
                <a:ext uri="{FF2B5EF4-FFF2-40B4-BE49-F238E27FC236}">
                  <a16:creationId xmlns:a16="http://schemas.microsoft.com/office/drawing/2014/main" id="{BD27A6EA-079B-E453-CC9F-1C17B5BDAB59}"/>
                </a:ext>
              </a:extLst>
            </p:cNvPr>
            <p:cNvSpPr>
              <a:spLocks noGrp="1"/>
            </p:cNvSpPr>
            <p:nvPr/>
          </p:nvSpPr>
          <p:spPr>
            <a:xfrm>
              <a:off x="1489017" y="5035130"/>
              <a:ext cx="12126" cy="12822"/>
            </a:xfrm>
            <a:custGeom>
              <a:avLst/>
              <a:gdLst/>
              <a:ahLst/>
              <a:cxnLst/>
              <a:rect l="0" t="0" r="0" b="0"/>
              <a:pathLst>
                <a:path w="12126" h="12822">
                  <a:moveTo>
                    <a:pt x="12126" y="128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2" name="Input_receptor__1451">
              <a:extLst>
                <a:ext uri="{FF2B5EF4-FFF2-40B4-BE49-F238E27FC236}">
                  <a16:creationId xmlns:a16="http://schemas.microsoft.com/office/drawing/2014/main" id="{821F4966-614F-C06B-A4E2-18EB6225977C}"/>
                </a:ext>
              </a:extLst>
            </p:cNvPr>
            <p:cNvSpPr>
              <a:spLocks noGrp="1"/>
            </p:cNvSpPr>
            <p:nvPr/>
          </p:nvSpPr>
          <p:spPr>
            <a:xfrm>
              <a:off x="1043790" y="4908058"/>
              <a:ext cx="27719" cy="29643"/>
            </a:xfrm>
            <a:custGeom>
              <a:avLst/>
              <a:gdLst/>
              <a:ahLst/>
              <a:cxnLst/>
              <a:rect l="0" t="0" r="0" b="0"/>
              <a:pathLst>
                <a:path w="27719" h="29643">
                  <a:moveTo>
                    <a:pt x="27719" y="0"/>
                  </a:moveTo>
                  <a:lnTo>
                    <a:pt x="0" y="29643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3" name="Input_receptor__1452">
              <a:extLst>
                <a:ext uri="{FF2B5EF4-FFF2-40B4-BE49-F238E27FC236}">
                  <a16:creationId xmlns:a16="http://schemas.microsoft.com/office/drawing/2014/main" id="{38B9DABE-9118-CDA0-01FC-A5A3BCC5ADE1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2952"/>
              <a:ext cx="10036" cy="3589"/>
            </a:xfrm>
            <a:custGeom>
              <a:avLst/>
              <a:gdLst/>
              <a:ahLst/>
              <a:cxnLst/>
              <a:rect l="0" t="0" r="0" b="0"/>
              <a:pathLst>
                <a:path w="10036" h="3589">
                  <a:moveTo>
                    <a:pt x="0" y="3589"/>
                  </a:moveTo>
                  <a:lnTo>
                    <a:pt x="10036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4" name="Input_receptor__1453">
              <a:extLst>
                <a:ext uri="{FF2B5EF4-FFF2-40B4-BE49-F238E27FC236}">
                  <a16:creationId xmlns:a16="http://schemas.microsoft.com/office/drawing/2014/main" id="{F69C3AF1-C116-25EA-E0A4-EB88F150C8F1}"/>
                </a:ext>
              </a:extLst>
            </p:cNvPr>
            <p:cNvSpPr>
              <a:spLocks noGrp="1"/>
            </p:cNvSpPr>
            <p:nvPr/>
          </p:nvSpPr>
          <p:spPr>
            <a:xfrm>
              <a:off x="1139466" y="4861701"/>
              <a:ext cx="20655" cy="28791"/>
            </a:xfrm>
            <a:custGeom>
              <a:avLst/>
              <a:gdLst/>
              <a:ahLst/>
              <a:cxnLst/>
              <a:rect l="0" t="0" r="0" b="0"/>
              <a:pathLst>
                <a:path w="20655" h="28791">
                  <a:moveTo>
                    <a:pt x="0" y="28791"/>
                  </a:moveTo>
                  <a:lnTo>
                    <a:pt x="20655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5" name="Input_receptor__1454">
              <a:extLst>
                <a:ext uri="{FF2B5EF4-FFF2-40B4-BE49-F238E27FC236}">
                  <a16:creationId xmlns:a16="http://schemas.microsoft.com/office/drawing/2014/main" id="{E3F82851-ABCF-A174-3AFC-F30BD6E11B4C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6455" cy="42509"/>
            </a:xfrm>
            <a:custGeom>
              <a:avLst/>
              <a:gdLst/>
              <a:ahLst/>
              <a:cxnLst/>
              <a:rect l="0" t="0" r="0" b="0"/>
              <a:pathLst>
                <a:path w="6455" h="42509">
                  <a:moveTo>
                    <a:pt x="0" y="0"/>
                  </a:moveTo>
                  <a:lnTo>
                    <a:pt x="6455" y="4250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6" name="Input_receptor__1455">
              <a:extLst>
                <a:ext uri="{FF2B5EF4-FFF2-40B4-BE49-F238E27FC236}">
                  <a16:creationId xmlns:a16="http://schemas.microsoft.com/office/drawing/2014/main" id="{B3DEBAEA-89B6-1BB1-45AC-BF333CAC15D3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695000"/>
              <a:ext cx="28113" cy="38724"/>
            </a:xfrm>
            <a:custGeom>
              <a:avLst/>
              <a:gdLst/>
              <a:ahLst/>
              <a:cxnLst/>
              <a:rect l="0" t="0" r="0" b="0"/>
              <a:pathLst>
                <a:path w="28113" h="38724">
                  <a:moveTo>
                    <a:pt x="28113" y="0"/>
                  </a:moveTo>
                  <a:lnTo>
                    <a:pt x="0" y="3872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7" name="Input_receptor__1456">
              <a:extLst>
                <a:ext uri="{FF2B5EF4-FFF2-40B4-BE49-F238E27FC236}">
                  <a16:creationId xmlns:a16="http://schemas.microsoft.com/office/drawing/2014/main" id="{87745F8E-1693-DD88-3C55-F03C3684B032}"/>
                </a:ext>
              </a:extLst>
            </p:cNvPr>
            <p:cNvSpPr>
              <a:spLocks noGrp="1"/>
            </p:cNvSpPr>
            <p:nvPr/>
          </p:nvSpPr>
          <p:spPr>
            <a:xfrm>
              <a:off x="1668702" y="4362651"/>
              <a:ext cx="17261" cy="22754"/>
            </a:xfrm>
            <a:custGeom>
              <a:avLst/>
              <a:gdLst/>
              <a:ahLst/>
              <a:cxnLst/>
              <a:rect l="0" t="0" r="0" b="0"/>
              <a:pathLst>
                <a:path w="17261" h="22754">
                  <a:moveTo>
                    <a:pt x="0" y="0"/>
                  </a:moveTo>
                  <a:lnTo>
                    <a:pt x="17261" y="2275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8" name="Input_receptor__1457">
              <a:extLst>
                <a:ext uri="{FF2B5EF4-FFF2-40B4-BE49-F238E27FC236}">
                  <a16:creationId xmlns:a16="http://schemas.microsoft.com/office/drawing/2014/main" id="{D15EA8EA-902B-B8C2-570F-1F72B1720EDF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814" cy="34239"/>
            </a:xfrm>
            <a:custGeom>
              <a:avLst/>
              <a:gdLst/>
              <a:ahLst/>
              <a:cxnLst/>
              <a:rect l="0" t="0" r="0" b="0"/>
              <a:pathLst>
                <a:path w="814" h="34239">
                  <a:moveTo>
                    <a:pt x="814" y="3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9" name="Input_receptor__1458">
              <a:extLst>
                <a:ext uri="{FF2B5EF4-FFF2-40B4-BE49-F238E27FC236}">
                  <a16:creationId xmlns:a16="http://schemas.microsoft.com/office/drawing/2014/main" id="{E67A2CE9-B0AB-5ECC-F25C-832366191A8D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41576"/>
              <a:ext cx="11818" cy="46381"/>
            </a:xfrm>
            <a:custGeom>
              <a:avLst/>
              <a:gdLst/>
              <a:ahLst/>
              <a:cxnLst/>
              <a:rect l="0" t="0" r="0" b="0"/>
              <a:pathLst>
                <a:path w="11818" h="46381">
                  <a:moveTo>
                    <a:pt x="0" y="0"/>
                  </a:moveTo>
                  <a:lnTo>
                    <a:pt x="11818" y="46381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0" name="Input_receptor__1459">
              <a:extLst>
                <a:ext uri="{FF2B5EF4-FFF2-40B4-BE49-F238E27FC236}">
                  <a16:creationId xmlns:a16="http://schemas.microsoft.com/office/drawing/2014/main" id="{BDF090EE-5F91-35D2-8F93-F0985F6B0DCD}"/>
                </a:ext>
              </a:extLst>
            </p:cNvPr>
            <p:cNvSpPr>
              <a:spLocks noGrp="1"/>
            </p:cNvSpPr>
            <p:nvPr/>
          </p:nvSpPr>
          <p:spPr>
            <a:xfrm>
              <a:off x="1143711" y="4974921"/>
              <a:ext cx="31405" cy="19980"/>
            </a:xfrm>
            <a:custGeom>
              <a:avLst/>
              <a:gdLst/>
              <a:ahLst/>
              <a:cxnLst/>
              <a:rect l="0" t="0" r="0" b="0"/>
              <a:pathLst>
                <a:path w="31405" h="19980">
                  <a:moveTo>
                    <a:pt x="0" y="0"/>
                  </a:moveTo>
                  <a:lnTo>
                    <a:pt x="31405" y="1998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1" name="Input_receptor__1460">
              <a:extLst>
                <a:ext uri="{FF2B5EF4-FFF2-40B4-BE49-F238E27FC236}">
                  <a16:creationId xmlns:a16="http://schemas.microsoft.com/office/drawing/2014/main" id="{2A98AE5F-5CFD-8148-72C7-880C9CC7C83A}"/>
                </a:ext>
              </a:extLst>
            </p:cNvPr>
            <p:cNvSpPr>
              <a:spLocks noGrp="1"/>
            </p:cNvSpPr>
            <p:nvPr/>
          </p:nvSpPr>
          <p:spPr>
            <a:xfrm>
              <a:off x="1495803" y="4208135"/>
              <a:ext cx="46280" cy="8029"/>
            </a:xfrm>
            <a:custGeom>
              <a:avLst/>
              <a:gdLst/>
              <a:ahLst/>
              <a:cxnLst/>
              <a:rect l="0" t="0" r="0" b="0"/>
              <a:pathLst>
                <a:path w="46280" h="8029">
                  <a:moveTo>
                    <a:pt x="46280" y="0"/>
                  </a:moveTo>
                  <a:lnTo>
                    <a:pt x="0" y="802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2" name="Input_receptor__1461">
              <a:extLst>
                <a:ext uri="{FF2B5EF4-FFF2-40B4-BE49-F238E27FC236}">
                  <a16:creationId xmlns:a16="http://schemas.microsoft.com/office/drawing/2014/main" id="{89A7F7BD-944C-3ACA-BC11-CA7DC9DA7817}"/>
                </a:ext>
              </a:extLst>
            </p:cNvPr>
            <p:cNvSpPr>
              <a:spLocks noGrp="1"/>
            </p:cNvSpPr>
            <p:nvPr/>
          </p:nvSpPr>
          <p:spPr>
            <a:xfrm>
              <a:off x="1486857" y="4365882"/>
              <a:ext cx="34329" cy="33157"/>
            </a:xfrm>
            <a:custGeom>
              <a:avLst/>
              <a:gdLst/>
              <a:ahLst/>
              <a:cxnLst/>
              <a:rect l="0" t="0" r="0" b="0"/>
              <a:pathLst>
                <a:path w="34329" h="33157">
                  <a:moveTo>
                    <a:pt x="0" y="0"/>
                  </a:moveTo>
                  <a:lnTo>
                    <a:pt x="34329" y="33157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3" name="Input_receptor__1462">
              <a:extLst>
                <a:ext uri="{FF2B5EF4-FFF2-40B4-BE49-F238E27FC236}">
                  <a16:creationId xmlns:a16="http://schemas.microsoft.com/office/drawing/2014/main" id="{A419BDB6-1CF6-C6E1-8407-F0580C9B1BE0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71034"/>
              <a:ext cx="40003" cy="21414"/>
            </a:xfrm>
            <a:custGeom>
              <a:avLst/>
              <a:gdLst/>
              <a:ahLst/>
              <a:cxnLst/>
              <a:rect l="0" t="0" r="0" b="0"/>
              <a:pathLst>
                <a:path w="40003" h="21414">
                  <a:moveTo>
                    <a:pt x="40003" y="0"/>
                  </a:moveTo>
                  <a:lnTo>
                    <a:pt x="0" y="2141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4" name="Input_receptor__1463">
              <a:extLst>
                <a:ext uri="{FF2B5EF4-FFF2-40B4-BE49-F238E27FC236}">
                  <a16:creationId xmlns:a16="http://schemas.microsoft.com/office/drawing/2014/main" id="{9B4AC354-03CE-CD8D-9767-6C2A45A999C5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1313"/>
              <a:ext cx="24784" cy="24900"/>
            </a:xfrm>
            <a:custGeom>
              <a:avLst/>
              <a:gdLst/>
              <a:ahLst/>
              <a:cxnLst/>
              <a:rect l="0" t="0" r="0" b="0"/>
              <a:pathLst>
                <a:path w="24784" h="24900">
                  <a:moveTo>
                    <a:pt x="24784" y="0"/>
                  </a:moveTo>
                  <a:lnTo>
                    <a:pt x="0" y="2490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5" name="Input_receptor__1464">
              <a:extLst>
                <a:ext uri="{FF2B5EF4-FFF2-40B4-BE49-F238E27FC236}">
                  <a16:creationId xmlns:a16="http://schemas.microsoft.com/office/drawing/2014/main" id="{82386EDA-DE48-77D2-492B-1584EC277943}"/>
                </a:ext>
              </a:extLst>
            </p:cNvPr>
            <p:cNvSpPr>
              <a:spLocks noGrp="1"/>
            </p:cNvSpPr>
            <p:nvPr/>
          </p:nvSpPr>
          <p:spPr>
            <a:xfrm>
              <a:off x="908279" y="4446710"/>
              <a:ext cx="2123" cy="30082"/>
            </a:xfrm>
            <a:custGeom>
              <a:avLst/>
              <a:gdLst/>
              <a:ahLst/>
              <a:cxnLst/>
              <a:rect l="0" t="0" r="0" b="0"/>
              <a:pathLst>
                <a:path w="2123" h="30082">
                  <a:moveTo>
                    <a:pt x="2123" y="3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6" name="Input_receptor__1465">
              <a:extLst>
                <a:ext uri="{FF2B5EF4-FFF2-40B4-BE49-F238E27FC236}">
                  <a16:creationId xmlns:a16="http://schemas.microsoft.com/office/drawing/2014/main" id="{A1C2DB68-B6C5-606E-88CB-A416A619F32E}"/>
                </a:ext>
              </a:extLst>
            </p:cNvPr>
            <p:cNvSpPr>
              <a:spLocks noGrp="1"/>
            </p:cNvSpPr>
            <p:nvPr/>
          </p:nvSpPr>
          <p:spPr>
            <a:xfrm>
              <a:off x="1586291" y="4802477"/>
              <a:ext cx="11989" cy="44333"/>
            </a:xfrm>
            <a:custGeom>
              <a:avLst/>
              <a:gdLst/>
              <a:ahLst/>
              <a:cxnLst/>
              <a:rect l="0" t="0" r="0" b="0"/>
              <a:pathLst>
                <a:path w="11989" h="44333">
                  <a:moveTo>
                    <a:pt x="11989" y="443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2"/>
              </a:solidFill>
            </a:ln>
          </p:spPr>
        </p:sp>
        <p:sp>
          <p:nvSpPr>
            <p:cNvPr id="1467" name="Input_receptor__1466">
              <a:extLst>
                <a:ext uri="{FF2B5EF4-FFF2-40B4-BE49-F238E27FC236}">
                  <a16:creationId xmlns:a16="http://schemas.microsoft.com/office/drawing/2014/main" id="{48B0E92E-932D-B3FD-8461-BA88523EE85C}"/>
                </a:ext>
              </a:extLst>
            </p:cNvPr>
            <p:cNvSpPr>
              <a:spLocks noGrp="1"/>
            </p:cNvSpPr>
            <p:nvPr/>
          </p:nvSpPr>
          <p:spPr>
            <a:xfrm>
              <a:off x="1214268" y="4829149"/>
              <a:ext cx="7134" cy="42987"/>
            </a:xfrm>
            <a:custGeom>
              <a:avLst/>
              <a:gdLst/>
              <a:ahLst/>
              <a:cxnLst/>
              <a:rect l="0" t="0" r="0" b="0"/>
              <a:pathLst>
                <a:path w="7134" h="42987">
                  <a:moveTo>
                    <a:pt x="0" y="42987"/>
                  </a:moveTo>
                  <a:lnTo>
                    <a:pt x="7134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8" name="Input_receptor__1467">
              <a:extLst>
                <a:ext uri="{FF2B5EF4-FFF2-40B4-BE49-F238E27FC236}">
                  <a16:creationId xmlns:a16="http://schemas.microsoft.com/office/drawing/2014/main" id="{EB14F11B-7FFE-F51B-1DDC-64E174EE953A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51797"/>
              <a:ext cx="26162" cy="35599"/>
            </a:xfrm>
            <a:custGeom>
              <a:avLst/>
              <a:gdLst/>
              <a:ahLst/>
              <a:cxnLst/>
              <a:rect l="0" t="0" r="0" b="0"/>
              <a:pathLst>
                <a:path w="26162" h="35599">
                  <a:moveTo>
                    <a:pt x="0" y="35599"/>
                  </a:moveTo>
                  <a:lnTo>
                    <a:pt x="26162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9" name="Input_receptor__1468">
              <a:extLst>
                <a:ext uri="{FF2B5EF4-FFF2-40B4-BE49-F238E27FC236}">
                  <a16:creationId xmlns:a16="http://schemas.microsoft.com/office/drawing/2014/main" id="{843E5E3A-BFE1-3240-2DE3-9AEE8F5F1E69}"/>
                </a:ext>
              </a:extLst>
            </p:cNvPr>
            <p:cNvSpPr>
              <a:spLocks noGrp="1"/>
            </p:cNvSpPr>
            <p:nvPr/>
          </p:nvSpPr>
          <p:spPr>
            <a:xfrm>
              <a:off x="863602" y="4923139"/>
              <a:ext cx="39054" cy="11538"/>
            </a:xfrm>
            <a:custGeom>
              <a:avLst/>
              <a:gdLst/>
              <a:ahLst/>
              <a:cxnLst/>
              <a:rect l="0" t="0" r="0" b="0"/>
              <a:pathLst>
                <a:path w="39054" h="11538">
                  <a:moveTo>
                    <a:pt x="39054" y="0"/>
                  </a:moveTo>
                  <a:lnTo>
                    <a:pt x="0" y="11538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0" name="Input_receptor__1469">
              <a:extLst>
                <a:ext uri="{FF2B5EF4-FFF2-40B4-BE49-F238E27FC236}">
                  <a16:creationId xmlns:a16="http://schemas.microsoft.com/office/drawing/2014/main" id="{C2613B17-3398-A116-BD1C-4A3728EAB08E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7191"/>
              <a:ext cx="20267" cy="1725"/>
            </a:xfrm>
            <a:custGeom>
              <a:avLst/>
              <a:gdLst/>
              <a:ahLst/>
              <a:cxnLst/>
              <a:rect l="0" t="0" r="0" b="0"/>
              <a:pathLst>
                <a:path w="20267" h="1725">
                  <a:moveTo>
                    <a:pt x="0" y="1725"/>
                  </a:moveTo>
                  <a:lnTo>
                    <a:pt x="20267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1" name="Input_receptor__1470">
              <a:extLst>
                <a:ext uri="{FF2B5EF4-FFF2-40B4-BE49-F238E27FC236}">
                  <a16:creationId xmlns:a16="http://schemas.microsoft.com/office/drawing/2014/main" id="{F74C6541-AD44-9F10-B9D5-392E4448F219}"/>
                </a:ext>
              </a:extLst>
            </p:cNvPr>
            <p:cNvSpPr>
              <a:spLocks noGrp="1"/>
            </p:cNvSpPr>
            <p:nvPr/>
          </p:nvSpPr>
          <p:spPr>
            <a:xfrm>
              <a:off x="655891" y="4688848"/>
              <a:ext cx="9889" cy="41688"/>
            </a:xfrm>
            <a:custGeom>
              <a:avLst/>
              <a:gdLst/>
              <a:ahLst/>
              <a:cxnLst/>
              <a:rect l="0" t="0" r="0" b="0"/>
              <a:pathLst>
                <a:path w="9889" h="41688">
                  <a:moveTo>
                    <a:pt x="9889" y="416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2" name="Input_receptor__1471">
              <a:extLst>
                <a:ext uri="{FF2B5EF4-FFF2-40B4-BE49-F238E27FC236}">
                  <a16:creationId xmlns:a16="http://schemas.microsoft.com/office/drawing/2014/main" id="{C4C0C221-4C05-703A-B202-EC6702DCCB12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4486" cy="9847"/>
            </a:xfrm>
            <a:custGeom>
              <a:avLst/>
              <a:gdLst/>
              <a:ahLst/>
              <a:cxnLst/>
              <a:rect l="0" t="0" r="0" b="0"/>
              <a:pathLst>
                <a:path w="4486" h="9847">
                  <a:moveTo>
                    <a:pt x="4486" y="98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3" name="Input_receptor__1472">
              <a:extLst>
                <a:ext uri="{FF2B5EF4-FFF2-40B4-BE49-F238E27FC236}">
                  <a16:creationId xmlns:a16="http://schemas.microsoft.com/office/drawing/2014/main" id="{8B05FE49-68FC-5F15-3FE4-933F389174AE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86394"/>
              <a:ext cx="5635" cy="46831"/>
            </a:xfrm>
            <a:custGeom>
              <a:avLst/>
              <a:gdLst/>
              <a:ahLst/>
              <a:cxnLst/>
              <a:rect l="0" t="0" r="0" b="0"/>
              <a:pathLst>
                <a:path w="5635" h="46831">
                  <a:moveTo>
                    <a:pt x="5635" y="46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4" name="Input_receptor__1473">
              <a:extLst>
                <a:ext uri="{FF2B5EF4-FFF2-40B4-BE49-F238E27FC236}">
                  <a16:creationId xmlns:a16="http://schemas.microsoft.com/office/drawing/2014/main" id="{60E22179-6D15-5B14-7AF2-AD45F930A72C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9945" cy="24101"/>
            </a:xfrm>
            <a:custGeom>
              <a:avLst/>
              <a:gdLst/>
              <a:ahLst/>
              <a:cxnLst/>
              <a:rect l="0" t="0" r="0" b="0"/>
              <a:pathLst>
                <a:path w="9945" h="24101">
                  <a:moveTo>
                    <a:pt x="0" y="0"/>
                  </a:moveTo>
                  <a:lnTo>
                    <a:pt x="9945" y="24101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5" name="Input_receptor__1474">
              <a:extLst>
                <a:ext uri="{FF2B5EF4-FFF2-40B4-BE49-F238E27FC236}">
                  <a16:creationId xmlns:a16="http://schemas.microsoft.com/office/drawing/2014/main" id="{7849789B-7C89-241F-3DED-B404F70B7DFE}"/>
                </a:ext>
              </a:extLst>
            </p:cNvPr>
            <p:cNvSpPr>
              <a:spLocks noGrp="1"/>
            </p:cNvSpPr>
            <p:nvPr/>
          </p:nvSpPr>
          <p:spPr>
            <a:xfrm>
              <a:off x="1048176" y="4441365"/>
              <a:ext cx="24206" cy="29670"/>
            </a:xfrm>
            <a:custGeom>
              <a:avLst/>
              <a:gdLst/>
              <a:ahLst/>
              <a:cxnLst/>
              <a:rect l="0" t="0" r="0" b="0"/>
              <a:pathLst>
                <a:path w="24206" h="29670">
                  <a:moveTo>
                    <a:pt x="24206" y="0"/>
                  </a:moveTo>
                  <a:lnTo>
                    <a:pt x="0" y="2967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6" name="Input_receptor__1475">
              <a:extLst>
                <a:ext uri="{FF2B5EF4-FFF2-40B4-BE49-F238E27FC236}">
                  <a16:creationId xmlns:a16="http://schemas.microsoft.com/office/drawing/2014/main" id="{DD14109A-07EB-1BE9-9B74-64E30C706C91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23721"/>
              <a:ext cx="18196" cy="44476"/>
            </a:xfrm>
            <a:custGeom>
              <a:avLst/>
              <a:gdLst/>
              <a:ahLst/>
              <a:cxnLst/>
              <a:rect l="0" t="0" r="0" b="0"/>
              <a:pathLst>
                <a:path w="18196" h="44476">
                  <a:moveTo>
                    <a:pt x="0" y="0"/>
                  </a:moveTo>
                  <a:lnTo>
                    <a:pt x="18196" y="44476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7" name="Input_receptor__1476">
              <a:extLst>
                <a:ext uri="{FF2B5EF4-FFF2-40B4-BE49-F238E27FC236}">
                  <a16:creationId xmlns:a16="http://schemas.microsoft.com/office/drawing/2014/main" id="{F41A8C2B-0605-9816-BD5F-77CA0784C3EB}"/>
                </a:ext>
              </a:extLst>
            </p:cNvPr>
            <p:cNvSpPr>
              <a:spLocks noGrp="1"/>
            </p:cNvSpPr>
            <p:nvPr/>
          </p:nvSpPr>
          <p:spPr>
            <a:xfrm>
              <a:off x="846566" y="4934678"/>
              <a:ext cx="17037" cy="29256"/>
            </a:xfrm>
            <a:custGeom>
              <a:avLst/>
              <a:gdLst/>
              <a:ahLst/>
              <a:cxnLst/>
              <a:rect l="0" t="0" r="0" b="0"/>
              <a:pathLst>
                <a:path w="17037" h="29256">
                  <a:moveTo>
                    <a:pt x="17037" y="0"/>
                  </a:moveTo>
                  <a:lnTo>
                    <a:pt x="0" y="29256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8" name="Input_receptor__1477">
              <a:extLst>
                <a:ext uri="{FF2B5EF4-FFF2-40B4-BE49-F238E27FC236}">
                  <a16:creationId xmlns:a16="http://schemas.microsoft.com/office/drawing/2014/main" id="{8F4722B1-AADB-ABCA-7A1F-1C1E00659F00}"/>
                </a:ext>
              </a:extLst>
            </p:cNvPr>
            <p:cNvSpPr>
              <a:spLocks noGrp="1"/>
            </p:cNvSpPr>
            <p:nvPr/>
          </p:nvSpPr>
          <p:spPr>
            <a:xfrm>
              <a:off x="1542083" y="4179570"/>
              <a:ext cx="27511" cy="28565"/>
            </a:xfrm>
            <a:custGeom>
              <a:avLst/>
              <a:gdLst/>
              <a:ahLst/>
              <a:cxnLst/>
              <a:rect l="0" t="0" r="0" b="0"/>
              <a:pathLst>
                <a:path w="27511" h="28565">
                  <a:moveTo>
                    <a:pt x="27511" y="0"/>
                  </a:moveTo>
                  <a:lnTo>
                    <a:pt x="0" y="28565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9" name="Input_receptor__1478">
              <a:extLst>
                <a:ext uri="{FF2B5EF4-FFF2-40B4-BE49-F238E27FC236}">
                  <a16:creationId xmlns:a16="http://schemas.microsoft.com/office/drawing/2014/main" id="{D0CFFB0D-7476-1489-C2D6-0F1F14A36BE7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598860"/>
              <a:ext cx="20925" cy="42519"/>
            </a:xfrm>
            <a:custGeom>
              <a:avLst/>
              <a:gdLst/>
              <a:ahLst/>
              <a:cxnLst/>
              <a:rect l="0" t="0" r="0" b="0"/>
              <a:pathLst>
                <a:path w="20925" h="42519">
                  <a:moveTo>
                    <a:pt x="0" y="42519"/>
                  </a:moveTo>
                  <a:lnTo>
                    <a:pt x="2092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0" name="Input_receptor__1479">
              <a:extLst>
                <a:ext uri="{FF2B5EF4-FFF2-40B4-BE49-F238E27FC236}">
                  <a16:creationId xmlns:a16="http://schemas.microsoft.com/office/drawing/2014/main" id="{0ADF1363-64DF-AAD0-EB1E-1FA8A26D84B3}"/>
                </a:ext>
              </a:extLst>
            </p:cNvPr>
            <p:cNvSpPr>
              <a:spLocks noGrp="1"/>
            </p:cNvSpPr>
            <p:nvPr/>
          </p:nvSpPr>
          <p:spPr>
            <a:xfrm>
              <a:off x="1482732" y="4630869"/>
              <a:ext cx="2373" cy="21138"/>
            </a:xfrm>
            <a:custGeom>
              <a:avLst/>
              <a:gdLst/>
              <a:ahLst/>
              <a:cxnLst/>
              <a:rect l="0" t="0" r="0" b="0"/>
              <a:pathLst>
                <a:path w="2373" h="21138">
                  <a:moveTo>
                    <a:pt x="2373" y="0"/>
                  </a:moveTo>
                  <a:lnTo>
                    <a:pt x="0" y="21138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1" name="Input_receptor__1480">
              <a:extLst>
                <a:ext uri="{FF2B5EF4-FFF2-40B4-BE49-F238E27FC236}">
                  <a16:creationId xmlns:a16="http://schemas.microsoft.com/office/drawing/2014/main" id="{1A574567-2D67-1247-F1B1-3B5F72CB6CF6}"/>
                </a:ext>
              </a:extLst>
            </p:cNvPr>
            <p:cNvSpPr>
              <a:spLocks noGrp="1"/>
            </p:cNvSpPr>
            <p:nvPr/>
          </p:nvSpPr>
          <p:spPr>
            <a:xfrm>
              <a:off x="1176797" y="4294439"/>
              <a:ext cx="34824" cy="29480"/>
            </a:xfrm>
            <a:custGeom>
              <a:avLst/>
              <a:gdLst/>
              <a:ahLst/>
              <a:cxnLst/>
              <a:rect l="0" t="0" r="0" b="0"/>
              <a:pathLst>
                <a:path w="34824" h="29480">
                  <a:moveTo>
                    <a:pt x="0" y="29480"/>
                  </a:moveTo>
                  <a:lnTo>
                    <a:pt x="34824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2" name="Input_receptor__1481">
              <a:extLst>
                <a:ext uri="{FF2B5EF4-FFF2-40B4-BE49-F238E27FC236}">
                  <a16:creationId xmlns:a16="http://schemas.microsoft.com/office/drawing/2014/main" id="{7920CB1B-99B2-B977-77AE-BC3C980129D0}"/>
                </a:ext>
              </a:extLst>
            </p:cNvPr>
            <p:cNvSpPr>
              <a:spLocks noGrp="1"/>
            </p:cNvSpPr>
            <p:nvPr/>
          </p:nvSpPr>
          <p:spPr>
            <a:xfrm>
              <a:off x="1149226" y="4255977"/>
              <a:ext cx="2807" cy="21452"/>
            </a:xfrm>
            <a:custGeom>
              <a:avLst/>
              <a:gdLst/>
              <a:ahLst/>
              <a:cxnLst/>
              <a:rect l="0" t="0" r="0" b="0"/>
              <a:pathLst>
                <a:path w="2807" h="21452">
                  <a:moveTo>
                    <a:pt x="0" y="0"/>
                  </a:moveTo>
                  <a:lnTo>
                    <a:pt x="2807" y="21452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3" name="Input_receptor__1482">
              <a:extLst>
                <a:ext uri="{FF2B5EF4-FFF2-40B4-BE49-F238E27FC236}">
                  <a16:creationId xmlns:a16="http://schemas.microsoft.com/office/drawing/2014/main" id="{049943CF-CB36-C94A-8C45-BFAAE1BAEBAC}"/>
                </a:ext>
              </a:extLst>
            </p:cNvPr>
            <p:cNvSpPr>
              <a:spLocks noGrp="1"/>
            </p:cNvSpPr>
            <p:nvPr/>
          </p:nvSpPr>
          <p:spPr>
            <a:xfrm>
              <a:off x="1288012" y="4580136"/>
              <a:ext cx="46554" cy="5818"/>
            </a:xfrm>
            <a:custGeom>
              <a:avLst/>
              <a:gdLst/>
              <a:ahLst/>
              <a:cxnLst/>
              <a:rect l="0" t="0" r="0" b="0"/>
              <a:pathLst>
                <a:path w="46554" h="5818">
                  <a:moveTo>
                    <a:pt x="0" y="0"/>
                  </a:moveTo>
                  <a:lnTo>
                    <a:pt x="46554" y="5818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4" name="Input_receptor__1483">
              <a:extLst>
                <a:ext uri="{FF2B5EF4-FFF2-40B4-BE49-F238E27FC236}">
                  <a16:creationId xmlns:a16="http://schemas.microsoft.com/office/drawing/2014/main" id="{3B19170E-EC1D-FE1A-52ED-02F42F902CAC}"/>
                </a:ext>
              </a:extLst>
            </p:cNvPr>
            <p:cNvSpPr>
              <a:spLocks noGrp="1"/>
            </p:cNvSpPr>
            <p:nvPr/>
          </p:nvSpPr>
          <p:spPr>
            <a:xfrm>
              <a:off x="1146021" y="4441628"/>
              <a:ext cx="27090" cy="39347"/>
            </a:xfrm>
            <a:custGeom>
              <a:avLst/>
              <a:gdLst/>
              <a:ahLst/>
              <a:cxnLst/>
              <a:rect l="0" t="0" r="0" b="0"/>
              <a:pathLst>
                <a:path w="27090" h="39347">
                  <a:moveTo>
                    <a:pt x="27090" y="39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5" name="Input_receptor__1484">
              <a:extLst>
                <a:ext uri="{FF2B5EF4-FFF2-40B4-BE49-F238E27FC236}">
                  <a16:creationId xmlns:a16="http://schemas.microsoft.com/office/drawing/2014/main" id="{741E4D77-3066-E21F-1958-E27ADCCC5C8D}"/>
                </a:ext>
              </a:extLst>
            </p:cNvPr>
            <p:cNvSpPr>
              <a:spLocks noGrp="1"/>
            </p:cNvSpPr>
            <p:nvPr/>
          </p:nvSpPr>
          <p:spPr>
            <a:xfrm>
              <a:off x="1059306" y="4716652"/>
              <a:ext cx="33778" cy="33680"/>
            </a:xfrm>
            <a:custGeom>
              <a:avLst/>
              <a:gdLst/>
              <a:ahLst/>
              <a:cxnLst/>
              <a:rect l="0" t="0" r="0" b="0"/>
              <a:pathLst>
                <a:path w="33778" h="33680">
                  <a:moveTo>
                    <a:pt x="0" y="0"/>
                  </a:moveTo>
                  <a:lnTo>
                    <a:pt x="33778" y="3368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6" name="Input_receptor__1485">
              <a:extLst>
                <a:ext uri="{FF2B5EF4-FFF2-40B4-BE49-F238E27FC236}">
                  <a16:creationId xmlns:a16="http://schemas.microsoft.com/office/drawing/2014/main" id="{5C43E121-2506-AC20-0BC8-C4046C677F3E}"/>
                </a:ext>
              </a:extLst>
            </p:cNvPr>
            <p:cNvSpPr>
              <a:spLocks noGrp="1"/>
            </p:cNvSpPr>
            <p:nvPr/>
          </p:nvSpPr>
          <p:spPr>
            <a:xfrm>
              <a:off x="1569594" y="4147983"/>
              <a:ext cx="28444" cy="31586"/>
            </a:xfrm>
            <a:custGeom>
              <a:avLst/>
              <a:gdLst/>
              <a:ahLst/>
              <a:cxnLst/>
              <a:rect l="0" t="0" r="0" b="0"/>
              <a:pathLst>
                <a:path w="28444" h="31586">
                  <a:moveTo>
                    <a:pt x="28444" y="0"/>
                  </a:moveTo>
                  <a:lnTo>
                    <a:pt x="0" y="31586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7" name="Input_receptor__1486">
              <a:extLst>
                <a:ext uri="{FF2B5EF4-FFF2-40B4-BE49-F238E27FC236}">
                  <a16:creationId xmlns:a16="http://schemas.microsoft.com/office/drawing/2014/main" id="{4FC6796E-E207-3E9A-5FBA-B808726DC116}"/>
                </a:ext>
              </a:extLst>
            </p:cNvPr>
            <p:cNvSpPr>
              <a:spLocks noGrp="1"/>
            </p:cNvSpPr>
            <p:nvPr/>
          </p:nvSpPr>
          <p:spPr>
            <a:xfrm>
              <a:off x="995827" y="4884654"/>
              <a:ext cx="7984" cy="33082"/>
            </a:xfrm>
            <a:custGeom>
              <a:avLst/>
              <a:gdLst/>
              <a:ahLst/>
              <a:cxnLst/>
              <a:rect l="0" t="0" r="0" b="0"/>
              <a:pathLst>
                <a:path w="7984" h="33082">
                  <a:moveTo>
                    <a:pt x="7984" y="33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8" name="Input_receptor__1487">
              <a:extLst>
                <a:ext uri="{FF2B5EF4-FFF2-40B4-BE49-F238E27FC236}">
                  <a16:creationId xmlns:a16="http://schemas.microsoft.com/office/drawing/2014/main" id="{E8D17D2D-EE82-AAD7-D158-48940406689D}"/>
                </a:ext>
              </a:extLst>
            </p:cNvPr>
            <p:cNvSpPr>
              <a:spLocks noGrp="1"/>
            </p:cNvSpPr>
            <p:nvPr/>
          </p:nvSpPr>
          <p:spPr>
            <a:xfrm>
              <a:off x="1037300" y="4301858"/>
              <a:ext cx="36390" cy="20506"/>
            </a:xfrm>
            <a:custGeom>
              <a:avLst/>
              <a:gdLst/>
              <a:ahLst/>
              <a:cxnLst/>
              <a:rect l="0" t="0" r="0" b="0"/>
              <a:pathLst>
                <a:path w="36390" h="20506">
                  <a:moveTo>
                    <a:pt x="36390" y="20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9" name="Input_receptor__1488">
              <a:extLst>
                <a:ext uri="{FF2B5EF4-FFF2-40B4-BE49-F238E27FC236}">
                  <a16:creationId xmlns:a16="http://schemas.microsoft.com/office/drawing/2014/main" id="{DE1FC172-C133-5AAB-B817-1358EFAFD7A8}"/>
                </a:ext>
              </a:extLst>
            </p:cNvPr>
            <p:cNvSpPr>
              <a:spLocks noGrp="1"/>
            </p:cNvSpPr>
            <p:nvPr/>
          </p:nvSpPr>
          <p:spPr>
            <a:xfrm>
              <a:off x="1386578" y="4546616"/>
              <a:ext cx="34758" cy="4091"/>
            </a:xfrm>
            <a:custGeom>
              <a:avLst/>
              <a:gdLst/>
              <a:ahLst/>
              <a:cxnLst/>
              <a:rect l="0" t="0" r="0" b="0"/>
              <a:pathLst>
                <a:path w="34758" h="4091">
                  <a:moveTo>
                    <a:pt x="34758" y="40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0" name="Input_receptor__1489">
              <a:extLst>
                <a:ext uri="{FF2B5EF4-FFF2-40B4-BE49-F238E27FC236}">
                  <a16:creationId xmlns:a16="http://schemas.microsoft.com/office/drawing/2014/main" id="{D389D7B3-959C-D54A-A83A-DEF8086836F0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774558"/>
              <a:ext cx="7989" cy="31947"/>
            </a:xfrm>
            <a:custGeom>
              <a:avLst/>
              <a:gdLst/>
              <a:ahLst/>
              <a:cxnLst/>
              <a:rect l="0" t="0" r="0" b="0"/>
              <a:pathLst>
                <a:path w="7989" h="31947">
                  <a:moveTo>
                    <a:pt x="7989" y="0"/>
                  </a:moveTo>
                  <a:lnTo>
                    <a:pt x="0" y="31947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1" name="Input_receptor__1490">
              <a:extLst>
                <a:ext uri="{FF2B5EF4-FFF2-40B4-BE49-F238E27FC236}">
                  <a16:creationId xmlns:a16="http://schemas.microsoft.com/office/drawing/2014/main" id="{A24DDBB5-6DEB-3B65-0D73-056E3F80F27A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725063"/>
              <a:ext cx="21747" cy="1325"/>
            </a:xfrm>
            <a:custGeom>
              <a:avLst/>
              <a:gdLst/>
              <a:ahLst/>
              <a:cxnLst/>
              <a:rect l="0" t="0" r="0" b="0"/>
              <a:pathLst>
                <a:path w="21747" h="1325">
                  <a:moveTo>
                    <a:pt x="0" y="0"/>
                  </a:moveTo>
                  <a:lnTo>
                    <a:pt x="21747" y="1325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2" name="Input_receptor__1491">
              <a:extLst>
                <a:ext uri="{FF2B5EF4-FFF2-40B4-BE49-F238E27FC236}">
                  <a16:creationId xmlns:a16="http://schemas.microsoft.com/office/drawing/2014/main" id="{9D22963F-1B29-C62F-72CF-2DE4E42DB49B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388221"/>
              <a:ext cx="9675" cy="47308"/>
            </a:xfrm>
            <a:custGeom>
              <a:avLst/>
              <a:gdLst/>
              <a:ahLst/>
              <a:cxnLst/>
              <a:rect l="0" t="0" r="0" b="0"/>
              <a:pathLst>
                <a:path w="9675" h="47308">
                  <a:moveTo>
                    <a:pt x="0" y="47308"/>
                  </a:moveTo>
                  <a:lnTo>
                    <a:pt x="967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3" name="Input_receptor__1492">
              <a:extLst>
                <a:ext uri="{FF2B5EF4-FFF2-40B4-BE49-F238E27FC236}">
                  <a16:creationId xmlns:a16="http://schemas.microsoft.com/office/drawing/2014/main" id="{7C40FE05-8ACD-682A-56E7-FF07EDAAEDBD}"/>
                </a:ext>
              </a:extLst>
            </p:cNvPr>
            <p:cNvSpPr>
              <a:spLocks noGrp="1"/>
            </p:cNvSpPr>
            <p:nvPr/>
          </p:nvSpPr>
          <p:spPr>
            <a:xfrm>
              <a:off x="665780" y="4730536"/>
              <a:ext cx="21538" cy="17630"/>
            </a:xfrm>
            <a:custGeom>
              <a:avLst/>
              <a:gdLst/>
              <a:ahLst/>
              <a:cxnLst/>
              <a:rect l="0" t="0" r="0" b="0"/>
              <a:pathLst>
                <a:path w="21538" h="17630">
                  <a:moveTo>
                    <a:pt x="21538" y="176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4" name="Input_receptor__1493">
              <a:extLst>
                <a:ext uri="{FF2B5EF4-FFF2-40B4-BE49-F238E27FC236}">
                  <a16:creationId xmlns:a16="http://schemas.microsoft.com/office/drawing/2014/main" id="{94A5B179-A79D-B3E6-7B0E-B94F21A5E504}"/>
                </a:ext>
              </a:extLst>
            </p:cNvPr>
            <p:cNvSpPr>
              <a:spLocks noGrp="1"/>
            </p:cNvSpPr>
            <p:nvPr/>
          </p:nvSpPr>
          <p:spPr>
            <a:xfrm>
              <a:off x="1589708" y="4112971"/>
              <a:ext cx="8330" cy="35013"/>
            </a:xfrm>
            <a:custGeom>
              <a:avLst/>
              <a:gdLst/>
              <a:ahLst/>
              <a:cxnLst/>
              <a:rect l="0" t="0" r="0" b="0"/>
              <a:pathLst>
                <a:path w="8330" h="35013">
                  <a:moveTo>
                    <a:pt x="0" y="0"/>
                  </a:moveTo>
                  <a:lnTo>
                    <a:pt x="8330" y="35013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5" name="Input_receptor__1494">
              <a:extLst>
                <a:ext uri="{FF2B5EF4-FFF2-40B4-BE49-F238E27FC236}">
                  <a16:creationId xmlns:a16="http://schemas.microsoft.com/office/drawing/2014/main" id="{F8A235D4-AD8F-DC9F-86A9-CAC902A23706}"/>
                </a:ext>
              </a:extLst>
            </p:cNvPr>
            <p:cNvSpPr>
              <a:spLocks noGrp="1"/>
            </p:cNvSpPr>
            <p:nvPr/>
          </p:nvSpPr>
          <p:spPr>
            <a:xfrm>
              <a:off x="1218203" y="4598860"/>
              <a:ext cx="41801" cy="23464"/>
            </a:xfrm>
            <a:custGeom>
              <a:avLst/>
              <a:gdLst/>
              <a:ahLst/>
              <a:cxnLst/>
              <a:rect l="0" t="0" r="0" b="0"/>
              <a:pathLst>
                <a:path w="41801" h="23464">
                  <a:moveTo>
                    <a:pt x="0" y="0"/>
                  </a:moveTo>
                  <a:lnTo>
                    <a:pt x="41801" y="23464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6" name="Input_receptor__1495">
              <a:extLst>
                <a:ext uri="{FF2B5EF4-FFF2-40B4-BE49-F238E27FC236}">
                  <a16:creationId xmlns:a16="http://schemas.microsoft.com/office/drawing/2014/main" id="{F8EEE0C8-0FC6-831D-300C-92D3D87878B4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26424" cy="35152"/>
            </a:xfrm>
            <a:custGeom>
              <a:avLst/>
              <a:gdLst/>
              <a:ahLst/>
              <a:cxnLst/>
              <a:rect l="0" t="0" r="0" b="0"/>
              <a:pathLst>
                <a:path w="26424" h="35152">
                  <a:moveTo>
                    <a:pt x="26424" y="351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7" name="Input_receptor__1496">
              <a:extLst>
                <a:ext uri="{FF2B5EF4-FFF2-40B4-BE49-F238E27FC236}">
                  <a16:creationId xmlns:a16="http://schemas.microsoft.com/office/drawing/2014/main" id="{51E6AAC7-0FED-710D-B9F8-6356402E87A6}"/>
                </a:ext>
              </a:extLst>
            </p:cNvPr>
            <p:cNvSpPr>
              <a:spLocks noGrp="1"/>
            </p:cNvSpPr>
            <p:nvPr/>
          </p:nvSpPr>
          <p:spPr>
            <a:xfrm>
              <a:off x="902656" y="4923139"/>
              <a:ext cx="7828" cy="47739"/>
            </a:xfrm>
            <a:custGeom>
              <a:avLst/>
              <a:gdLst/>
              <a:ahLst/>
              <a:cxnLst/>
              <a:rect l="0" t="0" r="0" b="0"/>
              <a:pathLst>
                <a:path w="7828" h="47739">
                  <a:moveTo>
                    <a:pt x="7828" y="47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8" name="Input_receptor__1497">
              <a:extLst>
                <a:ext uri="{FF2B5EF4-FFF2-40B4-BE49-F238E27FC236}">
                  <a16:creationId xmlns:a16="http://schemas.microsoft.com/office/drawing/2014/main" id="{2C627875-92A2-7DCF-C11D-3B62427106B7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52646"/>
              <a:ext cx="21151" cy="13720"/>
            </a:xfrm>
            <a:custGeom>
              <a:avLst/>
              <a:gdLst/>
              <a:ahLst/>
              <a:cxnLst/>
              <a:rect l="0" t="0" r="0" b="0"/>
              <a:pathLst>
                <a:path w="21151" h="13720">
                  <a:moveTo>
                    <a:pt x="0" y="13720"/>
                  </a:moveTo>
                  <a:lnTo>
                    <a:pt x="21151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499" name="Input_receptor__1498">
              <a:extLst>
                <a:ext uri="{FF2B5EF4-FFF2-40B4-BE49-F238E27FC236}">
                  <a16:creationId xmlns:a16="http://schemas.microsoft.com/office/drawing/2014/main" id="{AEB6A683-226F-4CE1-AB7A-D0E8B280AF9C}"/>
                </a:ext>
              </a:extLst>
            </p:cNvPr>
            <p:cNvSpPr>
              <a:spLocks noGrp="1"/>
            </p:cNvSpPr>
            <p:nvPr/>
          </p:nvSpPr>
          <p:spPr>
            <a:xfrm>
              <a:off x="1102181" y="4475576"/>
              <a:ext cx="8141" cy="20870"/>
            </a:xfrm>
            <a:custGeom>
              <a:avLst/>
              <a:gdLst/>
              <a:ahLst/>
              <a:cxnLst/>
              <a:rect l="0" t="0" r="0" b="0"/>
              <a:pathLst>
                <a:path w="8141" h="20870">
                  <a:moveTo>
                    <a:pt x="8141" y="20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0" name="Input_receptor__1499">
              <a:extLst>
                <a:ext uri="{FF2B5EF4-FFF2-40B4-BE49-F238E27FC236}">
                  <a16:creationId xmlns:a16="http://schemas.microsoft.com/office/drawing/2014/main" id="{9725CAB1-11EA-CF45-5AAF-D78683451855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60223"/>
              <a:ext cx="38416" cy="26171"/>
            </a:xfrm>
            <a:custGeom>
              <a:avLst/>
              <a:gdLst/>
              <a:ahLst/>
              <a:cxnLst/>
              <a:rect l="0" t="0" r="0" b="0"/>
              <a:pathLst>
                <a:path w="38416" h="26171">
                  <a:moveTo>
                    <a:pt x="0" y="26171"/>
                  </a:moveTo>
                  <a:lnTo>
                    <a:pt x="38416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1" name="Input_receptor__1500">
              <a:extLst>
                <a:ext uri="{FF2B5EF4-FFF2-40B4-BE49-F238E27FC236}">
                  <a16:creationId xmlns:a16="http://schemas.microsoft.com/office/drawing/2014/main" id="{012B36E2-4A16-5B02-6977-EA119FB43282}"/>
                </a:ext>
              </a:extLst>
            </p:cNvPr>
            <p:cNvSpPr>
              <a:spLocks noGrp="1"/>
            </p:cNvSpPr>
            <p:nvPr/>
          </p:nvSpPr>
          <p:spPr>
            <a:xfrm>
              <a:off x="957562" y="4711672"/>
              <a:ext cx="37166" cy="24628"/>
            </a:xfrm>
            <a:custGeom>
              <a:avLst/>
              <a:gdLst/>
              <a:ahLst/>
              <a:cxnLst/>
              <a:rect l="0" t="0" r="0" b="0"/>
              <a:pathLst>
                <a:path w="37166" h="24628">
                  <a:moveTo>
                    <a:pt x="37166" y="0"/>
                  </a:moveTo>
                  <a:lnTo>
                    <a:pt x="0" y="24628"/>
                  </a:lnTo>
                </a:path>
              </a:pathLst>
            </a:custGeom>
            <a:noFill/>
            <a:ln w="8096">
              <a:solidFill>
                <a:srgbClr val="97A7B2"/>
              </a:solidFill>
            </a:ln>
          </p:spPr>
        </p:sp>
        <p:sp>
          <p:nvSpPr>
            <p:cNvPr id="1502" name="Input_receptor__1501">
              <a:extLst>
                <a:ext uri="{FF2B5EF4-FFF2-40B4-BE49-F238E27FC236}">
                  <a16:creationId xmlns:a16="http://schemas.microsoft.com/office/drawing/2014/main" id="{FD72765F-0AFC-76E8-9E98-5E4253571812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30055"/>
              <a:ext cx="16811" cy="11521"/>
            </a:xfrm>
            <a:custGeom>
              <a:avLst/>
              <a:gdLst/>
              <a:ahLst/>
              <a:cxnLst/>
              <a:rect l="0" t="0" r="0" b="0"/>
              <a:pathLst>
                <a:path w="16811" h="11521">
                  <a:moveTo>
                    <a:pt x="16811" y="0"/>
                  </a:moveTo>
                  <a:lnTo>
                    <a:pt x="0" y="11521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3" name="Input_receptor__1502">
              <a:extLst>
                <a:ext uri="{FF2B5EF4-FFF2-40B4-BE49-F238E27FC236}">
                  <a16:creationId xmlns:a16="http://schemas.microsoft.com/office/drawing/2014/main" id="{FE6D5064-19E5-1352-718C-6E93FA3A9060}"/>
                </a:ext>
              </a:extLst>
            </p:cNvPr>
            <p:cNvSpPr>
              <a:spLocks noGrp="1"/>
            </p:cNvSpPr>
            <p:nvPr/>
          </p:nvSpPr>
          <p:spPr>
            <a:xfrm>
              <a:off x="999443" y="4796060"/>
              <a:ext cx="39340" cy="22116"/>
            </a:xfrm>
            <a:custGeom>
              <a:avLst/>
              <a:gdLst/>
              <a:ahLst/>
              <a:cxnLst/>
              <a:rect l="0" t="0" r="0" b="0"/>
              <a:pathLst>
                <a:path w="39340" h="22116">
                  <a:moveTo>
                    <a:pt x="0" y="0"/>
                  </a:moveTo>
                  <a:lnTo>
                    <a:pt x="39340" y="22116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4" name="Input_receptor__1503">
              <a:extLst>
                <a:ext uri="{FF2B5EF4-FFF2-40B4-BE49-F238E27FC236}">
                  <a16:creationId xmlns:a16="http://schemas.microsoft.com/office/drawing/2014/main" id="{AE584D3D-9295-0231-7FE8-317BA8EDE3C4}"/>
                </a:ext>
              </a:extLst>
            </p:cNvPr>
            <p:cNvSpPr>
              <a:spLocks noGrp="1"/>
            </p:cNvSpPr>
            <p:nvPr/>
          </p:nvSpPr>
          <p:spPr>
            <a:xfrm>
              <a:off x="1003810" y="4917736"/>
              <a:ext cx="39980" cy="19965"/>
            </a:xfrm>
            <a:custGeom>
              <a:avLst/>
              <a:gdLst/>
              <a:ahLst/>
              <a:cxnLst/>
              <a:rect l="0" t="0" r="0" b="0"/>
              <a:pathLst>
                <a:path w="39980" h="19965">
                  <a:moveTo>
                    <a:pt x="39980" y="199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5" name="Input_receptor__1504">
              <a:extLst>
                <a:ext uri="{FF2B5EF4-FFF2-40B4-BE49-F238E27FC236}">
                  <a16:creationId xmlns:a16="http://schemas.microsoft.com/office/drawing/2014/main" id="{01E45E25-9F86-54C9-6788-83C7B5FD2E62}"/>
                </a:ext>
              </a:extLst>
            </p:cNvPr>
            <p:cNvSpPr>
              <a:spLocks noGrp="1"/>
            </p:cNvSpPr>
            <p:nvPr/>
          </p:nvSpPr>
          <p:spPr>
            <a:xfrm>
              <a:off x="1479463" y="4784544"/>
              <a:ext cx="34585" cy="29621"/>
            </a:xfrm>
            <a:custGeom>
              <a:avLst/>
              <a:gdLst/>
              <a:ahLst/>
              <a:cxnLst/>
              <a:rect l="0" t="0" r="0" b="0"/>
              <a:pathLst>
                <a:path w="34585" h="29621">
                  <a:moveTo>
                    <a:pt x="34585" y="0"/>
                  </a:moveTo>
                  <a:lnTo>
                    <a:pt x="0" y="2962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6" name="Input_receptor__1505">
              <a:extLst>
                <a:ext uri="{FF2B5EF4-FFF2-40B4-BE49-F238E27FC236}">
                  <a16:creationId xmlns:a16="http://schemas.microsoft.com/office/drawing/2014/main" id="{0D236D7D-323D-AB0F-2EA8-F90BA20716A4}"/>
                </a:ext>
              </a:extLst>
            </p:cNvPr>
            <p:cNvSpPr>
              <a:spLocks noGrp="1"/>
            </p:cNvSpPr>
            <p:nvPr/>
          </p:nvSpPr>
          <p:spPr>
            <a:xfrm>
              <a:off x="1106678" y="4857191"/>
              <a:ext cx="32788" cy="33301"/>
            </a:xfrm>
            <a:custGeom>
              <a:avLst/>
              <a:gdLst/>
              <a:ahLst/>
              <a:cxnLst/>
              <a:rect l="0" t="0" r="0" b="0"/>
              <a:pathLst>
                <a:path w="32788" h="33301">
                  <a:moveTo>
                    <a:pt x="0" y="0"/>
                  </a:moveTo>
                  <a:lnTo>
                    <a:pt x="32788" y="3330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7" name="Input_receptor__1506">
              <a:extLst>
                <a:ext uri="{FF2B5EF4-FFF2-40B4-BE49-F238E27FC236}">
                  <a16:creationId xmlns:a16="http://schemas.microsoft.com/office/drawing/2014/main" id="{BEB615EB-68D6-AC8D-2E97-9616F81773A3}"/>
                </a:ext>
              </a:extLst>
            </p:cNvPr>
            <p:cNvSpPr>
              <a:spLocks noGrp="1"/>
            </p:cNvSpPr>
            <p:nvPr/>
          </p:nvSpPr>
          <p:spPr>
            <a:xfrm>
              <a:off x="1367620" y="4673273"/>
              <a:ext cx="8026" cy="21728"/>
            </a:xfrm>
            <a:custGeom>
              <a:avLst/>
              <a:gdLst/>
              <a:ahLst/>
              <a:cxnLst/>
              <a:rect l="0" t="0" r="0" b="0"/>
              <a:pathLst>
                <a:path w="8026" h="21728">
                  <a:moveTo>
                    <a:pt x="8026" y="0"/>
                  </a:moveTo>
                  <a:lnTo>
                    <a:pt x="0" y="21728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8" name="Input_receptor__1507">
              <a:extLst>
                <a:ext uri="{FF2B5EF4-FFF2-40B4-BE49-F238E27FC236}">
                  <a16:creationId xmlns:a16="http://schemas.microsoft.com/office/drawing/2014/main" id="{1B2E502D-DE28-5FFC-B0A5-B94B7D9E01DF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58244"/>
              <a:ext cx="45961" cy="15393"/>
            </a:xfrm>
            <a:custGeom>
              <a:avLst/>
              <a:gdLst/>
              <a:ahLst/>
              <a:cxnLst/>
              <a:rect l="0" t="0" r="0" b="0"/>
              <a:pathLst>
                <a:path w="45961" h="15393">
                  <a:moveTo>
                    <a:pt x="0" y="0"/>
                  </a:moveTo>
                  <a:lnTo>
                    <a:pt x="45961" y="15393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9" name="Input_receptor__1508">
              <a:extLst>
                <a:ext uri="{FF2B5EF4-FFF2-40B4-BE49-F238E27FC236}">
                  <a16:creationId xmlns:a16="http://schemas.microsoft.com/office/drawing/2014/main" id="{AA5ACB13-8FBB-2538-18DF-D045ADC0D24D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22356"/>
              <a:ext cx="5777" cy="22093"/>
            </a:xfrm>
            <a:custGeom>
              <a:avLst/>
              <a:gdLst/>
              <a:ahLst/>
              <a:cxnLst/>
              <a:rect l="0" t="0" r="0" b="0"/>
              <a:pathLst>
                <a:path w="5777" h="22093">
                  <a:moveTo>
                    <a:pt x="0" y="22093"/>
                  </a:moveTo>
                  <a:lnTo>
                    <a:pt x="5777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0" name="Input_receptor__1509">
              <a:extLst>
                <a:ext uri="{FF2B5EF4-FFF2-40B4-BE49-F238E27FC236}">
                  <a16:creationId xmlns:a16="http://schemas.microsoft.com/office/drawing/2014/main" id="{A4A4AE8A-05EB-4153-5048-133BF467D6A6}"/>
                </a:ext>
              </a:extLst>
            </p:cNvPr>
            <p:cNvSpPr>
              <a:spLocks noGrp="1"/>
            </p:cNvSpPr>
            <p:nvPr/>
          </p:nvSpPr>
          <p:spPr>
            <a:xfrm>
              <a:off x="1211621" y="4294439"/>
              <a:ext cx="42975" cy="19036"/>
            </a:xfrm>
            <a:custGeom>
              <a:avLst/>
              <a:gdLst/>
              <a:ahLst/>
              <a:cxnLst/>
              <a:rect l="0" t="0" r="0" b="0"/>
              <a:pathLst>
                <a:path w="42975" h="19036">
                  <a:moveTo>
                    <a:pt x="0" y="0"/>
                  </a:moveTo>
                  <a:lnTo>
                    <a:pt x="42975" y="19036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1" name="Input_receptor__1510">
              <a:extLst>
                <a:ext uri="{FF2B5EF4-FFF2-40B4-BE49-F238E27FC236}">
                  <a16:creationId xmlns:a16="http://schemas.microsoft.com/office/drawing/2014/main" id="{067E29D4-2056-8E6F-A398-44B443CE8179}"/>
                </a:ext>
              </a:extLst>
            </p:cNvPr>
            <p:cNvSpPr>
              <a:spLocks noGrp="1"/>
            </p:cNvSpPr>
            <p:nvPr/>
          </p:nvSpPr>
          <p:spPr>
            <a:xfrm>
              <a:off x="1513310" y="4601164"/>
              <a:ext cx="30202" cy="11364"/>
            </a:xfrm>
            <a:custGeom>
              <a:avLst/>
              <a:gdLst/>
              <a:ahLst/>
              <a:cxnLst/>
              <a:rect l="0" t="0" r="0" b="0"/>
              <a:pathLst>
                <a:path w="30202" h="11364">
                  <a:moveTo>
                    <a:pt x="30202" y="113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2" name="Input_receptor__1511">
              <a:extLst>
                <a:ext uri="{FF2B5EF4-FFF2-40B4-BE49-F238E27FC236}">
                  <a16:creationId xmlns:a16="http://schemas.microsoft.com/office/drawing/2014/main" id="{E1032141-75AB-50ED-FDC7-A54F3D705BED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13475"/>
              <a:ext cx="13816" cy="44769"/>
            </a:xfrm>
            <a:custGeom>
              <a:avLst/>
              <a:gdLst/>
              <a:ahLst/>
              <a:cxnLst/>
              <a:rect l="0" t="0" r="0" b="0"/>
              <a:pathLst>
                <a:path w="13816" h="44769">
                  <a:moveTo>
                    <a:pt x="13816" y="0"/>
                  </a:moveTo>
                  <a:lnTo>
                    <a:pt x="0" y="44769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3" name="Input_receptor__1512">
              <a:extLst>
                <a:ext uri="{FF2B5EF4-FFF2-40B4-BE49-F238E27FC236}">
                  <a16:creationId xmlns:a16="http://schemas.microsoft.com/office/drawing/2014/main" id="{AD852185-0FF7-E32B-5440-D36369AF3B14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6541"/>
              <a:ext cx="27013" cy="39758"/>
            </a:xfrm>
            <a:custGeom>
              <a:avLst/>
              <a:gdLst/>
              <a:ahLst/>
              <a:cxnLst/>
              <a:rect l="0" t="0" r="0" b="0"/>
              <a:pathLst>
                <a:path w="27013" h="39758">
                  <a:moveTo>
                    <a:pt x="27013" y="397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14" name="Input_receptor__1513">
              <a:extLst>
                <a:ext uri="{FF2B5EF4-FFF2-40B4-BE49-F238E27FC236}">
                  <a16:creationId xmlns:a16="http://schemas.microsoft.com/office/drawing/2014/main" id="{64664009-F2CB-8D61-C026-1B42AD6B201A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92790"/>
              <a:ext cx="18135" cy="36164"/>
            </a:xfrm>
            <a:custGeom>
              <a:avLst/>
              <a:gdLst/>
              <a:ahLst/>
              <a:cxnLst/>
              <a:rect l="0" t="0" r="0" b="0"/>
              <a:pathLst>
                <a:path w="18135" h="36164">
                  <a:moveTo>
                    <a:pt x="0" y="0"/>
                  </a:moveTo>
                  <a:lnTo>
                    <a:pt x="18135" y="36164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5" name="Input_receptor__1514">
              <a:extLst>
                <a:ext uri="{FF2B5EF4-FFF2-40B4-BE49-F238E27FC236}">
                  <a16:creationId xmlns:a16="http://schemas.microsoft.com/office/drawing/2014/main" id="{32BF8721-D9CF-C090-229C-A668E5F7654C}"/>
                </a:ext>
              </a:extLst>
            </p:cNvPr>
            <p:cNvSpPr>
              <a:spLocks noGrp="1"/>
            </p:cNvSpPr>
            <p:nvPr/>
          </p:nvSpPr>
          <p:spPr>
            <a:xfrm>
              <a:off x="852635" y="4420232"/>
              <a:ext cx="22955" cy="42226"/>
            </a:xfrm>
            <a:custGeom>
              <a:avLst/>
              <a:gdLst/>
              <a:ahLst/>
              <a:cxnLst/>
              <a:rect l="0" t="0" r="0" b="0"/>
              <a:pathLst>
                <a:path w="22955" h="42226">
                  <a:moveTo>
                    <a:pt x="0" y="42226"/>
                  </a:moveTo>
                  <a:lnTo>
                    <a:pt x="22955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6" name="Input_receptor__1515">
              <a:extLst>
                <a:ext uri="{FF2B5EF4-FFF2-40B4-BE49-F238E27FC236}">
                  <a16:creationId xmlns:a16="http://schemas.microsoft.com/office/drawing/2014/main" id="{6C067A7E-D3E2-3FBB-14C4-CC1C5C8FB63B}"/>
                </a:ext>
              </a:extLst>
            </p:cNvPr>
            <p:cNvSpPr>
              <a:spLocks noGrp="1"/>
            </p:cNvSpPr>
            <p:nvPr/>
          </p:nvSpPr>
          <p:spPr>
            <a:xfrm>
              <a:off x="1154328" y="4994900"/>
              <a:ext cx="20789" cy="38193"/>
            </a:xfrm>
            <a:custGeom>
              <a:avLst/>
              <a:gdLst/>
              <a:ahLst/>
              <a:cxnLst/>
              <a:rect l="0" t="0" r="0" b="0"/>
              <a:pathLst>
                <a:path w="20789" h="38193">
                  <a:moveTo>
                    <a:pt x="20789" y="0"/>
                  </a:moveTo>
                  <a:lnTo>
                    <a:pt x="0" y="38193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17" name="Input_receptor__1516">
              <a:extLst>
                <a:ext uri="{FF2B5EF4-FFF2-40B4-BE49-F238E27FC236}">
                  <a16:creationId xmlns:a16="http://schemas.microsoft.com/office/drawing/2014/main" id="{7DB6ACEC-ADAA-F9EB-C49D-FA4A584F8119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641380"/>
              <a:ext cx="19829" cy="18208"/>
            </a:xfrm>
            <a:custGeom>
              <a:avLst/>
              <a:gdLst/>
              <a:ahLst/>
              <a:cxnLst/>
              <a:rect l="0" t="0" r="0" b="0"/>
              <a:pathLst>
                <a:path w="19829" h="18208">
                  <a:moveTo>
                    <a:pt x="19829" y="182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8" name="Input_receptor__1517">
              <a:extLst>
                <a:ext uri="{FF2B5EF4-FFF2-40B4-BE49-F238E27FC236}">
                  <a16:creationId xmlns:a16="http://schemas.microsoft.com/office/drawing/2014/main" id="{9F8A1EE8-8FA3-BB91-FF76-0797A608923A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34660" cy="12803"/>
            </a:xfrm>
            <a:custGeom>
              <a:avLst/>
              <a:gdLst/>
              <a:ahLst/>
              <a:cxnLst/>
              <a:rect l="0" t="0" r="0" b="0"/>
              <a:pathLst>
                <a:path w="34660" h="12803">
                  <a:moveTo>
                    <a:pt x="34660" y="12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9" name="Input_receptor__1518">
              <a:extLst>
                <a:ext uri="{FF2B5EF4-FFF2-40B4-BE49-F238E27FC236}">
                  <a16:creationId xmlns:a16="http://schemas.microsoft.com/office/drawing/2014/main" id="{29555BBC-0D7C-B0C7-70F4-9B8D8BC3CE62}"/>
                </a:ext>
              </a:extLst>
            </p:cNvPr>
            <p:cNvSpPr>
              <a:spLocks noGrp="1"/>
            </p:cNvSpPr>
            <p:nvPr/>
          </p:nvSpPr>
          <p:spPr>
            <a:xfrm>
              <a:off x="1420902" y="4687957"/>
              <a:ext cx="14657" cy="95"/>
            </a:xfrm>
            <a:custGeom>
              <a:avLst/>
              <a:gdLst/>
              <a:ahLst/>
              <a:cxnLst/>
              <a:rect l="0" t="0" r="0" b="0"/>
              <a:pathLst>
                <a:path w="14657" h="95">
                  <a:moveTo>
                    <a:pt x="14657" y="0"/>
                  </a:moveTo>
                  <a:lnTo>
                    <a:pt x="0" y="38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0" name="Input_receptor__1519">
              <a:extLst>
                <a:ext uri="{FF2B5EF4-FFF2-40B4-BE49-F238E27FC236}">
                  <a16:creationId xmlns:a16="http://schemas.microsoft.com/office/drawing/2014/main" id="{D24F0745-39A4-3115-8FFB-34712EB86B8A}"/>
                </a:ext>
              </a:extLst>
            </p:cNvPr>
            <p:cNvSpPr>
              <a:spLocks noGrp="1"/>
            </p:cNvSpPr>
            <p:nvPr/>
          </p:nvSpPr>
          <p:spPr>
            <a:xfrm>
              <a:off x="1452333" y="4395863"/>
              <a:ext cx="16399" cy="33955"/>
            </a:xfrm>
            <a:custGeom>
              <a:avLst/>
              <a:gdLst/>
              <a:ahLst/>
              <a:cxnLst/>
              <a:rect l="0" t="0" r="0" b="0"/>
              <a:pathLst>
                <a:path w="16399" h="33955">
                  <a:moveTo>
                    <a:pt x="0" y="0"/>
                  </a:moveTo>
                  <a:lnTo>
                    <a:pt x="16399" y="3395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1" name="Input_receptor__1520">
              <a:extLst>
                <a:ext uri="{FF2B5EF4-FFF2-40B4-BE49-F238E27FC236}">
                  <a16:creationId xmlns:a16="http://schemas.microsoft.com/office/drawing/2014/main" id="{76971F13-A8F9-E157-9F90-D6C28A9D4A42}"/>
                </a:ext>
              </a:extLst>
            </p:cNvPr>
            <p:cNvSpPr>
              <a:spLocks noGrp="1"/>
            </p:cNvSpPr>
            <p:nvPr/>
          </p:nvSpPr>
          <p:spPr>
            <a:xfrm>
              <a:off x="1413508" y="4388221"/>
              <a:ext cx="38824" cy="7642"/>
            </a:xfrm>
            <a:custGeom>
              <a:avLst/>
              <a:gdLst/>
              <a:ahLst/>
              <a:cxnLst/>
              <a:rect l="0" t="0" r="0" b="0"/>
              <a:pathLst>
                <a:path w="38824" h="7642">
                  <a:moveTo>
                    <a:pt x="0" y="0"/>
                  </a:moveTo>
                  <a:lnTo>
                    <a:pt x="38824" y="764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2" name="Input_receptor__1521">
              <a:extLst>
                <a:ext uri="{FF2B5EF4-FFF2-40B4-BE49-F238E27FC236}">
                  <a16:creationId xmlns:a16="http://schemas.microsoft.com/office/drawing/2014/main" id="{654E5ADB-F5DE-6774-8B17-78E1A1A9221D}"/>
                </a:ext>
              </a:extLst>
            </p:cNvPr>
            <p:cNvSpPr>
              <a:spLocks noGrp="1"/>
            </p:cNvSpPr>
            <p:nvPr/>
          </p:nvSpPr>
          <p:spPr>
            <a:xfrm>
              <a:off x="1038783" y="4815208"/>
              <a:ext cx="35649" cy="2968"/>
            </a:xfrm>
            <a:custGeom>
              <a:avLst/>
              <a:gdLst/>
              <a:ahLst/>
              <a:cxnLst/>
              <a:rect l="0" t="0" r="0" b="0"/>
              <a:pathLst>
                <a:path w="35649" h="2968">
                  <a:moveTo>
                    <a:pt x="0" y="2968"/>
                  </a:moveTo>
                  <a:lnTo>
                    <a:pt x="35649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3" name="Input_receptor__1522">
              <a:extLst>
                <a:ext uri="{FF2B5EF4-FFF2-40B4-BE49-F238E27FC236}">
                  <a16:creationId xmlns:a16="http://schemas.microsoft.com/office/drawing/2014/main" id="{BC209D55-666A-50DB-F58D-1D2A89D1C1D5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16652"/>
              <a:ext cx="24276" cy="6680"/>
            </a:xfrm>
            <a:custGeom>
              <a:avLst/>
              <a:gdLst/>
              <a:ahLst/>
              <a:cxnLst/>
              <a:rect l="0" t="0" r="0" b="0"/>
              <a:pathLst>
                <a:path w="24276" h="6680">
                  <a:moveTo>
                    <a:pt x="0" y="6680"/>
                  </a:moveTo>
                  <a:lnTo>
                    <a:pt x="24276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4" name="Input_receptor__1523">
              <a:extLst>
                <a:ext uri="{FF2B5EF4-FFF2-40B4-BE49-F238E27FC236}">
                  <a16:creationId xmlns:a16="http://schemas.microsoft.com/office/drawing/2014/main" id="{7316A8E8-CFB8-E25C-4619-F2863477078C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06149"/>
              <a:ext cx="20391" cy="41678"/>
            </a:xfrm>
            <a:custGeom>
              <a:avLst/>
              <a:gdLst/>
              <a:ahLst/>
              <a:cxnLst/>
              <a:rect l="0" t="0" r="0" b="0"/>
              <a:pathLst>
                <a:path w="20391" h="41678">
                  <a:moveTo>
                    <a:pt x="0" y="41678"/>
                  </a:moveTo>
                  <a:lnTo>
                    <a:pt x="20391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5" name="Input_receptor__1524">
              <a:extLst>
                <a:ext uri="{FF2B5EF4-FFF2-40B4-BE49-F238E27FC236}">
                  <a16:creationId xmlns:a16="http://schemas.microsoft.com/office/drawing/2014/main" id="{9B317885-95A1-C46C-2877-7FD8ECDBD4F4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61908"/>
              <a:ext cx="1653" cy="30882"/>
            </a:xfrm>
            <a:custGeom>
              <a:avLst/>
              <a:gdLst/>
              <a:ahLst/>
              <a:cxnLst/>
              <a:rect l="0" t="0" r="0" b="0"/>
              <a:pathLst>
                <a:path w="1653" h="30882">
                  <a:moveTo>
                    <a:pt x="1653" y="0"/>
                  </a:moveTo>
                  <a:lnTo>
                    <a:pt x="0" y="3088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6" name="Input_receptor__1525">
              <a:extLst>
                <a:ext uri="{FF2B5EF4-FFF2-40B4-BE49-F238E27FC236}">
                  <a16:creationId xmlns:a16="http://schemas.microsoft.com/office/drawing/2014/main" id="{3D3BF5E9-CDE0-3B02-8F21-C9ADF5554D24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09076"/>
              <a:ext cx="10846" cy="14644"/>
            </a:xfrm>
            <a:custGeom>
              <a:avLst/>
              <a:gdLst/>
              <a:ahLst/>
              <a:cxnLst/>
              <a:rect l="0" t="0" r="0" b="0"/>
              <a:pathLst>
                <a:path w="10846" h="14644">
                  <a:moveTo>
                    <a:pt x="10846" y="0"/>
                  </a:moveTo>
                  <a:lnTo>
                    <a:pt x="0" y="14644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7" name="Input_receptor__1526">
              <a:extLst>
                <a:ext uri="{FF2B5EF4-FFF2-40B4-BE49-F238E27FC236}">
                  <a16:creationId xmlns:a16="http://schemas.microsoft.com/office/drawing/2014/main" id="{4B029724-5DE8-3D37-E861-030EA4580D62}"/>
                </a:ext>
              </a:extLst>
            </p:cNvPr>
            <p:cNvSpPr>
              <a:spLocks noGrp="1"/>
            </p:cNvSpPr>
            <p:nvPr/>
          </p:nvSpPr>
          <p:spPr>
            <a:xfrm>
              <a:off x="1183106" y="4856270"/>
              <a:ext cx="31162" cy="15865"/>
            </a:xfrm>
            <a:custGeom>
              <a:avLst/>
              <a:gdLst/>
              <a:ahLst/>
              <a:cxnLst/>
              <a:rect l="0" t="0" r="0" b="0"/>
              <a:pathLst>
                <a:path w="31162" h="15865">
                  <a:moveTo>
                    <a:pt x="0" y="0"/>
                  </a:moveTo>
                  <a:lnTo>
                    <a:pt x="31162" y="1586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8" name="Input_receptor__1527">
              <a:extLst>
                <a:ext uri="{FF2B5EF4-FFF2-40B4-BE49-F238E27FC236}">
                  <a16:creationId xmlns:a16="http://schemas.microsoft.com/office/drawing/2014/main" id="{053F38B5-E8AB-3CD8-74DD-E5E9A1BE2078}"/>
                </a:ext>
              </a:extLst>
            </p:cNvPr>
            <p:cNvSpPr>
              <a:spLocks noGrp="1"/>
            </p:cNvSpPr>
            <p:nvPr/>
          </p:nvSpPr>
          <p:spPr>
            <a:xfrm>
              <a:off x="1072382" y="4441365"/>
              <a:ext cx="29799" cy="34211"/>
            </a:xfrm>
            <a:custGeom>
              <a:avLst/>
              <a:gdLst/>
              <a:ahLst/>
              <a:cxnLst/>
              <a:rect l="0" t="0" r="0" b="0"/>
              <a:pathLst>
                <a:path w="29799" h="34211">
                  <a:moveTo>
                    <a:pt x="29799" y="342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9" name="Input_receptor__1528">
              <a:extLst>
                <a:ext uri="{FF2B5EF4-FFF2-40B4-BE49-F238E27FC236}">
                  <a16:creationId xmlns:a16="http://schemas.microsoft.com/office/drawing/2014/main" id="{311623D2-A8D9-8F3F-2183-ED494429B964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23800" cy="28809"/>
            </a:xfrm>
            <a:custGeom>
              <a:avLst/>
              <a:gdLst/>
              <a:ahLst/>
              <a:cxnLst/>
              <a:rect l="0" t="0" r="0" b="0"/>
              <a:pathLst>
                <a:path w="23800" h="28809">
                  <a:moveTo>
                    <a:pt x="0" y="0"/>
                  </a:moveTo>
                  <a:lnTo>
                    <a:pt x="23800" y="28809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0" name="Input_receptor__1529">
              <a:extLst>
                <a:ext uri="{FF2B5EF4-FFF2-40B4-BE49-F238E27FC236}">
                  <a16:creationId xmlns:a16="http://schemas.microsoft.com/office/drawing/2014/main" id="{208B78B6-8BD1-E553-131B-144E8AFBD06E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33063"/>
              <a:ext cx="22625" cy="18734"/>
            </a:xfrm>
            <a:custGeom>
              <a:avLst/>
              <a:gdLst/>
              <a:ahLst/>
              <a:cxnLst/>
              <a:rect l="0" t="0" r="0" b="0"/>
              <a:pathLst>
                <a:path w="22625" h="18734">
                  <a:moveTo>
                    <a:pt x="22625" y="187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1" name="Input_receptor__1530">
              <a:extLst>
                <a:ext uri="{FF2B5EF4-FFF2-40B4-BE49-F238E27FC236}">
                  <a16:creationId xmlns:a16="http://schemas.microsoft.com/office/drawing/2014/main" id="{80C582C7-A544-169A-D10F-DD3732F4CCBE}"/>
                </a:ext>
              </a:extLst>
            </p:cNvPr>
            <p:cNvSpPr>
              <a:spLocks noGrp="1"/>
            </p:cNvSpPr>
            <p:nvPr/>
          </p:nvSpPr>
          <p:spPr>
            <a:xfrm>
              <a:off x="1073690" y="4291233"/>
              <a:ext cx="33055" cy="31132"/>
            </a:xfrm>
            <a:custGeom>
              <a:avLst/>
              <a:gdLst/>
              <a:ahLst/>
              <a:cxnLst/>
              <a:rect l="0" t="0" r="0" b="0"/>
              <a:pathLst>
                <a:path w="33055" h="31132">
                  <a:moveTo>
                    <a:pt x="33055" y="0"/>
                  </a:moveTo>
                  <a:lnTo>
                    <a:pt x="0" y="311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2" name="Input_receptor__1531">
              <a:extLst>
                <a:ext uri="{FF2B5EF4-FFF2-40B4-BE49-F238E27FC236}">
                  <a16:creationId xmlns:a16="http://schemas.microsoft.com/office/drawing/2014/main" id="{F205F4C2-84BF-C4B6-0DFD-ABD754192F90}"/>
                </a:ext>
              </a:extLst>
            </p:cNvPr>
            <p:cNvSpPr>
              <a:spLocks noGrp="1"/>
            </p:cNvSpPr>
            <p:nvPr/>
          </p:nvSpPr>
          <p:spPr>
            <a:xfrm>
              <a:off x="957114" y="4568197"/>
              <a:ext cx="7954" cy="4783"/>
            </a:xfrm>
            <a:custGeom>
              <a:avLst/>
              <a:gdLst/>
              <a:ahLst/>
              <a:cxnLst/>
              <a:rect l="0" t="0" r="0" b="0"/>
              <a:pathLst>
                <a:path w="7954" h="4783">
                  <a:moveTo>
                    <a:pt x="7954" y="0"/>
                  </a:moveTo>
                  <a:lnTo>
                    <a:pt x="0" y="4783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3" name="Input_receptor__1532">
              <a:extLst>
                <a:ext uri="{FF2B5EF4-FFF2-40B4-BE49-F238E27FC236}">
                  <a16:creationId xmlns:a16="http://schemas.microsoft.com/office/drawing/2014/main" id="{A1B00C32-899E-A0DB-5FFB-2DFADB35AD00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59203"/>
              <a:ext cx="20251" cy="20933"/>
            </a:xfrm>
            <a:custGeom>
              <a:avLst/>
              <a:gdLst/>
              <a:ahLst/>
              <a:cxnLst/>
              <a:rect l="0" t="0" r="0" b="0"/>
              <a:pathLst>
                <a:path w="20251" h="20933">
                  <a:moveTo>
                    <a:pt x="0" y="0"/>
                  </a:moveTo>
                  <a:lnTo>
                    <a:pt x="20251" y="20933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4" name="Input_receptor__1533">
              <a:extLst>
                <a:ext uri="{FF2B5EF4-FFF2-40B4-BE49-F238E27FC236}">
                  <a16:creationId xmlns:a16="http://schemas.microsoft.com/office/drawing/2014/main" id="{83F080FE-C3DD-E5CB-7094-DC281F535353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52009"/>
              <a:ext cx="18214" cy="33396"/>
            </a:xfrm>
            <a:custGeom>
              <a:avLst/>
              <a:gdLst/>
              <a:ahLst/>
              <a:cxnLst/>
              <a:rect l="0" t="0" r="0" b="0"/>
              <a:pathLst>
                <a:path w="18214" h="33396">
                  <a:moveTo>
                    <a:pt x="18214" y="333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5" name="Input_receptor__1534">
              <a:extLst>
                <a:ext uri="{FF2B5EF4-FFF2-40B4-BE49-F238E27FC236}">
                  <a16:creationId xmlns:a16="http://schemas.microsoft.com/office/drawing/2014/main" id="{2AA07D67-3FE4-2B40-D3F5-8F4CEF5C6361}"/>
                </a:ext>
              </a:extLst>
            </p:cNvPr>
            <p:cNvSpPr>
              <a:spLocks noGrp="1"/>
            </p:cNvSpPr>
            <p:nvPr/>
          </p:nvSpPr>
          <p:spPr>
            <a:xfrm>
              <a:off x="1479192" y="4814164"/>
              <a:ext cx="270" cy="21437"/>
            </a:xfrm>
            <a:custGeom>
              <a:avLst/>
              <a:gdLst/>
              <a:ahLst/>
              <a:cxnLst/>
              <a:rect l="0" t="0" r="0" b="0"/>
              <a:pathLst>
                <a:path w="270" h="21437">
                  <a:moveTo>
                    <a:pt x="270" y="0"/>
                  </a:moveTo>
                  <a:lnTo>
                    <a:pt x="0" y="21437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6" name="Input_receptor__1535">
              <a:extLst>
                <a:ext uri="{FF2B5EF4-FFF2-40B4-BE49-F238E27FC236}">
                  <a16:creationId xmlns:a16="http://schemas.microsoft.com/office/drawing/2014/main" id="{7E147AF2-B645-34EE-4AFD-A67FFDA7431E}"/>
                </a:ext>
              </a:extLst>
            </p:cNvPr>
            <p:cNvSpPr>
              <a:spLocks noGrp="1"/>
            </p:cNvSpPr>
            <p:nvPr/>
          </p:nvSpPr>
          <p:spPr>
            <a:xfrm>
              <a:off x="910402" y="4438432"/>
              <a:ext cx="574" cy="38360"/>
            </a:xfrm>
            <a:custGeom>
              <a:avLst/>
              <a:gdLst/>
              <a:ahLst/>
              <a:cxnLst/>
              <a:rect l="0" t="0" r="0" b="0"/>
              <a:pathLst>
                <a:path w="574" h="38360">
                  <a:moveTo>
                    <a:pt x="574" y="0"/>
                  </a:moveTo>
                  <a:lnTo>
                    <a:pt x="0" y="3836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7" name="Input_receptor__1536">
              <a:extLst>
                <a:ext uri="{FF2B5EF4-FFF2-40B4-BE49-F238E27FC236}">
                  <a16:creationId xmlns:a16="http://schemas.microsoft.com/office/drawing/2014/main" id="{7B961F1D-5788-A331-B3E5-22FFE95D7451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688848"/>
              <a:ext cx="23887" cy="17885"/>
            </a:xfrm>
            <a:custGeom>
              <a:avLst/>
              <a:gdLst/>
              <a:ahLst/>
              <a:cxnLst/>
              <a:rect l="0" t="0" r="0" b="0"/>
              <a:pathLst>
                <a:path w="23887" h="17885">
                  <a:moveTo>
                    <a:pt x="23887" y="0"/>
                  </a:moveTo>
                  <a:lnTo>
                    <a:pt x="0" y="17885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8" name="Input_receptor__1537">
              <a:extLst>
                <a:ext uri="{FF2B5EF4-FFF2-40B4-BE49-F238E27FC236}">
                  <a16:creationId xmlns:a16="http://schemas.microsoft.com/office/drawing/2014/main" id="{1229CB3C-D723-82B0-B0C4-B04BBFCC2099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78677"/>
              <a:ext cx="46712" cy="8734"/>
            </a:xfrm>
            <a:custGeom>
              <a:avLst/>
              <a:gdLst/>
              <a:ahLst/>
              <a:cxnLst/>
              <a:rect l="0" t="0" r="0" b="0"/>
              <a:pathLst>
                <a:path w="46712" h="8734">
                  <a:moveTo>
                    <a:pt x="46712" y="0"/>
                  </a:moveTo>
                  <a:lnTo>
                    <a:pt x="0" y="8734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9" name="Input_receptor__1538">
              <a:extLst>
                <a:ext uri="{FF2B5EF4-FFF2-40B4-BE49-F238E27FC236}">
                  <a16:creationId xmlns:a16="http://schemas.microsoft.com/office/drawing/2014/main" id="{AF5FAC83-7EC1-F802-C0A1-C5009A8E56E0}"/>
                </a:ext>
              </a:extLst>
            </p:cNvPr>
            <p:cNvSpPr>
              <a:spLocks noGrp="1"/>
            </p:cNvSpPr>
            <p:nvPr/>
          </p:nvSpPr>
          <p:spPr>
            <a:xfrm>
              <a:off x="1440552" y="4630055"/>
              <a:ext cx="42180" cy="21952"/>
            </a:xfrm>
            <a:custGeom>
              <a:avLst/>
              <a:gdLst/>
              <a:ahLst/>
              <a:cxnLst/>
              <a:rect l="0" t="0" r="0" b="0"/>
              <a:pathLst>
                <a:path w="42180" h="21952">
                  <a:moveTo>
                    <a:pt x="42180" y="21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0" name="Input_receptor__1539">
              <a:extLst>
                <a:ext uri="{FF2B5EF4-FFF2-40B4-BE49-F238E27FC236}">
                  <a16:creationId xmlns:a16="http://schemas.microsoft.com/office/drawing/2014/main" id="{FC310D69-34A5-EFA0-4F3B-1102A33EF3E8}"/>
                </a:ext>
              </a:extLst>
            </p:cNvPr>
            <p:cNvSpPr>
              <a:spLocks noGrp="1"/>
            </p:cNvSpPr>
            <p:nvPr/>
          </p:nvSpPr>
          <p:spPr>
            <a:xfrm>
              <a:off x="1106746" y="4277429"/>
              <a:ext cx="45287" cy="13804"/>
            </a:xfrm>
            <a:custGeom>
              <a:avLst/>
              <a:gdLst/>
              <a:ahLst/>
              <a:cxnLst/>
              <a:rect l="0" t="0" r="0" b="0"/>
              <a:pathLst>
                <a:path w="45287" h="13804">
                  <a:moveTo>
                    <a:pt x="45287" y="0"/>
                  </a:moveTo>
                  <a:lnTo>
                    <a:pt x="0" y="13804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1" name="Input_receptor__1540">
              <a:extLst>
                <a:ext uri="{FF2B5EF4-FFF2-40B4-BE49-F238E27FC236}">
                  <a16:creationId xmlns:a16="http://schemas.microsoft.com/office/drawing/2014/main" id="{EE128600-1E68-2D70-6ABC-FDF55A3AF135}"/>
                </a:ext>
              </a:extLst>
            </p:cNvPr>
            <p:cNvSpPr>
              <a:spLocks noGrp="1"/>
            </p:cNvSpPr>
            <p:nvPr/>
          </p:nvSpPr>
          <p:spPr>
            <a:xfrm>
              <a:off x="1514047" y="4784544"/>
              <a:ext cx="25957" cy="37812"/>
            </a:xfrm>
            <a:custGeom>
              <a:avLst/>
              <a:gdLst/>
              <a:ahLst/>
              <a:cxnLst/>
              <a:rect l="0" t="0" r="0" b="0"/>
              <a:pathLst>
                <a:path w="25957" h="37812">
                  <a:moveTo>
                    <a:pt x="25957" y="378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2" name="Input_receptor__1541">
              <a:extLst>
                <a:ext uri="{FF2B5EF4-FFF2-40B4-BE49-F238E27FC236}">
                  <a16:creationId xmlns:a16="http://schemas.microsoft.com/office/drawing/2014/main" id="{8E4CD086-2BC1-A550-9315-E302233ACDE1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47827"/>
              <a:ext cx="27203" cy="39429"/>
            </a:xfrm>
            <a:custGeom>
              <a:avLst/>
              <a:gdLst/>
              <a:ahLst/>
              <a:cxnLst/>
              <a:rect l="0" t="0" r="0" b="0"/>
              <a:pathLst>
                <a:path w="27203" h="39429">
                  <a:moveTo>
                    <a:pt x="27203" y="394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3" name="Input_receptor__1542">
              <a:extLst>
                <a:ext uri="{FF2B5EF4-FFF2-40B4-BE49-F238E27FC236}">
                  <a16:creationId xmlns:a16="http://schemas.microsoft.com/office/drawing/2014/main" id="{E9BF7BD8-58C9-E676-9CA0-966D984209FC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518480"/>
              <a:ext cx="5139" cy="41743"/>
            </a:xfrm>
            <a:custGeom>
              <a:avLst/>
              <a:gdLst/>
              <a:ahLst/>
              <a:cxnLst/>
              <a:rect l="0" t="0" r="0" b="0"/>
              <a:pathLst>
                <a:path w="5139" h="41743">
                  <a:moveTo>
                    <a:pt x="5139" y="41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4" name="Input_receptor__1543">
              <a:extLst>
                <a:ext uri="{FF2B5EF4-FFF2-40B4-BE49-F238E27FC236}">
                  <a16:creationId xmlns:a16="http://schemas.microsoft.com/office/drawing/2014/main" id="{8C6BF5AF-D914-3374-96C3-FEDADF0501D6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10184" cy="43232"/>
            </a:xfrm>
            <a:custGeom>
              <a:avLst/>
              <a:gdLst/>
              <a:ahLst/>
              <a:cxnLst/>
              <a:rect l="0" t="0" r="0" b="0"/>
              <a:pathLst>
                <a:path w="10184" h="43232">
                  <a:moveTo>
                    <a:pt x="0" y="0"/>
                  </a:moveTo>
                  <a:lnTo>
                    <a:pt x="10184" y="432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5" name="Input_receptor__1544">
              <a:extLst>
                <a:ext uri="{FF2B5EF4-FFF2-40B4-BE49-F238E27FC236}">
                  <a16:creationId xmlns:a16="http://schemas.microsoft.com/office/drawing/2014/main" id="{44739E16-7CF1-FDB0-0800-C0B75A5DBBF5}"/>
                </a:ext>
              </a:extLst>
            </p:cNvPr>
            <p:cNvSpPr>
              <a:spLocks noGrp="1"/>
            </p:cNvSpPr>
            <p:nvPr/>
          </p:nvSpPr>
          <p:spPr>
            <a:xfrm>
              <a:off x="875590" y="4420232"/>
              <a:ext cx="35386" cy="18200"/>
            </a:xfrm>
            <a:custGeom>
              <a:avLst/>
              <a:gdLst/>
              <a:ahLst/>
              <a:cxnLst/>
              <a:rect l="0" t="0" r="0" b="0"/>
              <a:pathLst>
                <a:path w="35386" h="18200">
                  <a:moveTo>
                    <a:pt x="0" y="0"/>
                  </a:moveTo>
                  <a:lnTo>
                    <a:pt x="35386" y="1820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6" name="Input_receptor__1545">
              <a:extLst>
                <a:ext uri="{FF2B5EF4-FFF2-40B4-BE49-F238E27FC236}">
                  <a16:creationId xmlns:a16="http://schemas.microsoft.com/office/drawing/2014/main" id="{85267445-E712-BFCA-C0CA-74D8A1DE1918}"/>
                </a:ext>
              </a:extLst>
            </p:cNvPr>
            <p:cNvSpPr>
              <a:spLocks noGrp="1"/>
            </p:cNvSpPr>
            <p:nvPr/>
          </p:nvSpPr>
          <p:spPr>
            <a:xfrm>
              <a:off x="1596115" y="4678677"/>
              <a:ext cx="7012" cy="47712"/>
            </a:xfrm>
            <a:custGeom>
              <a:avLst/>
              <a:gdLst/>
              <a:ahLst/>
              <a:cxnLst/>
              <a:rect l="0" t="0" r="0" b="0"/>
              <a:pathLst>
                <a:path w="7012" h="47712">
                  <a:moveTo>
                    <a:pt x="7012" y="47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7" name="Input_receptor__1546">
              <a:extLst>
                <a:ext uri="{FF2B5EF4-FFF2-40B4-BE49-F238E27FC236}">
                  <a16:creationId xmlns:a16="http://schemas.microsoft.com/office/drawing/2014/main" id="{8A232C86-B636-BD21-4D25-DAD47E9ACFC8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12424"/>
              <a:ext cx="16303" cy="39585"/>
            </a:xfrm>
            <a:custGeom>
              <a:avLst/>
              <a:gdLst/>
              <a:ahLst/>
              <a:cxnLst/>
              <a:rect l="0" t="0" r="0" b="0"/>
              <a:pathLst>
                <a:path w="16303" h="39585">
                  <a:moveTo>
                    <a:pt x="0" y="39585"/>
                  </a:moveTo>
                  <a:lnTo>
                    <a:pt x="16303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8" name="Input_receptor__1547">
              <a:extLst>
                <a:ext uri="{FF2B5EF4-FFF2-40B4-BE49-F238E27FC236}">
                  <a16:creationId xmlns:a16="http://schemas.microsoft.com/office/drawing/2014/main" id="{F5CBAAC4-3030-5E1A-AE56-979944101DD3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435529"/>
              <a:ext cx="5773" cy="2016"/>
            </a:xfrm>
            <a:custGeom>
              <a:avLst/>
              <a:gdLst/>
              <a:ahLst/>
              <a:cxnLst/>
              <a:rect l="0" t="0" r="0" b="0"/>
              <a:pathLst>
                <a:path w="5773" h="2016">
                  <a:moveTo>
                    <a:pt x="5773" y="20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9" name="Input_receptor__1548">
              <a:extLst>
                <a:ext uri="{FF2B5EF4-FFF2-40B4-BE49-F238E27FC236}">
                  <a16:creationId xmlns:a16="http://schemas.microsoft.com/office/drawing/2014/main" id="{7B87F066-C763-B7E1-73BC-DB4E7930F47E}"/>
                </a:ext>
              </a:extLst>
            </p:cNvPr>
            <p:cNvSpPr>
              <a:spLocks noGrp="1"/>
            </p:cNvSpPr>
            <p:nvPr/>
          </p:nvSpPr>
          <p:spPr>
            <a:xfrm>
              <a:off x="993596" y="5011313"/>
              <a:ext cx="2992" cy="18681"/>
            </a:xfrm>
            <a:custGeom>
              <a:avLst/>
              <a:gdLst/>
              <a:ahLst/>
              <a:cxnLst/>
              <a:rect l="0" t="0" r="0" b="0"/>
              <a:pathLst>
                <a:path w="2992" h="18681">
                  <a:moveTo>
                    <a:pt x="2992" y="186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0" name="Input_receptor__1549">
              <a:extLst>
                <a:ext uri="{FF2B5EF4-FFF2-40B4-BE49-F238E27FC236}">
                  <a16:creationId xmlns:a16="http://schemas.microsoft.com/office/drawing/2014/main" id="{9CA882B2-C849-421D-3EDE-0AA55F3D17AE}"/>
                </a:ext>
              </a:extLst>
            </p:cNvPr>
            <p:cNvSpPr>
              <a:spLocks noGrp="1"/>
            </p:cNvSpPr>
            <p:nvPr/>
          </p:nvSpPr>
          <p:spPr>
            <a:xfrm>
              <a:off x="1384177" y="4185704"/>
              <a:ext cx="20925" cy="20446"/>
            </a:xfrm>
            <a:custGeom>
              <a:avLst/>
              <a:gdLst/>
              <a:ahLst/>
              <a:cxnLst/>
              <a:rect l="0" t="0" r="0" b="0"/>
              <a:pathLst>
                <a:path w="20925" h="20446">
                  <a:moveTo>
                    <a:pt x="0" y="20446"/>
                  </a:moveTo>
                  <a:lnTo>
                    <a:pt x="20925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1" name="Input_receptor__1550">
              <a:extLst>
                <a:ext uri="{FF2B5EF4-FFF2-40B4-BE49-F238E27FC236}">
                  <a16:creationId xmlns:a16="http://schemas.microsoft.com/office/drawing/2014/main" id="{BB1DAECB-9ADF-BDC3-888D-24D40E033DF7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46782"/>
              <a:ext cx="42080" cy="4033"/>
            </a:xfrm>
            <a:custGeom>
              <a:avLst/>
              <a:gdLst/>
              <a:ahLst/>
              <a:cxnLst/>
              <a:rect l="0" t="0" r="0" b="0"/>
              <a:pathLst>
                <a:path w="42080" h="4033">
                  <a:moveTo>
                    <a:pt x="0" y="4033"/>
                  </a:moveTo>
                  <a:lnTo>
                    <a:pt x="4208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2" name="Input_receptor__1551">
              <a:extLst>
                <a:ext uri="{FF2B5EF4-FFF2-40B4-BE49-F238E27FC236}">
                  <a16:creationId xmlns:a16="http://schemas.microsoft.com/office/drawing/2014/main" id="{B032BEC8-AA79-9DA0-2B20-4A7F35003162}"/>
                </a:ext>
              </a:extLst>
            </p:cNvPr>
            <p:cNvSpPr>
              <a:spLocks noGrp="1"/>
            </p:cNvSpPr>
            <p:nvPr/>
          </p:nvSpPr>
          <p:spPr>
            <a:xfrm>
              <a:off x="1372496" y="4546616"/>
              <a:ext cx="14082" cy="37830"/>
            </a:xfrm>
            <a:custGeom>
              <a:avLst/>
              <a:gdLst/>
              <a:ahLst/>
              <a:cxnLst/>
              <a:rect l="0" t="0" r="0" b="0"/>
              <a:pathLst>
                <a:path w="14082" h="37830">
                  <a:moveTo>
                    <a:pt x="14082" y="0"/>
                  </a:moveTo>
                  <a:lnTo>
                    <a:pt x="0" y="3783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3" name="Input_receptor__1552">
              <a:extLst>
                <a:ext uri="{FF2B5EF4-FFF2-40B4-BE49-F238E27FC236}">
                  <a16:creationId xmlns:a16="http://schemas.microsoft.com/office/drawing/2014/main" id="{BAF9EB2F-F019-31B5-0583-E4147F92B2EA}"/>
                </a:ext>
              </a:extLst>
            </p:cNvPr>
            <p:cNvSpPr>
              <a:spLocks noGrp="1"/>
            </p:cNvSpPr>
            <p:nvPr/>
          </p:nvSpPr>
          <p:spPr>
            <a:xfrm>
              <a:off x="1260004" y="4621733"/>
              <a:ext cx="8330" cy="592"/>
            </a:xfrm>
            <a:custGeom>
              <a:avLst/>
              <a:gdLst/>
              <a:ahLst/>
              <a:cxnLst/>
              <a:rect l="0" t="0" r="0" b="0"/>
              <a:pathLst>
                <a:path w="8330" h="592">
                  <a:moveTo>
                    <a:pt x="0" y="592"/>
                  </a:moveTo>
                  <a:lnTo>
                    <a:pt x="833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4" name="Input_receptor__1553">
              <a:extLst>
                <a:ext uri="{FF2B5EF4-FFF2-40B4-BE49-F238E27FC236}">
                  <a16:creationId xmlns:a16="http://schemas.microsoft.com/office/drawing/2014/main" id="{16A92218-9CBB-283C-43E4-D0C9C0EC21A1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24925" cy="21904"/>
            </a:xfrm>
            <a:custGeom>
              <a:avLst/>
              <a:gdLst/>
              <a:ahLst/>
              <a:cxnLst/>
              <a:rect l="0" t="0" r="0" b="0"/>
              <a:pathLst>
                <a:path w="24925" h="21904">
                  <a:moveTo>
                    <a:pt x="24925" y="21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5" name="Input_receptor__1554">
              <a:extLst>
                <a:ext uri="{FF2B5EF4-FFF2-40B4-BE49-F238E27FC236}">
                  <a16:creationId xmlns:a16="http://schemas.microsoft.com/office/drawing/2014/main" id="{5FE61B1B-BE52-E87F-DD5E-24BEF43DD903}"/>
                </a:ext>
              </a:extLst>
            </p:cNvPr>
            <p:cNvSpPr>
              <a:spLocks noGrp="1"/>
            </p:cNvSpPr>
            <p:nvPr/>
          </p:nvSpPr>
          <p:spPr>
            <a:xfrm>
              <a:off x="1390990" y="4269223"/>
              <a:ext cx="42698" cy="18034"/>
            </a:xfrm>
            <a:custGeom>
              <a:avLst/>
              <a:gdLst/>
              <a:ahLst/>
              <a:cxnLst/>
              <a:rect l="0" t="0" r="0" b="0"/>
              <a:pathLst>
                <a:path w="42698" h="18034">
                  <a:moveTo>
                    <a:pt x="42698" y="0"/>
                  </a:moveTo>
                  <a:lnTo>
                    <a:pt x="0" y="18034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6" name="Input_receptor__1555">
              <a:extLst>
                <a:ext uri="{FF2B5EF4-FFF2-40B4-BE49-F238E27FC236}">
                  <a16:creationId xmlns:a16="http://schemas.microsoft.com/office/drawing/2014/main" id="{FC24DAB2-849A-7318-9C7F-816020EC6CC5}"/>
                </a:ext>
              </a:extLst>
            </p:cNvPr>
            <p:cNvSpPr>
              <a:spLocks noGrp="1"/>
            </p:cNvSpPr>
            <p:nvPr/>
          </p:nvSpPr>
          <p:spPr>
            <a:xfrm>
              <a:off x="823834" y="4451353"/>
              <a:ext cx="28802" cy="11105"/>
            </a:xfrm>
            <a:custGeom>
              <a:avLst/>
              <a:gdLst/>
              <a:ahLst/>
              <a:cxnLst/>
              <a:rect l="0" t="0" r="0" b="0"/>
              <a:pathLst>
                <a:path w="28802" h="11105">
                  <a:moveTo>
                    <a:pt x="0" y="0"/>
                  </a:moveTo>
                  <a:lnTo>
                    <a:pt x="28802" y="11105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7" name="Input_receptor__1556">
              <a:extLst>
                <a:ext uri="{FF2B5EF4-FFF2-40B4-BE49-F238E27FC236}">
                  <a16:creationId xmlns:a16="http://schemas.microsoft.com/office/drawing/2014/main" id="{3C1C3B50-D8BA-2974-27FA-F8F1A2ECE9C8}"/>
                </a:ext>
              </a:extLst>
            </p:cNvPr>
            <p:cNvSpPr>
              <a:spLocks noGrp="1"/>
            </p:cNvSpPr>
            <p:nvPr/>
          </p:nvSpPr>
          <p:spPr>
            <a:xfrm>
              <a:off x="1375645" y="4673273"/>
              <a:ext cx="45257" cy="14722"/>
            </a:xfrm>
            <a:custGeom>
              <a:avLst/>
              <a:gdLst/>
              <a:ahLst/>
              <a:cxnLst/>
              <a:rect l="0" t="0" r="0" b="0"/>
              <a:pathLst>
                <a:path w="45257" h="14722">
                  <a:moveTo>
                    <a:pt x="45257" y="147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8" name="Input_receptor__1557">
              <a:extLst>
                <a:ext uri="{FF2B5EF4-FFF2-40B4-BE49-F238E27FC236}">
                  <a16:creationId xmlns:a16="http://schemas.microsoft.com/office/drawing/2014/main" id="{5CA2A820-B337-107E-C9E1-6573528B220A}"/>
                </a:ext>
              </a:extLst>
            </p:cNvPr>
            <p:cNvSpPr>
              <a:spLocks noGrp="1"/>
            </p:cNvSpPr>
            <p:nvPr/>
          </p:nvSpPr>
          <p:spPr>
            <a:xfrm>
              <a:off x="1113890" y="5033093"/>
              <a:ext cx="40437" cy="13167"/>
            </a:xfrm>
            <a:custGeom>
              <a:avLst/>
              <a:gdLst/>
              <a:ahLst/>
              <a:cxnLst/>
              <a:rect l="0" t="0" r="0" b="0"/>
              <a:pathLst>
                <a:path w="40437" h="13167">
                  <a:moveTo>
                    <a:pt x="40437" y="0"/>
                  </a:moveTo>
                  <a:lnTo>
                    <a:pt x="0" y="13167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59" name="Input_receptor__1558">
              <a:extLst>
                <a:ext uri="{FF2B5EF4-FFF2-40B4-BE49-F238E27FC236}">
                  <a16:creationId xmlns:a16="http://schemas.microsoft.com/office/drawing/2014/main" id="{7903EFB5-016B-7A12-3576-7A80F64F2DF2}"/>
                </a:ext>
              </a:extLst>
            </p:cNvPr>
            <p:cNvSpPr>
              <a:spLocks noGrp="1"/>
            </p:cNvSpPr>
            <p:nvPr/>
          </p:nvSpPr>
          <p:spPr>
            <a:xfrm>
              <a:off x="1284570" y="4356116"/>
              <a:ext cx="2172" cy="17520"/>
            </a:xfrm>
            <a:custGeom>
              <a:avLst/>
              <a:gdLst/>
              <a:ahLst/>
              <a:cxnLst/>
              <a:rect l="0" t="0" r="0" b="0"/>
              <a:pathLst>
                <a:path w="2172" h="17520">
                  <a:moveTo>
                    <a:pt x="2172" y="175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0" name="Input_receptor__1559">
              <a:extLst>
                <a:ext uri="{FF2B5EF4-FFF2-40B4-BE49-F238E27FC236}">
                  <a16:creationId xmlns:a16="http://schemas.microsoft.com/office/drawing/2014/main" id="{0314600A-6A89-2B92-9ABB-849ED25BB324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77945"/>
              <a:ext cx="17311" cy="43713"/>
            </a:xfrm>
            <a:custGeom>
              <a:avLst/>
              <a:gdLst/>
              <a:ahLst/>
              <a:cxnLst/>
              <a:rect l="0" t="0" r="0" b="0"/>
              <a:pathLst>
                <a:path w="17311" h="43713">
                  <a:moveTo>
                    <a:pt x="0" y="0"/>
                  </a:moveTo>
                  <a:lnTo>
                    <a:pt x="17311" y="4371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1" name="Input_receptor__1560">
              <a:extLst>
                <a:ext uri="{FF2B5EF4-FFF2-40B4-BE49-F238E27FC236}">
                  <a16:creationId xmlns:a16="http://schemas.microsoft.com/office/drawing/2014/main" id="{273758C3-EB76-2570-6A65-5CDC34C24B4C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87411"/>
              <a:ext cx="2194" cy="35333"/>
            </a:xfrm>
            <a:custGeom>
              <a:avLst/>
              <a:gdLst/>
              <a:ahLst/>
              <a:cxnLst/>
              <a:rect l="0" t="0" r="0" b="0"/>
              <a:pathLst>
                <a:path w="2194" h="35333">
                  <a:moveTo>
                    <a:pt x="0" y="0"/>
                  </a:moveTo>
                  <a:lnTo>
                    <a:pt x="2194" y="3533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2" name="Input_receptor__1561">
              <a:extLst>
                <a:ext uri="{FF2B5EF4-FFF2-40B4-BE49-F238E27FC236}">
                  <a16:creationId xmlns:a16="http://schemas.microsoft.com/office/drawing/2014/main" id="{C2014FE5-2DE5-A16E-47A4-131721F7092F}"/>
                </a:ext>
              </a:extLst>
            </p:cNvPr>
            <p:cNvSpPr>
              <a:spLocks noGrp="1"/>
            </p:cNvSpPr>
            <p:nvPr/>
          </p:nvSpPr>
          <p:spPr>
            <a:xfrm>
              <a:off x="1433687" y="4269223"/>
              <a:ext cx="46279" cy="13114"/>
            </a:xfrm>
            <a:custGeom>
              <a:avLst/>
              <a:gdLst/>
              <a:ahLst/>
              <a:cxnLst/>
              <a:rect l="0" t="0" r="0" b="0"/>
              <a:pathLst>
                <a:path w="46279" h="13114">
                  <a:moveTo>
                    <a:pt x="46279" y="131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3" name="Input_receptor__1562">
              <a:extLst>
                <a:ext uri="{FF2B5EF4-FFF2-40B4-BE49-F238E27FC236}">
                  <a16:creationId xmlns:a16="http://schemas.microsoft.com/office/drawing/2014/main" id="{81B91096-6A08-2E71-B117-3F54A25C836E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492805"/>
              <a:ext cx="40783" cy="25675"/>
            </a:xfrm>
            <a:custGeom>
              <a:avLst/>
              <a:gdLst/>
              <a:ahLst/>
              <a:cxnLst/>
              <a:rect l="0" t="0" r="0" b="0"/>
              <a:pathLst>
                <a:path w="40783" h="25675">
                  <a:moveTo>
                    <a:pt x="0" y="25675"/>
                  </a:moveTo>
                  <a:lnTo>
                    <a:pt x="40783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4" name="Input_receptor__1563">
              <a:extLst>
                <a:ext uri="{FF2B5EF4-FFF2-40B4-BE49-F238E27FC236}">
                  <a16:creationId xmlns:a16="http://schemas.microsoft.com/office/drawing/2014/main" id="{F7A10BD1-EA4C-F0CF-193D-5DCD57006582}"/>
                </a:ext>
              </a:extLst>
            </p:cNvPr>
            <p:cNvSpPr>
              <a:spLocks noGrp="1"/>
            </p:cNvSpPr>
            <p:nvPr/>
          </p:nvSpPr>
          <p:spPr>
            <a:xfrm>
              <a:off x="870341" y="4659594"/>
              <a:ext cx="5070" cy="16686"/>
            </a:xfrm>
            <a:custGeom>
              <a:avLst/>
              <a:gdLst/>
              <a:ahLst/>
              <a:cxnLst/>
              <a:rect l="0" t="0" r="0" b="0"/>
              <a:pathLst>
                <a:path w="5070" h="16686">
                  <a:moveTo>
                    <a:pt x="0" y="0"/>
                  </a:moveTo>
                  <a:lnTo>
                    <a:pt x="5070" y="166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5" name="Input_receptor__1564">
              <a:extLst>
                <a:ext uri="{FF2B5EF4-FFF2-40B4-BE49-F238E27FC236}">
                  <a16:creationId xmlns:a16="http://schemas.microsoft.com/office/drawing/2014/main" id="{5DFFF4F2-AEEB-3062-B327-42E361F02937}"/>
                </a:ext>
              </a:extLst>
            </p:cNvPr>
            <p:cNvSpPr>
              <a:spLocks noGrp="1"/>
            </p:cNvSpPr>
            <p:nvPr/>
          </p:nvSpPr>
          <p:spPr>
            <a:xfrm>
              <a:off x="766033" y="4407386"/>
              <a:ext cx="47276" cy="5249"/>
            </a:xfrm>
            <a:custGeom>
              <a:avLst/>
              <a:gdLst/>
              <a:ahLst/>
              <a:cxnLst/>
              <a:rect l="0" t="0" r="0" b="0"/>
              <a:pathLst>
                <a:path w="47276" h="5249">
                  <a:moveTo>
                    <a:pt x="0" y="5249"/>
                  </a:moveTo>
                  <a:lnTo>
                    <a:pt x="47276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6" name="Input_receptor__1565">
              <a:extLst>
                <a:ext uri="{FF2B5EF4-FFF2-40B4-BE49-F238E27FC236}">
                  <a16:creationId xmlns:a16="http://schemas.microsoft.com/office/drawing/2014/main" id="{7656C845-886B-9DA3-9985-32C4337A87B9}"/>
                </a:ext>
              </a:extLst>
            </p:cNvPr>
            <p:cNvSpPr>
              <a:spLocks noGrp="1"/>
            </p:cNvSpPr>
            <p:nvPr/>
          </p:nvSpPr>
          <p:spPr>
            <a:xfrm>
              <a:off x="1550849" y="4224689"/>
              <a:ext cx="39211" cy="25288"/>
            </a:xfrm>
            <a:custGeom>
              <a:avLst/>
              <a:gdLst/>
              <a:ahLst/>
              <a:cxnLst/>
              <a:rect l="0" t="0" r="0" b="0"/>
              <a:pathLst>
                <a:path w="39211" h="25288">
                  <a:moveTo>
                    <a:pt x="39211" y="0"/>
                  </a:moveTo>
                  <a:lnTo>
                    <a:pt x="0" y="25288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7" name="Input_receptor__1566">
              <a:extLst>
                <a:ext uri="{FF2B5EF4-FFF2-40B4-BE49-F238E27FC236}">
                  <a16:creationId xmlns:a16="http://schemas.microsoft.com/office/drawing/2014/main" id="{A89C8901-BEC5-89F8-49F8-32B4996245E2}"/>
                </a:ext>
              </a:extLst>
            </p:cNvPr>
            <p:cNvSpPr>
              <a:spLocks noGrp="1"/>
            </p:cNvSpPr>
            <p:nvPr/>
          </p:nvSpPr>
          <p:spPr>
            <a:xfrm>
              <a:off x="1570094" y="4112971"/>
              <a:ext cx="19613" cy="20908"/>
            </a:xfrm>
            <a:custGeom>
              <a:avLst/>
              <a:gdLst/>
              <a:ahLst/>
              <a:cxnLst/>
              <a:rect l="0" t="0" r="0" b="0"/>
              <a:pathLst>
                <a:path w="19613" h="20908">
                  <a:moveTo>
                    <a:pt x="0" y="20908"/>
                  </a:moveTo>
                  <a:lnTo>
                    <a:pt x="1961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8" name="Input_receptor__1567">
              <a:extLst>
                <a:ext uri="{FF2B5EF4-FFF2-40B4-BE49-F238E27FC236}">
                  <a16:creationId xmlns:a16="http://schemas.microsoft.com/office/drawing/2014/main" id="{75CCA771-CFEC-784B-7124-670E58D126AB}"/>
                </a:ext>
              </a:extLst>
            </p:cNvPr>
            <p:cNvSpPr>
              <a:spLocks noGrp="1"/>
            </p:cNvSpPr>
            <p:nvPr/>
          </p:nvSpPr>
          <p:spPr>
            <a:xfrm>
              <a:off x="1505487" y="4242964"/>
              <a:ext cx="45363" cy="7012"/>
            </a:xfrm>
            <a:custGeom>
              <a:avLst/>
              <a:gdLst/>
              <a:ahLst/>
              <a:cxnLst/>
              <a:rect l="0" t="0" r="0" b="0"/>
              <a:pathLst>
                <a:path w="45363" h="7012">
                  <a:moveTo>
                    <a:pt x="45363" y="70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9" name="Input_receptor__1568">
              <a:extLst>
                <a:ext uri="{FF2B5EF4-FFF2-40B4-BE49-F238E27FC236}">
                  <a16:creationId xmlns:a16="http://schemas.microsoft.com/office/drawing/2014/main" id="{6919ACC0-EF09-13D1-E4AA-4501982005B9}"/>
                </a:ext>
              </a:extLst>
            </p:cNvPr>
            <p:cNvSpPr>
              <a:spLocks noGrp="1"/>
            </p:cNvSpPr>
            <p:nvPr/>
          </p:nvSpPr>
          <p:spPr>
            <a:xfrm>
              <a:off x="599474" y="4640357"/>
              <a:ext cx="39443" cy="12610"/>
            </a:xfrm>
            <a:custGeom>
              <a:avLst/>
              <a:gdLst/>
              <a:ahLst/>
              <a:cxnLst/>
              <a:rect l="0" t="0" r="0" b="0"/>
              <a:pathLst>
                <a:path w="39443" h="12610">
                  <a:moveTo>
                    <a:pt x="0" y="12610"/>
                  </a:moveTo>
                  <a:lnTo>
                    <a:pt x="3944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0" name="Input_receptor__1569">
              <a:extLst>
                <a:ext uri="{FF2B5EF4-FFF2-40B4-BE49-F238E27FC236}">
                  <a16:creationId xmlns:a16="http://schemas.microsoft.com/office/drawing/2014/main" id="{270B4D10-58FB-40B5-B7AA-E6E3BF10E8C2}"/>
                </a:ext>
              </a:extLst>
            </p:cNvPr>
            <p:cNvSpPr>
              <a:spLocks noGrp="1"/>
            </p:cNvSpPr>
            <p:nvPr/>
          </p:nvSpPr>
          <p:spPr>
            <a:xfrm>
              <a:off x="687318" y="4718788"/>
              <a:ext cx="13721" cy="29378"/>
            </a:xfrm>
            <a:custGeom>
              <a:avLst/>
              <a:gdLst/>
              <a:ahLst/>
              <a:cxnLst/>
              <a:rect l="0" t="0" r="0" b="0"/>
              <a:pathLst>
                <a:path w="13721" h="29378">
                  <a:moveTo>
                    <a:pt x="13721" y="0"/>
                  </a:moveTo>
                  <a:lnTo>
                    <a:pt x="0" y="29378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1" name="Input_receptor__1570">
              <a:extLst>
                <a:ext uri="{FF2B5EF4-FFF2-40B4-BE49-F238E27FC236}">
                  <a16:creationId xmlns:a16="http://schemas.microsoft.com/office/drawing/2014/main" id="{878967B6-D001-E994-1434-679E44DB0CD5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18144"/>
              <a:ext cx="24178" cy="41059"/>
            </a:xfrm>
            <a:custGeom>
              <a:avLst/>
              <a:gdLst/>
              <a:ahLst/>
              <a:cxnLst/>
              <a:rect l="0" t="0" r="0" b="0"/>
              <a:pathLst>
                <a:path w="24178" h="41059">
                  <a:moveTo>
                    <a:pt x="24178" y="0"/>
                  </a:moveTo>
                  <a:lnTo>
                    <a:pt x="0" y="41059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2" name="Input_receptor__1571">
              <a:extLst>
                <a:ext uri="{FF2B5EF4-FFF2-40B4-BE49-F238E27FC236}">
                  <a16:creationId xmlns:a16="http://schemas.microsoft.com/office/drawing/2014/main" id="{E83D5F7B-2948-6D41-E60C-9395E4F040A9}"/>
                </a:ext>
              </a:extLst>
            </p:cNvPr>
            <p:cNvSpPr>
              <a:spLocks noGrp="1"/>
            </p:cNvSpPr>
            <p:nvPr/>
          </p:nvSpPr>
          <p:spPr>
            <a:xfrm>
              <a:off x="910946" y="4561908"/>
              <a:ext cx="46167" cy="11071"/>
            </a:xfrm>
            <a:custGeom>
              <a:avLst/>
              <a:gdLst/>
              <a:ahLst/>
              <a:cxnLst/>
              <a:rect l="0" t="0" r="0" b="0"/>
              <a:pathLst>
                <a:path w="46167" h="11071">
                  <a:moveTo>
                    <a:pt x="46167" y="11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3" name="Input_receptor__1572">
              <a:extLst>
                <a:ext uri="{FF2B5EF4-FFF2-40B4-BE49-F238E27FC236}">
                  <a16:creationId xmlns:a16="http://schemas.microsoft.com/office/drawing/2014/main" id="{2688C0E2-77B6-4AEC-01A5-883670DEB105}"/>
                </a:ext>
              </a:extLst>
            </p:cNvPr>
            <p:cNvSpPr>
              <a:spLocks noGrp="1"/>
            </p:cNvSpPr>
            <p:nvPr/>
          </p:nvSpPr>
          <p:spPr>
            <a:xfrm>
              <a:off x="957718" y="4509076"/>
              <a:ext cx="47189" cy="8221"/>
            </a:xfrm>
            <a:custGeom>
              <a:avLst/>
              <a:gdLst/>
              <a:ahLst/>
              <a:cxnLst/>
              <a:rect l="0" t="0" r="0" b="0"/>
              <a:pathLst>
                <a:path w="47189" h="8221">
                  <a:moveTo>
                    <a:pt x="47189" y="8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4" name="Input_receptor__1573">
              <a:extLst>
                <a:ext uri="{FF2B5EF4-FFF2-40B4-BE49-F238E27FC236}">
                  <a16:creationId xmlns:a16="http://schemas.microsoft.com/office/drawing/2014/main" id="{D71C0B3B-D1F1-C2AB-7A21-CBE0FAFBAF1B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777797"/>
              <a:ext cx="23739" cy="41386"/>
            </a:xfrm>
            <a:custGeom>
              <a:avLst/>
              <a:gdLst/>
              <a:ahLst/>
              <a:cxnLst/>
              <a:rect l="0" t="0" r="0" b="0"/>
              <a:pathLst>
                <a:path w="23739" h="41386">
                  <a:moveTo>
                    <a:pt x="23739" y="0"/>
                  </a:moveTo>
                  <a:lnTo>
                    <a:pt x="0" y="413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5" name="Input_receptor__1574">
              <a:extLst>
                <a:ext uri="{FF2B5EF4-FFF2-40B4-BE49-F238E27FC236}">
                  <a16:creationId xmlns:a16="http://schemas.microsoft.com/office/drawing/2014/main" id="{6FF93145-FA01-C0F9-D80A-E6129B8FD229}"/>
                </a:ext>
              </a:extLst>
            </p:cNvPr>
            <p:cNvSpPr>
              <a:spLocks noGrp="1"/>
            </p:cNvSpPr>
            <p:nvPr/>
          </p:nvSpPr>
          <p:spPr>
            <a:xfrm>
              <a:off x="1479967" y="4242964"/>
              <a:ext cx="25520" cy="39373"/>
            </a:xfrm>
            <a:custGeom>
              <a:avLst/>
              <a:gdLst/>
              <a:ahLst/>
              <a:cxnLst/>
              <a:rect l="0" t="0" r="0" b="0"/>
              <a:pathLst>
                <a:path w="25520" h="39373">
                  <a:moveTo>
                    <a:pt x="25520" y="0"/>
                  </a:moveTo>
                  <a:lnTo>
                    <a:pt x="0" y="3937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6" name="Input_receptor__1575">
              <a:extLst>
                <a:ext uri="{FF2B5EF4-FFF2-40B4-BE49-F238E27FC236}">
                  <a16:creationId xmlns:a16="http://schemas.microsoft.com/office/drawing/2014/main" id="{91BC7710-C4AC-06BB-8A4B-C039A8FB606E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417244"/>
              <a:ext cx="4886" cy="40710"/>
            </a:xfrm>
            <a:custGeom>
              <a:avLst/>
              <a:gdLst/>
              <a:ahLst/>
              <a:cxnLst/>
              <a:rect l="0" t="0" r="0" b="0"/>
              <a:pathLst>
                <a:path w="4886" h="40710">
                  <a:moveTo>
                    <a:pt x="4886" y="407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7" name="Input_receptor__1576">
              <a:extLst>
                <a:ext uri="{FF2B5EF4-FFF2-40B4-BE49-F238E27FC236}">
                  <a16:creationId xmlns:a16="http://schemas.microsoft.com/office/drawing/2014/main" id="{DCE37541-CA32-FD74-744A-8A36156A7FDD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31008"/>
              <a:ext cx="857" cy="47377"/>
            </a:xfrm>
            <a:custGeom>
              <a:avLst/>
              <a:gdLst/>
              <a:ahLst/>
              <a:cxnLst/>
              <a:rect l="0" t="0" r="0" b="0"/>
              <a:pathLst>
                <a:path w="857" h="47377">
                  <a:moveTo>
                    <a:pt x="857" y="473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8" name="Input_receptor__1577">
              <a:extLst>
                <a:ext uri="{FF2B5EF4-FFF2-40B4-BE49-F238E27FC236}">
                  <a16:creationId xmlns:a16="http://schemas.microsoft.com/office/drawing/2014/main" id="{E97B6E7F-A1A8-3635-627F-A8CCB7C2582B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74558"/>
              <a:ext cx="11467" cy="8790"/>
            </a:xfrm>
            <a:custGeom>
              <a:avLst/>
              <a:gdLst/>
              <a:ahLst/>
              <a:cxnLst/>
              <a:rect l="0" t="0" r="0" b="0"/>
              <a:pathLst>
                <a:path w="11467" h="8790">
                  <a:moveTo>
                    <a:pt x="0" y="8790"/>
                  </a:moveTo>
                  <a:lnTo>
                    <a:pt x="11467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9" name="Input_receptor__1578">
              <a:extLst>
                <a:ext uri="{FF2B5EF4-FFF2-40B4-BE49-F238E27FC236}">
                  <a16:creationId xmlns:a16="http://schemas.microsoft.com/office/drawing/2014/main" id="{4F7DD487-3E91-1BB4-5E07-588FA09E3B4A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398391"/>
              <a:ext cx="34466" cy="18853"/>
            </a:xfrm>
            <a:custGeom>
              <a:avLst/>
              <a:gdLst/>
              <a:ahLst/>
              <a:cxnLst/>
              <a:rect l="0" t="0" r="0" b="0"/>
              <a:pathLst>
                <a:path w="34466" h="18853">
                  <a:moveTo>
                    <a:pt x="0" y="18853"/>
                  </a:moveTo>
                  <a:lnTo>
                    <a:pt x="34466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0" name="Input_receptor__1579">
              <a:extLst>
                <a:ext uri="{FF2B5EF4-FFF2-40B4-BE49-F238E27FC236}">
                  <a16:creationId xmlns:a16="http://schemas.microsoft.com/office/drawing/2014/main" id="{C9ACD291-9147-B268-122C-95CE6FB29695}"/>
                </a:ext>
              </a:extLst>
            </p:cNvPr>
            <p:cNvSpPr>
              <a:spLocks noGrp="1"/>
            </p:cNvSpPr>
            <p:nvPr/>
          </p:nvSpPr>
          <p:spPr>
            <a:xfrm>
              <a:off x="813309" y="4407386"/>
              <a:ext cx="10525" cy="43967"/>
            </a:xfrm>
            <a:custGeom>
              <a:avLst/>
              <a:gdLst/>
              <a:ahLst/>
              <a:cxnLst/>
              <a:rect l="0" t="0" r="0" b="0"/>
              <a:pathLst>
                <a:path w="10525" h="43967">
                  <a:moveTo>
                    <a:pt x="0" y="0"/>
                  </a:moveTo>
                  <a:lnTo>
                    <a:pt x="10525" y="43967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1" name="Input_receptor__1580">
              <a:extLst>
                <a:ext uri="{FF2B5EF4-FFF2-40B4-BE49-F238E27FC236}">
                  <a16:creationId xmlns:a16="http://schemas.microsoft.com/office/drawing/2014/main" id="{C4689061-68C1-8D6A-A69B-C8EE31B01265}"/>
                </a:ext>
              </a:extLst>
            </p:cNvPr>
            <p:cNvSpPr>
              <a:spLocks noGrp="1"/>
            </p:cNvSpPr>
            <p:nvPr/>
          </p:nvSpPr>
          <p:spPr>
            <a:xfrm>
              <a:off x="898462" y="4618552"/>
              <a:ext cx="28966" cy="10403"/>
            </a:xfrm>
            <a:custGeom>
              <a:avLst/>
              <a:gdLst/>
              <a:ahLst/>
              <a:cxnLst/>
              <a:rect l="0" t="0" r="0" b="0"/>
              <a:pathLst>
                <a:path w="28966" h="10403">
                  <a:moveTo>
                    <a:pt x="28966" y="104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2" name="Input_receptor__1581">
              <a:extLst>
                <a:ext uri="{FF2B5EF4-FFF2-40B4-BE49-F238E27FC236}">
                  <a16:creationId xmlns:a16="http://schemas.microsoft.com/office/drawing/2014/main" id="{1649F57C-052A-5E32-C774-09AD3D829F04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50815"/>
              <a:ext cx="6351" cy="46819"/>
            </a:xfrm>
            <a:custGeom>
              <a:avLst/>
              <a:gdLst/>
              <a:ahLst/>
              <a:cxnLst/>
              <a:rect l="0" t="0" r="0" b="0"/>
              <a:pathLst>
                <a:path w="6351" h="46819">
                  <a:moveTo>
                    <a:pt x="6351" y="468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5"/>
              </a:solidFill>
            </a:ln>
          </p:spPr>
        </p:sp>
        <p:sp>
          <p:nvSpPr>
            <p:cNvPr id="1583" name="Input_receptor__1582">
              <a:extLst>
                <a:ext uri="{FF2B5EF4-FFF2-40B4-BE49-F238E27FC236}">
                  <a16:creationId xmlns:a16="http://schemas.microsoft.com/office/drawing/2014/main" id="{57247082-408D-DEF8-6D3A-CF9184373B45}"/>
                </a:ext>
              </a:extLst>
            </p:cNvPr>
            <p:cNvSpPr>
              <a:spLocks noGrp="1"/>
            </p:cNvSpPr>
            <p:nvPr/>
          </p:nvSpPr>
          <p:spPr>
            <a:xfrm>
              <a:off x="1198636" y="4622605"/>
              <a:ext cx="18471" cy="36984"/>
            </a:xfrm>
            <a:custGeom>
              <a:avLst/>
              <a:gdLst/>
              <a:ahLst/>
              <a:cxnLst/>
              <a:rect l="0" t="0" r="0" b="0"/>
              <a:pathLst>
                <a:path w="18471" h="36984">
                  <a:moveTo>
                    <a:pt x="0" y="0"/>
                  </a:moveTo>
                  <a:lnTo>
                    <a:pt x="18471" y="36984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4" name="Input_receptor__1583">
              <a:extLst>
                <a:ext uri="{FF2B5EF4-FFF2-40B4-BE49-F238E27FC236}">
                  <a16:creationId xmlns:a16="http://schemas.microsoft.com/office/drawing/2014/main" id="{92B54654-2421-B62A-6CAA-17561B8B19AB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22605"/>
              <a:ext cx="42571" cy="8404"/>
            </a:xfrm>
            <a:custGeom>
              <a:avLst/>
              <a:gdLst/>
              <a:ahLst/>
              <a:cxnLst/>
              <a:rect l="0" t="0" r="0" b="0"/>
              <a:pathLst>
                <a:path w="42571" h="8404">
                  <a:moveTo>
                    <a:pt x="0" y="8404"/>
                  </a:moveTo>
                  <a:lnTo>
                    <a:pt x="42571" y="0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5" name="Input_receptor__1584">
              <a:extLst>
                <a:ext uri="{FF2B5EF4-FFF2-40B4-BE49-F238E27FC236}">
                  <a16:creationId xmlns:a16="http://schemas.microsoft.com/office/drawing/2014/main" id="{F1C9D5ED-9427-A502-0741-B9488D0F02E0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38305" cy="2190"/>
            </a:xfrm>
            <a:custGeom>
              <a:avLst/>
              <a:gdLst/>
              <a:ahLst/>
              <a:cxnLst/>
              <a:rect l="0" t="0" r="0" b="0"/>
              <a:pathLst>
                <a:path w="38305" h="2190">
                  <a:moveTo>
                    <a:pt x="38305" y="21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6" name="Input_receptor__1585">
              <a:extLst>
                <a:ext uri="{FF2B5EF4-FFF2-40B4-BE49-F238E27FC236}">
                  <a16:creationId xmlns:a16="http://schemas.microsoft.com/office/drawing/2014/main" id="{9CF76820-8153-AA14-0F82-2D0EC2F49ACD}"/>
                </a:ext>
              </a:extLst>
            </p:cNvPr>
            <p:cNvSpPr>
              <a:spLocks noGrp="1"/>
            </p:cNvSpPr>
            <p:nvPr/>
          </p:nvSpPr>
          <p:spPr>
            <a:xfrm>
              <a:off x="1325615" y="4584446"/>
              <a:ext cx="46881" cy="8585"/>
            </a:xfrm>
            <a:custGeom>
              <a:avLst/>
              <a:gdLst/>
              <a:ahLst/>
              <a:cxnLst/>
              <a:rect l="0" t="0" r="0" b="0"/>
              <a:pathLst>
                <a:path w="46881" h="8585">
                  <a:moveTo>
                    <a:pt x="46881" y="0"/>
                  </a:moveTo>
                  <a:lnTo>
                    <a:pt x="0" y="8585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7" name="Input_receptor__1586">
              <a:extLst>
                <a:ext uri="{FF2B5EF4-FFF2-40B4-BE49-F238E27FC236}">
                  <a16:creationId xmlns:a16="http://schemas.microsoft.com/office/drawing/2014/main" id="{A8740CFA-317C-58CB-4A95-9CD825322638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60389"/>
              <a:ext cx="13241" cy="5977"/>
            </a:xfrm>
            <a:custGeom>
              <a:avLst/>
              <a:gdLst/>
              <a:ahLst/>
              <a:cxnLst/>
              <a:rect l="0" t="0" r="0" b="0"/>
              <a:pathLst>
                <a:path w="13241" h="5977">
                  <a:moveTo>
                    <a:pt x="13241" y="0"/>
                  </a:moveTo>
                  <a:lnTo>
                    <a:pt x="0" y="5977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8" name="Input_receptor__1587">
              <a:extLst>
                <a:ext uri="{FF2B5EF4-FFF2-40B4-BE49-F238E27FC236}">
                  <a16:creationId xmlns:a16="http://schemas.microsoft.com/office/drawing/2014/main" id="{EF1B512D-2E86-391F-7363-7EE938FC0DE8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58520"/>
              <a:ext cx="17995" cy="19425"/>
            </a:xfrm>
            <a:custGeom>
              <a:avLst/>
              <a:gdLst/>
              <a:ahLst/>
              <a:cxnLst/>
              <a:rect l="0" t="0" r="0" b="0"/>
              <a:pathLst>
                <a:path w="17995" h="19425">
                  <a:moveTo>
                    <a:pt x="17995" y="0"/>
                  </a:moveTo>
                  <a:lnTo>
                    <a:pt x="0" y="194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9" name="Input_receptor__1588">
              <a:extLst>
                <a:ext uri="{FF2B5EF4-FFF2-40B4-BE49-F238E27FC236}">
                  <a16:creationId xmlns:a16="http://schemas.microsoft.com/office/drawing/2014/main" id="{DD61A5EB-98E9-67B5-03CD-0C9677FBE756}"/>
                </a:ext>
              </a:extLst>
            </p:cNvPr>
            <p:cNvSpPr>
              <a:spLocks noGrp="1"/>
            </p:cNvSpPr>
            <p:nvPr/>
          </p:nvSpPr>
          <p:spPr>
            <a:xfrm>
              <a:off x="747438" y="4452882"/>
              <a:ext cx="5854" cy="39923"/>
            </a:xfrm>
            <a:custGeom>
              <a:avLst/>
              <a:gdLst/>
              <a:ahLst/>
              <a:cxnLst/>
              <a:rect l="0" t="0" r="0" b="0"/>
              <a:pathLst>
                <a:path w="5854" h="39923">
                  <a:moveTo>
                    <a:pt x="0" y="39923"/>
                  </a:moveTo>
                  <a:lnTo>
                    <a:pt x="585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0" name="Input_receptor__1589">
              <a:extLst>
                <a:ext uri="{FF2B5EF4-FFF2-40B4-BE49-F238E27FC236}">
                  <a16:creationId xmlns:a16="http://schemas.microsoft.com/office/drawing/2014/main" id="{7ACF3B4B-0587-FD73-6A35-13A399F2EBD6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23332"/>
              <a:ext cx="26652" cy="25665"/>
            </a:xfrm>
            <a:custGeom>
              <a:avLst/>
              <a:gdLst/>
              <a:ahLst/>
              <a:cxnLst/>
              <a:rect l="0" t="0" r="0" b="0"/>
              <a:pathLst>
                <a:path w="26652" h="25665">
                  <a:moveTo>
                    <a:pt x="26652" y="256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1" name="Input_receptor__1590">
              <a:extLst>
                <a:ext uri="{FF2B5EF4-FFF2-40B4-BE49-F238E27FC236}">
                  <a16:creationId xmlns:a16="http://schemas.microsoft.com/office/drawing/2014/main" id="{3EDB0596-5634-4932-90D2-F84926DB7467}"/>
                </a:ext>
              </a:extLst>
            </p:cNvPr>
            <p:cNvSpPr>
              <a:spLocks noGrp="1"/>
            </p:cNvSpPr>
            <p:nvPr/>
          </p:nvSpPr>
          <p:spPr>
            <a:xfrm>
              <a:off x="1440580" y="4777797"/>
              <a:ext cx="35958" cy="14975"/>
            </a:xfrm>
            <a:custGeom>
              <a:avLst/>
              <a:gdLst/>
              <a:ahLst/>
              <a:cxnLst/>
              <a:rect l="0" t="0" r="0" b="0"/>
              <a:pathLst>
                <a:path w="35958" h="14975">
                  <a:moveTo>
                    <a:pt x="35958" y="14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2" name="Input_receptor__1591">
              <a:extLst>
                <a:ext uri="{FF2B5EF4-FFF2-40B4-BE49-F238E27FC236}">
                  <a16:creationId xmlns:a16="http://schemas.microsoft.com/office/drawing/2014/main" id="{CEFA441F-5DC3-D11D-F58C-5A8621863B8B}"/>
                </a:ext>
              </a:extLst>
            </p:cNvPr>
            <p:cNvSpPr>
              <a:spLocks noGrp="1"/>
            </p:cNvSpPr>
            <p:nvPr/>
          </p:nvSpPr>
          <p:spPr>
            <a:xfrm>
              <a:off x="753293" y="4412635"/>
              <a:ext cx="12741" cy="40247"/>
            </a:xfrm>
            <a:custGeom>
              <a:avLst/>
              <a:gdLst/>
              <a:ahLst/>
              <a:cxnLst/>
              <a:rect l="0" t="0" r="0" b="0"/>
              <a:pathLst>
                <a:path w="12741" h="40247">
                  <a:moveTo>
                    <a:pt x="0" y="40247"/>
                  </a:moveTo>
                  <a:lnTo>
                    <a:pt x="12741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3" name="Input_receptor__1592">
              <a:extLst>
                <a:ext uri="{FF2B5EF4-FFF2-40B4-BE49-F238E27FC236}">
                  <a16:creationId xmlns:a16="http://schemas.microsoft.com/office/drawing/2014/main" id="{CF57E0EF-6CD9-F766-B615-428C7358DB07}"/>
                </a:ext>
              </a:extLst>
            </p:cNvPr>
            <p:cNvSpPr>
              <a:spLocks noGrp="1"/>
            </p:cNvSpPr>
            <p:nvPr/>
          </p:nvSpPr>
          <p:spPr>
            <a:xfrm>
              <a:off x="1068987" y="4796071"/>
              <a:ext cx="5445" cy="19137"/>
            </a:xfrm>
            <a:custGeom>
              <a:avLst/>
              <a:gdLst/>
              <a:ahLst/>
              <a:cxnLst/>
              <a:rect l="0" t="0" r="0" b="0"/>
              <a:pathLst>
                <a:path w="5445" h="19137">
                  <a:moveTo>
                    <a:pt x="5445" y="191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4" name="Input_receptor__1593">
              <a:extLst>
                <a:ext uri="{FF2B5EF4-FFF2-40B4-BE49-F238E27FC236}">
                  <a16:creationId xmlns:a16="http://schemas.microsoft.com/office/drawing/2014/main" id="{E1CA0757-4B9B-D32C-733F-9AFC6384132A}"/>
                </a:ext>
              </a:extLst>
            </p:cNvPr>
            <p:cNvSpPr>
              <a:spLocks noGrp="1"/>
            </p:cNvSpPr>
            <p:nvPr/>
          </p:nvSpPr>
          <p:spPr>
            <a:xfrm>
              <a:off x="638916" y="4599179"/>
              <a:ext cx="24878" cy="41178"/>
            </a:xfrm>
            <a:custGeom>
              <a:avLst/>
              <a:gdLst/>
              <a:ahLst/>
              <a:cxnLst/>
              <a:rect l="0" t="0" r="0" b="0"/>
              <a:pathLst>
                <a:path w="24878" h="41178">
                  <a:moveTo>
                    <a:pt x="0" y="41178"/>
                  </a:moveTo>
                  <a:lnTo>
                    <a:pt x="24878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5" name="Input_receptor__1594">
              <a:extLst>
                <a:ext uri="{FF2B5EF4-FFF2-40B4-BE49-F238E27FC236}">
                  <a16:creationId xmlns:a16="http://schemas.microsoft.com/office/drawing/2014/main" id="{382CFA55-972D-BB93-F50A-CEF9178E8754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48806"/>
              <a:ext cx="47705" cy="8094"/>
            </a:xfrm>
            <a:custGeom>
              <a:avLst/>
              <a:gdLst/>
              <a:ahLst/>
              <a:cxnLst/>
              <a:rect l="0" t="0" r="0" b="0"/>
              <a:pathLst>
                <a:path w="47705" h="8094">
                  <a:moveTo>
                    <a:pt x="0" y="8094"/>
                  </a:moveTo>
                  <a:lnTo>
                    <a:pt x="47705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6" name="Input_receptor__1595">
              <a:extLst>
                <a:ext uri="{FF2B5EF4-FFF2-40B4-BE49-F238E27FC236}">
                  <a16:creationId xmlns:a16="http://schemas.microsoft.com/office/drawing/2014/main" id="{DD8E7CC1-A9C3-551A-F8BA-57C1050E51A7}"/>
                </a:ext>
              </a:extLst>
            </p:cNvPr>
            <p:cNvSpPr>
              <a:spLocks noGrp="1"/>
            </p:cNvSpPr>
            <p:nvPr/>
          </p:nvSpPr>
          <p:spPr>
            <a:xfrm>
              <a:off x="1382029" y="4398391"/>
              <a:ext cx="27578" cy="39154"/>
            </a:xfrm>
            <a:custGeom>
              <a:avLst/>
              <a:gdLst/>
              <a:ahLst/>
              <a:cxnLst/>
              <a:rect l="0" t="0" r="0" b="0"/>
              <a:pathLst>
                <a:path w="27578" h="39154">
                  <a:moveTo>
                    <a:pt x="0" y="0"/>
                  </a:moveTo>
                  <a:lnTo>
                    <a:pt x="27578" y="39154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7" name="Input_receptor__1596">
              <a:extLst>
                <a:ext uri="{FF2B5EF4-FFF2-40B4-BE49-F238E27FC236}">
                  <a16:creationId xmlns:a16="http://schemas.microsoft.com/office/drawing/2014/main" id="{20E5A8A0-A812-D7C0-F6EB-BCFD8C77CC3A}"/>
                </a:ext>
              </a:extLst>
            </p:cNvPr>
            <p:cNvSpPr>
              <a:spLocks noGrp="1"/>
            </p:cNvSpPr>
            <p:nvPr/>
          </p:nvSpPr>
          <p:spPr>
            <a:xfrm>
              <a:off x="1476538" y="4792772"/>
              <a:ext cx="2654" cy="42829"/>
            </a:xfrm>
            <a:custGeom>
              <a:avLst/>
              <a:gdLst/>
              <a:ahLst/>
              <a:cxnLst/>
              <a:rect l="0" t="0" r="0" b="0"/>
              <a:pathLst>
                <a:path w="2654" h="42829">
                  <a:moveTo>
                    <a:pt x="2654" y="42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8" name="Input_receptor__1597">
              <a:extLst>
                <a:ext uri="{FF2B5EF4-FFF2-40B4-BE49-F238E27FC236}">
                  <a16:creationId xmlns:a16="http://schemas.microsoft.com/office/drawing/2014/main" id="{91F6A6F4-2ECF-F75A-CDC4-0BEDA9E2704D}"/>
                </a:ext>
              </a:extLst>
            </p:cNvPr>
            <p:cNvSpPr>
              <a:spLocks noGrp="1"/>
            </p:cNvSpPr>
            <p:nvPr/>
          </p:nvSpPr>
          <p:spPr>
            <a:xfrm>
              <a:off x="875602" y="4897634"/>
              <a:ext cx="44272" cy="14093"/>
            </a:xfrm>
            <a:custGeom>
              <a:avLst/>
              <a:gdLst/>
              <a:ahLst/>
              <a:cxnLst/>
              <a:rect l="0" t="0" r="0" b="0"/>
              <a:pathLst>
                <a:path w="44272" h="14093">
                  <a:moveTo>
                    <a:pt x="44272" y="14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9" name="Input_receptor__1598">
              <a:extLst>
                <a:ext uri="{FF2B5EF4-FFF2-40B4-BE49-F238E27FC236}">
                  <a16:creationId xmlns:a16="http://schemas.microsoft.com/office/drawing/2014/main" id="{F36CB67C-2A88-13FA-605A-C7553C9780BC}"/>
                </a:ext>
              </a:extLst>
            </p:cNvPr>
            <p:cNvSpPr>
              <a:spLocks noGrp="1"/>
            </p:cNvSpPr>
            <p:nvPr/>
          </p:nvSpPr>
          <p:spPr>
            <a:xfrm>
              <a:off x="769489" y="4702160"/>
              <a:ext cx="1660" cy="41331"/>
            </a:xfrm>
            <a:custGeom>
              <a:avLst/>
              <a:gdLst/>
              <a:ahLst/>
              <a:cxnLst/>
              <a:rect l="0" t="0" r="0" b="0"/>
              <a:pathLst>
                <a:path w="1660" h="41331">
                  <a:moveTo>
                    <a:pt x="1660" y="0"/>
                  </a:moveTo>
                  <a:lnTo>
                    <a:pt x="0" y="41331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0" name="Input_receptor__1599">
              <a:extLst>
                <a:ext uri="{FF2B5EF4-FFF2-40B4-BE49-F238E27FC236}">
                  <a16:creationId xmlns:a16="http://schemas.microsoft.com/office/drawing/2014/main" id="{E143342A-71E9-E07A-CB50-FC1A88CDC1B8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56900"/>
              <a:ext cx="5602" cy="47212"/>
            </a:xfrm>
            <a:custGeom>
              <a:avLst/>
              <a:gdLst/>
              <a:ahLst/>
              <a:cxnLst/>
              <a:rect l="0" t="0" r="0" b="0"/>
              <a:pathLst>
                <a:path w="5602" h="47212">
                  <a:moveTo>
                    <a:pt x="5602" y="47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1" name="Input_receptor__1600">
              <a:extLst>
                <a:ext uri="{FF2B5EF4-FFF2-40B4-BE49-F238E27FC236}">
                  <a16:creationId xmlns:a16="http://schemas.microsoft.com/office/drawing/2014/main" id="{5B27B651-FFD9-D265-5DAF-CACF054247EE}"/>
                </a:ext>
              </a:extLst>
            </p:cNvPr>
            <p:cNvSpPr>
              <a:spLocks noGrp="1"/>
            </p:cNvSpPr>
            <p:nvPr/>
          </p:nvSpPr>
          <p:spPr>
            <a:xfrm>
              <a:off x="1004907" y="4484673"/>
              <a:ext cx="8020" cy="32625"/>
            </a:xfrm>
            <a:custGeom>
              <a:avLst/>
              <a:gdLst/>
              <a:ahLst/>
              <a:cxnLst/>
              <a:rect l="0" t="0" r="0" b="0"/>
              <a:pathLst>
                <a:path w="8020" h="32625">
                  <a:moveTo>
                    <a:pt x="8020" y="0"/>
                  </a:moveTo>
                  <a:lnTo>
                    <a:pt x="0" y="326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2" name="Input_receptor__1601">
              <a:extLst>
                <a:ext uri="{FF2B5EF4-FFF2-40B4-BE49-F238E27FC236}">
                  <a16:creationId xmlns:a16="http://schemas.microsoft.com/office/drawing/2014/main" id="{0C98FE6B-7F63-59D1-FF96-2FF7C8BE2E57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05269"/>
              <a:ext cx="10277" cy="27795"/>
            </a:xfrm>
            <a:custGeom>
              <a:avLst/>
              <a:gdLst/>
              <a:ahLst/>
              <a:cxnLst/>
              <a:rect l="0" t="0" r="0" b="0"/>
              <a:pathLst>
                <a:path w="10277" h="27795">
                  <a:moveTo>
                    <a:pt x="0" y="27795"/>
                  </a:moveTo>
                  <a:lnTo>
                    <a:pt x="10277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3" name="Input_receptor__1602">
              <a:extLst>
                <a:ext uri="{FF2B5EF4-FFF2-40B4-BE49-F238E27FC236}">
                  <a16:creationId xmlns:a16="http://schemas.microsoft.com/office/drawing/2014/main" id="{45B0896D-78EB-C6EB-59BF-B75639A11943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48428"/>
              <a:ext cx="21426" cy="37276"/>
            </a:xfrm>
            <a:custGeom>
              <a:avLst/>
              <a:gdLst/>
              <a:ahLst/>
              <a:cxnLst/>
              <a:rect l="0" t="0" r="0" b="0"/>
              <a:pathLst>
                <a:path w="21426" h="37276">
                  <a:moveTo>
                    <a:pt x="21426" y="37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4" name="Input_receptor__1603">
              <a:extLst>
                <a:ext uri="{FF2B5EF4-FFF2-40B4-BE49-F238E27FC236}">
                  <a16:creationId xmlns:a16="http://schemas.microsoft.com/office/drawing/2014/main" id="{AE121E71-70BE-71C4-A94A-D32CAB6D7134}"/>
                </a:ext>
              </a:extLst>
            </p:cNvPr>
            <p:cNvSpPr>
              <a:spLocks noGrp="1"/>
            </p:cNvSpPr>
            <p:nvPr/>
          </p:nvSpPr>
          <p:spPr>
            <a:xfrm>
              <a:off x="663795" y="4589215"/>
              <a:ext cx="45894" cy="9964"/>
            </a:xfrm>
            <a:custGeom>
              <a:avLst/>
              <a:gdLst/>
              <a:ahLst/>
              <a:cxnLst/>
              <a:rect l="0" t="0" r="0" b="0"/>
              <a:pathLst>
                <a:path w="45894" h="9964">
                  <a:moveTo>
                    <a:pt x="0" y="9964"/>
                  </a:moveTo>
                  <a:lnTo>
                    <a:pt x="4589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5" name="Input_receptor__1604">
              <a:extLst>
                <a:ext uri="{FF2B5EF4-FFF2-40B4-BE49-F238E27FC236}">
                  <a16:creationId xmlns:a16="http://schemas.microsoft.com/office/drawing/2014/main" id="{67828625-D44D-9589-8680-BD400A3AB741}"/>
                </a:ext>
              </a:extLst>
            </p:cNvPr>
            <p:cNvSpPr>
              <a:spLocks noGrp="1"/>
            </p:cNvSpPr>
            <p:nvPr/>
          </p:nvSpPr>
          <p:spPr>
            <a:xfrm>
              <a:off x="1291939" y="4495204"/>
              <a:ext cx="6387" cy="22940"/>
            </a:xfrm>
            <a:custGeom>
              <a:avLst/>
              <a:gdLst/>
              <a:ahLst/>
              <a:cxnLst/>
              <a:rect l="0" t="0" r="0" b="0"/>
              <a:pathLst>
                <a:path w="6387" h="22940">
                  <a:moveTo>
                    <a:pt x="6387" y="0"/>
                  </a:moveTo>
                  <a:lnTo>
                    <a:pt x="0" y="2294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6" name="Input_receptor__1605">
              <a:extLst>
                <a:ext uri="{FF2B5EF4-FFF2-40B4-BE49-F238E27FC236}">
                  <a16:creationId xmlns:a16="http://schemas.microsoft.com/office/drawing/2014/main" id="{FFD22088-1C3E-0248-D2E7-7F7CBCBB9365}"/>
                </a:ext>
              </a:extLst>
            </p:cNvPr>
            <p:cNvSpPr>
              <a:spLocks noGrp="1"/>
            </p:cNvSpPr>
            <p:nvPr/>
          </p:nvSpPr>
          <p:spPr>
            <a:xfrm>
              <a:off x="1110575" y="5008232"/>
              <a:ext cx="3315" cy="38028"/>
            </a:xfrm>
            <a:custGeom>
              <a:avLst/>
              <a:gdLst/>
              <a:ahLst/>
              <a:cxnLst/>
              <a:rect l="0" t="0" r="0" b="0"/>
              <a:pathLst>
                <a:path w="3315" h="38028">
                  <a:moveTo>
                    <a:pt x="3315" y="380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6"/>
              </a:solidFill>
            </a:ln>
          </p:spPr>
        </p:sp>
        <p:sp>
          <p:nvSpPr>
            <p:cNvPr id="1607" name="Input_receptor__1606">
              <a:extLst>
                <a:ext uri="{FF2B5EF4-FFF2-40B4-BE49-F238E27FC236}">
                  <a16:creationId xmlns:a16="http://schemas.microsoft.com/office/drawing/2014/main" id="{7948F0FE-741B-DCC2-8C44-1AD5D11DC6F2}"/>
                </a:ext>
              </a:extLst>
            </p:cNvPr>
            <p:cNvSpPr>
              <a:spLocks noGrp="1"/>
            </p:cNvSpPr>
            <p:nvPr/>
          </p:nvSpPr>
          <p:spPr>
            <a:xfrm>
              <a:off x="1523006" y="4133879"/>
              <a:ext cx="47088" cy="2519"/>
            </a:xfrm>
            <a:custGeom>
              <a:avLst/>
              <a:gdLst/>
              <a:ahLst/>
              <a:cxnLst/>
              <a:rect l="0" t="0" r="0" b="0"/>
              <a:pathLst>
                <a:path w="47088" h="2519">
                  <a:moveTo>
                    <a:pt x="0" y="2519"/>
                  </a:moveTo>
                  <a:lnTo>
                    <a:pt x="47088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08" name="Input_receptor__1607">
              <a:extLst>
                <a:ext uri="{FF2B5EF4-FFF2-40B4-BE49-F238E27FC236}">
                  <a16:creationId xmlns:a16="http://schemas.microsoft.com/office/drawing/2014/main" id="{0CD10319-4BDA-D07A-21FD-DA881B0772D9}"/>
                </a:ext>
              </a:extLst>
            </p:cNvPr>
            <p:cNvSpPr>
              <a:spLocks noGrp="1"/>
            </p:cNvSpPr>
            <p:nvPr/>
          </p:nvSpPr>
          <p:spPr>
            <a:xfrm>
              <a:off x="814174" y="4716751"/>
              <a:ext cx="17037" cy="4907"/>
            </a:xfrm>
            <a:custGeom>
              <a:avLst/>
              <a:gdLst/>
              <a:ahLst/>
              <a:cxnLst/>
              <a:rect l="0" t="0" r="0" b="0"/>
              <a:pathLst>
                <a:path w="17037" h="4907">
                  <a:moveTo>
                    <a:pt x="17037" y="49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09" name="Input_receptor__1608">
              <a:extLst>
                <a:ext uri="{FF2B5EF4-FFF2-40B4-BE49-F238E27FC236}">
                  <a16:creationId xmlns:a16="http://schemas.microsoft.com/office/drawing/2014/main" id="{4CBC4AB7-B9E1-8A28-4A08-0B95C86D9D18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56116"/>
              <a:ext cx="33973" cy="31680"/>
            </a:xfrm>
            <a:custGeom>
              <a:avLst/>
              <a:gdLst/>
              <a:ahLst/>
              <a:cxnLst/>
              <a:rect l="0" t="0" r="0" b="0"/>
              <a:pathLst>
                <a:path w="33973" h="31680">
                  <a:moveTo>
                    <a:pt x="33973" y="0"/>
                  </a:moveTo>
                  <a:lnTo>
                    <a:pt x="0" y="3168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0" name="Input_receptor__1609">
              <a:extLst>
                <a:ext uri="{FF2B5EF4-FFF2-40B4-BE49-F238E27FC236}">
                  <a16:creationId xmlns:a16="http://schemas.microsoft.com/office/drawing/2014/main" id="{4FA6CFE2-78D3-F027-0862-4A8251E460A4}"/>
                </a:ext>
              </a:extLst>
            </p:cNvPr>
            <p:cNvSpPr>
              <a:spLocks noGrp="1"/>
            </p:cNvSpPr>
            <p:nvPr/>
          </p:nvSpPr>
          <p:spPr>
            <a:xfrm>
              <a:off x="831895" y="4658520"/>
              <a:ext cx="43517" cy="17760"/>
            </a:xfrm>
            <a:custGeom>
              <a:avLst/>
              <a:gdLst/>
              <a:ahLst/>
              <a:cxnLst/>
              <a:rect l="0" t="0" r="0" b="0"/>
              <a:pathLst>
                <a:path w="43517" h="17760">
                  <a:moveTo>
                    <a:pt x="43517" y="177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1" name="Input_receptor__1610">
              <a:extLst>
                <a:ext uri="{FF2B5EF4-FFF2-40B4-BE49-F238E27FC236}">
                  <a16:creationId xmlns:a16="http://schemas.microsoft.com/office/drawing/2014/main" id="{30F28B20-726E-FB69-C73A-5E98B1B020EE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701147"/>
              <a:ext cx="11953" cy="5586"/>
            </a:xfrm>
            <a:custGeom>
              <a:avLst/>
              <a:gdLst/>
              <a:ahLst/>
              <a:cxnLst/>
              <a:rect l="0" t="0" r="0" b="0"/>
              <a:pathLst>
                <a:path w="11953" h="5586">
                  <a:moveTo>
                    <a:pt x="0" y="5586"/>
                  </a:moveTo>
                  <a:lnTo>
                    <a:pt x="11953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2" name="Input_receptor__1611">
              <a:extLst>
                <a:ext uri="{FF2B5EF4-FFF2-40B4-BE49-F238E27FC236}">
                  <a16:creationId xmlns:a16="http://schemas.microsoft.com/office/drawing/2014/main" id="{C8E40134-86C5-7415-8490-6397EC7E7FF5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13838" cy="31223"/>
            </a:xfrm>
            <a:custGeom>
              <a:avLst/>
              <a:gdLst/>
              <a:ahLst/>
              <a:cxnLst/>
              <a:rect l="0" t="0" r="0" b="0"/>
              <a:pathLst>
                <a:path w="13838" h="31223">
                  <a:moveTo>
                    <a:pt x="0" y="0"/>
                  </a:moveTo>
                  <a:lnTo>
                    <a:pt x="13838" y="312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3" name="Input_receptor__1612">
              <a:extLst>
                <a:ext uri="{FF2B5EF4-FFF2-40B4-BE49-F238E27FC236}">
                  <a16:creationId xmlns:a16="http://schemas.microsoft.com/office/drawing/2014/main" id="{70BAF04C-8F1E-A72D-FB48-B859E7754C8F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87796"/>
              <a:ext cx="29282" cy="37436"/>
            </a:xfrm>
            <a:custGeom>
              <a:avLst/>
              <a:gdLst/>
              <a:ahLst/>
              <a:cxnLst/>
              <a:rect l="0" t="0" r="0" b="0"/>
              <a:pathLst>
                <a:path w="29282" h="37436">
                  <a:moveTo>
                    <a:pt x="0" y="0"/>
                  </a:moveTo>
                  <a:lnTo>
                    <a:pt x="29282" y="37436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4" name="Input_receptor__1613">
              <a:extLst>
                <a:ext uri="{FF2B5EF4-FFF2-40B4-BE49-F238E27FC236}">
                  <a16:creationId xmlns:a16="http://schemas.microsoft.com/office/drawing/2014/main" id="{640E124D-D365-0329-FA13-BD9FB94067A1}"/>
                </a:ext>
              </a:extLst>
            </p:cNvPr>
            <p:cNvSpPr>
              <a:spLocks noGrp="1"/>
            </p:cNvSpPr>
            <p:nvPr/>
          </p:nvSpPr>
          <p:spPr>
            <a:xfrm>
              <a:off x="759584" y="4743490"/>
              <a:ext cx="9905" cy="17826"/>
            </a:xfrm>
            <a:custGeom>
              <a:avLst/>
              <a:gdLst/>
              <a:ahLst/>
              <a:cxnLst/>
              <a:rect l="0" t="0" r="0" b="0"/>
              <a:pathLst>
                <a:path w="9905" h="17826">
                  <a:moveTo>
                    <a:pt x="9905" y="0"/>
                  </a:moveTo>
                  <a:lnTo>
                    <a:pt x="0" y="17826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5" name="Input_receptor__1614">
              <a:extLst>
                <a:ext uri="{FF2B5EF4-FFF2-40B4-BE49-F238E27FC236}">
                  <a16:creationId xmlns:a16="http://schemas.microsoft.com/office/drawing/2014/main" id="{52531143-6090-568F-0EFF-F7A353BFBB82}"/>
                </a:ext>
              </a:extLst>
            </p:cNvPr>
            <p:cNvSpPr>
              <a:spLocks noGrp="1"/>
            </p:cNvSpPr>
            <p:nvPr/>
          </p:nvSpPr>
          <p:spPr>
            <a:xfrm>
              <a:off x="1268334" y="4621733"/>
              <a:ext cx="20558" cy="35718"/>
            </a:xfrm>
            <a:custGeom>
              <a:avLst/>
              <a:gdLst/>
              <a:ahLst/>
              <a:cxnLst/>
              <a:rect l="0" t="0" r="0" b="0"/>
              <a:pathLst>
                <a:path w="20558" h="35718">
                  <a:moveTo>
                    <a:pt x="0" y="0"/>
                  </a:moveTo>
                  <a:lnTo>
                    <a:pt x="20558" y="35718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6" name="Input_receptor__1615">
              <a:extLst>
                <a:ext uri="{FF2B5EF4-FFF2-40B4-BE49-F238E27FC236}">
                  <a16:creationId xmlns:a16="http://schemas.microsoft.com/office/drawing/2014/main" id="{A3C6B6BD-0448-0E4E-BC4A-48C44DCCC3FF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99373"/>
              <a:ext cx="6674" cy="30620"/>
            </a:xfrm>
            <a:custGeom>
              <a:avLst/>
              <a:gdLst/>
              <a:ahLst/>
              <a:cxnLst/>
              <a:rect l="0" t="0" r="0" b="0"/>
              <a:pathLst>
                <a:path w="6674" h="30620">
                  <a:moveTo>
                    <a:pt x="0" y="0"/>
                  </a:moveTo>
                  <a:lnTo>
                    <a:pt x="6674" y="3062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7" name="Input_receptor__1616">
              <a:extLst>
                <a:ext uri="{FF2B5EF4-FFF2-40B4-BE49-F238E27FC236}">
                  <a16:creationId xmlns:a16="http://schemas.microsoft.com/office/drawing/2014/main" id="{81927A67-A9EE-899E-E548-C0BBC70456CB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220327"/>
              <a:ext cx="5642" cy="4361"/>
            </a:xfrm>
            <a:custGeom>
              <a:avLst/>
              <a:gdLst/>
              <a:ahLst/>
              <a:cxnLst/>
              <a:rect l="0" t="0" r="0" b="0"/>
              <a:pathLst>
                <a:path w="5642" h="4361">
                  <a:moveTo>
                    <a:pt x="0" y="0"/>
                  </a:moveTo>
                  <a:lnTo>
                    <a:pt x="5642" y="4361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8" name="Input_receptor__1617">
              <a:extLst>
                <a:ext uri="{FF2B5EF4-FFF2-40B4-BE49-F238E27FC236}">
                  <a16:creationId xmlns:a16="http://schemas.microsoft.com/office/drawing/2014/main" id="{5C716361-547C-EECF-5F04-66CFAEDD3AE7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813699"/>
              <a:ext cx="5853" cy="5484"/>
            </a:xfrm>
            <a:custGeom>
              <a:avLst/>
              <a:gdLst/>
              <a:ahLst/>
              <a:cxnLst/>
              <a:rect l="0" t="0" r="0" b="0"/>
              <a:pathLst>
                <a:path w="5853" h="5484">
                  <a:moveTo>
                    <a:pt x="0" y="5484"/>
                  </a:moveTo>
                  <a:lnTo>
                    <a:pt x="5853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9" name="Input_receptor__1618">
              <a:extLst>
                <a:ext uri="{FF2B5EF4-FFF2-40B4-BE49-F238E27FC236}">
                  <a16:creationId xmlns:a16="http://schemas.microsoft.com/office/drawing/2014/main" id="{6B338D28-D46D-736B-4C6F-2FF02F1C9C8E}"/>
                </a:ext>
              </a:extLst>
            </p:cNvPr>
            <p:cNvSpPr>
              <a:spLocks noGrp="1"/>
            </p:cNvSpPr>
            <p:nvPr/>
          </p:nvSpPr>
          <p:spPr>
            <a:xfrm>
              <a:off x="1551596" y="4692072"/>
              <a:ext cx="18878" cy="30672"/>
            </a:xfrm>
            <a:custGeom>
              <a:avLst/>
              <a:gdLst/>
              <a:ahLst/>
              <a:cxnLst/>
              <a:rect l="0" t="0" r="0" b="0"/>
              <a:pathLst>
                <a:path w="18878" h="30672">
                  <a:moveTo>
                    <a:pt x="0" y="30672"/>
                  </a:moveTo>
                  <a:lnTo>
                    <a:pt x="188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0" name="Input_receptor__1619">
              <a:extLst>
                <a:ext uri="{FF2B5EF4-FFF2-40B4-BE49-F238E27FC236}">
                  <a16:creationId xmlns:a16="http://schemas.microsoft.com/office/drawing/2014/main" id="{3CB96C51-8BE3-9C90-26AA-355C9DDD7188}"/>
                </a:ext>
              </a:extLst>
            </p:cNvPr>
            <p:cNvSpPr>
              <a:spLocks noGrp="1"/>
            </p:cNvSpPr>
            <p:nvPr/>
          </p:nvSpPr>
          <p:spPr>
            <a:xfrm>
              <a:off x="841447" y="4518855"/>
              <a:ext cx="23202" cy="41533"/>
            </a:xfrm>
            <a:custGeom>
              <a:avLst/>
              <a:gdLst/>
              <a:ahLst/>
              <a:cxnLst/>
              <a:rect l="0" t="0" r="0" b="0"/>
              <a:pathLst>
                <a:path w="23202" h="41533">
                  <a:moveTo>
                    <a:pt x="23202" y="0"/>
                  </a:moveTo>
                  <a:lnTo>
                    <a:pt x="0" y="4153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1" name="Input_receptor__1620">
              <a:extLst>
                <a:ext uri="{FF2B5EF4-FFF2-40B4-BE49-F238E27FC236}">
                  <a16:creationId xmlns:a16="http://schemas.microsoft.com/office/drawing/2014/main" id="{0E3FF721-9C5A-C954-D237-D86C0D0CE5F3}"/>
                </a:ext>
              </a:extLst>
            </p:cNvPr>
            <p:cNvSpPr>
              <a:spLocks noGrp="1"/>
            </p:cNvSpPr>
            <p:nvPr/>
          </p:nvSpPr>
          <p:spPr>
            <a:xfrm>
              <a:off x="910372" y="4749706"/>
              <a:ext cx="16849" cy="31673"/>
            </a:xfrm>
            <a:custGeom>
              <a:avLst/>
              <a:gdLst/>
              <a:ahLst/>
              <a:cxnLst/>
              <a:rect l="0" t="0" r="0" b="0"/>
              <a:pathLst>
                <a:path w="16849" h="31673">
                  <a:moveTo>
                    <a:pt x="16849" y="316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2" name="Input_receptor__1621">
              <a:extLst>
                <a:ext uri="{FF2B5EF4-FFF2-40B4-BE49-F238E27FC236}">
                  <a16:creationId xmlns:a16="http://schemas.microsoft.com/office/drawing/2014/main" id="{08A976CD-8918-7B1C-D003-FC8A14C86252}"/>
                </a:ext>
              </a:extLst>
            </p:cNvPr>
            <p:cNvSpPr>
              <a:spLocks noGrp="1"/>
            </p:cNvSpPr>
            <p:nvPr/>
          </p:nvSpPr>
          <p:spPr>
            <a:xfrm>
              <a:off x="1461088" y="4087309"/>
              <a:ext cx="14874" cy="36248"/>
            </a:xfrm>
            <a:custGeom>
              <a:avLst/>
              <a:gdLst/>
              <a:ahLst/>
              <a:cxnLst/>
              <a:rect l="0" t="0" r="0" b="0"/>
              <a:pathLst>
                <a:path w="14874" h="36248">
                  <a:moveTo>
                    <a:pt x="0" y="36248"/>
                  </a:moveTo>
                  <a:lnTo>
                    <a:pt x="14874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3" name="Input_receptor__1622">
              <a:extLst>
                <a:ext uri="{FF2B5EF4-FFF2-40B4-BE49-F238E27FC236}">
                  <a16:creationId xmlns:a16="http://schemas.microsoft.com/office/drawing/2014/main" id="{58F08EBE-0429-B848-3D2A-DC8D7AA302D4}"/>
                </a:ext>
              </a:extLst>
            </p:cNvPr>
            <p:cNvSpPr>
              <a:spLocks noGrp="1"/>
            </p:cNvSpPr>
            <p:nvPr/>
          </p:nvSpPr>
          <p:spPr>
            <a:xfrm>
              <a:off x="1156922" y="4673236"/>
              <a:ext cx="14621" cy="5149"/>
            </a:xfrm>
            <a:custGeom>
              <a:avLst/>
              <a:gdLst/>
              <a:ahLst/>
              <a:cxnLst/>
              <a:rect l="0" t="0" r="0" b="0"/>
              <a:pathLst>
                <a:path w="14621" h="5149">
                  <a:moveTo>
                    <a:pt x="14621" y="0"/>
                  </a:moveTo>
                  <a:lnTo>
                    <a:pt x="0" y="5149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4" name="Input_receptor__1623">
              <a:extLst>
                <a:ext uri="{FF2B5EF4-FFF2-40B4-BE49-F238E27FC236}">
                  <a16:creationId xmlns:a16="http://schemas.microsoft.com/office/drawing/2014/main" id="{2E1A3C1A-DFA5-D5C0-1CEF-80B2F23B8EC2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28174"/>
              <a:ext cx="27592" cy="21531"/>
            </a:xfrm>
            <a:custGeom>
              <a:avLst/>
              <a:gdLst/>
              <a:ahLst/>
              <a:cxnLst/>
              <a:rect l="0" t="0" r="0" b="0"/>
              <a:pathLst>
                <a:path w="27592" h="21531">
                  <a:moveTo>
                    <a:pt x="27592" y="215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5" name="Input_receptor__1624">
              <a:extLst>
                <a:ext uri="{FF2B5EF4-FFF2-40B4-BE49-F238E27FC236}">
                  <a16:creationId xmlns:a16="http://schemas.microsoft.com/office/drawing/2014/main" id="{110CF15B-56DC-92DC-F6DE-E62D2E98388A}"/>
                </a:ext>
              </a:extLst>
            </p:cNvPr>
            <p:cNvSpPr>
              <a:spLocks noGrp="1"/>
            </p:cNvSpPr>
            <p:nvPr/>
          </p:nvSpPr>
          <p:spPr>
            <a:xfrm>
              <a:off x="1641971" y="4288258"/>
              <a:ext cx="46464" cy="8496"/>
            </a:xfrm>
            <a:custGeom>
              <a:avLst/>
              <a:gdLst/>
              <a:ahLst/>
              <a:cxnLst/>
              <a:rect l="0" t="0" r="0" b="0"/>
              <a:pathLst>
                <a:path w="46464" h="8496">
                  <a:moveTo>
                    <a:pt x="46464" y="84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6" name="Input_receptor__1625">
              <a:extLst>
                <a:ext uri="{FF2B5EF4-FFF2-40B4-BE49-F238E27FC236}">
                  <a16:creationId xmlns:a16="http://schemas.microsoft.com/office/drawing/2014/main" id="{C8383563-6D60-D8BE-08CD-C79C9263BBD5}"/>
                </a:ext>
              </a:extLst>
            </p:cNvPr>
            <p:cNvSpPr>
              <a:spLocks noGrp="1"/>
            </p:cNvSpPr>
            <p:nvPr/>
          </p:nvSpPr>
          <p:spPr>
            <a:xfrm>
              <a:off x="1061681" y="4748997"/>
              <a:ext cx="7305" cy="47074"/>
            </a:xfrm>
            <a:custGeom>
              <a:avLst/>
              <a:gdLst/>
              <a:ahLst/>
              <a:cxnLst/>
              <a:rect l="0" t="0" r="0" b="0"/>
              <a:pathLst>
                <a:path w="7305" h="47074">
                  <a:moveTo>
                    <a:pt x="7305" y="470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7" name="Input_receptor__1626">
              <a:extLst>
                <a:ext uri="{FF2B5EF4-FFF2-40B4-BE49-F238E27FC236}">
                  <a16:creationId xmlns:a16="http://schemas.microsoft.com/office/drawing/2014/main" id="{424E2984-79AE-C9CB-5DC7-D7FE8757524F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04282"/>
              <a:ext cx="18442" cy="44146"/>
            </a:xfrm>
            <a:custGeom>
              <a:avLst/>
              <a:gdLst/>
              <a:ahLst/>
              <a:cxnLst/>
              <a:rect l="0" t="0" r="0" b="0"/>
              <a:pathLst>
                <a:path w="18442" h="44146">
                  <a:moveTo>
                    <a:pt x="0" y="44146"/>
                  </a:moveTo>
                  <a:lnTo>
                    <a:pt x="18442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8" name="Input_receptor__1627">
              <a:extLst>
                <a:ext uri="{FF2B5EF4-FFF2-40B4-BE49-F238E27FC236}">
                  <a16:creationId xmlns:a16="http://schemas.microsoft.com/office/drawing/2014/main" id="{10BC41C6-E431-BA34-EA48-DAEC6814D923}"/>
                </a:ext>
              </a:extLst>
            </p:cNvPr>
            <p:cNvSpPr>
              <a:spLocks noGrp="1"/>
            </p:cNvSpPr>
            <p:nvPr/>
          </p:nvSpPr>
          <p:spPr>
            <a:xfrm>
              <a:off x="1428814" y="4337993"/>
              <a:ext cx="29695" cy="33035"/>
            </a:xfrm>
            <a:custGeom>
              <a:avLst/>
              <a:gdLst/>
              <a:ahLst/>
              <a:cxnLst/>
              <a:rect l="0" t="0" r="0" b="0"/>
              <a:pathLst>
                <a:path w="29695" h="33035">
                  <a:moveTo>
                    <a:pt x="0" y="0"/>
                  </a:moveTo>
                  <a:lnTo>
                    <a:pt x="29695" y="33035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9" name="Input_receptor__1628">
              <a:extLst>
                <a:ext uri="{FF2B5EF4-FFF2-40B4-BE49-F238E27FC236}">
                  <a16:creationId xmlns:a16="http://schemas.microsoft.com/office/drawing/2014/main" id="{33EA6D08-0FEA-2366-A2A6-9A708BE98890}"/>
                </a:ext>
              </a:extLst>
            </p:cNvPr>
            <p:cNvSpPr>
              <a:spLocks noGrp="1"/>
            </p:cNvSpPr>
            <p:nvPr/>
          </p:nvSpPr>
          <p:spPr>
            <a:xfrm>
              <a:off x="864649" y="4504832"/>
              <a:ext cx="43649" cy="14023"/>
            </a:xfrm>
            <a:custGeom>
              <a:avLst/>
              <a:gdLst/>
              <a:ahLst/>
              <a:cxnLst/>
              <a:rect l="0" t="0" r="0" b="0"/>
              <a:pathLst>
                <a:path w="43649" h="14023">
                  <a:moveTo>
                    <a:pt x="43649" y="0"/>
                  </a:moveTo>
                  <a:lnTo>
                    <a:pt x="0" y="140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0" name="Input_receptor__1629">
              <a:extLst>
                <a:ext uri="{FF2B5EF4-FFF2-40B4-BE49-F238E27FC236}">
                  <a16:creationId xmlns:a16="http://schemas.microsoft.com/office/drawing/2014/main" id="{962CB3C3-57CA-7CD6-BE21-F20FB806D43A}"/>
                </a:ext>
              </a:extLst>
            </p:cNvPr>
            <p:cNvSpPr>
              <a:spLocks noGrp="1"/>
            </p:cNvSpPr>
            <p:nvPr/>
          </p:nvSpPr>
          <p:spPr>
            <a:xfrm>
              <a:off x="1306717" y="4579621"/>
              <a:ext cx="18898" cy="13410"/>
            </a:xfrm>
            <a:custGeom>
              <a:avLst/>
              <a:gdLst/>
              <a:ahLst/>
              <a:cxnLst/>
              <a:rect l="0" t="0" r="0" b="0"/>
              <a:pathLst>
                <a:path w="18898" h="13410">
                  <a:moveTo>
                    <a:pt x="18898" y="134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1" name="Input_receptor__1630">
              <a:extLst>
                <a:ext uri="{FF2B5EF4-FFF2-40B4-BE49-F238E27FC236}">
                  <a16:creationId xmlns:a16="http://schemas.microsoft.com/office/drawing/2014/main" id="{C51E9755-5193-BA11-E42E-B8EDA7452550}"/>
                </a:ext>
              </a:extLst>
            </p:cNvPr>
            <p:cNvSpPr>
              <a:spLocks noGrp="1"/>
            </p:cNvSpPr>
            <p:nvPr/>
          </p:nvSpPr>
          <p:spPr>
            <a:xfrm>
              <a:off x="1279879" y="4401997"/>
              <a:ext cx="34778" cy="23236"/>
            </a:xfrm>
            <a:custGeom>
              <a:avLst/>
              <a:gdLst/>
              <a:ahLst/>
              <a:cxnLst/>
              <a:rect l="0" t="0" r="0" b="0"/>
              <a:pathLst>
                <a:path w="34778" h="23236">
                  <a:moveTo>
                    <a:pt x="0" y="23236"/>
                  </a:moveTo>
                  <a:lnTo>
                    <a:pt x="347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2" name="Input_receptor__1631">
              <a:extLst>
                <a:ext uri="{FF2B5EF4-FFF2-40B4-BE49-F238E27FC236}">
                  <a16:creationId xmlns:a16="http://schemas.microsoft.com/office/drawing/2014/main" id="{775BF82C-EAAD-B53C-2CC1-23FAA799CFEF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5104" cy="45148"/>
            </a:xfrm>
            <a:custGeom>
              <a:avLst/>
              <a:gdLst/>
              <a:ahLst/>
              <a:cxnLst/>
              <a:rect l="0" t="0" r="0" b="0"/>
              <a:pathLst>
                <a:path w="5104" h="45148">
                  <a:moveTo>
                    <a:pt x="5104" y="45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3" name="Input_receptor__1632">
              <a:extLst>
                <a:ext uri="{FF2B5EF4-FFF2-40B4-BE49-F238E27FC236}">
                  <a16:creationId xmlns:a16="http://schemas.microsoft.com/office/drawing/2014/main" id="{977A86A5-59B1-5F1A-A53F-B50DBC44EBF6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73278"/>
              <a:ext cx="17342" cy="45027"/>
            </a:xfrm>
            <a:custGeom>
              <a:avLst/>
              <a:gdLst/>
              <a:ahLst/>
              <a:cxnLst/>
              <a:rect l="0" t="0" r="0" b="0"/>
              <a:pathLst>
                <a:path w="17342" h="45027">
                  <a:moveTo>
                    <a:pt x="17342" y="45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4" name="Input_receptor__1633">
              <a:extLst>
                <a:ext uri="{FF2B5EF4-FFF2-40B4-BE49-F238E27FC236}">
                  <a16:creationId xmlns:a16="http://schemas.microsoft.com/office/drawing/2014/main" id="{7E23B1F1-454E-EBCB-EDD7-2010B2E43C26}"/>
                </a:ext>
              </a:extLst>
            </p:cNvPr>
            <p:cNvSpPr>
              <a:spLocks noGrp="1"/>
            </p:cNvSpPr>
            <p:nvPr/>
          </p:nvSpPr>
          <p:spPr>
            <a:xfrm>
              <a:off x="1059518" y="4937347"/>
              <a:ext cx="9331" cy="47148"/>
            </a:xfrm>
            <a:custGeom>
              <a:avLst/>
              <a:gdLst/>
              <a:ahLst/>
              <a:cxnLst/>
              <a:rect l="0" t="0" r="0" b="0"/>
              <a:pathLst>
                <a:path w="9331" h="47148">
                  <a:moveTo>
                    <a:pt x="9331" y="471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5" name="Input_receptor__1634">
              <a:extLst>
                <a:ext uri="{FF2B5EF4-FFF2-40B4-BE49-F238E27FC236}">
                  <a16:creationId xmlns:a16="http://schemas.microsoft.com/office/drawing/2014/main" id="{70192310-8E5F-6912-4886-08B10F7D4CFF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58329"/>
              <a:ext cx="36053" cy="32060"/>
            </a:xfrm>
            <a:custGeom>
              <a:avLst/>
              <a:gdLst/>
              <a:ahLst/>
              <a:cxnLst/>
              <a:rect l="0" t="0" r="0" b="0"/>
              <a:pathLst>
                <a:path w="36053" h="32060">
                  <a:moveTo>
                    <a:pt x="36053" y="0"/>
                  </a:moveTo>
                  <a:lnTo>
                    <a:pt x="0" y="3206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6" name="Input_receptor__1635">
              <a:extLst>
                <a:ext uri="{FF2B5EF4-FFF2-40B4-BE49-F238E27FC236}">
                  <a16:creationId xmlns:a16="http://schemas.microsoft.com/office/drawing/2014/main" id="{42C54C62-5FCA-A2E0-D758-EBF9FB53DB1E}"/>
                </a:ext>
              </a:extLst>
            </p:cNvPr>
            <p:cNvSpPr>
              <a:spLocks noGrp="1"/>
            </p:cNvSpPr>
            <p:nvPr/>
          </p:nvSpPr>
          <p:spPr>
            <a:xfrm>
              <a:off x="709689" y="4548048"/>
              <a:ext cx="14290" cy="41167"/>
            </a:xfrm>
            <a:custGeom>
              <a:avLst/>
              <a:gdLst/>
              <a:ahLst/>
              <a:cxnLst/>
              <a:rect l="0" t="0" r="0" b="0"/>
              <a:pathLst>
                <a:path w="14290" h="41167">
                  <a:moveTo>
                    <a:pt x="0" y="41167"/>
                  </a:moveTo>
                  <a:lnTo>
                    <a:pt x="1429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7" name="Input_receptor__1636">
              <a:extLst>
                <a:ext uri="{FF2B5EF4-FFF2-40B4-BE49-F238E27FC236}">
                  <a16:creationId xmlns:a16="http://schemas.microsoft.com/office/drawing/2014/main" id="{03122C9E-A5F7-51D7-9264-6ECC07554683}"/>
                </a:ext>
              </a:extLst>
            </p:cNvPr>
            <p:cNvSpPr>
              <a:spLocks noGrp="1"/>
            </p:cNvSpPr>
            <p:nvPr/>
          </p:nvSpPr>
          <p:spPr>
            <a:xfrm>
              <a:off x="1451102" y="4123557"/>
              <a:ext cx="9986" cy="25537"/>
            </a:xfrm>
            <a:custGeom>
              <a:avLst/>
              <a:gdLst/>
              <a:ahLst/>
              <a:cxnLst/>
              <a:rect l="0" t="0" r="0" b="0"/>
              <a:pathLst>
                <a:path w="9986" h="25537">
                  <a:moveTo>
                    <a:pt x="0" y="25537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8" name="Input_receptor__1637">
              <a:extLst>
                <a:ext uri="{FF2B5EF4-FFF2-40B4-BE49-F238E27FC236}">
                  <a16:creationId xmlns:a16="http://schemas.microsoft.com/office/drawing/2014/main" id="{C6D6CEB0-296F-4899-2BC5-B23D5A785D28}"/>
                </a:ext>
              </a:extLst>
            </p:cNvPr>
            <p:cNvSpPr>
              <a:spLocks noGrp="1"/>
            </p:cNvSpPr>
            <p:nvPr/>
          </p:nvSpPr>
          <p:spPr>
            <a:xfrm>
              <a:off x="1068849" y="4984494"/>
              <a:ext cx="41725" cy="23738"/>
            </a:xfrm>
            <a:custGeom>
              <a:avLst/>
              <a:gdLst/>
              <a:ahLst/>
              <a:cxnLst/>
              <a:rect l="0" t="0" r="0" b="0"/>
              <a:pathLst>
                <a:path w="41725" h="23738">
                  <a:moveTo>
                    <a:pt x="41725" y="237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9" name="Input_receptor__1638">
              <a:extLst>
                <a:ext uri="{FF2B5EF4-FFF2-40B4-BE49-F238E27FC236}">
                  <a16:creationId xmlns:a16="http://schemas.microsoft.com/office/drawing/2014/main" id="{6973F4A1-26C9-B721-0E1B-3CDF21DBDE6B}"/>
                </a:ext>
              </a:extLst>
            </p:cNvPr>
            <p:cNvSpPr>
              <a:spLocks noGrp="1"/>
            </p:cNvSpPr>
            <p:nvPr/>
          </p:nvSpPr>
          <p:spPr>
            <a:xfrm>
              <a:off x="1639597" y="4389776"/>
              <a:ext cx="18861" cy="37945"/>
            </a:xfrm>
            <a:custGeom>
              <a:avLst/>
              <a:gdLst/>
              <a:ahLst/>
              <a:cxnLst/>
              <a:rect l="0" t="0" r="0" b="0"/>
              <a:pathLst>
                <a:path w="18861" h="37945">
                  <a:moveTo>
                    <a:pt x="0" y="37945"/>
                  </a:moveTo>
                  <a:lnTo>
                    <a:pt x="18861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0" name="Input_receptor__1639">
              <a:extLst>
                <a:ext uri="{FF2B5EF4-FFF2-40B4-BE49-F238E27FC236}">
                  <a16:creationId xmlns:a16="http://schemas.microsoft.com/office/drawing/2014/main" id="{63B6E05F-1E95-B2E9-8B72-DD31CF7BD67B}"/>
                </a:ext>
              </a:extLst>
            </p:cNvPr>
            <p:cNvSpPr>
              <a:spLocks noGrp="1"/>
            </p:cNvSpPr>
            <p:nvPr/>
          </p:nvSpPr>
          <p:spPr>
            <a:xfrm>
              <a:off x="1346213" y="4437051"/>
              <a:ext cx="6236" cy="20904"/>
            </a:xfrm>
            <a:custGeom>
              <a:avLst/>
              <a:gdLst/>
              <a:ahLst/>
              <a:cxnLst/>
              <a:rect l="0" t="0" r="0" b="0"/>
              <a:pathLst>
                <a:path w="6236" h="20904">
                  <a:moveTo>
                    <a:pt x="0" y="0"/>
                  </a:moveTo>
                  <a:lnTo>
                    <a:pt x="6236" y="20904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1" name="Input_receptor__1640">
              <a:extLst>
                <a:ext uri="{FF2B5EF4-FFF2-40B4-BE49-F238E27FC236}">
                  <a16:creationId xmlns:a16="http://schemas.microsoft.com/office/drawing/2014/main" id="{D3CC98A1-0BEC-0BAE-79A7-E7FA55F89E68}"/>
                </a:ext>
              </a:extLst>
            </p:cNvPr>
            <p:cNvSpPr>
              <a:spLocks noGrp="1"/>
            </p:cNvSpPr>
            <p:nvPr/>
          </p:nvSpPr>
          <p:spPr>
            <a:xfrm>
              <a:off x="1227379" y="4733822"/>
              <a:ext cx="8242" cy="14984"/>
            </a:xfrm>
            <a:custGeom>
              <a:avLst/>
              <a:gdLst/>
              <a:ahLst/>
              <a:cxnLst/>
              <a:rect l="0" t="0" r="0" b="0"/>
              <a:pathLst>
                <a:path w="8242" h="14984">
                  <a:moveTo>
                    <a:pt x="0" y="14984"/>
                  </a:moveTo>
                  <a:lnTo>
                    <a:pt x="8242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2" name="Input_receptor__1641">
              <a:extLst>
                <a:ext uri="{FF2B5EF4-FFF2-40B4-BE49-F238E27FC236}">
                  <a16:creationId xmlns:a16="http://schemas.microsoft.com/office/drawing/2014/main" id="{9C7D1EFA-A2EA-0009-DBF2-ECEECEE0DD07}"/>
                </a:ext>
              </a:extLst>
            </p:cNvPr>
            <p:cNvSpPr>
              <a:spLocks noGrp="1"/>
            </p:cNvSpPr>
            <p:nvPr/>
          </p:nvSpPr>
          <p:spPr>
            <a:xfrm>
              <a:off x="1563751" y="4405348"/>
              <a:ext cx="13166" cy="46360"/>
            </a:xfrm>
            <a:custGeom>
              <a:avLst/>
              <a:gdLst/>
              <a:ahLst/>
              <a:cxnLst/>
              <a:rect l="0" t="0" r="0" b="0"/>
              <a:pathLst>
                <a:path w="13166" h="46360">
                  <a:moveTo>
                    <a:pt x="0" y="46360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3" name="Input_receptor__1642">
              <a:extLst>
                <a:ext uri="{FF2B5EF4-FFF2-40B4-BE49-F238E27FC236}">
                  <a16:creationId xmlns:a16="http://schemas.microsoft.com/office/drawing/2014/main" id="{42383655-921F-CAF5-EC10-5F65CC08C6D2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68444"/>
              <a:ext cx="39465" cy="14904"/>
            </a:xfrm>
            <a:custGeom>
              <a:avLst/>
              <a:gdLst/>
              <a:ahLst/>
              <a:cxnLst/>
              <a:rect l="0" t="0" r="0" b="0"/>
              <a:pathLst>
                <a:path w="39465" h="14904">
                  <a:moveTo>
                    <a:pt x="39465" y="0"/>
                  </a:moveTo>
                  <a:lnTo>
                    <a:pt x="0" y="14904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4" name="Input_receptor__1643">
              <a:extLst>
                <a:ext uri="{FF2B5EF4-FFF2-40B4-BE49-F238E27FC236}">
                  <a16:creationId xmlns:a16="http://schemas.microsoft.com/office/drawing/2014/main" id="{983EF1B9-F75F-B51E-5199-AD171A8C013F}"/>
                </a:ext>
              </a:extLst>
            </p:cNvPr>
            <p:cNvSpPr>
              <a:spLocks noGrp="1"/>
            </p:cNvSpPr>
            <p:nvPr/>
          </p:nvSpPr>
          <p:spPr>
            <a:xfrm>
              <a:off x="1143444" y="4536675"/>
              <a:ext cx="9725" cy="38273"/>
            </a:xfrm>
            <a:custGeom>
              <a:avLst/>
              <a:gdLst/>
              <a:ahLst/>
              <a:cxnLst/>
              <a:rect l="0" t="0" r="0" b="0"/>
              <a:pathLst>
                <a:path w="9725" h="38273">
                  <a:moveTo>
                    <a:pt x="9725" y="38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5" name="Input_receptor__1644">
              <a:extLst>
                <a:ext uri="{FF2B5EF4-FFF2-40B4-BE49-F238E27FC236}">
                  <a16:creationId xmlns:a16="http://schemas.microsoft.com/office/drawing/2014/main" id="{B9CBA665-260E-D847-D24A-35A0BC42AF4B}"/>
                </a:ext>
              </a:extLst>
            </p:cNvPr>
            <p:cNvSpPr>
              <a:spLocks noGrp="1"/>
            </p:cNvSpPr>
            <p:nvPr/>
          </p:nvSpPr>
          <p:spPr>
            <a:xfrm>
              <a:off x="701039" y="4718788"/>
              <a:ext cx="25024" cy="8808"/>
            </a:xfrm>
            <a:custGeom>
              <a:avLst/>
              <a:gdLst/>
              <a:ahLst/>
              <a:cxnLst/>
              <a:rect l="0" t="0" r="0" b="0"/>
              <a:pathLst>
                <a:path w="25024" h="8808">
                  <a:moveTo>
                    <a:pt x="25024" y="880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46" name="Input_receptor__1645">
              <a:extLst>
                <a:ext uri="{FF2B5EF4-FFF2-40B4-BE49-F238E27FC236}">
                  <a16:creationId xmlns:a16="http://schemas.microsoft.com/office/drawing/2014/main" id="{D157E227-4027-6445-7F68-BF72040C8FA0}"/>
                </a:ext>
              </a:extLst>
            </p:cNvPr>
            <p:cNvSpPr>
              <a:spLocks noGrp="1"/>
            </p:cNvSpPr>
            <p:nvPr/>
          </p:nvSpPr>
          <p:spPr>
            <a:xfrm>
              <a:off x="771149" y="4702160"/>
              <a:ext cx="43025" cy="14592"/>
            </a:xfrm>
            <a:custGeom>
              <a:avLst/>
              <a:gdLst/>
              <a:ahLst/>
              <a:cxnLst/>
              <a:rect l="0" t="0" r="0" b="0"/>
              <a:pathLst>
                <a:path w="43025" h="14592">
                  <a:moveTo>
                    <a:pt x="43025" y="1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7" name="Input_receptor__1646">
              <a:extLst>
                <a:ext uri="{FF2B5EF4-FFF2-40B4-BE49-F238E27FC236}">
                  <a16:creationId xmlns:a16="http://schemas.microsoft.com/office/drawing/2014/main" id="{4FCDF1FB-D782-0593-E00D-0A480A90D23C}"/>
                </a:ext>
              </a:extLst>
            </p:cNvPr>
            <p:cNvSpPr>
              <a:spLocks noGrp="1"/>
            </p:cNvSpPr>
            <p:nvPr/>
          </p:nvSpPr>
          <p:spPr>
            <a:xfrm>
              <a:off x="1602277" y="4278207"/>
              <a:ext cx="39694" cy="10051"/>
            </a:xfrm>
            <a:custGeom>
              <a:avLst/>
              <a:gdLst/>
              <a:ahLst/>
              <a:cxnLst/>
              <a:rect l="0" t="0" r="0" b="0"/>
              <a:pathLst>
                <a:path w="39694" h="10051">
                  <a:moveTo>
                    <a:pt x="39694" y="10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8" name="Input_receptor__1647">
              <a:extLst>
                <a:ext uri="{FF2B5EF4-FFF2-40B4-BE49-F238E27FC236}">
                  <a16:creationId xmlns:a16="http://schemas.microsoft.com/office/drawing/2014/main" id="{ECA7F616-596C-81F8-ACFB-DDF543366D32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600799"/>
              <a:ext cx="7678" cy="47020"/>
            </a:xfrm>
            <a:custGeom>
              <a:avLst/>
              <a:gdLst/>
              <a:ahLst/>
              <a:cxnLst/>
              <a:rect l="0" t="0" r="0" b="0"/>
              <a:pathLst>
                <a:path w="7678" h="47020">
                  <a:moveTo>
                    <a:pt x="7678" y="470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9" name="Input_receptor__1648">
              <a:extLst>
                <a:ext uri="{FF2B5EF4-FFF2-40B4-BE49-F238E27FC236}">
                  <a16:creationId xmlns:a16="http://schemas.microsoft.com/office/drawing/2014/main" id="{7B78593F-CEA3-8462-BD1D-451AA9014B59}"/>
                </a:ext>
              </a:extLst>
            </p:cNvPr>
            <p:cNvSpPr>
              <a:spLocks noGrp="1"/>
            </p:cNvSpPr>
            <p:nvPr/>
          </p:nvSpPr>
          <p:spPr>
            <a:xfrm>
              <a:off x="1537632" y="4658329"/>
              <a:ext cx="32843" cy="33744"/>
            </a:xfrm>
            <a:custGeom>
              <a:avLst/>
              <a:gdLst/>
              <a:ahLst/>
              <a:cxnLst/>
              <a:rect l="0" t="0" r="0" b="0"/>
              <a:pathLst>
                <a:path w="32843" h="33744">
                  <a:moveTo>
                    <a:pt x="32843" y="3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0" name="Input_receptor__1649">
              <a:extLst>
                <a:ext uri="{FF2B5EF4-FFF2-40B4-BE49-F238E27FC236}">
                  <a16:creationId xmlns:a16="http://schemas.microsoft.com/office/drawing/2014/main" id="{5C7CFAEF-885A-5111-6AF9-16FB811C9BF4}"/>
                </a:ext>
              </a:extLst>
            </p:cNvPr>
            <p:cNvSpPr>
              <a:spLocks noGrp="1"/>
            </p:cNvSpPr>
            <p:nvPr/>
          </p:nvSpPr>
          <p:spPr>
            <a:xfrm>
              <a:off x="1394745" y="4337993"/>
              <a:ext cx="34069" cy="5759"/>
            </a:xfrm>
            <a:custGeom>
              <a:avLst/>
              <a:gdLst/>
              <a:ahLst/>
              <a:cxnLst/>
              <a:rect l="0" t="0" r="0" b="0"/>
              <a:pathLst>
                <a:path w="34069" h="5759">
                  <a:moveTo>
                    <a:pt x="0" y="5759"/>
                  </a:moveTo>
                  <a:lnTo>
                    <a:pt x="3406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1" name="Input_receptor__1650">
              <a:extLst>
                <a:ext uri="{FF2B5EF4-FFF2-40B4-BE49-F238E27FC236}">
                  <a16:creationId xmlns:a16="http://schemas.microsoft.com/office/drawing/2014/main" id="{6105A157-CF61-36DC-9EED-9F5DDBB9F601}"/>
                </a:ext>
              </a:extLst>
            </p:cNvPr>
            <p:cNvSpPr>
              <a:spLocks noGrp="1"/>
            </p:cNvSpPr>
            <p:nvPr/>
          </p:nvSpPr>
          <p:spPr>
            <a:xfrm>
              <a:off x="1185276" y="4793058"/>
              <a:ext cx="30364" cy="11053"/>
            </a:xfrm>
            <a:custGeom>
              <a:avLst/>
              <a:gdLst/>
              <a:ahLst/>
              <a:cxnLst/>
              <a:rect l="0" t="0" r="0" b="0"/>
              <a:pathLst>
                <a:path w="30364" h="11053">
                  <a:moveTo>
                    <a:pt x="30364" y="0"/>
                  </a:moveTo>
                  <a:lnTo>
                    <a:pt x="0" y="11053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2" name="Input_receptor__1651">
              <a:extLst>
                <a:ext uri="{FF2B5EF4-FFF2-40B4-BE49-F238E27FC236}">
                  <a16:creationId xmlns:a16="http://schemas.microsoft.com/office/drawing/2014/main" id="{F4704FA3-8839-8360-59DB-81CF6678D89E}"/>
                </a:ext>
              </a:extLst>
            </p:cNvPr>
            <p:cNvSpPr>
              <a:spLocks noGrp="1"/>
            </p:cNvSpPr>
            <p:nvPr/>
          </p:nvSpPr>
          <p:spPr>
            <a:xfrm>
              <a:off x="835478" y="4967993"/>
              <a:ext cx="47570" cy="5260"/>
            </a:xfrm>
            <a:custGeom>
              <a:avLst/>
              <a:gdLst/>
              <a:ahLst/>
              <a:cxnLst/>
              <a:rect l="0" t="0" r="0" b="0"/>
              <a:pathLst>
                <a:path w="47570" h="5260">
                  <a:moveTo>
                    <a:pt x="0" y="5260"/>
                  </a:moveTo>
                  <a:lnTo>
                    <a:pt x="4757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3" name="Input_receptor__1652">
              <a:extLst>
                <a:ext uri="{FF2B5EF4-FFF2-40B4-BE49-F238E27FC236}">
                  <a16:creationId xmlns:a16="http://schemas.microsoft.com/office/drawing/2014/main" id="{AAB039AF-C92A-260D-10C1-D43E415EAF23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95" cy="30614"/>
            </a:xfrm>
            <a:custGeom>
              <a:avLst/>
              <a:gdLst/>
              <a:ahLst/>
              <a:cxnLst/>
              <a:rect l="0" t="0" r="0" b="0"/>
              <a:pathLst>
                <a:path w="95" h="30614">
                  <a:moveTo>
                    <a:pt x="31" y="30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4" name="Input_receptor__1653">
              <a:extLst>
                <a:ext uri="{FF2B5EF4-FFF2-40B4-BE49-F238E27FC236}">
                  <a16:creationId xmlns:a16="http://schemas.microsoft.com/office/drawing/2014/main" id="{8AF3BFC9-F5AF-8419-CA77-5AF8111EB0F5}"/>
                </a:ext>
              </a:extLst>
            </p:cNvPr>
            <p:cNvSpPr>
              <a:spLocks noGrp="1"/>
            </p:cNvSpPr>
            <p:nvPr/>
          </p:nvSpPr>
          <p:spPr>
            <a:xfrm>
              <a:off x="909734" y="4911727"/>
              <a:ext cx="10139" cy="24533"/>
            </a:xfrm>
            <a:custGeom>
              <a:avLst/>
              <a:gdLst/>
              <a:ahLst/>
              <a:cxnLst/>
              <a:rect l="0" t="0" r="0" b="0"/>
              <a:pathLst>
                <a:path w="10139" h="24533">
                  <a:moveTo>
                    <a:pt x="0" y="24533"/>
                  </a:moveTo>
                  <a:lnTo>
                    <a:pt x="1013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5" name="Input_receptor__1654">
              <a:extLst>
                <a:ext uri="{FF2B5EF4-FFF2-40B4-BE49-F238E27FC236}">
                  <a16:creationId xmlns:a16="http://schemas.microsoft.com/office/drawing/2014/main" id="{B420AC81-7311-E897-4D1D-50E1584A65FF}"/>
                </a:ext>
              </a:extLst>
            </p:cNvPr>
            <p:cNvSpPr>
              <a:spLocks noGrp="1"/>
            </p:cNvSpPr>
            <p:nvPr/>
          </p:nvSpPr>
          <p:spPr>
            <a:xfrm>
              <a:off x="908298" y="4460357"/>
              <a:ext cx="16530" cy="44476"/>
            </a:xfrm>
            <a:custGeom>
              <a:avLst/>
              <a:gdLst/>
              <a:ahLst/>
              <a:cxnLst/>
              <a:rect l="0" t="0" r="0" b="0"/>
              <a:pathLst>
                <a:path w="16530" h="44476">
                  <a:moveTo>
                    <a:pt x="16530" y="0"/>
                  </a:moveTo>
                  <a:lnTo>
                    <a:pt x="0" y="44476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6" name="Input_receptor__1655">
              <a:extLst>
                <a:ext uri="{FF2B5EF4-FFF2-40B4-BE49-F238E27FC236}">
                  <a16:creationId xmlns:a16="http://schemas.microsoft.com/office/drawing/2014/main" id="{04F36119-22ED-C061-58E8-3858A3F216BE}"/>
                </a:ext>
              </a:extLst>
            </p:cNvPr>
            <p:cNvSpPr>
              <a:spLocks noGrp="1"/>
            </p:cNvSpPr>
            <p:nvPr/>
          </p:nvSpPr>
          <p:spPr>
            <a:xfrm>
              <a:off x="1623588" y="4427720"/>
              <a:ext cx="16009" cy="19265"/>
            </a:xfrm>
            <a:custGeom>
              <a:avLst/>
              <a:gdLst/>
              <a:ahLst/>
              <a:cxnLst/>
              <a:rect l="0" t="0" r="0" b="0"/>
              <a:pathLst>
                <a:path w="16009" h="19265">
                  <a:moveTo>
                    <a:pt x="0" y="19265"/>
                  </a:moveTo>
                  <a:lnTo>
                    <a:pt x="16009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7" name="Input_receptor__1656">
              <a:extLst>
                <a:ext uri="{FF2B5EF4-FFF2-40B4-BE49-F238E27FC236}">
                  <a16:creationId xmlns:a16="http://schemas.microsoft.com/office/drawing/2014/main" id="{8E51FFD6-7F1A-ED1C-6D68-91BD39DCD35A}"/>
                </a:ext>
              </a:extLst>
            </p:cNvPr>
            <p:cNvSpPr>
              <a:spLocks noGrp="1"/>
            </p:cNvSpPr>
            <p:nvPr/>
          </p:nvSpPr>
          <p:spPr>
            <a:xfrm>
              <a:off x="723979" y="4529834"/>
              <a:ext cx="44468" cy="18215"/>
            </a:xfrm>
            <a:custGeom>
              <a:avLst/>
              <a:gdLst/>
              <a:ahLst/>
              <a:cxnLst/>
              <a:rect l="0" t="0" r="0" b="0"/>
              <a:pathLst>
                <a:path w="44468" h="18215">
                  <a:moveTo>
                    <a:pt x="0" y="18215"/>
                  </a:moveTo>
                  <a:lnTo>
                    <a:pt x="44468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8" name="Input_receptor__1657">
              <a:extLst>
                <a:ext uri="{FF2B5EF4-FFF2-40B4-BE49-F238E27FC236}">
                  <a16:creationId xmlns:a16="http://schemas.microsoft.com/office/drawing/2014/main" id="{BDA9B9E5-C121-8B30-AE35-2E5EABB7A5C1}"/>
                </a:ext>
              </a:extLst>
            </p:cNvPr>
            <p:cNvSpPr>
              <a:spLocks noGrp="1"/>
            </p:cNvSpPr>
            <p:nvPr/>
          </p:nvSpPr>
          <p:spPr>
            <a:xfrm>
              <a:off x="1556775" y="4278207"/>
              <a:ext cx="45502" cy="12086"/>
            </a:xfrm>
            <a:custGeom>
              <a:avLst/>
              <a:gdLst/>
              <a:ahLst/>
              <a:cxnLst/>
              <a:rect l="0" t="0" r="0" b="0"/>
              <a:pathLst>
                <a:path w="45502" h="12086">
                  <a:moveTo>
                    <a:pt x="45502" y="0"/>
                  </a:moveTo>
                  <a:lnTo>
                    <a:pt x="0" y="12086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9" name="Input_receptor__1658">
              <a:extLst>
                <a:ext uri="{FF2B5EF4-FFF2-40B4-BE49-F238E27FC236}">
                  <a16:creationId xmlns:a16="http://schemas.microsoft.com/office/drawing/2014/main" id="{90ADA8B0-8F1E-8E89-F972-0208F7F0372D}"/>
                </a:ext>
              </a:extLst>
            </p:cNvPr>
            <p:cNvSpPr>
              <a:spLocks noGrp="1"/>
            </p:cNvSpPr>
            <p:nvPr/>
          </p:nvSpPr>
          <p:spPr>
            <a:xfrm>
              <a:off x="1623405" y="4356427"/>
              <a:ext cx="35053" cy="33349"/>
            </a:xfrm>
            <a:custGeom>
              <a:avLst/>
              <a:gdLst/>
              <a:ahLst/>
              <a:cxnLst/>
              <a:rect l="0" t="0" r="0" b="0"/>
              <a:pathLst>
                <a:path w="35053" h="33349">
                  <a:moveTo>
                    <a:pt x="35053" y="333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0" name="Input_receptor__1659">
              <a:extLst>
                <a:ext uri="{FF2B5EF4-FFF2-40B4-BE49-F238E27FC236}">
                  <a16:creationId xmlns:a16="http://schemas.microsoft.com/office/drawing/2014/main" id="{62462E64-D18A-C124-2D90-CB3C4CDA64AB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84673"/>
              <a:ext cx="38578" cy="14344"/>
            </a:xfrm>
            <a:custGeom>
              <a:avLst/>
              <a:gdLst/>
              <a:ahLst/>
              <a:cxnLst/>
              <a:rect l="0" t="0" r="0" b="0"/>
              <a:pathLst>
                <a:path w="38578" h="14344">
                  <a:moveTo>
                    <a:pt x="0" y="14344"/>
                  </a:moveTo>
                  <a:lnTo>
                    <a:pt x="38578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1" name="Input_receptor__1660">
              <a:extLst>
                <a:ext uri="{FF2B5EF4-FFF2-40B4-BE49-F238E27FC236}">
                  <a16:creationId xmlns:a16="http://schemas.microsoft.com/office/drawing/2014/main" id="{BC947371-9505-E7E0-7F38-9E894EE7EBA7}"/>
                </a:ext>
              </a:extLst>
            </p:cNvPr>
            <p:cNvSpPr>
              <a:spLocks noGrp="1"/>
            </p:cNvSpPr>
            <p:nvPr/>
          </p:nvSpPr>
          <p:spPr>
            <a:xfrm>
              <a:off x="1040176" y="4905150"/>
              <a:ext cx="19343" cy="32197"/>
            </a:xfrm>
            <a:custGeom>
              <a:avLst/>
              <a:gdLst/>
              <a:ahLst/>
              <a:cxnLst/>
              <a:rect l="0" t="0" r="0" b="0"/>
              <a:pathLst>
                <a:path w="19343" h="32197">
                  <a:moveTo>
                    <a:pt x="19343" y="32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2" name="Input_receptor__1661">
              <a:extLst>
                <a:ext uri="{FF2B5EF4-FFF2-40B4-BE49-F238E27FC236}">
                  <a16:creationId xmlns:a16="http://schemas.microsoft.com/office/drawing/2014/main" id="{F2318D96-AA77-7E22-3787-8B328C88C8F3}"/>
                </a:ext>
              </a:extLst>
            </p:cNvPr>
            <p:cNvSpPr>
              <a:spLocks noGrp="1"/>
            </p:cNvSpPr>
            <p:nvPr/>
          </p:nvSpPr>
          <p:spPr>
            <a:xfrm>
              <a:off x="1087670" y="4598359"/>
              <a:ext cx="6806" cy="17825"/>
            </a:xfrm>
            <a:custGeom>
              <a:avLst/>
              <a:gdLst/>
              <a:ahLst/>
              <a:cxnLst/>
              <a:rect l="0" t="0" r="0" b="0"/>
              <a:pathLst>
                <a:path w="6806" h="17825">
                  <a:moveTo>
                    <a:pt x="0" y="17825"/>
                  </a:moveTo>
                  <a:lnTo>
                    <a:pt x="6806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3" name="Input_receptor__1662">
              <a:extLst>
                <a:ext uri="{FF2B5EF4-FFF2-40B4-BE49-F238E27FC236}">
                  <a16:creationId xmlns:a16="http://schemas.microsoft.com/office/drawing/2014/main" id="{893B29F0-0702-0A95-FFFA-DB1405784CBC}"/>
                </a:ext>
              </a:extLst>
            </p:cNvPr>
            <p:cNvSpPr>
              <a:spLocks noGrp="1"/>
            </p:cNvSpPr>
            <p:nvPr/>
          </p:nvSpPr>
          <p:spPr>
            <a:xfrm>
              <a:off x="1500926" y="4120431"/>
              <a:ext cx="22081" cy="15968"/>
            </a:xfrm>
            <a:custGeom>
              <a:avLst/>
              <a:gdLst/>
              <a:ahLst/>
              <a:cxnLst/>
              <a:rect l="0" t="0" r="0" b="0"/>
              <a:pathLst>
                <a:path w="22081" h="15968">
                  <a:moveTo>
                    <a:pt x="0" y="0"/>
                  </a:moveTo>
                  <a:lnTo>
                    <a:pt x="22081" y="15968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4" name="Input_receptor__1663">
              <a:extLst>
                <a:ext uri="{FF2B5EF4-FFF2-40B4-BE49-F238E27FC236}">
                  <a16:creationId xmlns:a16="http://schemas.microsoft.com/office/drawing/2014/main" id="{8E7B9F23-E6A8-DF08-2AEA-6961A57A4184}"/>
                </a:ext>
              </a:extLst>
            </p:cNvPr>
            <p:cNvSpPr>
              <a:spLocks noGrp="1"/>
            </p:cNvSpPr>
            <p:nvPr/>
          </p:nvSpPr>
          <p:spPr>
            <a:xfrm>
              <a:off x="1348608" y="4343751"/>
              <a:ext cx="46137" cy="2513"/>
            </a:xfrm>
            <a:custGeom>
              <a:avLst/>
              <a:gdLst/>
              <a:ahLst/>
              <a:cxnLst/>
              <a:rect l="0" t="0" r="0" b="0"/>
              <a:pathLst>
                <a:path w="46137" h="2513">
                  <a:moveTo>
                    <a:pt x="0" y="2513"/>
                  </a:moveTo>
                  <a:lnTo>
                    <a:pt x="46137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5" name="Input_receptor__1664">
              <a:extLst>
                <a:ext uri="{FF2B5EF4-FFF2-40B4-BE49-F238E27FC236}">
                  <a16:creationId xmlns:a16="http://schemas.microsoft.com/office/drawing/2014/main" id="{C5A1391A-C368-482F-5609-4ADBF67ABB15}"/>
                </a:ext>
              </a:extLst>
            </p:cNvPr>
            <p:cNvSpPr>
              <a:spLocks noGrp="1"/>
            </p:cNvSpPr>
            <p:nvPr/>
          </p:nvSpPr>
          <p:spPr>
            <a:xfrm>
              <a:off x="883048" y="4936259"/>
              <a:ext cx="26686" cy="31734"/>
            </a:xfrm>
            <a:custGeom>
              <a:avLst/>
              <a:gdLst/>
              <a:ahLst/>
              <a:cxnLst/>
              <a:rect l="0" t="0" r="0" b="0"/>
              <a:pathLst>
                <a:path w="26686" h="31734">
                  <a:moveTo>
                    <a:pt x="0" y="31734"/>
                  </a:moveTo>
                  <a:lnTo>
                    <a:pt x="26686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6" name="Input_receptor__1665">
              <a:extLst>
                <a:ext uri="{FF2B5EF4-FFF2-40B4-BE49-F238E27FC236}">
                  <a16:creationId xmlns:a16="http://schemas.microsoft.com/office/drawing/2014/main" id="{7BD1E527-9C5F-B17F-82AB-416EF076FDD8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38898"/>
              <a:ext cx="32933" cy="29755"/>
            </a:xfrm>
            <a:custGeom>
              <a:avLst/>
              <a:gdLst/>
              <a:ahLst/>
              <a:cxnLst/>
              <a:rect l="0" t="0" r="0" b="0"/>
              <a:pathLst>
                <a:path w="32933" h="29755">
                  <a:moveTo>
                    <a:pt x="0" y="29755"/>
                  </a:moveTo>
                  <a:lnTo>
                    <a:pt x="32933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7" name="Input_receptor__1666">
              <a:extLst>
                <a:ext uri="{FF2B5EF4-FFF2-40B4-BE49-F238E27FC236}">
                  <a16:creationId xmlns:a16="http://schemas.microsoft.com/office/drawing/2014/main" id="{5E053E24-B546-B913-DEA0-3BB3E13B76EC}"/>
                </a:ext>
              </a:extLst>
            </p:cNvPr>
            <p:cNvSpPr>
              <a:spLocks noGrp="1"/>
            </p:cNvSpPr>
            <p:nvPr/>
          </p:nvSpPr>
          <p:spPr>
            <a:xfrm>
              <a:off x="1406106" y="4768444"/>
              <a:ext cx="16588" cy="45255"/>
            </a:xfrm>
            <a:custGeom>
              <a:avLst/>
              <a:gdLst/>
              <a:ahLst/>
              <a:cxnLst/>
              <a:rect l="0" t="0" r="0" b="0"/>
              <a:pathLst>
                <a:path w="16588" h="45255">
                  <a:moveTo>
                    <a:pt x="16588" y="452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8" name="Input_receptor__1667">
              <a:extLst>
                <a:ext uri="{FF2B5EF4-FFF2-40B4-BE49-F238E27FC236}">
                  <a16:creationId xmlns:a16="http://schemas.microsoft.com/office/drawing/2014/main" id="{6F13C41E-110F-A256-7E00-B94675253FE1}"/>
                </a:ext>
              </a:extLst>
            </p:cNvPr>
            <p:cNvSpPr>
              <a:spLocks noGrp="1"/>
            </p:cNvSpPr>
            <p:nvPr/>
          </p:nvSpPr>
          <p:spPr>
            <a:xfrm>
              <a:off x="1519538" y="4268790"/>
              <a:ext cx="37237" cy="21504"/>
            </a:xfrm>
            <a:custGeom>
              <a:avLst/>
              <a:gdLst/>
              <a:ahLst/>
              <a:cxnLst/>
              <a:rect l="0" t="0" r="0" b="0"/>
              <a:pathLst>
                <a:path w="37237" h="21504">
                  <a:moveTo>
                    <a:pt x="37237" y="2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9" name="Input_receptor__1668">
              <a:extLst>
                <a:ext uri="{FF2B5EF4-FFF2-40B4-BE49-F238E27FC236}">
                  <a16:creationId xmlns:a16="http://schemas.microsoft.com/office/drawing/2014/main" id="{44389BFD-3718-C96F-BDFE-80285F7E43A0}"/>
                </a:ext>
              </a:extLst>
            </p:cNvPr>
            <p:cNvSpPr>
              <a:spLocks noGrp="1"/>
            </p:cNvSpPr>
            <p:nvPr/>
          </p:nvSpPr>
          <p:spPr>
            <a:xfrm>
              <a:off x="1281215" y="4455449"/>
              <a:ext cx="17112" cy="39755"/>
            </a:xfrm>
            <a:custGeom>
              <a:avLst/>
              <a:gdLst/>
              <a:ahLst/>
              <a:cxnLst/>
              <a:rect l="0" t="0" r="0" b="0"/>
              <a:pathLst>
                <a:path w="17112" h="39755">
                  <a:moveTo>
                    <a:pt x="0" y="0"/>
                  </a:moveTo>
                  <a:lnTo>
                    <a:pt x="17112" y="39755"/>
                  </a:lnTo>
                </a:path>
              </a:pathLst>
            </a:custGeom>
            <a:noFill/>
            <a:ln w="8096">
              <a:solidFill>
                <a:srgbClr val="9DACB7"/>
              </a:solidFill>
            </a:ln>
          </p:spPr>
        </p:sp>
        <p:sp>
          <p:nvSpPr>
            <p:cNvPr id="1670" name="Input_receptor__1669">
              <a:extLst>
                <a:ext uri="{FF2B5EF4-FFF2-40B4-BE49-F238E27FC236}">
                  <a16:creationId xmlns:a16="http://schemas.microsoft.com/office/drawing/2014/main" id="{8155E6BD-5959-F6CA-45CD-2A70529CA7A6}"/>
                </a:ext>
              </a:extLst>
            </p:cNvPr>
            <p:cNvSpPr>
              <a:spLocks noGrp="1"/>
            </p:cNvSpPr>
            <p:nvPr/>
          </p:nvSpPr>
          <p:spPr>
            <a:xfrm>
              <a:off x="1314657" y="4401997"/>
              <a:ext cx="31555" cy="35054"/>
            </a:xfrm>
            <a:custGeom>
              <a:avLst/>
              <a:gdLst/>
              <a:ahLst/>
              <a:cxnLst/>
              <a:rect l="0" t="0" r="0" b="0"/>
              <a:pathLst>
                <a:path w="31555" h="35054">
                  <a:moveTo>
                    <a:pt x="0" y="0"/>
                  </a:moveTo>
                  <a:lnTo>
                    <a:pt x="31555" y="35054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1" name="Input_receptor__1670">
              <a:extLst>
                <a:ext uri="{FF2B5EF4-FFF2-40B4-BE49-F238E27FC236}">
                  <a16:creationId xmlns:a16="http://schemas.microsoft.com/office/drawing/2014/main" id="{3547EB53-6F3C-9184-57F1-EED1C36856DA}"/>
                </a:ext>
              </a:extLst>
            </p:cNvPr>
            <p:cNvSpPr>
              <a:spLocks noGrp="1"/>
            </p:cNvSpPr>
            <p:nvPr/>
          </p:nvSpPr>
          <p:spPr>
            <a:xfrm>
              <a:off x="1504559" y="4406637"/>
              <a:ext cx="18737" cy="28600"/>
            </a:xfrm>
            <a:custGeom>
              <a:avLst/>
              <a:gdLst/>
              <a:ahLst/>
              <a:cxnLst/>
              <a:rect l="0" t="0" r="0" b="0"/>
              <a:pathLst>
                <a:path w="18737" h="28600">
                  <a:moveTo>
                    <a:pt x="0" y="28600"/>
                  </a:moveTo>
                  <a:lnTo>
                    <a:pt x="1873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2" name="Input_receptor__1671">
              <a:extLst>
                <a:ext uri="{FF2B5EF4-FFF2-40B4-BE49-F238E27FC236}">
                  <a16:creationId xmlns:a16="http://schemas.microsoft.com/office/drawing/2014/main" id="{4630D04C-7F77-8837-A0FC-F4C2C5D6C5BF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57450"/>
              <a:ext cx="36919" cy="15806"/>
            </a:xfrm>
            <a:custGeom>
              <a:avLst/>
              <a:gdLst/>
              <a:ahLst/>
              <a:cxnLst/>
              <a:rect l="0" t="0" r="0" b="0"/>
              <a:pathLst>
                <a:path w="36919" h="15806">
                  <a:moveTo>
                    <a:pt x="36919" y="0"/>
                  </a:moveTo>
                  <a:lnTo>
                    <a:pt x="0" y="15806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3" name="Input_receptor__1672">
              <a:extLst>
                <a:ext uri="{FF2B5EF4-FFF2-40B4-BE49-F238E27FC236}">
                  <a16:creationId xmlns:a16="http://schemas.microsoft.com/office/drawing/2014/main" id="{86970BC5-3F25-BE73-A58D-B72007A7F3EA}"/>
                </a:ext>
              </a:extLst>
            </p:cNvPr>
            <p:cNvSpPr>
              <a:spLocks noGrp="1"/>
            </p:cNvSpPr>
            <p:nvPr/>
          </p:nvSpPr>
          <p:spPr>
            <a:xfrm>
              <a:off x="1491943" y="4435238"/>
              <a:ext cx="12617" cy="30446"/>
            </a:xfrm>
            <a:custGeom>
              <a:avLst/>
              <a:gdLst/>
              <a:ahLst/>
              <a:cxnLst/>
              <a:rect l="0" t="0" r="0" b="0"/>
              <a:pathLst>
                <a:path w="12617" h="30446">
                  <a:moveTo>
                    <a:pt x="0" y="30446"/>
                  </a:moveTo>
                  <a:lnTo>
                    <a:pt x="1261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4" name="Input_receptor__1673">
              <a:extLst>
                <a:ext uri="{FF2B5EF4-FFF2-40B4-BE49-F238E27FC236}">
                  <a16:creationId xmlns:a16="http://schemas.microsoft.com/office/drawing/2014/main" id="{4BD05D2A-B852-6B36-5940-59C4697DA686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832043"/>
              <a:ext cx="46371" cy="11157"/>
            </a:xfrm>
            <a:custGeom>
              <a:avLst/>
              <a:gdLst/>
              <a:ahLst/>
              <a:cxnLst/>
              <a:rect l="0" t="0" r="0" b="0"/>
              <a:pathLst>
                <a:path w="46371" h="11157">
                  <a:moveTo>
                    <a:pt x="46371" y="11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5" name="Input_receptor__1674">
              <a:extLst>
                <a:ext uri="{FF2B5EF4-FFF2-40B4-BE49-F238E27FC236}">
                  <a16:creationId xmlns:a16="http://schemas.microsoft.com/office/drawing/2014/main" id="{97DDB94B-38D6-7E35-9CBF-10126305A186}"/>
                </a:ext>
              </a:extLst>
            </p:cNvPr>
            <p:cNvSpPr>
              <a:spLocks noGrp="1"/>
            </p:cNvSpPr>
            <p:nvPr/>
          </p:nvSpPr>
          <p:spPr>
            <a:xfrm>
              <a:off x="726063" y="4727596"/>
              <a:ext cx="33521" cy="33720"/>
            </a:xfrm>
            <a:custGeom>
              <a:avLst/>
              <a:gdLst/>
              <a:ahLst/>
              <a:cxnLst/>
              <a:rect l="0" t="0" r="0" b="0"/>
              <a:pathLst>
                <a:path w="33521" h="33720">
                  <a:moveTo>
                    <a:pt x="33521" y="337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6" name="Input_receptor__1675">
              <a:extLst>
                <a:ext uri="{FF2B5EF4-FFF2-40B4-BE49-F238E27FC236}">
                  <a16:creationId xmlns:a16="http://schemas.microsoft.com/office/drawing/2014/main" id="{DBFD11FA-48A4-3309-5836-0D0E0221FB64}"/>
                </a:ext>
              </a:extLst>
            </p:cNvPr>
            <p:cNvSpPr>
              <a:spLocks noGrp="1"/>
            </p:cNvSpPr>
            <p:nvPr/>
          </p:nvSpPr>
          <p:spPr>
            <a:xfrm>
              <a:off x="1402118" y="4104282"/>
              <a:ext cx="24110" cy="8142"/>
            </a:xfrm>
            <a:custGeom>
              <a:avLst/>
              <a:gdLst/>
              <a:ahLst/>
              <a:cxnLst/>
              <a:rect l="0" t="0" r="0" b="0"/>
              <a:pathLst>
                <a:path w="24110" h="8142">
                  <a:moveTo>
                    <a:pt x="0" y="0"/>
                  </a:moveTo>
                  <a:lnTo>
                    <a:pt x="24110" y="8142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7" name="Input_receptor__1676">
              <a:extLst>
                <a:ext uri="{FF2B5EF4-FFF2-40B4-BE49-F238E27FC236}">
                  <a16:creationId xmlns:a16="http://schemas.microsoft.com/office/drawing/2014/main" id="{10CA7BC6-FDC2-2D5F-EE18-39901C2AE14A}"/>
                </a:ext>
              </a:extLst>
            </p:cNvPr>
            <p:cNvSpPr>
              <a:spLocks noGrp="1"/>
            </p:cNvSpPr>
            <p:nvPr/>
          </p:nvSpPr>
          <p:spPr>
            <a:xfrm>
              <a:off x="1258470" y="4225110"/>
              <a:ext cx="47285" cy="2851"/>
            </a:xfrm>
            <a:custGeom>
              <a:avLst/>
              <a:gdLst/>
              <a:ahLst/>
              <a:cxnLst/>
              <a:rect l="0" t="0" r="0" b="0"/>
              <a:pathLst>
                <a:path w="47285" h="2851">
                  <a:moveTo>
                    <a:pt x="47285" y="0"/>
                  </a:moveTo>
                  <a:lnTo>
                    <a:pt x="0" y="2851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8" name="Input_receptor__1677">
              <a:extLst>
                <a:ext uri="{FF2B5EF4-FFF2-40B4-BE49-F238E27FC236}">
                  <a16:creationId xmlns:a16="http://schemas.microsoft.com/office/drawing/2014/main" id="{1C3DF0D2-E2E2-CBC1-FC97-E7B1398F8B96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371027"/>
              <a:ext cx="13048" cy="39404"/>
            </a:xfrm>
            <a:custGeom>
              <a:avLst/>
              <a:gdLst/>
              <a:ahLst/>
              <a:cxnLst/>
              <a:rect l="0" t="0" r="0" b="0"/>
              <a:pathLst>
                <a:path w="13048" h="39404">
                  <a:moveTo>
                    <a:pt x="13048" y="0"/>
                  </a:moveTo>
                  <a:lnTo>
                    <a:pt x="0" y="39404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9" name="Input_receptor__1678">
              <a:extLst>
                <a:ext uri="{FF2B5EF4-FFF2-40B4-BE49-F238E27FC236}">
                  <a16:creationId xmlns:a16="http://schemas.microsoft.com/office/drawing/2014/main" id="{91E5BDCA-5501-DE29-2CE6-0B60DC658D36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75762"/>
              <a:ext cx="44099" cy="17129"/>
            </a:xfrm>
            <a:custGeom>
              <a:avLst/>
              <a:gdLst/>
              <a:ahLst/>
              <a:cxnLst/>
              <a:rect l="0" t="0" r="0" b="0"/>
              <a:pathLst>
                <a:path w="44099" h="17129">
                  <a:moveTo>
                    <a:pt x="0" y="0"/>
                  </a:moveTo>
                  <a:lnTo>
                    <a:pt x="44099" y="17129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80" name="Input_receptor__1679">
              <a:extLst>
                <a:ext uri="{FF2B5EF4-FFF2-40B4-BE49-F238E27FC236}">
                  <a16:creationId xmlns:a16="http://schemas.microsoft.com/office/drawing/2014/main" id="{E26D6595-4525-44BD-C880-7013FC703760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68653"/>
              <a:ext cx="14897" cy="35701"/>
            </a:xfrm>
            <a:custGeom>
              <a:avLst/>
              <a:gdLst/>
              <a:ahLst/>
              <a:cxnLst/>
              <a:rect l="0" t="0" r="0" b="0"/>
              <a:pathLst>
                <a:path w="14897" h="35701">
                  <a:moveTo>
                    <a:pt x="14897" y="357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1" name="Input_receptor__1680">
              <a:extLst>
                <a:ext uri="{FF2B5EF4-FFF2-40B4-BE49-F238E27FC236}">
                  <a16:creationId xmlns:a16="http://schemas.microsoft.com/office/drawing/2014/main" id="{81B9FDC9-2181-5CFE-47C3-6B8962955704}"/>
                </a:ext>
              </a:extLst>
            </p:cNvPr>
            <p:cNvSpPr>
              <a:spLocks noGrp="1"/>
            </p:cNvSpPr>
            <p:nvPr/>
          </p:nvSpPr>
          <p:spPr>
            <a:xfrm>
              <a:off x="1576917" y="4405348"/>
              <a:ext cx="23644" cy="568"/>
            </a:xfrm>
            <a:custGeom>
              <a:avLst/>
              <a:gdLst/>
              <a:ahLst/>
              <a:cxnLst/>
              <a:rect l="0" t="0" r="0" b="0"/>
              <a:pathLst>
                <a:path w="23644" h="568">
                  <a:moveTo>
                    <a:pt x="0" y="0"/>
                  </a:moveTo>
                  <a:lnTo>
                    <a:pt x="23644" y="56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2" name="Input_receptor__1681">
              <a:extLst>
                <a:ext uri="{FF2B5EF4-FFF2-40B4-BE49-F238E27FC236}">
                  <a16:creationId xmlns:a16="http://schemas.microsoft.com/office/drawing/2014/main" id="{94E0FD26-1193-F2CA-9056-85A4C8BB9E96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22721"/>
              <a:ext cx="4686" cy="38430"/>
            </a:xfrm>
            <a:custGeom>
              <a:avLst/>
              <a:gdLst/>
              <a:ahLst/>
              <a:cxnLst/>
              <a:rect l="0" t="0" r="0" b="0"/>
              <a:pathLst>
                <a:path w="4686" h="38430">
                  <a:moveTo>
                    <a:pt x="0" y="38430"/>
                  </a:moveTo>
                  <a:lnTo>
                    <a:pt x="468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3" name="Input_receptor__1682">
              <a:extLst>
                <a:ext uri="{FF2B5EF4-FFF2-40B4-BE49-F238E27FC236}">
                  <a16:creationId xmlns:a16="http://schemas.microsoft.com/office/drawing/2014/main" id="{7364C107-4F41-435B-0C9B-2F39AD644397}"/>
                </a:ext>
              </a:extLst>
            </p:cNvPr>
            <p:cNvSpPr>
              <a:spLocks noGrp="1"/>
            </p:cNvSpPr>
            <p:nvPr/>
          </p:nvSpPr>
          <p:spPr>
            <a:xfrm>
              <a:off x="1183463" y="4518304"/>
              <a:ext cx="20923" cy="8535"/>
            </a:xfrm>
            <a:custGeom>
              <a:avLst/>
              <a:gdLst/>
              <a:ahLst/>
              <a:cxnLst/>
              <a:rect l="0" t="0" r="0" b="0"/>
              <a:pathLst>
                <a:path w="20923" h="8535">
                  <a:moveTo>
                    <a:pt x="0" y="8535"/>
                  </a:moveTo>
                  <a:lnTo>
                    <a:pt x="2092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4" name="Input_receptor__1683">
              <a:extLst>
                <a:ext uri="{FF2B5EF4-FFF2-40B4-BE49-F238E27FC236}">
                  <a16:creationId xmlns:a16="http://schemas.microsoft.com/office/drawing/2014/main" id="{7D0E2E83-8A64-97F2-BFE0-4593285C2365}"/>
                </a:ext>
              </a:extLst>
            </p:cNvPr>
            <p:cNvSpPr>
              <a:spLocks noGrp="1"/>
            </p:cNvSpPr>
            <p:nvPr/>
          </p:nvSpPr>
          <p:spPr>
            <a:xfrm>
              <a:off x="1475962" y="4087309"/>
              <a:ext cx="24964" cy="33122"/>
            </a:xfrm>
            <a:custGeom>
              <a:avLst/>
              <a:gdLst/>
              <a:ahLst/>
              <a:cxnLst/>
              <a:rect l="0" t="0" r="0" b="0"/>
              <a:pathLst>
                <a:path w="24964" h="33122">
                  <a:moveTo>
                    <a:pt x="0" y="0"/>
                  </a:moveTo>
                  <a:lnTo>
                    <a:pt x="24964" y="3312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5" name="Input_receptor__1684">
              <a:extLst>
                <a:ext uri="{FF2B5EF4-FFF2-40B4-BE49-F238E27FC236}">
                  <a16:creationId xmlns:a16="http://schemas.microsoft.com/office/drawing/2014/main" id="{10CE3520-E141-9E3D-EB80-DD120262348F}"/>
                </a:ext>
              </a:extLst>
            </p:cNvPr>
            <p:cNvSpPr>
              <a:spLocks noGrp="1"/>
            </p:cNvSpPr>
            <p:nvPr/>
          </p:nvSpPr>
          <p:spPr>
            <a:xfrm>
              <a:off x="1138191" y="4638898"/>
              <a:ext cx="33351" cy="34338"/>
            </a:xfrm>
            <a:custGeom>
              <a:avLst/>
              <a:gdLst/>
              <a:ahLst/>
              <a:cxnLst/>
              <a:rect l="0" t="0" r="0" b="0"/>
              <a:pathLst>
                <a:path w="33351" h="34338">
                  <a:moveTo>
                    <a:pt x="0" y="0"/>
                  </a:moveTo>
                  <a:lnTo>
                    <a:pt x="33351" y="3433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6" name="Input_receptor__1685">
              <a:extLst>
                <a:ext uri="{FF2B5EF4-FFF2-40B4-BE49-F238E27FC236}">
                  <a16:creationId xmlns:a16="http://schemas.microsoft.com/office/drawing/2014/main" id="{7398B5D6-5988-AC12-D64A-72E8F39684AE}"/>
                </a:ext>
              </a:extLst>
            </p:cNvPr>
            <p:cNvSpPr>
              <a:spLocks noGrp="1"/>
            </p:cNvSpPr>
            <p:nvPr/>
          </p:nvSpPr>
          <p:spPr>
            <a:xfrm>
              <a:off x="768447" y="4488059"/>
              <a:ext cx="10235" cy="41774"/>
            </a:xfrm>
            <a:custGeom>
              <a:avLst/>
              <a:gdLst/>
              <a:ahLst/>
              <a:cxnLst/>
              <a:rect l="0" t="0" r="0" b="0"/>
              <a:pathLst>
                <a:path w="10235" h="41774">
                  <a:moveTo>
                    <a:pt x="0" y="41774"/>
                  </a:moveTo>
                  <a:lnTo>
                    <a:pt x="10235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87" name="Input_receptor__1686">
              <a:extLst>
                <a:ext uri="{FF2B5EF4-FFF2-40B4-BE49-F238E27FC236}">
                  <a16:creationId xmlns:a16="http://schemas.microsoft.com/office/drawing/2014/main" id="{1A6C5B36-8CE5-95EB-57D5-CC9E990E967E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589807"/>
              <a:ext cx="19046" cy="10992"/>
            </a:xfrm>
            <a:custGeom>
              <a:avLst/>
              <a:gdLst/>
              <a:ahLst/>
              <a:cxnLst/>
              <a:rect l="0" t="0" r="0" b="0"/>
              <a:pathLst>
                <a:path w="19046" h="10992">
                  <a:moveTo>
                    <a:pt x="0" y="10992"/>
                  </a:moveTo>
                  <a:lnTo>
                    <a:pt x="1904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8" name="Input_receptor__1687">
              <a:extLst>
                <a:ext uri="{FF2B5EF4-FFF2-40B4-BE49-F238E27FC236}">
                  <a16:creationId xmlns:a16="http://schemas.microsoft.com/office/drawing/2014/main" id="{7936C0CF-8D2F-879D-E6F3-27A772189441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90389"/>
              <a:ext cx="12176" cy="18052"/>
            </a:xfrm>
            <a:custGeom>
              <a:avLst/>
              <a:gdLst/>
              <a:ahLst/>
              <a:cxnLst/>
              <a:rect l="0" t="0" r="0" b="0"/>
              <a:pathLst>
                <a:path w="12176" h="18052">
                  <a:moveTo>
                    <a:pt x="0" y="0"/>
                  </a:moveTo>
                  <a:lnTo>
                    <a:pt x="12176" y="1805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9" name="Input_receptor__1688">
              <a:extLst>
                <a:ext uri="{FF2B5EF4-FFF2-40B4-BE49-F238E27FC236}">
                  <a16:creationId xmlns:a16="http://schemas.microsoft.com/office/drawing/2014/main" id="{3737DC95-3AA0-55A3-8931-5070996DA110}"/>
                </a:ext>
              </a:extLst>
            </p:cNvPr>
            <p:cNvSpPr>
              <a:spLocks noGrp="1"/>
            </p:cNvSpPr>
            <p:nvPr/>
          </p:nvSpPr>
          <p:spPr>
            <a:xfrm>
              <a:off x="643957" y="4701147"/>
              <a:ext cx="10963" cy="43793"/>
            </a:xfrm>
            <a:custGeom>
              <a:avLst/>
              <a:gdLst/>
              <a:ahLst/>
              <a:cxnLst/>
              <a:rect l="0" t="0" r="0" b="0"/>
              <a:pathLst>
                <a:path w="10963" h="43793">
                  <a:moveTo>
                    <a:pt x="0" y="0"/>
                  </a:moveTo>
                  <a:lnTo>
                    <a:pt x="10963" y="4379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0" name="Input_receptor__1689">
              <a:extLst>
                <a:ext uri="{FF2B5EF4-FFF2-40B4-BE49-F238E27FC236}">
                  <a16:creationId xmlns:a16="http://schemas.microsoft.com/office/drawing/2014/main" id="{8655D57C-B5C4-44D6-297D-273478041C74}"/>
                </a:ext>
              </a:extLst>
            </p:cNvPr>
            <p:cNvSpPr>
              <a:spLocks noGrp="1"/>
            </p:cNvSpPr>
            <p:nvPr/>
          </p:nvSpPr>
          <p:spPr>
            <a:xfrm>
              <a:off x="886194" y="4781379"/>
              <a:ext cx="41026" cy="7481"/>
            </a:xfrm>
            <a:custGeom>
              <a:avLst/>
              <a:gdLst/>
              <a:ahLst/>
              <a:cxnLst/>
              <a:rect l="0" t="0" r="0" b="0"/>
              <a:pathLst>
                <a:path w="41026" h="7481">
                  <a:moveTo>
                    <a:pt x="0" y="7481"/>
                  </a:moveTo>
                  <a:lnTo>
                    <a:pt x="4102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1" name="Input_receptor__1690">
              <a:extLst>
                <a:ext uri="{FF2B5EF4-FFF2-40B4-BE49-F238E27FC236}">
                  <a16:creationId xmlns:a16="http://schemas.microsoft.com/office/drawing/2014/main" id="{5F57AB12-72B9-BDAE-F3B1-E733A52C26AC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62391"/>
              <a:ext cx="12863" cy="10887"/>
            </a:xfrm>
            <a:custGeom>
              <a:avLst/>
              <a:gdLst/>
              <a:ahLst/>
              <a:cxnLst/>
              <a:rect l="0" t="0" r="0" b="0"/>
              <a:pathLst>
                <a:path w="12863" h="10887">
                  <a:moveTo>
                    <a:pt x="0" y="10887"/>
                  </a:moveTo>
                  <a:lnTo>
                    <a:pt x="1286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2" name="Input_receptor__1691">
              <a:extLst>
                <a:ext uri="{FF2B5EF4-FFF2-40B4-BE49-F238E27FC236}">
                  <a16:creationId xmlns:a16="http://schemas.microsoft.com/office/drawing/2014/main" id="{EC23C23C-CC76-48BE-777D-37B2BEA2715B}"/>
                </a:ext>
              </a:extLst>
            </p:cNvPr>
            <p:cNvSpPr>
              <a:spLocks noGrp="1"/>
            </p:cNvSpPr>
            <p:nvPr/>
          </p:nvSpPr>
          <p:spPr>
            <a:xfrm>
              <a:off x="1313364" y="4332331"/>
              <a:ext cx="35243" cy="13933"/>
            </a:xfrm>
            <a:custGeom>
              <a:avLst/>
              <a:gdLst/>
              <a:ahLst/>
              <a:cxnLst/>
              <a:rect l="0" t="0" r="0" b="0"/>
              <a:pathLst>
                <a:path w="35243" h="13933">
                  <a:moveTo>
                    <a:pt x="0" y="0"/>
                  </a:moveTo>
                  <a:lnTo>
                    <a:pt x="35243" y="1393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3" name="Input_receptor__1692">
              <a:extLst>
                <a:ext uri="{FF2B5EF4-FFF2-40B4-BE49-F238E27FC236}">
                  <a16:creationId xmlns:a16="http://schemas.microsoft.com/office/drawing/2014/main" id="{978B6525-CCE6-E763-55D9-B9E6D3C6B5DA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61151"/>
              <a:ext cx="8734" cy="32851"/>
            </a:xfrm>
            <a:custGeom>
              <a:avLst/>
              <a:gdLst/>
              <a:ahLst/>
              <a:cxnLst/>
              <a:rect l="0" t="0" r="0" b="0"/>
              <a:pathLst>
                <a:path w="8734" h="32851">
                  <a:moveTo>
                    <a:pt x="8734" y="32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4" name="Input_receptor__1693">
              <a:extLst>
                <a:ext uri="{FF2B5EF4-FFF2-40B4-BE49-F238E27FC236}">
                  <a16:creationId xmlns:a16="http://schemas.microsoft.com/office/drawing/2014/main" id="{5D9CFA34-8BB4-4522-0533-F0571D3EFC10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27961"/>
              <a:ext cx="4617" cy="47801"/>
            </a:xfrm>
            <a:custGeom>
              <a:avLst/>
              <a:gdLst/>
              <a:ahLst/>
              <a:cxnLst/>
              <a:rect l="0" t="0" r="0" b="0"/>
              <a:pathLst>
                <a:path w="4617" h="47801">
                  <a:moveTo>
                    <a:pt x="4617" y="0"/>
                  </a:moveTo>
                  <a:lnTo>
                    <a:pt x="0" y="4780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5" name="Input_receptor__1694">
              <a:extLst>
                <a:ext uri="{FF2B5EF4-FFF2-40B4-BE49-F238E27FC236}">
                  <a16:creationId xmlns:a16="http://schemas.microsoft.com/office/drawing/2014/main" id="{F09F94AA-C76E-970A-CC91-C40B736AF6DC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71422"/>
              <a:ext cx="28430" cy="27951"/>
            </a:xfrm>
            <a:custGeom>
              <a:avLst/>
              <a:gdLst/>
              <a:ahLst/>
              <a:cxnLst/>
              <a:rect l="0" t="0" r="0" b="0"/>
              <a:pathLst>
                <a:path w="28430" h="27951">
                  <a:moveTo>
                    <a:pt x="28430" y="0"/>
                  </a:moveTo>
                  <a:lnTo>
                    <a:pt x="0" y="2795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6" name="Input_receptor__1695">
              <a:extLst>
                <a:ext uri="{FF2B5EF4-FFF2-40B4-BE49-F238E27FC236}">
                  <a16:creationId xmlns:a16="http://schemas.microsoft.com/office/drawing/2014/main" id="{F9CC456D-2E33-1164-6BC4-FABDDB8CEC0E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788859"/>
              <a:ext cx="9380" cy="43184"/>
            </a:xfrm>
            <a:custGeom>
              <a:avLst/>
              <a:gdLst/>
              <a:ahLst/>
              <a:cxnLst/>
              <a:rect l="0" t="0" r="0" b="0"/>
              <a:pathLst>
                <a:path w="9380" h="43184">
                  <a:moveTo>
                    <a:pt x="0" y="43184"/>
                  </a:moveTo>
                  <a:lnTo>
                    <a:pt x="938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7" name="Input_receptor__1696">
              <a:extLst>
                <a:ext uri="{FF2B5EF4-FFF2-40B4-BE49-F238E27FC236}">
                  <a16:creationId xmlns:a16="http://schemas.microsoft.com/office/drawing/2014/main" id="{BD05756C-2FE1-67D4-BFF7-0EE4C09D26AC}"/>
                </a:ext>
              </a:extLst>
            </p:cNvPr>
            <p:cNvSpPr>
              <a:spLocks noGrp="1"/>
            </p:cNvSpPr>
            <p:nvPr/>
          </p:nvSpPr>
          <p:spPr>
            <a:xfrm>
              <a:off x="706261" y="4405269"/>
              <a:ext cx="10574" cy="10996"/>
            </a:xfrm>
            <a:custGeom>
              <a:avLst/>
              <a:gdLst/>
              <a:ahLst/>
              <a:cxnLst/>
              <a:rect l="0" t="0" r="0" b="0"/>
              <a:pathLst>
                <a:path w="10574" h="10996">
                  <a:moveTo>
                    <a:pt x="0" y="0"/>
                  </a:moveTo>
                  <a:lnTo>
                    <a:pt x="10574" y="10996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8" name="Input_receptor__1697">
              <a:extLst>
                <a:ext uri="{FF2B5EF4-FFF2-40B4-BE49-F238E27FC236}">
                  <a16:creationId xmlns:a16="http://schemas.microsoft.com/office/drawing/2014/main" id="{ED97C9DD-E1AB-F045-24B8-69CD721767C3}"/>
                </a:ext>
              </a:extLst>
            </p:cNvPr>
            <p:cNvSpPr>
              <a:spLocks noGrp="1"/>
            </p:cNvSpPr>
            <p:nvPr/>
          </p:nvSpPr>
          <p:spPr>
            <a:xfrm>
              <a:off x="1550607" y="4443973"/>
              <a:ext cx="13144" cy="7735"/>
            </a:xfrm>
            <a:custGeom>
              <a:avLst/>
              <a:gdLst/>
              <a:ahLst/>
              <a:cxnLst/>
              <a:rect l="0" t="0" r="0" b="0"/>
              <a:pathLst>
                <a:path w="13144" h="7735">
                  <a:moveTo>
                    <a:pt x="0" y="0"/>
                  </a:moveTo>
                  <a:lnTo>
                    <a:pt x="13144" y="7735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9" name="Input_receptor__1698">
              <a:extLst>
                <a:ext uri="{FF2B5EF4-FFF2-40B4-BE49-F238E27FC236}">
                  <a16:creationId xmlns:a16="http://schemas.microsoft.com/office/drawing/2014/main" id="{82544FEC-5338-5CF7-EACE-FAEB4D664DCA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18649"/>
              <a:ext cx="37284" cy="9526"/>
            </a:xfrm>
            <a:custGeom>
              <a:avLst/>
              <a:gdLst/>
              <a:ahLst/>
              <a:cxnLst/>
              <a:rect l="0" t="0" r="0" b="0"/>
              <a:pathLst>
                <a:path w="37284" h="9526">
                  <a:moveTo>
                    <a:pt x="0" y="9526"/>
                  </a:moveTo>
                  <a:lnTo>
                    <a:pt x="37284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0" name="Input_receptor__1699">
              <a:extLst>
                <a:ext uri="{FF2B5EF4-FFF2-40B4-BE49-F238E27FC236}">
                  <a16:creationId xmlns:a16="http://schemas.microsoft.com/office/drawing/2014/main" id="{8E1AAB80-38D7-7945-BBE5-AC75BE863056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27642" cy="9480"/>
            </a:xfrm>
            <a:custGeom>
              <a:avLst/>
              <a:gdLst/>
              <a:ahLst/>
              <a:cxnLst/>
              <a:rect l="0" t="0" r="0" b="0"/>
              <a:pathLst>
                <a:path w="27642" h="9480">
                  <a:moveTo>
                    <a:pt x="0" y="0"/>
                  </a:moveTo>
                  <a:lnTo>
                    <a:pt x="27642" y="948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1" name="Input_receptor__1700">
              <a:extLst>
                <a:ext uri="{FF2B5EF4-FFF2-40B4-BE49-F238E27FC236}">
                  <a16:creationId xmlns:a16="http://schemas.microsoft.com/office/drawing/2014/main" id="{01CE8DD9-8EA8-EC22-A49A-CC52531158D8}"/>
                </a:ext>
              </a:extLst>
            </p:cNvPr>
            <p:cNvSpPr>
              <a:spLocks noGrp="1"/>
            </p:cNvSpPr>
            <p:nvPr/>
          </p:nvSpPr>
          <p:spPr>
            <a:xfrm>
              <a:off x="1297951" y="4292891"/>
              <a:ext cx="15413" cy="39441"/>
            </a:xfrm>
            <a:custGeom>
              <a:avLst/>
              <a:gdLst/>
              <a:ahLst/>
              <a:cxnLst/>
              <a:rect l="0" t="0" r="0" b="0"/>
              <a:pathLst>
                <a:path w="15413" h="39441">
                  <a:moveTo>
                    <a:pt x="0" y="0"/>
                  </a:moveTo>
                  <a:lnTo>
                    <a:pt x="15413" y="3944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2" name="Input_receptor__1701">
              <a:extLst>
                <a:ext uri="{FF2B5EF4-FFF2-40B4-BE49-F238E27FC236}">
                  <a16:creationId xmlns:a16="http://schemas.microsoft.com/office/drawing/2014/main" id="{68ADF223-9853-8659-71D5-7C4079ECB7D2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99017"/>
              <a:ext cx="17037" cy="45075"/>
            </a:xfrm>
            <a:custGeom>
              <a:avLst/>
              <a:gdLst/>
              <a:ahLst/>
              <a:cxnLst/>
              <a:rect l="0" t="0" r="0" b="0"/>
              <a:pathLst>
                <a:path w="17037" h="45075">
                  <a:moveTo>
                    <a:pt x="17037" y="4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3" name="Input_receptor__1702">
              <a:extLst>
                <a:ext uri="{FF2B5EF4-FFF2-40B4-BE49-F238E27FC236}">
                  <a16:creationId xmlns:a16="http://schemas.microsoft.com/office/drawing/2014/main" id="{3E7A7E05-B9E7-AE10-1D79-86224C89B4A3}"/>
                </a:ext>
              </a:extLst>
            </p:cNvPr>
            <p:cNvSpPr>
              <a:spLocks noGrp="1"/>
            </p:cNvSpPr>
            <p:nvPr/>
          </p:nvSpPr>
          <p:spPr>
            <a:xfrm>
              <a:off x="1475269" y="4268790"/>
              <a:ext cx="44269" cy="19084"/>
            </a:xfrm>
            <a:custGeom>
              <a:avLst/>
              <a:gdLst/>
              <a:ahLst/>
              <a:cxnLst/>
              <a:rect l="0" t="0" r="0" b="0"/>
              <a:pathLst>
                <a:path w="44269" h="19084">
                  <a:moveTo>
                    <a:pt x="44269" y="0"/>
                  </a:moveTo>
                  <a:lnTo>
                    <a:pt x="0" y="19084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4" name="Input_receptor__1703">
              <a:extLst>
                <a:ext uri="{FF2B5EF4-FFF2-40B4-BE49-F238E27FC236}">
                  <a16:creationId xmlns:a16="http://schemas.microsoft.com/office/drawing/2014/main" id="{3C53972A-4886-7076-6922-8E8574FAB428}"/>
                </a:ext>
              </a:extLst>
            </p:cNvPr>
            <p:cNvSpPr>
              <a:spLocks noGrp="1"/>
            </p:cNvSpPr>
            <p:nvPr/>
          </p:nvSpPr>
          <p:spPr>
            <a:xfrm>
              <a:off x="1426228" y="4112424"/>
              <a:ext cx="24874" cy="36670"/>
            </a:xfrm>
            <a:custGeom>
              <a:avLst/>
              <a:gdLst/>
              <a:ahLst/>
              <a:cxnLst/>
              <a:rect l="0" t="0" r="0" b="0"/>
              <a:pathLst>
                <a:path w="24874" h="36670">
                  <a:moveTo>
                    <a:pt x="0" y="0"/>
                  </a:moveTo>
                  <a:lnTo>
                    <a:pt x="24874" y="3667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5" name="Input_receptor__1704">
              <a:extLst>
                <a:ext uri="{FF2B5EF4-FFF2-40B4-BE49-F238E27FC236}">
                  <a16:creationId xmlns:a16="http://schemas.microsoft.com/office/drawing/2014/main" id="{B118D321-F52D-97BE-F769-7AC308240581}"/>
                </a:ext>
              </a:extLst>
            </p:cNvPr>
            <p:cNvSpPr>
              <a:spLocks noGrp="1"/>
            </p:cNvSpPr>
            <p:nvPr/>
          </p:nvSpPr>
          <p:spPr>
            <a:xfrm>
              <a:off x="778682" y="4456202"/>
              <a:ext cx="35043" cy="31857"/>
            </a:xfrm>
            <a:custGeom>
              <a:avLst/>
              <a:gdLst/>
              <a:ahLst/>
              <a:cxnLst/>
              <a:rect l="0" t="0" r="0" b="0"/>
              <a:pathLst>
                <a:path w="35043" h="31857">
                  <a:moveTo>
                    <a:pt x="0" y="31857"/>
                  </a:moveTo>
                  <a:lnTo>
                    <a:pt x="35043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6" name="Input_receptor__1705">
              <a:extLst>
                <a:ext uri="{FF2B5EF4-FFF2-40B4-BE49-F238E27FC236}">
                  <a16:creationId xmlns:a16="http://schemas.microsoft.com/office/drawing/2014/main" id="{18FB6FE3-8EF5-DF33-8D24-E6449B085374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195794"/>
              <a:ext cx="31247" cy="24534"/>
            </a:xfrm>
            <a:custGeom>
              <a:avLst/>
              <a:gdLst/>
              <a:ahLst/>
              <a:cxnLst/>
              <a:rect l="0" t="0" r="0" b="0"/>
              <a:pathLst>
                <a:path w="31247" h="24534">
                  <a:moveTo>
                    <a:pt x="31247" y="0"/>
                  </a:moveTo>
                  <a:lnTo>
                    <a:pt x="0" y="24534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07" name="Input_receptor__1706">
              <a:extLst>
                <a:ext uri="{FF2B5EF4-FFF2-40B4-BE49-F238E27FC236}">
                  <a16:creationId xmlns:a16="http://schemas.microsoft.com/office/drawing/2014/main" id="{85C8B9B8-7883-F554-6E1F-17D672B71482}"/>
                </a:ext>
              </a:extLst>
            </p:cNvPr>
            <p:cNvSpPr>
              <a:spLocks noGrp="1"/>
            </p:cNvSpPr>
            <p:nvPr/>
          </p:nvSpPr>
          <p:spPr>
            <a:xfrm>
              <a:off x="1117013" y="4562691"/>
              <a:ext cx="36156" cy="12256"/>
            </a:xfrm>
            <a:custGeom>
              <a:avLst/>
              <a:gdLst/>
              <a:ahLst/>
              <a:cxnLst/>
              <a:rect l="0" t="0" r="0" b="0"/>
              <a:pathLst>
                <a:path w="36156" h="12256">
                  <a:moveTo>
                    <a:pt x="0" y="0"/>
                  </a:moveTo>
                  <a:lnTo>
                    <a:pt x="36156" y="12256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8" name="Input_receptor__1707">
              <a:extLst>
                <a:ext uri="{FF2B5EF4-FFF2-40B4-BE49-F238E27FC236}">
                  <a16:creationId xmlns:a16="http://schemas.microsoft.com/office/drawing/2014/main" id="{24731FEC-D4EE-E6E3-0F7C-C8718DB59264}"/>
                </a:ext>
              </a:extLst>
            </p:cNvPr>
            <p:cNvSpPr>
              <a:spLocks noGrp="1"/>
            </p:cNvSpPr>
            <p:nvPr/>
          </p:nvSpPr>
          <p:spPr>
            <a:xfrm>
              <a:off x="1020078" y="4642872"/>
              <a:ext cx="16477" cy="4947"/>
            </a:xfrm>
            <a:custGeom>
              <a:avLst/>
              <a:gdLst/>
              <a:ahLst/>
              <a:cxnLst/>
              <a:rect l="0" t="0" r="0" b="0"/>
              <a:pathLst>
                <a:path w="16477" h="4947">
                  <a:moveTo>
                    <a:pt x="0" y="0"/>
                  </a:moveTo>
                  <a:lnTo>
                    <a:pt x="16477" y="4947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9" name="Input_receptor__1708">
              <a:extLst>
                <a:ext uri="{FF2B5EF4-FFF2-40B4-BE49-F238E27FC236}">
                  <a16:creationId xmlns:a16="http://schemas.microsoft.com/office/drawing/2014/main" id="{E8F222F7-AC63-D85A-F487-5615E23790D1}"/>
                </a:ext>
              </a:extLst>
            </p:cNvPr>
            <p:cNvSpPr>
              <a:spLocks noGrp="1"/>
            </p:cNvSpPr>
            <p:nvPr/>
          </p:nvSpPr>
          <p:spPr>
            <a:xfrm>
              <a:off x="1603476" y="4330329"/>
              <a:ext cx="19929" cy="26097"/>
            </a:xfrm>
            <a:custGeom>
              <a:avLst/>
              <a:gdLst/>
              <a:ahLst/>
              <a:cxnLst/>
              <a:rect l="0" t="0" r="0" b="0"/>
              <a:pathLst>
                <a:path w="19929" h="26097">
                  <a:moveTo>
                    <a:pt x="19929" y="2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0" name="Input_receptor__1709">
              <a:extLst>
                <a:ext uri="{FF2B5EF4-FFF2-40B4-BE49-F238E27FC236}">
                  <a16:creationId xmlns:a16="http://schemas.microsoft.com/office/drawing/2014/main" id="{3462EF0D-AC8E-28F1-B941-E15619A49BC5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05150"/>
              <a:ext cx="42076" cy="22789"/>
            </a:xfrm>
            <a:custGeom>
              <a:avLst/>
              <a:gdLst/>
              <a:ahLst/>
              <a:cxnLst/>
              <a:rect l="0" t="0" r="0" b="0"/>
              <a:pathLst>
                <a:path w="42076" h="22789">
                  <a:moveTo>
                    <a:pt x="42076" y="0"/>
                  </a:moveTo>
                  <a:lnTo>
                    <a:pt x="0" y="22789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1" name="Input_receptor__1710">
              <a:extLst>
                <a:ext uri="{FF2B5EF4-FFF2-40B4-BE49-F238E27FC236}">
                  <a16:creationId xmlns:a16="http://schemas.microsoft.com/office/drawing/2014/main" id="{A02068CA-3995-06AF-14C1-DC4A9216D3CB}"/>
                </a:ext>
              </a:extLst>
            </p:cNvPr>
            <p:cNvSpPr>
              <a:spLocks noGrp="1"/>
            </p:cNvSpPr>
            <p:nvPr/>
          </p:nvSpPr>
          <p:spPr>
            <a:xfrm>
              <a:off x="1181183" y="4764537"/>
              <a:ext cx="34457" cy="28522"/>
            </a:xfrm>
            <a:custGeom>
              <a:avLst/>
              <a:gdLst/>
              <a:ahLst/>
              <a:cxnLst/>
              <a:rect l="0" t="0" r="0" b="0"/>
              <a:pathLst>
                <a:path w="34457" h="28522">
                  <a:moveTo>
                    <a:pt x="0" y="0"/>
                  </a:moveTo>
                  <a:lnTo>
                    <a:pt x="34457" y="28522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2" name="Input_receptor__1711">
              <a:extLst>
                <a:ext uri="{FF2B5EF4-FFF2-40B4-BE49-F238E27FC236}">
                  <a16:creationId xmlns:a16="http://schemas.microsoft.com/office/drawing/2014/main" id="{090540A3-95EF-E797-77F7-6B1A4D8F539F}"/>
                </a:ext>
              </a:extLst>
            </p:cNvPr>
            <p:cNvSpPr>
              <a:spLocks noGrp="1"/>
            </p:cNvSpPr>
            <p:nvPr/>
          </p:nvSpPr>
          <p:spPr>
            <a:xfrm>
              <a:off x="1305755" y="4225110"/>
              <a:ext cx="29204" cy="337"/>
            </a:xfrm>
            <a:custGeom>
              <a:avLst/>
              <a:gdLst/>
              <a:ahLst/>
              <a:cxnLst/>
              <a:rect l="0" t="0" r="0" b="0"/>
              <a:pathLst>
                <a:path w="29204" h="337">
                  <a:moveTo>
                    <a:pt x="29204" y="3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3" name="Input_receptor__1712">
              <a:extLst>
                <a:ext uri="{FF2B5EF4-FFF2-40B4-BE49-F238E27FC236}">
                  <a16:creationId xmlns:a16="http://schemas.microsoft.com/office/drawing/2014/main" id="{1EF70BDC-6D22-660A-FFCB-A341019E36DC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40050" cy="20779"/>
            </a:xfrm>
            <a:custGeom>
              <a:avLst/>
              <a:gdLst/>
              <a:ahLst/>
              <a:cxnLst/>
              <a:rect l="0" t="0" r="0" b="0"/>
              <a:pathLst>
                <a:path w="40050" h="20779">
                  <a:moveTo>
                    <a:pt x="0" y="0"/>
                  </a:moveTo>
                  <a:lnTo>
                    <a:pt x="40050" y="20779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4" name="Input_receptor__1713">
              <a:extLst>
                <a:ext uri="{FF2B5EF4-FFF2-40B4-BE49-F238E27FC236}">
                  <a16:creationId xmlns:a16="http://schemas.microsoft.com/office/drawing/2014/main" id="{BE4DC5C9-8F2F-2CFC-9C7E-CEB0D4F6A194}"/>
                </a:ext>
              </a:extLst>
            </p:cNvPr>
            <p:cNvSpPr>
              <a:spLocks noGrp="1"/>
            </p:cNvSpPr>
            <p:nvPr/>
          </p:nvSpPr>
          <p:spPr>
            <a:xfrm>
              <a:off x="1243785" y="4455449"/>
              <a:ext cx="37430" cy="26338"/>
            </a:xfrm>
            <a:custGeom>
              <a:avLst/>
              <a:gdLst/>
              <a:ahLst/>
              <a:cxnLst/>
              <a:rect l="0" t="0" r="0" b="0"/>
              <a:pathLst>
                <a:path w="37430" h="26338">
                  <a:moveTo>
                    <a:pt x="0" y="26338"/>
                  </a:moveTo>
                  <a:lnTo>
                    <a:pt x="37430" y="0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5" name="Input_receptor__1714">
              <a:extLst>
                <a:ext uri="{FF2B5EF4-FFF2-40B4-BE49-F238E27FC236}">
                  <a16:creationId xmlns:a16="http://schemas.microsoft.com/office/drawing/2014/main" id="{37B7881A-67ED-246A-8DBB-C5AC45C3747F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39144"/>
              <a:ext cx="33801" cy="31696"/>
            </a:xfrm>
            <a:custGeom>
              <a:avLst/>
              <a:gdLst/>
              <a:ahLst/>
              <a:cxnLst/>
              <a:rect l="0" t="0" r="0" b="0"/>
              <a:pathLst>
                <a:path w="33801" h="31696">
                  <a:moveTo>
                    <a:pt x="0" y="0"/>
                  </a:moveTo>
                  <a:lnTo>
                    <a:pt x="33801" y="31696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6" name="Input_receptor__1715">
              <a:extLst>
                <a:ext uri="{FF2B5EF4-FFF2-40B4-BE49-F238E27FC236}">
                  <a16:creationId xmlns:a16="http://schemas.microsoft.com/office/drawing/2014/main" id="{388124B5-4DC3-E6CD-510C-4EB8D80B3C7A}"/>
                </a:ext>
              </a:extLst>
            </p:cNvPr>
            <p:cNvSpPr>
              <a:spLocks noGrp="1"/>
            </p:cNvSpPr>
            <p:nvPr/>
          </p:nvSpPr>
          <p:spPr>
            <a:xfrm>
              <a:off x="1298095" y="4579621"/>
              <a:ext cx="8622" cy="35064"/>
            </a:xfrm>
            <a:custGeom>
              <a:avLst/>
              <a:gdLst/>
              <a:ahLst/>
              <a:cxnLst/>
              <a:rect l="0" t="0" r="0" b="0"/>
              <a:pathLst>
                <a:path w="8622" h="35064">
                  <a:moveTo>
                    <a:pt x="8622" y="0"/>
                  </a:moveTo>
                  <a:lnTo>
                    <a:pt x="0" y="35064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7" name="Input_receptor__1716">
              <a:extLst>
                <a:ext uri="{FF2B5EF4-FFF2-40B4-BE49-F238E27FC236}">
                  <a16:creationId xmlns:a16="http://schemas.microsoft.com/office/drawing/2014/main" id="{947E46D4-F0AF-8F1D-C9FE-7FF587024719}"/>
                </a:ext>
              </a:extLst>
            </p:cNvPr>
            <p:cNvSpPr>
              <a:spLocks noGrp="1"/>
            </p:cNvSpPr>
            <p:nvPr/>
          </p:nvSpPr>
          <p:spPr>
            <a:xfrm>
              <a:off x="1600561" y="4405916"/>
              <a:ext cx="23027" cy="41069"/>
            </a:xfrm>
            <a:custGeom>
              <a:avLst/>
              <a:gdLst/>
              <a:ahLst/>
              <a:cxnLst/>
              <a:rect l="0" t="0" r="0" b="0"/>
              <a:pathLst>
                <a:path w="23027" h="41069">
                  <a:moveTo>
                    <a:pt x="0" y="0"/>
                  </a:moveTo>
                  <a:lnTo>
                    <a:pt x="23027" y="41069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8" name="Input_receptor__1717">
              <a:extLst>
                <a:ext uri="{FF2B5EF4-FFF2-40B4-BE49-F238E27FC236}">
                  <a16:creationId xmlns:a16="http://schemas.microsoft.com/office/drawing/2014/main" id="{00B90F40-C668-3FB1-555B-0F2FDA3E757B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27939"/>
              <a:ext cx="20245" cy="43483"/>
            </a:xfrm>
            <a:custGeom>
              <a:avLst/>
              <a:gdLst/>
              <a:ahLst/>
              <a:cxnLst/>
              <a:rect l="0" t="0" r="0" b="0"/>
              <a:pathLst>
                <a:path w="20245" h="43483">
                  <a:moveTo>
                    <a:pt x="0" y="0"/>
                  </a:moveTo>
                  <a:lnTo>
                    <a:pt x="20245" y="43483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9" name="Input_receptor__1718">
              <a:extLst>
                <a:ext uri="{FF2B5EF4-FFF2-40B4-BE49-F238E27FC236}">
                  <a16:creationId xmlns:a16="http://schemas.microsoft.com/office/drawing/2014/main" id="{CCD5D29B-8001-56E7-3ACF-3532A8050D9A}"/>
                </a:ext>
              </a:extLst>
            </p:cNvPr>
            <p:cNvSpPr>
              <a:spLocks noGrp="1"/>
            </p:cNvSpPr>
            <p:nvPr/>
          </p:nvSpPr>
          <p:spPr>
            <a:xfrm>
              <a:off x="1235621" y="4733822"/>
              <a:ext cx="33546" cy="19966"/>
            </a:xfrm>
            <a:custGeom>
              <a:avLst/>
              <a:gdLst/>
              <a:ahLst/>
              <a:cxnLst/>
              <a:rect l="0" t="0" r="0" b="0"/>
              <a:pathLst>
                <a:path w="33546" h="19966">
                  <a:moveTo>
                    <a:pt x="0" y="0"/>
                  </a:moveTo>
                  <a:lnTo>
                    <a:pt x="33546" y="1996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0" name="Input_receptor__1719">
              <a:extLst>
                <a:ext uri="{FF2B5EF4-FFF2-40B4-BE49-F238E27FC236}">
                  <a16:creationId xmlns:a16="http://schemas.microsoft.com/office/drawing/2014/main" id="{5BC4CAAA-E98B-DC65-6BD7-2E2DB91D8492}"/>
                </a:ext>
              </a:extLst>
            </p:cNvPr>
            <p:cNvSpPr>
              <a:spLocks noGrp="1"/>
            </p:cNvSpPr>
            <p:nvPr/>
          </p:nvSpPr>
          <p:spPr>
            <a:xfrm>
              <a:off x="924828" y="4460357"/>
              <a:ext cx="3671" cy="3772"/>
            </a:xfrm>
            <a:custGeom>
              <a:avLst/>
              <a:gdLst/>
              <a:ahLst/>
              <a:cxnLst/>
              <a:rect l="0" t="0" r="0" b="0"/>
              <a:pathLst>
                <a:path w="3671" h="3772">
                  <a:moveTo>
                    <a:pt x="3671" y="37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1" name="Input_receptor__1720">
              <a:extLst>
                <a:ext uri="{FF2B5EF4-FFF2-40B4-BE49-F238E27FC236}">
                  <a16:creationId xmlns:a16="http://schemas.microsoft.com/office/drawing/2014/main" id="{6D13BB58-34E2-308F-A762-DF82965A0761}"/>
                </a:ext>
              </a:extLst>
            </p:cNvPr>
            <p:cNvSpPr>
              <a:spLocks noGrp="1"/>
            </p:cNvSpPr>
            <p:nvPr/>
          </p:nvSpPr>
          <p:spPr>
            <a:xfrm>
              <a:off x="1442933" y="4256047"/>
              <a:ext cx="32335" cy="31827"/>
            </a:xfrm>
            <a:custGeom>
              <a:avLst/>
              <a:gdLst/>
              <a:ahLst/>
              <a:cxnLst/>
              <a:rect l="0" t="0" r="0" b="0"/>
              <a:pathLst>
                <a:path w="32335" h="31827">
                  <a:moveTo>
                    <a:pt x="32335" y="318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2" name="Input_receptor__1721">
              <a:extLst>
                <a:ext uri="{FF2B5EF4-FFF2-40B4-BE49-F238E27FC236}">
                  <a16:creationId xmlns:a16="http://schemas.microsoft.com/office/drawing/2014/main" id="{8FEF85F6-E678-BE9F-0125-20D9DFF3BF3A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39960"/>
              <a:ext cx="41500" cy="24561"/>
            </a:xfrm>
            <a:custGeom>
              <a:avLst/>
              <a:gdLst/>
              <a:ahLst/>
              <a:cxnLst/>
              <a:rect l="0" t="0" r="0" b="0"/>
              <a:pathLst>
                <a:path w="41500" h="24561">
                  <a:moveTo>
                    <a:pt x="0" y="0"/>
                  </a:moveTo>
                  <a:lnTo>
                    <a:pt x="41500" y="2456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3" name="Input_receptor__1722">
              <a:extLst>
                <a:ext uri="{FF2B5EF4-FFF2-40B4-BE49-F238E27FC236}">
                  <a16:creationId xmlns:a16="http://schemas.microsoft.com/office/drawing/2014/main" id="{EFBD7C56-0D69-E53D-7A0A-B6D77380AC3A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764537"/>
              <a:ext cx="32161" cy="35670"/>
            </a:xfrm>
            <a:custGeom>
              <a:avLst/>
              <a:gdLst/>
              <a:ahLst/>
              <a:cxnLst/>
              <a:rect l="0" t="0" r="0" b="0"/>
              <a:pathLst>
                <a:path w="32161" h="35670">
                  <a:moveTo>
                    <a:pt x="0" y="35670"/>
                  </a:moveTo>
                  <a:lnTo>
                    <a:pt x="3216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4" name="Input_receptor__1723">
              <a:extLst>
                <a:ext uri="{FF2B5EF4-FFF2-40B4-BE49-F238E27FC236}">
                  <a16:creationId xmlns:a16="http://schemas.microsoft.com/office/drawing/2014/main" id="{F7A31093-6C9A-5997-1F2A-EDCAC489BC88}"/>
                </a:ext>
              </a:extLst>
            </p:cNvPr>
            <p:cNvSpPr>
              <a:spLocks noGrp="1"/>
            </p:cNvSpPr>
            <p:nvPr/>
          </p:nvSpPr>
          <p:spPr>
            <a:xfrm>
              <a:off x="1047922" y="4589807"/>
              <a:ext cx="39748" cy="26377"/>
            </a:xfrm>
            <a:custGeom>
              <a:avLst/>
              <a:gdLst/>
              <a:ahLst/>
              <a:cxnLst/>
              <a:rect l="0" t="0" r="0" b="0"/>
              <a:pathLst>
                <a:path w="39748" h="26377">
                  <a:moveTo>
                    <a:pt x="0" y="0"/>
                  </a:moveTo>
                  <a:lnTo>
                    <a:pt x="39748" y="26377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5" name="Input_receptor__1724">
              <a:extLst>
                <a:ext uri="{FF2B5EF4-FFF2-40B4-BE49-F238E27FC236}">
                  <a16:creationId xmlns:a16="http://schemas.microsoft.com/office/drawing/2014/main" id="{63FDCFD5-AFB2-65F4-7B3B-EF71B8F33AD2}"/>
                </a:ext>
              </a:extLst>
            </p:cNvPr>
            <p:cNvSpPr>
              <a:spLocks noGrp="1"/>
            </p:cNvSpPr>
            <p:nvPr/>
          </p:nvSpPr>
          <p:spPr>
            <a:xfrm>
              <a:off x="920064" y="4670591"/>
              <a:ext cx="571" cy="48058"/>
            </a:xfrm>
            <a:custGeom>
              <a:avLst/>
              <a:gdLst/>
              <a:ahLst/>
              <a:cxnLst/>
              <a:rect l="0" t="0" r="0" b="0"/>
              <a:pathLst>
                <a:path w="571" h="48058">
                  <a:moveTo>
                    <a:pt x="0" y="48058"/>
                  </a:moveTo>
                  <a:lnTo>
                    <a:pt x="57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6" name="Input_receptor__1725">
              <a:extLst>
                <a:ext uri="{FF2B5EF4-FFF2-40B4-BE49-F238E27FC236}">
                  <a16:creationId xmlns:a16="http://schemas.microsoft.com/office/drawing/2014/main" id="{216A0324-87A6-4CE4-6CAA-64BF8DDE25FD}"/>
                </a:ext>
              </a:extLst>
            </p:cNvPr>
            <p:cNvSpPr>
              <a:spLocks noGrp="1"/>
            </p:cNvSpPr>
            <p:nvPr/>
          </p:nvSpPr>
          <p:spPr>
            <a:xfrm>
              <a:off x="1523297" y="4406637"/>
              <a:ext cx="27311" cy="37336"/>
            </a:xfrm>
            <a:custGeom>
              <a:avLst/>
              <a:gdLst/>
              <a:ahLst/>
              <a:cxnLst/>
              <a:rect l="0" t="0" r="0" b="0"/>
              <a:pathLst>
                <a:path w="27311" h="37336">
                  <a:moveTo>
                    <a:pt x="0" y="0"/>
                  </a:moveTo>
                  <a:lnTo>
                    <a:pt x="27311" y="3733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7" name="Input_receptor__1726">
              <a:extLst>
                <a:ext uri="{FF2B5EF4-FFF2-40B4-BE49-F238E27FC236}">
                  <a16:creationId xmlns:a16="http://schemas.microsoft.com/office/drawing/2014/main" id="{9A4AAEB2-9FA1-0673-3645-BFAE0A58F5F9}"/>
                </a:ext>
              </a:extLst>
            </p:cNvPr>
            <p:cNvSpPr>
              <a:spLocks noGrp="1"/>
            </p:cNvSpPr>
            <p:nvPr/>
          </p:nvSpPr>
          <p:spPr>
            <a:xfrm>
              <a:off x="1199907" y="4462391"/>
              <a:ext cx="43878" cy="19395"/>
            </a:xfrm>
            <a:custGeom>
              <a:avLst/>
              <a:gdLst/>
              <a:ahLst/>
              <a:cxnLst/>
              <a:rect l="0" t="0" r="0" b="0"/>
              <a:pathLst>
                <a:path w="43878" h="19395">
                  <a:moveTo>
                    <a:pt x="0" y="0"/>
                  </a:moveTo>
                  <a:lnTo>
                    <a:pt x="43878" y="19395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8" name="Input_receptor__1727">
              <a:extLst>
                <a:ext uri="{FF2B5EF4-FFF2-40B4-BE49-F238E27FC236}">
                  <a16:creationId xmlns:a16="http://schemas.microsoft.com/office/drawing/2014/main" id="{90912605-0DD7-4C3A-4968-726C3D353C14}"/>
                </a:ext>
              </a:extLst>
            </p:cNvPr>
            <p:cNvSpPr>
              <a:spLocks noGrp="1"/>
            </p:cNvSpPr>
            <p:nvPr/>
          </p:nvSpPr>
          <p:spPr>
            <a:xfrm>
              <a:off x="1334958" y="4225447"/>
              <a:ext cx="33684" cy="30068"/>
            </a:xfrm>
            <a:custGeom>
              <a:avLst/>
              <a:gdLst/>
              <a:ahLst/>
              <a:cxnLst/>
              <a:rect l="0" t="0" r="0" b="0"/>
              <a:pathLst>
                <a:path w="33684" h="30068">
                  <a:moveTo>
                    <a:pt x="33684" y="300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9" name="Input_receptor__1728">
              <a:extLst>
                <a:ext uri="{FF2B5EF4-FFF2-40B4-BE49-F238E27FC236}">
                  <a16:creationId xmlns:a16="http://schemas.microsoft.com/office/drawing/2014/main" id="{89F940F1-ED70-338B-A0EB-AFB5273A9B2B}"/>
                </a:ext>
              </a:extLst>
            </p:cNvPr>
            <p:cNvSpPr>
              <a:spLocks noGrp="1"/>
            </p:cNvSpPr>
            <p:nvPr/>
          </p:nvSpPr>
          <p:spPr>
            <a:xfrm>
              <a:off x="980158" y="4622721"/>
              <a:ext cx="39920" cy="20151"/>
            </a:xfrm>
            <a:custGeom>
              <a:avLst/>
              <a:gdLst/>
              <a:ahLst/>
              <a:cxnLst/>
              <a:rect l="0" t="0" r="0" b="0"/>
              <a:pathLst>
                <a:path w="39920" h="20151">
                  <a:moveTo>
                    <a:pt x="0" y="0"/>
                  </a:moveTo>
                  <a:lnTo>
                    <a:pt x="39920" y="20151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30" name="Input_receptor__1729">
              <a:extLst>
                <a:ext uri="{FF2B5EF4-FFF2-40B4-BE49-F238E27FC236}">
                  <a16:creationId xmlns:a16="http://schemas.microsoft.com/office/drawing/2014/main" id="{6CB15C46-889F-E8FC-0863-31D8D4A54737}"/>
                </a:ext>
              </a:extLst>
            </p:cNvPr>
            <p:cNvSpPr>
              <a:spLocks noGrp="1"/>
            </p:cNvSpPr>
            <p:nvPr/>
          </p:nvSpPr>
          <p:spPr>
            <a:xfrm>
              <a:off x="675536" y="4470840"/>
              <a:ext cx="9140" cy="33591"/>
            </a:xfrm>
            <a:custGeom>
              <a:avLst/>
              <a:gdLst/>
              <a:ahLst/>
              <a:cxnLst/>
              <a:rect l="0" t="0" r="0" b="0"/>
              <a:pathLst>
                <a:path w="9140" h="33591">
                  <a:moveTo>
                    <a:pt x="9140" y="0"/>
                  </a:moveTo>
                  <a:lnTo>
                    <a:pt x="0" y="3359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1" name="Input_receptor__1730">
              <a:extLst>
                <a:ext uri="{FF2B5EF4-FFF2-40B4-BE49-F238E27FC236}">
                  <a16:creationId xmlns:a16="http://schemas.microsoft.com/office/drawing/2014/main" id="{1A7B0D41-1B23-8B7F-F92C-ADEDCD76148A}"/>
                </a:ext>
              </a:extLst>
            </p:cNvPr>
            <p:cNvSpPr>
              <a:spLocks noGrp="1"/>
            </p:cNvSpPr>
            <p:nvPr/>
          </p:nvSpPr>
          <p:spPr>
            <a:xfrm>
              <a:off x="651576" y="4564522"/>
              <a:ext cx="6542" cy="45659"/>
            </a:xfrm>
            <a:custGeom>
              <a:avLst/>
              <a:gdLst/>
              <a:ahLst/>
              <a:cxnLst/>
              <a:rect l="0" t="0" r="0" b="0"/>
              <a:pathLst>
                <a:path w="6542" h="45659">
                  <a:moveTo>
                    <a:pt x="0" y="0"/>
                  </a:moveTo>
                  <a:lnTo>
                    <a:pt x="6542" y="45659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2" name="Input_receptor__1731">
              <a:extLst>
                <a:ext uri="{FF2B5EF4-FFF2-40B4-BE49-F238E27FC236}">
                  <a16:creationId xmlns:a16="http://schemas.microsoft.com/office/drawing/2014/main" id="{BDB22E4A-ADEB-A277-2696-DDB628290A01}"/>
                </a:ext>
              </a:extLst>
            </p:cNvPr>
            <p:cNvSpPr>
              <a:spLocks noGrp="1"/>
            </p:cNvSpPr>
            <p:nvPr/>
          </p:nvSpPr>
          <p:spPr>
            <a:xfrm>
              <a:off x="991385" y="4526276"/>
              <a:ext cx="36226" cy="17816"/>
            </a:xfrm>
            <a:custGeom>
              <a:avLst/>
              <a:gdLst/>
              <a:ahLst/>
              <a:cxnLst/>
              <a:rect l="0" t="0" r="0" b="0"/>
              <a:pathLst>
                <a:path w="36226" h="17816">
                  <a:moveTo>
                    <a:pt x="36226" y="0"/>
                  </a:moveTo>
                  <a:lnTo>
                    <a:pt x="0" y="17816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3" name="Input_receptor__1732">
              <a:extLst>
                <a:ext uri="{FF2B5EF4-FFF2-40B4-BE49-F238E27FC236}">
                  <a16:creationId xmlns:a16="http://schemas.microsoft.com/office/drawing/2014/main" id="{9EA4A1FC-5FB2-79AD-34D1-6690FEDEB763}"/>
                </a:ext>
              </a:extLst>
            </p:cNvPr>
            <p:cNvSpPr>
              <a:spLocks noGrp="1"/>
            </p:cNvSpPr>
            <p:nvPr/>
          </p:nvSpPr>
          <p:spPr>
            <a:xfrm>
              <a:off x="813725" y="4456202"/>
              <a:ext cx="31408" cy="9260"/>
            </a:xfrm>
            <a:custGeom>
              <a:avLst/>
              <a:gdLst/>
              <a:ahLst/>
              <a:cxnLst/>
              <a:rect l="0" t="0" r="0" b="0"/>
              <a:pathLst>
                <a:path w="31408" h="9260">
                  <a:moveTo>
                    <a:pt x="0" y="0"/>
                  </a:moveTo>
                  <a:lnTo>
                    <a:pt x="31408" y="926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4" name="Input_receptor__1733">
              <a:extLst>
                <a:ext uri="{FF2B5EF4-FFF2-40B4-BE49-F238E27FC236}">
                  <a16:creationId xmlns:a16="http://schemas.microsoft.com/office/drawing/2014/main" id="{E8D68DCE-BD12-5F11-A52E-361BA720B45C}"/>
                </a:ext>
              </a:extLst>
            </p:cNvPr>
            <p:cNvSpPr>
              <a:spLocks noGrp="1"/>
            </p:cNvSpPr>
            <p:nvPr/>
          </p:nvSpPr>
          <p:spPr>
            <a:xfrm>
              <a:off x="654920" y="4744939"/>
              <a:ext cx="39956" cy="2550"/>
            </a:xfrm>
            <a:custGeom>
              <a:avLst/>
              <a:gdLst/>
              <a:ahLst/>
              <a:cxnLst/>
              <a:rect l="0" t="0" r="0" b="0"/>
              <a:pathLst>
                <a:path w="39956" h="2550">
                  <a:moveTo>
                    <a:pt x="0" y="0"/>
                  </a:moveTo>
                  <a:lnTo>
                    <a:pt x="39956" y="255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5" name="Input_receptor__1734">
              <a:extLst>
                <a:ext uri="{FF2B5EF4-FFF2-40B4-BE49-F238E27FC236}">
                  <a16:creationId xmlns:a16="http://schemas.microsoft.com/office/drawing/2014/main" id="{5A6CB25E-A17C-6E78-ECAA-5888E207F029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836630"/>
              <a:ext cx="2956" cy="6570"/>
            </a:xfrm>
            <a:custGeom>
              <a:avLst/>
              <a:gdLst/>
              <a:ahLst/>
              <a:cxnLst/>
              <a:rect l="0" t="0" r="0" b="0"/>
              <a:pathLst>
                <a:path w="2956" h="6570">
                  <a:moveTo>
                    <a:pt x="0" y="0"/>
                  </a:moveTo>
                  <a:lnTo>
                    <a:pt x="2956" y="657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6" name="Input_receptor__1735">
              <a:extLst>
                <a:ext uri="{FF2B5EF4-FFF2-40B4-BE49-F238E27FC236}">
                  <a16:creationId xmlns:a16="http://schemas.microsoft.com/office/drawing/2014/main" id="{5E57EFA2-F8AB-FB4B-F37E-F01DC34CCF18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800206"/>
              <a:ext cx="29957" cy="31275"/>
            </a:xfrm>
            <a:custGeom>
              <a:avLst/>
              <a:gdLst/>
              <a:ahLst/>
              <a:cxnLst/>
              <a:rect l="0" t="0" r="0" b="0"/>
              <a:pathLst>
                <a:path w="29957" h="31275">
                  <a:moveTo>
                    <a:pt x="29957" y="312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7" name="Input_receptor__1736">
              <a:extLst>
                <a:ext uri="{FF2B5EF4-FFF2-40B4-BE49-F238E27FC236}">
                  <a16:creationId xmlns:a16="http://schemas.microsoft.com/office/drawing/2014/main" id="{2183DECF-EE0C-C2DF-DF30-5870493D9ABB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410431"/>
              <a:ext cx="31271" cy="19256"/>
            </a:xfrm>
            <a:custGeom>
              <a:avLst/>
              <a:gdLst/>
              <a:ahLst/>
              <a:cxnLst/>
              <a:rect l="0" t="0" r="0" b="0"/>
              <a:pathLst>
                <a:path w="31271" h="19256">
                  <a:moveTo>
                    <a:pt x="0" y="0"/>
                  </a:moveTo>
                  <a:lnTo>
                    <a:pt x="31271" y="1925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8" name="Input_receptor__1737">
              <a:extLst>
                <a:ext uri="{FF2B5EF4-FFF2-40B4-BE49-F238E27FC236}">
                  <a16:creationId xmlns:a16="http://schemas.microsoft.com/office/drawing/2014/main" id="{B6EDBD77-6CDC-6A30-FAB6-20B8622D6811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00542"/>
              <a:ext cx="17267" cy="39418"/>
            </a:xfrm>
            <a:custGeom>
              <a:avLst/>
              <a:gdLst/>
              <a:ahLst/>
              <a:cxnLst/>
              <a:rect l="0" t="0" r="0" b="0"/>
              <a:pathLst>
                <a:path w="17267" h="39418">
                  <a:moveTo>
                    <a:pt x="17267" y="0"/>
                  </a:moveTo>
                  <a:lnTo>
                    <a:pt x="0" y="39418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39" name="Input_receptor__1738">
              <a:extLst>
                <a:ext uri="{FF2B5EF4-FFF2-40B4-BE49-F238E27FC236}">
                  <a16:creationId xmlns:a16="http://schemas.microsoft.com/office/drawing/2014/main" id="{17B8FD60-5F5C-3411-C862-1B64FD73F113}"/>
                </a:ext>
              </a:extLst>
            </p:cNvPr>
            <p:cNvSpPr>
              <a:spLocks noGrp="1"/>
            </p:cNvSpPr>
            <p:nvPr/>
          </p:nvSpPr>
          <p:spPr>
            <a:xfrm>
              <a:off x="1476733" y="4429687"/>
              <a:ext cx="15210" cy="35997"/>
            </a:xfrm>
            <a:custGeom>
              <a:avLst/>
              <a:gdLst/>
              <a:ahLst/>
              <a:cxnLst/>
              <a:rect l="0" t="0" r="0" b="0"/>
              <a:pathLst>
                <a:path w="15210" h="35997">
                  <a:moveTo>
                    <a:pt x="0" y="0"/>
                  </a:moveTo>
                  <a:lnTo>
                    <a:pt x="15210" y="35997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0" name="Input_receptor__1739">
              <a:extLst>
                <a:ext uri="{FF2B5EF4-FFF2-40B4-BE49-F238E27FC236}">
                  <a16:creationId xmlns:a16="http://schemas.microsoft.com/office/drawing/2014/main" id="{82128D86-CD6E-CC89-01CF-137E1B077122}"/>
                </a:ext>
              </a:extLst>
            </p:cNvPr>
            <p:cNvSpPr>
              <a:spLocks noGrp="1"/>
            </p:cNvSpPr>
            <p:nvPr/>
          </p:nvSpPr>
          <p:spPr>
            <a:xfrm>
              <a:off x="1555359" y="4328959"/>
              <a:ext cx="48118" cy="1371"/>
            </a:xfrm>
            <a:custGeom>
              <a:avLst/>
              <a:gdLst/>
              <a:ahLst/>
              <a:cxnLst/>
              <a:rect l="0" t="0" r="0" b="0"/>
              <a:pathLst>
                <a:path w="48118" h="1371">
                  <a:moveTo>
                    <a:pt x="48118" y="1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1" name="Input_receptor__1740">
              <a:extLst>
                <a:ext uri="{FF2B5EF4-FFF2-40B4-BE49-F238E27FC236}">
                  <a16:creationId xmlns:a16="http://schemas.microsoft.com/office/drawing/2014/main" id="{829DB3CE-E93C-4DC8-533C-5F71A43739F1}"/>
                </a:ext>
              </a:extLst>
            </p:cNvPr>
            <p:cNvSpPr>
              <a:spLocks noGrp="1"/>
            </p:cNvSpPr>
            <p:nvPr/>
          </p:nvSpPr>
          <p:spPr>
            <a:xfrm>
              <a:off x="658118" y="4610181"/>
              <a:ext cx="48378" cy="1228"/>
            </a:xfrm>
            <a:custGeom>
              <a:avLst/>
              <a:gdLst/>
              <a:ahLst/>
              <a:cxnLst/>
              <a:rect l="0" t="0" r="0" b="0"/>
              <a:pathLst>
                <a:path w="48378" h="1228">
                  <a:moveTo>
                    <a:pt x="0" y="0"/>
                  </a:moveTo>
                  <a:lnTo>
                    <a:pt x="48378" y="122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2" name="Input_receptor__1741">
              <a:extLst>
                <a:ext uri="{FF2B5EF4-FFF2-40B4-BE49-F238E27FC236}">
                  <a16:creationId xmlns:a16="http://schemas.microsoft.com/office/drawing/2014/main" id="{EC0194E2-A2A9-EA9B-575F-45FA0D2922E2}"/>
                </a:ext>
              </a:extLst>
            </p:cNvPr>
            <p:cNvSpPr>
              <a:spLocks noGrp="1"/>
            </p:cNvSpPr>
            <p:nvPr/>
          </p:nvSpPr>
          <p:spPr>
            <a:xfrm>
              <a:off x="740589" y="4579381"/>
              <a:ext cx="42890" cy="4743"/>
            </a:xfrm>
            <a:custGeom>
              <a:avLst/>
              <a:gdLst/>
              <a:ahLst/>
              <a:cxnLst/>
              <a:rect l="0" t="0" r="0" b="0"/>
              <a:pathLst>
                <a:path w="42890" h="4743">
                  <a:moveTo>
                    <a:pt x="0" y="0"/>
                  </a:moveTo>
                  <a:lnTo>
                    <a:pt x="42890" y="4743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3" name="Input_receptor__1742">
              <a:extLst>
                <a:ext uri="{FF2B5EF4-FFF2-40B4-BE49-F238E27FC236}">
                  <a16:creationId xmlns:a16="http://schemas.microsoft.com/office/drawing/2014/main" id="{CD7966CD-BB9F-96CC-8714-73A89701EB09}"/>
                </a:ext>
              </a:extLst>
            </p:cNvPr>
            <p:cNvSpPr>
              <a:spLocks noGrp="1"/>
            </p:cNvSpPr>
            <p:nvPr/>
          </p:nvSpPr>
          <p:spPr>
            <a:xfrm>
              <a:off x="1368643" y="4255515"/>
              <a:ext cx="33077" cy="11706"/>
            </a:xfrm>
            <a:custGeom>
              <a:avLst/>
              <a:gdLst/>
              <a:ahLst/>
              <a:cxnLst/>
              <a:rect l="0" t="0" r="0" b="0"/>
              <a:pathLst>
                <a:path w="33077" h="11706">
                  <a:moveTo>
                    <a:pt x="33077" y="11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4" name="Input_receptor__1743">
              <a:extLst>
                <a:ext uri="{FF2B5EF4-FFF2-40B4-BE49-F238E27FC236}">
                  <a16:creationId xmlns:a16="http://schemas.microsoft.com/office/drawing/2014/main" id="{A36855AD-5AFC-B7E3-6D7C-B7A7EC9D49EE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73256"/>
              <a:ext cx="5477" cy="22898"/>
            </a:xfrm>
            <a:custGeom>
              <a:avLst/>
              <a:gdLst/>
              <a:ahLst/>
              <a:cxnLst/>
              <a:rect l="0" t="0" r="0" b="0"/>
              <a:pathLst>
                <a:path w="5477" h="22898">
                  <a:moveTo>
                    <a:pt x="0" y="0"/>
                  </a:moveTo>
                  <a:lnTo>
                    <a:pt x="5477" y="2289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5" name="Input_receptor__1744">
              <a:extLst>
                <a:ext uri="{FF2B5EF4-FFF2-40B4-BE49-F238E27FC236}">
                  <a16:creationId xmlns:a16="http://schemas.microsoft.com/office/drawing/2014/main" id="{D3EDF4B8-E4DF-DA49-EACD-A58F4E3F134C}"/>
                </a:ext>
              </a:extLst>
            </p:cNvPr>
            <p:cNvSpPr>
              <a:spLocks noGrp="1"/>
            </p:cNvSpPr>
            <p:nvPr/>
          </p:nvSpPr>
          <p:spPr>
            <a:xfrm>
              <a:off x="783480" y="4556572"/>
              <a:ext cx="32083" cy="27551"/>
            </a:xfrm>
            <a:custGeom>
              <a:avLst/>
              <a:gdLst/>
              <a:ahLst/>
              <a:cxnLst/>
              <a:rect l="0" t="0" r="0" b="0"/>
              <a:pathLst>
                <a:path w="32083" h="27551">
                  <a:moveTo>
                    <a:pt x="0" y="27551"/>
                  </a:moveTo>
                  <a:lnTo>
                    <a:pt x="32083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6" name="Input_receptor__1745">
              <a:extLst>
                <a:ext uri="{FF2B5EF4-FFF2-40B4-BE49-F238E27FC236}">
                  <a16:creationId xmlns:a16="http://schemas.microsoft.com/office/drawing/2014/main" id="{07AFC1A2-20CF-10ED-05AA-5D492D652527}"/>
                </a:ext>
              </a:extLst>
            </p:cNvPr>
            <p:cNvSpPr>
              <a:spLocks noGrp="1"/>
            </p:cNvSpPr>
            <p:nvPr/>
          </p:nvSpPr>
          <p:spPr>
            <a:xfrm>
              <a:off x="1510606" y="4663265"/>
              <a:ext cx="3148" cy="45176"/>
            </a:xfrm>
            <a:custGeom>
              <a:avLst/>
              <a:gdLst/>
              <a:ahLst/>
              <a:cxnLst/>
              <a:rect l="0" t="0" r="0" b="0"/>
              <a:pathLst>
                <a:path w="3148" h="45176">
                  <a:moveTo>
                    <a:pt x="3148" y="45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7" name="Input_receptor__1746">
              <a:extLst>
                <a:ext uri="{FF2B5EF4-FFF2-40B4-BE49-F238E27FC236}">
                  <a16:creationId xmlns:a16="http://schemas.microsoft.com/office/drawing/2014/main" id="{3FDC6319-FD7E-D392-FE69-3A0344A912C7}"/>
                </a:ext>
              </a:extLst>
            </p:cNvPr>
            <p:cNvSpPr>
              <a:spLocks noGrp="1"/>
            </p:cNvSpPr>
            <p:nvPr/>
          </p:nvSpPr>
          <p:spPr>
            <a:xfrm>
              <a:off x="1465220" y="4654401"/>
              <a:ext cx="45387" cy="8865"/>
            </a:xfrm>
            <a:custGeom>
              <a:avLst/>
              <a:gdLst/>
              <a:ahLst/>
              <a:cxnLst/>
              <a:rect l="0" t="0" r="0" b="0"/>
              <a:pathLst>
                <a:path w="45387" h="8865">
                  <a:moveTo>
                    <a:pt x="45387" y="88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8" name="Input_receptor__1747">
              <a:extLst>
                <a:ext uri="{FF2B5EF4-FFF2-40B4-BE49-F238E27FC236}">
                  <a16:creationId xmlns:a16="http://schemas.microsoft.com/office/drawing/2014/main" id="{10CEC577-9DA7-0318-D79C-2F145D184834}"/>
                </a:ext>
              </a:extLst>
            </p:cNvPr>
            <p:cNvSpPr>
              <a:spLocks noGrp="1"/>
            </p:cNvSpPr>
            <p:nvPr/>
          </p:nvSpPr>
          <p:spPr>
            <a:xfrm>
              <a:off x="1118882" y="4675808"/>
              <a:ext cx="1274" cy="28546"/>
            </a:xfrm>
            <a:custGeom>
              <a:avLst/>
              <a:gdLst/>
              <a:ahLst/>
              <a:cxnLst/>
              <a:rect l="0" t="0" r="0" b="0"/>
              <a:pathLst>
                <a:path w="1274" h="28546">
                  <a:moveTo>
                    <a:pt x="0" y="0"/>
                  </a:moveTo>
                  <a:lnTo>
                    <a:pt x="1274" y="2854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9" name="Input_receptor__1748">
              <a:extLst>
                <a:ext uri="{FF2B5EF4-FFF2-40B4-BE49-F238E27FC236}">
                  <a16:creationId xmlns:a16="http://schemas.microsoft.com/office/drawing/2014/main" id="{2797766F-A969-21EE-0299-2FEA0D952A7B}"/>
                </a:ext>
              </a:extLst>
            </p:cNvPr>
            <p:cNvSpPr>
              <a:spLocks noGrp="1"/>
            </p:cNvSpPr>
            <p:nvPr/>
          </p:nvSpPr>
          <p:spPr>
            <a:xfrm>
              <a:off x="706496" y="4579381"/>
              <a:ext cx="34094" cy="32029"/>
            </a:xfrm>
            <a:custGeom>
              <a:avLst/>
              <a:gdLst/>
              <a:ahLst/>
              <a:cxnLst/>
              <a:rect l="0" t="0" r="0" b="0"/>
              <a:pathLst>
                <a:path w="34094" h="32029">
                  <a:moveTo>
                    <a:pt x="0" y="32029"/>
                  </a:moveTo>
                  <a:lnTo>
                    <a:pt x="34094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0" name="Input_receptor__1749">
              <a:extLst>
                <a:ext uri="{FF2B5EF4-FFF2-40B4-BE49-F238E27FC236}">
                  <a16:creationId xmlns:a16="http://schemas.microsoft.com/office/drawing/2014/main" id="{934110C9-606F-6462-EB4A-AE1ACE0FB1A2}"/>
                </a:ext>
              </a:extLst>
            </p:cNvPr>
            <p:cNvSpPr>
              <a:spLocks noGrp="1"/>
            </p:cNvSpPr>
            <p:nvPr/>
          </p:nvSpPr>
          <p:spPr>
            <a:xfrm>
              <a:off x="1251379" y="4614685"/>
              <a:ext cx="46717" cy="4724"/>
            </a:xfrm>
            <a:custGeom>
              <a:avLst/>
              <a:gdLst/>
              <a:ahLst/>
              <a:cxnLst/>
              <a:rect l="0" t="0" r="0" b="0"/>
              <a:pathLst>
                <a:path w="46717" h="4724">
                  <a:moveTo>
                    <a:pt x="46717" y="0"/>
                  </a:moveTo>
                  <a:lnTo>
                    <a:pt x="0" y="4724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1" name="Input_receptor__1750">
              <a:extLst>
                <a:ext uri="{FF2B5EF4-FFF2-40B4-BE49-F238E27FC236}">
                  <a16:creationId xmlns:a16="http://schemas.microsoft.com/office/drawing/2014/main" id="{62B043A9-9924-BF3A-01F7-D6F6FF291AF6}"/>
                </a:ext>
              </a:extLst>
            </p:cNvPr>
            <p:cNvSpPr>
              <a:spLocks noGrp="1"/>
            </p:cNvSpPr>
            <p:nvPr/>
          </p:nvSpPr>
          <p:spPr>
            <a:xfrm>
              <a:off x="1401719" y="4256047"/>
              <a:ext cx="41214" cy="11174"/>
            </a:xfrm>
            <a:custGeom>
              <a:avLst/>
              <a:gdLst/>
              <a:ahLst/>
              <a:cxnLst/>
              <a:rect l="0" t="0" r="0" b="0"/>
              <a:pathLst>
                <a:path w="41214" h="11174">
                  <a:moveTo>
                    <a:pt x="41214" y="0"/>
                  </a:moveTo>
                  <a:lnTo>
                    <a:pt x="0" y="11174"/>
                  </a:lnTo>
                </a:path>
              </a:pathLst>
            </a:custGeom>
            <a:noFill/>
            <a:ln w="8096">
              <a:solidFill>
                <a:srgbClr val="9FAEBA"/>
              </a:solidFill>
            </a:ln>
          </p:spPr>
        </p:sp>
        <p:sp>
          <p:nvSpPr>
            <p:cNvPr id="1752" name="Input_receptor__1751">
              <a:extLst>
                <a:ext uri="{FF2B5EF4-FFF2-40B4-BE49-F238E27FC236}">
                  <a16:creationId xmlns:a16="http://schemas.microsoft.com/office/drawing/2014/main" id="{0610D2F4-F10F-9EB6-1122-47245A3810DD}"/>
                </a:ext>
              </a:extLst>
            </p:cNvPr>
            <p:cNvSpPr>
              <a:spLocks noGrp="1"/>
            </p:cNvSpPr>
            <p:nvPr/>
          </p:nvSpPr>
          <p:spPr>
            <a:xfrm>
              <a:off x="956092" y="4672933"/>
              <a:ext cx="28113" cy="21070"/>
            </a:xfrm>
            <a:custGeom>
              <a:avLst/>
              <a:gdLst/>
              <a:ahLst/>
              <a:cxnLst/>
              <a:rect l="0" t="0" r="0" b="0"/>
              <a:pathLst>
                <a:path w="28113" h="21070">
                  <a:moveTo>
                    <a:pt x="0" y="0"/>
                  </a:moveTo>
                  <a:lnTo>
                    <a:pt x="28113" y="2107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3" name="Input_receptor__1752">
              <a:extLst>
                <a:ext uri="{FF2B5EF4-FFF2-40B4-BE49-F238E27FC236}">
                  <a16:creationId xmlns:a16="http://schemas.microsoft.com/office/drawing/2014/main" id="{29BC4B6C-CEEF-0308-75F2-8205391F0526}"/>
                </a:ext>
              </a:extLst>
            </p:cNvPr>
            <p:cNvSpPr>
              <a:spLocks noGrp="1"/>
            </p:cNvSpPr>
            <p:nvPr/>
          </p:nvSpPr>
          <p:spPr>
            <a:xfrm>
              <a:off x="920635" y="4670591"/>
              <a:ext cx="35457" cy="2342"/>
            </a:xfrm>
            <a:custGeom>
              <a:avLst/>
              <a:gdLst/>
              <a:ahLst/>
              <a:cxnLst/>
              <a:rect l="0" t="0" r="0" b="0"/>
              <a:pathLst>
                <a:path w="35457" h="2342">
                  <a:moveTo>
                    <a:pt x="0" y="0"/>
                  </a:moveTo>
                  <a:lnTo>
                    <a:pt x="35457" y="2342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4" name="Input_receptor__1753">
              <a:extLst>
                <a:ext uri="{FF2B5EF4-FFF2-40B4-BE49-F238E27FC236}">
                  <a16:creationId xmlns:a16="http://schemas.microsoft.com/office/drawing/2014/main" id="{661FE689-8FCE-B73E-E76B-D655B904C490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660796"/>
              <a:ext cx="16786" cy="44922"/>
            </a:xfrm>
            <a:custGeom>
              <a:avLst/>
              <a:gdLst/>
              <a:ahLst/>
              <a:cxnLst/>
              <a:rect l="0" t="0" r="0" b="0"/>
              <a:pathLst>
                <a:path w="16786" h="44922">
                  <a:moveTo>
                    <a:pt x="0" y="44922"/>
                  </a:moveTo>
                  <a:lnTo>
                    <a:pt x="16786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5" name="Input_receptor__1754">
              <a:extLst>
                <a:ext uri="{FF2B5EF4-FFF2-40B4-BE49-F238E27FC236}">
                  <a16:creationId xmlns:a16="http://schemas.microsoft.com/office/drawing/2014/main" id="{6BF834E7-4252-49B3-9458-46F7FB5C2A69}"/>
                </a:ext>
              </a:extLst>
            </p:cNvPr>
            <p:cNvSpPr>
              <a:spLocks noGrp="1"/>
            </p:cNvSpPr>
            <p:nvPr/>
          </p:nvSpPr>
          <p:spPr>
            <a:xfrm>
              <a:off x="1580949" y="4181783"/>
              <a:ext cx="34716" cy="14011"/>
            </a:xfrm>
            <a:custGeom>
              <a:avLst/>
              <a:gdLst/>
              <a:ahLst/>
              <a:cxnLst/>
              <a:rect l="0" t="0" r="0" b="0"/>
              <a:pathLst>
                <a:path w="34716" h="14011">
                  <a:moveTo>
                    <a:pt x="0" y="0"/>
                  </a:moveTo>
                  <a:lnTo>
                    <a:pt x="34716" y="1401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6" name="Input_receptor__1755">
              <a:extLst>
                <a:ext uri="{FF2B5EF4-FFF2-40B4-BE49-F238E27FC236}">
                  <a16:creationId xmlns:a16="http://schemas.microsoft.com/office/drawing/2014/main" id="{0A4D88DA-9DDD-B238-A8B9-E320C55295BC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25692"/>
              <a:ext cx="29189" cy="13452"/>
            </a:xfrm>
            <a:custGeom>
              <a:avLst/>
              <a:gdLst/>
              <a:ahLst/>
              <a:cxnLst/>
              <a:rect l="0" t="0" r="0" b="0"/>
              <a:pathLst>
                <a:path w="29189" h="13452">
                  <a:moveTo>
                    <a:pt x="29189" y="0"/>
                  </a:moveTo>
                  <a:lnTo>
                    <a:pt x="0" y="13452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7" name="Input_receptor__1756">
              <a:extLst>
                <a:ext uri="{FF2B5EF4-FFF2-40B4-BE49-F238E27FC236}">
                  <a16:creationId xmlns:a16="http://schemas.microsoft.com/office/drawing/2014/main" id="{F9648B77-26B6-C413-EEC1-F5E48FC0D8A2}"/>
                </a:ext>
              </a:extLst>
            </p:cNvPr>
            <p:cNvSpPr>
              <a:spLocks noGrp="1"/>
            </p:cNvSpPr>
            <p:nvPr/>
          </p:nvSpPr>
          <p:spPr>
            <a:xfrm>
              <a:off x="627343" y="4500542"/>
              <a:ext cx="48193" cy="3890"/>
            </a:xfrm>
            <a:custGeom>
              <a:avLst/>
              <a:gdLst/>
              <a:ahLst/>
              <a:cxnLst/>
              <a:rect l="0" t="0" r="0" b="0"/>
              <a:pathLst>
                <a:path w="48193" h="3890">
                  <a:moveTo>
                    <a:pt x="48193" y="38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8" name="Input_receptor__1757">
              <a:extLst>
                <a:ext uri="{FF2B5EF4-FFF2-40B4-BE49-F238E27FC236}">
                  <a16:creationId xmlns:a16="http://schemas.microsoft.com/office/drawing/2014/main" id="{150FB51D-BBE9-B0A5-3DBB-24A76BE70476}"/>
                </a:ext>
              </a:extLst>
            </p:cNvPr>
            <p:cNvSpPr>
              <a:spLocks noGrp="1"/>
            </p:cNvSpPr>
            <p:nvPr/>
          </p:nvSpPr>
          <p:spPr>
            <a:xfrm>
              <a:off x="694876" y="4747490"/>
              <a:ext cx="16755" cy="44541"/>
            </a:xfrm>
            <a:custGeom>
              <a:avLst/>
              <a:gdLst/>
              <a:ahLst/>
              <a:cxnLst/>
              <a:rect l="0" t="0" r="0" b="0"/>
              <a:pathLst>
                <a:path w="16755" h="44541">
                  <a:moveTo>
                    <a:pt x="0" y="0"/>
                  </a:moveTo>
                  <a:lnTo>
                    <a:pt x="16755" y="4454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9" name="Input_receptor__1758">
              <a:extLst>
                <a:ext uri="{FF2B5EF4-FFF2-40B4-BE49-F238E27FC236}">
                  <a16:creationId xmlns:a16="http://schemas.microsoft.com/office/drawing/2014/main" id="{F13786AC-404C-E9B9-FFB7-75F5B726A99A}"/>
                </a:ext>
              </a:extLst>
            </p:cNvPr>
            <p:cNvSpPr>
              <a:spLocks noGrp="1"/>
            </p:cNvSpPr>
            <p:nvPr/>
          </p:nvSpPr>
          <p:spPr>
            <a:xfrm>
              <a:off x="680065" y="4416265"/>
              <a:ext cx="36769" cy="9427"/>
            </a:xfrm>
            <a:custGeom>
              <a:avLst/>
              <a:gdLst/>
              <a:ahLst/>
              <a:cxnLst/>
              <a:rect l="0" t="0" r="0" b="0"/>
              <a:pathLst>
                <a:path w="36769" h="9427">
                  <a:moveTo>
                    <a:pt x="36769" y="0"/>
                  </a:moveTo>
                  <a:lnTo>
                    <a:pt x="0" y="9427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0" name="Input_receptor__1759">
              <a:extLst>
                <a:ext uri="{FF2B5EF4-FFF2-40B4-BE49-F238E27FC236}">
                  <a16:creationId xmlns:a16="http://schemas.microsoft.com/office/drawing/2014/main" id="{7CC12700-5117-18CF-1468-F35AF95031BC}"/>
                </a:ext>
              </a:extLst>
            </p:cNvPr>
            <p:cNvSpPr>
              <a:spLocks noGrp="1"/>
            </p:cNvSpPr>
            <p:nvPr/>
          </p:nvSpPr>
          <p:spPr>
            <a:xfrm>
              <a:off x="1537106" y="4181783"/>
              <a:ext cx="43843" cy="6840"/>
            </a:xfrm>
            <a:custGeom>
              <a:avLst/>
              <a:gdLst/>
              <a:ahLst/>
              <a:cxnLst/>
              <a:rect l="0" t="0" r="0" b="0"/>
              <a:pathLst>
                <a:path w="43843" h="6840">
                  <a:moveTo>
                    <a:pt x="0" y="6840"/>
                  </a:moveTo>
                  <a:lnTo>
                    <a:pt x="43843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1" name="Input_receptor__1760">
              <a:extLst>
                <a:ext uri="{FF2B5EF4-FFF2-40B4-BE49-F238E27FC236}">
                  <a16:creationId xmlns:a16="http://schemas.microsoft.com/office/drawing/2014/main" id="{3695FC1F-B6F3-580F-5EE2-694483430D7A}"/>
                </a:ext>
              </a:extLst>
            </p:cNvPr>
            <p:cNvSpPr>
              <a:spLocks noGrp="1"/>
            </p:cNvSpPr>
            <p:nvPr/>
          </p:nvSpPr>
          <p:spPr>
            <a:xfrm>
              <a:off x="815562" y="4554443"/>
              <a:ext cx="47778" cy="2129"/>
            </a:xfrm>
            <a:custGeom>
              <a:avLst/>
              <a:gdLst/>
              <a:ahLst/>
              <a:cxnLst/>
              <a:rect l="0" t="0" r="0" b="0"/>
              <a:pathLst>
                <a:path w="47778" h="2129">
                  <a:moveTo>
                    <a:pt x="0" y="2129"/>
                  </a:moveTo>
                  <a:lnTo>
                    <a:pt x="47778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2" name="Input_receptor__1761">
              <a:extLst>
                <a:ext uri="{FF2B5EF4-FFF2-40B4-BE49-F238E27FC236}">
                  <a16:creationId xmlns:a16="http://schemas.microsoft.com/office/drawing/2014/main" id="{28705D81-4803-7AAF-46F4-0C81AB37940F}"/>
                </a:ext>
              </a:extLst>
            </p:cNvPr>
            <p:cNvSpPr>
              <a:spLocks noGrp="1"/>
            </p:cNvSpPr>
            <p:nvPr/>
          </p:nvSpPr>
          <p:spPr>
            <a:xfrm>
              <a:off x="1534941" y="4294982"/>
              <a:ext cx="20417" cy="33977"/>
            </a:xfrm>
            <a:custGeom>
              <a:avLst/>
              <a:gdLst/>
              <a:ahLst/>
              <a:cxnLst/>
              <a:rect l="0" t="0" r="0" b="0"/>
              <a:pathLst>
                <a:path w="20417" h="33977">
                  <a:moveTo>
                    <a:pt x="20417" y="33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3" name="Input_receptor__1762">
              <a:extLst>
                <a:ext uri="{FF2B5EF4-FFF2-40B4-BE49-F238E27FC236}">
                  <a16:creationId xmlns:a16="http://schemas.microsoft.com/office/drawing/2014/main" id="{B382525F-C954-8FD1-F3D0-37BFB9E8E8E5}"/>
                </a:ext>
              </a:extLst>
            </p:cNvPr>
            <p:cNvSpPr>
              <a:spLocks noGrp="1"/>
            </p:cNvSpPr>
            <p:nvPr/>
          </p:nvSpPr>
          <p:spPr>
            <a:xfrm>
              <a:off x="1074603" y="4660796"/>
              <a:ext cx="44279" cy="15011"/>
            </a:xfrm>
            <a:custGeom>
              <a:avLst/>
              <a:gdLst/>
              <a:ahLst/>
              <a:cxnLst/>
              <a:rect l="0" t="0" r="0" b="0"/>
              <a:pathLst>
                <a:path w="44279" h="15011">
                  <a:moveTo>
                    <a:pt x="0" y="0"/>
                  </a:moveTo>
                  <a:lnTo>
                    <a:pt x="44279" y="15011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4" name="Input_receptor__1763">
              <a:extLst>
                <a:ext uri="{FF2B5EF4-FFF2-40B4-BE49-F238E27FC236}">
                  <a16:creationId xmlns:a16="http://schemas.microsoft.com/office/drawing/2014/main" id="{01071ACA-7286-595C-6996-C14D62861CC2}"/>
                </a:ext>
              </a:extLst>
            </p:cNvPr>
            <p:cNvSpPr>
              <a:spLocks noGrp="1"/>
            </p:cNvSpPr>
            <p:nvPr/>
          </p:nvSpPr>
          <p:spPr>
            <a:xfrm>
              <a:off x="928499" y="4430304"/>
              <a:ext cx="27574" cy="33825"/>
            </a:xfrm>
            <a:custGeom>
              <a:avLst/>
              <a:gdLst/>
              <a:ahLst/>
              <a:cxnLst/>
              <a:rect l="0" t="0" r="0" b="0"/>
              <a:pathLst>
                <a:path w="27574" h="33825">
                  <a:moveTo>
                    <a:pt x="27574" y="0"/>
                  </a:moveTo>
                  <a:lnTo>
                    <a:pt x="0" y="33825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5" name="Input_receptor__1764">
              <a:extLst>
                <a:ext uri="{FF2B5EF4-FFF2-40B4-BE49-F238E27FC236}">
                  <a16:creationId xmlns:a16="http://schemas.microsoft.com/office/drawing/2014/main" id="{B5E1FF59-2B54-8B73-687D-847B4541085B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3788"/>
              <a:ext cx="20839" cy="11612"/>
            </a:xfrm>
            <a:custGeom>
              <a:avLst/>
              <a:gdLst/>
              <a:ahLst/>
              <a:cxnLst/>
              <a:rect l="0" t="0" r="0" b="0"/>
              <a:pathLst>
                <a:path w="20839" h="11612">
                  <a:moveTo>
                    <a:pt x="20839" y="0"/>
                  </a:moveTo>
                  <a:lnTo>
                    <a:pt x="0" y="11612"/>
                  </a:lnTo>
                </a:path>
              </a:pathLst>
            </a:custGeom>
            <a:noFill/>
            <a:ln w="20003">
              <a:solidFill>
                <a:srgbClr val="A0AFBB"/>
              </a:solidFill>
            </a:ln>
          </p:spPr>
        </p:sp>
        <p:sp>
          <p:nvSpPr>
            <p:cNvPr id="1766" name="Input_receptor__1765">
              <a:extLst>
                <a:ext uri="{FF2B5EF4-FFF2-40B4-BE49-F238E27FC236}">
                  <a16:creationId xmlns:a16="http://schemas.microsoft.com/office/drawing/2014/main" id="{0AC58112-2E17-4B01-C187-225FBFA47885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8623"/>
              <a:ext cx="23360" cy="24382"/>
            </a:xfrm>
            <a:custGeom>
              <a:avLst/>
              <a:gdLst/>
              <a:ahLst/>
              <a:cxnLst/>
              <a:rect l="0" t="0" r="0" b="0"/>
              <a:pathLst>
                <a:path w="23360" h="24382">
                  <a:moveTo>
                    <a:pt x="0" y="24382"/>
                  </a:moveTo>
                  <a:lnTo>
                    <a:pt x="23360" y="0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7" name="Input_receptor__1766">
              <a:extLst>
                <a:ext uri="{FF2B5EF4-FFF2-40B4-BE49-F238E27FC236}">
                  <a16:creationId xmlns:a16="http://schemas.microsoft.com/office/drawing/2014/main" id="{5A0633D1-0E8C-746D-CAC4-8FBD059F43D6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6091" cy="36353"/>
            </a:xfrm>
            <a:custGeom>
              <a:avLst/>
              <a:gdLst/>
              <a:ahLst/>
              <a:cxnLst/>
              <a:rect l="0" t="0" r="0" b="0"/>
              <a:pathLst>
                <a:path w="26091" h="36353">
                  <a:moveTo>
                    <a:pt x="0" y="0"/>
                  </a:moveTo>
                  <a:lnTo>
                    <a:pt x="26091" y="36353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8" name="Input_receptor__1767">
              <a:extLst>
                <a:ext uri="{FF2B5EF4-FFF2-40B4-BE49-F238E27FC236}">
                  <a16:creationId xmlns:a16="http://schemas.microsoft.com/office/drawing/2014/main" id="{1171DE12-78E8-5078-EC4B-49B005098D56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506360"/>
              <a:ext cx="27801" cy="19916"/>
            </a:xfrm>
            <a:custGeom>
              <a:avLst/>
              <a:gdLst/>
              <a:ahLst/>
              <a:cxnLst/>
              <a:rect l="0" t="0" r="0" b="0"/>
              <a:pathLst>
                <a:path w="27801" h="19916">
                  <a:moveTo>
                    <a:pt x="0" y="0"/>
                  </a:moveTo>
                  <a:lnTo>
                    <a:pt x="27801" y="19916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9" name="Input_receptor__1768">
              <a:extLst>
                <a:ext uri="{FF2B5EF4-FFF2-40B4-BE49-F238E27FC236}">
                  <a16:creationId xmlns:a16="http://schemas.microsoft.com/office/drawing/2014/main" id="{CD12BF66-CD79-A82F-31CE-11E20A18AADB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705718"/>
              <a:ext cx="21403" cy="14395"/>
            </a:xfrm>
            <a:custGeom>
              <a:avLst/>
              <a:gdLst/>
              <a:ahLst/>
              <a:cxnLst/>
              <a:rect l="0" t="0" r="0" b="0"/>
              <a:pathLst>
                <a:path w="21403" h="14395">
                  <a:moveTo>
                    <a:pt x="21403" y="1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0" name="Input_receptor__1769">
              <a:extLst>
                <a:ext uri="{FF2B5EF4-FFF2-40B4-BE49-F238E27FC236}">
                  <a16:creationId xmlns:a16="http://schemas.microsoft.com/office/drawing/2014/main" id="{317DC88F-C9DD-6917-DAA8-CF1C3002DD3B}"/>
                </a:ext>
              </a:extLst>
            </p:cNvPr>
            <p:cNvSpPr>
              <a:spLocks noGrp="1"/>
            </p:cNvSpPr>
            <p:nvPr/>
          </p:nvSpPr>
          <p:spPr>
            <a:xfrm>
              <a:off x="1178979" y="4799310"/>
              <a:ext cx="7469" cy="32171"/>
            </a:xfrm>
            <a:custGeom>
              <a:avLst/>
              <a:gdLst/>
              <a:ahLst/>
              <a:cxnLst/>
              <a:rect l="0" t="0" r="0" b="0"/>
              <a:pathLst>
                <a:path w="7469" h="32171">
                  <a:moveTo>
                    <a:pt x="7469" y="0"/>
                  </a:moveTo>
                  <a:lnTo>
                    <a:pt x="0" y="3217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1" name="Input_receptor__1770">
              <a:extLst>
                <a:ext uri="{FF2B5EF4-FFF2-40B4-BE49-F238E27FC236}">
                  <a16:creationId xmlns:a16="http://schemas.microsoft.com/office/drawing/2014/main" id="{0FF561B9-C064-C737-489E-28E8BE4AC6E0}"/>
                </a:ext>
              </a:extLst>
            </p:cNvPr>
            <p:cNvSpPr>
              <a:spLocks noGrp="1"/>
            </p:cNvSpPr>
            <p:nvPr/>
          </p:nvSpPr>
          <p:spPr>
            <a:xfrm>
              <a:off x="845133" y="4430333"/>
              <a:ext cx="1464" cy="35129"/>
            </a:xfrm>
            <a:custGeom>
              <a:avLst/>
              <a:gdLst/>
              <a:ahLst/>
              <a:cxnLst/>
              <a:rect l="0" t="0" r="0" b="0"/>
              <a:pathLst>
                <a:path w="1464" h="35129">
                  <a:moveTo>
                    <a:pt x="0" y="35129"/>
                  </a:moveTo>
                  <a:lnTo>
                    <a:pt x="1464" y="0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72" name="Input_receptor__1771">
              <a:extLst>
                <a:ext uri="{FF2B5EF4-FFF2-40B4-BE49-F238E27FC236}">
                  <a16:creationId xmlns:a16="http://schemas.microsoft.com/office/drawing/2014/main" id="{4CB18948-7EEA-6D48-0C17-9DBE387A358D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798149"/>
              <a:ext cx="21589" cy="38481"/>
            </a:xfrm>
            <a:custGeom>
              <a:avLst/>
              <a:gdLst/>
              <a:ahLst/>
              <a:cxnLst/>
              <a:rect l="0" t="0" r="0" b="0"/>
              <a:pathLst>
                <a:path w="21589" h="38481">
                  <a:moveTo>
                    <a:pt x="21589" y="0"/>
                  </a:moveTo>
                  <a:lnTo>
                    <a:pt x="0" y="3848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3" name="Input_receptor__1772">
              <a:extLst>
                <a:ext uri="{FF2B5EF4-FFF2-40B4-BE49-F238E27FC236}">
                  <a16:creationId xmlns:a16="http://schemas.microsoft.com/office/drawing/2014/main" id="{24D9A054-0D50-BA70-A172-098D35624F5E}"/>
                </a:ext>
              </a:extLst>
            </p:cNvPr>
            <p:cNvSpPr>
              <a:spLocks noGrp="1"/>
            </p:cNvSpPr>
            <p:nvPr/>
          </p:nvSpPr>
          <p:spPr>
            <a:xfrm>
              <a:off x="1236940" y="4619408"/>
              <a:ext cx="14438" cy="26478"/>
            </a:xfrm>
            <a:custGeom>
              <a:avLst/>
              <a:gdLst/>
              <a:ahLst/>
              <a:cxnLst/>
              <a:rect l="0" t="0" r="0" b="0"/>
              <a:pathLst>
                <a:path w="14438" h="26478">
                  <a:moveTo>
                    <a:pt x="14438" y="0"/>
                  </a:moveTo>
                  <a:lnTo>
                    <a:pt x="0" y="26478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4" name="Input_receptor__1773">
              <a:extLst>
                <a:ext uri="{FF2B5EF4-FFF2-40B4-BE49-F238E27FC236}">
                  <a16:creationId xmlns:a16="http://schemas.microsoft.com/office/drawing/2014/main" id="{83CD62CC-AC06-E0A6-5C97-824F07F2D088}"/>
                </a:ext>
              </a:extLst>
            </p:cNvPr>
            <p:cNvSpPr>
              <a:spLocks noGrp="1"/>
            </p:cNvSpPr>
            <p:nvPr/>
          </p:nvSpPr>
          <p:spPr>
            <a:xfrm>
              <a:off x="1488299" y="4294982"/>
              <a:ext cx="46642" cy="6733"/>
            </a:xfrm>
            <a:custGeom>
              <a:avLst/>
              <a:gdLst/>
              <a:ahLst/>
              <a:cxnLst/>
              <a:rect l="0" t="0" r="0" b="0"/>
              <a:pathLst>
                <a:path w="46642" h="6733">
                  <a:moveTo>
                    <a:pt x="46642" y="0"/>
                  </a:moveTo>
                  <a:lnTo>
                    <a:pt x="0" y="6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5" name="Input_receptor__1774">
              <a:extLst>
                <a:ext uri="{FF2B5EF4-FFF2-40B4-BE49-F238E27FC236}">
                  <a16:creationId xmlns:a16="http://schemas.microsoft.com/office/drawing/2014/main" id="{BF99F660-3F66-A526-28FF-8035F3884331}"/>
                </a:ext>
              </a:extLst>
            </p:cNvPr>
            <p:cNvSpPr>
              <a:spLocks noGrp="1"/>
            </p:cNvSpPr>
            <p:nvPr/>
          </p:nvSpPr>
          <p:spPr>
            <a:xfrm>
              <a:off x="1220935" y="4696154"/>
              <a:ext cx="36516" cy="19733"/>
            </a:xfrm>
            <a:custGeom>
              <a:avLst/>
              <a:gdLst/>
              <a:ahLst/>
              <a:cxnLst/>
              <a:rect l="0" t="0" r="0" b="0"/>
              <a:pathLst>
                <a:path w="36516" h="19733">
                  <a:moveTo>
                    <a:pt x="36516" y="0"/>
                  </a:moveTo>
                  <a:lnTo>
                    <a:pt x="0" y="19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6" name="Input_receptor__1775">
              <a:extLst>
                <a:ext uri="{FF2B5EF4-FFF2-40B4-BE49-F238E27FC236}">
                  <a16:creationId xmlns:a16="http://schemas.microsoft.com/office/drawing/2014/main" id="{12904A05-6841-0A3B-F67F-045CD7698048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397424"/>
              <a:ext cx="2347" cy="22157"/>
            </a:xfrm>
            <a:custGeom>
              <a:avLst/>
              <a:gdLst/>
              <a:ahLst/>
              <a:cxnLst/>
              <a:rect l="0" t="0" r="0" b="0"/>
              <a:pathLst>
                <a:path w="2347" h="22157">
                  <a:moveTo>
                    <a:pt x="2347" y="0"/>
                  </a:moveTo>
                  <a:lnTo>
                    <a:pt x="0" y="22157"/>
                  </a:lnTo>
                </a:path>
              </a:pathLst>
            </a:custGeom>
            <a:noFill/>
            <a:ln w="8096">
              <a:solidFill>
                <a:srgbClr val="A1B0BB"/>
              </a:solidFill>
            </a:ln>
          </p:spPr>
        </p:sp>
        <p:sp>
          <p:nvSpPr>
            <p:cNvPr id="1777" name="Input_receptor__1776">
              <a:extLst>
                <a:ext uri="{FF2B5EF4-FFF2-40B4-BE49-F238E27FC236}">
                  <a16:creationId xmlns:a16="http://schemas.microsoft.com/office/drawing/2014/main" id="{44C293C7-8A2A-B753-C7DF-7F10676BD99B}"/>
                </a:ext>
              </a:extLst>
            </p:cNvPr>
            <p:cNvSpPr>
              <a:spLocks noGrp="1"/>
            </p:cNvSpPr>
            <p:nvPr/>
          </p:nvSpPr>
          <p:spPr>
            <a:xfrm>
              <a:off x="863340" y="4534711"/>
              <a:ext cx="5191" cy="19732"/>
            </a:xfrm>
            <a:custGeom>
              <a:avLst/>
              <a:gdLst/>
              <a:ahLst/>
              <a:cxnLst/>
              <a:rect l="0" t="0" r="0" b="0"/>
              <a:pathLst>
                <a:path w="5191" h="19732">
                  <a:moveTo>
                    <a:pt x="0" y="19732"/>
                  </a:moveTo>
                  <a:lnTo>
                    <a:pt x="5191" y="0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78" name="Input_receptor__1777">
              <a:extLst>
                <a:ext uri="{FF2B5EF4-FFF2-40B4-BE49-F238E27FC236}">
                  <a16:creationId xmlns:a16="http://schemas.microsoft.com/office/drawing/2014/main" id="{12B00E4E-91EB-4590-0E7B-DB30779A2EAD}"/>
                </a:ext>
              </a:extLst>
            </p:cNvPr>
            <p:cNvSpPr>
              <a:spLocks noGrp="1"/>
            </p:cNvSpPr>
            <p:nvPr/>
          </p:nvSpPr>
          <p:spPr>
            <a:xfrm>
              <a:off x="788737" y="4610367"/>
              <a:ext cx="44044" cy="18398"/>
            </a:xfrm>
            <a:custGeom>
              <a:avLst/>
              <a:gdLst/>
              <a:ahLst/>
              <a:cxnLst/>
              <a:rect l="0" t="0" r="0" b="0"/>
              <a:pathLst>
                <a:path w="44044" h="18398">
                  <a:moveTo>
                    <a:pt x="0" y="18398"/>
                  </a:moveTo>
                  <a:lnTo>
                    <a:pt x="44044" y="0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79" name="Input_receptor__1778">
              <a:extLst>
                <a:ext uri="{FF2B5EF4-FFF2-40B4-BE49-F238E27FC236}">
                  <a16:creationId xmlns:a16="http://schemas.microsoft.com/office/drawing/2014/main" id="{5D883C5C-5321-D50E-75C5-7C181B67270C}"/>
                </a:ext>
              </a:extLst>
            </p:cNvPr>
            <p:cNvSpPr>
              <a:spLocks noGrp="1"/>
            </p:cNvSpPr>
            <p:nvPr/>
          </p:nvSpPr>
          <p:spPr>
            <a:xfrm>
              <a:off x="1246696" y="4562288"/>
              <a:ext cx="47838" cy="4503"/>
            </a:xfrm>
            <a:custGeom>
              <a:avLst/>
              <a:gdLst/>
              <a:ahLst/>
              <a:cxnLst/>
              <a:rect l="0" t="0" r="0" b="0"/>
              <a:pathLst>
                <a:path w="47838" h="4503">
                  <a:moveTo>
                    <a:pt x="47838" y="0"/>
                  </a:moveTo>
                  <a:lnTo>
                    <a:pt x="0" y="4503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80" name="Input_receptor__1779">
              <a:extLst>
                <a:ext uri="{FF2B5EF4-FFF2-40B4-BE49-F238E27FC236}">
                  <a16:creationId xmlns:a16="http://schemas.microsoft.com/office/drawing/2014/main" id="{54464CF4-CF33-9083-A911-E9FE87ADD0C0}"/>
                </a:ext>
              </a:extLst>
            </p:cNvPr>
            <p:cNvSpPr>
              <a:spLocks noGrp="1"/>
            </p:cNvSpPr>
            <p:nvPr/>
          </p:nvSpPr>
          <p:spPr>
            <a:xfrm>
              <a:off x="711631" y="4792031"/>
              <a:ext cx="4661" cy="1707"/>
            </a:xfrm>
            <a:custGeom>
              <a:avLst/>
              <a:gdLst/>
              <a:ahLst/>
              <a:cxnLst/>
              <a:rect l="0" t="0" r="0" b="0"/>
              <a:pathLst>
                <a:path w="4661" h="1707">
                  <a:moveTo>
                    <a:pt x="0" y="0"/>
                  </a:moveTo>
                  <a:lnTo>
                    <a:pt x="4661" y="1707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81" name="Input_receptor__1780">
              <a:extLst>
                <a:ext uri="{FF2B5EF4-FFF2-40B4-BE49-F238E27FC236}">
                  <a16:creationId xmlns:a16="http://schemas.microsoft.com/office/drawing/2014/main" id="{3D7F0412-DC0A-A648-113F-6EC95BE29CB2}"/>
                </a:ext>
              </a:extLst>
            </p:cNvPr>
            <p:cNvSpPr>
              <a:spLocks noGrp="1"/>
            </p:cNvSpPr>
            <p:nvPr/>
          </p:nvSpPr>
          <p:spPr>
            <a:xfrm>
              <a:off x="1394225" y="4313231"/>
              <a:ext cx="8262" cy="47126"/>
            </a:xfrm>
            <a:custGeom>
              <a:avLst/>
              <a:gdLst/>
              <a:ahLst/>
              <a:cxnLst/>
              <a:rect l="0" t="0" r="0" b="0"/>
              <a:pathLst>
                <a:path w="8262" h="47126">
                  <a:moveTo>
                    <a:pt x="8262" y="0"/>
                  </a:moveTo>
                  <a:lnTo>
                    <a:pt x="0" y="47126"/>
                  </a:lnTo>
                </a:path>
              </a:pathLst>
            </a:custGeom>
            <a:noFill/>
            <a:ln w="8096">
              <a:solidFill>
                <a:srgbClr val="A2B0BC"/>
              </a:solidFill>
            </a:ln>
          </p:spPr>
        </p:sp>
        <p:sp>
          <p:nvSpPr>
            <p:cNvPr id="1782" name="Input_receptor__1781">
              <a:extLst>
                <a:ext uri="{FF2B5EF4-FFF2-40B4-BE49-F238E27FC236}">
                  <a16:creationId xmlns:a16="http://schemas.microsoft.com/office/drawing/2014/main" id="{5F16E17F-A431-5CF0-B88C-FCB70E6CA4C4}"/>
                </a:ext>
              </a:extLst>
            </p:cNvPr>
            <p:cNvSpPr>
              <a:spLocks noGrp="1"/>
            </p:cNvSpPr>
            <p:nvPr/>
          </p:nvSpPr>
          <p:spPr>
            <a:xfrm>
              <a:off x="1138486" y="4794554"/>
              <a:ext cx="47961" cy="4756"/>
            </a:xfrm>
            <a:custGeom>
              <a:avLst/>
              <a:gdLst/>
              <a:ahLst/>
              <a:cxnLst/>
              <a:rect l="0" t="0" r="0" b="0"/>
              <a:pathLst>
                <a:path w="47961" h="4756">
                  <a:moveTo>
                    <a:pt x="0" y="0"/>
                  </a:moveTo>
                  <a:lnTo>
                    <a:pt x="47961" y="4756"/>
                  </a:lnTo>
                </a:path>
              </a:pathLst>
            </a:custGeom>
            <a:noFill/>
            <a:ln w="20003">
              <a:solidFill>
                <a:srgbClr val="A2B0BC"/>
              </a:solidFill>
            </a:ln>
          </p:spPr>
        </p:sp>
        <p:sp>
          <p:nvSpPr>
            <p:cNvPr id="1783" name="Input_receptor__1782">
              <a:extLst>
                <a:ext uri="{FF2B5EF4-FFF2-40B4-BE49-F238E27FC236}">
                  <a16:creationId xmlns:a16="http://schemas.microsoft.com/office/drawing/2014/main" id="{82CED4D6-569A-B2B1-EC17-BC7C576A321A}"/>
                </a:ext>
              </a:extLst>
            </p:cNvPr>
            <p:cNvSpPr>
              <a:spLocks noGrp="1"/>
            </p:cNvSpPr>
            <p:nvPr/>
          </p:nvSpPr>
          <p:spPr>
            <a:xfrm>
              <a:off x="750757" y="4611494"/>
              <a:ext cx="37981" cy="17271"/>
            </a:xfrm>
            <a:custGeom>
              <a:avLst/>
              <a:gdLst/>
              <a:ahLst/>
              <a:cxnLst/>
              <a:rect l="0" t="0" r="0" b="0"/>
              <a:pathLst>
                <a:path w="37981" h="17271">
                  <a:moveTo>
                    <a:pt x="0" y="0"/>
                  </a:moveTo>
                  <a:lnTo>
                    <a:pt x="37981" y="1727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4" name="Input_receptor__1783">
              <a:extLst>
                <a:ext uri="{FF2B5EF4-FFF2-40B4-BE49-F238E27FC236}">
                  <a16:creationId xmlns:a16="http://schemas.microsoft.com/office/drawing/2014/main" id="{54168220-7F51-D87A-B60F-A304B45DE832}"/>
                </a:ext>
              </a:extLst>
            </p:cNvPr>
            <p:cNvSpPr>
              <a:spLocks noGrp="1"/>
            </p:cNvSpPr>
            <p:nvPr/>
          </p:nvSpPr>
          <p:spPr>
            <a:xfrm>
              <a:off x="924042" y="4415887"/>
              <a:ext cx="32030" cy="14417"/>
            </a:xfrm>
            <a:custGeom>
              <a:avLst/>
              <a:gdLst/>
              <a:ahLst/>
              <a:cxnLst/>
              <a:rect l="0" t="0" r="0" b="0"/>
              <a:pathLst>
                <a:path w="32030" h="14417">
                  <a:moveTo>
                    <a:pt x="0" y="0"/>
                  </a:moveTo>
                  <a:lnTo>
                    <a:pt x="32030" y="14417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85" name="Input_receptor__1784">
              <a:extLst>
                <a:ext uri="{FF2B5EF4-FFF2-40B4-BE49-F238E27FC236}">
                  <a16:creationId xmlns:a16="http://schemas.microsoft.com/office/drawing/2014/main" id="{86E6AA5A-67A8-F274-BDAC-CCB63DA59704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794554"/>
              <a:ext cx="4927" cy="47763"/>
            </a:xfrm>
            <a:custGeom>
              <a:avLst/>
              <a:gdLst/>
              <a:ahLst/>
              <a:cxnLst/>
              <a:rect l="0" t="0" r="0" b="0"/>
              <a:pathLst>
                <a:path w="4927" h="47763">
                  <a:moveTo>
                    <a:pt x="0" y="47763"/>
                  </a:moveTo>
                  <a:lnTo>
                    <a:pt x="4927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6" name="Input_receptor__1785">
              <a:extLst>
                <a:ext uri="{FF2B5EF4-FFF2-40B4-BE49-F238E27FC236}">
                  <a16:creationId xmlns:a16="http://schemas.microsoft.com/office/drawing/2014/main" id="{4798A1FB-5515-13A9-49D9-BF358303DAF5}"/>
                </a:ext>
              </a:extLst>
            </p:cNvPr>
            <p:cNvSpPr>
              <a:spLocks noGrp="1"/>
            </p:cNvSpPr>
            <p:nvPr/>
          </p:nvSpPr>
          <p:spPr>
            <a:xfrm>
              <a:off x="1457679" y="4270916"/>
              <a:ext cx="30620" cy="30799"/>
            </a:xfrm>
            <a:custGeom>
              <a:avLst/>
              <a:gdLst/>
              <a:ahLst/>
              <a:cxnLst/>
              <a:rect l="0" t="0" r="0" b="0"/>
              <a:pathLst>
                <a:path w="30620" h="30799">
                  <a:moveTo>
                    <a:pt x="30620" y="307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7" name="Input_receptor__1786">
              <a:extLst>
                <a:ext uri="{FF2B5EF4-FFF2-40B4-BE49-F238E27FC236}">
                  <a16:creationId xmlns:a16="http://schemas.microsoft.com/office/drawing/2014/main" id="{72C431B0-A7A2-99AC-BBE9-C0649ED2501C}"/>
                </a:ext>
              </a:extLst>
            </p:cNvPr>
            <p:cNvSpPr>
              <a:spLocks noGrp="1"/>
            </p:cNvSpPr>
            <p:nvPr/>
          </p:nvSpPr>
          <p:spPr>
            <a:xfrm>
              <a:off x="1079219" y="4719852"/>
              <a:ext cx="47235" cy="261"/>
            </a:xfrm>
            <a:custGeom>
              <a:avLst/>
              <a:gdLst/>
              <a:ahLst/>
              <a:cxnLst/>
              <a:rect l="0" t="0" r="0" b="0"/>
              <a:pathLst>
                <a:path w="47235" h="261">
                  <a:moveTo>
                    <a:pt x="47235" y="0"/>
                  </a:moveTo>
                  <a:lnTo>
                    <a:pt x="0" y="26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8" name="Input_receptor__1787">
              <a:extLst>
                <a:ext uri="{FF2B5EF4-FFF2-40B4-BE49-F238E27FC236}">
                  <a16:creationId xmlns:a16="http://schemas.microsoft.com/office/drawing/2014/main" id="{5773C401-5C5B-E607-2F49-0DC79B1E2D48}"/>
                </a:ext>
              </a:extLst>
            </p:cNvPr>
            <p:cNvSpPr>
              <a:spLocks noGrp="1"/>
            </p:cNvSpPr>
            <p:nvPr/>
          </p:nvSpPr>
          <p:spPr>
            <a:xfrm>
              <a:off x="1190368" y="4645886"/>
              <a:ext cx="46573" cy="11847"/>
            </a:xfrm>
            <a:custGeom>
              <a:avLst/>
              <a:gdLst/>
              <a:ahLst/>
              <a:cxnLst/>
              <a:rect l="0" t="0" r="0" b="0"/>
              <a:pathLst>
                <a:path w="46573" h="11847">
                  <a:moveTo>
                    <a:pt x="46573" y="0"/>
                  </a:moveTo>
                  <a:lnTo>
                    <a:pt x="0" y="11847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9" name="Input_receptor__1788">
              <a:extLst>
                <a:ext uri="{FF2B5EF4-FFF2-40B4-BE49-F238E27FC236}">
                  <a16:creationId xmlns:a16="http://schemas.microsoft.com/office/drawing/2014/main" id="{44817FC4-1E8C-5434-629B-BB4C703BA51E}"/>
                </a:ext>
              </a:extLst>
            </p:cNvPr>
            <p:cNvSpPr>
              <a:spLocks noGrp="1"/>
            </p:cNvSpPr>
            <p:nvPr/>
          </p:nvSpPr>
          <p:spPr>
            <a:xfrm>
              <a:off x="729421" y="4832182"/>
              <a:ext cx="41634" cy="8087"/>
            </a:xfrm>
            <a:custGeom>
              <a:avLst/>
              <a:gdLst/>
              <a:ahLst/>
              <a:cxnLst/>
              <a:rect l="0" t="0" r="0" b="0"/>
              <a:pathLst>
                <a:path w="41634" h="8087">
                  <a:moveTo>
                    <a:pt x="0" y="8087"/>
                  </a:moveTo>
                  <a:lnTo>
                    <a:pt x="41634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0" name="Input_receptor__1789">
              <a:extLst>
                <a:ext uri="{FF2B5EF4-FFF2-40B4-BE49-F238E27FC236}">
                  <a16:creationId xmlns:a16="http://schemas.microsoft.com/office/drawing/2014/main" id="{1839C4A5-89C3-C2F6-05B5-A65785CE655B}"/>
                </a:ext>
              </a:extLst>
            </p:cNvPr>
            <p:cNvSpPr>
              <a:spLocks noGrp="1"/>
            </p:cNvSpPr>
            <p:nvPr/>
          </p:nvSpPr>
          <p:spPr>
            <a:xfrm>
              <a:off x="771055" y="4832182"/>
              <a:ext cx="41788" cy="3259"/>
            </a:xfrm>
            <a:custGeom>
              <a:avLst/>
              <a:gdLst/>
              <a:ahLst/>
              <a:cxnLst/>
              <a:rect l="0" t="0" r="0" b="0"/>
              <a:pathLst>
                <a:path w="41788" h="3259">
                  <a:moveTo>
                    <a:pt x="0" y="0"/>
                  </a:moveTo>
                  <a:lnTo>
                    <a:pt x="41788" y="3259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1" name="Input_receptor__1790">
              <a:extLst>
                <a:ext uri="{FF2B5EF4-FFF2-40B4-BE49-F238E27FC236}">
                  <a16:creationId xmlns:a16="http://schemas.microsoft.com/office/drawing/2014/main" id="{B66C8DA3-78E3-3663-221C-0B8325D55F21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9814" cy="2021"/>
            </a:xfrm>
            <a:custGeom>
              <a:avLst/>
              <a:gdLst/>
              <a:ahLst/>
              <a:cxnLst/>
              <a:rect l="0" t="0" r="0" b="0"/>
              <a:pathLst>
                <a:path w="29814" h="2021">
                  <a:moveTo>
                    <a:pt x="29814" y="20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92" name="Input_receptor__1791">
              <a:extLst>
                <a:ext uri="{FF2B5EF4-FFF2-40B4-BE49-F238E27FC236}">
                  <a16:creationId xmlns:a16="http://schemas.microsoft.com/office/drawing/2014/main" id="{80A42DA1-A575-FBD8-7495-8A64D226130A}"/>
                </a:ext>
              </a:extLst>
            </p:cNvPr>
            <p:cNvSpPr>
              <a:spLocks noGrp="1"/>
            </p:cNvSpPr>
            <p:nvPr/>
          </p:nvSpPr>
          <p:spPr>
            <a:xfrm>
              <a:off x="904764" y="4783873"/>
              <a:ext cx="37055" cy="14276"/>
            </a:xfrm>
            <a:custGeom>
              <a:avLst/>
              <a:gdLst/>
              <a:ahLst/>
              <a:cxnLst/>
              <a:rect l="0" t="0" r="0" b="0"/>
              <a:pathLst>
                <a:path w="37055" h="14276">
                  <a:moveTo>
                    <a:pt x="0" y="0"/>
                  </a:moveTo>
                  <a:lnTo>
                    <a:pt x="37055" y="14276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3" name="Input_receptor__1792">
              <a:extLst>
                <a:ext uri="{FF2B5EF4-FFF2-40B4-BE49-F238E27FC236}">
                  <a16:creationId xmlns:a16="http://schemas.microsoft.com/office/drawing/2014/main" id="{4DF4045C-EFEB-5803-6087-F51418507F44}"/>
                </a:ext>
              </a:extLst>
            </p:cNvPr>
            <p:cNvSpPr>
              <a:spLocks noGrp="1"/>
            </p:cNvSpPr>
            <p:nvPr/>
          </p:nvSpPr>
          <p:spPr>
            <a:xfrm>
              <a:off x="1294534" y="4562288"/>
              <a:ext cx="12433" cy="40488"/>
            </a:xfrm>
            <a:custGeom>
              <a:avLst/>
              <a:gdLst/>
              <a:ahLst/>
              <a:cxnLst/>
              <a:rect l="0" t="0" r="0" b="0"/>
              <a:pathLst>
                <a:path w="12433" h="40488">
                  <a:moveTo>
                    <a:pt x="12433" y="40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4" name="Input_receptor__1793">
              <a:extLst>
                <a:ext uri="{FF2B5EF4-FFF2-40B4-BE49-F238E27FC236}">
                  <a16:creationId xmlns:a16="http://schemas.microsoft.com/office/drawing/2014/main" id="{32B663DA-0268-5DA2-7ABD-D10A0E301ABF}"/>
                </a:ext>
              </a:extLst>
            </p:cNvPr>
            <p:cNvSpPr>
              <a:spLocks noGrp="1"/>
            </p:cNvSpPr>
            <p:nvPr/>
          </p:nvSpPr>
          <p:spPr>
            <a:xfrm>
              <a:off x="788563" y="4770661"/>
              <a:ext cx="40675" cy="22339"/>
            </a:xfrm>
            <a:custGeom>
              <a:avLst/>
              <a:gdLst/>
              <a:ahLst/>
              <a:cxnLst/>
              <a:rect l="0" t="0" r="0" b="0"/>
              <a:pathLst>
                <a:path w="40675" h="22339">
                  <a:moveTo>
                    <a:pt x="40675" y="223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5" name="Input_receptor__1794">
              <a:extLst>
                <a:ext uri="{FF2B5EF4-FFF2-40B4-BE49-F238E27FC236}">
                  <a16:creationId xmlns:a16="http://schemas.microsoft.com/office/drawing/2014/main" id="{FFFCC0D2-EF8E-BBCC-25A4-F39BFE466801}"/>
                </a:ext>
              </a:extLst>
            </p:cNvPr>
            <p:cNvSpPr>
              <a:spLocks noGrp="1"/>
            </p:cNvSpPr>
            <p:nvPr/>
          </p:nvSpPr>
          <p:spPr>
            <a:xfrm>
              <a:off x="1220722" y="4566791"/>
              <a:ext cx="25975" cy="21848"/>
            </a:xfrm>
            <a:custGeom>
              <a:avLst/>
              <a:gdLst/>
              <a:ahLst/>
              <a:cxnLst/>
              <a:rect l="0" t="0" r="0" b="0"/>
              <a:pathLst>
                <a:path w="25975" h="21848">
                  <a:moveTo>
                    <a:pt x="25975" y="0"/>
                  </a:moveTo>
                  <a:lnTo>
                    <a:pt x="0" y="21848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6" name="Input_receptor__1795">
              <a:extLst>
                <a:ext uri="{FF2B5EF4-FFF2-40B4-BE49-F238E27FC236}">
                  <a16:creationId xmlns:a16="http://schemas.microsoft.com/office/drawing/2014/main" id="{BB7E863C-6E19-7C08-CB53-7AD4A9710050}"/>
                </a:ext>
              </a:extLst>
            </p:cNvPr>
            <p:cNvSpPr>
              <a:spLocks noGrp="1"/>
            </p:cNvSpPr>
            <p:nvPr/>
          </p:nvSpPr>
          <p:spPr>
            <a:xfrm>
              <a:off x="812843" y="4792999"/>
              <a:ext cx="16396" cy="42442"/>
            </a:xfrm>
            <a:custGeom>
              <a:avLst/>
              <a:gdLst/>
              <a:ahLst/>
              <a:cxnLst/>
              <a:rect l="0" t="0" r="0" b="0"/>
              <a:pathLst>
                <a:path w="16396" h="42442">
                  <a:moveTo>
                    <a:pt x="0" y="42442"/>
                  </a:moveTo>
                  <a:lnTo>
                    <a:pt x="16396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7" name="Input_receptor__1796">
              <a:extLst>
                <a:ext uri="{FF2B5EF4-FFF2-40B4-BE49-F238E27FC236}">
                  <a16:creationId xmlns:a16="http://schemas.microsoft.com/office/drawing/2014/main" id="{F7E7576F-DB3B-5FA6-B79E-D4B3091A2416}"/>
                </a:ext>
              </a:extLst>
            </p:cNvPr>
            <p:cNvSpPr>
              <a:spLocks noGrp="1"/>
            </p:cNvSpPr>
            <p:nvPr/>
          </p:nvSpPr>
          <p:spPr>
            <a:xfrm>
              <a:off x="1355991" y="4360357"/>
              <a:ext cx="38234" cy="2735"/>
            </a:xfrm>
            <a:custGeom>
              <a:avLst/>
              <a:gdLst/>
              <a:ahLst/>
              <a:cxnLst/>
              <a:rect l="0" t="0" r="0" b="0"/>
              <a:pathLst>
                <a:path w="38234" h="2735">
                  <a:moveTo>
                    <a:pt x="38234" y="0"/>
                  </a:moveTo>
                  <a:lnTo>
                    <a:pt x="0" y="2735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8" name="Input_receptor__1797">
              <a:extLst>
                <a:ext uri="{FF2B5EF4-FFF2-40B4-BE49-F238E27FC236}">
                  <a16:creationId xmlns:a16="http://schemas.microsoft.com/office/drawing/2014/main" id="{10AC7837-1F74-0AD1-2048-409F347FCCF6}"/>
                </a:ext>
              </a:extLst>
            </p:cNvPr>
            <p:cNvSpPr>
              <a:spLocks noGrp="1"/>
            </p:cNvSpPr>
            <p:nvPr/>
          </p:nvSpPr>
          <p:spPr>
            <a:xfrm>
              <a:off x="846597" y="4430333"/>
              <a:ext cx="39768" cy="16002"/>
            </a:xfrm>
            <a:custGeom>
              <a:avLst/>
              <a:gdLst/>
              <a:ahLst/>
              <a:cxnLst/>
              <a:rect l="0" t="0" r="0" b="0"/>
              <a:pathLst>
                <a:path w="39768" h="16002">
                  <a:moveTo>
                    <a:pt x="0" y="0"/>
                  </a:moveTo>
                  <a:lnTo>
                    <a:pt x="39768" y="16002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9" name="Input_receptor__1798">
              <a:extLst>
                <a:ext uri="{FF2B5EF4-FFF2-40B4-BE49-F238E27FC236}">
                  <a16:creationId xmlns:a16="http://schemas.microsoft.com/office/drawing/2014/main" id="{FBF7525F-B072-DC72-C0CA-5DB407CCB2C6}"/>
                </a:ext>
              </a:extLst>
            </p:cNvPr>
            <p:cNvSpPr>
              <a:spLocks noGrp="1"/>
            </p:cNvSpPr>
            <p:nvPr/>
          </p:nvSpPr>
          <p:spPr>
            <a:xfrm>
              <a:off x="832781" y="4604960"/>
              <a:ext cx="36738" cy="5407"/>
            </a:xfrm>
            <a:custGeom>
              <a:avLst/>
              <a:gdLst/>
              <a:ahLst/>
              <a:cxnLst/>
              <a:rect l="0" t="0" r="0" b="0"/>
              <a:pathLst>
                <a:path w="36738" h="5407">
                  <a:moveTo>
                    <a:pt x="0" y="5407"/>
                  </a:moveTo>
                  <a:lnTo>
                    <a:pt x="36738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800" name="Input_receptor__1799">
              <a:extLst>
                <a:ext uri="{FF2B5EF4-FFF2-40B4-BE49-F238E27FC236}">
                  <a16:creationId xmlns:a16="http://schemas.microsoft.com/office/drawing/2014/main" id="{BB41B335-9470-4DC8-EC0F-5D2AB68AB2D6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63427"/>
              <a:ext cx="25362" cy="40519"/>
            </a:xfrm>
            <a:custGeom>
              <a:avLst/>
              <a:gdLst/>
              <a:ahLst/>
              <a:cxnLst/>
              <a:rect l="0" t="0" r="0" b="0"/>
              <a:pathLst>
                <a:path w="25362" h="40519">
                  <a:moveTo>
                    <a:pt x="25362" y="405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1" name="Input_receptor__1800">
              <a:extLst>
                <a:ext uri="{FF2B5EF4-FFF2-40B4-BE49-F238E27FC236}">
                  <a16:creationId xmlns:a16="http://schemas.microsoft.com/office/drawing/2014/main" id="{03B0A257-D18D-BA8C-15CE-2FE29E99880B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03946"/>
              <a:ext cx="33722" cy="34274"/>
            </a:xfrm>
            <a:custGeom>
              <a:avLst/>
              <a:gdLst/>
              <a:ahLst/>
              <a:cxnLst/>
              <a:rect l="0" t="0" r="0" b="0"/>
              <a:pathLst>
                <a:path w="33722" h="34274">
                  <a:moveTo>
                    <a:pt x="0" y="34274"/>
                  </a:moveTo>
                  <a:lnTo>
                    <a:pt x="33722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2" name="Input_receptor__1801">
              <a:extLst>
                <a:ext uri="{FF2B5EF4-FFF2-40B4-BE49-F238E27FC236}">
                  <a16:creationId xmlns:a16="http://schemas.microsoft.com/office/drawing/2014/main" id="{C5222F22-0736-A829-8FEC-F0F4535AB525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7039"/>
              <a:ext cx="12541" cy="25966"/>
            </a:xfrm>
            <a:custGeom>
              <a:avLst/>
              <a:gdLst/>
              <a:ahLst/>
              <a:cxnLst/>
              <a:rect l="0" t="0" r="0" b="0"/>
              <a:pathLst>
                <a:path w="12541" h="25966">
                  <a:moveTo>
                    <a:pt x="12541" y="0"/>
                  </a:moveTo>
                  <a:lnTo>
                    <a:pt x="0" y="25966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3" name="Input_receptor__1802">
              <a:extLst>
                <a:ext uri="{FF2B5EF4-FFF2-40B4-BE49-F238E27FC236}">
                  <a16:creationId xmlns:a16="http://schemas.microsoft.com/office/drawing/2014/main" id="{0B2CBF3B-E98D-6FC7-B4DC-EF7939D8B960}"/>
                </a:ext>
              </a:extLst>
            </p:cNvPr>
            <p:cNvSpPr>
              <a:spLocks noGrp="1"/>
            </p:cNvSpPr>
            <p:nvPr/>
          </p:nvSpPr>
          <p:spPr>
            <a:xfrm>
              <a:off x="711296" y="4611494"/>
              <a:ext cx="39461" cy="27661"/>
            </a:xfrm>
            <a:custGeom>
              <a:avLst/>
              <a:gdLst/>
              <a:ahLst/>
              <a:cxnLst/>
              <a:rect l="0" t="0" r="0" b="0"/>
              <a:pathLst>
                <a:path w="39461" h="27661">
                  <a:moveTo>
                    <a:pt x="0" y="27661"/>
                  </a:moveTo>
                  <a:lnTo>
                    <a:pt x="39461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4" name="Input_receptor__1803">
              <a:extLst>
                <a:ext uri="{FF2B5EF4-FFF2-40B4-BE49-F238E27FC236}">
                  <a16:creationId xmlns:a16="http://schemas.microsoft.com/office/drawing/2014/main" id="{622A0F8F-34FD-6592-0B47-C93C7E5B3493}"/>
                </a:ext>
              </a:extLst>
            </p:cNvPr>
            <p:cNvSpPr>
              <a:spLocks noGrp="1"/>
            </p:cNvSpPr>
            <p:nvPr/>
          </p:nvSpPr>
          <p:spPr>
            <a:xfrm>
              <a:off x="666392" y="4621876"/>
              <a:ext cx="44904" cy="17279"/>
            </a:xfrm>
            <a:custGeom>
              <a:avLst/>
              <a:gdLst/>
              <a:ahLst/>
              <a:cxnLst/>
              <a:rect l="0" t="0" r="0" b="0"/>
              <a:pathLst>
                <a:path w="44904" h="17279">
                  <a:moveTo>
                    <a:pt x="0" y="0"/>
                  </a:moveTo>
                  <a:lnTo>
                    <a:pt x="44904" y="17279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5" name="Input_receptor__1804">
              <a:extLst>
                <a:ext uri="{FF2B5EF4-FFF2-40B4-BE49-F238E27FC236}">
                  <a16:creationId xmlns:a16="http://schemas.microsoft.com/office/drawing/2014/main" id="{86221B94-6404-34EA-2F7A-A23C475DDEB6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419224"/>
              <a:ext cx="47555" cy="357"/>
            </a:xfrm>
            <a:custGeom>
              <a:avLst/>
              <a:gdLst/>
              <a:ahLst/>
              <a:cxnLst/>
              <a:rect l="0" t="0" r="0" b="0"/>
              <a:pathLst>
                <a:path w="47555" h="357">
                  <a:moveTo>
                    <a:pt x="0" y="357"/>
                  </a:moveTo>
                  <a:lnTo>
                    <a:pt x="47555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6" name="Input_receptor__1805">
              <a:extLst>
                <a:ext uri="{FF2B5EF4-FFF2-40B4-BE49-F238E27FC236}">
                  <a16:creationId xmlns:a16="http://schemas.microsoft.com/office/drawing/2014/main" id="{A3F23D5A-D749-F140-C0A3-A58EA7D193A2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40848"/>
              <a:ext cx="21380" cy="43025"/>
            </a:xfrm>
            <a:custGeom>
              <a:avLst/>
              <a:gdLst/>
              <a:ahLst/>
              <a:cxnLst/>
              <a:rect l="0" t="0" r="0" b="0"/>
              <a:pathLst>
                <a:path w="21380" h="43025">
                  <a:moveTo>
                    <a:pt x="0" y="0"/>
                  </a:moveTo>
                  <a:lnTo>
                    <a:pt x="21380" y="43025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7" name="Input_receptor__1806">
              <a:extLst>
                <a:ext uri="{FF2B5EF4-FFF2-40B4-BE49-F238E27FC236}">
                  <a16:creationId xmlns:a16="http://schemas.microsoft.com/office/drawing/2014/main" id="{3885872E-17A0-8F73-3E2F-5172E96ACD55}"/>
                </a:ext>
              </a:extLst>
            </p:cNvPr>
            <p:cNvSpPr>
              <a:spLocks noGrp="1"/>
            </p:cNvSpPr>
            <p:nvPr/>
          </p:nvSpPr>
          <p:spPr>
            <a:xfrm>
              <a:off x="716292" y="4793738"/>
              <a:ext cx="13129" cy="46531"/>
            </a:xfrm>
            <a:custGeom>
              <a:avLst/>
              <a:gdLst/>
              <a:ahLst/>
              <a:cxnLst/>
              <a:rect l="0" t="0" r="0" b="0"/>
              <a:pathLst>
                <a:path w="13129" h="46531">
                  <a:moveTo>
                    <a:pt x="0" y="0"/>
                  </a:moveTo>
                  <a:lnTo>
                    <a:pt x="13129" y="46531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8" name="Input_receptor__1807">
              <a:extLst>
                <a:ext uri="{FF2B5EF4-FFF2-40B4-BE49-F238E27FC236}">
                  <a16:creationId xmlns:a16="http://schemas.microsoft.com/office/drawing/2014/main" id="{19E272BE-76A7-88CF-3F13-1971FFC4A4E3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491752"/>
              <a:ext cx="15458" cy="14608"/>
            </a:xfrm>
            <a:custGeom>
              <a:avLst/>
              <a:gdLst/>
              <a:ahLst/>
              <a:cxnLst/>
              <a:rect l="0" t="0" r="0" b="0"/>
              <a:pathLst>
                <a:path w="15458" h="14608">
                  <a:moveTo>
                    <a:pt x="15458" y="0"/>
                  </a:moveTo>
                  <a:lnTo>
                    <a:pt x="0" y="14608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9" name="Input_receptor__1808">
              <a:extLst>
                <a:ext uri="{FF2B5EF4-FFF2-40B4-BE49-F238E27FC236}">
                  <a16:creationId xmlns:a16="http://schemas.microsoft.com/office/drawing/2014/main" id="{D4FECB58-A678-A0E6-CA0D-53CBF8F61C51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5402"/>
              <a:ext cx="21933" cy="9998"/>
            </a:xfrm>
            <a:custGeom>
              <a:avLst/>
              <a:gdLst/>
              <a:ahLst/>
              <a:cxnLst/>
              <a:rect l="0" t="0" r="0" b="0"/>
              <a:pathLst>
                <a:path w="21933" h="9998">
                  <a:moveTo>
                    <a:pt x="0" y="9998"/>
                  </a:moveTo>
                  <a:lnTo>
                    <a:pt x="21933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10" name="Input_receptor__1809">
              <a:extLst>
                <a:ext uri="{FF2B5EF4-FFF2-40B4-BE49-F238E27FC236}">
                  <a16:creationId xmlns:a16="http://schemas.microsoft.com/office/drawing/2014/main" id="{35E781AE-AE10-2B30-ED1C-802A5A3E86CD}"/>
                </a:ext>
              </a:extLst>
            </p:cNvPr>
            <p:cNvSpPr>
              <a:spLocks noGrp="1"/>
            </p:cNvSpPr>
            <p:nvPr/>
          </p:nvSpPr>
          <p:spPr>
            <a:xfrm>
              <a:off x="886365" y="4415887"/>
              <a:ext cx="37677" cy="30447"/>
            </a:xfrm>
            <a:custGeom>
              <a:avLst/>
              <a:gdLst/>
              <a:ahLst/>
              <a:cxnLst/>
              <a:rect l="0" t="0" r="0" b="0"/>
              <a:pathLst>
                <a:path w="37677" h="30447">
                  <a:moveTo>
                    <a:pt x="0" y="30447"/>
                  </a:moveTo>
                  <a:lnTo>
                    <a:pt x="37677" y="0"/>
                  </a:lnTo>
                </a:path>
              </a:pathLst>
            </a:custGeom>
            <a:noFill/>
            <a:ln w="8096">
              <a:solidFill>
                <a:srgbClr val="A3B2BD"/>
              </a:solidFill>
            </a:ln>
          </p:spPr>
        </p:sp>
        <p:sp>
          <p:nvSpPr>
            <p:cNvPr id="1811" name="Input_receptor__1810">
              <a:extLst>
                <a:ext uri="{FF2B5EF4-FFF2-40B4-BE49-F238E27FC236}">
                  <a16:creationId xmlns:a16="http://schemas.microsoft.com/office/drawing/2014/main" id="{3B040454-0891-C991-B1CB-BE67B9446699}"/>
                </a:ext>
              </a:extLst>
            </p:cNvPr>
            <p:cNvSpPr>
              <a:spLocks noGrp="1"/>
            </p:cNvSpPr>
            <p:nvPr/>
          </p:nvSpPr>
          <p:spPr>
            <a:xfrm>
              <a:off x="1228858" y="4510645"/>
              <a:ext cx="46550" cy="940"/>
            </a:xfrm>
            <a:custGeom>
              <a:avLst/>
              <a:gdLst/>
              <a:ahLst/>
              <a:cxnLst/>
              <a:rect l="0" t="0" r="0" b="0"/>
              <a:pathLst>
                <a:path w="46550" h="940">
                  <a:moveTo>
                    <a:pt x="46550" y="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2BD"/>
              </a:solidFill>
            </a:ln>
          </p:spPr>
        </p:sp>
        <p:sp>
          <p:nvSpPr>
            <p:cNvPr id="1812" name="Input_receptor__1811">
              <a:extLst>
                <a:ext uri="{FF2B5EF4-FFF2-40B4-BE49-F238E27FC236}">
                  <a16:creationId xmlns:a16="http://schemas.microsoft.com/office/drawing/2014/main" id="{D39C7339-2676-EEC9-B0B6-5818BB126F45}"/>
                </a:ext>
              </a:extLst>
            </p:cNvPr>
            <p:cNvSpPr>
              <a:spLocks noGrp="1"/>
            </p:cNvSpPr>
            <p:nvPr/>
          </p:nvSpPr>
          <p:spPr>
            <a:xfrm>
              <a:off x="1174538" y="4588639"/>
              <a:ext cx="46183" cy="10398"/>
            </a:xfrm>
            <a:custGeom>
              <a:avLst/>
              <a:gdLst/>
              <a:ahLst/>
              <a:cxnLst/>
              <a:rect l="0" t="0" r="0" b="0"/>
              <a:pathLst>
                <a:path w="46183" h="10398">
                  <a:moveTo>
                    <a:pt x="46183" y="0"/>
                  </a:moveTo>
                  <a:lnTo>
                    <a:pt x="0" y="10398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3" name="Input_receptor__1812">
              <a:extLst>
                <a:ext uri="{FF2B5EF4-FFF2-40B4-BE49-F238E27FC236}">
                  <a16:creationId xmlns:a16="http://schemas.microsoft.com/office/drawing/2014/main" id="{C5737410-1541-3AEC-B20C-A1FE8B30093E}"/>
                </a:ext>
              </a:extLst>
            </p:cNvPr>
            <p:cNvSpPr>
              <a:spLocks noGrp="1"/>
            </p:cNvSpPr>
            <p:nvPr/>
          </p:nvSpPr>
          <p:spPr>
            <a:xfrm>
              <a:off x="1275408" y="4468775"/>
              <a:ext cx="20276" cy="42811"/>
            </a:xfrm>
            <a:custGeom>
              <a:avLst/>
              <a:gdLst/>
              <a:ahLst/>
              <a:cxnLst/>
              <a:rect l="0" t="0" r="0" b="0"/>
              <a:pathLst>
                <a:path w="20276" h="42811">
                  <a:moveTo>
                    <a:pt x="20276" y="0"/>
                  </a:moveTo>
                  <a:lnTo>
                    <a:pt x="0" y="42811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4" name="Input_receptor__1813">
              <a:extLst>
                <a:ext uri="{FF2B5EF4-FFF2-40B4-BE49-F238E27FC236}">
                  <a16:creationId xmlns:a16="http://schemas.microsoft.com/office/drawing/2014/main" id="{596C0892-9216-D8B7-F468-FA0EE445DA53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842317"/>
              <a:ext cx="33368" cy="952"/>
            </a:xfrm>
            <a:custGeom>
              <a:avLst/>
              <a:gdLst/>
              <a:ahLst/>
              <a:cxnLst/>
              <a:rect l="0" t="0" r="0" b="0"/>
              <a:pathLst>
                <a:path w="33368" h="952">
                  <a:moveTo>
                    <a:pt x="33368" y="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5" name="Input_receptor__1814">
              <a:extLst>
                <a:ext uri="{FF2B5EF4-FFF2-40B4-BE49-F238E27FC236}">
                  <a16:creationId xmlns:a16="http://schemas.microsoft.com/office/drawing/2014/main" id="{F72F1EDF-502A-20CC-2F1A-E10220662321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23853"/>
              <a:ext cx="5614" cy="39574"/>
            </a:xfrm>
            <a:custGeom>
              <a:avLst/>
              <a:gdLst/>
              <a:ahLst/>
              <a:cxnLst/>
              <a:rect l="0" t="0" r="0" b="0"/>
              <a:pathLst>
                <a:path w="5614" h="39574">
                  <a:moveTo>
                    <a:pt x="0" y="39574"/>
                  </a:moveTo>
                  <a:lnTo>
                    <a:pt x="5614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6" name="Input_receptor__1815">
              <a:extLst>
                <a:ext uri="{FF2B5EF4-FFF2-40B4-BE49-F238E27FC236}">
                  <a16:creationId xmlns:a16="http://schemas.microsoft.com/office/drawing/2014/main" id="{751A4736-7BFE-2563-2EF6-9F0C14BB9A8F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310689"/>
              <a:ext cx="5836" cy="2542"/>
            </a:xfrm>
            <a:custGeom>
              <a:avLst/>
              <a:gdLst/>
              <a:ahLst/>
              <a:cxnLst/>
              <a:rect l="0" t="0" r="0" b="0"/>
              <a:pathLst>
                <a:path w="5836" h="2542">
                  <a:moveTo>
                    <a:pt x="0" y="0"/>
                  </a:moveTo>
                  <a:lnTo>
                    <a:pt x="5836" y="2542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7" name="Input_receptor__1816">
              <a:extLst>
                <a:ext uri="{FF2B5EF4-FFF2-40B4-BE49-F238E27FC236}">
                  <a16:creationId xmlns:a16="http://schemas.microsoft.com/office/drawing/2014/main" id="{6E1331F0-BA6F-123A-9C5D-7B0A1B916614}"/>
                </a:ext>
              </a:extLst>
            </p:cNvPr>
            <p:cNvSpPr>
              <a:spLocks noGrp="1"/>
            </p:cNvSpPr>
            <p:nvPr/>
          </p:nvSpPr>
          <p:spPr>
            <a:xfrm>
              <a:off x="1212946" y="4715887"/>
              <a:ext cx="7989" cy="9156"/>
            </a:xfrm>
            <a:custGeom>
              <a:avLst/>
              <a:gdLst/>
              <a:ahLst/>
              <a:cxnLst/>
              <a:rect l="0" t="0" r="0" b="0"/>
              <a:pathLst>
                <a:path w="7989" h="9156">
                  <a:moveTo>
                    <a:pt x="7989" y="0"/>
                  </a:moveTo>
                  <a:lnTo>
                    <a:pt x="0" y="915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8" name="Input_receptor__1817">
              <a:extLst>
                <a:ext uri="{FF2B5EF4-FFF2-40B4-BE49-F238E27FC236}">
                  <a16:creationId xmlns:a16="http://schemas.microsoft.com/office/drawing/2014/main" id="{4900340C-B6D4-8BDB-E723-11F4AF99201C}"/>
                </a:ext>
              </a:extLst>
            </p:cNvPr>
            <p:cNvSpPr>
              <a:spLocks noGrp="1"/>
            </p:cNvSpPr>
            <p:nvPr/>
          </p:nvSpPr>
          <p:spPr>
            <a:xfrm>
              <a:off x="868001" y="4669528"/>
              <a:ext cx="37721" cy="8720"/>
            </a:xfrm>
            <a:custGeom>
              <a:avLst/>
              <a:gdLst/>
              <a:ahLst/>
              <a:cxnLst/>
              <a:rect l="0" t="0" r="0" b="0"/>
              <a:pathLst>
                <a:path w="37721" h="8720">
                  <a:moveTo>
                    <a:pt x="0" y="0"/>
                  </a:moveTo>
                  <a:lnTo>
                    <a:pt x="37721" y="872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9" name="Input_receptor__1818">
              <a:extLst>
                <a:ext uri="{FF2B5EF4-FFF2-40B4-BE49-F238E27FC236}">
                  <a16:creationId xmlns:a16="http://schemas.microsoft.com/office/drawing/2014/main" id="{0F801042-8DFB-C14B-7C55-C03737BBE6B9}"/>
                </a:ext>
              </a:extLst>
            </p:cNvPr>
            <p:cNvSpPr>
              <a:spLocks noGrp="1"/>
            </p:cNvSpPr>
            <p:nvPr/>
          </p:nvSpPr>
          <p:spPr>
            <a:xfrm>
              <a:off x="629903" y="4621876"/>
              <a:ext cx="36488" cy="21373"/>
            </a:xfrm>
            <a:custGeom>
              <a:avLst/>
              <a:gdLst/>
              <a:ahLst/>
              <a:cxnLst/>
              <a:rect l="0" t="0" r="0" b="0"/>
              <a:pathLst>
                <a:path w="36488" h="21373">
                  <a:moveTo>
                    <a:pt x="0" y="21373"/>
                  </a:moveTo>
                  <a:lnTo>
                    <a:pt x="36488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0" name="Input_receptor__1819">
              <a:extLst>
                <a:ext uri="{FF2B5EF4-FFF2-40B4-BE49-F238E27FC236}">
                  <a16:creationId xmlns:a16="http://schemas.microsoft.com/office/drawing/2014/main" id="{B1734D62-E696-E269-C518-4628BFC82BE8}"/>
                </a:ext>
              </a:extLst>
            </p:cNvPr>
            <p:cNvSpPr>
              <a:spLocks noGrp="1"/>
            </p:cNvSpPr>
            <p:nvPr/>
          </p:nvSpPr>
          <p:spPr>
            <a:xfrm>
              <a:off x="1197962" y="4510645"/>
              <a:ext cx="30896" cy="25466"/>
            </a:xfrm>
            <a:custGeom>
              <a:avLst/>
              <a:gdLst/>
              <a:ahLst/>
              <a:cxnLst/>
              <a:rect l="0" t="0" r="0" b="0"/>
              <a:pathLst>
                <a:path w="30896" h="25466">
                  <a:moveTo>
                    <a:pt x="30896" y="0"/>
                  </a:moveTo>
                  <a:lnTo>
                    <a:pt x="0" y="2546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1" name="Input_receptor__1820">
              <a:extLst>
                <a:ext uri="{FF2B5EF4-FFF2-40B4-BE49-F238E27FC236}">
                  <a16:creationId xmlns:a16="http://schemas.microsoft.com/office/drawing/2014/main" id="{941C6A4A-33DC-32DE-7F00-EEC9B617C3A4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59769"/>
              <a:ext cx="27662" cy="39031"/>
            </a:xfrm>
            <a:custGeom>
              <a:avLst/>
              <a:gdLst/>
              <a:ahLst/>
              <a:cxnLst/>
              <a:rect l="0" t="0" r="0" b="0"/>
              <a:pathLst>
                <a:path w="27662" h="39031">
                  <a:moveTo>
                    <a:pt x="0" y="39031"/>
                  </a:moveTo>
                  <a:lnTo>
                    <a:pt x="27662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2" name="Input_receptor__1821">
              <a:extLst>
                <a:ext uri="{FF2B5EF4-FFF2-40B4-BE49-F238E27FC236}">
                  <a16:creationId xmlns:a16="http://schemas.microsoft.com/office/drawing/2014/main" id="{31F4284E-775A-7B1A-B690-4AA44712C092}"/>
                </a:ext>
              </a:extLst>
            </p:cNvPr>
            <p:cNvSpPr>
              <a:spLocks noGrp="1"/>
            </p:cNvSpPr>
            <p:nvPr/>
          </p:nvSpPr>
          <p:spPr>
            <a:xfrm>
              <a:off x="1176246" y="4657733"/>
              <a:ext cx="14121" cy="10889"/>
            </a:xfrm>
            <a:custGeom>
              <a:avLst/>
              <a:gdLst/>
              <a:ahLst/>
              <a:cxnLst/>
              <a:rect l="0" t="0" r="0" b="0"/>
              <a:pathLst>
                <a:path w="14121" h="10889">
                  <a:moveTo>
                    <a:pt x="14121" y="0"/>
                  </a:moveTo>
                  <a:lnTo>
                    <a:pt x="0" y="10889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3" name="Input_receptor__1822">
              <a:extLst>
                <a:ext uri="{FF2B5EF4-FFF2-40B4-BE49-F238E27FC236}">
                  <a16:creationId xmlns:a16="http://schemas.microsoft.com/office/drawing/2014/main" id="{6413C9D4-DA1B-3DE0-4BA5-47F556903B61}"/>
                </a:ext>
              </a:extLst>
            </p:cNvPr>
            <p:cNvSpPr>
              <a:spLocks noGrp="1"/>
            </p:cNvSpPr>
            <p:nvPr/>
          </p:nvSpPr>
          <p:spPr>
            <a:xfrm>
              <a:off x="837651" y="4661788"/>
              <a:ext cx="30351" cy="7740"/>
            </a:xfrm>
            <a:custGeom>
              <a:avLst/>
              <a:gdLst/>
              <a:ahLst/>
              <a:cxnLst/>
              <a:rect l="0" t="0" r="0" b="0"/>
              <a:pathLst>
                <a:path w="30351" h="7740">
                  <a:moveTo>
                    <a:pt x="0" y="0"/>
                  </a:moveTo>
                  <a:lnTo>
                    <a:pt x="30351" y="774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4" name="Input_receptor__1823">
              <a:extLst>
                <a:ext uri="{FF2B5EF4-FFF2-40B4-BE49-F238E27FC236}">
                  <a16:creationId xmlns:a16="http://schemas.microsoft.com/office/drawing/2014/main" id="{5F54BC9D-1907-66ED-279B-E7951D071B86}"/>
                </a:ext>
              </a:extLst>
            </p:cNvPr>
            <p:cNvSpPr>
              <a:spLocks noGrp="1"/>
            </p:cNvSpPr>
            <p:nvPr/>
          </p:nvSpPr>
          <p:spPr>
            <a:xfrm>
              <a:off x="1126454" y="4696242"/>
              <a:ext cx="10555" cy="23610"/>
            </a:xfrm>
            <a:custGeom>
              <a:avLst/>
              <a:gdLst/>
              <a:ahLst/>
              <a:cxnLst/>
              <a:rect l="0" t="0" r="0" b="0"/>
              <a:pathLst>
                <a:path w="10555" h="23610">
                  <a:moveTo>
                    <a:pt x="10555" y="0"/>
                  </a:moveTo>
                  <a:lnTo>
                    <a:pt x="0" y="2361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5" name="Input_receptor__1824">
              <a:extLst>
                <a:ext uri="{FF2B5EF4-FFF2-40B4-BE49-F238E27FC236}">
                  <a16:creationId xmlns:a16="http://schemas.microsoft.com/office/drawing/2014/main" id="{024B2169-0B0F-D3B4-0D9B-22AE9538B9F1}"/>
                </a:ext>
              </a:extLst>
            </p:cNvPr>
            <p:cNvSpPr>
              <a:spLocks noGrp="1"/>
            </p:cNvSpPr>
            <p:nvPr/>
          </p:nvSpPr>
          <p:spPr>
            <a:xfrm>
              <a:off x="1306967" y="4602776"/>
              <a:ext cx="39800" cy="12230"/>
            </a:xfrm>
            <a:custGeom>
              <a:avLst/>
              <a:gdLst/>
              <a:ahLst/>
              <a:cxnLst/>
              <a:rect l="0" t="0" r="0" b="0"/>
              <a:pathLst>
                <a:path w="39800" h="12230">
                  <a:moveTo>
                    <a:pt x="39800" y="122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6" name="Input_receptor__1825">
              <a:extLst>
                <a:ext uri="{FF2B5EF4-FFF2-40B4-BE49-F238E27FC236}">
                  <a16:creationId xmlns:a16="http://schemas.microsoft.com/office/drawing/2014/main" id="{0CCE5756-CB0D-5A25-EE5F-F48532660221}"/>
                </a:ext>
              </a:extLst>
            </p:cNvPr>
            <p:cNvSpPr>
              <a:spLocks noGrp="1"/>
            </p:cNvSpPr>
            <p:nvPr/>
          </p:nvSpPr>
          <p:spPr>
            <a:xfrm>
              <a:off x="1486447" y="4159769"/>
              <a:ext cx="39840" cy="27270"/>
            </a:xfrm>
            <a:custGeom>
              <a:avLst/>
              <a:gdLst/>
              <a:ahLst/>
              <a:cxnLst/>
              <a:rect l="0" t="0" r="0" b="0"/>
              <a:pathLst>
                <a:path w="39840" h="27270">
                  <a:moveTo>
                    <a:pt x="0" y="0"/>
                  </a:moveTo>
                  <a:lnTo>
                    <a:pt x="39840" y="2727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7" name="Input_receptor__1826">
              <a:extLst>
                <a:ext uri="{FF2B5EF4-FFF2-40B4-BE49-F238E27FC236}">
                  <a16:creationId xmlns:a16="http://schemas.microsoft.com/office/drawing/2014/main" id="{3B07FC6C-779E-A5FC-4F24-1E36A6024AB2}"/>
                </a:ext>
              </a:extLst>
            </p:cNvPr>
            <p:cNvSpPr>
              <a:spLocks noGrp="1"/>
            </p:cNvSpPr>
            <p:nvPr/>
          </p:nvSpPr>
          <p:spPr>
            <a:xfrm>
              <a:off x="1015269" y="4491752"/>
              <a:ext cx="45437" cy="2325"/>
            </a:xfrm>
            <a:custGeom>
              <a:avLst/>
              <a:gdLst/>
              <a:ahLst/>
              <a:cxnLst/>
              <a:rect l="0" t="0" r="0" b="0"/>
              <a:pathLst>
                <a:path w="45437" h="2325">
                  <a:moveTo>
                    <a:pt x="45437" y="2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8" name="Input_receptor__1827">
              <a:extLst>
                <a:ext uri="{FF2B5EF4-FFF2-40B4-BE49-F238E27FC236}">
                  <a16:creationId xmlns:a16="http://schemas.microsoft.com/office/drawing/2014/main" id="{7818F5D8-28B6-0BEF-E215-E044DEFF90D8}"/>
                </a:ext>
              </a:extLst>
            </p:cNvPr>
            <p:cNvSpPr>
              <a:spLocks noGrp="1"/>
            </p:cNvSpPr>
            <p:nvPr/>
          </p:nvSpPr>
          <p:spPr>
            <a:xfrm>
              <a:off x="1153242" y="4536111"/>
              <a:ext cx="44720" cy="6716"/>
            </a:xfrm>
            <a:custGeom>
              <a:avLst/>
              <a:gdLst/>
              <a:ahLst/>
              <a:cxnLst/>
              <a:rect l="0" t="0" r="0" b="0"/>
              <a:pathLst>
                <a:path w="44720" h="6716">
                  <a:moveTo>
                    <a:pt x="44720" y="0"/>
                  </a:moveTo>
                  <a:lnTo>
                    <a:pt x="0" y="6716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29" name="Input_receptor__1828">
              <a:extLst>
                <a:ext uri="{FF2B5EF4-FFF2-40B4-BE49-F238E27FC236}">
                  <a16:creationId xmlns:a16="http://schemas.microsoft.com/office/drawing/2014/main" id="{02C227E3-B20C-91E3-CFF9-E6AD93CFD9F4}"/>
                </a:ext>
              </a:extLst>
            </p:cNvPr>
            <p:cNvSpPr>
              <a:spLocks noGrp="1"/>
            </p:cNvSpPr>
            <p:nvPr/>
          </p:nvSpPr>
          <p:spPr>
            <a:xfrm>
              <a:off x="839474" y="4534711"/>
              <a:ext cx="29058" cy="8846"/>
            </a:xfrm>
            <a:custGeom>
              <a:avLst/>
              <a:gdLst/>
              <a:ahLst/>
              <a:cxnLst/>
              <a:rect l="0" t="0" r="0" b="0"/>
              <a:pathLst>
                <a:path w="29058" h="8846">
                  <a:moveTo>
                    <a:pt x="29058" y="0"/>
                  </a:moveTo>
                  <a:lnTo>
                    <a:pt x="0" y="8846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30" name="Input_receptor__1829">
              <a:extLst>
                <a:ext uri="{FF2B5EF4-FFF2-40B4-BE49-F238E27FC236}">
                  <a16:creationId xmlns:a16="http://schemas.microsoft.com/office/drawing/2014/main" id="{2D568C81-2CC1-ED30-9E51-AC68036CCD3A}"/>
                </a:ext>
              </a:extLst>
            </p:cNvPr>
            <p:cNvSpPr>
              <a:spLocks noGrp="1"/>
            </p:cNvSpPr>
            <p:nvPr/>
          </p:nvSpPr>
          <p:spPr>
            <a:xfrm>
              <a:off x="1147713" y="4599036"/>
              <a:ext cx="26826" cy="17452"/>
            </a:xfrm>
            <a:custGeom>
              <a:avLst/>
              <a:gdLst/>
              <a:ahLst/>
              <a:cxnLst/>
              <a:rect l="0" t="0" r="0" b="0"/>
              <a:pathLst>
                <a:path w="26826" h="17452">
                  <a:moveTo>
                    <a:pt x="26826" y="0"/>
                  </a:moveTo>
                  <a:lnTo>
                    <a:pt x="0" y="17452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31" name="Input_receptor__1830">
              <a:extLst>
                <a:ext uri="{FF2B5EF4-FFF2-40B4-BE49-F238E27FC236}">
                  <a16:creationId xmlns:a16="http://schemas.microsoft.com/office/drawing/2014/main" id="{49A8A44D-371E-9B83-0142-F55ECED27260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38220"/>
              <a:ext cx="1097" cy="3547"/>
            </a:xfrm>
            <a:custGeom>
              <a:avLst/>
              <a:gdLst/>
              <a:ahLst/>
              <a:cxnLst/>
              <a:rect l="0" t="0" r="0" b="0"/>
              <a:pathLst>
                <a:path w="1097" h="3547">
                  <a:moveTo>
                    <a:pt x="1097" y="35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3BE"/>
              </a:solidFill>
            </a:ln>
          </p:spPr>
        </p:sp>
        <p:sp>
          <p:nvSpPr>
            <p:cNvPr id="1832" name="Input_receptor__1831">
              <a:extLst>
                <a:ext uri="{FF2B5EF4-FFF2-40B4-BE49-F238E27FC236}">
                  <a16:creationId xmlns:a16="http://schemas.microsoft.com/office/drawing/2014/main" id="{07979B5F-7720-5CA9-A5AA-F5B3674BFED8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18739"/>
              <a:ext cx="1395" cy="22109"/>
            </a:xfrm>
            <a:custGeom>
              <a:avLst/>
              <a:gdLst/>
              <a:ahLst/>
              <a:cxnLst/>
              <a:rect l="0" t="0" r="0" b="0"/>
              <a:pathLst>
                <a:path w="1395" h="22109">
                  <a:moveTo>
                    <a:pt x="1395" y="0"/>
                  </a:moveTo>
                  <a:lnTo>
                    <a:pt x="0" y="22109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3" name="Input_receptor__1832">
              <a:extLst>
                <a:ext uri="{FF2B5EF4-FFF2-40B4-BE49-F238E27FC236}">
                  <a16:creationId xmlns:a16="http://schemas.microsoft.com/office/drawing/2014/main" id="{B607E555-DD63-FEC8-DE58-A87D38E2421A}"/>
                </a:ext>
              </a:extLst>
            </p:cNvPr>
            <p:cNvSpPr>
              <a:spLocks noGrp="1"/>
            </p:cNvSpPr>
            <p:nvPr/>
          </p:nvSpPr>
          <p:spPr>
            <a:xfrm>
              <a:off x="1436107" y="4270916"/>
              <a:ext cx="21573" cy="13179"/>
            </a:xfrm>
            <a:custGeom>
              <a:avLst/>
              <a:gdLst/>
              <a:ahLst/>
              <a:cxnLst/>
              <a:rect l="0" t="0" r="0" b="0"/>
              <a:pathLst>
                <a:path w="21573" h="13179">
                  <a:moveTo>
                    <a:pt x="21573" y="0"/>
                  </a:moveTo>
                  <a:lnTo>
                    <a:pt x="0" y="13179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4" name="Input_receptor__1833">
              <a:extLst>
                <a:ext uri="{FF2B5EF4-FFF2-40B4-BE49-F238E27FC236}">
                  <a16:creationId xmlns:a16="http://schemas.microsoft.com/office/drawing/2014/main" id="{E32F56E1-65EE-BEE2-A7B3-0E8B92275DCD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70661"/>
              <a:ext cx="876" cy="22694"/>
            </a:xfrm>
            <a:custGeom>
              <a:avLst/>
              <a:gdLst/>
              <a:ahLst/>
              <a:cxnLst/>
              <a:rect l="0" t="0" r="0" b="0"/>
              <a:pathLst>
                <a:path w="876" h="22694">
                  <a:moveTo>
                    <a:pt x="876" y="0"/>
                  </a:moveTo>
                  <a:lnTo>
                    <a:pt x="0" y="22694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5" name="Input_receptor__1834">
              <a:extLst>
                <a:ext uri="{FF2B5EF4-FFF2-40B4-BE49-F238E27FC236}">
                  <a16:creationId xmlns:a16="http://schemas.microsoft.com/office/drawing/2014/main" id="{8A65B53B-2A70-DE8D-7EBC-77EC70840704}"/>
                </a:ext>
              </a:extLst>
            </p:cNvPr>
            <p:cNvSpPr>
              <a:spLocks noGrp="1"/>
            </p:cNvSpPr>
            <p:nvPr/>
          </p:nvSpPr>
          <p:spPr>
            <a:xfrm>
              <a:off x="1295684" y="4468775"/>
              <a:ext cx="26591" cy="702"/>
            </a:xfrm>
            <a:custGeom>
              <a:avLst/>
              <a:gdLst/>
              <a:ahLst/>
              <a:cxnLst/>
              <a:rect l="0" t="0" r="0" b="0"/>
              <a:pathLst>
                <a:path w="26591" h="702">
                  <a:moveTo>
                    <a:pt x="26591" y="7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6" name="Input_receptor__1835">
              <a:extLst>
                <a:ext uri="{FF2B5EF4-FFF2-40B4-BE49-F238E27FC236}">
                  <a16:creationId xmlns:a16="http://schemas.microsoft.com/office/drawing/2014/main" id="{E8C3E179-C920-4860-01A9-71409945D666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398800"/>
              <a:ext cx="21130" cy="35222"/>
            </a:xfrm>
            <a:custGeom>
              <a:avLst/>
              <a:gdLst/>
              <a:ahLst/>
              <a:cxnLst/>
              <a:rect l="0" t="0" r="0" b="0"/>
              <a:pathLst>
                <a:path w="21130" h="35222">
                  <a:moveTo>
                    <a:pt x="0" y="35222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7" name="Input_receptor__1836">
              <a:extLst>
                <a:ext uri="{FF2B5EF4-FFF2-40B4-BE49-F238E27FC236}">
                  <a16:creationId xmlns:a16="http://schemas.microsoft.com/office/drawing/2014/main" id="{EB6EBC15-9CED-8CF9-4040-300579E95A36}"/>
                </a:ext>
              </a:extLst>
            </p:cNvPr>
            <p:cNvSpPr>
              <a:spLocks noGrp="1"/>
            </p:cNvSpPr>
            <p:nvPr/>
          </p:nvSpPr>
          <p:spPr>
            <a:xfrm>
              <a:off x="1397475" y="4399546"/>
              <a:ext cx="11669" cy="19679"/>
            </a:xfrm>
            <a:custGeom>
              <a:avLst/>
              <a:gdLst/>
              <a:ahLst/>
              <a:cxnLst/>
              <a:rect l="0" t="0" r="0" b="0"/>
              <a:pathLst>
                <a:path w="11669" h="19679">
                  <a:moveTo>
                    <a:pt x="0" y="19679"/>
                  </a:moveTo>
                  <a:lnTo>
                    <a:pt x="11669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8" name="Input_receptor__1837">
              <a:extLst>
                <a:ext uri="{FF2B5EF4-FFF2-40B4-BE49-F238E27FC236}">
                  <a16:creationId xmlns:a16="http://schemas.microsoft.com/office/drawing/2014/main" id="{5E913965-5324-C098-6B33-83C7FF59952E}"/>
                </a:ext>
              </a:extLst>
            </p:cNvPr>
            <p:cNvSpPr>
              <a:spLocks noGrp="1"/>
            </p:cNvSpPr>
            <p:nvPr/>
          </p:nvSpPr>
          <p:spPr>
            <a:xfrm>
              <a:off x="1060706" y="4494077"/>
              <a:ext cx="35310" cy="2934"/>
            </a:xfrm>
            <a:custGeom>
              <a:avLst/>
              <a:gdLst/>
              <a:ahLst/>
              <a:cxnLst/>
              <a:rect l="0" t="0" r="0" b="0"/>
              <a:pathLst>
                <a:path w="35310" h="2934">
                  <a:moveTo>
                    <a:pt x="35310" y="29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9" name="Input_receptor__1838">
              <a:extLst>
                <a:ext uri="{FF2B5EF4-FFF2-40B4-BE49-F238E27FC236}">
                  <a16:creationId xmlns:a16="http://schemas.microsoft.com/office/drawing/2014/main" id="{4538F06E-829B-8323-3ACD-4AEB50C9F41F}"/>
                </a:ext>
              </a:extLst>
            </p:cNvPr>
            <p:cNvSpPr>
              <a:spLocks noGrp="1"/>
            </p:cNvSpPr>
            <p:nvPr/>
          </p:nvSpPr>
          <p:spPr>
            <a:xfrm>
              <a:off x="1122394" y="4542827"/>
              <a:ext cx="30847" cy="13957"/>
            </a:xfrm>
            <a:custGeom>
              <a:avLst/>
              <a:gdLst/>
              <a:ahLst/>
              <a:cxnLst/>
              <a:rect l="0" t="0" r="0" b="0"/>
              <a:pathLst>
                <a:path w="30847" h="13957">
                  <a:moveTo>
                    <a:pt x="30847" y="0"/>
                  </a:moveTo>
                  <a:lnTo>
                    <a:pt x="0" y="13957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0" name="Input_receptor__1839">
              <a:extLst>
                <a:ext uri="{FF2B5EF4-FFF2-40B4-BE49-F238E27FC236}">
                  <a16:creationId xmlns:a16="http://schemas.microsoft.com/office/drawing/2014/main" id="{68160374-BBC6-F14A-8291-41F8AFC85DDF}"/>
                </a:ext>
              </a:extLst>
            </p:cNvPr>
            <p:cNvSpPr>
              <a:spLocks noGrp="1"/>
            </p:cNvSpPr>
            <p:nvPr/>
          </p:nvSpPr>
          <p:spPr>
            <a:xfrm>
              <a:off x="626958" y="4539154"/>
              <a:ext cx="41399" cy="23603"/>
            </a:xfrm>
            <a:custGeom>
              <a:avLst/>
              <a:gdLst/>
              <a:ahLst/>
              <a:cxnLst/>
              <a:rect l="0" t="0" r="0" b="0"/>
              <a:pathLst>
                <a:path w="41399" h="23603">
                  <a:moveTo>
                    <a:pt x="41399" y="0"/>
                  </a:moveTo>
                  <a:lnTo>
                    <a:pt x="0" y="23603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1" name="Input_receptor__1840">
              <a:extLst>
                <a:ext uri="{FF2B5EF4-FFF2-40B4-BE49-F238E27FC236}">
                  <a16:creationId xmlns:a16="http://schemas.microsoft.com/office/drawing/2014/main" id="{EB7AC140-0B18-A182-CD96-B54D3F6E786F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98799"/>
              <a:ext cx="19031" cy="24947"/>
            </a:xfrm>
            <a:custGeom>
              <a:avLst/>
              <a:gdLst/>
              <a:ahLst/>
              <a:cxnLst/>
              <a:rect l="0" t="0" r="0" b="0"/>
              <a:pathLst>
                <a:path w="19031" h="24947">
                  <a:moveTo>
                    <a:pt x="19031" y="249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2" name="Input_receptor__1841">
              <a:extLst>
                <a:ext uri="{FF2B5EF4-FFF2-40B4-BE49-F238E27FC236}">
                  <a16:creationId xmlns:a16="http://schemas.microsoft.com/office/drawing/2014/main" id="{A53E539B-440A-7762-B8A0-2D8D5EE5E6FF}"/>
                </a:ext>
              </a:extLst>
            </p:cNvPr>
            <p:cNvSpPr>
              <a:spLocks noGrp="1"/>
            </p:cNvSpPr>
            <p:nvPr/>
          </p:nvSpPr>
          <p:spPr>
            <a:xfrm>
              <a:off x="1487512" y="4395147"/>
              <a:ext cx="32897" cy="3653"/>
            </a:xfrm>
            <a:custGeom>
              <a:avLst/>
              <a:gdLst/>
              <a:ahLst/>
              <a:cxnLst/>
              <a:rect l="0" t="0" r="0" b="0"/>
              <a:pathLst>
                <a:path w="32897" h="3653">
                  <a:moveTo>
                    <a:pt x="0" y="3653"/>
                  </a:moveTo>
                  <a:lnTo>
                    <a:pt x="32897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3" name="Input_receptor__1842">
              <a:extLst>
                <a:ext uri="{FF2B5EF4-FFF2-40B4-BE49-F238E27FC236}">
                  <a16:creationId xmlns:a16="http://schemas.microsoft.com/office/drawing/2014/main" id="{A3FD21C0-BBA7-4B09-FA9B-359A4412FF6F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850"/>
              <a:ext cx="259" cy="48304"/>
            </a:xfrm>
            <a:custGeom>
              <a:avLst/>
              <a:gdLst/>
              <a:ahLst/>
              <a:cxnLst/>
              <a:rect l="0" t="0" r="0" b="0"/>
              <a:pathLst>
                <a:path w="259" h="48304">
                  <a:moveTo>
                    <a:pt x="0" y="0"/>
                  </a:moveTo>
                  <a:lnTo>
                    <a:pt x="259" y="48304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4" name="Input_receptor__1843">
              <a:extLst>
                <a:ext uri="{FF2B5EF4-FFF2-40B4-BE49-F238E27FC236}">
                  <a16:creationId xmlns:a16="http://schemas.microsoft.com/office/drawing/2014/main" id="{371A7768-4733-4907-6E64-840F45A7EEED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309463"/>
              <a:ext cx="43103" cy="14390"/>
            </a:xfrm>
            <a:custGeom>
              <a:avLst/>
              <a:gdLst/>
              <a:ahLst/>
              <a:cxnLst/>
              <a:rect l="0" t="0" r="0" b="0"/>
              <a:pathLst>
                <a:path w="43103" h="14390">
                  <a:moveTo>
                    <a:pt x="43103" y="14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5" name="Input_receptor__1844">
              <a:extLst>
                <a:ext uri="{FF2B5EF4-FFF2-40B4-BE49-F238E27FC236}">
                  <a16:creationId xmlns:a16="http://schemas.microsoft.com/office/drawing/2014/main" id="{51B542BC-9B1C-8E34-606F-71132D41854B}"/>
                </a:ext>
              </a:extLst>
            </p:cNvPr>
            <p:cNvSpPr>
              <a:spLocks noGrp="1"/>
            </p:cNvSpPr>
            <p:nvPr/>
          </p:nvSpPr>
          <p:spPr>
            <a:xfrm>
              <a:off x="791630" y="4661788"/>
              <a:ext cx="46021" cy="12818"/>
            </a:xfrm>
            <a:custGeom>
              <a:avLst/>
              <a:gdLst/>
              <a:ahLst/>
              <a:cxnLst/>
              <a:rect l="0" t="0" r="0" b="0"/>
              <a:pathLst>
                <a:path w="46021" h="12818">
                  <a:moveTo>
                    <a:pt x="0" y="12818"/>
                  </a:moveTo>
                  <a:lnTo>
                    <a:pt x="46021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6" name="Input_receptor__1845">
              <a:extLst>
                <a:ext uri="{FF2B5EF4-FFF2-40B4-BE49-F238E27FC236}">
                  <a16:creationId xmlns:a16="http://schemas.microsoft.com/office/drawing/2014/main" id="{A219042E-5B7B-BFD2-0B41-2530B4E2710F}"/>
                </a:ext>
              </a:extLst>
            </p:cNvPr>
            <p:cNvSpPr>
              <a:spLocks noGrp="1"/>
            </p:cNvSpPr>
            <p:nvPr/>
          </p:nvSpPr>
          <p:spPr>
            <a:xfrm>
              <a:off x="1106782" y="4616488"/>
              <a:ext cx="40931" cy="21830"/>
            </a:xfrm>
            <a:custGeom>
              <a:avLst/>
              <a:gdLst/>
              <a:ahLst/>
              <a:cxnLst/>
              <a:rect l="0" t="0" r="0" b="0"/>
              <a:pathLst>
                <a:path w="40931" h="21830">
                  <a:moveTo>
                    <a:pt x="40931" y="0"/>
                  </a:moveTo>
                  <a:lnTo>
                    <a:pt x="0" y="2183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7" name="Input_receptor__1846">
              <a:extLst>
                <a:ext uri="{FF2B5EF4-FFF2-40B4-BE49-F238E27FC236}">
                  <a16:creationId xmlns:a16="http://schemas.microsoft.com/office/drawing/2014/main" id="{508F46F8-5164-7261-08BC-50358A65BD8B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13023" cy="7826"/>
            </a:xfrm>
            <a:custGeom>
              <a:avLst/>
              <a:gdLst/>
              <a:ahLst/>
              <a:cxnLst/>
              <a:rect l="0" t="0" r="0" b="0"/>
              <a:pathLst>
                <a:path w="13023" h="7826">
                  <a:moveTo>
                    <a:pt x="13023" y="78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F"/>
              </a:solidFill>
            </a:ln>
          </p:spPr>
        </p:sp>
        <p:sp>
          <p:nvSpPr>
            <p:cNvPr id="1848" name="Input_receptor__1847">
              <a:extLst>
                <a:ext uri="{FF2B5EF4-FFF2-40B4-BE49-F238E27FC236}">
                  <a16:creationId xmlns:a16="http://schemas.microsoft.com/office/drawing/2014/main" id="{8A125F29-801D-E15B-B289-C3B1F4D0689A}"/>
                </a:ext>
              </a:extLst>
            </p:cNvPr>
            <p:cNvSpPr>
              <a:spLocks noGrp="1"/>
            </p:cNvSpPr>
            <p:nvPr/>
          </p:nvSpPr>
          <p:spPr>
            <a:xfrm>
              <a:off x="884778" y="4678248"/>
              <a:ext cx="20944" cy="40491"/>
            </a:xfrm>
            <a:custGeom>
              <a:avLst/>
              <a:gdLst/>
              <a:ahLst/>
              <a:cxnLst/>
              <a:rect l="0" t="0" r="0" b="0"/>
              <a:pathLst>
                <a:path w="20944" h="40491">
                  <a:moveTo>
                    <a:pt x="20944" y="0"/>
                  </a:moveTo>
                  <a:lnTo>
                    <a:pt x="0" y="40491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49" name="Input_receptor__1848">
              <a:extLst>
                <a:ext uri="{FF2B5EF4-FFF2-40B4-BE49-F238E27FC236}">
                  <a16:creationId xmlns:a16="http://schemas.microsoft.com/office/drawing/2014/main" id="{5CEA599C-F321-11A8-C8A0-4291A8768539}"/>
                </a:ext>
              </a:extLst>
            </p:cNvPr>
            <p:cNvSpPr>
              <a:spLocks noGrp="1"/>
            </p:cNvSpPr>
            <p:nvPr/>
          </p:nvSpPr>
          <p:spPr>
            <a:xfrm>
              <a:off x="1096016" y="4483286"/>
              <a:ext cx="42662" cy="13725"/>
            </a:xfrm>
            <a:custGeom>
              <a:avLst/>
              <a:gdLst/>
              <a:ahLst/>
              <a:cxnLst/>
              <a:rect l="0" t="0" r="0" b="0"/>
              <a:pathLst>
                <a:path w="42662" h="13725">
                  <a:moveTo>
                    <a:pt x="42662" y="0"/>
                  </a:moveTo>
                  <a:lnTo>
                    <a:pt x="0" y="13725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50" name="Input_receptor__1849">
              <a:extLst>
                <a:ext uri="{FF2B5EF4-FFF2-40B4-BE49-F238E27FC236}">
                  <a16:creationId xmlns:a16="http://schemas.microsoft.com/office/drawing/2014/main" id="{4A0C2A1A-FE98-C028-4FCE-01EECD1609F4}"/>
                </a:ext>
              </a:extLst>
            </p:cNvPr>
            <p:cNvSpPr>
              <a:spLocks noGrp="1"/>
            </p:cNvSpPr>
            <p:nvPr/>
          </p:nvSpPr>
          <p:spPr>
            <a:xfrm>
              <a:off x="800718" y="4515181"/>
              <a:ext cx="38755" cy="28376"/>
            </a:xfrm>
            <a:custGeom>
              <a:avLst/>
              <a:gdLst/>
              <a:ahLst/>
              <a:cxnLst/>
              <a:rect l="0" t="0" r="0" b="0"/>
              <a:pathLst>
                <a:path w="38755" h="28376">
                  <a:moveTo>
                    <a:pt x="38755" y="283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1" name="Input_receptor__1850">
              <a:extLst>
                <a:ext uri="{FF2B5EF4-FFF2-40B4-BE49-F238E27FC236}">
                  <a16:creationId xmlns:a16="http://schemas.microsoft.com/office/drawing/2014/main" id="{7BA7E0DF-4C56-D7A7-7068-906BEF7354A1}"/>
                </a:ext>
              </a:extLst>
            </p:cNvPr>
            <p:cNvSpPr>
              <a:spLocks noGrp="1"/>
            </p:cNvSpPr>
            <p:nvPr/>
          </p:nvSpPr>
          <p:spPr>
            <a:xfrm>
              <a:off x="1083559" y="4556784"/>
              <a:ext cx="38835" cy="21955"/>
            </a:xfrm>
            <a:custGeom>
              <a:avLst/>
              <a:gdLst/>
              <a:ahLst/>
              <a:cxnLst/>
              <a:rect l="0" t="0" r="0" b="0"/>
              <a:pathLst>
                <a:path w="38835" h="21955">
                  <a:moveTo>
                    <a:pt x="38835" y="0"/>
                  </a:moveTo>
                  <a:lnTo>
                    <a:pt x="0" y="21955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2" name="Input_receptor__1851">
              <a:extLst>
                <a:ext uri="{FF2B5EF4-FFF2-40B4-BE49-F238E27FC236}">
                  <a16:creationId xmlns:a16="http://schemas.microsoft.com/office/drawing/2014/main" id="{A3A4A430-90AB-F59E-F6CB-ADEB9C5F7083}"/>
                </a:ext>
              </a:extLst>
            </p:cNvPr>
            <p:cNvSpPr>
              <a:spLocks noGrp="1"/>
            </p:cNvSpPr>
            <p:nvPr/>
          </p:nvSpPr>
          <p:spPr>
            <a:xfrm>
              <a:off x="1137009" y="4668623"/>
              <a:ext cx="39237" cy="27620"/>
            </a:xfrm>
            <a:custGeom>
              <a:avLst/>
              <a:gdLst/>
              <a:ahLst/>
              <a:cxnLst/>
              <a:rect l="0" t="0" r="0" b="0"/>
              <a:pathLst>
                <a:path w="39237" h="27620">
                  <a:moveTo>
                    <a:pt x="39237" y="0"/>
                  </a:moveTo>
                  <a:lnTo>
                    <a:pt x="0" y="2762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3" name="Input_receptor__1852">
              <a:extLst>
                <a:ext uri="{FF2B5EF4-FFF2-40B4-BE49-F238E27FC236}">
                  <a16:creationId xmlns:a16="http://schemas.microsoft.com/office/drawing/2014/main" id="{0D40A9FA-D4DE-05A8-D639-768E0BE8BAA8}"/>
                </a:ext>
              </a:extLst>
            </p:cNvPr>
            <p:cNvSpPr>
              <a:spLocks noGrp="1"/>
            </p:cNvSpPr>
            <p:nvPr/>
          </p:nvSpPr>
          <p:spPr>
            <a:xfrm>
              <a:off x="1091465" y="4427029"/>
              <a:ext cx="45711" cy="4319"/>
            </a:xfrm>
            <a:custGeom>
              <a:avLst/>
              <a:gdLst/>
              <a:ahLst/>
              <a:cxnLst/>
              <a:rect l="0" t="0" r="0" b="0"/>
              <a:pathLst>
                <a:path w="45711" h="4319">
                  <a:moveTo>
                    <a:pt x="0" y="0"/>
                  </a:moveTo>
                  <a:lnTo>
                    <a:pt x="45711" y="431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4" name="Input_receptor__1853">
              <a:extLst>
                <a:ext uri="{FF2B5EF4-FFF2-40B4-BE49-F238E27FC236}">
                  <a16:creationId xmlns:a16="http://schemas.microsoft.com/office/drawing/2014/main" id="{CC6287DE-3C03-F793-57C5-264C37F03185}"/>
                </a:ext>
              </a:extLst>
            </p:cNvPr>
            <p:cNvSpPr>
              <a:spLocks noGrp="1"/>
            </p:cNvSpPr>
            <p:nvPr/>
          </p:nvSpPr>
          <p:spPr>
            <a:xfrm>
              <a:off x="1270262" y="4755402"/>
              <a:ext cx="4385" cy="41218"/>
            </a:xfrm>
            <a:custGeom>
              <a:avLst/>
              <a:gdLst/>
              <a:ahLst/>
              <a:cxnLst/>
              <a:rect l="0" t="0" r="0" b="0"/>
              <a:pathLst>
                <a:path w="4385" h="41218">
                  <a:moveTo>
                    <a:pt x="0" y="0"/>
                  </a:moveTo>
                  <a:lnTo>
                    <a:pt x="4385" y="41218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5" name="Input_receptor__1854">
              <a:extLst>
                <a:ext uri="{FF2B5EF4-FFF2-40B4-BE49-F238E27FC236}">
                  <a16:creationId xmlns:a16="http://schemas.microsoft.com/office/drawing/2014/main" id="{4077204E-2469-6E59-8988-B3E7998556CA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604102"/>
              <a:ext cx="9671" cy="39147"/>
            </a:xfrm>
            <a:custGeom>
              <a:avLst/>
              <a:gdLst/>
              <a:ahLst/>
              <a:cxnLst/>
              <a:rect l="0" t="0" r="0" b="0"/>
              <a:pathLst>
                <a:path w="9671" h="39147">
                  <a:moveTo>
                    <a:pt x="0" y="0"/>
                  </a:moveTo>
                  <a:lnTo>
                    <a:pt x="9671" y="39147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6" name="Input_receptor__1855">
              <a:extLst>
                <a:ext uri="{FF2B5EF4-FFF2-40B4-BE49-F238E27FC236}">
                  <a16:creationId xmlns:a16="http://schemas.microsoft.com/office/drawing/2014/main" id="{753E45A0-9513-2B15-9E86-101CC88C01F8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284095"/>
              <a:ext cx="39455" cy="26594"/>
            </a:xfrm>
            <a:custGeom>
              <a:avLst/>
              <a:gdLst/>
              <a:ahLst/>
              <a:cxnLst/>
              <a:rect l="0" t="0" r="0" b="0"/>
              <a:pathLst>
                <a:path w="39455" h="26594">
                  <a:moveTo>
                    <a:pt x="39455" y="0"/>
                  </a:moveTo>
                  <a:lnTo>
                    <a:pt x="0" y="26594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7" name="Input_receptor__1856">
              <a:extLst>
                <a:ext uri="{FF2B5EF4-FFF2-40B4-BE49-F238E27FC236}">
                  <a16:creationId xmlns:a16="http://schemas.microsoft.com/office/drawing/2014/main" id="{FCF82342-64A1-54D4-CC0B-10A07A16BB8B}"/>
                </a:ext>
              </a:extLst>
            </p:cNvPr>
            <p:cNvSpPr>
              <a:spLocks noGrp="1"/>
            </p:cNvSpPr>
            <p:nvPr/>
          </p:nvSpPr>
          <p:spPr>
            <a:xfrm>
              <a:off x="758721" y="4646751"/>
              <a:ext cx="32909" cy="27856"/>
            </a:xfrm>
            <a:custGeom>
              <a:avLst/>
              <a:gdLst/>
              <a:ahLst/>
              <a:cxnLst/>
              <a:rect l="0" t="0" r="0" b="0"/>
              <a:pathLst>
                <a:path w="32909" h="27856">
                  <a:moveTo>
                    <a:pt x="0" y="0"/>
                  </a:moveTo>
                  <a:lnTo>
                    <a:pt x="32909" y="2785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8" name="Input_receptor__1857">
              <a:extLst>
                <a:ext uri="{FF2B5EF4-FFF2-40B4-BE49-F238E27FC236}">
                  <a16:creationId xmlns:a16="http://schemas.microsoft.com/office/drawing/2014/main" id="{213DD75A-872D-49B3-DA99-EB7A582DCB28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562756"/>
              <a:ext cx="6725" cy="41345"/>
            </a:xfrm>
            <a:custGeom>
              <a:avLst/>
              <a:gdLst/>
              <a:ahLst/>
              <a:cxnLst/>
              <a:rect l="0" t="0" r="0" b="0"/>
              <a:pathLst>
                <a:path w="6725" h="41345">
                  <a:moveTo>
                    <a:pt x="6725" y="0"/>
                  </a:moveTo>
                  <a:lnTo>
                    <a:pt x="0" y="41345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9" name="Input_receptor__1858">
              <a:extLst>
                <a:ext uri="{FF2B5EF4-FFF2-40B4-BE49-F238E27FC236}">
                  <a16:creationId xmlns:a16="http://schemas.microsoft.com/office/drawing/2014/main" id="{4DB92CEE-95F9-C1D3-EF05-B1891F5A0A30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07" cy="39971"/>
            </a:xfrm>
            <a:custGeom>
              <a:avLst/>
              <a:gdLst/>
              <a:ahLst/>
              <a:cxnLst/>
              <a:rect l="0" t="0" r="0" b="0"/>
              <a:pathLst>
                <a:path w="2507" h="39971">
                  <a:moveTo>
                    <a:pt x="0" y="0"/>
                  </a:moveTo>
                  <a:lnTo>
                    <a:pt x="2507" y="39971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0" name="Input_receptor__1859">
              <a:extLst>
                <a:ext uri="{FF2B5EF4-FFF2-40B4-BE49-F238E27FC236}">
                  <a16:creationId xmlns:a16="http://schemas.microsoft.com/office/drawing/2014/main" id="{7582F153-08B2-1DEF-AA74-E47E6A18FD65}"/>
                </a:ext>
              </a:extLst>
            </p:cNvPr>
            <p:cNvSpPr>
              <a:spLocks noGrp="1"/>
            </p:cNvSpPr>
            <p:nvPr/>
          </p:nvSpPr>
          <p:spPr>
            <a:xfrm>
              <a:off x="1138679" y="4483286"/>
              <a:ext cx="40258" cy="2217"/>
            </a:xfrm>
            <a:custGeom>
              <a:avLst/>
              <a:gdLst/>
              <a:ahLst/>
              <a:cxnLst/>
              <a:rect l="0" t="0" r="0" b="0"/>
              <a:pathLst>
                <a:path w="40258" h="2217">
                  <a:moveTo>
                    <a:pt x="40258" y="2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1" name="Input_receptor__1860">
              <a:extLst>
                <a:ext uri="{FF2B5EF4-FFF2-40B4-BE49-F238E27FC236}">
                  <a16:creationId xmlns:a16="http://schemas.microsoft.com/office/drawing/2014/main" id="{5259FF34-54A1-1B67-EB9C-156ECF7C2406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813011"/>
              <a:ext cx="25032" cy="30257"/>
            </a:xfrm>
            <a:custGeom>
              <a:avLst/>
              <a:gdLst/>
              <a:ahLst/>
              <a:cxnLst/>
              <a:rect l="0" t="0" r="0" b="0"/>
              <a:pathLst>
                <a:path w="25032" h="30257">
                  <a:moveTo>
                    <a:pt x="0" y="0"/>
                  </a:moveTo>
                  <a:lnTo>
                    <a:pt x="25032" y="30257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2" name="Input_receptor__1861">
              <a:extLst>
                <a:ext uri="{FF2B5EF4-FFF2-40B4-BE49-F238E27FC236}">
                  <a16:creationId xmlns:a16="http://schemas.microsoft.com/office/drawing/2014/main" id="{BBF49A81-6ED5-CE84-F4B0-DF8200A18ED6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261732"/>
              <a:ext cx="4714" cy="47731"/>
            </a:xfrm>
            <a:custGeom>
              <a:avLst/>
              <a:gdLst/>
              <a:ahLst/>
              <a:cxnLst/>
              <a:rect l="0" t="0" r="0" b="0"/>
              <a:pathLst>
                <a:path w="4714" h="47731">
                  <a:moveTo>
                    <a:pt x="0" y="47731"/>
                  </a:moveTo>
                  <a:lnTo>
                    <a:pt x="471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3" name="Input_receptor__1862">
              <a:extLst>
                <a:ext uri="{FF2B5EF4-FFF2-40B4-BE49-F238E27FC236}">
                  <a16:creationId xmlns:a16="http://schemas.microsoft.com/office/drawing/2014/main" id="{064DE8AC-BE75-9619-A511-BC166847AC41}"/>
                </a:ext>
              </a:extLst>
            </p:cNvPr>
            <p:cNvSpPr>
              <a:spLocks noGrp="1"/>
            </p:cNvSpPr>
            <p:nvPr/>
          </p:nvSpPr>
          <p:spPr>
            <a:xfrm>
              <a:off x="1176203" y="4725043"/>
              <a:ext cx="36743" cy="26483"/>
            </a:xfrm>
            <a:custGeom>
              <a:avLst/>
              <a:gdLst/>
              <a:ahLst/>
              <a:cxnLst/>
              <a:rect l="0" t="0" r="0" b="0"/>
              <a:pathLst>
                <a:path w="36743" h="26483">
                  <a:moveTo>
                    <a:pt x="36743" y="0"/>
                  </a:moveTo>
                  <a:lnTo>
                    <a:pt x="0" y="26483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4" name="Input_receptor__1863">
              <a:extLst>
                <a:ext uri="{FF2B5EF4-FFF2-40B4-BE49-F238E27FC236}">
                  <a16:creationId xmlns:a16="http://schemas.microsoft.com/office/drawing/2014/main" id="{B4087400-E813-EC19-AB83-7D12BF63BE2B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27029"/>
              <a:ext cx="43303" cy="20519"/>
            </a:xfrm>
            <a:custGeom>
              <a:avLst/>
              <a:gdLst/>
              <a:ahLst/>
              <a:cxnLst/>
              <a:rect l="0" t="0" r="0" b="0"/>
              <a:pathLst>
                <a:path w="43303" h="20519">
                  <a:moveTo>
                    <a:pt x="0" y="20519"/>
                  </a:moveTo>
                  <a:lnTo>
                    <a:pt x="43303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5" name="Input_receptor__1864">
              <a:extLst>
                <a:ext uri="{FF2B5EF4-FFF2-40B4-BE49-F238E27FC236}">
                  <a16:creationId xmlns:a16="http://schemas.microsoft.com/office/drawing/2014/main" id="{DE27058E-3A3E-A55D-F835-52A60BC64BDA}"/>
                </a:ext>
              </a:extLst>
            </p:cNvPr>
            <p:cNvSpPr>
              <a:spLocks noGrp="1"/>
            </p:cNvSpPr>
            <p:nvPr/>
          </p:nvSpPr>
          <p:spPr>
            <a:xfrm>
              <a:off x="1178937" y="4461034"/>
              <a:ext cx="36818" cy="24469"/>
            </a:xfrm>
            <a:custGeom>
              <a:avLst/>
              <a:gdLst/>
              <a:ahLst/>
              <a:cxnLst/>
              <a:rect l="0" t="0" r="0" b="0"/>
              <a:pathLst>
                <a:path w="36818" h="24469">
                  <a:moveTo>
                    <a:pt x="36818" y="0"/>
                  </a:moveTo>
                  <a:lnTo>
                    <a:pt x="0" y="2446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6" name="Input_receptor__1865">
              <a:extLst>
                <a:ext uri="{FF2B5EF4-FFF2-40B4-BE49-F238E27FC236}">
                  <a16:creationId xmlns:a16="http://schemas.microsoft.com/office/drawing/2014/main" id="{19D48F6A-D140-EEF0-0894-FAD5C1A9E295}"/>
                </a:ext>
              </a:extLst>
            </p:cNvPr>
            <p:cNvSpPr>
              <a:spLocks noGrp="1"/>
            </p:cNvSpPr>
            <p:nvPr/>
          </p:nvSpPr>
          <p:spPr>
            <a:xfrm>
              <a:off x="722620" y="4487299"/>
              <a:ext cx="9548" cy="27786"/>
            </a:xfrm>
            <a:custGeom>
              <a:avLst/>
              <a:gdLst/>
              <a:ahLst/>
              <a:cxnLst/>
              <a:rect l="0" t="0" r="0" b="0"/>
              <a:pathLst>
                <a:path w="9548" h="27786">
                  <a:moveTo>
                    <a:pt x="9548" y="0"/>
                  </a:moveTo>
                  <a:lnTo>
                    <a:pt x="0" y="2778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7" name="Input_receptor__1866">
              <a:extLst>
                <a:ext uri="{FF2B5EF4-FFF2-40B4-BE49-F238E27FC236}">
                  <a16:creationId xmlns:a16="http://schemas.microsoft.com/office/drawing/2014/main" id="{455647F7-5520-1D73-EFC0-D3A7C30EC3D4}"/>
                </a:ext>
              </a:extLst>
            </p:cNvPr>
            <p:cNvSpPr>
              <a:spLocks noGrp="1"/>
            </p:cNvSpPr>
            <p:nvPr/>
          </p:nvSpPr>
          <p:spPr>
            <a:xfrm>
              <a:off x="1096505" y="4638318"/>
              <a:ext cx="10277" cy="24326"/>
            </a:xfrm>
            <a:custGeom>
              <a:avLst/>
              <a:gdLst/>
              <a:ahLst/>
              <a:cxnLst/>
              <a:rect l="0" t="0" r="0" b="0"/>
              <a:pathLst>
                <a:path w="10277" h="24326">
                  <a:moveTo>
                    <a:pt x="10277" y="0"/>
                  </a:moveTo>
                  <a:lnTo>
                    <a:pt x="0" y="2432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8" name="Input_receptor__1867">
              <a:extLst>
                <a:ext uri="{FF2B5EF4-FFF2-40B4-BE49-F238E27FC236}">
                  <a16:creationId xmlns:a16="http://schemas.microsoft.com/office/drawing/2014/main" id="{7038266E-D67A-34FF-48C3-0E72813C501F}"/>
                </a:ext>
              </a:extLst>
            </p:cNvPr>
            <p:cNvSpPr>
              <a:spLocks noGrp="1"/>
            </p:cNvSpPr>
            <p:nvPr/>
          </p:nvSpPr>
          <p:spPr>
            <a:xfrm>
              <a:off x="1477816" y="4223746"/>
              <a:ext cx="29495" cy="37985"/>
            </a:xfrm>
            <a:custGeom>
              <a:avLst/>
              <a:gdLst/>
              <a:ahLst/>
              <a:cxnLst/>
              <a:rect l="0" t="0" r="0" b="0"/>
              <a:pathLst>
                <a:path w="29495" h="37985">
                  <a:moveTo>
                    <a:pt x="29495" y="37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9" name="Input_receptor__1868">
              <a:extLst>
                <a:ext uri="{FF2B5EF4-FFF2-40B4-BE49-F238E27FC236}">
                  <a16:creationId xmlns:a16="http://schemas.microsoft.com/office/drawing/2014/main" id="{2EDDA340-9119-5BB1-D0CC-A3CCE4B07003}"/>
                </a:ext>
              </a:extLst>
            </p:cNvPr>
            <p:cNvSpPr>
              <a:spLocks noGrp="1"/>
            </p:cNvSpPr>
            <p:nvPr/>
          </p:nvSpPr>
          <p:spPr>
            <a:xfrm>
              <a:off x="1520409" y="4395147"/>
              <a:ext cx="12413" cy="46620"/>
            </a:xfrm>
            <a:custGeom>
              <a:avLst/>
              <a:gdLst/>
              <a:ahLst/>
              <a:cxnLst/>
              <a:rect l="0" t="0" r="0" b="0"/>
              <a:pathLst>
                <a:path w="12413" h="46620">
                  <a:moveTo>
                    <a:pt x="0" y="0"/>
                  </a:moveTo>
                  <a:lnTo>
                    <a:pt x="12413" y="4662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0" name="Input_receptor__1869">
              <a:extLst>
                <a:ext uri="{FF2B5EF4-FFF2-40B4-BE49-F238E27FC236}">
                  <a16:creationId xmlns:a16="http://schemas.microsoft.com/office/drawing/2014/main" id="{CE544D27-1DF9-8F14-1A2A-20B4127B6DB5}"/>
                </a:ext>
              </a:extLst>
            </p:cNvPr>
            <p:cNvSpPr>
              <a:spLocks noGrp="1"/>
            </p:cNvSpPr>
            <p:nvPr/>
          </p:nvSpPr>
          <p:spPr>
            <a:xfrm>
              <a:off x="1215755" y="4461034"/>
              <a:ext cx="39127" cy="11507"/>
            </a:xfrm>
            <a:custGeom>
              <a:avLst/>
              <a:gdLst/>
              <a:ahLst/>
              <a:cxnLst/>
              <a:rect l="0" t="0" r="0" b="0"/>
              <a:pathLst>
                <a:path w="39127" h="11507">
                  <a:moveTo>
                    <a:pt x="39127" y="115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1" name="Input_receptor__1870">
              <a:extLst>
                <a:ext uri="{FF2B5EF4-FFF2-40B4-BE49-F238E27FC236}">
                  <a16:creationId xmlns:a16="http://schemas.microsoft.com/office/drawing/2014/main" id="{9FE0E49A-E751-827C-52F6-8F6E18706C98}"/>
                </a:ext>
              </a:extLst>
            </p:cNvPr>
            <p:cNvSpPr>
              <a:spLocks noGrp="1"/>
            </p:cNvSpPr>
            <p:nvPr/>
          </p:nvSpPr>
          <p:spPr>
            <a:xfrm>
              <a:off x="830019" y="4736592"/>
              <a:ext cx="3762" cy="46602"/>
            </a:xfrm>
            <a:custGeom>
              <a:avLst/>
              <a:gdLst/>
              <a:ahLst/>
              <a:cxnLst/>
              <a:rect l="0" t="0" r="0" b="0"/>
              <a:pathLst>
                <a:path w="3762" h="46602">
                  <a:moveTo>
                    <a:pt x="3762" y="466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2" name="Input_receptor__1871">
              <a:extLst>
                <a:ext uri="{FF2B5EF4-FFF2-40B4-BE49-F238E27FC236}">
                  <a16:creationId xmlns:a16="http://schemas.microsoft.com/office/drawing/2014/main" id="{C0054CDE-C052-E3E9-7EF3-F2C123C5FE98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722577"/>
              <a:ext cx="44466" cy="14015"/>
            </a:xfrm>
            <a:custGeom>
              <a:avLst/>
              <a:gdLst/>
              <a:ahLst/>
              <a:cxnLst/>
              <a:rect l="0" t="0" r="0" b="0"/>
              <a:pathLst>
                <a:path w="44466" h="14015">
                  <a:moveTo>
                    <a:pt x="44466" y="14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3" name="Input_receptor__1872">
              <a:extLst>
                <a:ext uri="{FF2B5EF4-FFF2-40B4-BE49-F238E27FC236}">
                  <a16:creationId xmlns:a16="http://schemas.microsoft.com/office/drawing/2014/main" id="{29066EE2-3DD9-CCD4-873A-D60F0F6A1633}"/>
                </a:ext>
              </a:extLst>
            </p:cNvPr>
            <p:cNvSpPr>
              <a:spLocks noGrp="1"/>
            </p:cNvSpPr>
            <p:nvPr/>
          </p:nvSpPr>
          <p:spPr>
            <a:xfrm>
              <a:off x="793818" y="4476219"/>
              <a:ext cx="6900" cy="38962"/>
            </a:xfrm>
            <a:custGeom>
              <a:avLst/>
              <a:gdLst/>
              <a:ahLst/>
              <a:cxnLst/>
              <a:rect l="0" t="0" r="0" b="0"/>
              <a:pathLst>
                <a:path w="6900" h="38962">
                  <a:moveTo>
                    <a:pt x="6900" y="3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4" name="Input_receptor__1873">
              <a:extLst>
                <a:ext uri="{FF2B5EF4-FFF2-40B4-BE49-F238E27FC236}">
                  <a16:creationId xmlns:a16="http://schemas.microsoft.com/office/drawing/2014/main" id="{2DAA9FE3-C124-625D-F362-698FE20F7628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83194"/>
              <a:ext cx="46094" cy="10161"/>
            </a:xfrm>
            <a:custGeom>
              <a:avLst/>
              <a:gdLst/>
              <a:ahLst/>
              <a:cxnLst/>
              <a:rect l="0" t="0" r="0" b="0"/>
              <a:pathLst>
                <a:path w="46094" h="10161">
                  <a:moveTo>
                    <a:pt x="0" y="10161"/>
                  </a:moveTo>
                  <a:lnTo>
                    <a:pt x="4609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5" name="Input_receptor__1874">
              <a:extLst>
                <a:ext uri="{FF2B5EF4-FFF2-40B4-BE49-F238E27FC236}">
                  <a16:creationId xmlns:a16="http://schemas.microsoft.com/office/drawing/2014/main" id="{919CD950-C5FC-F1E1-2FBE-325C1E1C475F}"/>
                </a:ext>
              </a:extLst>
            </p:cNvPr>
            <p:cNvSpPr>
              <a:spLocks noGrp="1"/>
            </p:cNvSpPr>
            <p:nvPr/>
          </p:nvSpPr>
          <p:spPr>
            <a:xfrm>
              <a:off x="1137176" y="4420371"/>
              <a:ext cx="29910" cy="10977"/>
            </a:xfrm>
            <a:custGeom>
              <a:avLst/>
              <a:gdLst/>
              <a:ahLst/>
              <a:cxnLst/>
              <a:rect l="0" t="0" r="0" b="0"/>
              <a:pathLst>
                <a:path w="29910" h="10977">
                  <a:moveTo>
                    <a:pt x="0" y="10977"/>
                  </a:moveTo>
                  <a:lnTo>
                    <a:pt x="2991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6" name="Input_receptor__1875">
              <a:extLst>
                <a:ext uri="{FF2B5EF4-FFF2-40B4-BE49-F238E27FC236}">
                  <a16:creationId xmlns:a16="http://schemas.microsoft.com/office/drawing/2014/main" id="{E5857094-7046-8C4B-647E-6809DE344C15}"/>
                </a:ext>
              </a:extLst>
            </p:cNvPr>
            <p:cNvSpPr>
              <a:spLocks noGrp="1"/>
            </p:cNvSpPr>
            <p:nvPr/>
          </p:nvSpPr>
          <p:spPr>
            <a:xfrm>
              <a:off x="1065972" y="4578740"/>
              <a:ext cx="17586" cy="9516"/>
            </a:xfrm>
            <a:custGeom>
              <a:avLst/>
              <a:gdLst/>
              <a:ahLst/>
              <a:cxnLst/>
              <a:rect l="0" t="0" r="0" b="0"/>
              <a:pathLst>
                <a:path w="17586" h="9516">
                  <a:moveTo>
                    <a:pt x="17586" y="0"/>
                  </a:moveTo>
                  <a:lnTo>
                    <a:pt x="0" y="951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7" name="Input_receptor__1876">
              <a:extLst>
                <a:ext uri="{FF2B5EF4-FFF2-40B4-BE49-F238E27FC236}">
                  <a16:creationId xmlns:a16="http://schemas.microsoft.com/office/drawing/2014/main" id="{966A9CAC-7977-F482-5EE8-AFE80A9D6FF8}"/>
                </a:ext>
              </a:extLst>
            </p:cNvPr>
            <p:cNvSpPr>
              <a:spLocks noGrp="1"/>
            </p:cNvSpPr>
            <p:nvPr/>
          </p:nvSpPr>
          <p:spPr>
            <a:xfrm>
              <a:off x="1322275" y="4469476"/>
              <a:ext cx="18197" cy="43479"/>
            </a:xfrm>
            <a:custGeom>
              <a:avLst/>
              <a:gdLst/>
              <a:ahLst/>
              <a:cxnLst/>
              <a:rect l="0" t="0" r="0" b="0"/>
              <a:pathLst>
                <a:path w="18197" h="43479">
                  <a:moveTo>
                    <a:pt x="18197" y="434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8" name="Input_receptor__1877">
              <a:extLst>
                <a:ext uri="{FF2B5EF4-FFF2-40B4-BE49-F238E27FC236}">
                  <a16:creationId xmlns:a16="http://schemas.microsoft.com/office/drawing/2014/main" id="{ECC10764-D212-3EB7-3F84-28F3A7A3806D}"/>
                </a:ext>
              </a:extLst>
            </p:cNvPr>
            <p:cNvSpPr>
              <a:spLocks noGrp="1"/>
            </p:cNvSpPr>
            <p:nvPr/>
          </p:nvSpPr>
          <p:spPr>
            <a:xfrm>
              <a:off x="1330184" y="4600868"/>
              <a:ext cx="16583" cy="14138"/>
            </a:xfrm>
            <a:custGeom>
              <a:avLst/>
              <a:gdLst/>
              <a:ahLst/>
              <a:cxnLst/>
              <a:rect l="0" t="0" r="0" b="0"/>
              <a:pathLst>
                <a:path w="16583" h="14138">
                  <a:moveTo>
                    <a:pt x="0" y="0"/>
                  </a:moveTo>
                  <a:lnTo>
                    <a:pt x="16583" y="14138"/>
                  </a:lnTo>
                </a:path>
              </a:pathLst>
            </a:custGeom>
            <a:noFill/>
            <a:ln w="8096">
              <a:solidFill>
                <a:srgbClr val="A7B4C0"/>
              </a:solidFill>
            </a:ln>
          </p:spPr>
        </p:sp>
        <p:sp>
          <p:nvSpPr>
            <p:cNvPr id="1879" name="Input_receptor__1878">
              <a:extLst>
                <a:ext uri="{FF2B5EF4-FFF2-40B4-BE49-F238E27FC236}">
                  <a16:creationId xmlns:a16="http://schemas.microsoft.com/office/drawing/2014/main" id="{3210E676-828B-2DBE-E5C7-A5F728187A83}"/>
                </a:ext>
              </a:extLst>
            </p:cNvPr>
            <p:cNvSpPr>
              <a:spLocks noGrp="1"/>
            </p:cNvSpPr>
            <p:nvPr/>
          </p:nvSpPr>
          <p:spPr>
            <a:xfrm>
              <a:off x="1409144" y="4371181"/>
              <a:ext cx="37928" cy="28365"/>
            </a:xfrm>
            <a:custGeom>
              <a:avLst/>
              <a:gdLst/>
              <a:ahLst/>
              <a:cxnLst/>
              <a:rect l="0" t="0" r="0" b="0"/>
              <a:pathLst>
                <a:path w="37928" h="28365">
                  <a:moveTo>
                    <a:pt x="0" y="28365"/>
                  </a:moveTo>
                  <a:lnTo>
                    <a:pt x="37928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0" name="Input_receptor__1879">
              <a:extLst>
                <a:ext uri="{FF2B5EF4-FFF2-40B4-BE49-F238E27FC236}">
                  <a16:creationId xmlns:a16="http://schemas.microsoft.com/office/drawing/2014/main" id="{1437422B-6D42-3251-82A1-07BA494054A0}"/>
                </a:ext>
              </a:extLst>
            </p:cNvPr>
            <p:cNvSpPr>
              <a:spLocks noGrp="1"/>
            </p:cNvSpPr>
            <p:nvPr/>
          </p:nvSpPr>
          <p:spPr>
            <a:xfrm>
              <a:off x="711615" y="4646751"/>
              <a:ext cx="47106" cy="7489"/>
            </a:xfrm>
            <a:custGeom>
              <a:avLst/>
              <a:gdLst/>
              <a:ahLst/>
              <a:cxnLst/>
              <a:rect l="0" t="0" r="0" b="0"/>
              <a:pathLst>
                <a:path w="47106" h="7489">
                  <a:moveTo>
                    <a:pt x="0" y="7489"/>
                  </a:moveTo>
                  <a:lnTo>
                    <a:pt x="47106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1" name="Input_receptor__1880">
              <a:extLst>
                <a:ext uri="{FF2B5EF4-FFF2-40B4-BE49-F238E27FC236}">
                  <a16:creationId xmlns:a16="http://schemas.microsoft.com/office/drawing/2014/main" id="{EC38FFD6-78E8-99D1-8425-49BE6157AA37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493"/>
              <a:ext cx="14849" cy="357"/>
            </a:xfrm>
            <a:custGeom>
              <a:avLst/>
              <a:gdLst/>
              <a:ahLst/>
              <a:cxnLst/>
              <a:rect l="0" t="0" r="0" b="0"/>
              <a:pathLst>
                <a:path w="14849" h="357">
                  <a:moveTo>
                    <a:pt x="14849" y="0"/>
                  </a:moveTo>
                  <a:lnTo>
                    <a:pt x="0" y="357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2" name="Input_receptor__1881">
              <a:extLst>
                <a:ext uri="{FF2B5EF4-FFF2-40B4-BE49-F238E27FC236}">
                  <a16:creationId xmlns:a16="http://schemas.microsoft.com/office/drawing/2014/main" id="{F83E1646-0AF0-3E12-BD94-9501F25756AB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407129"/>
              <a:ext cx="4973" cy="26894"/>
            </a:xfrm>
            <a:custGeom>
              <a:avLst/>
              <a:gdLst/>
              <a:ahLst/>
              <a:cxnLst/>
              <a:rect l="0" t="0" r="0" b="0"/>
              <a:pathLst>
                <a:path w="4973" h="26894">
                  <a:moveTo>
                    <a:pt x="4973" y="0"/>
                  </a:moveTo>
                  <a:lnTo>
                    <a:pt x="0" y="26894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3" name="Input_receptor__1882">
              <a:extLst>
                <a:ext uri="{FF2B5EF4-FFF2-40B4-BE49-F238E27FC236}">
                  <a16:creationId xmlns:a16="http://schemas.microsoft.com/office/drawing/2014/main" id="{6B13002D-320C-F2EF-C847-7702FD5DFD1B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47548"/>
              <a:ext cx="10212" cy="27152"/>
            </a:xfrm>
            <a:custGeom>
              <a:avLst/>
              <a:gdLst/>
              <a:ahLst/>
              <a:cxnLst/>
              <a:rect l="0" t="0" r="0" b="0"/>
              <a:pathLst>
                <a:path w="10212" h="27152">
                  <a:moveTo>
                    <a:pt x="10212" y="27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7B5C0"/>
              </a:solidFill>
            </a:ln>
          </p:spPr>
        </p:sp>
        <p:sp>
          <p:nvSpPr>
            <p:cNvPr id="1884" name="Input_receptor__1883">
              <a:extLst>
                <a:ext uri="{FF2B5EF4-FFF2-40B4-BE49-F238E27FC236}">
                  <a16:creationId xmlns:a16="http://schemas.microsoft.com/office/drawing/2014/main" id="{50DA2AFB-8090-5D93-B38C-837C3E4F0100}"/>
                </a:ext>
              </a:extLst>
            </p:cNvPr>
            <p:cNvSpPr>
              <a:spLocks noGrp="1"/>
            </p:cNvSpPr>
            <p:nvPr/>
          </p:nvSpPr>
          <p:spPr>
            <a:xfrm>
              <a:off x="1254882" y="4438003"/>
              <a:ext cx="33703" cy="34538"/>
            </a:xfrm>
            <a:custGeom>
              <a:avLst/>
              <a:gdLst/>
              <a:ahLst/>
              <a:cxnLst/>
              <a:rect l="0" t="0" r="0" b="0"/>
              <a:pathLst>
                <a:path w="33703" h="34538">
                  <a:moveTo>
                    <a:pt x="33703" y="0"/>
                  </a:moveTo>
                  <a:lnTo>
                    <a:pt x="0" y="34538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5" name="Input_receptor__1884">
              <a:extLst>
                <a:ext uri="{FF2B5EF4-FFF2-40B4-BE49-F238E27FC236}">
                  <a16:creationId xmlns:a16="http://schemas.microsoft.com/office/drawing/2014/main" id="{66133102-C47A-7BDA-4E4C-2677B078FCA4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29785"/>
              <a:ext cx="27997" cy="39466"/>
            </a:xfrm>
            <a:custGeom>
              <a:avLst/>
              <a:gdLst/>
              <a:ahLst/>
              <a:cxnLst/>
              <a:rect l="0" t="0" r="0" b="0"/>
              <a:pathLst>
                <a:path w="27997" h="39466">
                  <a:moveTo>
                    <a:pt x="27997" y="39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6" name="Input_receptor__1885">
              <a:extLst>
                <a:ext uri="{FF2B5EF4-FFF2-40B4-BE49-F238E27FC236}">
                  <a16:creationId xmlns:a16="http://schemas.microsoft.com/office/drawing/2014/main" id="{46D6FEDA-86EB-6471-A259-A5C53626291D}"/>
                </a:ext>
              </a:extLst>
            </p:cNvPr>
            <p:cNvSpPr>
              <a:spLocks noGrp="1"/>
            </p:cNvSpPr>
            <p:nvPr/>
          </p:nvSpPr>
          <p:spPr>
            <a:xfrm>
              <a:off x="1447071" y="4371181"/>
              <a:ext cx="24283" cy="35948"/>
            </a:xfrm>
            <a:custGeom>
              <a:avLst/>
              <a:gdLst/>
              <a:ahLst/>
              <a:cxnLst/>
              <a:rect l="0" t="0" r="0" b="0"/>
              <a:pathLst>
                <a:path w="24283" h="35948">
                  <a:moveTo>
                    <a:pt x="0" y="0"/>
                  </a:moveTo>
                  <a:lnTo>
                    <a:pt x="24283" y="35948"/>
                  </a:lnTo>
                </a:path>
              </a:pathLst>
            </a:custGeom>
            <a:noFill/>
            <a:ln w="20003">
              <a:solidFill>
                <a:srgbClr val="A8B5C0"/>
              </a:solidFill>
            </a:ln>
          </p:spPr>
        </p:sp>
        <p:sp>
          <p:nvSpPr>
            <p:cNvPr id="1887" name="Input_receptor__1886">
              <a:extLst>
                <a:ext uri="{FF2B5EF4-FFF2-40B4-BE49-F238E27FC236}">
                  <a16:creationId xmlns:a16="http://schemas.microsoft.com/office/drawing/2014/main" id="{E84E8681-EFA3-AA0D-7FF4-9A8C4987EC5A}"/>
                </a:ext>
              </a:extLst>
            </p:cNvPr>
            <p:cNvSpPr>
              <a:spLocks noGrp="1"/>
            </p:cNvSpPr>
            <p:nvPr/>
          </p:nvSpPr>
          <p:spPr>
            <a:xfrm>
              <a:off x="1167882" y="4751525"/>
              <a:ext cx="8321" cy="33501"/>
            </a:xfrm>
            <a:custGeom>
              <a:avLst/>
              <a:gdLst/>
              <a:ahLst/>
              <a:cxnLst/>
              <a:rect l="0" t="0" r="0" b="0"/>
              <a:pathLst>
                <a:path w="8321" h="33501">
                  <a:moveTo>
                    <a:pt x="8321" y="0"/>
                  </a:moveTo>
                  <a:lnTo>
                    <a:pt x="0" y="33501"/>
                  </a:lnTo>
                </a:path>
              </a:pathLst>
            </a:custGeom>
            <a:noFill/>
            <a:ln w="8096">
              <a:solidFill>
                <a:srgbClr val="A8B5C0"/>
              </a:solidFill>
            </a:ln>
          </p:spPr>
        </p:sp>
        <p:sp>
          <p:nvSpPr>
            <p:cNvPr id="1888" name="Input_receptor__1887">
              <a:extLst>
                <a:ext uri="{FF2B5EF4-FFF2-40B4-BE49-F238E27FC236}">
                  <a16:creationId xmlns:a16="http://schemas.microsoft.com/office/drawing/2014/main" id="{A40FAE9C-89C4-D772-24F9-B8283E5CFCA4}"/>
                </a:ext>
              </a:extLst>
            </p:cNvPr>
            <p:cNvSpPr>
              <a:spLocks noGrp="1"/>
            </p:cNvSpPr>
            <p:nvPr/>
          </p:nvSpPr>
          <p:spPr>
            <a:xfrm>
              <a:off x="1167087" y="4418842"/>
              <a:ext cx="48036" cy="1529"/>
            </a:xfrm>
            <a:custGeom>
              <a:avLst/>
              <a:gdLst/>
              <a:ahLst/>
              <a:cxnLst/>
              <a:rect l="0" t="0" r="0" b="0"/>
              <a:pathLst>
                <a:path w="48036" h="1529">
                  <a:moveTo>
                    <a:pt x="0" y="1529"/>
                  </a:moveTo>
                  <a:lnTo>
                    <a:pt x="48036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89" name="Input_receptor__1888">
              <a:extLst>
                <a:ext uri="{FF2B5EF4-FFF2-40B4-BE49-F238E27FC236}">
                  <a16:creationId xmlns:a16="http://schemas.microsoft.com/office/drawing/2014/main" id="{0E3002BF-80F8-9826-28C3-FE9F95F5C712}"/>
                </a:ext>
              </a:extLst>
            </p:cNvPr>
            <p:cNvSpPr>
              <a:spLocks noGrp="1"/>
            </p:cNvSpPr>
            <p:nvPr/>
          </p:nvSpPr>
          <p:spPr>
            <a:xfrm>
              <a:off x="693718" y="4615580"/>
              <a:ext cx="17897" cy="38661"/>
            </a:xfrm>
            <a:custGeom>
              <a:avLst/>
              <a:gdLst/>
              <a:ahLst/>
              <a:cxnLst/>
              <a:rect l="0" t="0" r="0" b="0"/>
              <a:pathLst>
                <a:path w="17897" h="38661">
                  <a:moveTo>
                    <a:pt x="0" y="0"/>
                  </a:moveTo>
                  <a:lnTo>
                    <a:pt x="17897" y="38661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0" name="Input_receptor__1889">
              <a:extLst>
                <a:ext uri="{FF2B5EF4-FFF2-40B4-BE49-F238E27FC236}">
                  <a16:creationId xmlns:a16="http://schemas.microsoft.com/office/drawing/2014/main" id="{298C35D5-40A8-4E7B-0597-9053EE367EC7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00868"/>
              <a:ext cx="38239" cy="28917"/>
            </a:xfrm>
            <a:custGeom>
              <a:avLst/>
              <a:gdLst/>
              <a:ahLst/>
              <a:cxnLst/>
              <a:rect l="0" t="0" r="0" b="0"/>
              <a:pathLst>
                <a:path w="38239" h="28917">
                  <a:moveTo>
                    <a:pt x="0" y="28917"/>
                  </a:moveTo>
                  <a:lnTo>
                    <a:pt x="38239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1" name="Input_receptor__1890">
              <a:extLst>
                <a:ext uri="{FF2B5EF4-FFF2-40B4-BE49-F238E27FC236}">
                  <a16:creationId xmlns:a16="http://schemas.microsoft.com/office/drawing/2014/main" id="{6ED23E15-7D15-2A84-862E-93EDCFF7759B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785026"/>
              <a:ext cx="25987" cy="27985"/>
            </a:xfrm>
            <a:custGeom>
              <a:avLst/>
              <a:gdLst/>
              <a:ahLst/>
              <a:cxnLst/>
              <a:rect l="0" t="0" r="0" b="0"/>
              <a:pathLst>
                <a:path w="25987" h="27985">
                  <a:moveTo>
                    <a:pt x="25987" y="0"/>
                  </a:moveTo>
                  <a:lnTo>
                    <a:pt x="0" y="27985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2" name="Input_receptor__1891">
              <a:extLst>
                <a:ext uri="{FF2B5EF4-FFF2-40B4-BE49-F238E27FC236}">
                  <a16:creationId xmlns:a16="http://schemas.microsoft.com/office/drawing/2014/main" id="{FB5EDF6B-CFB6-1BE9-A5AA-1C22F764AD26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12956"/>
              <a:ext cx="24686" cy="28528"/>
            </a:xfrm>
            <a:custGeom>
              <a:avLst/>
              <a:gdLst/>
              <a:ahLst/>
              <a:cxnLst/>
              <a:rect l="0" t="0" r="0" b="0"/>
              <a:pathLst>
                <a:path w="24686" h="28528">
                  <a:moveTo>
                    <a:pt x="0" y="28528"/>
                  </a:moveTo>
                  <a:lnTo>
                    <a:pt x="24686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3" name="Input_receptor__1892">
              <a:extLst>
                <a:ext uri="{FF2B5EF4-FFF2-40B4-BE49-F238E27FC236}">
                  <a16:creationId xmlns:a16="http://schemas.microsoft.com/office/drawing/2014/main" id="{3AED4B94-A843-887C-4C40-BB5395648196}"/>
                </a:ext>
              </a:extLst>
            </p:cNvPr>
            <p:cNvSpPr>
              <a:spLocks noGrp="1"/>
            </p:cNvSpPr>
            <p:nvPr/>
          </p:nvSpPr>
          <p:spPr>
            <a:xfrm>
              <a:off x="682946" y="4490493"/>
              <a:ext cx="39674" cy="24592"/>
            </a:xfrm>
            <a:custGeom>
              <a:avLst/>
              <a:gdLst/>
              <a:ahLst/>
              <a:cxnLst/>
              <a:rect l="0" t="0" r="0" b="0"/>
              <a:pathLst>
                <a:path w="39674" h="24592">
                  <a:moveTo>
                    <a:pt x="39674" y="2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4" name="Input_receptor__1893">
              <a:extLst>
                <a:ext uri="{FF2B5EF4-FFF2-40B4-BE49-F238E27FC236}">
                  <a16:creationId xmlns:a16="http://schemas.microsoft.com/office/drawing/2014/main" id="{D9DC0003-D83F-5F7E-1FA0-DEE1DBC6431A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367" cy="20480"/>
            </a:xfrm>
            <a:custGeom>
              <a:avLst/>
              <a:gdLst/>
              <a:ahLst/>
              <a:cxnLst/>
              <a:rect l="0" t="0" r="0" b="0"/>
              <a:pathLst>
                <a:path w="25367" h="20480">
                  <a:moveTo>
                    <a:pt x="25367" y="204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5" name="Input_receptor__1894">
              <a:extLst>
                <a:ext uri="{FF2B5EF4-FFF2-40B4-BE49-F238E27FC236}">
                  <a16:creationId xmlns:a16="http://schemas.microsoft.com/office/drawing/2014/main" id="{10ADB910-A7FA-76F0-6D89-EF80A123FAFF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39598" cy="4303"/>
            </a:xfrm>
            <a:custGeom>
              <a:avLst/>
              <a:gdLst/>
              <a:ahLst/>
              <a:cxnLst/>
              <a:rect l="0" t="0" r="0" b="0"/>
              <a:pathLst>
                <a:path w="39598" h="4303">
                  <a:moveTo>
                    <a:pt x="0" y="0"/>
                  </a:moveTo>
                  <a:lnTo>
                    <a:pt x="39598" y="4303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6" name="Input_receptor__1895">
              <a:extLst>
                <a:ext uri="{FF2B5EF4-FFF2-40B4-BE49-F238E27FC236}">
                  <a16:creationId xmlns:a16="http://schemas.microsoft.com/office/drawing/2014/main" id="{B037B89A-0EEF-07D2-268E-EE3718F45251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692147"/>
              <a:ext cx="9986" cy="30430"/>
            </a:xfrm>
            <a:custGeom>
              <a:avLst/>
              <a:gdLst/>
              <a:ahLst/>
              <a:cxnLst/>
              <a:rect l="0" t="0" r="0" b="0"/>
              <a:pathLst>
                <a:path w="9986" h="30430">
                  <a:moveTo>
                    <a:pt x="0" y="30430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7" name="Input_receptor__1896">
              <a:extLst>
                <a:ext uri="{FF2B5EF4-FFF2-40B4-BE49-F238E27FC236}">
                  <a16:creationId xmlns:a16="http://schemas.microsoft.com/office/drawing/2014/main" id="{F17A499A-7D17-B7CA-970F-1C2A3F4E8AE8}"/>
                </a:ext>
              </a:extLst>
            </p:cNvPr>
            <p:cNvSpPr>
              <a:spLocks noGrp="1"/>
            </p:cNvSpPr>
            <p:nvPr/>
          </p:nvSpPr>
          <p:spPr>
            <a:xfrm>
              <a:off x="1274647" y="4788234"/>
              <a:ext cx="6888" cy="8386"/>
            </a:xfrm>
            <a:custGeom>
              <a:avLst/>
              <a:gdLst/>
              <a:ahLst/>
              <a:cxnLst/>
              <a:rect l="0" t="0" r="0" b="0"/>
              <a:pathLst>
                <a:path w="6888" h="8386">
                  <a:moveTo>
                    <a:pt x="0" y="8386"/>
                  </a:moveTo>
                  <a:lnTo>
                    <a:pt x="6888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8" name="Input_receptor__1897">
              <a:extLst>
                <a:ext uri="{FF2B5EF4-FFF2-40B4-BE49-F238E27FC236}">
                  <a16:creationId xmlns:a16="http://schemas.microsoft.com/office/drawing/2014/main" id="{9F091D7E-12D1-8694-077B-B9004D441119}"/>
                </a:ext>
              </a:extLst>
            </p:cNvPr>
            <p:cNvSpPr>
              <a:spLocks noGrp="1"/>
            </p:cNvSpPr>
            <p:nvPr/>
          </p:nvSpPr>
          <p:spPr>
            <a:xfrm>
              <a:off x="755028" y="4467808"/>
              <a:ext cx="38790" cy="8411"/>
            </a:xfrm>
            <a:custGeom>
              <a:avLst/>
              <a:gdLst/>
              <a:ahLst/>
              <a:cxnLst/>
              <a:rect l="0" t="0" r="0" b="0"/>
              <a:pathLst>
                <a:path w="38790" h="8411">
                  <a:moveTo>
                    <a:pt x="38790" y="8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9" name="Input_receptor__1898">
              <a:extLst>
                <a:ext uri="{FF2B5EF4-FFF2-40B4-BE49-F238E27FC236}">
                  <a16:creationId xmlns:a16="http://schemas.microsoft.com/office/drawing/2014/main" id="{0DF26301-1A3B-A394-314B-DC2E9DB06287}"/>
                </a:ext>
              </a:extLst>
            </p:cNvPr>
            <p:cNvSpPr>
              <a:spLocks noGrp="1"/>
            </p:cNvSpPr>
            <p:nvPr/>
          </p:nvSpPr>
          <p:spPr>
            <a:xfrm>
              <a:off x="1057231" y="4541977"/>
              <a:ext cx="8741" cy="46279"/>
            </a:xfrm>
            <a:custGeom>
              <a:avLst/>
              <a:gdLst/>
              <a:ahLst/>
              <a:cxnLst/>
              <a:rect l="0" t="0" r="0" b="0"/>
              <a:pathLst>
                <a:path w="8741" h="46279">
                  <a:moveTo>
                    <a:pt x="8741" y="462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900" name="Input_receptor__1899">
              <a:extLst>
                <a:ext uri="{FF2B5EF4-FFF2-40B4-BE49-F238E27FC236}">
                  <a16:creationId xmlns:a16="http://schemas.microsoft.com/office/drawing/2014/main" id="{07FA3777-CF30-D066-D0DF-E3B2EF2C5A82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1977"/>
              <a:ext cx="47582" cy="6853"/>
            </a:xfrm>
            <a:custGeom>
              <a:avLst/>
              <a:gdLst/>
              <a:ahLst/>
              <a:cxnLst/>
              <a:rect l="0" t="0" r="0" b="0"/>
              <a:pathLst>
                <a:path w="47582" h="6853">
                  <a:moveTo>
                    <a:pt x="47582" y="0"/>
                  </a:moveTo>
                  <a:lnTo>
                    <a:pt x="0" y="6853"/>
                  </a:lnTo>
                </a:path>
              </a:pathLst>
            </a:custGeom>
            <a:noFill/>
            <a:ln w="8096">
              <a:solidFill>
                <a:srgbClr val="A9B6C1"/>
              </a:solidFill>
            </a:ln>
          </p:spPr>
        </p:sp>
        <p:sp>
          <p:nvSpPr>
            <p:cNvPr id="1901" name="Input_receptor__1900">
              <a:extLst>
                <a:ext uri="{FF2B5EF4-FFF2-40B4-BE49-F238E27FC236}">
                  <a16:creationId xmlns:a16="http://schemas.microsoft.com/office/drawing/2014/main" id="{DED35C95-9944-F870-3FE7-4797D4EA30B2}"/>
                </a:ext>
              </a:extLst>
            </p:cNvPr>
            <p:cNvSpPr>
              <a:spLocks noGrp="1"/>
            </p:cNvSpPr>
            <p:nvPr/>
          </p:nvSpPr>
          <p:spPr>
            <a:xfrm>
              <a:off x="1319941" y="4659260"/>
              <a:ext cx="27206" cy="9991"/>
            </a:xfrm>
            <a:custGeom>
              <a:avLst/>
              <a:gdLst/>
              <a:ahLst/>
              <a:cxnLst/>
              <a:rect l="0" t="0" r="0" b="0"/>
              <a:pathLst>
                <a:path w="27206" h="9991">
                  <a:moveTo>
                    <a:pt x="27206" y="0"/>
                  </a:moveTo>
                  <a:lnTo>
                    <a:pt x="0" y="9991"/>
                  </a:lnTo>
                </a:path>
              </a:pathLst>
            </a:custGeom>
            <a:noFill/>
            <a:ln w="20003">
              <a:solidFill>
                <a:srgbClr val="A9B6C1"/>
              </a:solidFill>
            </a:ln>
          </p:spPr>
        </p:sp>
        <p:sp>
          <p:nvSpPr>
            <p:cNvPr id="1902" name="Input_receptor__1901">
              <a:extLst>
                <a:ext uri="{FF2B5EF4-FFF2-40B4-BE49-F238E27FC236}">
                  <a16:creationId xmlns:a16="http://schemas.microsoft.com/office/drawing/2014/main" id="{05D0C4C4-B62B-886D-DF47-9CB5772357F6}"/>
                </a:ext>
              </a:extLst>
            </p:cNvPr>
            <p:cNvSpPr>
              <a:spLocks noGrp="1"/>
            </p:cNvSpPr>
            <p:nvPr/>
          </p:nvSpPr>
          <p:spPr>
            <a:xfrm>
              <a:off x="1286874" y="4437782"/>
              <a:ext cx="1711" cy="221"/>
            </a:xfrm>
            <a:custGeom>
              <a:avLst/>
              <a:gdLst/>
              <a:ahLst/>
              <a:cxnLst/>
              <a:rect l="0" t="0" r="0" b="0"/>
              <a:pathLst>
                <a:path w="1711" h="221">
                  <a:moveTo>
                    <a:pt x="0" y="0"/>
                  </a:moveTo>
                  <a:lnTo>
                    <a:pt x="1711" y="221"/>
                  </a:lnTo>
                </a:path>
              </a:pathLst>
            </a:custGeom>
            <a:noFill/>
            <a:ln w="8096">
              <a:solidFill>
                <a:srgbClr val="A9B7C2"/>
              </a:solidFill>
            </a:ln>
          </p:spPr>
        </p:sp>
        <p:sp>
          <p:nvSpPr>
            <p:cNvPr id="1903" name="Input_receptor__1902">
              <a:extLst>
                <a:ext uri="{FF2B5EF4-FFF2-40B4-BE49-F238E27FC236}">
                  <a16:creationId xmlns:a16="http://schemas.microsoft.com/office/drawing/2014/main" id="{046BF846-B465-A74D-52A4-CBE5D05AA905}"/>
                </a:ext>
              </a:extLst>
            </p:cNvPr>
            <p:cNvSpPr>
              <a:spLocks noGrp="1"/>
            </p:cNvSpPr>
            <p:nvPr/>
          </p:nvSpPr>
          <p:spPr>
            <a:xfrm>
              <a:off x="1215123" y="4418842"/>
              <a:ext cx="23547" cy="12982"/>
            </a:xfrm>
            <a:custGeom>
              <a:avLst/>
              <a:gdLst/>
              <a:ahLst/>
              <a:cxnLst/>
              <a:rect l="0" t="0" r="0" b="0"/>
              <a:pathLst>
                <a:path w="23547" h="12982">
                  <a:moveTo>
                    <a:pt x="0" y="0"/>
                  </a:moveTo>
                  <a:lnTo>
                    <a:pt x="23547" y="12982"/>
                  </a:lnTo>
                </a:path>
              </a:pathLst>
            </a:custGeom>
            <a:noFill/>
            <a:ln w="20003">
              <a:solidFill>
                <a:srgbClr val="A9B7C2"/>
              </a:solidFill>
            </a:ln>
          </p:spPr>
        </p:sp>
        <p:sp>
          <p:nvSpPr>
            <p:cNvPr id="1904" name="Input_receptor__1903">
              <a:extLst>
                <a:ext uri="{FF2B5EF4-FFF2-40B4-BE49-F238E27FC236}">
                  <a16:creationId xmlns:a16="http://schemas.microsoft.com/office/drawing/2014/main" id="{8B317009-02A2-9219-C881-0222A35B7A70}"/>
                </a:ext>
              </a:extLst>
            </p:cNvPr>
            <p:cNvSpPr>
              <a:spLocks noGrp="1"/>
            </p:cNvSpPr>
            <p:nvPr/>
          </p:nvSpPr>
          <p:spPr>
            <a:xfrm>
              <a:off x="1058373" y="4463140"/>
              <a:ext cx="34685" cy="11560"/>
            </a:xfrm>
            <a:custGeom>
              <a:avLst/>
              <a:gdLst/>
              <a:ahLst/>
              <a:cxnLst/>
              <a:rect l="0" t="0" r="0" b="0"/>
              <a:pathLst>
                <a:path w="34685" h="11560">
                  <a:moveTo>
                    <a:pt x="34685" y="0"/>
                  </a:moveTo>
                  <a:lnTo>
                    <a:pt x="0" y="1156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5" name="Input_receptor__1904">
              <a:extLst>
                <a:ext uri="{FF2B5EF4-FFF2-40B4-BE49-F238E27FC236}">
                  <a16:creationId xmlns:a16="http://schemas.microsoft.com/office/drawing/2014/main" id="{3697DB79-2746-25C2-3A85-7F7AECC5F075}"/>
                </a:ext>
              </a:extLst>
            </p:cNvPr>
            <p:cNvSpPr>
              <a:spLocks noGrp="1"/>
            </p:cNvSpPr>
            <p:nvPr/>
          </p:nvSpPr>
          <p:spPr>
            <a:xfrm>
              <a:off x="749493" y="4684359"/>
              <a:ext cx="46046" cy="7788"/>
            </a:xfrm>
            <a:custGeom>
              <a:avLst/>
              <a:gdLst/>
              <a:ahLst/>
              <a:cxnLst/>
              <a:rect l="0" t="0" r="0" b="0"/>
              <a:pathLst>
                <a:path w="46046" h="7788">
                  <a:moveTo>
                    <a:pt x="46046" y="77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7C2"/>
              </a:solidFill>
            </a:ln>
          </p:spPr>
        </p:sp>
        <p:sp>
          <p:nvSpPr>
            <p:cNvPr id="1906" name="Input_receptor__1905">
              <a:extLst>
                <a:ext uri="{FF2B5EF4-FFF2-40B4-BE49-F238E27FC236}">
                  <a16:creationId xmlns:a16="http://schemas.microsoft.com/office/drawing/2014/main" id="{C422BAC3-3E83-4046-0CE4-2CAA7421C08C}"/>
                </a:ext>
              </a:extLst>
            </p:cNvPr>
            <p:cNvSpPr>
              <a:spLocks noGrp="1"/>
            </p:cNvSpPr>
            <p:nvPr/>
          </p:nvSpPr>
          <p:spPr>
            <a:xfrm>
              <a:off x="706085" y="4684359"/>
              <a:ext cx="43408" cy="17580"/>
            </a:xfrm>
            <a:custGeom>
              <a:avLst/>
              <a:gdLst/>
              <a:ahLst/>
              <a:cxnLst/>
              <a:rect l="0" t="0" r="0" b="0"/>
              <a:pathLst>
                <a:path w="43408" h="17580">
                  <a:moveTo>
                    <a:pt x="43408" y="0"/>
                  </a:moveTo>
                  <a:lnTo>
                    <a:pt x="0" y="1758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7" name="Input_receptor__1906">
              <a:extLst>
                <a:ext uri="{FF2B5EF4-FFF2-40B4-BE49-F238E27FC236}">
                  <a16:creationId xmlns:a16="http://schemas.microsoft.com/office/drawing/2014/main" id="{8BBDB7FC-6F12-5D3E-0BCF-21E5EA5B9C8E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8830"/>
              <a:ext cx="812" cy="28697"/>
            </a:xfrm>
            <a:custGeom>
              <a:avLst/>
              <a:gdLst/>
              <a:ahLst/>
              <a:cxnLst/>
              <a:rect l="0" t="0" r="0" b="0"/>
              <a:pathLst>
                <a:path w="812" h="28697">
                  <a:moveTo>
                    <a:pt x="0" y="0"/>
                  </a:moveTo>
                  <a:lnTo>
                    <a:pt x="812" y="28697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8" name="Input_receptor__1907">
              <a:extLst>
                <a:ext uri="{FF2B5EF4-FFF2-40B4-BE49-F238E27FC236}">
                  <a16:creationId xmlns:a16="http://schemas.microsoft.com/office/drawing/2014/main" id="{A21E18B0-F4AF-4DDF-9017-0630DD22F08C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66760"/>
              <a:ext cx="29691" cy="35179"/>
            </a:xfrm>
            <a:custGeom>
              <a:avLst/>
              <a:gdLst/>
              <a:ahLst/>
              <a:cxnLst/>
              <a:rect l="0" t="0" r="0" b="0"/>
              <a:pathLst>
                <a:path w="29691" h="35179">
                  <a:moveTo>
                    <a:pt x="29691" y="3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9" name="Input_receptor__1908">
              <a:extLst>
                <a:ext uri="{FF2B5EF4-FFF2-40B4-BE49-F238E27FC236}">
                  <a16:creationId xmlns:a16="http://schemas.microsoft.com/office/drawing/2014/main" id="{F1D40570-8764-A43E-1252-C4F278AEE766}"/>
                </a:ext>
              </a:extLst>
            </p:cNvPr>
            <p:cNvSpPr>
              <a:spLocks noGrp="1"/>
            </p:cNvSpPr>
            <p:nvPr/>
          </p:nvSpPr>
          <p:spPr>
            <a:xfrm>
              <a:off x="676718" y="4615580"/>
              <a:ext cx="17000" cy="95"/>
            </a:xfrm>
            <a:custGeom>
              <a:avLst/>
              <a:gdLst/>
              <a:ahLst/>
              <a:cxnLst/>
              <a:rect l="0" t="0" r="0" b="0"/>
              <a:pathLst>
                <a:path w="17000" h="95">
                  <a:moveTo>
                    <a:pt x="0" y="74"/>
                  </a:moveTo>
                  <a:lnTo>
                    <a:pt x="17000" y="0"/>
                  </a:lnTo>
                </a:path>
              </a:pathLst>
            </a:custGeom>
            <a:noFill/>
            <a:ln w="8096">
              <a:solidFill>
                <a:srgbClr val="AAB8C2"/>
              </a:solidFill>
            </a:ln>
          </p:spPr>
        </p:sp>
        <p:sp>
          <p:nvSpPr>
            <p:cNvPr id="1910" name="Input_receptor__1909">
              <a:extLst>
                <a:ext uri="{FF2B5EF4-FFF2-40B4-BE49-F238E27FC236}">
                  <a16:creationId xmlns:a16="http://schemas.microsoft.com/office/drawing/2014/main" id="{A0B2225F-F285-94E8-F568-1AA52D98C4E1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41484"/>
              <a:ext cx="25012" cy="10580"/>
            </a:xfrm>
            <a:custGeom>
              <a:avLst/>
              <a:gdLst/>
              <a:ahLst/>
              <a:cxnLst/>
              <a:rect l="0" t="0" r="0" b="0"/>
              <a:pathLst>
                <a:path w="25012" h="10580">
                  <a:moveTo>
                    <a:pt x="25012" y="10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8C3"/>
              </a:solidFill>
            </a:ln>
          </p:spPr>
        </p:sp>
        <p:sp>
          <p:nvSpPr>
            <p:cNvPr id="1911" name="Input_receptor__1910">
              <a:extLst>
                <a:ext uri="{FF2B5EF4-FFF2-40B4-BE49-F238E27FC236}">
                  <a16:creationId xmlns:a16="http://schemas.microsoft.com/office/drawing/2014/main" id="{F05591D3-5B8E-1BD3-28C7-90F60303E570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601437"/>
              <a:ext cx="24503" cy="5369"/>
            </a:xfrm>
            <a:custGeom>
              <a:avLst/>
              <a:gdLst/>
              <a:ahLst/>
              <a:cxnLst/>
              <a:rect l="0" t="0" r="0" b="0"/>
              <a:pathLst>
                <a:path w="24503" h="5369">
                  <a:moveTo>
                    <a:pt x="24503" y="0"/>
                  </a:moveTo>
                  <a:lnTo>
                    <a:pt x="0" y="5369"/>
                  </a:lnTo>
                </a:path>
              </a:pathLst>
            </a:custGeom>
            <a:noFill/>
            <a:ln w="8096">
              <a:solidFill>
                <a:srgbClr val="AAB8C3"/>
              </a:solidFill>
            </a:ln>
          </p:spPr>
        </p:sp>
        <p:sp>
          <p:nvSpPr>
            <p:cNvPr id="1912" name="Input_receptor__1911">
              <a:extLst>
                <a:ext uri="{FF2B5EF4-FFF2-40B4-BE49-F238E27FC236}">
                  <a16:creationId xmlns:a16="http://schemas.microsoft.com/office/drawing/2014/main" id="{F9BB60B3-3028-60F1-81A0-E4387C830592}"/>
                </a:ext>
              </a:extLst>
            </p:cNvPr>
            <p:cNvSpPr>
              <a:spLocks noGrp="1"/>
            </p:cNvSpPr>
            <p:nvPr/>
          </p:nvSpPr>
          <p:spPr>
            <a:xfrm>
              <a:off x="1281536" y="4788234"/>
              <a:ext cx="28947" cy="30342"/>
            </a:xfrm>
            <a:custGeom>
              <a:avLst/>
              <a:gdLst/>
              <a:ahLst/>
              <a:cxnLst/>
              <a:rect l="0" t="0" r="0" b="0"/>
              <a:pathLst>
                <a:path w="28947" h="30342">
                  <a:moveTo>
                    <a:pt x="0" y="0"/>
                  </a:moveTo>
                  <a:lnTo>
                    <a:pt x="28947" y="30342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3" name="Input_receptor__1912">
              <a:extLst>
                <a:ext uri="{FF2B5EF4-FFF2-40B4-BE49-F238E27FC236}">
                  <a16:creationId xmlns:a16="http://schemas.microsoft.com/office/drawing/2014/main" id="{00AC1BDF-906B-1168-5A93-D767D870EBFD}"/>
                </a:ext>
              </a:extLst>
            </p:cNvPr>
            <p:cNvSpPr>
              <a:spLocks noGrp="1"/>
            </p:cNvSpPr>
            <p:nvPr/>
          </p:nvSpPr>
          <p:spPr>
            <a:xfrm>
              <a:off x="1238669" y="4431824"/>
              <a:ext cx="48205" cy="5959"/>
            </a:xfrm>
            <a:custGeom>
              <a:avLst/>
              <a:gdLst/>
              <a:ahLst/>
              <a:cxnLst/>
              <a:rect l="0" t="0" r="0" b="0"/>
              <a:pathLst>
                <a:path w="48205" h="5959">
                  <a:moveTo>
                    <a:pt x="0" y="0"/>
                  </a:moveTo>
                  <a:lnTo>
                    <a:pt x="48205" y="5959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4" name="Input_receptor__1913">
              <a:extLst>
                <a:ext uri="{FF2B5EF4-FFF2-40B4-BE49-F238E27FC236}">
                  <a16:creationId xmlns:a16="http://schemas.microsoft.com/office/drawing/2014/main" id="{6AF6C0C3-6210-582C-19FE-12F1BC9E1C49}"/>
                </a:ext>
              </a:extLst>
            </p:cNvPr>
            <p:cNvSpPr>
              <a:spLocks noGrp="1"/>
            </p:cNvSpPr>
            <p:nvPr/>
          </p:nvSpPr>
          <p:spPr>
            <a:xfrm>
              <a:off x="1093058" y="4463140"/>
              <a:ext cx="32863" cy="35036"/>
            </a:xfrm>
            <a:custGeom>
              <a:avLst/>
              <a:gdLst/>
              <a:ahLst/>
              <a:cxnLst/>
              <a:rect l="0" t="0" r="0" b="0"/>
              <a:pathLst>
                <a:path w="32863" h="35036">
                  <a:moveTo>
                    <a:pt x="32863" y="3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5" name="Input_receptor__1914">
              <a:extLst>
                <a:ext uri="{FF2B5EF4-FFF2-40B4-BE49-F238E27FC236}">
                  <a16:creationId xmlns:a16="http://schemas.microsoft.com/office/drawing/2014/main" id="{C8CE656C-122B-0C5C-4C8D-16C73D90545B}"/>
                </a:ext>
              </a:extLst>
            </p:cNvPr>
            <p:cNvSpPr>
              <a:spLocks noGrp="1"/>
            </p:cNvSpPr>
            <p:nvPr/>
          </p:nvSpPr>
          <p:spPr>
            <a:xfrm>
              <a:off x="1308031" y="4647380"/>
              <a:ext cx="39117" cy="11880"/>
            </a:xfrm>
            <a:custGeom>
              <a:avLst/>
              <a:gdLst/>
              <a:ahLst/>
              <a:cxnLst/>
              <a:rect l="0" t="0" r="0" b="0"/>
              <a:pathLst>
                <a:path w="39117" h="11880">
                  <a:moveTo>
                    <a:pt x="0" y="0"/>
                  </a:moveTo>
                  <a:lnTo>
                    <a:pt x="39117" y="11880"/>
                  </a:lnTo>
                </a:path>
              </a:pathLst>
            </a:custGeom>
            <a:noFill/>
            <a:ln w="20003">
              <a:solidFill>
                <a:srgbClr val="ABB8C3"/>
              </a:solidFill>
            </a:ln>
          </p:spPr>
        </p:sp>
        <p:sp>
          <p:nvSpPr>
            <p:cNvPr id="1916" name="Input_receptor__1915">
              <a:extLst>
                <a:ext uri="{FF2B5EF4-FFF2-40B4-BE49-F238E27FC236}">
                  <a16:creationId xmlns:a16="http://schemas.microsoft.com/office/drawing/2014/main" id="{3BC5F576-BF19-CAB5-5EDC-E0A2C27854F3}"/>
                </a:ext>
              </a:extLst>
            </p:cNvPr>
            <p:cNvSpPr>
              <a:spLocks noGrp="1"/>
            </p:cNvSpPr>
            <p:nvPr/>
          </p:nvSpPr>
          <p:spPr>
            <a:xfrm>
              <a:off x="1087445" y="4559465"/>
              <a:ext cx="35785" cy="32086"/>
            </a:xfrm>
            <a:custGeom>
              <a:avLst/>
              <a:gdLst/>
              <a:ahLst/>
              <a:cxnLst/>
              <a:rect l="0" t="0" r="0" b="0"/>
              <a:pathLst>
                <a:path w="35785" h="32086">
                  <a:moveTo>
                    <a:pt x="0" y="0"/>
                  </a:moveTo>
                  <a:lnTo>
                    <a:pt x="35785" y="32086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7" name="Input_receptor__1916">
              <a:extLst>
                <a:ext uri="{FF2B5EF4-FFF2-40B4-BE49-F238E27FC236}">
                  <a16:creationId xmlns:a16="http://schemas.microsoft.com/office/drawing/2014/main" id="{28F72F58-0DD5-A35A-6FE7-F94A42E4E317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47380"/>
              <a:ext cx="21299" cy="41171"/>
            </a:xfrm>
            <a:custGeom>
              <a:avLst/>
              <a:gdLst/>
              <a:ahLst/>
              <a:cxnLst/>
              <a:rect l="0" t="0" r="0" b="0"/>
              <a:pathLst>
                <a:path w="21299" h="41171">
                  <a:moveTo>
                    <a:pt x="0" y="41171"/>
                  </a:moveTo>
                  <a:lnTo>
                    <a:pt x="21299" y="0"/>
                  </a:lnTo>
                </a:path>
              </a:pathLst>
            </a:custGeom>
            <a:noFill/>
            <a:ln w="20003">
              <a:solidFill>
                <a:srgbClr val="ABB9C3"/>
              </a:solidFill>
            </a:ln>
          </p:spPr>
        </p:sp>
        <p:sp>
          <p:nvSpPr>
            <p:cNvPr id="1918" name="Input_receptor__1917">
              <a:extLst>
                <a:ext uri="{FF2B5EF4-FFF2-40B4-BE49-F238E27FC236}">
                  <a16:creationId xmlns:a16="http://schemas.microsoft.com/office/drawing/2014/main" id="{60816C4A-CF41-0598-364C-8D4395ADA4BD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88550"/>
              <a:ext cx="38897" cy="24254"/>
            </a:xfrm>
            <a:custGeom>
              <a:avLst/>
              <a:gdLst/>
              <a:ahLst/>
              <a:cxnLst/>
              <a:rect l="0" t="0" r="0" b="0"/>
              <a:pathLst>
                <a:path w="38897" h="24254">
                  <a:moveTo>
                    <a:pt x="38897" y="242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BB9C4"/>
              </a:solidFill>
            </a:ln>
          </p:spPr>
        </p:sp>
        <p:sp>
          <p:nvSpPr>
            <p:cNvPr id="1919" name="Input_receptor__1918">
              <a:extLst>
                <a:ext uri="{FF2B5EF4-FFF2-40B4-BE49-F238E27FC236}">
                  <a16:creationId xmlns:a16="http://schemas.microsoft.com/office/drawing/2014/main" id="{BC60B59C-FB45-1418-918C-19F813A2A17D}"/>
                </a:ext>
              </a:extLst>
            </p:cNvPr>
            <p:cNvSpPr>
              <a:spLocks noGrp="1"/>
            </p:cNvSpPr>
            <p:nvPr/>
          </p:nvSpPr>
          <p:spPr>
            <a:xfrm>
              <a:off x="1123230" y="4559195"/>
              <a:ext cx="34407" cy="32356"/>
            </a:xfrm>
            <a:custGeom>
              <a:avLst/>
              <a:gdLst/>
              <a:ahLst/>
              <a:cxnLst/>
              <a:rect l="0" t="0" r="0" b="0"/>
              <a:pathLst>
                <a:path w="34407" h="32356">
                  <a:moveTo>
                    <a:pt x="0" y="32356"/>
                  </a:moveTo>
                  <a:lnTo>
                    <a:pt x="34407" y="0"/>
                  </a:lnTo>
                </a:path>
              </a:pathLst>
            </a:custGeom>
            <a:noFill/>
            <a:ln w="8096">
              <a:solidFill>
                <a:srgbClr val="ABB9C4"/>
              </a:solidFill>
            </a:ln>
          </p:spPr>
        </p:sp>
        <p:sp>
          <p:nvSpPr>
            <p:cNvPr id="1920" name="Input_receptor__1919">
              <a:extLst>
                <a:ext uri="{FF2B5EF4-FFF2-40B4-BE49-F238E27FC236}">
                  <a16:creationId xmlns:a16="http://schemas.microsoft.com/office/drawing/2014/main" id="{F639F243-61F0-B685-B321-33807FDC2DE2}"/>
                </a:ext>
              </a:extLst>
            </p:cNvPr>
            <p:cNvSpPr>
              <a:spLocks noGrp="1"/>
            </p:cNvSpPr>
            <p:nvPr/>
          </p:nvSpPr>
          <p:spPr>
            <a:xfrm>
              <a:off x="1125922" y="4493001"/>
              <a:ext cx="38549" cy="5175"/>
            </a:xfrm>
            <a:custGeom>
              <a:avLst/>
              <a:gdLst/>
              <a:ahLst/>
              <a:cxnLst/>
              <a:rect l="0" t="0" r="0" b="0"/>
              <a:pathLst>
                <a:path w="38549" h="5175">
                  <a:moveTo>
                    <a:pt x="38549" y="0"/>
                  </a:moveTo>
                  <a:lnTo>
                    <a:pt x="0" y="5175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1" name="Input_receptor__1920">
              <a:extLst>
                <a:ext uri="{FF2B5EF4-FFF2-40B4-BE49-F238E27FC236}">
                  <a16:creationId xmlns:a16="http://schemas.microsoft.com/office/drawing/2014/main" id="{B8E91988-9905-C370-C565-40A474DFF699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52873"/>
              <a:ext cx="17746" cy="13887"/>
            </a:xfrm>
            <a:custGeom>
              <a:avLst/>
              <a:gdLst/>
              <a:ahLst/>
              <a:cxnLst/>
              <a:rect l="0" t="0" r="0" b="0"/>
              <a:pathLst>
                <a:path w="17746" h="13887">
                  <a:moveTo>
                    <a:pt x="0" y="13887"/>
                  </a:moveTo>
                  <a:lnTo>
                    <a:pt x="17746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2" name="Input_receptor__1921">
              <a:extLst>
                <a:ext uri="{FF2B5EF4-FFF2-40B4-BE49-F238E27FC236}">
                  <a16:creationId xmlns:a16="http://schemas.microsoft.com/office/drawing/2014/main" id="{17D1B508-6C76-23F3-1450-E3A3EF851268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5410" cy="48160"/>
            </a:xfrm>
            <a:custGeom>
              <a:avLst/>
              <a:gdLst/>
              <a:ahLst/>
              <a:cxnLst/>
              <a:rect l="0" t="0" r="0" b="0"/>
              <a:pathLst>
                <a:path w="5410" h="48160">
                  <a:moveTo>
                    <a:pt x="0" y="0"/>
                  </a:moveTo>
                  <a:lnTo>
                    <a:pt x="5410" y="48160"/>
                  </a:lnTo>
                </a:path>
              </a:pathLst>
            </a:custGeom>
            <a:noFill/>
            <a:ln w="20003">
              <a:solidFill>
                <a:srgbClr val="ACB9C4"/>
              </a:solidFill>
            </a:ln>
          </p:spPr>
        </p:sp>
        <p:sp>
          <p:nvSpPr>
            <p:cNvPr id="1923" name="Input_receptor__1922">
              <a:extLst>
                <a:ext uri="{FF2B5EF4-FFF2-40B4-BE49-F238E27FC236}">
                  <a16:creationId xmlns:a16="http://schemas.microsoft.com/office/drawing/2014/main" id="{5BE44629-387E-E79E-6FC4-00045D2D5971}"/>
                </a:ext>
              </a:extLst>
            </p:cNvPr>
            <p:cNvSpPr>
              <a:spLocks noGrp="1"/>
            </p:cNvSpPr>
            <p:nvPr/>
          </p:nvSpPr>
          <p:spPr>
            <a:xfrm>
              <a:off x="1047371" y="4559465"/>
              <a:ext cx="40075" cy="95"/>
            </a:xfrm>
            <a:custGeom>
              <a:avLst/>
              <a:gdLst/>
              <a:ahLst/>
              <a:cxnLst/>
              <a:rect l="0" t="0" r="0" b="0"/>
              <a:pathLst>
                <a:path w="40075" h="95">
                  <a:moveTo>
                    <a:pt x="0" y="95"/>
                  </a:moveTo>
                  <a:lnTo>
                    <a:pt x="40075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4" name="Input_receptor__1923">
              <a:extLst>
                <a:ext uri="{FF2B5EF4-FFF2-40B4-BE49-F238E27FC236}">
                  <a16:creationId xmlns:a16="http://schemas.microsoft.com/office/drawing/2014/main" id="{3D6C2FA6-CD07-B78C-2C9C-D1A5A8F8E433}"/>
                </a:ext>
              </a:extLst>
            </p:cNvPr>
            <p:cNvSpPr>
              <a:spLocks noGrp="1"/>
            </p:cNvSpPr>
            <p:nvPr/>
          </p:nvSpPr>
          <p:spPr>
            <a:xfrm>
              <a:off x="1010462" y="4559560"/>
              <a:ext cx="36909" cy="17966"/>
            </a:xfrm>
            <a:custGeom>
              <a:avLst/>
              <a:gdLst/>
              <a:ahLst/>
              <a:cxnLst/>
              <a:rect l="0" t="0" r="0" b="0"/>
              <a:pathLst>
                <a:path w="36909" h="17966">
                  <a:moveTo>
                    <a:pt x="0" y="17966"/>
                  </a:moveTo>
                  <a:lnTo>
                    <a:pt x="36909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5" name="Input_receptor__1924">
              <a:extLst>
                <a:ext uri="{FF2B5EF4-FFF2-40B4-BE49-F238E27FC236}">
                  <a16:creationId xmlns:a16="http://schemas.microsoft.com/office/drawing/2014/main" id="{26C4DDF9-A6A2-58C5-CA07-341C070286BB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35439"/>
              <a:ext cx="11722" cy="45861"/>
            </a:xfrm>
            <a:custGeom>
              <a:avLst/>
              <a:gdLst/>
              <a:ahLst/>
              <a:cxnLst/>
              <a:rect l="0" t="0" r="0" b="0"/>
              <a:pathLst>
                <a:path w="11722" h="45861">
                  <a:moveTo>
                    <a:pt x="11722" y="4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CBAC4"/>
              </a:solidFill>
            </a:ln>
          </p:spPr>
        </p:sp>
        <p:sp>
          <p:nvSpPr>
            <p:cNvPr id="1926" name="Input_receptor__1925">
              <a:extLst>
                <a:ext uri="{FF2B5EF4-FFF2-40B4-BE49-F238E27FC236}">
                  <a16:creationId xmlns:a16="http://schemas.microsoft.com/office/drawing/2014/main" id="{2496FECC-962C-7FC5-D5F0-169C4A3A1E20}"/>
                </a:ext>
              </a:extLst>
            </p:cNvPr>
            <p:cNvSpPr>
              <a:spLocks noGrp="1"/>
            </p:cNvSpPr>
            <p:nvPr/>
          </p:nvSpPr>
          <p:spPr>
            <a:xfrm>
              <a:off x="1274752" y="4818576"/>
              <a:ext cx="35731" cy="13574"/>
            </a:xfrm>
            <a:custGeom>
              <a:avLst/>
              <a:gdLst/>
              <a:ahLst/>
              <a:cxnLst/>
              <a:rect l="0" t="0" r="0" b="0"/>
              <a:pathLst>
                <a:path w="35731" h="13574">
                  <a:moveTo>
                    <a:pt x="35731" y="0"/>
                  </a:moveTo>
                  <a:lnTo>
                    <a:pt x="0" y="13574"/>
                  </a:lnTo>
                </a:path>
              </a:pathLst>
            </a:custGeom>
            <a:noFill/>
            <a:ln w="8096">
              <a:solidFill>
                <a:srgbClr val="ADBAC4"/>
              </a:solidFill>
            </a:ln>
          </p:spPr>
        </p:sp>
        <p:sp>
          <p:nvSpPr>
            <p:cNvPr id="1927" name="Input_receptor__1926">
              <a:extLst>
                <a:ext uri="{FF2B5EF4-FFF2-40B4-BE49-F238E27FC236}">
                  <a16:creationId xmlns:a16="http://schemas.microsoft.com/office/drawing/2014/main" id="{C33F2EA2-1070-3D58-EC05-1543181005F1}"/>
                </a:ext>
              </a:extLst>
            </p:cNvPr>
            <p:cNvSpPr>
              <a:spLocks noGrp="1"/>
            </p:cNvSpPr>
            <p:nvPr/>
          </p:nvSpPr>
          <p:spPr>
            <a:xfrm>
              <a:off x="793651" y="4535427"/>
              <a:ext cx="7527" cy="46098"/>
            </a:xfrm>
            <a:custGeom>
              <a:avLst/>
              <a:gdLst/>
              <a:ahLst/>
              <a:cxnLst/>
              <a:rect l="0" t="0" r="0" b="0"/>
              <a:pathLst>
                <a:path w="7527" h="46098">
                  <a:moveTo>
                    <a:pt x="7527" y="0"/>
                  </a:moveTo>
                  <a:lnTo>
                    <a:pt x="0" y="46098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8" name="Input_receptor__1927">
              <a:extLst>
                <a:ext uri="{FF2B5EF4-FFF2-40B4-BE49-F238E27FC236}">
                  <a16:creationId xmlns:a16="http://schemas.microsoft.com/office/drawing/2014/main" id="{E7943490-EF7B-FC6A-63A4-71877CBA45B4}"/>
                </a:ext>
              </a:extLst>
            </p:cNvPr>
            <p:cNvSpPr>
              <a:spLocks noGrp="1"/>
            </p:cNvSpPr>
            <p:nvPr/>
          </p:nvSpPr>
          <p:spPr>
            <a:xfrm>
              <a:off x="1315517" y="4519584"/>
              <a:ext cx="25282" cy="32480"/>
            </a:xfrm>
            <a:custGeom>
              <a:avLst/>
              <a:gdLst/>
              <a:ahLst/>
              <a:cxnLst/>
              <a:rect l="0" t="0" r="0" b="0"/>
              <a:pathLst>
                <a:path w="25282" h="32480">
                  <a:moveTo>
                    <a:pt x="0" y="0"/>
                  </a:moveTo>
                  <a:lnTo>
                    <a:pt x="25282" y="3248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9" name="Input_receptor__1928">
              <a:extLst>
                <a:ext uri="{FF2B5EF4-FFF2-40B4-BE49-F238E27FC236}">
                  <a16:creationId xmlns:a16="http://schemas.microsoft.com/office/drawing/2014/main" id="{5C7EE827-8C4C-E84A-E9DE-0866E6AEB820}"/>
                </a:ext>
              </a:extLst>
            </p:cNvPr>
            <p:cNvSpPr>
              <a:spLocks noGrp="1"/>
            </p:cNvSpPr>
            <p:nvPr/>
          </p:nvSpPr>
          <p:spPr>
            <a:xfrm>
              <a:off x="865203" y="4545265"/>
              <a:ext cx="47761" cy="7779"/>
            </a:xfrm>
            <a:custGeom>
              <a:avLst/>
              <a:gdLst/>
              <a:ahLst/>
              <a:cxnLst/>
              <a:rect l="0" t="0" r="0" b="0"/>
              <a:pathLst>
                <a:path w="47761" h="7779">
                  <a:moveTo>
                    <a:pt x="47761" y="7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30" name="Input_receptor__1929">
              <a:extLst>
                <a:ext uri="{FF2B5EF4-FFF2-40B4-BE49-F238E27FC236}">
                  <a16:creationId xmlns:a16="http://schemas.microsoft.com/office/drawing/2014/main" id="{D87D7EC9-6D15-BC90-7C85-DBBD04B3F23C}"/>
                </a:ext>
              </a:extLst>
            </p:cNvPr>
            <p:cNvSpPr>
              <a:spLocks noGrp="1"/>
            </p:cNvSpPr>
            <p:nvPr/>
          </p:nvSpPr>
          <p:spPr>
            <a:xfrm>
              <a:off x="1171828" y="4598319"/>
              <a:ext cx="32721" cy="35453"/>
            </a:xfrm>
            <a:custGeom>
              <a:avLst/>
              <a:gdLst/>
              <a:ahLst/>
              <a:cxnLst/>
              <a:rect l="0" t="0" r="0" b="0"/>
              <a:pathLst>
                <a:path w="32721" h="35453">
                  <a:moveTo>
                    <a:pt x="0" y="35453"/>
                  </a:moveTo>
                  <a:lnTo>
                    <a:pt x="32721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1" name="Input_receptor__1930">
              <a:extLst>
                <a:ext uri="{FF2B5EF4-FFF2-40B4-BE49-F238E27FC236}">
                  <a16:creationId xmlns:a16="http://schemas.microsoft.com/office/drawing/2014/main" id="{A11D74C1-EAF2-16DE-D9ED-F371916177AF}"/>
                </a:ext>
              </a:extLst>
            </p:cNvPr>
            <p:cNvSpPr>
              <a:spLocks noGrp="1"/>
            </p:cNvSpPr>
            <p:nvPr/>
          </p:nvSpPr>
          <p:spPr>
            <a:xfrm>
              <a:off x="781815" y="4728054"/>
              <a:ext cx="47624" cy="8384"/>
            </a:xfrm>
            <a:custGeom>
              <a:avLst/>
              <a:gdLst/>
              <a:ahLst/>
              <a:cxnLst/>
              <a:rect l="0" t="0" r="0" b="0"/>
              <a:pathLst>
                <a:path w="47624" h="8384">
                  <a:moveTo>
                    <a:pt x="0" y="8384"/>
                  </a:moveTo>
                  <a:lnTo>
                    <a:pt x="47624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2" name="Input_receptor__1931">
              <a:extLst>
                <a:ext uri="{FF2B5EF4-FFF2-40B4-BE49-F238E27FC236}">
                  <a16:creationId xmlns:a16="http://schemas.microsoft.com/office/drawing/2014/main" id="{BAFC7DB1-5CD7-1C2D-71AE-E97D7598371E}"/>
                </a:ext>
              </a:extLst>
            </p:cNvPr>
            <p:cNvSpPr>
              <a:spLocks noGrp="1"/>
            </p:cNvSpPr>
            <p:nvPr/>
          </p:nvSpPr>
          <p:spPr>
            <a:xfrm>
              <a:off x="734973" y="4538619"/>
              <a:ext cx="6515" cy="38008"/>
            </a:xfrm>
            <a:custGeom>
              <a:avLst/>
              <a:gdLst/>
              <a:ahLst/>
              <a:cxnLst/>
              <a:rect l="0" t="0" r="0" b="0"/>
              <a:pathLst>
                <a:path w="6515" h="38008">
                  <a:moveTo>
                    <a:pt x="6515" y="0"/>
                  </a:moveTo>
                  <a:lnTo>
                    <a:pt x="0" y="3800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3" name="Input_receptor__1932">
              <a:extLst>
                <a:ext uri="{FF2B5EF4-FFF2-40B4-BE49-F238E27FC236}">
                  <a16:creationId xmlns:a16="http://schemas.microsoft.com/office/drawing/2014/main" id="{7D0532A3-A8E0-83F2-B847-F58F2E3B867E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19584"/>
              <a:ext cx="40952" cy="15855"/>
            </a:xfrm>
            <a:custGeom>
              <a:avLst/>
              <a:gdLst/>
              <a:ahLst/>
              <a:cxnLst/>
              <a:rect l="0" t="0" r="0" b="0"/>
              <a:pathLst>
                <a:path w="40952" h="15855">
                  <a:moveTo>
                    <a:pt x="0" y="15855"/>
                  </a:moveTo>
                  <a:lnTo>
                    <a:pt x="40952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4" name="Input_receptor__1933">
              <a:extLst>
                <a:ext uri="{FF2B5EF4-FFF2-40B4-BE49-F238E27FC236}">
                  <a16:creationId xmlns:a16="http://schemas.microsoft.com/office/drawing/2014/main" id="{C13B2D8A-F4F1-6989-29DA-6993D1FBC1B8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598644"/>
              <a:ext cx="38439" cy="8162"/>
            </a:xfrm>
            <a:custGeom>
              <a:avLst/>
              <a:gdLst/>
              <a:ahLst/>
              <a:cxnLst/>
              <a:rect l="0" t="0" r="0" b="0"/>
              <a:pathLst>
                <a:path w="38439" h="8162">
                  <a:moveTo>
                    <a:pt x="0" y="8162"/>
                  </a:moveTo>
                  <a:lnTo>
                    <a:pt x="38439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5" name="Input_receptor__1934">
              <a:extLst>
                <a:ext uri="{FF2B5EF4-FFF2-40B4-BE49-F238E27FC236}">
                  <a16:creationId xmlns:a16="http://schemas.microsoft.com/office/drawing/2014/main" id="{974EE53E-78D4-434D-C78E-32E7E2915000}"/>
                </a:ext>
              </a:extLst>
            </p:cNvPr>
            <p:cNvSpPr>
              <a:spLocks noGrp="1"/>
            </p:cNvSpPr>
            <p:nvPr/>
          </p:nvSpPr>
          <p:spPr>
            <a:xfrm>
              <a:off x="723834" y="4576627"/>
              <a:ext cx="11139" cy="25778"/>
            </a:xfrm>
            <a:custGeom>
              <a:avLst/>
              <a:gdLst/>
              <a:ahLst/>
              <a:cxnLst/>
              <a:rect l="0" t="0" r="0" b="0"/>
              <a:pathLst>
                <a:path w="11139" h="25778">
                  <a:moveTo>
                    <a:pt x="11139" y="0"/>
                  </a:moveTo>
                  <a:lnTo>
                    <a:pt x="0" y="2577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6" name="Input_receptor__1935">
              <a:extLst>
                <a:ext uri="{FF2B5EF4-FFF2-40B4-BE49-F238E27FC236}">
                  <a16:creationId xmlns:a16="http://schemas.microsoft.com/office/drawing/2014/main" id="{58BD683E-EEB2-F596-6D29-344016C4BF57}"/>
                </a:ext>
              </a:extLst>
            </p:cNvPr>
            <p:cNvSpPr>
              <a:spLocks noGrp="1"/>
            </p:cNvSpPr>
            <p:nvPr/>
          </p:nvSpPr>
          <p:spPr>
            <a:xfrm>
              <a:off x="1157637" y="4532922"/>
              <a:ext cx="933" cy="26273"/>
            </a:xfrm>
            <a:custGeom>
              <a:avLst/>
              <a:gdLst/>
              <a:ahLst/>
              <a:cxnLst/>
              <a:rect l="0" t="0" r="0" b="0"/>
              <a:pathLst>
                <a:path w="933" h="26273">
                  <a:moveTo>
                    <a:pt x="0" y="26273"/>
                  </a:moveTo>
                  <a:lnTo>
                    <a:pt x="933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7" name="Input_receptor__1936">
              <a:extLst>
                <a:ext uri="{FF2B5EF4-FFF2-40B4-BE49-F238E27FC236}">
                  <a16:creationId xmlns:a16="http://schemas.microsoft.com/office/drawing/2014/main" id="{F338C97A-403E-0598-D3EA-02906C2A96EF}"/>
                </a:ext>
              </a:extLst>
            </p:cNvPr>
            <p:cNvSpPr>
              <a:spLocks noGrp="1"/>
            </p:cNvSpPr>
            <p:nvPr/>
          </p:nvSpPr>
          <p:spPr>
            <a:xfrm>
              <a:off x="910029" y="4553044"/>
              <a:ext cx="2935" cy="45600"/>
            </a:xfrm>
            <a:custGeom>
              <a:avLst/>
              <a:gdLst/>
              <a:ahLst/>
              <a:cxnLst/>
              <a:rect l="0" t="0" r="0" b="0"/>
              <a:pathLst>
                <a:path w="2935" h="45600">
                  <a:moveTo>
                    <a:pt x="0" y="45600"/>
                  </a:moveTo>
                  <a:lnTo>
                    <a:pt x="2935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8" name="Input_receptor__1937">
              <a:extLst>
                <a:ext uri="{FF2B5EF4-FFF2-40B4-BE49-F238E27FC236}">
                  <a16:creationId xmlns:a16="http://schemas.microsoft.com/office/drawing/2014/main" id="{866541DC-5E97-72EC-F1AE-6871722E2A66}"/>
                </a:ext>
              </a:extLst>
            </p:cNvPr>
            <p:cNvSpPr>
              <a:spLocks noGrp="1"/>
            </p:cNvSpPr>
            <p:nvPr/>
          </p:nvSpPr>
          <p:spPr>
            <a:xfrm>
              <a:off x="767790" y="4694102"/>
              <a:ext cx="14025" cy="42336"/>
            </a:xfrm>
            <a:custGeom>
              <a:avLst/>
              <a:gdLst/>
              <a:ahLst/>
              <a:cxnLst/>
              <a:rect l="0" t="0" r="0" b="0"/>
              <a:pathLst>
                <a:path w="14025" h="42336">
                  <a:moveTo>
                    <a:pt x="0" y="0"/>
                  </a:moveTo>
                  <a:lnTo>
                    <a:pt x="14025" y="42336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9" name="Input_receptor__1938">
              <a:extLst>
                <a:ext uri="{FF2B5EF4-FFF2-40B4-BE49-F238E27FC236}">
                  <a16:creationId xmlns:a16="http://schemas.microsoft.com/office/drawing/2014/main" id="{650B17DA-40ED-CD02-A54E-50590E73A479}"/>
                </a:ext>
              </a:extLst>
            </p:cNvPr>
            <p:cNvSpPr>
              <a:spLocks noGrp="1"/>
            </p:cNvSpPr>
            <p:nvPr/>
          </p:nvSpPr>
          <p:spPr>
            <a:xfrm>
              <a:off x="1321774" y="4688530"/>
              <a:ext cx="3854" cy="24274"/>
            </a:xfrm>
            <a:custGeom>
              <a:avLst/>
              <a:gdLst/>
              <a:ahLst/>
              <a:cxnLst/>
              <a:rect l="0" t="0" r="0" b="0"/>
              <a:pathLst>
                <a:path w="3854" h="24274">
                  <a:moveTo>
                    <a:pt x="0" y="0"/>
                  </a:moveTo>
                  <a:lnTo>
                    <a:pt x="3854" y="24274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40" name="Input_receptor__1939">
              <a:extLst>
                <a:ext uri="{FF2B5EF4-FFF2-40B4-BE49-F238E27FC236}">
                  <a16:creationId xmlns:a16="http://schemas.microsoft.com/office/drawing/2014/main" id="{7464DBE2-F89E-F80D-1B4E-1723588E175D}"/>
                </a:ext>
              </a:extLst>
            </p:cNvPr>
            <p:cNvSpPr>
              <a:spLocks noGrp="1"/>
            </p:cNvSpPr>
            <p:nvPr/>
          </p:nvSpPr>
          <p:spPr>
            <a:xfrm>
              <a:off x="1139376" y="4618409"/>
              <a:ext cx="32452" cy="15363"/>
            </a:xfrm>
            <a:custGeom>
              <a:avLst/>
              <a:gdLst/>
              <a:ahLst/>
              <a:cxnLst/>
              <a:rect l="0" t="0" r="0" b="0"/>
              <a:pathLst>
                <a:path w="32452" h="15363">
                  <a:moveTo>
                    <a:pt x="0" y="0"/>
                  </a:moveTo>
                  <a:lnTo>
                    <a:pt x="32452" y="15363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1" name="Input_receptor__1940">
              <a:extLst>
                <a:ext uri="{FF2B5EF4-FFF2-40B4-BE49-F238E27FC236}">
                  <a16:creationId xmlns:a16="http://schemas.microsoft.com/office/drawing/2014/main" id="{25F1FC46-03B3-DFD3-B30C-AF2EDCCF4E85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19737" cy="1288"/>
            </a:xfrm>
            <a:custGeom>
              <a:avLst/>
              <a:gdLst/>
              <a:ahLst/>
              <a:cxnLst/>
              <a:rect l="0" t="0" r="0" b="0"/>
              <a:pathLst>
                <a:path w="19737" h="1288">
                  <a:moveTo>
                    <a:pt x="19737" y="1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2" name="Input_receptor__1941">
              <a:extLst>
                <a:ext uri="{FF2B5EF4-FFF2-40B4-BE49-F238E27FC236}">
                  <a16:creationId xmlns:a16="http://schemas.microsoft.com/office/drawing/2014/main" id="{93959461-5F22-201F-F366-7FA9766B55A1}"/>
                </a:ext>
              </a:extLst>
            </p:cNvPr>
            <p:cNvSpPr>
              <a:spLocks noGrp="1"/>
            </p:cNvSpPr>
            <p:nvPr/>
          </p:nvSpPr>
          <p:spPr>
            <a:xfrm>
              <a:off x="1158570" y="4493001"/>
              <a:ext cx="5901" cy="39920"/>
            </a:xfrm>
            <a:custGeom>
              <a:avLst/>
              <a:gdLst/>
              <a:ahLst/>
              <a:cxnLst/>
              <a:rect l="0" t="0" r="0" b="0"/>
              <a:pathLst>
                <a:path w="5901" h="39920">
                  <a:moveTo>
                    <a:pt x="0" y="39920"/>
                  </a:moveTo>
                  <a:lnTo>
                    <a:pt x="5901" y="0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3" name="Input_receptor__1942">
              <a:extLst>
                <a:ext uri="{FF2B5EF4-FFF2-40B4-BE49-F238E27FC236}">
                  <a16:creationId xmlns:a16="http://schemas.microsoft.com/office/drawing/2014/main" id="{E83CBCD9-F087-9A6D-FFC4-D0186E623119}"/>
                </a:ext>
              </a:extLst>
            </p:cNvPr>
            <p:cNvSpPr>
              <a:spLocks noGrp="1"/>
            </p:cNvSpPr>
            <p:nvPr/>
          </p:nvSpPr>
          <p:spPr>
            <a:xfrm>
              <a:off x="801178" y="4523136"/>
              <a:ext cx="12523" cy="12291"/>
            </a:xfrm>
            <a:custGeom>
              <a:avLst/>
              <a:gdLst/>
              <a:ahLst/>
              <a:cxnLst/>
              <a:rect l="0" t="0" r="0" b="0"/>
              <a:pathLst>
                <a:path w="12523" h="12291">
                  <a:moveTo>
                    <a:pt x="12523" y="0"/>
                  </a:moveTo>
                  <a:lnTo>
                    <a:pt x="0" y="12291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4" name="Input_receptor__1943">
              <a:extLst>
                <a:ext uri="{FF2B5EF4-FFF2-40B4-BE49-F238E27FC236}">
                  <a16:creationId xmlns:a16="http://schemas.microsoft.com/office/drawing/2014/main" id="{B39EE44C-4D87-51B6-104F-62B91D1678F8}"/>
                </a:ext>
              </a:extLst>
            </p:cNvPr>
            <p:cNvSpPr>
              <a:spLocks noGrp="1"/>
            </p:cNvSpPr>
            <p:nvPr/>
          </p:nvSpPr>
          <p:spPr>
            <a:xfrm>
              <a:off x="694140" y="4652873"/>
              <a:ext cx="26228" cy="37486"/>
            </a:xfrm>
            <a:custGeom>
              <a:avLst/>
              <a:gdLst/>
              <a:ahLst/>
              <a:cxnLst/>
              <a:rect l="0" t="0" r="0" b="0"/>
              <a:pathLst>
                <a:path w="26228" h="37486">
                  <a:moveTo>
                    <a:pt x="0" y="0"/>
                  </a:moveTo>
                  <a:lnTo>
                    <a:pt x="26228" y="37486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5" name="Input_receptor__1944">
              <a:extLst>
                <a:ext uri="{FF2B5EF4-FFF2-40B4-BE49-F238E27FC236}">
                  <a16:creationId xmlns:a16="http://schemas.microsoft.com/office/drawing/2014/main" id="{5E253D06-33B0-09B3-7B8C-A6430782FD1F}"/>
                </a:ext>
              </a:extLst>
            </p:cNvPr>
            <p:cNvSpPr>
              <a:spLocks noGrp="1"/>
            </p:cNvSpPr>
            <p:nvPr/>
          </p:nvSpPr>
          <p:spPr>
            <a:xfrm>
              <a:off x="829438" y="4728054"/>
              <a:ext cx="23150" cy="21587"/>
            </a:xfrm>
            <a:custGeom>
              <a:avLst/>
              <a:gdLst/>
              <a:ahLst/>
              <a:cxnLst/>
              <a:rect l="0" t="0" r="0" b="0"/>
              <a:pathLst>
                <a:path w="23150" h="21587">
                  <a:moveTo>
                    <a:pt x="0" y="0"/>
                  </a:moveTo>
                  <a:lnTo>
                    <a:pt x="23150" y="21587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6" name="Input_receptor__1945">
              <a:extLst>
                <a:ext uri="{FF2B5EF4-FFF2-40B4-BE49-F238E27FC236}">
                  <a16:creationId xmlns:a16="http://schemas.microsoft.com/office/drawing/2014/main" id="{9987FFE9-15CD-77D9-844C-185222D4F2EC}"/>
                </a:ext>
              </a:extLst>
            </p:cNvPr>
            <p:cNvSpPr>
              <a:spLocks noGrp="1"/>
            </p:cNvSpPr>
            <p:nvPr/>
          </p:nvSpPr>
          <p:spPr>
            <a:xfrm>
              <a:off x="844996" y="4545265"/>
              <a:ext cx="20207" cy="14576"/>
            </a:xfrm>
            <a:custGeom>
              <a:avLst/>
              <a:gdLst/>
              <a:ahLst/>
              <a:cxnLst/>
              <a:rect l="0" t="0" r="0" b="0"/>
              <a:pathLst>
                <a:path w="20207" h="14576">
                  <a:moveTo>
                    <a:pt x="20207" y="0"/>
                  </a:moveTo>
                  <a:lnTo>
                    <a:pt x="0" y="14576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7" name="Input_receptor__1946">
              <a:extLst>
                <a:ext uri="{FF2B5EF4-FFF2-40B4-BE49-F238E27FC236}">
                  <a16:creationId xmlns:a16="http://schemas.microsoft.com/office/drawing/2014/main" id="{945F64C7-DE82-7500-4D64-FCF52CD1E01D}"/>
                </a:ext>
              </a:extLst>
            </p:cNvPr>
            <p:cNvSpPr>
              <a:spLocks noGrp="1"/>
            </p:cNvSpPr>
            <p:nvPr/>
          </p:nvSpPr>
          <p:spPr>
            <a:xfrm>
              <a:off x="720368" y="4690359"/>
              <a:ext cx="47422" cy="3743"/>
            </a:xfrm>
            <a:custGeom>
              <a:avLst/>
              <a:gdLst/>
              <a:ahLst/>
              <a:cxnLst/>
              <a:rect l="0" t="0" r="0" b="0"/>
              <a:pathLst>
                <a:path w="47422" h="3743">
                  <a:moveTo>
                    <a:pt x="0" y="0"/>
                  </a:moveTo>
                  <a:lnTo>
                    <a:pt x="47422" y="3743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8" name="Input_receptor__1947">
              <a:extLst>
                <a:ext uri="{FF2B5EF4-FFF2-40B4-BE49-F238E27FC236}">
                  <a16:creationId xmlns:a16="http://schemas.microsoft.com/office/drawing/2014/main" id="{19186913-B1AB-8D9C-02AA-799CA0D510BB}"/>
                </a:ext>
              </a:extLst>
            </p:cNvPr>
            <p:cNvSpPr>
              <a:spLocks noGrp="1"/>
            </p:cNvSpPr>
            <p:nvPr/>
          </p:nvSpPr>
          <p:spPr>
            <a:xfrm>
              <a:off x="1204550" y="4585751"/>
              <a:ext cx="24286" cy="12567"/>
            </a:xfrm>
            <a:custGeom>
              <a:avLst/>
              <a:gdLst/>
              <a:ahLst/>
              <a:cxnLst/>
              <a:rect l="0" t="0" r="0" b="0"/>
              <a:pathLst>
                <a:path w="24286" h="12567">
                  <a:moveTo>
                    <a:pt x="0" y="12567"/>
                  </a:moveTo>
                  <a:lnTo>
                    <a:pt x="24286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9" name="Input_receptor__1948">
              <a:extLst>
                <a:ext uri="{FF2B5EF4-FFF2-40B4-BE49-F238E27FC236}">
                  <a16:creationId xmlns:a16="http://schemas.microsoft.com/office/drawing/2014/main" id="{AA7EF82B-69C2-BEA6-91EC-DEF48DD5BCCB}"/>
                </a:ext>
              </a:extLst>
            </p:cNvPr>
            <p:cNvSpPr>
              <a:spLocks noGrp="1"/>
            </p:cNvSpPr>
            <p:nvPr/>
          </p:nvSpPr>
          <p:spPr>
            <a:xfrm>
              <a:off x="769238" y="4566375"/>
              <a:ext cx="24413" cy="15150"/>
            </a:xfrm>
            <a:custGeom>
              <a:avLst/>
              <a:gdLst/>
              <a:ahLst/>
              <a:cxnLst/>
              <a:rect l="0" t="0" r="0" b="0"/>
              <a:pathLst>
                <a:path w="24413" h="15150">
                  <a:moveTo>
                    <a:pt x="24413" y="151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0" name="Input_receptor__1949">
              <a:extLst>
                <a:ext uri="{FF2B5EF4-FFF2-40B4-BE49-F238E27FC236}">
                  <a16:creationId xmlns:a16="http://schemas.microsoft.com/office/drawing/2014/main" id="{0B8CC5D3-B855-2F90-A3C7-28D9E682D5FC}"/>
                </a:ext>
              </a:extLst>
            </p:cNvPr>
            <p:cNvSpPr>
              <a:spLocks noGrp="1"/>
            </p:cNvSpPr>
            <p:nvPr/>
          </p:nvSpPr>
          <p:spPr>
            <a:xfrm>
              <a:off x="1286286" y="4569841"/>
              <a:ext cx="11501" cy="11459"/>
            </a:xfrm>
            <a:custGeom>
              <a:avLst/>
              <a:gdLst/>
              <a:ahLst/>
              <a:cxnLst/>
              <a:rect l="0" t="0" r="0" b="0"/>
              <a:pathLst>
                <a:path w="11501" h="11459">
                  <a:moveTo>
                    <a:pt x="11501" y="0"/>
                  </a:moveTo>
                  <a:lnTo>
                    <a:pt x="0" y="11459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1" name="Input_receptor__1950">
              <a:extLst>
                <a:ext uri="{FF2B5EF4-FFF2-40B4-BE49-F238E27FC236}">
                  <a16:creationId xmlns:a16="http://schemas.microsoft.com/office/drawing/2014/main" id="{F2D6410A-9911-7630-257D-FC8CE3F42D36}"/>
                </a:ext>
              </a:extLst>
            </p:cNvPr>
            <p:cNvSpPr>
              <a:spLocks noGrp="1"/>
            </p:cNvSpPr>
            <p:nvPr/>
          </p:nvSpPr>
          <p:spPr>
            <a:xfrm>
              <a:off x="1098668" y="4618409"/>
              <a:ext cx="40708" cy="24426"/>
            </a:xfrm>
            <a:custGeom>
              <a:avLst/>
              <a:gdLst/>
              <a:ahLst/>
              <a:cxnLst/>
              <a:rect l="0" t="0" r="0" b="0"/>
              <a:pathLst>
                <a:path w="40708" h="24426">
                  <a:moveTo>
                    <a:pt x="0" y="24426"/>
                  </a:moveTo>
                  <a:lnTo>
                    <a:pt x="40708" y="0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52" name="Input_receptor__1951">
              <a:extLst>
                <a:ext uri="{FF2B5EF4-FFF2-40B4-BE49-F238E27FC236}">
                  <a16:creationId xmlns:a16="http://schemas.microsoft.com/office/drawing/2014/main" id="{E1E76386-F5D7-639C-92C6-71555AAD9BC8}"/>
                </a:ext>
              </a:extLst>
            </p:cNvPr>
            <p:cNvSpPr>
              <a:spLocks noGrp="1"/>
            </p:cNvSpPr>
            <p:nvPr/>
          </p:nvSpPr>
          <p:spPr>
            <a:xfrm>
              <a:off x="741488" y="4538619"/>
              <a:ext cx="27750" cy="27757"/>
            </a:xfrm>
            <a:custGeom>
              <a:avLst/>
              <a:gdLst/>
              <a:ahLst/>
              <a:cxnLst/>
              <a:rect l="0" t="0" r="0" b="0"/>
              <a:pathLst>
                <a:path w="27750" h="27757">
                  <a:moveTo>
                    <a:pt x="27750" y="277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3" name="Input_receptor__1952">
              <a:extLst>
                <a:ext uri="{FF2B5EF4-FFF2-40B4-BE49-F238E27FC236}">
                  <a16:creationId xmlns:a16="http://schemas.microsoft.com/office/drawing/2014/main" id="{758C4EA2-CEAF-A47A-7134-B2F1ADDF0B5E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700453"/>
              <a:ext cx="7108" cy="46543"/>
            </a:xfrm>
            <a:custGeom>
              <a:avLst/>
              <a:gdLst/>
              <a:ahLst/>
              <a:cxnLst/>
              <a:rect l="0" t="0" r="0" b="0"/>
              <a:pathLst>
                <a:path w="7108" h="46543">
                  <a:moveTo>
                    <a:pt x="7108" y="46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4" name="Input_receptor__1953">
              <a:extLst>
                <a:ext uri="{FF2B5EF4-FFF2-40B4-BE49-F238E27FC236}">
                  <a16:creationId xmlns:a16="http://schemas.microsoft.com/office/drawing/2014/main" id="{714DB88B-E4C9-B2E8-6BC2-46E1E9DD09A3}"/>
                </a:ext>
              </a:extLst>
            </p:cNvPr>
            <p:cNvSpPr>
              <a:spLocks noGrp="1"/>
            </p:cNvSpPr>
            <p:nvPr/>
          </p:nvSpPr>
          <p:spPr>
            <a:xfrm>
              <a:off x="691044" y="4568781"/>
              <a:ext cx="32790" cy="33624"/>
            </a:xfrm>
            <a:custGeom>
              <a:avLst/>
              <a:gdLst/>
              <a:ahLst/>
              <a:cxnLst/>
              <a:rect l="0" t="0" r="0" b="0"/>
              <a:pathLst>
                <a:path w="32790" h="33624">
                  <a:moveTo>
                    <a:pt x="32790" y="336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5" name="Input_receptor__1954">
              <a:extLst>
                <a:ext uri="{FF2B5EF4-FFF2-40B4-BE49-F238E27FC236}">
                  <a16:creationId xmlns:a16="http://schemas.microsoft.com/office/drawing/2014/main" id="{8F99B8EB-DF0C-D791-14C7-231681633D7B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688530"/>
              <a:ext cx="46647" cy="11923"/>
            </a:xfrm>
            <a:custGeom>
              <a:avLst/>
              <a:gdLst/>
              <a:ahLst/>
              <a:cxnLst/>
              <a:rect l="0" t="0" r="0" b="0"/>
              <a:pathLst>
                <a:path w="46647" h="11923">
                  <a:moveTo>
                    <a:pt x="0" y="11923"/>
                  </a:moveTo>
                  <a:lnTo>
                    <a:pt x="46647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6" name="Input_receptor__1955">
              <a:extLst>
                <a:ext uri="{FF2B5EF4-FFF2-40B4-BE49-F238E27FC236}">
                  <a16:creationId xmlns:a16="http://schemas.microsoft.com/office/drawing/2014/main" id="{CBA15EFA-DCAC-2544-5CF9-E9217E0DCA7E}"/>
                </a:ext>
              </a:extLst>
            </p:cNvPr>
            <p:cNvSpPr>
              <a:spLocks noGrp="1"/>
            </p:cNvSpPr>
            <p:nvPr/>
          </p:nvSpPr>
          <p:spPr>
            <a:xfrm>
              <a:off x="813702" y="4523136"/>
              <a:ext cx="31294" cy="36705"/>
            </a:xfrm>
            <a:custGeom>
              <a:avLst/>
              <a:gdLst/>
              <a:ahLst/>
              <a:cxnLst/>
              <a:rect l="0" t="0" r="0" b="0"/>
              <a:pathLst>
                <a:path w="31294" h="36705">
                  <a:moveTo>
                    <a:pt x="31294" y="367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7" name="Input_receptor__1956">
              <a:extLst>
                <a:ext uri="{FF2B5EF4-FFF2-40B4-BE49-F238E27FC236}">
                  <a16:creationId xmlns:a16="http://schemas.microsoft.com/office/drawing/2014/main" id="{83ECEAE6-ABD5-6511-1003-9BB956894E8F}"/>
                </a:ext>
              </a:extLst>
            </p:cNvPr>
            <p:cNvSpPr>
              <a:spLocks noGrp="1"/>
            </p:cNvSpPr>
            <p:nvPr/>
          </p:nvSpPr>
          <p:spPr>
            <a:xfrm>
              <a:off x="852588" y="4717871"/>
              <a:ext cx="35709" cy="31771"/>
            </a:xfrm>
            <a:custGeom>
              <a:avLst/>
              <a:gdLst/>
              <a:ahLst/>
              <a:cxnLst/>
              <a:rect l="0" t="0" r="0" b="0"/>
              <a:pathLst>
                <a:path w="35709" h="31771">
                  <a:moveTo>
                    <a:pt x="0" y="31771"/>
                  </a:moveTo>
                  <a:lnTo>
                    <a:pt x="35709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8" name="Input_receptor__1957">
              <a:extLst>
                <a:ext uri="{FF2B5EF4-FFF2-40B4-BE49-F238E27FC236}">
                  <a16:creationId xmlns:a16="http://schemas.microsoft.com/office/drawing/2014/main" id="{C9A2D27A-EFC8-A8CA-225A-E24C76BF9F2B}"/>
                </a:ext>
              </a:extLst>
            </p:cNvPr>
            <p:cNvSpPr>
              <a:spLocks noGrp="1"/>
            </p:cNvSpPr>
            <p:nvPr/>
          </p:nvSpPr>
          <p:spPr>
            <a:xfrm>
              <a:off x="1282235" y="4746997"/>
              <a:ext cx="37016" cy="3831"/>
            </a:xfrm>
            <a:custGeom>
              <a:avLst/>
              <a:gdLst/>
              <a:ahLst/>
              <a:cxnLst/>
              <a:rect l="0" t="0" r="0" b="0"/>
              <a:pathLst>
                <a:path w="37016" h="3831">
                  <a:moveTo>
                    <a:pt x="37016" y="3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9" name="Input_receptor__1958">
              <a:extLst>
                <a:ext uri="{FF2B5EF4-FFF2-40B4-BE49-F238E27FC236}">
                  <a16:creationId xmlns:a16="http://schemas.microsoft.com/office/drawing/2014/main" id="{562B1DD5-88A5-0537-3C5F-66B9B7B047B6}"/>
                </a:ext>
              </a:extLst>
            </p:cNvPr>
            <p:cNvSpPr>
              <a:spLocks noGrp="1"/>
            </p:cNvSpPr>
            <p:nvPr/>
          </p:nvSpPr>
          <p:spPr>
            <a:xfrm>
              <a:off x="856922" y="4681273"/>
              <a:ext cx="31375" cy="36598"/>
            </a:xfrm>
            <a:custGeom>
              <a:avLst/>
              <a:gdLst/>
              <a:ahLst/>
              <a:cxnLst/>
              <a:rect l="0" t="0" r="0" b="0"/>
              <a:pathLst>
                <a:path w="31375" h="36598">
                  <a:moveTo>
                    <a:pt x="31375" y="3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FBCC7"/>
              </a:solidFill>
            </a:ln>
          </p:spPr>
        </p:sp>
        <p:sp>
          <p:nvSpPr>
            <p:cNvPr id="1960" name="Input_receptor__1959">
              <a:extLst>
                <a:ext uri="{FF2B5EF4-FFF2-40B4-BE49-F238E27FC236}">
                  <a16:creationId xmlns:a16="http://schemas.microsoft.com/office/drawing/2014/main" id="{E8FB02E2-CDD6-A2DD-37B3-40FA31E4E71D}"/>
                </a:ext>
              </a:extLst>
            </p:cNvPr>
            <p:cNvSpPr>
              <a:spLocks noGrp="1"/>
            </p:cNvSpPr>
            <p:nvPr/>
          </p:nvSpPr>
          <p:spPr>
            <a:xfrm>
              <a:off x="1228836" y="4546998"/>
              <a:ext cx="26618" cy="38753"/>
            </a:xfrm>
            <a:custGeom>
              <a:avLst/>
              <a:gdLst/>
              <a:ahLst/>
              <a:cxnLst/>
              <a:rect l="0" t="0" r="0" b="0"/>
              <a:pathLst>
                <a:path w="26618" h="38753">
                  <a:moveTo>
                    <a:pt x="0" y="38753"/>
                  </a:moveTo>
                  <a:lnTo>
                    <a:pt x="26618" y="0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1" name="Input_receptor__1960">
              <a:extLst>
                <a:ext uri="{FF2B5EF4-FFF2-40B4-BE49-F238E27FC236}">
                  <a16:creationId xmlns:a16="http://schemas.microsoft.com/office/drawing/2014/main" id="{C526A7DC-99C8-BFD1-AB48-15542B00573F}"/>
                </a:ext>
              </a:extLst>
            </p:cNvPr>
            <p:cNvSpPr>
              <a:spLocks noGrp="1"/>
            </p:cNvSpPr>
            <p:nvPr/>
          </p:nvSpPr>
          <p:spPr>
            <a:xfrm>
              <a:off x="1255453" y="4546998"/>
              <a:ext cx="42334" cy="22842"/>
            </a:xfrm>
            <a:custGeom>
              <a:avLst/>
              <a:gdLst/>
              <a:ahLst/>
              <a:cxnLst/>
              <a:rect l="0" t="0" r="0" b="0"/>
              <a:pathLst>
                <a:path w="42334" h="22842">
                  <a:moveTo>
                    <a:pt x="0" y="0"/>
                  </a:moveTo>
                  <a:lnTo>
                    <a:pt x="42334" y="22842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2" name="Input_receptor__1961">
              <a:extLst>
                <a:ext uri="{FF2B5EF4-FFF2-40B4-BE49-F238E27FC236}">
                  <a16:creationId xmlns:a16="http://schemas.microsoft.com/office/drawing/2014/main" id="{8EC405D4-50A6-8B08-D1A2-D83D733B70FC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681273"/>
              <a:ext cx="26180" cy="20386"/>
            </a:xfrm>
            <a:custGeom>
              <a:avLst/>
              <a:gdLst/>
              <a:ahLst/>
              <a:cxnLst/>
              <a:rect l="0" t="0" r="0" b="0"/>
              <a:pathLst>
                <a:path w="26180" h="20386">
                  <a:moveTo>
                    <a:pt x="26180" y="0"/>
                  </a:moveTo>
                  <a:lnTo>
                    <a:pt x="0" y="20386"/>
                  </a:lnTo>
                </a:path>
              </a:pathLst>
            </a:custGeom>
            <a:noFill/>
            <a:ln w="20003">
              <a:solidFill>
                <a:srgbClr val="B0BDC8"/>
              </a:solidFill>
            </a:ln>
          </p:spPr>
        </p:sp>
        <p:sp>
          <p:nvSpPr>
            <p:cNvPr id="1963" name="Input_receptor__1962">
              <a:extLst>
                <a:ext uri="{FF2B5EF4-FFF2-40B4-BE49-F238E27FC236}">
                  <a16:creationId xmlns:a16="http://schemas.microsoft.com/office/drawing/2014/main" id="{AFAF81FF-3182-FBCE-D63F-9B9C83CCACC0}"/>
                </a:ext>
              </a:extLst>
            </p:cNvPr>
            <p:cNvSpPr>
              <a:spLocks noGrp="1"/>
            </p:cNvSpPr>
            <p:nvPr/>
          </p:nvSpPr>
          <p:spPr>
            <a:xfrm>
              <a:off x="1297029" y="4726127"/>
              <a:ext cx="22222" cy="24701"/>
            </a:xfrm>
            <a:custGeom>
              <a:avLst/>
              <a:gdLst/>
              <a:ahLst/>
              <a:cxnLst/>
              <a:rect l="0" t="0" r="0" b="0"/>
              <a:pathLst>
                <a:path w="22222" h="24701">
                  <a:moveTo>
                    <a:pt x="0" y="0"/>
                  </a:moveTo>
                  <a:lnTo>
                    <a:pt x="22222" y="24701"/>
                  </a:lnTo>
                </a:path>
              </a:pathLst>
            </a:custGeom>
            <a:noFill/>
            <a:ln w="20003">
              <a:solidFill>
                <a:srgbClr val="B1BEC9"/>
              </a:solidFill>
            </a:ln>
          </p:spPr>
        </p:sp>
        <p:sp>
          <p:nvSpPr>
            <p:cNvPr id="1964" name="Input_receptor__1963">
              <a:extLst>
                <a:ext uri="{FF2B5EF4-FFF2-40B4-BE49-F238E27FC236}">
                  <a16:creationId xmlns:a16="http://schemas.microsoft.com/office/drawing/2014/main" id="{8A538998-76F4-747E-6EE9-31912AADB466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701659"/>
              <a:ext cx="41220" cy="6898"/>
            </a:xfrm>
            <a:custGeom>
              <a:avLst/>
              <a:gdLst/>
              <a:ahLst/>
              <a:cxnLst/>
              <a:rect l="0" t="0" r="0" b="0"/>
              <a:pathLst>
                <a:path w="41220" h="6898">
                  <a:moveTo>
                    <a:pt x="0" y="0"/>
                  </a:moveTo>
                  <a:lnTo>
                    <a:pt x="41220" y="6898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5" name="Input_receptor__1964">
              <a:extLst>
                <a:ext uri="{FF2B5EF4-FFF2-40B4-BE49-F238E27FC236}">
                  <a16:creationId xmlns:a16="http://schemas.microsoft.com/office/drawing/2014/main" id="{9DC88BDD-3E70-8A68-3735-4A55FEFFD304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26127"/>
              <a:ext cx="38136" cy="29167"/>
            </a:xfrm>
            <a:custGeom>
              <a:avLst/>
              <a:gdLst/>
              <a:ahLst/>
              <a:cxnLst/>
              <a:rect l="0" t="0" r="0" b="0"/>
              <a:pathLst>
                <a:path w="38136" h="29167">
                  <a:moveTo>
                    <a:pt x="0" y="29167"/>
                  </a:moveTo>
                  <a:lnTo>
                    <a:pt x="38136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6" name="Input_receptor__1965">
              <a:extLst>
                <a:ext uri="{FF2B5EF4-FFF2-40B4-BE49-F238E27FC236}">
                  <a16:creationId xmlns:a16="http://schemas.microsoft.com/office/drawing/2014/main" id="{F40EC02F-98AE-92AE-7364-732C58ADAFD2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55294"/>
              <a:ext cx="29203" cy="38192"/>
            </a:xfrm>
            <a:custGeom>
              <a:avLst/>
              <a:gdLst/>
              <a:ahLst/>
              <a:cxnLst/>
              <a:rect l="0" t="0" r="0" b="0"/>
              <a:pathLst>
                <a:path w="29203" h="38192">
                  <a:moveTo>
                    <a:pt x="29203" y="3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7" name="Input_receptor__1966">
              <a:extLst>
                <a:ext uri="{FF2B5EF4-FFF2-40B4-BE49-F238E27FC236}">
                  <a16:creationId xmlns:a16="http://schemas.microsoft.com/office/drawing/2014/main" id="{250DA953-B9E6-5889-3060-09D62807CF85}"/>
                </a:ext>
              </a:extLst>
            </p:cNvPr>
            <p:cNvSpPr>
              <a:spLocks noGrp="1"/>
            </p:cNvSpPr>
            <p:nvPr/>
          </p:nvSpPr>
          <p:spPr>
            <a:xfrm>
              <a:off x="871961" y="4661924"/>
              <a:ext cx="12520" cy="46632"/>
            </a:xfrm>
            <a:custGeom>
              <a:avLst/>
              <a:gdLst/>
              <a:ahLst/>
              <a:cxnLst/>
              <a:rect l="0" t="0" r="0" b="0"/>
              <a:pathLst>
                <a:path w="12520" h="46632">
                  <a:moveTo>
                    <a:pt x="0" y="46632"/>
                  </a:moveTo>
                  <a:lnTo>
                    <a:pt x="12520" y="0"/>
                  </a:lnTo>
                </a:path>
              </a:pathLst>
            </a:custGeom>
            <a:noFill/>
            <a:ln w="20003">
              <a:solidFill>
                <a:srgbClr val="B3C0CA"/>
              </a:solidFill>
            </a:ln>
          </p:spPr>
        </p:sp>
        <p:sp>
          <p:nvSpPr>
            <p:cNvPr id="1968" name="Input_receptor__1967">
              <a:extLst>
                <a:ext uri="{FF2B5EF4-FFF2-40B4-BE49-F238E27FC236}">
                  <a16:creationId xmlns:a16="http://schemas.microsoft.com/office/drawing/2014/main" id="{CA232ED5-8AFB-ABA1-7930-8841C56D9A27}"/>
                </a:ext>
              </a:extLst>
            </p:cNvPr>
            <p:cNvSpPr>
              <a:spLocks noGrp="1"/>
            </p:cNvSpPr>
            <p:nvPr/>
          </p:nvSpPr>
          <p:spPr>
            <a:xfrm>
              <a:off x="842816" y="4647360"/>
              <a:ext cx="41666" cy="14564"/>
            </a:xfrm>
            <a:custGeom>
              <a:avLst/>
              <a:gdLst/>
              <a:ahLst/>
              <a:cxnLst/>
              <a:rect l="0" t="0" r="0" b="0"/>
              <a:pathLst>
                <a:path w="41666" h="14564">
                  <a:moveTo>
                    <a:pt x="41666" y="145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3C0CB"/>
              </a:solidFill>
            </a:ln>
          </p:spPr>
        </p:sp>
        <p:sp>
          <p:nvSpPr>
            <p:cNvPr id="1969" name="Input_receptor__1968">
              <a:extLst>
                <a:ext uri="{FF2B5EF4-FFF2-40B4-BE49-F238E27FC236}">
                  <a16:creationId xmlns:a16="http://schemas.microsoft.com/office/drawing/2014/main" id="{0A9ADB2E-FAAE-B897-7C70-C7DD17F75976}"/>
                </a:ext>
              </a:extLst>
            </p:cNvPr>
            <p:cNvSpPr>
              <a:spLocks noGrp="1"/>
            </p:cNvSpPr>
            <p:nvPr/>
          </p:nvSpPr>
          <p:spPr>
            <a:xfrm>
              <a:off x="1288096" y="4788890"/>
              <a:ext cx="12421" cy="4596"/>
            </a:xfrm>
            <a:custGeom>
              <a:avLst/>
              <a:gdLst/>
              <a:ahLst/>
              <a:cxnLst/>
              <a:rect l="0" t="0" r="0" b="0"/>
              <a:pathLst>
                <a:path w="12421" h="4596">
                  <a:moveTo>
                    <a:pt x="12421" y="0"/>
                  </a:moveTo>
                  <a:lnTo>
                    <a:pt x="0" y="4596"/>
                  </a:lnTo>
                </a:path>
              </a:pathLst>
            </a:custGeom>
            <a:noFill/>
            <a:ln w="20003">
              <a:solidFill>
                <a:srgbClr val="B4C1CB"/>
              </a:solidFill>
            </a:ln>
          </p:spPr>
        </p:sp>
        <p:sp>
          <p:nvSpPr>
            <p:cNvPr id="1970" name="Input_receptor__1969">
              <a:extLst>
                <a:ext uri="{FF2B5EF4-FFF2-40B4-BE49-F238E27FC236}">
                  <a16:creationId xmlns:a16="http://schemas.microsoft.com/office/drawing/2014/main" id="{20B5E793-28E0-87BA-48EF-DC01D586133B}"/>
                </a:ext>
              </a:extLst>
            </p:cNvPr>
            <p:cNvSpPr>
              <a:spLocks noGrp="1"/>
            </p:cNvSpPr>
            <p:nvPr/>
          </p:nvSpPr>
          <p:spPr>
            <a:xfrm>
              <a:off x="1231664" y="4771106"/>
              <a:ext cx="27706" cy="33167"/>
            </a:xfrm>
            <a:custGeom>
              <a:avLst/>
              <a:gdLst/>
              <a:ahLst/>
              <a:cxnLst/>
              <a:rect l="0" t="0" r="0" b="0"/>
              <a:pathLst>
                <a:path w="27706" h="33167">
                  <a:moveTo>
                    <a:pt x="0" y="33167"/>
                  </a:moveTo>
                  <a:lnTo>
                    <a:pt x="27706" y="0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  <p:sp>
          <p:nvSpPr>
            <p:cNvPr id="1971" name="Input_receptor__1970">
              <a:extLst>
                <a:ext uri="{FF2B5EF4-FFF2-40B4-BE49-F238E27FC236}">
                  <a16:creationId xmlns:a16="http://schemas.microsoft.com/office/drawing/2014/main" id="{28D55AE6-2C27-E01B-8A0B-55BA1402B5B4}"/>
                </a:ext>
              </a:extLst>
            </p:cNvPr>
            <p:cNvSpPr>
              <a:spLocks noGrp="1"/>
            </p:cNvSpPr>
            <p:nvPr/>
          </p:nvSpPr>
          <p:spPr>
            <a:xfrm>
              <a:off x="1259369" y="4771106"/>
              <a:ext cx="41147" cy="17784"/>
            </a:xfrm>
            <a:custGeom>
              <a:avLst/>
              <a:gdLst/>
              <a:ahLst/>
              <a:cxnLst/>
              <a:rect l="0" t="0" r="0" b="0"/>
              <a:pathLst>
                <a:path w="41147" h="17784">
                  <a:moveTo>
                    <a:pt x="0" y="0"/>
                  </a:moveTo>
                  <a:lnTo>
                    <a:pt x="41147" y="17784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</p:grpSp>
      <p:sp>
        <p:nvSpPr>
          <p:cNvPr id="1972" name="label__1971">
            <a:extLst>
              <a:ext uri="{FF2B5EF4-FFF2-40B4-BE49-F238E27FC236}">
                <a16:creationId xmlns:a16="http://schemas.microsoft.com/office/drawing/2014/main" id="{9E554E39-4379-D667-41AF-95652E69F2CB}"/>
              </a:ext>
            </a:extLst>
          </p:cNvPr>
          <p:cNvSpPr>
            <a:spLocks noGrp="1"/>
          </p:cNvSpPr>
          <p:nvPr/>
        </p:nvSpPr>
        <p:spPr>
          <a:xfrm>
            <a:off x="3564865" y="2985798"/>
            <a:ext cx="621256" cy="742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2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Receptor structure</a:t>
            </a:r>
          </a:p>
        </p:txBody>
      </p:sp>
      <p:grpSp>
        <p:nvGrpSpPr>
          <p:cNvPr id="6214" name="flow_Find">
            <a:extLst>
              <a:ext uri="{FF2B5EF4-FFF2-40B4-BE49-F238E27FC236}">
                <a16:creationId xmlns:a16="http://schemas.microsoft.com/office/drawing/2014/main" id="{8AE98C2A-30A0-04D9-ADC6-8DAF7A468046}"/>
              </a:ext>
            </a:extLst>
          </p:cNvPr>
          <p:cNvGrpSpPr/>
          <p:nvPr/>
        </p:nvGrpSpPr>
        <p:grpSpPr>
          <a:xfrm>
            <a:off x="4111350" y="2277753"/>
            <a:ext cx="230909" cy="32987"/>
            <a:chOff x="2305050" y="3209925"/>
            <a:chExt cx="800100" cy="114300"/>
          </a:xfrm>
        </p:grpSpPr>
        <p:sp>
          <p:nvSpPr>
            <p:cNvPr id="1974" name="flow_Find__1973">
              <a:extLst>
                <a:ext uri="{FF2B5EF4-FFF2-40B4-BE49-F238E27FC236}">
                  <a16:creationId xmlns:a16="http://schemas.microsoft.com/office/drawing/2014/main" id="{831E8689-46A6-BE3A-9916-2A73BF9C47C6}"/>
                </a:ext>
              </a:extLst>
            </p:cNvPr>
            <p:cNvSpPr>
              <a:spLocks noGrp="1"/>
            </p:cNvSpPr>
            <p:nvPr/>
          </p:nvSpPr>
          <p:spPr>
            <a:xfrm>
              <a:off x="2305050" y="3267075"/>
              <a:ext cx="704850" cy="95"/>
            </a:xfrm>
            <a:custGeom>
              <a:avLst/>
              <a:gdLst/>
              <a:ahLst/>
              <a:cxnLst/>
              <a:rect l="0" t="0" r="0" b="0"/>
              <a:pathLst>
                <a:path w="704850" h="95">
                  <a:moveTo>
                    <a:pt x="0" y="0"/>
                  </a:moveTo>
                  <a:lnTo>
                    <a:pt x="704850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1975" name="flow_Find__1974">
              <a:extLst>
                <a:ext uri="{FF2B5EF4-FFF2-40B4-BE49-F238E27FC236}">
                  <a16:creationId xmlns:a16="http://schemas.microsoft.com/office/drawing/2014/main" id="{9BDF4946-726F-1471-2430-D39DE1500ED7}"/>
                </a:ext>
              </a:extLst>
            </p:cNvPr>
            <p:cNvSpPr>
              <a:spLocks noGrp="1"/>
            </p:cNvSpPr>
            <p:nvPr/>
          </p:nvSpPr>
          <p:spPr>
            <a:xfrm>
              <a:off x="2990850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sp>
        <p:nvSpPr>
          <p:cNvPr id="1976" name="label__1975">
            <a:extLst>
              <a:ext uri="{FF2B5EF4-FFF2-40B4-BE49-F238E27FC236}">
                <a16:creationId xmlns:a16="http://schemas.microsoft.com/office/drawing/2014/main" id="{4B8EDAA0-187B-CE73-4DAE-C453197EB72D}"/>
              </a:ext>
            </a:extLst>
          </p:cNvPr>
          <p:cNvSpPr>
            <a:spLocks noGrp="1"/>
          </p:cNvSpPr>
          <p:nvPr/>
        </p:nvSpPr>
        <p:spPr>
          <a:xfrm>
            <a:off x="4083862" y="2176044"/>
            <a:ext cx="285887" cy="879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95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63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Find</a:t>
            </a:r>
          </a:p>
        </p:txBody>
      </p:sp>
      <p:grpSp>
        <p:nvGrpSpPr>
          <p:cNvPr id="6215" name="Find：淡灰密度表面">
            <a:extLst>
              <a:ext uri="{FF2B5EF4-FFF2-40B4-BE49-F238E27FC236}">
                <a16:creationId xmlns:a16="http://schemas.microsoft.com/office/drawing/2014/main" id="{36381739-59B1-BA22-14A3-6D5EBB035BFE}"/>
              </a:ext>
            </a:extLst>
          </p:cNvPr>
          <p:cNvGrpSpPr/>
          <p:nvPr/>
        </p:nvGrpSpPr>
        <p:grpSpPr>
          <a:xfrm>
            <a:off x="4363743" y="1782948"/>
            <a:ext cx="982303" cy="1168290"/>
            <a:chOff x="3470234" y="1495425"/>
            <a:chExt cx="3403682" cy="4048125"/>
          </a:xfrm>
        </p:grpSpPr>
        <p:sp>
          <p:nvSpPr>
            <p:cNvPr id="1977" name="Candidate_density__1976">
              <a:extLst>
                <a:ext uri="{FF2B5EF4-FFF2-40B4-BE49-F238E27FC236}">
                  <a16:creationId xmlns:a16="http://schemas.microsoft.com/office/drawing/2014/main" id="{9FFA63BE-0235-D1EE-D077-AD51B99B6935}"/>
                </a:ext>
              </a:extLst>
            </p:cNvPr>
            <p:cNvSpPr>
              <a:spLocks noGrp="1"/>
            </p:cNvSpPr>
            <p:nvPr/>
          </p:nvSpPr>
          <p:spPr>
            <a:xfrm>
              <a:off x="5090107" y="5022356"/>
              <a:ext cx="103059" cy="54832"/>
            </a:xfrm>
            <a:custGeom>
              <a:avLst/>
              <a:gdLst/>
              <a:ahLst/>
              <a:cxnLst/>
              <a:rect l="0" t="0" r="0" b="0"/>
              <a:pathLst>
                <a:path w="103059" h="54832">
                  <a:moveTo>
                    <a:pt x="0" y="4710"/>
                  </a:moveTo>
                  <a:lnTo>
                    <a:pt x="14103" y="5539"/>
                  </a:lnTo>
                  <a:lnTo>
                    <a:pt x="15755" y="7073"/>
                  </a:lnTo>
                  <a:close/>
                  <a:moveTo>
                    <a:pt x="103059" y="54832"/>
                  </a:moveTo>
                  <a:lnTo>
                    <a:pt x="71422" y="0"/>
                  </a:lnTo>
                  <a:lnTo>
                    <a:pt x="15755" y="70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78" name="Candidate_density__1977">
              <a:extLst>
                <a:ext uri="{FF2B5EF4-FFF2-40B4-BE49-F238E27FC236}">
                  <a16:creationId xmlns:a16="http://schemas.microsoft.com/office/drawing/2014/main" id="{FDED2264-A71E-D768-9ED3-EC844BF8067B}"/>
                </a:ext>
              </a:extLst>
            </p:cNvPr>
            <p:cNvSpPr>
              <a:spLocks noGrp="1"/>
            </p:cNvSpPr>
            <p:nvPr/>
          </p:nvSpPr>
          <p:spPr>
            <a:xfrm>
              <a:off x="4991506" y="4958838"/>
              <a:ext cx="112705" cy="69057"/>
            </a:xfrm>
            <a:custGeom>
              <a:avLst/>
              <a:gdLst/>
              <a:ahLst/>
              <a:cxnLst/>
              <a:rect l="0" t="0" r="0" b="0"/>
              <a:pathLst>
                <a:path w="112705" h="69057">
                  <a:moveTo>
                    <a:pt x="0" y="0"/>
                  </a:moveTo>
                  <a:lnTo>
                    <a:pt x="98601" y="68229"/>
                  </a:lnTo>
                  <a:lnTo>
                    <a:pt x="36761" y="59134"/>
                  </a:lnTo>
                  <a:close/>
                  <a:moveTo>
                    <a:pt x="112705" y="69057"/>
                  </a:moveTo>
                  <a:lnTo>
                    <a:pt x="98601" y="682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79" name="Candidate_density__1978">
              <a:extLst>
                <a:ext uri="{FF2B5EF4-FFF2-40B4-BE49-F238E27FC236}">
                  <a16:creationId xmlns:a16="http://schemas.microsoft.com/office/drawing/2014/main" id="{0329F32C-7026-60FC-E0FC-43E64F266C3F}"/>
                </a:ext>
              </a:extLst>
            </p:cNvPr>
            <p:cNvSpPr>
              <a:spLocks noGrp="1"/>
            </p:cNvSpPr>
            <p:nvPr/>
          </p:nvSpPr>
          <p:spPr>
            <a:xfrm>
              <a:off x="5235962" y="4794077"/>
              <a:ext cx="71131" cy="87208"/>
            </a:xfrm>
            <a:custGeom>
              <a:avLst/>
              <a:gdLst/>
              <a:ahLst/>
              <a:cxnLst/>
              <a:rect l="0" t="0" r="0" b="0"/>
              <a:pathLst>
                <a:path w="71131" h="87208">
                  <a:moveTo>
                    <a:pt x="71131" y="0"/>
                  </a:moveTo>
                  <a:lnTo>
                    <a:pt x="0" y="87208"/>
                  </a:lnTo>
                  <a:lnTo>
                    <a:pt x="60081" y="7390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0" name="Candidate_density__1979">
              <a:extLst>
                <a:ext uri="{FF2B5EF4-FFF2-40B4-BE49-F238E27FC236}">
                  <a16:creationId xmlns:a16="http://schemas.microsoft.com/office/drawing/2014/main" id="{6C18D0C5-7746-632B-235C-92160192D198}"/>
                </a:ext>
              </a:extLst>
            </p:cNvPr>
            <p:cNvSpPr>
              <a:spLocks noGrp="1"/>
            </p:cNvSpPr>
            <p:nvPr/>
          </p:nvSpPr>
          <p:spPr>
            <a:xfrm>
              <a:off x="4966652" y="4441228"/>
              <a:ext cx="1448809" cy="588202"/>
            </a:xfrm>
            <a:custGeom>
              <a:avLst/>
              <a:gdLst/>
              <a:ahLst/>
              <a:cxnLst/>
              <a:rect l="0" t="0" r="0" b="0"/>
              <a:pathLst>
                <a:path w="1448809" h="588202">
                  <a:moveTo>
                    <a:pt x="24854" y="517611"/>
                  </a:moveTo>
                  <a:lnTo>
                    <a:pt x="61615" y="576745"/>
                  </a:lnTo>
                  <a:lnTo>
                    <a:pt x="0" y="503624"/>
                  </a:lnTo>
                  <a:close/>
                  <a:moveTo>
                    <a:pt x="169700" y="547403"/>
                  </a:moveTo>
                  <a:lnTo>
                    <a:pt x="123455" y="585839"/>
                  </a:lnTo>
                  <a:lnTo>
                    <a:pt x="139210" y="588202"/>
                  </a:lnTo>
                  <a:close/>
                  <a:moveTo>
                    <a:pt x="123455" y="585839"/>
                  </a:moveTo>
                  <a:lnTo>
                    <a:pt x="169700" y="547403"/>
                  </a:lnTo>
                  <a:lnTo>
                    <a:pt x="61615" y="576745"/>
                  </a:lnTo>
                  <a:close/>
                  <a:moveTo>
                    <a:pt x="1448809" y="52114"/>
                  </a:moveTo>
                  <a:lnTo>
                    <a:pt x="1360340" y="0"/>
                  </a:lnTo>
                  <a:lnTo>
                    <a:pt x="1387240" y="3711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81" name="Candidate_density__1980">
              <a:extLst>
                <a:ext uri="{FF2B5EF4-FFF2-40B4-BE49-F238E27FC236}">
                  <a16:creationId xmlns:a16="http://schemas.microsoft.com/office/drawing/2014/main" id="{53981229-2E01-A40A-9433-A45CD777F25D}"/>
                </a:ext>
              </a:extLst>
            </p:cNvPr>
            <p:cNvSpPr>
              <a:spLocks noGrp="1"/>
            </p:cNvSpPr>
            <p:nvPr/>
          </p:nvSpPr>
          <p:spPr>
            <a:xfrm>
              <a:off x="4950183" y="4357620"/>
              <a:ext cx="1403557" cy="713225"/>
            </a:xfrm>
            <a:custGeom>
              <a:avLst/>
              <a:gdLst/>
              <a:ahLst/>
              <a:cxnLst/>
              <a:rect l="0" t="0" r="0" b="0"/>
              <a:pathLst>
                <a:path w="1403557" h="713225">
                  <a:moveTo>
                    <a:pt x="28205" y="551291"/>
                  </a:moveTo>
                  <a:lnTo>
                    <a:pt x="58082" y="669447"/>
                  </a:lnTo>
                  <a:lnTo>
                    <a:pt x="0" y="647065"/>
                  </a:lnTo>
                  <a:close/>
                  <a:moveTo>
                    <a:pt x="28205" y="551291"/>
                  </a:moveTo>
                  <a:lnTo>
                    <a:pt x="16469" y="587231"/>
                  </a:lnTo>
                  <a:lnTo>
                    <a:pt x="78084" y="660353"/>
                  </a:lnTo>
                  <a:close/>
                  <a:moveTo>
                    <a:pt x="78084" y="660353"/>
                  </a:moveTo>
                  <a:lnTo>
                    <a:pt x="111112" y="568638"/>
                  </a:lnTo>
                  <a:lnTo>
                    <a:pt x="28205" y="551291"/>
                  </a:lnTo>
                  <a:close/>
                  <a:moveTo>
                    <a:pt x="186170" y="631010"/>
                  </a:moveTo>
                  <a:lnTo>
                    <a:pt x="155679" y="671809"/>
                  </a:lnTo>
                  <a:lnTo>
                    <a:pt x="211346" y="664736"/>
                  </a:lnTo>
                  <a:close/>
                  <a:moveTo>
                    <a:pt x="186170" y="631010"/>
                  </a:moveTo>
                  <a:lnTo>
                    <a:pt x="111112" y="568638"/>
                  </a:lnTo>
                  <a:lnTo>
                    <a:pt x="78084" y="660353"/>
                  </a:lnTo>
                  <a:close/>
                  <a:moveTo>
                    <a:pt x="36700" y="504884"/>
                  </a:moveTo>
                  <a:lnTo>
                    <a:pt x="16469" y="587231"/>
                  </a:lnTo>
                  <a:lnTo>
                    <a:pt x="28205" y="551291"/>
                  </a:lnTo>
                  <a:close/>
                  <a:moveTo>
                    <a:pt x="320212" y="595763"/>
                  </a:moveTo>
                  <a:lnTo>
                    <a:pt x="238356" y="601718"/>
                  </a:lnTo>
                  <a:lnTo>
                    <a:pt x="272089" y="713225"/>
                  </a:lnTo>
                  <a:close/>
                  <a:moveTo>
                    <a:pt x="272089" y="713225"/>
                  </a:moveTo>
                  <a:lnTo>
                    <a:pt x="238356" y="601718"/>
                  </a:lnTo>
                  <a:lnTo>
                    <a:pt x="211346" y="664736"/>
                  </a:lnTo>
                  <a:close/>
                  <a:moveTo>
                    <a:pt x="251658" y="600252"/>
                  </a:moveTo>
                  <a:lnTo>
                    <a:pt x="325736" y="598561"/>
                  </a:lnTo>
                  <a:lnTo>
                    <a:pt x="272089" y="713225"/>
                  </a:lnTo>
                  <a:close/>
                  <a:moveTo>
                    <a:pt x="325736" y="598561"/>
                  </a:moveTo>
                  <a:lnTo>
                    <a:pt x="348443" y="631010"/>
                  </a:lnTo>
                  <a:lnTo>
                    <a:pt x="320212" y="595763"/>
                  </a:lnTo>
                  <a:close/>
                  <a:moveTo>
                    <a:pt x="325736" y="598561"/>
                  </a:moveTo>
                  <a:lnTo>
                    <a:pt x="330630" y="592573"/>
                  </a:lnTo>
                  <a:lnTo>
                    <a:pt x="353353" y="629411"/>
                  </a:lnTo>
                  <a:close/>
                  <a:moveTo>
                    <a:pt x="285779" y="523664"/>
                  </a:moveTo>
                  <a:lnTo>
                    <a:pt x="320212" y="595763"/>
                  </a:lnTo>
                  <a:lnTo>
                    <a:pt x="347759" y="617445"/>
                  </a:lnTo>
                  <a:close/>
                  <a:moveTo>
                    <a:pt x="130309" y="428782"/>
                  </a:moveTo>
                  <a:lnTo>
                    <a:pt x="191434" y="439680"/>
                  </a:lnTo>
                  <a:lnTo>
                    <a:pt x="151048" y="439294"/>
                  </a:lnTo>
                  <a:close/>
                  <a:moveTo>
                    <a:pt x="331275" y="404066"/>
                  </a:moveTo>
                  <a:lnTo>
                    <a:pt x="319507" y="389707"/>
                  </a:lnTo>
                  <a:lnTo>
                    <a:pt x="322151" y="394001"/>
                  </a:lnTo>
                  <a:close/>
                  <a:moveTo>
                    <a:pt x="322151" y="394001"/>
                  </a:moveTo>
                  <a:lnTo>
                    <a:pt x="356909" y="436457"/>
                  </a:lnTo>
                  <a:lnTo>
                    <a:pt x="404286" y="471922"/>
                  </a:lnTo>
                  <a:close/>
                  <a:moveTo>
                    <a:pt x="319507" y="389707"/>
                  </a:moveTo>
                  <a:lnTo>
                    <a:pt x="297970" y="313569"/>
                  </a:lnTo>
                  <a:lnTo>
                    <a:pt x="322151" y="394001"/>
                  </a:lnTo>
                  <a:close/>
                  <a:moveTo>
                    <a:pt x="1403557" y="120652"/>
                  </a:moveTo>
                  <a:lnTo>
                    <a:pt x="1374393" y="74574"/>
                  </a:lnTo>
                  <a:lnTo>
                    <a:pt x="1367592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82" name="Candidate_density__1981">
              <a:extLst>
                <a:ext uri="{FF2B5EF4-FFF2-40B4-BE49-F238E27FC236}">
                  <a16:creationId xmlns:a16="http://schemas.microsoft.com/office/drawing/2014/main" id="{E1769D43-53B2-37AC-2B57-FAF6C27E092C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51621"/>
              <a:ext cx="293173" cy="319224"/>
            </a:xfrm>
            <a:custGeom>
              <a:avLst/>
              <a:gdLst/>
              <a:ahLst/>
              <a:cxnLst/>
              <a:rect l="0" t="0" r="0" b="0"/>
              <a:pathLst>
                <a:path w="293173" h="319224">
                  <a:moveTo>
                    <a:pt x="214624" y="204560"/>
                  </a:moveTo>
                  <a:lnTo>
                    <a:pt x="209100" y="201761"/>
                  </a:lnTo>
                  <a:lnTo>
                    <a:pt x="160977" y="319224"/>
                  </a:lnTo>
                  <a:close/>
                  <a:moveTo>
                    <a:pt x="75057" y="237009"/>
                  </a:moveTo>
                  <a:lnTo>
                    <a:pt x="100234" y="270735"/>
                  </a:lnTo>
                  <a:lnTo>
                    <a:pt x="127244" y="207717"/>
                  </a:lnTo>
                  <a:close/>
                  <a:moveTo>
                    <a:pt x="0" y="174637"/>
                  </a:moveTo>
                  <a:lnTo>
                    <a:pt x="75057" y="237009"/>
                  </a:lnTo>
                  <a:lnTo>
                    <a:pt x="94875" y="116357"/>
                  </a:lnTo>
                  <a:close/>
                  <a:moveTo>
                    <a:pt x="135160" y="186116"/>
                  </a:moveTo>
                  <a:lnTo>
                    <a:pt x="75057" y="237009"/>
                  </a:lnTo>
                  <a:lnTo>
                    <a:pt x="127244" y="207717"/>
                  </a:lnTo>
                  <a:close/>
                  <a:moveTo>
                    <a:pt x="174666" y="129663"/>
                  </a:moveTo>
                  <a:lnTo>
                    <a:pt x="135160" y="186116"/>
                  </a:lnTo>
                  <a:lnTo>
                    <a:pt x="127244" y="207717"/>
                  </a:lnTo>
                  <a:close/>
                  <a:moveTo>
                    <a:pt x="4709" y="146651"/>
                  </a:moveTo>
                  <a:lnTo>
                    <a:pt x="101137" y="58911"/>
                  </a:lnTo>
                  <a:lnTo>
                    <a:pt x="80322" y="45679"/>
                  </a:lnTo>
                  <a:close/>
                  <a:moveTo>
                    <a:pt x="4709" y="146651"/>
                  </a:moveTo>
                  <a:lnTo>
                    <a:pt x="80322" y="45679"/>
                  </a:lnTo>
                  <a:lnTo>
                    <a:pt x="19196" y="34781"/>
                  </a:lnTo>
                  <a:close/>
                  <a:moveTo>
                    <a:pt x="101137" y="58911"/>
                  </a:moveTo>
                  <a:lnTo>
                    <a:pt x="147531" y="116357"/>
                  </a:lnTo>
                  <a:lnTo>
                    <a:pt x="80322" y="45679"/>
                  </a:lnTo>
                  <a:close/>
                  <a:moveTo>
                    <a:pt x="147531" y="116357"/>
                  </a:moveTo>
                  <a:lnTo>
                    <a:pt x="174666" y="129663"/>
                  </a:lnTo>
                  <a:lnTo>
                    <a:pt x="80322" y="45679"/>
                  </a:lnTo>
                  <a:close/>
                  <a:moveTo>
                    <a:pt x="234748" y="116357"/>
                  </a:moveTo>
                  <a:lnTo>
                    <a:pt x="275151" y="160136"/>
                  </a:lnTo>
                  <a:lnTo>
                    <a:pt x="293173" y="77921"/>
                  </a:lnTo>
                  <a:close/>
                  <a:moveTo>
                    <a:pt x="293173" y="77921"/>
                  </a:moveTo>
                  <a:lnTo>
                    <a:pt x="245797" y="42455"/>
                  </a:lnTo>
                  <a:lnTo>
                    <a:pt x="234748" y="116357"/>
                  </a:lnTo>
                  <a:close/>
                  <a:moveTo>
                    <a:pt x="293173" y="77921"/>
                  </a:moveTo>
                  <a:lnTo>
                    <a:pt x="220162" y="10065"/>
                  </a:lnTo>
                  <a:lnTo>
                    <a:pt x="211039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3" name="Candidate_density__1982">
              <a:extLst>
                <a:ext uri="{FF2B5EF4-FFF2-40B4-BE49-F238E27FC236}">
                  <a16:creationId xmlns:a16="http://schemas.microsoft.com/office/drawing/2014/main" id="{03105E88-BD41-0E29-CD83-5FBE25007691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61686"/>
              <a:ext cx="353018" cy="226944"/>
            </a:xfrm>
            <a:custGeom>
              <a:avLst/>
              <a:gdLst/>
              <a:ahLst/>
              <a:cxnLst/>
              <a:rect l="0" t="0" r="0" b="0"/>
              <a:pathLst>
                <a:path w="353018" h="226944">
                  <a:moveTo>
                    <a:pt x="4709" y="136586"/>
                  </a:moveTo>
                  <a:lnTo>
                    <a:pt x="0" y="164572"/>
                  </a:lnTo>
                  <a:lnTo>
                    <a:pt x="94875" y="106292"/>
                  </a:lnTo>
                  <a:close/>
                  <a:moveTo>
                    <a:pt x="94875" y="106292"/>
                  </a:moveTo>
                  <a:lnTo>
                    <a:pt x="75057" y="226944"/>
                  </a:lnTo>
                  <a:lnTo>
                    <a:pt x="135160" y="176051"/>
                  </a:lnTo>
                  <a:close/>
                  <a:moveTo>
                    <a:pt x="147531" y="106292"/>
                  </a:moveTo>
                  <a:lnTo>
                    <a:pt x="135160" y="176051"/>
                  </a:lnTo>
                  <a:lnTo>
                    <a:pt x="174666" y="119598"/>
                  </a:lnTo>
                  <a:close/>
                  <a:moveTo>
                    <a:pt x="174666" y="119598"/>
                  </a:moveTo>
                  <a:lnTo>
                    <a:pt x="127244" y="197652"/>
                  </a:lnTo>
                  <a:lnTo>
                    <a:pt x="209100" y="191697"/>
                  </a:lnTo>
                  <a:close/>
                  <a:moveTo>
                    <a:pt x="94875" y="106292"/>
                  </a:moveTo>
                  <a:lnTo>
                    <a:pt x="101137" y="48846"/>
                  </a:lnTo>
                  <a:lnTo>
                    <a:pt x="4709" y="136586"/>
                  </a:lnTo>
                  <a:close/>
                  <a:moveTo>
                    <a:pt x="214624" y="194495"/>
                  </a:moveTo>
                  <a:lnTo>
                    <a:pt x="261741" y="155455"/>
                  </a:lnTo>
                  <a:lnTo>
                    <a:pt x="219518" y="188507"/>
                  </a:lnTo>
                  <a:close/>
                  <a:moveTo>
                    <a:pt x="234748" y="106292"/>
                  </a:moveTo>
                  <a:lnTo>
                    <a:pt x="219518" y="188507"/>
                  </a:lnTo>
                  <a:lnTo>
                    <a:pt x="275151" y="150071"/>
                  </a:lnTo>
                  <a:close/>
                  <a:moveTo>
                    <a:pt x="101137" y="48846"/>
                  </a:moveTo>
                  <a:lnTo>
                    <a:pt x="187306" y="67856"/>
                  </a:lnTo>
                  <a:lnTo>
                    <a:pt x="147531" y="106292"/>
                  </a:lnTo>
                  <a:close/>
                  <a:moveTo>
                    <a:pt x="293173" y="67856"/>
                  </a:moveTo>
                  <a:lnTo>
                    <a:pt x="353018" y="29420"/>
                  </a:lnTo>
                  <a:lnTo>
                    <a:pt x="220162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84" name="Candidate_density__1983">
              <a:extLst>
                <a:ext uri="{FF2B5EF4-FFF2-40B4-BE49-F238E27FC236}">
                  <a16:creationId xmlns:a16="http://schemas.microsoft.com/office/drawing/2014/main" id="{A5792F6E-1CB7-0D00-2B8D-DBA15F60B323}"/>
                </a:ext>
              </a:extLst>
            </p:cNvPr>
            <p:cNvSpPr>
              <a:spLocks noGrp="1"/>
            </p:cNvSpPr>
            <p:nvPr/>
          </p:nvSpPr>
          <p:spPr>
            <a:xfrm>
              <a:off x="5498561" y="4972505"/>
              <a:ext cx="45902" cy="43581"/>
            </a:xfrm>
            <a:custGeom>
              <a:avLst/>
              <a:gdLst/>
              <a:ahLst/>
              <a:cxnLst/>
              <a:rect l="0" t="0" r="0" b="0"/>
              <a:pathLst>
                <a:path w="45902" h="43581">
                  <a:moveTo>
                    <a:pt x="18557" y="21467"/>
                  </a:moveTo>
                  <a:lnTo>
                    <a:pt x="45902" y="0"/>
                  </a:lnTo>
                  <a:lnTo>
                    <a:pt x="0" y="4358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85" name="Candidate_density__1984">
              <a:extLst>
                <a:ext uri="{FF2B5EF4-FFF2-40B4-BE49-F238E27FC236}">
                  <a16:creationId xmlns:a16="http://schemas.microsoft.com/office/drawing/2014/main" id="{5637B043-093A-9E4B-15E3-78C9E04AD704}"/>
                </a:ext>
              </a:extLst>
            </p:cNvPr>
            <p:cNvSpPr>
              <a:spLocks noGrp="1"/>
            </p:cNvSpPr>
            <p:nvPr/>
          </p:nvSpPr>
          <p:spPr>
            <a:xfrm>
              <a:off x="4980965" y="4449918"/>
              <a:ext cx="1559084" cy="659363"/>
            </a:xfrm>
            <a:custGeom>
              <a:avLst/>
              <a:gdLst/>
              <a:ahLst/>
              <a:cxnLst/>
              <a:rect l="0" t="0" r="0" b="0"/>
              <a:pathLst>
                <a:path w="1559084" h="659363">
                  <a:moveTo>
                    <a:pt x="27301" y="577148"/>
                  </a:moveTo>
                  <a:lnTo>
                    <a:pt x="29237" y="538712"/>
                  </a:lnTo>
                  <a:lnTo>
                    <a:pt x="0" y="659363"/>
                  </a:lnTo>
                  <a:close/>
                  <a:moveTo>
                    <a:pt x="493440" y="539306"/>
                  </a:moveTo>
                  <a:lnTo>
                    <a:pt x="453629" y="605662"/>
                  </a:lnTo>
                  <a:lnTo>
                    <a:pt x="563499" y="522586"/>
                  </a:lnTo>
                  <a:close/>
                  <a:moveTo>
                    <a:pt x="536154" y="544054"/>
                  </a:moveTo>
                  <a:lnTo>
                    <a:pt x="574076" y="505617"/>
                  </a:lnTo>
                  <a:lnTo>
                    <a:pt x="563499" y="522586"/>
                  </a:lnTo>
                  <a:close/>
                  <a:moveTo>
                    <a:pt x="626528" y="384966"/>
                  </a:moveTo>
                  <a:lnTo>
                    <a:pt x="591632" y="412569"/>
                  </a:lnTo>
                  <a:lnTo>
                    <a:pt x="574076" y="505617"/>
                  </a:lnTo>
                  <a:close/>
                  <a:moveTo>
                    <a:pt x="591632" y="412569"/>
                  </a:moveTo>
                  <a:lnTo>
                    <a:pt x="626528" y="384966"/>
                  </a:lnTo>
                  <a:lnTo>
                    <a:pt x="714816" y="379273"/>
                  </a:lnTo>
                  <a:close/>
                  <a:moveTo>
                    <a:pt x="746210" y="281447"/>
                  </a:moveTo>
                  <a:lnTo>
                    <a:pt x="735087" y="346529"/>
                  </a:lnTo>
                  <a:lnTo>
                    <a:pt x="763160" y="281364"/>
                  </a:lnTo>
                  <a:close/>
                  <a:moveTo>
                    <a:pt x="1502978" y="20808"/>
                  </a:moveTo>
                  <a:lnTo>
                    <a:pt x="1559084" y="33696"/>
                  </a:lnTo>
                  <a:lnTo>
                    <a:pt x="14804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86" name="Candidate_density__1985">
              <a:extLst>
                <a:ext uri="{FF2B5EF4-FFF2-40B4-BE49-F238E27FC236}">
                  <a16:creationId xmlns:a16="http://schemas.microsoft.com/office/drawing/2014/main" id="{754D33D8-4224-9749-5D50-ACC278B2AFFF}"/>
                </a:ext>
              </a:extLst>
            </p:cNvPr>
            <p:cNvSpPr>
              <a:spLocks noGrp="1"/>
            </p:cNvSpPr>
            <p:nvPr/>
          </p:nvSpPr>
          <p:spPr>
            <a:xfrm>
              <a:off x="4858477" y="4116317"/>
              <a:ext cx="1602929" cy="888368"/>
            </a:xfrm>
            <a:custGeom>
              <a:avLst/>
              <a:gdLst/>
              <a:ahLst/>
              <a:cxnLst/>
              <a:rect l="0" t="0" r="0" b="0"/>
              <a:pathLst>
                <a:path w="1602929" h="888368">
                  <a:moveTo>
                    <a:pt x="113201" y="790098"/>
                  </a:moveTo>
                  <a:lnTo>
                    <a:pt x="119911" y="792594"/>
                  </a:lnTo>
                  <a:lnTo>
                    <a:pt x="53898" y="810464"/>
                  </a:lnTo>
                  <a:close/>
                  <a:moveTo>
                    <a:pt x="119911" y="792594"/>
                  </a:moveTo>
                  <a:lnTo>
                    <a:pt x="91706" y="888368"/>
                  </a:lnTo>
                  <a:lnTo>
                    <a:pt x="53898" y="810464"/>
                  </a:lnTo>
                  <a:close/>
                  <a:moveTo>
                    <a:pt x="17852" y="714881"/>
                  </a:moveTo>
                  <a:lnTo>
                    <a:pt x="113201" y="790098"/>
                  </a:lnTo>
                  <a:lnTo>
                    <a:pt x="38929" y="754497"/>
                  </a:lnTo>
                  <a:close/>
                  <a:moveTo>
                    <a:pt x="119911" y="792594"/>
                  </a:moveTo>
                  <a:lnTo>
                    <a:pt x="113201" y="790098"/>
                  </a:lnTo>
                  <a:lnTo>
                    <a:pt x="17852" y="714881"/>
                  </a:lnTo>
                  <a:close/>
                  <a:moveTo>
                    <a:pt x="113201" y="790098"/>
                  </a:moveTo>
                  <a:lnTo>
                    <a:pt x="123853" y="789389"/>
                  </a:lnTo>
                  <a:lnTo>
                    <a:pt x="38929" y="754497"/>
                  </a:lnTo>
                  <a:close/>
                  <a:moveTo>
                    <a:pt x="38929" y="754497"/>
                  </a:moveTo>
                  <a:lnTo>
                    <a:pt x="123853" y="789389"/>
                  </a:lnTo>
                  <a:lnTo>
                    <a:pt x="152716" y="686069"/>
                  </a:lnTo>
                  <a:close/>
                  <a:moveTo>
                    <a:pt x="38929" y="754497"/>
                  </a:moveTo>
                  <a:lnTo>
                    <a:pt x="152716" y="686069"/>
                  </a:lnTo>
                  <a:lnTo>
                    <a:pt x="77101" y="682016"/>
                  </a:lnTo>
                  <a:close/>
                  <a:moveTo>
                    <a:pt x="218232" y="669446"/>
                  </a:moveTo>
                  <a:lnTo>
                    <a:pt x="152716" y="686069"/>
                  </a:lnTo>
                  <a:lnTo>
                    <a:pt x="222015" y="670084"/>
                  </a:lnTo>
                  <a:close/>
                  <a:moveTo>
                    <a:pt x="222015" y="670084"/>
                  </a:moveTo>
                  <a:lnTo>
                    <a:pt x="152716" y="686069"/>
                  </a:lnTo>
                  <a:lnTo>
                    <a:pt x="123853" y="789389"/>
                  </a:lnTo>
                  <a:close/>
                  <a:moveTo>
                    <a:pt x="222015" y="670084"/>
                  </a:moveTo>
                  <a:lnTo>
                    <a:pt x="123853" y="789389"/>
                  </a:lnTo>
                  <a:lnTo>
                    <a:pt x="207528" y="781955"/>
                  </a:lnTo>
                  <a:close/>
                  <a:moveTo>
                    <a:pt x="64213" y="669446"/>
                  </a:moveTo>
                  <a:lnTo>
                    <a:pt x="0" y="707883"/>
                  </a:lnTo>
                  <a:lnTo>
                    <a:pt x="38929" y="754497"/>
                  </a:lnTo>
                  <a:close/>
                  <a:moveTo>
                    <a:pt x="344359" y="831398"/>
                  </a:moveTo>
                  <a:lnTo>
                    <a:pt x="343364" y="841555"/>
                  </a:lnTo>
                  <a:lnTo>
                    <a:pt x="333540" y="868282"/>
                  </a:lnTo>
                  <a:close/>
                  <a:moveTo>
                    <a:pt x="297694" y="751661"/>
                  </a:moveTo>
                  <a:lnTo>
                    <a:pt x="337979" y="821420"/>
                  </a:lnTo>
                  <a:lnTo>
                    <a:pt x="320550" y="795440"/>
                  </a:lnTo>
                  <a:close/>
                  <a:moveTo>
                    <a:pt x="349910" y="713225"/>
                  </a:moveTo>
                  <a:lnTo>
                    <a:pt x="297694" y="751661"/>
                  </a:lnTo>
                  <a:lnTo>
                    <a:pt x="320550" y="795440"/>
                  </a:lnTo>
                  <a:close/>
                  <a:moveTo>
                    <a:pt x="457818" y="795440"/>
                  </a:moveTo>
                  <a:lnTo>
                    <a:pt x="344359" y="831398"/>
                  </a:lnTo>
                  <a:lnTo>
                    <a:pt x="350349" y="751661"/>
                  </a:lnTo>
                  <a:close/>
                  <a:moveTo>
                    <a:pt x="390125" y="713225"/>
                  </a:moveTo>
                  <a:lnTo>
                    <a:pt x="457818" y="795440"/>
                  </a:lnTo>
                  <a:lnTo>
                    <a:pt x="350349" y="751661"/>
                  </a:lnTo>
                  <a:close/>
                  <a:moveTo>
                    <a:pt x="362070" y="696291"/>
                  </a:moveTo>
                  <a:lnTo>
                    <a:pt x="390125" y="713225"/>
                  </a:lnTo>
                  <a:lnTo>
                    <a:pt x="303956" y="694215"/>
                  </a:lnTo>
                  <a:close/>
                  <a:moveTo>
                    <a:pt x="157638" y="661831"/>
                  </a:moveTo>
                  <a:lnTo>
                    <a:pt x="152716" y="686069"/>
                  </a:lnTo>
                  <a:lnTo>
                    <a:pt x="218232" y="669446"/>
                  </a:lnTo>
                  <a:close/>
                  <a:moveTo>
                    <a:pt x="495992" y="713225"/>
                  </a:moveTo>
                  <a:lnTo>
                    <a:pt x="477970" y="795440"/>
                  </a:lnTo>
                  <a:lnTo>
                    <a:pt x="519259" y="757004"/>
                  </a:lnTo>
                  <a:close/>
                  <a:moveTo>
                    <a:pt x="495992" y="713225"/>
                  </a:moveTo>
                  <a:lnTo>
                    <a:pt x="519259" y="757004"/>
                  </a:lnTo>
                  <a:lnTo>
                    <a:pt x="555837" y="674788"/>
                  </a:lnTo>
                  <a:close/>
                  <a:moveTo>
                    <a:pt x="411214" y="631010"/>
                  </a:moveTo>
                  <a:lnTo>
                    <a:pt x="422981" y="645369"/>
                  </a:lnTo>
                  <a:lnTo>
                    <a:pt x="474385" y="622359"/>
                  </a:lnTo>
                  <a:close/>
                  <a:moveTo>
                    <a:pt x="411214" y="631010"/>
                  </a:moveTo>
                  <a:lnTo>
                    <a:pt x="474385" y="622359"/>
                  </a:lnTo>
                  <a:lnTo>
                    <a:pt x="429852" y="592573"/>
                  </a:lnTo>
                  <a:close/>
                  <a:moveTo>
                    <a:pt x="555837" y="674788"/>
                  </a:moveTo>
                  <a:lnTo>
                    <a:pt x="474385" y="622359"/>
                  </a:lnTo>
                  <a:lnTo>
                    <a:pt x="422981" y="645369"/>
                  </a:lnTo>
                  <a:close/>
                  <a:moveTo>
                    <a:pt x="389540" y="548794"/>
                  </a:moveTo>
                  <a:lnTo>
                    <a:pt x="411214" y="631010"/>
                  </a:lnTo>
                  <a:lnTo>
                    <a:pt x="429852" y="592573"/>
                  </a:lnTo>
                  <a:close/>
                  <a:moveTo>
                    <a:pt x="389540" y="548794"/>
                  </a:moveTo>
                  <a:lnTo>
                    <a:pt x="429852" y="592573"/>
                  </a:lnTo>
                  <a:lnTo>
                    <a:pt x="376807" y="510358"/>
                  </a:lnTo>
                  <a:close/>
                  <a:moveTo>
                    <a:pt x="686513" y="642952"/>
                  </a:moveTo>
                  <a:lnTo>
                    <a:pt x="708991" y="674788"/>
                  </a:lnTo>
                  <a:lnTo>
                    <a:pt x="683841" y="637089"/>
                  </a:lnTo>
                  <a:close/>
                  <a:moveTo>
                    <a:pt x="429852" y="592573"/>
                  </a:moveTo>
                  <a:lnTo>
                    <a:pt x="474385" y="622359"/>
                  </a:lnTo>
                  <a:lnTo>
                    <a:pt x="488375" y="574723"/>
                  </a:lnTo>
                  <a:close/>
                  <a:moveTo>
                    <a:pt x="488375" y="574723"/>
                  </a:moveTo>
                  <a:lnTo>
                    <a:pt x="474385" y="622359"/>
                  </a:lnTo>
                  <a:lnTo>
                    <a:pt x="570633" y="668533"/>
                  </a:lnTo>
                  <a:close/>
                  <a:moveTo>
                    <a:pt x="429852" y="592573"/>
                  </a:moveTo>
                  <a:lnTo>
                    <a:pt x="488375" y="574723"/>
                  </a:lnTo>
                  <a:lnTo>
                    <a:pt x="376807" y="510358"/>
                  </a:lnTo>
                  <a:close/>
                  <a:moveTo>
                    <a:pt x="553688" y="482124"/>
                  </a:moveTo>
                  <a:lnTo>
                    <a:pt x="488375" y="574723"/>
                  </a:lnTo>
                  <a:lnTo>
                    <a:pt x="578810" y="561793"/>
                  </a:lnTo>
                  <a:close/>
                  <a:moveTo>
                    <a:pt x="800350" y="703054"/>
                  </a:moveTo>
                  <a:lnTo>
                    <a:pt x="686513" y="642952"/>
                  </a:lnTo>
                  <a:lnTo>
                    <a:pt x="687686" y="633963"/>
                  </a:lnTo>
                  <a:close/>
                  <a:moveTo>
                    <a:pt x="687686" y="633963"/>
                  </a:moveTo>
                  <a:lnTo>
                    <a:pt x="715889" y="636352"/>
                  </a:lnTo>
                  <a:lnTo>
                    <a:pt x="800350" y="703054"/>
                  </a:lnTo>
                  <a:close/>
                  <a:moveTo>
                    <a:pt x="1602929" y="333601"/>
                  </a:moveTo>
                  <a:lnTo>
                    <a:pt x="1538379" y="285081"/>
                  </a:lnTo>
                  <a:lnTo>
                    <a:pt x="1468515" y="324910"/>
                  </a:lnTo>
                  <a:close/>
                  <a:moveTo>
                    <a:pt x="1459019" y="130751"/>
                  </a:moveTo>
                  <a:lnTo>
                    <a:pt x="1507878" y="193423"/>
                  </a:lnTo>
                  <a:lnTo>
                    <a:pt x="1503581" y="202866"/>
                  </a:lnTo>
                  <a:close/>
                  <a:moveTo>
                    <a:pt x="1503581" y="202866"/>
                  </a:moveTo>
                  <a:lnTo>
                    <a:pt x="1507878" y="193423"/>
                  </a:lnTo>
                  <a:lnTo>
                    <a:pt x="1459299" y="241303"/>
                  </a:lnTo>
                  <a:close/>
                  <a:moveTo>
                    <a:pt x="1459430" y="75742"/>
                  </a:moveTo>
                  <a:lnTo>
                    <a:pt x="1459019" y="130751"/>
                  </a:lnTo>
                  <a:lnTo>
                    <a:pt x="1457480" y="120652"/>
                  </a:lnTo>
                  <a:close/>
                  <a:moveTo>
                    <a:pt x="1468531" y="0"/>
                  </a:moveTo>
                  <a:lnTo>
                    <a:pt x="1460877" y="29148"/>
                  </a:lnTo>
                  <a:lnTo>
                    <a:pt x="1457480" y="120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7" name="Candidate_density__1986">
              <a:extLst>
                <a:ext uri="{FF2B5EF4-FFF2-40B4-BE49-F238E27FC236}">
                  <a16:creationId xmlns:a16="http://schemas.microsoft.com/office/drawing/2014/main" id="{2307AE6C-8449-0BF2-178F-61DE09EFA456}"/>
                </a:ext>
              </a:extLst>
            </p:cNvPr>
            <p:cNvSpPr>
              <a:spLocks noGrp="1"/>
            </p:cNvSpPr>
            <p:nvPr/>
          </p:nvSpPr>
          <p:spPr>
            <a:xfrm>
              <a:off x="4961343" y="4445178"/>
              <a:ext cx="1590500" cy="581889"/>
            </a:xfrm>
            <a:custGeom>
              <a:avLst/>
              <a:gdLst/>
              <a:ahLst/>
              <a:cxnLst/>
              <a:rect l="0" t="0" r="0" b="0"/>
              <a:pathLst>
                <a:path w="1590500" h="581889">
                  <a:moveTo>
                    <a:pt x="48859" y="543453"/>
                  </a:moveTo>
                  <a:lnTo>
                    <a:pt x="46922" y="581889"/>
                  </a:lnTo>
                  <a:lnTo>
                    <a:pt x="17044" y="463733"/>
                  </a:lnTo>
                  <a:close/>
                  <a:moveTo>
                    <a:pt x="47164" y="539339"/>
                  </a:moveTo>
                  <a:lnTo>
                    <a:pt x="10334" y="461238"/>
                  </a:lnTo>
                  <a:lnTo>
                    <a:pt x="0" y="449489"/>
                  </a:lnTo>
                  <a:close/>
                  <a:moveTo>
                    <a:pt x="47164" y="539339"/>
                  </a:moveTo>
                  <a:lnTo>
                    <a:pt x="48859" y="543453"/>
                  </a:lnTo>
                  <a:lnTo>
                    <a:pt x="104661" y="453095"/>
                  </a:lnTo>
                  <a:close/>
                  <a:moveTo>
                    <a:pt x="31387" y="251889"/>
                  </a:moveTo>
                  <a:lnTo>
                    <a:pt x="115366" y="340586"/>
                  </a:lnTo>
                  <a:lnTo>
                    <a:pt x="36680" y="258371"/>
                  </a:lnTo>
                  <a:close/>
                  <a:moveTo>
                    <a:pt x="583647" y="314092"/>
                  </a:moveTo>
                  <a:lnTo>
                    <a:pt x="646149" y="389707"/>
                  </a:lnTo>
                  <a:lnTo>
                    <a:pt x="606124" y="345928"/>
                  </a:lnTo>
                  <a:close/>
                  <a:moveTo>
                    <a:pt x="446744" y="143061"/>
                  </a:moveTo>
                  <a:lnTo>
                    <a:pt x="399975" y="184690"/>
                  </a:lnTo>
                  <a:lnTo>
                    <a:pt x="450822" y="153264"/>
                  </a:lnTo>
                  <a:close/>
                  <a:moveTo>
                    <a:pt x="412781" y="23506"/>
                  </a:moveTo>
                  <a:lnTo>
                    <a:pt x="409041" y="126639"/>
                  </a:lnTo>
                  <a:lnTo>
                    <a:pt x="446744" y="143061"/>
                  </a:lnTo>
                  <a:close/>
                  <a:moveTo>
                    <a:pt x="1578706" y="38437"/>
                  </a:moveTo>
                  <a:lnTo>
                    <a:pt x="1590500" y="0"/>
                  </a:lnTo>
                  <a:lnTo>
                    <a:pt x="1500062" y="474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88" name="Candidate_density__1987">
              <a:extLst>
                <a:ext uri="{FF2B5EF4-FFF2-40B4-BE49-F238E27FC236}">
                  <a16:creationId xmlns:a16="http://schemas.microsoft.com/office/drawing/2014/main" id="{6D277F4A-32BD-00B8-6B40-4BDE320BD5F2}"/>
                </a:ext>
              </a:extLst>
            </p:cNvPr>
            <p:cNvSpPr>
              <a:spLocks noGrp="1"/>
            </p:cNvSpPr>
            <p:nvPr/>
          </p:nvSpPr>
          <p:spPr>
            <a:xfrm>
              <a:off x="4796851" y="4432194"/>
              <a:ext cx="1664554" cy="556436"/>
            </a:xfrm>
            <a:custGeom>
              <a:avLst/>
              <a:gdLst/>
              <a:ahLst/>
              <a:cxnLst/>
              <a:rect l="0" t="0" r="0" b="0"/>
              <a:pathLst>
                <a:path w="1664554" h="556436">
                  <a:moveTo>
                    <a:pt x="264444" y="494064"/>
                  </a:moveTo>
                  <a:lnTo>
                    <a:pt x="213350" y="556436"/>
                  </a:lnTo>
                  <a:lnTo>
                    <a:pt x="181536" y="476717"/>
                  </a:lnTo>
                  <a:close/>
                  <a:moveTo>
                    <a:pt x="123248" y="424012"/>
                  </a:moveTo>
                  <a:lnTo>
                    <a:pt x="181536" y="476717"/>
                  </a:lnTo>
                  <a:lnTo>
                    <a:pt x="79477" y="399005"/>
                  </a:lnTo>
                  <a:close/>
                  <a:moveTo>
                    <a:pt x="61625" y="392006"/>
                  </a:moveTo>
                  <a:lnTo>
                    <a:pt x="79477" y="399005"/>
                  </a:lnTo>
                  <a:lnTo>
                    <a:pt x="100554" y="438621"/>
                  </a:lnTo>
                  <a:close/>
                  <a:moveTo>
                    <a:pt x="185478" y="473513"/>
                  </a:moveTo>
                  <a:lnTo>
                    <a:pt x="174826" y="474221"/>
                  </a:lnTo>
                  <a:lnTo>
                    <a:pt x="211656" y="552323"/>
                  </a:lnTo>
                  <a:close/>
                  <a:moveTo>
                    <a:pt x="269153" y="466079"/>
                  </a:moveTo>
                  <a:lnTo>
                    <a:pt x="213350" y="556436"/>
                  </a:lnTo>
                  <a:lnTo>
                    <a:pt x="264444" y="494064"/>
                  </a:lnTo>
                  <a:close/>
                  <a:moveTo>
                    <a:pt x="185478" y="473513"/>
                  </a:moveTo>
                  <a:lnTo>
                    <a:pt x="211656" y="552323"/>
                  </a:lnTo>
                  <a:lnTo>
                    <a:pt x="269153" y="466079"/>
                  </a:lnTo>
                  <a:close/>
                  <a:moveTo>
                    <a:pt x="125838" y="353570"/>
                  </a:moveTo>
                  <a:lnTo>
                    <a:pt x="0" y="302934"/>
                  </a:lnTo>
                  <a:lnTo>
                    <a:pt x="12925" y="309791"/>
                  </a:lnTo>
                  <a:close/>
                  <a:moveTo>
                    <a:pt x="125838" y="353570"/>
                  </a:moveTo>
                  <a:lnTo>
                    <a:pt x="12925" y="309791"/>
                  </a:lnTo>
                  <a:lnTo>
                    <a:pt x="61625" y="392006"/>
                  </a:lnTo>
                  <a:close/>
                  <a:moveTo>
                    <a:pt x="279858" y="353570"/>
                  </a:moveTo>
                  <a:lnTo>
                    <a:pt x="283640" y="354208"/>
                  </a:lnTo>
                  <a:lnTo>
                    <a:pt x="201172" y="271354"/>
                  </a:lnTo>
                  <a:close/>
                  <a:moveTo>
                    <a:pt x="138677" y="350877"/>
                  </a:moveTo>
                  <a:lnTo>
                    <a:pt x="219263" y="345954"/>
                  </a:lnTo>
                  <a:lnTo>
                    <a:pt x="195879" y="264873"/>
                  </a:lnTo>
                  <a:close/>
                  <a:moveTo>
                    <a:pt x="195879" y="264873"/>
                  </a:moveTo>
                  <a:lnTo>
                    <a:pt x="219263" y="345954"/>
                  </a:lnTo>
                  <a:lnTo>
                    <a:pt x="279858" y="353570"/>
                  </a:lnTo>
                  <a:close/>
                  <a:moveTo>
                    <a:pt x="615313" y="166248"/>
                  </a:moveTo>
                  <a:lnTo>
                    <a:pt x="564467" y="197674"/>
                  </a:lnTo>
                  <a:lnTo>
                    <a:pt x="550000" y="258847"/>
                  </a:lnTo>
                  <a:close/>
                  <a:moveTo>
                    <a:pt x="640435" y="245917"/>
                  </a:moveTo>
                  <a:lnTo>
                    <a:pt x="716448" y="244711"/>
                  </a:lnTo>
                  <a:lnTo>
                    <a:pt x="615313" y="166248"/>
                  </a:lnTo>
                  <a:close/>
                  <a:moveTo>
                    <a:pt x="438432" y="194482"/>
                  </a:moveTo>
                  <a:lnTo>
                    <a:pt x="440206" y="187423"/>
                  </a:lnTo>
                  <a:lnTo>
                    <a:pt x="429722" y="95854"/>
                  </a:lnTo>
                  <a:close/>
                  <a:moveTo>
                    <a:pt x="564467" y="197674"/>
                  </a:moveTo>
                  <a:lnTo>
                    <a:pt x="611236" y="156045"/>
                  </a:lnTo>
                  <a:lnTo>
                    <a:pt x="573533" y="139622"/>
                  </a:lnTo>
                  <a:close/>
                  <a:moveTo>
                    <a:pt x="1530140" y="9034"/>
                  </a:moveTo>
                  <a:lnTo>
                    <a:pt x="1528651" y="8549"/>
                  </a:lnTo>
                  <a:lnTo>
                    <a:pt x="1557040" y="46151"/>
                  </a:lnTo>
                  <a:close/>
                  <a:moveTo>
                    <a:pt x="1528651" y="8549"/>
                  </a:moveTo>
                  <a:lnTo>
                    <a:pt x="1527724" y="0"/>
                  </a:lnTo>
                  <a:lnTo>
                    <a:pt x="1556889" y="46078"/>
                  </a:lnTo>
                  <a:close/>
                  <a:moveTo>
                    <a:pt x="1618610" y="61148"/>
                  </a:moveTo>
                  <a:lnTo>
                    <a:pt x="1664554" y="17725"/>
                  </a:lnTo>
                  <a:lnTo>
                    <a:pt x="1530140" y="903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89" name="Candidate_density__1988">
              <a:extLst>
                <a:ext uri="{FF2B5EF4-FFF2-40B4-BE49-F238E27FC236}">
                  <a16:creationId xmlns:a16="http://schemas.microsoft.com/office/drawing/2014/main" id="{BF691225-E874-3D9F-CC47-C05AF8927BDF}"/>
                </a:ext>
              </a:extLst>
            </p:cNvPr>
            <p:cNvSpPr>
              <a:spLocks noGrp="1"/>
            </p:cNvSpPr>
            <p:nvPr/>
          </p:nvSpPr>
          <p:spPr>
            <a:xfrm>
              <a:off x="5156170" y="4198532"/>
              <a:ext cx="1240686" cy="749183"/>
            </a:xfrm>
            <a:custGeom>
              <a:avLst/>
              <a:gdLst/>
              <a:ahLst/>
              <a:cxnLst/>
              <a:rect l="0" t="0" r="0" b="0"/>
              <a:pathLst>
                <a:path w="1240686" h="749183">
                  <a:moveTo>
                    <a:pt x="64376" y="614076"/>
                  </a:moveTo>
                  <a:lnTo>
                    <a:pt x="0" y="669446"/>
                  </a:lnTo>
                  <a:lnTo>
                    <a:pt x="52216" y="631010"/>
                  </a:lnTo>
                  <a:close/>
                  <a:moveTo>
                    <a:pt x="64376" y="614076"/>
                  </a:moveTo>
                  <a:lnTo>
                    <a:pt x="6262" y="612000"/>
                  </a:lnTo>
                  <a:lnTo>
                    <a:pt x="0" y="669446"/>
                  </a:lnTo>
                  <a:close/>
                  <a:moveTo>
                    <a:pt x="52656" y="669446"/>
                  </a:moveTo>
                  <a:lnTo>
                    <a:pt x="46665" y="749183"/>
                  </a:lnTo>
                  <a:lnTo>
                    <a:pt x="40285" y="739205"/>
                  </a:lnTo>
                  <a:close/>
                  <a:moveTo>
                    <a:pt x="272939" y="586318"/>
                  </a:moveTo>
                  <a:lnTo>
                    <a:pt x="176691" y="540144"/>
                  </a:lnTo>
                  <a:lnTo>
                    <a:pt x="258143" y="592573"/>
                  </a:lnTo>
                  <a:close/>
                  <a:moveTo>
                    <a:pt x="281116" y="479578"/>
                  </a:moveTo>
                  <a:lnTo>
                    <a:pt x="190681" y="492508"/>
                  </a:lnTo>
                  <a:lnTo>
                    <a:pt x="272939" y="586318"/>
                  </a:lnTo>
                  <a:close/>
                  <a:moveTo>
                    <a:pt x="272939" y="586318"/>
                  </a:moveTo>
                  <a:lnTo>
                    <a:pt x="386147" y="554875"/>
                  </a:lnTo>
                  <a:lnTo>
                    <a:pt x="357130" y="478373"/>
                  </a:lnTo>
                  <a:close/>
                  <a:moveTo>
                    <a:pt x="272939" y="586318"/>
                  </a:moveTo>
                  <a:lnTo>
                    <a:pt x="357130" y="478373"/>
                  </a:lnTo>
                  <a:lnTo>
                    <a:pt x="281116" y="479578"/>
                  </a:lnTo>
                  <a:close/>
                  <a:moveTo>
                    <a:pt x="388820" y="560738"/>
                  </a:moveTo>
                  <a:lnTo>
                    <a:pt x="395898" y="515701"/>
                  </a:lnTo>
                  <a:lnTo>
                    <a:pt x="389993" y="551748"/>
                  </a:lnTo>
                  <a:close/>
                  <a:moveTo>
                    <a:pt x="418195" y="554137"/>
                  </a:moveTo>
                  <a:lnTo>
                    <a:pt x="389993" y="551748"/>
                  </a:lnTo>
                  <a:lnTo>
                    <a:pt x="369516" y="468303"/>
                  </a:lnTo>
                  <a:close/>
                  <a:moveTo>
                    <a:pt x="369516" y="468303"/>
                  </a:moveTo>
                  <a:lnTo>
                    <a:pt x="389993" y="551748"/>
                  </a:lnTo>
                  <a:lnTo>
                    <a:pt x="324975" y="443922"/>
                  </a:lnTo>
                  <a:close/>
                  <a:moveTo>
                    <a:pt x="799981" y="337762"/>
                  </a:moveTo>
                  <a:lnTo>
                    <a:pt x="752432" y="356612"/>
                  </a:lnTo>
                  <a:lnTo>
                    <a:pt x="817229" y="346688"/>
                  </a:lnTo>
                  <a:close/>
                  <a:moveTo>
                    <a:pt x="1170821" y="242695"/>
                  </a:moveTo>
                  <a:lnTo>
                    <a:pt x="1168118" y="241303"/>
                  </a:lnTo>
                  <a:lnTo>
                    <a:pt x="1169333" y="242211"/>
                  </a:lnTo>
                  <a:close/>
                  <a:moveTo>
                    <a:pt x="1168405" y="233662"/>
                  </a:moveTo>
                  <a:lnTo>
                    <a:pt x="1169333" y="242211"/>
                  </a:lnTo>
                  <a:lnTo>
                    <a:pt x="1168118" y="241303"/>
                  </a:lnTo>
                  <a:close/>
                  <a:moveTo>
                    <a:pt x="1168118" y="241303"/>
                  </a:moveTo>
                  <a:lnTo>
                    <a:pt x="1170821" y="242695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68118" y="241303"/>
                  </a:lnTo>
                  <a:lnTo>
                    <a:pt x="1171474" y="240469"/>
                  </a:lnTo>
                  <a:close/>
                  <a:moveTo>
                    <a:pt x="1170821" y="242695"/>
                  </a:moveTo>
                  <a:lnTo>
                    <a:pt x="1240686" y="202867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71474" y="240469"/>
                  </a:lnTo>
                  <a:lnTo>
                    <a:pt x="1161605" y="159088"/>
                  </a:lnTo>
                  <a:close/>
                  <a:moveTo>
                    <a:pt x="1161605" y="159088"/>
                  </a:moveTo>
                  <a:lnTo>
                    <a:pt x="1171474" y="240469"/>
                  </a:lnTo>
                  <a:lnTo>
                    <a:pt x="1240686" y="202867"/>
                  </a:lnTo>
                  <a:close/>
                  <a:moveTo>
                    <a:pt x="1161605" y="159088"/>
                  </a:moveTo>
                  <a:lnTo>
                    <a:pt x="1240686" y="202867"/>
                  </a:lnTo>
                  <a:lnTo>
                    <a:pt x="1205887" y="120651"/>
                  </a:lnTo>
                  <a:close/>
                  <a:moveTo>
                    <a:pt x="1205887" y="120651"/>
                  </a:moveTo>
                  <a:lnTo>
                    <a:pt x="1184105" y="77158"/>
                  </a:lnTo>
                  <a:lnTo>
                    <a:pt x="1161325" y="48536"/>
                  </a:lnTo>
                  <a:close/>
                  <a:moveTo>
                    <a:pt x="1159786" y="38437"/>
                  </a:moveTo>
                  <a:lnTo>
                    <a:pt x="1161325" y="48536"/>
                  </a:lnTo>
                  <a:lnTo>
                    <a:pt x="1184105" y="77158"/>
                  </a:lnTo>
                  <a:close/>
                  <a:moveTo>
                    <a:pt x="1205555" y="0"/>
                  </a:moveTo>
                  <a:lnTo>
                    <a:pt x="1159786" y="38437"/>
                  </a:lnTo>
                  <a:lnTo>
                    <a:pt x="1184105" y="77158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90" name="Candidate_density__1989">
              <a:extLst>
                <a:ext uri="{FF2B5EF4-FFF2-40B4-BE49-F238E27FC236}">
                  <a16:creationId xmlns:a16="http://schemas.microsoft.com/office/drawing/2014/main" id="{59D509FC-5303-2AF2-7E45-3633B24FDA55}"/>
                </a:ext>
              </a:extLst>
            </p:cNvPr>
            <p:cNvSpPr>
              <a:spLocks noGrp="1"/>
            </p:cNvSpPr>
            <p:nvPr/>
          </p:nvSpPr>
          <p:spPr>
            <a:xfrm>
              <a:off x="5017871" y="3960278"/>
              <a:ext cx="1533972" cy="1028946"/>
            </a:xfrm>
            <a:custGeom>
              <a:avLst/>
              <a:gdLst/>
              <a:ahLst/>
              <a:cxnLst/>
              <a:rect l="0" t="0" r="0" b="0"/>
              <a:pathLst>
                <a:path w="1533972" h="1028946">
                  <a:moveTo>
                    <a:pt x="534314" y="985291"/>
                  </a:moveTo>
                  <a:lnTo>
                    <a:pt x="456534" y="1028946"/>
                  </a:lnTo>
                  <a:lnTo>
                    <a:pt x="526593" y="1012226"/>
                  </a:lnTo>
                  <a:close/>
                  <a:moveTo>
                    <a:pt x="534314" y="985291"/>
                  </a:moveTo>
                  <a:lnTo>
                    <a:pt x="467175" y="979281"/>
                  </a:lnTo>
                  <a:lnTo>
                    <a:pt x="456534" y="1028946"/>
                  </a:lnTo>
                  <a:close/>
                  <a:moveTo>
                    <a:pt x="534314" y="985291"/>
                  </a:moveTo>
                  <a:lnTo>
                    <a:pt x="526593" y="1012226"/>
                  </a:lnTo>
                  <a:lnTo>
                    <a:pt x="537169" y="995257"/>
                  </a:lnTo>
                  <a:close/>
                  <a:moveTo>
                    <a:pt x="537169" y="995257"/>
                  </a:moveTo>
                  <a:lnTo>
                    <a:pt x="554726" y="902209"/>
                  </a:lnTo>
                  <a:lnTo>
                    <a:pt x="534314" y="985291"/>
                  </a:lnTo>
                  <a:close/>
                  <a:moveTo>
                    <a:pt x="589622" y="874606"/>
                  </a:moveTo>
                  <a:lnTo>
                    <a:pt x="527119" y="798991"/>
                  </a:lnTo>
                  <a:lnTo>
                    <a:pt x="640956" y="859092"/>
                  </a:lnTo>
                  <a:close/>
                  <a:moveTo>
                    <a:pt x="31443" y="216885"/>
                  </a:moveTo>
                  <a:lnTo>
                    <a:pt x="26660" y="194214"/>
                  </a:lnTo>
                  <a:lnTo>
                    <a:pt x="0" y="221469"/>
                  </a:lnTo>
                  <a:close/>
                  <a:moveTo>
                    <a:pt x="1466072" y="510448"/>
                  </a:moveTo>
                  <a:lnTo>
                    <a:pt x="1443535" y="489640"/>
                  </a:lnTo>
                  <a:lnTo>
                    <a:pt x="1397591" y="533063"/>
                  </a:lnTo>
                  <a:close/>
                  <a:moveTo>
                    <a:pt x="1533972" y="484899"/>
                  </a:moveTo>
                  <a:lnTo>
                    <a:pt x="1522178" y="523336"/>
                  </a:lnTo>
                  <a:lnTo>
                    <a:pt x="1527931" y="526527"/>
                  </a:lnTo>
                  <a:close/>
                  <a:moveTo>
                    <a:pt x="1487622" y="238254"/>
                  </a:moveTo>
                  <a:lnTo>
                    <a:pt x="1500566" y="199817"/>
                  </a:lnTo>
                  <a:lnTo>
                    <a:pt x="1511741" y="320469"/>
                  </a:lnTo>
                  <a:close/>
                  <a:moveTo>
                    <a:pt x="1480684" y="0"/>
                  </a:moveTo>
                  <a:lnTo>
                    <a:pt x="1501550" y="117602"/>
                  </a:lnTo>
                  <a:lnTo>
                    <a:pt x="1481738" y="3538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91" name="Candidate_density__1990">
              <a:extLst>
                <a:ext uri="{FF2B5EF4-FFF2-40B4-BE49-F238E27FC236}">
                  <a16:creationId xmlns:a16="http://schemas.microsoft.com/office/drawing/2014/main" id="{21AF397B-08C0-8073-F76F-A5D5354073CB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3407"/>
              <a:ext cx="130677" cy="37699"/>
            </a:xfrm>
            <a:custGeom>
              <a:avLst/>
              <a:gdLst/>
              <a:ahLst/>
              <a:cxnLst/>
              <a:rect l="0" t="0" r="0" b="0"/>
              <a:pathLst>
                <a:path w="130677" h="37699">
                  <a:moveTo>
                    <a:pt x="0" y="37699"/>
                  </a:moveTo>
                  <a:lnTo>
                    <a:pt x="63970" y="35117"/>
                  </a:lnTo>
                  <a:lnTo>
                    <a:pt x="14797" y="31443"/>
                  </a:lnTo>
                  <a:close/>
                  <a:moveTo>
                    <a:pt x="128004" y="0"/>
                  </a:moveTo>
                  <a:lnTo>
                    <a:pt x="14797" y="31443"/>
                  </a:lnTo>
                  <a:lnTo>
                    <a:pt x="130677" y="5863"/>
                  </a:lnTo>
                  <a:close/>
                  <a:moveTo>
                    <a:pt x="14797" y="31443"/>
                  </a:moveTo>
                  <a:lnTo>
                    <a:pt x="63970" y="35117"/>
                  </a:lnTo>
                  <a:lnTo>
                    <a:pt x="130677" y="5863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1992" name="Candidate_density__1991">
              <a:extLst>
                <a:ext uri="{FF2B5EF4-FFF2-40B4-BE49-F238E27FC236}">
                  <a16:creationId xmlns:a16="http://schemas.microsoft.com/office/drawing/2014/main" id="{0B37F47C-D7A7-736D-2274-6027A25E2C0C}"/>
                </a:ext>
              </a:extLst>
            </p:cNvPr>
            <p:cNvSpPr>
              <a:spLocks noGrp="1"/>
            </p:cNvSpPr>
            <p:nvPr/>
          </p:nvSpPr>
          <p:spPr>
            <a:xfrm>
              <a:off x="4707195" y="3667619"/>
              <a:ext cx="1896209" cy="1678360"/>
            </a:xfrm>
            <a:custGeom>
              <a:avLst/>
              <a:gdLst/>
              <a:ahLst/>
              <a:cxnLst/>
              <a:rect l="0" t="0" r="0" b="0"/>
              <a:pathLst>
                <a:path w="1896209" h="1678360">
                  <a:moveTo>
                    <a:pt x="328718" y="1649872"/>
                  </a:moveTo>
                  <a:lnTo>
                    <a:pt x="326945" y="1650969"/>
                  </a:lnTo>
                  <a:lnTo>
                    <a:pt x="349169" y="1678360"/>
                  </a:lnTo>
                  <a:close/>
                  <a:moveTo>
                    <a:pt x="0" y="979715"/>
                  </a:moveTo>
                  <a:lnTo>
                    <a:pt x="70889" y="1035930"/>
                  </a:lnTo>
                  <a:lnTo>
                    <a:pt x="50544" y="1023119"/>
                  </a:lnTo>
                  <a:close/>
                  <a:moveTo>
                    <a:pt x="554267" y="1611436"/>
                  </a:moveTo>
                  <a:lnTo>
                    <a:pt x="573244" y="1517283"/>
                  </a:lnTo>
                  <a:lnTo>
                    <a:pt x="539479" y="1490784"/>
                  </a:lnTo>
                  <a:close/>
                  <a:moveTo>
                    <a:pt x="573244" y="1517283"/>
                  </a:moveTo>
                  <a:lnTo>
                    <a:pt x="623762" y="1529220"/>
                  </a:lnTo>
                  <a:lnTo>
                    <a:pt x="591835" y="1438428"/>
                  </a:lnTo>
                  <a:close/>
                  <a:moveTo>
                    <a:pt x="244292" y="1002385"/>
                  </a:moveTo>
                  <a:lnTo>
                    <a:pt x="227183" y="997493"/>
                  </a:lnTo>
                  <a:lnTo>
                    <a:pt x="184505" y="1030119"/>
                  </a:lnTo>
                  <a:close/>
                  <a:moveTo>
                    <a:pt x="228333" y="1115452"/>
                  </a:moveTo>
                  <a:lnTo>
                    <a:pt x="285535" y="1029448"/>
                  </a:lnTo>
                  <a:lnTo>
                    <a:pt x="244292" y="1002385"/>
                  </a:lnTo>
                  <a:close/>
                  <a:moveTo>
                    <a:pt x="244292" y="1002385"/>
                  </a:moveTo>
                  <a:lnTo>
                    <a:pt x="185352" y="969831"/>
                  </a:lnTo>
                  <a:lnTo>
                    <a:pt x="227183" y="997493"/>
                  </a:lnTo>
                  <a:close/>
                  <a:moveTo>
                    <a:pt x="725066" y="1408569"/>
                  </a:moveTo>
                  <a:lnTo>
                    <a:pt x="727250" y="1370132"/>
                  </a:lnTo>
                  <a:lnTo>
                    <a:pt x="709506" y="1384520"/>
                  </a:lnTo>
                  <a:close/>
                  <a:moveTo>
                    <a:pt x="777850" y="1271941"/>
                  </a:moveTo>
                  <a:lnTo>
                    <a:pt x="727250" y="1370132"/>
                  </a:lnTo>
                  <a:lnTo>
                    <a:pt x="767209" y="1321606"/>
                  </a:lnTo>
                  <a:close/>
                  <a:moveTo>
                    <a:pt x="777850" y="1271941"/>
                  </a:moveTo>
                  <a:lnTo>
                    <a:pt x="844989" y="1277950"/>
                  </a:lnTo>
                  <a:lnTo>
                    <a:pt x="798707" y="1224167"/>
                  </a:lnTo>
                  <a:close/>
                  <a:moveTo>
                    <a:pt x="844989" y="1277950"/>
                  </a:moveTo>
                  <a:lnTo>
                    <a:pt x="865402" y="1194869"/>
                  </a:lnTo>
                  <a:lnTo>
                    <a:pt x="798707" y="1224167"/>
                  </a:lnTo>
                  <a:close/>
                  <a:moveTo>
                    <a:pt x="865402" y="1194869"/>
                  </a:moveTo>
                  <a:lnTo>
                    <a:pt x="918389" y="1177777"/>
                  </a:lnTo>
                  <a:lnTo>
                    <a:pt x="798707" y="1224167"/>
                  </a:lnTo>
                  <a:close/>
                  <a:moveTo>
                    <a:pt x="666929" y="801065"/>
                  </a:moveTo>
                  <a:lnTo>
                    <a:pt x="602257" y="831787"/>
                  </a:lnTo>
                  <a:lnTo>
                    <a:pt x="581950" y="909651"/>
                  </a:lnTo>
                  <a:close/>
                  <a:moveTo>
                    <a:pt x="666929" y="801065"/>
                  </a:moveTo>
                  <a:lnTo>
                    <a:pt x="581950" y="909651"/>
                  </a:lnTo>
                  <a:lnTo>
                    <a:pt x="663189" y="904198"/>
                  </a:lnTo>
                  <a:close/>
                  <a:moveTo>
                    <a:pt x="505593" y="838405"/>
                  </a:moveTo>
                  <a:lnTo>
                    <a:pt x="506308" y="810463"/>
                  </a:lnTo>
                  <a:lnTo>
                    <a:pt x="461556" y="746753"/>
                  </a:lnTo>
                  <a:close/>
                  <a:moveTo>
                    <a:pt x="295922" y="509545"/>
                  </a:moveTo>
                  <a:lnTo>
                    <a:pt x="310676" y="514129"/>
                  </a:lnTo>
                  <a:lnTo>
                    <a:pt x="337335" y="486874"/>
                  </a:lnTo>
                  <a:close/>
                  <a:moveTo>
                    <a:pt x="307143" y="500919"/>
                  </a:moveTo>
                  <a:lnTo>
                    <a:pt x="295922" y="509545"/>
                  </a:lnTo>
                  <a:lnTo>
                    <a:pt x="337335" y="486874"/>
                  </a:lnTo>
                  <a:close/>
                  <a:moveTo>
                    <a:pt x="935264" y="1104466"/>
                  </a:moveTo>
                  <a:lnTo>
                    <a:pt x="918389" y="1177777"/>
                  </a:lnTo>
                  <a:lnTo>
                    <a:pt x="1006372" y="1107249"/>
                  </a:lnTo>
                  <a:close/>
                  <a:moveTo>
                    <a:pt x="1006372" y="1107249"/>
                  </a:moveTo>
                  <a:lnTo>
                    <a:pt x="1019979" y="1063746"/>
                  </a:lnTo>
                  <a:lnTo>
                    <a:pt x="946711" y="1068465"/>
                  </a:lnTo>
                  <a:close/>
                  <a:moveTo>
                    <a:pt x="1883807" y="739122"/>
                  </a:moveTo>
                  <a:lnTo>
                    <a:pt x="1844648" y="777559"/>
                  </a:lnTo>
                  <a:lnTo>
                    <a:pt x="1896209" y="819349"/>
                  </a:lnTo>
                  <a:close/>
                  <a:moveTo>
                    <a:pt x="1791359" y="292660"/>
                  </a:moveTo>
                  <a:lnTo>
                    <a:pt x="1802459" y="383728"/>
                  </a:lnTo>
                  <a:lnTo>
                    <a:pt x="1812225" y="410262"/>
                  </a:lnTo>
                  <a:close/>
                  <a:moveTo>
                    <a:pt x="1802599" y="183430"/>
                  </a:moveTo>
                  <a:lnTo>
                    <a:pt x="1800739" y="95454"/>
                  </a:lnTo>
                  <a:lnTo>
                    <a:pt x="1735076" y="128608"/>
                  </a:lnTo>
                  <a:close/>
                  <a:moveTo>
                    <a:pt x="1801289" y="84403"/>
                  </a:moveTo>
                  <a:lnTo>
                    <a:pt x="1735076" y="128608"/>
                  </a:lnTo>
                  <a:lnTo>
                    <a:pt x="1800739" y="95454"/>
                  </a:lnTo>
                  <a:close/>
                  <a:moveTo>
                    <a:pt x="1740554" y="73187"/>
                  </a:moveTo>
                  <a:lnTo>
                    <a:pt x="1801289" y="84403"/>
                  </a:lnTo>
                  <a:lnTo>
                    <a:pt x="178199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93" name="Candidate_density__1992">
              <a:extLst>
                <a:ext uri="{FF2B5EF4-FFF2-40B4-BE49-F238E27FC236}">
                  <a16:creationId xmlns:a16="http://schemas.microsoft.com/office/drawing/2014/main" id="{2D93D031-9F3B-0927-9299-3C6C0669AB97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98192"/>
              <a:ext cx="1779771" cy="1620396"/>
            </a:xfrm>
            <a:custGeom>
              <a:avLst/>
              <a:gdLst/>
              <a:ahLst/>
              <a:cxnLst/>
              <a:rect l="0" t="0" r="0" b="0"/>
              <a:pathLst>
                <a:path w="1779771" h="1620396">
                  <a:moveTo>
                    <a:pt x="227363" y="1575521"/>
                  </a:moveTo>
                  <a:lnTo>
                    <a:pt x="256056" y="1620396"/>
                  </a:lnTo>
                  <a:lnTo>
                    <a:pt x="257829" y="1619299"/>
                  </a:lnTo>
                  <a:close/>
                  <a:moveTo>
                    <a:pt x="174833" y="1471111"/>
                  </a:moveTo>
                  <a:lnTo>
                    <a:pt x="224702" y="1503168"/>
                  </a:lnTo>
                  <a:lnTo>
                    <a:pt x="221429" y="1537084"/>
                  </a:lnTo>
                  <a:close/>
                  <a:moveTo>
                    <a:pt x="171896" y="1454869"/>
                  </a:moveTo>
                  <a:lnTo>
                    <a:pt x="159204" y="1383725"/>
                  </a:lnTo>
                  <a:lnTo>
                    <a:pt x="174833" y="1471111"/>
                  </a:lnTo>
                  <a:close/>
                  <a:moveTo>
                    <a:pt x="183259" y="1196475"/>
                  </a:moveTo>
                  <a:lnTo>
                    <a:pt x="193593" y="1208224"/>
                  </a:lnTo>
                  <a:lnTo>
                    <a:pt x="134290" y="1228590"/>
                  </a:lnTo>
                  <a:close/>
                  <a:moveTo>
                    <a:pt x="71196" y="1056148"/>
                  </a:moveTo>
                  <a:lnTo>
                    <a:pt x="18767" y="1036937"/>
                  </a:lnTo>
                  <a:lnTo>
                    <a:pt x="144605" y="1087572"/>
                  </a:lnTo>
                  <a:close/>
                  <a:moveTo>
                    <a:pt x="0" y="1005357"/>
                  </a:moveTo>
                  <a:lnTo>
                    <a:pt x="18767" y="1036937"/>
                  </a:lnTo>
                  <a:lnTo>
                    <a:pt x="71196" y="1056148"/>
                  </a:lnTo>
                  <a:close/>
                  <a:moveTo>
                    <a:pt x="397202" y="1439057"/>
                  </a:moveTo>
                  <a:lnTo>
                    <a:pt x="372827" y="1416432"/>
                  </a:lnTo>
                  <a:lnTo>
                    <a:pt x="458114" y="1451593"/>
                  </a:lnTo>
                  <a:close/>
                  <a:moveTo>
                    <a:pt x="397202" y="1439057"/>
                  </a:moveTo>
                  <a:lnTo>
                    <a:pt x="458114" y="1451593"/>
                  </a:lnTo>
                  <a:lnTo>
                    <a:pt x="502355" y="1486710"/>
                  </a:lnTo>
                  <a:close/>
                  <a:moveTo>
                    <a:pt x="502355" y="1486710"/>
                  </a:moveTo>
                  <a:lnTo>
                    <a:pt x="520946" y="1407854"/>
                  </a:lnTo>
                  <a:lnTo>
                    <a:pt x="486751" y="1377996"/>
                  </a:lnTo>
                  <a:close/>
                  <a:moveTo>
                    <a:pt x="71196" y="1056148"/>
                  </a:moveTo>
                  <a:lnTo>
                    <a:pt x="144605" y="1087572"/>
                  </a:lnTo>
                  <a:lnTo>
                    <a:pt x="113616" y="999546"/>
                  </a:lnTo>
                  <a:close/>
                  <a:moveTo>
                    <a:pt x="113616" y="999546"/>
                  </a:moveTo>
                  <a:lnTo>
                    <a:pt x="144605" y="1087572"/>
                  </a:lnTo>
                  <a:lnTo>
                    <a:pt x="173403" y="971812"/>
                  </a:lnTo>
                  <a:close/>
                  <a:moveTo>
                    <a:pt x="173403" y="971812"/>
                  </a:moveTo>
                  <a:lnTo>
                    <a:pt x="144605" y="1087572"/>
                  </a:lnTo>
                  <a:lnTo>
                    <a:pt x="157444" y="1084879"/>
                  </a:lnTo>
                  <a:close/>
                  <a:moveTo>
                    <a:pt x="238030" y="1079956"/>
                  </a:moveTo>
                  <a:lnTo>
                    <a:pt x="157494" y="1100142"/>
                  </a:lnTo>
                  <a:lnTo>
                    <a:pt x="233108" y="1104194"/>
                  </a:lnTo>
                  <a:close/>
                  <a:moveTo>
                    <a:pt x="638617" y="1353947"/>
                  </a:moveTo>
                  <a:lnTo>
                    <a:pt x="607246" y="1339559"/>
                  </a:lnTo>
                  <a:lnTo>
                    <a:pt x="520946" y="1407854"/>
                  </a:lnTo>
                  <a:close/>
                  <a:moveTo>
                    <a:pt x="604886" y="1443033"/>
                  </a:moveTo>
                  <a:lnTo>
                    <a:pt x="638617" y="1353947"/>
                  </a:lnTo>
                  <a:lnTo>
                    <a:pt x="520946" y="1407854"/>
                  </a:lnTo>
                  <a:close/>
                  <a:moveTo>
                    <a:pt x="463929" y="1257344"/>
                  </a:moveTo>
                  <a:lnTo>
                    <a:pt x="396907" y="1211568"/>
                  </a:lnTo>
                  <a:lnTo>
                    <a:pt x="400942" y="1213566"/>
                  </a:lnTo>
                  <a:close/>
                  <a:moveTo>
                    <a:pt x="641120" y="1334396"/>
                  </a:moveTo>
                  <a:lnTo>
                    <a:pt x="638617" y="1353947"/>
                  </a:lnTo>
                  <a:lnTo>
                    <a:pt x="656361" y="1339559"/>
                  </a:lnTo>
                  <a:close/>
                  <a:moveTo>
                    <a:pt x="641120" y="1334396"/>
                  </a:moveTo>
                  <a:lnTo>
                    <a:pt x="656361" y="1339559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641120" y="1334396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593345" y="1184681"/>
                  </a:lnTo>
                  <a:lnTo>
                    <a:pt x="571631" y="1230206"/>
                  </a:lnTo>
                  <a:close/>
                  <a:moveTo>
                    <a:pt x="706961" y="1241368"/>
                  </a:moveTo>
                  <a:lnTo>
                    <a:pt x="727818" y="1193594"/>
                  </a:lnTo>
                  <a:lnTo>
                    <a:pt x="639111" y="1235937"/>
                  </a:lnTo>
                  <a:close/>
                  <a:moveTo>
                    <a:pt x="639111" y="1235937"/>
                  </a:moveTo>
                  <a:lnTo>
                    <a:pt x="727818" y="1193594"/>
                  </a:lnTo>
                  <a:lnTo>
                    <a:pt x="599651" y="1175130"/>
                  </a:lnTo>
                  <a:close/>
                  <a:moveTo>
                    <a:pt x="599651" y="1175130"/>
                  </a:moveTo>
                  <a:lnTo>
                    <a:pt x="593345" y="1184681"/>
                  </a:lnTo>
                  <a:lnTo>
                    <a:pt x="639111" y="1235937"/>
                  </a:lnTo>
                  <a:close/>
                  <a:moveTo>
                    <a:pt x="479207" y="890047"/>
                  </a:moveTo>
                  <a:lnTo>
                    <a:pt x="434704" y="807832"/>
                  </a:lnTo>
                  <a:lnTo>
                    <a:pt x="448489" y="829856"/>
                  </a:lnTo>
                  <a:close/>
                  <a:moveTo>
                    <a:pt x="847500" y="1147204"/>
                  </a:moveTo>
                  <a:lnTo>
                    <a:pt x="782759" y="1098256"/>
                  </a:lnTo>
                  <a:lnTo>
                    <a:pt x="727818" y="1193594"/>
                  </a:lnTo>
                  <a:close/>
                  <a:moveTo>
                    <a:pt x="434704" y="807832"/>
                  </a:moveTo>
                  <a:lnTo>
                    <a:pt x="511061" y="879078"/>
                  </a:lnTo>
                  <a:lnTo>
                    <a:pt x="450589" y="777853"/>
                  </a:lnTo>
                  <a:close/>
                  <a:moveTo>
                    <a:pt x="864375" y="1073893"/>
                  </a:moveTo>
                  <a:lnTo>
                    <a:pt x="935483" y="1076676"/>
                  </a:lnTo>
                  <a:lnTo>
                    <a:pt x="875822" y="1037892"/>
                  </a:lnTo>
                  <a:close/>
                  <a:moveTo>
                    <a:pt x="773984" y="1016041"/>
                  </a:moveTo>
                  <a:lnTo>
                    <a:pt x="816260" y="977605"/>
                  </a:lnTo>
                  <a:lnTo>
                    <a:pt x="721035" y="953031"/>
                  </a:lnTo>
                  <a:close/>
                  <a:moveTo>
                    <a:pt x="779439" y="956193"/>
                  </a:moveTo>
                  <a:lnTo>
                    <a:pt x="695852" y="933826"/>
                  </a:lnTo>
                  <a:lnTo>
                    <a:pt x="721035" y="953031"/>
                  </a:lnTo>
                  <a:close/>
                  <a:moveTo>
                    <a:pt x="1773759" y="746986"/>
                  </a:moveTo>
                  <a:lnTo>
                    <a:pt x="1725972" y="695987"/>
                  </a:lnTo>
                  <a:lnTo>
                    <a:pt x="1683321" y="751727"/>
                  </a:lnTo>
                  <a:close/>
                  <a:moveTo>
                    <a:pt x="1751528" y="582556"/>
                  </a:moveTo>
                  <a:lnTo>
                    <a:pt x="1740145" y="546368"/>
                  </a:lnTo>
                  <a:lnTo>
                    <a:pt x="1779771" y="618477"/>
                  </a:lnTo>
                  <a:close/>
                  <a:moveTo>
                    <a:pt x="1740353" y="461904"/>
                  </a:moveTo>
                  <a:lnTo>
                    <a:pt x="1738660" y="528225"/>
                  </a:lnTo>
                  <a:lnTo>
                    <a:pt x="1751528" y="582556"/>
                  </a:lnTo>
                  <a:close/>
                  <a:moveTo>
                    <a:pt x="1629294" y="375712"/>
                  </a:moveTo>
                  <a:lnTo>
                    <a:pt x="1755938" y="377619"/>
                  </a:lnTo>
                  <a:lnTo>
                    <a:pt x="1731570" y="353155"/>
                  </a:lnTo>
                  <a:close/>
                  <a:moveTo>
                    <a:pt x="1629294" y="375712"/>
                  </a:moveTo>
                  <a:lnTo>
                    <a:pt x="1731570" y="353155"/>
                  </a:lnTo>
                  <a:lnTo>
                    <a:pt x="1720470" y="262087"/>
                  </a:lnTo>
                  <a:close/>
                  <a:moveTo>
                    <a:pt x="1720470" y="262087"/>
                  </a:moveTo>
                  <a:lnTo>
                    <a:pt x="1721022" y="247076"/>
                  </a:lnTo>
                  <a:lnTo>
                    <a:pt x="1645502" y="243379"/>
                  </a:lnTo>
                  <a:close/>
                  <a:moveTo>
                    <a:pt x="1529978" y="133044"/>
                  </a:moveTo>
                  <a:lnTo>
                    <a:pt x="1542042" y="215259"/>
                  </a:lnTo>
                  <a:lnTo>
                    <a:pt x="1585658" y="176822"/>
                  </a:lnTo>
                  <a:close/>
                  <a:moveTo>
                    <a:pt x="1505877" y="0"/>
                  </a:moveTo>
                  <a:lnTo>
                    <a:pt x="1547715" y="41665"/>
                  </a:lnTo>
                  <a:lnTo>
                    <a:pt x="1506403" y="14658"/>
                  </a:lnTo>
                  <a:close/>
                  <a:moveTo>
                    <a:pt x="1731710" y="152857"/>
                  </a:moveTo>
                  <a:lnTo>
                    <a:pt x="1645502" y="243379"/>
                  </a:lnTo>
                  <a:lnTo>
                    <a:pt x="1721022" y="24707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94" name="Candidate_density__1993">
              <a:extLst>
                <a:ext uri="{FF2B5EF4-FFF2-40B4-BE49-F238E27FC236}">
                  <a16:creationId xmlns:a16="http://schemas.microsoft.com/office/drawing/2014/main" id="{E4C14CA9-03E9-F4C9-0F43-F29CBCAB5B7B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523378"/>
              <a:ext cx="1802002" cy="1794112"/>
            </a:xfrm>
            <a:custGeom>
              <a:avLst/>
              <a:gdLst/>
              <a:ahLst/>
              <a:cxnLst/>
              <a:rect l="0" t="0" r="0" b="0"/>
              <a:pathLst>
                <a:path w="1802002" h="1794112">
                  <a:moveTo>
                    <a:pt x="210513" y="1711897"/>
                  </a:moveTo>
                  <a:lnTo>
                    <a:pt x="216447" y="1750334"/>
                  </a:lnTo>
                  <a:lnTo>
                    <a:pt x="246913" y="1794112"/>
                  </a:lnTo>
                  <a:close/>
                  <a:moveTo>
                    <a:pt x="160980" y="1629683"/>
                  </a:moveTo>
                  <a:lnTo>
                    <a:pt x="163917" y="1645925"/>
                  </a:lnTo>
                  <a:lnTo>
                    <a:pt x="201755" y="1696453"/>
                  </a:lnTo>
                  <a:close/>
                  <a:moveTo>
                    <a:pt x="114862" y="1465252"/>
                  </a:moveTo>
                  <a:lnTo>
                    <a:pt x="150565" y="1547467"/>
                  </a:lnTo>
                  <a:lnTo>
                    <a:pt x="154688" y="1509031"/>
                  </a:lnTo>
                  <a:close/>
                  <a:moveTo>
                    <a:pt x="133689" y="1262386"/>
                  </a:moveTo>
                  <a:lnTo>
                    <a:pt x="108405" y="1347437"/>
                  </a:lnTo>
                  <a:lnTo>
                    <a:pt x="146578" y="1274956"/>
                  </a:lnTo>
                  <a:close/>
                  <a:moveTo>
                    <a:pt x="418008" y="1591246"/>
                  </a:moveTo>
                  <a:lnTo>
                    <a:pt x="386287" y="1613871"/>
                  </a:lnTo>
                  <a:lnTo>
                    <a:pt x="491439" y="1661524"/>
                  </a:lnTo>
                  <a:close/>
                  <a:moveTo>
                    <a:pt x="475835" y="1552809"/>
                  </a:moveTo>
                  <a:lnTo>
                    <a:pt x="418008" y="1591246"/>
                  </a:lnTo>
                  <a:lnTo>
                    <a:pt x="491439" y="1661524"/>
                  </a:lnTo>
                  <a:close/>
                  <a:moveTo>
                    <a:pt x="403101" y="1470594"/>
                  </a:moveTo>
                  <a:lnTo>
                    <a:pt x="404753" y="1471221"/>
                  </a:lnTo>
                  <a:lnTo>
                    <a:pt x="405997" y="1472360"/>
                  </a:lnTo>
                  <a:close/>
                  <a:moveTo>
                    <a:pt x="405997" y="1472360"/>
                  </a:moveTo>
                  <a:lnTo>
                    <a:pt x="404753" y="1471221"/>
                  </a:lnTo>
                  <a:lnTo>
                    <a:pt x="475835" y="1552809"/>
                  </a:lnTo>
                  <a:close/>
                  <a:moveTo>
                    <a:pt x="475835" y="1552809"/>
                  </a:moveTo>
                  <a:lnTo>
                    <a:pt x="404753" y="1471221"/>
                  </a:lnTo>
                  <a:lnTo>
                    <a:pt x="397403" y="1509031"/>
                  </a:lnTo>
                  <a:close/>
                  <a:moveTo>
                    <a:pt x="475835" y="1552809"/>
                  </a:moveTo>
                  <a:lnTo>
                    <a:pt x="397403" y="1509031"/>
                  </a:lnTo>
                  <a:lnTo>
                    <a:pt x="418008" y="1591246"/>
                  </a:lnTo>
                  <a:close/>
                  <a:moveTo>
                    <a:pt x="403017" y="1461221"/>
                  </a:moveTo>
                  <a:lnTo>
                    <a:pt x="404753" y="1471221"/>
                  </a:lnTo>
                  <a:lnTo>
                    <a:pt x="403101" y="1470594"/>
                  </a:lnTo>
                  <a:close/>
                  <a:moveTo>
                    <a:pt x="403017" y="1461221"/>
                  </a:moveTo>
                  <a:lnTo>
                    <a:pt x="412841" y="1434495"/>
                  </a:lnTo>
                  <a:lnTo>
                    <a:pt x="404753" y="1471221"/>
                  </a:lnTo>
                  <a:close/>
                  <a:moveTo>
                    <a:pt x="404753" y="1471221"/>
                  </a:moveTo>
                  <a:lnTo>
                    <a:pt x="412841" y="1434495"/>
                  </a:lnTo>
                  <a:lnTo>
                    <a:pt x="397403" y="1509031"/>
                  </a:lnTo>
                  <a:close/>
                  <a:moveTo>
                    <a:pt x="146578" y="1274956"/>
                  </a:moveTo>
                  <a:lnTo>
                    <a:pt x="146528" y="1259693"/>
                  </a:lnTo>
                  <a:lnTo>
                    <a:pt x="133689" y="1262386"/>
                  </a:lnTo>
                  <a:close/>
                  <a:moveTo>
                    <a:pt x="146528" y="1259693"/>
                  </a:moveTo>
                  <a:lnTo>
                    <a:pt x="146578" y="1274956"/>
                  </a:lnTo>
                  <a:lnTo>
                    <a:pt x="227114" y="1254770"/>
                  </a:lnTo>
                  <a:close/>
                  <a:moveTo>
                    <a:pt x="475835" y="1552809"/>
                  </a:moveTo>
                  <a:lnTo>
                    <a:pt x="510030" y="1582668"/>
                  </a:lnTo>
                  <a:lnTo>
                    <a:pt x="528633" y="1531194"/>
                  </a:lnTo>
                  <a:close/>
                  <a:moveTo>
                    <a:pt x="588736" y="1349943"/>
                  </a:moveTo>
                  <a:lnTo>
                    <a:pt x="716902" y="1368408"/>
                  </a:lnTo>
                  <a:lnTo>
                    <a:pt x="659982" y="1311506"/>
                  </a:lnTo>
                  <a:close/>
                  <a:moveTo>
                    <a:pt x="492592" y="1087065"/>
                  </a:moveTo>
                  <a:lnTo>
                    <a:pt x="557851" y="1167663"/>
                  </a:lnTo>
                  <a:lnTo>
                    <a:pt x="572318" y="1106490"/>
                  </a:lnTo>
                  <a:close/>
                  <a:moveTo>
                    <a:pt x="446284" y="1103297"/>
                  </a:moveTo>
                  <a:lnTo>
                    <a:pt x="557851" y="1167663"/>
                  </a:lnTo>
                  <a:lnTo>
                    <a:pt x="492592" y="1087065"/>
                  </a:lnTo>
                  <a:close/>
                  <a:moveTo>
                    <a:pt x="448058" y="1096238"/>
                  </a:moveTo>
                  <a:lnTo>
                    <a:pt x="446284" y="1103297"/>
                  </a:lnTo>
                  <a:lnTo>
                    <a:pt x="492592" y="1087065"/>
                  </a:lnTo>
                  <a:close/>
                  <a:moveTo>
                    <a:pt x="42065" y="732453"/>
                  </a:moveTo>
                  <a:lnTo>
                    <a:pt x="0" y="774437"/>
                  </a:lnTo>
                  <a:lnTo>
                    <a:pt x="63669" y="766003"/>
                  </a:lnTo>
                  <a:close/>
                  <a:moveTo>
                    <a:pt x="63669" y="766003"/>
                  </a:moveTo>
                  <a:lnTo>
                    <a:pt x="72323" y="774437"/>
                  </a:lnTo>
                  <a:lnTo>
                    <a:pt x="42065" y="732453"/>
                  </a:lnTo>
                  <a:close/>
                  <a:moveTo>
                    <a:pt x="468292" y="1064861"/>
                  </a:moveTo>
                  <a:lnTo>
                    <a:pt x="448058" y="1096238"/>
                  </a:lnTo>
                  <a:lnTo>
                    <a:pt x="492592" y="1087065"/>
                  </a:lnTo>
                  <a:close/>
                  <a:moveTo>
                    <a:pt x="468292" y="1064861"/>
                  </a:moveTo>
                  <a:lnTo>
                    <a:pt x="437574" y="1004670"/>
                  </a:lnTo>
                  <a:lnTo>
                    <a:pt x="448058" y="1096238"/>
                  </a:lnTo>
                  <a:close/>
                  <a:moveTo>
                    <a:pt x="468292" y="1064861"/>
                  </a:moveTo>
                  <a:lnTo>
                    <a:pt x="492592" y="1087065"/>
                  </a:lnTo>
                  <a:lnTo>
                    <a:pt x="500146" y="1053892"/>
                  </a:lnTo>
                  <a:close/>
                  <a:moveTo>
                    <a:pt x="468292" y="1064861"/>
                  </a:moveTo>
                  <a:lnTo>
                    <a:pt x="500146" y="1053892"/>
                  </a:lnTo>
                  <a:lnTo>
                    <a:pt x="423788" y="982646"/>
                  </a:lnTo>
                  <a:close/>
                  <a:moveTo>
                    <a:pt x="581385" y="1048438"/>
                  </a:moveTo>
                  <a:lnTo>
                    <a:pt x="492592" y="1087065"/>
                  </a:lnTo>
                  <a:lnTo>
                    <a:pt x="572318" y="1106490"/>
                  </a:lnTo>
                  <a:close/>
                  <a:moveTo>
                    <a:pt x="581385" y="1048438"/>
                  </a:moveTo>
                  <a:lnTo>
                    <a:pt x="500146" y="1053892"/>
                  </a:lnTo>
                  <a:lnTo>
                    <a:pt x="492592" y="1087065"/>
                  </a:lnTo>
                  <a:close/>
                  <a:moveTo>
                    <a:pt x="701177" y="1094410"/>
                  </a:moveTo>
                  <a:lnTo>
                    <a:pt x="692145" y="1119076"/>
                  </a:lnTo>
                  <a:lnTo>
                    <a:pt x="684936" y="1108639"/>
                  </a:lnTo>
                  <a:close/>
                  <a:moveTo>
                    <a:pt x="692145" y="1119076"/>
                  </a:moveTo>
                  <a:lnTo>
                    <a:pt x="763068" y="1190855"/>
                  </a:lnTo>
                  <a:lnTo>
                    <a:pt x="710119" y="1127844"/>
                  </a:lnTo>
                  <a:close/>
                  <a:moveTo>
                    <a:pt x="684936" y="1108639"/>
                  </a:moveTo>
                  <a:lnTo>
                    <a:pt x="692145" y="1119076"/>
                  </a:lnTo>
                  <a:lnTo>
                    <a:pt x="710119" y="1127844"/>
                  </a:lnTo>
                  <a:close/>
                  <a:moveTo>
                    <a:pt x="836584" y="1322018"/>
                  </a:moveTo>
                  <a:lnTo>
                    <a:pt x="853460" y="1248707"/>
                  </a:lnTo>
                  <a:lnTo>
                    <a:pt x="771843" y="1273070"/>
                  </a:lnTo>
                  <a:close/>
                  <a:moveTo>
                    <a:pt x="763068" y="1190855"/>
                  </a:moveTo>
                  <a:lnTo>
                    <a:pt x="771843" y="1273070"/>
                  </a:lnTo>
                  <a:lnTo>
                    <a:pt x="805344" y="1152418"/>
                  </a:lnTo>
                  <a:close/>
                  <a:moveTo>
                    <a:pt x="320701" y="697564"/>
                  </a:moveTo>
                  <a:lnTo>
                    <a:pt x="361924" y="576912"/>
                  </a:lnTo>
                  <a:lnTo>
                    <a:pt x="286537" y="615349"/>
                  </a:lnTo>
                  <a:close/>
                  <a:moveTo>
                    <a:pt x="350679" y="494697"/>
                  </a:moveTo>
                  <a:lnTo>
                    <a:pt x="356484" y="509541"/>
                  </a:lnTo>
                  <a:lnTo>
                    <a:pt x="286537" y="615349"/>
                  </a:lnTo>
                  <a:close/>
                  <a:moveTo>
                    <a:pt x="1160872" y="1052898"/>
                  </a:moveTo>
                  <a:lnTo>
                    <a:pt x="1190945" y="1056021"/>
                  </a:lnTo>
                  <a:lnTo>
                    <a:pt x="1284976" y="1023042"/>
                  </a:lnTo>
                  <a:close/>
                  <a:moveTo>
                    <a:pt x="1689875" y="839585"/>
                  </a:moveTo>
                  <a:lnTo>
                    <a:pt x="1672406" y="926540"/>
                  </a:lnTo>
                  <a:lnTo>
                    <a:pt x="1715056" y="870801"/>
                  </a:lnTo>
                  <a:close/>
                  <a:moveTo>
                    <a:pt x="1689875" y="839585"/>
                  </a:moveTo>
                  <a:lnTo>
                    <a:pt x="1607856" y="878021"/>
                  </a:lnTo>
                  <a:lnTo>
                    <a:pt x="1672406" y="926540"/>
                  </a:lnTo>
                  <a:close/>
                  <a:moveTo>
                    <a:pt x="1762843" y="921800"/>
                  </a:moveTo>
                  <a:lnTo>
                    <a:pt x="1802002" y="883363"/>
                  </a:lnTo>
                  <a:lnTo>
                    <a:pt x="1715056" y="870801"/>
                  </a:lnTo>
                  <a:close/>
                  <a:moveTo>
                    <a:pt x="1768856" y="793291"/>
                  </a:moveTo>
                  <a:lnTo>
                    <a:pt x="1729229" y="721182"/>
                  </a:lnTo>
                  <a:lnTo>
                    <a:pt x="1736458" y="735616"/>
                  </a:lnTo>
                  <a:close/>
                  <a:moveTo>
                    <a:pt x="1596317" y="705513"/>
                  </a:moveTo>
                  <a:lnTo>
                    <a:pt x="1640267" y="757369"/>
                  </a:lnTo>
                  <a:lnTo>
                    <a:pt x="1693160" y="636718"/>
                  </a:lnTo>
                  <a:close/>
                  <a:moveTo>
                    <a:pt x="1693160" y="636718"/>
                  </a:moveTo>
                  <a:lnTo>
                    <a:pt x="1640267" y="757369"/>
                  </a:lnTo>
                  <a:lnTo>
                    <a:pt x="1727745" y="703038"/>
                  </a:lnTo>
                  <a:close/>
                  <a:moveTo>
                    <a:pt x="1740612" y="757369"/>
                  </a:moveTo>
                  <a:lnTo>
                    <a:pt x="1727745" y="703038"/>
                  </a:lnTo>
                  <a:lnTo>
                    <a:pt x="1729229" y="721182"/>
                  </a:lnTo>
                  <a:close/>
                  <a:moveTo>
                    <a:pt x="1556185" y="472288"/>
                  </a:moveTo>
                  <a:lnTo>
                    <a:pt x="1531126" y="390072"/>
                  </a:lnTo>
                  <a:lnTo>
                    <a:pt x="1519370" y="510724"/>
                  </a:lnTo>
                  <a:close/>
                  <a:moveTo>
                    <a:pt x="1693160" y="636718"/>
                  </a:moveTo>
                  <a:lnTo>
                    <a:pt x="1745022" y="552433"/>
                  </a:lnTo>
                  <a:lnTo>
                    <a:pt x="1618378" y="550526"/>
                  </a:lnTo>
                  <a:close/>
                  <a:moveTo>
                    <a:pt x="1693160" y="636718"/>
                  </a:moveTo>
                  <a:lnTo>
                    <a:pt x="1618378" y="550526"/>
                  </a:lnTo>
                  <a:lnTo>
                    <a:pt x="1614965" y="560033"/>
                  </a:lnTo>
                  <a:close/>
                  <a:moveTo>
                    <a:pt x="1734451" y="716936"/>
                  </a:moveTo>
                  <a:lnTo>
                    <a:pt x="1727745" y="703038"/>
                  </a:lnTo>
                  <a:lnTo>
                    <a:pt x="1729437" y="636718"/>
                  </a:lnTo>
                  <a:close/>
                  <a:moveTo>
                    <a:pt x="1618378" y="550526"/>
                  </a:moveTo>
                  <a:lnTo>
                    <a:pt x="1709555" y="436900"/>
                  </a:lnTo>
                  <a:lnTo>
                    <a:pt x="1628587" y="442134"/>
                  </a:lnTo>
                  <a:close/>
                  <a:moveTo>
                    <a:pt x="1628587" y="442134"/>
                  </a:moveTo>
                  <a:lnTo>
                    <a:pt x="1709555" y="436900"/>
                  </a:lnTo>
                  <a:lnTo>
                    <a:pt x="1634587" y="418193"/>
                  </a:lnTo>
                  <a:close/>
                  <a:moveTo>
                    <a:pt x="1519062" y="307857"/>
                  </a:moveTo>
                  <a:lnTo>
                    <a:pt x="1574743" y="351636"/>
                  </a:lnTo>
                  <a:lnTo>
                    <a:pt x="1551626" y="269421"/>
                  </a:lnTo>
                  <a:close/>
                  <a:moveTo>
                    <a:pt x="1495488" y="189472"/>
                  </a:moveTo>
                  <a:lnTo>
                    <a:pt x="1538681" y="274819"/>
                  </a:lnTo>
                  <a:lnTo>
                    <a:pt x="1551626" y="269421"/>
                  </a:lnTo>
                  <a:close/>
                  <a:moveTo>
                    <a:pt x="1551090" y="106012"/>
                  </a:moveTo>
                  <a:lnTo>
                    <a:pt x="1494961" y="174814"/>
                  </a:lnTo>
                  <a:lnTo>
                    <a:pt x="1564649" y="148769"/>
                  </a:lnTo>
                  <a:close/>
                  <a:moveTo>
                    <a:pt x="1509686" y="77837"/>
                  </a:moveTo>
                  <a:lnTo>
                    <a:pt x="1551341" y="104565"/>
                  </a:lnTo>
                  <a:lnTo>
                    <a:pt x="1564649" y="148769"/>
                  </a:lnTo>
                  <a:close/>
                  <a:moveTo>
                    <a:pt x="1515250" y="35469"/>
                  </a:moveTo>
                  <a:lnTo>
                    <a:pt x="1551341" y="104565"/>
                  </a:lnTo>
                  <a:lnTo>
                    <a:pt x="1509686" y="77837"/>
                  </a:lnTo>
                  <a:close/>
                  <a:moveTo>
                    <a:pt x="1515250" y="35469"/>
                  </a:moveTo>
                  <a:lnTo>
                    <a:pt x="1540317" y="52934"/>
                  </a:lnTo>
                  <a:lnTo>
                    <a:pt x="158029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95" name="Candidate_density__1994">
              <a:extLst>
                <a:ext uri="{FF2B5EF4-FFF2-40B4-BE49-F238E27FC236}">
                  <a16:creationId xmlns:a16="http://schemas.microsoft.com/office/drawing/2014/main" id="{374761BA-D12B-F223-0144-0286B43CF0DE}"/>
                </a:ext>
              </a:extLst>
            </p:cNvPr>
            <p:cNvSpPr>
              <a:spLocks noGrp="1"/>
            </p:cNvSpPr>
            <p:nvPr/>
          </p:nvSpPr>
          <p:spPr>
            <a:xfrm>
              <a:off x="4652190" y="3752022"/>
              <a:ext cx="2003916" cy="1606359"/>
            </a:xfrm>
            <a:custGeom>
              <a:avLst/>
              <a:gdLst/>
              <a:ahLst/>
              <a:cxnLst/>
              <a:rect l="0" t="0" r="0" b="0"/>
              <a:pathLst>
                <a:path w="2003916" h="1606359">
                  <a:moveTo>
                    <a:pt x="524683" y="1606359"/>
                  </a:moveTo>
                  <a:lnTo>
                    <a:pt x="449471" y="1603812"/>
                  </a:lnTo>
                  <a:lnTo>
                    <a:pt x="404174" y="1593957"/>
                  </a:lnTo>
                  <a:close/>
                  <a:moveTo>
                    <a:pt x="105549" y="938715"/>
                  </a:moveTo>
                  <a:lnTo>
                    <a:pt x="0" y="879437"/>
                  </a:lnTo>
                  <a:lnTo>
                    <a:pt x="55005" y="895311"/>
                  </a:lnTo>
                  <a:close/>
                  <a:moveTo>
                    <a:pt x="626213" y="1492106"/>
                  </a:moveTo>
                  <a:lnTo>
                    <a:pt x="628249" y="1432880"/>
                  </a:lnTo>
                  <a:lnTo>
                    <a:pt x="609273" y="1527032"/>
                  </a:lnTo>
                  <a:close/>
                  <a:moveTo>
                    <a:pt x="646841" y="1354024"/>
                  </a:moveTo>
                  <a:lnTo>
                    <a:pt x="678767" y="1444817"/>
                  </a:lnTo>
                  <a:lnTo>
                    <a:pt x="687295" y="1441822"/>
                  </a:lnTo>
                  <a:close/>
                  <a:moveTo>
                    <a:pt x="646841" y="1354024"/>
                  </a:moveTo>
                  <a:lnTo>
                    <a:pt x="687295" y="1441822"/>
                  </a:lnTo>
                  <a:lnTo>
                    <a:pt x="730780" y="1389202"/>
                  </a:lnTo>
                  <a:close/>
                  <a:moveTo>
                    <a:pt x="780072" y="1324165"/>
                  </a:moveTo>
                  <a:lnTo>
                    <a:pt x="764512" y="1300116"/>
                  </a:lnTo>
                  <a:lnTo>
                    <a:pt x="730780" y="1389202"/>
                  </a:lnTo>
                  <a:close/>
                  <a:moveTo>
                    <a:pt x="782255" y="1285729"/>
                  </a:moveTo>
                  <a:lnTo>
                    <a:pt x="780072" y="1324165"/>
                  </a:lnTo>
                  <a:lnTo>
                    <a:pt x="822215" y="1237202"/>
                  </a:lnTo>
                  <a:close/>
                  <a:moveTo>
                    <a:pt x="973394" y="1093374"/>
                  </a:moveTo>
                  <a:lnTo>
                    <a:pt x="920407" y="1110466"/>
                  </a:lnTo>
                  <a:lnTo>
                    <a:pt x="1043591" y="1077169"/>
                  </a:lnTo>
                  <a:close/>
                  <a:moveTo>
                    <a:pt x="722613" y="715566"/>
                  </a:moveTo>
                  <a:lnTo>
                    <a:pt x="657262" y="747383"/>
                  </a:lnTo>
                  <a:lnTo>
                    <a:pt x="721934" y="716662"/>
                  </a:lnTo>
                  <a:close/>
                  <a:moveTo>
                    <a:pt x="657262" y="747383"/>
                  </a:moveTo>
                  <a:lnTo>
                    <a:pt x="722613" y="715566"/>
                  </a:lnTo>
                  <a:lnTo>
                    <a:pt x="676967" y="692627"/>
                  </a:lnTo>
                  <a:close/>
                  <a:moveTo>
                    <a:pt x="1325950" y="929942"/>
                  </a:moveTo>
                  <a:lnTo>
                    <a:pt x="1403842" y="942505"/>
                  </a:lnTo>
                  <a:lnTo>
                    <a:pt x="1453107" y="911498"/>
                  </a:lnTo>
                  <a:close/>
                  <a:moveTo>
                    <a:pt x="1453107" y="911498"/>
                  </a:moveTo>
                  <a:lnTo>
                    <a:pt x="1403842" y="942505"/>
                  </a:lnTo>
                  <a:lnTo>
                    <a:pt x="1535827" y="942120"/>
                  </a:lnTo>
                  <a:close/>
                  <a:moveTo>
                    <a:pt x="1899653" y="693156"/>
                  </a:moveTo>
                  <a:lnTo>
                    <a:pt x="1893612" y="734783"/>
                  </a:lnTo>
                  <a:lnTo>
                    <a:pt x="1951214" y="734946"/>
                  </a:lnTo>
                  <a:close/>
                  <a:moveTo>
                    <a:pt x="1938812" y="654719"/>
                  </a:moveTo>
                  <a:lnTo>
                    <a:pt x="1951214" y="734946"/>
                  </a:lnTo>
                  <a:lnTo>
                    <a:pt x="2003916" y="716787"/>
                  </a:lnTo>
                  <a:close/>
                  <a:moveTo>
                    <a:pt x="1847419" y="243644"/>
                  </a:moveTo>
                  <a:lnTo>
                    <a:pt x="1846917" y="193245"/>
                  </a:lnTo>
                  <a:lnTo>
                    <a:pt x="1846365" y="208257"/>
                  </a:lnTo>
                  <a:close/>
                  <a:moveTo>
                    <a:pt x="1857604" y="99027"/>
                  </a:moveTo>
                  <a:lnTo>
                    <a:pt x="1846917" y="193245"/>
                  </a:lnTo>
                  <a:lnTo>
                    <a:pt x="1854321" y="122992"/>
                  </a:lnTo>
                  <a:close/>
                  <a:moveTo>
                    <a:pt x="1854321" y="122992"/>
                  </a:moveTo>
                  <a:lnTo>
                    <a:pt x="1855745" y="11051"/>
                  </a:lnTo>
                  <a:lnTo>
                    <a:pt x="1857604" y="99027"/>
                  </a:lnTo>
                  <a:close/>
                  <a:moveTo>
                    <a:pt x="1856133" y="2341"/>
                  </a:moveTo>
                  <a:lnTo>
                    <a:pt x="1855745" y="11051"/>
                  </a:lnTo>
                  <a:lnTo>
                    <a:pt x="1854321" y="122992"/>
                  </a:lnTo>
                  <a:close/>
                  <a:moveTo>
                    <a:pt x="1856294" y="0"/>
                  </a:moveTo>
                  <a:lnTo>
                    <a:pt x="1855745" y="11051"/>
                  </a:lnTo>
                  <a:lnTo>
                    <a:pt x="1856133" y="23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96" name="Candidate_density__1995">
              <a:extLst>
                <a:ext uri="{FF2B5EF4-FFF2-40B4-BE49-F238E27FC236}">
                  <a16:creationId xmlns:a16="http://schemas.microsoft.com/office/drawing/2014/main" id="{764F3A6D-6069-9F1D-66E6-078F0CD2C80F}"/>
                </a:ext>
              </a:extLst>
            </p:cNvPr>
            <p:cNvSpPr>
              <a:spLocks noGrp="1"/>
            </p:cNvSpPr>
            <p:nvPr/>
          </p:nvSpPr>
          <p:spPr>
            <a:xfrm>
              <a:off x="5176872" y="4061854"/>
              <a:ext cx="676245" cy="1296527"/>
            </a:xfrm>
            <a:custGeom>
              <a:avLst/>
              <a:gdLst/>
              <a:ahLst/>
              <a:cxnLst/>
              <a:rect l="0" t="0" r="0" b="0"/>
              <a:pathLst>
                <a:path w="676245" h="1296527">
                  <a:moveTo>
                    <a:pt x="43945" y="1245627"/>
                  </a:moveTo>
                  <a:lnTo>
                    <a:pt x="81846" y="1240798"/>
                  </a:lnTo>
                  <a:lnTo>
                    <a:pt x="84590" y="1217200"/>
                  </a:lnTo>
                  <a:close/>
                  <a:moveTo>
                    <a:pt x="0" y="1296527"/>
                  </a:moveTo>
                  <a:lnTo>
                    <a:pt x="65552" y="1262955"/>
                  </a:lnTo>
                  <a:lnTo>
                    <a:pt x="43945" y="1245627"/>
                  </a:lnTo>
                  <a:close/>
                  <a:moveTo>
                    <a:pt x="84590" y="1217200"/>
                  </a:moveTo>
                  <a:lnTo>
                    <a:pt x="81846" y="1240798"/>
                  </a:lnTo>
                  <a:lnTo>
                    <a:pt x="101531" y="1182273"/>
                  </a:lnTo>
                  <a:close/>
                  <a:moveTo>
                    <a:pt x="103567" y="1123048"/>
                  </a:moveTo>
                  <a:lnTo>
                    <a:pt x="101531" y="1182273"/>
                  </a:lnTo>
                  <a:lnTo>
                    <a:pt x="154085" y="1134985"/>
                  </a:lnTo>
                  <a:close/>
                  <a:moveTo>
                    <a:pt x="536695" y="713014"/>
                  </a:moveTo>
                  <a:lnTo>
                    <a:pt x="448712" y="783542"/>
                  </a:lnTo>
                  <a:lnTo>
                    <a:pt x="518908" y="767337"/>
                  </a:lnTo>
                  <a:close/>
                  <a:moveTo>
                    <a:pt x="536695" y="713014"/>
                  </a:moveTo>
                  <a:lnTo>
                    <a:pt x="518908" y="767337"/>
                  </a:lnTo>
                  <a:lnTo>
                    <a:pt x="539179" y="734594"/>
                  </a:lnTo>
                  <a:close/>
                  <a:moveTo>
                    <a:pt x="536695" y="713014"/>
                  </a:moveTo>
                  <a:lnTo>
                    <a:pt x="539179" y="734594"/>
                  </a:lnTo>
                  <a:lnTo>
                    <a:pt x="550302" y="669511"/>
                  </a:lnTo>
                  <a:close/>
                  <a:moveTo>
                    <a:pt x="550302" y="669511"/>
                  </a:moveTo>
                  <a:lnTo>
                    <a:pt x="617848" y="643398"/>
                  </a:lnTo>
                  <a:lnTo>
                    <a:pt x="676245" y="646533"/>
                  </a:lnTo>
                  <a:close/>
                  <a:moveTo>
                    <a:pt x="602058" y="647814"/>
                  </a:moveTo>
                  <a:lnTo>
                    <a:pt x="550302" y="669511"/>
                  </a:lnTo>
                  <a:lnTo>
                    <a:pt x="676245" y="646533"/>
                  </a:lnTo>
                  <a:close/>
                  <a:moveTo>
                    <a:pt x="156368" y="0"/>
                  </a:moveTo>
                  <a:lnTo>
                    <a:pt x="137676" y="26200"/>
                  </a:lnTo>
                  <a:lnTo>
                    <a:pt x="128430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97" name="Candidate_density__1996">
              <a:extLst>
                <a:ext uri="{FF2B5EF4-FFF2-40B4-BE49-F238E27FC236}">
                  <a16:creationId xmlns:a16="http://schemas.microsoft.com/office/drawing/2014/main" id="{1CB52224-7A44-9590-19B4-D85C8659889E}"/>
                </a:ext>
              </a:extLst>
            </p:cNvPr>
            <p:cNvSpPr>
              <a:spLocks noGrp="1"/>
            </p:cNvSpPr>
            <p:nvPr/>
          </p:nvSpPr>
          <p:spPr>
            <a:xfrm>
              <a:off x="4761475" y="3558847"/>
              <a:ext cx="1772549" cy="1332938"/>
            </a:xfrm>
            <a:custGeom>
              <a:avLst/>
              <a:gdLst/>
              <a:ahLst/>
              <a:cxnLst/>
              <a:rect l="0" t="0" r="0" b="0"/>
              <a:pathLst>
                <a:path w="1772549" h="1332938">
                  <a:moveTo>
                    <a:pt x="11488" y="758406"/>
                  </a:moveTo>
                  <a:lnTo>
                    <a:pt x="27525" y="738968"/>
                  </a:lnTo>
                  <a:lnTo>
                    <a:pt x="0" y="777404"/>
                  </a:lnTo>
                  <a:close/>
                  <a:moveTo>
                    <a:pt x="616260" y="1314474"/>
                  </a:moveTo>
                  <a:lnTo>
                    <a:pt x="687506" y="1276037"/>
                  </a:lnTo>
                  <a:lnTo>
                    <a:pt x="652838" y="1232258"/>
                  </a:lnTo>
                  <a:close/>
                  <a:moveTo>
                    <a:pt x="687506" y="1276037"/>
                  </a:moveTo>
                  <a:lnTo>
                    <a:pt x="744427" y="1332938"/>
                  </a:lnTo>
                  <a:lnTo>
                    <a:pt x="768520" y="1244077"/>
                  </a:lnTo>
                  <a:close/>
                  <a:moveTo>
                    <a:pt x="744427" y="1332938"/>
                  </a:moveTo>
                  <a:lnTo>
                    <a:pt x="799368" y="1237600"/>
                  </a:lnTo>
                  <a:lnTo>
                    <a:pt x="768520" y="1244077"/>
                  </a:lnTo>
                  <a:close/>
                  <a:moveTo>
                    <a:pt x="783515" y="1200422"/>
                  </a:moveTo>
                  <a:lnTo>
                    <a:pt x="768520" y="1244077"/>
                  </a:lnTo>
                  <a:lnTo>
                    <a:pt x="790593" y="1155385"/>
                  </a:lnTo>
                  <a:close/>
                  <a:moveTo>
                    <a:pt x="790593" y="1155385"/>
                  </a:moveTo>
                  <a:lnTo>
                    <a:pt x="768520" y="1244077"/>
                  </a:lnTo>
                  <a:lnTo>
                    <a:pt x="799368" y="1237600"/>
                  </a:lnTo>
                  <a:close/>
                  <a:moveTo>
                    <a:pt x="784688" y="1191433"/>
                  </a:moveTo>
                  <a:lnTo>
                    <a:pt x="790593" y="1155385"/>
                  </a:lnTo>
                  <a:lnTo>
                    <a:pt x="719670" y="1083606"/>
                  </a:lnTo>
                  <a:close/>
                  <a:moveTo>
                    <a:pt x="389449" y="541443"/>
                  </a:moveTo>
                  <a:lnTo>
                    <a:pt x="378204" y="459227"/>
                  </a:lnTo>
                  <a:lnTo>
                    <a:pt x="314061" y="579880"/>
                  </a:lnTo>
                  <a:close/>
                  <a:moveTo>
                    <a:pt x="1188397" y="1017428"/>
                  </a:moveTo>
                  <a:lnTo>
                    <a:pt x="1253894" y="983652"/>
                  </a:lnTo>
                  <a:lnTo>
                    <a:pt x="1128437" y="1008450"/>
                  </a:lnTo>
                  <a:close/>
                  <a:moveTo>
                    <a:pt x="1312501" y="987572"/>
                  </a:moveTo>
                  <a:lnTo>
                    <a:pt x="1218469" y="1020552"/>
                  </a:lnTo>
                  <a:lnTo>
                    <a:pt x="1290723" y="1001639"/>
                  </a:lnTo>
                  <a:close/>
                  <a:moveTo>
                    <a:pt x="1253894" y="983652"/>
                  </a:moveTo>
                  <a:lnTo>
                    <a:pt x="1188397" y="1017428"/>
                  </a:lnTo>
                  <a:lnTo>
                    <a:pt x="1312501" y="987572"/>
                  </a:lnTo>
                  <a:close/>
                  <a:moveTo>
                    <a:pt x="1373616" y="937416"/>
                  </a:moveTo>
                  <a:lnTo>
                    <a:pt x="1253894" y="983652"/>
                  </a:lnTo>
                  <a:lnTo>
                    <a:pt x="1312501" y="987572"/>
                  </a:lnTo>
                  <a:close/>
                  <a:moveTo>
                    <a:pt x="1351539" y="918325"/>
                  </a:moveTo>
                  <a:lnTo>
                    <a:pt x="1373616" y="937416"/>
                  </a:lnTo>
                  <a:lnTo>
                    <a:pt x="1312501" y="987572"/>
                  </a:lnTo>
                  <a:close/>
                  <a:moveTo>
                    <a:pt x="1600582" y="760336"/>
                  </a:moveTo>
                  <a:lnTo>
                    <a:pt x="1635381" y="842551"/>
                  </a:lnTo>
                  <a:lnTo>
                    <a:pt x="1717400" y="804115"/>
                  </a:lnTo>
                  <a:close/>
                  <a:moveTo>
                    <a:pt x="1600582" y="760336"/>
                  </a:moveTo>
                  <a:lnTo>
                    <a:pt x="1717400" y="804115"/>
                  </a:lnTo>
                  <a:lnTo>
                    <a:pt x="1667791" y="721900"/>
                  </a:lnTo>
                  <a:close/>
                  <a:moveTo>
                    <a:pt x="1600582" y="760336"/>
                  </a:moveTo>
                  <a:lnTo>
                    <a:pt x="1667791" y="721900"/>
                  </a:lnTo>
                  <a:lnTo>
                    <a:pt x="1578800" y="716843"/>
                  </a:lnTo>
                  <a:close/>
                  <a:moveTo>
                    <a:pt x="1667791" y="721900"/>
                  </a:moveTo>
                  <a:lnTo>
                    <a:pt x="1623841" y="670043"/>
                  </a:lnTo>
                  <a:lnTo>
                    <a:pt x="1578800" y="716843"/>
                  </a:lnTo>
                  <a:close/>
                  <a:moveTo>
                    <a:pt x="1600251" y="639685"/>
                  </a:moveTo>
                  <a:lnTo>
                    <a:pt x="1578800" y="716843"/>
                  </a:lnTo>
                  <a:lnTo>
                    <a:pt x="1623841" y="670043"/>
                  </a:lnTo>
                  <a:close/>
                  <a:moveTo>
                    <a:pt x="1600251" y="639685"/>
                  </a:moveTo>
                  <a:lnTo>
                    <a:pt x="1565533" y="557470"/>
                  </a:lnTo>
                  <a:lnTo>
                    <a:pt x="1554481" y="678122"/>
                  </a:lnTo>
                  <a:close/>
                  <a:moveTo>
                    <a:pt x="1772549" y="765679"/>
                  </a:moveTo>
                  <a:lnTo>
                    <a:pt x="1717400" y="804115"/>
                  </a:lnTo>
                  <a:lnTo>
                    <a:pt x="1742581" y="835331"/>
                  </a:lnTo>
                  <a:close/>
                  <a:moveTo>
                    <a:pt x="1667791" y="721900"/>
                  </a:moveTo>
                  <a:lnTo>
                    <a:pt x="1763983" y="700147"/>
                  </a:lnTo>
                  <a:lnTo>
                    <a:pt x="1756754" y="685712"/>
                  </a:lnTo>
                  <a:close/>
                  <a:moveTo>
                    <a:pt x="1772549" y="765679"/>
                  </a:moveTo>
                  <a:lnTo>
                    <a:pt x="1763983" y="700147"/>
                  </a:lnTo>
                  <a:lnTo>
                    <a:pt x="1667791" y="721900"/>
                  </a:lnTo>
                  <a:close/>
                  <a:moveTo>
                    <a:pt x="1717400" y="804115"/>
                  </a:moveTo>
                  <a:lnTo>
                    <a:pt x="1772549" y="765679"/>
                  </a:lnTo>
                  <a:lnTo>
                    <a:pt x="1667791" y="721900"/>
                  </a:lnTo>
                  <a:close/>
                  <a:moveTo>
                    <a:pt x="1630307" y="627827"/>
                  </a:moveTo>
                  <a:lnTo>
                    <a:pt x="1623841" y="670043"/>
                  </a:lnTo>
                  <a:lnTo>
                    <a:pt x="1720684" y="601248"/>
                  </a:lnTo>
                  <a:close/>
                  <a:moveTo>
                    <a:pt x="1755269" y="667569"/>
                  </a:moveTo>
                  <a:lnTo>
                    <a:pt x="1667791" y="721900"/>
                  </a:lnTo>
                  <a:lnTo>
                    <a:pt x="1756754" y="685712"/>
                  </a:lnTo>
                  <a:close/>
                  <a:moveTo>
                    <a:pt x="1600251" y="639685"/>
                  </a:moveTo>
                  <a:lnTo>
                    <a:pt x="1623841" y="670043"/>
                  </a:lnTo>
                  <a:lnTo>
                    <a:pt x="1630307" y="627827"/>
                  </a:lnTo>
                  <a:close/>
                  <a:moveTo>
                    <a:pt x="1638207" y="519033"/>
                  </a:moveTo>
                  <a:lnTo>
                    <a:pt x="1630307" y="627827"/>
                  </a:lnTo>
                  <a:lnTo>
                    <a:pt x="1642490" y="524564"/>
                  </a:lnTo>
                  <a:close/>
                  <a:moveTo>
                    <a:pt x="1600251" y="639685"/>
                  </a:moveTo>
                  <a:lnTo>
                    <a:pt x="1630307" y="627827"/>
                  </a:lnTo>
                  <a:lnTo>
                    <a:pt x="1638207" y="519033"/>
                  </a:lnTo>
                  <a:close/>
                  <a:moveTo>
                    <a:pt x="1565533" y="557470"/>
                  </a:moveTo>
                  <a:lnTo>
                    <a:pt x="1600251" y="639685"/>
                  </a:lnTo>
                  <a:lnTo>
                    <a:pt x="1638207" y="519033"/>
                  </a:lnTo>
                  <a:close/>
                  <a:moveTo>
                    <a:pt x="1630307" y="627827"/>
                  </a:moveTo>
                  <a:lnTo>
                    <a:pt x="1720684" y="601248"/>
                  </a:lnTo>
                  <a:lnTo>
                    <a:pt x="1642490" y="524564"/>
                  </a:lnTo>
                  <a:close/>
                  <a:moveTo>
                    <a:pt x="1546895" y="475255"/>
                  </a:moveTo>
                  <a:lnTo>
                    <a:pt x="1565533" y="557470"/>
                  </a:lnTo>
                  <a:lnTo>
                    <a:pt x="1638207" y="519033"/>
                  </a:lnTo>
                  <a:close/>
                  <a:moveTo>
                    <a:pt x="1546895" y="475255"/>
                  </a:moveTo>
                  <a:lnTo>
                    <a:pt x="1638207" y="519033"/>
                  </a:lnTo>
                  <a:lnTo>
                    <a:pt x="1583709" y="436818"/>
                  </a:lnTo>
                  <a:close/>
                  <a:moveTo>
                    <a:pt x="1638207" y="519033"/>
                  </a:moveTo>
                  <a:lnTo>
                    <a:pt x="1642490" y="524564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45903" y="515056"/>
                  </a:lnTo>
                  <a:lnTo>
                    <a:pt x="1656111" y="406664"/>
                  </a:lnTo>
                  <a:close/>
                  <a:moveTo>
                    <a:pt x="1583709" y="436818"/>
                  </a:moveTo>
                  <a:lnTo>
                    <a:pt x="1638207" y="519033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56111" y="406664"/>
                  </a:lnTo>
                  <a:lnTo>
                    <a:pt x="1602267" y="316166"/>
                  </a:lnTo>
                  <a:close/>
                  <a:moveTo>
                    <a:pt x="1558650" y="354603"/>
                  </a:moveTo>
                  <a:lnTo>
                    <a:pt x="1583709" y="436818"/>
                  </a:lnTo>
                  <a:lnTo>
                    <a:pt x="1602267" y="316166"/>
                  </a:lnTo>
                  <a:close/>
                  <a:moveTo>
                    <a:pt x="1579150" y="233951"/>
                  </a:moveTo>
                  <a:lnTo>
                    <a:pt x="1526724" y="155188"/>
                  </a:lnTo>
                  <a:lnTo>
                    <a:pt x="1523012" y="154002"/>
                  </a:lnTo>
                  <a:close/>
                  <a:moveTo>
                    <a:pt x="1523611" y="151736"/>
                  </a:moveTo>
                  <a:lnTo>
                    <a:pt x="1523012" y="154002"/>
                  </a:lnTo>
                  <a:lnTo>
                    <a:pt x="1526724" y="155188"/>
                  </a:lnTo>
                  <a:close/>
                  <a:moveTo>
                    <a:pt x="1522486" y="139344"/>
                  </a:moveTo>
                  <a:lnTo>
                    <a:pt x="1523012" y="154002"/>
                  </a:lnTo>
                  <a:lnTo>
                    <a:pt x="1523611" y="151736"/>
                  </a:lnTo>
                  <a:close/>
                  <a:moveTo>
                    <a:pt x="1529433" y="148782"/>
                  </a:moveTo>
                  <a:lnTo>
                    <a:pt x="1526724" y="155188"/>
                  </a:lnTo>
                  <a:lnTo>
                    <a:pt x="1592174" y="113300"/>
                  </a:lnTo>
                  <a:close/>
                  <a:moveTo>
                    <a:pt x="1592174" y="113300"/>
                  </a:moveTo>
                  <a:lnTo>
                    <a:pt x="1526724" y="155188"/>
                  </a:lnTo>
                  <a:lnTo>
                    <a:pt x="1579150" y="233951"/>
                  </a:lnTo>
                  <a:close/>
                  <a:moveTo>
                    <a:pt x="1523611" y="151736"/>
                  </a:moveTo>
                  <a:lnTo>
                    <a:pt x="1526724" y="155188"/>
                  </a:lnTo>
                  <a:lnTo>
                    <a:pt x="1529433" y="148782"/>
                  </a:lnTo>
                  <a:close/>
                  <a:moveTo>
                    <a:pt x="1523611" y="151736"/>
                  </a:moveTo>
                  <a:lnTo>
                    <a:pt x="1529433" y="148782"/>
                  </a:lnTo>
                  <a:lnTo>
                    <a:pt x="1522486" y="139344"/>
                  </a:lnTo>
                  <a:close/>
                  <a:moveTo>
                    <a:pt x="1592174" y="113300"/>
                  </a:moveTo>
                  <a:lnTo>
                    <a:pt x="1522486" y="139344"/>
                  </a:lnTo>
                  <a:lnTo>
                    <a:pt x="1529433" y="148782"/>
                  </a:lnTo>
                  <a:close/>
                  <a:moveTo>
                    <a:pt x="1542775" y="0"/>
                  </a:moveTo>
                  <a:lnTo>
                    <a:pt x="1537210" y="42368"/>
                  </a:lnTo>
                  <a:lnTo>
                    <a:pt x="1547049" y="310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98" name="Candidate_density__1997">
              <a:extLst>
                <a:ext uri="{FF2B5EF4-FFF2-40B4-BE49-F238E27FC236}">
                  <a16:creationId xmlns:a16="http://schemas.microsoft.com/office/drawing/2014/main" id="{4CBD1A74-753A-A101-3A5A-4E8E3529BD8F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9270"/>
              <a:ext cx="130677" cy="75615"/>
            </a:xfrm>
            <a:custGeom>
              <a:avLst/>
              <a:gdLst/>
              <a:ahLst/>
              <a:cxnLst/>
              <a:rect l="0" t="0" r="0" b="0"/>
              <a:pathLst>
                <a:path w="130677" h="75615">
                  <a:moveTo>
                    <a:pt x="34668" y="75615"/>
                  </a:moveTo>
                  <a:lnTo>
                    <a:pt x="63970" y="29254"/>
                  </a:lnTo>
                  <a:lnTo>
                    <a:pt x="0" y="31836"/>
                  </a:lnTo>
                  <a:close/>
                  <a:moveTo>
                    <a:pt x="63970" y="29254"/>
                  </a:moveTo>
                  <a:lnTo>
                    <a:pt x="34668" y="75615"/>
                  </a:lnTo>
                  <a:lnTo>
                    <a:pt x="115682" y="43655"/>
                  </a:lnTo>
                  <a:close/>
                  <a:moveTo>
                    <a:pt x="63970" y="29254"/>
                  </a:moveTo>
                  <a:lnTo>
                    <a:pt x="115682" y="43655"/>
                  </a:lnTo>
                  <a:lnTo>
                    <a:pt x="130677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1999" name="Candidate_density__1998">
              <a:extLst>
                <a:ext uri="{FF2B5EF4-FFF2-40B4-BE49-F238E27FC236}">
                  <a16:creationId xmlns:a16="http://schemas.microsoft.com/office/drawing/2014/main" id="{90E69E59-6AA7-3733-A356-ADCB7FD4D619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444436"/>
              <a:ext cx="1842739" cy="1873055"/>
            </a:xfrm>
            <a:custGeom>
              <a:avLst/>
              <a:gdLst/>
              <a:ahLst/>
              <a:cxnLst/>
              <a:rect l="0" t="0" r="0" b="0"/>
              <a:pathLst>
                <a:path w="1842739" h="1873055">
                  <a:moveTo>
                    <a:pt x="210513" y="1790840"/>
                  </a:moveTo>
                  <a:lnTo>
                    <a:pt x="201755" y="1775395"/>
                  </a:lnTo>
                  <a:lnTo>
                    <a:pt x="163917" y="1724867"/>
                  </a:lnTo>
                  <a:close/>
                  <a:moveTo>
                    <a:pt x="255890" y="1752403"/>
                  </a:moveTo>
                  <a:lnTo>
                    <a:pt x="339531" y="1842872"/>
                  </a:lnTo>
                  <a:lnTo>
                    <a:pt x="346187" y="1821543"/>
                  </a:lnTo>
                  <a:close/>
                  <a:moveTo>
                    <a:pt x="246913" y="1873055"/>
                  </a:moveTo>
                  <a:lnTo>
                    <a:pt x="339531" y="1842872"/>
                  </a:lnTo>
                  <a:lnTo>
                    <a:pt x="255890" y="1752403"/>
                  </a:lnTo>
                  <a:close/>
                  <a:moveTo>
                    <a:pt x="210513" y="1790840"/>
                  </a:moveTo>
                  <a:lnTo>
                    <a:pt x="246913" y="1873055"/>
                  </a:lnTo>
                  <a:lnTo>
                    <a:pt x="255890" y="1752403"/>
                  </a:lnTo>
                  <a:close/>
                  <a:moveTo>
                    <a:pt x="339531" y="1842872"/>
                  </a:moveTo>
                  <a:lnTo>
                    <a:pt x="369047" y="1834618"/>
                  </a:lnTo>
                  <a:lnTo>
                    <a:pt x="346187" y="1821543"/>
                  </a:lnTo>
                  <a:close/>
                  <a:moveTo>
                    <a:pt x="210513" y="1790840"/>
                  </a:moveTo>
                  <a:lnTo>
                    <a:pt x="255890" y="1752403"/>
                  </a:lnTo>
                  <a:lnTo>
                    <a:pt x="201755" y="1775395"/>
                  </a:lnTo>
                  <a:close/>
                  <a:moveTo>
                    <a:pt x="255890" y="1752403"/>
                  </a:moveTo>
                  <a:lnTo>
                    <a:pt x="252388" y="1749503"/>
                  </a:lnTo>
                  <a:lnTo>
                    <a:pt x="201755" y="1775395"/>
                  </a:lnTo>
                  <a:close/>
                  <a:moveTo>
                    <a:pt x="150565" y="1626409"/>
                  </a:moveTo>
                  <a:lnTo>
                    <a:pt x="160980" y="1708625"/>
                  </a:lnTo>
                  <a:lnTo>
                    <a:pt x="198528" y="1670188"/>
                  </a:lnTo>
                  <a:close/>
                  <a:moveTo>
                    <a:pt x="150565" y="1626409"/>
                  </a:moveTo>
                  <a:lnTo>
                    <a:pt x="198528" y="1670188"/>
                  </a:lnTo>
                  <a:lnTo>
                    <a:pt x="154688" y="1587973"/>
                  </a:lnTo>
                  <a:close/>
                  <a:moveTo>
                    <a:pt x="114862" y="1544194"/>
                  </a:moveTo>
                  <a:lnTo>
                    <a:pt x="154688" y="1587973"/>
                  </a:lnTo>
                  <a:lnTo>
                    <a:pt x="146824" y="1505758"/>
                  </a:lnTo>
                  <a:close/>
                  <a:moveTo>
                    <a:pt x="423077" y="1713967"/>
                  </a:moveTo>
                  <a:lnTo>
                    <a:pt x="369047" y="1834618"/>
                  </a:lnTo>
                  <a:lnTo>
                    <a:pt x="465415" y="1796182"/>
                  </a:lnTo>
                  <a:close/>
                  <a:moveTo>
                    <a:pt x="255890" y="1752403"/>
                  </a:moveTo>
                  <a:lnTo>
                    <a:pt x="346187" y="1821543"/>
                  </a:lnTo>
                  <a:lnTo>
                    <a:pt x="367169" y="1720311"/>
                  </a:lnTo>
                  <a:close/>
                  <a:moveTo>
                    <a:pt x="367169" y="1720311"/>
                  </a:moveTo>
                  <a:lnTo>
                    <a:pt x="423077" y="1713967"/>
                  </a:lnTo>
                  <a:lnTo>
                    <a:pt x="447198" y="1705349"/>
                  </a:lnTo>
                  <a:close/>
                  <a:moveTo>
                    <a:pt x="306065" y="1569803"/>
                  </a:moveTo>
                  <a:lnTo>
                    <a:pt x="268422" y="1594249"/>
                  </a:lnTo>
                  <a:lnTo>
                    <a:pt x="267467" y="1640683"/>
                  </a:lnTo>
                  <a:close/>
                  <a:moveTo>
                    <a:pt x="237789" y="1549537"/>
                  </a:moveTo>
                  <a:lnTo>
                    <a:pt x="154076" y="1472092"/>
                  </a:lnTo>
                  <a:lnTo>
                    <a:pt x="146824" y="1505758"/>
                  </a:lnTo>
                  <a:close/>
                  <a:moveTo>
                    <a:pt x="237789" y="1549537"/>
                  </a:moveTo>
                  <a:lnTo>
                    <a:pt x="146824" y="1505758"/>
                  </a:lnTo>
                  <a:lnTo>
                    <a:pt x="154688" y="1587973"/>
                  </a:lnTo>
                  <a:close/>
                  <a:moveTo>
                    <a:pt x="155096" y="1467322"/>
                  </a:moveTo>
                  <a:lnTo>
                    <a:pt x="114907" y="1385106"/>
                  </a:lnTo>
                  <a:lnTo>
                    <a:pt x="106821" y="1410416"/>
                  </a:lnTo>
                  <a:close/>
                  <a:moveTo>
                    <a:pt x="447198" y="1705349"/>
                  </a:moveTo>
                  <a:lnTo>
                    <a:pt x="423077" y="1713967"/>
                  </a:lnTo>
                  <a:lnTo>
                    <a:pt x="491249" y="1654845"/>
                  </a:lnTo>
                  <a:close/>
                  <a:moveTo>
                    <a:pt x="440047" y="1521470"/>
                  </a:moveTo>
                  <a:lnTo>
                    <a:pt x="405997" y="1551302"/>
                  </a:lnTo>
                  <a:lnTo>
                    <a:pt x="453013" y="1511100"/>
                  </a:lnTo>
                  <a:close/>
                  <a:moveTo>
                    <a:pt x="405997" y="1551302"/>
                  </a:moveTo>
                  <a:lnTo>
                    <a:pt x="475835" y="1631751"/>
                  </a:lnTo>
                  <a:lnTo>
                    <a:pt x="453013" y="1511100"/>
                  </a:lnTo>
                  <a:close/>
                  <a:moveTo>
                    <a:pt x="453013" y="1511100"/>
                  </a:moveTo>
                  <a:lnTo>
                    <a:pt x="475835" y="1631751"/>
                  </a:lnTo>
                  <a:lnTo>
                    <a:pt x="546497" y="1582750"/>
                  </a:lnTo>
                  <a:close/>
                  <a:moveTo>
                    <a:pt x="546497" y="1582750"/>
                  </a:moveTo>
                  <a:lnTo>
                    <a:pt x="475835" y="1631751"/>
                  </a:lnTo>
                  <a:lnTo>
                    <a:pt x="528633" y="1610136"/>
                  </a:lnTo>
                  <a:close/>
                  <a:moveTo>
                    <a:pt x="528633" y="1610136"/>
                  </a:moveTo>
                  <a:lnTo>
                    <a:pt x="596331" y="1593315"/>
                  </a:lnTo>
                  <a:lnTo>
                    <a:pt x="546497" y="1582750"/>
                  </a:lnTo>
                  <a:close/>
                  <a:moveTo>
                    <a:pt x="403101" y="1549537"/>
                  </a:moveTo>
                  <a:lnTo>
                    <a:pt x="405997" y="1551302"/>
                  </a:lnTo>
                  <a:lnTo>
                    <a:pt x="440047" y="1521470"/>
                  </a:lnTo>
                  <a:close/>
                  <a:moveTo>
                    <a:pt x="403101" y="1549537"/>
                  </a:moveTo>
                  <a:lnTo>
                    <a:pt x="440047" y="1521470"/>
                  </a:lnTo>
                  <a:lnTo>
                    <a:pt x="403017" y="1540163"/>
                  </a:lnTo>
                  <a:close/>
                  <a:moveTo>
                    <a:pt x="385992" y="1465324"/>
                  </a:moveTo>
                  <a:lnTo>
                    <a:pt x="452745" y="1510887"/>
                  </a:lnTo>
                  <a:lnTo>
                    <a:pt x="363172" y="1428885"/>
                  </a:lnTo>
                  <a:close/>
                  <a:moveTo>
                    <a:pt x="452745" y="1510887"/>
                  </a:moveTo>
                  <a:lnTo>
                    <a:pt x="385992" y="1465324"/>
                  </a:lnTo>
                  <a:lnTo>
                    <a:pt x="453013" y="1511100"/>
                  </a:lnTo>
                  <a:close/>
                  <a:moveTo>
                    <a:pt x="403017" y="1540163"/>
                  </a:moveTo>
                  <a:lnTo>
                    <a:pt x="440047" y="1521470"/>
                  </a:lnTo>
                  <a:lnTo>
                    <a:pt x="453013" y="1511100"/>
                  </a:lnTo>
                  <a:close/>
                  <a:moveTo>
                    <a:pt x="390026" y="1467322"/>
                  </a:moveTo>
                  <a:lnTo>
                    <a:pt x="403017" y="1540163"/>
                  </a:lnTo>
                  <a:lnTo>
                    <a:pt x="453013" y="1511100"/>
                  </a:lnTo>
                  <a:close/>
                  <a:moveTo>
                    <a:pt x="630205" y="1588152"/>
                  </a:moveTo>
                  <a:lnTo>
                    <a:pt x="546497" y="1582750"/>
                  </a:lnTo>
                  <a:lnTo>
                    <a:pt x="596331" y="1593315"/>
                  </a:lnTo>
                  <a:close/>
                  <a:moveTo>
                    <a:pt x="560715" y="1483961"/>
                  </a:moveTo>
                  <a:lnTo>
                    <a:pt x="546497" y="1582750"/>
                  </a:lnTo>
                  <a:lnTo>
                    <a:pt x="630205" y="1588152"/>
                  </a:lnTo>
                  <a:close/>
                  <a:moveTo>
                    <a:pt x="628195" y="1489693"/>
                  </a:moveTo>
                  <a:lnTo>
                    <a:pt x="560715" y="1483961"/>
                  </a:lnTo>
                  <a:lnTo>
                    <a:pt x="630205" y="1588152"/>
                  </a:lnTo>
                  <a:close/>
                  <a:moveTo>
                    <a:pt x="453013" y="1511100"/>
                  </a:moveTo>
                  <a:lnTo>
                    <a:pt x="546497" y="1582750"/>
                  </a:lnTo>
                  <a:lnTo>
                    <a:pt x="560715" y="1483961"/>
                  </a:lnTo>
                  <a:close/>
                  <a:moveTo>
                    <a:pt x="453013" y="1511100"/>
                  </a:moveTo>
                  <a:lnTo>
                    <a:pt x="560715" y="1483961"/>
                  </a:lnTo>
                  <a:lnTo>
                    <a:pt x="452745" y="1510887"/>
                  </a:lnTo>
                  <a:close/>
                  <a:moveTo>
                    <a:pt x="452745" y="1510887"/>
                  </a:moveTo>
                  <a:lnTo>
                    <a:pt x="560715" y="1483961"/>
                  </a:lnTo>
                  <a:lnTo>
                    <a:pt x="554804" y="1398607"/>
                  </a:lnTo>
                  <a:close/>
                  <a:moveTo>
                    <a:pt x="439496" y="1390449"/>
                  </a:moveTo>
                  <a:lnTo>
                    <a:pt x="363172" y="1428885"/>
                  </a:lnTo>
                  <a:lnTo>
                    <a:pt x="452745" y="1510887"/>
                  </a:lnTo>
                  <a:close/>
                  <a:moveTo>
                    <a:pt x="439496" y="1390449"/>
                  </a:moveTo>
                  <a:lnTo>
                    <a:pt x="357028" y="1346670"/>
                  </a:lnTo>
                  <a:lnTo>
                    <a:pt x="363172" y="1428885"/>
                  </a:lnTo>
                  <a:close/>
                  <a:moveTo>
                    <a:pt x="63669" y="844945"/>
                  </a:moveTo>
                  <a:lnTo>
                    <a:pt x="0" y="853379"/>
                  </a:lnTo>
                  <a:lnTo>
                    <a:pt x="117198" y="877101"/>
                  </a:lnTo>
                  <a:close/>
                  <a:moveTo>
                    <a:pt x="771843" y="1352012"/>
                  </a:moveTo>
                  <a:lnTo>
                    <a:pt x="853460" y="1327649"/>
                  </a:lnTo>
                  <a:lnTo>
                    <a:pt x="805344" y="1231360"/>
                  </a:lnTo>
                  <a:close/>
                  <a:moveTo>
                    <a:pt x="768523" y="1209949"/>
                  </a:moveTo>
                  <a:lnTo>
                    <a:pt x="801022" y="1116253"/>
                  </a:lnTo>
                  <a:lnTo>
                    <a:pt x="698928" y="1131912"/>
                  </a:lnTo>
                  <a:close/>
                  <a:moveTo>
                    <a:pt x="698928" y="1131912"/>
                  </a:moveTo>
                  <a:lnTo>
                    <a:pt x="801022" y="1116253"/>
                  </a:lnTo>
                  <a:lnTo>
                    <a:pt x="793938" y="1110709"/>
                  </a:lnTo>
                  <a:close/>
                  <a:moveTo>
                    <a:pt x="891587" y="1192924"/>
                  </a:moveTo>
                  <a:lnTo>
                    <a:pt x="805344" y="1231360"/>
                  </a:lnTo>
                  <a:lnTo>
                    <a:pt x="864906" y="1291648"/>
                  </a:lnTo>
                  <a:close/>
                  <a:moveTo>
                    <a:pt x="893335" y="1095047"/>
                  </a:moveTo>
                  <a:lnTo>
                    <a:pt x="858759" y="1053463"/>
                  </a:lnTo>
                  <a:lnTo>
                    <a:pt x="857749" y="1072273"/>
                  </a:lnTo>
                  <a:close/>
                  <a:moveTo>
                    <a:pt x="858759" y="1053463"/>
                  </a:moveTo>
                  <a:lnTo>
                    <a:pt x="893335" y="1095047"/>
                  </a:lnTo>
                  <a:lnTo>
                    <a:pt x="989971" y="1050184"/>
                  </a:lnTo>
                  <a:close/>
                  <a:moveTo>
                    <a:pt x="534848" y="604161"/>
                  </a:moveTo>
                  <a:lnTo>
                    <a:pt x="482914" y="496767"/>
                  </a:lnTo>
                  <a:lnTo>
                    <a:pt x="461653" y="502983"/>
                  </a:lnTo>
                  <a:close/>
                  <a:moveTo>
                    <a:pt x="571206" y="458330"/>
                  </a:moveTo>
                  <a:lnTo>
                    <a:pt x="553023" y="531136"/>
                  </a:lnTo>
                  <a:lnTo>
                    <a:pt x="596220" y="477446"/>
                  </a:lnTo>
                  <a:close/>
                  <a:moveTo>
                    <a:pt x="571206" y="458330"/>
                  </a:moveTo>
                  <a:lnTo>
                    <a:pt x="482914" y="496767"/>
                  </a:lnTo>
                  <a:lnTo>
                    <a:pt x="553023" y="531136"/>
                  </a:lnTo>
                  <a:close/>
                  <a:moveTo>
                    <a:pt x="1330675" y="1182050"/>
                  </a:moveTo>
                  <a:lnTo>
                    <a:pt x="1353549" y="1143162"/>
                  </a:lnTo>
                  <a:lnTo>
                    <a:pt x="1261059" y="1178054"/>
                  </a:lnTo>
                  <a:close/>
                  <a:moveTo>
                    <a:pt x="1261059" y="1178054"/>
                  </a:moveTo>
                  <a:lnTo>
                    <a:pt x="1353549" y="1143162"/>
                  </a:lnTo>
                  <a:lnTo>
                    <a:pt x="1263198" y="1116051"/>
                  </a:lnTo>
                  <a:close/>
                  <a:moveTo>
                    <a:pt x="1367889" y="1159830"/>
                  </a:moveTo>
                  <a:lnTo>
                    <a:pt x="1330675" y="1182050"/>
                  </a:lnTo>
                  <a:lnTo>
                    <a:pt x="1316297" y="1219085"/>
                  </a:lnTo>
                  <a:close/>
                  <a:moveTo>
                    <a:pt x="1367889" y="1159830"/>
                  </a:moveTo>
                  <a:lnTo>
                    <a:pt x="1466406" y="1121393"/>
                  </a:lnTo>
                  <a:lnTo>
                    <a:pt x="1353549" y="1143162"/>
                  </a:lnTo>
                  <a:close/>
                  <a:moveTo>
                    <a:pt x="1352866" y="925406"/>
                  </a:moveTo>
                  <a:lnTo>
                    <a:pt x="1337022" y="976706"/>
                  </a:lnTo>
                  <a:lnTo>
                    <a:pt x="1338729" y="956963"/>
                  </a:lnTo>
                  <a:close/>
                  <a:moveTo>
                    <a:pt x="1802002" y="962305"/>
                  </a:moveTo>
                  <a:lnTo>
                    <a:pt x="1760891" y="905909"/>
                  </a:lnTo>
                  <a:lnTo>
                    <a:pt x="1715056" y="949743"/>
                  </a:lnTo>
                  <a:close/>
                  <a:moveTo>
                    <a:pt x="1802002" y="962305"/>
                  </a:moveTo>
                  <a:lnTo>
                    <a:pt x="1842739" y="923868"/>
                  </a:lnTo>
                  <a:lnTo>
                    <a:pt x="1760891" y="905909"/>
                  </a:lnTo>
                  <a:close/>
                  <a:moveTo>
                    <a:pt x="1734451" y="795878"/>
                  </a:moveTo>
                  <a:lnTo>
                    <a:pt x="1736458" y="814558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36458" y="814558"/>
                  </a:lnTo>
                  <a:lnTo>
                    <a:pt x="1772110" y="841654"/>
                  </a:lnTo>
                  <a:close/>
                  <a:moveTo>
                    <a:pt x="1693160" y="715660"/>
                  </a:moveTo>
                  <a:lnTo>
                    <a:pt x="1727745" y="781981"/>
                  </a:lnTo>
                  <a:lnTo>
                    <a:pt x="1697145" y="677223"/>
                  </a:lnTo>
                  <a:close/>
                  <a:moveTo>
                    <a:pt x="1697145" y="677223"/>
                  </a:moveTo>
                  <a:lnTo>
                    <a:pt x="1727745" y="781981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27745" y="781981"/>
                  </a:lnTo>
                  <a:lnTo>
                    <a:pt x="1734451" y="795878"/>
                  </a:lnTo>
                  <a:close/>
                  <a:moveTo>
                    <a:pt x="1623105" y="309927"/>
                  </a:moveTo>
                  <a:lnTo>
                    <a:pt x="1653676" y="400587"/>
                  </a:lnTo>
                  <a:lnTo>
                    <a:pt x="1653271" y="351791"/>
                  </a:lnTo>
                  <a:close/>
                  <a:moveTo>
                    <a:pt x="1564649" y="227711"/>
                  </a:moveTo>
                  <a:lnTo>
                    <a:pt x="1658749" y="296370"/>
                  </a:lnTo>
                  <a:lnTo>
                    <a:pt x="1656409" y="198180"/>
                  </a:lnTo>
                  <a:close/>
                  <a:moveTo>
                    <a:pt x="1661864" y="168713"/>
                  </a:moveTo>
                  <a:lnTo>
                    <a:pt x="1564649" y="227711"/>
                  </a:lnTo>
                  <a:lnTo>
                    <a:pt x="1656409" y="198180"/>
                  </a:lnTo>
                  <a:close/>
                  <a:moveTo>
                    <a:pt x="1631836" y="68623"/>
                  </a:moveTo>
                  <a:lnTo>
                    <a:pt x="1579725" y="107060"/>
                  </a:lnTo>
                  <a:lnTo>
                    <a:pt x="1661864" y="168713"/>
                  </a:lnTo>
                  <a:close/>
                  <a:moveTo>
                    <a:pt x="1631836" y="68623"/>
                  </a:moveTo>
                  <a:lnTo>
                    <a:pt x="1579413" y="0"/>
                  </a:lnTo>
                  <a:lnTo>
                    <a:pt x="1579082" y="24845"/>
                  </a:lnTo>
                  <a:close/>
                  <a:moveTo>
                    <a:pt x="1631836" y="68623"/>
                  </a:moveTo>
                  <a:lnTo>
                    <a:pt x="1579082" y="24845"/>
                  </a:lnTo>
                  <a:lnTo>
                    <a:pt x="1579725" y="10706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00" name="Candidate_density__1999">
              <a:extLst>
                <a:ext uri="{FF2B5EF4-FFF2-40B4-BE49-F238E27FC236}">
                  <a16:creationId xmlns:a16="http://schemas.microsoft.com/office/drawing/2014/main" id="{4C8B7EF8-F004-005C-9ED4-94B66D1A54C9}"/>
                </a:ext>
              </a:extLst>
            </p:cNvPr>
            <p:cNvSpPr>
              <a:spLocks noGrp="1"/>
            </p:cNvSpPr>
            <p:nvPr/>
          </p:nvSpPr>
          <p:spPr>
            <a:xfrm>
              <a:off x="4523862" y="3548694"/>
              <a:ext cx="2268183" cy="1807140"/>
            </a:xfrm>
            <a:custGeom>
              <a:avLst/>
              <a:gdLst/>
              <a:ahLst/>
              <a:cxnLst/>
              <a:rect l="0" t="0" r="0" b="0"/>
              <a:pathLst>
                <a:path w="2268183" h="1807140">
                  <a:moveTo>
                    <a:pt x="512051" y="1768796"/>
                  </a:moveTo>
                  <a:lnTo>
                    <a:pt x="532502" y="1797285"/>
                  </a:lnTo>
                  <a:lnTo>
                    <a:pt x="577799" y="1807140"/>
                  </a:lnTo>
                  <a:close/>
                  <a:moveTo>
                    <a:pt x="696955" y="1758787"/>
                  </a:moveTo>
                  <a:lnTo>
                    <a:pt x="634185" y="1730360"/>
                  </a:lnTo>
                  <a:lnTo>
                    <a:pt x="577799" y="1807140"/>
                  </a:lnTo>
                  <a:close/>
                  <a:moveTo>
                    <a:pt x="0" y="1026409"/>
                  </a:moveTo>
                  <a:lnTo>
                    <a:pt x="100273" y="1072639"/>
                  </a:lnTo>
                  <a:lnTo>
                    <a:pt x="60289" y="1050345"/>
                  </a:lnTo>
                  <a:close/>
                  <a:moveTo>
                    <a:pt x="0" y="1026409"/>
                  </a:moveTo>
                  <a:lnTo>
                    <a:pt x="128328" y="1082765"/>
                  </a:lnTo>
                  <a:lnTo>
                    <a:pt x="100273" y="1072639"/>
                  </a:lnTo>
                  <a:close/>
                  <a:moveTo>
                    <a:pt x="100273" y="1072639"/>
                  </a:moveTo>
                  <a:lnTo>
                    <a:pt x="128328" y="1082765"/>
                  </a:lnTo>
                  <a:lnTo>
                    <a:pt x="147540" y="1097905"/>
                  </a:lnTo>
                  <a:close/>
                  <a:moveTo>
                    <a:pt x="233877" y="1142043"/>
                  </a:moveTo>
                  <a:lnTo>
                    <a:pt x="147540" y="1097905"/>
                  </a:lnTo>
                  <a:lnTo>
                    <a:pt x="128328" y="1082765"/>
                  </a:lnTo>
                  <a:close/>
                  <a:moveTo>
                    <a:pt x="634185" y="1730360"/>
                  </a:moveTo>
                  <a:lnTo>
                    <a:pt x="696955" y="1758787"/>
                  </a:lnTo>
                  <a:lnTo>
                    <a:pt x="727395" y="1774139"/>
                  </a:lnTo>
                  <a:close/>
                  <a:moveTo>
                    <a:pt x="254222" y="1154854"/>
                  </a:moveTo>
                  <a:lnTo>
                    <a:pt x="337175" y="1116418"/>
                  </a:lnTo>
                  <a:lnTo>
                    <a:pt x="233877" y="1142043"/>
                  </a:lnTo>
                  <a:close/>
                  <a:moveTo>
                    <a:pt x="337175" y="1116418"/>
                  </a:moveTo>
                  <a:lnTo>
                    <a:pt x="274796" y="1079833"/>
                  </a:lnTo>
                  <a:lnTo>
                    <a:pt x="233877" y="1142043"/>
                  </a:lnTo>
                  <a:close/>
                  <a:moveTo>
                    <a:pt x="147540" y="1097905"/>
                  </a:moveTo>
                  <a:lnTo>
                    <a:pt x="99264" y="1045801"/>
                  </a:lnTo>
                  <a:lnTo>
                    <a:pt x="100273" y="1072639"/>
                  </a:lnTo>
                  <a:close/>
                  <a:moveTo>
                    <a:pt x="60289" y="1050345"/>
                  </a:moveTo>
                  <a:lnTo>
                    <a:pt x="100273" y="1072639"/>
                  </a:lnTo>
                  <a:lnTo>
                    <a:pt x="99264" y="1045801"/>
                  </a:lnTo>
                  <a:close/>
                  <a:moveTo>
                    <a:pt x="147540" y="1097905"/>
                  </a:moveTo>
                  <a:lnTo>
                    <a:pt x="233877" y="1142043"/>
                  </a:lnTo>
                  <a:lnTo>
                    <a:pt x="274796" y="1079833"/>
                  </a:lnTo>
                  <a:close/>
                  <a:moveTo>
                    <a:pt x="199219" y="1075919"/>
                  </a:moveTo>
                  <a:lnTo>
                    <a:pt x="147540" y="1097905"/>
                  </a:lnTo>
                  <a:lnTo>
                    <a:pt x="274796" y="1079833"/>
                  </a:lnTo>
                  <a:close/>
                  <a:moveTo>
                    <a:pt x="549126" y="1363063"/>
                  </a:moveTo>
                  <a:lnTo>
                    <a:pt x="527054" y="1250466"/>
                  </a:lnTo>
                  <a:lnTo>
                    <a:pt x="535921" y="1333544"/>
                  </a:lnTo>
                  <a:close/>
                  <a:moveTo>
                    <a:pt x="337175" y="1116418"/>
                  </a:moveTo>
                  <a:lnTo>
                    <a:pt x="356974" y="1077981"/>
                  </a:lnTo>
                  <a:lnTo>
                    <a:pt x="274796" y="1079833"/>
                  </a:lnTo>
                  <a:close/>
                  <a:moveTo>
                    <a:pt x="397600" y="1185221"/>
                  </a:moveTo>
                  <a:lnTo>
                    <a:pt x="367839" y="1149044"/>
                  </a:lnTo>
                  <a:lnTo>
                    <a:pt x="410516" y="1116418"/>
                  </a:lnTo>
                  <a:close/>
                  <a:moveTo>
                    <a:pt x="826067" y="1286191"/>
                  </a:moveTo>
                  <a:lnTo>
                    <a:pt x="772647" y="1222774"/>
                  </a:lnTo>
                  <a:lnTo>
                    <a:pt x="812404" y="1266165"/>
                  </a:lnTo>
                  <a:close/>
                  <a:moveTo>
                    <a:pt x="822308" y="1282493"/>
                  </a:moveTo>
                  <a:lnTo>
                    <a:pt x="812404" y="1266165"/>
                  </a:lnTo>
                  <a:lnTo>
                    <a:pt x="759273" y="1173055"/>
                  </a:lnTo>
                  <a:close/>
                  <a:moveTo>
                    <a:pt x="822308" y="1282493"/>
                  </a:moveTo>
                  <a:lnTo>
                    <a:pt x="819942" y="1294349"/>
                  </a:lnTo>
                  <a:lnTo>
                    <a:pt x="826067" y="1286191"/>
                  </a:lnTo>
                  <a:close/>
                  <a:moveTo>
                    <a:pt x="822308" y="1282493"/>
                  </a:moveTo>
                  <a:lnTo>
                    <a:pt x="826067" y="1286191"/>
                  </a:lnTo>
                  <a:lnTo>
                    <a:pt x="812404" y="1266165"/>
                  </a:lnTo>
                  <a:close/>
                  <a:moveTo>
                    <a:pt x="689642" y="929387"/>
                  </a:moveTo>
                  <a:lnTo>
                    <a:pt x="688926" y="957330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89642" y="929387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44889" y="865678"/>
                  </a:lnTo>
                  <a:lnTo>
                    <a:pt x="689642" y="929387"/>
                  </a:lnTo>
                  <a:close/>
                  <a:moveTo>
                    <a:pt x="679247" y="918894"/>
                  </a:moveTo>
                  <a:lnTo>
                    <a:pt x="704811" y="927351"/>
                  </a:lnTo>
                  <a:lnTo>
                    <a:pt x="715017" y="908758"/>
                  </a:lnTo>
                  <a:close/>
                  <a:moveTo>
                    <a:pt x="805295" y="895955"/>
                  </a:moveTo>
                  <a:lnTo>
                    <a:pt x="704811" y="927351"/>
                  </a:lnTo>
                  <a:lnTo>
                    <a:pt x="785590" y="950711"/>
                  </a:lnTo>
                  <a:close/>
                  <a:moveTo>
                    <a:pt x="805295" y="895955"/>
                  </a:moveTo>
                  <a:lnTo>
                    <a:pt x="715017" y="908758"/>
                  </a:lnTo>
                  <a:lnTo>
                    <a:pt x="704811" y="927351"/>
                  </a:lnTo>
                  <a:close/>
                  <a:moveTo>
                    <a:pt x="1130044" y="1187390"/>
                  </a:moveTo>
                  <a:lnTo>
                    <a:pt x="1203313" y="1182671"/>
                  </a:lnTo>
                  <a:lnTo>
                    <a:pt x="1255068" y="1160974"/>
                  </a:lnTo>
                  <a:close/>
                  <a:moveTo>
                    <a:pt x="1122887" y="968014"/>
                  </a:moveTo>
                  <a:lnTo>
                    <a:pt x="1123897" y="949205"/>
                  </a:lnTo>
                  <a:lnTo>
                    <a:pt x="1112009" y="924235"/>
                  </a:lnTo>
                  <a:close/>
                  <a:moveTo>
                    <a:pt x="1122887" y="968014"/>
                  </a:moveTo>
                  <a:lnTo>
                    <a:pt x="1112009" y="924235"/>
                  </a:lnTo>
                  <a:lnTo>
                    <a:pt x="1135275" y="885799"/>
                  </a:lnTo>
                  <a:close/>
                  <a:moveTo>
                    <a:pt x="1595813" y="1077792"/>
                  </a:moveTo>
                  <a:lnTo>
                    <a:pt x="1520241" y="1164692"/>
                  </a:lnTo>
                  <a:lnTo>
                    <a:pt x="1581435" y="1114826"/>
                  </a:lnTo>
                  <a:close/>
                  <a:moveTo>
                    <a:pt x="1595813" y="1077792"/>
                  </a:moveTo>
                  <a:lnTo>
                    <a:pt x="1526197" y="1073796"/>
                  </a:lnTo>
                  <a:lnTo>
                    <a:pt x="1520241" y="1164692"/>
                  </a:lnTo>
                  <a:close/>
                  <a:moveTo>
                    <a:pt x="1698710" y="1137786"/>
                  </a:moveTo>
                  <a:lnTo>
                    <a:pt x="1700686" y="1153216"/>
                  </a:lnTo>
                  <a:lnTo>
                    <a:pt x="1724383" y="1155427"/>
                  </a:lnTo>
                  <a:close/>
                  <a:moveTo>
                    <a:pt x="1793559" y="896484"/>
                  </a:moveTo>
                  <a:lnTo>
                    <a:pt x="1774135" y="852705"/>
                  </a:lnTo>
                  <a:lnTo>
                    <a:pt x="1801187" y="814269"/>
                  </a:lnTo>
                  <a:close/>
                  <a:moveTo>
                    <a:pt x="2107877" y="819610"/>
                  </a:moveTo>
                  <a:lnTo>
                    <a:pt x="2132244" y="920115"/>
                  </a:lnTo>
                  <a:lnTo>
                    <a:pt x="2180370" y="884847"/>
                  </a:lnTo>
                  <a:close/>
                  <a:moveTo>
                    <a:pt x="2268183" y="794627"/>
                  </a:moveTo>
                  <a:lnTo>
                    <a:pt x="2200958" y="788687"/>
                  </a:lnTo>
                  <a:lnTo>
                    <a:pt x="2180370" y="884847"/>
                  </a:lnTo>
                  <a:close/>
                  <a:moveTo>
                    <a:pt x="2248128" y="710839"/>
                  </a:moveTo>
                  <a:lnTo>
                    <a:pt x="2206429" y="767075"/>
                  </a:lnTo>
                  <a:lnTo>
                    <a:pt x="2200958" y="788687"/>
                  </a:lnTo>
                  <a:close/>
                  <a:moveTo>
                    <a:pt x="1927002" y="64454"/>
                  </a:moveTo>
                  <a:lnTo>
                    <a:pt x="1921547" y="93922"/>
                  </a:lnTo>
                  <a:lnTo>
                    <a:pt x="1958664" y="2802"/>
                  </a:lnTo>
                  <a:close/>
                  <a:moveTo>
                    <a:pt x="1958664" y="2802"/>
                  </a:moveTo>
                  <a:lnTo>
                    <a:pt x="1967321" y="0"/>
                  </a:lnTo>
                  <a:lnTo>
                    <a:pt x="1927002" y="6445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01" name="Candidate_density__2000">
              <a:extLst>
                <a:ext uri="{FF2B5EF4-FFF2-40B4-BE49-F238E27FC236}">
                  <a16:creationId xmlns:a16="http://schemas.microsoft.com/office/drawing/2014/main" id="{BA496813-E675-0F4C-EA62-702C2F397DA9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42616"/>
              <a:ext cx="1878022" cy="1713218"/>
            </a:xfrm>
            <a:custGeom>
              <a:avLst/>
              <a:gdLst/>
              <a:ahLst/>
              <a:cxnLst/>
              <a:rect l="0" t="0" r="0" b="0"/>
              <a:pathLst>
                <a:path w="1878022" h="1713218">
                  <a:moveTo>
                    <a:pt x="257829" y="1674875"/>
                  </a:moveTo>
                  <a:lnTo>
                    <a:pt x="323577" y="1713218"/>
                  </a:lnTo>
                  <a:lnTo>
                    <a:pt x="350447" y="1644692"/>
                  </a:lnTo>
                  <a:close/>
                  <a:moveTo>
                    <a:pt x="323577" y="1713218"/>
                  </a:moveTo>
                  <a:lnTo>
                    <a:pt x="379963" y="1636438"/>
                  </a:lnTo>
                  <a:lnTo>
                    <a:pt x="350447" y="1644692"/>
                  </a:lnTo>
                  <a:close/>
                  <a:moveTo>
                    <a:pt x="458114" y="1507169"/>
                  </a:moveTo>
                  <a:lnTo>
                    <a:pt x="372827" y="1472008"/>
                  </a:lnTo>
                  <a:lnTo>
                    <a:pt x="378085" y="1522131"/>
                  </a:lnTo>
                  <a:close/>
                  <a:moveTo>
                    <a:pt x="378085" y="1522131"/>
                  </a:moveTo>
                  <a:lnTo>
                    <a:pt x="372827" y="1472008"/>
                  </a:lnTo>
                  <a:lnTo>
                    <a:pt x="359377" y="1437248"/>
                  </a:lnTo>
                  <a:close/>
                  <a:moveTo>
                    <a:pt x="502355" y="1542286"/>
                  </a:moveTo>
                  <a:lnTo>
                    <a:pt x="458114" y="1507169"/>
                  </a:lnTo>
                  <a:lnTo>
                    <a:pt x="468590" y="1515787"/>
                  </a:lnTo>
                  <a:close/>
                  <a:moveTo>
                    <a:pt x="295872" y="1351356"/>
                  </a:moveTo>
                  <a:lnTo>
                    <a:pt x="279338" y="1396069"/>
                  </a:lnTo>
                  <a:lnTo>
                    <a:pt x="316981" y="1371623"/>
                  </a:lnTo>
                  <a:close/>
                  <a:moveTo>
                    <a:pt x="316981" y="1371623"/>
                  </a:moveTo>
                  <a:lnTo>
                    <a:pt x="278382" y="1442503"/>
                  </a:lnTo>
                  <a:lnTo>
                    <a:pt x="359377" y="1437248"/>
                  </a:lnTo>
                  <a:close/>
                  <a:moveTo>
                    <a:pt x="372827" y="1472008"/>
                  </a:moveTo>
                  <a:lnTo>
                    <a:pt x="316981" y="1371623"/>
                  </a:lnTo>
                  <a:lnTo>
                    <a:pt x="359377" y="1437248"/>
                  </a:lnTo>
                  <a:close/>
                  <a:moveTo>
                    <a:pt x="316981" y="1371623"/>
                  </a:moveTo>
                  <a:lnTo>
                    <a:pt x="287365" y="1362626"/>
                  </a:lnTo>
                  <a:lnTo>
                    <a:pt x="295872" y="1351356"/>
                  </a:lnTo>
                  <a:close/>
                  <a:moveTo>
                    <a:pt x="82952" y="1022496"/>
                  </a:moveTo>
                  <a:lnTo>
                    <a:pt x="71196" y="1111723"/>
                  </a:lnTo>
                  <a:lnTo>
                    <a:pt x="113616" y="1055122"/>
                  </a:lnTo>
                  <a:close/>
                  <a:moveTo>
                    <a:pt x="82952" y="1022496"/>
                  </a:moveTo>
                  <a:lnTo>
                    <a:pt x="0" y="1060932"/>
                  </a:lnTo>
                  <a:lnTo>
                    <a:pt x="71196" y="1111723"/>
                  </a:lnTo>
                  <a:close/>
                  <a:moveTo>
                    <a:pt x="520946" y="1463430"/>
                  </a:moveTo>
                  <a:lnTo>
                    <a:pt x="607246" y="1395135"/>
                  </a:lnTo>
                  <a:lnTo>
                    <a:pt x="539548" y="1411956"/>
                  </a:lnTo>
                  <a:close/>
                  <a:moveTo>
                    <a:pt x="281699" y="1239622"/>
                  </a:moveTo>
                  <a:lnTo>
                    <a:pt x="295872" y="1351356"/>
                  </a:lnTo>
                  <a:lnTo>
                    <a:pt x="294904" y="1269141"/>
                  </a:lnTo>
                  <a:close/>
                  <a:moveTo>
                    <a:pt x="82952" y="1022496"/>
                  </a:moveTo>
                  <a:lnTo>
                    <a:pt x="113616" y="1055122"/>
                  </a:lnTo>
                  <a:lnTo>
                    <a:pt x="127331" y="1066274"/>
                  </a:lnTo>
                  <a:close/>
                  <a:moveTo>
                    <a:pt x="607246" y="1395135"/>
                  </a:moveTo>
                  <a:lnTo>
                    <a:pt x="638617" y="1409522"/>
                  </a:lnTo>
                  <a:lnTo>
                    <a:pt x="641120" y="1389972"/>
                  </a:lnTo>
                  <a:close/>
                  <a:moveTo>
                    <a:pt x="463661" y="1312707"/>
                  </a:moveTo>
                  <a:lnTo>
                    <a:pt x="565720" y="1200427"/>
                  </a:lnTo>
                  <a:lnTo>
                    <a:pt x="497614" y="1224449"/>
                  </a:lnTo>
                  <a:close/>
                  <a:moveTo>
                    <a:pt x="571631" y="1285781"/>
                  </a:moveTo>
                  <a:lnTo>
                    <a:pt x="593345" y="1240257"/>
                  </a:lnTo>
                  <a:lnTo>
                    <a:pt x="571845" y="1192269"/>
                  </a:lnTo>
                  <a:close/>
                  <a:moveTo>
                    <a:pt x="565720" y="1200427"/>
                  </a:moveTo>
                  <a:lnTo>
                    <a:pt x="571631" y="1285781"/>
                  </a:lnTo>
                  <a:lnTo>
                    <a:pt x="571845" y="1192269"/>
                  </a:lnTo>
                  <a:close/>
                  <a:moveTo>
                    <a:pt x="568085" y="1188571"/>
                  </a:moveTo>
                  <a:lnTo>
                    <a:pt x="497614" y="1224449"/>
                  </a:lnTo>
                  <a:lnTo>
                    <a:pt x="565720" y="1200427"/>
                  </a:lnTo>
                  <a:close/>
                  <a:moveTo>
                    <a:pt x="450589" y="833429"/>
                  </a:moveTo>
                  <a:lnTo>
                    <a:pt x="511061" y="934654"/>
                  </a:lnTo>
                  <a:lnTo>
                    <a:pt x="531368" y="856789"/>
                  </a:lnTo>
                  <a:close/>
                  <a:moveTo>
                    <a:pt x="425025" y="824972"/>
                  </a:moveTo>
                  <a:lnTo>
                    <a:pt x="373621" y="742756"/>
                  </a:lnTo>
                  <a:lnTo>
                    <a:pt x="390667" y="771756"/>
                  </a:lnTo>
                  <a:close/>
                  <a:moveTo>
                    <a:pt x="816260" y="1033180"/>
                  </a:moveTo>
                  <a:lnTo>
                    <a:pt x="864375" y="1129469"/>
                  </a:lnTo>
                  <a:lnTo>
                    <a:pt x="875822" y="1093468"/>
                  </a:lnTo>
                  <a:close/>
                  <a:moveTo>
                    <a:pt x="816260" y="1033180"/>
                  </a:moveTo>
                  <a:lnTo>
                    <a:pt x="779439" y="1011769"/>
                  </a:lnTo>
                  <a:lnTo>
                    <a:pt x="721035" y="1008606"/>
                  </a:lnTo>
                  <a:close/>
                  <a:moveTo>
                    <a:pt x="373621" y="742756"/>
                  </a:moveTo>
                  <a:lnTo>
                    <a:pt x="460794" y="814836"/>
                  </a:lnTo>
                  <a:lnTo>
                    <a:pt x="403726" y="721670"/>
                  </a:lnTo>
                  <a:close/>
                  <a:moveTo>
                    <a:pt x="425025" y="824972"/>
                  </a:moveTo>
                  <a:lnTo>
                    <a:pt x="460794" y="814836"/>
                  </a:lnTo>
                  <a:lnTo>
                    <a:pt x="373621" y="742756"/>
                  </a:lnTo>
                  <a:close/>
                  <a:moveTo>
                    <a:pt x="373621" y="742756"/>
                  </a:moveTo>
                  <a:lnTo>
                    <a:pt x="379362" y="720355"/>
                  </a:lnTo>
                  <a:lnTo>
                    <a:pt x="342779" y="650005"/>
                  </a:lnTo>
                  <a:close/>
                  <a:moveTo>
                    <a:pt x="762047" y="1033180"/>
                  </a:moveTo>
                  <a:lnTo>
                    <a:pt x="779439" y="1011769"/>
                  </a:lnTo>
                  <a:lnTo>
                    <a:pt x="709843" y="933732"/>
                  </a:lnTo>
                  <a:close/>
                  <a:moveTo>
                    <a:pt x="816260" y="1033180"/>
                  </a:moveTo>
                  <a:lnTo>
                    <a:pt x="902503" y="994744"/>
                  </a:lnTo>
                  <a:lnTo>
                    <a:pt x="779439" y="1011769"/>
                  </a:lnTo>
                  <a:close/>
                  <a:moveTo>
                    <a:pt x="902503" y="994744"/>
                  </a:moveTo>
                  <a:lnTo>
                    <a:pt x="811938" y="918073"/>
                  </a:lnTo>
                  <a:lnTo>
                    <a:pt x="779439" y="1011769"/>
                  </a:lnTo>
                  <a:close/>
                  <a:moveTo>
                    <a:pt x="909793" y="1005280"/>
                  </a:moveTo>
                  <a:lnTo>
                    <a:pt x="875822" y="1093468"/>
                  </a:lnTo>
                  <a:lnTo>
                    <a:pt x="1000846" y="1067052"/>
                  </a:lnTo>
                  <a:close/>
                  <a:moveTo>
                    <a:pt x="1000846" y="1067052"/>
                  </a:moveTo>
                  <a:lnTo>
                    <a:pt x="964828" y="995840"/>
                  </a:lnTo>
                  <a:lnTo>
                    <a:pt x="909793" y="1005280"/>
                  </a:lnTo>
                  <a:close/>
                  <a:moveTo>
                    <a:pt x="563938" y="332956"/>
                  </a:moveTo>
                  <a:lnTo>
                    <a:pt x="493830" y="298587"/>
                  </a:lnTo>
                  <a:lnTo>
                    <a:pt x="545763" y="405981"/>
                  </a:lnTo>
                  <a:close/>
                  <a:moveTo>
                    <a:pt x="545763" y="405981"/>
                  </a:moveTo>
                  <a:lnTo>
                    <a:pt x="472569" y="304803"/>
                  </a:lnTo>
                  <a:lnTo>
                    <a:pt x="497895" y="384305"/>
                  </a:lnTo>
                  <a:close/>
                  <a:moveTo>
                    <a:pt x="1171788" y="933660"/>
                  </a:moveTo>
                  <a:lnTo>
                    <a:pt x="1213556" y="917871"/>
                  </a:lnTo>
                  <a:lnTo>
                    <a:pt x="1201861" y="936783"/>
                  </a:lnTo>
                  <a:close/>
                  <a:moveTo>
                    <a:pt x="1201861" y="936783"/>
                  </a:moveTo>
                  <a:lnTo>
                    <a:pt x="1235648" y="957220"/>
                  </a:lnTo>
                  <a:lnTo>
                    <a:pt x="1274114" y="917871"/>
                  </a:lnTo>
                  <a:close/>
                  <a:moveTo>
                    <a:pt x="1378805" y="961649"/>
                  </a:moveTo>
                  <a:lnTo>
                    <a:pt x="1446464" y="1059294"/>
                  </a:lnTo>
                  <a:lnTo>
                    <a:pt x="1444488" y="1043864"/>
                  </a:lnTo>
                  <a:close/>
                  <a:moveTo>
                    <a:pt x="1327212" y="1020904"/>
                  </a:moveTo>
                  <a:lnTo>
                    <a:pt x="1446464" y="1059294"/>
                  </a:lnTo>
                  <a:lnTo>
                    <a:pt x="1378805" y="961649"/>
                  </a:lnTo>
                  <a:close/>
                  <a:moveTo>
                    <a:pt x="1378805" y="961649"/>
                  </a:moveTo>
                  <a:lnTo>
                    <a:pt x="1444488" y="1043864"/>
                  </a:lnTo>
                  <a:lnTo>
                    <a:pt x="1477322" y="923213"/>
                  </a:lnTo>
                  <a:close/>
                  <a:moveTo>
                    <a:pt x="1853654" y="725688"/>
                  </a:moveTo>
                  <a:lnTo>
                    <a:pt x="1812918" y="764125"/>
                  </a:lnTo>
                  <a:lnTo>
                    <a:pt x="1878022" y="826193"/>
                  </a:lnTo>
                  <a:close/>
                  <a:moveTo>
                    <a:pt x="1708061" y="479043"/>
                  </a:moveTo>
                  <a:lnTo>
                    <a:pt x="1705368" y="569625"/>
                  </a:lnTo>
                  <a:lnTo>
                    <a:pt x="1699544" y="501008"/>
                  </a:lnTo>
                  <a:close/>
                  <a:moveTo>
                    <a:pt x="1708061" y="479043"/>
                  </a:moveTo>
                  <a:lnTo>
                    <a:pt x="1755938" y="433195"/>
                  </a:lnTo>
                  <a:lnTo>
                    <a:pt x="1704075" y="517480"/>
                  </a:lnTo>
                  <a:close/>
                  <a:moveTo>
                    <a:pt x="1731710" y="208433"/>
                  </a:moveTo>
                  <a:lnTo>
                    <a:pt x="1664591" y="202407"/>
                  </a:lnTo>
                  <a:lnTo>
                    <a:pt x="1645502" y="298955"/>
                  </a:lnTo>
                  <a:close/>
                  <a:moveTo>
                    <a:pt x="1664591" y="202407"/>
                  </a:moveTo>
                  <a:lnTo>
                    <a:pt x="1731710" y="208433"/>
                  </a:lnTo>
                  <a:lnTo>
                    <a:pt x="1664187" y="153611"/>
                  </a:lnTo>
                  <a:close/>
                  <a:moveTo>
                    <a:pt x="1730400" y="109406"/>
                  </a:moveTo>
                  <a:lnTo>
                    <a:pt x="1669665" y="98190"/>
                  </a:lnTo>
                  <a:lnTo>
                    <a:pt x="1664187" y="153611"/>
                  </a:lnTo>
                  <a:close/>
                  <a:moveTo>
                    <a:pt x="1669665" y="98190"/>
                  </a:moveTo>
                  <a:lnTo>
                    <a:pt x="1711101" y="25003"/>
                  </a:lnTo>
                  <a:lnTo>
                    <a:pt x="166732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02" name="Candidate_density__2001">
              <a:extLst>
                <a:ext uri="{FF2B5EF4-FFF2-40B4-BE49-F238E27FC236}">
                  <a16:creationId xmlns:a16="http://schemas.microsoft.com/office/drawing/2014/main" id="{754E5703-31AA-F4FB-E694-6ED449011ABB}"/>
                </a:ext>
              </a:extLst>
            </p:cNvPr>
            <p:cNvSpPr>
              <a:spLocks noGrp="1"/>
            </p:cNvSpPr>
            <p:nvPr/>
          </p:nvSpPr>
          <p:spPr>
            <a:xfrm>
              <a:off x="5050916" y="3975572"/>
              <a:ext cx="1741128" cy="1382809"/>
            </a:xfrm>
            <a:custGeom>
              <a:avLst/>
              <a:gdLst/>
              <a:ahLst/>
              <a:cxnLst/>
              <a:rect l="0" t="0" r="0" b="0"/>
              <a:pathLst>
                <a:path w="1741128" h="1382809">
                  <a:moveTo>
                    <a:pt x="125956" y="1382809"/>
                  </a:moveTo>
                  <a:lnTo>
                    <a:pt x="169901" y="1331909"/>
                  </a:lnTo>
                  <a:lnTo>
                    <a:pt x="50745" y="1380262"/>
                  </a:lnTo>
                  <a:close/>
                  <a:moveTo>
                    <a:pt x="5012" y="815534"/>
                  </a:moveTo>
                  <a:lnTo>
                    <a:pt x="0" y="823588"/>
                  </a:lnTo>
                  <a:lnTo>
                    <a:pt x="22072" y="936185"/>
                  </a:lnTo>
                  <a:close/>
                  <a:moveTo>
                    <a:pt x="506607" y="678813"/>
                  </a:moveTo>
                  <a:lnTo>
                    <a:pt x="489215" y="700224"/>
                  </a:lnTo>
                  <a:lnTo>
                    <a:pt x="406302" y="725835"/>
                  </a:lnTo>
                  <a:close/>
                  <a:moveTo>
                    <a:pt x="265207" y="379581"/>
                  </a:moveTo>
                  <a:lnTo>
                    <a:pt x="212462" y="415027"/>
                  </a:lnTo>
                  <a:lnTo>
                    <a:pt x="187962" y="481880"/>
                  </a:lnTo>
                  <a:close/>
                  <a:moveTo>
                    <a:pt x="265207" y="379581"/>
                  </a:moveTo>
                  <a:lnTo>
                    <a:pt x="187962" y="481880"/>
                  </a:lnTo>
                  <a:lnTo>
                    <a:pt x="278241" y="469077"/>
                  </a:lnTo>
                  <a:close/>
                  <a:moveTo>
                    <a:pt x="282325" y="86282"/>
                  </a:moveTo>
                  <a:lnTo>
                    <a:pt x="291106" y="0"/>
                  </a:lnTo>
                  <a:lnTo>
                    <a:pt x="272932" y="73025"/>
                  </a:lnTo>
                  <a:close/>
                  <a:moveTo>
                    <a:pt x="1137101" y="718570"/>
                  </a:moveTo>
                  <a:lnTo>
                    <a:pt x="1173632" y="726338"/>
                  </a:lnTo>
                  <a:lnTo>
                    <a:pt x="1054381" y="687948"/>
                  </a:lnTo>
                  <a:close/>
                  <a:moveTo>
                    <a:pt x="1272707" y="731718"/>
                  </a:moveTo>
                  <a:lnTo>
                    <a:pt x="1197329" y="728549"/>
                  </a:lnTo>
                  <a:lnTo>
                    <a:pt x="1173632" y="726338"/>
                  </a:lnTo>
                  <a:close/>
                  <a:moveTo>
                    <a:pt x="1728437" y="272081"/>
                  </a:moveTo>
                  <a:lnTo>
                    <a:pt x="1679375" y="340197"/>
                  </a:lnTo>
                  <a:lnTo>
                    <a:pt x="1721074" y="283961"/>
                  </a:lnTo>
                  <a:close/>
                  <a:moveTo>
                    <a:pt x="1721074" y="283961"/>
                  </a:moveTo>
                  <a:lnTo>
                    <a:pt x="1673904" y="361809"/>
                  </a:lnTo>
                  <a:lnTo>
                    <a:pt x="1741128" y="36774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03" name="Candidate_density__2002">
              <a:extLst>
                <a:ext uri="{FF2B5EF4-FFF2-40B4-BE49-F238E27FC236}">
                  <a16:creationId xmlns:a16="http://schemas.microsoft.com/office/drawing/2014/main" id="{85F1AFB2-C2F1-8522-86D8-DA7B4ED6E92F}"/>
                </a:ext>
              </a:extLst>
            </p:cNvPr>
            <p:cNvSpPr>
              <a:spLocks noGrp="1"/>
            </p:cNvSpPr>
            <p:nvPr/>
          </p:nvSpPr>
          <p:spPr>
            <a:xfrm>
              <a:off x="4772963" y="3469281"/>
              <a:ext cx="1858775" cy="1809774"/>
            </a:xfrm>
            <a:custGeom>
              <a:avLst/>
              <a:gdLst/>
              <a:ahLst/>
              <a:cxnLst/>
              <a:rect l="0" t="0" r="0" b="0"/>
              <a:pathLst>
                <a:path w="1858775" h="1809774">
                  <a:moveTo>
                    <a:pt x="214564" y="1645343"/>
                  </a:moveTo>
                  <a:lnTo>
                    <a:pt x="217791" y="1750551"/>
                  </a:lnTo>
                  <a:lnTo>
                    <a:pt x="268425" y="1724658"/>
                  </a:lnTo>
                  <a:close/>
                  <a:moveTo>
                    <a:pt x="214564" y="1645343"/>
                  </a:moveTo>
                  <a:lnTo>
                    <a:pt x="177017" y="1683780"/>
                  </a:lnTo>
                  <a:lnTo>
                    <a:pt x="217791" y="1750551"/>
                  </a:lnTo>
                  <a:close/>
                  <a:moveTo>
                    <a:pt x="383206" y="1695466"/>
                  </a:moveTo>
                  <a:lnTo>
                    <a:pt x="362224" y="1796699"/>
                  </a:lnTo>
                  <a:lnTo>
                    <a:pt x="439113" y="1689122"/>
                  </a:lnTo>
                  <a:close/>
                  <a:moveTo>
                    <a:pt x="439113" y="1689122"/>
                  </a:moveTo>
                  <a:lnTo>
                    <a:pt x="362224" y="1796699"/>
                  </a:lnTo>
                  <a:lnTo>
                    <a:pt x="385084" y="1809774"/>
                  </a:lnTo>
                  <a:close/>
                  <a:moveTo>
                    <a:pt x="170725" y="1563128"/>
                  </a:moveTo>
                  <a:lnTo>
                    <a:pt x="214564" y="1645343"/>
                  </a:lnTo>
                  <a:lnTo>
                    <a:pt x="253826" y="1524692"/>
                  </a:lnTo>
                  <a:close/>
                  <a:moveTo>
                    <a:pt x="133235" y="852256"/>
                  </a:moveTo>
                  <a:lnTo>
                    <a:pt x="16037" y="828535"/>
                  </a:lnTo>
                  <a:lnTo>
                    <a:pt x="0" y="847972"/>
                  </a:lnTo>
                  <a:close/>
                  <a:moveTo>
                    <a:pt x="660762" y="1151133"/>
                  </a:moveTo>
                  <a:lnTo>
                    <a:pt x="635249" y="1184170"/>
                  </a:lnTo>
                  <a:lnTo>
                    <a:pt x="667831" y="1124300"/>
                  </a:lnTo>
                  <a:close/>
                  <a:moveTo>
                    <a:pt x="667831" y="1124300"/>
                  </a:moveTo>
                  <a:lnTo>
                    <a:pt x="653673" y="1056804"/>
                  </a:lnTo>
                  <a:lnTo>
                    <a:pt x="660762" y="1151133"/>
                  </a:lnTo>
                  <a:close/>
                  <a:moveTo>
                    <a:pt x="667831" y="1124300"/>
                  </a:moveTo>
                  <a:lnTo>
                    <a:pt x="649519" y="1042085"/>
                  </a:lnTo>
                  <a:lnTo>
                    <a:pt x="653673" y="1056804"/>
                  </a:lnTo>
                  <a:close/>
                  <a:moveTo>
                    <a:pt x="907624" y="1168079"/>
                  </a:moveTo>
                  <a:lnTo>
                    <a:pt x="880943" y="1266803"/>
                  </a:lnTo>
                  <a:lnTo>
                    <a:pt x="914914" y="1178615"/>
                  </a:lnTo>
                  <a:close/>
                  <a:moveTo>
                    <a:pt x="667831" y="1124300"/>
                  </a:moveTo>
                  <a:lnTo>
                    <a:pt x="714965" y="1107067"/>
                  </a:lnTo>
                  <a:lnTo>
                    <a:pt x="649519" y="1042085"/>
                  </a:lnTo>
                  <a:close/>
                  <a:moveTo>
                    <a:pt x="362060" y="504870"/>
                  </a:moveTo>
                  <a:lnTo>
                    <a:pt x="366716" y="548794"/>
                  </a:lnTo>
                  <a:lnTo>
                    <a:pt x="356426" y="516131"/>
                  </a:lnTo>
                  <a:close/>
                  <a:moveTo>
                    <a:pt x="362060" y="504870"/>
                  </a:moveTo>
                  <a:lnTo>
                    <a:pt x="356426" y="516131"/>
                  </a:lnTo>
                  <a:lnTo>
                    <a:pt x="356327" y="510358"/>
                  </a:lnTo>
                  <a:close/>
                  <a:moveTo>
                    <a:pt x="944646" y="1129643"/>
                  </a:moveTo>
                  <a:lnTo>
                    <a:pt x="907624" y="1168079"/>
                  </a:lnTo>
                  <a:lnTo>
                    <a:pt x="914914" y="1178615"/>
                  </a:lnTo>
                  <a:close/>
                  <a:moveTo>
                    <a:pt x="907624" y="1168079"/>
                  </a:moveTo>
                  <a:lnTo>
                    <a:pt x="944646" y="1129643"/>
                  </a:lnTo>
                  <a:lnTo>
                    <a:pt x="909371" y="1070202"/>
                  </a:lnTo>
                  <a:close/>
                  <a:moveTo>
                    <a:pt x="817059" y="1091409"/>
                  </a:moveTo>
                  <a:lnTo>
                    <a:pt x="907624" y="1168079"/>
                  </a:lnTo>
                  <a:lnTo>
                    <a:pt x="909371" y="1070202"/>
                  </a:lnTo>
                  <a:close/>
                  <a:moveTo>
                    <a:pt x="1006008" y="1025339"/>
                  </a:moveTo>
                  <a:lnTo>
                    <a:pt x="909371" y="1070202"/>
                  </a:lnTo>
                  <a:lnTo>
                    <a:pt x="972803" y="1047428"/>
                  </a:lnTo>
                  <a:close/>
                  <a:moveTo>
                    <a:pt x="909371" y="1070202"/>
                  </a:moveTo>
                  <a:lnTo>
                    <a:pt x="953509" y="1107711"/>
                  </a:lnTo>
                  <a:lnTo>
                    <a:pt x="972803" y="1047428"/>
                  </a:lnTo>
                  <a:close/>
                  <a:moveTo>
                    <a:pt x="369938" y="505146"/>
                  </a:moveTo>
                  <a:lnTo>
                    <a:pt x="503016" y="557641"/>
                  </a:lnTo>
                  <a:lnTo>
                    <a:pt x="477690" y="478138"/>
                  </a:lnTo>
                  <a:close/>
                  <a:moveTo>
                    <a:pt x="362060" y="504870"/>
                  </a:moveTo>
                  <a:lnTo>
                    <a:pt x="356327" y="510358"/>
                  </a:lnTo>
                  <a:lnTo>
                    <a:pt x="369938" y="505146"/>
                  </a:lnTo>
                  <a:close/>
                  <a:moveTo>
                    <a:pt x="369938" y="505146"/>
                  </a:moveTo>
                  <a:lnTo>
                    <a:pt x="428277" y="473791"/>
                  </a:lnTo>
                  <a:lnTo>
                    <a:pt x="362060" y="504870"/>
                  </a:lnTo>
                  <a:close/>
                  <a:moveTo>
                    <a:pt x="369938" y="505146"/>
                  </a:moveTo>
                  <a:lnTo>
                    <a:pt x="477690" y="478138"/>
                  </a:lnTo>
                  <a:lnTo>
                    <a:pt x="428277" y="473791"/>
                  </a:lnTo>
                  <a:close/>
                  <a:moveTo>
                    <a:pt x="552984" y="446189"/>
                  </a:moveTo>
                  <a:lnTo>
                    <a:pt x="477690" y="478138"/>
                  </a:lnTo>
                  <a:lnTo>
                    <a:pt x="498951" y="471922"/>
                  </a:lnTo>
                  <a:close/>
                  <a:moveTo>
                    <a:pt x="428277" y="473791"/>
                  </a:moveTo>
                  <a:lnTo>
                    <a:pt x="477690" y="478138"/>
                  </a:lnTo>
                  <a:lnTo>
                    <a:pt x="552984" y="446189"/>
                  </a:lnTo>
                  <a:close/>
                  <a:moveTo>
                    <a:pt x="605379" y="426883"/>
                  </a:moveTo>
                  <a:lnTo>
                    <a:pt x="552984" y="446189"/>
                  </a:lnTo>
                  <a:lnTo>
                    <a:pt x="498951" y="471922"/>
                  </a:lnTo>
                  <a:close/>
                  <a:moveTo>
                    <a:pt x="1279235" y="1091206"/>
                  </a:moveTo>
                  <a:lnTo>
                    <a:pt x="1369586" y="1118317"/>
                  </a:lnTo>
                  <a:lnTo>
                    <a:pt x="1326501" y="1052770"/>
                  </a:lnTo>
                  <a:close/>
                  <a:moveTo>
                    <a:pt x="1346712" y="1157205"/>
                  </a:moveTo>
                  <a:lnTo>
                    <a:pt x="1383926" y="1134985"/>
                  </a:lnTo>
                  <a:lnTo>
                    <a:pt x="1369586" y="1118317"/>
                  </a:lnTo>
                  <a:close/>
                  <a:moveTo>
                    <a:pt x="1340051" y="1007892"/>
                  </a:moveTo>
                  <a:lnTo>
                    <a:pt x="1301013" y="1077139"/>
                  </a:lnTo>
                  <a:lnTo>
                    <a:pt x="1279235" y="1091206"/>
                  </a:lnTo>
                  <a:close/>
                  <a:moveTo>
                    <a:pt x="1326501" y="1052770"/>
                  </a:moveTo>
                  <a:lnTo>
                    <a:pt x="1353058" y="951861"/>
                  </a:lnTo>
                  <a:lnTo>
                    <a:pt x="1340051" y="1007892"/>
                  </a:lnTo>
                  <a:close/>
                  <a:moveTo>
                    <a:pt x="1354766" y="932118"/>
                  </a:moveTo>
                  <a:lnTo>
                    <a:pt x="1353058" y="951861"/>
                  </a:lnTo>
                  <a:lnTo>
                    <a:pt x="1326501" y="1052770"/>
                  </a:lnTo>
                  <a:close/>
                  <a:moveTo>
                    <a:pt x="1761061" y="855245"/>
                  </a:moveTo>
                  <a:lnTo>
                    <a:pt x="1731093" y="924898"/>
                  </a:lnTo>
                  <a:lnTo>
                    <a:pt x="1776928" y="881064"/>
                  </a:lnTo>
                  <a:close/>
                  <a:moveTo>
                    <a:pt x="1858775" y="899024"/>
                  </a:moveTo>
                  <a:lnTo>
                    <a:pt x="1833384" y="876942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76928" y="881064"/>
                  </a:lnTo>
                  <a:lnTo>
                    <a:pt x="1833384" y="876942"/>
                  </a:lnTo>
                  <a:close/>
                  <a:moveTo>
                    <a:pt x="1788147" y="816809"/>
                  </a:moveTo>
                  <a:lnTo>
                    <a:pt x="1761061" y="855245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52495" y="789714"/>
                  </a:lnTo>
                  <a:lnTo>
                    <a:pt x="1761061" y="855245"/>
                  </a:lnTo>
                  <a:close/>
                  <a:moveTo>
                    <a:pt x="1590779" y="405733"/>
                  </a:moveTo>
                  <a:lnTo>
                    <a:pt x="1644624" y="496231"/>
                  </a:lnTo>
                  <a:lnTo>
                    <a:pt x="1650624" y="472290"/>
                  </a:lnTo>
                  <a:close/>
                  <a:moveTo>
                    <a:pt x="1590779" y="405733"/>
                  </a:moveTo>
                  <a:lnTo>
                    <a:pt x="1650624" y="472290"/>
                  </a:lnTo>
                  <a:lnTo>
                    <a:pt x="1669712" y="375742"/>
                  </a:lnTo>
                  <a:close/>
                  <a:moveTo>
                    <a:pt x="1590779" y="405733"/>
                  </a:moveTo>
                  <a:lnTo>
                    <a:pt x="1669712" y="375742"/>
                  </a:lnTo>
                  <a:lnTo>
                    <a:pt x="1639142" y="285082"/>
                  </a:lnTo>
                  <a:close/>
                  <a:moveTo>
                    <a:pt x="1567663" y="323518"/>
                  </a:moveTo>
                  <a:lnTo>
                    <a:pt x="1590779" y="405733"/>
                  </a:lnTo>
                  <a:lnTo>
                    <a:pt x="1639142" y="285082"/>
                  </a:lnTo>
                  <a:close/>
                  <a:moveTo>
                    <a:pt x="1580686" y="202867"/>
                  </a:moveTo>
                  <a:lnTo>
                    <a:pt x="1567663" y="323518"/>
                  </a:lnTo>
                  <a:lnTo>
                    <a:pt x="1639142" y="285082"/>
                  </a:lnTo>
                  <a:close/>
                  <a:moveTo>
                    <a:pt x="1525722" y="131935"/>
                  </a:moveTo>
                  <a:lnTo>
                    <a:pt x="1543188" y="134063"/>
                  </a:lnTo>
                  <a:lnTo>
                    <a:pt x="1535561" y="120651"/>
                  </a:lnTo>
                  <a:close/>
                  <a:moveTo>
                    <a:pt x="1580686" y="202867"/>
                  </a:moveTo>
                  <a:lnTo>
                    <a:pt x="1543188" y="134063"/>
                  </a:lnTo>
                  <a:lnTo>
                    <a:pt x="1525722" y="131935"/>
                  </a:lnTo>
                  <a:close/>
                  <a:moveTo>
                    <a:pt x="1639142" y="285082"/>
                  </a:moveTo>
                  <a:lnTo>
                    <a:pt x="1669308" y="326946"/>
                  </a:lnTo>
                  <a:lnTo>
                    <a:pt x="1674786" y="271525"/>
                  </a:lnTo>
                  <a:close/>
                  <a:moveTo>
                    <a:pt x="1580686" y="202867"/>
                  </a:moveTo>
                  <a:lnTo>
                    <a:pt x="1639142" y="285082"/>
                  </a:lnTo>
                  <a:lnTo>
                    <a:pt x="1674786" y="271525"/>
                  </a:lnTo>
                  <a:close/>
                  <a:moveTo>
                    <a:pt x="1556354" y="107032"/>
                  </a:moveTo>
                  <a:lnTo>
                    <a:pt x="1543188" y="134063"/>
                  </a:lnTo>
                  <a:lnTo>
                    <a:pt x="1595762" y="82215"/>
                  </a:lnTo>
                  <a:close/>
                  <a:moveTo>
                    <a:pt x="1543188" y="134063"/>
                  </a:moveTo>
                  <a:lnTo>
                    <a:pt x="1580686" y="202867"/>
                  </a:lnTo>
                  <a:lnTo>
                    <a:pt x="1595762" y="82215"/>
                  </a:lnTo>
                  <a:close/>
                  <a:moveTo>
                    <a:pt x="1595762" y="82215"/>
                  </a:moveTo>
                  <a:lnTo>
                    <a:pt x="1580686" y="202867"/>
                  </a:lnTo>
                  <a:lnTo>
                    <a:pt x="1677900" y="143868"/>
                  </a:lnTo>
                  <a:close/>
                  <a:moveTo>
                    <a:pt x="1535561" y="120651"/>
                  </a:moveTo>
                  <a:lnTo>
                    <a:pt x="1543188" y="134063"/>
                  </a:lnTo>
                  <a:lnTo>
                    <a:pt x="1556354" y="107032"/>
                  </a:lnTo>
                  <a:close/>
                  <a:moveTo>
                    <a:pt x="1531287" y="89567"/>
                  </a:moveTo>
                  <a:lnTo>
                    <a:pt x="1535561" y="120651"/>
                  </a:lnTo>
                  <a:lnTo>
                    <a:pt x="1556354" y="107032"/>
                  </a:lnTo>
                  <a:close/>
                  <a:moveTo>
                    <a:pt x="1595118" y="0"/>
                  </a:moveTo>
                  <a:lnTo>
                    <a:pt x="1556354" y="107032"/>
                  </a:lnTo>
                  <a:lnTo>
                    <a:pt x="1595762" y="822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04" name="Candidate_density__2003">
              <a:extLst>
                <a:ext uri="{FF2B5EF4-FFF2-40B4-BE49-F238E27FC236}">
                  <a16:creationId xmlns:a16="http://schemas.microsoft.com/office/drawing/2014/main" id="{024CFE19-448D-4C97-55D0-F4F31AB7C534}"/>
                </a:ext>
              </a:extLst>
            </p:cNvPr>
            <p:cNvSpPr>
              <a:spLocks noGrp="1"/>
            </p:cNvSpPr>
            <p:nvPr/>
          </p:nvSpPr>
          <p:spPr>
            <a:xfrm>
              <a:off x="5220817" y="3728860"/>
              <a:ext cx="1571227" cy="1604491"/>
            </a:xfrm>
            <a:custGeom>
              <a:avLst/>
              <a:gdLst/>
              <a:ahLst/>
              <a:cxnLst/>
              <a:rect l="0" t="0" r="0" b="0"/>
              <a:pathLst>
                <a:path w="1571227" h="1604491">
                  <a:moveTo>
                    <a:pt x="40645" y="1550194"/>
                  </a:moveTo>
                  <a:lnTo>
                    <a:pt x="48726" y="1604491"/>
                  </a:lnTo>
                  <a:lnTo>
                    <a:pt x="0" y="1578621"/>
                  </a:lnTo>
                  <a:close/>
                  <a:moveTo>
                    <a:pt x="103030" y="319737"/>
                  </a:moveTo>
                  <a:lnTo>
                    <a:pt x="93731" y="359194"/>
                  </a:lnTo>
                  <a:lnTo>
                    <a:pt x="112424" y="332994"/>
                  </a:lnTo>
                  <a:close/>
                  <a:moveTo>
                    <a:pt x="823285" y="984526"/>
                  </a:moveTo>
                  <a:lnTo>
                    <a:pt x="757323" y="953104"/>
                  </a:lnTo>
                  <a:lnTo>
                    <a:pt x="884479" y="934660"/>
                  </a:lnTo>
                  <a:close/>
                  <a:moveTo>
                    <a:pt x="717395" y="6465"/>
                  </a:moveTo>
                  <a:lnTo>
                    <a:pt x="666245" y="30429"/>
                  </a:lnTo>
                  <a:lnTo>
                    <a:pt x="790196" y="0"/>
                  </a:lnTo>
                  <a:close/>
                  <a:moveTo>
                    <a:pt x="1483415" y="704680"/>
                  </a:moveTo>
                  <a:lnTo>
                    <a:pt x="1435289" y="739948"/>
                  </a:lnTo>
                  <a:lnTo>
                    <a:pt x="1551332" y="679954"/>
                  </a:lnTo>
                  <a:close/>
                  <a:moveTo>
                    <a:pt x="1571227" y="614461"/>
                  </a:moveTo>
                  <a:lnTo>
                    <a:pt x="1483415" y="704680"/>
                  </a:lnTo>
                  <a:lnTo>
                    <a:pt x="1551332" y="67995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05" name="Candidate_density__2004">
              <a:extLst>
                <a:ext uri="{FF2B5EF4-FFF2-40B4-BE49-F238E27FC236}">
                  <a16:creationId xmlns:a16="http://schemas.microsoft.com/office/drawing/2014/main" id="{CF03D9AE-57BC-5852-921C-6E798181BEEC}"/>
                </a:ext>
              </a:extLst>
            </p:cNvPr>
            <p:cNvSpPr>
              <a:spLocks noGrp="1"/>
            </p:cNvSpPr>
            <p:nvPr/>
          </p:nvSpPr>
          <p:spPr>
            <a:xfrm>
              <a:off x="6052198" y="4477172"/>
              <a:ext cx="60816" cy="83314"/>
            </a:xfrm>
            <a:custGeom>
              <a:avLst/>
              <a:gdLst/>
              <a:ahLst/>
              <a:cxnLst/>
              <a:rect l="0" t="0" r="0" b="0"/>
              <a:pathLst>
                <a:path w="60816" h="83314">
                  <a:moveTo>
                    <a:pt x="60816" y="0"/>
                  </a:moveTo>
                  <a:lnTo>
                    <a:pt x="0" y="83314"/>
                  </a:lnTo>
                  <a:lnTo>
                    <a:pt x="47266" y="448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06" name="Candidate_density__2005">
              <a:extLst>
                <a:ext uri="{FF2B5EF4-FFF2-40B4-BE49-F238E27FC236}">
                  <a16:creationId xmlns:a16="http://schemas.microsoft.com/office/drawing/2014/main" id="{E4C1BF85-312D-8068-B24C-6E9F511B7E3E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86596"/>
              <a:ext cx="2332922" cy="1936237"/>
            </a:xfrm>
            <a:custGeom>
              <a:avLst/>
              <a:gdLst/>
              <a:ahLst/>
              <a:cxnLst/>
              <a:rect l="0" t="0" r="0" b="0"/>
              <a:pathLst>
                <a:path w="2332922" h="1936237">
                  <a:moveTo>
                    <a:pt x="807984" y="1854022"/>
                  </a:moveTo>
                  <a:lnTo>
                    <a:pt x="711616" y="1892458"/>
                  </a:lnTo>
                  <a:lnTo>
                    <a:pt x="804826" y="1936237"/>
                  </a:lnTo>
                  <a:close/>
                  <a:moveTo>
                    <a:pt x="194901" y="1211030"/>
                  </a:moveTo>
                  <a:lnTo>
                    <a:pt x="176695" y="1207899"/>
                  </a:lnTo>
                  <a:lnTo>
                    <a:pt x="224971" y="1260003"/>
                  </a:lnTo>
                  <a:close/>
                  <a:moveTo>
                    <a:pt x="55356" y="1145862"/>
                  </a:moveTo>
                  <a:lnTo>
                    <a:pt x="173148" y="1196301"/>
                  </a:lnTo>
                  <a:lnTo>
                    <a:pt x="106751" y="1160111"/>
                  </a:lnTo>
                  <a:close/>
                  <a:moveTo>
                    <a:pt x="55356" y="1145862"/>
                  </a:moveTo>
                  <a:lnTo>
                    <a:pt x="176695" y="1207899"/>
                  </a:lnTo>
                  <a:lnTo>
                    <a:pt x="173148" y="1196301"/>
                  </a:lnTo>
                  <a:close/>
                  <a:moveTo>
                    <a:pt x="56113" y="1152522"/>
                  </a:moveTo>
                  <a:lnTo>
                    <a:pt x="176695" y="1207899"/>
                  </a:lnTo>
                  <a:lnTo>
                    <a:pt x="55356" y="1145862"/>
                  </a:lnTo>
                  <a:close/>
                  <a:moveTo>
                    <a:pt x="173148" y="1196301"/>
                  </a:moveTo>
                  <a:lnTo>
                    <a:pt x="176695" y="1207899"/>
                  </a:lnTo>
                  <a:lnTo>
                    <a:pt x="194901" y="1211030"/>
                  </a:lnTo>
                  <a:close/>
                  <a:moveTo>
                    <a:pt x="106751" y="1160111"/>
                  </a:moveTo>
                  <a:lnTo>
                    <a:pt x="0" y="1130273"/>
                  </a:lnTo>
                  <a:lnTo>
                    <a:pt x="55356" y="1145862"/>
                  </a:lnTo>
                  <a:close/>
                  <a:moveTo>
                    <a:pt x="804826" y="1936237"/>
                  </a:moveTo>
                  <a:lnTo>
                    <a:pt x="787142" y="1915407"/>
                  </a:lnTo>
                  <a:lnTo>
                    <a:pt x="763493" y="1834541"/>
                  </a:lnTo>
                  <a:close/>
                  <a:moveTo>
                    <a:pt x="807984" y="1854022"/>
                  </a:moveTo>
                  <a:lnTo>
                    <a:pt x="763493" y="1834541"/>
                  </a:lnTo>
                  <a:lnTo>
                    <a:pt x="722288" y="1767948"/>
                  </a:lnTo>
                  <a:close/>
                  <a:moveTo>
                    <a:pt x="722166" y="1667955"/>
                  </a:moveTo>
                  <a:lnTo>
                    <a:pt x="765646" y="1771807"/>
                  </a:lnTo>
                  <a:lnTo>
                    <a:pt x="722288" y="1767948"/>
                  </a:lnTo>
                  <a:close/>
                  <a:moveTo>
                    <a:pt x="472287" y="1404510"/>
                  </a:moveTo>
                  <a:lnTo>
                    <a:pt x="511172" y="1518121"/>
                  </a:lnTo>
                  <a:lnTo>
                    <a:pt x="541686" y="1456424"/>
                  </a:lnTo>
                  <a:close/>
                  <a:moveTo>
                    <a:pt x="613352" y="1495642"/>
                  </a:moveTo>
                  <a:lnTo>
                    <a:pt x="604485" y="1412564"/>
                  </a:lnTo>
                  <a:lnTo>
                    <a:pt x="541686" y="1456424"/>
                  </a:lnTo>
                  <a:close/>
                  <a:moveTo>
                    <a:pt x="434405" y="1240079"/>
                  </a:moveTo>
                  <a:lnTo>
                    <a:pt x="414606" y="1278516"/>
                  </a:lnTo>
                  <a:lnTo>
                    <a:pt x="458985" y="1322294"/>
                  </a:lnTo>
                  <a:close/>
                  <a:moveTo>
                    <a:pt x="434405" y="1240079"/>
                  </a:moveTo>
                  <a:lnTo>
                    <a:pt x="390915" y="1171374"/>
                  </a:lnTo>
                  <a:lnTo>
                    <a:pt x="352227" y="1241931"/>
                  </a:lnTo>
                  <a:close/>
                  <a:moveTo>
                    <a:pt x="173148" y="1196301"/>
                  </a:moveTo>
                  <a:lnTo>
                    <a:pt x="194901" y="1211030"/>
                  </a:lnTo>
                  <a:lnTo>
                    <a:pt x="197107" y="1191305"/>
                  </a:lnTo>
                  <a:close/>
                  <a:moveTo>
                    <a:pt x="173148" y="1196301"/>
                  </a:moveTo>
                  <a:lnTo>
                    <a:pt x="197107" y="1191305"/>
                  </a:lnTo>
                  <a:lnTo>
                    <a:pt x="106751" y="1160111"/>
                  </a:lnTo>
                  <a:close/>
                  <a:moveTo>
                    <a:pt x="299009" y="1169052"/>
                  </a:moveTo>
                  <a:lnTo>
                    <a:pt x="194901" y="1211030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197107" y="1191305"/>
                  </a:lnTo>
                  <a:lnTo>
                    <a:pt x="194901" y="1211030"/>
                  </a:lnTo>
                  <a:close/>
                  <a:moveTo>
                    <a:pt x="197107" y="1191305"/>
                  </a:moveTo>
                  <a:lnTo>
                    <a:pt x="299009" y="1169052"/>
                  </a:lnTo>
                  <a:lnTo>
                    <a:pt x="227997" y="1119569"/>
                  </a:lnTo>
                  <a:close/>
                  <a:moveTo>
                    <a:pt x="299009" y="1169052"/>
                  </a:moveTo>
                  <a:lnTo>
                    <a:pt x="305976" y="1132462"/>
                  </a:lnTo>
                  <a:lnTo>
                    <a:pt x="227997" y="1119569"/>
                  </a:lnTo>
                  <a:close/>
                  <a:moveTo>
                    <a:pt x="276650" y="1238017"/>
                  </a:moveTo>
                  <a:lnTo>
                    <a:pt x="368208" y="1157865"/>
                  </a:lnTo>
                  <a:lnTo>
                    <a:pt x="299009" y="1169052"/>
                  </a:lnTo>
                  <a:close/>
                  <a:moveTo>
                    <a:pt x="390915" y="1171374"/>
                  </a:moveTo>
                  <a:lnTo>
                    <a:pt x="368208" y="1157865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368208" y="1157865"/>
                  </a:lnTo>
                  <a:lnTo>
                    <a:pt x="305976" y="1132462"/>
                  </a:lnTo>
                  <a:close/>
                  <a:moveTo>
                    <a:pt x="758528" y="1815585"/>
                  </a:moveTo>
                  <a:lnTo>
                    <a:pt x="722288" y="1767948"/>
                  </a:lnTo>
                  <a:lnTo>
                    <a:pt x="763493" y="1834541"/>
                  </a:lnTo>
                  <a:close/>
                  <a:moveTo>
                    <a:pt x="722288" y="1767948"/>
                  </a:moveTo>
                  <a:lnTo>
                    <a:pt x="716056" y="1733370"/>
                  </a:lnTo>
                  <a:lnTo>
                    <a:pt x="636682" y="1676859"/>
                  </a:lnTo>
                  <a:close/>
                  <a:moveTo>
                    <a:pt x="722166" y="1667955"/>
                  </a:moveTo>
                  <a:lnTo>
                    <a:pt x="722288" y="1767948"/>
                  </a:lnTo>
                  <a:lnTo>
                    <a:pt x="636682" y="1676859"/>
                  </a:lnTo>
                  <a:close/>
                  <a:moveTo>
                    <a:pt x="738910" y="1421296"/>
                  </a:moveTo>
                  <a:lnTo>
                    <a:pt x="686581" y="1396609"/>
                  </a:lnTo>
                  <a:lnTo>
                    <a:pt x="782065" y="1448289"/>
                  </a:lnTo>
                  <a:close/>
                  <a:moveTo>
                    <a:pt x="544548" y="1390895"/>
                  </a:moveTo>
                  <a:lnTo>
                    <a:pt x="541686" y="1456424"/>
                  </a:lnTo>
                  <a:lnTo>
                    <a:pt x="605570" y="1401876"/>
                  </a:lnTo>
                  <a:close/>
                  <a:moveTo>
                    <a:pt x="669905" y="1366073"/>
                  </a:moveTo>
                  <a:lnTo>
                    <a:pt x="686581" y="1396609"/>
                  </a:lnTo>
                  <a:lnTo>
                    <a:pt x="738910" y="1421296"/>
                  </a:lnTo>
                  <a:close/>
                  <a:moveTo>
                    <a:pt x="493620" y="1283858"/>
                  </a:moveTo>
                  <a:lnTo>
                    <a:pt x="434405" y="1240079"/>
                  </a:lnTo>
                  <a:lnTo>
                    <a:pt x="458985" y="1322294"/>
                  </a:lnTo>
                  <a:close/>
                  <a:moveTo>
                    <a:pt x="390915" y="1171374"/>
                  </a:moveTo>
                  <a:lnTo>
                    <a:pt x="434405" y="1240079"/>
                  </a:lnTo>
                  <a:lnTo>
                    <a:pt x="446988" y="1209433"/>
                  </a:lnTo>
                  <a:close/>
                  <a:moveTo>
                    <a:pt x="738910" y="1421296"/>
                  </a:moveTo>
                  <a:lnTo>
                    <a:pt x="782065" y="1448289"/>
                  </a:lnTo>
                  <a:lnTo>
                    <a:pt x="783240" y="1371833"/>
                  </a:lnTo>
                  <a:close/>
                  <a:moveTo>
                    <a:pt x="836704" y="1335153"/>
                  </a:moveTo>
                  <a:lnTo>
                    <a:pt x="782065" y="1448289"/>
                  </a:lnTo>
                  <a:lnTo>
                    <a:pt x="839919" y="1432631"/>
                  </a:lnTo>
                  <a:close/>
                  <a:moveTo>
                    <a:pt x="899739" y="1444591"/>
                  </a:moveTo>
                  <a:lnTo>
                    <a:pt x="839919" y="1432631"/>
                  </a:lnTo>
                  <a:lnTo>
                    <a:pt x="829268" y="1480469"/>
                  </a:lnTo>
                  <a:close/>
                  <a:moveTo>
                    <a:pt x="698621" y="1327637"/>
                  </a:moveTo>
                  <a:lnTo>
                    <a:pt x="655126" y="1283858"/>
                  </a:lnTo>
                  <a:lnTo>
                    <a:pt x="669905" y="1366073"/>
                  </a:lnTo>
                  <a:close/>
                  <a:moveTo>
                    <a:pt x="711016" y="976374"/>
                  </a:moveTo>
                  <a:lnTo>
                    <a:pt x="705274" y="998776"/>
                  </a:lnTo>
                  <a:lnTo>
                    <a:pt x="735380" y="977689"/>
                  </a:lnTo>
                  <a:close/>
                  <a:moveTo>
                    <a:pt x="711016" y="976374"/>
                  </a:moveTo>
                  <a:lnTo>
                    <a:pt x="735380" y="977689"/>
                  </a:lnTo>
                  <a:lnTo>
                    <a:pt x="702683" y="960340"/>
                  </a:lnTo>
                  <a:close/>
                  <a:moveTo>
                    <a:pt x="702683" y="960340"/>
                  </a:moveTo>
                  <a:lnTo>
                    <a:pt x="674432" y="906025"/>
                  </a:lnTo>
                  <a:lnTo>
                    <a:pt x="711016" y="976374"/>
                  </a:lnTo>
                  <a:close/>
                  <a:moveTo>
                    <a:pt x="702683" y="960340"/>
                  </a:moveTo>
                  <a:lnTo>
                    <a:pt x="635549" y="878125"/>
                  </a:lnTo>
                  <a:lnTo>
                    <a:pt x="674432" y="906025"/>
                  </a:lnTo>
                  <a:close/>
                  <a:moveTo>
                    <a:pt x="1104011" y="1250764"/>
                  </a:moveTo>
                  <a:lnTo>
                    <a:pt x="1093701" y="1289200"/>
                  </a:lnTo>
                  <a:lnTo>
                    <a:pt x="1041497" y="1189752"/>
                  </a:lnTo>
                  <a:close/>
                  <a:moveTo>
                    <a:pt x="970037" y="1087163"/>
                  </a:moveTo>
                  <a:lnTo>
                    <a:pt x="976051" y="1124770"/>
                  </a:lnTo>
                  <a:lnTo>
                    <a:pt x="971672" y="1088632"/>
                  </a:lnTo>
                  <a:close/>
                  <a:moveTo>
                    <a:pt x="702683" y="960340"/>
                  </a:moveTo>
                  <a:lnTo>
                    <a:pt x="735380" y="977689"/>
                  </a:lnTo>
                  <a:lnTo>
                    <a:pt x="760840" y="935869"/>
                  </a:lnTo>
                  <a:close/>
                  <a:moveTo>
                    <a:pt x="702683" y="960340"/>
                  </a:moveTo>
                  <a:lnTo>
                    <a:pt x="760840" y="935869"/>
                  </a:lnTo>
                  <a:lnTo>
                    <a:pt x="635549" y="878125"/>
                  </a:lnTo>
                  <a:close/>
                  <a:moveTo>
                    <a:pt x="635316" y="877233"/>
                  </a:moveTo>
                  <a:lnTo>
                    <a:pt x="635549" y="878125"/>
                  </a:lnTo>
                  <a:lnTo>
                    <a:pt x="690083" y="871791"/>
                  </a:lnTo>
                  <a:close/>
                  <a:moveTo>
                    <a:pt x="823179" y="921903"/>
                  </a:moveTo>
                  <a:lnTo>
                    <a:pt x="871736" y="1006396"/>
                  </a:lnTo>
                  <a:lnTo>
                    <a:pt x="872081" y="1004119"/>
                  </a:lnTo>
                  <a:close/>
                  <a:moveTo>
                    <a:pt x="735380" y="977689"/>
                  </a:moveTo>
                  <a:lnTo>
                    <a:pt x="871736" y="1006396"/>
                  </a:lnTo>
                  <a:lnTo>
                    <a:pt x="823179" y="921903"/>
                  </a:lnTo>
                  <a:close/>
                  <a:moveTo>
                    <a:pt x="823179" y="921903"/>
                  </a:moveTo>
                  <a:lnTo>
                    <a:pt x="760840" y="935869"/>
                  </a:lnTo>
                  <a:lnTo>
                    <a:pt x="735380" y="977689"/>
                  </a:lnTo>
                  <a:close/>
                  <a:moveTo>
                    <a:pt x="760840" y="935869"/>
                  </a:moveTo>
                  <a:lnTo>
                    <a:pt x="823179" y="921903"/>
                  </a:lnTo>
                  <a:lnTo>
                    <a:pt x="775486" y="912437"/>
                  </a:lnTo>
                  <a:close/>
                  <a:moveTo>
                    <a:pt x="635549" y="878125"/>
                  </a:moveTo>
                  <a:lnTo>
                    <a:pt x="635316" y="877233"/>
                  </a:lnTo>
                  <a:lnTo>
                    <a:pt x="616320" y="792583"/>
                  </a:lnTo>
                  <a:close/>
                  <a:moveTo>
                    <a:pt x="967340" y="1086333"/>
                  </a:moveTo>
                  <a:lnTo>
                    <a:pt x="970037" y="1087163"/>
                  </a:lnTo>
                  <a:lnTo>
                    <a:pt x="971672" y="1088632"/>
                  </a:lnTo>
                  <a:close/>
                  <a:moveTo>
                    <a:pt x="871736" y="1006396"/>
                  </a:moveTo>
                  <a:lnTo>
                    <a:pt x="967340" y="1086333"/>
                  </a:lnTo>
                  <a:lnTo>
                    <a:pt x="876104" y="1009978"/>
                  </a:lnTo>
                  <a:close/>
                  <a:moveTo>
                    <a:pt x="970037" y="1087163"/>
                  </a:moveTo>
                  <a:lnTo>
                    <a:pt x="967340" y="1086333"/>
                  </a:lnTo>
                  <a:lnTo>
                    <a:pt x="871736" y="1006396"/>
                  </a:lnTo>
                  <a:close/>
                  <a:moveTo>
                    <a:pt x="616576" y="839688"/>
                  </a:moveTo>
                  <a:lnTo>
                    <a:pt x="616320" y="792583"/>
                  </a:lnTo>
                  <a:lnTo>
                    <a:pt x="635316" y="877233"/>
                  </a:lnTo>
                  <a:close/>
                  <a:moveTo>
                    <a:pt x="1185568" y="1130112"/>
                  </a:moveTo>
                  <a:lnTo>
                    <a:pt x="1143591" y="1174093"/>
                  </a:lnTo>
                  <a:lnTo>
                    <a:pt x="1191678" y="1138681"/>
                  </a:lnTo>
                  <a:close/>
                  <a:moveTo>
                    <a:pt x="1136507" y="1168549"/>
                  </a:moveTo>
                  <a:lnTo>
                    <a:pt x="1143591" y="1174093"/>
                  </a:lnTo>
                  <a:lnTo>
                    <a:pt x="1185568" y="1130112"/>
                  </a:lnTo>
                  <a:close/>
                  <a:moveTo>
                    <a:pt x="1111702" y="1047897"/>
                  </a:moveTo>
                  <a:lnTo>
                    <a:pt x="1136507" y="1168549"/>
                  </a:lnTo>
                  <a:lnTo>
                    <a:pt x="1185568" y="1130112"/>
                  </a:lnTo>
                  <a:close/>
                  <a:moveTo>
                    <a:pt x="967340" y="1086333"/>
                  </a:moveTo>
                  <a:lnTo>
                    <a:pt x="971672" y="1088632"/>
                  </a:lnTo>
                  <a:lnTo>
                    <a:pt x="976363" y="1082021"/>
                  </a:lnTo>
                  <a:close/>
                  <a:moveTo>
                    <a:pt x="967340" y="1086333"/>
                  </a:moveTo>
                  <a:lnTo>
                    <a:pt x="976363" y="1082021"/>
                  </a:lnTo>
                  <a:lnTo>
                    <a:pt x="876104" y="1009978"/>
                  </a:lnTo>
                  <a:close/>
                  <a:moveTo>
                    <a:pt x="1083595" y="1055435"/>
                  </a:moveTo>
                  <a:lnTo>
                    <a:pt x="976363" y="1082021"/>
                  </a:lnTo>
                  <a:lnTo>
                    <a:pt x="971672" y="1088632"/>
                  </a:lnTo>
                  <a:close/>
                  <a:moveTo>
                    <a:pt x="976363" y="1082021"/>
                  </a:moveTo>
                  <a:lnTo>
                    <a:pt x="1083595" y="1055435"/>
                  </a:lnTo>
                  <a:lnTo>
                    <a:pt x="1016077" y="1039451"/>
                  </a:lnTo>
                  <a:close/>
                  <a:moveTo>
                    <a:pt x="1109287" y="995047"/>
                  </a:moveTo>
                  <a:lnTo>
                    <a:pt x="1086545" y="1024261"/>
                  </a:lnTo>
                  <a:lnTo>
                    <a:pt x="1083595" y="1055435"/>
                  </a:lnTo>
                  <a:close/>
                  <a:moveTo>
                    <a:pt x="1111702" y="1047897"/>
                  </a:moveTo>
                  <a:lnTo>
                    <a:pt x="1154755" y="1000631"/>
                  </a:lnTo>
                  <a:lnTo>
                    <a:pt x="1109287" y="995047"/>
                  </a:lnTo>
                  <a:close/>
                  <a:moveTo>
                    <a:pt x="1083595" y="1055435"/>
                  </a:moveTo>
                  <a:lnTo>
                    <a:pt x="1111702" y="1047897"/>
                  </a:lnTo>
                  <a:lnTo>
                    <a:pt x="1109287" y="995047"/>
                  </a:lnTo>
                  <a:close/>
                  <a:moveTo>
                    <a:pt x="1296481" y="1251860"/>
                  </a:moveTo>
                  <a:lnTo>
                    <a:pt x="1320744" y="1294542"/>
                  </a:lnTo>
                  <a:lnTo>
                    <a:pt x="1314348" y="1289297"/>
                  </a:lnTo>
                  <a:close/>
                  <a:moveTo>
                    <a:pt x="1191678" y="1138681"/>
                  </a:moveTo>
                  <a:lnTo>
                    <a:pt x="1200318" y="1130112"/>
                  </a:lnTo>
                  <a:lnTo>
                    <a:pt x="1245289" y="1184757"/>
                  </a:lnTo>
                  <a:close/>
                  <a:moveTo>
                    <a:pt x="1245289" y="1184757"/>
                  </a:moveTo>
                  <a:lnTo>
                    <a:pt x="1200318" y="1130112"/>
                  </a:lnTo>
                  <a:lnTo>
                    <a:pt x="1281995" y="1115416"/>
                  </a:lnTo>
                  <a:close/>
                  <a:moveTo>
                    <a:pt x="1200500" y="1020985"/>
                  </a:moveTo>
                  <a:lnTo>
                    <a:pt x="1212705" y="1047897"/>
                  </a:lnTo>
                  <a:lnTo>
                    <a:pt x="1154755" y="1000631"/>
                  </a:lnTo>
                  <a:close/>
                  <a:moveTo>
                    <a:pt x="1776141" y="1299884"/>
                  </a:moveTo>
                  <a:lnTo>
                    <a:pt x="1801814" y="1317525"/>
                  </a:lnTo>
                  <a:lnTo>
                    <a:pt x="1840496" y="1264600"/>
                  </a:lnTo>
                  <a:close/>
                  <a:moveTo>
                    <a:pt x="1776141" y="1299884"/>
                  </a:moveTo>
                  <a:lnTo>
                    <a:pt x="1840496" y="1264600"/>
                  </a:lnTo>
                  <a:lnTo>
                    <a:pt x="1808975" y="1179233"/>
                  </a:lnTo>
                  <a:close/>
                  <a:moveTo>
                    <a:pt x="1931696" y="1309273"/>
                  </a:moveTo>
                  <a:lnTo>
                    <a:pt x="1856405" y="1251667"/>
                  </a:lnTo>
                  <a:lnTo>
                    <a:pt x="1846580" y="1261448"/>
                  </a:lnTo>
                  <a:close/>
                  <a:moveTo>
                    <a:pt x="1893357" y="1229384"/>
                  </a:moveTo>
                  <a:lnTo>
                    <a:pt x="1856405" y="1251667"/>
                  </a:lnTo>
                  <a:lnTo>
                    <a:pt x="1931696" y="1309273"/>
                  </a:lnTo>
                  <a:close/>
                  <a:moveTo>
                    <a:pt x="1817302" y="1140797"/>
                  </a:moveTo>
                  <a:lnTo>
                    <a:pt x="1808975" y="1179233"/>
                  </a:lnTo>
                  <a:lnTo>
                    <a:pt x="1885062" y="1223012"/>
                  </a:lnTo>
                  <a:close/>
                  <a:moveTo>
                    <a:pt x="1822214" y="1058582"/>
                  </a:moveTo>
                  <a:lnTo>
                    <a:pt x="1808975" y="1179233"/>
                  </a:lnTo>
                  <a:lnTo>
                    <a:pt x="1817302" y="1140797"/>
                  </a:lnTo>
                  <a:close/>
                  <a:moveTo>
                    <a:pt x="1766380" y="1033296"/>
                  </a:moveTo>
                  <a:lnTo>
                    <a:pt x="1822214" y="1058582"/>
                  </a:lnTo>
                  <a:lnTo>
                    <a:pt x="1845234" y="937930"/>
                  </a:lnTo>
                  <a:close/>
                  <a:moveTo>
                    <a:pt x="1845234" y="937930"/>
                  </a:moveTo>
                  <a:lnTo>
                    <a:pt x="1822214" y="1058582"/>
                  </a:lnTo>
                  <a:lnTo>
                    <a:pt x="1875697" y="948156"/>
                  </a:lnTo>
                  <a:close/>
                  <a:moveTo>
                    <a:pt x="1875697" y="948156"/>
                  </a:moveTo>
                  <a:lnTo>
                    <a:pt x="1822214" y="1058582"/>
                  </a:lnTo>
                  <a:lnTo>
                    <a:pt x="1860743" y="1047957"/>
                  </a:lnTo>
                  <a:close/>
                  <a:moveTo>
                    <a:pt x="1870990" y="1058582"/>
                  </a:moveTo>
                  <a:lnTo>
                    <a:pt x="1875697" y="948156"/>
                  </a:lnTo>
                  <a:lnTo>
                    <a:pt x="1860743" y="1047957"/>
                  </a:lnTo>
                  <a:close/>
                  <a:moveTo>
                    <a:pt x="2033940" y="817278"/>
                  </a:moveTo>
                  <a:lnTo>
                    <a:pt x="2037021" y="825645"/>
                  </a:lnTo>
                  <a:lnTo>
                    <a:pt x="2050790" y="830279"/>
                  </a:lnTo>
                  <a:close/>
                  <a:moveTo>
                    <a:pt x="2031197" y="757028"/>
                  </a:moveTo>
                  <a:lnTo>
                    <a:pt x="2037021" y="825645"/>
                  </a:lnTo>
                  <a:lnTo>
                    <a:pt x="2033940" y="817278"/>
                  </a:lnTo>
                  <a:close/>
                  <a:moveTo>
                    <a:pt x="2185308" y="981708"/>
                  </a:moveTo>
                  <a:lnTo>
                    <a:pt x="2257801" y="1046945"/>
                  </a:lnTo>
                  <a:lnTo>
                    <a:pt x="2278389" y="950785"/>
                  </a:lnTo>
                  <a:close/>
                  <a:moveTo>
                    <a:pt x="2033940" y="817278"/>
                  </a:moveTo>
                  <a:lnTo>
                    <a:pt x="2030837" y="730580"/>
                  </a:lnTo>
                  <a:lnTo>
                    <a:pt x="2031197" y="757028"/>
                  </a:lnTo>
                  <a:close/>
                  <a:moveTo>
                    <a:pt x="2267420" y="740405"/>
                  </a:moveTo>
                  <a:lnTo>
                    <a:pt x="2232834" y="801850"/>
                  </a:lnTo>
                  <a:lnTo>
                    <a:pt x="2282126" y="747563"/>
                  </a:lnTo>
                  <a:close/>
                  <a:moveTo>
                    <a:pt x="2282126" y="747563"/>
                  </a:moveTo>
                  <a:lnTo>
                    <a:pt x="2232834" y="801850"/>
                  </a:lnTo>
                  <a:lnTo>
                    <a:pt x="2222565" y="835485"/>
                  </a:lnTo>
                  <a:close/>
                  <a:moveTo>
                    <a:pt x="2300240" y="822620"/>
                  </a:moveTo>
                  <a:lnTo>
                    <a:pt x="2310045" y="811873"/>
                  </a:lnTo>
                  <a:lnTo>
                    <a:pt x="2282126" y="747563"/>
                  </a:lnTo>
                  <a:close/>
                  <a:moveTo>
                    <a:pt x="2222565" y="835485"/>
                  </a:moveTo>
                  <a:lnTo>
                    <a:pt x="2300240" y="822620"/>
                  </a:lnTo>
                  <a:lnTo>
                    <a:pt x="2282126" y="747563"/>
                  </a:lnTo>
                  <a:close/>
                  <a:moveTo>
                    <a:pt x="2332922" y="861057"/>
                  </a:moveTo>
                  <a:lnTo>
                    <a:pt x="2316678" y="836673"/>
                  </a:lnTo>
                  <a:lnTo>
                    <a:pt x="2283860" y="929173"/>
                  </a:lnTo>
                  <a:close/>
                  <a:moveTo>
                    <a:pt x="2332922" y="861057"/>
                  </a:moveTo>
                  <a:lnTo>
                    <a:pt x="2317768" y="822620"/>
                  </a:lnTo>
                  <a:lnTo>
                    <a:pt x="2316678" y="836673"/>
                  </a:lnTo>
                  <a:close/>
                  <a:moveTo>
                    <a:pt x="2317768" y="822620"/>
                  </a:moveTo>
                  <a:lnTo>
                    <a:pt x="2282126" y="747563"/>
                  </a:lnTo>
                  <a:lnTo>
                    <a:pt x="2310045" y="811873"/>
                  </a:lnTo>
                  <a:close/>
                  <a:moveTo>
                    <a:pt x="2072009" y="658190"/>
                  </a:moveTo>
                  <a:lnTo>
                    <a:pt x="2026735" y="614412"/>
                  </a:lnTo>
                  <a:lnTo>
                    <a:pt x="2046411" y="696627"/>
                  </a:lnTo>
                  <a:close/>
                  <a:moveTo>
                    <a:pt x="2230134" y="629148"/>
                  </a:moveTo>
                  <a:lnTo>
                    <a:pt x="2267420" y="740405"/>
                  </a:lnTo>
                  <a:lnTo>
                    <a:pt x="2241965" y="658190"/>
                  </a:lnTo>
                  <a:close/>
                  <a:moveTo>
                    <a:pt x="1974405" y="126463"/>
                  </a:moveTo>
                  <a:lnTo>
                    <a:pt x="2004433" y="226552"/>
                  </a:lnTo>
                  <a:lnTo>
                    <a:pt x="2044752" y="162098"/>
                  </a:lnTo>
                  <a:close/>
                  <a:moveTo>
                    <a:pt x="2043824" y="88027"/>
                  </a:moveTo>
                  <a:lnTo>
                    <a:pt x="2044752" y="162098"/>
                  </a:lnTo>
                  <a:lnTo>
                    <a:pt x="2095899" y="138125"/>
                  </a:lnTo>
                  <a:close/>
                  <a:moveTo>
                    <a:pt x="2043824" y="88027"/>
                  </a:moveTo>
                  <a:lnTo>
                    <a:pt x="1974405" y="126463"/>
                  </a:lnTo>
                  <a:lnTo>
                    <a:pt x="2044752" y="162098"/>
                  </a:lnTo>
                  <a:close/>
                  <a:moveTo>
                    <a:pt x="2137271" y="49590"/>
                  </a:moveTo>
                  <a:lnTo>
                    <a:pt x="2161308" y="84549"/>
                  </a:lnTo>
                  <a:lnTo>
                    <a:pt x="206765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07" name="Candidate_density__2006">
              <a:extLst>
                <a:ext uri="{FF2B5EF4-FFF2-40B4-BE49-F238E27FC236}">
                  <a16:creationId xmlns:a16="http://schemas.microsoft.com/office/drawing/2014/main" id="{D6AAF2C0-D58B-35AC-0F13-636E2BE796FA}"/>
                </a:ext>
              </a:extLst>
            </p:cNvPr>
            <p:cNvSpPr>
              <a:spLocks noGrp="1"/>
            </p:cNvSpPr>
            <p:nvPr/>
          </p:nvSpPr>
          <p:spPr>
            <a:xfrm>
              <a:off x="4752407" y="3385638"/>
              <a:ext cx="2011792" cy="1854979"/>
            </a:xfrm>
            <a:custGeom>
              <a:avLst/>
              <a:gdLst/>
              <a:ahLst/>
              <a:cxnLst/>
              <a:rect l="0" t="0" r="0" b="0"/>
              <a:pathLst>
                <a:path w="2011792" h="1854979">
                  <a:moveTo>
                    <a:pt x="403762" y="1779109"/>
                  </a:moveTo>
                  <a:lnTo>
                    <a:pt x="288981" y="1808301"/>
                  </a:lnTo>
                  <a:lnTo>
                    <a:pt x="292483" y="1811201"/>
                  </a:lnTo>
                  <a:close/>
                  <a:moveTo>
                    <a:pt x="304060" y="1699480"/>
                  </a:moveTo>
                  <a:lnTo>
                    <a:pt x="288981" y="1808301"/>
                  </a:lnTo>
                  <a:lnTo>
                    <a:pt x="403762" y="1779109"/>
                  </a:lnTo>
                  <a:close/>
                  <a:moveTo>
                    <a:pt x="385054" y="1694226"/>
                  </a:moveTo>
                  <a:lnTo>
                    <a:pt x="304060" y="1699480"/>
                  </a:lnTo>
                  <a:lnTo>
                    <a:pt x="403762" y="1779109"/>
                  </a:lnTo>
                  <a:close/>
                  <a:moveTo>
                    <a:pt x="274382" y="1608334"/>
                  </a:moveTo>
                  <a:lnTo>
                    <a:pt x="304060" y="1699480"/>
                  </a:lnTo>
                  <a:lnTo>
                    <a:pt x="305015" y="1653046"/>
                  </a:lnTo>
                  <a:close/>
                  <a:moveTo>
                    <a:pt x="235120" y="1728986"/>
                  </a:moveTo>
                  <a:lnTo>
                    <a:pt x="304060" y="1699480"/>
                  </a:lnTo>
                  <a:lnTo>
                    <a:pt x="274382" y="1608334"/>
                  </a:lnTo>
                  <a:close/>
                  <a:moveTo>
                    <a:pt x="198809" y="1534618"/>
                  </a:moveTo>
                  <a:lnTo>
                    <a:pt x="190669" y="1530889"/>
                  </a:lnTo>
                  <a:lnTo>
                    <a:pt x="274382" y="1608334"/>
                  </a:lnTo>
                  <a:close/>
                  <a:moveTo>
                    <a:pt x="191689" y="1526119"/>
                  </a:moveTo>
                  <a:lnTo>
                    <a:pt x="190669" y="1530889"/>
                  </a:lnTo>
                  <a:lnTo>
                    <a:pt x="198809" y="1534618"/>
                  </a:lnTo>
                  <a:close/>
                  <a:moveTo>
                    <a:pt x="191689" y="1526119"/>
                  </a:moveTo>
                  <a:lnTo>
                    <a:pt x="143414" y="1469214"/>
                  </a:lnTo>
                  <a:lnTo>
                    <a:pt x="190669" y="1530889"/>
                  </a:lnTo>
                  <a:close/>
                  <a:moveTo>
                    <a:pt x="459669" y="1772765"/>
                  </a:moveTo>
                  <a:lnTo>
                    <a:pt x="502008" y="1854979"/>
                  </a:lnTo>
                  <a:lnTo>
                    <a:pt x="416312" y="1768906"/>
                  </a:lnTo>
                  <a:close/>
                  <a:moveTo>
                    <a:pt x="274382" y="1608334"/>
                  </a:moveTo>
                  <a:lnTo>
                    <a:pt x="305015" y="1653046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198809" y="1534618"/>
                  </a:lnTo>
                  <a:lnTo>
                    <a:pt x="274382" y="1608334"/>
                  </a:lnTo>
                  <a:close/>
                  <a:moveTo>
                    <a:pt x="205196" y="1519079"/>
                  </a:moveTo>
                  <a:lnTo>
                    <a:pt x="198809" y="1534618"/>
                  </a:lnTo>
                  <a:lnTo>
                    <a:pt x="311328" y="1593480"/>
                  </a:lnTo>
                  <a:close/>
                  <a:moveTo>
                    <a:pt x="307376" y="1496600"/>
                  </a:moveTo>
                  <a:lnTo>
                    <a:pt x="205196" y="1519079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305015" y="1653046"/>
                  </a:lnTo>
                  <a:lnTo>
                    <a:pt x="321549" y="1608334"/>
                  </a:lnTo>
                  <a:close/>
                  <a:moveTo>
                    <a:pt x="307376" y="1496600"/>
                  </a:moveTo>
                  <a:lnTo>
                    <a:pt x="311328" y="1593480"/>
                  </a:lnTo>
                  <a:lnTo>
                    <a:pt x="321549" y="1608334"/>
                  </a:lnTo>
                  <a:close/>
                  <a:moveTo>
                    <a:pt x="191689" y="1526119"/>
                  </a:moveTo>
                  <a:lnTo>
                    <a:pt x="198809" y="1534618"/>
                  </a:lnTo>
                  <a:lnTo>
                    <a:pt x="205196" y="1519079"/>
                  </a:lnTo>
                  <a:close/>
                  <a:moveTo>
                    <a:pt x="191689" y="1526119"/>
                  </a:moveTo>
                  <a:lnTo>
                    <a:pt x="205196" y="1519079"/>
                  </a:lnTo>
                  <a:lnTo>
                    <a:pt x="166311" y="1405468"/>
                  </a:lnTo>
                  <a:close/>
                  <a:moveTo>
                    <a:pt x="151500" y="1443904"/>
                  </a:moveTo>
                  <a:lnTo>
                    <a:pt x="191689" y="1526119"/>
                  </a:lnTo>
                  <a:lnTo>
                    <a:pt x="166311" y="1405468"/>
                  </a:lnTo>
                  <a:close/>
                  <a:moveTo>
                    <a:pt x="205196" y="1519079"/>
                  </a:moveTo>
                  <a:lnTo>
                    <a:pt x="307376" y="1496600"/>
                  </a:lnTo>
                  <a:lnTo>
                    <a:pt x="235710" y="1457382"/>
                  </a:lnTo>
                  <a:close/>
                  <a:moveTo>
                    <a:pt x="166311" y="1405468"/>
                  </a:moveTo>
                  <a:lnTo>
                    <a:pt x="153008" y="1323252"/>
                  </a:lnTo>
                  <a:lnTo>
                    <a:pt x="151500" y="1443904"/>
                  </a:lnTo>
                  <a:close/>
                  <a:moveTo>
                    <a:pt x="476089" y="1449246"/>
                  </a:moveTo>
                  <a:lnTo>
                    <a:pt x="489338" y="1569684"/>
                  </a:lnTo>
                  <a:lnTo>
                    <a:pt x="523291" y="1481427"/>
                  </a:lnTo>
                  <a:close/>
                  <a:moveTo>
                    <a:pt x="62232" y="1158822"/>
                  </a:moveTo>
                  <a:lnTo>
                    <a:pt x="84939" y="1172332"/>
                  </a:lnTo>
                  <a:lnTo>
                    <a:pt x="71439" y="1120386"/>
                  </a:lnTo>
                  <a:close/>
                  <a:moveTo>
                    <a:pt x="62232" y="1158822"/>
                  </a:moveTo>
                  <a:lnTo>
                    <a:pt x="71439" y="1120386"/>
                  </a:lnTo>
                  <a:lnTo>
                    <a:pt x="0" y="1133420"/>
                  </a:lnTo>
                  <a:close/>
                  <a:moveTo>
                    <a:pt x="476089" y="1449246"/>
                  </a:moveTo>
                  <a:lnTo>
                    <a:pt x="523291" y="1481427"/>
                  </a:lnTo>
                  <a:lnTo>
                    <a:pt x="533943" y="1433589"/>
                  </a:lnTo>
                  <a:close/>
                  <a:moveTo>
                    <a:pt x="392645" y="1328595"/>
                  </a:moveTo>
                  <a:lnTo>
                    <a:pt x="363929" y="1367031"/>
                  </a:lnTo>
                  <a:lnTo>
                    <a:pt x="432934" y="1422254"/>
                  </a:lnTo>
                  <a:close/>
                  <a:moveTo>
                    <a:pt x="778915" y="1234235"/>
                  </a:moveTo>
                  <a:lnTo>
                    <a:pt x="688387" y="1207943"/>
                  </a:lnTo>
                  <a:lnTo>
                    <a:pt x="655806" y="1267813"/>
                  </a:lnTo>
                  <a:close/>
                  <a:moveTo>
                    <a:pt x="735521" y="1190710"/>
                  </a:moveTo>
                  <a:lnTo>
                    <a:pt x="778915" y="1234235"/>
                  </a:lnTo>
                  <a:lnTo>
                    <a:pt x="798035" y="1251722"/>
                  </a:lnTo>
                  <a:close/>
                  <a:moveTo>
                    <a:pt x="665696" y="1089590"/>
                  </a:moveTo>
                  <a:lnTo>
                    <a:pt x="735521" y="1190710"/>
                  </a:lnTo>
                  <a:lnTo>
                    <a:pt x="753016" y="1137405"/>
                  </a:lnTo>
                  <a:close/>
                  <a:moveTo>
                    <a:pt x="670075" y="1125728"/>
                  </a:moveTo>
                  <a:lnTo>
                    <a:pt x="735521" y="1190710"/>
                  </a:lnTo>
                  <a:lnTo>
                    <a:pt x="665696" y="1089590"/>
                  </a:lnTo>
                  <a:close/>
                  <a:moveTo>
                    <a:pt x="965202" y="1213285"/>
                  </a:moveTo>
                  <a:lnTo>
                    <a:pt x="935470" y="1262257"/>
                  </a:lnTo>
                  <a:lnTo>
                    <a:pt x="990505" y="1252818"/>
                  </a:lnTo>
                  <a:close/>
                  <a:moveTo>
                    <a:pt x="929928" y="1153845"/>
                  </a:moveTo>
                  <a:lnTo>
                    <a:pt x="894342" y="1131070"/>
                  </a:lnTo>
                  <a:lnTo>
                    <a:pt x="885702" y="1139639"/>
                  </a:lnTo>
                  <a:close/>
                  <a:moveTo>
                    <a:pt x="885702" y="1139639"/>
                  </a:moveTo>
                  <a:lnTo>
                    <a:pt x="837615" y="1175051"/>
                  </a:lnTo>
                  <a:lnTo>
                    <a:pt x="929928" y="1153845"/>
                  </a:lnTo>
                  <a:close/>
                  <a:moveTo>
                    <a:pt x="777619" y="1056393"/>
                  </a:moveTo>
                  <a:lnTo>
                    <a:pt x="753016" y="1137405"/>
                  </a:lnTo>
                  <a:lnTo>
                    <a:pt x="805726" y="1048855"/>
                  </a:lnTo>
                  <a:close/>
                  <a:moveTo>
                    <a:pt x="805726" y="1048855"/>
                  </a:moveTo>
                  <a:lnTo>
                    <a:pt x="753016" y="1137405"/>
                  </a:lnTo>
                  <a:lnTo>
                    <a:pt x="830531" y="1169506"/>
                  </a:lnTo>
                  <a:close/>
                  <a:moveTo>
                    <a:pt x="777619" y="1056393"/>
                  </a:moveTo>
                  <a:lnTo>
                    <a:pt x="665696" y="1089590"/>
                  </a:lnTo>
                  <a:lnTo>
                    <a:pt x="753016" y="1137405"/>
                  </a:lnTo>
                  <a:close/>
                  <a:moveTo>
                    <a:pt x="777619" y="1056393"/>
                  </a:moveTo>
                  <a:lnTo>
                    <a:pt x="780569" y="1025219"/>
                  </a:lnTo>
                  <a:lnTo>
                    <a:pt x="710101" y="1040409"/>
                  </a:lnTo>
                  <a:close/>
                  <a:moveTo>
                    <a:pt x="965202" y="1213285"/>
                  </a:moveTo>
                  <a:lnTo>
                    <a:pt x="1008372" y="1290255"/>
                  </a:lnTo>
                  <a:lnTo>
                    <a:pt x="939313" y="1185715"/>
                  </a:lnTo>
                  <a:close/>
                  <a:moveTo>
                    <a:pt x="990505" y="1252818"/>
                  </a:moveTo>
                  <a:lnTo>
                    <a:pt x="1008372" y="1290255"/>
                  </a:lnTo>
                  <a:lnTo>
                    <a:pt x="965202" y="1213285"/>
                  </a:lnTo>
                  <a:close/>
                  <a:moveTo>
                    <a:pt x="974065" y="1191353"/>
                  </a:moveTo>
                  <a:lnTo>
                    <a:pt x="965202" y="1213285"/>
                  </a:lnTo>
                  <a:lnTo>
                    <a:pt x="939313" y="1185715"/>
                  </a:lnTo>
                  <a:close/>
                  <a:moveTo>
                    <a:pt x="879592" y="1131070"/>
                  </a:moveTo>
                  <a:lnTo>
                    <a:pt x="911187" y="1092634"/>
                  </a:lnTo>
                  <a:lnTo>
                    <a:pt x="805726" y="1048855"/>
                  </a:lnTo>
                  <a:close/>
                  <a:moveTo>
                    <a:pt x="918664" y="1047676"/>
                  </a:moveTo>
                  <a:lnTo>
                    <a:pt x="906729" y="1048855"/>
                  </a:lnTo>
                  <a:lnTo>
                    <a:pt x="894524" y="1021943"/>
                  </a:lnTo>
                  <a:close/>
                  <a:moveTo>
                    <a:pt x="894524" y="1021943"/>
                  </a:moveTo>
                  <a:lnTo>
                    <a:pt x="848779" y="1001588"/>
                  </a:lnTo>
                  <a:lnTo>
                    <a:pt x="805726" y="1048855"/>
                  </a:lnTo>
                  <a:close/>
                  <a:moveTo>
                    <a:pt x="625935" y="510525"/>
                  </a:moveTo>
                  <a:lnTo>
                    <a:pt x="607799" y="517128"/>
                  </a:lnTo>
                  <a:lnTo>
                    <a:pt x="664850" y="486926"/>
                  </a:lnTo>
                  <a:close/>
                  <a:moveTo>
                    <a:pt x="1502999" y="1180191"/>
                  </a:moveTo>
                  <a:lnTo>
                    <a:pt x="1534520" y="1265558"/>
                  </a:lnTo>
                  <a:lnTo>
                    <a:pt x="1535448" y="1251377"/>
                  </a:lnTo>
                  <a:close/>
                  <a:moveTo>
                    <a:pt x="1495838" y="1318483"/>
                  </a:moveTo>
                  <a:lnTo>
                    <a:pt x="1540604" y="1262406"/>
                  </a:lnTo>
                  <a:lnTo>
                    <a:pt x="1534520" y="1265558"/>
                  </a:lnTo>
                  <a:close/>
                  <a:moveTo>
                    <a:pt x="1502999" y="1180191"/>
                  </a:moveTo>
                  <a:lnTo>
                    <a:pt x="1421957" y="1105711"/>
                  </a:lnTo>
                  <a:lnTo>
                    <a:pt x="1390142" y="1201959"/>
                  </a:lnTo>
                  <a:close/>
                  <a:moveTo>
                    <a:pt x="1579086" y="1223970"/>
                  </a:moveTo>
                  <a:lnTo>
                    <a:pt x="1535448" y="1251377"/>
                  </a:lnTo>
                  <a:lnTo>
                    <a:pt x="1550429" y="1252625"/>
                  </a:lnTo>
                  <a:close/>
                  <a:moveTo>
                    <a:pt x="1502999" y="1180191"/>
                  </a:moveTo>
                  <a:lnTo>
                    <a:pt x="1535448" y="1251377"/>
                  </a:lnTo>
                  <a:lnTo>
                    <a:pt x="1579086" y="1223970"/>
                  </a:lnTo>
                  <a:close/>
                  <a:moveTo>
                    <a:pt x="1516238" y="1059539"/>
                  </a:moveTo>
                  <a:lnTo>
                    <a:pt x="1421957" y="1105711"/>
                  </a:lnTo>
                  <a:lnTo>
                    <a:pt x="1502999" y="1180191"/>
                  </a:lnTo>
                  <a:close/>
                  <a:moveTo>
                    <a:pt x="1398251" y="977325"/>
                  </a:moveTo>
                  <a:lnTo>
                    <a:pt x="1414789" y="1097976"/>
                  </a:lnTo>
                  <a:lnTo>
                    <a:pt x="1460404" y="1034254"/>
                  </a:lnTo>
                  <a:close/>
                  <a:moveTo>
                    <a:pt x="1425504" y="1093410"/>
                  </a:moveTo>
                  <a:lnTo>
                    <a:pt x="1516238" y="1059539"/>
                  </a:lnTo>
                  <a:lnTo>
                    <a:pt x="1460404" y="1034254"/>
                  </a:lnTo>
                  <a:close/>
                  <a:moveTo>
                    <a:pt x="1398251" y="977325"/>
                  </a:moveTo>
                  <a:lnTo>
                    <a:pt x="1382885" y="895109"/>
                  </a:lnTo>
                  <a:lnTo>
                    <a:pt x="1375322" y="1015761"/>
                  </a:lnTo>
                  <a:close/>
                  <a:moveTo>
                    <a:pt x="1670661" y="1047854"/>
                  </a:moveTo>
                  <a:lnTo>
                    <a:pt x="1565014" y="1059539"/>
                  </a:lnTo>
                  <a:lnTo>
                    <a:pt x="1606982" y="1106556"/>
                  </a:lnTo>
                  <a:close/>
                  <a:moveTo>
                    <a:pt x="1808703" y="900451"/>
                  </a:moveTo>
                  <a:lnTo>
                    <a:pt x="1744814" y="831237"/>
                  </a:lnTo>
                  <a:lnTo>
                    <a:pt x="1731045" y="826603"/>
                  </a:lnTo>
                  <a:close/>
                  <a:moveTo>
                    <a:pt x="1879332" y="982666"/>
                  </a:moveTo>
                  <a:lnTo>
                    <a:pt x="1972413" y="951743"/>
                  </a:lnTo>
                  <a:lnTo>
                    <a:pt x="1853940" y="960584"/>
                  </a:lnTo>
                  <a:close/>
                  <a:moveTo>
                    <a:pt x="1853940" y="960584"/>
                  </a:moveTo>
                  <a:lnTo>
                    <a:pt x="1972413" y="951743"/>
                  </a:lnTo>
                  <a:lnTo>
                    <a:pt x="1977884" y="930131"/>
                  </a:lnTo>
                  <a:close/>
                  <a:moveTo>
                    <a:pt x="1853940" y="960584"/>
                  </a:moveTo>
                  <a:lnTo>
                    <a:pt x="1977884" y="930131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53940" y="960584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08703" y="900451"/>
                  </a:lnTo>
                  <a:lnTo>
                    <a:pt x="1853940" y="960584"/>
                  </a:lnTo>
                  <a:close/>
                  <a:moveTo>
                    <a:pt x="1808703" y="900451"/>
                  </a:moveTo>
                  <a:lnTo>
                    <a:pt x="1867772" y="862015"/>
                  </a:lnTo>
                  <a:lnTo>
                    <a:pt x="1744814" y="831237"/>
                  </a:lnTo>
                  <a:close/>
                  <a:moveTo>
                    <a:pt x="1867772" y="862015"/>
                  </a:moveTo>
                  <a:lnTo>
                    <a:pt x="1792697" y="795063"/>
                  </a:lnTo>
                  <a:lnTo>
                    <a:pt x="1744814" y="831237"/>
                  </a:lnTo>
                  <a:close/>
                  <a:moveTo>
                    <a:pt x="1769161" y="779800"/>
                  </a:moveTo>
                  <a:lnTo>
                    <a:pt x="1744814" y="831237"/>
                  </a:lnTo>
                  <a:lnTo>
                    <a:pt x="1792697" y="795063"/>
                  </a:lnTo>
                  <a:close/>
                  <a:moveTo>
                    <a:pt x="1769161" y="779800"/>
                  </a:moveTo>
                  <a:lnTo>
                    <a:pt x="1727964" y="818236"/>
                  </a:lnTo>
                  <a:lnTo>
                    <a:pt x="1744814" y="831237"/>
                  </a:lnTo>
                  <a:close/>
                  <a:moveTo>
                    <a:pt x="1740435" y="697585"/>
                  </a:moveTo>
                  <a:lnTo>
                    <a:pt x="1724861" y="731538"/>
                  </a:lnTo>
                  <a:lnTo>
                    <a:pt x="1727964" y="818236"/>
                  </a:lnTo>
                  <a:close/>
                  <a:moveTo>
                    <a:pt x="1769161" y="779800"/>
                  </a:moveTo>
                  <a:lnTo>
                    <a:pt x="1740435" y="697585"/>
                  </a:lnTo>
                  <a:lnTo>
                    <a:pt x="1727964" y="818236"/>
                  </a:lnTo>
                  <a:close/>
                  <a:moveTo>
                    <a:pt x="1740435" y="697585"/>
                  </a:moveTo>
                  <a:lnTo>
                    <a:pt x="1722191" y="633617"/>
                  </a:lnTo>
                  <a:lnTo>
                    <a:pt x="1724861" y="731538"/>
                  </a:lnTo>
                  <a:close/>
                  <a:moveTo>
                    <a:pt x="1867772" y="862015"/>
                  </a:moveTo>
                  <a:lnTo>
                    <a:pt x="1891146" y="884488"/>
                  </a:lnTo>
                  <a:lnTo>
                    <a:pt x="1916589" y="836443"/>
                  </a:lnTo>
                  <a:close/>
                  <a:moveTo>
                    <a:pt x="1867772" y="862015"/>
                  </a:moveTo>
                  <a:lnTo>
                    <a:pt x="1916589" y="836443"/>
                  </a:lnTo>
                  <a:lnTo>
                    <a:pt x="1792697" y="795063"/>
                  </a:lnTo>
                  <a:close/>
                  <a:moveTo>
                    <a:pt x="1891146" y="884488"/>
                  </a:moveTo>
                  <a:lnTo>
                    <a:pt x="1994264" y="823578"/>
                  </a:lnTo>
                  <a:lnTo>
                    <a:pt x="1916589" y="836443"/>
                  </a:lnTo>
                  <a:close/>
                  <a:moveTo>
                    <a:pt x="2010702" y="837631"/>
                  </a:moveTo>
                  <a:lnTo>
                    <a:pt x="1994264" y="823578"/>
                  </a:lnTo>
                  <a:lnTo>
                    <a:pt x="1891146" y="884488"/>
                  </a:lnTo>
                  <a:close/>
                  <a:moveTo>
                    <a:pt x="1977884" y="930131"/>
                  </a:moveTo>
                  <a:lnTo>
                    <a:pt x="2010702" y="837631"/>
                  </a:lnTo>
                  <a:lnTo>
                    <a:pt x="1891146" y="884488"/>
                  </a:lnTo>
                  <a:close/>
                  <a:moveTo>
                    <a:pt x="1994264" y="823578"/>
                  </a:moveTo>
                  <a:lnTo>
                    <a:pt x="2010702" y="837631"/>
                  </a:lnTo>
                  <a:lnTo>
                    <a:pt x="2010927" y="820340"/>
                  </a:lnTo>
                  <a:close/>
                  <a:moveTo>
                    <a:pt x="2010927" y="820340"/>
                  </a:moveTo>
                  <a:lnTo>
                    <a:pt x="2004069" y="812831"/>
                  </a:lnTo>
                  <a:lnTo>
                    <a:pt x="1994264" y="823578"/>
                  </a:lnTo>
                  <a:close/>
                  <a:moveTo>
                    <a:pt x="2010927" y="820340"/>
                  </a:moveTo>
                  <a:lnTo>
                    <a:pt x="2010702" y="837631"/>
                  </a:lnTo>
                  <a:lnTo>
                    <a:pt x="2011792" y="823578"/>
                  </a:lnTo>
                  <a:close/>
                  <a:moveTo>
                    <a:pt x="2010927" y="820340"/>
                  </a:moveTo>
                  <a:lnTo>
                    <a:pt x="2011792" y="823578"/>
                  </a:lnTo>
                  <a:lnTo>
                    <a:pt x="2004069" y="812831"/>
                  </a:lnTo>
                  <a:close/>
                  <a:moveTo>
                    <a:pt x="1668429" y="127421"/>
                  </a:moveTo>
                  <a:lnTo>
                    <a:pt x="1737848" y="88985"/>
                  </a:lnTo>
                  <a:lnTo>
                    <a:pt x="1641043" y="76309"/>
                  </a:lnTo>
                  <a:close/>
                  <a:moveTo>
                    <a:pt x="1688329" y="0"/>
                  </a:moveTo>
                  <a:lnTo>
                    <a:pt x="1821764" y="42929"/>
                  </a:lnTo>
                  <a:lnTo>
                    <a:pt x="1761682" y="958"/>
                  </a:lnTo>
                  <a:close/>
                  <a:moveTo>
                    <a:pt x="1688329" y="0"/>
                  </a:moveTo>
                  <a:lnTo>
                    <a:pt x="1753091" y="1375"/>
                  </a:lnTo>
                  <a:lnTo>
                    <a:pt x="1678603" y="1536"/>
                  </a:lnTo>
                  <a:close/>
                  <a:moveTo>
                    <a:pt x="1688329" y="0"/>
                  </a:moveTo>
                  <a:lnTo>
                    <a:pt x="1761682" y="958"/>
                  </a:lnTo>
                  <a:lnTo>
                    <a:pt x="1753091" y="13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08" name="Candidate_density__2007">
              <a:extLst>
                <a:ext uri="{FF2B5EF4-FFF2-40B4-BE49-F238E27FC236}">
                  <a16:creationId xmlns:a16="http://schemas.microsoft.com/office/drawing/2014/main" id="{EEFF2C7C-334C-4A80-1559-607B91B42455}"/>
                </a:ext>
              </a:extLst>
            </p:cNvPr>
            <p:cNvSpPr>
              <a:spLocks noGrp="1"/>
            </p:cNvSpPr>
            <p:nvPr/>
          </p:nvSpPr>
          <p:spPr>
            <a:xfrm>
              <a:off x="4987527" y="3387013"/>
              <a:ext cx="1517970" cy="1806926"/>
            </a:xfrm>
            <a:custGeom>
              <a:avLst/>
              <a:gdLst/>
              <a:ahLst/>
              <a:cxnLst/>
              <a:rect l="0" t="0" r="0" b="0"/>
              <a:pathLst>
                <a:path w="1517970" h="1806926">
                  <a:moveTo>
                    <a:pt x="0" y="1727611"/>
                  </a:moveTo>
                  <a:lnTo>
                    <a:pt x="53860" y="1806926"/>
                  </a:lnTo>
                  <a:lnTo>
                    <a:pt x="68939" y="1698106"/>
                  </a:lnTo>
                  <a:close/>
                  <a:moveTo>
                    <a:pt x="500400" y="1189335"/>
                  </a:moveTo>
                  <a:lnTo>
                    <a:pt x="453267" y="1206568"/>
                  </a:lnTo>
                  <a:lnTo>
                    <a:pt x="543794" y="1232861"/>
                  </a:lnTo>
                  <a:close/>
                  <a:moveTo>
                    <a:pt x="500400" y="1189335"/>
                  </a:moveTo>
                  <a:lnTo>
                    <a:pt x="595410" y="1168132"/>
                  </a:lnTo>
                  <a:lnTo>
                    <a:pt x="517895" y="1136031"/>
                  </a:lnTo>
                  <a:close/>
                  <a:moveTo>
                    <a:pt x="773787" y="1320248"/>
                  </a:moveTo>
                  <a:lnTo>
                    <a:pt x="729233" y="1368871"/>
                  </a:lnTo>
                  <a:lnTo>
                    <a:pt x="710160" y="1361018"/>
                  </a:lnTo>
                  <a:close/>
                  <a:moveTo>
                    <a:pt x="694807" y="1152470"/>
                  </a:moveTo>
                  <a:lnTo>
                    <a:pt x="730082" y="1211911"/>
                  </a:lnTo>
                  <a:lnTo>
                    <a:pt x="738944" y="1189979"/>
                  </a:lnTo>
                  <a:close/>
                  <a:moveTo>
                    <a:pt x="570606" y="1047480"/>
                  </a:moveTo>
                  <a:lnTo>
                    <a:pt x="683544" y="1046302"/>
                  </a:lnTo>
                  <a:lnTo>
                    <a:pt x="659404" y="1020568"/>
                  </a:lnTo>
                  <a:close/>
                  <a:moveTo>
                    <a:pt x="390814" y="509151"/>
                  </a:moveTo>
                  <a:lnTo>
                    <a:pt x="284387" y="554190"/>
                  </a:lnTo>
                  <a:lnTo>
                    <a:pt x="372678" y="515753"/>
                  </a:lnTo>
                  <a:close/>
                  <a:moveTo>
                    <a:pt x="1299400" y="1264184"/>
                  </a:moveTo>
                  <a:lnTo>
                    <a:pt x="1305484" y="1261031"/>
                  </a:lnTo>
                  <a:lnTo>
                    <a:pt x="1300327" y="1250002"/>
                  </a:lnTo>
                  <a:close/>
                  <a:moveTo>
                    <a:pt x="1179668" y="1096602"/>
                  </a:moveTo>
                  <a:lnTo>
                    <a:pt x="1155021" y="1200585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11937" y="1135038"/>
                  </a:lnTo>
                  <a:lnTo>
                    <a:pt x="1155021" y="1200585"/>
                  </a:lnTo>
                  <a:close/>
                  <a:moveTo>
                    <a:pt x="1179668" y="1096602"/>
                  </a:moveTo>
                  <a:lnTo>
                    <a:pt x="1140201" y="1014386"/>
                  </a:lnTo>
                  <a:lnTo>
                    <a:pt x="1111937" y="1135038"/>
                  </a:lnTo>
                  <a:close/>
                  <a:moveTo>
                    <a:pt x="1300327" y="1250002"/>
                  </a:moveTo>
                  <a:lnTo>
                    <a:pt x="1305484" y="1261031"/>
                  </a:lnTo>
                  <a:lnTo>
                    <a:pt x="1315308" y="1251251"/>
                  </a:lnTo>
                  <a:close/>
                  <a:moveTo>
                    <a:pt x="1190384" y="1092036"/>
                  </a:moveTo>
                  <a:lnTo>
                    <a:pt x="1186837" y="1104336"/>
                  </a:lnTo>
                  <a:lnTo>
                    <a:pt x="1281118" y="1058165"/>
                  </a:lnTo>
                  <a:close/>
                  <a:moveTo>
                    <a:pt x="1190384" y="1092036"/>
                  </a:moveTo>
                  <a:lnTo>
                    <a:pt x="1179668" y="1096602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90384" y="1092036"/>
                  </a:lnTo>
                  <a:lnTo>
                    <a:pt x="1225283" y="1032879"/>
                  </a:lnTo>
                  <a:close/>
                  <a:moveTo>
                    <a:pt x="1140201" y="1014386"/>
                  </a:moveTo>
                  <a:lnTo>
                    <a:pt x="1179668" y="1096602"/>
                  </a:lnTo>
                  <a:lnTo>
                    <a:pt x="1163130" y="975950"/>
                  </a:lnTo>
                  <a:close/>
                  <a:moveTo>
                    <a:pt x="1281118" y="1058165"/>
                  </a:moveTo>
                  <a:lnTo>
                    <a:pt x="1371861" y="1105182"/>
                  </a:lnTo>
                  <a:lnTo>
                    <a:pt x="1319646" y="1047540"/>
                  </a:lnTo>
                  <a:close/>
                  <a:moveTo>
                    <a:pt x="1371861" y="1105182"/>
                  </a:moveTo>
                  <a:lnTo>
                    <a:pt x="1329894" y="1058165"/>
                  </a:lnTo>
                  <a:lnTo>
                    <a:pt x="1319646" y="1047540"/>
                  </a:lnTo>
                  <a:close/>
                  <a:moveTo>
                    <a:pt x="1405923" y="74934"/>
                  </a:moveTo>
                  <a:lnTo>
                    <a:pt x="1380885" y="57423"/>
                  </a:lnTo>
                  <a:lnTo>
                    <a:pt x="1433308" y="126046"/>
                  </a:lnTo>
                  <a:close/>
                  <a:moveTo>
                    <a:pt x="1388737" y="43831"/>
                  </a:moveTo>
                  <a:lnTo>
                    <a:pt x="1380885" y="57423"/>
                  </a:lnTo>
                  <a:lnTo>
                    <a:pt x="1405923" y="74934"/>
                  </a:lnTo>
                  <a:close/>
                  <a:moveTo>
                    <a:pt x="1396186" y="38531"/>
                  </a:moveTo>
                  <a:lnTo>
                    <a:pt x="1380885" y="57423"/>
                  </a:lnTo>
                  <a:lnTo>
                    <a:pt x="1388737" y="43831"/>
                  </a:lnTo>
                  <a:close/>
                  <a:moveTo>
                    <a:pt x="1502728" y="87610"/>
                  </a:moveTo>
                  <a:lnTo>
                    <a:pt x="1449463" y="22521"/>
                  </a:lnTo>
                  <a:lnTo>
                    <a:pt x="1405923" y="74934"/>
                  </a:lnTo>
                  <a:close/>
                  <a:moveTo>
                    <a:pt x="1449463" y="22521"/>
                  </a:moveTo>
                  <a:lnTo>
                    <a:pt x="1388737" y="43831"/>
                  </a:lnTo>
                  <a:lnTo>
                    <a:pt x="1405923" y="74934"/>
                  </a:lnTo>
                  <a:close/>
                  <a:moveTo>
                    <a:pt x="1517970" y="0"/>
                  </a:moveTo>
                  <a:lnTo>
                    <a:pt x="1396186" y="38531"/>
                  </a:lnTo>
                  <a:lnTo>
                    <a:pt x="1443483" y="16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09" name="Candidate_density__2008">
              <a:extLst>
                <a:ext uri="{FF2B5EF4-FFF2-40B4-BE49-F238E27FC236}">
                  <a16:creationId xmlns:a16="http://schemas.microsoft.com/office/drawing/2014/main" id="{00235678-861F-1253-06C9-E7C1637C166B}"/>
                </a:ext>
              </a:extLst>
            </p:cNvPr>
            <p:cNvSpPr>
              <a:spLocks noGrp="1"/>
            </p:cNvSpPr>
            <p:nvPr/>
          </p:nvSpPr>
          <p:spPr>
            <a:xfrm>
              <a:off x="4502544" y="3444122"/>
              <a:ext cx="2261655" cy="1398898"/>
            </a:xfrm>
            <a:custGeom>
              <a:avLst/>
              <a:gdLst/>
              <a:ahLst/>
              <a:cxnLst/>
              <a:rect l="0" t="0" r="0" b="0"/>
              <a:pathLst>
                <a:path w="2261655" h="1398898">
                  <a:moveTo>
                    <a:pt x="220537" y="1180491"/>
                  </a:moveTo>
                  <a:lnTo>
                    <a:pt x="138788" y="1153504"/>
                  </a:lnTo>
                  <a:lnTo>
                    <a:pt x="168858" y="1202477"/>
                  </a:lnTo>
                  <a:close/>
                  <a:moveTo>
                    <a:pt x="81607" y="1154917"/>
                  </a:moveTo>
                  <a:lnTo>
                    <a:pt x="120582" y="1150373"/>
                  </a:lnTo>
                  <a:lnTo>
                    <a:pt x="0" y="1094996"/>
                  </a:lnTo>
                  <a:close/>
                  <a:moveTo>
                    <a:pt x="296114" y="1184405"/>
                  </a:moveTo>
                  <a:lnTo>
                    <a:pt x="334802" y="1113848"/>
                  </a:lnTo>
                  <a:lnTo>
                    <a:pt x="220537" y="1180491"/>
                  </a:lnTo>
                  <a:close/>
                  <a:moveTo>
                    <a:pt x="549457" y="1344350"/>
                  </a:moveTo>
                  <a:lnTo>
                    <a:pt x="485573" y="1398898"/>
                  </a:lnTo>
                  <a:lnTo>
                    <a:pt x="548372" y="1355038"/>
                  </a:lnTo>
                  <a:close/>
                  <a:moveTo>
                    <a:pt x="548372" y="1355038"/>
                  </a:moveTo>
                  <a:lnTo>
                    <a:pt x="553384" y="1346984"/>
                  </a:lnTo>
                  <a:lnTo>
                    <a:pt x="549457" y="1344350"/>
                  </a:lnTo>
                  <a:close/>
                  <a:moveTo>
                    <a:pt x="727126" y="1314307"/>
                  </a:moveTo>
                  <a:lnTo>
                    <a:pt x="725952" y="1390762"/>
                  </a:lnTo>
                  <a:lnTo>
                    <a:pt x="780591" y="1277627"/>
                  </a:lnTo>
                  <a:close/>
                  <a:moveTo>
                    <a:pt x="780591" y="1277627"/>
                  </a:moveTo>
                  <a:lnTo>
                    <a:pt x="772544" y="1270111"/>
                  </a:lnTo>
                  <a:lnTo>
                    <a:pt x="727126" y="1314307"/>
                  </a:lnTo>
                  <a:close/>
                  <a:moveTo>
                    <a:pt x="783806" y="1375105"/>
                  </a:moveTo>
                  <a:lnTo>
                    <a:pt x="843626" y="1387065"/>
                  </a:lnTo>
                  <a:lnTo>
                    <a:pt x="780591" y="1277627"/>
                  </a:lnTo>
                  <a:close/>
                  <a:moveTo>
                    <a:pt x="679267" y="920163"/>
                  </a:moveTo>
                  <a:lnTo>
                    <a:pt x="736335" y="1013330"/>
                  </a:lnTo>
                  <a:lnTo>
                    <a:pt x="760834" y="946476"/>
                  </a:lnTo>
                  <a:close/>
                  <a:moveTo>
                    <a:pt x="760834" y="946476"/>
                  </a:moveTo>
                  <a:lnTo>
                    <a:pt x="815623" y="948870"/>
                  </a:lnTo>
                  <a:lnTo>
                    <a:pt x="679267" y="920163"/>
                  </a:lnTo>
                  <a:close/>
                  <a:moveTo>
                    <a:pt x="862138" y="971647"/>
                  </a:moveTo>
                  <a:lnTo>
                    <a:pt x="913924" y="1029637"/>
                  </a:lnTo>
                  <a:lnTo>
                    <a:pt x="815623" y="948870"/>
                  </a:lnTo>
                  <a:close/>
                  <a:moveTo>
                    <a:pt x="1054363" y="908156"/>
                  </a:moveTo>
                  <a:lnTo>
                    <a:pt x="1030432" y="966735"/>
                  </a:lnTo>
                  <a:lnTo>
                    <a:pt x="1053174" y="937521"/>
                  </a:lnTo>
                  <a:close/>
                  <a:moveTo>
                    <a:pt x="1030432" y="966735"/>
                  </a:moveTo>
                  <a:lnTo>
                    <a:pt x="1054363" y="908156"/>
                  </a:lnTo>
                  <a:lnTo>
                    <a:pt x="1042184" y="885864"/>
                  </a:lnTo>
                  <a:close/>
                  <a:moveTo>
                    <a:pt x="1875583" y="1251747"/>
                  </a:moveTo>
                  <a:lnTo>
                    <a:pt x="1790467" y="1203922"/>
                  </a:lnTo>
                  <a:lnTo>
                    <a:pt x="1745701" y="1259999"/>
                  </a:lnTo>
                  <a:close/>
                  <a:moveTo>
                    <a:pt x="1822269" y="880404"/>
                  </a:moveTo>
                  <a:lnTo>
                    <a:pt x="1819584" y="890630"/>
                  </a:lnTo>
                  <a:lnTo>
                    <a:pt x="1814877" y="1001056"/>
                  </a:lnTo>
                  <a:close/>
                  <a:moveTo>
                    <a:pt x="1822504" y="918841"/>
                  </a:moveTo>
                  <a:lnTo>
                    <a:pt x="1822269" y="880404"/>
                  </a:lnTo>
                  <a:lnTo>
                    <a:pt x="1814877" y="1001056"/>
                  </a:lnTo>
                  <a:close/>
                  <a:moveTo>
                    <a:pt x="1822058" y="876169"/>
                  </a:moveTo>
                  <a:lnTo>
                    <a:pt x="1819584" y="890630"/>
                  </a:lnTo>
                  <a:lnTo>
                    <a:pt x="1822269" y="880404"/>
                  </a:lnTo>
                  <a:close/>
                  <a:moveTo>
                    <a:pt x="2241617" y="721316"/>
                  </a:moveTo>
                  <a:lnTo>
                    <a:pt x="2226013" y="690037"/>
                  </a:lnTo>
                  <a:lnTo>
                    <a:pt x="2261655" y="765094"/>
                  </a:lnTo>
                  <a:close/>
                  <a:moveTo>
                    <a:pt x="2226013" y="690037"/>
                  </a:moveTo>
                  <a:lnTo>
                    <a:pt x="2184809" y="623443"/>
                  </a:lnTo>
                  <a:lnTo>
                    <a:pt x="2211307" y="682879"/>
                  </a:lnTo>
                  <a:close/>
                  <a:moveTo>
                    <a:pt x="2184809" y="623443"/>
                  </a:moveTo>
                  <a:lnTo>
                    <a:pt x="2185852" y="600664"/>
                  </a:lnTo>
                  <a:lnTo>
                    <a:pt x="2211307" y="682879"/>
                  </a:lnTo>
                  <a:close/>
                  <a:moveTo>
                    <a:pt x="2124839" y="511513"/>
                  </a:moveTo>
                  <a:lnTo>
                    <a:pt x="2174021" y="571622"/>
                  </a:lnTo>
                  <a:lnTo>
                    <a:pt x="2185852" y="600664"/>
                  </a:lnTo>
                  <a:close/>
                  <a:moveTo>
                    <a:pt x="2039786" y="80599"/>
                  </a:moveTo>
                  <a:lnTo>
                    <a:pt x="1988639" y="104572"/>
                  </a:lnTo>
                  <a:lnTo>
                    <a:pt x="2107048" y="53422"/>
                  </a:lnTo>
                  <a:close/>
                  <a:moveTo>
                    <a:pt x="2039786" y="80599"/>
                  </a:moveTo>
                  <a:lnTo>
                    <a:pt x="2107048" y="53422"/>
                  </a:lnTo>
                  <a:lnTo>
                    <a:pt x="2075787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10" name="Candidate_density__2009">
              <a:extLst>
                <a:ext uri="{FF2B5EF4-FFF2-40B4-BE49-F238E27FC236}">
                  <a16:creationId xmlns:a16="http://schemas.microsoft.com/office/drawing/2014/main" id="{21B45837-EE85-B221-4D85-82379FABD4A0}"/>
                </a:ext>
              </a:extLst>
            </p:cNvPr>
            <p:cNvSpPr>
              <a:spLocks noGrp="1"/>
            </p:cNvSpPr>
            <p:nvPr/>
          </p:nvSpPr>
          <p:spPr>
            <a:xfrm>
              <a:off x="4990979" y="3444122"/>
              <a:ext cx="1618613" cy="1344350"/>
            </a:xfrm>
            <a:custGeom>
              <a:avLst/>
              <a:gdLst/>
              <a:ahLst/>
              <a:cxnLst/>
              <a:rect l="0" t="0" r="0" b="0"/>
              <a:pathLst>
                <a:path w="1618613" h="1344350">
                  <a:moveTo>
                    <a:pt x="49854" y="1253338"/>
                  </a:moveTo>
                  <a:lnTo>
                    <a:pt x="17807" y="1260973"/>
                  </a:lnTo>
                  <a:lnTo>
                    <a:pt x="0" y="1333369"/>
                  </a:lnTo>
                  <a:close/>
                  <a:moveTo>
                    <a:pt x="49854" y="1253338"/>
                  </a:moveTo>
                  <a:lnTo>
                    <a:pt x="0" y="1333369"/>
                  </a:lnTo>
                  <a:lnTo>
                    <a:pt x="61023" y="1344350"/>
                  </a:lnTo>
                  <a:close/>
                  <a:moveTo>
                    <a:pt x="559463" y="1193238"/>
                  </a:moveTo>
                  <a:lnTo>
                    <a:pt x="614828" y="1275453"/>
                  </a:lnTo>
                  <a:lnTo>
                    <a:pt x="549153" y="1231674"/>
                  </a:lnTo>
                  <a:close/>
                  <a:moveTo>
                    <a:pt x="272400" y="946476"/>
                  </a:moveTo>
                  <a:lnTo>
                    <a:pt x="319879" y="902814"/>
                  </a:lnTo>
                  <a:lnTo>
                    <a:pt x="327188" y="948870"/>
                  </a:lnTo>
                  <a:close/>
                  <a:moveTo>
                    <a:pt x="482421" y="502422"/>
                  </a:moveTo>
                  <a:lnTo>
                    <a:pt x="438682" y="518451"/>
                  </a:lnTo>
                  <a:lnTo>
                    <a:pt x="438684" y="428719"/>
                  </a:lnTo>
                  <a:close/>
                  <a:moveTo>
                    <a:pt x="1441939" y="1241398"/>
                  </a:moveTo>
                  <a:lnTo>
                    <a:pt x="1348809" y="1171858"/>
                  </a:lnTo>
                  <a:lnTo>
                    <a:pt x="1387148" y="1251747"/>
                  </a:lnTo>
                  <a:close/>
                  <a:moveTo>
                    <a:pt x="1496587" y="1167062"/>
                  </a:moveTo>
                  <a:lnTo>
                    <a:pt x="1486194" y="1191660"/>
                  </a:lnTo>
                  <a:lnTo>
                    <a:pt x="1441939" y="1241398"/>
                  </a:lnTo>
                  <a:close/>
                  <a:moveTo>
                    <a:pt x="1360698" y="798189"/>
                  </a:moveTo>
                  <a:lnTo>
                    <a:pt x="1366303" y="759752"/>
                  </a:lnTo>
                  <a:lnTo>
                    <a:pt x="1333834" y="880404"/>
                  </a:lnTo>
                  <a:close/>
                  <a:moveTo>
                    <a:pt x="947233" y="291203"/>
                  </a:moveTo>
                  <a:lnTo>
                    <a:pt x="987787" y="266461"/>
                  </a:lnTo>
                  <a:lnTo>
                    <a:pt x="923300" y="265175"/>
                  </a:lnTo>
                  <a:close/>
                  <a:moveTo>
                    <a:pt x="947233" y="291203"/>
                  </a:moveTo>
                  <a:lnTo>
                    <a:pt x="923300" y="265175"/>
                  </a:lnTo>
                  <a:lnTo>
                    <a:pt x="873716" y="294991"/>
                  </a:lnTo>
                  <a:close/>
                  <a:moveTo>
                    <a:pt x="1618613" y="53422"/>
                  </a:moveTo>
                  <a:lnTo>
                    <a:pt x="1616760" y="27023"/>
                  </a:lnTo>
                  <a:lnTo>
                    <a:pt x="1587352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11" name="Candidate_density__2010">
              <a:extLst>
                <a:ext uri="{FF2B5EF4-FFF2-40B4-BE49-F238E27FC236}">
                  <a16:creationId xmlns:a16="http://schemas.microsoft.com/office/drawing/2014/main" id="{7C315BC4-111E-4AD2-B426-817FB819AF4B}"/>
                </a:ext>
              </a:extLst>
            </p:cNvPr>
            <p:cNvSpPr>
              <a:spLocks noGrp="1"/>
            </p:cNvSpPr>
            <p:nvPr/>
          </p:nvSpPr>
          <p:spPr>
            <a:xfrm>
              <a:off x="5811423" y="3697334"/>
              <a:ext cx="306275" cy="57809"/>
            </a:xfrm>
            <a:custGeom>
              <a:avLst/>
              <a:gdLst/>
              <a:ahLst/>
              <a:cxnLst/>
              <a:rect l="0" t="0" r="0" b="0"/>
              <a:pathLst>
                <a:path w="306275" h="57809">
                  <a:moveTo>
                    <a:pt x="53271" y="41779"/>
                  </a:moveTo>
                  <a:lnTo>
                    <a:pt x="0" y="57809"/>
                  </a:lnTo>
                  <a:lnTo>
                    <a:pt x="126789" y="37991"/>
                  </a:lnTo>
                  <a:close/>
                  <a:moveTo>
                    <a:pt x="175887" y="14747"/>
                  </a:moveTo>
                  <a:lnTo>
                    <a:pt x="167343" y="13249"/>
                  </a:lnTo>
                  <a:lnTo>
                    <a:pt x="126789" y="37991"/>
                  </a:lnTo>
                  <a:close/>
                  <a:moveTo>
                    <a:pt x="180292" y="13249"/>
                  </a:moveTo>
                  <a:lnTo>
                    <a:pt x="175887" y="14747"/>
                  </a:lnTo>
                  <a:lnTo>
                    <a:pt x="249547" y="3107"/>
                  </a:lnTo>
                  <a:close/>
                  <a:moveTo>
                    <a:pt x="249547" y="3107"/>
                  </a:moveTo>
                  <a:lnTo>
                    <a:pt x="175887" y="14747"/>
                  </a:lnTo>
                  <a:lnTo>
                    <a:pt x="126789" y="37991"/>
                  </a:lnTo>
                  <a:close/>
                  <a:moveTo>
                    <a:pt x="249547" y="3107"/>
                  </a:moveTo>
                  <a:lnTo>
                    <a:pt x="126789" y="37991"/>
                  </a:lnTo>
                  <a:lnTo>
                    <a:pt x="199590" y="31526"/>
                  </a:lnTo>
                  <a:close/>
                  <a:moveTo>
                    <a:pt x="167343" y="13249"/>
                  </a:moveTo>
                  <a:lnTo>
                    <a:pt x="175887" y="14747"/>
                  </a:lnTo>
                  <a:lnTo>
                    <a:pt x="177807" y="13539"/>
                  </a:lnTo>
                  <a:close/>
                  <a:moveTo>
                    <a:pt x="180292" y="13249"/>
                  </a:moveTo>
                  <a:lnTo>
                    <a:pt x="177807" y="13539"/>
                  </a:lnTo>
                  <a:lnTo>
                    <a:pt x="175887" y="14747"/>
                  </a:lnTo>
                  <a:close/>
                  <a:moveTo>
                    <a:pt x="306275" y="0"/>
                  </a:moveTo>
                  <a:lnTo>
                    <a:pt x="180292" y="13249"/>
                  </a:lnTo>
                  <a:lnTo>
                    <a:pt x="260336" y="6684"/>
                  </a:lnTo>
                  <a:close/>
                  <a:moveTo>
                    <a:pt x="260336" y="6684"/>
                  </a:moveTo>
                  <a:lnTo>
                    <a:pt x="180292" y="13249"/>
                  </a:lnTo>
                  <a:lnTo>
                    <a:pt x="249547" y="31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12" name="Candidate_density__2011">
              <a:extLst>
                <a:ext uri="{FF2B5EF4-FFF2-40B4-BE49-F238E27FC236}">
                  <a16:creationId xmlns:a16="http://schemas.microsoft.com/office/drawing/2014/main" id="{D4E3F061-3C85-E322-AF70-7A280CABC84E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53972"/>
              <a:ext cx="2255572" cy="1948032"/>
            </a:xfrm>
            <a:custGeom>
              <a:avLst/>
              <a:gdLst/>
              <a:ahLst/>
              <a:cxnLst/>
              <a:rect l="0" t="0" r="0" b="0"/>
              <a:pathLst>
                <a:path w="2255572" h="1948032">
                  <a:moveTo>
                    <a:pt x="5712" y="1146710"/>
                  </a:moveTo>
                  <a:lnTo>
                    <a:pt x="0" y="1162898"/>
                  </a:lnTo>
                  <a:lnTo>
                    <a:pt x="28790" y="1179908"/>
                  </a:lnTo>
                  <a:close/>
                  <a:moveTo>
                    <a:pt x="5628" y="1093307"/>
                  </a:moveTo>
                  <a:lnTo>
                    <a:pt x="0" y="1162898"/>
                  </a:lnTo>
                  <a:lnTo>
                    <a:pt x="5712" y="1146710"/>
                  </a:lnTo>
                  <a:close/>
                  <a:moveTo>
                    <a:pt x="38915" y="1108274"/>
                  </a:moveTo>
                  <a:lnTo>
                    <a:pt x="5712" y="1146710"/>
                  </a:lnTo>
                  <a:lnTo>
                    <a:pt x="28790" y="1179908"/>
                  </a:lnTo>
                  <a:close/>
                  <a:moveTo>
                    <a:pt x="5712" y="1146710"/>
                  </a:moveTo>
                  <a:lnTo>
                    <a:pt x="3136" y="1060256"/>
                  </a:lnTo>
                  <a:lnTo>
                    <a:pt x="5628" y="1093307"/>
                  </a:lnTo>
                  <a:close/>
                  <a:moveTo>
                    <a:pt x="3921" y="1064495"/>
                  </a:moveTo>
                  <a:lnTo>
                    <a:pt x="5628" y="1093307"/>
                  </a:lnTo>
                  <a:lnTo>
                    <a:pt x="3136" y="1060256"/>
                  </a:lnTo>
                  <a:close/>
                  <a:moveTo>
                    <a:pt x="794512" y="1930425"/>
                  </a:moveTo>
                  <a:lnTo>
                    <a:pt x="763493" y="1867165"/>
                  </a:lnTo>
                  <a:lnTo>
                    <a:pt x="787142" y="1948032"/>
                  </a:lnTo>
                  <a:close/>
                  <a:moveTo>
                    <a:pt x="794512" y="1930425"/>
                  </a:moveTo>
                  <a:lnTo>
                    <a:pt x="758528" y="1848209"/>
                  </a:lnTo>
                  <a:lnTo>
                    <a:pt x="763493" y="1867165"/>
                  </a:lnTo>
                  <a:close/>
                  <a:moveTo>
                    <a:pt x="758528" y="1848209"/>
                  </a:moveTo>
                  <a:lnTo>
                    <a:pt x="794512" y="1930425"/>
                  </a:lnTo>
                  <a:lnTo>
                    <a:pt x="851700" y="1891988"/>
                  </a:lnTo>
                  <a:close/>
                  <a:moveTo>
                    <a:pt x="793585" y="1809773"/>
                  </a:moveTo>
                  <a:lnTo>
                    <a:pt x="722548" y="1739768"/>
                  </a:lnTo>
                  <a:lnTo>
                    <a:pt x="716056" y="1765995"/>
                  </a:lnTo>
                  <a:close/>
                  <a:moveTo>
                    <a:pt x="793585" y="1809773"/>
                  </a:moveTo>
                  <a:lnTo>
                    <a:pt x="716056" y="1765995"/>
                  </a:lnTo>
                  <a:lnTo>
                    <a:pt x="758528" y="1848209"/>
                  </a:lnTo>
                  <a:close/>
                  <a:moveTo>
                    <a:pt x="377415" y="1152052"/>
                  </a:moveTo>
                  <a:lnTo>
                    <a:pt x="359755" y="1252384"/>
                  </a:lnTo>
                  <a:lnTo>
                    <a:pt x="366692" y="1176889"/>
                  </a:lnTo>
                  <a:close/>
                  <a:moveTo>
                    <a:pt x="227997" y="1152194"/>
                  </a:moveTo>
                  <a:lnTo>
                    <a:pt x="315305" y="1069837"/>
                  </a:lnTo>
                  <a:lnTo>
                    <a:pt x="234799" y="1093194"/>
                  </a:lnTo>
                  <a:close/>
                  <a:moveTo>
                    <a:pt x="305976" y="1165086"/>
                  </a:moveTo>
                  <a:lnTo>
                    <a:pt x="350828" y="1117576"/>
                  </a:lnTo>
                  <a:lnTo>
                    <a:pt x="227997" y="1152194"/>
                  </a:lnTo>
                  <a:close/>
                  <a:moveTo>
                    <a:pt x="945110" y="1780106"/>
                  </a:moveTo>
                  <a:lnTo>
                    <a:pt x="887941" y="1732462"/>
                  </a:lnTo>
                  <a:lnTo>
                    <a:pt x="856876" y="1691155"/>
                  </a:lnTo>
                  <a:close/>
                  <a:moveTo>
                    <a:pt x="887941" y="1732462"/>
                  </a:moveTo>
                  <a:lnTo>
                    <a:pt x="945110" y="1780106"/>
                  </a:lnTo>
                  <a:lnTo>
                    <a:pt x="1028490" y="1764094"/>
                  </a:lnTo>
                  <a:close/>
                  <a:moveTo>
                    <a:pt x="463992" y="1228233"/>
                  </a:moveTo>
                  <a:lnTo>
                    <a:pt x="464366" y="1263419"/>
                  </a:lnTo>
                  <a:lnTo>
                    <a:pt x="539872" y="1195831"/>
                  </a:lnTo>
                  <a:close/>
                  <a:moveTo>
                    <a:pt x="410238" y="1211342"/>
                  </a:moveTo>
                  <a:lnTo>
                    <a:pt x="493294" y="1156371"/>
                  </a:lnTo>
                  <a:lnTo>
                    <a:pt x="377415" y="1152052"/>
                  </a:lnTo>
                  <a:close/>
                  <a:moveTo>
                    <a:pt x="377415" y="1152052"/>
                  </a:moveTo>
                  <a:lnTo>
                    <a:pt x="493294" y="1156371"/>
                  </a:lnTo>
                  <a:lnTo>
                    <a:pt x="451159" y="1113616"/>
                  </a:lnTo>
                  <a:close/>
                  <a:moveTo>
                    <a:pt x="463992" y="1228233"/>
                  </a:moveTo>
                  <a:lnTo>
                    <a:pt x="539872" y="1195831"/>
                  </a:lnTo>
                  <a:lnTo>
                    <a:pt x="493294" y="1156371"/>
                  </a:lnTo>
                  <a:close/>
                  <a:moveTo>
                    <a:pt x="451159" y="1113616"/>
                  </a:moveTo>
                  <a:lnTo>
                    <a:pt x="397874" y="1078273"/>
                  </a:lnTo>
                  <a:lnTo>
                    <a:pt x="350828" y="1117576"/>
                  </a:lnTo>
                  <a:close/>
                  <a:moveTo>
                    <a:pt x="336839" y="1031401"/>
                  </a:moveTo>
                  <a:lnTo>
                    <a:pt x="350828" y="1117576"/>
                  </a:lnTo>
                  <a:lnTo>
                    <a:pt x="397874" y="1078273"/>
                  </a:lnTo>
                  <a:close/>
                  <a:moveTo>
                    <a:pt x="698621" y="1360261"/>
                  </a:moveTo>
                  <a:lnTo>
                    <a:pt x="798833" y="1337974"/>
                  </a:lnTo>
                  <a:lnTo>
                    <a:pt x="696194" y="1357669"/>
                  </a:lnTo>
                  <a:close/>
                  <a:moveTo>
                    <a:pt x="1223023" y="1503700"/>
                  </a:moveTo>
                  <a:lnTo>
                    <a:pt x="1215192" y="1530034"/>
                  </a:lnTo>
                  <a:lnTo>
                    <a:pt x="1239285" y="1409382"/>
                  </a:lnTo>
                  <a:close/>
                  <a:moveTo>
                    <a:pt x="1239285" y="1409382"/>
                  </a:moveTo>
                  <a:lnTo>
                    <a:pt x="1215192" y="1530034"/>
                  </a:lnTo>
                  <a:lnTo>
                    <a:pt x="1234311" y="1491597"/>
                  </a:lnTo>
                  <a:close/>
                  <a:moveTo>
                    <a:pt x="1314348" y="1321922"/>
                  </a:moveTo>
                  <a:lnTo>
                    <a:pt x="1373269" y="1356384"/>
                  </a:lnTo>
                  <a:lnTo>
                    <a:pt x="1316899" y="1288731"/>
                  </a:lnTo>
                  <a:close/>
                  <a:moveTo>
                    <a:pt x="1245289" y="1217381"/>
                  </a:moveTo>
                  <a:lnTo>
                    <a:pt x="1316899" y="1288731"/>
                  </a:lnTo>
                  <a:lnTo>
                    <a:pt x="1263014" y="1222816"/>
                  </a:lnTo>
                  <a:close/>
                  <a:moveTo>
                    <a:pt x="1245289" y="1217381"/>
                  </a:moveTo>
                  <a:lnTo>
                    <a:pt x="1314348" y="1321922"/>
                  </a:lnTo>
                  <a:lnTo>
                    <a:pt x="1316899" y="1288731"/>
                  </a:lnTo>
                  <a:close/>
                  <a:moveTo>
                    <a:pt x="1217163" y="1124300"/>
                  </a:moveTo>
                  <a:lnTo>
                    <a:pt x="1224640" y="1079343"/>
                  </a:lnTo>
                  <a:lnTo>
                    <a:pt x="1111702" y="1080521"/>
                  </a:lnTo>
                  <a:close/>
                  <a:moveTo>
                    <a:pt x="1247712" y="1206515"/>
                  </a:moveTo>
                  <a:lnTo>
                    <a:pt x="1245289" y="1217381"/>
                  </a:lnTo>
                  <a:lnTo>
                    <a:pt x="1263014" y="1222816"/>
                  </a:lnTo>
                  <a:close/>
                  <a:moveTo>
                    <a:pt x="1316899" y="1288731"/>
                  </a:moveTo>
                  <a:lnTo>
                    <a:pt x="1392119" y="1250294"/>
                  </a:lnTo>
                  <a:lnTo>
                    <a:pt x="1263014" y="1222816"/>
                  </a:lnTo>
                  <a:close/>
                  <a:moveTo>
                    <a:pt x="1214229" y="1085864"/>
                  </a:moveTo>
                  <a:lnTo>
                    <a:pt x="1224640" y="1079343"/>
                  </a:lnTo>
                  <a:lnTo>
                    <a:pt x="1217163" y="1124300"/>
                  </a:lnTo>
                  <a:close/>
                  <a:moveTo>
                    <a:pt x="1411396" y="1243024"/>
                  </a:moveTo>
                  <a:lnTo>
                    <a:pt x="1491937" y="1238137"/>
                  </a:lnTo>
                  <a:lnTo>
                    <a:pt x="1474877" y="1151915"/>
                  </a:lnTo>
                  <a:close/>
                  <a:moveTo>
                    <a:pt x="1885062" y="1255636"/>
                  </a:moveTo>
                  <a:lnTo>
                    <a:pt x="1856405" y="1284292"/>
                  </a:lnTo>
                  <a:lnTo>
                    <a:pt x="1893357" y="1262008"/>
                  </a:lnTo>
                  <a:close/>
                  <a:moveTo>
                    <a:pt x="1885062" y="1255636"/>
                  </a:moveTo>
                  <a:lnTo>
                    <a:pt x="1893357" y="1262008"/>
                  </a:lnTo>
                  <a:lnTo>
                    <a:pt x="1902276" y="1246999"/>
                  </a:lnTo>
                  <a:close/>
                  <a:moveTo>
                    <a:pt x="1817302" y="1173421"/>
                  </a:moveTo>
                  <a:lnTo>
                    <a:pt x="1902276" y="1246999"/>
                  </a:lnTo>
                  <a:lnTo>
                    <a:pt x="1912958" y="1138223"/>
                  </a:lnTo>
                  <a:close/>
                  <a:moveTo>
                    <a:pt x="1893357" y="1262008"/>
                  </a:moveTo>
                  <a:lnTo>
                    <a:pt x="1956070" y="1217200"/>
                  </a:lnTo>
                  <a:lnTo>
                    <a:pt x="1902276" y="1246999"/>
                  </a:lnTo>
                  <a:close/>
                  <a:moveTo>
                    <a:pt x="2030742" y="1281810"/>
                  </a:moveTo>
                  <a:lnTo>
                    <a:pt x="1956070" y="1217200"/>
                  </a:lnTo>
                  <a:lnTo>
                    <a:pt x="1893357" y="1262008"/>
                  </a:lnTo>
                  <a:close/>
                  <a:moveTo>
                    <a:pt x="1822214" y="1091206"/>
                  </a:moveTo>
                  <a:lnTo>
                    <a:pt x="1817302" y="1173421"/>
                  </a:lnTo>
                  <a:lnTo>
                    <a:pt x="1912958" y="1138223"/>
                  </a:lnTo>
                  <a:close/>
                  <a:moveTo>
                    <a:pt x="1704227" y="1008991"/>
                  </a:moveTo>
                  <a:lnTo>
                    <a:pt x="1766380" y="1065921"/>
                  </a:lnTo>
                  <a:lnTo>
                    <a:pt x="1792459" y="975411"/>
                  </a:lnTo>
                  <a:close/>
                  <a:moveTo>
                    <a:pt x="1702284" y="888339"/>
                  </a:moveTo>
                  <a:lnTo>
                    <a:pt x="1704227" y="1008991"/>
                  </a:lnTo>
                  <a:lnTo>
                    <a:pt x="1795401" y="959224"/>
                  </a:lnTo>
                  <a:close/>
                  <a:moveTo>
                    <a:pt x="1688861" y="926776"/>
                  </a:moveTo>
                  <a:lnTo>
                    <a:pt x="1704227" y="1008991"/>
                  </a:lnTo>
                  <a:lnTo>
                    <a:pt x="1702284" y="888339"/>
                  </a:lnTo>
                  <a:close/>
                  <a:moveTo>
                    <a:pt x="1204728" y="312834"/>
                  </a:moveTo>
                  <a:lnTo>
                    <a:pt x="1223036" y="334643"/>
                  </a:lnTo>
                  <a:lnTo>
                    <a:pt x="1261553" y="356542"/>
                  </a:lnTo>
                  <a:close/>
                  <a:moveTo>
                    <a:pt x="1702284" y="888339"/>
                  </a:moveTo>
                  <a:lnTo>
                    <a:pt x="1795401" y="959224"/>
                  </a:lnTo>
                  <a:lnTo>
                    <a:pt x="1794133" y="849902"/>
                  </a:lnTo>
                  <a:close/>
                  <a:moveTo>
                    <a:pt x="1738243" y="806124"/>
                  </a:moveTo>
                  <a:lnTo>
                    <a:pt x="1702284" y="888339"/>
                  </a:lnTo>
                  <a:lnTo>
                    <a:pt x="1794133" y="849902"/>
                  </a:lnTo>
                  <a:close/>
                  <a:moveTo>
                    <a:pt x="1238942" y="272005"/>
                  </a:moveTo>
                  <a:lnTo>
                    <a:pt x="1272913" y="294093"/>
                  </a:lnTo>
                  <a:lnTo>
                    <a:pt x="1312895" y="269847"/>
                  </a:lnTo>
                  <a:close/>
                  <a:moveTo>
                    <a:pt x="1348209" y="192182"/>
                  </a:moveTo>
                  <a:lnTo>
                    <a:pt x="1272913" y="294093"/>
                  </a:lnTo>
                  <a:lnTo>
                    <a:pt x="1312904" y="274397"/>
                  </a:lnTo>
                  <a:close/>
                  <a:moveTo>
                    <a:pt x="1941101" y="1096548"/>
                  </a:moveTo>
                  <a:lnTo>
                    <a:pt x="1916462" y="1035282"/>
                  </a:lnTo>
                  <a:lnTo>
                    <a:pt x="1922792" y="1130228"/>
                  </a:lnTo>
                  <a:close/>
                  <a:moveTo>
                    <a:pt x="2098673" y="826730"/>
                  </a:moveTo>
                  <a:lnTo>
                    <a:pt x="2232834" y="834474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98673" y="826730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75137" y="811466"/>
                  </a:lnTo>
                  <a:lnTo>
                    <a:pt x="2098673" y="826730"/>
                  </a:lnTo>
                  <a:close/>
                  <a:moveTo>
                    <a:pt x="2046411" y="729251"/>
                  </a:moveTo>
                  <a:lnTo>
                    <a:pt x="2140305" y="773030"/>
                  </a:lnTo>
                  <a:lnTo>
                    <a:pt x="2072009" y="690815"/>
                  </a:lnTo>
                  <a:close/>
                  <a:moveTo>
                    <a:pt x="2072009" y="690815"/>
                  </a:moveTo>
                  <a:lnTo>
                    <a:pt x="2144442" y="770938"/>
                  </a:lnTo>
                  <a:lnTo>
                    <a:pt x="2152300" y="664457"/>
                  </a:lnTo>
                  <a:close/>
                  <a:moveTo>
                    <a:pt x="2072009" y="690815"/>
                  </a:moveTo>
                  <a:lnTo>
                    <a:pt x="2140305" y="773030"/>
                  </a:lnTo>
                  <a:lnTo>
                    <a:pt x="2144442" y="770938"/>
                  </a:lnTo>
                  <a:close/>
                  <a:moveTo>
                    <a:pt x="2255572" y="741183"/>
                  </a:moveTo>
                  <a:lnTo>
                    <a:pt x="2143069" y="777519"/>
                  </a:lnTo>
                  <a:lnTo>
                    <a:pt x="2232834" y="834474"/>
                  </a:lnTo>
                  <a:close/>
                  <a:moveTo>
                    <a:pt x="2144442" y="770938"/>
                  </a:moveTo>
                  <a:lnTo>
                    <a:pt x="2255572" y="741183"/>
                  </a:lnTo>
                  <a:lnTo>
                    <a:pt x="2230134" y="661772"/>
                  </a:lnTo>
                  <a:close/>
                  <a:moveTo>
                    <a:pt x="2144442" y="770938"/>
                  </a:moveTo>
                  <a:lnTo>
                    <a:pt x="2230134" y="661772"/>
                  </a:lnTo>
                  <a:lnTo>
                    <a:pt x="2152300" y="664457"/>
                  </a:lnTo>
                  <a:close/>
                  <a:moveTo>
                    <a:pt x="2064418" y="575219"/>
                  </a:moveTo>
                  <a:lnTo>
                    <a:pt x="2036625" y="658200"/>
                  </a:lnTo>
                  <a:lnTo>
                    <a:pt x="2152300" y="664457"/>
                  </a:lnTo>
                  <a:close/>
                  <a:moveTo>
                    <a:pt x="2138639" y="575472"/>
                  </a:moveTo>
                  <a:lnTo>
                    <a:pt x="2064418" y="575219"/>
                  </a:lnTo>
                  <a:lnTo>
                    <a:pt x="2152300" y="664457"/>
                  </a:lnTo>
                  <a:close/>
                  <a:moveTo>
                    <a:pt x="1929193" y="526385"/>
                  </a:moveTo>
                  <a:lnTo>
                    <a:pt x="1990694" y="487948"/>
                  </a:lnTo>
                  <a:lnTo>
                    <a:pt x="1924501" y="517644"/>
                  </a:lnTo>
                  <a:close/>
                  <a:moveTo>
                    <a:pt x="1910285" y="405733"/>
                  </a:moveTo>
                  <a:lnTo>
                    <a:pt x="1881221" y="444169"/>
                  </a:lnTo>
                  <a:lnTo>
                    <a:pt x="1924501" y="517644"/>
                  </a:lnTo>
                  <a:close/>
                  <a:moveTo>
                    <a:pt x="2121808" y="82214"/>
                  </a:moveTo>
                  <a:lnTo>
                    <a:pt x="2095899" y="170749"/>
                  </a:lnTo>
                  <a:lnTo>
                    <a:pt x="2131900" y="90151"/>
                  </a:lnTo>
                  <a:close/>
                  <a:moveTo>
                    <a:pt x="2121808" y="82214"/>
                  </a:moveTo>
                  <a:lnTo>
                    <a:pt x="2127740" y="74596"/>
                  </a:lnTo>
                  <a:lnTo>
                    <a:pt x="2043824" y="120651"/>
                  </a:lnTo>
                  <a:close/>
                  <a:moveTo>
                    <a:pt x="2043824" y="120651"/>
                  </a:moveTo>
                  <a:lnTo>
                    <a:pt x="2127740" y="74596"/>
                  </a:lnTo>
                  <a:lnTo>
                    <a:pt x="1994305" y="31667"/>
                  </a:lnTo>
                  <a:close/>
                  <a:moveTo>
                    <a:pt x="2043824" y="120651"/>
                  </a:moveTo>
                  <a:lnTo>
                    <a:pt x="1994305" y="31667"/>
                  </a:lnTo>
                  <a:lnTo>
                    <a:pt x="1990559" y="55562"/>
                  </a:lnTo>
                  <a:close/>
                  <a:moveTo>
                    <a:pt x="2127740" y="74596"/>
                  </a:moveTo>
                  <a:lnTo>
                    <a:pt x="2137271" y="82214"/>
                  </a:lnTo>
                  <a:lnTo>
                    <a:pt x="2067658" y="32624"/>
                  </a:lnTo>
                  <a:close/>
                  <a:moveTo>
                    <a:pt x="1984579" y="33203"/>
                  </a:moveTo>
                  <a:lnTo>
                    <a:pt x="1971833" y="0"/>
                  </a:lnTo>
                  <a:lnTo>
                    <a:pt x="1994305" y="31667"/>
                  </a:lnTo>
                  <a:close/>
                  <a:moveTo>
                    <a:pt x="2121808" y="82214"/>
                  </a:moveTo>
                  <a:lnTo>
                    <a:pt x="2131900" y="90151"/>
                  </a:lnTo>
                  <a:lnTo>
                    <a:pt x="2137258" y="76133"/>
                  </a:lnTo>
                  <a:close/>
                  <a:moveTo>
                    <a:pt x="2127740" y="74596"/>
                  </a:moveTo>
                  <a:lnTo>
                    <a:pt x="2121808" y="82214"/>
                  </a:lnTo>
                  <a:lnTo>
                    <a:pt x="2137258" y="76133"/>
                  </a:lnTo>
                  <a:close/>
                  <a:moveTo>
                    <a:pt x="2137258" y="76133"/>
                  </a:moveTo>
                  <a:lnTo>
                    <a:pt x="2131900" y="90151"/>
                  </a:lnTo>
                  <a:lnTo>
                    <a:pt x="2137271" y="82214"/>
                  </a:lnTo>
                  <a:close/>
                  <a:moveTo>
                    <a:pt x="2137258" y="76133"/>
                  </a:moveTo>
                  <a:lnTo>
                    <a:pt x="2137271" y="82214"/>
                  </a:lnTo>
                  <a:lnTo>
                    <a:pt x="2127740" y="7459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13" name="Candidate_density__2012">
              <a:extLst>
                <a:ext uri="{FF2B5EF4-FFF2-40B4-BE49-F238E27FC236}">
                  <a16:creationId xmlns:a16="http://schemas.microsoft.com/office/drawing/2014/main" id="{E080415A-9D83-6023-D833-B87E6D0C4A77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436186"/>
              <a:ext cx="2267420" cy="1924746"/>
            </a:xfrm>
            <a:custGeom>
              <a:avLst/>
              <a:gdLst/>
              <a:ahLst/>
              <a:cxnLst/>
              <a:rect l="0" t="0" r="0" b="0"/>
              <a:pathLst>
                <a:path w="2267420" h="1924746">
                  <a:moveTo>
                    <a:pt x="106751" y="1110521"/>
                  </a:moveTo>
                  <a:lnTo>
                    <a:pt x="28790" y="1097694"/>
                  </a:lnTo>
                  <a:lnTo>
                    <a:pt x="0" y="1080683"/>
                  </a:lnTo>
                  <a:close/>
                  <a:moveTo>
                    <a:pt x="817735" y="1881623"/>
                  </a:moveTo>
                  <a:lnTo>
                    <a:pt x="787142" y="1865817"/>
                  </a:lnTo>
                  <a:lnTo>
                    <a:pt x="842788" y="1911835"/>
                  </a:lnTo>
                  <a:close/>
                  <a:moveTo>
                    <a:pt x="656950" y="1559131"/>
                  </a:moveTo>
                  <a:lnTo>
                    <a:pt x="636682" y="1627269"/>
                  </a:lnTo>
                  <a:lnTo>
                    <a:pt x="647466" y="1601565"/>
                  </a:lnTo>
                  <a:close/>
                  <a:moveTo>
                    <a:pt x="106751" y="1110521"/>
                  </a:moveTo>
                  <a:lnTo>
                    <a:pt x="197107" y="1141715"/>
                  </a:lnTo>
                  <a:lnTo>
                    <a:pt x="227997" y="1069979"/>
                  </a:lnTo>
                  <a:close/>
                  <a:moveTo>
                    <a:pt x="28790" y="1097694"/>
                  </a:moveTo>
                  <a:lnTo>
                    <a:pt x="106751" y="1110521"/>
                  </a:lnTo>
                  <a:lnTo>
                    <a:pt x="155421" y="1077288"/>
                  </a:lnTo>
                  <a:close/>
                  <a:moveTo>
                    <a:pt x="75709" y="1057914"/>
                  </a:moveTo>
                  <a:lnTo>
                    <a:pt x="28790" y="1097694"/>
                  </a:lnTo>
                  <a:lnTo>
                    <a:pt x="155421" y="1077288"/>
                  </a:lnTo>
                  <a:close/>
                  <a:moveTo>
                    <a:pt x="758528" y="1765995"/>
                  </a:moveTo>
                  <a:lnTo>
                    <a:pt x="716056" y="1683780"/>
                  </a:lnTo>
                  <a:lnTo>
                    <a:pt x="722288" y="1718358"/>
                  </a:lnTo>
                  <a:close/>
                  <a:moveTo>
                    <a:pt x="636682" y="1627269"/>
                  </a:moveTo>
                  <a:lnTo>
                    <a:pt x="716056" y="1683780"/>
                  </a:lnTo>
                  <a:lnTo>
                    <a:pt x="677184" y="1634783"/>
                  </a:lnTo>
                  <a:close/>
                  <a:moveTo>
                    <a:pt x="647466" y="1601565"/>
                  </a:moveTo>
                  <a:lnTo>
                    <a:pt x="636682" y="1627269"/>
                  </a:lnTo>
                  <a:lnTo>
                    <a:pt x="677184" y="1634783"/>
                  </a:lnTo>
                  <a:close/>
                  <a:moveTo>
                    <a:pt x="817735" y="1881623"/>
                  </a:moveTo>
                  <a:lnTo>
                    <a:pt x="903800" y="1924746"/>
                  </a:lnTo>
                  <a:lnTo>
                    <a:pt x="942627" y="1854713"/>
                  </a:lnTo>
                  <a:close/>
                  <a:moveTo>
                    <a:pt x="677184" y="1634783"/>
                  </a:moveTo>
                  <a:lnTo>
                    <a:pt x="716056" y="1683780"/>
                  </a:lnTo>
                  <a:lnTo>
                    <a:pt x="722548" y="1657554"/>
                  </a:lnTo>
                  <a:close/>
                  <a:moveTo>
                    <a:pt x="647466" y="1601565"/>
                  </a:moveTo>
                  <a:lnTo>
                    <a:pt x="722548" y="1657554"/>
                  </a:lnTo>
                  <a:lnTo>
                    <a:pt x="637610" y="1565923"/>
                  </a:lnTo>
                  <a:close/>
                  <a:moveTo>
                    <a:pt x="677184" y="1634783"/>
                  </a:moveTo>
                  <a:lnTo>
                    <a:pt x="722548" y="1657554"/>
                  </a:lnTo>
                  <a:lnTo>
                    <a:pt x="647466" y="1601565"/>
                  </a:lnTo>
                  <a:close/>
                  <a:moveTo>
                    <a:pt x="541686" y="1406834"/>
                  </a:moveTo>
                  <a:lnTo>
                    <a:pt x="544548" y="1341305"/>
                  </a:lnTo>
                  <a:lnTo>
                    <a:pt x="472287" y="1354920"/>
                  </a:lnTo>
                  <a:close/>
                  <a:moveTo>
                    <a:pt x="458985" y="1272704"/>
                  </a:moveTo>
                  <a:lnTo>
                    <a:pt x="472287" y="1354920"/>
                  </a:lnTo>
                  <a:lnTo>
                    <a:pt x="493620" y="1234268"/>
                  </a:lnTo>
                  <a:close/>
                  <a:moveTo>
                    <a:pt x="464366" y="1181204"/>
                  </a:moveTo>
                  <a:lnTo>
                    <a:pt x="446988" y="1159843"/>
                  </a:lnTo>
                  <a:lnTo>
                    <a:pt x="493620" y="1234268"/>
                  </a:lnTo>
                  <a:close/>
                  <a:moveTo>
                    <a:pt x="493620" y="1234268"/>
                  </a:moveTo>
                  <a:lnTo>
                    <a:pt x="446988" y="1159843"/>
                  </a:lnTo>
                  <a:lnTo>
                    <a:pt x="434405" y="1190489"/>
                  </a:lnTo>
                  <a:close/>
                  <a:moveTo>
                    <a:pt x="377415" y="1069838"/>
                  </a:moveTo>
                  <a:lnTo>
                    <a:pt x="390915" y="1121784"/>
                  </a:lnTo>
                  <a:lnTo>
                    <a:pt x="359755" y="1170169"/>
                  </a:lnTo>
                  <a:close/>
                  <a:moveTo>
                    <a:pt x="359755" y="1170169"/>
                  </a:moveTo>
                  <a:lnTo>
                    <a:pt x="390915" y="1121784"/>
                  </a:lnTo>
                  <a:lnTo>
                    <a:pt x="446988" y="1159843"/>
                  </a:lnTo>
                  <a:close/>
                  <a:moveTo>
                    <a:pt x="234799" y="1010980"/>
                  </a:moveTo>
                  <a:lnTo>
                    <a:pt x="155421" y="1077288"/>
                  </a:lnTo>
                  <a:lnTo>
                    <a:pt x="227997" y="1069979"/>
                  </a:lnTo>
                  <a:close/>
                  <a:moveTo>
                    <a:pt x="315305" y="987623"/>
                  </a:moveTo>
                  <a:lnTo>
                    <a:pt x="277590" y="905408"/>
                  </a:lnTo>
                  <a:lnTo>
                    <a:pt x="234799" y="1010980"/>
                  </a:lnTo>
                  <a:close/>
                  <a:moveTo>
                    <a:pt x="277590" y="905408"/>
                  </a:moveTo>
                  <a:lnTo>
                    <a:pt x="236898" y="909181"/>
                  </a:lnTo>
                  <a:lnTo>
                    <a:pt x="234799" y="1010980"/>
                  </a:lnTo>
                  <a:close/>
                  <a:moveTo>
                    <a:pt x="173775" y="867251"/>
                  </a:moveTo>
                  <a:lnTo>
                    <a:pt x="225061" y="905408"/>
                  </a:lnTo>
                  <a:lnTo>
                    <a:pt x="236898" y="909181"/>
                  </a:lnTo>
                  <a:close/>
                  <a:moveTo>
                    <a:pt x="154729" y="859498"/>
                  </a:moveTo>
                  <a:lnTo>
                    <a:pt x="225061" y="905408"/>
                  </a:lnTo>
                  <a:lnTo>
                    <a:pt x="173775" y="867251"/>
                  </a:lnTo>
                  <a:close/>
                  <a:moveTo>
                    <a:pt x="856876" y="1608940"/>
                  </a:moveTo>
                  <a:lnTo>
                    <a:pt x="887941" y="1650247"/>
                  </a:lnTo>
                  <a:lnTo>
                    <a:pt x="882311" y="1645344"/>
                  </a:lnTo>
                  <a:close/>
                  <a:moveTo>
                    <a:pt x="821606" y="1537522"/>
                  </a:moveTo>
                  <a:lnTo>
                    <a:pt x="856876" y="1608940"/>
                  </a:lnTo>
                  <a:lnTo>
                    <a:pt x="882311" y="1645344"/>
                  </a:lnTo>
                  <a:close/>
                  <a:moveTo>
                    <a:pt x="698621" y="1278047"/>
                  </a:moveTo>
                  <a:lnTo>
                    <a:pt x="738910" y="1371706"/>
                  </a:lnTo>
                  <a:lnTo>
                    <a:pt x="783240" y="1322243"/>
                  </a:lnTo>
                  <a:close/>
                  <a:moveTo>
                    <a:pt x="410238" y="1129127"/>
                  </a:moveTo>
                  <a:lnTo>
                    <a:pt x="464366" y="1181204"/>
                  </a:lnTo>
                  <a:lnTo>
                    <a:pt x="463992" y="1146019"/>
                  </a:lnTo>
                  <a:close/>
                  <a:moveTo>
                    <a:pt x="539872" y="1113617"/>
                  </a:moveTo>
                  <a:lnTo>
                    <a:pt x="464366" y="1181204"/>
                  </a:lnTo>
                  <a:lnTo>
                    <a:pt x="493620" y="1234268"/>
                  </a:lnTo>
                  <a:close/>
                  <a:moveTo>
                    <a:pt x="463992" y="1146019"/>
                  </a:moveTo>
                  <a:lnTo>
                    <a:pt x="493294" y="1074157"/>
                  </a:lnTo>
                  <a:lnTo>
                    <a:pt x="410238" y="1129127"/>
                  </a:lnTo>
                  <a:close/>
                  <a:moveTo>
                    <a:pt x="336839" y="949186"/>
                  </a:moveTo>
                  <a:lnTo>
                    <a:pt x="277590" y="905408"/>
                  </a:lnTo>
                  <a:lnTo>
                    <a:pt x="315305" y="987623"/>
                  </a:lnTo>
                  <a:close/>
                  <a:moveTo>
                    <a:pt x="291108" y="875536"/>
                  </a:moveTo>
                  <a:lnTo>
                    <a:pt x="225061" y="905408"/>
                  </a:lnTo>
                  <a:lnTo>
                    <a:pt x="268620" y="883391"/>
                  </a:lnTo>
                  <a:close/>
                  <a:moveTo>
                    <a:pt x="268620" y="883391"/>
                  </a:moveTo>
                  <a:lnTo>
                    <a:pt x="225061" y="905408"/>
                  </a:lnTo>
                  <a:lnTo>
                    <a:pt x="233084" y="812190"/>
                  </a:lnTo>
                  <a:close/>
                  <a:moveTo>
                    <a:pt x="698621" y="1278047"/>
                  </a:moveTo>
                  <a:lnTo>
                    <a:pt x="783240" y="1322243"/>
                  </a:lnTo>
                  <a:lnTo>
                    <a:pt x="798833" y="1255759"/>
                  </a:lnTo>
                  <a:close/>
                  <a:moveTo>
                    <a:pt x="696194" y="1275454"/>
                  </a:moveTo>
                  <a:lnTo>
                    <a:pt x="798833" y="1255759"/>
                  </a:lnTo>
                  <a:lnTo>
                    <a:pt x="800362" y="1171058"/>
                  </a:lnTo>
                  <a:close/>
                  <a:moveTo>
                    <a:pt x="552520" y="910750"/>
                  </a:moveTo>
                  <a:lnTo>
                    <a:pt x="526998" y="984970"/>
                  </a:lnTo>
                  <a:lnTo>
                    <a:pt x="563497" y="925530"/>
                  </a:lnTo>
                  <a:close/>
                  <a:moveTo>
                    <a:pt x="536397" y="992965"/>
                  </a:moveTo>
                  <a:lnTo>
                    <a:pt x="590290" y="942950"/>
                  </a:lnTo>
                  <a:lnTo>
                    <a:pt x="563497" y="925530"/>
                  </a:lnTo>
                  <a:close/>
                  <a:moveTo>
                    <a:pt x="690083" y="822201"/>
                  </a:moveTo>
                  <a:lnTo>
                    <a:pt x="760840" y="886279"/>
                  </a:lnTo>
                  <a:lnTo>
                    <a:pt x="775486" y="862847"/>
                  </a:lnTo>
                  <a:close/>
                  <a:moveTo>
                    <a:pt x="635549" y="828535"/>
                  </a:moveTo>
                  <a:lnTo>
                    <a:pt x="760840" y="886279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635316" y="827643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599032" y="707883"/>
                  </a:lnTo>
                  <a:lnTo>
                    <a:pt x="616320" y="742993"/>
                  </a:lnTo>
                  <a:close/>
                  <a:moveTo>
                    <a:pt x="1149091" y="1352967"/>
                  </a:moveTo>
                  <a:lnTo>
                    <a:pt x="1145826" y="1411516"/>
                  </a:lnTo>
                  <a:lnTo>
                    <a:pt x="1186093" y="1365604"/>
                  </a:lnTo>
                  <a:close/>
                  <a:moveTo>
                    <a:pt x="1139428" y="1260730"/>
                  </a:moveTo>
                  <a:lnTo>
                    <a:pt x="1186093" y="1365604"/>
                  </a:lnTo>
                  <a:lnTo>
                    <a:pt x="1159376" y="1283389"/>
                  </a:lnTo>
                  <a:close/>
                  <a:moveTo>
                    <a:pt x="1149091" y="1352967"/>
                  </a:moveTo>
                  <a:lnTo>
                    <a:pt x="1186093" y="1365604"/>
                  </a:lnTo>
                  <a:lnTo>
                    <a:pt x="1139428" y="1260730"/>
                  </a:lnTo>
                  <a:close/>
                  <a:moveTo>
                    <a:pt x="1149091" y="1352967"/>
                  </a:moveTo>
                  <a:lnTo>
                    <a:pt x="1139428" y="1260730"/>
                  </a:lnTo>
                  <a:lnTo>
                    <a:pt x="1136325" y="1327168"/>
                  </a:lnTo>
                  <a:close/>
                  <a:moveTo>
                    <a:pt x="1059763" y="1164812"/>
                  </a:moveTo>
                  <a:lnTo>
                    <a:pt x="1139428" y="1260730"/>
                  </a:lnTo>
                  <a:lnTo>
                    <a:pt x="1096870" y="1195237"/>
                  </a:lnTo>
                  <a:close/>
                  <a:moveTo>
                    <a:pt x="1059763" y="1164812"/>
                  </a:moveTo>
                  <a:lnTo>
                    <a:pt x="1096870" y="1195237"/>
                  </a:lnTo>
                  <a:lnTo>
                    <a:pt x="1084891" y="1183688"/>
                  </a:lnTo>
                  <a:close/>
                  <a:moveTo>
                    <a:pt x="876104" y="960388"/>
                  </a:moveTo>
                  <a:lnTo>
                    <a:pt x="976363" y="1032431"/>
                  </a:lnTo>
                  <a:lnTo>
                    <a:pt x="1016077" y="989861"/>
                  </a:lnTo>
                  <a:close/>
                  <a:moveTo>
                    <a:pt x="876104" y="960388"/>
                  </a:moveTo>
                  <a:lnTo>
                    <a:pt x="1016077" y="989861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6104" y="960388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2081" y="954529"/>
                  </a:lnTo>
                  <a:lnTo>
                    <a:pt x="876104" y="960388"/>
                  </a:lnTo>
                  <a:close/>
                  <a:moveTo>
                    <a:pt x="823179" y="872313"/>
                  </a:moveTo>
                  <a:lnTo>
                    <a:pt x="872081" y="954529"/>
                  </a:lnTo>
                  <a:lnTo>
                    <a:pt x="869445" y="916092"/>
                  </a:lnTo>
                  <a:close/>
                  <a:moveTo>
                    <a:pt x="823179" y="872313"/>
                  </a:moveTo>
                  <a:lnTo>
                    <a:pt x="869445" y="916092"/>
                  </a:lnTo>
                  <a:lnTo>
                    <a:pt x="833153" y="833877"/>
                  </a:lnTo>
                  <a:close/>
                  <a:moveTo>
                    <a:pt x="823179" y="872313"/>
                  </a:moveTo>
                  <a:lnTo>
                    <a:pt x="833153" y="833877"/>
                  </a:lnTo>
                  <a:lnTo>
                    <a:pt x="775486" y="862847"/>
                  </a:lnTo>
                  <a:close/>
                  <a:moveTo>
                    <a:pt x="833153" y="833877"/>
                  </a:moveTo>
                  <a:lnTo>
                    <a:pt x="816427" y="800717"/>
                  </a:lnTo>
                  <a:lnTo>
                    <a:pt x="775486" y="862847"/>
                  </a:lnTo>
                  <a:close/>
                  <a:moveTo>
                    <a:pt x="698117" y="751662"/>
                  </a:moveTo>
                  <a:lnTo>
                    <a:pt x="616576" y="790098"/>
                  </a:lnTo>
                  <a:lnTo>
                    <a:pt x="690083" y="822201"/>
                  </a:lnTo>
                  <a:close/>
                  <a:moveTo>
                    <a:pt x="698117" y="751662"/>
                  </a:moveTo>
                  <a:lnTo>
                    <a:pt x="599032" y="707883"/>
                  </a:lnTo>
                  <a:lnTo>
                    <a:pt x="616576" y="790098"/>
                  </a:lnTo>
                  <a:close/>
                  <a:moveTo>
                    <a:pt x="690083" y="822201"/>
                  </a:moveTo>
                  <a:lnTo>
                    <a:pt x="775486" y="862847"/>
                  </a:lnTo>
                  <a:lnTo>
                    <a:pt x="816427" y="800717"/>
                  </a:lnTo>
                  <a:close/>
                  <a:moveTo>
                    <a:pt x="1386779" y="1324678"/>
                  </a:moveTo>
                  <a:lnTo>
                    <a:pt x="1394306" y="1327168"/>
                  </a:lnTo>
                  <a:lnTo>
                    <a:pt x="1358816" y="1303647"/>
                  </a:lnTo>
                  <a:close/>
                  <a:moveTo>
                    <a:pt x="1386779" y="1324678"/>
                  </a:moveTo>
                  <a:lnTo>
                    <a:pt x="1393329" y="1288731"/>
                  </a:lnTo>
                  <a:lnTo>
                    <a:pt x="1407450" y="1324702"/>
                  </a:lnTo>
                  <a:close/>
                  <a:moveTo>
                    <a:pt x="1373269" y="1274169"/>
                  </a:moveTo>
                  <a:lnTo>
                    <a:pt x="1407450" y="1324702"/>
                  </a:lnTo>
                  <a:lnTo>
                    <a:pt x="1393329" y="1288731"/>
                  </a:lnTo>
                  <a:close/>
                  <a:moveTo>
                    <a:pt x="1314348" y="1239707"/>
                  </a:moveTo>
                  <a:lnTo>
                    <a:pt x="1407450" y="1324702"/>
                  </a:lnTo>
                  <a:lnTo>
                    <a:pt x="1373269" y="1274169"/>
                  </a:lnTo>
                  <a:close/>
                  <a:moveTo>
                    <a:pt x="1358816" y="1303647"/>
                  </a:moveTo>
                  <a:lnTo>
                    <a:pt x="1394306" y="1327168"/>
                  </a:lnTo>
                  <a:lnTo>
                    <a:pt x="1314883" y="1271075"/>
                  </a:lnTo>
                  <a:close/>
                  <a:moveTo>
                    <a:pt x="1247712" y="1124301"/>
                  </a:moveTo>
                  <a:lnTo>
                    <a:pt x="1191678" y="1089091"/>
                  </a:lnTo>
                  <a:lnTo>
                    <a:pt x="1245289" y="1135167"/>
                  </a:lnTo>
                  <a:close/>
                  <a:moveTo>
                    <a:pt x="1185568" y="1080522"/>
                  </a:moveTo>
                  <a:lnTo>
                    <a:pt x="1191678" y="1089091"/>
                  </a:lnTo>
                  <a:lnTo>
                    <a:pt x="1247712" y="1124301"/>
                  </a:lnTo>
                  <a:close/>
                  <a:moveTo>
                    <a:pt x="1217163" y="1042086"/>
                  </a:moveTo>
                  <a:lnTo>
                    <a:pt x="1185568" y="1080522"/>
                  </a:lnTo>
                  <a:lnTo>
                    <a:pt x="1247712" y="1124301"/>
                  </a:lnTo>
                  <a:close/>
                  <a:moveTo>
                    <a:pt x="1016077" y="989861"/>
                  </a:moveTo>
                  <a:lnTo>
                    <a:pt x="1086545" y="974671"/>
                  </a:lnTo>
                  <a:lnTo>
                    <a:pt x="1045181" y="883477"/>
                  </a:lnTo>
                  <a:close/>
                  <a:moveTo>
                    <a:pt x="816427" y="800717"/>
                  </a:moveTo>
                  <a:lnTo>
                    <a:pt x="833153" y="833877"/>
                  </a:lnTo>
                  <a:lnTo>
                    <a:pt x="828798" y="831029"/>
                  </a:lnTo>
                  <a:close/>
                  <a:moveTo>
                    <a:pt x="899767" y="633740"/>
                  </a:moveTo>
                  <a:lnTo>
                    <a:pt x="834334" y="589014"/>
                  </a:lnTo>
                  <a:lnTo>
                    <a:pt x="892781" y="631010"/>
                  </a:lnTo>
                  <a:close/>
                  <a:moveTo>
                    <a:pt x="906090" y="642097"/>
                  </a:moveTo>
                  <a:lnTo>
                    <a:pt x="899767" y="633740"/>
                  </a:lnTo>
                  <a:lnTo>
                    <a:pt x="892781" y="631010"/>
                  </a:lnTo>
                  <a:close/>
                  <a:moveTo>
                    <a:pt x="1491937" y="1155923"/>
                  </a:moveTo>
                  <a:lnTo>
                    <a:pt x="1593680" y="1133799"/>
                  </a:lnTo>
                  <a:lnTo>
                    <a:pt x="1474877" y="1069700"/>
                  </a:lnTo>
                  <a:close/>
                  <a:moveTo>
                    <a:pt x="1593680" y="1133799"/>
                  </a:moveTo>
                  <a:lnTo>
                    <a:pt x="1606594" y="1168079"/>
                  </a:lnTo>
                  <a:lnTo>
                    <a:pt x="1540850" y="1128207"/>
                  </a:lnTo>
                  <a:close/>
                  <a:moveTo>
                    <a:pt x="1817302" y="1091207"/>
                  </a:moveTo>
                  <a:lnTo>
                    <a:pt x="1885062" y="1173422"/>
                  </a:lnTo>
                  <a:lnTo>
                    <a:pt x="1902276" y="1164785"/>
                  </a:lnTo>
                  <a:close/>
                  <a:moveTo>
                    <a:pt x="1986487" y="1249334"/>
                  </a:moveTo>
                  <a:lnTo>
                    <a:pt x="2030742" y="1199596"/>
                  </a:lnTo>
                  <a:lnTo>
                    <a:pt x="1893357" y="1179794"/>
                  </a:lnTo>
                  <a:close/>
                  <a:moveTo>
                    <a:pt x="1792459" y="893196"/>
                  </a:moveTo>
                  <a:lnTo>
                    <a:pt x="1766380" y="983706"/>
                  </a:lnTo>
                  <a:lnTo>
                    <a:pt x="1845234" y="888340"/>
                  </a:lnTo>
                  <a:close/>
                  <a:moveTo>
                    <a:pt x="1704227" y="926777"/>
                  </a:moveTo>
                  <a:lnTo>
                    <a:pt x="1792459" y="893196"/>
                  </a:lnTo>
                  <a:lnTo>
                    <a:pt x="1795401" y="877010"/>
                  </a:lnTo>
                  <a:close/>
                  <a:moveTo>
                    <a:pt x="1794133" y="767688"/>
                  </a:moveTo>
                  <a:lnTo>
                    <a:pt x="1795401" y="877010"/>
                  </a:lnTo>
                  <a:lnTo>
                    <a:pt x="1830542" y="793191"/>
                  </a:lnTo>
                  <a:close/>
                  <a:moveTo>
                    <a:pt x="1784480" y="888340"/>
                  </a:moveTo>
                  <a:lnTo>
                    <a:pt x="1702069" y="806715"/>
                  </a:lnTo>
                  <a:lnTo>
                    <a:pt x="1756910" y="861504"/>
                  </a:lnTo>
                  <a:close/>
                  <a:moveTo>
                    <a:pt x="1738243" y="723910"/>
                  </a:moveTo>
                  <a:lnTo>
                    <a:pt x="1794133" y="767688"/>
                  </a:lnTo>
                  <a:lnTo>
                    <a:pt x="1737852" y="685473"/>
                  </a:lnTo>
                  <a:close/>
                  <a:moveTo>
                    <a:pt x="1334770" y="269418"/>
                  </a:moveTo>
                  <a:lnTo>
                    <a:pt x="1387663" y="251974"/>
                  </a:lnTo>
                  <a:lnTo>
                    <a:pt x="1261553" y="274327"/>
                  </a:lnTo>
                  <a:close/>
                  <a:moveTo>
                    <a:pt x="1839226" y="755083"/>
                  </a:moveTo>
                  <a:lnTo>
                    <a:pt x="1830542" y="793191"/>
                  </a:lnTo>
                  <a:lnTo>
                    <a:pt x="1910114" y="758044"/>
                  </a:lnTo>
                  <a:close/>
                  <a:moveTo>
                    <a:pt x="1529026" y="235961"/>
                  </a:moveTo>
                  <a:lnTo>
                    <a:pt x="1513013" y="226778"/>
                  </a:lnTo>
                  <a:lnTo>
                    <a:pt x="1467848" y="273111"/>
                  </a:lnTo>
                  <a:close/>
                  <a:moveTo>
                    <a:pt x="1387663" y="251974"/>
                  </a:moveTo>
                  <a:lnTo>
                    <a:pt x="1467848" y="273111"/>
                  </a:lnTo>
                  <a:lnTo>
                    <a:pt x="1513013" y="226778"/>
                  </a:lnTo>
                  <a:close/>
                  <a:moveTo>
                    <a:pt x="2098673" y="744516"/>
                  </a:moveTo>
                  <a:lnTo>
                    <a:pt x="2222565" y="785895"/>
                  </a:lnTo>
                  <a:lnTo>
                    <a:pt x="2232834" y="752260"/>
                  </a:lnTo>
                  <a:close/>
                  <a:moveTo>
                    <a:pt x="2072009" y="608600"/>
                  </a:moveTo>
                  <a:lnTo>
                    <a:pt x="2000035" y="545348"/>
                  </a:lnTo>
                  <a:lnTo>
                    <a:pt x="2026735" y="564822"/>
                  </a:lnTo>
                  <a:close/>
                  <a:moveTo>
                    <a:pt x="1882791" y="379888"/>
                  </a:moveTo>
                  <a:lnTo>
                    <a:pt x="1929193" y="444170"/>
                  </a:lnTo>
                  <a:lnTo>
                    <a:pt x="1924501" y="435430"/>
                  </a:lnTo>
                  <a:close/>
                  <a:moveTo>
                    <a:pt x="1881221" y="361955"/>
                  </a:moveTo>
                  <a:lnTo>
                    <a:pt x="1882791" y="379888"/>
                  </a:lnTo>
                  <a:lnTo>
                    <a:pt x="1924501" y="435430"/>
                  </a:lnTo>
                  <a:close/>
                  <a:moveTo>
                    <a:pt x="2232834" y="752260"/>
                  </a:moveTo>
                  <a:lnTo>
                    <a:pt x="2267420" y="690815"/>
                  </a:lnTo>
                  <a:lnTo>
                    <a:pt x="2255572" y="658969"/>
                  </a:lnTo>
                  <a:close/>
                  <a:moveTo>
                    <a:pt x="2230134" y="579558"/>
                  </a:moveTo>
                  <a:lnTo>
                    <a:pt x="2255572" y="658969"/>
                  </a:lnTo>
                  <a:lnTo>
                    <a:pt x="2267420" y="690815"/>
                  </a:lnTo>
                  <a:close/>
                  <a:moveTo>
                    <a:pt x="2152300" y="582243"/>
                  </a:moveTo>
                  <a:lnTo>
                    <a:pt x="2036625" y="575986"/>
                  </a:lnTo>
                  <a:lnTo>
                    <a:pt x="2072009" y="608600"/>
                  </a:lnTo>
                  <a:close/>
                  <a:moveTo>
                    <a:pt x="2152300" y="582243"/>
                  </a:moveTo>
                  <a:lnTo>
                    <a:pt x="2230134" y="579558"/>
                  </a:lnTo>
                  <a:lnTo>
                    <a:pt x="2180952" y="519449"/>
                  </a:lnTo>
                  <a:close/>
                  <a:moveTo>
                    <a:pt x="2152300" y="582243"/>
                  </a:moveTo>
                  <a:lnTo>
                    <a:pt x="2180952" y="519449"/>
                  </a:lnTo>
                  <a:lnTo>
                    <a:pt x="2138639" y="493257"/>
                  </a:lnTo>
                  <a:close/>
                  <a:moveTo>
                    <a:pt x="2111506" y="415223"/>
                  </a:moveTo>
                  <a:lnTo>
                    <a:pt x="2067533" y="476342"/>
                  </a:lnTo>
                  <a:lnTo>
                    <a:pt x="2064418" y="493005"/>
                  </a:lnTo>
                  <a:close/>
                  <a:moveTo>
                    <a:pt x="1910285" y="323518"/>
                  </a:moveTo>
                  <a:lnTo>
                    <a:pt x="1815139" y="274205"/>
                  </a:lnTo>
                  <a:lnTo>
                    <a:pt x="1830494" y="279740"/>
                  </a:lnTo>
                  <a:close/>
                  <a:moveTo>
                    <a:pt x="1910285" y="323518"/>
                  </a:moveTo>
                  <a:lnTo>
                    <a:pt x="1830494" y="279740"/>
                  </a:lnTo>
                  <a:lnTo>
                    <a:pt x="1881221" y="361955"/>
                  </a:lnTo>
                  <a:close/>
                  <a:moveTo>
                    <a:pt x="2121808" y="0"/>
                  </a:moveTo>
                  <a:lnTo>
                    <a:pt x="2043824" y="38437"/>
                  </a:lnTo>
                  <a:lnTo>
                    <a:pt x="2095899" y="88535"/>
                  </a:lnTo>
                  <a:close/>
                  <a:moveTo>
                    <a:pt x="2131900" y="7936"/>
                  </a:moveTo>
                  <a:lnTo>
                    <a:pt x="2161308" y="34959"/>
                  </a:lnTo>
                  <a:lnTo>
                    <a:pt x="2137271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14" name="Candidate_density__2013">
              <a:extLst>
                <a:ext uri="{FF2B5EF4-FFF2-40B4-BE49-F238E27FC236}">
                  <a16:creationId xmlns:a16="http://schemas.microsoft.com/office/drawing/2014/main" id="{58672969-F7AC-C906-7946-5D381F3F86D6}"/>
                </a:ext>
              </a:extLst>
            </p:cNvPr>
            <p:cNvSpPr>
              <a:spLocks noGrp="1"/>
            </p:cNvSpPr>
            <p:nvPr/>
          </p:nvSpPr>
          <p:spPr>
            <a:xfrm>
              <a:off x="4553182" y="3672147"/>
              <a:ext cx="2074201" cy="1688785"/>
            </a:xfrm>
            <a:custGeom>
              <a:avLst/>
              <a:gdLst/>
              <a:ahLst/>
              <a:cxnLst/>
              <a:rect l="0" t="0" r="0" b="0"/>
              <a:pathLst>
                <a:path w="2074201" h="1688785">
                  <a:moveTo>
                    <a:pt x="797048" y="1688785"/>
                  </a:moveTo>
                  <a:lnTo>
                    <a:pt x="710984" y="1645662"/>
                  </a:lnTo>
                  <a:lnTo>
                    <a:pt x="736037" y="1675873"/>
                  </a:lnTo>
                  <a:close/>
                  <a:moveTo>
                    <a:pt x="0" y="874560"/>
                  </a:moveTo>
                  <a:lnTo>
                    <a:pt x="121246" y="834018"/>
                  </a:lnTo>
                  <a:lnTo>
                    <a:pt x="48670" y="841327"/>
                  </a:lnTo>
                  <a:close/>
                  <a:moveTo>
                    <a:pt x="835876" y="1618752"/>
                  </a:moveTo>
                  <a:lnTo>
                    <a:pt x="797048" y="1688785"/>
                  </a:lnTo>
                  <a:lnTo>
                    <a:pt x="915561" y="1638025"/>
                  </a:lnTo>
                  <a:close/>
                  <a:moveTo>
                    <a:pt x="365535" y="1118959"/>
                  </a:moveTo>
                  <a:lnTo>
                    <a:pt x="437796" y="1105344"/>
                  </a:lnTo>
                  <a:lnTo>
                    <a:pt x="455604" y="1032948"/>
                  </a:lnTo>
                  <a:close/>
                  <a:moveTo>
                    <a:pt x="386868" y="998307"/>
                  </a:moveTo>
                  <a:lnTo>
                    <a:pt x="365535" y="1118959"/>
                  </a:lnTo>
                  <a:lnTo>
                    <a:pt x="455604" y="1032948"/>
                  </a:lnTo>
                  <a:close/>
                  <a:moveTo>
                    <a:pt x="68538" y="762807"/>
                  </a:moveTo>
                  <a:lnTo>
                    <a:pt x="48670" y="841327"/>
                  </a:lnTo>
                  <a:lnTo>
                    <a:pt x="128047" y="775019"/>
                  </a:lnTo>
                  <a:close/>
                  <a:moveTo>
                    <a:pt x="118310" y="669447"/>
                  </a:moveTo>
                  <a:lnTo>
                    <a:pt x="74656" y="723281"/>
                  </a:lnTo>
                  <a:lnTo>
                    <a:pt x="130147" y="673220"/>
                  </a:lnTo>
                  <a:close/>
                  <a:moveTo>
                    <a:pt x="130147" y="673220"/>
                  </a:moveTo>
                  <a:lnTo>
                    <a:pt x="68538" y="762807"/>
                  </a:lnTo>
                  <a:lnTo>
                    <a:pt x="128047" y="775019"/>
                  </a:lnTo>
                  <a:close/>
                  <a:moveTo>
                    <a:pt x="340236" y="923881"/>
                  </a:moveTo>
                  <a:lnTo>
                    <a:pt x="357615" y="945243"/>
                  </a:lnTo>
                  <a:lnTo>
                    <a:pt x="280010" y="1012345"/>
                  </a:lnTo>
                  <a:close/>
                  <a:moveTo>
                    <a:pt x="915561" y="1638025"/>
                  </a:moveTo>
                  <a:lnTo>
                    <a:pt x="962527" y="1598419"/>
                  </a:lnTo>
                  <a:lnTo>
                    <a:pt x="835876" y="1618752"/>
                  </a:lnTo>
                  <a:close/>
                  <a:moveTo>
                    <a:pt x="386868" y="998307"/>
                  </a:moveTo>
                  <a:lnTo>
                    <a:pt x="455604" y="1032948"/>
                  </a:lnTo>
                  <a:lnTo>
                    <a:pt x="503784" y="997886"/>
                  </a:lnTo>
                  <a:close/>
                  <a:moveTo>
                    <a:pt x="589443" y="1039493"/>
                  </a:moveTo>
                  <a:lnTo>
                    <a:pt x="529398" y="991373"/>
                  </a:lnTo>
                  <a:lnTo>
                    <a:pt x="591869" y="1042086"/>
                  </a:lnTo>
                  <a:close/>
                  <a:moveTo>
                    <a:pt x="503784" y="997886"/>
                  </a:moveTo>
                  <a:lnTo>
                    <a:pt x="455604" y="1032948"/>
                  </a:lnTo>
                  <a:lnTo>
                    <a:pt x="589443" y="1039493"/>
                  </a:lnTo>
                  <a:close/>
                  <a:moveTo>
                    <a:pt x="230088" y="713225"/>
                  </a:moveTo>
                  <a:lnTo>
                    <a:pt x="161869" y="647430"/>
                  </a:lnTo>
                  <a:lnTo>
                    <a:pt x="170839" y="669447"/>
                  </a:lnTo>
                  <a:close/>
                  <a:moveTo>
                    <a:pt x="589443" y="1039493"/>
                  </a:moveTo>
                  <a:lnTo>
                    <a:pt x="693611" y="935097"/>
                  </a:lnTo>
                  <a:lnTo>
                    <a:pt x="632483" y="985210"/>
                  </a:lnTo>
                  <a:close/>
                  <a:moveTo>
                    <a:pt x="676488" y="1086282"/>
                  </a:moveTo>
                  <a:lnTo>
                    <a:pt x="721905" y="1042086"/>
                  </a:lnTo>
                  <a:lnTo>
                    <a:pt x="692082" y="1019798"/>
                  </a:lnTo>
                  <a:close/>
                  <a:moveTo>
                    <a:pt x="721905" y="1042086"/>
                  </a:moveTo>
                  <a:lnTo>
                    <a:pt x="693611" y="935097"/>
                  </a:lnTo>
                  <a:lnTo>
                    <a:pt x="692082" y="1019798"/>
                  </a:lnTo>
                  <a:close/>
                  <a:moveTo>
                    <a:pt x="632483" y="985210"/>
                  </a:moveTo>
                  <a:lnTo>
                    <a:pt x="503784" y="997886"/>
                  </a:lnTo>
                  <a:lnTo>
                    <a:pt x="589443" y="1039493"/>
                  </a:lnTo>
                  <a:close/>
                  <a:moveTo>
                    <a:pt x="408830" y="567840"/>
                  </a:moveTo>
                  <a:lnTo>
                    <a:pt x="445768" y="674788"/>
                  </a:lnTo>
                  <a:lnTo>
                    <a:pt x="421811" y="592574"/>
                  </a:lnTo>
                  <a:close/>
                  <a:moveTo>
                    <a:pt x="1039075" y="1175554"/>
                  </a:moveTo>
                  <a:lnTo>
                    <a:pt x="1042339" y="1117006"/>
                  </a:lnTo>
                  <a:lnTo>
                    <a:pt x="1036680" y="1211858"/>
                  </a:lnTo>
                  <a:close/>
                  <a:moveTo>
                    <a:pt x="990119" y="959276"/>
                  </a:moveTo>
                  <a:lnTo>
                    <a:pt x="1032676" y="1024769"/>
                  </a:lnTo>
                  <a:lnTo>
                    <a:pt x="1052624" y="1047428"/>
                  </a:lnTo>
                  <a:close/>
                  <a:moveTo>
                    <a:pt x="591366" y="515701"/>
                  </a:moveTo>
                  <a:lnTo>
                    <a:pt x="495131" y="458178"/>
                  </a:lnTo>
                  <a:lnTo>
                    <a:pt x="492281" y="471922"/>
                  </a:lnTo>
                  <a:close/>
                  <a:moveTo>
                    <a:pt x="627291" y="535392"/>
                  </a:moveTo>
                  <a:lnTo>
                    <a:pt x="583332" y="586240"/>
                  </a:lnTo>
                  <a:lnTo>
                    <a:pt x="709676" y="564755"/>
                  </a:lnTo>
                  <a:close/>
                  <a:moveTo>
                    <a:pt x="828303" y="729626"/>
                  </a:moveTo>
                  <a:lnTo>
                    <a:pt x="909326" y="753900"/>
                  </a:lnTo>
                  <a:lnTo>
                    <a:pt x="938430" y="647516"/>
                  </a:lnTo>
                  <a:close/>
                  <a:moveTo>
                    <a:pt x="979794" y="738710"/>
                  </a:moveTo>
                  <a:lnTo>
                    <a:pt x="991546" y="657839"/>
                  </a:lnTo>
                  <a:lnTo>
                    <a:pt x="938430" y="647516"/>
                  </a:lnTo>
                  <a:close/>
                  <a:moveTo>
                    <a:pt x="793016" y="397779"/>
                  </a:moveTo>
                  <a:lnTo>
                    <a:pt x="799339" y="406135"/>
                  </a:lnTo>
                  <a:lnTo>
                    <a:pt x="844203" y="477264"/>
                  </a:lnTo>
                  <a:close/>
                  <a:moveTo>
                    <a:pt x="876140" y="530385"/>
                  </a:moveTo>
                  <a:lnTo>
                    <a:pt x="929276" y="613291"/>
                  </a:lnTo>
                  <a:lnTo>
                    <a:pt x="904932" y="559479"/>
                  </a:lnTo>
                  <a:close/>
                  <a:moveTo>
                    <a:pt x="819917" y="438828"/>
                  </a:moveTo>
                  <a:lnTo>
                    <a:pt x="799339" y="406135"/>
                  </a:lnTo>
                  <a:lnTo>
                    <a:pt x="786029" y="395049"/>
                  </a:lnTo>
                  <a:close/>
                  <a:moveTo>
                    <a:pt x="876481" y="200694"/>
                  </a:moveTo>
                  <a:lnTo>
                    <a:pt x="876479" y="290425"/>
                  </a:lnTo>
                  <a:lnTo>
                    <a:pt x="869467" y="274397"/>
                  </a:lnTo>
                  <a:close/>
                  <a:moveTo>
                    <a:pt x="1486929" y="897838"/>
                  </a:moveTo>
                  <a:lnTo>
                    <a:pt x="1532573" y="1014333"/>
                  </a:lnTo>
                  <a:lnTo>
                    <a:pt x="1499843" y="932118"/>
                  </a:lnTo>
                  <a:close/>
                  <a:moveTo>
                    <a:pt x="1385186" y="919962"/>
                  </a:moveTo>
                  <a:lnTo>
                    <a:pt x="1493838" y="992313"/>
                  </a:lnTo>
                  <a:lnTo>
                    <a:pt x="1486929" y="897838"/>
                  </a:lnTo>
                  <a:close/>
                  <a:moveTo>
                    <a:pt x="1368125" y="833739"/>
                  </a:moveTo>
                  <a:lnTo>
                    <a:pt x="1434098" y="892246"/>
                  </a:lnTo>
                  <a:lnTo>
                    <a:pt x="1385378" y="849903"/>
                  </a:lnTo>
                  <a:close/>
                  <a:moveTo>
                    <a:pt x="1486929" y="897838"/>
                  </a:moveTo>
                  <a:lnTo>
                    <a:pt x="1434098" y="892246"/>
                  </a:lnTo>
                  <a:lnTo>
                    <a:pt x="1368125" y="833739"/>
                  </a:lnTo>
                  <a:close/>
                  <a:moveTo>
                    <a:pt x="1318121" y="813800"/>
                  </a:moveTo>
                  <a:lnTo>
                    <a:pt x="1337856" y="811068"/>
                  </a:lnTo>
                  <a:lnTo>
                    <a:pt x="1323721" y="729252"/>
                  </a:lnTo>
                  <a:close/>
                  <a:moveTo>
                    <a:pt x="1368125" y="833739"/>
                  </a:moveTo>
                  <a:lnTo>
                    <a:pt x="1337856" y="811068"/>
                  </a:lnTo>
                  <a:lnTo>
                    <a:pt x="1318121" y="813800"/>
                  </a:lnTo>
                  <a:close/>
                  <a:moveTo>
                    <a:pt x="876481" y="200694"/>
                  </a:moveTo>
                  <a:lnTo>
                    <a:pt x="869467" y="274397"/>
                  </a:lnTo>
                  <a:lnTo>
                    <a:pt x="914162" y="259790"/>
                  </a:lnTo>
                  <a:close/>
                  <a:moveTo>
                    <a:pt x="1685707" y="657235"/>
                  </a:moveTo>
                  <a:lnTo>
                    <a:pt x="1738482" y="652379"/>
                  </a:lnTo>
                  <a:lnTo>
                    <a:pt x="1688650" y="641049"/>
                  </a:lnTo>
                  <a:close/>
                  <a:moveTo>
                    <a:pt x="1154801" y="38366"/>
                  </a:moveTo>
                  <a:lnTo>
                    <a:pt x="1116284" y="16467"/>
                  </a:lnTo>
                  <a:lnTo>
                    <a:pt x="1183242" y="81246"/>
                  </a:lnTo>
                  <a:close/>
                  <a:moveTo>
                    <a:pt x="1228019" y="33456"/>
                  </a:moveTo>
                  <a:lnTo>
                    <a:pt x="1154801" y="38366"/>
                  </a:lnTo>
                  <a:lnTo>
                    <a:pt x="1183242" y="81246"/>
                  </a:lnTo>
                  <a:close/>
                  <a:moveTo>
                    <a:pt x="1961439" y="981239"/>
                  </a:moveTo>
                  <a:lnTo>
                    <a:pt x="1988368" y="942802"/>
                  </a:lnTo>
                  <a:lnTo>
                    <a:pt x="1923991" y="963634"/>
                  </a:lnTo>
                  <a:close/>
                  <a:moveTo>
                    <a:pt x="1738482" y="652379"/>
                  </a:moveTo>
                  <a:lnTo>
                    <a:pt x="1768946" y="662605"/>
                  </a:lnTo>
                  <a:lnTo>
                    <a:pt x="1771420" y="648144"/>
                  </a:lnTo>
                  <a:close/>
                  <a:moveTo>
                    <a:pt x="1738482" y="652379"/>
                  </a:moveTo>
                  <a:lnTo>
                    <a:pt x="1771420" y="648144"/>
                  </a:lnTo>
                  <a:lnTo>
                    <a:pt x="1688650" y="641049"/>
                  </a:lnTo>
                  <a:close/>
                  <a:moveTo>
                    <a:pt x="1688650" y="641049"/>
                  </a:moveTo>
                  <a:lnTo>
                    <a:pt x="1771420" y="648144"/>
                  </a:lnTo>
                  <a:lnTo>
                    <a:pt x="1796255" y="549505"/>
                  </a:lnTo>
                  <a:close/>
                  <a:moveTo>
                    <a:pt x="1688650" y="641049"/>
                  </a:moveTo>
                  <a:lnTo>
                    <a:pt x="1796255" y="549505"/>
                  </a:lnTo>
                  <a:lnTo>
                    <a:pt x="1723790" y="557230"/>
                  </a:lnTo>
                  <a:close/>
                  <a:moveTo>
                    <a:pt x="1771631" y="652379"/>
                  </a:moveTo>
                  <a:lnTo>
                    <a:pt x="1796255" y="549505"/>
                  </a:lnTo>
                  <a:lnTo>
                    <a:pt x="1771420" y="648144"/>
                  </a:lnTo>
                  <a:close/>
                  <a:moveTo>
                    <a:pt x="1804100" y="531727"/>
                  </a:moveTo>
                  <a:lnTo>
                    <a:pt x="1796255" y="549505"/>
                  </a:lnTo>
                  <a:lnTo>
                    <a:pt x="1771631" y="652379"/>
                  </a:lnTo>
                  <a:close/>
                  <a:moveTo>
                    <a:pt x="1280912" y="16013"/>
                  </a:moveTo>
                  <a:lnTo>
                    <a:pt x="1228019" y="33456"/>
                  </a:lnTo>
                  <a:lnTo>
                    <a:pt x="1361096" y="37150"/>
                  </a:lnTo>
                  <a:close/>
                  <a:moveTo>
                    <a:pt x="1803363" y="522083"/>
                  </a:moveTo>
                  <a:lnTo>
                    <a:pt x="1723790" y="557230"/>
                  </a:lnTo>
                  <a:lnTo>
                    <a:pt x="1796255" y="549505"/>
                  </a:lnTo>
                  <a:close/>
                  <a:moveTo>
                    <a:pt x="1812302" y="411076"/>
                  </a:moveTo>
                  <a:lnTo>
                    <a:pt x="1755465" y="460455"/>
                  </a:lnTo>
                  <a:lnTo>
                    <a:pt x="1812213" y="414795"/>
                  </a:lnTo>
                  <a:close/>
                  <a:moveTo>
                    <a:pt x="1812213" y="414795"/>
                  </a:moveTo>
                  <a:lnTo>
                    <a:pt x="1732474" y="519122"/>
                  </a:lnTo>
                  <a:lnTo>
                    <a:pt x="1803363" y="522083"/>
                  </a:lnTo>
                  <a:close/>
                  <a:moveTo>
                    <a:pt x="1803363" y="522083"/>
                  </a:moveTo>
                  <a:lnTo>
                    <a:pt x="1796255" y="549505"/>
                  </a:lnTo>
                  <a:lnTo>
                    <a:pt x="1804100" y="531727"/>
                  </a:lnTo>
                  <a:close/>
                  <a:moveTo>
                    <a:pt x="1422275" y="0"/>
                  </a:moveTo>
                  <a:lnTo>
                    <a:pt x="1436048" y="38726"/>
                  </a:lnTo>
                  <a:lnTo>
                    <a:pt x="1491959" y="32564"/>
                  </a:lnTo>
                  <a:close/>
                  <a:moveTo>
                    <a:pt x="1425584" y="38436"/>
                  </a:moveTo>
                  <a:lnTo>
                    <a:pt x="1422275" y="0"/>
                  </a:lnTo>
                  <a:lnTo>
                    <a:pt x="1361096" y="37150"/>
                  </a:lnTo>
                  <a:close/>
                  <a:moveTo>
                    <a:pt x="1929874" y="340025"/>
                  </a:moveTo>
                  <a:lnTo>
                    <a:pt x="1893283" y="309387"/>
                  </a:lnTo>
                  <a:lnTo>
                    <a:pt x="1965257" y="372639"/>
                  </a:lnTo>
                  <a:close/>
                  <a:moveTo>
                    <a:pt x="1851075" y="290424"/>
                  </a:moveTo>
                  <a:lnTo>
                    <a:pt x="1929874" y="340025"/>
                  </a:lnTo>
                  <a:lnTo>
                    <a:pt x="1957667" y="257044"/>
                  </a:lnTo>
                  <a:close/>
                  <a:moveTo>
                    <a:pt x="2001686" y="169772"/>
                  </a:moveTo>
                  <a:lnTo>
                    <a:pt x="1960782" y="240380"/>
                  </a:lnTo>
                  <a:lnTo>
                    <a:pt x="2004755" y="179262"/>
                  </a:lnTo>
                  <a:close/>
                  <a:moveTo>
                    <a:pt x="2004755" y="179262"/>
                  </a:moveTo>
                  <a:lnTo>
                    <a:pt x="1957667" y="257044"/>
                  </a:lnTo>
                  <a:lnTo>
                    <a:pt x="2031887" y="257296"/>
                  </a:lnTo>
                  <a:close/>
                  <a:moveTo>
                    <a:pt x="2031887" y="257296"/>
                  </a:moveTo>
                  <a:lnTo>
                    <a:pt x="2074201" y="283488"/>
                  </a:lnTo>
                  <a:lnTo>
                    <a:pt x="2004755" y="179262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15" name="Candidate_density__2014">
              <a:extLst>
                <a:ext uri="{FF2B5EF4-FFF2-40B4-BE49-F238E27FC236}">
                  <a16:creationId xmlns:a16="http://schemas.microsoft.com/office/drawing/2014/main" id="{3736D9D2-DC2D-7C7B-FA3C-B03BD633EAAC}"/>
                </a:ext>
              </a:extLst>
            </p:cNvPr>
            <p:cNvSpPr>
              <a:spLocks noGrp="1"/>
            </p:cNvSpPr>
            <p:nvPr/>
          </p:nvSpPr>
          <p:spPr>
            <a:xfrm>
              <a:off x="4449567" y="3625976"/>
              <a:ext cx="2252436" cy="1691833"/>
            </a:xfrm>
            <a:custGeom>
              <a:avLst/>
              <a:gdLst/>
              <a:ahLst/>
              <a:cxnLst/>
              <a:rect l="0" t="0" r="0" b="0"/>
              <a:pathLst>
                <a:path w="2252436" h="1691833">
                  <a:moveTo>
                    <a:pt x="12248" y="754055"/>
                  </a:moveTo>
                  <a:lnTo>
                    <a:pt x="0" y="788252"/>
                  </a:lnTo>
                  <a:lnTo>
                    <a:pt x="2577" y="874706"/>
                  </a:lnTo>
                  <a:close/>
                  <a:moveTo>
                    <a:pt x="784006" y="1676027"/>
                  </a:moveTo>
                  <a:lnTo>
                    <a:pt x="814600" y="1691833"/>
                  </a:lnTo>
                  <a:lnTo>
                    <a:pt x="791377" y="1658420"/>
                  </a:lnTo>
                  <a:close/>
                  <a:moveTo>
                    <a:pt x="32066" y="716671"/>
                  </a:moveTo>
                  <a:lnTo>
                    <a:pt x="0" y="788252"/>
                  </a:lnTo>
                  <a:lnTo>
                    <a:pt x="12248" y="754055"/>
                  </a:lnTo>
                  <a:close/>
                  <a:moveTo>
                    <a:pt x="791377" y="1658420"/>
                  </a:moveTo>
                  <a:lnTo>
                    <a:pt x="814600" y="1691833"/>
                  </a:lnTo>
                  <a:lnTo>
                    <a:pt x="855125" y="1628147"/>
                  </a:lnTo>
                  <a:close/>
                  <a:moveTo>
                    <a:pt x="374279" y="880048"/>
                  </a:moveTo>
                  <a:lnTo>
                    <a:pt x="347692" y="845572"/>
                  </a:lnTo>
                  <a:lnTo>
                    <a:pt x="302840" y="893082"/>
                  </a:lnTo>
                  <a:close/>
                  <a:moveTo>
                    <a:pt x="347692" y="845572"/>
                  </a:moveTo>
                  <a:lnTo>
                    <a:pt x="312169" y="797833"/>
                  </a:lnTo>
                  <a:lnTo>
                    <a:pt x="224862" y="880189"/>
                  </a:lnTo>
                  <a:close/>
                  <a:moveTo>
                    <a:pt x="1025354" y="1492089"/>
                  </a:moveTo>
                  <a:lnTo>
                    <a:pt x="941974" y="1508101"/>
                  </a:lnTo>
                  <a:lnTo>
                    <a:pt x="1017251" y="1499332"/>
                  </a:lnTo>
                  <a:close/>
                  <a:moveTo>
                    <a:pt x="374279" y="880048"/>
                  </a:moveTo>
                  <a:lnTo>
                    <a:pt x="363557" y="904884"/>
                  </a:lnTo>
                  <a:lnTo>
                    <a:pt x="407102" y="939337"/>
                  </a:lnTo>
                  <a:close/>
                  <a:moveTo>
                    <a:pt x="374279" y="880048"/>
                  </a:moveTo>
                  <a:lnTo>
                    <a:pt x="448023" y="841612"/>
                  </a:lnTo>
                  <a:lnTo>
                    <a:pt x="347692" y="845572"/>
                  </a:lnTo>
                  <a:close/>
                  <a:moveTo>
                    <a:pt x="333704" y="759396"/>
                  </a:moveTo>
                  <a:lnTo>
                    <a:pt x="312169" y="797833"/>
                  </a:lnTo>
                  <a:lnTo>
                    <a:pt x="347692" y="845572"/>
                  </a:lnTo>
                  <a:close/>
                  <a:moveTo>
                    <a:pt x="1219887" y="1231695"/>
                  </a:moveTo>
                  <a:lnTo>
                    <a:pt x="1236150" y="1137378"/>
                  </a:lnTo>
                  <a:lnTo>
                    <a:pt x="1225134" y="1159397"/>
                  </a:lnTo>
                  <a:close/>
                  <a:moveTo>
                    <a:pt x="1225134" y="1159397"/>
                  </a:moveTo>
                  <a:lnTo>
                    <a:pt x="1236150" y="1137378"/>
                  </a:lnTo>
                  <a:lnTo>
                    <a:pt x="1248121" y="1122054"/>
                  </a:lnTo>
                  <a:close/>
                  <a:moveTo>
                    <a:pt x="1248121" y="1122054"/>
                  </a:moveTo>
                  <a:lnTo>
                    <a:pt x="1236150" y="1137378"/>
                  </a:lnTo>
                  <a:lnTo>
                    <a:pt x="1265832" y="1126311"/>
                  </a:lnTo>
                  <a:close/>
                  <a:moveTo>
                    <a:pt x="1265832" y="1126311"/>
                  </a:moveTo>
                  <a:lnTo>
                    <a:pt x="1311748" y="1081285"/>
                  </a:lnTo>
                  <a:lnTo>
                    <a:pt x="1248121" y="1122054"/>
                  </a:lnTo>
                  <a:close/>
                  <a:moveTo>
                    <a:pt x="1355680" y="1113857"/>
                  </a:moveTo>
                  <a:lnTo>
                    <a:pt x="1311748" y="1081285"/>
                  </a:lnTo>
                  <a:lnTo>
                    <a:pt x="1265832" y="1126311"/>
                  </a:lnTo>
                  <a:close/>
                  <a:moveTo>
                    <a:pt x="1388984" y="978289"/>
                  </a:moveTo>
                  <a:lnTo>
                    <a:pt x="1313763" y="1016726"/>
                  </a:lnTo>
                  <a:lnTo>
                    <a:pt x="1370134" y="1084379"/>
                  </a:lnTo>
                  <a:close/>
                  <a:moveTo>
                    <a:pt x="1952935" y="945195"/>
                  </a:moveTo>
                  <a:lnTo>
                    <a:pt x="1918872" y="862980"/>
                  </a:lnTo>
                  <a:lnTo>
                    <a:pt x="1899140" y="974995"/>
                  </a:lnTo>
                  <a:close/>
                  <a:moveTo>
                    <a:pt x="1918872" y="862980"/>
                  </a:moveTo>
                  <a:lnTo>
                    <a:pt x="1909822" y="866218"/>
                  </a:lnTo>
                  <a:lnTo>
                    <a:pt x="1899140" y="974995"/>
                  </a:lnTo>
                  <a:close/>
                  <a:moveTo>
                    <a:pt x="1909822" y="866218"/>
                  </a:moveTo>
                  <a:lnTo>
                    <a:pt x="1918872" y="862980"/>
                  </a:lnTo>
                  <a:lnTo>
                    <a:pt x="1973501" y="807516"/>
                  </a:lnTo>
                  <a:close/>
                  <a:moveTo>
                    <a:pt x="1994547" y="906758"/>
                  </a:moveTo>
                  <a:lnTo>
                    <a:pt x="1918872" y="862980"/>
                  </a:lnTo>
                  <a:lnTo>
                    <a:pt x="1952935" y="945195"/>
                  </a:lnTo>
                  <a:close/>
                  <a:moveTo>
                    <a:pt x="1997618" y="755342"/>
                  </a:moveTo>
                  <a:lnTo>
                    <a:pt x="1918872" y="862980"/>
                  </a:lnTo>
                  <a:lnTo>
                    <a:pt x="1919656" y="858223"/>
                  </a:lnTo>
                  <a:close/>
                  <a:moveTo>
                    <a:pt x="1201592" y="40829"/>
                  </a:moveTo>
                  <a:lnTo>
                    <a:pt x="1258417" y="84537"/>
                  </a:lnTo>
                  <a:lnTo>
                    <a:pt x="1269777" y="22089"/>
                  </a:lnTo>
                  <a:close/>
                  <a:moveTo>
                    <a:pt x="1235806" y="0"/>
                  </a:moveTo>
                  <a:lnTo>
                    <a:pt x="1201592" y="40829"/>
                  </a:lnTo>
                  <a:lnTo>
                    <a:pt x="1269777" y="22089"/>
                  </a:lnTo>
                  <a:close/>
                  <a:moveTo>
                    <a:pt x="1258417" y="84537"/>
                  </a:moveTo>
                  <a:lnTo>
                    <a:pt x="1309769" y="2392"/>
                  </a:lnTo>
                  <a:lnTo>
                    <a:pt x="1269777" y="22089"/>
                  </a:lnTo>
                  <a:close/>
                  <a:moveTo>
                    <a:pt x="2043276" y="457247"/>
                  </a:moveTo>
                  <a:lnTo>
                    <a:pt x="2072001" y="539462"/>
                  </a:lnTo>
                  <a:lnTo>
                    <a:pt x="2137169" y="501025"/>
                  </a:lnTo>
                  <a:close/>
                  <a:moveTo>
                    <a:pt x="2137169" y="501025"/>
                  </a:moveTo>
                  <a:lnTo>
                    <a:pt x="2139934" y="505514"/>
                  </a:lnTo>
                  <a:lnTo>
                    <a:pt x="2141306" y="498933"/>
                  </a:lnTo>
                  <a:close/>
                  <a:moveTo>
                    <a:pt x="2252436" y="469179"/>
                  </a:moveTo>
                  <a:lnTo>
                    <a:pt x="2141306" y="498933"/>
                  </a:lnTo>
                  <a:lnTo>
                    <a:pt x="2139934" y="50551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16" name="Candidate_density__2015">
              <a:extLst>
                <a:ext uri="{FF2B5EF4-FFF2-40B4-BE49-F238E27FC236}">
                  <a16:creationId xmlns:a16="http://schemas.microsoft.com/office/drawing/2014/main" id="{66399B22-506A-4FF6-EC4A-E49BFB4E8839}"/>
                </a:ext>
              </a:extLst>
            </p:cNvPr>
            <p:cNvSpPr>
              <a:spLocks noGrp="1"/>
            </p:cNvSpPr>
            <p:nvPr/>
          </p:nvSpPr>
          <p:spPr>
            <a:xfrm>
              <a:off x="5350231" y="3646454"/>
              <a:ext cx="1265570" cy="1714478"/>
            </a:xfrm>
            <a:custGeom>
              <a:avLst/>
              <a:gdLst/>
              <a:ahLst/>
              <a:cxnLst/>
              <a:rect l="0" t="0" r="0" b="0"/>
              <a:pathLst>
                <a:path w="1265570" h="1714478">
                  <a:moveTo>
                    <a:pt x="0" y="1714478"/>
                  </a:moveTo>
                  <a:lnTo>
                    <a:pt x="70381" y="1698964"/>
                  </a:lnTo>
                  <a:lnTo>
                    <a:pt x="118513" y="1663718"/>
                  </a:lnTo>
                  <a:close/>
                  <a:moveTo>
                    <a:pt x="136062" y="1371092"/>
                  </a:moveTo>
                  <a:lnTo>
                    <a:pt x="216779" y="1322055"/>
                  </a:lnTo>
                  <a:lnTo>
                    <a:pt x="177379" y="1358203"/>
                  </a:lnTo>
                  <a:close/>
                  <a:moveTo>
                    <a:pt x="177379" y="1358203"/>
                  </a:moveTo>
                  <a:lnTo>
                    <a:pt x="216779" y="1322055"/>
                  </a:lnTo>
                  <a:lnTo>
                    <a:pt x="185403" y="1330979"/>
                  </a:lnTo>
                  <a:close/>
                  <a:moveTo>
                    <a:pt x="242026" y="1201248"/>
                  </a:moveTo>
                  <a:lnTo>
                    <a:pt x="239167" y="1247770"/>
                  </a:lnTo>
                  <a:lnTo>
                    <a:pt x="270000" y="1275988"/>
                  </a:lnTo>
                  <a:close/>
                  <a:moveTo>
                    <a:pt x="123169" y="300091"/>
                  </a:moveTo>
                  <a:lnTo>
                    <a:pt x="104878" y="321524"/>
                  </a:lnTo>
                  <a:lnTo>
                    <a:pt x="79430" y="316119"/>
                  </a:lnTo>
                  <a:close/>
                  <a:moveTo>
                    <a:pt x="117113" y="285483"/>
                  </a:moveTo>
                  <a:lnTo>
                    <a:pt x="104878" y="321524"/>
                  </a:lnTo>
                  <a:lnTo>
                    <a:pt x="123169" y="300091"/>
                  </a:lnTo>
                  <a:close/>
                  <a:moveTo>
                    <a:pt x="1265570" y="1013772"/>
                  </a:moveTo>
                  <a:lnTo>
                    <a:pt x="1191319" y="968496"/>
                  </a:lnTo>
                  <a:lnTo>
                    <a:pt x="1210042" y="1021367"/>
                  </a:lnTo>
                  <a:close/>
                  <a:moveTo>
                    <a:pt x="639000" y="64419"/>
                  </a:moveTo>
                  <a:lnTo>
                    <a:pt x="641485" y="64130"/>
                  </a:lnTo>
                  <a:lnTo>
                    <a:pt x="767467" y="50880"/>
                  </a:lnTo>
                  <a:close/>
                  <a:moveTo>
                    <a:pt x="789069" y="25693"/>
                  </a:moveTo>
                  <a:lnTo>
                    <a:pt x="811418" y="0"/>
                  </a:lnTo>
                  <a:lnTo>
                    <a:pt x="767467" y="5088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17" name="Candidate_density__2016">
              <a:extLst>
                <a:ext uri="{FF2B5EF4-FFF2-40B4-BE49-F238E27FC236}">
                  <a16:creationId xmlns:a16="http://schemas.microsoft.com/office/drawing/2014/main" id="{A27929E8-4812-F4ED-27DF-6D561E749484}"/>
                </a:ext>
              </a:extLst>
            </p:cNvPr>
            <p:cNvSpPr>
              <a:spLocks noGrp="1"/>
            </p:cNvSpPr>
            <p:nvPr/>
          </p:nvSpPr>
          <p:spPr>
            <a:xfrm>
              <a:off x="4621720" y="3646454"/>
              <a:ext cx="1938553" cy="1663718"/>
            </a:xfrm>
            <a:custGeom>
              <a:avLst/>
              <a:gdLst/>
              <a:ahLst/>
              <a:cxnLst/>
              <a:rect l="0" t="0" r="0" b="0"/>
              <a:pathLst>
                <a:path w="1938553" h="1663718">
                  <a:moveTo>
                    <a:pt x="61609" y="698913"/>
                  </a:moveTo>
                  <a:lnTo>
                    <a:pt x="6118" y="748975"/>
                  </a:lnTo>
                  <a:lnTo>
                    <a:pt x="0" y="788501"/>
                  </a:lnTo>
                  <a:close/>
                  <a:moveTo>
                    <a:pt x="917148" y="1647243"/>
                  </a:moveTo>
                  <a:lnTo>
                    <a:pt x="893989" y="1624112"/>
                  </a:lnTo>
                  <a:lnTo>
                    <a:pt x="847024" y="1663718"/>
                  </a:lnTo>
                  <a:close/>
                  <a:moveTo>
                    <a:pt x="387066" y="1058642"/>
                  </a:moveTo>
                  <a:lnTo>
                    <a:pt x="436321" y="1024000"/>
                  </a:lnTo>
                  <a:lnTo>
                    <a:pt x="520905" y="1065186"/>
                  </a:lnTo>
                  <a:close/>
                  <a:moveTo>
                    <a:pt x="631242" y="947127"/>
                  </a:moveTo>
                  <a:lnTo>
                    <a:pt x="625073" y="960790"/>
                  </a:lnTo>
                  <a:lnTo>
                    <a:pt x="653368" y="1067779"/>
                  </a:lnTo>
                  <a:close/>
                  <a:moveTo>
                    <a:pt x="925894" y="1312993"/>
                  </a:moveTo>
                  <a:lnTo>
                    <a:pt x="945290" y="1322055"/>
                  </a:lnTo>
                  <a:lnTo>
                    <a:pt x="967678" y="1247770"/>
                  </a:lnTo>
                  <a:close/>
                  <a:moveTo>
                    <a:pt x="970537" y="1201248"/>
                  </a:moveTo>
                  <a:lnTo>
                    <a:pt x="998156" y="1241055"/>
                  </a:lnTo>
                  <a:lnTo>
                    <a:pt x="1010803" y="1155336"/>
                  </a:lnTo>
                  <a:close/>
                  <a:moveTo>
                    <a:pt x="968142" y="1237551"/>
                  </a:moveTo>
                  <a:lnTo>
                    <a:pt x="967678" y="1247770"/>
                  </a:lnTo>
                  <a:lnTo>
                    <a:pt x="970537" y="1201248"/>
                  </a:lnTo>
                  <a:close/>
                  <a:moveTo>
                    <a:pt x="630959" y="939371"/>
                  </a:moveTo>
                  <a:lnTo>
                    <a:pt x="618251" y="935284"/>
                  </a:lnTo>
                  <a:lnTo>
                    <a:pt x="626422" y="908691"/>
                  </a:lnTo>
                  <a:close/>
                  <a:moveTo>
                    <a:pt x="326769" y="504435"/>
                  </a:moveTo>
                  <a:lnTo>
                    <a:pt x="340292" y="593533"/>
                  </a:lnTo>
                  <a:lnTo>
                    <a:pt x="353274" y="618267"/>
                  </a:lnTo>
                  <a:close/>
                  <a:moveTo>
                    <a:pt x="1239456" y="1199115"/>
                  </a:moveTo>
                  <a:lnTo>
                    <a:pt x="1219017" y="1116900"/>
                  </a:lnTo>
                  <a:lnTo>
                    <a:pt x="1211490" y="1114410"/>
                  </a:lnTo>
                  <a:close/>
                  <a:moveTo>
                    <a:pt x="1290407" y="1167173"/>
                  </a:moveTo>
                  <a:lnTo>
                    <a:pt x="1239456" y="1199115"/>
                  </a:lnTo>
                  <a:lnTo>
                    <a:pt x="1211490" y="1114410"/>
                  </a:lnTo>
                  <a:close/>
                  <a:moveTo>
                    <a:pt x="1232160" y="1114434"/>
                  </a:moveTo>
                  <a:lnTo>
                    <a:pt x="1290407" y="1167173"/>
                  </a:lnTo>
                  <a:lnTo>
                    <a:pt x="1211490" y="1114410"/>
                  </a:lnTo>
                  <a:close/>
                  <a:moveTo>
                    <a:pt x="869892" y="673209"/>
                  </a:moveTo>
                  <a:lnTo>
                    <a:pt x="923008" y="683532"/>
                  </a:lnTo>
                  <a:lnTo>
                    <a:pt x="881711" y="667388"/>
                  </a:lnTo>
                  <a:close/>
                  <a:moveTo>
                    <a:pt x="860739" y="638984"/>
                  </a:moveTo>
                  <a:lnTo>
                    <a:pt x="881711" y="667388"/>
                  </a:lnTo>
                  <a:lnTo>
                    <a:pt x="836533" y="593151"/>
                  </a:lnTo>
                  <a:close/>
                  <a:moveTo>
                    <a:pt x="881711" y="667388"/>
                  </a:moveTo>
                  <a:lnTo>
                    <a:pt x="923008" y="683532"/>
                  </a:lnTo>
                  <a:lnTo>
                    <a:pt x="836533" y="593151"/>
                  </a:lnTo>
                  <a:close/>
                  <a:moveTo>
                    <a:pt x="869892" y="673209"/>
                  </a:moveTo>
                  <a:lnTo>
                    <a:pt x="881711" y="667388"/>
                  </a:lnTo>
                  <a:lnTo>
                    <a:pt x="885963" y="653057"/>
                  </a:lnTo>
                  <a:close/>
                  <a:moveTo>
                    <a:pt x="885963" y="653057"/>
                  </a:moveTo>
                  <a:lnTo>
                    <a:pt x="881711" y="667388"/>
                  </a:lnTo>
                  <a:lnTo>
                    <a:pt x="860739" y="638984"/>
                  </a:lnTo>
                  <a:close/>
                  <a:moveTo>
                    <a:pt x="800930" y="300091"/>
                  </a:moveTo>
                  <a:lnTo>
                    <a:pt x="807941" y="316119"/>
                  </a:lnTo>
                  <a:lnTo>
                    <a:pt x="833389" y="321524"/>
                  </a:lnTo>
                  <a:close/>
                  <a:moveTo>
                    <a:pt x="800930" y="300091"/>
                  </a:moveTo>
                  <a:lnTo>
                    <a:pt x="833389" y="321524"/>
                  </a:lnTo>
                  <a:lnTo>
                    <a:pt x="845624" y="285483"/>
                  </a:lnTo>
                  <a:close/>
                  <a:moveTo>
                    <a:pt x="845624" y="285483"/>
                  </a:moveTo>
                  <a:lnTo>
                    <a:pt x="851680" y="300091"/>
                  </a:lnTo>
                  <a:lnTo>
                    <a:pt x="807943" y="226387"/>
                  </a:lnTo>
                  <a:close/>
                  <a:moveTo>
                    <a:pt x="1865846" y="964730"/>
                  </a:moveTo>
                  <a:lnTo>
                    <a:pt x="1892901" y="1006932"/>
                  </a:lnTo>
                  <a:lnTo>
                    <a:pt x="1855453" y="989328"/>
                  </a:lnTo>
                  <a:close/>
                  <a:moveTo>
                    <a:pt x="1938553" y="1021367"/>
                  </a:moveTo>
                  <a:lnTo>
                    <a:pt x="1919830" y="968496"/>
                  </a:lnTo>
                  <a:lnTo>
                    <a:pt x="1892901" y="1006932"/>
                  </a:lnTo>
                  <a:close/>
                  <a:moveTo>
                    <a:pt x="1159481" y="59150"/>
                  </a:moveTo>
                  <a:lnTo>
                    <a:pt x="1242974" y="92659"/>
                  </a:lnTo>
                  <a:lnTo>
                    <a:pt x="1292559" y="62844"/>
                  </a:lnTo>
                  <a:close/>
                  <a:moveTo>
                    <a:pt x="1743676" y="440488"/>
                  </a:moveTo>
                  <a:lnTo>
                    <a:pt x="1734825" y="547776"/>
                  </a:lnTo>
                  <a:lnTo>
                    <a:pt x="1735562" y="557420"/>
                  </a:lnTo>
                  <a:close/>
                  <a:moveTo>
                    <a:pt x="1353737" y="25693"/>
                  </a:moveTo>
                  <a:lnTo>
                    <a:pt x="1357046" y="64130"/>
                  </a:lnTo>
                  <a:lnTo>
                    <a:pt x="1367510" y="64419"/>
                  </a:lnTo>
                  <a:close/>
                  <a:moveTo>
                    <a:pt x="1423421" y="58258"/>
                  </a:moveTo>
                  <a:lnTo>
                    <a:pt x="1367510" y="64419"/>
                  </a:lnTo>
                  <a:lnTo>
                    <a:pt x="1495978" y="50880"/>
                  </a:lnTo>
                  <a:close/>
                  <a:moveTo>
                    <a:pt x="1495978" y="50880"/>
                  </a:moveTo>
                  <a:lnTo>
                    <a:pt x="1539928" y="0"/>
                  </a:lnTo>
                  <a:lnTo>
                    <a:pt x="1423421" y="58258"/>
                  </a:lnTo>
                  <a:close/>
                  <a:moveTo>
                    <a:pt x="1782537" y="316117"/>
                  </a:moveTo>
                  <a:lnTo>
                    <a:pt x="1824745" y="335080"/>
                  </a:lnTo>
                  <a:lnTo>
                    <a:pt x="1861336" y="365718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18" name="Candidate_density__2017">
              <a:extLst>
                <a:ext uri="{FF2B5EF4-FFF2-40B4-BE49-F238E27FC236}">
                  <a16:creationId xmlns:a16="http://schemas.microsoft.com/office/drawing/2014/main" id="{C8670805-0BBA-A903-F11C-D687AEADD122}"/>
                </a:ext>
              </a:extLst>
            </p:cNvPr>
            <p:cNvSpPr>
              <a:spLocks noGrp="1"/>
            </p:cNvSpPr>
            <p:nvPr/>
          </p:nvSpPr>
          <p:spPr>
            <a:xfrm>
              <a:off x="5715399" y="4484199"/>
              <a:ext cx="728715" cy="276665"/>
            </a:xfrm>
            <a:custGeom>
              <a:avLst/>
              <a:gdLst/>
              <a:ahLst/>
              <a:cxnLst/>
              <a:rect l="0" t="0" r="0" b="0"/>
              <a:pathLst>
                <a:path w="728715" h="276665">
                  <a:moveTo>
                    <a:pt x="89848" y="255634"/>
                  </a:moveTo>
                  <a:lnTo>
                    <a:pt x="0" y="268087"/>
                  </a:lnTo>
                  <a:lnTo>
                    <a:pt x="117811" y="276665"/>
                  </a:lnTo>
                  <a:close/>
                  <a:moveTo>
                    <a:pt x="728715" y="48535"/>
                  </a:moveTo>
                  <a:lnTo>
                    <a:pt x="653824" y="0"/>
                  </a:lnTo>
                  <a:lnTo>
                    <a:pt x="653040" y="475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19" name="Candidate_density__2018">
              <a:extLst>
                <a:ext uri="{FF2B5EF4-FFF2-40B4-BE49-F238E27FC236}">
                  <a16:creationId xmlns:a16="http://schemas.microsoft.com/office/drawing/2014/main" id="{09E4CA4A-4B7D-2BD2-8E98-8A0D82E66E83}"/>
                </a:ext>
              </a:extLst>
            </p:cNvPr>
            <p:cNvSpPr>
              <a:spLocks noGrp="1"/>
            </p:cNvSpPr>
            <p:nvPr/>
          </p:nvSpPr>
          <p:spPr>
            <a:xfrm>
              <a:off x="4461814" y="3436731"/>
              <a:ext cx="2204452" cy="1881077"/>
            </a:xfrm>
            <a:custGeom>
              <a:avLst/>
              <a:gdLst/>
              <a:ahLst/>
              <a:cxnLst/>
              <a:rect l="0" t="0" r="0" b="0"/>
              <a:pathLst>
                <a:path w="2204452" h="1881077">
                  <a:moveTo>
                    <a:pt x="23532" y="1025514"/>
                  </a:moveTo>
                  <a:lnTo>
                    <a:pt x="13407" y="1097148"/>
                  </a:lnTo>
                  <a:lnTo>
                    <a:pt x="60326" y="1057369"/>
                  </a:lnTo>
                  <a:close/>
                  <a:moveTo>
                    <a:pt x="743144" y="1765450"/>
                  </a:moveTo>
                  <a:lnTo>
                    <a:pt x="836316" y="1809228"/>
                  </a:lnTo>
                  <a:lnTo>
                    <a:pt x="778202" y="1727013"/>
                  </a:lnTo>
                  <a:close/>
                  <a:moveTo>
                    <a:pt x="842877" y="1817391"/>
                  </a:moveTo>
                  <a:lnTo>
                    <a:pt x="802352" y="1881077"/>
                  </a:lnTo>
                  <a:lnTo>
                    <a:pt x="927244" y="1854168"/>
                  </a:lnTo>
                  <a:close/>
                  <a:moveTo>
                    <a:pt x="728300" y="1667663"/>
                  </a:moveTo>
                  <a:lnTo>
                    <a:pt x="707165" y="1657008"/>
                  </a:lnTo>
                  <a:lnTo>
                    <a:pt x="778202" y="1727013"/>
                  </a:lnTo>
                  <a:close/>
                  <a:moveTo>
                    <a:pt x="622226" y="1565378"/>
                  </a:moveTo>
                  <a:lnTo>
                    <a:pt x="704884" y="1644798"/>
                  </a:lnTo>
                  <a:lnTo>
                    <a:pt x="627461" y="1569301"/>
                  </a:lnTo>
                  <a:close/>
                  <a:moveTo>
                    <a:pt x="622226" y="1565378"/>
                  </a:moveTo>
                  <a:lnTo>
                    <a:pt x="707165" y="1657008"/>
                  </a:lnTo>
                  <a:lnTo>
                    <a:pt x="704884" y="1644798"/>
                  </a:lnTo>
                  <a:close/>
                  <a:moveTo>
                    <a:pt x="0" y="943299"/>
                  </a:moveTo>
                  <a:lnTo>
                    <a:pt x="23532" y="1025514"/>
                  </a:lnTo>
                  <a:lnTo>
                    <a:pt x="48269" y="987078"/>
                  </a:lnTo>
                  <a:close/>
                  <a:moveTo>
                    <a:pt x="704884" y="1644798"/>
                  </a:moveTo>
                  <a:lnTo>
                    <a:pt x="707165" y="1657008"/>
                  </a:lnTo>
                  <a:lnTo>
                    <a:pt x="728300" y="1667663"/>
                  </a:lnTo>
                  <a:close/>
                  <a:moveTo>
                    <a:pt x="621152" y="1562583"/>
                  </a:moveTo>
                  <a:lnTo>
                    <a:pt x="622226" y="1565378"/>
                  </a:lnTo>
                  <a:lnTo>
                    <a:pt x="627461" y="1569301"/>
                  </a:lnTo>
                  <a:close/>
                  <a:moveTo>
                    <a:pt x="1053895" y="1833835"/>
                  </a:moveTo>
                  <a:lnTo>
                    <a:pt x="985508" y="1770792"/>
                  </a:lnTo>
                  <a:lnTo>
                    <a:pt x="927244" y="1854168"/>
                  </a:lnTo>
                  <a:close/>
                  <a:moveTo>
                    <a:pt x="841806" y="1708232"/>
                  </a:moveTo>
                  <a:lnTo>
                    <a:pt x="728300" y="1667663"/>
                  </a:lnTo>
                  <a:lnTo>
                    <a:pt x="778202" y="1727013"/>
                  </a:lnTo>
                  <a:close/>
                  <a:moveTo>
                    <a:pt x="735055" y="1634334"/>
                  </a:moveTo>
                  <a:lnTo>
                    <a:pt x="728300" y="1667663"/>
                  </a:lnTo>
                  <a:lnTo>
                    <a:pt x="841806" y="1708232"/>
                  </a:lnTo>
                  <a:close/>
                  <a:moveTo>
                    <a:pt x="841492" y="1608395"/>
                  </a:moveTo>
                  <a:lnTo>
                    <a:pt x="735055" y="1634334"/>
                  </a:lnTo>
                  <a:lnTo>
                    <a:pt x="841806" y="1708232"/>
                  </a:lnTo>
                  <a:close/>
                  <a:moveTo>
                    <a:pt x="704884" y="1644798"/>
                  </a:moveTo>
                  <a:lnTo>
                    <a:pt x="728300" y="1667663"/>
                  </a:lnTo>
                  <a:lnTo>
                    <a:pt x="735055" y="1634334"/>
                  </a:lnTo>
                  <a:close/>
                  <a:moveTo>
                    <a:pt x="631066" y="1558191"/>
                  </a:moveTo>
                  <a:lnTo>
                    <a:pt x="627461" y="1569301"/>
                  </a:lnTo>
                  <a:lnTo>
                    <a:pt x="743773" y="1524147"/>
                  </a:lnTo>
                  <a:close/>
                  <a:moveTo>
                    <a:pt x="627461" y="1569301"/>
                  </a:moveTo>
                  <a:lnTo>
                    <a:pt x="704884" y="1644798"/>
                  </a:lnTo>
                  <a:lnTo>
                    <a:pt x="743773" y="1524147"/>
                  </a:lnTo>
                  <a:close/>
                  <a:moveTo>
                    <a:pt x="743773" y="1524147"/>
                  </a:moveTo>
                  <a:lnTo>
                    <a:pt x="704884" y="1644798"/>
                  </a:lnTo>
                  <a:lnTo>
                    <a:pt x="748411" y="1527657"/>
                  </a:lnTo>
                  <a:close/>
                  <a:moveTo>
                    <a:pt x="748411" y="1527657"/>
                  </a:moveTo>
                  <a:lnTo>
                    <a:pt x="704884" y="1644798"/>
                  </a:lnTo>
                  <a:lnTo>
                    <a:pt x="735055" y="1634334"/>
                  </a:lnTo>
                  <a:close/>
                  <a:moveTo>
                    <a:pt x="621152" y="1562583"/>
                  </a:moveTo>
                  <a:lnTo>
                    <a:pt x="627461" y="1569301"/>
                  </a:lnTo>
                  <a:lnTo>
                    <a:pt x="631066" y="1558191"/>
                  </a:lnTo>
                  <a:close/>
                  <a:moveTo>
                    <a:pt x="640729" y="1441931"/>
                  </a:moveTo>
                  <a:lnTo>
                    <a:pt x="631066" y="1558191"/>
                  </a:lnTo>
                  <a:lnTo>
                    <a:pt x="651998" y="1445839"/>
                  </a:lnTo>
                  <a:close/>
                  <a:moveTo>
                    <a:pt x="621152" y="1562583"/>
                  </a:moveTo>
                  <a:lnTo>
                    <a:pt x="631066" y="1558191"/>
                  </a:lnTo>
                  <a:lnTo>
                    <a:pt x="640729" y="1441931"/>
                  </a:lnTo>
                  <a:close/>
                  <a:moveTo>
                    <a:pt x="351309" y="1094129"/>
                  </a:moveTo>
                  <a:lnTo>
                    <a:pt x="398385" y="1113071"/>
                  </a:lnTo>
                  <a:lnTo>
                    <a:pt x="394854" y="1128582"/>
                  </a:lnTo>
                  <a:close/>
                  <a:moveTo>
                    <a:pt x="985508" y="1770792"/>
                  </a:moveTo>
                  <a:lnTo>
                    <a:pt x="1078858" y="1836881"/>
                  </a:lnTo>
                  <a:lnTo>
                    <a:pt x="976305" y="1759570"/>
                  </a:lnTo>
                  <a:close/>
                  <a:moveTo>
                    <a:pt x="743773" y="1524147"/>
                  </a:moveTo>
                  <a:lnTo>
                    <a:pt x="748411" y="1527657"/>
                  </a:lnTo>
                  <a:lnTo>
                    <a:pt x="748637" y="1523200"/>
                  </a:lnTo>
                  <a:close/>
                  <a:moveTo>
                    <a:pt x="748637" y="1523200"/>
                  </a:moveTo>
                  <a:lnTo>
                    <a:pt x="734970" y="1477402"/>
                  </a:lnTo>
                  <a:lnTo>
                    <a:pt x="743773" y="1524147"/>
                  </a:lnTo>
                  <a:close/>
                  <a:moveTo>
                    <a:pt x="651998" y="1445839"/>
                  </a:moveTo>
                  <a:lnTo>
                    <a:pt x="692487" y="1441931"/>
                  </a:lnTo>
                  <a:lnTo>
                    <a:pt x="651854" y="1441198"/>
                  </a:lnTo>
                  <a:close/>
                  <a:moveTo>
                    <a:pt x="748637" y="1523200"/>
                  </a:moveTo>
                  <a:lnTo>
                    <a:pt x="748411" y="1527657"/>
                  </a:lnTo>
                  <a:lnTo>
                    <a:pt x="751736" y="1524147"/>
                  </a:lnTo>
                  <a:close/>
                  <a:moveTo>
                    <a:pt x="748637" y="1523200"/>
                  </a:moveTo>
                  <a:lnTo>
                    <a:pt x="751736" y="1524147"/>
                  </a:lnTo>
                  <a:lnTo>
                    <a:pt x="734970" y="1477402"/>
                  </a:lnTo>
                  <a:close/>
                  <a:moveTo>
                    <a:pt x="640729" y="1441931"/>
                  </a:moveTo>
                  <a:lnTo>
                    <a:pt x="651998" y="1445839"/>
                  </a:lnTo>
                  <a:lnTo>
                    <a:pt x="651854" y="1441198"/>
                  </a:lnTo>
                  <a:close/>
                  <a:moveTo>
                    <a:pt x="510639" y="1095043"/>
                  </a:moveTo>
                  <a:lnTo>
                    <a:pt x="517094" y="1004912"/>
                  </a:lnTo>
                  <a:lnTo>
                    <a:pt x="524489" y="1113071"/>
                  </a:lnTo>
                  <a:close/>
                  <a:moveTo>
                    <a:pt x="524489" y="1113071"/>
                  </a:moveTo>
                  <a:lnTo>
                    <a:pt x="517094" y="1004912"/>
                  </a:lnTo>
                  <a:lnTo>
                    <a:pt x="521013" y="992420"/>
                  </a:lnTo>
                  <a:close/>
                  <a:moveTo>
                    <a:pt x="506298" y="998480"/>
                  </a:moveTo>
                  <a:lnTo>
                    <a:pt x="477910" y="1073611"/>
                  </a:lnTo>
                  <a:lnTo>
                    <a:pt x="524489" y="1113071"/>
                  </a:lnTo>
                  <a:close/>
                  <a:moveTo>
                    <a:pt x="521013" y="992420"/>
                  </a:moveTo>
                  <a:lnTo>
                    <a:pt x="506298" y="998480"/>
                  </a:lnTo>
                  <a:lnTo>
                    <a:pt x="524489" y="1113071"/>
                  </a:lnTo>
                  <a:close/>
                  <a:moveTo>
                    <a:pt x="435775" y="1030856"/>
                  </a:moveTo>
                  <a:lnTo>
                    <a:pt x="477910" y="1073611"/>
                  </a:lnTo>
                  <a:lnTo>
                    <a:pt x="506298" y="998480"/>
                  </a:lnTo>
                  <a:close/>
                  <a:moveTo>
                    <a:pt x="517094" y="1004912"/>
                  </a:moveTo>
                  <a:lnTo>
                    <a:pt x="510639" y="1095043"/>
                  </a:lnTo>
                  <a:lnTo>
                    <a:pt x="502190" y="1074635"/>
                  </a:lnTo>
                  <a:close/>
                  <a:moveTo>
                    <a:pt x="435775" y="1030856"/>
                  </a:moveTo>
                  <a:lnTo>
                    <a:pt x="506298" y="998480"/>
                  </a:lnTo>
                  <a:lnTo>
                    <a:pt x="382491" y="995513"/>
                  </a:lnTo>
                  <a:close/>
                  <a:moveTo>
                    <a:pt x="382491" y="995513"/>
                  </a:moveTo>
                  <a:lnTo>
                    <a:pt x="506298" y="998480"/>
                  </a:lnTo>
                  <a:lnTo>
                    <a:pt x="511615" y="984424"/>
                  </a:lnTo>
                  <a:close/>
                  <a:moveTo>
                    <a:pt x="506298" y="998480"/>
                  </a:moveTo>
                  <a:lnTo>
                    <a:pt x="521013" y="992420"/>
                  </a:lnTo>
                  <a:lnTo>
                    <a:pt x="548113" y="924985"/>
                  </a:lnTo>
                  <a:close/>
                  <a:moveTo>
                    <a:pt x="517094" y="1004912"/>
                  </a:moveTo>
                  <a:lnTo>
                    <a:pt x="502190" y="1074635"/>
                  </a:lnTo>
                  <a:lnTo>
                    <a:pt x="517171" y="989641"/>
                  </a:lnTo>
                  <a:close/>
                  <a:moveTo>
                    <a:pt x="521013" y="992420"/>
                  </a:moveTo>
                  <a:lnTo>
                    <a:pt x="517094" y="1004912"/>
                  </a:lnTo>
                  <a:lnTo>
                    <a:pt x="517171" y="989641"/>
                  </a:lnTo>
                  <a:close/>
                  <a:moveTo>
                    <a:pt x="574907" y="942405"/>
                  </a:moveTo>
                  <a:lnTo>
                    <a:pt x="521013" y="992420"/>
                  </a:lnTo>
                  <a:lnTo>
                    <a:pt x="517171" y="989641"/>
                  </a:lnTo>
                  <a:close/>
                  <a:moveTo>
                    <a:pt x="1218928" y="1408837"/>
                  </a:moveTo>
                  <a:lnTo>
                    <a:pt x="1241037" y="1370401"/>
                  </a:lnTo>
                  <a:lnTo>
                    <a:pt x="1223902" y="1326622"/>
                  </a:lnTo>
                  <a:close/>
                  <a:moveTo>
                    <a:pt x="605376" y="630465"/>
                  </a:moveTo>
                  <a:lnTo>
                    <a:pt x="532483" y="576824"/>
                  </a:lnTo>
                  <a:lnTo>
                    <a:pt x="524219" y="586686"/>
                  </a:lnTo>
                  <a:close/>
                  <a:moveTo>
                    <a:pt x="605376" y="630465"/>
                  </a:moveTo>
                  <a:lnTo>
                    <a:pt x="524219" y="586686"/>
                  </a:lnTo>
                  <a:lnTo>
                    <a:pt x="550074" y="668901"/>
                  </a:lnTo>
                  <a:close/>
                  <a:moveTo>
                    <a:pt x="1376736" y="1167534"/>
                  </a:moveTo>
                  <a:lnTo>
                    <a:pt x="1299567" y="1119037"/>
                  </a:lnTo>
                  <a:lnTo>
                    <a:pt x="1247630" y="1140056"/>
                  </a:lnTo>
                  <a:close/>
                  <a:moveTo>
                    <a:pt x="1260775" y="1085319"/>
                  </a:moveTo>
                  <a:lnTo>
                    <a:pt x="1247630" y="1140056"/>
                  </a:lnTo>
                  <a:lnTo>
                    <a:pt x="1299567" y="1119037"/>
                  </a:lnTo>
                  <a:close/>
                  <a:moveTo>
                    <a:pt x="1260775" y="1085319"/>
                  </a:moveTo>
                  <a:lnTo>
                    <a:pt x="1232329" y="1123755"/>
                  </a:lnTo>
                  <a:lnTo>
                    <a:pt x="1247630" y="1140056"/>
                  </a:lnTo>
                  <a:close/>
                  <a:moveTo>
                    <a:pt x="1201780" y="1041540"/>
                  </a:moveTo>
                  <a:lnTo>
                    <a:pt x="1232329" y="1123755"/>
                  </a:lnTo>
                  <a:lnTo>
                    <a:pt x="1260775" y="1085319"/>
                  </a:lnTo>
                  <a:close/>
                  <a:moveTo>
                    <a:pt x="1201780" y="1041540"/>
                  </a:moveTo>
                  <a:lnTo>
                    <a:pt x="1260775" y="1085319"/>
                  </a:lnTo>
                  <a:lnTo>
                    <a:pt x="1198845" y="1003104"/>
                  </a:lnTo>
                  <a:close/>
                  <a:moveTo>
                    <a:pt x="1526494" y="1194957"/>
                  </a:moveTo>
                  <a:lnTo>
                    <a:pt x="1553627" y="1211313"/>
                  </a:lnTo>
                  <a:lnTo>
                    <a:pt x="1476553" y="1155378"/>
                  </a:lnTo>
                  <a:close/>
                  <a:moveTo>
                    <a:pt x="1409488" y="1049216"/>
                  </a:moveTo>
                  <a:lnTo>
                    <a:pt x="1376736" y="1167534"/>
                  </a:lnTo>
                  <a:lnTo>
                    <a:pt x="1396012" y="1160264"/>
                  </a:lnTo>
                  <a:close/>
                  <a:moveTo>
                    <a:pt x="1309154" y="1046883"/>
                  </a:moveTo>
                  <a:lnTo>
                    <a:pt x="1260775" y="1085319"/>
                  </a:lnTo>
                  <a:lnTo>
                    <a:pt x="1299567" y="1119037"/>
                  </a:lnTo>
                  <a:close/>
                  <a:moveTo>
                    <a:pt x="1309154" y="1046883"/>
                  </a:moveTo>
                  <a:lnTo>
                    <a:pt x="1198845" y="1003104"/>
                  </a:lnTo>
                  <a:lnTo>
                    <a:pt x="1260775" y="1085319"/>
                  </a:lnTo>
                  <a:close/>
                  <a:moveTo>
                    <a:pt x="1545971" y="1090661"/>
                  </a:moveTo>
                  <a:lnTo>
                    <a:pt x="1532394" y="1008446"/>
                  </a:lnTo>
                  <a:lnTo>
                    <a:pt x="1532980" y="1009412"/>
                  </a:lnTo>
                  <a:close/>
                  <a:moveTo>
                    <a:pt x="1982299" y="1096003"/>
                  </a:moveTo>
                  <a:lnTo>
                    <a:pt x="2015358" y="1199050"/>
                  </a:lnTo>
                  <a:lnTo>
                    <a:pt x="2065082" y="1169753"/>
                  </a:lnTo>
                  <a:close/>
                  <a:moveTo>
                    <a:pt x="1982299" y="1096003"/>
                  </a:moveTo>
                  <a:lnTo>
                    <a:pt x="1940687" y="1134440"/>
                  </a:lnTo>
                  <a:lnTo>
                    <a:pt x="2015358" y="1199050"/>
                  </a:lnTo>
                  <a:close/>
                  <a:moveTo>
                    <a:pt x="1741932" y="849358"/>
                  </a:moveTo>
                  <a:lnTo>
                    <a:pt x="1686686" y="806170"/>
                  </a:lnTo>
                  <a:lnTo>
                    <a:pt x="1684730" y="805579"/>
                  </a:lnTo>
                  <a:close/>
                  <a:moveTo>
                    <a:pt x="1372280" y="251429"/>
                  </a:moveTo>
                  <a:lnTo>
                    <a:pt x="1297521" y="191637"/>
                  </a:lnTo>
                  <a:lnTo>
                    <a:pt x="1246169" y="273782"/>
                  </a:lnTo>
                  <a:close/>
                  <a:moveTo>
                    <a:pt x="2079736" y="1178218"/>
                  </a:moveTo>
                  <a:lnTo>
                    <a:pt x="2145787" y="1139782"/>
                  </a:lnTo>
                  <a:lnTo>
                    <a:pt x="2065082" y="1169753"/>
                  </a:lnTo>
                  <a:close/>
                  <a:moveTo>
                    <a:pt x="2065082" y="1169753"/>
                  </a:moveTo>
                  <a:lnTo>
                    <a:pt x="2053772" y="1057567"/>
                  </a:lnTo>
                  <a:lnTo>
                    <a:pt x="1982299" y="1096003"/>
                  </a:lnTo>
                  <a:close/>
                  <a:moveTo>
                    <a:pt x="1965676" y="1076750"/>
                  </a:moveTo>
                  <a:lnTo>
                    <a:pt x="1909982" y="984784"/>
                  </a:lnTo>
                  <a:lnTo>
                    <a:pt x="1925717" y="1013788"/>
                  </a:lnTo>
                  <a:close/>
                  <a:moveTo>
                    <a:pt x="1784720" y="646491"/>
                  </a:moveTo>
                  <a:lnTo>
                    <a:pt x="1823842" y="754538"/>
                  </a:lnTo>
                  <a:lnTo>
                    <a:pt x="1846833" y="695871"/>
                  </a:lnTo>
                  <a:close/>
                  <a:moveTo>
                    <a:pt x="1778750" y="767143"/>
                  </a:moveTo>
                  <a:lnTo>
                    <a:pt x="1823842" y="754538"/>
                  </a:lnTo>
                  <a:lnTo>
                    <a:pt x="1784720" y="646491"/>
                  </a:lnTo>
                  <a:close/>
                  <a:moveTo>
                    <a:pt x="1375206" y="153200"/>
                  </a:moveTo>
                  <a:lnTo>
                    <a:pt x="1372280" y="251429"/>
                  </a:lnTo>
                  <a:lnTo>
                    <a:pt x="1404522" y="156773"/>
                  </a:lnTo>
                  <a:close/>
                  <a:moveTo>
                    <a:pt x="1375206" y="153200"/>
                  </a:moveTo>
                  <a:lnTo>
                    <a:pt x="1297521" y="191637"/>
                  </a:lnTo>
                  <a:lnTo>
                    <a:pt x="1372280" y="251429"/>
                  </a:lnTo>
                  <a:close/>
                  <a:moveTo>
                    <a:pt x="1375206" y="153200"/>
                  </a:moveTo>
                  <a:lnTo>
                    <a:pt x="1332825" y="109422"/>
                  </a:lnTo>
                  <a:lnTo>
                    <a:pt x="1297521" y="191637"/>
                  </a:lnTo>
                  <a:close/>
                  <a:moveTo>
                    <a:pt x="1404522" y="156773"/>
                  </a:moveTo>
                  <a:lnTo>
                    <a:pt x="1372280" y="251429"/>
                  </a:lnTo>
                  <a:lnTo>
                    <a:pt x="1497630" y="226233"/>
                  </a:lnTo>
                  <a:close/>
                  <a:moveTo>
                    <a:pt x="2204452" y="981775"/>
                  </a:moveTo>
                  <a:lnTo>
                    <a:pt x="2127454" y="975352"/>
                  </a:lnTo>
                  <a:lnTo>
                    <a:pt x="2130058" y="1027142"/>
                  </a:lnTo>
                  <a:close/>
                  <a:moveTo>
                    <a:pt x="1846263" y="608055"/>
                  </a:moveTo>
                  <a:lnTo>
                    <a:pt x="1784720" y="646491"/>
                  </a:lnTo>
                  <a:lnTo>
                    <a:pt x="1846833" y="695871"/>
                  </a:lnTo>
                  <a:close/>
                  <a:moveTo>
                    <a:pt x="1513643" y="235416"/>
                  </a:moveTo>
                  <a:lnTo>
                    <a:pt x="1616522" y="201347"/>
                  </a:lnTo>
                  <a:lnTo>
                    <a:pt x="1497630" y="226233"/>
                  </a:lnTo>
                  <a:close/>
                  <a:moveTo>
                    <a:pt x="1497630" y="226233"/>
                  </a:moveTo>
                  <a:lnTo>
                    <a:pt x="1616522" y="201347"/>
                  </a:lnTo>
                  <a:lnTo>
                    <a:pt x="1620603" y="192150"/>
                  </a:lnTo>
                  <a:close/>
                  <a:moveTo>
                    <a:pt x="1497630" y="226233"/>
                  </a:moveTo>
                  <a:lnTo>
                    <a:pt x="1620603" y="192150"/>
                  </a:lnTo>
                  <a:lnTo>
                    <a:pt x="1528832" y="127691"/>
                  </a:lnTo>
                  <a:close/>
                  <a:moveTo>
                    <a:pt x="1407624" y="149901"/>
                  </a:moveTo>
                  <a:lnTo>
                    <a:pt x="1375206" y="153200"/>
                  </a:lnTo>
                  <a:lnTo>
                    <a:pt x="1404522" y="156773"/>
                  </a:lnTo>
                  <a:close/>
                  <a:moveTo>
                    <a:pt x="1404522" y="156773"/>
                  </a:moveTo>
                  <a:lnTo>
                    <a:pt x="1507667" y="114764"/>
                  </a:lnTo>
                  <a:lnTo>
                    <a:pt x="1407624" y="149901"/>
                  </a:lnTo>
                  <a:close/>
                  <a:moveTo>
                    <a:pt x="1497630" y="226233"/>
                  </a:moveTo>
                  <a:lnTo>
                    <a:pt x="1528832" y="127691"/>
                  </a:lnTo>
                  <a:lnTo>
                    <a:pt x="1404522" y="156773"/>
                  </a:lnTo>
                  <a:close/>
                  <a:moveTo>
                    <a:pt x="1975311" y="405188"/>
                  </a:moveTo>
                  <a:lnTo>
                    <a:pt x="2049034" y="492460"/>
                  </a:lnTo>
                  <a:lnTo>
                    <a:pt x="2052150" y="475796"/>
                  </a:lnTo>
                  <a:close/>
                  <a:moveTo>
                    <a:pt x="1975311" y="405188"/>
                  </a:moveTo>
                  <a:lnTo>
                    <a:pt x="1954813" y="390526"/>
                  </a:lnTo>
                  <a:lnTo>
                    <a:pt x="1909118" y="434884"/>
                  </a:lnTo>
                  <a:close/>
                  <a:moveTo>
                    <a:pt x="1894901" y="322973"/>
                  </a:moveTo>
                  <a:lnTo>
                    <a:pt x="1909118" y="434884"/>
                  </a:lnTo>
                  <a:lnTo>
                    <a:pt x="1954813" y="390526"/>
                  </a:lnTo>
                  <a:close/>
                  <a:moveTo>
                    <a:pt x="1847993" y="269800"/>
                  </a:moveTo>
                  <a:lnTo>
                    <a:pt x="1799755" y="273659"/>
                  </a:lnTo>
                  <a:lnTo>
                    <a:pt x="1894901" y="322973"/>
                  </a:lnTo>
                  <a:close/>
                  <a:moveTo>
                    <a:pt x="1700554" y="76328"/>
                  </a:moveTo>
                  <a:lnTo>
                    <a:pt x="1620603" y="192150"/>
                  </a:lnTo>
                  <a:lnTo>
                    <a:pt x="1648126" y="196979"/>
                  </a:lnTo>
                  <a:close/>
                  <a:moveTo>
                    <a:pt x="1700554" y="76328"/>
                  </a:moveTo>
                  <a:lnTo>
                    <a:pt x="1648126" y="196979"/>
                  </a:lnTo>
                  <a:lnTo>
                    <a:pt x="1707260" y="158542"/>
                  </a:lnTo>
                  <a:close/>
                  <a:moveTo>
                    <a:pt x="1536600" y="105639"/>
                  </a:moveTo>
                  <a:lnTo>
                    <a:pt x="1441656" y="80409"/>
                  </a:lnTo>
                  <a:lnTo>
                    <a:pt x="1507667" y="114764"/>
                  </a:lnTo>
                  <a:close/>
                  <a:moveTo>
                    <a:pt x="1536600" y="105639"/>
                  </a:moveTo>
                  <a:lnTo>
                    <a:pt x="1596119" y="17751"/>
                  </a:lnTo>
                  <a:lnTo>
                    <a:pt x="1534199" y="7498"/>
                  </a:lnTo>
                  <a:close/>
                  <a:moveTo>
                    <a:pt x="1534199" y="7498"/>
                  </a:moveTo>
                  <a:lnTo>
                    <a:pt x="1569210" y="0"/>
                  </a:lnTo>
                  <a:lnTo>
                    <a:pt x="1496959" y="8521"/>
                  </a:lnTo>
                  <a:close/>
                  <a:moveTo>
                    <a:pt x="1534199" y="7498"/>
                  </a:moveTo>
                  <a:lnTo>
                    <a:pt x="1596119" y="17751"/>
                  </a:lnTo>
                  <a:lnTo>
                    <a:pt x="1569210" y="0"/>
                  </a:lnTo>
                  <a:close/>
                  <a:moveTo>
                    <a:pt x="1975311" y="405188"/>
                  </a:moveTo>
                  <a:lnTo>
                    <a:pt x="2052150" y="475796"/>
                  </a:lnTo>
                  <a:lnTo>
                    <a:pt x="2079124" y="367905"/>
                  </a:lnTo>
                  <a:close/>
                  <a:moveTo>
                    <a:pt x="1979877" y="287907"/>
                  </a:moveTo>
                  <a:lnTo>
                    <a:pt x="1954813" y="390526"/>
                  </a:lnTo>
                  <a:lnTo>
                    <a:pt x="2032277" y="284537"/>
                  </a:lnTo>
                  <a:close/>
                  <a:moveTo>
                    <a:pt x="1954813" y="390526"/>
                  </a:moveTo>
                  <a:lnTo>
                    <a:pt x="1975311" y="405188"/>
                  </a:lnTo>
                  <a:lnTo>
                    <a:pt x="2032277" y="284537"/>
                  </a:lnTo>
                  <a:close/>
                  <a:moveTo>
                    <a:pt x="2032277" y="284537"/>
                  </a:moveTo>
                  <a:lnTo>
                    <a:pt x="1975311" y="405188"/>
                  </a:lnTo>
                  <a:lnTo>
                    <a:pt x="2073735" y="341299"/>
                  </a:lnTo>
                  <a:close/>
                  <a:moveTo>
                    <a:pt x="1894901" y="322973"/>
                  </a:moveTo>
                  <a:lnTo>
                    <a:pt x="1954813" y="390526"/>
                  </a:lnTo>
                  <a:lnTo>
                    <a:pt x="1979877" y="287907"/>
                  </a:lnTo>
                  <a:close/>
                  <a:moveTo>
                    <a:pt x="1882260" y="206584"/>
                  </a:moveTo>
                  <a:lnTo>
                    <a:pt x="1847993" y="269800"/>
                  </a:lnTo>
                  <a:lnTo>
                    <a:pt x="1902869" y="202322"/>
                  </a:lnTo>
                  <a:close/>
                  <a:moveTo>
                    <a:pt x="1847993" y="269800"/>
                  </a:moveTo>
                  <a:lnTo>
                    <a:pt x="1894901" y="322973"/>
                  </a:lnTo>
                  <a:lnTo>
                    <a:pt x="1902869" y="202322"/>
                  </a:lnTo>
                  <a:close/>
                  <a:moveTo>
                    <a:pt x="1902869" y="202322"/>
                  </a:moveTo>
                  <a:lnTo>
                    <a:pt x="1894901" y="322973"/>
                  </a:lnTo>
                  <a:lnTo>
                    <a:pt x="1977001" y="258282"/>
                  </a:lnTo>
                  <a:close/>
                  <a:moveTo>
                    <a:pt x="1977001" y="258282"/>
                  </a:moveTo>
                  <a:lnTo>
                    <a:pt x="1894901" y="322973"/>
                  </a:lnTo>
                  <a:lnTo>
                    <a:pt x="1979877" y="287907"/>
                  </a:lnTo>
                  <a:close/>
                  <a:moveTo>
                    <a:pt x="1814617" y="240758"/>
                  </a:moveTo>
                  <a:lnTo>
                    <a:pt x="1847993" y="269800"/>
                  </a:lnTo>
                  <a:lnTo>
                    <a:pt x="1882260" y="206584"/>
                  </a:lnTo>
                  <a:close/>
                  <a:moveTo>
                    <a:pt x="1814617" y="240758"/>
                  </a:moveTo>
                  <a:lnTo>
                    <a:pt x="1882260" y="206584"/>
                  </a:lnTo>
                  <a:lnTo>
                    <a:pt x="1752589" y="191762"/>
                  </a:lnTo>
                  <a:close/>
                  <a:moveTo>
                    <a:pt x="1752589" y="191762"/>
                  </a:moveTo>
                  <a:lnTo>
                    <a:pt x="1882260" y="206584"/>
                  </a:lnTo>
                  <a:lnTo>
                    <a:pt x="1886438" y="198339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20" name="Candidate_density__2019">
              <a:extLst>
                <a:ext uri="{FF2B5EF4-FFF2-40B4-BE49-F238E27FC236}">
                  <a16:creationId xmlns:a16="http://schemas.microsoft.com/office/drawing/2014/main" id="{90EEF87D-9F9B-9F55-4AC1-208E25853F58}"/>
                </a:ext>
              </a:extLst>
            </p:cNvPr>
            <p:cNvSpPr>
              <a:spLocks noGrp="1"/>
            </p:cNvSpPr>
            <p:nvPr/>
          </p:nvSpPr>
          <p:spPr>
            <a:xfrm>
              <a:off x="4452143" y="3437657"/>
              <a:ext cx="2155458" cy="1853242"/>
            </a:xfrm>
            <a:custGeom>
              <a:avLst/>
              <a:gdLst/>
              <a:ahLst/>
              <a:cxnLst/>
              <a:rect l="0" t="0" r="0" b="0"/>
              <a:pathLst>
                <a:path w="2155458" h="1853242">
                  <a:moveTo>
                    <a:pt x="33203" y="1024588"/>
                  </a:moveTo>
                  <a:lnTo>
                    <a:pt x="9671" y="942374"/>
                  </a:lnTo>
                  <a:lnTo>
                    <a:pt x="0" y="1063025"/>
                  </a:lnTo>
                  <a:close/>
                  <a:moveTo>
                    <a:pt x="788800" y="1846739"/>
                  </a:moveTo>
                  <a:lnTo>
                    <a:pt x="852548" y="1816466"/>
                  </a:lnTo>
                  <a:lnTo>
                    <a:pt x="845987" y="1808303"/>
                  </a:lnTo>
                  <a:close/>
                  <a:moveTo>
                    <a:pt x="9671" y="942374"/>
                  </a:moveTo>
                  <a:lnTo>
                    <a:pt x="57940" y="986152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9671" y="942374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29489" y="904990"/>
                  </a:lnTo>
                  <a:lnTo>
                    <a:pt x="9671" y="942374"/>
                  </a:lnTo>
                  <a:close/>
                  <a:moveTo>
                    <a:pt x="845987" y="1808303"/>
                  </a:moveTo>
                  <a:lnTo>
                    <a:pt x="852548" y="1816466"/>
                  </a:lnTo>
                  <a:lnTo>
                    <a:pt x="853584" y="1805686"/>
                  </a:lnTo>
                  <a:close/>
                  <a:moveTo>
                    <a:pt x="787873" y="1726088"/>
                  </a:moveTo>
                  <a:lnTo>
                    <a:pt x="853584" y="1805686"/>
                  </a:lnTo>
                  <a:lnTo>
                    <a:pt x="851478" y="1707306"/>
                  </a:lnTo>
                  <a:close/>
                  <a:moveTo>
                    <a:pt x="787873" y="1726088"/>
                  </a:moveTo>
                  <a:lnTo>
                    <a:pt x="845987" y="1808303"/>
                  </a:lnTo>
                  <a:lnTo>
                    <a:pt x="853584" y="1805686"/>
                  </a:lnTo>
                  <a:close/>
                  <a:moveTo>
                    <a:pt x="958475" y="1781003"/>
                  </a:moveTo>
                  <a:lnTo>
                    <a:pt x="852548" y="1816466"/>
                  </a:lnTo>
                  <a:lnTo>
                    <a:pt x="936915" y="1853242"/>
                  </a:lnTo>
                  <a:close/>
                  <a:moveTo>
                    <a:pt x="958475" y="1781003"/>
                  </a:moveTo>
                  <a:lnTo>
                    <a:pt x="853584" y="1805686"/>
                  </a:lnTo>
                  <a:lnTo>
                    <a:pt x="852548" y="1816466"/>
                  </a:lnTo>
                  <a:close/>
                  <a:moveTo>
                    <a:pt x="853584" y="1805686"/>
                  </a:moveTo>
                  <a:lnTo>
                    <a:pt x="958475" y="1781003"/>
                  </a:lnTo>
                  <a:lnTo>
                    <a:pt x="939398" y="1696420"/>
                  </a:lnTo>
                  <a:close/>
                  <a:moveTo>
                    <a:pt x="853584" y="1805686"/>
                  </a:moveTo>
                  <a:lnTo>
                    <a:pt x="939398" y="1696420"/>
                  </a:lnTo>
                  <a:lnTo>
                    <a:pt x="851478" y="1707306"/>
                  </a:lnTo>
                  <a:close/>
                  <a:moveTo>
                    <a:pt x="936915" y="1853242"/>
                  </a:moveTo>
                  <a:lnTo>
                    <a:pt x="995179" y="1769866"/>
                  </a:lnTo>
                  <a:lnTo>
                    <a:pt x="958475" y="1781003"/>
                  </a:lnTo>
                  <a:close/>
                  <a:moveTo>
                    <a:pt x="995179" y="1769866"/>
                  </a:moveTo>
                  <a:lnTo>
                    <a:pt x="1014675" y="1687651"/>
                  </a:lnTo>
                  <a:lnTo>
                    <a:pt x="958475" y="1781003"/>
                  </a:lnTo>
                  <a:close/>
                  <a:moveTo>
                    <a:pt x="1014675" y="1687651"/>
                  </a:moveTo>
                  <a:lnTo>
                    <a:pt x="939398" y="1696420"/>
                  </a:lnTo>
                  <a:lnTo>
                    <a:pt x="958475" y="1781003"/>
                  </a:lnTo>
                  <a:close/>
                  <a:moveTo>
                    <a:pt x="851478" y="1707306"/>
                  </a:moveTo>
                  <a:lnTo>
                    <a:pt x="939398" y="1696420"/>
                  </a:lnTo>
                  <a:lnTo>
                    <a:pt x="851163" y="1607470"/>
                  </a:lnTo>
                  <a:close/>
                  <a:moveTo>
                    <a:pt x="111818" y="782398"/>
                  </a:moveTo>
                  <a:lnTo>
                    <a:pt x="110146" y="784837"/>
                  </a:lnTo>
                  <a:lnTo>
                    <a:pt x="111241" y="783285"/>
                  </a:lnTo>
                  <a:close/>
                  <a:moveTo>
                    <a:pt x="111818" y="782398"/>
                  </a:moveTo>
                  <a:lnTo>
                    <a:pt x="117752" y="783285"/>
                  </a:lnTo>
                  <a:lnTo>
                    <a:pt x="110146" y="784837"/>
                  </a:lnTo>
                  <a:close/>
                  <a:moveTo>
                    <a:pt x="995179" y="1769866"/>
                  </a:moveTo>
                  <a:lnTo>
                    <a:pt x="985976" y="1758645"/>
                  </a:lnTo>
                  <a:lnTo>
                    <a:pt x="1014675" y="1687651"/>
                  </a:lnTo>
                  <a:close/>
                  <a:moveTo>
                    <a:pt x="209310" y="744849"/>
                  </a:moveTo>
                  <a:lnTo>
                    <a:pt x="207631" y="766175"/>
                  </a:lnTo>
                  <a:lnTo>
                    <a:pt x="194986" y="814694"/>
                  </a:lnTo>
                  <a:close/>
                  <a:moveTo>
                    <a:pt x="113548" y="782071"/>
                  </a:moveTo>
                  <a:lnTo>
                    <a:pt x="117752" y="783285"/>
                  </a:lnTo>
                  <a:lnTo>
                    <a:pt x="111818" y="782398"/>
                  </a:lnTo>
                  <a:close/>
                  <a:moveTo>
                    <a:pt x="1233573" y="1325697"/>
                  </a:moveTo>
                  <a:lnTo>
                    <a:pt x="1304825" y="1316812"/>
                  </a:lnTo>
                  <a:lnTo>
                    <a:pt x="1263255" y="1314630"/>
                  </a:lnTo>
                  <a:close/>
                  <a:moveTo>
                    <a:pt x="1263255" y="1314630"/>
                  </a:moveTo>
                  <a:lnTo>
                    <a:pt x="1304825" y="1316812"/>
                  </a:lnTo>
                  <a:lnTo>
                    <a:pt x="1381067" y="1323207"/>
                  </a:lnTo>
                  <a:close/>
                  <a:moveTo>
                    <a:pt x="1427409" y="1281273"/>
                  </a:moveTo>
                  <a:lnTo>
                    <a:pt x="1381067" y="1323207"/>
                  </a:lnTo>
                  <a:lnTo>
                    <a:pt x="1304825" y="1316812"/>
                  </a:lnTo>
                  <a:close/>
                  <a:moveTo>
                    <a:pt x="1381067" y="1323207"/>
                  </a:moveTo>
                  <a:lnTo>
                    <a:pt x="1427409" y="1281273"/>
                  </a:lnTo>
                  <a:lnTo>
                    <a:pt x="1387617" y="1287260"/>
                  </a:lnTo>
                  <a:close/>
                  <a:moveTo>
                    <a:pt x="1427409" y="1281273"/>
                  </a:moveTo>
                  <a:lnTo>
                    <a:pt x="1429985" y="1248823"/>
                  </a:lnTo>
                  <a:lnTo>
                    <a:pt x="1387617" y="1287260"/>
                  </a:lnTo>
                  <a:close/>
                  <a:moveTo>
                    <a:pt x="1387617" y="1287260"/>
                  </a:moveTo>
                  <a:lnTo>
                    <a:pt x="1429985" y="1248823"/>
                  </a:lnTo>
                  <a:lnTo>
                    <a:pt x="1367557" y="1272698"/>
                  </a:lnTo>
                  <a:close/>
                  <a:moveTo>
                    <a:pt x="1429985" y="1248823"/>
                  </a:moveTo>
                  <a:lnTo>
                    <a:pt x="1407398" y="1206452"/>
                  </a:lnTo>
                  <a:lnTo>
                    <a:pt x="1367557" y="1272698"/>
                  </a:lnTo>
                  <a:close/>
                  <a:moveTo>
                    <a:pt x="1386407" y="1166608"/>
                  </a:moveTo>
                  <a:lnTo>
                    <a:pt x="1367557" y="1272698"/>
                  </a:lnTo>
                  <a:lnTo>
                    <a:pt x="1407398" y="1206452"/>
                  </a:lnTo>
                  <a:close/>
                  <a:moveTo>
                    <a:pt x="1427409" y="1281273"/>
                  </a:moveTo>
                  <a:lnTo>
                    <a:pt x="1473817" y="1304131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42110" y="1292603"/>
                  </a:lnTo>
                  <a:lnTo>
                    <a:pt x="1501245" y="1210387"/>
                  </a:lnTo>
                  <a:close/>
                  <a:moveTo>
                    <a:pt x="1501245" y="1210387"/>
                  </a:moveTo>
                  <a:lnTo>
                    <a:pt x="1536165" y="1194032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36165" y="1194032"/>
                  </a:lnTo>
                  <a:lnTo>
                    <a:pt x="1405684" y="1159338"/>
                  </a:lnTo>
                  <a:close/>
                  <a:moveTo>
                    <a:pt x="1405684" y="1159338"/>
                  </a:moveTo>
                  <a:lnTo>
                    <a:pt x="1536165" y="1194032"/>
                  </a:lnTo>
                  <a:lnTo>
                    <a:pt x="1486225" y="1154452"/>
                  </a:lnTo>
                  <a:close/>
                  <a:moveTo>
                    <a:pt x="1429985" y="1248823"/>
                  </a:moveTo>
                  <a:lnTo>
                    <a:pt x="1405684" y="1159338"/>
                  </a:lnTo>
                  <a:lnTo>
                    <a:pt x="1407398" y="1206452"/>
                  </a:lnTo>
                  <a:close/>
                  <a:moveTo>
                    <a:pt x="1386407" y="1166608"/>
                  </a:moveTo>
                  <a:lnTo>
                    <a:pt x="1407398" y="1206452"/>
                  </a:lnTo>
                  <a:lnTo>
                    <a:pt x="1405684" y="1159338"/>
                  </a:lnTo>
                  <a:close/>
                  <a:moveTo>
                    <a:pt x="1543197" y="1005122"/>
                  </a:moveTo>
                  <a:lnTo>
                    <a:pt x="1542651" y="1008486"/>
                  </a:lnTo>
                  <a:lnTo>
                    <a:pt x="1542065" y="1007521"/>
                  </a:lnTo>
                  <a:close/>
                  <a:moveTo>
                    <a:pt x="1975347" y="1075824"/>
                  </a:moveTo>
                  <a:lnTo>
                    <a:pt x="1917080" y="1046542"/>
                  </a:lnTo>
                  <a:lnTo>
                    <a:pt x="1991970" y="1095078"/>
                  </a:lnTo>
                  <a:close/>
                  <a:moveTo>
                    <a:pt x="1935388" y="1012863"/>
                  </a:moveTo>
                  <a:lnTo>
                    <a:pt x="1917080" y="1046542"/>
                  </a:lnTo>
                  <a:lnTo>
                    <a:pt x="1975347" y="1075824"/>
                  </a:lnTo>
                  <a:close/>
                  <a:moveTo>
                    <a:pt x="2155458" y="1138856"/>
                  </a:moveTo>
                  <a:lnTo>
                    <a:pt x="2116300" y="1108966"/>
                  </a:lnTo>
                  <a:lnTo>
                    <a:pt x="2074753" y="1168828"/>
                  </a:lnTo>
                  <a:close/>
                  <a:moveTo>
                    <a:pt x="2116300" y="1108966"/>
                  </a:moveTo>
                  <a:lnTo>
                    <a:pt x="2063443" y="1056641"/>
                  </a:lnTo>
                  <a:lnTo>
                    <a:pt x="2074753" y="1168828"/>
                  </a:lnTo>
                  <a:close/>
                  <a:moveTo>
                    <a:pt x="1991970" y="1095078"/>
                  </a:moveTo>
                  <a:lnTo>
                    <a:pt x="2063443" y="1056641"/>
                  </a:lnTo>
                  <a:lnTo>
                    <a:pt x="1975347" y="1075824"/>
                  </a:lnTo>
                  <a:close/>
                  <a:moveTo>
                    <a:pt x="1538504" y="126766"/>
                  </a:moveTo>
                  <a:lnTo>
                    <a:pt x="1517338" y="113839"/>
                  </a:lnTo>
                  <a:lnTo>
                    <a:pt x="1414193" y="155848"/>
                  </a:lnTo>
                  <a:close/>
                  <a:moveTo>
                    <a:pt x="1648149" y="82480"/>
                  </a:moveTo>
                  <a:lnTo>
                    <a:pt x="1630275" y="191224"/>
                  </a:lnTo>
                  <a:lnTo>
                    <a:pt x="1710225" y="75402"/>
                  </a:lnTo>
                  <a:close/>
                  <a:moveTo>
                    <a:pt x="1517338" y="113839"/>
                  </a:moveTo>
                  <a:lnTo>
                    <a:pt x="1538504" y="126766"/>
                  </a:lnTo>
                  <a:lnTo>
                    <a:pt x="1546271" y="104714"/>
                  </a:lnTo>
                  <a:close/>
                  <a:moveTo>
                    <a:pt x="1648149" y="82480"/>
                  </a:moveTo>
                  <a:lnTo>
                    <a:pt x="1538504" y="126766"/>
                  </a:lnTo>
                  <a:lnTo>
                    <a:pt x="1630275" y="191224"/>
                  </a:lnTo>
                  <a:close/>
                  <a:moveTo>
                    <a:pt x="1648149" y="82480"/>
                  </a:moveTo>
                  <a:lnTo>
                    <a:pt x="1546271" y="104714"/>
                  </a:lnTo>
                  <a:lnTo>
                    <a:pt x="1538504" y="126766"/>
                  </a:lnTo>
                  <a:close/>
                  <a:moveTo>
                    <a:pt x="1546271" y="104714"/>
                  </a:moveTo>
                  <a:lnTo>
                    <a:pt x="1648149" y="82480"/>
                  </a:lnTo>
                  <a:lnTo>
                    <a:pt x="1605790" y="16825"/>
                  </a:lnTo>
                  <a:close/>
                  <a:moveTo>
                    <a:pt x="1648149" y="82480"/>
                  </a:moveTo>
                  <a:lnTo>
                    <a:pt x="1721809" y="39596"/>
                  </a:lnTo>
                  <a:lnTo>
                    <a:pt x="1686189" y="12054"/>
                  </a:lnTo>
                  <a:close/>
                  <a:moveTo>
                    <a:pt x="1648149" y="82480"/>
                  </a:moveTo>
                  <a:lnTo>
                    <a:pt x="1686189" y="12054"/>
                  </a:lnTo>
                  <a:lnTo>
                    <a:pt x="1605790" y="16825"/>
                  </a:lnTo>
                  <a:close/>
                  <a:moveTo>
                    <a:pt x="1721809" y="39596"/>
                  </a:moveTo>
                  <a:lnTo>
                    <a:pt x="1710225" y="75402"/>
                  </a:lnTo>
                  <a:lnTo>
                    <a:pt x="1694246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21" name="Candidate_density__2020">
              <a:extLst>
                <a:ext uri="{FF2B5EF4-FFF2-40B4-BE49-F238E27FC236}">
                  <a16:creationId xmlns:a16="http://schemas.microsoft.com/office/drawing/2014/main" id="{F0521743-78BF-D364-337B-D61A08327D44}"/>
                </a:ext>
              </a:extLst>
            </p:cNvPr>
            <p:cNvSpPr>
              <a:spLocks noGrp="1"/>
            </p:cNvSpPr>
            <p:nvPr/>
          </p:nvSpPr>
          <p:spPr>
            <a:xfrm>
              <a:off x="4510083" y="3319737"/>
              <a:ext cx="2000766" cy="1684920"/>
            </a:xfrm>
            <a:custGeom>
              <a:avLst/>
              <a:gdLst/>
              <a:ahLst/>
              <a:cxnLst/>
              <a:rect l="0" t="0" r="0" b="0"/>
              <a:pathLst>
                <a:path w="2000766" h="1684920">
                  <a:moveTo>
                    <a:pt x="0" y="1104072"/>
                  </a:moveTo>
                  <a:lnTo>
                    <a:pt x="12057" y="1174364"/>
                  </a:lnTo>
                  <a:lnTo>
                    <a:pt x="64012" y="1153412"/>
                  </a:lnTo>
                  <a:close/>
                  <a:moveTo>
                    <a:pt x="592460" y="1558926"/>
                  </a:moveTo>
                  <a:lnTo>
                    <a:pt x="466811" y="1508704"/>
                  </a:lnTo>
                  <a:lnTo>
                    <a:pt x="506794" y="1515148"/>
                  </a:lnTo>
                  <a:close/>
                  <a:moveTo>
                    <a:pt x="592460" y="1558926"/>
                  </a:moveTo>
                  <a:lnTo>
                    <a:pt x="506794" y="1515148"/>
                  </a:lnTo>
                  <a:lnTo>
                    <a:pt x="501160" y="1597363"/>
                  </a:lnTo>
                  <a:close/>
                  <a:moveTo>
                    <a:pt x="466811" y="1508704"/>
                  </a:moveTo>
                  <a:lnTo>
                    <a:pt x="466385" y="1476711"/>
                  </a:lnTo>
                  <a:lnTo>
                    <a:pt x="454970" y="1500508"/>
                  </a:lnTo>
                  <a:close/>
                  <a:moveTo>
                    <a:pt x="227456" y="991985"/>
                  </a:moveTo>
                  <a:lnTo>
                    <a:pt x="117755" y="1075692"/>
                  </a:lnTo>
                  <a:lnTo>
                    <a:pt x="161409" y="1021857"/>
                  </a:lnTo>
                  <a:close/>
                  <a:moveTo>
                    <a:pt x="312407" y="1027199"/>
                  </a:moveTo>
                  <a:lnTo>
                    <a:pt x="334222" y="1112508"/>
                  </a:lnTo>
                  <a:lnTo>
                    <a:pt x="379353" y="1066042"/>
                  </a:lnTo>
                  <a:close/>
                  <a:moveTo>
                    <a:pt x="273187" y="1065635"/>
                  </a:moveTo>
                  <a:lnTo>
                    <a:pt x="312407" y="1027199"/>
                  </a:lnTo>
                  <a:lnTo>
                    <a:pt x="227456" y="991985"/>
                  </a:lnTo>
                  <a:close/>
                  <a:moveTo>
                    <a:pt x="312407" y="1027199"/>
                  </a:moveTo>
                  <a:lnTo>
                    <a:pt x="290168" y="1011251"/>
                  </a:lnTo>
                  <a:lnTo>
                    <a:pt x="227456" y="991985"/>
                  </a:lnTo>
                  <a:close/>
                  <a:moveTo>
                    <a:pt x="968044" y="1684920"/>
                  </a:moveTo>
                  <a:lnTo>
                    <a:pt x="1025551" y="1657696"/>
                  </a:lnTo>
                  <a:lnTo>
                    <a:pt x="903584" y="1632764"/>
                  </a:lnTo>
                  <a:close/>
                  <a:moveTo>
                    <a:pt x="903584" y="1632764"/>
                  </a:moveTo>
                  <a:lnTo>
                    <a:pt x="1025551" y="1657696"/>
                  </a:lnTo>
                  <a:lnTo>
                    <a:pt x="1037530" y="1639710"/>
                  </a:lnTo>
                  <a:close/>
                  <a:moveTo>
                    <a:pt x="903584" y="1632764"/>
                  </a:moveTo>
                  <a:lnTo>
                    <a:pt x="1037530" y="1639710"/>
                  </a:lnTo>
                  <a:lnTo>
                    <a:pt x="961787" y="1635173"/>
                  </a:lnTo>
                  <a:close/>
                  <a:moveTo>
                    <a:pt x="961787" y="1635173"/>
                  </a:moveTo>
                  <a:lnTo>
                    <a:pt x="833329" y="1602705"/>
                  </a:lnTo>
                  <a:lnTo>
                    <a:pt x="903584" y="1632764"/>
                  </a:lnTo>
                  <a:close/>
                  <a:moveTo>
                    <a:pt x="451929" y="920250"/>
                  </a:moveTo>
                  <a:lnTo>
                    <a:pt x="438406" y="831152"/>
                  </a:lnTo>
                  <a:lnTo>
                    <a:pt x="418383" y="906548"/>
                  </a:lnTo>
                  <a:close/>
                  <a:moveTo>
                    <a:pt x="1079779" y="1564268"/>
                  </a:moveTo>
                  <a:lnTo>
                    <a:pt x="1066846" y="1534112"/>
                  </a:lnTo>
                  <a:lnTo>
                    <a:pt x="1037530" y="1639710"/>
                  </a:lnTo>
                  <a:close/>
                  <a:moveTo>
                    <a:pt x="1079779" y="1564268"/>
                  </a:moveTo>
                  <a:lnTo>
                    <a:pt x="1074170" y="1525832"/>
                  </a:lnTo>
                  <a:lnTo>
                    <a:pt x="1066846" y="1534112"/>
                  </a:lnTo>
                  <a:close/>
                  <a:moveTo>
                    <a:pt x="1079779" y="1564268"/>
                  </a:moveTo>
                  <a:lnTo>
                    <a:pt x="1085439" y="1469416"/>
                  </a:lnTo>
                  <a:lnTo>
                    <a:pt x="1072673" y="1443617"/>
                  </a:lnTo>
                  <a:close/>
                  <a:moveTo>
                    <a:pt x="1079779" y="1564268"/>
                  </a:moveTo>
                  <a:lnTo>
                    <a:pt x="1072673" y="1443617"/>
                  </a:lnTo>
                  <a:lnTo>
                    <a:pt x="1074170" y="1525832"/>
                  </a:lnTo>
                  <a:close/>
                  <a:moveTo>
                    <a:pt x="747870" y="1201208"/>
                  </a:moveTo>
                  <a:lnTo>
                    <a:pt x="714033" y="1266178"/>
                  </a:lnTo>
                  <a:lnTo>
                    <a:pt x="738058" y="1235408"/>
                  </a:lnTo>
                  <a:close/>
                  <a:moveTo>
                    <a:pt x="713949" y="1128693"/>
                  </a:moveTo>
                  <a:lnTo>
                    <a:pt x="738058" y="1235408"/>
                  </a:lnTo>
                  <a:lnTo>
                    <a:pt x="735268" y="1153192"/>
                  </a:lnTo>
                  <a:close/>
                  <a:moveTo>
                    <a:pt x="713949" y="1128693"/>
                  </a:moveTo>
                  <a:lnTo>
                    <a:pt x="747870" y="1201208"/>
                  </a:lnTo>
                  <a:lnTo>
                    <a:pt x="738058" y="1235408"/>
                  </a:lnTo>
                  <a:close/>
                  <a:moveTo>
                    <a:pt x="634465" y="868111"/>
                  </a:moveTo>
                  <a:lnTo>
                    <a:pt x="626431" y="938651"/>
                  </a:lnTo>
                  <a:lnTo>
                    <a:pt x="670390" y="887802"/>
                  </a:lnTo>
                  <a:close/>
                  <a:moveTo>
                    <a:pt x="581442" y="833899"/>
                  </a:moveTo>
                  <a:lnTo>
                    <a:pt x="538230" y="810589"/>
                  </a:lnTo>
                  <a:lnTo>
                    <a:pt x="634465" y="868111"/>
                  </a:lnTo>
                  <a:close/>
                  <a:moveTo>
                    <a:pt x="501805" y="785896"/>
                  </a:moveTo>
                  <a:lnTo>
                    <a:pt x="538230" y="810589"/>
                  </a:lnTo>
                  <a:lnTo>
                    <a:pt x="581442" y="833899"/>
                  </a:lnTo>
                  <a:close/>
                  <a:moveTo>
                    <a:pt x="501805" y="785896"/>
                  </a:moveTo>
                  <a:lnTo>
                    <a:pt x="502242" y="739754"/>
                  </a:lnTo>
                  <a:lnTo>
                    <a:pt x="538230" y="810589"/>
                  </a:lnTo>
                  <a:close/>
                  <a:moveTo>
                    <a:pt x="1032942" y="1351410"/>
                  </a:moveTo>
                  <a:lnTo>
                    <a:pt x="1003303" y="1296536"/>
                  </a:lnTo>
                  <a:lnTo>
                    <a:pt x="956002" y="1253277"/>
                  </a:lnTo>
                  <a:close/>
                  <a:moveTo>
                    <a:pt x="916238" y="1034473"/>
                  </a:moveTo>
                  <a:lnTo>
                    <a:pt x="871402" y="1082037"/>
                  </a:lnTo>
                  <a:lnTo>
                    <a:pt x="981529" y="999926"/>
                  </a:lnTo>
                  <a:close/>
                  <a:moveTo>
                    <a:pt x="634465" y="868111"/>
                  </a:moveTo>
                  <a:lnTo>
                    <a:pt x="708422" y="933002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08422" y="933002"/>
                  </a:lnTo>
                  <a:lnTo>
                    <a:pt x="634465" y="868111"/>
                  </a:lnTo>
                  <a:close/>
                  <a:moveTo>
                    <a:pt x="581442" y="833899"/>
                  </a:moveTo>
                  <a:lnTo>
                    <a:pt x="634465" y="868111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52775" y="917166"/>
                  </a:lnTo>
                  <a:lnTo>
                    <a:pt x="708422" y="933002"/>
                  </a:lnTo>
                  <a:close/>
                  <a:moveTo>
                    <a:pt x="752775" y="917166"/>
                  </a:moveTo>
                  <a:lnTo>
                    <a:pt x="765146" y="947479"/>
                  </a:lnTo>
                  <a:lnTo>
                    <a:pt x="708422" y="933002"/>
                  </a:lnTo>
                  <a:close/>
                  <a:moveTo>
                    <a:pt x="827675" y="982004"/>
                  </a:moveTo>
                  <a:lnTo>
                    <a:pt x="708422" y="933002"/>
                  </a:lnTo>
                  <a:lnTo>
                    <a:pt x="765146" y="947479"/>
                  </a:lnTo>
                  <a:close/>
                  <a:moveTo>
                    <a:pt x="997600" y="979774"/>
                  </a:moveTo>
                  <a:lnTo>
                    <a:pt x="941597" y="964711"/>
                  </a:lnTo>
                  <a:lnTo>
                    <a:pt x="916238" y="1034473"/>
                  </a:lnTo>
                  <a:close/>
                  <a:moveTo>
                    <a:pt x="941597" y="964711"/>
                  </a:moveTo>
                  <a:lnTo>
                    <a:pt x="997600" y="979774"/>
                  </a:lnTo>
                  <a:lnTo>
                    <a:pt x="919239" y="882795"/>
                  </a:lnTo>
                  <a:close/>
                  <a:moveTo>
                    <a:pt x="919239" y="882795"/>
                  </a:moveTo>
                  <a:lnTo>
                    <a:pt x="880424" y="814259"/>
                  </a:lnTo>
                  <a:lnTo>
                    <a:pt x="893612" y="873453"/>
                  </a:lnTo>
                  <a:close/>
                  <a:moveTo>
                    <a:pt x="1509060" y="1427240"/>
                  </a:moveTo>
                  <a:lnTo>
                    <a:pt x="1544498" y="1438669"/>
                  </a:lnTo>
                  <a:lnTo>
                    <a:pt x="1514415" y="1410523"/>
                  </a:lnTo>
                  <a:close/>
                  <a:moveTo>
                    <a:pt x="1536937" y="1344724"/>
                  </a:moveTo>
                  <a:lnTo>
                    <a:pt x="1505358" y="1328307"/>
                  </a:lnTo>
                  <a:lnTo>
                    <a:pt x="1514415" y="1410523"/>
                  </a:lnTo>
                  <a:close/>
                  <a:moveTo>
                    <a:pt x="1361220" y="1166210"/>
                  </a:moveTo>
                  <a:lnTo>
                    <a:pt x="1355923" y="1163877"/>
                  </a:lnTo>
                  <a:lnTo>
                    <a:pt x="1300791" y="1205876"/>
                  </a:lnTo>
                  <a:close/>
                  <a:moveTo>
                    <a:pt x="1359218" y="1145665"/>
                  </a:moveTo>
                  <a:lnTo>
                    <a:pt x="1361220" y="1166210"/>
                  </a:lnTo>
                  <a:lnTo>
                    <a:pt x="1366820" y="1081662"/>
                  </a:lnTo>
                  <a:close/>
                  <a:moveTo>
                    <a:pt x="1355923" y="1163877"/>
                  </a:moveTo>
                  <a:lnTo>
                    <a:pt x="1361220" y="1166210"/>
                  </a:lnTo>
                  <a:lnTo>
                    <a:pt x="1359218" y="1145665"/>
                  </a:lnTo>
                  <a:close/>
                  <a:moveTo>
                    <a:pt x="1505358" y="1328307"/>
                  </a:moveTo>
                  <a:lnTo>
                    <a:pt x="1478225" y="1311952"/>
                  </a:lnTo>
                  <a:lnTo>
                    <a:pt x="1573147" y="1315286"/>
                  </a:lnTo>
                  <a:close/>
                  <a:moveTo>
                    <a:pt x="1355569" y="1070711"/>
                  </a:moveTo>
                  <a:lnTo>
                    <a:pt x="1355923" y="1163877"/>
                  </a:lnTo>
                  <a:lnTo>
                    <a:pt x="1359218" y="1145665"/>
                  </a:lnTo>
                  <a:close/>
                  <a:moveTo>
                    <a:pt x="1310038" y="1147228"/>
                  </a:moveTo>
                  <a:lnTo>
                    <a:pt x="1355923" y="1163877"/>
                  </a:lnTo>
                  <a:lnTo>
                    <a:pt x="1355569" y="1070711"/>
                  </a:lnTo>
                  <a:close/>
                  <a:moveTo>
                    <a:pt x="1716758" y="1159032"/>
                  </a:moveTo>
                  <a:lnTo>
                    <a:pt x="1759218" y="1251434"/>
                  </a:lnTo>
                  <a:lnTo>
                    <a:pt x="1732790" y="1169219"/>
                  </a:lnTo>
                  <a:close/>
                  <a:moveTo>
                    <a:pt x="1727391" y="1050295"/>
                  </a:moveTo>
                  <a:lnTo>
                    <a:pt x="1732790" y="1169219"/>
                  </a:lnTo>
                  <a:lnTo>
                    <a:pt x="1725319" y="1087004"/>
                  </a:lnTo>
                  <a:close/>
                  <a:moveTo>
                    <a:pt x="1855401" y="763486"/>
                  </a:moveTo>
                  <a:lnTo>
                    <a:pt x="1847791" y="781713"/>
                  </a:lnTo>
                  <a:lnTo>
                    <a:pt x="1798564" y="812866"/>
                  </a:lnTo>
                  <a:close/>
                  <a:moveTo>
                    <a:pt x="1651565" y="326717"/>
                  </a:moveTo>
                  <a:lnTo>
                    <a:pt x="1599857" y="313974"/>
                  </a:lnTo>
                  <a:lnTo>
                    <a:pt x="1535058" y="384975"/>
                  </a:lnTo>
                  <a:close/>
                  <a:moveTo>
                    <a:pt x="1894174" y="642834"/>
                  </a:moveTo>
                  <a:lnTo>
                    <a:pt x="2000766" y="609454"/>
                  </a:lnTo>
                  <a:lnTo>
                    <a:pt x="1927042" y="522183"/>
                  </a:lnTo>
                  <a:close/>
                  <a:moveTo>
                    <a:pt x="1704320" y="308757"/>
                  </a:moveTo>
                  <a:lnTo>
                    <a:pt x="1694966" y="313974"/>
                  </a:lnTo>
                  <a:lnTo>
                    <a:pt x="1751486" y="390654"/>
                  </a:lnTo>
                  <a:close/>
                  <a:moveTo>
                    <a:pt x="1920356" y="213865"/>
                  </a:moveTo>
                  <a:lnTo>
                    <a:pt x="1939084" y="298731"/>
                  </a:lnTo>
                  <a:lnTo>
                    <a:pt x="1934414" y="319316"/>
                  </a:lnTo>
                  <a:close/>
                  <a:moveTo>
                    <a:pt x="1898692" y="31294"/>
                  </a:moveTo>
                  <a:lnTo>
                    <a:pt x="1949580" y="116449"/>
                  </a:lnTo>
                  <a:lnTo>
                    <a:pt x="1908180" y="34235"/>
                  </a:lnTo>
                  <a:close/>
                  <a:moveTo>
                    <a:pt x="1898692" y="31294"/>
                  </a:moveTo>
                  <a:lnTo>
                    <a:pt x="1935903" y="101134"/>
                  </a:lnTo>
                  <a:lnTo>
                    <a:pt x="1949580" y="116449"/>
                  </a:lnTo>
                  <a:close/>
                  <a:moveTo>
                    <a:pt x="1862654" y="0"/>
                  </a:moveTo>
                  <a:lnTo>
                    <a:pt x="1935903" y="101134"/>
                  </a:lnTo>
                  <a:lnTo>
                    <a:pt x="1898692" y="3129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22" name="Candidate_density__2021">
              <a:extLst>
                <a:ext uri="{FF2B5EF4-FFF2-40B4-BE49-F238E27FC236}">
                  <a16:creationId xmlns:a16="http://schemas.microsoft.com/office/drawing/2014/main" id="{2E7AADC5-095B-5BC4-65AE-3CCE04D49769}"/>
                </a:ext>
              </a:extLst>
            </p:cNvPr>
            <p:cNvSpPr>
              <a:spLocks noGrp="1"/>
            </p:cNvSpPr>
            <p:nvPr/>
          </p:nvSpPr>
          <p:spPr>
            <a:xfrm>
              <a:off x="4485346" y="3433909"/>
              <a:ext cx="2106526" cy="1839703"/>
            </a:xfrm>
            <a:custGeom>
              <a:avLst/>
              <a:gdLst/>
              <a:ahLst/>
              <a:cxnLst/>
              <a:rect l="0" t="0" r="0" b="0"/>
              <a:pathLst>
                <a:path w="2106526" h="1839703">
                  <a:moveTo>
                    <a:pt x="24737" y="989899"/>
                  </a:moveTo>
                  <a:lnTo>
                    <a:pt x="0" y="1028336"/>
                  </a:lnTo>
                  <a:lnTo>
                    <a:pt x="36794" y="1060191"/>
                  </a:lnTo>
                  <a:close/>
                  <a:moveTo>
                    <a:pt x="597620" y="1565405"/>
                  </a:moveTo>
                  <a:lnTo>
                    <a:pt x="553915" y="1504512"/>
                  </a:lnTo>
                  <a:lnTo>
                    <a:pt x="598694" y="1568200"/>
                  </a:lnTo>
                  <a:close/>
                  <a:moveTo>
                    <a:pt x="597620" y="1565405"/>
                  </a:moveTo>
                  <a:lnTo>
                    <a:pt x="525897" y="1483190"/>
                  </a:lnTo>
                  <a:lnTo>
                    <a:pt x="553915" y="1504512"/>
                  </a:lnTo>
                  <a:close/>
                  <a:moveTo>
                    <a:pt x="728204" y="1526969"/>
                  </a:moveTo>
                  <a:lnTo>
                    <a:pt x="724879" y="1530479"/>
                  </a:lnTo>
                  <a:lnTo>
                    <a:pt x="782690" y="1539799"/>
                  </a:lnTo>
                  <a:close/>
                  <a:moveTo>
                    <a:pt x="782690" y="1539799"/>
                  </a:moveTo>
                  <a:lnTo>
                    <a:pt x="724879" y="1530479"/>
                  </a:lnTo>
                  <a:lnTo>
                    <a:pt x="711523" y="1637156"/>
                  </a:lnTo>
                  <a:close/>
                  <a:moveTo>
                    <a:pt x="782690" y="1539799"/>
                  </a:moveTo>
                  <a:lnTo>
                    <a:pt x="711523" y="1637156"/>
                  </a:lnTo>
                  <a:lnTo>
                    <a:pt x="817960" y="1611217"/>
                  </a:lnTo>
                  <a:close/>
                  <a:moveTo>
                    <a:pt x="525897" y="1483190"/>
                  </a:moveTo>
                  <a:lnTo>
                    <a:pt x="597620" y="1565405"/>
                  </a:lnTo>
                  <a:lnTo>
                    <a:pt x="617197" y="1444753"/>
                  </a:lnTo>
                  <a:close/>
                  <a:moveTo>
                    <a:pt x="668955" y="1444753"/>
                  </a:moveTo>
                  <a:lnTo>
                    <a:pt x="628466" y="1448661"/>
                  </a:lnTo>
                  <a:lnTo>
                    <a:pt x="699493" y="1446752"/>
                  </a:lnTo>
                  <a:close/>
                  <a:moveTo>
                    <a:pt x="699493" y="1446752"/>
                  </a:moveTo>
                  <a:lnTo>
                    <a:pt x="628466" y="1448661"/>
                  </a:lnTo>
                  <a:lnTo>
                    <a:pt x="607534" y="1561013"/>
                  </a:lnTo>
                  <a:close/>
                  <a:moveTo>
                    <a:pt x="720241" y="1526969"/>
                  </a:moveTo>
                  <a:lnTo>
                    <a:pt x="711439" y="1480224"/>
                  </a:lnTo>
                  <a:lnTo>
                    <a:pt x="699493" y="1446752"/>
                  </a:lnTo>
                  <a:close/>
                  <a:moveTo>
                    <a:pt x="607534" y="1561013"/>
                  </a:moveTo>
                  <a:lnTo>
                    <a:pt x="720241" y="1526969"/>
                  </a:lnTo>
                  <a:lnTo>
                    <a:pt x="699493" y="1446752"/>
                  </a:lnTo>
                  <a:close/>
                  <a:moveTo>
                    <a:pt x="711439" y="1480224"/>
                  </a:moveTo>
                  <a:lnTo>
                    <a:pt x="728204" y="1526969"/>
                  </a:lnTo>
                  <a:lnTo>
                    <a:pt x="699493" y="1446752"/>
                  </a:lnTo>
                  <a:close/>
                  <a:moveTo>
                    <a:pt x="728204" y="1526969"/>
                  </a:moveTo>
                  <a:lnTo>
                    <a:pt x="782690" y="1539799"/>
                  </a:lnTo>
                  <a:lnTo>
                    <a:pt x="699493" y="1446752"/>
                  </a:lnTo>
                  <a:close/>
                  <a:moveTo>
                    <a:pt x="545983" y="1418926"/>
                  </a:moveTo>
                  <a:lnTo>
                    <a:pt x="491548" y="1394532"/>
                  </a:lnTo>
                  <a:lnTo>
                    <a:pt x="617197" y="1444753"/>
                  </a:lnTo>
                  <a:close/>
                  <a:moveTo>
                    <a:pt x="252193" y="877812"/>
                  </a:moveTo>
                  <a:lnTo>
                    <a:pt x="229705" y="885668"/>
                  </a:lnTo>
                  <a:lnTo>
                    <a:pt x="297924" y="951463"/>
                  </a:lnTo>
                  <a:close/>
                  <a:moveTo>
                    <a:pt x="952773" y="1762392"/>
                  </a:moveTo>
                  <a:lnTo>
                    <a:pt x="1055326" y="1839703"/>
                  </a:lnTo>
                  <a:lnTo>
                    <a:pt x="1032771" y="1817393"/>
                  </a:lnTo>
                  <a:close/>
                  <a:moveTo>
                    <a:pt x="1030363" y="1836656"/>
                  </a:moveTo>
                  <a:lnTo>
                    <a:pt x="1055326" y="1839703"/>
                  </a:lnTo>
                  <a:lnTo>
                    <a:pt x="961976" y="1773614"/>
                  </a:lnTo>
                  <a:close/>
                  <a:moveTo>
                    <a:pt x="618459" y="1351947"/>
                  </a:moveTo>
                  <a:lnTo>
                    <a:pt x="628322" y="1444020"/>
                  </a:lnTo>
                  <a:lnTo>
                    <a:pt x="668955" y="1444753"/>
                  </a:lnTo>
                  <a:close/>
                  <a:moveTo>
                    <a:pt x="358959" y="998335"/>
                  </a:moveTo>
                  <a:lnTo>
                    <a:pt x="488083" y="987246"/>
                  </a:lnTo>
                  <a:lnTo>
                    <a:pt x="404090" y="951869"/>
                  </a:lnTo>
                  <a:close/>
                  <a:moveTo>
                    <a:pt x="524582" y="927807"/>
                  </a:moveTo>
                  <a:lnTo>
                    <a:pt x="488083" y="987246"/>
                  </a:lnTo>
                  <a:lnTo>
                    <a:pt x="482767" y="1001302"/>
                  </a:lnTo>
                  <a:close/>
                  <a:moveTo>
                    <a:pt x="337144" y="913026"/>
                  </a:moveTo>
                  <a:lnTo>
                    <a:pt x="297924" y="951463"/>
                  </a:lnTo>
                  <a:lnTo>
                    <a:pt x="358959" y="998335"/>
                  </a:lnTo>
                  <a:close/>
                  <a:moveTo>
                    <a:pt x="488083" y="987246"/>
                  </a:moveTo>
                  <a:lnTo>
                    <a:pt x="513604" y="913026"/>
                  </a:lnTo>
                  <a:lnTo>
                    <a:pt x="510005" y="879065"/>
                  </a:lnTo>
                  <a:close/>
                  <a:moveTo>
                    <a:pt x="517424" y="881746"/>
                  </a:moveTo>
                  <a:lnTo>
                    <a:pt x="551375" y="945227"/>
                  </a:lnTo>
                  <a:lnTo>
                    <a:pt x="493639" y="992462"/>
                  </a:lnTo>
                  <a:close/>
                  <a:moveTo>
                    <a:pt x="404090" y="951869"/>
                  </a:moveTo>
                  <a:lnTo>
                    <a:pt x="488083" y="987246"/>
                  </a:lnTo>
                  <a:lnTo>
                    <a:pt x="480973" y="874590"/>
                  </a:lnTo>
                  <a:close/>
                  <a:moveTo>
                    <a:pt x="480973" y="874590"/>
                  </a:moveTo>
                  <a:lnTo>
                    <a:pt x="488083" y="987246"/>
                  </a:lnTo>
                  <a:lnTo>
                    <a:pt x="510005" y="879065"/>
                  </a:lnTo>
                  <a:close/>
                  <a:moveTo>
                    <a:pt x="476666" y="806078"/>
                  </a:moveTo>
                  <a:lnTo>
                    <a:pt x="510005" y="879065"/>
                  </a:lnTo>
                  <a:lnTo>
                    <a:pt x="513604" y="913026"/>
                  </a:lnTo>
                  <a:close/>
                  <a:moveTo>
                    <a:pt x="510005" y="879065"/>
                  </a:moveTo>
                  <a:lnTo>
                    <a:pt x="476666" y="806078"/>
                  </a:lnTo>
                  <a:lnTo>
                    <a:pt x="480973" y="874590"/>
                  </a:lnTo>
                  <a:close/>
                  <a:moveTo>
                    <a:pt x="476666" y="806078"/>
                  </a:moveTo>
                  <a:lnTo>
                    <a:pt x="443120" y="792375"/>
                  </a:lnTo>
                  <a:lnTo>
                    <a:pt x="480973" y="874590"/>
                  </a:lnTo>
                  <a:close/>
                  <a:moveTo>
                    <a:pt x="1195396" y="1411659"/>
                  </a:moveTo>
                  <a:lnTo>
                    <a:pt x="1176277" y="1450096"/>
                  </a:lnTo>
                  <a:lnTo>
                    <a:pt x="1234344" y="1493874"/>
                  </a:lnTo>
                  <a:close/>
                  <a:moveTo>
                    <a:pt x="1100512" y="1263007"/>
                  </a:moveTo>
                  <a:lnTo>
                    <a:pt x="1063215" y="1247229"/>
                  </a:lnTo>
                  <a:lnTo>
                    <a:pt x="1097410" y="1329444"/>
                  </a:lnTo>
                  <a:close/>
                  <a:moveTo>
                    <a:pt x="1028040" y="1182363"/>
                  </a:moveTo>
                  <a:lnTo>
                    <a:pt x="1063215" y="1247229"/>
                  </a:lnTo>
                  <a:lnTo>
                    <a:pt x="1020848" y="1167088"/>
                  </a:lnTo>
                  <a:close/>
                  <a:moveTo>
                    <a:pt x="1020848" y="1167088"/>
                  </a:moveTo>
                  <a:lnTo>
                    <a:pt x="1063215" y="1247229"/>
                  </a:lnTo>
                  <a:lnTo>
                    <a:pt x="1100512" y="1263007"/>
                  </a:lnTo>
                  <a:close/>
                  <a:moveTo>
                    <a:pt x="1028040" y="1182363"/>
                  </a:moveTo>
                  <a:lnTo>
                    <a:pt x="1020848" y="1167088"/>
                  </a:lnTo>
                  <a:lnTo>
                    <a:pt x="1019315" y="1165014"/>
                  </a:lnTo>
                  <a:close/>
                  <a:moveTo>
                    <a:pt x="486400" y="589508"/>
                  </a:moveTo>
                  <a:lnTo>
                    <a:pt x="487286" y="671723"/>
                  </a:lnTo>
                  <a:lnTo>
                    <a:pt x="438351" y="627945"/>
                  </a:lnTo>
                  <a:close/>
                  <a:moveTo>
                    <a:pt x="526542" y="671723"/>
                  </a:moveTo>
                  <a:lnTo>
                    <a:pt x="500687" y="589508"/>
                  </a:lnTo>
                  <a:lnTo>
                    <a:pt x="526979" y="625582"/>
                  </a:lnTo>
                  <a:close/>
                  <a:moveTo>
                    <a:pt x="1095348" y="1306705"/>
                  </a:moveTo>
                  <a:lnTo>
                    <a:pt x="1098907" y="1411659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97410" y="1329444"/>
                  </a:lnTo>
                  <a:lnTo>
                    <a:pt x="1063215" y="1247229"/>
                  </a:lnTo>
                  <a:close/>
                  <a:moveTo>
                    <a:pt x="1057679" y="1237237"/>
                  </a:moveTo>
                  <a:lnTo>
                    <a:pt x="1095348" y="1306705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63215" y="1247229"/>
                  </a:lnTo>
                  <a:lnTo>
                    <a:pt x="1028040" y="1182363"/>
                  </a:lnTo>
                  <a:close/>
                  <a:moveTo>
                    <a:pt x="869628" y="879932"/>
                  </a:moveTo>
                  <a:lnTo>
                    <a:pt x="896138" y="967864"/>
                  </a:lnTo>
                  <a:lnTo>
                    <a:pt x="940975" y="920300"/>
                  </a:lnTo>
                  <a:close/>
                  <a:moveTo>
                    <a:pt x="869628" y="879932"/>
                  </a:moveTo>
                  <a:lnTo>
                    <a:pt x="830529" y="918369"/>
                  </a:lnTo>
                  <a:lnTo>
                    <a:pt x="896138" y="967864"/>
                  </a:lnTo>
                  <a:close/>
                  <a:moveTo>
                    <a:pt x="852412" y="867831"/>
                  </a:moveTo>
                  <a:lnTo>
                    <a:pt x="789883" y="833306"/>
                  </a:lnTo>
                  <a:lnTo>
                    <a:pt x="869628" y="879932"/>
                  </a:lnTo>
                  <a:close/>
                  <a:moveTo>
                    <a:pt x="869628" y="879932"/>
                  </a:moveTo>
                  <a:lnTo>
                    <a:pt x="789883" y="833306"/>
                  </a:lnTo>
                  <a:lnTo>
                    <a:pt x="794237" y="836154"/>
                  </a:lnTo>
                  <a:close/>
                  <a:moveTo>
                    <a:pt x="869628" y="879932"/>
                  </a:moveTo>
                  <a:lnTo>
                    <a:pt x="794237" y="836154"/>
                  </a:lnTo>
                  <a:lnTo>
                    <a:pt x="830529" y="918369"/>
                  </a:lnTo>
                  <a:close/>
                  <a:moveTo>
                    <a:pt x="869628" y="879932"/>
                  </a:moveTo>
                  <a:lnTo>
                    <a:pt x="940975" y="920300"/>
                  </a:lnTo>
                  <a:lnTo>
                    <a:pt x="966334" y="850538"/>
                  </a:lnTo>
                  <a:close/>
                  <a:moveTo>
                    <a:pt x="943976" y="768623"/>
                  </a:moveTo>
                  <a:lnTo>
                    <a:pt x="869628" y="879932"/>
                  </a:lnTo>
                  <a:lnTo>
                    <a:pt x="966334" y="850538"/>
                  </a:lnTo>
                  <a:close/>
                  <a:moveTo>
                    <a:pt x="1453022" y="1158199"/>
                  </a:moveTo>
                  <a:lnTo>
                    <a:pt x="1530095" y="1214135"/>
                  </a:lnTo>
                  <a:lnTo>
                    <a:pt x="1561674" y="1230551"/>
                  </a:lnTo>
                  <a:close/>
                  <a:moveTo>
                    <a:pt x="1276035" y="1121858"/>
                  </a:moveTo>
                  <a:lnTo>
                    <a:pt x="1353204" y="1170356"/>
                  </a:lnTo>
                  <a:lnTo>
                    <a:pt x="1325528" y="1091703"/>
                  </a:lnTo>
                  <a:close/>
                  <a:moveTo>
                    <a:pt x="1325528" y="1091703"/>
                  </a:moveTo>
                  <a:lnTo>
                    <a:pt x="1353204" y="1170356"/>
                  </a:lnTo>
                  <a:lnTo>
                    <a:pt x="1385957" y="1052038"/>
                  </a:lnTo>
                  <a:close/>
                  <a:moveTo>
                    <a:pt x="1372481" y="1163086"/>
                  </a:moveTo>
                  <a:lnTo>
                    <a:pt x="1435961" y="1071977"/>
                  </a:lnTo>
                  <a:lnTo>
                    <a:pt x="1385957" y="1052038"/>
                  </a:lnTo>
                  <a:close/>
                  <a:moveTo>
                    <a:pt x="1285622" y="1049705"/>
                  </a:moveTo>
                  <a:lnTo>
                    <a:pt x="1175321" y="1002004"/>
                  </a:lnTo>
                  <a:lnTo>
                    <a:pt x="1175313" y="1005926"/>
                  </a:lnTo>
                  <a:close/>
                  <a:moveTo>
                    <a:pt x="1149293" y="926648"/>
                  </a:moveTo>
                  <a:lnTo>
                    <a:pt x="1175313" y="1005926"/>
                  </a:lnTo>
                  <a:lnTo>
                    <a:pt x="1175321" y="1002004"/>
                  </a:lnTo>
                  <a:close/>
                  <a:moveTo>
                    <a:pt x="1179771" y="967489"/>
                  </a:moveTo>
                  <a:lnTo>
                    <a:pt x="1149293" y="926648"/>
                  </a:lnTo>
                  <a:lnTo>
                    <a:pt x="1175321" y="1002004"/>
                  </a:lnTo>
                  <a:close/>
                  <a:moveTo>
                    <a:pt x="1530095" y="1214135"/>
                  </a:moveTo>
                  <a:lnTo>
                    <a:pt x="1534268" y="1292331"/>
                  </a:lnTo>
                  <a:lnTo>
                    <a:pt x="1539152" y="1296350"/>
                  </a:lnTo>
                  <a:close/>
                  <a:moveTo>
                    <a:pt x="1644978" y="1234897"/>
                  </a:moveTo>
                  <a:lnTo>
                    <a:pt x="1534268" y="1292331"/>
                  </a:lnTo>
                  <a:lnTo>
                    <a:pt x="1530095" y="1214135"/>
                  </a:lnTo>
                  <a:close/>
                  <a:moveTo>
                    <a:pt x="2056204" y="1181040"/>
                  </a:moveTo>
                  <a:lnTo>
                    <a:pt x="2041550" y="1172575"/>
                  </a:lnTo>
                  <a:lnTo>
                    <a:pt x="1991827" y="1201872"/>
                  </a:lnTo>
                  <a:close/>
                  <a:moveTo>
                    <a:pt x="1752128" y="936123"/>
                  </a:moveTo>
                  <a:lnTo>
                    <a:pt x="1741495" y="1044860"/>
                  </a:lnTo>
                  <a:lnTo>
                    <a:pt x="1757527" y="1055047"/>
                  </a:lnTo>
                  <a:close/>
                  <a:moveTo>
                    <a:pt x="1718400" y="852180"/>
                  </a:moveTo>
                  <a:lnTo>
                    <a:pt x="1661198" y="808401"/>
                  </a:lnTo>
                  <a:lnTo>
                    <a:pt x="1690863" y="769964"/>
                  </a:lnTo>
                  <a:close/>
                  <a:moveTo>
                    <a:pt x="1902185" y="1016610"/>
                  </a:moveTo>
                  <a:lnTo>
                    <a:pt x="1886450" y="987606"/>
                  </a:lnTo>
                  <a:lnTo>
                    <a:pt x="1843022" y="922820"/>
                  </a:lnTo>
                  <a:close/>
                  <a:moveTo>
                    <a:pt x="1755218" y="769964"/>
                  </a:moveTo>
                  <a:lnTo>
                    <a:pt x="1791626" y="795467"/>
                  </a:lnTo>
                  <a:lnTo>
                    <a:pt x="1800310" y="757360"/>
                  </a:lnTo>
                  <a:close/>
                  <a:moveTo>
                    <a:pt x="1698936" y="687749"/>
                  </a:moveTo>
                  <a:lnTo>
                    <a:pt x="1755218" y="769964"/>
                  </a:lnTo>
                  <a:lnTo>
                    <a:pt x="1761189" y="649313"/>
                  </a:lnTo>
                  <a:close/>
                  <a:moveTo>
                    <a:pt x="1880049" y="653033"/>
                  </a:moveTo>
                  <a:lnTo>
                    <a:pt x="1823301" y="698693"/>
                  </a:lnTo>
                  <a:lnTo>
                    <a:pt x="1800310" y="757360"/>
                  </a:lnTo>
                  <a:close/>
                  <a:moveTo>
                    <a:pt x="1792264" y="582647"/>
                  </a:moveTo>
                  <a:lnTo>
                    <a:pt x="1698936" y="687749"/>
                  </a:lnTo>
                  <a:lnTo>
                    <a:pt x="1761189" y="649313"/>
                  </a:lnTo>
                  <a:close/>
                  <a:moveTo>
                    <a:pt x="2106526" y="1029964"/>
                  </a:moveTo>
                  <a:lnTo>
                    <a:pt x="2103922" y="978173"/>
                  </a:lnTo>
                  <a:lnTo>
                    <a:pt x="2079618" y="951747"/>
                  </a:lnTo>
                  <a:close/>
                  <a:moveTo>
                    <a:pt x="1766800" y="528662"/>
                  </a:moveTo>
                  <a:lnTo>
                    <a:pt x="1798351" y="558768"/>
                  </a:lnTo>
                  <a:lnTo>
                    <a:pt x="1761189" y="649313"/>
                  </a:lnTo>
                  <a:close/>
                  <a:moveTo>
                    <a:pt x="1490111" y="238238"/>
                  </a:moveTo>
                  <a:lnTo>
                    <a:pt x="1559795" y="270802"/>
                  </a:lnTo>
                  <a:lnTo>
                    <a:pt x="1592990" y="204169"/>
                  </a:lnTo>
                  <a:close/>
                  <a:moveTo>
                    <a:pt x="1559795" y="270802"/>
                  </a:moveTo>
                  <a:lnTo>
                    <a:pt x="1624594" y="199801"/>
                  </a:lnTo>
                  <a:lnTo>
                    <a:pt x="1592990" y="204169"/>
                  </a:lnTo>
                  <a:close/>
                  <a:moveTo>
                    <a:pt x="1592990" y="204169"/>
                  </a:moveTo>
                  <a:lnTo>
                    <a:pt x="1624594" y="199801"/>
                  </a:lnTo>
                  <a:lnTo>
                    <a:pt x="1597071" y="194972"/>
                  </a:lnTo>
                  <a:close/>
                  <a:moveTo>
                    <a:pt x="1351674" y="156022"/>
                  </a:moveTo>
                  <a:lnTo>
                    <a:pt x="1384093" y="152723"/>
                  </a:lnTo>
                  <a:lnTo>
                    <a:pt x="1418124" y="83230"/>
                  </a:lnTo>
                  <a:close/>
                  <a:moveTo>
                    <a:pt x="1384093" y="152723"/>
                  </a:moveTo>
                  <a:lnTo>
                    <a:pt x="1484135" y="117586"/>
                  </a:lnTo>
                  <a:lnTo>
                    <a:pt x="1418124" y="83230"/>
                  </a:lnTo>
                  <a:close/>
                  <a:moveTo>
                    <a:pt x="1890277" y="446447"/>
                  </a:moveTo>
                  <a:lnTo>
                    <a:pt x="1918911" y="528662"/>
                  </a:lnTo>
                  <a:lnTo>
                    <a:pt x="1951779" y="408010"/>
                  </a:lnTo>
                  <a:close/>
                  <a:moveTo>
                    <a:pt x="1683728" y="161364"/>
                  </a:moveTo>
                  <a:lnTo>
                    <a:pt x="1676302" y="212544"/>
                  </a:lnTo>
                  <a:lnTo>
                    <a:pt x="1729057" y="194584"/>
                  </a:lnTo>
                  <a:close/>
                  <a:moveTo>
                    <a:pt x="1683728" y="161364"/>
                  </a:moveTo>
                  <a:lnTo>
                    <a:pt x="1624594" y="199801"/>
                  </a:lnTo>
                  <a:lnTo>
                    <a:pt x="1676302" y="212544"/>
                  </a:lnTo>
                  <a:close/>
                  <a:moveTo>
                    <a:pt x="1791085" y="243580"/>
                  </a:moveTo>
                  <a:lnTo>
                    <a:pt x="1729057" y="194584"/>
                  </a:lnTo>
                  <a:lnTo>
                    <a:pt x="1776223" y="276481"/>
                  </a:lnTo>
                  <a:close/>
                  <a:moveTo>
                    <a:pt x="1448831" y="0"/>
                  </a:moveTo>
                  <a:lnTo>
                    <a:pt x="1510668" y="10320"/>
                  </a:lnTo>
                  <a:lnTo>
                    <a:pt x="1473427" y="11343"/>
                  </a:lnTo>
                  <a:close/>
                  <a:moveTo>
                    <a:pt x="1791085" y="243580"/>
                  </a:moveTo>
                  <a:lnTo>
                    <a:pt x="1776223" y="276481"/>
                  </a:lnTo>
                  <a:lnTo>
                    <a:pt x="1824461" y="272622"/>
                  </a:lnTo>
                  <a:close/>
                  <a:moveTo>
                    <a:pt x="2050203" y="344120"/>
                  </a:moveTo>
                  <a:lnTo>
                    <a:pt x="1951779" y="408010"/>
                  </a:lnTo>
                  <a:lnTo>
                    <a:pt x="2055592" y="370727"/>
                  </a:lnTo>
                  <a:close/>
                  <a:moveTo>
                    <a:pt x="2055592" y="370727"/>
                  </a:moveTo>
                  <a:lnTo>
                    <a:pt x="2028618" y="478618"/>
                  </a:lnTo>
                  <a:lnTo>
                    <a:pt x="2069522" y="408010"/>
                  </a:lnTo>
                  <a:close/>
                  <a:moveTo>
                    <a:pt x="2069522" y="408010"/>
                  </a:moveTo>
                  <a:lnTo>
                    <a:pt x="2050203" y="344120"/>
                  </a:lnTo>
                  <a:lnTo>
                    <a:pt x="2055592" y="370727"/>
                  </a:lnTo>
                  <a:close/>
                  <a:moveTo>
                    <a:pt x="2039248" y="287358"/>
                  </a:moveTo>
                  <a:lnTo>
                    <a:pt x="2050203" y="344120"/>
                  </a:lnTo>
                  <a:lnTo>
                    <a:pt x="2069522" y="408010"/>
                  </a:lnTo>
                  <a:close/>
                  <a:moveTo>
                    <a:pt x="1959150" y="205144"/>
                  </a:moveTo>
                  <a:lnTo>
                    <a:pt x="1953469" y="261104"/>
                  </a:lnTo>
                  <a:lnTo>
                    <a:pt x="1977882" y="233720"/>
                  </a:lnTo>
                  <a:close/>
                  <a:moveTo>
                    <a:pt x="1977882" y="233720"/>
                  </a:moveTo>
                  <a:lnTo>
                    <a:pt x="1953469" y="261104"/>
                  </a:lnTo>
                  <a:lnTo>
                    <a:pt x="1956345" y="290729"/>
                  </a:lnTo>
                  <a:close/>
                  <a:moveTo>
                    <a:pt x="2008745" y="287358"/>
                  </a:moveTo>
                  <a:lnTo>
                    <a:pt x="2033060" y="280027"/>
                  </a:lnTo>
                  <a:lnTo>
                    <a:pt x="1977882" y="233720"/>
                  </a:lnTo>
                  <a:close/>
                  <a:moveTo>
                    <a:pt x="1956345" y="290729"/>
                  </a:moveTo>
                  <a:lnTo>
                    <a:pt x="2008745" y="287358"/>
                  </a:lnTo>
                  <a:lnTo>
                    <a:pt x="1977882" y="233720"/>
                  </a:lnTo>
                  <a:close/>
                  <a:moveTo>
                    <a:pt x="2008745" y="287358"/>
                  </a:moveTo>
                  <a:lnTo>
                    <a:pt x="2050203" y="344120"/>
                  </a:lnTo>
                  <a:lnTo>
                    <a:pt x="2038624" y="284429"/>
                  </a:lnTo>
                  <a:close/>
                  <a:moveTo>
                    <a:pt x="2038624" y="284429"/>
                  </a:moveTo>
                  <a:lnTo>
                    <a:pt x="2033060" y="280027"/>
                  </a:lnTo>
                  <a:lnTo>
                    <a:pt x="2008745" y="287358"/>
                  </a:lnTo>
                  <a:close/>
                  <a:moveTo>
                    <a:pt x="1953469" y="261104"/>
                  </a:moveTo>
                  <a:lnTo>
                    <a:pt x="1959150" y="205144"/>
                  </a:lnTo>
                  <a:lnTo>
                    <a:pt x="1963821" y="184559"/>
                  </a:lnTo>
                  <a:close/>
                  <a:moveTo>
                    <a:pt x="2038624" y="284429"/>
                  </a:moveTo>
                  <a:lnTo>
                    <a:pt x="2050203" y="344120"/>
                  </a:lnTo>
                  <a:lnTo>
                    <a:pt x="2039248" y="287358"/>
                  </a:lnTo>
                  <a:close/>
                  <a:moveTo>
                    <a:pt x="2038624" y="284429"/>
                  </a:moveTo>
                  <a:lnTo>
                    <a:pt x="2039248" y="287358"/>
                  </a:lnTo>
                  <a:lnTo>
                    <a:pt x="2033060" y="280027"/>
                  </a:lnTo>
                  <a:close/>
                  <a:moveTo>
                    <a:pt x="1879337" y="205144"/>
                  </a:moveTo>
                  <a:lnTo>
                    <a:pt x="1953469" y="261104"/>
                  </a:lnTo>
                  <a:lnTo>
                    <a:pt x="1963821" y="184559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23" name="Candidate_density__2022">
              <a:extLst>
                <a:ext uri="{FF2B5EF4-FFF2-40B4-BE49-F238E27FC236}">
                  <a16:creationId xmlns:a16="http://schemas.microsoft.com/office/drawing/2014/main" id="{170F14E5-9BDE-CCAB-AE5D-43BD735DC29D}"/>
                </a:ext>
              </a:extLst>
            </p:cNvPr>
            <p:cNvSpPr>
              <a:spLocks noGrp="1"/>
            </p:cNvSpPr>
            <p:nvPr/>
          </p:nvSpPr>
          <p:spPr>
            <a:xfrm>
              <a:off x="4601852" y="3436186"/>
              <a:ext cx="1857811" cy="1268087"/>
            </a:xfrm>
            <a:custGeom>
              <a:avLst/>
              <a:gdLst/>
              <a:ahLst/>
              <a:cxnLst/>
              <a:rect l="0" t="0" r="0" b="0"/>
              <a:pathLst>
                <a:path w="1857811" h="1268087">
                  <a:moveTo>
                    <a:pt x="0" y="1077288"/>
                  </a:moveTo>
                  <a:lnTo>
                    <a:pt x="19868" y="998768"/>
                  </a:lnTo>
                  <a:lnTo>
                    <a:pt x="4873" y="987623"/>
                  </a:lnTo>
                  <a:close/>
                  <a:moveTo>
                    <a:pt x="521831" y="1268087"/>
                  </a:moveTo>
                  <a:lnTo>
                    <a:pt x="494047" y="1256005"/>
                  </a:lnTo>
                  <a:lnTo>
                    <a:pt x="545728" y="1239610"/>
                  </a:lnTo>
                  <a:close/>
                  <a:moveTo>
                    <a:pt x="545728" y="1239610"/>
                  </a:moveTo>
                  <a:lnTo>
                    <a:pt x="494047" y="1256005"/>
                  </a:lnTo>
                  <a:lnTo>
                    <a:pt x="583813" y="1221171"/>
                  </a:lnTo>
                  <a:close/>
                  <a:moveTo>
                    <a:pt x="346637" y="714702"/>
                  </a:moveTo>
                  <a:lnTo>
                    <a:pt x="350825" y="707883"/>
                  </a:lnTo>
                  <a:lnTo>
                    <a:pt x="326614" y="790098"/>
                  </a:lnTo>
                  <a:close/>
                  <a:moveTo>
                    <a:pt x="1626283" y="1173422"/>
                  </a:moveTo>
                  <a:lnTo>
                    <a:pt x="1667449" y="1134985"/>
                  </a:lnTo>
                  <a:lnTo>
                    <a:pt x="1645132" y="1174930"/>
                  </a:lnTo>
                  <a:close/>
                  <a:moveTo>
                    <a:pt x="1835375" y="120652"/>
                  </a:moveTo>
                  <a:lnTo>
                    <a:pt x="1832654" y="27514"/>
                  </a:lnTo>
                  <a:lnTo>
                    <a:pt x="1828587" y="97416"/>
                  </a:lnTo>
                  <a:close/>
                  <a:moveTo>
                    <a:pt x="1857811" y="0"/>
                  </a:moveTo>
                  <a:lnTo>
                    <a:pt x="1832654" y="27514"/>
                  </a:lnTo>
                  <a:lnTo>
                    <a:pt x="1835375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24" name="Candidate_density__2023">
              <a:extLst>
                <a:ext uri="{FF2B5EF4-FFF2-40B4-BE49-F238E27FC236}">
                  <a16:creationId xmlns:a16="http://schemas.microsoft.com/office/drawing/2014/main" id="{432D03B4-E4C0-4A77-97D3-3AEA00F9ACAE}"/>
                </a:ext>
              </a:extLst>
            </p:cNvPr>
            <p:cNvSpPr>
              <a:spLocks noGrp="1"/>
            </p:cNvSpPr>
            <p:nvPr/>
          </p:nvSpPr>
          <p:spPr>
            <a:xfrm>
              <a:off x="4522140" y="3420870"/>
              <a:ext cx="1937522" cy="1868868"/>
            </a:xfrm>
            <a:custGeom>
              <a:avLst/>
              <a:gdLst/>
              <a:ahLst/>
              <a:cxnLst/>
              <a:rect l="0" t="0" r="0" b="0"/>
              <a:pathLst>
                <a:path w="1937522" h="1868868">
                  <a:moveTo>
                    <a:pt x="0" y="1073230"/>
                  </a:moveTo>
                  <a:lnTo>
                    <a:pt x="79712" y="1092604"/>
                  </a:lnTo>
                  <a:lnTo>
                    <a:pt x="51955" y="1052278"/>
                  </a:lnTo>
                  <a:close/>
                  <a:moveTo>
                    <a:pt x="442912" y="1399374"/>
                  </a:moveTo>
                  <a:lnTo>
                    <a:pt x="414505" y="1356619"/>
                  </a:lnTo>
                  <a:lnTo>
                    <a:pt x="354061" y="1345829"/>
                  </a:lnTo>
                  <a:close/>
                  <a:moveTo>
                    <a:pt x="993569" y="1849696"/>
                  </a:moveTo>
                  <a:lnTo>
                    <a:pt x="1058545" y="1868868"/>
                  </a:lnTo>
                  <a:lnTo>
                    <a:pt x="1018532" y="1852742"/>
                  </a:lnTo>
                  <a:close/>
                  <a:moveTo>
                    <a:pt x="581665" y="1364987"/>
                  </a:moveTo>
                  <a:lnTo>
                    <a:pt x="632161" y="1457792"/>
                  </a:lnTo>
                  <a:lnTo>
                    <a:pt x="586541" y="1375577"/>
                  </a:lnTo>
                  <a:close/>
                  <a:moveTo>
                    <a:pt x="1025473" y="1538576"/>
                  </a:moveTo>
                  <a:lnTo>
                    <a:pt x="1067258" y="1473353"/>
                  </a:lnTo>
                  <a:lnTo>
                    <a:pt x="1067722" y="1463135"/>
                  </a:lnTo>
                  <a:close/>
                  <a:moveTo>
                    <a:pt x="1013493" y="1556562"/>
                  </a:moveTo>
                  <a:lnTo>
                    <a:pt x="1044869" y="1547639"/>
                  </a:lnTo>
                  <a:lnTo>
                    <a:pt x="1025473" y="1538576"/>
                  </a:lnTo>
                  <a:close/>
                  <a:moveTo>
                    <a:pt x="630043" y="1174758"/>
                  </a:moveTo>
                  <a:lnTo>
                    <a:pt x="625440" y="1254926"/>
                  </a:lnTo>
                  <a:lnTo>
                    <a:pt x="663525" y="1236487"/>
                  </a:lnTo>
                  <a:close/>
                  <a:moveTo>
                    <a:pt x="630043" y="1174758"/>
                  </a:moveTo>
                  <a:lnTo>
                    <a:pt x="663525" y="1236487"/>
                  </a:lnTo>
                  <a:lnTo>
                    <a:pt x="701975" y="1165045"/>
                  </a:lnTo>
                  <a:close/>
                  <a:moveTo>
                    <a:pt x="701975" y="1165045"/>
                  </a:moveTo>
                  <a:lnTo>
                    <a:pt x="730539" y="1164954"/>
                  </a:lnTo>
                  <a:lnTo>
                    <a:pt x="726001" y="1134274"/>
                  </a:lnTo>
                  <a:close/>
                  <a:moveTo>
                    <a:pt x="724652" y="1186373"/>
                  </a:moveTo>
                  <a:lnTo>
                    <a:pt x="730539" y="1164954"/>
                  </a:lnTo>
                  <a:lnTo>
                    <a:pt x="701975" y="1165045"/>
                  </a:lnTo>
                  <a:close/>
                  <a:moveTo>
                    <a:pt x="663525" y="1236487"/>
                  </a:moveTo>
                  <a:lnTo>
                    <a:pt x="724652" y="1186373"/>
                  </a:lnTo>
                  <a:lnTo>
                    <a:pt x="701975" y="1165045"/>
                  </a:lnTo>
                  <a:close/>
                  <a:moveTo>
                    <a:pt x="450492" y="684762"/>
                  </a:moveTo>
                  <a:lnTo>
                    <a:pt x="430537" y="723199"/>
                  </a:lnTo>
                  <a:lnTo>
                    <a:pt x="401557" y="640984"/>
                  </a:lnTo>
                  <a:close/>
                  <a:moveTo>
                    <a:pt x="985543" y="878640"/>
                  </a:moveTo>
                  <a:lnTo>
                    <a:pt x="904181" y="933340"/>
                  </a:lnTo>
                  <a:lnTo>
                    <a:pt x="969472" y="898792"/>
                  </a:lnTo>
                  <a:close/>
                  <a:moveTo>
                    <a:pt x="985543" y="878640"/>
                  </a:moveTo>
                  <a:lnTo>
                    <a:pt x="960318" y="864567"/>
                  </a:lnTo>
                  <a:lnTo>
                    <a:pt x="907182" y="781662"/>
                  </a:lnTo>
                  <a:close/>
                  <a:moveTo>
                    <a:pt x="1497003" y="1326107"/>
                  </a:moveTo>
                  <a:lnTo>
                    <a:pt x="1523509" y="1361753"/>
                  </a:lnTo>
                  <a:lnTo>
                    <a:pt x="1532440" y="1337536"/>
                  </a:lnTo>
                  <a:close/>
                  <a:moveTo>
                    <a:pt x="1493791" y="1408457"/>
                  </a:moveTo>
                  <a:lnTo>
                    <a:pt x="1523509" y="1361753"/>
                  </a:lnTo>
                  <a:lnTo>
                    <a:pt x="1497003" y="1326107"/>
                  </a:lnTo>
                  <a:close/>
                  <a:moveTo>
                    <a:pt x="1532440" y="1337536"/>
                  </a:moveTo>
                  <a:lnTo>
                    <a:pt x="1524879" y="1243590"/>
                  </a:lnTo>
                  <a:lnTo>
                    <a:pt x="1502358" y="1309389"/>
                  </a:lnTo>
                  <a:close/>
                  <a:moveTo>
                    <a:pt x="1292427" y="950517"/>
                  </a:moveTo>
                  <a:lnTo>
                    <a:pt x="1343512" y="969578"/>
                  </a:lnTo>
                  <a:lnTo>
                    <a:pt x="1316979" y="891057"/>
                  </a:lnTo>
                  <a:close/>
                  <a:moveTo>
                    <a:pt x="1347161" y="1044532"/>
                  </a:moveTo>
                  <a:lnTo>
                    <a:pt x="1354762" y="980528"/>
                  </a:lnTo>
                  <a:lnTo>
                    <a:pt x="1343512" y="969578"/>
                  </a:lnTo>
                  <a:close/>
                  <a:moveTo>
                    <a:pt x="1720733" y="1068086"/>
                  </a:moveTo>
                  <a:lnTo>
                    <a:pt x="1747161" y="1150301"/>
                  </a:lnTo>
                  <a:lnTo>
                    <a:pt x="1705694" y="1106522"/>
                  </a:lnTo>
                  <a:close/>
                  <a:moveTo>
                    <a:pt x="1681201" y="876819"/>
                  </a:moveTo>
                  <a:lnTo>
                    <a:pt x="1715334" y="949162"/>
                  </a:lnTo>
                  <a:lnTo>
                    <a:pt x="1713261" y="985871"/>
                  </a:lnTo>
                  <a:close/>
                  <a:moveTo>
                    <a:pt x="1262516" y="145907"/>
                  </a:moveTo>
                  <a:lnTo>
                    <a:pt x="1314880" y="169061"/>
                  </a:lnTo>
                  <a:lnTo>
                    <a:pt x="1381330" y="96270"/>
                  </a:lnTo>
                  <a:close/>
                  <a:moveTo>
                    <a:pt x="1639508" y="225583"/>
                  </a:moveTo>
                  <a:lnTo>
                    <a:pt x="1682909" y="212840"/>
                  </a:lnTo>
                  <a:lnTo>
                    <a:pt x="1692263" y="207623"/>
                  </a:lnTo>
                  <a:close/>
                  <a:moveTo>
                    <a:pt x="1908298" y="112732"/>
                  </a:moveTo>
                  <a:lnTo>
                    <a:pt x="1922356" y="218183"/>
                  </a:lnTo>
                  <a:lnTo>
                    <a:pt x="1915087" y="135967"/>
                  </a:lnTo>
                  <a:close/>
                  <a:moveTo>
                    <a:pt x="1908298" y="112732"/>
                  </a:moveTo>
                  <a:lnTo>
                    <a:pt x="1912366" y="42830"/>
                  </a:lnTo>
                  <a:lnTo>
                    <a:pt x="1849397" y="86055"/>
                  </a:lnTo>
                  <a:close/>
                  <a:moveTo>
                    <a:pt x="1923846" y="0"/>
                  </a:moveTo>
                  <a:lnTo>
                    <a:pt x="1912366" y="42830"/>
                  </a:lnTo>
                  <a:lnTo>
                    <a:pt x="1937522" y="1531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25" name="Candidate_density__2024">
              <a:extLst>
                <a:ext uri="{FF2B5EF4-FFF2-40B4-BE49-F238E27FC236}">
                  <a16:creationId xmlns:a16="http://schemas.microsoft.com/office/drawing/2014/main" id="{A8D437E6-F115-E94D-14C8-8477E13ADB7A}"/>
                </a:ext>
              </a:extLst>
            </p:cNvPr>
            <p:cNvSpPr>
              <a:spLocks noGrp="1"/>
            </p:cNvSpPr>
            <p:nvPr/>
          </p:nvSpPr>
          <p:spPr>
            <a:xfrm>
              <a:off x="6100292" y="3477253"/>
              <a:ext cx="73660" cy="42885"/>
            </a:xfrm>
            <a:custGeom>
              <a:avLst/>
              <a:gdLst/>
              <a:ahLst/>
              <a:cxnLst/>
              <a:rect l="0" t="0" r="0" b="0"/>
              <a:pathLst>
                <a:path w="73660" h="42885">
                  <a:moveTo>
                    <a:pt x="62076" y="35806"/>
                  </a:moveTo>
                  <a:lnTo>
                    <a:pt x="73660" y="0"/>
                  </a:lnTo>
                  <a:lnTo>
                    <a:pt x="0" y="4288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26" name="Candidate_density__2025">
              <a:extLst>
                <a:ext uri="{FF2B5EF4-FFF2-40B4-BE49-F238E27FC236}">
                  <a16:creationId xmlns:a16="http://schemas.microsoft.com/office/drawing/2014/main" id="{6313EEB2-028D-C6DE-F9D3-4D118B3763B4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011379"/>
              <a:ext cx="2088274" cy="2508355"/>
            </a:xfrm>
            <a:custGeom>
              <a:avLst/>
              <a:gdLst/>
              <a:ahLst/>
              <a:cxnLst/>
              <a:rect l="0" t="0" r="0" b="0"/>
              <a:pathLst>
                <a:path w="2088274" h="2508355">
                  <a:moveTo>
                    <a:pt x="607956" y="2508355"/>
                  </a:moveTo>
                  <a:lnTo>
                    <a:pt x="559483" y="2447639"/>
                  </a:lnTo>
                  <a:lnTo>
                    <a:pt x="569630" y="2475884"/>
                  </a:lnTo>
                  <a:close/>
                  <a:moveTo>
                    <a:pt x="577852" y="2459254"/>
                  </a:moveTo>
                  <a:lnTo>
                    <a:pt x="559483" y="2447639"/>
                  </a:lnTo>
                  <a:lnTo>
                    <a:pt x="607956" y="2508355"/>
                  </a:lnTo>
                  <a:close/>
                  <a:moveTo>
                    <a:pt x="569630" y="2475884"/>
                  </a:moveTo>
                  <a:lnTo>
                    <a:pt x="559483" y="2447639"/>
                  </a:lnTo>
                  <a:lnTo>
                    <a:pt x="513765" y="2384716"/>
                  </a:lnTo>
                  <a:close/>
                  <a:moveTo>
                    <a:pt x="556749" y="2437448"/>
                  </a:moveTo>
                  <a:lnTo>
                    <a:pt x="513765" y="2384716"/>
                  </a:lnTo>
                  <a:lnTo>
                    <a:pt x="559483" y="2447639"/>
                  </a:lnTo>
                  <a:close/>
                  <a:moveTo>
                    <a:pt x="556749" y="2437448"/>
                  </a:moveTo>
                  <a:lnTo>
                    <a:pt x="488053" y="2355233"/>
                  </a:lnTo>
                  <a:lnTo>
                    <a:pt x="513765" y="2384716"/>
                  </a:lnTo>
                  <a:close/>
                  <a:moveTo>
                    <a:pt x="527731" y="1841457"/>
                  </a:moveTo>
                  <a:lnTo>
                    <a:pt x="472870" y="1785069"/>
                  </a:lnTo>
                  <a:lnTo>
                    <a:pt x="473297" y="1817062"/>
                  </a:lnTo>
                  <a:close/>
                  <a:moveTo>
                    <a:pt x="348959" y="1702854"/>
                  </a:moveTo>
                  <a:lnTo>
                    <a:pt x="339991" y="1696846"/>
                  </a:lnTo>
                  <a:lnTo>
                    <a:pt x="285139" y="1706962"/>
                  </a:lnTo>
                  <a:close/>
                  <a:moveTo>
                    <a:pt x="6485" y="1412430"/>
                  </a:moveTo>
                  <a:lnTo>
                    <a:pt x="86509" y="1488777"/>
                  </a:lnTo>
                  <a:lnTo>
                    <a:pt x="0" y="1398422"/>
                  </a:lnTo>
                  <a:close/>
                  <a:moveTo>
                    <a:pt x="934522" y="2184923"/>
                  </a:moveTo>
                  <a:lnTo>
                    <a:pt x="1014519" y="2239923"/>
                  </a:lnTo>
                  <a:lnTo>
                    <a:pt x="986466" y="2226758"/>
                  </a:lnTo>
                  <a:close/>
                  <a:moveTo>
                    <a:pt x="472870" y="1785069"/>
                  </a:moveTo>
                  <a:lnTo>
                    <a:pt x="527731" y="1841457"/>
                  </a:lnTo>
                  <a:lnTo>
                    <a:pt x="531323" y="1769888"/>
                  </a:lnTo>
                  <a:close/>
                  <a:moveTo>
                    <a:pt x="531323" y="1769888"/>
                  </a:moveTo>
                  <a:lnTo>
                    <a:pt x="527731" y="1841457"/>
                  </a:lnTo>
                  <a:lnTo>
                    <a:pt x="610071" y="1866551"/>
                  </a:lnTo>
                  <a:close/>
                  <a:moveTo>
                    <a:pt x="348959" y="1702854"/>
                  </a:moveTo>
                  <a:lnTo>
                    <a:pt x="433048" y="1766110"/>
                  </a:lnTo>
                  <a:lnTo>
                    <a:pt x="415483" y="1664417"/>
                  </a:lnTo>
                  <a:close/>
                  <a:moveTo>
                    <a:pt x="472870" y="1785069"/>
                  </a:moveTo>
                  <a:lnTo>
                    <a:pt x="531323" y="1769888"/>
                  </a:lnTo>
                  <a:lnTo>
                    <a:pt x="433048" y="1766110"/>
                  </a:lnTo>
                  <a:close/>
                  <a:moveTo>
                    <a:pt x="915999" y="2157708"/>
                  </a:moveTo>
                  <a:lnTo>
                    <a:pt x="934522" y="2184923"/>
                  </a:lnTo>
                  <a:lnTo>
                    <a:pt x="986466" y="2226758"/>
                  </a:lnTo>
                  <a:close/>
                  <a:moveTo>
                    <a:pt x="986466" y="2226758"/>
                  </a:moveTo>
                  <a:lnTo>
                    <a:pt x="1014519" y="2239923"/>
                  </a:lnTo>
                  <a:lnTo>
                    <a:pt x="1011341" y="2222563"/>
                  </a:lnTo>
                  <a:close/>
                  <a:moveTo>
                    <a:pt x="986466" y="2226758"/>
                  </a:moveTo>
                  <a:lnTo>
                    <a:pt x="1011341" y="2222563"/>
                  </a:lnTo>
                  <a:lnTo>
                    <a:pt x="915999" y="2157708"/>
                  </a:lnTo>
                  <a:close/>
                  <a:moveTo>
                    <a:pt x="373206" y="1476974"/>
                  </a:moveTo>
                  <a:lnTo>
                    <a:pt x="378915" y="1499987"/>
                  </a:lnTo>
                  <a:lnTo>
                    <a:pt x="335566" y="1465098"/>
                  </a:lnTo>
                  <a:close/>
                  <a:moveTo>
                    <a:pt x="475388" y="1414993"/>
                  </a:moveTo>
                  <a:lnTo>
                    <a:pt x="460406" y="1499987"/>
                  </a:lnTo>
                  <a:lnTo>
                    <a:pt x="461093" y="1466115"/>
                  </a:lnTo>
                  <a:close/>
                  <a:moveTo>
                    <a:pt x="475388" y="1414993"/>
                  </a:moveTo>
                  <a:lnTo>
                    <a:pt x="461093" y="1466115"/>
                  </a:lnTo>
                  <a:lnTo>
                    <a:pt x="414677" y="1403758"/>
                  </a:lnTo>
                  <a:close/>
                  <a:moveTo>
                    <a:pt x="296653" y="1319609"/>
                  </a:moveTo>
                  <a:lnTo>
                    <a:pt x="314291" y="1297121"/>
                  </a:lnTo>
                  <a:lnTo>
                    <a:pt x="259279" y="1243329"/>
                  </a:lnTo>
                  <a:close/>
                  <a:moveTo>
                    <a:pt x="830298" y="1908788"/>
                  </a:moveTo>
                  <a:lnTo>
                    <a:pt x="803296" y="1884029"/>
                  </a:lnTo>
                  <a:lnTo>
                    <a:pt x="805109" y="1872626"/>
                  </a:lnTo>
                  <a:close/>
                  <a:moveTo>
                    <a:pt x="744718" y="1817678"/>
                  </a:moveTo>
                  <a:lnTo>
                    <a:pt x="805109" y="1872626"/>
                  </a:lnTo>
                  <a:lnTo>
                    <a:pt x="798901" y="1867598"/>
                  </a:lnTo>
                  <a:close/>
                  <a:moveTo>
                    <a:pt x="1030198" y="2007048"/>
                  </a:moveTo>
                  <a:lnTo>
                    <a:pt x="1079599" y="2027478"/>
                  </a:lnTo>
                  <a:lnTo>
                    <a:pt x="1055363" y="1990491"/>
                  </a:lnTo>
                  <a:close/>
                  <a:moveTo>
                    <a:pt x="926125" y="1849404"/>
                  </a:moveTo>
                  <a:lnTo>
                    <a:pt x="968272" y="1943531"/>
                  </a:lnTo>
                  <a:lnTo>
                    <a:pt x="991862" y="1838030"/>
                  </a:lnTo>
                  <a:close/>
                  <a:moveTo>
                    <a:pt x="968272" y="1943531"/>
                  </a:moveTo>
                  <a:lnTo>
                    <a:pt x="1039583" y="1834190"/>
                  </a:lnTo>
                  <a:lnTo>
                    <a:pt x="991862" y="1838030"/>
                  </a:lnTo>
                  <a:close/>
                  <a:moveTo>
                    <a:pt x="664936" y="1521670"/>
                  </a:moveTo>
                  <a:lnTo>
                    <a:pt x="582985" y="1617636"/>
                  </a:lnTo>
                  <a:lnTo>
                    <a:pt x="648586" y="1584250"/>
                  </a:lnTo>
                  <a:close/>
                  <a:moveTo>
                    <a:pt x="648586" y="1584250"/>
                  </a:moveTo>
                  <a:lnTo>
                    <a:pt x="754355" y="1509566"/>
                  </a:lnTo>
                  <a:lnTo>
                    <a:pt x="664936" y="1521670"/>
                  </a:lnTo>
                  <a:close/>
                  <a:moveTo>
                    <a:pt x="664936" y="1521670"/>
                  </a:moveTo>
                  <a:lnTo>
                    <a:pt x="754355" y="1509566"/>
                  </a:lnTo>
                  <a:lnTo>
                    <a:pt x="720434" y="1437051"/>
                  </a:lnTo>
                  <a:close/>
                  <a:moveTo>
                    <a:pt x="660611" y="1425095"/>
                  </a:moveTo>
                  <a:lnTo>
                    <a:pt x="720434" y="1437051"/>
                  </a:lnTo>
                  <a:lnTo>
                    <a:pt x="596278" y="1377304"/>
                  </a:lnTo>
                  <a:close/>
                  <a:moveTo>
                    <a:pt x="660611" y="1425095"/>
                  </a:moveTo>
                  <a:lnTo>
                    <a:pt x="596278" y="1377304"/>
                  </a:lnTo>
                  <a:lnTo>
                    <a:pt x="639264" y="1423114"/>
                  </a:lnTo>
                  <a:close/>
                  <a:moveTo>
                    <a:pt x="1039583" y="1834190"/>
                  </a:moveTo>
                  <a:lnTo>
                    <a:pt x="1073331" y="1842471"/>
                  </a:lnTo>
                  <a:lnTo>
                    <a:pt x="1076875" y="1829508"/>
                  </a:lnTo>
                  <a:close/>
                  <a:moveTo>
                    <a:pt x="1073331" y="1842471"/>
                  </a:moveTo>
                  <a:lnTo>
                    <a:pt x="1080655" y="1834190"/>
                  </a:lnTo>
                  <a:lnTo>
                    <a:pt x="1076875" y="1829508"/>
                  </a:lnTo>
                  <a:close/>
                  <a:moveTo>
                    <a:pt x="1077097" y="1729235"/>
                  </a:moveTo>
                  <a:lnTo>
                    <a:pt x="1076875" y="1829508"/>
                  </a:lnTo>
                  <a:lnTo>
                    <a:pt x="1080655" y="1834190"/>
                  </a:lnTo>
                  <a:close/>
                  <a:moveTo>
                    <a:pt x="928012" y="1641258"/>
                  </a:moveTo>
                  <a:lnTo>
                    <a:pt x="963883" y="1711921"/>
                  </a:lnTo>
                  <a:lnTo>
                    <a:pt x="964307" y="1660247"/>
                  </a:lnTo>
                  <a:close/>
                  <a:moveTo>
                    <a:pt x="900866" y="1751324"/>
                  </a:moveTo>
                  <a:lnTo>
                    <a:pt x="963883" y="1711921"/>
                  </a:lnTo>
                  <a:lnTo>
                    <a:pt x="928012" y="1641258"/>
                  </a:lnTo>
                  <a:close/>
                  <a:moveTo>
                    <a:pt x="964307" y="1660247"/>
                  </a:moveTo>
                  <a:lnTo>
                    <a:pt x="963883" y="1711921"/>
                  </a:lnTo>
                  <a:lnTo>
                    <a:pt x="1077097" y="1729235"/>
                  </a:lnTo>
                  <a:close/>
                  <a:moveTo>
                    <a:pt x="1039428" y="1659768"/>
                  </a:moveTo>
                  <a:lnTo>
                    <a:pt x="964307" y="1660247"/>
                  </a:lnTo>
                  <a:lnTo>
                    <a:pt x="1077097" y="1729235"/>
                  </a:lnTo>
                  <a:close/>
                  <a:moveTo>
                    <a:pt x="406483" y="1094254"/>
                  </a:moveTo>
                  <a:lnTo>
                    <a:pt x="494726" y="1138495"/>
                  </a:lnTo>
                  <a:lnTo>
                    <a:pt x="434583" y="1087298"/>
                  </a:lnTo>
                  <a:close/>
                  <a:moveTo>
                    <a:pt x="434583" y="1087298"/>
                  </a:moveTo>
                  <a:lnTo>
                    <a:pt x="452925" y="1176469"/>
                  </a:lnTo>
                  <a:lnTo>
                    <a:pt x="469035" y="1094254"/>
                  </a:lnTo>
                  <a:close/>
                  <a:moveTo>
                    <a:pt x="508291" y="1094254"/>
                  </a:moveTo>
                  <a:lnTo>
                    <a:pt x="587928" y="1142257"/>
                  </a:lnTo>
                  <a:lnTo>
                    <a:pt x="607938" y="1138033"/>
                  </a:lnTo>
                  <a:close/>
                  <a:moveTo>
                    <a:pt x="563593" y="1055817"/>
                  </a:moveTo>
                  <a:lnTo>
                    <a:pt x="508291" y="1094254"/>
                  </a:lnTo>
                  <a:lnTo>
                    <a:pt x="607938" y="1138033"/>
                  </a:lnTo>
                  <a:close/>
                  <a:moveTo>
                    <a:pt x="534844" y="1007241"/>
                  </a:moveTo>
                  <a:lnTo>
                    <a:pt x="490699" y="1002177"/>
                  </a:lnTo>
                  <a:lnTo>
                    <a:pt x="563593" y="1055817"/>
                  </a:lnTo>
                  <a:close/>
                  <a:moveTo>
                    <a:pt x="445159" y="978607"/>
                  </a:moveTo>
                  <a:lnTo>
                    <a:pt x="468149" y="1012039"/>
                  </a:lnTo>
                  <a:lnTo>
                    <a:pt x="404007" y="911971"/>
                  </a:lnTo>
                  <a:close/>
                  <a:moveTo>
                    <a:pt x="349289" y="895864"/>
                  </a:moveTo>
                  <a:lnTo>
                    <a:pt x="445159" y="978607"/>
                  </a:lnTo>
                  <a:lnTo>
                    <a:pt x="404007" y="911971"/>
                  </a:lnTo>
                  <a:close/>
                  <a:moveTo>
                    <a:pt x="607938" y="1138033"/>
                  </a:moveTo>
                  <a:lnTo>
                    <a:pt x="611167" y="1165015"/>
                  </a:lnTo>
                  <a:lnTo>
                    <a:pt x="658886" y="1192356"/>
                  </a:lnTo>
                  <a:close/>
                  <a:moveTo>
                    <a:pt x="1194638" y="1794361"/>
                  </a:moveTo>
                  <a:lnTo>
                    <a:pt x="1213916" y="1874232"/>
                  </a:lnTo>
                  <a:lnTo>
                    <a:pt x="1154168" y="1766670"/>
                  </a:lnTo>
                  <a:close/>
                  <a:moveTo>
                    <a:pt x="734168" y="1181811"/>
                  </a:moveTo>
                  <a:lnTo>
                    <a:pt x="689381" y="1220248"/>
                  </a:lnTo>
                  <a:lnTo>
                    <a:pt x="762611" y="1301510"/>
                  </a:lnTo>
                  <a:close/>
                  <a:moveTo>
                    <a:pt x="689381" y="1220248"/>
                  </a:moveTo>
                  <a:lnTo>
                    <a:pt x="734168" y="1181811"/>
                  </a:lnTo>
                  <a:lnTo>
                    <a:pt x="658886" y="1192356"/>
                  </a:lnTo>
                  <a:close/>
                  <a:moveTo>
                    <a:pt x="563593" y="1055817"/>
                  </a:moveTo>
                  <a:lnTo>
                    <a:pt x="607938" y="1138033"/>
                  </a:lnTo>
                  <a:lnTo>
                    <a:pt x="561614" y="1044616"/>
                  </a:lnTo>
                  <a:close/>
                  <a:moveTo>
                    <a:pt x="534844" y="1007241"/>
                  </a:moveTo>
                  <a:lnTo>
                    <a:pt x="563593" y="1055817"/>
                  </a:lnTo>
                  <a:lnTo>
                    <a:pt x="561614" y="1044616"/>
                  </a:lnTo>
                  <a:close/>
                  <a:moveTo>
                    <a:pt x="1267370" y="1472235"/>
                  </a:moveTo>
                  <a:lnTo>
                    <a:pt x="1257784" y="1544389"/>
                  </a:lnTo>
                  <a:lnTo>
                    <a:pt x="1307277" y="1514234"/>
                  </a:lnTo>
                  <a:close/>
                  <a:moveTo>
                    <a:pt x="1208363" y="1423064"/>
                  </a:moveTo>
                  <a:lnTo>
                    <a:pt x="1157070" y="1424534"/>
                  </a:lnTo>
                  <a:lnTo>
                    <a:pt x="1267370" y="1472235"/>
                  </a:lnTo>
                  <a:close/>
                  <a:moveTo>
                    <a:pt x="1111387" y="1307805"/>
                  </a:moveTo>
                  <a:lnTo>
                    <a:pt x="1130040" y="1346241"/>
                  </a:lnTo>
                  <a:lnTo>
                    <a:pt x="1161519" y="1390020"/>
                  </a:lnTo>
                  <a:close/>
                  <a:moveTo>
                    <a:pt x="908266" y="1061160"/>
                  </a:moveTo>
                  <a:lnTo>
                    <a:pt x="895332" y="1088671"/>
                  </a:lnTo>
                  <a:lnTo>
                    <a:pt x="900098" y="1181811"/>
                  </a:lnTo>
                  <a:close/>
                  <a:moveTo>
                    <a:pt x="908266" y="1061160"/>
                  </a:moveTo>
                  <a:lnTo>
                    <a:pt x="833104" y="1005676"/>
                  </a:lnTo>
                  <a:lnTo>
                    <a:pt x="881985" y="1038765"/>
                  </a:lnTo>
                  <a:close/>
                  <a:moveTo>
                    <a:pt x="787744" y="981960"/>
                  </a:moveTo>
                  <a:lnTo>
                    <a:pt x="807896" y="1040421"/>
                  </a:lnTo>
                  <a:lnTo>
                    <a:pt x="881985" y="1038765"/>
                  </a:lnTo>
                  <a:close/>
                  <a:moveTo>
                    <a:pt x="680519" y="842834"/>
                  </a:moveTo>
                  <a:lnTo>
                    <a:pt x="740817" y="896730"/>
                  </a:lnTo>
                  <a:lnTo>
                    <a:pt x="653747" y="830121"/>
                  </a:lnTo>
                  <a:close/>
                  <a:moveTo>
                    <a:pt x="1161519" y="1390020"/>
                  </a:moveTo>
                  <a:lnTo>
                    <a:pt x="1157070" y="1424534"/>
                  </a:lnTo>
                  <a:lnTo>
                    <a:pt x="1208363" y="1423064"/>
                  </a:lnTo>
                  <a:close/>
                  <a:moveTo>
                    <a:pt x="1208363" y="1423064"/>
                  </a:moveTo>
                  <a:lnTo>
                    <a:pt x="1267370" y="1472235"/>
                  </a:lnTo>
                  <a:lnTo>
                    <a:pt x="1251284" y="1368339"/>
                  </a:lnTo>
                  <a:close/>
                  <a:moveTo>
                    <a:pt x="1251284" y="1368339"/>
                  </a:moveTo>
                  <a:lnTo>
                    <a:pt x="1267370" y="1472235"/>
                  </a:lnTo>
                  <a:lnTo>
                    <a:pt x="1310969" y="1360009"/>
                  </a:lnTo>
                  <a:close/>
                  <a:moveTo>
                    <a:pt x="1310969" y="1360009"/>
                  </a:moveTo>
                  <a:lnTo>
                    <a:pt x="1267370" y="1472235"/>
                  </a:lnTo>
                  <a:lnTo>
                    <a:pt x="1316523" y="1455586"/>
                  </a:lnTo>
                  <a:close/>
                  <a:moveTo>
                    <a:pt x="1316523" y="1455586"/>
                  </a:moveTo>
                  <a:lnTo>
                    <a:pt x="1307277" y="1514234"/>
                  </a:lnTo>
                  <a:lnTo>
                    <a:pt x="1362408" y="1472235"/>
                  </a:lnTo>
                  <a:close/>
                  <a:moveTo>
                    <a:pt x="1227320" y="1351584"/>
                  </a:moveTo>
                  <a:lnTo>
                    <a:pt x="1161519" y="1390020"/>
                  </a:lnTo>
                  <a:lnTo>
                    <a:pt x="1208363" y="1423064"/>
                  </a:lnTo>
                  <a:close/>
                  <a:moveTo>
                    <a:pt x="1227320" y="1351584"/>
                  </a:moveTo>
                  <a:lnTo>
                    <a:pt x="1111387" y="1307805"/>
                  </a:lnTo>
                  <a:lnTo>
                    <a:pt x="1161519" y="1390020"/>
                  </a:lnTo>
                  <a:close/>
                  <a:moveTo>
                    <a:pt x="896345" y="1054355"/>
                  </a:moveTo>
                  <a:lnTo>
                    <a:pt x="895332" y="1088671"/>
                  </a:lnTo>
                  <a:lnTo>
                    <a:pt x="908266" y="1061160"/>
                  </a:lnTo>
                  <a:close/>
                  <a:moveTo>
                    <a:pt x="896345" y="1054355"/>
                  </a:moveTo>
                  <a:lnTo>
                    <a:pt x="908266" y="1061160"/>
                  </a:lnTo>
                  <a:lnTo>
                    <a:pt x="881985" y="1038765"/>
                  </a:lnTo>
                  <a:close/>
                  <a:moveTo>
                    <a:pt x="1651040" y="1465499"/>
                  </a:moveTo>
                  <a:lnTo>
                    <a:pt x="1723243" y="1467390"/>
                  </a:lnTo>
                  <a:lnTo>
                    <a:pt x="1733877" y="1358653"/>
                  </a:lnTo>
                  <a:close/>
                  <a:moveTo>
                    <a:pt x="1651040" y="1465499"/>
                  </a:moveTo>
                  <a:lnTo>
                    <a:pt x="1733877" y="1358653"/>
                  </a:lnTo>
                  <a:lnTo>
                    <a:pt x="1647137" y="1368579"/>
                  </a:lnTo>
                  <a:close/>
                  <a:moveTo>
                    <a:pt x="1570016" y="1370686"/>
                  </a:moveTo>
                  <a:lnTo>
                    <a:pt x="1651040" y="1465499"/>
                  </a:lnTo>
                  <a:lnTo>
                    <a:pt x="1647137" y="1368579"/>
                  </a:lnTo>
                  <a:close/>
                  <a:moveTo>
                    <a:pt x="1554506" y="1283202"/>
                  </a:moveTo>
                  <a:lnTo>
                    <a:pt x="1581560" y="1336808"/>
                  </a:lnTo>
                  <a:lnTo>
                    <a:pt x="1458020" y="1313147"/>
                  </a:lnTo>
                  <a:close/>
                  <a:moveTo>
                    <a:pt x="1654656" y="1331444"/>
                  </a:moveTo>
                  <a:lnTo>
                    <a:pt x="1581560" y="1336808"/>
                  </a:lnTo>
                  <a:lnTo>
                    <a:pt x="1537537" y="1313147"/>
                  </a:lnTo>
                  <a:close/>
                  <a:moveTo>
                    <a:pt x="1570016" y="1370686"/>
                  </a:moveTo>
                  <a:lnTo>
                    <a:pt x="1647137" y="1368579"/>
                  </a:lnTo>
                  <a:lnTo>
                    <a:pt x="1537537" y="1313147"/>
                  </a:lnTo>
                  <a:close/>
                  <a:moveTo>
                    <a:pt x="1699743" y="1286311"/>
                  </a:moveTo>
                  <a:lnTo>
                    <a:pt x="1647137" y="1368579"/>
                  </a:lnTo>
                  <a:lnTo>
                    <a:pt x="1733877" y="1358653"/>
                  </a:lnTo>
                  <a:close/>
                  <a:moveTo>
                    <a:pt x="1678131" y="1243289"/>
                  </a:moveTo>
                  <a:lnTo>
                    <a:pt x="1581560" y="1336808"/>
                  </a:lnTo>
                  <a:lnTo>
                    <a:pt x="1654656" y="1331444"/>
                  </a:lnTo>
                  <a:close/>
                  <a:moveTo>
                    <a:pt x="1678131" y="1243289"/>
                  </a:moveTo>
                  <a:lnTo>
                    <a:pt x="1654656" y="1331444"/>
                  </a:lnTo>
                  <a:lnTo>
                    <a:pt x="1700149" y="1274711"/>
                  </a:lnTo>
                  <a:close/>
                  <a:moveTo>
                    <a:pt x="1862847" y="1400704"/>
                  </a:moveTo>
                  <a:lnTo>
                    <a:pt x="1824770" y="1345351"/>
                  </a:lnTo>
                  <a:lnTo>
                    <a:pt x="1868199" y="1410137"/>
                  </a:lnTo>
                  <a:close/>
                  <a:moveTo>
                    <a:pt x="2061367" y="1374278"/>
                  </a:moveTo>
                  <a:lnTo>
                    <a:pt x="1996470" y="1366446"/>
                  </a:lnTo>
                  <a:lnTo>
                    <a:pt x="2088274" y="1452495"/>
                  </a:lnTo>
                  <a:close/>
                  <a:moveTo>
                    <a:pt x="1996470" y="1366446"/>
                  </a:moveTo>
                  <a:lnTo>
                    <a:pt x="1888470" y="1433117"/>
                  </a:lnTo>
                  <a:lnTo>
                    <a:pt x="1967124" y="1448536"/>
                  </a:lnTo>
                  <a:close/>
                  <a:moveTo>
                    <a:pt x="1996470" y="1366446"/>
                  </a:moveTo>
                  <a:lnTo>
                    <a:pt x="1897602" y="1386232"/>
                  </a:lnTo>
                  <a:lnTo>
                    <a:pt x="1888470" y="1433117"/>
                  </a:lnTo>
                  <a:close/>
                  <a:moveTo>
                    <a:pt x="1897602" y="1386232"/>
                  </a:moveTo>
                  <a:lnTo>
                    <a:pt x="1996470" y="1366446"/>
                  </a:lnTo>
                  <a:lnTo>
                    <a:pt x="1919410" y="1333596"/>
                  </a:lnTo>
                  <a:close/>
                  <a:moveTo>
                    <a:pt x="1996470" y="1366446"/>
                  </a:moveTo>
                  <a:lnTo>
                    <a:pt x="1997867" y="1348275"/>
                  </a:lnTo>
                  <a:lnTo>
                    <a:pt x="1919410" y="1333596"/>
                  </a:lnTo>
                  <a:close/>
                  <a:moveTo>
                    <a:pt x="1845411" y="1280053"/>
                  </a:moveTo>
                  <a:lnTo>
                    <a:pt x="1791185" y="1211970"/>
                  </a:lnTo>
                  <a:lnTo>
                    <a:pt x="1810369" y="1236274"/>
                  </a:lnTo>
                  <a:close/>
                  <a:moveTo>
                    <a:pt x="1845411" y="1280053"/>
                  </a:moveTo>
                  <a:lnTo>
                    <a:pt x="1810369" y="1236274"/>
                  </a:lnTo>
                  <a:lnTo>
                    <a:pt x="1821579" y="1318489"/>
                  </a:lnTo>
                  <a:close/>
                  <a:moveTo>
                    <a:pt x="1804479" y="1033407"/>
                  </a:moveTo>
                  <a:lnTo>
                    <a:pt x="1805050" y="1121224"/>
                  </a:lnTo>
                  <a:lnTo>
                    <a:pt x="1854276" y="1090071"/>
                  </a:lnTo>
                  <a:close/>
                  <a:moveTo>
                    <a:pt x="1087502" y="211257"/>
                  </a:moveTo>
                  <a:lnTo>
                    <a:pt x="1057543" y="143657"/>
                  </a:lnTo>
                  <a:lnTo>
                    <a:pt x="1090125" y="217261"/>
                  </a:lnTo>
                  <a:close/>
                  <a:moveTo>
                    <a:pt x="1997867" y="1348275"/>
                  </a:moveTo>
                  <a:lnTo>
                    <a:pt x="1992409" y="1269655"/>
                  </a:lnTo>
                  <a:lnTo>
                    <a:pt x="1919410" y="1333596"/>
                  </a:lnTo>
                  <a:close/>
                  <a:moveTo>
                    <a:pt x="1804479" y="1033407"/>
                  </a:moveTo>
                  <a:lnTo>
                    <a:pt x="1854276" y="1090071"/>
                  </a:lnTo>
                  <a:lnTo>
                    <a:pt x="1831666" y="994971"/>
                  </a:lnTo>
                  <a:close/>
                  <a:moveTo>
                    <a:pt x="1430580" y="422531"/>
                  </a:moveTo>
                  <a:lnTo>
                    <a:pt x="1399872" y="505761"/>
                  </a:lnTo>
                  <a:lnTo>
                    <a:pt x="1494816" y="530992"/>
                  </a:lnTo>
                  <a:close/>
                  <a:moveTo>
                    <a:pt x="1343578" y="358741"/>
                  </a:moveTo>
                  <a:lnTo>
                    <a:pt x="1427164" y="419465"/>
                  </a:lnTo>
                  <a:lnTo>
                    <a:pt x="1314993" y="355815"/>
                  </a:lnTo>
                  <a:close/>
                  <a:moveTo>
                    <a:pt x="1427164" y="419465"/>
                  </a:moveTo>
                  <a:lnTo>
                    <a:pt x="1430580" y="422531"/>
                  </a:lnTo>
                  <a:lnTo>
                    <a:pt x="1314993" y="355815"/>
                  </a:lnTo>
                  <a:close/>
                  <a:moveTo>
                    <a:pt x="1343578" y="358741"/>
                  </a:moveTo>
                  <a:lnTo>
                    <a:pt x="1314993" y="355815"/>
                  </a:lnTo>
                  <a:lnTo>
                    <a:pt x="1308405" y="337250"/>
                  </a:lnTo>
                  <a:close/>
                  <a:moveTo>
                    <a:pt x="1099734" y="172820"/>
                  </a:moveTo>
                  <a:lnTo>
                    <a:pt x="1047282" y="129041"/>
                  </a:lnTo>
                  <a:lnTo>
                    <a:pt x="1087502" y="211257"/>
                  </a:lnTo>
                  <a:close/>
                  <a:moveTo>
                    <a:pt x="1688429" y="545459"/>
                  </a:moveTo>
                  <a:lnTo>
                    <a:pt x="1665476" y="583895"/>
                  </a:lnTo>
                  <a:lnTo>
                    <a:pt x="1710805" y="617115"/>
                  </a:lnTo>
                  <a:close/>
                  <a:moveTo>
                    <a:pt x="1355908" y="52168"/>
                  </a:moveTo>
                  <a:lnTo>
                    <a:pt x="1260191" y="0"/>
                  </a:lnTo>
                  <a:lnTo>
                    <a:pt x="1312633" y="27841"/>
                  </a:lnTo>
                  <a:close/>
                  <a:moveTo>
                    <a:pt x="1945570" y="607089"/>
                  </a:moveTo>
                  <a:lnTo>
                    <a:pt x="1844655" y="623692"/>
                  </a:lnTo>
                  <a:lnTo>
                    <a:pt x="1861086" y="627674"/>
                  </a:lnTo>
                  <a:close/>
                  <a:moveTo>
                    <a:pt x="1868921" y="508719"/>
                  </a:moveTo>
                  <a:lnTo>
                    <a:pt x="1844655" y="623692"/>
                  </a:lnTo>
                  <a:lnTo>
                    <a:pt x="1945570" y="607089"/>
                  </a:lnTo>
                  <a:close/>
                  <a:moveTo>
                    <a:pt x="1844655" y="623692"/>
                  </a:moveTo>
                  <a:lnTo>
                    <a:pt x="1868921" y="508719"/>
                  </a:lnTo>
                  <a:lnTo>
                    <a:pt x="1799741" y="519223"/>
                  </a:lnTo>
                  <a:close/>
                  <a:moveTo>
                    <a:pt x="1757273" y="575645"/>
                  </a:moveTo>
                  <a:lnTo>
                    <a:pt x="1844655" y="623692"/>
                  </a:lnTo>
                  <a:lnTo>
                    <a:pt x="1799741" y="519223"/>
                  </a:lnTo>
                  <a:close/>
                  <a:moveTo>
                    <a:pt x="1846579" y="507023"/>
                  </a:moveTo>
                  <a:lnTo>
                    <a:pt x="1868921" y="508719"/>
                  </a:lnTo>
                  <a:lnTo>
                    <a:pt x="1867939" y="495547"/>
                  </a:lnTo>
                  <a:close/>
                  <a:moveTo>
                    <a:pt x="1335311" y="39021"/>
                  </a:moveTo>
                  <a:lnTo>
                    <a:pt x="1359206" y="134384"/>
                  </a:lnTo>
                  <a:lnTo>
                    <a:pt x="1355908" y="52168"/>
                  </a:lnTo>
                  <a:close/>
                  <a:moveTo>
                    <a:pt x="1335311" y="39021"/>
                  </a:moveTo>
                  <a:lnTo>
                    <a:pt x="1348720" y="128213"/>
                  </a:lnTo>
                  <a:lnTo>
                    <a:pt x="1359206" y="134384"/>
                  </a:lnTo>
                  <a:close/>
                  <a:moveTo>
                    <a:pt x="1258548" y="40836"/>
                  </a:moveTo>
                  <a:lnTo>
                    <a:pt x="1312633" y="27841"/>
                  </a:lnTo>
                  <a:lnTo>
                    <a:pt x="1239655" y="33645"/>
                  </a:lnTo>
                  <a:close/>
                  <a:moveTo>
                    <a:pt x="1258548" y="40836"/>
                  </a:moveTo>
                  <a:lnTo>
                    <a:pt x="1335311" y="39021"/>
                  </a:lnTo>
                  <a:lnTo>
                    <a:pt x="1312633" y="278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27" name="Candidate_density__2026">
              <a:extLst>
                <a:ext uri="{FF2B5EF4-FFF2-40B4-BE49-F238E27FC236}">
                  <a16:creationId xmlns:a16="http://schemas.microsoft.com/office/drawing/2014/main" id="{70FFDE26-4F81-0862-7D69-101A4392A992}"/>
                </a:ext>
              </a:extLst>
            </p:cNvPr>
            <p:cNvSpPr>
              <a:spLocks noGrp="1"/>
            </p:cNvSpPr>
            <p:nvPr/>
          </p:nvSpPr>
          <p:spPr>
            <a:xfrm>
              <a:off x="4767573" y="2119305"/>
              <a:ext cx="2106342" cy="3405233"/>
            </a:xfrm>
            <a:custGeom>
              <a:avLst/>
              <a:gdLst/>
              <a:ahLst/>
              <a:cxnLst/>
              <a:rect l="0" t="0" r="0" b="0"/>
              <a:pathLst>
                <a:path w="2106342" h="3405233">
                  <a:moveTo>
                    <a:pt x="402604" y="3404408"/>
                  </a:moveTo>
                  <a:lnTo>
                    <a:pt x="313876" y="3351328"/>
                  </a:lnTo>
                  <a:lnTo>
                    <a:pt x="343981" y="3400429"/>
                  </a:lnTo>
                  <a:close/>
                  <a:moveTo>
                    <a:pt x="477355" y="3405233"/>
                  </a:moveTo>
                  <a:lnTo>
                    <a:pt x="509491" y="3373300"/>
                  </a:lnTo>
                  <a:lnTo>
                    <a:pt x="440879" y="3332308"/>
                  </a:lnTo>
                  <a:close/>
                  <a:moveTo>
                    <a:pt x="477355" y="3405233"/>
                  </a:moveTo>
                  <a:lnTo>
                    <a:pt x="440879" y="3332308"/>
                  </a:lnTo>
                  <a:lnTo>
                    <a:pt x="402604" y="3404408"/>
                  </a:lnTo>
                  <a:close/>
                  <a:moveTo>
                    <a:pt x="509491" y="3373300"/>
                  </a:moveTo>
                  <a:lnTo>
                    <a:pt x="492264" y="3401029"/>
                  </a:lnTo>
                  <a:lnTo>
                    <a:pt x="530920" y="3390304"/>
                  </a:lnTo>
                  <a:close/>
                  <a:moveTo>
                    <a:pt x="108628" y="2647395"/>
                  </a:moveTo>
                  <a:lnTo>
                    <a:pt x="84984" y="2594928"/>
                  </a:lnTo>
                  <a:lnTo>
                    <a:pt x="90545" y="2633364"/>
                  </a:lnTo>
                  <a:close/>
                  <a:moveTo>
                    <a:pt x="169072" y="2658184"/>
                  </a:moveTo>
                  <a:lnTo>
                    <a:pt x="84984" y="2594928"/>
                  </a:lnTo>
                  <a:lnTo>
                    <a:pt x="108628" y="2647395"/>
                  </a:lnTo>
                  <a:close/>
                  <a:moveTo>
                    <a:pt x="90545" y="2633364"/>
                  </a:moveTo>
                  <a:lnTo>
                    <a:pt x="84984" y="2594928"/>
                  </a:lnTo>
                  <a:lnTo>
                    <a:pt x="21163" y="2599036"/>
                  </a:lnTo>
                  <a:close/>
                  <a:moveTo>
                    <a:pt x="197480" y="2700939"/>
                  </a:moveTo>
                  <a:lnTo>
                    <a:pt x="208895" y="2677143"/>
                  </a:lnTo>
                  <a:lnTo>
                    <a:pt x="169072" y="2658184"/>
                  </a:lnTo>
                  <a:close/>
                  <a:moveTo>
                    <a:pt x="336232" y="2666552"/>
                  </a:moveTo>
                  <a:lnTo>
                    <a:pt x="267348" y="2661962"/>
                  </a:lnTo>
                  <a:lnTo>
                    <a:pt x="346096" y="2758624"/>
                  </a:lnTo>
                  <a:close/>
                  <a:moveTo>
                    <a:pt x="169072" y="2658184"/>
                  </a:moveTo>
                  <a:lnTo>
                    <a:pt x="267348" y="2661962"/>
                  </a:lnTo>
                  <a:lnTo>
                    <a:pt x="282027" y="2586643"/>
                  </a:lnTo>
                  <a:close/>
                  <a:moveTo>
                    <a:pt x="169072" y="2658184"/>
                  </a:moveTo>
                  <a:lnTo>
                    <a:pt x="282027" y="2586643"/>
                  </a:lnTo>
                  <a:lnTo>
                    <a:pt x="209708" y="2594911"/>
                  </a:lnTo>
                  <a:close/>
                  <a:moveTo>
                    <a:pt x="750544" y="3131997"/>
                  </a:moveTo>
                  <a:lnTo>
                    <a:pt x="773100" y="3154307"/>
                  </a:lnTo>
                  <a:lnTo>
                    <a:pt x="807879" y="3159427"/>
                  </a:lnTo>
                  <a:close/>
                  <a:moveTo>
                    <a:pt x="652024" y="3049782"/>
                  </a:moveTo>
                  <a:lnTo>
                    <a:pt x="747366" y="3114636"/>
                  </a:lnTo>
                  <a:lnTo>
                    <a:pt x="643370" y="3038499"/>
                  </a:lnTo>
                  <a:close/>
                  <a:moveTo>
                    <a:pt x="371816" y="2537530"/>
                  </a:moveTo>
                  <a:lnTo>
                    <a:pt x="384610" y="2476323"/>
                  </a:lnTo>
                  <a:lnTo>
                    <a:pt x="319009" y="2509710"/>
                  </a:lnTo>
                  <a:close/>
                  <a:moveTo>
                    <a:pt x="150701" y="2295832"/>
                  </a:moveTo>
                  <a:lnTo>
                    <a:pt x="188334" y="2353624"/>
                  </a:lnTo>
                  <a:lnTo>
                    <a:pt x="132866" y="2271410"/>
                  </a:lnTo>
                  <a:close/>
                  <a:moveTo>
                    <a:pt x="197118" y="2358188"/>
                  </a:moveTo>
                  <a:lnTo>
                    <a:pt x="188334" y="2353624"/>
                  </a:lnTo>
                  <a:lnTo>
                    <a:pt x="150701" y="2295832"/>
                  </a:lnTo>
                  <a:close/>
                  <a:moveTo>
                    <a:pt x="18056" y="2227630"/>
                  </a:moveTo>
                  <a:lnTo>
                    <a:pt x="0" y="2197073"/>
                  </a:lnTo>
                  <a:lnTo>
                    <a:pt x="13689" y="2309846"/>
                  </a:lnTo>
                  <a:close/>
                  <a:moveTo>
                    <a:pt x="0" y="2197073"/>
                  </a:moveTo>
                  <a:lnTo>
                    <a:pt x="18056" y="2227630"/>
                  </a:lnTo>
                  <a:lnTo>
                    <a:pt x="32678" y="2211683"/>
                  </a:lnTo>
                  <a:close/>
                  <a:moveTo>
                    <a:pt x="121863" y="2266474"/>
                  </a:moveTo>
                  <a:lnTo>
                    <a:pt x="150701" y="2295832"/>
                  </a:lnTo>
                  <a:lnTo>
                    <a:pt x="54917" y="2227630"/>
                  </a:lnTo>
                  <a:close/>
                  <a:moveTo>
                    <a:pt x="766222" y="2899122"/>
                  </a:moveTo>
                  <a:lnTo>
                    <a:pt x="791388" y="2882565"/>
                  </a:lnTo>
                  <a:lnTo>
                    <a:pt x="711475" y="2862442"/>
                  </a:lnTo>
                  <a:close/>
                  <a:moveTo>
                    <a:pt x="637559" y="2843039"/>
                  </a:moveTo>
                  <a:lnTo>
                    <a:pt x="704297" y="2835604"/>
                  </a:lnTo>
                  <a:lnTo>
                    <a:pt x="662150" y="2741478"/>
                  </a:lnTo>
                  <a:close/>
                  <a:moveTo>
                    <a:pt x="809356" y="2734544"/>
                  </a:moveTo>
                  <a:lnTo>
                    <a:pt x="775607" y="2726263"/>
                  </a:lnTo>
                  <a:lnTo>
                    <a:pt x="704297" y="2835604"/>
                  </a:lnTo>
                  <a:close/>
                  <a:moveTo>
                    <a:pt x="780040" y="2840141"/>
                  </a:moveTo>
                  <a:lnTo>
                    <a:pt x="809356" y="2734544"/>
                  </a:lnTo>
                  <a:lnTo>
                    <a:pt x="704297" y="2835604"/>
                  </a:lnTo>
                  <a:close/>
                  <a:moveTo>
                    <a:pt x="456543" y="2466610"/>
                  </a:moveTo>
                  <a:lnTo>
                    <a:pt x="490380" y="2401640"/>
                  </a:lnTo>
                  <a:lnTo>
                    <a:pt x="384610" y="2476323"/>
                  </a:lnTo>
                  <a:close/>
                  <a:moveTo>
                    <a:pt x="332303" y="2269377"/>
                  </a:moveTo>
                  <a:lnTo>
                    <a:pt x="328429" y="2232973"/>
                  </a:lnTo>
                  <a:lnTo>
                    <a:pt x="375289" y="2315188"/>
                  </a:lnTo>
                  <a:close/>
                  <a:moveTo>
                    <a:pt x="205060" y="1986327"/>
                  </a:moveTo>
                  <a:lnTo>
                    <a:pt x="188950" y="2068543"/>
                  </a:lnTo>
                  <a:lnTo>
                    <a:pt x="185105" y="2024764"/>
                  </a:lnTo>
                  <a:close/>
                  <a:moveTo>
                    <a:pt x="664036" y="2533331"/>
                  </a:moveTo>
                  <a:lnTo>
                    <a:pt x="700332" y="2552321"/>
                  </a:lnTo>
                  <a:lnTo>
                    <a:pt x="673855" y="2523397"/>
                  </a:lnTo>
                  <a:close/>
                  <a:moveTo>
                    <a:pt x="700332" y="2552321"/>
                  </a:moveTo>
                  <a:lnTo>
                    <a:pt x="775452" y="2551842"/>
                  </a:lnTo>
                  <a:lnTo>
                    <a:pt x="698512" y="2453708"/>
                  </a:lnTo>
                  <a:close/>
                  <a:moveTo>
                    <a:pt x="347192" y="2057089"/>
                  </a:moveTo>
                  <a:lnTo>
                    <a:pt x="425405" y="2112321"/>
                  </a:lnTo>
                  <a:lnTo>
                    <a:pt x="394911" y="2084429"/>
                  </a:lnTo>
                  <a:close/>
                  <a:moveTo>
                    <a:pt x="347192" y="2057089"/>
                  </a:moveTo>
                  <a:lnTo>
                    <a:pt x="450932" y="2133433"/>
                  </a:lnTo>
                  <a:lnTo>
                    <a:pt x="425405" y="2112321"/>
                  </a:lnTo>
                  <a:close/>
                  <a:moveTo>
                    <a:pt x="343963" y="2030106"/>
                  </a:moveTo>
                  <a:lnTo>
                    <a:pt x="323952" y="2034331"/>
                  </a:lnTo>
                  <a:lnTo>
                    <a:pt x="347192" y="2057089"/>
                  </a:lnTo>
                  <a:close/>
                  <a:moveTo>
                    <a:pt x="425405" y="2112321"/>
                  </a:moveTo>
                  <a:lnTo>
                    <a:pt x="450932" y="2133433"/>
                  </a:lnTo>
                  <a:lnTo>
                    <a:pt x="498635" y="2193584"/>
                  </a:lnTo>
                  <a:close/>
                  <a:moveTo>
                    <a:pt x="570185" y="2182436"/>
                  </a:moveTo>
                  <a:lnTo>
                    <a:pt x="498635" y="2193584"/>
                  </a:lnTo>
                  <a:lnTo>
                    <a:pt x="450932" y="2133433"/>
                  </a:lnTo>
                  <a:close/>
                  <a:moveTo>
                    <a:pt x="570185" y="2182436"/>
                  </a:moveTo>
                  <a:lnTo>
                    <a:pt x="587402" y="2194536"/>
                  </a:lnTo>
                  <a:lnTo>
                    <a:pt x="605564" y="2099508"/>
                  </a:lnTo>
                  <a:close/>
                  <a:moveTo>
                    <a:pt x="605564" y="2099508"/>
                  </a:moveTo>
                  <a:lnTo>
                    <a:pt x="587402" y="2194536"/>
                  </a:lnTo>
                  <a:lnTo>
                    <a:pt x="661749" y="2083227"/>
                  </a:lnTo>
                  <a:close/>
                  <a:moveTo>
                    <a:pt x="661749" y="2083227"/>
                  </a:moveTo>
                  <a:lnTo>
                    <a:pt x="636122" y="2073885"/>
                  </a:lnTo>
                  <a:lnTo>
                    <a:pt x="605564" y="2099508"/>
                  </a:lnTo>
                  <a:close/>
                  <a:moveTo>
                    <a:pt x="498635" y="2193584"/>
                  </a:moveTo>
                  <a:lnTo>
                    <a:pt x="570185" y="2182436"/>
                  </a:lnTo>
                  <a:lnTo>
                    <a:pt x="605564" y="2099508"/>
                  </a:lnTo>
                  <a:close/>
                  <a:moveTo>
                    <a:pt x="536647" y="2120499"/>
                  </a:moveTo>
                  <a:lnTo>
                    <a:pt x="498635" y="2193584"/>
                  </a:lnTo>
                  <a:lnTo>
                    <a:pt x="605564" y="2099508"/>
                  </a:lnTo>
                  <a:close/>
                  <a:moveTo>
                    <a:pt x="1251571" y="2627672"/>
                  </a:moveTo>
                  <a:lnTo>
                    <a:pt x="1226680" y="2610954"/>
                  </a:lnTo>
                  <a:lnTo>
                    <a:pt x="1248358" y="2710023"/>
                  </a:lnTo>
                  <a:close/>
                  <a:moveTo>
                    <a:pt x="1248358" y="2710023"/>
                  </a:moveTo>
                  <a:lnTo>
                    <a:pt x="1226680" y="2610954"/>
                  </a:lnTo>
                  <a:lnTo>
                    <a:pt x="1158387" y="2622483"/>
                  </a:lnTo>
                  <a:close/>
                  <a:moveTo>
                    <a:pt x="1158387" y="2622483"/>
                  </a:moveTo>
                  <a:lnTo>
                    <a:pt x="1156192" y="2610954"/>
                  </a:lnTo>
                  <a:lnTo>
                    <a:pt x="1193487" y="2693169"/>
                  </a:lnTo>
                  <a:close/>
                  <a:moveTo>
                    <a:pt x="629435" y="2048906"/>
                  </a:moveTo>
                  <a:lnTo>
                    <a:pt x="536647" y="2120499"/>
                  </a:lnTo>
                  <a:lnTo>
                    <a:pt x="605564" y="2099508"/>
                  </a:lnTo>
                  <a:close/>
                  <a:moveTo>
                    <a:pt x="629435" y="2048906"/>
                  </a:moveTo>
                  <a:lnTo>
                    <a:pt x="605564" y="2099508"/>
                  </a:lnTo>
                  <a:lnTo>
                    <a:pt x="636122" y="2073885"/>
                  </a:lnTo>
                  <a:close/>
                  <a:moveTo>
                    <a:pt x="636122" y="2073885"/>
                  </a:moveTo>
                  <a:lnTo>
                    <a:pt x="631357" y="1980745"/>
                  </a:lnTo>
                  <a:lnTo>
                    <a:pt x="629435" y="2048906"/>
                  </a:lnTo>
                  <a:close/>
                  <a:moveTo>
                    <a:pt x="605526" y="1991670"/>
                  </a:moveTo>
                  <a:lnTo>
                    <a:pt x="644291" y="1953233"/>
                  </a:lnTo>
                  <a:lnTo>
                    <a:pt x="636122" y="2073885"/>
                  </a:lnTo>
                  <a:close/>
                  <a:moveTo>
                    <a:pt x="574213" y="1909454"/>
                  </a:moveTo>
                  <a:lnTo>
                    <a:pt x="569128" y="1897750"/>
                  </a:lnTo>
                  <a:lnTo>
                    <a:pt x="644291" y="1953233"/>
                  </a:lnTo>
                  <a:close/>
                  <a:moveTo>
                    <a:pt x="569128" y="1897750"/>
                  </a:moveTo>
                  <a:lnTo>
                    <a:pt x="523769" y="1874034"/>
                  </a:lnTo>
                  <a:lnTo>
                    <a:pt x="618009" y="1930839"/>
                  </a:lnTo>
                  <a:close/>
                  <a:moveTo>
                    <a:pt x="1204501" y="2515142"/>
                  </a:moveTo>
                  <a:lnTo>
                    <a:pt x="1252042" y="2606936"/>
                  </a:lnTo>
                  <a:lnTo>
                    <a:pt x="1280091" y="2519105"/>
                  </a:lnTo>
                  <a:close/>
                  <a:moveTo>
                    <a:pt x="1280091" y="2519105"/>
                  </a:moveTo>
                  <a:lnTo>
                    <a:pt x="1252042" y="2606936"/>
                  </a:lnTo>
                  <a:lnTo>
                    <a:pt x="1362752" y="2549501"/>
                  </a:lnTo>
                  <a:close/>
                  <a:moveTo>
                    <a:pt x="1046994" y="2252083"/>
                  </a:moveTo>
                  <a:lnTo>
                    <a:pt x="1017819" y="2243657"/>
                  </a:lnTo>
                  <a:lnTo>
                    <a:pt x="987309" y="2260413"/>
                  </a:lnTo>
                  <a:close/>
                  <a:moveTo>
                    <a:pt x="1046994" y="2252083"/>
                  </a:moveTo>
                  <a:lnTo>
                    <a:pt x="1052548" y="2347660"/>
                  </a:lnTo>
                  <a:lnTo>
                    <a:pt x="1098079" y="2271143"/>
                  </a:lnTo>
                  <a:close/>
                  <a:moveTo>
                    <a:pt x="963345" y="2243657"/>
                  </a:moveTo>
                  <a:lnTo>
                    <a:pt x="847536" y="2192962"/>
                  </a:lnTo>
                  <a:lnTo>
                    <a:pt x="847412" y="2199878"/>
                  </a:lnTo>
                  <a:close/>
                  <a:moveTo>
                    <a:pt x="1046994" y="2252083"/>
                  </a:moveTo>
                  <a:lnTo>
                    <a:pt x="1022059" y="2172262"/>
                  </a:lnTo>
                  <a:lnTo>
                    <a:pt x="1017819" y="2243657"/>
                  </a:lnTo>
                  <a:close/>
                  <a:moveTo>
                    <a:pt x="996789" y="2232307"/>
                  </a:moveTo>
                  <a:lnTo>
                    <a:pt x="1017819" y="2243657"/>
                  </a:lnTo>
                  <a:lnTo>
                    <a:pt x="1018992" y="2161442"/>
                  </a:lnTo>
                  <a:close/>
                  <a:moveTo>
                    <a:pt x="998693" y="2130667"/>
                  </a:moveTo>
                  <a:lnTo>
                    <a:pt x="1018992" y="2161442"/>
                  </a:lnTo>
                  <a:lnTo>
                    <a:pt x="959623" y="2062337"/>
                  </a:lnTo>
                  <a:close/>
                  <a:moveTo>
                    <a:pt x="1417803" y="2432675"/>
                  </a:moveTo>
                  <a:lnTo>
                    <a:pt x="1483809" y="2439604"/>
                  </a:lnTo>
                  <a:lnTo>
                    <a:pt x="1459268" y="2359464"/>
                  </a:lnTo>
                  <a:close/>
                  <a:moveTo>
                    <a:pt x="1417803" y="2432675"/>
                  </a:moveTo>
                  <a:lnTo>
                    <a:pt x="1459268" y="2359464"/>
                  </a:lnTo>
                  <a:lnTo>
                    <a:pt x="1387064" y="2357572"/>
                  </a:lnTo>
                  <a:close/>
                  <a:moveTo>
                    <a:pt x="1459268" y="2359464"/>
                  </a:moveTo>
                  <a:lnTo>
                    <a:pt x="1483809" y="2439604"/>
                  </a:lnTo>
                  <a:lnTo>
                    <a:pt x="1501728" y="2451866"/>
                  </a:lnTo>
                  <a:close/>
                  <a:moveTo>
                    <a:pt x="1306041" y="2262759"/>
                  </a:moveTo>
                  <a:lnTo>
                    <a:pt x="1380840" y="2331214"/>
                  </a:lnTo>
                  <a:lnTo>
                    <a:pt x="1387064" y="2357572"/>
                  </a:lnTo>
                  <a:close/>
                  <a:moveTo>
                    <a:pt x="1436174" y="2166784"/>
                  </a:moveTo>
                  <a:lnTo>
                    <a:pt x="1390681" y="2223517"/>
                  </a:lnTo>
                  <a:lnTo>
                    <a:pt x="1435768" y="2178385"/>
                  </a:lnTo>
                  <a:close/>
                  <a:moveTo>
                    <a:pt x="1435768" y="2178385"/>
                  </a:moveTo>
                  <a:lnTo>
                    <a:pt x="1390681" y="2223517"/>
                  </a:lnTo>
                  <a:lnTo>
                    <a:pt x="1383162" y="2260653"/>
                  </a:lnTo>
                  <a:close/>
                  <a:moveTo>
                    <a:pt x="1436174" y="2166784"/>
                  </a:moveTo>
                  <a:lnTo>
                    <a:pt x="1407526" y="2071299"/>
                  </a:lnTo>
                  <a:lnTo>
                    <a:pt x="1414156" y="2135363"/>
                  </a:lnTo>
                  <a:close/>
                  <a:moveTo>
                    <a:pt x="1406565" y="2046132"/>
                  </a:moveTo>
                  <a:lnTo>
                    <a:pt x="1407526" y="2071299"/>
                  </a:lnTo>
                  <a:lnTo>
                    <a:pt x="1436174" y="2166784"/>
                  </a:lnTo>
                  <a:close/>
                  <a:moveTo>
                    <a:pt x="1737273" y="2172126"/>
                  </a:moveTo>
                  <a:lnTo>
                    <a:pt x="1733892" y="2240348"/>
                  </a:lnTo>
                  <a:lnTo>
                    <a:pt x="1748619" y="2205911"/>
                  </a:lnTo>
                  <a:close/>
                  <a:moveTo>
                    <a:pt x="1748619" y="2205911"/>
                  </a:moveTo>
                  <a:lnTo>
                    <a:pt x="1733892" y="2240348"/>
                  </a:lnTo>
                  <a:lnTo>
                    <a:pt x="1732495" y="2258520"/>
                  </a:lnTo>
                  <a:close/>
                  <a:moveTo>
                    <a:pt x="1748619" y="2205911"/>
                  </a:moveTo>
                  <a:lnTo>
                    <a:pt x="1732495" y="2258520"/>
                  </a:lnTo>
                  <a:lnTo>
                    <a:pt x="1797392" y="2266352"/>
                  </a:lnTo>
                  <a:close/>
                  <a:moveTo>
                    <a:pt x="1407526" y="2071299"/>
                  </a:moveTo>
                  <a:lnTo>
                    <a:pt x="1406565" y="2046132"/>
                  </a:lnTo>
                  <a:lnTo>
                    <a:pt x="1417565" y="2032499"/>
                  </a:lnTo>
                  <a:close/>
                  <a:moveTo>
                    <a:pt x="1659873" y="2056783"/>
                  </a:moveTo>
                  <a:lnTo>
                    <a:pt x="1702034" y="2121240"/>
                  </a:lnTo>
                  <a:lnTo>
                    <a:pt x="1678198" y="2089911"/>
                  </a:lnTo>
                  <a:close/>
                  <a:moveTo>
                    <a:pt x="1728433" y="2161729"/>
                  </a:moveTo>
                  <a:lnTo>
                    <a:pt x="1702034" y="2121240"/>
                  </a:lnTo>
                  <a:lnTo>
                    <a:pt x="1659873" y="2056783"/>
                  </a:lnTo>
                  <a:close/>
                  <a:moveTo>
                    <a:pt x="1728433" y="2161729"/>
                  </a:moveTo>
                  <a:lnTo>
                    <a:pt x="1733892" y="2240348"/>
                  </a:lnTo>
                  <a:lnTo>
                    <a:pt x="1737273" y="2172126"/>
                  </a:lnTo>
                  <a:close/>
                  <a:moveTo>
                    <a:pt x="1728433" y="2161729"/>
                  </a:moveTo>
                  <a:lnTo>
                    <a:pt x="1737273" y="2172126"/>
                  </a:lnTo>
                  <a:lnTo>
                    <a:pt x="1702034" y="2121240"/>
                  </a:lnTo>
                  <a:close/>
                  <a:moveTo>
                    <a:pt x="1440262" y="1763286"/>
                  </a:moveTo>
                  <a:lnTo>
                    <a:pt x="1420717" y="1761051"/>
                  </a:lnTo>
                  <a:lnTo>
                    <a:pt x="1491150" y="1833083"/>
                  </a:lnTo>
                  <a:close/>
                  <a:moveTo>
                    <a:pt x="1102322" y="1432190"/>
                  </a:moveTo>
                  <a:lnTo>
                    <a:pt x="1166604" y="1314604"/>
                  </a:lnTo>
                  <a:lnTo>
                    <a:pt x="1163189" y="1311539"/>
                  </a:lnTo>
                  <a:close/>
                  <a:moveTo>
                    <a:pt x="68436" y="0"/>
                  </a:moveTo>
                  <a:lnTo>
                    <a:pt x="89120" y="83276"/>
                  </a:lnTo>
                  <a:lnTo>
                    <a:pt x="115351" y="22450"/>
                  </a:lnTo>
                  <a:close/>
                  <a:moveTo>
                    <a:pt x="2070303" y="2265757"/>
                  </a:moveTo>
                  <a:lnTo>
                    <a:pt x="2096481" y="2344566"/>
                  </a:lnTo>
                  <a:lnTo>
                    <a:pt x="2106342" y="2380335"/>
                  </a:lnTo>
                  <a:close/>
                  <a:moveTo>
                    <a:pt x="1424454" y="1437532"/>
                  </a:moveTo>
                  <a:lnTo>
                    <a:pt x="1446830" y="1509188"/>
                  </a:lnTo>
                  <a:lnTo>
                    <a:pt x="1493297" y="1467719"/>
                  </a:lnTo>
                  <a:close/>
                  <a:moveTo>
                    <a:pt x="1406174" y="1420639"/>
                  </a:moveTo>
                  <a:lnTo>
                    <a:pt x="1361068" y="1377784"/>
                  </a:lnTo>
                  <a:lnTo>
                    <a:pt x="1424454" y="1437532"/>
                  </a:lnTo>
                  <a:close/>
                  <a:moveTo>
                    <a:pt x="1662866" y="1414297"/>
                  </a:moveTo>
                  <a:lnTo>
                    <a:pt x="1604946" y="1400792"/>
                  </a:lnTo>
                  <a:lnTo>
                    <a:pt x="1681594" y="1499163"/>
                  </a:lnTo>
                  <a:close/>
                  <a:moveTo>
                    <a:pt x="1535765" y="1411296"/>
                  </a:moveTo>
                  <a:lnTo>
                    <a:pt x="1604946" y="1400792"/>
                  </a:lnTo>
                  <a:lnTo>
                    <a:pt x="1582603" y="1399096"/>
                  </a:lnTo>
                  <a:close/>
                  <a:moveTo>
                    <a:pt x="1604946" y="1400792"/>
                  </a:moveTo>
                  <a:lnTo>
                    <a:pt x="1662866" y="1414297"/>
                  </a:lnTo>
                  <a:lnTo>
                    <a:pt x="1603964" y="1387620"/>
                  </a:lnTo>
                  <a:close/>
                  <a:moveTo>
                    <a:pt x="1084744" y="1020286"/>
                  </a:moveTo>
                  <a:lnTo>
                    <a:pt x="1079798" y="1036346"/>
                  </a:lnTo>
                  <a:lnTo>
                    <a:pt x="1095230" y="102645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28" name="Candidate_density__2027">
              <a:extLst>
                <a:ext uri="{FF2B5EF4-FFF2-40B4-BE49-F238E27FC236}">
                  <a16:creationId xmlns:a16="http://schemas.microsoft.com/office/drawing/2014/main" id="{73B289B0-355A-8850-C82E-A9233E751B31}"/>
                </a:ext>
              </a:extLst>
            </p:cNvPr>
            <p:cNvSpPr>
              <a:spLocks noGrp="1"/>
            </p:cNvSpPr>
            <p:nvPr/>
          </p:nvSpPr>
          <p:spPr>
            <a:xfrm>
              <a:off x="4800251" y="2400484"/>
              <a:ext cx="2073665" cy="3124054"/>
            </a:xfrm>
            <a:custGeom>
              <a:avLst/>
              <a:gdLst/>
              <a:ahLst/>
              <a:cxnLst/>
              <a:rect l="0" t="0" r="0" b="0"/>
              <a:pathLst>
                <a:path w="2073665" h="3124054">
                  <a:moveTo>
                    <a:pt x="369926" y="3123229"/>
                  </a:moveTo>
                  <a:lnTo>
                    <a:pt x="311303" y="3119250"/>
                  </a:lnTo>
                  <a:lnTo>
                    <a:pt x="444677" y="3124054"/>
                  </a:lnTo>
                  <a:close/>
                  <a:moveTo>
                    <a:pt x="459586" y="3119850"/>
                  </a:moveTo>
                  <a:lnTo>
                    <a:pt x="476813" y="3092121"/>
                  </a:lnTo>
                  <a:lnTo>
                    <a:pt x="444677" y="3124054"/>
                  </a:lnTo>
                  <a:close/>
                  <a:moveTo>
                    <a:pt x="576432" y="3122803"/>
                  </a:moveTo>
                  <a:lnTo>
                    <a:pt x="498242" y="3109125"/>
                  </a:lnTo>
                  <a:lnTo>
                    <a:pt x="459586" y="3119850"/>
                  </a:lnTo>
                  <a:close/>
                  <a:moveTo>
                    <a:pt x="151464" y="2433346"/>
                  </a:moveTo>
                  <a:lnTo>
                    <a:pt x="215313" y="2478179"/>
                  </a:lnTo>
                  <a:lnTo>
                    <a:pt x="110305" y="2494663"/>
                  </a:lnTo>
                  <a:close/>
                  <a:moveTo>
                    <a:pt x="249350" y="2305464"/>
                  </a:moveTo>
                  <a:lnTo>
                    <a:pt x="234670" y="2380783"/>
                  </a:lnTo>
                  <a:lnTo>
                    <a:pt x="220888" y="2313749"/>
                  </a:lnTo>
                  <a:close/>
                  <a:moveTo>
                    <a:pt x="836156" y="2890948"/>
                  </a:moveTo>
                  <a:lnTo>
                    <a:pt x="717866" y="2850818"/>
                  </a:lnTo>
                  <a:lnTo>
                    <a:pt x="775201" y="2878248"/>
                  </a:lnTo>
                  <a:close/>
                  <a:moveTo>
                    <a:pt x="249350" y="2305464"/>
                  </a:moveTo>
                  <a:lnTo>
                    <a:pt x="339138" y="2256351"/>
                  </a:lnTo>
                  <a:lnTo>
                    <a:pt x="286013" y="2238949"/>
                  </a:lnTo>
                  <a:close/>
                  <a:moveTo>
                    <a:pt x="339138" y="2256351"/>
                  </a:moveTo>
                  <a:lnTo>
                    <a:pt x="347329" y="2275312"/>
                  </a:lnTo>
                  <a:lnTo>
                    <a:pt x="351932" y="2195144"/>
                  </a:lnTo>
                  <a:close/>
                  <a:moveTo>
                    <a:pt x="33200" y="1922928"/>
                  </a:moveTo>
                  <a:lnTo>
                    <a:pt x="17637" y="1908015"/>
                  </a:lnTo>
                  <a:lnTo>
                    <a:pt x="0" y="1930504"/>
                  </a:lnTo>
                  <a:close/>
                  <a:moveTo>
                    <a:pt x="22239" y="1946451"/>
                  </a:moveTo>
                  <a:lnTo>
                    <a:pt x="118023" y="2014653"/>
                  </a:lnTo>
                  <a:lnTo>
                    <a:pt x="33200" y="1922928"/>
                  </a:lnTo>
                  <a:close/>
                  <a:moveTo>
                    <a:pt x="0" y="1930504"/>
                  </a:moveTo>
                  <a:lnTo>
                    <a:pt x="22239" y="1946451"/>
                  </a:lnTo>
                  <a:lnTo>
                    <a:pt x="33200" y="1922928"/>
                  </a:lnTo>
                  <a:close/>
                  <a:moveTo>
                    <a:pt x="667654" y="2271142"/>
                  </a:moveTo>
                  <a:lnTo>
                    <a:pt x="665834" y="2172529"/>
                  </a:lnTo>
                  <a:lnTo>
                    <a:pt x="641177" y="2242218"/>
                  </a:lnTo>
                  <a:close/>
                  <a:moveTo>
                    <a:pt x="1215680" y="2428844"/>
                  </a:moveTo>
                  <a:lnTo>
                    <a:pt x="1125709" y="2341304"/>
                  </a:lnTo>
                  <a:lnTo>
                    <a:pt x="1159921" y="2413583"/>
                  </a:lnTo>
                  <a:close/>
                  <a:moveTo>
                    <a:pt x="572848" y="1710491"/>
                  </a:moveTo>
                  <a:lnTo>
                    <a:pt x="541535" y="1628275"/>
                  </a:lnTo>
                  <a:lnTo>
                    <a:pt x="611613" y="1672054"/>
                  </a:lnTo>
                  <a:close/>
                  <a:moveTo>
                    <a:pt x="989381" y="1891083"/>
                  </a:moveTo>
                  <a:lnTo>
                    <a:pt x="986314" y="1880263"/>
                  </a:lnTo>
                  <a:lnTo>
                    <a:pt x="985141" y="1962478"/>
                  </a:lnTo>
                  <a:close/>
                  <a:moveTo>
                    <a:pt x="1247413" y="2237926"/>
                  </a:moveTo>
                  <a:lnTo>
                    <a:pt x="1330074" y="2268322"/>
                  </a:lnTo>
                  <a:lnTo>
                    <a:pt x="1378677" y="2234839"/>
                  </a:lnTo>
                  <a:close/>
                  <a:moveTo>
                    <a:pt x="1378677" y="2234839"/>
                  </a:moveTo>
                  <a:lnTo>
                    <a:pt x="1330074" y="2268322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78677" y="2234839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85125" y="2151496"/>
                  </a:lnTo>
                  <a:lnTo>
                    <a:pt x="1378677" y="2234839"/>
                  </a:lnTo>
                  <a:close/>
                  <a:moveTo>
                    <a:pt x="1451131" y="2158425"/>
                  </a:moveTo>
                  <a:lnTo>
                    <a:pt x="1446733" y="2210632"/>
                  </a:lnTo>
                  <a:lnTo>
                    <a:pt x="1469050" y="2170687"/>
                  </a:lnTo>
                  <a:close/>
                  <a:moveTo>
                    <a:pt x="1375959" y="1803390"/>
                  </a:moveTo>
                  <a:lnTo>
                    <a:pt x="1373887" y="1764954"/>
                  </a:lnTo>
                  <a:lnTo>
                    <a:pt x="1403496" y="1885605"/>
                  </a:lnTo>
                  <a:close/>
                  <a:moveTo>
                    <a:pt x="1380847" y="1682739"/>
                  </a:moveTo>
                  <a:lnTo>
                    <a:pt x="1373887" y="1764954"/>
                  </a:lnTo>
                  <a:lnTo>
                    <a:pt x="1358862" y="1721175"/>
                  </a:lnTo>
                  <a:close/>
                  <a:moveTo>
                    <a:pt x="1380599" y="1654714"/>
                  </a:moveTo>
                  <a:lnTo>
                    <a:pt x="1373887" y="1764954"/>
                  </a:lnTo>
                  <a:lnTo>
                    <a:pt x="1380847" y="1682739"/>
                  </a:lnTo>
                  <a:close/>
                  <a:moveTo>
                    <a:pt x="1380599" y="1654714"/>
                  </a:moveTo>
                  <a:lnTo>
                    <a:pt x="1384887" y="1751320"/>
                  </a:lnTo>
                  <a:lnTo>
                    <a:pt x="1373887" y="1764954"/>
                  </a:lnTo>
                  <a:close/>
                  <a:moveTo>
                    <a:pt x="1363517" y="1568509"/>
                  </a:moveTo>
                  <a:lnTo>
                    <a:pt x="1380599" y="1654714"/>
                  </a:lnTo>
                  <a:lnTo>
                    <a:pt x="1380847" y="1682739"/>
                  </a:lnTo>
                  <a:close/>
                  <a:moveTo>
                    <a:pt x="1362746" y="1562087"/>
                  </a:moveTo>
                  <a:lnTo>
                    <a:pt x="1363517" y="1568509"/>
                  </a:lnTo>
                  <a:lnTo>
                    <a:pt x="1366720" y="1544525"/>
                  </a:lnTo>
                  <a:close/>
                  <a:moveTo>
                    <a:pt x="64494" y="120651"/>
                  </a:moveTo>
                  <a:lnTo>
                    <a:pt x="101227" y="0"/>
                  </a:lnTo>
                  <a:lnTo>
                    <a:pt x="107959" y="82215"/>
                  </a:lnTo>
                  <a:close/>
                  <a:moveTo>
                    <a:pt x="1103219" y="1116656"/>
                  </a:moveTo>
                  <a:lnTo>
                    <a:pt x="1133926" y="1033425"/>
                  </a:lnTo>
                  <a:lnTo>
                    <a:pt x="1069644" y="1151011"/>
                  </a:lnTo>
                  <a:close/>
                  <a:moveTo>
                    <a:pt x="1069644" y="1151011"/>
                  </a:moveTo>
                  <a:lnTo>
                    <a:pt x="1130511" y="1030360"/>
                  </a:lnTo>
                  <a:lnTo>
                    <a:pt x="1100907" y="1112575"/>
                  </a:lnTo>
                  <a:close/>
                  <a:moveTo>
                    <a:pt x="2063803" y="2063387"/>
                  </a:moveTo>
                  <a:lnTo>
                    <a:pt x="2056917" y="2181371"/>
                  </a:lnTo>
                  <a:lnTo>
                    <a:pt x="2073665" y="2099156"/>
                  </a:lnTo>
                  <a:close/>
                  <a:moveTo>
                    <a:pt x="1636076" y="1605866"/>
                  </a:moveTo>
                  <a:lnTo>
                    <a:pt x="1652475" y="1567429"/>
                  </a:lnTo>
                  <a:lnTo>
                    <a:pt x="1614625" y="1688081"/>
                  </a:lnTo>
                  <a:close/>
                  <a:moveTo>
                    <a:pt x="1652475" y="1567429"/>
                  </a:moveTo>
                  <a:lnTo>
                    <a:pt x="1636076" y="1605866"/>
                  </a:lnTo>
                  <a:lnTo>
                    <a:pt x="1615127" y="1523650"/>
                  </a:lnTo>
                  <a:close/>
                  <a:moveTo>
                    <a:pt x="975486" y="765993"/>
                  </a:moveTo>
                  <a:lnTo>
                    <a:pt x="998166" y="865929"/>
                  </a:lnTo>
                  <a:lnTo>
                    <a:pt x="1017044" y="857920"/>
                  </a:lnTo>
                  <a:close/>
                  <a:moveTo>
                    <a:pt x="1054668" y="783715"/>
                  </a:moveTo>
                  <a:lnTo>
                    <a:pt x="1062552" y="745278"/>
                  </a:lnTo>
                  <a:lnTo>
                    <a:pt x="1047120" y="755167"/>
                  </a:lnTo>
                  <a:close/>
                  <a:moveTo>
                    <a:pt x="1059255" y="663063"/>
                  </a:moveTo>
                  <a:lnTo>
                    <a:pt x="1062552" y="745278"/>
                  </a:lnTo>
                  <a:lnTo>
                    <a:pt x="1042654" y="701499"/>
                  </a:lnTo>
                  <a:close/>
                  <a:moveTo>
                    <a:pt x="1460619" y="1186540"/>
                  </a:moveTo>
                  <a:lnTo>
                    <a:pt x="1419152" y="1122910"/>
                  </a:lnTo>
                  <a:lnTo>
                    <a:pt x="1391776" y="1156353"/>
                  </a:lnTo>
                  <a:close/>
                  <a:moveTo>
                    <a:pt x="1571286" y="1106441"/>
                  </a:moveTo>
                  <a:lnTo>
                    <a:pt x="1634255" y="1063216"/>
                  </a:lnTo>
                  <a:lnTo>
                    <a:pt x="1613790" y="105015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29" name="Candidate_density__2028">
              <a:extLst>
                <a:ext uri="{FF2B5EF4-FFF2-40B4-BE49-F238E27FC236}">
                  <a16:creationId xmlns:a16="http://schemas.microsoft.com/office/drawing/2014/main" id="{883D48DF-D100-7422-3C48-FDEB2127D463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2093697"/>
              <a:ext cx="2162669" cy="2953731"/>
            </a:xfrm>
            <a:custGeom>
              <a:avLst/>
              <a:gdLst/>
              <a:ahLst/>
              <a:cxnLst/>
              <a:rect l="0" t="0" r="0" b="0"/>
              <a:pathLst>
                <a:path w="2162669" h="2953731">
                  <a:moveTo>
                    <a:pt x="0" y="2316104"/>
                  </a:moveTo>
                  <a:lnTo>
                    <a:pt x="86509" y="2406459"/>
                  </a:lnTo>
                  <a:lnTo>
                    <a:pt x="58399" y="2373891"/>
                  </a:lnTo>
                  <a:close/>
                  <a:moveTo>
                    <a:pt x="610071" y="2784233"/>
                  </a:moveTo>
                  <a:lnTo>
                    <a:pt x="527731" y="2759139"/>
                  </a:lnTo>
                  <a:lnTo>
                    <a:pt x="598945" y="2784966"/>
                  </a:lnTo>
                  <a:close/>
                  <a:moveTo>
                    <a:pt x="432734" y="2467417"/>
                  </a:moveTo>
                  <a:lnTo>
                    <a:pt x="460406" y="2417669"/>
                  </a:lnTo>
                  <a:lnTo>
                    <a:pt x="468856" y="2438078"/>
                  </a:lnTo>
                  <a:close/>
                  <a:moveTo>
                    <a:pt x="466627" y="2479390"/>
                  </a:moveTo>
                  <a:lnTo>
                    <a:pt x="432734" y="2467417"/>
                  </a:lnTo>
                  <a:lnTo>
                    <a:pt x="378915" y="2417669"/>
                  </a:lnTo>
                  <a:close/>
                  <a:moveTo>
                    <a:pt x="542147" y="2461448"/>
                  </a:moveTo>
                  <a:lnTo>
                    <a:pt x="461093" y="2383797"/>
                  </a:lnTo>
                  <a:lnTo>
                    <a:pt x="460406" y="2417669"/>
                  </a:lnTo>
                  <a:close/>
                  <a:moveTo>
                    <a:pt x="460406" y="2417669"/>
                  </a:moveTo>
                  <a:lnTo>
                    <a:pt x="432734" y="2467417"/>
                  </a:lnTo>
                  <a:lnTo>
                    <a:pt x="542147" y="2461448"/>
                  </a:lnTo>
                  <a:close/>
                  <a:moveTo>
                    <a:pt x="1079599" y="2945160"/>
                  </a:moveTo>
                  <a:lnTo>
                    <a:pt x="1030198" y="2924730"/>
                  </a:lnTo>
                  <a:lnTo>
                    <a:pt x="1125106" y="2953731"/>
                  </a:lnTo>
                  <a:close/>
                  <a:moveTo>
                    <a:pt x="1039583" y="2751872"/>
                  </a:moveTo>
                  <a:lnTo>
                    <a:pt x="1004587" y="2669657"/>
                  </a:lnTo>
                  <a:lnTo>
                    <a:pt x="991862" y="2755712"/>
                  </a:lnTo>
                  <a:close/>
                  <a:moveTo>
                    <a:pt x="1004587" y="2669657"/>
                  </a:moveTo>
                  <a:lnTo>
                    <a:pt x="959360" y="2682043"/>
                  </a:lnTo>
                  <a:lnTo>
                    <a:pt x="991862" y="2755712"/>
                  </a:lnTo>
                  <a:close/>
                  <a:moveTo>
                    <a:pt x="991862" y="2755712"/>
                  </a:moveTo>
                  <a:lnTo>
                    <a:pt x="959360" y="2682043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905622" y="2669657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1004587" y="2669657"/>
                  </a:lnTo>
                  <a:lnTo>
                    <a:pt x="963883" y="2629604"/>
                  </a:lnTo>
                  <a:close/>
                  <a:moveTo>
                    <a:pt x="905622" y="2669657"/>
                  </a:moveTo>
                  <a:lnTo>
                    <a:pt x="959360" y="2682043"/>
                  </a:lnTo>
                  <a:lnTo>
                    <a:pt x="963883" y="2629604"/>
                  </a:lnTo>
                  <a:close/>
                  <a:moveTo>
                    <a:pt x="660611" y="2342777"/>
                  </a:moveTo>
                  <a:lnTo>
                    <a:pt x="570593" y="2455460"/>
                  </a:lnTo>
                  <a:lnTo>
                    <a:pt x="664936" y="2439352"/>
                  </a:lnTo>
                  <a:close/>
                  <a:moveTo>
                    <a:pt x="664936" y="2439352"/>
                  </a:moveTo>
                  <a:lnTo>
                    <a:pt x="720434" y="2354733"/>
                  </a:lnTo>
                  <a:lnTo>
                    <a:pt x="660611" y="2342777"/>
                  </a:lnTo>
                  <a:close/>
                  <a:moveTo>
                    <a:pt x="1192916" y="2928602"/>
                  </a:moveTo>
                  <a:lnTo>
                    <a:pt x="1230947" y="2877866"/>
                  </a:lnTo>
                  <a:lnTo>
                    <a:pt x="1215490" y="2895275"/>
                  </a:lnTo>
                  <a:close/>
                  <a:moveTo>
                    <a:pt x="1004587" y="2669657"/>
                  </a:moveTo>
                  <a:lnTo>
                    <a:pt x="1076875" y="2747191"/>
                  </a:lnTo>
                  <a:lnTo>
                    <a:pt x="1077097" y="2646917"/>
                  </a:lnTo>
                  <a:close/>
                  <a:moveTo>
                    <a:pt x="1004587" y="2669657"/>
                  </a:moveTo>
                  <a:lnTo>
                    <a:pt x="1039583" y="2751872"/>
                  </a:lnTo>
                  <a:lnTo>
                    <a:pt x="1076875" y="2747191"/>
                  </a:lnTo>
                  <a:close/>
                  <a:moveTo>
                    <a:pt x="1213916" y="2791914"/>
                  </a:moveTo>
                  <a:lnTo>
                    <a:pt x="1214587" y="2795917"/>
                  </a:lnTo>
                  <a:lnTo>
                    <a:pt x="1214511" y="2795651"/>
                  </a:lnTo>
                  <a:close/>
                  <a:moveTo>
                    <a:pt x="905622" y="2669657"/>
                  </a:moveTo>
                  <a:lnTo>
                    <a:pt x="963883" y="2629604"/>
                  </a:lnTo>
                  <a:lnTo>
                    <a:pt x="900866" y="2669006"/>
                  </a:lnTo>
                  <a:close/>
                  <a:moveTo>
                    <a:pt x="1077097" y="2646917"/>
                  </a:moveTo>
                  <a:lnTo>
                    <a:pt x="963883" y="2629604"/>
                  </a:lnTo>
                  <a:lnTo>
                    <a:pt x="1004587" y="2669657"/>
                  </a:lnTo>
                  <a:close/>
                  <a:moveTo>
                    <a:pt x="445159" y="1896289"/>
                  </a:moveTo>
                  <a:lnTo>
                    <a:pt x="406483" y="2011936"/>
                  </a:lnTo>
                  <a:lnTo>
                    <a:pt x="434583" y="2004980"/>
                  </a:lnTo>
                  <a:close/>
                  <a:moveTo>
                    <a:pt x="469035" y="2011936"/>
                  </a:moveTo>
                  <a:lnTo>
                    <a:pt x="445159" y="1896289"/>
                  </a:lnTo>
                  <a:lnTo>
                    <a:pt x="434583" y="2004980"/>
                  </a:lnTo>
                  <a:close/>
                  <a:moveTo>
                    <a:pt x="468149" y="1929721"/>
                  </a:moveTo>
                  <a:lnTo>
                    <a:pt x="445159" y="1896289"/>
                  </a:lnTo>
                  <a:lnTo>
                    <a:pt x="469035" y="2011936"/>
                  </a:lnTo>
                  <a:close/>
                  <a:moveTo>
                    <a:pt x="469294" y="1891284"/>
                  </a:moveTo>
                  <a:lnTo>
                    <a:pt x="490699" y="1919859"/>
                  </a:lnTo>
                  <a:lnTo>
                    <a:pt x="534844" y="1924923"/>
                  </a:lnTo>
                  <a:close/>
                  <a:moveTo>
                    <a:pt x="490699" y="1919859"/>
                  </a:moveTo>
                  <a:lnTo>
                    <a:pt x="469294" y="1891284"/>
                  </a:lnTo>
                  <a:lnTo>
                    <a:pt x="514599" y="1849230"/>
                  </a:lnTo>
                  <a:close/>
                  <a:moveTo>
                    <a:pt x="349289" y="1813546"/>
                  </a:moveTo>
                  <a:lnTo>
                    <a:pt x="437741" y="1891284"/>
                  </a:lnTo>
                  <a:lnTo>
                    <a:pt x="445159" y="1896289"/>
                  </a:lnTo>
                  <a:close/>
                  <a:moveTo>
                    <a:pt x="1230947" y="2877866"/>
                  </a:moveTo>
                  <a:lnTo>
                    <a:pt x="1214587" y="2795917"/>
                  </a:lnTo>
                  <a:lnTo>
                    <a:pt x="1215490" y="2895275"/>
                  </a:lnTo>
                  <a:close/>
                  <a:moveTo>
                    <a:pt x="1230947" y="2877866"/>
                  </a:moveTo>
                  <a:lnTo>
                    <a:pt x="1214511" y="2795651"/>
                  </a:lnTo>
                  <a:lnTo>
                    <a:pt x="1214587" y="2795917"/>
                  </a:lnTo>
                  <a:close/>
                  <a:moveTo>
                    <a:pt x="469294" y="1891284"/>
                  </a:moveTo>
                  <a:lnTo>
                    <a:pt x="536196" y="1782778"/>
                  </a:lnTo>
                  <a:lnTo>
                    <a:pt x="514599" y="1849230"/>
                  </a:lnTo>
                  <a:close/>
                  <a:moveTo>
                    <a:pt x="1375955" y="2625233"/>
                  </a:moveTo>
                  <a:lnTo>
                    <a:pt x="1420168" y="2636563"/>
                  </a:lnTo>
                  <a:lnTo>
                    <a:pt x="1422362" y="2648092"/>
                  </a:lnTo>
                  <a:close/>
                  <a:moveTo>
                    <a:pt x="1352481" y="2600925"/>
                  </a:moveTo>
                  <a:lnTo>
                    <a:pt x="1420168" y="2636563"/>
                  </a:lnTo>
                  <a:lnTo>
                    <a:pt x="1375955" y="2625233"/>
                  </a:lnTo>
                  <a:close/>
                  <a:moveTo>
                    <a:pt x="1378530" y="2592784"/>
                  </a:moveTo>
                  <a:lnTo>
                    <a:pt x="1422362" y="2648092"/>
                  </a:lnTo>
                  <a:lnTo>
                    <a:pt x="1490655" y="2636563"/>
                  </a:lnTo>
                  <a:close/>
                  <a:moveTo>
                    <a:pt x="653747" y="1747803"/>
                  </a:moveTo>
                  <a:lnTo>
                    <a:pt x="558305" y="1764804"/>
                  </a:lnTo>
                  <a:lnTo>
                    <a:pt x="680519" y="1760516"/>
                  </a:lnTo>
                  <a:close/>
                  <a:moveTo>
                    <a:pt x="1490655" y="2636563"/>
                  </a:moveTo>
                  <a:lnTo>
                    <a:pt x="1515546" y="2653281"/>
                  </a:lnTo>
                  <a:lnTo>
                    <a:pt x="1516017" y="2632544"/>
                  </a:lnTo>
                  <a:close/>
                  <a:moveTo>
                    <a:pt x="1449791" y="2554347"/>
                  </a:moveTo>
                  <a:lnTo>
                    <a:pt x="1516017" y="2632544"/>
                  </a:lnTo>
                  <a:lnTo>
                    <a:pt x="1468476" y="2540750"/>
                  </a:lnTo>
                  <a:close/>
                  <a:moveTo>
                    <a:pt x="1490655" y="2636563"/>
                  </a:moveTo>
                  <a:lnTo>
                    <a:pt x="1516017" y="2632544"/>
                  </a:lnTo>
                  <a:lnTo>
                    <a:pt x="1449791" y="2554347"/>
                  </a:lnTo>
                  <a:close/>
                  <a:moveTo>
                    <a:pt x="1516017" y="2632544"/>
                  </a:moveTo>
                  <a:lnTo>
                    <a:pt x="1515546" y="2653281"/>
                  </a:lnTo>
                  <a:lnTo>
                    <a:pt x="1520901" y="2636563"/>
                  </a:lnTo>
                  <a:close/>
                  <a:moveTo>
                    <a:pt x="1433465" y="2538973"/>
                  </a:moveTo>
                  <a:lnTo>
                    <a:pt x="1484710" y="2537992"/>
                  </a:lnTo>
                  <a:lnTo>
                    <a:pt x="1449791" y="2554347"/>
                  </a:lnTo>
                  <a:close/>
                  <a:moveTo>
                    <a:pt x="1267370" y="2389918"/>
                  </a:moveTo>
                  <a:lnTo>
                    <a:pt x="1307277" y="2431916"/>
                  </a:lnTo>
                  <a:lnTo>
                    <a:pt x="1316523" y="2373268"/>
                  </a:lnTo>
                  <a:close/>
                  <a:moveTo>
                    <a:pt x="814446" y="1978027"/>
                  </a:moveTo>
                  <a:lnTo>
                    <a:pt x="896345" y="1972037"/>
                  </a:lnTo>
                  <a:lnTo>
                    <a:pt x="881985" y="1956447"/>
                  </a:lnTo>
                  <a:close/>
                  <a:moveTo>
                    <a:pt x="1491742" y="2349082"/>
                  </a:moveTo>
                  <a:lnTo>
                    <a:pt x="1490610" y="2351481"/>
                  </a:lnTo>
                  <a:lnTo>
                    <a:pt x="1536552" y="2301415"/>
                  </a:lnTo>
                  <a:close/>
                  <a:moveTo>
                    <a:pt x="1537537" y="2230829"/>
                  </a:moveTo>
                  <a:lnTo>
                    <a:pt x="1581560" y="2254490"/>
                  </a:lnTo>
                  <a:lnTo>
                    <a:pt x="1554506" y="2200884"/>
                  </a:lnTo>
                  <a:close/>
                  <a:moveTo>
                    <a:pt x="1647137" y="2286261"/>
                  </a:moveTo>
                  <a:lnTo>
                    <a:pt x="1654656" y="2249126"/>
                  </a:lnTo>
                  <a:lnTo>
                    <a:pt x="1537537" y="2230829"/>
                  </a:lnTo>
                  <a:close/>
                  <a:moveTo>
                    <a:pt x="1537537" y="2230829"/>
                  </a:moveTo>
                  <a:lnTo>
                    <a:pt x="1554506" y="2200884"/>
                  </a:lnTo>
                  <a:lnTo>
                    <a:pt x="1522430" y="2126870"/>
                  </a:lnTo>
                  <a:close/>
                  <a:moveTo>
                    <a:pt x="1888470" y="2350799"/>
                  </a:moveTo>
                  <a:lnTo>
                    <a:pt x="1868199" y="2327819"/>
                  </a:lnTo>
                  <a:lnTo>
                    <a:pt x="1923893" y="2419785"/>
                  </a:lnTo>
                  <a:close/>
                  <a:moveTo>
                    <a:pt x="1967124" y="2366218"/>
                  </a:moveTo>
                  <a:lnTo>
                    <a:pt x="1888470" y="2350799"/>
                  </a:lnTo>
                  <a:lnTo>
                    <a:pt x="1923893" y="2419785"/>
                  </a:lnTo>
                  <a:close/>
                  <a:moveTo>
                    <a:pt x="1862847" y="2318386"/>
                  </a:moveTo>
                  <a:lnTo>
                    <a:pt x="1868199" y="2327819"/>
                  </a:lnTo>
                  <a:lnTo>
                    <a:pt x="1888470" y="2350799"/>
                  </a:lnTo>
                  <a:close/>
                  <a:moveTo>
                    <a:pt x="1862847" y="2318386"/>
                  </a:moveTo>
                  <a:lnTo>
                    <a:pt x="1821579" y="2236171"/>
                  </a:lnTo>
                  <a:lnTo>
                    <a:pt x="1824770" y="2263033"/>
                  </a:lnTo>
                  <a:close/>
                  <a:moveTo>
                    <a:pt x="2131690" y="2487641"/>
                  </a:moveTo>
                  <a:lnTo>
                    <a:pt x="2077829" y="2501468"/>
                  </a:lnTo>
                  <a:lnTo>
                    <a:pt x="2092964" y="2444380"/>
                  </a:lnTo>
                  <a:close/>
                  <a:moveTo>
                    <a:pt x="2077829" y="2501468"/>
                  </a:moveTo>
                  <a:lnTo>
                    <a:pt x="2131690" y="2487641"/>
                  </a:lnTo>
                  <a:lnTo>
                    <a:pt x="2104003" y="2482817"/>
                  </a:lnTo>
                  <a:close/>
                  <a:moveTo>
                    <a:pt x="2131690" y="2487641"/>
                  </a:moveTo>
                  <a:lnTo>
                    <a:pt x="2135314" y="2444380"/>
                  </a:lnTo>
                  <a:lnTo>
                    <a:pt x="2104003" y="2482817"/>
                  </a:lnTo>
                  <a:close/>
                  <a:moveTo>
                    <a:pt x="1996470" y="2284128"/>
                  </a:moveTo>
                  <a:lnTo>
                    <a:pt x="1967124" y="2366218"/>
                  </a:lnTo>
                  <a:lnTo>
                    <a:pt x="2088274" y="2370177"/>
                  </a:lnTo>
                  <a:close/>
                  <a:moveTo>
                    <a:pt x="2088274" y="2370177"/>
                  </a:moveTo>
                  <a:lnTo>
                    <a:pt x="2111732" y="2362165"/>
                  </a:lnTo>
                  <a:lnTo>
                    <a:pt x="2162669" y="2324810"/>
                  </a:lnTo>
                  <a:close/>
                  <a:moveTo>
                    <a:pt x="1862847" y="2318386"/>
                  </a:moveTo>
                  <a:lnTo>
                    <a:pt x="1888470" y="2350799"/>
                  </a:lnTo>
                  <a:lnTo>
                    <a:pt x="1897602" y="2303915"/>
                  </a:lnTo>
                  <a:close/>
                  <a:moveTo>
                    <a:pt x="1821579" y="2236171"/>
                  </a:moveTo>
                  <a:lnTo>
                    <a:pt x="1862847" y="2318386"/>
                  </a:lnTo>
                  <a:lnTo>
                    <a:pt x="1845411" y="2197735"/>
                  </a:lnTo>
                  <a:close/>
                  <a:moveTo>
                    <a:pt x="1804479" y="1951089"/>
                  </a:moveTo>
                  <a:lnTo>
                    <a:pt x="1748549" y="1868874"/>
                  </a:lnTo>
                  <a:lnTo>
                    <a:pt x="1742937" y="1989526"/>
                  </a:lnTo>
                  <a:close/>
                  <a:moveTo>
                    <a:pt x="1184211" y="1453097"/>
                  </a:moveTo>
                  <a:lnTo>
                    <a:pt x="1196690" y="1409177"/>
                  </a:lnTo>
                  <a:lnTo>
                    <a:pt x="1193251" y="1423439"/>
                  </a:lnTo>
                  <a:close/>
                  <a:moveTo>
                    <a:pt x="1112599" y="1211154"/>
                  </a:moveTo>
                  <a:lnTo>
                    <a:pt x="1090125" y="1134943"/>
                  </a:lnTo>
                  <a:lnTo>
                    <a:pt x="1114415" y="1215288"/>
                  </a:lnTo>
                  <a:close/>
                  <a:moveTo>
                    <a:pt x="1112599" y="1211154"/>
                  </a:moveTo>
                  <a:lnTo>
                    <a:pt x="1087502" y="1128939"/>
                  </a:lnTo>
                  <a:lnTo>
                    <a:pt x="1090125" y="1134943"/>
                  </a:lnTo>
                  <a:close/>
                  <a:moveTo>
                    <a:pt x="2095659" y="2264081"/>
                  </a:moveTo>
                  <a:lnTo>
                    <a:pt x="2111732" y="2362165"/>
                  </a:lnTo>
                  <a:lnTo>
                    <a:pt x="2104289" y="2357157"/>
                  </a:lnTo>
                  <a:close/>
                  <a:moveTo>
                    <a:pt x="1797374" y="1858463"/>
                  </a:moveTo>
                  <a:lnTo>
                    <a:pt x="1755126" y="1858691"/>
                  </a:lnTo>
                  <a:lnTo>
                    <a:pt x="1831666" y="1912653"/>
                  </a:lnTo>
                  <a:close/>
                  <a:moveTo>
                    <a:pt x="1831666" y="1912653"/>
                  </a:moveTo>
                  <a:lnTo>
                    <a:pt x="1755126" y="1858691"/>
                  </a:lnTo>
                  <a:lnTo>
                    <a:pt x="1748549" y="1868874"/>
                  </a:lnTo>
                  <a:close/>
                  <a:moveTo>
                    <a:pt x="1831666" y="1912653"/>
                  </a:moveTo>
                  <a:lnTo>
                    <a:pt x="1748549" y="1868874"/>
                  </a:lnTo>
                  <a:lnTo>
                    <a:pt x="1804479" y="1951089"/>
                  </a:lnTo>
                  <a:close/>
                  <a:moveTo>
                    <a:pt x="1492416" y="1350533"/>
                  </a:moveTo>
                  <a:lnTo>
                    <a:pt x="1430580" y="1340213"/>
                  </a:lnTo>
                  <a:lnTo>
                    <a:pt x="1494816" y="1448674"/>
                  </a:lnTo>
                  <a:close/>
                  <a:moveTo>
                    <a:pt x="1047282" y="1046723"/>
                  </a:moveTo>
                  <a:lnTo>
                    <a:pt x="1042686" y="987413"/>
                  </a:lnTo>
                  <a:lnTo>
                    <a:pt x="1073989" y="926072"/>
                  </a:lnTo>
                  <a:close/>
                  <a:moveTo>
                    <a:pt x="1047282" y="1046723"/>
                  </a:moveTo>
                  <a:lnTo>
                    <a:pt x="1073989" y="926072"/>
                  </a:lnTo>
                  <a:lnTo>
                    <a:pt x="1039863" y="964508"/>
                  </a:lnTo>
                  <a:close/>
                  <a:moveTo>
                    <a:pt x="252419" y="30048"/>
                  </a:moveTo>
                  <a:lnTo>
                    <a:pt x="332411" y="25608"/>
                  </a:lnTo>
                  <a:lnTo>
                    <a:pt x="273847" y="0"/>
                  </a:lnTo>
                  <a:close/>
                  <a:moveTo>
                    <a:pt x="1766222" y="1830438"/>
                  </a:moveTo>
                  <a:lnTo>
                    <a:pt x="1755126" y="1858691"/>
                  </a:lnTo>
                  <a:lnTo>
                    <a:pt x="1797374" y="1858463"/>
                  </a:lnTo>
                  <a:close/>
                  <a:moveTo>
                    <a:pt x="1710805" y="1534797"/>
                  </a:moveTo>
                  <a:lnTo>
                    <a:pt x="1844655" y="1541374"/>
                  </a:lnTo>
                  <a:lnTo>
                    <a:pt x="1757273" y="1493327"/>
                  </a:lnTo>
                  <a:close/>
                  <a:moveTo>
                    <a:pt x="1840477" y="1549619"/>
                  </a:moveTo>
                  <a:lnTo>
                    <a:pt x="1861086" y="1545356"/>
                  </a:lnTo>
                  <a:lnTo>
                    <a:pt x="1844655" y="1541374"/>
                  </a:lnTo>
                  <a:close/>
                  <a:moveTo>
                    <a:pt x="1688429" y="1463141"/>
                  </a:moveTo>
                  <a:lnTo>
                    <a:pt x="1625044" y="1403393"/>
                  </a:lnTo>
                  <a:lnTo>
                    <a:pt x="1658771" y="1419362"/>
                  </a:lnTo>
                  <a:close/>
                  <a:moveTo>
                    <a:pt x="1688429" y="1463141"/>
                  </a:moveTo>
                  <a:lnTo>
                    <a:pt x="1658771" y="1419362"/>
                  </a:lnTo>
                  <a:lnTo>
                    <a:pt x="1665476" y="1501577"/>
                  </a:lnTo>
                  <a:close/>
                  <a:moveTo>
                    <a:pt x="1200711" y="905446"/>
                  </a:moveTo>
                  <a:lnTo>
                    <a:pt x="1124835" y="906540"/>
                  </a:lnTo>
                  <a:lnTo>
                    <a:pt x="1239655" y="951327"/>
                  </a:lnTo>
                  <a:close/>
                  <a:moveTo>
                    <a:pt x="1260191" y="917682"/>
                  </a:moveTo>
                  <a:lnTo>
                    <a:pt x="1200711" y="905446"/>
                  </a:lnTo>
                  <a:lnTo>
                    <a:pt x="1312633" y="945523"/>
                  </a:lnTo>
                  <a:close/>
                  <a:moveTo>
                    <a:pt x="1200711" y="905446"/>
                  </a:moveTo>
                  <a:lnTo>
                    <a:pt x="1239655" y="951327"/>
                  </a:lnTo>
                  <a:lnTo>
                    <a:pt x="1312633" y="945523"/>
                  </a:lnTo>
                  <a:close/>
                  <a:moveTo>
                    <a:pt x="1569934" y="1350213"/>
                  </a:moveTo>
                  <a:lnTo>
                    <a:pt x="1625044" y="1403393"/>
                  </a:lnTo>
                  <a:lnTo>
                    <a:pt x="1558430" y="1396956"/>
                  </a:lnTo>
                  <a:close/>
                  <a:moveTo>
                    <a:pt x="1335311" y="956703"/>
                  </a:moveTo>
                  <a:lnTo>
                    <a:pt x="1355908" y="969850"/>
                  </a:lnTo>
                  <a:lnTo>
                    <a:pt x="1312633" y="945523"/>
                  </a:lnTo>
                  <a:close/>
                  <a:moveTo>
                    <a:pt x="1837887" y="1364326"/>
                  </a:moveTo>
                  <a:lnTo>
                    <a:pt x="1846579" y="1424705"/>
                  </a:lnTo>
                  <a:lnTo>
                    <a:pt x="1867939" y="1413229"/>
                  </a:lnTo>
                  <a:close/>
                  <a:moveTo>
                    <a:pt x="1793070" y="1227290"/>
                  </a:moveTo>
                  <a:lnTo>
                    <a:pt x="1869139" y="1226040"/>
                  </a:lnTo>
                  <a:lnTo>
                    <a:pt x="1818402" y="1228019"/>
                  </a:lnTo>
                  <a:close/>
                  <a:moveTo>
                    <a:pt x="1869139" y="1226040"/>
                  </a:moveTo>
                  <a:lnTo>
                    <a:pt x="1793070" y="1227290"/>
                  </a:lnTo>
                  <a:lnTo>
                    <a:pt x="1880242" y="124402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30" name="Candidate_density__2029">
              <a:extLst>
                <a:ext uri="{FF2B5EF4-FFF2-40B4-BE49-F238E27FC236}">
                  <a16:creationId xmlns:a16="http://schemas.microsoft.com/office/drawing/2014/main" id="{EF7F8244-1244-CAC4-3EA2-1266F031D7CF}"/>
                </a:ext>
              </a:extLst>
            </p:cNvPr>
            <p:cNvSpPr>
              <a:spLocks noGrp="1"/>
            </p:cNvSpPr>
            <p:nvPr/>
          </p:nvSpPr>
          <p:spPr>
            <a:xfrm>
              <a:off x="4490746" y="2989537"/>
              <a:ext cx="2182857" cy="1586977"/>
            </a:xfrm>
            <a:custGeom>
              <a:avLst/>
              <a:gdLst/>
              <a:ahLst/>
              <a:cxnLst/>
              <a:rect l="0" t="0" r="0" b="0"/>
              <a:pathLst>
                <a:path w="2182857" h="1586977">
                  <a:moveTo>
                    <a:pt x="0" y="1352057"/>
                  </a:moveTo>
                  <a:lnTo>
                    <a:pt x="19337" y="1434272"/>
                  </a:lnTo>
                  <a:lnTo>
                    <a:pt x="19357" y="1314883"/>
                  </a:lnTo>
                  <a:close/>
                  <a:moveTo>
                    <a:pt x="19337" y="1434272"/>
                  </a:moveTo>
                  <a:lnTo>
                    <a:pt x="12852" y="1420264"/>
                  </a:lnTo>
                  <a:lnTo>
                    <a:pt x="19357" y="1314883"/>
                  </a:lnTo>
                  <a:close/>
                  <a:moveTo>
                    <a:pt x="72639" y="1231405"/>
                  </a:moveTo>
                  <a:lnTo>
                    <a:pt x="71543" y="1232957"/>
                  </a:lnTo>
                  <a:lnTo>
                    <a:pt x="20618" y="1312528"/>
                  </a:lnTo>
                  <a:close/>
                  <a:moveTo>
                    <a:pt x="71543" y="1232957"/>
                  </a:moveTo>
                  <a:lnTo>
                    <a:pt x="32018" y="1291691"/>
                  </a:lnTo>
                  <a:lnTo>
                    <a:pt x="20618" y="1312528"/>
                  </a:lnTo>
                  <a:close/>
                  <a:moveTo>
                    <a:pt x="20618" y="1312528"/>
                  </a:moveTo>
                  <a:lnTo>
                    <a:pt x="32018" y="1291691"/>
                  </a:lnTo>
                  <a:lnTo>
                    <a:pt x="19357" y="1314883"/>
                  </a:lnTo>
                  <a:close/>
                  <a:moveTo>
                    <a:pt x="19357" y="1314883"/>
                  </a:moveTo>
                  <a:lnTo>
                    <a:pt x="32018" y="1291691"/>
                  </a:lnTo>
                  <a:lnTo>
                    <a:pt x="0" y="1352057"/>
                  </a:lnTo>
                  <a:close/>
                  <a:moveTo>
                    <a:pt x="156383" y="1262814"/>
                  </a:moveTo>
                  <a:lnTo>
                    <a:pt x="74946" y="1230191"/>
                  </a:lnTo>
                  <a:lnTo>
                    <a:pt x="135826" y="1249408"/>
                  </a:lnTo>
                  <a:close/>
                  <a:moveTo>
                    <a:pt x="135826" y="1249408"/>
                  </a:moveTo>
                  <a:lnTo>
                    <a:pt x="170708" y="1192969"/>
                  </a:lnTo>
                  <a:lnTo>
                    <a:pt x="156383" y="1262814"/>
                  </a:lnTo>
                  <a:close/>
                  <a:moveTo>
                    <a:pt x="73215" y="1230518"/>
                  </a:moveTo>
                  <a:lnTo>
                    <a:pt x="72639" y="1231405"/>
                  </a:lnTo>
                  <a:lnTo>
                    <a:pt x="74946" y="1230191"/>
                  </a:lnTo>
                  <a:close/>
                  <a:moveTo>
                    <a:pt x="445586" y="1571577"/>
                  </a:moveTo>
                  <a:lnTo>
                    <a:pt x="479479" y="1583550"/>
                  </a:lnTo>
                  <a:lnTo>
                    <a:pt x="554999" y="1565608"/>
                  </a:lnTo>
                  <a:close/>
                  <a:moveTo>
                    <a:pt x="184886" y="1154181"/>
                  </a:moveTo>
                  <a:lnTo>
                    <a:pt x="219326" y="1173404"/>
                  </a:lnTo>
                  <a:lnTo>
                    <a:pt x="210636" y="1110754"/>
                  </a:lnTo>
                  <a:close/>
                  <a:moveTo>
                    <a:pt x="210636" y="1110754"/>
                  </a:moveTo>
                  <a:lnTo>
                    <a:pt x="219326" y="1173404"/>
                  </a:lnTo>
                  <a:lnTo>
                    <a:pt x="257393" y="1154532"/>
                  </a:lnTo>
                  <a:close/>
                  <a:moveTo>
                    <a:pt x="210636" y="1110754"/>
                  </a:moveTo>
                  <a:lnTo>
                    <a:pt x="257393" y="1154532"/>
                  </a:lnTo>
                  <a:lnTo>
                    <a:pt x="222481" y="1072317"/>
                  </a:lnTo>
                  <a:close/>
                  <a:moveTo>
                    <a:pt x="419335" y="1116096"/>
                  </a:moveTo>
                  <a:lnTo>
                    <a:pt x="350517" y="1127340"/>
                  </a:lnTo>
                  <a:lnTo>
                    <a:pt x="383423" y="1200681"/>
                  </a:lnTo>
                  <a:close/>
                  <a:moveTo>
                    <a:pt x="350517" y="1127340"/>
                  </a:moveTo>
                  <a:lnTo>
                    <a:pt x="419335" y="1116096"/>
                  </a:lnTo>
                  <a:lnTo>
                    <a:pt x="359771" y="1098981"/>
                  </a:lnTo>
                  <a:close/>
                  <a:moveTo>
                    <a:pt x="258121" y="990102"/>
                  </a:moveTo>
                  <a:lnTo>
                    <a:pt x="222481" y="1072317"/>
                  </a:lnTo>
                  <a:lnTo>
                    <a:pt x="284898" y="1033881"/>
                  </a:lnTo>
                  <a:close/>
                  <a:moveTo>
                    <a:pt x="258121" y="990102"/>
                  </a:moveTo>
                  <a:lnTo>
                    <a:pt x="284898" y="1033881"/>
                  </a:lnTo>
                  <a:lnTo>
                    <a:pt x="274835" y="951666"/>
                  </a:lnTo>
                  <a:close/>
                  <a:moveTo>
                    <a:pt x="304873" y="893728"/>
                  </a:moveTo>
                  <a:lnTo>
                    <a:pt x="274835" y="951666"/>
                  </a:lnTo>
                  <a:lnTo>
                    <a:pt x="362141" y="917706"/>
                  </a:lnTo>
                  <a:close/>
                  <a:moveTo>
                    <a:pt x="547334" y="874792"/>
                  </a:moveTo>
                  <a:lnTo>
                    <a:pt x="549048" y="886938"/>
                  </a:lnTo>
                  <a:lnTo>
                    <a:pt x="482146" y="995444"/>
                  </a:lnTo>
                  <a:close/>
                  <a:moveTo>
                    <a:pt x="2024840" y="1504762"/>
                  </a:moveTo>
                  <a:lnTo>
                    <a:pt x="1979976" y="1470378"/>
                  </a:lnTo>
                  <a:lnTo>
                    <a:pt x="1936745" y="1523945"/>
                  </a:lnTo>
                  <a:close/>
                  <a:moveTo>
                    <a:pt x="2024840" y="1504762"/>
                  </a:moveTo>
                  <a:lnTo>
                    <a:pt x="2077697" y="1557086"/>
                  </a:lnTo>
                  <a:lnTo>
                    <a:pt x="2101126" y="1474337"/>
                  </a:lnTo>
                  <a:close/>
                  <a:moveTo>
                    <a:pt x="2101126" y="1474337"/>
                  </a:moveTo>
                  <a:lnTo>
                    <a:pt x="2077697" y="1557086"/>
                  </a:lnTo>
                  <a:lnTo>
                    <a:pt x="2124583" y="1466325"/>
                  </a:lnTo>
                  <a:close/>
                  <a:moveTo>
                    <a:pt x="2124583" y="1466325"/>
                  </a:moveTo>
                  <a:lnTo>
                    <a:pt x="2077697" y="1557086"/>
                  </a:lnTo>
                  <a:lnTo>
                    <a:pt x="2116855" y="1586977"/>
                  </a:lnTo>
                  <a:close/>
                  <a:moveTo>
                    <a:pt x="2124583" y="1466325"/>
                  </a:moveTo>
                  <a:lnTo>
                    <a:pt x="2116855" y="1586977"/>
                  </a:lnTo>
                  <a:lnTo>
                    <a:pt x="2148166" y="1548540"/>
                  </a:lnTo>
                  <a:close/>
                  <a:moveTo>
                    <a:pt x="2101126" y="1474337"/>
                  </a:moveTo>
                  <a:lnTo>
                    <a:pt x="1979976" y="1470378"/>
                  </a:lnTo>
                  <a:lnTo>
                    <a:pt x="2024840" y="1504762"/>
                  </a:lnTo>
                  <a:close/>
                  <a:moveTo>
                    <a:pt x="2182857" y="1510104"/>
                  </a:moveTo>
                  <a:lnTo>
                    <a:pt x="2117141" y="1461317"/>
                  </a:lnTo>
                  <a:lnTo>
                    <a:pt x="2124583" y="1466325"/>
                  </a:lnTo>
                  <a:close/>
                  <a:moveTo>
                    <a:pt x="1106497" y="3444"/>
                  </a:moveTo>
                  <a:lnTo>
                    <a:pt x="1052714" y="68668"/>
                  </a:lnTo>
                  <a:lnTo>
                    <a:pt x="1086841" y="30232"/>
                  </a:lnTo>
                  <a:close/>
                  <a:moveTo>
                    <a:pt x="1655644" y="448120"/>
                  </a:moveTo>
                  <a:lnTo>
                    <a:pt x="1671623" y="523522"/>
                  </a:lnTo>
                  <a:lnTo>
                    <a:pt x="1637895" y="507553"/>
                  </a:lnTo>
                  <a:close/>
                  <a:moveTo>
                    <a:pt x="1137687" y="10700"/>
                  </a:moveTo>
                  <a:lnTo>
                    <a:pt x="1180108" y="0"/>
                  </a:lnTo>
                  <a:lnTo>
                    <a:pt x="1106497" y="3444"/>
                  </a:lnTo>
                  <a:close/>
                  <a:moveTo>
                    <a:pt x="1137687" y="10700"/>
                  </a:moveTo>
                  <a:lnTo>
                    <a:pt x="1213563" y="9606"/>
                  </a:lnTo>
                  <a:lnTo>
                    <a:pt x="1180108" y="0"/>
                  </a:lnTo>
                  <a:close/>
                  <a:moveTo>
                    <a:pt x="1582786" y="454373"/>
                  </a:moveTo>
                  <a:lnTo>
                    <a:pt x="1655644" y="448120"/>
                  </a:lnTo>
                  <a:lnTo>
                    <a:pt x="1637895" y="507553"/>
                  </a:lnTo>
                  <a:close/>
                  <a:moveTo>
                    <a:pt x="1750109" y="364435"/>
                  </a:moveTo>
                  <a:lnTo>
                    <a:pt x="1745918" y="380232"/>
                  </a:lnTo>
                  <a:lnTo>
                    <a:pt x="1699510" y="396926"/>
                  </a:lnTo>
                  <a:close/>
                  <a:moveTo>
                    <a:pt x="1699510" y="396926"/>
                  </a:moveTo>
                  <a:lnTo>
                    <a:pt x="1745918" y="380232"/>
                  </a:lnTo>
                  <a:lnTo>
                    <a:pt x="1721694" y="416414"/>
                  </a:lnTo>
                  <a:close/>
                  <a:moveTo>
                    <a:pt x="1762881" y="355204"/>
                  </a:moveTo>
                  <a:lnTo>
                    <a:pt x="1745918" y="380232"/>
                  </a:lnTo>
                  <a:lnTo>
                    <a:pt x="1750109" y="364435"/>
                  </a:lnTo>
                  <a:close/>
                  <a:moveTo>
                    <a:pt x="1762881" y="355204"/>
                  </a:moveTo>
                  <a:lnTo>
                    <a:pt x="1750109" y="364435"/>
                  </a:lnTo>
                  <a:lnTo>
                    <a:pt x="1805921" y="331450"/>
                  </a:lnTo>
                  <a:close/>
                  <a:moveTo>
                    <a:pt x="1805921" y="331450"/>
                  </a:moveTo>
                  <a:lnTo>
                    <a:pt x="1831254" y="332179"/>
                  </a:lnTo>
                  <a:lnTo>
                    <a:pt x="1762881" y="355204"/>
                  </a:lnTo>
                  <a:close/>
                  <a:moveTo>
                    <a:pt x="1805921" y="331450"/>
                  </a:moveTo>
                  <a:lnTo>
                    <a:pt x="1813708" y="330033"/>
                  </a:lnTo>
                  <a:lnTo>
                    <a:pt x="1893094" y="3481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31" name="Candidate_density__2030">
              <a:extLst>
                <a:ext uri="{FF2B5EF4-FFF2-40B4-BE49-F238E27FC236}">
                  <a16:creationId xmlns:a16="http://schemas.microsoft.com/office/drawing/2014/main" id="{ABEF00E0-DC31-50BF-B95B-E264F97AC9EC}"/>
                </a:ext>
              </a:extLst>
            </p:cNvPr>
            <p:cNvSpPr>
              <a:spLocks noGrp="1"/>
            </p:cNvSpPr>
            <p:nvPr/>
          </p:nvSpPr>
          <p:spPr>
            <a:xfrm>
              <a:off x="4510103" y="2992981"/>
              <a:ext cx="1794351" cy="1311439"/>
            </a:xfrm>
            <a:custGeom>
              <a:avLst/>
              <a:gdLst/>
              <a:ahLst/>
              <a:cxnLst/>
              <a:rect l="0" t="0" r="0" b="0"/>
              <a:pathLst>
                <a:path w="1794351" h="1311439">
                  <a:moveTo>
                    <a:pt x="1261" y="1309084"/>
                  </a:moveTo>
                  <a:lnTo>
                    <a:pt x="0" y="1311439"/>
                  </a:lnTo>
                  <a:lnTo>
                    <a:pt x="800" y="1310177"/>
                  </a:lnTo>
                  <a:close/>
                  <a:moveTo>
                    <a:pt x="1261" y="1309084"/>
                  </a:moveTo>
                  <a:lnTo>
                    <a:pt x="800" y="1310177"/>
                  </a:lnTo>
                  <a:lnTo>
                    <a:pt x="2777" y="1309182"/>
                  </a:lnTo>
                  <a:close/>
                  <a:moveTo>
                    <a:pt x="55588" y="1226747"/>
                  </a:moveTo>
                  <a:lnTo>
                    <a:pt x="53281" y="1227961"/>
                  </a:lnTo>
                  <a:lnTo>
                    <a:pt x="116469" y="1245964"/>
                  </a:lnTo>
                  <a:close/>
                  <a:moveTo>
                    <a:pt x="53281" y="1227961"/>
                  </a:moveTo>
                  <a:lnTo>
                    <a:pt x="1261" y="1309084"/>
                  </a:lnTo>
                  <a:lnTo>
                    <a:pt x="116469" y="1245964"/>
                  </a:lnTo>
                  <a:close/>
                  <a:moveTo>
                    <a:pt x="165529" y="1150737"/>
                  </a:moveTo>
                  <a:lnTo>
                    <a:pt x="149671" y="1210852"/>
                  </a:lnTo>
                  <a:lnTo>
                    <a:pt x="151350" y="1189525"/>
                  </a:lnTo>
                  <a:close/>
                  <a:moveTo>
                    <a:pt x="199969" y="1169960"/>
                  </a:moveTo>
                  <a:lnTo>
                    <a:pt x="151350" y="1189525"/>
                  </a:lnTo>
                  <a:lnTo>
                    <a:pt x="237377" y="1204163"/>
                  </a:lnTo>
                  <a:close/>
                  <a:moveTo>
                    <a:pt x="151350" y="1189525"/>
                  </a:moveTo>
                  <a:lnTo>
                    <a:pt x="116469" y="1245964"/>
                  </a:lnTo>
                  <a:lnTo>
                    <a:pt x="237377" y="1204163"/>
                  </a:lnTo>
                  <a:close/>
                  <a:moveTo>
                    <a:pt x="165529" y="1150737"/>
                  </a:moveTo>
                  <a:lnTo>
                    <a:pt x="151350" y="1189525"/>
                  </a:lnTo>
                  <a:lnTo>
                    <a:pt x="199969" y="1169960"/>
                  </a:lnTo>
                  <a:close/>
                  <a:moveTo>
                    <a:pt x="199969" y="1169960"/>
                  </a:moveTo>
                  <a:lnTo>
                    <a:pt x="237377" y="1204163"/>
                  </a:lnTo>
                  <a:lnTo>
                    <a:pt x="238035" y="1151088"/>
                  </a:lnTo>
                  <a:close/>
                  <a:moveTo>
                    <a:pt x="238035" y="1151088"/>
                  </a:moveTo>
                  <a:lnTo>
                    <a:pt x="331159" y="1123896"/>
                  </a:lnTo>
                  <a:lnTo>
                    <a:pt x="265540" y="1030437"/>
                  </a:lnTo>
                  <a:close/>
                  <a:moveTo>
                    <a:pt x="203123" y="1068874"/>
                  </a:moveTo>
                  <a:lnTo>
                    <a:pt x="238035" y="1151088"/>
                  </a:lnTo>
                  <a:lnTo>
                    <a:pt x="265540" y="1030437"/>
                  </a:lnTo>
                  <a:close/>
                  <a:moveTo>
                    <a:pt x="1087140" y="0"/>
                  </a:moveTo>
                  <a:lnTo>
                    <a:pt x="1067483" y="26788"/>
                  </a:lnTo>
                  <a:lnTo>
                    <a:pt x="1118330" y="7256"/>
                  </a:lnTo>
                  <a:close/>
                  <a:moveTo>
                    <a:pt x="1786564" y="328007"/>
                  </a:moveTo>
                  <a:lnTo>
                    <a:pt x="1730752" y="360991"/>
                  </a:lnTo>
                  <a:lnTo>
                    <a:pt x="1794351" y="326589"/>
                  </a:lnTo>
                  <a:close/>
                  <a:moveTo>
                    <a:pt x="1730752" y="360991"/>
                  </a:moveTo>
                  <a:lnTo>
                    <a:pt x="1680152" y="393483"/>
                  </a:lnTo>
                  <a:lnTo>
                    <a:pt x="1794351" y="3265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32" name="Candidate_density__2031">
              <a:extLst>
                <a:ext uri="{FF2B5EF4-FFF2-40B4-BE49-F238E27FC236}">
                  <a16:creationId xmlns:a16="http://schemas.microsoft.com/office/drawing/2014/main" id="{E1368B1F-D87E-54BF-1313-5E3973C27FC0}"/>
                </a:ext>
              </a:extLst>
            </p:cNvPr>
            <p:cNvSpPr>
              <a:spLocks noGrp="1"/>
            </p:cNvSpPr>
            <p:nvPr/>
          </p:nvSpPr>
          <p:spPr>
            <a:xfrm>
              <a:off x="5049601" y="3155651"/>
              <a:ext cx="1815150" cy="2135781"/>
            </a:xfrm>
            <a:custGeom>
              <a:avLst/>
              <a:gdLst/>
              <a:ahLst/>
              <a:cxnLst/>
              <a:rect l="0" t="0" r="0" b="0"/>
              <a:pathLst>
                <a:path w="1815150" h="2135781">
                  <a:moveTo>
                    <a:pt x="586807" y="2135781"/>
                  </a:moveTo>
                  <a:lnTo>
                    <a:pt x="525852" y="2123081"/>
                  </a:lnTo>
                  <a:lnTo>
                    <a:pt x="656908" y="2119218"/>
                  </a:lnTo>
                  <a:close/>
                  <a:moveTo>
                    <a:pt x="74082" y="1548622"/>
                  </a:moveTo>
                  <a:lnTo>
                    <a:pt x="89789" y="1501184"/>
                  </a:lnTo>
                  <a:lnTo>
                    <a:pt x="0" y="1550297"/>
                  </a:lnTo>
                  <a:close/>
                  <a:moveTo>
                    <a:pt x="89789" y="1501184"/>
                  </a:moveTo>
                  <a:lnTo>
                    <a:pt x="74082" y="1548622"/>
                  </a:lnTo>
                  <a:lnTo>
                    <a:pt x="97980" y="1520145"/>
                  </a:lnTo>
                  <a:close/>
                  <a:moveTo>
                    <a:pt x="702348" y="2073908"/>
                  </a:moveTo>
                  <a:lnTo>
                    <a:pt x="586807" y="2135781"/>
                  </a:lnTo>
                  <a:lnTo>
                    <a:pt x="656908" y="2119218"/>
                  </a:lnTo>
                  <a:close/>
                  <a:moveTo>
                    <a:pt x="1080724" y="1513155"/>
                  </a:moveTo>
                  <a:lnTo>
                    <a:pt x="1152602" y="1503239"/>
                  </a:lnTo>
                  <a:lnTo>
                    <a:pt x="1197384" y="1455465"/>
                  </a:lnTo>
                  <a:close/>
                  <a:moveTo>
                    <a:pt x="1685219" y="1519162"/>
                  </a:moveTo>
                  <a:lnTo>
                    <a:pt x="1755057" y="1501620"/>
                  </a:lnTo>
                  <a:lnTo>
                    <a:pt x="1797334" y="1444484"/>
                  </a:lnTo>
                  <a:close/>
                  <a:moveTo>
                    <a:pt x="1773679" y="1464641"/>
                  </a:moveTo>
                  <a:lnTo>
                    <a:pt x="1807567" y="1426204"/>
                  </a:lnTo>
                  <a:lnTo>
                    <a:pt x="1797334" y="1444484"/>
                  </a:lnTo>
                  <a:close/>
                  <a:moveTo>
                    <a:pt x="1365276" y="932914"/>
                  </a:moveTo>
                  <a:lnTo>
                    <a:pt x="1357192" y="937137"/>
                  </a:lnTo>
                  <a:lnTo>
                    <a:pt x="1358924" y="889135"/>
                  </a:lnTo>
                  <a:close/>
                  <a:moveTo>
                    <a:pt x="1386726" y="850699"/>
                  </a:moveTo>
                  <a:lnTo>
                    <a:pt x="1365276" y="932914"/>
                  </a:lnTo>
                  <a:lnTo>
                    <a:pt x="1358924" y="889135"/>
                  </a:lnTo>
                  <a:close/>
                  <a:moveTo>
                    <a:pt x="1815150" y="1407746"/>
                  </a:moveTo>
                  <a:lnTo>
                    <a:pt x="1797334" y="1444484"/>
                  </a:lnTo>
                  <a:lnTo>
                    <a:pt x="1807567" y="1426204"/>
                  </a:lnTo>
                  <a:close/>
                  <a:moveTo>
                    <a:pt x="805318" y="28548"/>
                  </a:moveTo>
                  <a:lnTo>
                    <a:pt x="797771" y="0"/>
                  </a:lnTo>
                  <a:lnTo>
                    <a:pt x="767695" y="10275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33" name="Candidate_density__2032">
              <a:extLst>
                <a:ext uri="{FF2B5EF4-FFF2-40B4-BE49-F238E27FC236}">
                  <a16:creationId xmlns:a16="http://schemas.microsoft.com/office/drawing/2014/main" id="{5B7EC320-F6DD-A4B9-F5F2-AFBBCD3E2A70}"/>
                </a:ext>
              </a:extLst>
            </p:cNvPr>
            <p:cNvSpPr>
              <a:spLocks noGrp="1"/>
            </p:cNvSpPr>
            <p:nvPr/>
          </p:nvSpPr>
          <p:spPr>
            <a:xfrm>
              <a:off x="4777529" y="2187318"/>
              <a:ext cx="2086525" cy="3336395"/>
            </a:xfrm>
            <a:custGeom>
              <a:avLst/>
              <a:gdLst/>
              <a:ahLst/>
              <a:cxnLst/>
              <a:rect l="0" t="0" r="0" b="0"/>
              <a:pathLst>
                <a:path w="2086525" h="3336395">
                  <a:moveTo>
                    <a:pt x="282818" y="3261508"/>
                  </a:moveTo>
                  <a:lnTo>
                    <a:pt x="285552" y="3271699"/>
                  </a:lnTo>
                  <a:lnTo>
                    <a:pt x="303920" y="3283315"/>
                  </a:lnTo>
                  <a:close/>
                  <a:moveTo>
                    <a:pt x="315777" y="3223072"/>
                  </a:moveTo>
                  <a:lnTo>
                    <a:pt x="303920" y="3283315"/>
                  </a:lnTo>
                  <a:lnTo>
                    <a:pt x="351259" y="3245103"/>
                  </a:lnTo>
                  <a:close/>
                  <a:moveTo>
                    <a:pt x="315777" y="3223072"/>
                  </a:moveTo>
                  <a:lnTo>
                    <a:pt x="282818" y="3261508"/>
                  </a:lnTo>
                  <a:lnTo>
                    <a:pt x="303920" y="3283315"/>
                  </a:lnTo>
                  <a:close/>
                  <a:moveTo>
                    <a:pt x="261120" y="3186749"/>
                  </a:moveTo>
                  <a:lnTo>
                    <a:pt x="212309" y="3170561"/>
                  </a:lnTo>
                  <a:lnTo>
                    <a:pt x="315777" y="3223072"/>
                  </a:lnTo>
                  <a:close/>
                  <a:moveTo>
                    <a:pt x="315777" y="3223072"/>
                  </a:moveTo>
                  <a:lnTo>
                    <a:pt x="212309" y="3170561"/>
                  </a:lnTo>
                  <a:lnTo>
                    <a:pt x="214121" y="3179293"/>
                  </a:lnTo>
                  <a:close/>
                  <a:moveTo>
                    <a:pt x="315777" y="3223072"/>
                  </a:moveTo>
                  <a:lnTo>
                    <a:pt x="214121" y="3179293"/>
                  </a:lnTo>
                  <a:lnTo>
                    <a:pt x="282818" y="3261508"/>
                  </a:lnTo>
                  <a:close/>
                  <a:moveTo>
                    <a:pt x="303920" y="3283315"/>
                  </a:moveTo>
                  <a:lnTo>
                    <a:pt x="392648" y="3336395"/>
                  </a:lnTo>
                  <a:lnTo>
                    <a:pt x="430923" y="3264295"/>
                  </a:lnTo>
                  <a:close/>
                  <a:moveTo>
                    <a:pt x="351259" y="3245103"/>
                  </a:moveTo>
                  <a:lnTo>
                    <a:pt x="303920" y="3283315"/>
                  </a:lnTo>
                  <a:lnTo>
                    <a:pt x="430923" y="3264295"/>
                  </a:lnTo>
                  <a:close/>
                  <a:moveTo>
                    <a:pt x="188290" y="3129651"/>
                  </a:moveTo>
                  <a:lnTo>
                    <a:pt x="214121" y="3179293"/>
                  </a:lnTo>
                  <a:lnTo>
                    <a:pt x="212309" y="3170561"/>
                  </a:lnTo>
                  <a:close/>
                  <a:moveTo>
                    <a:pt x="136474" y="3071529"/>
                  </a:moveTo>
                  <a:lnTo>
                    <a:pt x="212309" y="3170561"/>
                  </a:lnTo>
                  <a:lnTo>
                    <a:pt x="208466" y="3140857"/>
                  </a:lnTo>
                  <a:close/>
                  <a:moveTo>
                    <a:pt x="166226" y="3097078"/>
                  </a:moveTo>
                  <a:lnTo>
                    <a:pt x="212309" y="3170561"/>
                  </a:lnTo>
                  <a:lnTo>
                    <a:pt x="136474" y="3071529"/>
                  </a:lnTo>
                  <a:close/>
                  <a:moveTo>
                    <a:pt x="536785" y="3266850"/>
                  </a:moveTo>
                  <a:lnTo>
                    <a:pt x="520964" y="3322290"/>
                  </a:lnTo>
                  <a:lnTo>
                    <a:pt x="574366" y="3306747"/>
                  </a:lnTo>
                  <a:close/>
                  <a:moveTo>
                    <a:pt x="536785" y="3266850"/>
                  </a:moveTo>
                  <a:lnTo>
                    <a:pt x="499535" y="3305287"/>
                  </a:lnTo>
                  <a:lnTo>
                    <a:pt x="520964" y="3322290"/>
                  </a:lnTo>
                  <a:close/>
                  <a:moveTo>
                    <a:pt x="463882" y="3187313"/>
                  </a:moveTo>
                  <a:lnTo>
                    <a:pt x="430923" y="3264295"/>
                  </a:lnTo>
                  <a:lnTo>
                    <a:pt x="473745" y="3184635"/>
                  </a:lnTo>
                  <a:close/>
                  <a:moveTo>
                    <a:pt x="473745" y="3184635"/>
                  </a:moveTo>
                  <a:lnTo>
                    <a:pt x="430923" y="3264295"/>
                  </a:lnTo>
                  <a:lnTo>
                    <a:pt x="499535" y="3305287"/>
                  </a:lnTo>
                  <a:close/>
                  <a:moveTo>
                    <a:pt x="473745" y="3184635"/>
                  </a:moveTo>
                  <a:lnTo>
                    <a:pt x="499535" y="3305287"/>
                  </a:lnTo>
                  <a:lnTo>
                    <a:pt x="536785" y="3266850"/>
                  </a:lnTo>
                  <a:close/>
                  <a:moveTo>
                    <a:pt x="430923" y="3264295"/>
                  </a:moveTo>
                  <a:lnTo>
                    <a:pt x="463882" y="3187313"/>
                  </a:lnTo>
                  <a:lnTo>
                    <a:pt x="393468" y="3187715"/>
                  </a:lnTo>
                  <a:close/>
                  <a:moveTo>
                    <a:pt x="351259" y="3245103"/>
                  </a:moveTo>
                  <a:lnTo>
                    <a:pt x="430923" y="3264295"/>
                  </a:lnTo>
                  <a:lnTo>
                    <a:pt x="393468" y="3187715"/>
                  </a:lnTo>
                  <a:close/>
                  <a:moveTo>
                    <a:pt x="473745" y="3184635"/>
                  </a:moveTo>
                  <a:lnTo>
                    <a:pt x="533911" y="3155491"/>
                  </a:lnTo>
                  <a:lnTo>
                    <a:pt x="463882" y="3187313"/>
                  </a:lnTo>
                  <a:close/>
                  <a:moveTo>
                    <a:pt x="463882" y="3187313"/>
                  </a:moveTo>
                  <a:lnTo>
                    <a:pt x="439178" y="3107304"/>
                  </a:lnTo>
                  <a:lnTo>
                    <a:pt x="427473" y="3184635"/>
                  </a:lnTo>
                  <a:close/>
                  <a:moveTo>
                    <a:pt x="439178" y="3107304"/>
                  </a:moveTo>
                  <a:lnTo>
                    <a:pt x="426087" y="3102420"/>
                  </a:lnTo>
                  <a:lnTo>
                    <a:pt x="427473" y="3184635"/>
                  </a:lnTo>
                  <a:close/>
                  <a:moveTo>
                    <a:pt x="349746" y="3024246"/>
                  </a:moveTo>
                  <a:lnTo>
                    <a:pt x="426087" y="3102420"/>
                  </a:lnTo>
                  <a:lnTo>
                    <a:pt x="347838" y="3020877"/>
                  </a:lnTo>
                  <a:close/>
                  <a:moveTo>
                    <a:pt x="426087" y="3102420"/>
                  </a:moveTo>
                  <a:lnTo>
                    <a:pt x="439178" y="3107304"/>
                  </a:lnTo>
                  <a:lnTo>
                    <a:pt x="347838" y="3020877"/>
                  </a:lnTo>
                  <a:close/>
                  <a:moveTo>
                    <a:pt x="349746" y="3024246"/>
                  </a:moveTo>
                  <a:lnTo>
                    <a:pt x="347838" y="3020877"/>
                  </a:lnTo>
                  <a:lnTo>
                    <a:pt x="346705" y="3020205"/>
                  </a:lnTo>
                  <a:close/>
                  <a:moveTo>
                    <a:pt x="473745" y="3184635"/>
                  </a:moveTo>
                  <a:lnTo>
                    <a:pt x="536785" y="3266850"/>
                  </a:lnTo>
                  <a:lnTo>
                    <a:pt x="469548" y="3182707"/>
                  </a:lnTo>
                  <a:close/>
                  <a:moveTo>
                    <a:pt x="174186" y="2646512"/>
                  </a:moveTo>
                  <a:lnTo>
                    <a:pt x="155326" y="2639454"/>
                  </a:lnTo>
                  <a:lnTo>
                    <a:pt x="231534" y="2645726"/>
                  </a:lnTo>
                  <a:close/>
                  <a:moveTo>
                    <a:pt x="141552" y="2488478"/>
                  </a:moveTo>
                  <a:lnTo>
                    <a:pt x="159116" y="2590171"/>
                  </a:lnTo>
                  <a:lnTo>
                    <a:pt x="199752" y="2526898"/>
                  </a:lnTo>
                  <a:close/>
                  <a:moveTo>
                    <a:pt x="633414" y="2970485"/>
                  </a:moveTo>
                  <a:lnTo>
                    <a:pt x="748459" y="3025547"/>
                  </a:lnTo>
                  <a:lnTo>
                    <a:pt x="678449" y="2986830"/>
                  </a:lnTo>
                  <a:close/>
                  <a:moveTo>
                    <a:pt x="633414" y="2970485"/>
                  </a:moveTo>
                  <a:lnTo>
                    <a:pt x="737410" y="3046623"/>
                  </a:lnTo>
                  <a:lnTo>
                    <a:pt x="748459" y="3025547"/>
                  </a:lnTo>
                  <a:close/>
                  <a:moveTo>
                    <a:pt x="497695" y="2868339"/>
                  </a:moveTo>
                  <a:lnTo>
                    <a:pt x="475673" y="2877450"/>
                  </a:lnTo>
                  <a:lnTo>
                    <a:pt x="532221" y="2933971"/>
                  </a:lnTo>
                  <a:close/>
                  <a:moveTo>
                    <a:pt x="588684" y="2929875"/>
                  </a:moveTo>
                  <a:lnTo>
                    <a:pt x="497695" y="2868339"/>
                  </a:lnTo>
                  <a:lnTo>
                    <a:pt x="532221" y="2933971"/>
                  </a:lnTo>
                  <a:close/>
                  <a:moveTo>
                    <a:pt x="610268" y="2947118"/>
                  </a:moveTo>
                  <a:lnTo>
                    <a:pt x="610686" y="2943332"/>
                  </a:lnTo>
                  <a:lnTo>
                    <a:pt x="588684" y="2929875"/>
                  </a:lnTo>
                  <a:close/>
                  <a:moveTo>
                    <a:pt x="309053" y="2441697"/>
                  </a:moveTo>
                  <a:lnTo>
                    <a:pt x="268216" y="2367826"/>
                  </a:lnTo>
                  <a:lnTo>
                    <a:pt x="308735" y="2452115"/>
                  </a:lnTo>
                  <a:close/>
                  <a:moveTo>
                    <a:pt x="226716" y="2412510"/>
                  </a:moveTo>
                  <a:lnTo>
                    <a:pt x="307531" y="2450042"/>
                  </a:lnTo>
                  <a:lnTo>
                    <a:pt x="308735" y="2452115"/>
                  </a:lnTo>
                  <a:close/>
                  <a:moveTo>
                    <a:pt x="187162" y="2290175"/>
                  </a:moveTo>
                  <a:lnTo>
                    <a:pt x="196971" y="2301299"/>
                  </a:lnTo>
                  <a:lnTo>
                    <a:pt x="178378" y="2285611"/>
                  </a:lnTo>
                  <a:close/>
                  <a:moveTo>
                    <a:pt x="196971" y="2301299"/>
                  </a:moveTo>
                  <a:lnTo>
                    <a:pt x="187162" y="2290175"/>
                  </a:lnTo>
                  <a:lnTo>
                    <a:pt x="268216" y="2367826"/>
                  </a:lnTo>
                  <a:close/>
                  <a:moveTo>
                    <a:pt x="99274" y="2301034"/>
                  </a:moveTo>
                  <a:lnTo>
                    <a:pt x="61635" y="2289158"/>
                  </a:lnTo>
                  <a:lnTo>
                    <a:pt x="0" y="2221058"/>
                  </a:lnTo>
                  <a:close/>
                  <a:moveTo>
                    <a:pt x="22781" y="2302630"/>
                  </a:moveTo>
                  <a:lnTo>
                    <a:pt x="99274" y="2301034"/>
                  </a:lnTo>
                  <a:lnTo>
                    <a:pt x="0" y="2221058"/>
                  </a:lnTo>
                  <a:close/>
                  <a:moveTo>
                    <a:pt x="610686" y="2943332"/>
                  </a:moveTo>
                  <a:lnTo>
                    <a:pt x="633414" y="2970485"/>
                  </a:lnTo>
                  <a:lnTo>
                    <a:pt x="678449" y="2986830"/>
                  </a:lnTo>
                  <a:close/>
                  <a:moveTo>
                    <a:pt x="609252" y="2829445"/>
                  </a:moveTo>
                  <a:lnTo>
                    <a:pt x="690688" y="2823830"/>
                  </a:lnTo>
                  <a:lnTo>
                    <a:pt x="627603" y="2775026"/>
                  </a:lnTo>
                  <a:close/>
                  <a:moveTo>
                    <a:pt x="609252" y="2829445"/>
                  </a:moveTo>
                  <a:lnTo>
                    <a:pt x="627603" y="2775026"/>
                  </a:lnTo>
                  <a:lnTo>
                    <a:pt x="573921" y="2758076"/>
                  </a:lnTo>
                  <a:close/>
                  <a:moveTo>
                    <a:pt x="690688" y="2823830"/>
                  </a:moveTo>
                  <a:lnTo>
                    <a:pt x="756266" y="2831108"/>
                  </a:lnTo>
                  <a:lnTo>
                    <a:pt x="627603" y="2775026"/>
                  </a:lnTo>
                  <a:close/>
                  <a:moveTo>
                    <a:pt x="531178" y="2696687"/>
                  </a:moveTo>
                  <a:lnTo>
                    <a:pt x="529365" y="2708089"/>
                  </a:lnTo>
                  <a:lnTo>
                    <a:pt x="573921" y="2758076"/>
                  </a:lnTo>
                  <a:close/>
                  <a:moveTo>
                    <a:pt x="573921" y="2758076"/>
                  </a:moveTo>
                  <a:lnTo>
                    <a:pt x="627603" y="2775026"/>
                  </a:lnTo>
                  <a:lnTo>
                    <a:pt x="531178" y="2696687"/>
                  </a:lnTo>
                  <a:close/>
                  <a:moveTo>
                    <a:pt x="524970" y="2691658"/>
                  </a:moveTo>
                  <a:lnTo>
                    <a:pt x="531178" y="2696687"/>
                  </a:lnTo>
                  <a:lnTo>
                    <a:pt x="538470" y="2686805"/>
                  </a:lnTo>
                  <a:close/>
                  <a:moveTo>
                    <a:pt x="538470" y="2686805"/>
                  </a:moveTo>
                  <a:lnTo>
                    <a:pt x="554848" y="2658250"/>
                  </a:lnTo>
                  <a:lnTo>
                    <a:pt x="524970" y="2691658"/>
                  </a:lnTo>
                  <a:close/>
                  <a:moveTo>
                    <a:pt x="524970" y="2691658"/>
                  </a:moveTo>
                  <a:lnTo>
                    <a:pt x="554848" y="2658250"/>
                  </a:lnTo>
                  <a:lnTo>
                    <a:pt x="487794" y="2616121"/>
                  </a:lnTo>
                  <a:close/>
                  <a:moveTo>
                    <a:pt x="196971" y="2301299"/>
                  </a:moveTo>
                  <a:lnTo>
                    <a:pt x="296662" y="2361838"/>
                  </a:lnTo>
                  <a:lnTo>
                    <a:pt x="318131" y="2260435"/>
                  </a:lnTo>
                  <a:close/>
                  <a:moveTo>
                    <a:pt x="296662" y="2361838"/>
                  </a:moveTo>
                  <a:lnTo>
                    <a:pt x="309053" y="2441697"/>
                  </a:lnTo>
                  <a:lnTo>
                    <a:pt x="391005" y="2345731"/>
                  </a:lnTo>
                  <a:close/>
                  <a:moveTo>
                    <a:pt x="365333" y="2247175"/>
                  </a:moveTo>
                  <a:lnTo>
                    <a:pt x="318131" y="2260435"/>
                  </a:lnTo>
                  <a:lnTo>
                    <a:pt x="386680" y="2249155"/>
                  </a:lnTo>
                  <a:close/>
                  <a:moveTo>
                    <a:pt x="122910" y="2203396"/>
                  </a:moveTo>
                  <a:lnTo>
                    <a:pt x="178378" y="2285611"/>
                  </a:lnTo>
                  <a:lnTo>
                    <a:pt x="118501" y="2185311"/>
                  </a:lnTo>
                  <a:close/>
                  <a:moveTo>
                    <a:pt x="500312" y="2557143"/>
                  </a:moveTo>
                  <a:lnTo>
                    <a:pt x="568460" y="2562331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632830" y="2455384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539545" y="2485746"/>
                  </a:lnTo>
                  <a:lnTo>
                    <a:pt x="568460" y="2562331"/>
                  </a:lnTo>
                  <a:close/>
                  <a:moveTo>
                    <a:pt x="539545" y="2485746"/>
                  </a:moveTo>
                  <a:lnTo>
                    <a:pt x="569308" y="2427027"/>
                  </a:lnTo>
                  <a:lnTo>
                    <a:pt x="480429" y="2411605"/>
                  </a:lnTo>
                  <a:close/>
                  <a:moveTo>
                    <a:pt x="493791" y="2462352"/>
                  </a:moveTo>
                  <a:lnTo>
                    <a:pt x="539545" y="2485746"/>
                  </a:lnTo>
                  <a:lnTo>
                    <a:pt x="480429" y="2411605"/>
                  </a:lnTo>
                  <a:close/>
                  <a:moveTo>
                    <a:pt x="539545" y="2485746"/>
                  </a:moveTo>
                  <a:lnTo>
                    <a:pt x="632830" y="2455384"/>
                  </a:lnTo>
                  <a:lnTo>
                    <a:pt x="569308" y="2427027"/>
                  </a:lnTo>
                  <a:close/>
                  <a:moveTo>
                    <a:pt x="320037" y="2242742"/>
                  </a:moveTo>
                  <a:lnTo>
                    <a:pt x="318131" y="2260435"/>
                  </a:lnTo>
                  <a:lnTo>
                    <a:pt x="365333" y="2247175"/>
                  </a:lnTo>
                  <a:close/>
                  <a:moveTo>
                    <a:pt x="365333" y="2247175"/>
                  </a:moveTo>
                  <a:lnTo>
                    <a:pt x="341313" y="2131907"/>
                  </a:lnTo>
                  <a:lnTo>
                    <a:pt x="320037" y="2242742"/>
                  </a:lnTo>
                  <a:close/>
                  <a:moveTo>
                    <a:pt x="125543" y="2000529"/>
                  </a:moveTo>
                  <a:lnTo>
                    <a:pt x="220795" y="1962556"/>
                  </a:lnTo>
                  <a:lnTo>
                    <a:pt x="132552" y="1918314"/>
                  </a:lnTo>
                  <a:close/>
                  <a:moveTo>
                    <a:pt x="569308" y="2427027"/>
                  </a:moveTo>
                  <a:lnTo>
                    <a:pt x="632830" y="2455384"/>
                  </a:lnTo>
                  <a:lnTo>
                    <a:pt x="637542" y="2334732"/>
                  </a:lnTo>
                  <a:close/>
                  <a:moveTo>
                    <a:pt x="637542" y="2334732"/>
                  </a:moveTo>
                  <a:lnTo>
                    <a:pt x="632830" y="2455384"/>
                  </a:lnTo>
                  <a:lnTo>
                    <a:pt x="684008" y="2362008"/>
                  </a:lnTo>
                  <a:close/>
                  <a:moveTo>
                    <a:pt x="684008" y="2362008"/>
                  </a:moveTo>
                  <a:lnTo>
                    <a:pt x="632830" y="2455384"/>
                  </a:lnTo>
                  <a:lnTo>
                    <a:pt x="661841" y="2446914"/>
                  </a:lnTo>
                  <a:close/>
                  <a:moveTo>
                    <a:pt x="764412" y="2499162"/>
                  </a:moveTo>
                  <a:lnTo>
                    <a:pt x="757565" y="2429684"/>
                  </a:lnTo>
                  <a:lnTo>
                    <a:pt x="772902" y="2517308"/>
                  </a:lnTo>
                  <a:close/>
                  <a:moveTo>
                    <a:pt x="742628" y="2416947"/>
                  </a:moveTo>
                  <a:lnTo>
                    <a:pt x="757565" y="2429684"/>
                  </a:lnTo>
                  <a:lnTo>
                    <a:pt x="764412" y="2499162"/>
                  </a:lnTo>
                  <a:close/>
                  <a:moveTo>
                    <a:pt x="684008" y="2362008"/>
                  </a:moveTo>
                  <a:lnTo>
                    <a:pt x="757565" y="2429684"/>
                  </a:lnTo>
                  <a:lnTo>
                    <a:pt x="742628" y="2416947"/>
                  </a:lnTo>
                  <a:close/>
                  <a:moveTo>
                    <a:pt x="460237" y="2005871"/>
                  </a:moveTo>
                  <a:lnTo>
                    <a:pt x="434991" y="1988294"/>
                  </a:lnTo>
                  <a:lnTo>
                    <a:pt x="384955" y="2016416"/>
                  </a:lnTo>
                  <a:close/>
                  <a:moveTo>
                    <a:pt x="94534" y="1704335"/>
                  </a:moveTo>
                  <a:lnTo>
                    <a:pt x="132855" y="1694629"/>
                  </a:lnTo>
                  <a:lnTo>
                    <a:pt x="105165" y="1677011"/>
                  </a:lnTo>
                  <a:close/>
                  <a:moveTo>
                    <a:pt x="132855" y="1694629"/>
                  </a:moveTo>
                  <a:lnTo>
                    <a:pt x="94534" y="1704335"/>
                  </a:lnTo>
                  <a:lnTo>
                    <a:pt x="155215" y="1677011"/>
                  </a:lnTo>
                  <a:close/>
                  <a:moveTo>
                    <a:pt x="877007" y="2581377"/>
                  </a:moveTo>
                  <a:lnTo>
                    <a:pt x="880237" y="2590731"/>
                  </a:lnTo>
                  <a:lnTo>
                    <a:pt x="896560" y="2599392"/>
                  </a:lnTo>
                  <a:close/>
                  <a:moveTo>
                    <a:pt x="772902" y="2517308"/>
                  </a:moveTo>
                  <a:lnTo>
                    <a:pt x="877007" y="2581377"/>
                  </a:lnTo>
                  <a:lnTo>
                    <a:pt x="804806" y="2534998"/>
                  </a:lnTo>
                  <a:close/>
                  <a:moveTo>
                    <a:pt x="880237" y="2590731"/>
                  </a:moveTo>
                  <a:lnTo>
                    <a:pt x="877007" y="2581377"/>
                  </a:lnTo>
                  <a:lnTo>
                    <a:pt x="772902" y="2517308"/>
                  </a:lnTo>
                  <a:close/>
                  <a:moveTo>
                    <a:pt x="764412" y="2499162"/>
                  </a:moveTo>
                  <a:lnTo>
                    <a:pt x="772902" y="2517308"/>
                  </a:lnTo>
                  <a:lnTo>
                    <a:pt x="804806" y="2534998"/>
                  </a:lnTo>
                  <a:close/>
                  <a:moveTo>
                    <a:pt x="526691" y="2052485"/>
                  </a:moveTo>
                  <a:lnTo>
                    <a:pt x="547636" y="1978708"/>
                  </a:lnTo>
                  <a:lnTo>
                    <a:pt x="460237" y="2005871"/>
                  </a:lnTo>
                  <a:close/>
                  <a:moveTo>
                    <a:pt x="434991" y="1988294"/>
                  </a:moveTo>
                  <a:lnTo>
                    <a:pt x="540426" y="1888637"/>
                  </a:lnTo>
                  <a:lnTo>
                    <a:pt x="474849" y="1922115"/>
                  </a:lnTo>
                  <a:close/>
                  <a:moveTo>
                    <a:pt x="547636" y="1978708"/>
                  </a:moveTo>
                  <a:lnTo>
                    <a:pt x="526691" y="2052485"/>
                  </a:lnTo>
                  <a:lnTo>
                    <a:pt x="619479" y="1980893"/>
                  </a:lnTo>
                  <a:close/>
                  <a:moveTo>
                    <a:pt x="619479" y="1980893"/>
                  </a:moveTo>
                  <a:lnTo>
                    <a:pt x="621401" y="1912732"/>
                  </a:lnTo>
                  <a:lnTo>
                    <a:pt x="540426" y="1888637"/>
                  </a:lnTo>
                  <a:close/>
                  <a:moveTo>
                    <a:pt x="1064995" y="2422290"/>
                  </a:moveTo>
                  <a:lnTo>
                    <a:pt x="1078549" y="2507303"/>
                  </a:lnTo>
                  <a:lnTo>
                    <a:pt x="1045995" y="2460726"/>
                  </a:lnTo>
                  <a:close/>
                  <a:moveTo>
                    <a:pt x="1046461" y="2516185"/>
                  </a:moveTo>
                  <a:lnTo>
                    <a:pt x="1078549" y="2507303"/>
                  </a:lnTo>
                  <a:lnTo>
                    <a:pt x="1064995" y="2422290"/>
                  </a:lnTo>
                  <a:close/>
                  <a:moveTo>
                    <a:pt x="1107370" y="2527260"/>
                  </a:moveTo>
                  <a:lnTo>
                    <a:pt x="1078549" y="2507303"/>
                  </a:lnTo>
                  <a:lnTo>
                    <a:pt x="1046461" y="2516185"/>
                  </a:lnTo>
                  <a:close/>
                  <a:moveTo>
                    <a:pt x="1107370" y="2527260"/>
                  </a:moveTo>
                  <a:lnTo>
                    <a:pt x="1146236" y="2542941"/>
                  </a:lnTo>
                  <a:lnTo>
                    <a:pt x="1078549" y="2507303"/>
                  </a:lnTo>
                  <a:close/>
                  <a:moveTo>
                    <a:pt x="974581" y="2397239"/>
                  </a:moveTo>
                  <a:lnTo>
                    <a:pt x="944296" y="2378511"/>
                  </a:lnTo>
                  <a:lnTo>
                    <a:pt x="1035976" y="2411582"/>
                  </a:lnTo>
                  <a:close/>
                  <a:moveTo>
                    <a:pt x="953389" y="2175644"/>
                  </a:moveTo>
                  <a:lnTo>
                    <a:pt x="934431" y="2247125"/>
                  </a:lnTo>
                  <a:lnTo>
                    <a:pt x="977353" y="2192399"/>
                  </a:lnTo>
                  <a:close/>
                  <a:moveTo>
                    <a:pt x="886070" y="2129767"/>
                  </a:moveTo>
                  <a:lnTo>
                    <a:pt x="837580" y="2124949"/>
                  </a:lnTo>
                  <a:lnTo>
                    <a:pt x="953389" y="2175644"/>
                  </a:lnTo>
                  <a:close/>
                  <a:moveTo>
                    <a:pt x="781339" y="2011214"/>
                  </a:moveTo>
                  <a:lnTo>
                    <a:pt x="825417" y="2118198"/>
                  </a:lnTo>
                  <a:lnTo>
                    <a:pt x="799982" y="2094924"/>
                  </a:lnTo>
                  <a:close/>
                  <a:moveTo>
                    <a:pt x="799982" y="2094924"/>
                  </a:moveTo>
                  <a:lnTo>
                    <a:pt x="825417" y="2118198"/>
                  </a:lnTo>
                  <a:lnTo>
                    <a:pt x="837580" y="2124949"/>
                  </a:lnTo>
                  <a:close/>
                  <a:moveTo>
                    <a:pt x="540515" y="1884405"/>
                  </a:moveTo>
                  <a:lnTo>
                    <a:pt x="474849" y="1922115"/>
                  </a:lnTo>
                  <a:lnTo>
                    <a:pt x="540426" y="1888637"/>
                  </a:lnTo>
                  <a:close/>
                  <a:moveTo>
                    <a:pt x="540515" y="1884405"/>
                  </a:moveTo>
                  <a:lnTo>
                    <a:pt x="498892" y="1857651"/>
                  </a:lnTo>
                  <a:lnTo>
                    <a:pt x="474849" y="1922115"/>
                  </a:lnTo>
                  <a:close/>
                  <a:moveTo>
                    <a:pt x="498892" y="1857651"/>
                  </a:moveTo>
                  <a:lnTo>
                    <a:pt x="533965" y="1864481"/>
                  </a:lnTo>
                  <a:lnTo>
                    <a:pt x="529032" y="1764568"/>
                  </a:lnTo>
                  <a:close/>
                  <a:moveTo>
                    <a:pt x="540515" y="1884405"/>
                  </a:moveTo>
                  <a:lnTo>
                    <a:pt x="533965" y="1864481"/>
                  </a:lnTo>
                  <a:lnTo>
                    <a:pt x="498892" y="1857651"/>
                  </a:lnTo>
                  <a:close/>
                  <a:moveTo>
                    <a:pt x="466886" y="1720790"/>
                  </a:moveTo>
                  <a:lnTo>
                    <a:pt x="458243" y="1690514"/>
                  </a:lnTo>
                  <a:lnTo>
                    <a:pt x="529032" y="1764568"/>
                  </a:lnTo>
                  <a:close/>
                  <a:moveTo>
                    <a:pt x="886070" y="2129767"/>
                  </a:moveTo>
                  <a:lnTo>
                    <a:pt x="799982" y="2094924"/>
                  </a:lnTo>
                  <a:lnTo>
                    <a:pt x="837580" y="2124949"/>
                  </a:lnTo>
                  <a:close/>
                  <a:moveTo>
                    <a:pt x="1197708" y="2383853"/>
                  </a:moveTo>
                  <a:lnTo>
                    <a:pt x="1194545" y="2447129"/>
                  </a:lnTo>
                  <a:lnTo>
                    <a:pt x="1250075" y="2439545"/>
                  </a:lnTo>
                  <a:close/>
                  <a:moveTo>
                    <a:pt x="1197708" y="2383853"/>
                  </a:moveTo>
                  <a:lnTo>
                    <a:pt x="1159759" y="2422290"/>
                  </a:lnTo>
                  <a:lnTo>
                    <a:pt x="1194545" y="2447129"/>
                  </a:lnTo>
                  <a:close/>
                  <a:moveTo>
                    <a:pt x="953389" y="2175644"/>
                  </a:moveTo>
                  <a:lnTo>
                    <a:pt x="977353" y="2192399"/>
                  </a:lnTo>
                  <a:lnTo>
                    <a:pt x="986833" y="2164293"/>
                  </a:lnTo>
                  <a:close/>
                  <a:moveTo>
                    <a:pt x="886070" y="2129767"/>
                  </a:moveTo>
                  <a:lnTo>
                    <a:pt x="953389" y="2175644"/>
                  </a:lnTo>
                  <a:lnTo>
                    <a:pt x="926376" y="2065262"/>
                  </a:lnTo>
                  <a:close/>
                  <a:moveTo>
                    <a:pt x="926376" y="2065262"/>
                  </a:moveTo>
                  <a:lnTo>
                    <a:pt x="953389" y="2175644"/>
                  </a:lnTo>
                  <a:lnTo>
                    <a:pt x="988737" y="2062654"/>
                  </a:lnTo>
                  <a:close/>
                  <a:moveTo>
                    <a:pt x="988737" y="2062654"/>
                  </a:moveTo>
                  <a:lnTo>
                    <a:pt x="953389" y="2175644"/>
                  </a:lnTo>
                  <a:lnTo>
                    <a:pt x="986833" y="2164293"/>
                  </a:lnTo>
                  <a:close/>
                  <a:moveTo>
                    <a:pt x="988737" y="2062654"/>
                  </a:moveTo>
                  <a:lnTo>
                    <a:pt x="952613" y="2054992"/>
                  </a:lnTo>
                  <a:lnTo>
                    <a:pt x="926376" y="2065262"/>
                  </a:lnTo>
                  <a:close/>
                  <a:moveTo>
                    <a:pt x="1093941" y="2137208"/>
                  </a:moveTo>
                  <a:lnTo>
                    <a:pt x="1093700" y="2138004"/>
                  </a:lnTo>
                  <a:lnTo>
                    <a:pt x="1098150" y="2219423"/>
                  </a:lnTo>
                  <a:close/>
                  <a:moveTo>
                    <a:pt x="1007863" y="2175644"/>
                  </a:moveTo>
                  <a:lnTo>
                    <a:pt x="986833" y="2164293"/>
                  </a:lnTo>
                  <a:lnTo>
                    <a:pt x="977353" y="2192399"/>
                  </a:lnTo>
                  <a:close/>
                  <a:moveTo>
                    <a:pt x="986833" y="2164293"/>
                  </a:moveTo>
                  <a:lnTo>
                    <a:pt x="1009036" y="2093429"/>
                  </a:lnTo>
                  <a:lnTo>
                    <a:pt x="988737" y="2062654"/>
                  </a:lnTo>
                  <a:close/>
                  <a:moveTo>
                    <a:pt x="886070" y="2129767"/>
                  </a:moveTo>
                  <a:lnTo>
                    <a:pt x="926376" y="2065262"/>
                  </a:lnTo>
                  <a:lnTo>
                    <a:pt x="803024" y="2097930"/>
                  </a:lnTo>
                  <a:close/>
                  <a:moveTo>
                    <a:pt x="879943" y="2054992"/>
                  </a:moveTo>
                  <a:lnTo>
                    <a:pt x="780805" y="2010421"/>
                  </a:lnTo>
                  <a:lnTo>
                    <a:pt x="781339" y="2011214"/>
                  </a:lnTo>
                  <a:close/>
                  <a:moveTo>
                    <a:pt x="781339" y="2011214"/>
                  </a:moveTo>
                  <a:lnTo>
                    <a:pt x="792746" y="2059501"/>
                  </a:lnTo>
                  <a:lnTo>
                    <a:pt x="879943" y="2054992"/>
                  </a:lnTo>
                  <a:close/>
                  <a:moveTo>
                    <a:pt x="988737" y="2062654"/>
                  </a:moveTo>
                  <a:lnTo>
                    <a:pt x="949667" y="1994324"/>
                  </a:lnTo>
                  <a:lnTo>
                    <a:pt x="952613" y="2054992"/>
                  </a:lnTo>
                  <a:close/>
                  <a:moveTo>
                    <a:pt x="1037668" y="2054992"/>
                  </a:moveTo>
                  <a:lnTo>
                    <a:pt x="1093941" y="2137208"/>
                  </a:lnTo>
                  <a:lnTo>
                    <a:pt x="1095848" y="2098771"/>
                  </a:lnTo>
                  <a:close/>
                  <a:moveTo>
                    <a:pt x="1264744" y="2159633"/>
                  </a:moveTo>
                  <a:lnTo>
                    <a:pt x="1314092" y="2185032"/>
                  </a:lnTo>
                  <a:lnTo>
                    <a:pt x="1309697" y="2180986"/>
                  </a:lnTo>
                  <a:close/>
                  <a:moveTo>
                    <a:pt x="1295736" y="2094936"/>
                  </a:moveTo>
                  <a:lnTo>
                    <a:pt x="1309697" y="2180986"/>
                  </a:lnTo>
                  <a:lnTo>
                    <a:pt x="1307629" y="2160869"/>
                  </a:lnTo>
                  <a:close/>
                  <a:moveTo>
                    <a:pt x="1264744" y="2159633"/>
                  </a:moveTo>
                  <a:lnTo>
                    <a:pt x="1309697" y="2180986"/>
                  </a:lnTo>
                  <a:lnTo>
                    <a:pt x="1295736" y="2094936"/>
                  </a:lnTo>
                  <a:close/>
                  <a:moveTo>
                    <a:pt x="1316594" y="1979187"/>
                  </a:moveTo>
                  <a:lnTo>
                    <a:pt x="1313080" y="1978119"/>
                  </a:lnTo>
                  <a:lnTo>
                    <a:pt x="1295736" y="2094936"/>
                  </a:lnTo>
                  <a:close/>
                  <a:moveTo>
                    <a:pt x="1404200" y="2067350"/>
                  </a:moveTo>
                  <a:lnTo>
                    <a:pt x="1295736" y="2094936"/>
                  </a:lnTo>
                  <a:lnTo>
                    <a:pt x="1307629" y="2160869"/>
                  </a:lnTo>
                  <a:close/>
                  <a:moveTo>
                    <a:pt x="1295736" y="2094936"/>
                  </a:moveTo>
                  <a:lnTo>
                    <a:pt x="1404200" y="2067350"/>
                  </a:lnTo>
                  <a:lnTo>
                    <a:pt x="1316594" y="1979187"/>
                  </a:lnTo>
                  <a:close/>
                  <a:moveTo>
                    <a:pt x="1404200" y="2067350"/>
                  </a:moveTo>
                  <a:lnTo>
                    <a:pt x="1397570" y="2003286"/>
                  </a:lnTo>
                  <a:lnTo>
                    <a:pt x="1316594" y="1979187"/>
                  </a:lnTo>
                  <a:close/>
                  <a:moveTo>
                    <a:pt x="1221385" y="1994699"/>
                  </a:moveTo>
                  <a:lnTo>
                    <a:pt x="1313080" y="1978119"/>
                  </a:lnTo>
                  <a:lnTo>
                    <a:pt x="1222933" y="1907662"/>
                  </a:lnTo>
                  <a:close/>
                  <a:moveTo>
                    <a:pt x="1212664" y="1978119"/>
                  </a:moveTo>
                  <a:lnTo>
                    <a:pt x="1221385" y="1994699"/>
                  </a:lnTo>
                  <a:lnTo>
                    <a:pt x="1222933" y="1907662"/>
                  </a:lnTo>
                  <a:close/>
                  <a:moveTo>
                    <a:pt x="994148" y="1824791"/>
                  </a:moveTo>
                  <a:lnTo>
                    <a:pt x="1008178" y="1852126"/>
                  </a:lnTo>
                  <a:lnTo>
                    <a:pt x="1013258" y="1842533"/>
                  </a:lnTo>
                  <a:close/>
                  <a:moveTo>
                    <a:pt x="1027374" y="1813689"/>
                  </a:moveTo>
                  <a:lnTo>
                    <a:pt x="994148" y="1824791"/>
                  </a:lnTo>
                  <a:lnTo>
                    <a:pt x="1013258" y="1842533"/>
                  </a:lnTo>
                  <a:close/>
                  <a:moveTo>
                    <a:pt x="958011" y="1769911"/>
                  </a:moveTo>
                  <a:lnTo>
                    <a:pt x="994148" y="1824791"/>
                  </a:lnTo>
                  <a:lnTo>
                    <a:pt x="1027374" y="1813689"/>
                  </a:lnTo>
                  <a:close/>
                  <a:moveTo>
                    <a:pt x="948579" y="1687695"/>
                  </a:moveTo>
                  <a:lnTo>
                    <a:pt x="958011" y="1769911"/>
                  </a:lnTo>
                  <a:lnTo>
                    <a:pt x="992293" y="1731474"/>
                  </a:lnTo>
                  <a:close/>
                  <a:moveTo>
                    <a:pt x="1313080" y="1978119"/>
                  </a:moveTo>
                  <a:lnTo>
                    <a:pt x="1316594" y="1979187"/>
                  </a:lnTo>
                  <a:lnTo>
                    <a:pt x="1317868" y="1976852"/>
                  </a:lnTo>
                  <a:close/>
                  <a:moveTo>
                    <a:pt x="1222933" y="1907662"/>
                  </a:moveTo>
                  <a:lnTo>
                    <a:pt x="1313080" y="1978119"/>
                  </a:lnTo>
                  <a:lnTo>
                    <a:pt x="1333355" y="1857468"/>
                  </a:lnTo>
                  <a:close/>
                  <a:moveTo>
                    <a:pt x="1333355" y="1857468"/>
                  </a:moveTo>
                  <a:lnTo>
                    <a:pt x="1313080" y="1978119"/>
                  </a:lnTo>
                  <a:lnTo>
                    <a:pt x="1346227" y="1874777"/>
                  </a:lnTo>
                  <a:close/>
                  <a:moveTo>
                    <a:pt x="1346227" y="1874777"/>
                  </a:moveTo>
                  <a:lnTo>
                    <a:pt x="1313080" y="1978119"/>
                  </a:lnTo>
                  <a:lnTo>
                    <a:pt x="1317868" y="1976852"/>
                  </a:lnTo>
                  <a:close/>
                  <a:moveTo>
                    <a:pt x="858313" y="1207264"/>
                  </a:moveTo>
                  <a:lnTo>
                    <a:pt x="914740" y="1281962"/>
                  </a:lnTo>
                  <a:lnTo>
                    <a:pt x="876893" y="1234647"/>
                  </a:lnTo>
                  <a:close/>
                  <a:moveTo>
                    <a:pt x="1881693" y="2421986"/>
                  </a:moveTo>
                  <a:lnTo>
                    <a:pt x="2001889" y="2439037"/>
                  </a:lnTo>
                  <a:lnTo>
                    <a:pt x="1965217" y="2394537"/>
                  </a:lnTo>
                  <a:close/>
                  <a:moveTo>
                    <a:pt x="1729944" y="2324079"/>
                  </a:moveTo>
                  <a:lnTo>
                    <a:pt x="1791074" y="2334973"/>
                  </a:lnTo>
                  <a:lnTo>
                    <a:pt x="1763730" y="2321121"/>
                  </a:lnTo>
                  <a:close/>
                  <a:moveTo>
                    <a:pt x="1546195" y="2065107"/>
                  </a:moveTo>
                  <a:lnTo>
                    <a:pt x="1571479" y="2104113"/>
                  </a:lnTo>
                  <a:lnTo>
                    <a:pt x="1588120" y="2006657"/>
                  </a:lnTo>
                  <a:close/>
                  <a:moveTo>
                    <a:pt x="1588120" y="2006657"/>
                  </a:moveTo>
                  <a:lnTo>
                    <a:pt x="1571479" y="2104113"/>
                  </a:lnTo>
                  <a:lnTo>
                    <a:pt x="1649917" y="1988770"/>
                  </a:lnTo>
                  <a:close/>
                  <a:moveTo>
                    <a:pt x="1649917" y="1988770"/>
                  </a:moveTo>
                  <a:lnTo>
                    <a:pt x="1571479" y="2104113"/>
                  </a:lnTo>
                  <a:lnTo>
                    <a:pt x="1663832" y="2077549"/>
                  </a:lnTo>
                  <a:close/>
                  <a:moveTo>
                    <a:pt x="1645479" y="2157657"/>
                  </a:moveTo>
                  <a:lnTo>
                    <a:pt x="1718477" y="2093716"/>
                  </a:lnTo>
                  <a:lnTo>
                    <a:pt x="1663832" y="2077549"/>
                  </a:lnTo>
                  <a:close/>
                  <a:moveTo>
                    <a:pt x="1663832" y="2077549"/>
                  </a:moveTo>
                  <a:lnTo>
                    <a:pt x="1718477" y="2093716"/>
                  </a:lnTo>
                  <a:lnTo>
                    <a:pt x="1649917" y="1988770"/>
                  </a:lnTo>
                  <a:close/>
                  <a:moveTo>
                    <a:pt x="1547475" y="1983461"/>
                  </a:moveTo>
                  <a:lnTo>
                    <a:pt x="1546195" y="2065107"/>
                  </a:lnTo>
                  <a:lnTo>
                    <a:pt x="1588120" y="2006657"/>
                  </a:lnTo>
                  <a:close/>
                  <a:moveTo>
                    <a:pt x="1547475" y="1983461"/>
                  </a:moveTo>
                  <a:lnTo>
                    <a:pt x="1518108" y="2021898"/>
                  </a:lnTo>
                  <a:lnTo>
                    <a:pt x="1546195" y="2065107"/>
                  </a:lnTo>
                  <a:close/>
                  <a:moveTo>
                    <a:pt x="1547475" y="1983461"/>
                  </a:moveTo>
                  <a:lnTo>
                    <a:pt x="1527584" y="1995526"/>
                  </a:lnTo>
                  <a:lnTo>
                    <a:pt x="1518108" y="2021898"/>
                  </a:lnTo>
                  <a:close/>
                  <a:moveTo>
                    <a:pt x="1492291" y="1736816"/>
                  </a:moveTo>
                  <a:lnTo>
                    <a:pt x="1430306" y="1695273"/>
                  </a:lnTo>
                  <a:lnTo>
                    <a:pt x="1481194" y="1765070"/>
                  </a:lnTo>
                  <a:close/>
                  <a:moveTo>
                    <a:pt x="782725" y="946022"/>
                  </a:moveTo>
                  <a:lnTo>
                    <a:pt x="762513" y="924278"/>
                  </a:lnTo>
                  <a:lnTo>
                    <a:pt x="825803" y="996880"/>
                  </a:lnTo>
                  <a:close/>
                  <a:moveTo>
                    <a:pt x="825803" y="996880"/>
                  </a:moveTo>
                  <a:lnTo>
                    <a:pt x="762513" y="924278"/>
                  </a:lnTo>
                  <a:lnTo>
                    <a:pt x="773350" y="953102"/>
                  </a:lnTo>
                  <a:close/>
                  <a:moveTo>
                    <a:pt x="74754" y="295381"/>
                  </a:moveTo>
                  <a:lnTo>
                    <a:pt x="147527" y="360054"/>
                  </a:lnTo>
                  <a:lnTo>
                    <a:pt x="119433" y="282802"/>
                  </a:lnTo>
                  <a:close/>
                  <a:moveTo>
                    <a:pt x="28148" y="213166"/>
                  </a:moveTo>
                  <a:lnTo>
                    <a:pt x="119433" y="282802"/>
                  </a:lnTo>
                  <a:lnTo>
                    <a:pt x="95810" y="201914"/>
                  </a:lnTo>
                  <a:close/>
                  <a:moveTo>
                    <a:pt x="95810" y="201914"/>
                  </a:moveTo>
                  <a:lnTo>
                    <a:pt x="130681" y="295381"/>
                  </a:lnTo>
                  <a:lnTo>
                    <a:pt x="123949" y="213166"/>
                  </a:lnTo>
                  <a:close/>
                  <a:moveTo>
                    <a:pt x="1965217" y="2394537"/>
                  </a:moveTo>
                  <a:lnTo>
                    <a:pt x="2001889" y="2439037"/>
                  </a:lnTo>
                  <a:lnTo>
                    <a:pt x="2021081" y="2369258"/>
                  </a:lnTo>
                  <a:close/>
                  <a:moveTo>
                    <a:pt x="2075794" y="2273886"/>
                  </a:moveTo>
                  <a:lnTo>
                    <a:pt x="2029579" y="2327365"/>
                  </a:lnTo>
                  <a:lnTo>
                    <a:pt x="2086525" y="2276553"/>
                  </a:lnTo>
                  <a:close/>
                  <a:moveTo>
                    <a:pt x="2086525" y="2276553"/>
                  </a:moveTo>
                  <a:lnTo>
                    <a:pt x="2029579" y="2327365"/>
                  </a:lnTo>
                  <a:lnTo>
                    <a:pt x="2021081" y="2369258"/>
                  </a:lnTo>
                  <a:close/>
                  <a:moveTo>
                    <a:pt x="2086525" y="2276553"/>
                  </a:moveTo>
                  <a:lnTo>
                    <a:pt x="2060347" y="2197743"/>
                  </a:lnTo>
                  <a:lnTo>
                    <a:pt x="2075794" y="2273886"/>
                  </a:lnTo>
                  <a:close/>
                  <a:moveTo>
                    <a:pt x="2060347" y="2197743"/>
                  </a:moveTo>
                  <a:lnTo>
                    <a:pt x="2047732" y="2191670"/>
                  </a:lnTo>
                  <a:lnTo>
                    <a:pt x="2075794" y="2273886"/>
                  </a:lnTo>
                  <a:close/>
                  <a:moveTo>
                    <a:pt x="1892531" y="2308826"/>
                  </a:moveTo>
                  <a:lnTo>
                    <a:pt x="1801291" y="2226574"/>
                  </a:lnTo>
                  <a:lnTo>
                    <a:pt x="1803110" y="2230107"/>
                  </a:lnTo>
                  <a:close/>
                  <a:moveTo>
                    <a:pt x="2060347" y="2197743"/>
                  </a:moveTo>
                  <a:lnTo>
                    <a:pt x="1978374" y="2135920"/>
                  </a:lnTo>
                  <a:lnTo>
                    <a:pt x="2047732" y="2191670"/>
                  </a:lnTo>
                  <a:close/>
                  <a:moveTo>
                    <a:pt x="1568728" y="1894091"/>
                  </a:moveTo>
                  <a:lnTo>
                    <a:pt x="1668263" y="1812438"/>
                  </a:lnTo>
                  <a:lnTo>
                    <a:pt x="1557735" y="1819032"/>
                  </a:lnTo>
                  <a:close/>
                  <a:moveTo>
                    <a:pt x="1557735" y="1819032"/>
                  </a:moveTo>
                  <a:lnTo>
                    <a:pt x="1668263" y="1812438"/>
                  </a:lnTo>
                  <a:lnTo>
                    <a:pt x="1640839" y="1780595"/>
                  </a:lnTo>
                  <a:close/>
                  <a:moveTo>
                    <a:pt x="1640839" y="1780595"/>
                  </a:moveTo>
                  <a:lnTo>
                    <a:pt x="1573634" y="1737297"/>
                  </a:lnTo>
                  <a:lnTo>
                    <a:pt x="1523443" y="1764842"/>
                  </a:lnTo>
                  <a:close/>
                  <a:moveTo>
                    <a:pt x="1435727" y="1641350"/>
                  </a:moveTo>
                  <a:lnTo>
                    <a:pt x="1407021" y="1736816"/>
                  </a:lnTo>
                  <a:lnTo>
                    <a:pt x="1430306" y="1695273"/>
                  </a:lnTo>
                  <a:close/>
                  <a:moveTo>
                    <a:pt x="1435727" y="1641350"/>
                  </a:moveTo>
                  <a:lnTo>
                    <a:pt x="1403379" y="1594600"/>
                  </a:lnTo>
                  <a:lnTo>
                    <a:pt x="1383579" y="1623153"/>
                  </a:lnTo>
                  <a:close/>
                  <a:moveTo>
                    <a:pt x="1403379" y="1594600"/>
                  </a:moveTo>
                  <a:lnTo>
                    <a:pt x="1435727" y="1641350"/>
                  </a:lnTo>
                  <a:lnTo>
                    <a:pt x="1534333" y="1590354"/>
                  </a:lnTo>
                  <a:close/>
                  <a:moveTo>
                    <a:pt x="1149132" y="1392293"/>
                  </a:moveTo>
                  <a:lnTo>
                    <a:pt x="1123629" y="1325741"/>
                  </a:lnTo>
                  <a:lnTo>
                    <a:pt x="1118197" y="1317351"/>
                  </a:lnTo>
                  <a:close/>
                  <a:moveTo>
                    <a:pt x="1107573" y="1225896"/>
                  </a:moveTo>
                  <a:lnTo>
                    <a:pt x="1123629" y="1325741"/>
                  </a:lnTo>
                  <a:lnTo>
                    <a:pt x="1153233" y="1243526"/>
                  </a:lnTo>
                  <a:close/>
                  <a:moveTo>
                    <a:pt x="1107573" y="1225896"/>
                  </a:moveTo>
                  <a:lnTo>
                    <a:pt x="1118197" y="1317351"/>
                  </a:lnTo>
                  <a:lnTo>
                    <a:pt x="1123629" y="1325741"/>
                  </a:lnTo>
                  <a:close/>
                  <a:moveTo>
                    <a:pt x="1107573" y="1225896"/>
                  </a:moveTo>
                  <a:lnTo>
                    <a:pt x="1069646" y="1182802"/>
                  </a:lnTo>
                  <a:lnTo>
                    <a:pt x="1009683" y="1144794"/>
                  </a:lnTo>
                  <a:close/>
                  <a:moveTo>
                    <a:pt x="983412" y="1066060"/>
                  </a:moveTo>
                  <a:lnTo>
                    <a:pt x="928795" y="1079095"/>
                  </a:lnTo>
                  <a:lnTo>
                    <a:pt x="945567" y="1136327"/>
                  </a:lnTo>
                  <a:close/>
                  <a:moveTo>
                    <a:pt x="885202" y="1050511"/>
                  </a:moveTo>
                  <a:lnTo>
                    <a:pt x="998208" y="979159"/>
                  </a:lnTo>
                  <a:lnTo>
                    <a:pt x="926348" y="989147"/>
                  </a:lnTo>
                  <a:close/>
                  <a:moveTo>
                    <a:pt x="782725" y="946022"/>
                  </a:moveTo>
                  <a:lnTo>
                    <a:pt x="825803" y="996880"/>
                  </a:lnTo>
                  <a:lnTo>
                    <a:pt x="825574" y="973104"/>
                  </a:lnTo>
                  <a:close/>
                  <a:moveTo>
                    <a:pt x="23407" y="0"/>
                  </a:moveTo>
                  <a:lnTo>
                    <a:pt x="66248" y="92514"/>
                  </a:lnTo>
                  <a:lnTo>
                    <a:pt x="57959" y="10299"/>
                  </a:lnTo>
                  <a:close/>
                  <a:moveTo>
                    <a:pt x="2024899" y="2165969"/>
                  </a:moveTo>
                  <a:lnTo>
                    <a:pt x="2075794" y="2273886"/>
                  </a:lnTo>
                  <a:lnTo>
                    <a:pt x="2047732" y="2191670"/>
                  </a:lnTo>
                  <a:close/>
                  <a:moveTo>
                    <a:pt x="1901977" y="2105219"/>
                  </a:moveTo>
                  <a:lnTo>
                    <a:pt x="1978374" y="2135920"/>
                  </a:lnTo>
                  <a:lnTo>
                    <a:pt x="1920763" y="2109456"/>
                  </a:lnTo>
                  <a:close/>
                  <a:moveTo>
                    <a:pt x="2024899" y="2165969"/>
                  </a:moveTo>
                  <a:lnTo>
                    <a:pt x="1978374" y="2135920"/>
                  </a:lnTo>
                  <a:lnTo>
                    <a:pt x="1901977" y="2105219"/>
                  </a:lnTo>
                  <a:close/>
                  <a:moveTo>
                    <a:pt x="2024899" y="2165969"/>
                  </a:moveTo>
                  <a:lnTo>
                    <a:pt x="2047732" y="2191670"/>
                  </a:lnTo>
                  <a:lnTo>
                    <a:pt x="1978374" y="2135920"/>
                  </a:lnTo>
                  <a:close/>
                  <a:moveTo>
                    <a:pt x="1901977" y="2105219"/>
                  </a:moveTo>
                  <a:lnTo>
                    <a:pt x="1920763" y="2109456"/>
                  </a:lnTo>
                  <a:lnTo>
                    <a:pt x="1894592" y="2101331"/>
                  </a:lnTo>
                  <a:close/>
                  <a:moveTo>
                    <a:pt x="1640839" y="1780595"/>
                  </a:moveTo>
                  <a:lnTo>
                    <a:pt x="1668263" y="1812438"/>
                  </a:lnTo>
                  <a:lnTo>
                    <a:pt x="1677030" y="1766544"/>
                  </a:lnTo>
                  <a:close/>
                  <a:moveTo>
                    <a:pt x="1640839" y="1780595"/>
                  </a:moveTo>
                  <a:lnTo>
                    <a:pt x="1677030" y="1766544"/>
                  </a:lnTo>
                  <a:lnTo>
                    <a:pt x="1573634" y="1737297"/>
                  </a:lnTo>
                  <a:close/>
                  <a:moveTo>
                    <a:pt x="1573634" y="1737297"/>
                  </a:moveTo>
                  <a:lnTo>
                    <a:pt x="1677030" y="1766544"/>
                  </a:lnTo>
                  <a:lnTo>
                    <a:pt x="1699373" y="1713550"/>
                  </a:lnTo>
                  <a:close/>
                  <a:moveTo>
                    <a:pt x="1677030" y="1766544"/>
                  </a:moveTo>
                  <a:lnTo>
                    <a:pt x="1668263" y="1812438"/>
                  </a:lnTo>
                  <a:lnTo>
                    <a:pt x="1675197" y="1780595"/>
                  </a:lnTo>
                  <a:close/>
                  <a:moveTo>
                    <a:pt x="1074788" y="952273"/>
                  </a:moveTo>
                  <a:lnTo>
                    <a:pt x="998208" y="979159"/>
                  </a:lnTo>
                  <a:lnTo>
                    <a:pt x="1069842" y="968333"/>
                  </a:lnTo>
                  <a:close/>
                  <a:moveTo>
                    <a:pt x="1543668" y="1313911"/>
                  </a:moveTo>
                  <a:lnTo>
                    <a:pt x="1525809" y="1343283"/>
                  </a:lnTo>
                  <a:lnTo>
                    <a:pt x="1572647" y="1331083"/>
                  </a:lnTo>
                  <a:close/>
                  <a:moveTo>
                    <a:pt x="1563956" y="1270705"/>
                  </a:moveTo>
                  <a:lnTo>
                    <a:pt x="1594008" y="1319607"/>
                  </a:lnTo>
                  <a:lnTo>
                    <a:pt x="1636512" y="126332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34" name="Candidate_density__2033">
              <a:extLst>
                <a:ext uri="{FF2B5EF4-FFF2-40B4-BE49-F238E27FC236}">
                  <a16:creationId xmlns:a16="http://schemas.microsoft.com/office/drawing/2014/main" id="{91691ADD-638E-A2F3-C6E2-0D5A6D1AD3DD}"/>
                </a:ext>
              </a:extLst>
            </p:cNvPr>
            <p:cNvSpPr>
              <a:spLocks noGrp="1"/>
            </p:cNvSpPr>
            <p:nvPr/>
          </p:nvSpPr>
          <p:spPr>
            <a:xfrm>
              <a:off x="4776462" y="2202581"/>
              <a:ext cx="2088288" cy="3340969"/>
            </a:xfrm>
            <a:custGeom>
              <a:avLst/>
              <a:gdLst/>
              <a:ahLst/>
              <a:cxnLst/>
              <a:rect l="0" t="0" r="0" b="0"/>
              <a:pathLst>
                <a:path w="2088288" h="3340969">
                  <a:moveTo>
                    <a:pt x="600221" y="3320706"/>
                  </a:moveTo>
                  <a:lnTo>
                    <a:pt x="575433" y="3291484"/>
                  </a:lnTo>
                  <a:lnTo>
                    <a:pt x="522031" y="3307027"/>
                  </a:lnTo>
                  <a:close/>
                  <a:moveTo>
                    <a:pt x="133146" y="2752477"/>
                  </a:moveTo>
                  <a:lnTo>
                    <a:pt x="53929" y="2734956"/>
                  </a:lnTo>
                  <a:lnTo>
                    <a:pt x="0" y="2707123"/>
                  </a:lnTo>
                  <a:close/>
                  <a:moveTo>
                    <a:pt x="653536" y="3295366"/>
                  </a:moveTo>
                  <a:lnTo>
                    <a:pt x="643902" y="3333802"/>
                  </a:lnTo>
                  <a:lnTo>
                    <a:pt x="663199" y="3340969"/>
                  </a:lnTo>
                  <a:close/>
                  <a:moveTo>
                    <a:pt x="200819" y="2511635"/>
                  </a:moveTo>
                  <a:lnTo>
                    <a:pt x="273138" y="2503367"/>
                  </a:lnTo>
                  <a:lnTo>
                    <a:pt x="308597" y="2434779"/>
                  </a:lnTo>
                  <a:close/>
                  <a:moveTo>
                    <a:pt x="889412" y="3069336"/>
                  </a:moveTo>
                  <a:lnTo>
                    <a:pt x="911101" y="3064911"/>
                  </a:lnTo>
                  <a:lnTo>
                    <a:pt x="888568" y="3054063"/>
                  </a:lnTo>
                  <a:close/>
                  <a:moveTo>
                    <a:pt x="919283" y="3045052"/>
                  </a:moveTo>
                  <a:lnTo>
                    <a:pt x="911101" y="3064911"/>
                  </a:lnTo>
                  <a:lnTo>
                    <a:pt x="917652" y="3054063"/>
                  </a:lnTo>
                  <a:close/>
                  <a:moveTo>
                    <a:pt x="321104" y="2227479"/>
                  </a:moveTo>
                  <a:lnTo>
                    <a:pt x="267978" y="2210077"/>
                  </a:lnTo>
                  <a:lnTo>
                    <a:pt x="250738" y="2267868"/>
                  </a:lnTo>
                  <a:close/>
                  <a:moveTo>
                    <a:pt x="283675" y="2112355"/>
                  </a:moveTo>
                  <a:lnTo>
                    <a:pt x="336389" y="20942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36389" y="2094244"/>
                  </a:lnTo>
                  <a:lnTo>
                    <a:pt x="282094" y="2098509"/>
                  </a:lnTo>
                  <a:close/>
                  <a:moveTo>
                    <a:pt x="344758" y="2108156"/>
                  </a:moveTo>
                  <a:lnTo>
                    <a:pt x="342380" y="21166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46273" y="2111260"/>
                  </a:lnTo>
                  <a:lnTo>
                    <a:pt x="336389" y="2094244"/>
                  </a:lnTo>
                  <a:close/>
                  <a:moveTo>
                    <a:pt x="1195611" y="2431866"/>
                  </a:moveTo>
                  <a:lnTo>
                    <a:pt x="1271202" y="2435829"/>
                  </a:lnTo>
                  <a:lnTo>
                    <a:pt x="1330221" y="2441289"/>
                  </a:lnTo>
                  <a:close/>
                  <a:moveTo>
                    <a:pt x="1330221" y="2441289"/>
                  </a:moveTo>
                  <a:lnTo>
                    <a:pt x="1271202" y="2435829"/>
                  </a:lnTo>
                  <a:lnTo>
                    <a:pt x="1402466" y="2432742"/>
                  </a:lnTo>
                  <a:close/>
                  <a:moveTo>
                    <a:pt x="1375047" y="2393684"/>
                  </a:moveTo>
                  <a:lnTo>
                    <a:pt x="1251141" y="2424282"/>
                  </a:lnTo>
                  <a:lnTo>
                    <a:pt x="1330221" y="2441289"/>
                  </a:lnTo>
                  <a:close/>
                  <a:moveTo>
                    <a:pt x="1375047" y="2393684"/>
                  </a:moveTo>
                  <a:lnTo>
                    <a:pt x="1408913" y="2349399"/>
                  </a:lnTo>
                  <a:lnTo>
                    <a:pt x="1376282" y="2330153"/>
                  </a:lnTo>
                  <a:close/>
                  <a:moveTo>
                    <a:pt x="1402466" y="2432742"/>
                  </a:moveTo>
                  <a:lnTo>
                    <a:pt x="1408913" y="2349399"/>
                  </a:lnTo>
                  <a:lnTo>
                    <a:pt x="1375047" y="2393684"/>
                  </a:lnTo>
                  <a:close/>
                  <a:moveTo>
                    <a:pt x="1330221" y="2441289"/>
                  </a:moveTo>
                  <a:lnTo>
                    <a:pt x="1402466" y="2432742"/>
                  </a:lnTo>
                  <a:lnTo>
                    <a:pt x="1375047" y="2393684"/>
                  </a:lnTo>
                  <a:close/>
                  <a:moveTo>
                    <a:pt x="915184" y="1847278"/>
                  </a:moveTo>
                  <a:lnTo>
                    <a:pt x="939340" y="1927732"/>
                  </a:lnTo>
                  <a:lnTo>
                    <a:pt x="949632" y="1957514"/>
                  </a:lnTo>
                  <a:close/>
                  <a:moveTo>
                    <a:pt x="1296803" y="2079673"/>
                  </a:moveTo>
                  <a:lnTo>
                    <a:pt x="1222451" y="1979436"/>
                  </a:lnTo>
                  <a:lnTo>
                    <a:pt x="1247647" y="2059045"/>
                  </a:lnTo>
                  <a:close/>
                  <a:moveTo>
                    <a:pt x="1404388" y="1852617"/>
                  </a:moveTo>
                  <a:lnTo>
                    <a:pt x="1318934" y="1961589"/>
                  </a:lnTo>
                  <a:lnTo>
                    <a:pt x="1408675" y="1949223"/>
                  </a:lnTo>
                  <a:close/>
                  <a:moveTo>
                    <a:pt x="1404388" y="1852617"/>
                  </a:moveTo>
                  <a:lnTo>
                    <a:pt x="1387306" y="1766412"/>
                  </a:lnTo>
                  <a:lnTo>
                    <a:pt x="1373097" y="1842205"/>
                  </a:lnTo>
                  <a:close/>
                  <a:moveTo>
                    <a:pt x="1387306" y="1766412"/>
                  </a:moveTo>
                  <a:lnTo>
                    <a:pt x="1386534" y="1759990"/>
                  </a:lnTo>
                  <a:lnTo>
                    <a:pt x="1373097" y="1842205"/>
                  </a:lnTo>
                  <a:close/>
                  <a:moveTo>
                    <a:pt x="1872549" y="2499926"/>
                  </a:moveTo>
                  <a:lnTo>
                    <a:pt x="1879042" y="2454346"/>
                  </a:lnTo>
                  <a:lnTo>
                    <a:pt x="1882760" y="2406723"/>
                  </a:lnTo>
                  <a:close/>
                  <a:moveTo>
                    <a:pt x="2002955" y="2423774"/>
                  </a:moveTo>
                  <a:lnTo>
                    <a:pt x="1879042" y="2454346"/>
                  </a:lnTo>
                  <a:lnTo>
                    <a:pt x="1958357" y="2472232"/>
                  </a:lnTo>
                  <a:close/>
                  <a:moveTo>
                    <a:pt x="2002955" y="2423774"/>
                  </a:moveTo>
                  <a:lnTo>
                    <a:pt x="1958357" y="2472232"/>
                  </a:lnTo>
                  <a:lnTo>
                    <a:pt x="2070473" y="2397554"/>
                  </a:lnTo>
                  <a:close/>
                  <a:moveTo>
                    <a:pt x="1453351" y="1912903"/>
                  </a:moveTo>
                  <a:lnTo>
                    <a:pt x="1528650" y="1980263"/>
                  </a:lnTo>
                  <a:lnTo>
                    <a:pt x="1548542" y="1968198"/>
                  </a:lnTo>
                  <a:close/>
                  <a:moveTo>
                    <a:pt x="1446118" y="1803769"/>
                  </a:moveTo>
                  <a:lnTo>
                    <a:pt x="1373097" y="1842205"/>
                  </a:lnTo>
                  <a:lnTo>
                    <a:pt x="1386534" y="1759990"/>
                  </a:lnTo>
                  <a:close/>
                  <a:moveTo>
                    <a:pt x="1408088" y="1721553"/>
                  </a:moveTo>
                  <a:lnTo>
                    <a:pt x="1446118" y="1803769"/>
                  </a:lnTo>
                  <a:lnTo>
                    <a:pt x="1386534" y="1759990"/>
                  </a:lnTo>
                  <a:close/>
                  <a:moveTo>
                    <a:pt x="1386534" y="1759990"/>
                  </a:moveTo>
                  <a:lnTo>
                    <a:pt x="1390508" y="1742428"/>
                  </a:lnTo>
                  <a:lnTo>
                    <a:pt x="1431372" y="1680010"/>
                  </a:lnTo>
                  <a:close/>
                  <a:moveTo>
                    <a:pt x="6798" y="191518"/>
                  </a:moveTo>
                  <a:lnTo>
                    <a:pt x="29214" y="197903"/>
                  </a:lnTo>
                  <a:lnTo>
                    <a:pt x="37799" y="92223"/>
                  </a:lnTo>
                  <a:close/>
                  <a:moveTo>
                    <a:pt x="84868" y="96323"/>
                  </a:moveTo>
                  <a:lnTo>
                    <a:pt x="80230" y="0"/>
                  </a:lnTo>
                  <a:lnTo>
                    <a:pt x="67315" y="77251"/>
                  </a:lnTo>
                  <a:close/>
                  <a:moveTo>
                    <a:pt x="2088288" y="2360816"/>
                  </a:moveTo>
                  <a:lnTo>
                    <a:pt x="2002955" y="2423774"/>
                  </a:lnTo>
                  <a:lnTo>
                    <a:pt x="2070473" y="2397554"/>
                  </a:lnTo>
                  <a:close/>
                  <a:moveTo>
                    <a:pt x="2087592" y="2261290"/>
                  </a:moveTo>
                  <a:lnTo>
                    <a:pt x="2088288" y="2360816"/>
                  </a:lnTo>
                  <a:lnTo>
                    <a:pt x="2080705" y="2379274"/>
                  </a:lnTo>
                  <a:close/>
                  <a:moveTo>
                    <a:pt x="1640243" y="1882148"/>
                  </a:moveTo>
                  <a:lnTo>
                    <a:pt x="1624200" y="1968198"/>
                  </a:lnTo>
                  <a:lnTo>
                    <a:pt x="1640224" y="1903553"/>
                  </a:lnTo>
                  <a:close/>
                  <a:moveTo>
                    <a:pt x="1604268" y="1950894"/>
                  </a:moveTo>
                  <a:lnTo>
                    <a:pt x="1624200" y="1968198"/>
                  </a:lnTo>
                  <a:lnTo>
                    <a:pt x="1640243" y="1882148"/>
                  </a:lnTo>
                  <a:close/>
                  <a:moveTo>
                    <a:pt x="1676263" y="1765332"/>
                  </a:moveTo>
                  <a:lnTo>
                    <a:pt x="1669330" y="1797175"/>
                  </a:lnTo>
                  <a:lnTo>
                    <a:pt x="1638414" y="1885983"/>
                  </a:lnTo>
                  <a:close/>
                  <a:moveTo>
                    <a:pt x="1697315" y="1683117"/>
                  </a:moveTo>
                  <a:lnTo>
                    <a:pt x="1723150" y="1644681"/>
                  </a:lnTo>
                  <a:lnTo>
                    <a:pt x="1676263" y="1765332"/>
                  </a:lnTo>
                  <a:close/>
                  <a:moveTo>
                    <a:pt x="1449874" y="1318781"/>
                  </a:moveTo>
                  <a:lnTo>
                    <a:pt x="1442940" y="1320813"/>
                  </a:lnTo>
                  <a:lnTo>
                    <a:pt x="1484408" y="1384443"/>
                  </a:lnTo>
                  <a:close/>
                  <a:moveTo>
                    <a:pt x="1015967" y="925106"/>
                  </a:moveTo>
                  <a:lnTo>
                    <a:pt x="1029812" y="904745"/>
                  </a:lnTo>
                  <a:lnTo>
                    <a:pt x="999275" y="96389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35" name="Candidate_density__2034">
              <a:extLst>
                <a:ext uri="{FF2B5EF4-FFF2-40B4-BE49-F238E27FC236}">
                  <a16:creationId xmlns:a16="http://schemas.microsoft.com/office/drawing/2014/main" id="{ECB92D51-8E2A-026C-5861-D3574EF32BB0}"/>
                </a:ext>
              </a:extLst>
            </p:cNvPr>
            <p:cNvSpPr>
              <a:spLocks noGrp="1"/>
            </p:cNvSpPr>
            <p:nvPr/>
          </p:nvSpPr>
          <p:spPr>
            <a:xfrm>
              <a:off x="4690193" y="2197617"/>
              <a:ext cx="2174558" cy="3177014"/>
            </a:xfrm>
            <a:custGeom>
              <a:avLst/>
              <a:gdLst/>
              <a:ahLst/>
              <a:cxnLst/>
              <a:rect l="0" t="0" r="0" b="0"/>
              <a:pathLst>
                <a:path w="2174558" h="3177014">
                  <a:moveTo>
                    <a:pt x="551218" y="3177014"/>
                  </a:moveTo>
                  <a:lnTo>
                    <a:pt x="562537" y="3128311"/>
                  </a:lnTo>
                  <a:lnTo>
                    <a:pt x="526514" y="3097006"/>
                  </a:lnTo>
                  <a:close/>
                  <a:moveTo>
                    <a:pt x="286472" y="2724824"/>
                  </a:moveTo>
                  <a:lnTo>
                    <a:pt x="233788" y="2763261"/>
                  </a:lnTo>
                  <a:lnTo>
                    <a:pt x="301368" y="2785191"/>
                  </a:lnTo>
                  <a:close/>
                  <a:moveTo>
                    <a:pt x="325372" y="2681046"/>
                  </a:moveTo>
                  <a:lnTo>
                    <a:pt x="261522" y="2636213"/>
                  </a:lnTo>
                  <a:lnTo>
                    <a:pt x="326078" y="2642609"/>
                  </a:lnTo>
                  <a:close/>
                  <a:moveTo>
                    <a:pt x="261522" y="2636213"/>
                  </a:moveTo>
                  <a:lnTo>
                    <a:pt x="189758" y="2588453"/>
                  </a:lnTo>
                  <a:lnTo>
                    <a:pt x="242662" y="2629155"/>
                  </a:lnTo>
                  <a:close/>
                  <a:moveTo>
                    <a:pt x="0" y="2421355"/>
                  </a:moveTo>
                  <a:lnTo>
                    <a:pt x="65240" y="2516616"/>
                  </a:lnTo>
                  <a:lnTo>
                    <a:pt x="111786" y="2418489"/>
                  </a:lnTo>
                  <a:close/>
                  <a:moveTo>
                    <a:pt x="73169" y="2489310"/>
                  </a:moveTo>
                  <a:lnTo>
                    <a:pt x="153396" y="2510607"/>
                  </a:lnTo>
                  <a:lnTo>
                    <a:pt x="192405" y="2441252"/>
                  </a:lnTo>
                  <a:close/>
                  <a:moveTo>
                    <a:pt x="111786" y="2418489"/>
                  </a:moveTo>
                  <a:lnTo>
                    <a:pt x="73169" y="2489310"/>
                  </a:lnTo>
                  <a:lnTo>
                    <a:pt x="192405" y="2441252"/>
                  </a:lnTo>
                  <a:close/>
                  <a:moveTo>
                    <a:pt x="384935" y="2807040"/>
                  </a:moveTo>
                  <a:lnTo>
                    <a:pt x="409348" y="2831391"/>
                  </a:lnTo>
                  <a:lnTo>
                    <a:pt x="452999" y="2858253"/>
                  </a:lnTo>
                  <a:close/>
                  <a:moveTo>
                    <a:pt x="619557" y="2923673"/>
                  </a:moveTo>
                  <a:lnTo>
                    <a:pt x="563009" y="2867151"/>
                  </a:lnTo>
                  <a:lnTo>
                    <a:pt x="553192" y="2889254"/>
                  </a:lnTo>
                  <a:close/>
                  <a:moveTo>
                    <a:pt x="720751" y="2960187"/>
                  </a:moveTo>
                  <a:lnTo>
                    <a:pt x="698022" y="2933033"/>
                  </a:lnTo>
                  <a:lnTo>
                    <a:pt x="697604" y="2936819"/>
                  </a:lnTo>
                  <a:close/>
                  <a:moveTo>
                    <a:pt x="697604" y="2936819"/>
                  </a:moveTo>
                  <a:lnTo>
                    <a:pt x="676020" y="2919576"/>
                  </a:lnTo>
                  <a:lnTo>
                    <a:pt x="619557" y="2923673"/>
                  </a:lnTo>
                  <a:close/>
                  <a:moveTo>
                    <a:pt x="228888" y="2478179"/>
                  </a:moveTo>
                  <a:lnTo>
                    <a:pt x="287089" y="2516599"/>
                  </a:lnTo>
                  <a:lnTo>
                    <a:pt x="273140" y="2439743"/>
                  </a:lnTo>
                  <a:close/>
                  <a:moveTo>
                    <a:pt x="91069" y="2231534"/>
                  </a:moveTo>
                  <a:lnTo>
                    <a:pt x="77380" y="2118761"/>
                  </a:lnTo>
                  <a:lnTo>
                    <a:pt x="87336" y="2210759"/>
                  </a:lnTo>
                  <a:close/>
                  <a:moveTo>
                    <a:pt x="974838" y="3059027"/>
                  </a:moveTo>
                  <a:lnTo>
                    <a:pt x="914234" y="2976812"/>
                  </a:lnTo>
                  <a:lnTo>
                    <a:pt x="946215" y="3093815"/>
                  </a:lnTo>
                  <a:close/>
                  <a:moveTo>
                    <a:pt x="714939" y="2764727"/>
                  </a:moveTo>
                  <a:lnTo>
                    <a:pt x="739530" y="2663166"/>
                  </a:lnTo>
                  <a:lnTo>
                    <a:pt x="618515" y="2686388"/>
                  </a:lnTo>
                  <a:close/>
                  <a:moveTo>
                    <a:pt x="612306" y="2681359"/>
                  </a:moveTo>
                  <a:lnTo>
                    <a:pt x="575131" y="2605822"/>
                  </a:lnTo>
                  <a:lnTo>
                    <a:pt x="525974" y="2637233"/>
                  </a:lnTo>
                  <a:close/>
                  <a:moveTo>
                    <a:pt x="284308" y="2291000"/>
                  </a:moveTo>
                  <a:lnTo>
                    <a:pt x="405468" y="2250136"/>
                  </a:lnTo>
                  <a:lnTo>
                    <a:pt x="337008" y="2272832"/>
                  </a:lnTo>
                  <a:close/>
                  <a:moveTo>
                    <a:pt x="337008" y="2272832"/>
                  </a:moveTo>
                  <a:lnTo>
                    <a:pt x="265714" y="2275312"/>
                  </a:lnTo>
                  <a:lnTo>
                    <a:pt x="284308" y="2291000"/>
                  </a:lnTo>
                  <a:close/>
                  <a:moveTo>
                    <a:pt x="260716" y="2330581"/>
                  </a:moveTo>
                  <a:lnTo>
                    <a:pt x="265714" y="2275312"/>
                  </a:lnTo>
                  <a:lnTo>
                    <a:pt x="337008" y="2272832"/>
                  </a:lnTo>
                  <a:close/>
                  <a:moveTo>
                    <a:pt x="168276" y="2154661"/>
                  </a:moveTo>
                  <a:lnTo>
                    <a:pt x="165050" y="2123775"/>
                  </a:lnTo>
                  <a:lnTo>
                    <a:pt x="205837" y="2175012"/>
                  </a:lnTo>
                  <a:close/>
                  <a:moveTo>
                    <a:pt x="127696" y="2110882"/>
                  </a:moveTo>
                  <a:lnTo>
                    <a:pt x="165050" y="2123775"/>
                  </a:lnTo>
                  <a:lnTo>
                    <a:pt x="168276" y="2154661"/>
                  </a:lnTo>
                  <a:close/>
                  <a:moveTo>
                    <a:pt x="741417" y="2455019"/>
                  </a:moveTo>
                  <a:lnTo>
                    <a:pt x="720166" y="2445085"/>
                  </a:lnTo>
                  <a:lnTo>
                    <a:pt x="714271" y="2565086"/>
                  </a:lnTo>
                  <a:close/>
                  <a:moveTo>
                    <a:pt x="656644" y="2416728"/>
                  </a:moveTo>
                  <a:lnTo>
                    <a:pt x="586581" y="2433429"/>
                  </a:lnTo>
                  <a:lnTo>
                    <a:pt x="567765" y="2401306"/>
                  </a:lnTo>
                  <a:close/>
                  <a:moveTo>
                    <a:pt x="407373" y="2232443"/>
                  </a:moveTo>
                  <a:lnTo>
                    <a:pt x="337008" y="2272832"/>
                  </a:lnTo>
                  <a:lnTo>
                    <a:pt x="405468" y="2250136"/>
                  </a:lnTo>
                  <a:close/>
                  <a:moveTo>
                    <a:pt x="407373" y="2232443"/>
                  </a:moveTo>
                  <a:lnTo>
                    <a:pt x="428649" y="2121608"/>
                  </a:lnTo>
                  <a:lnTo>
                    <a:pt x="364769" y="2161425"/>
                  </a:lnTo>
                  <a:close/>
                  <a:moveTo>
                    <a:pt x="432543" y="2116224"/>
                  </a:moveTo>
                  <a:lnTo>
                    <a:pt x="428649" y="2121608"/>
                  </a:lnTo>
                  <a:lnTo>
                    <a:pt x="452669" y="2236876"/>
                  </a:lnTo>
                  <a:close/>
                  <a:moveTo>
                    <a:pt x="405810" y="2154661"/>
                  </a:moveTo>
                  <a:lnTo>
                    <a:pt x="432543" y="2116224"/>
                  </a:lnTo>
                  <a:lnTo>
                    <a:pt x="452669" y="2236876"/>
                  </a:lnTo>
                  <a:close/>
                  <a:moveTo>
                    <a:pt x="720166" y="2445085"/>
                  </a:moveTo>
                  <a:lnTo>
                    <a:pt x="741417" y="2455019"/>
                  </a:lnTo>
                  <a:lnTo>
                    <a:pt x="749177" y="2436615"/>
                  </a:lnTo>
                  <a:close/>
                  <a:moveTo>
                    <a:pt x="751235" y="2445085"/>
                  </a:moveTo>
                  <a:lnTo>
                    <a:pt x="749177" y="2436615"/>
                  </a:lnTo>
                  <a:lnTo>
                    <a:pt x="741417" y="2455019"/>
                  </a:lnTo>
                  <a:close/>
                  <a:moveTo>
                    <a:pt x="771344" y="2351709"/>
                  </a:moveTo>
                  <a:lnTo>
                    <a:pt x="749177" y="2436615"/>
                  </a:lnTo>
                  <a:lnTo>
                    <a:pt x="751235" y="2445085"/>
                  </a:lnTo>
                  <a:close/>
                  <a:moveTo>
                    <a:pt x="751235" y="2445085"/>
                  </a:moveTo>
                  <a:lnTo>
                    <a:pt x="762934" y="2362869"/>
                  </a:lnTo>
                  <a:lnTo>
                    <a:pt x="771344" y="2351709"/>
                  </a:lnTo>
                  <a:close/>
                  <a:moveTo>
                    <a:pt x="724878" y="2324433"/>
                  </a:moveTo>
                  <a:lnTo>
                    <a:pt x="753254" y="2284073"/>
                  </a:lnTo>
                  <a:lnTo>
                    <a:pt x="679247" y="2332783"/>
                  </a:lnTo>
                  <a:close/>
                  <a:moveTo>
                    <a:pt x="547573" y="1995573"/>
                  </a:moveTo>
                  <a:lnTo>
                    <a:pt x="576016" y="2115272"/>
                  </a:lnTo>
                  <a:lnTo>
                    <a:pt x="614027" y="2042187"/>
                  </a:lnTo>
                  <a:close/>
                  <a:moveTo>
                    <a:pt x="472291" y="2006117"/>
                  </a:moveTo>
                  <a:lnTo>
                    <a:pt x="430129" y="1913666"/>
                  </a:lnTo>
                  <a:lnTo>
                    <a:pt x="421343" y="1951794"/>
                  </a:lnTo>
                  <a:close/>
                  <a:moveTo>
                    <a:pt x="430750" y="1914261"/>
                  </a:moveTo>
                  <a:lnTo>
                    <a:pt x="430129" y="1913666"/>
                  </a:lnTo>
                  <a:lnTo>
                    <a:pt x="472291" y="2006117"/>
                  </a:lnTo>
                  <a:close/>
                  <a:moveTo>
                    <a:pt x="522328" y="1977995"/>
                  </a:moveTo>
                  <a:lnTo>
                    <a:pt x="430750" y="1914261"/>
                  </a:lnTo>
                  <a:lnTo>
                    <a:pt x="472291" y="2006117"/>
                  </a:lnTo>
                  <a:close/>
                  <a:moveTo>
                    <a:pt x="421343" y="1951794"/>
                  </a:moveTo>
                  <a:lnTo>
                    <a:pt x="430129" y="1913666"/>
                  </a:lnTo>
                  <a:lnTo>
                    <a:pt x="375019" y="1858377"/>
                  </a:lnTo>
                  <a:close/>
                  <a:moveTo>
                    <a:pt x="919343" y="2519550"/>
                  </a:moveTo>
                  <a:lnTo>
                    <a:pt x="967573" y="2580432"/>
                  </a:lnTo>
                  <a:lnTo>
                    <a:pt x="860238" y="2507009"/>
                  </a:lnTo>
                  <a:close/>
                  <a:moveTo>
                    <a:pt x="430750" y="1914261"/>
                  </a:moveTo>
                  <a:lnTo>
                    <a:pt x="522328" y="1977995"/>
                  </a:lnTo>
                  <a:lnTo>
                    <a:pt x="562186" y="1911816"/>
                  </a:lnTo>
                  <a:close/>
                  <a:moveTo>
                    <a:pt x="621301" y="1854183"/>
                  </a:moveTo>
                  <a:lnTo>
                    <a:pt x="601149" y="1795722"/>
                  </a:lnTo>
                  <a:lnTo>
                    <a:pt x="601894" y="1792706"/>
                  </a:lnTo>
                  <a:close/>
                  <a:moveTo>
                    <a:pt x="616369" y="1754269"/>
                  </a:moveTo>
                  <a:lnTo>
                    <a:pt x="621301" y="1854183"/>
                  </a:lnTo>
                  <a:lnTo>
                    <a:pt x="601894" y="1792706"/>
                  </a:lnTo>
                  <a:close/>
                  <a:moveTo>
                    <a:pt x="601894" y="1792706"/>
                  </a:moveTo>
                  <a:lnTo>
                    <a:pt x="554222" y="1710491"/>
                  </a:lnTo>
                  <a:lnTo>
                    <a:pt x="616369" y="1754269"/>
                  </a:lnTo>
                  <a:close/>
                  <a:moveTo>
                    <a:pt x="1337411" y="2429246"/>
                  </a:moveTo>
                  <a:lnTo>
                    <a:pt x="1281881" y="2436830"/>
                  </a:lnTo>
                  <a:lnTo>
                    <a:pt x="1416491" y="2446254"/>
                  </a:lnTo>
                  <a:close/>
                  <a:moveTo>
                    <a:pt x="1037004" y="1984025"/>
                  </a:moveTo>
                  <a:lnTo>
                    <a:pt x="1035902" y="1962478"/>
                  </a:lnTo>
                  <a:lnTo>
                    <a:pt x="1039950" y="2044693"/>
                  </a:lnTo>
                  <a:close/>
                  <a:moveTo>
                    <a:pt x="1495183" y="2354363"/>
                  </a:moveTo>
                  <a:lnTo>
                    <a:pt x="1464445" y="2279260"/>
                  </a:lnTo>
                  <a:lnTo>
                    <a:pt x="1462552" y="2335117"/>
                  </a:lnTo>
                  <a:close/>
                  <a:moveTo>
                    <a:pt x="1464445" y="2279260"/>
                  </a:moveTo>
                  <a:lnTo>
                    <a:pt x="1458220" y="2252902"/>
                  </a:lnTo>
                  <a:lnTo>
                    <a:pt x="1462552" y="2335117"/>
                  </a:lnTo>
                  <a:close/>
                  <a:moveTo>
                    <a:pt x="1401428" y="2174733"/>
                  </a:moveTo>
                  <a:lnTo>
                    <a:pt x="1383421" y="2184447"/>
                  </a:lnTo>
                  <a:lnTo>
                    <a:pt x="1397034" y="2170687"/>
                  </a:lnTo>
                  <a:close/>
                  <a:moveTo>
                    <a:pt x="1025609" y="1932696"/>
                  </a:moveTo>
                  <a:lnTo>
                    <a:pt x="1039950" y="2044693"/>
                  </a:lnTo>
                  <a:lnTo>
                    <a:pt x="1035902" y="1962478"/>
                  </a:lnTo>
                  <a:close/>
                  <a:moveTo>
                    <a:pt x="1333917" y="2064009"/>
                  </a:moveTo>
                  <a:lnTo>
                    <a:pt x="1352081" y="2149334"/>
                  </a:lnTo>
                  <a:lnTo>
                    <a:pt x="1383073" y="2084637"/>
                  </a:lnTo>
                  <a:close/>
                  <a:moveTo>
                    <a:pt x="1383073" y="2084637"/>
                  </a:moveTo>
                  <a:lnTo>
                    <a:pt x="1400417" y="1967821"/>
                  </a:lnTo>
                  <a:lnTo>
                    <a:pt x="1308721" y="1984400"/>
                  </a:lnTo>
                  <a:close/>
                  <a:moveTo>
                    <a:pt x="1494945" y="1954187"/>
                  </a:moveTo>
                  <a:lnTo>
                    <a:pt x="1403931" y="1968889"/>
                  </a:lnTo>
                  <a:lnTo>
                    <a:pt x="1484907" y="1992987"/>
                  </a:lnTo>
                  <a:close/>
                  <a:moveTo>
                    <a:pt x="1494945" y="1954187"/>
                  </a:moveTo>
                  <a:lnTo>
                    <a:pt x="1405204" y="1966554"/>
                  </a:lnTo>
                  <a:lnTo>
                    <a:pt x="1403931" y="1968889"/>
                  </a:lnTo>
                  <a:close/>
                  <a:moveTo>
                    <a:pt x="1459367" y="1847169"/>
                  </a:moveTo>
                  <a:lnTo>
                    <a:pt x="1433563" y="1864478"/>
                  </a:lnTo>
                  <a:lnTo>
                    <a:pt x="1490658" y="1857581"/>
                  </a:lnTo>
                  <a:close/>
                  <a:moveTo>
                    <a:pt x="1490658" y="1857581"/>
                  </a:moveTo>
                  <a:lnTo>
                    <a:pt x="1433563" y="1864478"/>
                  </a:lnTo>
                  <a:lnTo>
                    <a:pt x="1405204" y="1966554"/>
                  </a:lnTo>
                  <a:close/>
                  <a:moveTo>
                    <a:pt x="162090" y="285082"/>
                  </a:moveTo>
                  <a:lnTo>
                    <a:pt x="114237" y="323518"/>
                  </a:lnTo>
                  <a:lnTo>
                    <a:pt x="172611" y="367297"/>
                  </a:lnTo>
                  <a:close/>
                  <a:moveTo>
                    <a:pt x="63182" y="241304"/>
                  </a:moveTo>
                  <a:lnTo>
                    <a:pt x="114237" y="323518"/>
                  </a:lnTo>
                  <a:lnTo>
                    <a:pt x="162090" y="285082"/>
                  </a:lnTo>
                  <a:close/>
                  <a:moveTo>
                    <a:pt x="63182" y="241304"/>
                  </a:moveTo>
                  <a:lnTo>
                    <a:pt x="162090" y="285082"/>
                  </a:lnTo>
                  <a:lnTo>
                    <a:pt x="115484" y="202867"/>
                  </a:lnTo>
                  <a:close/>
                  <a:moveTo>
                    <a:pt x="1969029" y="2411687"/>
                  </a:moveTo>
                  <a:lnTo>
                    <a:pt x="1913783" y="2396009"/>
                  </a:lnTo>
                  <a:lnTo>
                    <a:pt x="1958819" y="2504890"/>
                  </a:lnTo>
                  <a:close/>
                  <a:moveTo>
                    <a:pt x="1969029" y="2411687"/>
                  </a:moveTo>
                  <a:lnTo>
                    <a:pt x="1965312" y="2459310"/>
                  </a:lnTo>
                  <a:lnTo>
                    <a:pt x="2089225" y="2428739"/>
                  </a:lnTo>
                  <a:close/>
                  <a:moveTo>
                    <a:pt x="1737253" y="1978471"/>
                  </a:moveTo>
                  <a:lnTo>
                    <a:pt x="1710470" y="1973163"/>
                  </a:lnTo>
                  <a:lnTo>
                    <a:pt x="1675456" y="1996358"/>
                  </a:lnTo>
                  <a:close/>
                  <a:moveTo>
                    <a:pt x="1477369" y="1907885"/>
                  </a:moveTo>
                  <a:lnTo>
                    <a:pt x="1433563" y="1864478"/>
                  </a:lnTo>
                  <a:lnTo>
                    <a:pt x="1459367" y="1847169"/>
                  </a:lnTo>
                  <a:close/>
                  <a:moveTo>
                    <a:pt x="1494358" y="1726517"/>
                  </a:moveTo>
                  <a:lnTo>
                    <a:pt x="1472804" y="1764954"/>
                  </a:lnTo>
                  <a:lnTo>
                    <a:pt x="1517642" y="1684974"/>
                  </a:lnTo>
                  <a:close/>
                  <a:moveTo>
                    <a:pt x="206769" y="272503"/>
                  </a:moveTo>
                  <a:lnTo>
                    <a:pt x="226224" y="367297"/>
                  </a:lnTo>
                  <a:lnTo>
                    <a:pt x="218017" y="285082"/>
                  </a:lnTo>
                  <a:close/>
                  <a:moveTo>
                    <a:pt x="171137" y="101287"/>
                  </a:moveTo>
                  <a:lnTo>
                    <a:pt x="115484" y="202867"/>
                  </a:lnTo>
                  <a:lnTo>
                    <a:pt x="183146" y="191615"/>
                  </a:lnTo>
                  <a:close/>
                  <a:moveTo>
                    <a:pt x="171137" y="101287"/>
                  </a:moveTo>
                  <a:lnTo>
                    <a:pt x="183146" y="191615"/>
                  </a:lnTo>
                  <a:lnTo>
                    <a:pt x="211285" y="202867"/>
                  </a:lnTo>
                  <a:close/>
                  <a:moveTo>
                    <a:pt x="166500" y="4964"/>
                  </a:moveTo>
                  <a:lnTo>
                    <a:pt x="145296" y="0"/>
                  </a:lnTo>
                  <a:lnTo>
                    <a:pt x="153585" y="82215"/>
                  </a:lnTo>
                  <a:close/>
                  <a:moveTo>
                    <a:pt x="2174558" y="2365780"/>
                  </a:moveTo>
                  <a:lnTo>
                    <a:pt x="2108417" y="2358959"/>
                  </a:lnTo>
                  <a:lnTo>
                    <a:pt x="2089225" y="2428739"/>
                  </a:lnTo>
                  <a:close/>
                  <a:moveTo>
                    <a:pt x="2173861" y="2266254"/>
                  </a:moveTo>
                  <a:lnTo>
                    <a:pt x="2108417" y="2358959"/>
                  </a:lnTo>
                  <a:lnTo>
                    <a:pt x="2174558" y="2365780"/>
                  </a:lnTo>
                  <a:close/>
                  <a:moveTo>
                    <a:pt x="1473203" y="1523651"/>
                  </a:moveTo>
                  <a:lnTo>
                    <a:pt x="1490716" y="1584301"/>
                  </a:lnTo>
                  <a:lnTo>
                    <a:pt x="1475876" y="1562087"/>
                  </a:lnTo>
                  <a:close/>
                  <a:moveTo>
                    <a:pt x="1470915" y="1612854"/>
                  </a:moveTo>
                  <a:lnTo>
                    <a:pt x="1490716" y="1584301"/>
                  </a:lnTo>
                  <a:lnTo>
                    <a:pt x="1473203" y="1523651"/>
                  </a:lnTo>
                  <a:close/>
                  <a:moveTo>
                    <a:pt x="1097020" y="1134495"/>
                  </a:moveTo>
                  <a:lnTo>
                    <a:pt x="1156983" y="1172503"/>
                  </a:lnTo>
                  <a:lnTo>
                    <a:pt x="1121810" y="1151011"/>
                  </a:lnTo>
                  <a:close/>
                  <a:moveTo>
                    <a:pt x="1097020" y="1134495"/>
                  </a:moveTo>
                  <a:lnTo>
                    <a:pt x="1070749" y="1055762"/>
                  </a:lnTo>
                  <a:lnTo>
                    <a:pt x="1032904" y="1126029"/>
                  </a:lnTo>
                  <a:close/>
                  <a:moveTo>
                    <a:pt x="1070749" y="1055762"/>
                  </a:moveTo>
                  <a:lnTo>
                    <a:pt x="1121810" y="1151011"/>
                  </a:lnTo>
                  <a:lnTo>
                    <a:pt x="1108224" y="1068796"/>
                  </a:lnTo>
                  <a:close/>
                  <a:moveTo>
                    <a:pt x="1070749" y="1055762"/>
                  </a:moveTo>
                  <a:lnTo>
                    <a:pt x="1097020" y="1134495"/>
                  </a:lnTo>
                  <a:lnTo>
                    <a:pt x="1121810" y="1151011"/>
                  </a:lnTo>
                  <a:close/>
                  <a:moveTo>
                    <a:pt x="1070749" y="1055762"/>
                  </a:moveTo>
                  <a:lnTo>
                    <a:pt x="1108224" y="1068796"/>
                  </a:lnTo>
                  <a:lnTo>
                    <a:pt x="1085544" y="968860"/>
                  </a:lnTo>
                  <a:close/>
                  <a:moveTo>
                    <a:pt x="1085544" y="968860"/>
                  </a:moveTo>
                  <a:lnTo>
                    <a:pt x="1127103" y="1060787"/>
                  </a:lnTo>
                  <a:lnTo>
                    <a:pt x="1157179" y="958034"/>
                  </a:lnTo>
                  <a:close/>
                  <a:moveTo>
                    <a:pt x="1762533" y="1770296"/>
                  </a:moveTo>
                  <a:lnTo>
                    <a:pt x="1786709" y="1703251"/>
                  </a:lnTo>
                  <a:lnTo>
                    <a:pt x="1764366" y="1756245"/>
                  </a:lnTo>
                  <a:close/>
                  <a:moveTo>
                    <a:pt x="1809420" y="1649645"/>
                  </a:moveTo>
                  <a:lnTo>
                    <a:pt x="1786709" y="1703251"/>
                  </a:lnTo>
                  <a:lnTo>
                    <a:pt x="1762533" y="1770296"/>
                  </a:lnTo>
                  <a:close/>
                  <a:moveTo>
                    <a:pt x="1613146" y="1332984"/>
                  </a:moveTo>
                  <a:lnTo>
                    <a:pt x="1536144" y="1323745"/>
                  </a:lnTo>
                  <a:lnTo>
                    <a:pt x="1570678" y="1389407"/>
                  </a:lnTo>
                  <a:close/>
                  <a:moveTo>
                    <a:pt x="1162125" y="941974"/>
                  </a:moveTo>
                  <a:lnTo>
                    <a:pt x="1102236" y="930071"/>
                  </a:lnTo>
                  <a:lnTo>
                    <a:pt x="1085544" y="968860"/>
                  </a:lnTo>
                  <a:close/>
                  <a:moveTo>
                    <a:pt x="1102236" y="930071"/>
                  </a:moveTo>
                  <a:lnTo>
                    <a:pt x="1162125" y="941974"/>
                  </a:lnTo>
                  <a:lnTo>
                    <a:pt x="1148716" y="852782"/>
                  </a:lnTo>
                  <a:close/>
                  <a:moveTo>
                    <a:pt x="1102236" y="930071"/>
                  </a:moveTo>
                  <a:lnTo>
                    <a:pt x="1148716" y="852782"/>
                  </a:lnTo>
                  <a:lnTo>
                    <a:pt x="1071953" y="854598"/>
                  </a:lnTo>
                  <a:close/>
                  <a:moveTo>
                    <a:pt x="1613146" y="1332984"/>
                  </a:moveTo>
                  <a:lnTo>
                    <a:pt x="1631004" y="1303612"/>
                  </a:lnTo>
                  <a:lnTo>
                    <a:pt x="1536144" y="1323745"/>
                  </a:lnTo>
                  <a:close/>
                  <a:moveTo>
                    <a:pt x="1536144" y="1323745"/>
                  </a:moveTo>
                  <a:lnTo>
                    <a:pt x="1631004" y="1303612"/>
                  </a:lnTo>
                  <a:lnTo>
                    <a:pt x="1536813" y="131959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36" name="Candidate_density__2035">
              <a:extLst>
                <a:ext uri="{FF2B5EF4-FFF2-40B4-BE49-F238E27FC236}">
                  <a16:creationId xmlns:a16="http://schemas.microsoft.com/office/drawing/2014/main" id="{5272DD84-470C-26C5-DEDA-0C9B4A788E17}"/>
                </a:ext>
              </a:extLst>
            </p:cNvPr>
            <p:cNvSpPr>
              <a:spLocks noGrp="1"/>
            </p:cNvSpPr>
            <p:nvPr/>
          </p:nvSpPr>
          <p:spPr>
            <a:xfrm>
              <a:off x="4457727" y="2110815"/>
              <a:ext cx="2006084" cy="3102050"/>
            </a:xfrm>
            <a:custGeom>
              <a:avLst/>
              <a:gdLst/>
              <a:ahLst/>
              <a:cxnLst/>
              <a:rect l="0" t="0" r="0" b="0"/>
              <a:pathLst>
                <a:path w="2006084" h="3102050">
                  <a:moveTo>
                    <a:pt x="0" y="2484569"/>
                  </a:moveTo>
                  <a:lnTo>
                    <a:pt x="55003" y="2475015"/>
                  </a:lnTo>
                  <a:lnTo>
                    <a:pt x="46197" y="2477423"/>
                  </a:lnTo>
                  <a:close/>
                  <a:moveTo>
                    <a:pt x="103927" y="2379274"/>
                  </a:moveTo>
                  <a:lnTo>
                    <a:pt x="46197" y="2477423"/>
                  </a:lnTo>
                  <a:lnTo>
                    <a:pt x="85879" y="2438987"/>
                  </a:lnTo>
                  <a:close/>
                  <a:moveTo>
                    <a:pt x="45870" y="2298985"/>
                  </a:moveTo>
                  <a:lnTo>
                    <a:pt x="104269" y="2356772"/>
                  </a:lnTo>
                  <a:lnTo>
                    <a:pt x="91362" y="2332296"/>
                  </a:lnTo>
                  <a:close/>
                  <a:moveTo>
                    <a:pt x="61185" y="2274557"/>
                  </a:moveTo>
                  <a:lnTo>
                    <a:pt x="45870" y="2298985"/>
                  </a:lnTo>
                  <a:lnTo>
                    <a:pt x="91362" y="2332296"/>
                  </a:lnTo>
                  <a:close/>
                  <a:moveTo>
                    <a:pt x="461354" y="2564981"/>
                  </a:moveTo>
                  <a:lnTo>
                    <a:pt x="546518" y="2489013"/>
                  </a:lnTo>
                  <a:lnTo>
                    <a:pt x="436670" y="2463326"/>
                  </a:lnTo>
                  <a:close/>
                  <a:moveTo>
                    <a:pt x="436670" y="2463326"/>
                  </a:moveTo>
                  <a:lnTo>
                    <a:pt x="546518" y="2489013"/>
                  </a:lnTo>
                  <a:lnTo>
                    <a:pt x="512498" y="2462271"/>
                  </a:lnTo>
                  <a:close/>
                  <a:moveTo>
                    <a:pt x="436670" y="2463326"/>
                  </a:moveTo>
                  <a:lnTo>
                    <a:pt x="512498" y="2462271"/>
                  </a:lnTo>
                  <a:lnTo>
                    <a:pt x="419076" y="2377537"/>
                  </a:lnTo>
                  <a:close/>
                  <a:moveTo>
                    <a:pt x="257872" y="2287317"/>
                  </a:moveTo>
                  <a:lnTo>
                    <a:pt x="309846" y="2205563"/>
                  </a:lnTo>
                  <a:lnTo>
                    <a:pt x="224645" y="2214238"/>
                  </a:lnTo>
                  <a:close/>
                  <a:moveTo>
                    <a:pt x="1017636" y="2994616"/>
                  </a:moveTo>
                  <a:lnTo>
                    <a:pt x="998250" y="3063333"/>
                  </a:lnTo>
                  <a:lnTo>
                    <a:pt x="1105109" y="2981398"/>
                  </a:lnTo>
                  <a:close/>
                  <a:moveTo>
                    <a:pt x="1105109" y="2981398"/>
                  </a:moveTo>
                  <a:lnTo>
                    <a:pt x="1068261" y="3102050"/>
                  </a:lnTo>
                  <a:lnTo>
                    <a:pt x="1110413" y="2988834"/>
                  </a:lnTo>
                  <a:close/>
                  <a:moveTo>
                    <a:pt x="1110413" y="2988834"/>
                  </a:moveTo>
                  <a:lnTo>
                    <a:pt x="1068261" y="3102050"/>
                  </a:lnTo>
                  <a:lnTo>
                    <a:pt x="1105586" y="3083799"/>
                  </a:lnTo>
                  <a:close/>
                  <a:moveTo>
                    <a:pt x="1105586" y="3083799"/>
                  </a:moveTo>
                  <a:lnTo>
                    <a:pt x="1146699" y="3063613"/>
                  </a:lnTo>
                  <a:lnTo>
                    <a:pt x="1110413" y="2988834"/>
                  </a:lnTo>
                  <a:close/>
                  <a:moveTo>
                    <a:pt x="1105109" y="2981398"/>
                  </a:moveTo>
                  <a:lnTo>
                    <a:pt x="1106976" y="2975982"/>
                  </a:lnTo>
                  <a:lnTo>
                    <a:pt x="1017636" y="2994616"/>
                  </a:lnTo>
                  <a:close/>
                  <a:moveTo>
                    <a:pt x="1017636" y="2994616"/>
                  </a:moveTo>
                  <a:lnTo>
                    <a:pt x="1106976" y="2975982"/>
                  </a:lnTo>
                  <a:lnTo>
                    <a:pt x="1076068" y="2907611"/>
                  </a:lnTo>
                  <a:close/>
                  <a:moveTo>
                    <a:pt x="1076068" y="2907611"/>
                  </a:moveTo>
                  <a:lnTo>
                    <a:pt x="1106976" y="2975982"/>
                  </a:lnTo>
                  <a:lnTo>
                    <a:pt x="1170977" y="2936612"/>
                  </a:lnTo>
                  <a:close/>
                  <a:moveTo>
                    <a:pt x="360161" y="2197684"/>
                  </a:moveTo>
                  <a:lnTo>
                    <a:pt x="302389" y="2111533"/>
                  </a:lnTo>
                  <a:lnTo>
                    <a:pt x="305150" y="2143892"/>
                  </a:lnTo>
                  <a:close/>
                  <a:moveTo>
                    <a:pt x="445345" y="2077032"/>
                  </a:moveTo>
                  <a:lnTo>
                    <a:pt x="452354" y="1994817"/>
                  </a:lnTo>
                  <a:lnTo>
                    <a:pt x="416442" y="2079402"/>
                  </a:lnTo>
                  <a:close/>
                  <a:moveTo>
                    <a:pt x="416442" y="2079402"/>
                  </a:moveTo>
                  <a:lnTo>
                    <a:pt x="419954" y="2079268"/>
                  </a:lnTo>
                  <a:lnTo>
                    <a:pt x="445345" y="2077032"/>
                  </a:lnTo>
                  <a:close/>
                  <a:moveTo>
                    <a:pt x="317917" y="1912602"/>
                  </a:moveTo>
                  <a:lnTo>
                    <a:pt x="383536" y="2006062"/>
                  </a:lnTo>
                  <a:lnTo>
                    <a:pt x="392789" y="1977702"/>
                  </a:lnTo>
                  <a:close/>
                  <a:moveTo>
                    <a:pt x="1170977" y="2936612"/>
                  </a:moveTo>
                  <a:lnTo>
                    <a:pt x="1210188" y="2959259"/>
                  </a:lnTo>
                  <a:lnTo>
                    <a:pt x="1238786" y="2911483"/>
                  </a:lnTo>
                  <a:close/>
                  <a:moveTo>
                    <a:pt x="1238786" y="2911483"/>
                  </a:moveTo>
                  <a:lnTo>
                    <a:pt x="1210188" y="2959259"/>
                  </a:lnTo>
                  <a:lnTo>
                    <a:pt x="1276817" y="2860747"/>
                  </a:lnTo>
                  <a:close/>
                  <a:moveTo>
                    <a:pt x="392789" y="1977702"/>
                  </a:moveTo>
                  <a:lnTo>
                    <a:pt x="452354" y="1994817"/>
                  </a:lnTo>
                  <a:lnTo>
                    <a:pt x="436831" y="1927168"/>
                  </a:lnTo>
                  <a:close/>
                  <a:moveTo>
                    <a:pt x="436831" y="1927168"/>
                  </a:moveTo>
                  <a:lnTo>
                    <a:pt x="452354" y="1994817"/>
                  </a:lnTo>
                  <a:lnTo>
                    <a:pt x="491030" y="1879170"/>
                  </a:lnTo>
                  <a:close/>
                  <a:moveTo>
                    <a:pt x="398786" y="1874166"/>
                  </a:moveTo>
                  <a:lnTo>
                    <a:pt x="392789" y="1977702"/>
                  </a:lnTo>
                  <a:lnTo>
                    <a:pt x="436831" y="1927168"/>
                  </a:lnTo>
                  <a:close/>
                  <a:moveTo>
                    <a:pt x="398786" y="1874166"/>
                  </a:moveTo>
                  <a:lnTo>
                    <a:pt x="317917" y="1912602"/>
                  </a:lnTo>
                  <a:lnTo>
                    <a:pt x="392789" y="1977702"/>
                  </a:lnTo>
                  <a:close/>
                  <a:moveTo>
                    <a:pt x="307853" y="1830387"/>
                  </a:moveTo>
                  <a:lnTo>
                    <a:pt x="405053" y="1808352"/>
                  </a:lnTo>
                  <a:lnTo>
                    <a:pt x="395160" y="1796427"/>
                  </a:lnTo>
                  <a:close/>
                  <a:moveTo>
                    <a:pt x="405053" y="1808352"/>
                  </a:moveTo>
                  <a:lnTo>
                    <a:pt x="483611" y="1874166"/>
                  </a:lnTo>
                  <a:lnTo>
                    <a:pt x="395160" y="1796427"/>
                  </a:lnTo>
                  <a:close/>
                  <a:moveTo>
                    <a:pt x="1276817" y="2860747"/>
                  </a:moveTo>
                  <a:lnTo>
                    <a:pt x="1280511" y="2942962"/>
                  </a:lnTo>
                  <a:lnTo>
                    <a:pt x="1341850" y="2904525"/>
                  </a:lnTo>
                  <a:close/>
                  <a:moveTo>
                    <a:pt x="1276817" y="2860747"/>
                  </a:moveTo>
                  <a:lnTo>
                    <a:pt x="1341850" y="2904525"/>
                  </a:lnTo>
                  <a:lnTo>
                    <a:pt x="1297121" y="2822310"/>
                  </a:lnTo>
                  <a:close/>
                  <a:moveTo>
                    <a:pt x="437218" y="1862327"/>
                  </a:moveTo>
                  <a:lnTo>
                    <a:pt x="436831" y="1927168"/>
                  </a:lnTo>
                  <a:lnTo>
                    <a:pt x="483611" y="1874166"/>
                  </a:lnTo>
                  <a:close/>
                  <a:moveTo>
                    <a:pt x="483611" y="1874166"/>
                  </a:moveTo>
                  <a:lnTo>
                    <a:pt x="405053" y="1808352"/>
                  </a:lnTo>
                  <a:lnTo>
                    <a:pt x="437218" y="1862327"/>
                  </a:lnTo>
                  <a:close/>
                  <a:moveTo>
                    <a:pt x="544829" y="1835729"/>
                  </a:moveTo>
                  <a:lnTo>
                    <a:pt x="515165" y="1874166"/>
                  </a:lnTo>
                  <a:lnTo>
                    <a:pt x="566710" y="1917944"/>
                  </a:lnTo>
                  <a:close/>
                  <a:moveTo>
                    <a:pt x="544829" y="1835729"/>
                  </a:moveTo>
                  <a:lnTo>
                    <a:pt x="580353" y="1753514"/>
                  </a:lnTo>
                  <a:lnTo>
                    <a:pt x="515165" y="1874166"/>
                  </a:lnTo>
                  <a:close/>
                  <a:moveTo>
                    <a:pt x="580353" y="1753514"/>
                  </a:moveTo>
                  <a:lnTo>
                    <a:pt x="652813" y="1746965"/>
                  </a:lnTo>
                  <a:lnTo>
                    <a:pt x="604176" y="1747685"/>
                  </a:lnTo>
                  <a:close/>
                  <a:moveTo>
                    <a:pt x="604176" y="1747685"/>
                  </a:moveTo>
                  <a:lnTo>
                    <a:pt x="652813" y="1746965"/>
                  </a:lnTo>
                  <a:lnTo>
                    <a:pt x="726389" y="1743398"/>
                  </a:lnTo>
                  <a:close/>
                  <a:moveTo>
                    <a:pt x="699893" y="1769961"/>
                  </a:moveTo>
                  <a:lnTo>
                    <a:pt x="726389" y="1743398"/>
                  </a:lnTo>
                  <a:lnTo>
                    <a:pt x="652813" y="1746965"/>
                  </a:lnTo>
                  <a:close/>
                  <a:moveTo>
                    <a:pt x="699893" y="1769961"/>
                  </a:moveTo>
                  <a:lnTo>
                    <a:pt x="778045" y="1767017"/>
                  </a:lnTo>
                  <a:lnTo>
                    <a:pt x="726389" y="1743398"/>
                  </a:lnTo>
                  <a:close/>
                  <a:moveTo>
                    <a:pt x="1794413" y="2583036"/>
                  </a:moveTo>
                  <a:lnTo>
                    <a:pt x="1796613" y="2585282"/>
                  </a:lnTo>
                  <a:lnTo>
                    <a:pt x="1869139" y="2583765"/>
                  </a:lnTo>
                  <a:close/>
                  <a:moveTo>
                    <a:pt x="1231231" y="1655476"/>
                  </a:moveTo>
                  <a:lnTo>
                    <a:pt x="1220887" y="1649363"/>
                  </a:lnTo>
                  <a:lnTo>
                    <a:pt x="1270693" y="1725762"/>
                  </a:lnTo>
                  <a:close/>
                  <a:moveTo>
                    <a:pt x="1221860" y="1643547"/>
                  </a:moveTo>
                  <a:lnTo>
                    <a:pt x="1220887" y="1649363"/>
                  </a:lnTo>
                  <a:lnTo>
                    <a:pt x="1231231" y="1655476"/>
                  </a:lnTo>
                  <a:close/>
                  <a:moveTo>
                    <a:pt x="1220294" y="1614583"/>
                  </a:moveTo>
                  <a:lnTo>
                    <a:pt x="1220887" y="1649363"/>
                  </a:lnTo>
                  <a:lnTo>
                    <a:pt x="1221860" y="1643547"/>
                  </a:lnTo>
                  <a:close/>
                  <a:moveTo>
                    <a:pt x="1164453" y="1495058"/>
                  </a:moveTo>
                  <a:lnTo>
                    <a:pt x="1221770" y="1561332"/>
                  </a:lnTo>
                  <a:lnTo>
                    <a:pt x="1198546" y="1533273"/>
                  </a:lnTo>
                  <a:close/>
                  <a:moveTo>
                    <a:pt x="1165851" y="1479116"/>
                  </a:moveTo>
                  <a:lnTo>
                    <a:pt x="1164453" y="1495058"/>
                  </a:lnTo>
                  <a:lnTo>
                    <a:pt x="1198546" y="1533273"/>
                  </a:lnTo>
                  <a:close/>
                  <a:moveTo>
                    <a:pt x="1175821" y="1448310"/>
                  </a:moveTo>
                  <a:lnTo>
                    <a:pt x="1164453" y="1495058"/>
                  </a:lnTo>
                  <a:lnTo>
                    <a:pt x="1165851" y="1479116"/>
                  </a:lnTo>
                  <a:close/>
                  <a:moveTo>
                    <a:pt x="1847386" y="2072029"/>
                  </a:moveTo>
                  <a:lnTo>
                    <a:pt x="1837055" y="2112534"/>
                  </a:lnTo>
                  <a:lnTo>
                    <a:pt x="1837910" y="2098401"/>
                  </a:lnTo>
                  <a:close/>
                  <a:moveTo>
                    <a:pt x="1571106" y="1875036"/>
                  </a:moveTo>
                  <a:lnTo>
                    <a:pt x="1532101" y="1851756"/>
                  </a:lnTo>
                  <a:lnTo>
                    <a:pt x="1542207" y="1970280"/>
                  </a:lnTo>
                  <a:close/>
                  <a:moveTo>
                    <a:pt x="1220294" y="1614583"/>
                  </a:moveTo>
                  <a:lnTo>
                    <a:pt x="1221860" y="1643547"/>
                  </a:lnTo>
                  <a:lnTo>
                    <a:pt x="1244181" y="1630424"/>
                  </a:lnTo>
                  <a:close/>
                  <a:moveTo>
                    <a:pt x="1220294" y="1614583"/>
                  </a:moveTo>
                  <a:lnTo>
                    <a:pt x="1244181" y="1630424"/>
                  </a:lnTo>
                  <a:lnTo>
                    <a:pt x="1221770" y="1561332"/>
                  </a:lnTo>
                  <a:close/>
                  <a:moveTo>
                    <a:pt x="1230082" y="1435978"/>
                  </a:moveTo>
                  <a:lnTo>
                    <a:pt x="1175821" y="1448310"/>
                  </a:lnTo>
                  <a:lnTo>
                    <a:pt x="1165851" y="1479116"/>
                  </a:lnTo>
                  <a:close/>
                  <a:moveTo>
                    <a:pt x="1234542" y="1358465"/>
                  </a:moveTo>
                  <a:lnTo>
                    <a:pt x="1242561" y="1392058"/>
                  </a:lnTo>
                  <a:lnTo>
                    <a:pt x="1230082" y="1435978"/>
                  </a:lnTo>
                  <a:close/>
                  <a:moveTo>
                    <a:pt x="1230082" y="1435978"/>
                  </a:moveTo>
                  <a:lnTo>
                    <a:pt x="1239121" y="1406320"/>
                  </a:lnTo>
                  <a:lnTo>
                    <a:pt x="1175821" y="1448310"/>
                  </a:lnTo>
                  <a:close/>
                  <a:moveTo>
                    <a:pt x="176256" y="43023"/>
                  </a:moveTo>
                  <a:lnTo>
                    <a:pt x="167629" y="58562"/>
                  </a:lnTo>
                  <a:lnTo>
                    <a:pt x="125461" y="92559"/>
                  </a:lnTo>
                  <a:close/>
                  <a:moveTo>
                    <a:pt x="1837910" y="2098401"/>
                  </a:moveTo>
                  <a:lnTo>
                    <a:pt x="1837055" y="2112534"/>
                  </a:lnTo>
                  <a:lnTo>
                    <a:pt x="1865996" y="2141610"/>
                  </a:lnTo>
                  <a:close/>
                  <a:moveTo>
                    <a:pt x="184260" y="33741"/>
                  </a:moveTo>
                  <a:lnTo>
                    <a:pt x="167629" y="58562"/>
                  </a:lnTo>
                  <a:lnTo>
                    <a:pt x="176256" y="43023"/>
                  </a:lnTo>
                  <a:close/>
                  <a:moveTo>
                    <a:pt x="1234542" y="1358465"/>
                  </a:moveTo>
                  <a:lnTo>
                    <a:pt x="1316663" y="1320028"/>
                  </a:lnTo>
                  <a:lnTo>
                    <a:pt x="1196695" y="1311150"/>
                  </a:lnTo>
                  <a:close/>
                  <a:moveTo>
                    <a:pt x="1158469" y="1194035"/>
                  </a:moveTo>
                  <a:lnTo>
                    <a:pt x="1139029" y="1254950"/>
                  </a:lnTo>
                  <a:lnTo>
                    <a:pt x="1217900" y="1175230"/>
                  </a:lnTo>
                  <a:close/>
                  <a:moveTo>
                    <a:pt x="1217900" y="1175230"/>
                  </a:moveTo>
                  <a:lnTo>
                    <a:pt x="1179534" y="1182521"/>
                  </a:lnTo>
                  <a:lnTo>
                    <a:pt x="1158469" y="1194035"/>
                  </a:lnTo>
                  <a:close/>
                  <a:moveTo>
                    <a:pt x="1145605" y="1073383"/>
                  </a:moveTo>
                  <a:lnTo>
                    <a:pt x="1179534" y="1182521"/>
                  </a:lnTo>
                  <a:lnTo>
                    <a:pt x="1205004" y="1127014"/>
                  </a:lnTo>
                  <a:close/>
                  <a:moveTo>
                    <a:pt x="196691" y="34935"/>
                  </a:moveTo>
                  <a:lnTo>
                    <a:pt x="176256" y="43023"/>
                  </a:lnTo>
                  <a:lnTo>
                    <a:pt x="248754" y="59671"/>
                  </a:lnTo>
                  <a:close/>
                  <a:moveTo>
                    <a:pt x="248754" y="59671"/>
                  </a:moveTo>
                  <a:lnTo>
                    <a:pt x="176256" y="43023"/>
                  </a:lnTo>
                  <a:lnTo>
                    <a:pt x="125461" y="92559"/>
                  </a:lnTo>
                  <a:close/>
                  <a:moveTo>
                    <a:pt x="319713" y="46321"/>
                  </a:moveTo>
                  <a:lnTo>
                    <a:pt x="377761" y="86802"/>
                  </a:lnTo>
                  <a:lnTo>
                    <a:pt x="298289" y="12930"/>
                  </a:lnTo>
                  <a:close/>
                  <a:moveTo>
                    <a:pt x="184260" y="33741"/>
                  </a:moveTo>
                  <a:lnTo>
                    <a:pt x="176256" y="43023"/>
                  </a:lnTo>
                  <a:lnTo>
                    <a:pt x="196691" y="34935"/>
                  </a:lnTo>
                  <a:close/>
                  <a:moveTo>
                    <a:pt x="196691" y="34935"/>
                  </a:moveTo>
                  <a:lnTo>
                    <a:pt x="249765" y="0"/>
                  </a:lnTo>
                  <a:lnTo>
                    <a:pt x="184260" y="33741"/>
                  </a:lnTo>
                  <a:close/>
                  <a:moveTo>
                    <a:pt x="196691" y="34935"/>
                  </a:moveTo>
                  <a:lnTo>
                    <a:pt x="298289" y="12930"/>
                  </a:lnTo>
                  <a:lnTo>
                    <a:pt x="249765" y="0"/>
                  </a:lnTo>
                  <a:close/>
                  <a:moveTo>
                    <a:pt x="298289" y="12930"/>
                  </a:moveTo>
                  <a:lnTo>
                    <a:pt x="196691" y="34935"/>
                  </a:lnTo>
                  <a:lnTo>
                    <a:pt x="319713" y="46321"/>
                  </a:lnTo>
                  <a:close/>
                  <a:moveTo>
                    <a:pt x="196691" y="34935"/>
                  </a:moveTo>
                  <a:lnTo>
                    <a:pt x="248754" y="59671"/>
                  </a:lnTo>
                  <a:lnTo>
                    <a:pt x="319713" y="46321"/>
                  </a:lnTo>
                  <a:close/>
                  <a:moveTo>
                    <a:pt x="1833552" y="1692668"/>
                  </a:moveTo>
                  <a:lnTo>
                    <a:pt x="1812093" y="1813319"/>
                  </a:lnTo>
                  <a:lnTo>
                    <a:pt x="1846191" y="1774883"/>
                  </a:lnTo>
                  <a:close/>
                  <a:moveTo>
                    <a:pt x="1360837" y="1395993"/>
                  </a:moveTo>
                  <a:lnTo>
                    <a:pt x="1427375" y="1302398"/>
                  </a:lnTo>
                  <a:lnTo>
                    <a:pt x="1336025" y="1316072"/>
                  </a:lnTo>
                  <a:close/>
                  <a:moveTo>
                    <a:pt x="1248597" y="1155598"/>
                  </a:moveTo>
                  <a:lnTo>
                    <a:pt x="1303214" y="1142563"/>
                  </a:lnTo>
                  <a:lnTo>
                    <a:pt x="1205004" y="1127014"/>
                  </a:lnTo>
                  <a:close/>
                  <a:moveTo>
                    <a:pt x="1170706" y="889421"/>
                  </a:moveTo>
                  <a:lnTo>
                    <a:pt x="1119859" y="908953"/>
                  </a:lnTo>
                  <a:lnTo>
                    <a:pt x="1199337" y="890623"/>
                  </a:lnTo>
                  <a:close/>
                  <a:moveTo>
                    <a:pt x="1199337" y="890623"/>
                  </a:moveTo>
                  <a:lnTo>
                    <a:pt x="1119859" y="908953"/>
                  </a:lnTo>
                  <a:lnTo>
                    <a:pt x="1088556" y="970294"/>
                  </a:lnTo>
                  <a:close/>
                  <a:moveTo>
                    <a:pt x="1199337" y="890623"/>
                  </a:moveTo>
                  <a:lnTo>
                    <a:pt x="1088556" y="970294"/>
                  </a:lnTo>
                  <a:lnTo>
                    <a:pt x="1133089" y="921591"/>
                  </a:lnTo>
                  <a:close/>
                  <a:moveTo>
                    <a:pt x="1663170" y="1294983"/>
                  </a:moveTo>
                  <a:lnTo>
                    <a:pt x="1615804" y="1333094"/>
                  </a:lnTo>
                  <a:lnTo>
                    <a:pt x="1572204" y="1363807"/>
                  </a:lnTo>
                  <a:close/>
                  <a:moveTo>
                    <a:pt x="1732529" y="1275648"/>
                  </a:moveTo>
                  <a:lnTo>
                    <a:pt x="1615804" y="1333094"/>
                  </a:lnTo>
                  <a:lnTo>
                    <a:pt x="1663170" y="1294983"/>
                  </a:lnTo>
                  <a:close/>
                  <a:moveTo>
                    <a:pt x="1982483" y="1222462"/>
                  </a:moveTo>
                  <a:lnTo>
                    <a:pt x="1920357" y="1248498"/>
                  </a:lnTo>
                  <a:lnTo>
                    <a:pt x="2006084" y="123497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37" name="Candidate_density__2036">
              <a:extLst>
                <a:ext uri="{FF2B5EF4-FFF2-40B4-BE49-F238E27FC236}">
                  <a16:creationId xmlns:a16="http://schemas.microsoft.com/office/drawing/2014/main" id="{56D26F9D-71E0-74F5-48B7-B3D89498B55D}"/>
                </a:ext>
              </a:extLst>
            </p:cNvPr>
            <p:cNvSpPr>
              <a:spLocks noGrp="1"/>
            </p:cNvSpPr>
            <p:nvPr/>
          </p:nvSpPr>
          <p:spPr>
            <a:xfrm>
              <a:off x="4561654" y="2119305"/>
              <a:ext cx="2291669" cy="3172126"/>
            </a:xfrm>
            <a:custGeom>
              <a:avLst/>
              <a:gdLst/>
              <a:ahLst/>
              <a:cxnLst/>
              <a:rect l="0" t="0" r="0" b="0"/>
              <a:pathLst>
                <a:path w="2291669" h="3172126">
                  <a:moveTo>
                    <a:pt x="0" y="2370784"/>
                  </a:moveTo>
                  <a:lnTo>
                    <a:pt x="342" y="2348282"/>
                  </a:lnTo>
                  <a:lnTo>
                    <a:pt x="28453" y="2380850"/>
                  </a:lnTo>
                  <a:close/>
                  <a:moveTo>
                    <a:pt x="290903" y="2594928"/>
                  </a:moveTo>
                  <a:lnTo>
                    <a:pt x="357427" y="2556491"/>
                  </a:lnTo>
                  <a:lnTo>
                    <a:pt x="281935" y="2588919"/>
                  </a:lnTo>
                  <a:close/>
                  <a:moveTo>
                    <a:pt x="357427" y="2556491"/>
                  </a:moveTo>
                  <a:lnTo>
                    <a:pt x="320944" y="2519564"/>
                  </a:lnTo>
                  <a:lnTo>
                    <a:pt x="281935" y="2588919"/>
                  </a:lnTo>
                  <a:close/>
                  <a:moveTo>
                    <a:pt x="921998" y="3158315"/>
                  </a:moveTo>
                  <a:lnTo>
                    <a:pt x="964334" y="3093560"/>
                  </a:lnTo>
                  <a:lnTo>
                    <a:pt x="953285" y="3114636"/>
                  </a:lnTo>
                  <a:close/>
                  <a:moveTo>
                    <a:pt x="401679" y="2518055"/>
                  </a:moveTo>
                  <a:lnTo>
                    <a:pt x="442591" y="2480523"/>
                  </a:lnTo>
                  <a:lnTo>
                    <a:pt x="357427" y="2556491"/>
                  </a:lnTo>
                  <a:close/>
                  <a:moveTo>
                    <a:pt x="357427" y="2556491"/>
                  </a:moveTo>
                  <a:lnTo>
                    <a:pt x="332743" y="2454836"/>
                  </a:lnTo>
                  <a:lnTo>
                    <a:pt x="320944" y="2519564"/>
                  </a:lnTo>
                  <a:close/>
                  <a:moveTo>
                    <a:pt x="524610" y="2520128"/>
                  </a:moveTo>
                  <a:lnTo>
                    <a:pt x="484091" y="2435839"/>
                  </a:lnTo>
                  <a:lnTo>
                    <a:pt x="408571" y="2453781"/>
                  </a:lnTo>
                  <a:close/>
                  <a:moveTo>
                    <a:pt x="408571" y="2453781"/>
                  </a:moveTo>
                  <a:lnTo>
                    <a:pt x="442591" y="2480523"/>
                  </a:lnTo>
                  <a:lnTo>
                    <a:pt x="524610" y="2520128"/>
                  </a:lnTo>
                  <a:close/>
                  <a:moveTo>
                    <a:pt x="332743" y="2454836"/>
                  </a:moveTo>
                  <a:lnTo>
                    <a:pt x="290945" y="2435839"/>
                  </a:lnTo>
                  <a:lnTo>
                    <a:pt x="320944" y="2519564"/>
                  </a:lnTo>
                  <a:close/>
                  <a:moveTo>
                    <a:pt x="315149" y="2369047"/>
                  </a:moveTo>
                  <a:lnTo>
                    <a:pt x="408571" y="2453781"/>
                  </a:lnTo>
                  <a:lnTo>
                    <a:pt x="320859" y="2392061"/>
                  </a:lnTo>
                  <a:close/>
                  <a:moveTo>
                    <a:pt x="238656" y="2370643"/>
                  </a:moveTo>
                  <a:lnTo>
                    <a:pt x="332743" y="2454836"/>
                  </a:lnTo>
                  <a:lnTo>
                    <a:pt x="315149" y="2369047"/>
                  </a:lnTo>
                  <a:close/>
                  <a:moveTo>
                    <a:pt x="153945" y="2278827"/>
                  </a:moveTo>
                  <a:lnTo>
                    <a:pt x="215875" y="2289071"/>
                  </a:lnTo>
                  <a:lnTo>
                    <a:pt x="205919" y="2197073"/>
                  </a:lnTo>
                  <a:close/>
                  <a:moveTo>
                    <a:pt x="201223" y="2135402"/>
                  </a:moveTo>
                  <a:lnTo>
                    <a:pt x="205919" y="2197073"/>
                  </a:lnTo>
                  <a:lnTo>
                    <a:pt x="238597" y="2211683"/>
                  </a:lnTo>
                  <a:close/>
                  <a:moveTo>
                    <a:pt x="1001659" y="3075309"/>
                  </a:moveTo>
                  <a:lnTo>
                    <a:pt x="964334" y="3093560"/>
                  </a:lnTo>
                  <a:lnTo>
                    <a:pt x="945228" y="3160687"/>
                  </a:lnTo>
                  <a:close/>
                  <a:moveTo>
                    <a:pt x="1042772" y="3055124"/>
                  </a:moveTo>
                  <a:lnTo>
                    <a:pt x="1001659" y="3075309"/>
                  </a:lnTo>
                  <a:lnTo>
                    <a:pt x="1074754" y="3172126"/>
                  </a:lnTo>
                  <a:close/>
                  <a:moveTo>
                    <a:pt x="894324" y="3054843"/>
                  </a:moveTo>
                  <a:lnTo>
                    <a:pt x="964334" y="3093560"/>
                  </a:lnTo>
                  <a:lnTo>
                    <a:pt x="1001182" y="2972909"/>
                  </a:lnTo>
                  <a:close/>
                  <a:moveTo>
                    <a:pt x="826561" y="3011345"/>
                  </a:moveTo>
                  <a:lnTo>
                    <a:pt x="894324" y="3054843"/>
                  </a:lnTo>
                  <a:lnTo>
                    <a:pt x="913709" y="2986127"/>
                  </a:lnTo>
                  <a:close/>
                  <a:moveTo>
                    <a:pt x="913709" y="2986127"/>
                  </a:moveTo>
                  <a:lnTo>
                    <a:pt x="972142" y="2899122"/>
                  </a:lnTo>
                  <a:lnTo>
                    <a:pt x="906563" y="2891844"/>
                  </a:lnTo>
                  <a:close/>
                  <a:moveTo>
                    <a:pt x="712447" y="2828381"/>
                  </a:moveTo>
                  <a:lnTo>
                    <a:pt x="745240" y="2776103"/>
                  </a:lnTo>
                  <a:lnTo>
                    <a:pt x="675987" y="2795835"/>
                  </a:lnTo>
                  <a:close/>
                  <a:moveTo>
                    <a:pt x="789796" y="2826089"/>
                  </a:moveTo>
                  <a:lnTo>
                    <a:pt x="745240" y="2776103"/>
                  </a:lnTo>
                  <a:lnTo>
                    <a:pt x="712447" y="2828381"/>
                  </a:lnTo>
                  <a:close/>
                  <a:moveTo>
                    <a:pt x="754345" y="2754818"/>
                  </a:moveTo>
                  <a:lnTo>
                    <a:pt x="797273" y="2755445"/>
                  </a:lnTo>
                  <a:lnTo>
                    <a:pt x="770723" y="2726263"/>
                  </a:lnTo>
                  <a:close/>
                  <a:moveTo>
                    <a:pt x="868069" y="2741478"/>
                  </a:moveTo>
                  <a:lnTo>
                    <a:pt x="797273" y="2755445"/>
                  </a:lnTo>
                  <a:lnTo>
                    <a:pt x="747053" y="2764700"/>
                  </a:lnTo>
                  <a:close/>
                  <a:moveTo>
                    <a:pt x="747053" y="2764700"/>
                  </a:moveTo>
                  <a:lnTo>
                    <a:pt x="797273" y="2755445"/>
                  </a:lnTo>
                  <a:lnTo>
                    <a:pt x="754345" y="2754818"/>
                  </a:lnTo>
                  <a:close/>
                  <a:moveTo>
                    <a:pt x="868069" y="2741478"/>
                  </a:moveTo>
                  <a:lnTo>
                    <a:pt x="933806" y="2730104"/>
                  </a:lnTo>
                  <a:lnTo>
                    <a:pt x="895562" y="2726263"/>
                  </a:lnTo>
                  <a:close/>
                  <a:moveTo>
                    <a:pt x="524929" y="2509710"/>
                  </a:moveTo>
                  <a:lnTo>
                    <a:pt x="512537" y="2429851"/>
                  </a:lnTo>
                  <a:lnTo>
                    <a:pt x="484091" y="2435839"/>
                  </a:lnTo>
                  <a:close/>
                  <a:moveTo>
                    <a:pt x="484091" y="2435839"/>
                  </a:moveTo>
                  <a:lnTo>
                    <a:pt x="512537" y="2429851"/>
                  </a:lnTo>
                  <a:lnTo>
                    <a:pt x="412846" y="2369312"/>
                  </a:lnTo>
                  <a:close/>
                  <a:moveTo>
                    <a:pt x="602555" y="2317168"/>
                  </a:moveTo>
                  <a:lnTo>
                    <a:pt x="534007" y="2328448"/>
                  </a:lnTo>
                  <a:lnTo>
                    <a:pt x="512537" y="2429851"/>
                  </a:lnTo>
                  <a:close/>
                  <a:moveTo>
                    <a:pt x="394253" y="2353624"/>
                  </a:moveTo>
                  <a:lnTo>
                    <a:pt x="361864" y="2331069"/>
                  </a:lnTo>
                  <a:lnTo>
                    <a:pt x="334376" y="2253324"/>
                  </a:lnTo>
                  <a:close/>
                  <a:moveTo>
                    <a:pt x="268429" y="2150758"/>
                  </a:moveTo>
                  <a:lnTo>
                    <a:pt x="316028" y="2070778"/>
                  </a:lnTo>
                  <a:lnTo>
                    <a:pt x="256234" y="2189194"/>
                  </a:lnTo>
                  <a:close/>
                  <a:moveTo>
                    <a:pt x="256234" y="2189194"/>
                  </a:moveTo>
                  <a:lnTo>
                    <a:pt x="316028" y="2070778"/>
                  </a:lnTo>
                  <a:lnTo>
                    <a:pt x="198462" y="2103043"/>
                  </a:lnTo>
                  <a:close/>
                  <a:moveTo>
                    <a:pt x="867623" y="2723317"/>
                  </a:moveTo>
                  <a:lnTo>
                    <a:pt x="797273" y="2755445"/>
                  </a:lnTo>
                  <a:lnTo>
                    <a:pt x="868069" y="2741478"/>
                  </a:lnTo>
                  <a:close/>
                  <a:moveTo>
                    <a:pt x="867623" y="2723317"/>
                  </a:moveTo>
                  <a:lnTo>
                    <a:pt x="797150" y="2720018"/>
                  </a:lnTo>
                  <a:lnTo>
                    <a:pt x="797273" y="2755445"/>
                  </a:lnTo>
                  <a:close/>
                  <a:moveTo>
                    <a:pt x="797150" y="2720018"/>
                  </a:moveTo>
                  <a:lnTo>
                    <a:pt x="867623" y="2723317"/>
                  </a:lnTo>
                  <a:lnTo>
                    <a:pt x="842809" y="2643398"/>
                  </a:lnTo>
                  <a:close/>
                  <a:moveTo>
                    <a:pt x="797150" y="2720018"/>
                  </a:moveTo>
                  <a:lnTo>
                    <a:pt x="842809" y="2643398"/>
                  </a:lnTo>
                  <a:lnTo>
                    <a:pt x="784336" y="2630344"/>
                  </a:lnTo>
                  <a:close/>
                  <a:moveTo>
                    <a:pt x="867623" y="2723317"/>
                  </a:moveTo>
                  <a:lnTo>
                    <a:pt x="868069" y="2741478"/>
                  </a:lnTo>
                  <a:lnTo>
                    <a:pt x="895562" y="2726263"/>
                  </a:lnTo>
                  <a:close/>
                  <a:moveTo>
                    <a:pt x="842809" y="2643398"/>
                  </a:moveTo>
                  <a:lnTo>
                    <a:pt x="895562" y="2726263"/>
                  </a:lnTo>
                  <a:lnTo>
                    <a:pt x="847566" y="2644048"/>
                  </a:lnTo>
                  <a:close/>
                  <a:moveTo>
                    <a:pt x="842809" y="2643398"/>
                  </a:moveTo>
                  <a:lnTo>
                    <a:pt x="867623" y="2723317"/>
                  </a:lnTo>
                  <a:lnTo>
                    <a:pt x="895562" y="2726263"/>
                  </a:lnTo>
                  <a:close/>
                  <a:moveTo>
                    <a:pt x="387103" y="1870681"/>
                  </a:moveTo>
                  <a:lnTo>
                    <a:pt x="379684" y="1865676"/>
                  </a:lnTo>
                  <a:lnTo>
                    <a:pt x="332905" y="1918678"/>
                  </a:lnTo>
                  <a:close/>
                  <a:moveTo>
                    <a:pt x="1156455" y="2770042"/>
                  </a:moveTo>
                  <a:lnTo>
                    <a:pt x="1172891" y="2852257"/>
                  </a:lnTo>
                  <a:lnTo>
                    <a:pt x="1193195" y="2813820"/>
                  </a:lnTo>
                  <a:close/>
                  <a:moveTo>
                    <a:pt x="1156455" y="2770042"/>
                  </a:moveTo>
                  <a:lnTo>
                    <a:pt x="1193195" y="2813820"/>
                  </a:lnTo>
                  <a:lnTo>
                    <a:pt x="1166254" y="2731605"/>
                  </a:lnTo>
                  <a:close/>
                  <a:moveTo>
                    <a:pt x="1096112" y="2658744"/>
                  </a:moveTo>
                  <a:lnTo>
                    <a:pt x="1155860" y="2766306"/>
                  </a:lnTo>
                  <a:lnTo>
                    <a:pt x="1166254" y="2731605"/>
                  </a:lnTo>
                  <a:close/>
                  <a:moveTo>
                    <a:pt x="1166254" y="2731605"/>
                  </a:moveTo>
                  <a:lnTo>
                    <a:pt x="1155860" y="2766306"/>
                  </a:lnTo>
                  <a:lnTo>
                    <a:pt x="1156455" y="2770042"/>
                  </a:lnTo>
                  <a:close/>
                  <a:moveTo>
                    <a:pt x="1166254" y="2731605"/>
                  </a:moveTo>
                  <a:lnTo>
                    <a:pt x="1112435" y="2667405"/>
                  </a:lnTo>
                  <a:lnTo>
                    <a:pt x="1096112" y="2658744"/>
                  </a:lnTo>
                  <a:close/>
                  <a:moveTo>
                    <a:pt x="775826" y="2336986"/>
                  </a:moveTo>
                  <a:lnTo>
                    <a:pt x="690990" y="2358967"/>
                  </a:lnTo>
                  <a:lnTo>
                    <a:pt x="807786" y="2411095"/>
                  </a:lnTo>
                  <a:close/>
                  <a:moveTo>
                    <a:pt x="462783" y="1909454"/>
                  </a:moveTo>
                  <a:lnTo>
                    <a:pt x="476788" y="1899314"/>
                  </a:lnTo>
                  <a:lnTo>
                    <a:pt x="503558" y="1936689"/>
                  </a:lnTo>
                  <a:close/>
                  <a:moveTo>
                    <a:pt x="411238" y="1865676"/>
                  </a:moveTo>
                  <a:lnTo>
                    <a:pt x="476788" y="1899314"/>
                  </a:lnTo>
                  <a:lnTo>
                    <a:pt x="462783" y="1909454"/>
                  </a:lnTo>
                  <a:close/>
                  <a:moveTo>
                    <a:pt x="503558" y="1936689"/>
                  </a:moveTo>
                  <a:lnTo>
                    <a:pt x="462609" y="1909760"/>
                  </a:lnTo>
                  <a:lnTo>
                    <a:pt x="462783" y="1909454"/>
                  </a:lnTo>
                  <a:close/>
                  <a:moveTo>
                    <a:pt x="1166254" y="2731605"/>
                  </a:moveTo>
                  <a:lnTo>
                    <a:pt x="1234865" y="2693169"/>
                  </a:lnTo>
                  <a:lnTo>
                    <a:pt x="1112435" y="2667405"/>
                  </a:lnTo>
                  <a:close/>
                  <a:moveTo>
                    <a:pt x="676112" y="2073885"/>
                  </a:moveTo>
                  <a:lnTo>
                    <a:pt x="763511" y="2046721"/>
                  </a:lnTo>
                  <a:lnTo>
                    <a:pt x="650866" y="2056307"/>
                  </a:lnTo>
                  <a:close/>
                  <a:moveTo>
                    <a:pt x="650866" y="2056307"/>
                  </a:moveTo>
                  <a:lnTo>
                    <a:pt x="763511" y="2046721"/>
                  </a:lnTo>
                  <a:lnTo>
                    <a:pt x="756301" y="1956650"/>
                  </a:lnTo>
                  <a:close/>
                  <a:moveTo>
                    <a:pt x="763511" y="2046721"/>
                  </a:moveTo>
                  <a:lnTo>
                    <a:pt x="835354" y="2048906"/>
                  </a:lnTo>
                  <a:lnTo>
                    <a:pt x="756301" y="1956650"/>
                  </a:lnTo>
                  <a:close/>
                  <a:moveTo>
                    <a:pt x="1190456" y="2465253"/>
                  </a:moveTo>
                  <a:lnTo>
                    <a:pt x="1251851" y="2479596"/>
                  </a:lnTo>
                  <a:lnTo>
                    <a:pt x="1280870" y="2490303"/>
                  </a:lnTo>
                  <a:close/>
                  <a:moveTo>
                    <a:pt x="997214" y="2079227"/>
                  </a:moveTo>
                  <a:lnTo>
                    <a:pt x="1015857" y="2162937"/>
                  </a:lnTo>
                  <a:lnTo>
                    <a:pt x="1008621" y="2127515"/>
                  </a:lnTo>
                  <a:close/>
                  <a:moveTo>
                    <a:pt x="838289" y="1946429"/>
                  </a:moveTo>
                  <a:lnTo>
                    <a:pt x="756301" y="1956650"/>
                  </a:lnTo>
                  <a:lnTo>
                    <a:pt x="837276" y="1980745"/>
                  </a:lnTo>
                  <a:close/>
                  <a:moveTo>
                    <a:pt x="838289" y="1946429"/>
                  </a:moveTo>
                  <a:lnTo>
                    <a:pt x="756390" y="1952418"/>
                  </a:lnTo>
                  <a:lnTo>
                    <a:pt x="756301" y="1956650"/>
                  </a:lnTo>
                  <a:close/>
                  <a:moveTo>
                    <a:pt x="756390" y="1952418"/>
                  </a:moveTo>
                  <a:lnTo>
                    <a:pt x="823928" y="1930839"/>
                  </a:lnTo>
                  <a:lnTo>
                    <a:pt x="749840" y="1932495"/>
                  </a:lnTo>
                  <a:close/>
                  <a:moveTo>
                    <a:pt x="744907" y="1832581"/>
                  </a:moveTo>
                  <a:lnTo>
                    <a:pt x="674118" y="1758527"/>
                  </a:lnTo>
                  <a:lnTo>
                    <a:pt x="691294" y="1777053"/>
                  </a:lnTo>
                  <a:close/>
                  <a:moveTo>
                    <a:pt x="674118" y="1758527"/>
                  </a:moveTo>
                  <a:lnTo>
                    <a:pt x="682761" y="1788803"/>
                  </a:lnTo>
                  <a:lnTo>
                    <a:pt x="622463" y="1734908"/>
                  </a:lnTo>
                  <a:close/>
                  <a:moveTo>
                    <a:pt x="1008621" y="2127515"/>
                  </a:moveTo>
                  <a:lnTo>
                    <a:pt x="1015857" y="2162937"/>
                  </a:lnTo>
                  <a:lnTo>
                    <a:pt x="1015032" y="2161442"/>
                  </a:lnTo>
                  <a:close/>
                  <a:moveTo>
                    <a:pt x="1101945" y="2197780"/>
                  </a:moveTo>
                  <a:lnTo>
                    <a:pt x="1018899" y="2165943"/>
                  </a:lnTo>
                  <a:lnTo>
                    <a:pt x="1015857" y="2162937"/>
                  </a:lnTo>
                  <a:close/>
                  <a:moveTo>
                    <a:pt x="1413583" y="2451866"/>
                  </a:moveTo>
                  <a:lnTo>
                    <a:pt x="1382465" y="2369651"/>
                  </a:lnTo>
                  <a:lnTo>
                    <a:pt x="1375635" y="2490303"/>
                  </a:lnTo>
                  <a:close/>
                  <a:moveTo>
                    <a:pt x="1314025" y="2287436"/>
                  </a:moveTo>
                  <a:lnTo>
                    <a:pt x="1309576" y="2206017"/>
                  </a:lnTo>
                  <a:lnTo>
                    <a:pt x="1315780" y="2301065"/>
                  </a:lnTo>
                  <a:close/>
                  <a:moveTo>
                    <a:pt x="1022487" y="2157546"/>
                  </a:moveTo>
                  <a:lnTo>
                    <a:pt x="1008621" y="2127515"/>
                  </a:lnTo>
                  <a:lnTo>
                    <a:pt x="1015032" y="2161442"/>
                  </a:lnTo>
                  <a:close/>
                  <a:moveTo>
                    <a:pt x="1315780" y="2301065"/>
                  </a:moveTo>
                  <a:lnTo>
                    <a:pt x="1382465" y="2369651"/>
                  </a:lnTo>
                  <a:lnTo>
                    <a:pt x="1341719" y="2321736"/>
                  </a:lnTo>
                  <a:close/>
                  <a:moveTo>
                    <a:pt x="1388111" y="2402946"/>
                  </a:moveTo>
                  <a:lnTo>
                    <a:pt x="1382465" y="2369651"/>
                  </a:lnTo>
                  <a:lnTo>
                    <a:pt x="1315780" y="2301065"/>
                  </a:lnTo>
                  <a:close/>
                  <a:moveTo>
                    <a:pt x="1314025" y="2287436"/>
                  </a:moveTo>
                  <a:lnTo>
                    <a:pt x="1315780" y="2301065"/>
                  </a:lnTo>
                  <a:lnTo>
                    <a:pt x="1341719" y="2321736"/>
                  </a:lnTo>
                  <a:close/>
                  <a:moveTo>
                    <a:pt x="1309816" y="2205221"/>
                  </a:moveTo>
                  <a:lnTo>
                    <a:pt x="1314025" y="2287436"/>
                  </a:lnTo>
                  <a:lnTo>
                    <a:pt x="1370396" y="2248999"/>
                  </a:lnTo>
                  <a:close/>
                  <a:moveTo>
                    <a:pt x="1263292" y="2084569"/>
                  </a:moveTo>
                  <a:lnTo>
                    <a:pt x="1268822" y="2002354"/>
                  </a:lnTo>
                  <a:lnTo>
                    <a:pt x="1253543" y="2123005"/>
                  </a:lnTo>
                  <a:close/>
                  <a:moveTo>
                    <a:pt x="1328143" y="1963918"/>
                  </a:moveTo>
                  <a:lnTo>
                    <a:pt x="1229133" y="1910546"/>
                  </a:lnTo>
                  <a:lnTo>
                    <a:pt x="1224053" y="1920139"/>
                  </a:lnTo>
                  <a:close/>
                  <a:moveTo>
                    <a:pt x="1328143" y="1963918"/>
                  </a:moveTo>
                  <a:lnTo>
                    <a:pt x="1224053" y="1920139"/>
                  </a:lnTo>
                  <a:lnTo>
                    <a:pt x="1268822" y="2002354"/>
                  </a:lnTo>
                  <a:close/>
                  <a:moveTo>
                    <a:pt x="1164455" y="1755709"/>
                  </a:moveTo>
                  <a:lnTo>
                    <a:pt x="1208168" y="1799487"/>
                  </a:lnTo>
                  <a:lnTo>
                    <a:pt x="1166766" y="1717272"/>
                  </a:lnTo>
                  <a:close/>
                  <a:moveTo>
                    <a:pt x="1166766" y="1717272"/>
                  </a:moveTo>
                  <a:lnTo>
                    <a:pt x="1116960" y="1640873"/>
                  </a:lnTo>
                  <a:lnTo>
                    <a:pt x="1134307" y="1673494"/>
                  </a:lnTo>
                  <a:close/>
                  <a:moveTo>
                    <a:pt x="1117843" y="1552842"/>
                  </a:moveTo>
                  <a:lnTo>
                    <a:pt x="1149999" y="1574513"/>
                  </a:lnTo>
                  <a:lnTo>
                    <a:pt x="1116367" y="1606094"/>
                  </a:lnTo>
                  <a:close/>
                  <a:moveTo>
                    <a:pt x="1116367" y="1606094"/>
                  </a:moveTo>
                  <a:lnTo>
                    <a:pt x="1146126" y="1653902"/>
                  </a:lnTo>
                  <a:lnTo>
                    <a:pt x="1116960" y="1640873"/>
                  </a:lnTo>
                  <a:close/>
                  <a:moveTo>
                    <a:pt x="1787354" y="2172126"/>
                  </a:moveTo>
                  <a:lnTo>
                    <a:pt x="1839546" y="2278306"/>
                  </a:lnTo>
                  <a:lnTo>
                    <a:pt x="1861354" y="2225670"/>
                  </a:lnTo>
                  <a:close/>
                  <a:moveTo>
                    <a:pt x="1804791" y="2292778"/>
                  </a:moveTo>
                  <a:lnTo>
                    <a:pt x="1839546" y="2278306"/>
                  </a:lnTo>
                  <a:lnTo>
                    <a:pt x="1787354" y="2172126"/>
                  </a:lnTo>
                  <a:close/>
                  <a:moveTo>
                    <a:pt x="1762070" y="2133121"/>
                  </a:moveTo>
                  <a:lnTo>
                    <a:pt x="1733129" y="2104044"/>
                  </a:lnTo>
                  <a:lnTo>
                    <a:pt x="1787354" y="2172126"/>
                  </a:lnTo>
                  <a:close/>
                  <a:moveTo>
                    <a:pt x="1438281" y="1961790"/>
                  </a:moveTo>
                  <a:lnTo>
                    <a:pt x="1428539" y="2046132"/>
                  </a:lnTo>
                  <a:lnTo>
                    <a:pt x="1438809" y="1975675"/>
                  </a:lnTo>
                  <a:close/>
                  <a:moveTo>
                    <a:pt x="1438281" y="1961790"/>
                  </a:moveTo>
                  <a:lnTo>
                    <a:pt x="1438809" y="1975675"/>
                  </a:lnTo>
                  <a:lnTo>
                    <a:pt x="1549230" y="1925481"/>
                  </a:lnTo>
                  <a:close/>
                  <a:moveTo>
                    <a:pt x="1438281" y="1961790"/>
                  </a:moveTo>
                  <a:lnTo>
                    <a:pt x="1549230" y="1925481"/>
                  </a:lnTo>
                  <a:lnTo>
                    <a:pt x="1467179" y="1866546"/>
                  </a:lnTo>
                  <a:close/>
                  <a:moveTo>
                    <a:pt x="1060127" y="1267760"/>
                  </a:moveTo>
                  <a:lnTo>
                    <a:pt x="1054543" y="1185545"/>
                  </a:lnTo>
                  <a:lnTo>
                    <a:pt x="1056359" y="1189680"/>
                  </a:lnTo>
                  <a:close/>
                  <a:moveTo>
                    <a:pt x="2006949" y="2402987"/>
                  </a:moveTo>
                  <a:lnTo>
                    <a:pt x="2073634" y="2462032"/>
                  </a:lnTo>
                  <a:lnTo>
                    <a:pt x="2034908" y="2418771"/>
                  </a:lnTo>
                  <a:close/>
                  <a:moveTo>
                    <a:pt x="2097568" y="2489999"/>
                  </a:moveTo>
                  <a:lnTo>
                    <a:pt x="2073634" y="2462032"/>
                  </a:lnTo>
                  <a:lnTo>
                    <a:pt x="2006949" y="2402987"/>
                  </a:lnTo>
                  <a:close/>
                  <a:moveTo>
                    <a:pt x="2042321" y="2474321"/>
                  </a:moveTo>
                  <a:lnTo>
                    <a:pt x="2097568" y="2489999"/>
                  </a:lnTo>
                  <a:lnTo>
                    <a:pt x="2006949" y="2402987"/>
                  </a:lnTo>
                  <a:close/>
                  <a:moveTo>
                    <a:pt x="2073634" y="2462032"/>
                  </a:moveTo>
                  <a:lnTo>
                    <a:pt x="2097568" y="2489999"/>
                  </a:lnTo>
                  <a:lnTo>
                    <a:pt x="2077258" y="2418771"/>
                  </a:lnTo>
                  <a:close/>
                  <a:moveTo>
                    <a:pt x="2077258" y="2418771"/>
                  </a:moveTo>
                  <a:lnTo>
                    <a:pt x="2097568" y="2489999"/>
                  </a:lnTo>
                  <a:lnTo>
                    <a:pt x="2181092" y="2462550"/>
                  </a:lnTo>
                  <a:close/>
                  <a:moveTo>
                    <a:pt x="2077258" y="2418771"/>
                  </a:moveTo>
                  <a:lnTo>
                    <a:pt x="2181092" y="2462550"/>
                  </a:lnTo>
                  <a:lnTo>
                    <a:pt x="2111949" y="2380335"/>
                  </a:lnTo>
                  <a:close/>
                  <a:moveTo>
                    <a:pt x="2046233" y="2331549"/>
                  </a:moveTo>
                  <a:lnTo>
                    <a:pt x="2108406" y="2376839"/>
                  </a:lnTo>
                  <a:lnTo>
                    <a:pt x="2018985" y="2298120"/>
                  </a:lnTo>
                  <a:close/>
                  <a:moveTo>
                    <a:pt x="2108406" y="2376839"/>
                  </a:moveTo>
                  <a:lnTo>
                    <a:pt x="2046233" y="2331549"/>
                  </a:lnTo>
                  <a:lnTo>
                    <a:pt x="2111949" y="2380335"/>
                  </a:lnTo>
                  <a:close/>
                  <a:moveTo>
                    <a:pt x="2111949" y="2380335"/>
                  </a:moveTo>
                  <a:lnTo>
                    <a:pt x="2053675" y="2336556"/>
                  </a:lnTo>
                  <a:lnTo>
                    <a:pt x="2077258" y="2418771"/>
                  </a:lnTo>
                  <a:close/>
                  <a:moveTo>
                    <a:pt x="1787354" y="2172126"/>
                  </a:moveTo>
                  <a:lnTo>
                    <a:pt x="1861354" y="2225670"/>
                  </a:lnTo>
                  <a:lnTo>
                    <a:pt x="1879708" y="2145563"/>
                  </a:lnTo>
                  <a:close/>
                  <a:moveTo>
                    <a:pt x="1212736" y="1311539"/>
                  </a:moveTo>
                  <a:lnTo>
                    <a:pt x="1144630" y="1281359"/>
                  </a:lnTo>
                  <a:lnTo>
                    <a:pt x="1092768" y="1302661"/>
                  </a:lnTo>
                  <a:close/>
                  <a:moveTo>
                    <a:pt x="1054543" y="1185545"/>
                  </a:moveTo>
                  <a:lnTo>
                    <a:pt x="1075607" y="1174031"/>
                  </a:lnTo>
                  <a:lnTo>
                    <a:pt x="1041678" y="1064893"/>
                  </a:lnTo>
                  <a:close/>
                  <a:moveTo>
                    <a:pt x="1029446" y="1103330"/>
                  </a:moveTo>
                  <a:lnTo>
                    <a:pt x="1054543" y="1185545"/>
                  </a:lnTo>
                  <a:lnTo>
                    <a:pt x="1041678" y="1064893"/>
                  </a:lnTo>
                  <a:close/>
                  <a:moveTo>
                    <a:pt x="978388" y="992291"/>
                  </a:moveTo>
                  <a:lnTo>
                    <a:pt x="984630" y="961805"/>
                  </a:lnTo>
                  <a:lnTo>
                    <a:pt x="989225" y="1021115"/>
                  </a:lnTo>
                  <a:close/>
                  <a:moveTo>
                    <a:pt x="244023" y="281179"/>
                  </a:moveTo>
                  <a:lnTo>
                    <a:pt x="290629" y="363394"/>
                  </a:lnTo>
                  <a:lnTo>
                    <a:pt x="335308" y="350815"/>
                  </a:lnTo>
                  <a:close/>
                  <a:moveTo>
                    <a:pt x="311685" y="269927"/>
                  </a:moveTo>
                  <a:lnTo>
                    <a:pt x="335308" y="350815"/>
                  </a:lnTo>
                  <a:lnTo>
                    <a:pt x="346556" y="363394"/>
                  </a:lnTo>
                  <a:close/>
                  <a:moveTo>
                    <a:pt x="194363" y="4440"/>
                  </a:moveTo>
                  <a:lnTo>
                    <a:pt x="273834" y="78312"/>
                  </a:lnTo>
                  <a:lnTo>
                    <a:pt x="295039" y="83276"/>
                  </a:lnTo>
                  <a:close/>
                  <a:moveTo>
                    <a:pt x="194363" y="4440"/>
                  </a:moveTo>
                  <a:lnTo>
                    <a:pt x="295039" y="83276"/>
                  </a:lnTo>
                  <a:lnTo>
                    <a:pt x="274355" y="0"/>
                  </a:lnTo>
                  <a:close/>
                  <a:moveTo>
                    <a:pt x="2046233" y="2331549"/>
                  </a:moveTo>
                  <a:lnTo>
                    <a:pt x="2018985" y="2298120"/>
                  </a:lnTo>
                  <a:lnTo>
                    <a:pt x="1976430" y="2227613"/>
                  </a:lnTo>
                  <a:close/>
                  <a:moveTo>
                    <a:pt x="971459" y="982678"/>
                  </a:moveTo>
                  <a:lnTo>
                    <a:pt x="978388" y="992291"/>
                  </a:lnTo>
                  <a:lnTo>
                    <a:pt x="998600" y="1014036"/>
                  </a:lnTo>
                  <a:close/>
                  <a:moveTo>
                    <a:pt x="984630" y="961805"/>
                  </a:moveTo>
                  <a:lnTo>
                    <a:pt x="978388" y="992291"/>
                  </a:lnTo>
                  <a:lnTo>
                    <a:pt x="971459" y="982678"/>
                  </a:lnTo>
                  <a:close/>
                  <a:moveTo>
                    <a:pt x="2181092" y="2462550"/>
                  </a:moveTo>
                  <a:lnTo>
                    <a:pt x="2236956" y="2437271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81092" y="2462550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98455" y="2341899"/>
                  </a:lnTo>
                  <a:lnTo>
                    <a:pt x="2108406" y="2376839"/>
                  </a:lnTo>
                  <a:close/>
                  <a:moveTo>
                    <a:pt x="1773610" y="1887045"/>
                  </a:moveTo>
                  <a:lnTo>
                    <a:pt x="1856714" y="1848608"/>
                  </a:lnTo>
                  <a:lnTo>
                    <a:pt x="1739318" y="1832855"/>
                  </a:lnTo>
                  <a:close/>
                  <a:moveTo>
                    <a:pt x="1739318" y="1832855"/>
                  </a:moveTo>
                  <a:lnTo>
                    <a:pt x="1742265" y="1766393"/>
                  </a:lnTo>
                  <a:lnTo>
                    <a:pt x="1708166" y="1804829"/>
                  </a:lnTo>
                  <a:close/>
                  <a:moveTo>
                    <a:pt x="1789510" y="1805310"/>
                  </a:moveTo>
                  <a:lnTo>
                    <a:pt x="1742265" y="1766393"/>
                  </a:lnTo>
                  <a:lnTo>
                    <a:pt x="1739318" y="1832855"/>
                  </a:lnTo>
                  <a:close/>
                  <a:moveTo>
                    <a:pt x="1651602" y="1709363"/>
                  </a:moveTo>
                  <a:lnTo>
                    <a:pt x="1646181" y="1763286"/>
                  </a:lnTo>
                  <a:lnTo>
                    <a:pt x="1729626" y="1684178"/>
                  </a:lnTo>
                  <a:close/>
                  <a:moveTo>
                    <a:pt x="1729626" y="1684178"/>
                  </a:moveTo>
                  <a:lnTo>
                    <a:pt x="1646181" y="1763286"/>
                  </a:lnTo>
                  <a:lnTo>
                    <a:pt x="1708166" y="1804829"/>
                  </a:lnTo>
                  <a:close/>
                  <a:moveTo>
                    <a:pt x="1750208" y="1658367"/>
                  </a:moveTo>
                  <a:lnTo>
                    <a:pt x="1651602" y="1709363"/>
                  </a:lnTo>
                  <a:lnTo>
                    <a:pt x="1729626" y="1684178"/>
                  </a:lnTo>
                  <a:close/>
                  <a:moveTo>
                    <a:pt x="1453335" y="1384380"/>
                  </a:moveTo>
                  <a:lnTo>
                    <a:pt x="1339504" y="1393754"/>
                  </a:lnTo>
                  <a:lnTo>
                    <a:pt x="1365007" y="1460306"/>
                  </a:lnTo>
                  <a:close/>
                  <a:moveTo>
                    <a:pt x="1256910" y="1387504"/>
                  </a:moveTo>
                  <a:lnTo>
                    <a:pt x="1334072" y="1385364"/>
                  </a:lnTo>
                  <a:lnTo>
                    <a:pt x="1323448" y="1293909"/>
                  </a:lnTo>
                  <a:close/>
                  <a:moveTo>
                    <a:pt x="1232099" y="1307583"/>
                  </a:moveTo>
                  <a:lnTo>
                    <a:pt x="1323448" y="1293909"/>
                  </a:lnTo>
                  <a:lnTo>
                    <a:pt x="1225558" y="1212807"/>
                  </a:lnTo>
                  <a:close/>
                  <a:moveTo>
                    <a:pt x="1323448" y="1293909"/>
                  </a:moveTo>
                  <a:lnTo>
                    <a:pt x="1369108" y="1311539"/>
                  </a:lnTo>
                  <a:lnTo>
                    <a:pt x="1285522" y="1250815"/>
                  </a:lnTo>
                  <a:close/>
                  <a:moveTo>
                    <a:pt x="1161443" y="1204341"/>
                  </a:moveTo>
                  <a:lnTo>
                    <a:pt x="1144670" y="1147108"/>
                  </a:lnTo>
                  <a:lnTo>
                    <a:pt x="1113973" y="1166740"/>
                  </a:lnTo>
                  <a:close/>
                  <a:moveTo>
                    <a:pt x="1101078" y="1118524"/>
                  </a:moveTo>
                  <a:lnTo>
                    <a:pt x="1199287" y="1134074"/>
                  </a:lnTo>
                  <a:lnTo>
                    <a:pt x="1214083" y="1047172"/>
                  </a:lnTo>
                  <a:close/>
                  <a:moveTo>
                    <a:pt x="1101078" y="1118524"/>
                  </a:moveTo>
                  <a:lnTo>
                    <a:pt x="1041449" y="1041117"/>
                  </a:lnTo>
                  <a:lnTo>
                    <a:pt x="1041678" y="1064893"/>
                  </a:lnTo>
                  <a:close/>
                  <a:moveTo>
                    <a:pt x="1029162" y="913101"/>
                  </a:moveTo>
                  <a:lnTo>
                    <a:pt x="984630" y="961805"/>
                  </a:lnTo>
                  <a:lnTo>
                    <a:pt x="971459" y="982678"/>
                  </a:lnTo>
                  <a:close/>
                  <a:moveTo>
                    <a:pt x="1066779" y="880932"/>
                  </a:moveTo>
                  <a:lnTo>
                    <a:pt x="1095410" y="882133"/>
                  </a:lnTo>
                  <a:lnTo>
                    <a:pt x="1181598" y="925718"/>
                  </a:lnTo>
                  <a:close/>
                  <a:moveTo>
                    <a:pt x="239282" y="68013"/>
                  </a:moveTo>
                  <a:lnTo>
                    <a:pt x="273834" y="78312"/>
                  </a:lnTo>
                  <a:lnTo>
                    <a:pt x="215787" y="37831"/>
                  </a:lnTo>
                  <a:close/>
                  <a:moveTo>
                    <a:pt x="2265746" y="2313773"/>
                  </a:moveTo>
                  <a:lnTo>
                    <a:pt x="2245454" y="2395379"/>
                  </a:lnTo>
                  <a:lnTo>
                    <a:pt x="2291669" y="2341899"/>
                  </a:lnTo>
                  <a:close/>
                  <a:moveTo>
                    <a:pt x="2240774" y="2233982"/>
                  </a:moveTo>
                  <a:lnTo>
                    <a:pt x="2265746" y="2313773"/>
                  </a:lnTo>
                  <a:lnTo>
                    <a:pt x="2291669" y="2341899"/>
                  </a:lnTo>
                  <a:close/>
                  <a:moveTo>
                    <a:pt x="1759543" y="1381924"/>
                  </a:moveTo>
                  <a:lnTo>
                    <a:pt x="1673255" y="1291391"/>
                  </a:lnTo>
                  <a:lnTo>
                    <a:pt x="1665352" y="1397908"/>
                  </a:lnTo>
                  <a:close/>
                  <a:moveTo>
                    <a:pt x="1759543" y="1381924"/>
                  </a:moveTo>
                  <a:lnTo>
                    <a:pt x="1788523" y="1399096"/>
                  </a:lnTo>
                  <a:lnTo>
                    <a:pt x="1779831" y="1338718"/>
                  </a:lnTo>
                  <a:close/>
                  <a:moveTo>
                    <a:pt x="1865004" y="1356779"/>
                  </a:moveTo>
                  <a:lnTo>
                    <a:pt x="1811256" y="1339882"/>
                  </a:lnTo>
                  <a:lnTo>
                    <a:pt x="1816431" y="1240008"/>
                  </a:lnTo>
                  <a:close/>
                  <a:moveTo>
                    <a:pt x="1779831" y="1338718"/>
                  </a:moveTo>
                  <a:lnTo>
                    <a:pt x="1852387" y="1331335"/>
                  </a:lnTo>
                  <a:lnTo>
                    <a:pt x="1816431" y="1240008"/>
                  </a:lnTo>
                  <a:close/>
                  <a:moveTo>
                    <a:pt x="1822186" y="1218415"/>
                  </a:moveTo>
                  <a:lnTo>
                    <a:pt x="1742800" y="1200265"/>
                  </a:lnTo>
                  <a:lnTo>
                    <a:pt x="1878556" y="1213973"/>
                  </a:lnTo>
                  <a:close/>
                  <a:moveTo>
                    <a:pt x="1902157" y="1226482"/>
                  </a:moveTo>
                  <a:lnTo>
                    <a:pt x="1930305" y="1240008"/>
                  </a:lnTo>
                  <a:lnTo>
                    <a:pt x="1878556" y="121397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38" name="Candidate_density__2037">
              <a:extLst>
                <a:ext uri="{FF2B5EF4-FFF2-40B4-BE49-F238E27FC236}">
                  <a16:creationId xmlns:a16="http://schemas.microsoft.com/office/drawing/2014/main" id="{0AB42DD4-5057-B799-2D34-51A50844E9FC}"/>
                </a:ext>
              </a:extLst>
            </p:cNvPr>
            <p:cNvSpPr>
              <a:spLocks noGrp="1"/>
            </p:cNvSpPr>
            <p:nvPr/>
          </p:nvSpPr>
          <p:spPr>
            <a:xfrm>
              <a:off x="4672375" y="2279833"/>
              <a:ext cx="2062444" cy="3263717"/>
            </a:xfrm>
            <a:custGeom>
              <a:avLst/>
              <a:gdLst/>
              <a:ahLst/>
              <a:cxnLst/>
              <a:rect l="0" t="0" r="0" b="0"/>
              <a:pathLst>
                <a:path w="2062444" h="3263717">
                  <a:moveTo>
                    <a:pt x="747989" y="3256551"/>
                  </a:moveTo>
                  <a:lnTo>
                    <a:pt x="758681" y="3261989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18201" y="3238876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60728" y="3218115"/>
                  </a:lnTo>
                  <a:lnTo>
                    <a:pt x="818201" y="3238876"/>
                  </a:lnTo>
                  <a:close/>
                  <a:moveTo>
                    <a:pt x="964033" y="3011599"/>
                  </a:moveTo>
                  <a:lnTo>
                    <a:pt x="993500" y="2992085"/>
                  </a:lnTo>
                  <a:lnTo>
                    <a:pt x="992655" y="2976812"/>
                  </a:lnTo>
                  <a:close/>
                  <a:moveTo>
                    <a:pt x="1021739" y="2976812"/>
                  </a:moveTo>
                  <a:lnTo>
                    <a:pt x="993500" y="2992085"/>
                  </a:lnTo>
                  <a:lnTo>
                    <a:pt x="1079574" y="2949727"/>
                  </a:lnTo>
                  <a:close/>
                  <a:moveTo>
                    <a:pt x="1079574" y="2949727"/>
                  </a:moveTo>
                  <a:lnTo>
                    <a:pt x="993500" y="2992085"/>
                  </a:lnTo>
                  <a:lnTo>
                    <a:pt x="964033" y="3011599"/>
                  </a:lnTo>
                  <a:close/>
                  <a:moveTo>
                    <a:pt x="1021739" y="2976812"/>
                  </a:moveTo>
                  <a:lnTo>
                    <a:pt x="1015189" y="2987660"/>
                  </a:lnTo>
                  <a:lnTo>
                    <a:pt x="993500" y="2992085"/>
                  </a:lnTo>
                  <a:close/>
                  <a:moveTo>
                    <a:pt x="1126288" y="2909183"/>
                  </a:moveTo>
                  <a:lnTo>
                    <a:pt x="1021739" y="2976812"/>
                  </a:lnTo>
                  <a:lnTo>
                    <a:pt x="1079574" y="2949727"/>
                  </a:lnTo>
                  <a:close/>
                  <a:moveTo>
                    <a:pt x="1946817" y="2461111"/>
                  </a:moveTo>
                  <a:lnTo>
                    <a:pt x="1947811" y="2460247"/>
                  </a:lnTo>
                  <a:lnTo>
                    <a:pt x="1983130" y="2377094"/>
                  </a:lnTo>
                  <a:close/>
                  <a:moveTo>
                    <a:pt x="1983130" y="2377094"/>
                  </a:moveTo>
                  <a:lnTo>
                    <a:pt x="1947811" y="2460247"/>
                  </a:lnTo>
                  <a:lnTo>
                    <a:pt x="2062444" y="2394981"/>
                  </a:lnTo>
                  <a:close/>
                  <a:moveTo>
                    <a:pt x="107445" y="120652"/>
                  </a:moveTo>
                  <a:lnTo>
                    <a:pt x="0" y="151597"/>
                  </a:lnTo>
                  <a:lnTo>
                    <a:pt x="110886" y="114266"/>
                  </a:lnTo>
                  <a:close/>
                  <a:moveTo>
                    <a:pt x="1728288" y="1890947"/>
                  </a:moveTo>
                  <a:lnTo>
                    <a:pt x="1734418" y="1812955"/>
                  </a:lnTo>
                  <a:lnTo>
                    <a:pt x="1744311" y="1826302"/>
                  </a:lnTo>
                  <a:close/>
                  <a:moveTo>
                    <a:pt x="107445" y="120652"/>
                  </a:moveTo>
                  <a:lnTo>
                    <a:pt x="110886" y="114266"/>
                  </a:lnTo>
                  <a:lnTo>
                    <a:pt x="141887" y="14972"/>
                  </a:lnTo>
                  <a:close/>
                  <a:moveTo>
                    <a:pt x="141887" y="14972"/>
                  </a:moveTo>
                  <a:lnTo>
                    <a:pt x="133302" y="120652"/>
                  </a:lnTo>
                  <a:lnTo>
                    <a:pt x="188955" y="19071"/>
                  </a:lnTo>
                  <a:close/>
                  <a:moveTo>
                    <a:pt x="188955" y="19071"/>
                  </a:moveTo>
                  <a:lnTo>
                    <a:pt x="171402" y="0"/>
                  </a:lnTo>
                  <a:lnTo>
                    <a:pt x="141887" y="14972"/>
                  </a:lnTo>
                  <a:close/>
                  <a:moveTo>
                    <a:pt x="1744330" y="1804897"/>
                  </a:moveTo>
                  <a:lnTo>
                    <a:pt x="1744311" y="1826302"/>
                  </a:lnTo>
                  <a:lnTo>
                    <a:pt x="1742501" y="1808732"/>
                  </a:lnTo>
                  <a:close/>
                  <a:moveTo>
                    <a:pt x="1742501" y="1808732"/>
                  </a:moveTo>
                  <a:lnTo>
                    <a:pt x="1773417" y="1719924"/>
                  </a:lnTo>
                  <a:lnTo>
                    <a:pt x="1744330" y="1804897"/>
                  </a:lnTo>
                  <a:close/>
                  <a:moveTo>
                    <a:pt x="1495126" y="1359220"/>
                  </a:moveTo>
                  <a:lnTo>
                    <a:pt x="1531449" y="1320784"/>
                  </a:lnTo>
                  <a:lnTo>
                    <a:pt x="1491021" y="1441435"/>
                  </a:lnTo>
                  <a:close/>
                  <a:moveTo>
                    <a:pt x="1547028" y="1243562"/>
                  </a:moveTo>
                  <a:lnTo>
                    <a:pt x="1553962" y="1241530"/>
                  </a:lnTo>
                  <a:lnTo>
                    <a:pt x="1496937" y="1277005"/>
                  </a:lnTo>
                  <a:close/>
                  <a:moveTo>
                    <a:pt x="1496937" y="1277005"/>
                  </a:moveTo>
                  <a:lnTo>
                    <a:pt x="1553962" y="1241530"/>
                  </a:lnTo>
                  <a:lnTo>
                    <a:pt x="1531449" y="1320784"/>
                  </a:lnTo>
                  <a:close/>
                  <a:moveTo>
                    <a:pt x="1501373" y="1260111"/>
                  </a:moveTo>
                  <a:lnTo>
                    <a:pt x="1519652" y="1277005"/>
                  </a:lnTo>
                  <a:lnTo>
                    <a:pt x="1547028" y="1243562"/>
                  </a:lnTo>
                  <a:close/>
                  <a:moveTo>
                    <a:pt x="1824235" y="1485214"/>
                  </a:moveTo>
                  <a:lnTo>
                    <a:pt x="1820820" y="1446778"/>
                  </a:lnTo>
                  <a:lnTo>
                    <a:pt x="1827238" y="1567429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39" name="Candidate_density__2038">
              <a:extLst>
                <a:ext uri="{FF2B5EF4-FFF2-40B4-BE49-F238E27FC236}">
                  <a16:creationId xmlns:a16="http://schemas.microsoft.com/office/drawing/2014/main" id="{52A83CB3-31B3-66D0-E5FD-28883FFC5BE1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237829"/>
              <a:ext cx="1936612" cy="1902373"/>
            </a:xfrm>
            <a:custGeom>
              <a:avLst/>
              <a:gdLst/>
              <a:ahLst/>
              <a:cxnLst/>
              <a:rect l="0" t="0" r="0" b="0"/>
              <a:pathLst>
                <a:path w="1936612" h="1902373">
                  <a:moveTo>
                    <a:pt x="15315" y="1147543"/>
                  </a:moveTo>
                  <a:lnTo>
                    <a:pt x="6506" y="1066591"/>
                  </a:lnTo>
                  <a:lnTo>
                    <a:pt x="0" y="1171972"/>
                  </a:lnTo>
                  <a:close/>
                  <a:moveTo>
                    <a:pt x="15315" y="1147543"/>
                  </a:moveTo>
                  <a:lnTo>
                    <a:pt x="7306" y="1065328"/>
                  </a:lnTo>
                  <a:lnTo>
                    <a:pt x="6506" y="1066591"/>
                  </a:lnTo>
                  <a:close/>
                  <a:moveTo>
                    <a:pt x="58056" y="1252260"/>
                  </a:moveTo>
                  <a:lnTo>
                    <a:pt x="104400" y="1287280"/>
                  </a:lnTo>
                  <a:lnTo>
                    <a:pt x="58399" y="1229758"/>
                  </a:lnTo>
                  <a:close/>
                  <a:moveTo>
                    <a:pt x="51013" y="1130500"/>
                  </a:moveTo>
                  <a:lnTo>
                    <a:pt x="45491" y="1205283"/>
                  </a:lnTo>
                  <a:lnTo>
                    <a:pt x="99609" y="1109106"/>
                  </a:lnTo>
                  <a:close/>
                  <a:moveTo>
                    <a:pt x="99609" y="1109106"/>
                  </a:moveTo>
                  <a:lnTo>
                    <a:pt x="45491" y="1205283"/>
                  </a:lnTo>
                  <a:lnTo>
                    <a:pt x="58399" y="1229758"/>
                  </a:lnTo>
                  <a:close/>
                  <a:moveTo>
                    <a:pt x="99609" y="1109106"/>
                  </a:moveTo>
                  <a:lnTo>
                    <a:pt x="58399" y="1229758"/>
                  </a:lnTo>
                  <a:lnTo>
                    <a:pt x="114163" y="1191322"/>
                  </a:lnTo>
                  <a:close/>
                  <a:moveTo>
                    <a:pt x="15315" y="1147543"/>
                  </a:moveTo>
                  <a:lnTo>
                    <a:pt x="45491" y="1205283"/>
                  </a:lnTo>
                  <a:lnTo>
                    <a:pt x="51013" y="1130500"/>
                  </a:lnTo>
                  <a:close/>
                  <a:moveTo>
                    <a:pt x="7306" y="1065328"/>
                  </a:moveTo>
                  <a:lnTo>
                    <a:pt x="51013" y="1130500"/>
                  </a:lnTo>
                  <a:lnTo>
                    <a:pt x="9282" y="1064333"/>
                  </a:lnTo>
                  <a:close/>
                  <a:moveTo>
                    <a:pt x="7306" y="1065328"/>
                  </a:moveTo>
                  <a:lnTo>
                    <a:pt x="15315" y="1147543"/>
                  </a:lnTo>
                  <a:lnTo>
                    <a:pt x="51013" y="1130500"/>
                  </a:lnTo>
                  <a:close/>
                  <a:moveTo>
                    <a:pt x="99609" y="1109106"/>
                  </a:moveTo>
                  <a:lnTo>
                    <a:pt x="112468" y="1026892"/>
                  </a:lnTo>
                  <a:lnTo>
                    <a:pt x="51013" y="1130500"/>
                  </a:lnTo>
                  <a:close/>
                  <a:moveTo>
                    <a:pt x="112468" y="1026892"/>
                  </a:moveTo>
                  <a:lnTo>
                    <a:pt x="9282" y="1064333"/>
                  </a:lnTo>
                  <a:lnTo>
                    <a:pt x="51013" y="1130500"/>
                  </a:lnTo>
                  <a:close/>
                  <a:moveTo>
                    <a:pt x="122974" y="1001116"/>
                  </a:moveTo>
                  <a:lnTo>
                    <a:pt x="7767" y="1064236"/>
                  </a:lnTo>
                  <a:lnTo>
                    <a:pt x="112468" y="1026892"/>
                  </a:lnTo>
                  <a:close/>
                  <a:moveTo>
                    <a:pt x="112468" y="1026892"/>
                  </a:moveTo>
                  <a:lnTo>
                    <a:pt x="7767" y="1064236"/>
                  </a:lnTo>
                  <a:lnTo>
                    <a:pt x="9282" y="1064333"/>
                  </a:lnTo>
                  <a:close/>
                  <a:moveTo>
                    <a:pt x="112468" y="1026892"/>
                  </a:moveTo>
                  <a:lnTo>
                    <a:pt x="178774" y="1087224"/>
                  </a:lnTo>
                  <a:lnTo>
                    <a:pt x="138638" y="1019762"/>
                  </a:lnTo>
                  <a:close/>
                  <a:moveTo>
                    <a:pt x="112468" y="1026892"/>
                  </a:moveTo>
                  <a:lnTo>
                    <a:pt x="99609" y="1109106"/>
                  </a:lnTo>
                  <a:lnTo>
                    <a:pt x="178774" y="1087224"/>
                  </a:lnTo>
                  <a:close/>
                  <a:moveTo>
                    <a:pt x="259279" y="1016878"/>
                  </a:moveTo>
                  <a:lnTo>
                    <a:pt x="243119" y="988455"/>
                  </a:lnTo>
                  <a:lnTo>
                    <a:pt x="263975" y="1078549"/>
                  </a:lnTo>
                  <a:close/>
                  <a:moveTo>
                    <a:pt x="263975" y="1078549"/>
                  </a:moveTo>
                  <a:lnTo>
                    <a:pt x="243119" y="988455"/>
                  </a:lnTo>
                  <a:lnTo>
                    <a:pt x="138638" y="1019762"/>
                  </a:lnTo>
                  <a:close/>
                  <a:moveTo>
                    <a:pt x="263975" y="1078549"/>
                  </a:moveTo>
                  <a:lnTo>
                    <a:pt x="138638" y="1019762"/>
                  </a:lnTo>
                  <a:lnTo>
                    <a:pt x="178774" y="1087224"/>
                  </a:lnTo>
                  <a:close/>
                  <a:moveTo>
                    <a:pt x="122974" y="1001116"/>
                  </a:moveTo>
                  <a:lnTo>
                    <a:pt x="112468" y="1026892"/>
                  </a:lnTo>
                  <a:lnTo>
                    <a:pt x="138638" y="1019762"/>
                  </a:lnTo>
                  <a:close/>
                  <a:moveTo>
                    <a:pt x="243883" y="959315"/>
                  </a:moveTo>
                  <a:lnTo>
                    <a:pt x="122974" y="1001116"/>
                  </a:lnTo>
                  <a:lnTo>
                    <a:pt x="243119" y="988455"/>
                  </a:lnTo>
                  <a:close/>
                  <a:moveTo>
                    <a:pt x="243119" y="988455"/>
                  </a:moveTo>
                  <a:lnTo>
                    <a:pt x="122974" y="1001116"/>
                  </a:lnTo>
                  <a:lnTo>
                    <a:pt x="138638" y="1019762"/>
                  </a:lnTo>
                  <a:close/>
                  <a:moveTo>
                    <a:pt x="256518" y="984519"/>
                  </a:moveTo>
                  <a:lnTo>
                    <a:pt x="374084" y="952255"/>
                  </a:lnTo>
                  <a:lnTo>
                    <a:pt x="370571" y="952388"/>
                  </a:lnTo>
                  <a:close/>
                  <a:moveTo>
                    <a:pt x="243119" y="988455"/>
                  </a:moveTo>
                  <a:lnTo>
                    <a:pt x="259279" y="1016878"/>
                  </a:lnTo>
                  <a:lnTo>
                    <a:pt x="256518" y="984519"/>
                  </a:lnTo>
                  <a:close/>
                  <a:moveTo>
                    <a:pt x="243883" y="959315"/>
                  </a:moveTo>
                  <a:lnTo>
                    <a:pt x="243119" y="988455"/>
                  </a:lnTo>
                  <a:lnTo>
                    <a:pt x="256518" y="984519"/>
                  </a:lnTo>
                  <a:close/>
                  <a:moveTo>
                    <a:pt x="256518" y="984519"/>
                  </a:moveTo>
                  <a:lnTo>
                    <a:pt x="244541" y="906240"/>
                  </a:lnTo>
                  <a:lnTo>
                    <a:pt x="243883" y="959315"/>
                  </a:lnTo>
                  <a:close/>
                  <a:moveTo>
                    <a:pt x="337665" y="879048"/>
                  </a:moveTo>
                  <a:lnTo>
                    <a:pt x="244541" y="906240"/>
                  </a:lnTo>
                  <a:lnTo>
                    <a:pt x="256518" y="984519"/>
                  </a:lnTo>
                  <a:close/>
                  <a:moveTo>
                    <a:pt x="370571" y="952388"/>
                  </a:moveTo>
                  <a:lnTo>
                    <a:pt x="337665" y="879048"/>
                  </a:lnTo>
                  <a:lnTo>
                    <a:pt x="256518" y="984519"/>
                  </a:lnTo>
                  <a:close/>
                  <a:moveTo>
                    <a:pt x="1063568" y="1853560"/>
                  </a:moveTo>
                  <a:lnTo>
                    <a:pt x="1064543" y="1861820"/>
                  </a:lnTo>
                  <a:lnTo>
                    <a:pt x="1201174" y="1902373"/>
                  </a:lnTo>
                  <a:close/>
                  <a:moveTo>
                    <a:pt x="1164318" y="1832245"/>
                  </a:moveTo>
                  <a:lnTo>
                    <a:pt x="1063568" y="1853560"/>
                  </a:lnTo>
                  <a:lnTo>
                    <a:pt x="1201174" y="1902373"/>
                  </a:lnTo>
                  <a:close/>
                  <a:moveTo>
                    <a:pt x="1225759" y="1898163"/>
                  </a:moveTo>
                  <a:lnTo>
                    <a:pt x="1234641" y="1815948"/>
                  </a:lnTo>
                  <a:lnTo>
                    <a:pt x="1201174" y="1902373"/>
                  </a:lnTo>
                  <a:close/>
                  <a:moveTo>
                    <a:pt x="1234641" y="1815948"/>
                  </a:moveTo>
                  <a:lnTo>
                    <a:pt x="1164318" y="1832245"/>
                  </a:lnTo>
                  <a:lnTo>
                    <a:pt x="1201174" y="1902373"/>
                  </a:lnTo>
                  <a:close/>
                  <a:moveTo>
                    <a:pt x="1059238" y="1854385"/>
                  </a:moveTo>
                  <a:lnTo>
                    <a:pt x="1064543" y="1861820"/>
                  </a:lnTo>
                  <a:lnTo>
                    <a:pt x="1063568" y="1853560"/>
                  </a:lnTo>
                  <a:close/>
                  <a:moveTo>
                    <a:pt x="1061105" y="1848968"/>
                  </a:moveTo>
                  <a:lnTo>
                    <a:pt x="1059238" y="1854385"/>
                  </a:lnTo>
                  <a:lnTo>
                    <a:pt x="1063568" y="1853560"/>
                  </a:lnTo>
                  <a:close/>
                  <a:moveTo>
                    <a:pt x="1063568" y="1853560"/>
                  </a:moveTo>
                  <a:lnTo>
                    <a:pt x="1125106" y="1809598"/>
                  </a:lnTo>
                  <a:lnTo>
                    <a:pt x="1061105" y="1848968"/>
                  </a:lnTo>
                  <a:close/>
                  <a:moveTo>
                    <a:pt x="1063568" y="1853560"/>
                  </a:moveTo>
                  <a:lnTo>
                    <a:pt x="1164318" y="1832245"/>
                  </a:lnTo>
                  <a:lnTo>
                    <a:pt x="1125106" y="1809598"/>
                  </a:lnTo>
                  <a:close/>
                  <a:moveTo>
                    <a:pt x="1230947" y="1733733"/>
                  </a:moveTo>
                  <a:lnTo>
                    <a:pt x="1164318" y="1832245"/>
                  </a:lnTo>
                  <a:lnTo>
                    <a:pt x="1234641" y="1815948"/>
                  </a:lnTo>
                  <a:close/>
                  <a:moveTo>
                    <a:pt x="352916" y="747152"/>
                  </a:moveTo>
                  <a:lnTo>
                    <a:pt x="359183" y="681338"/>
                  </a:lnTo>
                  <a:lnTo>
                    <a:pt x="261983" y="703373"/>
                  </a:lnTo>
                  <a:close/>
                  <a:moveTo>
                    <a:pt x="272046" y="785589"/>
                  </a:moveTo>
                  <a:lnTo>
                    <a:pt x="352916" y="747152"/>
                  </a:lnTo>
                  <a:lnTo>
                    <a:pt x="261983" y="703373"/>
                  </a:lnTo>
                  <a:close/>
                  <a:moveTo>
                    <a:pt x="352916" y="747152"/>
                  </a:moveTo>
                  <a:lnTo>
                    <a:pt x="390961" y="800154"/>
                  </a:lnTo>
                  <a:lnTo>
                    <a:pt x="391348" y="735313"/>
                  </a:lnTo>
                  <a:close/>
                  <a:moveTo>
                    <a:pt x="352916" y="747152"/>
                  </a:moveTo>
                  <a:lnTo>
                    <a:pt x="391348" y="735313"/>
                  </a:lnTo>
                  <a:lnTo>
                    <a:pt x="359183" y="681338"/>
                  </a:lnTo>
                  <a:close/>
                  <a:moveTo>
                    <a:pt x="572417" y="670279"/>
                  </a:moveTo>
                  <a:lnTo>
                    <a:pt x="606943" y="619951"/>
                  </a:lnTo>
                  <a:lnTo>
                    <a:pt x="534482" y="626500"/>
                  </a:lnTo>
                  <a:close/>
                  <a:moveTo>
                    <a:pt x="498958" y="708715"/>
                  </a:moveTo>
                  <a:lnTo>
                    <a:pt x="572417" y="670279"/>
                  </a:lnTo>
                  <a:lnTo>
                    <a:pt x="534482" y="626500"/>
                  </a:lnTo>
                  <a:close/>
                  <a:moveTo>
                    <a:pt x="1175900" y="434318"/>
                  </a:moveTo>
                  <a:lnTo>
                    <a:pt x="1228467" y="395881"/>
                  </a:lnTo>
                  <a:lnTo>
                    <a:pt x="1152676" y="406260"/>
                  </a:lnTo>
                  <a:close/>
                  <a:moveTo>
                    <a:pt x="1228467" y="395881"/>
                  </a:moveTo>
                  <a:lnTo>
                    <a:pt x="1186196" y="316383"/>
                  </a:lnTo>
                  <a:lnTo>
                    <a:pt x="1152676" y="406260"/>
                  </a:lnTo>
                  <a:close/>
                  <a:moveTo>
                    <a:pt x="1184321" y="313666"/>
                  </a:moveTo>
                  <a:lnTo>
                    <a:pt x="1152676" y="406260"/>
                  </a:lnTo>
                  <a:lnTo>
                    <a:pt x="1186196" y="316383"/>
                  </a:lnTo>
                  <a:close/>
                  <a:moveTo>
                    <a:pt x="1184321" y="313666"/>
                  </a:moveTo>
                  <a:lnTo>
                    <a:pt x="1119980" y="352103"/>
                  </a:lnTo>
                  <a:lnTo>
                    <a:pt x="1152676" y="406260"/>
                  </a:lnTo>
                  <a:close/>
                  <a:moveTo>
                    <a:pt x="1184211" y="308964"/>
                  </a:moveTo>
                  <a:lnTo>
                    <a:pt x="1119980" y="352103"/>
                  </a:lnTo>
                  <a:lnTo>
                    <a:pt x="1184321" y="313666"/>
                  </a:lnTo>
                  <a:close/>
                  <a:moveTo>
                    <a:pt x="1184321" y="313666"/>
                  </a:moveTo>
                  <a:lnTo>
                    <a:pt x="1186196" y="316383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4321" y="313666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6439" y="312878"/>
                  </a:lnTo>
                  <a:lnTo>
                    <a:pt x="1188671" y="231451"/>
                  </a:lnTo>
                  <a:close/>
                  <a:moveTo>
                    <a:pt x="1188671" y="231451"/>
                  </a:moveTo>
                  <a:lnTo>
                    <a:pt x="1186439" y="312878"/>
                  </a:lnTo>
                  <a:lnTo>
                    <a:pt x="1296066" y="275230"/>
                  </a:lnTo>
                  <a:close/>
                  <a:moveTo>
                    <a:pt x="1188671" y="231451"/>
                  </a:moveTo>
                  <a:lnTo>
                    <a:pt x="1296066" y="275230"/>
                  </a:lnTo>
                  <a:lnTo>
                    <a:pt x="1270792" y="193015"/>
                  </a:lnTo>
                  <a:close/>
                  <a:moveTo>
                    <a:pt x="1133663" y="55507"/>
                  </a:moveTo>
                  <a:lnTo>
                    <a:pt x="1202726" y="28584"/>
                  </a:lnTo>
                  <a:lnTo>
                    <a:pt x="1159134" y="0"/>
                  </a:lnTo>
                  <a:close/>
                  <a:moveTo>
                    <a:pt x="1133663" y="55507"/>
                  </a:moveTo>
                  <a:lnTo>
                    <a:pt x="1172029" y="48216"/>
                  </a:lnTo>
                  <a:lnTo>
                    <a:pt x="1202726" y="28584"/>
                  </a:lnTo>
                  <a:close/>
                  <a:moveTo>
                    <a:pt x="1617300" y="167969"/>
                  </a:moveTo>
                  <a:lnTo>
                    <a:pt x="1526334" y="236794"/>
                  </a:lnTo>
                  <a:lnTo>
                    <a:pt x="1592312" y="198357"/>
                  </a:lnTo>
                  <a:close/>
                  <a:moveTo>
                    <a:pt x="1837887" y="220194"/>
                  </a:moveTo>
                  <a:lnTo>
                    <a:pt x="1783429" y="159921"/>
                  </a:lnTo>
                  <a:lnTo>
                    <a:pt x="1817599" y="263400"/>
                  </a:lnTo>
                  <a:close/>
                  <a:moveTo>
                    <a:pt x="1817599" y="263400"/>
                  </a:moveTo>
                  <a:lnTo>
                    <a:pt x="1783429" y="159921"/>
                  </a:lnTo>
                  <a:lnTo>
                    <a:pt x="1731311" y="172867"/>
                  </a:lnTo>
                  <a:close/>
                  <a:moveTo>
                    <a:pt x="1646916" y="180887"/>
                  </a:moveTo>
                  <a:lnTo>
                    <a:pt x="1686658" y="148634"/>
                  </a:lnTo>
                  <a:lnTo>
                    <a:pt x="1617300" y="167969"/>
                  </a:lnTo>
                  <a:close/>
                  <a:moveTo>
                    <a:pt x="1646916" y="180887"/>
                  </a:moveTo>
                  <a:lnTo>
                    <a:pt x="1731311" y="172867"/>
                  </a:lnTo>
                  <a:lnTo>
                    <a:pt x="1686658" y="148634"/>
                  </a:lnTo>
                  <a:close/>
                  <a:moveTo>
                    <a:pt x="1800856" y="81741"/>
                  </a:moveTo>
                  <a:lnTo>
                    <a:pt x="1686658" y="148634"/>
                  </a:lnTo>
                  <a:lnTo>
                    <a:pt x="1783429" y="159921"/>
                  </a:lnTo>
                  <a:close/>
                  <a:moveTo>
                    <a:pt x="1783429" y="159921"/>
                  </a:moveTo>
                  <a:lnTo>
                    <a:pt x="1686658" y="148634"/>
                  </a:lnTo>
                  <a:lnTo>
                    <a:pt x="1731311" y="172867"/>
                  </a:lnTo>
                  <a:close/>
                  <a:moveTo>
                    <a:pt x="1783429" y="159921"/>
                  </a:moveTo>
                  <a:lnTo>
                    <a:pt x="1837887" y="220194"/>
                  </a:lnTo>
                  <a:lnTo>
                    <a:pt x="1865785" y="124134"/>
                  </a:lnTo>
                  <a:close/>
                  <a:moveTo>
                    <a:pt x="1800856" y="81741"/>
                  </a:moveTo>
                  <a:lnTo>
                    <a:pt x="1783429" y="159921"/>
                  </a:lnTo>
                  <a:lnTo>
                    <a:pt x="1865785" y="124134"/>
                  </a:lnTo>
                  <a:close/>
                  <a:moveTo>
                    <a:pt x="1936612" y="95449"/>
                  </a:moveTo>
                  <a:lnTo>
                    <a:pt x="1865785" y="124134"/>
                  </a:lnTo>
                  <a:lnTo>
                    <a:pt x="1874487" y="121484"/>
                  </a:lnTo>
                  <a:close/>
                  <a:moveTo>
                    <a:pt x="1800856" y="81741"/>
                  </a:moveTo>
                  <a:lnTo>
                    <a:pt x="1865785" y="124134"/>
                  </a:lnTo>
                  <a:lnTo>
                    <a:pt x="1936612" y="9544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40" name="Candidate_density__2039">
              <a:extLst>
                <a:ext uri="{FF2B5EF4-FFF2-40B4-BE49-F238E27FC236}">
                  <a16:creationId xmlns:a16="http://schemas.microsoft.com/office/drawing/2014/main" id="{E8C959BB-3974-225B-48AF-654D71905837}"/>
                </a:ext>
              </a:extLst>
            </p:cNvPr>
            <p:cNvSpPr>
              <a:spLocks noGrp="1"/>
            </p:cNvSpPr>
            <p:nvPr/>
          </p:nvSpPr>
          <p:spPr>
            <a:xfrm>
              <a:off x="5751949" y="4088565"/>
              <a:ext cx="664737" cy="1140994"/>
            </a:xfrm>
            <a:custGeom>
              <a:avLst/>
              <a:gdLst/>
              <a:ahLst/>
              <a:cxnLst/>
              <a:rect l="0" t="0" r="0" b="0"/>
              <a:pathLst>
                <a:path w="664737" h="1140994">
                  <a:moveTo>
                    <a:pt x="46715" y="1100451"/>
                  </a:moveTo>
                  <a:lnTo>
                    <a:pt x="0" y="1140994"/>
                  </a:lnTo>
                  <a:lnTo>
                    <a:pt x="107654" y="1049636"/>
                  </a:lnTo>
                  <a:close/>
                  <a:moveTo>
                    <a:pt x="664737" y="17570"/>
                  </a:moveTo>
                  <a:lnTo>
                    <a:pt x="654844" y="4223"/>
                  </a:lnTo>
                  <a:lnTo>
                    <a:pt x="662928" y="0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041" name="Candidate_density__2040">
              <a:extLst>
                <a:ext uri="{FF2B5EF4-FFF2-40B4-BE49-F238E27FC236}">
                  <a16:creationId xmlns:a16="http://schemas.microsoft.com/office/drawing/2014/main" id="{1FE9D832-CCBF-42FA-DA60-0C372DE8F112}"/>
                </a:ext>
              </a:extLst>
            </p:cNvPr>
            <p:cNvSpPr>
              <a:spLocks noGrp="1"/>
            </p:cNvSpPr>
            <p:nvPr/>
          </p:nvSpPr>
          <p:spPr>
            <a:xfrm>
              <a:off x="4373648" y="2157136"/>
              <a:ext cx="2453752" cy="3180285"/>
            </a:xfrm>
            <a:custGeom>
              <a:avLst/>
              <a:gdLst/>
              <a:ahLst/>
              <a:cxnLst/>
              <a:rect l="0" t="0" r="0" b="0"/>
              <a:pathLst>
                <a:path w="2453752" h="3180285">
                  <a:moveTo>
                    <a:pt x="338" y="2633970"/>
                  </a:moveTo>
                  <a:lnTo>
                    <a:pt x="0" y="2637497"/>
                  </a:lnTo>
                  <a:lnTo>
                    <a:pt x="10262" y="2656114"/>
                  </a:lnTo>
                  <a:close/>
                  <a:moveTo>
                    <a:pt x="1219" y="2622307"/>
                  </a:moveTo>
                  <a:lnTo>
                    <a:pt x="0" y="2637497"/>
                  </a:lnTo>
                  <a:lnTo>
                    <a:pt x="338" y="2633970"/>
                  </a:lnTo>
                  <a:close/>
                  <a:moveTo>
                    <a:pt x="540356" y="3101711"/>
                  </a:moveTo>
                  <a:lnTo>
                    <a:pt x="612347" y="3171039"/>
                  </a:lnTo>
                  <a:lnTo>
                    <a:pt x="563797" y="3117201"/>
                  </a:lnTo>
                  <a:close/>
                  <a:moveTo>
                    <a:pt x="338" y="2633970"/>
                  </a:moveTo>
                  <a:lnTo>
                    <a:pt x="10262" y="2656114"/>
                  </a:lnTo>
                  <a:lnTo>
                    <a:pt x="35854" y="2677748"/>
                  </a:lnTo>
                  <a:close/>
                  <a:moveTo>
                    <a:pt x="535819" y="3088824"/>
                  </a:moveTo>
                  <a:lnTo>
                    <a:pt x="540356" y="3101711"/>
                  </a:lnTo>
                  <a:lnTo>
                    <a:pt x="563797" y="3117201"/>
                  </a:lnTo>
                  <a:close/>
                  <a:moveTo>
                    <a:pt x="764472" y="3094166"/>
                  </a:moveTo>
                  <a:lnTo>
                    <a:pt x="798970" y="3112739"/>
                  </a:lnTo>
                  <a:lnTo>
                    <a:pt x="705499" y="3028044"/>
                  </a:lnTo>
                  <a:close/>
                  <a:moveTo>
                    <a:pt x="705499" y="3028044"/>
                  </a:moveTo>
                  <a:lnTo>
                    <a:pt x="798970" y="3112739"/>
                  </a:lnTo>
                  <a:lnTo>
                    <a:pt x="750587" y="3050387"/>
                  </a:lnTo>
                  <a:close/>
                  <a:moveTo>
                    <a:pt x="603017" y="2765305"/>
                  </a:moveTo>
                  <a:lnTo>
                    <a:pt x="567784" y="2701701"/>
                  </a:lnTo>
                  <a:lnTo>
                    <a:pt x="535961" y="2797922"/>
                  </a:lnTo>
                  <a:close/>
                  <a:moveTo>
                    <a:pt x="489725" y="2688511"/>
                  </a:moveTo>
                  <a:lnTo>
                    <a:pt x="456743" y="2780401"/>
                  </a:lnTo>
                  <a:lnTo>
                    <a:pt x="567784" y="2701701"/>
                  </a:lnTo>
                  <a:close/>
                  <a:moveTo>
                    <a:pt x="258073" y="2379719"/>
                  </a:moveTo>
                  <a:lnTo>
                    <a:pt x="306356" y="2436445"/>
                  </a:lnTo>
                  <a:lnTo>
                    <a:pt x="316545" y="2461836"/>
                  </a:lnTo>
                  <a:close/>
                  <a:moveTo>
                    <a:pt x="770906" y="2809084"/>
                  </a:moveTo>
                  <a:lnTo>
                    <a:pt x="769544" y="2898734"/>
                  </a:lnTo>
                  <a:lnTo>
                    <a:pt x="813882" y="2849304"/>
                  </a:lnTo>
                  <a:close/>
                  <a:moveTo>
                    <a:pt x="751619" y="2726869"/>
                  </a:moveTo>
                  <a:lnTo>
                    <a:pt x="672873" y="2815955"/>
                  </a:lnTo>
                  <a:lnTo>
                    <a:pt x="701480" y="2847521"/>
                  </a:lnTo>
                  <a:close/>
                  <a:moveTo>
                    <a:pt x="477947" y="2683090"/>
                  </a:moveTo>
                  <a:lnTo>
                    <a:pt x="489725" y="2688511"/>
                  </a:lnTo>
                  <a:lnTo>
                    <a:pt x="491527" y="2680447"/>
                  </a:lnTo>
                  <a:close/>
                  <a:moveTo>
                    <a:pt x="645360" y="2676568"/>
                  </a:moveTo>
                  <a:lnTo>
                    <a:pt x="575147" y="2673057"/>
                  </a:lnTo>
                  <a:lnTo>
                    <a:pt x="680869" y="2747792"/>
                  </a:lnTo>
                  <a:close/>
                  <a:moveTo>
                    <a:pt x="418551" y="2600876"/>
                  </a:moveTo>
                  <a:lnTo>
                    <a:pt x="477947" y="2683090"/>
                  </a:lnTo>
                  <a:lnTo>
                    <a:pt x="491527" y="2680447"/>
                  </a:lnTo>
                  <a:close/>
                  <a:moveTo>
                    <a:pt x="575147" y="2673057"/>
                  </a:moveTo>
                  <a:lnTo>
                    <a:pt x="489725" y="2688511"/>
                  </a:lnTo>
                  <a:lnTo>
                    <a:pt x="567784" y="2701701"/>
                  </a:lnTo>
                  <a:close/>
                  <a:moveTo>
                    <a:pt x="575147" y="2673057"/>
                  </a:moveTo>
                  <a:lnTo>
                    <a:pt x="491527" y="2680447"/>
                  </a:lnTo>
                  <a:lnTo>
                    <a:pt x="489725" y="2688511"/>
                  </a:lnTo>
                  <a:close/>
                  <a:moveTo>
                    <a:pt x="575147" y="2673057"/>
                  </a:moveTo>
                  <a:lnTo>
                    <a:pt x="559208" y="2669636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575147" y="2673057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498675" y="2600876"/>
                  </a:lnTo>
                  <a:lnTo>
                    <a:pt x="459466" y="2575377"/>
                  </a:lnTo>
                  <a:close/>
                  <a:moveTo>
                    <a:pt x="401249" y="2436445"/>
                  </a:moveTo>
                  <a:lnTo>
                    <a:pt x="466727" y="2387323"/>
                  </a:lnTo>
                  <a:lnTo>
                    <a:pt x="348754" y="2335558"/>
                  </a:lnTo>
                  <a:close/>
                  <a:moveTo>
                    <a:pt x="348754" y="2335558"/>
                  </a:moveTo>
                  <a:lnTo>
                    <a:pt x="466727" y="2387323"/>
                  </a:lnTo>
                  <a:lnTo>
                    <a:pt x="426663" y="2332812"/>
                  </a:lnTo>
                  <a:close/>
                  <a:moveTo>
                    <a:pt x="401249" y="2436445"/>
                  </a:moveTo>
                  <a:lnTo>
                    <a:pt x="348754" y="2335558"/>
                  </a:lnTo>
                  <a:lnTo>
                    <a:pt x="337300" y="2397274"/>
                  </a:lnTo>
                  <a:close/>
                  <a:moveTo>
                    <a:pt x="466727" y="2387323"/>
                  </a:moveTo>
                  <a:lnTo>
                    <a:pt x="478952" y="2398009"/>
                  </a:lnTo>
                  <a:lnTo>
                    <a:pt x="426663" y="2332812"/>
                  </a:lnTo>
                  <a:close/>
                  <a:moveTo>
                    <a:pt x="426663" y="2332812"/>
                  </a:moveTo>
                  <a:lnTo>
                    <a:pt x="478952" y="2398009"/>
                  </a:lnTo>
                  <a:lnTo>
                    <a:pt x="520750" y="2417005"/>
                  </a:lnTo>
                  <a:close/>
                  <a:moveTo>
                    <a:pt x="348754" y="2335558"/>
                  </a:moveTo>
                  <a:lnTo>
                    <a:pt x="403881" y="2251240"/>
                  </a:lnTo>
                  <a:lnTo>
                    <a:pt x="341951" y="2240996"/>
                  </a:lnTo>
                  <a:close/>
                  <a:moveTo>
                    <a:pt x="889250" y="2891299"/>
                  </a:moveTo>
                  <a:lnTo>
                    <a:pt x="879555" y="2907632"/>
                  </a:lnTo>
                  <a:lnTo>
                    <a:pt x="901577" y="2898521"/>
                  </a:lnTo>
                  <a:close/>
                  <a:moveTo>
                    <a:pt x="1068237" y="3115105"/>
                  </a:moveTo>
                  <a:lnTo>
                    <a:pt x="1110005" y="3120484"/>
                  </a:lnTo>
                  <a:lnTo>
                    <a:pt x="1032364" y="3108856"/>
                  </a:lnTo>
                  <a:close/>
                  <a:moveTo>
                    <a:pt x="1068237" y="3115105"/>
                  </a:moveTo>
                  <a:lnTo>
                    <a:pt x="1133235" y="3122856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52340" y="3055729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82313" y="3175632"/>
                  </a:lnTo>
                  <a:lnTo>
                    <a:pt x="1258088" y="3180285"/>
                  </a:lnTo>
                  <a:close/>
                  <a:moveTo>
                    <a:pt x="1101716" y="2948296"/>
                  </a:moveTo>
                  <a:lnTo>
                    <a:pt x="992565" y="2960057"/>
                  </a:lnTo>
                  <a:lnTo>
                    <a:pt x="1014568" y="2973514"/>
                  </a:lnTo>
                  <a:close/>
                  <a:moveTo>
                    <a:pt x="889250" y="2891299"/>
                  </a:moveTo>
                  <a:lnTo>
                    <a:pt x="901577" y="2898521"/>
                  </a:lnTo>
                  <a:lnTo>
                    <a:pt x="904793" y="2887114"/>
                  </a:lnTo>
                  <a:close/>
                  <a:moveTo>
                    <a:pt x="904793" y="2887114"/>
                  </a:moveTo>
                  <a:lnTo>
                    <a:pt x="813882" y="2849304"/>
                  </a:lnTo>
                  <a:lnTo>
                    <a:pt x="889250" y="2891299"/>
                  </a:lnTo>
                  <a:close/>
                  <a:moveTo>
                    <a:pt x="1013133" y="2859627"/>
                  </a:moveTo>
                  <a:lnTo>
                    <a:pt x="901577" y="2898521"/>
                  </a:lnTo>
                  <a:lnTo>
                    <a:pt x="992565" y="2960057"/>
                  </a:lnTo>
                  <a:close/>
                  <a:moveTo>
                    <a:pt x="803661" y="2708556"/>
                  </a:moveTo>
                  <a:lnTo>
                    <a:pt x="863993" y="2758004"/>
                  </a:lnTo>
                  <a:lnTo>
                    <a:pt x="817669" y="2726869"/>
                  </a:lnTo>
                  <a:close/>
                  <a:moveTo>
                    <a:pt x="900453" y="2790550"/>
                  </a:moveTo>
                  <a:lnTo>
                    <a:pt x="863993" y="2758004"/>
                  </a:lnTo>
                  <a:lnTo>
                    <a:pt x="803661" y="2708556"/>
                  </a:lnTo>
                  <a:close/>
                  <a:moveTo>
                    <a:pt x="803661" y="2708556"/>
                  </a:moveTo>
                  <a:lnTo>
                    <a:pt x="764968" y="2666423"/>
                  </a:lnTo>
                  <a:lnTo>
                    <a:pt x="751619" y="2726869"/>
                  </a:lnTo>
                  <a:close/>
                  <a:moveTo>
                    <a:pt x="549870" y="2293238"/>
                  </a:moveTo>
                  <a:lnTo>
                    <a:pt x="478952" y="2398009"/>
                  </a:lnTo>
                  <a:lnTo>
                    <a:pt x="516432" y="2357959"/>
                  </a:lnTo>
                  <a:close/>
                  <a:moveTo>
                    <a:pt x="516432" y="2357959"/>
                  </a:moveTo>
                  <a:lnTo>
                    <a:pt x="547058" y="2277357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522382" y="2215493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484821" y="2195142"/>
                  </a:lnTo>
                  <a:lnTo>
                    <a:pt x="522382" y="2215493"/>
                  </a:lnTo>
                  <a:close/>
                  <a:moveTo>
                    <a:pt x="1230779" y="3017293"/>
                  </a:moveTo>
                  <a:lnTo>
                    <a:pt x="1322098" y="3090497"/>
                  </a:lnTo>
                  <a:lnTo>
                    <a:pt x="1331125" y="2983066"/>
                  </a:lnTo>
                  <a:close/>
                  <a:moveTo>
                    <a:pt x="1331125" y="2983066"/>
                  </a:moveTo>
                  <a:lnTo>
                    <a:pt x="1425016" y="3031880"/>
                  </a:lnTo>
                  <a:lnTo>
                    <a:pt x="1355709" y="2978857"/>
                  </a:lnTo>
                  <a:close/>
                  <a:moveTo>
                    <a:pt x="958730" y="2688433"/>
                  </a:moveTo>
                  <a:lnTo>
                    <a:pt x="985279" y="2717615"/>
                  </a:lnTo>
                  <a:lnTo>
                    <a:pt x="985157" y="2682188"/>
                  </a:lnTo>
                  <a:close/>
                  <a:moveTo>
                    <a:pt x="985157" y="2682188"/>
                  </a:moveTo>
                  <a:lnTo>
                    <a:pt x="891676" y="2646303"/>
                  </a:lnTo>
                  <a:lnTo>
                    <a:pt x="958730" y="2688433"/>
                  </a:lnTo>
                  <a:close/>
                  <a:moveTo>
                    <a:pt x="904194" y="2587325"/>
                  </a:moveTo>
                  <a:lnTo>
                    <a:pt x="891676" y="2646303"/>
                  </a:lnTo>
                  <a:lnTo>
                    <a:pt x="985157" y="2682188"/>
                  </a:lnTo>
                  <a:close/>
                  <a:moveTo>
                    <a:pt x="972342" y="2592513"/>
                  </a:moveTo>
                  <a:lnTo>
                    <a:pt x="904194" y="2587325"/>
                  </a:lnTo>
                  <a:lnTo>
                    <a:pt x="985157" y="2682188"/>
                  </a:lnTo>
                  <a:close/>
                  <a:moveTo>
                    <a:pt x="587920" y="2262305"/>
                  </a:moveTo>
                  <a:lnTo>
                    <a:pt x="547058" y="2277357"/>
                  </a:lnTo>
                  <a:lnTo>
                    <a:pt x="516432" y="2357959"/>
                  </a:lnTo>
                  <a:close/>
                  <a:moveTo>
                    <a:pt x="484821" y="2195142"/>
                  </a:moveTo>
                  <a:lnTo>
                    <a:pt x="489884" y="2181321"/>
                  </a:lnTo>
                  <a:lnTo>
                    <a:pt x="490026" y="2081113"/>
                  </a:lnTo>
                  <a:close/>
                  <a:moveTo>
                    <a:pt x="1444071" y="2940420"/>
                  </a:moveTo>
                  <a:lnTo>
                    <a:pt x="1355709" y="2978857"/>
                  </a:lnTo>
                  <a:lnTo>
                    <a:pt x="1425016" y="3031880"/>
                  </a:lnTo>
                  <a:close/>
                  <a:moveTo>
                    <a:pt x="515569" y="1992275"/>
                  </a:moveTo>
                  <a:lnTo>
                    <a:pt x="497048" y="2070284"/>
                  </a:lnTo>
                  <a:lnTo>
                    <a:pt x="494281" y="1977563"/>
                  </a:lnTo>
                  <a:close/>
                  <a:moveTo>
                    <a:pt x="1554105" y="2922971"/>
                  </a:moveTo>
                  <a:lnTo>
                    <a:pt x="1493235" y="2819769"/>
                  </a:lnTo>
                  <a:lnTo>
                    <a:pt x="1469081" y="2831411"/>
                  </a:lnTo>
                  <a:close/>
                  <a:moveTo>
                    <a:pt x="1469081" y="2831411"/>
                  </a:moveTo>
                  <a:lnTo>
                    <a:pt x="1489082" y="2841011"/>
                  </a:lnTo>
                  <a:lnTo>
                    <a:pt x="1554105" y="2922971"/>
                  </a:lnTo>
                  <a:close/>
                  <a:moveTo>
                    <a:pt x="1422871" y="2655338"/>
                  </a:moveTo>
                  <a:lnTo>
                    <a:pt x="1354772" y="2617505"/>
                  </a:lnTo>
                  <a:lnTo>
                    <a:pt x="1300441" y="2629574"/>
                  </a:lnTo>
                  <a:close/>
                  <a:moveTo>
                    <a:pt x="1310400" y="2573123"/>
                  </a:moveTo>
                  <a:lnTo>
                    <a:pt x="1300441" y="2629574"/>
                  </a:lnTo>
                  <a:lnTo>
                    <a:pt x="1354772" y="2617505"/>
                  </a:lnTo>
                  <a:close/>
                  <a:moveTo>
                    <a:pt x="1209975" y="2490908"/>
                  </a:moveTo>
                  <a:lnTo>
                    <a:pt x="1208688" y="2565180"/>
                  </a:lnTo>
                  <a:lnTo>
                    <a:pt x="1257598" y="2532844"/>
                  </a:lnTo>
                  <a:close/>
                  <a:moveTo>
                    <a:pt x="1209975" y="2490908"/>
                  </a:moveTo>
                  <a:lnTo>
                    <a:pt x="1168293" y="2529344"/>
                  </a:lnTo>
                  <a:lnTo>
                    <a:pt x="1208688" y="2565180"/>
                  </a:lnTo>
                  <a:close/>
                  <a:moveTo>
                    <a:pt x="1151503" y="2414830"/>
                  </a:moveTo>
                  <a:lnTo>
                    <a:pt x="1144299" y="2413215"/>
                  </a:lnTo>
                  <a:lnTo>
                    <a:pt x="1209975" y="2490908"/>
                  </a:lnTo>
                  <a:close/>
                  <a:moveTo>
                    <a:pt x="1209975" y="2490908"/>
                  </a:moveTo>
                  <a:lnTo>
                    <a:pt x="1144299" y="2413215"/>
                  </a:lnTo>
                  <a:lnTo>
                    <a:pt x="1146509" y="2447129"/>
                  </a:lnTo>
                  <a:close/>
                  <a:moveTo>
                    <a:pt x="1209975" y="2490908"/>
                  </a:moveTo>
                  <a:lnTo>
                    <a:pt x="1146509" y="2447129"/>
                  </a:lnTo>
                  <a:lnTo>
                    <a:pt x="1168293" y="2529344"/>
                  </a:lnTo>
                  <a:close/>
                  <a:moveTo>
                    <a:pt x="1143748" y="2408693"/>
                  </a:moveTo>
                  <a:lnTo>
                    <a:pt x="1087890" y="2392190"/>
                  </a:lnTo>
                  <a:lnTo>
                    <a:pt x="1144299" y="2413215"/>
                  </a:lnTo>
                  <a:close/>
                  <a:moveTo>
                    <a:pt x="1041423" y="2364914"/>
                  </a:moveTo>
                  <a:lnTo>
                    <a:pt x="1087890" y="2392190"/>
                  </a:lnTo>
                  <a:lnTo>
                    <a:pt x="1143748" y="2408693"/>
                  </a:lnTo>
                  <a:close/>
                  <a:moveTo>
                    <a:pt x="1143748" y="2408693"/>
                  </a:moveTo>
                  <a:lnTo>
                    <a:pt x="1144299" y="2413215"/>
                  </a:lnTo>
                  <a:lnTo>
                    <a:pt x="1151503" y="2414830"/>
                  </a:lnTo>
                  <a:close/>
                  <a:moveTo>
                    <a:pt x="1450343" y="2546368"/>
                  </a:moveTo>
                  <a:lnTo>
                    <a:pt x="1373068" y="2548598"/>
                  </a:lnTo>
                  <a:lnTo>
                    <a:pt x="1463582" y="2635697"/>
                  </a:lnTo>
                  <a:close/>
                  <a:moveTo>
                    <a:pt x="1463582" y="2635697"/>
                  </a:moveTo>
                  <a:lnTo>
                    <a:pt x="1511251" y="2557442"/>
                  </a:lnTo>
                  <a:lnTo>
                    <a:pt x="1450343" y="2546368"/>
                  </a:lnTo>
                  <a:close/>
                  <a:moveTo>
                    <a:pt x="1310400" y="2573123"/>
                  </a:moveTo>
                  <a:lnTo>
                    <a:pt x="1354772" y="2617505"/>
                  </a:lnTo>
                  <a:lnTo>
                    <a:pt x="1373068" y="2548598"/>
                  </a:lnTo>
                  <a:close/>
                  <a:moveTo>
                    <a:pt x="1373068" y="2548598"/>
                  </a:moveTo>
                  <a:lnTo>
                    <a:pt x="1257598" y="2532844"/>
                  </a:lnTo>
                  <a:lnTo>
                    <a:pt x="1310400" y="2573123"/>
                  </a:lnTo>
                  <a:close/>
                  <a:moveTo>
                    <a:pt x="1286563" y="2458241"/>
                  </a:moveTo>
                  <a:lnTo>
                    <a:pt x="1257598" y="2532844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25295" y="2452472"/>
                  </a:lnTo>
                  <a:lnTo>
                    <a:pt x="1450343" y="2546368"/>
                  </a:lnTo>
                  <a:close/>
                  <a:moveTo>
                    <a:pt x="1450343" y="2546368"/>
                  </a:moveTo>
                  <a:lnTo>
                    <a:pt x="1425295" y="2452472"/>
                  </a:lnTo>
                  <a:lnTo>
                    <a:pt x="1353534" y="2464387"/>
                  </a:lnTo>
                  <a:close/>
                  <a:moveTo>
                    <a:pt x="1450343" y="2546368"/>
                  </a:moveTo>
                  <a:lnTo>
                    <a:pt x="1353534" y="2464387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50343" y="2546368"/>
                  </a:lnTo>
                  <a:lnTo>
                    <a:pt x="1468876" y="2452472"/>
                  </a:lnTo>
                  <a:close/>
                  <a:moveTo>
                    <a:pt x="1327979" y="2385070"/>
                  </a:moveTo>
                  <a:lnTo>
                    <a:pt x="1286563" y="2458241"/>
                  </a:lnTo>
                  <a:lnTo>
                    <a:pt x="1353534" y="2464387"/>
                  </a:lnTo>
                  <a:close/>
                  <a:moveTo>
                    <a:pt x="1439857" y="2441765"/>
                  </a:moveTo>
                  <a:lnTo>
                    <a:pt x="1348178" y="2408693"/>
                  </a:lnTo>
                  <a:lnTo>
                    <a:pt x="1353534" y="2464387"/>
                  </a:lnTo>
                  <a:close/>
                  <a:moveTo>
                    <a:pt x="1143748" y="2408693"/>
                  </a:moveTo>
                  <a:lnTo>
                    <a:pt x="1151503" y="2414830"/>
                  </a:lnTo>
                  <a:lnTo>
                    <a:pt x="1162787" y="2398185"/>
                  </a:lnTo>
                  <a:close/>
                  <a:moveTo>
                    <a:pt x="906680" y="1841591"/>
                  </a:moveTo>
                  <a:lnTo>
                    <a:pt x="853344" y="1794751"/>
                  </a:lnTo>
                  <a:lnTo>
                    <a:pt x="902773" y="1887834"/>
                  </a:lnTo>
                  <a:close/>
                  <a:moveTo>
                    <a:pt x="1206905" y="2128113"/>
                  </a:moveTo>
                  <a:lnTo>
                    <a:pt x="1283824" y="2085175"/>
                  </a:lnTo>
                  <a:lnTo>
                    <a:pt x="1210494" y="2119715"/>
                  </a:lnTo>
                  <a:close/>
                  <a:moveTo>
                    <a:pt x="1196627" y="2089684"/>
                  </a:moveTo>
                  <a:lnTo>
                    <a:pt x="1210494" y="2119715"/>
                  </a:lnTo>
                  <a:lnTo>
                    <a:pt x="1283824" y="2085175"/>
                  </a:lnTo>
                  <a:close/>
                  <a:moveTo>
                    <a:pt x="1110641" y="1940117"/>
                  </a:moveTo>
                  <a:lnTo>
                    <a:pt x="1107396" y="2002960"/>
                  </a:lnTo>
                  <a:lnTo>
                    <a:pt x="1107231" y="1920745"/>
                  </a:lnTo>
                  <a:close/>
                  <a:moveTo>
                    <a:pt x="1131208" y="2023489"/>
                  </a:moveTo>
                  <a:lnTo>
                    <a:pt x="1107396" y="2002960"/>
                  </a:lnTo>
                  <a:lnTo>
                    <a:pt x="1110641" y="1940117"/>
                  </a:lnTo>
                  <a:close/>
                  <a:moveTo>
                    <a:pt x="853344" y="1794751"/>
                  </a:moveTo>
                  <a:lnTo>
                    <a:pt x="906680" y="1841591"/>
                  </a:lnTo>
                  <a:lnTo>
                    <a:pt x="915233" y="1777612"/>
                  </a:lnTo>
                  <a:close/>
                  <a:moveTo>
                    <a:pt x="915233" y="1777612"/>
                  </a:moveTo>
                  <a:lnTo>
                    <a:pt x="906680" y="1841591"/>
                  </a:lnTo>
                  <a:lnTo>
                    <a:pt x="932914" y="1794751"/>
                  </a:lnTo>
                  <a:close/>
                  <a:moveTo>
                    <a:pt x="915233" y="1777612"/>
                  </a:moveTo>
                  <a:lnTo>
                    <a:pt x="932914" y="1794751"/>
                  </a:lnTo>
                  <a:lnTo>
                    <a:pt x="879300" y="1739222"/>
                  </a:lnTo>
                  <a:close/>
                  <a:moveTo>
                    <a:pt x="1653956" y="2469727"/>
                  </a:moveTo>
                  <a:lnTo>
                    <a:pt x="1683882" y="2377596"/>
                  </a:lnTo>
                  <a:lnTo>
                    <a:pt x="1601589" y="2414035"/>
                  </a:lnTo>
                  <a:close/>
                  <a:moveTo>
                    <a:pt x="1683882" y="2377596"/>
                  </a:moveTo>
                  <a:lnTo>
                    <a:pt x="1777862" y="2439129"/>
                  </a:lnTo>
                  <a:lnTo>
                    <a:pt x="1701151" y="2375599"/>
                  </a:lnTo>
                  <a:close/>
                  <a:moveTo>
                    <a:pt x="1558402" y="2211168"/>
                  </a:moveTo>
                  <a:lnTo>
                    <a:pt x="1502031" y="2249605"/>
                  </a:lnTo>
                  <a:lnTo>
                    <a:pt x="1529725" y="2283905"/>
                  </a:lnTo>
                  <a:close/>
                  <a:moveTo>
                    <a:pt x="1497822" y="2167390"/>
                  </a:moveTo>
                  <a:lnTo>
                    <a:pt x="1558402" y="2211168"/>
                  </a:lnTo>
                  <a:lnTo>
                    <a:pt x="1499729" y="2128953"/>
                  </a:lnTo>
                  <a:close/>
                  <a:moveTo>
                    <a:pt x="1441550" y="2085175"/>
                  </a:moveTo>
                  <a:lnTo>
                    <a:pt x="1499729" y="2128953"/>
                  </a:lnTo>
                  <a:lnTo>
                    <a:pt x="1451298" y="2046738"/>
                  </a:lnTo>
                  <a:close/>
                  <a:moveTo>
                    <a:pt x="1953218" y="2537444"/>
                  </a:moveTo>
                  <a:lnTo>
                    <a:pt x="1880692" y="2538962"/>
                  </a:lnTo>
                  <a:lnTo>
                    <a:pt x="1924851" y="2419377"/>
                  </a:lnTo>
                  <a:close/>
                  <a:moveTo>
                    <a:pt x="1499729" y="2128953"/>
                  </a:moveTo>
                  <a:lnTo>
                    <a:pt x="1578181" y="2202753"/>
                  </a:lnTo>
                  <a:lnTo>
                    <a:pt x="1577032" y="2103595"/>
                  </a:lnTo>
                  <a:close/>
                  <a:moveTo>
                    <a:pt x="1548028" y="2008302"/>
                  </a:moveTo>
                  <a:lnTo>
                    <a:pt x="1577032" y="2103595"/>
                  </a:lnTo>
                  <a:lnTo>
                    <a:pt x="1583408" y="2054210"/>
                  </a:lnTo>
                  <a:close/>
                  <a:moveTo>
                    <a:pt x="1499729" y="2128953"/>
                  </a:moveTo>
                  <a:lnTo>
                    <a:pt x="1577032" y="2103595"/>
                  </a:lnTo>
                  <a:lnTo>
                    <a:pt x="1548028" y="2008302"/>
                  </a:lnTo>
                  <a:close/>
                  <a:moveTo>
                    <a:pt x="1457884" y="1863555"/>
                  </a:moveTo>
                  <a:lnTo>
                    <a:pt x="1417140" y="1872716"/>
                  </a:lnTo>
                  <a:lnTo>
                    <a:pt x="1516149" y="1926087"/>
                  </a:lnTo>
                  <a:close/>
                  <a:moveTo>
                    <a:pt x="1396175" y="1761656"/>
                  </a:moveTo>
                  <a:lnTo>
                    <a:pt x="1361892" y="1800093"/>
                  </a:lnTo>
                  <a:lnTo>
                    <a:pt x="1431256" y="1843872"/>
                  </a:lnTo>
                  <a:close/>
                  <a:moveTo>
                    <a:pt x="1431256" y="1843872"/>
                  </a:moveTo>
                  <a:lnTo>
                    <a:pt x="1417140" y="1872716"/>
                  </a:lnTo>
                  <a:lnTo>
                    <a:pt x="1457884" y="1863555"/>
                  </a:lnTo>
                  <a:close/>
                  <a:moveTo>
                    <a:pt x="2042558" y="2463156"/>
                  </a:moveTo>
                  <a:lnTo>
                    <a:pt x="1924851" y="2419377"/>
                  </a:lnTo>
                  <a:lnTo>
                    <a:pt x="1985977" y="2501592"/>
                  </a:lnTo>
                  <a:close/>
                  <a:moveTo>
                    <a:pt x="1548028" y="2008302"/>
                  </a:moveTo>
                  <a:lnTo>
                    <a:pt x="1583408" y="2054210"/>
                  </a:lnTo>
                  <a:lnTo>
                    <a:pt x="1607730" y="1978546"/>
                  </a:lnTo>
                  <a:close/>
                  <a:moveTo>
                    <a:pt x="1607730" y="1978546"/>
                  </a:moveTo>
                  <a:lnTo>
                    <a:pt x="1583408" y="2054210"/>
                  </a:lnTo>
                  <a:lnTo>
                    <a:pt x="1616545" y="2008302"/>
                  </a:lnTo>
                  <a:close/>
                  <a:moveTo>
                    <a:pt x="1607730" y="1978546"/>
                  </a:moveTo>
                  <a:lnTo>
                    <a:pt x="1616545" y="2008302"/>
                  </a:lnTo>
                  <a:lnTo>
                    <a:pt x="1626287" y="1923959"/>
                  </a:lnTo>
                  <a:close/>
                  <a:moveTo>
                    <a:pt x="1568690" y="1910192"/>
                  </a:moveTo>
                  <a:lnTo>
                    <a:pt x="1607730" y="1978546"/>
                  </a:lnTo>
                  <a:lnTo>
                    <a:pt x="1626287" y="1923959"/>
                  </a:lnTo>
                  <a:close/>
                  <a:moveTo>
                    <a:pt x="1470816" y="1723220"/>
                  </a:moveTo>
                  <a:lnTo>
                    <a:pt x="1461608" y="1836563"/>
                  </a:lnTo>
                  <a:lnTo>
                    <a:pt x="1480272" y="1732056"/>
                  </a:lnTo>
                  <a:close/>
                  <a:moveTo>
                    <a:pt x="1431256" y="1843872"/>
                  </a:moveTo>
                  <a:lnTo>
                    <a:pt x="1461608" y="1836563"/>
                  </a:lnTo>
                  <a:lnTo>
                    <a:pt x="1470816" y="1723220"/>
                  </a:lnTo>
                  <a:close/>
                  <a:moveTo>
                    <a:pt x="1523895" y="1723220"/>
                  </a:moveTo>
                  <a:lnTo>
                    <a:pt x="1480272" y="1732056"/>
                  </a:lnTo>
                  <a:lnTo>
                    <a:pt x="1550344" y="1724923"/>
                  </a:lnTo>
                  <a:close/>
                  <a:moveTo>
                    <a:pt x="1550344" y="1724923"/>
                  </a:moveTo>
                  <a:lnTo>
                    <a:pt x="1480272" y="1732056"/>
                  </a:lnTo>
                  <a:lnTo>
                    <a:pt x="1461608" y="1836563"/>
                  </a:lnTo>
                  <a:close/>
                  <a:moveTo>
                    <a:pt x="1550344" y="1724923"/>
                  </a:moveTo>
                  <a:lnTo>
                    <a:pt x="1461608" y="1836563"/>
                  </a:lnTo>
                  <a:lnTo>
                    <a:pt x="1560462" y="1816789"/>
                  </a:lnTo>
                  <a:close/>
                  <a:moveTo>
                    <a:pt x="1568558" y="1723220"/>
                  </a:moveTo>
                  <a:lnTo>
                    <a:pt x="1550344" y="1724923"/>
                  </a:lnTo>
                  <a:lnTo>
                    <a:pt x="1560462" y="1816789"/>
                  </a:lnTo>
                  <a:close/>
                  <a:moveTo>
                    <a:pt x="1551049" y="1718025"/>
                  </a:moveTo>
                  <a:lnTo>
                    <a:pt x="1550344" y="1724923"/>
                  </a:lnTo>
                  <a:lnTo>
                    <a:pt x="1568558" y="1723220"/>
                  </a:lnTo>
                  <a:close/>
                  <a:moveTo>
                    <a:pt x="1523895" y="1723220"/>
                  </a:moveTo>
                  <a:lnTo>
                    <a:pt x="1550344" y="1724923"/>
                  </a:lnTo>
                  <a:lnTo>
                    <a:pt x="1551049" y="1718025"/>
                  </a:lnTo>
                  <a:close/>
                  <a:moveTo>
                    <a:pt x="2188289" y="2510167"/>
                  </a:moveTo>
                  <a:lnTo>
                    <a:pt x="2253478" y="2457141"/>
                  </a:lnTo>
                  <a:lnTo>
                    <a:pt x="2230328" y="2436490"/>
                  </a:lnTo>
                  <a:close/>
                  <a:moveTo>
                    <a:pt x="2188289" y="2510167"/>
                  </a:moveTo>
                  <a:lnTo>
                    <a:pt x="2230328" y="2436490"/>
                  </a:lnTo>
                  <a:lnTo>
                    <a:pt x="2162932" y="2430690"/>
                  </a:lnTo>
                  <a:close/>
                  <a:moveTo>
                    <a:pt x="2065125" y="2449613"/>
                  </a:moveTo>
                  <a:lnTo>
                    <a:pt x="2162932" y="2430690"/>
                  </a:lnTo>
                  <a:lnTo>
                    <a:pt x="2133826" y="2354261"/>
                  </a:lnTo>
                  <a:close/>
                  <a:moveTo>
                    <a:pt x="2162932" y="2430690"/>
                  </a:moveTo>
                  <a:lnTo>
                    <a:pt x="2230328" y="2436490"/>
                  </a:lnTo>
                  <a:lnTo>
                    <a:pt x="2194955" y="2365156"/>
                  </a:lnTo>
                  <a:close/>
                  <a:moveTo>
                    <a:pt x="2162932" y="2430690"/>
                  </a:moveTo>
                  <a:lnTo>
                    <a:pt x="2194955" y="2365156"/>
                  </a:lnTo>
                  <a:lnTo>
                    <a:pt x="2133826" y="2354261"/>
                  </a:lnTo>
                  <a:close/>
                  <a:moveTo>
                    <a:pt x="1722182" y="1766998"/>
                  </a:moveTo>
                  <a:lnTo>
                    <a:pt x="1655185" y="1828715"/>
                  </a:lnTo>
                  <a:lnTo>
                    <a:pt x="1737236" y="1887650"/>
                  </a:lnTo>
                  <a:close/>
                  <a:moveTo>
                    <a:pt x="1722182" y="1766998"/>
                  </a:moveTo>
                  <a:lnTo>
                    <a:pt x="1737236" y="1887650"/>
                  </a:lnTo>
                  <a:lnTo>
                    <a:pt x="1738599" y="1849214"/>
                  </a:lnTo>
                  <a:close/>
                  <a:moveTo>
                    <a:pt x="1470816" y="1723220"/>
                  </a:moveTo>
                  <a:lnTo>
                    <a:pt x="1480272" y="1732056"/>
                  </a:lnTo>
                  <a:lnTo>
                    <a:pt x="1484852" y="1717575"/>
                  </a:lnTo>
                  <a:close/>
                  <a:moveTo>
                    <a:pt x="1484852" y="1717575"/>
                  </a:moveTo>
                  <a:lnTo>
                    <a:pt x="1480272" y="1732056"/>
                  </a:lnTo>
                  <a:lnTo>
                    <a:pt x="1523895" y="1723220"/>
                  </a:lnTo>
                  <a:close/>
                  <a:moveTo>
                    <a:pt x="1558506" y="1618195"/>
                  </a:moveTo>
                  <a:lnTo>
                    <a:pt x="1523895" y="1723220"/>
                  </a:lnTo>
                  <a:lnTo>
                    <a:pt x="1551049" y="1718025"/>
                  </a:lnTo>
                  <a:close/>
                  <a:moveTo>
                    <a:pt x="1484852" y="1717575"/>
                  </a:moveTo>
                  <a:lnTo>
                    <a:pt x="1523895" y="1723220"/>
                  </a:lnTo>
                  <a:lnTo>
                    <a:pt x="1558506" y="1618195"/>
                  </a:lnTo>
                  <a:close/>
                  <a:moveTo>
                    <a:pt x="1616047" y="1602568"/>
                  </a:moveTo>
                  <a:lnTo>
                    <a:pt x="1551049" y="1718025"/>
                  </a:lnTo>
                  <a:lnTo>
                    <a:pt x="1568558" y="1723220"/>
                  </a:lnTo>
                  <a:close/>
                  <a:moveTo>
                    <a:pt x="1301980" y="1128909"/>
                  </a:moveTo>
                  <a:lnTo>
                    <a:pt x="1223109" y="1208630"/>
                  </a:lnTo>
                  <a:lnTo>
                    <a:pt x="1237405" y="1166134"/>
                  </a:lnTo>
                  <a:close/>
                  <a:moveTo>
                    <a:pt x="2386462" y="2304068"/>
                  </a:moveTo>
                  <a:lnTo>
                    <a:pt x="2424962" y="2399440"/>
                  </a:lnTo>
                  <a:lnTo>
                    <a:pt x="2433460" y="2357548"/>
                  </a:lnTo>
                  <a:close/>
                  <a:moveTo>
                    <a:pt x="2386462" y="2304068"/>
                  </a:moveTo>
                  <a:lnTo>
                    <a:pt x="2337447" y="2277231"/>
                  </a:lnTo>
                  <a:lnTo>
                    <a:pt x="2296413" y="2339008"/>
                  </a:lnTo>
                  <a:close/>
                  <a:moveTo>
                    <a:pt x="1722182" y="1766998"/>
                  </a:moveTo>
                  <a:lnTo>
                    <a:pt x="1820607" y="1738135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702407" y="1661890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806521" y="1737932"/>
                  </a:lnTo>
                  <a:lnTo>
                    <a:pt x="1839608" y="1671533"/>
                  </a:lnTo>
                  <a:close/>
                  <a:moveTo>
                    <a:pt x="1693815" y="1564132"/>
                  </a:moveTo>
                  <a:lnTo>
                    <a:pt x="1702407" y="1661890"/>
                  </a:lnTo>
                  <a:lnTo>
                    <a:pt x="1701715" y="1572277"/>
                  </a:lnTo>
                  <a:close/>
                  <a:moveTo>
                    <a:pt x="1702407" y="1661890"/>
                  </a:moveTo>
                  <a:lnTo>
                    <a:pt x="1787460" y="1653336"/>
                  </a:lnTo>
                  <a:lnTo>
                    <a:pt x="1701715" y="1572277"/>
                  </a:lnTo>
                  <a:close/>
                  <a:moveTo>
                    <a:pt x="1616047" y="1602568"/>
                  </a:moveTo>
                  <a:lnTo>
                    <a:pt x="1693815" y="1564132"/>
                  </a:lnTo>
                  <a:lnTo>
                    <a:pt x="1561113" y="1540448"/>
                  </a:lnTo>
                  <a:close/>
                  <a:moveTo>
                    <a:pt x="1693815" y="1564132"/>
                  </a:moveTo>
                  <a:lnTo>
                    <a:pt x="1605778" y="1492242"/>
                  </a:lnTo>
                  <a:lnTo>
                    <a:pt x="1561113" y="1540448"/>
                  </a:lnTo>
                  <a:close/>
                  <a:moveTo>
                    <a:pt x="379074" y="8788"/>
                  </a:moveTo>
                  <a:lnTo>
                    <a:pt x="403793" y="0"/>
                  </a:lnTo>
                  <a:lnTo>
                    <a:pt x="332834" y="13351"/>
                  </a:lnTo>
                  <a:close/>
                  <a:moveTo>
                    <a:pt x="379074" y="8788"/>
                  </a:moveTo>
                  <a:lnTo>
                    <a:pt x="427288" y="30182"/>
                  </a:lnTo>
                  <a:lnTo>
                    <a:pt x="403793" y="0"/>
                  </a:lnTo>
                  <a:close/>
                  <a:moveTo>
                    <a:pt x="2433460" y="2357548"/>
                  </a:moveTo>
                  <a:lnTo>
                    <a:pt x="2453752" y="2275942"/>
                  </a:lnTo>
                  <a:lnTo>
                    <a:pt x="2386462" y="2304068"/>
                  </a:lnTo>
                  <a:close/>
                  <a:moveTo>
                    <a:pt x="2386462" y="2304068"/>
                  </a:moveTo>
                  <a:lnTo>
                    <a:pt x="2453752" y="2275942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53752" y="2275942"/>
                  </a:lnTo>
                  <a:lnTo>
                    <a:pt x="2428781" y="2196151"/>
                  </a:lnTo>
                  <a:close/>
                  <a:moveTo>
                    <a:pt x="2386462" y="2304068"/>
                  </a:moveTo>
                  <a:lnTo>
                    <a:pt x="2356845" y="2194041"/>
                  </a:lnTo>
                  <a:lnTo>
                    <a:pt x="2337447" y="2277231"/>
                  </a:lnTo>
                  <a:close/>
                  <a:moveTo>
                    <a:pt x="2330820" y="2183417"/>
                  </a:moveTo>
                  <a:lnTo>
                    <a:pt x="2337447" y="2277231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28781" y="2196151"/>
                  </a:lnTo>
                  <a:lnTo>
                    <a:pt x="2305858" y="2135401"/>
                  </a:lnTo>
                  <a:close/>
                  <a:moveTo>
                    <a:pt x="2259520" y="2112481"/>
                  </a:moveTo>
                  <a:lnTo>
                    <a:pt x="2330820" y="2183417"/>
                  </a:lnTo>
                  <a:lnTo>
                    <a:pt x="2356845" y="2194041"/>
                  </a:lnTo>
                  <a:close/>
                  <a:moveTo>
                    <a:pt x="1930271" y="1728562"/>
                  </a:moveTo>
                  <a:lnTo>
                    <a:pt x="1977516" y="1767479"/>
                  </a:lnTo>
                  <a:lnTo>
                    <a:pt x="2020507" y="1713011"/>
                  </a:lnTo>
                  <a:close/>
                  <a:moveTo>
                    <a:pt x="1930271" y="1728562"/>
                  </a:moveTo>
                  <a:lnTo>
                    <a:pt x="2020507" y="1713011"/>
                  </a:lnTo>
                  <a:lnTo>
                    <a:pt x="1981705" y="1690126"/>
                  </a:lnTo>
                  <a:close/>
                  <a:moveTo>
                    <a:pt x="1701234" y="1562752"/>
                  </a:moveTo>
                  <a:lnTo>
                    <a:pt x="1693815" y="1564132"/>
                  </a:lnTo>
                  <a:lnTo>
                    <a:pt x="1701715" y="1572277"/>
                  </a:lnTo>
                  <a:close/>
                  <a:moveTo>
                    <a:pt x="1693815" y="1564132"/>
                  </a:moveTo>
                  <a:lnTo>
                    <a:pt x="1701234" y="1562752"/>
                  </a:lnTo>
                  <a:lnTo>
                    <a:pt x="1727374" y="1453010"/>
                  </a:lnTo>
                  <a:close/>
                  <a:moveTo>
                    <a:pt x="1981705" y="1690126"/>
                  </a:moveTo>
                  <a:lnTo>
                    <a:pt x="2040456" y="1668930"/>
                  </a:lnTo>
                  <a:lnTo>
                    <a:pt x="1946384" y="1607911"/>
                  </a:lnTo>
                  <a:close/>
                  <a:moveTo>
                    <a:pt x="1805658" y="1338265"/>
                  </a:moveTo>
                  <a:lnTo>
                    <a:pt x="1853358" y="1360077"/>
                  </a:lnTo>
                  <a:lnTo>
                    <a:pt x="1861261" y="1253560"/>
                  </a:lnTo>
                  <a:close/>
                  <a:moveTo>
                    <a:pt x="2150919" y="1239350"/>
                  </a:moveTo>
                  <a:lnTo>
                    <a:pt x="2218895" y="1328171"/>
                  </a:lnTo>
                  <a:lnTo>
                    <a:pt x="2167393" y="124595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42" name="Candidate_density__2041">
              <a:extLst>
                <a:ext uri="{FF2B5EF4-FFF2-40B4-BE49-F238E27FC236}">
                  <a16:creationId xmlns:a16="http://schemas.microsoft.com/office/drawing/2014/main" id="{DD463922-1856-19ED-702B-FC386BEC6F2D}"/>
                </a:ext>
              </a:extLst>
            </p:cNvPr>
            <p:cNvSpPr>
              <a:spLocks noGrp="1"/>
            </p:cNvSpPr>
            <p:nvPr/>
          </p:nvSpPr>
          <p:spPr>
            <a:xfrm>
              <a:off x="4383909" y="3323646"/>
              <a:ext cx="2346584" cy="2170420"/>
            </a:xfrm>
            <a:custGeom>
              <a:avLst/>
              <a:gdLst/>
              <a:ahLst/>
              <a:cxnLst/>
              <a:rect l="0" t="0" r="0" b="0"/>
              <a:pathLst>
                <a:path w="2346584" h="2170420">
                  <a:moveTo>
                    <a:pt x="25593" y="1511239"/>
                  </a:moveTo>
                  <a:lnTo>
                    <a:pt x="0" y="1489604"/>
                  </a:lnTo>
                  <a:lnTo>
                    <a:pt x="27680" y="1540234"/>
                  </a:lnTo>
                  <a:close/>
                  <a:moveTo>
                    <a:pt x="602085" y="2004529"/>
                  </a:moveTo>
                  <a:lnTo>
                    <a:pt x="605928" y="2034234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709397" y="2086744"/>
                  </a:lnTo>
                  <a:lnTo>
                    <a:pt x="744879" y="2108775"/>
                  </a:lnTo>
                  <a:close/>
                  <a:moveTo>
                    <a:pt x="709397" y="2086744"/>
                  </a:moveTo>
                  <a:lnTo>
                    <a:pt x="782648" y="2048308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695572" y="1987882"/>
                  </a:lnTo>
                  <a:lnTo>
                    <a:pt x="654740" y="2050422"/>
                  </a:lnTo>
                  <a:close/>
                  <a:moveTo>
                    <a:pt x="649111" y="1966093"/>
                  </a:moveTo>
                  <a:lnTo>
                    <a:pt x="654740" y="2050422"/>
                  </a:lnTo>
                  <a:lnTo>
                    <a:pt x="695572" y="1987882"/>
                  </a:lnTo>
                  <a:close/>
                  <a:moveTo>
                    <a:pt x="649111" y="1966093"/>
                  </a:moveTo>
                  <a:lnTo>
                    <a:pt x="602085" y="2004529"/>
                  </a:lnTo>
                  <a:lnTo>
                    <a:pt x="654740" y="2050422"/>
                  </a:lnTo>
                  <a:close/>
                  <a:moveTo>
                    <a:pt x="602085" y="2004529"/>
                  </a:moveTo>
                  <a:lnTo>
                    <a:pt x="649111" y="1966093"/>
                  </a:lnTo>
                  <a:lnTo>
                    <a:pt x="553535" y="1950691"/>
                  </a:lnTo>
                  <a:close/>
                  <a:moveTo>
                    <a:pt x="649111" y="1966093"/>
                  </a:moveTo>
                  <a:lnTo>
                    <a:pt x="609168" y="1943489"/>
                  </a:lnTo>
                  <a:lnTo>
                    <a:pt x="553535" y="1950691"/>
                  </a:lnTo>
                  <a:close/>
                  <a:moveTo>
                    <a:pt x="553535" y="1950691"/>
                  </a:moveTo>
                  <a:lnTo>
                    <a:pt x="514519" y="1887271"/>
                  </a:lnTo>
                  <a:lnTo>
                    <a:pt x="525558" y="1922314"/>
                  </a:lnTo>
                  <a:close/>
                  <a:moveTo>
                    <a:pt x="525558" y="1922314"/>
                  </a:moveTo>
                  <a:lnTo>
                    <a:pt x="514519" y="1887271"/>
                  </a:lnTo>
                  <a:lnTo>
                    <a:pt x="462152" y="1829752"/>
                  </a:lnTo>
                  <a:close/>
                  <a:moveTo>
                    <a:pt x="967986" y="2170420"/>
                  </a:moveTo>
                  <a:lnTo>
                    <a:pt x="913577" y="2105489"/>
                  </a:lnTo>
                  <a:lnTo>
                    <a:pt x="930405" y="2130523"/>
                  </a:lnTo>
                  <a:close/>
                  <a:moveTo>
                    <a:pt x="938118" y="2122203"/>
                  </a:moveTo>
                  <a:lnTo>
                    <a:pt x="913577" y="2105489"/>
                  </a:lnTo>
                  <a:lnTo>
                    <a:pt x="967986" y="2170420"/>
                  </a:lnTo>
                  <a:close/>
                  <a:moveTo>
                    <a:pt x="1024704" y="2167277"/>
                  </a:moveTo>
                  <a:lnTo>
                    <a:pt x="938118" y="2122203"/>
                  </a:lnTo>
                  <a:lnTo>
                    <a:pt x="967986" y="2170420"/>
                  </a:lnTo>
                  <a:close/>
                  <a:moveTo>
                    <a:pt x="930405" y="2130523"/>
                  </a:moveTo>
                  <a:lnTo>
                    <a:pt x="913577" y="2105489"/>
                  </a:lnTo>
                  <a:lnTo>
                    <a:pt x="863167" y="2046379"/>
                  </a:lnTo>
                  <a:close/>
                  <a:moveTo>
                    <a:pt x="913577" y="2105489"/>
                  </a:moveTo>
                  <a:lnTo>
                    <a:pt x="821093" y="2048308"/>
                  </a:lnTo>
                  <a:lnTo>
                    <a:pt x="863167" y="2046379"/>
                  </a:lnTo>
                  <a:close/>
                  <a:moveTo>
                    <a:pt x="819897" y="1958855"/>
                  </a:moveTo>
                  <a:lnTo>
                    <a:pt x="863167" y="2046379"/>
                  </a:lnTo>
                  <a:lnTo>
                    <a:pt x="819707" y="1966093"/>
                  </a:lnTo>
                  <a:close/>
                  <a:moveTo>
                    <a:pt x="819707" y="1966093"/>
                  </a:moveTo>
                  <a:lnTo>
                    <a:pt x="863167" y="2046379"/>
                  </a:lnTo>
                  <a:lnTo>
                    <a:pt x="821093" y="2048308"/>
                  </a:lnTo>
                  <a:close/>
                  <a:moveTo>
                    <a:pt x="819897" y="1958855"/>
                  </a:moveTo>
                  <a:lnTo>
                    <a:pt x="819707" y="1966093"/>
                  </a:lnTo>
                  <a:lnTo>
                    <a:pt x="788708" y="1946229"/>
                  </a:lnTo>
                  <a:close/>
                  <a:moveTo>
                    <a:pt x="895432" y="1962607"/>
                  </a:moveTo>
                  <a:lnTo>
                    <a:pt x="867365" y="2048308"/>
                  </a:lnTo>
                  <a:lnTo>
                    <a:pt x="863167" y="2046379"/>
                  </a:lnTo>
                  <a:close/>
                  <a:moveTo>
                    <a:pt x="788708" y="1946229"/>
                  </a:moveTo>
                  <a:lnTo>
                    <a:pt x="819707" y="1966093"/>
                  </a:lnTo>
                  <a:lnTo>
                    <a:pt x="743366" y="1887919"/>
                  </a:lnTo>
                  <a:close/>
                  <a:moveTo>
                    <a:pt x="740325" y="1883878"/>
                  </a:moveTo>
                  <a:lnTo>
                    <a:pt x="788708" y="1946229"/>
                  </a:lnTo>
                  <a:lnTo>
                    <a:pt x="743366" y="1887919"/>
                  </a:lnTo>
                  <a:close/>
                  <a:moveTo>
                    <a:pt x="695237" y="1861535"/>
                  </a:moveTo>
                  <a:lnTo>
                    <a:pt x="652140" y="1825498"/>
                  </a:lnTo>
                  <a:lnTo>
                    <a:pt x="611564" y="1768875"/>
                  </a:lnTo>
                  <a:close/>
                  <a:moveTo>
                    <a:pt x="695237" y="1861535"/>
                  </a:moveTo>
                  <a:lnTo>
                    <a:pt x="740325" y="1883878"/>
                  </a:lnTo>
                  <a:lnTo>
                    <a:pt x="652140" y="1825498"/>
                  </a:lnTo>
                  <a:close/>
                  <a:moveTo>
                    <a:pt x="592755" y="1598796"/>
                  </a:moveTo>
                  <a:lnTo>
                    <a:pt x="607652" y="1659163"/>
                  </a:lnTo>
                  <a:lnTo>
                    <a:pt x="662611" y="1649445"/>
                  </a:lnTo>
                  <a:close/>
                  <a:moveTo>
                    <a:pt x="540071" y="1637232"/>
                  </a:moveTo>
                  <a:lnTo>
                    <a:pt x="592755" y="1598796"/>
                  </a:lnTo>
                  <a:lnTo>
                    <a:pt x="525699" y="1631412"/>
                  </a:lnTo>
                  <a:close/>
                  <a:moveTo>
                    <a:pt x="479463" y="1522001"/>
                  </a:moveTo>
                  <a:lnTo>
                    <a:pt x="369748" y="1605652"/>
                  </a:lnTo>
                  <a:lnTo>
                    <a:pt x="446482" y="1613892"/>
                  </a:lnTo>
                  <a:close/>
                  <a:moveTo>
                    <a:pt x="446482" y="1613892"/>
                  </a:moveTo>
                  <a:lnTo>
                    <a:pt x="525699" y="1631412"/>
                  </a:lnTo>
                  <a:lnTo>
                    <a:pt x="557522" y="1535191"/>
                  </a:lnTo>
                  <a:close/>
                  <a:moveTo>
                    <a:pt x="449204" y="1408868"/>
                  </a:moveTo>
                  <a:lnTo>
                    <a:pt x="371523" y="1390587"/>
                  </a:lnTo>
                  <a:lnTo>
                    <a:pt x="377323" y="1437757"/>
                  </a:lnTo>
                  <a:close/>
                  <a:moveTo>
                    <a:pt x="377323" y="1437757"/>
                  </a:moveTo>
                  <a:lnTo>
                    <a:pt x="371523" y="1390587"/>
                  </a:lnTo>
                  <a:lnTo>
                    <a:pt x="349007" y="1360684"/>
                  </a:lnTo>
                  <a:close/>
                  <a:moveTo>
                    <a:pt x="306283" y="1295326"/>
                  </a:moveTo>
                  <a:lnTo>
                    <a:pt x="418069" y="1292460"/>
                  </a:lnTo>
                  <a:lnTo>
                    <a:pt x="390987" y="1269935"/>
                  </a:lnTo>
                  <a:close/>
                  <a:moveTo>
                    <a:pt x="306283" y="1295326"/>
                  </a:moveTo>
                  <a:lnTo>
                    <a:pt x="296095" y="1269935"/>
                  </a:lnTo>
                  <a:lnTo>
                    <a:pt x="311397" y="1352150"/>
                  </a:lnTo>
                  <a:close/>
                  <a:moveTo>
                    <a:pt x="306283" y="1295326"/>
                  </a:moveTo>
                  <a:lnTo>
                    <a:pt x="390987" y="1269935"/>
                  </a:lnTo>
                  <a:lnTo>
                    <a:pt x="327038" y="1230764"/>
                  </a:lnTo>
                  <a:close/>
                  <a:moveTo>
                    <a:pt x="327038" y="1230764"/>
                  </a:moveTo>
                  <a:lnTo>
                    <a:pt x="259355" y="1187720"/>
                  </a:lnTo>
                  <a:lnTo>
                    <a:pt x="306283" y="1295326"/>
                  </a:lnTo>
                  <a:close/>
                  <a:moveTo>
                    <a:pt x="760644" y="1642574"/>
                  </a:moveTo>
                  <a:lnTo>
                    <a:pt x="691219" y="1681011"/>
                  </a:lnTo>
                  <a:lnTo>
                    <a:pt x="759282" y="1732224"/>
                  </a:lnTo>
                  <a:close/>
                  <a:moveTo>
                    <a:pt x="869293" y="1741122"/>
                  </a:moveTo>
                  <a:lnTo>
                    <a:pt x="878988" y="1724789"/>
                  </a:lnTo>
                  <a:lnTo>
                    <a:pt x="836537" y="1742408"/>
                  </a:lnTo>
                  <a:close/>
                  <a:moveTo>
                    <a:pt x="836537" y="1742408"/>
                  </a:moveTo>
                  <a:lnTo>
                    <a:pt x="878988" y="1724789"/>
                  </a:lnTo>
                  <a:lnTo>
                    <a:pt x="803620" y="1682794"/>
                  </a:lnTo>
                  <a:close/>
                  <a:moveTo>
                    <a:pt x="754706" y="1499913"/>
                  </a:moveTo>
                  <a:lnTo>
                    <a:pt x="632362" y="1516580"/>
                  </a:lnTo>
                  <a:lnTo>
                    <a:pt x="670607" y="1581282"/>
                  </a:lnTo>
                  <a:close/>
                  <a:moveTo>
                    <a:pt x="670607" y="1581282"/>
                  </a:moveTo>
                  <a:lnTo>
                    <a:pt x="632362" y="1516580"/>
                  </a:lnTo>
                  <a:lnTo>
                    <a:pt x="635098" y="1510058"/>
                  </a:lnTo>
                  <a:close/>
                  <a:moveTo>
                    <a:pt x="564886" y="1506547"/>
                  </a:moveTo>
                  <a:lnTo>
                    <a:pt x="635098" y="1510058"/>
                  </a:lnTo>
                  <a:lnTo>
                    <a:pt x="625154" y="1509398"/>
                  </a:lnTo>
                  <a:close/>
                  <a:moveTo>
                    <a:pt x="548946" y="1503126"/>
                  </a:moveTo>
                  <a:lnTo>
                    <a:pt x="564886" y="1506547"/>
                  </a:lnTo>
                  <a:lnTo>
                    <a:pt x="625154" y="1509398"/>
                  </a:lnTo>
                  <a:close/>
                  <a:moveTo>
                    <a:pt x="390987" y="1269935"/>
                  </a:moveTo>
                  <a:lnTo>
                    <a:pt x="418069" y="1292460"/>
                  </a:lnTo>
                  <a:lnTo>
                    <a:pt x="425309" y="1313714"/>
                  </a:lnTo>
                  <a:close/>
                  <a:moveTo>
                    <a:pt x="444311" y="1231499"/>
                  </a:moveTo>
                  <a:lnTo>
                    <a:pt x="456465" y="1220813"/>
                  </a:lnTo>
                  <a:lnTo>
                    <a:pt x="390987" y="1269935"/>
                  </a:lnTo>
                  <a:close/>
                  <a:moveTo>
                    <a:pt x="498689" y="1315223"/>
                  </a:moveTo>
                  <a:lnTo>
                    <a:pt x="453116" y="1336638"/>
                  </a:lnTo>
                  <a:lnTo>
                    <a:pt x="418069" y="1292460"/>
                  </a:lnTo>
                  <a:close/>
                  <a:moveTo>
                    <a:pt x="338492" y="1169049"/>
                  </a:moveTo>
                  <a:lnTo>
                    <a:pt x="416401" y="1166302"/>
                  </a:lnTo>
                  <a:lnTo>
                    <a:pt x="393620" y="1084730"/>
                  </a:lnTo>
                  <a:close/>
                  <a:moveTo>
                    <a:pt x="793399" y="1542046"/>
                  </a:moveTo>
                  <a:lnTo>
                    <a:pt x="807407" y="1560360"/>
                  </a:lnTo>
                  <a:lnTo>
                    <a:pt x="754706" y="1499913"/>
                  </a:lnTo>
                  <a:close/>
                  <a:moveTo>
                    <a:pt x="539609" y="1126729"/>
                  </a:moveTo>
                  <a:lnTo>
                    <a:pt x="571998" y="1149283"/>
                  </a:lnTo>
                  <a:lnTo>
                    <a:pt x="566999" y="1204552"/>
                  </a:lnTo>
                  <a:close/>
                  <a:moveTo>
                    <a:pt x="446173" y="946417"/>
                  </a:moveTo>
                  <a:lnTo>
                    <a:pt x="433979" y="984854"/>
                  </a:lnTo>
                  <a:lnTo>
                    <a:pt x="474559" y="1028632"/>
                  </a:lnTo>
                  <a:close/>
                  <a:moveTo>
                    <a:pt x="1220517" y="1850783"/>
                  </a:moveTo>
                  <a:lnTo>
                    <a:pt x="1281121" y="1932998"/>
                  </a:lnTo>
                  <a:lnTo>
                    <a:pt x="1311836" y="1923987"/>
                  </a:lnTo>
                  <a:close/>
                  <a:moveTo>
                    <a:pt x="1311836" y="1923987"/>
                  </a:moveTo>
                  <a:lnTo>
                    <a:pt x="1310205" y="1932998"/>
                  </a:lnTo>
                  <a:lnTo>
                    <a:pt x="1320863" y="1816557"/>
                  </a:lnTo>
                  <a:close/>
                  <a:moveTo>
                    <a:pt x="893932" y="1420815"/>
                  </a:moveTo>
                  <a:lnTo>
                    <a:pt x="807258" y="1481190"/>
                  </a:lnTo>
                  <a:lnTo>
                    <a:pt x="881414" y="1479793"/>
                  </a:lnTo>
                  <a:close/>
                  <a:moveTo>
                    <a:pt x="893932" y="1420815"/>
                  </a:moveTo>
                  <a:lnTo>
                    <a:pt x="814949" y="1424435"/>
                  </a:lnTo>
                  <a:lnTo>
                    <a:pt x="807258" y="1481190"/>
                  </a:lnTo>
                  <a:close/>
                  <a:moveTo>
                    <a:pt x="842206" y="1319056"/>
                  </a:moveTo>
                  <a:lnTo>
                    <a:pt x="823359" y="1326189"/>
                  </a:lnTo>
                  <a:lnTo>
                    <a:pt x="887410" y="1326024"/>
                  </a:lnTo>
                  <a:close/>
                  <a:moveTo>
                    <a:pt x="887410" y="1326024"/>
                  </a:moveTo>
                  <a:lnTo>
                    <a:pt x="823359" y="1326189"/>
                  </a:lnTo>
                  <a:lnTo>
                    <a:pt x="814949" y="1424435"/>
                  </a:lnTo>
                  <a:close/>
                  <a:moveTo>
                    <a:pt x="893932" y="1420815"/>
                  </a:moveTo>
                  <a:lnTo>
                    <a:pt x="933164" y="1349419"/>
                  </a:lnTo>
                  <a:lnTo>
                    <a:pt x="887410" y="1326024"/>
                  </a:lnTo>
                  <a:close/>
                  <a:moveTo>
                    <a:pt x="474559" y="1028632"/>
                  </a:moveTo>
                  <a:lnTo>
                    <a:pt x="536796" y="1110847"/>
                  </a:lnTo>
                  <a:lnTo>
                    <a:pt x="599825" y="1047747"/>
                  </a:lnTo>
                  <a:close/>
                  <a:moveTo>
                    <a:pt x="599825" y="1047747"/>
                  </a:moveTo>
                  <a:lnTo>
                    <a:pt x="536796" y="1110847"/>
                  </a:lnTo>
                  <a:lnTo>
                    <a:pt x="577658" y="1095795"/>
                  </a:lnTo>
                  <a:close/>
                  <a:moveTo>
                    <a:pt x="479622" y="1014812"/>
                  </a:moveTo>
                  <a:lnTo>
                    <a:pt x="474559" y="1028632"/>
                  </a:lnTo>
                  <a:lnTo>
                    <a:pt x="599825" y="1047747"/>
                  </a:lnTo>
                  <a:close/>
                  <a:moveTo>
                    <a:pt x="985531" y="1206754"/>
                  </a:moveTo>
                  <a:lnTo>
                    <a:pt x="962928" y="1290700"/>
                  </a:lnTo>
                  <a:lnTo>
                    <a:pt x="1031161" y="1198405"/>
                  </a:lnTo>
                  <a:close/>
                  <a:moveTo>
                    <a:pt x="985531" y="1206754"/>
                  </a:moveTo>
                  <a:lnTo>
                    <a:pt x="868735" y="1154626"/>
                  </a:lnTo>
                  <a:lnTo>
                    <a:pt x="903332" y="1131337"/>
                  </a:lnTo>
                  <a:close/>
                  <a:moveTo>
                    <a:pt x="1300138" y="1406614"/>
                  </a:moveTo>
                  <a:lnTo>
                    <a:pt x="1270627" y="1445050"/>
                  </a:lnTo>
                  <a:lnTo>
                    <a:pt x="1290180" y="1463064"/>
                  </a:lnTo>
                  <a:close/>
                  <a:moveTo>
                    <a:pt x="1270627" y="1445050"/>
                  </a:moveTo>
                  <a:lnTo>
                    <a:pt x="1300138" y="1406614"/>
                  </a:lnTo>
                  <a:lnTo>
                    <a:pt x="1198426" y="1398670"/>
                  </a:lnTo>
                  <a:close/>
                  <a:moveTo>
                    <a:pt x="1300138" y="1406614"/>
                  </a:moveTo>
                  <a:lnTo>
                    <a:pt x="1247336" y="1366335"/>
                  </a:lnTo>
                  <a:lnTo>
                    <a:pt x="1198426" y="1398670"/>
                  </a:lnTo>
                  <a:close/>
                  <a:moveTo>
                    <a:pt x="1077628" y="1225681"/>
                  </a:moveTo>
                  <a:lnTo>
                    <a:pt x="1136247" y="1280620"/>
                  </a:lnTo>
                  <a:lnTo>
                    <a:pt x="1134037" y="1246706"/>
                  </a:lnTo>
                  <a:close/>
                  <a:moveTo>
                    <a:pt x="986417" y="1105942"/>
                  </a:moveTo>
                  <a:lnTo>
                    <a:pt x="1042174" y="1156585"/>
                  </a:lnTo>
                  <a:lnTo>
                    <a:pt x="948289" y="1077753"/>
                  </a:lnTo>
                  <a:close/>
                  <a:moveTo>
                    <a:pt x="1045654" y="1159968"/>
                  </a:moveTo>
                  <a:lnTo>
                    <a:pt x="1031161" y="1198405"/>
                  </a:lnTo>
                  <a:lnTo>
                    <a:pt x="1133486" y="1242183"/>
                  </a:lnTo>
                  <a:close/>
                  <a:moveTo>
                    <a:pt x="1045654" y="1159968"/>
                  </a:moveTo>
                  <a:lnTo>
                    <a:pt x="1059537" y="1158044"/>
                  </a:lnTo>
                  <a:lnTo>
                    <a:pt x="1031161" y="1198405"/>
                  </a:lnTo>
                  <a:close/>
                  <a:moveTo>
                    <a:pt x="1045654" y="1159968"/>
                  </a:moveTo>
                  <a:lnTo>
                    <a:pt x="1042174" y="1156585"/>
                  </a:lnTo>
                  <a:lnTo>
                    <a:pt x="986417" y="1105942"/>
                  </a:lnTo>
                  <a:close/>
                  <a:moveTo>
                    <a:pt x="1482974" y="1653259"/>
                  </a:moveTo>
                  <a:lnTo>
                    <a:pt x="1564710" y="1716971"/>
                  </a:lnTo>
                  <a:lnTo>
                    <a:pt x="1554366" y="1614822"/>
                  </a:lnTo>
                  <a:close/>
                  <a:moveTo>
                    <a:pt x="1297734" y="1203747"/>
                  </a:moveTo>
                  <a:lnTo>
                    <a:pt x="1278062" y="1266011"/>
                  </a:lnTo>
                  <a:lnTo>
                    <a:pt x="1317718" y="1218560"/>
                  </a:lnTo>
                  <a:close/>
                  <a:moveTo>
                    <a:pt x="1317718" y="1218560"/>
                  </a:moveTo>
                  <a:lnTo>
                    <a:pt x="1278062" y="1266011"/>
                  </a:lnTo>
                  <a:lnTo>
                    <a:pt x="1276301" y="1291731"/>
                  </a:lnTo>
                  <a:close/>
                  <a:moveTo>
                    <a:pt x="1343272" y="1297877"/>
                  </a:moveTo>
                  <a:lnTo>
                    <a:pt x="1337916" y="1242183"/>
                  </a:lnTo>
                  <a:lnTo>
                    <a:pt x="1317718" y="1218560"/>
                  </a:lnTo>
                  <a:close/>
                  <a:moveTo>
                    <a:pt x="1208448" y="1203747"/>
                  </a:moveTo>
                  <a:lnTo>
                    <a:pt x="1245852" y="1145585"/>
                  </a:lnTo>
                  <a:lnTo>
                    <a:pt x="1231752" y="1127765"/>
                  </a:lnTo>
                  <a:close/>
                  <a:moveTo>
                    <a:pt x="1245852" y="1145585"/>
                  </a:moveTo>
                  <a:lnTo>
                    <a:pt x="1297734" y="1203747"/>
                  </a:lnTo>
                  <a:lnTo>
                    <a:pt x="1231752" y="1127765"/>
                  </a:lnTo>
                  <a:close/>
                  <a:moveTo>
                    <a:pt x="892512" y="721324"/>
                  </a:moveTo>
                  <a:lnTo>
                    <a:pt x="800946" y="635081"/>
                  </a:lnTo>
                  <a:lnTo>
                    <a:pt x="792168" y="742310"/>
                  </a:lnTo>
                  <a:close/>
                  <a:moveTo>
                    <a:pt x="896418" y="675081"/>
                  </a:moveTo>
                  <a:lnTo>
                    <a:pt x="892512" y="721324"/>
                  </a:lnTo>
                  <a:lnTo>
                    <a:pt x="922652" y="628241"/>
                  </a:lnTo>
                  <a:close/>
                  <a:moveTo>
                    <a:pt x="1278491" y="1189859"/>
                  </a:moveTo>
                  <a:lnTo>
                    <a:pt x="1297734" y="1203747"/>
                  </a:lnTo>
                  <a:lnTo>
                    <a:pt x="1245852" y="1145585"/>
                  </a:lnTo>
                  <a:close/>
                  <a:moveTo>
                    <a:pt x="1319996" y="928935"/>
                  </a:moveTo>
                  <a:lnTo>
                    <a:pt x="1273563" y="918665"/>
                  </a:lnTo>
                  <a:lnTo>
                    <a:pt x="1196644" y="961603"/>
                  </a:lnTo>
                  <a:close/>
                  <a:moveTo>
                    <a:pt x="1240168" y="909131"/>
                  </a:moveTo>
                  <a:lnTo>
                    <a:pt x="1174425" y="874094"/>
                  </a:lnTo>
                  <a:lnTo>
                    <a:pt x="1273563" y="918665"/>
                  </a:lnTo>
                  <a:close/>
                  <a:moveTo>
                    <a:pt x="1673621" y="1211086"/>
                  </a:moveTo>
                  <a:lnTo>
                    <a:pt x="1643694" y="1303217"/>
                  </a:lnTo>
                  <a:lnTo>
                    <a:pt x="1767600" y="1272619"/>
                  </a:lnTo>
                  <a:close/>
                  <a:moveTo>
                    <a:pt x="1273563" y="918665"/>
                  </a:moveTo>
                  <a:lnTo>
                    <a:pt x="1319996" y="928935"/>
                  </a:lnTo>
                  <a:lnTo>
                    <a:pt x="1324155" y="913051"/>
                  </a:lnTo>
                  <a:close/>
                  <a:moveTo>
                    <a:pt x="1324155" y="913051"/>
                  </a:moveTo>
                  <a:lnTo>
                    <a:pt x="1319996" y="928935"/>
                  </a:lnTo>
                  <a:lnTo>
                    <a:pt x="1346233" y="918665"/>
                  </a:lnTo>
                  <a:close/>
                  <a:moveTo>
                    <a:pt x="1301915" y="715798"/>
                  </a:moveTo>
                  <a:lnTo>
                    <a:pt x="1307738" y="726213"/>
                  </a:lnTo>
                  <a:lnTo>
                    <a:pt x="1176970" y="672844"/>
                  </a:lnTo>
                  <a:close/>
                  <a:moveTo>
                    <a:pt x="1720628" y="1272963"/>
                  </a:moveTo>
                  <a:lnTo>
                    <a:pt x="1767260" y="1291304"/>
                  </a:lnTo>
                  <a:lnTo>
                    <a:pt x="1677421" y="1214110"/>
                  </a:lnTo>
                  <a:close/>
                  <a:moveTo>
                    <a:pt x="1690889" y="1209089"/>
                  </a:moveTo>
                  <a:lnTo>
                    <a:pt x="1767600" y="1272619"/>
                  </a:lnTo>
                  <a:lnTo>
                    <a:pt x="1764909" y="1197463"/>
                  </a:lnTo>
                  <a:close/>
                  <a:moveTo>
                    <a:pt x="1764938" y="1097347"/>
                  </a:moveTo>
                  <a:lnTo>
                    <a:pt x="1687643" y="1099594"/>
                  </a:lnTo>
                  <a:lnTo>
                    <a:pt x="1764909" y="1197463"/>
                  </a:lnTo>
                  <a:close/>
                  <a:moveTo>
                    <a:pt x="1687643" y="1099594"/>
                  </a:moveTo>
                  <a:lnTo>
                    <a:pt x="1764938" y="1097347"/>
                  </a:lnTo>
                  <a:lnTo>
                    <a:pt x="1658364" y="1023305"/>
                  </a:lnTo>
                  <a:close/>
                  <a:moveTo>
                    <a:pt x="1567919" y="1036244"/>
                  </a:moveTo>
                  <a:lnTo>
                    <a:pt x="1658364" y="1023305"/>
                  </a:lnTo>
                  <a:lnTo>
                    <a:pt x="1640200" y="937980"/>
                  </a:lnTo>
                  <a:close/>
                  <a:moveTo>
                    <a:pt x="1606284" y="841792"/>
                  </a:moveTo>
                  <a:lnTo>
                    <a:pt x="1573146" y="887700"/>
                  </a:lnTo>
                  <a:lnTo>
                    <a:pt x="1615004" y="858372"/>
                  </a:lnTo>
                  <a:close/>
                  <a:moveTo>
                    <a:pt x="2032296" y="1296646"/>
                  </a:moveTo>
                  <a:lnTo>
                    <a:pt x="1911288" y="1239144"/>
                  </a:lnTo>
                  <a:lnTo>
                    <a:pt x="1914589" y="1252868"/>
                  </a:lnTo>
                  <a:close/>
                  <a:moveTo>
                    <a:pt x="1855991" y="1170653"/>
                  </a:moveTo>
                  <a:lnTo>
                    <a:pt x="1911288" y="1239144"/>
                  </a:lnTo>
                  <a:lnTo>
                    <a:pt x="1820530" y="1152243"/>
                  </a:lnTo>
                  <a:close/>
                  <a:moveTo>
                    <a:pt x="1782413" y="1083140"/>
                  </a:moveTo>
                  <a:lnTo>
                    <a:pt x="1820530" y="1152243"/>
                  </a:lnTo>
                  <a:lnTo>
                    <a:pt x="1728492" y="1066384"/>
                  </a:lnTo>
                  <a:close/>
                  <a:moveTo>
                    <a:pt x="2220066" y="1269981"/>
                  </a:moveTo>
                  <a:lnTo>
                    <a:pt x="2243217" y="1290631"/>
                  </a:lnTo>
                  <a:lnTo>
                    <a:pt x="2265102" y="1378861"/>
                  </a:lnTo>
                  <a:close/>
                  <a:moveTo>
                    <a:pt x="2058160" y="1180330"/>
                  </a:moveTo>
                  <a:lnTo>
                    <a:pt x="2123564" y="1187752"/>
                  </a:lnTo>
                  <a:lnTo>
                    <a:pt x="2030045" y="1103095"/>
                  </a:lnTo>
                  <a:close/>
                  <a:moveTo>
                    <a:pt x="1726975" y="721140"/>
                  </a:moveTo>
                  <a:lnTo>
                    <a:pt x="1739847" y="738449"/>
                  </a:lnTo>
                  <a:lnTo>
                    <a:pt x="1728337" y="682704"/>
                  </a:lnTo>
                  <a:close/>
                  <a:moveTo>
                    <a:pt x="1322375" y="77019"/>
                  </a:moveTo>
                  <a:lnTo>
                    <a:pt x="1242567" y="57288"/>
                  </a:lnTo>
                  <a:lnTo>
                    <a:pt x="1270513" y="98320"/>
                  </a:lnTo>
                  <a:close/>
                  <a:moveTo>
                    <a:pt x="2248336" y="1094569"/>
                  </a:moveTo>
                  <a:lnTo>
                    <a:pt x="2194911" y="1090247"/>
                  </a:lnTo>
                  <a:lnTo>
                    <a:pt x="2286151" y="1172499"/>
                  </a:lnTo>
                  <a:close/>
                  <a:moveTo>
                    <a:pt x="2327186" y="1110722"/>
                  </a:moveTo>
                  <a:lnTo>
                    <a:pt x="2248336" y="1094569"/>
                  </a:lnTo>
                  <a:lnTo>
                    <a:pt x="2286151" y="1172499"/>
                  </a:lnTo>
                  <a:close/>
                  <a:moveTo>
                    <a:pt x="2175193" y="1036303"/>
                  </a:moveTo>
                  <a:lnTo>
                    <a:pt x="2194911" y="1090247"/>
                  </a:lnTo>
                  <a:lnTo>
                    <a:pt x="2155731" y="1061508"/>
                  </a:lnTo>
                  <a:close/>
                  <a:moveTo>
                    <a:pt x="1796259" y="571423"/>
                  </a:moveTo>
                  <a:lnTo>
                    <a:pt x="1800641" y="600489"/>
                  </a:lnTo>
                  <a:lnTo>
                    <a:pt x="1829346" y="505023"/>
                  </a:lnTo>
                  <a:close/>
                  <a:moveTo>
                    <a:pt x="1777199" y="486826"/>
                  </a:moveTo>
                  <a:lnTo>
                    <a:pt x="1776651" y="445649"/>
                  </a:lnTo>
                  <a:lnTo>
                    <a:pt x="1691453" y="405767"/>
                  </a:lnTo>
                  <a:close/>
                  <a:moveTo>
                    <a:pt x="1776651" y="445649"/>
                  </a:moveTo>
                  <a:lnTo>
                    <a:pt x="1777199" y="486826"/>
                  </a:lnTo>
                  <a:lnTo>
                    <a:pt x="1779486" y="397622"/>
                  </a:lnTo>
                  <a:close/>
                  <a:moveTo>
                    <a:pt x="1339187" y="0"/>
                  </a:moveTo>
                  <a:lnTo>
                    <a:pt x="1322375" y="77019"/>
                  </a:lnTo>
                  <a:lnTo>
                    <a:pt x="1409843" y="103242"/>
                  </a:lnTo>
                  <a:close/>
                  <a:moveTo>
                    <a:pt x="2248336" y="1094569"/>
                  </a:moveTo>
                  <a:lnTo>
                    <a:pt x="2327186" y="1110722"/>
                  </a:lnTo>
                  <a:lnTo>
                    <a:pt x="2320558" y="1016907"/>
                  </a:lnTo>
                  <a:close/>
                  <a:moveTo>
                    <a:pt x="2249258" y="945972"/>
                  </a:moveTo>
                  <a:lnTo>
                    <a:pt x="2346584" y="1027531"/>
                  </a:lnTo>
                  <a:lnTo>
                    <a:pt x="2295597" y="968891"/>
                  </a:lnTo>
                  <a:close/>
                  <a:moveTo>
                    <a:pt x="2185499" y="937214"/>
                  </a:moveTo>
                  <a:lnTo>
                    <a:pt x="2249258" y="945972"/>
                  </a:lnTo>
                  <a:lnTo>
                    <a:pt x="2204586" y="930996"/>
                  </a:lnTo>
                  <a:close/>
                  <a:moveTo>
                    <a:pt x="2249258" y="945972"/>
                  </a:moveTo>
                  <a:lnTo>
                    <a:pt x="2295597" y="968891"/>
                  </a:lnTo>
                  <a:lnTo>
                    <a:pt x="2288212" y="965004"/>
                  </a:lnTo>
                  <a:close/>
                  <a:moveTo>
                    <a:pt x="1967254" y="600969"/>
                  </a:moveTo>
                  <a:lnTo>
                    <a:pt x="2092993" y="577222"/>
                  </a:lnTo>
                  <a:lnTo>
                    <a:pt x="2010245" y="546502"/>
                  </a:lnTo>
                  <a:close/>
                  <a:moveTo>
                    <a:pt x="1775733" y="387925"/>
                  </a:moveTo>
                  <a:lnTo>
                    <a:pt x="1691453" y="405767"/>
                  </a:lnTo>
                  <a:lnTo>
                    <a:pt x="1776651" y="445649"/>
                  </a:lnTo>
                  <a:close/>
                  <a:moveTo>
                    <a:pt x="1775733" y="387925"/>
                  </a:moveTo>
                  <a:lnTo>
                    <a:pt x="1690972" y="396242"/>
                  </a:lnTo>
                  <a:lnTo>
                    <a:pt x="1691453" y="405767"/>
                  </a:lnTo>
                  <a:close/>
                  <a:moveTo>
                    <a:pt x="1690972" y="396242"/>
                  </a:moveTo>
                  <a:lnTo>
                    <a:pt x="1775733" y="387925"/>
                  </a:lnTo>
                  <a:lnTo>
                    <a:pt x="1717112" y="286500"/>
                  </a:lnTo>
                  <a:close/>
                  <a:moveTo>
                    <a:pt x="1775733" y="387925"/>
                  </a:moveTo>
                  <a:lnTo>
                    <a:pt x="1795290" y="300133"/>
                  </a:lnTo>
                  <a:lnTo>
                    <a:pt x="1717112" y="286500"/>
                  </a:lnTo>
                  <a:close/>
                  <a:moveTo>
                    <a:pt x="1971443" y="523616"/>
                  </a:moveTo>
                  <a:lnTo>
                    <a:pt x="2010245" y="546502"/>
                  </a:lnTo>
                  <a:lnTo>
                    <a:pt x="2030195" y="502421"/>
                  </a:lnTo>
                  <a:close/>
                  <a:moveTo>
                    <a:pt x="1936123" y="441401"/>
                  </a:moveTo>
                  <a:lnTo>
                    <a:pt x="1940592" y="414582"/>
                  </a:lnTo>
                  <a:lnTo>
                    <a:pt x="1900664" y="346951"/>
                  </a:lnTo>
                  <a:close/>
                  <a:moveTo>
                    <a:pt x="1795290" y="300133"/>
                  </a:moveTo>
                  <a:lnTo>
                    <a:pt x="1816619" y="254593"/>
                  </a:lnTo>
                  <a:lnTo>
                    <a:pt x="1717112" y="286500"/>
                  </a:lnTo>
                  <a:close/>
                  <a:moveTo>
                    <a:pt x="1795396" y="171755"/>
                  </a:moveTo>
                  <a:lnTo>
                    <a:pt x="1816619" y="254593"/>
                  </a:lnTo>
                  <a:lnTo>
                    <a:pt x="1843096" y="193567"/>
                  </a:lnTo>
                  <a:close/>
                  <a:moveTo>
                    <a:pt x="2157131" y="79446"/>
                  </a:moveTo>
                  <a:lnTo>
                    <a:pt x="2179076" y="102198"/>
                  </a:lnTo>
                  <a:lnTo>
                    <a:pt x="2079902" y="221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43" name="Candidate_density__2042">
              <a:extLst>
                <a:ext uri="{FF2B5EF4-FFF2-40B4-BE49-F238E27FC236}">
                  <a16:creationId xmlns:a16="http://schemas.microsoft.com/office/drawing/2014/main" id="{1A8B39F0-2738-9352-3ACE-DC023C67D1F1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170487"/>
              <a:ext cx="2167055" cy="2946707"/>
            </a:xfrm>
            <a:custGeom>
              <a:avLst/>
              <a:gdLst/>
              <a:ahLst/>
              <a:cxnLst/>
              <a:rect l="0" t="0" r="0" b="0"/>
              <a:pathLst>
                <a:path w="2167055" h="2946707">
                  <a:moveTo>
                    <a:pt x="42885" y="2550798"/>
                  </a:moveTo>
                  <a:lnTo>
                    <a:pt x="0" y="2620619"/>
                  </a:lnTo>
                  <a:lnTo>
                    <a:pt x="29684" y="2582183"/>
                  </a:lnTo>
                  <a:close/>
                  <a:moveTo>
                    <a:pt x="42885" y="2550798"/>
                  </a:moveTo>
                  <a:lnTo>
                    <a:pt x="881" y="2608956"/>
                  </a:lnTo>
                  <a:lnTo>
                    <a:pt x="0" y="2620619"/>
                  </a:lnTo>
                  <a:close/>
                  <a:moveTo>
                    <a:pt x="881" y="2608956"/>
                  </a:moveTo>
                  <a:lnTo>
                    <a:pt x="42885" y="2550798"/>
                  </a:lnTo>
                  <a:lnTo>
                    <a:pt x="18474" y="2538404"/>
                  </a:lnTo>
                  <a:close/>
                  <a:moveTo>
                    <a:pt x="83741" y="2424898"/>
                  </a:moveTo>
                  <a:lnTo>
                    <a:pt x="18474" y="2538404"/>
                  </a:lnTo>
                  <a:lnTo>
                    <a:pt x="48570" y="2499968"/>
                  </a:lnTo>
                  <a:close/>
                  <a:moveTo>
                    <a:pt x="138745" y="2415344"/>
                  </a:moveTo>
                  <a:lnTo>
                    <a:pt x="169620" y="2379316"/>
                  </a:lnTo>
                  <a:lnTo>
                    <a:pt x="129938" y="2417752"/>
                  </a:lnTo>
                  <a:close/>
                  <a:moveTo>
                    <a:pt x="387246" y="2590916"/>
                  </a:moveTo>
                  <a:lnTo>
                    <a:pt x="418212" y="2587525"/>
                  </a:lnTo>
                  <a:lnTo>
                    <a:pt x="459128" y="2562027"/>
                  </a:lnTo>
                  <a:close/>
                  <a:moveTo>
                    <a:pt x="316207" y="2448485"/>
                  </a:moveTo>
                  <a:lnTo>
                    <a:pt x="269278" y="2340879"/>
                  </a:lnTo>
                  <a:lnTo>
                    <a:pt x="234012" y="2354623"/>
                  </a:lnTo>
                  <a:close/>
                  <a:moveTo>
                    <a:pt x="234012" y="2354623"/>
                  </a:moveTo>
                  <a:lnTo>
                    <a:pt x="257735" y="2366368"/>
                  </a:lnTo>
                  <a:lnTo>
                    <a:pt x="316207" y="2448485"/>
                  </a:lnTo>
                  <a:close/>
                  <a:moveTo>
                    <a:pt x="680531" y="2734441"/>
                  </a:moveTo>
                  <a:lnTo>
                    <a:pt x="672534" y="2802604"/>
                  </a:lnTo>
                  <a:lnTo>
                    <a:pt x="751280" y="2713519"/>
                  </a:lnTo>
                  <a:close/>
                  <a:moveTo>
                    <a:pt x="751280" y="2713519"/>
                  </a:moveTo>
                  <a:lnTo>
                    <a:pt x="701142" y="2834170"/>
                  </a:lnTo>
                  <a:lnTo>
                    <a:pt x="770568" y="2795734"/>
                  </a:lnTo>
                  <a:close/>
                  <a:moveTo>
                    <a:pt x="602679" y="2751955"/>
                  </a:moveTo>
                  <a:lnTo>
                    <a:pt x="672534" y="2802604"/>
                  </a:lnTo>
                  <a:lnTo>
                    <a:pt x="680531" y="2734441"/>
                  </a:lnTo>
                  <a:close/>
                  <a:moveTo>
                    <a:pt x="574809" y="2659706"/>
                  </a:moveTo>
                  <a:lnTo>
                    <a:pt x="567445" y="2688350"/>
                  </a:lnTo>
                  <a:lnTo>
                    <a:pt x="680531" y="2734441"/>
                  </a:lnTo>
                  <a:close/>
                  <a:moveTo>
                    <a:pt x="680531" y="2734441"/>
                  </a:moveTo>
                  <a:lnTo>
                    <a:pt x="751280" y="2713519"/>
                  </a:lnTo>
                  <a:lnTo>
                    <a:pt x="764630" y="2653072"/>
                  </a:lnTo>
                  <a:close/>
                  <a:moveTo>
                    <a:pt x="418212" y="2587525"/>
                  </a:moveTo>
                  <a:lnTo>
                    <a:pt x="491188" y="2667096"/>
                  </a:lnTo>
                  <a:lnTo>
                    <a:pt x="482609" y="2573979"/>
                  </a:lnTo>
                  <a:close/>
                  <a:moveTo>
                    <a:pt x="491188" y="2667096"/>
                  </a:moveTo>
                  <a:lnTo>
                    <a:pt x="574809" y="2659706"/>
                  </a:lnTo>
                  <a:lnTo>
                    <a:pt x="482609" y="2573979"/>
                  </a:lnTo>
                  <a:close/>
                  <a:moveTo>
                    <a:pt x="418212" y="2587525"/>
                  </a:moveTo>
                  <a:lnTo>
                    <a:pt x="482609" y="2573979"/>
                  </a:lnTo>
                  <a:lnTo>
                    <a:pt x="459128" y="2562027"/>
                  </a:lnTo>
                  <a:close/>
                  <a:moveTo>
                    <a:pt x="269278" y="2340879"/>
                  </a:moveTo>
                  <a:lnTo>
                    <a:pt x="336961" y="2383923"/>
                  </a:lnTo>
                  <a:lnTo>
                    <a:pt x="348415" y="2322208"/>
                  </a:lnTo>
                  <a:close/>
                  <a:moveTo>
                    <a:pt x="243775" y="2258664"/>
                  </a:moveTo>
                  <a:lnTo>
                    <a:pt x="348415" y="2322208"/>
                  </a:lnTo>
                  <a:lnTo>
                    <a:pt x="341613" y="2227646"/>
                  </a:lnTo>
                  <a:close/>
                  <a:moveTo>
                    <a:pt x="1012795" y="2846276"/>
                  </a:moveTo>
                  <a:lnTo>
                    <a:pt x="992227" y="2946707"/>
                  </a:lnTo>
                  <a:lnTo>
                    <a:pt x="1101377" y="2934945"/>
                  </a:lnTo>
                  <a:close/>
                  <a:moveTo>
                    <a:pt x="1094231" y="2840662"/>
                  </a:moveTo>
                  <a:lnTo>
                    <a:pt x="1012795" y="2846276"/>
                  </a:lnTo>
                  <a:lnTo>
                    <a:pt x="1101377" y="2934945"/>
                  </a:lnTo>
                  <a:close/>
                  <a:moveTo>
                    <a:pt x="820757" y="2781124"/>
                  </a:moveTo>
                  <a:lnTo>
                    <a:pt x="813544" y="2835953"/>
                  </a:lnTo>
                  <a:lnTo>
                    <a:pt x="904455" y="2873763"/>
                  </a:lnTo>
                  <a:close/>
                  <a:moveTo>
                    <a:pt x="900115" y="2777199"/>
                  </a:moveTo>
                  <a:lnTo>
                    <a:pt x="820757" y="2781124"/>
                  </a:lnTo>
                  <a:lnTo>
                    <a:pt x="904455" y="2873763"/>
                  </a:lnTo>
                  <a:close/>
                  <a:moveTo>
                    <a:pt x="1012795" y="2846276"/>
                  </a:moveTo>
                  <a:lnTo>
                    <a:pt x="904455" y="2873763"/>
                  </a:lnTo>
                  <a:lnTo>
                    <a:pt x="901238" y="2885170"/>
                  </a:lnTo>
                  <a:close/>
                  <a:moveTo>
                    <a:pt x="904455" y="2873763"/>
                  </a:moveTo>
                  <a:lnTo>
                    <a:pt x="1012795" y="2846276"/>
                  </a:lnTo>
                  <a:lnTo>
                    <a:pt x="977464" y="2774908"/>
                  </a:lnTo>
                  <a:close/>
                  <a:moveTo>
                    <a:pt x="904455" y="2873763"/>
                  </a:moveTo>
                  <a:lnTo>
                    <a:pt x="977464" y="2774908"/>
                  </a:lnTo>
                  <a:lnTo>
                    <a:pt x="900115" y="2777199"/>
                  </a:lnTo>
                  <a:close/>
                  <a:moveTo>
                    <a:pt x="770568" y="2795734"/>
                  </a:moveTo>
                  <a:lnTo>
                    <a:pt x="813544" y="2835953"/>
                  </a:lnTo>
                  <a:lnTo>
                    <a:pt x="820757" y="2781124"/>
                  </a:lnTo>
                  <a:close/>
                  <a:moveTo>
                    <a:pt x="751280" y="2713519"/>
                  </a:moveTo>
                  <a:lnTo>
                    <a:pt x="820757" y="2781124"/>
                  </a:lnTo>
                  <a:lnTo>
                    <a:pt x="803323" y="2695205"/>
                  </a:lnTo>
                  <a:close/>
                  <a:moveTo>
                    <a:pt x="820757" y="2781124"/>
                  </a:moveTo>
                  <a:lnTo>
                    <a:pt x="900115" y="2777199"/>
                  </a:lnTo>
                  <a:lnTo>
                    <a:pt x="803323" y="2695205"/>
                  </a:lnTo>
                  <a:close/>
                  <a:moveTo>
                    <a:pt x="456097" y="2099577"/>
                  </a:moveTo>
                  <a:lnTo>
                    <a:pt x="484482" y="2181792"/>
                  </a:lnTo>
                  <a:lnTo>
                    <a:pt x="489688" y="2067763"/>
                  </a:lnTo>
                  <a:close/>
                  <a:moveTo>
                    <a:pt x="507437" y="2013834"/>
                  </a:moveTo>
                  <a:lnTo>
                    <a:pt x="503696" y="2019597"/>
                  </a:lnTo>
                  <a:lnTo>
                    <a:pt x="496709" y="2056933"/>
                  </a:lnTo>
                  <a:close/>
                  <a:moveTo>
                    <a:pt x="496709" y="2056933"/>
                  </a:moveTo>
                  <a:lnTo>
                    <a:pt x="503696" y="2019597"/>
                  </a:lnTo>
                  <a:lnTo>
                    <a:pt x="489688" y="2067763"/>
                  </a:lnTo>
                  <a:close/>
                  <a:moveTo>
                    <a:pt x="489688" y="2067763"/>
                  </a:moveTo>
                  <a:lnTo>
                    <a:pt x="503696" y="2019597"/>
                  </a:lnTo>
                  <a:lnTo>
                    <a:pt x="456097" y="2099577"/>
                  </a:lnTo>
                  <a:close/>
                  <a:moveTo>
                    <a:pt x="1380862" y="2762639"/>
                  </a:moveTo>
                  <a:lnTo>
                    <a:pt x="1425591" y="2844854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380862" y="2762639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449361" y="2724203"/>
                  </a:lnTo>
                  <a:lnTo>
                    <a:pt x="1422533" y="2641988"/>
                  </a:lnTo>
                  <a:close/>
                  <a:moveTo>
                    <a:pt x="704568" y="1846360"/>
                  </a:moveTo>
                  <a:lnTo>
                    <a:pt x="650277" y="1858579"/>
                  </a:lnTo>
                  <a:lnTo>
                    <a:pt x="577526" y="1865232"/>
                  </a:lnTo>
                  <a:close/>
                  <a:moveTo>
                    <a:pt x="704568" y="1846360"/>
                  </a:moveTo>
                  <a:lnTo>
                    <a:pt x="577526" y="1865232"/>
                  </a:lnTo>
                  <a:lnTo>
                    <a:pt x="630894" y="1849563"/>
                  </a:lnTo>
                  <a:close/>
                  <a:moveTo>
                    <a:pt x="1463243" y="2622347"/>
                  </a:moveTo>
                  <a:lnTo>
                    <a:pt x="1354433" y="2604155"/>
                  </a:lnTo>
                  <a:lnTo>
                    <a:pt x="1422533" y="2641988"/>
                  </a:lnTo>
                  <a:close/>
                  <a:moveTo>
                    <a:pt x="1372729" y="2535248"/>
                  </a:moveTo>
                  <a:lnTo>
                    <a:pt x="1354433" y="2604155"/>
                  </a:lnTo>
                  <a:lnTo>
                    <a:pt x="1463243" y="2622347"/>
                  </a:lnTo>
                  <a:close/>
                  <a:moveTo>
                    <a:pt x="1500607" y="2603551"/>
                  </a:moveTo>
                  <a:lnTo>
                    <a:pt x="1549323" y="2560294"/>
                  </a:lnTo>
                  <a:lnTo>
                    <a:pt x="1463243" y="2622347"/>
                  </a:lnTo>
                  <a:close/>
                  <a:moveTo>
                    <a:pt x="1463243" y="2622347"/>
                  </a:moveTo>
                  <a:lnTo>
                    <a:pt x="1549323" y="2560294"/>
                  </a:lnTo>
                  <a:lnTo>
                    <a:pt x="1510913" y="2544091"/>
                  </a:lnTo>
                  <a:close/>
                  <a:moveTo>
                    <a:pt x="1353196" y="2451036"/>
                  </a:moveTo>
                  <a:lnTo>
                    <a:pt x="1286224" y="2444891"/>
                  </a:lnTo>
                  <a:lnTo>
                    <a:pt x="1372729" y="2535248"/>
                  </a:lnTo>
                  <a:close/>
                  <a:moveTo>
                    <a:pt x="1353196" y="2451036"/>
                  </a:moveTo>
                  <a:lnTo>
                    <a:pt x="1424957" y="2439121"/>
                  </a:lnTo>
                  <a:lnTo>
                    <a:pt x="1439519" y="2428414"/>
                  </a:lnTo>
                  <a:close/>
                  <a:moveTo>
                    <a:pt x="1206567" y="2114762"/>
                  </a:moveTo>
                  <a:lnTo>
                    <a:pt x="1202700" y="2110261"/>
                  </a:lnTo>
                  <a:lnTo>
                    <a:pt x="1203525" y="2111756"/>
                  </a:lnTo>
                  <a:close/>
                  <a:moveTo>
                    <a:pt x="902435" y="1874483"/>
                  </a:moveTo>
                  <a:lnTo>
                    <a:pt x="853005" y="1781400"/>
                  </a:lnTo>
                  <a:lnTo>
                    <a:pt x="810869" y="1788241"/>
                  </a:lnTo>
                  <a:close/>
                  <a:moveTo>
                    <a:pt x="810869" y="1788241"/>
                  </a:moveTo>
                  <a:lnTo>
                    <a:pt x="878962" y="1725872"/>
                  </a:lnTo>
                  <a:lnTo>
                    <a:pt x="861786" y="1707346"/>
                  </a:lnTo>
                  <a:close/>
                  <a:moveTo>
                    <a:pt x="1424957" y="2439121"/>
                  </a:moveTo>
                  <a:lnTo>
                    <a:pt x="1450101" y="2467977"/>
                  </a:lnTo>
                  <a:lnTo>
                    <a:pt x="1450920" y="2432181"/>
                  </a:lnTo>
                  <a:close/>
                  <a:moveTo>
                    <a:pt x="1439519" y="2428414"/>
                  </a:moveTo>
                  <a:lnTo>
                    <a:pt x="1424957" y="2439121"/>
                  </a:lnTo>
                  <a:lnTo>
                    <a:pt x="1450920" y="2432181"/>
                  </a:lnTo>
                  <a:close/>
                  <a:moveTo>
                    <a:pt x="1450920" y="2432181"/>
                  </a:moveTo>
                  <a:lnTo>
                    <a:pt x="1450101" y="2467977"/>
                  </a:lnTo>
                  <a:lnTo>
                    <a:pt x="1468538" y="2439121"/>
                  </a:lnTo>
                  <a:close/>
                  <a:moveTo>
                    <a:pt x="1450920" y="2432181"/>
                  </a:moveTo>
                  <a:lnTo>
                    <a:pt x="1468538" y="2439121"/>
                  </a:lnTo>
                  <a:lnTo>
                    <a:pt x="1439519" y="2428414"/>
                  </a:lnTo>
                  <a:close/>
                  <a:moveTo>
                    <a:pt x="1202700" y="2110261"/>
                  </a:moveTo>
                  <a:lnTo>
                    <a:pt x="1206567" y="2114762"/>
                  </a:lnTo>
                  <a:lnTo>
                    <a:pt x="1210155" y="2106365"/>
                  </a:lnTo>
                  <a:close/>
                  <a:moveTo>
                    <a:pt x="878962" y="1725872"/>
                  </a:moveTo>
                  <a:lnTo>
                    <a:pt x="853005" y="1781400"/>
                  </a:lnTo>
                  <a:lnTo>
                    <a:pt x="914895" y="1764262"/>
                  </a:lnTo>
                  <a:close/>
                  <a:moveTo>
                    <a:pt x="1601251" y="2400685"/>
                  </a:moveTo>
                  <a:lnTo>
                    <a:pt x="1683544" y="236424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01251" y="240068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27752" y="2280033"/>
                  </a:lnTo>
                  <a:lnTo>
                    <a:pt x="1529387" y="2270555"/>
                  </a:lnTo>
                  <a:close/>
                  <a:moveTo>
                    <a:pt x="1627752" y="2280033"/>
                  </a:moveTo>
                  <a:lnTo>
                    <a:pt x="1571420" y="2212509"/>
                  </a:lnTo>
                  <a:lnTo>
                    <a:pt x="1529387" y="2270555"/>
                  </a:lnTo>
                  <a:close/>
                  <a:moveTo>
                    <a:pt x="1558064" y="2197818"/>
                  </a:moveTo>
                  <a:lnTo>
                    <a:pt x="1529387" y="2270555"/>
                  </a:lnTo>
                  <a:lnTo>
                    <a:pt x="1571420" y="2212509"/>
                  </a:lnTo>
                  <a:close/>
                  <a:moveTo>
                    <a:pt x="1880354" y="2525611"/>
                  </a:moveTo>
                  <a:lnTo>
                    <a:pt x="1873373" y="2526678"/>
                  </a:lnTo>
                  <a:lnTo>
                    <a:pt x="1948057" y="2569518"/>
                  </a:lnTo>
                  <a:close/>
                  <a:moveTo>
                    <a:pt x="1878155" y="2523365"/>
                  </a:moveTo>
                  <a:lnTo>
                    <a:pt x="1873373" y="2526678"/>
                  </a:lnTo>
                  <a:lnTo>
                    <a:pt x="1880354" y="2525611"/>
                  </a:lnTo>
                  <a:close/>
                  <a:moveTo>
                    <a:pt x="1924513" y="2406027"/>
                  </a:moveTo>
                  <a:lnTo>
                    <a:pt x="1880354" y="2525611"/>
                  </a:lnTo>
                  <a:lnTo>
                    <a:pt x="1985639" y="2488242"/>
                  </a:lnTo>
                  <a:close/>
                  <a:moveTo>
                    <a:pt x="1880354" y="2525611"/>
                  </a:moveTo>
                  <a:lnTo>
                    <a:pt x="1948057" y="2569518"/>
                  </a:lnTo>
                  <a:lnTo>
                    <a:pt x="1985639" y="2488242"/>
                  </a:lnTo>
                  <a:close/>
                  <a:moveTo>
                    <a:pt x="1774833" y="2350622"/>
                  </a:moveTo>
                  <a:lnTo>
                    <a:pt x="1684953" y="2358329"/>
                  </a:lnTo>
                  <a:lnTo>
                    <a:pt x="1700812" y="2362248"/>
                  </a:lnTo>
                  <a:close/>
                  <a:moveTo>
                    <a:pt x="1697567" y="2252753"/>
                  </a:moveTo>
                  <a:lnTo>
                    <a:pt x="1684953" y="2358329"/>
                  </a:lnTo>
                  <a:lnTo>
                    <a:pt x="1774833" y="2350622"/>
                  </a:lnTo>
                  <a:close/>
                  <a:moveTo>
                    <a:pt x="1627752" y="2280033"/>
                  </a:moveTo>
                  <a:lnTo>
                    <a:pt x="1684953" y="2358329"/>
                  </a:lnTo>
                  <a:lnTo>
                    <a:pt x="1697567" y="2252753"/>
                  </a:lnTo>
                  <a:close/>
                  <a:moveTo>
                    <a:pt x="1697567" y="2252753"/>
                  </a:moveTo>
                  <a:lnTo>
                    <a:pt x="1571420" y="2212509"/>
                  </a:lnTo>
                  <a:lnTo>
                    <a:pt x="1627752" y="2280033"/>
                  </a:lnTo>
                  <a:close/>
                  <a:moveTo>
                    <a:pt x="1577842" y="2189403"/>
                  </a:moveTo>
                  <a:lnTo>
                    <a:pt x="1571420" y="2212509"/>
                  </a:lnTo>
                  <a:lnTo>
                    <a:pt x="1697567" y="2252753"/>
                  </a:lnTo>
                  <a:close/>
                  <a:moveTo>
                    <a:pt x="1668287" y="2176465"/>
                  </a:moveTo>
                  <a:lnTo>
                    <a:pt x="1577842" y="2189403"/>
                  </a:lnTo>
                  <a:lnTo>
                    <a:pt x="1697567" y="2252753"/>
                  </a:lnTo>
                  <a:close/>
                  <a:moveTo>
                    <a:pt x="1558064" y="2197818"/>
                  </a:moveTo>
                  <a:lnTo>
                    <a:pt x="1571420" y="2212509"/>
                  </a:lnTo>
                  <a:lnTo>
                    <a:pt x="1577842" y="2189403"/>
                  </a:lnTo>
                  <a:close/>
                  <a:moveTo>
                    <a:pt x="1499391" y="2115603"/>
                  </a:moveTo>
                  <a:lnTo>
                    <a:pt x="1558064" y="2197818"/>
                  </a:lnTo>
                  <a:lnTo>
                    <a:pt x="1577842" y="2189403"/>
                  </a:lnTo>
                  <a:close/>
                  <a:moveTo>
                    <a:pt x="1450960" y="2033387"/>
                  </a:moveTo>
                  <a:lnTo>
                    <a:pt x="1499391" y="2115603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450960" y="2033387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547689" y="1994951"/>
                  </a:lnTo>
                  <a:lnTo>
                    <a:pt x="1515810" y="1912736"/>
                  </a:lnTo>
                  <a:close/>
                  <a:moveTo>
                    <a:pt x="1985639" y="2488242"/>
                  </a:moveTo>
                  <a:lnTo>
                    <a:pt x="1948057" y="2569518"/>
                  </a:lnTo>
                  <a:lnTo>
                    <a:pt x="2059328" y="2540792"/>
                  </a:lnTo>
                  <a:close/>
                  <a:moveTo>
                    <a:pt x="2042219" y="2449805"/>
                  </a:moveTo>
                  <a:lnTo>
                    <a:pt x="1985639" y="2488242"/>
                  </a:lnTo>
                  <a:lnTo>
                    <a:pt x="2059328" y="2540792"/>
                  </a:lnTo>
                  <a:close/>
                  <a:moveTo>
                    <a:pt x="1515810" y="1912736"/>
                  </a:moveTo>
                  <a:lnTo>
                    <a:pt x="1607391" y="1965195"/>
                  </a:lnTo>
                  <a:lnTo>
                    <a:pt x="1568352" y="1896842"/>
                  </a:lnTo>
                  <a:close/>
                  <a:moveTo>
                    <a:pt x="1515810" y="1912736"/>
                  </a:moveTo>
                  <a:lnTo>
                    <a:pt x="1547689" y="1994951"/>
                  </a:lnTo>
                  <a:lnTo>
                    <a:pt x="1607391" y="1965195"/>
                  </a:lnTo>
                  <a:close/>
                  <a:moveTo>
                    <a:pt x="1568352" y="1896842"/>
                  </a:moveTo>
                  <a:lnTo>
                    <a:pt x="1457545" y="1850205"/>
                  </a:lnTo>
                  <a:lnTo>
                    <a:pt x="1515810" y="1912736"/>
                  </a:lnTo>
                  <a:close/>
                  <a:moveTo>
                    <a:pt x="1461270" y="1823213"/>
                  </a:moveTo>
                  <a:lnTo>
                    <a:pt x="1457545" y="1850205"/>
                  </a:lnTo>
                  <a:lnTo>
                    <a:pt x="1568352" y="1896842"/>
                  </a:lnTo>
                  <a:close/>
                  <a:moveTo>
                    <a:pt x="1560124" y="1803439"/>
                  </a:moveTo>
                  <a:lnTo>
                    <a:pt x="1461270" y="1823213"/>
                  </a:lnTo>
                  <a:lnTo>
                    <a:pt x="1568352" y="1896842"/>
                  </a:lnTo>
                  <a:close/>
                  <a:moveTo>
                    <a:pt x="1625949" y="1910609"/>
                  </a:moveTo>
                  <a:lnTo>
                    <a:pt x="1615842" y="1792085"/>
                  </a:lnTo>
                  <a:lnTo>
                    <a:pt x="1560124" y="1803439"/>
                  </a:lnTo>
                  <a:close/>
                  <a:moveTo>
                    <a:pt x="1625949" y="1910609"/>
                  </a:moveTo>
                  <a:lnTo>
                    <a:pt x="1560124" y="1803439"/>
                  </a:lnTo>
                  <a:lnTo>
                    <a:pt x="1568352" y="1896842"/>
                  </a:lnTo>
                  <a:close/>
                  <a:moveTo>
                    <a:pt x="1430917" y="1830521"/>
                  </a:moveTo>
                  <a:lnTo>
                    <a:pt x="1457545" y="1850205"/>
                  </a:lnTo>
                  <a:lnTo>
                    <a:pt x="1461270" y="1823213"/>
                  </a:lnTo>
                  <a:close/>
                  <a:moveTo>
                    <a:pt x="1395836" y="1748306"/>
                  </a:moveTo>
                  <a:lnTo>
                    <a:pt x="1430917" y="1830521"/>
                  </a:lnTo>
                  <a:lnTo>
                    <a:pt x="1470477" y="1709870"/>
                  </a:lnTo>
                  <a:close/>
                  <a:moveTo>
                    <a:pt x="1615842" y="1792085"/>
                  </a:moveTo>
                  <a:lnTo>
                    <a:pt x="1568220" y="1709870"/>
                  </a:lnTo>
                  <a:lnTo>
                    <a:pt x="1560124" y="1803439"/>
                  </a:lnTo>
                  <a:close/>
                  <a:moveTo>
                    <a:pt x="1354434" y="1666090"/>
                  </a:moveTo>
                  <a:lnTo>
                    <a:pt x="1395836" y="1748306"/>
                  </a:lnTo>
                  <a:lnTo>
                    <a:pt x="1470477" y="1709870"/>
                  </a:lnTo>
                  <a:close/>
                  <a:moveTo>
                    <a:pt x="1354434" y="1666090"/>
                  </a:moveTo>
                  <a:lnTo>
                    <a:pt x="1470477" y="1709870"/>
                  </a:lnTo>
                  <a:lnTo>
                    <a:pt x="1428389" y="1627654"/>
                  </a:lnTo>
                  <a:close/>
                  <a:moveTo>
                    <a:pt x="1327922" y="1570753"/>
                  </a:moveTo>
                  <a:lnTo>
                    <a:pt x="1314972" y="1595805"/>
                  </a:lnTo>
                  <a:lnTo>
                    <a:pt x="1368497" y="1545439"/>
                  </a:lnTo>
                  <a:close/>
                  <a:moveTo>
                    <a:pt x="1368497" y="1545439"/>
                  </a:moveTo>
                  <a:lnTo>
                    <a:pt x="1314972" y="1595805"/>
                  </a:lnTo>
                  <a:lnTo>
                    <a:pt x="1354434" y="1666090"/>
                  </a:lnTo>
                  <a:close/>
                  <a:moveTo>
                    <a:pt x="1368497" y="1545439"/>
                  </a:moveTo>
                  <a:lnTo>
                    <a:pt x="1354434" y="1666090"/>
                  </a:lnTo>
                  <a:lnTo>
                    <a:pt x="1428389" y="1627654"/>
                  </a:lnTo>
                  <a:close/>
                  <a:moveTo>
                    <a:pt x="1305601" y="1583876"/>
                  </a:moveTo>
                  <a:lnTo>
                    <a:pt x="1314972" y="1595805"/>
                  </a:lnTo>
                  <a:lnTo>
                    <a:pt x="1327922" y="1570753"/>
                  </a:lnTo>
                  <a:close/>
                  <a:moveTo>
                    <a:pt x="1305511" y="1501661"/>
                  </a:moveTo>
                  <a:lnTo>
                    <a:pt x="1327922" y="1570753"/>
                  </a:lnTo>
                  <a:lnTo>
                    <a:pt x="1368497" y="1545439"/>
                  </a:lnTo>
                  <a:close/>
                  <a:moveTo>
                    <a:pt x="1675946" y="1769870"/>
                  </a:moveTo>
                  <a:lnTo>
                    <a:pt x="1654847" y="1815365"/>
                  </a:lnTo>
                  <a:lnTo>
                    <a:pt x="1721843" y="1753648"/>
                  </a:lnTo>
                  <a:close/>
                  <a:moveTo>
                    <a:pt x="1615842" y="1792085"/>
                  </a:moveTo>
                  <a:lnTo>
                    <a:pt x="1654847" y="1815365"/>
                  </a:lnTo>
                  <a:lnTo>
                    <a:pt x="1675946" y="1769870"/>
                  </a:lnTo>
                  <a:close/>
                  <a:moveTo>
                    <a:pt x="1650165" y="1671433"/>
                  </a:moveTo>
                  <a:lnTo>
                    <a:pt x="1675946" y="1769870"/>
                  </a:lnTo>
                  <a:lnTo>
                    <a:pt x="1687613" y="1722666"/>
                  </a:lnTo>
                  <a:close/>
                  <a:moveTo>
                    <a:pt x="1615842" y="1792085"/>
                  </a:moveTo>
                  <a:lnTo>
                    <a:pt x="1675946" y="1769870"/>
                  </a:lnTo>
                  <a:lnTo>
                    <a:pt x="1650165" y="1671433"/>
                  </a:lnTo>
                  <a:close/>
                  <a:moveTo>
                    <a:pt x="1568220" y="1709870"/>
                  </a:moveTo>
                  <a:lnTo>
                    <a:pt x="1615842" y="1792085"/>
                  </a:lnTo>
                  <a:lnTo>
                    <a:pt x="1650165" y="1671433"/>
                  </a:lnTo>
                  <a:close/>
                  <a:moveTo>
                    <a:pt x="1675946" y="1769870"/>
                  </a:moveTo>
                  <a:lnTo>
                    <a:pt x="1721843" y="1753648"/>
                  </a:lnTo>
                  <a:lnTo>
                    <a:pt x="1687613" y="1722666"/>
                  </a:lnTo>
                  <a:close/>
                  <a:moveTo>
                    <a:pt x="1428389" y="1627654"/>
                  </a:moveTo>
                  <a:lnTo>
                    <a:pt x="1484514" y="1704224"/>
                  </a:lnTo>
                  <a:lnTo>
                    <a:pt x="1476321" y="1610792"/>
                  </a:lnTo>
                  <a:close/>
                  <a:moveTo>
                    <a:pt x="1428389" y="1627654"/>
                  </a:moveTo>
                  <a:lnTo>
                    <a:pt x="1470477" y="1709870"/>
                  </a:lnTo>
                  <a:lnTo>
                    <a:pt x="1484514" y="1704224"/>
                  </a:lnTo>
                  <a:close/>
                  <a:moveTo>
                    <a:pt x="1476321" y="1610792"/>
                  </a:moveTo>
                  <a:lnTo>
                    <a:pt x="1484514" y="1704224"/>
                  </a:lnTo>
                  <a:lnTo>
                    <a:pt x="1558167" y="1604845"/>
                  </a:lnTo>
                  <a:close/>
                  <a:moveTo>
                    <a:pt x="1558167" y="1604845"/>
                  </a:moveTo>
                  <a:lnTo>
                    <a:pt x="1550711" y="1704675"/>
                  </a:lnTo>
                  <a:lnTo>
                    <a:pt x="1615708" y="1589218"/>
                  </a:lnTo>
                  <a:close/>
                  <a:moveTo>
                    <a:pt x="1615708" y="1589218"/>
                  </a:moveTo>
                  <a:lnTo>
                    <a:pt x="1568220" y="1709870"/>
                  </a:lnTo>
                  <a:lnTo>
                    <a:pt x="1650165" y="1671433"/>
                  </a:lnTo>
                  <a:close/>
                  <a:moveTo>
                    <a:pt x="1473798" y="1507003"/>
                  </a:moveTo>
                  <a:lnTo>
                    <a:pt x="1476321" y="1610792"/>
                  </a:lnTo>
                  <a:lnTo>
                    <a:pt x="1483829" y="1518068"/>
                  </a:lnTo>
                  <a:close/>
                  <a:moveTo>
                    <a:pt x="1428389" y="1627654"/>
                  </a:moveTo>
                  <a:lnTo>
                    <a:pt x="1476321" y="1610792"/>
                  </a:lnTo>
                  <a:lnTo>
                    <a:pt x="1473798" y="1507003"/>
                  </a:lnTo>
                  <a:close/>
                  <a:moveTo>
                    <a:pt x="1476321" y="1610792"/>
                  </a:moveTo>
                  <a:lnTo>
                    <a:pt x="1558167" y="1604845"/>
                  </a:lnTo>
                  <a:lnTo>
                    <a:pt x="1483829" y="1518068"/>
                  </a:lnTo>
                  <a:close/>
                  <a:moveTo>
                    <a:pt x="1558167" y="1604845"/>
                  </a:moveTo>
                  <a:lnTo>
                    <a:pt x="1560774" y="1527097"/>
                  </a:lnTo>
                  <a:lnTo>
                    <a:pt x="1483829" y="1518068"/>
                  </a:lnTo>
                  <a:close/>
                  <a:moveTo>
                    <a:pt x="1560774" y="1527097"/>
                  </a:moveTo>
                  <a:lnTo>
                    <a:pt x="1558167" y="1604845"/>
                  </a:lnTo>
                  <a:lnTo>
                    <a:pt x="1615708" y="1589218"/>
                  </a:lnTo>
                  <a:close/>
                  <a:moveTo>
                    <a:pt x="332495" y="0"/>
                  </a:moveTo>
                  <a:lnTo>
                    <a:pt x="209202" y="32888"/>
                  </a:lnTo>
                  <a:lnTo>
                    <a:pt x="262075" y="15370"/>
                  </a:lnTo>
                  <a:close/>
                  <a:moveTo>
                    <a:pt x="1806182" y="1724582"/>
                  </a:moveTo>
                  <a:lnTo>
                    <a:pt x="1687613" y="1722666"/>
                  </a:lnTo>
                  <a:lnTo>
                    <a:pt x="1721843" y="1753648"/>
                  </a:lnTo>
                  <a:close/>
                  <a:moveTo>
                    <a:pt x="1702069" y="1648540"/>
                  </a:moveTo>
                  <a:lnTo>
                    <a:pt x="1687613" y="1722666"/>
                  </a:lnTo>
                  <a:lnTo>
                    <a:pt x="1806182" y="1724582"/>
                  </a:lnTo>
                  <a:close/>
                  <a:moveTo>
                    <a:pt x="1650165" y="1671433"/>
                  </a:moveTo>
                  <a:lnTo>
                    <a:pt x="1687613" y="1722666"/>
                  </a:lnTo>
                  <a:lnTo>
                    <a:pt x="1702069" y="1648540"/>
                  </a:lnTo>
                  <a:close/>
                  <a:moveTo>
                    <a:pt x="1650165" y="1671433"/>
                  </a:moveTo>
                  <a:lnTo>
                    <a:pt x="1702069" y="1648540"/>
                  </a:lnTo>
                  <a:lnTo>
                    <a:pt x="1693477" y="1550781"/>
                  </a:lnTo>
                  <a:close/>
                  <a:moveTo>
                    <a:pt x="1615708" y="1589218"/>
                  </a:moveTo>
                  <a:lnTo>
                    <a:pt x="1650165" y="1671433"/>
                  </a:lnTo>
                  <a:lnTo>
                    <a:pt x="1693477" y="1550781"/>
                  </a:lnTo>
                  <a:close/>
                  <a:moveTo>
                    <a:pt x="1605440" y="1478892"/>
                  </a:moveTo>
                  <a:lnTo>
                    <a:pt x="1483829" y="1518068"/>
                  </a:lnTo>
                  <a:lnTo>
                    <a:pt x="1560774" y="1527097"/>
                  </a:lnTo>
                  <a:close/>
                  <a:moveTo>
                    <a:pt x="1521740" y="1334183"/>
                  </a:moveTo>
                  <a:lnTo>
                    <a:pt x="1444578" y="1336322"/>
                  </a:lnTo>
                  <a:lnTo>
                    <a:pt x="1552675" y="1409125"/>
                  </a:lnTo>
                  <a:close/>
                  <a:moveTo>
                    <a:pt x="1419767" y="1256401"/>
                  </a:moveTo>
                  <a:lnTo>
                    <a:pt x="1332298" y="1230178"/>
                  </a:lnTo>
                  <a:lnTo>
                    <a:pt x="1400404" y="1260357"/>
                  </a:lnTo>
                  <a:close/>
                  <a:moveTo>
                    <a:pt x="1216830" y="861919"/>
                  </a:moveTo>
                  <a:lnTo>
                    <a:pt x="1159127" y="931497"/>
                  </a:lnTo>
                  <a:lnTo>
                    <a:pt x="1186350" y="893061"/>
                  </a:lnTo>
                  <a:close/>
                  <a:moveTo>
                    <a:pt x="1917294" y="1632997"/>
                  </a:moveTo>
                  <a:lnTo>
                    <a:pt x="1929933" y="1715212"/>
                  </a:lnTo>
                  <a:lnTo>
                    <a:pt x="1981366" y="1676775"/>
                  </a:lnTo>
                  <a:close/>
                  <a:moveTo>
                    <a:pt x="1917294" y="1632997"/>
                  </a:moveTo>
                  <a:lnTo>
                    <a:pt x="1981366" y="1676775"/>
                  </a:lnTo>
                  <a:lnTo>
                    <a:pt x="1946046" y="1594560"/>
                  </a:lnTo>
                  <a:close/>
                  <a:moveTo>
                    <a:pt x="1260693" y="810712"/>
                  </a:moveTo>
                  <a:lnTo>
                    <a:pt x="1186350" y="893061"/>
                  </a:lnTo>
                  <a:lnTo>
                    <a:pt x="1219269" y="854624"/>
                  </a:lnTo>
                  <a:close/>
                  <a:moveTo>
                    <a:pt x="1260693" y="810712"/>
                  </a:moveTo>
                  <a:lnTo>
                    <a:pt x="1216830" y="861919"/>
                  </a:lnTo>
                  <a:lnTo>
                    <a:pt x="1186350" y="893061"/>
                  </a:lnTo>
                  <a:close/>
                  <a:moveTo>
                    <a:pt x="1805320" y="1324914"/>
                  </a:moveTo>
                  <a:lnTo>
                    <a:pt x="1712018" y="1347915"/>
                  </a:lnTo>
                  <a:lnTo>
                    <a:pt x="1735801" y="1420932"/>
                  </a:lnTo>
                  <a:close/>
                  <a:moveTo>
                    <a:pt x="1963368" y="1335548"/>
                  </a:moveTo>
                  <a:lnTo>
                    <a:pt x="1998924" y="1288701"/>
                  </a:lnTo>
                  <a:lnTo>
                    <a:pt x="1975915" y="1319001"/>
                  </a:lnTo>
                  <a:close/>
                  <a:moveTo>
                    <a:pt x="1963368" y="1335548"/>
                  </a:moveTo>
                  <a:lnTo>
                    <a:pt x="1975915" y="1319001"/>
                  </a:lnTo>
                  <a:lnTo>
                    <a:pt x="1914363" y="1367529"/>
                  </a:lnTo>
                  <a:close/>
                  <a:moveTo>
                    <a:pt x="2089825" y="1175300"/>
                  </a:moveTo>
                  <a:lnTo>
                    <a:pt x="2004099" y="1188827"/>
                  </a:lnTo>
                  <a:lnTo>
                    <a:pt x="2137696" y="1214810"/>
                  </a:lnTo>
                  <a:close/>
                  <a:moveTo>
                    <a:pt x="2137696" y="1214810"/>
                  </a:moveTo>
                  <a:lnTo>
                    <a:pt x="2167055" y="1232605"/>
                  </a:lnTo>
                  <a:lnTo>
                    <a:pt x="2089825" y="1175300"/>
                  </a:lnTo>
                  <a:close/>
                  <a:moveTo>
                    <a:pt x="2137696" y="1214810"/>
                  </a:moveTo>
                  <a:lnTo>
                    <a:pt x="2115311" y="1232605"/>
                  </a:lnTo>
                  <a:lnTo>
                    <a:pt x="2150581" y="1225999"/>
                  </a:lnTo>
                  <a:close/>
                  <a:moveTo>
                    <a:pt x="2150581" y="1225999"/>
                  </a:moveTo>
                  <a:lnTo>
                    <a:pt x="2167055" y="1232605"/>
                  </a:lnTo>
                  <a:lnTo>
                    <a:pt x="2137696" y="121481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44" name="Candidate_density__2043">
              <a:extLst>
                <a:ext uri="{FF2B5EF4-FFF2-40B4-BE49-F238E27FC236}">
                  <a16:creationId xmlns:a16="http://schemas.microsoft.com/office/drawing/2014/main" id="{1DA9820E-3CC6-EF10-68BC-6D1D6E29A7B9}"/>
                </a:ext>
              </a:extLst>
            </p:cNvPr>
            <p:cNvSpPr>
              <a:spLocks noGrp="1"/>
            </p:cNvSpPr>
            <p:nvPr/>
          </p:nvSpPr>
          <p:spPr>
            <a:xfrm>
              <a:off x="4392460" y="3359313"/>
              <a:ext cx="2119221" cy="1815116"/>
            </a:xfrm>
            <a:custGeom>
              <a:avLst/>
              <a:gdLst/>
              <a:ahLst/>
              <a:cxnLst/>
              <a:rect l="0" t="0" r="0" b="0"/>
              <a:pathLst>
                <a:path w="2119221" h="1815116">
                  <a:moveTo>
                    <a:pt x="24410" y="1361972"/>
                  </a:moveTo>
                  <a:lnTo>
                    <a:pt x="30096" y="1311141"/>
                  </a:lnTo>
                  <a:lnTo>
                    <a:pt x="0" y="1349577"/>
                  </a:lnTo>
                  <a:close/>
                  <a:moveTo>
                    <a:pt x="120270" y="1226517"/>
                  </a:moveTo>
                  <a:lnTo>
                    <a:pt x="30096" y="1311141"/>
                  </a:lnTo>
                  <a:lnTo>
                    <a:pt x="102373" y="1272704"/>
                  </a:lnTo>
                  <a:close/>
                  <a:moveTo>
                    <a:pt x="120270" y="1226517"/>
                  </a:moveTo>
                  <a:lnTo>
                    <a:pt x="65267" y="1236071"/>
                  </a:lnTo>
                  <a:lnTo>
                    <a:pt x="30096" y="1311141"/>
                  </a:lnTo>
                  <a:close/>
                  <a:moveTo>
                    <a:pt x="215538" y="1165796"/>
                  </a:moveTo>
                  <a:lnTo>
                    <a:pt x="151146" y="1190489"/>
                  </a:lnTo>
                  <a:lnTo>
                    <a:pt x="239260" y="1177542"/>
                  </a:lnTo>
                  <a:close/>
                  <a:moveTo>
                    <a:pt x="151146" y="1190489"/>
                  </a:moveTo>
                  <a:lnTo>
                    <a:pt x="120270" y="1226517"/>
                  </a:lnTo>
                  <a:lnTo>
                    <a:pt x="239260" y="1177542"/>
                  </a:lnTo>
                  <a:close/>
                  <a:moveTo>
                    <a:pt x="239260" y="1177542"/>
                  </a:moveTo>
                  <a:lnTo>
                    <a:pt x="120270" y="1226517"/>
                  </a:lnTo>
                  <a:lnTo>
                    <a:pt x="222974" y="1234268"/>
                  </a:lnTo>
                  <a:close/>
                  <a:moveTo>
                    <a:pt x="169194" y="1130776"/>
                  </a:moveTo>
                  <a:lnTo>
                    <a:pt x="151146" y="1190489"/>
                  </a:lnTo>
                  <a:lnTo>
                    <a:pt x="215538" y="1165796"/>
                  </a:lnTo>
                  <a:close/>
                  <a:moveTo>
                    <a:pt x="169536" y="1108274"/>
                  </a:moveTo>
                  <a:lnTo>
                    <a:pt x="215538" y="1165796"/>
                  </a:lnTo>
                  <a:lnTo>
                    <a:pt x="250804" y="1152053"/>
                  </a:lnTo>
                  <a:close/>
                  <a:moveTo>
                    <a:pt x="169536" y="1108274"/>
                  </a:moveTo>
                  <a:lnTo>
                    <a:pt x="250804" y="1152053"/>
                  </a:lnTo>
                  <a:lnTo>
                    <a:pt x="225301" y="1069838"/>
                  </a:lnTo>
                  <a:close/>
                  <a:moveTo>
                    <a:pt x="662056" y="1545615"/>
                  </a:moveTo>
                  <a:lnTo>
                    <a:pt x="548971" y="1499524"/>
                  </a:lnTo>
                  <a:lnTo>
                    <a:pt x="584204" y="1563128"/>
                  </a:lnTo>
                  <a:close/>
                  <a:moveTo>
                    <a:pt x="225301" y="1069838"/>
                  </a:moveTo>
                  <a:lnTo>
                    <a:pt x="250804" y="1152053"/>
                  </a:lnTo>
                  <a:lnTo>
                    <a:pt x="329941" y="1133381"/>
                  </a:lnTo>
                  <a:close/>
                  <a:moveTo>
                    <a:pt x="210746" y="987622"/>
                  </a:moveTo>
                  <a:lnTo>
                    <a:pt x="323139" y="1038819"/>
                  </a:lnTo>
                  <a:lnTo>
                    <a:pt x="289912" y="965740"/>
                  </a:lnTo>
                  <a:close/>
                  <a:moveTo>
                    <a:pt x="210746" y="987622"/>
                  </a:moveTo>
                  <a:lnTo>
                    <a:pt x="225301" y="1069838"/>
                  </a:lnTo>
                  <a:lnTo>
                    <a:pt x="323139" y="1038819"/>
                  </a:lnTo>
                  <a:close/>
                  <a:moveTo>
                    <a:pt x="732806" y="1524692"/>
                  </a:moveTo>
                  <a:lnTo>
                    <a:pt x="752093" y="1606907"/>
                  </a:lnTo>
                  <a:lnTo>
                    <a:pt x="802283" y="1592297"/>
                  </a:lnTo>
                  <a:close/>
                  <a:moveTo>
                    <a:pt x="1312312" y="1780889"/>
                  </a:moveTo>
                  <a:lnTo>
                    <a:pt x="1175680" y="1740336"/>
                  </a:lnTo>
                  <a:lnTo>
                    <a:pt x="1211966" y="1815116"/>
                  </a:lnTo>
                  <a:close/>
                  <a:moveTo>
                    <a:pt x="1345778" y="1694464"/>
                  </a:moveTo>
                  <a:lnTo>
                    <a:pt x="1336896" y="1776679"/>
                  </a:lnTo>
                  <a:lnTo>
                    <a:pt x="1425258" y="1738243"/>
                  </a:lnTo>
                  <a:close/>
                  <a:moveTo>
                    <a:pt x="1345778" y="1694464"/>
                  </a:moveTo>
                  <a:lnTo>
                    <a:pt x="1425258" y="1738243"/>
                  </a:lnTo>
                  <a:lnTo>
                    <a:pt x="1407116" y="1656028"/>
                  </a:lnTo>
                  <a:close/>
                  <a:moveTo>
                    <a:pt x="1407116" y="1656028"/>
                  </a:moveTo>
                  <a:lnTo>
                    <a:pt x="1470270" y="1638833"/>
                  </a:lnTo>
                  <a:lnTo>
                    <a:pt x="1450268" y="1629234"/>
                  </a:lnTo>
                  <a:close/>
                  <a:moveTo>
                    <a:pt x="1456169" y="1699807"/>
                  </a:moveTo>
                  <a:lnTo>
                    <a:pt x="1470270" y="1638833"/>
                  </a:lnTo>
                  <a:lnTo>
                    <a:pt x="1407116" y="1656028"/>
                  </a:lnTo>
                  <a:close/>
                  <a:moveTo>
                    <a:pt x="1425258" y="1738243"/>
                  </a:moveTo>
                  <a:lnTo>
                    <a:pt x="1456169" y="1699807"/>
                  </a:lnTo>
                  <a:lnTo>
                    <a:pt x="1407116" y="1656028"/>
                  </a:lnTo>
                  <a:close/>
                  <a:moveTo>
                    <a:pt x="1430887" y="1535376"/>
                  </a:moveTo>
                  <a:lnTo>
                    <a:pt x="1450268" y="1629234"/>
                  </a:lnTo>
                  <a:lnTo>
                    <a:pt x="1460004" y="1600450"/>
                  </a:lnTo>
                  <a:close/>
                  <a:moveTo>
                    <a:pt x="1407116" y="1656028"/>
                  </a:moveTo>
                  <a:lnTo>
                    <a:pt x="1450268" y="1629234"/>
                  </a:lnTo>
                  <a:lnTo>
                    <a:pt x="1430887" y="1535376"/>
                  </a:lnTo>
                  <a:close/>
                  <a:moveTo>
                    <a:pt x="1450268" y="1629234"/>
                  </a:moveTo>
                  <a:lnTo>
                    <a:pt x="1474423" y="1617592"/>
                  </a:lnTo>
                  <a:lnTo>
                    <a:pt x="1460004" y="1600450"/>
                  </a:lnTo>
                  <a:close/>
                  <a:moveTo>
                    <a:pt x="631803" y="669752"/>
                  </a:moveTo>
                  <a:lnTo>
                    <a:pt x="686093" y="657534"/>
                  </a:lnTo>
                  <a:lnTo>
                    <a:pt x="631977" y="669446"/>
                  </a:lnTo>
                  <a:close/>
                  <a:moveTo>
                    <a:pt x="686093" y="657534"/>
                  </a:moveTo>
                  <a:lnTo>
                    <a:pt x="690776" y="631010"/>
                  </a:lnTo>
                  <a:lnTo>
                    <a:pt x="631977" y="669446"/>
                  </a:lnTo>
                  <a:close/>
                  <a:moveTo>
                    <a:pt x="610096" y="587231"/>
                  </a:moveTo>
                  <a:lnTo>
                    <a:pt x="631977" y="669446"/>
                  </a:lnTo>
                  <a:lnTo>
                    <a:pt x="690776" y="631010"/>
                  </a:lnTo>
                  <a:close/>
                  <a:moveTo>
                    <a:pt x="610096" y="587231"/>
                  </a:moveTo>
                  <a:lnTo>
                    <a:pt x="690776" y="631010"/>
                  </a:lnTo>
                  <a:lnTo>
                    <a:pt x="683555" y="548795"/>
                  </a:lnTo>
                  <a:close/>
                  <a:moveTo>
                    <a:pt x="1466448" y="1515987"/>
                  </a:moveTo>
                  <a:lnTo>
                    <a:pt x="1460004" y="1600450"/>
                  </a:lnTo>
                  <a:lnTo>
                    <a:pt x="1500789" y="1496940"/>
                  </a:lnTo>
                  <a:close/>
                  <a:moveTo>
                    <a:pt x="1500789" y="1496940"/>
                  </a:moveTo>
                  <a:lnTo>
                    <a:pt x="1460004" y="1600450"/>
                  </a:lnTo>
                  <a:lnTo>
                    <a:pt x="1474423" y="1617592"/>
                  </a:lnTo>
                  <a:close/>
                  <a:moveTo>
                    <a:pt x="1430887" y="1535376"/>
                  </a:moveTo>
                  <a:lnTo>
                    <a:pt x="1460004" y="1600450"/>
                  </a:lnTo>
                  <a:lnTo>
                    <a:pt x="1466448" y="1515987"/>
                  </a:lnTo>
                  <a:close/>
                  <a:moveTo>
                    <a:pt x="1404058" y="1453161"/>
                  </a:moveTo>
                  <a:lnTo>
                    <a:pt x="1466448" y="1515987"/>
                  </a:lnTo>
                  <a:lnTo>
                    <a:pt x="1444769" y="1433520"/>
                  </a:lnTo>
                  <a:close/>
                  <a:moveTo>
                    <a:pt x="1404058" y="1453161"/>
                  </a:moveTo>
                  <a:lnTo>
                    <a:pt x="1430887" y="1535376"/>
                  </a:lnTo>
                  <a:lnTo>
                    <a:pt x="1466448" y="1515987"/>
                  </a:lnTo>
                  <a:close/>
                  <a:moveTo>
                    <a:pt x="1500789" y="1496940"/>
                  </a:moveTo>
                  <a:lnTo>
                    <a:pt x="1482133" y="1414725"/>
                  </a:lnTo>
                  <a:lnTo>
                    <a:pt x="1466448" y="1515987"/>
                  </a:lnTo>
                  <a:close/>
                  <a:moveTo>
                    <a:pt x="1482133" y="1414725"/>
                  </a:moveTo>
                  <a:lnTo>
                    <a:pt x="1444769" y="1433520"/>
                  </a:lnTo>
                  <a:lnTo>
                    <a:pt x="1466448" y="1515987"/>
                  </a:lnTo>
                  <a:close/>
                  <a:moveTo>
                    <a:pt x="683555" y="548795"/>
                  </a:moveTo>
                  <a:lnTo>
                    <a:pt x="792395" y="599414"/>
                  </a:lnTo>
                  <a:lnTo>
                    <a:pt x="765160" y="521463"/>
                  </a:lnTo>
                  <a:close/>
                  <a:moveTo>
                    <a:pt x="683555" y="548795"/>
                  </a:moveTo>
                  <a:lnTo>
                    <a:pt x="690776" y="631010"/>
                  </a:lnTo>
                  <a:lnTo>
                    <a:pt x="792395" y="599414"/>
                  </a:lnTo>
                  <a:close/>
                  <a:moveTo>
                    <a:pt x="834531" y="592573"/>
                  </a:moveTo>
                  <a:lnTo>
                    <a:pt x="860488" y="537045"/>
                  </a:lnTo>
                  <a:lnTo>
                    <a:pt x="792395" y="599414"/>
                  </a:lnTo>
                  <a:close/>
                  <a:moveTo>
                    <a:pt x="792395" y="599414"/>
                  </a:moveTo>
                  <a:lnTo>
                    <a:pt x="843312" y="518519"/>
                  </a:lnTo>
                  <a:lnTo>
                    <a:pt x="765160" y="521463"/>
                  </a:lnTo>
                  <a:close/>
                  <a:moveTo>
                    <a:pt x="718080" y="498467"/>
                  </a:moveTo>
                  <a:lnTo>
                    <a:pt x="683555" y="548795"/>
                  </a:lnTo>
                  <a:lnTo>
                    <a:pt x="765160" y="521463"/>
                  </a:lnTo>
                  <a:close/>
                  <a:moveTo>
                    <a:pt x="1609278" y="1091207"/>
                  </a:moveTo>
                  <a:lnTo>
                    <a:pt x="1665070" y="1175419"/>
                  </a:lnTo>
                  <a:lnTo>
                    <a:pt x="1666478" y="1169502"/>
                  </a:lnTo>
                  <a:close/>
                  <a:moveTo>
                    <a:pt x="1665070" y="1175419"/>
                  </a:moveTo>
                  <a:lnTo>
                    <a:pt x="1682338" y="1173421"/>
                  </a:lnTo>
                  <a:lnTo>
                    <a:pt x="1666478" y="1169502"/>
                  </a:lnTo>
                  <a:close/>
                  <a:moveTo>
                    <a:pt x="1287037" y="312834"/>
                  </a:moveTo>
                  <a:lnTo>
                    <a:pt x="1350022" y="356613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09915" y="438828"/>
                  </a:lnTo>
                  <a:lnTo>
                    <a:pt x="1455323" y="318176"/>
                  </a:lnTo>
                  <a:close/>
                  <a:moveTo>
                    <a:pt x="1339605" y="274397"/>
                  </a:moveTo>
                  <a:lnTo>
                    <a:pt x="1451554" y="277644"/>
                  </a:lnTo>
                  <a:lnTo>
                    <a:pt x="1436873" y="238832"/>
                  </a:lnTo>
                  <a:close/>
                  <a:moveTo>
                    <a:pt x="1455323" y="318176"/>
                  </a:moveTo>
                  <a:lnTo>
                    <a:pt x="1451554" y="277644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55323" y="318176"/>
                  </a:lnTo>
                  <a:lnTo>
                    <a:pt x="1339605" y="274397"/>
                  </a:lnTo>
                  <a:close/>
                  <a:moveTo>
                    <a:pt x="1297576" y="191394"/>
                  </a:moveTo>
                  <a:lnTo>
                    <a:pt x="1297333" y="194899"/>
                  </a:lnTo>
                  <a:lnTo>
                    <a:pt x="1407203" y="153746"/>
                  </a:lnTo>
                  <a:close/>
                  <a:moveTo>
                    <a:pt x="1297333" y="194899"/>
                  </a:moveTo>
                  <a:lnTo>
                    <a:pt x="1339605" y="274397"/>
                  </a:lnTo>
                  <a:lnTo>
                    <a:pt x="1407203" y="153746"/>
                  </a:lnTo>
                  <a:close/>
                  <a:moveTo>
                    <a:pt x="1407203" y="153746"/>
                  </a:moveTo>
                  <a:lnTo>
                    <a:pt x="1339605" y="274397"/>
                  </a:lnTo>
                  <a:lnTo>
                    <a:pt x="1431262" y="201777"/>
                  </a:lnTo>
                  <a:close/>
                  <a:moveTo>
                    <a:pt x="1431262" y="201777"/>
                  </a:moveTo>
                  <a:lnTo>
                    <a:pt x="1339605" y="274397"/>
                  </a:lnTo>
                  <a:lnTo>
                    <a:pt x="1436873" y="238832"/>
                  </a:lnTo>
                  <a:close/>
                  <a:moveTo>
                    <a:pt x="1436873" y="238832"/>
                  </a:moveTo>
                  <a:lnTo>
                    <a:pt x="1459139" y="235961"/>
                  </a:lnTo>
                  <a:lnTo>
                    <a:pt x="1431262" y="201777"/>
                  </a:lnTo>
                  <a:close/>
                  <a:moveTo>
                    <a:pt x="1436873" y="238832"/>
                  </a:moveTo>
                  <a:lnTo>
                    <a:pt x="1451554" y="277644"/>
                  </a:lnTo>
                  <a:lnTo>
                    <a:pt x="1459139" y="235961"/>
                  </a:lnTo>
                  <a:close/>
                  <a:moveTo>
                    <a:pt x="1465355" y="329242"/>
                  </a:moveTo>
                  <a:lnTo>
                    <a:pt x="1478029" y="305466"/>
                  </a:lnTo>
                  <a:lnTo>
                    <a:pt x="1455323" y="318176"/>
                  </a:lnTo>
                  <a:close/>
                  <a:moveTo>
                    <a:pt x="1451554" y="277644"/>
                  </a:moveTo>
                  <a:lnTo>
                    <a:pt x="1455323" y="318176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59139" y="235961"/>
                  </a:lnTo>
                  <a:lnTo>
                    <a:pt x="1581697" y="270368"/>
                  </a:lnTo>
                  <a:close/>
                  <a:moveTo>
                    <a:pt x="1459139" y="235961"/>
                  </a:moveTo>
                  <a:lnTo>
                    <a:pt x="1451554" y="277644"/>
                  </a:lnTo>
                  <a:lnTo>
                    <a:pt x="1581697" y="270368"/>
                  </a:lnTo>
                  <a:close/>
                  <a:moveTo>
                    <a:pt x="1581697" y="270368"/>
                  </a:moveTo>
                  <a:lnTo>
                    <a:pt x="1451554" y="277644"/>
                  </a:lnTo>
                  <a:lnTo>
                    <a:pt x="1567760" y="279740"/>
                  </a:lnTo>
                  <a:close/>
                  <a:moveTo>
                    <a:pt x="1567760" y="279740"/>
                  </a:moveTo>
                  <a:lnTo>
                    <a:pt x="1451554" y="277644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31262" y="201777"/>
                  </a:lnTo>
                  <a:lnTo>
                    <a:pt x="1459139" y="235961"/>
                  </a:lnTo>
                  <a:close/>
                  <a:moveTo>
                    <a:pt x="1426104" y="147496"/>
                  </a:moveTo>
                  <a:lnTo>
                    <a:pt x="1431262" y="201777"/>
                  </a:lnTo>
                  <a:lnTo>
                    <a:pt x="1534201" y="220298"/>
                  </a:lnTo>
                  <a:close/>
                  <a:moveTo>
                    <a:pt x="1534201" y="220298"/>
                  </a:moveTo>
                  <a:lnTo>
                    <a:pt x="1606672" y="197524"/>
                  </a:lnTo>
                  <a:lnTo>
                    <a:pt x="1622528" y="144372"/>
                  </a:lnTo>
                  <a:close/>
                  <a:moveTo>
                    <a:pt x="1534201" y="220298"/>
                  </a:moveTo>
                  <a:lnTo>
                    <a:pt x="1581697" y="270368"/>
                  </a:lnTo>
                  <a:lnTo>
                    <a:pt x="1606672" y="197524"/>
                  </a:lnTo>
                  <a:close/>
                  <a:moveTo>
                    <a:pt x="1407203" y="153746"/>
                  </a:moveTo>
                  <a:lnTo>
                    <a:pt x="1431262" y="201777"/>
                  </a:lnTo>
                  <a:lnTo>
                    <a:pt x="1426104" y="147496"/>
                  </a:lnTo>
                  <a:close/>
                  <a:moveTo>
                    <a:pt x="1381930" y="71531"/>
                  </a:moveTo>
                  <a:lnTo>
                    <a:pt x="1426104" y="147496"/>
                  </a:lnTo>
                  <a:lnTo>
                    <a:pt x="1401292" y="67575"/>
                  </a:lnTo>
                  <a:close/>
                  <a:moveTo>
                    <a:pt x="1381930" y="71531"/>
                  </a:moveTo>
                  <a:lnTo>
                    <a:pt x="1407203" y="153746"/>
                  </a:lnTo>
                  <a:lnTo>
                    <a:pt x="1426104" y="147496"/>
                  </a:lnTo>
                  <a:close/>
                  <a:moveTo>
                    <a:pt x="1673045" y="168013"/>
                  </a:moveTo>
                  <a:lnTo>
                    <a:pt x="1606672" y="197524"/>
                  </a:lnTo>
                  <a:lnTo>
                    <a:pt x="1693661" y="195121"/>
                  </a:lnTo>
                  <a:close/>
                  <a:moveTo>
                    <a:pt x="1693661" y="195121"/>
                  </a:moveTo>
                  <a:lnTo>
                    <a:pt x="1606672" y="197524"/>
                  </a:lnTo>
                  <a:lnTo>
                    <a:pt x="1581697" y="270368"/>
                  </a:lnTo>
                  <a:close/>
                  <a:moveTo>
                    <a:pt x="1622528" y="144372"/>
                  </a:moveTo>
                  <a:lnTo>
                    <a:pt x="1606672" y="197524"/>
                  </a:lnTo>
                  <a:lnTo>
                    <a:pt x="1673045" y="168013"/>
                  </a:lnTo>
                  <a:close/>
                  <a:moveTo>
                    <a:pt x="1622528" y="144372"/>
                  </a:moveTo>
                  <a:lnTo>
                    <a:pt x="1673045" y="168013"/>
                  </a:lnTo>
                  <a:lnTo>
                    <a:pt x="1637471" y="115310"/>
                  </a:lnTo>
                  <a:close/>
                  <a:moveTo>
                    <a:pt x="1637471" y="115310"/>
                  </a:moveTo>
                  <a:lnTo>
                    <a:pt x="1673045" y="168013"/>
                  </a:lnTo>
                  <a:lnTo>
                    <a:pt x="1693543" y="159088"/>
                  </a:lnTo>
                  <a:close/>
                  <a:moveTo>
                    <a:pt x="1637471" y="115310"/>
                  </a:moveTo>
                  <a:lnTo>
                    <a:pt x="1693543" y="159088"/>
                  </a:lnTo>
                  <a:lnTo>
                    <a:pt x="1703449" y="76873"/>
                  </a:lnTo>
                  <a:close/>
                  <a:moveTo>
                    <a:pt x="1673045" y="168013"/>
                  </a:moveTo>
                  <a:lnTo>
                    <a:pt x="1693661" y="195121"/>
                  </a:lnTo>
                  <a:lnTo>
                    <a:pt x="1693543" y="159088"/>
                  </a:lnTo>
                  <a:close/>
                  <a:moveTo>
                    <a:pt x="1703449" y="76873"/>
                  </a:moveTo>
                  <a:lnTo>
                    <a:pt x="1786845" y="136088"/>
                  </a:lnTo>
                  <a:lnTo>
                    <a:pt x="1758053" y="59403"/>
                  </a:lnTo>
                  <a:close/>
                  <a:moveTo>
                    <a:pt x="1703449" y="76873"/>
                  </a:moveTo>
                  <a:lnTo>
                    <a:pt x="1693543" y="159088"/>
                  </a:lnTo>
                  <a:lnTo>
                    <a:pt x="1786845" y="136088"/>
                  </a:lnTo>
                  <a:close/>
                  <a:moveTo>
                    <a:pt x="1786845" y="136088"/>
                  </a:moveTo>
                  <a:lnTo>
                    <a:pt x="1842449" y="51383"/>
                  </a:lnTo>
                  <a:lnTo>
                    <a:pt x="1758053" y="59403"/>
                  </a:lnTo>
                  <a:close/>
                  <a:moveTo>
                    <a:pt x="1728437" y="46485"/>
                  </a:moveTo>
                  <a:lnTo>
                    <a:pt x="1703449" y="76873"/>
                  </a:lnTo>
                  <a:lnTo>
                    <a:pt x="1758053" y="59403"/>
                  </a:lnTo>
                  <a:close/>
                  <a:moveTo>
                    <a:pt x="1995520" y="82215"/>
                  </a:moveTo>
                  <a:lnTo>
                    <a:pt x="1980449" y="99874"/>
                  </a:lnTo>
                  <a:lnTo>
                    <a:pt x="1944894" y="146722"/>
                  </a:lnTo>
                  <a:close/>
                  <a:moveTo>
                    <a:pt x="1984427" y="15874"/>
                  </a:moveTo>
                  <a:lnTo>
                    <a:pt x="1980449" y="99874"/>
                  </a:lnTo>
                  <a:lnTo>
                    <a:pt x="1995520" y="82215"/>
                  </a:lnTo>
                  <a:close/>
                  <a:moveTo>
                    <a:pt x="1985624" y="0"/>
                  </a:moveTo>
                  <a:lnTo>
                    <a:pt x="1980449" y="99874"/>
                  </a:lnTo>
                  <a:lnTo>
                    <a:pt x="1984427" y="15874"/>
                  </a:lnTo>
                  <a:close/>
                  <a:moveTo>
                    <a:pt x="1985624" y="0"/>
                  </a:moveTo>
                  <a:lnTo>
                    <a:pt x="1976923" y="2650"/>
                  </a:lnTo>
                  <a:lnTo>
                    <a:pt x="1949024" y="98710"/>
                  </a:lnTo>
                  <a:close/>
                  <a:moveTo>
                    <a:pt x="2014957" y="71821"/>
                  </a:moveTo>
                  <a:lnTo>
                    <a:pt x="1995520" y="82215"/>
                  </a:lnTo>
                  <a:lnTo>
                    <a:pt x="2063499" y="96307"/>
                  </a:lnTo>
                  <a:close/>
                  <a:moveTo>
                    <a:pt x="1984427" y="15874"/>
                  </a:moveTo>
                  <a:lnTo>
                    <a:pt x="1995520" y="82215"/>
                  </a:lnTo>
                  <a:lnTo>
                    <a:pt x="2014957" y="71821"/>
                  </a:lnTo>
                  <a:close/>
                  <a:moveTo>
                    <a:pt x="1985624" y="0"/>
                  </a:moveTo>
                  <a:lnTo>
                    <a:pt x="1984427" y="15874"/>
                  </a:lnTo>
                  <a:lnTo>
                    <a:pt x="2119221" y="25984"/>
                  </a:lnTo>
                  <a:close/>
                  <a:moveTo>
                    <a:pt x="2119221" y="25984"/>
                  </a:moveTo>
                  <a:lnTo>
                    <a:pt x="1984427" y="15874"/>
                  </a:lnTo>
                  <a:lnTo>
                    <a:pt x="2096837" y="43779"/>
                  </a:lnTo>
                  <a:close/>
                  <a:moveTo>
                    <a:pt x="2096837" y="43779"/>
                  </a:moveTo>
                  <a:lnTo>
                    <a:pt x="1984427" y="15874"/>
                  </a:lnTo>
                  <a:lnTo>
                    <a:pt x="2014957" y="7182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45" name="Candidate_density__2044">
              <a:extLst>
                <a:ext uri="{FF2B5EF4-FFF2-40B4-BE49-F238E27FC236}">
                  <a16:creationId xmlns:a16="http://schemas.microsoft.com/office/drawing/2014/main" id="{A867E632-2E1E-8A3A-903D-1C8C579359E6}"/>
                </a:ext>
              </a:extLst>
            </p:cNvPr>
            <p:cNvSpPr>
              <a:spLocks noGrp="1"/>
            </p:cNvSpPr>
            <p:nvPr/>
          </p:nvSpPr>
          <p:spPr>
            <a:xfrm>
              <a:off x="4677152" y="2165924"/>
              <a:ext cx="1955093" cy="3370459"/>
            </a:xfrm>
            <a:custGeom>
              <a:avLst/>
              <a:gdLst/>
              <a:ahLst/>
              <a:cxnLst/>
              <a:rect l="0" t="0" r="0" b="0"/>
              <a:pathLst>
                <a:path w="1955093" h="3370459">
                  <a:moveTo>
                    <a:pt x="489406" y="3206029"/>
                  </a:moveTo>
                  <a:lnTo>
                    <a:pt x="451636" y="3266497"/>
                  </a:lnTo>
                  <a:lnTo>
                    <a:pt x="493846" y="3209109"/>
                  </a:lnTo>
                  <a:close/>
                  <a:moveTo>
                    <a:pt x="493846" y="3209109"/>
                  </a:moveTo>
                  <a:lnTo>
                    <a:pt x="564259" y="3208707"/>
                  </a:lnTo>
                  <a:lnTo>
                    <a:pt x="527850" y="3206029"/>
                  </a:lnTo>
                  <a:close/>
                  <a:moveTo>
                    <a:pt x="0" y="2712738"/>
                  </a:moveTo>
                  <a:lnTo>
                    <a:pt x="37051" y="2733804"/>
                  </a:lnTo>
                  <a:lnTo>
                    <a:pt x="76505" y="2763373"/>
                  </a:lnTo>
                  <a:close/>
                  <a:moveTo>
                    <a:pt x="153239" y="2771613"/>
                  </a:moveTo>
                  <a:lnTo>
                    <a:pt x="76505" y="2763373"/>
                  </a:lnTo>
                  <a:lnTo>
                    <a:pt x="37051" y="2733804"/>
                  </a:lnTo>
                  <a:close/>
                  <a:moveTo>
                    <a:pt x="743212" y="3370459"/>
                  </a:moveTo>
                  <a:lnTo>
                    <a:pt x="752847" y="3332023"/>
                  </a:lnTo>
                  <a:lnTo>
                    <a:pt x="674743" y="3328141"/>
                  </a:lnTo>
                  <a:close/>
                  <a:moveTo>
                    <a:pt x="752847" y="3332023"/>
                  </a:moveTo>
                  <a:lnTo>
                    <a:pt x="731462" y="3324999"/>
                  </a:lnTo>
                  <a:lnTo>
                    <a:pt x="674743" y="3328141"/>
                  </a:lnTo>
                  <a:close/>
                  <a:moveTo>
                    <a:pt x="493846" y="3209109"/>
                  </a:moveTo>
                  <a:lnTo>
                    <a:pt x="457474" y="3174337"/>
                  </a:lnTo>
                  <a:lnTo>
                    <a:pt x="489406" y="3206029"/>
                  </a:lnTo>
                  <a:close/>
                  <a:moveTo>
                    <a:pt x="557453" y="3231723"/>
                  </a:moveTo>
                  <a:lnTo>
                    <a:pt x="527850" y="3206029"/>
                  </a:lnTo>
                  <a:lnTo>
                    <a:pt x="620334" y="3263211"/>
                  </a:lnTo>
                  <a:close/>
                  <a:moveTo>
                    <a:pt x="493846" y="3209109"/>
                  </a:moveTo>
                  <a:lnTo>
                    <a:pt x="527850" y="3206029"/>
                  </a:lnTo>
                  <a:lnTo>
                    <a:pt x="557453" y="3231723"/>
                  </a:lnTo>
                  <a:close/>
                  <a:moveTo>
                    <a:pt x="397976" y="2838733"/>
                  </a:moveTo>
                  <a:lnTo>
                    <a:pt x="369369" y="2807167"/>
                  </a:lnTo>
                  <a:lnTo>
                    <a:pt x="422389" y="2863084"/>
                  </a:lnTo>
                  <a:close/>
                  <a:moveTo>
                    <a:pt x="55764" y="2518406"/>
                  </a:moveTo>
                  <a:lnTo>
                    <a:pt x="13041" y="2453048"/>
                  </a:lnTo>
                  <a:lnTo>
                    <a:pt x="18154" y="2509872"/>
                  </a:lnTo>
                  <a:close/>
                  <a:moveTo>
                    <a:pt x="807010" y="3293586"/>
                  </a:moveTo>
                  <a:lnTo>
                    <a:pt x="752847" y="3332023"/>
                  </a:lnTo>
                  <a:lnTo>
                    <a:pt x="813424" y="3352784"/>
                  </a:lnTo>
                  <a:close/>
                  <a:moveTo>
                    <a:pt x="752847" y="3332023"/>
                  </a:moveTo>
                  <a:lnTo>
                    <a:pt x="807010" y="3293586"/>
                  </a:lnTo>
                  <a:lnTo>
                    <a:pt x="731462" y="3324999"/>
                  </a:lnTo>
                  <a:close/>
                  <a:moveTo>
                    <a:pt x="543294" y="2900130"/>
                  </a:moveTo>
                  <a:lnTo>
                    <a:pt x="510378" y="2840515"/>
                  </a:lnTo>
                  <a:lnTo>
                    <a:pt x="466040" y="2889946"/>
                  </a:lnTo>
                  <a:close/>
                  <a:moveTo>
                    <a:pt x="151069" y="2389220"/>
                  </a:moveTo>
                  <a:lnTo>
                    <a:pt x="97745" y="2427657"/>
                  </a:lnTo>
                  <a:lnTo>
                    <a:pt x="132067" y="2471436"/>
                  </a:lnTo>
                  <a:close/>
                  <a:moveTo>
                    <a:pt x="175448" y="2389220"/>
                  </a:moveTo>
                  <a:lnTo>
                    <a:pt x="159873" y="2494359"/>
                  </a:lnTo>
                  <a:lnTo>
                    <a:pt x="205446" y="2472944"/>
                  </a:lnTo>
                  <a:close/>
                  <a:moveTo>
                    <a:pt x="467152" y="2626508"/>
                  </a:moveTo>
                  <a:lnTo>
                    <a:pt x="514015" y="2638912"/>
                  </a:lnTo>
                  <a:lnTo>
                    <a:pt x="407104" y="2614734"/>
                  </a:lnTo>
                  <a:close/>
                  <a:moveTo>
                    <a:pt x="480971" y="2635866"/>
                  </a:moveTo>
                  <a:lnTo>
                    <a:pt x="539015" y="2668926"/>
                  </a:lnTo>
                  <a:lnTo>
                    <a:pt x="514015" y="2638912"/>
                  </a:lnTo>
                  <a:close/>
                  <a:moveTo>
                    <a:pt x="514015" y="2638912"/>
                  </a:moveTo>
                  <a:lnTo>
                    <a:pt x="539015" y="2668926"/>
                  </a:lnTo>
                  <a:lnTo>
                    <a:pt x="588172" y="2637515"/>
                  </a:lnTo>
                  <a:close/>
                  <a:moveTo>
                    <a:pt x="480971" y="2635866"/>
                  </a:moveTo>
                  <a:lnTo>
                    <a:pt x="514015" y="2638912"/>
                  </a:lnTo>
                  <a:lnTo>
                    <a:pt x="467152" y="2626508"/>
                  </a:lnTo>
                  <a:close/>
                  <a:moveTo>
                    <a:pt x="956199" y="3171935"/>
                  </a:moveTo>
                  <a:lnTo>
                    <a:pt x="955514" y="3174974"/>
                  </a:lnTo>
                  <a:lnTo>
                    <a:pt x="955529" y="3172935"/>
                  </a:lnTo>
                  <a:close/>
                  <a:moveTo>
                    <a:pt x="956199" y="3171935"/>
                  </a:moveTo>
                  <a:lnTo>
                    <a:pt x="955529" y="3172935"/>
                  </a:lnTo>
                  <a:lnTo>
                    <a:pt x="954584" y="3171497"/>
                  </a:lnTo>
                  <a:close/>
                  <a:moveTo>
                    <a:pt x="1027620" y="2974278"/>
                  </a:moveTo>
                  <a:lnTo>
                    <a:pt x="1016962" y="3090720"/>
                  </a:lnTo>
                  <a:lnTo>
                    <a:pt x="1121512" y="3023092"/>
                  </a:lnTo>
                  <a:close/>
                  <a:moveTo>
                    <a:pt x="594168" y="2483746"/>
                  </a:moveTo>
                  <a:lnTo>
                    <a:pt x="521707" y="2582156"/>
                  </a:lnTo>
                  <a:lnTo>
                    <a:pt x="600689" y="2578537"/>
                  </a:lnTo>
                  <a:close/>
                  <a:moveTo>
                    <a:pt x="459001" y="2432999"/>
                  </a:moveTo>
                  <a:lnTo>
                    <a:pt x="599622" y="2465122"/>
                  </a:lnTo>
                  <a:lnTo>
                    <a:pt x="548964" y="2476778"/>
                  </a:lnTo>
                  <a:close/>
                  <a:moveTo>
                    <a:pt x="548964" y="2476778"/>
                  </a:moveTo>
                  <a:lnTo>
                    <a:pt x="594168" y="2483746"/>
                  </a:lnTo>
                  <a:lnTo>
                    <a:pt x="459001" y="2432999"/>
                  </a:lnTo>
                  <a:close/>
                  <a:moveTo>
                    <a:pt x="284416" y="2253517"/>
                  </a:moveTo>
                  <a:lnTo>
                    <a:pt x="322246" y="2322853"/>
                  </a:lnTo>
                  <a:lnTo>
                    <a:pt x="367289" y="2246734"/>
                  </a:lnTo>
                  <a:close/>
                  <a:moveTo>
                    <a:pt x="284416" y="2253517"/>
                  </a:moveTo>
                  <a:lnTo>
                    <a:pt x="367289" y="2246734"/>
                  </a:lnTo>
                  <a:lnTo>
                    <a:pt x="306582" y="2205468"/>
                  </a:lnTo>
                  <a:close/>
                  <a:moveTo>
                    <a:pt x="367289" y="2246734"/>
                  </a:moveTo>
                  <a:lnTo>
                    <a:pt x="420414" y="2264136"/>
                  </a:lnTo>
                  <a:lnTo>
                    <a:pt x="377810" y="2193118"/>
                  </a:lnTo>
                  <a:close/>
                  <a:moveTo>
                    <a:pt x="1140567" y="2931632"/>
                  </a:moveTo>
                  <a:lnTo>
                    <a:pt x="1121512" y="3023092"/>
                  </a:lnTo>
                  <a:lnTo>
                    <a:pt x="1169541" y="2987465"/>
                  </a:lnTo>
                  <a:close/>
                  <a:moveTo>
                    <a:pt x="639785" y="2400080"/>
                  </a:moveTo>
                  <a:lnTo>
                    <a:pt x="692288" y="2364476"/>
                  </a:lnTo>
                  <a:lnTo>
                    <a:pt x="680761" y="2356126"/>
                  </a:lnTo>
                  <a:close/>
                  <a:moveTo>
                    <a:pt x="669685" y="2448421"/>
                  </a:moveTo>
                  <a:lnTo>
                    <a:pt x="692288" y="2364476"/>
                  </a:lnTo>
                  <a:lnTo>
                    <a:pt x="639785" y="2400080"/>
                  </a:lnTo>
                  <a:close/>
                  <a:moveTo>
                    <a:pt x="599622" y="2465122"/>
                  </a:moveTo>
                  <a:lnTo>
                    <a:pt x="669685" y="2448421"/>
                  </a:lnTo>
                  <a:lnTo>
                    <a:pt x="639785" y="2400080"/>
                  </a:lnTo>
                  <a:close/>
                  <a:moveTo>
                    <a:pt x="692288" y="2364476"/>
                  </a:moveTo>
                  <a:lnTo>
                    <a:pt x="610090" y="2289058"/>
                  </a:lnTo>
                  <a:lnTo>
                    <a:pt x="680761" y="2356126"/>
                  </a:lnTo>
                  <a:close/>
                  <a:moveTo>
                    <a:pt x="444069" y="2144813"/>
                  </a:moveTo>
                  <a:lnTo>
                    <a:pt x="381405" y="2135166"/>
                  </a:lnTo>
                  <a:lnTo>
                    <a:pt x="377810" y="2193118"/>
                  </a:lnTo>
                  <a:close/>
                  <a:moveTo>
                    <a:pt x="1271467" y="2874692"/>
                  </a:moveTo>
                  <a:lnTo>
                    <a:pt x="1189731" y="2810980"/>
                  </a:lnTo>
                  <a:lnTo>
                    <a:pt x="1250601" y="2914183"/>
                  </a:lnTo>
                  <a:close/>
                  <a:moveTo>
                    <a:pt x="1185578" y="2832222"/>
                  </a:moveTo>
                  <a:lnTo>
                    <a:pt x="1246634" y="2893195"/>
                  </a:lnTo>
                  <a:lnTo>
                    <a:pt x="1250601" y="2914183"/>
                  </a:lnTo>
                  <a:close/>
                  <a:moveTo>
                    <a:pt x="662226" y="2328324"/>
                  </a:moveTo>
                  <a:lnTo>
                    <a:pt x="680761" y="2356126"/>
                  </a:lnTo>
                  <a:lnTo>
                    <a:pt x="610090" y="2289058"/>
                  </a:lnTo>
                  <a:close/>
                  <a:moveTo>
                    <a:pt x="493571" y="1916869"/>
                  </a:moveTo>
                  <a:lnTo>
                    <a:pt x="443791" y="1945954"/>
                  </a:lnTo>
                  <a:lnTo>
                    <a:pt x="575227" y="1943509"/>
                  </a:lnTo>
                  <a:close/>
                  <a:moveTo>
                    <a:pt x="233232" y="1716023"/>
                  </a:moveTo>
                  <a:lnTo>
                    <a:pt x="176418" y="1680171"/>
                  </a:lnTo>
                  <a:lnTo>
                    <a:pt x="205543" y="1698405"/>
                  </a:lnTo>
                  <a:close/>
                  <a:moveTo>
                    <a:pt x="935230" y="2279253"/>
                  </a:moveTo>
                  <a:lnTo>
                    <a:pt x="890448" y="2349549"/>
                  </a:lnTo>
                  <a:lnTo>
                    <a:pt x="938509" y="2285486"/>
                  </a:lnTo>
                  <a:close/>
                  <a:moveTo>
                    <a:pt x="1004491" y="2361468"/>
                  </a:moveTo>
                  <a:lnTo>
                    <a:pt x="1024475" y="2376282"/>
                  </a:lnTo>
                  <a:lnTo>
                    <a:pt x="938509" y="2285486"/>
                  </a:lnTo>
                  <a:close/>
                  <a:moveTo>
                    <a:pt x="599269" y="1879045"/>
                  </a:moveTo>
                  <a:lnTo>
                    <a:pt x="493571" y="1916869"/>
                  </a:lnTo>
                  <a:lnTo>
                    <a:pt x="575227" y="1943509"/>
                  </a:lnTo>
                  <a:close/>
                  <a:moveTo>
                    <a:pt x="498926" y="1900032"/>
                  </a:moveTo>
                  <a:lnTo>
                    <a:pt x="493571" y="1916869"/>
                  </a:lnTo>
                  <a:lnTo>
                    <a:pt x="599269" y="1879045"/>
                  </a:lnTo>
                  <a:close/>
                  <a:moveTo>
                    <a:pt x="827704" y="2014701"/>
                  </a:moveTo>
                  <a:lnTo>
                    <a:pt x="946925" y="2066852"/>
                  </a:lnTo>
                  <a:lnTo>
                    <a:pt x="860316" y="2021687"/>
                  </a:lnTo>
                  <a:close/>
                  <a:moveTo>
                    <a:pt x="881183" y="2031815"/>
                  </a:moveTo>
                  <a:lnTo>
                    <a:pt x="946925" y="2066852"/>
                  </a:lnTo>
                  <a:lnTo>
                    <a:pt x="827704" y="2014701"/>
                  </a:lnTo>
                  <a:close/>
                  <a:moveTo>
                    <a:pt x="364912" y="1418666"/>
                  </a:moveTo>
                  <a:lnTo>
                    <a:pt x="325118" y="1457103"/>
                  </a:lnTo>
                  <a:lnTo>
                    <a:pt x="394935" y="1500881"/>
                  </a:lnTo>
                  <a:close/>
                  <a:moveTo>
                    <a:pt x="946925" y="2066852"/>
                  </a:moveTo>
                  <a:lnTo>
                    <a:pt x="980320" y="2076386"/>
                  </a:lnTo>
                  <a:lnTo>
                    <a:pt x="991927" y="2019900"/>
                  </a:lnTo>
                  <a:close/>
                  <a:moveTo>
                    <a:pt x="1038650" y="1964389"/>
                  </a:moveTo>
                  <a:lnTo>
                    <a:pt x="980320" y="2076386"/>
                  </a:lnTo>
                  <a:lnTo>
                    <a:pt x="1030913" y="2070772"/>
                  </a:lnTo>
                  <a:close/>
                  <a:moveTo>
                    <a:pt x="1038650" y="1964389"/>
                  </a:moveTo>
                  <a:lnTo>
                    <a:pt x="1030913" y="2070772"/>
                  </a:lnTo>
                  <a:lnTo>
                    <a:pt x="1052991" y="2076386"/>
                  </a:lnTo>
                  <a:close/>
                  <a:moveTo>
                    <a:pt x="1038650" y="1964389"/>
                  </a:moveTo>
                  <a:lnTo>
                    <a:pt x="1014495" y="1883935"/>
                  </a:lnTo>
                  <a:lnTo>
                    <a:pt x="1033154" y="1955735"/>
                  </a:lnTo>
                  <a:close/>
                  <a:moveTo>
                    <a:pt x="1014495" y="1883935"/>
                  </a:moveTo>
                  <a:lnTo>
                    <a:pt x="1008672" y="1873520"/>
                  </a:lnTo>
                  <a:lnTo>
                    <a:pt x="1033154" y="1955735"/>
                  </a:lnTo>
                  <a:close/>
                  <a:moveTo>
                    <a:pt x="1474358" y="2430341"/>
                  </a:moveTo>
                  <a:lnTo>
                    <a:pt x="1475593" y="2366810"/>
                  </a:lnTo>
                  <a:lnTo>
                    <a:pt x="1471667" y="2355184"/>
                  </a:lnTo>
                  <a:close/>
                  <a:moveTo>
                    <a:pt x="1471667" y="2355184"/>
                  </a:moveTo>
                  <a:lnTo>
                    <a:pt x="1475593" y="2366810"/>
                  </a:lnTo>
                  <a:lnTo>
                    <a:pt x="1471695" y="2255069"/>
                  </a:lnTo>
                  <a:close/>
                  <a:moveTo>
                    <a:pt x="1274676" y="2193965"/>
                  </a:moveTo>
                  <a:lnTo>
                    <a:pt x="1346957" y="2095702"/>
                  </a:lnTo>
                  <a:lnTo>
                    <a:pt x="1273528" y="2094807"/>
                  </a:lnTo>
                  <a:close/>
                  <a:moveTo>
                    <a:pt x="1321762" y="2016093"/>
                  </a:moveTo>
                  <a:lnTo>
                    <a:pt x="1279904" y="2045422"/>
                  </a:lnTo>
                  <a:lnTo>
                    <a:pt x="1273528" y="2094807"/>
                  </a:lnTo>
                  <a:close/>
                  <a:moveTo>
                    <a:pt x="1008672" y="1873520"/>
                  </a:moveTo>
                  <a:lnTo>
                    <a:pt x="1047193" y="1835084"/>
                  </a:lnTo>
                  <a:lnTo>
                    <a:pt x="1033154" y="1955735"/>
                  </a:lnTo>
                  <a:close/>
                  <a:moveTo>
                    <a:pt x="1647853" y="2004855"/>
                  </a:moveTo>
                  <a:lnTo>
                    <a:pt x="1688497" y="2028051"/>
                  </a:lnTo>
                  <a:lnTo>
                    <a:pt x="1703579" y="1987551"/>
                  </a:lnTo>
                  <a:close/>
                  <a:moveTo>
                    <a:pt x="1703579" y="1987551"/>
                  </a:moveTo>
                  <a:lnTo>
                    <a:pt x="1688497" y="2028051"/>
                  </a:lnTo>
                  <a:lnTo>
                    <a:pt x="1723511" y="2004855"/>
                  </a:lnTo>
                  <a:close/>
                  <a:moveTo>
                    <a:pt x="1110061" y="1166188"/>
                  </a:moveTo>
                  <a:lnTo>
                    <a:pt x="1045945" y="1157721"/>
                  </a:lnTo>
                  <a:lnTo>
                    <a:pt x="1116601" y="1260964"/>
                  </a:lnTo>
                  <a:close/>
                  <a:moveTo>
                    <a:pt x="998475" y="1120121"/>
                  </a:moveTo>
                  <a:lnTo>
                    <a:pt x="1034252" y="1144268"/>
                  </a:lnTo>
                  <a:lnTo>
                    <a:pt x="1045945" y="1157721"/>
                  </a:lnTo>
                  <a:close/>
                  <a:moveTo>
                    <a:pt x="958469" y="1033997"/>
                  </a:moveTo>
                  <a:lnTo>
                    <a:pt x="925951" y="994498"/>
                  </a:lnTo>
                  <a:lnTo>
                    <a:pt x="985580" y="1071905"/>
                  </a:lnTo>
                  <a:close/>
                  <a:moveTo>
                    <a:pt x="1026726" y="1010541"/>
                  </a:moveTo>
                  <a:lnTo>
                    <a:pt x="958469" y="1033997"/>
                  </a:lnTo>
                  <a:lnTo>
                    <a:pt x="985580" y="1071905"/>
                  </a:lnTo>
                  <a:close/>
                  <a:moveTo>
                    <a:pt x="123784" y="21394"/>
                  </a:moveTo>
                  <a:lnTo>
                    <a:pt x="161807" y="90575"/>
                  </a:lnTo>
                  <a:lnTo>
                    <a:pt x="166626" y="113908"/>
                  </a:lnTo>
                  <a:close/>
                  <a:moveTo>
                    <a:pt x="75569" y="0"/>
                  </a:moveTo>
                  <a:lnTo>
                    <a:pt x="161807" y="90575"/>
                  </a:lnTo>
                  <a:lnTo>
                    <a:pt x="123784" y="21394"/>
                  </a:lnTo>
                  <a:close/>
                  <a:moveTo>
                    <a:pt x="1955093" y="2252291"/>
                  </a:moveTo>
                  <a:lnTo>
                    <a:pt x="1862488" y="2219230"/>
                  </a:lnTo>
                  <a:lnTo>
                    <a:pt x="1901668" y="2247968"/>
                  </a:lnTo>
                  <a:close/>
                  <a:moveTo>
                    <a:pt x="1482490" y="1545647"/>
                  </a:moveTo>
                  <a:lnTo>
                    <a:pt x="1483409" y="1603371"/>
                  </a:lnTo>
                  <a:lnTo>
                    <a:pt x="1486244" y="1555344"/>
                  </a:lnTo>
                  <a:close/>
                  <a:moveTo>
                    <a:pt x="1486244" y="1555344"/>
                  </a:moveTo>
                  <a:lnTo>
                    <a:pt x="1502047" y="1457855"/>
                  </a:lnTo>
                  <a:lnTo>
                    <a:pt x="1482490" y="1545647"/>
                  </a:lnTo>
                  <a:close/>
                  <a:moveTo>
                    <a:pt x="1815832" y="1656607"/>
                  </a:moveTo>
                  <a:lnTo>
                    <a:pt x="1717002" y="1704223"/>
                  </a:lnTo>
                  <a:lnTo>
                    <a:pt x="1799750" y="1734944"/>
                  </a:lnTo>
                  <a:close/>
                  <a:moveTo>
                    <a:pt x="1815832" y="1656607"/>
                  </a:moveTo>
                  <a:lnTo>
                    <a:pt x="1736952" y="1660142"/>
                  </a:lnTo>
                  <a:lnTo>
                    <a:pt x="1717002" y="1704223"/>
                  </a:lnTo>
                  <a:close/>
                  <a:moveTo>
                    <a:pt x="1736952" y="1660142"/>
                  </a:moveTo>
                  <a:lnTo>
                    <a:pt x="1815832" y="1656607"/>
                  </a:lnTo>
                  <a:lnTo>
                    <a:pt x="1753186" y="1624304"/>
                  </a:lnTo>
                  <a:close/>
                  <a:moveTo>
                    <a:pt x="1502047" y="1457855"/>
                  </a:moveTo>
                  <a:lnTo>
                    <a:pt x="1526672" y="1434693"/>
                  </a:lnTo>
                  <a:lnTo>
                    <a:pt x="1523377" y="1412315"/>
                  </a:lnTo>
                  <a:close/>
                  <a:moveTo>
                    <a:pt x="1523377" y="1412315"/>
                  </a:moveTo>
                  <a:lnTo>
                    <a:pt x="1526672" y="1434693"/>
                  </a:lnTo>
                  <a:lnTo>
                    <a:pt x="1549185" y="1355438"/>
                  </a:lnTo>
                  <a:close/>
                  <a:moveTo>
                    <a:pt x="1549854" y="1351289"/>
                  </a:moveTo>
                  <a:lnTo>
                    <a:pt x="1523377" y="1412315"/>
                  </a:lnTo>
                  <a:lnTo>
                    <a:pt x="1549185" y="1355438"/>
                  </a:lnTo>
                  <a:close/>
                  <a:moveTo>
                    <a:pt x="1888350" y="1357819"/>
                  </a:moveTo>
                  <a:lnTo>
                    <a:pt x="1863889" y="1237168"/>
                  </a:lnTo>
                  <a:lnTo>
                    <a:pt x="1915391" y="131938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46" name="Candidate_density__2045">
              <a:extLst>
                <a:ext uri="{FF2B5EF4-FFF2-40B4-BE49-F238E27FC236}">
                  <a16:creationId xmlns:a16="http://schemas.microsoft.com/office/drawing/2014/main" id="{1E0B63B9-8735-F812-7412-9F56EB4FC0EB}"/>
                </a:ext>
              </a:extLst>
            </p:cNvPr>
            <p:cNvSpPr>
              <a:spLocks noGrp="1"/>
            </p:cNvSpPr>
            <p:nvPr/>
          </p:nvSpPr>
          <p:spPr>
            <a:xfrm>
              <a:off x="4599460" y="2165924"/>
              <a:ext cx="1900153" cy="3377626"/>
            </a:xfrm>
            <a:custGeom>
              <a:avLst/>
              <a:gdLst/>
              <a:ahLst/>
              <a:cxnLst/>
              <a:rect l="0" t="0" r="0" b="0"/>
              <a:pathLst>
                <a:path w="1900153" h="3377626">
                  <a:moveTo>
                    <a:pt x="0" y="2666404"/>
                  </a:moveTo>
                  <a:lnTo>
                    <a:pt x="77692" y="2712738"/>
                  </a:lnTo>
                  <a:lnTo>
                    <a:pt x="63708" y="2703708"/>
                  </a:lnTo>
                  <a:close/>
                  <a:moveTo>
                    <a:pt x="0" y="2666404"/>
                  </a:moveTo>
                  <a:lnTo>
                    <a:pt x="114742" y="2733804"/>
                  </a:lnTo>
                  <a:lnTo>
                    <a:pt x="77692" y="2712738"/>
                  </a:lnTo>
                  <a:close/>
                  <a:moveTo>
                    <a:pt x="230931" y="2771613"/>
                  </a:moveTo>
                  <a:lnTo>
                    <a:pt x="114742" y="2733804"/>
                  </a:lnTo>
                  <a:lnTo>
                    <a:pt x="177002" y="2743780"/>
                  </a:lnTo>
                  <a:close/>
                  <a:moveTo>
                    <a:pt x="830539" y="3332023"/>
                  </a:moveTo>
                  <a:lnTo>
                    <a:pt x="840201" y="3377626"/>
                  </a:lnTo>
                  <a:lnTo>
                    <a:pt x="891116" y="3352784"/>
                  </a:lnTo>
                  <a:close/>
                  <a:moveTo>
                    <a:pt x="884702" y="3293586"/>
                  </a:moveTo>
                  <a:lnTo>
                    <a:pt x="891116" y="3352784"/>
                  </a:lnTo>
                  <a:lnTo>
                    <a:pt x="940391" y="3321812"/>
                  </a:lnTo>
                  <a:close/>
                  <a:moveTo>
                    <a:pt x="1016019" y="3255150"/>
                  </a:moveTo>
                  <a:lnTo>
                    <a:pt x="982843" y="3293586"/>
                  </a:lnTo>
                  <a:lnTo>
                    <a:pt x="1033206" y="3174974"/>
                  </a:lnTo>
                  <a:close/>
                  <a:moveTo>
                    <a:pt x="484796" y="2614734"/>
                  </a:moveTo>
                  <a:lnTo>
                    <a:pt x="445905" y="2597429"/>
                  </a:lnTo>
                  <a:lnTo>
                    <a:pt x="438060" y="2558314"/>
                  </a:lnTo>
                  <a:close/>
                  <a:moveTo>
                    <a:pt x="530019" y="2623471"/>
                  </a:moveTo>
                  <a:lnTo>
                    <a:pt x="544844" y="2626508"/>
                  </a:lnTo>
                  <a:lnTo>
                    <a:pt x="484796" y="2614734"/>
                  </a:lnTo>
                  <a:close/>
                  <a:moveTo>
                    <a:pt x="1065570" y="3090720"/>
                  </a:moveTo>
                  <a:lnTo>
                    <a:pt x="1088104" y="3101568"/>
                  </a:lnTo>
                  <a:lnTo>
                    <a:pt x="1096286" y="3081709"/>
                  </a:lnTo>
                  <a:close/>
                  <a:moveTo>
                    <a:pt x="444981" y="2246734"/>
                  </a:moveTo>
                  <a:lnTo>
                    <a:pt x="384628" y="2350784"/>
                  </a:lnTo>
                  <a:lnTo>
                    <a:pt x="427740" y="2304525"/>
                  </a:lnTo>
                  <a:close/>
                  <a:moveTo>
                    <a:pt x="444981" y="2246734"/>
                  </a:moveTo>
                  <a:lnTo>
                    <a:pt x="455502" y="2193118"/>
                  </a:lnTo>
                  <a:lnTo>
                    <a:pt x="384274" y="2205468"/>
                  </a:lnTo>
                  <a:close/>
                  <a:moveTo>
                    <a:pt x="455502" y="2193118"/>
                  </a:moveTo>
                  <a:lnTo>
                    <a:pt x="459096" y="2135166"/>
                  </a:lnTo>
                  <a:lnTo>
                    <a:pt x="434776" y="2179083"/>
                  </a:lnTo>
                  <a:close/>
                  <a:moveTo>
                    <a:pt x="521761" y="2144813"/>
                  </a:moveTo>
                  <a:lnTo>
                    <a:pt x="455502" y="2193118"/>
                  </a:lnTo>
                  <a:lnTo>
                    <a:pt x="519382" y="2153301"/>
                  </a:lnTo>
                  <a:close/>
                  <a:moveTo>
                    <a:pt x="459096" y="2135166"/>
                  </a:moveTo>
                  <a:lnTo>
                    <a:pt x="513391" y="2130901"/>
                  </a:lnTo>
                  <a:lnTo>
                    <a:pt x="469398" y="2027266"/>
                  </a:lnTo>
                  <a:close/>
                  <a:moveTo>
                    <a:pt x="449504" y="2109481"/>
                  </a:moveTo>
                  <a:lnTo>
                    <a:pt x="459096" y="2135166"/>
                  </a:lnTo>
                  <a:lnTo>
                    <a:pt x="468858" y="2027856"/>
                  </a:lnTo>
                  <a:close/>
                  <a:moveTo>
                    <a:pt x="288796" y="1696748"/>
                  </a:moveTo>
                  <a:lnTo>
                    <a:pt x="254110" y="1680171"/>
                  </a:lnTo>
                  <a:lnTo>
                    <a:pt x="310924" y="1716023"/>
                  </a:lnTo>
                  <a:close/>
                  <a:moveTo>
                    <a:pt x="360399" y="1685801"/>
                  </a:moveTo>
                  <a:lnTo>
                    <a:pt x="288796" y="1696748"/>
                  </a:lnTo>
                  <a:lnTo>
                    <a:pt x="310924" y="1716023"/>
                  </a:lnTo>
                  <a:close/>
                  <a:moveTo>
                    <a:pt x="333285" y="1698405"/>
                  </a:moveTo>
                  <a:lnTo>
                    <a:pt x="360399" y="1685801"/>
                  </a:lnTo>
                  <a:lnTo>
                    <a:pt x="310924" y="1716023"/>
                  </a:lnTo>
                  <a:close/>
                  <a:moveTo>
                    <a:pt x="1551710" y="2449025"/>
                  </a:moveTo>
                  <a:lnTo>
                    <a:pt x="1452311" y="2473582"/>
                  </a:lnTo>
                  <a:lnTo>
                    <a:pt x="1461870" y="2371832"/>
                  </a:lnTo>
                  <a:close/>
                  <a:moveTo>
                    <a:pt x="1069619" y="2019900"/>
                  </a:moveTo>
                  <a:lnTo>
                    <a:pt x="1058012" y="2076386"/>
                  </a:lnTo>
                  <a:lnTo>
                    <a:pt x="1116342" y="1964389"/>
                  </a:lnTo>
                  <a:close/>
                  <a:moveTo>
                    <a:pt x="1116342" y="1964389"/>
                  </a:moveTo>
                  <a:lnTo>
                    <a:pt x="1110845" y="1955735"/>
                  </a:lnTo>
                  <a:lnTo>
                    <a:pt x="1069619" y="2019900"/>
                  </a:lnTo>
                  <a:close/>
                  <a:moveTo>
                    <a:pt x="1399454" y="2016093"/>
                  </a:moveTo>
                  <a:lnTo>
                    <a:pt x="1351220" y="2094807"/>
                  </a:lnTo>
                  <a:lnTo>
                    <a:pt x="1424649" y="2095702"/>
                  </a:lnTo>
                  <a:close/>
                  <a:moveTo>
                    <a:pt x="1678759" y="1979823"/>
                  </a:moveTo>
                  <a:lnTo>
                    <a:pt x="1725545" y="2004855"/>
                  </a:lnTo>
                  <a:lnTo>
                    <a:pt x="1728144" y="1949263"/>
                  </a:lnTo>
                  <a:close/>
                  <a:moveTo>
                    <a:pt x="1106824" y="1234740"/>
                  </a:moveTo>
                  <a:lnTo>
                    <a:pt x="1123637" y="1157721"/>
                  </a:lnTo>
                  <a:lnTo>
                    <a:pt x="1081733" y="1204387"/>
                  </a:lnTo>
                  <a:close/>
                  <a:moveTo>
                    <a:pt x="1027016" y="1215009"/>
                  </a:moveTo>
                  <a:lnTo>
                    <a:pt x="1106824" y="1234740"/>
                  </a:lnTo>
                  <a:lnTo>
                    <a:pt x="1081733" y="1204387"/>
                  </a:lnTo>
                  <a:close/>
                  <a:moveTo>
                    <a:pt x="187807" y="91405"/>
                  </a:moveTo>
                  <a:lnTo>
                    <a:pt x="214802" y="128880"/>
                  </a:lnTo>
                  <a:lnTo>
                    <a:pt x="239499" y="90575"/>
                  </a:lnTo>
                  <a:close/>
                  <a:moveTo>
                    <a:pt x="177412" y="196123"/>
                  </a:moveTo>
                  <a:lnTo>
                    <a:pt x="214802" y="128880"/>
                  </a:lnTo>
                  <a:lnTo>
                    <a:pt x="176606" y="181206"/>
                  </a:lnTo>
                  <a:close/>
                  <a:moveTo>
                    <a:pt x="239499" y="90575"/>
                  </a:moveTo>
                  <a:lnTo>
                    <a:pt x="214802" y="128880"/>
                  </a:lnTo>
                  <a:lnTo>
                    <a:pt x="244318" y="113908"/>
                  </a:lnTo>
                  <a:close/>
                  <a:moveTo>
                    <a:pt x="153261" y="0"/>
                  </a:moveTo>
                  <a:lnTo>
                    <a:pt x="219048" y="75472"/>
                  </a:lnTo>
                  <a:lnTo>
                    <a:pt x="239499" y="90575"/>
                  </a:lnTo>
                  <a:close/>
                  <a:moveTo>
                    <a:pt x="1604364" y="1434693"/>
                  </a:moveTo>
                  <a:lnTo>
                    <a:pt x="1579739" y="1457855"/>
                  </a:lnTo>
                  <a:lnTo>
                    <a:pt x="1563936" y="1555344"/>
                  </a:lnTo>
                  <a:close/>
                  <a:moveTo>
                    <a:pt x="1893524" y="1656607"/>
                  </a:moveTo>
                  <a:lnTo>
                    <a:pt x="1890562" y="1568794"/>
                  </a:lnTo>
                  <a:lnTo>
                    <a:pt x="1830877" y="1624304"/>
                  </a:lnTo>
                  <a:close/>
                  <a:moveTo>
                    <a:pt x="1893524" y="1656607"/>
                  </a:moveTo>
                  <a:lnTo>
                    <a:pt x="1877442" y="1734944"/>
                  </a:lnTo>
                  <a:lnTo>
                    <a:pt x="1900153" y="1681338"/>
                  </a:lnTo>
                  <a:close/>
                  <a:moveTo>
                    <a:pt x="1900153" y="1681338"/>
                  </a:moveTo>
                  <a:lnTo>
                    <a:pt x="1890562" y="1568794"/>
                  </a:lnTo>
                  <a:lnTo>
                    <a:pt x="1893524" y="1656607"/>
                  </a:lnTo>
                  <a:close/>
                  <a:moveTo>
                    <a:pt x="1893735" y="1560686"/>
                  </a:moveTo>
                  <a:lnTo>
                    <a:pt x="1890562" y="1568794"/>
                  </a:lnTo>
                  <a:lnTo>
                    <a:pt x="1900153" y="1681338"/>
                  </a:lnTo>
                  <a:close/>
                  <a:moveTo>
                    <a:pt x="1892915" y="1557011"/>
                  </a:moveTo>
                  <a:lnTo>
                    <a:pt x="1896425" y="1522250"/>
                  </a:lnTo>
                  <a:lnTo>
                    <a:pt x="1890562" y="1568794"/>
                  </a:lnTo>
                  <a:close/>
                  <a:moveTo>
                    <a:pt x="1892915" y="1557011"/>
                  </a:moveTo>
                  <a:lnTo>
                    <a:pt x="1890562" y="1568794"/>
                  </a:lnTo>
                  <a:lnTo>
                    <a:pt x="1893735" y="15606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47" name="Candidate_density__2046">
              <a:extLst>
                <a:ext uri="{FF2B5EF4-FFF2-40B4-BE49-F238E27FC236}">
                  <a16:creationId xmlns:a16="http://schemas.microsoft.com/office/drawing/2014/main" id="{776CAD83-2CA4-7B09-1295-31694E78995E}"/>
                </a:ext>
              </a:extLst>
            </p:cNvPr>
            <p:cNvSpPr>
              <a:spLocks noGrp="1"/>
            </p:cNvSpPr>
            <p:nvPr/>
          </p:nvSpPr>
          <p:spPr>
            <a:xfrm>
              <a:off x="4767309" y="2294804"/>
              <a:ext cx="1754040" cy="3223904"/>
            </a:xfrm>
            <a:custGeom>
              <a:avLst/>
              <a:gdLst/>
              <a:ahLst/>
              <a:cxnLst/>
              <a:rect l="0" t="0" r="0" b="0"/>
              <a:pathLst>
                <a:path w="1754040" h="3223904">
                  <a:moveTo>
                    <a:pt x="765794" y="3203143"/>
                  </a:moveTo>
                  <a:lnTo>
                    <a:pt x="772542" y="3192932"/>
                  </a:lnTo>
                  <a:lnTo>
                    <a:pt x="723267" y="3223904"/>
                  </a:lnTo>
                  <a:close/>
                  <a:moveTo>
                    <a:pt x="765794" y="3203143"/>
                  </a:moveTo>
                  <a:lnTo>
                    <a:pt x="814994" y="3164706"/>
                  </a:lnTo>
                  <a:lnTo>
                    <a:pt x="772542" y="3192932"/>
                  </a:lnTo>
                  <a:close/>
                  <a:moveTo>
                    <a:pt x="814994" y="3164706"/>
                  </a:moveTo>
                  <a:lnTo>
                    <a:pt x="831512" y="3134757"/>
                  </a:lnTo>
                  <a:lnTo>
                    <a:pt x="865357" y="3046094"/>
                  </a:lnTo>
                  <a:close/>
                  <a:moveTo>
                    <a:pt x="1079384" y="2858585"/>
                  </a:moveTo>
                  <a:lnTo>
                    <a:pt x="1031355" y="2894211"/>
                  </a:lnTo>
                  <a:lnTo>
                    <a:pt x="1142623" y="2816369"/>
                  </a:lnTo>
                  <a:close/>
                  <a:moveTo>
                    <a:pt x="1142623" y="2816369"/>
                  </a:moveTo>
                  <a:lnTo>
                    <a:pt x="1105755" y="2869265"/>
                  </a:lnTo>
                  <a:lnTo>
                    <a:pt x="1079384" y="2858585"/>
                  </a:lnTo>
                  <a:close/>
                  <a:moveTo>
                    <a:pt x="301549" y="1898385"/>
                  </a:moveTo>
                  <a:lnTo>
                    <a:pt x="353634" y="1817074"/>
                  </a:lnTo>
                  <a:lnTo>
                    <a:pt x="403414" y="1787989"/>
                  </a:lnTo>
                  <a:close/>
                  <a:moveTo>
                    <a:pt x="398635" y="1859949"/>
                  </a:moveTo>
                  <a:lnTo>
                    <a:pt x="403414" y="1787989"/>
                  </a:lnTo>
                  <a:lnTo>
                    <a:pt x="408769" y="1771151"/>
                  </a:lnTo>
                  <a:close/>
                  <a:moveTo>
                    <a:pt x="1629467" y="2661154"/>
                  </a:moveTo>
                  <a:lnTo>
                    <a:pt x="1566179" y="2637223"/>
                  </a:lnTo>
                  <a:lnTo>
                    <a:pt x="1580624" y="2649006"/>
                  </a:lnTo>
                  <a:close/>
                  <a:moveTo>
                    <a:pt x="1642822" y="2649006"/>
                  </a:moveTo>
                  <a:lnTo>
                    <a:pt x="1679620" y="2633470"/>
                  </a:lnTo>
                  <a:lnTo>
                    <a:pt x="1629467" y="2661154"/>
                  </a:lnTo>
                  <a:close/>
                  <a:moveTo>
                    <a:pt x="1642822" y="2649006"/>
                  </a:moveTo>
                  <a:lnTo>
                    <a:pt x="1705216" y="2610569"/>
                  </a:lnTo>
                  <a:lnTo>
                    <a:pt x="1679620" y="2633470"/>
                  </a:lnTo>
                  <a:close/>
                  <a:moveTo>
                    <a:pt x="12511" y="105680"/>
                  </a:moveTo>
                  <a:lnTo>
                    <a:pt x="9563" y="67243"/>
                  </a:lnTo>
                  <a:lnTo>
                    <a:pt x="0" y="103105"/>
                  </a:lnTo>
                  <a:close/>
                  <a:moveTo>
                    <a:pt x="9563" y="67243"/>
                  </a:moveTo>
                  <a:lnTo>
                    <a:pt x="12511" y="105680"/>
                  </a:lnTo>
                  <a:lnTo>
                    <a:pt x="46953" y="0"/>
                  </a:lnTo>
                  <a:close/>
                  <a:moveTo>
                    <a:pt x="1008428" y="871673"/>
                  </a:moveTo>
                  <a:lnTo>
                    <a:pt x="985781" y="904366"/>
                  </a:lnTo>
                  <a:lnTo>
                    <a:pt x="936569" y="881661"/>
                  </a:lnTo>
                  <a:close/>
                  <a:moveTo>
                    <a:pt x="1725887" y="1431806"/>
                  </a:moveTo>
                  <a:lnTo>
                    <a:pt x="1754040" y="1341836"/>
                  </a:lnTo>
                  <a:lnTo>
                    <a:pt x="1725066" y="1428131"/>
                  </a:lnTo>
                  <a:close/>
                  <a:moveTo>
                    <a:pt x="1728576" y="1393369"/>
                  </a:moveTo>
                  <a:lnTo>
                    <a:pt x="1725066" y="1428131"/>
                  </a:lnTo>
                  <a:lnTo>
                    <a:pt x="1754040" y="134183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48" name="Candidate_density__2047">
              <a:extLst>
                <a:ext uri="{FF2B5EF4-FFF2-40B4-BE49-F238E27FC236}">
                  <a16:creationId xmlns:a16="http://schemas.microsoft.com/office/drawing/2014/main" id="{2B979D9E-E795-2A52-AF29-4E322775DBC2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929282"/>
              <a:ext cx="2344279" cy="2509743"/>
            </a:xfrm>
            <a:custGeom>
              <a:avLst/>
              <a:gdLst/>
              <a:ahLst/>
              <a:cxnLst/>
              <a:rect l="0" t="0" r="0" b="0"/>
              <a:pathLst>
                <a:path w="2344279" h="2509743">
                  <a:moveTo>
                    <a:pt x="29684" y="1823387"/>
                  </a:moveTo>
                  <a:lnTo>
                    <a:pt x="0" y="1861823"/>
                  </a:lnTo>
                  <a:lnTo>
                    <a:pt x="35516" y="1905602"/>
                  </a:lnTo>
                  <a:close/>
                  <a:moveTo>
                    <a:pt x="35516" y="1905602"/>
                  </a:moveTo>
                  <a:lnTo>
                    <a:pt x="94748" y="1784950"/>
                  </a:lnTo>
                  <a:lnTo>
                    <a:pt x="29684" y="1823387"/>
                  </a:lnTo>
                  <a:close/>
                  <a:moveTo>
                    <a:pt x="392951" y="1927574"/>
                  </a:moveTo>
                  <a:lnTo>
                    <a:pt x="489386" y="1916364"/>
                  </a:lnTo>
                  <a:lnTo>
                    <a:pt x="477608" y="1910944"/>
                  </a:lnTo>
                  <a:close/>
                  <a:moveTo>
                    <a:pt x="477608" y="1910944"/>
                  </a:moveTo>
                  <a:lnTo>
                    <a:pt x="418212" y="1828729"/>
                  </a:lnTo>
                  <a:lnTo>
                    <a:pt x="392951" y="1927574"/>
                  </a:lnTo>
                  <a:close/>
                  <a:moveTo>
                    <a:pt x="418212" y="1828729"/>
                  </a:moveTo>
                  <a:lnTo>
                    <a:pt x="387246" y="1832120"/>
                  </a:lnTo>
                  <a:lnTo>
                    <a:pt x="392951" y="1927574"/>
                  </a:lnTo>
                  <a:close/>
                  <a:moveTo>
                    <a:pt x="309298" y="1834898"/>
                  </a:moveTo>
                  <a:lnTo>
                    <a:pt x="253233" y="1746514"/>
                  </a:lnTo>
                  <a:lnTo>
                    <a:pt x="214087" y="1751619"/>
                  </a:lnTo>
                  <a:close/>
                  <a:moveTo>
                    <a:pt x="214087" y="1751619"/>
                  </a:moveTo>
                  <a:lnTo>
                    <a:pt x="225693" y="1766430"/>
                  </a:lnTo>
                  <a:lnTo>
                    <a:pt x="309298" y="1834898"/>
                  </a:lnTo>
                  <a:close/>
                  <a:moveTo>
                    <a:pt x="303197" y="1639674"/>
                  </a:moveTo>
                  <a:lnTo>
                    <a:pt x="306018" y="1664298"/>
                  </a:lnTo>
                  <a:lnTo>
                    <a:pt x="257735" y="1607572"/>
                  </a:lnTo>
                  <a:close/>
                  <a:moveTo>
                    <a:pt x="1097704" y="2418820"/>
                  </a:moveTo>
                  <a:lnTo>
                    <a:pt x="1078305" y="2509743"/>
                  </a:lnTo>
                  <a:lnTo>
                    <a:pt x="1172113" y="2409577"/>
                  </a:lnTo>
                  <a:close/>
                  <a:moveTo>
                    <a:pt x="1000869" y="2436952"/>
                  </a:moveTo>
                  <a:lnTo>
                    <a:pt x="1097704" y="2418820"/>
                  </a:lnTo>
                  <a:lnTo>
                    <a:pt x="1067898" y="2342959"/>
                  </a:lnTo>
                  <a:close/>
                  <a:moveTo>
                    <a:pt x="1097704" y="2418820"/>
                  </a:moveTo>
                  <a:lnTo>
                    <a:pt x="1181975" y="2403486"/>
                  </a:lnTo>
                  <a:lnTo>
                    <a:pt x="1132896" y="2350709"/>
                  </a:lnTo>
                  <a:close/>
                  <a:moveTo>
                    <a:pt x="1097704" y="2418820"/>
                  </a:moveTo>
                  <a:lnTo>
                    <a:pt x="1132896" y="2350709"/>
                  </a:lnTo>
                  <a:lnTo>
                    <a:pt x="1067898" y="2342959"/>
                  </a:lnTo>
                  <a:close/>
                  <a:moveTo>
                    <a:pt x="1172113" y="2409577"/>
                  </a:moveTo>
                  <a:lnTo>
                    <a:pt x="1229126" y="2472660"/>
                  </a:lnTo>
                  <a:lnTo>
                    <a:pt x="1189684" y="2404634"/>
                  </a:lnTo>
                  <a:close/>
                  <a:moveTo>
                    <a:pt x="1181975" y="2403486"/>
                  </a:moveTo>
                  <a:lnTo>
                    <a:pt x="1172113" y="2409577"/>
                  </a:lnTo>
                  <a:lnTo>
                    <a:pt x="1189684" y="2404634"/>
                  </a:lnTo>
                  <a:close/>
                  <a:moveTo>
                    <a:pt x="496939" y="1384559"/>
                  </a:moveTo>
                  <a:lnTo>
                    <a:pt x="496061" y="1302344"/>
                  </a:lnTo>
                  <a:lnTo>
                    <a:pt x="489688" y="1308967"/>
                  </a:lnTo>
                  <a:close/>
                  <a:moveTo>
                    <a:pt x="496709" y="1298137"/>
                  </a:moveTo>
                  <a:lnTo>
                    <a:pt x="489688" y="1308967"/>
                  </a:lnTo>
                  <a:lnTo>
                    <a:pt x="496061" y="1302344"/>
                  </a:lnTo>
                  <a:close/>
                  <a:moveTo>
                    <a:pt x="496061" y="1302344"/>
                  </a:moveTo>
                  <a:lnTo>
                    <a:pt x="496939" y="1384559"/>
                  </a:lnTo>
                  <a:lnTo>
                    <a:pt x="503787" y="1346123"/>
                  </a:lnTo>
                  <a:close/>
                  <a:moveTo>
                    <a:pt x="496061" y="1302344"/>
                  </a:moveTo>
                  <a:lnTo>
                    <a:pt x="503787" y="1346123"/>
                  </a:lnTo>
                  <a:lnTo>
                    <a:pt x="516775" y="1263907"/>
                  </a:lnTo>
                  <a:close/>
                  <a:moveTo>
                    <a:pt x="496061" y="1302344"/>
                  </a:moveTo>
                  <a:lnTo>
                    <a:pt x="493942" y="1205417"/>
                  </a:lnTo>
                  <a:lnTo>
                    <a:pt x="496709" y="1298137"/>
                  </a:lnTo>
                  <a:close/>
                  <a:moveTo>
                    <a:pt x="494635" y="1181692"/>
                  </a:moveTo>
                  <a:lnTo>
                    <a:pt x="493942" y="1205417"/>
                  </a:lnTo>
                  <a:lnTo>
                    <a:pt x="496061" y="1302344"/>
                  </a:lnTo>
                  <a:close/>
                  <a:moveTo>
                    <a:pt x="516775" y="1263907"/>
                  </a:moveTo>
                  <a:lnTo>
                    <a:pt x="494635" y="1181692"/>
                  </a:lnTo>
                  <a:lnTo>
                    <a:pt x="496061" y="1302344"/>
                  </a:lnTo>
                  <a:close/>
                  <a:moveTo>
                    <a:pt x="508819" y="1128209"/>
                  </a:moveTo>
                  <a:lnTo>
                    <a:pt x="493942" y="1205417"/>
                  </a:lnTo>
                  <a:lnTo>
                    <a:pt x="494635" y="1181692"/>
                  </a:lnTo>
                  <a:close/>
                  <a:moveTo>
                    <a:pt x="1474644" y="2129837"/>
                  </a:moveTo>
                  <a:lnTo>
                    <a:pt x="1443732" y="2168273"/>
                  </a:lnTo>
                  <a:lnTo>
                    <a:pt x="1488185" y="2212052"/>
                  </a:lnTo>
                  <a:close/>
                  <a:moveTo>
                    <a:pt x="630894" y="1090767"/>
                  </a:moveTo>
                  <a:lnTo>
                    <a:pt x="577526" y="1106436"/>
                  </a:lnTo>
                  <a:lnTo>
                    <a:pt x="508819" y="1128209"/>
                  </a:lnTo>
                  <a:close/>
                  <a:moveTo>
                    <a:pt x="630894" y="1090767"/>
                  </a:moveTo>
                  <a:lnTo>
                    <a:pt x="508819" y="1128209"/>
                  </a:lnTo>
                  <a:lnTo>
                    <a:pt x="562485" y="1113658"/>
                  </a:lnTo>
                  <a:close/>
                  <a:moveTo>
                    <a:pt x="691753" y="1105192"/>
                  </a:moveTo>
                  <a:lnTo>
                    <a:pt x="704568" y="1087564"/>
                  </a:lnTo>
                  <a:lnTo>
                    <a:pt x="630894" y="1090767"/>
                  </a:lnTo>
                  <a:close/>
                  <a:moveTo>
                    <a:pt x="691753" y="1105192"/>
                  </a:moveTo>
                  <a:lnTo>
                    <a:pt x="757577" y="1112271"/>
                  </a:lnTo>
                  <a:lnTo>
                    <a:pt x="704568" y="1087564"/>
                  </a:lnTo>
                  <a:close/>
                  <a:moveTo>
                    <a:pt x="810869" y="1029445"/>
                  </a:moveTo>
                  <a:lnTo>
                    <a:pt x="709251" y="1061041"/>
                  </a:lnTo>
                  <a:lnTo>
                    <a:pt x="757577" y="1112271"/>
                  </a:lnTo>
                  <a:close/>
                  <a:moveTo>
                    <a:pt x="471519" y="896611"/>
                  </a:moveTo>
                  <a:lnTo>
                    <a:pt x="467606" y="822373"/>
                  </a:lnTo>
                  <a:lnTo>
                    <a:pt x="475036" y="775959"/>
                  </a:lnTo>
                  <a:close/>
                  <a:moveTo>
                    <a:pt x="475036" y="775959"/>
                  </a:moveTo>
                  <a:lnTo>
                    <a:pt x="510069" y="702478"/>
                  </a:lnTo>
                  <a:lnTo>
                    <a:pt x="419855" y="814396"/>
                  </a:lnTo>
                  <a:close/>
                  <a:moveTo>
                    <a:pt x="1611739" y="1970749"/>
                  </a:moveTo>
                  <a:lnTo>
                    <a:pt x="1564289" y="2009186"/>
                  </a:lnTo>
                  <a:lnTo>
                    <a:pt x="1666083" y="2052964"/>
                  </a:lnTo>
                  <a:close/>
                  <a:moveTo>
                    <a:pt x="1519264" y="1926971"/>
                  </a:moveTo>
                  <a:lnTo>
                    <a:pt x="1564289" y="2009186"/>
                  </a:lnTo>
                  <a:lnTo>
                    <a:pt x="1611739" y="1970749"/>
                  </a:lnTo>
                  <a:close/>
                  <a:moveTo>
                    <a:pt x="1519264" y="1926971"/>
                  </a:moveTo>
                  <a:lnTo>
                    <a:pt x="1611739" y="1970749"/>
                  </a:lnTo>
                  <a:lnTo>
                    <a:pt x="1571998" y="1888534"/>
                  </a:lnTo>
                  <a:close/>
                  <a:moveTo>
                    <a:pt x="1500607" y="1844755"/>
                  </a:moveTo>
                  <a:lnTo>
                    <a:pt x="1571998" y="1888534"/>
                  </a:lnTo>
                  <a:lnTo>
                    <a:pt x="1533852" y="1806319"/>
                  </a:lnTo>
                  <a:close/>
                  <a:moveTo>
                    <a:pt x="573453" y="740406"/>
                  </a:moveTo>
                  <a:lnTo>
                    <a:pt x="586327" y="708937"/>
                  </a:lnTo>
                  <a:lnTo>
                    <a:pt x="510069" y="702478"/>
                  </a:lnTo>
                  <a:close/>
                  <a:moveTo>
                    <a:pt x="573453" y="740406"/>
                  </a:moveTo>
                  <a:lnTo>
                    <a:pt x="640766" y="746274"/>
                  </a:lnTo>
                  <a:lnTo>
                    <a:pt x="586327" y="708937"/>
                  </a:lnTo>
                  <a:close/>
                  <a:moveTo>
                    <a:pt x="640766" y="746274"/>
                  </a:moveTo>
                  <a:lnTo>
                    <a:pt x="573453" y="740406"/>
                  </a:lnTo>
                  <a:lnTo>
                    <a:pt x="661737" y="775681"/>
                  </a:lnTo>
                  <a:close/>
                  <a:moveTo>
                    <a:pt x="1147969" y="1192377"/>
                  </a:moveTo>
                  <a:lnTo>
                    <a:pt x="1106892" y="1148598"/>
                  </a:lnTo>
                  <a:lnTo>
                    <a:pt x="1107057" y="1230813"/>
                  </a:lnTo>
                  <a:close/>
                  <a:moveTo>
                    <a:pt x="767564" y="699086"/>
                  </a:moveTo>
                  <a:lnTo>
                    <a:pt x="786655" y="688262"/>
                  </a:lnTo>
                  <a:lnTo>
                    <a:pt x="762180" y="657360"/>
                  </a:lnTo>
                  <a:close/>
                  <a:moveTo>
                    <a:pt x="2059328" y="1781996"/>
                  </a:moveTo>
                  <a:lnTo>
                    <a:pt x="2083574" y="1773225"/>
                  </a:lnTo>
                  <a:lnTo>
                    <a:pt x="2053773" y="1712118"/>
                  </a:lnTo>
                  <a:close/>
                  <a:moveTo>
                    <a:pt x="2187951" y="1738020"/>
                  </a:moveTo>
                  <a:lnTo>
                    <a:pt x="2083574" y="1773225"/>
                  </a:lnTo>
                  <a:lnTo>
                    <a:pt x="2193487" y="1740621"/>
                  </a:lnTo>
                  <a:close/>
                  <a:moveTo>
                    <a:pt x="2193487" y="1740621"/>
                  </a:moveTo>
                  <a:lnTo>
                    <a:pt x="2078752" y="1805507"/>
                  </a:lnTo>
                  <a:lnTo>
                    <a:pt x="2169017" y="1817003"/>
                  </a:lnTo>
                  <a:close/>
                  <a:moveTo>
                    <a:pt x="2187951" y="1738020"/>
                  </a:moveTo>
                  <a:lnTo>
                    <a:pt x="2053773" y="1712118"/>
                  </a:lnTo>
                  <a:lnTo>
                    <a:pt x="2083574" y="1773225"/>
                  </a:lnTo>
                  <a:close/>
                  <a:moveTo>
                    <a:pt x="2196202" y="1734788"/>
                  </a:moveTo>
                  <a:lnTo>
                    <a:pt x="2253140" y="1684995"/>
                  </a:lnTo>
                  <a:lnTo>
                    <a:pt x="2187951" y="1738020"/>
                  </a:lnTo>
                  <a:close/>
                  <a:moveTo>
                    <a:pt x="2187951" y="1738020"/>
                  </a:moveTo>
                  <a:lnTo>
                    <a:pt x="2193487" y="1740621"/>
                  </a:lnTo>
                  <a:lnTo>
                    <a:pt x="2196202" y="1734788"/>
                  </a:lnTo>
                  <a:close/>
                  <a:moveTo>
                    <a:pt x="1866030" y="1567490"/>
                  </a:moveTo>
                  <a:lnTo>
                    <a:pt x="1998792" y="1570435"/>
                  </a:lnTo>
                  <a:lnTo>
                    <a:pt x="1998828" y="1570137"/>
                  </a:lnTo>
                  <a:close/>
                  <a:moveTo>
                    <a:pt x="1866030" y="1567490"/>
                  </a:moveTo>
                  <a:lnTo>
                    <a:pt x="1998828" y="1570137"/>
                  </a:lnTo>
                  <a:lnTo>
                    <a:pt x="1902796" y="1489749"/>
                  </a:lnTo>
                  <a:close/>
                  <a:moveTo>
                    <a:pt x="1901491" y="1488143"/>
                  </a:moveTo>
                  <a:lnTo>
                    <a:pt x="1837865" y="1526579"/>
                  </a:lnTo>
                  <a:lnTo>
                    <a:pt x="1866030" y="1567490"/>
                  </a:lnTo>
                  <a:close/>
                  <a:moveTo>
                    <a:pt x="1772587" y="1066376"/>
                  </a:moveTo>
                  <a:lnTo>
                    <a:pt x="1771199" y="1038631"/>
                  </a:lnTo>
                  <a:lnTo>
                    <a:pt x="1738260" y="1077067"/>
                  </a:lnTo>
                  <a:close/>
                  <a:moveTo>
                    <a:pt x="1712135" y="625151"/>
                  </a:moveTo>
                  <a:lnTo>
                    <a:pt x="1600171" y="700399"/>
                  </a:lnTo>
                  <a:lnTo>
                    <a:pt x="1646785" y="659479"/>
                  </a:lnTo>
                  <a:close/>
                  <a:moveTo>
                    <a:pt x="2263022" y="1411270"/>
                  </a:moveTo>
                  <a:lnTo>
                    <a:pt x="2344279" y="1471337"/>
                  </a:lnTo>
                  <a:lnTo>
                    <a:pt x="2310934" y="1398353"/>
                  </a:lnTo>
                  <a:close/>
                  <a:moveTo>
                    <a:pt x="2285590" y="1375917"/>
                  </a:moveTo>
                  <a:lnTo>
                    <a:pt x="2263022" y="1411270"/>
                  </a:lnTo>
                  <a:lnTo>
                    <a:pt x="2310934" y="1398353"/>
                  </a:lnTo>
                  <a:close/>
                  <a:moveTo>
                    <a:pt x="2310934" y="1398353"/>
                  </a:moveTo>
                  <a:lnTo>
                    <a:pt x="2330482" y="1411270"/>
                  </a:lnTo>
                  <a:lnTo>
                    <a:pt x="2285590" y="1375917"/>
                  </a:lnTo>
                  <a:close/>
                  <a:moveTo>
                    <a:pt x="1735801" y="662136"/>
                  </a:moveTo>
                  <a:lnTo>
                    <a:pt x="1712018" y="589119"/>
                  </a:lnTo>
                  <a:lnTo>
                    <a:pt x="1712135" y="625151"/>
                  </a:lnTo>
                  <a:close/>
                  <a:moveTo>
                    <a:pt x="1884250" y="632897"/>
                  </a:moveTo>
                  <a:lnTo>
                    <a:pt x="1861324" y="720772"/>
                  </a:lnTo>
                  <a:lnTo>
                    <a:pt x="1859925" y="683854"/>
                  </a:lnTo>
                  <a:close/>
                  <a:moveTo>
                    <a:pt x="1304366" y="0"/>
                  </a:moveTo>
                  <a:lnTo>
                    <a:pt x="1219269" y="95828"/>
                  </a:lnTo>
                  <a:lnTo>
                    <a:pt x="1272701" y="57391"/>
                  </a:lnTo>
                  <a:close/>
                  <a:moveTo>
                    <a:pt x="1906537" y="642926"/>
                  </a:moveTo>
                  <a:lnTo>
                    <a:pt x="1859925" y="683854"/>
                  </a:lnTo>
                  <a:lnTo>
                    <a:pt x="1854476" y="715113"/>
                  </a:lnTo>
                  <a:close/>
                  <a:moveTo>
                    <a:pt x="1963368" y="576753"/>
                  </a:moveTo>
                  <a:lnTo>
                    <a:pt x="1914363" y="608733"/>
                  </a:lnTo>
                  <a:lnTo>
                    <a:pt x="1884250" y="632897"/>
                  </a:lnTo>
                  <a:close/>
                  <a:moveTo>
                    <a:pt x="2192343" y="533343"/>
                  </a:moveTo>
                  <a:lnTo>
                    <a:pt x="2150581" y="467203"/>
                  </a:lnTo>
                  <a:lnTo>
                    <a:pt x="2101498" y="546607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49" name="Candidate_density__2048">
              <a:extLst>
                <a:ext uri="{FF2B5EF4-FFF2-40B4-BE49-F238E27FC236}">
                  <a16:creationId xmlns:a16="http://schemas.microsoft.com/office/drawing/2014/main" id="{C2F6AB56-3999-7016-8D69-655CD32AC365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165924"/>
              <a:ext cx="2356076" cy="3321812"/>
            </a:xfrm>
            <a:custGeom>
              <a:avLst/>
              <a:gdLst/>
              <a:ahLst/>
              <a:cxnLst/>
              <a:rect l="0" t="0" r="0" b="0"/>
              <a:pathLst>
                <a:path w="2356076" h="3321812">
                  <a:moveTo>
                    <a:pt x="0" y="2668960"/>
                  </a:moveTo>
                  <a:lnTo>
                    <a:pt x="2087" y="2697956"/>
                  </a:lnTo>
                  <a:lnTo>
                    <a:pt x="52631" y="2724589"/>
                  </a:lnTo>
                  <a:close/>
                  <a:moveTo>
                    <a:pt x="52631" y="2724589"/>
                  </a:moveTo>
                  <a:lnTo>
                    <a:pt x="98538" y="2719635"/>
                  </a:lnTo>
                  <a:lnTo>
                    <a:pt x="0" y="2668960"/>
                  </a:lnTo>
                  <a:close/>
                  <a:moveTo>
                    <a:pt x="485503" y="3041599"/>
                  </a:moveTo>
                  <a:lnTo>
                    <a:pt x="488926" y="3044993"/>
                  </a:lnTo>
                  <a:lnTo>
                    <a:pt x="494548" y="3047010"/>
                  </a:lnTo>
                  <a:close/>
                  <a:moveTo>
                    <a:pt x="485503" y="3041599"/>
                  </a:moveTo>
                  <a:lnTo>
                    <a:pt x="436559" y="2987474"/>
                  </a:lnTo>
                  <a:lnTo>
                    <a:pt x="488926" y="3044993"/>
                  </a:lnTo>
                  <a:close/>
                  <a:moveTo>
                    <a:pt x="737522" y="3182934"/>
                  </a:moveTo>
                  <a:lnTo>
                    <a:pt x="725124" y="3174337"/>
                  </a:lnTo>
                  <a:lnTo>
                    <a:pt x="761495" y="3209109"/>
                  </a:lnTo>
                  <a:close/>
                  <a:moveTo>
                    <a:pt x="825103" y="3231723"/>
                  </a:moveTo>
                  <a:lnTo>
                    <a:pt x="737522" y="3182934"/>
                  </a:lnTo>
                  <a:lnTo>
                    <a:pt x="761495" y="3209109"/>
                  </a:lnTo>
                  <a:close/>
                  <a:moveTo>
                    <a:pt x="669979" y="3145604"/>
                  </a:moveTo>
                  <a:lnTo>
                    <a:pt x="757056" y="3206029"/>
                  </a:lnTo>
                  <a:lnTo>
                    <a:pt x="725124" y="3174337"/>
                  </a:lnTo>
                  <a:close/>
                  <a:moveTo>
                    <a:pt x="858643" y="3249808"/>
                  </a:moveTo>
                  <a:lnTo>
                    <a:pt x="825103" y="3231723"/>
                  </a:lnTo>
                  <a:lnTo>
                    <a:pt x="887984" y="3263211"/>
                  </a:lnTo>
                  <a:close/>
                  <a:moveTo>
                    <a:pt x="691735" y="3167593"/>
                  </a:moveTo>
                  <a:lnTo>
                    <a:pt x="669979" y="3145604"/>
                  </a:lnTo>
                  <a:lnTo>
                    <a:pt x="725124" y="3174337"/>
                  </a:lnTo>
                  <a:close/>
                  <a:moveTo>
                    <a:pt x="623518" y="3123814"/>
                  </a:moveTo>
                  <a:lnTo>
                    <a:pt x="669979" y="3145604"/>
                  </a:lnTo>
                  <a:lnTo>
                    <a:pt x="691735" y="3167593"/>
                  </a:lnTo>
                  <a:close/>
                  <a:moveTo>
                    <a:pt x="485503" y="3041599"/>
                  </a:moveTo>
                  <a:lnTo>
                    <a:pt x="494548" y="3047010"/>
                  </a:lnTo>
                  <a:lnTo>
                    <a:pt x="514563" y="3024150"/>
                  </a:lnTo>
                  <a:close/>
                  <a:moveTo>
                    <a:pt x="485503" y="3041599"/>
                  </a:moveTo>
                  <a:lnTo>
                    <a:pt x="514563" y="3024150"/>
                  </a:lnTo>
                  <a:lnTo>
                    <a:pt x="407815" y="2959384"/>
                  </a:lnTo>
                  <a:close/>
                  <a:moveTo>
                    <a:pt x="579795" y="2920947"/>
                  </a:moveTo>
                  <a:lnTo>
                    <a:pt x="538094" y="2994621"/>
                  </a:lnTo>
                  <a:lnTo>
                    <a:pt x="585972" y="2926596"/>
                  </a:lnTo>
                  <a:close/>
                  <a:moveTo>
                    <a:pt x="585972" y="2926596"/>
                  </a:moveTo>
                  <a:lnTo>
                    <a:pt x="538094" y="2994621"/>
                  </a:lnTo>
                  <a:lnTo>
                    <a:pt x="514563" y="3024150"/>
                  </a:lnTo>
                  <a:close/>
                  <a:moveTo>
                    <a:pt x="585972" y="2926596"/>
                  </a:moveTo>
                  <a:lnTo>
                    <a:pt x="514563" y="3024150"/>
                  </a:lnTo>
                  <a:lnTo>
                    <a:pt x="594107" y="3020075"/>
                  </a:lnTo>
                  <a:close/>
                  <a:moveTo>
                    <a:pt x="273782" y="2598256"/>
                  </a:moveTo>
                  <a:lnTo>
                    <a:pt x="262430" y="2592087"/>
                  </a:lnTo>
                  <a:lnTo>
                    <a:pt x="253666" y="2703708"/>
                  </a:lnTo>
                  <a:close/>
                  <a:moveTo>
                    <a:pt x="858643" y="3249808"/>
                  </a:moveTo>
                  <a:lnTo>
                    <a:pt x="887984" y="3263211"/>
                  </a:lnTo>
                  <a:lnTo>
                    <a:pt x="912525" y="3279924"/>
                  </a:lnTo>
                  <a:close/>
                  <a:moveTo>
                    <a:pt x="912525" y="3279924"/>
                  </a:moveTo>
                  <a:lnTo>
                    <a:pt x="855940" y="3228670"/>
                  </a:lnTo>
                  <a:lnTo>
                    <a:pt x="858643" y="3249808"/>
                  </a:lnTo>
                  <a:close/>
                  <a:moveTo>
                    <a:pt x="880871" y="3225031"/>
                  </a:moveTo>
                  <a:lnTo>
                    <a:pt x="855940" y="3228670"/>
                  </a:lnTo>
                  <a:lnTo>
                    <a:pt x="912525" y="3279924"/>
                  </a:lnTo>
                  <a:close/>
                  <a:moveTo>
                    <a:pt x="956915" y="3230687"/>
                  </a:moveTo>
                  <a:lnTo>
                    <a:pt x="880871" y="3225031"/>
                  </a:lnTo>
                  <a:lnTo>
                    <a:pt x="912525" y="3279924"/>
                  </a:lnTo>
                  <a:close/>
                  <a:moveTo>
                    <a:pt x="825103" y="3231723"/>
                  </a:moveTo>
                  <a:lnTo>
                    <a:pt x="858643" y="3249808"/>
                  </a:lnTo>
                  <a:lnTo>
                    <a:pt x="855940" y="3228670"/>
                  </a:lnTo>
                  <a:close/>
                  <a:moveTo>
                    <a:pt x="572260" y="2882511"/>
                  </a:moveTo>
                  <a:lnTo>
                    <a:pt x="579795" y="2920947"/>
                  </a:lnTo>
                  <a:lnTo>
                    <a:pt x="540490" y="2838733"/>
                  </a:lnTo>
                  <a:close/>
                  <a:moveTo>
                    <a:pt x="217717" y="2509872"/>
                  </a:moveTo>
                  <a:lnTo>
                    <a:pt x="271327" y="2554537"/>
                  </a:lnTo>
                  <a:lnTo>
                    <a:pt x="310096" y="2484287"/>
                  </a:lnTo>
                  <a:close/>
                  <a:moveTo>
                    <a:pt x="285804" y="2509872"/>
                  </a:moveTo>
                  <a:lnTo>
                    <a:pt x="310096" y="2484287"/>
                  </a:lnTo>
                  <a:lnTo>
                    <a:pt x="271327" y="2554537"/>
                  </a:lnTo>
                  <a:close/>
                  <a:moveTo>
                    <a:pt x="1128094" y="3255150"/>
                  </a:moveTo>
                  <a:lnTo>
                    <a:pt x="1130349" y="3321812"/>
                  </a:lnTo>
                  <a:lnTo>
                    <a:pt x="1173073" y="3266351"/>
                  </a:lnTo>
                  <a:close/>
                  <a:moveTo>
                    <a:pt x="1128094" y="3255150"/>
                  </a:moveTo>
                  <a:lnTo>
                    <a:pt x="1074660" y="3293586"/>
                  </a:lnTo>
                  <a:lnTo>
                    <a:pt x="1130349" y="3321812"/>
                  </a:lnTo>
                  <a:close/>
                  <a:moveTo>
                    <a:pt x="674754" y="2614734"/>
                  </a:moveTo>
                  <a:lnTo>
                    <a:pt x="781665" y="2638912"/>
                  </a:lnTo>
                  <a:lnTo>
                    <a:pt x="709416" y="2647443"/>
                  </a:lnTo>
                  <a:close/>
                  <a:moveTo>
                    <a:pt x="569804" y="2619318"/>
                  </a:moveTo>
                  <a:lnTo>
                    <a:pt x="510844" y="2526713"/>
                  </a:lnTo>
                  <a:lnTo>
                    <a:pt x="506865" y="2553651"/>
                  </a:lnTo>
                  <a:close/>
                  <a:moveTo>
                    <a:pt x="528148" y="2527029"/>
                  </a:moveTo>
                  <a:lnTo>
                    <a:pt x="510844" y="2526713"/>
                  </a:lnTo>
                  <a:lnTo>
                    <a:pt x="569804" y="2619318"/>
                  </a:lnTo>
                  <a:close/>
                  <a:moveTo>
                    <a:pt x="620248" y="2592718"/>
                  </a:moveTo>
                  <a:lnTo>
                    <a:pt x="528148" y="2527029"/>
                  </a:lnTo>
                  <a:lnTo>
                    <a:pt x="569804" y="2619318"/>
                  </a:lnTo>
                  <a:close/>
                  <a:moveTo>
                    <a:pt x="469825" y="2524172"/>
                  </a:moveTo>
                  <a:lnTo>
                    <a:pt x="514145" y="2471436"/>
                  </a:lnTo>
                  <a:lnTo>
                    <a:pt x="510844" y="2526713"/>
                  </a:lnTo>
                  <a:close/>
                  <a:moveTo>
                    <a:pt x="535542" y="2491218"/>
                  </a:moveTo>
                  <a:lnTo>
                    <a:pt x="506865" y="2553651"/>
                  </a:lnTo>
                  <a:lnTo>
                    <a:pt x="510844" y="2526713"/>
                  </a:lnTo>
                  <a:close/>
                  <a:moveTo>
                    <a:pt x="628018" y="2558314"/>
                  </a:moveTo>
                  <a:lnTo>
                    <a:pt x="635862" y="2597429"/>
                  </a:lnTo>
                  <a:lnTo>
                    <a:pt x="620248" y="2592718"/>
                  </a:lnTo>
                  <a:close/>
                  <a:moveTo>
                    <a:pt x="387877" y="2465999"/>
                  </a:moveTo>
                  <a:lnTo>
                    <a:pt x="510844" y="2526713"/>
                  </a:lnTo>
                  <a:lnTo>
                    <a:pt x="477546" y="2515214"/>
                  </a:lnTo>
                  <a:close/>
                  <a:moveTo>
                    <a:pt x="399717" y="2471436"/>
                  </a:moveTo>
                  <a:lnTo>
                    <a:pt x="510844" y="2526713"/>
                  </a:lnTo>
                  <a:lnTo>
                    <a:pt x="387877" y="2465999"/>
                  </a:lnTo>
                  <a:close/>
                  <a:moveTo>
                    <a:pt x="469825" y="2524172"/>
                  </a:moveTo>
                  <a:lnTo>
                    <a:pt x="510844" y="2526713"/>
                  </a:lnTo>
                  <a:lnTo>
                    <a:pt x="399717" y="2471436"/>
                  </a:lnTo>
                  <a:close/>
                  <a:moveTo>
                    <a:pt x="635862" y="2597429"/>
                  </a:moveTo>
                  <a:lnTo>
                    <a:pt x="674754" y="2614734"/>
                  </a:lnTo>
                  <a:lnTo>
                    <a:pt x="709416" y="2647443"/>
                  </a:lnTo>
                  <a:close/>
                  <a:moveTo>
                    <a:pt x="1193610" y="3236018"/>
                  </a:moveTo>
                  <a:lnTo>
                    <a:pt x="1173073" y="3266351"/>
                  </a:lnTo>
                  <a:lnTo>
                    <a:pt x="1205977" y="3255150"/>
                  </a:lnTo>
                  <a:close/>
                  <a:moveTo>
                    <a:pt x="1193610" y="3236018"/>
                  </a:moveTo>
                  <a:lnTo>
                    <a:pt x="1205977" y="3255150"/>
                  </a:lnTo>
                  <a:lnTo>
                    <a:pt x="1223849" y="3171935"/>
                  </a:lnTo>
                  <a:close/>
                  <a:moveTo>
                    <a:pt x="635862" y="2597429"/>
                  </a:moveTo>
                  <a:lnTo>
                    <a:pt x="709416" y="2647443"/>
                  </a:lnTo>
                  <a:lnTo>
                    <a:pt x="720829" y="2577275"/>
                  </a:lnTo>
                  <a:close/>
                  <a:moveTo>
                    <a:pt x="789356" y="2582156"/>
                  </a:moveTo>
                  <a:lnTo>
                    <a:pt x="709416" y="2647443"/>
                  </a:lnTo>
                  <a:lnTo>
                    <a:pt x="781665" y="2638912"/>
                  </a:lnTo>
                  <a:close/>
                  <a:moveTo>
                    <a:pt x="789356" y="2582156"/>
                  </a:moveTo>
                  <a:lnTo>
                    <a:pt x="720829" y="2577275"/>
                  </a:lnTo>
                  <a:lnTo>
                    <a:pt x="709416" y="2647443"/>
                  </a:lnTo>
                  <a:close/>
                  <a:moveTo>
                    <a:pt x="710865" y="2485284"/>
                  </a:moveTo>
                  <a:lnTo>
                    <a:pt x="693970" y="2398927"/>
                  </a:lnTo>
                  <a:lnTo>
                    <a:pt x="693587" y="2476778"/>
                  </a:lnTo>
                  <a:close/>
                  <a:moveTo>
                    <a:pt x="761492" y="2411746"/>
                  </a:moveTo>
                  <a:lnTo>
                    <a:pt x="801290" y="2472362"/>
                  </a:lnTo>
                  <a:lnTo>
                    <a:pt x="836517" y="2413589"/>
                  </a:lnTo>
                  <a:close/>
                  <a:moveTo>
                    <a:pt x="717510" y="2394562"/>
                  </a:moveTo>
                  <a:lnTo>
                    <a:pt x="801290" y="2472362"/>
                  </a:lnTo>
                  <a:lnTo>
                    <a:pt x="761492" y="2411746"/>
                  </a:lnTo>
                  <a:close/>
                  <a:moveTo>
                    <a:pt x="836517" y="2413589"/>
                  </a:moveTo>
                  <a:lnTo>
                    <a:pt x="816614" y="2476778"/>
                  </a:lnTo>
                  <a:lnTo>
                    <a:pt x="867271" y="2465122"/>
                  </a:lnTo>
                  <a:close/>
                  <a:moveTo>
                    <a:pt x="873317" y="2335977"/>
                  </a:moveTo>
                  <a:lnTo>
                    <a:pt x="929876" y="2328324"/>
                  </a:lnTo>
                  <a:lnTo>
                    <a:pt x="897405" y="2317690"/>
                  </a:lnTo>
                  <a:close/>
                  <a:moveTo>
                    <a:pt x="339363" y="1504518"/>
                  </a:moveTo>
                  <a:lnTo>
                    <a:pt x="384339" y="1577754"/>
                  </a:lnTo>
                  <a:lnTo>
                    <a:pt x="362092" y="1539222"/>
                  </a:lnTo>
                  <a:close/>
                  <a:moveTo>
                    <a:pt x="1514284" y="2893195"/>
                  </a:moveTo>
                  <a:lnTo>
                    <a:pt x="1498419" y="2869714"/>
                  </a:lnTo>
                  <a:lnTo>
                    <a:pt x="1578286" y="2936974"/>
                  </a:lnTo>
                  <a:close/>
                  <a:moveTo>
                    <a:pt x="1528773" y="2772544"/>
                  </a:moveTo>
                  <a:lnTo>
                    <a:pt x="1539117" y="2874692"/>
                  </a:lnTo>
                  <a:lnTo>
                    <a:pt x="1587203" y="2839274"/>
                  </a:lnTo>
                  <a:close/>
                  <a:moveTo>
                    <a:pt x="922487" y="2234238"/>
                  </a:moveTo>
                  <a:lnTo>
                    <a:pt x="979561" y="2287931"/>
                  </a:lnTo>
                  <a:lnTo>
                    <a:pt x="862246" y="2222621"/>
                  </a:lnTo>
                  <a:close/>
                  <a:moveTo>
                    <a:pt x="979561" y="2287931"/>
                  </a:moveTo>
                  <a:lnTo>
                    <a:pt x="922697" y="2235475"/>
                  </a:lnTo>
                  <a:lnTo>
                    <a:pt x="1061463" y="2266907"/>
                  </a:lnTo>
                  <a:close/>
                  <a:moveTo>
                    <a:pt x="922487" y="2234238"/>
                  </a:moveTo>
                  <a:lnTo>
                    <a:pt x="922697" y="2235475"/>
                  </a:lnTo>
                  <a:lnTo>
                    <a:pt x="979561" y="2287931"/>
                  </a:lnTo>
                  <a:close/>
                  <a:moveTo>
                    <a:pt x="384339" y="1577754"/>
                  </a:moveTo>
                  <a:lnTo>
                    <a:pt x="374394" y="1476038"/>
                  </a:lnTo>
                  <a:lnTo>
                    <a:pt x="362092" y="1539222"/>
                  </a:lnTo>
                  <a:close/>
                  <a:moveTo>
                    <a:pt x="1630567" y="2816323"/>
                  </a:moveTo>
                  <a:lnTo>
                    <a:pt x="1587203" y="2839274"/>
                  </a:lnTo>
                  <a:lnTo>
                    <a:pt x="1629199" y="2823984"/>
                  </a:lnTo>
                  <a:close/>
                  <a:moveTo>
                    <a:pt x="1164495" y="2197038"/>
                  </a:moveTo>
                  <a:lnTo>
                    <a:pt x="1136733" y="2181245"/>
                  </a:lnTo>
                  <a:lnTo>
                    <a:pt x="1203959" y="2240817"/>
                  </a:lnTo>
                  <a:close/>
                  <a:moveTo>
                    <a:pt x="1202880" y="2279253"/>
                  </a:moveTo>
                  <a:lnTo>
                    <a:pt x="1164495" y="2197038"/>
                  </a:lnTo>
                  <a:lnTo>
                    <a:pt x="1203959" y="2240817"/>
                  </a:lnTo>
                  <a:close/>
                  <a:moveTo>
                    <a:pt x="1082738" y="2076386"/>
                  </a:moveTo>
                  <a:lnTo>
                    <a:pt x="1105766" y="2153891"/>
                  </a:lnTo>
                  <a:lnTo>
                    <a:pt x="1077134" y="2114823"/>
                  </a:lnTo>
                  <a:close/>
                  <a:moveTo>
                    <a:pt x="1080748" y="2166167"/>
                  </a:moveTo>
                  <a:lnTo>
                    <a:pt x="1105766" y="2153891"/>
                  </a:lnTo>
                  <a:lnTo>
                    <a:pt x="1082738" y="2076386"/>
                  </a:lnTo>
                  <a:close/>
                  <a:moveTo>
                    <a:pt x="1136733" y="2181245"/>
                  </a:moveTo>
                  <a:lnTo>
                    <a:pt x="1105766" y="2153891"/>
                  </a:lnTo>
                  <a:lnTo>
                    <a:pt x="1080748" y="2166167"/>
                  </a:lnTo>
                  <a:close/>
                  <a:moveTo>
                    <a:pt x="1077593" y="2112014"/>
                  </a:moveTo>
                  <a:lnTo>
                    <a:pt x="1080748" y="2166167"/>
                  </a:lnTo>
                  <a:lnTo>
                    <a:pt x="1082738" y="2076386"/>
                  </a:lnTo>
                  <a:close/>
                  <a:moveTo>
                    <a:pt x="425480" y="1345814"/>
                  </a:moveTo>
                  <a:lnTo>
                    <a:pt x="391112" y="1432522"/>
                  </a:lnTo>
                  <a:lnTo>
                    <a:pt x="513663" y="1396860"/>
                  </a:lnTo>
                  <a:close/>
                  <a:moveTo>
                    <a:pt x="1721968" y="2849275"/>
                  </a:moveTo>
                  <a:lnTo>
                    <a:pt x="1643778" y="2835595"/>
                  </a:lnTo>
                  <a:lnTo>
                    <a:pt x="1629199" y="2823984"/>
                  </a:lnTo>
                  <a:close/>
                  <a:moveTo>
                    <a:pt x="1737039" y="2796904"/>
                  </a:moveTo>
                  <a:lnTo>
                    <a:pt x="1643778" y="2835595"/>
                  </a:lnTo>
                  <a:lnTo>
                    <a:pt x="1721968" y="2849275"/>
                  </a:lnTo>
                  <a:close/>
                  <a:moveTo>
                    <a:pt x="1112453" y="1955735"/>
                  </a:moveTo>
                  <a:lnTo>
                    <a:pt x="1127965" y="2021687"/>
                  </a:lnTo>
                  <a:lnTo>
                    <a:pt x="1187896" y="2030556"/>
                  </a:lnTo>
                  <a:close/>
                  <a:moveTo>
                    <a:pt x="1127965" y="2021687"/>
                  </a:moveTo>
                  <a:lnTo>
                    <a:pt x="1214575" y="2066852"/>
                  </a:lnTo>
                  <a:lnTo>
                    <a:pt x="1259576" y="2019900"/>
                  </a:lnTo>
                  <a:close/>
                  <a:moveTo>
                    <a:pt x="632562" y="1418666"/>
                  </a:moveTo>
                  <a:lnTo>
                    <a:pt x="732048" y="1462444"/>
                  </a:lnTo>
                  <a:lnTo>
                    <a:pt x="710087" y="1384902"/>
                  </a:lnTo>
                  <a:close/>
                  <a:moveTo>
                    <a:pt x="513663" y="1396860"/>
                  </a:moveTo>
                  <a:lnTo>
                    <a:pt x="588668" y="1398633"/>
                  </a:lnTo>
                  <a:lnTo>
                    <a:pt x="557836" y="1387494"/>
                  </a:lnTo>
                  <a:close/>
                  <a:moveTo>
                    <a:pt x="1284169" y="1921789"/>
                  </a:moveTo>
                  <a:lnTo>
                    <a:pt x="1259576" y="2019900"/>
                  </a:lnTo>
                  <a:lnTo>
                    <a:pt x="1300803" y="1955735"/>
                  </a:lnTo>
                  <a:close/>
                  <a:moveTo>
                    <a:pt x="1300803" y="1955735"/>
                  </a:moveTo>
                  <a:lnTo>
                    <a:pt x="1286548" y="1905543"/>
                  </a:lnTo>
                  <a:lnTo>
                    <a:pt x="1284169" y="1921789"/>
                  </a:lnTo>
                  <a:close/>
                  <a:moveTo>
                    <a:pt x="1314843" y="1835084"/>
                  </a:moveTo>
                  <a:lnTo>
                    <a:pt x="1286548" y="1905543"/>
                  </a:lnTo>
                  <a:lnTo>
                    <a:pt x="1300803" y="1955735"/>
                  </a:lnTo>
                  <a:close/>
                  <a:moveTo>
                    <a:pt x="1673406" y="2147991"/>
                  </a:moveTo>
                  <a:lnTo>
                    <a:pt x="1702900" y="2224106"/>
                  </a:lnTo>
                  <a:lnTo>
                    <a:pt x="1617464" y="2132879"/>
                  </a:lnTo>
                  <a:close/>
                  <a:moveTo>
                    <a:pt x="1608317" y="2125507"/>
                  </a:moveTo>
                  <a:lnTo>
                    <a:pt x="1617464" y="2132879"/>
                  </a:lnTo>
                  <a:lnTo>
                    <a:pt x="1629638" y="2137124"/>
                  </a:lnTo>
                  <a:close/>
                  <a:moveTo>
                    <a:pt x="1608317" y="2125507"/>
                  </a:moveTo>
                  <a:lnTo>
                    <a:pt x="1569332" y="2071918"/>
                  </a:lnTo>
                  <a:lnTo>
                    <a:pt x="1617464" y="2132879"/>
                  </a:lnTo>
                  <a:close/>
                  <a:moveTo>
                    <a:pt x="1970055" y="2143507"/>
                  </a:moveTo>
                  <a:lnTo>
                    <a:pt x="1939532" y="2152912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17322" y="2213065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30138" y="2219230"/>
                  </a:lnTo>
                  <a:lnTo>
                    <a:pt x="2117322" y="2213065"/>
                  </a:lnTo>
                  <a:close/>
                  <a:moveTo>
                    <a:pt x="315559" y="162080"/>
                  </a:moveTo>
                  <a:lnTo>
                    <a:pt x="366564" y="181206"/>
                  </a:lnTo>
                  <a:lnTo>
                    <a:pt x="309767" y="115832"/>
                  </a:lnTo>
                  <a:close/>
                  <a:moveTo>
                    <a:pt x="366564" y="181206"/>
                  </a:moveTo>
                  <a:lnTo>
                    <a:pt x="377765" y="91405"/>
                  </a:lnTo>
                  <a:lnTo>
                    <a:pt x="309767" y="115832"/>
                  </a:lnTo>
                  <a:close/>
                  <a:moveTo>
                    <a:pt x="358853" y="20696"/>
                  </a:moveTo>
                  <a:lnTo>
                    <a:pt x="409006" y="75472"/>
                  </a:lnTo>
                  <a:lnTo>
                    <a:pt x="343219" y="0"/>
                  </a:lnTo>
                  <a:close/>
                  <a:moveTo>
                    <a:pt x="2117322" y="2213065"/>
                  </a:moveTo>
                  <a:lnTo>
                    <a:pt x="2130138" y="2219230"/>
                  </a:lnTo>
                  <a:lnTo>
                    <a:pt x="2139222" y="2218676"/>
                  </a:lnTo>
                  <a:close/>
                  <a:moveTo>
                    <a:pt x="2222743" y="2252291"/>
                  </a:moveTo>
                  <a:lnTo>
                    <a:pt x="2139222" y="2218676"/>
                  </a:lnTo>
                  <a:lnTo>
                    <a:pt x="2130138" y="2219230"/>
                  </a:lnTo>
                  <a:close/>
                  <a:moveTo>
                    <a:pt x="2117322" y="2213065"/>
                  </a:moveTo>
                  <a:lnTo>
                    <a:pt x="2139222" y="2218676"/>
                  </a:lnTo>
                  <a:lnTo>
                    <a:pt x="2150473" y="2202697"/>
                  </a:lnTo>
                  <a:close/>
                  <a:moveTo>
                    <a:pt x="2222743" y="2252291"/>
                  </a:moveTo>
                  <a:lnTo>
                    <a:pt x="2273335" y="2263496"/>
                  </a:lnTo>
                  <a:lnTo>
                    <a:pt x="2139222" y="2218676"/>
                  </a:lnTo>
                  <a:close/>
                  <a:moveTo>
                    <a:pt x="1959936" y="1936140"/>
                  </a:moveTo>
                  <a:lnTo>
                    <a:pt x="1950513" y="1927983"/>
                  </a:lnTo>
                  <a:lnTo>
                    <a:pt x="1918102" y="1949263"/>
                  </a:lnTo>
                  <a:close/>
                  <a:moveTo>
                    <a:pt x="1979754" y="1927983"/>
                  </a:moveTo>
                  <a:lnTo>
                    <a:pt x="1959936" y="1936140"/>
                  </a:lnTo>
                  <a:lnTo>
                    <a:pt x="1965975" y="1884204"/>
                  </a:lnTo>
                  <a:close/>
                  <a:moveTo>
                    <a:pt x="1973680" y="1845768"/>
                  </a:moveTo>
                  <a:lnTo>
                    <a:pt x="1979754" y="1927983"/>
                  </a:lnTo>
                  <a:lnTo>
                    <a:pt x="1965975" y="1884204"/>
                  </a:lnTo>
                  <a:close/>
                  <a:moveTo>
                    <a:pt x="1691520" y="1444221"/>
                  </a:moveTo>
                  <a:lnTo>
                    <a:pt x="1607582" y="1540360"/>
                  </a:lnTo>
                  <a:lnTo>
                    <a:pt x="1569924" y="1483454"/>
                  </a:lnTo>
                  <a:close/>
                  <a:moveTo>
                    <a:pt x="630879" y="387783"/>
                  </a:moveTo>
                  <a:lnTo>
                    <a:pt x="644350" y="476923"/>
                  </a:lnTo>
                  <a:lnTo>
                    <a:pt x="698211" y="453527"/>
                  </a:lnTo>
                  <a:close/>
                  <a:moveTo>
                    <a:pt x="664137" y="321245"/>
                  </a:moveTo>
                  <a:lnTo>
                    <a:pt x="720657" y="375387"/>
                  </a:lnTo>
                  <a:lnTo>
                    <a:pt x="651454" y="342167"/>
                  </a:lnTo>
                  <a:close/>
                  <a:moveTo>
                    <a:pt x="2308763" y="2234695"/>
                  </a:moveTo>
                  <a:lnTo>
                    <a:pt x="2318788" y="2326636"/>
                  </a:lnTo>
                  <a:lnTo>
                    <a:pt x="2356076" y="2256822"/>
                  </a:lnTo>
                  <a:close/>
                  <a:moveTo>
                    <a:pt x="1939736" y="1599745"/>
                  </a:moveTo>
                  <a:lnTo>
                    <a:pt x="2004602" y="1660142"/>
                  </a:lnTo>
                  <a:lnTo>
                    <a:pt x="2020835" y="1624304"/>
                  </a:lnTo>
                  <a:close/>
                  <a:moveTo>
                    <a:pt x="1910530" y="1599122"/>
                  </a:moveTo>
                  <a:lnTo>
                    <a:pt x="2004602" y="1660142"/>
                  </a:lnTo>
                  <a:lnTo>
                    <a:pt x="1939736" y="1599745"/>
                  </a:lnTo>
                  <a:close/>
                  <a:moveTo>
                    <a:pt x="1691520" y="1444221"/>
                  </a:moveTo>
                  <a:lnTo>
                    <a:pt x="1700285" y="1425494"/>
                  </a:lnTo>
                  <a:lnTo>
                    <a:pt x="1667145" y="1516907"/>
                  </a:lnTo>
                  <a:close/>
                  <a:moveTo>
                    <a:pt x="898015" y="448111"/>
                  </a:moveTo>
                  <a:lnTo>
                    <a:pt x="870163" y="414526"/>
                  </a:lnTo>
                  <a:lnTo>
                    <a:pt x="914381" y="491890"/>
                  </a:lnTo>
                  <a:close/>
                  <a:moveTo>
                    <a:pt x="842047" y="337291"/>
                  </a:moveTo>
                  <a:lnTo>
                    <a:pt x="868886" y="319133"/>
                  </a:lnTo>
                  <a:lnTo>
                    <a:pt x="868467" y="245244"/>
                  </a:lnTo>
                  <a:close/>
                  <a:moveTo>
                    <a:pt x="904496" y="347114"/>
                  </a:moveTo>
                  <a:lnTo>
                    <a:pt x="868886" y="319133"/>
                  </a:lnTo>
                  <a:lnTo>
                    <a:pt x="842047" y="337291"/>
                  </a:lnTo>
                  <a:close/>
                  <a:moveTo>
                    <a:pt x="863062" y="220115"/>
                  </a:moveTo>
                  <a:lnTo>
                    <a:pt x="868467" y="245244"/>
                  </a:lnTo>
                  <a:lnTo>
                    <a:pt x="814787" y="180323"/>
                  </a:lnTo>
                  <a:close/>
                  <a:moveTo>
                    <a:pt x="1533542" y="765277"/>
                  </a:moveTo>
                  <a:lnTo>
                    <a:pt x="1576470" y="764915"/>
                  </a:lnTo>
                  <a:lnTo>
                    <a:pt x="1549332" y="743877"/>
                  </a:lnTo>
                  <a:close/>
                  <a:moveTo>
                    <a:pt x="2156827" y="1296702"/>
                  </a:moveTo>
                  <a:lnTo>
                    <a:pt x="2187300" y="1401598"/>
                  </a:lnTo>
                  <a:lnTo>
                    <a:pt x="2183041" y="1319383"/>
                  </a:lnTo>
                  <a:close/>
                  <a:moveTo>
                    <a:pt x="2156827" y="1296702"/>
                  </a:moveTo>
                  <a:lnTo>
                    <a:pt x="2189467" y="1370258"/>
                  </a:lnTo>
                  <a:lnTo>
                    <a:pt x="2187300" y="140159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50" name="Candidate_density__2049">
              <a:extLst>
                <a:ext uri="{FF2B5EF4-FFF2-40B4-BE49-F238E27FC236}">
                  <a16:creationId xmlns:a16="http://schemas.microsoft.com/office/drawing/2014/main" id="{66BFF943-D9C6-B01C-EE3F-A788E06CED5C}"/>
                </a:ext>
              </a:extLst>
            </p:cNvPr>
            <p:cNvSpPr>
              <a:spLocks noGrp="1"/>
            </p:cNvSpPr>
            <p:nvPr/>
          </p:nvSpPr>
          <p:spPr>
            <a:xfrm>
              <a:off x="4663168" y="2346247"/>
              <a:ext cx="2102410" cy="3144676"/>
            </a:xfrm>
            <a:custGeom>
              <a:avLst/>
              <a:gdLst/>
              <a:ahLst/>
              <a:cxnLst/>
              <a:rect l="0" t="0" r="0" b="0"/>
              <a:pathLst>
                <a:path w="2102410" h="3144676">
                  <a:moveTo>
                    <a:pt x="240882" y="2866687"/>
                  </a:moveTo>
                  <a:lnTo>
                    <a:pt x="235260" y="2864670"/>
                  </a:lnTo>
                  <a:lnTo>
                    <a:pt x="274277" y="2928089"/>
                  </a:lnTo>
                  <a:close/>
                  <a:moveTo>
                    <a:pt x="329909" y="2920888"/>
                  </a:moveTo>
                  <a:lnTo>
                    <a:pt x="240882" y="2866687"/>
                  </a:lnTo>
                  <a:lnTo>
                    <a:pt x="274277" y="2928089"/>
                  </a:lnTo>
                  <a:close/>
                  <a:moveTo>
                    <a:pt x="231837" y="2861276"/>
                  </a:moveTo>
                  <a:lnTo>
                    <a:pt x="154149" y="2779061"/>
                  </a:lnTo>
                  <a:lnTo>
                    <a:pt x="182894" y="2807150"/>
                  </a:lnTo>
                  <a:close/>
                  <a:moveTo>
                    <a:pt x="101432" y="2712694"/>
                  </a:moveTo>
                  <a:lnTo>
                    <a:pt x="154149" y="2779061"/>
                  </a:lnTo>
                  <a:lnTo>
                    <a:pt x="137231" y="2757809"/>
                  </a:lnTo>
                  <a:close/>
                  <a:moveTo>
                    <a:pt x="369853" y="2943491"/>
                  </a:moveTo>
                  <a:lnTo>
                    <a:pt x="454048" y="2891160"/>
                  </a:lnTo>
                  <a:lnTo>
                    <a:pt x="340441" y="2839751"/>
                  </a:lnTo>
                  <a:close/>
                  <a:moveTo>
                    <a:pt x="369853" y="2943491"/>
                  </a:moveTo>
                  <a:lnTo>
                    <a:pt x="340441" y="2839751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40882" y="2866687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60898" y="2843827"/>
                  </a:lnTo>
                  <a:lnTo>
                    <a:pt x="240882" y="2866687"/>
                  </a:lnTo>
                  <a:close/>
                  <a:moveTo>
                    <a:pt x="340441" y="2839751"/>
                  </a:moveTo>
                  <a:lnTo>
                    <a:pt x="415978" y="2838933"/>
                  </a:lnTo>
                  <a:lnTo>
                    <a:pt x="332306" y="2746273"/>
                  </a:lnTo>
                  <a:close/>
                  <a:moveTo>
                    <a:pt x="137231" y="2757809"/>
                  </a:moveTo>
                  <a:lnTo>
                    <a:pt x="154149" y="2779061"/>
                  </a:lnTo>
                  <a:lnTo>
                    <a:pt x="180528" y="2748482"/>
                  </a:lnTo>
                  <a:close/>
                  <a:moveTo>
                    <a:pt x="137231" y="2757809"/>
                  </a:moveTo>
                  <a:lnTo>
                    <a:pt x="180528" y="2748482"/>
                  </a:lnTo>
                  <a:lnTo>
                    <a:pt x="91146" y="2696846"/>
                  </a:lnTo>
                  <a:close/>
                  <a:moveTo>
                    <a:pt x="90489" y="2583050"/>
                  </a:moveTo>
                  <a:lnTo>
                    <a:pt x="103769" y="2510609"/>
                  </a:lnTo>
                  <a:lnTo>
                    <a:pt x="13984" y="2532415"/>
                  </a:lnTo>
                  <a:close/>
                  <a:moveTo>
                    <a:pt x="103769" y="2510609"/>
                  </a:moveTo>
                  <a:lnTo>
                    <a:pt x="0" y="2523385"/>
                  </a:lnTo>
                  <a:lnTo>
                    <a:pt x="13984" y="2532415"/>
                  </a:lnTo>
                  <a:close/>
                  <a:moveTo>
                    <a:pt x="20116" y="2417933"/>
                  </a:moveTo>
                  <a:lnTo>
                    <a:pt x="0" y="2523385"/>
                  </a:lnTo>
                  <a:lnTo>
                    <a:pt x="103769" y="2510609"/>
                  </a:lnTo>
                  <a:close/>
                  <a:moveTo>
                    <a:pt x="32138" y="2329549"/>
                  </a:moveTo>
                  <a:lnTo>
                    <a:pt x="17661" y="2374214"/>
                  </a:lnTo>
                  <a:lnTo>
                    <a:pt x="69748" y="2338083"/>
                  </a:lnTo>
                  <a:close/>
                  <a:moveTo>
                    <a:pt x="69748" y="2338083"/>
                  </a:moveTo>
                  <a:lnTo>
                    <a:pt x="17661" y="2374214"/>
                  </a:lnTo>
                  <a:lnTo>
                    <a:pt x="20116" y="2417933"/>
                  </a:lnTo>
                  <a:close/>
                  <a:moveTo>
                    <a:pt x="820994" y="3113263"/>
                  </a:moveTo>
                  <a:lnTo>
                    <a:pt x="789123" y="3092778"/>
                  </a:lnTo>
                  <a:lnTo>
                    <a:pt x="745446" y="3144676"/>
                  </a:lnTo>
                  <a:close/>
                  <a:moveTo>
                    <a:pt x="658860" y="3099601"/>
                  </a:moveTo>
                  <a:lnTo>
                    <a:pt x="745446" y="3144676"/>
                  </a:lnTo>
                  <a:lnTo>
                    <a:pt x="789123" y="3092778"/>
                  </a:lnTo>
                  <a:close/>
                  <a:moveTo>
                    <a:pt x="703249" y="3050364"/>
                  </a:moveTo>
                  <a:lnTo>
                    <a:pt x="658860" y="3099601"/>
                  </a:lnTo>
                  <a:lnTo>
                    <a:pt x="789123" y="3092778"/>
                  </a:lnTo>
                  <a:close/>
                  <a:moveTo>
                    <a:pt x="16836" y="2247333"/>
                  </a:moveTo>
                  <a:lnTo>
                    <a:pt x="14015" y="2222709"/>
                  </a:lnTo>
                  <a:lnTo>
                    <a:pt x="73907" y="2291113"/>
                  </a:lnTo>
                  <a:close/>
                  <a:moveTo>
                    <a:pt x="32138" y="2329549"/>
                  </a:moveTo>
                  <a:lnTo>
                    <a:pt x="16836" y="2247333"/>
                  </a:lnTo>
                  <a:lnTo>
                    <a:pt x="73907" y="2291113"/>
                  </a:lnTo>
                  <a:close/>
                  <a:moveTo>
                    <a:pt x="640656" y="2917051"/>
                  </a:moveTo>
                  <a:lnTo>
                    <a:pt x="663962" y="2903476"/>
                  </a:lnTo>
                  <a:lnTo>
                    <a:pt x="582802" y="2878688"/>
                  </a:lnTo>
                  <a:close/>
                  <a:moveTo>
                    <a:pt x="874428" y="3074827"/>
                  </a:moveTo>
                  <a:lnTo>
                    <a:pt x="919408" y="3086028"/>
                  </a:lnTo>
                  <a:lnTo>
                    <a:pt x="939944" y="3055695"/>
                  </a:lnTo>
                  <a:close/>
                  <a:moveTo>
                    <a:pt x="900502" y="2987669"/>
                  </a:moveTo>
                  <a:lnTo>
                    <a:pt x="939944" y="3055695"/>
                  </a:lnTo>
                  <a:lnTo>
                    <a:pt x="970183" y="2991611"/>
                  </a:lnTo>
                  <a:close/>
                  <a:moveTo>
                    <a:pt x="900502" y="2987669"/>
                  </a:moveTo>
                  <a:lnTo>
                    <a:pt x="970183" y="2991611"/>
                  </a:lnTo>
                  <a:lnTo>
                    <a:pt x="968568" y="2991174"/>
                  </a:lnTo>
                  <a:close/>
                  <a:moveTo>
                    <a:pt x="411211" y="2364051"/>
                  </a:moveTo>
                  <a:lnTo>
                    <a:pt x="382197" y="2417106"/>
                  </a:lnTo>
                  <a:lnTo>
                    <a:pt x="457200" y="2304960"/>
                  </a:lnTo>
                  <a:close/>
                  <a:moveTo>
                    <a:pt x="457200" y="2304960"/>
                  </a:moveTo>
                  <a:lnTo>
                    <a:pt x="382197" y="2417106"/>
                  </a:lnTo>
                  <a:lnTo>
                    <a:pt x="467163" y="2396952"/>
                  </a:lnTo>
                  <a:close/>
                  <a:moveTo>
                    <a:pt x="457200" y="2304960"/>
                  </a:moveTo>
                  <a:lnTo>
                    <a:pt x="439921" y="2296455"/>
                  </a:lnTo>
                  <a:lnTo>
                    <a:pt x="411211" y="2364051"/>
                  </a:lnTo>
                  <a:close/>
                  <a:moveTo>
                    <a:pt x="544100" y="2303587"/>
                  </a:moveTo>
                  <a:lnTo>
                    <a:pt x="529249" y="2296455"/>
                  </a:lnTo>
                  <a:lnTo>
                    <a:pt x="535691" y="2401833"/>
                  </a:lnTo>
                  <a:close/>
                  <a:moveTo>
                    <a:pt x="535691" y="2401833"/>
                  </a:moveTo>
                  <a:lnTo>
                    <a:pt x="529249" y="2296455"/>
                  </a:lnTo>
                  <a:lnTo>
                    <a:pt x="457200" y="2304960"/>
                  </a:lnTo>
                  <a:close/>
                  <a:moveTo>
                    <a:pt x="535691" y="2401833"/>
                  </a:moveTo>
                  <a:lnTo>
                    <a:pt x="457200" y="2304960"/>
                  </a:lnTo>
                  <a:lnTo>
                    <a:pt x="467163" y="2396952"/>
                  </a:lnTo>
                  <a:close/>
                  <a:moveTo>
                    <a:pt x="529249" y="2296455"/>
                  </a:moveTo>
                  <a:lnTo>
                    <a:pt x="463845" y="2214239"/>
                  </a:lnTo>
                  <a:lnTo>
                    <a:pt x="457200" y="2304960"/>
                  </a:lnTo>
                  <a:close/>
                  <a:moveTo>
                    <a:pt x="230918" y="2167555"/>
                  </a:moveTo>
                  <a:lnTo>
                    <a:pt x="298400" y="2073193"/>
                  </a:lnTo>
                  <a:lnTo>
                    <a:pt x="226912" y="2168848"/>
                  </a:lnTo>
                  <a:close/>
                  <a:moveTo>
                    <a:pt x="437167" y="2214239"/>
                  </a:moveTo>
                  <a:lnTo>
                    <a:pt x="413556" y="2279849"/>
                  </a:lnTo>
                  <a:lnTo>
                    <a:pt x="439921" y="2296455"/>
                  </a:lnTo>
                  <a:close/>
                  <a:moveTo>
                    <a:pt x="529249" y="2296455"/>
                  </a:moveTo>
                  <a:lnTo>
                    <a:pt x="547624" y="2292039"/>
                  </a:lnTo>
                  <a:lnTo>
                    <a:pt x="463845" y="2214239"/>
                  </a:lnTo>
                  <a:close/>
                  <a:moveTo>
                    <a:pt x="547624" y="2292039"/>
                  </a:moveTo>
                  <a:lnTo>
                    <a:pt x="562948" y="2296455"/>
                  </a:lnTo>
                  <a:lnTo>
                    <a:pt x="582851" y="2233265"/>
                  </a:lnTo>
                  <a:close/>
                  <a:moveTo>
                    <a:pt x="1154551" y="2751308"/>
                  </a:moveTo>
                  <a:lnTo>
                    <a:pt x="1183525" y="2807142"/>
                  </a:lnTo>
                  <a:lnTo>
                    <a:pt x="1199003" y="2795087"/>
                  </a:lnTo>
                  <a:close/>
                  <a:moveTo>
                    <a:pt x="819751" y="2098930"/>
                  </a:moveTo>
                  <a:lnTo>
                    <a:pt x="873267" y="2209073"/>
                  </a:lnTo>
                  <a:lnTo>
                    <a:pt x="904432" y="2169226"/>
                  </a:lnTo>
                  <a:close/>
                  <a:moveTo>
                    <a:pt x="854228" y="2219582"/>
                  </a:moveTo>
                  <a:lnTo>
                    <a:pt x="873267" y="2209073"/>
                  </a:lnTo>
                  <a:lnTo>
                    <a:pt x="819751" y="2098930"/>
                  </a:lnTo>
                  <a:close/>
                  <a:moveTo>
                    <a:pt x="766396" y="2137367"/>
                  </a:moveTo>
                  <a:lnTo>
                    <a:pt x="854228" y="2219582"/>
                  </a:lnTo>
                  <a:lnTo>
                    <a:pt x="819751" y="2098930"/>
                  </a:lnTo>
                  <a:close/>
                  <a:moveTo>
                    <a:pt x="952494" y="2105163"/>
                  </a:moveTo>
                  <a:lnTo>
                    <a:pt x="904432" y="2169226"/>
                  </a:lnTo>
                  <a:lnTo>
                    <a:pt x="873267" y="2209073"/>
                  </a:lnTo>
                  <a:close/>
                  <a:moveTo>
                    <a:pt x="873267" y="2209073"/>
                  </a:moveTo>
                  <a:lnTo>
                    <a:pt x="929190" y="2181145"/>
                  </a:lnTo>
                  <a:lnTo>
                    <a:pt x="952494" y="2105163"/>
                  </a:lnTo>
                  <a:close/>
                  <a:moveTo>
                    <a:pt x="766396" y="2137367"/>
                  </a:moveTo>
                  <a:lnTo>
                    <a:pt x="819751" y="2098930"/>
                  </a:lnTo>
                  <a:lnTo>
                    <a:pt x="762916" y="2133983"/>
                  </a:lnTo>
                  <a:close/>
                  <a:moveTo>
                    <a:pt x="819751" y="2098930"/>
                  </a:moveTo>
                  <a:lnTo>
                    <a:pt x="807797" y="2086584"/>
                  </a:lnTo>
                  <a:lnTo>
                    <a:pt x="762916" y="2133983"/>
                  </a:lnTo>
                  <a:close/>
                  <a:moveTo>
                    <a:pt x="807797" y="2086584"/>
                  </a:moveTo>
                  <a:lnTo>
                    <a:pt x="669031" y="2055151"/>
                  </a:lnTo>
                  <a:lnTo>
                    <a:pt x="762916" y="2133983"/>
                  </a:lnTo>
                  <a:close/>
                  <a:moveTo>
                    <a:pt x="663975" y="2042716"/>
                  </a:moveTo>
                  <a:lnTo>
                    <a:pt x="669031" y="2055151"/>
                  </a:lnTo>
                  <a:lnTo>
                    <a:pt x="668821" y="2053915"/>
                  </a:lnTo>
                  <a:close/>
                  <a:moveTo>
                    <a:pt x="623465" y="1972936"/>
                  </a:moveTo>
                  <a:lnTo>
                    <a:pt x="663975" y="2042716"/>
                  </a:lnTo>
                  <a:lnTo>
                    <a:pt x="609799" y="1941215"/>
                  </a:lnTo>
                  <a:close/>
                  <a:moveTo>
                    <a:pt x="609799" y="1941215"/>
                  </a:moveTo>
                  <a:lnTo>
                    <a:pt x="663975" y="2042716"/>
                  </a:lnTo>
                  <a:lnTo>
                    <a:pt x="668821" y="2053915"/>
                  </a:lnTo>
                  <a:close/>
                  <a:moveTo>
                    <a:pt x="609799" y="1941215"/>
                  </a:moveTo>
                  <a:lnTo>
                    <a:pt x="668821" y="2053915"/>
                  </a:lnTo>
                  <a:lnTo>
                    <a:pt x="608580" y="2042298"/>
                  </a:lnTo>
                  <a:close/>
                  <a:moveTo>
                    <a:pt x="623465" y="1972936"/>
                  </a:moveTo>
                  <a:lnTo>
                    <a:pt x="609799" y="1941215"/>
                  </a:lnTo>
                  <a:lnTo>
                    <a:pt x="560493" y="1881208"/>
                  </a:lnTo>
                  <a:close/>
                  <a:moveTo>
                    <a:pt x="130674" y="1397431"/>
                  </a:moveTo>
                  <a:lnTo>
                    <a:pt x="220887" y="1285513"/>
                  </a:lnTo>
                  <a:lnTo>
                    <a:pt x="120729" y="1295715"/>
                  </a:lnTo>
                  <a:close/>
                  <a:moveTo>
                    <a:pt x="120729" y="1295715"/>
                  </a:moveTo>
                  <a:lnTo>
                    <a:pt x="220887" y="1285513"/>
                  </a:lnTo>
                  <a:lnTo>
                    <a:pt x="199308" y="1292424"/>
                  </a:lnTo>
                  <a:close/>
                  <a:moveTo>
                    <a:pt x="609694" y="1934500"/>
                  </a:moveTo>
                  <a:lnTo>
                    <a:pt x="560493" y="1881208"/>
                  </a:lnTo>
                  <a:lnTo>
                    <a:pt x="609799" y="1941215"/>
                  </a:lnTo>
                  <a:close/>
                  <a:moveTo>
                    <a:pt x="1275107" y="2592221"/>
                  </a:moveTo>
                  <a:lnTo>
                    <a:pt x="1333537" y="2658951"/>
                  </a:lnTo>
                  <a:lnTo>
                    <a:pt x="1376901" y="2635999"/>
                  </a:lnTo>
                  <a:close/>
                  <a:moveTo>
                    <a:pt x="1244670" y="2389354"/>
                  </a:moveTo>
                  <a:lnTo>
                    <a:pt x="1301717" y="2324775"/>
                  </a:lnTo>
                  <a:lnTo>
                    <a:pt x="1211425" y="2427790"/>
                  </a:lnTo>
                  <a:close/>
                  <a:moveTo>
                    <a:pt x="941783" y="2093673"/>
                  </a:moveTo>
                  <a:lnTo>
                    <a:pt x="949214" y="2098930"/>
                  </a:lnTo>
                  <a:lnTo>
                    <a:pt x="950293" y="2060493"/>
                  </a:lnTo>
                  <a:close/>
                  <a:moveTo>
                    <a:pt x="904432" y="2169226"/>
                  </a:moveTo>
                  <a:lnTo>
                    <a:pt x="949214" y="2098930"/>
                  </a:lnTo>
                  <a:lnTo>
                    <a:pt x="941783" y="2093673"/>
                  </a:lnTo>
                  <a:close/>
                  <a:moveTo>
                    <a:pt x="966594" y="2122983"/>
                  </a:moveTo>
                  <a:lnTo>
                    <a:pt x="929190" y="2181145"/>
                  </a:lnTo>
                  <a:lnTo>
                    <a:pt x="999233" y="2167257"/>
                  </a:lnTo>
                  <a:close/>
                  <a:moveTo>
                    <a:pt x="901411" y="2060493"/>
                  </a:moveTo>
                  <a:lnTo>
                    <a:pt x="904432" y="2169226"/>
                  </a:lnTo>
                  <a:lnTo>
                    <a:pt x="941783" y="2093673"/>
                  </a:lnTo>
                  <a:close/>
                  <a:moveTo>
                    <a:pt x="819751" y="2098930"/>
                  </a:moveTo>
                  <a:lnTo>
                    <a:pt x="926997" y="2038391"/>
                  </a:lnTo>
                  <a:lnTo>
                    <a:pt x="827082" y="1985844"/>
                  </a:lnTo>
                  <a:close/>
                  <a:moveTo>
                    <a:pt x="827082" y="1985844"/>
                  </a:moveTo>
                  <a:lnTo>
                    <a:pt x="926997" y="2038391"/>
                  </a:lnTo>
                  <a:lnTo>
                    <a:pt x="883067" y="2000922"/>
                  </a:lnTo>
                  <a:close/>
                  <a:moveTo>
                    <a:pt x="819751" y="2098930"/>
                  </a:moveTo>
                  <a:lnTo>
                    <a:pt x="827082" y="1985844"/>
                  </a:lnTo>
                  <a:lnTo>
                    <a:pt x="807797" y="2086584"/>
                  </a:lnTo>
                  <a:close/>
                  <a:moveTo>
                    <a:pt x="950293" y="2060493"/>
                  </a:moveTo>
                  <a:lnTo>
                    <a:pt x="883067" y="2000922"/>
                  </a:lnTo>
                  <a:lnTo>
                    <a:pt x="926997" y="2038391"/>
                  </a:lnTo>
                  <a:close/>
                  <a:moveTo>
                    <a:pt x="841688" y="1834378"/>
                  </a:moveTo>
                  <a:lnTo>
                    <a:pt x="874300" y="1841364"/>
                  </a:lnTo>
                  <a:lnTo>
                    <a:pt x="817875" y="1813848"/>
                  </a:lnTo>
                  <a:close/>
                  <a:moveTo>
                    <a:pt x="803750" y="1856251"/>
                  </a:moveTo>
                  <a:lnTo>
                    <a:pt x="829072" y="1896063"/>
                  </a:lnTo>
                  <a:lnTo>
                    <a:pt x="784695" y="1852285"/>
                  </a:lnTo>
                  <a:close/>
                  <a:moveTo>
                    <a:pt x="372555" y="1358716"/>
                  </a:moveTo>
                  <a:lnTo>
                    <a:pt x="385085" y="1358994"/>
                  </a:lnTo>
                  <a:lnTo>
                    <a:pt x="351584" y="1329309"/>
                  </a:lnTo>
                  <a:close/>
                  <a:moveTo>
                    <a:pt x="372555" y="1358716"/>
                  </a:moveTo>
                  <a:lnTo>
                    <a:pt x="408919" y="1320558"/>
                  </a:lnTo>
                  <a:lnTo>
                    <a:pt x="402230" y="1348727"/>
                  </a:lnTo>
                  <a:close/>
                  <a:moveTo>
                    <a:pt x="137446" y="1252199"/>
                  </a:moveTo>
                  <a:lnTo>
                    <a:pt x="214545" y="1261803"/>
                  </a:lnTo>
                  <a:lnTo>
                    <a:pt x="259997" y="1216537"/>
                  </a:lnTo>
                  <a:close/>
                  <a:moveTo>
                    <a:pt x="259997" y="1216537"/>
                  </a:moveTo>
                  <a:lnTo>
                    <a:pt x="214545" y="1261803"/>
                  </a:lnTo>
                  <a:lnTo>
                    <a:pt x="335002" y="1218310"/>
                  </a:lnTo>
                  <a:close/>
                  <a:moveTo>
                    <a:pt x="1230205" y="2200758"/>
                  </a:moveTo>
                  <a:lnTo>
                    <a:pt x="1149281" y="2307139"/>
                  </a:lnTo>
                  <a:lnTo>
                    <a:pt x="1149869" y="2305569"/>
                  </a:lnTo>
                  <a:close/>
                  <a:moveTo>
                    <a:pt x="737833" y="1797625"/>
                  </a:moveTo>
                  <a:lnTo>
                    <a:pt x="803750" y="1856251"/>
                  </a:lnTo>
                  <a:lnTo>
                    <a:pt x="756957" y="1813848"/>
                  </a:lnTo>
                  <a:close/>
                  <a:moveTo>
                    <a:pt x="828115" y="1884913"/>
                  </a:moveTo>
                  <a:lnTo>
                    <a:pt x="823928" y="1931691"/>
                  </a:lnTo>
                  <a:lnTo>
                    <a:pt x="829072" y="1896063"/>
                  </a:lnTo>
                  <a:close/>
                  <a:moveTo>
                    <a:pt x="829072" y="1896063"/>
                  </a:moveTo>
                  <a:lnTo>
                    <a:pt x="803750" y="1856251"/>
                  </a:lnTo>
                  <a:lnTo>
                    <a:pt x="828115" y="1884913"/>
                  </a:lnTo>
                  <a:close/>
                  <a:moveTo>
                    <a:pt x="717497" y="1731633"/>
                  </a:moveTo>
                  <a:lnTo>
                    <a:pt x="742808" y="1693490"/>
                  </a:lnTo>
                  <a:lnTo>
                    <a:pt x="756957" y="1813848"/>
                  </a:lnTo>
                  <a:close/>
                  <a:moveTo>
                    <a:pt x="858787" y="1775412"/>
                  </a:moveTo>
                  <a:lnTo>
                    <a:pt x="793456" y="1712905"/>
                  </a:lnTo>
                  <a:lnTo>
                    <a:pt x="817711" y="1731633"/>
                  </a:lnTo>
                  <a:close/>
                  <a:moveTo>
                    <a:pt x="1030504" y="1741466"/>
                  </a:moveTo>
                  <a:lnTo>
                    <a:pt x="939314" y="1755009"/>
                  </a:lnTo>
                  <a:lnTo>
                    <a:pt x="934231" y="1850233"/>
                  </a:lnTo>
                  <a:close/>
                  <a:moveTo>
                    <a:pt x="1770146" y="2365031"/>
                  </a:moveTo>
                  <a:lnTo>
                    <a:pt x="1693597" y="2308370"/>
                  </a:lnTo>
                  <a:lnTo>
                    <a:pt x="1769638" y="2356260"/>
                  </a:lnTo>
                  <a:close/>
                  <a:moveTo>
                    <a:pt x="1674920" y="2238540"/>
                  </a:moveTo>
                  <a:lnTo>
                    <a:pt x="1632029" y="2216542"/>
                  </a:lnTo>
                  <a:lnTo>
                    <a:pt x="1753037" y="2274045"/>
                  </a:lnTo>
                  <a:close/>
                  <a:moveTo>
                    <a:pt x="1624900" y="2191829"/>
                  </a:moveTo>
                  <a:lnTo>
                    <a:pt x="1632029" y="2216542"/>
                  </a:lnTo>
                  <a:lnTo>
                    <a:pt x="1674920" y="2238540"/>
                  </a:lnTo>
                  <a:close/>
                  <a:moveTo>
                    <a:pt x="1363798" y="1952556"/>
                  </a:moveTo>
                  <a:lnTo>
                    <a:pt x="1454141" y="2027399"/>
                  </a:lnTo>
                  <a:lnTo>
                    <a:pt x="1375973" y="1956801"/>
                  </a:lnTo>
                  <a:close/>
                  <a:moveTo>
                    <a:pt x="1449234" y="2043783"/>
                  </a:moveTo>
                  <a:lnTo>
                    <a:pt x="1454141" y="2027399"/>
                  </a:lnTo>
                  <a:lnTo>
                    <a:pt x="1363798" y="1952556"/>
                  </a:lnTo>
                  <a:close/>
                  <a:moveTo>
                    <a:pt x="1354652" y="1945184"/>
                  </a:moveTo>
                  <a:lnTo>
                    <a:pt x="1290721" y="1862969"/>
                  </a:lnTo>
                  <a:lnTo>
                    <a:pt x="1315666" y="1891595"/>
                  </a:lnTo>
                  <a:close/>
                  <a:moveTo>
                    <a:pt x="1736927" y="2331446"/>
                  </a:moveTo>
                  <a:lnTo>
                    <a:pt x="1817130" y="2426927"/>
                  </a:lnTo>
                  <a:lnTo>
                    <a:pt x="1769638" y="2356260"/>
                  </a:lnTo>
                  <a:close/>
                  <a:moveTo>
                    <a:pt x="1769638" y="2356260"/>
                  </a:moveTo>
                  <a:lnTo>
                    <a:pt x="1817130" y="2426927"/>
                  </a:lnTo>
                  <a:lnTo>
                    <a:pt x="1789570" y="2388542"/>
                  </a:lnTo>
                  <a:close/>
                  <a:moveTo>
                    <a:pt x="1775604" y="2260502"/>
                  </a:moveTo>
                  <a:lnTo>
                    <a:pt x="1674920" y="2238540"/>
                  </a:lnTo>
                  <a:lnTo>
                    <a:pt x="1753037" y="2274045"/>
                  </a:lnTo>
                  <a:close/>
                  <a:moveTo>
                    <a:pt x="1732143" y="2071178"/>
                  </a:moveTo>
                  <a:lnTo>
                    <a:pt x="1709646" y="2153172"/>
                  </a:lnTo>
                  <a:lnTo>
                    <a:pt x="1750787" y="2080494"/>
                  </a:lnTo>
                  <a:close/>
                  <a:moveTo>
                    <a:pt x="1454141" y="2027399"/>
                  </a:moveTo>
                  <a:lnTo>
                    <a:pt x="1493876" y="2007489"/>
                  </a:lnTo>
                  <a:lnTo>
                    <a:pt x="1375973" y="1956801"/>
                  </a:lnTo>
                  <a:close/>
                  <a:moveTo>
                    <a:pt x="1699303" y="2061757"/>
                  </a:moveTo>
                  <a:lnTo>
                    <a:pt x="1672186" y="2013114"/>
                  </a:lnTo>
                  <a:lnTo>
                    <a:pt x="1645969" y="1988963"/>
                  </a:lnTo>
                  <a:close/>
                  <a:moveTo>
                    <a:pt x="1635551" y="1952902"/>
                  </a:moveTo>
                  <a:lnTo>
                    <a:pt x="1699303" y="2061757"/>
                  </a:lnTo>
                  <a:lnTo>
                    <a:pt x="1645969" y="1988963"/>
                  </a:lnTo>
                  <a:close/>
                  <a:moveTo>
                    <a:pt x="1803409" y="2009879"/>
                  </a:moveTo>
                  <a:lnTo>
                    <a:pt x="1863656" y="2032741"/>
                  </a:lnTo>
                  <a:lnTo>
                    <a:pt x="1849328" y="1966361"/>
                  </a:lnTo>
                  <a:close/>
                  <a:moveTo>
                    <a:pt x="1849328" y="1966361"/>
                  </a:moveTo>
                  <a:lnTo>
                    <a:pt x="1863656" y="2032741"/>
                  </a:lnTo>
                  <a:lnTo>
                    <a:pt x="1906241" y="1914613"/>
                  </a:lnTo>
                  <a:close/>
                  <a:moveTo>
                    <a:pt x="1906241" y="1914613"/>
                  </a:moveTo>
                  <a:lnTo>
                    <a:pt x="1863656" y="2032741"/>
                  </a:lnTo>
                  <a:lnTo>
                    <a:pt x="1896808" y="2022374"/>
                  </a:lnTo>
                  <a:close/>
                  <a:moveTo>
                    <a:pt x="1906241" y="1914613"/>
                  </a:moveTo>
                  <a:lnTo>
                    <a:pt x="1901854" y="1912090"/>
                  </a:lnTo>
                  <a:lnTo>
                    <a:pt x="1849328" y="1966361"/>
                  </a:lnTo>
                  <a:close/>
                  <a:moveTo>
                    <a:pt x="1973840" y="1994305"/>
                  </a:moveTo>
                  <a:lnTo>
                    <a:pt x="2019670" y="2083173"/>
                  </a:lnTo>
                  <a:lnTo>
                    <a:pt x="2007323" y="2076520"/>
                  </a:lnTo>
                  <a:close/>
                  <a:moveTo>
                    <a:pt x="1885556" y="2038353"/>
                  </a:moveTo>
                  <a:lnTo>
                    <a:pt x="2019670" y="2083173"/>
                  </a:lnTo>
                  <a:lnTo>
                    <a:pt x="1973840" y="1994305"/>
                  </a:lnTo>
                  <a:close/>
                  <a:moveTo>
                    <a:pt x="1973840" y="1994305"/>
                  </a:moveTo>
                  <a:lnTo>
                    <a:pt x="1896808" y="2022374"/>
                  </a:lnTo>
                  <a:lnTo>
                    <a:pt x="1885556" y="2038353"/>
                  </a:lnTo>
                  <a:close/>
                  <a:moveTo>
                    <a:pt x="1896808" y="2022374"/>
                  </a:moveTo>
                  <a:lnTo>
                    <a:pt x="1996408" y="1958952"/>
                  </a:lnTo>
                  <a:lnTo>
                    <a:pt x="1970000" y="1923370"/>
                  </a:lnTo>
                  <a:close/>
                  <a:moveTo>
                    <a:pt x="1896808" y="2022374"/>
                  </a:moveTo>
                  <a:lnTo>
                    <a:pt x="1970000" y="1923370"/>
                  </a:lnTo>
                  <a:lnTo>
                    <a:pt x="1906241" y="1914613"/>
                  </a:lnTo>
                  <a:close/>
                  <a:moveTo>
                    <a:pt x="2019670" y="2083173"/>
                  </a:moveTo>
                  <a:lnTo>
                    <a:pt x="1969077" y="2071967"/>
                  </a:lnTo>
                  <a:lnTo>
                    <a:pt x="2041300" y="1994305"/>
                  </a:lnTo>
                  <a:close/>
                  <a:moveTo>
                    <a:pt x="1906241" y="1914613"/>
                  </a:moveTo>
                  <a:lnTo>
                    <a:pt x="1842677" y="1878036"/>
                  </a:lnTo>
                  <a:lnTo>
                    <a:pt x="1901854" y="1912090"/>
                  </a:lnTo>
                  <a:close/>
                  <a:moveTo>
                    <a:pt x="1901854" y="1912090"/>
                  </a:moveTo>
                  <a:lnTo>
                    <a:pt x="1820431" y="1868312"/>
                  </a:lnTo>
                  <a:lnTo>
                    <a:pt x="1820781" y="1829875"/>
                  </a:lnTo>
                  <a:close/>
                  <a:moveTo>
                    <a:pt x="1750991" y="1813898"/>
                  </a:moveTo>
                  <a:lnTo>
                    <a:pt x="1809298" y="1816697"/>
                  </a:lnTo>
                  <a:lnTo>
                    <a:pt x="1820781" y="1829875"/>
                  </a:lnTo>
                  <a:close/>
                  <a:moveTo>
                    <a:pt x="1664436" y="1768940"/>
                  </a:moveTo>
                  <a:lnTo>
                    <a:pt x="1638278" y="1734592"/>
                  </a:lnTo>
                  <a:lnTo>
                    <a:pt x="1578830" y="1727528"/>
                  </a:lnTo>
                  <a:close/>
                  <a:moveTo>
                    <a:pt x="1297052" y="1292806"/>
                  </a:moveTo>
                  <a:lnTo>
                    <a:pt x="1316258" y="1303131"/>
                  </a:lnTo>
                  <a:lnTo>
                    <a:pt x="1353916" y="1360037"/>
                  </a:lnTo>
                  <a:close/>
                  <a:moveTo>
                    <a:pt x="2021753" y="1981388"/>
                  </a:moveTo>
                  <a:lnTo>
                    <a:pt x="2102374" y="2076482"/>
                  </a:lnTo>
                  <a:lnTo>
                    <a:pt x="2041300" y="1994305"/>
                  </a:lnTo>
                  <a:close/>
                  <a:moveTo>
                    <a:pt x="2055097" y="2054372"/>
                  </a:moveTo>
                  <a:lnTo>
                    <a:pt x="2102410" y="2076498"/>
                  </a:lnTo>
                  <a:lnTo>
                    <a:pt x="2021753" y="1981388"/>
                  </a:lnTo>
                  <a:close/>
                  <a:moveTo>
                    <a:pt x="1661334" y="1391980"/>
                  </a:moveTo>
                  <a:lnTo>
                    <a:pt x="1656864" y="1418799"/>
                  </a:lnTo>
                  <a:lnTo>
                    <a:pt x="1686071" y="1419422"/>
                  </a:lnTo>
                  <a:close/>
                  <a:moveTo>
                    <a:pt x="1422953" y="1208186"/>
                  </a:moveTo>
                  <a:lnTo>
                    <a:pt x="1461835" y="1215932"/>
                  </a:lnTo>
                  <a:lnTo>
                    <a:pt x="1446619" y="1245171"/>
                  </a:lnTo>
                  <a:close/>
                  <a:moveTo>
                    <a:pt x="1388429" y="1142561"/>
                  </a:moveTo>
                  <a:lnTo>
                    <a:pt x="1461835" y="1215932"/>
                  </a:lnTo>
                  <a:lnTo>
                    <a:pt x="1422953" y="1208186"/>
                  </a:lnTo>
                  <a:close/>
                  <a:moveTo>
                    <a:pt x="588381" y="156968"/>
                  </a:moveTo>
                  <a:lnTo>
                    <a:pt x="616497" y="234203"/>
                  </a:lnTo>
                  <a:lnTo>
                    <a:pt x="650830" y="166790"/>
                  </a:lnTo>
                  <a:close/>
                  <a:moveTo>
                    <a:pt x="591838" y="114844"/>
                  </a:moveTo>
                  <a:lnTo>
                    <a:pt x="588381" y="156968"/>
                  </a:lnTo>
                  <a:lnTo>
                    <a:pt x="614802" y="64921"/>
                  </a:lnTo>
                  <a:close/>
                  <a:moveTo>
                    <a:pt x="509994" y="24042"/>
                  </a:moveTo>
                  <a:lnTo>
                    <a:pt x="496698" y="37789"/>
                  </a:lnTo>
                  <a:lnTo>
                    <a:pt x="561121" y="0"/>
                  </a:lnTo>
                  <a:close/>
                  <a:moveTo>
                    <a:pt x="1661334" y="1391980"/>
                  </a:moveTo>
                  <a:lnTo>
                    <a:pt x="1642602" y="1380363"/>
                  </a:lnTo>
                  <a:lnTo>
                    <a:pt x="1572142" y="1303807"/>
                  </a:lnTo>
                  <a:close/>
                  <a:moveTo>
                    <a:pt x="1621406" y="1324349"/>
                  </a:moveTo>
                  <a:lnTo>
                    <a:pt x="1661334" y="1391980"/>
                  </a:lnTo>
                  <a:lnTo>
                    <a:pt x="1572142" y="1303807"/>
                  </a:lnTo>
                  <a:close/>
                  <a:moveTo>
                    <a:pt x="609396" y="39792"/>
                  </a:moveTo>
                  <a:lnTo>
                    <a:pt x="591838" y="114844"/>
                  </a:lnTo>
                  <a:lnTo>
                    <a:pt x="614802" y="64921"/>
                  </a:lnTo>
                  <a:close/>
                  <a:moveTo>
                    <a:pt x="1269071" y="544558"/>
                  </a:moveTo>
                  <a:lnTo>
                    <a:pt x="1295667" y="563554"/>
                  </a:lnTo>
                  <a:lnTo>
                    <a:pt x="1218344" y="508833"/>
                  </a:lnTo>
                  <a:close/>
                  <a:moveTo>
                    <a:pt x="1861399" y="1050238"/>
                  </a:moveTo>
                  <a:lnTo>
                    <a:pt x="1903161" y="1116378"/>
                  </a:lnTo>
                  <a:lnTo>
                    <a:pt x="1929375" y="113906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51" name="Candidate_density__2050">
              <a:extLst>
                <a:ext uri="{FF2B5EF4-FFF2-40B4-BE49-F238E27FC236}">
                  <a16:creationId xmlns:a16="http://schemas.microsoft.com/office/drawing/2014/main" id="{22E31575-D36C-8AF8-AEED-97313CB4DF46}"/>
                </a:ext>
              </a:extLst>
            </p:cNvPr>
            <p:cNvSpPr>
              <a:spLocks noGrp="1"/>
            </p:cNvSpPr>
            <p:nvPr/>
          </p:nvSpPr>
          <p:spPr>
            <a:xfrm>
              <a:off x="4462133" y="2241396"/>
              <a:ext cx="2144245" cy="3246340"/>
            </a:xfrm>
            <a:custGeom>
              <a:avLst/>
              <a:gdLst/>
              <a:ahLst/>
              <a:cxnLst/>
              <a:rect l="0" t="0" r="0" b="0"/>
              <a:pathLst>
                <a:path w="2144245" h="3246340">
                  <a:moveTo>
                    <a:pt x="128035" y="2633959"/>
                  </a:moveTo>
                  <a:lnTo>
                    <a:pt x="45906" y="2644163"/>
                  </a:lnTo>
                  <a:lnTo>
                    <a:pt x="0" y="2649117"/>
                  </a:lnTo>
                  <a:close/>
                  <a:moveTo>
                    <a:pt x="209799" y="2516615"/>
                  </a:moveTo>
                  <a:lnTo>
                    <a:pt x="132942" y="2633996"/>
                  </a:lnTo>
                  <a:lnTo>
                    <a:pt x="201035" y="2628236"/>
                  </a:lnTo>
                  <a:close/>
                  <a:moveTo>
                    <a:pt x="1120170" y="3218114"/>
                  </a:moveTo>
                  <a:lnTo>
                    <a:pt x="1120442" y="3190879"/>
                  </a:lnTo>
                  <a:lnTo>
                    <a:pt x="1077718" y="3246340"/>
                  </a:lnTo>
                  <a:close/>
                  <a:moveTo>
                    <a:pt x="1120170" y="3218114"/>
                  </a:moveTo>
                  <a:lnTo>
                    <a:pt x="1153346" y="3179678"/>
                  </a:lnTo>
                  <a:lnTo>
                    <a:pt x="1120442" y="3190879"/>
                  </a:lnTo>
                  <a:close/>
                  <a:moveTo>
                    <a:pt x="575387" y="2482842"/>
                  </a:moveTo>
                  <a:lnTo>
                    <a:pt x="567617" y="2517246"/>
                  </a:lnTo>
                  <a:lnTo>
                    <a:pt x="517173" y="2543846"/>
                  </a:lnTo>
                  <a:close/>
                  <a:moveTo>
                    <a:pt x="1171218" y="3096462"/>
                  </a:moveTo>
                  <a:lnTo>
                    <a:pt x="1153346" y="3179678"/>
                  </a:lnTo>
                  <a:lnTo>
                    <a:pt x="1170532" y="3099502"/>
                  </a:lnTo>
                  <a:close/>
                  <a:moveTo>
                    <a:pt x="443879" y="2162617"/>
                  </a:moveTo>
                  <a:lnTo>
                    <a:pt x="401398" y="2097061"/>
                  </a:lnTo>
                  <a:lnTo>
                    <a:pt x="521601" y="2129996"/>
                  </a:lnTo>
                  <a:close/>
                  <a:moveTo>
                    <a:pt x="783885" y="2338116"/>
                  </a:moveTo>
                  <a:lnTo>
                    <a:pt x="814640" y="2389650"/>
                  </a:lnTo>
                  <a:lnTo>
                    <a:pt x="854803" y="2324608"/>
                  </a:lnTo>
                  <a:close/>
                  <a:moveTo>
                    <a:pt x="572102" y="2103611"/>
                  </a:moveTo>
                  <a:lnTo>
                    <a:pt x="596423" y="2059694"/>
                  </a:lnTo>
                  <a:lnTo>
                    <a:pt x="586831" y="2034009"/>
                  </a:lnTo>
                  <a:close/>
                  <a:moveTo>
                    <a:pt x="521601" y="2129996"/>
                  </a:moveTo>
                  <a:lnTo>
                    <a:pt x="592828" y="2117646"/>
                  </a:lnTo>
                  <a:lnTo>
                    <a:pt x="572102" y="2103611"/>
                  </a:lnTo>
                  <a:close/>
                  <a:moveTo>
                    <a:pt x="854803" y="2324608"/>
                  </a:moveTo>
                  <a:lnTo>
                    <a:pt x="877245" y="2252852"/>
                  </a:lnTo>
                  <a:lnTo>
                    <a:pt x="820686" y="2260504"/>
                  </a:lnTo>
                  <a:close/>
                  <a:moveTo>
                    <a:pt x="783885" y="2338116"/>
                  </a:moveTo>
                  <a:lnTo>
                    <a:pt x="854803" y="2324608"/>
                  </a:lnTo>
                  <a:lnTo>
                    <a:pt x="820686" y="2260504"/>
                  </a:lnTo>
                  <a:close/>
                  <a:moveTo>
                    <a:pt x="877245" y="2252852"/>
                  </a:moveTo>
                  <a:lnTo>
                    <a:pt x="854803" y="2324608"/>
                  </a:lnTo>
                  <a:lnTo>
                    <a:pt x="895780" y="2280654"/>
                  </a:lnTo>
                  <a:close/>
                  <a:moveTo>
                    <a:pt x="844774" y="2242218"/>
                  </a:moveTo>
                  <a:lnTo>
                    <a:pt x="877245" y="2252852"/>
                  </a:lnTo>
                  <a:lnTo>
                    <a:pt x="789783" y="2163273"/>
                  </a:lnTo>
                  <a:close/>
                  <a:moveTo>
                    <a:pt x="713944" y="1824560"/>
                  </a:moveTo>
                  <a:lnTo>
                    <a:pt x="669429" y="1800157"/>
                  </a:lnTo>
                  <a:lnTo>
                    <a:pt x="703811" y="1913357"/>
                  </a:lnTo>
                  <a:close/>
                  <a:moveTo>
                    <a:pt x="321763" y="1400566"/>
                  </a:moveTo>
                  <a:lnTo>
                    <a:pt x="315180" y="1381630"/>
                  </a:lnTo>
                  <a:lnTo>
                    <a:pt x="309461" y="1463750"/>
                  </a:lnTo>
                  <a:close/>
                  <a:moveTo>
                    <a:pt x="1534572" y="2763802"/>
                  </a:moveTo>
                  <a:lnTo>
                    <a:pt x="1608283" y="2760736"/>
                  </a:lnTo>
                  <a:lnTo>
                    <a:pt x="1576568" y="2748512"/>
                  </a:lnTo>
                  <a:close/>
                  <a:moveTo>
                    <a:pt x="1669337" y="2773803"/>
                  </a:moveTo>
                  <a:lnTo>
                    <a:pt x="1576568" y="2748512"/>
                  </a:lnTo>
                  <a:lnTo>
                    <a:pt x="1635663" y="2761061"/>
                  </a:lnTo>
                  <a:close/>
                  <a:moveTo>
                    <a:pt x="719481" y="1589839"/>
                  </a:moveTo>
                  <a:lnTo>
                    <a:pt x="731757" y="1609894"/>
                  </a:lnTo>
                  <a:lnTo>
                    <a:pt x="763385" y="1615861"/>
                  </a:lnTo>
                  <a:close/>
                  <a:moveTo>
                    <a:pt x="1684408" y="2721432"/>
                  </a:moveTo>
                  <a:lnTo>
                    <a:pt x="1704206" y="2740850"/>
                  </a:lnTo>
                  <a:lnTo>
                    <a:pt x="1704815" y="2691249"/>
                  </a:lnTo>
                  <a:close/>
                  <a:moveTo>
                    <a:pt x="1135265" y="1955084"/>
                  </a:moveTo>
                  <a:lnTo>
                    <a:pt x="1075334" y="1946215"/>
                  </a:lnTo>
                  <a:lnTo>
                    <a:pt x="1206945" y="1944428"/>
                  </a:lnTo>
                  <a:close/>
                  <a:moveTo>
                    <a:pt x="660393" y="1294247"/>
                  </a:moveTo>
                  <a:lnTo>
                    <a:pt x="569675" y="1320203"/>
                  </a:lnTo>
                  <a:lnTo>
                    <a:pt x="536037" y="1323161"/>
                  </a:lnTo>
                  <a:close/>
                  <a:moveTo>
                    <a:pt x="536037" y="1323161"/>
                  </a:moveTo>
                  <a:lnTo>
                    <a:pt x="579930" y="1343194"/>
                  </a:lnTo>
                  <a:lnTo>
                    <a:pt x="660393" y="1294247"/>
                  </a:lnTo>
                  <a:close/>
                  <a:moveTo>
                    <a:pt x="536037" y="1323161"/>
                  </a:moveTo>
                  <a:lnTo>
                    <a:pt x="569675" y="1320203"/>
                  </a:lnTo>
                  <a:lnTo>
                    <a:pt x="505205" y="1312022"/>
                  </a:lnTo>
                  <a:close/>
                  <a:moveTo>
                    <a:pt x="1853994" y="2691690"/>
                  </a:moveTo>
                  <a:lnTo>
                    <a:pt x="1885799" y="2702414"/>
                  </a:lnTo>
                  <a:lnTo>
                    <a:pt x="1871355" y="2690632"/>
                  </a:lnTo>
                  <a:close/>
                  <a:moveTo>
                    <a:pt x="1771190" y="2660754"/>
                  </a:moveTo>
                  <a:lnTo>
                    <a:pt x="1805216" y="2683810"/>
                  </a:lnTo>
                  <a:lnTo>
                    <a:pt x="1704815" y="2691249"/>
                  </a:lnTo>
                  <a:close/>
                  <a:moveTo>
                    <a:pt x="1771190" y="2660754"/>
                  </a:moveTo>
                  <a:lnTo>
                    <a:pt x="1853994" y="2691690"/>
                  </a:lnTo>
                  <a:lnTo>
                    <a:pt x="1805216" y="2683810"/>
                  </a:lnTo>
                  <a:close/>
                  <a:moveTo>
                    <a:pt x="1853994" y="2691690"/>
                  </a:moveTo>
                  <a:lnTo>
                    <a:pt x="1871355" y="2690632"/>
                  </a:lnTo>
                  <a:lnTo>
                    <a:pt x="1805216" y="2683810"/>
                  </a:lnTo>
                  <a:close/>
                  <a:moveTo>
                    <a:pt x="1231538" y="1846317"/>
                  </a:moveTo>
                  <a:lnTo>
                    <a:pt x="1135265" y="1955084"/>
                  </a:lnTo>
                  <a:lnTo>
                    <a:pt x="1206945" y="1944428"/>
                  </a:lnTo>
                  <a:close/>
                  <a:moveTo>
                    <a:pt x="1914520" y="2702786"/>
                  </a:moveTo>
                  <a:lnTo>
                    <a:pt x="1805216" y="2683810"/>
                  </a:lnTo>
                  <a:lnTo>
                    <a:pt x="1871355" y="2690632"/>
                  </a:lnTo>
                  <a:close/>
                  <a:moveTo>
                    <a:pt x="1996571" y="2649425"/>
                  </a:moveTo>
                  <a:lnTo>
                    <a:pt x="2010391" y="2663977"/>
                  </a:lnTo>
                  <a:lnTo>
                    <a:pt x="2011223" y="2570482"/>
                  </a:lnTo>
                  <a:close/>
                  <a:moveTo>
                    <a:pt x="2011223" y="2570482"/>
                  </a:moveTo>
                  <a:lnTo>
                    <a:pt x="2047042" y="2640943"/>
                  </a:lnTo>
                  <a:lnTo>
                    <a:pt x="2091980" y="2593757"/>
                  </a:lnTo>
                  <a:close/>
                  <a:moveTo>
                    <a:pt x="1984720" y="2625541"/>
                  </a:moveTo>
                  <a:lnTo>
                    <a:pt x="1996571" y="2649425"/>
                  </a:lnTo>
                  <a:lnTo>
                    <a:pt x="2011223" y="2570482"/>
                  </a:lnTo>
                  <a:close/>
                  <a:moveTo>
                    <a:pt x="1248043" y="1732806"/>
                  </a:moveTo>
                  <a:lnTo>
                    <a:pt x="1233917" y="1830070"/>
                  </a:lnTo>
                  <a:lnTo>
                    <a:pt x="1262212" y="1759611"/>
                  </a:lnTo>
                  <a:close/>
                  <a:moveTo>
                    <a:pt x="2091980" y="2593757"/>
                  </a:moveTo>
                  <a:lnTo>
                    <a:pt x="2144245" y="2573967"/>
                  </a:lnTo>
                  <a:lnTo>
                    <a:pt x="2011223" y="2570482"/>
                  </a:lnTo>
                  <a:close/>
                  <a:moveTo>
                    <a:pt x="1758061" y="1921408"/>
                  </a:moveTo>
                  <a:lnTo>
                    <a:pt x="1779864" y="1832379"/>
                  </a:lnTo>
                  <a:lnTo>
                    <a:pt x="1714819" y="1867845"/>
                  </a:lnTo>
                  <a:close/>
                  <a:moveTo>
                    <a:pt x="1779864" y="1832379"/>
                  </a:moveTo>
                  <a:lnTo>
                    <a:pt x="1816086" y="1904351"/>
                  </a:lnTo>
                  <a:lnTo>
                    <a:pt x="1865471" y="1873791"/>
                  </a:lnTo>
                  <a:close/>
                  <a:moveTo>
                    <a:pt x="269777" y="181131"/>
                  </a:moveTo>
                  <a:lnTo>
                    <a:pt x="301172" y="202866"/>
                  </a:lnTo>
                  <a:lnTo>
                    <a:pt x="313933" y="105734"/>
                  </a:lnTo>
                  <a:close/>
                  <a:moveTo>
                    <a:pt x="325134" y="15933"/>
                  </a:moveTo>
                  <a:lnTo>
                    <a:pt x="376826" y="15102"/>
                  </a:lnTo>
                  <a:lnTo>
                    <a:pt x="356375" y="0"/>
                  </a:lnTo>
                  <a:close/>
                  <a:moveTo>
                    <a:pt x="313933" y="105734"/>
                  </a:moveTo>
                  <a:lnTo>
                    <a:pt x="352129" y="53408"/>
                  </a:lnTo>
                  <a:lnTo>
                    <a:pt x="325134" y="15933"/>
                  </a:lnTo>
                  <a:close/>
                  <a:moveTo>
                    <a:pt x="1913344" y="1808732"/>
                  </a:moveTo>
                  <a:lnTo>
                    <a:pt x="1907305" y="1860668"/>
                  </a:lnTo>
                  <a:lnTo>
                    <a:pt x="1865471" y="1873791"/>
                  </a:lnTo>
                  <a:close/>
                  <a:moveTo>
                    <a:pt x="325134" y="15933"/>
                  </a:moveTo>
                  <a:lnTo>
                    <a:pt x="356375" y="0"/>
                  </a:lnTo>
                  <a:lnTo>
                    <a:pt x="455721" y="10318"/>
                  </a:lnTo>
                  <a:close/>
                  <a:moveTo>
                    <a:pt x="1916702" y="1752936"/>
                  </a:moveTo>
                  <a:lnTo>
                    <a:pt x="1927123" y="1852511"/>
                  </a:lnTo>
                  <a:lnTo>
                    <a:pt x="1921049" y="1770296"/>
                  </a:lnTo>
                  <a:close/>
                  <a:moveTo>
                    <a:pt x="1921049" y="1770296"/>
                  </a:moveTo>
                  <a:lnTo>
                    <a:pt x="1930285" y="1685716"/>
                  </a:lnTo>
                  <a:lnTo>
                    <a:pt x="1916702" y="1752936"/>
                  </a:lnTo>
                  <a:close/>
                  <a:moveTo>
                    <a:pt x="1942185" y="1649644"/>
                  </a:moveTo>
                  <a:lnTo>
                    <a:pt x="1930285" y="1685716"/>
                  </a:lnTo>
                  <a:lnTo>
                    <a:pt x="1921049" y="1770296"/>
                  </a:lnTo>
                  <a:close/>
                  <a:moveTo>
                    <a:pt x="1614513" y="1441435"/>
                  </a:moveTo>
                  <a:lnTo>
                    <a:pt x="1647654" y="1350022"/>
                  </a:lnTo>
                  <a:lnTo>
                    <a:pt x="1662870" y="1320783"/>
                  </a:lnTo>
                  <a:close/>
                  <a:moveTo>
                    <a:pt x="817531" y="339054"/>
                  </a:moveTo>
                  <a:lnTo>
                    <a:pt x="845384" y="372638"/>
                  </a:lnTo>
                  <a:lnTo>
                    <a:pt x="851865" y="271641"/>
                  </a:lnTo>
                  <a:close/>
                  <a:moveTo>
                    <a:pt x="1968204" y="1548832"/>
                  </a:moveTo>
                  <a:lnTo>
                    <a:pt x="2017480" y="1528992"/>
                  </a:lnTo>
                  <a:lnTo>
                    <a:pt x="1932448" y="1478601"/>
                  </a:lnTo>
                  <a:close/>
                  <a:moveTo>
                    <a:pt x="1968204" y="1548832"/>
                  </a:moveTo>
                  <a:lnTo>
                    <a:pt x="1932448" y="1478601"/>
                  </a:lnTo>
                  <a:lnTo>
                    <a:pt x="1887105" y="1524273"/>
                  </a:lnTo>
                  <a:close/>
                  <a:moveTo>
                    <a:pt x="2027889" y="1493322"/>
                  </a:moveTo>
                  <a:lnTo>
                    <a:pt x="2019599" y="1529690"/>
                  </a:lnTo>
                  <a:lnTo>
                    <a:pt x="1968204" y="1548832"/>
                  </a:lnTo>
                  <a:close/>
                  <a:moveTo>
                    <a:pt x="2033752" y="1446777"/>
                  </a:moveTo>
                  <a:lnTo>
                    <a:pt x="2019599" y="1529690"/>
                  </a:lnTo>
                  <a:lnTo>
                    <a:pt x="2027889" y="1493322"/>
                  </a:lnTo>
                  <a:close/>
                  <a:moveTo>
                    <a:pt x="2034833" y="1417212"/>
                  </a:moveTo>
                  <a:lnTo>
                    <a:pt x="2021236" y="1528992"/>
                  </a:lnTo>
                  <a:lnTo>
                    <a:pt x="2033752" y="1446777"/>
                  </a:lnTo>
                  <a:close/>
                  <a:moveTo>
                    <a:pt x="2034833" y="1417212"/>
                  </a:moveTo>
                  <a:lnTo>
                    <a:pt x="2033752" y="1446777"/>
                  </a:lnTo>
                  <a:lnTo>
                    <a:pt x="2042448" y="1396015"/>
                  </a:lnTo>
                  <a:close/>
                  <a:moveTo>
                    <a:pt x="1460895" y="780117"/>
                  </a:moveTo>
                  <a:lnTo>
                    <a:pt x="1480824" y="871272"/>
                  </a:lnTo>
                  <a:lnTo>
                    <a:pt x="1465036" y="78905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52" name="Candidate_density__2051">
              <a:extLst>
                <a:ext uri="{FF2B5EF4-FFF2-40B4-BE49-F238E27FC236}">
                  <a16:creationId xmlns:a16="http://schemas.microsoft.com/office/drawing/2014/main" id="{78F6C62C-468A-66C0-74B9-215C94C90389}"/>
                </a:ext>
              </a:extLst>
            </p:cNvPr>
            <p:cNvSpPr>
              <a:spLocks noGrp="1"/>
            </p:cNvSpPr>
            <p:nvPr/>
          </p:nvSpPr>
          <p:spPr>
            <a:xfrm>
              <a:off x="4403670" y="3025111"/>
              <a:ext cx="2120897" cy="2322991"/>
            </a:xfrm>
            <a:custGeom>
              <a:avLst/>
              <a:gdLst/>
              <a:ahLst/>
              <a:cxnLst/>
              <a:rect l="0" t="0" r="0" b="0"/>
              <a:pathLst>
                <a:path w="2120897" h="2322991">
                  <a:moveTo>
                    <a:pt x="68151" y="1686420"/>
                  </a:moveTo>
                  <a:lnTo>
                    <a:pt x="0" y="1727558"/>
                  </a:lnTo>
                  <a:lnTo>
                    <a:pt x="65065" y="1689122"/>
                  </a:lnTo>
                  <a:close/>
                  <a:moveTo>
                    <a:pt x="68151" y="1686420"/>
                  </a:moveTo>
                  <a:lnTo>
                    <a:pt x="13201" y="1696174"/>
                  </a:lnTo>
                  <a:lnTo>
                    <a:pt x="0" y="1727558"/>
                  </a:lnTo>
                  <a:close/>
                  <a:moveTo>
                    <a:pt x="13201" y="1696174"/>
                  </a:moveTo>
                  <a:lnTo>
                    <a:pt x="68151" y="1686420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91163" y="1606907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65065" y="1689122"/>
                  </a:lnTo>
                  <a:lnTo>
                    <a:pt x="73703" y="1685196"/>
                  </a:lnTo>
                  <a:close/>
                  <a:moveTo>
                    <a:pt x="73703" y="1685196"/>
                  </a:moveTo>
                  <a:lnTo>
                    <a:pt x="91163" y="1606907"/>
                  </a:lnTo>
                  <a:lnTo>
                    <a:pt x="68151" y="1686420"/>
                  </a:lnTo>
                  <a:close/>
                  <a:moveTo>
                    <a:pt x="143812" y="1588699"/>
                  </a:moveTo>
                  <a:lnTo>
                    <a:pt x="91163" y="1606907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143812" y="1588699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73703" y="1685196"/>
                  </a:lnTo>
                  <a:lnTo>
                    <a:pt x="196009" y="1670602"/>
                  </a:lnTo>
                  <a:close/>
                  <a:moveTo>
                    <a:pt x="223549" y="1650685"/>
                  </a:moveTo>
                  <a:lnTo>
                    <a:pt x="211765" y="1568470"/>
                  </a:lnTo>
                  <a:lnTo>
                    <a:pt x="184403" y="1655790"/>
                  </a:lnTo>
                  <a:close/>
                  <a:moveTo>
                    <a:pt x="211765" y="1568470"/>
                  </a:moveTo>
                  <a:lnTo>
                    <a:pt x="143812" y="1588699"/>
                  </a:lnTo>
                  <a:lnTo>
                    <a:pt x="184403" y="1655790"/>
                  </a:lnTo>
                  <a:close/>
                  <a:moveTo>
                    <a:pt x="109061" y="1560719"/>
                  </a:moveTo>
                  <a:lnTo>
                    <a:pt x="91163" y="1606907"/>
                  </a:lnTo>
                  <a:lnTo>
                    <a:pt x="143812" y="1588699"/>
                  </a:lnTo>
                  <a:close/>
                  <a:moveTo>
                    <a:pt x="211765" y="1568470"/>
                  </a:moveTo>
                  <a:lnTo>
                    <a:pt x="109061" y="1560719"/>
                  </a:lnTo>
                  <a:lnTo>
                    <a:pt x="143812" y="1588699"/>
                  </a:lnTo>
                  <a:close/>
                  <a:moveTo>
                    <a:pt x="228051" y="1511744"/>
                  </a:moveTo>
                  <a:lnTo>
                    <a:pt x="211765" y="1568470"/>
                  </a:lnTo>
                  <a:lnTo>
                    <a:pt x="273513" y="1543845"/>
                  </a:lnTo>
                  <a:close/>
                  <a:moveTo>
                    <a:pt x="1142430" y="2313748"/>
                  </a:moveTo>
                  <a:lnTo>
                    <a:pt x="1152292" y="2307657"/>
                  </a:lnTo>
                  <a:lnTo>
                    <a:pt x="1068020" y="2322991"/>
                  </a:lnTo>
                  <a:close/>
                  <a:moveTo>
                    <a:pt x="532802" y="1017829"/>
                  </a:moveTo>
                  <a:lnTo>
                    <a:pt x="479135" y="1032380"/>
                  </a:lnTo>
                  <a:lnTo>
                    <a:pt x="464951" y="1085864"/>
                  </a:lnTo>
                  <a:close/>
                  <a:moveTo>
                    <a:pt x="1444960" y="2034009"/>
                  </a:moveTo>
                  <a:lnTo>
                    <a:pt x="1533216" y="2035090"/>
                  </a:lnTo>
                  <a:lnTo>
                    <a:pt x="1504252" y="2010527"/>
                  </a:lnTo>
                  <a:close/>
                  <a:moveTo>
                    <a:pt x="1459061" y="1973036"/>
                  </a:moveTo>
                  <a:lnTo>
                    <a:pt x="1444960" y="2034009"/>
                  </a:lnTo>
                  <a:lnTo>
                    <a:pt x="1504252" y="2010527"/>
                  </a:lnTo>
                  <a:close/>
                  <a:moveTo>
                    <a:pt x="1489580" y="1831142"/>
                  </a:moveTo>
                  <a:lnTo>
                    <a:pt x="1463214" y="1951794"/>
                  </a:lnTo>
                  <a:lnTo>
                    <a:pt x="1534605" y="1913357"/>
                  </a:lnTo>
                  <a:close/>
                  <a:moveTo>
                    <a:pt x="727893" y="1016442"/>
                  </a:moveTo>
                  <a:lnTo>
                    <a:pt x="679567" y="965212"/>
                  </a:lnTo>
                  <a:lnTo>
                    <a:pt x="674884" y="991736"/>
                  </a:lnTo>
                  <a:close/>
                  <a:moveTo>
                    <a:pt x="1470923" y="1748927"/>
                  </a:moveTo>
                  <a:lnTo>
                    <a:pt x="1489580" y="1831142"/>
                  </a:lnTo>
                  <a:lnTo>
                    <a:pt x="1542314" y="1792706"/>
                  </a:lnTo>
                  <a:close/>
                  <a:moveTo>
                    <a:pt x="480385" y="606649"/>
                  </a:moveTo>
                  <a:lnTo>
                    <a:pt x="445353" y="680130"/>
                  </a:lnTo>
                  <a:lnTo>
                    <a:pt x="543770" y="644578"/>
                  </a:lnTo>
                  <a:close/>
                  <a:moveTo>
                    <a:pt x="1466819" y="639668"/>
                  </a:moveTo>
                  <a:lnTo>
                    <a:pt x="1454146" y="663444"/>
                  </a:lnTo>
                  <a:lnTo>
                    <a:pt x="1575756" y="624267"/>
                  </a:lnTo>
                  <a:close/>
                  <a:moveTo>
                    <a:pt x="1466819" y="639668"/>
                  </a:moveTo>
                  <a:lnTo>
                    <a:pt x="1575756" y="624267"/>
                  </a:lnTo>
                  <a:lnTo>
                    <a:pt x="1556550" y="613942"/>
                  </a:lnTo>
                  <a:close/>
                  <a:moveTo>
                    <a:pt x="1156666" y="38436"/>
                  </a:moveTo>
                  <a:lnTo>
                    <a:pt x="1200979" y="82215"/>
                  </a:lnTo>
                  <a:lnTo>
                    <a:pt x="1189586" y="0"/>
                  </a:lnTo>
                  <a:close/>
                  <a:moveTo>
                    <a:pt x="1189586" y="0"/>
                  </a:moveTo>
                  <a:lnTo>
                    <a:pt x="1200979" y="82215"/>
                  </a:lnTo>
                  <a:lnTo>
                    <a:pt x="1276345" y="43778"/>
                  </a:lnTo>
                  <a:close/>
                  <a:moveTo>
                    <a:pt x="1830241" y="588025"/>
                  </a:moveTo>
                  <a:lnTo>
                    <a:pt x="1876854" y="547098"/>
                  </a:lnTo>
                  <a:lnTo>
                    <a:pt x="1854566" y="537069"/>
                  </a:lnTo>
                  <a:close/>
                  <a:moveTo>
                    <a:pt x="1876854" y="547098"/>
                  </a:moveTo>
                  <a:lnTo>
                    <a:pt x="1913273" y="498633"/>
                  </a:lnTo>
                  <a:lnTo>
                    <a:pt x="1854566" y="537069"/>
                  </a:lnTo>
                  <a:close/>
                  <a:moveTo>
                    <a:pt x="1933685" y="480924"/>
                  </a:moveTo>
                  <a:lnTo>
                    <a:pt x="1854566" y="537069"/>
                  </a:lnTo>
                  <a:lnTo>
                    <a:pt x="1913273" y="498633"/>
                  </a:lnTo>
                  <a:close/>
                  <a:moveTo>
                    <a:pt x="1955931" y="484398"/>
                  </a:moveTo>
                  <a:lnTo>
                    <a:pt x="1913273" y="498633"/>
                  </a:lnTo>
                  <a:lnTo>
                    <a:pt x="1994307" y="492380"/>
                  </a:lnTo>
                  <a:close/>
                  <a:moveTo>
                    <a:pt x="1933685" y="480924"/>
                  </a:moveTo>
                  <a:lnTo>
                    <a:pt x="1913273" y="498633"/>
                  </a:lnTo>
                  <a:lnTo>
                    <a:pt x="1955931" y="484398"/>
                  </a:lnTo>
                  <a:close/>
                  <a:moveTo>
                    <a:pt x="1984311" y="416417"/>
                  </a:moveTo>
                  <a:lnTo>
                    <a:pt x="1933685" y="480924"/>
                  </a:lnTo>
                  <a:lnTo>
                    <a:pt x="2052290" y="430509"/>
                  </a:lnTo>
                  <a:close/>
                  <a:moveTo>
                    <a:pt x="2052290" y="430509"/>
                  </a:moveTo>
                  <a:lnTo>
                    <a:pt x="1933685" y="480924"/>
                  </a:lnTo>
                  <a:lnTo>
                    <a:pt x="2042158" y="460196"/>
                  </a:lnTo>
                  <a:close/>
                  <a:moveTo>
                    <a:pt x="2042158" y="460196"/>
                  </a:moveTo>
                  <a:lnTo>
                    <a:pt x="1933685" y="480924"/>
                  </a:lnTo>
                  <a:lnTo>
                    <a:pt x="1955931" y="484398"/>
                  </a:lnTo>
                  <a:close/>
                  <a:moveTo>
                    <a:pt x="2003748" y="406023"/>
                  </a:moveTo>
                  <a:lnTo>
                    <a:pt x="2052290" y="430509"/>
                  </a:lnTo>
                  <a:lnTo>
                    <a:pt x="2085627" y="377981"/>
                  </a:lnTo>
                  <a:close/>
                  <a:moveTo>
                    <a:pt x="2052290" y="430509"/>
                  </a:moveTo>
                  <a:lnTo>
                    <a:pt x="2042158" y="460196"/>
                  </a:lnTo>
                  <a:lnTo>
                    <a:pt x="2071814" y="450778"/>
                  </a:lnTo>
                  <a:close/>
                  <a:moveTo>
                    <a:pt x="2071814" y="450778"/>
                  </a:moveTo>
                  <a:lnTo>
                    <a:pt x="2085627" y="377981"/>
                  </a:lnTo>
                  <a:lnTo>
                    <a:pt x="2052290" y="430509"/>
                  </a:lnTo>
                  <a:close/>
                  <a:moveTo>
                    <a:pt x="2120897" y="371375"/>
                  </a:moveTo>
                  <a:lnTo>
                    <a:pt x="2085627" y="377981"/>
                  </a:lnTo>
                  <a:lnTo>
                    <a:pt x="2071814" y="450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53" name="Candidate_density__2052">
              <a:extLst>
                <a:ext uri="{FF2B5EF4-FFF2-40B4-BE49-F238E27FC236}">
                  <a16:creationId xmlns:a16="http://schemas.microsoft.com/office/drawing/2014/main" id="{70454C5A-2285-D82E-ADCA-7E8C56B74799}"/>
                </a:ext>
              </a:extLst>
            </p:cNvPr>
            <p:cNvSpPr>
              <a:spLocks noGrp="1"/>
            </p:cNvSpPr>
            <p:nvPr/>
          </p:nvSpPr>
          <p:spPr>
            <a:xfrm>
              <a:off x="4599679" y="2288928"/>
              <a:ext cx="2118586" cy="3170583"/>
            </a:xfrm>
            <a:custGeom>
              <a:avLst/>
              <a:gdLst/>
              <a:ahLst/>
              <a:cxnLst/>
              <a:rect l="0" t="0" r="0" b="0"/>
              <a:pathLst>
                <a:path w="2118586" h="3170583">
                  <a:moveTo>
                    <a:pt x="403930" y="2897071"/>
                  </a:moveTo>
                  <a:lnTo>
                    <a:pt x="517536" y="2948480"/>
                  </a:lnTo>
                  <a:lnTo>
                    <a:pt x="479467" y="2896252"/>
                  </a:lnTo>
                  <a:close/>
                  <a:moveTo>
                    <a:pt x="161553" y="2472474"/>
                  </a:moveTo>
                  <a:lnTo>
                    <a:pt x="83605" y="2475252"/>
                  </a:lnTo>
                  <a:lnTo>
                    <a:pt x="167258" y="2567929"/>
                  </a:lnTo>
                  <a:close/>
                  <a:moveTo>
                    <a:pt x="167258" y="2567929"/>
                  </a:moveTo>
                  <a:lnTo>
                    <a:pt x="153978" y="2640369"/>
                  </a:lnTo>
                  <a:lnTo>
                    <a:pt x="263693" y="2556718"/>
                  </a:lnTo>
                  <a:close/>
                  <a:moveTo>
                    <a:pt x="133237" y="2395402"/>
                  </a:moveTo>
                  <a:lnTo>
                    <a:pt x="83605" y="2475252"/>
                  </a:lnTo>
                  <a:lnTo>
                    <a:pt x="161553" y="2472474"/>
                  </a:lnTo>
                  <a:close/>
                  <a:moveTo>
                    <a:pt x="81150" y="2431533"/>
                  </a:moveTo>
                  <a:lnTo>
                    <a:pt x="27540" y="2386868"/>
                  </a:lnTo>
                  <a:lnTo>
                    <a:pt x="83605" y="2475252"/>
                  </a:lnTo>
                  <a:close/>
                  <a:moveTo>
                    <a:pt x="0" y="2406785"/>
                  </a:moveTo>
                  <a:lnTo>
                    <a:pt x="72253" y="2469084"/>
                  </a:lnTo>
                  <a:lnTo>
                    <a:pt x="83605" y="2475252"/>
                  </a:lnTo>
                  <a:close/>
                  <a:moveTo>
                    <a:pt x="15756" y="2304653"/>
                  </a:moveTo>
                  <a:lnTo>
                    <a:pt x="109722" y="2323158"/>
                  </a:lnTo>
                  <a:lnTo>
                    <a:pt x="77504" y="2280028"/>
                  </a:lnTo>
                  <a:close/>
                  <a:moveTo>
                    <a:pt x="27540" y="2386868"/>
                  </a:moveTo>
                  <a:lnTo>
                    <a:pt x="73803" y="2348432"/>
                  </a:lnTo>
                  <a:lnTo>
                    <a:pt x="15756" y="2304653"/>
                  </a:lnTo>
                  <a:close/>
                  <a:moveTo>
                    <a:pt x="946420" y="3049931"/>
                  </a:moveTo>
                  <a:lnTo>
                    <a:pt x="852612" y="3150097"/>
                  </a:lnTo>
                  <a:lnTo>
                    <a:pt x="884483" y="3170583"/>
                  </a:lnTo>
                  <a:close/>
                  <a:moveTo>
                    <a:pt x="946420" y="3049931"/>
                  </a:moveTo>
                  <a:lnTo>
                    <a:pt x="884483" y="3170583"/>
                  </a:lnTo>
                  <a:lnTo>
                    <a:pt x="937917" y="3132146"/>
                  </a:lnTo>
                  <a:close/>
                  <a:moveTo>
                    <a:pt x="872011" y="3059174"/>
                  </a:moveTo>
                  <a:lnTo>
                    <a:pt x="766738" y="3107684"/>
                  </a:lnTo>
                  <a:lnTo>
                    <a:pt x="852612" y="3150097"/>
                  </a:lnTo>
                  <a:close/>
                  <a:moveTo>
                    <a:pt x="872011" y="3059174"/>
                  </a:moveTo>
                  <a:lnTo>
                    <a:pt x="775176" y="3077307"/>
                  </a:lnTo>
                  <a:lnTo>
                    <a:pt x="766738" y="3107684"/>
                  </a:lnTo>
                  <a:close/>
                  <a:moveTo>
                    <a:pt x="775176" y="3077307"/>
                  </a:moveTo>
                  <a:lnTo>
                    <a:pt x="842205" y="2983313"/>
                  </a:lnTo>
                  <a:lnTo>
                    <a:pt x="771950" y="2979837"/>
                  </a:lnTo>
                  <a:close/>
                  <a:moveTo>
                    <a:pt x="704144" y="2974371"/>
                  </a:moveTo>
                  <a:lnTo>
                    <a:pt x="771950" y="2979837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06332" y="2977064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42205" y="2983313"/>
                  </a:lnTo>
                  <a:lnTo>
                    <a:pt x="806332" y="2977064"/>
                  </a:lnTo>
                  <a:close/>
                  <a:moveTo>
                    <a:pt x="946420" y="3049931"/>
                  </a:moveTo>
                  <a:lnTo>
                    <a:pt x="937917" y="3132146"/>
                  </a:lnTo>
                  <a:lnTo>
                    <a:pt x="1003433" y="3113015"/>
                  </a:lnTo>
                  <a:close/>
                  <a:moveTo>
                    <a:pt x="963991" y="3044988"/>
                  </a:moveTo>
                  <a:lnTo>
                    <a:pt x="1032057" y="3048493"/>
                  </a:lnTo>
                  <a:lnTo>
                    <a:pt x="956282" y="3043840"/>
                  </a:lnTo>
                  <a:close/>
                  <a:moveTo>
                    <a:pt x="271246" y="2024913"/>
                  </a:moveTo>
                  <a:lnTo>
                    <a:pt x="263995" y="1949321"/>
                  </a:lnTo>
                  <a:lnTo>
                    <a:pt x="263853" y="2049529"/>
                  </a:lnTo>
                  <a:close/>
                  <a:moveTo>
                    <a:pt x="592738" y="2353774"/>
                  </a:moveTo>
                  <a:lnTo>
                    <a:pt x="607589" y="2360906"/>
                  </a:lnTo>
                  <a:lnTo>
                    <a:pt x="611113" y="2349358"/>
                  </a:lnTo>
                  <a:close/>
                  <a:moveTo>
                    <a:pt x="611113" y="2349358"/>
                  </a:moveTo>
                  <a:lnTo>
                    <a:pt x="607589" y="2360906"/>
                  </a:lnTo>
                  <a:lnTo>
                    <a:pt x="626437" y="2353774"/>
                  </a:lnTo>
                  <a:close/>
                  <a:moveTo>
                    <a:pt x="1262492" y="2852407"/>
                  </a:moveTo>
                  <a:lnTo>
                    <a:pt x="1313604" y="2813970"/>
                  </a:lnTo>
                  <a:lnTo>
                    <a:pt x="1248951" y="2770192"/>
                  </a:lnTo>
                  <a:close/>
                  <a:moveTo>
                    <a:pt x="1388109" y="2813970"/>
                  </a:moveTo>
                  <a:lnTo>
                    <a:pt x="1308242" y="2746710"/>
                  </a:lnTo>
                  <a:lnTo>
                    <a:pt x="1337207" y="2771273"/>
                  </a:lnTo>
                  <a:close/>
                  <a:moveTo>
                    <a:pt x="1324107" y="2770192"/>
                  </a:moveTo>
                  <a:lnTo>
                    <a:pt x="1263051" y="2709218"/>
                  </a:lnTo>
                  <a:lnTo>
                    <a:pt x="1308242" y="2746710"/>
                  </a:lnTo>
                  <a:close/>
                  <a:moveTo>
                    <a:pt x="983944" y="2359116"/>
                  </a:moveTo>
                  <a:lnTo>
                    <a:pt x="1031566" y="2401052"/>
                  </a:lnTo>
                  <a:lnTo>
                    <a:pt x="1060531" y="2326449"/>
                  </a:lnTo>
                  <a:close/>
                  <a:moveTo>
                    <a:pt x="936756" y="2266393"/>
                  </a:moveTo>
                  <a:lnTo>
                    <a:pt x="925471" y="2283038"/>
                  </a:lnTo>
                  <a:lnTo>
                    <a:pt x="992678" y="2238464"/>
                  </a:lnTo>
                  <a:close/>
                  <a:moveTo>
                    <a:pt x="925471" y="2283038"/>
                  </a:moveTo>
                  <a:lnTo>
                    <a:pt x="983944" y="2359116"/>
                  </a:lnTo>
                  <a:lnTo>
                    <a:pt x="992678" y="2238464"/>
                  </a:lnTo>
                  <a:close/>
                  <a:moveTo>
                    <a:pt x="992678" y="2238464"/>
                  </a:moveTo>
                  <a:lnTo>
                    <a:pt x="983944" y="2359116"/>
                  </a:lnTo>
                  <a:lnTo>
                    <a:pt x="1062292" y="2300729"/>
                  </a:lnTo>
                  <a:close/>
                  <a:moveTo>
                    <a:pt x="1062292" y="2300729"/>
                  </a:moveTo>
                  <a:lnTo>
                    <a:pt x="983944" y="2359116"/>
                  </a:lnTo>
                  <a:lnTo>
                    <a:pt x="1060531" y="2326449"/>
                  </a:lnTo>
                  <a:close/>
                  <a:moveTo>
                    <a:pt x="576398" y="1777028"/>
                  </a:moveTo>
                  <a:lnTo>
                    <a:pt x="585176" y="1669799"/>
                  </a:lnTo>
                  <a:lnTo>
                    <a:pt x="531884" y="1752625"/>
                  </a:lnTo>
                  <a:close/>
                  <a:moveTo>
                    <a:pt x="245826" y="1536965"/>
                  </a:moveTo>
                  <a:lnTo>
                    <a:pt x="249343" y="1416313"/>
                  </a:lnTo>
                  <a:lnTo>
                    <a:pt x="194162" y="1454750"/>
                  </a:lnTo>
                  <a:close/>
                  <a:moveTo>
                    <a:pt x="992678" y="2238464"/>
                  </a:moveTo>
                  <a:lnTo>
                    <a:pt x="1062292" y="2300729"/>
                  </a:lnTo>
                  <a:lnTo>
                    <a:pt x="1062722" y="2224576"/>
                  </a:lnTo>
                  <a:close/>
                  <a:moveTo>
                    <a:pt x="1062722" y="2224576"/>
                  </a:moveTo>
                  <a:lnTo>
                    <a:pt x="1062292" y="2300729"/>
                  </a:lnTo>
                  <a:lnTo>
                    <a:pt x="1081964" y="2238464"/>
                  </a:lnTo>
                  <a:close/>
                  <a:moveTo>
                    <a:pt x="964900" y="2117813"/>
                  </a:moveTo>
                  <a:lnTo>
                    <a:pt x="883240" y="2156249"/>
                  </a:lnTo>
                  <a:lnTo>
                    <a:pt x="967920" y="2226546"/>
                  </a:lnTo>
                  <a:close/>
                  <a:moveTo>
                    <a:pt x="964900" y="2117813"/>
                  </a:moveTo>
                  <a:lnTo>
                    <a:pt x="990486" y="2095711"/>
                  </a:lnTo>
                  <a:lnTo>
                    <a:pt x="883240" y="2156249"/>
                  </a:lnTo>
                  <a:close/>
                  <a:moveTo>
                    <a:pt x="867239" y="1913570"/>
                  </a:moveTo>
                  <a:lnTo>
                    <a:pt x="839603" y="1884415"/>
                  </a:lnTo>
                  <a:lnTo>
                    <a:pt x="820446" y="1871168"/>
                  </a:lnTo>
                  <a:close/>
                  <a:moveTo>
                    <a:pt x="621080" y="1765739"/>
                  </a:moveTo>
                  <a:lnTo>
                    <a:pt x="543780" y="1755386"/>
                  </a:lnTo>
                  <a:lnTo>
                    <a:pt x="669188" y="1730406"/>
                  </a:lnTo>
                  <a:close/>
                  <a:moveTo>
                    <a:pt x="1395609" y="2490452"/>
                  </a:moveTo>
                  <a:lnTo>
                    <a:pt x="1308073" y="2446571"/>
                  </a:lnTo>
                  <a:lnTo>
                    <a:pt x="1308159" y="2446673"/>
                  </a:lnTo>
                  <a:close/>
                  <a:moveTo>
                    <a:pt x="1212770" y="2364458"/>
                  </a:moveTo>
                  <a:lnTo>
                    <a:pt x="1308073" y="2446571"/>
                  </a:lnTo>
                  <a:lnTo>
                    <a:pt x="1213358" y="2362888"/>
                  </a:lnTo>
                  <a:close/>
                  <a:moveTo>
                    <a:pt x="1307880" y="2446424"/>
                  </a:moveTo>
                  <a:lnTo>
                    <a:pt x="1308073" y="2446571"/>
                  </a:lnTo>
                  <a:lnTo>
                    <a:pt x="1212770" y="2364458"/>
                  </a:lnTo>
                  <a:close/>
                  <a:moveTo>
                    <a:pt x="881364" y="1871168"/>
                  </a:moveTo>
                  <a:lnTo>
                    <a:pt x="937788" y="1898683"/>
                  </a:lnTo>
                  <a:lnTo>
                    <a:pt x="922276" y="1832731"/>
                  </a:lnTo>
                  <a:close/>
                  <a:moveTo>
                    <a:pt x="896341" y="1807175"/>
                  </a:moveTo>
                  <a:lnTo>
                    <a:pt x="856945" y="1770224"/>
                  </a:lnTo>
                  <a:lnTo>
                    <a:pt x="922276" y="1832731"/>
                  </a:lnTo>
                  <a:close/>
                  <a:moveTo>
                    <a:pt x="868475" y="1702989"/>
                  </a:moveTo>
                  <a:lnTo>
                    <a:pt x="856945" y="1770224"/>
                  </a:lnTo>
                  <a:lnTo>
                    <a:pt x="806877" y="1750516"/>
                  </a:lnTo>
                  <a:close/>
                  <a:moveTo>
                    <a:pt x="472408" y="1377877"/>
                  </a:moveTo>
                  <a:lnTo>
                    <a:pt x="541871" y="1339440"/>
                  </a:lnTo>
                  <a:lnTo>
                    <a:pt x="442385" y="1295662"/>
                  </a:lnTo>
                  <a:close/>
                  <a:moveTo>
                    <a:pt x="1439878" y="2299916"/>
                  </a:moveTo>
                  <a:lnTo>
                    <a:pt x="1461651" y="2248828"/>
                  </a:lnTo>
                  <a:lnTo>
                    <a:pt x="1395836" y="2281414"/>
                  </a:lnTo>
                  <a:close/>
                  <a:moveTo>
                    <a:pt x="1439878" y="2299916"/>
                  </a:moveTo>
                  <a:lnTo>
                    <a:pt x="1504858" y="2307680"/>
                  </a:lnTo>
                  <a:lnTo>
                    <a:pt x="1461651" y="2248828"/>
                  </a:lnTo>
                  <a:close/>
                  <a:moveTo>
                    <a:pt x="1833635" y="2422350"/>
                  </a:moveTo>
                  <a:lnTo>
                    <a:pt x="1828080" y="2352472"/>
                  </a:lnTo>
                  <a:lnTo>
                    <a:pt x="1816526" y="2331364"/>
                  </a:lnTo>
                  <a:close/>
                  <a:moveTo>
                    <a:pt x="1833635" y="2422350"/>
                  </a:moveTo>
                  <a:lnTo>
                    <a:pt x="1853059" y="2445861"/>
                  </a:lnTo>
                  <a:lnTo>
                    <a:pt x="1857881" y="2413579"/>
                  </a:lnTo>
                  <a:close/>
                  <a:moveTo>
                    <a:pt x="1853059" y="2445861"/>
                  </a:moveTo>
                  <a:lnTo>
                    <a:pt x="1833635" y="2422350"/>
                  </a:lnTo>
                  <a:lnTo>
                    <a:pt x="1833127" y="2413579"/>
                  </a:lnTo>
                  <a:close/>
                  <a:moveTo>
                    <a:pt x="1604761" y="2186961"/>
                  </a:moveTo>
                  <a:lnTo>
                    <a:pt x="1688388" y="2249149"/>
                  </a:lnTo>
                  <a:lnTo>
                    <a:pt x="1640337" y="2207844"/>
                  </a:lnTo>
                  <a:close/>
                  <a:moveTo>
                    <a:pt x="1604761" y="2186961"/>
                  </a:moveTo>
                  <a:lnTo>
                    <a:pt x="1695518" y="2273861"/>
                  </a:lnTo>
                  <a:lnTo>
                    <a:pt x="1688388" y="2249149"/>
                  </a:lnTo>
                  <a:close/>
                  <a:moveTo>
                    <a:pt x="1612172" y="2166934"/>
                  </a:moveTo>
                  <a:lnTo>
                    <a:pt x="1604761" y="2186961"/>
                  </a:lnTo>
                  <a:lnTo>
                    <a:pt x="1640337" y="2207844"/>
                  </a:lnTo>
                  <a:close/>
                  <a:moveTo>
                    <a:pt x="1512723" y="2101102"/>
                  </a:moveTo>
                  <a:lnTo>
                    <a:pt x="1612172" y="2166934"/>
                  </a:lnTo>
                  <a:lnTo>
                    <a:pt x="1536235" y="2097281"/>
                  </a:lnTo>
                  <a:close/>
                  <a:moveTo>
                    <a:pt x="1604761" y="2186961"/>
                  </a:moveTo>
                  <a:lnTo>
                    <a:pt x="1612172" y="2166934"/>
                  </a:lnTo>
                  <a:lnTo>
                    <a:pt x="1512723" y="2101102"/>
                  </a:lnTo>
                  <a:close/>
                  <a:moveTo>
                    <a:pt x="1517630" y="2084719"/>
                  </a:moveTo>
                  <a:lnTo>
                    <a:pt x="1512723" y="2101102"/>
                  </a:lnTo>
                  <a:lnTo>
                    <a:pt x="1536235" y="2097281"/>
                  </a:lnTo>
                  <a:close/>
                  <a:moveTo>
                    <a:pt x="1857881" y="2413579"/>
                  </a:moveTo>
                  <a:lnTo>
                    <a:pt x="1853059" y="2445861"/>
                  </a:lnTo>
                  <a:lnTo>
                    <a:pt x="1967794" y="2380976"/>
                  </a:lnTo>
                  <a:close/>
                  <a:moveTo>
                    <a:pt x="1943324" y="2457358"/>
                  </a:moveTo>
                  <a:lnTo>
                    <a:pt x="1853059" y="2445861"/>
                  </a:lnTo>
                  <a:lnTo>
                    <a:pt x="1880618" y="2484246"/>
                  </a:lnTo>
                  <a:close/>
                  <a:moveTo>
                    <a:pt x="1816526" y="2331364"/>
                  </a:moveTo>
                  <a:lnTo>
                    <a:pt x="1828080" y="2352472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828080" y="2352472"/>
                  </a:lnTo>
                  <a:lnTo>
                    <a:pt x="1962258" y="2378375"/>
                  </a:lnTo>
                  <a:close/>
                  <a:moveTo>
                    <a:pt x="1936901" y="2298898"/>
                  </a:moveTo>
                  <a:lnTo>
                    <a:pt x="1839093" y="2317821"/>
                  </a:lnTo>
                  <a:lnTo>
                    <a:pt x="1962258" y="2378375"/>
                  </a:lnTo>
                  <a:close/>
                  <a:moveTo>
                    <a:pt x="1773099" y="2210789"/>
                  </a:moveTo>
                  <a:lnTo>
                    <a:pt x="1738408" y="2295859"/>
                  </a:lnTo>
                  <a:lnTo>
                    <a:pt x="1839093" y="2317821"/>
                  </a:lnTo>
                  <a:close/>
                  <a:moveTo>
                    <a:pt x="1842391" y="2215048"/>
                  </a:moveTo>
                  <a:lnTo>
                    <a:pt x="1773099" y="2210789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907794" y="2222469"/>
                  </a:lnTo>
                  <a:lnTo>
                    <a:pt x="1842391" y="2215048"/>
                  </a:lnTo>
                  <a:close/>
                  <a:moveTo>
                    <a:pt x="1688388" y="2249149"/>
                  </a:moveTo>
                  <a:lnTo>
                    <a:pt x="1738408" y="2295859"/>
                  </a:lnTo>
                  <a:lnTo>
                    <a:pt x="1773099" y="2210789"/>
                  </a:lnTo>
                  <a:close/>
                  <a:moveTo>
                    <a:pt x="1688388" y="2249149"/>
                  </a:moveTo>
                  <a:lnTo>
                    <a:pt x="1773099" y="2210789"/>
                  </a:lnTo>
                  <a:lnTo>
                    <a:pt x="1640337" y="2207844"/>
                  </a:lnTo>
                  <a:close/>
                  <a:moveTo>
                    <a:pt x="1814275" y="2137813"/>
                  </a:moveTo>
                  <a:lnTo>
                    <a:pt x="1773135" y="2210491"/>
                  </a:lnTo>
                  <a:lnTo>
                    <a:pt x="1773099" y="2210789"/>
                  </a:lnTo>
                  <a:close/>
                  <a:moveTo>
                    <a:pt x="1814275" y="2137813"/>
                  </a:moveTo>
                  <a:lnTo>
                    <a:pt x="1773099" y="2210789"/>
                  </a:lnTo>
                  <a:lnTo>
                    <a:pt x="1842391" y="2215048"/>
                  </a:lnTo>
                  <a:close/>
                  <a:moveTo>
                    <a:pt x="1609238" y="2046282"/>
                  </a:moveTo>
                  <a:lnTo>
                    <a:pt x="1536235" y="2097281"/>
                  </a:lnTo>
                  <a:lnTo>
                    <a:pt x="1612172" y="2166934"/>
                  </a:lnTo>
                  <a:close/>
                  <a:moveTo>
                    <a:pt x="1517630" y="2084719"/>
                  </a:moveTo>
                  <a:lnTo>
                    <a:pt x="1536235" y="2097281"/>
                  </a:lnTo>
                  <a:lnTo>
                    <a:pt x="1557365" y="2064808"/>
                  </a:lnTo>
                  <a:close/>
                  <a:moveTo>
                    <a:pt x="1967852" y="2373827"/>
                  </a:moveTo>
                  <a:lnTo>
                    <a:pt x="1967794" y="2380976"/>
                  </a:lnTo>
                  <a:lnTo>
                    <a:pt x="1936079" y="2339066"/>
                  </a:lnTo>
                  <a:close/>
                  <a:moveTo>
                    <a:pt x="1970509" y="2375142"/>
                  </a:moveTo>
                  <a:lnTo>
                    <a:pt x="1967794" y="2380976"/>
                  </a:lnTo>
                  <a:lnTo>
                    <a:pt x="1967852" y="2373827"/>
                  </a:lnTo>
                  <a:close/>
                  <a:moveTo>
                    <a:pt x="1762792" y="2119077"/>
                  </a:moveTo>
                  <a:lnTo>
                    <a:pt x="1773135" y="2210491"/>
                  </a:lnTo>
                  <a:lnTo>
                    <a:pt x="1795631" y="2128497"/>
                  </a:lnTo>
                  <a:close/>
                  <a:moveTo>
                    <a:pt x="1735674" y="2070433"/>
                  </a:moveTo>
                  <a:lnTo>
                    <a:pt x="1762792" y="2119077"/>
                  </a:lnTo>
                  <a:lnTo>
                    <a:pt x="1795631" y="2128497"/>
                  </a:lnTo>
                  <a:close/>
                  <a:moveTo>
                    <a:pt x="1545506" y="1678986"/>
                  </a:moveTo>
                  <a:lnTo>
                    <a:pt x="1594575" y="1606343"/>
                  </a:lnTo>
                  <a:lnTo>
                    <a:pt x="1496150" y="1635206"/>
                  </a:lnTo>
                  <a:close/>
                  <a:moveTo>
                    <a:pt x="1512567" y="1717422"/>
                  </a:moveTo>
                  <a:lnTo>
                    <a:pt x="1545506" y="1678986"/>
                  </a:lnTo>
                  <a:lnTo>
                    <a:pt x="1496150" y="1635206"/>
                  </a:lnTo>
                  <a:close/>
                  <a:moveTo>
                    <a:pt x="2037329" y="2051625"/>
                  </a:moveTo>
                  <a:lnTo>
                    <a:pt x="2059897" y="2016271"/>
                  </a:lnTo>
                  <a:lnTo>
                    <a:pt x="1960297" y="2079693"/>
                  </a:lnTo>
                  <a:close/>
                  <a:moveTo>
                    <a:pt x="2059897" y="2016271"/>
                  </a:moveTo>
                  <a:lnTo>
                    <a:pt x="2104789" y="2051625"/>
                  </a:lnTo>
                  <a:lnTo>
                    <a:pt x="2033488" y="1980689"/>
                  </a:lnTo>
                  <a:close/>
                  <a:moveTo>
                    <a:pt x="1379747" y="1360450"/>
                  </a:moveTo>
                  <a:lnTo>
                    <a:pt x="1467784" y="1432340"/>
                  </a:lnTo>
                  <a:lnTo>
                    <a:pt x="1501343" y="1321217"/>
                  </a:lnTo>
                  <a:close/>
                  <a:moveTo>
                    <a:pt x="1374478" y="1340753"/>
                  </a:moveTo>
                  <a:lnTo>
                    <a:pt x="1360541" y="1350125"/>
                  </a:lnTo>
                  <a:lnTo>
                    <a:pt x="1330134" y="1238411"/>
                  </a:lnTo>
                  <a:close/>
                  <a:moveTo>
                    <a:pt x="1004969" y="818398"/>
                  </a:moveTo>
                  <a:lnTo>
                    <a:pt x="988213" y="856834"/>
                  </a:lnTo>
                  <a:lnTo>
                    <a:pt x="1022274" y="900613"/>
                  </a:lnTo>
                  <a:close/>
                  <a:moveTo>
                    <a:pt x="960657" y="774619"/>
                  </a:moveTo>
                  <a:lnTo>
                    <a:pt x="988213" y="856834"/>
                  </a:lnTo>
                  <a:lnTo>
                    <a:pt x="1004969" y="818398"/>
                  </a:lnTo>
                  <a:close/>
                  <a:moveTo>
                    <a:pt x="529928" y="325107"/>
                  </a:moveTo>
                  <a:lnTo>
                    <a:pt x="530371" y="242892"/>
                  </a:lnTo>
                  <a:lnTo>
                    <a:pt x="508034" y="330524"/>
                  </a:lnTo>
                  <a:close/>
                  <a:moveTo>
                    <a:pt x="508034" y="330524"/>
                  </a:moveTo>
                  <a:lnTo>
                    <a:pt x="530371" y="242892"/>
                  </a:lnTo>
                  <a:lnTo>
                    <a:pt x="530480" y="252383"/>
                  </a:lnTo>
                  <a:close/>
                  <a:moveTo>
                    <a:pt x="454173" y="353919"/>
                  </a:moveTo>
                  <a:lnTo>
                    <a:pt x="529928" y="325107"/>
                  </a:lnTo>
                  <a:lnTo>
                    <a:pt x="508034" y="330524"/>
                  </a:lnTo>
                  <a:close/>
                  <a:moveTo>
                    <a:pt x="461277" y="219164"/>
                  </a:moveTo>
                  <a:lnTo>
                    <a:pt x="530480" y="252383"/>
                  </a:lnTo>
                  <a:lnTo>
                    <a:pt x="530371" y="242892"/>
                  </a:lnTo>
                  <a:close/>
                  <a:moveTo>
                    <a:pt x="2070812" y="2133839"/>
                  </a:moveTo>
                  <a:lnTo>
                    <a:pt x="2118586" y="2111691"/>
                  </a:lnTo>
                  <a:lnTo>
                    <a:pt x="2037329" y="2051625"/>
                  </a:lnTo>
                  <a:close/>
                  <a:moveTo>
                    <a:pt x="1878928" y="1885067"/>
                  </a:moveTo>
                  <a:lnTo>
                    <a:pt x="1965343" y="1969409"/>
                  </a:lnTo>
                  <a:lnTo>
                    <a:pt x="1884270" y="1887194"/>
                  </a:lnTo>
                  <a:close/>
                  <a:moveTo>
                    <a:pt x="1878928" y="1885067"/>
                  </a:moveTo>
                  <a:lnTo>
                    <a:pt x="1872787" y="1874016"/>
                  </a:lnTo>
                  <a:lnTo>
                    <a:pt x="1856110" y="1887194"/>
                  </a:lnTo>
                  <a:close/>
                  <a:moveTo>
                    <a:pt x="1878928" y="1885067"/>
                  </a:moveTo>
                  <a:lnTo>
                    <a:pt x="1884270" y="1887194"/>
                  </a:lnTo>
                  <a:lnTo>
                    <a:pt x="1872787" y="1874016"/>
                  </a:lnTo>
                  <a:close/>
                  <a:moveTo>
                    <a:pt x="1501343" y="1321217"/>
                  </a:moveTo>
                  <a:lnTo>
                    <a:pt x="1600849" y="1289311"/>
                  </a:lnTo>
                  <a:lnTo>
                    <a:pt x="1510108" y="1302490"/>
                  </a:lnTo>
                  <a:close/>
                  <a:moveTo>
                    <a:pt x="1634232" y="1324208"/>
                  </a:moveTo>
                  <a:lnTo>
                    <a:pt x="1635631" y="1361126"/>
                  </a:lnTo>
                  <a:lnTo>
                    <a:pt x="1628783" y="1355467"/>
                  </a:lnTo>
                  <a:close/>
                  <a:moveTo>
                    <a:pt x="1600849" y="1289311"/>
                  </a:moveTo>
                  <a:lnTo>
                    <a:pt x="1579627" y="1206473"/>
                  </a:lnTo>
                  <a:lnTo>
                    <a:pt x="1510108" y="1302490"/>
                  </a:lnTo>
                  <a:close/>
                  <a:moveTo>
                    <a:pt x="573482" y="81362"/>
                  </a:moveTo>
                  <a:lnTo>
                    <a:pt x="531937" y="51014"/>
                  </a:lnTo>
                  <a:lnTo>
                    <a:pt x="560187" y="95109"/>
                  </a:lnTo>
                  <a:close/>
                  <a:moveTo>
                    <a:pt x="358123" y="71137"/>
                  </a:moveTo>
                  <a:lnTo>
                    <a:pt x="447253" y="59268"/>
                  </a:lnTo>
                  <a:lnTo>
                    <a:pt x="402659" y="0"/>
                  </a:lnTo>
                  <a:close/>
                  <a:moveTo>
                    <a:pt x="447253" y="59268"/>
                  </a:moveTo>
                  <a:lnTo>
                    <a:pt x="531937" y="51014"/>
                  </a:lnTo>
                  <a:lnTo>
                    <a:pt x="484923" y="28911"/>
                  </a:lnTo>
                  <a:close/>
                  <a:moveTo>
                    <a:pt x="1875805" y="1186961"/>
                  </a:moveTo>
                  <a:lnTo>
                    <a:pt x="1999290" y="1247255"/>
                  </a:lnTo>
                  <a:lnTo>
                    <a:pt x="1966650" y="117369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54" name="Candidate_density__2053">
              <a:extLst>
                <a:ext uri="{FF2B5EF4-FFF2-40B4-BE49-F238E27FC236}">
                  <a16:creationId xmlns:a16="http://schemas.microsoft.com/office/drawing/2014/main" id="{F768E113-0DB2-18AE-D773-BE7FE77909F0}"/>
                </a:ext>
              </a:extLst>
            </p:cNvPr>
            <p:cNvSpPr>
              <a:spLocks noGrp="1"/>
            </p:cNvSpPr>
            <p:nvPr/>
          </p:nvSpPr>
          <p:spPr>
            <a:xfrm>
              <a:off x="4590168" y="2347130"/>
              <a:ext cx="2191724" cy="2816939"/>
            </a:xfrm>
            <a:custGeom>
              <a:avLst/>
              <a:gdLst/>
              <a:ahLst/>
              <a:cxnLst/>
              <a:rect l="0" t="0" r="0" b="0"/>
              <a:pathLst>
                <a:path w="2191724" h="2816939">
                  <a:moveTo>
                    <a:pt x="73000" y="2522503"/>
                  </a:moveTo>
                  <a:lnTo>
                    <a:pt x="4907" y="2528262"/>
                  </a:lnTo>
                  <a:lnTo>
                    <a:pt x="0" y="2528225"/>
                  </a:lnTo>
                  <a:close/>
                  <a:moveTo>
                    <a:pt x="1272003" y="2794205"/>
                  </a:moveTo>
                  <a:lnTo>
                    <a:pt x="1256525" y="2806259"/>
                  </a:lnTo>
                  <a:lnTo>
                    <a:pt x="1282896" y="2816939"/>
                  </a:lnTo>
                  <a:close/>
                  <a:moveTo>
                    <a:pt x="473237" y="1889839"/>
                  </a:moveTo>
                  <a:lnTo>
                    <a:pt x="458796" y="1928275"/>
                  </a:lnTo>
                  <a:lnTo>
                    <a:pt x="535522" y="1845950"/>
                  </a:lnTo>
                  <a:close/>
                  <a:moveTo>
                    <a:pt x="1272003" y="2794205"/>
                  </a:moveTo>
                  <a:lnTo>
                    <a:pt x="1282896" y="2816939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12821" y="2801538"/>
                  </a:lnTo>
                  <a:lnTo>
                    <a:pt x="1282896" y="2816939"/>
                  </a:lnTo>
                  <a:close/>
                  <a:moveTo>
                    <a:pt x="1325483" y="2794205"/>
                  </a:moveTo>
                  <a:lnTo>
                    <a:pt x="1362974" y="2773851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97621" y="2755768"/>
                  </a:lnTo>
                  <a:lnTo>
                    <a:pt x="1362974" y="2773851"/>
                  </a:lnTo>
                  <a:close/>
                  <a:moveTo>
                    <a:pt x="187146" y="1275897"/>
                  </a:moveTo>
                  <a:lnTo>
                    <a:pt x="193729" y="1294833"/>
                  </a:lnTo>
                  <a:lnTo>
                    <a:pt x="210446" y="1251316"/>
                  </a:lnTo>
                  <a:close/>
                  <a:moveTo>
                    <a:pt x="1480248" y="2655002"/>
                  </a:moveTo>
                  <a:lnTo>
                    <a:pt x="1507628" y="2655327"/>
                  </a:lnTo>
                  <a:lnTo>
                    <a:pt x="1448534" y="2642778"/>
                  </a:lnTo>
                  <a:close/>
                  <a:moveTo>
                    <a:pt x="1576172" y="2635117"/>
                  </a:moveTo>
                  <a:lnTo>
                    <a:pt x="1541302" y="2668069"/>
                  </a:lnTo>
                  <a:lnTo>
                    <a:pt x="1507628" y="2655327"/>
                  </a:lnTo>
                  <a:close/>
                  <a:moveTo>
                    <a:pt x="1556373" y="2615698"/>
                  </a:moveTo>
                  <a:lnTo>
                    <a:pt x="1541302" y="2668069"/>
                  </a:lnTo>
                  <a:lnTo>
                    <a:pt x="1576172" y="2635117"/>
                  </a:lnTo>
                  <a:close/>
                  <a:moveTo>
                    <a:pt x="1576781" y="2585515"/>
                  </a:moveTo>
                  <a:lnTo>
                    <a:pt x="1576172" y="2635117"/>
                  </a:lnTo>
                  <a:lnTo>
                    <a:pt x="1603321" y="2621292"/>
                  </a:lnTo>
                  <a:close/>
                  <a:moveTo>
                    <a:pt x="1576781" y="2585515"/>
                  </a:moveTo>
                  <a:lnTo>
                    <a:pt x="1603321" y="2621292"/>
                  </a:lnTo>
                  <a:lnTo>
                    <a:pt x="1643155" y="2555020"/>
                  </a:lnTo>
                  <a:close/>
                  <a:moveTo>
                    <a:pt x="691966" y="1506603"/>
                  </a:moveTo>
                  <a:lnTo>
                    <a:pt x="635350" y="1510127"/>
                  </a:lnTo>
                  <a:lnTo>
                    <a:pt x="752485" y="1454214"/>
                  </a:lnTo>
                  <a:close/>
                  <a:moveTo>
                    <a:pt x="523142" y="1199023"/>
                  </a:moveTo>
                  <a:lnTo>
                    <a:pt x="467182" y="1223490"/>
                  </a:lnTo>
                  <a:lnTo>
                    <a:pt x="441640" y="1214469"/>
                  </a:lnTo>
                  <a:close/>
                  <a:moveTo>
                    <a:pt x="1786486" y="2597052"/>
                  </a:moveTo>
                  <a:lnTo>
                    <a:pt x="1743320" y="2584898"/>
                  </a:lnTo>
                  <a:lnTo>
                    <a:pt x="1806608" y="2608829"/>
                  </a:lnTo>
                  <a:close/>
                  <a:moveTo>
                    <a:pt x="1856761" y="2581144"/>
                  </a:moveTo>
                  <a:lnTo>
                    <a:pt x="1786486" y="2597052"/>
                  </a:lnTo>
                  <a:lnTo>
                    <a:pt x="1806608" y="2608829"/>
                  </a:lnTo>
                  <a:close/>
                  <a:moveTo>
                    <a:pt x="1868537" y="2543691"/>
                  </a:moveTo>
                  <a:lnTo>
                    <a:pt x="1856685" y="2519807"/>
                  </a:lnTo>
                  <a:lnTo>
                    <a:pt x="1856761" y="2581144"/>
                  </a:lnTo>
                  <a:close/>
                  <a:moveTo>
                    <a:pt x="1868537" y="2543691"/>
                  </a:moveTo>
                  <a:lnTo>
                    <a:pt x="1856761" y="2581144"/>
                  </a:lnTo>
                  <a:lnTo>
                    <a:pt x="1882356" y="2558243"/>
                  </a:lnTo>
                  <a:close/>
                  <a:moveTo>
                    <a:pt x="1883188" y="2464748"/>
                  </a:moveTo>
                  <a:lnTo>
                    <a:pt x="1882356" y="2558243"/>
                  </a:lnTo>
                  <a:lnTo>
                    <a:pt x="1919007" y="2535210"/>
                  </a:lnTo>
                  <a:close/>
                  <a:moveTo>
                    <a:pt x="2016210" y="2468234"/>
                  </a:moveTo>
                  <a:lnTo>
                    <a:pt x="1963945" y="2488023"/>
                  </a:lnTo>
                  <a:lnTo>
                    <a:pt x="2083828" y="2442386"/>
                  </a:lnTo>
                  <a:close/>
                  <a:moveTo>
                    <a:pt x="2016210" y="2468234"/>
                  </a:moveTo>
                  <a:lnTo>
                    <a:pt x="2083828" y="2442386"/>
                  </a:lnTo>
                  <a:lnTo>
                    <a:pt x="2132345" y="2408580"/>
                  </a:lnTo>
                  <a:close/>
                  <a:moveTo>
                    <a:pt x="177141" y="50780"/>
                  </a:moveTo>
                  <a:lnTo>
                    <a:pt x="186704" y="14917"/>
                  </a:lnTo>
                  <a:lnTo>
                    <a:pt x="185898" y="0"/>
                  </a:lnTo>
                  <a:close/>
                  <a:moveTo>
                    <a:pt x="2163158" y="2278504"/>
                  </a:moveTo>
                  <a:lnTo>
                    <a:pt x="2191724" y="2240068"/>
                  </a:lnTo>
                  <a:lnTo>
                    <a:pt x="2156100" y="2360719"/>
                  </a:lnTo>
                  <a:close/>
                  <a:moveTo>
                    <a:pt x="1891564" y="1423956"/>
                  </a:moveTo>
                  <a:lnTo>
                    <a:pt x="1892606" y="1423948"/>
                  </a:lnTo>
                  <a:lnTo>
                    <a:pt x="1889445" y="1423259"/>
                  </a:lnTo>
                  <a:close/>
                  <a:moveTo>
                    <a:pt x="1891564" y="1423956"/>
                  </a:moveTo>
                  <a:lnTo>
                    <a:pt x="1889445" y="1423259"/>
                  </a:lnTo>
                  <a:lnTo>
                    <a:pt x="1840170" y="1443098"/>
                  </a:lnTo>
                  <a:close/>
                  <a:moveTo>
                    <a:pt x="1893202" y="1423259"/>
                  </a:moveTo>
                  <a:lnTo>
                    <a:pt x="1891564" y="1423956"/>
                  </a:lnTo>
                  <a:lnTo>
                    <a:pt x="1905717" y="1341044"/>
                  </a:lnTo>
                  <a:close/>
                  <a:moveTo>
                    <a:pt x="1893202" y="1423259"/>
                  </a:moveTo>
                  <a:lnTo>
                    <a:pt x="1892606" y="1423948"/>
                  </a:lnTo>
                  <a:lnTo>
                    <a:pt x="1891564" y="1423956"/>
                  </a:lnTo>
                  <a:close/>
                  <a:moveTo>
                    <a:pt x="1889445" y="1423259"/>
                  </a:moveTo>
                  <a:lnTo>
                    <a:pt x="1892606" y="1423948"/>
                  </a:lnTo>
                  <a:lnTo>
                    <a:pt x="1893156" y="1422662"/>
                  </a:lnTo>
                  <a:close/>
                  <a:moveTo>
                    <a:pt x="1893156" y="1422662"/>
                  </a:moveTo>
                  <a:lnTo>
                    <a:pt x="1892606" y="1423948"/>
                  </a:lnTo>
                  <a:lnTo>
                    <a:pt x="1893202" y="1423259"/>
                  </a:lnTo>
                  <a:close/>
                  <a:moveTo>
                    <a:pt x="1914414" y="1290282"/>
                  </a:moveTo>
                  <a:lnTo>
                    <a:pt x="1905717" y="1341044"/>
                  </a:lnTo>
                  <a:lnTo>
                    <a:pt x="1931181" y="1289511"/>
                  </a:lnTo>
                  <a:close/>
                  <a:moveTo>
                    <a:pt x="1914414" y="1290282"/>
                  </a:moveTo>
                  <a:lnTo>
                    <a:pt x="1931181" y="1289511"/>
                  </a:lnTo>
                  <a:lnTo>
                    <a:pt x="1981247" y="1261499"/>
                  </a:lnTo>
                  <a:close/>
                  <a:moveTo>
                    <a:pt x="1332860" y="674383"/>
                  </a:moveTo>
                  <a:lnTo>
                    <a:pt x="1382676" y="632033"/>
                  </a:lnTo>
                  <a:lnTo>
                    <a:pt x="1352876" y="584071"/>
                  </a:lnTo>
                  <a:close/>
                  <a:moveTo>
                    <a:pt x="2008801" y="1189053"/>
                  </a:moveTo>
                  <a:lnTo>
                    <a:pt x="1981247" y="1261499"/>
                  </a:lnTo>
                  <a:lnTo>
                    <a:pt x="2006635" y="122039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55" name="Candidate_density__2054">
              <a:extLst>
                <a:ext uri="{FF2B5EF4-FFF2-40B4-BE49-F238E27FC236}">
                  <a16:creationId xmlns:a16="http://schemas.microsoft.com/office/drawing/2014/main" id="{619FDFC0-8255-F61A-ADAF-16005652E265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346247"/>
              <a:ext cx="2187936" cy="3022699"/>
            </a:xfrm>
            <a:custGeom>
              <a:avLst/>
              <a:gdLst/>
              <a:ahLst/>
              <a:cxnLst/>
              <a:rect l="0" t="0" r="0" b="0"/>
              <a:pathLst>
                <a:path w="2187936" h="3022699">
                  <a:moveTo>
                    <a:pt x="0" y="2451469"/>
                  </a:moveTo>
                  <a:lnTo>
                    <a:pt x="78863" y="2532415"/>
                  </a:lnTo>
                  <a:lnTo>
                    <a:pt x="3748" y="2458383"/>
                  </a:lnTo>
                  <a:close/>
                  <a:moveTo>
                    <a:pt x="50538" y="2411764"/>
                  </a:moveTo>
                  <a:lnTo>
                    <a:pt x="3748" y="2458383"/>
                  </a:lnTo>
                  <a:lnTo>
                    <a:pt x="78863" y="2532415"/>
                  </a:lnTo>
                  <a:close/>
                  <a:moveTo>
                    <a:pt x="878548" y="3022699"/>
                  </a:moveTo>
                  <a:lnTo>
                    <a:pt x="953187" y="2922518"/>
                  </a:lnTo>
                  <a:lnTo>
                    <a:pt x="885381" y="2917051"/>
                  </a:lnTo>
                  <a:close/>
                  <a:moveTo>
                    <a:pt x="519208" y="2346706"/>
                  </a:moveTo>
                  <a:lnTo>
                    <a:pt x="588363" y="2296455"/>
                  </a:lnTo>
                  <a:lnTo>
                    <a:pt x="533193" y="2320953"/>
                  </a:lnTo>
                  <a:close/>
                  <a:moveTo>
                    <a:pt x="533193" y="2320953"/>
                  </a:moveTo>
                  <a:lnTo>
                    <a:pt x="588363" y="2296455"/>
                  </a:lnTo>
                  <a:lnTo>
                    <a:pt x="553802" y="2260844"/>
                  </a:lnTo>
                  <a:close/>
                  <a:moveTo>
                    <a:pt x="588363" y="2296455"/>
                  </a:moveTo>
                  <a:lnTo>
                    <a:pt x="655937" y="2364051"/>
                  </a:lnTo>
                  <a:lnTo>
                    <a:pt x="658282" y="2279849"/>
                  </a:lnTo>
                  <a:close/>
                  <a:moveTo>
                    <a:pt x="558471" y="2200310"/>
                  </a:moveTo>
                  <a:lnTo>
                    <a:pt x="553802" y="2260844"/>
                  </a:lnTo>
                  <a:lnTo>
                    <a:pt x="621906" y="2175803"/>
                  </a:lnTo>
                  <a:close/>
                  <a:moveTo>
                    <a:pt x="553802" y="2260844"/>
                  </a:moveTo>
                  <a:lnTo>
                    <a:pt x="588363" y="2296455"/>
                  </a:lnTo>
                  <a:lnTo>
                    <a:pt x="621906" y="2175803"/>
                  </a:lnTo>
                  <a:close/>
                  <a:moveTo>
                    <a:pt x="621906" y="2175803"/>
                  </a:moveTo>
                  <a:lnTo>
                    <a:pt x="588363" y="2296455"/>
                  </a:lnTo>
                  <a:lnTo>
                    <a:pt x="674651" y="2218820"/>
                  </a:lnTo>
                  <a:close/>
                  <a:moveTo>
                    <a:pt x="674651" y="2218820"/>
                  </a:moveTo>
                  <a:lnTo>
                    <a:pt x="588363" y="2296455"/>
                  </a:lnTo>
                  <a:lnTo>
                    <a:pt x="658282" y="2279849"/>
                  </a:lnTo>
                  <a:close/>
                  <a:moveTo>
                    <a:pt x="658282" y="2279849"/>
                  </a:moveTo>
                  <a:lnTo>
                    <a:pt x="655937" y="2364051"/>
                  </a:lnTo>
                  <a:lnTo>
                    <a:pt x="684647" y="2296455"/>
                  </a:lnTo>
                  <a:close/>
                  <a:moveTo>
                    <a:pt x="853306" y="2042298"/>
                  </a:moveTo>
                  <a:lnTo>
                    <a:pt x="886142" y="2021826"/>
                  </a:lnTo>
                  <a:lnTo>
                    <a:pt x="876800" y="2016715"/>
                  </a:lnTo>
                  <a:close/>
                  <a:moveTo>
                    <a:pt x="853306" y="2042298"/>
                  </a:moveTo>
                  <a:lnTo>
                    <a:pt x="876800" y="2016715"/>
                  </a:lnTo>
                  <a:lnTo>
                    <a:pt x="854525" y="1941215"/>
                  </a:lnTo>
                  <a:close/>
                  <a:moveTo>
                    <a:pt x="577066" y="1884916"/>
                  </a:moveTo>
                  <a:lnTo>
                    <a:pt x="644871" y="1890383"/>
                  </a:lnTo>
                  <a:lnTo>
                    <a:pt x="669505" y="1770264"/>
                  </a:lnTo>
                  <a:close/>
                  <a:moveTo>
                    <a:pt x="669505" y="1770264"/>
                  </a:moveTo>
                  <a:lnTo>
                    <a:pt x="644963" y="1890722"/>
                  </a:lnTo>
                  <a:lnTo>
                    <a:pt x="757394" y="1819116"/>
                  </a:lnTo>
                  <a:close/>
                  <a:moveTo>
                    <a:pt x="412127" y="1457955"/>
                  </a:moveTo>
                  <a:lnTo>
                    <a:pt x="423150" y="1405408"/>
                  </a:lnTo>
                  <a:lnTo>
                    <a:pt x="427063" y="1479646"/>
                  </a:lnTo>
                  <a:close/>
                  <a:moveTo>
                    <a:pt x="414265" y="1523425"/>
                  </a:moveTo>
                  <a:lnTo>
                    <a:pt x="412127" y="1457955"/>
                  </a:lnTo>
                  <a:lnTo>
                    <a:pt x="437890" y="1537103"/>
                  </a:lnTo>
                  <a:close/>
                  <a:moveTo>
                    <a:pt x="1494841" y="2756651"/>
                  </a:moveTo>
                  <a:lnTo>
                    <a:pt x="1534700" y="2774733"/>
                  </a:lnTo>
                  <a:lnTo>
                    <a:pt x="1565920" y="2727338"/>
                  </a:lnTo>
                  <a:close/>
                  <a:moveTo>
                    <a:pt x="886142" y="2021826"/>
                  </a:moveTo>
                  <a:lnTo>
                    <a:pt x="967243" y="2098930"/>
                  </a:lnTo>
                  <a:lnTo>
                    <a:pt x="985915" y="1978279"/>
                  </a:lnTo>
                  <a:close/>
                  <a:moveTo>
                    <a:pt x="854420" y="1934500"/>
                  </a:moveTo>
                  <a:lnTo>
                    <a:pt x="887395" y="2014585"/>
                  </a:lnTo>
                  <a:lnTo>
                    <a:pt x="874782" y="1924746"/>
                  </a:lnTo>
                  <a:close/>
                  <a:moveTo>
                    <a:pt x="843224" y="1813848"/>
                  </a:moveTo>
                  <a:lnTo>
                    <a:pt x="874782" y="1924746"/>
                  </a:lnTo>
                  <a:lnTo>
                    <a:pt x="904167" y="1874019"/>
                  </a:lnTo>
                  <a:close/>
                  <a:moveTo>
                    <a:pt x="854420" y="1934500"/>
                  </a:moveTo>
                  <a:lnTo>
                    <a:pt x="874782" y="1924746"/>
                  </a:lnTo>
                  <a:lnTo>
                    <a:pt x="843224" y="1813848"/>
                  </a:lnTo>
                  <a:close/>
                  <a:moveTo>
                    <a:pt x="788224" y="1852285"/>
                  </a:moveTo>
                  <a:lnTo>
                    <a:pt x="854420" y="1934500"/>
                  </a:lnTo>
                  <a:lnTo>
                    <a:pt x="843224" y="1813848"/>
                  </a:lnTo>
                  <a:close/>
                  <a:moveTo>
                    <a:pt x="874782" y="1924746"/>
                  </a:moveTo>
                  <a:lnTo>
                    <a:pt x="966380" y="1896063"/>
                  </a:lnTo>
                  <a:lnTo>
                    <a:pt x="904167" y="1874019"/>
                  </a:lnTo>
                  <a:close/>
                  <a:moveTo>
                    <a:pt x="1626177" y="2515347"/>
                  </a:moveTo>
                  <a:lnTo>
                    <a:pt x="1632877" y="2633403"/>
                  </a:lnTo>
                  <a:lnTo>
                    <a:pt x="1667861" y="2563537"/>
                  </a:lnTo>
                  <a:close/>
                  <a:moveTo>
                    <a:pt x="1621627" y="2635999"/>
                  </a:moveTo>
                  <a:lnTo>
                    <a:pt x="1632877" y="2633403"/>
                  </a:lnTo>
                  <a:lnTo>
                    <a:pt x="1626177" y="2515347"/>
                  </a:lnTo>
                  <a:close/>
                  <a:moveTo>
                    <a:pt x="1552641" y="2411404"/>
                  </a:moveTo>
                  <a:lnTo>
                    <a:pt x="1489310" y="2389252"/>
                  </a:lnTo>
                  <a:lnTo>
                    <a:pt x="1576847" y="2433132"/>
                  </a:lnTo>
                  <a:close/>
                  <a:moveTo>
                    <a:pt x="1394595" y="2305569"/>
                  </a:moveTo>
                  <a:lnTo>
                    <a:pt x="1497955" y="2350917"/>
                  </a:lnTo>
                  <a:lnTo>
                    <a:pt x="1446281" y="2292398"/>
                  </a:lnTo>
                  <a:close/>
                  <a:moveTo>
                    <a:pt x="1394595" y="2305569"/>
                  </a:moveTo>
                  <a:lnTo>
                    <a:pt x="1489310" y="2389252"/>
                  </a:lnTo>
                  <a:lnTo>
                    <a:pt x="1497955" y="2350917"/>
                  </a:lnTo>
                  <a:close/>
                  <a:moveTo>
                    <a:pt x="1146137" y="2060493"/>
                  </a:moveTo>
                  <a:lnTo>
                    <a:pt x="1186509" y="2093673"/>
                  </a:lnTo>
                  <a:lnTo>
                    <a:pt x="1196532" y="2045130"/>
                  </a:lnTo>
                  <a:close/>
                  <a:moveTo>
                    <a:pt x="1171723" y="2038391"/>
                  </a:moveTo>
                  <a:lnTo>
                    <a:pt x="1146137" y="2060493"/>
                  </a:lnTo>
                  <a:lnTo>
                    <a:pt x="1196532" y="2045130"/>
                  </a:lnTo>
                  <a:close/>
                  <a:moveTo>
                    <a:pt x="1186509" y="2093673"/>
                  </a:moveTo>
                  <a:lnTo>
                    <a:pt x="1195019" y="2060493"/>
                  </a:lnTo>
                  <a:lnTo>
                    <a:pt x="1196532" y="2045130"/>
                  </a:lnTo>
                  <a:close/>
                  <a:moveTo>
                    <a:pt x="1196532" y="2045130"/>
                  </a:moveTo>
                  <a:lnTo>
                    <a:pt x="1195019" y="2060493"/>
                  </a:lnTo>
                  <a:lnTo>
                    <a:pt x="1171723" y="2038391"/>
                  </a:lnTo>
                  <a:close/>
                  <a:moveTo>
                    <a:pt x="1018722" y="1968410"/>
                  </a:moveTo>
                  <a:lnTo>
                    <a:pt x="1026681" y="2053418"/>
                  </a:lnTo>
                  <a:lnTo>
                    <a:pt x="1034320" y="1978279"/>
                  </a:lnTo>
                  <a:close/>
                  <a:moveTo>
                    <a:pt x="1018722" y="1968410"/>
                  </a:moveTo>
                  <a:lnTo>
                    <a:pt x="1034320" y="1978279"/>
                  </a:lnTo>
                  <a:lnTo>
                    <a:pt x="1072841" y="1884913"/>
                  </a:lnTo>
                  <a:close/>
                  <a:moveTo>
                    <a:pt x="982559" y="1797625"/>
                  </a:moveTo>
                  <a:lnTo>
                    <a:pt x="920944" y="1787125"/>
                  </a:lnTo>
                  <a:lnTo>
                    <a:pt x="990880" y="1890953"/>
                  </a:lnTo>
                  <a:close/>
                  <a:moveTo>
                    <a:pt x="990880" y="1890953"/>
                  </a:moveTo>
                  <a:lnTo>
                    <a:pt x="1072841" y="1884913"/>
                  </a:lnTo>
                  <a:lnTo>
                    <a:pt x="982559" y="1797625"/>
                  </a:lnTo>
                  <a:close/>
                  <a:moveTo>
                    <a:pt x="1001683" y="1813848"/>
                  </a:moveTo>
                  <a:lnTo>
                    <a:pt x="987533" y="1693490"/>
                  </a:lnTo>
                  <a:lnTo>
                    <a:pt x="982559" y="1797625"/>
                  </a:lnTo>
                  <a:close/>
                  <a:moveTo>
                    <a:pt x="988114" y="1693197"/>
                  </a:moveTo>
                  <a:lnTo>
                    <a:pt x="1038182" y="1712905"/>
                  </a:lnTo>
                  <a:lnTo>
                    <a:pt x="1077578" y="1749856"/>
                  </a:lnTo>
                  <a:close/>
                  <a:moveTo>
                    <a:pt x="899860" y="1704174"/>
                  </a:moveTo>
                  <a:lnTo>
                    <a:pt x="930886" y="1695258"/>
                  </a:lnTo>
                  <a:lnTo>
                    <a:pt x="850426" y="1673087"/>
                  </a:lnTo>
                  <a:close/>
                  <a:moveTo>
                    <a:pt x="899860" y="1704174"/>
                  </a:moveTo>
                  <a:lnTo>
                    <a:pt x="987533" y="1693490"/>
                  </a:lnTo>
                  <a:lnTo>
                    <a:pt x="930886" y="1695258"/>
                  </a:lnTo>
                  <a:close/>
                  <a:moveTo>
                    <a:pt x="1497955" y="2350917"/>
                  </a:moveTo>
                  <a:lnTo>
                    <a:pt x="1489310" y="2389252"/>
                  </a:lnTo>
                  <a:lnTo>
                    <a:pt x="1552641" y="2411404"/>
                  </a:lnTo>
                  <a:close/>
                  <a:moveTo>
                    <a:pt x="1426265" y="2268702"/>
                  </a:moveTo>
                  <a:lnTo>
                    <a:pt x="1394595" y="2305569"/>
                  </a:lnTo>
                  <a:lnTo>
                    <a:pt x="1446281" y="2292398"/>
                  </a:lnTo>
                  <a:close/>
                  <a:moveTo>
                    <a:pt x="1426265" y="2268702"/>
                  </a:moveTo>
                  <a:lnTo>
                    <a:pt x="1392045" y="2207550"/>
                  </a:lnTo>
                  <a:lnTo>
                    <a:pt x="1394595" y="2305569"/>
                  </a:lnTo>
                  <a:close/>
                  <a:moveTo>
                    <a:pt x="1759082" y="2491301"/>
                  </a:moveTo>
                  <a:lnTo>
                    <a:pt x="1667861" y="2563537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48907" y="2578959"/>
                  </a:lnTo>
                  <a:lnTo>
                    <a:pt x="1844972" y="2559126"/>
                  </a:lnTo>
                  <a:close/>
                  <a:moveTo>
                    <a:pt x="1822017" y="2476911"/>
                  </a:moveTo>
                  <a:lnTo>
                    <a:pt x="1759082" y="2491301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31983" y="2404644"/>
                  </a:lnTo>
                  <a:lnTo>
                    <a:pt x="1759082" y="2491301"/>
                  </a:lnTo>
                  <a:close/>
                  <a:moveTo>
                    <a:pt x="1759082" y="2491301"/>
                  </a:moveTo>
                  <a:lnTo>
                    <a:pt x="1821455" y="2401092"/>
                  </a:lnTo>
                  <a:lnTo>
                    <a:pt x="1745657" y="2402122"/>
                  </a:lnTo>
                  <a:close/>
                  <a:moveTo>
                    <a:pt x="1552641" y="2411404"/>
                  </a:moveTo>
                  <a:lnTo>
                    <a:pt x="1663124" y="2408628"/>
                  </a:lnTo>
                  <a:lnTo>
                    <a:pt x="1659056" y="2315412"/>
                  </a:lnTo>
                  <a:close/>
                  <a:moveTo>
                    <a:pt x="1552641" y="2411404"/>
                  </a:moveTo>
                  <a:lnTo>
                    <a:pt x="1659056" y="2315412"/>
                  </a:lnTo>
                  <a:lnTo>
                    <a:pt x="1585404" y="2318698"/>
                  </a:lnTo>
                  <a:close/>
                  <a:moveTo>
                    <a:pt x="1710549" y="2330572"/>
                  </a:moveTo>
                  <a:lnTo>
                    <a:pt x="1663124" y="2408628"/>
                  </a:lnTo>
                  <a:lnTo>
                    <a:pt x="1745657" y="2402122"/>
                  </a:lnTo>
                  <a:close/>
                  <a:moveTo>
                    <a:pt x="1577451" y="2312481"/>
                  </a:moveTo>
                  <a:lnTo>
                    <a:pt x="1497955" y="2350917"/>
                  </a:lnTo>
                  <a:lnTo>
                    <a:pt x="1552641" y="2411404"/>
                  </a:lnTo>
                  <a:close/>
                  <a:moveTo>
                    <a:pt x="1497955" y="2350917"/>
                  </a:moveTo>
                  <a:lnTo>
                    <a:pt x="1577451" y="2312481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426265" y="2268702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367981" y="2186487"/>
                  </a:lnTo>
                  <a:lnTo>
                    <a:pt x="1426265" y="2268702"/>
                  </a:lnTo>
                  <a:close/>
                  <a:moveTo>
                    <a:pt x="1103513" y="1775412"/>
                  </a:moveTo>
                  <a:lnTo>
                    <a:pt x="1184040" y="1755009"/>
                  </a:lnTo>
                  <a:lnTo>
                    <a:pt x="1077578" y="1749856"/>
                  </a:lnTo>
                  <a:close/>
                  <a:moveTo>
                    <a:pt x="1077578" y="1749856"/>
                  </a:moveTo>
                  <a:lnTo>
                    <a:pt x="1184040" y="1755009"/>
                  </a:lnTo>
                  <a:lnTo>
                    <a:pt x="1200655" y="1716160"/>
                  </a:lnTo>
                  <a:close/>
                  <a:moveTo>
                    <a:pt x="1077578" y="1749856"/>
                  </a:moveTo>
                  <a:lnTo>
                    <a:pt x="1200655" y="1716160"/>
                  </a:lnTo>
                  <a:lnTo>
                    <a:pt x="1121119" y="1697447"/>
                  </a:lnTo>
                  <a:close/>
                  <a:moveTo>
                    <a:pt x="457036" y="1021077"/>
                  </a:moveTo>
                  <a:lnTo>
                    <a:pt x="509061" y="1017552"/>
                  </a:lnTo>
                  <a:lnTo>
                    <a:pt x="431606" y="1006619"/>
                  </a:lnTo>
                  <a:close/>
                  <a:moveTo>
                    <a:pt x="1769792" y="2382501"/>
                  </a:moveTo>
                  <a:lnTo>
                    <a:pt x="1831983" y="2404644"/>
                  </a:lnTo>
                  <a:lnTo>
                    <a:pt x="1847627" y="2438474"/>
                  </a:lnTo>
                  <a:close/>
                  <a:moveTo>
                    <a:pt x="1847627" y="2438474"/>
                  </a:moveTo>
                  <a:lnTo>
                    <a:pt x="1831983" y="2404644"/>
                  </a:lnTo>
                  <a:lnTo>
                    <a:pt x="1822017" y="2476911"/>
                  </a:lnTo>
                  <a:close/>
                  <a:moveTo>
                    <a:pt x="1711398" y="2295910"/>
                  </a:moveTo>
                  <a:lnTo>
                    <a:pt x="1660945" y="2312481"/>
                  </a:lnTo>
                  <a:lnTo>
                    <a:pt x="1769792" y="2382501"/>
                  </a:lnTo>
                  <a:close/>
                  <a:moveTo>
                    <a:pt x="833103" y="1241372"/>
                  </a:moveTo>
                  <a:lnTo>
                    <a:pt x="836778" y="1243684"/>
                  </a:lnTo>
                  <a:lnTo>
                    <a:pt x="777999" y="1250550"/>
                  </a:lnTo>
                  <a:close/>
                  <a:moveTo>
                    <a:pt x="692496" y="994326"/>
                  </a:moveTo>
                  <a:lnTo>
                    <a:pt x="561630" y="997039"/>
                  </a:lnTo>
                  <a:lnTo>
                    <a:pt x="561159" y="997135"/>
                  </a:lnTo>
                  <a:close/>
                  <a:moveTo>
                    <a:pt x="2054914" y="2465630"/>
                  </a:moveTo>
                  <a:lnTo>
                    <a:pt x="2124562" y="2400038"/>
                  </a:lnTo>
                  <a:lnTo>
                    <a:pt x="2061856" y="2426927"/>
                  </a:lnTo>
                  <a:close/>
                  <a:moveTo>
                    <a:pt x="1738602" y="2007489"/>
                  </a:moveTo>
                  <a:lnTo>
                    <a:pt x="1717472" y="2039961"/>
                  </a:lnTo>
                  <a:lnTo>
                    <a:pt x="1790475" y="1988963"/>
                  </a:lnTo>
                  <a:close/>
                  <a:moveTo>
                    <a:pt x="1790475" y="1988963"/>
                  </a:moveTo>
                  <a:lnTo>
                    <a:pt x="1793409" y="2109614"/>
                  </a:lnTo>
                  <a:lnTo>
                    <a:pt x="1857035" y="2071178"/>
                  </a:lnTo>
                  <a:close/>
                  <a:moveTo>
                    <a:pt x="1738602" y="2007489"/>
                  </a:moveTo>
                  <a:lnTo>
                    <a:pt x="1790475" y="1988963"/>
                  </a:lnTo>
                  <a:lnTo>
                    <a:pt x="1755883" y="1968374"/>
                  </a:lnTo>
                  <a:close/>
                  <a:moveTo>
                    <a:pt x="1535446" y="1862969"/>
                  </a:moveTo>
                  <a:lnTo>
                    <a:pt x="1633089" y="1906748"/>
                  </a:lnTo>
                  <a:lnTo>
                    <a:pt x="1579405" y="1824532"/>
                  </a:lnTo>
                  <a:close/>
                  <a:moveTo>
                    <a:pt x="1526110" y="1758781"/>
                  </a:moveTo>
                  <a:lnTo>
                    <a:pt x="1576081" y="1789982"/>
                  </a:lnTo>
                  <a:lnTo>
                    <a:pt x="1579405" y="1824532"/>
                  </a:lnTo>
                  <a:close/>
                  <a:moveTo>
                    <a:pt x="1579405" y="1824532"/>
                  </a:moveTo>
                  <a:lnTo>
                    <a:pt x="1576081" y="1789982"/>
                  </a:lnTo>
                  <a:lnTo>
                    <a:pt x="1535446" y="1862969"/>
                  </a:lnTo>
                  <a:close/>
                  <a:moveTo>
                    <a:pt x="1579405" y="1824532"/>
                  </a:moveTo>
                  <a:lnTo>
                    <a:pt x="1561953" y="1800614"/>
                  </a:lnTo>
                  <a:lnTo>
                    <a:pt x="1526110" y="1758781"/>
                  </a:lnTo>
                  <a:close/>
                  <a:moveTo>
                    <a:pt x="1518174" y="1742317"/>
                  </a:moveTo>
                  <a:lnTo>
                    <a:pt x="1526110" y="1758781"/>
                  </a:lnTo>
                  <a:lnTo>
                    <a:pt x="1561953" y="1800614"/>
                  </a:lnTo>
                  <a:close/>
                  <a:moveTo>
                    <a:pt x="2117316" y="2281746"/>
                  </a:moveTo>
                  <a:lnTo>
                    <a:pt x="2122340" y="2287317"/>
                  </a:lnTo>
                  <a:lnTo>
                    <a:pt x="2115732" y="2279387"/>
                  </a:lnTo>
                  <a:close/>
                  <a:moveTo>
                    <a:pt x="2163642" y="2361602"/>
                  </a:moveTo>
                  <a:lnTo>
                    <a:pt x="2124562" y="2400038"/>
                  </a:lnTo>
                  <a:lnTo>
                    <a:pt x="2187936" y="2469116"/>
                  </a:lnTo>
                  <a:close/>
                  <a:moveTo>
                    <a:pt x="2117316" y="2281746"/>
                  </a:moveTo>
                  <a:lnTo>
                    <a:pt x="2149031" y="2323656"/>
                  </a:lnTo>
                  <a:lnTo>
                    <a:pt x="2163642" y="2361602"/>
                  </a:lnTo>
                  <a:close/>
                  <a:moveTo>
                    <a:pt x="2163642" y="2361602"/>
                  </a:moveTo>
                  <a:lnTo>
                    <a:pt x="2122340" y="2287317"/>
                  </a:lnTo>
                  <a:lnTo>
                    <a:pt x="2117316" y="2281746"/>
                  </a:lnTo>
                  <a:close/>
                  <a:moveTo>
                    <a:pt x="1790475" y="1988963"/>
                  </a:moveTo>
                  <a:lnTo>
                    <a:pt x="1858593" y="2070623"/>
                  </a:lnTo>
                  <a:lnTo>
                    <a:pt x="1880277" y="1952902"/>
                  </a:lnTo>
                  <a:close/>
                  <a:moveTo>
                    <a:pt x="1858593" y="2070623"/>
                  </a:moveTo>
                  <a:lnTo>
                    <a:pt x="1944029" y="2061757"/>
                  </a:lnTo>
                  <a:lnTo>
                    <a:pt x="1880277" y="1952902"/>
                  </a:lnTo>
                  <a:close/>
                  <a:moveTo>
                    <a:pt x="2098747" y="2158735"/>
                  </a:moveTo>
                  <a:lnTo>
                    <a:pt x="2092537" y="2175891"/>
                  </a:lnTo>
                  <a:lnTo>
                    <a:pt x="2074806" y="2197172"/>
                  </a:lnTo>
                  <a:close/>
                  <a:moveTo>
                    <a:pt x="1888692" y="1755858"/>
                  </a:moveTo>
                  <a:lnTo>
                    <a:pt x="1767427" y="1796331"/>
                  </a:lnTo>
                  <a:lnTo>
                    <a:pt x="1819426" y="1775542"/>
                  </a:lnTo>
                  <a:close/>
                  <a:moveTo>
                    <a:pt x="1685005" y="1690194"/>
                  </a:moveTo>
                  <a:lnTo>
                    <a:pt x="1758511" y="1762994"/>
                  </a:lnTo>
                  <a:lnTo>
                    <a:pt x="1762114" y="1688098"/>
                  </a:lnTo>
                  <a:close/>
                  <a:moveTo>
                    <a:pt x="1685005" y="1690194"/>
                  </a:moveTo>
                  <a:lnTo>
                    <a:pt x="1728131" y="1649411"/>
                  </a:lnTo>
                  <a:lnTo>
                    <a:pt x="1647595" y="1626957"/>
                  </a:lnTo>
                  <a:close/>
                  <a:moveTo>
                    <a:pt x="1738491" y="1607211"/>
                  </a:moveTo>
                  <a:lnTo>
                    <a:pt x="1776138" y="1613695"/>
                  </a:lnTo>
                  <a:lnTo>
                    <a:pt x="1756036" y="1583230"/>
                  </a:lnTo>
                  <a:close/>
                  <a:moveTo>
                    <a:pt x="1758511" y="1762994"/>
                  </a:moveTo>
                  <a:lnTo>
                    <a:pt x="1810696" y="1665445"/>
                  </a:lnTo>
                  <a:lnTo>
                    <a:pt x="1762114" y="1688098"/>
                  </a:lnTo>
                  <a:close/>
                  <a:moveTo>
                    <a:pt x="1823556" y="1727528"/>
                  </a:moveTo>
                  <a:lnTo>
                    <a:pt x="1883004" y="1734592"/>
                  </a:lnTo>
                  <a:lnTo>
                    <a:pt x="1758511" y="1762994"/>
                  </a:lnTo>
                  <a:close/>
                  <a:moveTo>
                    <a:pt x="1909162" y="1768940"/>
                  </a:moveTo>
                  <a:lnTo>
                    <a:pt x="1941573" y="1747660"/>
                  </a:lnTo>
                  <a:lnTo>
                    <a:pt x="1883004" y="1734592"/>
                  </a:lnTo>
                  <a:close/>
                  <a:moveTo>
                    <a:pt x="1199161" y="849763"/>
                  </a:moveTo>
                  <a:lnTo>
                    <a:pt x="1182737" y="855239"/>
                  </a:lnTo>
                  <a:lnTo>
                    <a:pt x="1193700" y="843293"/>
                  </a:lnTo>
                  <a:close/>
                  <a:moveTo>
                    <a:pt x="592280" y="371164"/>
                  </a:moveTo>
                  <a:lnTo>
                    <a:pt x="635410" y="296600"/>
                  </a:lnTo>
                  <a:lnTo>
                    <a:pt x="570891" y="288461"/>
                  </a:lnTo>
                  <a:close/>
                  <a:moveTo>
                    <a:pt x="1756036" y="1583230"/>
                  </a:moveTo>
                  <a:lnTo>
                    <a:pt x="1717113" y="1524498"/>
                  </a:lnTo>
                  <a:lnTo>
                    <a:pt x="1738491" y="1607211"/>
                  </a:lnTo>
                  <a:close/>
                  <a:moveTo>
                    <a:pt x="2060165" y="1827748"/>
                  </a:moveTo>
                  <a:lnTo>
                    <a:pt x="2037347" y="1829875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60165" y="1827748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94054" y="1966361"/>
                  </a:lnTo>
                  <a:lnTo>
                    <a:pt x="2146580" y="1912090"/>
                  </a:lnTo>
                  <a:close/>
                  <a:moveTo>
                    <a:pt x="2060165" y="1827748"/>
                  </a:moveTo>
                  <a:lnTo>
                    <a:pt x="2106406" y="1890247"/>
                  </a:lnTo>
                  <a:lnTo>
                    <a:pt x="2146580" y="1912090"/>
                  </a:lnTo>
                  <a:close/>
                  <a:moveTo>
                    <a:pt x="1963721" y="1745471"/>
                  </a:moveTo>
                  <a:lnTo>
                    <a:pt x="1883004" y="1734592"/>
                  </a:lnTo>
                  <a:lnTo>
                    <a:pt x="1941573" y="1747660"/>
                  </a:lnTo>
                  <a:close/>
                  <a:moveTo>
                    <a:pt x="1903540" y="1633713"/>
                  </a:moveTo>
                  <a:lnTo>
                    <a:pt x="1883004" y="1734592"/>
                  </a:lnTo>
                  <a:lnTo>
                    <a:pt x="1963721" y="1745471"/>
                  </a:lnTo>
                  <a:close/>
                  <a:moveTo>
                    <a:pt x="1810696" y="1665445"/>
                  </a:moveTo>
                  <a:lnTo>
                    <a:pt x="1883004" y="1734592"/>
                  </a:lnTo>
                  <a:lnTo>
                    <a:pt x="1903540" y="1633713"/>
                  </a:lnTo>
                  <a:close/>
                  <a:moveTo>
                    <a:pt x="1810696" y="1665445"/>
                  </a:moveTo>
                  <a:lnTo>
                    <a:pt x="1903540" y="1633713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56036" y="1583230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01165" y="1501015"/>
                  </a:lnTo>
                  <a:lnTo>
                    <a:pt x="1756036" y="1583230"/>
                  </a:lnTo>
                  <a:close/>
                  <a:moveTo>
                    <a:pt x="1187020" y="804857"/>
                  </a:moveTo>
                  <a:lnTo>
                    <a:pt x="1199161" y="849763"/>
                  </a:lnTo>
                  <a:lnTo>
                    <a:pt x="1193700" y="843293"/>
                  </a:lnTo>
                  <a:close/>
                  <a:moveTo>
                    <a:pt x="1231575" y="915627"/>
                  </a:moveTo>
                  <a:lnTo>
                    <a:pt x="1199161" y="849763"/>
                  </a:lnTo>
                  <a:lnTo>
                    <a:pt x="1150489" y="920956"/>
                  </a:lnTo>
                  <a:close/>
                  <a:moveTo>
                    <a:pt x="1342549" y="892009"/>
                  </a:moveTo>
                  <a:lnTo>
                    <a:pt x="1311386" y="990699"/>
                  </a:lnTo>
                  <a:lnTo>
                    <a:pt x="1430917" y="943745"/>
                  </a:lnTo>
                  <a:close/>
                  <a:moveTo>
                    <a:pt x="1187020" y="804857"/>
                  </a:moveTo>
                  <a:lnTo>
                    <a:pt x="1193700" y="843293"/>
                  </a:lnTo>
                  <a:lnTo>
                    <a:pt x="1150211" y="761079"/>
                  </a:lnTo>
                  <a:close/>
                  <a:moveTo>
                    <a:pt x="905441" y="311567"/>
                  </a:moveTo>
                  <a:lnTo>
                    <a:pt x="861223" y="234203"/>
                  </a:lnTo>
                  <a:lnTo>
                    <a:pt x="875841" y="261695"/>
                  </a:lnTo>
                  <a:close/>
                  <a:moveTo>
                    <a:pt x="642515" y="161844"/>
                  </a:moveTo>
                  <a:lnTo>
                    <a:pt x="711608" y="185573"/>
                  </a:lnTo>
                  <a:lnTo>
                    <a:pt x="712001" y="64921"/>
                  </a:lnTo>
                  <a:close/>
                  <a:moveTo>
                    <a:pt x="833107" y="156968"/>
                  </a:moveTo>
                  <a:lnTo>
                    <a:pt x="836564" y="114844"/>
                  </a:lnTo>
                  <a:lnTo>
                    <a:pt x="753780" y="83988"/>
                  </a:lnTo>
                  <a:close/>
                  <a:moveTo>
                    <a:pt x="539361" y="13818"/>
                  </a:moveTo>
                  <a:lnTo>
                    <a:pt x="658912" y="64921"/>
                  </a:lnTo>
                  <a:lnTo>
                    <a:pt x="669661" y="68570"/>
                  </a:lnTo>
                  <a:close/>
                  <a:moveTo>
                    <a:pt x="1693939" y="1182470"/>
                  </a:moveTo>
                  <a:lnTo>
                    <a:pt x="1633155" y="1142561"/>
                  </a:lnTo>
                  <a:lnTo>
                    <a:pt x="1614227" y="1186682"/>
                  </a:lnTo>
                  <a:close/>
                  <a:moveTo>
                    <a:pt x="1438535" y="768464"/>
                  </a:moveTo>
                  <a:lnTo>
                    <a:pt x="1371495" y="684206"/>
                  </a:lnTo>
                  <a:lnTo>
                    <a:pt x="1331037" y="695173"/>
                  </a:lnTo>
                  <a:close/>
                  <a:moveTo>
                    <a:pt x="1228246" y="640426"/>
                  </a:moveTo>
                  <a:lnTo>
                    <a:pt x="1331037" y="695173"/>
                  </a:lnTo>
                  <a:lnTo>
                    <a:pt x="1252536" y="618919"/>
                  </a:lnTo>
                  <a:close/>
                  <a:moveTo>
                    <a:pt x="1232644" y="614482"/>
                  </a:moveTo>
                  <a:lnTo>
                    <a:pt x="1228246" y="640426"/>
                  </a:lnTo>
                  <a:lnTo>
                    <a:pt x="1252536" y="618919"/>
                  </a:lnTo>
                  <a:close/>
                  <a:moveTo>
                    <a:pt x="1269180" y="545278"/>
                  </a:moveTo>
                  <a:lnTo>
                    <a:pt x="1228246" y="640426"/>
                  </a:lnTo>
                  <a:lnTo>
                    <a:pt x="1232644" y="614482"/>
                  </a:lnTo>
                  <a:close/>
                  <a:moveTo>
                    <a:pt x="857668" y="311567"/>
                  </a:moveTo>
                  <a:lnTo>
                    <a:pt x="897439" y="342445"/>
                  </a:lnTo>
                  <a:lnTo>
                    <a:pt x="901654" y="301426"/>
                  </a:lnTo>
                  <a:close/>
                  <a:moveTo>
                    <a:pt x="875841" y="261695"/>
                  </a:moveTo>
                  <a:lnTo>
                    <a:pt x="857668" y="311567"/>
                  </a:lnTo>
                  <a:lnTo>
                    <a:pt x="901654" y="301426"/>
                  </a:lnTo>
                  <a:close/>
                  <a:moveTo>
                    <a:pt x="854122" y="39792"/>
                  </a:moveTo>
                  <a:lnTo>
                    <a:pt x="753780" y="83988"/>
                  </a:lnTo>
                  <a:lnTo>
                    <a:pt x="836564" y="114844"/>
                  </a:lnTo>
                  <a:close/>
                  <a:moveTo>
                    <a:pt x="771216" y="46600"/>
                  </a:moveTo>
                  <a:lnTo>
                    <a:pt x="753780" y="83988"/>
                  </a:lnTo>
                  <a:lnTo>
                    <a:pt x="854122" y="39792"/>
                  </a:lnTo>
                  <a:close/>
                  <a:moveTo>
                    <a:pt x="771216" y="46600"/>
                  </a:moveTo>
                  <a:lnTo>
                    <a:pt x="854122" y="39792"/>
                  </a:lnTo>
                  <a:lnTo>
                    <a:pt x="805847" y="0"/>
                  </a:lnTo>
                  <a:close/>
                  <a:moveTo>
                    <a:pt x="1520794" y="762181"/>
                  </a:moveTo>
                  <a:lnTo>
                    <a:pt x="1470482" y="766420"/>
                  </a:lnTo>
                  <a:lnTo>
                    <a:pt x="1495866" y="821946"/>
                  </a:lnTo>
                  <a:close/>
                  <a:moveTo>
                    <a:pt x="1437762" y="754135"/>
                  </a:moveTo>
                  <a:lnTo>
                    <a:pt x="1388968" y="648077"/>
                  </a:lnTo>
                  <a:lnTo>
                    <a:pt x="1371495" y="684206"/>
                  </a:lnTo>
                  <a:close/>
                  <a:moveTo>
                    <a:pt x="2021997" y="1197633"/>
                  </a:moveTo>
                  <a:lnTo>
                    <a:pt x="2059318" y="1303490"/>
                  </a:lnTo>
                  <a:lnTo>
                    <a:pt x="2120758" y="1205391"/>
                  </a:lnTo>
                  <a:close/>
                  <a:moveTo>
                    <a:pt x="2120758" y="1205391"/>
                  </a:moveTo>
                  <a:lnTo>
                    <a:pt x="2180527" y="1189935"/>
                  </a:lnTo>
                  <a:lnTo>
                    <a:pt x="2124852" y="118283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56" name="Candidate_density__2055">
              <a:extLst>
                <a:ext uri="{FF2B5EF4-FFF2-40B4-BE49-F238E27FC236}">
                  <a16:creationId xmlns:a16="http://schemas.microsoft.com/office/drawing/2014/main" id="{CA2D4753-3C02-373C-3D60-14C86E11BFE0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251662"/>
              <a:ext cx="2338321" cy="3145985"/>
            </a:xfrm>
            <a:custGeom>
              <a:avLst/>
              <a:gdLst/>
              <a:ahLst/>
              <a:cxnLst/>
              <a:rect l="0" t="0" r="0" b="0"/>
              <a:pathLst>
                <a:path w="2338321" h="3145985">
                  <a:moveTo>
                    <a:pt x="0" y="2546054"/>
                  </a:moveTo>
                  <a:lnTo>
                    <a:pt x="89598" y="2633897"/>
                  </a:lnTo>
                  <a:lnTo>
                    <a:pt x="78863" y="2627001"/>
                  </a:lnTo>
                  <a:close/>
                  <a:moveTo>
                    <a:pt x="436951" y="2842806"/>
                  </a:moveTo>
                  <a:lnTo>
                    <a:pt x="505624" y="2938412"/>
                  </a:lnTo>
                  <a:lnTo>
                    <a:pt x="529154" y="2908883"/>
                  </a:lnTo>
                  <a:close/>
                  <a:moveTo>
                    <a:pt x="326658" y="2762540"/>
                  </a:moveTo>
                  <a:lnTo>
                    <a:pt x="318285" y="2752995"/>
                  </a:lnTo>
                  <a:lnTo>
                    <a:pt x="237897" y="2674017"/>
                  </a:lnTo>
                  <a:close/>
                  <a:moveTo>
                    <a:pt x="708178" y="3084361"/>
                  </a:moveTo>
                  <a:lnTo>
                    <a:pt x="660830" y="3073009"/>
                  </a:lnTo>
                  <a:lnTo>
                    <a:pt x="728583" y="3097196"/>
                  </a:lnTo>
                  <a:close/>
                  <a:moveTo>
                    <a:pt x="787723" y="3103111"/>
                  </a:moveTo>
                  <a:lnTo>
                    <a:pt x="708178" y="3084361"/>
                  </a:lnTo>
                  <a:lnTo>
                    <a:pt x="728583" y="3097196"/>
                  </a:lnTo>
                  <a:close/>
                  <a:moveTo>
                    <a:pt x="847000" y="3142933"/>
                  </a:moveTo>
                  <a:lnTo>
                    <a:pt x="838004" y="3125634"/>
                  </a:lnTo>
                  <a:lnTo>
                    <a:pt x="816163" y="3145985"/>
                  </a:lnTo>
                  <a:close/>
                  <a:moveTo>
                    <a:pt x="816163" y="3145985"/>
                  </a:moveTo>
                  <a:lnTo>
                    <a:pt x="838004" y="3125634"/>
                  </a:lnTo>
                  <a:lnTo>
                    <a:pt x="787723" y="3103111"/>
                  </a:lnTo>
                  <a:close/>
                  <a:moveTo>
                    <a:pt x="816163" y="3145985"/>
                  </a:moveTo>
                  <a:lnTo>
                    <a:pt x="787723" y="3103111"/>
                  </a:lnTo>
                  <a:lnTo>
                    <a:pt x="728583" y="3097196"/>
                  </a:lnTo>
                  <a:close/>
                  <a:moveTo>
                    <a:pt x="570856" y="2835209"/>
                  </a:moveTo>
                  <a:lnTo>
                    <a:pt x="562595" y="2818709"/>
                  </a:lnTo>
                  <a:lnTo>
                    <a:pt x="529154" y="2908883"/>
                  </a:lnTo>
                  <a:close/>
                  <a:moveTo>
                    <a:pt x="535073" y="2714558"/>
                  </a:moveTo>
                  <a:lnTo>
                    <a:pt x="563320" y="2796773"/>
                  </a:lnTo>
                  <a:lnTo>
                    <a:pt x="531550" y="2752995"/>
                  </a:lnTo>
                  <a:close/>
                  <a:moveTo>
                    <a:pt x="838004" y="3125634"/>
                  </a:moveTo>
                  <a:lnTo>
                    <a:pt x="847000" y="3142933"/>
                  </a:lnTo>
                  <a:lnTo>
                    <a:pt x="871931" y="3139293"/>
                  </a:lnTo>
                  <a:close/>
                  <a:moveTo>
                    <a:pt x="838004" y="3125634"/>
                  </a:moveTo>
                  <a:lnTo>
                    <a:pt x="871931" y="3139293"/>
                  </a:lnTo>
                  <a:lnTo>
                    <a:pt x="878548" y="3117284"/>
                  </a:lnTo>
                  <a:close/>
                  <a:moveTo>
                    <a:pt x="878548" y="3117284"/>
                  </a:moveTo>
                  <a:lnTo>
                    <a:pt x="787723" y="3103111"/>
                  </a:lnTo>
                  <a:lnTo>
                    <a:pt x="838004" y="3125634"/>
                  </a:lnTo>
                  <a:close/>
                  <a:moveTo>
                    <a:pt x="535117" y="2714250"/>
                  </a:moveTo>
                  <a:lnTo>
                    <a:pt x="563320" y="2796773"/>
                  </a:lnTo>
                  <a:lnTo>
                    <a:pt x="535073" y="2714558"/>
                  </a:lnTo>
                  <a:close/>
                  <a:moveTo>
                    <a:pt x="493623" y="2687393"/>
                  </a:moveTo>
                  <a:lnTo>
                    <a:pt x="535117" y="2714250"/>
                  </a:lnTo>
                  <a:lnTo>
                    <a:pt x="468072" y="2608072"/>
                  </a:lnTo>
                  <a:close/>
                  <a:moveTo>
                    <a:pt x="468606" y="2429476"/>
                  </a:moveTo>
                  <a:lnTo>
                    <a:pt x="533193" y="2415538"/>
                  </a:lnTo>
                  <a:lnTo>
                    <a:pt x="440121" y="2424253"/>
                  </a:lnTo>
                  <a:close/>
                  <a:moveTo>
                    <a:pt x="440121" y="2424253"/>
                  </a:moveTo>
                  <a:lnTo>
                    <a:pt x="553802" y="2355429"/>
                  </a:lnTo>
                  <a:lnTo>
                    <a:pt x="484163" y="2373716"/>
                  </a:lnTo>
                  <a:close/>
                  <a:moveTo>
                    <a:pt x="752553" y="2326008"/>
                  </a:moveTo>
                  <a:lnTo>
                    <a:pt x="658282" y="2374435"/>
                  </a:lnTo>
                  <a:lnTo>
                    <a:pt x="681893" y="2308825"/>
                  </a:lnTo>
                  <a:close/>
                  <a:moveTo>
                    <a:pt x="503313" y="2279146"/>
                  </a:moveTo>
                  <a:lnTo>
                    <a:pt x="558471" y="2294895"/>
                  </a:lnTo>
                  <a:lnTo>
                    <a:pt x="506310" y="2226610"/>
                  </a:lnTo>
                  <a:close/>
                  <a:moveTo>
                    <a:pt x="674651" y="2313405"/>
                  </a:moveTo>
                  <a:lnTo>
                    <a:pt x="752553" y="2326008"/>
                  </a:lnTo>
                  <a:lnTo>
                    <a:pt x="795745" y="2272292"/>
                  </a:lnTo>
                  <a:close/>
                  <a:moveTo>
                    <a:pt x="795745" y="2272292"/>
                  </a:moveTo>
                  <a:lnTo>
                    <a:pt x="752553" y="2326008"/>
                  </a:lnTo>
                  <a:lnTo>
                    <a:pt x="864377" y="2250239"/>
                  </a:lnTo>
                  <a:close/>
                  <a:moveTo>
                    <a:pt x="1494841" y="2851236"/>
                  </a:moveTo>
                  <a:lnTo>
                    <a:pt x="1484547" y="2897006"/>
                  </a:lnTo>
                  <a:lnTo>
                    <a:pt x="1534700" y="2869319"/>
                  </a:lnTo>
                  <a:close/>
                  <a:moveTo>
                    <a:pt x="1494841" y="2851236"/>
                  </a:moveTo>
                  <a:lnTo>
                    <a:pt x="1443729" y="2889673"/>
                  </a:lnTo>
                  <a:lnTo>
                    <a:pt x="1484547" y="2897006"/>
                  </a:lnTo>
                  <a:close/>
                  <a:moveTo>
                    <a:pt x="875390" y="2219022"/>
                  </a:moveTo>
                  <a:lnTo>
                    <a:pt x="795745" y="2272292"/>
                  </a:lnTo>
                  <a:lnTo>
                    <a:pt x="864377" y="2250239"/>
                  </a:lnTo>
                  <a:close/>
                  <a:moveTo>
                    <a:pt x="875390" y="2219022"/>
                  </a:moveTo>
                  <a:lnTo>
                    <a:pt x="815868" y="2206820"/>
                  </a:lnTo>
                  <a:lnTo>
                    <a:pt x="795745" y="2272292"/>
                  </a:lnTo>
                  <a:close/>
                  <a:moveTo>
                    <a:pt x="803567" y="2116729"/>
                  </a:moveTo>
                  <a:lnTo>
                    <a:pt x="875390" y="2219022"/>
                  </a:lnTo>
                  <a:lnTo>
                    <a:pt x="836765" y="2149737"/>
                  </a:lnTo>
                  <a:close/>
                  <a:moveTo>
                    <a:pt x="864377" y="2250239"/>
                  </a:moveTo>
                  <a:lnTo>
                    <a:pt x="888465" y="2231952"/>
                  </a:lnTo>
                  <a:lnTo>
                    <a:pt x="875390" y="2219022"/>
                  </a:lnTo>
                  <a:close/>
                  <a:moveTo>
                    <a:pt x="875390" y="2219022"/>
                  </a:moveTo>
                  <a:lnTo>
                    <a:pt x="888465" y="2231952"/>
                  </a:lnTo>
                  <a:lnTo>
                    <a:pt x="838851" y="2154805"/>
                  </a:lnTo>
                  <a:close/>
                  <a:moveTo>
                    <a:pt x="1052523" y="2181169"/>
                  </a:moveTo>
                  <a:lnTo>
                    <a:pt x="1004087" y="2193516"/>
                  </a:lnTo>
                  <a:lnTo>
                    <a:pt x="970621" y="2202193"/>
                  </a:lnTo>
                  <a:close/>
                  <a:moveTo>
                    <a:pt x="644963" y="1985307"/>
                  </a:moveTo>
                  <a:lnTo>
                    <a:pt x="644871" y="1984969"/>
                  </a:lnTo>
                  <a:lnTo>
                    <a:pt x="721141" y="2029085"/>
                  </a:lnTo>
                  <a:close/>
                  <a:moveTo>
                    <a:pt x="757394" y="1913702"/>
                  </a:moveTo>
                  <a:lnTo>
                    <a:pt x="644963" y="1985307"/>
                  </a:lnTo>
                  <a:lnTo>
                    <a:pt x="707248" y="1941418"/>
                  </a:lnTo>
                  <a:close/>
                  <a:moveTo>
                    <a:pt x="412127" y="1552541"/>
                  </a:moveTo>
                  <a:lnTo>
                    <a:pt x="493436" y="1647122"/>
                  </a:lnTo>
                  <a:lnTo>
                    <a:pt x="437890" y="1631688"/>
                  </a:lnTo>
                  <a:close/>
                  <a:moveTo>
                    <a:pt x="437890" y="1631688"/>
                  </a:moveTo>
                  <a:lnTo>
                    <a:pt x="540470" y="1700225"/>
                  </a:lnTo>
                  <a:lnTo>
                    <a:pt x="462775" y="1648142"/>
                  </a:lnTo>
                  <a:close/>
                  <a:moveTo>
                    <a:pt x="1565920" y="2821924"/>
                  </a:moveTo>
                  <a:lnTo>
                    <a:pt x="1534700" y="2869319"/>
                  </a:lnTo>
                  <a:lnTo>
                    <a:pt x="1569347" y="2851236"/>
                  </a:lnTo>
                  <a:close/>
                  <a:moveTo>
                    <a:pt x="1026681" y="2148003"/>
                  </a:moveTo>
                  <a:lnTo>
                    <a:pt x="967243" y="2193516"/>
                  </a:lnTo>
                  <a:lnTo>
                    <a:pt x="1021507" y="2160823"/>
                  </a:lnTo>
                  <a:close/>
                  <a:moveTo>
                    <a:pt x="1021507" y="2160823"/>
                  </a:moveTo>
                  <a:lnTo>
                    <a:pt x="983484" y="2201700"/>
                  </a:lnTo>
                  <a:lnTo>
                    <a:pt x="1004087" y="2193516"/>
                  </a:lnTo>
                  <a:close/>
                  <a:moveTo>
                    <a:pt x="1004087" y="2193516"/>
                  </a:moveTo>
                  <a:lnTo>
                    <a:pt x="1052523" y="2181169"/>
                  </a:lnTo>
                  <a:lnTo>
                    <a:pt x="1021507" y="2160823"/>
                  </a:lnTo>
                  <a:close/>
                  <a:moveTo>
                    <a:pt x="1728099" y="2711166"/>
                  </a:moveTo>
                  <a:lnTo>
                    <a:pt x="1632877" y="2727988"/>
                  </a:lnTo>
                  <a:lnTo>
                    <a:pt x="1634838" y="2749857"/>
                  </a:lnTo>
                  <a:close/>
                  <a:moveTo>
                    <a:pt x="461406" y="1212618"/>
                  </a:moveTo>
                  <a:lnTo>
                    <a:pt x="400774" y="1332928"/>
                  </a:lnTo>
                  <a:lnTo>
                    <a:pt x="416540" y="1260076"/>
                  </a:lnTo>
                  <a:close/>
                  <a:moveTo>
                    <a:pt x="548897" y="1301757"/>
                  </a:moveTo>
                  <a:lnTo>
                    <a:pt x="551370" y="1294492"/>
                  </a:lnTo>
                  <a:lnTo>
                    <a:pt x="504723" y="1311122"/>
                  </a:lnTo>
                  <a:close/>
                  <a:moveTo>
                    <a:pt x="504723" y="1311122"/>
                  </a:moveTo>
                  <a:lnTo>
                    <a:pt x="551370" y="1294492"/>
                  </a:lnTo>
                  <a:lnTo>
                    <a:pt x="461406" y="1212618"/>
                  </a:lnTo>
                  <a:close/>
                  <a:moveTo>
                    <a:pt x="504723" y="1311122"/>
                  </a:moveTo>
                  <a:lnTo>
                    <a:pt x="461406" y="1212618"/>
                  </a:lnTo>
                  <a:lnTo>
                    <a:pt x="416540" y="1260076"/>
                  </a:lnTo>
                  <a:close/>
                  <a:moveTo>
                    <a:pt x="551370" y="1294492"/>
                  </a:moveTo>
                  <a:lnTo>
                    <a:pt x="548897" y="1301757"/>
                  </a:lnTo>
                  <a:lnTo>
                    <a:pt x="559158" y="1299445"/>
                  </a:lnTo>
                  <a:close/>
                  <a:moveTo>
                    <a:pt x="638908" y="1318958"/>
                  </a:moveTo>
                  <a:lnTo>
                    <a:pt x="559158" y="1299445"/>
                  </a:lnTo>
                  <a:lnTo>
                    <a:pt x="548897" y="1301757"/>
                  </a:lnTo>
                  <a:close/>
                  <a:moveTo>
                    <a:pt x="1660945" y="2407066"/>
                  </a:moveTo>
                  <a:lnTo>
                    <a:pt x="1659056" y="2409997"/>
                  </a:lnTo>
                  <a:lnTo>
                    <a:pt x="1710549" y="2425158"/>
                  </a:lnTo>
                  <a:close/>
                  <a:moveTo>
                    <a:pt x="1621115" y="2337182"/>
                  </a:moveTo>
                  <a:lnTo>
                    <a:pt x="1660945" y="2407066"/>
                  </a:lnTo>
                  <a:lnTo>
                    <a:pt x="1710549" y="2425158"/>
                  </a:lnTo>
                  <a:close/>
                  <a:moveTo>
                    <a:pt x="719075" y="1284589"/>
                  </a:moveTo>
                  <a:lnTo>
                    <a:pt x="765672" y="1299047"/>
                  </a:lnTo>
                  <a:lnTo>
                    <a:pt x="638908" y="1318958"/>
                  </a:lnTo>
                  <a:close/>
                  <a:moveTo>
                    <a:pt x="638908" y="1318958"/>
                  </a:moveTo>
                  <a:lnTo>
                    <a:pt x="765672" y="1299047"/>
                  </a:lnTo>
                  <a:lnTo>
                    <a:pt x="687785" y="1286495"/>
                  </a:lnTo>
                  <a:close/>
                  <a:moveTo>
                    <a:pt x="1844972" y="2653712"/>
                  </a:moveTo>
                  <a:lnTo>
                    <a:pt x="1848907" y="2673544"/>
                  </a:lnTo>
                  <a:lnTo>
                    <a:pt x="1888014" y="2708719"/>
                  </a:lnTo>
                  <a:close/>
                  <a:moveTo>
                    <a:pt x="1657483" y="2404120"/>
                  </a:moveTo>
                  <a:lnTo>
                    <a:pt x="1760039" y="2384924"/>
                  </a:lnTo>
                  <a:lnTo>
                    <a:pt x="1660945" y="2407066"/>
                  </a:lnTo>
                  <a:close/>
                  <a:moveTo>
                    <a:pt x="1249088" y="1776625"/>
                  </a:moveTo>
                  <a:lnTo>
                    <a:pt x="1121119" y="1792033"/>
                  </a:lnTo>
                  <a:lnTo>
                    <a:pt x="1200655" y="1810746"/>
                  </a:lnTo>
                  <a:close/>
                  <a:moveTo>
                    <a:pt x="2054914" y="2560216"/>
                  </a:moveTo>
                  <a:lnTo>
                    <a:pt x="2061856" y="2521512"/>
                  </a:lnTo>
                  <a:lnTo>
                    <a:pt x="2028411" y="2615275"/>
                  </a:lnTo>
                  <a:close/>
                  <a:moveTo>
                    <a:pt x="2028411" y="2615275"/>
                  </a:moveTo>
                  <a:lnTo>
                    <a:pt x="2061856" y="2521512"/>
                  </a:lnTo>
                  <a:lnTo>
                    <a:pt x="2025666" y="2494624"/>
                  </a:lnTo>
                  <a:close/>
                  <a:moveTo>
                    <a:pt x="2028411" y="2615275"/>
                  </a:moveTo>
                  <a:lnTo>
                    <a:pt x="2025666" y="2494624"/>
                  </a:lnTo>
                  <a:lnTo>
                    <a:pt x="2074854" y="2576839"/>
                  </a:lnTo>
                  <a:close/>
                  <a:moveTo>
                    <a:pt x="1633089" y="2001333"/>
                  </a:moveTo>
                  <a:lnTo>
                    <a:pt x="1620699" y="2051386"/>
                  </a:lnTo>
                  <a:lnTo>
                    <a:pt x="1670998" y="2024246"/>
                  </a:lnTo>
                  <a:close/>
                  <a:moveTo>
                    <a:pt x="1633089" y="2001333"/>
                  </a:moveTo>
                  <a:lnTo>
                    <a:pt x="1599378" y="2039769"/>
                  </a:lnTo>
                  <a:lnTo>
                    <a:pt x="1620699" y="2051386"/>
                  </a:lnTo>
                  <a:close/>
                  <a:moveTo>
                    <a:pt x="1426015" y="1774057"/>
                  </a:moveTo>
                  <a:lnTo>
                    <a:pt x="1518174" y="1836903"/>
                  </a:lnTo>
                  <a:lnTo>
                    <a:pt x="1459922" y="1792383"/>
                  </a:lnTo>
                  <a:close/>
                  <a:moveTo>
                    <a:pt x="2163642" y="2456187"/>
                  </a:moveTo>
                  <a:lnTo>
                    <a:pt x="2187936" y="2563702"/>
                  </a:lnTo>
                  <a:lnTo>
                    <a:pt x="2236621" y="2530521"/>
                  </a:lnTo>
                  <a:close/>
                  <a:moveTo>
                    <a:pt x="1930592" y="2067175"/>
                  </a:moveTo>
                  <a:lnTo>
                    <a:pt x="1961116" y="2057769"/>
                  </a:lnTo>
                  <a:lnTo>
                    <a:pt x="1892097" y="2045112"/>
                  </a:lnTo>
                  <a:close/>
                  <a:moveTo>
                    <a:pt x="1755883" y="2062959"/>
                  </a:moveTo>
                  <a:lnTo>
                    <a:pt x="1882217" y="2041439"/>
                  </a:lnTo>
                  <a:lnTo>
                    <a:pt x="1798550" y="2007280"/>
                  </a:lnTo>
                  <a:close/>
                  <a:moveTo>
                    <a:pt x="1880277" y="2047488"/>
                  </a:moveTo>
                  <a:lnTo>
                    <a:pt x="1934680" y="1962897"/>
                  </a:lnTo>
                  <a:lnTo>
                    <a:pt x="1882217" y="2041439"/>
                  </a:lnTo>
                  <a:close/>
                  <a:moveTo>
                    <a:pt x="1670998" y="2024246"/>
                  </a:moveTo>
                  <a:lnTo>
                    <a:pt x="1755883" y="2062959"/>
                  </a:lnTo>
                  <a:lnTo>
                    <a:pt x="1798550" y="2007280"/>
                  </a:lnTo>
                  <a:close/>
                  <a:moveTo>
                    <a:pt x="1761977" y="1882887"/>
                  </a:moveTo>
                  <a:lnTo>
                    <a:pt x="1801753" y="1911142"/>
                  </a:lnTo>
                  <a:lnTo>
                    <a:pt x="1758511" y="1857579"/>
                  </a:lnTo>
                  <a:close/>
                  <a:moveTo>
                    <a:pt x="306619" y="76342"/>
                  </a:moveTo>
                  <a:lnTo>
                    <a:pt x="313468" y="170865"/>
                  </a:lnTo>
                  <a:lnTo>
                    <a:pt x="357624" y="95468"/>
                  </a:lnTo>
                  <a:close/>
                  <a:moveTo>
                    <a:pt x="306619" y="76342"/>
                  </a:moveTo>
                  <a:lnTo>
                    <a:pt x="300828" y="30094"/>
                  </a:lnTo>
                  <a:lnTo>
                    <a:pt x="226490" y="30817"/>
                  </a:lnTo>
                  <a:close/>
                  <a:moveTo>
                    <a:pt x="212775" y="71949"/>
                  </a:moveTo>
                  <a:lnTo>
                    <a:pt x="229066" y="78799"/>
                  </a:lnTo>
                  <a:lnTo>
                    <a:pt x="226490" y="30817"/>
                  </a:lnTo>
                  <a:close/>
                  <a:moveTo>
                    <a:pt x="2309777" y="2417751"/>
                  </a:moveTo>
                  <a:lnTo>
                    <a:pt x="2325645" y="2428240"/>
                  </a:lnTo>
                  <a:lnTo>
                    <a:pt x="2332589" y="2395470"/>
                  </a:lnTo>
                  <a:close/>
                  <a:moveTo>
                    <a:pt x="1961116" y="2057769"/>
                  </a:moveTo>
                  <a:lnTo>
                    <a:pt x="1885409" y="2043316"/>
                  </a:lnTo>
                  <a:lnTo>
                    <a:pt x="1892097" y="2045112"/>
                  </a:lnTo>
                  <a:close/>
                  <a:moveTo>
                    <a:pt x="1940007" y="2042302"/>
                  </a:moveTo>
                  <a:lnTo>
                    <a:pt x="1885409" y="2043316"/>
                  </a:lnTo>
                  <a:lnTo>
                    <a:pt x="1961116" y="2057769"/>
                  </a:lnTo>
                  <a:close/>
                  <a:moveTo>
                    <a:pt x="2010079" y="2025634"/>
                  </a:moveTo>
                  <a:lnTo>
                    <a:pt x="1940007" y="2042302"/>
                  </a:lnTo>
                  <a:lnTo>
                    <a:pt x="1961116" y="2057769"/>
                  </a:lnTo>
                  <a:close/>
                  <a:moveTo>
                    <a:pt x="1974275" y="1924460"/>
                  </a:moveTo>
                  <a:lnTo>
                    <a:pt x="1992491" y="1959878"/>
                  </a:lnTo>
                  <a:lnTo>
                    <a:pt x="1885409" y="2043316"/>
                  </a:lnTo>
                  <a:close/>
                  <a:moveTo>
                    <a:pt x="1882217" y="2041439"/>
                  </a:moveTo>
                  <a:lnTo>
                    <a:pt x="1885409" y="2043316"/>
                  </a:lnTo>
                  <a:lnTo>
                    <a:pt x="1829246" y="2028382"/>
                  </a:lnTo>
                  <a:close/>
                  <a:moveTo>
                    <a:pt x="1970815" y="1842245"/>
                  </a:moveTo>
                  <a:lnTo>
                    <a:pt x="1966031" y="1860945"/>
                  </a:lnTo>
                  <a:lnTo>
                    <a:pt x="1950996" y="1850402"/>
                  </a:lnTo>
                  <a:close/>
                  <a:moveTo>
                    <a:pt x="1607715" y="1686931"/>
                  </a:moveTo>
                  <a:lnTo>
                    <a:pt x="1685005" y="1784780"/>
                  </a:lnTo>
                  <a:lnTo>
                    <a:pt x="1644311" y="1716252"/>
                  </a:lnTo>
                  <a:close/>
                  <a:moveTo>
                    <a:pt x="621939" y="302045"/>
                  </a:moveTo>
                  <a:lnTo>
                    <a:pt x="570891" y="383046"/>
                  </a:lnTo>
                  <a:lnTo>
                    <a:pt x="635410" y="391185"/>
                  </a:lnTo>
                  <a:close/>
                  <a:moveTo>
                    <a:pt x="300828" y="30094"/>
                  </a:moveTo>
                  <a:lnTo>
                    <a:pt x="368825" y="5667"/>
                  </a:lnTo>
                  <a:lnTo>
                    <a:pt x="424868" y="0"/>
                  </a:lnTo>
                  <a:close/>
                  <a:moveTo>
                    <a:pt x="2338321" y="2317843"/>
                  </a:moveTo>
                  <a:lnTo>
                    <a:pt x="2309777" y="2417751"/>
                  </a:lnTo>
                  <a:lnTo>
                    <a:pt x="2332589" y="2395470"/>
                  </a:lnTo>
                  <a:close/>
                  <a:moveTo>
                    <a:pt x="2309849" y="2240898"/>
                  </a:moveTo>
                  <a:lnTo>
                    <a:pt x="2276503" y="2307508"/>
                  </a:lnTo>
                  <a:lnTo>
                    <a:pt x="2338321" y="2317843"/>
                  </a:lnTo>
                  <a:close/>
                  <a:moveTo>
                    <a:pt x="2309849" y="2240898"/>
                  </a:moveTo>
                  <a:lnTo>
                    <a:pt x="2299823" y="2148957"/>
                  </a:lnTo>
                  <a:lnTo>
                    <a:pt x="2209894" y="2215391"/>
                  </a:lnTo>
                  <a:close/>
                  <a:moveTo>
                    <a:pt x="1966031" y="1860945"/>
                  </a:moveTo>
                  <a:lnTo>
                    <a:pt x="1970815" y="1842245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03540" y="1728299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63721" y="1840056"/>
                  </a:lnTo>
                  <a:lnTo>
                    <a:pt x="1970815" y="1842245"/>
                  </a:lnTo>
                  <a:close/>
                  <a:moveTo>
                    <a:pt x="1903540" y="1728299"/>
                  </a:moveTo>
                  <a:lnTo>
                    <a:pt x="1960393" y="1742670"/>
                  </a:lnTo>
                  <a:lnTo>
                    <a:pt x="1907178" y="1704359"/>
                  </a:lnTo>
                  <a:close/>
                  <a:moveTo>
                    <a:pt x="1960393" y="1742670"/>
                  </a:moveTo>
                  <a:lnTo>
                    <a:pt x="1973976" y="1675450"/>
                  </a:lnTo>
                  <a:lnTo>
                    <a:pt x="1907178" y="1704359"/>
                  </a:lnTo>
                  <a:close/>
                  <a:moveTo>
                    <a:pt x="1311386" y="1085285"/>
                  </a:moveTo>
                  <a:lnTo>
                    <a:pt x="1388158" y="1093665"/>
                  </a:lnTo>
                  <a:lnTo>
                    <a:pt x="1430917" y="1038330"/>
                  </a:lnTo>
                  <a:close/>
                  <a:moveTo>
                    <a:pt x="803786" y="414983"/>
                  </a:moveTo>
                  <a:lnTo>
                    <a:pt x="848334" y="526804"/>
                  </a:lnTo>
                  <a:lnTo>
                    <a:pt x="897439" y="437031"/>
                  </a:lnTo>
                  <a:close/>
                  <a:moveTo>
                    <a:pt x="1979704" y="1626879"/>
                  </a:moveTo>
                  <a:lnTo>
                    <a:pt x="1907178" y="1704359"/>
                  </a:lnTo>
                  <a:lnTo>
                    <a:pt x="1973976" y="1675450"/>
                  </a:lnTo>
                  <a:close/>
                  <a:moveTo>
                    <a:pt x="1979704" y="1626879"/>
                  </a:moveTo>
                  <a:lnTo>
                    <a:pt x="1931726" y="1605291"/>
                  </a:lnTo>
                  <a:lnTo>
                    <a:pt x="1907178" y="1704359"/>
                  </a:lnTo>
                  <a:close/>
                  <a:moveTo>
                    <a:pt x="1693939" y="1277055"/>
                  </a:moveTo>
                  <a:lnTo>
                    <a:pt x="1693878" y="1392733"/>
                  </a:lnTo>
                  <a:lnTo>
                    <a:pt x="1706561" y="1310518"/>
                  </a:lnTo>
                  <a:close/>
                  <a:moveTo>
                    <a:pt x="1693939" y="1277055"/>
                  </a:moveTo>
                  <a:lnTo>
                    <a:pt x="1694506" y="1376687"/>
                  </a:lnTo>
                  <a:lnTo>
                    <a:pt x="1693878" y="1392733"/>
                  </a:lnTo>
                  <a:close/>
                  <a:moveTo>
                    <a:pt x="1918538" y="1415829"/>
                  </a:moveTo>
                  <a:lnTo>
                    <a:pt x="1967878" y="1518727"/>
                  </a:lnTo>
                  <a:lnTo>
                    <a:pt x="2020127" y="1417595"/>
                  </a:lnTo>
                  <a:close/>
                  <a:moveTo>
                    <a:pt x="2120758" y="1299977"/>
                  </a:moveTo>
                  <a:lnTo>
                    <a:pt x="2059318" y="1398076"/>
                  </a:lnTo>
                  <a:lnTo>
                    <a:pt x="2086140" y="1385750"/>
                  </a:lnTo>
                  <a:close/>
                  <a:moveTo>
                    <a:pt x="2152973" y="1356967"/>
                  </a:moveTo>
                  <a:lnTo>
                    <a:pt x="2180527" y="1284521"/>
                  </a:lnTo>
                  <a:lnTo>
                    <a:pt x="2120758" y="1299977"/>
                  </a:lnTo>
                  <a:close/>
                  <a:moveTo>
                    <a:pt x="2086140" y="1385750"/>
                  </a:moveTo>
                  <a:lnTo>
                    <a:pt x="2152973" y="1356967"/>
                  </a:lnTo>
                  <a:lnTo>
                    <a:pt x="2120758" y="1299977"/>
                  </a:lnTo>
                  <a:close/>
                  <a:moveTo>
                    <a:pt x="1527033" y="651510"/>
                  </a:moveTo>
                  <a:lnTo>
                    <a:pt x="1514324" y="740355"/>
                  </a:lnTo>
                  <a:lnTo>
                    <a:pt x="1524602" y="679539"/>
                  </a:lnTo>
                  <a:close/>
                  <a:moveTo>
                    <a:pt x="1501488" y="711778"/>
                  </a:moveTo>
                  <a:lnTo>
                    <a:pt x="1514324" y="740355"/>
                  </a:lnTo>
                  <a:lnTo>
                    <a:pt x="1527033" y="651510"/>
                  </a:lnTo>
                  <a:close/>
                  <a:moveTo>
                    <a:pt x="1466803" y="639883"/>
                  </a:moveTo>
                  <a:lnTo>
                    <a:pt x="1501488" y="711778"/>
                  </a:lnTo>
                  <a:lnTo>
                    <a:pt x="1527033" y="651510"/>
                  </a:lnTo>
                  <a:close/>
                  <a:moveTo>
                    <a:pt x="1487503" y="537488"/>
                  </a:moveTo>
                  <a:lnTo>
                    <a:pt x="1513797" y="639143"/>
                  </a:lnTo>
                  <a:lnTo>
                    <a:pt x="1462109" y="575924"/>
                  </a:lnTo>
                  <a:close/>
                  <a:moveTo>
                    <a:pt x="1466803" y="639883"/>
                  </a:moveTo>
                  <a:lnTo>
                    <a:pt x="1513797" y="639143"/>
                  </a:lnTo>
                  <a:lnTo>
                    <a:pt x="1487503" y="53748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57" name="Candidate_density__2056">
              <a:extLst>
                <a:ext uri="{FF2B5EF4-FFF2-40B4-BE49-F238E27FC236}">
                  <a16:creationId xmlns:a16="http://schemas.microsoft.com/office/drawing/2014/main" id="{ECACDC0E-7450-163F-437D-7E728D067806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282479"/>
              <a:ext cx="2196876" cy="3114133"/>
            </a:xfrm>
            <a:custGeom>
              <a:avLst/>
              <a:gdLst/>
              <a:ahLst/>
              <a:cxnLst/>
              <a:rect l="0" t="0" r="0" b="0"/>
              <a:pathLst>
                <a:path w="2196876" h="3114133">
                  <a:moveTo>
                    <a:pt x="0" y="2552406"/>
                  </a:moveTo>
                  <a:lnTo>
                    <a:pt x="98538" y="2603081"/>
                  </a:lnTo>
                  <a:lnTo>
                    <a:pt x="8940" y="2515238"/>
                  </a:lnTo>
                  <a:close/>
                  <a:moveTo>
                    <a:pt x="407815" y="2842829"/>
                  </a:moveTo>
                  <a:lnTo>
                    <a:pt x="514563" y="2907596"/>
                  </a:lnTo>
                  <a:lnTo>
                    <a:pt x="445891" y="2811989"/>
                  </a:lnTo>
                  <a:close/>
                  <a:moveTo>
                    <a:pt x="434193" y="2812251"/>
                  </a:moveTo>
                  <a:lnTo>
                    <a:pt x="407815" y="2842829"/>
                  </a:lnTo>
                  <a:lnTo>
                    <a:pt x="445891" y="2811989"/>
                  </a:lnTo>
                  <a:close/>
                  <a:moveTo>
                    <a:pt x="335598" y="2731723"/>
                  </a:moveTo>
                  <a:lnTo>
                    <a:pt x="435343" y="2804393"/>
                  </a:lnTo>
                  <a:lnTo>
                    <a:pt x="356505" y="2756451"/>
                  </a:lnTo>
                  <a:close/>
                  <a:moveTo>
                    <a:pt x="335598" y="2731723"/>
                  </a:moveTo>
                  <a:lnTo>
                    <a:pt x="434193" y="2812251"/>
                  </a:lnTo>
                  <a:lnTo>
                    <a:pt x="435343" y="2804393"/>
                  </a:lnTo>
                  <a:close/>
                  <a:moveTo>
                    <a:pt x="344811" y="2760614"/>
                  </a:moveTo>
                  <a:lnTo>
                    <a:pt x="434193" y="2812251"/>
                  </a:lnTo>
                  <a:lnTo>
                    <a:pt x="335598" y="2731723"/>
                  </a:lnTo>
                  <a:close/>
                  <a:moveTo>
                    <a:pt x="435343" y="2804393"/>
                  </a:moveTo>
                  <a:lnTo>
                    <a:pt x="434193" y="2812251"/>
                  </a:lnTo>
                  <a:lnTo>
                    <a:pt x="445891" y="2811989"/>
                  </a:lnTo>
                  <a:close/>
                  <a:moveTo>
                    <a:pt x="327225" y="2722178"/>
                  </a:moveTo>
                  <a:lnTo>
                    <a:pt x="335598" y="2731723"/>
                  </a:lnTo>
                  <a:lnTo>
                    <a:pt x="356505" y="2756451"/>
                  </a:lnTo>
                  <a:close/>
                  <a:moveTo>
                    <a:pt x="435343" y="2804393"/>
                  </a:moveTo>
                  <a:lnTo>
                    <a:pt x="445891" y="2811989"/>
                  </a:lnTo>
                  <a:lnTo>
                    <a:pt x="448514" y="2800608"/>
                  </a:lnTo>
                  <a:close/>
                  <a:moveTo>
                    <a:pt x="435343" y="2804393"/>
                  </a:moveTo>
                  <a:lnTo>
                    <a:pt x="448514" y="2800608"/>
                  </a:lnTo>
                  <a:lnTo>
                    <a:pt x="356505" y="2756451"/>
                  </a:lnTo>
                  <a:close/>
                  <a:moveTo>
                    <a:pt x="356505" y="2756451"/>
                  </a:moveTo>
                  <a:lnTo>
                    <a:pt x="448514" y="2800608"/>
                  </a:lnTo>
                  <a:lnTo>
                    <a:pt x="483494" y="2737379"/>
                  </a:lnTo>
                  <a:close/>
                  <a:moveTo>
                    <a:pt x="445891" y="2811989"/>
                  </a:moveTo>
                  <a:lnTo>
                    <a:pt x="553977" y="2765956"/>
                  </a:lnTo>
                  <a:lnTo>
                    <a:pt x="448514" y="2800608"/>
                  </a:lnTo>
                  <a:close/>
                  <a:moveTo>
                    <a:pt x="571535" y="2787893"/>
                  </a:moveTo>
                  <a:lnTo>
                    <a:pt x="553977" y="2765956"/>
                  </a:lnTo>
                  <a:lnTo>
                    <a:pt x="445891" y="2811989"/>
                  </a:lnTo>
                  <a:close/>
                  <a:moveTo>
                    <a:pt x="538094" y="2878066"/>
                  </a:moveTo>
                  <a:lnTo>
                    <a:pt x="571535" y="2787893"/>
                  </a:lnTo>
                  <a:lnTo>
                    <a:pt x="445891" y="2811989"/>
                  </a:lnTo>
                  <a:close/>
                  <a:moveTo>
                    <a:pt x="448514" y="2800608"/>
                  </a:moveTo>
                  <a:lnTo>
                    <a:pt x="553977" y="2765956"/>
                  </a:lnTo>
                  <a:lnTo>
                    <a:pt x="483494" y="2737379"/>
                  </a:lnTo>
                  <a:close/>
                  <a:moveTo>
                    <a:pt x="579795" y="2804393"/>
                  </a:moveTo>
                  <a:lnTo>
                    <a:pt x="572260" y="2765956"/>
                  </a:lnTo>
                  <a:lnTo>
                    <a:pt x="571535" y="2787893"/>
                  </a:lnTo>
                  <a:close/>
                  <a:moveTo>
                    <a:pt x="262430" y="2475533"/>
                  </a:moveTo>
                  <a:lnTo>
                    <a:pt x="190177" y="2413234"/>
                  </a:lnTo>
                  <a:lnTo>
                    <a:pt x="280124" y="2437096"/>
                  </a:lnTo>
                  <a:close/>
                  <a:moveTo>
                    <a:pt x="825686" y="2976028"/>
                  </a:moveTo>
                  <a:lnTo>
                    <a:pt x="796663" y="3072294"/>
                  </a:lnTo>
                  <a:lnTo>
                    <a:pt x="887488" y="3086468"/>
                  </a:lnTo>
                  <a:close/>
                  <a:moveTo>
                    <a:pt x="894321" y="2980820"/>
                  </a:moveTo>
                  <a:lnTo>
                    <a:pt x="825686" y="2976028"/>
                  </a:lnTo>
                  <a:lnTo>
                    <a:pt x="887488" y="3086468"/>
                  </a:lnTo>
                  <a:close/>
                  <a:moveTo>
                    <a:pt x="965353" y="3083756"/>
                  </a:moveTo>
                  <a:lnTo>
                    <a:pt x="880871" y="3108476"/>
                  </a:lnTo>
                  <a:lnTo>
                    <a:pt x="956915" y="3114133"/>
                  </a:lnTo>
                  <a:close/>
                  <a:moveTo>
                    <a:pt x="965353" y="3083756"/>
                  </a:moveTo>
                  <a:lnTo>
                    <a:pt x="887488" y="3086468"/>
                  </a:lnTo>
                  <a:lnTo>
                    <a:pt x="880871" y="3108476"/>
                  </a:lnTo>
                  <a:close/>
                  <a:moveTo>
                    <a:pt x="887488" y="3086468"/>
                  </a:moveTo>
                  <a:lnTo>
                    <a:pt x="965353" y="3083756"/>
                  </a:lnTo>
                  <a:lnTo>
                    <a:pt x="962127" y="2986287"/>
                  </a:lnTo>
                  <a:close/>
                  <a:moveTo>
                    <a:pt x="894321" y="2980820"/>
                  </a:moveTo>
                  <a:lnTo>
                    <a:pt x="836467" y="2942456"/>
                  </a:lnTo>
                  <a:lnTo>
                    <a:pt x="775915" y="2916398"/>
                  </a:lnTo>
                  <a:close/>
                  <a:moveTo>
                    <a:pt x="825686" y="2976028"/>
                  </a:moveTo>
                  <a:lnTo>
                    <a:pt x="894321" y="2980820"/>
                  </a:lnTo>
                  <a:lnTo>
                    <a:pt x="775915" y="2916398"/>
                  </a:lnTo>
                  <a:close/>
                  <a:moveTo>
                    <a:pt x="553977" y="2765956"/>
                  </a:moveTo>
                  <a:lnTo>
                    <a:pt x="571535" y="2787893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483494" y="2737379"/>
                  </a:lnTo>
                  <a:lnTo>
                    <a:pt x="553977" y="2765956"/>
                  </a:lnTo>
                  <a:close/>
                  <a:moveTo>
                    <a:pt x="544056" y="2683434"/>
                  </a:moveTo>
                  <a:lnTo>
                    <a:pt x="502563" y="2656576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571535" y="2787893"/>
                  </a:lnTo>
                  <a:lnTo>
                    <a:pt x="572260" y="2765956"/>
                  </a:lnTo>
                  <a:close/>
                  <a:moveTo>
                    <a:pt x="544056" y="2683434"/>
                  </a:moveTo>
                  <a:lnTo>
                    <a:pt x="570501" y="2762027"/>
                  </a:lnTo>
                  <a:lnTo>
                    <a:pt x="572260" y="2765956"/>
                  </a:lnTo>
                  <a:close/>
                  <a:moveTo>
                    <a:pt x="477546" y="2398660"/>
                  </a:moveTo>
                  <a:lnTo>
                    <a:pt x="510844" y="2410159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35862" y="2480875"/>
                  </a:lnTo>
                  <a:lnTo>
                    <a:pt x="664876" y="2427820"/>
                  </a:lnTo>
                  <a:close/>
                  <a:moveTo>
                    <a:pt x="477546" y="2398660"/>
                  </a:moveTo>
                  <a:lnTo>
                    <a:pt x="528148" y="2410475"/>
                  </a:lnTo>
                  <a:lnTo>
                    <a:pt x="542132" y="2384722"/>
                  </a:lnTo>
                  <a:close/>
                  <a:moveTo>
                    <a:pt x="449061" y="2393437"/>
                  </a:moveTo>
                  <a:lnTo>
                    <a:pt x="542132" y="2384722"/>
                  </a:lnTo>
                  <a:lnTo>
                    <a:pt x="562742" y="2324613"/>
                  </a:lnTo>
                  <a:close/>
                  <a:moveTo>
                    <a:pt x="664876" y="2427820"/>
                  </a:moveTo>
                  <a:lnTo>
                    <a:pt x="597303" y="2360223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64876" y="2427820"/>
                  </a:lnTo>
                  <a:lnTo>
                    <a:pt x="528148" y="2410475"/>
                  </a:lnTo>
                  <a:close/>
                  <a:moveTo>
                    <a:pt x="683591" y="2282589"/>
                  </a:moveTo>
                  <a:lnTo>
                    <a:pt x="667222" y="2343618"/>
                  </a:lnTo>
                  <a:lnTo>
                    <a:pt x="761492" y="2295192"/>
                  </a:lnTo>
                  <a:close/>
                  <a:moveTo>
                    <a:pt x="567410" y="2264078"/>
                  </a:moveTo>
                  <a:lnTo>
                    <a:pt x="493103" y="2342900"/>
                  </a:lnTo>
                  <a:lnTo>
                    <a:pt x="562742" y="2324613"/>
                  </a:lnTo>
                  <a:close/>
                  <a:moveTo>
                    <a:pt x="630846" y="2239572"/>
                  </a:moveTo>
                  <a:lnTo>
                    <a:pt x="535733" y="2223631"/>
                  </a:lnTo>
                  <a:lnTo>
                    <a:pt x="567410" y="2264078"/>
                  </a:lnTo>
                  <a:close/>
                  <a:moveTo>
                    <a:pt x="824808" y="2176003"/>
                  </a:moveTo>
                  <a:lnTo>
                    <a:pt x="884330" y="2188205"/>
                  </a:lnTo>
                  <a:lnTo>
                    <a:pt x="812507" y="2085912"/>
                  </a:lnTo>
                  <a:close/>
                  <a:moveTo>
                    <a:pt x="979561" y="2171376"/>
                  </a:moveTo>
                  <a:lnTo>
                    <a:pt x="976182" y="2162699"/>
                  </a:lnTo>
                  <a:lnTo>
                    <a:pt x="895082" y="2085594"/>
                  </a:lnTo>
                  <a:close/>
                  <a:moveTo>
                    <a:pt x="862246" y="2106067"/>
                  </a:moveTo>
                  <a:lnTo>
                    <a:pt x="979561" y="2171376"/>
                  </a:lnTo>
                  <a:lnTo>
                    <a:pt x="895082" y="2085594"/>
                  </a:lnTo>
                  <a:close/>
                  <a:moveTo>
                    <a:pt x="812507" y="2085912"/>
                  </a:moveTo>
                  <a:lnTo>
                    <a:pt x="759627" y="2073013"/>
                  </a:lnTo>
                  <a:lnTo>
                    <a:pt x="799997" y="2080484"/>
                  </a:lnTo>
                  <a:close/>
                  <a:moveTo>
                    <a:pt x="653811" y="1954152"/>
                  </a:moveTo>
                  <a:lnTo>
                    <a:pt x="653903" y="1954490"/>
                  </a:lnTo>
                  <a:lnTo>
                    <a:pt x="678445" y="1834033"/>
                  </a:lnTo>
                  <a:close/>
                  <a:moveTo>
                    <a:pt x="797164" y="1916054"/>
                  </a:moveTo>
                  <a:lnTo>
                    <a:pt x="766333" y="1882885"/>
                  </a:lnTo>
                  <a:lnTo>
                    <a:pt x="814159" y="1944976"/>
                  </a:lnTo>
                  <a:close/>
                  <a:moveTo>
                    <a:pt x="863360" y="1998269"/>
                  </a:moveTo>
                  <a:lnTo>
                    <a:pt x="797164" y="1916054"/>
                  </a:lnTo>
                  <a:lnTo>
                    <a:pt x="814159" y="1944976"/>
                  </a:lnTo>
                  <a:close/>
                  <a:moveTo>
                    <a:pt x="423205" y="1587193"/>
                  </a:moveTo>
                  <a:lnTo>
                    <a:pt x="446830" y="1600872"/>
                  </a:lnTo>
                  <a:lnTo>
                    <a:pt x="471714" y="1617325"/>
                  </a:lnTo>
                  <a:close/>
                  <a:moveTo>
                    <a:pt x="1574860" y="2791107"/>
                  </a:moveTo>
                  <a:lnTo>
                    <a:pt x="1578286" y="2820420"/>
                  </a:lnTo>
                  <a:lnTo>
                    <a:pt x="1527384" y="2777722"/>
                  </a:lnTo>
                  <a:close/>
                  <a:moveTo>
                    <a:pt x="1629199" y="2707429"/>
                  </a:moveTo>
                  <a:lnTo>
                    <a:pt x="1643778" y="2719041"/>
                  </a:lnTo>
                  <a:lnTo>
                    <a:pt x="1630567" y="2699768"/>
                  </a:lnTo>
                  <a:close/>
                  <a:moveTo>
                    <a:pt x="994855" y="2042047"/>
                  </a:moveTo>
                  <a:lnTo>
                    <a:pt x="976182" y="2162699"/>
                  </a:lnTo>
                  <a:lnTo>
                    <a:pt x="1035620" y="2117187"/>
                  </a:lnTo>
                  <a:close/>
                  <a:moveTo>
                    <a:pt x="1035620" y="2117187"/>
                  </a:moveTo>
                  <a:lnTo>
                    <a:pt x="1080748" y="2049613"/>
                  </a:lnTo>
                  <a:lnTo>
                    <a:pt x="1043260" y="2042047"/>
                  </a:lnTo>
                  <a:close/>
                  <a:moveTo>
                    <a:pt x="1035620" y="2117187"/>
                  </a:moveTo>
                  <a:lnTo>
                    <a:pt x="1061463" y="2150352"/>
                  </a:lnTo>
                  <a:lnTo>
                    <a:pt x="1080748" y="2049613"/>
                  </a:lnTo>
                  <a:close/>
                  <a:moveTo>
                    <a:pt x="1030447" y="2130007"/>
                  </a:moveTo>
                  <a:lnTo>
                    <a:pt x="1061463" y="2150352"/>
                  </a:lnTo>
                  <a:lnTo>
                    <a:pt x="1035620" y="2117187"/>
                  </a:lnTo>
                  <a:close/>
                  <a:moveTo>
                    <a:pt x="1043260" y="2042047"/>
                  </a:moveTo>
                  <a:lnTo>
                    <a:pt x="1080748" y="2049613"/>
                  </a:lnTo>
                  <a:lnTo>
                    <a:pt x="1077593" y="1995460"/>
                  </a:lnTo>
                  <a:close/>
                  <a:moveTo>
                    <a:pt x="1630567" y="2699768"/>
                  </a:moveTo>
                  <a:lnTo>
                    <a:pt x="1643778" y="2719041"/>
                  </a:lnTo>
                  <a:lnTo>
                    <a:pt x="1641817" y="2697171"/>
                  </a:lnTo>
                  <a:close/>
                  <a:moveTo>
                    <a:pt x="1641817" y="2697171"/>
                  </a:moveTo>
                  <a:lnTo>
                    <a:pt x="1737039" y="2680350"/>
                  </a:lnTo>
                  <a:lnTo>
                    <a:pt x="1676801" y="2627305"/>
                  </a:lnTo>
                  <a:close/>
                  <a:moveTo>
                    <a:pt x="1737039" y="2680350"/>
                  </a:moveTo>
                  <a:lnTo>
                    <a:pt x="1757446" y="2650167"/>
                  </a:lnTo>
                  <a:lnTo>
                    <a:pt x="1676801" y="2627305"/>
                  </a:lnTo>
                  <a:close/>
                  <a:moveTo>
                    <a:pt x="1081780" y="1948681"/>
                  </a:moveTo>
                  <a:lnTo>
                    <a:pt x="1043260" y="2042047"/>
                  </a:lnTo>
                  <a:lnTo>
                    <a:pt x="1077593" y="1995460"/>
                  </a:lnTo>
                  <a:close/>
                  <a:moveTo>
                    <a:pt x="1081780" y="1948681"/>
                  </a:moveTo>
                  <a:lnTo>
                    <a:pt x="1057416" y="1920020"/>
                  </a:lnTo>
                  <a:lnTo>
                    <a:pt x="991499" y="1861394"/>
                  </a:lnTo>
                  <a:close/>
                  <a:moveTo>
                    <a:pt x="1435205" y="2332471"/>
                  </a:moveTo>
                  <a:lnTo>
                    <a:pt x="1376921" y="2250256"/>
                  </a:lnTo>
                  <a:lnTo>
                    <a:pt x="1400985" y="2271319"/>
                  </a:lnTo>
                  <a:close/>
                  <a:moveTo>
                    <a:pt x="1757446" y="2650167"/>
                  </a:moveTo>
                  <a:lnTo>
                    <a:pt x="1857847" y="2642727"/>
                  </a:lnTo>
                  <a:lnTo>
                    <a:pt x="1830957" y="2540680"/>
                  </a:lnTo>
                  <a:close/>
                  <a:moveTo>
                    <a:pt x="1719489" y="2394341"/>
                  </a:moveTo>
                  <a:lnTo>
                    <a:pt x="1667995" y="2379180"/>
                  </a:lnTo>
                  <a:lnTo>
                    <a:pt x="1672064" y="2472397"/>
                  </a:lnTo>
                  <a:close/>
                  <a:moveTo>
                    <a:pt x="1666423" y="2373303"/>
                  </a:moveTo>
                  <a:lnTo>
                    <a:pt x="1669884" y="2376250"/>
                  </a:lnTo>
                  <a:lnTo>
                    <a:pt x="1630055" y="2306365"/>
                  </a:lnTo>
                  <a:close/>
                  <a:moveTo>
                    <a:pt x="1666423" y="2373303"/>
                  </a:moveTo>
                  <a:lnTo>
                    <a:pt x="1630055" y="2306365"/>
                  </a:lnTo>
                  <a:lnTo>
                    <a:pt x="1618112" y="2294035"/>
                  </a:lnTo>
                  <a:close/>
                  <a:moveTo>
                    <a:pt x="1376921" y="2250256"/>
                  </a:moveTo>
                  <a:lnTo>
                    <a:pt x="1384789" y="2223894"/>
                  </a:lnTo>
                  <a:lnTo>
                    <a:pt x="1332754" y="2166104"/>
                  </a:lnTo>
                  <a:close/>
                  <a:moveTo>
                    <a:pt x="1112453" y="1839180"/>
                  </a:moveTo>
                  <a:lnTo>
                    <a:pt x="1187896" y="1914001"/>
                  </a:lnTo>
                  <a:lnTo>
                    <a:pt x="1192980" y="1818778"/>
                  </a:lnTo>
                  <a:close/>
                  <a:moveTo>
                    <a:pt x="1192980" y="1818778"/>
                  </a:moveTo>
                  <a:lnTo>
                    <a:pt x="1284169" y="1805235"/>
                  </a:lnTo>
                  <a:lnTo>
                    <a:pt x="1209595" y="1779929"/>
                  </a:lnTo>
                  <a:close/>
                  <a:moveTo>
                    <a:pt x="1284169" y="1805235"/>
                  </a:moveTo>
                  <a:lnTo>
                    <a:pt x="1286548" y="1788988"/>
                  </a:lnTo>
                  <a:lnTo>
                    <a:pt x="1209595" y="1779929"/>
                  </a:lnTo>
                  <a:close/>
                  <a:moveTo>
                    <a:pt x="1666423" y="2373303"/>
                  </a:moveTo>
                  <a:lnTo>
                    <a:pt x="1618112" y="2294035"/>
                  </a:lnTo>
                  <a:lnTo>
                    <a:pt x="1709994" y="2321003"/>
                  </a:lnTo>
                  <a:close/>
                  <a:moveTo>
                    <a:pt x="1709994" y="2321003"/>
                  </a:moveTo>
                  <a:lnTo>
                    <a:pt x="1618112" y="2294035"/>
                  </a:lnTo>
                  <a:lnTo>
                    <a:pt x="1599971" y="2370323"/>
                  </a:lnTo>
                  <a:close/>
                  <a:moveTo>
                    <a:pt x="1778732" y="2446270"/>
                  </a:moveTo>
                  <a:lnTo>
                    <a:pt x="1669884" y="2376250"/>
                  </a:lnTo>
                  <a:lnTo>
                    <a:pt x="1768979" y="2354107"/>
                  </a:lnTo>
                  <a:close/>
                  <a:moveTo>
                    <a:pt x="1667995" y="2379180"/>
                  </a:moveTo>
                  <a:lnTo>
                    <a:pt x="1669884" y="2376250"/>
                  </a:lnTo>
                  <a:lnTo>
                    <a:pt x="1720338" y="2359678"/>
                  </a:lnTo>
                  <a:close/>
                  <a:moveTo>
                    <a:pt x="928197" y="1351804"/>
                  </a:moveTo>
                  <a:lnTo>
                    <a:pt x="845718" y="1307453"/>
                  </a:lnTo>
                  <a:lnTo>
                    <a:pt x="842043" y="1305141"/>
                  </a:lnTo>
                  <a:close/>
                  <a:moveTo>
                    <a:pt x="2196876" y="2532885"/>
                  </a:moveTo>
                  <a:lnTo>
                    <a:pt x="2133501" y="2463807"/>
                  </a:lnTo>
                  <a:lnTo>
                    <a:pt x="2063854" y="2529399"/>
                  </a:lnTo>
                  <a:close/>
                  <a:moveTo>
                    <a:pt x="2027540" y="2457079"/>
                  </a:moveTo>
                  <a:lnTo>
                    <a:pt x="2034606" y="2463807"/>
                  </a:lnTo>
                  <a:lnTo>
                    <a:pt x="1990593" y="2395215"/>
                  </a:lnTo>
                  <a:close/>
                  <a:moveTo>
                    <a:pt x="2034606" y="2463807"/>
                  </a:moveTo>
                  <a:lnTo>
                    <a:pt x="2070795" y="2490695"/>
                  </a:lnTo>
                  <a:lnTo>
                    <a:pt x="1990593" y="2395215"/>
                  </a:lnTo>
                  <a:close/>
                  <a:moveTo>
                    <a:pt x="2027540" y="2457079"/>
                  </a:moveTo>
                  <a:lnTo>
                    <a:pt x="1990593" y="2395215"/>
                  </a:lnTo>
                  <a:lnTo>
                    <a:pt x="1972583" y="2381592"/>
                  </a:lnTo>
                  <a:close/>
                  <a:moveTo>
                    <a:pt x="1629638" y="2020570"/>
                  </a:moveTo>
                  <a:lnTo>
                    <a:pt x="1747542" y="2071258"/>
                  </a:lnTo>
                  <a:lnTo>
                    <a:pt x="1764823" y="2032142"/>
                  </a:lnTo>
                  <a:close/>
                  <a:moveTo>
                    <a:pt x="1629638" y="2020570"/>
                  </a:moveTo>
                  <a:lnTo>
                    <a:pt x="1764823" y="2032142"/>
                  </a:lnTo>
                  <a:lnTo>
                    <a:pt x="1679938" y="1993429"/>
                  </a:lnTo>
                  <a:close/>
                  <a:moveTo>
                    <a:pt x="1544386" y="1926738"/>
                  </a:moveTo>
                  <a:lnTo>
                    <a:pt x="1608317" y="2008953"/>
                  </a:lnTo>
                  <a:lnTo>
                    <a:pt x="1642029" y="1970516"/>
                  </a:lnTo>
                  <a:close/>
                  <a:moveTo>
                    <a:pt x="113795" y="200220"/>
                  </a:moveTo>
                  <a:lnTo>
                    <a:pt x="113693" y="188547"/>
                  </a:lnTo>
                  <a:lnTo>
                    <a:pt x="85777" y="111150"/>
                  </a:lnTo>
                  <a:close/>
                  <a:moveTo>
                    <a:pt x="1799415" y="2052731"/>
                  </a:moveTo>
                  <a:lnTo>
                    <a:pt x="1889217" y="2016671"/>
                  </a:lnTo>
                  <a:lnTo>
                    <a:pt x="1764823" y="2032142"/>
                  </a:lnTo>
                  <a:close/>
                  <a:moveTo>
                    <a:pt x="1764823" y="2032142"/>
                  </a:moveTo>
                  <a:lnTo>
                    <a:pt x="1889217" y="2016671"/>
                  </a:lnTo>
                  <a:lnTo>
                    <a:pt x="1891157" y="2010622"/>
                  </a:lnTo>
                  <a:close/>
                  <a:moveTo>
                    <a:pt x="1765513" y="1849865"/>
                  </a:moveTo>
                  <a:lnTo>
                    <a:pt x="1770916" y="1852070"/>
                  </a:lnTo>
                  <a:lnTo>
                    <a:pt x="1767450" y="1826763"/>
                  </a:lnTo>
                  <a:close/>
                  <a:moveTo>
                    <a:pt x="1776367" y="1860100"/>
                  </a:moveTo>
                  <a:lnTo>
                    <a:pt x="1770916" y="1852070"/>
                  </a:lnTo>
                  <a:lnTo>
                    <a:pt x="1765513" y="1849865"/>
                  </a:lnTo>
                  <a:close/>
                  <a:moveTo>
                    <a:pt x="259082" y="130940"/>
                  </a:moveTo>
                  <a:lnTo>
                    <a:pt x="322408" y="140049"/>
                  </a:lnTo>
                  <a:lnTo>
                    <a:pt x="315559" y="45525"/>
                  </a:lnTo>
                  <a:close/>
                  <a:moveTo>
                    <a:pt x="259082" y="130940"/>
                  </a:moveTo>
                  <a:lnTo>
                    <a:pt x="315559" y="45525"/>
                  </a:lnTo>
                  <a:lnTo>
                    <a:pt x="238005" y="47983"/>
                  </a:lnTo>
                  <a:close/>
                  <a:moveTo>
                    <a:pt x="238005" y="47983"/>
                  </a:moveTo>
                  <a:lnTo>
                    <a:pt x="315559" y="45525"/>
                  </a:lnTo>
                  <a:lnTo>
                    <a:pt x="235430" y="0"/>
                  </a:lnTo>
                  <a:close/>
                  <a:moveTo>
                    <a:pt x="2124672" y="2343155"/>
                  </a:moveTo>
                  <a:lnTo>
                    <a:pt x="2066693" y="2293846"/>
                  </a:lnTo>
                  <a:lnTo>
                    <a:pt x="2126256" y="2345515"/>
                  </a:lnTo>
                  <a:close/>
                  <a:moveTo>
                    <a:pt x="2124672" y="2343155"/>
                  </a:moveTo>
                  <a:lnTo>
                    <a:pt x="2083746" y="2260940"/>
                  </a:lnTo>
                  <a:lnTo>
                    <a:pt x="2066693" y="2293846"/>
                  </a:lnTo>
                  <a:close/>
                  <a:moveTo>
                    <a:pt x="1970055" y="2026952"/>
                  </a:moveTo>
                  <a:lnTo>
                    <a:pt x="2057075" y="2073648"/>
                  </a:lnTo>
                  <a:lnTo>
                    <a:pt x="2102994" y="2030130"/>
                  </a:lnTo>
                  <a:close/>
                  <a:moveTo>
                    <a:pt x="2019019" y="1994817"/>
                  </a:moveTo>
                  <a:lnTo>
                    <a:pt x="1970055" y="2026952"/>
                  </a:lnTo>
                  <a:lnTo>
                    <a:pt x="2102994" y="2030130"/>
                  </a:lnTo>
                  <a:close/>
                  <a:moveTo>
                    <a:pt x="1776367" y="1860100"/>
                  </a:moveTo>
                  <a:lnTo>
                    <a:pt x="1765513" y="1849865"/>
                  </a:lnTo>
                  <a:lnTo>
                    <a:pt x="1785946" y="1811429"/>
                  </a:lnTo>
                  <a:close/>
                  <a:moveTo>
                    <a:pt x="1974971" y="1830128"/>
                  </a:moveTo>
                  <a:lnTo>
                    <a:pt x="1950513" y="1811429"/>
                  </a:lnTo>
                  <a:lnTo>
                    <a:pt x="1959936" y="1819585"/>
                  </a:lnTo>
                  <a:close/>
                  <a:moveTo>
                    <a:pt x="1785946" y="1811429"/>
                  </a:moveTo>
                  <a:lnTo>
                    <a:pt x="1767450" y="1826763"/>
                  </a:lnTo>
                  <a:lnTo>
                    <a:pt x="1693944" y="1753963"/>
                  </a:lnTo>
                  <a:close/>
                  <a:moveTo>
                    <a:pt x="1765513" y="1849865"/>
                  </a:moveTo>
                  <a:lnTo>
                    <a:pt x="1767450" y="1826763"/>
                  </a:lnTo>
                  <a:lnTo>
                    <a:pt x="1785946" y="1811429"/>
                  </a:lnTo>
                  <a:close/>
                  <a:moveTo>
                    <a:pt x="1300640" y="1153707"/>
                  </a:moveTo>
                  <a:lnTo>
                    <a:pt x="1232725" y="1185913"/>
                  </a:lnTo>
                  <a:lnTo>
                    <a:pt x="1267016" y="1274359"/>
                  </a:lnTo>
                  <a:close/>
                  <a:moveTo>
                    <a:pt x="1375908" y="1262281"/>
                  </a:moveTo>
                  <a:lnTo>
                    <a:pt x="1329259" y="1303071"/>
                  </a:lnTo>
                  <a:lnTo>
                    <a:pt x="1456129" y="1283554"/>
                  </a:lnTo>
                  <a:close/>
                  <a:moveTo>
                    <a:pt x="1220502" y="1175101"/>
                  </a:moveTo>
                  <a:lnTo>
                    <a:pt x="1232725" y="1185913"/>
                  </a:lnTo>
                  <a:lnTo>
                    <a:pt x="1329616" y="1089201"/>
                  </a:lnTo>
                  <a:close/>
                  <a:moveTo>
                    <a:pt x="1157346" y="1002429"/>
                  </a:moveTo>
                  <a:lnTo>
                    <a:pt x="1127423" y="1105754"/>
                  </a:lnTo>
                  <a:lnTo>
                    <a:pt x="1241081" y="1036840"/>
                  </a:lnTo>
                  <a:close/>
                  <a:moveTo>
                    <a:pt x="1241081" y="1036840"/>
                  </a:moveTo>
                  <a:lnTo>
                    <a:pt x="1196982" y="1087163"/>
                  </a:lnTo>
                  <a:lnTo>
                    <a:pt x="1320326" y="1054468"/>
                  </a:lnTo>
                  <a:close/>
                  <a:moveTo>
                    <a:pt x="1764975" y="1646998"/>
                  </a:moveTo>
                  <a:lnTo>
                    <a:pt x="1710105" y="1564783"/>
                  </a:lnTo>
                  <a:lnTo>
                    <a:pt x="1726053" y="1588267"/>
                  </a:lnTo>
                  <a:close/>
                  <a:moveTo>
                    <a:pt x="2102994" y="2030130"/>
                  </a:moveTo>
                  <a:lnTo>
                    <a:pt x="2115346" y="1954016"/>
                  </a:lnTo>
                  <a:lnTo>
                    <a:pt x="2019019" y="1994817"/>
                  </a:lnTo>
                  <a:close/>
                  <a:moveTo>
                    <a:pt x="2019019" y="1994817"/>
                  </a:moveTo>
                  <a:lnTo>
                    <a:pt x="2115346" y="1954016"/>
                  </a:lnTo>
                  <a:lnTo>
                    <a:pt x="2032370" y="1960882"/>
                  </a:lnTo>
                  <a:close/>
                  <a:moveTo>
                    <a:pt x="2032370" y="1960882"/>
                  </a:moveTo>
                  <a:lnTo>
                    <a:pt x="2046287" y="1893644"/>
                  </a:lnTo>
                  <a:lnTo>
                    <a:pt x="2001431" y="1929061"/>
                  </a:lnTo>
                  <a:close/>
                  <a:moveTo>
                    <a:pt x="1954466" y="1863532"/>
                  </a:moveTo>
                  <a:lnTo>
                    <a:pt x="1983215" y="1893644"/>
                  </a:lnTo>
                  <a:lnTo>
                    <a:pt x="1897632" y="1819627"/>
                  </a:lnTo>
                  <a:close/>
                  <a:moveTo>
                    <a:pt x="1950513" y="1811429"/>
                  </a:moveTo>
                  <a:lnTo>
                    <a:pt x="1974971" y="1830128"/>
                  </a:lnTo>
                  <a:lnTo>
                    <a:pt x="1972661" y="1809240"/>
                  </a:lnTo>
                  <a:close/>
                  <a:moveTo>
                    <a:pt x="1785078" y="1677464"/>
                  </a:moveTo>
                  <a:lnTo>
                    <a:pt x="1912480" y="1697482"/>
                  </a:lnTo>
                  <a:lnTo>
                    <a:pt x="1916118" y="1673542"/>
                  </a:lnTo>
                  <a:close/>
                  <a:moveTo>
                    <a:pt x="1370576" y="1134435"/>
                  </a:moveTo>
                  <a:lnTo>
                    <a:pt x="1403479" y="1086706"/>
                  </a:lnTo>
                  <a:lnTo>
                    <a:pt x="1329616" y="1089201"/>
                  </a:lnTo>
                  <a:close/>
                  <a:moveTo>
                    <a:pt x="1192327" y="786410"/>
                  </a:moveTo>
                  <a:lnTo>
                    <a:pt x="1195960" y="868626"/>
                  </a:lnTo>
                  <a:lnTo>
                    <a:pt x="1159151" y="824848"/>
                  </a:lnTo>
                  <a:close/>
                  <a:moveTo>
                    <a:pt x="667852" y="128690"/>
                  </a:moveTo>
                  <a:lnTo>
                    <a:pt x="651454" y="225613"/>
                  </a:lnTo>
                  <a:lnTo>
                    <a:pt x="678601" y="132339"/>
                  </a:lnTo>
                  <a:close/>
                  <a:moveTo>
                    <a:pt x="720941" y="128690"/>
                  </a:moveTo>
                  <a:lnTo>
                    <a:pt x="678601" y="132339"/>
                  </a:lnTo>
                  <a:lnTo>
                    <a:pt x="651454" y="225613"/>
                  </a:lnTo>
                  <a:close/>
                  <a:moveTo>
                    <a:pt x="597668" y="87971"/>
                  </a:moveTo>
                  <a:lnTo>
                    <a:pt x="667852" y="128690"/>
                  </a:lnTo>
                  <a:lnTo>
                    <a:pt x="548300" y="77587"/>
                  </a:lnTo>
                  <a:close/>
                  <a:moveTo>
                    <a:pt x="1439857" y="1007514"/>
                  </a:moveTo>
                  <a:lnTo>
                    <a:pt x="1485731" y="963826"/>
                  </a:lnTo>
                  <a:lnTo>
                    <a:pt x="1351489" y="955777"/>
                  </a:lnTo>
                  <a:close/>
                  <a:moveTo>
                    <a:pt x="1261476" y="682688"/>
                  </a:moveTo>
                  <a:lnTo>
                    <a:pt x="1339977" y="758942"/>
                  </a:lnTo>
                  <a:lnTo>
                    <a:pt x="1351312" y="739915"/>
                  </a:lnTo>
                  <a:close/>
                  <a:moveTo>
                    <a:pt x="1339977" y="758942"/>
                  </a:moveTo>
                  <a:lnTo>
                    <a:pt x="1380434" y="747974"/>
                  </a:lnTo>
                  <a:lnTo>
                    <a:pt x="1351312" y="739915"/>
                  </a:lnTo>
                  <a:close/>
                  <a:moveTo>
                    <a:pt x="910593" y="365194"/>
                  </a:moveTo>
                  <a:lnTo>
                    <a:pt x="906379" y="406214"/>
                  </a:lnTo>
                  <a:lnTo>
                    <a:pt x="914381" y="375335"/>
                  </a:lnTo>
                  <a:close/>
                  <a:moveTo>
                    <a:pt x="910593" y="365194"/>
                  </a:moveTo>
                  <a:lnTo>
                    <a:pt x="914381" y="375335"/>
                  </a:lnTo>
                  <a:lnTo>
                    <a:pt x="884781" y="325464"/>
                  </a:lnTo>
                  <a:close/>
                  <a:moveTo>
                    <a:pt x="1553369" y="906827"/>
                  </a:moveTo>
                  <a:lnTo>
                    <a:pt x="1529734" y="825949"/>
                  </a:lnTo>
                  <a:lnTo>
                    <a:pt x="1504806" y="885715"/>
                  </a:lnTo>
                  <a:close/>
                  <a:moveTo>
                    <a:pt x="1484613" y="744446"/>
                  </a:moveTo>
                  <a:lnTo>
                    <a:pt x="1479421" y="830189"/>
                  </a:lnTo>
                  <a:lnTo>
                    <a:pt x="1513526" y="739034"/>
                  </a:lnTo>
                  <a:close/>
                  <a:moveTo>
                    <a:pt x="1513526" y="739034"/>
                  </a:moveTo>
                  <a:lnTo>
                    <a:pt x="1479421" y="830189"/>
                  </a:lnTo>
                  <a:lnTo>
                    <a:pt x="1529734" y="825949"/>
                  </a:lnTo>
                  <a:close/>
                  <a:moveTo>
                    <a:pt x="1535973" y="620693"/>
                  </a:moveTo>
                  <a:lnTo>
                    <a:pt x="1522737" y="608326"/>
                  </a:lnTo>
                  <a:lnTo>
                    <a:pt x="1475743" y="609067"/>
                  </a:lnTo>
                  <a:close/>
                  <a:moveTo>
                    <a:pt x="1535973" y="620693"/>
                  </a:moveTo>
                  <a:lnTo>
                    <a:pt x="1533542" y="648723"/>
                  </a:lnTo>
                  <a:lnTo>
                    <a:pt x="1549332" y="627323"/>
                  </a:lnTo>
                  <a:close/>
                  <a:moveTo>
                    <a:pt x="1535973" y="620693"/>
                  </a:moveTo>
                  <a:lnTo>
                    <a:pt x="1549332" y="627323"/>
                  </a:lnTo>
                  <a:lnTo>
                    <a:pt x="1522737" y="60832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58" name="Candidate_density__2057">
              <a:extLst>
                <a:ext uri="{FF2B5EF4-FFF2-40B4-BE49-F238E27FC236}">
                  <a16:creationId xmlns:a16="http://schemas.microsoft.com/office/drawing/2014/main" id="{EDFC9FA1-1064-B4C6-A6F2-093B80F5DB5B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316537"/>
              <a:ext cx="2189467" cy="2786361"/>
            </a:xfrm>
            <a:custGeom>
              <a:avLst/>
              <a:gdLst/>
              <a:ahLst/>
              <a:cxnLst/>
              <a:rect l="0" t="0" r="0" b="0"/>
              <a:pathLst>
                <a:path w="2189467" h="2786361">
                  <a:moveTo>
                    <a:pt x="8940" y="2481179"/>
                  </a:moveTo>
                  <a:lnTo>
                    <a:pt x="9882" y="2477599"/>
                  </a:lnTo>
                  <a:lnTo>
                    <a:pt x="0" y="2518347"/>
                  </a:lnTo>
                  <a:close/>
                  <a:moveTo>
                    <a:pt x="0" y="2518347"/>
                  </a:moveTo>
                  <a:lnTo>
                    <a:pt x="9882" y="2477599"/>
                  </a:lnTo>
                  <a:lnTo>
                    <a:pt x="59232" y="2397696"/>
                  </a:lnTo>
                  <a:close/>
                  <a:moveTo>
                    <a:pt x="9582" y="2479911"/>
                  </a:moveTo>
                  <a:lnTo>
                    <a:pt x="8940" y="2481179"/>
                  </a:lnTo>
                  <a:lnTo>
                    <a:pt x="12688" y="2488093"/>
                  </a:lnTo>
                  <a:close/>
                  <a:moveTo>
                    <a:pt x="9882" y="2477599"/>
                  </a:moveTo>
                  <a:lnTo>
                    <a:pt x="8940" y="2481179"/>
                  </a:lnTo>
                  <a:lnTo>
                    <a:pt x="9582" y="2479911"/>
                  </a:lnTo>
                  <a:close/>
                  <a:moveTo>
                    <a:pt x="9582" y="2479911"/>
                  </a:moveTo>
                  <a:lnTo>
                    <a:pt x="12688" y="2488093"/>
                  </a:lnTo>
                  <a:lnTo>
                    <a:pt x="37802" y="2457715"/>
                  </a:lnTo>
                  <a:close/>
                  <a:moveTo>
                    <a:pt x="9882" y="2477599"/>
                  </a:moveTo>
                  <a:lnTo>
                    <a:pt x="9582" y="2479911"/>
                  </a:lnTo>
                  <a:lnTo>
                    <a:pt x="37802" y="2457715"/>
                  </a:lnTo>
                  <a:close/>
                  <a:moveTo>
                    <a:pt x="190177" y="2379176"/>
                  </a:moveTo>
                  <a:lnTo>
                    <a:pt x="117860" y="2387452"/>
                  </a:lnTo>
                  <a:lnTo>
                    <a:pt x="236638" y="2337683"/>
                  </a:lnTo>
                  <a:close/>
                  <a:moveTo>
                    <a:pt x="273335" y="2200171"/>
                  </a:moveTo>
                  <a:lnTo>
                    <a:pt x="300208" y="2225974"/>
                  </a:lnTo>
                  <a:lnTo>
                    <a:pt x="261450" y="2215249"/>
                  </a:lnTo>
                  <a:close/>
                  <a:moveTo>
                    <a:pt x="323873" y="2169983"/>
                  </a:moveTo>
                  <a:lnTo>
                    <a:pt x="300208" y="2225974"/>
                  </a:lnTo>
                  <a:lnTo>
                    <a:pt x="273335" y="2200171"/>
                  </a:lnTo>
                  <a:close/>
                  <a:moveTo>
                    <a:pt x="432040" y="2080540"/>
                  </a:moveTo>
                  <a:lnTo>
                    <a:pt x="360317" y="2177107"/>
                  </a:lnTo>
                  <a:lnTo>
                    <a:pt x="396367" y="2161735"/>
                  </a:lnTo>
                  <a:close/>
                  <a:moveTo>
                    <a:pt x="323873" y="2169983"/>
                  </a:moveTo>
                  <a:lnTo>
                    <a:pt x="360317" y="2177107"/>
                  </a:lnTo>
                  <a:lnTo>
                    <a:pt x="432040" y="2080540"/>
                  </a:lnTo>
                  <a:close/>
                  <a:moveTo>
                    <a:pt x="435689" y="2079520"/>
                  </a:moveTo>
                  <a:lnTo>
                    <a:pt x="463168" y="1981719"/>
                  </a:lnTo>
                  <a:lnTo>
                    <a:pt x="468271" y="1958868"/>
                  </a:lnTo>
                  <a:close/>
                  <a:moveTo>
                    <a:pt x="863465" y="1970925"/>
                  </a:moveTo>
                  <a:lnTo>
                    <a:pt x="885739" y="2046425"/>
                  </a:lnTo>
                  <a:lnTo>
                    <a:pt x="863360" y="1964210"/>
                  </a:lnTo>
                  <a:close/>
                  <a:moveTo>
                    <a:pt x="586006" y="1914626"/>
                  </a:moveTo>
                  <a:lnTo>
                    <a:pt x="678445" y="1799974"/>
                  </a:lnTo>
                  <a:lnTo>
                    <a:pt x="586976" y="1813744"/>
                  </a:lnTo>
                  <a:close/>
                  <a:moveTo>
                    <a:pt x="678445" y="1799974"/>
                  </a:moveTo>
                  <a:lnTo>
                    <a:pt x="766333" y="1848827"/>
                  </a:lnTo>
                  <a:lnTo>
                    <a:pt x="679244" y="1799780"/>
                  </a:lnTo>
                  <a:close/>
                  <a:moveTo>
                    <a:pt x="586976" y="1813744"/>
                  </a:moveTo>
                  <a:lnTo>
                    <a:pt x="678445" y="1799974"/>
                  </a:lnTo>
                  <a:lnTo>
                    <a:pt x="656237" y="1717937"/>
                  </a:lnTo>
                  <a:close/>
                  <a:moveTo>
                    <a:pt x="679244" y="1799780"/>
                  </a:moveTo>
                  <a:lnTo>
                    <a:pt x="733957" y="1727777"/>
                  </a:lnTo>
                  <a:lnTo>
                    <a:pt x="678445" y="1799974"/>
                  </a:lnTo>
                  <a:close/>
                  <a:moveTo>
                    <a:pt x="678445" y="1799974"/>
                  </a:moveTo>
                  <a:lnTo>
                    <a:pt x="733957" y="1727777"/>
                  </a:lnTo>
                  <a:lnTo>
                    <a:pt x="722061" y="1725016"/>
                  </a:lnTo>
                  <a:close/>
                  <a:moveTo>
                    <a:pt x="678445" y="1799974"/>
                  </a:moveTo>
                  <a:lnTo>
                    <a:pt x="722061" y="1725016"/>
                  </a:lnTo>
                  <a:lnTo>
                    <a:pt x="656237" y="1717937"/>
                  </a:lnTo>
                  <a:close/>
                  <a:moveTo>
                    <a:pt x="595378" y="1703513"/>
                  </a:moveTo>
                  <a:lnTo>
                    <a:pt x="559253" y="1736191"/>
                  </a:lnTo>
                  <a:lnTo>
                    <a:pt x="656237" y="1717937"/>
                  </a:lnTo>
                  <a:close/>
                  <a:moveTo>
                    <a:pt x="423205" y="1553135"/>
                  </a:moveTo>
                  <a:lnTo>
                    <a:pt x="408824" y="1470920"/>
                  </a:lnTo>
                  <a:lnTo>
                    <a:pt x="421067" y="1487666"/>
                  </a:lnTo>
                  <a:close/>
                  <a:moveTo>
                    <a:pt x="421067" y="1487666"/>
                  </a:moveTo>
                  <a:lnTo>
                    <a:pt x="408824" y="1470920"/>
                  </a:lnTo>
                  <a:lnTo>
                    <a:pt x="432090" y="1435118"/>
                  </a:lnTo>
                  <a:close/>
                  <a:moveTo>
                    <a:pt x="1527384" y="2743664"/>
                  </a:moveTo>
                  <a:lnTo>
                    <a:pt x="1503781" y="2786361"/>
                  </a:lnTo>
                  <a:lnTo>
                    <a:pt x="1574860" y="2757049"/>
                  </a:lnTo>
                  <a:close/>
                  <a:moveTo>
                    <a:pt x="896335" y="2044295"/>
                  </a:moveTo>
                  <a:lnTo>
                    <a:pt x="895082" y="2051536"/>
                  </a:lnTo>
                  <a:lnTo>
                    <a:pt x="994855" y="2007989"/>
                  </a:lnTo>
                  <a:close/>
                  <a:moveTo>
                    <a:pt x="885739" y="2046425"/>
                  </a:moveTo>
                  <a:lnTo>
                    <a:pt x="895082" y="2051536"/>
                  </a:lnTo>
                  <a:lnTo>
                    <a:pt x="896335" y="2044295"/>
                  </a:lnTo>
                  <a:close/>
                  <a:moveTo>
                    <a:pt x="863360" y="1964210"/>
                  </a:moveTo>
                  <a:lnTo>
                    <a:pt x="885739" y="2046425"/>
                  </a:lnTo>
                  <a:lnTo>
                    <a:pt x="896335" y="2044295"/>
                  </a:lnTo>
                  <a:close/>
                  <a:moveTo>
                    <a:pt x="994855" y="2007989"/>
                  </a:moveTo>
                  <a:lnTo>
                    <a:pt x="975320" y="1925773"/>
                  </a:lnTo>
                  <a:lnTo>
                    <a:pt x="896335" y="2044295"/>
                  </a:lnTo>
                  <a:close/>
                  <a:moveTo>
                    <a:pt x="975320" y="1925773"/>
                  </a:moveTo>
                  <a:lnTo>
                    <a:pt x="883722" y="1954457"/>
                  </a:lnTo>
                  <a:lnTo>
                    <a:pt x="896335" y="2044295"/>
                  </a:lnTo>
                  <a:close/>
                  <a:moveTo>
                    <a:pt x="824668" y="1761344"/>
                  </a:moveTo>
                  <a:lnTo>
                    <a:pt x="766333" y="1848827"/>
                  </a:lnTo>
                  <a:lnTo>
                    <a:pt x="797164" y="1881995"/>
                  </a:lnTo>
                  <a:close/>
                  <a:moveTo>
                    <a:pt x="824668" y="1761344"/>
                  </a:moveTo>
                  <a:lnTo>
                    <a:pt x="797164" y="1881995"/>
                  </a:lnTo>
                  <a:lnTo>
                    <a:pt x="852163" y="1843558"/>
                  </a:lnTo>
                  <a:close/>
                  <a:moveTo>
                    <a:pt x="679244" y="1799780"/>
                  </a:moveTo>
                  <a:lnTo>
                    <a:pt x="766333" y="1848827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679244" y="1799780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784696" y="1774186"/>
                  </a:lnTo>
                  <a:lnTo>
                    <a:pt x="859365" y="1702797"/>
                  </a:lnTo>
                  <a:close/>
                  <a:moveTo>
                    <a:pt x="537937" y="1353152"/>
                  </a:moveTo>
                  <a:lnTo>
                    <a:pt x="545169" y="1364043"/>
                  </a:lnTo>
                  <a:lnTo>
                    <a:pt x="626221" y="1388426"/>
                  </a:lnTo>
                  <a:close/>
                  <a:moveTo>
                    <a:pt x="1576223" y="2583494"/>
                  </a:moveTo>
                  <a:lnTo>
                    <a:pt x="1630567" y="2665710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576223" y="2583494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635117" y="2545058"/>
                  </a:lnTo>
                  <a:lnTo>
                    <a:pt x="1585786" y="2462843"/>
                  </a:lnTo>
                  <a:close/>
                  <a:moveTo>
                    <a:pt x="1585786" y="2462843"/>
                  </a:moveTo>
                  <a:lnTo>
                    <a:pt x="1498336" y="2419064"/>
                  </a:lnTo>
                  <a:lnTo>
                    <a:pt x="1536482" y="2501279"/>
                  </a:lnTo>
                  <a:close/>
                  <a:moveTo>
                    <a:pt x="975320" y="1925773"/>
                  </a:moveTo>
                  <a:lnTo>
                    <a:pt x="1027662" y="1998120"/>
                  </a:lnTo>
                  <a:lnTo>
                    <a:pt x="999820" y="1920663"/>
                  </a:lnTo>
                  <a:close/>
                  <a:moveTo>
                    <a:pt x="975320" y="1925773"/>
                  </a:moveTo>
                  <a:lnTo>
                    <a:pt x="994855" y="2007989"/>
                  </a:lnTo>
                  <a:lnTo>
                    <a:pt x="1027662" y="1998120"/>
                  </a:lnTo>
                  <a:close/>
                  <a:moveTo>
                    <a:pt x="999820" y="1920663"/>
                  </a:moveTo>
                  <a:lnTo>
                    <a:pt x="1027662" y="1998120"/>
                  </a:lnTo>
                  <a:lnTo>
                    <a:pt x="1081780" y="1914623"/>
                  </a:lnTo>
                  <a:close/>
                  <a:moveTo>
                    <a:pt x="999820" y="1920663"/>
                  </a:moveTo>
                  <a:lnTo>
                    <a:pt x="913107" y="1903729"/>
                  </a:lnTo>
                  <a:lnTo>
                    <a:pt x="975320" y="1925773"/>
                  </a:lnTo>
                  <a:close/>
                  <a:moveTo>
                    <a:pt x="929884" y="1816836"/>
                  </a:moveTo>
                  <a:lnTo>
                    <a:pt x="913107" y="1903729"/>
                  </a:lnTo>
                  <a:lnTo>
                    <a:pt x="999820" y="1920663"/>
                  </a:lnTo>
                  <a:close/>
                  <a:moveTo>
                    <a:pt x="824668" y="1761344"/>
                  </a:moveTo>
                  <a:lnTo>
                    <a:pt x="852163" y="1843558"/>
                  </a:lnTo>
                  <a:lnTo>
                    <a:pt x="929884" y="1816836"/>
                  </a:lnTo>
                  <a:close/>
                  <a:moveTo>
                    <a:pt x="929884" y="1816836"/>
                  </a:moveTo>
                  <a:lnTo>
                    <a:pt x="991499" y="1827336"/>
                  </a:lnTo>
                  <a:lnTo>
                    <a:pt x="996473" y="1723200"/>
                  </a:lnTo>
                  <a:close/>
                  <a:moveTo>
                    <a:pt x="626221" y="1388426"/>
                  </a:moveTo>
                  <a:lnTo>
                    <a:pt x="545169" y="1364043"/>
                  </a:lnTo>
                  <a:lnTo>
                    <a:pt x="675734" y="1358344"/>
                  </a:lnTo>
                  <a:close/>
                  <a:moveTo>
                    <a:pt x="626221" y="1388426"/>
                  </a:moveTo>
                  <a:lnTo>
                    <a:pt x="675734" y="1358344"/>
                  </a:lnTo>
                  <a:lnTo>
                    <a:pt x="662585" y="1350268"/>
                  </a:lnTo>
                  <a:close/>
                  <a:moveTo>
                    <a:pt x="675734" y="1358344"/>
                  </a:moveTo>
                  <a:lnTo>
                    <a:pt x="732048" y="1311831"/>
                  </a:lnTo>
                  <a:lnTo>
                    <a:pt x="662585" y="1350268"/>
                  </a:lnTo>
                  <a:close/>
                  <a:moveTo>
                    <a:pt x="1635117" y="2545058"/>
                  </a:moveTo>
                  <a:lnTo>
                    <a:pt x="1676801" y="2593247"/>
                  </a:lnTo>
                  <a:lnTo>
                    <a:pt x="1683330" y="2529271"/>
                  </a:lnTo>
                  <a:close/>
                  <a:moveTo>
                    <a:pt x="1585786" y="2462843"/>
                  </a:moveTo>
                  <a:lnTo>
                    <a:pt x="1683330" y="2529271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35117" y="2545058"/>
                  </a:lnTo>
                  <a:lnTo>
                    <a:pt x="1683330" y="2529271"/>
                  </a:lnTo>
                  <a:close/>
                  <a:moveTo>
                    <a:pt x="1768022" y="2521011"/>
                  </a:moveTo>
                  <a:lnTo>
                    <a:pt x="1683330" y="2529271"/>
                  </a:lnTo>
                  <a:lnTo>
                    <a:pt x="1676801" y="2593247"/>
                  </a:lnTo>
                  <a:close/>
                  <a:moveTo>
                    <a:pt x="1683330" y="2529271"/>
                  </a:moveTo>
                  <a:lnTo>
                    <a:pt x="1768022" y="2521011"/>
                  </a:lnTo>
                  <a:lnTo>
                    <a:pt x="1754597" y="2431833"/>
                  </a:lnTo>
                  <a:close/>
                  <a:moveTo>
                    <a:pt x="1683330" y="2529271"/>
                  </a:moveTo>
                  <a:lnTo>
                    <a:pt x="1754597" y="2431833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72064" y="2438338"/>
                  </a:lnTo>
                  <a:lnTo>
                    <a:pt x="1561581" y="2441114"/>
                  </a:lnTo>
                  <a:close/>
                  <a:moveTo>
                    <a:pt x="1081122" y="1684471"/>
                  </a:moveTo>
                  <a:lnTo>
                    <a:pt x="1086518" y="1779566"/>
                  </a:lnTo>
                  <a:lnTo>
                    <a:pt x="1130059" y="1727158"/>
                  </a:lnTo>
                  <a:close/>
                  <a:moveTo>
                    <a:pt x="1081122" y="1684471"/>
                  </a:moveTo>
                  <a:lnTo>
                    <a:pt x="997054" y="1722907"/>
                  </a:lnTo>
                  <a:lnTo>
                    <a:pt x="1086518" y="1779566"/>
                  </a:lnTo>
                  <a:close/>
                  <a:moveTo>
                    <a:pt x="1102945" y="1625783"/>
                  </a:moveTo>
                  <a:lnTo>
                    <a:pt x="1058652" y="1675380"/>
                  </a:lnTo>
                  <a:lnTo>
                    <a:pt x="997054" y="1722907"/>
                  </a:lnTo>
                  <a:close/>
                  <a:moveTo>
                    <a:pt x="751139" y="1301007"/>
                  </a:moveTo>
                  <a:lnTo>
                    <a:pt x="732048" y="1311831"/>
                  </a:lnTo>
                  <a:lnTo>
                    <a:pt x="786939" y="1280260"/>
                  </a:lnTo>
                  <a:close/>
                  <a:moveTo>
                    <a:pt x="786939" y="1280260"/>
                  </a:moveTo>
                  <a:lnTo>
                    <a:pt x="675734" y="1358344"/>
                  </a:lnTo>
                  <a:lnTo>
                    <a:pt x="720197" y="1309384"/>
                  </a:lnTo>
                  <a:close/>
                  <a:moveTo>
                    <a:pt x="751139" y="1301007"/>
                  </a:moveTo>
                  <a:lnTo>
                    <a:pt x="786939" y="1280260"/>
                  </a:lnTo>
                  <a:lnTo>
                    <a:pt x="845718" y="1273395"/>
                  </a:lnTo>
                  <a:close/>
                  <a:moveTo>
                    <a:pt x="465976" y="1050787"/>
                  </a:moveTo>
                  <a:lnTo>
                    <a:pt x="569758" y="1027005"/>
                  </a:lnTo>
                  <a:lnTo>
                    <a:pt x="518000" y="1047263"/>
                  </a:lnTo>
                  <a:close/>
                  <a:moveTo>
                    <a:pt x="569758" y="1027005"/>
                  </a:moveTo>
                  <a:lnTo>
                    <a:pt x="465976" y="1050787"/>
                  </a:lnTo>
                  <a:lnTo>
                    <a:pt x="570099" y="1026845"/>
                  </a:lnTo>
                  <a:close/>
                  <a:moveTo>
                    <a:pt x="640996" y="1013262"/>
                  </a:moveTo>
                  <a:lnTo>
                    <a:pt x="569758" y="1027005"/>
                  </a:lnTo>
                  <a:lnTo>
                    <a:pt x="570570" y="1026749"/>
                  </a:lnTo>
                  <a:close/>
                  <a:moveTo>
                    <a:pt x="518000" y="1047263"/>
                  </a:moveTo>
                  <a:lnTo>
                    <a:pt x="569758" y="1027005"/>
                  </a:lnTo>
                  <a:lnTo>
                    <a:pt x="640996" y="1013262"/>
                  </a:lnTo>
                  <a:close/>
                  <a:moveTo>
                    <a:pt x="569758" y="1027005"/>
                  </a:moveTo>
                  <a:lnTo>
                    <a:pt x="570099" y="1026845"/>
                  </a:lnTo>
                  <a:lnTo>
                    <a:pt x="570570" y="1026749"/>
                  </a:lnTo>
                  <a:close/>
                  <a:moveTo>
                    <a:pt x="1830957" y="2506621"/>
                  </a:moveTo>
                  <a:lnTo>
                    <a:pt x="1853912" y="2588836"/>
                  </a:lnTo>
                  <a:lnTo>
                    <a:pt x="1861300" y="2550400"/>
                  </a:lnTo>
                  <a:close/>
                  <a:moveTo>
                    <a:pt x="1081122" y="1684471"/>
                  </a:moveTo>
                  <a:lnTo>
                    <a:pt x="1139346" y="1567547"/>
                  </a:lnTo>
                  <a:lnTo>
                    <a:pt x="1102945" y="1625783"/>
                  </a:lnTo>
                  <a:close/>
                  <a:moveTo>
                    <a:pt x="1865975" y="2100888"/>
                  </a:moveTo>
                  <a:lnTo>
                    <a:pt x="1830514" y="2180235"/>
                  </a:lnTo>
                  <a:lnTo>
                    <a:pt x="1867280" y="2102494"/>
                  </a:lnTo>
                  <a:close/>
                  <a:moveTo>
                    <a:pt x="2172582" y="2391312"/>
                  </a:moveTo>
                  <a:lnTo>
                    <a:pt x="2157971" y="2353367"/>
                  </a:lnTo>
                  <a:lnTo>
                    <a:pt x="2133501" y="2429749"/>
                  </a:lnTo>
                  <a:close/>
                  <a:moveTo>
                    <a:pt x="1865975" y="2100888"/>
                  </a:moveTo>
                  <a:lnTo>
                    <a:pt x="1867280" y="2102494"/>
                  </a:lnTo>
                  <a:lnTo>
                    <a:pt x="1867532" y="2100334"/>
                  </a:lnTo>
                  <a:close/>
                  <a:moveTo>
                    <a:pt x="1799415" y="2018673"/>
                  </a:moveTo>
                  <a:lnTo>
                    <a:pt x="1865975" y="2100888"/>
                  </a:lnTo>
                  <a:lnTo>
                    <a:pt x="1867532" y="2100334"/>
                  </a:lnTo>
                  <a:close/>
                  <a:moveTo>
                    <a:pt x="1952969" y="2091468"/>
                  </a:moveTo>
                  <a:lnTo>
                    <a:pt x="1867280" y="2102494"/>
                  </a:lnTo>
                  <a:lnTo>
                    <a:pt x="1963312" y="2182882"/>
                  </a:lnTo>
                  <a:close/>
                  <a:moveTo>
                    <a:pt x="1952969" y="2091468"/>
                  </a:moveTo>
                  <a:lnTo>
                    <a:pt x="1867532" y="2100334"/>
                  </a:lnTo>
                  <a:lnTo>
                    <a:pt x="1867280" y="2102494"/>
                  </a:lnTo>
                  <a:close/>
                  <a:moveTo>
                    <a:pt x="1771053" y="1717808"/>
                  </a:moveTo>
                  <a:lnTo>
                    <a:pt x="1737071" y="1679121"/>
                  </a:lnTo>
                  <a:lnTo>
                    <a:pt x="1693944" y="1719905"/>
                  </a:lnTo>
                  <a:close/>
                  <a:moveTo>
                    <a:pt x="1891944" y="1764302"/>
                  </a:moveTo>
                  <a:lnTo>
                    <a:pt x="1819636" y="1695155"/>
                  </a:lnTo>
                  <a:lnTo>
                    <a:pt x="1767450" y="1792704"/>
                  </a:lnTo>
                  <a:close/>
                  <a:moveTo>
                    <a:pt x="1785078" y="1643405"/>
                  </a:moveTo>
                  <a:lnTo>
                    <a:pt x="1747431" y="1636921"/>
                  </a:lnTo>
                  <a:lnTo>
                    <a:pt x="1819636" y="1695155"/>
                  </a:lnTo>
                  <a:close/>
                  <a:moveTo>
                    <a:pt x="1819636" y="1695155"/>
                  </a:moveTo>
                  <a:lnTo>
                    <a:pt x="1747431" y="1636921"/>
                  </a:lnTo>
                  <a:lnTo>
                    <a:pt x="1735683" y="1651377"/>
                  </a:lnTo>
                  <a:close/>
                  <a:moveTo>
                    <a:pt x="1737071" y="1679121"/>
                  </a:moveTo>
                  <a:lnTo>
                    <a:pt x="1771053" y="1717808"/>
                  </a:lnTo>
                  <a:lnTo>
                    <a:pt x="1819636" y="1695155"/>
                  </a:lnTo>
                  <a:close/>
                  <a:moveTo>
                    <a:pt x="1735683" y="1651377"/>
                  </a:moveTo>
                  <a:lnTo>
                    <a:pt x="1737071" y="1679121"/>
                  </a:lnTo>
                  <a:lnTo>
                    <a:pt x="1819636" y="1695155"/>
                  </a:lnTo>
                  <a:close/>
                  <a:moveTo>
                    <a:pt x="1329616" y="1055143"/>
                  </a:moveTo>
                  <a:lnTo>
                    <a:pt x="1232725" y="1151855"/>
                  </a:lnTo>
                  <a:lnTo>
                    <a:pt x="1300640" y="1119649"/>
                  </a:lnTo>
                  <a:close/>
                  <a:moveTo>
                    <a:pt x="601220" y="400875"/>
                  </a:moveTo>
                  <a:lnTo>
                    <a:pt x="693753" y="386239"/>
                  </a:lnTo>
                  <a:lnTo>
                    <a:pt x="644350" y="326310"/>
                  </a:lnTo>
                  <a:close/>
                  <a:moveTo>
                    <a:pt x="525690" y="0"/>
                  </a:moveTo>
                  <a:lnTo>
                    <a:pt x="472805" y="89289"/>
                  </a:lnTo>
                  <a:lnTo>
                    <a:pt x="514868" y="50852"/>
                  </a:lnTo>
                  <a:close/>
                  <a:moveTo>
                    <a:pt x="1241081" y="1002782"/>
                  </a:moveTo>
                  <a:lnTo>
                    <a:pt x="1346614" y="916782"/>
                  </a:lnTo>
                  <a:lnTo>
                    <a:pt x="1240515" y="945337"/>
                  </a:lnTo>
                  <a:close/>
                  <a:moveTo>
                    <a:pt x="1351489" y="921719"/>
                  </a:moveTo>
                  <a:lnTo>
                    <a:pt x="1346614" y="916782"/>
                  </a:lnTo>
                  <a:lnTo>
                    <a:pt x="1241081" y="1002782"/>
                  </a:lnTo>
                  <a:close/>
                  <a:moveTo>
                    <a:pt x="1320326" y="1020410"/>
                  </a:moveTo>
                  <a:lnTo>
                    <a:pt x="1351489" y="921719"/>
                  </a:lnTo>
                  <a:lnTo>
                    <a:pt x="1241081" y="1002782"/>
                  </a:lnTo>
                  <a:close/>
                  <a:moveTo>
                    <a:pt x="1208101" y="879473"/>
                  </a:moveTo>
                  <a:lnTo>
                    <a:pt x="1240515" y="945337"/>
                  </a:lnTo>
                  <a:lnTo>
                    <a:pt x="1212451" y="873004"/>
                  </a:lnTo>
                  <a:close/>
                  <a:moveTo>
                    <a:pt x="1212451" y="873004"/>
                  </a:moveTo>
                  <a:lnTo>
                    <a:pt x="1240515" y="945337"/>
                  </a:lnTo>
                  <a:lnTo>
                    <a:pt x="1346614" y="916782"/>
                  </a:lnTo>
                  <a:close/>
                  <a:moveTo>
                    <a:pt x="1212451" y="873004"/>
                  </a:moveTo>
                  <a:lnTo>
                    <a:pt x="1346614" y="916782"/>
                  </a:lnTo>
                  <a:lnTo>
                    <a:pt x="1300600" y="834567"/>
                  </a:lnTo>
                  <a:close/>
                  <a:moveTo>
                    <a:pt x="1195146" y="790789"/>
                  </a:moveTo>
                  <a:lnTo>
                    <a:pt x="1212451" y="873004"/>
                  </a:lnTo>
                  <a:lnTo>
                    <a:pt x="1300600" y="834567"/>
                  </a:lnTo>
                  <a:close/>
                  <a:moveTo>
                    <a:pt x="1183753" y="708574"/>
                  </a:moveTo>
                  <a:lnTo>
                    <a:pt x="1270513" y="752352"/>
                  </a:lnTo>
                  <a:lnTo>
                    <a:pt x="1237185" y="670137"/>
                  </a:lnTo>
                  <a:close/>
                  <a:moveTo>
                    <a:pt x="812726" y="350108"/>
                  </a:moveTo>
                  <a:lnTo>
                    <a:pt x="906379" y="372155"/>
                  </a:lnTo>
                  <a:lnTo>
                    <a:pt x="866608" y="341277"/>
                  </a:lnTo>
                  <a:close/>
                  <a:moveTo>
                    <a:pt x="866608" y="341277"/>
                  </a:moveTo>
                  <a:lnTo>
                    <a:pt x="884781" y="291405"/>
                  </a:lnTo>
                  <a:lnTo>
                    <a:pt x="812726" y="350108"/>
                  </a:lnTo>
                  <a:close/>
                  <a:moveTo>
                    <a:pt x="812726" y="350108"/>
                  </a:moveTo>
                  <a:lnTo>
                    <a:pt x="884781" y="291405"/>
                  </a:lnTo>
                  <a:lnTo>
                    <a:pt x="870163" y="263913"/>
                  </a:lnTo>
                  <a:close/>
                  <a:moveTo>
                    <a:pt x="780636" y="276104"/>
                  </a:moveTo>
                  <a:lnTo>
                    <a:pt x="870163" y="263913"/>
                  </a:lnTo>
                  <a:lnTo>
                    <a:pt x="842047" y="186678"/>
                  </a:lnTo>
                  <a:close/>
                  <a:moveTo>
                    <a:pt x="720941" y="94632"/>
                  </a:moveTo>
                  <a:lnTo>
                    <a:pt x="720548" y="215283"/>
                  </a:lnTo>
                  <a:lnTo>
                    <a:pt x="762720" y="113698"/>
                  </a:lnTo>
                  <a:close/>
                  <a:moveTo>
                    <a:pt x="741057" y="208190"/>
                  </a:moveTo>
                  <a:lnTo>
                    <a:pt x="842047" y="186678"/>
                  </a:lnTo>
                  <a:lnTo>
                    <a:pt x="762720" y="113698"/>
                  </a:lnTo>
                  <a:close/>
                  <a:moveTo>
                    <a:pt x="548300" y="43528"/>
                  </a:moveTo>
                  <a:lnTo>
                    <a:pt x="514868" y="50852"/>
                  </a:lnTo>
                  <a:lnTo>
                    <a:pt x="481952" y="115130"/>
                  </a:lnTo>
                  <a:close/>
                  <a:moveTo>
                    <a:pt x="720941" y="94632"/>
                  </a:moveTo>
                  <a:lnTo>
                    <a:pt x="750364" y="67500"/>
                  </a:lnTo>
                  <a:lnTo>
                    <a:pt x="678601" y="98280"/>
                  </a:lnTo>
                  <a:close/>
                  <a:moveTo>
                    <a:pt x="678601" y="98280"/>
                  </a:moveTo>
                  <a:lnTo>
                    <a:pt x="750364" y="67500"/>
                  </a:lnTo>
                  <a:lnTo>
                    <a:pt x="722114" y="23405"/>
                  </a:lnTo>
                  <a:close/>
                  <a:moveTo>
                    <a:pt x="678601" y="98280"/>
                  </a:moveTo>
                  <a:lnTo>
                    <a:pt x="722114" y="23405"/>
                  </a:lnTo>
                  <a:lnTo>
                    <a:pt x="637430" y="31659"/>
                  </a:lnTo>
                  <a:close/>
                  <a:moveTo>
                    <a:pt x="548300" y="43528"/>
                  </a:moveTo>
                  <a:lnTo>
                    <a:pt x="678601" y="98280"/>
                  </a:lnTo>
                  <a:lnTo>
                    <a:pt x="637430" y="31659"/>
                  </a:lnTo>
                  <a:close/>
                  <a:moveTo>
                    <a:pt x="1871021" y="1255671"/>
                  </a:moveTo>
                  <a:lnTo>
                    <a:pt x="1818960" y="1327858"/>
                  </a:lnTo>
                  <a:lnTo>
                    <a:pt x="1851529" y="1289421"/>
                  </a:lnTo>
                  <a:close/>
                  <a:moveTo>
                    <a:pt x="1346614" y="916782"/>
                  </a:moveTo>
                  <a:lnTo>
                    <a:pt x="1351489" y="921719"/>
                  </a:lnTo>
                  <a:lnTo>
                    <a:pt x="1353548" y="914035"/>
                  </a:lnTo>
                  <a:close/>
                  <a:moveTo>
                    <a:pt x="1300600" y="834567"/>
                  </a:moveTo>
                  <a:lnTo>
                    <a:pt x="1346614" y="916782"/>
                  </a:lnTo>
                  <a:lnTo>
                    <a:pt x="1353548" y="914035"/>
                  </a:lnTo>
                  <a:close/>
                  <a:moveTo>
                    <a:pt x="1270513" y="752352"/>
                  </a:moveTo>
                  <a:lnTo>
                    <a:pt x="1341427" y="823797"/>
                  </a:lnTo>
                  <a:lnTo>
                    <a:pt x="1339977" y="724884"/>
                  </a:lnTo>
                  <a:close/>
                  <a:moveTo>
                    <a:pt x="1446702" y="783846"/>
                  </a:moveTo>
                  <a:lnTo>
                    <a:pt x="1380434" y="713916"/>
                  </a:lnTo>
                  <a:lnTo>
                    <a:pt x="1447475" y="798174"/>
                  </a:lnTo>
                  <a:close/>
                  <a:moveTo>
                    <a:pt x="1447475" y="798174"/>
                  </a:moveTo>
                  <a:lnTo>
                    <a:pt x="1339977" y="724884"/>
                  </a:lnTo>
                  <a:lnTo>
                    <a:pt x="1341427" y="823797"/>
                  </a:lnTo>
                  <a:close/>
                  <a:moveTo>
                    <a:pt x="1270513" y="752352"/>
                  </a:moveTo>
                  <a:lnTo>
                    <a:pt x="1339977" y="724884"/>
                  </a:lnTo>
                  <a:lnTo>
                    <a:pt x="1237185" y="670137"/>
                  </a:lnTo>
                  <a:close/>
                  <a:moveTo>
                    <a:pt x="720941" y="94632"/>
                  </a:moveTo>
                  <a:lnTo>
                    <a:pt x="762720" y="113698"/>
                  </a:lnTo>
                  <a:lnTo>
                    <a:pt x="780156" y="76310"/>
                  </a:lnTo>
                  <a:close/>
                  <a:moveTo>
                    <a:pt x="780156" y="76310"/>
                  </a:moveTo>
                  <a:lnTo>
                    <a:pt x="814787" y="29710"/>
                  </a:lnTo>
                  <a:lnTo>
                    <a:pt x="750364" y="67500"/>
                  </a:lnTo>
                  <a:close/>
                  <a:moveTo>
                    <a:pt x="1902229" y="1271389"/>
                  </a:moveTo>
                  <a:lnTo>
                    <a:pt x="1851529" y="1289421"/>
                  </a:lnTo>
                  <a:lnTo>
                    <a:pt x="1927478" y="1350954"/>
                  </a:lnTo>
                  <a:close/>
                  <a:moveTo>
                    <a:pt x="1954846" y="1250985"/>
                  </a:moveTo>
                  <a:lnTo>
                    <a:pt x="1902229" y="1271389"/>
                  </a:lnTo>
                  <a:lnTo>
                    <a:pt x="1927478" y="1350954"/>
                  </a:lnTo>
                  <a:close/>
                  <a:moveTo>
                    <a:pt x="1446702" y="783846"/>
                  </a:moveTo>
                  <a:lnTo>
                    <a:pt x="1479421" y="796131"/>
                  </a:lnTo>
                  <a:lnTo>
                    <a:pt x="1484613" y="710387"/>
                  </a:lnTo>
                  <a:close/>
                  <a:moveTo>
                    <a:pt x="2065982" y="1159352"/>
                  </a:moveTo>
                  <a:lnTo>
                    <a:pt x="2133792" y="1212548"/>
                  </a:lnTo>
                  <a:lnTo>
                    <a:pt x="2189467" y="121964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59" name="Candidate_density__2058">
              <a:extLst>
                <a:ext uri="{FF2B5EF4-FFF2-40B4-BE49-F238E27FC236}">
                  <a16:creationId xmlns:a16="http://schemas.microsoft.com/office/drawing/2014/main" id="{C756407E-DF74-D922-5D85-F9EF6F625574}"/>
                </a:ext>
              </a:extLst>
            </p:cNvPr>
            <p:cNvSpPr>
              <a:spLocks noGrp="1"/>
            </p:cNvSpPr>
            <p:nvPr/>
          </p:nvSpPr>
          <p:spPr>
            <a:xfrm>
              <a:off x="4508040" y="3189306"/>
              <a:ext cx="2238228" cy="1762676"/>
            </a:xfrm>
            <a:custGeom>
              <a:avLst/>
              <a:gdLst/>
              <a:ahLst/>
              <a:cxnLst/>
              <a:rect l="0" t="0" r="0" b="0"/>
              <a:pathLst>
                <a:path w="2238228" h="1762676">
                  <a:moveTo>
                    <a:pt x="52488" y="1689357"/>
                  </a:moveTo>
                  <a:lnTo>
                    <a:pt x="0" y="1696253"/>
                  </a:lnTo>
                  <a:lnTo>
                    <a:pt x="82128" y="1686049"/>
                  </a:lnTo>
                  <a:close/>
                  <a:moveTo>
                    <a:pt x="52488" y="1689357"/>
                  </a:moveTo>
                  <a:lnTo>
                    <a:pt x="11573" y="1700913"/>
                  </a:lnTo>
                  <a:lnTo>
                    <a:pt x="0" y="1696253"/>
                  </a:lnTo>
                  <a:close/>
                  <a:moveTo>
                    <a:pt x="87036" y="1686086"/>
                  </a:moveTo>
                  <a:lnTo>
                    <a:pt x="52488" y="1689357"/>
                  </a:lnTo>
                  <a:lnTo>
                    <a:pt x="82128" y="1686049"/>
                  </a:lnTo>
                  <a:close/>
                  <a:moveTo>
                    <a:pt x="318181" y="1491832"/>
                  </a:moveTo>
                  <a:lnTo>
                    <a:pt x="350523" y="1486609"/>
                  </a:lnTo>
                  <a:lnTo>
                    <a:pt x="394565" y="1436073"/>
                  </a:lnTo>
                  <a:close/>
                  <a:moveTo>
                    <a:pt x="273893" y="515935"/>
                  </a:moveTo>
                  <a:lnTo>
                    <a:pt x="285623" y="446605"/>
                  </a:lnTo>
                  <a:lnTo>
                    <a:pt x="264859" y="501098"/>
                  </a:lnTo>
                  <a:close/>
                  <a:moveTo>
                    <a:pt x="311176" y="395284"/>
                  </a:moveTo>
                  <a:lnTo>
                    <a:pt x="285623" y="446605"/>
                  </a:lnTo>
                  <a:lnTo>
                    <a:pt x="273893" y="515935"/>
                  </a:lnTo>
                  <a:close/>
                  <a:moveTo>
                    <a:pt x="269274" y="433721"/>
                  </a:moveTo>
                  <a:lnTo>
                    <a:pt x="311176" y="395284"/>
                  </a:lnTo>
                  <a:lnTo>
                    <a:pt x="273893" y="515935"/>
                  </a:lnTo>
                  <a:close/>
                  <a:moveTo>
                    <a:pt x="774094" y="664427"/>
                  </a:moveTo>
                  <a:lnTo>
                    <a:pt x="695757" y="650197"/>
                  </a:lnTo>
                  <a:lnTo>
                    <a:pt x="717478" y="667951"/>
                  </a:lnTo>
                  <a:close/>
                  <a:moveTo>
                    <a:pt x="695757" y="650197"/>
                  </a:moveTo>
                  <a:lnTo>
                    <a:pt x="774094" y="664427"/>
                  </a:lnTo>
                  <a:lnTo>
                    <a:pt x="816358" y="607242"/>
                  </a:lnTo>
                  <a:close/>
                  <a:moveTo>
                    <a:pt x="816358" y="607242"/>
                  </a:moveTo>
                  <a:lnTo>
                    <a:pt x="838212" y="598708"/>
                  </a:lnTo>
                  <a:lnTo>
                    <a:pt x="844475" y="565057"/>
                  </a:lnTo>
                  <a:close/>
                  <a:moveTo>
                    <a:pt x="774094" y="664427"/>
                  </a:moveTo>
                  <a:lnTo>
                    <a:pt x="834613" y="612038"/>
                  </a:lnTo>
                  <a:lnTo>
                    <a:pt x="816358" y="607242"/>
                  </a:lnTo>
                  <a:close/>
                  <a:moveTo>
                    <a:pt x="1924022" y="1762676"/>
                  </a:moveTo>
                  <a:lnTo>
                    <a:pt x="1915410" y="1759847"/>
                  </a:lnTo>
                  <a:lnTo>
                    <a:pt x="1868614" y="1754876"/>
                  </a:lnTo>
                  <a:close/>
                  <a:moveTo>
                    <a:pt x="1938890" y="1738969"/>
                  </a:moveTo>
                  <a:lnTo>
                    <a:pt x="1924022" y="1762676"/>
                  </a:lnTo>
                  <a:lnTo>
                    <a:pt x="1868614" y="1754876"/>
                  </a:lnTo>
                  <a:close/>
                  <a:moveTo>
                    <a:pt x="1938813" y="1677631"/>
                  </a:moveTo>
                  <a:lnTo>
                    <a:pt x="1924022" y="1762676"/>
                  </a:lnTo>
                  <a:lnTo>
                    <a:pt x="1938890" y="1738969"/>
                  </a:lnTo>
                  <a:close/>
                  <a:moveTo>
                    <a:pt x="1932384" y="1759847"/>
                  </a:moveTo>
                  <a:lnTo>
                    <a:pt x="1924022" y="1762676"/>
                  </a:lnTo>
                  <a:lnTo>
                    <a:pt x="1938813" y="1677631"/>
                  </a:lnTo>
                  <a:close/>
                  <a:moveTo>
                    <a:pt x="843432" y="533873"/>
                  </a:moveTo>
                  <a:lnTo>
                    <a:pt x="816358" y="607242"/>
                  </a:lnTo>
                  <a:lnTo>
                    <a:pt x="844475" y="565057"/>
                  </a:lnTo>
                  <a:close/>
                  <a:moveTo>
                    <a:pt x="1938813" y="1677631"/>
                  </a:moveTo>
                  <a:lnTo>
                    <a:pt x="1985256" y="1639195"/>
                  </a:lnTo>
                  <a:lnTo>
                    <a:pt x="1932384" y="1759847"/>
                  </a:lnTo>
                  <a:close/>
                  <a:moveTo>
                    <a:pt x="2147023" y="1592877"/>
                  </a:moveTo>
                  <a:lnTo>
                    <a:pt x="2098339" y="1626058"/>
                  </a:lnTo>
                  <a:lnTo>
                    <a:pt x="2214473" y="1566404"/>
                  </a:lnTo>
                  <a:close/>
                  <a:moveTo>
                    <a:pt x="2236048" y="1490596"/>
                  </a:moveTo>
                  <a:lnTo>
                    <a:pt x="2214473" y="1566404"/>
                  </a:lnTo>
                  <a:lnTo>
                    <a:pt x="2238228" y="1518544"/>
                  </a:lnTo>
                  <a:close/>
                  <a:moveTo>
                    <a:pt x="1341320" y="100686"/>
                  </a:moveTo>
                  <a:lnTo>
                    <a:pt x="1402456" y="50607"/>
                  </a:lnTo>
                  <a:lnTo>
                    <a:pt x="1450200" y="13912"/>
                  </a:lnTo>
                  <a:close/>
                  <a:moveTo>
                    <a:pt x="1988927" y="469303"/>
                  </a:moveTo>
                  <a:lnTo>
                    <a:pt x="1971573" y="581083"/>
                  </a:lnTo>
                  <a:lnTo>
                    <a:pt x="1975284" y="580486"/>
                  </a:lnTo>
                  <a:close/>
                  <a:moveTo>
                    <a:pt x="1988927" y="469303"/>
                  </a:moveTo>
                  <a:lnTo>
                    <a:pt x="1975284" y="580486"/>
                  </a:lnTo>
                  <a:lnTo>
                    <a:pt x="1975330" y="581083"/>
                  </a:lnTo>
                  <a:close/>
                  <a:moveTo>
                    <a:pt x="1454831" y="0"/>
                  </a:moveTo>
                  <a:lnTo>
                    <a:pt x="1450200" y="13912"/>
                  </a:lnTo>
                  <a:lnTo>
                    <a:pt x="1455447" y="557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60" name="Candidate_density__2059">
              <a:extLst>
                <a:ext uri="{FF2B5EF4-FFF2-40B4-BE49-F238E27FC236}">
                  <a16:creationId xmlns:a16="http://schemas.microsoft.com/office/drawing/2014/main" id="{1ECBC57C-B326-8013-27C9-DAE05B5491D9}"/>
                </a:ext>
              </a:extLst>
            </p:cNvPr>
            <p:cNvSpPr>
              <a:spLocks noGrp="1"/>
            </p:cNvSpPr>
            <p:nvPr/>
          </p:nvSpPr>
          <p:spPr>
            <a:xfrm>
              <a:off x="4497305" y="2251662"/>
              <a:ext cx="2284587" cy="2708719"/>
            </a:xfrm>
            <a:custGeom>
              <a:avLst/>
              <a:gdLst/>
              <a:ahLst/>
              <a:cxnLst/>
              <a:rect l="0" t="0" r="0" b="0"/>
              <a:pathLst>
                <a:path w="2284587" h="2708719">
                  <a:moveTo>
                    <a:pt x="0" y="2627001"/>
                  </a:moveTo>
                  <a:lnTo>
                    <a:pt x="10735" y="2633897"/>
                  </a:lnTo>
                  <a:lnTo>
                    <a:pt x="22308" y="2638556"/>
                  </a:lnTo>
                  <a:close/>
                  <a:moveTo>
                    <a:pt x="0" y="2627001"/>
                  </a:moveTo>
                  <a:lnTo>
                    <a:pt x="22308" y="2638556"/>
                  </a:lnTo>
                  <a:lnTo>
                    <a:pt x="86005" y="2670780"/>
                  </a:lnTo>
                  <a:close/>
                  <a:moveTo>
                    <a:pt x="300075" y="2380261"/>
                  </a:moveTo>
                  <a:lnTo>
                    <a:pt x="389743" y="2429476"/>
                  </a:lnTo>
                  <a:lnTo>
                    <a:pt x="361258" y="2424253"/>
                  </a:lnTo>
                  <a:close/>
                  <a:moveTo>
                    <a:pt x="498071" y="2226714"/>
                  </a:moveTo>
                  <a:lnTo>
                    <a:pt x="422072" y="2221220"/>
                  </a:lnTo>
                  <a:lnTo>
                    <a:pt x="427447" y="2226610"/>
                  </a:lnTo>
                  <a:close/>
                  <a:moveTo>
                    <a:pt x="543043" y="2270388"/>
                  </a:moveTo>
                  <a:lnTo>
                    <a:pt x="498071" y="2226714"/>
                  </a:lnTo>
                  <a:lnTo>
                    <a:pt x="452208" y="2217078"/>
                  </a:lnTo>
                  <a:close/>
                  <a:moveTo>
                    <a:pt x="673690" y="2326008"/>
                  </a:moveTo>
                  <a:lnTo>
                    <a:pt x="748714" y="2327851"/>
                  </a:lnTo>
                  <a:lnTo>
                    <a:pt x="785514" y="2250239"/>
                  </a:lnTo>
                  <a:close/>
                  <a:moveTo>
                    <a:pt x="888380" y="2193516"/>
                  </a:moveTo>
                  <a:lnTo>
                    <a:pt x="891758" y="2202193"/>
                  </a:lnTo>
                  <a:lnTo>
                    <a:pt x="904621" y="2201700"/>
                  </a:lnTo>
                  <a:close/>
                  <a:moveTo>
                    <a:pt x="925224" y="2193516"/>
                  </a:moveTo>
                  <a:lnTo>
                    <a:pt x="904621" y="2201700"/>
                  </a:lnTo>
                  <a:lnTo>
                    <a:pt x="891758" y="2202193"/>
                  </a:lnTo>
                  <a:close/>
                  <a:moveTo>
                    <a:pt x="888380" y="2193516"/>
                  </a:moveTo>
                  <a:lnTo>
                    <a:pt x="904621" y="2201700"/>
                  </a:lnTo>
                  <a:lnTo>
                    <a:pt x="942645" y="2160823"/>
                  </a:lnTo>
                  <a:close/>
                  <a:moveTo>
                    <a:pt x="321911" y="1332928"/>
                  </a:moveTo>
                  <a:lnTo>
                    <a:pt x="280009" y="1371365"/>
                  </a:lnTo>
                  <a:lnTo>
                    <a:pt x="337677" y="1260076"/>
                  </a:lnTo>
                  <a:close/>
                  <a:moveTo>
                    <a:pt x="280009" y="1371365"/>
                  </a:moveTo>
                  <a:lnTo>
                    <a:pt x="303309" y="1346784"/>
                  </a:lnTo>
                  <a:lnTo>
                    <a:pt x="337677" y="1260076"/>
                  </a:lnTo>
                  <a:close/>
                  <a:moveTo>
                    <a:pt x="560045" y="1318958"/>
                  </a:moveTo>
                  <a:lnTo>
                    <a:pt x="470034" y="1301757"/>
                  </a:lnTo>
                  <a:lnTo>
                    <a:pt x="534503" y="1309937"/>
                  </a:lnTo>
                  <a:close/>
                  <a:moveTo>
                    <a:pt x="480295" y="1299445"/>
                  </a:moveTo>
                  <a:lnTo>
                    <a:pt x="560045" y="1318958"/>
                  </a:lnTo>
                  <a:lnTo>
                    <a:pt x="608922" y="1286495"/>
                  </a:lnTo>
                  <a:close/>
                  <a:moveTo>
                    <a:pt x="1879349" y="2692520"/>
                  </a:moveTo>
                  <a:lnTo>
                    <a:pt x="1809151" y="2708719"/>
                  </a:lnTo>
                  <a:lnTo>
                    <a:pt x="1770044" y="2673544"/>
                  </a:lnTo>
                  <a:close/>
                  <a:moveTo>
                    <a:pt x="1879349" y="2692520"/>
                  </a:moveTo>
                  <a:lnTo>
                    <a:pt x="1926145" y="2697491"/>
                  </a:lnTo>
                  <a:lnTo>
                    <a:pt x="1859752" y="2682707"/>
                  </a:lnTo>
                  <a:close/>
                  <a:moveTo>
                    <a:pt x="1879349" y="2692520"/>
                  </a:moveTo>
                  <a:lnTo>
                    <a:pt x="1859752" y="2682707"/>
                  </a:lnTo>
                  <a:lnTo>
                    <a:pt x="1809151" y="2708719"/>
                  </a:lnTo>
                  <a:close/>
                  <a:moveTo>
                    <a:pt x="1198746" y="1819805"/>
                  </a:moveTo>
                  <a:lnTo>
                    <a:pt x="1212872" y="1722541"/>
                  </a:lnTo>
                  <a:lnTo>
                    <a:pt x="1170225" y="1776625"/>
                  </a:lnTo>
                  <a:close/>
                  <a:moveTo>
                    <a:pt x="1121793" y="1810746"/>
                  </a:moveTo>
                  <a:lnTo>
                    <a:pt x="1198746" y="1819805"/>
                  </a:lnTo>
                  <a:lnTo>
                    <a:pt x="1170225" y="1776625"/>
                  </a:lnTo>
                  <a:close/>
                  <a:moveTo>
                    <a:pt x="488663" y="585966"/>
                  </a:moveTo>
                  <a:lnTo>
                    <a:pt x="462198" y="565240"/>
                  </a:lnTo>
                  <a:lnTo>
                    <a:pt x="454649" y="557949"/>
                  </a:lnTo>
                  <a:close/>
                  <a:moveTo>
                    <a:pt x="2225208" y="2504048"/>
                  </a:moveTo>
                  <a:lnTo>
                    <a:pt x="2246782" y="2428240"/>
                  </a:lnTo>
                  <a:lnTo>
                    <a:pt x="2197123" y="2462499"/>
                  </a:lnTo>
                  <a:close/>
                  <a:moveTo>
                    <a:pt x="2157758" y="2530521"/>
                  </a:moveTo>
                  <a:lnTo>
                    <a:pt x="2225208" y="2504048"/>
                  </a:lnTo>
                  <a:lnTo>
                    <a:pt x="2197123" y="2462499"/>
                  </a:lnTo>
                  <a:close/>
                  <a:moveTo>
                    <a:pt x="2248963" y="2456187"/>
                  </a:moveTo>
                  <a:lnTo>
                    <a:pt x="2253726" y="2395470"/>
                  </a:lnTo>
                  <a:lnTo>
                    <a:pt x="2246782" y="2428240"/>
                  </a:lnTo>
                  <a:close/>
                  <a:moveTo>
                    <a:pt x="2284587" y="2335536"/>
                  </a:moveTo>
                  <a:lnTo>
                    <a:pt x="2253726" y="2395470"/>
                  </a:lnTo>
                  <a:lnTo>
                    <a:pt x="2248963" y="2456187"/>
                  </a:lnTo>
                  <a:close/>
                  <a:moveTo>
                    <a:pt x="1806546" y="2043316"/>
                  </a:moveTo>
                  <a:lnTo>
                    <a:pt x="1857761" y="1966199"/>
                  </a:lnTo>
                  <a:lnTo>
                    <a:pt x="1813234" y="2045112"/>
                  </a:lnTo>
                  <a:close/>
                  <a:moveTo>
                    <a:pt x="1806546" y="2043316"/>
                  </a:moveTo>
                  <a:lnTo>
                    <a:pt x="1803354" y="2041439"/>
                  </a:lnTo>
                  <a:lnTo>
                    <a:pt x="1855817" y="1962897"/>
                  </a:lnTo>
                  <a:close/>
                  <a:moveTo>
                    <a:pt x="1039620" y="1136571"/>
                  </a:moveTo>
                  <a:lnTo>
                    <a:pt x="1109179" y="1117980"/>
                  </a:lnTo>
                  <a:lnTo>
                    <a:pt x="1153278" y="1067657"/>
                  </a:lnTo>
                  <a:close/>
                  <a:moveTo>
                    <a:pt x="1109179" y="1117980"/>
                  </a:moveTo>
                  <a:lnTo>
                    <a:pt x="1183888" y="1118649"/>
                  </a:lnTo>
                  <a:lnTo>
                    <a:pt x="1232524" y="1085285"/>
                  </a:lnTo>
                  <a:close/>
                  <a:moveTo>
                    <a:pt x="532018" y="280158"/>
                  </a:moveTo>
                  <a:lnTo>
                    <a:pt x="506431" y="321148"/>
                  </a:lnTo>
                  <a:lnTo>
                    <a:pt x="543076" y="302045"/>
                  </a:lnTo>
                  <a:close/>
                  <a:moveTo>
                    <a:pt x="543076" y="302045"/>
                  </a:moveTo>
                  <a:lnTo>
                    <a:pt x="506431" y="321148"/>
                  </a:lnTo>
                  <a:lnTo>
                    <a:pt x="492028" y="383046"/>
                  </a:lnTo>
                  <a:close/>
                  <a:moveTo>
                    <a:pt x="532018" y="280158"/>
                  </a:moveTo>
                  <a:lnTo>
                    <a:pt x="543076" y="302045"/>
                  </a:lnTo>
                  <a:lnTo>
                    <a:pt x="563652" y="256430"/>
                  </a:lnTo>
                  <a:close/>
                  <a:moveTo>
                    <a:pt x="147627" y="30817"/>
                  </a:moveTo>
                  <a:lnTo>
                    <a:pt x="221965" y="30094"/>
                  </a:lnTo>
                  <a:lnTo>
                    <a:pt x="275831" y="16288"/>
                  </a:lnTo>
                  <a:close/>
                  <a:moveTo>
                    <a:pt x="275831" y="16288"/>
                  </a:moveTo>
                  <a:lnTo>
                    <a:pt x="221965" y="30094"/>
                  </a:lnTo>
                  <a:lnTo>
                    <a:pt x="346005" y="0"/>
                  </a:lnTo>
                  <a:close/>
                  <a:moveTo>
                    <a:pt x="2259458" y="2317843"/>
                  </a:moveTo>
                  <a:lnTo>
                    <a:pt x="2253726" y="2395470"/>
                  </a:lnTo>
                  <a:lnTo>
                    <a:pt x="2284587" y="2335536"/>
                  </a:lnTo>
                  <a:close/>
                  <a:moveTo>
                    <a:pt x="2230986" y="2240898"/>
                  </a:moveTo>
                  <a:lnTo>
                    <a:pt x="2259458" y="2317843"/>
                  </a:lnTo>
                  <a:lnTo>
                    <a:pt x="2284587" y="2335536"/>
                  </a:lnTo>
                  <a:close/>
                  <a:moveTo>
                    <a:pt x="1866663" y="1894349"/>
                  </a:moveTo>
                  <a:lnTo>
                    <a:pt x="1913629" y="1959878"/>
                  </a:lnTo>
                  <a:lnTo>
                    <a:pt x="1895413" y="1924460"/>
                  </a:lnTo>
                  <a:close/>
                  <a:moveTo>
                    <a:pt x="746961" y="497160"/>
                  </a:moveTo>
                  <a:lnTo>
                    <a:pt x="763105" y="609019"/>
                  </a:lnTo>
                  <a:lnTo>
                    <a:pt x="769471" y="526804"/>
                  </a:lnTo>
                  <a:close/>
                  <a:moveTo>
                    <a:pt x="800177" y="444588"/>
                  </a:moveTo>
                  <a:lnTo>
                    <a:pt x="826578" y="406152"/>
                  </a:lnTo>
                  <a:lnTo>
                    <a:pt x="818576" y="437031"/>
                  </a:lnTo>
                  <a:close/>
                  <a:moveTo>
                    <a:pt x="531657" y="200263"/>
                  </a:moveTo>
                  <a:lnTo>
                    <a:pt x="563652" y="256430"/>
                  </a:lnTo>
                  <a:lnTo>
                    <a:pt x="580049" y="159507"/>
                  </a:lnTo>
                  <a:close/>
                  <a:moveTo>
                    <a:pt x="532018" y="280158"/>
                  </a:moveTo>
                  <a:lnTo>
                    <a:pt x="563652" y="256430"/>
                  </a:lnTo>
                  <a:lnTo>
                    <a:pt x="531657" y="200263"/>
                  </a:lnTo>
                  <a:close/>
                  <a:moveTo>
                    <a:pt x="1852863" y="1605291"/>
                  </a:moveTo>
                  <a:lnTo>
                    <a:pt x="1873056" y="1592978"/>
                  </a:lnTo>
                  <a:lnTo>
                    <a:pt x="1889015" y="1518727"/>
                  </a:lnTo>
                  <a:close/>
                  <a:moveTo>
                    <a:pt x="1900841" y="1626879"/>
                  </a:moveTo>
                  <a:lnTo>
                    <a:pt x="1873056" y="1592978"/>
                  </a:lnTo>
                  <a:lnTo>
                    <a:pt x="1852863" y="1605291"/>
                  </a:lnTo>
                  <a:close/>
                  <a:moveTo>
                    <a:pt x="1900841" y="1626879"/>
                  </a:moveTo>
                  <a:lnTo>
                    <a:pt x="1895114" y="1675450"/>
                  </a:lnTo>
                  <a:lnTo>
                    <a:pt x="1907013" y="1639378"/>
                  </a:lnTo>
                  <a:close/>
                  <a:moveTo>
                    <a:pt x="1900841" y="1626879"/>
                  </a:moveTo>
                  <a:lnTo>
                    <a:pt x="1907013" y="1639378"/>
                  </a:lnTo>
                  <a:lnTo>
                    <a:pt x="1873056" y="1592978"/>
                  </a:lnTo>
                  <a:close/>
                  <a:moveTo>
                    <a:pt x="1397928" y="994643"/>
                  </a:moveTo>
                  <a:lnTo>
                    <a:pt x="1352054" y="1038330"/>
                  </a:lnTo>
                  <a:lnTo>
                    <a:pt x="1460935" y="951556"/>
                  </a:lnTo>
                  <a:close/>
                  <a:moveTo>
                    <a:pt x="1941264" y="1417595"/>
                  </a:moveTo>
                  <a:lnTo>
                    <a:pt x="1889015" y="1518727"/>
                  </a:lnTo>
                  <a:lnTo>
                    <a:pt x="1897277" y="1468335"/>
                  </a:lnTo>
                  <a:close/>
                  <a:moveTo>
                    <a:pt x="1897277" y="1468335"/>
                  </a:moveTo>
                  <a:lnTo>
                    <a:pt x="1982308" y="1518727"/>
                  </a:lnTo>
                  <a:lnTo>
                    <a:pt x="1941264" y="1417595"/>
                  </a:lnTo>
                  <a:close/>
                  <a:moveTo>
                    <a:pt x="1941264" y="1417595"/>
                  </a:moveTo>
                  <a:lnTo>
                    <a:pt x="1982308" y="1518727"/>
                  </a:lnTo>
                  <a:lnTo>
                    <a:pt x="1999662" y="1406947"/>
                  </a:lnTo>
                  <a:close/>
                  <a:moveTo>
                    <a:pt x="1999662" y="1406947"/>
                  </a:moveTo>
                  <a:lnTo>
                    <a:pt x="1980455" y="1398076"/>
                  </a:lnTo>
                  <a:lnTo>
                    <a:pt x="1941264" y="1417595"/>
                  </a:lnTo>
                  <a:close/>
                  <a:moveTo>
                    <a:pt x="1980455" y="1398076"/>
                  </a:moveTo>
                  <a:lnTo>
                    <a:pt x="1999662" y="1406947"/>
                  </a:lnTo>
                  <a:lnTo>
                    <a:pt x="2007277" y="1385750"/>
                  </a:lnTo>
                  <a:close/>
                  <a:moveTo>
                    <a:pt x="1465566" y="937644"/>
                  </a:moveTo>
                  <a:lnTo>
                    <a:pt x="1397928" y="994643"/>
                  </a:lnTo>
                  <a:lnTo>
                    <a:pt x="1460935" y="951556"/>
                  </a:lnTo>
                  <a:close/>
                  <a:moveTo>
                    <a:pt x="1441931" y="856766"/>
                  </a:moveTo>
                  <a:lnTo>
                    <a:pt x="1466181" y="943221"/>
                  </a:lnTo>
                  <a:lnTo>
                    <a:pt x="1445652" y="861006"/>
                  </a:lnTo>
                  <a:close/>
                  <a:moveTo>
                    <a:pt x="1441931" y="856766"/>
                  </a:moveTo>
                  <a:lnTo>
                    <a:pt x="1465566" y="937644"/>
                  </a:lnTo>
                  <a:lnTo>
                    <a:pt x="1466181" y="943221"/>
                  </a:lnTo>
                  <a:close/>
                  <a:moveTo>
                    <a:pt x="1425723" y="769851"/>
                  </a:moveTo>
                  <a:lnTo>
                    <a:pt x="1435461" y="740355"/>
                  </a:lnTo>
                  <a:lnTo>
                    <a:pt x="1396810" y="775263"/>
                  </a:lnTo>
                  <a:close/>
                  <a:moveTo>
                    <a:pt x="1425723" y="769851"/>
                  </a:moveTo>
                  <a:lnTo>
                    <a:pt x="1441931" y="856766"/>
                  </a:lnTo>
                  <a:lnTo>
                    <a:pt x="1445652" y="861006"/>
                  </a:lnTo>
                  <a:close/>
                  <a:moveTo>
                    <a:pt x="1435461" y="740355"/>
                  </a:moveTo>
                  <a:lnTo>
                    <a:pt x="1425723" y="769851"/>
                  </a:lnTo>
                  <a:lnTo>
                    <a:pt x="1445739" y="67953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61" name="Candidate_density__2060">
              <a:extLst>
                <a:ext uri="{FF2B5EF4-FFF2-40B4-BE49-F238E27FC236}">
                  <a16:creationId xmlns:a16="http://schemas.microsoft.com/office/drawing/2014/main" id="{32598540-B182-5A0C-4BBF-C4E0C4CBE2A1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316537"/>
              <a:ext cx="2123910" cy="2786361"/>
            </a:xfrm>
            <a:custGeom>
              <a:avLst/>
              <a:gdLst/>
              <a:ahLst/>
              <a:cxnLst/>
              <a:rect l="0" t="0" r="0" b="0"/>
              <a:pathLst>
                <a:path w="2123910" h="2786361">
                  <a:moveTo>
                    <a:pt x="57989" y="2393769"/>
                  </a:moveTo>
                  <a:lnTo>
                    <a:pt x="49351" y="2397696"/>
                  </a:lnTo>
                  <a:lnTo>
                    <a:pt x="107978" y="2387452"/>
                  </a:lnTo>
                  <a:close/>
                  <a:moveTo>
                    <a:pt x="49351" y="2397696"/>
                  </a:moveTo>
                  <a:lnTo>
                    <a:pt x="0" y="2477599"/>
                  </a:lnTo>
                  <a:lnTo>
                    <a:pt x="107978" y="2387452"/>
                  </a:lnTo>
                  <a:close/>
                  <a:moveTo>
                    <a:pt x="107978" y="2387452"/>
                  </a:moveTo>
                  <a:lnTo>
                    <a:pt x="0" y="2477599"/>
                  </a:lnTo>
                  <a:lnTo>
                    <a:pt x="49596" y="2441474"/>
                  </a:lnTo>
                  <a:close/>
                  <a:moveTo>
                    <a:pt x="57989" y="2393769"/>
                  </a:moveTo>
                  <a:lnTo>
                    <a:pt x="107978" y="2387452"/>
                  </a:lnTo>
                  <a:lnTo>
                    <a:pt x="180295" y="2379176"/>
                  </a:lnTo>
                  <a:close/>
                  <a:moveTo>
                    <a:pt x="313992" y="2169983"/>
                  </a:moveTo>
                  <a:lnTo>
                    <a:pt x="263453" y="2200171"/>
                  </a:lnTo>
                  <a:lnTo>
                    <a:pt x="350435" y="2177107"/>
                  </a:lnTo>
                  <a:close/>
                  <a:moveTo>
                    <a:pt x="471378" y="1876653"/>
                  </a:moveTo>
                  <a:lnTo>
                    <a:pt x="458390" y="1958868"/>
                  </a:lnTo>
                  <a:lnTo>
                    <a:pt x="552702" y="1920432"/>
                  </a:lnTo>
                  <a:close/>
                  <a:moveTo>
                    <a:pt x="471378" y="1876653"/>
                  </a:moveTo>
                  <a:lnTo>
                    <a:pt x="552702" y="1920432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471378" y="1876653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512872" y="1838216"/>
                  </a:lnTo>
                  <a:lnTo>
                    <a:pt x="508350" y="1756001"/>
                  </a:lnTo>
                  <a:close/>
                  <a:moveTo>
                    <a:pt x="517088" y="1726403"/>
                  </a:moveTo>
                  <a:lnTo>
                    <a:pt x="449237" y="1794438"/>
                  </a:lnTo>
                  <a:lnTo>
                    <a:pt x="508350" y="1756001"/>
                  </a:lnTo>
                  <a:close/>
                  <a:moveTo>
                    <a:pt x="1493899" y="2786361"/>
                  </a:moveTo>
                  <a:lnTo>
                    <a:pt x="1517502" y="2743664"/>
                  </a:lnTo>
                  <a:lnTo>
                    <a:pt x="1429246" y="2742583"/>
                  </a:lnTo>
                  <a:close/>
                  <a:moveTo>
                    <a:pt x="512872" y="1838216"/>
                  </a:moveTo>
                  <a:lnTo>
                    <a:pt x="576124" y="1914626"/>
                  </a:lnTo>
                  <a:lnTo>
                    <a:pt x="577095" y="1813744"/>
                  </a:lnTo>
                  <a:close/>
                  <a:moveTo>
                    <a:pt x="512872" y="1838216"/>
                  </a:moveTo>
                  <a:lnTo>
                    <a:pt x="552702" y="1920432"/>
                  </a:lnTo>
                  <a:lnTo>
                    <a:pt x="576124" y="1914626"/>
                  </a:lnTo>
                  <a:close/>
                  <a:moveTo>
                    <a:pt x="508350" y="1756001"/>
                  </a:moveTo>
                  <a:lnTo>
                    <a:pt x="577095" y="1813744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12872" y="1838216"/>
                  </a:lnTo>
                  <a:lnTo>
                    <a:pt x="577095" y="1813744"/>
                  </a:lnTo>
                  <a:close/>
                  <a:moveTo>
                    <a:pt x="577095" y="1813744"/>
                  </a:moveTo>
                  <a:lnTo>
                    <a:pt x="646356" y="1717937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49371" y="1736191"/>
                  </a:lnTo>
                  <a:lnTo>
                    <a:pt x="517088" y="1726403"/>
                  </a:lnTo>
                  <a:close/>
                  <a:moveTo>
                    <a:pt x="517088" y="1726403"/>
                  </a:moveTo>
                  <a:lnTo>
                    <a:pt x="549371" y="1736191"/>
                  </a:lnTo>
                  <a:lnTo>
                    <a:pt x="585496" y="1703513"/>
                  </a:lnTo>
                  <a:close/>
                  <a:moveTo>
                    <a:pt x="774815" y="1774186"/>
                  </a:moveTo>
                  <a:lnTo>
                    <a:pt x="756452" y="1848827"/>
                  </a:lnTo>
                  <a:lnTo>
                    <a:pt x="814786" y="1761344"/>
                  </a:lnTo>
                  <a:close/>
                  <a:moveTo>
                    <a:pt x="849484" y="1702797"/>
                  </a:moveTo>
                  <a:lnTo>
                    <a:pt x="774815" y="1774186"/>
                  </a:lnTo>
                  <a:lnTo>
                    <a:pt x="814786" y="1761344"/>
                  </a:lnTo>
                  <a:close/>
                  <a:moveTo>
                    <a:pt x="398942" y="1470920"/>
                  </a:moveTo>
                  <a:lnTo>
                    <a:pt x="480569" y="1531351"/>
                  </a:lnTo>
                  <a:lnTo>
                    <a:pt x="456510" y="1450817"/>
                  </a:lnTo>
                  <a:close/>
                  <a:moveTo>
                    <a:pt x="456510" y="1450817"/>
                  </a:moveTo>
                  <a:lnTo>
                    <a:pt x="422209" y="1435118"/>
                  </a:lnTo>
                  <a:lnTo>
                    <a:pt x="398942" y="1470920"/>
                  </a:lnTo>
                  <a:close/>
                  <a:moveTo>
                    <a:pt x="528056" y="1353152"/>
                  </a:moveTo>
                  <a:lnTo>
                    <a:pt x="429639" y="1388704"/>
                  </a:lnTo>
                  <a:lnTo>
                    <a:pt x="535287" y="1364043"/>
                  </a:lnTo>
                  <a:close/>
                  <a:moveTo>
                    <a:pt x="429639" y="1388704"/>
                  </a:moveTo>
                  <a:lnTo>
                    <a:pt x="422209" y="1435118"/>
                  </a:lnTo>
                  <a:lnTo>
                    <a:pt x="535287" y="1364043"/>
                  </a:lnTo>
                  <a:close/>
                  <a:moveTo>
                    <a:pt x="535287" y="1364043"/>
                  </a:moveTo>
                  <a:lnTo>
                    <a:pt x="422209" y="1435118"/>
                  </a:lnTo>
                  <a:lnTo>
                    <a:pt x="507966" y="1432483"/>
                  </a:lnTo>
                  <a:close/>
                  <a:moveTo>
                    <a:pt x="507966" y="1432483"/>
                  </a:moveTo>
                  <a:lnTo>
                    <a:pt x="422209" y="1435118"/>
                  </a:lnTo>
                  <a:lnTo>
                    <a:pt x="456510" y="1450817"/>
                  </a:lnTo>
                  <a:close/>
                  <a:moveTo>
                    <a:pt x="814786" y="1761344"/>
                  </a:moveTo>
                  <a:lnTo>
                    <a:pt x="920002" y="1816836"/>
                  </a:lnTo>
                  <a:lnTo>
                    <a:pt x="898918" y="1733884"/>
                  </a:lnTo>
                  <a:close/>
                  <a:moveTo>
                    <a:pt x="920002" y="1816836"/>
                  </a:moveTo>
                  <a:lnTo>
                    <a:pt x="986592" y="1723200"/>
                  </a:lnTo>
                  <a:lnTo>
                    <a:pt x="898918" y="1733884"/>
                  </a:lnTo>
                  <a:close/>
                  <a:moveTo>
                    <a:pt x="849484" y="1702797"/>
                  </a:moveTo>
                  <a:lnTo>
                    <a:pt x="814786" y="1761344"/>
                  </a:lnTo>
                  <a:lnTo>
                    <a:pt x="898918" y="1733884"/>
                  </a:lnTo>
                  <a:close/>
                  <a:moveTo>
                    <a:pt x="535287" y="1364043"/>
                  </a:moveTo>
                  <a:lnTo>
                    <a:pt x="507966" y="1432483"/>
                  </a:lnTo>
                  <a:lnTo>
                    <a:pt x="572592" y="1417037"/>
                  </a:lnTo>
                  <a:close/>
                  <a:moveTo>
                    <a:pt x="665853" y="1358344"/>
                  </a:moveTo>
                  <a:lnTo>
                    <a:pt x="572592" y="1417037"/>
                  </a:lnTo>
                  <a:lnTo>
                    <a:pt x="646675" y="1394046"/>
                  </a:lnTo>
                  <a:close/>
                  <a:moveTo>
                    <a:pt x="535287" y="1364043"/>
                  </a:moveTo>
                  <a:lnTo>
                    <a:pt x="572592" y="1417037"/>
                  </a:lnTo>
                  <a:lnTo>
                    <a:pt x="665853" y="1358344"/>
                  </a:lnTo>
                  <a:close/>
                  <a:moveTo>
                    <a:pt x="1093064" y="1625783"/>
                  </a:moveTo>
                  <a:lnTo>
                    <a:pt x="987173" y="1722907"/>
                  </a:lnTo>
                  <a:lnTo>
                    <a:pt x="1071240" y="1684471"/>
                  </a:lnTo>
                  <a:close/>
                  <a:moveTo>
                    <a:pt x="777057" y="1280260"/>
                  </a:moveTo>
                  <a:lnTo>
                    <a:pt x="722166" y="1311831"/>
                  </a:lnTo>
                  <a:lnTo>
                    <a:pt x="665853" y="1358344"/>
                  </a:lnTo>
                  <a:close/>
                  <a:moveTo>
                    <a:pt x="699891" y="379713"/>
                  </a:moveTo>
                  <a:lnTo>
                    <a:pt x="710223" y="297498"/>
                  </a:lnTo>
                  <a:lnTo>
                    <a:pt x="683871" y="386239"/>
                  </a:lnTo>
                  <a:close/>
                  <a:moveTo>
                    <a:pt x="710223" y="297498"/>
                  </a:moveTo>
                  <a:lnTo>
                    <a:pt x="634469" y="326310"/>
                  </a:lnTo>
                  <a:lnTo>
                    <a:pt x="683871" y="386239"/>
                  </a:lnTo>
                  <a:close/>
                  <a:moveTo>
                    <a:pt x="1319735" y="1055143"/>
                  </a:moveTo>
                  <a:lnTo>
                    <a:pt x="1290758" y="1119649"/>
                  </a:lnTo>
                  <a:lnTo>
                    <a:pt x="1360694" y="1100376"/>
                  </a:lnTo>
                  <a:close/>
                  <a:moveTo>
                    <a:pt x="1185265" y="790789"/>
                  </a:moveTo>
                  <a:lnTo>
                    <a:pt x="1290718" y="834567"/>
                  </a:lnTo>
                  <a:lnTo>
                    <a:pt x="1260631" y="752352"/>
                  </a:lnTo>
                  <a:close/>
                  <a:moveTo>
                    <a:pt x="710223" y="297498"/>
                  </a:moveTo>
                  <a:lnTo>
                    <a:pt x="802844" y="350108"/>
                  </a:lnTo>
                  <a:lnTo>
                    <a:pt x="770755" y="276104"/>
                  </a:lnTo>
                  <a:close/>
                  <a:moveTo>
                    <a:pt x="710223" y="297498"/>
                  </a:moveTo>
                  <a:lnTo>
                    <a:pt x="699891" y="379713"/>
                  </a:lnTo>
                  <a:lnTo>
                    <a:pt x="802844" y="350108"/>
                  </a:lnTo>
                  <a:close/>
                  <a:moveTo>
                    <a:pt x="802844" y="350108"/>
                  </a:moveTo>
                  <a:lnTo>
                    <a:pt x="860281" y="26391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710666" y="215283"/>
                  </a:lnTo>
                  <a:lnTo>
                    <a:pt x="710223" y="297498"/>
                  </a:lnTo>
                  <a:close/>
                  <a:moveTo>
                    <a:pt x="731175" y="208190"/>
                  </a:moveTo>
                  <a:lnTo>
                    <a:pt x="710666" y="21528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832165" y="186678"/>
                  </a:lnTo>
                  <a:lnTo>
                    <a:pt x="731175" y="208190"/>
                  </a:lnTo>
                  <a:close/>
                  <a:moveTo>
                    <a:pt x="752838" y="113698"/>
                  </a:moveTo>
                  <a:lnTo>
                    <a:pt x="710666" y="215283"/>
                  </a:lnTo>
                  <a:lnTo>
                    <a:pt x="731175" y="208190"/>
                  </a:lnTo>
                  <a:close/>
                  <a:moveTo>
                    <a:pt x="504986" y="50852"/>
                  </a:moveTo>
                  <a:lnTo>
                    <a:pt x="538419" y="43528"/>
                  </a:lnTo>
                  <a:lnTo>
                    <a:pt x="515809" y="0"/>
                  </a:lnTo>
                  <a:close/>
                  <a:moveTo>
                    <a:pt x="1290718" y="834567"/>
                  </a:moveTo>
                  <a:lnTo>
                    <a:pt x="1343666" y="914035"/>
                  </a:lnTo>
                  <a:lnTo>
                    <a:pt x="1331545" y="823797"/>
                  </a:lnTo>
                  <a:close/>
                  <a:moveTo>
                    <a:pt x="1341607" y="921719"/>
                  </a:moveTo>
                  <a:lnTo>
                    <a:pt x="1438481" y="878346"/>
                  </a:lnTo>
                  <a:lnTo>
                    <a:pt x="1343666" y="914035"/>
                  </a:lnTo>
                  <a:close/>
                  <a:moveTo>
                    <a:pt x="1438481" y="878346"/>
                  </a:moveTo>
                  <a:lnTo>
                    <a:pt x="1442443" y="804867"/>
                  </a:lnTo>
                  <a:lnTo>
                    <a:pt x="1343666" y="914035"/>
                  </a:lnTo>
                  <a:close/>
                  <a:moveTo>
                    <a:pt x="1343666" y="914035"/>
                  </a:moveTo>
                  <a:lnTo>
                    <a:pt x="1442443" y="804867"/>
                  </a:lnTo>
                  <a:lnTo>
                    <a:pt x="1437593" y="798174"/>
                  </a:lnTo>
                  <a:close/>
                  <a:moveTo>
                    <a:pt x="1343666" y="914035"/>
                  </a:moveTo>
                  <a:lnTo>
                    <a:pt x="1437593" y="798174"/>
                  </a:lnTo>
                  <a:lnTo>
                    <a:pt x="1331545" y="823797"/>
                  </a:lnTo>
                  <a:close/>
                  <a:moveTo>
                    <a:pt x="1260631" y="752352"/>
                  </a:moveTo>
                  <a:lnTo>
                    <a:pt x="1290718" y="834567"/>
                  </a:lnTo>
                  <a:lnTo>
                    <a:pt x="1331545" y="823797"/>
                  </a:lnTo>
                  <a:close/>
                  <a:moveTo>
                    <a:pt x="1437593" y="798174"/>
                  </a:moveTo>
                  <a:lnTo>
                    <a:pt x="1469540" y="796131"/>
                  </a:lnTo>
                  <a:lnTo>
                    <a:pt x="1436820" y="783846"/>
                  </a:lnTo>
                  <a:close/>
                  <a:moveTo>
                    <a:pt x="1437593" y="798174"/>
                  </a:moveTo>
                  <a:lnTo>
                    <a:pt x="1442443" y="804867"/>
                  </a:lnTo>
                  <a:lnTo>
                    <a:pt x="1469540" y="796131"/>
                  </a:lnTo>
                  <a:close/>
                  <a:moveTo>
                    <a:pt x="740482" y="67500"/>
                  </a:moveTo>
                  <a:lnTo>
                    <a:pt x="711060" y="94632"/>
                  </a:lnTo>
                  <a:lnTo>
                    <a:pt x="770274" y="76310"/>
                  </a:lnTo>
                  <a:close/>
                  <a:moveTo>
                    <a:pt x="1861140" y="1255671"/>
                  </a:moveTo>
                  <a:lnTo>
                    <a:pt x="1841647" y="1289421"/>
                  </a:lnTo>
                  <a:lnTo>
                    <a:pt x="1892347" y="1271389"/>
                  </a:lnTo>
                  <a:close/>
                  <a:moveTo>
                    <a:pt x="1897559" y="1207206"/>
                  </a:moveTo>
                  <a:lnTo>
                    <a:pt x="1861140" y="1255671"/>
                  </a:lnTo>
                  <a:lnTo>
                    <a:pt x="1978593" y="1200953"/>
                  </a:lnTo>
                  <a:close/>
                  <a:moveTo>
                    <a:pt x="1978593" y="1200953"/>
                  </a:moveTo>
                  <a:lnTo>
                    <a:pt x="1861140" y="1255671"/>
                  </a:lnTo>
                  <a:lnTo>
                    <a:pt x="1944964" y="1250985"/>
                  </a:lnTo>
                  <a:close/>
                  <a:moveTo>
                    <a:pt x="1944964" y="1250985"/>
                  </a:moveTo>
                  <a:lnTo>
                    <a:pt x="1861140" y="1255671"/>
                  </a:lnTo>
                  <a:lnTo>
                    <a:pt x="1892347" y="1271389"/>
                  </a:lnTo>
                  <a:close/>
                  <a:moveTo>
                    <a:pt x="1940217" y="1192971"/>
                  </a:moveTo>
                  <a:lnTo>
                    <a:pt x="1978593" y="1200953"/>
                  </a:lnTo>
                  <a:lnTo>
                    <a:pt x="2026444" y="1168770"/>
                  </a:lnTo>
                  <a:close/>
                  <a:moveTo>
                    <a:pt x="1494925" y="851657"/>
                  </a:moveTo>
                  <a:lnTo>
                    <a:pt x="1469540" y="796131"/>
                  </a:lnTo>
                  <a:lnTo>
                    <a:pt x="1442443" y="804867"/>
                  </a:lnTo>
                  <a:close/>
                  <a:moveTo>
                    <a:pt x="2021055" y="1227344"/>
                  </a:moveTo>
                  <a:lnTo>
                    <a:pt x="2119816" y="1235101"/>
                  </a:lnTo>
                  <a:lnTo>
                    <a:pt x="2111282" y="1212548"/>
                  </a:lnTo>
                  <a:close/>
                  <a:moveTo>
                    <a:pt x="1978593" y="1200953"/>
                  </a:moveTo>
                  <a:lnTo>
                    <a:pt x="1944964" y="1250985"/>
                  </a:lnTo>
                  <a:lnTo>
                    <a:pt x="2021055" y="1227344"/>
                  </a:lnTo>
                  <a:close/>
                  <a:moveTo>
                    <a:pt x="2056100" y="1159352"/>
                  </a:moveTo>
                  <a:lnTo>
                    <a:pt x="2026444" y="1168770"/>
                  </a:lnTo>
                  <a:lnTo>
                    <a:pt x="2113055" y="1209825"/>
                  </a:lnTo>
                  <a:close/>
                  <a:moveTo>
                    <a:pt x="2026444" y="1168770"/>
                  </a:moveTo>
                  <a:lnTo>
                    <a:pt x="1978593" y="1200953"/>
                  </a:lnTo>
                  <a:lnTo>
                    <a:pt x="2113055" y="1209825"/>
                  </a:lnTo>
                  <a:close/>
                  <a:moveTo>
                    <a:pt x="2113055" y="1209825"/>
                  </a:moveTo>
                  <a:lnTo>
                    <a:pt x="1978593" y="1200953"/>
                  </a:lnTo>
                  <a:lnTo>
                    <a:pt x="2111282" y="1212548"/>
                  </a:lnTo>
                  <a:close/>
                  <a:moveTo>
                    <a:pt x="2111282" y="1212548"/>
                  </a:moveTo>
                  <a:lnTo>
                    <a:pt x="1978593" y="1200953"/>
                  </a:lnTo>
                  <a:lnTo>
                    <a:pt x="2021055" y="1227344"/>
                  </a:lnTo>
                  <a:close/>
                  <a:moveTo>
                    <a:pt x="2113055" y="1209825"/>
                  </a:moveTo>
                  <a:lnTo>
                    <a:pt x="2123910" y="1212548"/>
                  </a:lnTo>
                  <a:lnTo>
                    <a:pt x="2056100" y="1159352"/>
                  </a:lnTo>
                  <a:close/>
                  <a:moveTo>
                    <a:pt x="2111282" y="1212548"/>
                  </a:moveTo>
                  <a:lnTo>
                    <a:pt x="2119816" y="1235101"/>
                  </a:lnTo>
                  <a:lnTo>
                    <a:pt x="2115187" y="1211408"/>
                  </a:lnTo>
                  <a:close/>
                  <a:moveTo>
                    <a:pt x="2113055" y="1209825"/>
                  </a:moveTo>
                  <a:lnTo>
                    <a:pt x="2111282" y="1212548"/>
                  </a:lnTo>
                  <a:lnTo>
                    <a:pt x="2115187" y="1211408"/>
                  </a:lnTo>
                  <a:close/>
                  <a:moveTo>
                    <a:pt x="2115187" y="1211408"/>
                  </a:moveTo>
                  <a:lnTo>
                    <a:pt x="2119816" y="1235101"/>
                  </a:lnTo>
                  <a:lnTo>
                    <a:pt x="2123910" y="1212548"/>
                  </a:lnTo>
                  <a:close/>
                  <a:moveTo>
                    <a:pt x="2115187" y="1211408"/>
                  </a:moveTo>
                  <a:lnTo>
                    <a:pt x="2123910" y="1212548"/>
                  </a:lnTo>
                  <a:lnTo>
                    <a:pt x="2113055" y="120982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62" name="Candidate_density__2061">
              <a:extLst>
                <a:ext uri="{FF2B5EF4-FFF2-40B4-BE49-F238E27FC236}">
                  <a16:creationId xmlns:a16="http://schemas.microsoft.com/office/drawing/2014/main" id="{0043EBB1-E62A-6500-5FE8-9F47401682B7}"/>
                </a:ext>
              </a:extLst>
            </p:cNvPr>
            <p:cNvSpPr>
              <a:spLocks noGrp="1"/>
            </p:cNvSpPr>
            <p:nvPr/>
          </p:nvSpPr>
          <p:spPr>
            <a:xfrm>
              <a:off x="4491611" y="2277833"/>
              <a:ext cx="2265152" cy="3076939"/>
            </a:xfrm>
            <a:custGeom>
              <a:avLst/>
              <a:gdLst/>
              <a:ahLst/>
              <a:cxnLst/>
              <a:rect l="0" t="0" r="0" b="0"/>
              <a:pathLst>
                <a:path w="2265152" h="3076939">
                  <a:moveTo>
                    <a:pt x="9466" y="2562393"/>
                  </a:moveTo>
                  <a:lnTo>
                    <a:pt x="5694" y="2600829"/>
                  </a:lnTo>
                  <a:lnTo>
                    <a:pt x="91699" y="2644608"/>
                  </a:lnTo>
                  <a:close/>
                  <a:moveTo>
                    <a:pt x="274396" y="2761096"/>
                  </a:moveTo>
                  <a:lnTo>
                    <a:pt x="401385" y="2742025"/>
                  </a:lnTo>
                  <a:lnTo>
                    <a:pt x="321512" y="2722051"/>
                  </a:lnTo>
                  <a:close/>
                  <a:moveTo>
                    <a:pt x="107360" y="2606172"/>
                  </a:moveTo>
                  <a:lnTo>
                    <a:pt x="91699" y="2644608"/>
                  </a:lnTo>
                  <a:lnTo>
                    <a:pt x="96293" y="2652508"/>
                  </a:lnTo>
                  <a:close/>
                  <a:moveTo>
                    <a:pt x="551947" y="3026293"/>
                  </a:moveTo>
                  <a:lnTo>
                    <a:pt x="650838" y="2978811"/>
                  </a:lnTo>
                  <a:lnTo>
                    <a:pt x="562749" y="3006498"/>
                  </a:lnTo>
                  <a:close/>
                  <a:moveTo>
                    <a:pt x="674712" y="2991431"/>
                  </a:moveTo>
                  <a:lnTo>
                    <a:pt x="650838" y="2978811"/>
                  </a:lnTo>
                  <a:lnTo>
                    <a:pt x="551947" y="3026293"/>
                  </a:lnTo>
                  <a:close/>
                  <a:moveTo>
                    <a:pt x="635009" y="3058190"/>
                  </a:moveTo>
                  <a:lnTo>
                    <a:pt x="674712" y="2991431"/>
                  </a:lnTo>
                  <a:lnTo>
                    <a:pt x="551947" y="3026293"/>
                  </a:lnTo>
                  <a:close/>
                  <a:moveTo>
                    <a:pt x="714554" y="3076939"/>
                  </a:moveTo>
                  <a:lnTo>
                    <a:pt x="743577" y="2980673"/>
                  </a:lnTo>
                  <a:lnTo>
                    <a:pt x="674712" y="2991431"/>
                  </a:lnTo>
                  <a:close/>
                  <a:moveTo>
                    <a:pt x="635009" y="3058190"/>
                  </a:moveTo>
                  <a:lnTo>
                    <a:pt x="714554" y="3076939"/>
                  </a:lnTo>
                  <a:lnTo>
                    <a:pt x="674712" y="2991431"/>
                  </a:lnTo>
                  <a:close/>
                  <a:moveTo>
                    <a:pt x="743577" y="2980673"/>
                  </a:moveTo>
                  <a:lnTo>
                    <a:pt x="693806" y="2921044"/>
                  </a:lnTo>
                  <a:lnTo>
                    <a:pt x="725667" y="2978811"/>
                  </a:lnTo>
                  <a:close/>
                  <a:moveTo>
                    <a:pt x="693806" y="2921044"/>
                  </a:moveTo>
                  <a:lnTo>
                    <a:pt x="680361" y="2896595"/>
                  </a:lnTo>
                  <a:lnTo>
                    <a:pt x="725667" y="2978811"/>
                  </a:lnTo>
                  <a:close/>
                  <a:moveTo>
                    <a:pt x="420454" y="2661222"/>
                  </a:moveTo>
                  <a:lnTo>
                    <a:pt x="401385" y="2742025"/>
                  </a:lnTo>
                  <a:lnTo>
                    <a:pt x="488392" y="2766672"/>
                  </a:lnTo>
                  <a:close/>
                  <a:moveTo>
                    <a:pt x="420454" y="2661222"/>
                  </a:moveTo>
                  <a:lnTo>
                    <a:pt x="321512" y="2722051"/>
                  </a:lnTo>
                  <a:lnTo>
                    <a:pt x="401385" y="2742025"/>
                  </a:lnTo>
                  <a:close/>
                  <a:moveTo>
                    <a:pt x="420454" y="2661222"/>
                  </a:moveTo>
                  <a:lnTo>
                    <a:pt x="341311" y="2664971"/>
                  </a:lnTo>
                  <a:lnTo>
                    <a:pt x="321512" y="2722051"/>
                  </a:lnTo>
                  <a:close/>
                  <a:moveTo>
                    <a:pt x="667728" y="2881652"/>
                  </a:moveTo>
                  <a:lnTo>
                    <a:pt x="725667" y="2978811"/>
                  </a:lnTo>
                  <a:lnTo>
                    <a:pt x="680361" y="2896595"/>
                  </a:lnTo>
                  <a:close/>
                  <a:moveTo>
                    <a:pt x="667728" y="2881652"/>
                  </a:moveTo>
                  <a:lnTo>
                    <a:pt x="679247" y="2972380"/>
                  </a:lnTo>
                  <a:lnTo>
                    <a:pt x="725667" y="2978811"/>
                  </a:lnTo>
                  <a:close/>
                  <a:moveTo>
                    <a:pt x="667728" y="2881652"/>
                  </a:moveTo>
                  <a:lnTo>
                    <a:pt x="680361" y="2896595"/>
                  </a:lnTo>
                  <a:lnTo>
                    <a:pt x="640080" y="2861946"/>
                  </a:lnTo>
                  <a:close/>
                  <a:moveTo>
                    <a:pt x="338243" y="2267096"/>
                  </a:moveTo>
                  <a:lnTo>
                    <a:pt x="410994" y="2347545"/>
                  </a:lnTo>
                  <a:lnTo>
                    <a:pt x="430144" y="2252974"/>
                  </a:lnTo>
                  <a:close/>
                  <a:moveTo>
                    <a:pt x="418780" y="2326432"/>
                  </a:moveTo>
                  <a:lnTo>
                    <a:pt x="410994" y="2347545"/>
                  </a:lnTo>
                  <a:lnTo>
                    <a:pt x="338243" y="2267096"/>
                  </a:lnTo>
                  <a:close/>
                  <a:moveTo>
                    <a:pt x="485302" y="2268724"/>
                  </a:moveTo>
                  <a:lnTo>
                    <a:pt x="430144" y="2252974"/>
                  </a:lnTo>
                  <a:lnTo>
                    <a:pt x="410994" y="2347545"/>
                  </a:lnTo>
                  <a:close/>
                  <a:moveTo>
                    <a:pt x="601483" y="2287234"/>
                  </a:moveTo>
                  <a:lnTo>
                    <a:pt x="560738" y="2207396"/>
                  </a:lnTo>
                  <a:lnTo>
                    <a:pt x="548738" y="2244217"/>
                  </a:lnTo>
                  <a:close/>
                  <a:moveTo>
                    <a:pt x="563588" y="2209008"/>
                  </a:moveTo>
                  <a:lnTo>
                    <a:pt x="560738" y="2207396"/>
                  </a:lnTo>
                  <a:lnTo>
                    <a:pt x="601483" y="2287234"/>
                  </a:lnTo>
                  <a:close/>
                  <a:moveTo>
                    <a:pt x="386406" y="2162002"/>
                  </a:moveTo>
                  <a:lnTo>
                    <a:pt x="427766" y="2195048"/>
                  </a:lnTo>
                  <a:lnTo>
                    <a:pt x="360393" y="2148996"/>
                  </a:lnTo>
                  <a:close/>
                  <a:moveTo>
                    <a:pt x="386406" y="2162002"/>
                  </a:moveTo>
                  <a:lnTo>
                    <a:pt x="360393" y="2148996"/>
                  </a:lnTo>
                  <a:lnTo>
                    <a:pt x="322763" y="2079497"/>
                  </a:lnTo>
                  <a:close/>
                  <a:moveTo>
                    <a:pt x="742700" y="2180649"/>
                  </a:moveTo>
                  <a:lnTo>
                    <a:pt x="730398" y="2090557"/>
                  </a:lnTo>
                  <a:lnTo>
                    <a:pt x="718164" y="2167344"/>
                  </a:lnTo>
                  <a:close/>
                  <a:moveTo>
                    <a:pt x="730398" y="2090557"/>
                  </a:moveTo>
                  <a:lnTo>
                    <a:pt x="717888" y="2085129"/>
                  </a:lnTo>
                  <a:lnTo>
                    <a:pt x="718164" y="2167344"/>
                  </a:lnTo>
                  <a:close/>
                  <a:moveTo>
                    <a:pt x="557289" y="2010016"/>
                  </a:moveTo>
                  <a:lnTo>
                    <a:pt x="638437" y="1994997"/>
                  </a:lnTo>
                  <a:lnTo>
                    <a:pt x="571703" y="1958797"/>
                  </a:lnTo>
                  <a:close/>
                  <a:moveTo>
                    <a:pt x="647972" y="2002914"/>
                  </a:moveTo>
                  <a:lnTo>
                    <a:pt x="571703" y="1958797"/>
                  </a:lnTo>
                  <a:lnTo>
                    <a:pt x="638437" y="1994997"/>
                  </a:lnTo>
                  <a:close/>
                  <a:moveTo>
                    <a:pt x="691949" y="2061224"/>
                  </a:moveTo>
                  <a:lnTo>
                    <a:pt x="718164" y="2167344"/>
                  </a:lnTo>
                  <a:lnTo>
                    <a:pt x="717888" y="2085129"/>
                  </a:lnTo>
                  <a:close/>
                  <a:moveTo>
                    <a:pt x="646726" y="1997897"/>
                  </a:moveTo>
                  <a:lnTo>
                    <a:pt x="717888" y="2085129"/>
                  </a:lnTo>
                  <a:lnTo>
                    <a:pt x="647972" y="2002914"/>
                  </a:lnTo>
                  <a:close/>
                  <a:moveTo>
                    <a:pt x="646726" y="1997897"/>
                  </a:moveTo>
                  <a:lnTo>
                    <a:pt x="691949" y="2061224"/>
                  </a:lnTo>
                  <a:lnTo>
                    <a:pt x="717888" y="2085129"/>
                  </a:lnTo>
                  <a:close/>
                  <a:moveTo>
                    <a:pt x="445406" y="1640014"/>
                  </a:moveTo>
                  <a:lnTo>
                    <a:pt x="484379" y="1697656"/>
                  </a:lnTo>
                  <a:lnTo>
                    <a:pt x="514579" y="1744461"/>
                  </a:lnTo>
                  <a:close/>
                  <a:moveTo>
                    <a:pt x="408342" y="1570054"/>
                  </a:moveTo>
                  <a:lnTo>
                    <a:pt x="389606" y="1621971"/>
                  </a:lnTo>
                  <a:lnTo>
                    <a:pt x="467301" y="1674053"/>
                  </a:lnTo>
                  <a:close/>
                  <a:moveTo>
                    <a:pt x="1321099" y="2229803"/>
                  </a:moveTo>
                  <a:lnTo>
                    <a:pt x="1302680" y="2228539"/>
                  </a:lnTo>
                  <a:lnTo>
                    <a:pt x="1399444" y="2298680"/>
                  </a:lnTo>
                  <a:close/>
                  <a:moveTo>
                    <a:pt x="1399444" y="2298680"/>
                  </a:moveTo>
                  <a:lnTo>
                    <a:pt x="1302680" y="2228539"/>
                  </a:lnTo>
                  <a:lnTo>
                    <a:pt x="1294813" y="2254901"/>
                  </a:lnTo>
                  <a:close/>
                  <a:moveTo>
                    <a:pt x="1168507" y="2076843"/>
                  </a:moveTo>
                  <a:lnTo>
                    <a:pt x="1227938" y="2134250"/>
                  </a:lnTo>
                  <a:lnTo>
                    <a:pt x="1217482" y="2121051"/>
                  </a:lnTo>
                  <a:close/>
                  <a:moveTo>
                    <a:pt x="1168507" y="2076843"/>
                  </a:moveTo>
                  <a:lnTo>
                    <a:pt x="1250645" y="2170750"/>
                  </a:lnTo>
                  <a:lnTo>
                    <a:pt x="1227938" y="2134250"/>
                  </a:lnTo>
                  <a:close/>
                  <a:moveTo>
                    <a:pt x="498627" y="1229884"/>
                  </a:moveTo>
                  <a:lnTo>
                    <a:pt x="437873" y="1156827"/>
                  </a:lnTo>
                  <a:lnTo>
                    <a:pt x="388237" y="1186447"/>
                  </a:lnTo>
                  <a:close/>
                  <a:moveTo>
                    <a:pt x="379105" y="1186105"/>
                  </a:moveTo>
                  <a:lnTo>
                    <a:pt x="433533" y="1140600"/>
                  </a:lnTo>
                  <a:lnTo>
                    <a:pt x="337352" y="1066714"/>
                  </a:lnTo>
                  <a:close/>
                  <a:moveTo>
                    <a:pt x="358438" y="1075033"/>
                  </a:moveTo>
                  <a:lnTo>
                    <a:pt x="337352" y="1066714"/>
                  </a:lnTo>
                  <a:lnTo>
                    <a:pt x="383867" y="1089491"/>
                  </a:lnTo>
                  <a:close/>
                  <a:moveTo>
                    <a:pt x="1305310" y="2216465"/>
                  </a:moveTo>
                  <a:lnTo>
                    <a:pt x="1302680" y="2228539"/>
                  </a:lnTo>
                  <a:lnTo>
                    <a:pt x="1321099" y="2229803"/>
                  </a:lnTo>
                  <a:close/>
                  <a:moveTo>
                    <a:pt x="1305310" y="2216465"/>
                  </a:moveTo>
                  <a:lnTo>
                    <a:pt x="1250645" y="2170750"/>
                  </a:lnTo>
                  <a:lnTo>
                    <a:pt x="1302680" y="2228539"/>
                  </a:lnTo>
                  <a:close/>
                  <a:moveTo>
                    <a:pt x="1305310" y="2216465"/>
                  </a:moveTo>
                  <a:lnTo>
                    <a:pt x="1227938" y="2134250"/>
                  </a:lnTo>
                  <a:lnTo>
                    <a:pt x="1250645" y="2170750"/>
                  </a:lnTo>
                  <a:close/>
                  <a:moveTo>
                    <a:pt x="1143839" y="2052035"/>
                  </a:moveTo>
                  <a:lnTo>
                    <a:pt x="1168507" y="2076843"/>
                  </a:lnTo>
                  <a:lnTo>
                    <a:pt x="1217482" y="2121051"/>
                  </a:lnTo>
                  <a:close/>
                  <a:moveTo>
                    <a:pt x="1779191" y="2589104"/>
                  </a:moveTo>
                  <a:lnTo>
                    <a:pt x="1814845" y="2682548"/>
                  </a:lnTo>
                  <a:lnTo>
                    <a:pt x="1865446" y="2656535"/>
                  </a:lnTo>
                  <a:close/>
                  <a:moveTo>
                    <a:pt x="1779191" y="2589104"/>
                  </a:moveTo>
                  <a:lnTo>
                    <a:pt x="1771803" y="2627540"/>
                  </a:lnTo>
                  <a:lnTo>
                    <a:pt x="1814845" y="2682548"/>
                  </a:lnTo>
                  <a:close/>
                  <a:moveTo>
                    <a:pt x="1638229" y="2364324"/>
                  </a:moveTo>
                  <a:lnTo>
                    <a:pt x="1607549" y="2342459"/>
                  </a:lnTo>
                  <a:lnTo>
                    <a:pt x="1512235" y="2387112"/>
                  </a:lnTo>
                  <a:close/>
                  <a:moveTo>
                    <a:pt x="1585887" y="2383826"/>
                  </a:moveTo>
                  <a:lnTo>
                    <a:pt x="1638229" y="2364324"/>
                  </a:lnTo>
                  <a:lnTo>
                    <a:pt x="1512235" y="2387112"/>
                  </a:lnTo>
                  <a:close/>
                  <a:moveTo>
                    <a:pt x="1517862" y="2374969"/>
                  </a:moveTo>
                  <a:lnTo>
                    <a:pt x="1607549" y="2342459"/>
                  </a:lnTo>
                  <a:lnTo>
                    <a:pt x="1627885" y="2325648"/>
                  </a:lnTo>
                  <a:close/>
                  <a:moveTo>
                    <a:pt x="1321099" y="2229803"/>
                  </a:moveTo>
                  <a:lnTo>
                    <a:pt x="1399444" y="2298680"/>
                  </a:lnTo>
                  <a:lnTo>
                    <a:pt x="1367518" y="2188152"/>
                  </a:lnTo>
                  <a:close/>
                  <a:moveTo>
                    <a:pt x="1435372" y="2181255"/>
                  </a:moveTo>
                  <a:lnTo>
                    <a:pt x="1399444" y="2298680"/>
                  </a:lnTo>
                  <a:lnTo>
                    <a:pt x="1428621" y="2286836"/>
                  </a:lnTo>
                  <a:close/>
                  <a:moveTo>
                    <a:pt x="1227938" y="2134250"/>
                  </a:moveTo>
                  <a:lnTo>
                    <a:pt x="1325307" y="2095813"/>
                  </a:lnTo>
                  <a:lnTo>
                    <a:pt x="1217482" y="2121051"/>
                  </a:lnTo>
                  <a:close/>
                  <a:moveTo>
                    <a:pt x="1407914" y="2103486"/>
                  </a:moveTo>
                  <a:lnTo>
                    <a:pt x="1362628" y="2040210"/>
                  </a:lnTo>
                  <a:lnTo>
                    <a:pt x="1364724" y="2095813"/>
                  </a:lnTo>
                  <a:close/>
                  <a:moveTo>
                    <a:pt x="1362628" y="2040210"/>
                  </a:moveTo>
                  <a:lnTo>
                    <a:pt x="1341842" y="2013598"/>
                  </a:lnTo>
                  <a:lnTo>
                    <a:pt x="1364724" y="2095813"/>
                  </a:lnTo>
                  <a:close/>
                  <a:moveTo>
                    <a:pt x="1690267" y="2424674"/>
                  </a:moveTo>
                  <a:lnTo>
                    <a:pt x="1702527" y="2386237"/>
                  </a:lnTo>
                  <a:lnTo>
                    <a:pt x="1638229" y="2364324"/>
                  </a:lnTo>
                  <a:close/>
                  <a:moveTo>
                    <a:pt x="1638229" y="2364324"/>
                  </a:moveTo>
                  <a:lnTo>
                    <a:pt x="1582860" y="2322126"/>
                  </a:lnTo>
                  <a:lnTo>
                    <a:pt x="1607549" y="2342459"/>
                  </a:lnTo>
                  <a:close/>
                  <a:moveTo>
                    <a:pt x="803229" y="1330701"/>
                  </a:moveTo>
                  <a:lnTo>
                    <a:pt x="845227" y="1355877"/>
                  </a:lnTo>
                  <a:lnTo>
                    <a:pt x="759935" y="1309786"/>
                  </a:lnTo>
                  <a:close/>
                  <a:moveTo>
                    <a:pt x="832635" y="1167203"/>
                  </a:moveTo>
                  <a:lnTo>
                    <a:pt x="873188" y="1235226"/>
                  </a:lnTo>
                  <a:lnTo>
                    <a:pt x="871243" y="1232091"/>
                  </a:lnTo>
                  <a:close/>
                  <a:moveTo>
                    <a:pt x="5763" y="253685"/>
                  </a:moveTo>
                  <a:lnTo>
                    <a:pt x="0" y="203919"/>
                  </a:lnTo>
                  <a:lnTo>
                    <a:pt x="31584" y="193192"/>
                  </a:lnTo>
                  <a:close/>
                  <a:moveTo>
                    <a:pt x="52720" y="276101"/>
                  </a:moveTo>
                  <a:lnTo>
                    <a:pt x="5763" y="253685"/>
                  </a:lnTo>
                  <a:lnTo>
                    <a:pt x="31584" y="193192"/>
                  </a:lnTo>
                  <a:close/>
                  <a:moveTo>
                    <a:pt x="1990890" y="2533050"/>
                  </a:moveTo>
                  <a:lnTo>
                    <a:pt x="1985292" y="2610757"/>
                  </a:lnTo>
                  <a:lnTo>
                    <a:pt x="2001685" y="2550667"/>
                  </a:lnTo>
                  <a:close/>
                  <a:moveTo>
                    <a:pt x="1949510" y="2466599"/>
                  </a:moveTo>
                  <a:lnTo>
                    <a:pt x="2001685" y="2550667"/>
                  </a:lnTo>
                  <a:lnTo>
                    <a:pt x="1952497" y="2468452"/>
                  </a:lnTo>
                  <a:close/>
                  <a:moveTo>
                    <a:pt x="1863639" y="2375726"/>
                  </a:moveTo>
                  <a:lnTo>
                    <a:pt x="1945431" y="2461725"/>
                  </a:lnTo>
                  <a:lnTo>
                    <a:pt x="1890475" y="2386237"/>
                  </a:lnTo>
                  <a:close/>
                  <a:moveTo>
                    <a:pt x="1778772" y="2284038"/>
                  </a:moveTo>
                  <a:lnTo>
                    <a:pt x="1839281" y="2343505"/>
                  </a:lnTo>
                  <a:lnTo>
                    <a:pt x="1810232" y="2304022"/>
                  </a:lnTo>
                  <a:close/>
                  <a:moveTo>
                    <a:pt x="1863639" y="2375726"/>
                  </a:moveTo>
                  <a:lnTo>
                    <a:pt x="1839281" y="2343505"/>
                  </a:lnTo>
                  <a:lnTo>
                    <a:pt x="1778772" y="2284038"/>
                  </a:lnTo>
                  <a:close/>
                  <a:moveTo>
                    <a:pt x="1863639" y="2375726"/>
                  </a:moveTo>
                  <a:lnTo>
                    <a:pt x="1890475" y="2386237"/>
                  </a:lnTo>
                  <a:lnTo>
                    <a:pt x="1839281" y="2343505"/>
                  </a:lnTo>
                  <a:close/>
                  <a:moveTo>
                    <a:pt x="1597830" y="1998075"/>
                  </a:moveTo>
                  <a:lnTo>
                    <a:pt x="1548264" y="1949883"/>
                  </a:lnTo>
                  <a:lnTo>
                    <a:pt x="1559920" y="1975162"/>
                  </a:lnTo>
                  <a:close/>
                  <a:moveTo>
                    <a:pt x="1548264" y="1949883"/>
                  </a:moveTo>
                  <a:lnTo>
                    <a:pt x="1546059" y="1867969"/>
                  </a:lnTo>
                  <a:lnTo>
                    <a:pt x="1559920" y="1975162"/>
                  </a:lnTo>
                  <a:close/>
                  <a:moveTo>
                    <a:pt x="1559920" y="1975162"/>
                  </a:moveTo>
                  <a:lnTo>
                    <a:pt x="1546059" y="1867969"/>
                  </a:lnTo>
                  <a:lnTo>
                    <a:pt x="1548415" y="1854510"/>
                  </a:lnTo>
                  <a:close/>
                  <a:moveTo>
                    <a:pt x="1472333" y="1772295"/>
                  </a:moveTo>
                  <a:lnTo>
                    <a:pt x="1445005" y="1810731"/>
                  </a:lnTo>
                  <a:lnTo>
                    <a:pt x="1488784" y="1869029"/>
                  </a:lnTo>
                  <a:close/>
                  <a:moveTo>
                    <a:pt x="981964" y="1279004"/>
                  </a:moveTo>
                  <a:lnTo>
                    <a:pt x="873188" y="1235226"/>
                  </a:lnTo>
                  <a:lnTo>
                    <a:pt x="940009" y="1317440"/>
                  </a:lnTo>
                  <a:close/>
                  <a:moveTo>
                    <a:pt x="813076" y="1153011"/>
                  </a:moveTo>
                  <a:lnTo>
                    <a:pt x="871243" y="1232091"/>
                  </a:lnTo>
                  <a:lnTo>
                    <a:pt x="898619" y="1196789"/>
                  </a:lnTo>
                  <a:close/>
                  <a:moveTo>
                    <a:pt x="155479" y="330859"/>
                  </a:moveTo>
                  <a:lnTo>
                    <a:pt x="207074" y="211207"/>
                  </a:lnTo>
                  <a:lnTo>
                    <a:pt x="202426" y="210208"/>
                  </a:lnTo>
                  <a:close/>
                  <a:moveTo>
                    <a:pt x="202426" y="210208"/>
                  </a:moveTo>
                  <a:lnTo>
                    <a:pt x="210009" y="216591"/>
                  </a:lnTo>
                  <a:lnTo>
                    <a:pt x="155479" y="330859"/>
                  </a:lnTo>
                  <a:close/>
                  <a:moveTo>
                    <a:pt x="176974" y="135585"/>
                  </a:moveTo>
                  <a:lnTo>
                    <a:pt x="155897" y="52628"/>
                  </a:lnTo>
                  <a:lnTo>
                    <a:pt x="141315" y="127993"/>
                  </a:lnTo>
                  <a:close/>
                  <a:moveTo>
                    <a:pt x="1546059" y="1867969"/>
                  </a:moveTo>
                  <a:lnTo>
                    <a:pt x="1548264" y="1949883"/>
                  </a:lnTo>
                  <a:lnTo>
                    <a:pt x="1543979" y="1936726"/>
                  </a:lnTo>
                  <a:close/>
                  <a:moveTo>
                    <a:pt x="2165112" y="2391579"/>
                  </a:moveTo>
                  <a:lnTo>
                    <a:pt x="2163452" y="2504350"/>
                  </a:lnTo>
                  <a:lnTo>
                    <a:pt x="2202817" y="2436328"/>
                  </a:lnTo>
                  <a:close/>
                  <a:moveTo>
                    <a:pt x="2165112" y="2391579"/>
                  </a:moveTo>
                  <a:lnTo>
                    <a:pt x="2090474" y="2430016"/>
                  </a:lnTo>
                  <a:lnTo>
                    <a:pt x="2163452" y="2504350"/>
                  </a:lnTo>
                  <a:close/>
                  <a:moveTo>
                    <a:pt x="1548415" y="1854510"/>
                  </a:moveTo>
                  <a:lnTo>
                    <a:pt x="1546059" y="1867969"/>
                  </a:lnTo>
                  <a:lnTo>
                    <a:pt x="1545879" y="1851731"/>
                  </a:lnTo>
                  <a:close/>
                  <a:moveTo>
                    <a:pt x="1485197" y="1740379"/>
                  </a:moveTo>
                  <a:lnTo>
                    <a:pt x="1541325" y="1850268"/>
                  </a:lnTo>
                  <a:lnTo>
                    <a:pt x="1545879" y="1851731"/>
                  </a:lnTo>
                  <a:close/>
                  <a:moveTo>
                    <a:pt x="1579157" y="1733859"/>
                  </a:moveTo>
                  <a:lnTo>
                    <a:pt x="1611836" y="1758608"/>
                  </a:lnTo>
                  <a:lnTo>
                    <a:pt x="1534546" y="1660759"/>
                  </a:lnTo>
                  <a:close/>
                  <a:moveTo>
                    <a:pt x="467892" y="539068"/>
                  </a:moveTo>
                  <a:lnTo>
                    <a:pt x="564443" y="490589"/>
                  </a:lnTo>
                  <a:lnTo>
                    <a:pt x="461467" y="425850"/>
                  </a:lnTo>
                  <a:close/>
                  <a:moveTo>
                    <a:pt x="497722" y="356875"/>
                  </a:moveTo>
                  <a:lnTo>
                    <a:pt x="461467" y="425850"/>
                  </a:lnTo>
                  <a:lnTo>
                    <a:pt x="519111" y="439578"/>
                  </a:lnTo>
                  <a:close/>
                  <a:moveTo>
                    <a:pt x="123222" y="118692"/>
                  </a:moveTo>
                  <a:lnTo>
                    <a:pt x="202426" y="210208"/>
                  </a:lnTo>
                  <a:lnTo>
                    <a:pt x="141315" y="127993"/>
                  </a:lnTo>
                  <a:close/>
                  <a:moveTo>
                    <a:pt x="2203335" y="2281337"/>
                  </a:moveTo>
                  <a:lnTo>
                    <a:pt x="2139509" y="2272633"/>
                  </a:lnTo>
                  <a:lnTo>
                    <a:pt x="2211999" y="2374385"/>
                  </a:lnTo>
                  <a:close/>
                  <a:moveTo>
                    <a:pt x="2211999" y="2374385"/>
                  </a:moveTo>
                  <a:lnTo>
                    <a:pt x="2202817" y="2436328"/>
                  </a:lnTo>
                  <a:lnTo>
                    <a:pt x="2236608" y="2391579"/>
                  </a:lnTo>
                  <a:close/>
                  <a:moveTo>
                    <a:pt x="2211999" y="2374385"/>
                  </a:moveTo>
                  <a:lnTo>
                    <a:pt x="2236608" y="2391579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11999" y="2374385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01873" y="2217595"/>
                  </a:lnTo>
                  <a:lnTo>
                    <a:pt x="2141065" y="2268903"/>
                  </a:lnTo>
                  <a:close/>
                  <a:moveTo>
                    <a:pt x="1986221" y="2106498"/>
                  </a:moveTo>
                  <a:lnTo>
                    <a:pt x="1968892" y="2119039"/>
                  </a:lnTo>
                  <a:lnTo>
                    <a:pt x="1956045" y="2144934"/>
                  </a:lnTo>
                  <a:close/>
                  <a:moveTo>
                    <a:pt x="1702969" y="1682109"/>
                  </a:moveTo>
                  <a:lnTo>
                    <a:pt x="1834009" y="1678187"/>
                  </a:lnTo>
                  <a:lnTo>
                    <a:pt x="1762690" y="1690195"/>
                  </a:lnTo>
                  <a:close/>
                  <a:moveTo>
                    <a:pt x="1651193" y="1551984"/>
                  </a:moveTo>
                  <a:lnTo>
                    <a:pt x="1628134" y="1545174"/>
                  </a:lnTo>
                  <a:lnTo>
                    <a:pt x="1706229" y="1613207"/>
                  </a:lnTo>
                  <a:close/>
                  <a:moveTo>
                    <a:pt x="1706229" y="1613207"/>
                  </a:moveTo>
                  <a:lnTo>
                    <a:pt x="1628134" y="1545174"/>
                  </a:lnTo>
                  <a:lnTo>
                    <a:pt x="1627997" y="1569429"/>
                  </a:lnTo>
                  <a:close/>
                  <a:moveTo>
                    <a:pt x="1482128" y="1542690"/>
                  </a:moveTo>
                  <a:lnTo>
                    <a:pt x="1502101" y="1569429"/>
                  </a:lnTo>
                  <a:lnTo>
                    <a:pt x="1547135" y="1450341"/>
                  </a:lnTo>
                  <a:close/>
                  <a:moveTo>
                    <a:pt x="1547135" y="1450341"/>
                  </a:moveTo>
                  <a:lnTo>
                    <a:pt x="1548431" y="1446432"/>
                  </a:lnTo>
                  <a:lnTo>
                    <a:pt x="1472757" y="1442157"/>
                  </a:lnTo>
                  <a:close/>
                  <a:moveTo>
                    <a:pt x="1550720" y="1448777"/>
                  </a:moveTo>
                  <a:lnTo>
                    <a:pt x="1628134" y="1545174"/>
                  </a:lnTo>
                  <a:lnTo>
                    <a:pt x="1597203" y="1530992"/>
                  </a:lnTo>
                  <a:close/>
                  <a:moveTo>
                    <a:pt x="1550720" y="1448777"/>
                  </a:moveTo>
                  <a:lnTo>
                    <a:pt x="1547135" y="1450341"/>
                  </a:lnTo>
                  <a:lnTo>
                    <a:pt x="1512789" y="1528375"/>
                  </a:lnTo>
                  <a:close/>
                  <a:moveTo>
                    <a:pt x="1306706" y="1224344"/>
                  </a:moveTo>
                  <a:lnTo>
                    <a:pt x="1218531" y="1158353"/>
                  </a:lnTo>
                  <a:lnTo>
                    <a:pt x="1244365" y="1145551"/>
                  </a:lnTo>
                  <a:close/>
                  <a:moveTo>
                    <a:pt x="1077320" y="989370"/>
                  </a:moveTo>
                  <a:lnTo>
                    <a:pt x="1008282" y="1035397"/>
                  </a:lnTo>
                  <a:lnTo>
                    <a:pt x="1075238" y="1007074"/>
                  </a:lnTo>
                  <a:close/>
                  <a:moveTo>
                    <a:pt x="1011434" y="982343"/>
                  </a:moveTo>
                  <a:lnTo>
                    <a:pt x="1077320" y="989370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01550" y="890249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25992" y="918177"/>
                  </a:lnTo>
                  <a:lnTo>
                    <a:pt x="1113851" y="873271"/>
                  </a:lnTo>
                  <a:close/>
                  <a:moveTo>
                    <a:pt x="1101550" y="890249"/>
                  </a:moveTo>
                  <a:lnTo>
                    <a:pt x="1077320" y="989370"/>
                  </a:lnTo>
                  <a:lnTo>
                    <a:pt x="1113851" y="873271"/>
                  </a:lnTo>
                  <a:close/>
                  <a:moveTo>
                    <a:pt x="709407" y="545648"/>
                  </a:moveTo>
                  <a:lnTo>
                    <a:pt x="768693" y="558041"/>
                  </a:lnTo>
                  <a:lnTo>
                    <a:pt x="752655" y="470988"/>
                  </a:lnTo>
                  <a:close/>
                  <a:moveTo>
                    <a:pt x="752655" y="470988"/>
                  </a:moveTo>
                  <a:lnTo>
                    <a:pt x="775165" y="500632"/>
                  </a:lnTo>
                  <a:lnTo>
                    <a:pt x="730617" y="388812"/>
                  </a:lnTo>
                  <a:close/>
                  <a:moveTo>
                    <a:pt x="409971" y="67347"/>
                  </a:moveTo>
                  <a:lnTo>
                    <a:pt x="416067" y="51120"/>
                  </a:lnTo>
                  <a:lnTo>
                    <a:pt x="295162" y="0"/>
                  </a:lnTo>
                  <a:close/>
                  <a:moveTo>
                    <a:pt x="1706229" y="1613207"/>
                  </a:moveTo>
                  <a:lnTo>
                    <a:pt x="1774922" y="1574771"/>
                  </a:lnTo>
                  <a:lnTo>
                    <a:pt x="1651193" y="1551984"/>
                  </a:lnTo>
                  <a:close/>
                  <a:moveTo>
                    <a:pt x="1834009" y="1678187"/>
                  </a:moveTo>
                  <a:lnTo>
                    <a:pt x="1858558" y="1579120"/>
                  </a:lnTo>
                  <a:lnTo>
                    <a:pt x="1794280" y="1593104"/>
                  </a:lnTo>
                  <a:close/>
                  <a:moveTo>
                    <a:pt x="1762690" y="1690195"/>
                  </a:moveTo>
                  <a:lnTo>
                    <a:pt x="1834009" y="1678187"/>
                  </a:lnTo>
                  <a:lnTo>
                    <a:pt x="1794280" y="1593104"/>
                  </a:lnTo>
                  <a:close/>
                  <a:moveTo>
                    <a:pt x="1541058" y="1255097"/>
                  </a:moveTo>
                  <a:lnTo>
                    <a:pt x="1622127" y="1328125"/>
                  </a:lnTo>
                  <a:lnTo>
                    <a:pt x="1621337" y="1350515"/>
                  </a:lnTo>
                  <a:close/>
                  <a:moveTo>
                    <a:pt x="1546605" y="1224401"/>
                  </a:moveTo>
                  <a:lnTo>
                    <a:pt x="1541058" y="1255097"/>
                  </a:lnTo>
                  <a:lnTo>
                    <a:pt x="1567840" y="1163695"/>
                  </a:lnTo>
                  <a:close/>
                  <a:moveTo>
                    <a:pt x="1343935" y="1093985"/>
                  </a:moveTo>
                  <a:lnTo>
                    <a:pt x="1402055" y="1177813"/>
                  </a:lnTo>
                  <a:lnTo>
                    <a:pt x="1425002" y="1163695"/>
                  </a:lnTo>
                  <a:close/>
                  <a:moveTo>
                    <a:pt x="1087635" y="780800"/>
                  </a:moveTo>
                  <a:lnTo>
                    <a:pt x="1110218" y="791056"/>
                  </a:lnTo>
                  <a:lnTo>
                    <a:pt x="1065092" y="753939"/>
                  </a:lnTo>
                  <a:close/>
                  <a:moveTo>
                    <a:pt x="1159475" y="682896"/>
                  </a:moveTo>
                  <a:lnTo>
                    <a:pt x="1159470" y="670404"/>
                  </a:lnTo>
                  <a:lnTo>
                    <a:pt x="1074223" y="591519"/>
                  </a:lnTo>
                  <a:close/>
                  <a:moveTo>
                    <a:pt x="1845369" y="1389657"/>
                  </a:moveTo>
                  <a:lnTo>
                    <a:pt x="1789305" y="1359300"/>
                  </a:lnTo>
                  <a:lnTo>
                    <a:pt x="1813024" y="1371904"/>
                  </a:lnTo>
                  <a:close/>
                  <a:moveTo>
                    <a:pt x="1422698" y="890360"/>
                  </a:moveTo>
                  <a:lnTo>
                    <a:pt x="1403622" y="968471"/>
                  </a:lnTo>
                  <a:lnTo>
                    <a:pt x="1471260" y="911473"/>
                  </a:lnTo>
                  <a:close/>
                  <a:moveTo>
                    <a:pt x="1269203" y="744560"/>
                  </a:moveTo>
                  <a:lnTo>
                    <a:pt x="1298326" y="752620"/>
                  </a:lnTo>
                  <a:lnTo>
                    <a:pt x="1315799" y="716491"/>
                  </a:lnTo>
                  <a:close/>
                  <a:moveTo>
                    <a:pt x="1222843" y="634681"/>
                  </a:moveTo>
                  <a:lnTo>
                    <a:pt x="1159470" y="670404"/>
                  </a:lnTo>
                  <a:lnTo>
                    <a:pt x="1179367" y="687333"/>
                  </a:lnTo>
                  <a:close/>
                  <a:moveTo>
                    <a:pt x="1315799" y="716491"/>
                  </a:moveTo>
                  <a:lnTo>
                    <a:pt x="1317809" y="714183"/>
                  </a:lnTo>
                  <a:lnTo>
                    <a:pt x="1269203" y="744560"/>
                  </a:lnTo>
                  <a:close/>
                  <a:moveTo>
                    <a:pt x="1269203" y="744560"/>
                  </a:moveTo>
                  <a:lnTo>
                    <a:pt x="1222843" y="634681"/>
                  </a:lnTo>
                  <a:lnTo>
                    <a:pt x="1179367" y="687333"/>
                  </a:lnTo>
                  <a:close/>
                  <a:moveTo>
                    <a:pt x="1317809" y="714183"/>
                  </a:moveTo>
                  <a:lnTo>
                    <a:pt x="1315799" y="716491"/>
                  </a:lnTo>
                  <a:lnTo>
                    <a:pt x="1318854" y="714995"/>
                  </a:lnTo>
                  <a:close/>
                  <a:moveTo>
                    <a:pt x="1980198" y="1340636"/>
                  </a:moveTo>
                  <a:lnTo>
                    <a:pt x="1946958" y="1391424"/>
                  </a:lnTo>
                  <a:lnTo>
                    <a:pt x="1986150" y="1371904"/>
                  </a:lnTo>
                  <a:close/>
                  <a:moveTo>
                    <a:pt x="1345614" y="391975"/>
                  </a:moveTo>
                  <a:lnTo>
                    <a:pt x="1364320" y="429101"/>
                  </a:lnTo>
                  <a:lnTo>
                    <a:pt x="1283288" y="366816"/>
                  </a:lnTo>
                  <a:close/>
                  <a:moveTo>
                    <a:pt x="1019684" y="100241"/>
                  </a:moveTo>
                  <a:lnTo>
                    <a:pt x="1113157" y="159498"/>
                  </a:lnTo>
                  <a:lnTo>
                    <a:pt x="1007665" y="84577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63" name="Candidate_density__2062">
              <a:extLst>
                <a:ext uri="{FF2B5EF4-FFF2-40B4-BE49-F238E27FC236}">
                  <a16:creationId xmlns:a16="http://schemas.microsoft.com/office/drawing/2014/main" id="{7887E582-8E94-14DB-E61B-F90C4CF5F765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666645"/>
              <a:ext cx="2052425" cy="2200292"/>
            </a:xfrm>
            <a:custGeom>
              <a:avLst/>
              <a:gdLst/>
              <a:ahLst/>
              <a:cxnLst/>
              <a:rect l="0" t="0" r="0" b="0"/>
              <a:pathLst>
                <a:path w="2052425" h="2200292">
                  <a:moveTo>
                    <a:pt x="27921" y="2107607"/>
                  </a:moveTo>
                  <a:lnTo>
                    <a:pt x="2807" y="2137985"/>
                  </a:lnTo>
                  <a:lnTo>
                    <a:pt x="49596" y="2091366"/>
                  </a:lnTo>
                  <a:close/>
                  <a:moveTo>
                    <a:pt x="49596" y="2091366"/>
                  </a:moveTo>
                  <a:lnTo>
                    <a:pt x="0" y="2127491"/>
                  </a:lnTo>
                  <a:lnTo>
                    <a:pt x="27921" y="2107607"/>
                  </a:lnTo>
                  <a:close/>
                  <a:moveTo>
                    <a:pt x="49596" y="2091366"/>
                  </a:moveTo>
                  <a:lnTo>
                    <a:pt x="170650" y="2056459"/>
                  </a:lnTo>
                  <a:lnTo>
                    <a:pt x="167320" y="2054870"/>
                  </a:lnTo>
                  <a:close/>
                  <a:moveTo>
                    <a:pt x="122313" y="2135145"/>
                  </a:moveTo>
                  <a:lnTo>
                    <a:pt x="170650" y="2056459"/>
                  </a:lnTo>
                  <a:lnTo>
                    <a:pt x="49596" y="2091366"/>
                  </a:lnTo>
                  <a:close/>
                  <a:moveTo>
                    <a:pt x="81693" y="2173581"/>
                  </a:moveTo>
                  <a:lnTo>
                    <a:pt x="122313" y="2135145"/>
                  </a:lnTo>
                  <a:lnTo>
                    <a:pt x="49596" y="2091366"/>
                  </a:lnTo>
                  <a:close/>
                  <a:moveTo>
                    <a:pt x="107978" y="2037344"/>
                  </a:moveTo>
                  <a:lnTo>
                    <a:pt x="49596" y="2091366"/>
                  </a:lnTo>
                  <a:lnTo>
                    <a:pt x="167320" y="2054870"/>
                  </a:lnTo>
                  <a:close/>
                  <a:moveTo>
                    <a:pt x="167320" y="2054870"/>
                  </a:moveTo>
                  <a:lnTo>
                    <a:pt x="170650" y="2056459"/>
                  </a:lnTo>
                  <a:lnTo>
                    <a:pt x="174983" y="2052930"/>
                  </a:lnTo>
                  <a:close/>
                  <a:moveTo>
                    <a:pt x="170650" y="2056459"/>
                  </a:moveTo>
                  <a:lnTo>
                    <a:pt x="225777" y="2047370"/>
                  </a:lnTo>
                  <a:lnTo>
                    <a:pt x="174983" y="2052930"/>
                  </a:lnTo>
                  <a:close/>
                  <a:moveTo>
                    <a:pt x="231941" y="2014493"/>
                  </a:moveTo>
                  <a:lnTo>
                    <a:pt x="233787" y="1932278"/>
                  </a:lnTo>
                  <a:lnTo>
                    <a:pt x="174983" y="2052930"/>
                  </a:lnTo>
                  <a:close/>
                  <a:moveTo>
                    <a:pt x="304423" y="1847553"/>
                  </a:moveTo>
                  <a:lnTo>
                    <a:pt x="251568" y="1865141"/>
                  </a:lnTo>
                  <a:lnTo>
                    <a:pt x="233787" y="1932278"/>
                  </a:lnTo>
                  <a:close/>
                  <a:moveTo>
                    <a:pt x="350435" y="1826999"/>
                  </a:moveTo>
                  <a:lnTo>
                    <a:pt x="263453" y="1850063"/>
                  </a:lnTo>
                  <a:lnTo>
                    <a:pt x="379950" y="1851278"/>
                  </a:lnTo>
                  <a:close/>
                  <a:moveTo>
                    <a:pt x="379950" y="1851278"/>
                  </a:moveTo>
                  <a:lnTo>
                    <a:pt x="263453" y="1850063"/>
                  </a:lnTo>
                  <a:lnTo>
                    <a:pt x="251568" y="1865141"/>
                  </a:lnTo>
                  <a:close/>
                  <a:moveTo>
                    <a:pt x="379950" y="1851278"/>
                  </a:moveTo>
                  <a:lnTo>
                    <a:pt x="251568" y="1865141"/>
                  </a:lnTo>
                  <a:lnTo>
                    <a:pt x="304423" y="1847553"/>
                  </a:lnTo>
                  <a:close/>
                  <a:moveTo>
                    <a:pt x="350435" y="1826999"/>
                  </a:moveTo>
                  <a:lnTo>
                    <a:pt x="379950" y="1851278"/>
                  </a:lnTo>
                  <a:lnTo>
                    <a:pt x="386485" y="1811627"/>
                  </a:lnTo>
                  <a:close/>
                  <a:moveTo>
                    <a:pt x="386485" y="1811627"/>
                  </a:moveTo>
                  <a:lnTo>
                    <a:pt x="379950" y="1851278"/>
                  </a:lnTo>
                  <a:lnTo>
                    <a:pt x="410470" y="1878285"/>
                  </a:lnTo>
                  <a:close/>
                  <a:moveTo>
                    <a:pt x="518070" y="1228220"/>
                  </a:moveTo>
                  <a:lnTo>
                    <a:pt x="517633" y="1251202"/>
                  </a:lnTo>
                  <a:lnTo>
                    <a:pt x="515998" y="1246805"/>
                  </a:lnTo>
                  <a:close/>
                  <a:moveTo>
                    <a:pt x="514084" y="1164590"/>
                  </a:moveTo>
                  <a:lnTo>
                    <a:pt x="507966" y="1082375"/>
                  </a:lnTo>
                  <a:lnTo>
                    <a:pt x="480569" y="1181243"/>
                  </a:lnTo>
                  <a:close/>
                  <a:moveTo>
                    <a:pt x="507966" y="1082375"/>
                  </a:moveTo>
                  <a:lnTo>
                    <a:pt x="456510" y="1100709"/>
                  </a:lnTo>
                  <a:lnTo>
                    <a:pt x="480569" y="1181243"/>
                  </a:lnTo>
                  <a:close/>
                  <a:moveTo>
                    <a:pt x="229837" y="917945"/>
                  </a:moveTo>
                  <a:lnTo>
                    <a:pt x="217041" y="835730"/>
                  </a:lnTo>
                  <a:lnTo>
                    <a:pt x="192256" y="933583"/>
                  </a:lnTo>
                  <a:close/>
                  <a:moveTo>
                    <a:pt x="518070" y="1228220"/>
                  </a:moveTo>
                  <a:lnTo>
                    <a:pt x="515998" y="1246805"/>
                  </a:lnTo>
                  <a:lnTo>
                    <a:pt x="528729" y="1242181"/>
                  </a:lnTo>
                  <a:close/>
                  <a:moveTo>
                    <a:pt x="622712" y="1126274"/>
                  </a:moveTo>
                  <a:lnTo>
                    <a:pt x="514084" y="1164590"/>
                  </a:lnTo>
                  <a:lnTo>
                    <a:pt x="622985" y="1126617"/>
                  </a:lnTo>
                  <a:close/>
                  <a:moveTo>
                    <a:pt x="514084" y="1164590"/>
                  </a:moveTo>
                  <a:lnTo>
                    <a:pt x="518070" y="1228220"/>
                  </a:lnTo>
                  <a:lnTo>
                    <a:pt x="622985" y="1126617"/>
                  </a:lnTo>
                  <a:close/>
                  <a:moveTo>
                    <a:pt x="507966" y="1082375"/>
                  </a:moveTo>
                  <a:lnTo>
                    <a:pt x="622712" y="1126274"/>
                  </a:lnTo>
                  <a:lnTo>
                    <a:pt x="572592" y="1066929"/>
                  </a:lnTo>
                  <a:close/>
                  <a:moveTo>
                    <a:pt x="507966" y="1082375"/>
                  </a:moveTo>
                  <a:lnTo>
                    <a:pt x="514084" y="1164590"/>
                  </a:lnTo>
                  <a:lnTo>
                    <a:pt x="622712" y="1126274"/>
                  </a:lnTo>
                  <a:close/>
                  <a:moveTo>
                    <a:pt x="623851" y="1126154"/>
                  </a:moveTo>
                  <a:lnTo>
                    <a:pt x="646675" y="1043938"/>
                  </a:lnTo>
                  <a:lnTo>
                    <a:pt x="622712" y="1126274"/>
                  </a:lnTo>
                  <a:close/>
                  <a:moveTo>
                    <a:pt x="646675" y="1043938"/>
                  </a:moveTo>
                  <a:lnTo>
                    <a:pt x="572592" y="1066929"/>
                  </a:lnTo>
                  <a:lnTo>
                    <a:pt x="622712" y="1126274"/>
                  </a:lnTo>
                  <a:close/>
                  <a:moveTo>
                    <a:pt x="622712" y="1126274"/>
                  </a:moveTo>
                  <a:lnTo>
                    <a:pt x="622985" y="1126617"/>
                  </a:lnTo>
                  <a:lnTo>
                    <a:pt x="623851" y="1126154"/>
                  </a:lnTo>
                  <a:close/>
                  <a:moveTo>
                    <a:pt x="623210" y="1125869"/>
                  </a:moveTo>
                  <a:lnTo>
                    <a:pt x="623851" y="1126154"/>
                  </a:lnTo>
                  <a:lnTo>
                    <a:pt x="622985" y="1126617"/>
                  </a:lnTo>
                  <a:close/>
                  <a:moveTo>
                    <a:pt x="623210" y="1125869"/>
                  </a:moveTo>
                  <a:lnTo>
                    <a:pt x="658063" y="1042568"/>
                  </a:lnTo>
                  <a:lnTo>
                    <a:pt x="623851" y="1126154"/>
                  </a:lnTo>
                  <a:close/>
                  <a:moveTo>
                    <a:pt x="623851" y="1126154"/>
                  </a:moveTo>
                  <a:lnTo>
                    <a:pt x="675178" y="1005502"/>
                  </a:lnTo>
                  <a:lnTo>
                    <a:pt x="646675" y="1043938"/>
                  </a:lnTo>
                  <a:close/>
                  <a:moveTo>
                    <a:pt x="1821076" y="2156513"/>
                  </a:moveTo>
                  <a:lnTo>
                    <a:pt x="1851418" y="2200292"/>
                  </a:lnTo>
                  <a:lnTo>
                    <a:pt x="1846685" y="2118077"/>
                  </a:lnTo>
                  <a:close/>
                  <a:moveTo>
                    <a:pt x="493733" y="758857"/>
                  </a:moveTo>
                  <a:lnTo>
                    <a:pt x="510100" y="768015"/>
                  </a:lnTo>
                  <a:lnTo>
                    <a:pt x="517544" y="750813"/>
                  </a:lnTo>
                  <a:close/>
                  <a:moveTo>
                    <a:pt x="505760" y="751788"/>
                  </a:moveTo>
                  <a:lnTo>
                    <a:pt x="493733" y="758857"/>
                  </a:lnTo>
                  <a:lnTo>
                    <a:pt x="517544" y="750813"/>
                  </a:lnTo>
                  <a:close/>
                  <a:moveTo>
                    <a:pt x="683871" y="36131"/>
                  </a:moveTo>
                  <a:lnTo>
                    <a:pt x="591338" y="50767"/>
                  </a:lnTo>
                  <a:lnTo>
                    <a:pt x="695004" y="41219"/>
                  </a:lnTo>
                  <a:close/>
                  <a:moveTo>
                    <a:pt x="591338" y="50767"/>
                  </a:moveTo>
                  <a:lnTo>
                    <a:pt x="636671" y="101777"/>
                  </a:lnTo>
                  <a:lnTo>
                    <a:pt x="695004" y="41219"/>
                  </a:lnTo>
                  <a:close/>
                  <a:moveTo>
                    <a:pt x="683871" y="36131"/>
                  </a:moveTo>
                  <a:lnTo>
                    <a:pt x="695004" y="41219"/>
                  </a:lnTo>
                  <a:lnTo>
                    <a:pt x="699891" y="29605"/>
                  </a:lnTo>
                  <a:close/>
                  <a:moveTo>
                    <a:pt x="648378" y="104487"/>
                  </a:moveTo>
                  <a:lnTo>
                    <a:pt x="695004" y="41219"/>
                  </a:lnTo>
                  <a:lnTo>
                    <a:pt x="636671" y="101777"/>
                  </a:lnTo>
                  <a:close/>
                  <a:moveTo>
                    <a:pt x="648378" y="104487"/>
                  </a:moveTo>
                  <a:lnTo>
                    <a:pt x="742419" y="88625"/>
                  </a:lnTo>
                  <a:lnTo>
                    <a:pt x="695004" y="41219"/>
                  </a:lnTo>
                  <a:close/>
                  <a:moveTo>
                    <a:pt x="742419" y="88625"/>
                  </a:moveTo>
                  <a:lnTo>
                    <a:pt x="699891" y="29605"/>
                  </a:lnTo>
                  <a:lnTo>
                    <a:pt x="695004" y="41219"/>
                  </a:lnTo>
                  <a:close/>
                  <a:moveTo>
                    <a:pt x="802844" y="0"/>
                  </a:moveTo>
                  <a:lnTo>
                    <a:pt x="699891" y="29605"/>
                  </a:lnTo>
                  <a:lnTo>
                    <a:pt x="742419" y="88625"/>
                  </a:lnTo>
                  <a:close/>
                  <a:moveTo>
                    <a:pt x="1442443" y="454759"/>
                  </a:moveTo>
                  <a:lnTo>
                    <a:pt x="1438481" y="528238"/>
                  </a:lnTo>
                  <a:lnTo>
                    <a:pt x="1494925" y="501549"/>
                  </a:lnTo>
                  <a:close/>
                  <a:moveTo>
                    <a:pt x="1944964" y="900877"/>
                  </a:moveTo>
                  <a:lnTo>
                    <a:pt x="2052425" y="951824"/>
                  </a:lnTo>
                  <a:lnTo>
                    <a:pt x="2021055" y="877236"/>
                  </a:lnTo>
                  <a:close/>
                  <a:moveTo>
                    <a:pt x="1293125" y="23391"/>
                  </a:moveTo>
                  <a:lnTo>
                    <a:pt x="1183346" y="72620"/>
                  </a:lnTo>
                  <a:lnTo>
                    <a:pt x="1281096" y="4029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64" name="Candidate_density__2063">
              <a:extLst>
                <a:ext uri="{FF2B5EF4-FFF2-40B4-BE49-F238E27FC236}">
                  <a16:creationId xmlns:a16="http://schemas.microsoft.com/office/drawing/2014/main" id="{D94ED9F9-3662-B95B-9F4C-8B6F41ECE247}"/>
                </a:ext>
              </a:extLst>
            </p:cNvPr>
            <p:cNvSpPr>
              <a:spLocks noGrp="1"/>
            </p:cNvSpPr>
            <p:nvPr/>
          </p:nvSpPr>
          <p:spPr>
            <a:xfrm>
              <a:off x="4334437" y="2396127"/>
              <a:ext cx="2369173" cy="2873138"/>
            </a:xfrm>
            <a:custGeom>
              <a:avLst/>
              <a:gdLst/>
              <a:ahLst/>
              <a:cxnLst/>
              <a:rect l="0" t="0" r="0" b="0"/>
              <a:pathLst>
                <a:path w="2369173" h="2873138">
                  <a:moveTo>
                    <a:pt x="134543" y="2361884"/>
                  </a:moveTo>
                  <a:lnTo>
                    <a:pt x="162868" y="2482536"/>
                  </a:lnTo>
                  <a:lnTo>
                    <a:pt x="166639" y="2444099"/>
                  </a:lnTo>
                  <a:close/>
                  <a:moveTo>
                    <a:pt x="166639" y="2444099"/>
                  </a:moveTo>
                  <a:lnTo>
                    <a:pt x="248873" y="2526314"/>
                  </a:lnTo>
                  <a:lnTo>
                    <a:pt x="264534" y="2487878"/>
                  </a:lnTo>
                  <a:close/>
                  <a:moveTo>
                    <a:pt x="831886" y="2873138"/>
                  </a:moveTo>
                  <a:lnTo>
                    <a:pt x="900751" y="2862379"/>
                  </a:lnTo>
                  <a:lnTo>
                    <a:pt x="882841" y="2860517"/>
                  </a:lnTo>
                  <a:close/>
                  <a:moveTo>
                    <a:pt x="797254" y="2743653"/>
                  </a:moveTo>
                  <a:lnTo>
                    <a:pt x="669406" y="2759513"/>
                  </a:lnTo>
                  <a:lnTo>
                    <a:pt x="726304" y="2757041"/>
                  </a:lnTo>
                  <a:close/>
                  <a:moveTo>
                    <a:pt x="836421" y="2854086"/>
                  </a:moveTo>
                  <a:lnTo>
                    <a:pt x="831886" y="2873138"/>
                  </a:lnTo>
                  <a:lnTo>
                    <a:pt x="882841" y="2860517"/>
                  </a:lnTo>
                  <a:close/>
                  <a:moveTo>
                    <a:pt x="751206" y="2762680"/>
                  </a:moveTo>
                  <a:lnTo>
                    <a:pt x="797254" y="2743653"/>
                  </a:lnTo>
                  <a:lnTo>
                    <a:pt x="726304" y="2757041"/>
                  </a:lnTo>
                  <a:close/>
                  <a:moveTo>
                    <a:pt x="751206" y="2762680"/>
                  </a:moveTo>
                  <a:lnTo>
                    <a:pt x="824902" y="2763358"/>
                  </a:lnTo>
                  <a:lnTo>
                    <a:pt x="797254" y="2743653"/>
                  </a:lnTo>
                  <a:close/>
                  <a:moveTo>
                    <a:pt x="587318" y="2134681"/>
                  </a:moveTo>
                  <a:lnTo>
                    <a:pt x="584940" y="2076754"/>
                  </a:lnTo>
                  <a:lnTo>
                    <a:pt x="495417" y="2148803"/>
                  </a:lnTo>
                  <a:close/>
                  <a:moveTo>
                    <a:pt x="471432" y="2082145"/>
                  </a:moveTo>
                  <a:lnTo>
                    <a:pt x="584940" y="2076754"/>
                  </a:lnTo>
                  <a:lnTo>
                    <a:pt x="543580" y="2043708"/>
                  </a:lnTo>
                  <a:close/>
                  <a:moveTo>
                    <a:pt x="480354" y="1961493"/>
                  </a:moveTo>
                  <a:lnTo>
                    <a:pt x="507824" y="1999124"/>
                  </a:lnTo>
                  <a:lnTo>
                    <a:pt x="471432" y="2082145"/>
                  </a:lnTo>
                  <a:close/>
                  <a:moveTo>
                    <a:pt x="543580" y="2043708"/>
                  </a:moveTo>
                  <a:lnTo>
                    <a:pt x="480354" y="1961493"/>
                  </a:lnTo>
                  <a:lnTo>
                    <a:pt x="471432" y="2082145"/>
                  </a:lnTo>
                  <a:close/>
                  <a:moveTo>
                    <a:pt x="0" y="1265336"/>
                  </a:moveTo>
                  <a:lnTo>
                    <a:pt x="1715" y="1183120"/>
                  </a:lnTo>
                  <a:lnTo>
                    <a:pt x="9519" y="1200446"/>
                  </a:lnTo>
                  <a:close/>
                  <a:moveTo>
                    <a:pt x="714463" y="1891722"/>
                  </a:moveTo>
                  <a:lnTo>
                    <a:pt x="728877" y="1840504"/>
                  </a:lnTo>
                  <a:lnTo>
                    <a:pt x="661071" y="1835036"/>
                  </a:lnTo>
                  <a:close/>
                  <a:moveTo>
                    <a:pt x="714463" y="1891722"/>
                  </a:moveTo>
                  <a:lnTo>
                    <a:pt x="727651" y="1901268"/>
                  </a:lnTo>
                  <a:lnTo>
                    <a:pt x="775074" y="1884620"/>
                  </a:lnTo>
                  <a:close/>
                  <a:moveTo>
                    <a:pt x="602580" y="1521720"/>
                  </a:moveTo>
                  <a:lnTo>
                    <a:pt x="603017" y="1498738"/>
                  </a:lnTo>
                  <a:lnTo>
                    <a:pt x="624475" y="1555759"/>
                  </a:lnTo>
                  <a:close/>
                  <a:moveTo>
                    <a:pt x="624475" y="1555759"/>
                  </a:moveTo>
                  <a:lnTo>
                    <a:pt x="603017" y="1498738"/>
                  </a:lnTo>
                  <a:lnTo>
                    <a:pt x="599031" y="1435108"/>
                  </a:lnTo>
                  <a:close/>
                  <a:moveTo>
                    <a:pt x="599031" y="1435108"/>
                  </a:moveTo>
                  <a:lnTo>
                    <a:pt x="565516" y="1451761"/>
                  </a:lnTo>
                  <a:lnTo>
                    <a:pt x="624475" y="1555759"/>
                  </a:lnTo>
                  <a:close/>
                  <a:moveTo>
                    <a:pt x="498270" y="1473545"/>
                  </a:moveTo>
                  <a:lnTo>
                    <a:pt x="546780" y="1503677"/>
                  </a:lnTo>
                  <a:lnTo>
                    <a:pt x="565516" y="1451761"/>
                  </a:lnTo>
                  <a:close/>
                  <a:moveTo>
                    <a:pt x="239743" y="1134462"/>
                  </a:moveTo>
                  <a:lnTo>
                    <a:pt x="221471" y="1123376"/>
                  </a:lnTo>
                  <a:lnTo>
                    <a:pt x="189434" y="1114771"/>
                  </a:lnTo>
                  <a:close/>
                  <a:moveTo>
                    <a:pt x="221471" y="1123376"/>
                  </a:moveTo>
                  <a:lnTo>
                    <a:pt x="239743" y="1134462"/>
                  </a:lnTo>
                  <a:lnTo>
                    <a:pt x="330527" y="1037260"/>
                  </a:lnTo>
                  <a:close/>
                  <a:moveTo>
                    <a:pt x="1069920" y="1928399"/>
                  </a:moveTo>
                  <a:lnTo>
                    <a:pt x="1110686" y="2003538"/>
                  </a:lnTo>
                  <a:lnTo>
                    <a:pt x="1102728" y="1918530"/>
                  </a:lnTo>
                  <a:close/>
                  <a:moveTo>
                    <a:pt x="310496" y="1076942"/>
                  </a:moveTo>
                  <a:lnTo>
                    <a:pt x="330527" y="1037260"/>
                  </a:lnTo>
                  <a:lnTo>
                    <a:pt x="301988" y="1106248"/>
                  </a:lnTo>
                  <a:close/>
                  <a:moveTo>
                    <a:pt x="1661456" y="2262601"/>
                  </a:moveTo>
                  <a:lnTo>
                    <a:pt x="1636646" y="2361524"/>
                  </a:lnTo>
                  <a:lnTo>
                    <a:pt x="1669409" y="2268818"/>
                  </a:lnTo>
                  <a:close/>
                  <a:moveTo>
                    <a:pt x="1661456" y="2262601"/>
                  </a:moveTo>
                  <a:lnTo>
                    <a:pt x="1576569" y="2200363"/>
                  </a:lnTo>
                  <a:lnTo>
                    <a:pt x="1530286" y="2242519"/>
                  </a:lnTo>
                  <a:close/>
                  <a:moveTo>
                    <a:pt x="1556618" y="2180386"/>
                  </a:moveTo>
                  <a:lnTo>
                    <a:pt x="1530286" y="2242519"/>
                  </a:lnTo>
                  <a:lnTo>
                    <a:pt x="1576569" y="2200363"/>
                  </a:lnTo>
                  <a:close/>
                  <a:moveTo>
                    <a:pt x="545411" y="1068153"/>
                  </a:moveTo>
                  <a:lnTo>
                    <a:pt x="578680" y="1029375"/>
                  </a:lnTo>
                  <a:lnTo>
                    <a:pt x="536279" y="1067811"/>
                  </a:lnTo>
                  <a:close/>
                  <a:moveTo>
                    <a:pt x="494526" y="948420"/>
                  </a:moveTo>
                  <a:lnTo>
                    <a:pt x="590707" y="1022306"/>
                  </a:lnTo>
                  <a:lnTo>
                    <a:pt x="541041" y="971197"/>
                  </a:lnTo>
                  <a:close/>
                  <a:moveTo>
                    <a:pt x="1661456" y="2262601"/>
                  </a:moveTo>
                  <a:lnTo>
                    <a:pt x="1669409" y="2268818"/>
                  </a:lnTo>
                  <a:lnTo>
                    <a:pt x="1675036" y="2256675"/>
                  </a:lnTo>
                  <a:close/>
                  <a:moveTo>
                    <a:pt x="1675036" y="2256675"/>
                  </a:moveTo>
                  <a:lnTo>
                    <a:pt x="1576569" y="2200363"/>
                  </a:lnTo>
                  <a:lnTo>
                    <a:pt x="1661456" y="2262601"/>
                  </a:lnTo>
                  <a:close/>
                  <a:moveTo>
                    <a:pt x="1585794" y="2168542"/>
                  </a:moveTo>
                  <a:lnTo>
                    <a:pt x="1576569" y="2200363"/>
                  </a:lnTo>
                  <a:lnTo>
                    <a:pt x="1675036" y="2256675"/>
                  </a:lnTo>
                  <a:close/>
                  <a:moveTo>
                    <a:pt x="1669409" y="2268818"/>
                  </a:moveTo>
                  <a:lnTo>
                    <a:pt x="1764723" y="2224165"/>
                  </a:lnTo>
                  <a:lnTo>
                    <a:pt x="1675036" y="2256675"/>
                  </a:lnTo>
                  <a:close/>
                  <a:moveTo>
                    <a:pt x="1847441" y="2306380"/>
                  </a:moveTo>
                  <a:lnTo>
                    <a:pt x="1795403" y="2246030"/>
                  </a:lnTo>
                  <a:lnTo>
                    <a:pt x="1853797" y="2332621"/>
                  </a:lnTo>
                  <a:close/>
                  <a:moveTo>
                    <a:pt x="1556618" y="2180386"/>
                  </a:moveTo>
                  <a:lnTo>
                    <a:pt x="1576569" y="2200363"/>
                  </a:lnTo>
                  <a:lnTo>
                    <a:pt x="1585794" y="2168542"/>
                  </a:lnTo>
                  <a:close/>
                  <a:moveTo>
                    <a:pt x="1218586" y="1566444"/>
                  </a:moveTo>
                  <a:lnTo>
                    <a:pt x="1205124" y="1647568"/>
                  </a:lnTo>
                  <a:lnTo>
                    <a:pt x="1180967" y="1654738"/>
                  </a:lnTo>
                  <a:close/>
                  <a:moveTo>
                    <a:pt x="651409" y="990938"/>
                  </a:moveTo>
                  <a:lnTo>
                    <a:pt x="595047" y="1038533"/>
                  </a:lnTo>
                  <a:lnTo>
                    <a:pt x="655801" y="1111590"/>
                  </a:lnTo>
                  <a:close/>
                  <a:moveTo>
                    <a:pt x="1847441" y="2306380"/>
                  </a:moveTo>
                  <a:lnTo>
                    <a:pt x="1853797" y="2332621"/>
                  </a:lnTo>
                  <a:lnTo>
                    <a:pt x="1899624" y="2357035"/>
                  </a:lnTo>
                  <a:close/>
                  <a:moveTo>
                    <a:pt x="2038782" y="2443008"/>
                  </a:moveTo>
                  <a:lnTo>
                    <a:pt x="2022620" y="2538241"/>
                  </a:lnTo>
                  <a:lnTo>
                    <a:pt x="2089293" y="2432373"/>
                  </a:lnTo>
                  <a:close/>
                  <a:moveTo>
                    <a:pt x="1936365" y="2470810"/>
                  </a:moveTo>
                  <a:lnTo>
                    <a:pt x="2022620" y="2538241"/>
                  </a:lnTo>
                  <a:lnTo>
                    <a:pt x="2038782" y="2443008"/>
                  </a:lnTo>
                  <a:close/>
                  <a:moveTo>
                    <a:pt x="1931632" y="2388595"/>
                  </a:moveTo>
                  <a:lnTo>
                    <a:pt x="2015133" y="2350158"/>
                  </a:lnTo>
                  <a:lnTo>
                    <a:pt x="1899624" y="2357035"/>
                  </a:lnTo>
                  <a:close/>
                  <a:moveTo>
                    <a:pt x="2015133" y="2350158"/>
                  </a:moveTo>
                  <a:lnTo>
                    <a:pt x="1949539" y="2328456"/>
                  </a:lnTo>
                  <a:lnTo>
                    <a:pt x="1899624" y="2357035"/>
                  </a:lnTo>
                  <a:close/>
                  <a:moveTo>
                    <a:pt x="1859701" y="2267943"/>
                  </a:moveTo>
                  <a:lnTo>
                    <a:pt x="1899624" y="2357035"/>
                  </a:lnTo>
                  <a:lnTo>
                    <a:pt x="1949539" y="2328456"/>
                  </a:lnTo>
                  <a:close/>
                  <a:moveTo>
                    <a:pt x="1859701" y="2267943"/>
                  </a:moveTo>
                  <a:lnTo>
                    <a:pt x="1847441" y="2306380"/>
                  </a:lnTo>
                  <a:lnTo>
                    <a:pt x="1899624" y="2357035"/>
                  </a:lnTo>
                  <a:close/>
                  <a:moveTo>
                    <a:pt x="2089293" y="2432373"/>
                  </a:moveTo>
                  <a:lnTo>
                    <a:pt x="2142466" y="2492463"/>
                  </a:lnTo>
                  <a:lnTo>
                    <a:pt x="2148064" y="2414756"/>
                  </a:lnTo>
                  <a:close/>
                  <a:moveTo>
                    <a:pt x="2106684" y="2348305"/>
                  </a:moveTo>
                  <a:lnTo>
                    <a:pt x="2148064" y="2414756"/>
                  </a:lnTo>
                  <a:lnTo>
                    <a:pt x="2158859" y="2432373"/>
                  </a:lnTo>
                  <a:close/>
                  <a:moveTo>
                    <a:pt x="2035922" y="2345241"/>
                  </a:moveTo>
                  <a:lnTo>
                    <a:pt x="1949539" y="2328456"/>
                  </a:lnTo>
                  <a:lnTo>
                    <a:pt x="2015133" y="2350158"/>
                  </a:lnTo>
                  <a:close/>
                  <a:moveTo>
                    <a:pt x="2020813" y="2257432"/>
                  </a:moveTo>
                  <a:lnTo>
                    <a:pt x="1962383" y="2244343"/>
                  </a:lnTo>
                  <a:lnTo>
                    <a:pt x="2035922" y="2345241"/>
                  </a:lnTo>
                  <a:close/>
                  <a:moveTo>
                    <a:pt x="2106684" y="2348305"/>
                  </a:moveTo>
                  <a:lnTo>
                    <a:pt x="2102605" y="2343431"/>
                  </a:lnTo>
                  <a:lnTo>
                    <a:pt x="2020813" y="2257432"/>
                  </a:lnTo>
                  <a:close/>
                  <a:moveTo>
                    <a:pt x="2035922" y="2345241"/>
                  </a:moveTo>
                  <a:lnTo>
                    <a:pt x="2106684" y="2348305"/>
                  </a:lnTo>
                  <a:lnTo>
                    <a:pt x="2020813" y="2257432"/>
                  </a:lnTo>
                  <a:close/>
                  <a:moveTo>
                    <a:pt x="2106684" y="2348305"/>
                  </a:moveTo>
                  <a:lnTo>
                    <a:pt x="2109671" y="2350158"/>
                  </a:lnTo>
                  <a:lnTo>
                    <a:pt x="2102605" y="2343431"/>
                  </a:lnTo>
                  <a:close/>
                  <a:moveTo>
                    <a:pt x="1962383" y="2244343"/>
                  </a:moveTo>
                  <a:lnTo>
                    <a:pt x="2020813" y="2257432"/>
                  </a:lnTo>
                  <a:lnTo>
                    <a:pt x="1935946" y="2165744"/>
                  </a:lnTo>
                  <a:close/>
                  <a:moveTo>
                    <a:pt x="1717094" y="1856868"/>
                  </a:moveTo>
                  <a:lnTo>
                    <a:pt x="1705589" y="1736216"/>
                  </a:lnTo>
                  <a:lnTo>
                    <a:pt x="1663410" y="1774653"/>
                  </a:lnTo>
                  <a:close/>
                  <a:moveTo>
                    <a:pt x="1663410" y="1774653"/>
                  </a:moveTo>
                  <a:lnTo>
                    <a:pt x="1705589" y="1736216"/>
                  </a:lnTo>
                  <a:lnTo>
                    <a:pt x="1645958" y="1750735"/>
                  </a:lnTo>
                  <a:close/>
                  <a:moveTo>
                    <a:pt x="1705589" y="1736216"/>
                  </a:moveTo>
                  <a:lnTo>
                    <a:pt x="1698499" y="1731974"/>
                  </a:lnTo>
                  <a:lnTo>
                    <a:pt x="1645958" y="1750735"/>
                  </a:lnTo>
                  <a:close/>
                  <a:moveTo>
                    <a:pt x="1629507" y="1654001"/>
                  </a:moveTo>
                  <a:lnTo>
                    <a:pt x="1645958" y="1750735"/>
                  </a:lnTo>
                  <a:lnTo>
                    <a:pt x="1698499" y="1731974"/>
                  </a:lnTo>
                  <a:close/>
                  <a:moveTo>
                    <a:pt x="1139138" y="1160710"/>
                  </a:moveTo>
                  <a:lnTo>
                    <a:pt x="1032203" y="1114536"/>
                  </a:lnTo>
                  <a:lnTo>
                    <a:pt x="1030362" y="1116932"/>
                  </a:lnTo>
                  <a:close/>
                  <a:moveTo>
                    <a:pt x="1028417" y="1113797"/>
                  </a:moveTo>
                  <a:lnTo>
                    <a:pt x="1030362" y="1116932"/>
                  </a:lnTo>
                  <a:lnTo>
                    <a:pt x="1032203" y="1114536"/>
                  </a:lnTo>
                  <a:close/>
                  <a:moveTo>
                    <a:pt x="1055793" y="1078495"/>
                  </a:moveTo>
                  <a:lnTo>
                    <a:pt x="1028417" y="1113797"/>
                  </a:lnTo>
                  <a:lnTo>
                    <a:pt x="1032203" y="1114536"/>
                  </a:lnTo>
                  <a:close/>
                  <a:moveTo>
                    <a:pt x="364247" y="92913"/>
                  </a:moveTo>
                  <a:lnTo>
                    <a:pt x="438987" y="92743"/>
                  </a:lnTo>
                  <a:lnTo>
                    <a:pt x="397473" y="26400"/>
                  </a:lnTo>
                  <a:close/>
                  <a:moveTo>
                    <a:pt x="364247" y="92913"/>
                  </a:moveTo>
                  <a:lnTo>
                    <a:pt x="397473" y="26400"/>
                  </a:lnTo>
                  <a:lnTo>
                    <a:pt x="334148" y="17291"/>
                  </a:lnTo>
                  <a:close/>
                  <a:moveTo>
                    <a:pt x="364247" y="92913"/>
                  </a:moveTo>
                  <a:lnTo>
                    <a:pt x="334148" y="17291"/>
                  </a:lnTo>
                  <a:lnTo>
                    <a:pt x="359600" y="91914"/>
                  </a:lnTo>
                  <a:close/>
                  <a:moveTo>
                    <a:pt x="334148" y="17291"/>
                  </a:moveTo>
                  <a:lnTo>
                    <a:pt x="298489" y="9699"/>
                  </a:lnTo>
                  <a:lnTo>
                    <a:pt x="359600" y="91914"/>
                  </a:lnTo>
                  <a:close/>
                  <a:moveTo>
                    <a:pt x="2247648" y="2311722"/>
                  </a:moveTo>
                  <a:lnTo>
                    <a:pt x="2322286" y="2273286"/>
                  </a:lnTo>
                  <a:lnTo>
                    <a:pt x="2206345" y="2237437"/>
                  </a:lnTo>
                  <a:close/>
                  <a:moveTo>
                    <a:pt x="2322286" y="2273286"/>
                  </a:moveTo>
                  <a:lnTo>
                    <a:pt x="2261602" y="2228831"/>
                  </a:lnTo>
                  <a:lnTo>
                    <a:pt x="2206345" y="2237437"/>
                  </a:lnTo>
                  <a:close/>
                  <a:moveTo>
                    <a:pt x="2224435" y="2191071"/>
                  </a:moveTo>
                  <a:lnTo>
                    <a:pt x="2206345" y="2237437"/>
                  </a:lnTo>
                  <a:lnTo>
                    <a:pt x="2261602" y="2228831"/>
                  </a:lnTo>
                  <a:close/>
                  <a:moveTo>
                    <a:pt x="2224435" y="2191071"/>
                  </a:moveTo>
                  <a:lnTo>
                    <a:pt x="2199738" y="2229507"/>
                  </a:lnTo>
                  <a:lnTo>
                    <a:pt x="2206345" y="2237437"/>
                  </a:lnTo>
                  <a:close/>
                  <a:moveTo>
                    <a:pt x="2158812" y="2147292"/>
                  </a:moveTo>
                  <a:lnTo>
                    <a:pt x="2199738" y="2229507"/>
                  </a:lnTo>
                  <a:lnTo>
                    <a:pt x="2224435" y="2191071"/>
                  </a:lnTo>
                  <a:close/>
                  <a:moveTo>
                    <a:pt x="2119995" y="2037207"/>
                  </a:moveTo>
                  <a:lnTo>
                    <a:pt x="2176542" y="2126011"/>
                  </a:lnTo>
                  <a:lnTo>
                    <a:pt x="2182752" y="2108855"/>
                  </a:lnTo>
                  <a:close/>
                  <a:moveTo>
                    <a:pt x="2182752" y="2108855"/>
                  </a:moveTo>
                  <a:lnTo>
                    <a:pt x="2141835" y="2059702"/>
                  </a:lnTo>
                  <a:lnTo>
                    <a:pt x="2119995" y="2037207"/>
                  </a:lnTo>
                  <a:close/>
                  <a:moveTo>
                    <a:pt x="1698499" y="1731974"/>
                  </a:moveTo>
                  <a:lnTo>
                    <a:pt x="1705589" y="1736216"/>
                  </a:lnTo>
                  <a:lnTo>
                    <a:pt x="1703053" y="1733437"/>
                  </a:lnTo>
                  <a:close/>
                  <a:moveTo>
                    <a:pt x="1430116" y="1325141"/>
                  </a:moveTo>
                  <a:lnTo>
                    <a:pt x="1497582" y="1322893"/>
                  </a:lnTo>
                  <a:lnTo>
                    <a:pt x="1477679" y="1368919"/>
                  </a:lnTo>
                  <a:close/>
                  <a:moveTo>
                    <a:pt x="1499580" y="1377304"/>
                  </a:moveTo>
                  <a:lnTo>
                    <a:pt x="1441727" y="1329261"/>
                  </a:lnTo>
                  <a:lnTo>
                    <a:pt x="1430116" y="1325141"/>
                  </a:lnTo>
                  <a:close/>
                  <a:moveTo>
                    <a:pt x="1477679" y="1368919"/>
                  </a:moveTo>
                  <a:lnTo>
                    <a:pt x="1499580" y="1377304"/>
                  </a:lnTo>
                  <a:lnTo>
                    <a:pt x="1430116" y="1325141"/>
                  </a:lnTo>
                  <a:close/>
                  <a:moveTo>
                    <a:pt x="1542106" y="1368919"/>
                  </a:moveTo>
                  <a:lnTo>
                    <a:pt x="1449790" y="1317690"/>
                  </a:lnTo>
                  <a:lnTo>
                    <a:pt x="1451368" y="1325141"/>
                  </a:lnTo>
                  <a:close/>
                  <a:moveTo>
                    <a:pt x="1441727" y="1329261"/>
                  </a:moveTo>
                  <a:lnTo>
                    <a:pt x="1499580" y="1377304"/>
                  </a:lnTo>
                  <a:lnTo>
                    <a:pt x="1542106" y="1368919"/>
                  </a:lnTo>
                  <a:close/>
                  <a:moveTo>
                    <a:pt x="1451368" y="1325141"/>
                  </a:moveTo>
                  <a:lnTo>
                    <a:pt x="1441727" y="1329261"/>
                  </a:lnTo>
                  <a:lnTo>
                    <a:pt x="1542106" y="1368919"/>
                  </a:lnTo>
                  <a:close/>
                  <a:moveTo>
                    <a:pt x="1342082" y="1160710"/>
                  </a:moveTo>
                  <a:lnTo>
                    <a:pt x="1359569" y="1085541"/>
                  </a:lnTo>
                  <a:lnTo>
                    <a:pt x="1375705" y="1040059"/>
                  </a:lnTo>
                  <a:close/>
                  <a:moveTo>
                    <a:pt x="618641" y="307556"/>
                  </a:moveTo>
                  <a:lnTo>
                    <a:pt x="721617" y="372295"/>
                  </a:lnTo>
                  <a:lnTo>
                    <a:pt x="676285" y="321285"/>
                  </a:lnTo>
                  <a:close/>
                  <a:moveTo>
                    <a:pt x="359600" y="91914"/>
                  </a:moveTo>
                  <a:lnTo>
                    <a:pt x="302547" y="82483"/>
                  </a:lnTo>
                  <a:lnTo>
                    <a:pt x="367183" y="98297"/>
                  </a:lnTo>
                  <a:close/>
                  <a:moveTo>
                    <a:pt x="426557" y="105086"/>
                  </a:moveTo>
                  <a:lnTo>
                    <a:pt x="440520" y="93835"/>
                  </a:lnTo>
                  <a:lnTo>
                    <a:pt x="367183" y="98297"/>
                  </a:lnTo>
                  <a:close/>
                  <a:moveTo>
                    <a:pt x="2322286" y="2273286"/>
                  </a:moveTo>
                  <a:lnTo>
                    <a:pt x="2359991" y="2318034"/>
                  </a:lnTo>
                  <a:lnTo>
                    <a:pt x="2369173" y="2256091"/>
                  </a:lnTo>
                  <a:close/>
                  <a:moveTo>
                    <a:pt x="2369173" y="2256091"/>
                  </a:moveTo>
                  <a:lnTo>
                    <a:pt x="2261602" y="2228831"/>
                  </a:lnTo>
                  <a:lnTo>
                    <a:pt x="2322286" y="2273286"/>
                  </a:lnTo>
                  <a:close/>
                  <a:moveTo>
                    <a:pt x="2296683" y="2154339"/>
                  </a:moveTo>
                  <a:lnTo>
                    <a:pt x="2261602" y="2228831"/>
                  </a:lnTo>
                  <a:lnTo>
                    <a:pt x="2369173" y="2256091"/>
                  </a:lnTo>
                  <a:close/>
                  <a:moveTo>
                    <a:pt x="2224435" y="2191071"/>
                  </a:moveTo>
                  <a:lnTo>
                    <a:pt x="2261602" y="2228831"/>
                  </a:lnTo>
                  <a:lnTo>
                    <a:pt x="2296683" y="2154339"/>
                  </a:lnTo>
                  <a:close/>
                  <a:moveTo>
                    <a:pt x="2182752" y="2108855"/>
                  </a:moveTo>
                  <a:lnTo>
                    <a:pt x="2224435" y="2191071"/>
                  </a:lnTo>
                  <a:lnTo>
                    <a:pt x="2222961" y="2070419"/>
                  </a:lnTo>
                  <a:close/>
                  <a:moveTo>
                    <a:pt x="2182752" y="2108855"/>
                  </a:moveTo>
                  <a:lnTo>
                    <a:pt x="2222961" y="2070419"/>
                  </a:lnTo>
                  <a:lnTo>
                    <a:pt x="2141835" y="2059702"/>
                  </a:lnTo>
                  <a:close/>
                  <a:moveTo>
                    <a:pt x="2143395" y="1988204"/>
                  </a:moveTo>
                  <a:lnTo>
                    <a:pt x="2113219" y="2026640"/>
                  </a:lnTo>
                  <a:lnTo>
                    <a:pt x="2141835" y="2059702"/>
                  </a:lnTo>
                  <a:close/>
                  <a:moveTo>
                    <a:pt x="1863403" y="1494913"/>
                  </a:moveTo>
                  <a:lnTo>
                    <a:pt x="1860143" y="1563815"/>
                  </a:lnTo>
                  <a:lnTo>
                    <a:pt x="1919864" y="1571901"/>
                  </a:lnTo>
                  <a:close/>
                  <a:moveTo>
                    <a:pt x="1704309" y="1332047"/>
                  </a:moveTo>
                  <a:lnTo>
                    <a:pt x="1707894" y="1330483"/>
                  </a:lnTo>
                  <a:lnTo>
                    <a:pt x="1705605" y="1328138"/>
                  </a:lnTo>
                  <a:close/>
                  <a:moveTo>
                    <a:pt x="1450974" y="1148633"/>
                  </a:moveTo>
                  <a:lnTo>
                    <a:pt x="1542013" y="1083837"/>
                  </a:lnTo>
                  <a:lnTo>
                    <a:pt x="1463880" y="1106050"/>
                  </a:lnTo>
                  <a:close/>
                  <a:moveTo>
                    <a:pt x="1531194" y="1169905"/>
                  </a:moveTo>
                  <a:lnTo>
                    <a:pt x="1580043" y="1137339"/>
                  </a:lnTo>
                  <a:lnTo>
                    <a:pt x="1450974" y="1148633"/>
                  </a:lnTo>
                  <a:close/>
                  <a:moveTo>
                    <a:pt x="1463880" y="1106050"/>
                  </a:moveTo>
                  <a:lnTo>
                    <a:pt x="1559229" y="1059519"/>
                  </a:lnTo>
                  <a:lnTo>
                    <a:pt x="1515064" y="1024939"/>
                  </a:lnTo>
                  <a:close/>
                  <a:moveTo>
                    <a:pt x="1463880" y="1106050"/>
                  </a:moveTo>
                  <a:lnTo>
                    <a:pt x="1515064" y="1024939"/>
                  </a:lnTo>
                  <a:lnTo>
                    <a:pt x="1445641" y="1020786"/>
                  </a:lnTo>
                  <a:close/>
                  <a:moveTo>
                    <a:pt x="1315580" y="865747"/>
                  </a:moveTo>
                  <a:lnTo>
                    <a:pt x="1232411" y="888781"/>
                  </a:lnTo>
                  <a:lnTo>
                    <a:pt x="1316146" y="923192"/>
                  </a:lnTo>
                  <a:close/>
                  <a:moveTo>
                    <a:pt x="1315580" y="865747"/>
                  </a:moveTo>
                  <a:lnTo>
                    <a:pt x="1234494" y="871076"/>
                  </a:lnTo>
                  <a:lnTo>
                    <a:pt x="1232411" y="888781"/>
                  </a:lnTo>
                  <a:close/>
                  <a:moveTo>
                    <a:pt x="1932096" y="1456477"/>
                  </a:moveTo>
                  <a:lnTo>
                    <a:pt x="1919864" y="1571901"/>
                  </a:lnTo>
                  <a:lnTo>
                    <a:pt x="1951454" y="1474810"/>
                  </a:lnTo>
                  <a:close/>
                  <a:moveTo>
                    <a:pt x="1932096" y="1456477"/>
                  </a:moveTo>
                  <a:lnTo>
                    <a:pt x="1863403" y="1494913"/>
                  </a:lnTo>
                  <a:lnTo>
                    <a:pt x="1919864" y="1571901"/>
                  </a:lnTo>
                  <a:close/>
                  <a:moveTo>
                    <a:pt x="1705605" y="1328138"/>
                  </a:moveTo>
                  <a:lnTo>
                    <a:pt x="1707894" y="1330483"/>
                  </a:lnTo>
                  <a:lnTo>
                    <a:pt x="1709397" y="1327911"/>
                  </a:lnTo>
                  <a:close/>
                  <a:moveTo>
                    <a:pt x="1714823" y="1147400"/>
                  </a:moveTo>
                  <a:lnTo>
                    <a:pt x="1779301" y="1209831"/>
                  </a:lnTo>
                  <a:lnTo>
                    <a:pt x="1698232" y="1136803"/>
                  </a:lnTo>
                  <a:close/>
                  <a:moveTo>
                    <a:pt x="1698232" y="1136803"/>
                  </a:moveTo>
                  <a:lnTo>
                    <a:pt x="1778511" y="1232221"/>
                  </a:lnTo>
                  <a:lnTo>
                    <a:pt x="1777944" y="1132590"/>
                  </a:lnTo>
                  <a:close/>
                  <a:moveTo>
                    <a:pt x="1316649" y="564602"/>
                  </a:moveTo>
                  <a:lnTo>
                    <a:pt x="1336541" y="569039"/>
                  </a:lnTo>
                  <a:lnTo>
                    <a:pt x="1316644" y="552110"/>
                  </a:lnTo>
                  <a:close/>
                  <a:moveTo>
                    <a:pt x="768522" y="58820"/>
                  </a:moveTo>
                  <a:lnTo>
                    <a:pt x="744852" y="28758"/>
                  </a:lnTo>
                  <a:lnTo>
                    <a:pt x="776657" y="0"/>
                  </a:lnTo>
                  <a:close/>
                  <a:moveTo>
                    <a:pt x="2002543" y="1271364"/>
                  </a:moveTo>
                  <a:lnTo>
                    <a:pt x="1926594" y="1209831"/>
                  </a:lnTo>
                  <a:lnTo>
                    <a:pt x="1946479" y="1241006"/>
                  </a:lnTo>
                  <a:close/>
                  <a:moveTo>
                    <a:pt x="1946479" y="1241006"/>
                  </a:moveTo>
                  <a:lnTo>
                    <a:pt x="1926594" y="1209831"/>
                  </a:lnTo>
                  <a:lnTo>
                    <a:pt x="1889154" y="1241879"/>
                  </a:lnTo>
                  <a:close/>
                  <a:moveTo>
                    <a:pt x="2072515" y="1253610"/>
                  </a:moveTo>
                  <a:lnTo>
                    <a:pt x="2029911" y="1171395"/>
                  </a:lnTo>
                  <a:lnTo>
                    <a:pt x="2002543" y="1271364"/>
                  </a:lnTo>
                  <a:close/>
                  <a:moveTo>
                    <a:pt x="1476028" y="596701"/>
                  </a:moveTo>
                  <a:lnTo>
                    <a:pt x="1472973" y="598197"/>
                  </a:lnTo>
                  <a:lnTo>
                    <a:pt x="1521767" y="704256"/>
                  </a:lnTo>
                  <a:close/>
                  <a:moveTo>
                    <a:pt x="1559678" y="630797"/>
                  </a:moveTo>
                  <a:lnTo>
                    <a:pt x="1476028" y="596701"/>
                  </a:lnTo>
                  <a:lnTo>
                    <a:pt x="1521767" y="704256"/>
                  </a:lnTo>
                  <a:close/>
                  <a:moveTo>
                    <a:pt x="2072515" y="1253610"/>
                  </a:moveTo>
                  <a:lnTo>
                    <a:pt x="2104132" y="1273130"/>
                  </a:lnTo>
                  <a:lnTo>
                    <a:pt x="2137372" y="1222342"/>
                  </a:lnTo>
                  <a:close/>
                  <a:moveTo>
                    <a:pt x="2137372" y="1222342"/>
                  </a:moveTo>
                  <a:lnTo>
                    <a:pt x="2143323" y="1253610"/>
                  </a:lnTo>
                  <a:lnTo>
                    <a:pt x="2106002" y="11477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65" name="Candidate_density__2064">
              <a:extLst>
                <a:ext uri="{FF2B5EF4-FFF2-40B4-BE49-F238E27FC236}">
                  <a16:creationId xmlns:a16="http://schemas.microsoft.com/office/drawing/2014/main" id="{BB43AECB-8729-2A02-60C5-93EE3D5E7306}"/>
                </a:ext>
              </a:extLst>
            </p:cNvPr>
            <p:cNvSpPr>
              <a:spLocks noGrp="1"/>
            </p:cNvSpPr>
            <p:nvPr/>
          </p:nvSpPr>
          <p:spPr>
            <a:xfrm>
              <a:off x="4523871" y="2277833"/>
              <a:ext cx="2220217" cy="3058190"/>
            </a:xfrm>
            <a:custGeom>
              <a:avLst/>
              <a:gdLst/>
              <a:ahLst/>
              <a:cxnLst/>
              <a:rect l="0" t="0" r="0" b="0"/>
              <a:pathLst>
                <a:path w="2220217" h="3058190">
                  <a:moveTo>
                    <a:pt x="242136" y="2761096"/>
                  </a:moveTo>
                  <a:lnTo>
                    <a:pt x="204182" y="2689635"/>
                  </a:lnTo>
                  <a:lnTo>
                    <a:pt x="212857" y="2726824"/>
                  </a:lnTo>
                  <a:close/>
                  <a:moveTo>
                    <a:pt x="207211" y="2693970"/>
                  </a:moveTo>
                  <a:lnTo>
                    <a:pt x="204182" y="2689635"/>
                  </a:lnTo>
                  <a:lnTo>
                    <a:pt x="242136" y="2761096"/>
                  </a:lnTo>
                  <a:close/>
                  <a:moveTo>
                    <a:pt x="289252" y="2722051"/>
                  </a:moveTo>
                  <a:lnTo>
                    <a:pt x="207211" y="2693970"/>
                  </a:lnTo>
                  <a:lnTo>
                    <a:pt x="242136" y="2761096"/>
                  </a:lnTo>
                  <a:close/>
                  <a:moveTo>
                    <a:pt x="138114" y="2650829"/>
                  </a:moveTo>
                  <a:lnTo>
                    <a:pt x="128601" y="2678719"/>
                  </a:lnTo>
                  <a:lnTo>
                    <a:pt x="64033" y="2652508"/>
                  </a:lnTo>
                  <a:close/>
                  <a:moveTo>
                    <a:pt x="499994" y="3017247"/>
                  </a:moveTo>
                  <a:lnTo>
                    <a:pt x="511673" y="3021796"/>
                  </a:lnTo>
                  <a:lnTo>
                    <a:pt x="519687" y="3026293"/>
                  </a:lnTo>
                  <a:close/>
                  <a:moveTo>
                    <a:pt x="511673" y="3021796"/>
                  </a:moveTo>
                  <a:lnTo>
                    <a:pt x="499994" y="3017247"/>
                  </a:lnTo>
                  <a:lnTo>
                    <a:pt x="399616" y="2952212"/>
                  </a:lnTo>
                  <a:close/>
                  <a:moveTo>
                    <a:pt x="602749" y="3058190"/>
                  </a:moveTo>
                  <a:lnTo>
                    <a:pt x="511673" y="3021796"/>
                  </a:lnTo>
                  <a:lnTo>
                    <a:pt x="555401" y="3046838"/>
                  </a:lnTo>
                  <a:close/>
                  <a:moveTo>
                    <a:pt x="602749" y="3058190"/>
                  </a:moveTo>
                  <a:lnTo>
                    <a:pt x="519687" y="3026293"/>
                  </a:lnTo>
                  <a:lnTo>
                    <a:pt x="511673" y="3021796"/>
                  </a:lnTo>
                  <a:close/>
                  <a:moveTo>
                    <a:pt x="499994" y="3017247"/>
                  </a:moveTo>
                  <a:lnTo>
                    <a:pt x="519687" y="3026293"/>
                  </a:lnTo>
                  <a:lnTo>
                    <a:pt x="530489" y="3006498"/>
                  </a:lnTo>
                  <a:close/>
                  <a:moveTo>
                    <a:pt x="309051" y="2664971"/>
                  </a:moveTo>
                  <a:lnTo>
                    <a:pt x="207211" y="2693970"/>
                  </a:lnTo>
                  <a:lnTo>
                    <a:pt x="289252" y="2722051"/>
                  </a:lnTo>
                  <a:close/>
                  <a:moveTo>
                    <a:pt x="362644" y="2581901"/>
                  </a:moveTo>
                  <a:lnTo>
                    <a:pt x="309051" y="2664971"/>
                  </a:lnTo>
                  <a:lnTo>
                    <a:pt x="388194" y="2661222"/>
                  </a:lnTo>
                  <a:close/>
                  <a:moveTo>
                    <a:pt x="395506" y="2195048"/>
                  </a:moveTo>
                  <a:lnTo>
                    <a:pt x="397884" y="2252974"/>
                  </a:lnTo>
                  <a:lnTo>
                    <a:pt x="400881" y="2200438"/>
                  </a:lnTo>
                  <a:close/>
                  <a:moveTo>
                    <a:pt x="617434" y="2252285"/>
                  </a:moveTo>
                  <a:lnTo>
                    <a:pt x="531328" y="2209008"/>
                  </a:lnTo>
                  <a:lnTo>
                    <a:pt x="569223" y="2287234"/>
                  </a:lnTo>
                  <a:close/>
                  <a:moveTo>
                    <a:pt x="471505" y="2200542"/>
                  </a:moveTo>
                  <a:lnTo>
                    <a:pt x="516478" y="2244217"/>
                  </a:lnTo>
                  <a:lnTo>
                    <a:pt x="528479" y="2207396"/>
                  </a:lnTo>
                  <a:close/>
                  <a:moveTo>
                    <a:pt x="617434" y="2252285"/>
                  </a:moveTo>
                  <a:lnTo>
                    <a:pt x="569223" y="2287234"/>
                  </a:lnTo>
                  <a:lnTo>
                    <a:pt x="690316" y="2246121"/>
                  </a:lnTo>
                  <a:close/>
                  <a:moveTo>
                    <a:pt x="663328" y="2208674"/>
                  </a:moveTo>
                  <a:lnTo>
                    <a:pt x="710440" y="2180649"/>
                  </a:lnTo>
                  <a:lnTo>
                    <a:pt x="685904" y="2167344"/>
                  </a:lnTo>
                  <a:close/>
                  <a:moveTo>
                    <a:pt x="435041" y="1674053"/>
                  </a:moveTo>
                  <a:lnTo>
                    <a:pt x="452119" y="1697656"/>
                  </a:lnTo>
                  <a:lnTo>
                    <a:pt x="413146" y="1640014"/>
                  </a:lnTo>
                  <a:close/>
                  <a:moveTo>
                    <a:pt x="413146" y="1640014"/>
                  </a:moveTo>
                  <a:lnTo>
                    <a:pt x="482319" y="1744461"/>
                  </a:lnTo>
                  <a:lnTo>
                    <a:pt x="429840" y="1726534"/>
                  </a:lnTo>
                  <a:close/>
                  <a:moveTo>
                    <a:pt x="0" y="1233065"/>
                  </a:moveTo>
                  <a:lnTo>
                    <a:pt x="32037" y="1241670"/>
                  </a:lnTo>
                  <a:lnTo>
                    <a:pt x="33234" y="1142327"/>
                  </a:lnTo>
                  <a:close/>
                  <a:moveTo>
                    <a:pt x="280028" y="1187183"/>
                  </a:moveTo>
                  <a:lnTo>
                    <a:pt x="355977" y="1186447"/>
                  </a:lnTo>
                  <a:lnTo>
                    <a:pt x="346845" y="1186105"/>
                  </a:lnTo>
                  <a:close/>
                  <a:moveTo>
                    <a:pt x="280028" y="1187183"/>
                  </a:moveTo>
                  <a:lnTo>
                    <a:pt x="346845" y="1186105"/>
                  </a:lnTo>
                  <a:lnTo>
                    <a:pt x="280946" y="1184577"/>
                  </a:lnTo>
                  <a:close/>
                  <a:moveTo>
                    <a:pt x="466367" y="1229884"/>
                  </a:moveTo>
                  <a:lnTo>
                    <a:pt x="445941" y="1268320"/>
                  </a:lnTo>
                  <a:lnTo>
                    <a:pt x="453729" y="1273273"/>
                  </a:lnTo>
                  <a:close/>
                  <a:moveTo>
                    <a:pt x="445941" y="1268320"/>
                  </a:moveTo>
                  <a:lnTo>
                    <a:pt x="466367" y="1229884"/>
                  </a:lnTo>
                  <a:lnTo>
                    <a:pt x="355977" y="1186447"/>
                  </a:lnTo>
                  <a:close/>
                  <a:moveTo>
                    <a:pt x="346845" y="1186105"/>
                  </a:moveTo>
                  <a:lnTo>
                    <a:pt x="305092" y="1066714"/>
                  </a:lnTo>
                  <a:lnTo>
                    <a:pt x="280946" y="1184577"/>
                  </a:lnTo>
                  <a:close/>
                  <a:moveTo>
                    <a:pt x="1136247" y="2076843"/>
                  </a:moveTo>
                  <a:lnTo>
                    <a:pt x="1111579" y="2052035"/>
                  </a:lnTo>
                  <a:lnTo>
                    <a:pt x="1034194" y="1999126"/>
                  </a:lnTo>
                  <a:close/>
                  <a:moveTo>
                    <a:pt x="1499333" y="2263713"/>
                  </a:moveTo>
                  <a:lnTo>
                    <a:pt x="1396361" y="2286836"/>
                  </a:lnTo>
                  <a:lnTo>
                    <a:pt x="1485602" y="2374969"/>
                  </a:lnTo>
                  <a:close/>
                  <a:moveTo>
                    <a:pt x="1485602" y="2374969"/>
                  </a:moveTo>
                  <a:lnTo>
                    <a:pt x="1503743" y="2298680"/>
                  </a:lnTo>
                  <a:lnTo>
                    <a:pt x="1499333" y="2263713"/>
                  </a:lnTo>
                  <a:close/>
                  <a:moveTo>
                    <a:pt x="1335258" y="2188152"/>
                  </a:moveTo>
                  <a:lnTo>
                    <a:pt x="1367184" y="2298680"/>
                  </a:lnTo>
                  <a:lnTo>
                    <a:pt x="1403112" y="2181255"/>
                  </a:lnTo>
                  <a:close/>
                  <a:moveTo>
                    <a:pt x="1396361" y="2286836"/>
                  </a:moveTo>
                  <a:lnTo>
                    <a:pt x="1465907" y="2190796"/>
                  </a:lnTo>
                  <a:lnTo>
                    <a:pt x="1403112" y="2181255"/>
                  </a:lnTo>
                  <a:close/>
                  <a:moveTo>
                    <a:pt x="1320735" y="2178028"/>
                  </a:moveTo>
                  <a:lnTo>
                    <a:pt x="1273050" y="2216465"/>
                  </a:lnTo>
                  <a:lnTo>
                    <a:pt x="1288839" y="2229803"/>
                  </a:lnTo>
                  <a:close/>
                  <a:moveTo>
                    <a:pt x="1195678" y="2134250"/>
                  </a:moveTo>
                  <a:lnTo>
                    <a:pt x="1273050" y="2216465"/>
                  </a:lnTo>
                  <a:lnTo>
                    <a:pt x="1320735" y="2178028"/>
                  </a:lnTo>
                  <a:close/>
                  <a:moveTo>
                    <a:pt x="1403112" y="2181255"/>
                  </a:moveTo>
                  <a:lnTo>
                    <a:pt x="1465907" y="2190796"/>
                  </a:lnTo>
                  <a:lnTo>
                    <a:pt x="1375654" y="2103486"/>
                  </a:lnTo>
                  <a:close/>
                  <a:moveTo>
                    <a:pt x="1375654" y="2103486"/>
                  </a:moveTo>
                  <a:lnTo>
                    <a:pt x="1332464" y="2095813"/>
                  </a:lnTo>
                  <a:lnTo>
                    <a:pt x="1372280" y="2178028"/>
                  </a:lnTo>
                  <a:close/>
                  <a:moveTo>
                    <a:pt x="813829" y="1356450"/>
                  </a:moveTo>
                  <a:lnTo>
                    <a:pt x="727675" y="1309786"/>
                  </a:lnTo>
                  <a:lnTo>
                    <a:pt x="812967" y="1355877"/>
                  </a:lnTo>
                  <a:close/>
                  <a:moveTo>
                    <a:pt x="1833186" y="2656535"/>
                  </a:moveTo>
                  <a:lnTo>
                    <a:pt x="1899579" y="2671319"/>
                  </a:lnTo>
                  <a:lnTo>
                    <a:pt x="1899860" y="2550667"/>
                  </a:lnTo>
                  <a:close/>
                  <a:moveTo>
                    <a:pt x="1899860" y="2550667"/>
                  </a:moveTo>
                  <a:lnTo>
                    <a:pt x="1899579" y="2671319"/>
                  </a:lnTo>
                  <a:lnTo>
                    <a:pt x="1953032" y="2610757"/>
                  </a:lnTo>
                  <a:close/>
                  <a:moveTo>
                    <a:pt x="1332464" y="2095813"/>
                  </a:moveTo>
                  <a:lnTo>
                    <a:pt x="1309582" y="2013598"/>
                  </a:lnTo>
                  <a:lnTo>
                    <a:pt x="1399144" y="2057377"/>
                  </a:lnTo>
                  <a:close/>
                  <a:moveTo>
                    <a:pt x="770969" y="1330701"/>
                  </a:moveTo>
                  <a:lnTo>
                    <a:pt x="829985" y="1438093"/>
                  </a:lnTo>
                  <a:lnTo>
                    <a:pt x="812967" y="1355877"/>
                  </a:lnTo>
                  <a:close/>
                  <a:moveTo>
                    <a:pt x="907749" y="1317440"/>
                  </a:moveTo>
                  <a:lnTo>
                    <a:pt x="840928" y="1235226"/>
                  </a:lnTo>
                  <a:lnTo>
                    <a:pt x="873016" y="1268832"/>
                  </a:lnTo>
                  <a:close/>
                  <a:moveTo>
                    <a:pt x="1540260" y="1966899"/>
                  </a:moveTo>
                  <a:lnTo>
                    <a:pt x="1516005" y="1949883"/>
                  </a:lnTo>
                  <a:lnTo>
                    <a:pt x="1565570" y="1998075"/>
                  </a:lnTo>
                  <a:close/>
                  <a:moveTo>
                    <a:pt x="1412745" y="1810731"/>
                  </a:moveTo>
                  <a:lnTo>
                    <a:pt x="1440073" y="1772295"/>
                  </a:lnTo>
                  <a:lnTo>
                    <a:pt x="1354493" y="1766212"/>
                  </a:lnTo>
                  <a:close/>
                  <a:moveTo>
                    <a:pt x="1440073" y="1772295"/>
                  </a:moveTo>
                  <a:lnTo>
                    <a:pt x="1407061" y="1747550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54493" y="1766212"/>
                  </a:lnTo>
                  <a:lnTo>
                    <a:pt x="1407061" y="1747550"/>
                  </a:lnTo>
                  <a:close/>
                  <a:moveTo>
                    <a:pt x="1332299" y="1690080"/>
                  </a:moveTo>
                  <a:lnTo>
                    <a:pt x="1299384" y="1728517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13030" y="1674644"/>
                  </a:lnTo>
                  <a:lnTo>
                    <a:pt x="1249806" y="1653460"/>
                  </a:lnTo>
                  <a:close/>
                  <a:moveTo>
                    <a:pt x="949704" y="1279004"/>
                  </a:moveTo>
                  <a:lnTo>
                    <a:pt x="938480" y="1325434"/>
                  </a:lnTo>
                  <a:lnTo>
                    <a:pt x="989491" y="1300954"/>
                  </a:lnTo>
                  <a:close/>
                  <a:moveTo>
                    <a:pt x="149112" y="324725"/>
                  </a:moveTo>
                  <a:lnTo>
                    <a:pt x="249553" y="211037"/>
                  </a:lnTo>
                  <a:lnTo>
                    <a:pt x="174814" y="211207"/>
                  </a:lnTo>
                  <a:close/>
                  <a:moveTo>
                    <a:pt x="123637" y="52628"/>
                  </a:moveTo>
                  <a:lnTo>
                    <a:pt x="107347" y="45778"/>
                  </a:lnTo>
                  <a:lnTo>
                    <a:pt x="109055" y="127993"/>
                  </a:lnTo>
                  <a:close/>
                  <a:moveTo>
                    <a:pt x="2170557" y="2436328"/>
                  </a:moveTo>
                  <a:lnTo>
                    <a:pt x="2220217" y="2402069"/>
                  </a:lnTo>
                  <a:lnTo>
                    <a:pt x="2204348" y="2391579"/>
                  </a:lnTo>
                  <a:close/>
                  <a:moveTo>
                    <a:pt x="1723818" y="2002211"/>
                  </a:moveTo>
                  <a:lnTo>
                    <a:pt x="1698660" y="1980504"/>
                  </a:lnTo>
                  <a:lnTo>
                    <a:pt x="1693121" y="1981108"/>
                  </a:lnTo>
                  <a:close/>
                  <a:moveTo>
                    <a:pt x="1693121" y="1981108"/>
                  </a:moveTo>
                  <a:lnTo>
                    <a:pt x="1776788" y="2015267"/>
                  </a:lnTo>
                  <a:lnTo>
                    <a:pt x="1723818" y="2002211"/>
                  </a:lnTo>
                  <a:close/>
                  <a:moveTo>
                    <a:pt x="1440073" y="1772295"/>
                  </a:moveTo>
                  <a:lnTo>
                    <a:pt x="1509065" y="1850268"/>
                  </a:lnTo>
                  <a:lnTo>
                    <a:pt x="1452937" y="1740379"/>
                  </a:lnTo>
                  <a:close/>
                  <a:moveTo>
                    <a:pt x="1407061" y="1747550"/>
                  </a:moveTo>
                  <a:lnTo>
                    <a:pt x="1440073" y="1772295"/>
                  </a:lnTo>
                  <a:lnTo>
                    <a:pt x="1452937" y="1740379"/>
                  </a:lnTo>
                  <a:close/>
                  <a:moveTo>
                    <a:pt x="1484495" y="1651644"/>
                  </a:moveTo>
                  <a:lnTo>
                    <a:pt x="1529284" y="1710660"/>
                  </a:lnTo>
                  <a:lnTo>
                    <a:pt x="1502286" y="1660759"/>
                  </a:lnTo>
                  <a:close/>
                  <a:moveTo>
                    <a:pt x="1502286" y="1660759"/>
                  </a:moveTo>
                  <a:lnTo>
                    <a:pt x="1459325" y="1595594"/>
                  </a:lnTo>
                  <a:lnTo>
                    <a:pt x="1484495" y="1651644"/>
                  </a:lnTo>
                  <a:close/>
                  <a:moveTo>
                    <a:pt x="977776" y="1083571"/>
                  </a:moveTo>
                  <a:lnTo>
                    <a:pt x="1058481" y="1178643"/>
                  </a:lnTo>
                  <a:lnTo>
                    <a:pt x="1012357" y="1114574"/>
                  </a:lnTo>
                  <a:close/>
                  <a:moveTo>
                    <a:pt x="977776" y="1083571"/>
                  </a:moveTo>
                  <a:lnTo>
                    <a:pt x="1012357" y="1114574"/>
                  </a:lnTo>
                  <a:lnTo>
                    <a:pt x="976022" y="1035397"/>
                  </a:lnTo>
                  <a:close/>
                  <a:moveTo>
                    <a:pt x="976022" y="1035397"/>
                  </a:moveTo>
                  <a:lnTo>
                    <a:pt x="1013055" y="1110399"/>
                  </a:lnTo>
                  <a:lnTo>
                    <a:pt x="1042978" y="1007074"/>
                  </a:lnTo>
                  <a:close/>
                  <a:moveTo>
                    <a:pt x="435632" y="539068"/>
                  </a:moveTo>
                  <a:lnTo>
                    <a:pt x="504201" y="601168"/>
                  </a:lnTo>
                  <a:lnTo>
                    <a:pt x="544120" y="582848"/>
                  </a:lnTo>
                  <a:close/>
                  <a:moveTo>
                    <a:pt x="435632" y="539068"/>
                  </a:moveTo>
                  <a:lnTo>
                    <a:pt x="429207" y="425850"/>
                  </a:lnTo>
                  <a:lnTo>
                    <a:pt x="405947" y="512467"/>
                  </a:lnTo>
                  <a:close/>
                  <a:moveTo>
                    <a:pt x="639957" y="614875"/>
                  </a:moveTo>
                  <a:lnTo>
                    <a:pt x="544041" y="593268"/>
                  </a:lnTo>
                  <a:lnTo>
                    <a:pt x="598659" y="609457"/>
                  </a:lnTo>
                  <a:close/>
                  <a:moveTo>
                    <a:pt x="2204420" y="2214727"/>
                  </a:moveTo>
                  <a:lnTo>
                    <a:pt x="2169613" y="2217595"/>
                  </a:lnTo>
                  <a:lnTo>
                    <a:pt x="2171075" y="2281337"/>
                  </a:lnTo>
                  <a:close/>
                  <a:moveTo>
                    <a:pt x="1904650" y="1999463"/>
                  </a:moveTo>
                  <a:lnTo>
                    <a:pt x="1918001" y="1965527"/>
                  </a:lnTo>
                  <a:lnTo>
                    <a:pt x="1834578" y="2016131"/>
                  </a:lnTo>
                  <a:close/>
                  <a:moveTo>
                    <a:pt x="1918001" y="1965527"/>
                  </a:moveTo>
                  <a:lnTo>
                    <a:pt x="1887063" y="1933706"/>
                  </a:lnTo>
                  <a:lnTo>
                    <a:pt x="1840097" y="1868178"/>
                  </a:lnTo>
                  <a:close/>
                  <a:moveTo>
                    <a:pt x="1480530" y="1528375"/>
                  </a:moveTo>
                  <a:lnTo>
                    <a:pt x="1595874" y="1545174"/>
                  </a:lnTo>
                  <a:lnTo>
                    <a:pt x="1518461" y="1448777"/>
                  </a:lnTo>
                  <a:close/>
                  <a:moveTo>
                    <a:pt x="1261540" y="1266927"/>
                  </a:moveTo>
                  <a:lnTo>
                    <a:pt x="1274446" y="1224344"/>
                  </a:lnTo>
                  <a:lnTo>
                    <a:pt x="1237862" y="1241853"/>
                  </a:lnTo>
                  <a:close/>
                  <a:moveTo>
                    <a:pt x="1274446" y="1224344"/>
                  </a:moveTo>
                  <a:lnTo>
                    <a:pt x="1212105" y="1145551"/>
                  </a:lnTo>
                  <a:lnTo>
                    <a:pt x="1261266" y="1202131"/>
                  </a:lnTo>
                  <a:close/>
                  <a:moveTo>
                    <a:pt x="1045060" y="989370"/>
                  </a:moveTo>
                  <a:lnTo>
                    <a:pt x="979174" y="982343"/>
                  </a:lnTo>
                  <a:lnTo>
                    <a:pt x="976022" y="1035397"/>
                  </a:lnTo>
                  <a:close/>
                  <a:moveTo>
                    <a:pt x="1564943" y="1530992"/>
                  </a:moveTo>
                  <a:lnTo>
                    <a:pt x="1595874" y="1545174"/>
                  </a:lnTo>
                  <a:lnTo>
                    <a:pt x="1618933" y="1551984"/>
                  </a:lnTo>
                  <a:close/>
                  <a:moveTo>
                    <a:pt x="262902" y="0"/>
                  </a:moveTo>
                  <a:lnTo>
                    <a:pt x="383807" y="51120"/>
                  </a:lnTo>
                  <a:lnTo>
                    <a:pt x="310654" y="4438"/>
                  </a:lnTo>
                  <a:close/>
                  <a:moveTo>
                    <a:pt x="2173654" y="2179147"/>
                  </a:moveTo>
                  <a:lnTo>
                    <a:pt x="2108805" y="2268903"/>
                  </a:lnTo>
                  <a:lnTo>
                    <a:pt x="2169613" y="2217595"/>
                  </a:lnTo>
                  <a:close/>
                  <a:moveTo>
                    <a:pt x="2141626" y="2105093"/>
                  </a:moveTo>
                  <a:lnTo>
                    <a:pt x="2117929" y="2163858"/>
                  </a:lnTo>
                  <a:lnTo>
                    <a:pt x="2173654" y="2179147"/>
                  </a:lnTo>
                  <a:close/>
                  <a:moveTo>
                    <a:pt x="1762020" y="1593104"/>
                  </a:moveTo>
                  <a:lnTo>
                    <a:pt x="1826298" y="1579120"/>
                  </a:lnTo>
                  <a:lnTo>
                    <a:pt x="1807164" y="1574771"/>
                  </a:lnTo>
                  <a:close/>
                  <a:moveTo>
                    <a:pt x="1807164" y="1574771"/>
                  </a:moveTo>
                  <a:lnTo>
                    <a:pt x="1826298" y="1579120"/>
                  </a:lnTo>
                  <a:lnTo>
                    <a:pt x="1827310" y="1558554"/>
                  </a:lnTo>
                  <a:close/>
                  <a:moveTo>
                    <a:pt x="1072344" y="867097"/>
                  </a:moveTo>
                  <a:lnTo>
                    <a:pt x="990729" y="875180"/>
                  </a:lnTo>
                  <a:lnTo>
                    <a:pt x="1069290" y="890249"/>
                  </a:lnTo>
                  <a:close/>
                  <a:moveTo>
                    <a:pt x="991041" y="872602"/>
                  </a:moveTo>
                  <a:lnTo>
                    <a:pt x="1072344" y="867097"/>
                  </a:lnTo>
                  <a:lnTo>
                    <a:pt x="1055375" y="780800"/>
                  </a:lnTo>
                  <a:close/>
                  <a:moveTo>
                    <a:pt x="1072344" y="867097"/>
                  </a:moveTo>
                  <a:lnTo>
                    <a:pt x="1069290" y="890249"/>
                  </a:lnTo>
                  <a:lnTo>
                    <a:pt x="1081591" y="873271"/>
                  </a:lnTo>
                  <a:close/>
                  <a:moveTo>
                    <a:pt x="1055375" y="780800"/>
                  </a:moveTo>
                  <a:lnTo>
                    <a:pt x="1081591" y="873271"/>
                  </a:lnTo>
                  <a:lnTo>
                    <a:pt x="1077958" y="791056"/>
                  </a:lnTo>
                  <a:close/>
                  <a:moveTo>
                    <a:pt x="1055375" y="780800"/>
                  </a:moveTo>
                  <a:lnTo>
                    <a:pt x="1072344" y="867097"/>
                  </a:lnTo>
                  <a:lnTo>
                    <a:pt x="1081591" y="873271"/>
                  </a:lnTo>
                  <a:close/>
                  <a:moveTo>
                    <a:pt x="555418" y="147052"/>
                  </a:moveTo>
                  <a:lnTo>
                    <a:pt x="505091" y="174092"/>
                  </a:lnTo>
                  <a:lnTo>
                    <a:pt x="587223" y="118294"/>
                  </a:lnTo>
                  <a:close/>
                  <a:moveTo>
                    <a:pt x="587223" y="118294"/>
                  </a:moveTo>
                  <a:lnTo>
                    <a:pt x="505091" y="174092"/>
                  </a:lnTo>
                  <a:lnTo>
                    <a:pt x="553483" y="133335"/>
                  </a:lnTo>
                  <a:close/>
                  <a:moveTo>
                    <a:pt x="1807164" y="1574771"/>
                  </a:moveTo>
                  <a:lnTo>
                    <a:pt x="1827310" y="1558554"/>
                  </a:lnTo>
                  <a:lnTo>
                    <a:pt x="1770619" y="1563794"/>
                  </a:lnTo>
                  <a:close/>
                  <a:moveTo>
                    <a:pt x="1831553" y="1474756"/>
                  </a:moveTo>
                  <a:lnTo>
                    <a:pt x="1862449" y="1492555"/>
                  </a:lnTo>
                  <a:lnTo>
                    <a:pt x="1813110" y="1389657"/>
                  </a:lnTo>
                  <a:close/>
                  <a:moveTo>
                    <a:pt x="1813110" y="1389657"/>
                  </a:moveTo>
                  <a:lnTo>
                    <a:pt x="1914698" y="1391424"/>
                  </a:lnTo>
                  <a:lnTo>
                    <a:pt x="1883081" y="1371904"/>
                  </a:lnTo>
                  <a:close/>
                  <a:moveTo>
                    <a:pt x="1831553" y="1474756"/>
                  </a:moveTo>
                  <a:lnTo>
                    <a:pt x="1813110" y="1389657"/>
                  </a:lnTo>
                  <a:lnTo>
                    <a:pt x="1791302" y="1454119"/>
                  </a:lnTo>
                  <a:close/>
                  <a:moveTo>
                    <a:pt x="1813110" y="1389657"/>
                  </a:moveTo>
                  <a:lnTo>
                    <a:pt x="1780764" y="1371904"/>
                  </a:lnTo>
                  <a:lnTo>
                    <a:pt x="1791302" y="1454119"/>
                  </a:lnTo>
                  <a:close/>
                  <a:moveTo>
                    <a:pt x="1236943" y="744560"/>
                  </a:moveTo>
                  <a:lnTo>
                    <a:pt x="1285549" y="714183"/>
                  </a:lnTo>
                  <a:lnTo>
                    <a:pt x="1190583" y="634681"/>
                  </a:lnTo>
                  <a:close/>
                  <a:moveTo>
                    <a:pt x="1286594" y="714995"/>
                  </a:moveTo>
                  <a:lnTo>
                    <a:pt x="1370245" y="749091"/>
                  </a:lnTo>
                  <a:lnTo>
                    <a:pt x="1379934" y="675747"/>
                  </a:lnTo>
                  <a:close/>
                  <a:moveTo>
                    <a:pt x="1373983" y="472880"/>
                  </a:moveTo>
                  <a:lnTo>
                    <a:pt x="1381757" y="497049"/>
                  </a:lnTo>
                  <a:lnTo>
                    <a:pt x="1313354" y="391975"/>
                  </a:lnTo>
                  <a:close/>
                  <a:moveTo>
                    <a:pt x="1313354" y="391975"/>
                  </a:moveTo>
                  <a:lnTo>
                    <a:pt x="1381757" y="497049"/>
                  </a:lnTo>
                  <a:lnTo>
                    <a:pt x="1332060" y="42910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66" name="Candidate_density__2065">
              <a:extLst>
                <a:ext uri="{FF2B5EF4-FFF2-40B4-BE49-F238E27FC236}">
                  <a16:creationId xmlns:a16="http://schemas.microsoft.com/office/drawing/2014/main" id="{A736F57F-313D-F52D-C9FD-5B084A9143DC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2097073" cy="3030998"/>
            </a:xfrm>
            <a:custGeom>
              <a:avLst/>
              <a:gdLst/>
              <a:ahLst/>
              <a:cxnLst/>
              <a:rect l="0" t="0" r="0" b="0"/>
              <a:pathLst>
                <a:path w="2097073" h="3030998">
                  <a:moveTo>
                    <a:pt x="30767" y="2664580"/>
                  </a:moveTo>
                  <a:lnTo>
                    <a:pt x="105510" y="2740575"/>
                  </a:lnTo>
                  <a:lnTo>
                    <a:pt x="96836" y="2703386"/>
                  </a:lnTo>
                  <a:close/>
                  <a:moveTo>
                    <a:pt x="96836" y="2703386"/>
                  </a:moveTo>
                  <a:lnTo>
                    <a:pt x="68409" y="2702138"/>
                  </a:lnTo>
                  <a:lnTo>
                    <a:pt x="30767" y="2664580"/>
                  </a:lnTo>
                  <a:close/>
                  <a:moveTo>
                    <a:pt x="292269" y="2965963"/>
                  </a:moveTo>
                  <a:lnTo>
                    <a:pt x="392647" y="3030998"/>
                  </a:lnTo>
                  <a:lnTo>
                    <a:pt x="325080" y="2992447"/>
                  </a:lnTo>
                  <a:close/>
                  <a:moveTo>
                    <a:pt x="255297" y="2595652"/>
                  </a:moveTo>
                  <a:lnTo>
                    <a:pt x="212853" y="2636309"/>
                  </a:lnTo>
                  <a:lnTo>
                    <a:pt x="201704" y="2678722"/>
                  </a:lnTo>
                  <a:close/>
                  <a:moveTo>
                    <a:pt x="288159" y="2208799"/>
                  </a:moveTo>
                  <a:lnTo>
                    <a:pt x="364158" y="2214293"/>
                  </a:lnTo>
                  <a:lnTo>
                    <a:pt x="344805" y="2222608"/>
                  </a:lnTo>
                  <a:close/>
                  <a:moveTo>
                    <a:pt x="364158" y="2214293"/>
                  </a:moveTo>
                  <a:lnTo>
                    <a:pt x="421132" y="2221147"/>
                  </a:lnTo>
                  <a:lnTo>
                    <a:pt x="344805" y="2222608"/>
                  </a:lnTo>
                  <a:close/>
                  <a:moveTo>
                    <a:pt x="423981" y="2222759"/>
                  </a:moveTo>
                  <a:lnTo>
                    <a:pt x="510087" y="2266036"/>
                  </a:lnTo>
                  <a:lnTo>
                    <a:pt x="555981" y="2222425"/>
                  </a:lnTo>
                  <a:close/>
                  <a:moveTo>
                    <a:pt x="582969" y="2259872"/>
                  </a:moveTo>
                  <a:lnTo>
                    <a:pt x="603093" y="2194400"/>
                  </a:lnTo>
                  <a:lnTo>
                    <a:pt x="555981" y="2222425"/>
                  </a:lnTo>
                  <a:close/>
                  <a:moveTo>
                    <a:pt x="510087" y="2266036"/>
                  </a:moveTo>
                  <a:lnTo>
                    <a:pt x="582969" y="2259872"/>
                  </a:lnTo>
                  <a:lnTo>
                    <a:pt x="555981" y="2222425"/>
                  </a:lnTo>
                  <a:close/>
                  <a:moveTo>
                    <a:pt x="172681" y="1200934"/>
                  </a:moveTo>
                  <a:lnTo>
                    <a:pt x="187998" y="1320508"/>
                  </a:lnTo>
                  <a:lnTo>
                    <a:pt x="248630" y="1200198"/>
                  </a:lnTo>
                  <a:close/>
                  <a:moveTo>
                    <a:pt x="171993" y="1199856"/>
                  </a:moveTo>
                  <a:lnTo>
                    <a:pt x="172681" y="1200934"/>
                  </a:lnTo>
                  <a:lnTo>
                    <a:pt x="173599" y="1198328"/>
                  </a:lnTo>
                  <a:close/>
                  <a:moveTo>
                    <a:pt x="359020" y="1243635"/>
                  </a:moveTo>
                  <a:lnTo>
                    <a:pt x="346383" y="1287024"/>
                  </a:lnTo>
                  <a:lnTo>
                    <a:pt x="399400" y="1270044"/>
                  </a:lnTo>
                  <a:close/>
                  <a:moveTo>
                    <a:pt x="399400" y="1270044"/>
                  </a:moveTo>
                  <a:lnTo>
                    <a:pt x="346383" y="1287024"/>
                  </a:lnTo>
                  <a:lnTo>
                    <a:pt x="475009" y="1274074"/>
                  </a:lnTo>
                  <a:close/>
                  <a:moveTo>
                    <a:pt x="173599" y="1198328"/>
                  </a:moveTo>
                  <a:lnTo>
                    <a:pt x="197745" y="1080465"/>
                  </a:lnTo>
                  <a:lnTo>
                    <a:pt x="171993" y="1199856"/>
                  </a:lnTo>
                  <a:close/>
                  <a:moveTo>
                    <a:pt x="171993" y="1199856"/>
                  </a:moveTo>
                  <a:lnTo>
                    <a:pt x="197745" y="1080465"/>
                  </a:lnTo>
                  <a:lnTo>
                    <a:pt x="196805" y="1079204"/>
                  </a:lnTo>
                  <a:close/>
                  <a:moveTo>
                    <a:pt x="1289014" y="2300587"/>
                  </a:moveTo>
                  <a:lnTo>
                    <a:pt x="1391987" y="2277464"/>
                  </a:lnTo>
                  <a:lnTo>
                    <a:pt x="1358560" y="2204547"/>
                  </a:lnTo>
                  <a:close/>
                  <a:moveTo>
                    <a:pt x="1295765" y="2195006"/>
                  </a:moveTo>
                  <a:lnTo>
                    <a:pt x="1268307" y="2117237"/>
                  </a:lnTo>
                  <a:lnTo>
                    <a:pt x="1264934" y="2191779"/>
                  </a:lnTo>
                  <a:close/>
                  <a:moveTo>
                    <a:pt x="706482" y="1370201"/>
                  </a:moveTo>
                  <a:lnTo>
                    <a:pt x="720254" y="1459096"/>
                  </a:lnTo>
                  <a:lnTo>
                    <a:pt x="721297" y="1490280"/>
                  </a:lnTo>
                  <a:close/>
                  <a:moveTo>
                    <a:pt x="720254" y="1459096"/>
                  </a:moveTo>
                  <a:lnTo>
                    <a:pt x="706482" y="1370201"/>
                  </a:lnTo>
                  <a:lnTo>
                    <a:pt x="722638" y="1451844"/>
                  </a:lnTo>
                  <a:close/>
                  <a:moveTo>
                    <a:pt x="706482" y="1370201"/>
                  </a:moveTo>
                  <a:lnTo>
                    <a:pt x="705620" y="1369628"/>
                  </a:lnTo>
                  <a:lnTo>
                    <a:pt x="722638" y="1451844"/>
                  </a:lnTo>
                  <a:close/>
                  <a:moveTo>
                    <a:pt x="1845685" y="2624508"/>
                  </a:moveTo>
                  <a:lnTo>
                    <a:pt x="1792233" y="2685070"/>
                  </a:lnTo>
                  <a:lnTo>
                    <a:pt x="1815350" y="2676107"/>
                  </a:lnTo>
                  <a:close/>
                  <a:moveTo>
                    <a:pt x="1862078" y="2564418"/>
                  </a:moveTo>
                  <a:lnTo>
                    <a:pt x="1845685" y="2624508"/>
                  </a:lnTo>
                  <a:lnTo>
                    <a:pt x="1809207" y="2685070"/>
                  </a:lnTo>
                  <a:close/>
                  <a:moveTo>
                    <a:pt x="1508686" y="1985296"/>
                  </a:moveTo>
                  <a:lnTo>
                    <a:pt x="1432913" y="1980650"/>
                  </a:lnTo>
                  <a:lnTo>
                    <a:pt x="1458223" y="2011826"/>
                  </a:lnTo>
                  <a:close/>
                  <a:moveTo>
                    <a:pt x="1508686" y="1985296"/>
                  </a:moveTo>
                  <a:lnTo>
                    <a:pt x="1458223" y="2011826"/>
                  </a:lnTo>
                  <a:lnTo>
                    <a:pt x="1585775" y="1994859"/>
                  </a:lnTo>
                  <a:close/>
                  <a:moveTo>
                    <a:pt x="1192037" y="1742268"/>
                  </a:moveTo>
                  <a:lnTo>
                    <a:pt x="1224953" y="1703831"/>
                  </a:lnTo>
                  <a:lnTo>
                    <a:pt x="1142459" y="1667211"/>
                  </a:lnTo>
                  <a:close/>
                  <a:moveTo>
                    <a:pt x="1083458" y="1725272"/>
                  </a:moveTo>
                  <a:lnTo>
                    <a:pt x="1142459" y="1667211"/>
                  </a:lnTo>
                  <a:lnTo>
                    <a:pt x="1205684" y="1688395"/>
                  </a:lnTo>
                  <a:close/>
                  <a:moveTo>
                    <a:pt x="842357" y="1292755"/>
                  </a:moveTo>
                  <a:lnTo>
                    <a:pt x="800402" y="1331192"/>
                  </a:lnTo>
                  <a:lnTo>
                    <a:pt x="831133" y="1339185"/>
                  </a:lnTo>
                  <a:close/>
                  <a:moveTo>
                    <a:pt x="320736" y="545529"/>
                  </a:moveTo>
                  <a:lnTo>
                    <a:pt x="328285" y="552819"/>
                  </a:lnTo>
                  <a:lnTo>
                    <a:pt x="298600" y="526218"/>
                  </a:lnTo>
                  <a:close/>
                  <a:moveTo>
                    <a:pt x="41766" y="338476"/>
                  </a:moveTo>
                  <a:lnTo>
                    <a:pt x="67467" y="224958"/>
                  </a:lnTo>
                  <a:lnTo>
                    <a:pt x="15872" y="344610"/>
                  </a:lnTo>
                  <a:close/>
                  <a:moveTo>
                    <a:pt x="328285" y="552819"/>
                  </a:moveTo>
                  <a:lnTo>
                    <a:pt x="354751" y="573546"/>
                  </a:lnTo>
                  <a:lnTo>
                    <a:pt x="396854" y="614919"/>
                  </a:lnTo>
                  <a:close/>
                  <a:moveTo>
                    <a:pt x="1585775" y="1994859"/>
                  </a:moveTo>
                  <a:lnTo>
                    <a:pt x="1591314" y="1994255"/>
                  </a:lnTo>
                  <a:lnTo>
                    <a:pt x="1564540" y="1978924"/>
                  </a:lnTo>
                  <a:close/>
                  <a:moveTo>
                    <a:pt x="1585775" y="1994859"/>
                  </a:moveTo>
                  <a:lnTo>
                    <a:pt x="1564540" y="1978924"/>
                  </a:lnTo>
                  <a:lnTo>
                    <a:pt x="1508686" y="1985296"/>
                  </a:lnTo>
                  <a:close/>
                  <a:moveTo>
                    <a:pt x="1154193" y="1280678"/>
                  </a:moveTo>
                  <a:lnTo>
                    <a:pt x="1079598" y="1280435"/>
                  </a:lnTo>
                  <a:lnTo>
                    <a:pt x="1107544" y="1321467"/>
                  </a:lnTo>
                  <a:close/>
                  <a:moveTo>
                    <a:pt x="868676" y="1049148"/>
                  </a:moveTo>
                  <a:lnTo>
                    <a:pt x="905010" y="1128325"/>
                  </a:lnTo>
                  <a:lnTo>
                    <a:pt x="905708" y="1124150"/>
                  </a:lnTo>
                  <a:close/>
                  <a:moveTo>
                    <a:pt x="396854" y="614919"/>
                  </a:moveTo>
                  <a:lnTo>
                    <a:pt x="469984" y="609680"/>
                  </a:lnTo>
                  <a:lnTo>
                    <a:pt x="436695" y="607019"/>
                  </a:lnTo>
                  <a:close/>
                  <a:moveTo>
                    <a:pt x="469984" y="609680"/>
                  </a:moveTo>
                  <a:lnTo>
                    <a:pt x="491312" y="623208"/>
                  </a:lnTo>
                  <a:lnTo>
                    <a:pt x="436695" y="607019"/>
                  </a:lnTo>
                  <a:close/>
                  <a:moveTo>
                    <a:pt x="338685" y="349952"/>
                  </a:moveTo>
                  <a:lnTo>
                    <a:pt x="322294" y="399602"/>
                  </a:lnTo>
                  <a:lnTo>
                    <a:pt x="358115" y="370626"/>
                  </a:lnTo>
                  <a:close/>
                  <a:moveTo>
                    <a:pt x="358115" y="370626"/>
                  </a:moveTo>
                  <a:lnTo>
                    <a:pt x="322294" y="399602"/>
                  </a:lnTo>
                  <a:lnTo>
                    <a:pt x="321860" y="439601"/>
                  </a:lnTo>
                  <a:close/>
                  <a:moveTo>
                    <a:pt x="338685" y="349952"/>
                  </a:moveTo>
                  <a:lnTo>
                    <a:pt x="358115" y="370626"/>
                  </a:lnTo>
                  <a:lnTo>
                    <a:pt x="372518" y="308728"/>
                  </a:lnTo>
                  <a:close/>
                  <a:moveTo>
                    <a:pt x="0" y="59529"/>
                  </a:moveTo>
                  <a:lnTo>
                    <a:pt x="32394" y="21093"/>
                  </a:lnTo>
                  <a:lnTo>
                    <a:pt x="1709" y="141744"/>
                  </a:lnTo>
                  <a:close/>
                  <a:moveTo>
                    <a:pt x="0" y="59529"/>
                  </a:moveTo>
                  <a:lnTo>
                    <a:pt x="13715" y="18396"/>
                  </a:lnTo>
                  <a:lnTo>
                    <a:pt x="66467" y="429"/>
                  </a:lnTo>
                  <a:close/>
                  <a:moveTo>
                    <a:pt x="1591314" y="1994255"/>
                  </a:moveTo>
                  <a:lnTo>
                    <a:pt x="1616471" y="2015962"/>
                  </a:lnTo>
                  <a:lnTo>
                    <a:pt x="1653326" y="2032221"/>
                  </a:lnTo>
                  <a:close/>
                  <a:moveTo>
                    <a:pt x="1727232" y="2029882"/>
                  </a:moveTo>
                  <a:lnTo>
                    <a:pt x="1616471" y="2015962"/>
                  </a:lnTo>
                  <a:lnTo>
                    <a:pt x="1672633" y="2030896"/>
                  </a:lnTo>
                  <a:close/>
                  <a:moveTo>
                    <a:pt x="1727232" y="2029882"/>
                  </a:moveTo>
                  <a:lnTo>
                    <a:pt x="1653326" y="2032221"/>
                  </a:lnTo>
                  <a:lnTo>
                    <a:pt x="1616471" y="2015962"/>
                  </a:lnTo>
                  <a:close/>
                  <a:moveTo>
                    <a:pt x="2075683" y="2202464"/>
                  </a:moveTo>
                  <a:lnTo>
                    <a:pt x="2062266" y="2231346"/>
                  </a:lnTo>
                  <a:lnTo>
                    <a:pt x="2097073" y="2228478"/>
                  </a:lnTo>
                  <a:close/>
                  <a:moveTo>
                    <a:pt x="1407528" y="1464092"/>
                  </a:moveTo>
                  <a:lnTo>
                    <a:pt x="1362494" y="1583180"/>
                  </a:lnTo>
                  <a:lnTo>
                    <a:pt x="1373183" y="1542126"/>
                  </a:lnTo>
                  <a:close/>
                  <a:moveTo>
                    <a:pt x="1079598" y="1280435"/>
                  </a:moveTo>
                  <a:lnTo>
                    <a:pt x="1154193" y="1280678"/>
                  </a:lnTo>
                  <a:lnTo>
                    <a:pt x="1130515" y="1255604"/>
                  </a:lnTo>
                  <a:close/>
                  <a:moveTo>
                    <a:pt x="629087" y="571792"/>
                  </a:moveTo>
                  <a:lnTo>
                    <a:pt x="532610" y="628626"/>
                  </a:lnTo>
                  <a:lnTo>
                    <a:pt x="607578" y="630262"/>
                  </a:lnTo>
                  <a:close/>
                  <a:moveTo>
                    <a:pt x="613048" y="484739"/>
                  </a:moveTo>
                  <a:lnTo>
                    <a:pt x="629087" y="571792"/>
                  </a:lnTo>
                  <a:lnTo>
                    <a:pt x="629192" y="596599"/>
                  </a:lnTo>
                  <a:close/>
                  <a:moveTo>
                    <a:pt x="352791" y="298426"/>
                  </a:moveTo>
                  <a:lnTo>
                    <a:pt x="384467" y="249111"/>
                  </a:lnTo>
                  <a:lnTo>
                    <a:pt x="388076" y="229301"/>
                  </a:lnTo>
                  <a:close/>
                  <a:moveTo>
                    <a:pt x="352791" y="298426"/>
                  </a:moveTo>
                  <a:lnTo>
                    <a:pt x="372518" y="308728"/>
                  </a:lnTo>
                  <a:lnTo>
                    <a:pt x="384467" y="249111"/>
                  </a:lnTo>
                  <a:close/>
                  <a:moveTo>
                    <a:pt x="338685" y="349952"/>
                  </a:moveTo>
                  <a:lnTo>
                    <a:pt x="372518" y="308728"/>
                  </a:lnTo>
                  <a:lnTo>
                    <a:pt x="335512" y="328411"/>
                  </a:lnTo>
                  <a:close/>
                  <a:moveTo>
                    <a:pt x="372518" y="308728"/>
                  </a:moveTo>
                  <a:lnTo>
                    <a:pt x="398105" y="267738"/>
                  </a:lnTo>
                  <a:lnTo>
                    <a:pt x="384467" y="249111"/>
                  </a:lnTo>
                  <a:close/>
                  <a:moveTo>
                    <a:pt x="397744" y="187843"/>
                  </a:moveTo>
                  <a:lnTo>
                    <a:pt x="384467" y="249111"/>
                  </a:lnTo>
                  <a:lnTo>
                    <a:pt x="398105" y="267738"/>
                  </a:lnTo>
                  <a:close/>
                  <a:moveTo>
                    <a:pt x="203307" y="18189"/>
                  </a:moveTo>
                  <a:lnTo>
                    <a:pt x="97939" y="0"/>
                  </a:lnTo>
                  <a:lnTo>
                    <a:pt x="155555" y="13751"/>
                  </a:lnTo>
                  <a:close/>
                  <a:moveTo>
                    <a:pt x="2008688" y="2081812"/>
                  </a:moveTo>
                  <a:lnTo>
                    <a:pt x="2006823" y="2087511"/>
                  </a:lnTo>
                  <a:lnTo>
                    <a:pt x="2034280" y="2118844"/>
                  </a:lnTo>
                  <a:close/>
                  <a:moveTo>
                    <a:pt x="2066308" y="2192898"/>
                  </a:moveTo>
                  <a:lnTo>
                    <a:pt x="2062266" y="2231346"/>
                  </a:lnTo>
                  <a:lnTo>
                    <a:pt x="2075683" y="2202464"/>
                  </a:lnTo>
                  <a:close/>
                  <a:moveTo>
                    <a:pt x="1719964" y="1572305"/>
                  </a:moveTo>
                  <a:lnTo>
                    <a:pt x="1718951" y="1592871"/>
                  </a:lnTo>
                  <a:lnTo>
                    <a:pt x="1755103" y="1506306"/>
                  </a:lnTo>
                  <a:close/>
                  <a:moveTo>
                    <a:pt x="1677503" y="1477009"/>
                  </a:moveTo>
                  <a:lnTo>
                    <a:pt x="1719964" y="1572305"/>
                  </a:lnTo>
                  <a:lnTo>
                    <a:pt x="1724206" y="1488507"/>
                  </a:lnTo>
                  <a:close/>
                  <a:moveTo>
                    <a:pt x="1724206" y="1488507"/>
                  </a:moveTo>
                  <a:lnTo>
                    <a:pt x="1719964" y="1572305"/>
                  </a:lnTo>
                  <a:lnTo>
                    <a:pt x="1755103" y="1506306"/>
                  </a:lnTo>
                  <a:close/>
                  <a:moveTo>
                    <a:pt x="1029152" y="728599"/>
                  </a:moveTo>
                  <a:lnTo>
                    <a:pt x="1019863" y="684155"/>
                  </a:lnTo>
                  <a:lnTo>
                    <a:pt x="1083236" y="648432"/>
                  </a:lnTo>
                  <a:close/>
                  <a:moveTo>
                    <a:pt x="1272587" y="689498"/>
                  </a:moveTo>
                  <a:lnTo>
                    <a:pt x="1262898" y="762842"/>
                  </a:lnTo>
                  <a:lnTo>
                    <a:pt x="1288713" y="699357"/>
                  </a:lnTo>
                  <a:close/>
                  <a:moveTo>
                    <a:pt x="1288713" y="699357"/>
                  </a:moveTo>
                  <a:lnTo>
                    <a:pt x="1262898" y="762842"/>
                  </a:lnTo>
                  <a:lnTo>
                    <a:pt x="1301549" y="727934"/>
                  </a:lnTo>
                  <a:close/>
                  <a:moveTo>
                    <a:pt x="1288713" y="699357"/>
                  </a:moveTo>
                  <a:lnTo>
                    <a:pt x="1254027" y="627463"/>
                  </a:lnTo>
                  <a:lnTo>
                    <a:pt x="1272587" y="689498"/>
                  </a:lnTo>
                  <a:close/>
                  <a:moveTo>
                    <a:pt x="1254027" y="627463"/>
                  </a:moveTo>
                  <a:lnTo>
                    <a:pt x="1233031" y="607282"/>
                  </a:lnTo>
                  <a:lnTo>
                    <a:pt x="1272587" y="689498"/>
                  </a:lnTo>
                  <a:close/>
                  <a:moveTo>
                    <a:pt x="1265476" y="557277"/>
                  </a:moveTo>
                  <a:lnTo>
                    <a:pt x="1254027" y="627463"/>
                  </a:lnTo>
                  <a:lnTo>
                    <a:pt x="1274727" y="525067"/>
                  </a:lnTo>
                  <a:close/>
                  <a:moveTo>
                    <a:pt x="1233031" y="607282"/>
                  </a:moveTo>
                  <a:lnTo>
                    <a:pt x="1254027" y="627463"/>
                  </a:lnTo>
                  <a:lnTo>
                    <a:pt x="1265476" y="557277"/>
                  </a:lnTo>
                  <a:close/>
                  <a:moveTo>
                    <a:pt x="1265476" y="557277"/>
                  </a:moveTo>
                  <a:lnTo>
                    <a:pt x="1274411" y="510800"/>
                  </a:lnTo>
                  <a:lnTo>
                    <a:pt x="1233031" y="607282"/>
                  </a:lnTo>
                  <a:close/>
                  <a:moveTo>
                    <a:pt x="1233031" y="607282"/>
                  </a:moveTo>
                  <a:lnTo>
                    <a:pt x="1274411" y="510800"/>
                  </a:lnTo>
                  <a:lnTo>
                    <a:pt x="1266636" y="486631"/>
                  </a:lnTo>
                  <a:close/>
                  <a:moveTo>
                    <a:pt x="1274411" y="510800"/>
                  </a:moveTo>
                  <a:lnTo>
                    <a:pt x="1265476" y="557277"/>
                  </a:lnTo>
                  <a:lnTo>
                    <a:pt x="1274727" y="52506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67" name="Candidate_density__2066">
              <a:extLst>
                <a:ext uri="{FF2B5EF4-FFF2-40B4-BE49-F238E27FC236}">
                  <a16:creationId xmlns:a16="http://schemas.microsoft.com/office/drawing/2014/main" id="{50C542FC-1B0A-75C3-25F6-08052F5B7646}"/>
                </a:ext>
              </a:extLst>
            </p:cNvPr>
            <p:cNvSpPr>
              <a:spLocks noGrp="1"/>
            </p:cNvSpPr>
            <p:nvPr/>
          </p:nvSpPr>
          <p:spPr>
            <a:xfrm>
              <a:off x="4501318" y="2029296"/>
              <a:ext cx="2057553" cy="2837641"/>
            </a:xfrm>
            <a:custGeom>
              <a:avLst/>
              <a:gdLst/>
              <a:ahLst/>
              <a:cxnLst/>
              <a:rect l="0" t="0" r="0" b="0"/>
              <a:pathLst>
                <a:path w="2057553" h="2837641">
                  <a:moveTo>
                    <a:pt x="144821" y="2624924"/>
                  </a:moveTo>
                  <a:lnTo>
                    <a:pt x="85385" y="2692218"/>
                  </a:lnTo>
                  <a:lnTo>
                    <a:pt x="93048" y="2690279"/>
                  </a:lnTo>
                  <a:close/>
                  <a:moveTo>
                    <a:pt x="26044" y="2674693"/>
                  </a:moveTo>
                  <a:lnTo>
                    <a:pt x="85385" y="2692218"/>
                  </a:lnTo>
                  <a:lnTo>
                    <a:pt x="144821" y="2624924"/>
                  </a:lnTo>
                  <a:close/>
                  <a:moveTo>
                    <a:pt x="151852" y="2569627"/>
                  </a:moveTo>
                  <a:lnTo>
                    <a:pt x="145902" y="2603518"/>
                  </a:lnTo>
                  <a:lnTo>
                    <a:pt x="93048" y="2690279"/>
                  </a:lnTo>
                  <a:close/>
                  <a:moveTo>
                    <a:pt x="169634" y="2502490"/>
                  </a:moveTo>
                  <a:lnTo>
                    <a:pt x="145902" y="2603518"/>
                  </a:lnTo>
                  <a:lnTo>
                    <a:pt x="151852" y="2569627"/>
                  </a:lnTo>
                  <a:close/>
                  <a:moveTo>
                    <a:pt x="328535" y="2515633"/>
                  </a:moveTo>
                  <a:lnTo>
                    <a:pt x="418058" y="2443585"/>
                  </a:lnTo>
                  <a:lnTo>
                    <a:pt x="304551" y="2448975"/>
                  </a:lnTo>
                  <a:close/>
                  <a:moveTo>
                    <a:pt x="371352" y="2268960"/>
                  </a:moveTo>
                  <a:lnTo>
                    <a:pt x="313472" y="2328324"/>
                  </a:lnTo>
                  <a:lnTo>
                    <a:pt x="350344" y="2253874"/>
                  </a:lnTo>
                  <a:close/>
                  <a:moveTo>
                    <a:pt x="422028" y="2243226"/>
                  </a:moveTo>
                  <a:lnTo>
                    <a:pt x="371352" y="2268960"/>
                  </a:lnTo>
                  <a:lnTo>
                    <a:pt x="350344" y="2253874"/>
                  </a:lnTo>
                  <a:close/>
                  <a:moveTo>
                    <a:pt x="371352" y="2268960"/>
                  </a:moveTo>
                  <a:lnTo>
                    <a:pt x="422028" y="2243226"/>
                  </a:lnTo>
                  <a:lnTo>
                    <a:pt x="376455" y="2246109"/>
                  </a:lnTo>
                  <a:close/>
                  <a:moveTo>
                    <a:pt x="422028" y="2243226"/>
                  </a:moveTo>
                  <a:lnTo>
                    <a:pt x="470767" y="2207673"/>
                  </a:lnTo>
                  <a:lnTo>
                    <a:pt x="376455" y="2246109"/>
                  </a:lnTo>
                  <a:close/>
                  <a:moveTo>
                    <a:pt x="494189" y="2201867"/>
                  </a:moveTo>
                  <a:lnTo>
                    <a:pt x="470767" y="2207673"/>
                  </a:lnTo>
                  <a:lnTo>
                    <a:pt x="547581" y="2258553"/>
                  </a:lnTo>
                  <a:close/>
                  <a:moveTo>
                    <a:pt x="547581" y="2258553"/>
                  </a:moveTo>
                  <a:lnTo>
                    <a:pt x="470767" y="2207673"/>
                  </a:lnTo>
                  <a:lnTo>
                    <a:pt x="470507" y="2209280"/>
                  </a:lnTo>
                  <a:close/>
                  <a:moveTo>
                    <a:pt x="470507" y="2209280"/>
                  </a:moveTo>
                  <a:lnTo>
                    <a:pt x="470767" y="2207673"/>
                  </a:lnTo>
                  <a:lnTo>
                    <a:pt x="422028" y="2243226"/>
                  </a:lnTo>
                  <a:close/>
                  <a:moveTo>
                    <a:pt x="317007" y="1758160"/>
                  </a:moveTo>
                  <a:lnTo>
                    <a:pt x="331389" y="1840376"/>
                  </a:lnTo>
                  <a:lnTo>
                    <a:pt x="398634" y="1818591"/>
                  </a:lnTo>
                  <a:close/>
                  <a:moveTo>
                    <a:pt x="25638" y="1579185"/>
                  </a:moveTo>
                  <a:lnTo>
                    <a:pt x="110321" y="1570931"/>
                  </a:lnTo>
                  <a:lnTo>
                    <a:pt x="72861" y="1501293"/>
                  </a:lnTo>
                  <a:close/>
                  <a:moveTo>
                    <a:pt x="135106" y="1473078"/>
                  </a:moveTo>
                  <a:lnTo>
                    <a:pt x="72861" y="1501293"/>
                  </a:lnTo>
                  <a:lnTo>
                    <a:pt x="110321" y="1570931"/>
                  </a:lnTo>
                  <a:close/>
                  <a:moveTo>
                    <a:pt x="163645" y="1404090"/>
                  </a:moveTo>
                  <a:lnTo>
                    <a:pt x="72861" y="1501293"/>
                  </a:lnTo>
                  <a:lnTo>
                    <a:pt x="135106" y="1473078"/>
                  </a:lnTo>
                  <a:close/>
                  <a:moveTo>
                    <a:pt x="760347" y="2130799"/>
                  </a:moveTo>
                  <a:lnTo>
                    <a:pt x="821291" y="2190970"/>
                  </a:lnTo>
                  <a:lnTo>
                    <a:pt x="838068" y="2104077"/>
                  </a:lnTo>
                  <a:close/>
                  <a:moveTo>
                    <a:pt x="628381" y="1596625"/>
                  </a:moveTo>
                  <a:lnTo>
                    <a:pt x="564741" y="1681287"/>
                  </a:lnTo>
                  <a:lnTo>
                    <a:pt x="593243" y="1642851"/>
                  </a:lnTo>
                  <a:close/>
                  <a:moveTo>
                    <a:pt x="628381" y="1596625"/>
                  </a:moveTo>
                  <a:lnTo>
                    <a:pt x="583918" y="1645585"/>
                  </a:lnTo>
                  <a:lnTo>
                    <a:pt x="564741" y="1681287"/>
                  </a:lnTo>
                  <a:close/>
                  <a:moveTo>
                    <a:pt x="428165" y="1405364"/>
                  </a:moveTo>
                  <a:lnTo>
                    <a:pt x="411799" y="1396206"/>
                  </a:lnTo>
                  <a:lnTo>
                    <a:pt x="378529" y="1434984"/>
                  </a:lnTo>
                  <a:close/>
                  <a:moveTo>
                    <a:pt x="411799" y="1396206"/>
                  </a:moveTo>
                  <a:lnTo>
                    <a:pt x="423825" y="1389137"/>
                  </a:lnTo>
                  <a:lnTo>
                    <a:pt x="369397" y="1434642"/>
                  </a:lnTo>
                  <a:close/>
                  <a:moveTo>
                    <a:pt x="374159" y="1338028"/>
                  </a:moveTo>
                  <a:lnTo>
                    <a:pt x="423825" y="1389137"/>
                  </a:lnTo>
                  <a:lnTo>
                    <a:pt x="478282" y="1314086"/>
                  </a:lnTo>
                  <a:close/>
                  <a:moveTo>
                    <a:pt x="1764750" y="2755426"/>
                  </a:moveTo>
                  <a:lnTo>
                    <a:pt x="1732742" y="2723866"/>
                  </a:lnTo>
                  <a:lnTo>
                    <a:pt x="1686915" y="2699452"/>
                  </a:lnTo>
                  <a:close/>
                  <a:moveTo>
                    <a:pt x="989306" y="1971711"/>
                  </a:moveTo>
                  <a:lnTo>
                    <a:pt x="1038243" y="2014399"/>
                  </a:lnTo>
                  <a:lnTo>
                    <a:pt x="1051704" y="1933275"/>
                  </a:lnTo>
                  <a:close/>
                  <a:moveTo>
                    <a:pt x="1050066" y="1851060"/>
                  </a:moveTo>
                  <a:lnTo>
                    <a:pt x="1047529" y="1854788"/>
                  </a:lnTo>
                  <a:lnTo>
                    <a:pt x="989306" y="1971711"/>
                  </a:lnTo>
                  <a:close/>
                  <a:moveTo>
                    <a:pt x="1051704" y="1933275"/>
                  </a:moveTo>
                  <a:lnTo>
                    <a:pt x="1050066" y="1851060"/>
                  </a:lnTo>
                  <a:lnTo>
                    <a:pt x="989306" y="1971711"/>
                  </a:lnTo>
                  <a:close/>
                  <a:moveTo>
                    <a:pt x="750227" y="1558323"/>
                  </a:moveTo>
                  <a:lnTo>
                    <a:pt x="695122" y="1567501"/>
                  </a:lnTo>
                  <a:lnTo>
                    <a:pt x="628381" y="1596625"/>
                  </a:lnTo>
                  <a:close/>
                  <a:moveTo>
                    <a:pt x="529280" y="1289557"/>
                  </a:moveTo>
                  <a:lnTo>
                    <a:pt x="435609" y="1388162"/>
                  </a:lnTo>
                  <a:lnTo>
                    <a:pt x="484528" y="1357769"/>
                  </a:lnTo>
                  <a:close/>
                  <a:moveTo>
                    <a:pt x="423825" y="1389137"/>
                  </a:moveTo>
                  <a:lnTo>
                    <a:pt x="435609" y="1388162"/>
                  </a:lnTo>
                  <a:lnTo>
                    <a:pt x="529280" y="1289557"/>
                  </a:lnTo>
                  <a:close/>
                  <a:moveTo>
                    <a:pt x="478282" y="1314086"/>
                  </a:moveTo>
                  <a:lnTo>
                    <a:pt x="423825" y="1389137"/>
                  </a:lnTo>
                  <a:lnTo>
                    <a:pt x="529280" y="1289557"/>
                  </a:lnTo>
                  <a:close/>
                  <a:moveTo>
                    <a:pt x="1848251" y="2716989"/>
                  </a:moveTo>
                  <a:lnTo>
                    <a:pt x="1871900" y="2809839"/>
                  </a:lnTo>
                  <a:lnTo>
                    <a:pt x="1871006" y="2746951"/>
                  </a:lnTo>
                  <a:close/>
                  <a:moveTo>
                    <a:pt x="1769484" y="2837641"/>
                  </a:moveTo>
                  <a:lnTo>
                    <a:pt x="1871900" y="2809839"/>
                  </a:lnTo>
                  <a:lnTo>
                    <a:pt x="1848251" y="2716989"/>
                  </a:lnTo>
                  <a:close/>
                  <a:moveTo>
                    <a:pt x="1764750" y="2755426"/>
                  </a:moveTo>
                  <a:lnTo>
                    <a:pt x="1769484" y="2837641"/>
                  </a:lnTo>
                  <a:lnTo>
                    <a:pt x="1848251" y="2716989"/>
                  </a:lnTo>
                  <a:close/>
                  <a:moveTo>
                    <a:pt x="1871900" y="2809839"/>
                  </a:moveTo>
                  <a:lnTo>
                    <a:pt x="1922412" y="2799204"/>
                  </a:lnTo>
                  <a:lnTo>
                    <a:pt x="1871006" y="2746951"/>
                  </a:lnTo>
                  <a:close/>
                  <a:moveTo>
                    <a:pt x="1050066" y="1851060"/>
                  </a:moveTo>
                  <a:lnTo>
                    <a:pt x="1051704" y="1933275"/>
                  </a:lnTo>
                  <a:lnTo>
                    <a:pt x="1082333" y="1894838"/>
                  </a:lnTo>
                  <a:close/>
                  <a:moveTo>
                    <a:pt x="1050066" y="1851060"/>
                  </a:moveTo>
                  <a:lnTo>
                    <a:pt x="1082333" y="1894838"/>
                  </a:lnTo>
                  <a:lnTo>
                    <a:pt x="1067184" y="1812623"/>
                  </a:lnTo>
                  <a:close/>
                  <a:moveTo>
                    <a:pt x="1085622" y="1761136"/>
                  </a:moveTo>
                  <a:lnTo>
                    <a:pt x="1050066" y="1851060"/>
                  </a:lnTo>
                  <a:lnTo>
                    <a:pt x="1067184" y="1812623"/>
                  </a:lnTo>
                  <a:close/>
                  <a:moveTo>
                    <a:pt x="1981182" y="2781587"/>
                  </a:moveTo>
                  <a:lnTo>
                    <a:pt x="1871006" y="2746951"/>
                  </a:lnTo>
                  <a:lnTo>
                    <a:pt x="1922412" y="2799204"/>
                  </a:lnTo>
                  <a:close/>
                  <a:moveTo>
                    <a:pt x="1869041" y="2712072"/>
                  </a:moveTo>
                  <a:lnTo>
                    <a:pt x="1871006" y="2746951"/>
                  </a:lnTo>
                  <a:lnTo>
                    <a:pt x="1981182" y="2781587"/>
                  </a:lnTo>
                  <a:close/>
                  <a:moveTo>
                    <a:pt x="1939802" y="2715136"/>
                  </a:moveTo>
                  <a:lnTo>
                    <a:pt x="1869041" y="2712072"/>
                  </a:lnTo>
                  <a:lnTo>
                    <a:pt x="1981182" y="2781587"/>
                  </a:lnTo>
                  <a:close/>
                  <a:moveTo>
                    <a:pt x="1848251" y="2716989"/>
                  </a:moveTo>
                  <a:lnTo>
                    <a:pt x="1871006" y="2746951"/>
                  </a:lnTo>
                  <a:lnTo>
                    <a:pt x="1869041" y="2712072"/>
                  </a:lnTo>
                  <a:close/>
                  <a:moveTo>
                    <a:pt x="1085622" y="1761136"/>
                  </a:moveTo>
                  <a:lnTo>
                    <a:pt x="1144867" y="1767443"/>
                  </a:lnTo>
                  <a:lnTo>
                    <a:pt x="1124454" y="1730408"/>
                  </a:lnTo>
                  <a:close/>
                  <a:moveTo>
                    <a:pt x="1144867" y="1767443"/>
                  </a:moveTo>
                  <a:lnTo>
                    <a:pt x="1173991" y="1691972"/>
                  </a:lnTo>
                  <a:lnTo>
                    <a:pt x="1124454" y="1730408"/>
                  </a:lnTo>
                  <a:close/>
                  <a:moveTo>
                    <a:pt x="1991930" y="2514123"/>
                  </a:moveTo>
                  <a:lnTo>
                    <a:pt x="2057553" y="2557902"/>
                  </a:lnTo>
                  <a:lnTo>
                    <a:pt x="2015870" y="2475686"/>
                  </a:lnTo>
                  <a:close/>
                  <a:moveTo>
                    <a:pt x="1330700" y="1689724"/>
                  </a:moveTo>
                  <a:lnTo>
                    <a:pt x="1282908" y="1684521"/>
                  </a:lnTo>
                  <a:lnTo>
                    <a:pt x="1375224" y="1735750"/>
                  </a:lnTo>
                  <a:close/>
                  <a:moveTo>
                    <a:pt x="547634" y="749169"/>
                  </a:moveTo>
                  <a:lnTo>
                    <a:pt x="554736" y="739126"/>
                  </a:lnTo>
                  <a:lnTo>
                    <a:pt x="458184" y="787605"/>
                  </a:lnTo>
                  <a:close/>
                  <a:moveTo>
                    <a:pt x="1278759" y="1387617"/>
                  </a:moveTo>
                  <a:lnTo>
                    <a:pt x="1208823" y="1406890"/>
                  </a:lnTo>
                  <a:lnTo>
                    <a:pt x="1296998" y="1472881"/>
                  </a:lnTo>
                  <a:close/>
                  <a:moveTo>
                    <a:pt x="1413161" y="1504170"/>
                  </a:moveTo>
                  <a:lnTo>
                    <a:pt x="1375132" y="1450668"/>
                  </a:lnTo>
                  <a:lnTo>
                    <a:pt x="1284092" y="1515464"/>
                  </a:lnTo>
                  <a:close/>
                  <a:moveTo>
                    <a:pt x="1375132" y="1450668"/>
                  </a:moveTo>
                  <a:lnTo>
                    <a:pt x="1392347" y="1426350"/>
                  </a:lnTo>
                  <a:lnTo>
                    <a:pt x="1296998" y="1472881"/>
                  </a:lnTo>
                  <a:close/>
                  <a:moveTo>
                    <a:pt x="699700" y="794185"/>
                  </a:moveTo>
                  <a:lnTo>
                    <a:pt x="742947" y="719525"/>
                  </a:lnTo>
                  <a:lnTo>
                    <a:pt x="660484" y="725974"/>
                  </a:lnTo>
                  <a:close/>
                  <a:moveTo>
                    <a:pt x="742947" y="719525"/>
                  </a:moveTo>
                  <a:lnTo>
                    <a:pt x="720910" y="637349"/>
                  </a:lnTo>
                  <a:lnTo>
                    <a:pt x="660484" y="725974"/>
                  </a:lnTo>
                  <a:close/>
                  <a:moveTo>
                    <a:pt x="65209" y="23497"/>
                  </a:moveTo>
                  <a:lnTo>
                    <a:pt x="0" y="58348"/>
                  </a:lnTo>
                  <a:lnTo>
                    <a:pt x="121275" y="17915"/>
                  </a:lnTo>
                  <a:close/>
                  <a:moveTo>
                    <a:pt x="191014" y="0"/>
                  </a:moveTo>
                  <a:lnTo>
                    <a:pt x="65209" y="23497"/>
                  </a:lnTo>
                  <a:lnTo>
                    <a:pt x="121275" y="17915"/>
                  </a:lnTo>
                  <a:close/>
                  <a:moveTo>
                    <a:pt x="1531350" y="1503634"/>
                  </a:moveTo>
                  <a:lnTo>
                    <a:pt x="1437726" y="1532883"/>
                  </a:lnTo>
                  <a:lnTo>
                    <a:pt x="1547941" y="1514230"/>
                  </a:lnTo>
                  <a:close/>
                  <a:moveTo>
                    <a:pt x="1547941" y="1514230"/>
                  </a:moveTo>
                  <a:lnTo>
                    <a:pt x="1437726" y="1532883"/>
                  </a:lnTo>
                  <a:lnTo>
                    <a:pt x="1422678" y="1539752"/>
                  </a:lnTo>
                  <a:close/>
                  <a:moveTo>
                    <a:pt x="1437726" y="1532883"/>
                  </a:moveTo>
                  <a:lnTo>
                    <a:pt x="1531350" y="1503634"/>
                  </a:lnTo>
                  <a:lnTo>
                    <a:pt x="1413161" y="1504170"/>
                  </a:lnTo>
                  <a:close/>
                  <a:moveTo>
                    <a:pt x="1413161" y="1504170"/>
                  </a:moveTo>
                  <a:lnTo>
                    <a:pt x="1531350" y="1503634"/>
                  </a:lnTo>
                  <a:lnTo>
                    <a:pt x="1536897" y="1472938"/>
                  </a:lnTo>
                  <a:close/>
                  <a:moveTo>
                    <a:pt x="1413161" y="1504170"/>
                  </a:moveTo>
                  <a:lnTo>
                    <a:pt x="1536897" y="1472938"/>
                  </a:lnTo>
                  <a:lnTo>
                    <a:pt x="1455967" y="1449010"/>
                  </a:lnTo>
                  <a:close/>
                  <a:moveTo>
                    <a:pt x="1413161" y="1504170"/>
                  </a:moveTo>
                  <a:lnTo>
                    <a:pt x="1415294" y="1412232"/>
                  </a:lnTo>
                  <a:lnTo>
                    <a:pt x="1375132" y="1450668"/>
                  </a:lnTo>
                  <a:close/>
                  <a:moveTo>
                    <a:pt x="1415294" y="1412232"/>
                  </a:moveTo>
                  <a:lnTo>
                    <a:pt x="1392347" y="1426350"/>
                  </a:lnTo>
                  <a:lnTo>
                    <a:pt x="1375132" y="1450668"/>
                  </a:lnTo>
                  <a:close/>
                  <a:moveTo>
                    <a:pt x="1393914" y="1217008"/>
                  </a:moveTo>
                  <a:lnTo>
                    <a:pt x="1356546" y="1165586"/>
                  </a:lnTo>
                  <a:lnTo>
                    <a:pt x="1259672" y="1208960"/>
                  </a:lnTo>
                  <a:close/>
                  <a:moveTo>
                    <a:pt x="1393914" y="1217008"/>
                  </a:moveTo>
                  <a:lnTo>
                    <a:pt x="1412990" y="1138897"/>
                  </a:lnTo>
                  <a:lnTo>
                    <a:pt x="1356546" y="1165586"/>
                  </a:lnTo>
                  <a:close/>
                  <a:moveTo>
                    <a:pt x="1863029" y="1538226"/>
                  </a:moveTo>
                  <a:lnTo>
                    <a:pt x="1905633" y="1620441"/>
                  </a:lnTo>
                  <a:lnTo>
                    <a:pt x="1970490" y="1589173"/>
                  </a:lnTo>
                  <a:close/>
                  <a:moveTo>
                    <a:pt x="1092006" y="708994"/>
                  </a:moveTo>
                  <a:lnTo>
                    <a:pt x="1101411" y="709969"/>
                  </a:lnTo>
                  <a:lnTo>
                    <a:pt x="1211190" y="660740"/>
                  </a:lnTo>
                  <a:close/>
                  <a:moveTo>
                    <a:pt x="1163926" y="699235"/>
                  </a:moveTo>
                  <a:lnTo>
                    <a:pt x="1092006" y="708994"/>
                  </a:lnTo>
                  <a:lnTo>
                    <a:pt x="1211190" y="660740"/>
                  </a:lnTo>
                  <a:close/>
                  <a:moveTo>
                    <a:pt x="1273581" y="615353"/>
                  </a:moveTo>
                  <a:lnTo>
                    <a:pt x="1163926" y="699235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273581" y="615353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335906" y="640512"/>
                  </a:lnTo>
                  <a:lnTo>
                    <a:pt x="1273581" y="615353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68" name="Candidate_density__2067">
              <a:extLst>
                <a:ext uri="{FF2B5EF4-FFF2-40B4-BE49-F238E27FC236}">
                  <a16:creationId xmlns:a16="http://schemas.microsoft.com/office/drawing/2014/main" id="{D56BE9C9-9667-8D48-66C9-BCB7DB020BEB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1845685" cy="2689960"/>
            </a:xfrm>
            <a:custGeom>
              <a:avLst/>
              <a:gdLst/>
              <a:ahLst/>
              <a:cxnLst/>
              <a:rect l="0" t="0" r="0" b="0"/>
              <a:pathLst>
                <a:path w="1845685" h="2689960">
                  <a:moveTo>
                    <a:pt x="246702" y="2378620"/>
                  </a:moveTo>
                  <a:lnTo>
                    <a:pt x="195003" y="2417056"/>
                  </a:lnTo>
                  <a:lnTo>
                    <a:pt x="271387" y="2361296"/>
                  </a:lnTo>
                  <a:close/>
                  <a:moveTo>
                    <a:pt x="121096" y="1523374"/>
                  </a:moveTo>
                  <a:lnTo>
                    <a:pt x="141681" y="1426321"/>
                  </a:lnTo>
                  <a:lnTo>
                    <a:pt x="151111" y="1402723"/>
                  </a:lnTo>
                  <a:close/>
                  <a:moveTo>
                    <a:pt x="121096" y="1523374"/>
                  </a:moveTo>
                  <a:lnTo>
                    <a:pt x="151111" y="1402723"/>
                  </a:lnTo>
                  <a:lnTo>
                    <a:pt x="135471" y="1484938"/>
                  </a:lnTo>
                  <a:close/>
                  <a:moveTo>
                    <a:pt x="151111" y="1402723"/>
                  </a:moveTo>
                  <a:lnTo>
                    <a:pt x="141681" y="1426321"/>
                  </a:lnTo>
                  <a:lnTo>
                    <a:pt x="162445" y="1371829"/>
                  </a:lnTo>
                  <a:close/>
                  <a:moveTo>
                    <a:pt x="162445" y="1371829"/>
                  </a:moveTo>
                  <a:lnTo>
                    <a:pt x="184963" y="1291042"/>
                  </a:lnTo>
                  <a:lnTo>
                    <a:pt x="151111" y="1402723"/>
                  </a:lnTo>
                  <a:close/>
                  <a:moveTo>
                    <a:pt x="184963" y="1291042"/>
                  </a:moveTo>
                  <a:lnTo>
                    <a:pt x="162445" y="1371829"/>
                  </a:lnTo>
                  <a:lnTo>
                    <a:pt x="187998" y="1320508"/>
                  </a:lnTo>
                  <a:close/>
                  <a:moveTo>
                    <a:pt x="184963" y="1291042"/>
                  </a:moveTo>
                  <a:lnTo>
                    <a:pt x="187998" y="1320508"/>
                  </a:lnTo>
                  <a:lnTo>
                    <a:pt x="172681" y="1200934"/>
                  </a:lnTo>
                  <a:close/>
                  <a:moveTo>
                    <a:pt x="184963" y="1291042"/>
                  </a:moveTo>
                  <a:lnTo>
                    <a:pt x="172681" y="1200934"/>
                  </a:lnTo>
                  <a:lnTo>
                    <a:pt x="183604" y="1282071"/>
                  </a:lnTo>
                  <a:close/>
                  <a:moveTo>
                    <a:pt x="172681" y="1200934"/>
                  </a:moveTo>
                  <a:lnTo>
                    <a:pt x="171993" y="1199856"/>
                  </a:lnTo>
                  <a:lnTo>
                    <a:pt x="183604" y="1282071"/>
                  </a:lnTo>
                  <a:close/>
                  <a:moveTo>
                    <a:pt x="554609" y="1571686"/>
                  </a:moveTo>
                  <a:lnTo>
                    <a:pt x="572580" y="1575421"/>
                  </a:lnTo>
                  <a:lnTo>
                    <a:pt x="626260" y="1560919"/>
                  </a:lnTo>
                  <a:close/>
                  <a:moveTo>
                    <a:pt x="626260" y="1560919"/>
                  </a:moveTo>
                  <a:lnTo>
                    <a:pt x="572580" y="1575421"/>
                  </a:lnTo>
                  <a:lnTo>
                    <a:pt x="693181" y="1532466"/>
                  </a:lnTo>
                  <a:close/>
                  <a:moveTo>
                    <a:pt x="672477" y="1518516"/>
                  </a:moveTo>
                  <a:lnTo>
                    <a:pt x="720254" y="1459096"/>
                  </a:lnTo>
                  <a:lnTo>
                    <a:pt x="722638" y="1451844"/>
                  </a:lnTo>
                  <a:close/>
                  <a:moveTo>
                    <a:pt x="693181" y="1532466"/>
                  </a:moveTo>
                  <a:lnTo>
                    <a:pt x="720254" y="1459096"/>
                  </a:lnTo>
                  <a:lnTo>
                    <a:pt x="672477" y="1518516"/>
                  </a:lnTo>
                  <a:close/>
                  <a:moveTo>
                    <a:pt x="626260" y="1560919"/>
                  </a:moveTo>
                  <a:lnTo>
                    <a:pt x="693181" y="1532466"/>
                  </a:lnTo>
                  <a:lnTo>
                    <a:pt x="672477" y="1518516"/>
                  </a:lnTo>
                  <a:close/>
                  <a:moveTo>
                    <a:pt x="1792233" y="2685070"/>
                  </a:moveTo>
                  <a:lnTo>
                    <a:pt x="1800844" y="2687900"/>
                  </a:lnTo>
                  <a:lnTo>
                    <a:pt x="1805633" y="2689960"/>
                  </a:lnTo>
                  <a:close/>
                  <a:moveTo>
                    <a:pt x="1792233" y="2685070"/>
                  </a:moveTo>
                  <a:lnTo>
                    <a:pt x="1805633" y="2689960"/>
                  </a:lnTo>
                  <a:lnTo>
                    <a:pt x="1815350" y="2676107"/>
                  </a:lnTo>
                  <a:close/>
                  <a:moveTo>
                    <a:pt x="1815350" y="2676107"/>
                  </a:moveTo>
                  <a:lnTo>
                    <a:pt x="1805633" y="2689960"/>
                  </a:lnTo>
                  <a:lnTo>
                    <a:pt x="1809207" y="2685070"/>
                  </a:lnTo>
                  <a:close/>
                  <a:moveTo>
                    <a:pt x="1809207" y="2685070"/>
                  </a:moveTo>
                  <a:lnTo>
                    <a:pt x="1845685" y="2624508"/>
                  </a:lnTo>
                  <a:lnTo>
                    <a:pt x="1815350" y="2676107"/>
                  </a:lnTo>
                  <a:close/>
                  <a:moveTo>
                    <a:pt x="800402" y="1331192"/>
                  </a:moveTo>
                  <a:lnTo>
                    <a:pt x="821212" y="1337519"/>
                  </a:lnTo>
                  <a:lnTo>
                    <a:pt x="831133" y="1339185"/>
                  </a:lnTo>
                  <a:close/>
                  <a:moveTo>
                    <a:pt x="845520" y="1331192"/>
                  </a:moveTo>
                  <a:lnTo>
                    <a:pt x="831133" y="1339185"/>
                  </a:lnTo>
                  <a:lnTo>
                    <a:pt x="821212" y="1337519"/>
                  </a:lnTo>
                  <a:close/>
                  <a:moveTo>
                    <a:pt x="882144" y="1314705"/>
                  </a:moveTo>
                  <a:lnTo>
                    <a:pt x="831133" y="1339185"/>
                  </a:lnTo>
                  <a:lnTo>
                    <a:pt x="963464" y="1340092"/>
                  </a:lnTo>
                  <a:close/>
                  <a:moveTo>
                    <a:pt x="32394" y="21093"/>
                  </a:moveTo>
                  <a:lnTo>
                    <a:pt x="0" y="59529"/>
                  </a:lnTo>
                  <a:lnTo>
                    <a:pt x="66467" y="429"/>
                  </a:lnTo>
                  <a:close/>
                  <a:moveTo>
                    <a:pt x="66467" y="429"/>
                  </a:moveTo>
                  <a:lnTo>
                    <a:pt x="13715" y="18396"/>
                  </a:lnTo>
                  <a:lnTo>
                    <a:pt x="141918" y="3868"/>
                  </a:lnTo>
                  <a:close/>
                  <a:moveTo>
                    <a:pt x="607578" y="630262"/>
                  </a:moveTo>
                  <a:lnTo>
                    <a:pt x="532610" y="628626"/>
                  </a:lnTo>
                  <a:lnTo>
                    <a:pt x="491312" y="623208"/>
                  </a:lnTo>
                  <a:close/>
                  <a:moveTo>
                    <a:pt x="629087" y="571792"/>
                  </a:moveTo>
                  <a:lnTo>
                    <a:pt x="607578" y="630262"/>
                  </a:lnTo>
                  <a:lnTo>
                    <a:pt x="629192" y="596599"/>
                  </a:lnTo>
                  <a:close/>
                  <a:moveTo>
                    <a:pt x="388076" y="229301"/>
                  </a:moveTo>
                  <a:lnTo>
                    <a:pt x="384467" y="249111"/>
                  </a:lnTo>
                  <a:lnTo>
                    <a:pt x="397744" y="187843"/>
                  </a:lnTo>
                  <a:close/>
                  <a:moveTo>
                    <a:pt x="66467" y="429"/>
                  </a:moveTo>
                  <a:lnTo>
                    <a:pt x="141918" y="3868"/>
                  </a:lnTo>
                  <a:lnTo>
                    <a:pt x="97939" y="0"/>
                  </a:lnTo>
                  <a:close/>
                  <a:moveTo>
                    <a:pt x="141918" y="3868"/>
                  </a:moveTo>
                  <a:lnTo>
                    <a:pt x="155555" y="13751"/>
                  </a:lnTo>
                  <a:lnTo>
                    <a:pt x="97939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69" name="Candidate_density__2068">
              <a:extLst>
                <a:ext uri="{FF2B5EF4-FFF2-40B4-BE49-F238E27FC236}">
                  <a16:creationId xmlns:a16="http://schemas.microsoft.com/office/drawing/2014/main" id="{2E6A66D4-6A20-E291-E0B1-B4CC51C7EDCA}"/>
                </a:ext>
              </a:extLst>
            </p:cNvPr>
            <p:cNvSpPr>
              <a:spLocks noGrp="1"/>
            </p:cNvSpPr>
            <p:nvPr/>
          </p:nvSpPr>
          <p:spPr>
            <a:xfrm>
              <a:off x="4430563" y="2085868"/>
              <a:ext cx="1927886" cy="3170662"/>
            </a:xfrm>
            <a:custGeom>
              <a:avLst/>
              <a:gdLst/>
              <a:ahLst/>
              <a:cxnLst/>
              <a:rect l="0" t="0" r="0" b="0"/>
              <a:pathLst>
                <a:path w="1927886" h="3170662">
                  <a:moveTo>
                    <a:pt x="197995" y="3083219"/>
                  </a:moveTo>
                  <a:lnTo>
                    <a:pt x="210519" y="3091898"/>
                  </a:lnTo>
                  <a:lnTo>
                    <a:pt x="224460" y="3095425"/>
                  </a:lnTo>
                  <a:close/>
                  <a:moveTo>
                    <a:pt x="300518" y="2885935"/>
                  </a:moveTo>
                  <a:lnTo>
                    <a:pt x="269063" y="2880352"/>
                  </a:lnTo>
                  <a:lnTo>
                    <a:pt x="297490" y="2881600"/>
                  </a:lnTo>
                  <a:close/>
                  <a:moveTo>
                    <a:pt x="387007" y="3126997"/>
                  </a:moveTo>
                  <a:lnTo>
                    <a:pt x="419473" y="3143298"/>
                  </a:lnTo>
                  <a:lnTo>
                    <a:pt x="446047" y="3151383"/>
                  </a:lnTo>
                  <a:close/>
                  <a:moveTo>
                    <a:pt x="525734" y="3170662"/>
                  </a:moveTo>
                  <a:lnTo>
                    <a:pt x="446047" y="3151383"/>
                  </a:lnTo>
                  <a:lnTo>
                    <a:pt x="419473" y="3143298"/>
                  </a:lnTo>
                  <a:close/>
                  <a:moveTo>
                    <a:pt x="269063" y="2880352"/>
                  </a:moveTo>
                  <a:lnTo>
                    <a:pt x="300518" y="2885935"/>
                  </a:lnTo>
                  <a:lnTo>
                    <a:pt x="327780" y="2856975"/>
                  </a:lnTo>
                  <a:close/>
                  <a:moveTo>
                    <a:pt x="327780" y="2856975"/>
                  </a:moveTo>
                  <a:lnTo>
                    <a:pt x="300518" y="2885935"/>
                  </a:lnTo>
                  <a:lnTo>
                    <a:pt x="402358" y="2856936"/>
                  </a:lnTo>
                  <a:close/>
                  <a:moveTo>
                    <a:pt x="327780" y="2856975"/>
                  </a:moveTo>
                  <a:lnTo>
                    <a:pt x="402358" y="2856936"/>
                  </a:lnTo>
                  <a:lnTo>
                    <a:pt x="345769" y="2839919"/>
                  </a:lnTo>
                  <a:close/>
                  <a:moveTo>
                    <a:pt x="402358" y="2856936"/>
                  </a:moveTo>
                  <a:lnTo>
                    <a:pt x="413508" y="2814523"/>
                  </a:lnTo>
                  <a:lnTo>
                    <a:pt x="345769" y="2839919"/>
                  </a:lnTo>
                  <a:close/>
                  <a:moveTo>
                    <a:pt x="444261" y="2822870"/>
                  </a:moveTo>
                  <a:lnTo>
                    <a:pt x="401450" y="2803479"/>
                  </a:lnTo>
                  <a:lnTo>
                    <a:pt x="413508" y="2814523"/>
                  </a:lnTo>
                  <a:close/>
                  <a:moveTo>
                    <a:pt x="621786" y="2399361"/>
                  </a:moveTo>
                  <a:lnTo>
                    <a:pt x="624635" y="2400973"/>
                  </a:lnTo>
                  <a:lnTo>
                    <a:pt x="553919" y="2494036"/>
                  </a:lnTo>
                  <a:close/>
                  <a:moveTo>
                    <a:pt x="591996" y="2479961"/>
                  </a:moveTo>
                  <a:lnTo>
                    <a:pt x="624635" y="2400973"/>
                  </a:lnTo>
                  <a:lnTo>
                    <a:pt x="672953" y="2366422"/>
                  </a:lnTo>
                  <a:close/>
                  <a:moveTo>
                    <a:pt x="672953" y="2366422"/>
                  </a:moveTo>
                  <a:lnTo>
                    <a:pt x="624635" y="2400973"/>
                  </a:lnTo>
                  <a:lnTo>
                    <a:pt x="756636" y="2400639"/>
                  </a:lnTo>
                  <a:close/>
                  <a:moveTo>
                    <a:pt x="108448" y="1649118"/>
                  </a:moveTo>
                  <a:lnTo>
                    <a:pt x="3519" y="1737710"/>
                  </a:lnTo>
                  <a:lnTo>
                    <a:pt x="0" y="1737511"/>
                  </a:lnTo>
                  <a:close/>
                  <a:moveTo>
                    <a:pt x="672873" y="2357828"/>
                  </a:moveTo>
                  <a:lnTo>
                    <a:pt x="667292" y="2441524"/>
                  </a:lnTo>
                  <a:lnTo>
                    <a:pt x="672953" y="2366422"/>
                  </a:lnTo>
                  <a:close/>
                  <a:moveTo>
                    <a:pt x="28717" y="1414475"/>
                  </a:moveTo>
                  <a:lnTo>
                    <a:pt x="97651" y="1393547"/>
                  </a:lnTo>
                  <a:lnTo>
                    <a:pt x="136425" y="1323316"/>
                  </a:lnTo>
                  <a:close/>
                  <a:moveTo>
                    <a:pt x="126541" y="1334292"/>
                  </a:moveTo>
                  <a:lnTo>
                    <a:pt x="136425" y="1323316"/>
                  </a:lnTo>
                  <a:lnTo>
                    <a:pt x="97651" y="1393547"/>
                  </a:lnTo>
                  <a:close/>
                  <a:moveTo>
                    <a:pt x="734311" y="1886768"/>
                  </a:moveTo>
                  <a:lnTo>
                    <a:pt x="741761" y="1861954"/>
                  </a:lnTo>
                  <a:lnTo>
                    <a:pt x="707799" y="1851099"/>
                  </a:lnTo>
                  <a:close/>
                  <a:moveTo>
                    <a:pt x="672957" y="1936030"/>
                  </a:moveTo>
                  <a:lnTo>
                    <a:pt x="734311" y="1886768"/>
                  </a:lnTo>
                  <a:lnTo>
                    <a:pt x="707799" y="1851099"/>
                  </a:lnTo>
                  <a:close/>
                  <a:moveTo>
                    <a:pt x="741761" y="1861954"/>
                  </a:moveTo>
                  <a:lnTo>
                    <a:pt x="745355" y="1758940"/>
                  </a:lnTo>
                  <a:lnTo>
                    <a:pt x="725747" y="1832924"/>
                  </a:lnTo>
                  <a:close/>
                  <a:moveTo>
                    <a:pt x="745355" y="1758940"/>
                  </a:moveTo>
                  <a:lnTo>
                    <a:pt x="750677" y="1750709"/>
                  </a:lnTo>
                  <a:lnTo>
                    <a:pt x="725747" y="1832924"/>
                  </a:lnTo>
                  <a:close/>
                  <a:moveTo>
                    <a:pt x="372647" y="1378070"/>
                  </a:moveTo>
                  <a:lnTo>
                    <a:pt x="397459" y="1257418"/>
                  </a:lnTo>
                  <a:lnTo>
                    <a:pt x="393525" y="1339634"/>
                  </a:lnTo>
                  <a:close/>
                  <a:moveTo>
                    <a:pt x="1251056" y="2273753"/>
                  </a:moveTo>
                  <a:lnTo>
                    <a:pt x="1200129" y="2232138"/>
                  </a:lnTo>
                  <a:lnTo>
                    <a:pt x="1278529" y="2313016"/>
                  </a:lnTo>
                  <a:close/>
                  <a:moveTo>
                    <a:pt x="1320817" y="2255920"/>
                  </a:moveTo>
                  <a:lnTo>
                    <a:pt x="1251056" y="2273753"/>
                  </a:lnTo>
                  <a:lnTo>
                    <a:pt x="1278529" y="2313016"/>
                  </a:lnTo>
                  <a:close/>
                  <a:moveTo>
                    <a:pt x="807494" y="1729978"/>
                  </a:moveTo>
                  <a:lnTo>
                    <a:pt x="714449" y="1823566"/>
                  </a:lnTo>
                  <a:lnTo>
                    <a:pt x="750677" y="1750709"/>
                  </a:lnTo>
                  <a:close/>
                  <a:moveTo>
                    <a:pt x="567101" y="1383412"/>
                  </a:moveTo>
                  <a:lnTo>
                    <a:pt x="559674" y="1421849"/>
                  </a:lnTo>
                  <a:lnTo>
                    <a:pt x="600054" y="1448259"/>
                  </a:lnTo>
                  <a:close/>
                  <a:moveTo>
                    <a:pt x="398037" y="1250263"/>
                  </a:moveTo>
                  <a:lnTo>
                    <a:pt x="417695" y="1142900"/>
                  </a:lnTo>
                  <a:lnTo>
                    <a:pt x="397459" y="1257418"/>
                  </a:lnTo>
                  <a:close/>
                  <a:moveTo>
                    <a:pt x="1493167" y="2406451"/>
                  </a:moveTo>
                  <a:lnTo>
                    <a:pt x="1465588" y="2369993"/>
                  </a:lnTo>
                  <a:lnTo>
                    <a:pt x="1551459" y="2428566"/>
                  </a:lnTo>
                  <a:close/>
                  <a:moveTo>
                    <a:pt x="1320817" y="2255920"/>
                  </a:moveTo>
                  <a:lnTo>
                    <a:pt x="1386355" y="2287779"/>
                  </a:lnTo>
                  <a:lnTo>
                    <a:pt x="1347200" y="2273257"/>
                  </a:lnTo>
                  <a:close/>
                  <a:moveTo>
                    <a:pt x="846947" y="1662284"/>
                  </a:moveTo>
                  <a:lnTo>
                    <a:pt x="873131" y="1696730"/>
                  </a:lnTo>
                  <a:lnTo>
                    <a:pt x="894498" y="1598189"/>
                  </a:lnTo>
                  <a:close/>
                  <a:moveTo>
                    <a:pt x="894498" y="1598189"/>
                  </a:moveTo>
                  <a:lnTo>
                    <a:pt x="873131" y="1696730"/>
                  </a:lnTo>
                  <a:lnTo>
                    <a:pt x="923292" y="1630058"/>
                  </a:lnTo>
                  <a:close/>
                  <a:moveTo>
                    <a:pt x="423926" y="1131858"/>
                  </a:moveTo>
                  <a:lnTo>
                    <a:pt x="375514" y="1116601"/>
                  </a:lnTo>
                  <a:lnTo>
                    <a:pt x="414470" y="1136767"/>
                  </a:lnTo>
                  <a:close/>
                  <a:moveTo>
                    <a:pt x="423926" y="1131858"/>
                  </a:moveTo>
                  <a:lnTo>
                    <a:pt x="433025" y="1130438"/>
                  </a:lnTo>
                  <a:lnTo>
                    <a:pt x="436291" y="1098330"/>
                  </a:lnTo>
                  <a:close/>
                  <a:moveTo>
                    <a:pt x="1510152" y="2413772"/>
                  </a:moveTo>
                  <a:lnTo>
                    <a:pt x="1551459" y="2428566"/>
                  </a:lnTo>
                  <a:lnTo>
                    <a:pt x="1577623" y="2443559"/>
                  </a:lnTo>
                  <a:close/>
                  <a:moveTo>
                    <a:pt x="1327071" y="1848899"/>
                  </a:moveTo>
                  <a:lnTo>
                    <a:pt x="1256087" y="1920482"/>
                  </a:lnTo>
                  <a:lnTo>
                    <a:pt x="1284112" y="1903486"/>
                  </a:lnTo>
                  <a:close/>
                  <a:moveTo>
                    <a:pt x="120052" y="402173"/>
                  </a:moveTo>
                  <a:lnTo>
                    <a:pt x="57140" y="353419"/>
                  </a:lnTo>
                  <a:lnTo>
                    <a:pt x="120213" y="401893"/>
                  </a:lnTo>
                  <a:close/>
                  <a:moveTo>
                    <a:pt x="120213" y="401893"/>
                  </a:moveTo>
                  <a:lnTo>
                    <a:pt x="57140" y="353419"/>
                  </a:lnTo>
                  <a:lnTo>
                    <a:pt x="120767" y="402173"/>
                  </a:lnTo>
                  <a:close/>
                  <a:moveTo>
                    <a:pt x="1765194" y="2157138"/>
                  </a:moveTo>
                  <a:lnTo>
                    <a:pt x="1633567" y="2158864"/>
                  </a:lnTo>
                  <a:lnTo>
                    <a:pt x="1709340" y="2163510"/>
                  </a:lnTo>
                  <a:close/>
                  <a:moveTo>
                    <a:pt x="499254" y="704432"/>
                  </a:moveTo>
                  <a:lnTo>
                    <a:pt x="522514" y="617815"/>
                  </a:lnTo>
                  <a:lnTo>
                    <a:pt x="473800" y="731034"/>
                  </a:lnTo>
                  <a:close/>
                  <a:moveTo>
                    <a:pt x="473800" y="731034"/>
                  </a:moveTo>
                  <a:lnTo>
                    <a:pt x="522514" y="617815"/>
                  </a:lnTo>
                  <a:lnTo>
                    <a:pt x="504479" y="610382"/>
                  </a:lnTo>
                  <a:close/>
                  <a:moveTo>
                    <a:pt x="473800" y="731034"/>
                  </a:moveTo>
                  <a:lnTo>
                    <a:pt x="504479" y="610382"/>
                  </a:lnTo>
                  <a:lnTo>
                    <a:pt x="490745" y="692597"/>
                  </a:lnTo>
                  <a:close/>
                  <a:moveTo>
                    <a:pt x="504479" y="610382"/>
                  </a:moveTo>
                  <a:lnTo>
                    <a:pt x="522514" y="617815"/>
                  </a:lnTo>
                  <a:lnTo>
                    <a:pt x="522948" y="577817"/>
                  </a:lnTo>
                  <a:close/>
                  <a:moveTo>
                    <a:pt x="120052" y="402173"/>
                  </a:moveTo>
                  <a:lnTo>
                    <a:pt x="120213" y="401893"/>
                  </a:lnTo>
                  <a:lnTo>
                    <a:pt x="157309" y="325386"/>
                  </a:lnTo>
                  <a:close/>
                  <a:moveTo>
                    <a:pt x="120213" y="401893"/>
                  </a:moveTo>
                  <a:lnTo>
                    <a:pt x="120767" y="402173"/>
                  </a:lnTo>
                  <a:lnTo>
                    <a:pt x="157309" y="325386"/>
                  </a:lnTo>
                  <a:close/>
                  <a:moveTo>
                    <a:pt x="157309" y="325386"/>
                  </a:moveTo>
                  <a:lnTo>
                    <a:pt x="120767" y="402173"/>
                  </a:lnTo>
                  <a:lnTo>
                    <a:pt x="184269" y="310657"/>
                  </a:lnTo>
                  <a:close/>
                  <a:moveTo>
                    <a:pt x="184269" y="310657"/>
                  </a:moveTo>
                  <a:lnTo>
                    <a:pt x="172473" y="281521"/>
                  </a:lnTo>
                  <a:lnTo>
                    <a:pt x="157309" y="325386"/>
                  </a:lnTo>
                  <a:close/>
                  <a:moveTo>
                    <a:pt x="233048" y="199307"/>
                  </a:moveTo>
                  <a:lnTo>
                    <a:pt x="204360" y="222642"/>
                  </a:lnTo>
                  <a:lnTo>
                    <a:pt x="202363" y="319958"/>
                  </a:lnTo>
                  <a:close/>
                  <a:moveTo>
                    <a:pt x="172473" y="281521"/>
                  </a:moveTo>
                  <a:lnTo>
                    <a:pt x="184269" y="310657"/>
                  </a:lnTo>
                  <a:lnTo>
                    <a:pt x="204360" y="222642"/>
                  </a:lnTo>
                  <a:close/>
                  <a:moveTo>
                    <a:pt x="1882817" y="2134033"/>
                  </a:moveTo>
                  <a:lnTo>
                    <a:pt x="1853981" y="2210435"/>
                  </a:lnTo>
                  <a:lnTo>
                    <a:pt x="1892089" y="2137713"/>
                  </a:lnTo>
                  <a:close/>
                  <a:moveTo>
                    <a:pt x="1882817" y="2134033"/>
                  </a:moveTo>
                  <a:lnTo>
                    <a:pt x="1791968" y="2172469"/>
                  </a:lnTo>
                  <a:lnTo>
                    <a:pt x="1853981" y="2210435"/>
                  </a:lnTo>
                  <a:close/>
                  <a:moveTo>
                    <a:pt x="1791968" y="2172469"/>
                  </a:moveTo>
                  <a:lnTo>
                    <a:pt x="1882817" y="2134033"/>
                  </a:lnTo>
                  <a:lnTo>
                    <a:pt x="1765194" y="2157138"/>
                  </a:lnTo>
                  <a:close/>
                  <a:moveTo>
                    <a:pt x="1882817" y="2134033"/>
                  </a:moveTo>
                  <a:lnTo>
                    <a:pt x="1811097" y="2113557"/>
                  </a:lnTo>
                  <a:lnTo>
                    <a:pt x="1765194" y="2157138"/>
                  </a:lnTo>
                  <a:close/>
                  <a:moveTo>
                    <a:pt x="1892089" y="2137713"/>
                  </a:moveTo>
                  <a:lnTo>
                    <a:pt x="1927886" y="2208096"/>
                  </a:lnTo>
                  <a:lnTo>
                    <a:pt x="1909554" y="2134033"/>
                  </a:lnTo>
                  <a:close/>
                  <a:moveTo>
                    <a:pt x="1853981" y="2210435"/>
                  </a:moveTo>
                  <a:lnTo>
                    <a:pt x="1927886" y="2208096"/>
                  </a:lnTo>
                  <a:lnTo>
                    <a:pt x="1892089" y="2137713"/>
                  </a:lnTo>
                  <a:close/>
                  <a:moveTo>
                    <a:pt x="1024692" y="1152567"/>
                  </a:moveTo>
                  <a:lnTo>
                    <a:pt x="1072481" y="1174308"/>
                  </a:lnTo>
                  <a:lnTo>
                    <a:pt x="1023631" y="1119954"/>
                  </a:lnTo>
                  <a:close/>
                  <a:moveTo>
                    <a:pt x="536166" y="506625"/>
                  </a:moveTo>
                  <a:lnTo>
                    <a:pt x="504479" y="610382"/>
                  </a:lnTo>
                  <a:lnTo>
                    <a:pt x="522948" y="577817"/>
                  </a:lnTo>
                  <a:close/>
                  <a:moveTo>
                    <a:pt x="536166" y="506625"/>
                  </a:moveTo>
                  <a:lnTo>
                    <a:pt x="522948" y="577817"/>
                  </a:lnTo>
                  <a:lnTo>
                    <a:pt x="539339" y="528167"/>
                  </a:lnTo>
                  <a:close/>
                  <a:moveTo>
                    <a:pt x="536166" y="506625"/>
                  </a:moveTo>
                  <a:lnTo>
                    <a:pt x="573172" y="486942"/>
                  </a:lnTo>
                  <a:lnTo>
                    <a:pt x="553446" y="476641"/>
                  </a:lnTo>
                  <a:close/>
                  <a:moveTo>
                    <a:pt x="229531" y="173769"/>
                  </a:moveTo>
                  <a:lnTo>
                    <a:pt x="172473" y="281521"/>
                  </a:lnTo>
                  <a:lnTo>
                    <a:pt x="204360" y="222642"/>
                  </a:lnTo>
                  <a:close/>
                  <a:moveTo>
                    <a:pt x="204360" y="222642"/>
                  </a:moveTo>
                  <a:lnTo>
                    <a:pt x="233048" y="199307"/>
                  </a:lnTo>
                  <a:lnTo>
                    <a:pt x="229531" y="173769"/>
                  </a:lnTo>
                  <a:close/>
                  <a:moveTo>
                    <a:pt x="298593" y="178214"/>
                  </a:moveTo>
                  <a:lnTo>
                    <a:pt x="271587" y="160870"/>
                  </a:lnTo>
                  <a:lnTo>
                    <a:pt x="267122" y="178643"/>
                  </a:lnTo>
                  <a:close/>
                  <a:moveTo>
                    <a:pt x="229531" y="173769"/>
                  </a:moveTo>
                  <a:lnTo>
                    <a:pt x="233048" y="199307"/>
                  </a:lnTo>
                  <a:lnTo>
                    <a:pt x="267122" y="178643"/>
                  </a:lnTo>
                  <a:close/>
                  <a:moveTo>
                    <a:pt x="403961" y="196403"/>
                  </a:moveTo>
                  <a:lnTo>
                    <a:pt x="324758" y="178932"/>
                  </a:lnTo>
                  <a:lnTo>
                    <a:pt x="298593" y="178214"/>
                  </a:lnTo>
                  <a:close/>
                  <a:moveTo>
                    <a:pt x="1533804" y="1634122"/>
                  </a:moveTo>
                  <a:lnTo>
                    <a:pt x="1609479" y="1638397"/>
                  </a:lnTo>
                  <a:lnTo>
                    <a:pt x="1575160" y="1608560"/>
                  </a:lnTo>
                  <a:close/>
                  <a:moveTo>
                    <a:pt x="1355347" y="1365803"/>
                  </a:moveTo>
                  <a:lnTo>
                    <a:pt x="1258355" y="1440237"/>
                  </a:lnTo>
                  <a:lnTo>
                    <a:pt x="1331169" y="1433818"/>
                  </a:lnTo>
                  <a:close/>
                  <a:moveTo>
                    <a:pt x="1331169" y="1433818"/>
                  </a:moveTo>
                  <a:lnTo>
                    <a:pt x="1354574" y="1394096"/>
                  </a:lnTo>
                  <a:lnTo>
                    <a:pt x="1355347" y="1365803"/>
                  </a:lnTo>
                  <a:close/>
                  <a:moveTo>
                    <a:pt x="1084037" y="1067146"/>
                  </a:moveTo>
                  <a:lnTo>
                    <a:pt x="1084349" y="1064567"/>
                  </a:lnTo>
                  <a:lnTo>
                    <a:pt x="1065308" y="1060577"/>
                  </a:lnTo>
                  <a:close/>
                  <a:moveTo>
                    <a:pt x="1023631" y="1119954"/>
                  </a:moveTo>
                  <a:lnTo>
                    <a:pt x="1084037" y="1067146"/>
                  </a:lnTo>
                  <a:lnTo>
                    <a:pt x="1065308" y="1060577"/>
                  </a:lnTo>
                  <a:close/>
                  <a:moveTo>
                    <a:pt x="1084349" y="1064567"/>
                  </a:moveTo>
                  <a:lnTo>
                    <a:pt x="1148682" y="972765"/>
                  </a:lnTo>
                  <a:lnTo>
                    <a:pt x="1095683" y="955261"/>
                  </a:lnTo>
                  <a:close/>
                  <a:moveTo>
                    <a:pt x="564884" y="383186"/>
                  </a:moveTo>
                  <a:lnTo>
                    <a:pt x="553446" y="476641"/>
                  </a:lnTo>
                  <a:lnTo>
                    <a:pt x="588730" y="407515"/>
                  </a:lnTo>
                  <a:close/>
                  <a:moveTo>
                    <a:pt x="564884" y="383186"/>
                  </a:moveTo>
                  <a:lnTo>
                    <a:pt x="588730" y="407515"/>
                  </a:lnTo>
                  <a:lnTo>
                    <a:pt x="570952" y="326893"/>
                  </a:lnTo>
                  <a:close/>
                  <a:moveTo>
                    <a:pt x="570952" y="326893"/>
                  </a:moveTo>
                  <a:lnTo>
                    <a:pt x="588730" y="407515"/>
                  </a:lnTo>
                  <a:lnTo>
                    <a:pt x="598399" y="366057"/>
                  </a:lnTo>
                  <a:close/>
                  <a:moveTo>
                    <a:pt x="1878157" y="1655223"/>
                  </a:moveTo>
                  <a:lnTo>
                    <a:pt x="1924860" y="1666721"/>
                  </a:lnTo>
                  <a:lnTo>
                    <a:pt x="1884609" y="1646084"/>
                  </a:lnTo>
                  <a:close/>
                  <a:moveTo>
                    <a:pt x="1364592" y="1343578"/>
                  </a:moveTo>
                  <a:lnTo>
                    <a:pt x="1432499" y="1318815"/>
                  </a:lnTo>
                  <a:lnTo>
                    <a:pt x="1483162" y="1293032"/>
                  </a:lnTo>
                  <a:close/>
                  <a:moveTo>
                    <a:pt x="1283890" y="826646"/>
                  </a:moveTo>
                  <a:lnTo>
                    <a:pt x="1378856" y="906148"/>
                  </a:lnTo>
                  <a:lnTo>
                    <a:pt x="1339672" y="878087"/>
                  </a:lnTo>
                  <a:close/>
                  <a:moveTo>
                    <a:pt x="718435" y="169246"/>
                  </a:moveTo>
                  <a:lnTo>
                    <a:pt x="737040" y="248428"/>
                  </a:lnTo>
                  <a:lnTo>
                    <a:pt x="748913" y="219741"/>
                  </a:lnTo>
                  <a:close/>
                  <a:moveTo>
                    <a:pt x="718435" y="169246"/>
                  </a:moveTo>
                  <a:lnTo>
                    <a:pt x="748913" y="219741"/>
                  </a:lnTo>
                  <a:lnTo>
                    <a:pt x="784194" y="136449"/>
                  </a:lnTo>
                  <a:close/>
                  <a:moveTo>
                    <a:pt x="789586" y="121506"/>
                  </a:moveTo>
                  <a:lnTo>
                    <a:pt x="784194" y="136449"/>
                  </a:lnTo>
                  <a:lnTo>
                    <a:pt x="793671" y="127776"/>
                  </a:lnTo>
                  <a:close/>
                  <a:moveTo>
                    <a:pt x="811122" y="21926"/>
                  </a:moveTo>
                  <a:lnTo>
                    <a:pt x="793671" y="127776"/>
                  </a:lnTo>
                  <a:lnTo>
                    <a:pt x="838662" y="61438"/>
                  </a:lnTo>
                  <a:close/>
                  <a:moveTo>
                    <a:pt x="811122" y="21926"/>
                  </a:moveTo>
                  <a:lnTo>
                    <a:pt x="838662" y="61438"/>
                  </a:lnTo>
                  <a:lnTo>
                    <a:pt x="884482" y="17549"/>
                  </a:lnTo>
                  <a:close/>
                  <a:moveTo>
                    <a:pt x="1353894" y="442768"/>
                  </a:moveTo>
                  <a:lnTo>
                    <a:pt x="1229247" y="470598"/>
                  </a:lnTo>
                  <a:lnTo>
                    <a:pt x="1306052" y="479098"/>
                  </a:lnTo>
                  <a:close/>
                  <a:moveTo>
                    <a:pt x="890456" y="0"/>
                  </a:moveTo>
                  <a:lnTo>
                    <a:pt x="811122" y="21926"/>
                  </a:lnTo>
                  <a:lnTo>
                    <a:pt x="884482" y="17549"/>
                  </a:lnTo>
                  <a:close/>
                  <a:moveTo>
                    <a:pt x="890456" y="0"/>
                  </a:moveTo>
                  <a:lnTo>
                    <a:pt x="884482" y="17549"/>
                  </a:lnTo>
                  <a:lnTo>
                    <a:pt x="895193" y="7124"/>
                  </a:lnTo>
                  <a:close/>
                  <a:moveTo>
                    <a:pt x="1426628" y="436056"/>
                  </a:moveTo>
                  <a:lnTo>
                    <a:pt x="1454384" y="344958"/>
                  </a:lnTo>
                  <a:lnTo>
                    <a:pt x="1387075" y="351629"/>
                  </a:lnTo>
                  <a:close/>
                  <a:moveTo>
                    <a:pt x="1353894" y="442768"/>
                  </a:moveTo>
                  <a:lnTo>
                    <a:pt x="1426628" y="436056"/>
                  </a:lnTo>
                  <a:lnTo>
                    <a:pt x="1387075" y="351629"/>
                  </a:lnTo>
                  <a:close/>
                  <a:moveTo>
                    <a:pt x="1460521" y="379763"/>
                  </a:moveTo>
                  <a:lnTo>
                    <a:pt x="1448811" y="303791"/>
                  </a:lnTo>
                  <a:lnTo>
                    <a:pt x="1454384" y="344958"/>
                  </a:lnTo>
                  <a:close/>
                  <a:moveTo>
                    <a:pt x="1458903" y="259111"/>
                  </a:moveTo>
                  <a:lnTo>
                    <a:pt x="1448811" y="303791"/>
                  </a:lnTo>
                  <a:lnTo>
                    <a:pt x="1460521" y="379763"/>
                  </a:lnTo>
                  <a:close/>
                  <a:moveTo>
                    <a:pt x="1471518" y="173486"/>
                  </a:moveTo>
                  <a:lnTo>
                    <a:pt x="1458903" y="259111"/>
                  </a:lnTo>
                  <a:lnTo>
                    <a:pt x="1503768" y="230608"/>
                  </a:lnTo>
                  <a:close/>
                  <a:moveTo>
                    <a:pt x="1471518" y="173486"/>
                  </a:moveTo>
                  <a:lnTo>
                    <a:pt x="1503768" y="230608"/>
                  </a:lnTo>
                  <a:lnTo>
                    <a:pt x="1549205" y="1852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70" name="Candidate_density__2069">
              <a:extLst>
                <a:ext uri="{FF2B5EF4-FFF2-40B4-BE49-F238E27FC236}">
                  <a16:creationId xmlns:a16="http://schemas.microsoft.com/office/drawing/2014/main" id="{B5E9DA63-C5B1-9364-1EB5-F7A88849A3EA}"/>
                </a:ext>
              </a:extLst>
            </p:cNvPr>
            <p:cNvSpPr>
              <a:spLocks noGrp="1"/>
            </p:cNvSpPr>
            <p:nvPr/>
          </p:nvSpPr>
          <p:spPr>
            <a:xfrm>
              <a:off x="4441446" y="2030005"/>
              <a:ext cx="1466600" cy="3056866"/>
            </a:xfrm>
            <a:custGeom>
              <a:avLst/>
              <a:gdLst/>
              <a:ahLst/>
              <a:cxnLst/>
              <a:rect l="0" t="0" r="0" b="0"/>
              <a:pathLst>
                <a:path w="1466600" h="3056866">
                  <a:moveTo>
                    <a:pt x="222777" y="2970483"/>
                  </a:moveTo>
                  <a:lnTo>
                    <a:pt x="149332" y="3056866"/>
                  </a:lnTo>
                  <a:lnTo>
                    <a:pt x="228070" y="3018430"/>
                  </a:lnTo>
                  <a:close/>
                  <a:moveTo>
                    <a:pt x="245414" y="3018430"/>
                  </a:moveTo>
                  <a:lnTo>
                    <a:pt x="222777" y="2970483"/>
                  </a:lnTo>
                  <a:lnTo>
                    <a:pt x="247201" y="3008999"/>
                  </a:lnTo>
                  <a:close/>
                  <a:moveTo>
                    <a:pt x="100250" y="2771784"/>
                  </a:moveTo>
                  <a:lnTo>
                    <a:pt x="157525" y="2854000"/>
                  </a:lnTo>
                  <a:lnTo>
                    <a:pt x="227320" y="2815563"/>
                  </a:lnTo>
                  <a:close/>
                  <a:moveTo>
                    <a:pt x="100250" y="2771784"/>
                  </a:moveTo>
                  <a:lnTo>
                    <a:pt x="227320" y="2815563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00250" y="2771784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48587" y="2693099"/>
                  </a:lnTo>
                  <a:lnTo>
                    <a:pt x="100250" y="2771784"/>
                  </a:lnTo>
                  <a:close/>
                  <a:moveTo>
                    <a:pt x="203715" y="2684009"/>
                  </a:moveTo>
                  <a:lnTo>
                    <a:pt x="209878" y="2651133"/>
                  </a:lnTo>
                  <a:lnTo>
                    <a:pt x="152920" y="2689569"/>
                  </a:lnTo>
                  <a:close/>
                  <a:moveTo>
                    <a:pt x="203715" y="2684009"/>
                  </a:moveTo>
                  <a:lnTo>
                    <a:pt x="193606" y="2733348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7424" y="2690066"/>
                  </a:lnTo>
                  <a:lnTo>
                    <a:pt x="231881" y="2721177"/>
                  </a:lnTo>
                  <a:close/>
                  <a:moveTo>
                    <a:pt x="231881" y="2721177"/>
                  </a:moveTo>
                  <a:lnTo>
                    <a:pt x="337424" y="2690066"/>
                  </a:lnTo>
                  <a:lnTo>
                    <a:pt x="209878" y="2651133"/>
                  </a:lnTo>
                  <a:close/>
                  <a:moveTo>
                    <a:pt x="209878" y="2651133"/>
                  </a:moveTo>
                  <a:lnTo>
                    <a:pt x="337424" y="2690066"/>
                  </a:lnTo>
                  <a:lnTo>
                    <a:pt x="302959" y="2612697"/>
                  </a:lnTo>
                  <a:close/>
                  <a:moveTo>
                    <a:pt x="209878" y="2651133"/>
                  </a:moveTo>
                  <a:lnTo>
                    <a:pt x="203715" y="2684009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9465" y="2694911"/>
                  </a:lnTo>
                  <a:lnTo>
                    <a:pt x="337424" y="2690066"/>
                  </a:lnTo>
                  <a:close/>
                  <a:moveTo>
                    <a:pt x="338098" y="2695417"/>
                  </a:moveTo>
                  <a:lnTo>
                    <a:pt x="340293" y="2700792"/>
                  </a:lnTo>
                  <a:lnTo>
                    <a:pt x="339465" y="2694911"/>
                  </a:lnTo>
                  <a:close/>
                  <a:moveTo>
                    <a:pt x="211724" y="2568918"/>
                  </a:moveTo>
                  <a:lnTo>
                    <a:pt x="209878" y="2651133"/>
                  </a:lnTo>
                  <a:lnTo>
                    <a:pt x="302959" y="2612697"/>
                  </a:lnTo>
                  <a:close/>
                  <a:moveTo>
                    <a:pt x="211724" y="2568918"/>
                  </a:moveTo>
                  <a:lnTo>
                    <a:pt x="302959" y="2612697"/>
                  </a:lnTo>
                  <a:lnTo>
                    <a:pt x="271505" y="2530481"/>
                  </a:lnTo>
                  <a:close/>
                  <a:moveTo>
                    <a:pt x="282361" y="2484193"/>
                  </a:moveTo>
                  <a:lnTo>
                    <a:pt x="211724" y="2568918"/>
                  </a:lnTo>
                  <a:lnTo>
                    <a:pt x="271505" y="2530481"/>
                  </a:lnTo>
                  <a:close/>
                  <a:moveTo>
                    <a:pt x="335049" y="2597804"/>
                  </a:moveTo>
                  <a:lnTo>
                    <a:pt x="337424" y="2690066"/>
                  </a:lnTo>
                  <a:lnTo>
                    <a:pt x="397297" y="2574260"/>
                  </a:lnTo>
                  <a:close/>
                  <a:moveTo>
                    <a:pt x="397297" y="2574260"/>
                  </a:moveTo>
                  <a:lnTo>
                    <a:pt x="337424" y="2690066"/>
                  </a:lnTo>
                  <a:lnTo>
                    <a:pt x="339465" y="2694911"/>
                  </a:lnTo>
                  <a:close/>
                  <a:moveTo>
                    <a:pt x="302959" y="2612697"/>
                  </a:moveTo>
                  <a:lnTo>
                    <a:pt x="337424" y="2690066"/>
                  </a:lnTo>
                  <a:lnTo>
                    <a:pt x="335049" y="2597804"/>
                  </a:lnTo>
                  <a:close/>
                  <a:moveTo>
                    <a:pt x="271505" y="2530481"/>
                  </a:moveTo>
                  <a:lnTo>
                    <a:pt x="335049" y="2597804"/>
                  </a:lnTo>
                  <a:lnTo>
                    <a:pt x="328640" y="2502922"/>
                  </a:lnTo>
                  <a:close/>
                  <a:moveTo>
                    <a:pt x="271505" y="2530481"/>
                  </a:moveTo>
                  <a:lnTo>
                    <a:pt x="302959" y="2612697"/>
                  </a:lnTo>
                  <a:lnTo>
                    <a:pt x="335049" y="2597804"/>
                  </a:lnTo>
                  <a:close/>
                  <a:moveTo>
                    <a:pt x="335049" y="2597804"/>
                  </a:moveTo>
                  <a:lnTo>
                    <a:pt x="388407" y="2514924"/>
                  </a:lnTo>
                  <a:lnTo>
                    <a:pt x="328640" y="2502922"/>
                  </a:lnTo>
                  <a:close/>
                  <a:moveTo>
                    <a:pt x="282361" y="2484193"/>
                  </a:moveTo>
                  <a:lnTo>
                    <a:pt x="271505" y="2530481"/>
                  </a:lnTo>
                  <a:lnTo>
                    <a:pt x="328640" y="2502922"/>
                  </a:lnTo>
                  <a:close/>
                  <a:moveTo>
                    <a:pt x="328640" y="2502922"/>
                  </a:moveTo>
                  <a:lnTo>
                    <a:pt x="357887" y="2487918"/>
                  </a:lnTo>
                  <a:lnTo>
                    <a:pt x="282361" y="2484193"/>
                  </a:lnTo>
                  <a:close/>
                  <a:moveTo>
                    <a:pt x="328640" y="2502922"/>
                  </a:moveTo>
                  <a:lnTo>
                    <a:pt x="388407" y="2514924"/>
                  </a:lnTo>
                  <a:lnTo>
                    <a:pt x="357887" y="2487918"/>
                  </a:lnTo>
                  <a:close/>
                  <a:moveTo>
                    <a:pt x="464893" y="2242388"/>
                  </a:moveTo>
                  <a:lnTo>
                    <a:pt x="410216" y="2253165"/>
                  </a:lnTo>
                  <a:lnTo>
                    <a:pt x="374472" y="2289178"/>
                  </a:lnTo>
                  <a:close/>
                  <a:moveTo>
                    <a:pt x="471741" y="2246991"/>
                  </a:moveTo>
                  <a:lnTo>
                    <a:pt x="530379" y="2208571"/>
                  </a:lnTo>
                  <a:lnTo>
                    <a:pt x="464893" y="2242388"/>
                  </a:lnTo>
                  <a:close/>
                  <a:moveTo>
                    <a:pt x="188943" y="1636800"/>
                  </a:moveTo>
                  <a:lnTo>
                    <a:pt x="136856" y="1757451"/>
                  </a:lnTo>
                  <a:lnTo>
                    <a:pt x="204265" y="1719015"/>
                  </a:lnTo>
                  <a:close/>
                  <a:moveTo>
                    <a:pt x="170194" y="1570222"/>
                  </a:moveTo>
                  <a:lnTo>
                    <a:pt x="202696" y="1604189"/>
                  </a:lnTo>
                  <a:lnTo>
                    <a:pt x="207774" y="1554585"/>
                  </a:lnTo>
                  <a:close/>
                  <a:moveTo>
                    <a:pt x="506666" y="1878821"/>
                  </a:moveTo>
                  <a:lnTo>
                    <a:pt x="493935" y="1883445"/>
                  </a:lnTo>
                  <a:lnTo>
                    <a:pt x="557439" y="1879339"/>
                  </a:lnTo>
                  <a:close/>
                  <a:moveTo>
                    <a:pt x="600922" y="1763257"/>
                  </a:moveTo>
                  <a:lnTo>
                    <a:pt x="496008" y="1864859"/>
                  </a:lnTo>
                  <a:lnTo>
                    <a:pt x="581778" y="1845008"/>
                  </a:lnTo>
                  <a:close/>
                  <a:moveTo>
                    <a:pt x="581778" y="1845008"/>
                  </a:moveTo>
                  <a:lnTo>
                    <a:pt x="496008" y="1864859"/>
                  </a:lnTo>
                  <a:lnTo>
                    <a:pt x="506666" y="1878821"/>
                  </a:lnTo>
                  <a:close/>
                  <a:moveTo>
                    <a:pt x="506666" y="1878821"/>
                  </a:moveTo>
                  <a:lnTo>
                    <a:pt x="557439" y="1879339"/>
                  </a:lnTo>
                  <a:lnTo>
                    <a:pt x="581778" y="1845008"/>
                  </a:lnTo>
                  <a:close/>
                  <a:moveTo>
                    <a:pt x="188943" y="1636800"/>
                  </a:moveTo>
                  <a:lnTo>
                    <a:pt x="255415" y="1601031"/>
                  </a:lnTo>
                  <a:lnTo>
                    <a:pt x="202696" y="1604189"/>
                  </a:lnTo>
                  <a:close/>
                  <a:moveTo>
                    <a:pt x="207774" y="1554585"/>
                  </a:moveTo>
                  <a:lnTo>
                    <a:pt x="202696" y="1604189"/>
                  </a:lnTo>
                  <a:lnTo>
                    <a:pt x="259707" y="1598363"/>
                  </a:lnTo>
                  <a:close/>
                  <a:moveTo>
                    <a:pt x="581778" y="1845008"/>
                  </a:moveTo>
                  <a:lnTo>
                    <a:pt x="601148" y="1762509"/>
                  </a:lnTo>
                  <a:lnTo>
                    <a:pt x="600922" y="1763257"/>
                  </a:lnTo>
                  <a:close/>
                  <a:moveTo>
                    <a:pt x="495481" y="1387453"/>
                  </a:moveTo>
                  <a:lnTo>
                    <a:pt x="488038" y="1404655"/>
                  </a:lnTo>
                  <a:lnTo>
                    <a:pt x="544400" y="1357060"/>
                  </a:lnTo>
                  <a:close/>
                  <a:moveTo>
                    <a:pt x="261912" y="1028200"/>
                  </a:moveTo>
                  <a:lnTo>
                    <a:pt x="234917" y="1117234"/>
                  </a:lnTo>
                  <a:lnTo>
                    <a:pt x="249992" y="1110414"/>
                  </a:lnTo>
                  <a:close/>
                  <a:moveTo>
                    <a:pt x="261912" y="1028200"/>
                  </a:moveTo>
                  <a:lnTo>
                    <a:pt x="249992" y="1110414"/>
                  </a:lnTo>
                  <a:lnTo>
                    <a:pt x="312834" y="989763"/>
                  </a:lnTo>
                  <a:close/>
                  <a:moveTo>
                    <a:pt x="335293" y="960479"/>
                  </a:moveTo>
                  <a:lnTo>
                    <a:pt x="261912" y="1028200"/>
                  </a:lnTo>
                  <a:lnTo>
                    <a:pt x="312834" y="989763"/>
                  </a:lnTo>
                  <a:close/>
                  <a:moveTo>
                    <a:pt x="1202679" y="1773478"/>
                  </a:moveTo>
                  <a:lnTo>
                    <a:pt x="1208359" y="1872094"/>
                  </a:lnTo>
                  <a:lnTo>
                    <a:pt x="1208967" y="1782540"/>
                  </a:lnTo>
                  <a:close/>
                  <a:moveTo>
                    <a:pt x="1142205" y="1894129"/>
                  </a:moveTo>
                  <a:lnTo>
                    <a:pt x="1208359" y="1872094"/>
                  </a:lnTo>
                  <a:lnTo>
                    <a:pt x="1202679" y="1773478"/>
                  </a:lnTo>
                  <a:close/>
                  <a:moveTo>
                    <a:pt x="1127057" y="1811914"/>
                  </a:moveTo>
                  <a:lnTo>
                    <a:pt x="1142205" y="1894129"/>
                  </a:lnTo>
                  <a:lnTo>
                    <a:pt x="1202679" y="1773478"/>
                  </a:lnTo>
                  <a:close/>
                  <a:moveTo>
                    <a:pt x="1208359" y="1872094"/>
                  </a:moveTo>
                  <a:lnTo>
                    <a:pt x="1253301" y="1855693"/>
                  </a:lnTo>
                  <a:lnTo>
                    <a:pt x="1208967" y="1782540"/>
                  </a:lnTo>
                  <a:close/>
                  <a:moveTo>
                    <a:pt x="1204740" y="1766734"/>
                  </a:moveTo>
                  <a:lnTo>
                    <a:pt x="1127057" y="1811914"/>
                  </a:lnTo>
                  <a:lnTo>
                    <a:pt x="1202679" y="1773478"/>
                  </a:lnTo>
                  <a:close/>
                  <a:moveTo>
                    <a:pt x="1204740" y="1766734"/>
                  </a:moveTo>
                  <a:lnTo>
                    <a:pt x="1145494" y="1760427"/>
                  </a:lnTo>
                  <a:lnTo>
                    <a:pt x="1127057" y="1811914"/>
                  </a:lnTo>
                  <a:close/>
                  <a:moveTo>
                    <a:pt x="1213774" y="1767599"/>
                  </a:moveTo>
                  <a:lnTo>
                    <a:pt x="1208967" y="1782540"/>
                  </a:lnTo>
                  <a:lnTo>
                    <a:pt x="1288032" y="1735041"/>
                  </a:lnTo>
                  <a:close/>
                  <a:moveTo>
                    <a:pt x="1208967" y="1782540"/>
                  </a:moveTo>
                  <a:lnTo>
                    <a:pt x="1253301" y="1855693"/>
                  </a:lnTo>
                  <a:lnTo>
                    <a:pt x="1288032" y="1735041"/>
                  </a:lnTo>
                  <a:close/>
                  <a:moveTo>
                    <a:pt x="1202679" y="1773478"/>
                  </a:moveTo>
                  <a:lnTo>
                    <a:pt x="1208967" y="1782540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02679" y="1773478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13774" y="1767599"/>
                  </a:lnTo>
                  <a:lnTo>
                    <a:pt x="1233863" y="1691262"/>
                  </a:lnTo>
                  <a:close/>
                  <a:moveTo>
                    <a:pt x="1233863" y="1691262"/>
                  </a:moveTo>
                  <a:lnTo>
                    <a:pt x="1213774" y="1767599"/>
                  </a:lnTo>
                  <a:lnTo>
                    <a:pt x="1288032" y="1735041"/>
                  </a:lnTo>
                  <a:close/>
                  <a:moveTo>
                    <a:pt x="1452828" y="1899471"/>
                  </a:moveTo>
                  <a:lnTo>
                    <a:pt x="1427896" y="1814798"/>
                  </a:lnTo>
                  <a:lnTo>
                    <a:pt x="1433653" y="1850085"/>
                  </a:lnTo>
                  <a:close/>
                  <a:moveTo>
                    <a:pt x="1410812" y="1817257"/>
                  </a:moveTo>
                  <a:lnTo>
                    <a:pt x="1433653" y="1850085"/>
                  </a:lnTo>
                  <a:lnTo>
                    <a:pt x="1427896" y="1814798"/>
                  </a:lnTo>
                  <a:close/>
                  <a:moveTo>
                    <a:pt x="1422009" y="1806550"/>
                  </a:moveTo>
                  <a:lnTo>
                    <a:pt x="1410812" y="1817257"/>
                  </a:lnTo>
                  <a:lnTo>
                    <a:pt x="1427896" y="1814798"/>
                  </a:lnTo>
                  <a:close/>
                  <a:moveTo>
                    <a:pt x="1344196" y="1579073"/>
                  </a:moveTo>
                  <a:lnTo>
                    <a:pt x="1302764" y="1639370"/>
                  </a:lnTo>
                  <a:lnTo>
                    <a:pt x="1293611" y="1652826"/>
                  </a:lnTo>
                  <a:close/>
                  <a:moveTo>
                    <a:pt x="607506" y="748460"/>
                  </a:moveTo>
                  <a:lnTo>
                    <a:pt x="643613" y="827155"/>
                  </a:lnTo>
                  <a:lnTo>
                    <a:pt x="626315" y="741126"/>
                  </a:lnTo>
                  <a:close/>
                  <a:moveTo>
                    <a:pt x="614608" y="738416"/>
                  </a:moveTo>
                  <a:lnTo>
                    <a:pt x="607506" y="748460"/>
                  </a:lnTo>
                  <a:lnTo>
                    <a:pt x="626315" y="741126"/>
                  </a:lnTo>
                  <a:close/>
                  <a:moveTo>
                    <a:pt x="101840" y="63817"/>
                  </a:moveTo>
                  <a:lnTo>
                    <a:pt x="16010" y="90739"/>
                  </a:lnTo>
                  <a:lnTo>
                    <a:pt x="126332" y="90919"/>
                  </a:lnTo>
                  <a:close/>
                  <a:moveTo>
                    <a:pt x="16010" y="90739"/>
                  </a:moveTo>
                  <a:lnTo>
                    <a:pt x="0" y="112444"/>
                  </a:lnTo>
                  <a:lnTo>
                    <a:pt x="126332" y="90919"/>
                  </a:lnTo>
                  <a:close/>
                  <a:moveTo>
                    <a:pt x="181148" y="17206"/>
                  </a:moveTo>
                  <a:lnTo>
                    <a:pt x="101840" y="63817"/>
                  </a:lnTo>
                  <a:lnTo>
                    <a:pt x="146916" y="52303"/>
                  </a:lnTo>
                  <a:close/>
                  <a:moveTo>
                    <a:pt x="59872" y="57639"/>
                  </a:moveTo>
                  <a:lnTo>
                    <a:pt x="101840" y="63817"/>
                  </a:lnTo>
                  <a:lnTo>
                    <a:pt x="181148" y="17206"/>
                  </a:lnTo>
                  <a:close/>
                  <a:moveTo>
                    <a:pt x="101840" y="63817"/>
                  </a:moveTo>
                  <a:lnTo>
                    <a:pt x="126332" y="90919"/>
                  </a:lnTo>
                  <a:lnTo>
                    <a:pt x="146916" y="52303"/>
                  </a:lnTo>
                  <a:close/>
                  <a:moveTo>
                    <a:pt x="234104" y="0"/>
                  </a:moveTo>
                  <a:lnTo>
                    <a:pt x="146916" y="52303"/>
                  </a:lnTo>
                  <a:lnTo>
                    <a:pt x="223871" y="13866"/>
                  </a:lnTo>
                  <a:close/>
                  <a:moveTo>
                    <a:pt x="234104" y="0"/>
                  </a:moveTo>
                  <a:lnTo>
                    <a:pt x="181148" y="17206"/>
                  </a:lnTo>
                  <a:lnTo>
                    <a:pt x="146916" y="52303"/>
                  </a:lnTo>
                  <a:close/>
                  <a:moveTo>
                    <a:pt x="1450002" y="1480809"/>
                  </a:moveTo>
                  <a:lnTo>
                    <a:pt x="1449269" y="1493738"/>
                  </a:lnTo>
                  <a:lnTo>
                    <a:pt x="1457249" y="1490658"/>
                  </a:lnTo>
                  <a:close/>
                  <a:moveTo>
                    <a:pt x="1466600" y="1493738"/>
                  </a:moveTo>
                  <a:lnTo>
                    <a:pt x="1450002" y="1480809"/>
                  </a:lnTo>
                  <a:lnTo>
                    <a:pt x="1457249" y="1490658"/>
                  </a:lnTo>
                  <a:close/>
                  <a:moveTo>
                    <a:pt x="1082592" y="727891"/>
                  </a:moveTo>
                  <a:lnTo>
                    <a:pt x="1060111" y="797581"/>
                  </a:lnTo>
                  <a:lnTo>
                    <a:pt x="1145494" y="761596"/>
                  </a:lnTo>
                  <a:close/>
                  <a:moveTo>
                    <a:pt x="1215016" y="729146"/>
                  </a:moveTo>
                  <a:lnTo>
                    <a:pt x="1082592" y="727891"/>
                  </a:lnTo>
                  <a:lnTo>
                    <a:pt x="1161957" y="759144"/>
                  </a:lnTo>
                  <a:close/>
                  <a:moveTo>
                    <a:pt x="1295632" y="660629"/>
                  </a:moveTo>
                  <a:lnTo>
                    <a:pt x="1259033" y="676929"/>
                  </a:lnTo>
                  <a:lnTo>
                    <a:pt x="1326217" y="651043"/>
                  </a:lnTo>
                  <a:close/>
                  <a:moveTo>
                    <a:pt x="1326217" y="651043"/>
                  </a:moveTo>
                  <a:lnTo>
                    <a:pt x="1259033" y="676929"/>
                  </a:lnTo>
                  <a:lnTo>
                    <a:pt x="1215016" y="729146"/>
                  </a:lnTo>
                  <a:close/>
                  <a:moveTo>
                    <a:pt x="1326217" y="651043"/>
                  </a:moveTo>
                  <a:lnTo>
                    <a:pt x="1215016" y="729146"/>
                  </a:lnTo>
                  <a:lnTo>
                    <a:pt x="1265297" y="701933"/>
                  </a:lnTo>
                  <a:close/>
                  <a:moveTo>
                    <a:pt x="1271062" y="660031"/>
                  </a:moveTo>
                  <a:lnTo>
                    <a:pt x="1259033" y="676929"/>
                  </a:lnTo>
                  <a:lnTo>
                    <a:pt x="1295632" y="66062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71" name="Candidate_density__2070">
              <a:extLst>
                <a:ext uri="{FF2B5EF4-FFF2-40B4-BE49-F238E27FC236}">
                  <a16:creationId xmlns:a16="http://schemas.microsoft.com/office/drawing/2014/main" id="{0D86CEAE-4BE4-FEA6-9990-CC838ADC7C9C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2342726" cy="3777550"/>
            </a:xfrm>
            <a:custGeom>
              <a:avLst/>
              <a:gdLst/>
              <a:ahLst/>
              <a:cxnLst/>
              <a:rect l="0" t="0" r="0" b="0"/>
              <a:pathLst>
                <a:path w="2342726" h="3777550">
                  <a:moveTo>
                    <a:pt x="365150" y="3493707"/>
                  </a:moveTo>
                  <a:lnTo>
                    <a:pt x="315743" y="3524187"/>
                  </a:lnTo>
                  <a:lnTo>
                    <a:pt x="291705" y="3580089"/>
                  </a:lnTo>
                  <a:close/>
                  <a:moveTo>
                    <a:pt x="299897" y="3377223"/>
                  </a:moveTo>
                  <a:lnTo>
                    <a:pt x="288829" y="3423560"/>
                  </a:lnTo>
                  <a:lnTo>
                    <a:pt x="353398" y="3449771"/>
                  </a:lnTo>
                  <a:close/>
                  <a:moveTo>
                    <a:pt x="755286" y="3777550"/>
                  </a:moveTo>
                  <a:lnTo>
                    <a:pt x="843375" y="3749862"/>
                  </a:lnTo>
                  <a:lnTo>
                    <a:pt x="776424" y="3701564"/>
                  </a:lnTo>
                  <a:close/>
                  <a:moveTo>
                    <a:pt x="465365" y="3589740"/>
                  </a:moveTo>
                  <a:lnTo>
                    <a:pt x="387786" y="3541653"/>
                  </a:lnTo>
                  <a:lnTo>
                    <a:pt x="389574" y="3532223"/>
                  </a:lnTo>
                  <a:close/>
                  <a:moveTo>
                    <a:pt x="353398" y="3449771"/>
                  </a:moveTo>
                  <a:lnTo>
                    <a:pt x="477259" y="3419005"/>
                  </a:lnTo>
                  <a:lnTo>
                    <a:pt x="392086" y="3379216"/>
                  </a:lnTo>
                  <a:close/>
                  <a:moveTo>
                    <a:pt x="843375" y="3749862"/>
                  </a:moveTo>
                  <a:lnTo>
                    <a:pt x="867249" y="3762483"/>
                  </a:lnTo>
                  <a:lnTo>
                    <a:pt x="871784" y="3743431"/>
                  </a:lnTo>
                  <a:close/>
                  <a:moveTo>
                    <a:pt x="871784" y="3743431"/>
                  </a:moveTo>
                  <a:lnTo>
                    <a:pt x="776424" y="3701564"/>
                  </a:lnTo>
                  <a:lnTo>
                    <a:pt x="843375" y="3749862"/>
                  </a:lnTo>
                  <a:close/>
                  <a:moveTo>
                    <a:pt x="786569" y="3652025"/>
                  </a:moveTo>
                  <a:lnTo>
                    <a:pt x="776424" y="3701564"/>
                  </a:lnTo>
                  <a:lnTo>
                    <a:pt x="871784" y="3743431"/>
                  </a:lnTo>
                  <a:close/>
                  <a:moveTo>
                    <a:pt x="860265" y="3652704"/>
                  </a:moveTo>
                  <a:lnTo>
                    <a:pt x="786569" y="3652025"/>
                  </a:lnTo>
                  <a:lnTo>
                    <a:pt x="871784" y="3743431"/>
                  </a:lnTo>
                  <a:close/>
                  <a:moveTo>
                    <a:pt x="786569" y="3652025"/>
                  </a:moveTo>
                  <a:lnTo>
                    <a:pt x="703006" y="3705720"/>
                  </a:lnTo>
                  <a:lnTo>
                    <a:pt x="776424" y="3701564"/>
                  </a:lnTo>
                  <a:close/>
                  <a:moveTo>
                    <a:pt x="786569" y="3652025"/>
                  </a:moveTo>
                  <a:lnTo>
                    <a:pt x="761667" y="3646387"/>
                  </a:lnTo>
                  <a:lnTo>
                    <a:pt x="679736" y="3578194"/>
                  </a:lnTo>
                  <a:close/>
                  <a:moveTo>
                    <a:pt x="552930" y="2920048"/>
                  </a:moveTo>
                  <a:lnTo>
                    <a:pt x="505684" y="2897866"/>
                  </a:lnTo>
                  <a:lnTo>
                    <a:pt x="515300" y="2850548"/>
                  </a:lnTo>
                  <a:close/>
                  <a:moveTo>
                    <a:pt x="202878" y="2322213"/>
                  </a:moveTo>
                  <a:lnTo>
                    <a:pt x="242642" y="2401326"/>
                  </a:lnTo>
                  <a:lnTo>
                    <a:pt x="218549" y="2363444"/>
                  </a:lnTo>
                  <a:close/>
                  <a:moveTo>
                    <a:pt x="749825" y="2781067"/>
                  </a:moveTo>
                  <a:lnTo>
                    <a:pt x="672752" y="2731795"/>
                  </a:lnTo>
                  <a:lnTo>
                    <a:pt x="742959" y="2773965"/>
                  </a:lnTo>
                  <a:close/>
                  <a:moveTo>
                    <a:pt x="763013" y="2790614"/>
                  </a:moveTo>
                  <a:lnTo>
                    <a:pt x="749825" y="2781067"/>
                  </a:lnTo>
                  <a:lnTo>
                    <a:pt x="742959" y="2773965"/>
                  </a:lnTo>
                  <a:close/>
                  <a:moveTo>
                    <a:pt x="213022" y="2313966"/>
                  </a:moveTo>
                  <a:lnTo>
                    <a:pt x="279229" y="2280675"/>
                  </a:lnTo>
                  <a:lnTo>
                    <a:pt x="239937" y="2228204"/>
                  </a:lnTo>
                  <a:close/>
                  <a:moveTo>
                    <a:pt x="35363" y="2154681"/>
                  </a:moveTo>
                  <a:lnTo>
                    <a:pt x="35545" y="2236536"/>
                  </a:lnTo>
                  <a:lnTo>
                    <a:pt x="48359" y="2126464"/>
                  </a:lnTo>
                  <a:close/>
                  <a:moveTo>
                    <a:pt x="35363" y="2154681"/>
                  </a:moveTo>
                  <a:lnTo>
                    <a:pt x="50098" y="2075746"/>
                  </a:lnTo>
                  <a:lnTo>
                    <a:pt x="54279" y="2034030"/>
                  </a:lnTo>
                  <a:close/>
                  <a:moveTo>
                    <a:pt x="35363" y="2154681"/>
                  </a:moveTo>
                  <a:lnTo>
                    <a:pt x="54279" y="2034030"/>
                  </a:lnTo>
                  <a:lnTo>
                    <a:pt x="37077" y="2072466"/>
                  </a:lnTo>
                  <a:close/>
                  <a:moveTo>
                    <a:pt x="34190" y="2016266"/>
                  </a:moveTo>
                  <a:lnTo>
                    <a:pt x="2897" y="1963241"/>
                  </a:lnTo>
                  <a:lnTo>
                    <a:pt x="54279" y="2034030"/>
                  </a:lnTo>
                  <a:close/>
                  <a:moveTo>
                    <a:pt x="0" y="1951814"/>
                  </a:moveTo>
                  <a:lnTo>
                    <a:pt x="2897" y="1963241"/>
                  </a:lnTo>
                  <a:lnTo>
                    <a:pt x="34190" y="2016266"/>
                  </a:lnTo>
                  <a:close/>
                  <a:moveTo>
                    <a:pt x="6934" y="1914361"/>
                  </a:moveTo>
                  <a:lnTo>
                    <a:pt x="2897" y="1963241"/>
                  </a:lnTo>
                  <a:lnTo>
                    <a:pt x="0" y="1951814"/>
                  </a:lnTo>
                  <a:close/>
                  <a:moveTo>
                    <a:pt x="711370" y="2751739"/>
                  </a:moveTo>
                  <a:lnTo>
                    <a:pt x="763013" y="2790614"/>
                  </a:lnTo>
                  <a:lnTo>
                    <a:pt x="742959" y="2773965"/>
                  </a:lnTo>
                  <a:close/>
                  <a:moveTo>
                    <a:pt x="825339" y="2819768"/>
                  </a:moveTo>
                  <a:lnTo>
                    <a:pt x="763013" y="2790614"/>
                  </a:lnTo>
                  <a:lnTo>
                    <a:pt x="711370" y="2751739"/>
                  </a:lnTo>
                  <a:close/>
                  <a:moveTo>
                    <a:pt x="825339" y="2819768"/>
                  </a:moveTo>
                  <a:lnTo>
                    <a:pt x="810437" y="2773965"/>
                  </a:lnTo>
                  <a:lnTo>
                    <a:pt x="763013" y="2790614"/>
                  </a:lnTo>
                  <a:close/>
                  <a:moveTo>
                    <a:pt x="839263" y="2768948"/>
                  </a:moveTo>
                  <a:lnTo>
                    <a:pt x="810437" y="2773965"/>
                  </a:lnTo>
                  <a:lnTo>
                    <a:pt x="825339" y="2819768"/>
                  </a:lnTo>
                  <a:close/>
                  <a:moveTo>
                    <a:pt x="711370" y="2751739"/>
                  </a:moveTo>
                  <a:lnTo>
                    <a:pt x="742959" y="2773965"/>
                  </a:lnTo>
                  <a:lnTo>
                    <a:pt x="672752" y="2731795"/>
                  </a:lnTo>
                  <a:close/>
                  <a:moveTo>
                    <a:pt x="252416" y="2181846"/>
                  </a:moveTo>
                  <a:lnTo>
                    <a:pt x="239937" y="2228204"/>
                  </a:lnTo>
                  <a:lnTo>
                    <a:pt x="331315" y="2160023"/>
                  </a:lnTo>
                  <a:close/>
                  <a:moveTo>
                    <a:pt x="252416" y="2181846"/>
                  </a:moveTo>
                  <a:lnTo>
                    <a:pt x="312566" y="2093446"/>
                  </a:lnTo>
                  <a:lnTo>
                    <a:pt x="227883" y="2101699"/>
                  </a:lnTo>
                  <a:close/>
                  <a:moveTo>
                    <a:pt x="227883" y="2101699"/>
                  </a:moveTo>
                  <a:lnTo>
                    <a:pt x="275106" y="2023808"/>
                  </a:lnTo>
                  <a:lnTo>
                    <a:pt x="224797" y="2004116"/>
                  </a:lnTo>
                  <a:close/>
                  <a:moveTo>
                    <a:pt x="0" y="1951814"/>
                  </a:moveTo>
                  <a:lnTo>
                    <a:pt x="23247" y="1846604"/>
                  </a:lnTo>
                  <a:lnTo>
                    <a:pt x="6934" y="1914361"/>
                  </a:lnTo>
                  <a:close/>
                  <a:moveTo>
                    <a:pt x="27174" y="1831163"/>
                  </a:moveTo>
                  <a:lnTo>
                    <a:pt x="23247" y="1846604"/>
                  </a:lnTo>
                  <a:lnTo>
                    <a:pt x="0" y="1951814"/>
                  </a:lnTo>
                  <a:close/>
                  <a:moveTo>
                    <a:pt x="637943" y="2411066"/>
                  </a:moveTo>
                  <a:lnTo>
                    <a:pt x="580758" y="2451303"/>
                  </a:lnTo>
                  <a:lnTo>
                    <a:pt x="636307" y="2406669"/>
                  </a:lnTo>
                  <a:close/>
                  <a:moveTo>
                    <a:pt x="349072" y="1957156"/>
                  </a:moveTo>
                  <a:lnTo>
                    <a:pt x="348574" y="1925315"/>
                  </a:lnTo>
                  <a:lnTo>
                    <a:pt x="345859" y="1966287"/>
                  </a:lnTo>
                  <a:close/>
                  <a:moveTo>
                    <a:pt x="370569" y="2039372"/>
                  </a:moveTo>
                  <a:lnTo>
                    <a:pt x="345859" y="1966287"/>
                  </a:lnTo>
                  <a:lnTo>
                    <a:pt x="364026" y="2051610"/>
                  </a:lnTo>
                  <a:close/>
                  <a:moveTo>
                    <a:pt x="370569" y="2039372"/>
                  </a:moveTo>
                  <a:lnTo>
                    <a:pt x="349072" y="1957156"/>
                  </a:lnTo>
                  <a:lnTo>
                    <a:pt x="345859" y="1966287"/>
                  </a:lnTo>
                  <a:close/>
                  <a:moveTo>
                    <a:pt x="1246842" y="2624126"/>
                  </a:moveTo>
                  <a:lnTo>
                    <a:pt x="1258036" y="2710362"/>
                  </a:lnTo>
                  <a:lnTo>
                    <a:pt x="1249737" y="2702435"/>
                  </a:lnTo>
                  <a:close/>
                  <a:moveTo>
                    <a:pt x="1895064" y="3157288"/>
                  </a:moveTo>
                  <a:lnTo>
                    <a:pt x="1893939" y="3156365"/>
                  </a:lnTo>
                  <a:lnTo>
                    <a:pt x="1830766" y="3135375"/>
                  </a:lnTo>
                  <a:close/>
                  <a:moveTo>
                    <a:pt x="952471" y="2080838"/>
                  </a:moveTo>
                  <a:lnTo>
                    <a:pt x="960730" y="2088492"/>
                  </a:lnTo>
                  <a:lnTo>
                    <a:pt x="995766" y="2101753"/>
                  </a:lnTo>
                  <a:close/>
                  <a:moveTo>
                    <a:pt x="932413" y="2069296"/>
                  </a:moveTo>
                  <a:lnTo>
                    <a:pt x="960730" y="2088492"/>
                  </a:lnTo>
                  <a:lnTo>
                    <a:pt x="952471" y="2080838"/>
                  </a:lnTo>
                  <a:close/>
                  <a:moveTo>
                    <a:pt x="686772" y="1880283"/>
                  </a:moveTo>
                  <a:lnTo>
                    <a:pt x="698590" y="1962499"/>
                  </a:lnTo>
                  <a:lnTo>
                    <a:pt x="691680" y="1866917"/>
                  </a:lnTo>
                  <a:close/>
                  <a:moveTo>
                    <a:pt x="529233" y="1595201"/>
                  </a:moveTo>
                  <a:lnTo>
                    <a:pt x="493069" y="1606923"/>
                  </a:lnTo>
                  <a:lnTo>
                    <a:pt x="555415" y="1710944"/>
                  </a:lnTo>
                  <a:close/>
                  <a:moveTo>
                    <a:pt x="543484" y="1512987"/>
                  </a:moveTo>
                  <a:lnTo>
                    <a:pt x="496401" y="1553754"/>
                  </a:lnTo>
                  <a:lnTo>
                    <a:pt x="550689" y="1520579"/>
                  </a:lnTo>
                  <a:close/>
                  <a:moveTo>
                    <a:pt x="529233" y="1595201"/>
                  </a:moveTo>
                  <a:lnTo>
                    <a:pt x="562307" y="1521506"/>
                  </a:lnTo>
                  <a:lnTo>
                    <a:pt x="550689" y="1520579"/>
                  </a:lnTo>
                  <a:close/>
                  <a:moveTo>
                    <a:pt x="1997746" y="3133688"/>
                  </a:moveTo>
                  <a:lnTo>
                    <a:pt x="1984901" y="3217802"/>
                  </a:lnTo>
                  <a:lnTo>
                    <a:pt x="2071285" y="3234587"/>
                  </a:lnTo>
                  <a:close/>
                  <a:moveTo>
                    <a:pt x="1895064" y="3157288"/>
                  </a:moveTo>
                  <a:lnTo>
                    <a:pt x="1984901" y="3217802"/>
                  </a:lnTo>
                  <a:lnTo>
                    <a:pt x="1997746" y="3133688"/>
                  </a:lnTo>
                  <a:close/>
                  <a:moveTo>
                    <a:pt x="1997746" y="3133688"/>
                  </a:moveTo>
                  <a:lnTo>
                    <a:pt x="1893939" y="3156365"/>
                  </a:lnTo>
                  <a:lnTo>
                    <a:pt x="1895064" y="3157288"/>
                  </a:lnTo>
                  <a:close/>
                  <a:moveTo>
                    <a:pt x="1913649" y="3041374"/>
                  </a:moveTo>
                  <a:lnTo>
                    <a:pt x="1893939" y="3156365"/>
                  </a:lnTo>
                  <a:lnTo>
                    <a:pt x="1997746" y="3133688"/>
                  </a:lnTo>
                  <a:close/>
                  <a:moveTo>
                    <a:pt x="1350732" y="2395317"/>
                  </a:moveTo>
                  <a:lnTo>
                    <a:pt x="1284577" y="2417353"/>
                  </a:lnTo>
                  <a:lnTo>
                    <a:pt x="1366425" y="2482650"/>
                  </a:lnTo>
                  <a:close/>
                  <a:moveTo>
                    <a:pt x="1366425" y="2482650"/>
                  </a:moveTo>
                  <a:lnTo>
                    <a:pt x="1284577" y="2417353"/>
                  </a:lnTo>
                  <a:lnTo>
                    <a:pt x="1303963" y="2407286"/>
                  </a:lnTo>
                  <a:close/>
                  <a:moveTo>
                    <a:pt x="1121857" y="2005079"/>
                  </a:moveTo>
                  <a:lnTo>
                    <a:pt x="1067566" y="2003881"/>
                  </a:lnTo>
                  <a:lnTo>
                    <a:pt x="1174501" y="2050056"/>
                  </a:lnTo>
                  <a:close/>
                  <a:moveTo>
                    <a:pt x="496401" y="1553754"/>
                  </a:moveTo>
                  <a:lnTo>
                    <a:pt x="543484" y="1512987"/>
                  </a:lnTo>
                  <a:lnTo>
                    <a:pt x="507230" y="1495318"/>
                  </a:lnTo>
                  <a:close/>
                  <a:moveTo>
                    <a:pt x="507230" y="1495318"/>
                  </a:moveTo>
                  <a:lnTo>
                    <a:pt x="543484" y="1512987"/>
                  </a:lnTo>
                  <a:lnTo>
                    <a:pt x="477665" y="1483703"/>
                  </a:lnTo>
                  <a:close/>
                  <a:moveTo>
                    <a:pt x="1091156" y="1967841"/>
                  </a:moveTo>
                  <a:lnTo>
                    <a:pt x="1067566" y="2003881"/>
                  </a:lnTo>
                  <a:lnTo>
                    <a:pt x="1121857" y="2005079"/>
                  </a:lnTo>
                  <a:close/>
                  <a:moveTo>
                    <a:pt x="102198" y="816829"/>
                  </a:moveTo>
                  <a:lnTo>
                    <a:pt x="104507" y="740119"/>
                  </a:lnTo>
                  <a:lnTo>
                    <a:pt x="113165" y="833172"/>
                  </a:lnTo>
                  <a:close/>
                  <a:moveTo>
                    <a:pt x="102198" y="816829"/>
                  </a:moveTo>
                  <a:lnTo>
                    <a:pt x="99786" y="734615"/>
                  </a:lnTo>
                  <a:lnTo>
                    <a:pt x="104507" y="740119"/>
                  </a:lnTo>
                  <a:close/>
                  <a:moveTo>
                    <a:pt x="1557096" y="2461132"/>
                  </a:moveTo>
                  <a:lnTo>
                    <a:pt x="1595200" y="2422695"/>
                  </a:lnTo>
                  <a:lnTo>
                    <a:pt x="1537827" y="2445695"/>
                  </a:lnTo>
                  <a:close/>
                  <a:moveTo>
                    <a:pt x="1395674" y="2378916"/>
                  </a:moveTo>
                  <a:lnTo>
                    <a:pt x="1458560" y="2427985"/>
                  </a:lnTo>
                  <a:lnTo>
                    <a:pt x="1484924" y="2346813"/>
                  </a:lnTo>
                  <a:close/>
                  <a:moveTo>
                    <a:pt x="1458560" y="2427985"/>
                  </a:moveTo>
                  <a:lnTo>
                    <a:pt x="1553185" y="2340480"/>
                  </a:lnTo>
                  <a:lnTo>
                    <a:pt x="1484924" y="2346813"/>
                  </a:lnTo>
                  <a:close/>
                  <a:moveTo>
                    <a:pt x="1537827" y="2445695"/>
                  </a:moveTo>
                  <a:lnTo>
                    <a:pt x="1576025" y="2373309"/>
                  </a:lnTo>
                  <a:lnTo>
                    <a:pt x="1458560" y="2427985"/>
                  </a:lnTo>
                  <a:close/>
                  <a:moveTo>
                    <a:pt x="1513041" y="2258265"/>
                  </a:moveTo>
                  <a:lnTo>
                    <a:pt x="1485481" y="2313436"/>
                  </a:lnTo>
                  <a:lnTo>
                    <a:pt x="1534943" y="2266649"/>
                  </a:lnTo>
                  <a:close/>
                  <a:moveTo>
                    <a:pt x="1534943" y="2266649"/>
                  </a:moveTo>
                  <a:lnTo>
                    <a:pt x="1485481" y="2313436"/>
                  </a:lnTo>
                  <a:lnTo>
                    <a:pt x="1484924" y="2346813"/>
                  </a:lnTo>
                  <a:close/>
                  <a:moveTo>
                    <a:pt x="1132297" y="1951256"/>
                  </a:moveTo>
                  <a:lnTo>
                    <a:pt x="1121857" y="2005079"/>
                  </a:lnTo>
                  <a:lnTo>
                    <a:pt x="1224805" y="1929404"/>
                  </a:lnTo>
                  <a:close/>
                  <a:moveTo>
                    <a:pt x="1224805" y="1929404"/>
                  </a:moveTo>
                  <a:lnTo>
                    <a:pt x="1121857" y="2005079"/>
                  </a:lnTo>
                  <a:lnTo>
                    <a:pt x="1174501" y="2050056"/>
                  </a:lnTo>
                  <a:close/>
                  <a:moveTo>
                    <a:pt x="1224805" y="1929404"/>
                  </a:moveTo>
                  <a:lnTo>
                    <a:pt x="1174501" y="2050056"/>
                  </a:lnTo>
                  <a:lnTo>
                    <a:pt x="1208543" y="2011620"/>
                  </a:lnTo>
                  <a:close/>
                  <a:moveTo>
                    <a:pt x="1091156" y="1967841"/>
                  </a:moveTo>
                  <a:lnTo>
                    <a:pt x="1121857" y="2005079"/>
                  </a:lnTo>
                  <a:lnTo>
                    <a:pt x="1132297" y="1951256"/>
                  </a:lnTo>
                  <a:close/>
                  <a:moveTo>
                    <a:pt x="1018248" y="1885626"/>
                  </a:moveTo>
                  <a:lnTo>
                    <a:pt x="1132297" y="1951256"/>
                  </a:lnTo>
                  <a:lnTo>
                    <a:pt x="1069569" y="1873041"/>
                  </a:lnTo>
                  <a:close/>
                  <a:moveTo>
                    <a:pt x="1091156" y="1967841"/>
                  </a:moveTo>
                  <a:lnTo>
                    <a:pt x="1132297" y="1951256"/>
                  </a:lnTo>
                  <a:lnTo>
                    <a:pt x="1018248" y="1885626"/>
                  </a:lnTo>
                  <a:close/>
                  <a:moveTo>
                    <a:pt x="1202572" y="1854623"/>
                  </a:moveTo>
                  <a:lnTo>
                    <a:pt x="1138980" y="1853897"/>
                  </a:lnTo>
                  <a:lnTo>
                    <a:pt x="1132297" y="1951256"/>
                  </a:lnTo>
                  <a:close/>
                  <a:moveTo>
                    <a:pt x="1224805" y="1929404"/>
                  </a:moveTo>
                  <a:lnTo>
                    <a:pt x="1230809" y="1918575"/>
                  </a:lnTo>
                  <a:lnTo>
                    <a:pt x="1202572" y="1854623"/>
                  </a:lnTo>
                  <a:close/>
                  <a:moveTo>
                    <a:pt x="1132297" y="1951256"/>
                  </a:moveTo>
                  <a:lnTo>
                    <a:pt x="1224805" y="1929404"/>
                  </a:lnTo>
                  <a:lnTo>
                    <a:pt x="1202572" y="1854623"/>
                  </a:lnTo>
                  <a:close/>
                  <a:moveTo>
                    <a:pt x="1230809" y="1918575"/>
                  </a:moveTo>
                  <a:lnTo>
                    <a:pt x="1238561" y="1929404"/>
                  </a:lnTo>
                  <a:lnTo>
                    <a:pt x="1202572" y="1854623"/>
                  </a:lnTo>
                  <a:close/>
                  <a:moveTo>
                    <a:pt x="1319147" y="1970198"/>
                  </a:moveTo>
                  <a:lnTo>
                    <a:pt x="1283278" y="1949695"/>
                  </a:lnTo>
                  <a:lnTo>
                    <a:pt x="1238561" y="1929404"/>
                  </a:lnTo>
                  <a:close/>
                  <a:moveTo>
                    <a:pt x="749878" y="1271684"/>
                  </a:moveTo>
                  <a:lnTo>
                    <a:pt x="660429" y="1310120"/>
                  </a:lnTo>
                  <a:lnTo>
                    <a:pt x="768917" y="1353899"/>
                  </a:lnTo>
                  <a:close/>
                  <a:moveTo>
                    <a:pt x="402546" y="987643"/>
                  </a:moveTo>
                  <a:lnTo>
                    <a:pt x="337910" y="971828"/>
                  </a:lnTo>
                  <a:lnTo>
                    <a:pt x="390700" y="1006808"/>
                  </a:lnTo>
                  <a:close/>
                  <a:moveTo>
                    <a:pt x="402546" y="987643"/>
                  </a:moveTo>
                  <a:lnTo>
                    <a:pt x="390700" y="1006808"/>
                  </a:lnTo>
                  <a:lnTo>
                    <a:pt x="461920" y="994431"/>
                  </a:lnTo>
                  <a:close/>
                  <a:moveTo>
                    <a:pt x="315759" y="889744"/>
                  </a:moveTo>
                  <a:lnTo>
                    <a:pt x="337910" y="971828"/>
                  </a:lnTo>
                  <a:lnTo>
                    <a:pt x="394963" y="981260"/>
                  </a:lnTo>
                  <a:close/>
                  <a:moveTo>
                    <a:pt x="768917" y="1353899"/>
                  </a:moveTo>
                  <a:lnTo>
                    <a:pt x="768838" y="1364320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2045" y="3043685"/>
                  </a:lnTo>
                  <a:lnTo>
                    <a:pt x="2333602" y="3039954"/>
                  </a:lnTo>
                  <a:close/>
                  <a:moveTo>
                    <a:pt x="2259798" y="3080416"/>
                  </a:moveTo>
                  <a:lnTo>
                    <a:pt x="2332045" y="3043685"/>
                  </a:lnTo>
                  <a:lnTo>
                    <a:pt x="2258323" y="2959764"/>
                  </a:lnTo>
                  <a:close/>
                  <a:moveTo>
                    <a:pt x="2258323" y="2959764"/>
                  </a:moveTo>
                  <a:lnTo>
                    <a:pt x="2231503" y="2936881"/>
                  </a:lnTo>
                  <a:lnTo>
                    <a:pt x="2177198" y="2949048"/>
                  </a:lnTo>
                  <a:close/>
                  <a:moveTo>
                    <a:pt x="2178758" y="2877549"/>
                  </a:moveTo>
                  <a:lnTo>
                    <a:pt x="2177198" y="2949048"/>
                  </a:lnTo>
                  <a:lnTo>
                    <a:pt x="2231503" y="2936881"/>
                  </a:lnTo>
                  <a:close/>
                  <a:moveTo>
                    <a:pt x="1740325" y="2384258"/>
                  </a:moveTo>
                  <a:lnTo>
                    <a:pt x="1674665" y="2313742"/>
                  </a:lnTo>
                  <a:lnTo>
                    <a:pt x="1701631" y="2349069"/>
                  </a:lnTo>
                  <a:close/>
                  <a:moveTo>
                    <a:pt x="1485481" y="2313436"/>
                  </a:moveTo>
                  <a:lnTo>
                    <a:pt x="1513041" y="2258265"/>
                  </a:lnTo>
                  <a:lnTo>
                    <a:pt x="1514298" y="2222841"/>
                  </a:lnTo>
                  <a:close/>
                  <a:moveTo>
                    <a:pt x="1654849" y="2229760"/>
                  </a:moveTo>
                  <a:lnTo>
                    <a:pt x="1577469" y="2258265"/>
                  </a:lnTo>
                  <a:lnTo>
                    <a:pt x="1564382" y="2329774"/>
                  </a:lnTo>
                  <a:close/>
                  <a:moveTo>
                    <a:pt x="1674665" y="2313742"/>
                  </a:moveTo>
                  <a:lnTo>
                    <a:pt x="1654849" y="2229760"/>
                  </a:lnTo>
                  <a:lnTo>
                    <a:pt x="1570268" y="2338022"/>
                  </a:lnTo>
                  <a:close/>
                  <a:moveTo>
                    <a:pt x="1654849" y="2229760"/>
                  </a:moveTo>
                  <a:lnTo>
                    <a:pt x="1674665" y="2313742"/>
                  </a:lnTo>
                  <a:lnTo>
                    <a:pt x="1739672" y="2221392"/>
                  </a:lnTo>
                  <a:close/>
                  <a:moveTo>
                    <a:pt x="1532945" y="2212239"/>
                  </a:moveTo>
                  <a:lnTo>
                    <a:pt x="1530688" y="2219829"/>
                  </a:lnTo>
                  <a:lnTo>
                    <a:pt x="1516247" y="2213261"/>
                  </a:lnTo>
                  <a:close/>
                  <a:moveTo>
                    <a:pt x="1514298" y="2222841"/>
                  </a:moveTo>
                  <a:lnTo>
                    <a:pt x="1513041" y="2258265"/>
                  </a:lnTo>
                  <a:lnTo>
                    <a:pt x="1532945" y="2212239"/>
                  </a:lnTo>
                  <a:close/>
                  <a:moveTo>
                    <a:pt x="1532945" y="2212239"/>
                  </a:moveTo>
                  <a:lnTo>
                    <a:pt x="1577469" y="2258265"/>
                  </a:lnTo>
                  <a:lnTo>
                    <a:pt x="1665294" y="2213208"/>
                  </a:lnTo>
                  <a:close/>
                  <a:moveTo>
                    <a:pt x="1294053" y="1939829"/>
                  </a:moveTo>
                  <a:lnTo>
                    <a:pt x="1237062" y="1926675"/>
                  </a:lnTo>
                  <a:lnTo>
                    <a:pt x="1224805" y="1929404"/>
                  </a:lnTo>
                  <a:close/>
                  <a:moveTo>
                    <a:pt x="1238561" y="1929404"/>
                  </a:moveTo>
                  <a:lnTo>
                    <a:pt x="1237062" y="1926675"/>
                  </a:lnTo>
                  <a:lnTo>
                    <a:pt x="1319147" y="1970198"/>
                  </a:lnTo>
                  <a:close/>
                  <a:moveTo>
                    <a:pt x="1237062" y="1926675"/>
                  </a:moveTo>
                  <a:lnTo>
                    <a:pt x="1230809" y="1918575"/>
                  </a:lnTo>
                  <a:lnTo>
                    <a:pt x="1224805" y="1929404"/>
                  </a:lnTo>
                  <a:close/>
                  <a:moveTo>
                    <a:pt x="1237062" y="1926675"/>
                  </a:moveTo>
                  <a:lnTo>
                    <a:pt x="1238561" y="1929404"/>
                  </a:lnTo>
                  <a:lnTo>
                    <a:pt x="1230809" y="1918575"/>
                  </a:lnTo>
                  <a:close/>
                  <a:moveTo>
                    <a:pt x="783482" y="1360723"/>
                  </a:moveTo>
                  <a:lnTo>
                    <a:pt x="785986" y="1350379"/>
                  </a:lnTo>
                  <a:lnTo>
                    <a:pt x="768917" y="1353899"/>
                  </a:lnTo>
                  <a:close/>
                  <a:moveTo>
                    <a:pt x="901944" y="1316699"/>
                  </a:moveTo>
                  <a:lnTo>
                    <a:pt x="783482" y="1360723"/>
                  </a:lnTo>
                  <a:lnTo>
                    <a:pt x="864753" y="1385927"/>
                  </a:lnTo>
                  <a:close/>
                  <a:moveTo>
                    <a:pt x="901944" y="1316699"/>
                  </a:moveTo>
                  <a:lnTo>
                    <a:pt x="785986" y="1350379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3602" y="3039954"/>
                  </a:lnTo>
                  <a:lnTo>
                    <a:pt x="2342726" y="2934909"/>
                  </a:lnTo>
                  <a:close/>
                  <a:moveTo>
                    <a:pt x="2258323" y="2959764"/>
                  </a:moveTo>
                  <a:lnTo>
                    <a:pt x="2342726" y="2934909"/>
                  </a:lnTo>
                  <a:lnTo>
                    <a:pt x="2231503" y="2936881"/>
                  </a:lnTo>
                  <a:close/>
                  <a:moveTo>
                    <a:pt x="2227249" y="2839113"/>
                  </a:moveTo>
                  <a:lnTo>
                    <a:pt x="2231503" y="2936881"/>
                  </a:lnTo>
                  <a:lnTo>
                    <a:pt x="2277733" y="2894528"/>
                  </a:lnTo>
                  <a:close/>
                  <a:moveTo>
                    <a:pt x="2227249" y="2839113"/>
                  </a:moveTo>
                  <a:lnTo>
                    <a:pt x="2178758" y="2877549"/>
                  </a:lnTo>
                  <a:lnTo>
                    <a:pt x="2231503" y="2936881"/>
                  </a:lnTo>
                  <a:close/>
                  <a:moveTo>
                    <a:pt x="1551987" y="2068233"/>
                  </a:moveTo>
                  <a:lnTo>
                    <a:pt x="1608973" y="2016962"/>
                  </a:lnTo>
                  <a:lnTo>
                    <a:pt x="1680311" y="2054152"/>
                  </a:lnTo>
                  <a:close/>
                  <a:moveTo>
                    <a:pt x="1551987" y="2068233"/>
                  </a:moveTo>
                  <a:lnTo>
                    <a:pt x="1680311" y="2054152"/>
                  </a:lnTo>
                  <a:lnTo>
                    <a:pt x="1624922" y="2062266"/>
                  </a:lnTo>
                  <a:close/>
                  <a:moveTo>
                    <a:pt x="1750186" y="2036745"/>
                  </a:moveTo>
                  <a:lnTo>
                    <a:pt x="1624922" y="2062266"/>
                  </a:lnTo>
                  <a:lnTo>
                    <a:pt x="1680311" y="2054152"/>
                  </a:lnTo>
                  <a:close/>
                  <a:moveTo>
                    <a:pt x="1845674" y="2115103"/>
                  </a:moveTo>
                  <a:lnTo>
                    <a:pt x="1790225" y="2080201"/>
                  </a:lnTo>
                  <a:lnTo>
                    <a:pt x="1821616" y="2088610"/>
                  </a:lnTo>
                  <a:close/>
                  <a:moveTo>
                    <a:pt x="1608973" y="2016962"/>
                  </a:moveTo>
                  <a:lnTo>
                    <a:pt x="1736077" y="2063630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50186" y="2036745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90225" y="2080201"/>
                  </a:lnTo>
                  <a:lnTo>
                    <a:pt x="1750186" y="2036745"/>
                  </a:lnTo>
                  <a:close/>
                  <a:moveTo>
                    <a:pt x="1790225" y="2080201"/>
                  </a:moveTo>
                  <a:lnTo>
                    <a:pt x="1814664" y="2099177"/>
                  </a:lnTo>
                  <a:lnTo>
                    <a:pt x="1750186" y="2036745"/>
                  </a:lnTo>
                  <a:close/>
                  <a:moveTo>
                    <a:pt x="1617539" y="1934746"/>
                  </a:moveTo>
                  <a:lnTo>
                    <a:pt x="1658211" y="1971525"/>
                  </a:lnTo>
                  <a:lnTo>
                    <a:pt x="1643900" y="1896310"/>
                  </a:lnTo>
                  <a:close/>
                  <a:moveTo>
                    <a:pt x="803885" y="948165"/>
                  </a:moveTo>
                  <a:lnTo>
                    <a:pt x="825015" y="1030380"/>
                  </a:lnTo>
                  <a:lnTo>
                    <a:pt x="818884" y="923264"/>
                  </a:lnTo>
                  <a:close/>
                  <a:moveTo>
                    <a:pt x="780214" y="918104"/>
                  </a:moveTo>
                  <a:lnTo>
                    <a:pt x="803885" y="948165"/>
                  </a:lnTo>
                  <a:lnTo>
                    <a:pt x="818884" y="923264"/>
                  </a:lnTo>
                  <a:close/>
                  <a:moveTo>
                    <a:pt x="1955859" y="2106227"/>
                  </a:moveTo>
                  <a:lnTo>
                    <a:pt x="1981841" y="2130351"/>
                  </a:lnTo>
                  <a:lnTo>
                    <a:pt x="1895882" y="2087621"/>
                  </a:lnTo>
                  <a:close/>
                  <a:moveTo>
                    <a:pt x="1736556" y="1762964"/>
                  </a:moveTo>
                  <a:lnTo>
                    <a:pt x="1792237" y="1763562"/>
                  </a:lnTo>
                  <a:lnTo>
                    <a:pt x="1707076" y="1723818"/>
                  </a:lnTo>
                  <a:close/>
                  <a:moveTo>
                    <a:pt x="1736556" y="1762964"/>
                  </a:moveTo>
                  <a:lnTo>
                    <a:pt x="1803109" y="1769450"/>
                  </a:lnTo>
                  <a:lnTo>
                    <a:pt x="1792237" y="1763562"/>
                  </a:lnTo>
                  <a:close/>
                  <a:moveTo>
                    <a:pt x="1200201" y="855629"/>
                  </a:moveTo>
                  <a:lnTo>
                    <a:pt x="1313141" y="915071"/>
                  </a:lnTo>
                  <a:lnTo>
                    <a:pt x="1233360" y="852100"/>
                  </a:lnTo>
                  <a:close/>
                  <a:moveTo>
                    <a:pt x="1200201" y="855629"/>
                  </a:moveTo>
                  <a:lnTo>
                    <a:pt x="1305693" y="930549"/>
                  </a:lnTo>
                  <a:lnTo>
                    <a:pt x="1313141" y="915071"/>
                  </a:lnTo>
                  <a:close/>
                  <a:moveTo>
                    <a:pt x="1523969" y="1166121"/>
                  </a:moveTo>
                  <a:lnTo>
                    <a:pt x="1608572" y="1205495"/>
                  </a:lnTo>
                  <a:lnTo>
                    <a:pt x="1541510" y="1168251"/>
                  </a:lnTo>
                  <a:close/>
                  <a:moveTo>
                    <a:pt x="1585873" y="924044"/>
                  </a:moveTo>
                  <a:lnTo>
                    <a:pt x="1516523" y="838198"/>
                  </a:lnTo>
                  <a:lnTo>
                    <a:pt x="1491698" y="839923"/>
                  </a:lnTo>
                  <a:close/>
                  <a:moveTo>
                    <a:pt x="1255497" y="410306"/>
                  </a:moveTo>
                  <a:lnTo>
                    <a:pt x="1340203" y="388686"/>
                  </a:lnTo>
                  <a:lnTo>
                    <a:pt x="1265319" y="325982"/>
                  </a:lnTo>
                  <a:close/>
                  <a:moveTo>
                    <a:pt x="1272236" y="296605"/>
                  </a:moveTo>
                  <a:lnTo>
                    <a:pt x="1265319" y="325982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354332" y="164931"/>
                  </a:lnTo>
                  <a:lnTo>
                    <a:pt x="1319360" y="118701"/>
                  </a:lnTo>
                  <a:close/>
                  <a:moveTo>
                    <a:pt x="1275476" y="193879"/>
                  </a:moveTo>
                  <a:lnTo>
                    <a:pt x="1336329" y="185819"/>
                  </a:lnTo>
                  <a:lnTo>
                    <a:pt x="1319360" y="118701"/>
                  </a:lnTo>
                  <a:close/>
                  <a:moveTo>
                    <a:pt x="1237542" y="6926"/>
                  </a:moveTo>
                  <a:lnTo>
                    <a:pt x="1111461" y="29394"/>
                  </a:lnTo>
                  <a:lnTo>
                    <a:pt x="1161158" y="0"/>
                  </a:lnTo>
                  <a:close/>
                  <a:moveTo>
                    <a:pt x="1623887" y="492771"/>
                  </a:moveTo>
                  <a:lnTo>
                    <a:pt x="1670400" y="510684"/>
                  </a:lnTo>
                  <a:lnTo>
                    <a:pt x="1587773" y="480412"/>
                  </a:lnTo>
                  <a:close/>
                  <a:moveTo>
                    <a:pt x="1623887" y="492771"/>
                  </a:moveTo>
                  <a:lnTo>
                    <a:pt x="1682190" y="505964"/>
                  </a:lnTo>
                  <a:lnTo>
                    <a:pt x="1670400" y="510684"/>
                  </a:lnTo>
                  <a:close/>
                  <a:moveTo>
                    <a:pt x="1184182" y="7322"/>
                  </a:moveTo>
                  <a:lnTo>
                    <a:pt x="1249310" y="14967"/>
                  </a:lnTo>
                  <a:lnTo>
                    <a:pt x="1237542" y="692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72" name="Candidate_density__2071">
              <a:extLst>
                <a:ext uri="{FF2B5EF4-FFF2-40B4-BE49-F238E27FC236}">
                  <a16:creationId xmlns:a16="http://schemas.microsoft.com/office/drawing/2014/main" id="{83FC869A-5AB3-74DA-CB6C-C8E4FBA4C777}"/>
                </a:ext>
              </a:extLst>
            </p:cNvPr>
            <p:cNvSpPr>
              <a:spLocks noGrp="1"/>
            </p:cNvSpPr>
            <p:nvPr/>
          </p:nvSpPr>
          <p:spPr>
            <a:xfrm>
              <a:off x="4301970" y="1513708"/>
              <a:ext cx="2395554" cy="3770623"/>
            </a:xfrm>
            <a:custGeom>
              <a:avLst/>
              <a:gdLst/>
              <a:ahLst/>
              <a:cxnLst/>
              <a:rect l="0" t="0" r="0" b="0"/>
              <a:pathLst>
                <a:path w="2395554" h="3770623">
                  <a:moveTo>
                    <a:pt x="362253" y="3486780"/>
                  </a:moveTo>
                  <a:lnTo>
                    <a:pt x="384889" y="3534727"/>
                  </a:lnTo>
                  <a:lnTo>
                    <a:pt x="312846" y="3517260"/>
                  </a:lnTo>
                  <a:close/>
                  <a:moveTo>
                    <a:pt x="654327" y="3742821"/>
                  </a:moveTo>
                  <a:lnTo>
                    <a:pt x="752389" y="3770623"/>
                  </a:lnTo>
                  <a:lnTo>
                    <a:pt x="773528" y="3694638"/>
                  </a:lnTo>
                  <a:close/>
                  <a:moveTo>
                    <a:pt x="654327" y="3742821"/>
                  </a:moveTo>
                  <a:lnTo>
                    <a:pt x="773528" y="3694638"/>
                  </a:lnTo>
                  <a:lnTo>
                    <a:pt x="700109" y="3698794"/>
                  </a:lnTo>
                  <a:close/>
                  <a:moveTo>
                    <a:pt x="783672" y="3645098"/>
                  </a:moveTo>
                  <a:lnTo>
                    <a:pt x="715829" y="3639662"/>
                  </a:lnTo>
                  <a:lnTo>
                    <a:pt x="700109" y="3698794"/>
                  </a:lnTo>
                  <a:close/>
                  <a:moveTo>
                    <a:pt x="715829" y="3639662"/>
                  </a:moveTo>
                  <a:lnTo>
                    <a:pt x="783672" y="3645098"/>
                  </a:lnTo>
                  <a:lnTo>
                    <a:pt x="676840" y="3571268"/>
                  </a:lnTo>
                  <a:close/>
                  <a:moveTo>
                    <a:pt x="151312" y="2312185"/>
                  </a:moveTo>
                  <a:lnTo>
                    <a:pt x="199981" y="2315286"/>
                  </a:lnTo>
                  <a:lnTo>
                    <a:pt x="215653" y="2356517"/>
                  </a:lnTo>
                  <a:close/>
                  <a:moveTo>
                    <a:pt x="32654" y="2229970"/>
                  </a:moveTo>
                  <a:lnTo>
                    <a:pt x="32700" y="2230007"/>
                  </a:lnTo>
                  <a:lnTo>
                    <a:pt x="32787" y="2230126"/>
                  </a:lnTo>
                  <a:close/>
                  <a:moveTo>
                    <a:pt x="32648" y="2229609"/>
                  </a:moveTo>
                  <a:lnTo>
                    <a:pt x="32700" y="2230007"/>
                  </a:lnTo>
                  <a:lnTo>
                    <a:pt x="32654" y="2229970"/>
                  </a:lnTo>
                  <a:close/>
                  <a:moveTo>
                    <a:pt x="128593" y="2309671"/>
                  </a:moveTo>
                  <a:lnTo>
                    <a:pt x="32787" y="2230126"/>
                  </a:lnTo>
                  <a:lnTo>
                    <a:pt x="32700" y="2230007"/>
                  </a:lnTo>
                  <a:close/>
                  <a:moveTo>
                    <a:pt x="32700" y="2230007"/>
                  </a:moveTo>
                  <a:lnTo>
                    <a:pt x="32648" y="2229609"/>
                  </a:lnTo>
                  <a:lnTo>
                    <a:pt x="53599" y="2173516"/>
                  </a:lnTo>
                  <a:close/>
                  <a:moveTo>
                    <a:pt x="215653" y="2356517"/>
                  </a:moveTo>
                  <a:lnTo>
                    <a:pt x="210125" y="2307039"/>
                  </a:lnTo>
                  <a:lnTo>
                    <a:pt x="151312" y="2312185"/>
                  </a:lnTo>
                  <a:close/>
                  <a:moveTo>
                    <a:pt x="151312" y="2312185"/>
                  </a:moveTo>
                  <a:lnTo>
                    <a:pt x="210125" y="2307039"/>
                  </a:lnTo>
                  <a:lnTo>
                    <a:pt x="237040" y="2221277"/>
                  </a:lnTo>
                  <a:close/>
                  <a:moveTo>
                    <a:pt x="32654" y="2229970"/>
                  </a:moveTo>
                  <a:lnTo>
                    <a:pt x="45463" y="2119538"/>
                  </a:lnTo>
                  <a:lnTo>
                    <a:pt x="32648" y="2229609"/>
                  </a:lnTo>
                  <a:close/>
                  <a:moveTo>
                    <a:pt x="51382" y="2027103"/>
                  </a:moveTo>
                  <a:lnTo>
                    <a:pt x="0" y="1956314"/>
                  </a:lnTo>
                  <a:lnTo>
                    <a:pt x="12942" y="1983324"/>
                  </a:lnTo>
                  <a:close/>
                  <a:moveTo>
                    <a:pt x="51382" y="2027103"/>
                  </a:moveTo>
                  <a:lnTo>
                    <a:pt x="12942" y="1983324"/>
                  </a:lnTo>
                  <a:lnTo>
                    <a:pt x="34181" y="2065539"/>
                  </a:lnTo>
                  <a:close/>
                  <a:moveTo>
                    <a:pt x="801465" y="2929988"/>
                  </a:moveTo>
                  <a:lnTo>
                    <a:pt x="898690" y="2911538"/>
                  </a:lnTo>
                  <a:lnTo>
                    <a:pt x="881589" y="2825349"/>
                  </a:lnTo>
                  <a:close/>
                  <a:moveTo>
                    <a:pt x="801465" y="2929988"/>
                  </a:moveTo>
                  <a:lnTo>
                    <a:pt x="881589" y="2825349"/>
                  </a:lnTo>
                  <a:lnTo>
                    <a:pt x="822442" y="2812842"/>
                  </a:lnTo>
                  <a:close/>
                  <a:moveTo>
                    <a:pt x="881589" y="2825349"/>
                  </a:moveTo>
                  <a:lnTo>
                    <a:pt x="898690" y="2911538"/>
                  </a:lnTo>
                  <a:lnTo>
                    <a:pt x="907804" y="2931469"/>
                  </a:lnTo>
                  <a:close/>
                  <a:moveTo>
                    <a:pt x="881589" y="2825349"/>
                  </a:moveTo>
                  <a:lnTo>
                    <a:pt x="836366" y="2762022"/>
                  </a:lnTo>
                  <a:lnTo>
                    <a:pt x="822442" y="2812842"/>
                  </a:lnTo>
                  <a:close/>
                  <a:moveTo>
                    <a:pt x="224986" y="2094773"/>
                  </a:moveTo>
                  <a:lnTo>
                    <a:pt x="222300" y="2070882"/>
                  </a:lnTo>
                  <a:lnTo>
                    <a:pt x="256010" y="2153097"/>
                  </a:lnTo>
                  <a:close/>
                  <a:moveTo>
                    <a:pt x="152854" y="1992731"/>
                  </a:moveTo>
                  <a:lnTo>
                    <a:pt x="51382" y="2027103"/>
                  </a:lnTo>
                  <a:lnTo>
                    <a:pt x="47202" y="2068820"/>
                  </a:lnTo>
                  <a:close/>
                  <a:moveTo>
                    <a:pt x="152854" y="1992731"/>
                  </a:moveTo>
                  <a:lnTo>
                    <a:pt x="224986" y="2094773"/>
                  </a:lnTo>
                  <a:lnTo>
                    <a:pt x="221900" y="1997190"/>
                  </a:lnTo>
                  <a:close/>
                  <a:moveTo>
                    <a:pt x="31293" y="2009339"/>
                  </a:moveTo>
                  <a:lnTo>
                    <a:pt x="51382" y="2027103"/>
                  </a:lnTo>
                  <a:lnTo>
                    <a:pt x="157310" y="1986634"/>
                  </a:lnTo>
                  <a:close/>
                  <a:moveTo>
                    <a:pt x="1417578" y="2898375"/>
                  </a:moveTo>
                  <a:lnTo>
                    <a:pt x="1542635" y="2942153"/>
                  </a:lnTo>
                  <a:lnTo>
                    <a:pt x="1514947" y="2859938"/>
                  </a:lnTo>
                  <a:close/>
                  <a:moveTo>
                    <a:pt x="1241567" y="2733945"/>
                  </a:moveTo>
                  <a:lnTo>
                    <a:pt x="1308261" y="2794211"/>
                  </a:lnTo>
                  <a:lnTo>
                    <a:pt x="1255139" y="2703435"/>
                  </a:lnTo>
                  <a:close/>
                  <a:moveTo>
                    <a:pt x="1255139" y="2703435"/>
                  </a:moveTo>
                  <a:lnTo>
                    <a:pt x="1308261" y="2794211"/>
                  </a:lnTo>
                  <a:lnTo>
                    <a:pt x="1328722" y="2804298"/>
                  </a:lnTo>
                  <a:close/>
                  <a:moveTo>
                    <a:pt x="683876" y="1873357"/>
                  </a:moveTo>
                  <a:lnTo>
                    <a:pt x="688267" y="1994009"/>
                  </a:lnTo>
                  <a:lnTo>
                    <a:pt x="695694" y="1955572"/>
                  </a:lnTo>
                  <a:close/>
                  <a:moveTo>
                    <a:pt x="1802590" y="3097388"/>
                  </a:moveTo>
                  <a:lnTo>
                    <a:pt x="1772501" y="3086251"/>
                  </a:lnTo>
                  <a:lnTo>
                    <a:pt x="1827870" y="3128449"/>
                  </a:lnTo>
                  <a:close/>
                  <a:moveTo>
                    <a:pt x="1891042" y="3149439"/>
                  </a:moveTo>
                  <a:lnTo>
                    <a:pt x="1802590" y="3097388"/>
                  </a:lnTo>
                  <a:lnTo>
                    <a:pt x="1827870" y="3128449"/>
                  </a:lnTo>
                  <a:close/>
                  <a:moveTo>
                    <a:pt x="992869" y="2094826"/>
                  </a:moveTo>
                  <a:lnTo>
                    <a:pt x="957834" y="2081565"/>
                  </a:lnTo>
                  <a:lnTo>
                    <a:pt x="1018570" y="2163781"/>
                  </a:lnTo>
                  <a:close/>
                  <a:moveTo>
                    <a:pt x="695694" y="1955572"/>
                  </a:moveTo>
                  <a:lnTo>
                    <a:pt x="695035" y="1955001"/>
                  </a:lnTo>
                  <a:lnTo>
                    <a:pt x="688783" y="1859991"/>
                  </a:lnTo>
                  <a:close/>
                  <a:moveTo>
                    <a:pt x="543062" y="1708927"/>
                  </a:moveTo>
                  <a:lnTo>
                    <a:pt x="504107" y="1688761"/>
                  </a:lnTo>
                  <a:lnTo>
                    <a:pt x="502614" y="1791142"/>
                  </a:lnTo>
                  <a:close/>
                  <a:moveTo>
                    <a:pt x="490172" y="1599996"/>
                  </a:moveTo>
                  <a:lnTo>
                    <a:pt x="504107" y="1688761"/>
                  </a:lnTo>
                  <a:lnTo>
                    <a:pt x="552519" y="1704018"/>
                  </a:lnTo>
                  <a:close/>
                  <a:moveTo>
                    <a:pt x="564884" y="1670490"/>
                  </a:moveTo>
                  <a:lnTo>
                    <a:pt x="526336" y="1588275"/>
                  </a:lnTo>
                  <a:lnTo>
                    <a:pt x="552519" y="1704018"/>
                  </a:lnTo>
                  <a:close/>
                  <a:moveTo>
                    <a:pt x="1767795" y="3068147"/>
                  </a:moveTo>
                  <a:lnTo>
                    <a:pt x="1772501" y="3086251"/>
                  </a:lnTo>
                  <a:lnTo>
                    <a:pt x="1802590" y="3097388"/>
                  </a:lnTo>
                  <a:close/>
                  <a:moveTo>
                    <a:pt x="1772501" y="3086251"/>
                  </a:moveTo>
                  <a:lnTo>
                    <a:pt x="1767795" y="3068147"/>
                  </a:lnTo>
                  <a:lnTo>
                    <a:pt x="1680052" y="3000726"/>
                  </a:lnTo>
                  <a:close/>
                  <a:moveTo>
                    <a:pt x="195403" y="1017810"/>
                  </a:moveTo>
                  <a:lnTo>
                    <a:pt x="271882" y="1094984"/>
                  </a:lnTo>
                  <a:lnTo>
                    <a:pt x="208034" y="1036817"/>
                  </a:lnTo>
                  <a:close/>
                  <a:moveTo>
                    <a:pt x="178631" y="1012769"/>
                  </a:moveTo>
                  <a:lnTo>
                    <a:pt x="195403" y="1017810"/>
                  </a:lnTo>
                  <a:lnTo>
                    <a:pt x="208034" y="1036817"/>
                  </a:lnTo>
                  <a:close/>
                  <a:moveTo>
                    <a:pt x="189640" y="968044"/>
                  </a:moveTo>
                  <a:lnTo>
                    <a:pt x="195403" y="1017810"/>
                  </a:lnTo>
                  <a:lnTo>
                    <a:pt x="178631" y="1012769"/>
                  </a:lnTo>
                  <a:close/>
                  <a:moveTo>
                    <a:pt x="1968412" y="3048163"/>
                  </a:moveTo>
                  <a:lnTo>
                    <a:pt x="1910752" y="3034447"/>
                  </a:lnTo>
                  <a:lnTo>
                    <a:pt x="1994849" y="3126762"/>
                  </a:lnTo>
                  <a:close/>
                  <a:moveTo>
                    <a:pt x="1802590" y="3097388"/>
                  </a:moveTo>
                  <a:lnTo>
                    <a:pt x="1828713" y="3040551"/>
                  </a:lnTo>
                  <a:lnTo>
                    <a:pt x="1767795" y="3068147"/>
                  </a:lnTo>
                  <a:close/>
                  <a:moveTo>
                    <a:pt x="1910752" y="3034447"/>
                  </a:moveTo>
                  <a:lnTo>
                    <a:pt x="1802590" y="3097388"/>
                  </a:lnTo>
                  <a:lnTo>
                    <a:pt x="1891042" y="3149439"/>
                  </a:lnTo>
                  <a:close/>
                  <a:moveTo>
                    <a:pt x="1910752" y="3034447"/>
                  </a:moveTo>
                  <a:lnTo>
                    <a:pt x="1828713" y="3040551"/>
                  </a:lnTo>
                  <a:lnTo>
                    <a:pt x="1802590" y="3097388"/>
                  </a:lnTo>
                  <a:close/>
                  <a:moveTo>
                    <a:pt x="1347835" y="2388391"/>
                  </a:moveTo>
                  <a:lnTo>
                    <a:pt x="1384679" y="2492642"/>
                  </a:lnTo>
                  <a:lnTo>
                    <a:pt x="1455663" y="2421059"/>
                  </a:lnTo>
                  <a:close/>
                  <a:moveTo>
                    <a:pt x="1015351" y="1878699"/>
                  </a:moveTo>
                  <a:lnTo>
                    <a:pt x="1002717" y="1917136"/>
                  </a:lnTo>
                  <a:lnTo>
                    <a:pt x="1088260" y="1960914"/>
                  </a:lnTo>
                  <a:close/>
                  <a:moveTo>
                    <a:pt x="1015351" y="1878699"/>
                  </a:moveTo>
                  <a:lnTo>
                    <a:pt x="1010085" y="1869745"/>
                  </a:lnTo>
                  <a:lnTo>
                    <a:pt x="971104" y="1812244"/>
                  </a:lnTo>
                  <a:close/>
                  <a:moveTo>
                    <a:pt x="604835" y="1567370"/>
                  </a:moveTo>
                  <a:lnTo>
                    <a:pt x="653149" y="1586398"/>
                  </a:lnTo>
                  <a:lnTo>
                    <a:pt x="559410" y="1514580"/>
                  </a:lnTo>
                  <a:close/>
                  <a:moveTo>
                    <a:pt x="655179" y="1587034"/>
                  </a:moveTo>
                  <a:lnTo>
                    <a:pt x="604835" y="1567370"/>
                  </a:lnTo>
                  <a:lnTo>
                    <a:pt x="709494" y="1581857"/>
                  </a:lnTo>
                  <a:close/>
                  <a:moveTo>
                    <a:pt x="280425" y="1056548"/>
                  </a:moveTo>
                  <a:lnTo>
                    <a:pt x="271882" y="1094984"/>
                  </a:lnTo>
                  <a:lnTo>
                    <a:pt x="328778" y="1138763"/>
                  </a:lnTo>
                  <a:close/>
                  <a:moveTo>
                    <a:pt x="208034" y="1036817"/>
                  </a:moveTo>
                  <a:lnTo>
                    <a:pt x="247987" y="975060"/>
                  </a:lnTo>
                  <a:lnTo>
                    <a:pt x="178631" y="1012769"/>
                  </a:lnTo>
                  <a:close/>
                  <a:moveTo>
                    <a:pt x="1735519" y="2615856"/>
                  </a:moveTo>
                  <a:lnTo>
                    <a:pt x="1735700" y="2632094"/>
                  </a:lnTo>
                  <a:lnTo>
                    <a:pt x="1688516" y="2593475"/>
                  </a:lnTo>
                  <a:close/>
                  <a:moveTo>
                    <a:pt x="1688516" y="2593475"/>
                  </a:moveTo>
                  <a:lnTo>
                    <a:pt x="1735700" y="2632094"/>
                  </a:lnTo>
                  <a:lnTo>
                    <a:pt x="1752534" y="2662414"/>
                  </a:lnTo>
                  <a:close/>
                  <a:moveTo>
                    <a:pt x="1752534" y="2662414"/>
                  </a:moveTo>
                  <a:lnTo>
                    <a:pt x="1735700" y="2632094"/>
                  </a:lnTo>
                  <a:lnTo>
                    <a:pt x="1733619" y="2700851"/>
                  </a:lnTo>
                  <a:close/>
                  <a:moveTo>
                    <a:pt x="1592303" y="2415769"/>
                  </a:moveTo>
                  <a:lnTo>
                    <a:pt x="1554199" y="2454205"/>
                  </a:lnTo>
                  <a:lnTo>
                    <a:pt x="1613763" y="2497984"/>
                  </a:lnTo>
                  <a:close/>
                  <a:moveTo>
                    <a:pt x="1171604" y="2043129"/>
                  </a:moveTo>
                  <a:lnTo>
                    <a:pt x="1211391" y="2065079"/>
                  </a:lnTo>
                  <a:lnTo>
                    <a:pt x="1205646" y="2004693"/>
                  </a:lnTo>
                  <a:close/>
                  <a:moveTo>
                    <a:pt x="1066673" y="1866114"/>
                  </a:moveTo>
                  <a:lnTo>
                    <a:pt x="1129400" y="1944329"/>
                  </a:lnTo>
                  <a:lnTo>
                    <a:pt x="1136083" y="1846970"/>
                  </a:lnTo>
                  <a:close/>
                  <a:moveTo>
                    <a:pt x="1020412" y="1872251"/>
                  </a:moveTo>
                  <a:lnTo>
                    <a:pt x="1015351" y="1878699"/>
                  </a:lnTo>
                  <a:lnTo>
                    <a:pt x="1066673" y="1866114"/>
                  </a:lnTo>
                  <a:close/>
                  <a:moveTo>
                    <a:pt x="1141025" y="1840263"/>
                  </a:moveTo>
                  <a:lnTo>
                    <a:pt x="1136083" y="1846970"/>
                  </a:lnTo>
                  <a:lnTo>
                    <a:pt x="1199676" y="1847696"/>
                  </a:lnTo>
                  <a:close/>
                  <a:moveTo>
                    <a:pt x="1235665" y="1922478"/>
                  </a:moveTo>
                  <a:lnTo>
                    <a:pt x="1280382" y="1942768"/>
                  </a:lnTo>
                  <a:lnTo>
                    <a:pt x="1199676" y="1847696"/>
                  </a:lnTo>
                  <a:close/>
                  <a:moveTo>
                    <a:pt x="1010085" y="1869745"/>
                  </a:moveTo>
                  <a:lnTo>
                    <a:pt x="1015351" y="1878699"/>
                  </a:lnTo>
                  <a:lnTo>
                    <a:pt x="1020412" y="1872251"/>
                  </a:lnTo>
                  <a:close/>
                  <a:moveTo>
                    <a:pt x="1141025" y="1840263"/>
                  </a:moveTo>
                  <a:lnTo>
                    <a:pt x="1199676" y="1847696"/>
                  </a:lnTo>
                  <a:lnTo>
                    <a:pt x="1197923" y="1799522"/>
                  </a:lnTo>
                  <a:close/>
                  <a:moveTo>
                    <a:pt x="956589" y="1796484"/>
                  </a:moveTo>
                  <a:lnTo>
                    <a:pt x="1020412" y="1872251"/>
                  </a:lnTo>
                  <a:lnTo>
                    <a:pt x="946853" y="1771368"/>
                  </a:lnTo>
                  <a:close/>
                  <a:moveTo>
                    <a:pt x="1010085" y="1869745"/>
                  </a:moveTo>
                  <a:lnTo>
                    <a:pt x="1020412" y="1872251"/>
                  </a:lnTo>
                  <a:lnTo>
                    <a:pt x="956589" y="1796484"/>
                  </a:lnTo>
                  <a:close/>
                  <a:moveTo>
                    <a:pt x="766020" y="1346973"/>
                  </a:moveTo>
                  <a:lnTo>
                    <a:pt x="726101" y="1365293"/>
                  </a:lnTo>
                  <a:lnTo>
                    <a:pt x="765942" y="1357393"/>
                  </a:lnTo>
                  <a:close/>
                  <a:moveTo>
                    <a:pt x="249360" y="974333"/>
                  </a:moveTo>
                  <a:lnTo>
                    <a:pt x="387804" y="999881"/>
                  </a:lnTo>
                  <a:lnTo>
                    <a:pt x="335013" y="964901"/>
                  </a:lnTo>
                  <a:close/>
                  <a:moveTo>
                    <a:pt x="861857" y="1379000"/>
                  </a:moveTo>
                  <a:lnTo>
                    <a:pt x="780585" y="1353797"/>
                  </a:lnTo>
                  <a:lnTo>
                    <a:pt x="765942" y="1357393"/>
                  </a:lnTo>
                  <a:close/>
                  <a:moveTo>
                    <a:pt x="2329149" y="3036758"/>
                  </a:moveTo>
                  <a:lnTo>
                    <a:pt x="2392975" y="3045461"/>
                  </a:lnTo>
                  <a:lnTo>
                    <a:pt x="2330705" y="3033028"/>
                  </a:lnTo>
                  <a:close/>
                  <a:moveTo>
                    <a:pt x="2109856" y="2793578"/>
                  </a:moveTo>
                  <a:lnTo>
                    <a:pt x="2158532" y="2883164"/>
                  </a:lnTo>
                  <a:lnTo>
                    <a:pt x="2175862" y="2870623"/>
                  </a:lnTo>
                  <a:close/>
                  <a:moveTo>
                    <a:pt x="2175862" y="2870623"/>
                  </a:moveTo>
                  <a:lnTo>
                    <a:pt x="2119203" y="2799570"/>
                  </a:lnTo>
                  <a:lnTo>
                    <a:pt x="2109856" y="2793578"/>
                  </a:lnTo>
                  <a:close/>
                  <a:moveTo>
                    <a:pt x="1691741" y="2333554"/>
                  </a:moveTo>
                  <a:lnTo>
                    <a:pt x="1671768" y="2306815"/>
                  </a:lnTo>
                  <a:lnTo>
                    <a:pt x="1737428" y="2377332"/>
                  </a:lnTo>
                  <a:close/>
                  <a:moveTo>
                    <a:pt x="1574572" y="2251338"/>
                  </a:moveTo>
                  <a:lnTo>
                    <a:pt x="1651952" y="2222833"/>
                  </a:lnTo>
                  <a:lnTo>
                    <a:pt x="1662397" y="2206282"/>
                  </a:lnTo>
                  <a:close/>
                  <a:moveTo>
                    <a:pt x="1136083" y="1846970"/>
                  </a:moveTo>
                  <a:lnTo>
                    <a:pt x="1141025" y="1840263"/>
                  </a:lnTo>
                  <a:lnTo>
                    <a:pt x="1135651" y="1839156"/>
                  </a:lnTo>
                  <a:close/>
                  <a:moveTo>
                    <a:pt x="1135651" y="1839156"/>
                  </a:moveTo>
                  <a:lnTo>
                    <a:pt x="1066673" y="1866114"/>
                  </a:lnTo>
                  <a:lnTo>
                    <a:pt x="1136083" y="1846970"/>
                  </a:lnTo>
                  <a:close/>
                  <a:moveTo>
                    <a:pt x="2228606" y="2929954"/>
                  </a:moveTo>
                  <a:lnTo>
                    <a:pt x="2339829" y="2927983"/>
                  </a:lnTo>
                  <a:lnTo>
                    <a:pt x="2336070" y="2837885"/>
                  </a:lnTo>
                  <a:close/>
                  <a:moveTo>
                    <a:pt x="2228606" y="2929954"/>
                  </a:moveTo>
                  <a:lnTo>
                    <a:pt x="2336070" y="2837885"/>
                  </a:lnTo>
                  <a:lnTo>
                    <a:pt x="2274837" y="2887602"/>
                  </a:lnTo>
                  <a:close/>
                  <a:moveTo>
                    <a:pt x="2395554" y="2943272"/>
                  </a:moveTo>
                  <a:lnTo>
                    <a:pt x="2339829" y="2927983"/>
                  </a:lnTo>
                  <a:lnTo>
                    <a:pt x="2330705" y="3033028"/>
                  </a:lnTo>
                  <a:close/>
                  <a:moveTo>
                    <a:pt x="2175862" y="2870623"/>
                  </a:moveTo>
                  <a:lnTo>
                    <a:pt x="2224353" y="2832186"/>
                  </a:lnTo>
                  <a:lnTo>
                    <a:pt x="2119203" y="2799570"/>
                  </a:lnTo>
                  <a:close/>
                  <a:moveTo>
                    <a:pt x="1803871" y="2241371"/>
                  </a:moveTo>
                  <a:lnTo>
                    <a:pt x="1741863" y="2210329"/>
                  </a:lnTo>
                  <a:lnTo>
                    <a:pt x="1812499" y="2256680"/>
                  </a:lnTo>
                  <a:close/>
                  <a:moveTo>
                    <a:pt x="1812499" y="2256680"/>
                  </a:moveTo>
                  <a:lnTo>
                    <a:pt x="1741863" y="2210329"/>
                  </a:lnTo>
                  <a:lnTo>
                    <a:pt x="1740361" y="2212902"/>
                  </a:lnTo>
                  <a:close/>
                  <a:moveTo>
                    <a:pt x="1812499" y="2256680"/>
                  </a:moveTo>
                  <a:lnTo>
                    <a:pt x="1740361" y="2212902"/>
                  </a:lnTo>
                  <a:lnTo>
                    <a:pt x="1786843" y="2295117"/>
                  </a:lnTo>
                  <a:close/>
                  <a:moveTo>
                    <a:pt x="1294244" y="1631222"/>
                  </a:moveTo>
                  <a:lnTo>
                    <a:pt x="1212941" y="1636727"/>
                  </a:lnTo>
                  <a:lnTo>
                    <a:pt x="1212630" y="1639305"/>
                  </a:lnTo>
                  <a:close/>
                  <a:moveTo>
                    <a:pt x="2336887" y="2830283"/>
                  </a:moveTo>
                  <a:lnTo>
                    <a:pt x="2283522" y="2813076"/>
                  </a:lnTo>
                  <a:lnTo>
                    <a:pt x="2274837" y="2887602"/>
                  </a:lnTo>
                  <a:close/>
                  <a:moveTo>
                    <a:pt x="2283522" y="2813076"/>
                  </a:moveTo>
                  <a:lnTo>
                    <a:pt x="2336887" y="2830283"/>
                  </a:lnTo>
                  <a:lnTo>
                    <a:pt x="2329012" y="2736593"/>
                  </a:lnTo>
                  <a:close/>
                  <a:moveTo>
                    <a:pt x="2283522" y="2813076"/>
                  </a:moveTo>
                  <a:lnTo>
                    <a:pt x="2329012" y="2736593"/>
                  </a:lnTo>
                  <a:lnTo>
                    <a:pt x="2265308" y="2727792"/>
                  </a:lnTo>
                  <a:close/>
                  <a:moveTo>
                    <a:pt x="1992519" y="2327919"/>
                  </a:moveTo>
                  <a:lnTo>
                    <a:pt x="1964562" y="2338896"/>
                  </a:lnTo>
                  <a:lnTo>
                    <a:pt x="1983921" y="2357229"/>
                  </a:lnTo>
                  <a:close/>
                  <a:moveTo>
                    <a:pt x="1992519" y="2327919"/>
                  </a:moveTo>
                  <a:lnTo>
                    <a:pt x="1983921" y="2357229"/>
                  </a:lnTo>
                  <a:lnTo>
                    <a:pt x="2029065" y="2338896"/>
                  </a:lnTo>
                  <a:close/>
                  <a:moveTo>
                    <a:pt x="1728685" y="2160451"/>
                  </a:moveTo>
                  <a:lnTo>
                    <a:pt x="1818720" y="2081683"/>
                  </a:lnTo>
                  <a:lnTo>
                    <a:pt x="1787329" y="2073274"/>
                  </a:lnTo>
                  <a:close/>
                  <a:moveTo>
                    <a:pt x="1641004" y="1889384"/>
                  </a:moveTo>
                  <a:lnTo>
                    <a:pt x="1655315" y="1964598"/>
                  </a:lnTo>
                  <a:lnTo>
                    <a:pt x="1701249" y="1921139"/>
                  </a:lnTo>
                  <a:close/>
                  <a:moveTo>
                    <a:pt x="1655315" y="1964598"/>
                  </a:moveTo>
                  <a:lnTo>
                    <a:pt x="1736245" y="1988526"/>
                  </a:lnTo>
                  <a:lnTo>
                    <a:pt x="1779704" y="1935811"/>
                  </a:lnTo>
                  <a:close/>
                  <a:moveTo>
                    <a:pt x="1952963" y="2099301"/>
                  </a:moveTo>
                  <a:lnTo>
                    <a:pt x="1990280" y="2129554"/>
                  </a:lnTo>
                  <a:lnTo>
                    <a:pt x="1978945" y="2123425"/>
                  </a:lnTo>
                  <a:close/>
                  <a:moveTo>
                    <a:pt x="1990280" y="2129554"/>
                  </a:moveTo>
                  <a:lnTo>
                    <a:pt x="1952963" y="2099301"/>
                  </a:lnTo>
                  <a:lnTo>
                    <a:pt x="2049641" y="2172543"/>
                  </a:lnTo>
                  <a:close/>
                  <a:moveTo>
                    <a:pt x="1990280" y="2129554"/>
                  </a:moveTo>
                  <a:lnTo>
                    <a:pt x="2002664" y="2136029"/>
                  </a:lnTo>
                  <a:lnTo>
                    <a:pt x="1978945" y="2123425"/>
                  </a:lnTo>
                  <a:close/>
                  <a:moveTo>
                    <a:pt x="1538613" y="1161324"/>
                  </a:moveTo>
                  <a:lnTo>
                    <a:pt x="1595883" y="1237005"/>
                  </a:lnTo>
                  <a:lnTo>
                    <a:pt x="1535254" y="1156100"/>
                  </a:lnTo>
                  <a:close/>
                  <a:moveTo>
                    <a:pt x="1295119" y="990360"/>
                  </a:moveTo>
                  <a:lnTo>
                    <a:pt x="1310245" y="908145"/>
                  </a:lnTo>
                  <a:lnTo>
                    <a:pt x="1302797" y="923623"/>
                  </a:lnTo>
                  <a:close/>
                  <a:moveTo>
                    <a:pt x="1190747" y="825929"/>
                  </a:moveTo>
                  <a:lnTo>
                    <a:pt x="1197305" y="848702"/>
                  </a:lnTo>
                  <a:lnTo>
                    <a:pt x="1230463" y="845174"/>
                  </a:lnTo>
                  <a:close/>
                  <a:moveTo>
                    <a:pt x="1190747" y="825929"/>
                  </a:moveTo>
                  <a:lnTo>
                    <a:pt x="1186606" y="757307"/>
                  </a:lnTo>
                  <a:lnTo>
                    <a:pt x="1197305" y="848702"/>
                  </a:lnTo>
                  <a:close/>
                  <a:moveTo>
                    <a:pt x="1538613" y="1161324"/>
                  </a:moveTo>
                  <a:lnTo>
                    <a:pt x="1605676" y="1198568"/>
                  </a:lnTo>
                  <a:lnTo>
                    <a:pt x="1605353" y="1199203"/>
                  </a:lnTo>
                  <a:close/>
                  <a:moveTo>
                    <a:pt x="1310245" y="908145"/>
                  </a:moveTo>
                  <a:lnTo>
                    <a:pt x="1297725" y="869708"/>
                  </a:lnTo>
                  <a:lnTo>
                    <a:pt x="1230463" y="845174"/>
                  </a:lnTo>
                  <a:close/>
                  <a:moveTo>
                    <a:pt x="1577404" y="875951"/>
                  </a:moveTo>
                  <a:lnTo>
                    <a:pt x="1513626" y="831271"/>
                  </a:lnTo>
                  <a:lnTo>
                    <a:pt x="1582977" y="917118"/>
                  </a:lnTo>
                  <a:close/>
                  <a:moveTo>
                    <a:pt x="1513626" y="831271"/>
                  </a:moveTo>
                  <a:lnTo>
                    <a:pt x="1577404" y="875951"/>
                  </a:lnTo>
                  <a:lnTo>
                    <a:pt x="1572410" y="825616"/>
                  </a:lnTo>
                  <a:close/>
                  <a:moveTo>
                    <a:pt x="1600111" y="745646"/>
                  </a:moveTo>
                  <a:lnTo>
                    <a:pt x="1513626" y="831271"/>
                  </a:lnTo>
                  <a:lnTo>
                    <a:pt x="1572410" y="825616"/>
                  </a:lnTo>
                  <a:close/>
                  <a:moveTo>
                    <a:pt x="1252600" y="403380"/>
                  </a:moveTo>
                  <a:lnTo>
                    <a:pt x="1240132" y="502411"/>
                  </a:lnTo>
                  <a:lnTo>
                    <a:pt x="1266450" y="492211"/>
                  </a:lnTo>
                  <a:close/>
                  <a:moveTo>
                    <a:pt x="1294205" y="96677"/>
                  </a:moveTo>
                  <a:lnTo>
                    <a:pt x="1272131" y="140153"/>
                  </a:lnTo>
                  <a:lnTo>
                    <a:pt x="1316463" y="111774"/>
                  </a:lnTo>
                  <a:close/>
                  <a:moveTo>
                    <a:pt x="1316463" y="111774"/>
                  </a:moveTo>
                  <a:lnTo>
                    <a:pt x="1272131" y="140153"/>
                  </a:lnTo>
                  <a:lnTo>
                    <a:pt x="1272579" y="186952"/>
                  </a:lnTo>
                  <a:close/>
                  <a:moveTo>
                    <a:pt x="1246413" y="8040"/>
                  </a:moveTo>
                  <a:lnTo>
                    <a:pt x="1294205" y="96677"/>
                  </a:lnTo>
                  <a:lnTo>
                    <a:pt x="1250078" y="14463"/>
                  </a:lnTo>
                  <a:close/>
                  <a:moveTo>
                    <a:pt x="1246413" y="8040"/>
                  </a:moveTo>
                  <a:lnTo>
                    <a:pt x="1291349" y="71600"/>
                  </a:lnTo>
                  <a:lnTo>
                    <a:pt x="1294205" y="96677"/>
                  </a:lnTo>
                  <a:close/>
                  <a:moveTo>
                    <a:pt x="1246413" y="8040"/>
                  </a:moveTo>
                  <a:lnTo>
                    <a:pt x="1250078" y="14463"/>
                  </a:lnTo>
                  <a:lnTo>
                    <a:pt x="123464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73" name="Candidate_density__2072">
              <a:extLst>
                <a:ext uri="{FF2B5EF4-FFF2-40B4-BE49-F238E27FC236}">
                  <a16:creationId xmlns:a16="http://schemas.microsoft.com/office/drawing/2014/main" id="{5ABA7346-ABD3-FE4C-1FB0-6F3A3992C2D2}"/>
                </a:ext>
              </a:extLst>
            </p:cNvPr>
            <p:cNvSpPr>
              <a:spLocks noGrp="1"/>
            </p:cNvSpPr>
            <p:nvPr/>
          </p:nvSpPr>
          <p:spPr>
            <a:xfrm>
              <a:off x="4388839" y="1506782"/>
              <a:ext cx="1611866" cy="3449771"/>
            </a:xfrm>
            <a:custGeom>
              <a:avLst/>
              <a:gdLst/>
              <a:ahLst/>
              <a:cxnLst/>
              <a:rect l="0" t="0" r="0" b="0"/>
              <a:pathLst>
                <a:path w="1611866" h="3449771">
                  <a:moveTo>
                    <a:pt x="112237" y="3333444"/>
                  </a:moveTo>
                  <a:lnTo>
                    <a:pt x="210132" y="3377223"/>
                  </a:lnTo>
                  <a:lnTo>
                    <a:pt x="152857" y="3295008"/>
                  </a:lnTo>
                  <a:close/>
                  <a:moveTo>
                    <a:pt x="279927" y="3338787"/>
                  </a:moveTo>
                  <a:lnTo>
                    <a:pt x="210132" y="3377223"/>
                  </a:lnTo>
                  <a:lnTo>
                    <a:pt x="263633" y="3449771"/>
                  </a:lnTo>
                  <a:close/>
                  <a:moveTo>
                    <a:pt x="449904" y="3097484"/>
                  </a:moveTo>
                  <a:lnTo>
                    <a:pt x="481622" y="3061875"/>
                  </a:lnTo>
                  <a:lnTo>
                    <a:pt x="387656" y="3121027"/>
                  </a:lnTo>
                  <a:close/>
                  <a:moveTo>
                    <a:pt x="387656" y="3121027"/>
                  </a:moveTo>
                  <a:lnTo>
                    <a:pt x="481622" y="3061875"/>
                  </a:lnTo>
                  <a:lnTo>
                    <a:pt x="441014" y="3038148"/>
                  </a:lnTo>
                  <a:close/>
                  <a:moveTo>
                    <a:pt x="425535" y="2850548"/>
                  </a:moveTo>
                  <a:lnTo>
                    <a:pt x="417764" y="2886575"/>
                  </a:lnTo>
                  <a:lnTo>
                    <a:pt x="427079" y="2812402"/>
                  </a:lnTo>
                  <a:close/>
                  <a:moveTo>
                    <a:pt x="415919" y="2897866"/>
                  </a:moveTo>
                  <a:lnTo>
                    <a:pt x="417764" y="2886575"/>
                  </a:lnTo>
                  <a:lnTo>
                    <a:pt x="425535" y="2850548"/>
                  </a:lnTo>
                  <a:close/>
                  <a:moveTo>
                    <a:pt x="462824" y="2776389"/>
                  </a:moveTo>
                  <a:lnTo>
                    <a:pt x="425535" y="2850548"/>
                  </a:lnTo>
                  <a:lnTo>
                    <a:pt x="427079" y="2812402"/>
                  </a:lnTo>
                  <a:close/>
                  <a:moveTo>
                    <a:pt x="582987" y="2731795"/>
                  </a:moveTo>
                  <a:lnTo>
                    <a:pt x="534507" y="2765741"/>
                  </a:lnTo>
                  <a:lnTo>
                    <a:pt x="462824" y="2776389"/>
                  </a:lnTo>
                  <a:close/>
                  <a:moveTo>
                    <a:pt x="582987" y="2731795"/>
                  </a:moveTo>
                  <a:lnTo>
                    <a:pt x="462824" y="2776389"/>
                  </a:lnTo>
                  <a:lnTo>
                    <a:pt x="517500" y="2765611"/>
                  </a:lnTo>
                  <a:close/>
                  <a:moveTo>
                    <a:pt x="140870" y="2408632"/>
                  </a:moveTo>
                  <a:lnTo>
                    <a:pt x="194033" y="2392194"/>
                  </a:lnTo>
                  <a:lnTo>
                    <a:pt x="152876" y="2401326"/>
                  </a:lnTo>
                  <a:close/>
                  <a:moveTo>
                    <a:pt x="194033" y="2392194"/>
                  </a:moveTo>
                  <a:lnTo>
                    <a:pt x="214320" y="2362890"/>
                  </a:lnTo>
                  <a:lnTo>
                    <a:pt x="152876" y="2401326"/>
                  </a:lnTo>
                  <a:close/>
                  <a:moveTo>
                    <a:pt x="123257" y="2313966"/>
                  </a:moveTo>
                  <a:lnTo>
                    <a:pt x="128784" y="2363444"/>
                  </a:lnTo>
                  <a:lnTo>
                    <a:pt x="189463" y="2280675"/>
                  </a:lnTo>
                  <a:close/>
                  <a:moveTo>
                    <a:pt x="189463" y="2280675"/>
                  </a:moveTo>
                  <a:lnTo>
                    <a:pt x="128784" y="2363444"/>
                  </a:lnTo>
                  <a:lnTo>
                    <a:pt x="152876" y="2401326"/>
                  </a:lnTo>
                  <a:close/>
                  <a:moveTo>
                    <a:pt x="189463" y="2280675"/>
                  </a:moveTo>
                  <a:lnTo>
                    <a:pt x="152876" y="2401326"/>
                  </a:lnTo>
                  <a:lnTo>
                    <a:pt x="214320" y="2362890"/>
                  </a:lnTo>
                  <a:close/>
                  <a:moveTo>
                    <a:pt x="524349" y="2770214"/>
                  </a:moveTo>
                  <a:lnTo>
                    <a:pt x="621605" y="2751739"/>
                  </a:lnTo>
                  <a:lnTo>
                    <a:pt x="582987" y="2731795"/>
                  </a:lnTo>
                  <a:close/>
                  <a:moveTo>
                    <a:pt x="241550" y="2160023"/>
                  </a:moveTo>
                  <a:lnTo>
                    <a:pt x="150172" y="2228204"/>
                  </a:lnTo>
                  <a:lnTo>
                    <a:pt x="189463" y="2280675"/>
                  </a:lnTo>
                  <a:close/>
                  <a:moveTo>
                    <a:pt x="241550" y="2160023"/>
                  </a:moveTo>
                  <a:lnTo>
                    <a:pt x="255303" y="2127413"/>
                  </a:lnTo>
                  <a:lnTo>
                    <a:pt x="162651" y="2181846"/>
                  </a:lnTo>
                  <a:close/>
                  <a:moveTo>
                    <a:pt x="162651" y="2181846"/>
                  </a:moveTo>
                  <a:lnTo>
                    <a:pt x="255303" y="2127413"/>
                  </a:lnTo>
                  <a:lnTo>
                    <a:pt x="222801" y="2093446"/>
                  </a:lnTo>
                  <a:close/>
                  <a:moveTo>
                    <a:pt x="610047" y="2402563"/>
                  </a:moveTo>
                  <a:lnTo>
                    <a:pt x="546542" y="2406669"/>
                  </a:lnTo>
                  <a:lnTo>
                    <a:pt x="490993" y="2451303"/>
                  </a:lnTo>
                  <a:close/>
                  <a:moveTo>
                    <a:pt x="312315" y="2121587"/>
                  </a:moveTo>
                  <a:lnTo>
                    <a:pt x="274261" y="2051610"/>
                  </a:lnTo>
                  <a:lnTo>
                    <a:pt x="260381" y="2077808"/>
                  </a:lnTo>
                  <a:close/>
                  <a:moveTo>
                    <a:pt x="247585" y="1995593"/>
                  </a:moveTo>
                  <a:lnTo>
                    <a:pt x="260381" y="2077808"/>
                  </a:lnTo>
                  <a:lnTo>
                    <a:pt x="256093" y="1966287"/>
                  </a:lnTo>
                  <a:close/>
                  <a:moveTo>
                    <a:pt x="260381" y="2077808"/>
                  </a:moveTo>
                  <a:lnTo>
                    <a:pt x="274261" y="2051610"/>
                  </a:lnTo>
                  <a:lnTo>
                    <a:pt x="256093" y="1966287"/>
                  </a:lnTo>
                  <a:close/>
                  <a:moveTo>
                    <a:pt x="610047" y="2402563"/>
                  </a:moveTo>
                  <a:lnTo>
                    <a:pt x="655948" y="2423542"/>
                  </a:lnTo>
                  <a:lnTo>
                    <a:pt x="634385" y="2368232"/>
                  </a:lnTo>
                  <a:close/>
                  <a:moveTo>
                    <a:pt x="634385" y="2368232"/>
                  </a:moveTo>
                  <a:lnTo>
                    <a:pt x="716106" y="2412011"/>
                  </a:lnTo>
                  <a:lnTo>
                    <a:pt x="710774" y="2329795"/>
                  </a:lnTo>
                  <a:close/>
                  <a:moveTo>
                    <a:pt x="675673" y="2247581"/>
                  </a:moveTo>
                  <a:lnTo>
                    <a:pt x="653755" y="2285733"/>
                  </a:lnTo>
                  <a:lnTo>
                    <a:pt x="634385" y="2368232"/>
                  </a:lnTo>
                  <a:close/>
                  <a:moveTo>
                    <a:pt x="710774" y="2329795"/>
                  </a:moveTo>
                  <a:lnTo>
                    <a:pt x="675673" y="2247581"/>
                  </a:lnTo>
                  <a:lnTo>
                    <a:pt x="634385" y="2368232"/>
                  </a:lnTo>
                  <a:close/>
                  <a:moveTo>
                    <a:pt x="654396" y="2286017"/>
                  </a:moveTo>
                  <a:lnTo>
                    <a:pt x="688607" y="2202431"/>
                  </a:lnTo>
                  <a:lnTo>
                    <a:pt x="705723" y="2165365"/>
                  </a:lnTo>
                  <a:close/>
                  <a:moveTo>
                    <a:pt x="688607" y="2202431"/>
                  </a:moveTo>
                  <a:lnTo>
                    <a:pt x="653755" y="2285733"/>
                  </a:lnTo>
                  <a:lnTo>
                    <a:pt x="675673" y="2247581"/>
                  </a:lnTo>
                  <a:close/>
                  <a:moveTo>
                    <a:pt x="688607" y="2202431"/>
                  </a:moveTo>
                  <a:lnTo>
                    <a:pt x="726591" y="2129242"/>
                  </a:lnTo>
                  <a:lnTo>
                    <a:pt x="705723" y="2165365"/>
                  </a:lnTo>
                  <a:close/>
                  <a:moveTo>
                    <a:pt x="726591" y="2129242"/>
                  </a:moveTo>
                  <a:lnTo>
                    <a:pt x="728077" y="2126929"/>
                  </a:lnTo>
                  <a:lnTo>
                    <a:pt x="705723" y="2165365"/>
                  </a:lnTo>
                  <a:close/>
                  <a:moveTo>
                    <a:pt x="241297" y="1644641"/>
                  </a:moveTo>
                  <a:lnTo>
                    <a:pt x="190179" y="1672075"/>
                  </a:lnTo>
                  <a:lnTo>
                    <a:pt x="287525" y="1640458"/>
                  </a:lnTo>
                  <a:close/>
                  <a:moveTo>
                    <a:pt x="1166489" y="2444115"/>
                  </a:moveTo>
                  <a:lnTo>
                    <a:pt x="1194812" y="2417353"/>
                  </a:lnTo>
                  <a:lnTo>
                    <a:pt x="1164184" y="2455789"/>
                  </a:lnTo>
                  <a:close/>
                  <a:moveTo>
                    <a:pt x="601914" y="1866917"/>
                  </a:moveTo>
                  <a:lnTo>
                    <a:pt x="641760" y="1812072"/>
                  </a:lnTo>
                  <a:lnTo>
                    <a:pt x="597007" y="1880283"/>
                  </a:lnTo>
                  <a:close/>
                  <a:moveTo>
                    <a:pt x="460924" y="1520579"/>
                  </a:moveTo>
                  <a:lnTo>
                    <a:pt x="406636" y="1553754"/>
                  </a:lnTo>
                  <a:lnTo>
                    <a:pt x="403304" y="1606923"/>
                  </a:lnTo>
                  <a:close/>
                  <a:moveTo>
                    <a:pt x="403304" y="1606923"/>
                  </a:moveTo>
                  <a:lnTo>
                    <a:pt x="439468" y="1595201"/>
                  </a:lnTo>
                  <a:lnTo>
                    <a:pt x="460924" y="1520579"/>
                  </a:lnTo>
                  <a:close/>
                  <a:moveTo>
                    <a:pt x="387900" y="1483703"/>
                  </a:moveTo>
                  <a:lnTo>
                    <a:pt x="340325" y="1521029"/>
                  </a:lnTo>
                  <a:lnTo>
                    <a:pt x="314519" y="1551423"/>
                  </a:lnTo>
                  <a:close/>
                  <a:moveTo>
                    <a:pt x="1214197" y="2407286"/>
                  </a:moveTo>
                  <a:lnTo>
                    <a:pt x="1194812" y="2417353"/>
                  </a:lnTo>
                  <a:lnTo>
                    <a:pt x="1166489" y="2444115"/>
                  </a:lnTo>
                  <a:close/>
                  <a:moveTo>
                    <a:pt x="1260966" y="2395317"/>
                  </a:moveTo>
                  <a:lnTo>
                    <a:pt x="1368795" y="2427985"/>
                  </a:lnTo>
                  <a:lnTo>
                    <a:pt x="1305908" y="2378916"/>
                  </a:lnTo>
                  <a:close/>
                  <a:moveTo>
                    <a:pt x="517966" y="1574296"/>
                  </a:moveTo>
                  <a:lnTo>
                    <a:pt x="472542" y="1521506"/>
                  </a:lnTo>
                  <a:lnTo>
                    <a:pt x="439468" y="1595201"/>
                  </a:lnTo>
                  <a:close/>
                  <a:moveTo>
                    <a:pt x="1505435" y="2422695"/>
                  </a:moveTo>
                  <a:lnTo>
                    <a:pt x="1486260" y="2373309"/>
                  </a:lnTo>
                  <a:lnTo>
                    <a:pt x="1448062" y="2445695"/>
                  </a:lnTo>
                  <a:close/>
                  <a:moveTo>
                    <a:pt x="1340639" y="2258265"/>
                  </a:moveTo>
                  <a:lnTo>
                    <a:pt x="1305908" y="2378916"/>
                  </a:lnTo>
                  <a:lnTo>
                    <a:pt x="1395716" y="2313436"/>
                  </a:lnTo>
                  <a:close/>
                  <a:moveTo>
                    <a:pt x="1395716" y="2313436"/>
                  </a:moveTo>
                  <a:lnTo>
                    <a:pt x="1305908" y="2378916"/>
                  </a:lnTo>
                  <a:lnTo>
                    <a:pt x="1395159" y="2346813"/>
                  </a:lnTo>
                  <a:close/>
                  <a:moveTo>
                    <a:pt x="1486260" y="2373309"/>
                  </a:moveTo>
                  <a:lnTo>
                    <a:pt x="1463420" y="2340480"/>
                  </a:lnTo>
                  <a:lnTo>
                    <a:pt x="1368795" y="2427985"/>
                  </a:lnTo>
                  <a:close/>
                  <a:moveTo>
                    <a:pt x="1463420" y="2340480"/>
                  </a:moveTo>
                  <a:lnTo>
                    <a:pt x="1474616" y="2329774"/>
                  </a:lnTo>
                  <a:lnTo>
                    <a:pt x="1445177" y="2266649"/>
                  </a:lnTo>
                  <a:close/>
                  <a:moveTo>
                    <a:pt x="1395159" y="2346813"/>
                  </a:moveTo>
                  <a:lnTo>
                    <a:pt x="1463420" y="2340480"/>
                  </a:lnTo>
                  <a:lnTo>
                    <a:pt x="1445177" y="2266649"/>
                  </a:lnTo>
                  <a:close/>
                  <a:moveTo>
                    <a:pt x="1286470" y="2214486"/>
                  </a:moveTo>
                  <a:lnTo>
                    <a:pt x="1340639" y="2258265"/>
                  </a:lnTo>
                  <a:lnTo>
                    <a:pt x="1346218" y="2176049"/>
                  </a:lnTo>
                  <a:close/>
                  <a:moveTo>
                    <a:pt x="1445177" y="2266649"/>
                  </a:moveTo>
                  <a:lnTo>
                    <a:pt x="1474616" y="2329774"/>
                  </a:lnTo>
                  <a:lnTo>
                    <a:pt x="1487703" y="2258265"/>
                  </a:lnTo>
                  <a:close/>
                  <a:moveTo>
                    <a:pt x="1355371" y="2162593"/>
                  </a:moveTo>
                  <a:lnTo>
                    <a:pt x="1286470" y="2214486"/>
                  </a:lnTo>
                  <a:lnTo>
                    <a:pt x="1346218" y="2176049"/>
                  </a:lnTo>
                  <a:close/>
                  <a:moveTo>
                    <a:pt x="52607" y="635667"/>
                  </a:moveTo>
                  <a:lnTo>
                    <a:pt x="10021" y="734615"/>
                  </a:lnTo>
                  <a:lnTo>
                    <a:pt x="0" y="696178"/>
                  </a:lnTo>
                  <a:close/>
                  <a:moveTo>
                    <a:pt x="52607" y="635667"/>
                  </a:moveTo>
                  <a:lnTo>
                    <a:pt x="17835" y="720863"/>
                  </a:lnTo>
                  <a:lnTo>
                    <a:pt x="10021" y="734615"/>
                  </a:lnTo>
                  <a:close/>
                  <a:moveTo>
                    <a:pt x="52607" y="635667"/>
                  </a:moveTo>
                  <a:lnTo>
                    <a:pt x="68618" y="613962"/>
                  </a:lnTo>
                  <a:lnTo>
                    <a:pt x="65515" y="652399"/>
                  </a:lnTo>
                  <a:close/>
                  <a:moveTo>
                    <a:pt x="1505435" y="2422695"/>
                  </a:moveTo>
                  <a:lnTo>
                    <a:pt x="1611866" y="2349069"/>
                  </a:lnTo>
                  <a:lnTo>
                    <a:pt x="1480503" y="2338022"/>
                  </a:lnTo>
                  <a:close/>
                  <a:moveTo>
                    <a:pt x="1480503" y="2338022"/>
                  </a:moveTo>
                  <a:lnTo>
                    <a:pt x="1611866" y="2349069"/>
                  </a:lnTo>
                  <a:lnTo>
                    <a:pt x="1584899" y="2313742"/>
                  </a:lnTo>
                  <a:close/>
                  <a:moveTo>
                    <a:pt x="1480503" y="2338022"/>
                  </a:moveTo>
                  <a:lnTo>
                    <a:pt x="1565083" y="2229760"/>
                  </a:lnTo>
                  <a:lnTo>
                    <a:pt x="1474616" y="2329774"/>
                  </a:lnTo>
                  <a:close/>
                  <a:moveTo>
                    <a:pt x="1426482" y="2213261"/>
                  </a:moveTo>
                  <a:lnTo>
                    <a:pt x="1424533" y="2222841"/>
                  </a:lnTo>
                  <a:lnTo>
                    <a:pt x="1443179" y="2212239"/>
                  </a:lnTo>
                  <a:close/>
                  <a:moveTo>
                    <a:pt x="1462222" y="2068233"/>
                  </a:moveTo>
                  <a:lnTo>
                    <a:pt x="1355371" y="2162593"/>
                  </a:lnTo>
                  <a:lnTo>
                    <a:pt x="1396803" y="2102297"/>
                  </a:lnTo>
                  <a:close/>
                  <a:moveTo>
                    <a:pt x="679151" y="1353899"/>
                  </a:moveTo>
                  <a:lnTo>
                    <a:pt x="696220" y="1350379"/>
                  </a:lnTo>
                  <a:lnTo>
                    <a:pt x="660113" y="1271684"/>
                  </a:lnTo>
                  <a:close/>
                  <a:moveTo>
                    <a:pt x="696220" y="1350379"/>
                  </a:moveTo>
                  <a:lnTo>
                    <a:pt x="812179" y="1316699"/>
                  </a:lnTo>
                  <a:lnTo>
                    <a:pt x="772964" y="1248488"/>
                  </a:lnTo>
                  <a:close/>
                  <a:moveTo>
                    <a:pt x="696220" y="1350379"/>
                  </a:moveTo>
                  <a:lnTo>
                    <a:pt x="772964" y="1248488"/>
                  </a:lnTo>
                  <a:lnTo>
                    <a:pt x="678923" y="1264350"/>
                  </a:lnTo>
                  <a:close/>
                  <a:moveTo>
                    <a:pt x="112479" y="580863"/>
                  </a:moveTo>
                  <a:lnTo>
                    <a:pt x="68618" y="613962"/>
                  </a:lnTo>
                  <a:lnTo>
                    <a:pt x="154447" y="587041"/>
                  </a:lnTo>
                  <a:close/>
                  <a:moveTo>
                    <a:pt x="1396803" y="2102297"/>
                  </a:moveTo>
                  <a:lnTo>
                    <a:pt x="1438846" y="2111112"/>
                  </a:lnTo>
                  <a:lnTo>
                    <a:pt x="1462222" y="2068233"/>
                  </a:lnTo>
                  <a:close/>
                  <a:moveTo>
                    <a:pt x="1462222" y="2068233"/>
                  </a:moveTo>
                  <a:lnTo>
                    <a:pt x="1438846" y="2111112"/>
                  </a:lnTo>
                  <a:lnTo>
                    <a:pt x="1501876" y="2016962"/>
                  </a:lnTo>
                  <a:close/>
                  <a:moveTo>
                    <a:pt x="1502609" y="2004033"/>
                  </a:moveTo>
                  <a:lnTo>
                    <a:pt x="1496737" y="2024547"/>
                  </a:lnTo>
                  <a:lnTo>
                    <a:pt x="1501876" y="2016962"/>
                  </a:lnTo>
                  <a:close/>
                  <a:moveTo>
                    <a:pt x="1568446" y="1971525"/>
                  </a:moveTo>
                  <a:lnTo>
                    <a:pt x="1527774" y="1934746"/>
                  </a:lnTo>
                  <a:lnTo>
                    <a:pt x="1525640" y="2026684"/>
                  </a:lnTo>
                  <a:close/>
                  <a:moveTo>
                    <a:pt x="1502609" y="2004033"/>
                  </a:moveTo>
                  <a:lnTo>
                    <a:pt x="1519208" y="2016962"/>
                  </a:lnTo>
                  <a:lnTo>
                    <a:pt x="1496737" y="2024547"/>
                  </a:lnTo>
                  <a:close/>
                  <a:moveTo>
                    <a:pt x="355682" y="502437"/>
                  </a:moveTo>
                  <a:lnTo>
                    <a:pt x="303494" y="522514"/>
                  </a:lnTo>
                  <a:lnTo>
                    <a:pt x="233755" y="540430"/>
                  </a:lnTo>
                  <a:close/>
                  <a:moveTo>
                    <a:pt x="355682" y="502437"/>
                  </a:moveTo>
                  <a:lnTo>
                    <a:pt x="233755" y="540430"/>
                  </a:lnTo>
                  <a:lnTo>
                    <a:pt x="286711" y="523224"/>
                  </a:lnTo>
                  <a:close/>
                  <a:moveTo>
                    <a:pt x="729119" y="923264"/>
                  </a:moveTo>
                  <a:lnTo>
                    <a:pt x="735326" y="909729"/>
                  </a:lnTo>
                  <a:lnTo>
                    <a:pt x="690449" y="918104"/>
                  </a:lnTo>
                  <a:close/>
                  <a:moveTo>
                    <a:pt x="1113486" y="1353611"/>
                  </a:moveTo>
                  <a:lnTo>
                    <a:pt x="1097338" y="1388216"/>
                  </a:lnTo>
                  <a:lnTo>
                    <a:pt x="1112718" y="1320805"/>
                  </a:lnTo>
                  <a:close/>
                  <a:moveTo>
                    <a:pt x="1135199" y="1251115"/>
                  </a:moveTo>
                  <a:lnTo>
                    <a:pt x="1113486" y="1353611"/>
                  </a:lnTo>
                  <a:lnTo>
                    <a:pt x="1112718" y="1320805"/>
                  </a:lnTo>
                  <a:close/>
                  <a:moveTo>
                    <a:pt x="1213890" y="1232483"/>
                  </a:moveTo>
                  <a:lnTo>
                    <a:pt x="1179440" y="1238590"/>
                  </a:lnTo>
                  <a:lnTo>
                    <a:pt x="1267623" y="1252370"/>
                  </a:lnTo>
                  <a:close/>
                  <a:moveTo>
                    <a:pt x="1179440" y="1238590"/>
                  </a:moveTo>
                  <a:lnTo>
                    <a:pt x="1135199" y="1251115"/>
                  </a:lnTo>
                  <a:lnTo>
                    <a:pt x="1267623" y="1252370"/>
                  </a:lnTo>
                  <a:close/>
                  <a:moveTo>
                    <a:pt x="1213890" y="1232483"/>
                  </a:moveTo>
                  <a:lnTo>
                    <a:pt x="1267623" y="1252370"/>
                  </a:lnTo>
                  <a:lnTo>
                    <a:pt x="1311640" y="1200153"/>
                  </a:lnTo>
                  <a:close/>
                  <a:moveTo>
                    <a:pt x="1448385" y="1163027"/>
                  </a:moveTo>
                  <a:lnTo>
                    <a:pt x="1348239" y="1183852"/>
                  </a:lnTo>
                  <a:lnTo>
                    <a:pt x="1451745" y="1168251"/>
                  </a:lnTo>
                  <a:close/>
                  <a:moveTo>
                    <a:pt x="1348239" y="1183852"/>
                  </a:moveTo>
                  <a:lnTo>
                    <a:pt x="1378824" y="1174266"/>
                  </a:lnTo>
                  <a:lnTo>
                    <a:pt x="1451745" y="1168251"/>
                  </a:lnTo>
                  <a:close/>
                  <a:moveTo>
                    <a:pt x="1378824" y="1174266"/>
                  </a:moveTo>
                  <a:lnTo>
                    <a:pt x="1434203" y="1166121"/>
                  </a:lnTo>
                  <a:lnTo>
                    <a:pt x="1451745" y="1168251"/>
                  </a:lnTo>
                  <a:close/>
                  <a:moveTo>
                    <a:pt x="940635" y="220178"/>
                  </a:moveTo>
                  <a:lnTo>
                    <a:pt x="982465" y="161375"/>
                  </a:lnTo>
                  <a:lnTo>
                    <a:pt x="945854" y="180477"/>
                  </a:lnTo>
                  <a:close/>
                  <a:moveTo>
                    <a:pt x="979690" y="142041"/>
                  </a:moveTo>
                  <a:lnTo>
                    <a:pt x="999330" y="59826"/>
                  </a:lnTo>
                  <a:lnTo>
                    <a:pt x="945854" y="180477"/>
                  </a:lnTo>
                  <a:close/>
                  <a:moveTo>
                    <a:pt x="1071393" y="0"/>
                  </a:moveTo>
                  <a:lnTo>
                    <a:pt x="1021696" y="29394"/>
                  </a:lnTo>
                  <a:lnTo>
                    <a:pt x="999330" y="5982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74" name="Candidate_density__2073">
              <a:extLst>
                <a:ext uri="{FF2B5EF4-FFF2-40B4-BE49-F238E27FC236}">
                  <a16:creationId xmlns:a16="http://schemas.microsoft.com/office/drawing/2014/main" id="{CC692F8B-7EBF-9932-87CF-95A048D9A85F}"/>
                </a:ext>
              </a:extLst>
            </p:cNvPr>
            <p:cNvSpPr>
              <a:spLocks noGrp="1"/>
            </p:cNvSpPr>
            <p:nvPr/>
          </p:nvSpPr>
          <p:spPr>
            <a:xfrm>
              <a:off x="4353353" y="1895468"/>
              <a:ext cx="2312144" cy="3399612"/>
            </a:xfrm>
            <a:custGeom>
              <a:avLst/>
              <a:gdLst/>
              <a:ahLst/>
              <a:cxnLst/>
              <a:rect l="0" t="0" r="0" b="0"/>
              <a:pathLst>
                <a:path w="2312144" h="3399612">
                  <a:moveTo>
                    <a:pt x="308632" y="3033194"/>
                  </a:moveTo>
                  <a:lnTo>
                    <a:pt x="346274" y="3070752"/>
                  </a:lnTo>
                  <a:lnTo>
                    <a:pt x="299119" y="3061084"/>
                  </a:lnTo>
                  <a:close/>
                  <a:moveTo>
                    <a:pt x="670512" y="3399612"/>
                  </a:moveTo>
                  <a:lnTo>
                    <a:pt x="701007" y="3388864"/>
                  </a:lnTo>
                  <a:lnTo>
                    <a:pt x="602945" y="3361062"/>
                  </a:lnTo>
                  <a:close/>
                  <a:moveTo>
                    <a:pt x="523257" y="3341783"/>
                  </a:moveTo>
                  <a:lnTo>
                    <a:pt x="602945" y="3361062"/>
                  </a:lnTo>
                  <a:lnTo>
                    <a:pt x="648727" y="3317034"/>
                  </a:lnTo>
                  <a:close/>
                  <a:moveTo>
                    <a:pt x="346274" y="3070752"/>
                  </a:moveTo>
                  <a:lnTo>
                    <a:pt x="404990" y="3047375"/>
                  </a:lnTo>
                  <a:lnTo>
                    <a:pt x="299119" y="3061084"/>
                  </a:lnTo>
                  <a:close/>
                  <a:moveTo>
                    <a:pt x="299119" y="3061084"/>
                  </a:moveTo>
                  <a:lnTo>
                    <a:pt x="404990" y="3047375"/>
                  </a:lnTo>
                  <a:lnTo>
                    <a:pt x="422980" y="3030319"/>
                  </a:lnTo>
                  <a:close/>
                  <a:moveTo>
                    <a:pt x="490718" y="3004923"/>
                  </a:moveTo>
                  <a:lnTo>
                    <a:pt x="467871" y="2982955"/>
                  </a:lnTo>
                  <a:lnTo>
                    <a:pt x="422980" y="3030319"/>
                  </a:lnTo>
                  <a:close/>
                  <a:moveTo>
                    <a:pt x="498651" y="2531362"/>
                  </a:moveTo>
                  <a:lnTo>
                    <a:pt x="566024" y="2577414"/>
                  </a:lnTo>
                  <a:lnTo>
                    <a:pt x="622669" y="2591222"/>
                  </a:lnTo>
                  <a:close/>
                  <a:moveTo>
                    <a:pt x="148599" y="1933526"/>
                  </a:moveTo>
                  <a:lnTo>
                    <a:pt x="99930" y="1930425"/>
                  </a:lnTo>
                  <a:lnTo>
                    <a:pt x="28282" y="1870657"/>
                  </a:lnTo>
                  <a:close/>
                  <a:moveTo>
                    <a:pt x="162674" y="1891989"/>
                  </a:moveTo>
                  <a:lnTo>
                    <a:pt x="80730" y="1928110"/>
                  </a:lnTo>
                  <a:lnTo>
                    <a:pt x="185658" y="1839518"/>
                  </a:lnTo>
                  <a:close/>
                  <a:moveTo>
                    <a:pt x="77211" y="1927912"/>
                  </a:moveTo>
                  <a:lnTo>
                    <a:pt x="99930" y="1930425"/>
                  </a:lnTo>
                  <a:lnTo>
                    <a:pt x="185658" y="1839518"/>
                  </a:lnTo>
                  <a:close/>
                  <a:moveTo>
                    <a:pt x="847308" y="2529778"/>
                  </a:moveTo>
                  <a:lnTo>
                    <a:pt x="750164" y="2556822"/>
                  </a:lnTo>
                  <a:lnTo>
                    <a:pt x="833846" y="2591039"/>
                  </a:lnTo>
                  <a:close/>
                  <a:moveTo>
                    <a:pt x="847308" y="2529778"/>
                  </a:moveTo>
                  <a:lnTo>
                    <a:pt x="750083" y="2548228"/>
                  </a:lnTo>
                  <a:lnTo>
                    <a:pt x="750164" y="2556822"/>
                  </a:lnTo>
                  <a:close/>
                  <a:moveTo>
                    <a:pt x="847308" y="2529778"/>
                  </a:moveTo>
                  <a:lnTo>
                    <a:pt x="833846" y="2591039"/>
                  </a:lnTo>
                  <a:lnTo>
                    <a:pt x="856422" y="2549709"/>
                  </a:lnTo>
                  <a:close/>
                  <a:moveTo>
                    <a:pt x="198138" y="1793160"/>
                  </a:moveTo>
                  <a:lnTo>
                    <a:pt x="173604" y="1713013"/>
                  </a:lnTo>
                  <a:lnTo>
                    <a:pt x="204628" y="1771337"/>
                  </a:lnTo>
                  <a:close/>
                  <a:moveTo>
                    <a:pt x="101472" y="1610971"/>
                  </a:moveTo>
                  <a:lnTo>
                    <a:pt x="170918" y="1689122"/>
                  </a:lnTo>
                  <a:lnTo>
                    <a:pt x="173604" y="1713013"/>
                  </a:lnTo>
                  <a:close/>
                  <a:moveTo>
                    <a:pt x="0" y="1645343"/>
                  </a:moveTo>
                  <a:lnTo>
                    <a:pt x="101472" y="1610971"/>
                  </a:lnTo>
                  <a:lnTo>
                    <a:pt x="105928" y="1604875"/>
                  </a:lnTo>
                  <a:close/>
                  <a:moveTo>
                    <a:pt x="101472" y="1610971"/>
                  </a:moveTo>
                  <a:lnTo>
                    <a:pt x="170518" y="1615430"/>
                  </a:lnTo>
                  <a:lnTo>
                    <a:pt x="105928" y="1604875"/>
                  </a:lnTo>
                  <a:close/>
                  <a:moveTo>
                    <a:pt x="170518" y="1615430"/>
                  </a:moveTo>
                  <a:lnTo>
                    <a:pt x="174861" y="1583948"/>
                  </a:lnTo>
                  <a:lnTo>
                    <a:pt x="105928" y="1604875"/>
                  </a:lnTo>
                  <a:close/>
                  <a:moveTo>
                    <a:pt x="174861" y="1583948"/>
                  </a:moveTo>
                  <a:lnTo>
                    <a:pt x="170518" y="1615430"/>
                  </a:lnTo>
                  <a:lnTo>
                    <a:pt x="203752" y="1524692"/>
                  </a:lnTo>
                  <a:close/>
                  <a:moveTo>
                    <a:pt x="785009" y="2041499"/>
                  </a:moveTo>
                  <a:lnTo>
                    <a:pt x="818971" y="2052354"/>
                  </a:lnTo>
                  <a:lnTo>
                    <a:pt x="802958" y="2023324"/>
                  </a:lnTo>
                  <a:close/>
                  <a:moveTo>
                    <a:pt x="1491253" y="2560394"/>
                  </a:moveTo>
                  <a:lnTo>
                    <a:pt x="1459357" y="2612168"/>
                  </a:lnTo>
                  <a:lnTo>
                    <a:pt x="1505776" y="2570517"/>
                  </a:lnTo>
                  <a:close/>
                  <a:moveTo>
                    <a:pt x="1463565" y="2478179"/>
                  </a:moveTo>
                  <a:lnTo>
                    <a:pt x="1398028" y="2446320"/>
                  </a:lnTo>
                  <a:lnTo>
                    <a:pt x="1355740" y="2503416"/>
                  </a:lnTo>
                  <a:close/>
                  <a:moveTo>
                    <a:pt x="1355740" y="2503416"/>
                  </a:moveTo>
                  <a:lnTo>
                    <a:pt x="1277340" y="2422538"/>
                  </a:lnTo>
                  <a:lnTo>
                    <a:pt x="1282097" y="2434400"/>
                  </a:lnTo>
                  <a:close/>
                  <a:moveTo>
                    <a:pt x="1256879" y="2412451"/>
                  </a:moveTo>
                  <a:lnTo>
                    <a:pt x="1282097" y="2434400"/>
                  </a:lnTo>
                  <a:lnTo>
                    <a:pt x="1277340" y="2422538"/>
                  </a:lnTo>
                  <a:close/>
                  <a:moveTo>
                    <a:pt x="827887" y="1941109"/>
                  </a:moveTo>
                  <a:lnTo>
                    <a:pt x="791659" y="2013966"/>
                  </a:lnTo>
                  <a:lnTo>
                    <a:pt x="802958" y="2023324"/>
                  </a:lnTo>
                  <a:close/>
                  <a:moveTo>
                    <a:pt x="462511" y="1499229"/>
                  </a:moveTo>
                  <a:lnTo>
                    <a:pt x="506447" y="1557316"/>
                  </a:lnTo>
                  <a:lnTo>
                    <a:pt x="470736" y="1530034"/>
                  </a:lnTo>
                  <a:close/>
                  <a:moveTo>
                    <a:pt x="644312" y="1573812"/>
                  </a:moveTo>
                  <a:lnTo>
                    <a:pt x="677265" y="1638659"/>
                  </a:lnTo>
                  <a:lnTo>
                    <a:pt x="733209" y="1632622"/>
                  </a:lnTo>
                  <a:close/>
                  <a:moveTo>
                    <a:pt x="474670" y="1447818"/>
                  </a:moveTo>
                  <a:lnTo>
                    <a:pt x="451232" y="1409382"/>
                  </a:lnTo>
                  <a:lnTo>
                    <a:pt x="470736" y="1530034"/>
                  </a:lnTo>
                  <a:close/>
                  <a:moveTo>
                    <a:pt x="474670" y="1447818"/>
                  </a:moveTo>
                  <a:lnTo>
                    <a:pt x="491680" y="1327167"/>
                  </a:lnTo>
                  <a:lnTo>
                    <a:pt x="451232" y="1409382"/>
                  </a:lnTo>
                  <a:close/>
                  <a:moveTo>
                    <a:pt x="1463565" y="2478179"/>
                  </a:moveTo>
                  <a:lnTo>
                    <a:pt x="1491253" y="2560394"/>
                  </a:lnTo>
                  <a:lnTo>
                    <a:pt x="1424410" y="2463657"/>
                  </a:lnTo>
                  <a:close/>
                  <a:moveTo>
                    <a:pt x="941487" y="1713066"/>
                  </a:moveTo>
                  <a:lnTo>
                    <a:pt x="971708" y="1788590"/>
                  </a:lnTo>
                  <a:lnTo>
                    <a:pt x="1000503" y="1820458"/>
                  </a:lnTo>
                  <a:close/>
                  <a:moveTo>
                    <a:pt x="971708" y="1788590"/>
                  </a:moveTo>
                  <a:lnTo>
                    <a:pt x="941487" y="1713066"/>
                  </a:lnTo>
                  <a:lnTo>
                    <a:pt x="967188" y="1782021"/>
                  </a:lnTo>
                  <a:close/>
                  <a:moveTo>
                    <a:pt x="733209" y="1632622"/>
                  </a:moveTo>
                  <a:lnTo>
                    <a:pt x="643653" y="1573241"/>
                  </a:lnTo>
                  <a:lnTo>
                    <a:pt x="644312" y="1573812"/>
                  </a:lnTo>
                  <a:close/>
                  <a:moveTo>
                    <a:pt x="1628670" y="2618966"/>
                  </a:moveTo>
                  <a:lnTo>
                    <a:pt x="1716413" y="2686387"/>
                  </a:lnTo>
                  <a:lnTo>
                    <a:pt x="1654834" y="2633959"/>
                  </a:lnTo>
                  <a:close/>
                  <a:moveTo>
                    <a:pt x="1803866" y="2565736"/>
                  </a:moveTo>
                  <a:lnTo>
                    <a:pt x="1781188" y="2612518"/>
                  </a:lnTo>
                  <a:lnTo>
                    <a:pt x="1824273" y="2581128"/>
                  </a:lnTo>
                  <a:close/>
                  <a:moveTo>
                    <a:pt x="1824273" y="2581128"/>
                  </a:moveTo>
                  <a:lnTo>
                    <a:pt x="1781188" y="2612518"/>
                  </a:lnTo>
                  <a:lnTo>
                    <a:pt x="1777331" y="2658791"/>
                  </a:lnTo>
                  <a:close/>
                  <a:moveTo>
                    <a:pt x="1824273" y="2581128"/>
                  </a:moveTo>
                  <a:lnTo>
                    <a:pt x="1777331" y="2658791"/>
                  </a:lnTo>
                  <a:lnTo>
                    <a:pt x="1859370" y="2652687"/>
                  </a:lnTo>
                  <a:close/>
                  <a:moveTo>
                    <a:pt x="1859370" y="2652687"/>
                  </a:moveTo>
                  <a:lnTo>
                    <a:pt x="1917030" y="2666403"/>
                  </a:lnTo>
                  <a:lnTo>
                    <a:pt x="1824273" y="2581128"/>
                  </a:lnTo>
                  <a:close/>
                  <a:moveTo>
                    <a:pt x="1312146" y="2093964"/>
                  </a:moveTo>
                  <a:lnTo>
                    <a:pt x="1333297" y="2110882"/>
                  </a:lnTo>
                  <a:lnTo>
                    <a:pt x="1296453" y="2006631"/>
                  </a:lnTo>
                  <a:close/>
                  <a:moveTo>
                    <a:pt x="1404281" y="2039299"/>
                  </a:moveTo>
                  <a:lnTo>
                    <a:pt x="1361323" y="2093886"/>
                  </a:lnTo>
                  <a:lnTo>
                    <a:pt x="1483548" y="2057009"/>
                  </a:lnTo>
                  <a:close/>
                  <a:moveTo>
                    <a:pt x="196604" y="593300"/>
                  </a:moveTo>
                  <a:lnTo>
                    <a:pt x="156652" y="655057"/>
                  </a:lnTo>
                  <a:lnTo>
                    <a:pt x="197978" y="592573"/>
                  </a:lnTo>
                  <a:close/>
                  <a:moveTo>
                    <a:pt x="197978" y="592573"/>
                  </a:moveTo>
                  <a:lnTo>
                    <a:pt x="156652" y="655057"/>
                  </a:lnTo>
                  <a:lnTo>
                    <a:pt x="220500" y="713225"/>
                  </a:lnTo>
                  <a:close/>
                  <a:moveTo>
                    <a:pt x="197978" y="592573"/>
                  </a:moveTo>
                  <a:lnTo>
                    <a:pt x="220500" y="713225"/>
                  </a:lnTo>
                  <a:lnTo>
                    <a:pt x="229043" y="674788"/>
                  </a:lnTo>
                  <a:close/>
                  <a:moveTo>
                    <a:pt x="138258" y="586284"/>
                  </a:moveTo>
                  <a:lnTo>
                    <a:pt x="127249" y="631010"/>
                  </a:lnTo>
                  <a:lnTo>
                    <a:pt x="196604" y="593300"/>
                  </a:lnTo>
                  <a:close/>
                  <a:moveTo>
                    <a:pt x="197978" y="592573"/>
                  </a:moveTo>
                  <a:lnTo>
                    <a:pt x="134350" y="543819"/>
                  </a:lnTo>
                  <a:lnTo>
                    <a:pt x="139000" y="548794"/>
                  </a:lnTo>
                  <a:close/>
                  <a:moveTo>
                    <a:pt x="138258" y="586284"/>
                  </a:moveTo>
                  <a:lnTo>
                    <a:pt x="196604" y="593300"/>
                  </a:lnTo>
                  <a:lnTo>
                    <a:pt x="197978" y="592573"/>
                  </a:lnTo>
                  <a:close/>
                  <a:moveTo>
                    <a:pt x="139000" y="548794"/>
                  </a:moveTo>
                  <a:lnTo>
                    <a:pt x="138258" y="586284"/>
                  </a:lnTo>
                  <a:lnTo>
                    <a:pt x="197978" y="592573"/>
                  </a:lnTo>
                  <a:close/>
                  <a:moveTo>
                    <a:pt x="1780707" y="2555955"/>
                  </a:moveTo>
                  <a:lnTo>
                    <a:pt x="1803866" y="2565736"/>
                  </a:lnTo>
                  <a:lnTo>
                    <a:pt x="1758959" y="2529405"/>
                  </a:lnTo>
                  <a:close/>
                  <a:moveTo>
                    <a:pt x="1502817" y="2072446"/>
                  </a:moveTo>
                  <a:lnTo>
                    <a:pt x="1577579" y="2129915"/>
                  </a:lnTo>
                  <a:lnTo>
                    <a:pt x="1562381" y="2116224"/>
                  </a:lnTo>
                  <a:close/>
                  <a:moveTo>
                    <a:pt x="1146468" y="1707105"/>
                  </a:moveTo>
                  <a:lnTo>
                    <a:pt x="1160009" y="1683319"/>
                  </a:lnTo>
                  <a:lnTo>
                    <a:pt x="1200959" y="1723398"/>
                  </a:lnTo>
                  <a:close/>
                  <a:moveTo>
                    <a:pt x="261480" y="501057"/>
                  </a:moveTo>
                  <a:lnTo>
                    <a:pt x="197978" y="592573"/>
                  </a:lnTo>
                  <a:lnTo>
                    <a:pt x="283631" y="583142"/>
                  </a:lnTo>
                  <a:close/>
                  <a:moveTo>
                    <a:pt x="279573" y="510358"/>
                  </a:moveTo>
                  <a:lnTo>
                    <a:pt x="281570" y="413043"/>
                  </a:lnTo>
                  <a:lnTo>
                    <a:pt x="261480" y="501057"/>
                  </a:lnTo>
                  <a:close/>
                  <a:moveTo>
                    <a:pt x="1655013" y="2034009"/>
                  </a:moveTo>
                  <a:lnTo>
                    <a:pt x="1640359" y="1951794"/>
                  </a:lnTo>
                  <a:lnTo>
                    <a:pt x="1686046" y="1995572"/>
                  </a:lnTo>
                  <a:close/>
                  <a:moveTo>
                    <a:pt x="1521582" y="1844696"/>
                  </a:moveTo>
                  <a:lnTo>
                    <a:pt x="1476409" y="1831142"/>
                  </a:lnTo>
                  <a:lnTo>
                    <a:pt x="1478666" y="1823552"/>
                  </a:lnTo>
                  <a:close/>
                  <a:moveTo>
                    <a:pt x="1611015" y="1824522"/>
                  </a:moveTo>
                  <a:lnTo>
                    <a:pt x="1521582" y="1844696"/>
                  </a:lnTo>
                  <a:lnTo>
                    <a:pt x="1478666" y="1823552"/>
                  </a:lnTo>
                  <a:close/>
                  <a:moveTo>
                    <a:pt x="1600570" y="1841073"/>
                  </a:moveTo>
                  <a:lnTo>
                    <a:pt x="1685393" y="1832706"/>
                  </a:lnTo>
                  <a:lnTo>
                    <a:pt x="1611015" y="1824522"/>
                  </a:lnTo>
                  <a:close/>
                  <a:moveTo>
                    <a:pt x="1408380" y="1624218"/>
                  </a:moveTo>
                  <a:lnTo>
                    <a:pt x="1444964" y="1606709"/>
                  </a:lnTo>
                  <a:lnTo>
                    <a:pt x="1431784" y="1584496"/>
                  </a:lnTo>
                  <a:close/>
                  <a:moveTo>
                    <a:pt x="1149692" y="1364708"/>
                  </a:moveTo>
                  <a:lnTo>
                    <a:pt x="1089643" y="1458503"/>
                  </a:lnTo>
                  <a:lnTo>
                    <a:pt x="1146540" y="1417762"/>
                  </a:lnTo>
                  <a:close/>
                  <a:moveTo>
                    <a:pt x="1084268" y="1457396"/>
                  </a:moveTo>
                  <a:lnTo>
                    <a:pt x="1089643" y="1458503"/>
                  </a:lnTo>
                  <a:lnTo>
                    <a:pt x="1149692" y="1364708"/>
                  </a:lnTo>
                  <a:close/>
                  <a:moveTo>
                    <a:pt x="1101903" y="1342967"/>
                  </a:moveTo>
                  <a:lnTo>
                    <a:pt x="1084268" y="1457396"/>
                  </a:lnTo>
                  <a:lnTo>
                    <a:pt x="1149692" y="1364708"/>
                  </a:lnTo>
                  <a:close/>
                  <a:moveTo>
                    <a:pt x="1149692" y="1364708"/>
                  </a:moveTo>
                  <a:lnTo>
                    <a:pt x="1161247" y="1257546"/>
                  </a:lnTo>
                  <a:lnTo>
                    <a:pt x="1100841" y="1310354"/>
                  </a:lnTo>
                  <a:close/>
                  <a:moveTo>
                    <a:pt x="906951" y="940406"/>
                  </a:moveTo>
                  <a:lnTo>
                    <a:pt x="847666" y="928013"/>
                  </a:lnTo>
                  <a:lnTo>
                    <a:pt x="810475" y="997240"/>
                  </a:lnTo>
                  <a:close/>
                  <a:moveTo>
                    <a:pt x="543613" y="793241"/>
                  </a:moveTo>
                  <a:lnTo>
                    <a:pt x="567956" y="882997"/>
                  </a:lnTo>
                  <a:lnTo>
                    <a:pt x="581690" y="800782"/>
                  </a:lnTo>
                  <a:close/>
                  <a:moveTo>
                    <a:pt x="543613" y="793241"/>
                  </a:moveTo>
                  <a:lnTo>
                    <a:pt x="581690" y="800782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543613" y="793241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613376" y="697025"/>
                  </a:lnTo>
                  <a:lnTo>
                    <a:pt x="554809" y="662118"/>
                  </a:lnTo>
                  <a:close/>
                  <a:moveTo>
                    <a:pt x="613376" y="697025"/>
                  </a:moveTo>
                  <a:lnTo>
                    <a:pt x="630656" y="667041"/>
                  </a:lnTo>
                  <a:lnTo>
                    <a:pt x="554809" y="662118"/>
                  </a:lnTo>
                  <a:close/>
                  <a:moveTo>
                    <a:pt x="348797" y="351270"/>
                  </a:moveTo>
                  <a:lnTo>
                    <a:pt x="375804" y="368614"/>
                  </a:lnTo>
                  <a:lnTo>
                    <a:pt x="401969" y="369333"/>
                  </a:lnTo>
                  <a:close/>
                  <a:moveTo>
                    <a:pt x="344332" y="369043"/>
                  </a:moveTo>
                  <a:lnTo>
                    <a:pt x="348797" y="351270"/>
                  </a:lnTo>
                  <a:lnTo>
                    <a:pt x="316887" y="329883"/>
                  </a:lnTo>
                  <a:close/>
                  <a:moveTo>
                    <a:pt x="316887" y="329883"/>
                  </a:moveTo>
                  <a:lnTo>
                    <a:pt x="306742" y="364169"/>
                  </a:lnTo>
                  <a:lnTo>
                    <a:pt x="344332" y="369043"/>
                  </a:lnTo>
                  <a:close/>
                  <a:moveTo>
                    <a:pt x="2312144" y="2487458"/>
                  </a:moveTo>
                  <a:lnTo>
                    <a:pt x="2284688" y="2456125"/>
                  </a:lnTo>
                  <a:lnTo>
                    <a:pt x="2288447" y="2546223"/>
                  </a:lnTo>
                  <a:close/>
                  <a:moveTo>
                    <a:pt x="2054972" y="2368211"/>
                  </a:moveTo>
                  <a:lnTo>
                    <a:pt x="2055507" y="2406647"/>
                  </a:lnTo>
                  <a:lnTo>
                    <a:pt x="2067821" y="2417810"/>
                  </a:lnTo>
                  <a:close/>
                  <a:moveTo>
                    <a:pt x="1913180" y="1957136"/>
                  </a:moveTo>
                  <a:lnTo>
                    <a:pt x="1844486" y="1924915"/>
                  </a:lnTo>
                  <a:lnTo>
                    <a:pt x="1789451" y="1934349"/>
                  </a:lnTo>
                  <a:close/>
                  <a:moveTo>
                    <a:pt x="1761117" y="1874921"/>
                  </a:moveTo>
                  <a:lnTo>
                    <a:pt x="1789451" y="1934349"/>
                  </a:lnTo>
                  <a:lnTo>
                    <a:pt x="1844486" y="1924915"/>
                  </a:lnTo>
                  <a:close/>
                  <a:moveTo>
                    <a:pt x="1761117" y="1874921"/>
                  </a:moveTo>
                  <a:lnTo>
                    <a:pt x="1735461" y="1913357"/>
                  </a:lnTo>
                  <a:lnTo>
                    <a:pt x="1789451" y="1934349"/>
                  </a:lnTo>
                  <a:close/>
                  <a:moveTo>
                    <a:pt x="1686690" y="1828797"/>
                  </a:moveTo>
                  <a:lnTo>
                    <a:pt x="1690481" y="1828570"/>
                  </a:lnTo>
                  <a:lnTo>
                    <a:pt x="1652371" y="1798960"/>
                  </a:lnTo>
                  <a:close/>
                  <a:moveTo>
                    <a:pt x="648163" y="517293"/>
                  </a:moveTo>
                  <a:lnTo>
                    <a:pt x="675609" y="556457"/>
                  </a:lnTo>
                  <a:lnTo>
                    <a:pt x="725936" y="529417"/>
                  </a:lnTo>
                  <a:close/>
                  <a:moveTo>
                    <a:pt x="424427" y="312834"/>
                  </a:moveTo>
                  <a:lnTo>
                    <a:pt x="348797" y="351270"/>
                  </a:lnTo>
                  <a:lnTo>
                    <a:pt x="401969" y="369333"/>
                  </a:lnTo>
                  <a:close/>
                  <a:moveTo>
                    <a:pt x="401969" y="369333"/>
                  </a:moveTo>
                  <a:lnTo>
                    <a:pt x="481172" y="386803"/>
                  </a:lnTo>
                  <a:lnTo>
                    <a:pt x="537791" y="383290"/>
                  </a:lnTo>
                  <a:close/>
                  <a:moveTo>
                    <a:pt x="447341" y="323773"/>
                  </a:moveTo>
                  <a:lnTo>
                    <a:pt x="401969" y="369333"/>
                  </a:lnTo>
                  <a:lnTo>
                    <a:pt x="537791" y="383290"/>
                  </a:lnTo>
                  <a:close/>
                  <a:moveTo>
                    <a:pt x="1752489" y="1859611"/>
                  </a:moveTo>
                  <a:lnTo>
                    <a:pt x="1652371" y="1798960"/>
                  </a:lnTo>
                  <a:lnTo>
                    <a:pt x="1690481" y="1828570"/>
                  </a:lnTo>
                  <a:close/>
                  <a:moveTo>
                    <a:pt x="2285505" y="2448523"/>
                  </a:moveTo>
                  <a:lnTo>
                    <a:pt x="2223455" y="2505842"/>
                  </a:lnTo>
                  <a:lnTo>
                    <a:pt x="2284688" y="2456125"/>
                  </a:lnTo>
                  <a:close/>
                  <a:moveTo>
                    <a:pt x="2285505" y="2448523"/>
                  </a:moveTo>
                  <a:lnTo>
                    <a:pt x="2284688" y="2456125"/>
                  </a:lnTo>
                  <a:lnTo>
                    <a:pt x="2286553" y="2450426"/>
                  </a:lnTo>
                  <a:close/>
                  <a:moveTo>
                    <a:pt x="2277630" y="2354833"/>
                  </a:moveTo>
                  <a:lnTo>
                    <a:pt x="2286553" y="2450426"/>
                  </a:lnTo>
                  <a:lnTo>
                    <a:pt x="2294280" y="2368211"/>
                  </a:lnTo>
                  <a:close/>
                  <a:moveTo>
                    <a:pt x="2277630" y="2354833"/>
                  </a:moveTo>
                  <a:lnTo>
                    <a:pt x="2285505" y="2448523"/>
                  </a:lnTo>
                  <a:lnTo>
                    <a:pt x="2286553" y="2450426"/>
                  </a:lnTo>
                  <a:close/>
                  <a:moveTo>
                    <a:pt x="2250237" y="2327318"/>
                  </a:moveTo>
                  <a:lnTo>
                    <a:pt x="2213925" y="2346032"/>
                  </a:lnTo>
                  <a:lnTo>
                    <a:pt x="2277630" y="2354833"/>
                  </a:lnTo>
                  <a:close/>
                  <a:moveTo>
                    <a:pt x="1913180" y="1957136"/>
                  </a:moveTo>
                  <a:lnTo>
                    <a:pt x="1941137" y="1946159"/>
                  </a:lnTo>
                  <a:lnTo>
                    <a:pt x="1955368" y="1845623"/>
                  </a:lnTo>
                  <a:close/>
                  <a:moveTo>
                    <a:pt x="1844486" y="1924915"/>
                  </a:moveTo>
                  <a:lnTo>
                    <a:pt x="1913180" y="1957136"/>
                  </a:lnTo>
                  <a:lnTo>
                    <a:pt x="1955368" y="1845623"/>
                  </a:lnTo>
                  <a:close/>
                  <a:moveTo>
                    <a:pt x="1941137" y="1946159"/>
                  </a:moveTo>
                  <a:lnTo>
                    <a:pt x="1997828" y="1940919"/>
                  </a:lnTo>
                  <a:lnTo>
                    <a:pt x="1955368" y="1845623"/>
                  </a:lnTo>
                  <a:close/>
                  <a:moveTo>
                    <a:pt x="1761117" y="1874921"/>
                  </a:moveTo>
                  <a:lnTo>
                    <a:pt x="1844486" y="1924915"/>
                  </a:lnTo>
                  <a:lnTo>
                    <a:pt x="1758945" y="1873001"/>
                  </a:lnTo>
                  <a:close/>
                  <a:moveTo>
                    <a:pt x="1752489" y="1859611"/>
                  </a:moveTo>
                  <a:lnTo>
                    <a:pt x="1761117" y="1874921"/>
                  </a:lnTo>
                  <a:lnTo>
                    <a:pt x="1758945" y="1873001"/>
                  </a:lnTo>
                  <a:close/>
                  <a:moveTo>
                    <a:pt x="1563260" y="1546060"/>
                  </a:moveTo>
                  <a:lnTo>
                    <a:pt x="1589622" y="1507624"/>
                  </a:lnTo>
                  <a:lnTo>
                    <a:pt x="1509710" y="1509216"/>
                  </a:lnTo>
                  <a:close/>
                  <a:moveTo>
                    <a:pt x="1589622" y="1507624"/>
                  </a:moveTo>
                  <a:lnTo>
                    <a:pt x="1560372" y="1483432"/>
                  </a:lnTo>
                  <a:lnTo>
                    <a:pt x="1509710" y="1509216"/>
                  </a:lnTo>
                  <a:close/>
                  <a:moveTo>
                    <a:pt x="1649867" y="1539379"/>
                  </a:moveTo>
                  <a:lnTo>
                    <a:pt x="1603932" y="1582838"/>
                  </a:lnTo>
                  <a:lnTo>
                    <a:pt x="1728322" y="1554051"/>
                  </a:lnTo>
                  <a:close/>
                  <a:moveTo>
                    <a:pt x="725936" y="529417"/>
                  </a:moveTo>
                  <a:lnTo>
                    <a:pt x="695667" y="479700"/>
                  </a:lnTo>
                  <a:lnTo>
                    <a:pt x="648163" y="517293"/>
                  </a:lnTo>
                  <a:close/>
                  <a:moveTo>
                    <a:pt x="1951282" y="1754269"/>
                  </a:moveTo>
                  <a:lnTo>
                    <a:pt x="1938898" y="1747795"/>
                  </a:lnTo>
                  <a:lnTo>
                    <a:pt x="2012990" y="1798048"/>
                  </a:lnTo>
                  <a:close/>
                  <a:moveTo>
                    <a:pt x="1961820" y="1836484"/>
                  </a:moveTo>
                  <a:lnTo>
                    <a:pt x="1951282" y="1754269"/>
                  </a:lnTo>
                  <a:lnTo>
                    <a:pt x="2012990" y="1798048"/>
                  </a:lnTo>
                  <a:close/>
                  <a:moveTo>
                    <a:pt x="1456067" y="1096549"/>
                  </a:moveTo>
                  <a:lnTo>
                    <a:pt x="1457112" y="1097360"/>
                  </a:lnTo>
                  <a:lnTo>
                    <a:pt x="1416882" y="1068487"/>
                  </a:lnTo>
                  <a:close/>
                  <a:moveTo>
                    <a:pt x="790221" y="413661"/>
                  </a:moveTo>
                  <a:lnTo>
                    <a:pt x="837948" y="454350"/>
                  </a:lnTo>
                  <a:lnTo>
                    <a:pt x="814250" y="438828"/>
                  </a:lnTo>
                  <a:close/>
                  <a:moveTo>
                    <a:pt x="866796" y="311906"/>
                  </a:moveTo>
                  <a:lnTo>
                    <a:pt x="870882" y="318176"/>
                  </a:lnTo>
                  <a:lnTo>
                    <a:pt x="888333" y="212326"/>
                  </a:lnTo>
                  <a:close/>
                  <a:moveTo>
                    <a:pt x="1553971" y="817443"/>
                  </a:moveTo>
                  <a:lnTo>
                    <a:pt x="1544501" y="855245"/>
                  </a:lnTo>
                  <a:lnTo>
                    <a:pt x="1487231" y="779564"/>
                  </a:lnTo>
                  <a:close/>
                  <a:moveTo>
                    <a:pt x="1521028" y="443856"/>
                  </a:moveTo>
                  <a:lnTo>
                    <a:pt x="1526022" y="494191"/>
                  </a:lnTo>
                  <a:lnTo>
                    <a:pt x="1536114" y="449511"/>
                  </a:lnTo>
                  <a:close/>
                  <a:moveTo>
                    <a:pt x="1521028" y="443856"/>
                  </a:moveTo>
                  <a:lnTo>
                    <a:pt x="1536114" y="449511"/>
                  </a:lnTo>
                  <a:lnTo>
                    <a:pt x="1548729" y="363886"/>
                  </a:lnTo>
                  <a:close/>
                  <a:moveTo>
                    <a:pt x="1285924" y="0"/>
                  </a:moveTo>
                  <a:lnTo>
                    <a:pt x="1201218" y="21620"/>
                  </a:lnTo>
                  <a:lnTo>
                    <a:pt x="1275042" y="113135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75" name="Candidate_density__2074">
              <a:extLst>
                <a:ext uri="{FF2B5EF4-FFF2-40B4-BE49-F238E27FC236}">
                  <a16:creationId xmlns:a16="http://schemas.microsoft.com/office/drawing/2014/main" id="{D3CB9607-59C6-34F2-F6A6-40D6C6754C2E}"/>
                </a:ext>
              </a:extLst>
            </p:cNvPr>
            <p:cNvSpPr>
              <a:spLocks noGrp="1"/>
            </p:cNvSpPr>
            <p:nvPr/>
          </p:nvSpPr>
          <p:spPr>
            <a:xfrm>
              <a:off x="4828023" y="1995139"/>
              <a:ext cx="1413638" cy="2519296"/>
            </a:xfrm>
            <a:custGeom>
              <a:avLst/>
              <a:gdLst/>
              <a:ahLst/>
              <a:cxnLst/>
              <a:rect l="0" t="0" r="0" b="0"/>
              <a:pathLst>
                <a:path w="1413638" h="2519296">
                  <a:moveTo>
                    <a:pt x="353217" y="1841438"/>
                  </a:moveTo>
                  <a:lnTo>
                    <a:pt x="347896" y="1849670"/>
                  </a:lnTo>
                  <a:lnTo>
                    <a:pt x="357804" y="1840630"/>
                  </a:lnTo>
                  <a:close/>
                  <a:moveTo>
                    <a:pt x="1098960" y="2463950"/>
                  </a:moveTo>
                  <a:lnTo>
                    <a:pt x="1068128" y="2460723"/>
                  </a:lnTo>
                  <a:lnTo>
                    <a:pt x="1031106" y="2470847"/>
                  </a:lnTo>
                  <a:close/>
                  <a:moveTo>
                    <a:pt x="353217" y="1841438"/>
                  </a:moveTo>
                  <a:lnTo>
                    <a:pt x="360052" y="1839787"/>
                  </a:lnTo>
                  <a:lnTo>
                    <a:pt x="410034" y="1820708"/>
                  </a:lnTo>
                  <a:close/>
                  <a:moveTo>
                    <a:pt x="360052" y="1839787"/>
                  </a:moveTo>
                  <a:lnTo>
                    <a:pt x="353217" y="1841438"/>
                  </a:lnTo>
                  <a:lnTo>
                    <a:pt x="357804" y="1840630"/>
                  </a:lnTo>
                  <a:close/>
                  <a:moveTo>
                    <a:pt x="441972" y="1803002"/>
                  </a:moveTo>
                  <a:lnTo>
                    <a:pt x="360052" y="1839787"/>
                  </a:lnTo>
                  <a:lnTo>
                    <a:pt x="475672" y="1787460"/>
                  </a:lnTo>
                  <a:close/>
                  <a:moveTo>
                    <a:pt x="475672" y="1787460"/>
                  </a:moveTo>
                  <a:lnTo>
                    <a:pt x="360052" y="1839787"/>
                  </a:lnTo>
                  <a:lnTo>
                    <a:pt x="357804" y="1840630"/>
                  </a:lnTo>
                  <a:close/>
                  <a:moveTo>
                    <a:pt x="475672" y="1787460"/>
                  </a:moveTo>
                  <a:lnTo>
                    <a:pt x="357804" y="1840630"/>
                  </a:lnTo>
                  <a:lnTo>
                    <a:pt x="429454" y="1829863"/>
                  </a:lnTo>
                  <a:close/>
                  <a:moveTo>
                    <a:pt x="78174" y="1486803"/>
                  </a:moveTo>
                  <a:lnTo>
                    <a:pt x="55468" y="1546220"/>
                  </a:lnTo>
                  <a:lnTo>
                    <a:pt x="85501" y="1512579"/>
                  </a:lnTo>
                  <a:close/>
                  <a:moveTo>
                    <a:pt x="0" y="1348148"/>
                  </a:moveTo>
                  <a:lnTo>
                    <a:pt x="20236" y="1233630"/>
                  </a:lnTo>
                  <a:lnTo>
                    <a:pt x="17010" y="1227497"/>
                  </a:lnTo>
                  <a:close/>
                  <a:moveTo>
                    <a:pt x="17010" y="1227497"/>
                  </a:moveTo>
                  <a:lnTo>
                    <a:pt x="20236" y="1233630"/>
                  </a:lnTo>
                  <a:lnTo>
                    <a:pt x="26467" y="1222587"/>
                  </a:lnTo>
                  <a:close/>
                  <a:moveTo>
                    <a:pt x="441972" y="1803002"/>
                  </a:moveTo>
                  <a:lnTo>
                    <a:pt x="410034" y="1820708"/>
                  </a:lnTo>
                  <a:lnTo>
                    <a:pt x="360052" y="1839787"/>
                  </a:lnTo>
                  <a:close/>
                  <a:moveTo>
                    <a:pt x="1154000" y="2519296"/>
                  </a:moveTo>
                  <a:lnTo>
                    <a:pt x="1068128" y="2460723"/>
                  </a:lnTo>
                  <a:lnTo>
                    <a:pt x="1108066" y="2456546"/>
                  </a:lnTo>
                  <a:close/>
                  <a:moveTo>
                    <a:pt x="441972" y="1803002"/>
                  </a:moveTo>
                  <a:lnTo>
                    <a:pt x="475672" y="1787460"/>
                  </a:lnTo>
                  <a:lnTo>
                    <a:pt x="432573" y="1780828"/>
                  </a:lnTo>
                  <a:close/>
                  <a:moveTo>
                    <a:pt x="101795" y="795162"/>
                  </a:moveTo>
                  <a:lnTo>
                    <a:pt x="76340" y="821763"/>
                  </a:lnTo>
                  <a:lnTo>
                    <a:pt x="15604" y="837027"/>
                  </a:lnTo>
                  <a:close/>
                  <a:moveTo>
                    <a:pt x="816566" y="1580427"/>
                  </a:moveTo>
                  <a:lnTo>
                    <a:pt x="685339" y="1583649"/>
                  </a:lnTo>
                  <a:lnTo>
                    <a:pt x="766659" y="1609036"/>
                  </a:lnTo>
                  <a:close/>
                  <a:moveTo>
                    <a:pt x="1334385" y="2263199"/>
                  </a:moveTo>
                  <a:lnTo>
                    <a:pt x="1367735" y="2247867"/>
                  </a:lnTo>
                  <a:lnTo>
                    <a:pt x="1413638" y="2204287"/>
                  </a:lnTo>
                  <a:close/>
                  <a:moveTo>
                    <a:pt x="1104087" y="1731472"/>
                  </a:moveTo>
                  <a:lnTo>
                    <a:pt x="1046912" y="1745026"/>
                  </a:lnTo>
                  <a:lnTo>
                    <a:pt x="1136345" y="1724852"/>
                  </a:lnTo>
                  <a:close/>
                  <a:moveTo>
                    <a:pt x="860896" y="1530966"/>
                  </a:moveTo>
                  <a:lnTo>
                    <a:pt x="816566" y="1580427"/>
                  </a:lnTo>
                  <a:lnTo>
                    <a:pt x="933710" y="1524547"/>
                  </a:lnTo>
                  <a:close/>
                  <a:moveTo>
                    <a:pt x="1177701" y="1699289"/>
                  </a:moveTo>
                  <a:lnTo>
                    <a:pt x="1104087" y="1731472"/>
                  </a:lnTo>
                  <a:lnTo>
                    <a:pt x="1136345" y="1724852"/>
                  </a:lnTo>
                  <a:close/>
                  <a:moveTo>
                    <a:pt x="686889" y="1155297"/>
                  </a:moveTo>
                  <a:lnTo>
                    <a:pt x="698224" y="1045991"/>
                  </a:lnTo>
                  <a:lnTo>
                    <a:pt x="675958" y="1117529"/>
                  </a:lnTo>
                  <a:close/>
                  <a:moveTo>
                    <a:pt x="379804" y="256942"/>
                  </a:moveTo>
                  <a:lnTo>
                    <a:pt x="396212" y="218505"/>
                  </a:lnTo>
                  <a:lnTo>
                    <a:pt x="386735" y="227178"/>
                  </a:lnTo>
                  <a:close/>
                  <a:moveTo>
                    <a:pt x="453626" y="136290"/>
                  </a:moveTo>
                  <a:lnTo>
                    <a:pt x="497733" y="97854"/>
                  </a:lnTo>
                  <a:lnTo>
                    <a:pt x="487022" y="108278"/>
                  </a:lnTo>
                  <a:close/>
                  <a:moveTo>
                    <a:pt x="956434" y="533498"/>
                  </a:moveTo>
                  <a:lnTo>
                    <a:pt x="908593" y="569828"/>
                  </a:lnTo>
                  <a:lnTo>
                    <a:pt x="1029169" y="526786"/>
                  </a:lnTo>
                  <a:close/>
                  <a:moveTo>
                    <a:pt x="523130" y="28079"/>
                  </a:moveTo>
                  <a:lnTo>
                    <a:pt x="492997" y="90730"/>
                  </a:lnTo>
                  <a:lnTo>
                    <a:pt x="590151" y="0"/>
                  </a:lnTo>
                  <a:close/>
                  <a:moveTo>
                    <a:pt x="1056925" y="435687"/>
                  </a:moveTo>
                  <a:lnTo>
                    <a:pt x="1029169" y="526786"/>
                  </a:lnTo>
                  <a:lnTo>
                    <a:pt x="1063061" y="47049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76" name="Candidate_density__2075">
              <a:extLst>
                <a:ext uri="{FF2B5EF4-FFF2-40B4-BE49-F238E27FC236}">
                  <a16:creationId xmlns:a16="http://schemas.microsoft.com/office/drawing/2014/main" id="{B305893A-1006-4C02-E7A9-5FE0E56B0A24}"/>
                </a:ext>
              </a:extLst>
            </p:cNvPr>
            <p:cNvSpPr>
              <a:spLocks noGrp="1"/>
            </p:cNvSpPr>
            <p:nvPr/>
          </p:nvSpPr>
          <p:spPr>
            <a:xfrm>
              <a:off x="4333264" y="1521749"/>
              <a:ext cx="2252229" cy="3690754"/>
            </a:xfrm>
            <a:custGeom>
              <a:avLst/>
              <a:gdLst/>
              <a:ahLst/>
              <a:cxnLst/>
              <a:rect l="0" t="0" r="0" b="0"/>
              <a:pathLst>
                <a:path w="2252229" h="3690754">
                  <a:moveTo>
                    <a:pt x="333614" y="3608902"/>
                  </a:moveTo>
                  <a:lnTo>
                    <a:pt x="321760" y="3659544"/>
                  </a:lnTo>
                  <a:lnTo>
                    <a:pt x="374890" y="3642989"/>
                  </a:lnTo>
                  <a:close/>
                  <a:moveTo>
                    <a:pt x="482722" y="3652680"/>
                  </a:moveTo>
                  <a:lnTo>
                    <a:pt x="476462" y="3679598"/>
                  </a:lnTo>
                  <a:lnTo>
                    <a:pt x="514575" y="3671389"/>
                  </a:lnTo>
                  <a:close/>
                  <a:moveTo>
                    <a:pt x="618913" y="3624380"/>
                  </a:moveTo>
                  <a:lnTo>
                    <a:pt x="514575" y="3671389"/>
                  </a:lnTo>
                  <a:lnTo>
                    <a:pt x="593670" y="3688452"/>
                  </a:lnTo>
                  <a:close/>
                  <a:moveTo>
                    <a:pt x="684536" y="3631622"/>
                  </a:moveTo>
                  <a:lnTo>
                    <a:pt x="593670" y="3688452"/>
                  </a:lnTo>
                  <a:lnTo>
                    <a:pt x="668816" y="3690754"/>
                  </a:lnTo>
                  <a:close/>
                  <a:moveTo>
                    <a:pt x="684536" y="3631622"/>
                  </a:moveTo>
                  <a:lnTo>
                    <a:pt x="618913" y="3624380"/>
                  </a:lnTo>
                  <a:lnTo>
                    <a:pt x="593670" y="3688452"/>
                  </a:lnTo>
                  <a:close/>
                  <a:moveTo>
                    <a:pt x="618913" y="3624380"/>
                  </a:moveTo>
                  <a:lnTo>
                    <a:pt x="684536" y="3631622"/>
                  </a:lnTo>
                  <a:lnTo>
                    <a:pt x="645547" y="3563227"/>
                  </a:lnTo>
                  <a:close/>
                  <a:moveTo>
                    <a:pt x="618913" y="3624380"/>
                  </a:moveTo>
                  <a:lnTo>
                    <a:pt x="645547" y="3563227"/>
                  </a:lnTo>
                  <a:lnTo>
                    <a:pt x="586311" y="3550793"/>
                  </a:lnTo>
                  <a:close/>
                  <a:moveTo>
                    <a:pt x="510807" y="3378643"/>
                  </a:moveTo>
                  <a:lnTo>
                    <a:pt x="498750" y="3367599"/>
                  </a:lnTo>
                  <a:lnTo>
                    <a:pt x="487960" y="3356675"/>
                  </a:lnTo>
                  <a:close/>
                  <a:moveTo>
                    <a:pt x="558438" y="3329162"/>
                  </a:moveTo>
                  <a:lnTo>
                    <a:pt x="498750" y="3367599"/>
                  </a:lnTo>
                  <a:lnTo>
                    <a:pt x="576246" y="3408106"/>
                  </a:lnTo>
                  <a:close/>
                  <a:moveTo>
                    <a:pt x="42058" y="2265708"/>
                  </a:moveTo>
                  <a:lnTo>
                    <a:pt x="1494" y="2222086"/>
                  </a:lnTo>
                  <a:lnTo>
                    <a:pt x="61568" y="2273148"/>
                  </a:lnTo>
                  <a:close/>
                  <a:moveTo>
                    <a:pt x="1361" y="2221929"/>
                  </a:moveTo>
                  <a:lnTo>
                    <a:pt x="1494" y="2222086"/>
                  </a:lnTo>
                  <a:lnTo>
                    <a:pt x="42058" y="2265708"/>
                  </a:lnTo>
                  <a:close/>
                  <a:moveTo>
                    <a:pt x="7146" y="2183493"/>
                  </a:moveTo>
                  <a:lnTo>
                    <a:pt x="1361" y="2221929"/>
                  </a:lnTo>
                  <a:lnTo>
                    <a:pt x="42058" y="2265708"/>
                  </a:lnTo>
                  <a:close/>
                  <a:moveTo>
                    <a:pt x="715978" y="2905416"/>
                  </a:moveTo>
                  <a:lnTo>
                    <a:pt x="747078" y="2980224"/>
                  </a:lnTo>
                  <a:lnTo>
                    <a:pt x="770172" y="2921947"/>
                  </a:lnTo>
                  <a:close/>
                  <a:moveTo>
                    <a:pt x="715978" y="2905416"/>
                  </a:moveTo>
                  <a:lnTo>
                    <a:pt x="770172" y="2921947"/>
                  </a:lnTo>
                  <a:lnTo>
                    <a:pt x="791149" y="2804801"/>
                  </a:lnTo>
                  <a:close/>
                  <a:moveTo>
                    <a:pt x="11841" y="2013299"/>
                  </a:moveTo>
                  <a:lnTo>
                    <a:pt x="121007" y="1980626"/>
                  </a:lnTo>
                  <a:lnTo>
                    <a:pt x="15909" y="2060780"/>
                  </a:lnTo>
                  <a:close/>
                  <a:moveTo>
                    <a:pt x="126017" y="1978594"/>
                  </a:moveTo>
                  <a:lnTo>
                    <a:pt x="11841" y="2013299"/>
                  </a:lnTo>
                  <a:lnTo>
                    <a:pt x="0" y="2001299"/>
                  </a:lnTo>
                  <a:close/>
                  <a:moveTo>
                    <a:pt x="196629" y="2123846"/>
                  </a:moveTo>
                  <a:lnTo>
                    <a:pt x="185559" y="2201211"/>
                  </a:lnTo>
                  <a:lnTo>
                    <a:pt x="224717" y="2145056"/>
                  </a:lnTo>
                  <a:close/>
                  <a:moveTo>
                    <a:pt x="711523" y="2408575"/>
                  </a:moveTo>
                  <a:lnTo>
                    <a:pt x="743439" y="2517695"/>
                  </a:lnTo>
                  <a:lnTo>
                    <a:pt x="805098" y="2415218"/>
                  </a:lnTo>
                  <a:close/>
                  <a:moveTo>
                    <a:pt x="367890" y="2106620"/>
                  </a:moveTo>
                  <a:lnTo>
                    <a:pt x="390336" y="2188835"/>
                  </a:lnTo>
                  <a:lnTo>
                    <a:pt x="498435" y="2104627"/>
                  </a:lnTo>
                  <a:close/>
                  <a:moveTo>
                    <a:pt x="367622" y="2106016"/>
                  </a:moveTo>
                  <a:lnTo>
                    <a:pt x="367890" y="2106620"/>
                  </a:lnTo>
                  <a:lnTo>
                    <a:pt x="498435" y="2104627"/>
                  </a:lnTo>
                  <a:close/>
                  <a:moveTo>
                    <a:pt x="389183" y="2188580"/>
                  </a:moveTo>
                  <a:lnTo>
                    <a:pt x="367622" y="2106016"/>
                  </a:lnTo>
                  <a:lnTo>
                    <a:pt x="498435" y="2104627"/>
                  </a:lnTo>
                  <a:close/>
                  <a:moveTo>
                    <a:pt x="319697" y="1985969"/>
                  </a:moveTo>
                  <a:lnTo>
                    <a:pt x="278707" y="1917525"/>
                  </a:lnTo>
                  <a:lnTo>
                    <a:pt x="314882" y="1942189"/>
                  </a:lnTo>
                  <a:close/>
                  <a:moveTo>
                    <a:pt x="314384" y="1910348"/>
                  </a:moveTo>
                  <a:lnTo>
                    <a:pt x="314882" y="1942189"/>
                  </a:lnTo>
                  <a:lnTo>
                    <a:pt x="278707" y="1917525"/>
                  </a:lnTo>
                  <a:close/>
                  <a:moveTo>
                    <a:pt x="771682" y="2397044"/>
                  </a:moveTo>
                  <a:lnTo>
                    <a:pt x="805098" y="2415218"/>
                  </a:lnTo>
                  <a:lnTo>
                    <a:pt x="811748" y="2387686"/>
                  </a:lnTo>
                  <a:close/>
                  <a:moveTo>
                    <a:pt x="771682" y="2397044"/>
                  </a:moveTo>
                  <a:lnTo>
                    <a:pt x="811748" y="2387686"/>
                  </a:lnTo>
                  <a:lnTo>
                    <a:pt x="786373" y="2276392"/>
                  </a:lnTo>
                  <a:close/>
                  <a:moveTo>
                    <a:pt x="766349" y="2314828"/>
                  </a:moveTo>
                  <a:lnTo>
                    <a:pt x="771682" y="2397044"/>
                  </a:lnTo>
                  <a:lnTo>
                    <a:pt x="786373" y="2276392"/>
                  </a:lnTo>
                  <a:close/>
                  <a:moveTo>
                    <a:pt x="811748" y="2387686"/>
                  </a:moveTo>
                  <a:lnTo>
                    <a:pt x="805098" y="2415218"/>
                  </a:lnTo>
                  <a:lnTo>
                    <a:pt x="823047" y="2397044"/>
                  </a:lnTo>
                  <a:close/>
                  <a:moveTo>
                    <a:pt x="496115" y="1962054"/>
                  </a:moveTo>
                  <a:lnTo>
                    <a:pt x="572933" y="1960193"/>
                  </a:lnTo>
                  <a:lnTo>
                    <a:pt x="482600" y="1872948"/>
                  </a:lnTo>
                  <a:close/>
                  <a:moveTo>
                    <a:pt x="399837" y="1879642"/>
                  </a:moveTo>
                  <a:lnTo>
                    <a:pt x="486016" y="1947532"/>
                  </a:lnTo>
                  <a:lnTo>
                    <a:pt x="496115" y="1962054"/>
                  </a:lnTo>
                  <a:close/>
                  <a:moveTo>
                    <a:pt x="399837" y="1879642"/>
                  </a:moveTo>
                  <a:lnTo>
                    <a:pt x="380260" y="1795465"/>
                  </a:lnTo>
                  <a:lnTo>
                    <a:pt x="379612" y="1865317"/>
                  </a:lnTo>
                  <a:close/>
                  <a:moveTo>
                    <a:pt x="490825" y="1903753"/>
                  </a:moveTo>
                  <a:lnTo>
                    <a:pt x="471673" y="1789366"/>
                  </a:lnTo>
                  <a:lnTo>
                    <a:pt x="482600" y="1872948"/>
                  </a:lnTo>
                  <a:close/>
                  <a:moveTo>
                    <a:pt x="471321" y="1783102"/>
                  </a:moveTo>
                  <a:lnTo>
                    <a:pt x="471673" y="1789366"/>
                  </a:lnTo>
                  <a:lnTo>
                    <a:pt x="490825" y="1903753"/>
                  </a:lnTo>
                  <a:close/>
                  <a:moveTo>
                    <a:pt x="380260" y="1795465"/>
                  </a:moveTo>
                  <a:lnTo>
                    <a:pt x="468385" y="1783102"/>
                  </a:lnTo>
                  <a:lnTo>
                    <a:pt x="386908" y="1751102"/>
                  </a:lnTo>
                  <a:close/>
                  <a:moveTo>
                    <a:pt x="1348355" y="2837872"/>
                  </a:moveTo>
                  <a:lnTo>
                    <a:pt x="1334165" y="2813461"/>
                  </a:lnTo>
                  <a:lnTo>
                    <a:pt x="1320713" y="2797979"/>
                  </a:lnTo>
                  <a:close/>
                  <a:moveTo>
                    <a:pt x="1165200" y="2582389"/>
                  </a:moveTo>
                  <a:lnTo>
                    <a:pt x="1212652" y="2609159"/>
                  </a:lnTo>
                  <a:lnTo>
                    <a:pt x="1229151" y="2649031"/>
                  </a:lnTo>
                  <a:close/>
                  <a:moveTo>
                    <a:pt x="638633" y="1909095"/>
                  </a:moveTo>
                  <a:lnTo>
                    <a:pt x="663742" y="1946960"/>
                  </a:lnTo>
                  <a:lnTo>
                    <a:pt x="730558" y="1984773"/>
                  </a:lnTo>
                  <a:close/>
                  <a:moveTo>
                    <a:pt x="1736502" y="3060107"/>
                  </a:moveTo>
                  <a:lnTo>
                    <a:pt x="1797420" y="3032511"/>
                  </a:lnTo>
                  <a:lnTo>
                    <a:pt x="1801277" y="2986237"/>
                  </a:lnTo>
                  <a:close/>
                  <a:moveTo>
                    <a:pt x="917276" y="2062209"/>
                  </a:moveTo>
                  <a:lnTo>
                    <a:pt x="987277" y="2155741"/>
                  </a:lnTo>
                  <a:lnTo>
                    <a:pt x="926541" y="2073525"/>
                  </a:lnTo>
                  <a:close/>
                  <a:moveTo>
                    <a:pt x="864646" y="2044405"/>
                  </a:moveTo>
                  <a:lnTo>
                    <a:pt x="964670" y="2123771"/>
                  </a:lnTo>
                  <a:lnTo>
                    <a:pt x="917276" y="2062209"/>
                  </a:lnTo>
                  <a:close/>
                  <a:moveTo>
                    <a:pt x="1638417" y="2740316"/>
                  </a:moveTo>
                  <a:lnTo>
                    <a:pt x="1723947" y="2831467"/>
                  </a:lnTo>
                  <a:lnTo>
                    <a:pt x="1662841" y="2775025"/>
                  </a:lnTo>
                  <a:close/>
                  <a:moveTo>
                    <a:pt x="915560" y="1763328"/>
                  </a:moveTo>
                  <a:lnTo>
                    <a:pt x="989119" y="1864211"/>
                  </a:lnTo>
                  <a:lnTo>
                    <a:pt x="1004509" y="1832223"/>
                  </a:lnTo>
                  <a:close/>
                  <a:moveTo>
                    <a:pt x="249132" y="1048508"/>
                  </a:moveTo>
                  <a:lnTo>
                    <a:pt x="295702" y="1010072"/>
                  </a:lnTo>
                  <a:lnTo>
                    <a:pt x="218067" y="966293"/>
                  </a:lnTo>
                  <a:close/>
                  <a:moveTo>
                    <a:pt x="1165691" y="2078868"/>
                  </a:moveTo>
                  <a:lnTo>
                    <a:pt x="1166557" y="2080825"/>
                  </a:lnTo>
                  <a:lnTo>
                    <a:pt x="1171169" y="2087109"/>
                  </a:lnTo>
                  <a:close/>
                  <a:moveTo>
                    <a:pt x="1004509" y="1832223"/>
                  </a:moveTo>
                  <a:lnTo>
                    <a:pt x="989119" y="1864211"/>
                  </a:lnTo>
                  <a:lnTo>
                    <a:pt x="1035380" y="1858074"/>
                  </a:lnTo>
                  <a:close/>
                  <a:moveTo>
                    <a:pt x="1854502" y="2754829"/>
                  </a:moveTo>
                  <a:lnTo>
                    <a:pt x="1811596" y="2698152"/>
                  </a:lnTo>
                  <a:lnTo>
                    <a:pt x="1723413" y="2758571"/>
                  </a:lnTo>
                  <a:close/>
                  <a:moveTo>
                    <a:pt x="1811596" y="2698152"/>
                  </a:moveTo>
                  <a:lnTo>
                    <a:pt x="1733025" y="2623902"/>
                  </a:lnTo>
                  <a:lnTo>
                    <a:pt x="1721241" y="2654374"/>
                  </a:lnTo>
                  <a:close/>
                  <a:moveTo>
                    <a:pt x="1684845" y="2614371"/>
                  </a:moveTo>
                  <a:lnTo>
                    <a:pt x="1721241" y="2654374"/>
                  </a:lnTo>
                  <a:lnTo>
                    <a:pt x="1733025" y="2623902"/>
                  </a:lnTo>
                  <a:close/>
                  <a:moveTo>
                    <a:pt x="520426" y="1241644"/>
                  </a:moveTo>
                  <a:lnTo>
                    <a:pt x="590012" y="1245664"/>
                  </a:lnTo>
                  <a:lnTo>
                    <a:pt x="563702" y="1166961"/>
                  </a:lnTo>
                  <a:close/>
                  <a:moveTo>
                    <a:pt x="569923" y="1061810"/>
                  </a:moveTo>
                  <a:lnTo>
                    <a:pt x="509205" y="1068881"/>
                  </a:lnTo>
                  <a:lnTo>
                    <a:pt x="502215" y="1156357"/>
                  </a:lnTo>
                  <a:close/>
                  <a:moveTo>
                    <a:pt x="569923" y="1061810"/>
                  </a:moveTo>
                  <a:lnTo>
                    <a:pt x="502215" y="1156357"/>
                  </a:lnTo>
                  <a:lnTo>
                    <a:pt x="563702" y="1166961"/>
                  </a:lnTo>
                  <a:close/>
                  <a:moveTo>
                    <a:pt x="255807" y="735037"/>
                  </a:moveTo>
                  <a:lnTo>
                    <a:pt x="170209" y="643943"/>
                  </a:lnTo>
                  <a:lnTo>
                    <a:pt x="180806" y="735419"/>
                  </a:lnTo>
                  <a:close/>
                  <a:moveTo>
                    <a:pt x="255807" y="735037"/>
                  </a:moveTo>
                  <a:lnTo>
                    <a:pt x="326831" y="737888"/>
                  </a:lnTo>
                  <a:lnTo>
                    <a:pt x="254600" y="674269"/>
                  </a:lnTo>
                  <a:close/>
                  <a:moveTo>
                    <a:pt x="326831" y="737888"/>
                  </a:moveTo>
                  <a:lnTo>
                    <a:pt x="336976" y="703603"/>
                  </a:lnTo>
                  <a:lnTo>
                    <a:pt x="254600" y="674269"/>
                  </a:lnTo>
                  <a:close/>
                  <a:moveTo>
                    <a:pt x="2193060" y="2824146"/>
                  </a:moveTo>
                  <a:lnTo>
                    <a:pt x="2147071" y="2797522"/>
                  </a:lnTo>
                  <a:lnTo>
                    <a:pt x="2087910" y="2791530"/>
                  </a:lnTo>
                  <a:close/>
                  <a:moveTo>
                    <a:pt x="539083" y="965391"/>
                  </a:moveTo>
                  <a:lnTo>
                    <a:pt x="535389" y="1053850"/>
                  </a:lnTo>
                  <a:lnTo>
                    <a:pt x="574898" y="1035837"/>
                  </a:lnTo>
                  <a:close/>
                  <a:moveTo>
                    <a:pt x="368886" y="724989"/>
                  </a:moveTo>
                  <a:lnTo>
                    <a:pt x="444516" y="686553"/>
                  </a:lnTo>
                  <a:lnTo>
                    <a:pt x="336976" y="703603"/>
                  </a:lnTo>
                  <a:close/>
                  <a:moveTo>
                    <a:pt x="444516" y="686553"/>
                  </a:moveTo>
                  <a:lnTo>
                    <a:pt x="378649" y="644210"/>
                  </a:lnTo>
                  <a:lnTo>
                    <a:pt x="336976" y="703603"/>
                  </a:lnTo>
                  <a:close/>
                  <a:moveTo>
                    <a:pt x="2234014" y="2719751"/>
                  </a:moveTo>
                  <a:lnTo>
                    <a:pt x="2193060" y="2824146"/>
                  </a:lnTo>
                  <a:lnTo>
                    <a:pt x="2252229" y="2805035"/>
                  </a:lnTo>
                  <a:close/>
                  <a:moveTo>
                    <a:pt x="1945608" y="2572260"/>
                  </a:moveTo>
                  <a:lnTo>
                    <a:pt x="1939063" y="2539065"/>
                  </a:lnTo>
                  <a:lnTo>
                    <a:pt x="1918873" y="2501642"/>
                  </a:lnTo>
                  <a:close/>
                  <a:moveTo>
                    <a:pt x="1871297" y="2572082"/>
                  </a:moveTo>
                  <a:lnTo>
                    <a:pt x="1892458" y="2577501"/>
                  </a:lnTo>
                  <a:lnTo>
                    <a:pt x="1918873" y="2501642"/>
                  </a:lnTo>
                  <a:close/>
                  <a:moveTo>
                    <a:pt x="1779034" y="2246721"/>
                  </a:moveTo>
                  <a:lnTo>
                    <a:pt x="1835009" y="2301306"/>
                  </a:lnTo>
                  <a:lnTo>
                    <a:pt x="1725952" y="2229283"/>
                  </a:lnTo>
                  <a:close/>
                  <a:moveTo>
                    <a:pt x="1772578" y="2233331"/>
                  </a:moveTo>
                  <a:lnTo>
                    <a:pt x="1779034" y="2246721"/>
                  </a:lnTo>
                  <a:lnTo>
                    <a:pt x="1730851" y="2127989"/>
                  </a:lnTo>
                  <a:close/>
                  <a:moveTo>
                    <a:pt x="1730851" y="2127989"/>
                  </a:moveTo>
                  <a:lnTo>
                    <a:pt x="1787427" y="2073643"/>
                  </a:lnTo>
                  <a:lnTo>
                    <a:pt x="1697392" y="2152410"/>
                  </a:lnTo>
                  <a:close/>
                  <a:moveTo>
                    <a:pt x="1701888" y="2048663"/>
                  </a:moveTo>
                  <a:lnTo>
                    <a:pt x="1701842" y="2045774"/>
                  </a:lnTo>
                  <a:lnTo>
                    <a:pt x="1724229" y="2127989"/>
                  </a:lnTo>
                  <a:close/>
                  <a:moveTo>
                    <a:pt x="1701842" y="2045774"/>
                  </a:moveTo>
                  <a:lnTo>
                    <a:pt x="1701888" y="2048663"/>
                  </a:lnTo>
                  <a:lnTo>
                    <a:pt x="1565432" y="1998915"/>
                  </a:lnTo>
                  <a:close/>
                  <a:moveTo>
                    <a:pt x="444516" y="686553"/>
                  </a:moveTo>
                  <a:lnTo>
                    <a:pt x="481695" y="648117"/>
                  </a:lnTo>
                  <a:lnTo>
                    <a:pt x="378649" y="644210"/>
                  </a:lnTo>
                  <a:close/>
                  <a:moveTo>
                    <a:pt x="557880" y="757010"/>
                  </a:moveTo>
                  <a:lnTo>
                    <a:pt x="521136" y="683088"/>
                  </a:lnTo>
                  <a:lnTo>
                    <a:pt x="467430" y="697492"/>
                  </a:lnTo>
                  <a:close/>
                  <a:moveTo>
                    <a:pt x="1637900" y="1842907"/>
                  </a:moveTo>
                  <a:lnTo>
                    <a:pt x="1609711" y="1881343"/>
                  </a:lnTo>
                  <a:lnTo>
                    <a:pt x="1699600" y="1925122"/>
                  </a:lnTo>
                  <a:close/>
                  <a:moveTo>
                    <a:pt x="1646770" y="1678477"/>
                  </a:moveTo>
                  <a:lnTo>
                    <a:pt x="1608722" y="1747608"/>
                  </a:lnTo>
                  <a:lnTo>
                    <a:pt x="1655909" y="1685674"/>
                  </a:lnTo>
                  <a:close/>
                  <a:moveTo>
                    <a:pt x="715756" y="853420"/>
                  </a:moveTo>
                  <a:lnTo>
                    <a:pt x="790901" y="894762"/>
                  </a:lnTo>
                  <a:lnTo>
                    <a:pt x="758862" y="799382"/>
                  </a:lnTo>
                  <a:close/>
                  <a:moveTo>
                    <a:pt x="758862" y="799382"/>
                  </a:moveTo>
                  <a:lnTo>
                    <a:pt x="790901" y="894762"/>
                  </a:lnTo>
                  <a:lnTo>
                    <a:pt x="810310" y="787380"/>
                  </a:lnTo>
                  <a:close/>
                  <a:moveTo>
                    <a:pt x="920659" y="858353"/>
                  </a:moveTo>
                  <a:lnTo>
                    <a:pt x="858037" y="828070"/>
                  </a:lnTo>
                  <a:lnTo>
                    <a:pt x="810310" y="787380"/>
                  </a:lnTo>
                  <a:close/>
                  <a:moveTo>
                    <a:pt x="2011913" y="2218079"/>
                  </a:moveTo>
                  <a:lnTo>
                    <a:pt x="2056323" y="2242566"/>
                  </a:lnTo>
                  <a:lnTo>
                    <a:pt x="2024740" y="2168150"/>
                  </a:lnTo>
                  <a:close/>
                  <a:moveTo>
                    <a:pt x="1965394" y="2155805"/>
                  </a:moveTo>
                  <a:lnTo>
                    <a:pt x="2024740" y="2168150"/>
                  </a:lnTo>
                  <a:lnTo>
                    <a:pt x="2018348" y="2164502"/>
                  </a:lnTo>
                  <a:close/>
                  <a:moveTo>
                    <a:pt x="1608722" y="1747608"/>
                  </a:moveTo>
                  <a:lnTo>
                    <a:pt x="1646770" y="1678477"/>
                  </a:lnTo>
                  <a:lnTo>
                    <a:pt x="1613530" y="1659535"/>
                  </a:lnTo>
                  <a:close/>
                  <a:moveTo>
                    <a:pt x="1754373" y="1367912"/>
                  </a:moveTo>
                  <a:lnTo>
                    <a:pt x="1808232" y="1398737"/>
                  </a:lnTo>
                  <a:lnTo>
                    <a:pt x="1716662" y="1336007"/>
                  </a:lnTo>
                  <a:close/>
                  <a:moveTo>
                    <a:pt x="1808232" y="1398737"/>
                  </a:moveTo>
                  <a:lnTo>
                    <a:pt x="1827625" y="1406480"/>
                  </a:lnTo>
                  <a:lnTo>
                    <a:pt x="1716662" y="1336007"/>
                  </a:lnTo>
                  <a:close/>
                  <a:moveTo>
                    <a:pt x="1716662" y="1336007"/>
                  </a:moveTo>
                  <a:lnTo>
                    <a:pt x="1827625" y="1406480"/>
                  </a:lnTo>
                  <a:lnTo>
                    <a:pt x="1762019" y="1354959"/>
                  </a:lnTo>
                  <a:close/>
                  <a:moveTo>
                    <a:pt x="1852010" y="1454299"/>
                  </a:moveTo>
                  <a:lnTo>
                    <a:pt x="1827625" y="1406480"/>
                  </a:lnTo>
                  <a:lnTo>
                    <a:pt x="1808232" y="1398737"/>
                  </a:lnTo>
                  <a:close/>
                  <a:moveTo>
                    <a:pt x="1658315" y="1322850"/>
                  </a:moveTo>
                  <a:lnTo>
                    <a:pt x="1716662" y="1336007"/>
                  </a:lnTo>
                  <a:lnTo>
                    <a:pt x="1603822" y="1267058"/>
                  </a:lnTo>
                  <a:close/>
                  <a:moveTo>
                    <a:pt x="1529168" y="1167068"/>
                  </a:moveTo>
                  <a:lnTo>
                    <a:pt x="1603822" y="1267058"/>
                  </a:lnTo>
                  <a:lnTo>
                    <a:pt x="1574383" y="1190528"/>
                  </a:lnTo>
                  <a:close/>
                  <a:moveTo>
                    <a:pt x="1467361" y="852135"/>
                  </a:moveTo>
                  <a:lnTo>
                    <a:pt x="1518159" y="905446"/>
                  </a:lnTo>
                  <a:lnTo>
                    <a:pt x="1551684" y="909077"/>
                  </a:lnTo>
                  <a:close/>
                  <a:moveTo>
                    <a:pt x="1376167" y="789834"/>
                  </a:moveTo>
                  <a:lnTo>
                    <a:pt x="1266431" y="861668"/>
                  </a:lnTo>
                  <a:lnTo>
                    <a:pt x="1378149" y="828882"/>
                  </a:lnTo>
                  <a:close/>
                  <a:moveTo>
                    <a:pt x="1323987" y="741016"/>
                  </a:moveTo>
                  <a:lnTo>
                    <a:pt x="1266431" y="861668"/>
                  </a:lnTo>
                  <a:lnTo>
                    <a:pt x="1376167" y="789834"/>
                  </a:lnTo>
                  <a:close/>
                  <a:moveTo>
                    <a:pt x="1261028" y="763415"/>
                  </a:moveTo>
                  <a:lnTo>
                    <a:pt x="1323987" y="741016"/>
                  </a:lnTo>
                  <a:lnTo>
                    <a:pt x="1286124" y="731835"/>
                  </a:lnTo>
                  <a:close/>
                  <a:moveTo>
                    <a:pt x="1259601" y="741016"/>
                  </a:moveTo>
                  <a:lnTo>
                    <a:pt x="1261028" y="763415"/>
                  </a:lnTo>
                  <a:lnTo>
                    <a:pt x="1286124" y="731835"/>
                  </a:lnTo>
                  <a:close/>
                  <a:moveTo>
                    <a:pt x="1387301" y="831463"/>
                  </a:moveTo>
                  <a:lnTo>
                    <a:pt x="1442407" y="822294"/>
                  </a:lnTo>
                  <a:lnTo>
                    <a:pt x="1467361" y="852135"/>
                  </a:lnTo>
                  <a:close/>
                  <a:moveTo>
                    <a:pt x="1375087" y="631187"/>
                  </a:moveTo>
                  <a:lnTo>
                    <a:pt x="1323987" y="741016"/>
                  </a:lnTo>
                  <a:lnTo>
                    <a:pt x="1368276" y="736817"/>
                  </a:lnTo>
                  <a:close/>
                  <a:moveTo>
                    <a:pt x="1375087" y="631187"/>
                  </a:moveTo>
                  <a:lnTo>
                    <a:pt x="1437220" y="620365"/>
                  </a:lnTo>
                  <a:lnTo>
                    <a:pt x="1381153" y="593274"/>
                  </a:lnTo>
                  <a:close/>
                  <a:moveTo>
                    <a:pt x="1221307" y="395340"/>
                  </a:moveTo>
                  <a:lnTo>
                    <a:pt x="1172341" y="291504"/>
                  </a:lnTo>
                  <a:lnTo>
                    <a:pt x="1146102" y="295795"/>
                  </a:lnTo>
                  <a:close/>
                  <a:moveTo>
                    <a:pt x="1146102" y="295795"/>
                  </a:moveTo>
                  <a:lnTo>
                    <a:pt x="1154331" y="302540"/>
                  </a:lnTo>
                  <a:lnTo>
                    <a:pt x="1221307" y="395340"/>
                  </a:lnTo>
                  <a:close/>
                  <a:moveTo>
                    <a:pt x="1154331" y="302540"/>
                  </a:moveTo>
                  <a:lnTo>
                    <a:pt x="1146102" y="295795"/>
                  </a:lnTo>
                  <a:lnTo>
                    <a:pt x="1145589" y="291504"/>
                  </a:lnTo>
                  <a:close/>
                  <a:moveTo>
                    <a:pt x="1381153" y="593274"/>
                  </a:moveTo>
                  <a:lnTo>
                    <a:pt x="1501820" y="550565"/>
                  </a:lnTo>
                  <a:lnTo>
                    <a:pt x="1421748" y="529850"/>
                  </a:lnTo>
                  <a:close/>
                  <a:moveTo>
                    <a:pt x="1196003" y="335283"/>
                  </a:moveTo>
                  <a:lnTo>
                    <a:pt x="1154331" y="302540"/>
                  </a:lnTo>
                  <a:lnTo>
                    <a:pt x="1145589" y="291504"/>
                  </a:lnTo>
                  <a:close/>
                  <a:moveTo>
                    <a:pt x="1535611" y="461704"/>
                  </a:moveTo>
                  <a:lnTo>
                    <a:pt x="1501820" y="550565"/>
                  </a:lnTo>
                  <a:lnTo>
                    <a:pt x="1589697" y="477804"/>
                  </a:lnTo>
                  <a:close/>
                  <a:moveTo>
                    <a:pt x="1589697" y="477804"/>
                  </a:moveTo>
                  <a:lnTo>
                    <a:pt x="1553583" y="465445"/>
                  </a:lnTo>
                  <a:lnTo>
                    <a:pt x="1536742" y="461277"/>
                  </a:lnTo>
                  <a:close/>
                  <a:moveTo>
                    <a:pt x="1240838" y="132113"/>
                  </a:moveTo>
                  <a:lnTo>
                    <a:pt x="1262911" y="88637"/>
                  </a:lnTo>
                  <a:lnTo>
                    <a:pt x="1260056" y="63560"/>
                  </a:lnTo>
                  <a:close/>
                  <a:moveTo>
                    <a:pt x="1240838" y="132113"/>
                  </a:moveTo>
                  <a:lnTo>
                    <a:pt x="1260056" y="63560"/>
                  </a:lnTo>
                  <a:lnTo>
                    <a:pt x="1162844" y="119164"/>
                  </a:lnTo>
                  <a:close/>
                  <a:moveTo>
                    <a:pt x="1162844" y="119164"/>
                  </a:moveTo>
                  <a:lnTo>
                    <a:pt x="1260056" y="63560"/>
                  </a:lnTo>
                  <a:lnTo>
                    <a:pt x="1192005" y="58292"/>
                  </a:lnTo>
                  <a:close/>
                  <a:moveTo>
                    <a:pt x="1192005" y="58292"/>
                  </a:moveTo>
                  <a:lnTo>
                    <a:pt x="1260056" y="63560"/>
                  </a:lnTo>
                  <a:lnTo>
                    <a:pt x="121512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77" name="Candidate_density__2076">
              <a:extLst>
                <a:ext uri="{FF2B5EF4-FFF2-40B4-BE49-F238E27FC236}">
                  <a16:creationId xmlns:a16="http://schemas.microsoft.com/office/drawing/2014/main" id="{CEF7CE9C-80F4-D81E-B147-423D4BBD613D}"/>
                </a:ext>
              </a:extLst>
            </p:cNvPr>
            <p:cNvSpPr>
              <a:spLocks noGrp="1"/>
            </p:cNvSpPr>
            <p:nvPr/>
          </p:nvSpPr>
          <p:spPr>
            <a:xfrm>
              <a:off x="4334757" y="1692601"/>
              <a:ext cx="2232521" cy="3544650"/>
            </a:xfrm>
            <a:custGeom>
              <a:avLst/>
              <a:gdLst/>
              <a:ahLst/>
              <a:cxnLst/>
              <a:rect l="0" t="0" r="0" b="0"/>
              <a:pathLst>
                <a:path w="2232521" h="3544650">
                  <a:moveTo>
                    <a:pt x="332121" y="3438049"/>
                  </a:moveTo>
                  <a:lnTo>
                    <a:pt x="293801" y="3476486"/>
                  </a:lnTo>
                  <a:lnTo>
                    <a:pt x="320266" y="3488692"/>
                  </a:lnTo>
                  <a:close/>
                  <a:moveTo>
                    <a:pt x="541853" y="3544650"/>
                  </a:moveTo>
                  <a:lnTo>
                    <a:pt x="474968" y="3508746"/>
                  </a:lnTo>
                  <a:lnTo>
                    <a:pt x="482813" y="3520264"/>
                  </a:lnTo>
                  <a:close/>
                  <a:moveTo>
                    <a:pt x="513082" y="3500537"/>
                  </a:moveTo>
                  <a:lnTo>
                    <a:pt x="474968" y="3508746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13082" y="3500537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41853" y="3544650"/>
                  </a:lnTo>
                  <a:lnTo>
                    <a:pt x="667323" y="3519901"/>
                  </a:lnTo>
                  <a:close/>
                  <a:moveTo>
                    <a:pt x="454114" y="3495267"/>
                  </a:moveTo>
                  <a:lnTo>
                    <a:pt x="474968" y="3508746"/>
                  </a:lnTo>
                  <a:lnTo>
                    <a:pt x="373397" y="3472136"/>
                  </a:lnTo>
                  <a:close/>
                  <a:moveTo>
                    <a:pt x="556945" y="3158309"/>
                  </a:moveTo>
                  <a:lnTo>
                    <a:pt x="574753" y="3237254"/>
                  </a:lnTo>
                  <a:lnTo>
                    <a:pt x="624506" y="3208070"/>
                  </a:lnTo>
                  <a:close/>
                  <a:moveTo>
                    <a:pt x="699192" y="3208650"/>
                  </a:moveTo>
                  <a:lnTo>
                    <a:pt x="665666" y="3146758"/>
                  </a:lnTo>
                  <a:lnTo>
                    <a:pt x="624506" y="3208070"/>
                  </a:lnTo>
                  <a:close/>
                  <a:moveTo>
                    <a:pt x="0" y="2051233"/>
                  </a:moveTo>
                  <a:lnTo>
                    <a:pt x="95806" y="2130779"/>
                  </a:lnTo>
                  <a:lnTo>
                    <a:pt x="60074" y="2102296"/>
                  </a:lnTo>
                  <a:close/>
                  <a:moveTo>
                    <a:pt x="151927" y="2125402"/>
                  </a:moveTo>
                  <a:lnTo>
                    <a:pt x="73633" y="2111331"/>
                  </a:lnTo>
                  <a:lnTo>
                    <a:pt x="60074" y="2102296"/>
                  </a:lnTo>
                  <a:close/>
                  <a:moveTo>
                    <a:pt x="745584" y="2809372"/>
                  </a:moveTo>
                  <a:lnTo>
                    <a:pt x="763098" y="2834791"/>
                  </a:lnTo>
                  <a:lnTo>
                    <a:pt x="768679" y="2751095"/>
                  </a:lnTo>
                  <a:close/>
                  <a:moveTo>
                    <a:pt x="168539" y="2074708"/>
                  </a:moveTo>
                  <a:lnTo>
                    <a:pt x="73633" y="2111331"/>
                  </a:lnTo>
                  <a:lnTo>
                    <a:pt x="151927" y="2125402"/>
                  </a:lnTo>
                  <a:close/>
                  <a:moveTo>
                    <a:pt x="168539" y="2074708"/>
                  </a:moveTo>
                  <a:lnTo>
                    <a:pt x="81303" y="2085037"/>
                  </a:lnTo>
                  <a:lnTo>
                    <a:pt x="73633" y="2111331"/>
                  </a:lnTo>
                  <a:close/>
                  <a:moveTo>
                    <a:pt x="184065" y="2030359"/>
                  </a:moveTo>
                  <a:lnTo>
                    <a:pt x="216733" y="1996027"/>
                  </a:lnTo>
                  <a:lnTo>
                    <a:pt x="223224" y="1974204"/>
                  </a:lnTo>
                  <a:close/>
                  <a:moveTo>
                    <a:pt x="184065" y="2030359"/>
                  </a:moveTo>
                  <a:lnTo>
                    <a:pt x="204254" y="2042385"/>
                  </a:lnTo>
                  <a:lnTo>
                    <a:pt x="216733" y="1996027"/>
                  </a:lnTo>
                  <a:close/>
                  <a:moveTo>
                    <a:pt x="168539" y="2074708"/>
                  </a:moveTo>
                  <a:lnTo>
                    <a:pt x="204254" y="2042385"/>
                  </a:lnTo>
                  <a:lnTo>
                    <a:pt x="184065" y="2030359"/>
                  </a:lnTo>
                  <a:close/>
                  <a:moveTo>
                    <a:pt x="181269" y="2094856"/>
                  </a:moveTo>
                  <a:lnTo>
                    <a:pt x="204254" y="2042385"/>
                  </a:lnTo>
                  <a:lnTo>
                    <a:pt x="168539" y="2074708"/>
                  </a:lnTo>
                  <a:close/>
                  <a:moveTo>
                    <a:pt x="14415" y="1889927"/>
                  </a:moveTo>
                  <a:lnTo>
                    <a:pt x="119514" y="1809774"/>
                  </a:lnTo>
                  <a:lnTo>
                    <a:pt x="127684" y="1819561"/>
                  </a:lnTo>
                  <a:close/>
                  <a:moveTo>
                    <a:pt x="127684" y="1819561"/>
                  </a:moveTo>
                  <a:lnTo>
                    <a:pt x="120067" y="1813838"/>
                  </a:lnTo>
                  <a:lnTo>
                    <a:pt x="14415" y="1889927"/>
                  </a:lnTo>
                  <a:close/>
                  <a:moveTo>
                    <a:pt x="127684" y="1819561"/>
                  </a:moveTo>
                  <a:lnTo>
                    <a:pt x="189513" y="1891989"/>
                  </a:lnTo>
                  <a:lnTo>
                    <a:pt x="120067" y="1813838"/>
                  </a:lnTo>
                  <a:close/>
                  <a:moveTo>
                    <a:pt x="119514" y="1809774"/>
                  </a:moveTo>
                  <a:lnTo>
                    <a:pt x="10347" y="1842447"/>
                  </a:lnTo>
                  <a:lnTo>
                    <a:pt x="124523" y="1807742"/>
                  </a:lnTo>
                  <a:close/>
                  <a:moveTo>
                    <a:pt x="170602" y="1872847"/>
                  </a:moveTo>
                  <a:lnTo>
                    <a:pt x="223224" y="1974204"/>
                  </a:lnTo>
                  <a:lnTo>
                    <a:pt x="189513" y="1891989"/>
                  </a:lnTo>
                  <a:close/>
                  <a:moveTo>
                    <a:pt x="170602" y="1872847"/>
                  </a:moveTo>
                  <a:lnTo>
                    <a:pt x="195135" y="1952994"/>
                  </a:lnTo>
                  <a:lnTo>
                    <a:pt x="223224" y="1974204"/>
                  </a:lnTo>
                  <a:close/>
                  <a:moveTo>
                    <a:pt x="93695" y="1774686"/>
                  </a:moveTo>
                  <a:lnTo>
                    <a:pt x="170602" y="1872847"/>
                  </a:lnTo>
                  <a:lnTo>
                    <a:pt x="119514" y="1809774"/>
                  </a:lnTo>
                  <a:close/>
                  <a:moveTo>
                    <a:pt x="93695" y="1774686"/>
                  </a:moveTo>
                  <a:lnTo>
                    <a:pt x="119514" y="1809774"/>
                  </a:lnTo>
                  <a:lnTo>
                    <a:pt x="95277" y="1761852"/>
                  </a:lnTo>
                  <a:close/>
                  <a:moveTo>
                    <a:pt x="95277" y="1761852"/>
                  </a:moveTo>
                  <a:lnTo>
                    <a:pt x="119514" y="1809774"/>
                  </a:lnTo>
                  <a:lnTo>
                    <a:pt x="124523" y="1807742"/>
                  </a:lnTo>
                  <a:close/>
                  <a:moveTo>
                    <a:pt x="95277" y="1761852"/>
                  </a:moveTo>
                  <a:lnTo>
                    <a:pt x="124523" y="1807742"/>
                  </a:lnTo>
                  <a:lnTo>
                    <a:pt x="156689" y="1712803"/>
                  </a:lnTo>
                  <a:close/>
                  <a:moveTo>
                    <a:pt x="710030" y="2237723"/>
                  </a:moveTo>
                  <a:lnTo>
                    <a:pt x="661562" y="2316626"/>
                  </a:lnTo>
                  <a:lnTo>
                    <a:pt x="718778" y="2330703"/>
                  </a:lnTo>
                  <a:close/>
                  <a:moveTo>
                    <a:pt x="718778" y="2330703"/>
                  </a:moveTo>
                  <a:lnTo>
                    <a:pt x="741945" y="2346843"/>
                  </a:lnTo>
                  <a:lnTo>
                    <a:pt x="710030" y="2237723"/>
                  </a:lnTo>
                  <a:close/>
                  <a:moveTo>
                    <a:pt x="277214" y="1746673"/>
                  </a:moveTo>
                  <a:lnTo>
                    <a:pt x="259107" y="1732901"/>
                  </a:lnTo>
                  <a:lnTo>
                    <a:pt x="232231" y="1716583"/>
                  </a:lnTo>
                  <a:close/>
                  <a:moveTo>
                    <a:pt x="784880" y="2105540"/>
                  </a:moveTo>
                  <a:lnTo>
                    <a:pt x="810255" y="2216833"/>
                  </a:lnTo>
                  <a:lnTo>
                    <a:pt x="828862" y="2123597"/>
                  </a:lnTo>
                  <a:close/>
                  <a:moveTo>
                    <a:pt x="828862" y="2123597"/>
                  </a:moveTo>
                  <a:lnTo>
                    <a:pt x="810255" y="2216833"/>
                  </a:lnTo>
                  <a:lnTo>
                    <a:pt x="903300" y="2123245"/>
                  </a:lnTo>
                  <a:close/>
                  <a:moveTo>
                    <a:pt x="494621" y="1791201"/>
                  </a:moveTo>
                  <a:lnTo>
                    <a:pt x="494500" y="1891392"/>
                  </a:lnTo>
                  <a:lnTo>
                    <a:pt x="571440" y="1789341"/>
                  </a:lnTo>
                  <a:close/>
                  <a:moveTo>
                    <a:pt x="571440" y="1789341"/>
                  </a:moveTo>
                  <a:lnTo>
                    <a:pt x="525043" y="1760183"/>
                  </a:lnTo>
                  <a:lnTo>
                    <a:pt x="481107" y="1702096"/>
                  </a:lnTo>
                  <a:close/>
                  <a:moveTo>
                    <a:pt x="1319219" y="2627126"/>
                  </a:moveTo>
                  <a:lnTo>
                    <a:pt x="1299239" y="2662220"/>
                  </a:lnTo>
                  <a:lnTo>
                    <a:pt x="1346862" y="2667020"/>
                  </a:lnTo>
                  <a:close/>
                  <a:moveTo>
                    <a:pt x="729064" y="1813920"/>
                  </a:moveTo>
                  <a:lnTo>
                    <a:pt x="662248" y="1776108"/>
                  </a:lnTo>
                  <a:lnTo>
                    <a:pt x="751805" y="1835489"/>
                  </a:lnTo>
                  <a:close/>
                  <a:moveTo>
                    <a:pt x="532097" y="1491598"/>
                  </a:moveTo>
                  <a:lnTo>
                    <a:pt x="528831" y="1523705"/>
                  </a:lnTo>
                  <a:lnTo>
                    <a:pt x="576897" y="1523653"/>
                  </a:lnTo>
                  <a:close/>
                  <a:moveTo>
                    <a:pt x="1673429" y="2836826"/>
                  </a:moveTo>
                  <a:lnTo>
                    <a:pt x="1735008" y="2889254"/>
                  </a:lnTo>
                  <a:lnTo>
                    <a:pt x="1799784" y="2815385"/>
                  </a:lnTo>
                  <a:close/>
                  <a:moveTo>
                    <a:pt x="915782" y="1891357"/>
                  </a:moveTo>
                  <a:lnTo>
                    <a:pt x="963177" y="1952918"/>
                  </a:lnTo>
                  <a:lnTo>
                    <a:pt x="985783" y="1984888"/>
                  </a:lnTo>
                  <a:close/>
                  <a:moveTo>
                    <a:pt x="1799784" y="2815385"/>
                  </a:moveTo>
                  <a:lnTo>
                    <a:pt x="1799302" y="2758822"/>
                  </a:lnTo>
                  <a:lnTo>
                    <a:pt x="1767534" y="2850818"/>
                  </a:lnTo>
                  <a:close/>
                  <a:moveTo>
                    <a:pt x="1799302" y="2758822"/>
                  </a:moveTo>
                  <a:lnTo>
                    <a:pt x="1799784" y="2815385"/>
                  </a:lnTo>
                  <a:lnTo>
                    <a:pt x="1822461" y="2768603"/>
                  </a:lnTo>
                  <a:close/>
                  <a:moveTo>
                    <a:pt x="1765019" y="2730166"/>
                  </a:moveTo>
                  <a:lnTo>
                    <a:pt x="1799302" y="2758822"/>
                  </a:lnTo>
                  <a:lnTo>
                    <a:pt x="1722454" y="2660614"/>
                  </a:lnTo>
                  <a:close/>
                  <a:moveTo>
                    <a:pt x="1722454" y="2660614"/>
                  </a:moveTo>
                  <a:lnTo>
                    <a:pt x="1799302" y="2758822"/>
                  </a:lnTo>
                  <a:lnTo>
                    <a:pt x="1744040" y="2686388"/>
                  </a:lnTo>
                  <a:close/>
                  <a:moveTo>
                    <a:pt x="1721919" y="2587718"/>
                  </a:moveTo>
                  <a:lnTo>
                    <a:pt x="1697832" y="2580539"/>
                  </a:lnTo>
                  <a:lnTo>
                    <a:pt x="1806607" y="2625694"/>
                  </a:lnTo>
                  <a:close/>
                  <a:moveTo>
                    <a:pt x="834815" y="1617591"/>
                  </a:moveTo>
                  <a:lnTo>
                    <a:pt x="937747" y="1606435"/>
                  </a:lnTo>
                  <a:lnTo>
                    <a:pt x="918452" y="1661370"/>
                  </a:lnTo>
                  <a:close/>
                  <a:moveTo>
                    <a:pt x="834815" y="1617591"/>
                  </a:moveTo>
                  <a:lnTo>
                    <a:pt x="918452" y="1661370"/>
                  </a:lnTo>
                  <a:lnTo>
                    <a:pt x="886867" y="1699807"/>
                  </a:lnTo>
                  <a:close/>
                  <a:moveTo>
                    <a:pt x="914067" y="1592476"/>
                  </a:moveTo>
                  <a:lnTo>
                    <a:pt x="1003016" y="1661370"/>
                  </a:lnTo>
                  <a:lnTo>
                    <a:pt x="937747" y="1606435"/>
                  </a:lnTo>
                  <a:close/>
                  <a:moveTo>
                    <a:pt x="1806607" y="2625694"/>
                  </a:moveTo>
                  <a:lnTo>
                    <a:pt x="1853008" y="2583977"/>
                  </a:lnTo>
                  <a:lnTo>
                    <a:pt x="1721919" y="2587718"/>
                  </a:lnTo>
                  <a:close/>
                  <a:moveTo>
                    <a:pt x="1602653" y="2397141"/>
                  </a:moveTo>
                  <a:lnTo>
                    <a:pt x="1731531" y="2453050"/>
                  </a:lnTo>
                  <a:lnTo>
                    <a:pt x="1713269" y="2445084"/>
                  </a:lnTo>
                  <a:close/>
                  <a:moveTo>
                    <a:pt x="1683351" y="2443518"/>
                  </a:moveTo>
                  <a:lnTo>
                    <a:pt x="1731531" y="2453050"/>
                  </a:lnTo>
                  <a:lnTo>
                    <a:pt x="1612781" y="2401306"/>
                  </a:lnTo>
                  <a:close/>
                  <a:moveTo>
                    <a:pt x="1003016" y="1661370"/>
                  </a:moveTo>
                  <a:lnTo>
                    <a:pt x="1033886" y="1687222"/>
                  </a:lnTo>
                  <a:lnTo>
                    <a:pt x="1038492" y="1652004"/>
                  </a:lnTo>
                  <a:close/>
                  <a:moveTo>
                    <a:pt x="1003016" y="1661370"/>
                  </a:moveTo>
                  <a:lnTo>
                    <a:pt x="1038492" y="1652004"/>
                  </a:lnTo>
                  <a:lnTo>
                    <a:pt x="937747" y="1606435"/>
                  </a:lnTo>
                  <a:close/>
                  <a:moveTo>
                    <a:pt x="1102864" y="1660263"/>
                  </a:moveTo>
                  <a:lnTo>
                    <a:pt x="1038492" y="1652004"/>
                  </a:lnTo>
                  <a:lnTo>
                    <a:pt x="1033886" y="1687222"/>
                  </a:lnTo>
                  <a:close/>
                  <a:moveTo>
                    <a:pt x="1120499" y="1545834"/>
                  </a:moveTo>
                  <a:lnTo>
                    <a:pt x="1038492" y="1652004"/>
                  </a:lnTo>
                  <a:lnTo>
                    <a:pt x="1102864" y="1660263"/>
                  </a:lnTo>
                  <a:close/>
                  <a:moveTo>
                    <a:pt x="533896" y="882997"/>
                  </a:moveTo>
                  <a:lnTo>
                    <a:pt x="507711" y="898029"/>
                  </a:lnTo>
                  <a:lnTo>
                    <a:pt x="568430" y="890957"/>
                  </a:lnTo>
                  <a:close/>
                  <a:moveTo>
                    <a:pt x="533896" y="882997"/>
                  </a:moveTo>
                  <a:lnTo>
                    <a:pt x="568430" y="890957"/>
                  </a:lnTo>
                  <a:lnTo>
                    <a:pt x="573404" y="864985"/>
                  </a:lnTo>
                  <a:close/>
                  <a:moveTo>
                    <a:pt x="254313" y="564184"/>
                  </a:moveTo>
                  <a:lnTo>
                    <a:pt x="258123" y="661179"/>
                  </a:lnTo>
                  <a:lnTo>
                    <a:pt x="325337" y="567036"/>
                  </a:lnTo>
                  <a:close/>
                  <a:moveTo>
                    <a:pt x="179312" y="564567"/>
                  </a:moveTo>
                  <a:lnTo>
                    <a:pt x="258123" y="661179"/>
                  </a:lnTo>
                  <a:lnTo>
                    <a:pt x="254313" y="564184"/>
                  </a:lnTo>
                  <a:close/>
                  <a:moveTo>
                    <a:pt x="2073567" y="2571078"/>
                  </a:moveTo>
                  <a:lnTo>
                    <a:pt x="2086416" y="2620677"/>
                  </a:lnTo>
                  <a:lnTo>
                    <a:pt x="2145578" y="2626669"/>
                  </a:lnTo>
                  <a:close/>
                  <a:moveTo>
                    <a:pt x="1906903" y="2506824"/>
                  </a:moveTo>
                  <a:lnTo>
                    <a:pt x="1932608" y="2410762"/>
                  </a:lnTo>
                  <a:lnTo>
                    <a:pt x="1877904" y="2527300"/>
                  </a:lnTo>
                  <a:close/>
                  <a:moveTo>
                    <a:pt x="1940874" y="2418634"/>
                  </a:moveTo>
                  <a:lnTo>
                    <a:pt x="1927543" y="2514972"/>
                  </a:lnTo>
                  <a:lnTo>
                    <a:pt x="1877904" y="2527300"/>
                  </a:lnTo>
                  <a:close/>
                  <a:moveTo>
                    <a:pt x="1927543" y="2514972"/>
                  </a:moveTo>
                  <a:lnTo>
                    <a:pt x="1940874" y="2418634"/>
                  </a:lnTo>
                  <a:lnTo>
                    <a:pt x="1978623" y="2527300"/>
                  </a:lnTo>
                  <a:close/>
                  <a:moveTo>
                    <a:pt x="1932608" y="2410762"/>
                  </a:moveTo>
                  <a:lnTo>
                    <a:pt x="1906903" y="2506824"/>
                  </a:lnTo>
                  <a:lnTo>
                    <a:pt x="1978623" y="2527300"/>
                  </a:lnTo>
                  <a:close/>
                  <a:moveTo>
                    <a:pt x="1561228" y="2050376"/>
                  </a:moveTo>
                  <a:lnTo>
                    <a:pt x="1485809" y="2031174"/>
                  </a:lnTo>
                  <a:lnTo>
                    <a:pt x="1495004" y="2034009"/>
                  </a:lnTo>
                  <a:close/>
                  <a:moveTo>
                    <a:pt x="1538162" y="2027590"/>
                  </a:moveTo>
                  <a:lnTo>
                    <a:pt x="1485809" y="2031174"/>
                  </a:lnTo>
                  <a:lnTo>
                    <a:pt x="1561228" y="2050376"/>
                  </a:lnTo>
                  <a:close/>
                  <a:moveTo>
                    <a:pt x="510544" y="877427"/>
                  </a:moveTo>
                  <a:lnTo>
                    <a:pt x="507711" y="898029"/>
                  </a:lnTo>
                  <a:lnTo>
                    <a:pt x="533896" y="882997"/>
                  </a:lnTo>
                  <a:close/>
                  <a:moveTo>
                    <a:pt x="510544" y="877427"/>
                  </a:moveTo>
                  <a:lnTo>
                    <a:pt x="533896" y="882997"/>
                  </a:lnTo>
                  <a:lnTo>
                    <a:pt x="537590" y="794539"/>
                  </a:lnTo>
                  <a:close/>
                  <a:moveTo>
                    <a:pt x="537590" y="794539"/>
                  </a:moveTo>
                  <a:lnTo>
                    <a:pt x="573404" y="864985"/>
                  </a:lnTo>
                  <a:lnTo>
                    <a:pt x="612374" y="795486"/>
                  </a:lnTo>
                  <a:close/>
                  <a:moveTo>
                    <a:pt x="612374" y="795486"/>
                  </a:moveTo>
                  <a:lnTo>
                    <a:pt x="660690" y="776453"/>
                  </a:lnTo>
                  <a:lnTo>
                    <a:pt x="645789" y="762346"/>
                  </a:lnTo>
                  <a:close/>
                  <a:moveTo>
                    <a:pt x="573404" y="864985"/>
                  </a:moveTo>
                  <a:lnTo>
                    <a:pt x="649252" y="869908"/>
                  </a:lnTo>
                  <a:lnTo>
                    <a:pt x="612374" y="795486"/>
                  </a:lnTo>
                  <a:close/>
                  <a:moveTo>
                    <a:pt x="645789" y="762346"/>
                  </a:moveTo>
                  <a:lnTo>
                    <a:pt x="660690" y="776453"/>
                  </a:lnTo>
                  <a:lnTo>
                    <a:pt x="666758" y="720160"/>
                  </a:lnTo>
                  <a:close/>
                  <a:moveTo>
                    <a:pt x="443023" y="515701"/>
                  </a:moveTo>
                  <a:lnTo>
                    <a:pt x="420564" y="572200"/>
                  </a:lnTo>
                  <a:lnTo>
                    <a:pt x="465937" y="526640"/>
                  </a:lnTo>
                  <a:close/>
                  <a:moveTo>
                    <a:pt x="2145578" y="2626669"/>
                  </a:moveTo>
                  <a:lnTo>
                    <a:pt x="2191566" y="2653293"/>
                  </a:lnTo>
                  <a:lnTo>
                    <a:pt x="2192281" y="2586084"/>
                  </a:lnTo>
                  <a:close/>
                  <a:moveTo>
                    <a:pt x="2192281" y="2586084"/>
                  </a:moveTo>
                  <a:lnTo>
                    <a:pt x="2191566" y="2653293"/>
                  </a:lnTo>
                  <a:lnTo>
                    <a:pt x="2232521" y="2548899"/>
                  </a:lnTo>
                  <a:close/>
                  <a:moveTo>
                    <a:pt x="2145578" y="2626669"/>
                  </a:moveTo>
                  <a:lnTo>
                    <a:pt x="2093664" y="2540603"/>
                  </a:lnTo>
                  <a:lnTo>
                    <a:pt x="2073567" y="2571078"/>
                  </a:lnTo>
                  <a:close/>
                  <a:moveTo>
                    <a:pt x="1682133" y="2008559"/>
                  </a:moveTo>
                  <a:lnTo>
                    <a:pt x="1771085" y="2062478"/>
                  </a:lnTo>
                  <a:lnTo>
                    <a:pt x="1729357" y="1957136"/>
                  </a:lnTo>
                  <a:close/>
                  <a:moveTo>
                    <a:pt x="1695898" y="1981558"/>
                  </a:moveTo>
                  <a:lnTo>
                    <a:pt x="1754542" y="1894381"/>
                  </a:lnTo>
                  <a:lnTo>
                    <a:pt x="1700394" y="1877810"/>
                  </a:lnTo>
                  <a:close/>
                  <a:moveTo>
                    <a:pt x="1695898" y="1981558"/>
                  </a:moveTo>
                  <a:lnTo>
                    <a:pt x="1700394" y="1877810"/>
                  </a:lnTo>
                  <a:lnTo>
                    <a:pt x="1722735" y="1957136"/>
                  </a:lnTo>
                  <a:close/>
                  <a:moveTo>
                    <a:pt x="1388966" y="1748429"/>
                  </a:moveTo>
                  <a:lnTo>
                    <a:pt x="1460399" y="1736845"/>
                  </a:lnTo>
                  <a:lnTo>
                    <a:pt x="1503401" y="1682423"/>
                  </a:lnTo>
                  <a:close/>
                  <a:moveTo>
                    <a:pt x="1426727" y="1674410"/>
                  </a:moveTo>
                  <a:lnTo>
                    <a:pt x="1388966" y="1748429"/>
                  </a:lnTo>
                  <a:lnTo>
                    <a:pt x="1503401" y="1682423"/>
                  </a:lnTo>
                  <a:close/>
                  <a:moveTo>
                    <a:pt x="1503401" y="1682423"/>
                  </a:moveTo>
                  <a:lnTo>
                    <a:pt x="1460399" y="1736845"/>
                  </a:lnTo>
                  <a:lnTo>
                    <a:pt x="1578968" y="1686299"/>
                  </a:lnTo>
                  <a:close/>
                  <a:moveTo>
                    <a:pt x="639490" y="681666"/>
                  </a:moveTo>
                  <a:lnTo>
                    <a:pt x="666758" y="720160"/>
                  </a:lnTo>
                  <a:lnTo>
                    <a:pt x="714262" y="682567"/>
                  </a:lnTo>
                  <a:close/>
                  <a:moveTo>
                    <a:pt x="465937" y="526640"/>
                  </a:moveTo>
                  <a:lnTo>
                    <a:pt x="480202" y="477264"/>
                  </a:lnTo>
                  <a:lnTo>
                    <a:pt x="443023" y="515701"/>
                  </a:lnTo>
                  <a:close/>
                  <a:moveTo>
                    <a:pt x="519643" y="512235"/>
                  </a:moveTo>
                  <a:lnTo>
                    <a:pt x="480202" y="477264"/>
                  </a:lnTo>
                  <a:lnTo>
                    <a:pt x="465937" y="526640"/>
                  </a:lnTo>
                  <a:close/>
                  <a:moveTo>
                    <a:pt x="1608217" y="1710491"/>
                  </a:moveTo>
                  <a:lnTo>
                    <a:pt x="1668463" y="1742246"/>
                  </a:lnTo>
                  <a:lnTo>
                    <a:pt x="1698107" y="1754269"/>
                  </a:lnTo>
                  <a:close/>
                  <a:moveTo>
                    <a:pt x="986262" y="393267"/>
                  </a:moveTo>
                  <a:lnTo>
                    <a:pt x="916442" y="389438"/>
                  </a:lnTo>
                  <a:lnTo>
                    <a:pt x="906928" y="415193"/>
                  </a:lnTo>
                  <a:close/>
                  <a:moveTo>
                    <a:pt x="1865138" y="1310100"/>
                  </a:moveTo>
                  <a:lnTo>
                    <a:pt x="1826131" y="1235627"/>
                  </a:lnTo>
                  <a:lnTo>
                    <a:pt x="1850516" y="1283447"/>
                  </a:lnTo>
                  <a:close/>
                  <a:moveTo>
                    <a:pt x="1839100" y="1266321"/>
                  </a:moveTo>
                  <a:lnTo>
                    <a:pt x="1826131" y="1235627"/>
                  </a:lnTo>
                  <a:lnTo>
                    <a:pt x="1865138" y="1310100"/>
                  </a:lnTo>
                  <a:close/>
                  <a:moveTo>
                    <a:pt x="1482882" y="744896"/>
                  </a:moveTo>
                  <a:lnTo>
                    <a:pt x="1550190" y="738225"/>
                  </a:lnTo>
                  <a:lnTo>
                    <a:pt x="1516665" y="734594"/>
                  </a:lnTo>
                  <a:close/>
                  <a:moveTo>
                    <a:pt x="1260019" y="690815"/>
                  </a:moveTo>
                  <a:lnTo>
                    <a:pt x="1259534" y="592563"/>
                  </a:lnTo>
                  <a:lnTo>
                    <a:pt x="1258107" y="570164"/>
                  </a:lnTo>
                  <a:close/>
                  <a:moveTo>
                    <a:pt x="1258107" y="570164"/>
                  </a:moveTo>
                  <a:lnTo>
                    <a:pt x="1292063" y="588772"/>
                  </a:lnTo>
                  <a:lnTo>
                    <a:pt x="1260019" y="690815"/>
                  </a:lnTo>
                  <a:close/>
                  <a:moveTo>
                    <a:pt x="1322494" y="570164"/>
                  </a:moveTo>
                  <a:lnTo>
                    <a:pt x="1259534" y="592563"/>
                  </a:lnTo>
                  <a:lnTo>
                    <a:pt x="1257130" y="673364"/>
                  </a:lnTo>
                  <a:close/>
                  <a:moveTo>
                    <a:pt x="1495646" y="721977"/>
                  </a:moveTo>
                  <a:lnTo>
                    <a:pt x="1482882" y="744896"/>
                  </a:lnTo>
                  <a:lnTo>
                    <a:pt x="1516665" y="734594"/>
                  </a:lnTo>
                  <a:close/>
                  <a:moveTo>
                    <a:pt x="1495646" y="721977"/>
                  </a:moveTo>
                  <a:lnTo>
                    <a:pt x="1516665" y="734594"/>
                  </a:lnTo>
                  <a:lnTo>
                    <a:pt x="1465867" y="681282"/>
                  </a:lnTo>
                  <a:close/>
                  <a:moveTo>
                    <a:pt x="1284630" y="560982"/>
                  </a:moveTo>
                  <a:lnTo>
                    <a:pt x="1322494" y="570164"/>
                  </a:lnTo>
                  <a:lnTo>
                    <a:pt x="1318040" y="470693"/>
                  </a:lnTo>
                  <a:close/>
                  <a:moveTo>
                    <a:pt x="1318040" y="470693"/>
                  </a:moveTo>
                  <a:lnTo>
                    <a:pt x="1322494" y="570164"/>
                  </a:lnTo>
                  <a:lnTo>
                    <a:pt x="1373593" y="460335"/>
                  </a:lnTo>
                  <a:close/>
                  <a:moveTo>
                    <a:pt x="1340848" y="449512"/>
                  </a:moveTo>
                  <a:lnTo>
                    <a:pt x="1373593" y="460335"/>
                  </a:lnTo>
                  <a:lnTo>
                    <a:pt x="1379660" y="422422"/>
                  </a:lnTo>
                  <a:close/>
                  <a:moveTo>
                    <a:pt x="1152838" y="131687"/>
                  </a:moveTo>
                  <a:lnTo>
                    <a:pt x="1204660" y="202867"/>
                  </a:lnTo>
                  <a:lnTo>
                    <a:pt x="1219813" y="224487"/>
                  </a:lnTo>
                  <a:close/>
                  <a:moveTo>
                    <a:pt x="1625746" y="493291"/>
                  </a:moveTo>
                  <a:lnTo>
                    <a:pt x="1615144" y="585326"/>
                  </a:lnTo>
                  <a:lnTo>
                    <a:pt x="1614743" y="528843"/>
                  </a:lnTo>
                  <a:close/>
                  <a:moveTo>
                    <a:pt x="1567325" y="566753"/>
                  </a:moveTo>
                  <a:lnTo>
                    <a:pt x="1645011" y="578553"/>
                  </a:lnTo>
                  <a:lnTo>
                    <a:pt x="1625746" y="493291"/>
                  </a:lnTo>
                  <a:close/>
                  <a:moveTo>
                    <a:pt x="1340848" y="449512"/>
                  </a:moveTo>
                  <a:lnTo>
                    <a:pt x="1379660" y="422422"/>
                  </a:lnTo>
                  <a:lnTo>
                    <a:pt x="1420254" y="358997"/>
                  </a:lnTo>
                  <a:close/>
                  <a:moveTo>
                    <a:pt x="1204660" y="202867"/>
                  </a:moveTo>
                  <a:lnTo>
                    <a:pt x="1152838" y="131687"/>
                  </a:lnTo>
                  <a:lnTo>
                    <a:pt x="1202914" y="177633"/>
                  </a:lnTo>
                  <a:close/>
                  <a:moveTo>
                    <a:pt x="1144095" y="120652"/>
                  </a:moveTo>
                  <a:lnTo>
                    <a:pt x="1135940" y="31898"/>
                  </a:lnTo>
                  <a:lnTo>
                    <a:pt x="1129082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78" name="Candidate_density__2077">
              <a:extLst>
                <a:ext uri="{FF2B5EF4-FFF2-40B4-BE49-F238E27FC236}">
                  <a16:creationId xmlns:a16="http://schemas.microsoft.com/office/drawing/2014/main" id="{BEAD59CA-2616-A135-6CCF-990C332D612F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14104"/>
              <a:ext cx="2286419" cy="3687242"/>
            </a:xfrm>
            <a:custGeom>
              <a:avLst/>
              <a:gdLst/>
              <a:ahLst/>
              <a:cxnLst/>
              <a:rect l="0" t="0" r="0" b="0"/>
              <a:pathLst>
                <a:path w="2286419" h="3687242">
                  <a:moveTo>
                    <a:pt x="291705" y="3572767"/>
                  </a:moveTo>
                  <a:lnTo>
                    <a:pt x="329484" y="3654983"/>
                  </a:lnTo>
                  <a:lnTo>
                    <a:pt x="367804" y="3616546"/>
                  </a:lnTo>
                  <a:close/>
                  <a:moveTo>
                    <a:pt x="468431" y="3578110"/>
                  </a:moveTo>
                  <a:lnTo>
                    <a:pt x="510652" y="3687242"/>
                  </a:lnTo>
                  <a:lnTo>
                    <a:pt x="516911" y="3660325"/>
                  </a:lnTo>
                  <a:close/>
                  <a:moveTo>
                    <a:pt x="409080" y="3650633"/>
                  </a:moveTo>
                  <a:lnTo>
                    <a:pt x="510652" y="3687242"/>
                  </a:lnTo>
                  <a:lnTo>
                    <a:pt x="468431" y="3578110"/>
                  </a:lnTo>
                  <a:close/>
                  <a:moveTo>
                    <a:pt x="428153" y="3593628"/>
                  </a:moveTo>
                  <a:lnTo>
                    <a:pt x="468431" y="3578110"/>
                  </a:lnTo>
                  <a:lnTo>
                    <a:pt x="465365" y="3582418"/>
                  </a:lnTo>
                  <a:close/>
                  <a:moveTo>
                    <a:pt x="389574" y="3524900"/>
                  </a:moveTo>
                  <a:lnTo>
                    <a:pt x="428153" y="3593628"/>
                  </a:lnTo>
                  <a:lnTo>
                    <a:pt x="465365" y="3582418"/>
                  </a:lnTo>
                  <a:close/>
                  <a:moveTo>
                    <a:pt x="563372" y="3644382"/>
                  </a:moveTo>
                  <a:lnTo>
                    <a:pt x="653102" y="3632024"/>
                  </a:lnTo>
                  <a:lnTo>
                    <a:pt x="620500" y="3558437"/>
                  </a:lnTo>
                  <a:close/>
                  <a:moveTo>
                    <a:pt x="563372" y="3644382"/>
                  </a:moveTo>
                  <a:lnTo>
                    <a:pt x="620500" y="3558437"/>
                  </a:lnTo>
                  <a:lnTo>
                    <a:pt x="560169" y="3546894"/>
                  </a:lnTo>
                  <a:close/>
                  <a:moveTo>
                    <a:pt x="560169" y="3546894"/>
                  </a:moveTo>
                  <a:lnTo>
                    <a:pt x="620500" y="3558437"/>
                  </a:lnTo>
                  <a:lnTo>
                    <a:pt x="505296" y="3491412"/>
                  </a:lnTo>
                  <a:close/>
                  <a:moveTo>
                    <a:pt x="477259" y="3411683"/>
                  </a:moveTo>
                  <a:lnTo>
                    <a:pt x="522150" y="3364319"/>
                  </a:lnTo>
                  <a:lnTo>
                    <a:pt x="392086" y="3371893"/>
                  </a:lnTo>
                  <a:close/>
                  <a:moveTo>
                    <a:pt x="539358" y="2969510"/>
                  </a:moveTo>
                  <a:lnTo>
                    <a:pt x="583279" y="2988145"/>
                  </a:lnTo>
                  <a:lnTo>
                    <a:pt x="539670" y="3090161"/>
                  </a:lnTo>
                  <a:close/>
                  <a:moveTo>
                    <a:pt x="583279" y="2988145"/>
                  </a:moveTo>
                  <a:lnTo>
                    <a:pt x="539358" y="2969510"/>
                  </a:lnTo>
                  <a:lnTo>
                    <a:pt x="505684" y="2890544"/>
                  </a:lnTo>
                  <a:close/>
                  <a:moveTo>
                    <a:pt x="681403" y="2908371"/>
                  </a:moveTo>
                  <a:lnTo>
                    <a:pt x="750167" y="2913060"/>
                  </a:lnTo>
                  <a:lnTo>
                    <a:pt x="748610" y="2814233"/>
                  </a:lnTo>
                  <a:close/>
                  <a:moveTo>
                    <a:pt x="750167" y="2913060"/>
                  </a:moveTo>
                  <a:lnTo>
                    <a:pt x="825339" y="2812446"/>
                  </a:lnTo>
                  <a:lnTo>
                    <a:pt x="748610" y="2814233"/>
                  </a:lnTo>
                  <a:close/>
                  <a:moveTo>
                    <a:pt x="47863" y="1988271"/>
                  </a:moveTo>
                  <a:lnTo>
                    <a:pt x="46030" y="2020943"/>
                  </a:lnTo>
                  <a:lnTo>
                    <a:pt x="52780" y="2108923"/>
                  </a:lnTo>
                  <a:close/>
                  <a:moveTo>
                    <a:pt x="47863" y="1988271"/>
                  </a:moveTo>
                  <a:lnTo>
                    <a:pt x="34190" y="2008943"/>
                  </a:lnTo>
                  <a:lnTo>
                    <a:pt x="46030" y="2020943"/>
                  </a:lnTo>
                  <a:close/>
                  <a:moveTo>
                    <a:pt x="0" y="1944492"/>
                  </a:moveTo>
                  <a:lnTo>
                    <a:pt x="34190" y="2008943"/>
                  </a:lnTo>
                  <a:lnTo>
                    <a:pt x="47863" y="1988271"/>
                  </a:lnTo>
                  <a:close/>
                  <a:moveTo>
                    <a:pt x="364026" y="2044287"/>
                  </a:moveTo>
                  <a:lnTo>
                    <a:pt x="398980" y="2106455"/>
                  </a:lnTo>
                  <a:lnTo>
                    <a:pt x="370569" y="2032049"/>
                  </a:lnTo>
                  <a:close/>
                  <a:moveTo>
                    <a:pt x="398980" y="2106455"/>
                  </a:moveTo>
                  <a:lnTo>
                    <a:pt x="364026" y="2044287"/>
                  </a:lnTo>
                  <a:lnTo>
                    <a:pt x="402080" y="2114264"/>
                  </a:lnTo>
                  <a:close/>
                  <a:moveTo>
                    <a:pt x="1091430" y="2897979"/>
                  </a:moveTo>
                  <a:lnTo>
                    <a:pt x="1001339" y="2936415"/>
                  </a:lnTo>
                  <a:lnTo>
                    <a:pt x="1088949" y="3014190"/>
                  </a:lnTo>
                  <a:close/>
                  <a:moveTo>
                    <a:pt x="745713" y="2416220"/>
                  </a:moveTo>
                  <a:lnTo>
                    <a:pt x="839288" y="2422863"/>
                  </a:lnTo>
                  <a:lnTo>
                    <a:pt x="805872" y="2404688"/>
                  </a:lnTo>
                  <a:close/>
                  <a:moveTo>
                    <a:pt x="699812" y="2395241"/>
                  </a:moveTo>
                  <a:lnTo>
                    <a:pt x="734173" y="2404688"/>
                  </a:lnTo>
                  <a:lnTo>
                    <a:pt x="745713" y="2416220"/>
                  </a:lnTo>
                  <a:close/>
                  <a:moveTo>
                    <a:pt x="398980" y="2106455"/>
                  </a:moveTo>
                  <a:lnTo>
                    <a:pt x="402080" y="2114264"/>
                  </a:lnTo>
                  <a:lnTo>
                    <a:pt x="401812" y="2113660"/>
                  </a:lnTo>
                  <a:close/>
                  <a:moveTo>
                    <a:pt x="394364" y="2075828"/>
                  </a:moveTo>
                  <a:lnTo>
                    <a:pt x="398980" y="2106455"/>
                  </a:lnTo>
                  <a:lnTo>
                    <a:pt x="401812" y="2113660"/>
                  </a:lnTo>
                  <a:close/>
                  <a:moveTo>
                    <a:pt x="370569" y="2032049"/>
                  </a:moveTo>
                  <a:lnTo>
                    <a:pt x="398980" y="2106455"/>
                  </a:lnTo>
                  <a:lnTo>
                    <a:pt x="394364" y="2075828"/>
                  </a:lnTo>
                  <a:close/>
                  <a:moveTo>
                    <a:pt x="353886" y="1993613"/>
                  </a:moveTo>
                  <a:lnTo>
                    <a:pt x="349072" y="1949834"/>
                  </a:lnTo>
                  <a:lnTo>
                    <a:pt x="370569" y="2032049"/>
                  </a:lnTo>
                  <a:close/>
                  <a:moveTo>
                    <a:pt x="1107362" y="2804442"/>
                  </a:moveTo>
                  <a:lnTo>
                    <a:pt x="1163796" y="2800167"/>
                  </a:lnTo>
                  <a:lnTo>
                    <a:pt x="1076349" y="2751878"/>
                  </a:lnTo>
                  <a:close/>
                  <a:moveTo>
                    <a:pt x="1239198" y="2777327"/>
                  </a:moveTo>
                  <a:lnTo>
                    <a:pt x="1193321" y="2895244"/>
                  </a:lnTo>
                  <a:lnTo>
                    <a:pt x="1226510" y="2819443"/>
                  </a:lnTo>
                  <a:close/>
                  <a:moveTo>
                    <a:pt x="1263689" y="2798536"/>
                  </a:moveTo>
                  <a:lnTo>
                    <a:pt x="1239198" y="2777327"/>
                  </a:lnTo>
                  <a:lnTo>
                    <a:pt x="1258036" y="2703039"/>
                  </a:lnTo>
                  <a:close/>
                  <a:moveTo>
                    <a:pt x="820563" y="2284037"/>
                  </a:moveTo>
                  <a:lnTo>
                    <a:pt x="765439" y="2240258"/>
                  </a:lnTo>
                  <a:lnTo>
                    <a:pt x="800539" y="2322473"/>
                  </a:lnTo>
                  <a:close/>
                  <a:moveTo>
                    <a:pt x="434026" y="1887286"/>
                  </a:moveTo>
                  <a:lnTo>
                    <a:pt x="530305" y="1969698"/>
                  </a:lnTo>
                  <a:lnTo>
                    <a:pt x="516790" y="1880593"/>
                  </a:lnTo>
                  <a:close/>
                  <a:moveTo>
                    <a:pt x="505863" y="1797010"/>
                  </a:moveTo>
                  <a:lnTo>
                    <a:pt x="502575" y="1790746"/>
                  </a:lnTo>
                  <a:lnTo>
                    <a:pt x="516790" y="1880593"/>
                  </a:lnTo>
                  <a:close/>
                  <a:moveTo>
                    <a:pt x="516790" y="1880593"/>
                  </a:moveTo>
                  <a:lnTo>
                    <a:pt x="502575" y="1790746"/>
                  </a:lnTo>
                  <a:lnTo>
                    <a:pt x="414450" y="1803109"/>
                  </a:lnTo>
                  <a:close/>
                  <a:moveTo>
                    <a:pt x="516790" y="1880593"/>
                  </a:moveTo>
                  <a:lnTo>
                    <a:pt x="414450" y="1803109"/>
                  </a:lnTo>
                  <a:lnTo>
                    <a:pt x="434026" y="1887286"/>
                  </a:lnTo>
                  <a:close/>
                  <a:moveTo>
                    <a:pt x="421098" y="1758746"/>
                  </a:moveTo>
                  <a:lnTo>
                    <a:pt x="350666" y="1708531"/>
                  </a:lnTo>
                  <a:lnTo>
                    <a:pt x="414450" y="1803109"/>
                  </a:lnTo>
                  <a:close/>
                  <a:moveTo>
                    <a:pt x="337549" y="1725027"/>
                  </a:moveTo>
                  <a:lnTo>
                    <a:pt x="404156" y="1790746"/>
                  </a:lnTo>
                  <a:lnTo>
                    <a:pt x="414450" y="1803109"/>
                  </a:lnTo>
                  <a:close/>
                  <a:moveTo>
                    <a:pt x="1263340" y="2656676"/>
                  </a:moveTo>
                  <a:lnTo>
                    <a:pt x="1246842" y="2616803"/>
                  </a:lnTo>
                  <a:lnTo>
                    <a:pt x="1249737" y="2695112"/>
                  </a:lnTo>
                  <a:close/>
                  <a:moveTo>
                    <a:pt x="1174213" y="2510409"/>
                  </a:moveTo>
                  <a:lnTo>
                    <a:pt x="1245995" y="2612736"/>
                  </a:lnTo>
                  <a:lnTo>
                    <a:pt x="1199390" y="2590034"/>
                  </a:lnTo>
                  <a:close/>
                  <a:moveTo>
                    <a:pt x="502575" y="1790746"/>
                  </a:moveTo>
                  <a:lnTo>
                    <a:pt x="505863" y="1797010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421098" y="1758746"/>
                  </a:lnTo>
                  <a:lnTo>
                    <a:pt x="502575" y="1790746"/>
                  </a:lnTo>
                  <a:close/>
                  <a:moveTo>
                    <a:pt x="426872" y="1692918"/>
                  </a:moveTo>
                  <a:lnTo>
                    <a:pt x="421098" y="1758746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505863" y="1797010"/>
                  </a:lnTo>
                  <a:lnTo>
                    <a:pt x="505511" y="1790746"/>
                  </a:lnTo>
                  <a:close/>
                  <a:moveTo>
                    <a:pt x="505511" y="1790746"/>
                  </a:moveTo>
                  <a:lnTo>
                    <a:pt x="507004" y="1688365"/>
                  </a:lnTo>
                  <a:lnTo>
                    <a:pt x="504889" y="1790176"/>
                  </a:lnTo>
                  <a:close/>
                  <a:moveTo>
                    <a:pt x="1203286" y="2574461"/>
                  </a:moveTo>
                  <a:lnTo>
                    <a:pt x="1174213" y="2510409"/>
                  </a:lnTo>
                  <a:lnTo>
                    <a:pt x="1199390" y="2590034"/>
                  </a:lnTo>
                  <a:close/>
                  <a:moveTo>
                    <a:pt x="672822" y="1916740"/>
                  </a:moveTo>
                  <a:lnTo>
                    <a:pt x="691680" y="1859595"/>
                  </a:lnTo>
                  <a:lnTo>
                    <a:pt x="697932" y="1954605"/>
                  </a:lnTo>
                  <a:close/>
                  <a:moveTo>
                    <a:pt x="932413" y="2061974"/>
                  </a:moveTo>
                  <a:lnTo>
                    <a:pt x="898835" y="2052049"/>
                  </a:lnTo>
                  <a:lnTo>
                    <a:pt x="951466" y="2069854"/>
                  </a:lnTo>
                  <a:close/>
                  <a:moveTo>
                    <a:pt x="951466" y="2069854"/>
                  </a:moveTo>
                  <a:lnTo>
                    <a:pt x="960730" y="2081170"/>
                  </a:lnTo>
                  <a:lnTo>
                    <a:pt x="932413" y="2061974"/>
                  </a:lnTo>
                  <a:close/>
                  <a:moveTo>
                    <a:pt x="567780" y="1670094"/>
                  </a:moveTo>
                  <a:lnTo>
                    <a:pt x="612581" y="1702150"/>
                  </a:lnTo>
                  <a:lnTo>
                    <a:pt x="617707" y="1631658"/>
                  </a:lnTo>
                  <a:close/>
                  <a:moveTo>
                    <a:pt x="1733515" y="2759036"/>
                  </a:moveTo>
                  <a:lnTo>
                    <a:pt x="1757603" y="2766215"/>
                  </a:lnTo>
                  <a:lnTo>
                    <a:pt x="1722522" y="2744233"/>
                  </a:lnTo>
                  <a:close/>
                  <a:moveTo>
                    <a:pt x="1733515" y="2759036"/>
                  </a:moveTo>
                  <a:lnTo>
                    <a:pt x="1722522" y="2744233"/>
                  </a:lnTo>
                  <a:lnTo>
                    <a:pt x="1747832" y="2729683"/>
                  </a:lnTo>
                  <a:close/>
                  <a:moveTo>
                    <a:pt x="1755431" y="2662018"/>
                  </a:moveTo>
                  <a:lnTo>
                    <a:pt x="1733515" y="2759036"/>
                  </a:lnTo>
                  <a:lnTo>
                    <a:pt x="1747832" y="2729683"/>
                  </a:lnTo>
                  <a:close/>
                  <a:moveTo>
                    <a:pt x="1208543" y="2004297"/>
                  </a:moveTo>
                  <a:lnTo>
                    <a:pt x="1214287" y="2064683"/>
                  </a:lnTo>
                  <a:lnTo>
                    <a:pt x="1200747" y="2088469"/>
                  </a:lnTo>
                  <a:close/>
                  <a:moveTo>
                    <a:pt x="1208543" y="2004297"/>
                  </a:moveTo>
                  <a:lnTo>
                    <a:pt x="1200747" y="2088469"/>
                  </a:lnTo>
                  <a:lnTo>
                    <a:pt x="1199982" y="2074652"/>
                  </a:lnTo>
                  <a:close/>
                  <a:moveTo>
                    <a:pt x="642857" y="1600148"/>
                  </a:moveTo>
                  <a:lnTo>
                    <a:pt x="687839" y="1553124"/>
                  </a:lnTo>
                  <a:lnTo>
                    <a:pt x="712390" y="1581461"/>
                  </a:lnTo>
                  <a:close/>
                  <a:moveTo>
                    <a:pt x="416288" y="1182146"/>
                  </a:moveTo>
                  <a:lnTo>
                    <a:pt x="342479" y="1100382"/>
                  </a:lnTo>
                  <a:lnTo>
                    <a:pt x="331675" y="1138367"/>
                  </a:lnTo>
                  <a:close/>
                  <a:moveTo>
                    <a:pt x="416288" y="1182146"/>
                  </a:moveTo>
                  <a:lnTo>
                    <a:pt x="331675" y="1138367"/>
                  </a:lnTo>
                  <a:lnTo>
                    <a:pt x="339691" y="1220583"/>
                  </a:lnTo>
                  <a:close/>
                  <a:moveTo>
                    <a:pt x="342479" y="1100382"/>
                  </a:moveTo>
                  <a:lnTo>
                    <a:pt x="340876" y="1091859"/>
                  </a:lnTo>
                  <a:lnTo>
                    <a:pt x="331675" y="1138367"/>
                  </a:lnTo>
                  <a:close/>
                  <a:moveTo>
                    <a:pt x="1199982" y="2074652"/>
                  </a:moveTo>
                  <a:lnTo>
                    <a:pt x="1200747" y="2088469"/>
                  </a:lnTo>
                  <a:lnTo>
                    <a:pt x="1199881" y="2086513"/>
                  </a:lnTo>
                  <a:close/>
                  <a:moveTo>
                    <a:pt x="1755431" y="2662018"/>
                  </a:moveTo>
                  <a:lnTo>
                    <a:pt x="1747832" y="2729683"/>
                  </a:lnTo>
                  <a:lnTo>
                    <a:pt x="1845786" y="2705797"/>
                  </a:lnTo>
                  <a:close/>
                  <a:moveTo>
                    <a:pt x="1448462" y="2130291"/>
                  </a:moveTo>
                  <a:lnTo>
                    <a:pt x="1514298" y="2215519"/>
                  </a:lnTo>
                  <a:lnTo>
                    <a:pt x="1516247" y="2205939"/>
                  </a:lnTo>
                  <a:close/>
                  <a:moveTo>
                    <a:pt x="1430404" y="2250942"/>
                  </a:moveTo>
                  <a:lnTo>
                    <a:pt x="1514298" y="2215519"/>
                  </a:lnTo>
                  <a:lnTo>
                    <a:pt x="1448462" y="2130291"/>
                  </a:lnTo>
                  <a:close/>
                  <a:moveTo>
                    <a:pt x="1435983" y="2168727"/>
                  </a:moveTo>
                  <a:lnTo>
                    <a:pt x="1430404" y="2250942"/>
                  </a:lnTo>
                  <a:lnTo>
                    <a:pt x="1448462" y="2130291"/>
                  </a:lnTo>
                  <a:close/>
                  <a:moveTo>
                    <a:pt x="1486568" y="2094975"/>
                  </a:moveTo>
                  <a:lnTo>
                    <a:pt x="1435983" y="2168727"/>
                  </a:lnTo>
                  <a:lnTo>
                    <a:pt x="1448462" y="2130291"/>
                  </a:lnTo>
                  <a:close/>
                  <a:moveTo>
                    <a:pt x="1208543" y="2004297"/>
                  </a:moveTo>
                  <a:lnTo>
                    <a:pt x="1226556" y="1967394"/>
                  </a:lnTo>
                  <a:lnTo>
                    <a:pt x="1224805" y="1922082"/>
                  </a:lnTo>
                  <a:close/>
                  <a:moveTo>
                    <a:pt x="881155" y="1718585"/>
                  </a:moveTo>
                  <a:lnTo>
                    <a:pt x="919477" y="1734991"/>
                  </a:lnTo>
                  <a:lnTo>
                    <a:pt x="948864" y="1693080"/>
                  </a:lnTo>
                  <a:close/>
                  <a:moveTo>
                    <a:pt x="554615" y="1249288"/>
                  </a:moveTo>
                  <a:lnTo>
                    <a:pt x="597892" y="1174605"/>
                  </a:lnTo>
                  <a:lnTo>
                    <a:pt x="536404" y="1164001"/>
                  </a:lnTo>
                  <a:close/>
                  <a:moveTo>
                    <a:pt x="288789" y="681913"/>
                  </a:moveTo>
                  <a:lnTo>
                    <a:pt x="211027" y="650419"/>
                  </a:lnTo>
                  <a:lnTo>
                    <a:pt x="289997" y="742681"/>
                  </a:lnTo>
                  <a:close/>
                  <a:moveTo>
                    <a:pt x="1913587" y="2705797"/>
                  </a:moveTo>
                  <a:lnTo>
                    <a:pt x="1968291" y="2589259"/>
                  </a:lnTo>
                  <a:lnTo>
                    <a:pt x="1926647" y="2585145"/>
                  </a:lnTo>
                  <a:close/>
                  <a:moveTo>
                    <a:pt x="1926647" y="2585145"/>
                  </a:moveTo>
                  <a:lnTo>
                    <a:pt x="1976558" y="2597131"/>
                  </a:lnTo>
                  <a:lnTo>
                    <a:pt x="1913587" y="2705797"/>
                  </a:lnTo>
                  <a:close/>
                  <a:moveTo>
                    <a:pt x="2014307" y="2705797"/>
                  </a:moveTo>
                  <a:lnTo>
                    <a:pt x="1976558" y="2597131"/>
                  </a:lnTo>
                  <a:lnTo>
                    <a:pt x="1984769" y="2585145"/>
                  </a:lnTo>
                  <a:close/>
                  <a:moveTo>
                    <a:pt x="1984769" y="2585145"/>
                  </a:moveTo>
                  <a:lnTo>
                    <a:pt x="1968291" y="2589259"/>
                  </a:lnTo>
                  <a:lnTo>
                    <a:pt x="2014307" y="2705797"/>
                  </a:lnTo>
                  <a:close/>
                  <a:moveTo>
                    <a:pt x="1926647" y="2585145"/>
                  </a:moveTo>
                  <a:lnTo>
                    <a:pt x="1968291" y="2589259"/>
                  </a:lnTo>
                  <a:lnTo>
                    <a:pt x="1953062" y="2509287"/>
                  </a:lnTo>
                  <a:close/>
                  <a:moveTo>
                    <a:pt x="1521492" y="2209670"/>
                  </a:moveTo>
                  <a:lnTo>
                    <a:pt x="1549723" y="2115897"/>
                  </a:lnTo>
                  <a:lnTo>
                    <a:pt x="1530688" y="2212506"/>
                  </a:lnTo>
                  <a:close/>
                  <a:moveTo>
                    <a:pt x="1530688" y="2212506"/>
                  </a:moveTo>
                  <a:lnTo>
                    <a:pt x="1549723" y="2115897"/>
                  </a:lnTo>
                  <a:lnTo>
                    <a:pt x="1553899" y="2091854"/>
                  </a:lnTo>
                  <a:close/>
                  <a:moveTo>
                    <a:pt x="1528611" y="2103790"/>
                  </a:moveTo>
                  <a:lnTo>
                    <a:pt x="1516247" y="2205939"/>
                  </a:lnTo>
                  <a:lnTo>
                    <a:pt x="1530688" y="2212506"/>
                  </a:lnTo>
                  <a:close/>
                  <a:moveTo>
                    <a:pt x="1448462" y="2130291"/>
                  </a:moveTo>
                  <a:lnTo>
                    <a:pt x="1516247" y="2205939"/>
                  </a:lnTo>
                  <a:lnTo>
                    <a:pt x="1528611" y="2103790"/>
                  </a:lnTo>
                  <a:close/>
                  <a:moveTo>
                    <a:pt x="1549723" y="2115897"/>
                  </a:moveTo>
                  <a:lnTo>
                    <a:pt x="1521492" y="2209670"/>
                  </a:lnTo>
                  <a:lnTo>
                    <a:pt x="1535287" y="2174070"/>
                  </a:lnTo>
                  <a:close/>
                  <a:moveTo>
                    <a:pt x="1486568" y="2094975"/>
                  </a:moveTo>
                  <a:lnTo>
                    <a:pt x="1448462" y="2130291"/>
                  </a:lnTo>
                  <a:lnTo>
                    <a:pt x="1528611" y="2103790"/>
                  </a:lnTo>
                  <a:close/>
                  <a:moveTo>
                    <a:pt x="412839" y="651855"/>
                  </a:moveTo>
                  <a:lnTo>
                    <a:pt x="359652" y="611983"/>
                  </a:lnTo>
                  <a:lnTo>
                    <a:pt x="288789" y="681913"/>
                  </a:lnTo>
                  <a:close/>
                  <a:moveTo>
                    <a:pt x="371166" y="711247"/>
                  </a:moveTo>
                  <a:lnTo>
                    <a:pt x="412839" y="651855"/>
                  </a:lnTo>
                  <a:lnTo>
                    <a:pt x="288789" y="681913"/>
                  </a:lnTo>
                  <a:close/>
                  <a:moveTo>
                    <a:pt x="2227249" y="2831790"/>
                  </a:moveTo>
                  <a:lnTo>
                    <a:pt x="2277733" y="2887206"/>
                  </a:lnTo>
                  <a:lnTo>
                    <a:pt x="2286419" y="2812680"/>
                  </a:lnTo>
                  <a:close/>
                  <a:moveTo>
                    <a:pt x="1760142" y="2236928"/>
                  </a:moveTo>
                  <a:lnTo>
                    <a:pt x="1869199" y="2308950"/>
                  </a:lnTo>
                  <a:lnTo>
                    <a:pt x="1790547" y="2243783"/>
                  </a:lnTo>
                  <a:close/>
                  <a:moveTo>
                    <a:pt x="1813224" y="2254365"/>
                  </a:moveTo>
                  <a:lnTo>
                    <a:pt x="1760142" y="2236928"/>
                  </a:lnTo>
                  <a:lnTo>
                    <a:pt x="1765040" y="2135633"/>
                  </a:lnTo>
                  <a:close/>
                  <a:moveTo>
                    <a:pt x="1655401" y="2017153"/>
                  </a:moveTo>
                  <a:lnTo>
                    <a:pt x="1736031" y="2053418"/>
                  </a:lnTo>
                  <a:lnTo>
                    <a:pt x="1599622" y="2006559"/>
                  </a:lnTo>
                  <a:close/>
                  <a:moveTo>
                    <a:pt x="1599622" y="2006559"/>
                  </a:moveTo>
                  <a:lnTo>
                    <a:pt x="1736077" y="2056307"/>
                  </a:lnTo>
                  <a:lnTo>
                    <a:pt x="1608973" y="2009639"/>
                  </a:lnTo>
                  <a:close/>
                  <a:moveTo>
                    <a:pt x="780214" y="910781"/>
                  </a:moveTo>
                  <a:lnTo>
                    <a:pt x="825091" y="902407"/>
                  </a:lnTo>
                  <a:lnTo>
                    <a:pt x="749945" y="861064"/>
                  </a:lnTo>
                  <a:close/>
                  <a:moveTo>
                    <a:pt x="412839" y="651855"/>
                  </a:moveTo>
                  <a:lnTo>
                    <a:pt x="360431" y="585327"/>
                  </a:lnTo>
                  <a:lnTo>
                    <a:pt x="359652" y="611983"/>
                  </a:lnTo>
                  <a:close/>
                  <a:moveTo>
                    <a:pt x="808160" y="984622"/>
                  </a:moveTo>
                  <a:lnTo>
                    <a:pt x="818884" y="915941"/>
                  </a:lnTo>
                  <a:lnTo>
                    <a:pt x="813690" y="1020257"/>
                  </a:lnTo>
                  <a:close/>
                  <a:moveTo>
                    <a:pt x="1955859" y="2098905"/>
                  </a:moveTo>
                  <a:lnTo>
                    <a:pt x="1959884" y="2104388"/>
                  </a:lnTo>
                  <a:lnTo>
                    <a:pt x="2052538" y="2172147"/>
                  </a:lnTo>
                  <a:close/>
                  <a:moveTo>
                    <a:pt x="1665671" y="1768336"/>
                  </a:moveTo>
                  <a:lnTo>
                    <a:pt x="1614651" y="1864796"/>
                  </a:lnTo>
                  <a:lnTo>
                    <a:pt x="1643900" y="1888988"/>
                  </a:lnTo>
                  <a:close/>
                  <a:moveTo>
                    <a:pt x="1637043" y="1775951"/>
                  </a:moveTo>
                  <a:lnTo>
                    <a:pt x="1539084" y="1860920"/>
                  </a:lnTo>
                  <a:lnTo>
                    <a:pt x="1614651" y="1864796"/>
                  </a:lnTo>
                  <a:close/>
                  <a:moveTo>
                    <a:pt x="1637043" y="1775951"/>
                  </a:moveTo>
                  <a:lnTo>
                    <a:pt x="1548585" y="1787275"/>
                  </a:lnTo>
                  <a:lnTo>
                    <a:pt x="1539084" y="1860920"/>
                  </a:lnTo>
                  <a:close/>
                  <a:moveTo>
                    <a:pt x="1548585" y="1787275"/>
                  </a:moveTo>
                  <a:lnTo>
                    <a:pt x="1637043" y="1775951"/>
                  </a:lnTo>
                  <a:lnTo>
                    <a:pt x="1562337" y="1732654"/>
                  </a:lnTo>
                  <a:close/>
                  <a:moveTo>
                    <a:pt x="1690098" y="1693318"/>
                  </a:moveTo>
                  <a:lnTo>
                    <a:pt x="1642911" y="1755253"/>
                  </a:lnTo>
                  <a:lnTo>
                    <a:pt x="1637043" y="1775951"/>
                  </a:lnTo>
                  <a:close/>
                  <a:moveTo>
                    <a:pt x="1665671" y="1768336"/>
                  </a:moveTo>
                  <a:lnTo>
                    <a:pt x="1707076" y="1716496"/>
                  </a:lnTo>
                  <a:lnTo>
                    <a:pt x="1690098" y="1693318"/>
                  </a:lnTo>
                  <a:close/>
                  <a:moveTo>
                    <a:pt x="1637043" y="1775951"/>
                  </a:moveTo>
                  <a:lnTo>
                    <a:pt x="1665671" y="1768336"/>
                  </a:lnTo>
                  <a:lnTo>
                    <a:pt x="1690098" y="1693318"/>
                  </a:lnTo>
                  <a:close/>
                  <a:moveTo>
                    <a:pt x="844500" y="795025"/>
                  </a:moveTo>
                  <a:lnTo>
                    <a:pt x="825091" y="902407"/>
                  </a:lnTo>
                  <a:lnTo>
                    <a:pt x="852993" y="888212"/>
                  </a:lnTo>
                  <a:close/>
                  <a:moveTo>
                    <a:pt x="852993" y="888212"/>
                  </a:moveTo>
                  <a:lnTo>
                    <a:pt x="954848" y="865997"/>
                  </a:lnTo>
                  <a:lnTo>
                    <a:pt x="844500" y="795025"/>
                  </a:lnTo>
                  <a:close/>
                  <a:moveTo>
                    <a:pt x="954848" y="865997"/>
                  </a:moveTo>
                  <a:lnTo>
                    <a:pt x="958273" y="867447"/>
                  </a:lnTo>
                  <a:lnTo>
                    <a:pt x="1038034" y="887004"/>
                  </a:lnTo>
                  <a:close/>
                  <a:moveTo>
                    <a:pt x="492042" y="454126"/>
                  </a:moveTo>
                  <a:lnTo>
                    <a:pt x="544247" y="452894"/>
                  </a:lnTo>
                  <a:lnTo>
                    <a:pt x="548671" y="453383"/>
                  </a:lnTo>
                  <a:close/>
                  <a:moveTo>
                    <a:pt x="472798" y="445627"/>
                  </a:moveTo>
                  <a:lnTo>
                    <a:pt x="544247" y="452894"/>
                  </a:lnTo>
                  <a:lnTo>
                    <a:pt x="492042" y="454126"/>
                  </a:lnTo>
                  <a:close/>
                  <a:moveTo>
                    <a:pt x="1999584" y="2163450"/>
                  </a:moveTo>
                  <a:lnTo>
                    <a:pt x="2052538" y="2172147"/>
                  </a:lnTo>
                  <a:lnTo>
                    <a:pt x="1959884" y="2104388"/>
                  </a:lnTo>
                  <a:close/>
                  <a:moveTo>
                    <a:pt x="1803109" y="1762127"/>
                  </a:moveTo>
                  <a:lnTo>
                    <a:pt x="1736556" y="1755641"/>
                  </a:lnTo>
                  <a:lnTo>
                    <a:pt x="1853170" y="1768857"/>
                  </a:lnTo>
                  <a:close/>
                  <a:moveTo>
                    <a:pt x="1647719" y="1667179"/>
                  </a:moveTo>
                  <a:lnTo>
                    <a:pt x="1562337" y="1732654"/>
                  </a:lnTo>
                  <a:lnTo>
                    <a:pt x="1642911" y="1755253"/>
                  </a:lnTo>
                  <a:close/>
                  <a:moveTo>
                    <a:pt x="1563358" y="1174712"/>
                  </a:moveTo>
                  <a:lnTo>
                    <a:pt x="1608572" y="1198173"/>
                  </a:lnTo>
                  <a:lnTo>
                    <a:pt x="1523969" y="1158798"/>
                  </a:lnTo>
                  <a:close/>
                  <a:moveTo>
                    <a:pt x="1491698" y="832601"/>
                  </a:moveTo>
                  <a:lnTo>
                    <a:pt x="1501551" y="859779"/>
                  </a:lnTo>
                  <a:lnTo>
                    <a:pt x="1585873" y="916722"/>
                  </a:lnTo>
                  <a:close/>
                  <a:moveTo>
                    <a:pt x="1412338" y="836526"/>
                  </a:moveTo>
                  <a:lnTo>
                    <a:pt x="1491698" y="832601"/>
                  </a:lnTo>
                  <a:lnTo>
                    <a:pt x="1410357" y="797478"/>
                  </a:lnTo>
                  <a:close/>
                  <a:moveTo>
                    <a:pt x="1491698" y="832601"/>
                  </a:moveTo>
                  <a:lnTo>
                    <a:pt x="1412338" y="836526"/>
                  </a:lnTo>
                  <a:lnTo>
                    <a:pt x="1501551" y="859779"/>
                  </a:lnTo>
                  <a:close/>
                  <a:moveTo>
                    <a:pt x="1412338" y="836526"/>
                  </a:moveTo>
                  <a:lnTo>
                    <a:pt x="1421491" y="839108"/>
                  </a:lnTo>
                  <a:lnTo>
                    <a:pt x="1501551" y="859779"/>
                  </a:lnTo>
                  <a:close/>
                  <a:moveTo>
                    <a:pt x="1358177" y="748661"/>
                  </a:moveTo>
                  <a:lnTo>
                    <a:pt x="1410357" y="797478"/>
                  </a:lnTo>
                  <a:lnTo>
                    <a:pt x="1402465" y="744461"/>
                  </a:lnTo>
                  <a:close/>
                  <a:moveTo>
                    <a:pt x="1555675" y="710224"/>
                  </a:moveTo>
                  <a:lnTo>
                    <a:pt x="1516523" y="830875"/>
                  </a:lnTo>
                  <a:lnTo>
                    <a:pt x="1603008" y="745250"/>
                  </a:lnTo>
                  <a:close/>
                  <a:moveTo>
                    <a:pt x="1489031" y="734677"/>
                  </a:moveTo>
                  <a:lnTo>
                    <a:pt x="1402465" y="744461"/>
                  </a:lnTo>
                  <a:lnTo>
                    <a:pt x="1410357" y="797478"/>
                  </a:lnTo>
                  <a:close/>
                  <a:moveTo>
                    <a:pt x="1489031" y="734677"/>
                  </a:moveTo>
                  <a:lnTo>
                    <a:pt x="1471410" y="628009"/>
                  </a:lnTo>
                  <a:lnTo>
                    <a:pt x="1409276" y="638832"/>
                  </a:lnTo>
                  <a:close/>
                  <a:moveTo>
                    <a:pt x="1489031" y="734677"/>
                  </a:moveTo>
                  <a:lnTo>
                    <a:pt x="1409276" y="638832"/>
                  </a:lnTo>
                  <a:lnTo>
                    <a:pt x="1402465" y="744461"/>
                  </a:lnTo>
                  <a:close/>
                  <a:moveTo>
                    <a:pt x="1265319" y="318659"/>
                  </a:moveTo>
                  <a:lnTo>
                    <a:pt x="1206530" y="299149"/>
                  </a:lnTo>
                  <a:lnTo>
                    <a:pt x="1255497" y="402984"/>
                  </a:lnTo>
                  <a:close/>
                  <a:moveTo>
                    <a:pt x="1180292" y="303440"/>
                  </a:moveTo>
                  <a:lnTo>
                    <a:pt x="1206530" y="299149"/>
                  </a:lnTo>
                  <a:lnTo>
                    <a:pt x="1176721" y="266065"/>
                  </a:lnTo>
                  <a:close/>
                  <a:moveTo>
                    <a:pt x="1179779" y="299149"/>
                  </a:moveTo>
                  <a:lnTo>
                    <a:pt x="1180292" y="303440"/>
                  </a:lnTo>
                  <a:lnTo>
                    <a:pt x="1176721" y="266065"/>
                  </a:lnTo>
                  <a:close/>
                  <a:moveTo>
                    <a:pt x="1603008" y="745250"/>
                  </a:moveTo>
                  <a:lnTo>
                    <a:pt x="1628602" y="681801"/>
                  </a:lnTo>
                  <a:lnTo>
                    <a:pt x="1555675" y="710224"/>
                  </a:lnTo>
                  <a:close/>
                  <a:moveTo>
                    <a:pt x="1661429" y="671787"/>
                  </a:moveTo>
                  <a:lnTo>
                    <a:pt x="1628602" y="681801"/>
                  </a:lnTo>
                  <a:lnTo>
                    <a:pt x="1603008" y="745250"/>
                  </a:lnTo>
                  <a:close/>
                  <a:moveTo>
                    <a:pt x="1628602" y="681801"/>
                  </a:moveTo>
                  <a:lnTo>
                    <a:pt x="1661429" y="671787"/>
                  </a:lnTo>
                  <a:lnTo>
                    <a:pt x="1637935" y="660636"/>
                  </a:lnTo>
                  <a:close/>
                  <a:moveTo>
                    <a:pt x="1471410" y="628009"/>
                  </a:moveTo>
                  <a:lnTo>
                    <a:pt x="1518119" y="610938"/>
                  </a:lnTo>
                  <a:lnTo>
                    <a:pt x="1415343" y="600919"/>
                  </a:lnTo>
                  <a:close/>
                  <a:moveTo>
                    <a:pt x="1415343" y="600919"/>
                  </a:moveTo>
                  <a:lnTo>
                    <a:pt x="1518119" y="610938"/>
                  </a:lnTo>
                  <a:lnTo>
                    <a:pt x="1536009" y="558209"/>
                  </a:lnTo>
                  <a:close/>
                  <a:moveTo>
                    <a:pt x="1352252" y="425142"/>
                  </a:moveTo>
                  <a:lnTo>
                    <a:pt x="1340203" y="381364"/>
                  </a:lnTo>
                  <a:lnTo>
                    <a:pt x="1336125" y="463579"/>
                  </a:lnTo>
                  <a:close/>
                  <a:moveTo>
                    <a:pt x="1206530" y="299149"/>
                  </a:moveTo>
                  <a:lnTo>
                    <a:pt x="1265319" y="318659"/>
                  </a:lnTo>
                  <a:lnTo>
                    <a:pt x="1272236" y="289283"/>
                  </a:lnTo>
                  <a:close/>
                  <a:moveTo>
                    <a:pt x="1176721" y="266065"/>
                  </a:moveTo>
                  <a:lnTo>
                    <a:pt x="1171623" y="210395"/>
                  </a:lnTo>
                  <a:lnTo>
                    <a:pt x="1179779" y="299149"/>
                  </a:lnTo>
                  <a:close/>
                  <a:moveTo>
                    <a:pt x="1272236" y="289283"/>
                  </a:moveTo>
                  <a:lnTo>
                    <a:pt x="1176721" y="266065"/>
                  </a:lnTo>
                  <a:lnTo>
                    <a:pt x="1206530" y="299149"/>
                  </a:lnTo>
                  <a:close/>
                  <a:moveTo>
                    <a:pt x="1171623" y="210395"/>
                  </a:moveTo>
                  <a:lnTo>
                    <a:pt x="1176721" y="266065"/>
                  </a:lnTo>
                  <a:lnTo>
                    <a:pt x="1272236" y="289283"/>
                  </a:lnTo>
                  <a:close/>
                  <a:moveTo>
                    <a:pt x="1275476" y="186557"/>
                  </a:moveTo>
                  <a:lnTo>
                    <a:pt x="1171623" y="210395"/>
                  </a:lnTo>
                  <a:lnTo>
                    <a:pt x="1272236" y="289283"/>
                  </a:lnTo>
                  <a:close/>
                  <a:moveTo>
                    <a:pt x="1072231" y="154053"/>
                  </a:moveTo>
                  <a:lnTo>
                    <a:pt x="1120873" y="120717"/>
                  </a:lnTo>
                  <a:lnTo>
                    <a:pt x="1171623" y="210395"/>
                  </a:lnTo>
                  <a:close/>
                  <a:moveTo>
                    <a:pt x="1171623" y="210395"/>
                  </a:moveTo>
                  <a:lnTo>
                    <a:pt x="1197033" y="126808"/>
                  </a:lnTo>
                  <a:lnTo>
                    <a:pt x="1137175" y="96282"/>
                  </a:lnTo>
                  <a:close/>
                  <a:moveTo>
                    <a:pt x="1171623" y="210395"/>
                  </a:moveTo>
                  <a:lnTo>
                    <a:pt x="1275476" y="186557"/>
                  </a:lnTo>
                  <a:lnTo>
                    <a:pt x="1197033" y="126808"/>
                  </a:lnTo>
                  <a:close/>
                  <a:moveTo>
                    <a:pt x="1275476" y="186557"/>
                  </a:moveTo>
                  <a:lnTo>
                    <a:pt x="1275027" y="139757"/>
                  </a:lnTo>
                  <a:lnTo>
                    <a:pt x="1197033" y="126808"/>
                  </a:lnTo>
                  <a:close/>
                  <a:moveTo>
                    <a:pt x="1661429" y="671787"/>
                  </a:moveTo>
                  <a:lnTo>
                    <a:pt x="1650426" y="707340"/>
                  </a:lnTo>
                  <a:lnTo>
                    <a:pt x="1658461" y="657526"/>
                  </a:lnTo>
                  <a:close/>
                  <a:moveTo>
                    <a:pt x="1536009" y="558209"/>
                  </a:moveTo>
                  <a:lnTo>
                    <a:pt x="1561815" y="589573"/>
                  </a:lnTo>
                  <a:lnTo>
                    <a:pt x="1623887" y="485449"/>
                  </a:lnTo>
                  <a:close/>
                  <a:moveTo>
                    <a:pt x="1366720" y="222275"/>
                  </a:moveTo>
                  <a:lnTo>
                    <a:pt x="1329328" y="142776"/>
                  </a:lnTo>
                  <a:lnTo>
                    <a:pt x="1336329" y="178497"/>
                  </a:lnTo>
                  <a:close/>
                  <a:moveTo>
                    <a:pt x="1137175" y="96282"/>
                  </a:moveTo>
                  <a:lnTo>
                    <a:pt x="1197033" y="126808"/>
                  </a:lnTo>
                  <a:lnTo>
                    <a:pt x="1226195" y="65936"/>
                  </a:lnTo>
                  <a:close/>
                  <a:moveTo>
                    <a:pt x="1354332" y="157609"/>
                  </a:moveTo>
                  <a:lnTo>
                    <a:pt x="1336329" y="178497"/>
                  </a:lnTo>
                  <a:lnTo>
                    <a:pt x="1329328" y="142776"/>
                  </a:lnTo>
                  <a:close/>
                  <a:moveTo>
                    <a:pt x="1226195" y="65936"/>
                  </a:moveTo>
                  <a:lnTo>
                    <a:pt x="1249310" y="7644"/>
                  </a:lnTo>
                  <a:lnTo>
                    <a:pt x="1184182" y="0"/>
                  </a:lnTo>
                  <a:close/>
                  <a:moveTo>
                    <a:pt x="1721298" y="478458"/>
                  </a:moveTo>
                  <a:lnTo>
                    <a:pt x="1698479" y="430484"/>
                  </a:lnTo>
                  <a:lnTo>
                    <a:pt x="1733923" y="45658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79" name="Candidate_density__2078">
              <a:extLst>
                <a:ext uri="{FF2B5EF4-FFF2-40B4-BE49-F238E27FC236}">
                  <a16:creationId xmlns:a16="http://schemas.microsoft.com/office/drawing/2014/main" id="{AD44634B-01E7-48D9-59A5-F25DE6873354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506782"/>
              <a:ext cx="1943434" cy="3623869"/>
            </a:xfrm>
            <a:custGeom>
              <a:avLst/>
              <a:gdLst/>
              <a:ahLst/>
              <a:cxnLst/>
              <a:rect l="0" t="0" r="0" b="0"/>
              <a:pathLst>
                <a:path w="1943434" h="3623869">
                  <a:moveTo>
                    <a:pt x="250370" y="3580089"/>
                  </a:moveTo>
                  <a:lnTo>
                    <a:pt x="326469" y="3623869"/>
                  </a:lnTo>
                  <a:lnTo>
                    <a:pt x="329108" y="3541653"/>
                  </a:lnTo>
                  <a:close/>
                  <a:moveTo>
                    <a:pt x="329108" y="3541653"/>
                  </a:moveTo>
                  <a:lnTo>
                    <a:pt x="386818" y="3600951"/>
                  </a:lnTo>
                  <a:lnTo>
                    <a:pt x="348239" y="3532223"/>
                  </a:lnTo>
                  <a:close/>
                  <a:moveTo>
                    <a:pt x="329108" y="3541653"/>
                  </a:moveTo>
                  <a:lnTo>
                    <a:pt x="326469" y="3623869"/>
                  </a:lnTo>
                  <a:lnTo>
                    <a:pt x="386818" y="3600951"/>
                  </a:lnTo>
                  <a:close/>
                  <a:moveTo>
                    <a:pt x="323815" y="3493707"/>
                  </a:moveTo>
                  <a:lnTo>
                    <a:pt x="329108" y="3541653"/>
                  </a:lnTo>
                  <a:lnTo>
                    <a:pt x="348239" y="3532223"/>
                  </a:lnTo>
                  <a:close/>
                  <a:moveTo>
                    <a:pt x="328358" y="3338787"/>
                  </a:moveTo>
                  <a:lnTo>
                    <a:pt x="350752" y="3379216"/>
                  </a:lnTo>
                  <a:lnTo>
                    <a:pt x="350508" y="3330194"/>
                  </a:lnTo>
                  <a:close/>
                  <a:moveTo>
                    <a:pt x="294644" y="3256572"/>
                  </a:moveTo>
                  <a:lnTo>
                    <a:pt x="350508" y="3330194"/>
                  </a:lnTo>
                  <a:lnTo>
                    <a:pt x="332919" y="3244401"/>
                  </a:lnTo>
                  <a:close/>
                  <a:moveTo>
                    <a:pt x="294644" y="3256572"/>
                  </a:moveTo>
                  <a:lnTo>
                    <a:pt x="328358" y="3338787"/>
                  </a:lnTo>
                  <a:lnTo>
                    <a:pt x="350508" y="3330194"/>
                  </a:lnTo>
                  <a:close/>
                  <a:moveTo>
                    <a:pt x="350752" y="3379216"/>
                  </a:moveTo>
                  <a:lnTo>
                    <a:pt x="442571" y="3300350"/>
                  </a:lnTo>
                  <a:lnTo>
                    <a:pt x="350508" y="3330194"/>
                  </a:lnTo>
                  <a:close/>
                  <a:moveTo>
                    <a:pt x="480815" y="3371641"/>
                  </a:moveTo>
                  <a:lnTo>
                    <a:pt x="442571" y="3300350"/>
                  </a:lnTo>
                  <a:lnTo>
                    <a:pt x="350752" y="3379216"/>
                  </a:lnTo>
                  <a:close/>
                  <a:moveTo>
                    <a:pt x="442571" y="3300350"/>
                  </a:moveTo>
                  <a:lnTo>
                    <a:pt x="441330" y="3224016"/>
                  </a:lnTo>
                  <a:lnTo>
                    <a:pt x="350508" y="3330194"/>
                  </a:lnTo>
                  <a:close/>
                  <a:moveTo>
                    <a:pt x="350508" y="3330194"/>
                  </a:moveTo>
                  <a:lnTo>
                    <a:pt x="441330" y="3224016"/>
                  </a:lnTo>
                  <a:lnTo>
                    <a:pt x="439136" y="3218640"/>
                  </a:lnTo>
                  <a:close/>
                  <a:moveTo>
                    <a:pt x="350508" y="3330194"/>
                  </a:moveTo>
                  <a:lnTo>
                    <a:pt x="439136" y="3218640"/>
                  </a:lnTo>
                  <a:lnTo>
                    <a:pt x="332919" y="3244401"/>
                  </a:lnTo>
                  <a:close/>
                  <a:moveTo>
                    <a:pt x="506503" y="3261914"/>
                  </a:moveTo>
                  <a:lnTo>
                    <a:pt x="480815" y="3371641"/>
                  </a:lnTo>
                  <a:lnTo>
                    <a:pt x="511756" y="3272125"/>
                  </a:lnTo>
                  <a:close/>
                  <a:moveTo>
                    <a:pt x="506503" y="3261914"/>
                  </a:moveTo>
                  <a:lnTo>
                    <a:pt x="442571" y="3300350"/>
                  </a:lnTo>
                  <a:lnTo>
                    <a:pt x="480815" y="3371641"/>
                  </a:lnTo>
                  <a:close/>
                  <a:moveTo>
                    <a:pt x="504397" y="3244610"/>
                  </a:moveTo>
                  <a:lnTo>
                    <a:pt x="442571" y="3300350"/>
                  </a:lnTo>
                  <a:lnTo>
                    <a:pt x="506503" y="3261914"/>
                  </a:lnTo>
                  <a:close/>
                  <a:moveTo>
                    <a:pt x="504397" y="3244610"/>
                  </a:moveTo>
                  <a:lnTo>
                    <a:pt x="441330" y="3224016"/>
                  </a:lnTo>
                  <a:lnTo>
                    <a:pt x="442571" y="3300350"/>
                  </a:lnTo>
                  <a:close/>
                  <a:moveTo>
                    <a:pt x="441330" y="3224016"/>
                  </a:moveTo>
                  <a:lnTo>
                    <a:pt x="504397" y="3244610"/>
                  </a:lnTo>
                  <a:lnTo>
                    <a:pt x="440503" y="3218135"/>
                  </a:lnTo>
                  <a:close/>
                  <a:moveTo>
                    <a:pt x="504397" y="3244610"/>
                  </a:moveTo>
                  <a:lnTo>
                    <a:pt x="490611" y="3179698"/>
                  </a:lnTo>
                  <a:lnTo>
                    <a:pt x="440503" y="3218135"/>
                  </a:lnTo>
                  <a:close/>
                  <a:moveTo>
                    <a:pt x="498335" y="3097484"/>
                  </a:moveTo>
                  <a:lnTo>
                    <a:pt x="440503" y="3218135"/>
                  </a:lnTo>
                  <a:lnTo>
                    <a:pt x="490611" y="3179698"/>
                  </a:lnTo>
                  <a:close/>
                  <a:moveTo>
                    <a:pt x="504397" y="3244610"/>
                  </a:moveTo>
                  <a:lnTo>
                    <a:pt x="506503" y="3261914"/>
                  </a:lnTo>
                  <a:lnTo>
                    <a:pt x="512176" y="3259352"/>
                  </a:lnTo>
                  <a:close/>
                  <a:moveTo>
                    <a:pt x="504397" y="3244610"/>
                  </a:moveTo>
                  <a:lnTo>
                    <a:pt x="512176" y="3259352"/>
                  </a:lnTo>
                  <a:lnTo>
                    <a:pt x="490611" y="3179698"/>
                  </a:lnTo>
                  <a:close/>
                  <a:moveTo>
                    <a:pt x="498335" y="3097484"/>
                  </a:moveTo>
                  <a:lnTo>
                    <a:pt x="490611" y="3179698"/>
                  </a:lnTo>
                  <a:lnTo>
                    <a:pt x="554494" y="3141262"/>
                  </a:lnTo>
                  <a:close/>
                  <a:moveTo>
                    <a:pt x="498335" y="3097484"/>
                  </a:moveTo>
                  <a:lnTo>
                    <a:pt x="554494" y="3141262"/>
                  </a:lnTo>
                  <a:lnTo>
                    <a:pt x="538287" y="3059047"/>
                  </a:lnTo>
                  <a:close/>
                  <a:moveTo>
                    <a:pt x="538287" y="3059047"/>
                  </a:moveTo>
                  <a:lnTo>
                    <a:pt x="498024" y="2976832"/>
                  </a:lnTo>
                  <a:lnTo>
                    <a:pt x="498335" y="3097484"/>
                  </a:lnTo>
                  <a:close/>
                  <a:moveTo>
                    <a:pt x="493559" y="2874119"/>
                  </a:moveTo>
                  <a:lnTo>
                    <a:pt x="479885" y="2937759"/>
                  </a:lnTo>
                  <a:lnTo>
                    <a:pt x="519465" y="2856181"/>
                  </a:lnTo>
                  <a:close/>
                  <a:moveTo>
                    <a:pt x="519465" y="2856181"/>
                  </a:moveTo>
                  <a:lnTo>
                    <a:pt x="479885" y="2937759"/>
                  </a:lnTo>
                  <a:lnTo>
                    <a:pt x="498024" y="2976832"/>
                  </a:lnTo>
                  <a:close/>
                  <a:moveTo>
                    <a:pt x="466195" y="2886575"/>
                  </a:moveTo>
                  <a:lnTo>
                    <a:pt x="493559" y="2874119"/>
                  </a:lnTo>
                  <a:lnTo>
                    <a:pt x="475510" y="2812402"/>
                  </a:lnTo>
                  <a:close/>
                  <a:moveTo>
                    <a:pt x="475510" y="2812402"/>
                  </a:moveTo>
                  <a:lnTo>
                    <a:pt x="493559" y="2874119"/>
                  </a:lnTo>
                  <a:lnTo>
                    <a:pt x="519465" y="2856181"/>
                  </a:lnTo>
                  <a:close/>
                  <a:moveTo>
                    <a:pt x="475510" y="2812402"/>
                  </a:moveTo>
                  <a:lnTo>
                    <a:pt x="519465" y="2856181"/>
                  </a:lnTo>
                  <a:lnTo>
                    <a:pt x="558768" y="2773965"/>
                  </a:lnTo>
                  <a:close/>
                  <a:moveTo>
                    <a:pt x="565931" y="2765611"/>
                  </a:moveTo>
                  <a:lnTo>
                    <a:pt x="475510" y="2812402"/>
                  </a:lnTo>
                  <a:lnTo>
                    <a:pt x="558768" y="2773965"/>
                  </a:lnTo>
                  <a:close/>
                  <a:moveTo>
                    <a:pt x="640069" y="2915693"/>
                  </a:moveTo>
                  <a:lnTo>
                    <a:pt x="707275" y="2821556"/>
                  </a:lnTo>
                  <a:lnTo>
                    <a:pt x="617877" y="2833642"/>
                  </a:lnTo>
                  <a:close/>
                  <a:moveTo>
                    <a:pt x="558768" y="2773965"/>
                  </a:moveTo>
                  <a:lnTo>
                    <a:pt x="617877" y="2833642"/>
                  </a:lnTo>
                  <a:lnTo>
                    <a:pt x="572779" y="2770214"/>
                  </a:lnTo>
                  <a:close/>
                  <a:moveTo>
                    <a:pt x="558768" y="2773965"/>
                  </a:moveTo>
                  <a:lnTo>
                    <a:pt x="519465" y="2856181"/>
                  </a:lnTo>
                  <a:lnTo>
                    <a:pt x="617877" y="2833642"/>
                  </a:lnTo>
                  <a:close/>
                  <a:moveTo>
                    <a:pt x="617877" y="2833642"/>
                  </a:moveTo>
                  <a:lnTo>
                    <a:pt x="670036" y="2751739"/>
                  </a:lnTo>
                  <a:lnTo>
                    <a:pt x="572779" y="2770214"/>
                  </a:lnTo>
                  <a:close/>
                  <a:moveTo>
                    <a:pt x="565931" y="2765611"/>
                  </a:moveTo>
                  <a:lnTo>
                    <a:pt x="558768" y="2773965"/>
                  </a:lnTo>
                  <a:lnTo>
                    <a:pt x="572779" y="2770214"/>
                  </a:lnTo>
                  <a:close/>
                  <a:moveTo>
                    <a:pt x="296629" y="2379506"/>
                  </a:moveTo>
                  <a:lnTo>
                    <a:pt x="242464" y="2392194"/>
                  </a:lnTo>
                  <a:lnTo>
                    <a:pt x="181460" y="2442772"/>
                  </a:lnTo>
                  <a:close/>
                  <a:moveTo>
                    <a:pt x="242464" y="2392194"/>
                  </a:moveTo>
                  <a:lnTo>
                    <a:pt x="296629" y="2379506"/>
                  </a:lnTo>
                  <a:lnTo>
                    <a:pt x="262750" y="2362890"/>
                  </a:lnTo>
                  <a:close/>
                  <a:moveTo>
                    <a:pt x="296629" y="2379506"/>
                  </a:moveTo>
                  <a:lnTo>
                    <a:pt x="318499" y="2324454"/>
                  </a:lnTo>
                  <a:lnTo>
                    <a:pt x="262750" y="2362890"/>
                  </a:lnTo>
                  <a:close/>
                  <a:moveTo>
                    <a:pt x="237894" y="2280675"/>
                  </a:moveTo>
                  <a:lnTo>
                    <a:pt x="262750" y="2362890"/>
                  </a:lnTo>
                  <a:lnTo>
                    <a:pt x="318499" y="2324454"/>
                  </a:lnTo>
                  <a:close/>
                  <a:moveTo>
                    <a:pt x="237894" y="2280675"/>
                  </a:moveTo>
                  <a:lnTo>
                    <a:pt x="318499" y="2324454"/>
                  </a:lnTo>
                  <a:lnTo>
                    <a:pt x="305302" y="2242238"/>
                  </a:lnTo>
                  <a:close/>
                  <a:moveTo>
                    <a:pt x="377637" y="2286017"/>
                  </a:moveTo>
                  <a:lnTo>
                    <a:pt x="382074" y="2205113"/>
                  </a:lnTo>
                  <a:lnTo>
                    <a:pt x="305302" y="2242238"/>
                  </a:lnTo>
                  <a:close/>
                  <a:moveTo>
                    <a:pt x="318499" y="2324454"/>
                  </a:moveTo>
                  <a:lnTo>
                    <a:pt x="377637" y="2286017"/>
                  </a:lnTo>
                  <a:lnTo>
                    <a:pt x="305302" y="2242238"/>
                  </a:lnTo>
                  <a:close/>
                  <a:moveTo>
                    <a:pt x="289981" y="2160023"/>
                  </a:moveTo>
                  <a:lnTo>
                    <a:pt x="305302" y="2242238"/>
                  </a:lnTo>
                  <a:lnTo>
                    <a:pt x="380840" y="2204519"/>
                  </a:lnTo>
                  <a:close/>
                  <a:moveTo>
                    <a:pt x="87496" y="1724504"/>
                  </a:moveTo>
                  <a:lnTo>
                    <a:pt x="29190" y="1721712"/>
                  </a:lnTo>
                  <a:lnTo>
                    <a:pt x="0" y="1792726"/>
                  </a:lnTo>
                  <a:close/>
                  <a:moveTo>
                    <a:pt x="150799" y="1682527"/>
                  </a:moveTo>
                  <a:lnTo>
                    <a:pt x="29190" y="1721712"/>
                  </a:lnTo>
                  <a:lnTo>
                    <a:pt x="87496" y="1724504"/>
                  </a:lnTo>
                  <a:close/>
                  <a:moveTo>
                    <a:pt x="1035014" y="2759201"/>
                  </a:moveTo>
                  <a:lnTo>
                    <a:pt x="1032173" y="2823086"/>
                  </a:lnTo>
                  <a:lnTo>
                    <a:pt x="1066028" y="2811764"/>
                  </a:lnTo>
                  <a:close/>
                  <a:moveTo>
                    <a:pt x="205659" y="1725294"/>
                  </a:moveTo>
                  <a:lnTo>
                    <a:pt x="286497" y="1720167"/>
                  </a:lnTo>
                  <a:lnTo>
                    <a:pt x="223879" y="1677103"/>
                  </a:lnTo>
                  <a:close/>
                  <a:moveTo>
                    <a:pt x="335955" y="1640458"/>
                  </a:moveTo>
                  <a:lnTo>
                    <a:pt x="238610" y="1672075"/>
                  </a:lnTo>
                  <a:lnTo>
                    <a:pt x="346774" y="1642728"/>
                  </a:lnTo>
                  <a:close/>
                  <a:moveTo>
                    <a:pt x="346774" y="1642728"/>
                  </a:moveTo>
                  <a:lnTo>
                    <a:pt x="223879" y="1677103"/>
                  </a:lnTo>
                  <a:lnTo>
                    <a:pt x="309332" y="1715854"/>
                  </a:lnTo>
                  <a:close/>
                  <a:moveTo>
                    <a:pt x="309332" y="1715854"/>
                  </a:moveTo>
                  <a:lnTo>
                    <a:pt x="223879" y="1677103"/>
                  </a:lnTo>
                  <a:lnTo>
                    <a:pt x="286497" y="1720167"/>
                  </a:lnTo>
                  <a:close/>
                  <a:moveTo>
                    <a:pt x="335955" y="1640458"/>
                  </a:moveTo>
                  <a:lnTo>
                    <a:pt x="346774" y="1642728"/>
                  </a:lnTo>
                  <a:lnTo>
                    <a:pt x="351030" y="1633638"/>
                  </a:lnTo>
                  <a:close/>
                  <a:moveTo>
                    <a:pt x="346774" y="1642728"/>
                  </a:moveTo>
                  <a:lnTo>
                    <a:pt x="309332" y="1715854"/>
                  </a:lnTo>
                  <a:lnTo>
                    <a:pt x="385537" y="1700241"/>
                  </a:lnTo>
                  <a:close/>
                  <a:moveTo>
                    <a:pt x="385537" y="1700241"/>
                  </a:moveTo>
                  <a:lnTo>
                    <a:pt x="351030" y="1633638"/>
                  </a:lnTo>
                  <a:lnTo>
                    <a:pt x="346774" y="1642728"/>
                  </a:lnTo>
                  <a:close/>
                  <a:moveTo>
                    <a:pt x="451734" y="1606923"/>
                  </a:moveTo>
                  <a:lnTo>
                    <a:pt x="351030" y="1633638"/>
                  </a:lnTo>
                  <a:lnTo>
                    <a:pt x="385537" y="1700241"/>
                  </a:lnTo>
                  <a:close/>
                  <a:moveTo>
                    <a:pt x="413872" y="1512987"/>
                  </a:moveTo>
                  <a:lnTo>
                    <a:pt x="451734" y="1606923"/>
                  </a:lnTo>
                  <a:lnTo>
                    <a:pt x="455066" y="1553754"/>
                  </a:lnTo>
                  <a:close/>
                  <a:moveTo>
                    <a:pt x="351030" y="1633638"/>
                  </a:moveTo>
                  <a:lnTo>
                    <a:pt x="451734" y="1606923"/>
                  </a:lnTo>
                  <a:lnTo>
                    <a:pt x="413872" y="1512987"/>
                  </a:lnTo>
                  <a:close/>
                  <a:moveTo>
                    <a:pt x="487898" y="1595201"/>
                  </a:moveTo>
                  <a:lnTo>
                    <a:pt x="601523" y="1607470"/>
                  </a:lnTo>
                  <a:lnTo>
                    <a:pt x="566397" y="1574296"/>
                  </a:lnTo>
                  <a:close/>
                  <a:moveTo>
                    <a:pt x="1681187" y="2751555"/>
                  </a:moveTo>
                  <a:lnTo>
                    <a:pt x="1716268" y="2773538"/>
                  </a:lnTo>
                  <a:lnTo>
                    <a:pt x="1718268" y="2745149"/>
                  </a:lnTo>
                  <a:close/>
                  <a:moveTo>
                    <a:pt x="1681187" y="2751555"/>
                  </a:moveTo>
                  <a:lnTo>
                    <a:pt x="1718268" y="2745149"/>
                  </a:lnTo>
                  <a:lnTo>
                    <a:pt x="1706497" y="2737006"/>
                  </a:lnTo>
                  <a:close/>
                  <a:moveTo>
                    <a:pt x="227370" y="614142"/>
                  </a:moveTo>
                  <a:lnTo>
                    <a:pt x="101038" y="635667"/>
                  </a:lnTo>
                  <a:lnTo>
                    <a:pt x="169692" y="657742"/>
                  </a:lnTo>
                  <a:close/>
                  <a:moveTo>
                    <a:pt x="947324" y="1633985"/>
                  </a:moveTo>
                  <a:lnTo>
                    <a:pt x="917595" y="1670739"/>
                  </a:lnTo>
                  <a:lnTo>
                    <a:pt x="940621" y="1644323"/>
                  </a:lnTo>
                  <a:close/>
                  <a:moveTo>
                    <a:pt x="947324" y="1633985"/>
                  </a:moveTo>
                  <a:lnTo>
                    <a:pt x="960914" y="1635521"/>
                  </a:lnTo>
                  <a:lnTo>
                    <a:pt x="1008659" y="1584650"/>
                  </a:lnTo>
                  <a:close/>
                  <a:moveTo>
                    <a:pt x="1008659" y="1584650"/>
                  </a:moveTo>
                  <a:lnTo>
                    <a:pt x="960914" y="1635521"/>
                  </a:lnTo>
                  <a:lnTo>
                    <a:pt x="1020581" y="1523671"/>
                  </a:lnTo>
                  <a:close/>
                  <a:moveTo>
                    <a:pt x="227370" y="614142"/>
                  </a:moveTo>
                  <a:lnTo>
                    <a:pt x="261645" y="639357"/>
                  </a:lnTo>
                  <a:lnTo>
                    <a:pt x="247954" y="575526"/>
                  </a:lnTo>
                  <a:close/>
                  <a:moveTo>
                    <a:pt x="1943434" y="2592468"/>
                  </a:moveTo>
                  <a:lnTo>
                    <a:pt x="1935223" y="2604453"/>
                  </a:lnTo>
                  <a:lnTo>
                    <a:pt x="1938463" y="2587227"/>
                  </a:lnTo>
                  <a:close/>
                  <a:moveTo>
                    <a:pt x="766826" y="991944"/>
                  </a:moveTo>
                  <a:lnTo>
                    <a:pt x="783756" y="909729"/>
                  </a:lnTo>
                  <a:lnTo>
                    <a:pt x="777550" y="923264"/>
                  </a:lnTo>
                  <a:close/>
                  <a:moveTo>
                    <a:pt x="1287275" y="1423424"/>
                  </a:moveTo>
                  <a:lnTo>
                    <a:pt x="1246973" y="1364583"/>
                  </a:lnTo>
                  <a:lnTo>
                    <a:pt x="1289757" y="1449863"/>
                  </a:lnTo>
                  <a:close/>
                  <a:moveTo>
                    <a:pt x="1289757" y="1449863"/>
                  </a:moveTo>
                  <a:lnTo>
                    <a:pt x="1246973" y="1364583"/>
                  </a:lnTo>
                  <a:lnTo>
                    <a:pt x="1161912" y="1393114"/>
                  </a:lnTo>
                  <a:close/>
                  <a:moveTo>
                    <a:pt x="1145768" y="1388216"/>
                  </a:moveTo>
                  <a:lnTo>
                    <a:pt x="1138434" y="1403019"/>
                  </a:lnTo>
                  <a:lnTo>
                    <a:pt x="1161912" y="1393114"/>
                  </a:lnTo>
                  <a:close/>
                  <a:moveTo>
                    <a:pt x="1246532" y="1284819"/>
                  </a:moveTo>
                  <a:lnTo>
                    <a:pt x="1161149" y="1320805"/>
                  </a:lnTo>
                  <a:lnTo>
                    <a:pt x="1254217" y="1299827"/>
                  </a:lnTo>
                  <a:close/>
                  <a:moveTo>
                    <a:pt x="1161149" y="1320805"/>
                  </a:moveTo>
                  <a:lnTo>
                    <a:pt x="1145768" y="1388216"/>
                  </a:lnTo>
                  <a:lnTo>
                    <a:pt x="1254217" y="1299827"/>
                  </a:lnTo>
                  <a:close/>
                  <a:moveTo>
                    <a:pt x="1254217" y="1299827"/>
                  </a:moveTo>
                  <a:lnTo>
                    <a:pt x="1145768" y="1388216"/>
                  </a:lnTo>
                  <a:lnTo>
                    <a:pt x="1246973" y="1364583"/>
                  </a:lnTo>
                  <a:close/>
                  <a:moveTo>
                    <a:pt x="1246973" y="1364583"/>
                  </a:moveTo>
                  <a:lnTo>
                    <a:pt x="1145768" y="1388216"/>
                  </a:lnTo>
                  <a:lnTo>
                    <a:pt x="1161912" y="1393114"/>
                  </a:lnTo>
                  <a:close/>
                  <a:moveTo>
                    <a:pt x="1262994" y="1282368"/>
                  </a:moveTo>
                  <a:lnTo>
                    <a:pt x="1183629" y="1251115"/>
                  </a:lnTo>
                  <a:lnTo>
                    <a:pt x="1246532" y="1284819"/>
                  </a:lnTo>
                  <a:close/>
                  <a:moveTo>
                    <a:pt x="1246532" y="1284819"/>
                  </a:moveTo>
                  <a:lnTo>
                    <a:pt x="1254217" y="1299827"/>
                  </a:lnTo>
                  <a:lnTo>
                    <a:pt x="1262994" y="1282368"/>
                  </a:lnTo>
                  <a:close/>
                  <a:moveTo>
                    <a:pt x="783756" y="909729"/>
                  </a:moveTo>
                  <a:lnTo>
                    <a:pt x="847964" y="895546"/>
                  </a:lnTo>
                  <a:lnTo>
                    <a:pt x="811659" y="895534"/>
                  </a:lnTo>
                  <a:close/>
                  <a:moveTo>
                    <a:pt x="811659" y="895534"/>
                  </a:moveTo>
                  <a:lnTo>
                    <a:pt x="847964" y="895546"/>
                  </a:lnTo>
                  <a:lnTo>
                    <a:pt x="916938" y="874769"/>
                  </a:lnTo>
                  <a:close/>
                  <a:moveTo>
                    <a:pt x="1254217" y="1299827"/>
                  </a:moveTo>
                  <a:lnTo>
                    <a:pt x="1246973" y="1364583"/>
                  </a:lnTo>
                  <a:lnTo>
                    <a:pt x="1304832" y="1337514"/>
                  </a:lnTo>
                  <a:close/>
                  <a:moveTo>
                    <a:pt x="1254217" y="1299827"/>
                  </a:moveTo>
                  <a:lnTo>
                    <a:pt x="1304832" y="1337514"/>
                  </a:lnTo>
                  <a:lnTo>
                    <a:pt x="1262994" y="1282368"/>
                  </a:lnTo>
                  <a:close/>
                  <a:moveTo>
                    <a:pt x="1262994" y="1282368"/>
                  </a:moveTo>
                  <a:lnTo>
                    <a:pt x="1325992" y="1326146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262994" y="1282368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316054" y="1252370"/>
                  </a:lnTo>
                  <a:lnTo>
                    <a:pt x="1262994" y="1282368"/>
                  </a:lnTo>
                  <a:close/>
                  <a:moveTo>
                    <a:pt x="1366334" y="1225156"/>
                  </a:moveTo>
                  <a:lnTo>
                    <a:pt x="1333888" y="1243932"/>
                  </a:lnTo>
                  <a:lnTo>
                    <a:pt x="1387313" y="1230959"/>
                  </a:lnTo>
                  <a:close/>
                  <a:moveTo>
                    <a:pt x="1482634" y="1166121"/>
                  </a:moveTo>
                  <a:lnTo>
                    <a:pt x="1387313" y="1230959"/>
                  </a:lnTo>
                  <a:lnTo>
                    <a:pt x="1443222" y="1205495"/>
                  </a:lnTo>
                  <a:close/>
                  <a:moveTo>
                    <a:pt x="1366334" y="1225156"/>
                  </a:moveTo>
                  <a:lnTo>
                    <a:pt x="1387313" y="1230959"/>
                  </a:lnTo>
                  <a:lnTo>
                    <a:pt x="1482634" y="1166121"/>
                  </a:lnTo>
                  <a:close/>
                  <a:moveTo>
                    <a:pt x="1427254" y="1174266"/>
                  </a:moveTo>
                  <a:lnTo>
                    <a:pt x="1366334" y="1225156"/>
                  </a:lnTo>
                  <a:lnTo>
                    <a:pt x="1482634" y="1166121"/>
                  </a:lnTo>
                  <a:close/>
                  <a:moveTo>
                    <a:pt x="1295916" y="268035"/>
                  </a:moveTo>
                  <a:lnTo>
                    <a:pt x="1294994" y="185819"/>
                  </a:lnTo>
                  <a:lnTo>
                    <a:pt x="1230901" y="296605"/>
                  </a:lnTo>
                  <a:close/>
                  <a:moveTo>
                    <a:pt x="1047760" y="59826"/>
                  </a:moveTo>
                  <a:lnTo>
                    <a:pt x="1028120" y="142041"/>
                  </a:lnTo>
                  <a:lnTo>
                    <a:pt x="1095841" y="103604"/>
                  </a:lnTo>
                  <a:close/>
                  <a:moveTo>
                    <a:pt x="1047760" y="59826"/>
                  </a:moveTo>
                  <a:lnTo>
                    <a:pt x="1095841" y="103604"/>
                  </a:lnTo>
                  <a:lnTo>
                    <a:pt x="1101970" y="21389"/>
                  </a:lnTo>
                  <a:close/>
                  <a:moveTo>
                    <a:pt x="1119824" y="0"/>
                  </a:moveTo>
                  <a:lnTo>
                    <a:pt x="1047760" y="59826"/>
                  </a:lnTo>
                  <a:lnTo>
                    <a:pt x="1101970" y="21389"/>
                  </a:lnTo>
                  <a:close/>
                  <a:moveTo>
                    <a:pt x="1582552" y="492771"/>
                  </a:moveTo>
                  <a:lnTo>
                    <a:pt x="1619490" y="558459"/>
                  </a:lnTo>
                  <a:lnTo>
                    <a:pt x="1620431" y="541856"/>
                  </a:lnTo>
                  <a:close/>
                  <a:moveTo>
                    <a:pt x="1286275" y="343678"/>
                  </a:moveTo>
                  <a:lnTo>
                    <a:pt x="1297702" y="342389"/>
                  </a:lnTo>
                  <a:lnTo>
                    <a:pt x="1295916" y="268035"/>
                  </a:lnTo>
                  <a:close/>
                  <a:moveTo>
                    <a:pt x="1119824" y="0"/>
                  </a:moveTo>
                  <a:lnTo>
                    <a:pt x="1101970" y="21389"/>
                  </a:lnTo>
                  <a:lnTo>
                    <a:pt x="1142847" y="7322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80" name="Candidate_density__2079">
              <a:extLst>
                <a:ext uri="{FF2B5EF4-FFF2-40B4-BE49-F238E27FC236}">
                  <a16:creationId xmlns:a16="http://schemas.microsoft.com/office/drawing/2014/main" id="{D27D1E49-2511-B10E-A959-CBB5128F95EE}"/>
                </a:ext>
              </a:extLst>
            </p:cNvPr>
            <p:cNvSpPr>
              <a:spLocks noGrp="1"/>
            </p:cNvSpPr>
            <p:nvPr/>
          </p:nvSpPr>
          <p:spPr>
            <a:xfrm>
              <a:off x="4394831" y="1939246"/>
              <a:ext cx="2175664" cy="3248621"/>
            </a:xfrm>
            <a:custGeom>
              <a:avLst/>
              <a:gdLst/>
              <a:ahLst/>
              <a:cxnLst/>
              <a:rect l="0" t="0" r="0" b="0"/>
              <a:pathLst>
                <a:path w="2175664" h="3248621">
                  <a:moveTo>
                    <a:pt x="313322" y="3225491"/>
                  </a:moveTo>
                  <a:lnTo>
                    <a:pt x="260192" y="3242047"/>
                  </a:lnTo>
                  <a:lnTo>
                    <a:pt x="394040" y="3248621"/>
                  </a:lnTo>
                  <a:close/>
                  <a:moveTo>
                    <a:pt x="479993" y="2969492"/>
                  </a:moveTo>
                  <a:lnTo>
                    <a:pt x="514678" y="2990608"/>
                  </a:lnTo>
                  <a:lnTo>
                    <a:pt x="437182" y="2950101"/>
                  </a:lnTo>
                  <a:close/>
                  <a:moveTo>
                    <a:pt x="689023" y="2960239"/>
                  </a:moveTo>
                  <a:lnTo>
                    <a:pt x="688804" y="2955443"/>
                  </a:lnTo>
                  <a:lnTo>
                    <a:pt x="639118" y="2962004"/>
                  </a:lnTo>
                  <a:close/>
                  <a:moveTo>
                    <a:pt x="39251" y="1884332"/>
                  </a:moveTo>
                  <a:lnTo>
                    <a:pt x="121195" y="1848210"/>
                  </a:lnTo>
                  <a:lnTo>
                    <a:pt x="91852" y="1878757"/>
                  </a:lnTo>
                  <a:close/>
                  <a:moveTo>
                    <a:pt x="35732" y="1884133"/>
                  </a:moveTo>
                  <a:lnTo>
                    <a:pt x="39251" y="1884332"/>
                  </a:lnTo>
                  <a:lnTo>
                    <a:pt x="0" y="1855650"/>
                  </a:lnTo>
                  <a:close/>
                  <a:moveTo>
                    <a:pt x="91852" y="1878757"/>
                  </a:moveTo>
                  <a:lnTo>
                    <a:pt x="0" y="1855650"/>
                  </a:lnTo>
                  <a:lnTo>
                    <a:pt x="39251" y="1884332"/>
                  </a:lnTo>
                  <a:close/>
                  <a:moveTo>
                    <a:pt x="108465" y="1828062"/>
                  </a:moveTo>
                  <a:lnTo>
                    <a:pt x="91852" y="1878757"/>
                  </a:lnTo>
                  <a:lnTo>
                    <a:pt x="121195" y="1848210"/>
                  </a:lnTo>
                  <a:close/>
                  <a:moveTo>
                    <a:pt x="110528" y="1626201"/>
                  </a:moveTo>
                  <a:lnTo>
                    <a:pt x="129439" y="1645344"/>
                  </a:lnTo>
                  <a:lnTo>
                    <a:pt x="67610" y="1572916"/>
                  </a:lnTo>
                  <a:close/>
                  <a:moveTo>
                    <a:pt x="59439" y="1563128"/>
                  </a:moveTo>
                  <a:lnTo>
                    <a:pt x="110528" y="1626201"/>
                  </a:lnTo>
                  <a:lnTo>
                    <a:pt x="67610" y="1572916"/>
                  </a:lnTo>
                  <a:close/>
                  <a:moveTo>
                    <a:pt x="96615" y="1466157"/>
                  </a:moveTo>
                  <a:lnTo>
                    <a:pt x="64449" y="1561096"/>
                  </a:lnTo>
                  <a:lnTo>
                    <a:pt x="172157" y="1469938"/>
                  </a:lnTo>
                  <a:close/>
                  <a:moveTo>
                    <a:pt x="1019698" y="2511273"/>
                  </a:moveTo>
                  <a:lnTo>
                    <a:pt x="1039209" y="2545898"/>
                  </a:lnTo>
                  <a:lnTo>
                    <a:pt x="993192" y="2589048"/>
                  </a:lnTo>
                  <a:close/>
                  <a:moveTo>
                    <a:pt x="743530" y="1997720"/>
                  </a:moveTo>
                  <a:lnTo>
                    <a:pt x="681871" y="2100198"/>
                  </a:lnTo>
                  <a:lnTo>
                    <a:pt x="708688" y="2082652"/>
                  </a:lnTo>
                  <a:close/>
                  <a:moveTo>
                    <a:pt x="172157" y="1469938"/>
                  </a:moveTo>
                  <a:lnTo>
                    <a:pt x="218809" y="1442477"/>
                  </a:lnTo>
                  <a:lnTo>
                    <a:pt x="217139" y="1500027"/>
                  </a:lnTo>
                  <a:close/>
                  <a:moveTo>
                    <a:pt x="172157" y="1469938"/>
                  </a:moveTo>
                  <a:lnTo>
                    <a:pt x="199033" y="1486255"/>
                  </a:lnTo>
                  <a:lnTo>
                    <a:pt x="148999" y="1446812"/>
                  </a:lnTo>
                  <a:close/>
                  <a:moveTo>
                    <a:pt x="172157" y="1469938"/>
                  </a:moveTo>
                  <a:lnTo>
                    <a:pt x="148999" y="1446812"/>
                  </a:lnTo>
                  <a:lnTo>
                    <a:pt x="96615" y="1466157"/>
                  </a:lnTo>
                  <a:close/>
                  <a:moveTo>
                    <a:pt x="511366" y="1542695"/>
                  </a:moveTo>
                  <a:lnTo>
                    <a:pt x="433529" y="1650685"/>
                  </a:lnTo>
                  <a:lnTo>
                    <a:pt x="488659" y="1602112"/>
                  </a:lnTo>
                  <a:close/>
                  <a:moveTo>
                    <a:pt x="434426" y="1644746"/>
                  </a:moveTo>
                  <a:lnTo>
                    <a:pt x="433529" y="1650685"/>
                  </a:lnTo>
                  <a:lnTo>
                    <a:pt x="511366" y="1542695"/>
                  </a:lnTo>
                  <a:close/>
                  <a:moveTo>
                    <a:pt x="434426" y="1644746"/>
                  </a:moveTo>
                  <a:lnTo>
                    <a:pt x="434547" y="1544556"/>
                  </a:lnTo>
                  <a:lnTo>
                    <a:pt x="442828" y="1612249"/>
                  </a:lnTo>
                  <a:close/>
                  <a:moveTo>
                    <a:pt x="1301980" y="2425099"/>
                  </a:moveTo>
                  <a:lnTo>
                    <a:pt x="1272597" y="2395964"/>
                  </a:lnTo>
                  <a:lnTo>
                    <a:pt x="1286787" y="2420374"/>
                  </a:lnTo>
                  <a:close/>
                  <a:moveTo>
                    <a:pt x="768788" y="1876952"/>
                  </a:moveTo>
                  <a:lnTo>
                    <a:pt x="695528" y="1853935"/>
                  </a:lnTo>
                  <a:lnTo>
                    <a:pt x="724805" y="1858894"/>
                  </a:lnTo>
                  <a:close/>
                  <a:moveTo>
                    <a:pt x="882678" y="1808906"/>
                  </a:moveTo>
                  <a:lnTo>
                    <a:pt x="930229" y="1744811"/>
                  </a:lnTo>
                  <a:lnTo>
                    <a:pt x="925709" y="1738243"/>
                  </a:lnTo>
                  <a:close/>
                  <a:moveTo>
                    <a:pt x="1707460" y="2604173"/>
                  </a:moveTo>
                  <a:lnTo>
                    <a:pt x="1667609" y="2609902"/>
                  </a:lnTo>
                  <a:lnTo>
                    <a:pt x="1739709" y="2568739"/>
                  </a:lnTo>
                  <a:close/>
                  <a:moveTo>
                    <a:pt x="1739709" y="2568739"/>
                  </a:moveTo>
                  <a:lnTo>
                    <a:pt x="1667609" y="2609902"/>
                  </a:lnTo>
                  <a:lnTo>
                    <a:pt x="1613355" y="2590181"/>
                  </a:lnTo>
                  <a:close/>
                  <a:moveTo>
                    <a:pt x="882678" y="1808906"/>
                  </a:moveTo>
                  <a:lnTo>
                    <a:pt x="903103" y="1706273"/>
                  </a:lnTo>
                  <a:lnTo>
                    <a:pt x="872008" y="1820458"/>
                  </a:lnTo>
                  <a:close/>
                  <a:moveTo>
                    <a:pt x="903103" y="1706273"/>
                  </a:moveTo>
                  <a:lnTo>
                    <a:pt x="882678" y="1808906"/>
                  </a:lnTo>
                  <a:lnTo>
                    <a:pt x="925709" y="1738243"/>
                  </a:lnTo>
                  <a:close/>
                  <a:moveTo>
                    <a:pt x="747024" y="1572385"/>
                  </a:moveTo>
                  <a:lnTo>
                    <a:pt x="811951" y="1607925"/>
                  </a:lnTo>
                  <a:lnTo>
                    <a:pt x="683444" y="1563484"/>
                  </a:lnTo>
                  <a:close/>
                  <a:moveTo>
                    <a:pt x="46953" y="576872"/>
                  </a:moveTo>
                  <a:lnTo>
                    <a:pt x="155784" y="548795"/>
                  </a:lnTo>
                  <a:lnTo>
                    <a:pt x="95827" y="602402"/>
                  </a:lnTo>
                  <a:close/>
                  <a:moveTo>
                    <a:pt x="1707460" y="2604173"/>
                  </a:moveTo>
                  <a:lnTo>
                    <a:pt x="1739228" y="2512177"/>
                  </a:lnTo>
                  <a:lnTo>
                    <a:pt x="1704945" y="2483521"/>
                  </a:lnTo>
                  <a:close/>
                  <a:moveTo>
                    <a:pt x="1480103" y="1800918"/>
                  </a:moveTo>
                  <a:lnTo>
                    <a:pt x="1501154" y="1803731"/>
                  </a:lnTo>
                  <a:lnTo>
                    <a:pt x="1434930" y="1787364"/>
                  </a:lnTo>
                  <a:close/>
                  <a:moveTo>
                    <a:pt x="877673" y="1359789"/>
                  </a:moveTo>
                  <a:lnTo>
                    <a:pt x="978417" y="1405359"/>
                  </a:lnTo>
                  <a:lnTo>
                    <a:pt x="1003576" y="1336658"/>
                  </a:lnTo>
                  <a:close/>
                  <a:moveTo>
                    <a:pt x="1051539" y="1294073"/>
                  </a:moveTo>
                  <a:lnTo>
                    <a:pt x="1003576" y="1336658"/>
                  </a:lnTo>
                  <a:lnTo>
                    <a:pt x="1060424" y="1299189"/>
                  </a:lnTo>
                  <a:close/>
                  <a:moveTo>
                    <a:pt x="1060424" y="1299189"/>
                  </a:moveTo>
                  <a:lnTo>
                    <a:pt x="1003576" y="1336658"/>
                  </a:lnTo>
                  <a:lnTo>
                    <a:pt x="978417" y="1405359"/>
                  </a:lnTo>
                  <a:close/>
                  <a:moveTo>
                    <a:pt x="1051539" y="1294073"/>
                  </a:moveTo>
                  <a:lnTo>
                    <a:pt x="1060424" y="1299189"/>
                  </a:lnTo>
                  <a:lnTo>
                    <a:pt x="1059363" y="1266576"/>
                  </a:lnTo>
                  <a:close/>
                  <a:moveTo>
                    <a:pt x="502134" y="749463"/>
                  </a:moveTo>
                  <a:lnTo>
                    <a:pt x="528444" y="828166"/>
                  </a:lnTo>
                  <a:lnTo>
                    <a:pt x="526477" y="839219"/>
                  </a:lnTo>
                  <a:close/>
                  <a:moveTo>
                    <a:pt x="198048" y="414534"/>
                  </a:moveTo>
                  <a:lnTo>
                    <a:pt x="193041" y="472008"/>
                  </a:lnTo>
                  <a:lnTo>
                    <a:pt x="208205" y="428143"/>
                  </a:lnTo>
                  <a:close/>
                  <a:moveTo>
                    <a:pt x="198048" y="414534"/>
                  </a:moveTo>
                  <a:lnTo>
                    <a:pt x="208205" y="428143"/>
                  </a:lnTo>
                  <a:lnTo>
                    <a:pt x="265263" y="320390"/>
                  </a:lnTo>
                  <a:close/>
                  <a:moveTo>
                    <a:pt x="1989205" y="2298640"/>
                  </a:moveTo>
                  <a:lnTo>
                    <a:pt x="1918549" y="2280655"/>
                  </a:lnTo>
                  <a:lnTo>
                    <a:pt x="1927820" y="2284335"/>
                  </a:lnTo>
                  <a:close/>
                  <a:moveTo>
                    <a:pt x="1391079" y="1512425"/>
                  </a:moveTo>
                  <a:lnTo>
                    <a:pt x="1328645" y="1502590"/>
                  </a:lnTo>
                  <a:lnTo>
                    <a:pt x="1294087" y="1586858"/>
                  </a:lnTo>
                  <a:close/>
                  <a:moveTo>
                    <a:pt x="1328645" y="1502590"/>
                  </a:moveTo>
                  <a:lnTo>
                    <a:pt x="1391079" y="1512425"/>
                  </a:lnTo>
                  <a:lnTo>
                    <a:pt x="1285501" y="1458503"/>
                  </a:lnTo>
                  <a:close/>
                  <a:moveTo>
                    <a:pt x="1400324" y="1490200"/>
                  </a:moveTo>
                  <a:lnTo>
                    <a:pt x="1328892" y="1501784"/>
                  </a:lnTo>
                  <a:lnTo>
                    <a:pt x="1285501" y="1458503"/>
                  </a:lnTo>
                  <a:close/>
                  <a:moveTo>
                    <a:pt x="589177" y="623262"/>
                  </a:moveTo>
                  <a:lnTo>
                    <a:pt x="600615" y="529807"/>
                  </a:lnTo>
                  <a:lnTo>
                    <a:pt x="552300" y="548840"/>
                  </a:lnTo>
                  <a:close/>
                  <a:moveTo>
                    <a:pt x="2172447" y="2302253"/>
                  </a:moveTo>
                  <a:lnTo>
                    <a:pt x="2158644" y="2285997"/>
                  </a:lnTo>
                  <a:lnTo>
                    <a:pt x="2132206" y="2339438"/>
                  </a:lnTo>
                  <a:close/>
                  <a:moveTo>
                    <a:pt x="1989205" y="2298640"/>
                  </a:moveTo>
                  <a:lnTo>
                    <a:pt x="2013493" y="2324433"/>
                  </a:lnTo>
                  <a:lnTo>
                    <a:pt x="2033590" y="2293958"/>
                  </a:lnTo>
                  <a:close/>
                  <a:moveTo>
                    <a:pt x="1562836" y="1819148"/>
                  </a:moveTo>
                  <a:lnTo>
                    <a:pt x="1622059" y="1761914"/>
                  </a:lnTo>
                  <a:lnTo>
                    <a:pt x="1662661" y="1710491"/>
                  </a:lnTo>
                  <a:close/>
                  <a:moveTo>
                    <a:pt x="1328768" y="1502282"/>
                  </a:moveTo>
                  <a:lnTo>
                    <a:pt x="1328892" y="1501784"/>
                  </a:lnTo>
                  <a:lnTo>
                    <a:pt x="1366652" y="1427765"/>
                  </a:lnTo>
                  <a:close/>
                  <a:moveTo>
                    <a:pt x="570847" y="493416"/>
                  </a:moveTo>
                  <a:lnTo>
                    <a:pt x="552300" y="548840"/>
                  </a:lnTo>
                  <a:lnTo>
                    <a:pt x="585715" y="515701"/>
                  </a:lnTo>
                  <a:close/>
                  <a:moveTo>
                    <a:pt x="570847" y="493416"/>
                  </a:moveTo>
                  <a:lnTo>
                    <a:pt x="585715" y="515701"/>
                  </a:lnTo>
                  <a:lnTo>
                    <a:pt x="579416" y="435020"/>
                  </a:lnTo>
                  <a:close/>
                  <a:moveTo>
                    <a:pt x="579416" y="435020"/>
                  </a:moveTo>
                  <a:lnTo>
                    <a:pt x="585715" y="515701"/>
                  </a:lnTo>
                  <a:lnTo>
                    <a:pt x="606684" y="473515"/>
                  </a:lnTo>
                  <a:close/>
                  <a:moveTo>
                    <a:pt x="2158644" y="2285997"/>
                  </a:moveTo>
                  <a:lnTo>
                    <a:pt x="2175664" y="2223261"/>
                  </a:lnTo>
                  <a:lnTo>
                    <a:pt x="2152921" y="2257535"/>
                  </a:lnTo>
                  <a:close/>
                  <a:moveTo>
                    <a:pt x="748742" y="369883"/>
                  </a:moveTo>
                  <a:lnTo>
                    <a:pt x="731800" y="356613"/>
                  </a:lnTo>
                  <a:lnTo>
                    <a:pt x="697294" y="381884"/>
                  </a:lnTo>
                  <a:close/>
                  <a:moveTo>
                    <a:pt x="748742" y="369883"/>
                  </a:moveTo>
                  <a:lnTo>
                    <a:pt x="772771" y="395049"/>
                  </a:lnTo>
                  <a:lnTo>
                    <a:pt x="754167" y="315868"/>
                  </a:lnTo>
                  <a:close/>
                  <a:moveTo>
                    <a:pt x="731800" y="356613"/>
                  </a:moveTo>
                  <a:lnTo>
                    <a:pt x="748742" y="369883"/>
                  </a:lnTo>
                  <a:lnTo>
                    <a:pt x="754167" y="315868"/>
                  </a:lnTo>
                  <a:close/>
                  <a:moveTo>
                    <a:pt x="1566147" y="1185920"/>
                  </a:moveTo>
                  <a:lnTo>
                    <a:pt x="1551962" y="1242037"/>
                  </a:lnTo>
                  <a:lnTo>
                    <a:pt x="1634432" y="1162570"/>
                  </a:lnTo>
                  <a:close/>
                  <a:moveTo>
                    <a:pt x="729162" y="285834"/>
                  </a:moveTo>
                  <a:lnTo>
                    <a:pt x="754167" y="315868"/>
                  </a:lnTo>
                  <a:lnTo>
                    <a:pt x="766334" y="255488"/>
                  </a:lnTo>
                  <a:close/>
                  <a:moveTo>
                    <a:pt x="731800" y="356613"/>
                  </a:moveTo>
                  <a:lnTo>
                    <a:pt x="754167" y="315868"/>
                  </a:lnTo>
                  <a:lnTo>
                    <a:pt x="715660" y="336186"/>
                  </a:lnTo>
                  <a:close/>
                  <a:moveTo>
                    <a:pt x="825318" y="268128"/>
                  </a:moveTo>
                  <a:lnTo>
                    <a:pt x="754167" y="315868"/>
                  </a:lnTo>
                  <a:lnTo>
                    <a:pt x="819926" y="283071"/>
                  </a:lnTo>
                  <a:close/>
                  <a:moveTo>
                    <a:pt x="825318" y="268128"/>
                  </a:moveTo>
                  <a:lnTo>
                    <a:pt x="766334" y="255488"/>
                  </a:lnTo>
                  <a:lnTo>
                    <a:pt x="754167" y="315868"/>
                  </a:lnTo>
                  <a:close/>
                  <a:moveTo>
                    <a:pt x="766334" y="255488"/>
                  </a:moveTo>
                  <a:lnTo>
                    <a:pt x="825318" y="268128"/>
                  </a:lnTo>
                  <a:lnTo>
                    <a:pt x="776238" y="183186"/>
                  </a:lnTo>
                  <a:close/>
                  <a:moveTo>
                    <a:pt x="825318" y="268128"/>
                  </a:moveTo>
                  <a:lnTo>
                    <a:pt x="846854" y="168547"/>
                  </a:lnTo>
                  <a:lnTo>
                    <a:pt x="776238" y="183186"/>
                  </a:lnTo>
                  <a:close/>
                  <a:moveTo>
                    <a:pt x="761740" y="235961"/>
                  </a:moveTo>
                  <a:lnTo>
                    <a:pt x="766334" y="255488"/>
                  </a:lnTo>
                  <a:lnTo>
                    <a:pt x="776238" y="183186"/>
                  </a:lnTo>
                  <a:close/>
                  <a:moveTo>
                    <a:pt x="1634432" y="1162570"/>
                  </a:moveTo>
                  <a:lnTo>
                    <a:pt x="1690694" y="1189843"/>
                  </a:lnTo>
                  <a:lnTo>
                    <a:pt x="1566147" y="1185920"/>
                  </a:lnTo>
                  <a:close/>
                  <a:moveTo>
                    <a:pt x="1389625" y="589390"/>
                  </a:moveTo>
                  <a:lnTo>
                    <a:pt x="1309654" y="617200"/>
                  </a:lnTo>
                  <a:lnTo>
                    <a:pt x="1264979" y="617220"/>
                  </a:lnTo>
                  <a:close/>
                  <a:moveTo>
                    <a:pt x="846854" y="168547"/>
                  </a:moveTo>
                  <a:lnTo>
                    <a:pt x="856368" y="142793"/>
                  </a:lnTo>
                  <a:lnTo>
                    <a:pt x="819485" y="129680"/>
                  </a:lnTo>
                  <a:close/>
                  <a:moveTo>
                    <a:pt x="776238" y="183186"/>
                  </a:moveTo>
                  <a:lnTo>
                    <a:pt x="846854" y="168547"/>
                  </a:lnTo>
                  <a:lnTo>
                    <a:pt x="819485" y="129680"/>
                  </a:lnTo>
                  <a:close/>
                  <a:moveTo>
                    <a:pt x="856368" y="142793"/>
                  </a:moveTo>
                  <a:lnTo>
                    <a:pt x="926188" y="146622"/>
                  </a:lnTo>
                  <a:lnTo>
                    <a:pt x="881747" y="83806"/>
                  </a:lnTo>
                  <a:close/>
                  <a:moveTo>
                    <a:pt x="839685" y="115310"/>
                  </a:moveTo>
                  <a:lnTo>
                    <a:pt x="856368" y="142793"/>
                  </a:lnTo>
                  <a:lnTo>
                    <a:pt x="881747" y="83806"/>
                  </a:lnTo>
                  <a:close/>
                  <a:moveTo>
                    <a:pt x="1333687" y="608600"/>
                  </a:moveTo>
                  <a:lnTo>
                    <a:pt x="1389625" y="589390"/>
                  </a:lnTo>
                  <a:lnTo>
                    <a:pt x="1422807" y="498251"/>
                  </a:lnTo>
                  <a:close/>
                  <a:moveTo>
                    <a:pt x="1422807" y="498251"/>
                  </a:moveTo>
                  <a:lnTo>
                    <a:pt x="1435571" y="475332"/>
                  </a:lnTo>
                  <a:lnTo>
                    <a:pt x="1378932" y="570164"/>
                  </a:lnTo>
                  <a:close/>
                  <a:moveTo>
                    <a:pt x="1405793" y="434637"/>
                  </a:moveTo>
                  <a:lnTo>
                    <a:pt x="1449203" y="449512"/>
                  </a:lnTo>
                  <a:lnTo>
                    <a:pt x="1435571" y="475332"/>
                  </a:lnTo>
                  <a:close/>
                  <a:moveTo>
                    <a:pt x="1584937" y="331908"/>
                  </a:moveTo>
                  <a:lnTo>
                    <a:pt x="1637307" y="332416"/>
                  </a:lnTo>
                  <a:lnTo>
                    <a:pt x="1565671" y="246645"/>
                  </a:lnTo>
                  <a:close/>
                  <a:moveTo>
                    <a:pt x="1475174" y="43779"/>
                  </a:moveTo>
                  <a:lnTo>
                    <a:pt x="1492015" y="47947"/>
                  </a:lnTo>
                  <a:lnTo>
                    <a:pt x="1455088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81" name="Candidate_density__2080">
              <a:extLst>
                <a:ext uri="{FF2B5EF4-FFF2-40B4-BE49-F238E27FC236}">
                  <a16:creationId xmlns:a16="http://schemas.microsoft.com/office/drawing/2014/main" id="{17F66D04-E231-3BB7-3055-B436E265C31B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1959884" cy="3657956"/>
            </a:xfrm>
            <a:custGeom>
              <a:avLst/>
              <a:gdLst/>
              <a:ahLst/>
              <a:cxnLst/>
              <a:rect l="0" t="0" r="0" b="0"/>
              <a:pathLst>
                <a:path w="1959884" h="3657956">
                  <a:moveTo>
                    <a:pt x="367804" y="3623869"/>
                  </a:moveTo>
                  <a:lnTo>
                    <a:pt x="409080" y="3657956"/>
                  </a:lnTo>
                  <a:lnTo>
                    <a:pt x="428153" y="3600951"/>
                  </a:lnTo>
                  <a:close/>
                  <a:moveTo>
                    <a:pt x="468431" y="3585432"/>
                  </a:moveTo>
                  <a:lnTo>
                    <a:pt x="428153" y="3600951"/>
                  </a:lnTo>
                  <a:lnTo>
                    <a:pt x="409080" y="3657956"/>
                  </a:lnTo>
                  <a:close/>
                  <a:moveTo>
                    <a:pt x="369692" y="3338787"/>
                  </a:moveTo>
                  <a:lnTo>
                    <a:pt x="353398" y="3449771"/>
                  </a:lnTo>
                  <a:lnTo>
                    <a:pt x="392086" y="3379216"/>
                  </a:lnTo>
                  <a:close/>
                  <a:moveTo>
                    <a:pt x="492313" y="3503217"/>
                  </a:moveTo>
                  <a:lnTo>
                    <a:pt x="468431" y="3585432"/>
                  </a:lnTo>
                  <a:lnTo>
                    <a:pt x="560169" y="3554216"/>
                  </a:lnTo>
                  <a:close/>
                  <a:moveTo>
                    <a:pt x="532940" y="3382565"/>
                  </a:moveTo>
                  <a:lnTo>
                    <a:pt x="592628" y="3344129"/>
                  </a:lnTo>
                  <a:lnTo>
                    <a:pt x="522150" y="3371641"/>
                  </a:lnTo>
                  <a:close/>
                  <a:moveTo>
                    <a:pt x="592628" y="3344129"/>
                  </a:moveTo>
                  <a:lnTo>
                    <a:pt x="553091" y="3272125"/>
                  </a:lnTo>
                  <a:lnTo>
                    <a:pt x="522150" y="3371641"/>
                  </a:lnTo>
                  <a:close/>
                  <a:moveTo>
                    <a:pt x="505684" y="2897866"/>
                  </a:moveTo>
                  <a:lnTo>
                    <a:pt x="539358" y="2976832"/>
                  </a:lnTo>
                  <a:lnTo>
                    <a:pt x="521219" y="2937759"/>
                  </a:lnTo>
                  <a:close/>
                  <a:moveTo>
                    <a:pt x="506992" y="2894617"/>
                  </a:moveTo>
                  <a:lnTo>
                    <a:pt x="505684" y="2897866"/>
                  </a:lnTo>
                  <a:lnTo>
                    <a:pt x="521219" y="2937759"/>
                  </a:lnTo>
                  <a:close/>
                  <a:moveTo>
                    <a:pt x="507529" y="2886575"/>
                  </a:moveTo>
                  <a:lnTo>
                    <a:pt x="505684" y="2897866"/>
                  </a:lnTo>
                  <a:lnTo>
                    <a:pt x="506992" y="2894617"/>
                  </a:lnTo>
                  <a:close/>
                  <a:moveTo>
                    <a:pt x="539358" y="2976832"/>
                  </a:moveTo>
                  <a:lnTo>
                    <a:pt x="579622" y="3059047"/>
                  </a:lnTo>
                  <a:lnTo>
                    <a:pt x="646913" y="3020611"/>
                  </a:lnTo>
                  <a:close/>
                  <a:moveTo>
                    <a:pt x="506992" y="2894617"/>
                  </a:moveTo>
                  <a:lnTo>
                    <a:pt x="521219" y="2937759"/>
                  </a:lnTo>
                  <a:lnTo>
                    <a:pt x="534893" y="2874119"/>
                  </a:lnTo>
                  <a:close/>
                  <a:moveTo>
                    <a:pt x="507529" y="2886575"/>
                  </a:moveTo>
                  <a:lnTo>
                    <a:pt x="506992" y="2894617"/>
                  </a:lnTo>
                  <a:lnTo>
                    <a:pt x="534893" y="2874119"/>
                  </a:lnTo>
                  <a:close/>
                  <a:moveTo>
                    <a:pt x="283798" y="2392194"/>
                  </a:moveTo>
                  <a:lnTo>
                    <a:pt x="230636" y="2408632"/>
                  </a:lnTo>
                  <a:lnTo>
                    <a:pt x="222795" y="2442772"/>
                  </a:lnTo>
                  <a:close/>
                  <a:moveTo>
                    <a:pt x="659212" y="2833642"/>
                  </a:moveTo>
                  <a:lnTo>
                    <a:pt x="748610" y="2821556"/>
                  </a:lnTo>
                  <a:lnTo>
                    <a:pt x="711370" y="2751739"/>
                  </a:lnTo>
                  <a:close/>
                  <a:moveTo>
                    <a:pt x="748610" y="2821556"/>
                  </a:moveTo>
                  <a:lnTo>
                    <a:pt x="825339" y="2819768"/>
                  </a:lnTo>
                  <a:lnTo>
                    <a:pt x="711370" y="2751739"/>
                  </a:lnTo>
                  <a:close/>
                  <a:moveTo>
                    <a:pt x="33718" y="1913378"/>
                  </a:moveTo>
                  <a:lnTo>
                    <a:pt x="0" y="1951814"/>
                  </a:lnTo>
                  <a:lnTo>
                    <a:pt x="47863" y="1995593"/>
                  </a:lnTo>
                  <a:close/>
                  <a:moveTo>
                    <a:pt x="33718" y="1913378"/>
                  </a:moveTo>
                  <a:lnTo>
                    <a:pt x="27174" y="1831163"/>
                  </a:lnTo>
                  <a:lnTo>
                    <a:pt x="0" y="1951814"/>
                  </a:lnTo>
                  <a:close/>
                  <a:moveTo>
                    <a:pt x="346637" y="2242238"/>
                  </a:moveTo>
                  <a:lnTo>
                    <a:pt x="423409" y="2205113"/>
                  </a:lnTo>
                  <a:lnTo>
                    <a:pt x="422175" y="2204519"/>
                  </a:lnTo>
                  <a:close/>
                  <a:moveTo>
                    <a:pt x="331315" y="2160023"/>
                  </a:moveTo>
                  <a:lnTo>
                    <a:pt x="422175" y="2204519"/>
                  </a:lnTo>
                  <a:lnTo>
                    <a:pt x="397787" y="2124254"/>
                  </a:lnTo>
                  <a:close/>
                  <a:moveTo>
                    <a:pt x="424526" y="2203802"/>
                  </a:moveTo>
                  <a:lnTo>
                    <a:pt x="402080" y="2121587"/>
                  </a:lnTo>
                  <a:lnTo>
                    <a:pt x="422175" y="2204519"/>
                  </a:lnTo>
                  <a:close/>
                  <a:moveTo>
                    <a:pt x="402080" y="2121587"/>
                  </a:moveTo>
                  <a:lnTo>
                    <a:pt x="397787" y="2124254"/>
                  </a:lnTo>
                  <a:lnTo>
                    <a:pt x="422175" y="2204519"/>
                  </a:lnTo>
                  <a:close/>
                  <a:moveTo>
                    <a:pt x="422175" y="2204519"/>
                  </a:moveTo>
                  <a:lnTo>
                    <a:pt x="423409" y="2205113"/>
                  </a:lnTo>
                  <a:lnTo>
                    <a:pt x="424526" y="2203802"/>
                  </a:lnTo>
                  <a:close/>
                  <a:moveTo>
                    <a:pt x="345069" y="2127413"/>
                  </a:moveTo>
                  <a:lnTo>
                    <a:pt x="397787" y="2124254"/>
                  </a:lnTo>
                  <a:lnTo>
                    <a:pt x="402080" y="2121587"/>
                  </a:lnTo>
                  <a:close/>
                  <a:moveTo>
                    <a:pt x="33718" y="1913378"/>
                  </a:moveTo>
                  <a:lnTo>
                    <a:pt x="47863" y="1995593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33718" y="1913378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83686" y="1874941"/>
                  </a:lnTo>
                  <a:lnTo>
                    <a:pt x="41335" y="1792726"/>
                  </a:lnTo>
                  <a:close/>
                  <a:moveTo>
                    <a:pt x="70525" y="1721712"/>
                  </a:moveTo>
                  <a:lnTo>
                    <a:pt x="27174" y="1831163"/>
                  </a:lnTo>
                  <a:lnTo>
                    <a:pt x="41335" y="1792726"/>
                  </a:lnTo>
                  <a:close/>
                  <a:moveTo>
                    <a:pt x="1020064" y="2861522"/>
                  </a:moveTo>
                  <a:lnTo>
                    <a:pt x="1001339" y="2943738"/>
                  </a:lnTo>
                  <a:lnTo>
                    <a:pt x="1091430" y="2905301"/>
                  </a:lnTo>
                  <a:close/>
                  <a:moveTo>
                    <a:pt x="1020064" y="2861522"/>
                  </a:moveTo>
                  <a:lnTo>
                    <a:pt x="1091430" y="2905301"/>
                  </a:lnTo>
                  <a:lnTo>
                    <a:pt x="1073508" y="2823086"/>
                  </a:lnTo>
                  <a:close/>
                  <a:moveTo>
                    <a:pt x="1076349" y="2759201"/>
                  </a:moveTo>
                  <a:lnTo>
                    <a:pt x="1020064" y="2861522"/>
                  </a:lnTo>
                  <a:lnTo>
                    <a:pt x="1073508" y="2823086"/>
                  </a:lnTo>
                  <a:close/>
                  <a:moveTo>
                    <a:pt x="724150" y="2368232"/>
                  </a:moveTo>
                  <a:lnTo>
                    <a:pt x="745713" y="2423542"/>
                  </a:lnTo>
                  <a:lnTo>
                    <a:pt x="805872" y="2412011"/>
                  </a:lnTo>
                  <a:close/>
                  <a:moveTo>
                    <a:pt x="418972" y="2286017"/>
                  </a:moveTo>
                  <a:lnTo>
                    <a:pt x="423372" y="2203546"/>
                  </a:lnTo>
                  <a:lnTo>
                    <a:pt x="423409" y="2205113"/>
                  </a:lnTo>
                  <a:close/>
                  <a:moveTo>
                    <a:pt x="169363" y="1688315"/>
                  </a:moveTo>
                  <a:lnTo>
                    <a:pt x="98898" y="1710511"/>
                  </a:lnTo>
                  <a:lnTo>
                    <a:pt x="192134" y="1682527"/>
                  </a:lnTo>
                  <a:close/>
                  <a:moveTo>
                    <a:pt x="192134" y="1682527"/>
                  </a:moveTo>
                  <a:lnTo>
                    <a:pt x="98898" y="1710511"/>
                  </a:lnTo>
                  <a:lnTo>
                    <a:pt x="70525" y="1721712"/>
                  </a:lnTo>
                  <a:close/>
                  <a:moveTo>
                    <a:pt x="1258036" y="2710362"/>
                  </a:moveTo>
                  <a:lnTo>
                    <a:pt x="1239198" y="2784649"/>
                  </a:lnTo>
                  <a:lnTo>
                    <a:pt x="1249737" y="2702435"/>
                  </a:lnTo>
                  <a:close/>
                  <a:moveTo>
                    <a:pt x="414450" y="1810432"/>
                  </a:moveTo>
                  <a:lnTo>
                    <a:pt x="350666" y="1715854"/>
                  </a:lnTo>
                  <a:lnTo>
                    <a:pt x="327831" y="1720167"/>
                  </a:lnTo>
                  <a:close/>
                  <a:moveTo>
                    <a:pt x="327831" y="1720167"/>
                  </a:moveTo>
                  <a:lnTo>
                    <a:pt x="337549" y="1732349"/>
                  </a:lnTo>
                  <a:lnTo>
                    <a:pt x="414450" y="1810432"/>
                  </a:lnTo>
                  <a:close/>
                  <a:moveTo>
                    <a:pt x="246994" y="1725294"/>
                  </a:moveTo>
                  <a:lnTo>
                    <a:pt x="265214" y="1677103"/>
                  </a:lnTo>
                  <a:lnTo>
                    <a:pt x="192134" y="1682527"/>
                  </a:lnTo>
                  <a:close/>
                  <a:moveTo>
                    <a:pt x="279944" y="1672075"/>
                  </a:moveTo>
                  <a:lnTo>
                    <a:pt x="265214" y="1677103"/>
                  </a:lnTo>
                  <a:lnTo>
                    <a:pt x="388109" y="1642728"/>
                  </a:lnTo>
                  <a:close/>
                  <a:moveTo>
                    <a:pt x="1249737" y="2702435"/>
                  </a:moveTo>
                  <a:lnTo>
                    <a:pt x="1239198" y="2784649"/>
                  </a:lnTo>
                  <a:lnTo>
                    <a:pt x="1310949" y="2746213"/>
                  </a:lnTo>
                  <a:close/>
                  <a:moveTo>
                    <a:pt x="1249737" y="2702435"/>
                  </a:moveTo>
                  <a:lnTo>
                    <a:pt x="1310949" y="2746213"/>
                  </a:lnTo>
                  <a:lnTo>
                    <a:pt x="1263340" y="2663998"/>
                  </a:lnTo>
                  <a:close/>
                  <a:moveTo>
                    <a:pt x="350666" y="1715854"/>
                  </a:moveTo>
                  <a:lnTo>
                    <a:pt x="421098" y="1766069"/>
                  </a:lnTo>
                  <a:lnTo>
                    <a:pt x="426872" y="1700241"/>
                  </a:lnTo>
                  <a:close/>
                  <a:moveTo>
                    <a:pt x="507004" y="1695687"/>
                  </a:moveTo>
                  <a:lnTo>
                    <a:pt x="426872" y="1700241"/>
                  </a:lnTo>
                  <a:lnTo>
                    <a:pt x="504889" y="1797498"/>
                  </a:lnTo>
                  <a:close/>
                  <a:moveTo>
                    <a:pt x="507004" y="1695687"/>
                  </a:moveTo>
                  <a:lnTo>
                    <a:pt x="493069" y="1606923"/>
                  </a:lnTo>
                  <a:lnTo>
                    <a:pt x="426872" y="1700241"/>
                  </a:lnTo>
                  <a:close/>
                  <a:moveTo>
                    <a:pt x="1203286" y="2581783"/>
                  </a:moveTo>
                  <a:lnTo>
                    <a:pt x="1177003" y="2499568"/>
                  </a:lnTo>
                  <a:lnTo>
                    <a:pt x="1174213" y="2517732"/>
                  </a:lnTo>
                  <a:close/>
                  <a:moveTo>
                    <a:pt x="1189897" y="2474672"/>
                  </a:moveTo>
                  <a:lnTo>
                    <a:pt x="1174213" y="2517732"/>
                  </a:lnTo>
                  <a:lnTo>
                    <a:pt x="1177003" y="2499568"/>
                  </a:lnTo>
                  <a:close/>
                  <a:moveTo>
                    <a:pt x="672822" y="1924062"/>
                  </a:moveTo>
                  <a:lnTo>
                    <a:pt x="700670" y="1841847"/>
                  </a:lnTo>
                  <a:lnTo>
                    <a:pt x="691680" y="1866917"/>
                  </a:lnTo>
                  <a:close/>
                  <a:moveTo>
                    <a:pt x="707581" y="1786006"/>
                  </a:moveTo>
                  <a:lnTo>
                    <a:pt x="691680" y="1866917"/>
                  </a:lnTo>
                  <a:lnTo>
                    <a:pt x="700670" y="1841847"/>
                  </a:lnTo>
                  <a:close/>
                  <a:moveTo>
                    <a:pt x="1237139" y="2436104"/>
                  </a:moveTo>
                  <a:lnTo>
                    <a:pt x="1189897" y="2474672"/>
                  </a:lnTo>
                  <a:lnTo>
                    <a:pt x="1177003" y="2499568"/>
                  </a:lnTo>
                  <a:close/>
                  <a:moveTo>
                    <a:pt x="1303963" y="2407286"/>
                  </a:moveTo>
                  <a:lnTo>
                    <a:pt x="1189897" y="2474672"/>
                  </a:lnTo>
                  <a:lnTo>
                    <a:pt x="1237139" y="2436104"/>
                  </a:lnTo>
                  <a:close/>
                  <a:moveTo>
                    <a:pt x="672822" y="1924062"/>
                  </a:moveTo>
                  <a:lnTo>
                    <a:pt x="766858" y="1803410"/>
                  </a:lnTo>
                  <a:lnTo>
                    <a:pt x="700670" y="1841847"/>
                  </a:lnTo>
                  <a:close/>
                  <a:moveTo>
                    <a:pt x="766858" y="1803410"/>
                  </a:moveTo>
                  <a:lnTo>
                    <a:pt x="707581" y="1786006"/>
                  </a:lnTo>
                  <a:lnTo>
                    <a:pt x="700670" y="1841847"/>
                  </a:lnTo>
                  <a:close/>
                  <a:moveTo>
                    <a:pt x="617707" y="1638981"/>
                  </a:moveTo>
                  <a:lnTo>
                    <a:pt x="642857" y="1607470"/>
                  </a:lnTo>
                  <a:lnTo>
                    <a:pt x="529233" y="1595201"/>
                  </a:lnTo>
                  <a:close/>
                  <a:moveTo>
                    <a:pt x="567780" y="1677417"/>
                  </a:moveTo>
                  <a:lnTo>
                    <a:pt x="617707" y="1638981"/>
                  </a:lnTo>
                  <a:lnTo>
                    <a:pt x="529233" y="1595201"/>
                  </a:lnTo>
                  <a:close/>
                  <a:moveTo>
                    <a:pt x="607731" y="1574296"/>
                  </a:moveTo>
                  <a:lnTo>
                    <a:pt x="642857" y="1607470"/>
                  </a:lnTo>
                  <a:lnTo>
                    <a:pt x="712390" y="1588783"/>
                  </a:lnTo>
                  <a:close/>
                  <a:moveTo>
                    <a:pt x="455207" y="1512987"/>
                  </a:moveTo>
                  <a:lnTo>
                    <a:pt x="496401" y="1553754"/>
                  </a:lnTo>
                  <a:lnTo>
                    <a:pt x="507230" y="1495318"/>
                  </a:lnTo>
                  <a:close/>
                  <a:moveTo>
                    <a:pt x="477665" y="1483703"/>
                  </a:moveTo>
                  <a:lnTo>
                    <a:pt x="455207" y="1512987"/>
                  </a:lnTo>
                  <a:lnTo>
                    <a:pt x="507230" y="1495318"/>
                  </a:lnTo>
                  <a:close/>
                  <a:moveTo>
                    <a:pt x="1757603" y="2773538"/>
                  </a:moveTo>
                  <a:lnTo>
                    <a:pt x="1845786" y="2713119"/>
                  </a:lnTo>
                  <a:lnTo>
                    <a:pt x="1759602" y="2745149"/>
                  </a:lnTo>
                  <a:close/>
                  <a:moveTo>
                    <a:pt x="1747832" y="2737006"/>
                  </a:moveTo>
                  <a:lnTo>
                    <a:pt x="1759602" y="2745149"/>
                  </a:lnTo>
                  <a:lnTo>
                    <a:pt x="1845786" y="2713119"/>
                  </a:lnTo>
                  <a:close/>
                  <a:moveTo>
                    <a:pt x="1668486" y="2384258"/>
                  </a:moveTo>
                  <a:lnTo>
                    <a:pt x="1701631" y="2349069"/>
                  </a:lnTo>
                  <a:lnTo>
                    <a:pt x="1595200" y="2422695"/>
                  </a:lnTo>
                  <a:close/>
                  <a:moveTo>
                    <a:pt x="1430404" y="2258265"/>
                  </a:moveTo>
                  <a:lnTo>
                    <a:pt x="1485481" y="2313436"/>
                  </a:lnTo>
                  <a:lnTo>
                    <a:pt x="1514298" y="2222841"/>
                  </a:lnTo>
                  <a:close/>
                  <a:moveTo>
                    <a:pt x="948864" y="1700403"/>
                  </a:moveTo>
                  <a:lnTo>
                    <a:pt x="919477" y="1742313"/>
                  </a:lnTo>
                  <a:lnTo>
                    <a:pt x="981956" y="1644323"/>
                  </a:lnTo>
                  <a:close/>
                  <a:moveTo>
                    <a:pt x="948864" y="1700403"/>
                  </a:moveTo>
                  <a:lnTo>
                    <a:pt x="981956" y="1644323"/>
                  </a:lnTo>
                  <a:lnTo>
                    <a:pt x="958930" y="1670739"/>
                  </a:lnTo>
                  <a:close/>
                  <a:moveTo>
                    <a:pt x="947227" y="1682759"/>
                  </a:moveTo>
                  <a:lnTo>
                    <a:pt x="948864" y="1700403"/>
                  </a:lnTo>
                  <a:lnTo>
                    <a:pt x="958930" y="1670739"/>
                  </a:lnTo>
                  <a:close/>
                  <a:moveTo>
                    <a:pt x="988659" y="1633985"/>
                  </a:moveTo>
                  <a:lnTo>
                    <a:pt x="947227" y="1682759"/>
                  </a:lnTo>
                  <a:lnTo>
                    <a:pt x="958930" y="1670739"/>
                  </a:lnTo>
                  <a:close/>
                  <a:moveTo>
                    <a:pt x="1001015" y="1616728"/>
                  </a:moveTo>
                  <a:lnTo>
                    <a:pt x="947227" y="1682759"/>
                  </a:lnTo>
                  <a:lnTo>
                    <a:pt x="988659" y="1633985"/>
                  </a:lnTo>
                  <a:close/>
                  <a:moveTo>
                    <a:pt x="1049994" y="1584650"/>
                  </a:moveTo>
                  <a:lnTo>
                    <a:pt x="1001015" y="1616728"/>
                  </a:lnTo>
                  <a:lnTo>
                    <a:pt x="988659" y="1633985"/>
                  </a:lnTo>
                  <a:close/>
                  <a:moveTo>
                    <a:pt x="289997" y="750003"/>
                  </a:moveTo>
                  <a:lnTo>
                    <a:pt x="211027" y="657742"/>
                  </a:lnTo>
                  <a:lnTo>
                    <a:pt x="204398" y="658909"/>
                  </a:lnTo>
                  <a:close/>
                  <a:moveTo>
                    <a:pt x="142372" y="635667"/>
                  </a:moveTo>
                  <a:lnTo>
                    <a:pt x="89765" y="696178"/>
                  </a:lnTo>
                  <a:lnTo>
                    <a:pt x="204398" y="658909"/>
                  </a:lnTo>
                  <a:close/>
                  <a:moveTo>
                    <a:pt x="211027" y="657742"/>
                  </a:moveTo>
                  <a:lnTo>
                    <a:pt x="142372" y="635667"/>
                  </a:lnTo>
                  <a:lnTo>
                    <a:pt x="204398" y="658909"/>
                  </a:lnTo>
                  <a:close/>
                  <a:moveTo>
                    <a:pt x="1553899" y="2099177"/>
                  </a:moveTo>
                  <a:lnTo>
                    <a:pt x="1528611" y="2111112"/>
                  </a:lnTo>
                  <a:lnTo>
                    <a:pt x="1530688" y="2219829"/>
                  </a:lnTo>
                  <a:close/>
                  <a:moveTo>
                    <a:pt x="1591641" y="2016962"/>
                  </a:moveTo>
                  <a:lnTo>
                    <a:pt x="1528611" y="2111112"/>
                  </a:lnTo>
                  <a:lnTo>
                    <a:pt x="1553899" y="2099177"/>
                  </a:lnTo>
                  <a:close/>
                  <a:moveTo>
                    <a:pt x="1049994" y="1584650"/>
                  </a:moveTo>
                  <a:lnTo>
                    <a:pt x="1061916" y="1523671"/>
                  </a:lnTo>
                  <a:lnTo>
                    <a:pt x="1061742" y="1547655"/>
                  </a:lnTo>
                  <a:close/>
                  <a:moveTo>
                    <a:pt x="1064627" y="1562107"/>
                  </a:moveTo>
                  <a:lnTo>
                    <a:pt x="1049994" y="1584650"/>
                  </a:lnTo>
                  <a:lnTo>
                    <a:pt x="1061742" y="1547655"/>
                  </a:lnTo>
                  <a:close/>
                  <a:moveTo>
                    <a:pt x="1082210" y="1489896"/>
                  </a:moveTo>
                  <a:lnTo>
                    <a:pt x="1064627" y="1562107"/>
                  </a:lnTo>
                  <a:lnTo>
                    <a:pt x="1061742" y="1547655"/>
                  </a:lnTo>
                  <a:close/>
                  <a:moveTo>
                    <a:pt x="302980" y="639357"/>
                  </a:moveTo>
                  <a:lnTo>
                    <a:pt x="211027" y="657742"/>
                  </a:lnTo>
                  <a:lnTo>
                    <a:pt x="288789" y="689236"/>
                  </a:lnTo>
                  <a:close/>
                  <a:moveTo>
                    <a:pt x="268705" y="614142"/>
                  </a:moveTo>
                  <a:lnTo>
                    <a:pt x="211027" y="657742"/>
                  </a:lnTo>
                  <a:lnTo>
                    <a:pt x="302980" y="639357"/>
                  </a:lnTo>
                  <a:close/>
                  <a:moveTo>
                    <a:pt x="288789" y="689236"/>
                  </a:moveTo>
                  <a:lnTo>
                    <a:pt x="359652" y="619305"/>
                  </a:lnTo>
                  <a:lnTo>
                    <a:pt x="302980" y="639357"/>
                  </a:lnTo>
                  <a:close/>
                  <a:moveTo>
                    <a:pt x="289288" y="575526"/>
                  </a:moveTo>
                  <a:lnTo>
                    <a:pt x="302980" y="639357"/>
                  </a:lnTo>
                  <a:lnTo>
                    <a:pt x="359652" y="619305"/>
                  </a:lnTo>
                  <a:close/>
                  <a:moveTo>
                    <a:pt x="289288" y="575526"/>
                  </a:moveTo>
                  <a:lnTo>
                    <a:pt x="359652" y="619305"/>
                  </a:lnTo>
                  <a:lnTo>
                    <a:pt x="366244" y="537090"/>
                  </a:lnTo>
                  <a:close/>
                  <a:moveTo>
                    <a:pt x="1082210" y="1489896"/>
                  </a:moveTo>
                  <a:lnTo>
                    <a:pt x="1061742" y="1547655"/>
                  </a:lnTo>
                  <a:lnTo>
                    <a:pt x="1061916" y="1523671"/>
                  </a:lnTo>
                  <a:close/>
                  <a:moveTo>
                    <a:pt x="1553899" y="2099177"/>
                  </a:moveTo>
                  <a:lnTo>
                    <a:pt x="1549723" y="2123219"/>
                  </a:lnTo>
                  <a:lnTo>
                    <a:pt x="1551881" y="2092194"/>
                  </a:lnTo>
                  <a:close/>
                  <a:moveTo>
                    <a:pt x="1758418" y="2142956"/>
                  </a:moveTo>
                  <a:lnTo>
                    <a:pt x="1767097" y="2163431"/>
                  </a:lnTo>
                  <a:lnTo>
                    <a:pt x="1760142" y="2244250"/>
                  </a:lnTo>
                  <a:close/>
                  <a:moveTo>
                    <a:pt x="1765040" y="2142956"/>
                  </a:moveTo>
                  <a:lnTo>
                    <a:pt x="1760142" y="2244250"/>
                  </a:lnTo>
                  <a:lnTo>
                    <a:pt x="1767097" y="2163431"/>
                  </a:lnTo>
                  <a:close/>
                  <a:moveTo>
                    <a:pt x="1553899" y="2099177"/>
                  </a:moveTo>
                  <a:lnTo>
                    <a:pt x="1551881" y="2092194"/>
                  </a:lnTo>
                  <a:lnTo>
                    <a:pt x="1591641" y="2016962"/>
                  </a:lnTo>
                  <a:close/>
                  <a:moveTo>
                    <a:pt x="1591641" y="2016962"/>
                  </a:moveTo>
                  <a:lnTo>
                    <a:pt x="1551881" y="2092194"/>
                  </a:lnTo>
                  <a:lnTo>
                    <a:pt x="1655401" y="2024475"/>
                  </a:lnTo>
                  <a:close/>
                  <a:moveTo>
                    <a:pt x="1655401" y="2024475"/>
                  </a:moveTo>
                  <a:lnTo>
                    <a:pt x="1599622" y="2013881"/>
                  </a:lnTo>
                  <a:lnTo>
                    <a:pt x="1591641" y="2016962"/>
                  </a:lnTo>
                  <a:close/>
                  <a:moveTo>
                    <a:pt x="1082210" y="1489896"/>
                  </a:moveTo>
                  <a:lnTo>
                    <a:pt x="1133806" y="1489068"/>
                  </a:lnTo>
                  <a:lnTo>
                    <a:pt x="1146868" y="1452985"/>
                  </a:lnTo>
                  <a:close/>
                  <a:moveTo>
                    <a:pt x="1146868" y="1452985"/>
                  </a:moveTo>
                  <a:lnTo>
                    <a:pt x="1133806" y="1489068"/>
                  </a:lnTo>
                  <a:lnTo>
                    <a:pt x="1179769" y="1403019"/>
                  </a:lnTo>
                  <a:close/>
                  <a:moveTo>
                    <a:pt x="791922" y="1025329"/>
                  </a:moveTo>
                  <a:lnTo>
                    <a:pt x="747482" y="1074379"/>
                  </a:lnTo>
                  <a:lnTo>
                    <a:pt x="731595" y="1112595"/>
                  </a:lnTo>
                  <a:close/>
                  <a:moveTo>
                    <a:pt x="359652" y="619305"/>
                  </a:moveTo>
                  <a:lnTo>
                    <a:pt x="383691" y="498653"/>
                  </a:lnTo>
                  <a:lnTo>
                    <a:pt x="366244" y="537090"/>
                  </a:lnTo>
                  <a:close/>
                  <a:moveTo>
                    <a:pt x="417562" y="461635"/>
                  </a:moveTo>
                  <a:lnTo>
                    <a:pt x="366244" y="537090"/>
                  </a:lnTo>
                  <a:lnTo>
                    <a:pt x="383691" y="498653"/>
                  </a:lnTo>
                  <a:close/>
                  <a:moveTo>
                    <a:pt x="417562" y="461635"/>
                  </a:moveTo>
                  <a:lnTo>
                    <a:pt x="376476" y="523224"/>
                  </a:lnTo>
                  <a:lnTo>
                    <a:pt x="366244" y="537090"/>
                  </a:lnTo>
                  <a:close/>
                  <a:moveTo>
                    <a:pt x="1187103" y="1388216"/>
                  </a:moveTo>
                  <a:lnTo>
                    <a:pt x="1167382" y="1422272"/>
                  </a:lnTo>
                  <a:lnTo>
                    <a:pt x="1179769" y="1403019"/>
                  </a:lnTo>
                  <a:close/>
                  <a:moveTo>
                    <a:pt x="1876283" y="2110329"/>
                  </a:moveTo>
                  <a:lnTo>
                    <a:pt x="1765040" y="2142956"/>
                  </a:lnTo>
                  <a:lnTo>
                    <a:pt x="1888495" y="2123455"/>
                  </a:lnTo>
                  <a:close/>
                  <a:moveTo>
                    <a:pt x="1765040" y="2142956"/>
                  </a:moveTo>
                  <a:lnTo>
                    <a:pt x="1767097" y="2163431"/>
                  </a:lnTo>
                  <a:lnTo>
                    <a:pt x="1888495" y="2123455"/>
                  </a:lnTo>
                  <a:close/>
                  <a:moveTo>
                    <a:pt x="1821616" y="2088610"/>
                  </a:moveTo>
                  <a:lnTo>
                    <a:pt x="1765040" y="2142956"/>
                  </a:lnTo>
                  <a:lnTo>
                    <a:pt x="1876283" y="2110329"/>
                  </a:lnTo>
                  <a:close/>
                  <a:moveTo>
                    <a:pt x="1876283" y="2110329"/>
                  </a:moveTo>
                  <a:lnTo>
                    <a:pt x="1895882" y="2087621"/>
                  </a:lnTo>
                  <a:lnTo>
                    <a:pt x="1821616" y="2088610"/>
                  </a:lnTo>
                  <a:close/>
                  <a:moveTo>
                    <a:pt x="1876283" y="2110329"/>
                  </a:moveTo>
                  <a:lnTo>
                    <a:pt x="1955859" y="2106227"/>
                  </a:lnTo>
                  <a:lnTo>
                    <a:pt x="1895882" y="2087621"/>
                  </a:lnTo>
                  <a:close/>
                  <a:moveTo>
                    <a:pt x="1955859" y="2106227"/>
                  </a:moveTo>
                  <a:lnTo>
                    <a:pt x="1876283" y="2110329"/>
                  </a:lnTo>
                  <a:lnTo>
                    <a:pt x="1959884" y="2111711"/>
                  </a:lnTo>
                  <a:close/>
                  <a:moveTo>
                    <a:pt x="1876283" y="2110329"/>
                  </a:moveTo>
                  <a:lnTo>
                    <a:pt x="1888495" y="2123455"/>
                  </a:lnTo>
                  <a:lnTo>
                    <a:pt x="1959884" y="2111711"/>
                  </a:lnTo>
                  <a:close/>
                  <a:moveTo>
                    <a:pt x="1637043" y="1783274"/>
                  </a:moveTo>
                  <a:lnTo>
                    <a:pt x="1614651" y="1872118"/>
                  </a:lnTo>
                  <a:lnTo>
                    <a:pt x="1665671" y="1775658"/>
                  </a:lnTo>
                  <a:close/>
                  <a:moveTo>
                    <a:pt x="1665671" y="1775658"/>
                  </a:moveTo>
                  <a:lnTo>
                    <a:pt x="1643900" y="1896310"/>
                  </a:lnTo>
                  <a:lnTo>
                    <a:pt x="1672090" y="1857873"/>
                  </a:lnTo>
                  <a:close/>
                  <a:moveTo>
                    <a:pt x="1637043" y="1783274"/>
                  </a:moveTo>
                  <a:lnTo>
                    <a:pt x="1642911" y="1762575"/>
                  </a:lnTo>
                  <a:lnTo>
                    <a:pt x="1562337" y="1739976"/>
                  </a:lnTo>
                  <a:close/>
                  <a:moveTo>
                    <a:pt x="954848" y="873320"/>
                  </a:moveTo>
                  <a:lnTo>
                    <a:pt x="852993" y="895534"/>
                  </a:lnTo>
                  <a:lnTo>
                    <a:pt x="958273" y="874769"/>
                  </a:lnTo>
                  <a:close/>
                  <a:moveTo>
                    <a:pt x="548671" y="460706"/>
                  </a:moveTo>
                  <a:lnTo>
                    <a:pt x="549511" y="461108"/>
                  </a:lnTo>
                  <a:lnTo>
                    <a:pt x="624365" y="462317"/>
                  </a:lnTo>
                  <a:close/>
                  <a:moveTo>
                    <a:pt x="549511" y="461108"/>
                  </a:moveTo>
                  <a:lnTo>
                    <a:pt x="548671" y="460706"/>
                  </a:lnTo>
                  <a:lnTo>
                    <a:pt x="544247" y="460217"/>
                  </a:lnTo>
                  <a:close/>
                  <a:moveTo>
                    <a:pt x="1665671" y="1775658"/>
                  </a:moveTo>
                  <a:lnTo>
                    <a:pt x="1779337" y="1778787"/>
                  </a:lnTo>
                  <a:lnTo>
                    <a:pt x="1736556" y="1762964"/>
                  </a:lnTo>
                  <a:close/>
                  <a:moveTo>
                    <a:pt x="1736556" y="1762964"/>
                  </a:moveTo>
                  <a:lnTo>
                    <a:pt x="1707076" y="1723818"/>
                  </a:lnTo>
                  <a:lnTo>
                    <a:pt x="1665671" y="1775658"/>
                  </a:lnTo>
                  <a:close/>
                  <a:moveTo>
                    <a:pt x="1736556" y="1762964"/>
                  </a:moveTo>
                  <a:lnTo>
                    <a:pt x="1779337" y="1778787"/>
                  </a:lnTo>
                  <a:lnTo>
                    <a:pt x="1853170" y="1776180"/>
                  </a:lnTo>
                  <a:close/>
                  <a:moveTo>
                    <a:pt x="1007613" y="844043"/>
                  </a:moveTo>
                  <a:lnTo>
                    <a:pt x="958273" y="874769"/>
                  </a:lnTo>
                  <a:lnTo>
                    <a:pt x="889299" y="895546"/>
                  </a:lnTo>
                  <a:close/>
                  <a:moveTo>
                    <a:pt x="671150" y="422038"/>
                  </a:moveTo>
                  <a:lnTo>
                    <a:pt x="624365" y="462317"/>
                  </a:lnTo>
                  <a:lnTo>
                    <a:pt x="549511" y="461108"/>
                  </a:lnTo>
                  <a:close/>
                  <a:moveTo>
                    <a:pt x="1523969" y="1166121"/>
                  </a:moveTo>
                  <a:lnTo>
                    <a:pt x="1484557" y="1205495"/>
                  </a:lnTo>
                  <a:lnTo>
                    <a:pt x="1563358" y="1182034"/>
                  </a:lnTo>
                  <a:close/>
                  <a:moveTo>
                    <a:pt x="1491698" y="839923"/>
                  </a:moveTo>
                  <a:lnTo>
                    <a:pt x="1490390" y="825372"/>
                  </a:lnTo>
                  <a:lnTo>
                    <a:pt x="1410357" y="804801"/>
                  </a:lnTo>
                  <a:close/>
                  <a:moveTo>
                    <a:pt x="1490390" y="825372"/>
                  </a:moveTo>
                  <a:lnTo>
                    <a:pt x="1491698" y="839923"/>
                  </a:lnTo>
                  <a:lnTo>
                    <a:pt x="1516523" y="838198"/>
                  </a:lnTo>
                  <a:close/>
                  <a:moveTo>
                    <a:pt x="1489031" y="741999"/>
                  </a:moveTo>
                  <a:lnTo>
                    <a:pt x="1490390" y="825372"/>
                  </a:lnTo>
                  <a:lnTo>
                    <a:pt x="1555675" y="717547"/>
                  </a:lnTo>
                  <a:close/>
                  <a:moveTo>
                    <a:pt x="1490390" y="825372"/>
                  </a:moveTo>
                  <a:lnTo>
                    <a:pt x="1516523" y="838198"/>
                  </a:lnTo>
                  <a:lnTo>
                    <a:pt x="1555675" y="717547"/>
                  </a:lnTo>
                  <a:close/>
                  <a:moveTo>
                    <a:pt x="1489031" y="741999"/>
                  </a:moveTo>
                  <a:lnTo>
                    <a:pt x="1410357" y="804801"/>
                  </a:lnTo>
                  <a:lnTo>
                    <a:pt x="1490390" y="825372"/>
                  </a:lnTo>
                  <a:close/>
                  <a:moveTo>
                    <a:pt x="1505085" y="665111"/>
                  </a:moveTo>
                  <a:lnTo>
                    <a:pt x="1471410" y="635332"/>
                  </a:lnTo>
                  <a:lnTo>
                    <a:pt x="1489031" y="741999"/>
                  </a:lnTo>
                  <a:close/>
                  <a:moveTo>
                    <a:pt x="1489031" y="741999"/>
                  </a:moveTo>
                  <a:lnTo>
                    <a:pt x="1555675" y="717547"/>
                  </a:lnTo>
                  <a:lnTo>
                    <a:pt x="1505085" y="665111"/>
                  </a:lnTo>
                  <a:close/>
                  <a:moveTo>
                    <a:pt x="1072231" y="161375"/>
                  </a:moveTo>
                  <a:lnTo>
                    <a:pt x="1069455" y="142041"/>
                  </a:lnTo>
                  <a:lnTo>
                    <a:pt x="1035620" y="180477"/>
                  </a:lnTo>
                  <a:close/>
                  <a:moveTo>
                    <a:pt x="1518119" y="618260"/>
                  </a:moveTo>
                  <a:lnTo>
                    <a:pt x="1505085" y="665111"/>
                  </a:lnTo>
                  <a:lnTo>
                    <a:pt x="1561815" y="596895"/>
                  </a:lnTo>
                  <a:close/>
                  <a:moveTo>
                    <a:pt x="1505085" y="665111"/>
                  </a:moveTo>
                  <a:lnTo>
                    <a:pt x="1555675" y="717547"/>
                  </a:lnTo>
                  <a:lnTo>
                    <a:pt x="1561815" y="596895"/>
                  </a:lnTo>
                  <a:close/>
                  <a:moveTo>
                    <a:pt x="1561815" y="596895"/>
                  </a:moveTo>
                  <a:lnTo>
                    <a:pt x="1555675" y="717547"/>
                  </a:lnTo>
                  <a:lnTo>
                    <a:pt x="1637935" y="667958"/>
                  </a:lnTo>
                  <a:close/>
                  <a:moveTo>
                    <a:pt x="1637935" y="667958"/>
                  </a:moveTo>
                  <a:lnTo>
                    <a:pt x="1555675" y="717547"/>
                  </a:lnTo>
                  <a:lnTo>
                    <a:pt x="1628602" y="689123"/>
                  </a:lnTo>
                  <a:close/>
                  <a:moveTo>
                    <a:pt x="1471410" y="635332"/>
                  </a:moveTo>
                  <a:lnTo>
                    <a:pt x="1505085" y="665111"/>
                  </a:lnTo>
                  <a:lnTo>
                    <a:pt x="1518119" y="618260"/>
                  </a:lnTo>
                  <a:close/>
                  <a:moveTo>
                    <a:pt x="1518119" y="618260"/>
                  </a:moveTo>
                  <a:lnTo>
                    <a:pt x="1561815" y="596895"/>
                  </a:lnTo>
                  <a:lnTo>
                    <a:pt x="1536009" y="565531"/>
                  </a:lnTo>
                  <a:close/>
                  <a:moveTo>
                    <a:pt x="1352252" y="432465"/>
                  </a:moveTo>
                  <a:lnTo>
                    <a:pt x="1325936" y="353040"/>
                  </a:lnTo>
                  <a:lnTo>
                    <a:pt x="1340203" y="388686"/>
                  </a:lnTo>
                  <a:close/>
                  <a:moveTo>
                    <a:pt x="1325936" y="353040"/>
                  </a:moveTo>
                  <a:lnTo>
                    <a:pt x="1327610" y="343678"/>
                  </a:lnTo>
                  <a:lnTo>
                    <a:pt x="1340203" y="388686"/>
                  </a:lnTo>
                  <a:close/>
                  <a:moveTo>
                    <a:pt x="1340203" y="388686"/>
                  </a:moveTo>
                  <a:lnTo>
                    <a:pt x="1327610" y="343678"/>
                  </a:lnTo>
                  <a:lnTo>
                    <a:pt x="1337251" y="268035"/>
                  </a:lnTo>
                  <a:close/>
                  <a:moveTo>
                    <a:pt x="1337251" y="268035"/>
                  </a:moveTo>
                  <a:lnTo>
                    <a:pt x="1272236" y="296605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275476" y="193879"/>
                  </a:lnTo>
                  <a:lnTo>
                    <a:pt x="1272236" y="296605"/>
                  </a:lnTo>
                  <a:close/>
                  <a:moveTo>
                    <a:pt x="1069455" y="142041"/>
                  </a:moveTo>
                  <a:lnTo>
                    <a:pt x="1072231" y="161375"/>
                  </a:lnTo>
                  <a:lnTo>
                    <a:pt x="1171623" y="217718"/>
                  </a:lnTo>
                  <a:close/>
                  <a:moveTo>
                    <a:pt x="1137175" y="103604"/>
                  </a:moveTo>
                  <a:lnTo>
                    <a:pt x="1069455" y="142041"/>
                  </a:lnTo>
                  <a:lnTo>
                    <a:pt x="1171623" y="217718"/>
                  </a:lnTo>
                  <a:close/>
                  <a:moveTo>
                    <a:pt x="1637935" y="667958"/>
                  </a:moveTo>
                  <a:lnTo>
                    <a:pt x="1661429" y="679110"/>
                  </a:lnTo>
                  <a:lnTo>
                    <a:pt x="1658461" y="664848"/>
                  </a:lnTo>
                  <a:close/>
                  <a:moveTo>
                    <a:pt x="1561815" y="596895"/>
                  </a:moveTo>
                  <a:lnTo>
                    <a:pt x="1637935" y="667958"/>
                  </a:lnTo>
                  <a:lnTo>
                    <a:pt x="1668074" y="640674"/>
                  </a:lnTo>
                  <a:close/>
                  <a:moveTo>
                    <a:pt x="1561815" y="596895"/>
                  </a:moveTo>
                  <a:lnTo>
                    <a:pt x="1660825" y="558459"/>
                  </a:lnTo>
                  <a:lnTo>
                    <a:pt x="1623887" y="492771"/>
                  </a:lnTo>
                  <a:close/>
                  <a:moveTo>
                    <a:pt x="1623887" y="492771"/>
                  </a:moveTo>
                  <a:lnTo>
                    <a:pt x="1661766" y="541856"/>
                  </a:lnTo>
                  <a:lnTo>
                    <a:pt x="1721298" y="485780"/>
                  </a:lnTo>
                  <a:close/>
                  <a:moveTo>
                    <a:pt x="1366720" y="229598"/>
                  </a:moveTo>
                  <a:lnTo>
                    <a:pt x="1336329" y="185819"/>
                  </a:lnTo>
                  <a:lnTo>
                    <a:pt x="1337251" y="268035"/>
                  </a:lnTo>
                  <a:close/>
                  <a:moveTo>
                    <a:pt x="1143305" y="21389"/>
                  </a:moveTo>
                  <a:lnTo>
                    <a:pt x="1226195" y="73259"/>
                  </a:lnTo>
                  <a:lnTo>
                    <a:pt x="1184182" y="7322"/>
                  </a:lnTo>
                  <a:close/>
                  <a:moveTo>
                    <a:pt x="1137175" y="103604"/>
                  </a:moveTo>
                  <a:lnTo>
                    <a:pt x="1226195" y="73259"/>
                  </a:lnTo>
                  <a:lnTo>
                    <a:pt x="1143305" y="21389"/>
                  </a:lnTo>
                  <a:close/>
                  <a:moveTo>
                    <a:pt x="1184182" y="7322"/>
                  </a:moveTo>
                  <a:lnTo>
                    <a:pt x="1237542" y="6926"/>
                  </a:lnTo>
                  <a:lnTo>
                    <a:pt x="1161158" y="0"/>
                  </a:lnTo>
                  <a:close/>
                  <a:moveTo>
                    <a:pt x="1661766" y="541856"/>
                  </a:moveTo>
                  <a:lnTo>
                    <a:pt x="1687083" y="541487"/>
                  </a:lnTo>
                  <a:lnTo>
                    <a:pt x="1721298" y="48578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82" name="Candidate_density__2081">
              <a:extLst>
                <a:ext uri="{FF2B5EF4-FFF2-40B4-BE49-F238E27FC236}">
                  <a16:creationId xmlns:a16="http://schemas.microsoft.com/office/drawing/2014/main" id="{50E9838E-20E1-A910-9530-0E70B355A0A5}"/>
                </a:ext>
              </a:extLst>
            </p:cNvPr>
            <p:cNvSpPr>
              <a:spLocks noGrp="1"/>
            </p:cNvSpPr>
            <p:nvPr/>
          </p:nvSpPr>
          <p:spPr>
            <a:xfrm>
              <a:off x="4550615" y="2000965"/>
              <a:ext cx="2023058" cy="2928890"/>
            </a:xfrm>
            <a:custGeom>
              <a:avLst/>
              <a:gdLst/>
              <a:ahLst/>
              <a:cxnLst/>
              <a:rect l="0" t="0" r="0" b="0"/>
              <a:pathLst>
                <a:path w="2023058" h="2928890">
                  <a:moveTo>
                    <a:pt x="408648" y="2899707"/>
                  </a:moveTo>
                  <a:lnTo>
                    <a:pt x="358894" y="2928890"/>
                  </a:lnTo>
                  <a:lnTo>
                    <a:pt x="483334" y="2900286"/>
                  </a:lnTo>
                  <a:close/>
                  <a:moveTo>
                    <a:pt x="533239" y="2898520"/>
                  </a:moveTo>
                  <a:lnTo>
                    <a:pt x="483334" y="2900286"/>
                  </a:lnTo>
                  <a:lnTo>
                    <a:pt x="551115" y="2893725"/>
                  </a:lnTo>
                  <a:close/>
                  <a:moveTo>
                    <a:pt x="502919" y="2022340"/>
                  </a:moveTo>
                  <a:lnTo>
                    <a:pt x="423015" y="2092613"/>
                  </a:lnTo>
                  <a:lnTo>
                    <a:pt x="490551" y="2066461"/>
                  </a:lnTo>
                  <a:close/>
                  <a:moveTo>
                    <a:pt x="502919" y="2022340"/>
                  </a:moveTo>
                  <a:lnTo>
                    <a:pt x="490551" y="2066461"/>
                  </a:lnTo>
                  <a:lnTo>
                    <a:pt x="526087" y="2038479"/>
                  </a:lnTo>
                  <a:close/>
                  <a:moveTo>
                    <a:pt x="278642" y="1583028"/>
                  </a:moveTo>
                  <a:lnTo>
                    <a:pt x="281083" y="1625411"/>
                  </a:lnTo>
                  <a:lnTo>
                    <a:pt x="277745" y="1588967"/>
                  </a:lnTo>
                  <a:close/>
                  <a:moveTo>
                    <a:pt x="1082607" y="2372682"/>
                  </a:moveTo>
                  <a:lnTo>
                    <a:pt x="1083381" y="2353856"/>
                  </a:lnTo>
                  <a:lnTo>
                    <a:pt x="1076882" y="2434963"/>
                  </a:lnTo>
                  <a:close/>
                  <a:moveTo>
                    <a:pt x="1083381" y="2353856"/>
                  </a:moveTo>
                  <a:lnTo>
                    <a:pt x="1082607" y="2372682"/>
                  </a:lnTo>
                  <a:lnTo>
                    <a:pt x="1131003" y="2358656"/>
                  </a:lnTo>
                  <a:close/>
                  <a:moveTo>
                    <a:pt x="668570" y="1807784"/>
                  </a:moveTo>
                  <a:lnTo>
                    <a:pt x="709980" y="1775002"/>
                  </a:lnTo>
                  <a:lnTo>
                    <a:pt x="716224" y="1758739"/>
                  </a:lnTo>
                  <a:close/>
                  <a:moveTo>
                    <a:pt x="687441" y="1814882"/>
                  </a:moveTo>
                  <a:lnTo>
                    <a:pt x="709980" y="1775002"/>
                  </a:lnTo>
                  <a:lnTo>
                    <a:pt x="668570" y="1807784"/>
                  </a:lnTo>
                  <a:close/>
                  <a:moveTo>
                    <a:pt x="613004" y="1815233"/>
                  </a:moveTo>
                  <a:lnTo>
                    <a:pt x="687441" y="1814882"/>
                  </a:lnTo>
                  <a:lnTo>
                    <a:pt x="668570" y="1807784"/>
                  </a:lnTo>
                  <a:close/>
                  <a:moveTo>
                    <a:pt x="709980" y="1775002"/>
                  </a:moveTo>
                  <a:lnTo>
                    <a:pt x="687441" y="1814882"/>
                  </a:lnTo>
                  <a:lnTo>
                    <a:pt x="719379" y="1797176"/>
                  </a:lnTo>
                  <a:close/>
                  <a:moveTo>
                    <a:pt x="709980" y="1775002"/>
                  </a:moveTo>
                  <a:lnTo>
                    <a:pt x="753079" y="1781634"/>
                  </a:lnTo>
                  <a:lnTo>
                    <a:pt x="726894" y="1747187"/>
                  </a:lnTo>
                  <a:close/>
                  <a:moveTo>
                    <a:pt x="716224" y="1758739"/>
                  </a:moveTo>
                  <a:lnTo>
                    <a:pt x="709980" y="1775002"/>
                  </a:lnTo>
                  <a:lnTo>
                    <a:pt x="726894" y="1747187"/>
                  </a:lnTo>
                  <a:close/>
                  <a:moveTo>
                    <a:pt x="19165" y="448640"/>
                  </a:moveTo>
                  <a:lnTo>
                    <a:pt x="0" y="487077"/>
                  </a:lnTo>
                  <a:lnTo>
                    <a:pt x="37257" y="410290"/>
                  </a:lnTo>
                  <a:close/>
                  <a:moveTo>
                    <a:pt x="1611792" y="2257372"/>
                  </a:moveTo>
                  <a:lnTo>
                    <a:pt x="1637150" y="2275613"/>
                  </a:lnTo>
                  <a:lnTo>
                    <a:pt x="1590748" y="2317330"/>
                  </a:lnTo>
                  <a:close/>
                  <a:moveTo>
                    <a:pt x="1611792" y="2257372"/>
                  </a:moveTo>
                  <a:lnTo>
                    <a:pt x="1662045" y="2218936"/>
                  </a:lnTo>
                  <a:lnTo>
                    <a:pt x="1637150" y="2275613"/>
                  </a:lnTo>
                  <a:close/>
                  <a:moveTo>
                    <a:pt x="1662045" y="2218936"/>
                  </a:moveTo>
                  <a:lnTo>
                    <a:pt x="1611792" y="2257372"/>
                  </a:lnTo>
                  <a:lnTo>
                    <a:pt x="1691045" y="2198461"/>
                  </a:lnTo>
                  <a:close/>
                  <a:moveTo>
                    <a:pt x="1757873" y="2269150"/>
                  </a:moveTo>
                  <a:lnTo>
                    <a:pt x="1762765" y="2218936"/>
                  </a:lnTo>
                  <a:lnTo>
                    <a:pt x="1833421" y="2236922"/>
                  </a:lnTo>
                  <a:close/>
                  <a:moveTo>
                    <a:pt x="1138303" y="1525140"/>
                  </a:moveTo>
                  <a:lnTo>
                    <a:pt x="1172861" y="1440872"/>
                  </a:lnTo>
                  <a:lnTo>
                    <a:pt x="1124903" y="1561215"/>
                  </a:lnTo>
                  <a:close/>
                  <a:moveTo>
                    <a:pt x="1124903" y="1561215"/>
                  </a:moveTo>
                  <a:lnTo>
                    <a:pt x="1172861" y="1440872"/>
                  </a:lnTo>
                  <a:lnTo>
                    <a:pt x="1172984" y="1440563"/>
                  </a:lnTo>
                  <a:close/>
                  <a:moveTo>
                    <a:pt x="1124903" y="1561215"/>
                  </a:moveTo>
                  <a:lnTo>
                    <a:pt x="1172984" y="1440563"/>
                  </a:lnTo>
                  <a:lnTo>
                    <a:pt x="1144961" y="1522779"/>
                  </a:lnTo>
                  <a:close/>
                  <a:moveTo>
                    <a:pt x="1172984" y="1440563"/>
                  </a:moveTo>
                  <a:lnTo>
                    <a:pt x="1172861" y="1440872"/>
                  </a:lnTo>
                  <a:lnTo>
                    <a:pt x="1173108" y="1440065"/>
                  </a:lnTo>
                  <a:close/>
                  <a:moveTo>
                    <a:pt x="902554" y="1278667"/>
                  </a:moveTo>
                  <a:lnTo>
                    <a:pt x="847792" y="1274939"/>
                  </a:lnTo>
                  <a:lnTo>
                    <a:pt x="895755" y="1232354"/>
                  </a:lnTo>
                  <a:close/>
                  <a:moveTo>
                    <a:pt x="895755" y="1232354"/>
                  </a:moveTo>
                  <a:lnTo>
                    <a:pt x="903579" y="1204858"/>
                  </a:lnTo>
                  <a:lnTo>
                    <a:pt x="945256" y="1145480"/>
                  </a:lnTo>
                  <a:close/>
                  <a:moveTo>
                    <a:pt x="945256" y="1145480"/>
                  </a:moveTo>
                  <a:lnTo>
                    <a:pt x="964297" y="1149471"/>
                  </a:lnTo>
                  <a:lnTo>
                    <a:pt x="953366" y="1111703"/>
                  </a:lnTo>
                  <a:close/>
                  <a:moveTo>
                    <a:pt x="1995026" y="2132075"/>
                  </a:moveTo>
                  <a:lnTo>
                    <a:pt x="2023058" y="2135243"/>
                  </a:lnTo>
                  <a:lnTo>
                    <a:pt x="1997433" y="2103627"/>
                  </a:lnTo>
                  <a:close/>
                  <a:moveTo>
                    <a:pt x="1177903" y="546882"/>
                  </a:moveTo>
                  <a:lnTo>
                    <a:pt x="1153870" y="555481"/>
                  </a:lnTo>
                  <a:lnTo>
                    <a:pt x="1233841" y="527672"/>
                  </a:lnTo>
                  <a:close/>
                  <a:moveTo>
                    <a:pt x="770404" y="84903"/>
                  </a:moveTo>
                  <a:lnTo>
                    <a:pt x="800538" y="22253"/>
                  </a:lnTo>
                  <a:lnTo>
                    <a:pt x="725963" y="22088"/>
                  </a:lnTo>
                  <a:close/>
                  <a:moveTo>
                    <a:pt x="1177903" y="546882"/>
                  </a:moveTo>
                  <a:lnTo>
                    <a:pt x="1166612" y="554974"/>
                  </a:lnTo>
                  <a:lnTo>
                    <a:pt x="1153870" y="555481"/>
                  </a:lnTo>
                  <a:close/>
                  <a:moveTo>
                    <a:pt x="1177903" y="546882"/>
                  </a:moveTo>
                  <a:lnTo>
                    <a:pt x="1214439" y="518586"/>
                  </a:lnTo>
                  <a:lnTo>
                    <a:pt x="1166612" y="554974"/>
                  </a:lnTo>
                  <a:close/>
                  <a:moveTo>
                    <a:pt x="1223148" y="508446"/>
                  </a:moveTo>
                  <a:lnTo>
                    <a:pt x="1177903" y="546882"/>
                  </a:lnTo>
                  <a:lnTo>
                    <a:pt x="1267023" y="436532"/>
                  </a:lnTo>
                  <a:close/>
                  <a:moveTo>
                    <a:pt x="725963" y="22088"/>
                  </a:moveTo>
                  <a:lnTo>
                    <a:pt x="800538" y="22253"/>
                  </a:lnTo>
                  <a:lnTo>
                    <a:pt x="852144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83" name="Candidate_density__2082">
              <a:extLst>
                <a:ext uri="{FF2B5EF4-FFF2-40B4-BE49-F238E27FC236}">
                  <a16:creationId xmlns:a16="http://schemas.microsoft.com/office/drawing/2014/main" id="{9650394B-D246-57F7-6C89-4ED79FC9F736}"/>
                </a:ext>
              </a:extLst>
            </p:cNvPr>
            <p:cNvSpPr>
              <a:spLocks noGrp="1"/>
            </p:cNvSpPr>
            <p:nvPr/>
          </p:nvSpPr>
          <p:spPr>
            <a:xfrm>
              <a:off x="5003925" y="4039444"/>
              <a:ext cx="72778" cy="27981"/>
            </a:xfrm>
            <a:custGeom>
              <a:avLst/>
              <a:gdLst/>
              <a:ahLst/>
              <a:cxnLst/>
              <a:rect l="0" t="0" r="0" b="0"/>
              <a:pathLst>
                <a:path w="72778" h="27981">
                  <a:moveTo>
                    <a:pt x="72778" y="0"/>
                  </a:moveTo>
                  <a:lnTo>
                    <a:pt x="37242" y="27981"/>
                  </a:lnTo>
                  <a:lnTo>
                    <a:pt x="0" y="24193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084" name="Candidate_density__2083">
              <a:extLst>
                <a:ext uri="{FF2B5EF4-FFF2-40B4-BE49-F238E27FC236}">
                  <a16:creationId xmlns:a16="http://schemas.microsoft.com/office/drawing/2014/main" id="{83091A2A-F5C6-8F38-5B71-FC30D665063D}"/>
                </a:ext>
              </a:extLst>
            </p:cNvPr>
            <p:cNvSpPr>
              <a:spLocks noGrp="1"/>
            </p:cNvSpPr>
            <p:nvPr/>
          </p:nvSpPr>
          <p:spPr>
            <a:xfrm>
              <a:off x="4346937" y="1918289"/>
              <a:ext cx="2104069" cy="3274849"/>
            </a:xfrm>
            <a:custGeom>
              <a:avLst/>
              <a:gdLst/>
              <a:ahLst/>
              <a:cxnLst/>
              <a:rect l="0" t="0" r="0" b="0"/>
              <a:pathLst>
                <a:path w="2104069" h="3274849">
                  <a:moveTo>
                    <a:pt x="469048" y="3256140"/>
                  </a:moveTo>
                  <a:lnTo>
                    <a:pt x="500902" y="3274849"/>
                  </a:lnTo>
                  <a:lnTo>
                    <a:pt x="515509" y="3240197"/>
                  </a:lnTo>
                  <a:close/>
                  <a:moveTo>
                    <a:pt x="605239" y="3227840"/>
                  </a:moveTo>
                  <a:lnTo>
                    <a:pt x="515509" y="3240197"/>
                  </a:lnTo>
                  <a:lnTo>
                    <a:pt x="500902" y="3274849"/>
                  </a:lnTo>
                  <a:close/>
                  <a:moveTo>
                    <a:pt x="627364" y="2894186"/>
                  </a:moveTo>
                  <a:lnTo>
                    <a:pt x="612326" y="2982383"/>
                  </a:lnTo>
                  <a:lnTo>
                    <a:pt x="653486" y="2921071"/>
                  </a:lnTo>
                  <a:close/>
                  <a:moveTo>
                    <a:pt x="627364" y="2894186"/>
                  </a:moveTo>
                  <a:lnTo>
                    <a:pt x="544765" y="2932622"/>
                  </a:lnTo>
                  <a:lnTo>
                    <a:pt x="612326" y="2982383"/>
                  </a:lnTo>
                  <a:close/>
                  <a:moveTo>
                    <a:pt x="710221" y="2855749"/>
                  </a:moveTo>
                  <a:lnTo>
                    <a:pt x="653486" y="2921071"/>
                  </a:lnTo>
                  <a:lnTo>
                    <a:pt x="736699" y="2976401"/>
                  </a:lnTo>
                  <a:close/>
                  <a:moveTo>
                    <a:pt x="648465" y="2592145"/>
                  </a:moveTo>
                  <a:lnTo>
                    <a:pt x="733404" y="2583684"/>
                  </a:lnTo>
                  <a:lnTo>
                    <a:pt x="702304" y="2508875"/>
                  </a:lnTo>
                  <a:close/>
                  <a:moveTo>
                    <a:pt x="648465" y="2592145"/>
                  </a:moveTo>
                  <a:lnTo>
                    <a:pt x="702304" y="2508875"/>
                  </a:lnTo>
                  <a:lnTo>
                    <a:pt x="633540" y="2504186"/>
                  </a:lnTo>
                  <a:close/>
                  <a:moveTo>
                    <a:pt x="0" y="1584086"/>
                  </a:moveTo>
                  <a:lnTo>
                    <a:pt x="81515" y="1548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75509" y="1792039"/>
                  </a:lnTo>
                  <a:lnTo>
                    <a:pt x="371109" y="1874510"/>
                  </a:lnTo>
                  <a:close/>
                  <a:moveTo>
                    <a:pt x="401053" y="1836074"/>
                  </a:moveTo>
                  <a:lnTo>
                    <a:pt x="358007" y="1753858"/>
                  </a:lnTo>
                  <a:lnTo>
                    <a:pt x="371109" y="1874510"/>
                  </a:lnTo>
                  <a:close/>
                  <a:moveTo>
                    <a:pt x="306023" y="1589428"/>
                  </a:moveTo>
                  <a:lnTo>
                    <a:pt x="322706" y="1627865"/>
                  </a:lnTo>
                  <a:lnTo>
                    <a:pt x="346501" y="1671643"/>
                  </a:lnTo>
                  <a:close/>
                  <a:moveTo>
                    <a:pt x="83098" y="1536164"/>
                  </a:moveTo>
                  <a:lnTo>
                    <a:pt x="81470" y="1424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53949" y="1709476"/>
                  </a:lnTo>
                  <a:lnTo>
                    <a:pt x="375509" y="1792039"/>
                  </a:lnTo>
                  <a:close/>
                  <a:moveTo>
                    <a:pt x="358007" y="1753858"/>
                  </a:moveTo>
                  <a:lnTo>
                    <a:pt x="346501" y="1671643"/>
                  </a:lnTo>
                  <a:lnTo>
                    <a:pt x="353949" y="1709476"/>
                  </a:lnTo>
                  <a:close/>
                  <a:moveTo>
                    <a:pt x="1145458" y="2491059"/>
                  </a:moveTo>
                  <a:lnTo>
                    <a:pt x="1119380" y="2455358"/>
                  </a:lnTo>
                  <a:lnTo>
                    <a:pt x="1178647" y="2415258"/>
                  </a:lnTo>
                  <a:close/>
                  <a:moveTo>
                    <a:pt x="1059499" y="2400257"/>
                  </a:moveTo>
                  <a:lnTo>
                    <a:pt x="1110840" y="2458611"/>
                  </a:lnTo>
                  <a:lnTo>
                    <a:pt x="1124822" y="2407744"/>
                  </a:lnTo>
                  <a:close/>
                  <a:moveTo>
                    <a:pt x="306023" y="1589428"/>
                  </a:moveTo>
                  <a:lnTo>
                    <a:pt x="346501" y="1671643"/>
                  </a:lnTo>
                  <a:lnTo>
                    <a:pt x="398616" y="1633207"/>
                  </a:lnTo>
                  <a:close/>
                  <a:moveTo>
                    <a:pt x="306023" y="1589428"/>
                  </a:moveTo>
                  <a:lnTo>
                    <a:pt x="398616" y="1633207"/>
                  </a:lnTo>
                  <a:lnTo>
                    <a:pt x="351660" y="1550992"/>
                  </a:lnTo>
                  <a:close/>
                  <a:moveTo>
                    <a:pt x="306023" y="1589428"/>
                  </a:moveTo>
                  <a:lnTo>
                    <a:pt x="351660" y="1550992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51660" y="1550992"/>
                  </a:lnTo>
                  <a:lnTo>
                    <a:pt x="410158" y="1492609"/>
                  </a:lnTo>
                  <a:close/>
                  <a:moveTo>
                    <a:pt x="302435" y="1583712"/>
                  </a:moveTo>
                  <a:lnTo>
                    <a:pt x="306023" y="1589428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65939" y="1468776"/>
                  </a:lnTo>
                  <a:lnTo>
                    <a:pt x="350934" y="1549838"/>
                  </a:lnTo>
                  <a:close/>
                  <a:moveTo>
                    <a:pt x="350934" y="1549838"/>
                  </a:moveTo>
                  <a:lnTo>
                    <a:pt x="302435" y="1583712"/>
                  </a:lnTo>
                  <a:lnTo>
                    <a:pt x="386163" y="1483101"/>
                  </a:lnTo>
                  <a:close/>
                  <a:moveTo>
                    <a:pt x="410158" y="1492609"/>
                  </a:moveTo>
                  <a:lnTo>
                    <a:pt x="472343" y="1550992"/>
                  </a:lnTo>
                  <a:lnTo>
                    <a:pt x="386163" y="1483101"/>
                  </a:lnTo>
                  <a:close/>
                  <a:moveTo>
                    <a:pt x="1287059" y="2436532"/>
                  </a:moveTo>
                  <a:lnTo>
                    <a:pt x="1307040" y="2401439"/>
                  </a:lnTo>
                  <a:lnTo>
                    <a:pt x="1211442" y="2437416"/>
                  </a:lnTo>
                  <a:close/>
                  <a:moveTo>
                    <a:pt x="1215477" y="2252491"/>
                  </a:moveTo>
                  <a:lnTo>
                    <a:pt x="1179196" y="2202108"/>
                  </a:lnTo>
                  <a:lnTo>
                    <a:pt x="1151527" y="2185849"/>
                  </a:lnTo>
                  <a:close/>
                  <a:moveTo>
                    <a:pt x="410158" y="1492609"/>
                  </a:moveTo>
                  <a:lnTo>
                    <a:pt x="351660" y="1550992"/>
                  </a:lnTo>
                  <a:lnTo>
                    <a:pt x="469837" y="1500538"/>
                  </a:lnTo>
                  <a:close/>
                  <a:moveTo>
                    <a:pt x="410158" y="1492609"/>
                  </a:moveTo>
                  <a:lnTo>
                    <a:pt x="485340" y="1512555"/>
                  </a:lnTo>
                  <a:lnTo>
                    <a:pt x="472343" y="1550992"/>
                  </a:lnTo>
                  <a:close/>
                  <a:moveTo>
                    <a:pt x="410158" y="1492609"/>
                  </a:moveTo>
                  <a:lnTo>
                    <a:pt x="469837" y="1500538"/>
                  </a:lnTo>
                  <a:lnTo>
                    <a:pt x="485340" y="1512555"/>
                  </a:lnTo>
                  <a:close/>
                  <a:moveTo>
                    <a:pt x="289686" y="1320842"/>
                  </a:moveTo>
                  <a:lnTo>
                    <a:pt x="223649" y="1352599"/>
                  </a:lnTo>
                  <a:lnTo>
                    <a:pt x="352720" y="1341316"/>
                  </a:lnTo>
                  <a:close/>
                  <a:moveTo>
                    <a:pt x="1155423" y="2170276"/>
                  </a:moveTo>
                  <a:lnTo>
                    <a:pt x="1151527" y="2185849"/>
                  </a:lnTo>
                  <a:lnTo>
                    <a:pt x="1179196" y="2202108"/>
                  </a:lnTo>
                  <a:close/>
                  <a:moveTo>
                    <a:pt x="1215477" y="2252491"/>
                  </a:moveTo>
                  <a:lnTo>
                    <a:pt x="1327511" y="2296270"/>
                  </a:lnTo>
                  <a:lnTo>
                    <a:pt x="1241326" y="2214055"/>
                  </a:lnTo>
                  <a:close/>
                  <a:moveTo>
                    <a:pt x="1215477" y="2252491"/>
                  </a:moveTo>
                  <a:lnTo>
                    <a:pt x="1241326" y="2214055"/>
                  </a:lnTo>
                  <a:lnTo>
                    <a:pt x="1179196" y="2202108"/>
                  </a:lnTo>
                  <a:close/>
                  <a:moveTo>
                    <a:pt x="1241326" y="2214055"/>
                  </a:moveTo>
                  <a:lnTo>
                    <a:pt x="1239063" y="2210738"/>
                  </a:lnTo>
                  <a:lnTo>
                    <a:pt x="1179196" y="2202108"/>
                  </a:lnTo>
                  <a:close/>
                  <a:moveTo>
                    <a:pt x="850972" y="1647864"/>
                  </a:moveTo>
                  <a:lnTo>
                    <a:pt x="759345" y="1676985"/>
                  </a:lnTo>
                  <a:lnTo>
                    <a:pt x="865098" y="1648521"/>
                  </a:lnTo>
                  <a:close/>
                  <a:moveTo>
                    <a:pt x="865098" y="1648521"/>
                  </a:moveTo>
                  <a:lnTo>
                    <a:pt x="759345" y="1676985"/>
                  </a:lnTo>
                  <a:lnTo>
                    <a:pt x="741976" y="1682046"/>
                  </a:lnTo>
                  <a:close/>
                  <a:moveTo>
                    <a:pt x="865098" y="1648521"/>
                  </a:moveTo>
                  <a:lnTo>
                    <a:pt x="741976" y="1682046"/>
                  </a:lnTo>
                  <a:lnTo>
                    <a:pt x="788989" y="1642616"/>
                  </a:lnTo>
                  <a:close/>
                  <a:moveTo>
                    <a:pt x="624959" y="1512555"/>
                  </a:moveTo>
                  <a:lnTo>
                    <a:pt x="716884" y="1588232"/>
                  </a:lnTo>
                  <a:lnTo>
                    <a:pt x="626519" y="1508972"/>
                  </a:lnTo>
                  <a:close/>
                  <a:moveTo>
                    <a:pt x="1647684" y="2425219"/>
                  </a:moveTo>
                  <a:lnTo>
                    <a:pt x="1710274" y="2434926"/>
                  </a:lnTo>
                  <a:lnTo>
                    <a:pt x="1624744" y="2343776"/>
                  </a:lnTo>
                  <a:close/>
                  <a:moveTo>
                    <a:pt x="1647684" y="2425219"/>
                  </a:moveTo>
                  <a:lnTo>
                    <a:pt x="1655668" y="2438522"/>
                  </a:lnTo>
                  <a:lnTo>
                    <a:pt x="1745218" y="2494678"/>
                  </a:lnTo>
                  <a:close/>
                  <a:moveTo>
                    <a:pt x="1624744" y="2343776"/>
                  </a:moveTo>
                  <a:lnTo>
                    <a:pt x="1587229" y="2274183"/>
                  </a:lnTo>
                  <a:lnTo>
                    <a:pt x="1575873" y="2340048"/>
                  </a:lnTo>
                  <a:close/>
                  <a:moveTo>
                    <a:pt x="1256100" y="1995779"/>
                  </a:moveTo>
                  <a:lnTo>
                    <a:pt x="1189276" y="2024597"/>
                  </a:lnTo>
                  <a:lnTo>
                    <a:pt x="1311127" y="1986315"/>
                  </a:lnTo>
                  <a:close/>
                  <a:moveTo>
                    <a:pt x="294616" y="696198"/>
                  </a:moveTo>
                  <a:lnTo>
                    <a:pt x="295342" y="696381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4616" y="696198"/>
                  </a:lnTo>
                  <a:lnTo>
                    <a:pt x="294078" y="695746"/>
                  </a:lnTo>
                  <a:close/>
                  <a:moveTo>
                    <a:pt x="1535033" y="2340048"/>
                  </a:moveTo>
                  <a:lnTo>
                    <a:pt x="1569428" y="2394745"/>
                  </a:lnTo>
                  <a:lnTo>
                    <a:pt x="1559278" y="2336407"/>
                  </a:lnTo>
                  <a:close/>
                  <a:moveTo>
                    <a:pt x="1559278" y="2336407"/>
                  </a:moveTo>
                  <a:lnTo>
                    <a:pt x="1569428" y="2394745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59278" y="2336407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38004" y="2137181"/>
                  </a:lnTo>
                  <a:lnTo>
                    <a:pt x="1452382" y="2162535"/>
                  </a:lnTo>
                  <a:close/>
                  <a:moveTo>
                    <a:pt x="1426396" y="2138629"/>
                  </a:moveTo>
                  <a:lnTo>
                    <a:pt x="1452382" y="2162535"/>
                  </a:lnTo>
                  <a:lnTo>
                    <a:pt x="1538004" y="2137181"/>
                  </a:lnTo>
                  <a:close/>
                  <a:moveTo>
                    <a:pt x="1152018" y="1682328"/>
                  </a:moveTo>
                  <a:lnTo>
                    <a:pt x="1157495" y="1690568"/>
                  </a:lnTo>
                  <a:lnTo>
                    <a:pt x="1166041" y="1726106"/>
                  </a:lnTo>
                  <a:close/>
                  <a:moveTo>
                    <a:pt x="871614" y="1330806"/>
                  </a:moveTo>
                  <a:lnTo>
                    <a:pt x="979672" y="1367830"/>
                  </a:lnTo>
                  <a:lnTo>
                    <a:pt x="917641" y="1315030"/>
                  </a:lnTo>
                  <a:close/>
                  <a:moveTo>
                    <a:pt x="816277" y="1315203"/>
                  </a:moveTo>
                  <a:lnTo>
                    <a:pt x="896037" y="1411043"/>
                  </a:lnTo>
                  <a:lnTo>
                    <a:pt x="871614" y="1330806"/>
                  </a:lnTo>
                  <a:close/>
                  <a:moveTo>
                    <a:pt x="816277" y="1315203"/>
                  </a:moveTo>
                  <a:lnTo>
                    <a:pt x="871614" y="1330806"/>
                  </a:lnTo>
                  <a:lnTo>
                    <a:pt x="782948" y="1242206"/>
                  </a:lnTo>
                  <a:close/>
                  <a:moveTo>
                    <a:pt x="684230" y="1161779"/>
                  </a:moveTo>
                  <a:lnTo>
                    <a:pt x="718912" y="1189037"/>
                  </a:lnTo>
                  <a:lnTo>
                    <a:pt x="639976" y="1148939"/>
                  </a:lnTo>
                  <a:close/>
                  <a:moveTo>
                    <a:pt x="378718" y="828009"/>
                  </a:moveTo>
                  <a:lnTo>
                    <a:pt x="368425" y="777961"/>
                  </a:lnTo>
                  <a:lnTo>
                    <a:pt x="332227" y="834288"/>
                  </a:lnTo>
                  <a:close/>
                  <a:moveTo>
                    <a:pt x="399282" y="771791"/>
                  </a:moveTo>
                  <a:lnTo>
                    <a:pt x="368425" y="77796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399282" y="77179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506752" y="845103"/>
                  </a:lnTo>
                  <a:lnTo>
                    <a:pt x="488541" y="759816"/>
                  </a:lnTo>
                  <a:close/>
                  <a:moveTo>
                    <a:pt x="433027" y="844450"/>
                  </a:moveTo>
                  <a:lnTo>
                    <a:pt x="470852" y="858724"/>
                  </a:lnTo>
                  <a:lnTo>
                    <a:pt x="544921" y="856999"/>
                  </a:lnTo>
                  <a:close/>
                  <a:moveTo>
                    <a:pt x="294078" y="695746"/>
                  </a:moveTo>
                  <a:lnTo>
                    <a:pt x="295342" y="696381"/>
                  </a:lnTo>
                  <a:lnTo>
                    <a:pt x="295867" y="695181"/>
                  </a:lnTo>
                  <a:close/>
                  <a:moveTo>
                    <a:pt x="295867" y="695181"/>
                  </a:moveTo>
                  <a:lnTo>
                    <a:pt x="295342" y="696381"/>
                  </a:lnTo>
                  <a:lnTo>
                    <a:pt x="360022" y="657310"/>
                  </a:lnTo>
                  <a:close/>
                  <a:moveTo>
                    <a:pt x="295342" y="696381"/>
                  </a:moveTo>
                  <a:lnTo>
                    <a:pt x="368425" y="777961"/>
                  </a:lnTo>
                  <a:lnTo>
                    <a:pt x="360022" y="657310"/>
                  </a:lnTo>
                  <a:close/>
                  <a:moveTo>
                    <a:pt x="360022" y="657310"/>
                  </a:moveTo>
                  <a:lnTo>
                    <a:pt x="368425" y="777961"/>
                  </a:lnTo>
                  <a:lnTo>
                    <a:pt x="426124" y="691495"/>
                  </a:lnTo>
                  <a:close/>
                  <a:moveTo>
                    <a:pt x="399282" y="771791"/>
                  </a:moveTo>
                  <a:lnTo>
                    <a:pt x="488541" y="759816"/>
                  </a:lnTo>
                  <a:lnTo>
                    <a:pt x="426124" y="691495"/>
                  </a:lnTo>
                  <a:close/>
                  <a:moveTo>
                    <a:pt x="295867" y="695181"/>
                  </a:moveTo>
                  <a:lnTo>
                    <a:pt x="293013" y="687674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5867" y="695181"/>
                  </a:lnTo>
                  <a:lnTo>
                    <a:pt x="360022" y="657310"/>
                  </a:lnTo>
                  <a:close/>
                  <a:moveTo>
                    <a:pt x="1837508" y="2263175"/>
                  </a:moveTo>
                  <a:lnTo>
                    <a:pt x="1797923" y="2301612"/>
                  </a:lnTo>
                  <a:lnTo>
                    <a:pt x="1845884" y="2345390"/>
                  </a:lnTo>
                  <a:close/>
                  <a:moveTo>
                    <a:pt x="1744266" y="2207107"/>
                  </a:moveTo>
                  <a:lnTo>
                    <a:pt x="1733450" y="2235476"/>
                  </a:lnTo>
                  <a:lnTo>
                    <a:pt x="1837894" y="2180961"/>
                  </a:lnTo>
                  <a:close/>
                  <a:moveTo>
                    <a:pt x="1837894" y="2180961"/>
                  </a:moveTo>
                  <a:lnTo>
                    <a:pt x="1733450" y="2235476"/>
                  </a:lnTo>
                  <a:lnTo>
                    <a:pt x="1797923" y="2301612"/>
                  </a:lnTo>
                  <a:close/>
                  <a:moveTo>
                    <a:pt x="1837894" y="2180961"/>
                  </a:moveTo>
                  <a:lnTo>
                    <a:pt x="1797923" y="2301612"/>
                  </a:lnTo>
                  <a:lnTo>
                    <a:pt x="1837508" y="2263175"/>
                  </a:lnTo>
                  <a:close/>
                  <a:moveTo>
                    <a:pt x="1744266" y="2207107"/>
                  </a:moveTo>
                  <a:lnTo>
                    <a:pt x="1837894" y="2180961"/>
                  </a:lnTo>
                  <a:lnTo>
                    <a:pt x="1771449" y="2162345"/>
                  </a:lnTo>
                  <a:close/>
                  <a:moveTo>
                    <a:pt x="1231821" y="1605455"/>
                  </a:moveTo>
                  <a:lnTo>
                    <a:pt x="1126276" y="1545231"/>
                  </a:lnTo>
                  <a:lnTo>
                    <a:pt x="1176899" y="1561675"/>
                  </a:lnTo>
                  <a:close/>
                  <a:moveTo>
                    <a:pt x="1231821" y="1605455"/>
                  </a:moveTo>
                  <a:lnTo>
                    <a:pt x="1176899" y="1561675"/>
                  </a:lnTo>
                  <a:lnTo>
                    <a:pt x="1174060" y="1643891"/>
                  </a:lnTo>
                  <a:close/>
                  <a:moveTo>
                    <a:pt x="917641" y="1315030"/>
                  </a:moveTo>
                  <a:lnTo>
                    <a:pt x="979672" y="1367830"/>
                  </a:lnTo>
                  <a:lnTo>
                    <a:pt x="1008834" y="1279841"/>
                  </a:lnTo>
                  <a:close/>
                  <a:moveTo>
                    <a:pt x="1016399" y="1276594"/>
                  </a:moveTo>
                  <a:lnTo>
                    <a:pt x="1008834" y="1279841"/>
                  </a:lnTo>
                  <a:lnTo>
                    <a:pt x="979672" y="1367830"/>
                  </a:lnTo>
                  <a:close/>
                  <a:moveTo>
                    <a:pt x="1771449" y="2162345"/>
                  </a:moveTo>
                  <a:lnTo>
                    <a:pt x="1837894" y="2180961"/>
                  </a:lnTo>
                  <a:lnTo>
                    <a:pt x="1808638" y="2060309"/>
                  </a:lnTo>
                  <a:close/>
                  <a:moveTo>
                    <a:pt x="1727095" y="1920790"/>
                  </a:moveTo>
                  <a:lnTo>
                    <a:pt x="1659399" y="1934315"/>
                  </a:lnTo>
                  <a:lnTo>
                    <a:pt x="1772591" y="1951416"/>
                  </a:lnTo>
                  <a:close/>
                  <a:moveTo>
                    <a:pt x="1659399" y="1934315"/>
                  </a:moveTo>
                  <a:lnTo>
                    <a:pt x="1636875" y="1937855"/>
                  </a:lnTo>
                  <a:lnTo>
                    <a:pt x="1772591" y="1951416"/>
                  </a:lnTo>
                  <a:close/>
                  <a:moveTo>
                    <a:pt x="1772591" y="1951416"/>
                  </a:moveTo>
                  <a:lnTo>
                    <a:pt x="1726748" y="1934315"/>
                  </a:lnTo>
                  <a:lnTo>
                    <a:pt x="1727095" y="1920790"/>
                  </a:lnTo>
                  <a:close/>
                  <a:moveTo>
                    <a:pt x="312568" y="181143"/>
                  </a:moveTo>
                  <a:lnTo>
                    <a:pt x="334733" y="198056"/>
                  </a:lnTo>
                  <a:lnTo>
                    <a:pt x="295896" y="169362"/>
                  </a:lnTo>
                  <a:close/>
                  <a:moveTo>
                    <a:pt x="334733" y="198056"/>
                  </a:moveTo>
                  <a:lnTo>
                    <a:pt x="312568" y="181143"/>
                  </a:lnTo>
                  <a:lnTo>
                    <a:pt x="364976" y="247670"/>
                  </a:lnTo>
                  <a:close/>
                  <a:moveTo>
                    <a:pt x="1746289" y="1805094"/>
                  </a:moveTo>
                  <a:lnTo>
                    <a:pt x="1667600" y="1837531"/>
                  </a:lnTo>
                  <a:lnTo>
                    <a:pt x="1742684" y="1839598"/>
                  </a:lnTo>
                  <a:close/>
                  <a:moveTo>
                    <a:pt x="1678240" y="1699732"/>
                  </a:moveTo>
                  <a:lnTo>
                    <a:pt x="1719234" y="1751924"/>
                  </a:lnTo>
                  <a:lnTo>
                    <a:pt x="1710555" y="1731449"/>
                  </a:lnTo>
                  <a:close/>
                  <a:moveTo>
                    <a:pt x="1746289" y="1805094"/>
                  </a:moveTo>
                  <a:lnTo>
                    <a:pt x="1719234" y="1751924"/>
                  </a:lnTo>
                  <a:lnTo>
                    <a:pt x="1678240" y="1699732"/>
                  </a:lnTo>
                  <a:close/>
                  <a:moveTo>
                    <a:pt x="1431496" y="1296889"/>
                  </a:moveTo>
                  <a:lnTo>
                    <a:pt x="1410250" y="1281936"/>
                  </a:lnTo>
                  <a:lnTo>
                    <a:pt x="1423048" y="1385645"/>
                  </a:lnTo>
                  <a:close/>
                  <a:moveTo>
                    <a:pt x="1423048" y="1385645"/>
                  </a:moveTo>
                  <a:lnTo>
                    <a:pt x="1331401" y="1299469"/>
                  </a:lnTo>
                  <a:lnTo>
                    <a:pt x="1370594" y="1367698"/>
                  </a:lnTo>
                  <a:close/>
                  <a:moveTo>
                    <a:pt x="1423048" y="1385645"/>
                  </a:moveTo>
                  <a:lnTo>
                    <a:pt x="1500722" y="1383090"/>
                  </a:lnTo>
                  <a:lnTo>
                    <a:pt x="1431496" y="1296889"/>
                  </a:lnTo>
                  <a:close/>
                  <a:moveTo>
                    <a:pt x="1500722" y="1383090"/>
                  </a:moveTo>
                  <a:lnTo>
                    <a:pt x="1514474" y="1328469"/>
                  </a:lnTo>
                  <a:lnTo>
                    <a:pt x="1431496" y="1296889"/>
                  </a:lnTo>
                  <a:close/>
                  <a:moveTo>
                    <a:pt x="1244996" y="1309123"/>
                  </a:moveTo>
                  <a:lnTo>
                    <a:pt x="1320767" y="1208021"/>
                  </a:lnTo>
                  <a:lnTo>
                    <a:pt x="1238223" y="1214536"/>
                  </a:lnTo>
                  <a:close/>
                  <a:moveTo>
                    <a:pt x="1998239" y="1821539"/>
                  </a:moveTo>
                  <a:lnTo>
                    <a:pt x="2011067" y="1771610"/>
                  </a:lnTo>
                  <a:lnTo>
                    <a:pt x="1951721" y="1759265"/>
                  </a:lnTo>
                  <a:close/>
                  <a:moveTo>
                    <a:pt x="1685927" y="1528582"/>
                  </a:moveTo>
                  <a:lnTo>
                    <a:pt x="1673533" y="1429306"/>
                  </a:lnTo>
                  <a:lnTo>
                    <a:pt x="1697192" y="1407930"/>
                  </a:lnTo>
                  <a:close/>
                  <a:moveTo>
                    <a:pt x="1685927" y="1528582"/>
                  </a:moveTo>
                  <a:lnTo>
                    <a:pt x="1697192" y="1407930"/>
                  </a:lnTo>
                  <a:lnTo>
                    <a:pt x="1624227" y="1446366"/>
                  </a:lnTo>
                  <a:close/>
                  <a:moveTo>
                    <a:pt x="1524347" y="1263791"/>
                  </a:moveTo>
                  <a:lnTo>
                    <a:pt x="1431496" y="1296889"/>
                  </a:lnTo>
                  <a:lnTo>
                    <a:pt x="1514474" y="1328469"/>
                  </a:lnTo>
                  <a:close/>
                  <a:moveTo>
                    <a:pt x="1524347" y="1263791"/>
                  </a:moveTo>
                  <a:lnTo>
                    <a:pt x="1599856" y="1262995"/>
                  </a:lnTo>
                  <a:lnTo>
                    <a:pt x="1533665" y="1185020"/>
                  </a:lnTo>
                  <a:close/>
                  <a:moveTo>
                    <a:pt x="2035316" y="1891488"/>
                  </a:moveTo>
                  <a:lnTo>
                    <a:pt x="2104069" y="1896185"/>
                  </a:lnTo>
                  <a:lnTo>
                    <a:pt x="2088582" y="1866476"/>
                  </a:lnTo>
                  <a:close/>
                  <a:moveTo>
                    <a:pt x="1861325" y="1358914"/>
                  </a:moveTo>
                  <a:lnTo>
                    <a:pt x="1805307" y="1364673"/>
                  </a:lnTo>
                  <a:lnTo>
                    <a:pt x="1731474" y="1367280"/>
                  </a:lnTo>
                  <a:close/>
                  <a:moveTo>
                    <a:pt x="1634522" y="1134720"/>
                  </a:moveTo>
                  <a:lnTo>
                    <a:pt x="1533665" y="11850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41957" y="1096047"/>
                  </a:lnTo>
                  <a:lnTo>
                    <a:pt x="1561716" y="1074696"/>
                  </a:lnTo>
                  <a:close/>
                  <a:moveTo>
                    <a:pt x="1684753" y="1122848"/>
                  </a:moveTo>
                  <a:lnTo>
                    <a:pt x="1634522" y="11347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84753" y="1122848"/>
                  </a:lnTo>
                  <a:lnTo>
                    <a:pt x="1641957" y="1096047"/>
                  </a:lnTo>
                  <a:close/>
                  <a:moveTo>
                    <a:pt x="1412925" y="1079070"/>
                  </a:moveTo>
                  <a:lnTo>
                    <a:pt x="1439926" y="1071648"/>
                  </a:lnTo>
                  <a:lnTo>
                    <a:pt x="1413915" y="958418"/>
                  </a:lnTo>
                  <a:close/>
                  <a:moveTo>
                    <a:pt x="1385167" y="996855"/>
                  </a:moveTo>
                  <a:lnTo>
                    <a:pt x="1412925" y="1079070"/>
                  </a:lnTo>
                  <a:lnTo>
                    <a:pt x="1413915" y="958418"/>
                  </a:lnTo>
                  <a:close/>
                  <a:moveTo>
                    <a:pt x="1439926" y="1071648"/>
                  </a:moveTo>
                  <a:lnTo>
                    <a:pt x="1522942" y="1040633"/>
                  </a:lnTo>
                  <a:lnTo>
                    <a:pt x="1461107" y="977197"/>
                  </a:lnTo>
                  <a:close/>
                  <a:moveTo>
                    <a:pt x="1319464" y="914639"/>
                  </a:moveTo>
                  <a:lnTo>
                    <a:pt x="1385167" y="996855"/>
                  </a:lnTo>
                  <a:lnTo>
                    <a:pt x="1413915" y="958418"/>
                  </a:lnTo>
                  <a:close/>
                  <a:moveTo>
                    <a:pt x="1319464" y="914639"/>
                  </a:moveTo>
                  <a:lnTo>
                    <a:pt x="1413915" y="958418"/>
                  </a:lnTo>
                  <a:lnTo>
                    <a:pt x="1380522" y="876203"/>
                  </a:lnTo>
                  <a:close/>
                  <a:moveTo>
                    <a:pt x="1725357" y="1205064"/>
                  </a:moveTo>
                  <a:lnTo>
                    <a:pt x="1710222" y="1084412"/>
                  </a:lnTo>
                  <a:lnTo>
                    <a:pt x="1684753" y="1122848"/>
                  </a:lnTo>
                  <a:close/>
                  <a:moveTo>
                    <a:pt x="1578414" y="1019651"/>
                  </a:moveTo>
                  <a:lnTo>
                    <a:pt x="1644642" y="926310"/>
                  </a:lnTo>
                  <a:lnTo>
                    <a:pt x="1574296" y="922907"/>
                  </a:lnTo>
                  <a:close/>
                  <a:moveTo>
                    <a:pt x="1702988" y="939466"/>
                  </a:moveTo>
                  <a:lnTo>
                    <a:pt x="1644642" y="926310"/>
                  </a:lnTo>
                  <a:lnTo>
                    <a:pt x="1740700" y="971372"/>
                  </a:lnTo>
                  <a:close/>
                  <a:moveTo>
                    <a:pt x="1644642" y="926310"/>
                  </a:moveTo>
                  <a:lnTo>
                    <a:pt x="1659487" y="946387"/>
                  </a:lnTo>
                  <a:lnTo>
                    <a:pt x="1740700" y="971372"/>
                  </a:lnTo>
                  <a:close/>
                  <a:moveTo>
                    <a:pt x="1547671" y="806981"/>
                  </a:moveTo>
                  <a:lnTo>
                    <a:pt x="1586631" y="837767"/>
                  </a:lnTo>
                  <a:lnTo>
                    <a:pt x="1515495" y="770527"/>
                  </a:lnTo>
                  <a:close/>
                  <a:moveTo>
                    <a:pt x="1759055" y="993977"/>
                  </a:moveTo>
                  <a:lnTo>
                    <a:pt x="1794559" y="1002197"/>
                  </a:lnTo>
                  <a:lnTo>
                    <a:pt x="1740700" y="971372"/>
                  </a:lnTo>
                  <a:close/>
                  <a:moveTo>
                    <a:pt x="1570424" y="825963"/>
                  </a:moveTo>
                  <a:lnTo>
                    <a:pt x="1586631" y="837767"/>
                  </a:lnTo>
                  <a:lnTo>
                    <a:pt x="1547671" y="806981"/>
                  </a:lnTo>
                  <a:close/>
                  <a:moveTo>
                    <a:pt x="1096796" y="180045"/>
                  </a:moveTo>
                  <a:lnTo>
                    <a:pt x="1094711" y="228070"/>
                  </a:lnTo>
                  <a:lnTo>
                    <a:pt x="1096643" y="168032"/>
                  </a:lnTo>
                  <a:close/>
                  <a:moveTo>
                    <a:pt x="1574946" y="263353"/>
                  </a:moveTo>
                  <a:lnTo>
                    <a:pt x="1610598" y="253341"/>
                  </a:lnTo>
                  <a:lnTo>
                    <a:pt x="1602563" y="303155"/>
                  </a:lnTo>
                  <a:close/>
                  <a:moveTo>
                    <a:pt x="1650616" y="26300"/>
                  </a:moveTo>
                  <a:lnTo>
                    <a:pt x="1786837" y="67857"/>
                  </a:lnTo>
                  <a:lnTo>
                    <a:pt x="1739804" y="8706"/>
                  </a:lnTo>
                  <a:close/>
                  <a:moveTo>
                    <a:pt x="1788258" y="70079"/>
                  </a:moveTo>
                  <a:lnTo>
                    <a:pt x="1739804" y="8706"/>
                  </a:lnTo>
                  <a:lnTo>
                    <a:pt x="1786837" y="67857"/>
                  </a:lnTo>
                  <a:close/>
                  <a:moveTo>
                    <a:pt x="1739804" y="8706"/>
                  </a:moveTo>
                  <a:lnTo>
                    <a:pt x="1711129" y="0"/>
                  </a:lnTo>
                  <a:lnTo>
                    <a:pt x="1650616" y="26300"/>
                  </a:lnTo>
                  <a:close/>
                  <a:moveTo>
                    <a:pt x="1786837" y="67857"/>
                  </a:moveTo>
                  <a:lnTo>
                    <a:pt x="1785656" y="70079"/>
                  </a:lnTo>
                  <a:lnTo>
                    <a:pt x="1788383" y="69305"/>
                  </a:lnTo>
                  <a:close/>
                  <a:moveTo>
                    <a:pt x="1788383" y="69305"/>
                  </a:moveTo>
                  <a:lnTo>
                    <a:pt x="1788258" y="70079"/>
                  </a:lnTo>
                  <a:lnTo>
                    <a:pt x="1786837" y="67857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85" name="Candidate_density__2084">
              <a:extLst>
                <a:ext uri="{FF2B5EF4-FFF2-40B4-BE49-F238E27FC236}">
                  <a16:creationId xmlns:a16="http://schemas.microsoft.com/office/drawing/2014/main" id="{6663A53E-AE71-DFD2-C709-0CC117FB9A2D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36379"/>
              <a:ext cx="2095111" cy="3438049"/>
            </a:xfrm>
            <a:custGeom>
              <a:avLst/>
              <a:gdLst/>
              <a:ahLst/>
              <a:cxnLst/>
              <a:rect l="0" t="0" r="0" b="0"/>
              <a:pathLst>
                <a:path w="2095111" h="3438049">
                  <a:moveTo>
                    <a:pt x="427096" y="3355834"/>
                  </a:moveTo>
                  <a:lnTo>
                    <a:pt x="522037" y="3422107"/>
                  </a:lnTo>
                  <a:lnTo>
                    <a:pt x="518834" y="3324619"/>
                  </a:lnTo>
                  <a:close/>
                  <a:moveTo>
                    <a:pt x="427096" y="3355834"/>
                  </a:moveTo>
                  <a:lnTo>
                    <a:pt x="475577" y="3438049"/>
                  </a:lnTo>
                  <a:lnTo>
                    <a:pt x="522037" y="3422107"/>
                  </a:lnTo>
                  <a:close/>
                  <a:moveTo>
                    <a:pt x="577188" y="2993880"/>
                  </a:moveTo>
                  <a:lnTo>
                    <a:pt x="551293" y="3114531"/>
                  </a:lnTo>
                  <a:lnTo>
                    <a:pt x="633892" y="3076095"/>
                  </a:lnTo>
                  <a:close/>
                  <a:moveTo>
                    <a:pt x="678029" y="3055603"/>
                  </a:moveTo>
                  <a:lnTo>
                    <a:pt x="660014" y="3102980"/>
                  </a:lnTo>
                  <a:lnTo>
                    <a:pt x="716750" y="3037658"/>
                  </a:lnTo>
                  <a:close/>
                  <a:moveTo>
                    <a:pt x="633892" y="3076095"/>
                  </a:moveTo>
                  <a:lnTo>
                    <a:pt x="660014" y="3102980"/>
                  </a:lnTo>
                  <a:lnTo>
                    <a:pt x="678029" y="3055603"/>
                  </a:lnTo>
                  <a:close/>
                  <a:moveTo>
                    <a:pt x="577188" y="2993880"/>
                  </a:moveTo>
                  <a:lnTo>
                    <a:pt x="633892" y="3076095"/>
                  </a:lnTo>
                  <a:lnTo>
                    <a:pt x="678029" y="3055603"/>
                  </a:lnTo>
                  <a:close/>
                  <a:moveTo>
                    <a:pt x="716750" y="3037658"/>
                  </a:moveTo>
                  <a:lnTo>
                    <a:pt x="679882" y="2955443"/>
                  </a:lnTo>
                  <a:lnTo>
                    <a:pt x="678029" y="3055603"/>
                  </a:lnTo>
                  <a:close/>
                  <a:moveTo>
                    <a:pt x="498024" y="2747235"/>
                  </a:moveTo>
                  <a:lnTo>
                    <a:pt x="605578" y="2791013"/>
                  </a:lnTo>
                  <a:lnTo>
                    <a:pt x="553484" y="2708798"/>
                  </a:lnTo>
                  <a:close/>
                  <a:moveTo>
                    <a:pt x="775427" y="2836828"/>
                  </a:moveTo>
                  <a:lnTo>
                    <a:pt x="784005" y="2834792"/>
                  </a:lnTo>
                  <a:lnTo>
                    <a:pt x="832308" y="2759437"/>
                  </a:lnTo>
                  <a:close/>
                  <a:moveTo>
                    <a:pt x="896781" y="2898854"/>
                  </a:moveTo>
                  <a:lnTo>
                    <a:pt x="884187" y="2809000"/>
                  </a:lnTo>
                  <a:lnTo>
                    <a:pt x="801257" y="2915922"/>
                  </a:lnTo>
                  <a:close/>
                  <a:moveTo>
                    <a:pt x="832308" y="2759437"/>
                  </a:moveTo>
                  <a:lnTo>
                    <a:pt x="784005" y="2834792"/>
                  </a:lnTo>
                  <a:lnTo>
                    <a:pt x="884187" y="2809000"/>
                  </a:lnTo>
                  <a:close/>
                  <a:moveTo>
                    <a:pt x="296629" y="2149909"/>
                  </a:moveTo>
                  <a:lnTo>
                    <a:pt x="337423" y="2149812"/>
                  </a:lnTo>
                  <a:lnTo>
                    <a:pt x="318499" y="2094856"/>
                  </a:lnTo>
                  <a:close/>
                  <a:moveTo>
                    <a:pt x="318499" y="2094856"/>
                  </a:moveTo>
                  <a:lnTo>
                    <a:pt x="374223" y="2138634"/>
                  </a:lnTo>
                  <a:lnTo>
                    <a:pt x="377637" y="2056419"/>
                  </a:lnTo>
                  <a:close/>
                  <a:moveTo>
                    <a:pt x="374223" y="2138634"/>
                  </a:moveTo>
                  <a:lnTo>
                    <a:pt x="407581" y="2017983"/>
                  </a:lnTo>
                  <a:lnTo>
                    <a:pt x="377637" y="2056419"/>
                  </a:lnTo>
                  <a:close/>
                  <a:moveTo>
                    <a:pt x="0" y="1563129"/>
                  </a:moveTo>
                  <a:lnTo>
                    <a:pt x="42351" y="1645344"/>
                  </a:lnTo>
                  <a:lnTo>
                    <a:pt x="87999" y="1606907"/>
                  </a:lnTo>
                  <a:close/>
                  <a:moveTo>
                    <a:pt x="1350244" y="2681046"/>
                  </a:moveTo>
                  <a:lnTo>
                    <a:pt x="1351493" y="2725143"/>
                  </a:lnTo>
                  <a:lnTo>
                    <a:pt x="1362753" y="2662304"/>
                  </a:lnTo>
                  <a:close/>
                  <a:moveTo>
                    <a:pt x="1350244" y="2681046"/>
                  </a:moveTo>
                  <a:lnTo>
                    <a:pt x="1394776" y="2560394"/>
                  </a:lnTo>
                  <a:lnTo>
                    <a:pt x="1327020" y="2598831"/>
                  </a:lnTo>
                  <a:close/>
                  <a:moveTo>
                    <a:pt x="1327020" y="2598831"/>
                  </a:moveTo>
                  <a:lnTo>
                    <a:pt x="1394776" y="2560394"/>
                  </a:lnTo>
                  <a:lnTo>
                    <a:pt x="1313568" y="2583348"/>
                  </a:lnTo>
                  <a:close/>
                  <a:moveTo>
                    <a:pt x="1394776" y="2560394"/>
                  </a:moveTo>
                  <a:lnTo>
                    <a:pt x="1348980" y="2500543"/>
                  </a:lnTo>
                  <a:lnTo>
                    <a:pt x="1313568" y="2583348"/>
                  </a:lnTo>
                  <a:close/>
                  <a:moveTo>
                    <a:pt x="1334040" y="2478180"/>
                  </a:moveTo>
                  <a:lnTo>
                    <a:pt x="1313568" y="2583348"/>
                  </a:lnTo>
                  <a:lnTo>
                    <a:pt x="1348980" y="2500543"/>
                  </a:lnTo>
                  <a:close/>
                  <a:moveTo>
                    <a:pt x="1334040" y="2478180"/>
                  </a:moveTo>
                  <a:lnTo>
                    <a:pt x="1269614" y="2516616"/>
                  </a:lnTo>
                  <a:lnTo>
                    <a:pt x="1313568" y="2583348"/>
                  </a:lnTo>
                  <a:close/>
                  <a:moveTo>
                    <a:pt x="1222006" y="2434400"/>
                  </a:moveTo>
                  <a:lnTo>
                    <a:pt x="1269614" y="2516616"/>
                  </a:lnTo>
                  <a:lnTo>
                    <a:pt x="1334040" y="2478180"/>
                  </a:lnTo>
                  <a:close/>
                  <a:moveTo>
                    <a:pt x="1194281" y="2313749"/>
                  </a:moveTo>
                  <a:lnTo>
                    <a:pt x="1185724" y="2384017"/>
                  </a:lnTo>
                  <a:lnTo>
                    <a:pt x="1245591" y="2392647"/>
                  </a:lnTo>
                  <a:close/>
                  <a:moveTo>
                    <a:pt x="1194281" y="2313749"/>
                  </a:moveTo>
                  <a:lnTo>
                    <a:pt x="1161951" y="2352185"/>
                  </a:lnTo>
                  <a:lnTo>
                    <a:pt x="1185724" y="2384017"/>
                  </a:lnTo>
                  <a:close/>
                  <a:moveTo>
                    <a:pt x="1135669" y="2269970"/>
                  </a:moveTo>
                  <a:lnTo>
                    <a:pt x="1161951" y="2352185"/>
                  </a:lnTo>
                  <a:lnTo>
                    <a:pt x="1194281" y="2313749"/>
                  </a:lnTo>
                  <a:close/>
                  <a:moveTo>
                    <a:pt x="633048" y="1690882"/>
                  </a:moveTo>
                  <a:lnTo>
                    <a:pt x="664855" y="1614661"/>
                  </a:lnTo>
                  <a:lnTo>
                    <a:pt x="631488" y="1694465"/>
                  </a:lnTo>
                  <a:close/>
                  <a:moveTo>
                    <a:pt x="631488" y="1694465"/>
                  </a:moveTo>
                  <a:lnTo>
                    <a:pt x="664855" y="1614661"/>
                  </a:lnTo>
                  <a:lnTo>
                    <a:pt x="725523" y="1573813"/>
                  </a:lnTo>
                  <a:close/>
                  <a:moveTo>
                    <a:pt x="664855" y="1614661"/>
                  </a:moveTo>
                  <a:lnTo>
                    <a:pt x="633048" y="1690882"/>
                  </a:lnTo>
                  <a:lnTo>
                    <a:pt x="641329" y="1656028"/>
                  </a:lnTo>
                  <a:close/>
                  <a:moveTo>
                    <a:pt x="1582401" y="2521958"/>
                  </a:moveTo>
                  <a:lnTo>
                    <a:pt x="1575957" y="2576655"/>
                  </a:lnTo>
                  <a:lnTo>
                    <a:pt x="1631272" y="2525685"/>
                  </a:lnTo>
                  <a:close/>
                  <a:moveTo>
                    <a:pt x="1631272" y="2525685"/>
                  </a:moveTo>
                  <a:lnTo>
                    <a:pt x="1575957" y="2576655"/>
                  </a:lnTo>
                  <a:lnTo>
                    <a:pt x="1579965" y="2606898"/>
                  </a:lnTo>
                  <a:close/>
                  <a:moveTo>
                    <a:pt x="1631272" y="2525685"/>
                  </a:moveTo>
                  <a:lnTo>
                    <a:pt x="1579965" y="2606898"/>
                  </a:lnTo>
                  <a:lnTo>
                    <a:pt x="1654212" y="2607128"/>
                  </a:lnTo>
                  <a:close/>
                  <a:moveTo>
                    <a:pt x="1654212" y="2607128"/>
                  </a:moveTo>
                  <a:lnTo>
                    <a:pt x="1579965" y="2606898"/>
                  </a:lnTo>
                  <a:lnTo>
                    <a:pt x="1662196" y="2620432"/>
                  </a:lnTo>
                  <a:close/>
                  <a:moveTo>
                    <a:pt x="1334040" y="2478180"/>
                  </a:moveTo>
                  <a:lnTo>
                    <a:pt x="1348980" y="2500543"/>
                  </a:lnTo>
                  <a:lnTo>
                    <a:pt x="1352380" y="2470553"/>
                  </a:lnTo>
                  <a:close/>
                  <a:moveTo>
                    <a:pt x="1317655" y="2168224"/>
                  </a:moveTo>
                  <a:lnTo>
                    <a:pt x="1234105" y="2205838"/>
                  </a:lnTo>
                  <a:lnTo>
                    <a:pt x="1271241" y="2193098"/>
                  </a:lnTo>
                  <a:close/>
                  <a:moveTo>
                    <a:pt x="1195805" y="2206506"/>
                  </a:moveTo>
                  <a:lnTo>
                    <a:pt x="1234105" y="2205838"/>
                  </a:lnTo>
                  <a:lnTo>
                    <a:pt x="1317655" y="2168224"/>
                  </a:lnTo>
                  <a:close/>
                  <a:moveTo>
                    <a:pt x="601523" y="1377872"/>
                  </a:moveTo>
                  <a:lnTo>
                    <a:pt x="576372" y="1409383"/>
                  </a:lnTo>
                  <a:lnTo>
                    <a:pt x="578075" y="1353659"/>
                  </a:lnTo>
                  <a:close/>
                  <a:moveTo>
                    <a:pt x="283870" y="1026196"/>
                  </a:moveTo>
                  <a:lnTo>
                    <a:pt x="242206" y="1080522"/>
                  </a:lnTo>
                  <a:lnTo>
                    <a:pt x="338755" y="1016197"/>
                  </a:lnTo>
                  <a:close/>
                  <a:moveTo>
                    <a:pt x="283870" y="1026196"/>
                  </a:moveTo>
                  <a:lnTo>
                    <a:pt x="338755" y="1016197"/>
                  </a:lnTo>
                  <a:lnTo>
                    <a:pt x="298357" y="998307"/>
                  </a:lnTo>
                  <a:close/>
                  <a:moveTo>
                    <a:pt x="338755" y="1016197"/>
                  </a:moveTo>
                  <a:lnTo>
                    <a:pt x="374953" y="959871"/>
                  </a:lnTo>
                  <a:lnTo>
                    <a:pt x="298357" y="998307"/>
                  </a:lnTo>
                  <a:close/>
                  <a:moveTo>
                    <a:pt x="301870" y="878290"/>
                  </a:moveTo>
                  <a:lnTo>
                    <a:pt x="301145" y="878107"/>
                  </a:lnTo>
                  <a:lnTo>
                    <a:pt x="374953" y="959871"/>
                  </a:lnTo>
                  <a:close/>
                  <a:moveTo>
                    <a:pt x="1180588" y="1825800"/>
                  </a:moveTo>
                  <a:lnTo>
                    <a:pt x="1158546" y="1864237"/>
                  </a:lnTo>
                  <a:lnTo>
                    <a:pt x="1172570" y="1908016"/>
                  </a:lnTo>
                  <a:close/>
                  <a:moveTo>
                    <a:pt x="439555" y="1026359"/>
                  </a:moveTo>
                  <a:lnTo>
                    <a:pt x="495070" y="941726"/>
                  </a:lnTo>
                  <a:lnTo>
                    <a:pt x="405811" y="953700"/>
                  </a:lnTo>
                  <a:close/>
                  <a:moveTo>
                    <a:pt x="513281" y="1027013"/>
                  </a:moveTo>
                  <a:lnTo>
                    <a:pt x="439555" y="1026359"/>
                  </a:lnTo>
                  <a:lnTo>
                    <a:pt x="551449" y="1038908"/>
                  </a:lnTo>
                  <a:close/>
                  <a:moveTo>
                    <a:pt x="432652" y="873404"/>
                  </a:moveTo>
                  <a:lnTo>
                    <a:pt x="374953" y="959871"/>
                  </a:lnTo>
                  <a:lnTo>
                    <a:pt x="405811" y="953700"/>
                  </a:lnTo>
                  <a:close/>
                  <a:moveTo>
                    <a:pt x="620990" y="965213"/>
                  </a:moveTo>
                  <a:lnTo>
                    <a:pt x="627458" y="994781"/>
                  </a:lnTo>
                  <a:lnTo>
                    <a:pt x="605183" y="1024607"/>
                  </a:lnTo>
                  <a:close/>
                  <a:moveTo>
                    <a:pt x="605183" y="1024607"/>
                  </a:moveTo>
                  <a:lnTo>
                    <a:pt x="620756" y="1019378"/>
                  </a:lnTo>
                  <a:lnTo>
                    <a:pt x="551449" y="1038908"/>
                  </a:lnTo>
                  <a:close/>
                  <a:moveTo>
                    <a:pt x="1844423" y="2362870"/>
                  </a:moveTo>
                  <a:lnTo>
                    <a:pt x="1909987" y="2420280"/>
                  </a:lnTo>
                  <a:lnTo>
                    <a:pt x="1864152" y="2357451"/>
                  </a:lnTo>
                  <a:close/>
                  <a:moveTo>
                    <a:pt x="1935223" y="2374856"/>
                  </a:moveTo>
                  <a:lnTo>
                    <a:pt x="1931918" y="2324434"/>
                  </a:lnTo>
                  <a:lnTo>
                    <a:pt x="1938463" y="2357629"/>
                  </a:lnTo>
                  <a:close/>
                  <a:moveTo>
                    <a:pt x="1935223" y="2374856"/>
                  </a:moveTo>
                  <a:lnTo>
                    <a:pt x="1885313" y="2362870"/>
                  </a:lnTo>
                  <a:lnTo>
                    <a:pt x="1864152" y="2357451"/>
                  </a:lnTo>
                  <a:close/>
                  <a:moveTo>
                    <a:pt x="1815166" y="2242218"/>
                  </a:moveTo>
                  <a:lnTo>
                    <a:pt x="1844423" y="2362870"/>
                  </a:lnTo>
                  <a:lnTo>
                    <a:pt x="1895070" y="2288187"/>
                  </a:lnTo>
                  <a:close/>
                  <a:moveTo>
                    <a:pt x="1895070" y="2288187"/>
                  </a:moveTo>
                  <a:lnTo>
                    <a:pt x="1844423" y="2362870"/>
                  </a:lnTo>
                  <a:lnTo>
                    <a:pt x="1864152" y="2357451"/>
                  </a:lnTo>
                  <a:close/>
                  <a:moveTo>
                    <a:pt x="1779119" y="2133326"/>
                  </a:moveTo>
                  <a:lnTo>
                    <a:pt x="1643403" y="2119765"/>
                  </a:lnTo>
                  <a:lnTo>
                    <a:pt x="1766908" y="2160003"/>
                  </a:lnTo>
                  <a:close/>
                  <a:moveTo>
                    <a:pt x="1766908" y="2160003"/>
                  </a:moveTo>
                  <a:lnTo>
                    <a:pt x="1643403" y="2119765"/>
                  </a:lnTo>
                  <a:lnTo>
                    <a:pt x="1702359" y="2167617"/>
                  </a:lnTo>
                  <a:close/>
                  <a:moveTo>
                    <a:pt x="1499794" y="1831143"/>
                  </a:moveTo>
                  <a:lnTo>
                    <a:pt x="1510547" y="1862597"/>
                  </a:lnTo>
                  <a:lnTo>
                    <a:pt x="1482960" y="1862009"/>
                  </a:lnTo>
                  <a:close/>
                  <a:moveTo>
                    <a:pt x="1510547" y="1862597"/>
                  </a:moveTo>
                  <a:lnTo>
                    <a:pt x="1508388" y="1893621"/>
                  </a:lnTo>
                  <a:lnTo>
                    <a:pt x="1482960" y="1862009"/>
                  </a:lnTo>
                  <a:close/>
                  <a:moveTo>
                    <a:pt x="1614067" y="1794878"/>
                  </a:moveTo>
                  <a:lnTo>
                    <a:pt x="1510547" y="1862597"/>
                  </a:lnTo>
                  <a:lnTo>
                    <a:pt x="1537226" y="1786240"/>
                  </a:lnTo>
                  <a:close/>
                  <a:moveTo>
                    <a:pt x="653697" y="927336"/>
                  </a:moveTo>
                  <a:lnTo>
                    <a:pt x="709537" y="920912"/>
                  </a:lnTo>
                  <a:lnTo>
                    <a:pt x="690260" y="882998"/>
                  </a:lnTo>
                  <a:close/>
                  <a:moveTo>
                    <a:pt x="709537" y="920912"/>
                  </a:moveTo>
                  <a:lnTo>
                    <a:pt x="714127" y="844562"/>
                  </a:lnTo>
                  <a:lnTo>
                    <a:pt x="690260" y="882998"/>
                  </a:lnTo>
                  <a:close/>
                  <a:moveTo>
                    <a:pt x="328108" y="330785"/>
                  </a:moveTo>
                  <a:lnTo>
                    <a:pt x="319097" y="363052"/>
                  </a:lnTo>
                  <a:lnTo>
                    <a:pt x="302424" y="351271"/>
                  </a:lnTo>
                  <a:close/>
                  <a:moveTo>
                    <a:pt x="319097" y="363052"/>
                  </a:moveTo>
                  <a:lnTo>
                    <a:pt x="328108" y="330785"/>
                  </a:lnTo>
                  <a:lnTo>
                    <a:pt x="318318" y="389707"/>
                  </a:lnTo>
                  <a:close/>
                  <a:moveTo>
                    <a:pt x="318318" y="389707"/>
                  </a:moveTo>
                  <a:lnTo>
                    <a:pt x="328108" y="330785"/>
                  </a:lnTo>
                  <a:lnTo>
                    <a:pt x="342357" y="269056"/>
                  </a:lnTo>
                  <a:close/>
                  <a:moveTo>
                    <a:pt x="1537226" y="1786240"/>
                  </a:moveTo>
                  <a:lnTo>
                    <a:pt x="1510547" y="1862597"/>
                  </a:lnTo>
                  <a:lnTo>
                    <a:pt x="1499794" y="1831143"/>
                  </a:lnTo>
                  <a:close/>
                  <a:moveTo>
                    <a:pt x="1779119" y="2133326"/>
                  </a:moveTo>
                  <a:lnTo>
                    <a:pt x="1793956" y="2153743"/>
                  </a:lnTo>
                  <a:lnTo>
                    <a:pt x="1811324" y="2077788"/>
                  </a:lnTo>
                  <a:close/>
                  <a:moveTo>
                    <a:pt x="1811324" y="2077788"/>
                  </a:moveTo>
                  <a:lnTo>
                    <a:pt x="1793956" y="2153743"/>
                  </a:lnTo>
                  <a:lnTo>
                    <a:pt x="1894285" y="2121567"/>
                  </a:lnTo>
                  <a:close/>
                  <a:moveTo>
                    <a:pt x="1811324" y="2077788"/>
                  </a:moveTo>
                  <a:lnTo>
                    <a:pt x="1894285" y="2121567"/>
                  </a:lnTo>
                  <a:lnTo>
                    <a:pt x="1862715" y="2039351"/>
                  </a:lnTo>
                  <a:close/>
                  <a:moveTo>
                    <a:pt x="1823777" y="1957136"/>
                  </a:moveTo>
                  <a:lnTo>
                    <a:pt x="1749213" y="2021508"/>
                  </a:lnTo>
                  <a:lnTo>
                    <a:pt x="1811324" y="2077788"/>
                  </a:lnTo>
                  <a:close/>
                  <a:moveTo>
                    <a:pt x="1823777" y="1957136"/>
                  </a:moveTo>
                  <a:lnTo>
                    <a:pt x="1811324" y="2077788"/>
                  </a:lnTo>
                  <a:lnTo>
                    <a:pt x="1862715" y="2039351"/>
                  </a:lnTo>
                  <a:close/>
                  <a:moveTo>
                    <a:pt x="1429576" y="1567555"/>
                  </a:moveTo>
                  <a:lnTo>
                    <a:pt x="1416778" y="1463846"/>
                  </a:lnTo>
                  <a:lnTo>
                    <a:pt x="1337929" y="1481379"/>
                  </a:lnTo>
                  <a:close/>
                  <a:moveTo>
                    <a:pt x="1251524" y="1491032"/>
                  </a:moveTo>
                  <a:lnTo>
                    <a:pt x="1337929" y="1481379"/>
                  </a:lnTo>
                  <a:lnTo>
                    <a:pt x="1327295" y="1389931"/>
                  </a:lnTo>
                  <a:close/>
                  <a:moveTo>
                    <a:pt x="1416778" y="1463846"/>
                  </a:moveTo>
                  <a:lnTo>
                    <a:pt x="1365413" y="1381630"/>
                  </a:lnTo>
                  <a:lnTo>
                    <a:pt x="1337929" y="1481379"/>
                  </a:lnTo>
                  <a:close/>
                  <a:moveTo>
                    <a:pt x="1365413" y="1381630"/>
                  </a:moveTo>
                  <a:lnTo>
                    <a:pt x="1327295" y="1389931"/>
                  </a:lnTo>
                  <a:lnTo>
                    <a:pt x="1337929" y="1481379"/>
                  </a:lnTo>
                  <a:close/>
                  <a:moveTo>
                    <a:pt x="1328862" y="1349315"/>
                  </a:moveTo>
                  <a:lnTo>
                    <a:pt x="1273079" y="1299416"/>
                  </a:lnTo>
                  <a:lnTo>
                    <a:pt x="1327295" y="1389931"/>
                  </a:lnTo>
                  <a:close/>
                  <a:moveTo>
                    <a:pt x="1327295" y="1389931"/>
                  </a:moveTo>
                  <a:lnTo>
                    <a:pt x="1273079" y="1299416"/>
                  </a:lnTo>
                  <a:lnTo>
                    <a:pt x="1221963" y="1314880"/>
                  </a:lnTo>
                  <a:close/>
                  <a:moveTo>
                    <a:pt x="1327295" y="1389931"/>
                  </a:moveTo>
                  <a:lnTo>
                    <a:pt x="1221963" y="1314880"/>
                  </a:lnTo>
                  <a:lnTo>
                    <a:pt x="1244751" y="1396445"/>
                  </a:lnTo>
                  <a:close/>
                  <a:moveTo>
                    <a:pt x="1328862" y="1349315"/>
                  </a:moveTo>
                  <a:lnTo>
                    <a:pt x="1327295" y="1389931"/>
                  </a:lnTo>
                  <a:lnTo>
                    <a:pt x="1365413" y="1381630"/>
                  </a:lnTo>
                  <a:close/>
                  <a:moveTo>
                    <a:pt x="804683" y="723910"/>
                  </a:moveTo>
                  <a:lnTo>
                    <a:pt x="847964" y="665948"/>
                  </a:lnTo>
                  <a:lnTo>
                    <a:pt x="783756" y="680131"/>
                  </a:lnTo>
                  <a:close/>
                  <a:moveTo>
                    <a:pt x="766826" y="762346"/>
                  </a:moveTo>
                  <a:lnTo>
                    <a:pt x="804683" y="723910"/>
                  </a:lnTo>
                  <a:lnTo>
                    <a:pt x="783756" y="680131"/>
                  </a:lnTo>
                  <a:close/>
                  <a:moveTo>
                    <a:pt x="371631" y="278305"/>
                  </a:moveTo>
                  <a:lnTo>
                    <a:pt x="328108" y="330785"/>
                  </a:lnTo>
                  <a:lnTo>
                    <a:pt x="302424" y="351271"/>
                  </a:lnTo>
                  <a:close/>
                  <a:moveTo>
                    <a:pt x="328108" y="330785"/>
                  </a:moveTo>
                  <a:lnTo>
                    <a:pt x="371631" y="278305"/>
                  </a:lnTo>
                  <a:lnTo>
                    <a:pt x="342357" y="269056"/>
                  </a:lnTo>
                  <a:close/>
                  <a:moveTo>
                    <a:pt x="371631" y="278305"/>
                  </a:moveTo>
                  <a:lnTo>
                    <a:pt x="419868" y="230619"/>
                  </a:lnTo>
                  <a:lnTo>
                    <a:pt x="342357" y="269056"/>
                  </a:lnTo>
                  <a:close/>
                  <a:moveTo>
                    <a:pt x="431463" y="223352"/>
                  </a:moveTo>
                  <a:lnTo>
                    <a:pt x="342357" y="269056"/>
                  </a:lnTo>
                  <a:lnTo>
                    <a:pt x="419868" y="230619"/>
                  </a:lnTo>
                  <a:close/>
                  <a:moveTo>
                    <a:pt x="431463" y="223352"/>
                  </a:moveTo>
                  <a:lnTo>
                    <a:pt x="376228" y="232037"/>
                  </a:lnTo>
                  <a:lnTo>
                    <a:pt x="342357" y="269056"/>
                  </a:lnTo>
                  <a:close/>
                  <a:moveTo>
                    <a:pt x="1903963" y="2024809"/>
                  </a:moveTo>
                  <a:lnTo>
                    <a:pt x="2004768" y="2003448"/>
                  </a:lnTo>
                  <a:lnTo>
                    <a:pt x="1958249" y="1941174"/>
                  </a:lnTo>
                  <a:close/>
                  <a:moveTo>
                    <a:pt x="1903963" y="2024809"/>
                  </a:moveTo>
                  <a:lnTo>
                    <a:pt x="1958249" y="1941174"/>
                  </a:lnTo>
                  <a:lnTo>
                    <a:pt x="1883943" y="1940992"/>
                  </a:lnTo>
                  <a:close/>
                  <a:moveTo>
                    <a:pt x="2004768" y="2003448"/>
                  </a:moveTo>
                  <a:lnTo>
                    <a:pt x="2013184" y="2020733"/>
                  </a:lnTo>
                  <a:lnTo>
                    <a:pt x="2095111" y="2048385"/>
                  </a:lnTo>
                  <a:close/>
                  <a:moveTo>
                    <a:pt x="1883943" y="1940992"/>
                  </a:moveTo>
                  <a:lnTo>
                    <a:pt x="1918550" y="1882113"/>
                  </a:lnTo>
                  <a:lnTo>
                    <a:pt x="1847161" y="1893858"/>
                  </a:lnTo>
                  <a:close/>
                  <a:moveTo>
                    <a:pt x="1883943" y="1940992"/>
                  </a:moveTo>
                  <a:lnTo>
                    <a:pt x="1958249" y="1941174"/>
                  </a:lnTo>
                  <a:lnTo>
                    <a:pt x="1918550" y="1882113"/>
                  </a:lnTo>
                  <a:close/>
                  <a:moveTo>
                    <a:pt x="1416778" y="1463846"/>
                  </a:moveTo>
                  <a:lnTo>
                    <a:pt x="1438025" y="1478799"/>
                  </a:lnTo>
                  <a:lnTo>
                    <a:pt x="1438611" y="1460117"/>
                  </a:lnTo>
                  <a:close/>
                  <a:moveTo>
                    <a:pt x="1365413" y="1381630"/>
                  </a:moveTo>
                  <a:lnTo>
                    <a:pt x="1438611" y="1460117"/>
                  </a:lnTo>
                  <a:lnTo>
                    <a:pt x="1427888" y="1368742"/>
                  </a:lnTo>
                  <a:close/>
                  <a:moveTo>
                    <a:pt x="1365413" y="1381630"/>
                  </a:moveTo>
                  <a:lnTo>
                    <a:pt x="1416778" y="1463846"/>
                  </a:lnTo>
                  <a:lnTo>
                    <a:pt x="1438611" y="1460117"/>
                  </a:lnTo>
                  <a:close/>
                  <a:moveTo>
                    <a:pt x="1530875" y="1445701"/>
                  </a:moveTo>
                  <a:lnTo>
                    <a:pt x="1438611" y="1460117"/>
                  </a:lnTo>
                  <a:lnTo>
                    <a:pt x="1438025" y="1478799"/>
                  </a:lnTo>
                  <a:close/>
                  <a:moveTo>
                    <a:pt x="1540193" y="1366930"/>
                  </a:moveTo>
                  <a:lnTo>
                    <a:pt x="1514429" y="1343194"/>
                  </a:lnTo>
                  <a:lnTo>
                    <a:pt x="1530875" y="1445701"/>
                  </a:lnTo>
                  <a:close/>
                  <a:moveTo>
                    <a:pt x="1530875" y="1445701"/>
                  </a:moveTo>
                  <a:lnTo>
                    <a:pt x="1514429" y="1343194"/>
                  </a:lnTo>
                  <a:lnTo>
                    <a:pt x="1427888" y="1368742"/>
                  </a:lnTo>
                  <a:close/>
                  <a:moveTo>
                    <a:pt x="1530875" y="1445701"/>
                  </a:moveTo>
                  <a:lnTo>
                    <a:pt x="1427888" y="1368742"/>
                  </a:lnTo>
                  <a:lnTo>
                    <a:pt x="1438611" y="1460117"/>
                  </a:lnTo>
                  <a:close/>
                  <a:moveTo>
                    <a:pt x="1334351" y="1284103"/>
                  </a:moveTo>
                  <a:lnTo>
                    <a:pt x="1328862" y="1349315"/>
                  </a:lnTo>
                  <a:lnTo>
                    <a:pt x="1419453" y="1260979"/>
                  </a:lnTo>
                  <a:close/>
                  <a:moveTo>
                    <a:pt x="1328862" y="1349315"/>
                  </a:moveTo>
                  <a:lnTo>
                    <a:pt x="1365413" y="1381630"/>
                  </a:lnTo>
                  <a:lnTo>
                    <a:pt x="1419453" y="1260979"/>
                  </a:lnTo>
                  <a:close/>
                  <a:moveTo>
                    <a:pt x="1419453" y="1260979"/>
                  </a:moveTo>
                  <a:lnTo>
                    <a:pt x="1365413" y="1381630"/>
                  </a:lnTo>
                  <a:lnTo>
                    <a:pt x="1441320" y="1275919"/>
                  </a:lnTo>
                  <a:close/>
                  <a:moveTo>
                    <a:pt x="1441320" y="1275919"/>
                  </a:moveTo>
                  <a:lnTo>
                    <a:pt x="1365413" y="1381630"/>
                  </a:lnTo>
                  <a:lnTo>
                    <a:pt x="1427888" y="1368742"/>
                  </a:lnTo>
                  <a:close/>
                  <a:moveTo>
                    <a:pt x="1427888" y="1368742"/>
                  </a:moveTo>
                  <a:lnTo>
                    <a:pt x="1514429" y="1343194"/>
                  </a:lnTo>
                  <a:lnTo>
                    <a:pt x="1441320" y="1275919"/>
                  </a:lnTo>
                  <a:close/>
                  <a:moveTo>
                    <a:pt x="1300900" y="1217201"/>
                  </a:moveTo>
                  <a:lnTo>
                    <a:pt x="1419453" y="1260979"/>
                  </a:lnTo>
                  <a:lnTo>
                    <a:pt x="1391695" y="1178764"/>
                  </a:lnTo>
                  <a:close/>
                  <a:moveTo>
                    <a:pt x="445046" y="221157"/>
                  </a:moveTo>
                  <a:lnTo>
                    <a:pt x="419868" y="230619"/>
                  </a:lnTo>
                  <a:lnTo>
                    <a:pt x="485273" y="209335"/>
                  </a:lnTo>
                  <a:close/>
                  <a:moveTo>
                    <a:pt x="502912" y="230619"/>
                  </a:moveTo>
                  <a:lnTo>
                    <a:pt x="445046" y="221157"/>
                  </a:lnTo>
                  <a:lnTo>
                    <a:pt x="508176" y="231511"/>
                  </a:lnTo>
                  <a:close/>
                  <a:moveTo>
                    <a:pt x="508176" y="231511"/>
                  </a:moveTo>
                  <a:lnTo>
                    <a:pt x="445046" y="221157"/>
                  </a:lnTo>
                  <a:lnTo>
                    <a:pt x="485273" y="209335"/>
                  </a:lnTo>
                  <a:close/>
                  <a:moveTo>
                    <a:pt x="508176" y="231511"/>
                  </a:moveTo>
                  <a:lnTo>
                    <a:pt x="485273" y="209335"/>
                  </a:lnTo>
                  <a:lnTo>
                    <a:pt x="569311" y="244883"/>
                  </a:lnTo>
                  <a:close/>
                  <a:moveTo>
                    <a:pt x="629816" y="192440"/>
                  </a:moveTo>
                  <a:lnTo>
                    <a:pt x="508176" y="231511"/>
                  </a:lnTo>
                  <a:lnTo>
                    <a:pt x="569311" y="244883"/>
                  </a:lnTo>
                  <a:close/>
                  <a:moveTo>
                    <a:pt x="431463" y="223352"/>
                  </a:moveTo>
                  <a:lnTo>
                    <a:pt x="419868" y="230619"/>
                  </a:lnTo>
                  <a:lnTo>
                    <a:pt x="445046" y="221157"/>
                  </a:lnTo>
                  <a:close/>
                  <a:moveTo>
                    <a:pt x="445046" y="221157"/>
                  </a:moveTo>
                  <a:lnTo>
                    <a:pt x="502912" y="230619"/>
                  </a:lnTo>
                  <a:lnTo>
                    <a:pt x="431463" y="223352"/>
                  </a:lnTo>
                  <a:close/>
                  <a:moveTo>
                    <a:pt x="2041844" y="2073398"/>
                  </a:moveTo>
                  <a:lnTo>
                    <a:pt x="2095111" y="2048385"/>
                  </a:lnTo>
                  <a:lnTo>
                    <a:pt x="2013184" y="2020733"/>
                  </a:lnTo>
                  <a:close/>
                  <a:moveTo>
                    <a:pt x="1514429" y="1343194"/>
                  </a:moveTo>
                  <a:lnTo>
                    <a:pt x="1540193" y="1366930"/>
                  </a:lnTo>
                  <a:lnTo>
                    <a:pt x="1547501" y="1332092"/>
                  </a:lnTo>
                  <a:close/>
                  <a:moveTo>
                    <a:pt x="1446454" y="1253557"/>
                  </a:moveTo>
                  <a:lnTo>
                    <a:pt x="1441320" y="1275919"/>
                  </a:lnTo>
                  <a:lnTo>
                    <a:pt x="1529470" y="1222543"/>
                  </a:lnTo>
                  <a:close/>
                  <a:moveTo>
                    <a:pt x="1441320" y="1275919"/>
                  </a:moveTo>
                  <a:lnTo>
                    <a:pt x="1514429" y="1343194"/>
                  </a:lnTo>
                  <a:lnTo>
                    <a:pt x="1529470" y="1222543"/>
                  </a:lnTo>
                  <a:close/>
                  <a:moveTo>
                    <a:pt x="1529470" y="1222543"/>
                  </a:moveTo>
                  <a:lnTo>
                    <a:pt x="1514429" y="1343194"/>
                  </a:lnTo>
                  <a:lnTo>
                    <a:pt x="1568244" y="1256606"/>
                  </a:lnTo>
                  <a:close/>
                  <a:moveTo>
                    <a:pt x="1568244" y="1256606"/>
                  </a:moveTo>
                  <a:lnTo>
                    <a:pt x="1514429" y="1343194"/>
                  </a:lnTo>
                  <a:lnTo>
                    <a:pt x="1547501" y="1332092"/>
                  </a:lnTo>
                  <a:close/>
                  <a:moveTo>
                    <a:pt x="1641050" y="1316630"/>
                  </a:moveTo>
                  <a:lnTo>
                    <a:pt x="1547501" y="1332092"/>
                  </a:lnTo>
                  <a:lnTo>
                    <a:pt x="1540193" y="1366930"/>
                  </a:lnTo>
                  <a:close/>
                  <a:moveTo>
                    <a:pt x="1547501" y="1332092"/>
                  </a:moveTo>
                  <a:lnTo>
                    <a:pt x="1641050" y="1316630"/>
                  </a:lnTo>
                  <a:lnTo>
                    <a:pt x="1568244" y="1256606"/>
                  </a:lnTo>
                  <a:close/>
                  <a:moveTo>
                    <a:pt x="1419453" y="1260979"/>
                  </a:moveTo>
                  <a:lnTo>
                    <a:pt x="1441320" y="1275919"/>
                  </a:lnTo>
                  <a:lnTo>
                    <a:pt x="1446454" y="1253557"/>
                  </a:lnTo>
                  <a:close/>
                  <a:moveTo>
                    <a:pt x="684875" y="183097"/>
                  </a:moveTo>
                  <a:lnTo>
                    <a:pt x="629816" y="192440"/>
                  </a:lnTo>
                  <a:lnTo>
                    <a:pt x="569311" y="244883"/>
                  </a:lnTo>
                  <a:close/>
                  <a:moveTo>
                    <a:pt x="731603" y="169968"/>
                  </a:moveTo>
                  <a:lnTo>
                    <a:pt x="631143" y="192183"/>
                  </a:lnTo>
                  <a:lnTo>
                    <a:pt x="754903" y="166260"/>
                  </a:lnTo>
                  <a:close/>
                  <a:moveTo>
                    <a:pt x="754903" y="166260"/>
                  </a:moveTo>
                  <a:lnTo>
                    <a:pt x="631143" y="192183"/>
                  </a:lnTo>
                  <a:lnTo>
                    <a:pt x="629816" y="192440"/>
                  </a:lnTo>
                  <a:close/>
                  <a:moveTo>
                    <a:pt x="754903" y="166260"/>
                  </a:moveTo>
                  <a:lnTo>
                    <a:pt x="629816" y="192440"/>
                  </a:lnTo>
                  <a:lnTo>
                    <a:pt x="684875" y="183097"/>
                  </a:lnTo>
                  <a:close/>
                  <a:moveTo>
                    <a:pt x="1691281" y="1304758"/>
                  </a:moveTo>
                  <a:lnTo>
                    <a:pt x="1716750" y="1266321"/>
                  </a:lnTo>
                  <a:lnTo>
                    <a:pt x="1648485" y="1277956"/>
                  </a:lnTo>
                  <a:close/>
                  <a:moveTo>
                    <a:pt x="1716750" y="1266321"/>
                  </a:moveTo>
                  <a:lnTo>
                    <a:pt x="1696258" y="1241370"/>
                  </a:lnTo>
                  <a:lnTo>
                    <a:pt x="1648485" y="1277956"/>
                  </a:lnTo>
                  <a:close/>
                  <a:moveTo>
                    <a:pt x="1648485" y="1277956"/>
                  </a:moveTo>
                  <a:lnTo>
                    <a:pt x="1696258" y="1241370"/>
                  </a:lnTo>
                  <a:lnTo>
                    <a:pt x="1568244" y="1256606"/>
                  </a:lnTo>
                  <a:close/>
                  <a:moveTo>
                    <a:pt x="1584942" y="1201561"/>
                  </a:moveTo>
                  <a:lnTo>
                    <a:pt x="1666015" y="1128296"/>
                  </a:lnTo>
                  <a:lnTo>
                    <a:pt x="1651170" y="1108219"/>
                  </a:lnTo>
                  <a:close/>
                  <a:moveTo>
                    <a:pt x="1522023" y="952437"/>
                  </a:moveTo>
                  <a:lnTo>
                    <a:pt x="1443222" y="975897"/>
                  </a:lnTo>
                  <a:lnTo>
                    <a:pt x="1554199" y="988891"/>
                  </a:lnTo>
                  <a:close/>
                  <a:moveTo>
                    <a:pt x="1554199" y="988891"/>
                  </a:moveTo>
                  <a:lnTo>
                    <a:pt x="1443222" y="975897"/>
                  </a:lnTo>
                  <a:lnTo>
                    <a:pt x="1426350" y="1004745"/>
                  </a:lnTo>
                  <a:close/>
                  <a:moveTo>
                    <a:pt x="1554199" y="988891"/>
                  </a:moveTo>
                  <a:lnTo>
                    <a:pt x="1426350" y="1004745"/>
                  </a:lnTo>
                  <a:lnTo>
                    <a:pt x="1481724" y="996578"/>
                  </a:lnTo>
                  <a:close/>
                  <a:moveTo>
                    <a:pt x="999184" y="522272"/>
                  </a:moveTo>
                  <a:lnTo>
                    <a:pt x="1046757" y="535398"/>
                  </a:lnTo>
                  <a:lnTo>
                    <a:pt x="1027626" y="482607"/>
                  </a:lnTo>
                  <a:close/>
                  <a:moveTo>
                    <a:pt x="1027626" y="482607"/>
                  </a:moveTo>
                  <a:lnTo>
                    <a:pt x="1069062" y="526386"/>
                  </a:lnTo>
                  <a:lnTo>
                    <a:pt x="1094028" y="444170"/>
                  </a:lnTo>
                  <a:close/>
                  <a:moveTo>
                    <a:pt x="1101239" y="409980"/>
                  </a:moveTo>
                  <a:lnTo>
                    <a:pt x="1027626" y="482607"/>
                  </a:lnTo>
                  <a:lnTo>
                    <a:pt x="1094028" y="444170"/>
                  </a:lnTo>
                  <a:close/>
                  <a:moveTo>
                    <a:pt x="835427" y="115310"/>
                  </a:moveTo>
                  <a:lnTo>
                    <a:pt x="828340" y="151914"/>
                  </a:lnTo>
                  <a:lnTo>
                    <a:pt x="819053" y="190906"/>
                  </a:lnTo>
                  <a:close/>
                  <a:moveTo>
                    <a:pt x="819053" y="190906"/>
                  </a:moveTo>
                  <a:lnTo>
                    <a:pt x="828340" y="151914"/>
                  </a:lnTo>
                  <a:lnTo>
                    <a:pt x="827553" y="159230"/>
                  </a:lnTo>
                  <a:close/>
                  <a:moveTo>
                    <a:pt x="819053" y="190906"/>
                  </a:moveTo>
                  <a:lnTo>
                    <a:pt x="827553" y="159230"/>
                  </a:lnTo>
                  <a:lnTo>
                    <a:pt x="754903" y="166260"/>
                  </a:lnTo>
                  <a:close/>
                  <a:moveTo>
                    <a:pt x="863301" y="77684"/>
                  </a:moveTo>
                  <a:lnTo>
                    <a:pt x="828340" y="151914"/>
                  </a:lnTo>
                  <a:lnTo>
                    <a:pt x="835427" y="115310"/>
                  </a:lnTo>
                  <a:close/>
                  <a:moveTo>
                    <a:pt x="1765584" y="1175886"/>
                  </a:moveTo>
                  <a:lnTo>
                    <a:pt x="1696242" y="1171668"/>
                  </a:lnTo>
                  <a:lnTo>
                    <a:pt x="1806777" y="1242488"/>
                  </a:lnTo>
                  <a:close/>
                  <a:moveTo>
                    <a:pt x="1696242" y="1171668"/>
                  </a:moveTo>
                  <a:lnTo>
                    <a:pt x="1747228" y="1153281"/>
                  </a:lnTo>
                  <a:lnTo>
                    <a:pt x="1666015" y="1128296"/>
                  </a:lnTo>
                  <a:close/>
                  <a:moveTo>
                    <a:pt x="1696242" y="1171668"/>
                  </a:moveTo>
                  <a:lnTo>
                    <a:pt x="1765584" y="1175886"/>
                  </a:lnTo>
                  <a:lnTo>
                    <a:pt x="1747228" y="1153281"/>
                  </a:lnTo>
                  <a:close/>
                  <a:moveTo>
                    <a:pt x="908105" y="29998"/>
                  </a:moveTo>
                  <a:lnTo>
                    <a:pt x="863301" y="77684"/>
                  </a:lnTo>
                  <a:lnTo>
                    <a:pt x="835427" y="115310"/>
                  </a:lnTo>
                  <a:close/>
                  <a:moveTo>
                    <a:pt x="1303788" y="179557"/>
                  </a:moveTo>
                  <a:lnTo>
                    <a:pt x="1284601" y="123442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284601" y="123442"/>
                  </a:lnTo>
                  <a:lnTo>
                    <a:pt x="1303788" y="179557"/>
                  </a:lnTo>
                  <a:close/>
                  <a:moveTo>
                    <a:pt x="1284601" y="123442"/>
                  </a:moveTo>
                  <a:lnTo>
                    <a:pt x="1276106" y="120653"/>
                  </a:lnTo>
                  <a:lnTo>
                    <a:pt x="1286275" y="114080"/>
                  </a:lnTo>
                  <a:close/>
                  <a:moveTo>
                    <a:pt x="1626739" y="411076"/>
                  </a:moveTo>
                  <a:lnTo>
                    <a:pt x="1617126" y="435250"/>
                  </a:lnTo>
                  <a:lnTo>
                    <a:pt x="1581474" y="445262"/>
                  </a:lnTo>
                  <a:close/>
                  <a:moveTo>
                    <a:pt x="1626739" y="411076"/>
                  </a:moveTo>
                  <a:lnTo>
                    <a:pt x="1596600" y="438360"/>
                  </a:lnTo>
                  <a:lnTo>
                    <a:pt x="1617126" y="435250"/>
                  </a:lnTo>
                  <a:close/>
                  <a:moveTo>
                    <a:pt x="1619490" y="328861"/>
                  </a:moveTo>
                  <a:lnTo>
                    <a:pt x="1520480" y="367298"/>
                  </a:lnTo>
                  <a:lnTo>
                    <a:pt x="1626739" y="411076"/>
                  </a:lnTo>
                  <a:close/>
                  <a:moveTo>
                    <a:pt x="1310351" y="204093"/>
                  </a:moveTo>
                  <a:lnTo>
                    <a:pt x="1331726" y="164431"/>
                  </a:lnTo>
                  <a:lnTo>
                    <a:pt x="1312809" y="200602"/>
                  </a:lnTo>
                  <a:close/>
                  <a:moveTo>
                    <a:pt x="1310917" y="202867"/>
                  </a:moveTo>
                  <a:lnTo>
                    <a:pt x="1310351" y="204093"/>
                  </a:lnTo>
                  <a:lnTo>
                    <a:pt x="1312809" y="200602"/>
                  </a:lnTo>
                  <a:close/>
                  <a:moveTo>
                    <a:pt x="1312809" y="200602"/>
                  </a:moveTo>
                  <a:lnTo>
                    <a:pt x="1343688" y="113535"/>
                  </a:lnTo>
                  <a:lnTo>
                    <a:pt x="1310917" y="202867"/>
                  </a:lnTo>
                  <a:close/>
                  <a:moveTo>
                    <a:pt x="1297702" y="112791"/>
                  </a:moveTo>
                  <a:lnTo>
                    <a:pt x="1303788" y="179557"/>
                  </a:lnTo>
                  <a:lnTo>
                    <a:pt x="1310917" y="202867"/>
                  </a:lnTo>
                  <a:close/>
                  <a:moveTo>
                    <a:pt x="1342221" y="82215"/>
                  </a:moveTo>
                  <a:lnTo>
                    <a:pt x="1297702" y="112791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303788" y="179557"/>
                  </a:lnTo>
                  <a:lnTo>
                    <a:pt x="1297702" y="112791"/>
                  </a:lnTo>
                  <a:close/>
                  <a:moveTo>
                    <a:pt x="1343688" y="113535"/>
                  </a:moveTo>
                  <a:lnTo>
                    <a:pt x="1312809" y="200602"/>
                  </a:lnTo>
                  <a:lnTo>
                    <a:pt x="1331726" y="164431"/>
                  </a:lnTo>
                  <a:close/>
                  <a:moveTo>
                    <a:pt x="1286275" y="114080"/>
                  </a:moveTo>
                  <a:lnTo>
                    <a:pt x="1276106" y="120653"/>
                  </a:lnTo>
                  <a:lnTo>
                    <a:pt x="1297702" y="112791"/>
                  </a:lnTo>
                  <a:close/>
                  <a:moveTo>
                    <a:pt x="1295916" y="38437"/>
                  </a:moveTo>
                  <a:lnTo>
                    <a:pt x="1342221" y="82215"/>
                  </a:lnTo>
                  <a:lnTo>
                    <a:pt x="1325385" y="0"/>
                  </a:lnTo>
                  <a:close/>
                  <a:moveTo>
                    <a:pt x="1626739" y="411076"/>
                  </a:moveTo>
                  <a:lnTo>
                    <a:pt x="1645223" y="372639"/>
                  </a:lnTo>
                  <a:lnTo>
                    <a:pt x="1619490" y="328861"/>
                  </a:lnTo>
                  <a:close/>
                  <a:moveTo>
                    <a:pt x="1679964" y="256182"/>
                  </a:moveTo>
                  <a:lnTo>
                    <a:pt x="1645748" y="311889"/>
                  </a:lnTo>
                  <a:lnTo>
                    <a:pt x="1657144" y="208209"/>
                  </a:lnTo>
                  <a:close/>
                  <a:moveTo>
                    <a:pt x="1385347" y="43779"/>
                  </a:moveTo>
                  <a:lnTo>
                    <a:pt x="1325385" y="0"/>
                  </a:lnTo>
                  <a:lnTo>
                    <a:pt x="1342221" y="82215"/>
                  </a:lnTo>
                  <a:close/>
                  <a:moveTo>
                    <a:pt x="1792185" y="251988"/>
                  </a:moveTo>
                  <a:lnTo>
                    <a:pt x="1793365" y="249766"/>
                  </a:lnTo>
                  <a:lnTo>
                    <a:pt x="1657144" y="208209"/>
                  </a:lnTo>
                  <a:close/>
                  <a:moveTo>
                    <a:pt x="1677423" y="290424"/>
                  </a:moveTo>
                  <a:lnTo>
                    <a:pt x="1792185" y="251988"/>
                  </a:lnTo>
                  <a:lnTo>
                    <a:pt x="1657144" y="20820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86" name="Candidate_density__2085">
              <a:extLst>
                <a:ext uri="{FF2B5EF4-FFF2-40B4-BE49-F238E27FC236}">
                  <a16:creationId xmlns:a16="http://schemas.microsoft.com/office/drawing/2014/main" id="{8AFEB768-FA2A-1F0D-7B06-0323B6077A2F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74817"/>
              <a:ext cx="2013184" cy="3076094"/>
            </a:xfrm>
            <a:custGeom>
              <a:avLst/>
              <a:gdLst/>
              <a:ahLst/>
              <a:cxnLst/>
              <a:rect l="0" t="0" r="0" b="0"/>
              <a:pathLst>
                <a:path w="2013184" h="3076094">
                  <a:moveTo>
                    <a:pt x="512176" y="2991317"/>
                  </a:moveTo>
                  <a:lnTo>
                    <a:pt x="511756" y="3004090"/>
                  </a:lnTo>
                  <a:lnTo>
                    <a:pt x="577188" y="2955443"/>
                  </a:lnTo>
                  <a:close/>
                  <a:moveTo>
                    <a:pt x="577188" y="2955443"/>
                  </a:moveTo>
                  <a:lnTo>
                    <a:pt x="511756" y="3004090"/>
                  </a:lnTo>
                  <a:lnTo>
                    <a:pt x="551293" y="3076094"/>
                  </a:lnTo>
                  <a:close/>
                  <a:moveTo>
                    <a:pt x="506503" y="2993879"/>
                  </a:moveTo>
                  <a:lnTo>
                    <a:pt x="511756" y="3004090"/>
                  </a:lnTo>
                  <a:lnTo>
                    <a:pt x="512176" y="2991317"/>
                  </a:lnTo>
                  <a:close/>
                  <a:moveTo>
                    <a:pt x="490611" y="2911664"/>
                  </a:moveTo>
                  <a:lnTo>
                    <a:pt x="512176" y="2991317"/>
                  </a:lnTo>
                  <a:lnTo>
                    <a:pt x="577188" y="2955443"/>
                  </a:lnTo>
                  <a:close/>
                  <a:moveTo>
                    <a:pt x="490611" y="2911664"/>
                  </a:moveTo>
                  <a:lnTo>
                    <a:pt x="577188" y="2955443"/>
                  </a:lnTo>
                  <a:lnTo>
                    <a:pt x="554494" y="2873228"/>
                  </a:lnTo>
                  <a:close/>
                  <a:moveTo>
                    <a:pt x="577188" y="2955443"/>
                  </a:moveTo>
                  <a:lnTo>
                    <a:pt x="678029" y="3017166"/>
                  </a:lnTo>
                  <a:lnTo>
                    <a:pt x="677297" y="2917669"/>
                  </a:lnTo>
                  <a:close/>
                  <a:moveTo>
                    <a:pt x="679882" y="2917006"/>
                  </a:moveTo>
                  <a:lnTo>
                    <a:pt x="677297" y="2917669"/>
                  </a:lnTo>
                  <a:lnTo>
                    <a:pt x="678029" y="3017166"/>
                  </a:lnTo>
                  <a:close/>
                  <a:moveTo>
                    <a:pt x="646184" y="2834791"/>
                  </a:moveTo>
                  <a:lnTo>
                    <a:pt x="677297" y="2917669"/>
                  </a:lnTo>
                  <a:lnTo>
                    <a:pt x="676458" y="2910820"/>
                  </a:lnTo>
                  <a:close/>
                  <a:moveTo>
                    <a:pt x="577188" y="2955443"/>
                  </a:moveTo>
                  <a:lnTo>
                    <a:pt x="677297" y="2917669"/>
                  </a:lnTo>
                  <a:lnTo>
                    <a:pt x="646184" y="2834791"/>
                  </a:lnTo>
                  <a:close/>
                  <a:moveTo>
                    <a:pt x="554494" y="2873228"/>
                  </a:moveTo>
                  <a:lnTo>
                    <a:pt x="577188" y="2955443"/>
                  </a:lnTo>
                  <a:lnTo>
                    <a:pt x="646184" y="2834791"/>
                  </a:lnTo>
                  <a:close/>
                  <a:moveTo>
                    <a:pt x="677297" y="2917669"/>
                  </a:moveTo>
                  <a:lnTo>
                    <a:pt x="679882" y="2917006"/>
                  </a:lnTo>
                  <a:lnTo>
                    <a:pt x="676458" y="2910820"/>
                  </a:lnTo>
                  <a:close/>
                  <a:moveTo>
                    <a:pt x="538287" y="2791013"/>
                  </a:moveTo>
                  <a:lnTo>
                    <a:pt x="554494" y="2873228"/>
                  </a:lnTo>
                  <a:lnTo>
                    <a:pt x="646184" y="2834791"/>
                  </a:lnTo>
                  <a:close/>
                  <a:moveTo>
                    <a:pt x="538287" y="2791013"/>
                  </a:moveTo>
                  <a:lnTo>
                    <a:pt x="646184" y="2834791"/>
                  </a:lnTo>
                  <a:lnTo>
                    <a:pt x="605578" y="2752576"/>
                  </a:lnTo>
                  <a:close/>
                  <a:moveTo>
                    <a:pt x="519465" y="2588146"/>
                  </a:moveTo>
                  <a:lnTo>
                    <a:pt x="498024" y="2708798"/>
                  </a:lnTo>
                  <a:lnTo>
                    <a:pt x="553484" y="2670361"/>
                  </a:lnTo>
                  <a:close/>
                  <a:moveTo>
                    <a:pt x="797780" y="2878570"/>
                  </a:moveTo>
                  <a:lnTo>
                    <a:pt x="793423" y="2854273"/>
                  </a:lnTo>
                  <a:lnTo>
                    <a:pt x="679882" y="2917006"/>
                  </a:lnTo>
                  <a:close/>
                  <a:moveTo>
                    <a:pt x="679882" y="2917006"/>
                  </a:moveTo>
                  <a:lnTo>
                    <a:pt x="793423" y="2854273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93423" y="2854273"/>
                  </a:lnTo>
                  <a:lnTo>
                    <a:pt x="775427" y="2798391"/>
                  </a:lnTo>
                  <a:close/>
                  <a:moveTo>
                    <a:pt x="679882" y="2917006"/>
                  </a:moveTo>
                  <a:lnTo>
                    <a:pt x="665108" y="2827487"/>
                  </a:lnTo>
                  <a:lnTo>
                    <a:pt x="676458" y="2910820"/>
                  </a:lnTo>
                  <a:close/>
                  <a:moveTo>
                    <a:pt x="646184" y="2834791"/>
                  </a:moveTo>
                  <a:lnTo>
                    <a:pt x="676458" y="2910820"/>
                  </a:lnTo>
                  <a:lnTo>
                    <a:pt x="665108" y="2827487"/>
                  </a:lnTo>
                  <a:close/>
                  <a:moveTo>
                    <a:pt x="605578" y="2752576"/>
                  </a:moveTo>
                  <a:lnTo>
                    <a:pt x="665108" y="2827487"/>
                  </a:lnTo>
                  <a:lnTo>
                    <a:pt x="654993" y="2735617"/>
                  </a:lnTo>
                  <a:close/>
                  <a:moveTo>
                    <a:pt x="605578" y="2752576"/>
                  </a:moveTo>
                  <a:lnTo>
                    <a:pt x="646184" y="2834791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75427" y="2798391"/>
                  </a:lnTo>
                  <a:lnTo>
                    <a:pt x="739933" y="2727156"/>
                  </a:lnTo>
                  <a:close/>
                  <a:moveTo>
                    <a:pt x="665108" y="2827487"/>
                  </a:moveTo>
                  <a:lnTo>
                    <a:pt x="739933" y="2727156"/>
                  </a:lnTo>
                  <a:lnTo>
                    <a:pt x="654993" y="2735617"/>
                  </a:lnTo>
                  <a:close/>
                  <a:moveTo>
                    <a:pt x="775427" y="2798391"/>
                  </a:moveTo>
                  <a:lnTo>
                    <a:pt x="793423" y="2854273"/>
                  </a:lnTo>
                  <a:lnTo>
                    <a:pt x="784005" y="2796355"/>
                  </a:lnTo>
                  <a:close/>
                  <a:moveTo>
                    <a:pt x="553484" y="2670361"/>
                  </a:moveTo>
                  <a:lnTo>
                    <a:pt x="654993" y="2735617"/>
                  </a:lnTo>
                  <a:lnTo>
                    <a:pt x="640069" y="2647658"/>
                  </a:lnTo>
                  <a:close/>
                  <a:moveTo>
                    <a:pt x="553484" y="2670361"/>
                  </a:moveTo>
                  <a:lnTo>
                    <a:pt x="605578" y="2752576"/>
                  </a:lnTo>
                  <a:lnTo>
                    <a:pt x="654993" y="2735617"/>
                  </a:lnTo>
                  <a:close/>
                  <a:moveTo>
                    <a:pt x="519465" y="2588146"/>
                  </a:moveTo>
                  <a:lnTo>
                    <a:pt x="640069" y="2647658"/>
                  </a:lnTo>
                  <a:lnTo>
                    <a:pt x="617877" y="2565608"/>
                  </a:lnTo>
                  <a:close/>
                  <a:moveTo>
                    <a:pt x="519465" y="2588146"/>
                  </a:moveTo>
                  <a:lnTo>
                    <a:pt x="553484" y="2670361"/>
                  </a:lnTo>
                  <a:lnTo>
                    <a:pt x="640069" y="2647658"/>
                  </a:lnTo>
                  <a:close/>
                  <a:moveTo>
                    <a:pt x="801257" y="2877484"/>
                  </a:moveTo>
                  <a:lnTo>
                    <a:pt x="784005" y="2796355"/>
                  </a:lnTo>
                  <a:lnTo>
                    <a:pt x="793423" y="2854273"/>
                  </a:lnTo>
                  <a:close/>
                  <a:moveTo>
                    <a:pt x="884187" y="2770563"/>
                  </a:moveTo>
                  <a:lnTo>
                    <a:pt x="784005" y="2796355"/>
                  </a:lnTo>
                  <a:lnTo>
                    <a:pt x="801257" y="2877484"/>
                  </a:lnTo>
                  <a:close/>
                  <a:moveTo>
                    <a:pt x="0" y="1524692"/>
                  </a:moveTo>
                  <a:lnTo>
                    <a:pt x="87999" y="1568470"/>
                  </a:lnTo>
                  <a:lnTo>
                    <a:pt x="75313" y="1486255"/>
                  </a:lnTo>
                  <a:close/>
                  <a:moveTo>
                    <a:pt x="87496" y="1456470"/>
                  </a:moveTo>
                  <a:lnTo>
                    <a:pt x="0" y="1524692"/>
                  </a:lnTo>
                  <a:lnTo>
                    <a:pt x="75313" y="1486255"/>
                  </a:lnTo>
                  <a:close/>
                  <a:moveTo>
                    <a:pt x="1050096" y="2637266"/>
                  </a:moveTo>
                  <a:lnTo>
                    <a:pt x="1093632" y="2710328"/>
                  </a:lnTo>
                  <a:lnTo>
                    <a:pt x="1117368" y="2602083"/>
                  </a:lnTo>
                  <a:close/>
                  <a:moveTo>
                    <a:pt x="1032173" y="2555051"/>
                  </a:moveTo>
                  <a:lnTo>
                    <a:pt x="1117368" y="2602083"/>
                  </a:lnTo>
                  <a:lnTo>
                    <a:pt x="1066028" y="2543730"/>
                  </a:lnTo>
                  <a:close/>
                  <a:moveTo>
                    <a:pt x="1032173" y="2555051"/>
                  </a:moveTo>
                  <a:lnTo>
                    <a:pt x="1050096" y="2637266"/>
                  </a:lnTo>
                  <a:lnTo>
                    <a:pt x="1117368" y="2602083"/>
                  </a:lnTo>
                  <a:close/>
                  <a:moveTo>
                    <a:pt x="75313" y="1486255"/>
                  </a:moveTo>
                  <a:lnTo>
                    <a:pt x="156500" y="1499262"/>
                  </a:lnTo>
                  <a:lnTo>
                    <a:pt x="110506" y="1474025"/>
                  </a:lnTo>
                  <a:close/>
                  <a:moveTo>
                    <a:pt x="87496" y="1456470"/>
                  </a:moveTo>
                  <a:lnTo>
                    <a:pt x="75313" y="1486255"/>
                  </a:lnTo>
                  <a:lnTo>
                    <a:pt x="110506" y="1474025"/>
                  </a:lnTo>
                  <a:close/>
                  <a:moveTo>
                    <a:pt x="110506" y="1474025"/>
                  </a:moveTo>
                  <a:lnTo>
                    <a:pt x="150799" y="1414493"/>
                  </a:lnTo>
                  <a:lnTo>
                    <a:pt x="87496" y="1456470"/>
                  </a:lnTo>
                  <a:close/>
                  <a:moveTo>
                    <a:pt x="110506" y="1474025"/>
                  </a:moveTo>
                  <a:lnTo>
                    <a:pt x="205659" y="1457259"/>
                  </a:lnTo>
                  <a:lnTo>
                    <a:pt x="150799" y="1414493"/>
                  </a:lnTo>
                  <a:close/>
                  <a:moveTo>
                    <a:pt x="205659" y="1457259"/>
                  </a:moveTo>
                  <a:lnTo>
                    <a:pt x="110506" y="1474025"/>
                  </a:lnTo>
                  <a:lnTo>
                    <a:pt x="230178" y="1496072"/>
                  </a:lnTo>
                  <a:close/>
                  <a:moveTo>
                    <a:pt x="110506" y="1474025"/>
                  </a:moveTo>
                  <a:lnTo>
                    <a:pt x="156500" y="1499262"/>
                  </a:lnTo>
                  <a:lnTo>
                    <a:pt x="230178" y="1496072"/>
                  </a:lnTo>
                  <a:close/>
                  <a:moveTo>
                    <a:pt x="286497" y="1452132"/>
                  </a:moveTo>
                  <a:lnTo>
                    <a:pt x="205659" y="1457259"/>
                  </a:lnTo>
                  <a:lnTo>
                    <a:pt x="296214" y="1464314"/>
                  </a:lnTo>
                  <a:close/>
                  <a:moveTo>
                    <a:pt x="205659" y="1457259"/>
                  </a:moveTo>
                  <a:lnTo>
                    <a:pt x="230178" y="1496072"/>
                  </a:lnTo>
                  <a:lnTo>
                    <a:pt x="296214" y="1464314"/>
                  </a:lnTo>
                  <a:close/>
                  <a:moveTo>
                    <a:pt x="1125909" y="2598830"/>
                  </a:moveTo>
                  <a:lnTo>
                    <a:pt x="1254319" y="2602046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254319" y="2602046"/>
                  </a:lnTo>
                  <a:lnTo>
                    <a:pt x="1311500" y="2642608"/>
                  </a:lnTo>
                  <a:close/>
                  <a:moveTo>
                    <a:pt x="1185175" y="2558731"/>
                  </a:moveTo>
                  <a:lnTo>
                    <a:pt x="1125909" y="2598830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313568" y="2544911"/>
                  </a:lnTo>
                  <a:lnTo>
                    <a:pt x="1197863" y="2516615"/>
                  </a:lnTo>
                  <a:close/>
                  <a:moveTo>
                    <a:pt x="1197863" y="2516615"/>
                  </a:moveTo>
                  <a:lnTo>
                    <a:pt x="1313568" y="2544911"/>
                  </a:lnTo>
                  <a:lnTo>
                    <a:pt x="1269614" y="2478179"/>
                  </a:lnTo>
                  <a:close/>
                  <a:moveTo>
                    <a:pt x="1197863" y="2516615"/>
                  </a:moveTo>
                  <a:lnTo>
                    <a:pt x="1185175" y="2558731"/>
                  </a:lnTo>
                  <a:lnTo>
                    <a:pt x="1217970" y="2580888"/>
                  </a:lnTo>
                  <a:close/>
                  <a:moveTo>
                    <a:pt x="1135669" y="2231533"/>
                  </a:moveTo>
                  <a:lnTo>
                    <a:pt x="1194281" y="2275312"/>
                  </a:lnTo>
                  <a:lnTo>
                    <a:pt x="1186618" y="2193097"/>
                  </a:lnTo>
                  <a:close/>
                  <a:moveTo>
                    <a:pt x="1195805" y="2168069"/>
                  </a:moveTo>
                  <a:lnTo>
                    <a:pt x="1135669" y="2231533"/>
                  </a:lnTo>
                  <a:lnTo>
                    <a:pt x="1186618" y="2193097"/>
                  </a:lnTo>
                  <a:close/>
                  <a:moveTo>
                    <a:pt x="1186618" y="2193097"/>
                  </a:moveTo>
                  <a:lnTo>
                    <a:pt x="1268701" y="2225413"/>
                  </a:lnTo>
                  <a:lnTo>
                    <a:pt x="1234105" y="2167401"/>
                  </a:lnTo>
                  <a:close/>
                  <a:moveTo>
                    <a:pt x="1195805" y="2168069"/>
                  </a:moveTo>
                  <a:lnTo>
                    <a:pt x="1186618" y="2193097"/>
                  </a:lnTo>
                  <a:lnTo>
                    <a:pt x="1234105" y="2167401"/>
                  </a:lnTo>
                  <a:close/>
                  <a:moveTo>
                    <a:pt x="940621" y="1376288"/>
                  </a:moveTo>
                  <a:lnTo>
                    <a:pt x="878143" y="1474279"/>
                  </a:lnTo>
                  <a:lnTo>
                    <a:pt x="924170" y="1458502"/>
                  </a:lnTo>
                  <a:close/>
                  <a:moveTo>
                    <a:pt x="940621" y="1376288"/>
                  </a:moveTo>
                  <a:lnTo>
                    <a:pt x="1015363" y="1423314"/>
                  </a:lnTo>
                  <a:lnTo>
                    <a:pt x="960914" y="1367486"/>
                  </a:lnTo>
                  <a:close/>
                  <a:moveTo>
                    <a:pt x="940621" y="1376288"/>
                  </a:moveTo>
                  <a:lnTo>
                    <a:pt x="924170" y="1458502"/>
                  </a:lnTo>
                  <a:lnTo>
                    <a:pt x="1015363" y="1423314"/>
                  </a:lnTo>
                  <a:close/>
                  <a:moveTo>
                    <a:pt x="1022928" y="1420066"/>
                  </a:moveTo>
                  <a:lnTo>
                    <a:pt x="1031908" y="1337851"/>
                  </a:lnTo>
                  <a:lnTo>
                    <a:pt x="1015363" y="1423314"/>
                  </a:lnTo>
                  <a:close/>
                  <a:moveTo>
                    <a:pt x="1031908" y="1337851"/>
                  </a:moveTo>
                  <a:lnTo>
                    <a:pt x="960914" y="1367486"/>
                  </a:lnTo>
                  <a:lnTo>
                    <a:pt x="1015363" y="1423314"/>
                  </a:lnTo>
                  <a:close/>
                  <a:moveTo>
                    <a:pt x="947324" y="1365950"/>
                  </a:moveTo>
                  <a:lnTo>
                    <a:pt x="940621" y="1376288"/>
                  </a:lnTo>
                  <a:lnTo>
                    <a:pt x="960914" y="1367486"/>
                  </a:lnTo>
                  <a:close/>
                  <a:moveTo>
                    <a:pt x="1020581" y="1255636"/>
                  </a:moveTo>
                  <a:lnTo>
                    <a:pt x="960914" y="1367486"/>
                  </a:lnTo>
                  <a:lnTo>
                    <a:pt x="1031908" y="1337851"/>
                  </a:lnTo>
                  <a:close/>
                  <a:moveTo>
                    <a:pt x="1844423" y="2324433"/>
                  </a:moveTo>
                  <a:lnTo>
                    <a:pt x="1844036" y="2406648"/>
                  </a:lnTo>
                  <a:lnTo>
                    <a:pt x="1909987" y="2381843"/>
                  </a:lnTo>
                  <a:close/>
                  <a:moveTo>
                    <a:pt x="1951620" y="2368212"/>
                  </a:moveTo>
                  <a:lnTo>
                    <a:pt x="1931918" y="2285997"/>
                  </a:lnTo>
                  <a:lnTo>
                    <a:pt x="1935223" y="2336419"/>
                  </a:lnTo>
                  <a:close/>
                  <a:moveTo>
                    <a:pt x="1909987" y="2381843"/>
                  </a:moveTo>
                  <a:lnTo>
                    <a:pt x="1951620" y="2368212"/>
                  </a:lnTo>
                  <a:lnTo>
                    <a:pt x="1935223" y="2336419"/>
                  </a:lnTo>
                  <a:close/>
                  <a:moveTo>
                    <a:pt x="1864152" y="2319014"/>
                  </a:moveTo>
                  <a:lnTo>
                    <a:pt x="1909987" y="2381843"/>
                  </a:lnTo>
                  <a:lnTo>
                    <a:pt x="1935223" y="2336419"/>
                  </a:lnTo>
                  <a:close/>
                  <a:moveTo>
                    <a:pt x="1020581" y="1255636"/>
                  </a:moveTo>
                  <a:lnTo>
                    <a:pt x="1099234" y="1224857"/>
                  </a:lnTo>
                  <a:lnTo>
                    <a:pt x="1092471" y="1221033"/>
                  </a:lnTo>
                  <a:close/>
                  <a:moveTo>
                    <a:pt x="1088570" y="1299415"/>
                  </a:moveTo>
                  <a:lnTo>
                    <a:pt x="1099234" y="1224857"/>
                  </a:lnTo>
                  <a:lnTo>
                    <a:pt x="1020581" y="1255636"/>
                  </a:lnTo>
                  <a:close/>
                  <a:moveTo>
                    <a:pt x="1031908" y="1337851"/>
                  </a:moveTo>
                  <a:lnTo>
                    <a:pt x="1088570" y="1299415"/>
                  </a:lnTo>
                  <a:lnTo>
                    <a:pt x="1020581" y="1255636"/>
                  </a:lnTo>
                  <a:close/>
                  <a:moveTo>
                    <a:pt x="1040875" y="1221862"/>
                  </a:moveTo>
                  <a:lnTo>
                    <a:pt x="1020581" y="1255636"/>
                  </a:lnTo>
                  <a:lnTo>
                    <a:pt x="1092471" y="1221033"/>
                  </a:lnTo>
                  <a:close/>
                  <a:moveTo>
                    <a:pt x="1138434" y="1134985"/>
                  </a:moveTo>
                  <a:lnTo>
                    <a:pt x="1092471" y="1221033"/>
                  </a:lnTo>
                  <a:lnTo>
                    <a:pt x="1100152" y="1217200"/>
                  </a:lnTo>
                  <a:close/>
                  <a:moveTo>
                    <a:pt x="1092471" y="1221033"/>
                  </a:moveTo>
                  <a:lnTo>
                    <a:pt x="1099234" y="1224857"/>
                  </a:lnTo>
                  <a:lnTo>
                    <a:pt x="1100152" y="1217200"/>
                  </a:lnTo>
                  <a:close/>
                  <a:moveTo>
                    <a:pt x="709537" y="882475"/>
                  </a:moveTo>
                  <a:lnTo>
                    <a:pt x="653697" y="888899"/>
                  </a:lnTo>
                  <a:lnTo>
                    <a:pt x="620990" y="926776"/>
                  </a:lnTo>
                  <a:close/>
                  <a:moveTo>
                    <a:pt x="1779119" y="2094889"/>
                  </a:moveTo>
                  <a:lnTo>
                    <a:pt x="1766908" y="2121566"/>
                  </a:lnTo>
                  <a:lnTo>
                    <a:pt x="1793956" y="2115306"/>
                  </a:lnTo>
                  <a:close/>
                  <a:moveTo>
                    <a:pt x="1752817" y="1948566"/>
                  </a:moveTo>
                  <a:lnTo>
                    <a:pt x="1749213" y="1983071"/>
                  </a:lnTo>
                  <a:lnTo>
                    <a:pt x="1823777" y="1918699"/>
                  </a:lnTo>
                  <a:close/>
                  <a:moveTo>
                    <a:pt x="1847161" y="1855421"/>
                  </a:moveTo>
                  <a:lnTo>
                    <a:pt x="1725762" y="1895396"/>
                  </a:lnTo>
                  <a:lnTo>
                    <a:pt x="1823777" y="1918699"/>
                  </a:lnTo>
                  <a:close/>
                  <a:moveTo>
                    <a:pt x="1823777" y="1918699"/>
                  </a:moveTo>
                  <a:lnTo>
                    <a:pt x="1725762" y="1895396"/>
                  </a:lnTo>
                  <a:lnTo>
                    <a:pt x="1752817" y="1948566"/>
                  </a:lnTo>
                  <a:close/>
                  <a:moveTo>
                    <a:pt x="1099234" y="1224857"/>
                  </a:moveTo>
                  <a:lnTo>
                    <a:pt x="1088570" y="1299415"/>
                  </a:lnTo>
                  <a:lnTo>
                    <a:pt x="1142417" y="1280520"/>
                  </a:lnTo>
                  <a:close/>
                  <a:moveTo>
                    <a:pt x="1142417" y="1280520"/>
                  </a:moveTo>
                  <a:lnTo>
                    <a:pt x="1100152" y="1217200"/>
                  </a:lnTo>
                  <a:lnTo>
                    <a:pt x="1099234" y="1224857"/>
                  </a:lnTo>
                  <a:close/>
                  <a:moveTo>
                    <a:pt x="1213129" y="1183533"/>
                  </a:moveTo>
                  <a:lnTo>
                    <a:pt x="1100152" y="1217200"/>
                  </a:lnTo>
                  <a:lnTo>
                    <a:pt x="1142417" y="1280520"/>
                  </a:lnTo>
                  <a:close/>
                  <a:moveTo>
                    <a:pt x="1221963" y="1276443"/>
                  </a:moveTo>
                  <a:lnTo>
                    <a:pt x="1213129" y="1183533"/>
                  </a:lnTo>
                  <a:lnTo>
                    <a:pt x="1142417" y="1280520"/>
                  </a:lnTo>
                  <a:close/>
                  <a:moveTo>
                    <a:pt x="1273079" y="1260978"/>
                  </a:moveTo>
                  <a:lnTo>
                    <a:pt x="1296762" y="1190859"/>
                  </a:lnTo>
                  <a:lnTo>
                    <a:pt x="1221963" y="1276443"/>
                  </a:lnTo>
                  <a:close/>
                  <a:moveTo>
                    <a:pt x="1221963" y="1276443"/>
                  </a:moveTo>
                  <a:lnTo>
                    <a:pt x="1296762" y="1190859"/>
                  </a:lnTo>
                  <a:lnTo>
                    <a:pt x="1289757" y="1181829"/>
                  </a:lnTo>
                  <a:close/>
                  <a:moveTo>
                    <a:pt x="1221963" y="1276443"/>
                  </a:moveTo>
                  <a:lnTo>
                    <a:pt x="1289757" y="1181829"/>
                  </a:lnTo>
                  <a:lnTo>
                    <a:pt x="1213129" y="1183533"/>
                  </a:lnTo>
                  <a:close/>
                  <a:moveTo>
                    <a:pt x="1300900" y="1178763"/>
                  </a:moveTo>
                  <a:lnTo>
                    <a:pt x="1289757" y="1181829"/>
                  </a:lnTo>
                  <a:lnTo>
                    <a:pt x="1296762" y="1190859"/>
                  </a:lnTo>
                  <a:close/>
                  <a:moveTo>
                    <a:pt x="1138434" y="1134985"/>
                  </a:moveTo>
                  <a:lnTo>
                    <a:pt x="1213129" y="1183533"/>
                  </a:lnTo>
                  <a:lnTo>
                    <a:pt x="1161912" y="1125079"/>
                  </a:lnTo>
                  <a:close/>
                  <a:moveTo>
                    <a:pt x="1138434" y="1134985"/>
                  </a:moveTo>
                  <a:lnTo>
                    <a:pt x="1100152" y="1217200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161912" y="1125079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300900" y="1178763"/>
                  </a:lnTo>
                  <a:lnTo>
                    <a:pt x="1287275" y="1155389"/>
                  </a:lnTo>
                  <a:close/>
                  <a:moveTo>
                    <a:pt x="1917859" y="2075167"/>
                  </a:moveTo>
                  <a:lnTo>
                    <a:pt x="2013184" y="1982296"/>
                  </a:lnTo>
                  <a:lnTo>
                    <a:pt x="2004768" y="1965011"/>
                  </a:lnTo>
                  <a:close/>
                  <a:moveTo>
                    <a:pt x="1917859" y="2075167"/>
                  </a:moveTo>
                  <a:lnTo>
                    <a:pt x="2004768" y="1965011"/>
                  </a:lnTo>
                  <a:lnTo>
                    <a:pt x="1903963" y="1986371"/>
                  </a:lnTo>
                  <a:close/>
                  <a:moveTo>
                    <a:pt x="1823777" y="1918699"/>
                  </a:moveTo>
                  <a:lnTo>
                    <a:pt x="1903963" y="1986371"/>
                  </a:lnTo>
                  <a:lnTo>
                    <a:pt x="1883943" y="1902555"/>
                  </a:lnTo>
                  <a:close/>
                  <a:moveTo>
                    <a:pt x="1823777" y="1918699"/>
                  </a:moveTo>
                  <a:lnTo>
                    <a:pt x="1862715" y="2000914"/>
                  </a:lnTo>
                  <a:lnTo>
                    <a:pt x="1903963" y="1986371"/>
                  </a:lnTo>
                  <a:close/>
                  <a:moveTo>
                    <a:pt x="1847161" y="1855421"/>
                  </a:moveTo>
                  <a:lnTo>
                    <a:pt x="1823777" y="1918699"/>
                  </a:lnTo>
                  <a:lnTo>
                    <a:pt x="1883943" y="1902555"/>
                  </a:lnTo>
                  <a:close/>
                  <a:moveTo>
                    <a:pt x="1703721" y="1551402"/>
                  </a:moveTo>
                  <a:lnTo>
                    <a:pt x="1738002" y="1510752"/>
                  </a:lnTo>
                  <a:lnTo>
                    <a:pt x="1624336" y="1507624"/>
                  </a:lnTo>
                  <a:close/>
                  <a:moveTo>
                    <a:pt x="1630755" y="1589839"/>
                  </a:moveTo>
                  <a:lnTo>
                    <a:pt x="1703721" y="1551402"/>
                  </a:lnTo>
                  <a:lnTo>
                    <a:pt x="1624336" y="1507624"/>
                  </a:lnTo>
                  <a:close/>
                  <a:moveTo>
                    <a:pt x="1273079" y="1260978"/>
                  </a:moveTo>
                  <a:lnTo>
                    <a:pt x="1328862" y="13108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273079" y="12609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334351" y="1245666"/>
                  </a:lnTo>
                  <a:lnTo>
                    <a:pt x="1300900" y="1178763"/>
                  </a:lnTo>
                  <a:close/>
                  <a:moveTo>
                    <a:pt x="1300900" y="1178763"/>
                  </a:moveTo>
                  <a:lnTo>
                    <a:pt x="1334351" y="1245666"/>
                  </a:lnTo>
                  <a:lnTo>
                    <a:pt x="1419453" y="1222542"/>
                  </a:lnTo>
                  <a:close/>
                  <a:moveTo>
                    <a:pt x="1304832" y="1069479"/>
                  </a:moveTo>
                  <a:lnTo>
                    <a:pt x="1287275" y="1155389"/>
                  </a:lnTo>
                  <a:lnTo>
                    <a:pt x="1325992" y="1058111"/>
                  </a:lnTo>
                  <a:close/>
                  <a:moveTo>
                    <a:pt x="1325992" y="1058111"/>
                  </a:moveTo>
                  <a:lnTo>
                    <a:pt x="1287275" y="1155389"/>
                  </a:lnTo>
                  <a:lnTo>
                    <a:pt x="1300900" y="1178763"/>
                  </a:lnTo>
                  <a:close/>
                  <a:moveTo>
                    <a:pt x="1325992" y="1058111"/>
                  </a:moveTo>
                  <a:lnTo>
                    <a:pt x="1300900" y="1178763"/>
                  </a:lnTo>
                  <a:lnTo>
                    <a:pt x="1391695" y="1140327"/>
                  </a:lnTo>
                  <a:close/>
                  <a:moveTo>
                    <a:pt x="1246973" y="1096548"/>
                  </a:moveTo>
                  <a:lnTo>
                    <a:pt x="1287275" y="1155389"/>
                  </a:lnTo>
                  <a:lnTo>
                    <a:pt x="1304832" y="1069479"/>
                  </a:lnTo>
                  <a:close/>
                  <a:moveTo>
                    <a:pt x="1262994" y="1014333"/>
                  </a:moveTo>
                  <a:lnTo>
                    <a:pt x="1304832" y="1069479"/>
                  </a:lnTo>
                  <a:lnTo>
                    <a:pt x="1325992" y="1058111"/>
                  </a:lnTo>
                  <a:close/>
                  <a:moveTo>
                    <a:pt x="1333888" y="975897"/>
                  </a:moveTo>
                  <a:lnTo>
                    <a:pt x="1426350" y="966308"/>
                  </a:lnTo>
                  <a:lnTo>
                    <a:pt x="1387313" y="962924"/>
                  </a:lnTo>
                  <a:close/>
                  <a:moveTo>
                    <a:pt x="1387050" y="1019675"/>
                  </a:moveTo>
                  <a:lnTo>
                    <a:pt x="1426350" y="966308"/>
                  </a:lnTo>
                  <a:lnTo>
                    <a:pt x="1333888" y="975897"/>
                  </a:lnTo>
                  <a:close/>
                  <a:moveTo>
                    <a:pt x="1325992" y="1058111"/>
                  </a:moveTo>
                  <a:lnTo>
                    <a:pt x="1387050" y="1019675"/>
                  </a:lnTo>
                  <a:lnTo>
                    <a:pt x="1333888" y="975897"/>
                  </a:lnTo>
                  <a:close/>
                  <a:moveTo>
                    <a:pt x="1387313" y="962924"/>
                  </a:moveTo>
                  <a:lnTo>
                    <a:pt x="1426350" y="966308"/>
                  </a:lnTo>
                  <a:lnTo>
                    <a:pt x="1443222" y="937460"/>
                  </a:lnTo>
                  <a:close/>
                  <a:moveTo>
                    <a:pt x="1481724" y="958141"/>
                  </a:moveTo>
                  <a:lnTo>
                    <a:pt x="1426350" y="966308"/>
                  </a:lnTo>
                  <a:lnTo>
                    <a:pt x="1387050" y="1019675"/>
                  </a:lnTo>
                  <a:close/>
                  <a:moveTo>
                    <a:pt x="754903" y="127823"/>
                  </a:moveTo>
                  <a:lnTo>
                    <a:pt x="684875" y="144660"/>
                  </a:lnTo>
                  <a:lnTo>
                    <a:pt x="819053" y="152469"/>
                  </a:lnTo>
                  <a:close/>
                  <a:moveTo>
                    <a:pt x="1310917" y="164430"/>
                  </a:moveTo>
                  <a:lnTo>
                    <a:pt x="1343688" y="75098"/>
                  </a:lnTo>
                  <a:lnTo>
                    <a:pt x="1342221" y="43778"/>
                  </a:lnTo>
                  <a:close/>
                  <a:moveTo>
                    <a:pt x="1295916" y="0"/>
                  </a:moveTo>
                  <a:lnTo>
                    <a:pt x="1297702" y="74354"/>
                  </a:lnTo>
                  <a:lnTo>
                    <a:pt x="1342221" y="43778"/>
                  </a:lnTo>
                  <a:close/>
                  <a:moveTo>
                    <a:pt x="1619490" y="290424"/>
                  </a:moveTo>
                  <a:lnTo>
                    <a:pt x="1674073" y="259176"/>
                  </a:lnTo>
                  <a:lnTo>
                    <a:pt x="1645748" y="273452"/>
                  </a:lnTo>
                  <a:close/>
                  <a:moveTo>
                    <a:pt x="1645223" y="334202"/>
                  </a:moveTo>
                  <a:lnTo>
                    <a:pt x="1674073" y="259176"/>
                  </a:lnTo>
                  <a:lnTo>
                    <a:pt x="1619490" y="290424"/>
                  </a:lnTo>
                  <a:close/>
                  <a:moveTo>
                    <a:pt x="1645748" y="273452"/>
                  </a:moveTo>
                  <a:lnTo>
                    <a:pt x="1620431" y="273822"/>
                  </a:lnTo>
                  <a:lnTo>
                    <a:pt x="1619490" y="290424"/>
                  </a:lnTo>
                  <a:close/>
                  <a:moveTo>
                    <a:pt x="1657144" y="169772"/>
                  </a:moveTo>
                  <a:lnTo>
                    <a:pt x="1645748" y="273452"/>
                  </a:lnTo>
                  <a:lnTo>
                    <a:pt x="1677423" y="251987"/>
                  </a:lnTo>
                  <a:close/>
                  <a:moveTo>
                    <a:pt x="1645748" y="273452"/>
                  </a:moveTo>
                  <a:lnTo>
                    <a:pt x="1674073" y="259176"/>
                  </a:lnTo>
                  <a:lnTo>
                    <a:pt x="1677423" y="25198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87" name="Candidate_density__2086">
              <a:extLst>
                <a:ext uri="{FF2B5EF4-FFF2-40B4-BE49-F238E27FC236}">
                  <a16:creationId xmlns:a16="http://schemas.microsoft.com/office/drawing/2014/main" id="{CB1C80A5-6651-949F-5BC8-D20A3AC7D8CF}"/>
                </a:ext>
              </a:extLst>
            </p:cNvPr>
            <p:cNvSpPr>
              <a:spLocks noGrp="1"/>
            </p:cNvSpPr>
            <p:nvPr/>
          </p:nvSpPr>
          <p:spPr>
            <a:xfrm>
              <a:off x="4375322" y="1774817"/>
              <a:ext cx="2188355" cy="3126434"/>
            </a:xfrm>
            <a:custGeom>
              <a:avLst/>
              <a:gdLst/>
              <a:ahLst/>
              <a:cxnLst/>
              <a:rect l="0" t="0" r="0" b="0"/>
              <a:pathLst>
                <a:path w="2188355" h="3126434">
                  <a:moveTo>
                    <a:pt x="658627" y="3126434"/>
                  </a:moveTo>
                  <a:lnTo>
                    <a:pt x="708313" y="3119873"/>
                  </a:lnTo>
                  <a:lnTo>
                    <a:pt x="625101" y="3064543"/>
                  </a:lnTo>
                  <a:close/>
                  <a:moveTo>
                    <a:pt x="760748" y="3081437"/>
                  </a:moveTo>
                  <a:lnTo>
                    <a:pt x="716127" y="3126214"/>
                  </a:lnTo>
                  <a:lnTo>
                    <a:pt x="761962" y="3082382"/>
                  </a:lnTo>
                  <a:close/>
                  <a:moveTo>
                    <a:pt x="760748" y="3081437"/>
                  </a:moveTo>
                  <a:lnTo>
                    <a:pt x="708313" y="3119873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61962" y="3082382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71361" y="3081437"/>
                  </a:lnTo>
                  <a:lnTo>
                    <a:pt x="761962" y="3082382"/>
                  </a:lnTo>
                  <a:close/>
                  <a:moveTo>
                    <a:pt x="0" y="2012640"/>
                  </a:moveTo>
                  <a:lnTo>
                    <a:pt x="19509" y="2020080"/>
                  </a:lnTo>
                  <a:lnTo>
                    <a:pt x="33068" y="2029116"/>
                  </a:lnTo>
                  <a:close/>
                  <a:moveTo>
                    <a:pt x="790512" y="2973924"/>
                  </a:moveTo>
                  <a:lnTo>
                    <a:pt x="771361" y="3081437"/>
                  </a:lnTo>
                  <a:lnTo>
                    <a:pt x="833359" y="3070668"/>
                  </a:lnTo>
                  <a:close/>
                  <a:moveTo>
                    <a:pt x="40738" y="2002822"/>
                  </a:moveTo>
                  <a:lnTo>
                    <a:pt x="0" y="2012640"/>
                  </a:lnTo>
                  <a:lnTo>
                    <a:pt x="33068" y="2029116"/>
                  </a:lnTo>
                  <a:close/>
                  <a:moveTo>
                    <a:pt x="60948" y="1918152"/>
                  </a:moveTo>
                  <a:lnTo>
                    <a:pt x="0" y="2012640"/>
                  </a:lnTo>
                  <a:lnTo>
                    <a:pt x="40738" y="2002822"/>
                  </a:lnTo>
                  <a:close/>
                  <a:moveTo>
                    <a:pt x="40738" y="2002822"/>
                  </a:moveTo>
                  <a:lnTo>
                    <a:pt x="127974" y="1992492"/>
                  </a:lnTo>
                  <a:lnTo>
                    <a:pt x="60948" y="1918152"/>
                  </a:lnTo>
                  <a:close/>
                  <a:moveTo>
                    <a:pt x="127974" y="1992492"/>
                  </a:moveTo>
                  <a:lnTo>
                    <a:pt x="143500" y="1948143"/>
                  </a:lnTo>
                  <a:lnTo>
                    <a:pt x="60948" y="1918152"/>
                  </a:lnTo>
                  <a:close/>
                  <a:moveTo>
                    <a:pt x="875617" y="2949331"/>
                  </a:moveTo>
                  <a:lnTo>
                    <a:pt x="876266" y="3015888"/>
                  </a:lnTo>
                  <a:lnTo>
                    <a:pt x="928898" y="2960785"/>
                  </a:lnTo>
                  <a:close/>
                  <a:moveTo>
                    <a:pt x="154570" y="1870778"/>
                  </a:moveTo>
                  <a:lnTo>
                    <a:pt x="78163" y="1872304"/>
                  </a:lnTo>
                  <a:lnTo>
                    <a:pt x="60948" y="1918152"/>
                  </a:lnTo>
                  <a:close/>
                  <a:moveTo>
                    <a:pt x="657925" y="2143976"/>
                  </a:moveTo>
                  <a:lnTo>
                    <a:pt x="625192" y="2204074"/>
                  </a:lnTo>
                  <a:lnTo>
                    <a:pt x="669465" y="2155508"/>
                  </a:lnTo>
                  <a:close/>
                  <a:moveTo>
                    <a:pt x="669465" y="2155508"/>
                  </a:moveTo>
                  <a:lnTo>
                    <a:pt x="625192" y="2204074"/>
                  </a:lnTo>
                  <a:lnTo>
                    <a:pt x="620997" y="2234411"/>
                  </a:lnTo>
                  <a:close/>
                  <a:moveTo>
                    <a:pt x="54712" y="1679636"/>
                  </a:moveTo>
                  <a:lnTo>
                    <a:pt x="116124" y="1630587"/>
                  </a:lnTo>
                  <a:lnTo>
                    <a:pt x="168509" y="1611241"/>
                  </a:lnTo>
                  <a:close/>
                  <a:moveTo>
                    <a:pt x="454057" y="1708986"/>
                  </a:moveTo>
                  <a:lnTo>
                    <a:pt x="443958" y="1694464"/>
                  </a:lnTo>
                  <a:lnTo>
                    <a:pt x="462337" y="1776679"/>
                  </a:lnTo>
                  <a:close/>
                  <a:moveTo>
                    <a:pt x="1129171" y="2681045"/>
                  </a:moveTo>
                  <a:lnTo>
                    <a:pt x="1141936" y="2714410"/>
                  </a:lnTo>
                  <a:lnTo>
                    <a:pt x="1203437" y="2757542"/>
                  </a:lnTo>
                  <a:close/>
                  <a:moveTo>
                    <a:pt x="1183057" y="2580888"/>
                  </a:moveTo>
                  <a:lnTo>
                    <a:pt x="1252175" y="2661111"/>
                  </a:lnTo>
                  <a:lnTo>
                    <a:pt x="1258674" y="2580004"/>
                  </a:lnTo>
                  <a:close/>
                  <a:moveTo>
                    <a:pt x="322549" y="1693311"/>
                  </a:moveTo>
                  <a:lnTo>
                    <a:pt x="337553" y="1612249"/>
                  </a:lnTo>
                  <a:lnTo>
                    <a:pt x="321199" y="1595720"/>
                  </a:lnTo>
                  <a:close/>
                  <a:moveTo>
                    <a:pt x="702953" y="1727913"/>
                  </a:moveTo>
                  <a:lnTo>
                    <a:pt x="831460" y="1772355"/>
                  </a:lnTo>
                  <a:lnTo>
                    <a:pt x="755430" y="1766747"/>
                  </a:lnTo>
                  <a:close/>
                  <a:moveTo>
                    <a:pt x="598134" y="1652445"/>
                  </a:moveTo>
                  <a:lnTo>
                    <a:pt x="688499" y="1731705"/>
                  </a:lnTo>
                  <a:lnTo>
                    <a:pt x="702953" y="1727913"/>
                  </a:lnTo>
                  <a:close/>
                  <a:moveTo>
                    <a:pt x="1716833" y="2638150"/>
                  </a:moveTo>
                  <a:lnTo>
                    <a:pt x="1724454" y="2647951"/>
                  </a:lnTo>
                  <a:lnTo>
                    <a:pt x="1681889" y="2578399"/>
                  </a:lnTo>
                  <a:close/>
                  <a:moveTo>
                    <a:pt x="880790" y="1844111"/>
                  </a:moveTo>
                  <a:lnTo>
                    <a:pt x="906802" y="1946451"/>
                  </a:lnTo>
                  <a:lnTo>
                    <a:pt x="910591" y="1864236"/>
                  </a:lnTo>
                  <a:close/>
                  <a:moveTo>
                    <a:pt x="880790" y="1844111"/>
                  </a:moveTo>
                  <a:lnTo>
                    <a:pt x="910591" y="1864236"/>
                  </a:lnTo>
                  <a:lnTo>
                    <a:pt x="836713" y="1791994"/>
                  </a:lnTo>
                  <a:close/>
                  <a:moveTo>
                    <a:pt x="826988" y="1661369"/>
                  </a:moveTo>
                  <a:lnTo>
                    <a:pt x="771514" y="1772267"/>
                  </a:lnTo>
                  <a:lnTo>
                    <a:pt x="831460" y="1772355"/>
                  </a:lnTo>
                  <a:close/>
                  <a:moveTo>
                    <a:pt x="1444473" y="2240614"/>
                  </a:moveTo>
                  <a:lnTo>
                    <a:pt x="1403625" y="2222477"/>
                  </a:lnTo>
                  <a:lnTo>
                    <a:pt x="1509619" y="2280654"/>
                  </a:lnTo>
                  <a:close/>
                  <a:moveTo>
                    <a:pt x="1562088" y="2314926"/>
                  </a:moveTo>
                  <a:lnTo>
                    <a:pt x="1672704" y="2362869"/>
                  </a:lnTo>
                  <a:lnTo>
                    <a:pt x="1622664" y="2349524"/>
                  </a:lnTo>
                  <a:close/>
                  <a:moveTo>
                    <a:pt x="867652" y="1554515"/>
                  </a:moveTo>
                  <a:lnTo>
                    <a:pt x="877887" y="1579155"/>
                  </a:lnTo>
                  <a:lnTo>
                    <a:pt x="843229" y="1474279"/>
                  </a:lnTo>
                  <a:close/>
                  <a:moveTo>
                    <a:pt x="843229" y="1474279"/>
                  </a:moveTo>
                  <a:lnTo>
                    <a:pt x="877887" y="1579155"/>
                  </a:lnTo>
                  <a:lnTo>
                    <a:pt x="951287" y="1511302"/>
                  </a:lnTo>
                  <a:close/>
                  <a:moveTo>
                    <a:pt x="1769537" y="2445084"/>
                  </a:moveTo>
                  <a:lnTo>
                    <a:pt x="1812443" y="2501762"/>
                  </a:lnTo>
                  <a:lnTo>
                    <a:pt x="1817499" y="2488863"/>
                  </a:lnTo>
                  <a:close/>
                  <a:moveTo>
                    <a:pt x="1622664" y="2349524"/>
                  </a:moveTo>
                  <a:lnTo>
                    <a:pt x="1743063" y="2305818"/>
                  </a:lnTo>
                  <a:lnTo>
                    <a:pt x="1667548" y="2302137"/>
                  </a:lnTo>
                  <a:close/>
                  <a:moveTo>
                    <a:pt x="1077848" y="1504815"/>
                  </a:moveTo>
                  <a:lnTo>
                    <a:pt x="985112" y="1519615"/>
                  </a:lnTo>
                  <a:lnTo>
                    <a:pt x="988014" y="1420066"/>
                  </a:lnTo>
                  <a:close/>
                  <a:moveTo>
                    <a:pt x="1023085" y="1501088"/>
                  </a:moveTo>
                  <a:lnTo>
                    <a:pt x="1077848" y="1504815"/>
                  </a:lnTo>
                  <a:lnTo>
                    <a:pt x="988014" y="1420066"/>
                  </a:lnTo>
                  <a:close/>
                  <a:moveTo>
                    <a:pt x="951287" y="1511302"/>
                  </a:moveTo>
                  <a:lnTo>
                    <a:pt x="1023085" y="1501088"/>
                  </a:lnTo>
                  <a:lnTo>
                    <a:pt x="988014" y="1420066"/>
                  </a:lnTo>
                  <a:close/>
                  <a:moveTo>
                    <a:pt x="308982" y="781777"/>
                  </a:moveTo>
                  <a:lnTo>
                    <a:pt x="413867" y="780237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397739" y="834967"/>
                  </a:lnTo>
                  <a:lnTo>
                    <a:pt x="467146" y="815813"/>
                  </a:lnTo>
                  <a:close/>
                  <a:moveTo>
                    <a:pt x="469979" y="795211"/>
                  </a:moveTo>
                  <a:lnTo>
                    <a:pt x="413867" y="780237"/>
                  </a:lnTo>
                  <a:lnTo>
                    <a:pt x="397739" y="834967"/>
                  </a:lnTo>
                  <a:close/>
                  <a:moveTo>
                    <a:pt x="413867" y="780237"/>
                  </a:moveTo>
                  <a:lnTo>
                    <a:pt x="469979" y="795211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497025" y="712323"/>
                  </a:lnTo>
                  <a:lnTo>
                    <a:pt x="418340" y="696791"/>
                  </a:lnTo>
                  <a:close/>
                  <a:moveTo>
                    <a:pt x="1792951" y="2048238"/>
                  </a:moveTo>
                  <a:lnTo>
                    <a:pt x="1799369" y="2143113"/>
                  </a:lnTo>
                  <a:lnTo>
                    <a:pt x="1744206" y="2094889"/>
                  </a:lnTo>
                  <a:close/>
                  <a:moveTo>
                    <a:pt x="1624341" y="1964038"/>
                  </a:moveTo>
                  <a:lnTo>
                    <a:pt x="1714299" y="1983071"/>
                  </a:lnTo>
                  <a:lnTo>
                    <a:pt x="1639215" y="1981003"/>
                  </a:lnTo>
                  <a:close/>
                  <a:moveTo>
                    <a:pt x="1320254" y="1748927"/>
                  </a:moveTo>
                  <a:lnTo>
                    <a:pt x="1356441" y="1710491"/>
                  </a:lnTo>
                  <a:lnTo>
                    <a:pt x="1335801" y="1831142"/>
                  </a:lnTo>
                  <a:close/>
                  <a:moveTo>
                    <a:pt x="1336384" y="1628275"/>
                  </a:moveTo>
                  <a:lnTo>
                    <a:pt x="1356441" y="1710491"/>
                  </a:lnTo>
                  <a:lnTo>
                    <a:pt x="1348277" y="1666712"/>
                  </a:lnTo>
                  <a:close/>
                  <a:moveTo>
                    <a:pt x="1336384" y="1628275"/>
                  </a:moveTo>
                  <a:lnTo>
                    <a:pt x="1348277" y="1666712"/>
                  </a:lnTo>
                  <a:lnTo>
                    <a:pt x="1386162" y="1592195"/>
                  </a:lnTo>
                  <a:close/>
                  <a:moveTo>
                    <a:pt x="771515" y="971528"/>
                  </a:moveTo>
                  <a:lnTo>
                    <a:pt x="773391" y="1008991"/>
                  </a:lnTo>
                  <a:lnTo>
                    <a:pt x="771855" y="967348"/>
                  </a:lnTo>
                  <a:close/>
                  <a:moveTo>
                    <a:pt x="535740" y="641871"/>
                  </a:moveTo>
                  <a:lnTo>
                    <a:pt x="531737" y="641694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35740" y="641871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71809" y="713270"/>
                  </a:lnTo>
                  <a:lnTo>
                    <a:pt x="535740" y="641871"/>
                  </a:lnTo>
                  <a:close/>
                  <a:moveTo>
                    <a:pt x="439637" y="395049"/>
                  </a:moveTo>
                  <a:lnTo>
                    <a:pt x="391667" y="381861"/>
                  </a:lnTo>
                  <a:lnTo>
                    <a:pt x="336591" y="391142"/>
                  </a:lnTo>
                  <a:close/>
                  <a:moveTo>
                    <a:pt x="1717903" y="1948566"/>
                  </a:moveTo>
                  <a:lnTo>
                    <a:pt x="1645848" y="1946554"/>
                  </a:lnTo>
                  <a:lnTo>
                    <a:pt x="1639215" y="1981003"/>
                  </a:lnTo>
                  <a:close/>
                  <a:moveTo>
                    <a:pt x="1645848" y="1946554"/>
                  </a:moveTo>
                  <a:lnTo>
                    <a:pt x="1717903" y="1948566"/>
                  </a:lnTo>
                  <a:lnTo>
                    <a:pt x="1649855" y="1843204"/>
                  </a:lnTo>
                  <a:close/>
                  <a:moveTo>
                    <a:pt x="1627431" y="1761342"/>
                  </a:moveTo>
                  <a:lnTo>
                    <a:pt x="1649855" y="1843204"/>
                  </a:lnTo>
                  <a:lnTo>
                    <a:pt x="1682170" y="1874921"/>
                  </a:lnTo>
                  <a:close/>
                  <a:moveTo>
                    <a:pt x="1394663" y="1529117"/>
                  </a:moveTo>
                  <a:lnTo>
                    <a:pt x="1336384" y="1628275"/>
                  </a:lnTo>
                  <a:lnTo>
                    <a:pt x="1386162" y="1592195"/>
                  </a:lnTo>
                  <a:close/>
                  <a:moveTo>
                    <a:pt x="535740" y="641871"/>
                  </a:moveTo>
                  <a:lnTo>
                    <a:pt x="535927" y="641504"/>
                  </a:lnTo>
                  <a:lnTo>
                    <a:pt x="531737" y="641694"/>
                  </a:lnTo>
                  <a:close/>
                  <a:moveTo>
                    <a:pt x="535927" y="641504"/>
                  </a:moveTo>
                  <a:lnTo>
                    <a:pt x="535740" y="641871"/>
                  </a:lnTo>
                  <a:lnTo>
                    <a:pt x="536047" y="641694"/>
                  </a:lnTo>
                  <a:close/>
                  <a:moveTo>
                    <a:pt x="571797" y="561478"/>
                  </a:moveTo>
                  <a:lnTo>
                    <a:pt x="536047" y="641694"/>
                  </a:lnTo>
                  <a:lnTo>
                    <a:pt x="598925" y="599450"/>
                  </a:lnTo>
                  <a:close/>
                  <a:moveTo>
                    <a:pt x="2085287" y="2044693"/>
                  </a:moveTo>
                  <a:lnTo>
                    <a:pt x="2014264" y="1989498"/>
                  </a:lnTo>
                  <a:lnTo>
                    <a:pt x="2060197" y="2009948"/>
                  </a:lnTo>
                  <a:close/>
                  <a:moveTo>
                    <a:pt x="2101318" y="2118909"/>
                  </a:moveTo>
                  <a:lnTo>
                    <a:pt x="2187785" y="2208317"/>
                  </a:lnTo>
                  <a:lnTo>
                    <a:pt x="2111754" y="2126908"/>
                  </a:lnTo>
                  <a:close/>
                  <a:moveTo>
                    <a:pt x="2188229" y="2208937"/>
                  </a:moveTo>
                  <a:lnTo>
                    <a:pt x="2187785" y="2208317"/>
                  </a:lnTo>
                  <a:lnTo>
                    <a:pt x="2101318" y="2118909"/>
                  </a:lnTo>
                  <a:close/>
                  <a:moveTo>
                    <a:pt x="2188229" y="2208937"/>
                  </a:moveTo>
                  <a:lnTo>
                    <a:pt x="2188355" y="2209123"/>
                  </a:lnTo>
                  <a:lnTo>
                    <a:pt x="2187785" y="2208317"/>
                  </a:lnTo>
                  <a:close/>
                  <a:moveTo>
                    <a:pt x="1585656" y="1350350"/>
                  </a:moveTo>
                  <a:lnTo>
                    <a:pt x="1710203" y="1354273"/>
                  </a:lnTo>
                  <a:lnTo>
                    <a:pt x="1656368" y="1266320"/>
                  </a:lnTo>
                  <a:close/>
                  <a:moveTo>
                    <a:pt x="1839793" y="1509695"/>
                  </a:moveTo>
                  <a:lnTo>
                    <a:pt x="1882483" y="1595181"/>
                  </a:lnTo>
                  <a:lnTo>
                    <a:pt x="1842020" y="1512966"/>
                  </a:lnTo>
                  <a:close/>
                  <a:moveTo>
                    <a:pt x="1839793" y="1509695"/>
                  </a:moveTo>
                  <a:lnTo>
                    <a:pt x="1872094" y="1583528"/>
                  </a:lnTo>
                  <a:lnTo>
                    <a:pt x="1882483" y="1595181"/>
                  </a:lnTo>
                  <a:close/>
                  <a:moveTo>
                    <a:pt x="1558246" y="981239"/>
                  </a:moveTo>
                  <a:lnTo>
                    <a:pt x="1545363" y="1047953"/>
                  </a:lnTo>
                  <a:lnTo>
                    <a:pt x="1561764" y="1013990"/>
                  </a:lnTo>
                  <a:close/>
                  <a:moveTo>
                    <a:pt x="1561764" y="1013990"/>
                  </a:moveTo>
                  <a:lnTo>
                    <a:pt x="1545363" y="1047953"/>
                  </a:lnTo>
                  <a:lnTo>
                    <a:pt x="1545911" y="1066380"/>
                  </a:lnTo>
                  <a:close/>
                  <a:moveTo>
                    <a:pt x="1771864" y="1204051"/>
                  </a:moveTo>
                  <a:lnTo>
                    <a:pt x="1828338" y="1269977"/>
                  </a:lnTo>
                  <a:lnTo>
                    <a:pt x="1820460" y="1225136"/>
                  </a:lnTo>
                  <a:close/>
                  <a:moveTo>
                    <a:pt x="1820460" y="1225136"/>
                  </a:moveTo>
                  <a:lnTo>
                    <a:pt x="1828338" y="1269977"/>
                  </a:lnTo>
                  <a:lnTo>
                    <a:pt x="1824573" y="1227884"/>
                  </a:lnTo>
                  <a:close/>
                  <a:moveTo>
                    <a:pt x="1820460" y="1225136"/>
                  </a:moveTo>
                  <a:lnTo>
                    <a:pt x="1824573" y="1227884"/>
                  </a:lnTo>
                  <a:lnTo>
                    <a:pt x="1809951" y="1201231"/>
                  </a:lnTo>
                  <a:close/>
                  <a:moveTo>
                    <a:pt x="1198030" y="466779"/>
                  </a:moveTo>
                  <a:lnTo>
                    <a:pt x="1251499" y="506557"/>
                  </a:lnTo>
                  <a:lnTo>
                    <a:pt x="1217543" y="487948"/>
                  </a:lnTo>
                  <a:close/>
                  <a:moveTo>
                    <a:pt x="1288259" y="554108"/>
                  </a:moveTo>
                  <a:lnTo>
                    <a:pt x="1251499" y="506557"/>
                  </a:lnTo>
                  <a:lnTo>
                    <a:pt x="1198030" y="466779"/>
                  </a:lnTo>
                  <a:close/>
                  <a:moveTo>
                    <a:pt x="1216587" y="439483"/>
                  </a:moveTo>
                  <a:lnTo>
                    <a:pt x="1217543" y="487948"/>
                  </a:lnTo>
                  <a:lnTo>
                    <a:pt x="1244065" y="478767"/>
                  </a:lnTo>
                  <a:close/>
                  <a:moveTo>
                    <a:pt x="1153944" y="82215"/>
                  </a:moveTo>
                  <a:lnTo>
                    <a:pt x="1103530" y="38436"/>
                  </a:lnTo>
                  <a:lnTo>
                    <a:pt x="1109012" y="0"/>
                  </a:lnTo>
                  <a:close/>
                  <a:moveTo>
                    <a:pt x="1547639" y="224736"/>
                  </a:moveTo>
                  <a:lnTo>
                    <a:pt x="1494683" y="208209"/>
                  </a:lnTo>
                  <a:lnTo>
                    <a:pt x="1493553" y="208636"/>
                  </a:lnTo>
                  <a:close/>
                  <a:moveTo>
                    <a:pt x="1379689" y="276782"/>
                  </a:moveTo>
                  <a:lnTo>
                    <a:pt x="1459761" y="297497"/>
                  </a:lnTo>
                  <a:lnTo>
                    <a:pt x="1493553" y="208636"/>
                  </a:lnTo>
                  <a:close/>
                  <a:moveTo>
                    <a:pt x="1759873" y="213551"/>
                  </a:moveTo>
                  <a:lnTo>
                    <a:pt x="1812838" y="295766"/>
                  </a:lnTo>
                  <a:lnTo>
                    <a:pt x="1766239" y="25198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88" name="Candidate_density__2087">
              <a:extLst>
                <a:ext uri="{FF2B5EF4-FFF2-40B4-BE49-F238E27FC236}">
                  <a16:creationId xmlns:a16="http://schemas.microsoft.com/office/drawing/2014/main" id="{18149FA2-E3BA-7065-623F-0347110143EB}"/>
                </a:ext>
              </a:extLst>
            </p:cNvPr>
            <p:cNvSpPr>
              <a:spLocks noGrp="1"/>
            </p:cNvSpPr>
            <p:nvPr/>
          </p:nvSpPr>
          <p:spPr>
            <a:xfrm>
              <a:off x="4453485" y="1913888"/>
              <a:ext cx="2117010" cy="2987143"/>
            </a:xfrm>
            <a:custGeom>
              <a:avLst/>
              <a:gdLst/>
              <a:ahLst/>
              <a:cxnLst/>
              <a:rect l="0" t="0" r="0" b="0"/>
              <a:pathLst>
                <a:path w="2117010" h="2987143">
                  <a:moveTo>
                    <a:pt x="630150" y="2980801"/>
                  </a:moveTo>
                  <a:lnTo>
                    <a:pt x="630369" y="2985597"/>
                  </a:lnTo>
                  <a:lnTo>
                    <a:pt x="637963" y="2987143"/>
                  </a:lnTo>
                  <a:close/>
                  <a:moveTo>
                    <a:pt x="648245" y="2980801"/>
                  </a:moveTo>
                  <a:lnTo>
                    <a:pt x="637963" y="2987143"/>
                  </a:lnTo>
                  <a:lnTo>
                    <a:pt x="630369" y="2985597"/>
                  </a:lnTo>
                  <a:close/>
                  <a:moveTo>
                    <a:pt x="693197" y="2942365"/>
                  </a:moveTo>
                  <a:lnTo>
                    <a:pt x="648245" y="2980801"/>
                  </a:lnTo>
                  <a:lnTo>
                    <a:pt x="755196" y="2931596"/>
                  </a:lnTo>
                  <a:close/>
                  <a:moveTo>
                    <a:pt x="777257" y="2860150"/>
                  </a:moveTo>
                  <a:lnTo>
                    <a:pt x="850735" y="2821714"/>
                  </a:lnTo>
                  <a:lnTo>
                    <a:pt x="798103" y="2876817"/>
                  </a:lnTo>
                  <a:close/>
                  <a:moveTo>
                    <a:pt x="797454" y="2810260"/>
                  </a:moveTo>
                  <a:lnTo>
                    <a:pt x="850735" y="2821714"/>
                  </a:lnTo>
                  <a:lnTo>
                    <a:pt x="839887" y="2736262"/>
                  </a:lnTo>
                  <a:close/>
                  <a:moveTo>
                    <a:pt x="783704" y="2721346"/>
                  </a:moveTo>
                  <a:lnTo>
                    <a:pt x="839887" y="2736262"/>
                  </a:lnTo>
                  <a:lnTo>
                    <a:pt x="830928" y="2643453"/>
                  </a:lnTo>
                  <a:close/>
                  <a:moveTo>
                    <a:pt x="51874" y="1651560"/>
                  </a:moveTo>
                  <a:lnTo>
                    <a:pt x="0" y="1733232"/>
                  </a:lnTo>
                  <a:lnTo>
                    <a:pt x="76407" y="1731707"/>
                  </a:lnTo>
                  <a:close/>
                  <a:moveTo>
                    <a:pt x="467516" y="2196071"/>
                  </a:moveTo>
                  <a:lnTo>
                    <a:pt x="458353" y="2227318"/>
                  </a:lnTo>
                  <a:lnTo>
                    <a:pt x="482477" y="2207771"/>
                  </a:lnTo>
                  <a:close/>
                  <a:moveTo>
                    <a:pt x="484095" y="2108362"/>
                  </a:moveTo>
                  <a:lnTo>
                    <a:pt x="542833" y="2095340"/>
                  </a:lnTo>
                  <a:lnTo>
                    <a:pt x="515422" y="2087120"/>
                  </a:lnTo>
                  <a:close/>
                  <a:moveTo>
                    <a:pt x="484095" y="2108362"/>
                  </a:moveTo>
                  <a:lnTo>
                    <a:pt x="520145" y="2179690"/>
                  </a:lnTo>
                  <a:lnTo>
                    <a:pt x="542833" y="2095340"/>
                  </a:lnTo>
                  <a:close/>
                  <a:moveTo>
                    <a:pt x="467516" y="2196071"/>
                  </a:moveTo>
                  <a:lnTo>
                    <a:pt x="520145" y="2179690"/>
                  </a:lnTo>
                  <a:lnTo>
                    <a:pt x="484095" y="2108362"/>
                  </a:lnTo>
                  <a:close/>
                  <a:moveTo>
                    <a:pt x="482477" y="2207771"/>
                  </a:moveTo>
                  <a:lnTo>
                    <a:pt x="520145" y="2179690"/>
                  </a:lnTo>
                  <a:lnTo>
                    <a:pt x="467516" y="2196071"/>
                  </a:lnTo>
                  <a:close/>
                  <a:moveTo>
                    <a:pt x="600049" y="2109416"/>
                  </a:moveTo>
                  <a:lnTo>
                    <a:pt x="542833" y="2095340"/>
                  </a:lnTo>
                  <a:lnTo>
                    <a:pt x="520145" y="2179690"/>
                  </a:lnTo>
                  <a:close/>
                  <a:moveTo>
                    <a:pt x="515422" y="2087120"/>
                  </a:moveTo>
                  <a:lnTo>
                    <a:pt x="542833" y="2095340"/>
                  </a:lnTo>
                  <a:lnTo>
                    <a:pt x="547029" y="2065003"/>
                  </a:lnTo>
                  <a:close/>
                  <a:moveTo>
                    <a:pt x="579762" y="2004904"/>
                  </a:moveTo>
                  <a:lnTo>
                    <a:pt x="590220" y="2011285"/>
                  </a:lnTo>
                  <a:lnTo>
                    <a:pt x="547029" y="2065003"/>
                  </a:lnTo>
                  <a:close/>
                  <a:moveTo>
                    <a:pt x="249744" y="1390962"/>
                  </a:moveTo>
                  <a:lnTo>
                    <a:pt x="252540" y="1352526"/>
                  </a:lnTo>
                  <a:lnTo>
                    <a:pt x="259390" y="1473177"/>
                  </a:lnTo>
                  <a:close/>
                  <a:moveTo>
                    <a:pt x="813354" y="1845816"/>
                  </a:moveTo>
                  <a:lnTo>
                    <a:pt x="844449" y="1731631"/>
                  </a:lnTo>
                  <a:lnTo>
                    <a:pt x="832427" y="1725165"/>
                  </a:lnTo>
                  <a:close/>
                  <a:moveTo>
                    <a:pt x="813354" y="1845816"/>
                  </a:moveTo>
                  <a:lnTo>
                    <a:pt x="832427" y="1725165"/>
                  </a:lnTo>
                  <a:lnTo>
                    <a:pt x="828638" y="1807380"/>
                  </a:lnTo>
                  <a:close/>
                  <a:moveTo>
                    <a:pt x="766976" y="1533838"/>
                  </a:moveTo>
                  <a:lnTo>
                    <a:pt x="748825" y="1522298"/>
                  </a:lnTo>
                  <a:lnTo>
                    <a:pt x="753297" y="1633283"/>
                  </a:lnTo>
                  <a:close/>
                  <a:moveTo>
                    <a:pt x="766976" y="1533838"/>
                  </a:moveTo>
                  <a:lnTo>
                    <a:pt x="753297" y="1633283"/>
                  </a:lnTo>
                  <a:lnTo>
                    <a:pt x="781710" y="1560735"/>
                  </a:lnTo>
                  <a:close/>
                  <a:moveTo>
                    <a:pt x="748825" y="1522298"/>
                  </a:moveTo>
                  <a:lnTo>
                    <a:pt x="766976" y="1533838"/>
                  </a:lnTo>
                  <a:lnTo>
                    <a:pt x="773270" y="1492756"/>
                  </a:lnTo>
                  <a:close/>
                  <a:moveTo>
                    <a:pt x="1423522" y="2180019"/>
                  </a:moveTo>
                  <a:lnTo>
                    <a:pt x="1445593" y="2246517"/>
                  </a:lnTo>
                  <a:lnTo>
                    <a:pt x="1456259" y="2262234"/>
                  </a:lnTo>
                  <a:close/>
                  <a:moveTo>
                    <a:pt x="1544500" y="2210453"/>
                  </a:moveTo>
                  <a:lnTo>
                    <a:pt x="1445593" y="2246517"/>
                  </a:lnTo>
                  <a:lnTo>
                    <a:pt x="1423522" y="2180019"/>
                  </a:lnTo>
                  <a:close/>
                  <a:moveTo>
                    <a:pt x="789489" y="1415444"/>
                  </a:moveTo>
                  <a:lnTo>
                    <a:pt x="773270" y="1492756"/>
                  </a:lnTo>
                  <a:lnTo>
                    <a:pt x="799724" y="1440083"/>
                  </a:lnTo>
                  <a:close/>
                  <a:moveTo>
                    <a:pt x="873124" y="1372230"/>
                  </a:moveTo>
                  <a:lnTo>
                    <a:pt x="799724" y="1440083"/>
                  </a:lnTo>
                  <a:lnTo>
                    <a:pt x="819019" y="1385148"/>
                  </a:lnTo>
                  <a:close/>
                  <a:moveTo>
                    <a:pt x="819019" y="1385148"/>
                  </a:moveTo>
                  <a:lnTo>
                    <a:pt x="944922" y="1362016"/>
                  </a:lnTo>
                  <a:lnTo>
                    <a:pt x="873124" y="1372230"/>
                  </a:lnTo>
                  <a:close/>
                  <a:moveTo>
                    <a:pt x="93303" y="616957"/>
                  </a:moveTo>
                  <a:lnTo>
                    <a:pt x="230818" y="642706"/>
                  </a:lnTo>
                  <a:lnTo>
                    <a:pt x="156737" y="644387"/>
                  </a:lnTo>
                  <a:close/>
                  <a:moveTo>
                    <a:pt x="1242091" y="1609855"/>
                  </a:moveTo>
                  <a:lnTo>
                    <a:pt x="1257638" y="1692070"/>
                  </a:lnTo>
                  <a:lnTo>
                    <a:pt x="1222033" y="1648292"/>
                  </a:lnTo>
                  <a:close/>
                  <a:moveTo>
                    <a:pt x="1987955" y="2323421"/>
                  </a:moveTo>
                  <a:lnTo>
                    <a:pt x="1888584" y="2349791"/>
                  </a:lnTo>
                  <a:lnTo>
                    <a:pt x="1974936" y="2319316"/>
                  </a:lnTo>
                  <a:close/>
                  <a:moveTo>
                    <a:pt x="1974936" y="2319316"/>
                  </a:moveTo>
                  <a:lnTo>
                    <a:pt x="1888584" y="2349791"/>
                  </a:lnTo>
                  <a:lnTo>
                    <a:pt x="1930551" y="2323998"/>
                  </a:lnTo>
                  <a:close/>
                  <a:moveTo>
                    <a:pt x="1987955" y="2323421"/>
                  </a:moveTo>
                  <a:lnTo>
                    <a:pt x="1974936" y="2319316"/>
                  </a:lnTo>
                  <a:lnTo>
                    <a:pt x="2026849" y="2405383"/>
                  </a:lnTo>
                  <a:close/>
                  <a:moveTo>
                    <a:pt x="2073552" y="2364797"/>
                  </a:moveTo>
                  <a:lnTo>
                    <a:pt x="1987955" y="2323421"/>
                  </a:lnTo>
                  <a:lnTo>
                    <a:pt x="2026849" y="2405383"/>
                  </a:lnTo>
                  <a:close/>
                  <a:moveTo>
                    <a:pt x="1546178" y="1824967"/>
                  </a:moveTo>
                  <a:lnTo>
                    <a:pt x="1504182" y="1844506"/>
                  </a:lnTo>
                  <a:lnTo>
                    <a:pt x="1604007" y="1735850"/>
                  </a:lnTo>
                  <a:close/>
                  <a:moveTo>
                    <a:pt x="1278277" y="1571419"/>
                  </a:moveTo>
                  <a:lnTo>
                    <a:pt x="1242091" y="1609855"/>
                  </a:lnTo>
                  <a:lnTo>
                    <a:pt x="1270114" y="1527640"/>
                  </a:lnTo>
                  <a:close/>
                  <a:moveTo>
                    <a:pt x="457577" y="502799"/>
                  </a:moveTo>
                  <a:lnTo>
                    <a:pt x="512193" y="518775"/>
                  </a:lnTo>
                  <a:lnTo>
                    <a:pt x="457883" y="502623"/>
                  </a:lnTo>
                  <a:close/>
                  <a:moveTo>
                    <a:pt x="493646" y="574199"/>
                  </a:moveTo>
                  <a:lnTo>
                    <a:pt x="512193" y="518775"/>
                  </a:lnTo>
                  <a:lnTo>
                    <a:pt x="457577" y="502799"/>
                  </a:lnTo>
                  <a:close/>
                  <a:moveTo>
                    <a:pt x="457883" y="502623"/>
                  </a:moveTo>
                  <a:lnTo>
                    <a:pt x="512193" y="518775"/>
                  </a:lnTo>
                  <a:lnTo>
                    <a:pt x="520762" y="460379"/>
                  </a:lnTo>
                  <a:close/>
                  <a:moveTo>
                    <a:pt x="2094267" y="2282894"/>
                  </a:moveTo>
                  <a:lnTo>
                    <a:pt x="1987955" y="2323421"/>
                  </a:lnTo>
                  <a:lnTo>
                    <a:pt x="2073552" y="2364797"/>
                  </a:lnTo>
                  <a:close/>
                  <a:moveTo>
                    <a:pt x="2094267" y="2282894"/>
                  </a:moveTo>
                  <a:lnTo>
                    <a:pt x="2007523" y="2292823"/>
                  </a:lnTo>
                  <a:lnTo>
                    <a:pt x="1987955" y="2323421"/>
                  </a:lnTo>
                  <a:close/>
                  <a:moveTo>
                    <a:pt x="2007523" y="2292823"/>
                  </a:moveTo>
                  <a:lnTo>
                    <a:pt x="2094267" y="2282894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92156" y="2219151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73552" y="2364797"/>
                  </a:lnTo>
                  <a:lnTo>
                    <a:pt x="2099990" y="2311355"/>
                  </a:lnTo>
                  <a:close/>
                  <a:moveTo>
                    <a:pt x="2094267" y="2282894"/>
                  </a:moveTo>
                  <a:lnTo>
                    <a:pt x="2117010" y="2248620"/>
                  </a:lnTo>
                  <a:lnTo>
                    <a:pt x="2092156" y="2219151"/>
                  </a:lnTo>
                  <a:close/>
                  <a:moveTo>
                    <a:pt x="757126" y="786791"/>
                  </a:moveTo>
                  <a:lnTo>
                    <a:pt x="802863" y="742591"/>
                  </a:lnTo>
                  <a:lnTo>
                    <a:pt x="693692" y="828277"/>
                  </a:lnTo>
                  <a:close/>
                  <a:moveTo>
                    <a:pt x="493634" y="422406"/>
                  </a:moveTo>
                  <a:lnTo>
                    <a:pt x="520762" y="460379"/>
                  </a:lnTo>
                  <a:lnTo>
                    <a:pt x="569138" y="426047"/>
                  </a:lnTo>
                  <a:close/>
                  <a:moveTo>
                    <a:pt x="520762" y="460379"/>
                  </a:moveTo>
                  <a:lnTo>
                    <a:pt x="595534" y="461280"/>
                  </a:lnTo>
                  <a:lnTo>
                    <a:pt x="638640" y="407242"/>
                  </a:lnTo>
                  <a:close/>
                  <a:moveTo>
                    <a:pt x="569138" y="426047"/>
                  </a:moveTo>
                  <a:lnTo>
                    <a:pt x="520762" y="460379"/>
                  </a:lnTo>
                  <a:lnTo>
                    <a:pt x="638640" y="407242"/>
                  </a:lnTo>
                  <a:close/>
                  <a:moveTo>
                    <a:pt x="313504" y="242789"/>
                  </a:moveTo>
                  <a:lnTo>
                    <a:pt x="361474" y="255977"/>
                  </a:lnTo>
                  <a:lnTo>
                    <a:pt x="332948" y="243037"/>
                  </a:lnTo>
                  <a:close/>
                  <a:moveTo>
                    <a:pt x="657006" y="361545"/>
                  </a:moveTo>
                  <a:lnTo>
                    <a:pt x="569138" y="426047"/>
                  </a:lnTo>
                  <a:lnTo>
                    <a:pt x="638640" y="407242"/>
                  </a:lnTo>
                  <a:close/>
                  <a:moveTo>
                    <a:pt x="657006" y="361545"/>
                  </a:moveTo>
                  <a:lnTo>
                    <a:pt x="670508" y="311193"/>
                  </a:lnTo>
                  <a:lnTo>
                    <a:pt x="602656" y="336165"/>
                  </a:lnTo>
                  <a:close/>
                  <a:moveTo>
                    <a:pt x="657006" y="361545"/>
                  </a:moveTo>
                  <a:lnTo>
                    <a:pt x="638640" y="407242"/>
                  </a:lnTo>
                  <a:lnTo>
                    <a:pt x="673146" y="381971"/>
                  </a:lnTo>
                  <a:close/>
                  <a:moveTo>
                    <a:pt x="670508" y="311193"/>
                  </a:moveTo>
                  <a:lnTo>
                    <a:pt x="707680" y="280846"/>
                  </a:lnTo>
                  <a:lnTo>
                    <a:pt x="703086" y="261320"/>
                  </a:lnTo>
                  <a:close/>
                  <a:moveTo>
                    <a:pt x="657006" y="361545"/>
                  </a:moveTo>
                  <a:lnTo>
                    <a:pt x="695513" y="341227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07756" y="235254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17481" y="222883"/>
                  </a:lnTo>
                  <a:lnTo>
                    <a:pt x="707756" y="235254"/>
                  </a:lnTo>
                  <a:close/>
                  <a:moveTo>
                    <a:pt x="1793930" y="1444457"/>
                  </a:moveTo>
                  <a:lnTo>
                    <a:pt x="1793698" y="1508834"/>
                  </a:lnTo>
                  <a:lnTo>
                    <a:pt x="1804319" y="1456110"/>
                  </a:lnTo>
                  <a:close/>
                  <a:moveTo>
                    <a:pt x="1756236" y="1171028"/>
                  </a:moveTo>
                  <a:lnTo>
                    <a:pt x="1750175" y="1130905"/>
                  </a:lnTo>
                  <a:lnTo>
                    <a:pt x="1733727" y="1132591"/>
                  </a:lnTo>
                  <a:close/>
                  <a:moveTo>
                    <a:pt x="1119866" y="327707"/>
                  </a:moveTo>
                  <a:lnTo>
                    <a:pt x="1139379" y="348877"/>
                  </a:lnTo>
                  <a:lnTo>
                    <a:pt x="1138423" y="300411"/>
                  </a:lnTo>
                  <a:close/>
                  <a:moveTo>
                    <a:pt x="1138423" y="300411"/>
                  </a:moveTo>
                  <a:lnTo>
                    <a:pt x="1165902" y="339695"/>
                  </a:lnTo>
                  <a:lnTo>
                    <a:pt x="1199312" y="249406"/>
                  </a:lnTo>
                  <a:close/>
                  <a:moveTo>
                    <a:pt x="1254865" y="239048"/>
                  </a:moveTo>
                  <a:lnTo>
                    <a:pt x="1222120" y="228225"/>
                  </a:lnTo>
                  <a:lnTo>
                    <a:pt x="1199312" y="249406"/>
                  </a:lnTo>
                  <a:close/>
                  <a:moveTo>
                    <a:pt x="890600" y="92636"/>
                  </a:moveTo>
                  <a:lnTo>
                    <a:pt x="892810" y="63795"/>
                  </a:lnTo>
                  <a:lnTo>
                    <a:pt x="876600" y="94016"/>
                  </a:lnTo>
                  <a:close/>
                  <a:moveTo>
                    <a:pt x="810482" y="97178"/>
                  </a:moveTo>
                  <a:lnTo>
                    <a:pt x="831156" y="102232"/>
                  </a:lnTo>
                  <a:lnTo>
                    <a:pt x="876600" y="94016"/>
                  </a:lnTo>
                  <a:close/>
                  <a:moveTo>
                    <a:pt x="1415390" y="69565"/>
                  </a:moveTo>
                  <a:lnTo>
                    <a:pt x="1416520" y="69137"/>
                  </a:lnTo>
                  <a:lnTo>
                    <a:pt x="1415733" y="68765"/>
                  </a:lnTo>
                  <a:close/>
                  <a:moveTo>
                    <a:pt x="1455119" y="2899"/>
                  </a:moveTo>
                  <a:lnTo>
                    <a:pt x="1415733" y="68765"/>
                  </a:lnTo>
                  <a:lnTo>
                    <a:pt x="1528873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89" name="Candidate_density__2088">
              <a:extLst>
                <a:ext uri="{FF2B5EF4-FFF2-40B4-BE49-F238E27FC236}">
                  <a16:creationId xmlns:a16="http://schemas.microsoft.com/office/drawing/2014/main" id="{56562BED-A8CB-945C-B0E5-0EAF3EB97BDE}"/>
                </a:ext>
              </a:extLst>
            </p:cNvPr>
            <p:cNvSpPr>
              <a:spLocks noGrp="1"/>
            </p:cNvSpPr>
            <p:nvPr/>
          </p:nvSpPr>
          <p:spPr>
            <a:xfrm>
              <a:off x="4328954" y="1725669"/>
              <a:ext cx="2158122" cy="3169020"/>
            </a:xfrm>
            <a:custGeom>
              <a:avLst/>
              <a:gdLst/>
              <a:ahLst/>
              <a:cxnLst/>
              <a:rect l="0" t="0" r="0" b="0"/>
              <a:pathLst>
                <a:path w="2158122" h="3169020">
                  <a:moveTo>
                    <a:pt x="728204" y="3048368"/>
                  </a:moveTo>
                  <a:lnTo>
                    <a:pt x="754682" y="3169020"/>
                  </a:lnTo>
                  <a:lnTo>
                    <a:pt x="807116" y="3130584"/>
                  </a:lnTo>
                  <a:close/>
                  <a:moveTo>
                    <a:pt x="836880" y="3023071"/>
                  </a:moveTo>
                  <a:lnTo>
                    <a:pt x="879727" y="3119815"/>
                  </a:lnTo>
                  <a:lnTo>
                    <a:pt x="922634" y="3065035"/>
                  </a:lnTo>
                  <a:close/>
                  <a:moveTo>
                    <a:pt x="786882" y="2847538"/>
                  </a:moveTo>
                  <a:lnTo>
                    <a:pt x="768901" y="2801723"/>
                  </a:lnTo>
                  <a:lnTo>
                    <a:pt x="751387" y="2776303"/>
                  </a:lnTo>
                  <a:close/>
                  <a:moveTo>
                    <a:pt x="11456" y="1979572"/>
                  </a:moveTo>
                  <a:lnTo>
                    <a:pt x="46368" y="2061787"/>
                  </a:lnTo>
                  <a:lnTo>
                    <a:pt x="107316" y="1967299"/>
                  </a:lnTo>
                  <a:close/>
                  <a:moveTo>
                    <a:pt x="0" y="1962100"/>
                  </a:moveTo>
                  <a:lnTo>
                    <a:pt x="11456" y="1979572"/>
                  </a:lnTo>
                  <a:lnTo>
                    <a:pt x="107316" y="1967299"/>
                  </a:lnTo>
                  <a:close/>
                  <a:moveTo>
                    <a:pt x="908235" y="2909564"/>
                  </a:moveTo>
                  <a:lnTo>
                    <a:pt x="921985" y="2998478"/>
                  </a:lnTo>
                  <a:lnTo>
                    <a:pt x="964418" y="2924480"/>
                  </a:lnTo>
                  <a:close/>
                  <a:moveTo>
                    <a:pt x="908235" y="2909564"/>
                  </a:moveTo>
                  <a:lnTo>
                    <a:pt x="955459" y="2831671"/>
                  </a:lnTo>
                  <a:lnTo>
                    <a:pt x="895642" y="2819710"/>
                  </a:lnTo>
                  <a:close/>
                  <a:moveTo>
                    <a:pt x="200938" y="1919925"/>
                  </a:moveTo>
                  <a:lnTo>
                    <a:pt x="107316" y="1967299"/>
                  </a:lnTo>
                  <a:lnTo>
                    <a:pt x="189869" y="1997290"/>
                  </a:lnTo>
                  <a:close/>
                  <a:moveTo>
                    <a:pt x="53806" y="1656054"/>
                  </a:moveTo>
                  <a:lnTo>
                    <a:pt x="99498" y="1741617"/>
                  </a:lnTo>
                  <a:lnTo>
                    <a:pt x="101081" y="1728783"/>
                  </a:lnTo>
                  <a:close/>
                  <a:moveTo>
                    <a:pt x="1061550" y="2686413"/>
                  </a:moveTo>
                  <a:lnTo>
                    <a:pt x="1059069" y="2802625"/>
                  </a:lnTo>
                  <a:lnTo>
                    <a:pt x="1105087" y="2759475"/>
                  </a:lnTo>
                  <a:close/>
                  <a:moveTo>
                    <a:pt x="320418" y="1776331"/>
                  </a:moveTo>
                  <a:lnTo>
                    <a:pt x="283017" y="1713604"/>
                  </a:lnTo>
                  <a:lnTo>
                    <a:pt x="324006" y="1782048"/>
                  </a:lnTo>
                  <a:close/>
                  <a:moveTo>
                    <a:pt x="264910" y="1699832"/>
                  </a:moveTo>
                  <a:lnTo>
                    <a:pt x="283017" y="1713604"/>
                  </a:lnTo>
                  <a:lnTo>
                    <a:pt x="320418" y="1776331"/>
                  </a:lnTo>
                  <a:close/>
                  <a:moveTo>
                    <a:pt x="1137363" y="2647977"/>
                  </a:moveTo>
                  <a:lnTo>
                    <a:pt x="1163440" y="2683679"/>
                  </a:lnTo>
                  <a:lnTo>
                    <a:pt x="1175539" y="2730192"/>
                  </a:lnTo>
                  <a:close/>
                  <a:moveTo>
                    <a:pt x="1152739" y="2686413"/>
                  </a:moveTo>
                  <a:lnTo>
                    <a:pt x="1128823" y="2651230"/>
                  </a:lnTo>
                  <a:lnTo>
                    <a:pt x="1105087" y="2759475"/>
                  </a:lnTo>
                  <a:close/>
                  <a:moveTo>
                    <a:pt x="375990" y="1946478"/>
                  </a:moveTo>
                  <a:lnTo>
                    <a:pt x="416599" y="1825826"/>
                  </a:lnTo>
                  <a:lnTo>
                    <a:pt x="364484" y="1864262"/>
                  </a:lnTo>
                  <a:close/>
                  <a:moveTo>
                    <a:pt x="368917" y="1742458"/>
                  </a:moveTo>
                  <a:lnTo>
                    <a:pt x="285225" y="1708206"/>
                  </a:lnTo>
                  <a:lnTo>
                    <a:pt x="320418" y="1776331"/>
                  </a:lnTo>
                  <a:close/>
                  <a:moveTo>
                    <a:pt x="384570" y="1591544"/>
                  </a:moveTo>
                  <a:lnTo>
                    <a:pt x="374276" y="1579181"/>
                  </a:lnTo>
                  <a:lnTo>
                    <a:pt x="383921" y="1661396"/>
                  </a:lnTo>
                  <a:close/>
                  <a:moveTo>
                    <a:pt x="1322955" y="2691756"/>
                  </a:moveTo>
                  <a:lnTo>
                    <a:pt x="1298544" y="2710258"/>
                  </a:lnTo>
                  <a:lnTo>
                    <a:pt x="1229425" y="2630035"/>
                  </a:lnTo>
                  <a:close/>
                  <a:moveTo>
                    <a:pt x="1338474" y="2609541"/>
                  </a:moveTo>
                  <a:lnTo>
                    <a:pt x="1367858" y="2638676"/>
                  </a:lnTo>
                  <a:lnTo>
                    <a:pt x="1361699" y="2691756"/>
                  </a:lnTo>
                  <a:close/>
                  <a:moveTo>
                    <a:pt x="374276" y="1579181"/>
                  </a:moveTo>
                  <a:lnTo>
                    <a:pt x="307669" y="1513461"/>
                  </a:lnTo>
                  <a:lnTo>
                    <a:pt x="377072" y="1540744"/>
                  </a:lnTo>
                  <a:close/>
                  <a:moveTo>
                    <a:pt x="883081" y="1841141"/>
                  </a:moveTo>
                  <a:lnTo>
                    <a:pt x="956959" y="1913384"/>
                  </a:lnTo>
                  <a:lnTo>
                    <a:pt x="868955" y="1840484"/>
                  </a:lnTo>
                  <a:close/>
                  <a:moveTo>
                    <a:pt x="868955" y="1840484"/>
                  </a:moveTo>
                  <a:lnTo>
                    <a:pt x="956959" y="1913384"/>
                  </a:lnTo>
                  <a:lnTo>
                    <a:pt x="968980" y="1919850"/>
                  </a:lnTo>
                  <a:close/>
                  <a:moveTo>
                    <a:pt x="1728257" y="2627546"/>
                  </a:moveTo>
                  <a:lnTo>
                    <a:pt x="1665667" y="2617838"/>
                  </a:lnTo>
                  <a:lnTo>
                    <a:pt x="1763201" y="2687297"/>
                  </a:lnTo>
                  <a:close/>
                  <a:moveTo>
                    <a:pt x="1605212" y="2466802"/>
                  </a:moveTo>
                  <a:lnTo>
                    <a:pt x="1580790" y="2450453"/>
                  </a:lnTo>
                  <a:lnTo>
                    <a:pt x="1593856" y="2532668"/>
                  </a:lnTo>
                  <a:close/>
                  <a:moveTo>
                    <a:pt x="806972" y="1835236"/>
                  </a:moveTo>
                  <a:lnTo>
                    <a:pt x="927158" y="1893258"/>
                  </a:lnTo>
                  <a:lnTo>
                    <a:pt x="883081" y="1841141"/>
                  </a:lnTo>
                  <a:close/>
                  <a:moveTo>
                    <a:pt x="736978" y="1584523"/>
                  </a:moveTo>
                  <a:lnTo>
                    <a:pt x="676310" y="1625371"/>
                  </a:lnTo>
                  <a:lnTo>
                    <a:pt x="710357" y="1547961"/>
                  </a:lnTo>
                  <a:close/>
                  <a:moveTo>
                    <a:pt x="1570125" y="2434735"/>
                  </a:moveTo>
                  <a:lnTo>
                    <a:pt x="1593856" y="2532668"/>
                  </a:lnTo>
                  <a:lnTo>
                    <a:pt x="1580790" y="2450453"/>
                  </a:lnTo>
                  <a:close/>
                  <a:moveTo>
                    <a:pt x="1737334" y="2419982"/>
                  </a:moveTo>
                  <a:lnTo>
                    <a:pt x="1751433" y="2428095"/>
                  </a:lnTo>
                  <a:lnTo>
                    <a:pt x="1719072" y="2412016"/>
                  </a:lnTo>
                  <a:close/>
                  <a:moveTo>
                    <a:pt x="1751433" y="2428095"/>
                  </a:moveTo>
                  <a:lnTo>
                    <a:pt x="1737334" y="2419982"/>
                  </a:lnTo>
                  <a:lnTo>
                    <a:pt x="1815906" y="2494232"/>
                  </a:lnTo>
                  <a:close/>
                  <a:moveTo>
                    <a:pt x="1579991" y="2344417"/>
                  </a:moveTo>
                  <a:lnTo>
                    <a:pt x="1555987" y="2329801"/>
                  </a:lnTo>
                  <a:lnTo>
                    <a:pt x="1570125" y="2434735"/>
                  </a:lnTo>
                  <a:close/>
                  <a:moveTo>
                    <a:pt x="1579991" y="2344417"/>
                  </a:moveTo>
                  <a:lnTo>
                    <a:pt x="1570125" y="2434735"/>
                  </a:lnTo>
                  <a:lnTo>
                    <a:pt x="1669032" y="2398671"/>
                  </a:lnTo>
                  <a:close/>
                  <a:moveTo>
                    <a:pt x="1416027" y="2286022"/>
                  </a:moveTo>
                  <a:lnTo>
                    <a:pt x="1470365" y="2355154"/>
                  </a:lnTo>
                  <a:lnTo>
                    <a:pt x="1444379" y="2331249"/>
                  </a:lnTo>
                  <a:close/>
                  <a:moveTo>
                    <a:pt x="1464573" y="2286022"/>
                  </a:moveTo>
                  <a:lnTo>
                    <a:pt x="1444379" y="2331249"/>
                  </a:lnTo>
                  <a:lnTo>
                    <a:pt x="1555987" y="2329801"/>
                  </a:lnTo>
                  <a:close/>
                  <a:moveTo>
                    <a:pt x="889597" y="1523426"/>
                  </a:moveTo>
                  <a:lnTo>
                    <a:pt x="851275" y="1507019"/>
                  </a:lnTo>
                  <a:lnTo>
                    <a:pt x="800931" y="1434826"/>
                  </a:lnTo>
                  <a:close/>
                  <a:moveTo>
                    <a:pt x="702213" y="1354398"/>
                  </a:moveTo>
                  <a:lnTo>
                    <a:pt x="800931" y="1434826"/>
                  </a:lnTo>
                  <a:lnTo>
                    <a:pt x="736895" y="1381657"/>
                  </a:lnTo>
                  <a:close/>
                  <a:moveTo>
                    <a:pt x="736895" y="1381657"/>
                  </a:moveTo>
                  <a:lnTo>
                    <a:pt x="800931" y="1434826"/>
                  </a:lnTo>
                  <a:lnTo>
                    <a:pt x="745215" y="1389134"/>
                  </a:lnTo>
                  <a:close/>
                  <a:moveTo>
                    <a:pt x="524735" y="1037723"/>
                  </a:moveTo>
                  <a:lnTo>
                    <a:pt x="562904" y="1049618"/>
                  </a:lnTo>
                  <a:lnTo>
                    <a:pt x="585971" y="1135012"/>
                  </a:lnTo>
                  <a:close/>
                  <a:moveTo>
                    <a:pt x="506524" y="952436"/>
                  </a:moveTo>
                  <a:lnTo>
                    <a:pt x="513514" y="864961"/>
                  </a:lnTo>
                  <a:lnTo>
                    <a:pt x="444107" y="884114"/>
                  </a:lnTo>
                  <a:close/>
                  <a:moveTo>
                    <a:pt x="355350" y="830924"/>
                  </a:moveTo>
                  <a:lnTo>
                    <a:pt x="293036" y="804630"/>
                  </a:lnTo>
                  <a:lnTo>
                    <a:pt x="378005" y="849929"/>
                  </a:lnTo>
                  <a:close/>
                  <a:moveTo>
                    <a:pt x="300011" y="806151"/>
                  </a:moveTo>
                  <a:lnTo>
                    <a:pt x="310996" y="880294"/>
                  </a:lnTo>
                  <a:lnTo>
                    <a:pt x="378005" y="849929"/>
                  </a:lnTo>
                  <a:close/>
                  <a:moveTo>
                    <a:pt x="1719072" y="2412016"/>
                  </a:moveTo>
                  <a:lnTo>
                    <a:pt x="1751433" y="2428095"/>
                  </a:lnTo>
                  <a:lnTo>
                    <a:pt x="1762249" y="2399726"/>
                  </a:lnTo>
                  <a:close/>
                  <a:moveTo>
                    <a:pt x="1719072" y="2412016"/>
                  </a:moveTo>
                  <a:lnTo>
                    <a:pt x="1762249" y="2399726"/>
                  </a:lnTo>
                  <a:lnTo>
                    <a:pt x="1669032" y="2398671"/>
                  </a:lnTo>
                  <a:close/>
                  <a:moveTo>
                    <a:pt x="1669032" y="2398671"/>
                  </a:moveTo>
                  <a:lnTo>
                    <a:pt x="1762249" y="2399726"/>
                  </a:lnTo>
                  <a:lnTo>
                    <a:pt x="1789432" y="2354965"/>
                  </a:lnTo>
                  <a:close/>
                  <a:moveTo>
                    <a:pt x="1579991" y="2344417"/>
                  </a:moveTo>
                  <a:lnTo>
                    <a:pt x="1669032" y="2398671"/>
                  </a:lnTo>
                  <a:lnTo>
                    <a:pt x="1713916" y="2351284"/>
                  </a:lnTo>
                  <a:close/>
                  <a:moveTo>
                    <a:pt x="378005" y="849929"/>
                  </a:moveTo>
                  <a:lnTo>
                    <a:pt x="444107" y="884114"/>
                  </a:lnTo>
                  <a:lnTo>
                    <a:pt x="460235" y="829384"/>
                  </a:lnTo>
                  <a:close/>
                  <a:moveTo>
                    <a:pt x="378005" y="849929"/>
                  </a:moveTo>
                  <a:lnTo>
                    <a:pt x="460235" y="829384"/>
                  </a:lnTo>
                  <a:lnTo>
                    <a:pt x="355350" y="830924"/>
                  </a:lnTo>
                  <a:close/>
                  <a:moveTo>
                    <a:pt x="1505407" y="1962504"/>
                  </a:moveTo>
                  <a:lnTo>
                    <a:pt x="1491612" y="1998105"/>
                  </a:lnTo>
                  <a:lnTo>
                    <a:pt x="1543965" y="1994522"/>
                  </a:lnTo>
                  <a:close/>
                  <a:moveTo>
                    <a:pt x="1923182" y="2297722"/>
                  </a:moveTo>
                  <a:lnTo>
                    <a:pt x="1943372" y="2335144"/>
                  </a:lnTo>
                  <a:lnTo>
                    <a:pt x="1906525" y="2298897"/>
                  </a:lnTo>
                  <a:close/>
                  <a:moveTo>
                    <a:pt x="1906525" y="2298897"/>
                  </a:moveTo>
                  <a:lnTo>
                    <a:pt x="1875607" y="2368161"/>
                  </a:lnTo>
                  <a:lnTo>
                    <a:pt x="1923182" y="2297722"/>
                  </a:lnTo>
                  <a:close/>
                  <a:moveTo>
                    <a:pt x="1614388" y="2098475"/>
                  </a:moveTo>
                  <a:lnTo>
                    <a:pt x="1654858" y="2130474"/>
                  </a:lnTo>
                  <a:lnTo>
                    <a:pt x="1641903" y="2126935"/>
                  </a:lnTo>
                  <a:close/>
                  <a:moveTo>
                    <a:pt x="1804272" y="2209149"/>
                  </a:moveTo>
                  <a:lnTo>
                    <a:pt x="1744731" y="2126935"/>
                  </a:lnTo>
                  <a:lnTo>
                    <a:pt x="1790574" y="2144036"/>
                  </a:lnTo>
                  <a:close/>
                  <a:moveTo>
                    <a:pt x="1790574" y="2144036"/>
                  </a:moveTo>
                  <a:lnTo>
                    <a:pt x="1822779" y="2088498"/>
                  </a:lnTo>
                  <a:lnTo>
                    <a:pt x="1839319" y="2097385"/>
                  </a:lnTo>
                  <a:close/>
                  <a:moveTo>
                    <a:pt x="1730262" y="2025362"/>
                  </a:moveTo>
                  <a:lnTo>
                    <a:pt x="1760667" y="2032218"/>
                  </a:lnTo>
                  <a:lnTo>
                    <a:pt x="1670710" y="2013186"/>
                  </a:lnTo>
                  <a:close/>
                  <a:moveTo>
                    <a:pt x="1839319" y="2097385"/>
                  </a:moveTo>
                  <a:lnTo>
                    <a:pt x="1822779" y="2088498"/>
                  </a:lnTo>
                  <a:lnTo>
                    <a:pt x="1760667" y="2032218"/>
                  </a:lnTo>
                  <a:close/>
                  <a:moveTo>
                    <a:pt x="1730262" y="2025362"/>
                  </a:moveTo>
                  <a:lnTo>
                    <a:pt x="1670710" y="2013186"/>
                  </a:lnTo>
                  <a:lnTo>
                    <a:pt x="1728538" y="1924068"/>
                  </a:lnTo>
                  <a:close/>
                  <a:moveTo>
                    <a:pt x="438035" y="431008"/>
                  </a:moveTo>
                  <a:lnTo>
                    <a:pt x="352716" y="390675"/>
                  </a:lnTo>
                  <a:lnTo>
                    <a:pt x="382959" y="440289"/>
                  </a:lnTo>
                  <a:close/>
                  <a:moveTo>
                    <a:pt x="1673799" y="1810489"/>
                  </a:moveTo>
                  <a:lnTo>
                    <a:pt x="1728538" y="1924068"/>
                  </a:lnTo>
                  <a:lnTo>
                    <a:pt x="1706151" y="1841853"/>
                  </a:lnTo>
                  <a:close/>
                  <a:moveTo>
                    <a:pt x="1375092" y="1671373"/>
                  </a:moveTo>
                  <a:lnTo>
                    <a:pt x="1382752" y="1677422"/>
                  </a:lnTo>
                  <a:lnTo>
                    <a:pt x="1441031" y="1578264"/>
                  </a:lnTo>
                  <a:close/>
                  <a:moveTo>
                    <a:pt x="1518705" y="1575709"/>
                  </a:moveTo>
                  <a:lnTo>
                    <a:pt x="1432530" y="1641342"/>
                  </a:lnTo>
                  <a:lnTo>
                    <a:pt x="1509204" y="1649355"/>
                  </a:lnTo>
                  <a:close/>
                  <a:moveTo>
                    <a:pt x="1518705" y="1575709"/>
                  </a:moveTo>
                  <a:lnTo>
                    <a:pt x="1441031" y="1578264"/>
                  </a:lnTo>
                  <a:lnTo>
                    <a:pt x="1432530" y="1641342"/>
                  </a:lnTo>
                  <a:close/>
                  <a:moveTo>
                    <a:pt x="2060632" y="2038645"/>
                  </a:moveTo>
                  <a:lnTo>
                    <a:pt x="2016222" y="2014158"/>
                  </a:lnTo>
                  <a:lnTo>
                    <a:pt x="2106565" y="2059095"/>
                  </a:lnTo>
                  <a:close/>
                  <a:moveTo>
                    <a:pt x="1617839" y="1455614"/>
                  </a:moveTo>
                  <a:lnTo>
                    <a:pt x="1542330" y="1456410"/>
                  </a:lnTo>
                  <a:lnTo>
                    <a:pt x="1532457" y="1521089"/>
                  </a:lnTo>
                  <a:close/>
                  <a:moveTo>
                    <a:pt x="1617839" y="1455614"/>
                  </a:moveTo>
                  <a:lnTo>
                    <a:pt x="1632024" y="1399497"/>
                  </a:lnTo>
                  <a:lnTo>
                    <a:pt x="1551648" y="1377640"/>
                  </a:lnTo>
                  <a:close/>
                  <a:moveTo>
                    <a:pt x="2122052" y="2088805"/>
                  </a:moveTo>
                  <a:lnTo>
                    <a:pt x="2158122" y="2176055"/>
                  </a:lnTo>
                  <a:lnTo>
                    <a:pt x="2131655" y="2093840"/>
                  </a:lnTo>
                  <a:close/>
                  <a:moveTo>
                    <a:pt x="2122052" y="2088805"/>
                  </a:moveTo>
                  <a:lnTo>
                    <a:pt x="2147686" y="2168056"/>
                  </a:lnTo>
                  <a:lnTo>
                    <a:pt x="2158122" y="2176055"/>
                  </a:lnTo>
                  <a:close/>
                  <a:moveTo>
                    <a:pt x="2122052" y="2088805"/>
                  </a:moveTo>
                  <a:lnTo>
                    <a:pt x="2131655" y="2093840"/>
                  </a:lnTo>
                  <a:lnTo>
                    <a:pt x="2106565" y="2059095"/>
                  </a:lnTo>
                  <a:close/>
                  <a:moveTo>
                    <a:pt x="1823290" y="1557292"/>
                  </a:moveTo>
                  <a:lnTo>
                    <a:pt x="1879308" y="1551533"/>
                  </a:lnTo>
                  <a:lnTo>
                    <a:pt x="1888388" y="1562113"/>
                  </a:lnTo>
                  <a:close/>
                  <a:moveTo>
                    <a:pt x="1886162" y="1558842"/>
                  </a:moveTo>
                  <a:lnTo>
                    <a:pt x="1888388" y="1562113"/>
                  </a:lnTo>
                  <a:lnTo>
                    <a:pt x="1879308" y="1551533"/>
                  </a:lnTo>
                  <a:close/>
                  <a:moveTo>
                    <a:pt x="1608132" y="1063137"/>
                  </a:moveTo>
                  <a:lnTo>
                    <a:pt x="1592279" y="1115527"/>
                  </a:lnTo>
                  <a:lnTo>
                    <a:pt x="1662624" y="1118929"/>
                  </a:lnTo>
                  <a:close/>
                  <a:moveTo>
                    <a:pt x="1604614" y="1030386"/>
                  </a:moveTo>
                  <a:lnTo>
                    <a:pt x="1608132" y="1063137"/>
                  </a:lnTo>
                  <a:lnTo>
                    <a:pt x="1533478" y="963147"/>
                  </a:lnTo>
                  <a:close/>
                  <a:moveTo>
                    <a:pt x="1777038" y="1186596"/>
                  </a:moveTo>
                  <a:lnTo>
                    <a:pt x="1856319" y="1250378"/>
                  </a:lnTo>
                  <a:lnTo>
                    <a:pt x="1812542" y="1194816"/>
                  </a:lnTo>
                  <a:close/>
                  <a:moveTo>
                    <a:pt x="1866828" y="1274283"/>
                  </a:moveTo>
                  <a:lnTo>
                    <a:pt x="1856319" y="1250378"/>
                  </a:lnTo>
                  <a:lnTo>
                    <a:pt x="1777038" y="1186596"/>
                  </a:lnTo>
                  <a:close/>
                  <a:moveTo>
                    <a:pt x="1818232" y="1253198"/>
                  </a:moveTo>
                  <a:lnTo>
                    <a:pt x="1866828" y="1274283"/>
                  </a:lnTo>
                  <a:lnTo>
                    <a:pt x="1777038" y="1186596"/>
                  </a:lnTo>
                  <a:close/>
                  <a:moveTo>
                    <a:pt x="1588406" y="1018583"/>
                  </a:moveTo>
                  <a:lnTo>
                    <a:pt x="1591731" y="1097100"/>
                  </a:lnTo>
                  <a:lnTo>
                    <a:pt x="1604614" y="1030386"/>
                  </a:lnTo>
                  <a:close/>
                  <a:moveTo>
                    <a:pt x="1375912" y="619310"/>
                  </a:moveTo>
                  <a:lnTo>
                    <a:pt x="1334627" y="603255"/>
                  </a:lnTo>
                  <a:lnTo>
                    <a:pt x="1391611" y="627542"/>
                  </a:lnTo>
                  <a:close/>
                  <a:moveTo>
                    <a:pt x="1273822" y="592097"/>
                  </a:moveTo>
                  <a:lnTo>
                    <a:pt x="1334627" y="603255"/>
                  </a:lnTo>
                  <a:lnTo>
                    <a:pt x="1244398" y="515926"/>
                  </a:lnTo>
                  <a:close/>
                  <a:moveTo>
                    <a:pt x="1334627" y="603255"/>
                  </a:moveTo>
                  <a:lnTo>
                    <a:pt x="1375912" y="619310"/>
                  </a:lnTo>
                  <a:lnTo>
                    <a:pt x="1297867" y="555704"/>
                  </a:lnTo>
                  <a:close/>
                  <a:moveTo>
                    <a:pt x="1208717" y="144565"/>
                  </a:moveTo>
                  <a:lnTo>
                    <a:pt x="1158641" y="98619"/>
                  </a:lnTo>
                  <a:lnTo>
                    <a:pt x="1200313" y="131362"/>
                  </a:lnTo>
                  <a:close/>
                  <a:moveTo>
                    <a:pt x="1396801" y="54489"/>
                  </a:moveTo>
                  <a:lnTo>
                    <a:pt x="1337951" y="0"/>
                  </a:lnTo>
                  <a:lnTo>
                    <a:pt x="1336839" y="1071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90" name="Candidate_density__2089">
              <a:extLst>
                <a:ext uri="{FF2B5EF4-FFF2-40B4-BE49-F238E27FC236}">
                  <a16:creationId xmlns:a16="http://schemas.microsoft.com/office/drawing/2014/main" id="{953F21B8-BC9F-3590-E359-A7E3F97B75EA}"/>
                </a:ext>
              </a:extLst>
            </p:cNvPr>
            <p:cNvSpPr>
              <a:spLocks noGrp="1"/>
            </p:cNvSpPr>
            <p:nvPr/>
          </p:nvSpPr>
          <p:spPr>
            <a:xfrm>
              <a:off x="4413189" y="1857217"/>
              <a:ext cx="2182698" cy="2988267"/>
            </a:xfrm>
            <a:custGeom>
              <a:avLst/>
              <a:gdLst/>
              <a:ahLst/>
              <a:cxnLst/>
              <a:rect l="0" t="0" r="0" b="0"/>
              <a:pathLst>
                <a:path w="2182698" h="2988267">
                  <a:moveTo>
                    <a:pt x="817554" y="2916820"/>
                  </a:moveTo>
                  <a:lnTo>
                    <a:pt x="838399" y="2933487"/>
                  </a:lnTo>
                  <a:lnTo>
                    <a:pt x="795492" y="2988267"/>
                  </a:lnTo>
                  <a:close/>
                  <a:moveTo>
                    <a:pt x="379482" y="2332300"/>
                  </a:moveTo>
                  <a:lnTo>
                    <a:pt x="446266" y="2303339"/>
                  </a:lnTo>
                  <a:lnTo>
                    <a:pt x="498649" y="2283988"/>
                  </a:lnTo>
                  <a:close/>
                  <a:moveTo>
                    <a:pt x="446646" y="2302878"/>
                  </a:moveTo>
                  <a:lnTo>
                    <a:pt x="498649" y="2283988"/>
                  </a:lnTo>
                  <a:lnTo>
                    <a:pt x="446266" y="2303339"/>
                  </a:lnTo>
                  <a:close/>
                  <a:moveTo>
                    <a:pt x="446646" y="2302878"/>
                  </a:moveTo>
                  <a:lnTo>
                    <a:pt x="522774" y="2264442"/>
                  </a:lnTo>
                  <a:lnTo>
                    <a:pt x="498649" y="2283988"/>
                  </a:lnTo>
                  <a:close/>
                  <a:moveTo>
                    <a:pt x="522774" y="2264442"/>
                  </a:moveTo>
                  <a:lnTo>
                    <a:pt x="446646" y="2302878"/>
                  </a:lnTo>
                  <a:lnTo>
                    <a:pt x="560441" y="2236360"/>
                  </a:lnTo>
                  <a:close/>
                  <a:moveTo>
                    <a:pt x="23081" y="1835751"/>
                  </a:moveTo>
                  <a:lnTo>
                    <a:pt x="40297" y="1789903"/>
                  </a:lnTo>
                  <a:lnTo>
                    <a:pt x="0" y="1891803"/>
                  </a:lnTo>
                  <a:close/>
                  <a:moveTo>
                    <a:pt x="555719" y="2143790"/>
                  </a:moveTo>
                  <a:lnTo>
                    <a:pt x="587325" y="2121673"/>
                  </a:lnTo>
                  <a:lnTo>
                    <a:pt x="630516" y="2067955"/>
                  </a:lnTo>
                  <a:close/>
                  <a:moveTo>
                    <a:pt x="1175314" y="2674181"/>
                  </a:moveTo>
                  <a:lnTo>
                    <a:pt x="1165570" y="2675142"/>
                  </a:lnTo>
                  <a:lnTo>
                    <a:pt x="1215097" y="2598644"/>
                  </a:lnTo>
                  <a:close/>
                  <a:moveTo>
                    <a:pt x="805997" y="1951531"/>
                  </a:moveTo>
                  <a:lnTo>
                    <a:pt x="737666" y="1974709"/>
                  </a:lnTo>
                  <a:lnTo>
                    <a:pt x="750431" y="1958981"/>
                  </a:lnTo>
                  <a:close/>
                  <a:moveTo>
                    <a:pt x="853650" y="1902487"/>
                  </a:moveTo>
                  <a:lnTo>
                    <a:pt x="850267" y="1901848"/>
                  </a:lnTo>
                  <a:lnTo>
                    <a:pt x="805997" y="1951531"/>
                  </a:lnTo>
                  <a:close/>
                  <a:moveTo>
                    <a:pt x="853650" y="1902487"/>
                  </a:moveTo>
                  <a:lnTo>
                    <a:pt x="868935" y="1864051"/>
                  </a:lnTo>
                  <a:lnTo>
                    <a:pt x="850267" y="1901848"/>
                  </a:lnTo>
                  <a:close/>
                  <a:moveTo>
                    <a:pt x="822007" y="1617405"/>
                  </a:moveTo>
                  <a:lnTo>
                    <a:pt x="813566" y="1549426"/>
                  </a:lnTo>
                  <a:lnTo>
                    <a:pt x="807273" y="1590509"/>
                  </a:lnTo>
                  <a:close/>
                  <a:moveTo>
                    <a:pt x="840020" y="1496754"/>
                  </a:moveTo>
                  <a:lnTo>
                    <a:pt x="813566" y="1549426"/>
                  </a:lnTo>
                  <a:lnTo>
                    <a:pt x="822007" y="1617405"/>
                  </a:lnTo>
                  <a:close/>
                  <a:moveTo>
                    <a:pt x="1774576" y="2419361"/>
                  </a:moveTo>
                  <a:lnTo>
                    <a:pt x="1799472" y="2362684"/>
                  </a:lnTo>
                  <a:lnTo>
                    <a:pt x="1806985" y="2424104"/>
                  </a:lnTo>
                  <a:close/>
                  <a:moveTo>
                    <a:pt x="733648" y="889128"/>
                  </a:moveTo>
                  <a:lnTo>
                    <a:pt x="704517" y="989961"/>
                  </a:lnTo>
                  <a:lnTo>
                    <a:pt x="735524" y="926590"/>
                  </a:lnTo>
                  <a:close/>
                  <a:moveTo>
                    <a:pt x="733988" y="884947"/>
                  </a:moveTo>
                  <a:lnTo>
                    <a:pt x="735524" y="926590"/>
                  </a:lnTo>
                  <a:lnTo>
                    <a:pt x="751411" y="886634"/>
                  </a:lnTo>
                  <a:close/>
                  <a:moveTo>
                    <a:pt x="733988" y="884947"/>
                  </a:moveTo>
                  <a:lnTo>
                    <a:pt x="751411" y="886634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43160" y="799261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62905" y="767502"/>
                  </a:lnTo>
                  <a:lnTo>
                    <a:pt x="843160" y="799261"/>
                  </a:lnTo>
                  <a:close/>
                  <a:moveTo>
                    <a:pt x="2182698" y="2248479"/>
                  </a:moveTo>
                  <a:lnTo>
                    <a:pt x="2070090" y="2321312"/>
                  </a:lnTo>
                  <a:lnTo>
                    <a:pt x="2132453" y="2275822"/>
                  </a:lnTo>
                  <a:close/>
                  <a:moveTo>
                    <a:pt x="2134860" y="2247374"/>
                  </a:moveTo>
                  <a:lnTo>
                    <a:pt x="2182698" y="2248479"/>
                  </a:lnTo>
                  <a:lnTo>
                    <a:pt x="2132453" y="2275822"/>
                  </a:lnTo>
                  <a:close/>
                  <a:moveTo>
                    <a:pt x="856286" y="685287"/>
                  </a:moveTo>
                  <a:lnTo>
                    <a:pt x="859135" y="747608"/>
                  </a:lnTo>
                  <a:lnTo>
                    <a:pt x="862905" y="767502"/>
                  </a:lnTo>
                  <a:close/>
                  <a:moveTo>
                    <a:pt x="948611" y="699668"/>
                  </a:moveTo>
                  <a:lnTo>
                    <a:pt x="859135" y="747608"/>
                  </a:lnTo>
                  <a:lnTo>
                    <a:pt x="856286" y="685287"/>
                  </a:lnTo>
                  <a:close/>
                  <a:moveTo>
                    <a:pt x="1815449" y="1551216"/>
                  </a:moveTo>
                  <a:lnTo>
                    <a:pt x="1844616" y="1512780"/>
                  </a:lnTo>
                  <a:lnTo>
                    <a:pt x="1833995" y="1565505"/>
                  </a:lnTo>
                  <a:close/>
                  <a:moveTo>
                    <a:pt x="757778" y="279553"/>
                  </a:moveTo>
                  <a:lnTo>
                    <a:pt x="743382" y="317990"/>
                  </a:lnTo>
                  <a:lnTo>
                    <a:pt x="801128" y="211709"/>
                  </a:lnTo>
                  <a:close/>
                  <a:moveTo>
                    <a:pt x="743382" y="317990"/>
                  </a:moveTo>
                  <a:lnTo>
                    <a:pt x="757880" y="265215"/>
                  </a:lnTo>
                  <a:lnTo>
                    <a:pt x="801128" y="211709"/>
                  </a:lnTo>
                  <a:close/>
                  <a:moveTo>
                    <a:pt x="801128" y="211709"/>
                  </a:moveTo>
                  <a:lnTo>
                    <a:pt x="838010" y="224822"/>
                  </a:lnTo>
                  <a:lnTo>
                    <a:pt x="821327" y="197339"/>
                  </a:lnTo>
                  <a:close/>
                  <a:moveTo>
                    <a:pt x="1286326" y="695948"/>
                  </a:moveTo>
                  <a:lnTo>
                    <a:pt x="1304039" y="698721"/>
                  </a:lnTo>
                  <a:lnTo>
                    <a:pt x="1351865" y="662333"/>
                  </a:lnTo>
                  <a:close/>
                  <a:moveTo>
                    <a:pt x="1315330" y="690629"/>
                  </a:moveTo>
                  <a:lnTo>
                    <a:pt x="1360575" y="652193"/>
                  </a:lnTo>
                  <a:lnTo>
                    <a:pt x="1351865" y="662333"/>
                  </a:lnTo>
                  <a:close/>
                  <a:moveTo>
                    <a:pt x="821327" y="197339"/>
                  </a:moveTo>
                  <a:lnTo>
                    <a:pt x="846512" y="166191"/>
                  </a:lnTo>
                  <a:lnTo>
                    <a:pt x="801128" y="211709"/>
                  </a:lnTo>
                  <a:close/>
                  <a:moveTo>
                    <a:pt x="821327" y="197339"/>
                  </a:moveTo>
                  <a:lnTo>
                    <a:pt x="871452" y="158902"/>
                  </a:lnTo>
                  <a:lnTo>
                    <a:pt x="846512" y="166191"/>
                  </a:lnTo>
                  <a:close/>
                  <a:moveTo>
                    <a:pt x="871452" y="158902"/>
                  </a:moveTo>
                  <a:lnTo>
                    <a:pt x="821327" y="197339"/>
                  </a:lnTo>
                  <a:lnTo>
                    <a:pt x="916896" y="150687"/>
                  </a:lnTo>
                  <a:close/>
                  <a:moveTo>
                    <a:pt x="821327" y="197339"/>
                  </a:moveTo>
                  <a:lnTo>
                    <a:pt x="863389" y="165835"/>
                  </a:lnTo>
                  <a:lnTo>
                    <a:pt x="916896" y="150687"/>
                  </a:lnTo>
                  <a:close/>
                  <a:moveTo>
                    <a:pt x="916896" y="150687"/>
                  </a:moveTo>
                  <a:lnTo>
                    <a:pt x="863389" y="165835"/>
                  </a:lnTo>
                  <a:lnTo>
                    <a:pt x="989571" y="143747"/>
                  </a:lnTo>
                  <a:close/>
                  <a:moveTo>
                    <a:pt x="916896" y="150687"/>
                  </a:moveTo>
                  <a:lnTo>
                    <a:pt x="989571" y="143747"/>
                  </a:lnTo>
                  <a:lnTo>
                    <a:pt x="930896" y="149307"/>
                  </a:lnTo>
                  <a:close/>
                  <a:moveTo>
                    <a:pt x="1178720" y="357082"/>
                  </a:moveTo>
                  <a:lnTo>
                    <a:pt x="1239608" y="306076"/>
                  </a:lnTo>
                  <a:lnTo>
                    <a:pt x="1289967" y="279158"/>
                  </a:lnTo>
                  <a:close/>
                  <a:moveTo>
                    <a:pt x="1262416" y="284896"/>
                  </a:moveTo>
                  <a:lnTo>
                    <a:pt x="1289967" y="279158"/>
                  </a:lnTo>
                  <a:lnTo>
                    <a:pt x="1239608" y="306076"/>
                  </a:lnTo>
                  <a:close/>
                  <a:moveTo>
                    <a:pt x="1262416" y="284896"/>
                  </a:moveTo>
                  <a:lnTo>
                    <a:pt x="1309159" y="246460"/>
                  </a:lnTo>
                  <a:lnTo>
                    <a:pt x="1289967" y="279158"/>
                  </a:lnTo>
                  <a:close/>
                  <a:moveTo>
                    <a:pt x="1309159" y="246460"/>
                  </a:moveTo>
                  <a:lnTo>
                    <a:pt x="1262416" y="284896"/>
                  </a:lnTo>
                  <a:lnTo>
                    <a:pt x="1341823" y="194381"/>
                  </a:lnTo>
                  <a:close/>
                  <a:moveTo>
                    <a:pt x="1309159" y="246460"/>
                  </a:moveTo>
                  <a:lnTo>
                    <a:pt x="1341823" y="194381"/>
                  </a:lnTo>
                  <a:lnTo>
                    <a:pt x="1392475" y="168559"/>
                  </a:lnTo>
                  <a:close/>
                  <a:moveTo>
                    <a:pt x="1392475" y="168559"/>
                  </a:moveTo>
                  <a:lnTo>
                    <a:pt x="1341823" y="194381"/>
                  </a:lnTo>
                  <a:lnTo>
                    <a:pt x="1455686" y="126235"/>
                  </a:lnTo>
                  <a:close/>
                  <a:moveTo>
                    <a:pt x="1455686" y="126235"/>
                  </a:moveTo>
                  <a:lnTo>
                    <a:pt x="1456030" y="125435"/>
                  </a:lnTo>
                  <a:lnTo>
                    <a:pt x="1445335" y="150990"/>
                  </a:lnTo>
                  <a:close/>
                  <a:moveTo>
                    <a:pt x="1486034" y="43593"/>
                  </a:moveTo>
                  <a:lnTo>
                    <a:pt x="1456030" y="125435"/>
                  </a:lnTo>
                  <a:lnTo>
                    <a:pt x="1456817" y="125808"/>
                  </a:lnTo>
                  <a:close/>
                  <a:moveTo>
                    <a:pt x="1569169" y="56671"/>
                  </a:moveTo>
                  <a:lnTo>
                    <a:pt x="1456030" y="125435"/>
                  </a:lnTo>
                  <a:lnTo>
                    <a:pt x="1486034" y="43593"/>
                  </a:lnTo>
                  <a:close/>
                  <a:moveTo>
                    <a:pt x="1464034" y="87371"/>
                  </a:moveTo>
                  <a:lnTo>
                    <a:pt x="1456030" y="125435"/>
                  </a:lnTo>
                  <a:lnTo>
                    <a:pt x="1495415" y="59570"/>
                  </a:lnTo>
                  <a:close/>
                  <a:moveTo>
                    <a:pt x="1569169" y="56671"/>
                  </a:moveTo>
                  <a:lnTo>
                    <a:pt x="1560993" y="601"/>
                  </a:lnTo>
                  <a:lnTo>
                    <a:pt x="1537041" y="0"/>
                  </a:lnTo>
                  <a:close/>
                  <a:moveTo>
                    <a:pt x="1495415" y="59570"/>
                  </a:moveTo>
                  <a:lnTo>
                    <a:pt x="1569169" y="56671"/>
                  </a:lnTo>
                  <a:lnTo>
                    <a:pt x="15370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91" name="Candidate_density__2090">
              <a:extLst>
                <a:ext uri="{FF2B5EF4-FFF2-40B4-BE49-F238E27FC236}">
                  <a16:creationId xmlns:a16="http://schemas.microsoft.com/office/drawing/2014/main" id="{CDBE5177-F576-3D7A-CE6E-247D3E247BC1}"/>
                </a:ext>
              </a:extLst>
            </p:cNvPr>
            <p:cNvSpPr>
              <a:spLocks noGrp="1"/>
            </p:cNvSpPr>
            <p:nvPr/>
          </p:nvSpPr>
          <p:spPr>
            <a:xfrm>
              <a:off x="4506300" y="1725669"/>
              <a:ext cx="2057252" cy="3131529"/>
            </a:xfrm>
            <a:custGeom>
              <a:avLst/>
              <a:gdLst/>
              <a:ahLst/>
              <a:cxnLst/>
              <a:rect l="0" t="0" r="0" b="0"/>
              <a:pathLst>
                <a:path w="2057252" h="3131529">
                  <a:moveTo>
                    <a:pt x="629770" y="3130584"/>
                  </a:moveTo>
                  <a:lnTo>
                    <a:pt x="630984" y="3131529"/>
                  </a:lnTo>
                  <a:lnTo>
                    <a:pt x="631651" y="3129836"/>
                  </a:lnTo>
                  <a:close/>
                  <a:moveTo>
                    <a:pt x="631651" y="3129836"/>
                  </a:moveTo>
                  <a:lnTo>
                    <a:pt x="630984" y="3131529"/>
                  </a:lnTo>
                  <a:lnTo>
                    <a:pt x="640383" y="3130584"/>
                  </a:lnTo>
                  <a:close/>
                  <a:moveTo>
                    <a:pt x="60441" y="2434426"/>
                  </a:moveTo>
                  <a:lnTo>
                    <a:pt x="0" y="2378975"/>
                  </a:lnTo>
                  <a:lnTo>
                    <a:pt x="45665" y="2390648"/>
                  </a:lnTo>
                  <a:close/>
                  <a:moveTo>
                    <a:pt x="60441" y="2434426"/>
                  </a:moveTo>
                  <a:lnTo>
                    <a:pt x="45665" y="2390648"/>
                  </a:lnTo>
                  <a:lnTo>
                    <a:pt x="14459" y="2472863"/>
                  </a:lnTo>
                  <a:close/>
                  <a:moveTo>
                    <a:pt x="335493" y="2388094"/>
                  </a:moveTo>
                  <a:lnTo>
                    <a:pt x="255968" y="2413631"/>
                  </a:lnTo>
                  <a:lnTo>
                    <a:pt x="329043" y="2408191"/>
                  </a:lnTo>
                  <a:close/>
                  <a:moveTo>
                    <a:pt x="335493" y="2388094"/>
                  </a:moveTo>
                  <a:lnTo>
                    <a:pt x="264067" y="2385569"/>
                  </a:lnTo>
                  <a:lnTo>
                    <a:pt x="255968" y="2413631"/>
                  </a:lnTo>
                  <a:close/>
                  <a:moveTo>
                    <a:pt x="358834" y="2304371"/>
                  </a:moveTo>
                  <a:lnTo>
                    <a:pt x="309236" y="2275338"/>
                  </a:lnTo>
                  <a:lnTo>
                    <a:pt x="335493" y="2388094"/>
                  </a:lnTo>
                  <a:close/>
                  <a:moveTo>
                    <a:pt x="210444" y="2128887"/>
                  </a:moveTo>
                  <a:lnTo>
                    <a:pt x="249512" y="2174293"/>
                  </a:lnTo>
                  <a:lnTo>
                    <a:pt x="177661" y="2149344"/>
                  </a:lnTo>
                  <a:close/>
                  <a:moveTo>
                    <a:pt x="249444" y="2197273"/>
                  </a:moveTo>
                  <a:lnTo>
                    <a:pt x="192246" y="2175384"/>
                  </a:lnTo>
                  <a:lnTo>
                    <a:pt x="177661" y="2149344"/>
                  </a:lnTo>
                  <a:close/>
                  <a:moveTo>
                    <a:pt x="235250" y="2193123"/>
                  </a:moveTo>
                  <a:lnTo>
                    <a:pt x="249444" y="2197273"/>
                  </a:lnTo>
                  <a:lnTo>
                    <a:pt x="177661" y="2149344"/>
                  </a:lnTo>
                  <a:close/>
                  <a:moveTo>
                    <a:pt x="260824" y="2193123"/>
                  </a:moveTo>
                  <a:lnTo>
                    <a:pt x="210444" y="2128887"/>
                  </a:lnTo>
                  <a:lnTo>
                    <a:pt x="208332" y="2149344"/>
                  </a:lnTo>
                  <a:close/>
                  <a:moveTo>
                    <a:pt x="208332" y="2149344"/>
                  </a:moveTo>
                  <a:lnTo>
                    <a:pt x="192246" y="2175384"/>
                  </a:lnTo>
                  <a:lnTo>
                    <a:pt x="260824" y="2193123"/>
                  </a:lnTo>
                  <a:close/>
                  <a:moveTo>
                    <a:pt x="244586" y="1940671"/>
                  </a:moveTo>
                  <a:lnTo>
                    <a:pt x="211770" y="1927625"/>
                  </a:lnTo>
                  <a:lnTo>
                    <a:pt x="321197" y="1990256"/>
                  </a:lnTo>
                  <a:close/>
                  <a:moveTo>
                    <a:pt x="321197" y="1990256"/>
                  </a:moveTo>
                  <a:lnTo>
                    <a:pt x="211770" y="1927625"/>
                  </a:lnTo>
                  <a:lnTo>
                    <a:pt x="198644" y="1946478"/>
                  </a:lnTo>
                  <a:close/>
                  <a:moveTo>
                    <a:pt x="1082203" y="2805729"/>
                  </a:moveTo>
                  <a:lnTo>
                    <a:pt x="1167387" y="2856186"/>
                  </a:lnTo>
                  <a:lnTo>
                    <a:pt x="1138162" y="2837138"/>
                  </a:lnTo>
                  <a:close/>
                  <a:moveTo>
                    <a:pt x="372511" y="1709901"/>
                  </a:moveTo>
                  <a:lnTo>
                    <a:pt x="325977" y="1705174"/>
                  </a:lnTo>
                  <a:lnTo>
                    <a:pt x="323925" y="1696853"/>
                  </a:lnTo>
                  <a:close/>
                  <a:moveTo>
                    <a:pt x="1422491" y="2810949"/>
                  </a:moveTo>
                  <a:lnTo>
                    <a:pt x="1401924" y="2779313"/>
                  </a:lnTo>
                  <a:lnTo>
                    <a:pt x="1405780" y="2786546"/>
                  </a:lnTo>
                  <a:close/>
                  <a:moveTo>
                    <a:pt x="432926" y="1568736"/>
                  </a:moveTo>
                  <a:lnTo>
                    <a:pt x="498964" y="1625371"/>
                  </a:lnTo>
                  <a:lnTo>
                    <a:pt x="504883" y="1628302"/>
                  </a:lnTo>
                  <a:close/>
                  <a:moveTo>
                    <a:pt x="504883" y="1628302"/>
                  </a:moveTo>
                  <a:lnTo>
                    <a:pt x="474395" y="1596969"/>
                  </a:lnTo>
                  <a:lnTo>
                    <a:pt x="432926" y="1568736"/>
                  </a:lnTo>
                  <a:close/>
                  <a:moveTo>
                    <a:pt x="1224844" y="2349988"/>
                  </a:moveTo>
                  <a:lnTo>
                    <a:pt x="1293019" y="2355154"/>
                  </a:lnTo>
                  <a:lnTo>
                    <a:pt x="1238681" y="2286022"/>
                  </a:lnTo>
                  <a:close/>
                  <a:moveTo>
                    <a:pt x="1231354" y="2261305"/>
                  </a:moveTo>
                  <a:lnTo>
                    <a:pt x="1224844" y="2349988"/>
                  </a:lnTo>
                  <a:lnTo>
                    <a:pt x="1238681" y="2286022"/>
                  </a:lnTo>
                  <a:close/>
                  <a:moveTo>
                    <a:pt x="1313496" y="2289761"/>
                  </a:moveTo>
                  <a:lnTo>
                    <a:pt x="1231354" y="2261305"/>
                  </a:lnTo>
                  <a:lnTo>
                    <a:pt x="1238681" y="2286022"/>
                  </a:lnTo>
                  <a:close/>
                  <a:moveTo>
                    <a:pt x="1087128" y="2101080"/>
                  </a:moveTo>
                  <a:lnTo>
                    <a:pt x="1151764" y="2178934"/>
                  </a:lnTo>
                  <a:lnTo>
                    <a:pt x="1152634" y="2165371"/>
                  </a:lnTo>
                  <a:close/>
                  <a:moveTo>
                    <a:pt x="1152634" y="2165371"/>
                  </a:moveTo>
                  <a:lnTo>
                    <a:pt x="1127553" y="2151868"/>
                  </a:lnTo>
                  <a:lnTo>
                    <a:pt x="1087128" y="2101080"/>
                  </a:lnTo>
                  <a:close/>
                  <a:moveTo>
                    <a:pt x="681452" y="1598599"/>
                  </a:moveTo>
                  <a:lnTo>
                    <a:pt x="736675" y="1603663"/>
                  </a:lnTo>
                  <a:lnTo>
                    <a:pt x="685436" y="1589865"/>
                  </a:lnTo>
                  <a:close/>
                  <a:moveTo>
                    <a:pt x="681452" y="1598599"/>
                  </a:moveTo>
                  <a:lnTo>
                    <a:pt x="671794" y="1589865"/>
                  </a:lnTo>
                  <a:lnTo>
                    <a:pt x="683434" y="1686446"/>
                  </a:lnTo>
                  <a:close/>
                  <a:moveTo>
                    <a:pt x="538261" y="1543693"/>
                  </a:moveTo>
                  <a:lnTo>
                    <a:pt x="487554" y="1524325"/>
                  </a:lnTo>
                  <a:lnTo>
                    <a:pt x="595834" y="1596980"/>
                  </a:lnTo>
                  <a:close/>
                  <a:moveTo>
                    <a:pt x="571151" y="1464861"/>
                  </a:moveTo>
                  <a:lnTo>
                    <a:pt x="499858" y="1425435"/>
                  </a:lnTo>
                  <a:lnTo>
                    <a:pt x="538261" y="1543693"/>
                  </a:lnTo>
                  <a:close/>
                  <a:moveTo>
                    <a:pt x="538261" y="1543693"/>
                  </a:moveTo>
                  <a:lnTo>
                    <a:pt x="499858" y="1425435"/>
                  </a:lnTo>
                  <a:lnTo>
                    <a:pt x="483485" y="1427540"/>
                  </a:lnTo>
                  <a:close/>
                  <a:moveTo>
                    <a:pt x="623585" y="1434826"/>
                  </a:moveTo>
                  <a:lnTo>
                    <a:pt x="571151" y="1464861"/>
                  </a:lnTo>
                  <a:lnTo>
                    <a:pt x="538261" y="1543693"/>
                  </a:lnTo>
                  <a:close/>
                  <a:moveTo>
                    <a:pt x="623585" y="1434826"/>
                  </a:moveTo>
                  <a:lnTo>
                    <a:pt x="538261" y="1543693"/>
                  </a:lnTo>
                  <a:lnTo>
                    <a:pt x="656914" y="1507822"/>
                  </a:lnTo>
                  <a:close/>
                  <a:moveTo>
                    <a:pt x="1088527" y="2083155"/>
                  </a:moveTo>
                  <a:lnTo>
                    <a:pt x="1024895" y="2000941"/>
                  </a:lnTo>
                  <a:lnTo>
                    <a:pt x="1050710" y="2030595"/>
                  </a:lnTo>
                  <a:close/>
                  <a:moveTo>
                    <a:pt x="1386532" y="2291365"/>
                  </a:moveTo>
                  <a:lnTo>
                    <a:pt x="1402645" y="2344417"/>
                  </a:lnTo>
                  <a:lnTo>
                    <a:pt x="1455520" y="2326904"/>
                  </a:lnTo>
                  <a:close/>
                  <a:moveTo>
                    <a:pt x="1386532" y="2291365"/>
                  </a:moveTo>
                  <a:lnTo>
                    <a:pt x="1378642" y="2329801"/>
                  </a:lnTo>
                  <a:lnTo>
                    <a:pt x="1402645" y="2344417"/>
                  </a:lnTo>
                  <a:close/>
                  <a:moveTo>
                    <a:pt x="1378642" y="2329801"/>
                  </a:moveTo>
                  <a:lnTo>
                    <a:pt x="1386532" y="2291365"/>
                  </a:lnTo>
                  <a:lnTo>
                    <a:pt x="1313496" y="2289761"/>
                  </a:lnTo>
                  <a:close/>
                  <a:moveTo>
                    <a:pt x="1386532" y="2291365"/>
                  </a:moveTo>
                  <a:lnTo>
                    <a:pt x="1369183" y="2282765"/>
                  </a:lnTo>
                  <a:lnTo>
                    <a:pt x="1313496" y="2289761"/>
                  </a:lnTo>
                  <a:close/>
                  <a:moveTo>
                    <a:pt x="1455520" y="2326904"/>
                  </a:moveTo>
                  <a:lnTo>
                    <a:pt x="1402645" y="2344417"/>
                  </a:lnTo>
                  <a:lnTo>
                    <a:pt x="1536570" y="2351284"/>
                  </a:lnTo>
                  <a:close/>
                  <a:moveTo>
                    <a:pt x="1231354" y="2261305"/>
                  </a:moveTo>
                  <a:lnTo>
                    <a:pt x="1313496" y="2289761"/>
                  </a:lnTo>
                  <a:lnTo>
                    <a:pt x="1369183" y="2282765"/>
                  </a:lnTo>
                  <a:close/>
                  <a:moveTo>
                    <a:pt x="1172095" y="2103199"/>
                  </a:moveTo>
                  <a:lnTo>
                    <a:pt x="1152634" y="2165371"/>
                  </a:lnTo>
                  <a:lnTo>
                    <a:pt x="1209687" y="2062033"/>
                  </a:lnTo>
                  <a:close/>
                  <a:moveTo>
                    <a:pt x="1209687" y="2062033"/>
                  </a:moveTo>
                  <a:lnTo>
                    <a:pt x="1152634" y="2165371"/>
                  </a:lnTo>
                  <a:lnTo>
                    <a:pt x="1233375" y="2142868"/>
                  </a:lnTo>
                  <a:close/>
                  <a:moveTo>
                    <a:pt x="1143755" y="2044719"/>
                  </a:moveTo>
                  <a:lnTo>
                    <a:pt x="1088527" y="2083155"/>
                  </a:lnTo>
                  <a:lnTo>
                    <a:pt x="1127553" y="2151868"/>
                  </a:lnTo>
                  <a:close/>
                  <a:moveTo>
                    <a:pt x="857156" y="1483010"/>
                  </a:moveTo>
                  <a:lnTo>
                    <a:pt x="854134" y="1568762"/>
                  </a:lnTo>
                  <a:lnTo>
                    <a:pt x="854945" y="1551429"/>
                  </a:lnTo>
                  <a:close/>
                  <a:moveTo>
                    <a:pt x="284131" y="1068059"/>
                  </a:moveTo>
                  <a:lnTo>
                    <a:pt x="311489" y="1051344"/>
                  </a:lnTo>
                  <a:lnTo>
                    <a:pt x="227853" y="1017298"/>
                  </a:lnTo>
                  <a:close/>
                  <a:moveTo>
                    <a:pt x="967725" y="1715859"/>
                  </a:moveTo>
                  <a:lnTo>
                    <a:pt x="966914" y="1737851"/>
                  </a:lnTo>
                  <a:lnTo>
                    <a:pt x="1001958" y="1745746"/>
                  </a:lnTo>
                  <a:close/>
                  <a:moveTo>
                    <a:pt x="985001" y="1682345"/>
                  </a:moveTo>
                  <a:lnTo>
                    <a:pt x="966914" y="1737851"/>
                  </a:lnTo>
                  <a:lnTo>
                    <a:pt x="967725" y="1715859"/>
                  </a:lnTo>
                  <a:close/>
                  <a:moveTo>
                    <a:pt x="1686521" y="2538010"/>
                  </a:moveTo>
                  <a:lnTo>
                    <a:pt x="1742363" y="2563393"/>
                  </a:lnTo>
                  <a:lnTo>
                    <a:pt x="1723997" y="2558182"/>
                  </a:lnTo>
                  <a:close/>
                  <a:moveTo>
                    <a:pt x="1640135" y="2254731"/>
                  </a:moveTo>
                  <a:lnTo>
                    <a:pt x="1536570" y="2351284"/>
                  </a:lnTo>
                  <a:lnTo>
                    <a:pt x="1612086" y="2354965"/>
                  </a:lnTo>
                  <a:close/>
                  <a:moveTo>
                    <a:pt x="1346538" y="2011368"/>
                  </a:moveTo>
                  <a:lnTo>
                    <a:pt x="1355294" y="2015636"/>
                  </a:lnTo>
                  <a:lnTo>
                    <a:pt x="1337790" y="2006283"/>
                  </a:lnTo>
                  <a:close/>
                  <a:moveTo>
                    <a:pt x="1225463" y="1759638"/>
                  </a:moveTo>
                  <a:lnTo>
                    <a:pt x="1232492" y="1835157"/>
                  </a:lnTo>
                  <a:lnTo>
                    <a:pt x="1204824" y="1880289"/>
                  </a:lnTo>
                  <a:close/>
                  <a:moveTo>
                    <a:pt x="1001958" y="1745746"/>
                  </a:moveTo>
                  <a:lnTo>
                    <a:pt x="1121629" y="1699315"/>
                  </a:lnTo>
                  <a:lnTo>
                    <a:pt x="1056688" y="1735173"/>
                  </a:lnTo>
                  <a:close/>
                  <a:moveTo>
                    <a:pt x="1001958" y="1745746"/>
                  </a:moveTo>
                  <a:lnTo>
                    <a:pt x="945352" y="1694788"/>
                  </a:lnTo>
                  <a:lnTo>
                    <a:pt x="967725" y="1715859"/>
                  </a:lnTo>
                  <a:close/>
                  <a:moveTo>
                    <a:pt x="578980" y="1110221"/>
                  </a:moveTo>
                  <a:lnTo>
                    <a:pt x="611406" y="1121509"/>
                  </a:lnTo>
                  <a:lnTo>
                    <a:pt x="571968" y="1037512"/>
                  </a:lnTo>
                  <a:close/>
                  <a:moveTo>
                    <a:pt x="626054" y="1019702"/>
                  </a:moveTo>
                  <a:lnTo>
                    <a:pt x="640538" y="1020676"/>
                  </a:lnTo>
                  <a:lnTo>
                    <a:pt x="640878" y="1016495"/>
                  </a:lnTo>
                  <a:close/>
                  <a:moveTo>
                    <a:pt x="243501" y="700722"/>
                  </a:moveTo>
                  <a:lnTo>
                    <a:pt x="321790" y="697666"/>
                  </a:lnTo>
                  <a:lnTo>
                    <a:pt x="248545" y="664263"/>
                  </a:lnTo>
                  <a:close/>
                  <a:moveTo>
                    <a:pt x="321790" y="697666"/>
                  </a:moveTo>
                  <a:lnTo>
                    <a:pt x="329518" y="688347"/>
                  </a:lnTo>
                  <a:lnTo>
                    <a:pt x="248545" y="664263"/>
                  </a:lnTo>
                  <a:close/>
                  <a:moveTo>
                    <a:pt x="1909823" y="2480435"/>
                  </a:moveTo>
                  <a:lnTo>
                    <a:pt x="1878505" y="2461137"/>
                  </a:lnTo>
                  <a:lnTo>
                    <a:pt x="1800233" y="2564556"/>
                  </a:lnTo>
                  <a:close/>
                  <a:moveTo>
                    <a:pt x="1355294" y="2015636"/>
                  </a:moveTo>
                  <a:lnTo>
                    <a:pt x="1447053" y="2080050"/>
                  </a:lnTo>
                  <a:lnTo>
                    <a:pt x="1490010" y="2025454"/>
                  </a:lnTo>
                  <a:close/>
                  <a:moveTo>
                    <a:pt x="1414084" y="1816862"/>
                  </a:moveTo>
                  <a:lnTo>
                    <a:pt x="1511661" y="1885631"/>
                  </a:lnTo>
                  <a:lnTo>
                    <a:pt x="1518877" y="1892351"/>
                  </a:lnTo>
                  <a:close/>
                  <a:moveTo>
                    <a:pt x="1223364" y="1750638"/>
                  </a:moveTo>
                  <a:lnTo>
                    <a:pt x="1121629" y="1699315"/>
                  </a:lnTo>
                  <a:lnTo>
                    <a:pt x="1193769" y="1759638"/>
                  </a:lnTo>
                  <a:close/>
                  <a:moveTo>
                    <a:pt x="1124758" y="1670118"/>
                  </a:moveTo>
                  <a:lnTo>
                    <a:pt x="1121629" y="1699315"/>
                  </a:lnTo>
                  <a:lnTo>
                    <a:pt x="1223364" y="1750638"/>
                  </a:lnTo>
                  <a:close/>
                  <a:moveTo>
                    <a:pt x="1197746" y="1671373"/>
                  </a:moveTo>
                  <a:lnTo>
                    <a:pt x="1124758" y="1670118"/>
                  </a:lnTo>
                  <a:lnTo>
                    <a:pt x="1223364" y="1750638"/>
                  </a:lnTo>
                  <a:close/>
                  <a:moveTo>
                    <a:pt x="1223364" y="1750638"/>
                  </a:moveTo>
                  <a:lnTo>
                    <a:pt x="1232492" y="1835157"/>
                  </a:lnTo>
                  <a:lnTo>
                    <a:pt x="1225463" y="1759638"/>
                  </a:lnTo>
                  <a:close/>
                  <a:moveTo>
                    <a:pt x="1197746" y="1671373"/>
                  </a:moveTo>
                  <a:lnTo>
                    <a:pt x="1225463" y="1759638"/>
                  </a:lnTo>
                  <a:lnTo>
                    <a:pt x="1205406" y="1677422"/>
                  </a:lnTo>
                  <a:close/>
                  <a:moveTo>
                    <a:pt x="1197746" y="1671373"/>
                  </a:moveTo>
                  <a:lnTo>
                    <a:pt x="1223364" y="1750638"/>
                  </a:lnTo>
                  <a:lnTo>
                    <a:pt x="1225463" y="1759638"/>
                  </a:lnTo>
                  <a:close/>
                  <a:moveTo>
                    <a:pt x="1124758" y="1670118"/>
                  </a:moveTo>
                  <a:lnTo>
                    <a:pt x="1197746" y="1671373"/>
                  </a:lnTo>
                  <a:lnTo>
                    <a:pt x="1211232" y="1560317"/>
                  </a:lnTo>
                  <a:close/>
                  <a:moveTo>
                    <a:pt x="1211232" y="1560317"/>
                  </a:moveTo>
                  <a:lnTo>
                    <a:pt x="1197746" y="1671373"/>
                  </a:lnTo>
                  <a:lnTo>
                    <a:pt x="1263685" y="1578264"/>
                  </a:lnTo>
                  <a:close/>
                  <a:moveTo>
                    <a:pt x="1038439" y="1579610"/>
                  </a:moveTo>
                  <a:lnTo>
                    <a:pt x="1085633" y="1501742"/>
                  </a:lnTo>
                  <a:lnTo>
                    <a:pt x="1021867" y="1492991"/>
                  </a:lnTo>
                  <a:close/>
                  <a:moveTo>
                    <a:pt x="571211" y="1016445"/>
                  </a:moveTo>
                  <a:lnTo>
                    <a:pt x="640878" y="1016495"/>
                  </a:lnTo>
                  <a:lnTo>
                    <a:pt x="594521" y="906632"/>
                  </a:lnTo>
                  <a:close/>
                  <a:moveTo>
                    <a:pt x="535727" y="845108"/>
                  </a:moveTo>
                  <a:lnTo>
                    <a:pt x="541090" y="937487"/>
                  </a:lnTo>
                  <a:lnTo>
                    <a:pt x="502259" y="911816"/>
                  </a:lnTo>
                  <a:close/>
                  <a:moveTo>
                    <a:pt x="1909823" y="2480435"/>
                  </a:moveTo>
                  <a:lnTo>
                    <a:pt x="1926971" y="2461137"/>
                  </a:lnTo>
                  <a:lnTo>
                    <a:pt x="1916863" y="2451216"/>
                  </a:lnTo>
                  <a:close/>
                  <a:moveTo>
                    <a:pt x="1976979" y="2452860"/>
                  </a:moveTo>
                  <a:lnTo>
                    <a:pt x="1916863" y="2451216"/>
                  </a:lnTo>
                  <a:lnTo>
                    <a:pt x="1926971" y="2461137"/>
                  </a:lnTo>
                  <a:close/>
                  <a:moveTo>
                    <a:pt x="2007449" y="2422700"/>
                  </a:moveTo>
                  <a:lnTo>
                    <a:pt x="1930453" y="2340486"/>
                  </a:lnTo>
                  <a:lnTo>
                    <a:pt x="1976979" y="2452860"/>
                  </a:lnTo>
                  <a:close/>
                  <a:moveTo>
                    <a:pt x="1445269" y="1791510"/>
                  </a:moveTo>
                  <a:lnTo>
                    <a:pt x="1437988" y="1830950"/>
                  </a:lnTo>
                  <a:lnTo>
                    <a:pt x="1496060" y="1847195"/>
                  </a:lnTo>
                  <a:close/>
                  <a:moveTo>
                    <a:pt x="2008375" y="2237228"/>
                  </a:moveTo>
                  <a:lnTo>
                    <a:pt x="2057252" y="2258084"/>
                  </a:lnTo>
                  <a:lnTo>
                    <a:pt x="1970341" y="2168056"/>
                  </a:lnTo>
                  <a:close/>
                  <a:moveTo>
                    <a:pt x="1254552" y="1151038"/>
                  </a:moveTo>
                  <a:lnTo>
                    <a:pt x="1280563" y="1264267"/>
                  </a:lnTo>
                  <a:lnTo>
                    <a:pt x="1301745" y="1169817"/>
                  </a:lnTo>
                  <a:close/>
                  <a:moveTo>
                    <a:pt x="1414933" y="1115527"/>
                  </a:moveTo>
                  <a:lnTo>
                    <a:pt x="1363579" y="1233253"/>
                  </a:lnTo>
                  <a:lnTo>
                    <a:pt x="1419051" y="1212271"/>
                  </a:lnTo>
                  <a:close/>
                  <a:moveTo>
                    <a:pt x="1680912" y="1320810"/>
                  </a:moveTo>
                  <a:lnTo>
                    <a:pt x="1697360" y="1319124"/>
                  </a:lnTo>
                  <a:lnTo>
                    <a:pt x="1640886" y="1253198"/>
                  </a:lnTo>
                  <a:close/>
                  <a:moveTo>
                    <a:pt x="1640886" y="1253198"/>
                  </a:moveTo>
                  <a:lnTo>
                    <a:pt x="1680785" y="1320606"/>
                  </a:lnTo>
                  <a:lnTo>
                    <a:pt x="1680912" y="1320810"/>
                  </a:lnTo>
                  <a:close/>
                  <a:moveTo>
                    <a:pt x="1433349" y="1074165"/>
                  </a:moveTo>
                  <a:lnTo>
                    <a:pt x="1414386" y="1097100"/>
                  </a:lnTo>
                  <a:lnTo>
                    <a:pt x="1338828" y="1016714"/>
                  </a:lnTo>
                  <a:close/>
                  <a:moveTo>
                    <a:pt x="1020331" y="593409"/>
                  </a:moveTo>
                  <a:lnTo>
                    <a:pt x="1096476" y="592097"/>
                  </a:lnTo>
                  <a:lnTo>
                    <a:pt x="1067052" y="515926"/>
                  </a:lnTo>
                  <a:close/>
                  <a:moveTo>
                    <a:pt x="1020331" y="593409"/>
                  </a:moveTo>
                  <a:lnTo>
                    <a:pt x="1067052" y="515926"/>
                  </a:lnTo>
                  <a:lnTo>
                    <a:pt x="998583" y="510998"/>
                  </a:lnTo>
                  <a:close/>
                  <a:moveTo>
                    <a:pt x="925295" y="446557"/>
                  </a:moveTo>
                  <a:lnTo>
                    <a:pt x="998583" y="510998"/>
                  </a:lnTo>
                  <a:lnTo>
                    <a:pt x="1004833" y="465281"/>
                  </a:lnTo>
                  <a:close/>
                  <a:moveTo>
                    <a:pt x="998583" y="510998"/>
                  </a:moveTo>
                  <a:lnTo>
                    <a:pt x="1067052" y="515926"/>
                  </a:lnTo>
                  <a:lnTo>
                    <a:pt x="1004833" y="465281"/>
                  </a:lnTo>
                  <a:close/>
                  <a:moveTo>
                    <a:pt x="757668" y="285397"/>
                  </a:moveTo>
                  <a:lnTo>
                    <a:pt x="689097" y="280551"/>
                  </a:lnTo>
                  <a:lnTo>
                    <a:pt x="689624" y="337940"/>
                  </a:lnTo>
                  <a:close/>
                  <a:moveTo>
                    <a:pt x="823785" y="282235"/>
                  </a:moveTo>
                  <a:lnTo>
                    <a:pt x="839996" y="252014"/>
                  </a:lnTo>
                  <a:lnTo>
                    <a:pt x="782077" y="189749"/>
                  </a:lnTo>
                  <a:close/>
                  <a:moveTo>
                    <a:pt x="882064" y="284925"/>
                  </a:moveTo>
                  <a:lnTo>
                    <a:pt x="927753" y="334229"/>
                  </a:lnTo>
                  <a:lnTo>
                    <a:pt x="919445" y="314559"/>
                  </a:lnTo>
                  <a:close/>
                  <a:moveTo>
                    <a:pt x="839996" y="252014"/>
                  </a:moveTo>
                  <a:lnTo>
                    <a:pt x="882064" y="284925"/>
                  </a:lnTo>
                  <a:lnTo>
                    <a:pt x="891836" y="295792"/>
                  </a:lnTo>
                  <a:close/>
                  <a:moveTo>
                    <a:pt x="1125943" y="257356"/>
                  </a:moveTo>
                  <a:lnTo>
                    <a:pt x="1068779" y="213577"/>
                  </a:lnTo>
                  <a:lnTo>
                    <a:pt x="1066254" y="175141"/>
                  </a:lnTo>
                  <a:close/>
                  <a:moveTo>
                    <a:pt x="1022967" y="131362"/>
                  </a:moveTo>
                  <a:lnTo>
                    <a:pt x="1005687" y="104853"/>
                  </a:lnTo>
                  <a:lnTo>
                    <a:pt x="1066254" y="175141"/>
                  </a:lnTo>
                  <a:close/>
                  <a:moveTo>
                    <a:pt x="1068779" y="213577"/>
                  </a:moveTo>
                  <a:lnTo>
                    <a:pt x="1022967" y="131362"/>
                  </a:lnTo>
                  <a:lnTo>
                    <a:pt x="1066254" y="175141"/>
                  </a:lnTo>
                  <a:close/>
                  <a:moveTo>
                    <a:pt x="1214962" y="47995"/>
                  </a:moveTo>
                  <a:lnTo>
                    <a:pt x="1160605" y="0"/>
                  </a:lnTo>
                  <a:lnTo>
                    <a:pt x="1219455" y="54489"/>
                  </a:lnTo>
                  <a:close/>
                  <a:moveTo>
                    <a:pt x="1214962" y="47995"/>
                  </a:moveTo>
                  <a:lnTo>
                    <a:pt x="1220196" y="51647"/>
                  </a:lnTo>
                  <a:lnTo>
                    <a:pt x="1166289" y="34880"/>
                  </a:lnTo>
                  <a:close/>
                  <a:moveTo>
                    <a:pt x="1629020" y="261924"/>
                  </a:moveTo>
                  <a:lnTo>
                    <a:pt x="1626294" y="262698"/>
                  </a:lnTo>
                  <a:lnTo>
                    <a:pt x="1687045" y="314843"/>
                  </a:lnTo>
                  <a:close/>
                  <a:moveTo>
                    <a:pt x="1629020" y="261924"/>
                  </a:moveTo>
                  <a:lnTo>
                    <a:pt x="1681861" y="344913"/>
                  </a:lnTo>
                  <a:lnTo>
                    <a:pt x="1628895" y="26269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92" name="Candidate_density__2091">
              <a:extLst>
                <a:ext uri="{FF2B5EF4-FFF2-40B4-BE49-F238E27FC236}">
                  <a16:creationId xmlns:a16="http://schemas.microsoft.com/office/drawing/2014/main" id="{695C3306-A225-FD76-84A2-00595FD38581}"/>
                </a:ext>
              </a:extLst>
            </p:cNvPr>
            <p:cNvSpPr>
              <a:spLocks noGrp="1"/>
            </p:cNvSpPr>
            <p:nvPr/>
          </p:nvSpPr>
          <p:spPr>
            <a:xfrm>
              <a:off x="3962283" y="1496742"/>
              <a:ext cx="2580258" cy="3359511"/>
            </a:xfrm>
            <a:custGeom>
              <a:avLst/>
              <a:gdLst/>
              <a:ahLst/>
              <a:cxnLst/>
              <a:rect l="0" t="0" r="0" b="0"/>
              <a:pathLst>
                <a:path w="2580258" h="3359511">
                  <a:moveTo>
                    <a:pt x="1191235" y="3238860"/>
                  </a:moveTo>
                  <a:lnTo>
                    <a:pt x="1175667" y="3358763"/>
                  </a:lnTo>
                  <a:lnTo>
                    <a:pt x="1203551" y="3251998"/>
                  </a:lnTo>
                  <a:close/>
                  <a:moveTo>
                    <a:pt x="1094875" y="3277296"/>
                  </a:moveTo>
                  <a:lnTo>
                    <a:pt x="1173786" y="3359511"/>
                  </a:lnTo>
                  <a:lnTo>
                    <a:pt x="1191235" y="3238860"/>
                  </a:lnTo>
                  <a:close/>
                  <a:moveTo>
                    <a:pt x="1191235" y="3238860"/>
                  </a:moveTo>
                  <a:lnTo>
                    <a:pt x="1203551" y="3251998"/>
                  </a:lnTo>
                  <a:lnTo>
                    <a:pt x="1204081" y="3235572"/>
                  </a:lnTo>
                  <a:close/>
                  <a:moveTo>
                    <a:pt x="1288656" y="3227406"/>
                  </a:moveTo>
                  <a:lnTo>
                    <a:pt x="1204081" y="3235572"/>
                  </a:lnTo>
                  <a:lnTo>
                    <a:pt x="1203551" y="3251998"/>
                  </a:lnTo>
                  <a:close/>
                  <a:moveTo>
                    <a:pt x="1204081" y="3235572"/>
                  </a:moveTo>
                  <a:lnTo>
                    <a:pt x="1288656" y="3227406"/>
                  </a:lnTo>
                  <a:lnTo>
                    <a:pt x="1274906" y="3138492"/>
                  </a:lnTo>
                  <a:close/>
                  <a:moveTo>
                    <a:pt x="1204081" y="3235572"/>
                  </a:moveTo>
                  <a:lnTo>
                    <a:pt x="1274906" y="3138492"/>
                  </a:lnTo>
                  <a:lnTo>
                    <a:pt x="1179382" y="3155559"/>
                  </a:lnTo>
                  <a:close/>
                  <a:moveTo>
                    <a:pt x="772414" y="2324276"/>
                  </a:moveTo>
                  <a:lnTo>
                    <a:pt x="811885" y="2311130"/>
                  </a:lnTo>
                  <a:lnTo>
                    <a:pt x="785706" y="2257621"/>
                  </a:lnTo>
                  <a:close/>
                  <a:moveTo>
                    <a:pt x="785706" y="2257621"/>
                  </a:moveTo>
                  <a:lnTo>
                    <a:pt x="828323" y="2301399"/>
                  </a:lnTo>
                  <a:lnTo>
                    <a:pt x="865213" y="2219184"/>
                  </a:lnTo>
                  <a:close/>
                  <a:moveTo>
                    <a:pt x="511317" y="1808108"/>
                  </a:moveTo>
                  <a:lnTo>
                    <a:pt x="534625" y="1777336"/>
                  </a:lnTo>
                  <a:lnTo>
                    <a:pt x="453438" y="1764330"/>
                  </a:lnTo>
                  <a:close/>
                  <a:moveTo>
                    <a:pt x="0" y="1245834"/>
                  </a:moveTo>
                  <a:lnTo>
                    <a:pt x="58081" y="1232603"/>
                  </a:lnTo>
                  <a:lnTo>
                    <a:pt x="9986" y="1209085"/>
                  </a:lnTo>
                  <a:close/>
                  <a:moveTo>
                    <a:pt x="0" y="1245834"/>
                  </a:moveTo>
                  <a:lnTo>
                    <a:pt x="25214" y="1266020"/>
                  </a:lnTo>
                  <a:lnTo>
                    <a:pt x="58081" y="1232603"/>
                  </a:lnTo>
                  <a:close/>
                  <a:moveTo>
                    <a:pt x="854491" y="1922085"/>
                  </a:moveTo>
                  <a:lnTo>
                    <a:pt x="736313" y="1972539"/>
                  </a:lnTo>
                  <a:lnTo>
                    <a:pt x="834097" y="1934102"/>
                  </a:lnTo>
                  <a:close/>
                  <a:moveTo>
                    <a:pt x="1723064" y="2964462"/>
                  </a:moveTo>
                  <a:lnTo>
                    <a:pt x="1700474" y="2882247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700474" y="2882247"/>
                  </a:lnTo>
                  <a:lnTo>
                    <a:pt x="1740878" y="2901941"/>
                  </a:lnTo>
                  <a:close/>
                  <a:moveTo>
                    <a:pt x="1697998" y="2976302"/>
                  </a:moveTo>
                  <a:lnTo>
                    <a:pt x="1723064" y="2964462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689625" y="2920683"/>
                  </a:lnTo>
                  <a:lnTo>
                    <a:pt x="1686352" y="2885677"/>
                  </a:lnTo>
                  <a:close/>
                  <a:moveTo>
                    <a:pt x="1686352" y="2885677"/>
                  </a:moveTo>
                  <a:lnTo>
                    <a:pt x="1697998" y="2976302"/>
                  </a:lnTo>
                  <a:lnTo>
                    <a:pt x="1729618" y="2964781"/>
                  </a:lnTo>
                  <a:close/>
                  <a:moveTo>
                    <a:pt x="110430" y="875568"/>
                  </a:moveTo>
                  <a:lnTo>
                    <a:pt x="11633" y="947521"/>
                  </a:lnTo>
                  <a:lnTo>
                    <a:pt x="69371" y="909084"/>
                  </a:lnTo>
                  <a:close/>
                  <a:moveTo>
                    <a:pt x="110430" y="875568"/>
                  </a:moveTo>
                  <a:lnTo>
                    <a:pt x="60466" y="903963"/>
                  </a:lnTo>
                  <a:lnTo>
                    <a:pt x="11633" y="947521"/>
                  </a:lnTo>
                  <a:close/>
                  <a:moveTo>
                    <a:pt x="1949797" y="3015473"/>
                  </a:moveTo>
                  <a:lnTo>
                    <a:pt x="1945940" y="3008241"/>
                  </a:lnTo>
                  <a:lnTo>
                    <a:pt x="1919150" y="2964346"/>
                  </a:lnTo>
                  <a:close/>
                  <a:moveTo>
                    <a:pt x="1849129" y="2774434"/>
                  </a:moveTo>
                  <a:lnTo>
                    <a:pt x="1772901" y="2800032"/>
                  </a:lnTo>
                  <a:lnTo>
                    <a:pt x="1778616" y="2871260"/>
                  </a:lnTo>
                  <a:close/>
                  <a:moveTo>
                    <a:pt x="1854247" y="2870366"/>
                  </a:moveTo>
                  <a:lnTo>
                    <a:pt x="1849129" y="2774434"/>
                  </a:lnTo>
                  <a:lnTo>
                    <a:pt x="1778616" y="2871260"/>
                  </a:lnTo>
                  <a:close/>
                  <a:moveTo>
                    <a:pt x="1954082" y="2816292"/>
                  </a:moveTo>
                  <a:lnTo>
                    <a:pt x="1919686" y="2761595"/>
                  </a:lnTo>
                  <a:lnTo>
                    <a:pt x="1958090" y="2846535"/>
                  </a:lnTo>
                  <a:close/>
                  <a:moveTo>
                    <a:pt x="1958090" y="2846535"/>
                  </a:moveTo>
                  <a:lnTo>
                    <a:pt x="1919686" y="2761595"/>
                  </a:lnTo>
                  <a:lnTo>
                    <a:pt x="1849129" y="2774434"/>
                  </a:lnTo>
                  <a:close/>
                  <a:moveTo>
                    <a:pt x="1958090" y="2846535"/>
                  </a:moveTo>
                  <a:lnTo>
                    <a:pt x="1849129" y="2774434"/>
                  </a:lnTo>
                  <a:lnTo>
                    <a:pt x="1854247" y="2870366"/>
                  </a:lnTo>
                  <a:close/>
                  <a:moveTo>
                    <a:pt x="1958090" y="2846535"/>
                  </a:moveTo>
                  <a:lnTo>
                    <a:pt x="1854247" y="2870366"/>
                  </a:lnTo>
                  <a:lnTo>
                    <a:pt x="1968241" y="2869230"/>
                  </a:lnTo>
                  <a:close/>
                  <a:moveTo>
                    <a:pt x="1958090" y="2846535"/>
                  </a:moveTo>
                  <a:lnTo>
                    <a:pt x="1968241" y="2869230"/>
                  </a:lnTo>
                  <a:lnTo>
                    <a:pt x="2040321" y="2860069"/>
                  </a:lnTo>
                  <a:close/>
                  <a:moveTo>
                    <a:pt x="1730505" y="2710190"/>
                  </a:moveTo>
                  <a:lnTo>
                    <a:pt x="1727105" y="2740181"/>
                  </a:lnTo>
                  <a:lnTo>
                    <a:pt x="1798471" y="2679380"/>
                  </a:lnTo>
                  <a:close/>
                  <a:moveTo>
                    <a:pt x="1727105" y="2740181"/>
                  </a:moveTo>
                  <a:lnTo>
                    <a:pt x="1772901" y="2800032"/>
                  </a:lnTo>
                  <a:lnTo>
                    <a:pt x="1798471" y="2679380"/>
                  </a:lnTo>
                  <a:close/>
                  <a:moveTo>
                    <a:pt x="1798471" y="2679380"/>
                  </a:moveTo>
                  <a:lnTo>
                    <a:pt x="1772901" y="2800032"/>
                  </a:lnTo>
                  <a:lnTo>
                    <a:pt x="1859372" y="2740847"/>
                  </a:lnTo>
                  <a:close/>
                  <a:moveTo>
                    <a:pt x="1859372" y="2740847"/>
                  </a:moveTo>
                  <a:lnTo>
                    <a:pt x="1772901" y="2800032"/>
                  </a:lnTo>
                  <a:lnTo>
                    <a:pt x="1849129" y="2774434"/>
                  </a:lnTo>
                  <a:close/>
                  <a:moveTo>
                    <a:pt x="1849129" y="2774434"/>
                  </a:moveTo>
                  <a:lnTo>
                    <a:pt x="1919686" y="2761595"/>
                  </a:lnTo>
                  <a:lnTo>
                    <a:pt x="1859372" y="2740847"/>
                  </a:lnTo>
                  <a:close/>
                  <a:moveTo>
                    <a:pt x="1701391" y="2597165"/>
                  </a:moveTo>
                  <a:lnTo>
                    <a:pt x="1730505" y="2710190"/>
                  </a:lnTo>
                  <a:lnTo>
                    <a:pt x="1757456" y="2638455"/>
                  </a:lnTo>
                  <a:close/>
                  <a:moveTo>
                    <a:pt x="1712165" y="2717817"/>
                  </a:moveTo>
                  <a:lnTo>
                    <a:pt x="1730505" y="2710190"/>
                  </a:lnTo>
                  <a:lnTo>
                    <a:pt x="1701391" y="2597165"/>
                  </a:lnTo>
                  <a:close/>
                  <a:moveTo>
                    <a:pt x="1625980" y="2635602"/>
                  </a:moveTo>
                  <a:lnTo>
                    <a:pt x="1712165" y="2717817"/>
                  </a:lnTo>
                  <a:lnTo>
                    <a:pt x="1701391" y="2597165"/>
                  </a:lnTo>
                  <a:close/>
                  <a:moveTo>
                    <a:pt x="1730505" y="2710190"/>
                  </a:moveTo>
                  <a:lnTo>
                    <a:pt x="1798471" y="2679380"/>
                  </a:lnTo>
                  <a:lnTo>
                    <a:pt x="1757456" y="2638455"/>
                  </a:lnTo>
                  <a:close/>
                  <a:moveTo>
                    <a:pt x="1625980" y="2635602"/>
                  </a:moveTo>
                  <a:lnTo>
                    <a:pt x="1701391" y="2597165"/>
                  </a:lnTo>
                  <a:lnTo>
                    <a:pt x="1623716" y="2632285"/>
                  </a:lnTo>
                  <a:close/>
                  <a:moveTo>
                    <a:pt x="1701391" y="2597165"/>
                  </a:moveTo>
                  <a:lnTo>
                    <a:pt x="1651221" y="2519918"/>
                  </a:lnTo>
                  <a:lnTo>
                    <a:pt x="1623716" y="2632285"/>
                  </a:lnTo>
                  <a:close/>
                  <a:moveTo>
                    <a:pt x="1648329" y="2514950"/>
                  </a:moveTo>
                  <a:lnTo>
                    <a:pt x="1572406" y="2553386"/>
                  </a:lnTo>
                  <a:lnTo>
                    <a:pt x="1623716" y="2632285"/>
                  </a:lnTo>
                  <a:close/>
                  <a:moveTo>
                    <a:pt x="1048899" y="1857230"/>
                  </a:moveTo>
                  <a:lnTo>
                    <a:pt x="1042980" y="1854299"/>
                  </a:lnTo>
                  <a:lnTo>
                    <a:pt x="1019454" y="1895666"/>
                  </a:lnTo>
                  <a:close/>
                  <a:moveTo>
                    <a:pt x="2040321" y="2860069"/>
                  </a:moveTo>
                  <a:lnTo>
                    <a:pt x="1968241" y="2869230"/>
                  </a:lnTo>
                  <a:lnTo>
                    <a:pt x="2102156" y="2876060"/>
                  </a:lnTo>
                  <a:close/>
                  <a:moveTo>
                    <a:pt x="1873903" y="2654201"/>
                  </a:moveTo>
                  <a:lnTo>
                    <a:pt x="1859372" y="2740847"/>
                  </a:lnTo>
                  <a:lnTo>
                    <a:pt x="1943932" y="2757954"/>
                  </a:lnTo>
                  <a:close/>
                  <a:moveTo>
                    <a:pt x="1798471" y="2679380"/>
                  </a:moveTo>
                  <a:lnTo>
                    <a:pt x="1859372" y="2740847"/>
                  </a:lnTo>
                  <a:lnTo>
                    <a:pt x="1873903" y="2654201"/>
                  </a:lnTo>
                  <a:close/>
                  <a:moveTo>
                    <a:pt x="1873903" y="2654201"/>
                  </a:moveTo>
                  <a:lnTo>
                    <a:pt x="1757456" y="2638455"/>
                  </a:lnTo>
                  <a:lnTo>
                    <a:pt x="1798471" y="2679380"/>
                  </a:lnTo>
                  <a:close/>
                  <a:moveTo>
                    <a:pt x="1768860" y="2578915"/>
                  </a:moveTo>
                  <a:lnTo>
                    <a:pt x="1757456" y="2638455"/>
                  </a:lnTo>
                  <a:lnTo>
                    <a:pt x="1873903" y="2654201"/>
                  </a:lnTo>
                  <a:close/>
                  <a:moveTo>
                    <a:pt x="1837035" y="2584082"/>
                  </a:moveTo>
                  <a:lnTo>
                    <a:pt x="1768860" y="2578915"/>
                  </a:lnTo>
                  <a:lnTo>
                    <a:pt x="1873903" y="2654201"/>
                  </a:lnTo>
                  <a:close/>
                  <a:moveTo>
                    <a:pt x="1701391" y="2597165"/>
                  </a:moveTo>
                  <a:lnTo>
                    <a:pt x="1757456" y="2638455"/>
                  </a:lnTo>
                  <a:lnTo>
                    <a:pt x="1768860" y="2578915"/>
                  </a:lnTo>
                  <a:close/>
                  <a:moveTo>
                    <a:pt x="1652815" y="2512574"/>
                  </a:moveTo>
                  <a:lnTo>
                    <a:pt x="1651221" y="2519918"/>
                  </a:lnTo>
                  <a:lnTo>
                    <a:pt x="1752526" y="2476513"/>
                  </a:lnTo>
                  <a:close/>
                  <a:moveTo>
                    <a:pt x="1651221" y="2519918"/>
                  </a:moveTo>
                  <a:lnTo>
                    <a:pt x="1701391" y="2597165"/>
                  </a:lnTo>
                  <a:lnTo>
                    <a:pt x="1752526" y="2476513"/>
                  </a:lnTo>
                  <a:close/>
                  <a:moveTo>
                    <a:pt x="1752526" y="2476513"/>
                  </a:moveTo>
                  <a:lnTo>
                    <a:pt x="1701391" y="2597165"/>
                  </a:lnTo>
                  <a:lnTo>
                    <a:pt x="1775370" y="2490233"/>
                  </a:lnTo>
                  <a:close/>
                  <a:moveTo>
                    <a:pt x="1649366" y="2432735"/>
                  </a:moveTo>
                  <a:lnTo>
                    <a:pt x="1652815" y="2512574"/>
                  </a:lnTo>
                  <a:lnTo>
                    <a:pt x="1752526" y="2476513"/>
                  </a:lnTo>
                  <a:close/>
                  <a:moveTo>
                    <a:pt x="1649366" y="2432735"/>
                  </a:moveTo>
                  <a:lnTo>
                    <a:pt x="1752526" y="2476513"/>
                  </a:lnTo>
                  <a:lnTo>
                    <a:pt x="1696650" y="2394298"/>
                  </a:lnTo>
                  <a:close/>
                  <a:moveTo>
                    <a:pt x="1696650" y="2394298"/>
                  </a:moveTo>
                  <a:lnTo>
                    <a:pt x="1695780" y="2407862"/>
                  </a:lnTo>
                  <a:lnTo>
                    <a:pt x="1649366" y="2432735"/>
                  </a:lnTo>
                  <a:close/>
                  <a:moveTo>
                    <a:pt x="1215811" y="1818793"/>
                  </a:moveTo>
                  <a:lnTo>
                    <a:pt x="1203517" y="1745454"/>
                  </a:lnTo>
                  <a:lnTo>
                    <a:pt x="1139850" y="1825907"/>
                  </a:lnTo>
                  <a:close/>
                  <a:moveTo>
                    <a:pt x="1139850" y="1825907"/>
                  </a:moveTo>
                  <a:lnTo>
                    <a:pt x="1203517" y="1745454"/>
                  </a:lnTo>
                  <a:lnTo>
                    <a:pt x="1200930" y="1736750"/>
                  </a:lnTo>
                  <a:close/>
                  <a:moveTo>
                    <a:pt x="1203517" y="1745454"/>
                  </a:moveTo>
                  <a:lnTo>
                    <a:pt x="1229452" y="1818793"/>
                  </a:lnTo>
                  <a:lnTo>
                    <a:pt x="1200930" y="1736750"/>
                  </a:lnTo>
                  <a:close/>
                  <a:moveTo>
                    <a:pt x="902252" y="1597610"/>
                  </a:moveTo>
                  <a:lnTo>
                    <a:pt x="1027502" y="1656468"/>
                  </a:lnTo>
                  <a:lnTo>
                    <a:pt x="981017" y="1594167"/>
                  </a:lnTo>
                  <a:close/>
                  <a:moveTo>
                    <a:pt x="401303" y="832211"/>
                  </a:moveTo>
                  <a:lnTo>
                    <a:pt x="393174" y="868283"/>
                  </a:lnTo>
                  <a:lnTo>
                    <a:pt x="373921" y="872996"/>
                  </a:lnTo>
                  <a:close/>
                  <a:moveTo>
                    <a:pt x="401303" y="832211"/>
                  </a:moveTo>
                  <a:lnTo>
                    <a:pt x="395007" y="766700"/>
                  </a:lnTo>
                  <a:lnTo>
                    <a:pt x="393174" y="868283"/>
                  </a:lnTo>
                  <a:close/>
                  <a:moveTo>
                    <a:pt x="401303" y="832211"/>
                  </a:moveTo>
                  <a:lnTo>
                    <a:pt x="389714" y="749996"/>
                  </a:lnTo>
                  <a:lnTo>
                    <a:pt x="395007" y="766700"/>
                  </a:lnTo>
                  <a:close/>
                  <a:moveTo>
                    <a:pt x="404679" y="709340"/>
                  </a:moveTo>
                  <a:lnTo>
                    <a:pt x="395007" y="766700"/>
                  </a:lnTo>
                  <a:lnTo>
                    <a:pt x="389714" y="749996"/>
                  </a:lnTo>
                  <a:close/>
                  <a:moveTo>
                    <a:pt x="1550695" y="2147653"/>
                  </a:moveTo>
                  <a:lnTo>
                    <a:pt x="1568912" y="2229869"/>
                  </a:lnTo>
                  <a:lnTo>
                    <a:pt x="1626670" y="2191432"/>
                  </a:lnTo>
                  <a:close/>
                  <a:moveTo>
                    <a:pt x="1203517" y="1745454"/>
                  </a:moveTo>
                  <a:lnTo>
                    <a:pt x="1215811" y="1818793"/>
                  </a:lnTo>
                  <a:lnTo>
                    <a:pt x="1224569" y="1817624"/>
                  </a:lnTo>
                  <a:close/>
                  <a:moveTo>
                    <a:pt x="1224569" y="1817624"/>
                  </a:moveTo>
                  <a:lnTo>
                    <a:pt x="1229452" y="1818793"/>
                  </a:lnTo>
                  <a:lnTo>
                    <a:pt x="1203517" y="1745454"/>
                  </a:lnTo>
                  <a:close/>
                  <a:moveTo>
                    <a:pt x="855505" y="1280271"/>
                  </a:moveTo>
                  <a:lnTo>
                    <a:pt x="896546" y="1301973"/>
                  </a:lnTo>
                  <a:lnTo>
                    <a:pt x="983308" y="1264245"/>
                  </a:lnTo>
                  <a:close/>
                  <a:moveTo>
                    <a:pt x="929574" y="1278546"/>
                  </a:moveTo>
                  <a:lnTo>
                    <a:pt x="855505" y="1280271"/>
                  </a:lnTo>
                  <a:lnTo>
                    <a:pt x="983308" y="1264245"/>
                  </a:lnTo>
                  <a:close/>
                  <a:moveTo>
                    <a:pt x="452415" y="672612"/>
                  </a:moveTo>
                  <a:lnTo>
                    <a:pt x="404679" y="709340"/>
                  </a:lnTo>
                  <a:lnTo>
                    <a:pt x="389714" y="749996"/>
                  </a:lnTo>
                  <a:close/>
                  <a:moveTo>
                    <a:pt x="404679" y="709340"/>
                  </a:moveTo>
                  <a:lnTo>
                    <a:pt x="452415" y="672612"/>
                  </a:lnTo>
                  <a:lnTo>
                    <a:pt x="441137" y="667782"/>
                  </a:lnTo>
                  <a:close/>
                  <a:moveTo>
                    <a:pt x="452415" y="672612"/>
                  </a:moveTo>
                  <a:lnTo>
                    <a:pt x="481243" y="629345"/>
                  </a:lnTo>
                  <a:lnTo>
                    <a:pt x="441137" y="667782"/>
                  </a:lnTo>
                  <a:close/>
                  <a:moveTo>
                    <a:pt x="2012264" y="2502217"/>
                  </a:moveTo>
                  <a:lnTo>
                    <a:pt x="2100701" y="2490910"/>
                  </a:lnTo>
                  <a:lnTo>
                    <a:pt x="2080484" y="2407254"/>
                  </a:lnTo>
                  <a:close/>
                  <a:moveTo>
                    <a:pt x="2012264" y="2502217"/>
                  </a:moveTo>
                  <a:lnTo>
                    <a:pt x="2080484" y="2407254"/>
                  </a:lnTo>
                  <a:lnTo>
                    <a:pt x="2005435" y="2407676"/>
                  </a:lnTo>
                  <a:close/>
                  <a:moveTo>
                    <a:pt x="2180068" y="2458296"/>
                  </a:moveTo>
                  <a:lnTo>
                    <a:pt x="2145034" y="2399641"/>
                  </a:lnTo>
                  <a:lnTo>
                    <a:pt x="2184151" y="2483659"/>
                  </a:lnTo>
                  <a:close/>
                  <a:moveTo>
                    <a:pt x="2184151" y="2483659"/>
                  </a:moveTo>
                  <a:lnTo>
                    <a:pt x="2145034" y="2399641"/>
                  </a:lnTo>
                  <a:lnTo>
                    <a:pt x="2080484" y="2407254"/>
                  </a:lnTo>
                  <a:close/>
                  <a:moveTo>
                    <a:pt x="2184151" y="2483659"/>
                  </a:moveTo>
                  <a:lnTo>
                    <a:pt x="2080484" y="2407254"/>
                  </a:lnTo>
                  <a:lnTo>
                    <a:pt x="2100701" y="2490910"/>
                  </a:lnTo>
                  <a:close/>
                  <a:moveTo>
                    <a:pt x="2180068" y="2458296"/>
                  </a:moveTo>
                  <a:lnTo>
                    <a:pt x="2184151" y="2483659"/>
                  </a:lnTo>
                  <a:lnTo>
                    <a:pt x="2193292" y="2481856"/>
                  </a:lnTo>
                  <a:close/>
                  <a:moveTo>
                    <a:pt x="1926419" y="2411322"/>
                  </a:moveTo>
                  <a:lnTo>
                    <a:pt x="1981058" y="2327402"/>
                  </a:lnTo>
                  <a:lnTo>
                    <a:pt x="1899168" y="2333385"/>
                  </a:lnTo>
                  <a:close/>
                  <a:moveTo>
                    <a:pt x="1802486" y="2355862"/>
                  </a:moveTo>
                  <a:lnTo>
                    <a:pt x="1899168" y="2333385"/>
                  </a:lnTo>
                  <a:lnTo>
                    <a:pt x="1857757" y="2304406"/>
                  </a:lnTo>
                  <a:close/>
                  <a:moveTo>
                    <a:pt x="1774347" y="2073993"/>
                  </a:moveTo>
                  <a:lnTo>
                    <a:pt x="1644904" y="2018545"/>
                  </a:lnTo>
                  <a:lnTo>
                    <a:pt x="1687266" y="2084197"/>
                  </a:lnTo>
                  <a:close/>
                  <a:moveTo>
                    <a:pt x="1774347" y="2073993"/>
                  </a:moveTo>
                  <a:lnTo>
                    <a:pt x="1687266" y="2084197"/>
                  </a:lnTo>
                  <a:lnTo>
                    <a:pt x="1778553" y="2071727"/>
                  </a:lnTo>
                  <a:close/>
                  <a:moveTo>
                    <a:pt x="1616474" y="2027002"/>
                  </a:moveTo>
                  <a:lnTo>
                    <a:pt x="1644904" y="2018545"/>
                  </a:lnTo>
                  <a:lnTo>
                    <a:pt x="1545975" y="1974674"/>
                  </a:lnTo>
                  <a:close/>
                  <a:moveTo>
                    <a:pt x="1447113" y="1668501"/>
                  </a:moveTo>
                  <a:lnTo>
                    <a:pt x="1398962" y="1780356"/>
                  </a:lnTo>
                  <a:lnTo>
                    <a:pt x="1423314" y="1741920"/>
                  </a:lnTo>
                  <a:close/>
                  <a:moveTo>
                    <a:pt x="1447113" y="1668501"/>
                  </a:moveTo>
                  <a:lnTo>
                    <a:pt x="1401172" y="1711938"/>
                  </a:lnTo>
                  <a:lnTo>
                    <a:pt x="1398962" y="1780356"/>
                  </a:lnTo>
                  <a:close/>
                  <a:moveTo>
                    <a:pt x="1115984" y="1266440"/>
                  </a:moveTo>
                  <a:lnTo>
                    <a:pt x="1105224" y="1248630"/>
                  </a:lnTo>
                  <a:lnTo>
                    <a:pt x="1122996" y="1339148"/>
                  </a:lnTo>
                  <a:close/>
                  <a:moveTo>
                    <a:pt x="555545" y="596686"/>
                  </a:moveTo>
                  <a:lnTo>
                    <a:pt x="481243" y="629345"/>
                  </a:lnTo>
                  <a:lnTo>
                    <a:pt x="563555" y="594286"/>
                  </a:lnTo>
                  <a:close/>
                  <a:moveTo>
                    <a:pt x="481243" y="629345"/>
                  </a:moveTo>
                  <a:lnTo>
                    <a:pt x="452415" y="672612"/>
                  </a:lnTo>
                  <a:lnTo>
                    <a:pt x="563555" y="594286"/>
                  </a:lnTo>
                  <a:close/>
                  <a:moveTo>
                    <a:pt x="508948" y="605325"/>
                  </a:moveTo>
                  <a:lnTo>
                    <a:pt x="481243" y="629345"/>
                  </a:lnTo>
                  <a:lnTo>
                    <a:pt x="555545" y="596686"/>
                  </a:lnTo>
                  <a:close/>
                  <a:moveTo>
                    <a:pt x="2310043" y="2564071"/>
                  </a:moveTo>
                  <a:lnTo>
                    <a:pt x="2329745" y="2646286"/>
                  </a:lnTo>
                  <a:lnTo>
                    <a:pt x="2424640" y="2607850"/>
                  </a:lnTo>
                  <a:close/>
                  <a:moveTo>
                    <a:pt x="2310043" y="2564071"/>
                  </a:moveTo>
                  <a:lnTo>
                    <a:pt x="2424640" y="2607850"/>
                  </a:lnTo>
                  <a:lnTo>
                    <a:pt x="2350231" y="2525634"/>
                  </a:lnTo>
                  <a:close/>
                  <a:moveTo>
                    <a:pt x="2310043" y="2564071"/>
                  </a:moveTo>
                  <a:lnTo>
                    <a:pt x="2350231" y="2525634"/>
                  </a:lnTo>
                  <a:lnTo>
                    <a:pt x="2273195" y="2527825"/>
                  </a:lnTo>
                  <a:close/>
                  <a:moveTo>
                    <a:pt x="2350231" y="2525634"/>
                  </a:moveTo>
                  <a:lnTo>
                    <a:pt x="2320969" y="2491242"/>
                  </a:lnTo>
                  <a:lnTo>
                    <a:pt x="2273195" y="2527825"/>
                  </a:lnTo>
                  <a:close/>
                  <a:moveTo>
                    <a:pt x="2285493" y="2443419"/>
                  </a:moveTo>
                  <a:lnTo>
                    <a:pt x="2273195" y="2527825"/>
                  </a:lnTo>
                  <a:lnTo>
                    <a:pt x="2320969" y="2491242"/>
                  </a:lnTo>
                  <a:close/>
                  <a:moveTo>
                    <a:pt x="2285493" y="2443419"/>
                  </a:moveTo>
                  <a:lnTo>
                    <a:pt x="2193292" y="2481856"/>
                  </a:lnTo>
                  <a:lnTo>
                    <a:pt x="2273195" y="2527825"/>
                  </a:lnTo>
                  <a:close/>
                  <a:moveTo>
                    <a:pt x="1649794" y="1814384"/>
                  </a:moveTo>
                  <a:lnTo>
                    <a:pt x="1755248" y="1789245"/>
                  </a:lnTo>
                  <a:lnTo>
                    <a:pt x="1716054" y="1721016"/>
                  </a:lnTo>
                  <a:close/>
                  <a:moveTo>
                    <a:pt x="1649794" y="1814384"/>
                  </a:moveTo>
                  <a:lnTo>
                    <a:pt x="1716054" y="1721016"/>
                  </a:lnTo>
                  <a:lnTo>
                    <a:pt x="1629649" y="1730670"/>
                  </a:lnTo>
                  <a:close/>
                  <a:moveTo>
                    <a:pt x="1548557" y="1635912"/>
                  </a:moveTo>
                  <a:lnTo>
                    <a:pt x="1453083" y="1659705"/>
                  </a:lnTo>
                  <a:lnTo>
                    <a:pt x="1447113" y="1668501"/>
                  </a:lnTo>
                  <a:close/>
                  <a:moveTo>
                    <a:pt x="1466695" y="1577490"/>
                  </a:moveTo>
                  <a:lnTo>
                    <a:pt x="1548557" y="1635912"/>
                  </a:lnTo>
                  <a:lnTo>
                    <a:pt x="1520543" y="1558595"/>
                  </a:lnTo>
                  <a:close/>
                  <a:moveTo>
                    <a:pt x="1453083" y="1659705"/>
                  </a:moveTo>
                  <a:lnTo>
                    <a:pt x="1548557" y="1635912"/>
                  </a:lnTo>
                  <a:lnTo>
                    <a:pt x="1466695" y="1577490"/>
                  </a:lnTo>
                  <a:close/>
                  <a:moveTo>
                    <a:pt x="1548557" y="1635912"/>
                  </a:moveTo>
                  <a:lnTo>
                    <a:pt x="1600088" y="1554518"/>
                  </a:lnTo>
                  <a:lnTo>
                    <a:pt x="1520543" y="1558595"/>
                  </a:lnTo>
                  <a:close/>
                  <a:moveTo>
                    <a:pt x="1105224" y="1248630"/>
                  </a:moveTo>
                  <a:lnTo>
                    <a:pt x="1115984" y="1266440"/>
                  </a:lnTo>
                  <a:lnTo>
                    <a:pt x="1115228" y="1245372"/>
                  </a:lnTo>
                  <a:close/>
                  <a:moveTo>
                    <a:pt x="1115228" y="1245372"/>
                  </a:moveTo>
                  <a:lnTo>
                    <a:pt x="1115984" y="1266440"/>
                  </a:lnTo>
                  <a:lnTo>
                    <a:pt x="1170070" y="1248630"/>
                  </a:lnTo>
                  <a:close/>
                  <a:moveTo>
                    <a:pt x="1087662" y="1160550"/>
                  </a:moveTo>
                  <a:lnTo>
                    <a:pt x="1085107" y="1166414"/>
                  </a:lnTo>
                  <a:lnTo>
                    <a:pt x="1079743" y="1074036"/>
                  </a:lnTo>
                  <a:close/>
                  <a:moveTo>
                    <a:pt x="749756" y="517943"/>
                  </a:moveTo>
                  <a:lnTo>
                    <a:pt x="680549" y="590909"/>
                  </a:lnTo>
                  <a:lnTo>
                    <a:pt x="722253" y="552472"/>
                  </a:lnTo>
                  <a:close/>
                  <a:moveTo>
                    <a:pt x="2424640" y="2607850"/>
                  </a:moveTo>
                  <a:lnTo>
                    <a:pt x="2460880" y="2680144"/>
                  </a:lnTo>
                  <a:lnTo>
                    <a:pt x="2462965" y="2578357"/>
                  </a:lnTo>
                  <a:close/>
                  <a:moveTo>
                    <a:pt x="2424640" y="2607850"/>
                  </a:moveTo>
                  <a:lnTo>
                    <a:pt x="2422521" y="2690065"/>
                  </a:lnTo>
                  <a:lnTo>
                    <a:pt x="2460880" y="2680144"/>
                  </a:lnTo>
                  <a:close/>
                  <a:moveTo>
                    <a:pt x="2350231" y="2525634"/>
                  </a:moveTo>
                  <a:lnTo>
                    <a:pt x="2424640" y="2607850"/>
                  </a:lnTo>
                  <a:lnTo>
                    <a:pt x="2440514" y="2487198"/>
                  </a:lnTo>
                  <a:close/>
                  <a:moveTo>
                    <a:pt x="2401513" y="2404983"/>
                  </a:moveTo>
                  <a:lnTo>
                    <a:pt x="2320969" y="2491242"/>
                  </a:lnTo>
                  <a:lnTo>
                    <a:pt x="2350231" y="2525634"/>
                  </a:lnTo>
                  <a:close/>
                  <a:moveTo>
                    <a:pt x="2401513" y="2404983"/>
                  </a:moveTo>
                  <a:lnTo>
                    <a:pt x="2350231" y="2525634"/>
                  </a:lnTo>
                  <a:lnTo>
                    <a:pt x="2440514" y="2487198"/>
                  </a:lnTo>
                  <a:close/>
                  <a:moveTo>
                    <a:pt x="793155" y="465003"/>
                  </a:moveTo>
                  <a:lnTo>
                    <a:pt x="749756" y="517943"/>
                  </a:lnTo>
                  <a:lnTo>
                    <a:pt x="722253" y="552472"/>
                  </a:lnTo>
                  <a:close/>
                  <a:moveTo>
                    <a:pt x="863398" y="448972"/>
                  </a:moveTo>
                  <a:lnTo>
                    <a:pt x="797994" y="470257"/>
                  </a:lnTo>
                  <a:lnTo>
                    <a:pt x="749756" y="517943"/>
                  </a:lnTo>
                  <a:close/>
                  <a:moveTo>
                    <a:pt x="863398" y="448972"/>
                  </a:moveTo>
                  <a:lnTo>
                    <a:pt x="749756" y="517943"/>
                  </a:lnTo>
                  <a:lnTo>
                    <a:pt x="793155" y="465003"/>
                  </a:lnTo>
                  <a:close/>
                  <a:moveTo>
                    <a:pt x="2552391" y="2466156"/>
                  </a:moveTo>
                  <a:lnTo>
                    <a:pt x="2459871" y="2480781"/>
                  </a:lnTo>
                  <a:lnTo>
                    <a:pt x="2580258" y="2543592"/>
                  </a:lnTo>
                  <a:close/>
                  <a:moveTo>
                    <a:pt x="2459871" y="2480781"/>
                  </a:moveTo>
                  <a:lnTo>
                    <a:pt x="2514357" y="2396984"/>
                  </a:lnTo>
                  <a:lnTo>
                    <a:pt x="2448692" y="2389776"/>
                  </a:lnTo>
                  <a:close/>
                  <a:moveTo>
                    <a:pt x="2448692" y="2389776"/>
                  </a:moveTo>
                  <a:lnTo>
                    <a:pt x="2488723" y="2317732"/>
                  </a:lnTo>
                  <a:lnTo>
                    <a:pt x="2419969" y="2313035"/>
                  </a:lnTo>
                  <a:close/>
                  <a:moveTo>
                    <a:pt x="1492933" y="1194208"/>
                  </a:moveTo>
                  <a:lnTo>
                    <a:pt x="1531348" y="1133320"/>
                  </a:lnTo>
                  <a:lnTo>
                    <a:pt x="1485969" y="1171756"/>
                  </a:lnTo>
                  <a:close/>
                  <a:moveTo>
                    <a:pt x="1541573" y="1097409"/>
                  </a:moveTo>
                  <a:lnTo>
                    <a:pt x="1485969" y="1171756"/>
                  </a:lnTo>
                  <a:lnTo>
                    <a:pt x="1531348" y="1133320"/>
                  </a:lnTo>
                  <a:close/>
                  <a:moveTo>
                    <a:pt x="1541573" y="1097409"/>
                  </a:moveTo>
                  <a:lnTo>
                    <a:pt x="1498428" y="1151297"/>
                  </a:lnTo>
                  <a:lnTo>
                    <a:pt x="1485969" y="1171756"/>
                  </a:lnTo>
                  <a:close/>
                  <a:moveTo>
                    <a:pt x="1606930" y="1063109"/>
                  </a:moveTo>
                  <a:lnTo>
                    <a:pt x="1498428" y="1151297"/>
                  </a:lnTo>
                  <a:lnTo>
                    <a:pt x="1541573" y="1097409"/>
                  </a:lnTo>
                  <a:close/>
                  <a:moveTo>
                    <a:pt x="918576" y="440070"/>
                  </a:moveTo>
                  <a:lnTo>
                    <a:pt x="863398" y="448972"/>
                  </a:lnTo>
                  <a:lnTo>
                    <a:pt x="793155" y="465003"/>
                  </a:lnTo>
                  <a:close/>
                  <a:moveTo>
                    <a:pt x="1000635" y="468221"/>
                  </a:moveTo>
                  <a:lnTo>
                    <a:pt x="947436" y="484520"/>
                  </a:lnTo>
                  <a:lnTo>
                    <a:pt x="863398" y="448972"/>
                  </a:lnTo>
                  <a:close/>
                  <a:moveTo>
                    <a:pt x="1063000" y="422735"/>
                  </a:moveTo>
                  <a:lnTo>
                    <a:pt x="947436" y="484520"/>
                  </a:lnTo>
                  <a:lnTo>
                    <a:pt x="1000635" y="468221"/>
                  </a:lnTo>
                  <a:close/>
                  <a:moveTo>
                    <a:pt x="1946369" y="1496243"/>
                  </a:moveTo>
                  <a:lnTo>
                    <a:pt x="2030760" y="1423744"/>
                  </a:lnTo>
                  <a:lnTo>
                    <a:pt x="1963067" y="1441198"/>
                  </a:lnTo>
                  <a:close/>
                  <a:moveTo>
                    <a:pt x="2074383" y="1481008"/>
                  </a:moveTo>
                  <a:lnTo>
                    <a:pt x="2030760" y="1423744"/>
                  </a:lnTo>
                  <a:lnTo>
                    <a:pt x="1946369" y="1496243"/>
                  </a:lnTo>
                  <a:close/>
                  <a:moveTo>
                    <a:pt x="2030760" y="1423744"/>
                  </a:moveTo>
                  <a:lnTo>
                    <a:pt x="2044140" y="1367934"/>
                  </a:lnTo>
                  <a:lnTo>
                    <a:pt x="1963067" y="1441198"/>
                  </a:lnTo>
                  <a:close/>
                  <a:moveTo>
                    <a:pt x="1798568" y="1379965"/>
                  </a:moveTo>
                  <a:lnTo>
                    <a:pt x="1840496" y="1259314"/>
                  </a:lnTo>
                  <a:lnTo>
                    <a:pt x="1765175" y="1297750"/>
                  </a:lnTo>
                  <a:close/>
                  <a:moveTo>
                    <a:pt x="1541573" y="1097409"/>
                  </a:moveTo>
                  <a:lnTo>
                    <a:pt x="1580180" y="1109742"/>
                  </a:lnTo>
                  <a:lnTo>
                    <a:pt x="1656413" y="1032915"/>
                  </a:lnTo>
                  <a:close/>
                  <a:moveTo>
                    <a:pt x="1438536" y="775623"/>
                  </a:moveTo>
                  <a:lnTo>
                    <a:pt x="1336880" y="804459"/>
                  </a:lnTo>
                  <a:lnTo>
                    <a:pt x="1316658" y="813804"/>
                  </a:lnTo>
                  <a:close/>
                  <a:moveTo>
                    <a:pt x="1438536" y="775623"/>
                  </a:moveTo>
                  <a:lnTo>
                    <a:pt x="1316658" y="813804"/>
                  </a:lnTo>
                  <a:lnTo>
                    <a:pt x="1375312" y="817901"/>
                  </a:lnTo>
                  <a:close/>
                  <a:moveTo>
                    <a:pt x="1377309" y="761910"/>
                  </a:moveTo>
                  <a:lnTo>
                    <a:pt x="1336880" y="804459"/>
                  </a:lnTo>
                  <a:lnTo>
                    <a:pt x="1424883" y="775035"/>
                  </a:lnTo>
                  <a:close/>
                  <a:moveTo>
                    <a:pt x="1405751" y="722244"/>
                  </a:moveTo>
                  <a:lnTo>
                    <a:pt x="1424883" y="775035"/>
                  </a:lnTo>
                  <a:lnTo>
                    <a:pt x="1447187" y="766023"/>
                  </a:lnTo>
                  <a:close/>
                  <a:moveTo>
                    <a:pt x="1008847" y="470528"/>
                  </a:moveTo>
                  <a:lnTo>
                    <a:pt x="1063000" y="422735"/>
                  </a:lnTo>
                  <a:lnTo>
                    <a:pt x="1000635" y="468221"/>
                  </a:lnTo>
                  <a:close/>
                  <a:moveTo>
                    <a:pt x="1008847" y="470528"/>
                  </a:moveTo>
                  <a:lnTo>
                    <a:pt x="1109666" y="449156"/>
                  </a:lnTo>
                  <a:lnTo>
                    <a:pt x="1063000" y="422735"/>
                  </a:lnTo>
                  <a:close/>
                  <a:moveTo>
                    <a:pt x="1109666" y="449156"/>
                  </a:moveTo>
                  <a:lnTo>
                    <a:pt x="1008847" y="470528"/>
                  </a:lnTo>
                  <a:lnTo>
                    <a:pt x="1143200" y="507387"/>
                  </a:lnTo>
                  <a:close/>
                  <a:moveTo>
                    <a:pt x="2136631" y="1498540"/>
                  </a:moveTo>
                  <a:lnTo>
                    <a:pt x="2085593" y="1522920"/>
                  </a:lnTo>
                  <a:lnTo>
                    <a:pt x="2020066" y="1556578"/>
                  </a:lnTo>
                  <a:close/>
                  <a:moveTo>
                    <a:pt x="2224801" y="1549533"/>
                  </a:moveTo>
                  <a:lnTo>
                    <a:pt x="2094876" y="1505959"/>
                  </a:lnTo>
                  <a:lnTo>
                    <a:pt x="2085593" y="1522920"/>
                  </a:lnTo>
                  <a:close/>
                  <a:moveTo>
                    <a:pt x="2074367" y="1411305"/>
                  </a:moveTo>
                  <a:lnTo>
                    <a:pt x="2074383" y="1481008"/>
                  </a:lnTo>
                  <a:lnTo>
                    <a:pt x="2184902" y="1482126"/>
                  </a:lnTo>
                  <a:close/>
                  <a:moveTo>
                    <a:pt x="2044140" y="1367934"/>
                  </a:moveTo>
                  <a:lnTo>
                    <a:pt x="2030760" y="1423744"/>
                  </a:lnTo>
                  <a:lnTo>
                    <a:pt x="2074367" y="1411305"/>
                  </a:lnTo>
                  <a:close/>
                  <a:moveTo>
                    <a:pt x="1882844" y="1245642"/>
                  </a:moveTo>
                  <a:lnTo>
                    <a:pt x="1840496" y="1259314"/>
                  </a:lnTo>
                  <a:lnTo>
                    <a:pt x="1924471" y="1262622"/>
                  </a:lnTo>
                  <a:close/>
                  <a:moveTo>
                    <a:pt x="1882844" y="1245642"/>
                  </a:moveTo>
                  <a:lnTo>
                    <a:pt x="1932325" y="1228528"/>
                  </a:lnTo>
                  <a:lnTo>
                    <a:pt x="1859849" y="1236215"/>
                  </a:lnTo>
                  <a:close/>
                  <a:moveTo>
                    <a:pt x="1542599" y="739926"/>
                  </a:moveTo>
                  <a:lnTo>
                    <a:pt x="1447187" y="766023"/>
                  </a:lnTo>
                  <a:lnTo>
                    <a:pt x="1497401" y="816171"/>
                  </a:lnTo>
                  <a:close/>
                  <a:moveTo>
                    <a:pt x="1640492" y="821024"/>
                  </a:moveTo>
                  <a:lnTo>
                    <a:pt x="1564348" y="822337"/>
                  </a:lnTo>
                  <a:lnTo>
                    <a:pt x="1659308" y="828536"/>
                  </a:lnTo>
                  <a:close/>
                  <a:moveTo>
                    <a:pt x="1447187" y="766023"/>
                  </a:moveTo>
                  <a:lnTo>
                    <a:pt x="1542599" y="739926"/>
                  </a:lnTo>
                  <a:lnTo>
                    <a:pt x="1472153" y="683808"/>
                  </a:lnTo>
                  <a:close/>
                  <a:moveTo>
                    <a:pt x="1449703" y="654764"/>
                  </a:moveTo>
                  <a:lnTo>
                    <a:pt x="1479364" y="649617"/>
                  </a:lnTo>
                  <a:lnTo>
                    <a:pt x="1472153" y="683808"/>
                  </a:lnTo>
                  <a:close/>
                  <a:moveTo>
                    <a:pt x="1233114" y="509479"/>
                  </a:moveTo>
                  <a:lnTo>
                    <a:pt x="1203412" y="433535"/>
                  </a:lnTo>
                  <a:lnTo>
                    <a:pt x="1149481" y="516879"/>
                  </a:lnTo>
                  <a:close/>
                  <a:moveTo>
                    <a:pt x="1335565" y="386688"/>
                  </a:moveTo>
                  <a:lnTo>
                    <a:pt x="1326093" y="418676"/>
                  </a:lnTo>
                  <a:lnTo>
                    <a:pt x="1390156" y="360290"/>
                  </a:lnTo>
                  <a:close/>
                  <a:moveTo>
                    <a:pt x="1302321" y="398726"/>
                  </a:moveTo>
                  <a:lnTo>
                    <a:pt x="1326093" y="418676"/>
                  </a:lnTo>
                  <a:lnTo>
                    <a:pt x="1335565" y="386688"/>
                  </a:lnTo>
                  <a:close/>
                  <a:moveTo>
                    <a:pt x="1302321" y="398726"/>
                  </a:moveTo>
                  <a:lnTo>
                    <a:pt x="1335565" y="386688"/>
                  </a:lnTo>
                  <a:lnTo>
                    <a:pt x="1310936" y="278075"/>
                  </a:lnTo>
                  <a:close/>
                  <a:moveTo>
                    <a:pt x="1286230" y="269636"/>
                  </a:moveTo>
                  <a:lnTo>
                    <a:pt x="1327920" y="210304"/>
                  </a:lnTo>
                  <a:lnTo>
                    <a:pt x="1333748" y="234296"/>
                  </a:lnTo>
                  <a:close/>
                  <a:moveTo>
                    <a:pt x="1327920" y="210304"/>
                  </a:moveTo>
                  <a:lnTo>
                    <a:pt x="1331328" y="195859"/>
                  </a:lnTo>
                  <a:lnTo>
                    <a:pt x="1333748" y="234296"/>
                  </a:lnTo>
                  <a:close/>
                  <a:moveTo>
                    <a:pt x="1688476" y="443731"/>
                  </a:moveTo>
                  <a:lnTo>
                    <a:pt x="1675624" y="492187"/>
                  </a:lnTo>
                  <a:lnTo>
                    <a:pt x="1709851" y="404068"/>
                  </a:lnTo>
                  <a:close/>
                  <a:moveTo>
                    <a:pt x="1709851" y="404068"/>
                  </a:moveTo>
                  <a:lnTo>
                    <a:pt x="1675624" y="492187"/>
                  </a:lnTo>
                  <a:lnTo>
                    <a:pt x="1690645" y="486283"/>
                  </a:lnTo>
                  <a:close/>
                  <a:moveTo>
                    <a:pt x="1675624" y="492187"/>
                  </a:moveTo>
                  <a:lnTo>
                    <a:pt x="1684783" y="493381"/>
                  </a:lnTo>
                  <a:lnTo>
                    <a:pt x="1690645" y="486283"/>
                  </a:lnTo>
                  <a:close/>
                  <a:moveTo>
                    <a:pt x="1425307" y="80555"/>
                  </a:moveTo>
                  <a:lnTo>
                    <a:pt x="1331328" y="195859"/>
                  </a:lnTo>
                  <a:lnTo>
                    <a:pt x="1372919" y="157423"/>
                  </a:lnTo>
                  <a:close/>
                  <a:moveTo>
                    <a:pt x="1959600" y="684900"/>
                  </a:moveTo>
                  <a:lnTo>
                    <a:pt x="1892117" y="711253"/>
                  </a:lnTo>
                  <a:lnTo>
                    <a:pt x="2004687" y="638271"/>
                  </a:lnTo>
                  <a:close/>
                  <a:moveTo>
                    <a:pt x="1959600" y="684900"/>
                  </a:moveTo>
                  <a:lnTo>
                    <a:pt x="2004687" y="638271"/>
                  </a:lnTo>
                  <a:lnTo>
                    <a:pt x="2004864" y="650714"/>
                  </a:lnTo>
                  <a:close/>
                  <a:moveTo>
                    <a:pt x="2004687" y="638271"/>
                  </a:moveTo>
                  <a:lnTo>
                    <a:pt x="2023348" y="612277"/>
                  </a:lnTo>
                  <a:lnTo>
                    <a:pt x="2004864" y="650714"/>
                  </a:lnTo>
                  <a:close/>
                  <a:moveTo>
                    <a:pt x="1709851" y="404068"/>
                  </a:moveTo>
                  <a:lnTo>
                    <a:pt x="1690645" y="486283"/>
                  </a:lnTo>
                  <a:lnTo>
                    <a:pt x="1736516" y="447847"/>
                  </a:lnTo>
                  <a:close/>
                  <a:moveTo>
                    <a:pt x="1762476" y="289998"/>
                  </a:moveTo>
                  <a:lnTo>
                    <a:pt x="1709851" y="404068"/>
                  </a:lnTo>
                  <a:lnTo>
                    <a:pt x="1757911" y="365632"/>
                  </a:lnTo>
                  <a:close/>
                  <a:moveTo>
                    <a:pt x="1762476" y="289998"/>
                  </a:moveTo>
                  <a:lnTo>
                    <a:pt x="1721814" y="353173"/>
                  </a:lnTo>
                  <a:lnTo>
                    <a:pt x="1709851" y="404068"/>
                  </a:lnTo>
                  <a:close/>
                  <a:moveTo>
                    <a:pt x="1721814" y="353173"/>
                  </a:moveTo>
                  <a:lnTo>
                    <a:pt x="1762476" y="289998"/>
                  </a:lnTo>
                  <a:lnTo>
                    <a:pt x="1720346" y="321853"/>
                  </a:lnTo>
                  <a:close/>
                  <a:moveTo>
                    <a:pt x="1762476" y="289998"/>
                  </a:moveTo>
                  <a:lnTo>
                    <a:pt x="1763472" y="283417"/>
                  </a:lnTo>
                  <a:lnTo>
                    <a:pt x="1720346" y="321853"/>
                  </a:lnTo>
                  <a:close/>
                  <a:moveTo>
                    <a:pt x="1425307" y="80555"/>
                  </a:moveTo>
                  <a:lnTo>
                    <a:pt x="1478618" y="64676"/>
                  </a:lnTo>
                  <a:lnTo>
                    <a:pt x="1460528" y="75208"/>
                  </a:lnTo>
                  <a:close/>
                  <a:moveTo>
                    <a:pt x="1478618" y="64676"/>
                  </a:moveTo>
                  <a:lnTo>
                    <a:pt x="1523809" y="36771"/>
                  </a:lnTo>
                  <a:lnTo>
                    <a:pt x="1460528" y="75208"/>
                  </a:lnTo>
                  <a:close/>
                  <a:moveTo>
                    <a:pt x="2107878" y="530224"/>
                  </a:moveTo>
                  <a:lnTo>
                    <a:pt x="2023348" y="612277"/>
                  </a:lnTo>
                  <a:lnTo>
                    <a:pt x="2079100" y="573840"/>
                  </a:lnTo>
                  <a:close/>
                  <a:moveTo>
                    <a:pt x="2107878" y="530224"/>
                  </a:moveTo>
                  <a:lnTo>
                    <a:pt x="2170310" y="491626"/>
                  </a:lnTo>
                  <a:lnTo>
                    <a:pt x="2055548" y="530062"/>
                  </a:lnTo>
                  <a:close/>
                  <a:moveTo>
                    <a:pt x="1840236" y="327195"/>
                  </a:moveTo>
                  <a:lnTo>
                    <a:pt x="1764212" y="280575"/>
                  </a:lnTo>
                  <a:lnTo>
                    <a:pt x="1763472" y="283417"/>
                  </a:lnTo>
                  <a:close/>
                  <a:moveTo>
                    <a:pt x="1763472" y="283417"/>
                  </a:moveTo>
                  <a:lnTo>
                    <a:pt x="1762476" y="289998"/>
                  </a:lnTo>
                  <a:lnTo>
                    <a:pt x="1840236" y="327195"/>
                  </a:lnTo>
                  <a:close/>
                  <a:moveTo>
                    <a:pt x="1542055" y="23198"/>
                  </a:moveTo>
                  <a:lnTo>
                    <a:pt x="1523809" y="36771"/>
                  </a:lnTo>
                  <a:lnTo>
                    <a:pt x="1559514" y="25528"/>
                  </a:lnTo>
                  <a:close/>
                  <a:moveTo>
                    <a:pt x="1660725" y="3838"/>
                  </a:moveTo>
                  <a:lnTo>
                    <a:pt x="1559514" y="25528"/>
                  </a:lnTo>
                  <a:lnTo>
                    <a:pt x="1667940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93" name="Candidate_density__2092">
              <a:extLst>
                <a:ext uri="{FF2B5EF4-FFF2-40B4-BE49-F238E27FC236}">
                  <a16:creationId xmlns:a16="http://schemas.microsoft.com/office/drawing/2014/main" id="{2FF1F64A-BF29-19BD-32AD-CC1849D2377F}"/>
                </a:ext>
              </a:extLst>
            </p:cNvPr>
            <p:cNvSpPr>
              <a:spLocks noGrp="1"/>
            </p:cNvSpPr>
            <p:nvPr/>
          </p:nvSpPr>
          <p:spPr>
            <a:xfrm>
              <a:off x="4475464" y="1773664"/>
              <a:ext cx="2088088" cy="3082589"/>
            </a:xfrm>
            <a:custGeom>
              <a:avLst/>
              <a:gdLst/>
              <a:ahLst/>
              <a:cxnLst/>
              <a:rect l="0" t="0" r="0" b="0"/>
              <a:pathLst>
                <a:path w="2088088" h="3082589">
                  <a:moveTo>
                    <a:pt x="660606" y="3082589"/>
                  </a:moveTo>
                  <a:lnTo>
                    <a:pt x="662487" y="3081841"/>
                  </a:lnTo>
                  <a:lnTo>
                    <a:pt x="678055" y="2961938"/>
                  </a:lnTo>
                  <a:close/>
                  <a:moveTo>
                    <a:pt x="662487" y="3081841"/>
                  </a:moveTo>
                  <a:lnTo>
                    <a:pt x="671219" y="3082589"/>
                  </a:lnTo>
                  <a:lnTo>
                    <a:pt x="690371" y="2975076"/>
                  </a:lnTo>
                  <a:close/>
                  <a:moveTo>
                    <a:pt x="24099" y="2304217"/>
                  </a:moveTo>
                  <a:lnTo>
                    <a:pt x="5986" y="2251091"/>
                  </a:lnTo>
                  <a:lnTo>
                    <a:pt x="30836" y="2330980"/>
                  </a:lnTo>
                  <a:close/>
                  <a:moveTo>
                    <a:pt x="24099" y="2304217"/>
                  </a:moveTo>
                  <a:lnTo>
                    <a:pt x="0" y="2222002"/>
                  </a:lnTo>
                  <a:lnTo>
                    <a:pt x="5986" y="2251091"/>
                  </a:lnTo>
                  <a:close/>
                  <a:moveTo>
                    <a:pt x="775475" y="2950484"/>
                  </a:moveTo>
                  <a:lnTo>
                    <a:pt x="690371" y="2975076"/>
                  </a:lnTo>
                  <a:lnTo>
                    <a:pt x="776125" y="3017041"/>
                  </a:lnTo>
                  <a:close/>
                  <a:moveTo>
                    <a:pt x="366329" y="2340099"/>
                  </a:moveTo>
                  <a:lnTo>
                    <a:pt x="340072" y="2227344"/>
                  </a:lnTo>
                  <a:lnTo>
                    <a:pt x="282569" y="2247510"/>
                  </a:lnTo>
                  <a:close/>
                  <a:moveTo>
                    <a:pt x="366329" y="2340099"/>
                  </a:moveTo>
                  <a:lnTo>
                    <a:pt x="282569" y="2247510"/>
                  </a:lnTo>
                  <a:lnTo>
                    <a:pt x="294903" y="2337575"/>
                  </a:lnTo>
                  <a:close/>
                  <a:moveTo>
                    <a:pt x="208497" y="2101350"/>
                  </a:moveTo>
                  <a:lnTo>
                    <a:pt x="280348" y="2126299"/>
                  </a:lnTo>
                  <a:lnTo>
                    <a:pt x="266086" y="2145128"/>
                  </a:lnTo>
                  <a:close/>
                  <a:moveTo>
                    <a:pt x="280348" y="2126299"/>
                  </a:moveTo>
                  <a:lnTo>
                    <a:pt x="241280" y="2080893"/>
                  </a:lnTo>
                  <a:lnTo>
                    <a:pt x="291660" y="2145128"/>
                  </a:lnTo>
                  <a:close/>
                  <a:moveTo>
                    <a:pt x="223082" y="2127389"/>
                  </a:moveTo>
                  <a:lnTo>
                    <a:pt x="280280" y="2149278"/>
                  </a:lnTo>
                  <a:lnTo>
                    <a:pt x="291660" y="2145128"/>
                  </a:lnTo>
                  <a:close/>
                  <a:moveTo>
                    <a:pt x="239168" y="2101350"/>
                  </a:moveTo>
                  <a:lnTo>
                    <a:pt x="259234" y="2047354"/>
                  </a:lnTo>
                  <a:lnTo>
                    <a:pt x="272526" y="1980699"/>
                  </a:lnTo>
                  <a:close/>
                  <a:moveTo>
                    <a:pt x="272526" y="1980699"/>
                  </a:moveTo>
                  <a:lnTo>
                    <a:pt x="298705" y="2034208"/>
                  </a:lnTo>
                  <a:lnTo>
                    <a:pt x="315142" y="2024477"/>
                  </a:lnTo>
                  <a:close/>
                  <a:moveTo>
                    <a:pt x="352033" y="1942262"/>
                  </a:moveTo>
                  <a:lnTo>
                    <a:pt x="229480" y="1898483"/>
                  </a:lnTo>
                  <a:lnTo>
                    <a:pt x="272526" y="1980699"/>
                  </a:lnTo>
                  <a:close/>
                  <a:moveTo>
                    <a:pt x="1029030" y="2682198"/>
                  </a:moveTo>
                  <a:lnTo>
                    <a:pt x="1103295" y="2758695"/>
                  </a:lnTo>
                  <a:lnTo>
                    <a:pt x="1131833" y="2725976"/>
                  </a:lnTo>
                  <a:close/>
                  <a:moveTo>
                    <a:pt x="270089" y="1777832"/>
                  </a:moveTo>
                  <a:lnTo>
                    <a:pt x="320917" y="1657180"/>
                  </a:lnTo>
                  <a:lnTo>
                    <a:pt x="223133" y="1695617"/>
                  </a:lnTo>
                  <a:close/>
                  <a:moveTo>
                    <a:pt x="1131833" y="2725976"/>
                  </a:moveTo>
                  <a:lnTo>
                    <a:pt x="1113039" y="2757735"/>
                  </a:lnTo>
                  <a:lnTo>
                    <a:pt x="1168998" y="2789144"/>
                  </a:lnTo>
                  <a:close/>
                  <a:moveTo>
                    <a:pt x="354761" y="1648858"/>
                  </a:moveTo>
                  <a:lnTo>
                    <a:pt x="320917" y="1657180"/>
                  </a:lnTo>
                  <a:lnTo>
                    <a:pt x="403347" y="1661906"/>
                  </a:lnTo>
                  <a:close/>
                  <a:moveTo>
                    <a:pt x="341311" y="1645163"/>
                  </a:moveTo>
                  <a:lnTo>
                    <a:pt x="320917" y="1657180"/>
                  </a:lnTo>
                  <a:lnTo>
                    <a:pt x="354761" y="1648858"/>
                  </a:lnTo>
                  <a:close/>
                  <a:moveTo>
                    <a:pt x="354761" y="1648858"/>
                  </a:moveTo>
                  <a:lnTo>
                    <a:pt x="356813" y="1657180"/>
                  </a:lnTo>
                  <a:lnTo>
                    <a:pt x="341311" y="1645163"/>
                  </a:lnTo>
                  <a:close/>
                  <a:moveTo>
                    <a:pt x="194929" y="1169231"/>
                  </a:moveTo>
                  <a:lnTo>
                    <a:pt x="181745" y="1087017"/>
                  </a:lnTo>
                  <a:lnTo>
                    <a:pt x="172727" y="1175204"/>
                  </a:lnTo>
                  <a:close/>
                  <a:moveTo>
                    <a:pt x="1657368" y="2576186"/>
                  </a:moveTo>
                  <a:lnTo>
                    <a:pt x="1527141" y="2583147"/>
                  </a:lnTo>
                  <a:lnTo>
                    <a:pt x="1588976" y="2599138"/>
                  </a:lnTo>
                  <a:close/>
                  <a:moveTo>
                    <a:pt x="1430752" y="2481032"/>
                  </a:moveTo>
                  <a:lnTo>
                    <a:pt x="1346192" y="2463925"/>
                  </a:lnTo>
                  <a:lnTo>
                    <a:pt x="1406506" y="2484673"/>
                  </a:lnTo>
                  <a:close/>
                  <a:moveTo>
                    <a:pt x="1423615" y="2386741"/>
                  </a:moveTo>
                  <a:lnTo>
                    <a:pt x="1360723" y="2377279"/>
                  </a:lnTo>
                  <a:lnTo>
                    <a:pt x="1430752" y="2481032"/>
                  </a:lnTo>
                  <a:close/>
                  <a:moveTo>
                    <a:pt x="1423615" y="2386741"/>
                  </a:moveTo>
                  <a:lnTo>
                    <a:pt x="1323855" y="2307160"/>
                  </a:lnTo>
                  <a:lnTo>
                    <a:pt x="1360723" y="2377279"/>
                  </a:lnTo>
                  <a:close/>
                  <a:moveTo>
                    <a:pt x="1262190" y="2213311"/>
                  </a:moveTo>
                  <a:lnTo>
                    <a:pt x="1188211" y="2320243"/>
                  </a:lnTo>
                  <a:lnTo>
                    <a:pt x="1255680" y="2301993"/>
                  </a:lnTo>
                  <a:close/>
                  <a:moveTo>
                    <a:pt x="714270" y="1638452"/>
                  </a:moveTo>
                  <a:lnTo>
                    <a:pt x="702630" y="1541870"/>
                  </a:lnTo>
                  <a:lnTo>
                    <a:pt x="626670" y="1548985"/>
                  </a:lnTo>
                  <a:close/>
                  <a:moveTo>
                    <a:pt x="626670" y="1548985"/>
                  </a:moveTo>
                  <a:lnTo>
                    <a:pt x="687750" y="1459828"/>
                  </a:lnTo>
                  <a:lnTo>
                    <a:pt x="569097" y="1495698"/>
                  </a:lnTo>
                  <a:close/>
                  <a:moveTo>
                    <a:pt x="687750" y="1459828"/>
                  </a:moveTo>
                  <a:lnTo>
                    <a:pt x="716272" y="1541870"/>
                  </a:lnTo>
                  <a:lnTo>
                    <a:pt x="767511" y="1555668"/>
                  </a:lnTo>
                  <a:close/>
                  <a:moveTo>
                    <a:pt x="636381" y="1377441"/>
                  </a:moveTo>
                  <a:lnTo>
                    <a:pt x="601987" y="1416867"/>
                  </a:lnTo>
                  <a:lnTo>
                    <a:pt x="654421" y="1386831"/>
                  </a:lnTo>
                  <a:close/>
                  <a:moveTo>
                    <a:pt x="530694" y="1377441"/>
                  </a:moveTo>
                  <a:lnTo>
                    <a:pt x="579880" y="1334214"/>
                  </a:lnTo>
                  <a:lnTo>
                    <a:pt x="514321" y="1379545"/>
                  </a:lnTo>
                  <a:close/>
                  <a:moveTo>
                    <a:pt x="514321" y="1379545"/>
                  </a:moveTo>
                  <a:lnTo>
                    <a:pt x="579880" y="1334214"/>
                  </a:lnTo>
                  <a:lnTo>
                    <a:pt x="555703" y="1306403"/>
                  </a:lnTo>
                  <a:close/>
                  <a:moveTo>
                    <a:pt x="514321" y="1379545"/>
                  </a:moveTo>
                  <a:lnTo>
                    <a:pt x="555703" y="1306403"/>
                  </a:lnTo>
                  <a:lnTo>
                    <a:pt x="467837" y="1317245"/>
                  </a:lnTo>
                  <a:close/>
                  <a:moveTo>
                    <a:pt x="579880" y="1334214"/>
                  </a:moveTo>
                  <a:lnTo>
                    <a:pt x="636381" y="1377441"/>
                  </a:lnTo>
                  <a:lnTo>
                    <a:pt x="555703" y="1306403"/>
                  </a:lnTo>
                  <a:close/>
                  <a:moveTo>
                    <a:pt x="636381" y="1377441"/>
                  </a:moveTo>
                  <a:lnTo>
                    <a:pt x="654421" y="1386831"/>
                  </a:lnTo>
                  <a:lnTo>
                    <a:pt x="555703" y="1306403"/>
                  </a:lnTo>
                  <a:close/>
                  <a:moveTo>
                    <a:pt x="1055732" y="1952946"/>
                  </a:moveTo>
                  <a:lnTo>
                    <a:pt x="1037515" y="1870731"/>
                  </a:lnTo>
                  <a:lnTo>
                    <a:pt x="1060391" y="1899707"/>
                  </a:lnTo>
                  <a:close/>
                  <a:moveTo>
                    <a:pt x="1703098" y="2531960"/>
                  </a:moveTo>
                  <a:lnTo>
                    <a:pt x="1588976" y="2599138"/>
                  </a:lnTo>
                  <a:lnTo>
                    <a:pt x="1632153" y="2545368"/>
                  </a:lnTo>
                  <a:close/>
                  <a:moveTo>
                    <a:pt x="1055732" y="1952946"/>
                  </a:moveTo>
                  <a:lnTo>
                    <a:pt x="1119363" y="2035161"/>
                  </a:lnTo>
                  <a:lnTo>
                    <a:pt x="1174591" y="1996725"/>
                  </a:lnTo>
                  <a:close/>
                  <a:moveTo>
                    <a:pt x="1032795" y="1697752"/>
                  </a:moveTo>
                  <a:lnTo>
                    <a:pt x="997750" y="1689856"/>
                  </a:lnTo>
                  <a:lnTo>
                    <a:pt x="1103294" y="1750079"/>
                  </a:lnTo>
                  <a:close/>
                  <a:moveTo>
                    <a:pt x="702630" y="1541870"/>
                  </a:moveTo>
                  <a:lnTo>
                    <a:pt x="712288" y="1550605"/>
                  </a:lnTo>
                  <a:lnTo>
                    <a:pt x="711389" y="1540702"/>
                  </a:lnTo>
                  <a:close/>
                  <a:moveTo>
                    <a:pt x="711389" y="1540702"/>
                  </a:moveTo>
                  <a:lnTo>
                    <a:pt x="712288" y="1550605"/>
                  </a:lnTo>
                  <a:lnTo>
                    <a:pt x="716272" y="1541870"/>
                  </a:lnTo>
                  <a:close/>
                  <a:moveTo>
                    <a:pt x="887873" y="1421219"/>
                  </a:moveTo>
                  <a:lnTo>
                    <a:pt x="884970" y="1520768"/>
                  </a:lnTo>
                  <a:lnTo>
                    <a:pt x="887992" y="1435016"/>
                  </a:lnTo>
                  <a:close/>
                  <a:moveTo>
                    <a:pt x="530694" y="1377441"/>
                  </a:moveTo>
                  <a:lnTo>
                    <a:pt x="601987" y="1416867"/>
                  </a:lnTo>
                  <a:lnTo>
                    <a:pt x="604866" y="1366527"/>
                  </a:lnTo>
                  <a:close/>
                  <a:moveTo>
                    <a:pt x="579880" y="1334214"/>
                  </a:moveTo>
                  <a:lnTo>
                    <a:pt x="530694" y="1377441"/>
                  </a:lnTo>
                  <a:lnTo>
                    <a:pt x="604866" y="1366527"/>
                  </a:lnTo>
                  <a:close/>
                  <a:moveTo>
                    <a:pt x="604866" y="1366527"/>
                  </a:moveTo>
                  <a:lnTo>
                    <a:pt x="601987" y="1416867"/>
                  </a:lnTo>
                  <a:lnTo>
                    <a:pt x="636381" y="1377441"/>
                  </a:lnTo>
                  <a:close/>
                  <a:moveTo>
                    <a:pt x="604866" y="1366527"/>
                  </a:moveTo>
                  <a:lnTo>
                    <a:pt x="636381" y="1377441"/>
                  </a:lnTo>
                  <a:lnTo>
                    <a:pt x="579880" y="1334214"/>
                  </a:lnTo>
                  <a:close/>
                  <a:moveTo>
                    <a:pt x="314967" y="1020065"/>
                  </a:moveTo>
                  <a:lnTo>
                    <a:pt x="383365" y="1025050"/>
                  </a:lnTo>
                  <a:lnTo>
                    <a:pt x="342325" y="1003349"/>
                  </a:lnTo>
                  <a:close/>
                  <a:moveTo>
                    <a:pt x="1717357" y="2490015"/>
                  </a:moveTo>
                  <a:lnTo>
                    <a:pt x="1754833" y="2510188"/>
                  </a:lnTo>
                  <a:lnTo>
                    <a:pt x="1708357" y="2476620"/>
                  </a:lnTo>
                  <a:close/>
                  <a:moveTo>
                    <a:pt x="1717357" y="2490015"/>
                  </a:moveTo>
                  <a:lnTo>
                    <a:pt x="1708357" y="2476620"/>
                  </a:lnTo>
                  <a:lnTo>
                    <a:pt x="1708981" y="2407800"/>
                  </a:lnTo>
                  <a:close/>
                  <a:moveTo>
                    <a:pt x="1670971" y="2206737"/>
                  </a:moveTo>
                  <a:lnTo>
                    <a:pt x="1642922" y="2306970"/>
                  </a:lnTo>
                  <a:lnTo>
                    <a:pt x="1680111" y="2204934"/>
                  </a:lnTo>
                  <a:close/>
                  <a:moveTo>
                    <a:pt x="1417368" y="2243370"/>
                  </a:moveTo>
                  <a:lnTo>
                    <a:pt x="1486356" y="2278910"/>
                  </a:lnTo>
                  <a:lnTo>
                    <a:pt x="1499084" y="2225295"/>
                  </a:lnTo>
                  <a:close/>
                  <a:moveTo>
                    <a:pt x="1587521" y="2213988"/>
                  </a:moveTo>
                  <a:lnTo>
                    <a:pt x="1486356" y="2278910"/>
                  </a:lnTo>
                  <a:lnTo>
                    <a:pt x="1567406" y="2303289"/>
                  </a:lnTo>
                  <a:close/>
                  <a:moveTo>
                    <a:pt x="1587521" y="2213988"/>
                  </a:moveTo>
                  <a:lnTo>
                    <a:pt x="1499084" y="2225295"/>
                  </a:lnTo>
                  <a:lnTo>
                    <a:pt x="1486356" y="2278910"/>
                  </a:lnTo>
                  <a:close/>
                  <a:moveTo>
                    <a:pt x="1670971" y="2206737"/>
                  </a:moveTo>
                  <a:lnTo>
                    <a:pt x="1587521" y="2213988"/>
                  </a:lnTo>
                  <a:lnTo>
                    <a:pt x="1567406" y="2303289"/>
                  </a:lnTo>
                  <a:close/>
                  <a:moveTo>
                    <a:pt x="1413239" y="2134400"/>
                  </a:moveTo>
                  <a:lnTo>
                    <a:pt x="1492255" y="2130754"/>
                  </a:lnTo>
                  <a:lnTo>
                    <a:pt x="1467878" y="2050480"/>
                  </a:lnTo>
                  <a:close/>
                  <a:moveTo>
                    <a:pt x="1567304" y="2130332"/>
                  </a:moveTo>
                  <a:lnTo>
                    <a:pt x="1508348" y="2082480"/>
                  </a:lnTo>
                  <a:lnTo>
                    <a:pt x="1467878" y="2050480"/>
                  </a:lnTo>
                  <a:close/>
                  <a:moveTo>
                    <a:pt x="1492255" y="2130754"/>
                  </a:moveTo>
                  <a:lnTo>
                    <a:pt x="1567304" y="2130332"/>
                  </a:lnTo>
                  <a:lnTo>
                    <a:pt x="1467878" y="2050480"/>
                  </a:lnTo>
                  <a:close/>
                  <a:moveTo>
                    <a:pt x="1385987" y="2056463"/>
                  </a:moveTo>
                  <a:lnTo>
                    <a:pt x="1467878" y="2050480"/>
                  </a:lnTo>
                  <a:lnTo>
                    <a:pt x="1424630" y="2048129"/>
                  </a:lnTo>
                  <a:close/>
                  <a:moveTo>
                    <a:pt x="1265372" y="1794805"/>
                  </a:moveTo>
                  <a:lnTo>
                    <a:pt x="1235660" y="1832294"/>
                  </a:lnTo>
                  <a:lnTo>
                    <a:pt x="1261167" y="1797071"/>
                  </a:lnTo>
                  <a:close/>
                  <a:moveTo>
                    <a:pt x="1263328" y="1787162"/>
                  </a:moveTo>
                  <a:lnTo>
                    <a:pt x="1224605" y="1711643"/>
                  </a:lnTo>
                  <a:lnTo>
                    <a:pt x="1261167" y="1797071"/>
                  </a:lnTo>
                  <a:close/>
                  <a:moveTo>
                    <a:pt x="1261167" y="1797071"/>
                  </a:moveTo>
                  <a:lnTo>
                    <a:pt x="1224605" y="1711643"/>
                  </a:lnTo>
                  <a:lnTo>
                    <a:pt x="1131724" y="1741623"/>
                  </a:lnTo>
                  <a:close/>
                  <a:moveTo>
                    <a:pt x="1235660" y="1832294"/>
                  </a:moveTo>
                  <a:lnTo>
                    <a:pt x="1263328" y="1787162"/>
                  </a:lnTo>
                  <a:lnTo>
                    <a:pt x="1261167" y="1797071"/>
                  </a:lnTo>
                  <a:close/>
                  <a:moveTo>
                    <a:pt x="1032795" y="1697752"/>
                  </a:moveTo>
                  <a:lnTo>
                    <a:pt x="1131724" y="1741623"/>
                  </a:lnTo>
                  <a:lnTo>
                    <a:pt x="1152465" y="1651321"/>
                  </a:lnTo>
                  <a:close/>
                  <a:moveTo>
                    <a:pt x="1131724" y="1741623"/>
                  </a:moveTo>
                  <a:lnTo>
                    <a:pt x="1224605" y="1711643"/>
                  </a:lnTo>
                  <a:lnTo>
                    <a:pt x="1152465" y="1651321"/>
                  </a:lnTo>
                  <a:close/>
                  <a:moveTo>
                    <a:pt x="602804" y="989518"/>
                  </a:moveTo>
                  <a:lnTo>
                    <a:pt x="671374" y="972681"/>
                  </a:lnTo>
                  <a:lnTo>
                    <a:pt x="656890" y="971707"/>
                  </a:lnTo>
                  <a:close/>
                  <a:moveTo>
                    <a:pt x="1468824" y="1782956"/>
                  </a:moveTo>
                  <a:lnTo>
                    <a:pt x="1542497" y="1837637"/>
                  </a:lnTo>
                  <a:lnTo>
                    <a:pt x="1444920" y="1768868"/>
                  </a:lnTo>
                  <a:close/>
                  <a:moveTo>
                    <a:pt x="1224605" y="1711643"/>
                  </a:moveTo>
                  <a:lnTo>
                    <a:pt x="1263328" y="1787162"/>
                  </a:lnTo>
                  <a:lnTo>
                    <a:pt x="1254201" y="1702643"/>
                  </a:lnTo>
                  <a:close/>
                  <a:moveTo>
                    <a:pt x="1155594" y="1622124"/>
                  </a:moveTo>
                  <a:lnTo>
                    <a:pt x="1242068" y="1512323"/>
                  </a:lnTo>
                  <a:lnTo>
                    <a:pt x="1136613" y="1537462"/>
                  </a:lnTo>
                  <a:close/>
                  <a:moveTo>
                    <a:pt x="1069275" y="1531615"/>
                  </a:moveTo>
                  <a:lnTo>
                    <a:pt x="1136613" y="1537462"/>
                  </a:lnTo>
                  <a:lnTo>
                    <a:pt x="1116469" y="1453748"/>
                  </a:lnTo>
                  <a:close/>
                  <a:moveTo>
                    <a:pt x="1052703" y="1444996"/>
                  </a:moveTo>
                  <a:lnTo>
                    <a:pt x="1116469" y="1453748"/>
                  </a:lnTo>
                  <a:lnTo>
                    <a:pt x="1109696" y="1359161"/>
                  </a:lnTo>
                  <a:close/>
                  <a:moveTo>
                    <a:pt x="1052703" y="1444996"/>
                  </a:moveTo>
                  <a:lnTo>
                    <a:pt x="1109696" y="1359161"/>
                  </a:lnTo>
                  <a:lnTo>
                    <a:pt x="1035377" y="1358990"/>
                  </a:lnTo>
                  <a:close/>
                  <a:moveTo>
                    <a:pt x="1035377" y="1358990"/>
                  </a:moveTo>
                  <a:lnTo>
                    <a:pt x="1109696" y="1359161"/>
                  </a:lnTo>
                  <a:lnTo>
                    <a:pt x="1086908" y="1277596"/>
                  </a:lnTo>
                  <a:close/>
                  <a:moveTo>
                    <a:pt x="656890" y="971707"/>
                  </a:moveTo>
                  <a:lnTo>
                    <a:pt x="671714" y="968501"/>
                  </a:lnTo>
                  <a:lnTo>
                    <a:pt x="602047" y="968450"/>
                  </a:lnTo>
                  <a:close/>
                  <a:moveTo>
                    <a:pt x="1949785" y="2301435"/>
                  </a:moveTo>
                  <a:lnTo>
                    <a:pt x="1947699" y="2403222"/>
                  </a:lnTo>
                  <a:lnTo>
                    <a:pt x="2007815" y="2404866"/>
                  </a:lnTo>
                  <a:close/>
                  <a:moveTo>
                    <a:pt x="1961289" y="2292491"/>
                  </a:moveTo>
                  <a:lnTo>
                    <a:pt x="1949785" y="2301435"/>
                  </a:lnTo>
                  <a:lnTo>
                    <a:pt x="2007815" y="2404866"/>
                  </a:lnTo>
                  <a:close/>
                  <a:moveTo>
                    <a:pt x="2067078" y="2266670"/>
                  </a:moveTo>
                  <a:lnTo>
                    <a:pt x="2088088" y="2210089"/>
                  </a:lnTo>
                  <a:lnTo>
                    <a:pt x="2039211" y="2189233"/>
                  </a:lnTo>
                  <a:close/>
                  <a:moveTo>
                    <a:pt x="1946691" y="2203859"/>
                  </a:moveTo>
                  <a:lnTo>
                    <a:pt x="2039211" y="2189233"/>
                  </a:lnTo>
                  <a:lnTo>
                    <a:pt x="2001177" y="2120062"/>
                  </a:lnTo>
                  <a:close/>
                  <a:moveTo>
                    <a:pt x="1935512" y="2112854"/>
                  </a:moveTo>
                  <a:lnTo>
                    <a:pt x="2001177" y="2120062"/>
                  </a:lnTo>
                  <a:lnTo>
                    <a:pt x="1975542" y="2040810"/>
                  </a:lnTo>
                  <a:close/>
                  <a:moveTo>
                    <a:pt x="487455" y="191299"/>
                  </a:moveTo>
                  <a:lnTo>
                    <a:pt x="350218" y="172050"/>
                  </a:lnTo>
                  <a:lnTo>
                    <a:pt x="405395" y="163148"/>
                  </a:lnTo>
                  <a:close/>
                  <a:moveTo>
                    <a:pt x="1596830" y="1349688"/>
                  </a:moveTo>
                  <a:lnTo>
                    <a:pt x="1572413" y="1245998"/>
                  </a:lnTo>
                  <a:lnTo>
                    <a:pt x="1581695" y="1229037"/>
                  </a:lnTo>
                  <a:close/>
                  <a:moveTo>
                    <a:pt x="1394415" y="1185258"/>
                  </a:moveTo>
                  <a:lnTo>
                    <a:pt x="1433189" y="1219321"/>
                  </a:lnTo>
                  <a:lnTo>
                    <a:pt x="1449887" y="1164276"/>
                  </a:lnTo>
                  <a:close/>
                  <a:moveTo>
                    <a:pt x="1285388" y="1103043"/>
                  </a:moveTo>
                  <a:lnTo>
                    <a:pt x="1290724" y="1028779"/>
                  </a:lnTo>
                  <a:lnTo>
                    <a:pt x="1327315" y="982392"/>
                  </a:lnTo>
                  <a:close/>
                  <a:moveTo>
                    <a:pt x="1093750" y="786187"/>
                  </a:moveTo>
                  <a:lnTo>
                    <a:pt x="1028393" y="820487"/>
                  </a:lnTo>
                  <a:lnTo>
                    <a:pt x="1143233" y="755992"/>
                  </a:lnTo>
                  <a:close/>
                  <a:moveTo>
                    <a:pt x="1671722" y="1205204"/>
                  </a:moveTo>
                  <a:lnTo>
                    <a:pt x="1581695" y="1229037"/>
                  </a:lnTo>
                  <a:lnTo>
                    <a:pt x="1711621" y="1272611"/>
                  </a:lnTo>
                  <a:close/>
                  <a:moveTo>
                    <a:pt x="1711621" y="1272611"/>
                  </a:moveTo>
                  <a:lnTo>
                    <a:pt x="1572413" y="1245998"/>
                  </a:lnTo>
                  <a:lnTo>
                    <a:pt x="1623451" y="1221618"/>
                  </a:lnTo>
                  <a:close/>
                  <a:moveTo>
                    <a:pt x="1369664" y="968719"/>
                  </a:moveTo>
                  <a:lnTo>
                    <a:pt x="1445222" y="1049106"/>
                  </a:lnTo>
                  <a:lnTo>
                    <a:pt x="1441897" y="970588"/>
                  </a:lnTo>
                  <a:close/>
                  <a:moveTo>
                    <a:pt x="1369664" y="968719"/>
                  </a:moveTo>
                  <a:lnTo>
                    <a:pt x="1441897" y="970588"/>
                  </a:lnTo>
                  <a:lnTo>
                    <a:pt x="1419144" y="951606"/>
                  </a:lnTo>
                  <a:close/>
                  <a:moveTo>
                    <a:pt x="1051167" y="545415"/>
                  </a:moveTo>
                  <a:lnTo>
                    <a:pt x="1074425" y="562190"/>
                  </a:lnTo>
                  <a:lnTo>
                    <a:pt x="1146128" y="551614"/>
                  </a:lnTo>
                  <a:close/>
                  <a:moveTo>
                    <a:pt x="1188117" y="555261"/>
                  </a:moveTo>
                  <a:lnTo>
                    <a:pt x="1127312" y="544102"/>
                  </a:lnTo>
                  <a:lnTo>
                    <a:pt x="1224989" y="567808"/>
                  </a:lnTo>
                  <a:close/>
                  <a:moveTo>
                    <a:pt x="1127312" y="544102"/>
                  </a:moveTo>
                  <a:lnTo>
                    <a:pt x="1146128" y="551614"/>
                  </a:lnTo>
                  <a:lnTo>
                    <a:pt x="1224989" y="567808"/>
                  </a:lnTo>
                  <a:close/>
                  <a:moveTo>
                    <a:pt x="958973" y="406886"/>
                  </a:moveTo>
                  <a:lnTo>
                    <a:pt x="1029419" y="463004"/>
                  </a:lnTo>
                  <a:lnTo>
                    <a:pt x="956131" y="398563"/>
                  </a:lnTo>
                  <a:close/>
                  <a:moveTo>
                    <a:pt x="936523" y="377842"/>
                  </a:moveTo>
                  <a:lnTo>
                    <a:pt x="958973" y="406886"/>
                  </a:lnTo>
                  <a:lnTo>
                    <a:pt x="956131" y="398563"/>
                  </a:lnTo>
                  <a:close/>
                  <a:moveTo>
                    <a:pt x="968116" y="312657"/>
                  </a:moveTo>
                  <a:lnTo>
                    <a:pt x="966184" y="372695"/>
                  </a:lnTo>
                  <a:lnTo>
                    <a:pt x="940930" y="341732"/>
                  </a:lnTo>
                  <a:close/>
                  <a:moveTo>
                    <a:pt x="940930" y="341732"/>
                  </a:moveTo>
                  <a:lnTo>
                    <a:pt x="966184" y="372695"/>
                  </a:lnTo>
                  <a:lnTo>
                    <a:pt x="936523" y="377842"/>
                  </a:lnTo>
                  <a:close/>
                  <a:moveTo>
                    <a:pt x="812913" y="141754"/>
                  </a:moveTo>
                  <a:lnTo>
                    <a:pt x="789141" y="121804"/>
                  </a:lnTo>
                  <a:lnTo>
                    <a:pt x="788504" y="237402"/>
                  </a:lnTo>
                  <a:close/>
                  <a:moveTo>
                    <a:pt x="788504" y="237402"/>
                  </a:moveTo>
                  <a:lnTo>
                    <a:pt x="789141" y="121804"/>
                  </a:lnTo>
                  <a:lnTo>
                    <a:pt x="690231" y="156613"/>
                  </a:lnTo>
                  <a:close/>
                  <a:moveTo>
                    <a:pt x="788504" y="237402"/>
                  </a:moveTo>
                  <a:lnTo>
                    <a:pt x="690231" y="156613"/>
                  </a:lnTo>
                  <a:lnTo>
                    <a:pt x="719933" y="232557"/>
                  </a:lnTo>
                  <a:close/>
                  <a:moveTo>
                    <a:pt x="1267845" y="512834"/>
                  </a:moveTo>
                  <a:lnTo>
                    <a:pt x="1224989" y="567808"/>
                  </a:lnTo>
                  <a:lnTo>
                    <a:pt x="1146128" y="551614"/>
                  </a:lnTo>
                  <a:close/>
                  <a:moveTo>
                    <a:pt x="876976" y="83368"/>
                  </a:moveTo>
                  <a:lnTo>
                    <a:pt x="812913" y="141754"/>
                  </a:lnTo>
                  <a:lnTo>
                    <a:pt x="870832" y="204019"/>
                  </a:lnTo>
                  <a:close/>
                  <a:moveTo>
                    <a:pt x="1245798" y="0"/>
                  </a:moveTo>
                  <a:lnTo>
                    <a:pt x="1250292" y="6495"/>
                  </a:lnTo>
                  <a:lnTo>
                    <a:pt x="1251032" y="3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94" name="Candidate_density__2093">
              <a:extLst>
                <a:ext uri="{FF2B5EF4-FFF2-40B4-BE49-F238E27FC236}">
                  <a16:creationId xmlns:a16="http://schemas.microsoft.com/office/drawing/2014/main" id="{A279CCD0-E6F2-E8DA-C0F7-6CF9EB0FE864}"/>
                </a:ext>
              </a:extLst>
            </p:cNvPr>
            <p:cNvSpPr>
              <a:spLocks noGrp="1"/>
            </p:cNvSpPr>
            <p:nvPr/>
          </p:nvSpPr>
          <p:spPr>
            <a:xfrm>
              <a:off x="4351997" y="1665904"/>
              <a:ext cx="2073252" cy="3108134"/>
            </a:xfrm>
            <a:custGeom>
              <a:avLst/>
              <a:gdLst/>
              <a:ahLst/>
              <a:cxnLst/>
              <a:rect l="0" t="0" r="0" b="0"/>
              <a:pathLst>
                <a:path w="2073252" h="3108134">
                  <a:moveTo>
                    <a:pt x="668293" y="3025919"/>
                  </a:moveTo>
                  <a:lnTo>
                    <a:pt x="705161" y="3108134"/>
                  </a:lnTo>
                  <a:lnTo>
                    <a:pt x="801522" y="3069698"/>
                  </a:lnTo>
                  <a:close/>
                  <a:moveTo>
                    <a:pt x="668293" y="3025919"/>
                  </a:moveTo>
                  <a:lnTo>
                    <a:pt x="801522" y="3069698"/>
                  </a:lnTo>
                  <a:lnTo>
                    <a:pt x="786191" y="2987482"/>
                  </a:lnTo>
                  <a:close/>
                  <a:moveTo>
                    <a:pt x="786191" y="2987482"/>
                  </a:moveTo>
                  <a:lnTo>
                    <a:pt x="814367" y="3066410"/>
                  </a:lnTo>
                  <a:lnTo>
                    <a:pt x="789669" y="2986397"/>
                  </a:lnTo>
                  <a:close/>
                  <a:moveTo>
                    <a:pt x="786191" y="2987482"/>
                  </a:moveTo>
                  <a:lnTo>
                    <a:pt x="801522" y="3069698"/>
                  </a:lnTo>
                  <a:lnTo>
                    <a:pt x="814367" y="3066410"/>
                  </a:lnTo>
                  <a:close/>
                  <a:moveTo>
                    <a:pt x="781835" y="2963186"/>
                  </a:moveTo>
                  <a:lnTo>
                    <a:pt x="786191" y="2987482"/>
                  </a:lnTo>
                  <a:lnTo>
                    <a:pt x="789669" y="2986397"/>
                  </a:lnTo>
                  <a:close/>
                  <a:moveTo>
                    <a:pt x="76410" y="1677383"/>
                  </a:moveTo>
                  <a:lnTo>
                    <a:pt x="121603" y="1638946"/>
                  </a:lnTo>
                  <a:lnTo>
                    <a:pt x="63724" y="1595168"/>
                  </a:lnTo>
                  <a:close/>
                  <a:moveTo>
                    <a:pt x="1222200" y="2751521"/>
                  </a:moveTo>
                  <a:lnTo>
                    <a:pt x="1152496" y="2789958"/>
                  </a:lnTo>
                  <a:lnTo>
                    <a:pt x="1255299" y="2833737"/>
                  </a:lnTo>
                  <a:close/>
                  <a:moveTo>
                    <a:pt x="1222200" y="2751521"/>
                  </a:moveTo>
                  <a:lnTo>
                    <a:pt x="1242731" y="2710959"/>
                  </a:lnTo>
                  <a:lnTo>
                    <a:pt x="1114320" y="2707743"/>
                  </a:lnTo>
                  <a:close/>
                  <a:moveTo>
                    <a:pt x="1152496" y="2789958"/>
                  </a:moveTo>
                  <a:lnTo>
                    <a:pt x="1222200" y="2751521"/>
                  </a:lnTo>
                  <a:lnTo>
                    <a:pt x="1114320" y="2707743"/>
                  </a:lnTo>
                  <a:close/>
                  <a:moveTo>
                    <a:pt x="1222200" y="2751521"/>
                  </a:moveTo>
                  <a:lnTo>
                    <a:pt x="1308285" y="2807140"/>
                  </a:lnTo>
                  <a:lnTo>
                    <a:pt x="1296639" y="2716515"/>
                  </a:lnTo>
                  <a:close/>
                  <a:moveTo>
                    <a:pt x="1222200" y="2751521"/>
                  </a:moveTo>
                  <a:lnTo>
                    <a:pt x="1255299" y="2833737"/>
                  </a:lnTo>
                  <a:lnTo>
                    <a:pt x="1308285" y="2807140"/>
                  </a:lnTo>
                  <a:close/>
                  <a:moveTo>
                    <a:pt x="1242731" y="2710959"/>
                  </a:moveTo>
                  <a:lnTo>
                    <a:pt x="1222200" y="2751521"/>
                  </a:lnTo>
                  <a:lnTo>
                    <a:pt x="1296639" y="2716515"/>
                  </a:lnTo>
                  <a:close/>
                  <a:moveTo>
                    <a:pt x="1369171" y="2689838"/>
                  </a:moveTo>
                  <a:lnTo>
                    <a:pt x="1351164" y="2732779"/>
                  </a:lnTo>
                  <a:lnTo>
                    <a:pt x="1310760" y="2713085"/>
                  </a:lnTo>
                  <a:close/>
                  <a:moveTo>
                    <a:pt x="1296639" y="2716515"/>
                  </a:moveTo>
                  <a:lnTo>
                    <a:pt x="1299912" y="2751521"/>
                  </a:lnTo>
                  <a:lnTo>
                    <a:pt x="1242731" y="2710959"/>
                  </a:lnTo>
                  <a:close/>
                  <a:moveTo>
                    <a:pt x="1351164" y="2732779"/>
                  </a:moveTo>
                  <a:lnTo>
                    <a:pt x="1369171" y="2689838"/>
                  </a:lnTo>
                  <a:lnTo>
                    <a:pt x="1338656" y="2751521"/>
                  </a:lnTo>
                  <a:close/>
                  <a:moveTo>
                    <a:pt x="1338656" y="2751521"/>
                  </a:moveTo>
                  <a:lnTo>
                    <a:pt x="1369171" y="2689838"/>
                  </a:lnTo>
                  <a:lnTo>
                    <a:pt x="1383187" y="2630870"/>
                  </a:lnTo>
                  <a:close/>
                  <a:moveTo>
                    <a:pt x="1431495" y="2767564"/>
                  </a:moveTo>
                  <a:lnTo>
                    <a:pt x="1514949" y="2741018"/>
                  </a:lnTo>
                  <a:lnTo>
                    <a:pt x="1464533" y="2701204"/>
                  </a:lnTo>
                  <a:close/>
                  <a:moveTo>
                    <a:pt x="1431495" y="2767564"/>
                  </a:moveTo>
                  <a:lnTo>
                    <a:pt x="1464533" y="2701204"/>
                  </a:lnTo>
                  <a:lnTo>
                    <a:pt x="1388903" y="2702098"/>
                  </a:lnTo>
                  <a:close/>
                  <a:moveTo>
                    <a:pt x="1369171" y="2689838"/>
                  </a:moveTo>
                  <a:lnTo>
                    <a:pt x="1310760" y="2713085"/>
                  </a:lnTo>
                  <a:lnTo>
                    <a:pt x="1388903" y="2702098"/>
                  </a:lnTo>
                  <a:close/>
                  <a:moveTo>
                    <a:pt x="1388903" y="2702098"/>
                  </a:moveTo>
                  <a:lnTo>
                    <a:pt x="1383187" y="2630870"/>
                  </a:lnTo>
                  <a:lnTo>
                    <a:pt x="1369171" y="2689838"/>
                  </a:lnTo>
                  <a:close/>
                  <a:moveTo>
                    <a:pt x="1464533" y="2701204"/>
                  </a:moveTo>
                  <a:lnTo>
                    <a:pt x="1514949" y="2741018"/>
                  </a:lnTo>
                  <a:lnTo>
                    <a:pt x="1578527" y="2700068"/>
                  </a:lnTo>
                  <a:close/>
                  <a:moveTo>
                    <a:pt x="1258616" y="2345788"/>
                  </a:moveTo>
                  <a:lnTo>
                    <a:pt x="1234002" y="2463123"/>
                  </a:lnTo>
                  <a:lnTo>
                    <a:pt x="1261507" y="2350756"/>
                  </a:lnTo>
                  <a:close/>
                  <a:moveTo>
                    <a:pt x="1258616" y="2345788"/>
                  </a:moveTo>
                  <a:lnTo>
                    <a:pt x="1257113" y="2334326"/>
                  </a:lnTo>
                  <a:lnTo>
                    <a:pt x="1175029" y="2302010"/>
                  </a:lnTo>
                  <a:close/>
                  <a:moveTo>
                    <a:pt x="1182693" y="2384224"/>
                  </a:moveTo>
                  <a:lnTo>
                    <a:pt x="1258616" y="2345788"/>
                  </a:lnTo>
                  <a:lnTo>
                    <a:pt x="1175029" y="2302010"/>
                  </a:lnTo>
                  <a:close/>
                  <a:moveTo>
                    <a:pt x="1222517" y="2276314"/>
                  </a:moveTo>
                  <a:lnTo>
                    <a:pt x="1257113" y="2334326"/>
                  </a:lnTo>
                  <a:lnTo>
                    <a:pt x="1259652" y="2263573"/>
                  </a:lnTo>
                  <a:close/>
                  <a:moveTo>
                    <a:pt x="645060" y="1717910"/>
                  </a:moveTo>
                  <a:lnTo>
                    <a:pt x="659186" y="1688068"/>
                  </a:lnTo>
                  <a:lnTo>
                    <a:pt x="629740" y="1726504"/>
                  </a:lnTo>
                  <a:close/>
                  <a:moveTo>
                    <a:pt x="1523773" y="2753135"/>
                  </a:moveTo>
                  <a:lnTo>
                    <a:pt x="1578527" y="2700068"/>
                  </a:lnTo>
                  <a:lnTo>
                    <a:pt x="1514949" y="2741018"/>
                  </a:lnTo>
                  <a:close/>
                  <a:moveTo>
                    <a:pt x="1523773" y="2753135"/>
                  </a:moveTo>
                  <a:lnTo>
                    <a:pt x="1632483" y="2725348"/>
                  </a:lnTo>
                  <a:lnTo>
                    <a:pt x="1578527" y="2700068"/>
                  </a:lnTo>
                  <a:close/>
                  <a:moveTo>
                    <a:pt x="1712443" y="2706898"/>
                  </a:moveTo>
                  <a:lnTo>
                    <a:pt x="1632483" y="2725348"/>
                  </a:lnTo>
                  <a:lnTo>
                    <a:pt x="1663302" y="2718427"/>
                  </a:lnTo>
                  <a:close/>
                  <a:moveTo>
                    <a:pt x="1578527" y="2700068"/>
                  </a:moveTo>
                  <a:lnTo>
                    <a:pt x="1632483" y="2725348"/>
                  </a:lnTo>
                  <a:lnTo>
                    <a:pt x="1712443" y="2706898"/>
                  </a:lnTo>
                  <a:close/>
                  <a:moveTo>
                    <a:pt x="1258616" y="2345788"/>
                  </a:moveTo>
                  <a:lnTo>
                    <a:pt x="1261507" y="2350756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58616" y="2345788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63101" y="2343412"/>
                  </a:lnTo>
                  <a:lnTo>
                    <a:pt x="1259652" y="2263573"/>
                  </a:lnTo>
                  <a:close/>
                  <a:moveTo>
                    <a:pt x="1409961" y="2196738"/>
                  </a:moveTo>
                  <a:lnTo>
                    <a:pt x="1387678" y="2202633"/>
                  </a:lnTo>
                  <a:lnTo>
                    <a:pt x="1306937" y="2225137"/>
                  </a:lnTo>
                  <a:close/>
                  <a:moveTo>
                    <a:pt x="1387678" y="2202633"/>
                  </a:moveTo>
                  <a:lnTo>
                    <a:pt x="1412772" y="2186700"/>
                  </a:lnTo>
                  <a:lnTo>
                    <a:pt x="1468044" y="2135244"/>
                  </a:lnTo>
                  <a:close/>
                  <a:moveTo>
                    <a:pt x="1387678" y="2202633"/>
                  </a:moveTo>
                  <a:lnTo>
                    <a:pt x="1409961" y="2196738"/>
                  </a:lnTo>
                  <a:lnTo>
                    <a:pt x="1412772" y="2186700"/>
                  </a:lnTo>
                  <a:close/>
                  <a:moveTo>
                    <a:pt x="1160981" y="1978491"/>
                  </a:moveTo>
                  <a:lnTo>
                    <a:pt x="1236957" y="2022270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160981" y="1978491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218588" y="1940055"/>
                  </a:lnTo>
                  <a:lnTo>
                    <a:pt x="1226761" y="1857840"/>
                  </a:lnTo>
                  <a:close/>
                  <a:moveTo>
                    <a:pt x="568188" y="1117904"/>
                  </a:moveTo>
                  <a:lnTo>
                    <a:pt x="506832" y="1132811"/>
                  </a:lnTo>
                  <a:lnTo>
                    <a:pt x="522486" y="1220175"/>
                  </a:lnTo>
                  <a:close/>
                  <a:moveTo>
                    <a:pt x="593594" y="1095083"/>
                  </a:moveTo>
                  <a:lnTo>
                    <a:pt x="506832" y="1132811"/>
                  </a:lnTo>
                  <a:lnTo>
                    <a:pt x="568188" y="1117904"/>
                  </a:lnTo>
                  <a:close/>
                  <a:moveTo>
                    <a:pt x="0" y="580834"/>
                  </a:moveTo>
                  <a:lnTo>
                    <a:pt x="11589" y="663050"/>
                  </a:lnTo>
                  <a:lnTo>
                    <a:pt x="50312" y="542398"/>
                  </a:lnTo>
                  <a:close/>
                  <a:moveTo>
                    <a:pt x="62701" y="503450"/>
                  </a:moveTo>
                  <a:lnTo>
                    <a:pt x="0" y="580834"/>
                  </a:lnTo>
                  <a:lnTo>
                    <a:pt x="50312" y="542398"/>
                  </a:lnTo>
                  <a:close/>
                  <a:moveTo>
                    <a:pt x="1832448" y="2515561"/>
                  </a:moveTo>
                  <a:lnTo>
                    <a:pt x="1831824" y="2584380"/>
                  </a:lnTo>
                  <a:lnTo>
                    <a:pt x="1928105" y="2525502"/>
                  </a:lnTo>
                  <a:close/>
                  <a:moveTo>
                    <a:pt x="1928105" y="2525502"/>
                  </a:moveTo>
                  <a:lnTo>
                    <a:pt x="1831824" y="2584380"/>
                  </a:lnTo>
                  <a:lnTo>
                    <a:pt x="1854331" y="2528331"/>
                  </a:lnTo>
                  <a:close/>
                  <a:moveTo>
                    <a:pt x="1928105" y="2525502"/>
                  </a:moveTo>
                  <a:lnTo>
                    <a:pt x="1898399" y="2490755"/>
                  </a:lnTo>
                  <a:lnTo>
                    <a:pt x="1832448" y="2515561"/>
                  </a:lnTo>
                  <a:close/>
                  <a:moveTo>
                    <a:pt x="1898399" y="2490755"/>
                  </a:moveTo>
                  <a:lnTo>
                    <a:pt x="1928105" y="2525502"/>
                  </a:lnTo>
                  <a:lnTo>
                    <a:pt x="1940032" y="2477124"/>
                  </a:lnTo>
                  <a:close/>
                  <a:moveTo>
                    <a:pt x="1226761" y="1857840"/>
                  </a:moveTo>
                  <a:lnTo>
                    <a:pt x="1297552" y="1915035"/>
                  </a:lnTo>
                  <a:lnTo>
                    <a:pt x="1255190" y="1849383"/>
                  </a:lnTo>
                  <a:close/>
                  <a:moveTo>
                    <a:pt x="1226761" y="1857840"/>
                  </a:moveTo>
                  <a:lnTo>
                    <a:pt x="1218588" y="1940055"/>
                  </a:lnTo>
                  <a:lnTo>
                    <a:pt x="1297552" y="1915035"/>
                  </a:lnTo>
                  <a:close/>
                  <a:moveTo>
                    <a:pt x="1011458" y="1542776"/>
                  </a:moveTo>
                  <a:lnTo>
                    <a:pt x="1057399" y="1499339"/>
                  </a:lnTo>
                  <a:lnTo>
                    <a:pt x="1011339" y="1528979"/>
                  </a:lnTo>
                  <a:close/>
                  <a:moveTo>
                    <a:pt x="1057399" y="1499339"/>
                  </a:moveTo>
                  <a:lnTo>
                    <a:pt x="1063369" y="1490543"/>
                  </a:lnTo>
                  <a:lnTo>
                    <a:pt x="1011339" y="1528979"/>
                  </a:lnTo>
                  <a:close/>
                  <a:moveTo>
                    <a:pt x="1020320" y="1446764"/>
                  </a:moveTo>
                  <a:lnTo>
                    <a:pt x="1011339" y="1528979"/>
                  </a:lnTo>
                  <a:lnTo>
                    <a:pt x="1063369" y="1490543"/>
                  </a:lnTo>
                  <a:close/>
                  <a:moveTo>
                    <a:pt x="1020320" y="1446764"/>
                  </a:moveTo>
                  <a:lnTo>
                    <a:pt x="1063369" y="1490543"/>
                  </a:lnTo>
                  <a:lnTo>
                    <a:pt x="1076982" y="1408328"/>
                  </a:lnTo>
                  <a:close/>
                  <a:moveTo>
                    <a:pt x="568188" y="1117904"/>
                  </a:moveTo>
                  <a:lnTo>
                    <a:pt x="649274" y="1177692"/>
                  </a:lnTo>
                  <a:lnTo>
                    <a:pt x="609480" y="1109951"/>
                  </a:lnTo>
                  <a:close/>
                  <a:moveTo>
                    <a:pt x="733282" y="1169986"/>
                  </a:moveTo>
                  <a:lnTo>
                    <a:pt x="715511" y="1079468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568188" y="1117904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609480" y="1109951"/>
                  </a:lnTo>
                  <a:lnTo>
                    <a:pt x="609402" y="1035688"/>
                  </a:lnTo>
                  <a:close/>
                  <a:moveTo>
                    <a:pt x="609402" y="1035688"/>
                  </a:moveTo>
                  <a:lnTo>
                    <a:pt x="609480" y="1109951"/>
                  </a:lnTo>
                  <a:lnTo>
                    <a:pt x="715511" y="1079468"/>
                  </a:lnTo>
                  <a:close/>
                  <a:moveTo>
                    <a:pt x="609402" y="1035688"/>
                  </a:moveTo>
                  <a:lnTo>
                    <a:pt x="715511" y="1079468"/>
                  </a:lnTo>
                  <a:lnTo>
                    <a:pt x="695393" y="997252"/>
                  </a:lnTo>
                  <a:close/>
                  <a:moveTo>
                    <a:pt x="697949" y="991388"/>
                  </a:moveTo>
                  <a:lnTo>
                    <a:pt x="609402" y="1035688"/>
                  </a:lnTo>
                  <a:lnTo>
                    <a:pt x="695393" y="997252"/>
                  </a:lnTo>
                  <a:close/>
                  <a:moveTo>
                    <a:pt x="1928105" y="2525502"/>
                  </a:moveTo>
                  <a:lnTo>
                    <a:pt x="1971290" y="2531588"/>
                  </a:lnTo>
                  <a:lnTo>
                    <a:pt x="1940032" y="2477124"/>
                  </a:lnTo>
                  <a:close/>
                  <a:moveTo>
                    <a:pt x="1940032" y="2477124"/>
                  </a:moveTo>
                  <a:lnTo>
                    <a:pt x="1971290" y="2531588"/>
                  </a:lnTo>
                  <a:lnTo>
                    <a:pt x="2032807" y="2520903"/>
                  </a:lnTo>
                  <a:close/>
                  <a:moveTo>
                    <a:pt x="1940032" y="2477124"/>
                  </a:moveTo>
                  <a:lnTo>
                    <a:pt x="2032807" y="2520903"/>
                  </a:lnTo>
                  <a:lnTo>
                    <a:pt x="2034926" y="2438688"/>
                  </a:lnTo>
                  <a:close/>
                  <a:moveTo>
                    <a:pt x="1782367" y="2224218"/>
                  </a:moveTo>
                  <a:lnTo>
                    <a:pt x="1790354" y="2289134"/>
                  </a:lnTo>
                  <a:lnTo>
                    <a:pt x="1882696" y="2192042"/>
                  </a:lnTo>
                  <a:close/>
                  <a:moveTo>
                    <a:pt x="1882696" y="2192042"/>
                  </a:moveTo>
                  <a:lnTo>
                    <a:pt x="1790354" y="2289134"/>
                  </a:lnTo>
                  <a:lnTo>
                    <a:pt x="1803578" y="2312694"/>
                  </a:lnTo>
                  <a:close/>
                  <a:moveTo>
                    <a:pt x="1882696" y="2192042"/>
                  </a:moveTo>
                  <a:lnTo>
                    <a:pt x="1803578" y="2312694"/>
                  </a:lnTo>
                  <a:lnTo>
                    <a:pt x="1895779" y="2274257"/>
                  </a:lnTo>
                  <a:close/>
                  <a:moveTo>
                    <a:pt x="1755320" y="2230479"/>
                  </a:moveTo>
                  <a:lnTo>
                    <a:pt x="1790354" y="2289134"/>
                  </a:lnTo>
                  <a:lnTo>
                    <a:pt x="1782367" y="2224218"/>
                  </a:lnTo>
                  <a:close/>
                  <a:moveTo>
                    <a:pt x="715511" y="1079468"/>
                  </a:moveTo>
                  <a:lnTo>
                    <a:pt x="725514" y="1076210"/>
                  </a:lnTo>
                  <a:lnTo>
                    <a:pt x="695393" y="997252"/>
                  </a:lnTo>
                  <a:close/>
                  <a:moveTo>
                    <a:pt x="2034926" y="2438688"/>
                  </a:moveTo>
                  <a:lnTo>
                    <a:pt x="2073252" y="2409195"/>
                  </a:lnTo>
                  <a:lnTo>
                    <a:pt x="2050800" y="2318036"/>
                  </a:lnTo>
                  <a:close/>
                  <a:moveTo>
                    <a:pt x="1936542" y="2259560"/>
                  </a:moveTo>
                  <a:lnTo>
                    <a:pt x="1931256" y="2322080"/>
                  </a:lnTo>
                  <a:lnTo>
                    <a:pt x="2011799" y="2235821"/>
                  </a:lnTo>
                  <a:close/>
                  <a:moveTo>
                    <a:pt x="1895779" y="2274257"/>
                  </a:moveTo>
                  <a:lnTo>
                    <a:pt x="1931256" y="2322080"/>
                  </a:lnTo>
                  <a:lnTo>
                    <a:pt x="1936542" y="2259560"/>
                  </a:lnTo>
                  <a:close/>
                  <a:moveTo>
                    <a:pt x="1882696" y="2192042"/>
                  </a:moveTo>
                  <a:lnTo>
                    <a:pt x="1936542" y="2259560"/>
                  </a:lnTo>
                  <a:lnTo>
                    <a:pt x="1906270" y="2184080"/>
                  </a:lnTo>
                  <a:close/>
                  <a:moveTo>
                    <a:pt x="1882696" y="2192042"/>
                  </a:moveTo>
                  <a:lnTo>
                    <a:pt x="1895779" y="2274257"/>
                  </a:lnTo>
                  <a:lnTo>
                    <a:pt x="1936542" y="2259560"/>
                  </a:lnTo>
                  <a:close/>
                  <a:moveTo>
                    <a:pt x="2011799" y="2235821"/>
                  </a:moveTo>
                  <a:lnTo>
                    <a:pt x="1998885" y="2153606"/>
                  </a:lnTo>
                  <a:lnTo>
                    <a:pt x="1936542" y="2259560"/>
                  </a:lnTo>
                  <a:close/>
                  <a:moveTo>
                    <a:pt x="1998885" y="2153606"/>
                  </a:moveTo>
                  <a:lnTo>
                    <a:pt x="1906270" y="2184080"/>
                  </a:lnTo>
                  <a:lnTo>
                    <a:pt x="1936542" y="2259560"/>
                  </a:lnTo>
                  <a:close/>
                  <a:moveTo>
                    <a:pt x="1851127" y="2109827"/>
                  </a:moveTo>
                  <a:lnTo>
                    <a:pt x="1906270" y="2184080"/>
                  </a:lnTo>
                  <a:lnTo>
                    <a:pt x="1892375" y="2095284"/>
                  </a:lnTo>
                  <a:close/>
                  <a:moveTo>
                    <a:pt x="1851127" y="2109827"/>
                  </a:moveTo>
                  <a:lnTo>
                    <a:pt x="1882696" y="2192042"/>
                  </a:lnTo>
                  <a:lnTo>
                    <a:pt x="1906270" y="2184080"/>
                  </a:lnTo>
                  <a:close/>
                  <a:moveTo>
                    <a:pt x="1998885" y="2153606"/>
                  </a:moveTo>
                  <a:lnTo>
                    <a:pt x="2001595" y="2091209"/>
                  </a:lnTo>
                  <a:lnTo>
                    <a:pt x="1906270" y="2184080"/>
                  </a:lnTo>
                  <a:close/>
                  <a:moveTo>
                    <a:pt x="2011799" y="2235821"/>
                  </a:moveTo>
                  <a:lnTo>
                    <a:pt x="2070157" y="2311619"/>
                  </a:lnTo>
                  <a:lnTo>
                    <a:pt x="2058979" y="2220614"/>
                  </a:lnTo>
                  <a:close/>
                  <a:moveTo>
                    <a:pt x="2011799" y="2235821"/>
                  </a:moveTo>
                  <a:lnTo>
                    <a:pt x="2050800" y="2318036"/>
                  </a:lnTo>
                  <a:lnTo>
                    <a:pt x="2070157" y="2311619"/>
                  </a:lnTo>
                  <a:close/>
                  <a:moveTo>
                    <a:pt x="1998885" y="2153606"/>
                  </a:moveTo>
                  <a:lnTo>
                    <a:pt x="2058979" y="2220614"/>
                  </a:lnTo>
                  <a:lnTo>
                    <a:pt x="2030256" y="2143873"/>
                  </a:lnTo>
                  <a:close/>
                  <a:moveTo>
                    <a:pt x="1998885" y="2153606"/>
                  </a:moveTo>
                  <a:lnTo>
                    <a:pt x="2011799" y="2235821"/>
                  </a:lnTo>
                  <a:lnTo>
                    <a:pt x="2058979" y="2220614"/>
                  </a:lnTo>
                  <a:close/>
                  <a:moveTo>
                    <a:pt x="2001595" y="2091209"/>
                  </a:moveTo>
                  <a:lnTo>
                    <a:pt x="1998885" y="2153606"/>
                  </a:lnTo>
                  <a:lnTo>
                    <a:pt x="2030256" y="2143873"/>
                  </a:lnTo>
                  <a:close/>
                  <a:moveTo>
                    <a:pt x="1470136" y="1067053"/>
                  </a:moveTo>
                  <a:lnTo>
                    <a:pt x="1375462" y="1128588"/>
                  </a:lnTo>
                  <a:lnTo>
                    <a:pt x="1450782" y="1090152"/>
                  </a:lnTo>
                  <a:close/>
                  <a:moveTo>
                    <a:pt x="1151859" y="928247"/>
                  </a:moveTo>
                  <a:lnTo>
                    <a:pt x="1141634" y="964158"/>
                  </a:lnTo>
                  <a:lnTo>
                    <a:pt x="1190466" y="940580"/>
                  </a:lnTo>
                  <a:close/>
                  <a:moveTo>
                    <a:pt x="1035169" y="605873"/>
                  </a:moveTo>
                  <a:lnTo>
                    <a:pt x="947166" y="635297"/>
                  </a:lnTo>
                  <a:lnTo>
                    <a:pt x="1048822" y="606461"/>
                  </a:lnTo>
                  <a:close/>
                  <a:moveTo>
                    <a:pt x="1035169" y="605873"/>
                  </a:moveTo>
                  <a:lnTo>
                    <a:pt x="1048822" y="606461"/>
                  </a:lnTo>
                  <a:lnTo>
                    <a:pt x="1057473" y="596861"/>
                  </a:lnTo>
                  <a:close/>
                  <a:moveTo>
                    <a:pt x="807464" y="261381"/>
                  </a:moveTo>
                  <a:lnTo>
                    <a:pt x="719952" y="279994"/>
                  </a:lnTo>
                  <a:lnTo>
                    <a:pt x="801030" y="268001"/>
                  </a:lnTo>
                  <a:close/>
                  <a:moveTo>
                    <a:pt x="673287" y="253573"/>
                  </a:moveTo>
                  <a:lnTo>
                    <a:pt x="719952" y="279994"/>
                  </a:lnTo>
                  <a:lnTo>
                    <a:pt x="807464" y="261381"/>
                  </a:lnTo>
                  <a:close/>
                  <a:moveTo>
                    <a:pt x="719952" y="279994"/>
                  </a:moveTo>
                  <a:lnTo>
                    <a:pt x="753487" y="338225"/>
                  </a:lnTo>
                  <a:lnTo>
                    <a:pt x="801030" y="268001"/>
                  </a:lnTo>
                  <a:close/>
                  <a:moveTo>
                    <a:pt x="1795189" y="1312964"/>
                  </a:moveTo>
                  <a:lnTo>
                    <a:pt x="1684670" y="1311846"/>
                  </a:lnTo>
                  <a:lnTo>
                    <a:pt x="1705162" y="1336797"/>
                  </a:lnTo>
                  <a:close/>
                  <a:moveTo>
                    <a:pt x="1641046" y="1254582"/>
                  </a:moveTo>
                  <a:lnTo>
                    <a:pt x="1684670" y="1311846"/>
                  </a:lnTo>
                  <a:lnTo>
                    <a:pt x="1684653" y="1242143"/>
                  </a:lnTo>
                  <a:close/>
                  <a:moveTo>
                    <a:pt x="1470136" y="1067053"/>
                  </a:moveTo>
                  <a:lnTo>
                    <a:pt x="1450782" y="1090152"/>
                  </a:lnTo>
                  <a:lnTo>
                    <a:pt x="1493131" y="1076480"/>
                  </a:lnTo>
                  <a:close/>
                  <a:moveTo>
                    <a:pt x="1107687" y="647009"/>
                  </a:moveTo>
                  <a:lnTo>
                    <a:pt x="1057473" y="596861"/>
                  </a:lnTo>
                  <a:lnTo>
                    <a:pt x="1048822" y="606461"/>
                  </a:lnTo>
                  <a:close/>
                  <a:moveTo>
                    <a:pt x="813698" y="264373"/>
                  </a:moveTo>
                  <a:lnTo>
                    <a:pt x="801030" y="268001"/>
                  </a:lnTo>
                  <a:lnTo>
                    <a:pt x="759767" y="347717"/>
                  </a:lnTo>
                  <a:close/>
                  <a:moveTo>
                    <a:pt x="807464" y="261381"/>
                  </a:moveTo>
                  <a:lnTo>
                    <a:pt x="801030" y="268001"/>
                  </a:lnTo>
                  <a:lnTo>
                    <a:pt x="813698" y="264373"/>
                  </a:lnTo>
                  <a:close/>
                  <a:moveTo>
                    <a:pt x="807464" y="261381"/>
                  </a:moveTo>
                  <a:lnTo>
                    <a:pt x="813698" y="264373"/>
                  </a:lnTo>
                  <a:lnTo>
                    <a:pt x="823839" y="185785"/>
                  </a:lnTo>
                  <a:close/>
                  <a:moveTo>
                    <a:pt x="823839" y="185785"/>
                  </a:moveTo>
                  <a:lnTo>
                    <a:pt x="813698" y="264373"/>
                  </a:lnTo>
                  <a:lnTo>
                    <a:pt x="912607" y="229564"/>
                  </a:lnTo>
                  <a:close/>
                  <a:moveTo>
                    <a:pt x="823839" y="185785"/>
                  </a:moveTo>
                  <a:lnTo>
                    <a:pt x="912607" y="229564"/>
                  </a:lnTo>
                  <a:lnTo>
                    <a:pt x="871569" y="147349"/>
                  </a:lnTo>
                  <a:close/>
                  <a:moveTo>
                    <a:pt x="896517" y="100474"/>
                  </a:moveTo>
                  <a:lnTo>
                    <a:pt x="823839" y="185785"/>
                  </a:lnTo>
                  <a:lnTo>
                    <a:pt x="871569" y="147349"/>
                  </a:lnTo>
                  <a:close/>
                  <a:moveTo>
                    <a:pt x="871569" y="147349"/>
                  </a:moveTo>
                  <a:lnTo>
                    <a:pt x="912607" y="229564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71569" y="147349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96517" y="100474"/>
                  </a:lnTo>
                  <a:lnTo>
                    <a:pt x="871569" y="147349"/>
                  </a:lnTo>
                  <a:close/>
                  <a:moveTo>
                    <a:pt x="1502403" y="542091"/>
                  </a:moveTo>
                  <a:lnTo>
                    <a:pt x="1410987" y="602203"/>
                  </a:lnTo>
                  <a:lnTo>
                    <a:pt x="1485307" y="563767"/>
                  </a:lnTo>
                  <a:close/>
                  <a:moveTo>
                    <a:pt x="938206" y="41142"/>
                  </a:moveTo>
                  <a:lnTo>
                    <a:pt x="984761" y="0"/>
                  </a:lnTo>
                  <a:lnTo>
                    <a:pt x="941615" y="26697"/>
                  </a:lnTo>
                  <a:close/>
                  <a:moveTo>
                    <a:pt x="1502403" y="542091"/>
                  </a:moveTo>
                  <a:lnTo>
                    <a:pt x="1521735" y="552764"/>
                  </a:lnTo>
                  <a:lnTo>
                    <a:pt x="1614974" y="469109"/>
                  </a:lnTo>
                  <a:close/>
                  <a:moveTo>
                    <a:pt x="1718164" y="361062"/>
                  </a:moveTo>
                  <a:lnTo>
                    <a:pt x="1662485" y="368089"/>
                  </a:lnTo>
                  <a:lnTo>
                    <a:pt x="1633634" y="443115"/>
                  </a:lnTo>
                  <a:close/>
                  <a:moveTo>
                    <a:pt x="1662485" y="368089"/>
                  </a:moveTo>
                  <a:lnTo>
                    <a:pt x="1718164" y="361062"/>
                  </a:lnTo>
                  <a:lnTo>
                    <a:pt x="1665834" y="36090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95" name="Candidate_density__2094">
              <a:extLst>
                <a:ext uri="{FF2B5EF4-FFF2-40B4-BE49-F238E27FC236}">
                  <a16:creationId xmlns:a16="http://schemas.microsoft.com/office/drawing/2014/main" id="{48DA60EE-987A-10D8-52E8-F162AB4D572F}"/>
                </a:ext>
              </a:extLst>
            </p:cNvPr>
            <p:cNvSpPr>
              <a:spLocks noGrp="1"/>
            </p:cNvSpPr>
            <p:nvPr/>
          </p:nvSpPr>
          <p:spPr>
            <a:xfrm>
              <a:off x="4520758" y="1615938"/>
              <a:ext cx="2073370" cy="2980049"/>
            </a:xfrm>
            <a:custGeom>
              <a:avLst/>
              <a:gdLst/>
              <a:ahLst/>
              <a:cxnLst/>
              <a:rect l="0" t="0" r="0" b="0"/>
              <a:pathLst>
                <a:path w="2073370" h="2980049">
                  <a:moveTo>
                    <a:pt x="45982" y="2544157"/>
                  </a:moveTo>
                  <a:lnTo>
                    <a:pt x="77070" y="2617616"/>
                  </a:lnTo>
                  <a:lnTo>
                    <a:pt x="129579" y="2598736"/>
                  </a:lnTo>
                  <a:close/>
                  <a:moveTo>
                    <a:pt x="45982" y="2544157"/>
                  </a:moveTo>
                  <a:lnTo>
                    <a:pt x="0" y="2582594"/>
                  </a:lnTo>
                  <a:lnTo>
                    <a:pt x="77070" y="2617616"/>
                  </a:lnTo>
                  <a:close/>
                  <a:moveTo>
                    <a:pt x="201435" y="2588734"/>
                  </a:moveTo>
                  <a:lnTo>
                    <a:pt x="241509" y="2523362"/>
                  </a:lnTo>
                  <a:lnTo>
                    <a:pt x="129579" y="2598736"/>
                  </a:lnTo>
                  <a:close/>
                  <a:moveTo>
                    <a:pt x="241509" y="2523362"/>
                  </a:moveTo>
                  <a:lnTo>
                    <a:pt x="201435" y="2588734"/>
                  </a:lnTo>
                  <a:lnTo>
                    <a:pt x="314585" y="2517922"/>
                  </a:lnTo>
                  <a:close/>
                  <a:moveTo>
                    <a:pt x="400243" y="2494021"/>
                  </a:moveTo>
                  <a:lnTo>
                    <a:pt x="314585" y="2517922"/>
                  </a:lnTo>
                  <a:lnTo>
                    <a:pt x="391080" y="2525267"/>
                  </a:lnTo>
                  <a:close/>
                  <a:moveTo>
                    <a:pt x="400243" y="2494021"/>
                  </a:moveTo>
                  <a:lnTo>
                    <a:pt x="321034" y="2497825"/>
                  </a:lnTo>
                  <a:lnTo>
                    <a:pt x="314585" y="2517922"/>
                  </a:lnTo>
                  <a:close/>
                  <a:moveTo>
                    <a:pt x="321034" y="2497825"/>
                  </a:moveTo>
                  <a:lnTo>
                    <a:pt x="400243" y="2494021"/>
                  </a:lnTo>
                  <a:lnTo>
                    <a:pt x="344375" y="2414103"/>
                  </a:lnTo>
                  <a:close/>
                  <a:moveTo>
                    <a:pt x="1086538" y="2883702"/>
                  </a:moveTo>
                  <a:lnTo>
                    <a:pt x="1058000" y="2916421"/>
                  </a:lnTo>
                  <a:lnTo>
                    <a:pt x="1067744" y="2915461"/>
                  </a:lnTo>
                  <a:close/>
                  <a:moveTo>
                    <a:pt x="1391322" y="2896277"/>
                  </a:moveTo>
                  <a:lnTo>
                    <a:pt x="1414768" y="2927481"/>
                  </a:lnTo>
                  <a:lnTo>
                    <a:pt x="1408033" y="2920680"/>
                  </a:lnTo>
                  <a:close/>
                  <a:moveTo>
                    <a:pt x="1391322" y="2896277"/>
                  </a:moveTo>
                  <a:lnTo>
                    <a:pt x="1360675" y="2845149"/>
                  </a:lnTo>
                  <a:lnTo>
                    <a:pt x="1323661" y="2921963"/>
                  </a:lnTo>
                  <a:close/>
                  <a:moveTo>
                    <a:pt x="709495" y="1984679"/>
                  </a:moveTo>
                  <a:lnTo>
                    <a:pt x="695001" y="2028250"/>
                  </a:lnTo>
                  <a:lnTo>
                    <a:pt x="735354" y="2002990"/>
                  </a:lnTo>
                  <a:close/>
                  <a:moveTo>
                    <a:pt x="735354" y="2002990"/>
                  </a:moveTo>
                  <a:lnTo>
                    <a:pt x="695001" y="2028250"/>
                  </a:lnTo>
                  <a:lnTo>
                    <a:pt x="697767" y="2073047"/>
                  </a:lnTo>
                  <a:close/>
                  <a:moveTo>
                    <a:pt x="735354" y="2002990"/>
                  </a:moveTo>
                  <a:lnTo>
                    <a:pt x="697767" y="2073047"/>
                  </a:lnTo>
                  <a:lnTo>
                    <a:pt x="750607" y="2090682"/>
                  </a:lnTo>
                  <a:close/>
                  <a:moveTo>
                    <a:pt x="709495" y="1984679"/>
                  </a:moveTo>
                  <a:lnTo>
                    <a:pt x="735354" y="2002990"/>
                  </a:lnTo>
                  <a:lnTo>
                    <a:pt x="692396" y="1902463"/>
                  </a:lnTo>
                  <a:close/>
                  <a:moveTo>
                    <a:pt x="1434340" y="2971260"/>
                  </a:moveTo>
                  <a:lnTo>
                    <a:pt x="1408033" y="2920680"/>
                  </a:lnTo>
                  <a:lnTo>
                    <a:pt x="1458124" y="2980049"/>
                  </a:lnTo>
                  <a:close/>
                  <a:moveTo>
                    <a:pt x="666993" y="1708330"/>
                  </a:moveTo>
                  <a:lnTo>
                    <a:pt x="705997" y="1790705"/>
                  </a:lnTo>
                  <a:lnTo>
                    <a:pt x="722216" y="1713394"/>
                  </a:lnTo>
                  <a:close/>
                  <a:moveTo>
                    <a:pt x="668975" y="1796178"/>
                  </a:moveTo>
                  <a:lnTo>
                    <a:pt x="705997" y="1790705"/>
                  </a:lnTo>
                  <a:lnTo>
                    <a:pt x="666993" y="1708330"/>
                  </a:lnTo>
                  <a:close/>
                  <a:moveTo>
                    <a:pt x="523802" y="1653424"/>
                  </a:moveTo>
                  <a:lnTo>
                    <a:pt x="469027" y="1537271"/>
                  </a:lnTo>
                  <a:lnTo>
                    <a:pt x="473095" y="1634056"/>
                  </a:lnTo>
                  <a:close/>
                  <a:moveTo>
                    <a:pt x="264540" y="1318256"/>
                  </a:moveTo>
                  <a:lnTo>
                    <a:pt x="294679" y="1367489"/>
                  </a:lnTo>
                  <a:lnTo>
                    <a:pt x="352038" y="1366739"/>
                  </a:lnTo>
                  <a:close/>
                  <a:moveTo>
                    <a:pt x="1074068" y="2192887"/>
                  </a:moveTo>
                  <a:lnTo>
                    <a:pt x="1072669" y="2210811"/>
                  </a:lnTo>
                  <a:lnTo>
                    <a:pt x="1113094" y="2261599"/>
                  </a:lnTo>
                  <a:close/>
                  <a:moveTo>
                    <a:pt x="1074068" y="2192887"/>
                  </a:moveTo>
                  <a:lnTo>
                    <a:pt x="1036251" y="2140326"/>
                  </a:lnTo>
                  <a:lnTo>
                    <a:pt x="1072669" y="2210811"/>
                  </a:lnTo>
                  <a:close/>
                  <a:moveTo>
                    <a:pt x="1600517" y="2754162"/>
                  </a:moveTo>
                  <a:lnTo>
                    <a:pt x="1592714" y="2850608"/>
                  </a:lnTo>
                  <a:lnTo>
                    <a:pt x="1629589" y="2799399"/>
                  </a:lnTo>
                  <a:close/>
                  <a:moveTo>
                    <a:pt x="1600517" y="2754162"/>
                  </a:moveTo>
                  <a:lnTo>
                    <a:pt x="1629589" y="2799399"/>
                  </a:lnTo>
                  <a:lnTo>
                    <a:pt x="1673049" y="2746687"/>
                  </a:lnTo>
                  <a:close/>
                  <a:moveTo>
                    <a:pt x="163545" y="940655"/>
                  </a:moveTo>
                  <a:lnTo>
                    <a:pt x="272904" y="855669"/>
                  </a:lnTo>
                  <a:lnTo>
                    <a:pt x="208272" y="892680"/>
                  </a:lnTo>
                  <a:close/>
                  <a:moveTo>
                    <a:pt x="1709538" y="2667913"/>
                  </a:moveTo>
                  <a:lnTo>
                    <a:pt x="1727904" y="2673124"/>
                  </a:lnTo>
                  <a:lnTo>
                    <a:pt x="1785774" y="2674288"/>
                  </a:lnTo>
                  <a:close/>
                  <a:moveTo>
                    <a:pt x="1340835" y="2125367"/>
                  </a:moveTo>
                  <a:lnTo>
                    <a:pt x="1382265" y="2140891"/>
                  </a:lnTo>
                  <a:lnTo>
                    <a:pt x="1432595" y="2189781"/>
                  </a:lnTo>
                  <a:close/>
                  <a:moveTo>
                    <a:pt x="1332079" y="2121099"/>
                  </a:moveTo>
                  <a:lnTo>
                    <a:pt x="1382265" y="2140891"/>
                  </a:lnTo>
                  <a:lnTo>
                    <a:pt x="1340835" y="2125367"/>
                  </a:lnTo>
                  <a:close/>
                  <a:moveTo>
                    <a:pt x="557509" y="1147244"/>
                  </a:moveTo>
                  <a:lnTo>
                    <a:pt x="596948" y="1231240"/>
                  </a:lnTo>
                  <a:lnTo>
                    <a:pt x="626079" y="1130407"/>
                  </a:lnTo>
                  <a:close/>
                  <a:moveTo>
                    <a:pt x="229043" y="810453"/>
                  </a:moveTo>
                  <a:lnTo>
                    <a:pt x="208272" y="892680"/>
                  </a:lnTo>
                  <a:lnTo>
                    <a:pt x="307331" y="807398"/>
                  </a:lnTo>
                  <a:close/>
                  <a:moveTo>
                    <a:pt x="272904" y="855669"/>
                  </a:moveTo>
                  <a:lnTo>
                    <a:pt x="386300" y="800573"/>
                  </a:lnTo>
                  <a:lnTo>
                    <a:pt x="307331" y="807398"/>
                  </a:lnTo>
                  <a:close/>
                  <a:moveTo>
                    <a:pt x="307331" y="807398"/>
                  </a:moveTo>
                  <a:lnTo>
                    <a:pt x="386300" y="800573"/>
                  </a:lnTo>
                  <a:lnTo>
                    <a:pt x="315059" y="798079"/>
                  </a:lnTo>
                  <a:close/>
                  <a:moveTo>
                    <a:pt x="1895364" y="2590166"/>
                  </a:moveTo>
                  <a:lnTo>
                    <a:pt x="1940250" y="2590772"/>
                  </a:lnTo>
                  <a:lnTo>
                    <a:pt x="1912512" y="2570868"/>
                  </a:lnTo>
                  <a:close/>
                  <a:moveTo>
                    <a:pt x="1920682" y="2621370"/>
                  </a:moveTo>
                  <a:lnTo>
                    <a:pt x="1940250" y="2590772"/>
                  </a:lnTo>
                  <a:lnTo>
                    <a:pt x="1895364" y="2590166"/>
                  </a:lnTo>
                  <a:close/>
                  <a:moveTo>
                    <a:pt x="580062" y="1016363"/>
                  </a:moveTo>
                  <a:lnTo>
                    <a:pt x="626419" y="1126227"/>
                  </a:lnTo>
                  <a:lnTo>
                    <a:pt x="649704" y="1011108"/>
                  </a:lnTo>
                  <a:close/>
                  <a:moveTo>
                    <a:pt x="631826" y="1008781"/>
                  </a:moveTo>
                  <a:lnTo>
                    <a:pt x="649704" y="1011108"/>
                  </a:lnTo>
                  <a:lnTo>
                    <a:pt x="651789" y="1005878"/>
                  </a:lnTo>
                  <a:close/>
                  <a:moveTo>
                    <a:pt x="626419" y="1126227"/>
                  </a:moveTo>
                  <a:lnTo>
                    <a:pt x="658831" y="1008781"/>
                  </a:lnTo>
                  <a:lnTo>
                    <a:pt x="649704" y="1011108"/>
                  </a:lnTo>
                  <a:close/>
                  <a:moveTo>
                    <a:pt x="735590" y="1040541"/>
                  </a:moveTo>
                  <a:lnTo>
                    <a:pt x="658831" y="1008781"/>
                  </a:lnTo>
                  <a:lnTo>
                    <a:pt x="626419" y="1126227"/>
                  </a:lnTo>
                  <a:close/>
                  <a:moveTo>
                    <a:pt x="649704" y="1011108"/>
                  </a:moveTo>
                  <a:lnTo>
                    <a:pt x="658831" y="1008781"/>
                  </a:lnTo>
                  <a:lnTo>
                    <a:pt x="651789" y="1005878"/>
                  </a:lnTo>
                  <a:close/>
                  <a:moveTo>
                    <a:pt x="386300" y="800573"/>
                  </a:moveTo>
                  <a:lnTo>
                    <a:pt x="390491" y="800382"/>
                  </a:lnTo>
                  <a:lnTo>
                    <a:pt x="315059" y="798079"/>
                  </a:lnTo>
                  <a:close/>
                  <a:moveTo>
                    <a:pt x="315059" y="798079"/>
                  </a:moveTo>
                  <a:lnTo>
                    <a:pt x="390491" y="800382"/>
                  </a:lnTo>
                  <a:lnTo>
                    <a:pt x="426361" y="720356"/>
                  </a:lnTo>
                  <a:close/>
                  <a:moveTo>
                    <a:pt x="390491" y="800382"/>
                  </a:moveTo>
                  <a:lnTo>
                    <a:pt x="390610" y="800573"/>
                  </a:lnTo>
                  <a:lnTo>
                    <a:pt x="426361" y="720356"/>
                  </a:lnTo>
                  <a:close/>
                  <a:moveTo>
                    <a:pt x="234087" y="773994"/>
                  </a:moveTo>
                  <a:lnTo>
                    <a:pt x="315059" y="798079"/>
                  </a:lnTo>
                  <a:lnTo>
                    <a:pt x="356017" y="736008"/>
                  </a:lnTo>
                  <a:close/>
                  <a:moveTo>
                    <a:pt x="735590" y="1040541"/>
                  </a:moveTo>
                  <a:lnTo>
                    <a:pt x="751565" y="988888"/>
                  </a:lnTo>
                  <a:lnTo>
                    <a:pt x="658831" y="1008781"/>
                  </a:lnTo>
                  <a:close/>
                  <a:moveTo>
                    <a:pt x="651789" y="1005878"/>
                  </a:moveTo>
                  <a:lnTo>
                    <a:pt x="658831" y="1008781"/>
                  </a:lnTo>
                  <a:lnTo>
                    <a:pt x="770160" y="954590"/>
                  </a:lnTo>
                  <a:close/>
                  <a:moveTo>
                    <a:pt x="2021783" y="2424395"/>
                  </a:moveTo>
                  <a:lnTo>
                    <a:pt x="2016520" y="2528767"/>
                  </a:lnTo>
                  <a:lnTo>
                    <a:pt x="2073370" y="2443049"/>
                  </a:lnTo>
                  <a:close/>
                  <a:moveTo>
                    <a:pt x="2021783" y="2424395"/>
                  </a:moveTo>
                  <a:lnTo>
                    <a:pt x="2073370" y="2443049"/>
                  </a:lnTo>
                  <a:lnTo>
                    <a:pt x="2042793" y="2367815"/>
                  </a:lnTo>
                  <a:close/>
                  <a:moveTo>
                    <a:pt x="1673905" y="1724701"/>
                  </a:moveTo>
                  <a:lnTo>
                    <a:pt x="1667901" y="1829673"/>
                  </a:lnTo>
                  <a:lnTo>
                    <a:pt x="1726657" y="1742406"/>
                  </a:lnTo>
                  <a:close/>
                  <a:moveTo>
                    <a:pt x="1694357" y="1668573"/>
                  </a:moveTo>
                  <a:lnTo>
                    <a:pt x="1665487" y="1642403"/>
                  </a:lnTo>
                  <a:lnTo>
                    <a:pt x="1673905" y="1724701"/>
                  </a:lnTo>
                  <a:close/>
                  <a:moveTo>
                    <a:pt x="1694357" y="1668573"/>
                  </a:moveTo>
                  <a:lnTo>
                    <a:pt x="1673905" y="1724701"/>
                  </a:lnTo>
                  <a:lnTo>
                    <a:pt x="1726657" y="1742406"/>
                  </a:lnTo>
                  <a:close/>
                  <a:moveTo>
                    <a:pt x="1287286" y="1279548"/>
                  </a:moveTo>
                  <a:lnTo>
                    <a:pt x="1349120" y="1342984"/>
                  </a:lnTo>
                  <a:lnTo>
                    <a:pt x="1343564" y="1274760"/>
                  </a:lnTo>
                  <a:close/>
                  <a:moveTo>
                    <a:pt x="1343564" y="1274760"/>
                  </a:moveTo>
                  <a:lnTo>
                    <a:pt x="1349120" y="1342984"/>
                  </a:lnTo>
                  <a:lnTo>
                    <a:pt x="1400474" y="1225258"/>
                  </a:lnTo>
                  <a:close/>
                  <a:moveTo>
                    <a:pt x="1398801" y="1222333"/>
                  </a:moveTo>
                  <a:lnTo>
                    <a:pt x="1400474" y="1225258"/>
                  </a:lnTo>
                  <a:lnTo>
                    <a:pt x="1399927" y="1206832"/>
                  </a:lnTo>
                  <a:close/>
                  <a:moveTo>
                    <a:pt x="1398801" y="1222333"/>
                  </a:moveTo>
                  <a:lnTo>
                    <a:pt x="1399927" y="1206832"/>
                  </a:lnTo>
                  <a:lnTo>
                    <a:pt x="1418890" y="1183896"/>
                  </a:lnTo>
                  <a:close/>
                  <a:moveTo>
                    <a:pt x="743209" y="395128"/>
                  </a:moveTo>
                  <a:lnTo>
                    <a:pt x="675165" y="447671"/>
                  </a:lnTo>
                  <a:lnTo>
                    <a:pt x="738943" y="407471"/>
                  </a:lnTo>
                  <a:close/>
                  <a:moveTo>
                    <a:pt x="825537" y="361745"/>
                  </a:moveTo>
                  <a:lnTo>
                    <a:pt x="823327" y="390586"/>
                  </a:lnTo>
                  <a:lnTo>
                    <a:pt x="867605" y="394656"/>
                  </a:lnTo>
                  <a:close/>
                  <a:moveTo>
                    <a:pt x="767618" y="299480"/>
                  </a:moveTo>
                  <a:lnTo>
                    <a:pt x="743209" y="395128"/>
                  </a:lnTo>
                  <a:lnTo>
                    <a:pt x="809327" y="391966"/>
                  </a:lnTo>
                  <a:close/>
                  <a:moveTo>
                    <a:pt x="823327" y="390586"/>
                  </a:moveTo>
                  <a:lnTo>
                    <a:pt x="913294" y="443960"/>
                  </a:lnTo>
                  <a:lnTo>
                    <a:pt x="867605" y="394656"/>
                  </a:lnTo>
                  <a:close/>
                  <a:moveTo>
                    <a:pt x="1666421" y="1430508"/>
                  </a:moveTo>
                  <a:lnTo>
                    <a:pt x="1680518" y="1512756"/>
                  </a:lnTo>
                  <a:lnTo>
                    <a:pt x="1666553" y="1431186"/>
                  </a:lnTo>
                  <a:close/>
                  <a:moveTo>
                    <a:pt x="1666421" y="1430508"/>
                  </a:moveTo>
                  <a:lnTo>
                    <a:pt x="1666553" y="1431186"/>
                  </a:lnTo>
                  <a:lnTo>
                    <a:pt x="1666454" y="1430541"/>
                  </a:lnTo>
                  <a:close/>
                  <a:moveTo>
                    <a:pt x="1666421" y="1430508"/>
                  </a:moveTo>
                  <a:lnTo>
                    <a:pt x="1666454" y="1430541"/>
                  </a:lnTo>
                  <a:lnTo>
                    <a:pt x="1666326" y="1430337"/>
                  </a:lnTo>
                  <a:close/>
                  <a:moveTo>
                    <a:pt x="1051795" y="284872"/>
                  </a:moveTo>
                  <a:lnTo>
                    <a:pt x="991228" y="214585"/>
                  </a:lnTo>
                  <a:lnTo>
                    <a:pt x="1015919" y="240113"/>
                  </a:lnTo>
                  <a:close/>
                  <a:moveTo>
                    <a:pt x="1125160" y="154687"/>
                  </a:moveTo>
                  <a:lnTo>
                    <a:pt x="1200504" y="157726"/>
                  </a:lnTo>
                  <a:lnTo>
                    <a:pt x="1151830" y="144611"/>
                  </a:lnTo>
                  <a:close/>
                  <a:moveTo>
                    <a:pt x="1614561" y="371655"/>
                  </a:moveTo>
                  <a:lnTo>
                    <a:pt x="1672586" y="424574"/>
                  </a:lnTo>
                  <a:lnTo>
                    <a:pt x="1667402" y="454644"/>
                  </a:lnTo>
                  <a:close/>
                  <a:moveTo>
                    <a:pt x="1426324" y="3136"/>
                  </a:moveTo>
                  <a:lnTo>
                    <a:pt x="1460595" y="87348"/>
                  </a:lnTo>
                  <a:lnTo>
                    <a:pt x="1426875" y="5133"/>
                  </a:lnTo>
                  <a:close/>
                  <a:moveTo>
                    <a:pt x="1426324" y="3136"/>
                  </a:moveTo>
                  <a:lnTo>
                    <a:pt x="1469600" y="68046"/>
                  </a:lnTo>
                  <a:lnTo>
                    <a:pt x="1460595" y="87348"/>
                  </a:lnTo>
                  <a:close/>
                  <a:moveTo>
                    <a:pt x="1426324" y="3136"/>
                  </a:moveTo>
                  <a:lnTo>
                    <a:pt x="1426875" y="5133"/>
                  </a:lnTo>
                  <a:lnTo>
                    <a:pt x="1422496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96" name="Candidate_density__2095">
              <a:extLst>
                <a:ext uri="{FF2B5EF4-FFF2-40B4-BE49-F238E27FC236}">
                  <a16:creationId xmlns:a16="http://schemas.microsoft.com/office/drawing/2014/main" id="{68B4A79D-AD15-92A2-BB15-FA437FD72498}"/>
                </a:ext>
              </a:extLst>
            </p:cNvPr>
            <p:cNvSpPr>
              <a:spLocks noGrp="1"/>
            </p:cNvSpPr>
            <p:nvPr/>
          </p:nvSpPr>
          <p:spPr>
            <a:xfrm>
              <a:off x="4597829" y="1804354"/>
              <a:ext cx="1998058" cy="2825655"/>
            </a:xfrm>
            <a:custGeom>
              <a:avLst/>
              <a:gdLst/>
              <a:ahLst/>
              <a:cxnLst/>
              <a:rect l="0" t="0" r="0" b="0"/>
              <a:pathLst>
                <a:path w="1998058" h="2825655">
                  <a:moveTo>
                    <a:pt x="52509" y="2410320"/>
                  </a:moveTo>
                  <a:lnTo>
                    <a:pt x="0" y="2429199"/>
                  </a:lnTo>
                  <a:lnTo>
                    <a:pt x="124364" y="2400318"/>
                  </a:lnTo>
                  <a:close/>
                  <a:moveTo>
                    <a:pt x="124364" y="2400318"/>
                  </a:moveTo>
                  <a:lnTo>
                    <a:pt x="194842" y="2385163"/>
                  </a:lnTo>
                  <a:lnTo>
                    <a:pt x="237514" y="2329506"/>
                  </a:lnTo>
                  <a:close/>
                  <a:moveTo>
                    <a:pt x="237514" y="2329506"/>
                  </a:moveTo>
                  <a:lnTo>
                    <a:pt x="194842" y="2385163"/>
                  </a:lnTo>
                  <a:lnTo>
                    <a:pt x="314009" y="2336851"/>
                  </a:lnTo>
                  <a:close/>
                  <a:moveTo>
                    <a:pt x="323173" y="2305605"/>
                  </a:moveTo>
                  <a:lnTo>
                    <a:pt x="339751" y="2217896"/>
                  </a:lnTo>
                  <a:lnTo>
                    <a:pt x="267305" y="2225686"/>
                  </a:lnTo>
                  <a:close/>
                  <a:moveTo>
                    <a:pt x="267305" y="2225686"/>
                  </a:moveTo>
                  <a:lnTo>
                    <a:pt x="339751" y="2217896"/>
                  </a:lnTo>
                  <a:lnTo>
                    <a:pt x="394291" y="2206606"/>
                  </a:lnTo>
                  <a:close/>
                  <a:moveTo>
                    <a:pt x="371079" y="2196654"/>
                  </a:moveTo>
                  <a:lnTo>
                    <a:pt x="394291" y="2206606"/>
                  </a:lnTo>
                  <a:lnTo>
                    <a:pt x="339751" y="2217896"/>
                  </a:lnTo>
                  <a:close/>
                  <a:moveTo>
                    <a:pt x="100042" y="1663773"/>
                  </a:moveTo>
                  <a:lnTo>
                    <a:pt x="98692" y="1566182"/>
                  </a:lnTo>
                  <a:lnTo>
                    <a:pt x="59710" y="1576436"/>
                  </a:lnTo>
                  <a:close/>
                  <a:moveTo>
                    <a:pt x="16350" y="1629522"/>
                  </a:moveTo>
                  <a:lnTo>
                    <a:pt x="100042" y="1663773"/>
                  </a:lnTo>
                  <a:lnTo>
                    <a:pt x="59710" y="1576436"/>
                  </a:lnTo>
                  <a:close/>
                  <a:moveTo>
                    <a:pt x="1112198" y="2788932"/>
                  </a:moveTo>
                  <a:lnTo>
                    <a:pt x="1075858" y="2777501"/>
                  </a:lnTo>
                  <a:lnTo>
                    <a:pt x="990674" y="2727045"/>
                  </a:lnTo>
                  <a:close/>
                  <a:moveTo>
                    <a:pt x="1149053" y="2777501"/>
                  </a:moveTo>
                  <a:lnTo>
                    <a:pt x="1190144" y="2825655"/>
                  </a:lnTo>
                  <a:lnTo>
                    <a:pt x="1134899" y="2809810"/>
                  </a:lnTo>
                  <a:close/>
                  <a:moveTo>
                    <a:pt x="1283604" y="2656733"/>
                  </a:moveTo>
                  <a:lnTo>
                    <a:pt x="1243885" y="2739065"/>
                  </a:lnTo>
                  <a:lnTo>
                    <a:pt x="1246590" y="2733547"/>
                  </a:lnTo>
                  <a:close/>
                  <a:moveTo>
                    <a:pt x="673536" y="1902266"/>
                  </a:moveTo>
                  <a:lnTo>
                    <a:pt x="600144" y="1988534"/>
                  </a:lnTo>
                  <a:lnTo>
                    <a:pt x="665627" y="1954711"/>
                  </a:lnTo>
                  <a:close/>
                  <a:moveTo>
                    <a:pt x="673536" y="1902266"/>
                  </a:moveTo>
                  <a:lnTo>
                    <a:pt x="620697" y="1884631"/>
                  </a:lnTo>
                  <a:lnTo>
                    <a:pt x="600144" y="1988534"/>
                  </a:lnTo>
                  <a:close/>
                  <a:moveTo>
                    <a:pt x="673536" y="1902266"/>
                  </a:moveTo>
                  <a:lnTo>
                    <a:pt x="665627" y="1954711"/>
                  </a:lnTo>
                  <a:lnTo>
                    <a:pt x="684295" y="1916914"/>
                  </a:lnTo>
                  <a:close/>
                  <a:moveTo>
                    <a:pt x="658283" y="1814574"/>
                  </a:moveTo>
                  <a:lnTo>
                    <a:pt x="673536" y="1902266"/>
                  </a:lnTo>
                  <a:lnTo>
                    <a:pt x="684295" y="1916914"/>
                  </a:lnTo>
                  <a:close/>
                  <a:moveTo>
                    <a:pt x="146926" y="1326785"/>
                  </a:moveTo>
                  <a:lnTo>
                    <a:pt x="169000" y="1220757"/>
                  </a:lnTo>
                  <a:lnTo>
                    <a:pt x="159257" y="1239561"/>
                  </a:lnTo>
                  <a:close/>
                  <a:moveTo>
                    <a:pt x="382866" y="1518284"/>
                  </a:moveTo>
                  <a:lnTo>
                    <a:pt x="249126" y="1504474"/>
                  </a:lnTo>
                  <a:lnTo>
                    <a:pt x="341397" y="1490051"/>
                  </a:lnTo>
                  <a:close/>
                  <a:moveTo>
                    <a:pt x="1483367" y="2782844"/>
                  </a:moveTo>
                  <a:lnTo>
                    <a:pt x="1515644" y="2662192"/>
                  </a:lnTo>
                  <a:lnTo>
                    <a:pt x="1533471" y="2744406"/>
                  </a:lnTo>
                  <a:close/>
                  <a:moveTo>
                    <a:pt x="1515644" y="2662192"/>
                  </a:moveTo>
                  <a:lnTo>
                    <a:pt x="1544626" y="2679744"/>
                  </a:lnTo>
                  <a:lnTo>
                    <a:pt x="1552519" y="2610983"/>
                  </a:lnTo>
                  <a:close/>
                  <a:moveTo>
                    <a:pt x="601165" y="1700325"/>
                  </a:moveTo>
                  <a:lnTo>
                    <a:pt x="632425" y="1796263"/>
                  </a:lnTo>
                  <a:lnTo>
                    <a:pt x="615325" y="1714047"/>
                  </a:lnTo>
                  <a:close/>
                  <a:moveTo>
                    <a:pt x="604482" y="1631832"/>
                  </a:moveTo>
                  <a:lnTo>
                    <a:pt x="628926" y="1602289"/>
                  </a:lnTo>
                  <a:lnTo>
                    <a:pt x="591905" y="1607762"/>
                  </a:lnTo>
                  <a:close/>
                  <a:moveTo>
                    <a:pt x="159257" y="1239561"/>
                  </a:moveTo>
                  <a:lnTo>
                    <a:pt x="169000" y="1220757"/>
                  </a:lnTo>
                  <a:lnTo>
                    <a:pt x="160661" y="1215526"/>
                  </a:lnTo>
                  <a:close/>
                  <a:moveTo>
                    <a:pt x="187469" y="1129840"/>
                  </a:moveTo>
                  <a:lnTo>
                    <a:pt x="169000" y="1220757"/>
                  </a:lnTo>
                  <a:lnTo>
                    <a:pt x="217609" y="1179073"/>
                  </a:lnTo>
                  <a:close/>
                  <a:moveTo>
                    <a:pt x="131202" y="704264"/>
                  </a:moveTo>
                  <a:lnTo>
                    <a:pt x="12394" y="753921"/>
                  </a:lnTo>
                  <a:lnTo>
                    <a:pt x="86475" y="752239"/>
                  </a:lnTo>
                  <a:close/>
                  <a:moveTo>
                    <a:pt x="1618001" y="2519999"/>
                  </a:moveTo>
                  <a:lnTo>
                    <a:pt x="1595978" y="2558271"/>
                  </a:lnTo>
                  <a:lnTo>
                    <a:pt x="1605079" y="2541540"/>
                  </a:lnTo>
                  <a:close/>
                  <a:moveTo>
                    <a:pt x="1618001" y="2519999"/>
                  </a:moveTo>
                  <a:lnTo>
                    <a:pt x="1605079" y="2541540"/>
                  </a:lnTo>
                  <a:lnTo>
                    <a:pt x="1580733" y="2501270"/>
                  </a:lnTo>
                  <a:close/>
                  <a:moveTo>
                    <a:pt x="1355524" y="2001365"/>
                  </a:moveTo>
                  <a:lnTo>
                    <a:pt x="1305195" y="1952475"/>
                  </a:lnTo>
                  <a:lnTo>
                    <a:pt x="1416708" y="1951465"/>
                  </a:lnTo>
                  <a:close/>
                  <a:moveTo>
                    <a:pt x="1182398" y="1911389"/>
                  </a:moveTo>
                  <a:lnTo>
                    <a:pt x="1158658" y="1883820"/>
                  </a:lnTo>
                  <a:lnTo>
                    <a:pt x="1255009" y="1932683"/>
                  </a:lnTo>
                  <a:close/>
                  <a:moveTo>
                    <a:pt x="429584" y="1143883"/>
                  </a:moveTo>
                  <a:lnTo>
                    <a:pt x="465472" y="1118069"/>
                  </a:lnTo>
                  <a:lnTo>
                    <a:pt x="487451" y="1031536"/>
                  </a:lnTo>
                  <a:close/>
                  <a:moveTo>
                    <a:pt x="487451" y="1031536"/>
                  </a:moveTo>
                  <a:lnTo>
                    <a:pt x="465472" y="1118069"/>
                  </a:lnTo>
                  <a:lnTo>
                    <a:pt x="510866" y="1061668"/>
                  </a:lnTo>
                  <a:close/>
                  <a:moveTo>
                    <a:pt x="510866" y="1061668"/>
                  </a:moveTo>
                  <a:lnTo>
                    <a:pt x="519877" y="1042824"/>
                  </a:lnTo>
                  <a:lnTo>
                    <a:pt x="487451" y="1031536"/>
                  </a:lnTo>
                  <a:close/>
                  <a:moveTo>
                    <a:pt x="90995" y="732808"/>
                  </a:moveTo>
                  <a:lnTo>
                    <a:pt x="131202" y="704264"/>
                  </a:lnTo>
                  <a:lnTo>
                    <a:pt x="151972" y="622037"/>
                  </a:lnTo>
                  <a:close/>
                  <a:moveTo>
                    <a:pt x="230261" y="618982"/>
                  </a:moveTo>
                  <a:lnTo>
                    <a:pt x="131202" y="704264"/>
                  </a:lnTo>
                  <a:lnTo>
                    <a:pt x="195833" y="667253"/>
                  </a:lnTo>
                  <a:close/>
                  <a:moveTo>
                    <a:pt x="1781108" y="2477925"/>
                  </a:moveTo>
                  <a:lnTo>
                    <a:pt x="1818294" y="2401750"/>
                  </a:lnTo>
                  <a:lnTo>
                    <a:pt x="1708704" y="2485871"/>
                  </a:lnTo>
                  <a:close/>
                  <a:moveTo>
                    <a:pt x="1781108" y="2477925"/>
                  </a:moveTo>
                  <a:lnTo>
                    <a:pt x="1843612" y="2432954"/>
                  </a:lnTo>
                  <a:lnTo>
                    <a:pt x="1818294" y="2401750"/>
                  </a:lnTo>
                  <a:close/>
                  <a:moveTo>
                    <a:pt x="1835442" y="2382452"/>
                  </a:moveTo>
                  <a:lnTo>
                    <a:pt x="1863180" y="2402356"/>
                  </a:lnTo>
                  <a:lnTo>
                    <a:pt x="1885450" y="2374176"/>
                  </a:lnTo>
                  <a:close/>
                  <a:moveTo>
                    <a:pt x="1398481" y="1946769"/>
                  </a:moveTo>
                  <a:lnTo>
                    <a:pt x="1423341" y="1917016"/>
                  </a:lnTo>
                  <a:lnTo>
                    <a:pt x="1449554" y="1889162"/>
                  </a:lnTo>
                  <a:close/>
                  <a:moveTo>
                    <a:pt x="1355524" y="2001365"/>
                  </a:moveTo>
                  <a:lnTo>
                    <a:pt x="1416708" y="1951465"/>
                  </a:lnTo>
                  <a:lnTo>
                    <a:pt x="1398481" y="1946769"/>
                  </a:lnTo>
                  <a:close/>
                  <a:moveTo>
                    <a:pt x="1423341" y="1917016"/>
                  </a:moveTo>
                  <a:lnTo>
                    <a:pt x="1427348" y="1813666"/>
                  </a:lnTo>
                  <a:lnTo>
                    <a:pt x="1449554" y="1889162"/>
                  </a:lnTo>
                  <a:close/>
                  <a:moveTo>
                    <a:pt x="1427348" y="1813666"/>
                  </a:moveTo>
                  <a:lnTo>
                    <a:pt x="1420132" y="1806947"/>
                  </a:lnTo>
                  <a:lnTo>
                    <a:pt x="1449554" y="1889162"/>
                  </a:lnTo>
                  <a:close/>
                  <a:moveTo>
                    <a:pt x="502992" y="827947"/>
                  </a:moveTo>
                  <a:lnTo>
                    <a:pt x="572633" y="822692"/>
                  </a:lnTo>
                  <a:lnTo>
                    <a:pt x="554756" y="820365"/>
                  </a:lnTo>
                  <a:close/>
                  <a:moveTo>
                    <a:pt x="237989" y="609663"/>
                  </a:moveTo>
                  <a:lnTo>
                    <a:pt x="349290" y="531940"/>
                  </a:lnTo>
                  <a:lnTo>
                    <a:pt x="278946" y="547592"/>
                  </a:lnTo>
                  <a:close/>
                  <a:moveTo>
                    <a:pt x="1885450" y="2374176"/>
                  </a:moveTo>
                  <a:lnTo>
                    <a:pt x="1920938" y="2355400"/>
                  </a:lnTo>
                  <a:lnTo>
                    <a:pt x="1915920" y="2344015"/>
                  </a:lnTo>
                  <a:close/>
                  <a:moveTo>
                    <a:pt x="1952962" y="2344015"/>
                  </a:moveTo>
                  <a:lnTo>
                    <a:pt x="1920938" y="2355400"/>
                  </a:lnTo>
                  <a:lnTo>
                    <a:pt x="1998058" y="2301342"/>
                  </a:lnTo>
                  <a:close/>
                  <a:moveTo>
                    <a:pt x="1998058" y="2301342"/>
                  </a:moveTo>
                  <a:lnTo>
                    <a:pt x="1920938" y="2355400"/>
                  </a:lnTo>
                  <a:lnTo>
                    <a:pt x="1885450" y="2374176"/>
                  </a:lnTo>
                  <a:close/>
                  <a:moveTo>
                    <a:pt x="1420132" y="1806947"/>
                  </a:moveTo>
                  <a:lnTo>
                    <a:pt x="1411117" y="1768510"/>
                  </a:lnTo>
                  <a:lnTo>
                    <a:pt x="1449554" y="1889162"/>
                  </a:lnTo>
                  <a:close/>
                  <a:moveTo>
                    <a:pt x="1420132" y="1806947"/>
                  </a:moveTo>
                  <a:lnTo>
                    <a:pt x="1475124" y="1739466"/>
                  </a:lnTo>
                  <a:lnTo>
                    <a:pt x="1411117" y="1768510"/>
                  </a:lnTo>
                  <a:close/>
                  <a:moveTo>
                    <a:pt x="597826" y="802211"/>
                  </a:moveTo>
                  <a:lnTo>
                    <a:pt x="554756" y="820365"/>
                  </a:lnTo>
                  <a:lnTo>
                    <a:pt x="574719" y="817462"/>
                  </a:lnTo>
                  <a:close/>
                  <a:moveTo>
                    <a:pt x="630159" y="781928"/>
                  </a:moveTo>
                  <a:lnTo>
                    <a:pt x="597826" y="802211"/>
                  </a:lnTo>
                  <a:lnTo>
                    <a:pt x="693090" y="766174"/>
                  </a:lnTo>
                  <a:close/>
                  <a:moveTo>
                    <a:pt x="693090" y="766174"/>
                  </a:moveTo>
                  <a:lnTo>
                    <a:pt x="597826" y="802211"/>
                  </a:lnTo>
                  <a:lnTo>
                    <a:pt x="574719" y="817462"/>
                  </a:lnTo>
                  <a:close/>
                  <a:moveTo>
                    <a:pt x="581761" y="820365"/>
                  </a:moveTo>
                  <a:lnTo>
                    <a:pt x="674495" y="800472"/>
                  </a:lnTo>
                  <a:lnTo>
                    <a:pt x="693090" y="766174"/>
                  </a:lnTo>
                  <a:close/>
                  <a:moveTo>
                    <a:pt x="674495" y="800472"/>
                  </a:moveTo>
                  <a:lnTo>
                    <a:pt x="658520" y="852124"/>
                  </a:lnTo>
                  <a:lnTo>
                    <a:pt x="678265" y="820365"/>
                  </a:lnTo>
                  <a:close/>
                  <a:moveTo>
                    <a:pt x="512662" y="471078"/>
                  </a:moveTo>
                  <a:lnTo>
                    <a:pt x="456587" y="456074"/>
                  </a:lnTo>
                  <a:lnTo>
                    <a:pt x="424795" y="535580"/>
                  </a:lnTo>
                  <a:close/>
                  <a:moveTo>
                    <a:pt x="456587" y="456074"/>
                  </a:moveTo>
                  <a:lnTo>
                    <a:pt x="512662" y="471078"/>
                  </a:lnTo>
                  <a:lnTo>
                    <a:pt x="458313" y="445698"/>
                  </a:lnTo>
                  <a:close/>
                  <a:moveTo>
                    <a:pt x="451798" y="453069"/>
                  </a:moveTo>
                  <a:lnTo>
                    <a:pt x="456587" y="456074"/>
                  </a:lnTo>
                  <a:lnTo>
                    <a:pt x="458313" y="445698"/>
                  </a:lnTo>
                  <a:close/>
                  <a:moveTo>
                    <a:pt x="1952962" y="2344015"/>
                  </a:moveTo>
                  <a:lnTo>
                    <a:pt x="1937700" y="2354329"/>
                  </a:lnTo>
                  <a:lnTo>
                    <a:pt x="1920938" y="2355400"/>
                  </a:lnTo>
                  <a:close/>
                  <a:moveTo>
                    <a:pt x="1996299" y="2254633"/>
                  </a:moveTo>
                  <a:lnTo>
                    <a:pt x="1952962" y="2344015"/>
                  </a:lnTo>
                  <a:lnTo>
                    <a:pt x="1998058" y="2301342"/>
                  </a:lnTo>
                  <a:close/>
                  <a:moveTo>
                    <a:pt x="1939450" y="2340351"/>
                  </a:moveTo>
                  <a:lnTo>
                    <a:pt x="1952962" y="2344015"/>
                  </a:lnTo>
                  <a:lnTo>
                    <a:pt x="1996299" y="2254633"/>
                  </a:lnTo>
                  <a:close/>
                  <a:moveTo>
                    <a:pt x="738127" y="719358"/>
                  </a:moveTo>
                  <a:lnTo>
                    <a:pt x="693090" y="766174"/>
                  </a:lnTo>
                  <a:lnTo>
                    <a:pt x="813751" y="723448"/>
                  </a:lnTo>
                  <a:close/>
                  <a:moveTo>
                    <a:pt x="458313" y="445698"/>
                  </a:moveTo>
                  <a:lnTo>
                    <a:pt x="526165" y="420727"/>
                  </a:lnTo>
                  <a:lnTo>
                    <a:pt x="563413" y="344788"/>
                  </a:lnTo>
                  <a:close/>
                  <a:moveTo>
                    <a:pt x="1590831" y="1641257"/>
                  </a:moveTo>
                  <a:lnTo>
                    <a:pt x="1586089" y="1660485"/>
                  </a:lnTo>
                  <a:lnTo>
                    <a:pt x="1610494" y="1647858"/>
                  </a:lnTo>
                  <a:close/>
                  <a:moveTo>
                    <a:pt x="1649587" y="1553990"/>
                  </a:moveTo>
                  <a:lnTo>
                    <a:pt x="1610494" y="1647858"/>
                  </a:lnTo>
                  <a:lnTo>
                    <a:pt x="1649355" y="1618368"/>
                  </a:lnTo>
                  <a:close/>
                  <a:moveTo>
                    <a:pt x="1590831" y="1641257"/>
                  </a:moveTo>
                  <a:lnTo>
                    <a:pt x="1610494" y="1647858"/>
                  </a:lnTo>
                  <a:lnTo>
                    <a:pt x="1649587" y="1553990"/>
                  </a:lnTo>
                  <a:close/>
                  <a:moveTo>
                    <a:pt x="1589105" y="1444992"/>
                  </a:moveTo>
                  <a:lnTo>
                    <a:pt x="1588417" y="1453987"/>
                  </a:lnTo>
                  <a:lnTo>
                    <a:pt x="1617287" y="1480157"/>
                  </a:lnTo>
                  <a:close/>
                  <a:moveTo>
                    <a:pt x="1323404" y="1036842"/>
                  </a:moveTo>
                  <a:lnTo>
                    <a:pt x="1321731" y="1033917"/>
                  </a:lnTo>
                  <a:lnTo>
                    <a:pt x="1266494" y="1086344"/>
                  </a:lnTo>
                  <a:close/>
                  <a:moveTo>
                    <a:pt x="1266494" y="1086344"/>
                  </a:moveTo>
                  <a:lnTo>
                    <a:pt x="1163023" y="1072353"/>
                  </a:lnTo>
                  <a:lnTo>
                    <a:pt x="1210216" y="1091132"/>
                  </a:lnTo>
                  <a:close/>
                  <a:moveTo>
                    <a:pt x="579961" y="316274"/>
                  </a:moveTo>
                  <a:lnTo>
                    <a:pt x="588895" y="293980"/>
                  </a:lnTo>
                  <a:lnTo>
                    <a:pt x="563413" y="344788"/>
                  </a:lnTo>
                  <a:close/>
                  <a:moveTo>
                    <a:pt x="579961" y="316274"/>
                  </a:moveTo>
                  <a:lnTo>
                    <a:pt x="563413" y="344788"/>
                  </a:lnTo>
                  <a:lnTo>
                    <a:pt x="573138" y="332417"/>
                  </a:lnTo>
                  <a:close/>
                  <a:moveTo>
                    <a:pt x="579961" y="316274"/>
                  </a:moveTo>
                  <a:lnTo>
                    <a:pt x="573138" y="332417"/>
                  </a:lnTo>
                  <a:lnTo>
                    <a:pt x="598095" y="259255"/>
                  </a:lnTo>
                  <a:close/>
                  <a:moveTo>
                    <a:pt x="598095" y="259255"/>
                  </a:moveTo>
                  <a:lnTo>
                    <a:pt x="573138" y="332417"/>
                  </a:lnTo>
                  <a:lnTo>
                    <a:pt x="616488" y="264572"/>
                  </a:lnTo>
                  <a:close/>
                  <a:moveTo>
                    <a:pt x="598095" y="259255"/>
                  </a:moveTo>
                  <a:lnTo>
                    <a:pt x="616488" y="264572"/>
                  </a:lnTo>
                  <a:lnTo>
                    <a:pt x="661873" y="219055"/>
                  </a:lnTo>
                  <a:close/>
                  <a:moveTo>
                    <a:pt x="588895" y="293980"/>
                  </a:moveTo>
                  <a:lnTo>
                    <a:pt x="579961" y="316274"/>
                  </a:lnTo>
                  <a:lnTo>
                    <a:pt x="598095" y="259255"/>
                  </a:lnTo>
                  <a:close/>
                  <a:moveTo>
                    <a:pt x="1601666" y="1362776"/>
                  </a:moveTo>
                  <a:lnTo>
                    <a:pt x="1589483" y="1242770"/>
                  </a:lnTo>
                  <a:lnTo>
                    <a:pt x="1603166" y="1330953"/>
                  </a:lnTo>
                  <a:close/>
                  <a:moveTo>
                    <a:pt x="1589383" y="1242125"/>
                  </a:moveTo>
                  <a:lnTo>
                    <a:pt x="1589483" y="1242770"/>
                  </a:lnTo>
                  <a:lnTo>
                    <a:pt x="1601666" y="1362776"/>
                  </a:lnTo>
                  <a:close/>
                  <a:moveTo>
                    <a:pt x="1611893" y="1280562"/>
                  </a:moveTo>
                  <a:lnTo>
                    <a:pt x="1589383" y="1242125"/>
                  </a:lnTo>
                  <a:lnTo>
                    <a:pt x="1601666" y="1362776"/>
                  </a:lnTo>
                  <a:close/>
                  <a:moveTo>
                    <a:pt x="975523" y="437241"/>
                  </a:moveTo>
                  <a:lnTo>
                    <a:pt x="994080" y="409945"/>
                  </a:lnTo>
                  <a:lnTo>
                    <a:pt x="913304" y="386597"/>
                  </a:lnTo>
                  <a:close/>
                  <a:moveTo>
                    <a:pt x="661873" y="219055"/>
                  </a:moveTo>
                  <a:lnTo>
                    <a:pt x="686812" y="211766"/>
                  </a:lnTo>
                  <a:lnTo>
                    <a:pt x="666139" y="206712"/>
                  </a:lnTo>
                  <a:close/>
                  <a:moveTo>
                    <a:pt x="913304" y="386597"/>
                  </a:moveTo>
                  <a:lnTo>
                    <a:pt x="994080" y="409945"/>
                  </a:lnTo>
                  <a:lnTo>
                    <a:pt x="1040016" y="366490"/>
                  </a:lnTo>
                  <a:close/>
                  <a:moveTo>
                    <a:pt x="931438" y="52678"/>
                  </a:moveTo>
                  <a:lnTo>
                    <a:pt x="925021" y="0"/>
                  </a:lnTo>
                  <a:lnTo>
                    <a:pt x="914157" y="26169"/>
                  </a:lnTo>
                  <a:close/>
                  <a:moveTo>
                    <a:pt x="938848" y="51697"/>
                  </a:moveTo>
                  <a:lnTo>
                    <a:pt x="914157" y="26169"/>
                  </a:lnTo>
                  <a:lnTo>
                    <a:pt x="888075" y="142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97" name="Candidate_density__2096">
              <a:extLst>
                <a:ext uri="{FF2B5EF4-FFF2-40B4-BE49-F238E27FC236}">
                  <a16:creationId xmlns:a16="http://schemas.microsoft.com/office/drawing/2014/main" id="{FD46F1B3-4C44-79FF-880D-255518ED8F45}"/>
                </a:ext>
              </a:extLst>
            </p:cNvPr>
            <p:cNvSpPr>
              <a:spLocks noGrp="1"/>
            </p:cNvSpPr>
            <p:nvPr/>
          </p:nvSpPr>
          <p:spPr>
            <a:xfrm>
              <a:off x="3839425" y="1804354"/>
              <a:ext cx="2407758" cy="2818255"/>
            </a:xfrm>
            <a:custGeom>
              <a:avLst/>
              <a:gdLst/>
              <a:ahLst/>
              <a:cxnLst/>
              <a:rect l="0" t="0" r="0" b="0"/>
              <a:pathLst>
                <a:path w="2407758" h="2818255">
                  <a:moveTo>
                    <a:pt x="119896" y="1283466"/>
                  </a:moveTo>
                  <a:lnTo>
                    <a:pt x="41733" y="1269888"/>
                  </a:lnTo>
                  <a:lnTo>
                    <a:pt x="0" y="1277788"/>
                  </a:lnTo>
                  <a:close/>
                  <a:moveTo>
                    <a:pt x="1129483" y="2196654"/>
                  </a:moveTo>
                  <a:lnTo>
                    <a:pt x="1197436" y="2158217"/>
                  </a:lnTo>
                  <a:lnTo>
                    <a:pt x="1152695" y="2206606"/>
                  </a:lnTo>
                  <a:close/>
                  <a:moveTo>
                    <a:pt x="1197436" y="2158217"/>
                  </a:moveTo>
                  <a:lnTo>
                    <a:pt x="1129483" y="2196654"/>
                  </a:lnTo>
                  <a:lnTo>
                    <a:pt x="1204280" y="2120818"/>
                  </a:lnTo>
                  <a:close/>
                  <a:moveTo>
                    <a:pt x="314325" y="1292287"/>
                  </a:moveTo>
                  <a:lnTo>
                    <a:pt x="335232" y="1187027"/>
                  </a:lnTo>
                  <a:lnTo>
                    <a:pt x="334968" y="1171636"/>
                  </a:lnTo>
                  <a:close/>
                  <a:moveTo>
                    <a:pt x="334968" y="1171636"/>
                  </a:moveTo>
                  <a:lnTo>
                    <a:pt x="335232" y="1187027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390935" y="1093915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420540" y="1050984"/>
                  </a:lnTo>
                  <a:lnTo>
                    <a:pt x="390935" y="1093915"/>
                  </a:lnTo>
                  <a:close/>
                  <a:moveTo>
                    <a:pt x="1337337" y="1999129"/>
                  </a:moveTo>
                  <a:lnTo>
                    <a:pt x="1301925" y="2037565"/>
                  </a:lnTo>
                  <a:lnTo>
                    <a:pt x="1358547" y="1988534"/>
                  </a:lnTo>
                  <a:close/>
                  <a:moveTo>
                    <a:pt x="1301925" y="2037565"/>
                  </a:moveTo>
                  <a:lnTo>
                    <a:pt x="1311430" y="2027572"/>
                  </a:lnTo>
                  <a:lnTo>
                    <a:pt x="1358547" y="1988534"/>
                  </a:lnTo>
                  <a:close/>
                  <a:moveTo>
                    <a:pt x="1311430" y="2027572"/>
                  </a:moveTo>
                  <a:lnTo>
                    <a:pt x="1379760" y="2004394"/>
                  </a:lnTo>
                  <a:lnTo>
                    <a:pt x="1424031" y="1954711"/>
                  </a:lnTo>
                  <a:close/>
                  <a:moveTo>
                    <a:pt x="1358547" y="1988534"/>
                  </a:moveTo>
                  <a:lnTo>
                    <a:pt x="1311430" y="2027572"/>
                  </a:lnTo>
                  <a:lnTo>
                    <a:pt x="1424031" y="1954711"/>
                  </a:lnTo>
                  <a:close/>
                  <a:moveTo>
                    <a:pt x="2241771" y="2782844"/>
                  </a:moveTo>
                  <a:lnTo>
                    <a:pt x="2286148" y="2797016"/>
                  </a:lnTo>
                  <a:lnTo>
                    <a:pt x="2234270" y="2818255"/>
                  </a:lnTo>
                  <a:close/>
                  <a:moveTo>
                    <a:pt x="2241771" y="2782844"/>
                  </a:moveTo>
                  <a:lnTo>
                    <a:pt x="2303030" y="2679744"/>
                  </a:lnTo>
                  <a:lnTo>
                    <a:pt x="2274047" y="2662192"/>
                  </a:lnTo>
                  <a:close/>
                  <a:moveTo>
                    <a:pt x="1350309" y="1607762"/>
                  </a:moveTo>
                  <a:lnTo>
                    <a:pt x="1373729" y="1714047"/>
                  </a:lnTo>
                  <a:lnTo>
                    <a:pt x="1362885" y="1631832"/>
                  </a:lnTo>
                  <a:close/>
                  <a:moveTo>
                    <a:pt x="1850479" y="1966034"/>
                  </a:moveTo>
                  <a:lnTo>
                    <a:pt x="1876562" y="1983348"/>
                  </a:lnTo>
                  <a:lnTo>
                    <a:pt x="1893256" y="1948824"/>
                  </a:lnTo>
                  <a:close/>
                  <a:moveTo>
                    <a:pt x="2175112" y="1951465"/>
                  </a:moveTo>
                  <a:lnTo>
                    <a:pt x="2181744" y="1917016"/>
                  </a:lnTo>
                  <a:lnTo>
                    <a:pt x="2156885" y="1946769"/>
                  </a:lnTo>
                  <a:close/>
                  <a:moveTo>
                    <a:pt x="1451493" y="766174"/>
                  </a:moveTo>
                  <a:lnTo>
                    <a:pt x="1432899" y="800472"/>
                  </a:lnTo>
                  <a:lnTo>
                    <a:pt x="1522375" y="752531"/>
                  </a:lnTo>
                  <a:close/>
                  <a:moveTo>
                    <a:pt x="1155531" y="495592"/>
                  </a:moveTo>
                  <a:lnTo>
                    <a:pt x="1037350" y="547592"/>
                  </a:lnTo>
                  <a:lnTo>
                    <a:pt x="1107694" y="531940"/>
                  </a:lnTo>
                  <a:close/>
                  <a:moveTo>
                    <a:pt x="1155531" y="495592"/>
                  </a:moveTo>
                  <a:lnTo>
                    <a:pt x="1214991" y="456074"/>
                  </a:lnTo>
                  <a:lnTo>
                    <a:pt x="1210202" y="453069"/>
                  </a:lnTo>
                  <a:close/>
                  <a:moveTo>
                    <a:pt x="1183198" y="535580"/>
                  </a:moveTo>
                  <a:lnTo>
                    <a:pt x="1214991" y="456074"/>
                  </a:lnTo>
                  <a:lnTo>
                    <a:pt x="1155531" y="495592"/>
                  </a:lnTo>
                  <a:close/>
                  <a:moveTo>
                    <a:pt x="1107694" y="531940"/>
                  </a:moveTo>
                  <a:lnTo>
                    <a:pt x="1183198" y="535580"/>
                  </a:lnTo>
                  <a:lnTo>
                    <a:pt x="1155531" y="495592"/>
                  </a:lnTo>
                  <a:close/>
                  <a:moveTo>
                    <a:pt x="2233527" y="1739466"/>
                  </a:moveTo>
                  <a:lnTo>
                    <a:pt x="2294185" y="1687599"/>
                  </a:lnTo>
                  <a:lnTo>
                    <a:pt x="2344493" y="1660485"/>
                  </a:lnTo>
                  <a:close/>
                  <a:moveTo>
                    <a:pt x="2296397" y="1686295"/>
                  </a:moveTo>
                  <a:lnTo>
                    <a:pt x="2344493" y="1660485"/>
                  </a:lnTo>
                  <a:lnTo>
                    <a:pt x="2294185" y="1687599"/>
                  </a:lnTo>
                  <a:close/>
                  <a:moveTo>
                    <a:pt x="2296397" y="1686295"/>
                  </a:moveTo>
                  <a:lnTo>
                    <a:pt x="2368897" y="1647858"/>
                  </a:lnTo>
                  <a:lnTo>
                    <a:pt x="2344493" y="1660485"/>
                  </a:lnTo>
                  <a:close/>
                  <a:moveTo>
                    <a:pt x="2368897" y="1647858"/>
                  </a:moveTo>
                  <a:lnTo>
                    <a:pt x="2296397" y="1686295"/>
                  </a:lnTo>
                  <a:lnTo>
                    <a:pt x="2407758" y="1618368"/>
                  </a:lnTo>
                  <a:close/>
                  <a:moveTo>
                    <a:pt x="1451493" y="766174"/>
                  </a:moveTo>
                  <a:lnTo>
                    <a:pt x="1522375" y="752531"/>
                  </a:lnTo>
                  <a:lnTo>
                    <a:pt x="1572155" y="723448"/>
                  </a:lnTo>
                  <a:close/>
                  <a:moveTo>
                    <a:pt x="1572155" y="723448"/>
                  </a:moveTo>
                  <a:lnTo>
                    <a:pt x="1522375" y="752531"/>
                  </a:lnTo>
                  <a:lnTo>
                    <a:pt x="1645364" y="718506"/>
                  </a:lnTo>
                  <a:close/>
                  <a:moveTo>
                    <a:pt x="2347376" y="1442584"/>
                  </a:moveTo>
                  <a:lnTo>
                    <a:pt x="2346821" y="1453987"/>
                  </a:lnTo>
                  <a:lnTo>
                    <a:pt x="2347509" y="1444992"/>
                  </a:lnTo>
                  <a:close/>
                  <a:moveTo>
                    <a:pt x="2361569" y="1330953"/>
                  </a:moveTo>
                  <a:lnTo>
                    <a:pt x="2347376" y="1442584"/>
                  </a:lnTo>
                  <a:lnTo>
                    <a:pt x="2347509" y="1444992"/>
                  </a:lnTo>
                  <a:close/>
                  <a:moveTo>
                    <a:pt x="1846457" y="787271"/>
                  </a:moveTo>
                  <a:lnTo>
                    <a:pt x="1856407" y="748835"/>
                  </a:lnTo>
                  <a:lnTo>
                    <a:pt x="1851357" y="869486"/>
                  </a:lnTo>
                  <a:close/>
                  <a:moveTo>
                    <a:pt x="1798420" y="366490"/>
                  </a:moveTo>
                  <a:lnTo>
                    <a:pt x="1752483" y="409945"/>
                  </a:lnTo>
                  <a:lnTo>
                    <a:pt x="1863731" y="332021"/>
                  </a:lnTo>
                  <a:close/>
                  <a:moveTo>
                    <a:pt x="1646478" y="14241"/>
                  </a:moveTo>
                  <a:lnTo>
                    <a:pt x="1672561" y="26169"/>
                  </a:lnTo>
                  <a:lnTo>
                    <a:pt x="1683425" y="0"/>
                  </a:lnTo>
                  <a:close/>
                  <a:moveTo>
                    <a:pt x="2019099" y="203853"/>
                  </a:moveTo>
                  <a:lnTo>
                    <a:pt x="2029794" y="178299"/>
                  </a:lnTo>
                  <a:lnTo>
                    <a:pt x="2037797" y="140234"/>
                  </a:lnTo>
                  <a:close/>
                  <a:moveTo>
                    <a:pt x="2037797" y="140234"/>
                  </a:moveTo>
                  <a:lnTo>
                    <a:pt x="2069179" y="112433"/>
                  </a:lnTo>
                  <a:lnTo>
                    <a:pt x="2110804" y="5286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98" name="Candidate_density__2097">
              <a:extLst>
                <a:ext uri="{FF2B5EF4-FFF2-40B4-BE49-F238E27FC236}">
                  <a16:creationId xmlns:a16="http://schemas.microsoft.com/office/drawing/2014/main" id="{6172D336-2B93-ABD5-B50E-CE54D456F85E}"/>
                </a:ext>
              </a:extLst>
            </p:cNvPr>
            <p:cNvSpPr>
              <a:spLocks noGrp="1"/>
            </p:cNvSpPr>
            <p:nvPr/>
          </p:nvSpPr>
          <p:spPr>
            <a:xfrm>
              <a:off x="3837811" y="1508053"/>
              <a:ext cx="2704731" cy="3121956"/>
            </a:xfrm>
            <a:custGeom>
              <a:avLst/>
              <a:gdLst/>
              <a:ahLst/>
              <a:cxnLst/>
              <a:rect l="0" t="0" r="0" b="0"/>
              <a:pathLst>
                <a:path w="2704731" h="3121956">
                  <a:moveTo>
                    <a:pt x="721563" y="2645183"/>
                  </a:moveTo>
                  <a:lnTo>
                    <a:pt x="668489" y="2596591"/>
                  </a:lnTo>
                  <a:lnTo>
                    <a:pt x="728929" y="2652043"/>
                  </a:lnTo>
                  <a:close/>
                  <a:moveTo>
                    <a:pt x="661751" y="2569828"/>
                  </a:moveTo>
                  <a:lnTo>
                    <a:pt x="668489" y="2596591"/>
                  </a:lnTo>
                  <a:lnTo>
                    <a:pt x="721563" y="2645183"/>
                  </a:lnTo>
                  <a:close/>
                  <a:moveTo>
                    <a:pt x="728929" y="2652043"/>
                  </a:moveTo>
                  <a:lnTo>
                    <a:pt x="841839" y="2616345"/>
                  </a:lnTo>
                  <a:lnTo>
                    <a:pt x="721563" y="2645183"/>
                  </a:lnTo>
                  <a:close/>
                  <a:moveTo>
                    <a:pt x="721563" y="2645183"/>
                  </a:moveTo>
                  <a:lnTo>
                    <a:pt x="841839" y="2616345"/>
                  </a:lnTo>
                  <a:lnTo>
                    <a:pt x="842328" y="2602839"/>
                  </a:lnTo>
                  <a:close/>
                  <a:moveTo>
                    <a:pt x="721563" y="2645183"/>
                  </a:moveTo>
                  <a:lnTo>
                    <a:pt x="842328" y="2602839"/>
                  </a:lnTo>
                  <a:lnTo>
                    <a:pt x="760770" y="2576568"/>
                  </a:lnTo>
                  <a:close/>
                  <a:moveTo>
                    <a:pt x="841839" y="2616345"/>
                  </a:moveTo>
                  <a:lnTo>
                    <a:pt x="858608" y="2613606"/>
                  </a:lnTo>
                  <a:lnTo>
                    <a:pt x="842328" y="2602839"/>
                  </a:lnTo>
                  <a:close/>
                  <a:moveTo>
                    <a:pt x="703019" y="2531391"/>
                  </a:moveTo>
                  <a:lnTo>
                    <a:pt x="721563" y="2645183"/>
                  </a:lnTo>
                  <a:lnTo>
                    <a:pt x="760770" y="2576568"/>
                  </a:lnTo>
                  <a:close/>
                  <a:moveTo>
                    <a:pt x="703019" y="2531391"/>
                  </a:moveTo>
                  <a:lnTo>
                    <a:pt x="661751" y="2569828"/>
                  </a:lnTo>
                  <a:lnTo>
                    <a:pt x="721563" y="2645183"/>
                  </a:lnTo>
                  <a:close/>
                  <a:moveTo>
                    <a:pt x="703019" y="2531391"/>
                  </a:moveTo>
                  <a:lnTo>
                    <a:pt x="637653" y="2487613"/>
                  </a:lnTo>
                  <a:lnTo>
                    <a:pt x="661751" y="2569828"/>
                  </a:lnTo>
                  <a:close/>
                  <a:moveTo>
                    <a:pt x="858608" y="2613606"/>
                  </a:moveTo>
                  <a:lnTo>
                    <a:pt x="924456" y="2631248"/>
                  </a:lnTo>
                  <a:lnTo>
                    <a:pt x="932555" y="2603186"/>
                  </a:lnTo>
                  <a:close/>
                  <a:moveTo>
                    <a:pt x="932555" y="2603186"/>
                  </a:moveTo>
                  <a:lnTo>
                    <a:pt x="842328" y="2602839"/>
                  </a:lnTo>
                  <a:lnTo>
                    <a:pt x="858608" y="2613606"/>
                  </a:lnTo>
                  <a:close/>
                  <a:moveTo>
                    <a:pt x="843342" y="2515030"/>
                  </a:moveTo>
                  <a:lnTo>
                    <a:pt x="842328" y="2602839"/>
                  </a:lnTo>
                  <a:lnTo>
                    <a:pt x="932555" y="2603186"/>
                  </a:lnTo>
                  <a:close/>
                  <a:moveTo>
                    <a:pt x="920221" y="2513122"/>
                  </a:moveTo>
                  <a:lnTo>
                    <a:pt x="843342" y="2515030"/>
                  </a:lnTo>
                  <a:lnTo>
                    <a:pt x="932555" y="2603186"/>
                  </a:lnTo>
                  <a:close/>
                  <a:moveTo>
                    <a:pt x="843342" y="2515030"/>
                  </a:moveTo>
                  <a:lnTo>
                    <a:pt x="760770" y="2576568"/>
                  </a:lnTo>
                  <a:lnTo>
                    <a:pt x="842328" y="2602839"/>
                  </a:lnTo>
                  <a:close/>
                  <a:moveTo>
                    <a:pt x="903738" y="2410740"/>
                  </a:moveTo>
                  <a:lnTo>
                    <a:pt x="852976" y="2427448"/>
                  </a:lnTo>
                  <a:lnTo>
                    <a:pt x="917933" y="2414890"/>
                  </a:lnTo>
                  <a:close/>
                  <a:moveTo>
                    <a:pt x="917933" y="2414890"/>
                  </a:moveTo>
                  <a:lnTo>
                    <a:pt x="852976" y="2427448"/>
                  </a:lnTo>
                  <a:lnTo>
                    <a:pt x="843342" y="2515030"/>
                  </a:lnTo>
                  <a:close/>
                  <a:moveTo>
                    <a:pt x="917933" y="2414890"/>
                  </a:moveTo>
                  <a:lnTo>
                    <a:pt x="843342" y="2515030"/>
                  </a:lnTo>
                  <a:lnTo>
                    <a:pt x="920221" y="2513122"/>
                  </a:lnTo>
                  <a:close/>
                  <a:moveTo>
                    <a:pt x="80134" y="1510255"/>
                  </a:moveTo>
                  <a:lnTo>
                    <a:pt x="84214" y="1503780"/>
                  </a:lnTo>
                  <a:lnTo>
                    <a:pt x="0" y="1467576"/>
                  </a:lnTo>
                  <a:close/>
                  <a:moveTo>
                    <a:pt x="80134" y="1510255"/>
                  </a:moveTo>
                  <a:lnTo>
                    <a:pt x="86741" y="1506374"/>
                  </a:lnTo>
                  <a:lnTo>
                    <a:pt x="84214" y="1503780"/>
                  </a:lnTo>
                  <a:close/>
                  <a:moveTo>
                    <a:pt x="929313" y="2410740"/>
                  </a:moveTo>
                  <a:lnTo>
                    <a:pt x="977725" y="2492955"/>
                  </a:lnTo>
                  <a:lnTo>
                    <a:pt x="1020152" y="2454519"/>
                  </a:lnTo>
                  <a:close/>
                  <a:moveTo>
                    <a:pt x="880183" y="2313971"/>
                  </a:moveTo>
                  <a:lnTo>
                    <a:pt x="918001" y="2391910"/>
                  </a:lnTo>
                  <a:lnTo>
                    <a:pt x="936357" y="2299819"/>
                  </a:lnTo>
                  <a:close/>
                  <a:moveTo>
                    <a:pt x="903738" y="2410740"/>
                  </a:moveTo>
                  <a:lnTo>
                    <a:pt x="918001" y="2391910"/>
                  </a:lnTo>
                  <a:lnTo>
                    <a:pt x="860658" y="2400862"/>
                  </a:lnTo>
                  <a:close/>
                  <a:moveTo>
                    <a:pt x="936357" y="2299819"/>
                  </a:moveTo>
                  <a:lnTo>
                    <a:pt x="918001" y="2391910"/>
                  </a:lnTo>
                  <a:lnTo>
                    <a:pt x="952795" y="2290088"/>
                  </a:lnTo>
                  <a:close/>
                  <a:moveTo>
                    <a:pt x="952795" y="2290088"/>
                  </a:moveTo>
                  <a:lnTo>
                    <a:pt x="929313" y="2410740"/>
                  </a:lnTo>
                  <a:lnTo>
                    <a:pt x="1035184" y="2372304"/>
                  </a:lnTo>
                  <a:close/>
                  <a:moveTo>
                    <a:pt x="41204" y="1342975"/>
                  </a:moveTo>
                  <a:lnTo>
                    <a:pt x="95900" y="1397345"/>
                  </a:lnTo>
                  <a:lnTo>
                    <a:pt x="141084" y="1385722"/>
                  </a:lnTo>
                  <a:close/>
                  <a:moveTo>
                    <a:pt x="42452" y="1341943"/>
                  </a:moveTo>
                  <a:lnTo>
                    <a:pt x="41204" y="1342975"/>
                  </a:lnTo>
                  <a:lnTo>
                    <a:pt x="141084" y="1385722"/>
                  </a:lnTo>
                  <a:close/>
                  <a:moveTo>
                    <a:pt x="606679" y="1848700"/>
                  </a:moveTo>
                  <a:lnTo>
                    <a:pt x="543649" y="1876254"/>
                  </a:lnTo>
                  <a:lnTo>
                    <a:pt x="623569" y="1758361"/>
                  </a:lnTo>
                  <a:close/>
                  <a:moveTo>
                    <a:pt x="305647" y="1448101"/>
                  </a:moveTo>
                  <a:lnTo>
                    <a:pt x="336583" y="1467938"/>
                  </a:lnTo>
                  <a:lnTo>
                    <a:pt x="319506" y="1395777"/>
                  </a:lnTo>
                  <a:close/>
                  <a:moveTo>
                    <a:pt x="184213" y="1286048"/>
                  </a:moveTo>
                  <a:lnTo>
                    <a:pt x="89650" y="1302334"/>
                  </a:lnTo>
                  <a:lnTo>
                    <a:pt x="206349" y="1368143"/>
                  </a:lnTo>
                  <a:close/>
                  <a:moveTo>
                    <a:pt x="149686" y="1254709"/>
                  </a:moveTo>
                  <a:lnTo>
                    <a:pt x="89650" y="1302334"/>
                  </a:lnTo>
                  <a:lnTo>
                    <a:pt x="184213" y="1286048"/>
                  </a:lnTo>
                  <a:close/>
                  <a:moveTo>
                    <a:pt x="1899877" y="3035367"/>
                  </a:moveTo>
                  <a:lnTo>
                    <a:pt x="1835876" y="3073803"/>
                  </a:lnTo>
                  <a:lnTo>
                    <a:pt x="1953936" y="3117582"/>
                  </a:lnTo>
                  <a:close/>
                  <a:moveTo>
                    <a:pt x="1847536" y="2953152"/>
                  </a:moveTo>
                  <a:lnTo>
                    <a:pt x="1806651" y="3054755"/>
                  </a:lnTo>
                  <a:lnTo>
                    <a:pt x="1835876" y="3073803"/>
                  </a:lnTo>
                  <a:close/>
                  <a:moveTo>
                    <a:pt x="255485" y="1062204"/>
                  </a:moveTo>
                  <a:lnTo>
                    <a:pt x="198229" y="979989"/>
                  </a:lnTo>
                  <a:lnTo>
                    <a:pt x="179968" y="1089315"/>
                  </a:lnTo>
                  <a:close/>
                  <a:moveTo>
                    <a:pt x="198229" y="979989"/>
                  </a:moveTo>
                  <a:lnTo>
                    <a:pt x="181150" y="988262"/>
                  </a:lnTo>
                  <a:lnTo>
                    <a:pt x="179968" y="1089315"/>
                  </a:lnTo>
                  <a:close/>
                  <a:moveTo>
                    <a:pt x="136106" y="936210"/>
                  </a:moveTo>
                  <a:lnTo>
                    <a:pt x="181150" y="988262"/>
                  </a:lnTo>
                  <a:lnTo>
                    <a:pt x="198229" y="979989"/>
                  </a:lnTo>
                  <a:close/>
                  <a:moveTo>
                    <a:pt x="1953936" y="3117582"/>
                  </a:moveTo>
                  <a:lnTo>
                    <a:pt x="1950162" y="3121956"/>
                  </a:lnTo>
                  <a:lnTo>
                    <a:pt x="1956163" y="3119898"/>
                  </a:lnTo>
                  <a:close/>
                  <a:moveTo>
                    <a:pt x="1953936" y="3117582"/>
                  </a:moveTo>
                  <a:lnTo>
                    <a:pt x="1956163" y="3119898"/>
                  </a:lnTo>
                  <a:lnTo>
                    <a:pt x="1957773" y="3115769"/>
                  </a:lnTo>
                  <a:close/>
                  <a:moveTo>
                    <a:pt x="1899877" y="3035367"/>
                  </a:moveTo>
                  <a:lnTo>
                    <a:pt x="1953936" y="3117582"/>
                  </a:lnTo>
                  <a:lnTo>
                    <a:pt x="1957773" y="3115769"/>
                  </a:lnTo>
                  <a:close/>
                  <a:moveTo>
                    <a:pt x="1966174" y="3008846"/>
                  </a:moveTo>
                  <a:lnTo>
                    <a:pt x="1957773" y="3115769"/>
                  </a:lnTo>
                  <a:lnTo>
                    <a:pt x="1992864" y="3117582"/>
                  </a:lnTo>
                  <a:close/>
                  <a:moveTo>
                    <a:pt x="1945681" y="2925415"/>
                  </a:moveTo>
                  <a:lnTo>
                    <a:pt x="2003902" y="3035367"/>
                  </a:lnTo>
                  <a:lnTo>
                    <a:pt x="2043622" y="2953035"/>
                  </a:lnTo>
                  <a:close/>
                  <a:moveTo>
                    <a:pt x="906944" y="1623086"/>
                  </a:moveTo>
                  <a:lnTo>
                    <a:pt x="850135" y="1608679"/>
                  </a:lnTo>
                  <a:lnTo>
                    <a:pt x="944827" y="1631400"/>
                  </a:lnTo>
                  <a:close/>
                  <a:moveTo>
                    <a:pt x="850135" y="1608679"/>
                  </a:moveTo>
                  <a:lnTo>
                    <a:pt x="867593" y="1621293"/>
                  </a:lnTo>
                  <a:lnTo>
                    <a:pt x="944827" y="1631400"/>
                  </a:lnTo>
                  <a:close/>
                  <a:moveTo>
                    <a:pt x="642911" y="1473280"/>
                  </a:moveTo>
                  <a:lnTo>
                    <a:pt x="726585" y="1448346"/>
                  </a:lnTo>
                  <a:lnTo>
                    <a:pt x="635337" y="1391065"/>
                  </a:lnTo>
                  <a:close/>
                  <a:moveTo>
                    <a:pt x="787342" y="1359452"/>
                  </a:moveTo>
                  <a:lnTo>
                    <a:pt x="726585" y="1448346"/>
                  </a:lnTo>
                  <a:lnTo>
                    <a:pt x="810379" y="1440815"/>
                  </a:lnTo>
                  <a:close/>
                  <a:moveTo>
                    <a:pt x="2117287" y="3079145"/>
                  </a:moveTo>
                  <a:lnTo>
                    <a:pt x="2070413" y="2996930"/>
                  </a:lnTo>
                  <a:lnTo>
                    <a:pt x="2090980" y="3028566"/>
                  </a:lnTo>
                  <a:close/>
                  <a:moveTo>
                    <a:pt x="2185451" y="3040708"/>
                  </a:moveTo>
                  <a:lnTo>
                    <a:pt x="2163194" y="3121436"/>
                  </a:lnTo>
                  <a:lnTo>
                    <a:pt x="2205945" y="3066072"/>
                  </a:lnTo>
                  <a:close/>
                  <a:moveTo>
                    <a:pt x="2185451" y="3040708"/>
                  </a:moveTo>
                  <a:lnTo>
                    <a:pt x="2117287" y="3079145"/>
                  </a:lnTo>
                  <a:lnTo>
                    <a:pt x="2163194" y="3121436"/>
                  </a:lnTo>
                  <a:close/>
                  <a:moveTo>
                    <a:pt x="1264322" y="1814597"/>
                  </a:moveTo>
                  <a:lnTo>
                    <a:pt x="1278083" y="1826211"/>
                  </a:lnTo>
                  <a:lnTo>
                    <a:pt x="1351923" y="1904063"/>
                  </a:lnTo>
                  <a:close/>
                  <a:moveTo>
                    <a:pt x="1156042" y="1741942"/>
                  </a:moveTo>
                  <a:lnTo>
                    <a:pt x="1142884" y="1814586"/>
                  </a:lnTo>
                  <a:lnTo>
                    <a:pt x="1264322" y="1814597"/>
                  </a:lnTo>
                  <a:close/>
                  <a:moveTo>
                    <a:pt x="1141972" y="1643052"/>
                  </a:moveTo>
                  <a:lnTo>
                    <a:pt x="1092993" y="1691505"/>
                  </a:lnTo>
                  <a:lnTo>
                    <a:pt x="1151974" y="1645157"/>
                  </a:lnTo>
                  <a:close/>
                  <a:moveTo>
                    <a:pt x="920679" y="1511827"/>
                  </a:moveTo>
                  <a:lnTo>
                    <a:pt x="862647" y="1498415"/>
                  </a:lnTo>
                  <a:lnTo>
                    <a:pt x="855460" y="1575926"/>
                  </a:lnTo>
                  <a:close/>
                  <a:moveTo>
                    <a:pt x="832582" y="1434843"/>
                  </a:moveTo>
                  <a:lnTo>
                    <a:pt x="947487" y="1426142"/>
                  </a:lnTo>
                  <a:lnTo>
                    <a:pt x="881504" y="1396407"/>
                  </a:lnTo>
                  <a:close/>
                  <a:moveTo>
                    <a:pt x="370958" y="855043"/>
                  </a:moveTo>
                  <a:lnTo>
                    <a:pt x="377485" y="859337"/>
                  </a:lnTo>
                  <a:lnTo>
                    <a:pt x="364446" y="854738"/>
                  </a:lnTo>
                  <a:close/>
                  <a:moveTo>
                    <a:pt x="2286465" y="3030324"/>
                  </a:moveTo>
                  <a:lnTo>
                    <a:pt x="2205163" y="3035829"/>
                  </a:lnTo>
                  <a:lnTo>
                    <a:pt x="2205945" y="3066072"/>
                  </a:lnTo>
                  <a:close/>
                  <a:moveTo>
                    <a:pt x="2205163" y="3035829"/>
                  </a:moveTo>
                  <a:lnTo>
                    <a:pt x="2286465" y="3030324"/>
                  </a:lnTo>
                  <a:lnTo>
                    <a:pt x="2274604" y="2939875"/>
                  </a:lnTo>
                  <a:close/>
                  <a:moveTo>
                    <a:pt x="1899843" y="2478922"/>
                  </a:moveTo>
                  <a:lnTo>
                    <a:pt x="1842678" y="2448101"/>
                  </a:lnTo>
                  <a:lnTo>
                    <a:pt x="1876999" y="2465203"/>
                  </a:lnTo>
                  <a:close/>
                  <a:moveTo>
                    <a:pt x="1953451" y="2464150"/>
                  </a:moveTo>
                  <a:lnTo>
                    <a:pt x="1876660" y="2455702"/>
                  </a:lnTo>
                  <a:lnTo>
                    <a:pt x="1899843" y="2478922"/>
                  </a:lnTo>
                  <a:close/>
                  <a:moveTo>
                    <a:pt x="1876999" y="2465203"/>
                  </a:moveTo>
                  <a:lnTo>
                    <a:pt x="1842678" y="2448101"/>
                  </a:lnTo>
                  <a:lnTo>
                    <a:pt x="1821123" y="2382988"/>
                  </a:lnTo>
                  <a:close/>
                  <a:moveTo>
                    <a:pt x="1953451" y="2464150"/>
                  </a:moveTo>
                  <a:lnTo>
                    <a:pt x="1899843" y="2478922"/>
                  </a:lnTo>
                  <a:lnTo>
                    <a:pt x="2037672" y="2500382"/>
                  </a:lnTo>
                  <a:close/>
                  <a:moveTo>
                    <a:pt x="1796042" y="2369485"/>
                  </a:moveTo>
                  <a:lnTo>
                    <a:pt x="1821123" y="2382988"/>
                  </a:lnTo>
                  <a:lnTo>
                    <a:pt x="1840584" y="2320816"/>
                  </a:lnTo>
                  <a:close/>
                  <a:moveTo>
                    <a:pt x="1812244" y="2262336"/>
                  </a:moveTo>
                  <a:lnTo>
                    <a:pt x="1796042" y="2369485"/>
                  </a:lnTo>
                  <a:lnTo>
                    <a:pt x="1840584" y="2320816"/>
                  </a:lnTo>
                  <a:close/>
                  <a:moveTo>
                    <a:pt x="1325159" y="1865229"/>
                  </a:moveTo>
                  <a:lnTo>
                    <a:pt x="1353731" y="1889697"/>
                  </a:lnTo>
                  <a:lnTo>
                    <a:pt x="1278083" y="1826211"/>
                  </a:lnTo>
                  <a:close/>
                  <a:moveTo>
                    <a:pt x="1094925" y="1630945"/>
                  </a:moveTo>
                  <a:lnTo>
                    <a:pt x="1092993" y="1691505"/>
                  </a:lnTo>
                  <a:lnTo>
                    <a:pt x="1141972" y="1643052"/>
                  </a:lnTo>
                  <a:close/>
                  <a:moveTo>
                    <a:pt x="1036672" y="1378027"/>
                  </a:moveTo>
                  <a:lnTo>
                    <a:pt x="947487" y="1426142"/>
                  </a:lnTo>
                  <a:lnTo>
                    <a:pt x="1034986" y="1474625"/>
                  </a:lnTo>
                  <a:close/>
                  <a:moveTo>
                    <a:pt x="1036672" y="1378027"/>
                  </a:moveTo>
                  <a:lnTo>
                    <a:pt x="958157" y="1381266"/>
                  </a:lnTo>
                  <a:lnTo>
                    <a:pt x="947487" y="1426142"/>
                  </a:lnTo>
                  <a:close/>
                  <a:moveTo>
                    <a:pt x="958157" y="1381266"/>
                  </a:moveTo>
                  <a:lnTo>
                    <a:pt x="1021018" y="1290662"/>
                  </a:lnTo>
                  <a:lnTo>
                    <a:pt x="952620" y="1285676"/>
                  </a:lnTo>
                  <a:close/>
                  <a:moveTo>
                    <a:pt x="893793" y="1275755"/>
                  </a:moveTo>
                  <a:lnTo>
                    <a:pt x="952620" y="1285676"/>
                  </a:lnTo>
                  <a:lnTo>
                    <a:pt x="863672" y="1197305"/>
                  </a:lnTo>
                  <a:close/>
                  <a:moveTo>
                    <a:pt x="1849440" y="2353929"/>
                  </a:moveTo>
                  <a:lnTo>
                    <a:pt x="1842678" y="2448101"/>
                  </a:lnTo>
                  <a:lnTo>
                    <a:pt x="1828234" y="2426766"/>
                  </a:lnTo>
                  <a:close/>
                  <a:moveTo>
                    <a:pt x="2378019" y="2816300"/>
                  </a:moveTo>
                  <a:lnTo>
                    <a:pt x="2285062" y="2831280"/>
                  </a:lnTo>
                  <a:lnTo>
                    <a:pt x="2283465" y="2862048"/>
                  </a:lnTo>
                  <a:close/>
                  <a:moveTo>
                    <a:pt x="2136736" y="2490906"/>
                  </a:moveTo>
                  <a:lnTo>
                    <a:pt x="2037672" y="2500382"/>
                  </a:lnTo>
                  <a:lnTo>
                    <a:pt x="2055021" y="2508981"/>
                  </a:lnTo>
                  <a:close/>
                  <a:moveTo>
                    <a:pt x="2050892" y="2400011"/>
                  </a:moveTo>
                  <a:lnTo>
                    <a:pt x="2037672" y="2500382"/>
                  </a:lnTo>
                  <a:lnTo>
                    <a:pt x="2136736" y="2490906"/>
                  </a:lnTo>
                  <a:close/>
                  <a:moveTo>
                    <a:pt x="1964802" y="2409409"/>
                  </a:moveTo>
                  <a:lnTo>
                    <a:pt x="1876660" y="2455702"/>
                  </a:lnTo>
                  <a:lnTo>
                    <a:pt x="1953451" y="2464150"/>
                  </a:lnTo>
                  <a:close/>
                  <a:moveTo>
                    <a:pt x="2050892" y="2400011"/>
                  </a:moveTo>
                  <a:lnTo>
                    <a:pt x="1953451" y="2464150"/>
                  </a:lnTo>
                  <a:lnTo>
                    <a:pt x="2037672" y="2500382"/>
                  </a:lnTo>
                  <a:close/>
                  <a:moveTo>
                    <a:pt x="2050892" y="2400011"/>
                  </a:moveTo>
                  <a:lnTo>
                    <a:pt x="1964802" y="2409409"/>
                  </a:lnTo>
                  <a:lnTo>
                    <a:pt x="1953451" y="2464150"/>
                  </a:lnTo>
                  <a:close/>
                  <a:moveTo>
                    <a:pt x="1812244" y="2262336"/>
                  </a:moveTo>
                  <a:lnTo>
                    <a:pt x="1840584" y="2320816"/>
                  </a:lnTo>
                  <a:lnTo>
                    <a:pt x="1836850" y="2252656"/>
                  </a:lnTo>
                  <a:close/>
                  <a:moveTo>
                    <a:pt x="1812244" y="2262336"/>
                  </a:moveTo>
                  <a:lnTo>
                    <a:pt x="1836850" y="2252656"/>
                  </a:lnTo>
                  <a:lnTo>
                    <a:pt x="1843391" y="2141685"/>
                  </a:lnTo>
                  <a:close/>
                  <a:moveTo>
                    <a:pt x="1836850" y="2252656"/>
                  </a:moveTo>
                  <a:lnTo>
                    <a:pt x="1840584" y="2320816"/>
                  </a:lnTo>
                  <a:lnTo>
                    <a:pt x="1852093" y="2262336"/>
                  </a:lnTo>
                  <a:close/>
                  <a:moveTo>
                    <a:pt x="1836850" y="2252656"/>
                  </a:moveTo>
                  <a:lnTo>
                    <a:pt x="1852093" y="2262336"/>
                  </a:lnTo>
                  <a:lnTo>
                    <a:pt x="1855033" y="2159639"/>
                  </a:lnTo>
                  <a:close/>
                  <a:moveTo>
                    <a:pt x="1163460" y="1335543"/>
                  </a:moveTo>
                  <a:lnTo>
                    <a:pt x="1194459" y="1361808"/>
                  </a:lnTo>
                  <a:lnTo>
                    <a:pt x="1189601" y="1440185"/>
                  </a:lnTo>
                  <a:close/>
                  <a:moveTo>
                    <a:pt x="2485476" y="2689439"/>
                  </a:moveTo>
                  <a:lnTo>
                    <a:pt x="2392486" y="2775799"/>
                  </a:lnTo>
                  <a:lnTo>
                    <a:pt x="2468722" y="2782173"/>
                  </a:lnTo>
                  <a:close/>
                  <a:moveTo>
                    <a:pt x="2468722" y="2782173"/>
                  </a:moveTo>
                  <a:lnTo>
                    <a:pt x="2546993" y="2678754"/>
                  </a:lnTo>
                  <a:lnTo>
                    <a:pt x="2485476" y="2689439"/>
                  </a:lnTo>
                  <a:close/>
                  <a:moveTo>
                    <a:pt x="2028647" y="2185463"/>
                  </a:moveTo>
                  <a:lnTo>
                    <a:pt x="2023783" y="2233252"/>
                  </a:lnTo>
                  <a:lnTo>
                    <a:pt x="2075295" y="2210645"/>
                  </a:lnTo>
                  <a:close/>
                  <a:moveTo>
                    <a:pt x="2028647" y="2185463"/>
                  </a:moveTo>
                  <a:lnTo>
                    <a:pt x="1982868" y="2143734"/>
                  </a:lnTo>
                  <a:lnTo>
                    <a:pt x="1942416" y="2207691"/>
                  </a:lnTo>
                  <a:close/>
                  <a:moveTo>
                    <a:pt x="1690356" y="1710608"/>
                  </a:moveTo>
                  <a:lnTo>
                    <a:pt x="1673029" y="1624601"/>
                  </a:lnTo>
                  <a:lnTo>
                    <a:pt x="1623200" y="1704612"/>
                  </a:lnTo>
                  <a:close/>
                  <a:moveTo>
                    <a:pt x="1209579" y="1155104"/>
                  </a:moveTo>
                  <a:lnTo>
                    <a:pt x="1239700" y="1234061"/>
                  </a:lnTo>
                  <a:lnTo>
                    <a:pt x="1190617" y="1132243"/>
                  </a:lnTo>
                  <a:close/>
                  <a:moveTo>
                    <a:pt x="2546993" y="2678754"/>
                  </a:moveTo>
                  <a:lnTo>
                    <a:pt x="2578312" y="2698052"/>
                  </a:lnTo>
                  <a:lnTo>
                    <a:pt x="2585352" y="2668833"/>
                  </a:lnTo>
                  <a:close/>
                  <a:moveTo>
                    <a:pt x="2028647" y="2185463"/>
                  </a:moveTo>
                  <a:lnTo>
                    <a:pt x="2075295" y="2210645"/>
                  </a:lnTo>
                  <a:lnTo>
                    <a:pt x="2089087" y="2168775"/>
                  </a:lnTo>
                  <a:close/>
                  <a:moveTo>
                    <a:pt x="2174692" y="2159772"/>
                  </a:moveTo>
                  <a:lnTo>
                    <a:pt x="2089087" y="2168775"/>
                  </a:lnTo>
                  <a:lnTo>
                    <a:pt x="2075295" y="2210645"/>
                  </a:lnTo>
                  <a:close/>
                  <a:moveTo>
                    <a:pt x="2174692" y="2159772"/>
                  </a:moveTo>
                  <a:lnTo>
                    <a:pt x="2081280" y="2075030"/>
                  </a:lnTo>
                  <a:lnTo>
                    <a:pt x="2089087" y="2168775"/>
                  </a:lnTo>
                  <a:close/>
                  <a:moveTo>
                    <a:pt x="2000758" y="2079901"/>
                  </a:moveTo>
                  <a:lnTo>
                    <a:pt x="2081280" y="2075030"/>
                  </a:lnTo>
                  <a:lnTo>
                    <a:pt x="2036045" y="2063898"/>
                  </a:lnTo>
                  <a:close/>
                  <a:moveTo>
                    <a:pt x="2598942" y="2558103"/>
                  </a:moveTo>
                  <a:lnTo>
                    <a:pt x="2699468" y="2636653"/>
                  </a:lnTo>
                  <a:lnTo>
                    <a:pt x="2704731" y="2532281"/>
                  </a:lnTo>
                  <a:close/>
                  <a:moveTo>
                    <a:pt x="1385862" y="1075734"/>
                  </a:moveTo>
                  <a:lnTo>
                    <a:pt x="1340381" y="957579"/>
                  </a:lnTo>
                  <a:lnTo>
                    <a:pt x="1331090" y="959578"/>
                  </a:lnTo>
                  <a:close/>
                  <a:moveTo>
                    <a:pt x="1513549" y="932426"/>
                  </a:moveTo>
                  <a:lnTo>
                    <a:pt x="1421716" y="1008562"/>
                  </a:lnTo>
                  <a:lnTo>
                    <a:pt x="1498145" y="1015660"/>
                  </a:lnTo>
                  <a:close/>
                  <a:moveTo>
                    <a:pt x="1513549" y="932426"/>
                  </a:moveTo>
                  <a:lnTo>
                    <a:pt x="1444447" y="928013"/>
                  </a:lnTo>
                  <a:lnTo>
                    <a:pt x="1421716" y="1008562"/>
                  </a:lnTo>
                  <a:close/>
                  <a:moveTo>
                    <a:pt x="1578179" y="919142"/>
                  </a:moveTo>
                  <a:lnTo>
                    <a:pt x="1513549" y="932426"/>
                  </a:lnTo>
                  <a:lnTo>
                    <a:pt x="1498145" y="1015660"/>
                  </a:lnTo>
                  <a:close/>
                  <a:moveTo>
                    <a:pt x="1133319" y="459217"/>
                  </a:moveTo>
                  <a:lnTo>
                    <a:pt x="1081201" y="440996"/>
                  </a:lnTo>
                  <a:lnTo>
                    <a:pt x="1192209" y="492589"/>
                  </a:lnTo>
                  <a:close/>
                  <a:moveTo>
                    <a:pt x="2007317" y="1234331"/>
                  </a:moveTo>
                  <a:lnTo>
                    <a:pt x="2048943" y="1251312"/>
                  </a:lnTo>
                  <a:lnTo>
                    <a:pt x="2101838" y="1291782"/>
                  </a:lnTo>
                  <a:close/>
                  <a:moveTo>
                    <a:pt x="1737186" y="1083573"/>
                  </a:moveTo>
                  <a:lnTo>
                    <a:pt x="1786323" y="1105391"/>
                  </a:lnTo>
                  <a:lnTo>
                    <a:pt x="1743678" y="1066704"/>
                  </a:lnTo>
                  <a:close/>
                  <a:moveTo>
                    <a:pt x="1786849" y="1131699"/>
                  </a:moveTo>
                  <a:lnTo>
                    <a:pt x="1851882" y="1139421"/>
                  </a:lnTo>
                  <a:lnTo>
                    <a:pt x="1737186" y="1083573"/>
                  </a:lnTo>
                  <a:close/>
                  <a:moveTo>
                    <a:pt x="1621873" y="804860"/>
                  </a:moveTo>
                  <a:lnTo>
                    <a:pt x="1534550" y="815260"/>
                  </a:lnTo>
                  <a:lnTo>
                    <a:pt x="1578179" y="919142"/>
                  </a:lnTo>
                  <a:close/>
                  <a:moveTo>
                    <a:pt x="1578179" y="919142"/>
                  </a:moveTo>
                  <a:lnTo>
                    <a:pt x="1534550" y="815260"/>
                  </a:lnTo>
                  <a:lnTo>
                    <a:pt x="1512137" y="852775"/>
                  </a:lnTo>
                  <a:close/>
                  <a:moveTo>
                    <a:pt x="1561122" y="820716"/>
                  </a:moveTo>
                  <a:lnTo>
                    <a:pt x="1633512" y="812715"/>
                  </a:lnTo>
                  <a:lnTo>
                    <a:pt x="1578179" y="919142"/>
                  </a:lnTo>
                  <a:close/>
                  <a:moveTo>
                    <a:pt x="1534550" y="815260"/>
                  </a:moveTo>
                  <a:lnTo>
                    <a:pt x="1563008" y="764312"/>
                  </a:lnTo>
                  <a:lnTo>
                    <a:pt x="1499785" y="806590"/>
                  </a:lnTo>
                  <a:close/>
                  <a:moveTo>
                    <a:pt x="1534550" y="815260"/>
                  </a:moveTo>
                  <a:lnTo>
                    <a:pt x="1621873" y="804860"/>
                  </a:lnTo>
                  <a:lnTo>
                    <a:pt x="1563008" y="764312"/>
                  </a:lnTo>
                  <a:close/>
                  <a:moveTo>
                    <a:pt x="1688820" y="811026"/>
                  </a:moveTo>
                  <a:lnTo>
                    <a:pt x="1621873" y="804860"/>
                  </a:lnTo>
                  <a:lnTo>
                    <a:pt x="1712078" y="827801"/>
                  </a:lnTo>
                  <a:close/>
                  <a:moveTo>
                    <a:pt x="1621873" y="804860"/>
                  </a:moveTo>
                  <a:lnTo>
                    <a:pt x="1633512" y="812715"/>
                  </a:lnTo>
                  <a:lnTo>
                    <a:pt x="1712078" y="827801"/>
                  </a:lnTo>
                  <a:close/>
                  <a:moveTo>
                    <a:pt x="1273953" y="505568"/>
                  </a:moveTo>
                  <a:lnTo>
                    <a:pt x="1321283" y="567182"/>
                  </a:lnTo>
                  <a:lnTo>
                    <a:pt x="1357586" y="498168"/>
                  </a:lnTo>
                  <a:close/>
                  <a:moveTo>
                    <a:pt x="1203065" y="502607"/>
                  </a:moveTo>
                  <a:lnTo>
                    <a:pt x="1321283" y="567182"/>
                  </a:lnTo>
                  <a:lnTo>
                    <a:pt x="1273953" y="505568"/>
                  </a:lnTo>
                  <a:close/>
                  <a:moveTo>
                    <a:pt x="1203065" y="502607"/>
                  </a:moveTo>
                  <a:lnTo>
                    <a:pt x="1267673" y="496076"/>
                  </a:lnTo>
                  <a:lnTo>
                    <a:pt x="1192209" y="492589"/>
                  </a:lnTo>
                  <a:close/>
                  <a:moveTo>
                    <a:pt x="2227982" y="1515895"/>
                  </a:moveTo>
                  <a:lnTo>
                    <a:pt x="2297466" y="1519997"/>
                  </a:lnTo>
                  <a:lnTo>
                    <a:pt x="2261104" y="1487229"/>
                  </a:lnTo>
                  <a:close/>
                  <a:moveTo>
                    <a:pt x="2297466" y="1519997"/>
                  </a:moveTo>
                  <a:lnTo>
                    <a:pt x="2349274" y="1538223"/>
                  </a:lnTo>
                  <a:lnTo>
                    <a:pt x="2261104" y="1487229"/>
                  </a:lnTo>
                  <a:close/>
                  <a:moveTo>
                    <a:pt x="1560709" y="431194"/>
                  </a:moveTo>
                  <a:lnTo>
                    <a:pt x="1508484" y="469631"/>
                  </a:lnTo>
                  <a:lnTo>
                    <a:pt x="1560325" y="513409"/>
                  </a:lnTo>
                  <a:close/>
                  <a:moveTo>
                    <a:pt x="1514629" y="348979"/>
                  </a:moveTo>
                  <a:lnTo>
                    <a:pt x="1508484" y="469631"/>
                  </a:lnTo>
                  <a:lnTo>
                    <a:pt x="1560709" y="431194"/>
                  </a:lnTo>
                  <a:close/>
                  <a:moveTo>
                    <a:pt x="1832308" y="783461"/>
                  </a:moveTo>
                  <a:lnTo>
                    <a:pt x="1774611" y="760055"/>
                  </a:lnTo>
                  <a:lnTo>
                    <a:pt x="1884770" y="764405"/>
                  </a:lnTo>
                  <a:close/>
                  <a:moveTo>
                    <a:pt x="1560709" y="431194"/>
                  </a:moveTo>
                  <a:lnTo>
                    <a:pt x="1559468" y="384130"/>
                  </a:lnTo>
                  <a:lnTo>
                    <a:pt x="1586374" y="310542"/>
                  </a:lnTo>
                  <a:close/>
                  <a:moveTo>
                    <a:pt x="1560709" y="431194"/>
                  </a:moveTo>
                  <a:lnTo>
                    <a:pt x="1586374" y="310542"/>
                  </a:lnTo>
                  <a:lnTo>
                    <a:pt x="1514629" y="348979"/>
                  </a:lnTo>
                  <a:close/>
                  <a:moveTo>
                    <a:pt x="1514629" y="348979"/>
                  </a:moveTo>
                  <a:lnTo>
                    <a:pt x="1586374" y="310542"/>
                  </a:lnTo>
                  <a:lnTo>
                    <a:pt x="1485853" y="324097"/>
                  </a:lnTo>
                  <a:close/>
                  <a:moveTo>
                    <a:pt x="2175109" y="847612"/>
                  </a:moveTo>
                  <a:lnTo>
                    <a:pt x="2110452" y="765397"/>
                  </a:lnTo>
                  <a:lnTo>
                    <a:pt x="2091625" y="865513"/>
                  </a:lnTo>
                  <a:close/>
                  <a:moveTo>
                    <a:pt x="1794432" y="474973"/>
                  </a:moveTo>
                  <a:lnTo>
                    <a:pt x="1761929" y="451313"/>
                  </a:lnTo>
                  <a:lnTo>
                    <a:pt x="1809256" y="482070"/>
                  </a:lnTo>
                  <a:close/>
                  <a:moveTo>
                    <a:pt x="1809256" y="482070"/>
                  </a:moveTo>
                  <a:lnTo>
                    <a:pt x="1761929" y="451313"/>
                  </a:lnTo>
                  <a:lnTo>
                    <a:pt x="1792470" y="482766"/>
                  </a:lnTo>
                  <a:close/>
                  <a:moveTo>
                    <a:pt x="1722659" y="383147"/>
                  </a:moveTo>
                  <a:lnTo>
                    <a:pt x="1794432" y="474973"/>
                  </a:lnTo>
                  <a:lnTo>
                    <a:pt x="1734742" y="392758"/>
                  </a:lnTo>
                  <a:close/>
                  <a:moveTo>
                    <a:pt x="1660750" y="268945"/>
                  </a:moveTo>
                  <a:lnTo>
                    <a:pt x="1655616" y="276967"/>
                  </a:lnTo>
                  <a:lnTo>
                    <a:pt x="1685039" y="296302"/>
                  </a:lnTo>
                  <a:close/>
                  <a:moveTo>
                    <a:pt x="1888684" y="269264"/>
                  </a:moveTo>
                  <a:lnTo>
                    <a:pt x="1949992" y="299197"/>
                  </a:lnTo>
                  <a:lnTo>
                    <a:pt x="1834778" y="252497"/>
                  </a:lnTo>
                  <a:close/>
                  <a:moveTo>
                    <a:pt x="2051121" y="277448"/>
                  </a:moveTo>
                  <a:lnTo>
                    <a:pt x="1985214" y="215685"/>
                  </a:lnTo>
                  <a:lnTo>
                    <a:pt x="1949992" y="299197"/>
                  </a:lnTo>
                  <a:close/>
                  <a:moveTo>
                    <a:pt x="1949992" y="299197"/>
                  </a:moveTo>
                  <a:lnTo>
                    <a:pt x="1985214" y="215685"/>
                  </a:lnTo>
                  <a:lnTo>
                    <a:pt x="1860277" y="242422"/>
                  </a:lnTo>
                  <a:close/>
                  <a:moveTo>
                    <a:pt x="1973655" y="0"/>
                  </a:moveTo>
                  <a:lnTo>
                    <a:pt x="2059593" y="74581"/>
                  </a:lnTo>
                  <a:lnTo>
                    <a:pt x="2073717" y="7933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99" name="Candidate_density__2098">
              <a:extLst>
                <a:ext uri="{FF2B5EF4-FFF2-40B4-BE49-F238E27FC236}">
                  <a16:creationId xmlns:a16="http://schemas.microsoft.com/office/drawing/2014/main" id="{C9002E6A-65CB-A4F6-83B2-C32C8EDEFFC4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08053"/>
              <a:ext cx="2657016" cy="3121956"/>
            </a:xfrm>
            <a:custGeom>
              <a:avLst/>
              <a:gdLst/>
              <a:ahLst/>
              <a:cxnLst/>
              <a:rect l="0" t="0" r="0" b="0"/>
              <a:pathLst>
                <a:path w="2657016" h="3121956">
                  <a:moveTo>
                    <a:pt x="686478" y="2652043"/>
                  </a:moveTo>
                  <a:lnTo>
                    <a:pt x="770075" y="2706622"/>
                  </a:lnTo>
                  <a:lnTo>
                    <a:pt x="799387" y="2616345"/>
                  </a:lnTo>
                  <a:close/>
                  <a:moveTo>
                    <a:pt x="770075" y="2706622"/>
                  </a:moveTo>
                  <a:lnTo>
                    <a:pt x="816157" y="2613606"/>
                  </a:lnTo>
                  <a:lnTo>
                    <a:pt x="799387" y="2616345"/>
                  </a:lnTo>
                  <a:close/>
                  <a:moveTo>
                    <a:pt x="882005" y="2631248"/>
                  </a:moveTo>
                  <a:lnTo>
                    <a:pt x="816157" y="2613606"/>
                  </a:lnTo>
                  <a:lnTo>
                    <a:pt x="770075" y="2706622"/>
                  </a:lnTo>
                  <a:close/>
                  <a:moveTo>
                    <a:pt x="660567" y="2531391"/>
                  </a:moveTo>
                  <a:lnTo>
                    <a:pt x="589504" y="2465608"/>
                  </a:lnTo>
                  <a:lnTo>
                    <a:pt x="595201" y="2487613"/>
                  </a:lnTo>
                  <a:close/>
                  <a:moveTo>
                    <a:pt x="545218" y="2423235"/>
                  </a:moveTo>
                  <a:lnTo>
                    <a:pt x="595201" y="2487613"/>
                  </a:lnTo>
                  <a:lnTo>
                    <a:pt x="589504" y="2465608"/>
                  </a:lnTo>
                  <a:close/>
                  <a:moveTo>
                    <a:pt x="800891" y="2515030"/>
                  </a:moveTo>
                  <a:lnTo>
                    <a:pt x="728834" y="2513020"/>
                  </a:lnTo>
                  <a:lnTo>
                    <a:pt x="718318" y="2576568"/>
                  </a:lnTo>
                  <a:close/>
                  <a:moveTo>
                    <a:pt x="800891" y="2515030"/>
                  </a:moveTo>
                  <a:lnTo>
                    <a:pt x="810524" y="2427448"/>
                  </a:lnTo>
                  <a:lnTo>
                    <a:pt x="739144" y="2439229"/>
                  </a:lnTo>
                  <a:close/>
                  <a:moveTo>
                    <a:pt x="492895" y="2075858"/>
                  </a:moveTo>
                  <a:lnTo>
                    <a:pt x="425709" y="2037718"/>
                  </a:lnTo>
                  <a:lnTo>
                    <a:pt x="546748" y="2081879"/>
                  </a:lnTo>
                  <a:close/>
                  <a:moveTo>
                    <a:pt x="425916" y="2040640"/>
                  </a:moveTo>
                  <a:lnTo>
                    <a:pt x="485050" y="2089566"/>
                  </a:lnTo>
                  <a:lnTo>
                    <a:pt x="546748" y="2081879"/>
                  </a:lnTo>
                  <a:close/>
                  <a:moveTo>
                    <a:pt x="896" y="1566189"/>
                  </a:moveTo>
                  <a:lnTo>
                    <a:pt x="44290" y="1506374"/>
                  </a:lnTo>
                  <a:lnTo>
                    <a:pt x="37683" y="1510255"/>
                  </a:lnTo>
                  <a:close/>
                  <a:moveTo>
                    <a:pt x="977700" y="2454519"/>
                  </a:moveTo>
                  <a:lnTo>
                    <a:pt x="935273" y="2492955"/>
                  </a:lnTo>
                  <a:lnTo>
                    <a:pt x="984871" y="2521988"/>
                  </a:lnTo>
                  <a:close/>
                  <a:moveTo>
                    <a:pt x="886861" y="2410740"/>
                  </a:moveTo>
                  <a:lnTo>
                    <a:pt x="977700" y="2454519"/>
                  </a:lnTo>
                  <a:lnTo>
                    <a:pt x="992733" y="2372304"/>
                  </a:lnTo>
                  <a:close/>
                  <a:moveTo>
                    <a:pt x="818206" y="2400862"/>
                  </a:moveTo>
                  <a:lnTo>
                    <a:pt x="810524" y="2427448"/>
                  </a:lnTo>
                  <a:lnTo>
                    <a:pt x="861287" y="2410740"/>
                  </a:lnTo>
                  <a:close/>
                  <a:moveTo>
                    <a:pt x="837732" y="2313971"/>
                  </a:moveTo>
                  <a:lnTo>
                    <a:pt x="893906" y="2299819"/>
                  </a:lnTo>
                  <a:lnTo>
                    <a:pt x="887095" y="2290088"/>
                  </a:lnTo>
                  <a:close/>
                  <a:moveTo>
                    <a:pt x="818206" y="2400862"/>
                  </a:moveTo>
                  <a:lnTo>
                    <a:pt x="875550" y="2391910"/>
                  </a:lnTo>
                  <a:lnTo>
                    <a:pt x="837732" y="2313971"/>
                  </a:lnTo>
                  <a:close/>
                  <a:moveTo>
                    <a:pt x="98633" y="1385722"/>
                  </a:moveTo>
                  <a:lnTo>
                    <a:pt x="22179" y="1322675"/>
                  </a:lnTo>
                  <a:lnTo>
                    <a:pt x="0" y="1341943"/>
                  </a:lnTo>
                  <a:close/>
                  <a:moveTo>
                    <a:pt x="27654" y="1235828"/>
                  </a:moveTo>
                  <a:lnTo>
                    <a:pt x="107235" y="1254709"/>
                  </a:lnTo>
                  <a:lnTo>
                    <a:pt x="0" y="1341943"/>
                  </a:lnTo>
                  <a:close/>
                  <a:moveTo>
                    <a:pt x="82021" y="1234524"/>
                  </a:moveTo>
                  <a:lnTo>
                    <a:pt x="92007" y="1197774"/>
                  </a:lnTo>
                  <a:lnTo>
                    <a:pt x="23711" y="1221085"/>
                  </a:lnTo>
                  <a:close/>
                  <a:moveTo>
                    <a:pt x="910344" y="2290088"/>
                  </a:moveTo>
                  <a:lnTo>
                    <a:pt x="992733" y="2372304"/>
                  </a:lnTo>
                  <a:lnTo>
                    <a:pt x="909648" y="2287021"/>
                  </a:lnTo>
                  <a:close/>
                  <a:moveTo>
                    <a:pt x="947234" y="2207873"/>
                  </a:moveTo>
                  <a:lnTo>
                    <a:pt x="910344" y="2290088"/>
                  </a:lnTo>
                  <a:lnTo>
                    <a:pt x="897183" y="2197063"/>
                  </a:lnTo>
                  <a:close/>
                  <a:moveTo>
                    <a:pt x="291376" y="1449323"/>
                  </a:moveTo>
                  <a:lnTo>
                    <a:pt x="294131" y="1467938"/>
                  </a:lnTo>
                  <a:lnTo>
                    <a:pt x="263196" y="1448101"/>
                  </a:lnTo>
                  <a:close/>
                  <a:moveTo>
                    <a:pt x="130234" y="1125497"/>
                  </a:moveTo>
                  <a:lnTo>
                    <a:pt x="23711" y="1221085"/>
                  </a:lnTo>
                  <a:lnTo>
                    <a:pt x="92007" y="1197774"/>
                  </a:lnTo>
                  <a:close/>
                  <a:moveTo>
                    <a:pt x="1911485" y="3117582"/>
                  </a:moveTo>
                  <a:lnTo>
                    <a:pt x="1852465" y="3106112"/>
                  </a:lnTo>
                  <a:lnTo>
                    <a:pt x="1907710" y="3121956"/>
                  </a:lnTo>
                  <a:close/>
                  <a:moveTo>
                    <a:pt x="130234" y="1125497"/>
                  </a:moveTo>
                  <a:lnTo>
                    <a:pt x="137516" y="1089315"/>
                  </a:lnTo>
                  <a:lnTo>
                    <a:pt x="90284" y="1182855"/>
                  </a:lnTo>
                  <a:close/>
                  <a:moveTo>
                    <a:pt x="87007" y="963877"/>
                  </a:moveTo>
                  <a:lnTo>
                    <a:pt x="141027" y="979989"/>
                  </a:lnTo>
                  <a:lnTo>
                    <a:pt x="138698" y="988262"/>
                  </a:lnTo>
                  <a:close/>
                  <a:moveTo>
                    <a:pt x="1950412" y="3117582"/>
                  </a:moveTo>
                  <a:lnTo>
                    <a:pt x="1913711" y="3119898"/>
                  </a:lnTo>
                  <a:lnTo>
                    <a:pt x="1907710" y="3121956"/>
                  </a:lnTo>
                  <a:close/>
                  <a:moveTo>
                    <a:pt x="1915321" y="3115769"/>
                  </a:moveTo>
                  <a:lnTo>
                    <a:pt x="1913711" y="3119898"/>
                  </a:lnTo>
                  <a:lnTo>
                    <a:pt x="1950412" y="3117582"/>
                  </a:lnTo>
                  <a:close/>
                  <a:moveTo>
                    <a:pt x="1923723" y="3008846"/>
                  </a:moveTo>
                  <a:lnTo>
                    <a:pt x="1961451" y="3035367"/>
                  </a:lnTo>
                  <a:lnTo>
                    <a:pt x="1903229" y="2925415"/>
                  </a:lnTo>
                  <a:close/>
                  <a:moveTo>
                    <a:pt x="1279275" y="2204591"/>
                  </a:moveTo>
                  <a:lnTo>
                    <a:pt x="1338263" y="2180932"/>
                  </a:lnTo>
                  <a:lnTo>
                    <a:pt x="1315279" y="2174779"/>
                  </a:lnTo>
                  <a:close/>
                  <a:moveTo>
                    <a:pt x="1315279" y="2174779"/>
                  </a:moveTo>
                  <a:lnTo>
                    <a:pt x="1338263" y="2180932"/>
                  </a:lnTo>
                  <a:lnTo>
                    <a:pt x="1335497" y="2136136"/>
                  </a:lnTo>
                  <a:close/>
                  <a:moveTo>
                    <a:pt x="807684" y="1608679"/>
                  </a:moveTo>
                  <a:lnTo>
                    <a:pt x="864493" y="1623086"/>
                  </a:lnTo>
                  <a:lnTo>
                    <a:pt x="813008" y="1575926"/>
                  </a:lnTo>
                  <a:close/>
                  <a:moveTo>
                    <a:pt x="864493" y="1623086"/>
                  </a:moveTo>
                  <a:lnTo>
                    <a:pt x="876823" y="1535863"/>
                  </a:lnTo>
                  <a:lnTo>
                    <a:pt x="813008" y="1575926"/>
                  </a:lnTo>
                  <a:close/>
                  <a:moveTo>
                    <a:pt x="423577" y="1234539"/>
                  </a:moveTo>
                  <a:lnTo>
                    <a:pt x="432489" y="1226634"/>
                  </a:lnTo>
                  <a:lnTo>
                    <a:pt x="390674" y="1204871"/>
                  </a:lnTo>
                  <a:close/>
                  <a:moveTo>
                    <a:pt x="155778" y="979989"/>
                  </a:moveTo>
                  <a:lnTo>
                    <a:pt x="213033" y="1062204"/>
                  </a:lnTo>
                  <a:lnTo>
                    <a:pt x="154427" y="975475"/>
                  </a:lnTo>
                  <a:close/>
                  <a:moveTo>
                    <a:pt x="2163494" y="3066072"/>
                  </a:moveTo>
                  <a:lnTo>
                    <a:pt x="2120743" y="3121436"/>
                  </a:lnTo>
                  <a:lnTo>
                    <a:pt x="2245311" y="3093318"/>
                  </a:lnTo>
                  <a:close/>
                  <a:moveTo>
                    <a:pt x="1337069" y="2081811"/>
                  </a:moveTo>
                  <a:lnTo>
                    <a:pt x="1315279" y="2174779"/>
                  </a:lnTo>
                  <a:lnTo>
                    <a:pt x="1335497" y="2136136"/>
                  </a:lnTo>
                  <a:close/>
                  <a:moveTo>
                    <a:pt x="1285576" y="2163174"/>
                  </a:moveTo>
                  <a:lnTo>
                    <a:pt x="1315279" y="2174779"/>
                  </a:lnTo>
                  <a:lnTo>
                    <a:pt x="1337069" y="2081811"/>
                  </a:lnTo>
                  <a:close/>
                  <a:moveTo>
                    <a:pt x="1277137" y="2069943"/>
                  </a:moveTo>
                  <a:lnTo>
                    <a:pt x="1285576" y="2163174"/>
                  </a:lnTo>
                  <a:lnTo>
                    <a:pt x="1337069" y="2081811"/>
                  </a:lnTo>
                  <a:close/>
                  <a:moveTo>
                    <a:pt x="1337069" y="2081811"/>
                  </a:moveTo>
                  <a:lnTo>
                    <a:pt x="1335497" y="2136136"/>
                  </a:lnTo>
                  <a:lnTo>
                    <a:pt x="1349991" y="2092564"/>
                  </a:lnTo>
                  <a:close/>
                  <a:moveTo>
                    <a:pt x="1235631" y="1826211"/>
                  </a:moveTo>
                  <a:lnTo>
                    <a:pt x="1311279" y="1889697"/>
                  </a:lnTo>
                  <a:lnTo>
                    <a:pt x="1309471" y="1904063"/>
                  </a:lnTo>
                  <a:close/>
                  <a:moveTo>
                    <a:pt x="1109523" y="1645157"/>
                  </a:moveTo>
                  <a:lnTo>
                    <a:pt x="1050541" y="1691505"/>
                  </a:lnTo>
                  <a:lnTo>
                    <a:pt x="1042869" y="1738845"/>
                  </a:lnTo>
                  <a:close/>
                  <a:moveTo>
                    <a:pt x="1109523" y="1645157"/>
                  </a:moveTo>
                  <a:lnTo>
                    <a:pt x="1042869" y="1738845"/>
                  </a:lnTo>
                  <a:lnTo>
                    <a:pt x="1113591" y="1741942"/>
                  </a:lnTo>
                  <a:close/>
                  <a:moveTo>
                    <a:pt x="878228" y="1511827"/>
                  </a:moveTo>
                  <a:lnTo>
                    <a:pt x="905036" y="1426142"/>
                  </a:lnTo>
                  <a:lnTo>
                    <a:pt x="820195" y="1498415"/>
                  </a:lnTo>
                  <a:close/>
                  <a:moveTo>
                    <a:pt x="839052" y="1396407"/>
                  </a:moveTo>
                  <a:lnTo>
                    <a:pt x="776946" y="1352628"/>
                  </a:lnTo>
                  <a:lnTo>
                    <a:pt x="790130" y="1434843"/>
                  </a:lnTo>
                  <a:close/>
                  <a:moveTo>
                    <a:pt x="2244014" y="3030324"/>
                  </a:moveTo>
                  <a:lnTo>
                    <a:pt x="2163494" y="3066072"/>
                  </a:lnTo>
                  <a:lnTo>
                    <a:pt x="2245311" y="3093318"/>
                  </a:lnTo>
                  <a:close/>
                  <a:moveTo>
                    <a:pt x="2232152" y="2939875"/>
                  </a:moveTo>
                  <a:lnTo>
                    <a:pt x="2233210" y="2958494"/>
                  </a:lnTo>
                  <a:lnTo>
                    <a:pt x="2241013" y="2862048"/>
                  </a:lnTo>
                  <a:close/>
                  <a:moveTo>
                    <a:pt x="1834209" y="2455702"/>
                  </a:moveTo>
                  <a:lnTo>
                    <a:pt x="1800227" y="2448101"/>
                  </a:lnTo>
                  <a:lnTo>
                    <a:pt x="1857391" y="2478922"/>
                  </a:lnTo>
                  <a:close/>
                  <a:moveTo>
                    <a:pt x="905036" y="1426142"/>
                  </a:moveTo>
                  <a:lnTo>
                    <a:pt x="915705" y="1381266"/>
                  </a:lnTo>
                  <a:lnTo>
                    <a:pt x="839052" y="1396407"/>
                  </a:lnTo>
                  <a:close/>
                  <a:moveTo>
                    <a:pt x="910168" y="1285676"/>
                  </a:moveTo>
                  <a:lnTo>
                    <a:pt x="851341" y="1275755"/>
                  </a:lnTo>
                  <a:lnTo>
                    <a:pt x="820476" y="1388647"/>
                  </a:lnTo>
                  <a:close/>
                  <a:moveTo>
                    <a:pt x="915705" y="1381266"/>
                  </a:moveTo>
                  <a:lnTo>
                    <a:pt x="910168" y="1285676"/>
                  </a:lnTo>
                  <a:lnTo>
                    <a:pt x="820476" y="1388647"/>
                  </a:lnTo>
                  <a:close/>
                  <a:moveTo>
                    <a:pt x="1049697" y="1357970"/>
                  </a:moveTo>
                  <a:lnTo>
                    <a:pt x="1075044" y="1473003"/>
                  </a:lnTo>
                  <a:lnTo>
                    <a:pt x="1078975" y="1440185"/>
                  </a:lnTo>
                  <a:close/>
                  <a:moveTo>
                    <a:pt x="992534" y="1474625"/>
                  </a:moveTo>
                  <a:lnTo>
                    <a:pt x="1075044" y="1473003"/>
                  </a:lnTo>
                  <a:lnTo>
                    <a:pt x="1049697" y="1357970"/>
                  </a:lnTo>
                  <a:close/>
                  <a:moveTo>
                    <a:pt x="821220" y="1197305"/>
                  </a:moveTo>
                  <a:lnTo>
                    <a:pt x="910168" y="1285676"/>
                  </a:lnTo>
                  <a:lnTo>
                    <a:pt x="850321" y="1231976"/>
                  </a:lnTo>
                  <a:close/>
                  <a:moveTo>
                    <a:pt x="2335567" y="2816300"/>
                  </a:moveTo>
                  <a:lnTo>
                    <a:pt x="2241013" y="2862048"/>
                  </a:lnTo>
                  <a:lnTo>
                    <a:pt x="2313545" y="2854573"/>
                  </a:lnTo>
                  <a:close/>
                  <a:moveTo>
                    <a:pt x="2335567" y="2816300"/>
                  </a:moveTo>
                  <a:lnTo>
                    <a:pt x="2298299" y="2797572"/>
                  </a:lnTo>
                  <a:lnTo>
                    <a:pt x="2242611" y="2831280"/>
                  </a:lnTo>
                  <a:close/>
                  <a:moveTo>
                    <a:pt x="1812581" y="2159639"/>
                  </a:moveTo>
                  <a:lnTo>
                    <a:pt x="1809641" y="2262336"/>
                  </a:lnTo>
                  <a:lnTo>
                    <a:pt x="1852418" y="2245126"/>
                  </a:lnTo>
                  <a:close/>
                  <a:moveTo>
                    <a:pt x="1812581" y="2159639"/>
                  </a:moveTo>
                  <a:lnTo>
                    <a:pt x="1852418" y="2245126"/>
                  </a:lnTo>
                  <a:lnTo>
                    <a:pt x="1899964" y="2207691"/>
                  </a:lnTo>
                  <a:close/>
                  <a:moveTo>
                    <a:pt x="1599555" y="1920485"/>
                  </a:moveTo>
                  <a:lnTo>
                    <a:pt x="1571389" y="1912405"/>
                  </a:lnTo>
                  <a:lnTo>
                    <a:pt x="1627996" y="1963363"/>
                  </a:lnTo>
                  <a:close/>
                  <a:moveTo>
                    <a:pt x="1152007" y="1361808"/>
                  </a:moveTo>
                  <a:lnTo>
                    <a:pt x="1222288" y="1345917"/>
                  </a:lnTo>
                  <a:lnTo>
                    <a:pt x="1147150" y="1440185"/>
                  </a:lnTo>
                  <a:close/>
                  <a:moveTo>
                    <a:pt x="1205017" y="1327838"/>
                  </a:moveTo>
                  <a:lnTo>
                    <a:pt x="1121008" y="1335543"/>
                  </a:lnTo>
                  <a:lnTo>
                    <a:pt x="1147150" y="1440185"/>
                  </a:lnTo>
                  <a:close/>
                  <a:moveTo>
                    <a:pt x="1986195" y="2185463"/>
                  </a:moveTo>
                  <a:lnTo>
                    <a:pt x="1963827" y="2223900"/>
                  </a:lnTo>
                  <a:lnTo>
                    <a:pt x="1981331" y="2233252"/>
                  </a:lnTo>
                  <a:close/>
                  <a:moveTo>
                    <a:pt x="1963827" y="2223900"/>
                  </a:moveTo>
                  <a:lnTo>
                    <a:pt x="1986195" y="2185463"/>
                  </a:lnTo>
                  <a:lnTo>
                    <a:pt x="1899964" y="2207691"/>
                  </a:lnTo>
                  <a:close/>
                  <a:moveTo>
                    <a:pt x="2032844" y="2210645"/>
                  </a:moveTo>
                  <a:lnTo>
                    <a:pt x="1981331" y="2233252"/>
                  </a:lnTo>
                  <a:lnTo>
                    <a:pt x="2116048" y="2243071"/>
                  </a:lnTo>
                  <a:close/>
                  <a:moveTo>
                    <a:pt x="1708291" y="1861698"/>
                  </a:moveTo>
                  <a:lnTo>
                    <a:pt x="1750795" y="1887735"/>
                  </a:lnTo>
                  <a:lnTo>
                    <a:pt x="1731815" y="1803074"/>
                  </a:lnTo>
                  <a:close/>
                  <a:moveTo>
                    <a:pt x="1603986" y="1721850"/>
                  </a:moveTo>
                  <a:lnTo>
                    <a:pt x="1650462" y="1774388"/>
                  </a:lnTo>
                  <a:lnTo>
                    <a:pt x="1580748" y="1704612"/>
                  </a:lnTo>
                  <a:close/>
                  <a:moveTo>
                    <a:pt x="1580748" y="1704612"/>
                  </a:moveTo>
                  <a:lnTo>
                    <a:pt x="1650462" y="1774388"/>
                  </a:lnTo>
                  <a:lnTo>
                    <a:pt x="1664476" y="1797227"/>
                  </a:lnTo>
                  <a:close/>
                  <a:moveTo>
                    <a:pt x="1580748" y="1704612"/>
                  </a:moveTo>
                  <a:lnTo>
                    <a:pt x="1664476" y="1797227"/>
                  </a:lnTo>
                  <a:lnTo>
                    <a:pt x="1647904" y="1710608"/>
                  </a:lnTo>
                  <a:close/>
                  <a:moveTo>
                    <a:pt x="1128296" y="1129433"/>
                  </a:moveTo>
                  <a:lnTo>
                    <a:pt x="1167128" y="1155104"/>
                  </a:lnTo>
                  <a:lnTo>
                    <a:pt x="1148166" y="1132243"/>
                  </a:lnTo>
                  <a:close/>
                  <a:moveTo>
                    <a:pt x="2132241" y="2159772"/>
                  </a:moveTo>
                  <a:lnTo>
                    <a:pt x="2032844" y="2210645"/>
                  </a:lnTo>
                  <a:lnTo>
                    <a:pt x="2116048" y="2243071"/>
                  </a:lnTo>
                  <a:close/>
                  <a:moveTo>
                    <a:pt x="2132241" y="2159772"/>
                  </a:moveTo>
                  <a:lnTo>
                    <a:pt x="2122097" y="2064812"/>
                  </a:lnTo>
                  <a:lnTo>
                    <a:pt x="2038828" y="2075030"/>
                  </a:lnTo>
                  <a:close/>
                  <a:moveTo>
                    <a:pt x="2064025" y="2048567"/>
                  </a:moveTo>
                  <a:lnTo>
                    <a:pt x="1993594" y="2063898"/>
                  </a:lnTo>
                  <a:lnTo>
                    <a:pt x="2122097" y="2064812"/>
                  </a:lnTo>
                  <a:close/>
                  <a:moveTo>
                    <a:pt x="2122097" y="2064812"/>
                  </a:moveTo>
                  <a:lnTo>
                    <a:pt x="1993594" y="2063898"/>
                  </a:lnTo>
                  <a:lnTo>
                    <a:pt x="2038828" y="2075030"/>
                  </a:lnTo>
                  <a:close/>
                  <a:moveTo>
                    <a:pt x="2556491" y="2558103"/>
                  </a:moveTo>
                  <a:lnTo>
                    <a:pt x="2633486" y="2640317"/>
                  </a:lnTo>
                  <a:lnTo>
                    <a:pt x="2657016" y="2636653"/>
                  </a:lnTo>
                  <a:close/>
                  <a:moveTo>
                    <a:pt x="1379264" y="1008562"/>
                  </a:moveTo>
                  <a:lnTo>
                    <a:pt x="1297930" y="957579"/>
                  </a:lnTo>
                  <a:lnTo>
                    <a:pt x="1343411" y="1075734"/>
                  </a:lnTo>
                  <a:close/>
                  <a:moveTo>
                    <a:pt x="2253797" y="1833832"/>
                  </a:moveTo>
                  <a:lnTo>
                    <a:pt x="2223146" y="1823509"/>
                  </a:lnTo>
                  <a:lnTo>
                    <a:pt x="2245880" y="1927792"/>
                  </a:lnTo>
                  <a:close/>
                  <a:moveTo>
                    <a:pt x="2245880" y="1927792"/>
                  </a:moveTo>
                  <a:lnTo>
                    <a:pt x="2223146" y="1823509"/>
                  </a:lnTo>
                  <a:lnTo>
                    <a:pt x="2169929" y="1828856"/>
                  </a:lnTo>
                  <a:close/>
                  <a:moveTo>
                    <a:pt x="2267457" y="1823509"/>
                  </a:moveTo>
                  <a:lnTo>
                    <a:pt x="2253797" y="1833832"/>
                  </a:lnTo>
                  <a:lnTo>
                    <a:pt x="2314401" y="1832586"/>
                  </a:lnTo>
                  <a:close/>
                  <a:moveTo>
                    <a:pt x="2155255" y="1779730"/>
                  </a:moveTo>
                  <a:lnTo>
                    <a:pt x="2169929" y="1828856"/>
                  </a:lnTo>
                  <a:lnTo>
                    <a:pt x="2223146" y="1823509"/>
                  </a:lnTo>
                  <a:close/>
                  <a:moveTo>
                    <a:pt x="2155255" y="1779730"/>
                  </a:moveTo>
                  <a:lnTo>
                    <a:pt x="2223146" y="1823509"/>
                  </a:lnTo>
                  <a:lnTo>
                    <a:pt x="2157641" y="1741294"/>
                  </a:lnTo>
                  <a:close/>
                  <a:moveTo>
                    <a:pt x="1471098" y="932426"/>
                  </a:moveTo>
                  <a:lnTo>
                    <a:pt x="1469686" y="852775"/>
                  </a:lnTo>
                  <a:lnTo>
                    <a:pt x="1407250" y="897995"/>
                  </a:lnTo>
                  <a:close/>
                  <a:moveTo>
                    <a:pt x="1455693" y="1015660"/>
                  </a:moveTo>
                  <a:lnTo>
                    <a:pt x="1559797" y="1020999"/>
                  </a:lnTo>
                  <a:lnTo>
                    <a:pt x="1535727" y="919142"/>
                  </a:lnTo>
                  <a:close/>
                  <a:moveTo>
                    <a:pt x="2223146" y="1823509"/>
                  </a:moveTo>
                  <a:lnTo>
                    <a:pt x="2253797" y="1833832"/>
                  </a:lnTo>
                  <a:lnTo>
                    <a:pt x="2255837" y="1819606"/>
                  </a:lnTo>
                  <a:close/>
                  <a:moveTo>
                    <a:pt x="2223146" y="1823509"/>
                  </a:moveTo>
                  <a:lnTo>
                    <a:pt x="2255837" y="1819606"/>
                  </a:lnTo>
                  <a:lnTo>
                    <a:pt x="2157641" y="1741294"/>
                  </a:lnTo>
                  <a:close/>
                  <a:moveTo>
                    <a:pt x="2255837" y="1819606"/>
                  </a:moveTo>
                  <a:lnTo>
                    <a:pt x="2253797" y="1833832"/>
                  </a:lnTo>
                  <a:lnTo>
                    <a:pt x="2267457" y="1823509"/>
                  </a:lnTo>
                  <a:close/>
                  <a:moveTo>
                    <a:pt x="1806746" y="1061810"/>
                  </a:moveTo>
                  <a:lnTo>
                    <a:pt x="1743872" y="1105391"/>
                  </a:lnTo>
                  <a:lnTo>
                    <a:pt x="1694734" y="1083573"/>
                  </a:lnTo>
                  <a:close/>
                  <a:moveTo>
                    <a:pt x="1809430" y="1139421"/>
                  </a:moveTo>
                  <a:lnTo>
                    <a:pt x="1806746" y="1061810"/>
                  </a:lnTo>
                  <a:lnTo>
                    <a:pt x="1694734" y="1083573"/>
                  </a:lnTo>
                  <a:close/>
                  <a:moveTo>
                    <a:pt x="1742333" y="993785"/>
                  </a:moveTo>
                  <a:lnTo>
                    <a:pt x="1694734" y="1083573"/>
                  </a:lnTo>
                  <a:lnTo>
                    <a:pt x="1701227" y="1066704"/>
                  </a:lnTo>
                  <a:close/>
                  <a:moveTo>
                    <a:pt x="1535727" y="919142"/>
                  </a:moveTo>
                  <a:lnTo>
                    <a:pt x="1545456" y="1001358"/>
                  </a:lnTo>
                  <a:lnTo>
                    <a:pt x="1518980" y="893499"/>
                  </a:lnTo>
                  <a:close/>
                  <a:moveTo>
                    <a:pt x="1315134" y="498168"/>
                  </a:moveTo>
                  <a:lnTo>
                    <a:pt x="1306462" y="590282"/>
                  </a:lnTo>
                  <a:lnTo>
                    <a:pt x="1315661" y="555557"/>
                  </a:lnTo>
                  <a:close/>
                  <a:moveTo>
                    <a:pt x="1278831" y="567182"/>
                  </a:moveTo>
                  <a:lnTo>
                    <a:pt x="1306462" y="590282"/>
                  </a:lnTo>
                  <a:lnTo>
                    <a:pt x="1315134" y="498168"/>
                  </a:lnTo>
                  <a:close/>
                  <a:moveTo>
                    <a:pt x="2255015" y="1519997"/>
                  </a:moveTo>
                  <a:lnTo>
                    <a:pt x="2283558" y="1596885"/>
                  </a:lnTo>
                  <a:lnTo>
                    <a:pt x="2306917" y="1538394"/>
                  </a:lnTo>
                  <a:close/>
                  <a:moveTo>
                    <a:pt x="2255015" y="1519997"/>
                  </a:moveTo>
                  <a:lnTo>
                    <a:pt x="2306917" y="1538394"/>
                  </a:lnTo>
                  <a:lnTo>
                    <a:pt x="2306822" y="1538223"/>
                  </a:lnTo>
                  <a:close/>
                  <a:moveTo>
                    <a:pt x="2040207" y="1273172"/>
                  </a:moveTo>
                  <a:lnTo>
                    <a:pt x="2059386" y="1291782"/>
                  </a:lnTo>
                  <a:lnTo>
                    <a:pt x="2006492" y="1251312"/>
                  </a:lnTo>
                  <a:close/>
                  <a:moveTo>
                    <a:pt x="2049174" y="865513"/>
                  </a:moveTo>
                  <a:lnTo>
                    <a:pt x="2149208" y="860635"/>
                  </a:lnTo>
                  <a:lnTo>
                    <a:pt x="2132658" y="847612"/>
                  </a:lnTo>
                  <a:close/>
                  <a:moveTo>
                    <a:pt x="1680208" y="383147"/>
                  </a:moveTo>
                  <a:lnTo>
                    <a:pt x="1719478" y="451313"/>
                  </a:lnTo>
                  <a:lnTo>
                    <a:pt x="1751980" y="474973"/>
                  </a:lnTo>
                  <a:close/>
                  <a:moveTo>
                    <a:pt x="1719478" y="451313"/>
                  </a:moveTo>
                  <a:lnTo>
                    <a:pt x="1680208" y="383147"/>
                  </a:lnTo>
                  <a:lnTo>
                    <a:pt x="1721903" y="436536"/>
                  </a:lnTo>
                  <a:close/>
                  <a:moveTo>
                    <a:pt x="1692291" y="392758"/>
                  </a:moveTo>
                  <a:lnTo>
                    <a:pt x="1656415" y="347998"/>
                  </a:lnTo>
                  <a:lnTo>
                    <a:pt x="1680208" y="383147"/>
                  </a:lnTo>
                  <a:close/>
                  <a:moveTo>
                    <a:pt x="1613164" y="276967"/>
                  </a:moveTo>
                  <a:lnTo>
                    <a:pt x="1680208" y="383147"/>
                  </a:lnTo>
                  <a:lnTo>
                    <a:pt x="1605641" y="310542"/>
                  </a:lnTo>
                  <a:close/>
                  <a:moveTo>
                    <a:pt x="1676130" y="354321"/>
                  </a:moveTo>
                  <a:lnTo>
                    <a:pt x="1680208" y="383147"/>
                  </a:lnTo>
                  <a:lnTo>
                    <a:pt x="1613164" y="276967"/>
                  </a:lnTo>
                  <a:close/>
                  <a:moveTo>
                    <a:pt x="1792326" y="252497"/>
                  </a:moveTo>
                  <a:lnTo>
                    <a:pt x="1907541" y="299197"/>
                  </a:lnTo>
                  <a:lnTo>
                    <a:pt x="1817825" y="242422"/>
                  </a:lnTo>
                  <a:close/>
                  <a:moveTo>
                    <a:pt x="2048719" y="117978"/>
                  </a:moveTo>
                  <a:lnTo>
                    <a:pt x="2098984" y="156797"/>
                  </a:lnTo>
                  <a:lnTo>
                    <a:pt x="2031265" y="79334"/>
                  </a:lnTo>
                  <a:close/>
                  <a:moveTo>
                    <a:pt x="2031265" y="79334"/>
                  </a:moveTo>
                  <a:lnTo>
                    <a:pt x="2098984" y="156797"/>
                  </a:lnTo>
                  <a:lnTo>
                    <a:pt x="2110095" y="175932"/>
                  </a:lnTo>
                  <a:close/>
                  <a:moveTo>
                    <a:pt x="2031265" y="79334"/>
                  </a:moveTo>
                  <a:lnTo>
                    <a:pt x="2110095" y="175932"/>
                  </a:lnTo>
                  <a:lnTo>
                    <a:pt x="2066820" y="111021"/>
                  </a:lnTo>
                  <a:close/>
                  <a:moveTo>
                    <a:pt x="1931203" y="0"/>
                  </a:moveTo>
                  <a:lnTo>
                    <a:pt x="2031265" y="79334"/>
                  </a:lnTo>
                  <a:lnTo>
                    <a:pt x="1981858" y="19410"/>
                  </a:lnTo>
                  <a:close/>
                  <a:moveTo>
                    <a:pt x="2048719" y="117978"/>
                  </a:moveTo>
                  <a:lnTo>
                    <a:pt x="2031265" y="79334"/>
                  </a:lnTo>
                  <a:lnTo>
                    <a:pt x="2017142" y="7458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00" name="Candidate_density__2099">
              <a:extLst>
                <a:ext uri="{FF2B5EF4-FFF2-40B4-BE49-F238E27FC236}">
                  <a16:creationId xmlns:a16="http://schemas.microsoft.com/office/drawing/2014/main" id="{F3305260-D97B-2204-33A8-48E6D3D3962C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27463"/>
              <a:ext cx="2670529" cy="3102546"/>
            </a:xfrm>
            <a:custGeom>
              <a:avLst/>
              <a:gdLst/>
              <a:ahLst/>
              <a:cxnLst/>
              <a:rect l="0" t="0" r="0" b="0"/>
              <a:pathLst>
                <a:path w="2670529" h="3102546">
                  <a:moveTo>
                    <a:pt x="522660" y="2385988"/>
                  </a:moveTo>
                  <a:lnTo>
                    <a:pt x="589504" y="2446198"/>
                  </a:lnTo>
                  <a:lnTo>
                    <a:pt x="506349" y="2353117"/>
                  </a:lnTo>
                  <a:close/>
                  <a:moveTo>
                    <a:pt x="506349" y="2353117"/>
                  </a:moveTo>
                  <a:lnTo>
                    <a:pt x="500623" y="2347551"/>
                  </a:lnTo>
                  <a:lnTo>
                    <a:pt x="450104" y="2326867"/>
                  </a:lnTo>
                  <a:close/>
                  <a:moveTo>
                    <a:pt x="135313" y="1555482"/>
                  </a:moveTo>
                  <a:lnTo>
                    <a:pt x="44290" y="1486964"/>
                  </a:lnTo>
                  <a:lnTo>
                    <a:pt x="896" y="1546779"/>
                  </a:lnTo>
                  <a:close/>
                  <a:moveTo>
                    <a:pt x="977700" y="2435109"/>
                  </a:moveTo>
                  <a:lnTo>
                    <a:pt x="984871" y="2502578"/>
                  </a:lnTo>
                  <a:lnTo>
                    <a:pt x="1036225" y="2479378"/>
                  </a:lnTo>
                  <a:close/>
                  <a:moveTo>
                    <a:pt x="818206" y="2381452"/>
                  </a:moveTo>
                  <a:lnTo>
                    <a:pt x="739144" y="2419819"/>
                  </a:lnTo>
                  <a:lnTo>
                    <a:pt x="810524" y="2408038"/>
                  </a:lnTo>
                  <a:close/>
                  <a:moveTo>
                    <a:pt x="546748" y="2062469"/>
                  </a:moveTo>
                  <a:lnTo>
                    <a:pt x="496638" y="2070445"/>
                  </a:lnTo>
                  <a:lnTo>
                    <a:pt x="510376" y="2049567"/>
                  </a:lnTo>
                  <a:close/>
                  <a:moveTo>
                    <a:pt x="492895" y="2056448"/>
                  </a:moveTo>
                  <a:lnTo>
                    <a:pt x="546748" y="2062469"/>
                  </a:lnTo>
                  <a:lnTo>
                    <a:pt x="510376" y="2049567"/>
                  </a:lnTo>
                  <a:close/>
                  <a:moveTo>
                    <a:pt x="164769" y="1569179"/>
                  </a:moveTo>
                  <a:lnTo>
                    <a:pt x="223912" y="1608081"/>
                  </a:lnTo>
                  <a:lnTo>
                    <a:pt x="161732" y="1550679"/>
                  </a:lnTo>
                  <a:close/>
                  <a:moveTo>
                    <a:pt x="135313" y="1555482"/>
                  </a:moveTo>
                  <a:lnTo>
                    <a:pt x="164769" y="1569179"/>
                  </a:lnTo>
                  <a:lnTo>
                    <a:pt x="161732" y="1550679"/>
                  </a:lnTo>
                  <a:close/>
                  <a:moveTo>
                    <a:pt x="46378" y="1286424"/>
                  </a:moveTo>
                  <a:lnTo>
                    <a:pt x="22179" y="1303265"/>
                  </a:lnTo>
                  <a:lnTo>
                    <a:pt x="98633" y="1366312"/>
                  </a:lnTo>
                  <a:close/>
                  <a:moveTo>
                    <a:pt x="82021" y="1215114"/>
                  </a:moveTo>
                  <a:lnTo>
                    <a:pt x="21642" y="1203608"/>
                  </a:lnTo>
                  <a:lnTo>
                    <a:pt x="0" y="1322533"/>
                  </a:lnTo>
                  <a:close/>
                  <a:moveTo>
                    <a:pt x="277055" y="1376367"/>
                  </a:moveTo>
                  <a:lnTo>
                    <a:pt x="294131" y="1448528"/>
                  </a:lnTo>
                  <a:lnTo>
                    <a:pt x="311934" y="1443323"/>
                  </a:lnTo>
                  <a:close/>
                  <a:moveTo>
                    <a:pt x="277055" y="1376367"/>
                  </a:moveTo>
                  <a:lnTo>
                    <a:pt x="311934" y="1443323"/>
                  </a:lnTo>
                  <a:lnTo>
                    <a:pt x="350098" y="1370807"/>
                  </a:lnTo>
                  <a:close/>
                  <a:moveTo>
                    <a:pt x="47198" y="1282924"/>
                  </a:moveTo>
                  <a:lnTo>
                    <a:pt x="46378" y="1286424"/>
                  </a:lnTo>
                  <a:lnTo>
                    <a:pt x="163898" y="1348733"/>
                  </a:lnTo>
                  <a:close/>
                  <a:moveTo>
                    <a:pt x="27654" y="1216418"/>
                  </a:moveTo>
                  <a:lnTo>
                    <a:pt x="47198" y="1282924"/>
                  </a:lnTo>
                  <a:lnTo>
                    <a:pt x="107235" y="1235299"/>
                  </a:lnTo>
                  <a:close/>
                  <a:moveTo>
                    <a:pt x="1793424" y="3054393"/>
                  </a:moveTo>
                  <a:lnTo>
                    <a:pt x="1852465" y="3086702"/>
                  </a:lnTo>
                  <a:lnTo>
                    <a:pt x="1911485" y="3098171"/>
                  </a:lnTo>
                  <a:close/>
                  <a:moveTo>
                    <a:pt x="1950412" y="3098171"/>
                  </a:moveTo>
                  <a:lnTo>
                    <a:pt x="1907710" y="3102546"/>
                  </a:lnTo>
                  <a:lnTo>
                    <a:pt x="1866619" y="3054393"/>
                  </a:lnTo>
                  <a:close/>
                  <a:moveTo>
                    <a:pt x="137516" y="1069905"/>
                  </a:moveTo>
                  <a:lnTo>
                    <a:pt x="138698" y="968852"/>
                  </a:lnTo>
                  <a:lnTo>
                    <a:pt x="145388" y="1042794"/>
                  </a:lnTo>
                  <a:close/>
                  <a:moveTo>
                    <a:pt x="1923723" y="2989436"/>
                  </a:moveTo>
                  <a:lnTo>
                    <a:pt x="1950412" y="3098171"/>
                  </a:lnTo>
                  <a:lnTo>
                    <a:pt x="1961451" y="3015957"/>
                  </a:lnTo>
                  <a:close/>
                  <a:moveTo>
                    <a:pt x="1279275" y="2185180"/>
                  </a:moveTo>
                  <a:lnTo>
                    <a:pt x="1317710" y="2265426"/>
                  </a:lnTo>
                  <a:lnTo>
                    <a:pt x="1338263" y="2161522"/>
                  </a:lnTo>
                  <a:close/>
                  <a:moveTo>
                    <a:pt x="1264533" y="2260964"/>
                  </a:moveTo>
                  <a:lnTo>
                    <a:pt x="1317710" y="2265426"/>
                  </a:lnTo>
                  <a:lnTo>
                    <a:pt x="1279275" y="2185180"/>
                  </a:lnTo>
                  <a:close/>
                  <a:moveTo>
                    <a:pt x="592886" y="1371655"/>
                  </a:moveTo>
                  <a:lnTo>
                    <a:pt x="684134" y="1428936"/>
                  </a:lnTo>
                  <a:lnTo>
                    <a:pt x="622664" y="1402167"/>
                  </a:lnTo>
                  <a:close/>
                  <a:moveTo>
                    <a:pt x="744890" y="1340042"/>
                  </a:moveTo>
                  <a:lnTo>
                    <a:pt x="690962" y="1378866"/>
                  </a:lnTo>
                  <a:lnTo>
                    <a:pt x="684134" y="1428936"/>
                  </a:lnTo>
                  <a:close/>
                  <a:moveTo>
                    <a:pt x="390674" y="1185461"/>
                  </a:moveTo>
                  <a:lnTo>
                    <a:pt x="432489" y="1207224"/>
                  </a:lnTo>
                  <a:lnTo>
                    <a:pt x="390224" y="1090429"/>
                  </a:lnTo>
                  <a:close/>
                  <a:moveTo>
                    <a:pt x="390224" y="1090429"/>
                  </a:moveTo>
                  <a:lnTo>
                    <a:pt x="436917" y="1201549"/>
                  </a:lnTo>
                  <a:lnTo>
                    <a:pt x="483068" y="1158898"/>
                  </a:lnTo>
                  <a:close/>
                  <a:moveTo>
                    <a:pt x="2074836" y="3059735"/>
                  </a:moveTo>
                  <a:lnTo>
                    <a:pt x="2098620" y="3068525"/>
                  </a:lnTo>
                  <a:lnTo>
                    <a:pt x="2120743" y="3102026"/>
                  </a:lnTo>
                  <a:close/>
                  <a:moveTo>
                    <a:pt x="1318731" y="1977217"/>
                  </a:moveTo>
                  <a:lnTo>
                    <a:pt x="1277137" y="2050533"/>
                  </a:lnTo>
                  <a:lnTo>
                    <a:pt x="1337069" y="2062401"/>
                  </a:lnTo>
                  <a:close/>
                  <a:moveTo>
                    <a:pt x="1318731" y="1977217"/>
                  </a:moveTo>
                  <a:lnTo>
                    <a:pt x="1337069" y="2062401"/>
                  </a:lnTo>
                  <a:lnTo>
                    <a:pt x="1349991" y="2073154"/>
                  </a:lnTo>
                  <a:close/>
                  <a:moveTo>
                    <a:pt x="1113591" y="1722532"/>
                  </a:moveTo>
                  <a:lnTo>
                    <a:pt x="1022131" y="1781076"/>
                  </a:lnTo>
                  <a:lnTo>
                    <a:pt x="1100433" y="1795175"/>
                  </a:lnTo>
                  <a:close/>
                  <a:moveTo>
                    <a:pt x="878228" y="1492417"/>
                  </a:moveTo>
                  <a:lnTo>
                    <a:pt x="813008" y="1556516"/>
                  </a:lnTo>
                  <a:lnTo>
                    <a:pt x="876823" y="1516453"/>
                  </a:lnTo>
                  <a:close/>
                  <a:moveTo>
                    <a:pt x="878228" y="1492417"/>
                  </a:moveTo>
                  <a:lnTo>
                    <a:pt x="886567" y="1497648"/>
                  </a:lnTo>
                  <a:lnTo>
                    <a:pt x="905036" y="1406732"/>
                  </a:lnTo>
                  <a:close/>
                  <a:moveTo>
                    <a:pt x="740101" y="1347386"/>
                  </a:moveTo>
                  <a:lnTo>
                    <a:pt x="690962" y="1378866"/>
                  </a:lnTo>
                  <a:lnTo>
                    <a:pt x="820476" y="1369237"/>
                  </a:lnTo>
                  <a:close/>
                  <a:moveTo>
                    <a:pt x="2244014" y="3010914"/>
                  </a:moveTo>
                  <a:lnTo>
                    <a:pt x="2245311" y="3073908"/>
                  </a:lnTo>
                  <a:lnTo>
                    <a:pt x="2251037" y="3021298"/>
                  </a:lnTo>
                  <a:close/>
                  <a:moveTo>
                    <a:pt x="2232152" y="2920465"/>
                  </a:moveTo>
                  <a:lnTo>
                    <a:pt x="2251037" y="3021298"/>
                  </a:lnTo>
                  <a:lnTo>
                    <a:pt x="2233210" y="2939084"/>
                  </a:lnTo>
                  <a:close/>
                  <a:moveTo>
                    <a:pt x="2232152" y="2920465"/>
                  </a:moveTo>
                  <a:lnTo>
                    <a:pt x="2244014" y="3010914"/>
                  </a:lnTo>
                  <a:lnTo>
                    <a:pt x="2251037" y="3021298"/>
                  </a:lnTo>
                  <a:close/>
                  <a:moveTo>
                    <a:pt x="1835724" y="2260240"/>
                  </a:moveTo>
                  <a:lnTo>
                    <a:pt x="1809641" y="2242926"/>
                  </a:lnTo>
                  <a:lnTo>
                    <a:pt x="1798132" y="2301406"/>
                  </a:lnTo>
                  <a:close/>
                  <a:moveTo>
                    <a:pt x="1282707" y="1845819"/>
                  </a:moveTo>
                  <a:lnTo>
                    <a:pt x="1318096" y="1952502"/>
                  </a:lnTo>
                  <a:lnTo>
                    <a:pt x="1311279" y="1870287"/>
                  </a:lnTo>
                  <a:close/>
                  <a:moveTo>
                    <a:pt x="820476" y="1369237"/>
                  </a:moveTo>
                  <a:lnTo>
                    <a:pt x="839052" y="1376997"/>
                  </a:lnTo>
                  <a:lnTo>
                    <a:pt x="915705" y="1361856"/>
                  </a:lnTo>
                  <a:close/>
                  <a:moveTo>
                    <a:pt x="850321" y="1212566"/>
                  </a:moveTo>
                  <a:lnTo>
                    <a:pt x="823366" y="1164838"/>
                  </a:lnTo>
                  <a:lnTo>
                    <a:pt x="821220" y="1177895"/>
                  </a:lnTo>
                  <a:close/>
                  <a:moveTo>
                    <a:pt x="809323" y="1174130"/>
                  </a:moveTo>
                  <a:lnTo>
                    <a:pt x="821220" y="1177895"/>
                  </a:lnTo>
                  <a:lnTo>
                    <a:pt x="823366" y="1164838"/>
                  </a:lnTo>
                  <a:close/>
                  <a:moveTo>
                    <a:pt x="1963827" y="2204490"/>
                  </a:moveTo>
                  <a:lnTo>
                    <a:pt x="1899964" y="2188281"/>
                  </a:lnTo>
                  <a:lnTo>
                    <a:pt x="1972575" y="2209575"/>
                  </a:lnTo>
                  <a:close/>
                  <a:moveTo>
                    <a:pt x="1682726" y="1933380"/>
                  </a:moveTo>
                  <a:lnTo>
                    <a:pt x="1599555" y="1901075"/>
                  </a:lnTo>
                  <a:lnTo>
                    <a:pt x="1627996" y="1943953"/>
                  </a:lnTo>
                  <a:close/>
                  <a:moveTo>
                    <a:pt x="799753" y="895070"/>
                  </a:moveTo>
                  <a:lnTo>
                    <a:pt x="869538" y="898929"/>
                  </a:lnTo>
                  <a:lnTo>
                    <a:pt x="805939" y="884479"/>
                  </a:lnTo>
                  <a:close/>
                  <a:moveTo>
                    <a:pt x="869538" y="898929"/>
                  </a:moveTo>
                  <a:lnTo>
                    <a:pt x="874582" y="862470"/>
                  </a:lnTo>
                  <a:lnTo>
                    <a:pt x="805939" y="884479"/>
                  </a:lnTo>
                  <a:close/>
                  <a:moveTo>
                    <a:pt x="1558639" y="1875629"/>
                  </a:moveTo>
                  <a:lnTo>
                    <a:pt x="1571389" y="1892995"/>
                  </a:lnTo>
                  <a:lnTo>
                    <a:pt x="1599555" y="1901075"/>
                  </a:lnTo>
                  <a:close/>
                  <a:moveTo>
                    <a:pt x="1558639" y="1875629"/>
                  </a:moveTo>
                  <a:lnTo>
                    <a:pt x="1529130" y="1827258"/>
                  </a:lnTo>
                  <a:lnTo>
                    <a:pt x="1571389" y="1892995"/>
                  </a:lnTo>
                  <a:close/>
                  <a:moveTo>
                    <a:pt x="1558639" y="1875629"/>
                  </a:moveTo>
                  <a:lnTo>
                    <a:pt x="1518106" y="1793414"/>
                  </a:lnTo>
                  <a:lnTo>
                    <a:pt x="1529130" y="1827258"/>
                  </a:lnTo>
                  <a:close/>
                  <a:moveTo>
                    <a:pt x="1750795" y="1868325"/>
                  </a:moveTo>
                  <a:lnTo>
                    <a:pt x="1682726" y="1933380"/>
                  </a:lnTo>
                  <a:lnTo>
                    <a:pt x="1747666" y="1897522"/>
                  </a:lnTo>
                  <a:close/>
                  <a:moveTo>
                    <a:pt x="1708291" y="1842288"/>
                  </a:moveTo>
                  <a:lnTo>
                    <a:pt x="1731815" y="1783664"/>
                  </a:lnTo>
                  <a:lnTo>
                    <a:pt x="1664476" y="1777817"/>
                  </a:lnTo>
                  <a:close/>
                  <a:moveTo>
                    <a:pt x="1148166" y="1112833"/>
                  </a:moveTo>
                  <a:lnTo>
                    <a:pt x="1197248" y="1214651"/>
                  </a:lnTo>
                  <a:lnTo>
                    <a:pt x="1220558" y="1104839"/>
                  </a:lnTo>
                  <a:close/>
                  <a:moveTo>
                    <a:pt x="2633486" y="2620907"/>
                  </a:moveTo>
                  <a:lnTo>
                    <a:pt x="2638505" y="2632292"/>
                  </a:lnTo>
                  <a:lnTo>
                    <a:pt x="2655266" y="2631221"/>
                  </a:lnTo>
                  <a:close/>
                  <a:moveTo>
                    <a:pt x="2126431" y="2047281"/>
                  </a:moveTo>
                  <a:lnTo>
                    <a:pt x="2122097" y="2045402"/>
                  </a:lnTo>
                  <a:lnTo>
                    <a:pt x="2132241" y="2140362"/>
                  </a:lnTo>
                  <a:close/>
                  <a:moveTo>
                    <a:pt x="2132241" y="2140362"/>
                  </a:moveTo>
                  <a:lnTo>
                    <a:pt x="2116048" y="2223661"/>
                  </a:lnTo>
                  <a:lnTo>
                    <a:pt x="2167120" y="2166053"/>
                  </a:lnTo>
                  <a:close/>
                  <a:moveTo>
                    <a:pt x="2167120" y="2166053"/>
                  </a:moveTo>
                  <a:lnTo>
                    <a:pt x="2126431" y="2047281"/>
                  </a:lnTo>
                  <a:lnTo>
                    <a:pt x="2132241" y="2140362"/>
                  </a:lnTo>
                  <a:close/>
                  <a:moveTo>
                    <a:pt x="1971875" y="2026738"/>
                  </a:moveTo>
                  <a:lnTo>
                    <a:pt x="2008458" y="1980218"/>
                  </a:lnTo>
                  <a:lnTo>
                    <a:pt x="2044918" y="2021176"/>
                  </a:lnTo>
                  <a:close/>
                  <a:moveTo>
                    <a:pt x="2633486" y="2620907"/>
                  </a:moveTo>
                  <a:lnTo>
                    <a:pt x="2655266" y="2631221"/>
                  </a:lnTo>
                  <a:lnTo>
                    <a:pt x="2657016" y="2617243"/>
                  </a:lnTo>
                  <a:close/>
                  <a:moveTo>
                    <a:pt x="2657016" y="2617243"/>
                  </a:moveTo>
                  <a:lnTo>
                    <a:pt x="2655266" y="2631221"/>
                  </a:lnTo>
                  <a:lnTo>
                    <a:pt x="2670529" y="2620907"/>
                  </a:lnTo>
                  <a:close/>
                  <a:moveTo>
                    <a:pt x="2145738" y="2006965"/>
                  </a:moveTo>
                  <a:lnTo>
                    <a:pt x="2122097" y="2045402"/>
                  </a:lnTo>
                  <a:lnTo>
                    <a:pt x="2126431" y="2047281"/>
                  </a:lnTo>
                  <a:close/>
                  <a:moveTo>
                    <a:pt x="2122097" y="2045402"/>
                  </a:moveTo>
                  <a:lnTo>
                    <a:pt x="2145738" y="2006965"/>
                  </a:lnTo>
                  <a:lnTo>
                    <a:pt x="2044918" y="2021176"/>
                  </a:lnTo>
                  <a:close/>
                  <a:moveTo>
                    <a:pt x="2128683" y="2045402"/>
                  </a:moveTo>
                  <a:lnTo>
                    <a:pt x="2178803" y="2027890"/>
                  </a:lnTo>
                  <a:lnTo>
                    <a:pt x="2126431" y="2047281"/>
                  </a:lnTo>
                  <a:close/>
                  <a:moveTo>
                    <a:pt x="2128683" y="2045402"/>
                  </a:moveTo>
                  <a:lnTo>
                    <a:pt x="2225451" y="2006965"/>
                  </a:lnTo>
                  <a:lnTo>
                    <a:pt x="2178803" y="2027890"/>
                  </a:lnTo>
                  <a:close/>
                  <a:moveTo>
                    <a:pt x="1343411" y="1056324"/>
                  </a:moveTo>
                  <a:lnTo>
                    <a:pt x="1332412" y="1104765"/>
                  </a:lnTo>
                  <a:lnTo>
                    <a:pt x="1341811" y="1064322"/>
                  </a:lnTo>
                  <a:close/>
                  <a:moveTo>
                    <a:pt x="1343411" y="1056324"/>
                  </a:moveTo>
                  <a:lnTo>
                    <a:pt x="1347726" y="1058820"/>
                  </a:lnTo>
                  <a:lnTo>
                    <a:pt x="1379264" y="989152"/>
                  </a:lnTo>
                  <a:close/>
                  <a:moveTo>
                    <a:pt x="1379264" y="989152"/>
                  </a:moveTo>
                  <a:lnTo>
                    <a:pt x="1347726" y="1058820"/>
                  </a:lnTo>
                  <a:lnTo>
                    <a:pt x="1410656" y="1043065"/>
                  </a:lnTo>
                  <a:close/>
                  <a:moveTo>
                    <a:pt x="1379264" y="989152"/>
                  </a:moveTo>
                  <a:lnTo>
                    <a:pt x="1410656" y="1043065"/>
                  </a:lnTo>
                  <a:lnTo>
                    <a:pt x="1455693" y="996250"/>
                  </a:lnTo>
                  <a:close/>
                  <a:moveTo>
                    <a:pt x="2189089" y="1994053"/>
                  </a:moveTo>
                  <a:lnTo>
                    <a:pt x="2225451" y="2006965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53797" y="1814422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45880" y="1908382"/>
                  </a:lnTo>
                  <a:lnTo>
                    <a:pt x="2308397" y="1918149"/>
                  </a:lnTo>
                  <a:close/>
                  <a:moveTo>
                    <a:pt x="2267457" y="1804099"/>
                  </a:moveTo>
                  <a:lnTo>
                    <a:pt x="2314401" y="1813176"/>
                  </a:lnTo>
                  <a:lnTo>
                    <a:pt x="2305983" y="1730879"/>
                  </a:lnTo>
                  <a:close/>
                  <a:moveTo>
                    <a:pt x="2153841" y="1719357"/>
                  </a:moveTo>
                  <a:lnTo>
                    <a:pt x="2090087" y="1674170"/>
                  </a:lnTo>
                  <a:lnTo>
                    <a:pt x="2157641" y="1721884"/>
                  </a:lnTo>
                  <a:close/>
                  <a:moveTo>
                    <a:pt x="1535727" y="899732"/>
                  </a:moveTo>
                  <a:lnTo>
                    <a:pt x="1559797" y="1001589"/>
                  </a:lnTo>
                  <a:lnTo>
                    <a:pt x="1545456" y="981948"/>
                  </a:lnTo>
                  <a:close/>
                  <a:moveTo>
                    <a:pt x="2255837" y="1800195"/>
                  </a:moveTo>
                  <a:lnTo>
                    <a:pt x="2305983" y="1730879"/>
                  </a:lnTo>
                  <a:lnTo>
                    <a:pt x="2278164" y="1690323"/>
                  </a:lnTo>
                  <a:close/>
                  <a:moveTo>
                    <a:pt x="2267457" y="1804099"/>
                  </a:moveTo>
                  <a:lnTo>
                    <a:pt x="2305983" y="1730879"/>
                  </a:lnTo>
                  <a:lnTo>
                    <a:pt x="2255837" y="1800195"/>
                  </a:lnTo>
                  <a:close/>
                  <a:moveTo>
                    <a:pt x="2153841" y="1719357"/>
                  </a:moveTo>
                  <a:lnTo>
                    <a:pt x="2157641" y="1721884"/>
                  </a:lnTo>
                  <a:lnTo>
                    <a:pt x="2160858" y="1716728"/>
                  </a:lnTo>
                  <a:close/>
                  <a:moveTo>
                    <a:pt x="1503874" y="779081"/>
                  </a:moveTo>
                  <a:lnTo>
                    <a:pt x="1469686" y="833365"/>
                  </a:lnTo>
                  <a:lnTo>
                    <a:pt x="1492099" y="795850"/>
                  </a:lnTo>
                  <a:close/>
                  <a:moveTo>
                    <a:pt x="1492099" y="795850"/>
                  </a:moveTo>
                  <a:lnTo>
                    <a:pt x="1457333" y="787180"/>
                  </a:lnTo>
                  <a:lnTo>
                    <a:pt x="1503874" y="779081"/>
                  </a:lnTo>
                  <a:close/>
                  <a:moveTo>
                    <a:pt x="2283558" y="1577475"/>
                  </a:moveTo>
                  <a:lnTo>
                    <a:pt x="2284554" y="1683447"/>
                  </a:lnTo>
                  <a:lnTo>
                    <a:pt x="2321014" y="1601232"/>
                  </a:lnTo>
                  <a:close/>
                  <a:moveTo>
                    <a:pt x="2283558" y="1577475"/>
                  </a:moveTo>
                  <a:lnTo>
                    <a:pt x="2321014" y="1601232"/>
                  </a:lnTo>
                  <a:lnTo>
                    <a:pt x="2306917" y="1518984"/>
                  </a:lnTo>
                  <a:close/>
                  <a:moveTo>
                    <a:pt x="2040207" y="1253762"/>
                  </a:moveTo>
                  <a:lnTo>
                    <a:pt x="2070095" y="1354587"/>
                  </a:lnTo>
                  <a:lnTo>
                    <a:pt x="2059386" y="1272372"/>
                  </a:lnTo>
                  <a:close/>
                  <a:moveTo>
                    <a:pt x="1551332" y="644764"/>
                  </a:moveTo>
                  <a:lnTo>
                    <a:pt x="1630870" y="663488"/>
                  </a:lnTo>
                  <a:lnTo>
                    <a:pt x="1684804" y="649936"/>
                  </a:lnTo>
                  <a:close/>
                  <a:moveTo>
                    <a:pt x="2049174" y="846103"/>
                  </a:moveTo>
                  <a:lnTo>
                    <a:pt x="2047930" y="948854"/>
                  </a:lnTo>
                  <a:lnTo>
                    <a:pt x="2149208" y="841225"/>
                  </a:lnTo>
                  <a:close/>
                  <a:moveTo>
                    <a:pt x="1605641" y="291132"/>
                  </a:moveTo>
                  <a:lnTo>
                    <a:pt x="1680208" y="363737"/>
                  </a:lnTo>
                  <a:lnTo>
                    <a:pt x="1656415" y="328588"/>
                  </a:lnTo>
                  <a:close/>
                  <a:moveTo>
                    <a:pt x="1642588" y="276892"/>
                  </a:moveTo>
                  <a:lnTo>
                    <a:pt x="1671156" y="252696"/>
                  </a:lnTo>
                  <a:lnTo>
                    <a:pt x="1618299" y="249535"/>
                  </a:lnTo>
                  <a:close/>
                  <a:moveTo>
                    <a:pt x="1613164" y="257557"/>
                  </a:moveTo>
                  <a:lnTo>
                    <a:pt x="1605641" y="291132"/>
                  </a:lnTo>
                  <a:lnTo>
                    <a:pt x="1642588" y="276892"/>
                  </a:lnTo>
                  <a:close/>
                  <a:moveTo>
                    <a:pt x="2225151" y="846509"/>
                  </a:moveTo>
                  <a:lnTo>
                    <a:pt x="2196012" y="801016"/>
                  </a:lnTo>
                  <a:lnTo>
                    <a:pt x="2149208" y="841225"/>
                  </a:lnTo>
                  <a:close/>
                  <a:moveTo>
                    <a:pt x="1784850" y="214260"/>
                  </a:moveTo>
                  <a:lnTo>
                    <a:pt x="1792326" y="233087"/>
                  </a:lnTo>
                  <a:lnTo>
                    <a:pt x="1817825" y="223012"/>
                  </a:lnTo>
                  <a:close/>
                  <a:moveTo>
                    <a:pt x="2031265" y="59924"/>
                  </a:moveTo>
                  <a:lnTo>
                    <a:pt x="2066820" y="91611"/>
                  </a:lnTo>
                  <a:lnTo>
                    <a:pt x="1981858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01" name="Candidate_density__2100">
              <a:extLst>
                <a:ext uri="{FF2B5EF4-FFF2-40B4-BE49-F238E27FC236}">
                  <a16:creationId xmlns:a16="http://schemas.microsoft.com/office/drawing/2014/main" id="{7D0450B3-990A-587B-9EBA-0F6F1C54417F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495425"/>
              <a:ext cx="2662279" cy="3128396"/>
            </a:xfrm>
            <a:custGeom>
              <a:avLst/>
              <a:gdLst/>
              <a:ahLst/>
              <a:cxnLst/>
              <a:rect l="0" t="0" r="0" b="0"/>
              <a:pathLst>
                <a:path w="2662279" h="3128396">
                  <a:moveTo>
                    <a:pt x="935273" y="2505583"/>
                  </a:moveTo>
                  <a:lnTo>
                    <a:pt x="886861" y="2423367"/>
                  </a:lnTo>
                  <a:lnTo>
                    <a:pt x="877770" y="2525749"/>
                  </a:lnTo>
                  <a:close/>
                  <a:moveTo>
                    <a:pt x="886861" y="2423367"/>
                  </a:moveTo>
                  <a:lnTo>
                    <a:pt x="875481" y="2427517"/>
                  </a:lnTo>
                  <a:lnTo>
                    <a:pt x="877770" y="2525749"/>
                  </a:lnTo>
                  <a:close/>
                  <a:moveTo>
                    <a:pt x="546748" y="2094507"/>
                  </a:moveTo>
                  <a:lnTo>
                    <a:pt x="425709" y="2050346"/>
                  </a:lnTo>
                  <a:lnTo>
                    <a:pt x="425825" y="2050728"/>
                  </a:lnTo>
                  <a:close/>
                  <a:moveTo>
                    <a:pt x="425825" y="2050728"/>
                  </a:moveTo>
                  <a:lnTo>
                    <a:pt x="425916" y="2053267"/>
                  </a:lnTo>
                  <a:lnTo>
                    <a:pt x="546748" y="2094507"/>
                  </a:lnTo>
                  <a:close/>
                  <a:moveTo>
                    <a:pt x="910344" y="2302716"/>
                  </a:moveTo>
                  <a:lnTo>
                    <a:pt x="875550" y="2404538"/>
                  </a:lnTo>
                  <a:lnTo>
                    <a:pt x="886861" y="2423367"/>
                  </a:lnTo>
                  <a:close/>
                  <a:moveTo>
                    <a:pt x="496935" y="1888391"/>
                  </a:moveTo>
                  <a:lnTo>
                    <a:pt x="413525" y="1930077"/>
                  </a:lnTo>
                  <a:lnTo>
                    <a:pt x="491963" y="1891640"/>
                  </a:lnTo>
                  <a:close/>
                  <a:moveTo>
                    <a:pt x="564228" y="1861327"/>
                  </a:moveTo>
                  <a:lnTo>
                    <a:pt x="444069" y="1905936"/>
                  </a:lnTo>
                  <a:lnTo>
                    <a:pt x="496935" y="1888391"/>
                  </a:lnTo>
                  <a:close/>
                  <a:moveTo>
                    <a:pt x="53448" y="1409973"/>
                  </a:moveTo>
                  <a:lnTo>
                    <a:pt x="41762" y="1516408"/>
                  </a:lnTo>
                  <a:lnTo>
                    <a:pt x="98633" y="1398350"/>
                  </a:lnTo>
                  <a:close/>
                  <a:moveTo>
                    <a:pt x="98633" y="1398350"/>
                  </a:moveTo>
                  <a:lnTo>
                    <a:pt x="41762" y="1516408"/>
                  </a:lnTo>
                  <a:lnTo>
                    <a:pt x="44290" y="1519002"/>
                  </a:lnTo>
                  <a:close/>
                  <a:moveTo>
                    <a:pt x="107235" y="1267337"/>
                  </a:moveTo>
                  <a:lnTo>
                    <a:pt x="82021" y="1247151"/>
                  </a:lnTo>
                  <a:lnTo>
                    <a:pt x="0" y="1354571"/>
                  </a:lnTo>
                  <a:close/>
                  <a:moveTo>
                    <a:pt x="496935" y="1888391"/>
                  </a:moveTo>
                  <a:lnTo>
                    <a:pt x="501198" y="1888882"/>
                  </a:lnTo>
                  <a:lnTo>
                    <a:pt x="564228" y="1861327"/>
                  </a:lnTo>
                  <a:close/>
                  <a:moveTo>
                    <a:pt x="140102" y="1233919"/>
                  </a:moveTo>
                  <a:lnTo>
                    <a:pt x="189020" y="1277698"/>
                  </a:lnTo>
                  <a:lnTo>
                    <a:pt x="171540" y="1195483"/>
                  </a:lnTo>
                  <a:close/>
                  <a:moveTo>
                    <a:pt x="140102" y="1233919"/>
                  </a:moveTo>
                  <a:lnTo>
                    <a:pt x="171540" y="1195483"/>
                  </a:lnTo>
                  <a:lnTo>
                    <a:pt x="92007" y="1210402"/>
                  </a:lnTo>
                  <a:close/>
                  <a:moveTo>
                    <a:pt x="171540" y="1195483"/>
                  </a:moveTo>
                  <a:lnTo>
                    <a:pt x="130234" y="1138125"/>
                  </a:lnTo>
                  <a:lnTo>
                    <a:pt x="92007" y="1210402"/>
                  </a:lnTo>
                  <a:close/>
                  <a:moveTo>
                    <a:pt x="1780019" y="2977619"/>
                  </a:moveTo>
                  <a:lnTo>
                    <a:pt x="1764199" y="3067383"/>
                  </a:lnTo>
                  <a:lnTo>
                    <a:pt x="1805084" y="2965779"/>
                  </a:lnTo>
                  <a:close/>
                  <a:moveTo>
                    <a:pt x="1805084" y="2965779"/>
                  </a:moveTo>
                  <a:lnTo>
                    <a:pt x="1793424" y="3086430"/>
                  </a:lnTo>
                  <a:lnTo>
                    <a:pt x="1857426" y="3047994"/>
                  </a:lnTo>
                  <a:close/>
                  <a:moveTo>
                    <a:pt x="1727034" y="3004215"/>
                  </a:moveTo>
                  <a:lnTo>
                    <a:pt x="1764199" y="3067383"/>
                  </a:lnTo>
                  <a:lnTo>
                    <a:pt x="1780019" y="2977619"/>
                  </a:lnTo>
                  <a:close/>
                  <a:moveTo>
                    <a:pt x="589564" y="1525651"/>
                  </a:moveTo>
                  <a:lnTo>
                    <a:pt x="600459" y="1485907"/>
                  </a:lnTo>
                  <a:lnTo>
                    <a:pt x="543769" y="1524343"/>
                  </a:lnTo>
                  <a:close/>
                  <a:moveTo>
                    <a:pt x="171540" y="1195483"/>
                  </a:moveTo>
                  <a:lnTo>
                    <a:pt x="189020" y="1277698"/>
                  </a:lnTo>
                  <a:lnTo>
                    <a:pt x="271139" y="1239262"/>
                  </a:lnTo>
                  <a:close/>
                  <a:moveTo>
                    <a:pt x="137516" y="1101942"/>
                  </a:moveTo>
                  <a:lnTo>
                    <a:pt x="130234" y="1138125"/>
                  </a:lnTo>
                  <a:lnTo>
                    <a:pt x="213033" y="1074832"/>
                  </a:lnTo>
                  <a:close/>
                  <a:moveTo>
                    <a:pt x="213033" y="1074832"/>
                  </a:moveTo>
                  <a:lnTo>
                    <a:pt x="130234" y="1138125"/>
                  </a:lnTo>
                  <a:lnTo>
                    <a:pt x="171540" y="1195483"/>
                  </a:lnTo>
                  <a:close/>
                  <a:moveTo>
                    <a:pt x="213033" y="1074832"/>
                  </a:moveTo>
                  <a:lnTo>
                    <a:pt x="171540" y="1195483"/>
                  </a:lnTo>
                  <a:lnTo>
                    <a:pt x="223275" y="1157046"/>
                  </a:lnTo>
                  <a:close/>
                  <a:moveTo>
                    <a:pt x="87007" y="976504"/>
                  </a:moveTo>
                  <a:lnTo>
                    <a:pt x="138698" y="1000890"/>
                  </a:lnTo>
                  <a:lnTo>
                    <a:pt x="93654" y="948837"/>
                  </a:lnTo>
                  <a:close/>
                  <a:moveTo>
                    <a:pt x="93654" y="948837"/>
                  </a:moveTo>
                  <a:lnTo>
                    <a:pt x="155778" y="992617"/>
                  </a:lnTo>
                  <a:lnTo>
                    <a:pt x="151392" y="910401"/>
                  </a:lnTo>
                  <a:close/>
                  <a:moveTo>
                    <a:pt x="1857426" y="3047994"/>
                  </a:moveTo>
                  <a:lnTo>
                    <a:pt x="1915321" y="3128396"/>
                  </a:lnTo>
                  <a:lnTo>
                    <a:pt x="1923723" y="3021474"/>
                  </a:lnTo>
                  <a:close/>
                  <a:moveTo>
                    <a:pt x="813008" y="1588554"/>
                  </a:moveTo>
                  <a:lnTo>
                    <a:pt x="760743" y="1529686"/>
                  </a:lnTo>
                  <a:lnTo>
                    <a:pt x="807684" y="1621306"/>
                  </a:lnTo>
                  <a:close/>
                  <a:moveTo>
                    <a:pt x="807684" y="1621306"/>
                  </a:moveTo>
                  <a:lnTo>
                    <a:pt x="760743" y="1529686"/>
                  </a:lnTo>
                  <a:lnTo>
                    <a:pt x="691629" y="1554972"/>
                  </a:lnTo>
                  <a:close/>
                  <a:moveTo>
                    <a:pt x="807684" y="1621306"/>
                  </a:moveTo>
                  <a:lnTo>
                    <a:pt x="691629" y="1554972"/>
                  </a:lnTo>
                  <a:lnTo>
                    <a:pt x="738810" y="1616707"/>
                  </a:lnTo>
                  <a:close/>
                  <a:moveTo>
                    <a:pt x="623980" y="1549377"/>
                  </a:moveTo>
                  <a:lnTo>
                    <a:pt x="600459" y="1485907"/>
                  </a:lnTo>
                  <a:lnTo>
                    <a:pt x="589564" y="1525651"/>
                  </a:lnTo>
                  <a:close/>
                  <a:moveTo>
                    <a:pt x="684134" y="1460974"/>
                  </a:moveTo>
                  <a:lnTo>
                    <a:pt x="600459" y="1485907"/>
                  </a:lnTo>
                  <a:lnTo>
                    <a:pt x="623980" y="1549377"/>
                  </a:lnTo>
                  <a:close/>
                  <a:moveTo>
                    <a:pt x="691629" y="1554972"/>
                  </a:moveTo>
                  <a:lnTo>
                    <a:pt x="684134" y="1460974"/>
                  </a:lnTo>
                  <a:lnTo>
                    <a:pt x="623980" y="1549377"/>
                  </a:lnTo>
                  <a:close/>
                  <a:moveTo>
                    <a:pt x="254129" y="892286"/>
                  </a:moveTo>
                  <a:lnTo>
                    <a:pt x="237080" y="881407"/>
                  </a:lnTo>
                  <a:lnTo>
                    <a:pt x="151392" y="910401"/>
                  </a:lnTo>
                  <a:close/>
                  <a:moveTo>
                    <a:pt x="192451" y="876885"/>
                  </a:moveTo>
                  <a:lnTo>
                    <a:pt x="151392" y="910401"/>
                  </a:lnTo>
                  <a:lnTo>
                    <a:pt x="237080" y="881407"/>
                  </a:lnTo>
                  <a:close/>
                  <a:moveTo>
                    <a:pt x="321994" y="867365"/>
                  </a:moveTo>
                  <a:lnTo>
                    <a:pt x="237080" y="881407"/>
                  </a:lnTo>
                  <a:lnTo>
                    <a:pt x="306109" y="871965"/>
                  </a:lnTo>
                  <a:close/>
                  <a:moveTo>
                    <a:pt x="192451" y="876885"/>
                  </a:moveTo>
                  <a:lnTo>
                    <a:pt x="237080" y="881407"/>
                  </a:lnTo>
                  <a:lnTo>
                    <a:pt x="321994" y="867365"/>
                  </a:lnTo>
                  <a:close/>
                  <a:moveTo>
                    <a:pt x="237080" y="881407"/>
                  </a:moveTo>
                  <a:lnTo>
                    <a:pt x="254129" y="892286"/>
                  </a:lnTo>
                  <a:lnTo>
                    <a:pt x="306109" y="871965"/>
                  </a:lnTo>
                  <a:close/>
                  <a:moveTo>
                    <a:pt x="2027961" y="3009557"/>
                  </a:moveTo>
                  <a:lnTo>
                    <a:pt x="2074836" y="3091773"/>
                  </a:lnTo>
                  <a:lnTo>
                    <a:pt x="2143000" y="3053336"/>
                  </a:lnTo>
                  <a:close/>
                  <a:moveTo>
                    <a:pt x="1169559" y="1870461"/>
                  </a:moveTo>
                  <a:lnTo>
                    <a:pt x="1116795" y="1888389"/>
                  </a:lnTo>
                  <a:lnTo>
                    <a:pt x="1043227" y="1891989"/>
                  </a:lnTo>
                  <a:close/>
                  <a:moveTo>
                    <a:pt x="1235631" y="1838838"/>
                  </a:moveTo>
                  <a:lnTo>
                    <a:pt x="1116795" y="1888389"/>
                  </a:lnTo>
                  <a:lnTo>
                    <a:pt x="1169559" y="1870461"/>
                  </a:lnTo>
                  <a:close/>
                  <a:moveTo>
                    <a:pt x="1221871" y="1827224"/>
                  </a:moveTo>
                  <a:lnTo>
                    <a:pt x="1100433" y="1827213"/>
                  </a:lnTo>
                  <a:lnTo>
                    <a:pt x="1130920" y="1858547"/>
                  </a:lnTo>
                  <a:close/>
                  <a:moveTo>
                    <a:pt x="984273" y="1598927"/>
                  </a:moveTo>
                  <a:lnTo>
                    <a:pt x="947726" y="1611901"/>
                  </a:lnTo>
                  <a:lnTo>
                    <a:pt x="1025526" y="1610604"/>
                  </a:lnTo>
                  <a:close/>
                  <a:moveTo>
                    <a:pt x="1025526" y="1610604"/>
                  </a:moveTo>
                  <a:lnTo>
                    <a:pt x="1099521" y="1655680"/>
                  </a:lnTo>
                  <a:lnTo>
                    <a:pt x="984273" y="1598927"/>
                  </a:lnTo>
                  <a:close/>
                  <a:moveTo>
                    <a:pt x="984273" y="1598927"/>
                  </a:moveTo>
                  <a:lnTo>
                    <a:pt x="1099521" y="1655680"/>
                  </a:lnTo>
                  <a:lnTo>
                    <a:pt x="1109523" y="1657784"/>
                  </a:lnTo>
                  <a:close/>
                  <a:moveTo>
                    <a:pt x="760743" y="1529686"/>
                  </a:moveTo>
                  <a:lnTo>
                    <a:pt x="813008" y="1588554"/>
                  </a:lnTo>
                  <a:lnTo>
                    <a:pt x="820195" y="1511042"/>
                  </a:lnTo>
                  <a:close/>
                  <a:moveTo>
                    <a:pt x="820195" y="1511042"/>
                  </a:moveTo>
                  <a:lnTo>
                    <a:pt x="905036" y="1438769"/>
                  </a:lnTo>
                  <a:lnTo>
                    <a:pt x="790130" y="1447470"/>
                  </a:lnTo>
                  <a:close/>
                  <a:moveTo>
                    <a:pt x="328506" y="867671"/>
                  </a:moveTo>
                  <a:lnTo>
                    <a:pt x="306109" y="871965"/>
                  </a:lnTo>
                  <a:lnTo>
                    <a:pt x="377344" y="859107"/>
                  </a:lnTo>
                  <a:close/>
                  <a:moveTo>
                    <a:pt x="377344" y="859107"/>
                  </a:moveTo>
                  <a:lnTo>
                    <a:pt x="306109" y="871965"/>
                  </a:lnTo>
                  <a:lnTo>
                    <a:pt x="254129" y="892286"/>
                  </a:lnTo>
                  <a:close/>
                  <a:moveTo>
                    <a:pt x="321994" y="867365"/>
                  </a:moveTo>
                  <a:lnTo>
                    <a:pt x="306109" y="871965"/>
                  </a:lnTo>
                  <a:lnTo>
                    <a:pt x="328506" y="867671"/>
                  </a:lnTo>
                  <a:close/>
                  <a:moveTo>
                    <a:pt x="2162711" y="3048457"/>
                  </a:moveTo>
                  <a:lnTo>
                    <a:pt x="2232152" y="2952502"/>
                  </a:lnTo>
                  <a:lnTo>
                    <a:pt x="2142347" y="2964921"/>
                  </a:lnTo>
                  <a:close/>
                  <a:moveTo>
                    <a:pt x="2232152" y="2952502"/>
                  </a:moveTo>
                  <a:lnTo>
                    <a:pt x="2241013" y="2874675"/>
                  </a:lnTo>
                  <a:lnTo>
                    <a:pt x="2142347" y="2964921"/>
                  </a:lnTo>
                  <a:close/>
                  <a:moveTo>
                    <a:pt x="1778671" y="2395615"/>
                  </a:moveTo>
                  <a:lnTo>
                    <a:pt x="1800227" y="2460729"/>
                  </a:lnTo>
                  <a:lnTo>
                    <a:pt x="1881696" y="2367216"/>
                  </a:lnTo>
                  <a:close/>
                  <a:moveTo>
                    <a:pt x="1881696" y="2367216"/>
                  </a:moveTo>
                  <a:lnTo>
                    <a:pt x="1800227" y="2460729"/>
                  </a:lnTo>
                  <a:lnTo>
                    <a:pt x="1806988" y="2366557"/>
                  </a:lnTo>
                  <a:close/>
                  <a:moveTo>
                    <a:pt x="1650933" y="2231185"/>
                  </a:moveTo>
                  <a:lnTo>
                    <a:pt x="1769792" y="2274964"/>
                  </a:lnTo>
                  <a:lnTo>
                    <a:pt x="1708691" y="2192749"/>
                  </a:lnTo>
                  <a:close/>
                  <a:moveTo>
                    <a:pt x="1025526" y="1610604"/>
                  </a:moveTo>
                  <a:lnTo>
                    <a:pt x="995811" y="1655680"/>
                  </a:lnTo>
                  <a:lnTo>
                    <a:pt x="1052473" y="1643573"/>
                  </a:lnTo>
                  <a:close/>
                  <a:moveTo>
                    <a:pt x="1052473" y="1643573"/>
                  </a:moveTo>
                  <a:lnTo>
                    <a:pt x="1099521" y="1655680"/>
                  </a:lnTo>
                  <a:lnTo>
                    <a:pt x="1025526" y="1610604"/>
                  </a:lnTo>
                  <a:close/>
                  <a:moveTo>
                    <a:pt x="915705" y="1393894"/>
                  </a:moveTo>
                  <a:lnTo>
                    <a:pt x="994221" y="1390654"/>
                  </a:lnTo>
                  <a:lnTo>
                    <a:pt x="978567" y="1303289"/>
                  </a:lnTo>
                  <a:close/>
                  <a:moveTo>
                    <a:pt x="1049697" y="1370598"/>
                  </a:moveTo>
                  <a:lnTo>
                    <a:pt x="994221" y="1390654"/>
                  </a:lnTo>
                  <a:lnTo>
                    <a:pt x="992534" y="1487252"/>
                  </a:lnTo>
                  <a:close/>
                  <a:moveTo>
                    <a:pt x="495377" y="892692"/>
                  </a:moveTo>
                  <a:lnTo>
                    <a:pt x="483324" y="833528"/>
                  </a:lnTo>
                  <a:lnTo>
                    <a:pt x="455942" y="874313"/>
                  </a:lnTo>
                  <a:close/>
                  <a:moveTo>
                    <a:pt x="565019" y="796574"/>
                  </a:moveTo>
                  <a:lnTo>
                    <a:pt x="483324" y="833528"/>
                  </a:lnTo>
                  <a:lnTo>
                    <a:pt x="495377" y="892692"/>
                  </a:lnTo>
                  <a:close/>
                  <a:moveTo>
                    <a:pt x="576708" y="887163"/>
                  </a:moveTo>
                  <a:lnTo>
                    <a:pt x="565019" y="796574"/>
                  </a:lnTo>
                  <a:lnTo>
                    <a:pt x="495377" y="892692"/>
                  </a:lnTo>
                  <a:close/>
                  <a:moveTo>
                    <a:pt x="2242611" y="2843908"/>
                  </a:moveTo>
                  <a:lnTo>
                    <a:pt x="2298299" y="2810199"/>
                  </a:lnTo>
                  <a:lnTo>
                    <a:pt x="2227354" y="2823607"/>
                  </a:lnTo>
                  <a:close/>
                  <a:moveTo>
                    <a:pt x="2303558" y="2754858"/>
                  </a:moveTo>
                  <a:lnTo>
                    <a:pt x="2350034" y="2788426"/>
                  </a:lnTo>
                  <a:lnTo>
                    <a:pt x="2315264" y="2729818"/>
                  </a:lnTo>
                  <a:close/>
                  <a:moveTo>
                    <a:pt x="2087456" y="2408993"/>
                  </a:moveTo>
                  <a:lnTo>
                    <a:pt x="2008440" y="2412639"/>
                  </a:lnTo>
                  <a:lnTo>
                    <a:pt x="2094285" y="2503534"/>
                  </a:lnTo>
                  <a:close/>
                  <a:moveTo>
                    <a:pt x="1863671" y="2409150"/>
                  </a:moveTo>
                  <a:lnTo>
                    <a:pt x="1881696" y="2367216"/>
                  </a:lnTo>
                  <a:lnTo>
                    <a:pt x="1806988" y="2366557"/>
                  </a:lnTo>
                  <a:close/>
                  <a:moveTo>
                    <a:pt x="1863671" y="2409150"/>
                  </a:moveTo>
                  <a:lnTo>
                    <a:pt x="1922351" y="2422037"/>
                  </a:lnTo>
                  <a:lnTo>
                    <a:pt x="1881696" y="2367216"/>
                  </a:lnTo>
                  <a:close/>
                  <a:moveTo>
                    <a:pt x="2008440" y="2412639"/>
                  </a:moveTo>
                  <a:lnTo>
                    <a:pt x="1981189" y="2334702"/>
                  </a:lnTo>
                  <a:lnTo>
                    <a:pt x="1922351" y="2422037"/>
                  </a:lnTo>
                  <a:close/>
                  <a:moveTo>
                    <a:pt x="1800939" y="2154313"/>
                  </a:moveTo>
                  <a:lnTo>
                    <a:pt x="1794398" y="2265284"/>
                  </a:lnTo>
                  <a:lnTo>
                    <a:pt x="1812581" y="2172267"/>
                  </a:lnTo>
                  <a:close/>
                  <a:moveTo>
                    <a:pt x="1708691" y="2192749"/>
                  </a:moveTo>
                  <a:lnTo>
                    <a:pt x="1769792" y="2274964"/>
                  </a:lnTo>
                  <a:lnTo>
                    <a:pt x="1800939" y="2154313"/>
                  </a:lnTo>
                  <a:close/>
                  <a:moveTo>
                    <a:pt x="1505335" y="1743237"/>
                  </a:moveTo>
                  <a:lnTo>
                    <a:pt x="1480983" y="1781673"/>
                  </a:lnTo>
                  <a:lnTo>
                    <a:pt x="1518106" y="1825452"/>
                  </a:lnTo>
                  <a:close/>
                  <a:moveTo>
                    <a:pt x="1098581" y="1414376"/>
                  </a:moveTo>
                  <a:lnTo>
                    <a:pt x="1152007" y="1374435"/>
                  </a:lnTo>
                  <a:lnTo>
                    <a:pt x="1049697" y="1370598"/>
                  </a:lnTo>
                  <a:close/>
                  <a:moveTo>
                    <a:pt x="1078975" y="1452813"/>
                  </a:moveTo>
                  <a:lnTo>
                    <a:pt x="1098581" y="1414376"/>
                  </a:lnTo>
                  <a:lnTo>
                    <a:pt x="1049697" y="1370598"/>
                  </a:lnTo>
                  <a:close/>
                  <a:moveTo>
                    <a:pt x="1899964" y="2220319"/>
                  </a:moveTo>
                  <a:lnTo>
                    <a:pt x="1940417" y="2156361"/>
                  </a:lnTo>
                  <a:lnTo>
                    <a:pt x="1812581" y="2172267"/>
                  </a:lnTo>
                  <a:close/>
                  <a:moveTo>
                    <a:pt x="1993594" y="2076525"/>
                  </a:moveTo>
                  <a:lnTo>
                    <a:pt x="1860573" y="2073044"/>
                  </a:lnTo>
                  <a:lnTo>
                    <a:pt x="1917969" y="2072431"/>
                  </a:lnTo>
                  <a:close/>
                  <a:moveTo>
                    <a:pt x="1518106" y="1825452"/>
                  </a:moveTo>
                  <a:lnTo>
                    <a:pt x="1518525" y="1807326"/>
                  </a:lnTo>
                  <a:lnTo>
                    <a:pt x="1505335" y="1743237"/>
                  </a:lnTo>
                  <a:close/>
                  <a:moveTo>
                    <a:pt x="1505335" y="1743237"/>
                  </a:moveTo>
                  <a:lnTo>
                    <a:pt x="1518525" y="1807326"/>
                  </a:lnTo>
                  <a:lnTo>
                    <a:pt x="1603986" y="1734478"/>
                  </a:lnTo>
                  <a:close/>
                  <a:moveTo>
                    <a:pt x="1603986" y="1734478"/>
                  </a:moveTo>
                  <a:lnTo>
                    <a:pt x="1580748" y="1717239"/>
                  </a:lnTo>
                  <a:lnTo>
                    <a:pt x="1505335" y="1743237"/>
                  </a:lnTo>
                  <a:close/>
                  <a:moveTo>
                    <a:pt x="1580748" y="1717239"/>
                  </a:moveTo>
                  <a:lnTo>
                    <a:pt x="1630578" y="1637229"/>
                  </a:lnTo>
                  <a:lnTo>
                    <a:pt x="1529134" y="1669818"/>
                  </a:lnTo>
                  <a:close/>
                  <a:moveTo>
                    <a:pt x="1271328" y="1326696"/>
                  </a:moveTo>
                  <a:lnTo>
                    <a:pt x="1222288" y="1358545"/>
                  </a:lnTo>
                  <a:lnTo>
                    <a:pt x="1152007" y="1374435"/>
                  </a:lnTo>
                  <a:close/>
                  <a:moveTo>
                    <a:pt x="771255" y="571636"/>
                  </a:moveTo>
                  <a:lnTo>
                    <a:pt x="645576" y="595603"/>
                  </a:lnTo>
                  <a:lnTo>
                    <a:pt x="702833" y="594478"/>
                  </a:lnTo>
                  <a:close/>
                  <a:moveTo>
                    <a:pt x="2046636" y="2181403"/>
                  </a:moveTo>
                  <a:lnTo>
                    <a:pt x="1940417" y="2156361"/>
                  </a:lnTo>
                  <a:lnTo>
                    <a:pt x="1986195" y="2198091"/>
                  </a:lnTo>
                  <a:close/>
                  <a:moveTo>
                    <a:pt x="1917969" y="2072431"/>
                  </a:moveTo>
                  <a:lnTo>
                    <a:pt x="1958307" y="2092528"/>
                  </a:lnTo>
                  <a:lnTo>
                    <a:pt x="1993594" y="2076525"/>
                  </a:lnTo>
                  <a:close/>
                  <a:moveTo>
                    <a:pt x="771255" y="571636"/>
                  </a:moveTo>
                  <a:lnTo>
                    <a:pt x="822875" y="549432"/>
                  </a:lnTo>
                  <a:lnTo>
                    <a:pt x="804273" y="553789"/>
                  </a:lnTo>
                  <a:close/>
                  <a:moveTo>
                    <a:pt x="875176" y="466320"/>
                  </a:moveTo>
                  <a:lnTo>
                    <a:pt x="804273" y="553789"/>
                  </a:lnTo>
                  <a:lnTo>
                    <a:pt x="835039" y="515353"/>
                  </a:lnTo>
                  <a:close/>
                  <a:moveTo>
                    <a:pt x="2662279" y="2544909"/>
                  </a:moveTo>
                  <a:lnTo>
                    <a:pt x="2555225" y="2567880"/>
                  </a:lnTo>
                  <a:lnTo>
                    <a:pt x="2556491" y="2570730"/>
                  </a:lnTo>
                  <a:close/>
                  <a:moveTo>
                    <a:pt x="2541892" y="2482098"/>
                  </a:moveTo>
                  <a:lnTo>
                    <a:pt x="2555225" y="2567880"/>
                  </a:lnTo>
                  <a:lnTo>
                    <a:pt x="2662279" y="2544909"/>
                  </a:lnTo>
                  <a:close/>
                  <a:moveTo>
                    <a:pt x="1000596" y="441387"/>
                  </a:moveTo>
                  <a:lnTo>
                    <a:pt x="875176" y="466320"/>
                  </a:lnTo>
                  <a:lnTo>
                    <a:pt x="926965" y="444750"/>
                  </a:lnTo>
                  <a:close/>
                  <a:moveTo>
                    <a:pt x="1738434" y="1034231"/>
                  </a:moveTo>
                  <a:lnTo>
                    <a:pt x="1662201" y="1111059"/>
                  </a:lnTo>
                  <a:lnTo>
                    <a:pt x="1694734" y="1096201"/>
                  </a:lnTo>
                  <a:close/>
                  <a:moveTo>
                    <a:pt x="1471098" y="945053"/>
                  </a:moveTo>
                  <a:lnTo>
                    <a:pt x="1535727" y="931770"/>
                  </a:lnTo>
                  <a:lnTo>
                    <a:pt x="1469686" y="865403"/>
                  </a:lnTo>
                  <a:close/>
                  <a:moveTo>
                    <a:pt x="958419" y="458339"/>
                  </a:moveTo>
                  <a:lnTo>
                    <a:pt x="1000596" y="441387"/>
                  </a:lnTo>
                  <a:lnTo>
                    <a:pt x="926965" y="444750"/>
                  </a:lnTo>
                  <a:close/>
                  <a:moveTo>
                    <a:pt x="958419" y="458339"/>
                  </a:moveTo>
                  <a:lnTo>
                    <a:pt x="1038750" y="453623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82656" y="469538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90868" y="471845"/>
                  </a:lnTo>
                  <a:lnTo>
                    <a:pt x="1082656" y="469538"/>
                  </a:lnTo>
                  <a:close/>
                  <a:moveTo>
                    <a:pt x="1038750" y="453623"/>
                  </a:moveTo>
                  <a:lnTo>
                    <a:pt x="1066763" y="473569"/>
                  </a:lnTo>
                  <a:lnTo>
                    <a:pt x="1149758" y="505217"/>
                  </a:lnTo>
                  <a:close/>
                  <a:moveTo>
                    <a:pt x="1090868" y="471845"/>
                  </a:moveTo>
                  <a:lnTo>
                    <a:pt x="1149758" y="505217"/>
                  </a:lnTo>
                  <a:lnTo>
                    <a:pt x="1225221" y="508704"/>
                  </a:lnTo>
                  <a:close/>
                  <a:moveTo>
                    <a:pt x="2006492" y="1263939"/>
                  </a:moveTo>
                  <a:lnTo>
                    <a:pt x="1922516" y="1260631"/>
                  </a:lnTo>
                  <a:lnTo>
                    <a:pt x="1885925" y="1307018"/>
                  </a:lnTo>
                  <a:close/>
                  <a:moveTo>
                    <a:pt x="2006492" y="1263939"/>
                  </a:moveTo>
                  <a:lnTo>
                    <a:pt x="1885925" y="1307018"/>
                  </a:lnTo>
                  <a:lnTo>
                    <a:pt x="1935247" y="1276224"/>
                  </a:lnTo>
                  <a:close/>
                  <a:moveTo>
                    <a:pt x="1694734" y="1096201"/>
                  </a:moveTo>
                  <a:lnTo>
                    <a:pt x="1685202" y="1113866"/>
                  </a:lnTo>
                  <a:lnTo>
                    <a:pt x="1744398" y="1144326"/>
                  </a:lnTo>
                  <a:close/>
                  <a:moveTo>
                    <a:pt x="1591061" y="825342"/>
                  </a:moveTo>
                  <a:lnTo>
                    <a:pt x="1579422" y="817488"/>
                  </a:lnTo>
                  <a:lnTo>
                    <a:pt x="1535727" y="931770"/>
                  </a:lnTo>
                  <a:close/>
                  <a:moveTo>
                    <a:pt x="1646369" y="823653"/>
                  </a:moveTo>
                  <a:lnTo>
                    <a:pt x="1624620" y="741242"/>
                  </a:lnTo>
                  <a:lnTo>
                    <a:pt x="1579422" y="817488"/>
                  </a:lnTo>
                  <a:close/>
                  <a:moveTo>
                    <a:pt x="1160613" y="515235"/>
                  </a:moveTo>
                  <a:lnTo>
                    <a:pt x="1231502" y="518196"/>
                  </a:lnTo>
                  <a:lnTo>
                    <a:pt x="1225221" y="508704"/>
                  </a:lnTo>
                  <a:close/>
                  <a:moveTo>
                    <a:pt x="1231502" y="518196"/>
                  </a:moveTo>
                  <a:lnTo>
                    <a:pt x="1272765" y="438479"/>
                  </a:lnTo>
                  <a:lnTo>
                    <a:pt x="1225221" y="508704"/>
                  </a:lnTo>
                  <a:close/>
                  <a:moveTo>
                    <a:pt x="2185531" y="1528523"/>
                  </a:moveTo>
                  <a:lnTo>
                    <a:pt x="2218652" y="1499857"/>
                  </a:lnTo>
                  <a:lnTo>
                    <a:pt x="2148626" y="1516694"/>
                  </a:lnTo>
                  <a:close/>
                  <a:moveTo>
                    <a:pt x="1962315" y="1288532"/>
                  </a:moveTo>
                  <a:lnTo>
                    <a:pt x="2006492" y="1263939"/>
                  </a:lnTo>
                  <a:lnTo>
                    <a:pt x="1935247" y="1276224"/>
                  </a:lnTo>
                  <a:close/>
                  <a:moveTo>
                    <a:pt x="1962315" y="1288532"/>
                  </a:moveTo>
                  <a:lnTo>
                    <a:pt x="2040207" y="1285799"/>
                  </a:lnTo>
                  <a:lnTo>
                    <a:pt x="2006492" y="1263939"/>
                  </a:lnTo>
                  <a:close/>
                  <a:moveTo>
                    <a:pt x="1392957" y="279392"/>
                  </a:moveTo>
                  <a:lnTo>
                    <a:pt x="1417586" y="388004"/>
                  </a:lnTo>
                  <a:lnTo>
                    <a:pt x="1443401" y="336725"/>
                  </a:lnTo>
                  <a:close/>
                  <a:moveTo>
                    <a:pt x="1417586" y="388004"/>
                  </a:moveTo>
                  <a:lnTo>
                    <a:pt x="1472177" y="361607"/>
                  </a:lnTo>
                  <a:lnTo>
                    <a:pt x="1443401" y="336725"/>
                  </a:lnTo>
                  <a:close/>
                  <a:moveTo>
                    <a:pt x="1918673" y="783851"/>
                  </a:moveTo>
                  <a:lnTo>
                    <a:pt x="1863046" y="791073"/>
                  </a:lnTo>
                  <a:lnTo>
                    <a:pt x="1789856" y="796089"/>
                  </a:lnTo>
                  <a:close/>
                  <a:moveTo>
                    <a:pt x="1918673" y="783851"/>
                  </a:moveTo>
                  <a:lnTo>
                    <a:pt x="1789856" y="796089"/>
                  </a:lnTo>
                  <a:lnTo>
                    <a:pt x="1842319" y="777033"/>
                  </a:lnTo>
                  <a:close/>
                  <a:moveTo>
                    <a:pt x="1863046" y="791073"/>
                  </a:moveTo>
                  <a:lnTo>
                    <a:pt x="1918673" y="783851"/>
                  </a:lnTo>
                  <a:lnTo>
                    <a:pt x="1882721" y="772682"/>
                  </a:lnTo>
                  <a:close/>
                  <a:moveTo>
                    <a:pt x="1766804" y="494697"/>
                  </a:moveTo>
                  <a:lnTo>
                    <a:pt x="1757645" y="493504"/>
                  </a:lnTo>
                  <a:lnTo>
                    <a:pt x="1751980" y="487600"/>
                  </a:lnTo>
                  <a:close/>
                  <a:moveTo>
                    <a:pt x="1543922" y="323170"/>
                  </a:moveTo>
                  <a:lnTo>
                    <a:pt x="1483457" y="271283"/>
                  </a:lnTo>
                  <a:lnTo>
                    <a:pt x="1443401" y="336725"/>
                  </a:lnTo>
                  <a:close/>
                  <a:moveTo>
                    <a:pt x="2068000" y="778024"/>
                  </a:moveTo>
                  <a:lnTo>
                    <a:pt x="2041390" y="784376"/>
                  </a:lnTo>
                  <a:lnTo>
                    <a:pt x="2049174" y="878141"/>
                  </a:lnTo>
                  <a:close/>
                  <a:moveTo>
                    <a:pt x="1766804" y="494697"/>
                  </a:moveTo>
                  <a:lnTo>
                    <a:pt x="1750019" y="495394"/>
                  </a:lnTo>
                  <a:lnTo>
                    <a:pt x="1813639" y="454599"/>
                  </a:lnTo>
                  <a:close/>
                  <a:moveTo>
                    <a:pt x="1766804" y="494697"/>
                  </a:moveTo>
                  <a:lnTo>
                    <a:pt x="1813639" y="454599"/>
                  </a:lnTo>
                  <a:lnTo>
                    <a:pt x="1772666" y="487600"/>
                  </a:lnTo>
                  <a:close/>
                  <a:moveTo>
                    <a:pt x="1813639" y="454599"/>
                  </a:moveTo>
                  <a:lnTo>
                    <a:pt x="1818537" y="449163"/>
                  </a:lnTo>
                  <a:lnTo>
                    <a:pt x="1772666" y="487600"/>
                  </a:lnTo>
                  <a:close/>
                  <a:moveTo>
                    <a:pt x="1483457" y="271283"/>
                  </a:moveTo>
                  <a:lnTo>
                    <a:pt x="1543922" y="323170"/>
                  </a:lnTo>
                  <a:lnTo>
                    <a:pt x="1552594" y="202518"/>
                  </a:lnTo>
                  <a:close/>
                  <a:moveTo>
                    <a:pt x="2141375" y="628775"/>
                  </a:moveTo>
                  <a:lnTo>
                    <a:pt x="2161121" y="575157"/>
                  </a:lnTo>
                  <a:lnTo>
                    <a:pt x="2105369" y="613594"/>
                  </a:lnTo>
                  <a:close/>
                  <a:moveTo>
                    <a:pt x="1907541" y="311824"/>
                  </a:moveTo>
                  <a:lnTo>
                    <a:pt x="1846233" y="281891"/>
                  </a:lnTo>
                  <a:lnTo>
                    <a:pt x="1922257" y="328512"/>
                  </a:lnTo>
                  <a:close/>
                  <a:moveTo>
                    <a:pt x="1641535" y="26845"/>
                  </a:moveTo>
                  <a:lnTo>
                    <a:pt x="1605830" y="38087"/>
                  </a:lnTo>
                  <a:lnTo>
                    <a:pt x="1681442" y="23794"/>
                  </a:lnTo>
                  <a:close/>
                  <a:moveTo>
                    <a:pt x="1641535" y="26845"/>
                  </a:moveTo>
                  <a:lnTo>
                    <a:pt x="1681442" y="23794"/>
                  </a:lnTo>
                  <a:lnTo>
                    <a:pt x="1749961" y="1317"/>
                  </a:lnTo>
                  <a:close/>
                  <a:moveTo>
                    <a:pt x="1749961" y="1317"/>
                  </a:moveTo>
                  <a:lnTo>
                    <a:pt x="1681442" y="23794"/>
                  </a:lnTo>
                  <a:lnTo>
                    <a:pt x="1810194" y="11317"/>
                  </a:lnTo>
                  <a:close/>
                  <a:moveTo>
                    <a:pt x="1881698" y="0"/>
                  </a:moveTo>
                  <a:lnTo>
                    <a:pt x="1749961" y="1317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881698" y="0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931203" y="12628"/>
                  </a:lnTo>
                  <a:lnTo>
                    <a:pt x="188169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02" name="Candidate_density__2101">
              <a:extLst>
                <a:ext uri="{FF2B5EF4-FFF2-40B4-BE49-F238E27FC236}">
                  <a16:creationId xmlns:a16="http://schemas.microsoft.com/office/drawing/2014/main" id="{98119E17-12D5-C19F-7F1A-4184517DC02B}"/>
                </a:ext>
              </a:extLst>
            </p:cNvPr>
            <p:cNvSpPr>
              <a:spLocks noGrp="1"/>
            </p:cNvSpPr>
            <p:nvPr/>
          </p:nvSpPr>
          <p:spPr>
            <a:xfrm>
              <a:off x="3850911" y="1725972"/>
              <a:ext cx="2350365" cy="2903516"/>
            </a:xfrm>
            <a:custGeom>
              <a:avLst/>
              <a:gdLst/>
              <a:ahLst/>
              <a:cxnLst/>
              <a:rect l="0" t="0" r="0" b="0"/>
              <a:pathLst>
                <a:path w="2350365" h="2903516">
                  <a:moveTo>
                    <a:pt x="67034" y="1292335"/>
                  </a:moveTo>
                  <a:lnTo>
                    <a:pt x="0" y="1409106"/>
                  </a:lnTo>
                  <a:lnTo>
                    <a:pt x="30248" y="1348270"/>
                  </a:lnTo>
                  <a:close/>
                  <a:moveTo>
                    <a:pt x="108410" y="1361848"/>
                  </a:moveTo>
                  <a:lnTo>
                    <a:pt x="164664" y="1356972"/>
                  </a:lnTo>
                  <a:lnTo>
                    <a:pt x="30248" y="1348270"/>
                  </a:lnTo>
                  <a:close/>
                  <a:moveTo>
                    <a:pt x="179713" y="1349781"/>
                  </a:moveTo>
                  <a:lnTo>
                    <a:pt x="194120" y="1370669"/>
                  </a:lnTo>
                  <a:lnTo>
                    <a:pt x="164664" y="1356972"/>
                  </a:lnTo>
                  <a:close/>
                  <a:moveTo>
                    <a:pt x="1065577" y="2280869"/>
                  </a:moveTo>
                  <a:lnTo>
                    <a:pt x="1014223" y="2304069"/>
                  </a:lnTo>
                  <a:lnTo>
                    <a:pt x="1141209" y="2284988"/>
                  </a:lnTo>
                  <a:close/>
                  <a:moveTo>
                    <a:pt x="50994" y="1005099"/>
                  </a:moveTo>
                  <a:lnTo>
                    <a:pt x="111372" y="1016604"/>
                  </a:lnTo>
                  <a:lnTo>
                    <a:pt x="53062" y="1003165"/>
                  </a:lnTo>
                  <a:close/>
                  <a:moveTo>
                    <a:pt x="1065577" y="2280869"/>
                  </a:moveTo>
                  <a:lnTo>
                    <a:pt x="1141209" y="2284988"/>
                  </a:lnTo>
                  <a:lnTo>
                    <a:pt x="1180954" y="2218385"/>
                  </a:lnTo>
                  <a:close/>
                  <a:moveTo>
                    <a:pt x="119636" y="964936"/>
                  </a:moveTo>
                  <a:lnTo>
                    <a:pt x="53903" y="1002734"/>
                  </a:lnTo>
                  <a:lnTo>
                    <a:pt x="159585" y="907577"/>
                  </a:lnTo>
                  <a:close/>
                  <a:moveTo>
                    <a:pt x="159585" y="907577"/>
                  </a:moveTo>
                  <a:lnTo>
                    <a:pt x="53903" y="1002734"/>
                  </a:lnTo>
                  <a:lnTo>
                    <a:pt x="53062" y="1003165"/>
                  </a:lnTo>
                  <a:close/>
                  <a:moveTo>
                    <a:pt x="1199199" y="2178932"/>
                  </a:moveTo>
                  <a:lnTo>
                    <a:pt x="1180954" y="2218385"/>
                  </a:lnTo>
                  <a:lnTo>
                    <a:pt x="1206109" y="2198162"/>
                  </a:lnTo>
                  <a:close/>
                  <a:moveTo>
                    <a:pt x="1217554" y="2140026"/>
                  </a:moveTo>
                  <a:lnTo>
                    <a:pt x="1242116" y="2168404"/>
                  </a:lnTo>
                  <a:lnTo>
                    <a:pt x="1281811" y="2101614"/>
                  </a:lnTo>
                  <a:close/>
                  <a:moveTo>
                    <a:pt x="1293885" y="2062454"/>
                  </a:moveTo>
                  <a:lnTo>
                    <a:pt x="1281811" y="2101614"/>
                  </a:lnTo>
                  <a:lnTo>
                    <a:pt x="1325851" y="2077511"/>
                  </a:lnTo>
                  <a:close/>
                  <a:moveTo>
                    <a:pt x="1325851" y="2077511"/>
                  </a:moveTo>
                  <a:lnTo>
                    <a:pt x="1347061" y="2066917"/>
                  </a:lnTo>
                  <a:lnTo>
                    <a:pt x="1293885" y="2062454"/>
                  </a:lnTo>
                  <a:close/>
                  <a:moveTo>
                    <a:pt x="652015" y="1203657"/>
                  </a:moveTo>
                  <a:lnTo>
                    <a:pt x="713485" y="1230427"/>
                  </a:lnTo>
                  <a:lnTo>
                    <a:pt x="720314" y="1180357"/>
                  </a:lnTo>
                  <a:close/>
                  <a:moveTo>
                    <a:pt x="1129784" y="1596666"/>
                  </a:moveTo>
                  <a:lnTo>
                    <a:pt x="1051482" y="1582567"/>
                  </a:lnTo>
                  <a:lnTo>
                    <a:pt x="996044" y="1582856"/>
                  </a:lnTo>
                  <a:close/>
                  <a:moveTo>
                    <a:pt x="2150094" y="2903516"/>
                  </a:moveTo>
                  <a:lnTo>
                    <a:pt x="2222785" y="2896637"/>
                  </a:lnTo>
                  <a:lnTo>
                    <a:pt x="2274663" y="2875398"/>
                  </a:lnTo>
                  <a:close/>
                  <a:moveTo>
                    <a:pt x="2230285" y="2861226"/>
                  </a:moveTo>
                  <a:lnTo>
                    <a:pt x="2280389" y="2822789"/>
                  </a:lnTo>
                  <a:lnTo>
                    <a:pt x="2274663" y="2875398"/>
                  </a:lnTo>
                  <a:close/>
                  <a:moveTo>
                    <a:pt x="1347447" y="1753992"/>
                  </a:moveTo>
                  <a:lnTo>
                    <a:pt x="1317536" y="1804778"/>
                  </a:lnTo>
                  <a:lnTo>
                    <a:pt x="1348083" y="1778707"/>
                  </a:lnTo>
                  <a:close/>
                  <a:moveTo>
                    <a:pt x="1348083" y="1778707"/>
                  </a:moveTo>
                  <a:lnTo>
                    <a:pt x="1317536" y="1804778"/>
                  </a:lnTo>
                  <a:lnTo>
                    <a:pt x="1306488" y="1852023"/>
                  </a:lnTo>
                  <a:close/>
                  <a:moveTo>
                    <a:pt x="1348083" y="1778707"/>
                  </a:moveTo>
                  <a:lnTo>
                    <a:pt x="1338823" y="1686144"/>
                  </a:lnTo>
                  <a:lnTo>
                    <a:pt x="1347447" y="1753992"/>
                  </a:lnTo>
                  <a:close/>
                  <a:moveTo>
                    <a:pt x="1338823" y="1686144"/>
                  </a:moveTo>
                  <a:lnTo>
                    <a:pt x="1340631" y="1671778"/>
                  </a:lnTo>
                  <a:lnTo>
                    <a:pt x="1347447" y="1753992"/>
                  </a:lnTo>
                  <a:close/>
                  <a:moveTo>
                    <a:pt x="1142942" y="1524022"/>
                  </a:moveTo>
                  <a:lnTo>
                    <a:pt x="1072220" y="1520926"/>
                  </a:lnTo>
                  <a:lnTo>
                    <a:pt x="1051482" y="1582567"/>
                  </a:lnTo>
                  <a:close/>
                  <a:moveTo>
                    <a:pt x="849828" y="1170727"/>
                  </a:moveTo>
                  <a:lnTo>
                    <a:pt x="787997" y="1130350"/>
                  </a:lnTo>
                  <a:lnTo>
                    <a:pt x="868404" y="1178487"/>
                  </a:lnTo>
                  <a:close/>
                  <a:moveTo>
                    <a:pt x="894174" y="906126"/>
                  </a:moveTo>
                  <a:lnTo>
                    <a:pt x="885142" y="893405"/>
                  </a:lnTo>
                  <a:lnTo>
                    <a:pt x="968648" y="943983"/>
                  </a:lnTo>
                  <a:close/>
                  <a:moveTo>
                    <a:pt x="852717" y="966328"/>
                  </a:moveTo>
                  <a:lnTo>
                    <a:pt x="885142" y="893405"/>
                  </a:lnTo>
                  <a:lnTo>
                    <a:pt x="894174" y="906126"/>
                  </a:lnTo>
                  <a:close/>
                  <a:moveTo>
                    <a:pt x="898890" y="700419"/>
                  </a:moveTo>
                  <a:lnTo>
                    <a:pt x="829105" y="696561"/>
                  </a:lnTo>
                  <a:lnTo>
                    <a:pt x="837913" y="811190"/>
                  </a:lnTo>
                  <a:close/>
                  <a:moveTo>
                    <a:pt x="821404" y="690539"/>
                  </a:moveTo>
                  <a:lnTo>
                    <a:pt x="829105" y="696561"/>
                  </a:lnTo>
                  <a:lnTo>
                    <a:pt x="835290" y="685969"/>
                  </a:lnTo>
                  <a:close/>
                  <a:moveTo>
                    <a:pt x="837629" y="694715"/>
                  </a:moveTo>
                  <a:lnTo>
                    <a:pt x="829105" y="696561"/>
                  </a:lnTo>
                  <a:lnTo>
                    <a:pt x="821404" y="690539"/>
                  </a:lnTo>
                  <a:close/>
                  <a:moveTo>
                    <a:pt x="1780147" y="1669816"/>
                  </a:moveTo>
                  <a:lnTo>
                    <a:pt x="1737642" y="1643779"/>
                  </a:lnTo>
                  <a:lnTo>
                    <a:pt x="1712077" y="1734870"/>
                  </a:lnTo>
                  <a:close/>
                  <a:moveTo>
                    <a:pt x="835290" y="685969"/>
                  </a:moveTo>
                  <a:lnTo>
                    <a:pt x="903934" y="663960"/>
                  </a:lnTo>
                  <a:lnTo>
                    <a:pt x="952945" y="632001"/>
                  </a:lnTo>
                  <a:close/>
                  <a:moveTo>
                    <a:pt x="952945" y="632001"/>
                  </a:moveTo>
                  <a:lnTo>
                    <a:pt x="903934" y="663960"/>
                  </a:lnTo>
                  <a:lnTo>
                    <a:pt x="1025864" y="625974"/>
                  </a:lnTo>
                  <a:close/>
                  <a:moveTo>
                    <a:pt x="1177517" y="914323"/>
                  </a:moveTo>
                  <a:lnTo>
                    <a:pt x="1086506" y="908759"/>
                  </a:lnTo>
                  <a:lnTo>
                    <a:pt x="1157648" y="911514"/>
                  </a:lnTo>
                  <a:close/>
                  <a:moveTo>
                    <a:pt x="2158035" y="1846893"/>
                  </a:moveTo>
                  <a:lnTo>
                    <a:pt x="2155782" y="1848771"/>
                  </a:lnTo>
                  <a:lnTo>
                    <a:pt x="2196472" y="1967544"/>
                  </a:lnTo>
                  <a:close/>
                  <a:moveTo>
                    <a:pt x="2151449" y="1846893"/>
                  </a:moveTo>
                  <a:lnTo>
                    <a:pt x="2074269" y="1822666"/>
                  </a:lnTo>
                  <a:lnTo>
                    <a:pt x="2037810" y="1781709"/>
                  </a:lnTo>
                  <a:close/>
                  <a:moveTo>
                    <a:pt x="1249910" y="906329"/>
                  </a:moveTo>
                  <a:lnTo>
                    <a:pt x="1307098" y="950698"/>
                  </a:lnTo>
                  <a:lnTo>
                    <a:pt x="1177517" y="914323"/>
                  </a:lnTo>
                  <a:close/>
                  <a:moveTo>
                    <a:pt x="1371163" y="865812"/>
                  </a:moveTo>
                  <a:lnTo>
                    <a:pt x="1301674" y="898747"/>
                  </a:lnTo>
                  <a:lnTo>
                    <a:pt x="1344743" y="880593"/>
                  </a:lnTo>
                  <a:close/>
                  <a:moveTo>
                    <a:pt x="2254802" y="1808456"/>
                  </a:moveTo>
                  <a:lnTo>
                    <a:pt x="2158035" y="1846893"/>
                  </a:lnTo>
                  <a:lnTo>
                    <a:pt x="2271697" y="1788299"/>
                  </a:lnTo>
                  <a:close/>
                  <a:moveTo>
                    <a:pt x="2275232" y="1709872"/>
                  </a:moveTo>
                  <a:lnTo>
                    <a:pt x="2254802" y="1808456"/>
                  </a:lnTo>
                  <a:lnTo>
                    <a:pt x="2271697" y="1788299"/>
                  </a:lnTo>
                  <a:close/>
                  <a:moveTo>
                    <a:pt x="2337749" y="1719639"/>
                  </a:moveTo>
                  <a:lnTo>
                    <a:pt x="2271697" y="1788299"/>
                  </a:lnTo>
                  <a:lnTo>
                    <a:pt x="2333007" y="1738868"/>
                  </a:lnTo>
                  <a:close/>
                  <a:moveTo>
                    <a:pt x="2337749" y="1719639"/>
                  </a:moveTo>
                  <a:lnTo>
                    <a:pt x="2275232" y="1709872"/>
                  </a:lnTo>
                  <a:lnTo>
                    <a:pt x="2271697" y="1788299"/>
                  </a:lnTo>
                  <a:close/>
                  <a:moveTo>
                    <a:pt x="1560669" y="801830"/>
                  </a:moveTo>
                  <a:lnTo>
                    <a:pt x="1589149" y="803080"/>
                  </a:lnTo>
                  <a:lnTo>
                    <a:pt x="1485045" y="797741"/>
                  </a:lnTo>
                  <a:close/>
                  <a:moveTo>
                    <a:pt x="2307515" y="1491813"/>
                  </a:moveTo>
                  <a:lnTo>
                    <a:pt x="2335890" y="1520966"/>
                  </a:lnTo>
                  <a:lnTo>
                    <a:pt x="2313906" y="1484937"/>
                  </a:lnTo>
                  <a:close/>
                  <a:moveTo>
                    <a:pt x="2307515" y="1491813"/>
                  </a:moveTo>
                  <a:lnTo>
                    <a:pt x="2335335" y="1532369"/>
                  </a:lnTo>
                  <a:lnTo>
                    <a:pt x="2335890" y="1520966"/>
                  </a:lnTo>
                  <a:close/>
                  <a:moveTo>
                    <a:pt x="2335890" y="1520966"/>
                  </a:moveTo>
                  <a:lnTo>
                    <a:pt x="2350083" y="1409335"/>
                  </a:lnTo>
                  <a:lnTo>
                    <a:pt x="2313906" y="1484937"/>
                  </a:lnTo>
                  <a:close/>
                  <a:moveTo>
                    <a:pt x="2350083" y="1409335"/>
                  </a:moveTo>
                  <a:lnTo>
                    <a:pt x="2350365" y="1402722"/>
                  </a:lnTo>
                  <a:lnTo>
                    <a:pt x="2313906" y="1484937"/>
                  </a:lnTo>
                  <a:close/>
                  <a:moveTo>
                    <a:pt x="2350365" y="1402722"/>
                  </a:moveTo>
                  <a:lnTo>
                    <a:pt x="2350083" y="1409335"/>
                  </a:lnTo>
                  <a:lnTo>
                    <a:pt x="2336401" y="1321152"/>
                  </a:lnTo>
                  <a:close/>
                  <a:moveTo>
                    <a:pt x="2088738" y="1073862"/>
                  </a:moveTo>
                  <a:lnTo>
                    <a:pt x="2099447" y="1156077"/>
                  </a:lnTo>
                  <a:lnTo>
                    <a:pt x="2068648" y="1112299"/>
                  </a:lnTo>
                  <a:close/>
                  <a:moveTo>
                    <a:pt x="1839871" y="947868"/>
                  </a:moveTo>
                  <a:lnTo>
                    <a:pt x="1836098" y="843890"/>
                  </a:lnTo>
                  <a:lnTo>
                    <a:pt x="1838782" y="921501"/>
                  </a:lnTo>
                  <a:close/>
                  <a:moveTo>
                    <a:pt x="2069558" y="1055252"/>
                  </a:moveTo>
                  <a:lnTo>
                    <a:pt x="2093457" y="1135915"/>
                  </a:lnTo>
                  <a:lnTo>
                    <a:pt x="2099447" y="1156077"/>
                  </a:lnTo>
                  <a:close/>
                  <a:moveTo>
                    <a:pt x="1714156" y="451426"/>
                  </a:moveTo>
                  <a:lnTo>
                    <a:pt x="1660222" y="464979"/>
                  </a:lnTo>
                  <a:lnTo>
                    <a:pt x="1786934" y="444872"/>
                  </a:lnTo>
                  <a:close/>
                  <a:moveTo>
                    <a:pt x="2077325" y="748662"/>
                  </a:moveTo>
                  <a:lnTo>
                    <a:pt x="2077281" y="750344"/>
                  </a:lnTo>
                  <a:lnTo>
                    <a:pt x="2078525" y="647594"/>
                  </a:lnTo>
                  <a:close/>
                  <a:moveTo>
                    <a:pt x="1723341" y="55361"/>
                  </a:moveTo>
                  <a:lnTo>
                    <a:pt x="1720691" y="56085"/>
                  </a:lnTo>
                  <a:lnTo>
                    <a:pt x="1727777" y="54186"/>
                  </a:lnTo>
                  <a:close/>
                  <a:moveTo>
                    <a:pt x="1720691" y="56085"/>
                  </a:moveTo>
                  <a:lnTo>
                    <a:pt x="1723341" y="55361"/>
                  </a:lnTo>
                  <a:lnTo>
                    <a:pt x="1700507" y="54186"/>
                  </a:lnTo>
                  <a:close/>
                  <a:moveTo>
                    <a:pt x="1700507" y="54186"/>
                  </a:moveTo>
                  <a:lnTo>
                    <a:pt x="1723341" y="55361"/>
                  </a:lnTo>
                  <a:lnTo>
                    <a:pt x="1725256" y="52374"/>
                  </a:lnTo>
                  <a:close/>
                  <a:moveTo>
                    <a:pt x="1766092" y="0"/>
                  </a:moveTo>
                  <a:lnTo>
                    <a:pt x="1700507" y="54186"/>
                  </a:lnTo>
                  <a:lnTo>
                    <a:pt x="1725256" y="52374"/>
                  </a:lnTo>
                  <a:close/>
                  <a:moveTo>
                    <a:pt x="1723341" y="55361"/>
                  </a:moveTo>
                  <a:lnTo>
                    <a:pt x="1727777" y="54186"/>
                  </a:lnTo>
                  <a:lnTo>
                    <a:pt x="1725256" y="52374"/>
                  </a:lnTo>
                  <a:close/>
                  <a:moveTo>
                    <a:pt x="1821678" y="34577"/>
                  </a:moveTo>
                  <a:lnTo>
                    <a:pt x="1814202" y="15750"/>
                  </a:lnTo>
                  <a:lnTo>
                    <a:pt x="1795008" y="44653"/>
                  </a:lnTo>
                  <a:close/>
                  <a:moveTo>
                    <a:pt x="1795008" y="44653"/>
                  </a:moveTo>
                  <a:lnTo>
                    <a:pt x="1814202" y="15750"/>
                  </a:lnTo>
                  <a:lnTo>
                    <a:pt x="1766092" y="0"/>
                  </a:lnTo>
                  <a:close/>
                  <a:moveTo>
                    <a:pt x="1725256" y="52374"/>
                  </a:moveTo>
                  <a:lnTo>
                    <a:pt x="1727777" y="54186"/>
                  </a:lnTo>
                  <a:lnTo>
                    <a:pt x="1795008" y="44653"/>
                  </a:lnTo>
                  <a:close/>
                  <a:moveTo>
                    <a:pt x="1766092" y="0"/>
                  </a:moveTo>
                  <a:lnTo>
                    <a:pt x="1725256" y="52374"/>
                  </a:lnTo>
                  <a:lnTo>
                    <a:pt x="1795008" y="4465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03" name="Candidate_density__2102">
              <a:extLst>
                <a:ext uri="{FF2B5EF4-FFF2-40B4-BE49-F238E27FC236}">
                  <a16:creationId xmlns:a16="http://schemas.microsoft.com/office/drawing/2014/main" id="{C42AEDAA-028A-0F77-9C9E-A90A1613B6C0}"/>
                </a:ext>
              </a:extLst>
            </p:cNvPr>
            <p:cNvSpPr>
              <a:spLocks noGrp="1"/>
            </p:cNvSpPr>
            <p:nvPr/>
          </p:nvSpPr>
          <p:spPr>
            <a:xfrm>
              <a:off x="4045031" y="1770625"/>
              <a:ext cx="2138886" cy="2240335"/>
            </a:xfrm>
            <a:custGeom>
              <a:avLst/>
              <a:gdLst/>
              <a:ahLst/>
              <a:cxnLst/>
              <a:rect l="0" t="0" r="0" b="0"/>
              <a:pathLst>
                <a:path w="2138886" h="2240335">
                  <a:moveTo>
                    <a:pt x="0" y="1326016"/>
                  </a:moveTo>
                  <a:lnTo>
                    <a:pt x="30858" y="1340553"/>
                  </a:lnTo>
                  <a:lnTo>
                    <a:pt x="59143" y="1364918"/>
                  </a:lnTo>
                  <a:close/>
                  <a:moveTo>
                    <a:pt x="991830" y="2191946"/>
                  </a:moveTo>
                  <a:lnTo>
                    <a:pt x="986834" y="2173732"/>
                  </a:lnTo>
                  <a:lnTo>
                    <a:pt x="947088" y="2240335"/>
                  </a:lnTo>
                  <a:close/>
                  <a:moveTo>
                    <a:pt x="991830" y="2191946"/>
                  </a:moveTo>
                  <a:lnTo>
                    <a:pt x="1011989" y="2153509"/>
                  </a:lnTo>
                  <a:lnTo>
                    <a:pt x="986834" y="2173732"/>
                  </a:lnTo>
                  <a:close/>
                  <a:moveTo>
                    <a:pt x="1011989" y="2153509"/>
                  </a:moveTo>
                  <a:lnTo>
                    <a:pt x="991830" y="2191946"/>
                  </a:lnTo>
                  <a:lnTo>
                    <a:pt x="1047996" y="2123751"/>
                  </a:lnTo>
                  <a:close/>
                  <a:moveTo>
                    <a:pt x="1023434" y="2095373"/>
                  </a:moveTo>
                  <a:lnTo>
                    <a:pt x="1011989" y="2153509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087690" y="2056961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131731" y="2032858"/>
                  </a:lnTo>
                  <a:lnTo>
                    <a:pt x="1087690" y="2056961"/>
                  </a:lnTo>
                  <a:close/>
                  <a:moveTo>
                    <a:pt x="225455" y="847266"/>
                  </a:moveTo>
                  <a:lnTo>
                    <a:pt x="267720" y="964062"/>
                  </a:lnTo>
                  <a:lnTo>
                    <a:pt x="272148" y="958386"/>
                  </a:lnTo>
                  <a:close/>
                  <a:moveTo>
                    <a:pt x="857362" y="1537913"/>
                  </a:moveTo>
                  <a:lnTo>
                    <a:pt x="878100" y="1476273"/>
                  </a:lnTo>
                  <a:lnTo>
                    <a:pt x="805036" y="1583346"/>
                  </a:lnTo>
                  <a:close/>
                  <a:moveTo>
                    <a:pt x="526193" y="1135704"/>
                  </a:moveTo>
                  <a:lnTo>
                    <a:pt x="570961" y="1090056"/>
                  </a:lnTo>
                  <a:lnTo>
                    <a:pt x="655708" y="1126074"/>
                  </a:lnTo>
                  <a:close/>
                  <a:moveTo>
                    <a:pt x="774528" y="899330"/>
                  </a:moveTo>
                  <a:lnTo>
                    <a:pt x="847784" y="856498"/>
                  </a:lnTo>
                  <a:lnTo>
                    <a:pt x="791190" y="892531"/>
                  </a:lnTo>
                  <a:close/>
                  <a:moveTo>
                    <a:pt x="797436" y="880706"/>
                  </a:moveTo>
                  <a:lnTo>
                    <a:pt x="791190" y="892531"/>
                  </a:lnTo>
                  <a:lnTo>
                    <a:pt x="847784" y="856498"/>
                  </a:lnTo>
                  <a:close/>
                  <a:moveTo>
                    <a:pt x="1177042" y="821159"/>
                  </a:moveTo>
                  <a:lnTo>
                    <a:pt x="1055789" y="861676"/>
                  </a:lnTo>
                  <a:lnTo>
                    <a:pt x="1107554" y="854094"/>
                  </a:lnTo>
                  <a:close/>
                  <a:moveTo>
                    <a:pt x="1150623" y="835940"/>
                  </a:moveTo>
                  <a:lnTo>
                    <a:pt x="1182957" y="815657"/>
                  </a:lnTo>
                  <a:lnTo>
                    <a:pt x="1177042" y="821159"/>
                  </a:lnTo>
                  <a:close/>
                  <a:moveTo>
                    <a:pt x="1963915" y="1802239"/>
                  </a:moveTo>
                  <a:lnTo>
                    <a:pt x="2027921" y="1773195"/>
                  </a:lnTo>
                  <a:lnTo>
                    <a:pt x="2077577" y="1743646"/>
                  </a:lnTo>
                  <a:close/>
                  <a:moveTo>
                    <a:pt x="2077577" y="1743646"/>
                  </a:moveTo>
                  <a:lnTo>
                    <a:pt x="2027921" y="1773195"/>
                  </a:lnTo>
                  <a:lnTo>
                    <a:pt x="2138886" y="1694214"/>
                  </a:lnTo>
                  <a:close/>
                  <a:moveTo>
                    <a:pt x="1178642" y="813161"/>
                  </a:moveTo>
                  <a:lnTo>
                    <a:pt x="1177042" y="821159"/>
                  </a:lnTo>
                  <a:lnTo>
                    <a:pt x="1182957" y="815657"/>
                  </a:lnTo>
                  <a:close/>
                  <a:moveTo>
                    <a:pt x="1644662" y="876848"/>
                  </a:moveTo>
                  <a:lnTo>
                    <a:pt x="1627555" y="960517"/>
                  </a:lnTo>
                  <a:lnTo>
                    <a:pt x="1645751" y="903215"/>
                  </a:lnTo>
                  <a:close/>
                  <a:moveTo>
                    <a:pt x="1650801" y="782564"/>
                  </a:moveTo>
                  <a:lnTo>
                    <a:pt x="1641978" y="799237"/>
                  </a:lnTo>
                  <a:lnTo>
                    <a:pt x="1645751" y="903215"/>
                  </a:lnTo>
                  <a:close/>
                  <a:moveTo>
                    <a:pt x="1762786" y="757059"/>
                  </a:moveTo>
                  <a:lnTo>
                    <a:pt x="1650801" y="782564"/>
                  </a:lnTo>
                  <a:lnTo>
                    <a:pt x="1747544" y="753707"/>
                  </a:lnTo>
                  <a:close/>
                  <a:moveTo>
                    <a:pt x="1641978" y="799237"/>
                  </a:moveTo>
                  <a:lnTo>
                    <a:pt x="1650801" y="782564"/>
                  </a:lnTo>
                  <a:lnTo>
                    <a:pt x="1762786" y="757059"/>
                  </a:lnTo>
                  <a:close/>
                  <a:moveTo>
                    <a:pt x="1747544" y="753707"/>
                  </a:moveTo>
                  <a:lnTo>
                    <a:pt x="1650801" y="782564"/>
                  </a:lnTo>
                  <a:lnTo>
                    <a:pt x="1706732" y="762688"/>
                  </a:lnTo>
                  <a:close/>
                  <a:moveTo>
                    <a:pt x="1984439" y="598062"/>
                  </a:moveTo>
                  <a:lnTo>
                    <a:pt x="1883161" y="705691"/>
                  </a:lnTo>
                  <a:lnTo>
                    <a:pt x="1939590" y="645582"/>
                  </a:lnTo>
                  <a:close/>
                  <a:moveTo>
                    <a:pt x="1984439" y="598062"/>
                  </a:moveTo>
                  <a:lnTo>
                    <a:pt x="1939590" y="645582"/>
                  </a:lnTo>
                  <a:lnTo>
                    <a:pt x="2060383" y="603346"/>
                  </a:lnTo>
                  <a:close/>
                  <a:moveTo>
                    <a:pt x="1526571" y="11432"/>
                  </a:moveTo>
                  <a:lnTo>
                    <a:pt x="1506387" y="9533"/>
                  </a:lnTo>
                  <a:lnTo>
                    <a:pt x="1477819" y="33729"/>
                  </a:lnTo>
                  <a:close/>
                  <a:moveTo>
                    <a:pt x="1533656" y="9533"/>
                  </a:moveTo>
                  <a:lnTo>
                    <a:pt x="1477819" y="33729"/>
                  </a:lnTo>
                  <a:lnTo>
                    <a:pt x="1600887" y="0"/>
                  </a:lnTo>
                  <a:close/>
                  <a:moveTo>
                    <a:pt x="1526571" y="11432"/>
                  </a:moveTo>
                  <a:lnTo>
                    <a:pt x="1477819" y="33729"/>
                  </a:lnTo>
                  <a:lnTo>
                    <a:pt x="1533656" y="953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04" name="Candidate_density__2103">
              <a:extLst>
                <a:ext uri="{FF2B5EF4-FFF2-40B4-BE49-F238E27FC236}">
                  <a16:creationId xmlns:a16="http://schemas.microsoft.com/office/drawing/2014/main" id="{C2686708-4126-CF49-8E0F-B1AF5CFAE26B}"/>
                </a:ext>
              </a:extLst>
            </p:cNvPr>
            <p:cNvSpPr>
              <a:spLocks noGrp="1"/>
            </p:cNvSpPr>
            <p:nvPr/>
          </p:nvSpPr>
          <p:spPr>
            <a:xfrm>
              <a:off x="3987497" y="1506742"/>
              <a:ext cx="2449256" cy="3042019"/>
            </a:xfrm>
            <a:custGeom>
              <a:avLst/>
              <a:gdLst/>
              <a:ahLst/>
              <a:cxnLst/>
              <a:rect l="0" t="0" r="0" b="0"/>
              <a:pathLst>
                <a:path w="2449256" h="3042019">
                  <a:moveTo>
                    <a:pt x="81785" y="1266381"/>
                  </a:moveTo>
                  <a:lnTo>
                    <a:pt x="34527" y="1287358"/>
                  </a:lnTo>
                  <a:lnTo>
                    <a:pt x="56663" y="1369454"/>
                  </a:lnTo>
                  <a:close/>
                  <a:moveTo>
                    <a:pt x="0" y="1256020"/>
                  </a:moveTo>
                  <a:lnTo>
                    <a:pt x="34527" y="1287358"/>
                  </a:lnTo>
                  <a:lnTo>
                    <a:pt x="32868" y="1222602"/>
                  </a:lnTo>
                  <a:close/>
                  <a:moveTo>
                    <a:pt x="32868" y="1222602"/>
                  </a:moveTo>
                  <a:lnTo>
                    <a:pt x="34527" y="1287358"/>
                  </a:lnTo>
                  <a:lnTo>
                    <a:pt x="81785" y="1266381"/>
                  </a:lnTo>
                  <a:close/>
                  <a:moveTo>
                    <a:pt x="1697850" y="2954462"/>
                  </a:moveTo>
                  <a:lnTo>
                    <a:pt x="1816488" y="3010157"/>
                  </a:lnTo>
                  <a:lnTo>
                    <a:pt x="1795994" y="2926726"/>
                  </a:lnTo>
                  <a:close/>
                  <a:moveTo>
                    <a:pt x="1697850" y="2954462"/>
                  </a:moveTo>
                  <a:lnTo>
                    <a:pt x="1750191" y="3036677"/>
                  </a:lnTo>
                  <a:lnTo>
                    <a:pt x="1816488" y="3010157"/>
                  </a:lnTo>
                  <a:close/>
                  <a:moveTo>
                    <a:pt x="1795994" y="2926726"/>
                  </a:moveTo>
                  <a:lnTo>
                    <a:pt x="1893936" y="2954345"/>
                  </a:lnTo>
                  <a:lnTo>
                    <a:pt x="1865132" y="2916025"/>
                  </a:lnTo>
                  <a:close/>
                  <a:moveTo>
                    <a:pt x="1675260" y="2872247"/>
                  </a:moveTo>
                  <a:lnTo>
                    <a:pt x="1795994" y="2926726"/>
                  </a:lnTo>
                  <a:lnTo>
                    <a:pt x="1753402" y="2861260"/>
                  </a:lnTo>
                  <a:close/>
                  <a:moveTo>
                    <a:pt x="1675260" y="2872247"/>
                  </a:moveTo>
                  <a:lnTo>
                    <a:pt x="1697850" y="2954462"/>
                  </a:lnTo>
                  <a:lnTo>
                    <a:pt x="1795994" y="2926726"/>
                  </a:lnTo>
                  <a:close/>
                  <a:moveTo>
                    <a:pt x="1865132" y="2916025"/>
                  </a:moveTo>
                  <a:lnTo>
                    <a:pt x="1879449" y="2900180"/>
                  </a:lnTo>
                  <a:lnTo>
                    <a:pt x="1795994" y="2926726"/>
                  </a:lnTo>
                  <a:close/>
                  <a:moveTo>
                    <a:pt x="653509" y="1518369"/>
                  </a:moveTo>
                  <a:lnTo>
                    <a:pt x="673338" y="1455965"/>
                  </a:lnTo>
                  <a:lnTo>
                    <a:pt x="584394" y="1543655"/>
                  </a:lnTo>
                  <a:close/>
                  <a:moveTo>
                    <a:pt x="584394" y="1543655"/>
                  </a:moveTo>
                  <a:lnTo>
                    <a:pt x="673338" y="1455965"/>
                  </a:lnTo>
                  <a:lnTo>
                    <a:pt x="660693" y="1442126"/>
                  </a:lnTo>
                  <a:close/>
                  <a:moveTo>
                    <a:pt x="584394" y="1543655"/>
                  </a:moveTo>
                  <a:lnTo>
                    <a:pt x="660693" y="1442126"/>
                  </a:lnTo>
                  <a:lnTo>
                    <a:pt x="576899" y="1449657"/>
                  </a:lnTo>
                  <a:close/>
                  <a:moveTo>
                    <a:pt x="660693" y="1442126"/>
                  </a:moveTo>
                  <a:lnTo>
                    <a:pt x="673338" y="1455965"/>
                  </a:lnTo>
                  <a:lnTo>
                    <a:pt x="682896" y="1436153"/>
                  </a:lnTo>
                  <a:close/>
                  <a:moveTo>
                    <a:pt x="1920727" y="2998240"/>
                  </a:moveTo>
                  <a:lnTo>
                    <a:pt x="2035765" y="3042019"/>
                  </a:lnTo>
                  <a:lnTo>
                    <a:pt x="2015069" y="2959804"/>
                  </a:lnTo>
                  <a:close/>
                  <a:moveTo>
                    <a:pt x="2015069" y="2959804"/>
                  </a:moveTo>
                  <a:lnTo>
                    <a:pt x="2012251" y="2902844"/>
                  </a:lnTo>
                  <a:lnTo>
                    <a:pt x="1920727" y="2998240"/>
                  </a:lnTo>
                  <a:close/>
                  <a:moveTo>
                    <a:pt x="1920727" y="2998240"/>
                  </a:moveTo>
                  <a:lnTo>
                    <a:pt x="2012251" y="2902844"/>
                  </a:lnTo>
                  <a:lnTo>
                    <a:pt x="1888273" y="2912297"/>
                  </a:lnTo>
                  <a:close/>
                  <a:moveTo>
                    <a:pt x="1888273" y="2912297"/>
                  </a:moveTo>
                  <a:lnTo>
                    <a:pt x="2012251" y="2902844"/>
                  </a:lnTo>
                  <a:lnTo>
                    <a:pt x="1996983" y="2884510"/>
                  </a:lnTo>
                  <a:close/>
                  <a:moveTo>
                    <a:pt x="1920727" y="2998240"/>
                  </a:moveTo>
                  <a:lnTo>
                    <a:pt x="1888273" y="2912297"/>
                  </a:lnTo>
                  <a:lnTo>
                    <a:pt x="1893936" y="2954345"/>
                  </a:lnTo>
                  <a:close/>
                  <a:moveTo>
                    <a:pt x="1865132" y="2916025"/>
                  </a:moveTo>
                  <a:lnTo>
                    <a:pt x="1893936" y="2954345"/>
                  </a:lnTo>
                  <a:lnTo>
                    <a:pt x="1888273" y="2912297"/>
                  </a:lnTo>
                  <a:close/>
                  <a:moveTo>
                    <a:pt x="1879449" y="2900180"/>
                  </a:moveTo>
                  <a:lnTo>
                    <a:pt x="1865132" y="2916025"/>
                  </a:lnTo>
                  <a:lnTo>
                    <a:pt x="1888273" y="2912297"/>
                  </a:lnTo>
                  <a:close/>
                  <a:moveTo>
                    <a:pt x="1996983" y="2884510"/>
                  </a:moveTo>
                  <a:lnTo>
                    <a:pt x="2012251" y="2902844"/>
                  </a:lnTo>
                  <a:lnTo>
                    <a:pt x="2027802" y="2877589"/>
                  </a:lnTo>
                  <a:close/>
                  <a:moveTo>
                    <a:pt x="1114636" y="1815907"/>
                  </a:moveTo>
                  <a:lnTo>
                    <a:pt x="1023686" y="1847229"/>
                  </a:lnTo>
                  <a:lnTo>
                    <a:pt x="1128396" y="1827521"/>
                  </a:lnTo>
                  <a:close/>
                  <a:moveTo>
                    <a:pt x="1128396" y="1827521"/>
                  </a:moveTo>
                  <a:lnTo>
                    <a:pt x="1023686" y="1847229"/>
                  </a:lnTo>
                  <a:lnTo>
                    <a:pt x="1009560" y="1877072"/>
                  </a:lnTo>
                  <a:close/>
                  <a:moveTo>
                    <a:pt x="840492" y="1600584"/>
                  </a:moveTo>
                  <a:lnTo>
                    <a:pt x="795141" y="1632710"/>
                  </a:lnTo>
                  <a:lnTo>
                    <a:pt x="918291" y="1599287"/>
                  </a:lnTo>
                  <a:close/>
                  <a:moveTo>
                    <a:pt x="918291" y="1599287"/>
                  </a:moveTo>
                  <a:lnTo>
                    <a:pt x="795141" y="1632710"/>
                  </a:lnTo>
                  <a:lnTo>
                    <a:pt x="888576" y="1644362"/>
                  </a:lnTo>
                  <a:close/>
                  <a:moveTo>
                    <a:pt x="888576" y="1644362"/>
                  </a:moveTo>
                  <a:lnTo>
                    <a:pt x="795141" y="1632710"/>
                  </a:lnTo>
                  <a:lnTo>
                    <a:pt x="840981" y="1656423"/>
                  </a:lnTo>
                  <a:close/>
                  <a:moveTo>
                    <a:pt x="673338" y="1455965"/>
                  </a:moveTo>
                  <a:lnTo>
                    <a:pt x="653509" y="1518369"/>
                  </a:lnTo>
                  <a:lnTo>
                    <a:pt x="712961" y="1499725"/>
                  </a:lnTo>
                  <a:close/>
                  <a:moveTo>
                    <a:pt x="682896" y="1436153"/>
                  </a:moveTo>
                  <a:lnTo>
                    <a:pt x="673338" y="1455965"/>
                  </a:lnTo>
                  <a:lnTo>
                    <a:pt x="712961" y="1499725"/>
                  </a:lnTo>
                  <a:close/>
                  <a:moveTo>
                    <a:pt x="2015069" y="2959804"/>
                  </a:moveTo>
                  <a:lnTo>
                    <a:pt x="2055477" y="3037140"/>
                  </a:lnTo>
                  <a:lnTo>
                    <a:pt x="2035112" y="2953603"/>
                  </a:lnTo>
                  <a:close/>
                  <a:moveTo>
                    <a:pt x="2015069" y="2959804"/>
                  </a:moveTo>
                  <a:lnTo>
                    <a:pt x="2035765" y="3042019"/>
                  </a:lnTo>
                  <a:lnTo>
                    <a:pt x="2055477" y="3037140"/>
                  </a:lnTo>
                  <a:close/>
                  <a:moveTo>
                    <a:pt x="2012251" y="2902844"/>
                  </a:moveTo>
                  <a:lnTo>
                    <a:pt x="2015069" y="2959804"/>
                  </a:lnTo>
                  <a:lnTo>
                    <a:pt x="2035112" y="2953603"/>
                  </a:lnTo>
                  <a:close/>
                  <a:moveTo>
                    <a:pt x="2035112" y="2953603"/>
                  </a:moveTo>
                  <a:lnTo>
                    <a:pt x="2133779" y="2863358"/>
                  </a:lnTo>
                  <a:lnTo>
                    <a:pt x="2027802" y="2877589"/>
                  </a:lnTo>
                  <a:close/>
                  <a:moveTo>
                    <a:pt x="2027802" y="2877589"/>
                  </a:moveTo>
                  <a:lnTo>
                    <a:pt x="2133779" y="2863358"/>
                  </a:lnTo>
                  <a:lnTo>
                    <a:pt x="2103505" y="2839152"/>
                  </a:lnTo>
                  <a:close/>
                  <a:moveTo>
                    <a:pt x="2027802" y="2877589"/>
                  </a:moveTo>
                  <a:lnTo>
                    <a:pt x="2012251" y="2902844"/>
                  </a:lnTo>
                  <a:lnTo>
                    <a:pt x="2035112" y="2953603"/>
                  </a:lnTo>
                  <a:close/>
                  <a:moveTo>
                    <a:pt x="2120120" y="2812289"/>
                  </a:moveTo>
                  <a:lnTo>
                    <a:pt x="2027802" y="2877589"/>
                  </a:lnTo>
                  <a:lnTo>
                    <a:pt x="2103505" y="2839152"/>
                  </a:lnTo>
                  <a:close/>
                  <a:moveTo>
                    <a:pt x="2120120" y="2812289"/>
                  </a:moveTo>
                  <a:lnTo>
                    <a:pt x="2076943" y="2866060"/>
                  </a:lnTo>
                  <a:lnTo>
                    <a:pt x="2027802" y="2877589"/>
                  </a:lnTo>
                  <a:close/>
                  <a:moveTo>
                    <a:pt x="942462" y="1359280"/>
                  </a:moveTo>
                  <a:lnTo>
                    <a:pt x="932688" y="1277065"/>
                  </a:lnTo>
                  <a:lnTo>
                    <a:pt x="886986" y="1379337"/>
                  </a:lnTo>
                  <a:close/>
                  <a:moveTo>
                    <a:pt x="469474" y="875846"/>
                  </a:moveTo>
                  <a:lnTo>
                    <a:pt x="388142" y="881375"/>
                  </a:lnTo>
                  <a:lnTo>
                    <a:pt x="485332" y="879953"/>
                  </a:lnTo>
                  <a:close/>
                  <a:moveTo>
                    <a:pt x="494484" y="865990"/>
                  </a:moveTo>
                  <a:lnTo>
                    <a:pt x="460246" y="783774"/>
                  </a:lnTo>
                  <a:lnTo>
                    <a:pt x="469474" y="875846"/>
                  </a:lnTo>
                  <a:close/>
                  <a:moveTo>
                    <a:pt x="460246" y="783774"/>
                  </a:moveTo>
                  <a:lnTo>
                    <a:pt x="457785" y="785257"/>
                  </a:lnTo>
                  <a:lnTo>
                    <a:pt x="469474" y="875846"/>
                  </a:lnTo>
                  <a:close/>
                  <a:moveTo>
                    <a:pt x="469474" y="875846"/>
                  </a:moveTo>
                  <a:lnTo>
                    <a:pt x="485332" y="879953"/>
                  </a:lnTo>
                  <a:lnTo>
                    <a:pt x="494484" y="865990"/>
                  </a:lnTo>
                  <a:close/>
                  <a:moveTo>
                    <a:pt x="414812" y="701560"/>
                  </a:moveTo>
                  <a:lnTo>
                    <a:pt x="457785" y="785257"/>
                  </a:lnTo>
                  <a:lnTo>
                    <a:pt x="458776" y="780667"/>
                  </a:lnTo>
                  <a:close/>
                  <a:moveTo>
                    <a:pt x="376089" y="822211"/>
                  </a:moveTo>
                  <a:lnTo>
                    <a:pt x="457785" y="785257"/>
                  </a:lnTo>
                  <a:lnTo>
                    <a:pt x="414812" y="701560"/>
                  </a:lnTo>
                  <a:close/>
                  <a:moveTo>
                    <a:pt x="457785" y="785257"/>
                  </a:moveTo>
                  <a:lnTo>
                    <a:pt x="460246" y="783774"/>
                  </a:lnTo>
                  <a:lnTo>
                    <a:pt x="458776" y="780667"/>
                  </a:lnTo>
                  <a:close/>
                  <a:moveTo>
                    <a:pt x="2103505" y="2839152"/>
                  </a:moveTo>
                  <a:lnTo>
                    <a:pt x="2133779" y="2863358"/>
                  </a:lnTo>
                  <a:lnTo>
                    <a:pt x="2135376" y="2832590"/>
                  </a:lnTo>
                  <a:close/>
                  <a:moveTo>
                    <a:pt x="2120120" y="2812289"/>
                  </a:moveTo>
                  <a:lnTo>
                    <a:pt x="2103505" y="2839152"/>
                  </a:lnTo>
                  <a:lnTo>
                    <a:pt x="2135376" y="2832590"/>
                  </a:lnTo>
                  <a:close/>
                  <a:moveTo>
                    <a:pt x="1815116" y="2410720"/>
                  </a:moveTo>
                  <a:lnTo>
                    <a:pt x="1777272" y="2345862"/>
                  </a:lnTo>
                  <a:lnTo>
                    <a:pt x="1774461" y="2355899"/>
                  </a:lnTo>
                  <a:close/>
                  <a:moveTo>
                    <a:pt x="1873954" y="2323385"/>
                  </a:moveTo>
                  <a:lnTo>
                    <a:pt x="1777272" y="2345862"/>
                  </a:lnTo>
                  <a:lnTo>
                    <a:pt x="1815116" y="2410720"/>
                  </a:lnTo>
                  <a:close/>
                  <a:moveTo>
                    <a:pt x="1583087" y="2099216"/>
                  </a:moveTo>
                  <a:lnTo>
                    <a:pt x="1696304" y="2127140"/>
                  </a:lnTo>
                  <a:lnTo>
                    <a:pt x="1662052" y="2074197"/>
                  </a:lnTo>
                  <a:close/>
                  <a:moveTo>
                    <a:pt x="1693705" y="2142995"/>
                  </a:moveTo>
                  <a:lnTo>
                    <a:pt x="1696304" y="2127140"/>
                  </a:lnTo>
                  <a:lnTo>
                    <a:pt x="1583087" y="2099216"/>
                  </a:lnTo>
                  <a:close/>
                  <a:moveTo>
                    <a:pt x="1601457" y="2181432"/>
                  </a:moveTo>
                  <a:lnTo>
                    <a:pt x="1693705" y="2142995"/>
                  </a:lnTo>
                  <a:lnTo>
                    <a:pt x="1583087" y="2099216"/>
                  </a:lnTo>
                  <a:close/>
                  <a:moveTo>
                    <a:pt x="1662052" y="2074197"/>
                  </a:moveTo>
                  <a:lnTo>
                    <a:pt x="1696304" y="2127140"/>
                  </a:lnTo>
                  <a:lnTo>
                    <a:pt x="1753339" y="2061727"/>
                  </a:lnTo>
                  <a:close/>
                  <a:moveTo>
                    <a:pt x="942462" y="1359280"/>
                  </a:moveTo>
                  <a:lnTo>
                    <a:pt x="1044772" y="1363118"/>
                  </a:lnTo>
                  <a:lnTo>
                    <a:pt x="1013773" y="1336853"/>
                  </a:lnTo>
                  <a:close/>
                  <a:moveTo>
                    <a:pt x="932688" y="1277065"/>
                  </a:moveTo>
                  <a:lnTo>
                    <a:pt x="942462" y="1359280"/>
                  </a:lnTo>
                  <a:lnTo>
                    <a:pt x="1013773" y="1336853"/>
                  </a:lnTo>
                  <a:close/>
                  <a:moveTo>
                    <a:pt x="1097782" y="1329148"/>
                  </a:moveTo>
                  <a:lnTo>
                    <a:pt x="973980" y="1269113"/>
                  </a:lnTo>
                  <a:lnTo>
                    <a:pt x="1013773" y="1336853"/>
                  </a:lnTo>
                  <a:close/>
                  <a:moveTo>
                    <a:pt x="460246" y="783774"/>
                  </a:moveTo>
                  <a:lnTo>
                    <a:pt x="494484" y="865990"/>
                  </a:lnTo>
                  <a:lnTo>
                    <a:pt x="566013" y="827554"/>
                  </a:lnTo>
                  <a:close/>
                  <a:moveTo>
                    <a:pt x="460246" y="783774"/>
                  </a:moveTo>
                  <a:lnTo>
                    <a:pt x="566013" y="827554"/>
                  </a:lnTo>
                  <a:lnTo>
                    <a:pt x="513623" y="745338"/>
                  </a:lnTo>
                  <a:close/>
                  <a:moveTo>
                    <a:pt x="472326" y="673342"/>
                  </a:moveTo>
                  <a:lnTo>
                    <a:pt x="458776" y="780667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58776" y="780667"/>
                  </a:lnTo>
                  <a:lnTo>
                    <a:pt x="460246" y="783774"/>
                  </a:lnTo>
                  <a:close/>
                  <a:moveTo>
                    <a:pt x="491266" y="663123"/>
                  </a:moveTo>
                  <a:lnTo>
                    <a:pt x="460246" y="783774"/>
                  </a:lnTo>
                  <a:lnTo>
                    <a:pt x="513623" y="745338"/>
                  </a:lnTo>
                  <a:close/>
                  <a:moveTo>
                    <a:pt x="414812" y="701560"/>
                  </a:moveTo>
                  <a:lnTo>
                    <a:pt x="458776" y="780667"/>
                  </a:lnTo>
                  <a:lnTo>
                    <a:pt x="472326" y="673342"/>
                  </a:lnTo>
                  <a:close/>
                  <a:moveTo>
                    <a:pt x="427201" y="662611"/>
                  </a:moveTo>
                  <a:lnTo>
                    <a:pt x="414812" y="701560"/>
                  </a:lnTo>
                  <a:lnTo>
                    <a:pt x="472326" y="673342"/>
                  </a:lnTo>
                  <a:close/>
                  <a:moveTo>
                    <a:pt x="538341" y="584285"/>
                  </a:moveTo>
                  <a:lnTo>
                    <a:pt x="427201" y="662611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27201" y="662611"/>
                  </a:lnTo>
                  <a:lnTo>
                    <a:pt x="472326" y="673342"/>
                  </a:lnTo>
                  <a:close/>
                  <a:moveTo>
                    <a:pt x="2218831" y="2687492"/>
                  </a:moveTo>
                  <a:lnTo>
                    <a:pt x="2196324" y="2743541"/>
                  </a:lnTo>
                  <a:lnTo>
                    <a:pt x="2208030" y="2718501"/>
                  </a:lnTo>
                  <a:close/>
                  <a:moveTo>
                    <a:pt x="2208030" y="2718501"/>
                  </a:moveTo>
                  <a:lnTo>
                    <a:pt x="2242800" y="2777109"/>
                  </a:lnTo>
                  <a:lnTo>
                    <a:pt x="2243111" y="2705504"/>
                  </a:lnTo>
                  <a:close/>
                  <a:moveTo>
                    <a:pt x="2218831" y="2687492"/>
                  </a:moveTo>
                  <a:lnTo>
                    <a:pt x="2208030" y="2718501"/>
                  </a:lnTo>
                  <a:lnTo>
                    <a:pt x="2243111" y="2705504"/>
                  </a:lnTo>
                  <a:close/>
                  <a:moveTo>
                    <a:pt x="2335790" y="2690750"/>
                  </a:moveTo>
                  <a:lnTo>
                    <a:pt x="2243111" y="2705504"/>
                  </a:lnTo>
                  <a:lnTo>
                    <a:pt x="2242800" y="2777109"/>
                  </a:lnTo>
                  <a:close/>
                  <a:moveTo>
                    <a:pt x="2243111" y="2705504"/>
                  </a:moveTo>
                  <a:lnTo>
                    <a:pt x="2292605" y="2684664"/>
                  </a:lnTo>
                  <a:lnTo>
                    <a:pt x="2218831" y="2687492"/>
                  </a:lnTo>
                  <a:close/>
                  <a:moveTo>
                    <a:pt x="2243111" y="2705504"/>
                  </a:moveTo>
                  <a:lnTo>
                    <a:pt x="2335790" y="2690750"/>
                  </a:lnTo>
                  <a:lnTo>
                    <a:pt x="2292605" y="2684664"/>
                  </a:lnTo>
                  <a:close/>
                  <a:moveTo>
                    <a:pt x="1693705" y="2142995"/>
                  </a:moveTo>
                  <a:lnTo>
                    <a:pt x="1705347" y="2160950"/>
                  </a:lnTo>
                  <a:lnTo>
                    <a:pt x="1706584" y="2138086"/>
                  </a:lnTo>
                  <a:close/>
                  <a:moveTo>
                    <a:pt x="1696304" y="2127140"/>
                  </a:moveTo>
                  <a:lnTo>
                    <a:pt x="1693705" y="2142995"/>
                  </a:lnTo>
                  <a:lnTo>
                    <a:pt x="1706584" y="2138086"/>
                  </a:lnTo>
                  <a:close/>
                  <a:moveTo>
                    <a:pt x="1705347" y="2160950"/>
                  </a:moveTo>
                  <a:lnTo>
                    <a:pt x="1795567" y="2104559"/>
                  </a:lnTo>
                  <a:lnTo>
                    <a:pt x="1706584" y="2138086"/>
                  </a:lnTo>
                  <a:close/>
                  <a:moveTo>
                    <a:pt x="1833182" y="2145044"/>
                  </a:moveTo>
                  <a:lnTo>
                    <a:pt x="1795567" y="2104559"/>
                  </a:lnTo>
                  <a:lnTo>
                    <a:pt x="1705347" y="2160950"/>
                  </a:lnTo>
                  <a:close/>
                  <a:moveTo>
                    <a:pt x="1810734" y="2061114"/>
                  </a:moveTo>
                  <a:lnTo>
                    <a:pt x="1706584" y="2138086"/>
                  </a:lnTo>
                  <a:lnTo>
                    <a:pt x="1795567" y="2104559"/>
                  </a:lnTo>
                  <a:close/>
                  <a:moveTo>
                    <a:pt x="1696304" y="2127140"/>
                  </a:moveTo>
                  <a:lnTo>
                    <a:pt x="1706584" y="2138086"/>
                  </a:lnTo>
                  <a:lnTo>
                    <a:pt x="1810734" y="2061114"/>
                  </a:lnTo>
                  <a:close/>
                  <a:moveTo>
                    <a:pt x="1753339" y="2061727"/>
                  </a:moveTo>
                  <a:lnTo>
                    <a:pt x="1696304" y="2127140"/>
                  </a:lnTo>
                  <a:lnTo>
                    <a:pt x="1810734" y="2061114"/>
                  </a:lnTo>
                  <a:close/>
                  <a:moveTo>
                    <a:pt x="1398101" y="1731920"/>
                  </a:moveTo>
                  <a:lnTo>
                    <a:pt x="1473514" y="1705922"/>
                  </a:lnTo>
                  <a:lnTo>
                    <a:pt x="1421899" y="1658501"/>
                  </a:lnTo>
                  <a:close/>
                  <a:moveTo>
                    <a:pt x="595599" y="583161"/>
                  </a:moveTo>
                  <a:lnTo>
                    <a:pt x="491266" y="663123"/>
                  </a:lnTo>
                  <a:lnTo>
                    <a:pt x="571142" y="624687"/>
                  </a:lnTo>
                  <a:close/>
                  <a:moveTo>
                    <a:pt x="595599" y="583161"/>
                  </a:moveTo>
                  <a:lnTo>
                    <a:pt x="538341" y="584285"/>
                  </a:lnTo>
                  <a:lnTo>
                    <a:pt x="491266" y="663123"/>
                  </a:lnTo>
                  <a:close/>
                  <a:moveTo>
                    <a:pt x="2415300" y="2477198"/>
                  </a:moveTo>
                  <a:lnTo>
                    <a:pt x="2437751" y="2568357"/>
                  </a:lnTo>
                  <a:lnTo>
                    <a:pt x="2447990" y="2556563"/>
                  </a:lnTo>
                  <a:close/>
                  <a:moveTo>
                    <a:pt x="2437751" y="2568357"/>
                  </a:moveTo>
                  <a:lnTo>
                    <a:pt x="2449256" y="2559413"/>
                  </a:lnTo>
                  <a:lnTo>
                    <a:pt x="2447990" y="2556563"/>
                  </a:lnTo>
                  <a:close/>
                  <a:moveTo>
                    <a:pt x="664020" y="560319"/>
                  </a:moveTo>
                  <a:lnTo>
                    <a:pt x="595599" y="583161"/>
                  </a:lnTo>
                  <a:lnTo>
                    <a:pt x="715640" y="538115"/>
                  </a:lnTo>
                  <a:close/>
                  <a:moveTo>
                    <a:pt x="715640" y="538115"/>
                  </a:moveTo>
                  <a:lnTo>
                    <a:pt x="727804" y="504036"/>
                  </a:lnTo>
                  <a:lnTo>
                    <a:pt x="697039" y="542472"/>
                  </a:lnTo>
                  <a:close/>
                  <a:moveTo>
                    <a:pt x="2415300" y="2477198"/>
                  </a:moveTo>
                  <a:lnTo>
                    <a:pt x="2447990" y="2556563"/>
                  </a:lnTo>
                  <a:lnTo>
                    <a:pt x="2434657" y="2470781"/>
                  </a:lnTo>
                  <a:close/>
                  <a:moveTo>
                    <a:pt x="819731" y="433433"/>
                  </a:moveTo>
                  <a:lnTo>
                    <a:pt x="727804" y="504036"/>
                  </a:lnTo>
                  <a:lnTo>
                    <a:pt x="794963" y="465599"/>
                  </a:lnTo>
                  <a:close/>
                  <a:moveTo>
                    <a:pt x="819731" y="433433"/>
                  </a:moveTo>
                  <a:lnTo>
                    <a:pt x="767941" y="455003"/>
                  </a:lnTo>
                  <a:lnTo>
                    <a:pt x="727804" y="504036"/>
                  </a:lnTo>
                  <a:close/>
                  <a:moveTo>
                    <a:pt x="1554966" y="1099741"/>
                  </a:moveTo>
                  <a:lnTo>
                    <a:pt x="1506134" y="1123320"/>
                  </a:lnTo>
                  <a:lnTo>
                    <a:pt x="1577968" y="1102549"/>
                  </a:lnTo>
                  <a:close/>
                  <a:moveTo>
                    <a:pt x="1577968" y="1102549"/>
                  </a:moveTo>
                  <a:lnTo>
                    <a:pt x="1506134" y="1123320"/>
                  </a:lnTo>
                  <a:lnTo>
                    <a:pt x="1467719" y="1184208"/>
                  </a:lnTo>
                  <a:close/>
                  <a:moveTo>
                    <a:pt x="1577968" y="1102549"/>
                  </a:moveTo>
                  <a:lnTo>
                    <a:pt x="1467719" y="1184208"/>
                  </a:lnTo>
                  <a:lnTo>
                    <a:pt x="1513679" y="1140840"/>
                  </a:lnTo>
                  <a:close/>
                  <a:moveTo>
                    <a:pt x="1554966" y="1099741"/>
                  </a:moveTo>
                  <a:lnTo>
                    <a:pt x="1577968" y="1102549"/>
                  </a:lnTo>
                  <a:lnTo>
                    <a:pt x="1587500" y="1084884"/>
                  </a:lnTo>
                  <a:close/>
                  <a:moveTo>
                    <a:pt x="1811438" y="772533"/>
                  </a:moveTo>
                  <a:lnTo>
                    <a:pt x="1849807" y="722928"/>
                  </a:lnTo>
                  <a:lnTo>
                    <a:pt x="1775487" y="761365"/>
                  </a:lnTo>
                  <a:close/>
                  <a:moveTo>
                    <a:pt x="1354138" y="229637"/>
                  </a:moveTo>
                  <a:lnTo>
                    <a:pt x="1336167" y="325408"/>
                  </a:lnTo>
                  <a:lnTo>
                    <a:pt x="1376222" y="259966"/>
                  </a:lnTo>
                  <a:close/>
                  <a:moveTo>
                    <a:pt x="1354138" y="229637"/>
                  </a:moveTo>
                  <a:lnTo>
                    <a:pt x="1285723" y="268074"/>
                  </a:lnTo>
                  <a:lnTo>
                    <a:pt x="1336167" y="325408"/>
                  </a:lnTo>
                  <a:close/>
                  <a:moveTo>
                    <a:pt x="1349261" y="159162"/>
                  </a:moveTo>
                  <a:lnTo>
                    <a:pt x="1285723" y="268074"/>
                  </a:lnTo>
                  <a:lnTo>
                    <a:pt x="1354138" y="229637"/>
                  </a:lnTo>
                  <a:close/>
                  <a:moveTo>
                    <a:pt x="1349261" y="159162"/>
                  </a:moveTo>
                  <a:lnTo>
                    <a:pt x="1302706" y="200303"/>
                  </a:lnTo>
                  <a:lnTo>
                    <a:pt x="1285723" y="268074"/>
                  </a:lnTo>
                  <a:close/>
                  <a:moveTo>
                    <a:pt x="1349261" y="159162"/>
                  </a:moveTo>
                  <a:lnTo>
                    <a:pt x="1347705" y="147423"/>
                  </a:lnTo>
                  <a:lnTo>
                    <a:pt x="1306115" y="185859"/>
                  </a:lnTo>
                  <a:close/>
                  <a:moveTo>
                    <a:pt x="1833811" y="794045"/>
                  </a:moveTo>
                  <a:lnTo>
                    <a:pt x="1849807" y="722928"/>
                  </a:lnTo>
                  <a:lnTo>
                    <a:pt x="1811438" y="772533"/>
                  </a:lnTo>
                  <a:close/>
                  <a:moveTo>
                    <a:pt x="1886234" y="711926"/>
                  </a:moveTo>
                  <a:lnTo>
                    <a:pt x="1849807" y="722928"/>
                  </a:lnTo>
                  <a:lnTo>
                    <a:pt x="1833811" y="794045"/>
                  </a:lnTo>
                  <a:close/>
                  <a:moveTo>
                    <a:pt x="1934156" y="773059"/>
                  </a:moveTo>
                  <a:lnTo>
                    <a:pt x="1886234" y="711926"/>
                  </a:lnTo>
                  <a:lnTo>
                    <a:pt x="1833811" y="794045"/>
                  </a:lnTo>
                  <a:close/>
                  <a:moveTo>
                    <a:pt x="1960766" y="766707"/>
                  </a:moveTo>
                  <a:lnTo>
                    <a:pt x="1956394" y="684492"/>
                  </a:lnTo>
                  <a:lnTo>
                    <a:pt x="1934156" y="773059"/>
                  </a:lnTo>
                  <a:close/>
                  <a:moveTo>
                    <a:pt x="1956394" y="684492"/>
                  </a:moveTo>
                  <a:lnTo>
                    <a:pt x="1886234" y="711926"/>
                  </a:lnTo>
                  <a:lnTo>
                    <a:pt x="1934156" y="773059"/>
                  </a:lnTo>
                  <a:close/>
                  <a:moveTo>
                    <a:pt x="1866903" y="701252"/>
                  </a:moveTo>
                  <a:lnTo>
                    <a:pt x="1849807" y="722928"/>
                  </a:lnTo>
                  <a:lnTo>
                    <a:pt x="1886234" y="711926"/>
                  </a:lnTo>
                  <a:close/>
                  <a:moveTo>
                    <a:pt x="1979474" y="628270"/>
                  </a:moveTo>
                  <a:lnTo>
                    <a:pt x="1886234" y="711926"/>
                  </a:lnTo>
                  <a:lnTo>
                    <a:pt x="1956394" y="684492"/>
                  </a:lnTo>
                  <a:close/>
                  <a:moveTo>
                    <a:pt x="1684637" y="394068"/>
                  </a:moveTo>
                  <a:lnTo>
                    <a:pt x="1711302" y="437846"/>
                  </a:lnTo>
                  <a:lnTo>
                    <a:pt x="1732697" y="355632"/>
                  </a:lnTo>
                  <a:close/>
                  <a:moveTo>
                    <a:pt x="1354138" y="229637"/>
                  </a:moveTo>
                  <a:lnTo>
                    <a:pt x="1376222" y="259966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54138" y="229637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81623" y="218652"/>
                  </a:lnTo>
                  <a:lnTo>
                    <a:pt x="1347705" y="147423"/>
                  </a:lnTo>
                  <a:close/>
                  <a:moveTo>
                    <a:pt x="1347705" y="147423"/>
                  </a:moveTo>
                  <a:lnTo>
                    <a:pt x="1381623" y="218652"/>
                  </a:lnTo>
                  <a:lnTo>
                    <a:pt x="1445360" y="191201"/>
                  </a:lnTo>
                  <a:close/>
                  <a:moveTo>
                    <a:pt x="1347705" y="147423"/>
                  </a:moveTo>
                  <a:lnTo>
                    <a:pt x="1445360" y="191201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347705" y="147423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400093" y="70555"/>
                  </a:lnTo>
                  <a:lnTo>
                    <a:pt x="1347705" y="147423"/>
                  </a:lnTo>
                  <a:close/>
                  <a:moveTo>
                    <a:pt x="1956394" y="684492"/>
                  </a:moveTo>
                  <a:lnTo>
                    <a:pt x="1960766" y="766707"/>
                  </a:lnTo>
                  <a:lnTo>
                    <a:pt x="2033287" y="728271"/>
                  </a:lnTo>
                  <a:close/>
                  <a:moveTo>
                    <a:pt x="1956394" y="684492"/>
                  </a:moveTo>
                  <a:lnTo>
                    <a:pt x="2033287" y="728271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56394" y="684492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79474" y="628270"/>
                  </a:lnTo>
                  <a:lnTo>
                    <a:pt x="1956394" y="684492"/>
                  </a:lnTo>
                  <a:close/>
                  <a:moveTo>
                    <a:pt x="1979474" y="628270"/>
                  </a:moveTo>
                  <a:lnTo>
                    <a:pt x="2034140" y="617458"/>
                  </a:lnTo>
                  <a:lnTo>
                    <a:pt x="1998134" y="602277"/>
                  </a:lnTo>
                  <a:close/>
                  <a:moveTo>
                    <a:pt x="1732697" y="355632"/>
                  </a:moveTo>
                  <a:lnTo>
                    <a:pt x="1808557" y="331359"/>
                  </a:lnTo>
                  <a:lnTo>
                    <a:pt x="1794499" y="325544"/>
                  </a:lnTo>
                  <a:close/>
                  <a:moveTo>
                    <a:pt x="1783749" y="399410"/>
                  </a:moveTo>
                  <a:lnTo>
                    <a:pt x="1808557" y="331359"/>
                  </a:lnTo>
                  <a:lnTo>
                    <a:pt x="1732697" y="355632"/>
                  </a:lnTo>
                  <a:close/>
                  <a:moveTo>
                    <a:pt x="1711302" y="437846"/>
                  </a:moveTo>
                  <a:lnTo>
                    <a:pt x="1783749" y="399410"/>
                  </a:lnTo>
                  <a:lnTo>
                    <a:pt x="1732697" y="355632"/>
                  </a:lnTo>
                  <a:close/>
                  <a:moveTo>
                    <a:pt x="1794499" y="325544"/>
                  </a:moveTo>
                  <a:lnTo>
                    <a:pt x="1737262" y="279998"/>
                  </a:lnTo>
                  <a:lnTo>
                    <a:pt x="1732697" y="355632"/>
                  </a:lnTo>
                  <a:close/>
                  <a:moveTo>
                    <a:pt x="1737262" y="279998"/>
                  </a:moveTo>
                  <a:lnTo>
                    <a:pt x="1794499" y="325544"/>
                  </a:lnTo>
                  <a:lnTo>
                    <a:pt x="1815022" y="317195"/>
                  </a:lnTo>
                  <a:close/>
                  <a:moveTo>
                    <a:pt x="1794499" y="325544"/>
                  </a:moveTo>
                  <a:lnTo>
                    <a:pt x="1808557" y="331359"/>
                  </a:lnTo>
                  <a:lnTo>
                    <a:pt x="1815022" y="317195"/>
                  </a:lnTo>
                  <a:close/>
                  <a:moveTo>
                    <a:pt x="1453404" y="54676"/>
                  </a:moveTo>
                  <a:lnTo>
                    <a:pt x="1425047" y="108986"/>
                  </a:lnTo>
                  <a:lnTo>
                    <a:pt x="1497351" y="85068"/>
                  </a:lnTo>
                  <a:close/>
                  <a:moveTo>
                    <a:pt x="1498596" y="26770"/>
                  </a:moveTo>
                  <a:lnTo>
                    <a:pt x="1453404" y="54676"/>
                  </a:lnTo>
                  <a:lnTo>
                    <a:pt x="1574207" y="12477"/>
                  </a:lnTo>
                  <a:close/>
                  <a:moveTo>
                    <a:pt x="1574207" y="12477"/>
                  </a:moveTo>
                  <a:lnTo>
                    <a:pt x="1453404" y="54676"/>
                  </a:lnTo>
                  <a:lnTo>
                    <a:pt x="1539676" y="70549"/>
                  </a:lnTo>
                  <a:close/>
                  <a:moveTo>
                    <a:pt x="1539676" y="70549"/>
                  </a:moveTo>
                  <a:lnTo>
                    <a:pt x="1453404" y="54676"/>
                  </a:lnTo>
                  <a:lnTo>
                    <a:pt x="1497351" y="85068"/>
                  </a:lnTo>
                  <a:close/>
                  <a:moveTo>
                    <a:pt x="1808557" y="331359"/>
                  </a:moveTo>
                  <a:lnTo>
                    <a:pt x="1867909" y="338060"/>
                  </a:lnTo>
                  <a:lnTo>
                    <a:pt x="1815022" y="317195"/>
                  </a:lnTo>
                  <a:close/>
                  <a:moveTo>
                    <a:pt x="1815022" y="317195"/>
                  </a:moveTo>
                  <a:lnTo>
                    <a:pt x="1901435" y="278758"/>
                  </a:lnTo>
                  <a:lnTo>
                    <a:pt x="1800306" y="300507"/>
                  </a:lnTo>
                  <a:close/>
                  <a:moveTo>
                    <a:pt x="1574207" y="12477"/>
                  </a:moveTo>
                  <a:lnTo>
                    <a:pt x="1539676" y="70549"/>
                  </a:lnTo>
                  <a:lnTo>
                    <a:pt x="1625891" y="41159"/>
                  </a:lnTo>
                  <a:close/>
                  <a:moveTo>
                    <a:pt x="1574207" y="12477"/>
                  </a:moveTo>
                  <a:lnTo>
                    <a:pt x="1625891" y="41159"/>
                  </a:lnTo>
                  <a:lnTo>
                    <a:pt x="1702959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05" name="Candidate_density__2104">
              <a:extLst>
                <a:ext uri="{FF2B5EF4-FFF2-40B4-BE49-F238E27FC236}">
                  <a16:creationId xmlns:a16="http://schemas.microsoft.com/office/drawing/2014/main" id="{F07D7213-DE7D-0141-7E56-51E934CE759A}"/>
                </a:ext>
              </a:extLst>
            </p:cNvPr>
            <p:cNvSpPr>
              <a:spLocks noGrp="1"/>
            </p:cNvSpPr>
            <p:nvPr/>
          </p:nvSpPr>
          <p:spPr>
            <a:xfrm>
              <a:off x="3816695" y="1621071"/>
              <a:ext cx="2347125" cy="2418373"/>
            </a:xfrm>
            <a:custGeom>
              <a:avLst/>
              <a:gdLst/>
              <a:ahLst/>
              <a:cxnLst/>
              <a:rect l="0" t="0" r="0" b="0"/>
              <a:pathLst>
                <a:path w="2347125" h="2418373">
                  <a:moveTo>
                    <a:pt x="684496" y="2378081"/>
                  </a:moveTo>
                  <a:lnTo>
                    <a:pt x="653071" y="2352590"/>
                  </a:lnTo>
                  <a:lnTo>
                    <a:pt x="724135" y="2418373"/>
                  </a:lnTo>
                  <a:close/>
                  <a:moveTo>
                    <a:pt x="569916" y="2259509"/>
                  </a:moveTo>
                  <a:lnTo>
                    <a:pt x="647993" y="2336158"/>
                  </a:lnTo>
                  <a:lnTo>
                    <a:pt x="578815" y="2261616"/>
                  </a:lnTo>
                  <a:close/>
                  <a:moveTo>
                    <a:pt x="569916" y="2259509"/>
                  </a:moveTo>
                  <a:lnTo>
                    <a:pt x="653071" y="2352590"/>
                  </a:lnTo>
                  <a:lnTo>
                    <a:pt x="647993" y="2336158"/>
                  </a:lnTo>
                  <a:close/>
                  <a:moveTo>
                    <a:pt x="647993" y="2336158"/>
                  </a:moveTo>
                  <a:lnTo>
                    <a:pt x="653071" y="2352590"/>
                  </a:lnTo>
                  <a:lnTo>
                    <a:pt x="684496" y="2378081"/>
                  </a:lnTo>
                  <a:close/>
                  <a:moveTo>
                    <a:pt x="564190" y="2253943"/>
                  </a:moveTo>
                  <a:lnTo>
                    <a:pt x="569916" y="2259509"/>
                  </a:lnTo>
                  <a:lnTo>
                    <a:pt x="578815" y="2261616"/>
                  </a:lnTo>
                  <a:close/>
                  <a:moveTo>
                    <a:pt x="684496" y="2378081"/>
                  </a:moveTo>
                  <a:lnTo>
                    <a:pt x="792401" y="2400001"/>
                  </a:lnTo>
                  <a:lnTo>
                    <a:pt x="802711" y="2326211"/>
                  </a:lnTo>
                  <a:close/>
                  <a:moveTo>
                    <a:pt x="792401" y="2400001"/>
                  </a:moveTo>
                  <a:lnTo>
                    <a:pt x="864458" y="2402012"/>
                  </a:lnTo>
                  <a:lnTo>
                    <a:pt x="802711" y="2326211"/>
                  </a:lnTo>
                  <a:close/>
                  <a:moveTo>
                    <a:pt x="665867" y="2297722"/>
                  </a:moveTo>
                  <a:lnTo>
                    <a:pt x="684496" y="2378081"/>
                  </a:lnTo>
                  <a:lnTo>
                    <a:pt x="734592" y="2350179"/>
                  </a:lnTo>
                  <a:close/>
                  <a:moveTo>
                    <a:pt x="665867" y="2297722"/>
                  </a:moveTo>
                  <a:lnTo>
                    <a:pt x="647993" y="2336158"/>
                  </a:lnTo>
                  <a:lnTo>
                    <a:pt x="684496" y="2378081"/>
                  </a:lnTo>
                  <a:close/>
                  <a:moveTo>
                    <a:pt x="595718" y="2238533"/>
                  </a:moveTo>
                  <a:lnTo>
                    <a:pt x="578815" y="2261616"/>
                  </a:lnTo>
                  <a:lnTo>
                    <a:pt x="635333" y="2215506"/>
                  </a:lnTo>
                  <a:close/>
                  <a:moveTo>
                    <a:pt x="635333" y="2215506"/>
                  </a:moveTo>
                  <a:lnTo>
                    <a:pt x="578815" y="2261616"/>
                  </a:lnTo>
                  <a:lnTo>
                    <a:pt x="647993" y="2336158"/>
                  </a:lnTo>
                  <a:close/>
                  <a:moveTo>
                    <a:pt x="635333" y="2215506"/>
                  </a:moveTo>
                  <a:lnTo>
                    <a:pt x="647993" y="2336158"/>
                  </a:lnTo>
                  <a:lnTo>
                    <a:pt x="665867" y="2297722"/>
                  </a:lnTo>
                  <a:close/>
                  <a:moveTo>
                    <a:pt x="564190" y="2253943"/>
                  </a:moveTo>
                  <a:lnTo>
                    <a:pt x="578815" y="2261616"/>
                  </a:lnTo>
                  <a:lnTo>
                    <a:pt x="595718" y="2238533"/>
                  </a:lnTo>
                  <a:close/>
                  <a:moveTo>
                    <a:pt x="495629" y="2229253"/>
                  </a:moveTo>
                  <a:lnTo>
                    <a:pt x="595718" y="2238533"/>
                  </a:lnTo>
                  <a:lnTo>
                    <a:pt x="620340" y="2201670"/>
                  </a:lnTo>
                  <a:close/>
                  <a:moveTo>
                    <a:pt x="0" y="1418959"/>
                  </a:moveTo>
                  <a:lnTo>
                    <a:pt x="31817" y="1493185"/>
                  </a:lnTo>
                  <a:lnTo>
                    <a:pt x="101250" y="1397237"/>
                  </a:lnTo>
                  <a:close/>
                  <a:moveTo>
                    <a:pt x="0" y="1418959"/>
                  </a:moveTo>
                  <a:lnTo>
                    <a:pt x="101250" y="1397237"/>
                  </a:lnTo>
                  <a:lnTo>
                    <a:pt x="21116" y="1354558"/>
                  </a:lnTo>
                  <a:close/>
                  <a:moveTo>
                    <a:pt x="105330" y="1390762"/>
                  </a:moveTo>
                  <a:lnTo>
                    <a:pt x="117016" y="1284327"/>
                  </a:lnTo>
                  <a:lnTo>
                    <a:pt x="57917" y="1276950"/>
                  </a:lnTo>
                  <a:close/>
                  <a:moveTo>
                    <a:pt x="680115" y="1930235"/>
                  </a:moveTo>
                  <a:lnTo>
                    <a:pt x="619749" y="1818627"/>
                  </a:lnTo>
                  <a:lnTo>
                    <a:pt x="618941" y="1919376"/>
                  </a:lnTo>
                  <a:close/>
                  <a:moveTo>
                    <a:pt x="684883" y="1809773"/>
                  </a:moveTo>
                  <a:lnTo>
                    <a:pt x="711737" y="1834324"/>
                  </a:lnTo>
                  <a:lnTo>
                    <a:pt x="652642" y="1791885"/>
                  </a:lnTo>
                  <a:close/>
                  <a:moveTo>
                    <a:pt x="636739" y="1504538"/>
                  </a:moveTo>
                  <a:lnTo>
                    <a:pt x="687547" y="1423732"/>
                  </a:lnTo>
                  <a:lnTo>
                    <a:pt x="624572" y="1414338"/>
                  </a:lnTo>
                  <a:close/>
                  <a:moveTo>
                    <a:pt x="687547" y="1423732"/>
                  </a:moveTo>
                  <a:lnTo>
                    <a:pt x="653131" y="1400005"/>
                  </a:lnTo>
                  <a:lnTo>
                    <a:pt x="624572" y="1414338"/>
                  </a:lnTo>
                  <a:close/>
                  <a:moveTo>
                    <a:pt x="391281" y="1082446"/>
                  </a:moveTo>
                  <a:lnTo>
                    <a:pt x="334706" y="1113616"/>
                  </a:lnTo>
                  <a:lnTo>
                    <a:pt x="422175" y="1157422"/>
                  </a:lnTo>
                  <a:close/>
                  <a:moveTo>
                    <a:pt x="422175" y="1157422"/>
                  </a:moveTo>
                  <a:lnTo>
                    <a:pt x="487144" y="1121521"/>
                  </a:lnTo>
                  <a:lnTo>
                    <a:pt x="454241" y="1091853"/>
                  </a:lnTo>
                  <a:close/>
                  <a:moveTo>
                    <a:pt x="453791" y="996820"/>
                  </a:moveTo>
                  <a:lnTo>
                    <a:pt x="431117" y="992964"/>
                  </a:lnTo>
                  <a:lnTo>
                    <a:pt x="454241" y="1091853"/>
                  </a:lnTo>
                  <a:close/>
                  <a:moveTo>
                    <a:pt x="454241" y="1091853"/>
                  </a:moveTo>
                  <a:lnTo>
                    <a:pt x="374276" y="996178"/>
                  </a:lnTo>
                  <a:lnTo>
                    <a:pt x="391281" y="1082446"/>
                  </a:lnTo>
                  <a:close/>
                  <a:moveTo>
                    <a:pt x="288489" y="936098"/>
                  </a:moveTo>
                  <a:lnTo>
                    <a:pt x="374276" y="996178"/>
                  </a:lnTo>
                  <a:lnTo>
                    <a:pt x="375637" y="983272"/>
                  </a:lnTo>
                  <a:close/>
                  <a:moveTo>
                    <a:pt x="276601" y="949186"/>
                  </a:moveTo>
                  <a:lnTo>
                    <a:pt x="374276" y="996178"/>
                  </a:lnTo>
                  <a:lnTo>
                    <a:pt x="288489" y="936098"/>
                  </a:lnTo>
                  <a:close/>
                  <a:moveTo>
                    <a:pt x="1340704" y="1956925"/>
                  </a:moveTo>
                  <a:lnTo>
                    <a:pt x="1279280" y="2046361"/>
                  </a:lnTo>
                  <a:lnTo>
                    <a:pt x="1349144" y="2050155"/>
                  </a:lnTo>
                  <a:close/>
                  <a:moveTo>
                    <a:pt x="1349144" y="2050155"/>
                  </a:moveTo>
                  <a:lnTo>
                    <a:pt x="1342842" y="2091572"/>
                  </a:lnTo>
                  <a:lnTo>
                    <a:pt x="1378847" y="2061760"/>
                  </a:lnTo>
                  <a:close/>
                  <a:moveTo>
                    <a:pt x="1114109" y="1578487"/>
                  </a:moveTo>
                  <a:lnTo>
                    <a:pt x="1059378" y="1530034"/>
                  </a:lnTo>
                  <a:lnTo>
                    <a:pt x="1106436" y="1625827"/>
                  </a:lnTo>
                  <a:close/>
                  <a:moveTo>
                    <a:pt x="1046709" y="1605148"/>
                  </a:moveTo>
                  <a:lnTo>
                    <a:pt x="1055776" y="1612248"/>
                  </a:lnTo>
                  <a:lnTo>
                    <a:pt x="1106436" y="1625827"/>
                  </a:lnTo>
                  <a:close/>
                  <a:moveTo>
                    <a:pt x="1011783" y="1542094"/>
                  </a:moveTo>
                  <a:lnTo>
                    <a:pt x="1046709" y="1605148"/>
                  </a:lnTo>
                  <a:lnTo>
                    <a:pt x="1106436" y="1625827"/>
                  </a:lnTo>
                  <a:close/>
                  <a:moveTo>
                    <a:pt x="1297344" y="1831491"/>
                  </a:moveTo>
                  <a:lnTo>
                    <a:pt x="1359153" y="1841833"/>
                  </a:lnTo>
                  <a:lnTo>
                    <a:pt x="1346275" y="1752211"/>
                  </a:lnTo>
                  <a:close/>
                  <a:moveTo>
                    <a:pt x="1297344" y="1831491"/>
                  </a:moveTo>
                  <a:lnTo>
                    <a:pt x="1346275" y="1752211"/>
                  </a:lnTo>
                  <a:lnTo>
                    <a:pt x="1274028" y="1750354"/>
                  </a:lnTo>
                  <a:close/>
                  <a:moveTo>
                    <a:pt x="955604" y="1527175"/>
                  </a:moveTo>
                  <a:lnTo>
                    <a:pt x="1046709" y="1605148"/>
                  </a:lnTo>
                  <a:lnTo>
                    <a:pt x="955821" y="1530034"/>
                  </a:lnTo>
                  <a:close/>
                  <a:moveTo>
                    <a:pt x="1052057" y="1609445"/>
                  </a:moveTo>
                  <a:lnTo>
                    <a:pt x="1046709" y="1605148"/>
                  </a:lnTo>
                  <a:lnTo>
                    <a:pt x="955604" y="1527175"/>
                  </a:lnTo>
                  <a:close/>
                  <a:moveTo>
                    <a:pt x="1052057" y="1609445"/>
                  </a:moveTo>
                  <a:lnTo>
                    <a:pt x="1055776" y="1612248"/>
                  </a:lnTo>
                  <a:lnTo>
                    <a:pt x="1046709" y="1605148"/>
                  </a:lnTo>
                  <a:close/>
                  <a:moveTo>
                    <a:pt x="803669" y="1253778"/>
                  </a:moveTo>
                  <a:lnTo>
                    <a:pt x="904924" y="1268101"/>
                  </a:lnTo>
                  <a:lnTo>
                    <a:pt x="907421" y="1162737"/>
                  </a:lnTo>
                  <a:close/>
                  <a:moveTo>
                    <a:pt x="1849350" y="2313748"/>
                  </a:moveTo>
                  <a:lnTo>
                    <a:pt x="1863794" y="2335083"/>
                  </a:lnTo>
                  <a:lnTo>
                    <a:pt x="1897776" y="2342684"/>
                  </a:lnTo>
                  <a:close/>
                  <a:moveTo>
                    <a:pt x="1849350" y="2313748"/>
                  </a:moveTo>
                  <a:lnTo>
                    <a:pt x="1897776" y="2342684"/>
                  </a:lnTo>
                  <a:lnTo>
                    <a:pt x="1927239" y="2283504"/>
                  </a:lnTo>
                  <a:close/>
                  <a:moveTo>
                    <a:pt x="967364" y="1156745"/>
                  </a:moveTo>
                  <a:lnTo>
                    <a:pt x="913176" y="1161300"/>
                  </a:lnTo>
                  <a:lnTo>
                    <a:pt x="907421" y="1162737"/>
                  </a:lnTo>
                  <a:close/>
                  <a:moveTo>
                    <a:pt x="914908" y="1162737"/>
                  </a:moveTo>
                  <a:lnTo>
                    <a:pt x="913176" y="1161300"/>
                  </a:lnTo>
                  <a:lnTo>
                    <a:pt x="1019280" y="1206516"/>
                  </a:lnTo>
                  <a:close/>
                  <a:moveTo>
                    <a:pt x="837925" y="961701"/>
                  </a:moveTo>
                  <a:lnTo>
                    <a:pt x="872891" y="1080521"/>
                  </a:lnTo>
                  <a:lnTo>
                    <a:pt x="928390" y="1011027"/>
                  </a:lnTo>
                  <a:close/>
                  <a:moveTo>
                    <a:pt x="1622207" y="1782021"/>
                  </a:moveTo>
                  <a:lnTo>
                    <a:pt x="1602742" y="1764984"/>
                  </a:lnTo>
                  <a:lnTo>
                    <a:pt x="1582092" y="1681680"/>
                  </a:lnTo>
                  <a:close/>
                  <a:moveTo>
                    <a:pt x="808103" y="685669"/>
                  </a:moveTo>
                  <a:lnTo>
                    <a:pt x="855620" y="795440"/>
                  </a:lnTo>
                  <a:lnTo>
                    <a:pt x="917893" y="756578"/>
                  </a:lnTo>
                  <a:close/>
                  <a:moveTo>
                    <a:pt x="1599858" y="1743584"/>
                  </a:moveTo>
                  <a:lnTo>
                    <a:pt x="1582092" y="1681680"/>
                  </a:lnTo>
                  <a:lnTo>
                    <a:pt x="1602742" y="1764984"/>
                  </a:lnTo>
                  <a:close/>
                  <a:moveTo>
                    <a:pt x="1667554" y="1608832"/>
                  </a:moveTo>
                  <a:lnTo>
                    <a:pt x="1695262" y="1622933"/>
                  </a:lnTo>
                  <a:lnTo>
                    <a:pt x="1719124" y="1630867"/>
                  </a:lnTo>
                  <a:close/>
                  <a:moveTo>
                    <a:pt x="1236814" y="979871"/>
                  </a:moveTo>
                  <a:lnTo>
                    <a:pt x="1251186" y="951529"/>
                  </a:lnTo>
                  <a:lnTo>
                    <a:pt x="1174237" y="942489"/>
                  </a:lnTo>
                  <a:close/>
                  <a:moveTo>
                    <a:pt x="1236814" y="979871"/>
                  </a:moveTo>
                  <a:lnTo>
                    <a:pt x="1269170" y="965212"/>
                  </a:lnTo>
                  <a:lnTo>
                    <a:pt x="1251186" y="951529"/>
                  </a:lnTo>
                  <a:close/>
                  <a:moveTo>
                    <a:pt x="981079" y="777618"/>
                  </a:moveTo>
                  <a:lnTo>
                    <a:pt x="1025523" y="730186"/>
                  </a:lnTo>
                  <a:lnTo>
                    <a:pt x="999554" y="783237"/>
                  </a:lnTo>
                  <a:close/>
                  <a:moveTo>
                    <a:pt x="2209306" y="1913357"/>
                  </a:moveTo>
                  <a:lnTo>
                    <a:pt x="2152232" y="1875928"/>
                  </a:lnTo>
                  <a:lnTo>
                    <a:pt x="2108485" y="1927568"/>
                  </a:lnTo>
                  <a:close/>
                  <a:moveTo>
                    <a:pt x="2035442" y="1933129"/>
                  </a:moveTo>
                  <a:lnTo>
                    <a:pt x="1973375" y="1845627"/>
                  </a:lnTo>
                  <a:lnTo>
                    <a:pt x="1952478" y="1869579"/>
                  </a:lnTo>
                  <a:close/>
                  <a:moveTo>
                    <a:pt x="2035442" y="1933129"/>
                  </a:moveTo>
                  <a:lnTo>
                    <a:pt x="2108485" y="1927568"/>
                  </a:lnTo>
                  <a:lnTo>
                    <a:pt x="2152232" y="1875928"/>
                  </a:lnTo>
                  <a:close/>
                  <a:moveTo>
                    <a:pt x="2075885" y="1869135"/>
                  </a:moveTo>
                  <a:lnTo>
                    <a:pt x="2035442" y="1933129"/>
                  </a:lnTo>
                  <a:lnTo>
                    <a:pt x="2152232" y="1875928"/>
                  </a:lnTo>
                  <a:close/>
                  <a:moveTo>
                    <a:pt x="1269170" y="965212"/>
                  </a:moveTo>
                  <a:lnTo>
                    <a:pt x="1335260" y="1047427"/>
                  </a:lnTo>
                  <a:lnTo>
                    <a:pt x="1395979" y="1011157"/>
                  </a:lnTo>
                  <a:close/>
                  <a:moveTo>
                    <a:pt x="1359844" y="940442"/>
                  </a:moveTo>
                  <a:lnTo>
                    <a:pt x="1395979" y="1011157"/>
                  </a:lnTo>
                  <a:lnTo>
                    <a:pt x="1406978" y="962716"/>
                  </a:lnTo>
                  <a:close/>
                  <a:moveTo>
                    <a:pt x="1406978" y="962716"/>
                  </a:moveTo>
                  <a:lnTo>
                    <a:pt x="1352206" y="846560"/>
                  </a:lnTo>
                  <a:lnTo>
                    <a:pt x="1359844" y="940442"/>
                  </a:lnTo>
                  <a:close/>
                  <a:moveTo>
                    <a:pt x="1274323" y="849285"/>
                  </a:moveTo>
                  <a:lnTo>
                    <a:pt x="1174237" y="942489"/>
                  </a:lnTo>
                  <a:lnTo>
                    <a:pt x="1251186" y="951529"/>
                  </a:lnTo>
                  <a:close/>
                  <a:moveTo>
                    <a:pt x="1228118" y="762345"/>
                  </a:moveTo>
                  <a:lnTo>
                    <a:pt x="1211501" y="803155"/>
                  </a:lnTo>
                  <a:lnTo>
                    <a:pt x="1208026" y="800782"/>
                  </a:lnTo>
                  <a:close/>
                  <a:moveTo>
                    <a:pt x="1197811" y="850896"/>
                  </a:moveTo>
                  <a:lnTo>
                    <a:pt x="1211501" y="803155"/>
                  </a:lnTo>
                  <a:lnTo>
                    <a:pt x="1228118" y="762345"/>
                  </a:lnTo>
                  <a:close/>
                  <a:moveTo>
                    <a:pt x="1274323" y="849285"/>
                  </a:moveTo>
                  <a:lnTo>
                    <a:pt x="1211501" y="803155"/>
                  </a:lnTo>
                  <a:lnTo>
                    <a:pt x="1197811" y="850896"/>
                  </a:lnTo>
                  <a:close/>
                  <a:moveTo>
                    <a:pt x="1219076" y="800782"/>
                  </a:moveTo>
                  <a:lnTo>
                    <a:pt x="1349586" y="825572"/>
                  </a:lnTo>
                  <a:lnTo>
                    <a:pt x="1277500" y="762345"/>
                  </a:lnTo>
                  <a:close/>
                  <a:moveTo>
                    <a:pt x="1219076" y="800782"/>
                  </a:moveTo>
                  <a:lnTo>
                    <a:pt x="1211501" y="803155"/>
                  </a:lnTo>
                  <a:lnTo>
                    <a:pt x="1274323" y="849285"/>
                  </a:lnTo>
                  <a:close/>
                  <a:moveTo>
                    <a:pt x="2252657" y="1900445"/>
                  </a:moveTo>
                  <a:lnTo>
                    <a:pt x="2152232" y="1875928"/>
                  </a:lnTo>
                  <a:lnTo>
                    <a:pt x="2209306" y="1913357"/>
                  </a:lnTo>
                  <a:close/>
                  <a:moveTo>
                    <a:pt x="2168939" y="1807821"/>
                  </a:moveTo>
                  <a:lnTo>
                    <a:pt x="2152232" y="1875928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168939" y="1807821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252657" y="1900445"/>
                  </a:lnTo>
                  <a:lnTo>
                    <a:pt x="2309447" y="1814774"/>
                  </a:lnTo>
                  <a:close/>
                  <a:moveTo>
                    <a:pt x="2168939" y="1807821"/>
                  </a:moveTo>
                  <a:lnTo>
                    <a:pt x="2075885" y="1869135"/>
                  </a:lnTo>
                  <a:lnTo>
                    <a:pt x="2152232" y="1875928"/>
                  </a:lnTo>
                  <a:close/>
                  <a:moveTo>
                    <a:pt x="2161411" y="1713849"/>
                  </a:moveTo>
                  <a:lnTo>
                    <a:pt x="2097331" y="1670664"/>
                  </a:lnTo>
                  <a:lnTo>
                    <a:pt x="2060129" y="1635505"/>
                  </a:lnTo>
                  <a:close/>
                  <a:moveTo>
                    <a:pt x="1990402" y="1631600"/>
                  </a:moveTo>
                  <a:lnTo>
                    <a:pt x="2060129" y="1635505"/>
                  </a:lnTo>
                  <a:lnTo>
                    <a:pt x="2010608" y="1625077"/>
                  </a:lnTo>
                  <a:close/>
                  <a:moveTo>
                    <a:pt x="1361497" y="844561"/>
                  </a:moveTo>
                  <a:lnTo>
                    <a:pt x="1465563" y="814995"/>
                  </a:lnTo>
                  <a:lnTo>
                    <a:pt x="1470818" y="784976"/>
                  </a:lnTo>
                  <a:close/>
                  <a:moveTo>
                    <a:pt x="1178419" y="666477"/>
                  </a:moveTo>
                  <a:lnTo>
                    <a:pt x="1201209" y="748042"/>
                  </a:lnTo>
                  <a:lnTo>
                    <a:pt x="1251514" y="737556"/>
                  </a:lnTo>
                  <a:close/>
                  <a:moveTo>
                    <a:pt x="1277500" y="762345"/>
                  </a:moveTo>
                  <a:lnTo>
                    <a:pt x="1349586" y="825572"/>
                  </a:lnTo>
                  <a:lnTo>
                    <a:pt x="1267381" y="754837"/>
                  </a:lnTo>
                  <a:close/>
                  <a:moveTo>
                    <a:pt x="1928902" y="1181137"/>
                  </a:moveTo>
                  <a:lnTo>
                    <a:pt x="1868853" y="1158534"/>
                  </a:lnTo>
                  <a:lnTo>
                    <a:pt x="1817719" y="1110843"/>
                  </a:lnTo>
                  <a:close/>
                  <a:moveTo>
                    <a:pt x="1807965" y="1018680"/>
                  </a:moveTo>
                  <a:lnTo>
                    <a:pt x="1817719" y="1110843"/>
                  </a:lnTo>
                  <a:lnTo>
                    <a:pt x="1872998" y="1026402"/>
                  </a:lnTo>
                  <a:close/>
                  <a:moveTo>
                    <a:pt x="2277776" y="1579746"/>
                  </a:moveTo>
                  <a:lnTo>
                    <a:pt x="2347125" y="1483866"/>
                  </a:lnTo>
                  <a:lnTo>
                    <a:pt x="2282265" y="1476005"/>
                  </a:lnTo>
                  <a:close/>
                  <a:moveTo>
                    <a:pt x="2282265" y="1476005"/>
                  </a:moveTo>
                  <a:lnTo>
                    <a:pt x="2347125" y="1483866"/>
                  </a:lnTo>
                  <a:lnTo>
                    <a:pt x="2318582" y="1406979"/>
                  </a:lnTo>
                  <a:close/>
                  <a:moveTo>
                    <a:pt x="2072425" y="1225140"/>
                  </a:moveTo>
                  <a:lnTo>
                    <a:pt x="2127673" y="1240816"/>
                  </a:lnTo>
                  <a:lnTo>
                    <a:pt x="2103774" y="1160154"/>
                  </a:lnTo>
                  <a:close/>
                  <a:moveTo>
                    <a:pt x="1984433" y="855245"/>
                  </a:moveTo>
                  <a:lnTo>
                    <a:pt x="1936834" y="874413"/>
                  </a:lnTo>
                  <a:lnTo>
                    <a:pt x="1922536" y="928844"/>
                  </a:lnTo>
                  <a:close/>
                  <a:moveTo>
                    <a:pt x="2038455" y="752296"/>
                  </a:moveTo>
                  <a:lnTo>
                    <a:pt x="2111540" y="853563"/>
                  </a:lnTo>
                  <a:lnTo>
                    <a:pt x="2112741" y="752495"/>
                  </a:lnTo>
                  <a:close/>
                  <a:moveTo>
                    <a:pt x="1813586" y="369748"/>
                  </a:moveTo>
                  <a:lnTo>
                    <a:pt x="1783045" y="338294"/>
                  </a:lnTo>
                  <a:lnTo>
                    <a:pt x="1785470" y="323518"/>
                  </a:lnTo>
                  <a:close/>
                  <a:moveTo>
                    <a:pt x="2252176" y="696157"/>
                  </a:moveTo>
                  <a:lnTo>
                    <a:pt x="2212775" y="747617"/>
                  </a:lnTo>
                  <a:lnTo>
                    <a:pt x="2259579" y="707408"/>
                  </a:lnTo>
                  <a:close/>
                  <a:moveTo>
                    <a:pt x="2252176" y="696157"/>
                  </a:moveTo>
                  <a:lnTo>
                    <a:pt x="2196225" y="734593"/>
                  </a:lnTo>
                  <a:lnTo>
                    <a:pt x="2212775" y="747617"/>
                  </a:lnTo>
                  <a:close/>
                  <a:moveTo>
                    <a:pt x="1728018" y="38436"/>
                  </a:moveTo>
                  <a:lnTo>
                    <a:pt x="1734723" y="159088"/>
                  </a:lnTo>
                  <a:lnTo>
                    <a:pt x="1800308" y="104901"/>
                  </a:lnTo>
                  <a:close/>
                  <a:moveTo>
                    <a:pt x="2252176" y="696157"/>
                  </a:moveTo>
                  <a:lnTo>
                    <a:pt x="2259579" y="707408"/>
                  </a:lnTo>
                  <a:lnTo>
                    <a:pt x="2247815" y="657720"/>
                  </a:lnTo>
                  <a:close/>
                  <a:moveTo>
                    <a:pt x="2131709" y="436798"/>
                  </a:moveTo>
                  <a:lnTo>
                    <a:pt x="2204942" y="503129"/>
                  </a:lnTo>
                  <a:lnTo>
                    <a:pt x="2249168" y="493290"/>
                  </a:lnTo>
                  <a:close/>
                  <a:moveTo>
                    <a:pt x="1817428" y="0"/>
                  </a:moveTo>
                  <a:lnTo>
                    <a:pt x="1800308" y="104901"/>
                  </a:lnTo>
                  <a:lnTo>
                    <a:pt x="1731490" y="119432"/>
                  </a:lnTo>
                  <a:close/>
                  <a:moveTo>
                    <a:pt x="2006330" y="102666"/>
                  </a:moveTo>
                  <a:lnTo>
                    <a:pt x="2072237" y="164430"/>
                  </a:lnTo>
                  <a:lnTo>
                    <a:pt x="2047964" y="1440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06" name="Candidate_density__2105">
              <a:extLst>
                <a:ext uri="{FF2B5EF4-FFF2-40B4-BE49-F238E27FC236}">
                  <a16:creationId xmlns:a16="http://schemas.microsoft.com/office/drawing/2014/main" id="{A1BA320E-8F00-BF3C-6B24-AF61E906186E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2941"/>
              <a:ext cx="2227165" cy="2323899"/>
            </a:xfrm>
            <a:custGeom>
              <a:avLst/>
              <a:gdLst/>
              <a:ahLst/>
              <a:cxnLst/>
              <a:rect l="0" t="0" r="0" b="0"/>
              <a:pathLst>
                <a:path w="2227165" h="2323899">
                  <a:moveTo>
                    <a:pt x="505386" y="2167383"/>
                  </a:moveTo>
                  <a:lnTo>
                    <a:pt x="427230" y="2153827"/>
                  </a:lnTo>
                  <a:lnTo>
                    <a:pt x="444024" y="2153165"/>
                  </a:lnTo>
                  <a:close/>
                  <a:moveTo>
                    <a:pt x="891531" y="2225973"/>
                  </a:moveTo>
                  <a:lnTo>
                    <a:pt x="843324" y="2204572"/>
                  </a:lnTo>
                  <a:lnTo>
                    <a:pt x="812469" y="2264340"/>
                  </a:lnTo>
                  <a:close/>
                  <a:moveTo>
                    <a:pt x="891531" y="2225973"/>
                  </a:moveTo>
                  <a:lnTo>
                    <a:pt x="911056" y="2139082"/>
                  </a:lnTo>
                  <a:lnTo>
                    <a:pt x="846092" y="2174850"/>
                  </a:lnTo>
                  <a:close/>
                  <a:moveTo>
                    <a:pt x="846092" y="2174850"/>
                  </a:moveTo>
                  <a:lnTo>
                    <a:pt x="799279" y="2115199"/>
                  </a:lnTo>
                  <a:lnTo>
                    <a:pt x="843324" y="2204572"/>
                  </a:lnTo>
                  <a:close/>
                  <a:moveTo>
                    <a:pt x="0" y="1331485"/>
                  </a:moveTo>
                  <a:lnTo>
                    <a:pt x="30873" y="1292687"/>
                  </a:lnTo>
                  <a:lnTo>
                    <a:pt x="67674" y="1215080"/>
                  </a:lnTo>
                  <a:close/>
                  <a:moveTo>
                    <a:pt x="1159827" y="2296674"/>
                  </a:moveTo>
                  <a:lnTo>
                    <a:pt x="1091858" y="2321211"/>
                  </a:lnTo>
                  <a:lnTo>
                    <a:pt x="1109550" y="2323899"/>
                  </a:lnTo>
                  <a:close/>
                  <a:moveTo>
                    <a:pt x="1159827" y="2296674"/>
                  </a:moveTo>
                  <a:lnTo>
                    <a:pt x="1109550" y="2323899"/>
                  </a:lnTo>
                  <a:lnTo>
                    <a:pt x="1224927" y="2261416"/>
                  </a:lnTo>
                  <a:close/>
                  <a:moveTo>
                    <a:pt x="799279" y="2115199"/>
                  </a:moveTo>
                  <a:lnTo>
                    <a:pt x="846092" y="2174850"/>
                  </a:lnTo>
                  <a:lnTo>
                    <a:pt x="859884" y="2191108"/>
                  </a:lnTo>
                  <a:close/>
                  <a:moveTo>
                    <a:pt x="1197532" y="2222446"/>
                  </a:moveTo>
                  <a:lnTo>
                    <a:pt x="1243172" y="2221963"/>
                  </a:lnTo>
                  <a:lnTo>
                    <a:pt x="1226876" y="2202757"/>
                  </a:lnTo>
                  <a:close/>
                  <a:moveTo>
                    <a:pt x="1224927" y="2261416"/>
                  </a:moveTo>
                  <a:lnTo>
                    <a:pt x="1243172" y="2221963"/>
                  </a:lnTo>
                  <a:lnTo>
                    <a:pt x="1197532" y="2222446"/>
                  </a:lnTo>
                  <a:close/>
                  <a:moveTo>
                    <a:pt x="1159827" y="2296674"/>
                  </a:moveTo>
                  <a:lnTo>
                    <a:pt x="1224927" y="2261416"/>
                  </a:lnTo>
                  <a:lnTo>
                    <a:pt x="1197532" y="2222446"/>
                  </a:lnTo>
                  <a:close/>
                  <a:moveTo>
                    <a:pt x="1243172" y="2221963"/>
                  </a:moveTo>
                  <a:lnTo>
                    <a:pt x="1250082" y="224119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43172" y="222196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61527" y="2183057"/>
                  </a:lnTo>
                  <a:lnTo>
                    <a:pt x="1204636" y="2192700"/>
                  </a:lnTo>
                  <a:close/>
                  <a:moveTo>
                    <a:pt x="1337858" y="2105485"/>
                  </a:moveTo>
                  <a:lnTo>
                    <a:pt x="1261527" y="2183057"/>
                  </a:lnTo>
                  <a:lnTo>
                    <a:pt x="1325784" y="2144645"/>
                  </a:lnTo>
                  <a:close/>
                  <a:moveTo>
                    <a:pt x="1337858" y="2105485"/>
                  </a:moveTo>
                  <a:lnTo>
                    <a:pt x="1286284" y="2086821"/>
                  </a:lnTo>
                  <a:lnTo>
                    <a:pt x="1261527" y="2183057"/>
                  </a:lnTo>
                  <a:close/>
                  <a:moveTo>
                    <a:pt x="634329" y="1352467"/>
                  </a:moveTo>
                  <a:lnTo>
                    <a:pt x="662888" y="1338135"/>
                  </a:lnTo>
                  <a:lnTo>
                    <a:pt x="693686" y="1259954"/>
                  </a:lnTo>
                  <a:close/>
                  <a:moveTo>
                    <a:pt x="271509" y="865104"/>
                  </a:moveTo>
                  <a:lnTo>
                    <a:pt x="286358" y="887315"/>
                  </a:lnTo>
                  <a:lnTo>
                    <a:pt x="298247" y="874227"/>
                  </a:lnTo>
                  <a:close/>
                  <a:moveTo>
                    <a:pt x="286358" y="887315"/>
                  </a:moveTo>
                  <a:lnTo>
                    <a:pt x="271509" y="865104"/>
                  </a:lnTo>
                  <a:lnTo>
                    <a:pt x="227752" y="800586"/>
                  </a:lnTo>
                  <a:close/>
                  <a:moveTo>
                    <a:pt x="1043130" y="1671030"/>
                  </a:moveTo>
                  <a:lnTo>
                    <a:pt x="1116193" y="1563957"/>
                  </a:lnTo>
                  <a:lnTo>
                    <a:pt x="1065533" y="1550378"/>
                  </a:lnTo>
                  <a:close/>
                  <a:moveTo>
                    <a:pt x="695988" y="1246688"/>
                  </a:moveTo>
                  <a:lnTo>
                    <a:pt x="764287" y="1223387"/>
                  </a:lnTo>
                  <a:lnTo>
                    <a:pt x="813426" y="1191907"/>
                  </a:lnTo>
                  <a:close/>
                  <a:moveTo>
                    <a:pt x="737106" y="1185217"/>
                  </a:moveTo>
                  <a:lnTo>
                    <a:pt x="695988" y="1246688"/>
                  </a:lnTo>
                  <a:lnTo>
                    <a:pt x="813426" y="1191907"/>
                  </a:lnTo>
                  <a:close/>
                  <a:moveTo>
                    <a:pt x="1368910" y="1779963"/>
                  </a:moveTo>
                  <a:lnTo>
                    <a:pt x="1361509" y="1847809"/>
                  </a:lnTo>
                  <a:lnTo>
                    <a:pt x="1391420" y="1797023"/>
                  </a:lnTo>
                  <a:close/>
                  <a:moveTo>
                    <a:pt x="893801" y="1213758"/>
                  </a:moveTo>
                  <a:lnTo>
                    <a:pt x="959450" y="1183081"/>
                  </a:lnTo>
                  <a:lnTo>
                    <a:pt x="914681" y="1206230"/>
                  </a:lnTo>
                  <a:close/>
                  <a:moveTo>
                    <a:pt x="836643" y="1063508"/>
                  </a:moveTo>
                  <a:lnTo>
                    <a:pt x="882648" y="1018651"/>
                  </a:lnTo>
                  <a:lnTo>
                    <a:pt x="845357" y="1001812"/>
                  </a:lnTo>
                  <a:close/>
                  <a:moveTo>
                    <a:pt x="1012621" y="987014"/>
                  </a:moveTo>
                  <a:lnTo>
                    <a:pt x="1022589" y="986212"/>
                  </a:lnTo>
                  <a:lnTo>
                    <a:pt x="1013538" y="980215"/>
                  </a:lnTo>
                  <a:close/>
                  <a:moveTo>
                    <a:pt x="1029284" y="980215"/>
                  </a:moveTo>
                  <a:lnTo>
                    <a:pt x="1022589" y="986212"/>
                  </a:lnTo>
                  <a:lnTo>
                    <a:pt x="1012621" y="987014"/>
                  </a:lnTo>
                  <a:close/>
                  <a:moveTo>
                    <a:pt x="1672880" y="1745596"/>
                  </a:moveTo>
                  <a:lnTo>
                    <a:pt x="1756050" y="1777901"/>
                  </a:lnTo>
                  <a:lnTo>
                    <a:pt x="1730703" y="1746586"/>
                  </a:lnTo>
                  <a:close/>
                  <a:moveTo>
                    <a:pt x="1013538" y="980215"/>
                  </a:moveTo>
                  <a:lnTo>
                    <a:pt x="1022589" y="986212"/>
                  </a:lnTo>
                  <a:lnTo>
                    <a:pt x="1035529" y="968390"/>
                  </a:lnTo>
                  <a:close/>
                  <a:moveTo>
                    <a:pt x="1035529" y="968390"/>
                  </a:moveTo>
                  <a:lnTo>
                    <a:pt x="1022589" y="986212"/>
                  </a:lnTo>
                  <a:lnTo>
                    <a:pt x="1029284" y="980215"/>
                  </a:lnTo>
                  <a:close/>
                  <a:moveTo>
                    <a:pt x="1101403" y="941778"/>
                  </a:moveTo>
                  <a:lnTo>
                    <a:pt x="1130479" y="951790"/>
                  </a:lnTo>
                  <a:lnTo>
                    <a:pt x="1146010" y="953803"/>
                  </a:lnTo>
                  <a:close/>
                  <a:moveTo>
                    <a:pt x="1085878" y="944181"/>
                  </a:moveTo>
                  <a:lnTo>
                    <a:pt x="1101403" y="941778"/>
                  </a:lnTo>
                  <a:lnTo>
                    <a:pt x="1065958" y="933161"/>
                  </a:lnTo>
                  <a:close/>
                  <a:moveTo>
                    <a:pt x="1065958" y="933161"/>
                  </a:moveTo>
                  <a:lnTo>
                    <a:pt x="1035529" y="968390"/>
                  </a:lnTo>
                  <a:lnTo>
                    <a:pt x="1085878" y="944181"/>
                  </a:lnTo>
                  <a:close/>
                  <a:moveTo>
                    <a:pt x="1221490" y="957354"/>
                  </a:moveTo>
                  <a:lnTo>
                    <a:pt x="1146010" y="953803"/>
                  </a:lnTo>
                  <a:lnTo>
                    <a:pt x="1130479" y="951790"/>
                  </a:lnTo>
                  <a:close/>
                  <a:moveTo>
                    <a:pt x="1101403" y="941778"/>
                  </a:moveTo>
                  <a:lnTo>
                    <a:pt x="1146010" y="953803"/>
                  </a:lnTo>
                  <a:lnTo>
                    <a:pt x="1162505" y="925752"/>
                  </a:lnTo>
                  <a:close/>
                  <a:moveTo>
                    <a:pt x="1246571" y="918001"/>
                  </a:moveTo>
                  <a:lnTo>
                    <a:pt x="1146010" y="953803"/>
                  </a:lnTo>
                  <a:lnTo>
                    <a:pt x="1221490" y="957354"/>
                  </a:lnTo>
                  <a:close/>
                  <a:moveTo>
                    <a:pt x="1952060" y="1801683"/>
                  </a:moveTo>
                  <a:lnTo>
                    <a:pt x="1872260" y="1781984"/>
                  </a:lnTo>
                  <a:lnTo>
                    <a:pt x="1810285" y="1763595"/>
                  </a:lnTo>
                  <a:close/>
                  <a:moveTo>
                    <a:pt x="1277138" y="692966"/>
                  </a:moveTo>
                  <a:lnTo>
                    <a:pt x="1395991" y="757025"/>
                  </a:lnTo>
                  <a:lnTo>
                    <a:pt x="1304116" y="771125"/>
                  </a:lnTo>
                  <a:close/>
                  <a:moveTo>
                    <a:pt x="2151710" y="1560426"/>
                  </a:moveTo>
                  <a:lnTo>
                    <a:pt x="2159262" y="1561566"/>
                  </a:lnTo>
                  <a:lnTo>
                    <a:pt x="2117529" y="1534901"/>
                  </a:lnTo>
                  <a:close/>
                  <a:moveTo>
                    <a:pt x="2151710" y="1560426"/>
                  </a:moveTo>
                  <a:lnTo>
                    <a:pt x="2227165" y="1563878"/>
                  </a:lnTo>
                  <a:lnTo>
                    <a:pt x="2159262" y="1561566"/>
                  </a:lnTo>
                  <a:close/>
                  <a:moveTo>
                    <a:pt x="1975324" y="1243061"/>
                  </a:moveTo>
                  <a:lnTo>
                    <a:pt x="1962505" y="1319759"/>
                  </a:lnTo>
                  <a:lnTo>
                    <a:pt x="2002236" y="1280222"/>
                  </a:lnTo>
                  <a:close/>
                  <a:moveTo>
                    <a:pt x="1827476" y="1048972"/>
                  </a:moveTo>
                  <a:lnTo>
                    <a:pt x="1854891" y="1073114"/>
                  </a:lnTo>
                  <a:lnTo>
                    <a:pt x="1882755" y="964532"/>
                  </a:lnTo>
                  <a:close/>
                  <a:moveTo>
                    <a:pt x="1692827" y="897663"/>
                  </a:moveTo>
                  <a:lnTo>
                    <a:pt x="1774551" y="891815"/>
                  </a:lnTo>
                  <a:lnTo>
                    <a:pt x="1739816" y="919849"/>
                  </a:lnTo>
                  <a:close/>
                  <a:moveTo>
                    <a:pt x="1739816" y="919849"/>
                  </a:moveTo>
                  <a:lnTo>
                    <a:pt x="1817196" y="930502"/>
                  </a:lnTo>
                  <a:lnTo>
                    <a:pt x="1851293" y="842783"/>
                  </a:lnTo>
                  <a:close/>
                  <a:moveTo>
                    <a:pt x="1817196" y="930502"/>
                  </a:moveTo>
                  <a:lnTo>
                    <a:pt x="1880071" y="886921"/>
                  </a:lnTo>
                  <a:lnTo>
                    <a:pt x="1932294" y="866973"/>
                  </a:lnTo>
                  <a:close/>
                  <a:moveTo>
                    <a:pt x="1851293" y="842783"/>
                  </a:moveTo>
                  <a:lnTo>
                    <a:pt x="1817196" y="930502"/>
                  </a:lnTo>
                  <a:lnTo>
                    <a:pt x="1932294" y="866973"/>
                  </a:lnTo>
                  <a:close/>
                  <a:moveTo>
                    <a:pt x="1932294" y="866973"/>
                  </a:moveTo>
                  <a:lnTo>
                    <a:pt x="1946591" y="812542"/>
                  </a:lnTo>
                  <a:lnTo>
                    <a:pt x="1851293" y="842783"/>
                  </a:lnTo>
                  <a:close/>
                  <a:moveTo>
                    <a:pt x="1931291" y="2415"/>
                  </a:moveTo>
                  <a:lnTo>
                    <a:pt x="1833736" y="42961"/>
                  </a:lnTo>
                  <a:lnTo>
                    <a:pt x="1810065" y="43031"/>
                  </a:lnTo>
                  <a:close/>
                  <a:moveTo>
                    <a:pt x="1978045" y="20345"/>
                  </a:moveTo>
                  <a:lnTo>
                    <a:pt x="2016087" y="40796"/>
                  </a:lnTo>
                  <a:lnTo>
                    <a:pt x="1961111" y="0"/>
                  </a:lnTo>
                  <a:close/>
                  <a:moveTo>
                    <a:pt x="1931291" y="2415"/>
                  </a:moveTo>
                  <a:lnTo>
                    <a:pt x="1978045" y="20345"/>
                  </a:lnTo>
                  <a:lnTo>
                    <a:pt x="1961111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07" name="Candidate_density__2106">
              <a:extLst>
                <a:ext uri="{FF2B5EF4-FFF2-40B4-BE49-F238E27FC236}">
                  <a16:creationId xmlns:a16="http://schemas.microsoft.com/office/drawing/2014/main" id="{C290249D-FF23-D71D-8FBE-F49F282F1770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5356"/>
              <a:ext cx="2357879" cy="2321484"/>
            </a:xfrm>
            <a:custGeom>
              <a:avLst/>
              <a:gdLst/>
              <a:ahLst/>
              <a:cxnLst/>
              <a:rect l="0" t="0" r="0" b="0"/>
              <a:pathLst>
                <a:path w="2357879" h="2321484">
                  <a:moveTo>
                    <a:pt x="523429" y="2168973"/>
                  </a:moveTo>
                  <a:lnTo>
                    <a:pt x="573947" y="2189657"/>
                  </a:lnTo>
                  <a:lnTo>
                    <a:pt x="505386" y="2164968"/>
                  </a:lnTo>
                  <a:close/>
                  <a:moveTo>
                    <a:pt x="694253" y="2313796"/>
                  </a:moveTo>
                  <a:lnTo>
                    <a:pt x="812469" y="2261926"/>
                  </a:lnTo>
                  <a:lnTo>
                    <a:pt x="744349" y="2285893"/>
                  </a:lnTo>
                  <a:close/>
                  <a:moveTo>
                    <a:pt x="573947" y="2189657"/>
                  </a:moveTo>
                  <a:lnTo>
                    <a:pt x="605475" y="2174247"/>
                  </a:lnTo>
                  <a:lnTo>
                    <a:pt x="505386" y="2164968"/>
                  </a:lnTo>
                  <a:close/>
                  <a:moveTo>
                    <a:pt x="41574" y="1428899"/>
                  </a:moveTo>
                  <a:lnTo>
                    <a:pt x="43973" y="1449722"/>
                  </a:lnTo>
                  <a:lnTo>
                    <a:pt x="111007" y="1332951"/>
                  </a:lnTo>
                  <a:close/>
                  <a:moveTo>
                    <a:pt x="41574" y="1428899"/>
                  </a:moveTo>
                  <a:lnTo>
                    <a:pt x="9757" y="1354673"/>
                  </a:lnTo>
                  <a:lnTo>
                    <a:pt x="29726" y="1411285"/>
                  </a:lnTo>
                  <a:close/>
                  <a:moveTo>
                    <a:pt x="9757" y="1354673"/>
                  </a:moveTo>
                  <a:lnTo>
                    <a:pt x="0" y="1329070"/>
                  </a:lnTo>
                  <a:lnTo>
                    <a:pt x="29726" y="1411285"/>
                  </a:lnTo>
                  <a:close/>
                  <a:moveTo>
                    <a:pt x="0" y="1329070"/>
                  </a:moveTo>
                  <a:lnTo>
                    <a:pt x="9757" y="1354673"/>
                  </a:lnTo>
                  <a:lnTo>
                    <a:pt x="30873" y="1290273"/>
                  </a:lnTo>
                  <a:close/>
                  <a:moveTo>
                    <a:pt x="67674" y="1212665"/>
                  </a:moveTo>
                  <a:lnTo>
                    <a:pt x="126773" y="1220041"/>
                  </a:lnTo>
                  <a:lnTo>
                    <a:pt x="76201" y="1208418"/>
                  </a:lnTo>
                  <a:close/>
                  <a:moveTo>
                    <a:pt x="30873" y="1290273"/>
                  </a:moveTo>
                  <a:lnTo>
                    <a:pt x="115087" y="1326476"/>
                  </a:lnTo>
                  <a:lnTo>
                    <a:pt x="67674" y="1212665"/>
                  </a:lnTo>
                  <a:close/>
                  <a:moveTo>
                    <a:pt x="76201" y="1208418"/>
                  </a:moveTo>
                  <a:lnTo>
                    <a:pt x="126773" y="1220041"/>
                  </a:lnTo>
                  <a:lnTo>
                    <a:pt x="70783" y="1164640"/>
                  </a:lnTo>
                  <a:close/>
                  <a:moveTo>
                    <a:pt x="1109550" y="2321484"/>
                  </a:moveTo>
                  <a:lnTo>
                    <a:pt x="1033737" y="2268631"/>
                  </a:lnTo>
                  <a:lnTo>
                    <a:pt x="1051025" y="2277215"/>
                  </a:lnTo>
                  <a:close/>
                  <a:moveTo>
                    <a:pt x="1091858" y="2318796"/>
                  </a:moveTo>
                  <a:lnTo>
                    <a:pt x="1033737" y="2268631"/>
                  </a:lnTo>
                  <a:lnTo>
                    <a:pt x="1109550" y="2321484"/>
                  </a:lnTo>
                  <a:close/>
                  <a:moveTo>
                    <a:pt x="911056" y="2136667"/>
                  </a:moveTo>
                  <a:lnTo>
                    <a:pt x="960419" y="2112785"/>
                  </a:lnTo>
                  <a:lnTo>
                    <a:pt x="962257" y="2166058"/>
                  </a:lnTo>
                  <a:close/>
                  <a:moveTo>
                    <a:pt x="659906" y="1929812"/>
                  </a:moveTo>
                  <a:lnTo>
                    <a:pt x="689872" y="1865949"/>
                  </a:lnTo>
                  <a:lnTo>
                    <a:pt x="628698" y="1855091"/>
                  </a:lnTo>
                  <a:close/>
                  <a:moveTo>
                    <a:pt x="1091858" y="2318796"/>
                  </a:moveTo>
                  <a:lnTo>
                    <a:pt x="976197" y="2254818"/>
                  </a:lnTo>
                  <a:lnTo>
                    <a:pt x="1033737" y="2268631"/>
                  </a:lnTo>
                  <a:close/>
                  <a:moveTo>
                    <a:pt x="706004" y="1624836"/>
                  </a:moveTo>
                  <a:lnTo>
                    <a:pt x="636661" y="1548341"/>
                  </a:lnTo>
                  <a:lnTo>
                    <a:pt x="654442" y="1581057"/>
                  </a:lnTo>
                  <a:close/>
                  <a:moveTo>
                    <a:pt x="1228454" y="2120442"/>
                  </a:moveTo>
                  <a:lnTo>
                    <a:pt x="1261527" y="2180642"/>
                  </a:lnTo>
                  <a:lnTo>
                    <a:pt x="1286284" y="2084406"/>
                  </a:lnTo>
                  <a:close/>
                  <a:moveTo>
                    <a:pt x="1286284" y="2084406"/>
                  </a:moveTo>
                  <a:lnTo>
                    <a:pt x="1337858" y="2103070"/>
                  </a:lnTo>
                  <a:lnTo>
                    <a:pt x="1286617" y="2059245"/>
                  </a:lnTo>
                  <a:close/>
                  <a:moveTo>
                    <a:pt x="1337858" y="2103070"/>
                  </a:moveTo>
                  <a:lnTo>
                    <a:pt x="1352599" y="2027287"/>
                  </a:lnTo>
                  <a:lnTo>
                    <a:pt x="1286617" y="2059245"/>
                  </a:lnTo>
                  <a:close/>
                  <a:moveTo>
                    <a:pt x="1280475" y="2079690"/>
                  </a:moveTo>
                  <a:lnTo>
                    <a:pt x="1286284" y="2084406"/>
                  </a:lnTo>
                  <a:lnTo>
                    <a:pt x="1286617" y="2059245"/>
                  </a:lnTo>
                  <a:close/>
                  <a:moveTo>
                    <a:pt x="1289037" y="1982076"/>
                  </a:moveTo>
                  <a:lnTo>
                    <a:pt x="1280475" y="2079690"/>
                  </a:lnTo>
                  <a:lnTo>
                    <a:pt x="1286617" y="2059245"/>
                  </a:lnTo>
                  <a:close/>
                  <a:moveTo>
                    <a:pt x="1358901" y="1985870"/>
                  </a:moveTo>
                  <a:lnTo>
                    <a:pt x="1286617" y="2059245"/>
                  </a:lnTo>
                  <a:lnTo>
                    <a:pt x="1352599" y="2027287"/>
                  </a:lnTo>
                  <a:close/>
                  <a:moveTo>
                    <a:pt x="1358901" y="1985870"/>
                  </a:moveTo>
                  <a:lnTo>
                    <a:pt x="1289037" y="1982076"/>
                  </a:lnTo>
                  <a:lnTo>
                    <a:pt x="1286617" y="2059245"/>
                  </a:lnTo>
                  <a:close/>
                  <a:moveTo>
                    <a:pt x="1311701" y="1876823"/>
                  </a:moveTo>
                  <a:lnTo>
                    <a:pt x="1298330" y="1887835"/>
                  </a:lnTo>
                  <a:lnTo>
                    <a:pt x="1350461" y="1892639"/>
                  </a:lnTo>
                  <a:close/>
                  <a:moveTo>
                    <a:pt x="1350461" y="1892639"/>
                  </a:moveTo>
                  <a:lnTo>
                    <a:pt x="1298330" y="1887835"/>
                  </a:lnTo>
                  <a:lnTo>
                    <a:pt x="1289037" y="1982076"/>
                  </a:lnTo>
                  <a:close/>
                  <a:moveTo>
                    <a:pt x="1311701" y="1876823"/>
                  </a:moveTo>
                  <a:lnTo>
                    <a:pt x="1350461" y="1892639"/>
                  </a:lnTo>
                  <a:lnTo>
                    <a:pt x="1361509" y="1845394"/>
                  </a:lnTo>
                  <a:close/>
                  <a:moveTo>
                    <a:pt x="397870" y="920644"/>
                  </a:moveTo>
                  <a:lnTo>
                    <a:pt x="463549" y="932535"/>
                  </a:lnTo>
                  <a:lnTo>
                    <a:pt x="530510" y="973494"/>
                  </a:lnTo>
                  <a:close/>
                  <a:moveTo>
                    <a:pt x="1299720" y="1873299"/>
                  </a:moveTo>
                  <a:lnTo>
                    <a:pt x="1298330" y="1887835"/>
                  </a:lnTo>
                  <a:lnTo>
                    <a:pt x="1311701" y="1876823"/>
                  </a:lnTo>
                  <a:close/>
                  <a:moveTo>
                    <a:pt x="1368910" y="1777548"/>
                  </a:moveTo>
                  <a:lnTo>
                    <a:pt x="1311701" y="1876823"/>
                  </a:lnTo>
                  <a:lnTo>
                    <a:pt x="1361509" y="1845394"/>
                  </a:lnTo>
                  <a:close/>
                  <a:moveTo>
                    <a:pt x="1299720" y="1873299"/>
                  </a:moveTo>
                  <a:lnTo>
                    <a:pt x="1311701" y="1876823"/>
                  </a:lnTo>
                  <a:lnTo>
                    <a:pt x="1368910" y="1777548"/>
                  </a:lnTo>
                  <a:close/>
                  <a:moveTo>
                    <a:pt x="1307101" y="1767206"/>
                  </a:moveTo>
                  <a:lnTo>
                    <a:pt x="1299720" y="1873299"/>
                  </a:lnTo>
                  <a:lnTo>
                    <a:pt x="1368910" y="1777548"/>
                  </a:lnTo>
                  <a:close/>
                  <a:moveTo>
                    <a:pt x="1356032" y="1687926"/>
                  </a:moveTo>
                  <a:lnTo>
                    <a:pt x="1368910" y="1777548"/>
                  </a:lnTo>
                  <a:lnTo>
                    <a:pt x="1391420" y="1794608"/>
                  </a:lnTo>
                  <a:close/>
                  <a:moveTo>
                    <a:pt x="924666" y="1098451"/>
                  </a:moveTo>
                  <a:lnTo>
                    <a:pt x="959450" y="1180666"/>
                  </a:lnTo>
                  <a:lnTo>
                    <a:pt x="893801" y="1211343"/>
                  </a:lnTo>
                  <a:close/>
                  <a:moveTo>
                    <a:pt x="820866" y="1119401"/>
                  </a:moveTo>
                  <a:lnTo>
                    <a:pt x="737106" y="1182802"/>
                  </a:lnTo>
                  <a:lnTo>
                    <a:pt x="813426" y="1189492"/>
                  </a:lnTo>
                  <a:close/>
                  <a:moveTo>
                    <a:pt x="761960" y="1106698"/>
                  </a:moveTo>
                  <a:lnTo>
                    <a:pt x="737106" y="1182802"/>
                  </a:lnTo>
                  <a:lnTo>
                    <a:pt x="820866" y="1119401"/>
                  </a:lnTo>
                  <a:close/>
                  <a:moveTo>
                    <a:pt x="820866" y="1119401"/>
                  </a:moveTo>
                  <a:lnTo>
                    <a:pt x="836643" y="1061093"/>
                  </a:lnTo>
                  <a:lnTo>
                    <a:pt x="770038" y="1090729"/>
                  </a:lnTo>
                  <a:close/>
                  <a:moveTo>
                    <a:pt x="917178" y="1098451"/>
                  </a:moveTo>
                  <a:lnTo>
                    <a:pt x="914681" y="1203815"/>
                  </a:lnTo>
                  <a:lnTo>
                    <a:pt x="922881" y="1180666"/>
                  </a:lnTo>
                  <a:close/>
                  <a:moveTo>
                    <a:pt x="893801" y="1211343"/>
                  </a:moveTo>
                  <a:lnTo>
                    <a:pt x="914681" y="1203815"/>
                  </a:lnTo>
                  <a:lnTo>
                    <a:pt x="813426" y="1189492"/>
                  </a:lnTo>
                  <a:close/>
                  <a:moveTo>
                    <a:pt x="882648" y="1016236"/>
                  </a:moveTo>
                  <a:lnTo>
                    <a:pt x="836643" y="1061093"/>
                  </a:lnTo>
                  <a:lnTo>
                    <a:pt x="894545" y="1020001"/>
                  </a:lnTo>
                  <a:close/>
                  <a:moveTo>
                    <a:pt x="894545" y="1020001"/>
                  </a:moveTo>
                  <a:lnTo>
                    <a:pt x="836643" y="1061093"/>
                  </a:lnTo>
                  <a:lnTo>
                    <a:pt x="820866" y="1119401"/>
                  </a:lnTo>
                  <a:close/>
                  <a:moveTo>
                    <a:pt x="845357" y="999397"/>
                  </a:moveTo>
                  <a:lnTo>
                    <a:pt x="882648" y="1016236"/>
                  </a:lnTo>
                  <a:lnTo>
                    <a:pt x="847682" y="897415"/>
                  </a:lnTo>
                  <a:close/>
                  <a:moveTo>
                    <a:pt x="938147" y="946742"/>
                  </a:moveTo>
                  <a:lnTo>
                    <a:pt x="882648" y="1016236"/>
                  </a:lnTo>
                  <a:lnTo>
                    <a:pt x="896690" y="1006944"/>
                  </a:lnTo>
                  <a:close/>
                  <a:moveTo>
                    <a:pt x="1013538" y="977800"/>
                  </a:moveTo>
                  <a:lnTo>
                    <a:pt x="938147" y="946742"/>
                  </a:lnTo>
                  <a:lnTo>
                    <a:pt x="1012621" y="984599"/>
                  </a:lnTo>
                  <a:close/>
                  <a:moveTo>
                    <a:pt x="1672880" y="1743181"/>
                  </a:moveTo>
                  <a:lnTo>
                    <a:pt x="1612499" y="1700699"/>
                  </a:lnTo>
                  <a:lnTo>
                    <a:pt x="1631964" y="1717736"/>
                  </a:lnTo>
                  <a:close/>
                  <a:moveTo>
                    <a:pt x="1648427" y="1715210"/>
                  </a:moveTo>
                  <a:lnTo>
                    <a:pt x="1612499" y="1700699"/>
                  </a:lnTo>
                  <a:lnTo>
                    <a:pt x="1672880" y="1743181"/>
                  </a:lnTo>
                  <a:close/>
                  <a:moveTo>
                    <a:pt x="1730703" y="1744171"/>
                  </a:moveTo>
                  <a:lnTo>
                    <a:pt x="1648427" y="1715210"/>
                  </a:lnTo>
                  <a:lnTo>
                    <a:pt x="1672880" y="1743181"/>
                  </a:lnTo>
                  <a:close/>
                  <a:moveTo>
                    <a:pt x="1013538" y="977800"/>
                  </a:moveTo>
                  <a:lnTo>
                    <a:pt x="1035529" y="965975"/>
                  </a:lnTo>
                  <a:lnTo>
                    <a:pt x="938147" y="946742"/>
                  </a:lnTo>
                  <a:close/>
                  <a:moveTo>
                    <a:pt x="938147" y="946742"/>
                  </a:moveTo>
                  <a:lnTo>
                    <a:pt x="1035529" y="965975"/>
                  </a:lnTo>
                  <a:lnTo>
                    <a:pt x="1065958" y="930746"/>
                  </a:lnTo>
                  <a:close/>
                  <a:moveTo>
                    <a:pt x="938147" y="946742"/>
                  </a:moveTo>
                  <a:lnTo>
                    <a:pt x="1065958" y="930746"/>
                  </a:lnTo>
                  <a:lnTo>
                    <a:pt x="990472" y="927172"/>
                  </a:lnTo>
                  <a:close/>
                  <a:moveTo>
                    <a:pt x="1994564" y="1832640"/>
                  </a:moveTo>
                  <a:lnTo>
                    <a:pt x="2045199" y="1868844"/>
                  </a:lnTo>
                  <a:lnTo>
                    <a:pt x="1962235" y="1805293"/>
                  </a:lnTo>
                  <a:close/>
                  <a:moveTo>
                    <a:pt x="1101403" y="939363"/>
                  </a:moveTo>
                  <a:lnTo>
                    <a:pt x="1162505" y="923337"/>
                  </a:lnTo>
                  <a:lnTo>
                    <a:pt x="1065958" y="930746"/>
                  </a:lnTo>
                  <a:close/>
                  <a:moveTo>
                    <a:pt x="1065958" y="930746"/>
                  </a:moveTo>
                  <a:lnTo>
                    <a:pt x="1162505" y="923337"/>
                  </a:lnTo>
                  <a:lnTo>
                    <a:pt x="1183995" y="878204"/>
                  </a:lnTo>
                  <a:close/>
                  <a:moveTo>
                    <a:pt x="1246571" y="915586"/>
                  </a:moveTo>
                  <a:lnTo>
                    <a:pt x="1162505" y="923337"/>
                  </a:lnTo>
                  <a:lnTo>
                    <a:pt x="1146010" y="951388"/>
                  </a:lnTo>
                  <a:close/>
                  <a:moveTo>
                    <a:pt x="1162505" y="923337"/>
                  </a:moveTo>
                  <a:lnTo>
                    <a:pt x="1246571" y="915586"/>
                  </a:lnTo>
                  <a:lnTo>
                    <a:pt x="1183995" y="878204"/>
                  </a:lnTo>
                  <a:close/>
                  <a:moveTo>
                    <a:pt x="1278927" y="900926"/>
                  </a:moveTo>
                  <a:lnTo>
                    <a:pt x="1351071" y="991314"/>
                  </a:lnTo>
                  <a:lnTo>
                    <a:pt x="1345017" y="983142"/>
                  </a:lnTo>
                  <a:close/>
                  <a:moveTo>
                    <a:pt x="1221490" y="954939"/>
                  </a:moveTo>
                  <a:lnTo>
                    <a:pt x="1351071" y="991314"/>
                  </a:lnTo>
                  <a:lnTo>
                    <a:pt x="1278927" y="900926"/>
                  </a:lnTo>
                  <a:close/>
                  <a:moveTo>
                    <a:pt x="1278927" y="900926"/>
                  </a:moveTo>
                  <a:lnTo>
                    <a:pt x="1246571" y="915586"/>
                  </a:lnTo>
                  <a:lnTo>
                    <a:pt x="1221490" y="954939"/>
                  </a:lnTo>
                  <a:close/>
                  <a:moveTo>
                    <a:pt x="1035280" y="665901"/>
                  </a:moveTo>
                  <a:lnTo>
                    <a:pt x="1030161" y="654281"/>
                  </a:lnTo>
                  <a:lnTo>
                    <a:pt x="996918" y="672617"/>
                  </a:lnTo>
                  <a:close/>
                  <a:moveTo>
                    <a:pt x="996918" y="672617"/>
                  </a:moveTo>
                  <a:lnTo>
                    <a:pt x="1030161" y="654281"/>
                  </a:lnTo>
                  <a:lnTo>
                    <a:pt x="967359" y="625555"/>
                  </a:lnTo>
                  <a:close/>
                  <a:moveTo>
                    <a:pt x="996918" y="672617"/>
                  </a:moveTo>
                  <a:lnTo>
                    <a:pt x="967359" y="625555"/>
                  </a:lnTo>
                  <a:lnTo>
                    <a:pt x="927650" y="692292"/>
                  </a:lnTo>
                  <a:close/>
                  <a:moveTo>
                    <a:pt x="2219063" y="1849072"/>
                  </a:moveTo>
                  <a:lnTo>
                    <a:pt x="2199755" y="1889387"/>
                  </a:lnTo>
                  <a:lnTo>
                    <a:pt x="2252128" y="1869996"/>
                  </a:lnTo>
                  <a:close/>
                  <a:moveTo>
                    <a:pt x="1952060" y="1799268"/>
                  </a:moveTo>
                  <a:lnTo>
                    <a:pt x="1962235" y="1805293"/>
                  </a:lnTo>
                  <a:lnTo>
                    <a:pt x="1983132" y="1781341"/>
                  </a:lnTo>
                  <a:close/>
                  <a:moveTo>
                    <a:pt x="2219063" y="1849072"/>
                  </a:moveTo>
                  <a:lnTo>
                    <a:pt x="2252128" y="1869996"/>
                  </a:lnTo>
                  <a:lnTo>
                    <a:pt x="2262414" y="1836160"/>
                  </a:lnTo>
                  <a:close/>
                  <a:moveTo>
                    <a:pt x="2262414" y="1836160"/>
                  </a:moveTo>
                  <a:lnTo>
                    <a:pt x="2252128" y="1869996"/>
                  </a:lnTo>
                  <a:lnTo>
                    <a:pt x="2298775" y="1849072"/>
                  </a:lnTo>
                  <a:close/>
                  <a:moveTo>
                    <a:pt x="1765648" y="1165762"/>
                  </a:moveTo>
                  <a:lnTo>
                    <a:pt x="1807965" y="1152915"/>
                  </a:lnTo>
                  <a:lnTo>
                    <a:pt x="1740816" y="1136375"/>
                  </a:lnTo>
                  <a:close/>
                  <a:moveTo>
                    <a:pt x="1480575" y="720691"/>
                  </a:moveTo>
                  <a:lnTo>
                    <a:pt x="1395991" y="754611"/>
                  </a:lnTo>
                  <a:lnTo>
                    <a:pt x="1359343" y="761287"/>
                  </a:lnTo>
                  <a:close/>
                  <a:moveTo>
                    <a:pt x="1475320" y="750709"/>
                  </a:moveTo>
                  <a:lnTo>
                    <a:pt x="1544422" y="755122"/>
                  </a:lnTo>
                  <a:lnTo>
                    <a:pt x="1480575" y="720691"/>
                  </a:lnTo>
                  <a:close/>
                  <a:moveTo>
                    <a:pt x="1261271" y="673270"/>
                  </a:moveTo>
                  <a:lnTo>
                    <a:pt x="1210966" y="683756"/>
                  </a:lnTo>
                  <a:lnTo>
                    <a:pt x="1237876" y="698060"/>
                  </a:lnTo>
                  <a:close/>
                  <a:moveTo>
                    <a:pt x="1261271" y="673270"/>
                  </a:moveTo>
                  <a:lnTo>
                    <a:pt x="1277138" y="690551"/>
                  </a:lnTo>
                  <a:lnTo>
                    <a:pt x="1268806" y="659623"/>
                  </a:lnTo>
                  <a:close/>
                  <a:moveTo>
                    <a:pt x="1277138" y="690551"/>
                  </a:moveTo>
                  <a:lnTo>
                    <a:pt x="1359343" y="761287"/>
                  </a:lnTo>
                  <a:lnTo>
                    <a:pt x="1395991" y="754611"/>
                  </a:lnTo>
                  <a:close/>
                  <a:moveTo>
                    <a:pt x="2280975" y="1547448"/>
                  </a:moveTo>
                  <a:lnTo>
                    <a:pt x="2329161" y="1642302"/>
                  </a:lnTo>
                  <a:lnTo>
                    <a:pt x="2351488" y="1532429"/>
                  </a:lnTo>
                  <a:close/>
                  <a:moveTo>
                    <a:pt x="2230965" y="1563990"/>
                  </a:moveTo>
                  <a:lnTo>
                    <a:pt x="2329161" y="1642302"/>
                  </a:lnTo>
                  <a:lnTo>
                    <a:pt x="2280975" y="1547448"/>
                  </a:lnTo>
                  <a:close/>
                  <a:moveTo>
                    <a:pt x="2234182" y="1558834"/>
                  </a:moveTo>
                  <a:lnTo>
                    <a:pt x="2230965" y="1563990"/>
                  </a:lnTo>
                  <a:lnTo>
                    <a:pt x="2280975" y="1547448"/>
                  </a:lnTo>
                  <a:close/>
                  <a:moveTo>
                    <a:pt x="2227165" y="1561463"/>
                  </a:moveTo>
                  <a:lnTo>
                    <a:pt x="2234182" y="1558834"/>
                  </a:lnTo>
                  <a:lnTo>
                    <a:pt x="2159262" y="1559151"/>
                  </a:lnTo>
                  <a:close/>
                  <a:moveTo>
                    <a:pt x="1954907" y="1303827"/>
                  </a:moveTo>
                  <a:lnTo>
                    <a:pt x="1962505" y="1317345"/>
                  </a:lnTo>
                  <a:lnTo>
                    <a:pt x="1975324" y="1240646"/>
                  </a:lnTo>
                  <a:close/>
                  <a:moveTo>
                    <a:pt x="1975324" y="1240646"/>
                  </a:moveTo>
                  <a:lnTo>
                    <a:pt x="2002236" y="1277807"/>
                  </a:lnTo>
                  <a:lnTo>
                    <a:pt x="2052817" y="1251719"/>
                  </a:lnTo>
                  <a:close/>
                  <a:moveTo>
                    <a:pt x="1739816" y="917434"/>
                  </a:moveTo>
                  <a:lnTo>
                    <a:pt x="1774551" y="889400"/>
                  </a:lnTo>
                  <a:lnTo>
                    <a:pt x="1817196" y="928087"/>
                  </a:lnTo>
                  <a:close/>
                  <a:moveTo>
                    <a:pt x="1480575" y="720691"/>
                  </a:moveTo>
                  <a:lnTo>
                    <a:pt x="1543010" y="675471"/>
                  </a:lnTo>
                  <a:lnTo>
                    <a:pt x="1577199" y="621187"/>
                  </a:lnTo>
                  <a:close/>
                  <a:moveTo>
                    <a:pt x="2280975" y="1547448"/>
                  </a:moveTo>
                  <a:lnTo>
                    <a:pt x="2159262" y="1559151"/>
                  </a:lnTo>
                  <a:lnTo>
                    <a:pt x="2234182" y="1558834"/>
                  </a:lnTo>
                  <a:close/>
                  <a:moveTo>
                    <a:pt x="2280975" y="1547448"/>
                  </a:moveTo>
                  <a:lnTo>
                    <a:pt x="2206511" y="1547698"/>
                  </a:lnTo>
                  <a:lnTo>
                    <a:pt x="2159262" y="1559151"/>
                  </a:lnTo>
                  <a:close/>
                  <a:moveTo>
                    <a:pt x="2287533" y="1515461"/>
                  </a:moveTo>
                  <a:lnTo>
                    <a:pt x="2206511" y="1547698"/>
                  </a:lnTo>
                  <a:lnTo>
                    <a:pt x="2280975" y="1547448"/>
                  </a:lnTo>
                  <a:close/>
                  <a:moveTo>
                    <a:pt x="2352760" y="1523024"/>
                  </a:moveTo>
                  <a:lnTo>
                    <a:pt x="2280975" y="1547448"/>
                  </a:lnTo>
                  <a:lnTo>
                    <a:pt x="2351488" y="1532429"/>
                  </a:lnTo>
                  <a:close/>
                  <a:moveTo>
                    <a:pt x="2352760" y="1523024"/>
                  </a:moveTo>
                  <a:lnTo>
                    <a:pt x="2287533" y="1515461"/>
                  </a:lnTo>
                  <a:lnTo>
                    <a:pt x="2280975" y="1547448"/>
                  </a:lnTo>
                  <a:close/>
                  <a:moveTo>
                    <a:pt x="2287533" y="1515461"/>
                  </a:moveTo>
                  <a:lnTo>
                    <a:pt x="2352760" y="1523024"/>
                  </a:lnTo>
                  <a:lnTo>
                    <a:pt x="2356882" y="1419581"/>
                  </a:lnTo>
                  <a:close/>
                  <a:moveTo>
                    <a:pt x="2352760" y="1523024"/>
                  </a:moveTo>
                  <a:lnTo>
                    <a:pt x="2351488" y="1532429"/>
                  </a:lnTo>
                  <a:lnTo>
                    <a:pt x="2357879" y="1525553"/>
                  </a:lnTo>
                  <a:close/>
                  <a:moveTo>
                    <a:pt x="2356882" y="1419581"/>
                  </a:moveTo>
                  <a:lnTo>
                    <a:pt x="2352760" y="1523024"/>
                  </a:lnTo>
                  <a:lnTo>
                    <a:pt x="2357879" y="1525553"/>
                  </a:lnTo>
                  <a:close/>
                  <a:moveTo>
                    <a:pt x="2137430" y="1176531"/>
                  </a:moveTo>
                  <a:lnTo>
                    <a:pt x="2082182" y="1160854"/>
                  </a:lnTo>
                  <a:lnTo>
                    <a:pt x="2052817" y="1251719"/>
                  </a:lnTo>
                  <a:close/>
                  <a:moveTo>
                    <a:pt x="1872376" y="809871"/>
                  </a:moveTo>
                  <a:lnTo>
                    <a:pt x="1946591" y="810127"/>
                  </a:lnTo>
                  <a:lnTo>
                    <a:pt x="1943409" y="712622"/>
                  </a:lnTo>
                  <a:close/>
                  <a:moveTo>
                    <a:pt x="1932294" y="864558"/>
                  </a:moveTo>
                  <a:lnTo>
                    <a:pt x="2000879" y="842328"/>
                  </a:lnTo>
                  <a:lnTo>
                    <a:pt x="1994190" y="790960"/>
                  </a:lnTo>
                  <a:close/>
                  <a:moveTo>
                    <a:pt x="1805942" y="220796"/>
                  </a:moveTo>
                  <a:lnTo>
                    <a:pt x="1823343" y="305462"/>
                  </a:lnTo>
                  <a:lnTo>
                    <a:pt x="1795227" y="259232"/>
                  </a:lnTo>
                  <a:close/>
                  <a:moveTo>
                    <a:pt x="1906926" y="41636"/>
                  </a:moveTo>
                  <a:lnTo>
                    <a:pt x="1858175" y="56366"/>
                  </a:lnTo>
                  <a:lnTo>
                    <a:pt x="1891150" y="65118"/>
                  </a:lnTo>
                  <a:close/>
                  <a:moveTo>
                    <a:pt x="1858175" y="56366"/>
                  </a:moveTo>
                  <a:lnTo>
                    <a:pt x="1906926" y="41636"/>
                  </a:lnTo>
                  <a:lnTo>
                    <a:pt x="1931291" y="0"/>
                  </a:lnTo>
                  <a:close/>
                  <a:moveTo>
                    <a:pt x="1810065" y="40616"/>
                  </a:moveTo>
                  <a:lnTo>
                    <a:pt x="1858175" y="56366"/>
                  </a:lnTo>
                  <a:lnTo>
                    <a:pt x="1931291" y="0"/>
                  </a:lnTo>
                  <a:close/>
                  <a:moveTo>
                    <a:pt x="1891150" y="65118"/>
                  </a:moveTo>
                  <a:lnTo>
                    <a:pt x="1978045" y="17930"/>
                  </a:lnTo>
                  <a:lnTo>
                    <a:pt x="1906926" y="41636"/>
                  </a:lnTo>
                  <a:close/>
                  <a:moveTo>
                    <a:pt x="2016087" y="38381"/>
                  </a:moveTo>
                  <a:lnTo>
                    <a:pt x="1978045" y="17930"/>
                  </a:lnTo>
                  <a:lnTo>
                    <a:pt x="1891150" y="65118"/>
                  </a:lnTo>
                  <a:close/>
                  <a:moveTo>
                    <a:pt x="1906926" y="41636"/>
                  </a:moveTo>
                  <a:lnTo>
                    <a:pt x="1978045" y="17930"/>
                  </a:lnTo>
                  <a:lnTo>
                    <a:pt x="1931291" y="0"/>
                  </a:lnTo>
                  <a:close/>
                  <a:moveTo>
                    <a:pt x="2279613" y="20517"/>
                  </a:moveTo>
                  <a:lnTo>
                    <a:pt x="2315844" y="91154"/>
                  </a:lnTo>
                  <a:lnTo>
                    <a:pt x="2336328" y="10548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08" name="Candidate_density__2107">
              <a:extLst>
                <a:ext uri="{FF2B5EF4-FFF2-40B4-BE49-F238E27FC236}">
                  <a16:creationId xmlns:a16="http://schemas.microsoft.com/office/drawing/2014/main" id="{5CE5C02A-83D9-0B0D-F38D-31115143B40D}"/>
                </a:ext>
              </a:extLst>
            </p:cNvPr>
            <p:cNvSpPr>
              <a:spLocks noGrp="1"/>
            </p:cNvSpPr>
            <p:nvPr/>
          </p:nvSpPr>
          <p:spPr>
            <a:xfrm>
              <a:off x="3924552" y="1508053"/>
              <a:ext cx="2210725" cy="2576568"/>
            </a:xfrm>
            <a:custGeom>
              <a:avLst/>
              <a:gdLst/>
              <a:ahLst/>
              <a:cxnLst/>
              <a:rect l="0" t="0" r="0" b="0"/>
              <a:pathLst>
                <a:path w="2210725" h="2576568">
                  <a:moveTo>
                    <a:pt x="616277" y="2531391"/>
                  </a:moveTo>
                  <a:lnTo>
                    <a:pt x="674028" y="2576568"/>
                  </a:lnTo>
                  <a:lnTo>
                    <a:pt x="684544" y="2513020"/>
                  </a:lnTo>
                  <a:close/>
                  <a:moveTo>
                    <a:pt x="616277" y="2531391"/>
                  </a:moveTo>
                  <a:lnTo>
                    <a:pt x="684544" y="2513020"/>
                  </a:lnTo>
                  <a:lnTo>
                    <a:pt x="576639" y="2491100"/>
                  </a:lnTo>
                  <a:close/>
                  <a:moveTo>
                    <a:pt x="487861" y="2351551"/>
                  </a:moveTo>
                  <a:lnTo>
                    <a:pt x="527476" y="2328524"/>
                  </a:lnTo>
                  <a:lnTo>
                    <a:pt x="512483" y="2314688"/>
                  </a:lnTo>
                  <a:close/>
                  <a:moveTo>
                    <a:pt x="725710" y="2379461"/>
                  </a:moveTo>
                  <a:lnTo>
                    <a:pt x="681665" y="2290088"/>
                  </a:lnTo>
                  <a:lnTo>
                    <a:pt x="623332" y="2302007"/>
                  </a:lnTo>
                  <a:close/>
                  <a:moveTo>
                    <a:pt x="610478" y="2212366"/>
                  </a:moveTo>
                  <a:lnTo>
                    <a:pt x="610070" y="2185689"/>
                  </a:lnTo>
                  <a:lnTo>
                    <a:pt x="531090" y="2169054"/>
                  </a:lnTo>
                  <a:close/>
                  <a:moveTo>
                    <a:pt x="126340" y="1550152"/>
                  </a:moveTo>
                  <a:lnTo>
                    <a:pt x="91023" y="1574892"/>
                  </a:lnTo>
                  <a:lnTo>
                    <a:pt x="117442" y="1570089"/>
                  </a:lnTo>
                  <a:close/>
                  <a:moveTo>
                    <a:pt x="0" y="1506374"/>
                  </a:moveTo>
                  <a:lnTo>
                    <a:pt x="91023" y="1574892"/>
                  </a:lnTo>
                  <a:lnTo>
                    <a:pt x="126340" y="1550152"/>
                  </a:lnTo>
                  <a:close/>
                  <a:moveTo>
                    <a:pt x="117442" y="1570089"/>
                  </a:moveTo>
                  <a:lnTo>
                    <a:pt x="79321" y="1594595"/>
                  </a:lnTo>
                  <a:lnTo>
                    <a:pt x="126340" y="1550152"/>
                  </a:lnTo>
                  <a:close/>
                  <a:moveTo>
                    <a:pt x="542291" y="2107115"/>
                  </a:moveTo>
                  <a:lnTo>
                    <a:pt x="632599" y="2054720"/>
                  </a:lnTo>
                  <a:lnTo>
                    <a:pt x="572258" y="2043253"/>
                  </a:lnTo>
                  <a:close/>
                  <a:moveTo>
                    <a:pt x="603880" y="1947342"/>
                  </a:moveTo>
                  <a:lnTo>
                    <a:pt x="577025" y="1922791"/>
                  </a:lnTo>
                  <a:lnTo>
                    <a:pt x="572258" y="2043253"/>
                  </a:lnTo>
                  <a:close/>
                  <a:moveTo>
                    <a:pt x="572258" y="2043253"/>
                  </a:moveTo>
                  <a:lnTo>
                    <a:pt x="653423" y="2005006"/>
                  </a:lnTo>
                  <a:lnTo>
                    <a:pt x="603880" y="1947342"/>
                  </a:lnTo>
                  <a:close/>
                  <a:moveTo>
                    <a:pt x="572258" y="2043253"/>
                  </a:moveTo>
                  <a:lnTo>
                    <a:pt x="632599" y="2054720"/>
                  </a:lnTo>
                  <a:lnTo>
                    <a:pt x="653423" y="2005006"/>
                  </a:lnTo>
                  <a:close/>
                  <a:moveTo>
                    <a:pt x="577025" y="1922791"/>
                  </a:moveTo>
                  <a:lnTo>
                    <a:pt x="534484" y="1840576"/>
                  </a:lnTo>
                  <a:lnTo>
                    <a:pt x="511892" y="1931646"/>
                  </a:lnTo>
                  <a:close/>
                  <a:moveTo>
                    <a:pt x="119608" y="1368143"/>
                  </a:moveTo>
                  <a:lnTo>
                    <a:pt x="2088" y="1305835"/>
                  </a:lnTo>
                  <a:lnTo>
                    <a:pt x="54343" y="1385722"/>
                  </a:lnTo>
                  <a:close/>
                  <a:moveTo>
                    <a:pt x="577025" y="1922791"/>
                  </a:moveTo>
                  <a:lnTo>
                    <a:pt x="588390" y="1802140"/>
                  </a:lnTo>
                  <a:lnTo>
                    <a:pt x="534484" y="1840576"/>
                  </a:lnTo>
                  <a:close/>
                  <a:moveTo>
                    <a:pt x="588390" y="1802140"/>
                  </a:moveTo>
                  <a:lnTo>
                    <a:pt x="536827" y="1758361"/>
                  </a:lnTo>
                  <a:lnTo>
                    <a:pt x="534484" y="1840576"/>
                  </a:lnTo>
                  <a:close/>
                  <a:moveTo>
                    <a:pt x="176858" y="1321600"/>
                  </a:moveTo>
                  <a:lnTo>
                    <a:pt x="185990" y="1284353"/>
                  </a:lnTo>
                  <a:lnTo>
                    <a:pt x="189926" y="1347285"/>
                  </a:lnTo>
                  <a:close/>
                  <a:moveTo>
                    <a:pt x="232765" y="1395777"/>
                  </a:moveTo>
                  <a:lnTo>
                    <a:pt x="305808" y="1390217"/>
                  </a:lnTo>
                  <a:lnTo>
                    <a:pt x="269515" y="1406956"/>
                  </a:lnTo>
                  <a:close/>
                  <a:moveTo>
                    <a:pt x="763394" y="1608679"/>
                  </a:moveTo>
                  <a:lnTo>
                    <a:pt x="694520" y="1604080"/>
                  </a:lnTo>
                  <a:lnTo>
                    <a:pt x="780852" y="1621293"/>
                  </a:lnTo>
                  <a:close/>
                  <a:moveTo>
                    <a:pt x="178985" y="1144419"/>
                  </a:moveTo>
                  <a:lnTo>
                    <a:pt x="283424" y="1195464"/>
                  </a:lnTo>
                  <a:lnTo>
                    <a:pt x="266419" y="1109196"/>
                  </a:lnTo>
                  <a:close/>
                  <a:moveTo>
                    <a:pt x="178985" y="1144419"/>
                  </a:moveTo>
                  <a:lnTo>
                    <a:pt x="226849" y="1226634"/>
                  </a:lnTo>
                  <a:lnTo>
                    <a:pt x="283424" y="1195464"/>
                  </a:lnTo>
                  <a:close/>
                  <a:moveTo>
                    <a:pt x="346384" y="1204871"/>
                  </a:moveTo>
                  <a:lnTo>
                    <a:pt x="323260" y="1105982"/>
                  </a:lnTo>
                  <a:lnTo>
                    <a:pt x="266419" y="1109196"/>
                  </a:lnTo>
                  <a:close/>
                  <a:moveTo>
                    <a:pt x="266419" y="1109196"/>
                  </a:moveTo>
                  <a:lnTo>
                    <a:pt x="323260" y="1105982"/>
                  </a:lnTo>
                  <a:lnTo>
                    <a:pt x="267780" y="1096290"/>
                  </a:lnTo>
                  <a:close/>
                  <a:moveTo>
                    <a:pt x="998579" y="1738845"/>
                  </a:moveTo>
                  <a:lnTo>
                    <a:pt x="951521" y="1643052"/>
                  </a:lnTo>
                  <a:lnTo>
                    <a:pt x="903926" y="1655112"/>
                  </a:lnTo>
                  <a:close/>
                  <a:moveTo>
                    <a:pt x="843703" y="1641080"/>
                  </a:moveTo>
                  <a:lnTo>
                    <a:pt x="780852" y="1621293"/>
                  </a:lnTo>
                  <a:lnTo>
                    <a:pt x="705560" y="1618448"/>
                  </a:lnTo>
                  <a:close/>
                  <a:moveTo>
                    <a:pt x="843703" y="1641080"/>
                  </a:moveTo>
                  <a:lnTo>
                    <a:pt x="705560" y="1618448"/>
                  </a:lnTo>
                  <a:lnTo>
                    <a:pt x="758732" y="1602045"/>
                  </a:lnTo>
                  <a:close/>
                  <a:moveTo>
                    <a:pt x="843703" y="1641080"/>
                  </a:moveTo>
                  <a:lnTo>
                    <a:pt x="847964" y="1643052"/>
                  </a:lnTo>
                  <a:lnTo>
                    <a:pt x="858086" y="1631400"/>
                  </a:lnTo>
                  <a:close/>
                  <a:moveTo>
                    <a:pt x="780852" y="1621293"/>
                  </a:moveTo>
                  <a:lnTo>
                    <a:pt x="843703" y="1641080"/>
                  </a:lnTo>
                  <a:lnTo>
                    <a:pt x="858086" y="1631400"/>
                  </a:lnTo>
                  <a:close/>
                  <a:moveTo>
                    <a:pt x="938851" y="1718166"/>
                  </a:moveTo>
                  <a:lnTo>
                    <a:pt x="903926" y="1655112"/>
                  </a:lnTo>
                  <a:lnTo>
                    <a:pt x="847964" y="1643052"/>
                  </a:lnTo>
                  <a:close/>
                  <a:moveTo>
                    <a:pt x="323260" y="1105982"/>
                  </a:moveTo>
                  <a:lnTo>
                    <a:pt x="345934" y="1109839"/>
                  </a:lnTo>
                  <a:lnTo>
                    <a:pt x="280255" y="1097948"/>
                  </a:lnTo>
                  <a:close/>
                  <a:moveTo>
                    <a:pt x="267780" y="1096290"/>
                  </a:moveTo>
                  <a:lnTo>
                    <a:pt x="323260" y="1105982"/>
                  </a:lnTo>
                  <a:lnTo>
                    <a:pt x="280255" y="1097948"/>
                  </a:lnTo>
                  <a:close/>
                  <a:moveTo>
                    <a:pt x="333054" y="846480"/>
                  </a:moveTo>
                  <a:lnTo>
                    <a:pt x="209839" y="879659"/>
                  </a:lnTo>
                  <a:lnTo>
                    <a:pt x="261787" y="858680"/>
                  </a:lnTo>
                  <a:close/>
                  <a:moveTo>
                    <a:pt x="1166171" y="1863373"/>
                  </a:moveTo>
                  <a:lnTo>
                    <a:pt x="1191341" y="1826211"/>
                  </a:lnTo>
                  <a:lnTo>
                    <a:pt x="1125269" y="1857833"/>
                  </a:lnTo>
                  <a:close/>
                  <a:moveTo>
                    <a:pt x="1166171" y="1863373"/>
                  </a:moveTo>
                  <a:lnTo>
                    <a:pt x="1238417" y="1865229"/>
                  </a:lnTo>
                  <a:lnTo>
                    <a:pt x="1191341" y="1826211"/>
                  </a:lnTo>
                  <a:close/>
                  <a:moveTo>
                    <a:pt x="799564" y="1275755"/>
                  </a:moveTo>
                  <a:lnTo>
                    <a:pt x="703251" y="1296705"/>
                  </a:lnTo>
                  <a:lnTo>
                    <a:pt x="695811" y="1366796"/>
                  </a:lnTo>
                  <a:close/>
                  <a:moveTo>
                    <a:pt x="799564" y="1275755"/>
                  </a:moveTo>
                  <a:lnTo>
                    <a:pt x="800433" y="1264098"/>
                  </a:lnTo>
                  <a:lnTo>
                    <a:pt x="776930" y="1197305"/>
                  </a:lnTo>
                  <a:close/>
                  <a:moveTo>
                    <a:pt x="703251" y="1296705"/>
                  </a:moveTo>
                  <a:lnTo>
                    <a:pt x="799564" y="1275755"/>
                  </a:lnTo>
                  <a:lnTo>
                    <a:pt x="776930" y="1197305"/>
                  </a:lnTo>
                  <a:close/>
                  <a:moveTo>
                    <a:pt x="800433" y="1264098"/>
                  </a:moveTo>
                  <a:lnTo>
                    <a:pt x="807051" y="1275755"/>
                  </a:lnTo>
                  <a:lnTo>
                    <a:pt x="776930" y="1197305"/>
                  </a:lnTo>
                  <a:close/>
                  <a:moveTo>
                    <a:pt x="333054" y="846480"/>
                  </a:moveTo>
                  <a:lnTo>
                    <a:pt x="261787" y="858680"/>
                  </a:lnTo>
                  <a:lnTo>
                    <a:pt x="392826" y="854755"/>
                  </a:lnTo>
                  <a:close/>
                  <a:moveTo>
                    <a:pt x="411652" y="861686"/>
                  </a:moveTo>
                  <a:lnTo>
                    <a:pt x="416631" y="864680"/>
                  </a:lnTo>
                  <a:lnTo>
                    <a:pt x="451087" y="880065"/>
                  </a:lnTo>
                  <a:close/>
                  <a:moveTo>
                    <a:pt x="475907" y="886722"/>
                  </a:moveTo>
                  <a:lnTo>
                    <a:pt x="451087" y="880065"/>
                  </a:lnTo>
                  <a:lnTo>
                    <a:pt x="416631" y="864680"/>
                  </a:lnTo>
                  <a:close/>
                  <a:moveTo>
                    <a:pt x="1878061" y="2409409"/>
                  </a:moveTo>
                  <a:lnTo>
                    <a:pt x="1819381" y="2396522"/>
                  </a:lnTo>
                  <a:lnTo>
                    <a:pt x="1789919" y="2455702"/>
                  </a:lnTo>
                  <a:close/>
                  <a:moveTo>
                    <a:pt x="730068" y="1074719"/>
                  </a:moveTo>
                  <a:lnTo>
                    <a:pt x="820533" y="1124046"/>
                  </a:lnTo>
                  <a:lnTo>
                    <a:pt x="736097" y="1072889"/>
                  </a:lnTo>
                  <a:close/>
                  <a:moveTo>
                    <a:pt x="589477" y="1032686"/>
                  </a:moveTo>
                  <a:lnTo>
                    <a:pt x="639742" y="1005414"/>
                  </a:lnTo>
                  <a:lnTo>
                    <a:pt x="730068" y="1074719"/>
                  </a:lnTo>
                  <a:close/>
                  <a:moveTo>
                    <a:pt x="594606" y="1029109"/>
                  </a:moveTo>
                  <a:lnTo>
                    <a:pt x="589477" y="1032686"/>
                  </a:lnTo>
                  <a:lnTo>
                    <a:pt x="730068" y="1074719"/>
                  </a:lnTo>
                  <a:close/>
                  <a:moveTo>
                    <a:pt x="620145" y="990673"/>
                  </a:moveTo>
                  <a:lnTo>
                    <a:pt x="586600" y="1021929"/>
                  </a:lnTo>
                  <a:lnTo>
                    <a:pt x="527193" y="918284"/>
                  </a:lnTo>
                  <a:close/>
                  <a:moveTo>
                    <a:pt x="635960" y="908458"/>
                  </a:moveTo>
                  <a:lnTo>
                    <a:pt x="586600" y="1021929"/>
                  </a:lnTo>
                  <a:lnTo>
                    <a:pt x="594606" y="1029109"/>
                  </a:lnTo>
                  <a:close/>
                  <a:moveTo>
                    <a:pt x="1473816" y="1812824"/>
                  </a:moveTo>
                  <a:lnTo>
                    <a:pt x="1514349" y="1895039"/>
                  </a:lnTo>
                  <a:lnTo>
                    <a:pt x="1474235" y="1794698"/>
                  </a:lnTo>
                  <a:close/>
                  <a:moveTo>
                    <a:pt x="1559696" y="1721850"/>
                  </a:moveTo>
                  <a:lnTo>
                    <a:pt x="1474235" y="1794698"/>
                  </a:lnTo>
                  <a:lnTo>
                    <a:pt x="1489192" y="1736903"/>
                  </a:lnTo>
                  <a:close/>
                  <a:moveTo>
                    <a:pt x="810204" y="870226"/>
                  </a:moveTo>
                  <a:lnTo>
                    <a:pt x="747762" y="908458"/>
                  </a:lnTo>
                  <a:lnTo>
                    <a:pt x="736964" y="969020"/>
                  </a:lnTo>
                  <a:close/>
                  <a:moveTo>
                    <a:pt x="736964" y="969020"/>
                  </a:moveTo>
                  <a:lnTo>
                    <a:pt x="747762" y="908458"/>
                  </a:lnTo>
                  <a:lnTo>
                    <a:pt x="714266" y="887381"/>
                  </a:lnTo>
                  <a:close/>
                  <a:moveTo>
                    <a:pt x="714266" y="887381"/>
                  </a:moveTo>
                  <a:lnTo>
                    <a:pt x="747762" y="908458"/>
                  </a:lnTo>
                  <a:lnTo>
                    <a:pt x="700246" y="798687"/>
                  </a:lnTo>
                  <a:close/>
                  <a:moveTo>
                    <a:pt x="700246" y="798687"/>
                  </a:moveTo>
                  <a:lnTo>
                    <a:pt x="810036" y="869596"/>
                  </a:lnTo>
                  <a:lnTo>
                    <a:pt x="729975" y="787807"/>
                  </a:lnTo>
                  <a:close/>
                  <a:moveTo>
                    <a:pt x="700246" y="798687"/>
                  </a:moveTo>
                  <a:lnTo>
                    <a:pt x="729975" y="787807"/>
                  </a:lnTo>
                  <a:lnTo>
                    <a:pt x="710657" y="776696"/>
                  </a:lnTo>
                  <a:close/>
                  <a:moveTo>
                    <a:pt x="1492000" y="1856603"/>
                  </a:moveTo>
                  <a:lnTo>
                    <a:pt x="1481770" y="1774388"/>
                  </a:lnTo>
                  <a:lnTo>
                    <a:pt x="1474235" y="1794698"/>
                  </a:lnTo>
                  <a:close/>
                  <a:moveTo>
                    <a:pt x="1994538" y="2075030"/>
                  </a:moveTo>
                  <a:lnTo>
                    <a:pt x="1914017" y="2079901"/>
                  </a:lnTo>
                  <a:lnTo>
                    <a:pt x="2002346" y="2168775"/>
                  </a:lnTo>
                  <a:close/>
                  <a:moveTo>
                    <a:pt x="1535859" y="1696182"/>
                  </a:moveTo>
                  <a:lnTo>
                    <a:pt x="1587405" y="1735951"/>
                  </a:lnTo>
                  <a:lnTo>
                    <a:pt x="1559696" y="1721850"/>
                  </a:lnTo>
                  <a:close/>
                  <a:moveTo>
                    <a:pt x="1489192" y="1736903"/>
                  </a:moveTo>
                  <a:lnTo>
                    <a:pt x="1535859" y="1696182"/>
                  </a:lnTo>
                  <a:lnTo>
                    <a:pt x="1559696" y="1721850"/>
                  </a:lnTo>
                  <a:close/>
                  <a:moveTo>
                    <a:pt x="1227038" y="1314068"/>
                  </a:moveTo>
                  <a:lnTo>
                    <a:pt x="1212134" y="1325544"/>
                  </a:lnTo>
                  <a:lnTo>
                    <a:pt x="1263382" y="1242661"/>
                  </a:lnTo>
                  <a:close/>
                  <a:moveTo>
                    <a:pt x="912547" y="831585"/>
                  </a:moveTo>
                  <a:lnTo>
                    <a:pt x="917666" y="843205"/>
                  </a:lnTo>
                  <a:lnTo>
                    <a:pt x="873222" y="890636"/>
                  </a:lnTo>
                  <a:close/>
                  <a:moveTo>
                    <a:pt x="775217" y="749370"/>
                  </a:moveTo>
                  <a:lnTo>
                    <a:pt x="810036" y="869596"/>
                  </a:lnTo>
                  <a:lnTo>
                    <a:pt x="849745" y="802859"/>
                  </a:lnTo>
                  <a:close/>
                  <a:moveTo>
                    <a:pt x="775217" y="749370"/>
                  </a:moveTo>
                  <a:lnTo>
                    <a:pt x="729975" y="787807"/>
                  </a:lnTo>
                  <a:lnTo>
                    <a:pt x="810036" y="869596"/>
                  </a:lnTo>
                  <a:close/>
                  <a:moveTo>
                    <a:pt x="729975" y="787807"/>
                  </a:moveTo>
                  <a:lnTo>
                    <a:pt x="775217" y="749370"/>
                  </a:lnTo>
                  <a:lnTo>
                    <a:pt x="710657" y="776696"/>
                  </a:lnTo>
                  <a:close/>
                  <a:moveTo>
                    <a:pt x="1470968" y="1571521"/>
                  </a:moveTo>
                  <a:lnTo>
                    <a:pt x="1464426" y="1602488"/>
                  </a:lnTo>
                  <a:lnTo>
                    <a:pt x="1519956" y="1636723"/>
                  </a:lnTo>
                  <a:close/>
                  <a:moveTo>
                    <a:pt x="1161313" y="1078230"/>
                  </a:moveTo>
                  <a:lnTo>
                    <a:pt x="1288122" y="1124175"/>
                  </a:lnTo>
                  <a:lnTo>
                    <a:pt x="1251987" y="1053461"/>
                  </a:lnTo>
                  <a:close/>
                  <a:moveTo>
                    <a:pt x="1251987" y="1053461"/>
                  </a:moveTo>
                  <a:lnTo>
                    <a:pt x="1143328" y="1064547"/>
                  </a:lnTo>
                  <a:lnTo>
                    <a:pt x="1161313" y="1078230"/>
                  </a:lnTo>
                  <a:close/>
                  <a:moveTo>
                    <a:pt x="1166465" y="962304"/>
                  </a:moveTo>
                  <a:lnTo>
                    <a:pt x="1143328" y="1064547"/>
                  </a:lnTo>
                  <a:lnTo>
                    <a:pt x="1251987" y="1053461"/>
                  </a:lnTo>
                  <a:close/>
                  <a:moveTo>
                    <a:pt x="1244349" y="959578"/>
                  </a:moveTo>
                  <a:lnTo>
                    <a:pt x="1166465" y="962304"/>
                  </a:lnTo>
                  <a:lnTo>
                    <a:pt x="1251987" y="1053461"/>
                  </a:lnTo>
                  <a:close/>
                  <a:moveTo>
                    <a:pt x="1166465" y="962304"/>
                  </a:moveTo>
                  <a:lnTo>
                    <a:pt x="1241728" y="938591"/>
                  </a:lnTo>
                  <a:lnTo>
                    <a:pt x="1111218" y="913800"/>
                  </a:lnTo>
                  <a:close/>
                  <a:moveTo>
                    <a:pt x="912547" y="831585"/>
                  </a:moveTo>
                  <a:lnTo>
                    <a:pt x="958953" y="809639"/>
                  </a:lnTo>
                  <a:lnTo>
                    <a:pt x="849745" y="802859"/>
                  </a:lnTo>
                  <a:close/>
                  <a:moveTo>
                    <a:pt x="2061082" y="1920839"/>
                  </a:moveTo>
                  <a:lnTo>
                    <a:pt x="2143495" y="1914431"/>
                  </a:lnTo>
                  <a:lnTo>
                    <a:pt x="2125639" y="1828856"/>
                  </a:lnTo>
                  <a:close/>
                  <a:moveTo>
                    <a:pt x="2061082" y="1920839"/>
                  </a:moveTo>
                  <a:lnTo>
                    <a:pt x="2125639" y="1828856"/>
                  </a:lnTo>
                  <a:lnTo>
                    <a:pt x="2053554" y="1826867"/>
                  </a:lnTo>
                  <a:close/>
                  <a:moveTo>
                    <a:pt x="2201590" y="1927792"/>
                  </a:moveTo>
                  <a:lnTo>
                    <a:pt x="2125639" y="1828856"/>
                  </a:lnTo>
                  <a:lnTo>
                    <a:pt x="2143495" y="1914431"/>
                  </a:lnTo>
                  <a:close/>
                  <a:moveTo>
                    <a:pt x="1972903" y="1831843"/>
                  </a:moveTo>
                  <a:lnTo>
                    <a:pt x="2053554" y="1826867"/>
                  </a:lnTo>
                  <a:lnTo>
                    <a:pt x="1952271" y="1748524"/>
                  </a:lnTo>
                  <a:close/>
                  <a:moveTo>
                    <a:pt x="2053554" y="1826867"/>
                  </a:moveTo>
                  <a:lnTo>
                    <a:pt x="2125639" y="1828856"/>
                  </a:lnTo>
                  <a:lnTo>
                    <a:pt x="2069213" y="1803156"/>
                  </a:lnTo>
                  <a:close/>
                  <a:moveTo>
                    <a:pt x="1644693" y="1394031"/>
                  </a:moveTo>
                  <a:lnTo>
                    <a:pt x="1658060" y="1380555"/>
                  </a:lnTo>
                  <a:lnTo>
                    <a:pt x="1593243" y="1416869"/>
                  </a:lnTo>
                  <a:close/>
                  <a:moveTo>
                    <a:pt x="1694079" y="1336784"/>
                  </a:moveTo>
                  <a:lnTo>
                    <a:pt x="1690350" y="1330218"/>
                  </a:lnTo>
                  <a:lnTo>
                    <a:pt x="1648034" y="1343066"/>
                  </a:lnTo>
                  <a:close/>
                  <a:moveTo>
                    <a:pt x="1357706" y="928013"/>
                  </a:moveTo>
                  <a:lnTo>
                    <a:pt x="1253640" y="957579"/>
                  </a:lnTo>
                  <a:lnTo>
                    <a:pt x="1334974" y="1008562"/>
                  </a:lnTo>
                  <a:close/>
                  <a:moveTo>
                    <a:pt x="1241728" y="938591"/>
                  </a:moveTo>
                  <a:lnTo>
                    <a:pt x="1253640" y="957579"/>
                  </a:lnTo>
                  <a:lnTo>
                    <a:pt x="1362961" y="897995"/>
                  </a:lnTo>
                  <a:close/>
                  <a:moveTo>
                    <a:pt x="1122724" y="754712"/>
                  </a:moveTo>
                  <a:lnTo>
                    <a:pt x="1070561" y="779496"/>
                  </a:lnTo>
                  <a:lnTo>
                    <a:pt x="1143657" y="850574"/>
                  </a:lnTo>
                  <a:close/>
                  <a:moveTo>
                    <a:pt x="1706237" y="1326901"/>
                  </a:moveTo>
                  <a:lnTo>
                    <a:pt x="1623202" y="1313679"/>
                  </a:lnTo>
                  <a:lnTo>
                    <a:pt x="1690350" y="1330218"/>
                  </a:lnTo>
                  <a:close/>
                  <a:moveTo>
                    <a:pt x="1639434" y="1220525"/>
                  </a:moveTo>
                  <a:lnTo>
                    <a:pt x="1623202" y="1313679"/>
                  </a:lnTo>
                  <a:lnTo>
                    <a:pt x="1706237" y="1326901"/>
                  </a:lnTo>
                  <a:close/>
                  <a:moveTo>
                    <a:pt x="1709862" y="1223861"/>
                  </a:moveTo>
                  <a:lnTo>
                    <a:pt x="1639434" y="1220525"/>
                  </a:lnTo>
                  <a:lnTo>
                    <a:pt x="1706237" y="1326901"/>
                  </a:lnTo>
                  <a:close/>
                  <a:moveTo>
                    <a:pt x="1760996" y="1271552"/>
                  </a:moveTo>
                  <a:lnTo>
                    <a:pt x="1821045" y="1294156"/>
                  </a:lnTo>
                  <a:lnTo>
                    <a:pt x="1890957" y="1263596"/>
                  </a:lnTo>
                  <a:close/>
                  <a:moveTo>
                    <a:pt x="1639434" y="1220525"/>
                  </a:moveTo>
                  <a:lnTo>
                    <a:pt x="1709862" y="1223861"/>
                  </a:lnTo>
                  <a:lnTo>
                    <a:pt x="1700108" y="1131699"/>
                  </a:lnTo>
                  <a:close/>
                  <a:moveTo>
                    <a:pt x="1491437" y="919142"/>
                  </a:moveTo>
                  <a:lnTo>
                    <a:pt x="1474690" y="893499"/>
                  </a:lnTo>
                  <a:lnTo>
                    <a:pt x="1474381" y="820716"/>
                  </a:lnTo>
                  <a:close/>
                  <a:moveTo>
                    <a:pt x="1175795" y="540328"/>
                  </a:moveTo>
                  <a:lnTo>
                    <a:pt x="1198527" y="551845"/>
                  </a:lnTo>
                  <a:lnTo>
                    <a:pt x="1116323" y="502607"/>
                  </a:lnTo>
                  <a:close/>
                  <a:moveTo>
                    <a:pt x="1116323" y="502607"/>
                  </a:moveTo>
                  <a:lnTo>
                    <a:pt x="1198527" y="551845"/>
                  </a:lnTo>
                  <a:lnTo>
                    <a:pt x="1234541" y="567182"/>
                  </a:lnTo>
                  <a:close/>
                  <a:moveTo>
                    <a:pt x="2174407" y="1589023"/>
                  </a:moveTo>
                  <a:lnTo>
                    <a:pt x="2210725" y="1519997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74407" y="1589023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41241" y="1515895"/>
                  </a:lnTo>
                  <a:lnTo>
                    <a:pt x="2104336" y="1504067"/>
                  </a:lnTo>
                  <a:close/>
                  <a:moveTo>
                    <a:pt x="1964568" y="1338158"/>
                  </a:moveTo>
                  <a:lnTo>
                    <a:pt x="1857710" y="1417949"/>
                  </a:lnTo>
                  <a:lnTo>
                    <a:pt x="1935203" y="1429022"/>
                  </a:lnTo>
                  <a:close/>
                  <a:moveTo>
                    <a:pt x="1198527" y="551845"/>
                  </a:moveTo>
                  <a:lnTo>
                    <a:pt x="1191596" y="541504"/>
                  </a:lnTo>
                  <a:lnTo>
                    <a:pt x="1258928" y="572490"/>
                  </a:lnTo>
                  <a:close/>
                  <a:moveTo>
                    <a:pt x="1876576" y="968264"/>
                  </a:moveTo>
                  <a:lnTo>
                    <a:pt x="1846404" y="886048"/>
                  </a:lnTo>
                  <a:lnTo>
                    <a:pt x="1828977" y="987431"/>
                  </a:lnTo>
                  <a:close/>
                  <a:moveTo>
                    <a:pt x="1846404" y="886048"/>
                  </a:moveTo>
                  <a:lnTo>
                    <a:pt x="1825794" y="889925"/>
                  </a:lnTo>
                  <a:lnTo>
                    <a:pt x="1828977" y="987431"/>
                  </a:lnTo>
                  <a:close/>
                  <a:moveTo>
                    <a:pt x="1599964" y="752153"/>
                  </a:moveTo>
                  <a:lnTo>
                    <a:pt x="1664600" y="803833"/>
                  </a:lnTo>
                  <a:lnTo>
                    <a:pt x="1721174" y="814295"/>
                  </a:lnTo>
                  <a:close/>
                  <a:moveTo>
                    <a:pt x="1599964" y="752153"/>
                  </a:moveTo>
                  <a:lnTo>
                    <a:pt x="1721174" y="814295"/>
                  </a:lnTo>
                  <a:lnTo>
                    <a:pt x="1686059" y="742751"/>
                  </a:lnTo>
                  <a:close/>
                  <a:moveTo>
                    <a:pt x="1471166" y="395903"/>
                  </a:moveTo>
                  <a:lnTo>
                    <a:pt x="1472727" y="384130"/>
                  </a:lnTo>
                  <a:lnTo>
                    <a:pt x="1473968" y="431194"/>
                  </a:lnTo>
                  <a:close/>
                  <a:moveTo>
                    <a:pt x="1876576" y="968264"/>
                  </a:moveTo>
                  <a:lnTo>
                    <a:pt x="1871449" y="952902"/>
                  </a:lnTo>
                  <a:lnTo>
                    <a:pt x="1846404" y="886048"/>
                  </a:lnTo>
                  <a:close/>
                  <a:moveTo>
                    <a:pt x="1568874" y="276967"/>
                  </a:moveTo>
                  <a:lnTo>
                    <a:pt x="1575656" y="275102"/>
                  </a:lnTo>
                  <a:lnTo>
                    <a:pt x="1631841" y="354321"/>
                  </a:lnTo>
                  <a:close/>
                  <a:moveTo>
                    <a:pt x="2023710" y="765397"/>
                  </a:moveTo>
                  <a:lnTo>
                    <a:pt x="2088368" y="847612"/>
                  </a:lnTo>
                  <a:lnTo>
                    <a:pt x="2144319" y="809175"/>
                  </a:lnTo>
                  <a:close/>
                  <a:moveTo>
                    <a:pt x="2096232" y="726960"/>
                  </a:moveTo>
                  <a:lnTo>
                    <a:pt x="2144319" y="809175"/>
                  </a:lnTo>
                  <a:lnTo>
                    <a:pt x="2139958" y="770739"/>
                  </a:lnTo>
                  <a:close/>
                  <a:moveTo>
                    <a:pt x="2090669" y="644745"/>
                  </a:moveTo>
                  <a:lnTo>
                    <a:pt x="2144272" y="688524"/>
                  </a:lnTo>
                  <a:lnTo>
                    <a:pt x="2141310" y="606308"/>
                  </a:lnTo>
                  <a:close/>
                  <a:moveTo>
                    <a:pt x="1964379" y="277448"/>
                  </a:moveTo>
                  <a:lnTo>
                    <a:pt x="1930853" y="336750"/>
                  </a:lnTo>
                  <a:lnTo>
                    <a:pt x="1940106" y="257031"/>
                  </a:lnTo>
                  <a:close/>
                  <a:moveTo>
                    <a:pt x="1903007" y="17436"/>
                  </a:moveTo>
                  <a:lnTo>
                    <a:pt x="1972852" y="74581"/>
                  </a:lnTo>
                  <a:lnTo>
                    <a:pt x="1886913" y="0"/>
                  </a:lnTo>
                  <a:close/>
                  <a:moveTo>
                    <a:pt x="2035619" y="118360"/>
                  </a:moveTo>
                  <a:lnTo>
                    <a:pt x="2047341" y="130350"/>
                  </a:lnTo>
                  <a:lnTo>
                    <a:pt x="1938629" y="58047"/>
                  </a:lnTo>
                  <a:close/>
                  <a:moveTo>
                    <a:pt x="1938629" y="58047"/>
                  </a:moveTo>
                  <a:lnTo>
                    <a:pt x="2047341" y="130350"/>
                  </a:lnTo>
                  <a:lnTo>
                    <a:pt x="1972852" y="74581"/>
                  </a:lnTo>
                  <a:close/>
                  <a:moveTo>
                    <a:pt x="1972852" y="74581"/>
                  </a:moveTo>
                  <a:lnTo>
                    <a:pt x="2047341" y="130350"/>
                  </a:lnTo>
                  <a:lnTo>
                    <a:pt x="2004429" y="117978"/>
                  </a:lnTo>
                  <a:close/>
                  <a:moveTo>
                    <a:pt x="1938629" y="58047"/>
                  </a:moveTo>
                  <a:lnTo>
                    <a:pt x="1972852" y="74581"/>
                  </a:lnTo>
                  <a:lnTo>
                    <a:pt x="1903007" y="1743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09" name="Candidate_density__2108">
              <a:extLst>
                <a:ext uri="{FF2B5EF4-FFF2-40B4-BE49-F238E27FC236}">
                  <a16:creationId xmlns:a16="http://schemas.microsoft.com/office/drawing/2014/main" id="{B4ED03DA-476E-ADAC-66EC-64805E3579B6}"/>
                </a:ext>
              </a:extLst>
            </p:cNvPr>
            <p:cNvSpPr>
              <a:spLocks noGrp="1"/>
            </p:cNvSpPr>
            <p:nvPr/>
          </p:nvSpPr>
          <p:spPr>
            <a:xfrm>
              <a:off x="3883139" y="1685356"/>
              <a:ext cx="2387556" cy="2223558"/>
            </a:xfrm>
            <a:custGeom>
              <a:avLst/>
              <a:gdLst/>
              <a:ahLst/>
              <a:cxnLst/>
              <a:rect l="0" t="0" r="0" b="0"/>
              <a:pathLst>
                <a:path w="2387556" h="2223558">
                  <a:moveTo>
                    <a:pt x="767123" y="2202157"/>
                  </a:moveTo>
                  <a:lnTo>
                    <a:pt x="815330" y="2223558"/>
                  </a:lnTo>
                  <a:lnTo>
                    <a:pt x="769891" y="2172435"/>
                  </a:lnTo>
                  <a:close/>
                  <a:moveTo>
                    <a:pt x="769891" y="2172435"/>
                  </a:moveTo>
                  <a:lnTo>
                    <a:pt x="834855" y="2136667"/>
                  </a:lnTo>
                  <a:lnTo>
                    <a:pt x="783683" y="2188694"/>
                  </a:lnTo>
                  <a:close/>
                  <a:moveTo>
                    <a:pt x="0" y="1208418"/>
                  </a:moveTo>
                  <a:lnTo>
                    <a:pt x="44322" y="1125031"/>
                  </a:lnTo>
                  <a:lnTo>
                    <a:pt x="58699" y="1087767"/>
                  </a:lnTo>
                  <a:close/>
                  <a:moveTo>
                    <a:pt x="87408" y="1005551"/>
                  </a:moveTo>
                  <a:lnTo>
                    <a:pt x="134640" y="912011"/>
                  </a:lnTo>
                  <a:lnTo>
                    <a:pt x="142511" y="884900"/>
                  </a:lnTo>
                  <a:close/>
                  <a:moveTo>
                    <a:pt x="593882" y="1210869"/>
                  </a:moveTo>
                  <a:lnTo>
                    <a:pt x="617485" y="1257539"/>
                  </a:lnTo>
                  <a:lnTo>
                    <a:pt x="619788" y="1244273"/>
                  </a:lnTo>
                  <a:close/>
                  <a:moveTo>
                    <a:pt x="593882" y="1210869"/>
                  </a:moveTo>
                  <a:lnTo>
                    <a:pt x="619788" y="1244273"/>
                  </a:lnTo>
                  <a:lnTo>
                    <a:pt x="660905" y="1182802"/>
                  </a:lnTo>
                  <a:close/>
                  <a:moveTo>
                    <a:pt x="1054278" y="949375"/>
                  </a:moveTo>
                  <a:lnTo>
                    <a:pt x="1025202" y="939363"/>
                  </a:lnTo>
                  <a:lnTo>
                    <a:pt x="1009677" y="941766"/>
                  </a:lnTo>
                  <a:close/>
                  <a:moveTo>
                    <a:pt x="1870807" y="1349975"/>
                  </a:moveTo>
                  <a:lnTo>
                    <a:pt x="1886304" y="1317345"/>
                  </a:lnTo>
                  <a:lnTo>
                    <a:pt x="1878706" y="1303827"/>
                  </a:lnTo>
                  <a:close/>
                  <a:moveTo>
                    <a:pt x="1593743" y="934848"/>
                  </a:moveTo>
                  <a:lnTo>
                    <a:pt x="1616626" y="895248"/>
                  </a:lnTo>
                  <a:lnTo>
                    <a:pt x="1663616" y="917434"/>
                  </a:lnTo>
                  <a:close/>
                  <a:moveTo>
                    <a:pt x="2061229" y="1176531"/>
                  </a:moveTo>
                  <a:lnTo>
                    <a:pt x="1976616" y="1251719"/>
                  </a:lnTo>
                  <a:lnTo>
                    <a:pt x="2047392" y="1237680"/>
                  </a:lnTo>
                  <a:close/>
                  <a:moveTo>
                    <a:pt x="1856093" y="864558"/>
                  </a:moveTo>
                  <a:lnTo>
                    <a:pt x="1803870" y="884506"/>
                  </a:lnTo>
                  <a:lnTo>
                    <a:pt x="1924678" y="842328"/>
                  </a:lnTo>
                  <a:close/>
                  <a:moveTo>
                    <a:pt x="2326877" y="714086"/>
                  </a:moveTo>
                  <a:lnTo>
                    <a:pt x="2374214" y="675650"/>
                  </a:lnTo>
                  <a:lnTo>
                    <a:pt x="2343296" y="710689"/>
                  </a:lnTo>
                  <a:close/>
                  <a:moveTo>
                    <a:pt x="1827094" y="17930"/>
                  </a:moveTo>
                  <a:lnTo>
                    <a:pt x="1757536" y="40546"/>
                  </a:lnTo>
                  <a:lnTo>
                    <a:pt x="1855091" y="0"/>
                  </a:lnTo>
                  <a:close/>
                  <a:moveTo>
                    <a:pt x="2374214" y="675650"/>
                  </a:moveTo>
                  <a:lnTo>
                    <a:pt x="2387556" y="597512"/>
                  </a:lnTo>
                  <a:lnTo>
                    <a:pt x="2371095" y="645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10" name="Candidate_density__2109">
              <a:extLst>
                <a:ext uri="{FF2B5EF4-FFF2-40B4-BE49-F238E27FC236}">
                  <a16:creationId xmlns:a16="http://schemas.microsoft.com/office/drawing/2014/main" id="{40626F27-438F-0932-EA98-39DA7A8E0FBE}"/>
                </a:ext>
              </a:extLst>
            </p:cNvPr>
            <p:cNvSpPr>
              <a:spLocks noGrp="1"/>
            </p:cNvSpPr>
            <p:nvPr/>
          </p:nvSpPr>
          <p:spPr>
            <a:xfrm>
              <a:off x="3978895" y="1506742"/>
              <a:ext cx="1942757" cy="2303317"/>
            </a:xfrm>
            <a:custGeom>
              <a:avLst/>
              <a:gdLst/>
              <a:ahLst/>
              <a:cxnLst/>
              <a:rect l="0" t="0" r="0" b="0"/>
              <a:pathLst>
                <a:path w="1942757" h="2303317">
                  <a:moveTo>
                    <a:pt x="627322" y="2291399"/>
                  </a:moveTo>
                  <a:lnTo>
                    <a:pt x="573903" y="2209184"/>
                  </a:lnTo>
                  <a:lnTo>
                    <a:pt x="568989" y="2303317"/>
                  </a:lnTo>
                  <a:close/>
                  <a:moveTo>
                    <a:pt x="0" y="1387033"/>
                  </a:moveTo>
                  <a:lnTo>
                    <a:pt x="67953" y="1467361"/>
                  </a:lnTo>
                  <a:lnTo>
                    <a:pt x="65265" y="1369454"/>
                  </a:lnTo>
                  <a:close/>
                  <a:moveTo>
                    <a:pt x="0" y="1387033"/>
                  </a:moveTo>
                  <a:lnTo>
                    <a:pt x="60702" y="1469248"/>
                  </a:lnTo>
                  <a:lnTo>
                    <a:pt x="67953" y="1467361"/>
                  </a:lnTo>
                  <a:close/>
                  <a:moveTo>
                    <a:pt x="135583" y="1348596"/>
                  </a:moveTo>
                  <a:lnTo>
                    <a:pt x="90387" y="1266381"/>
                  </a:lnTo>
                  <a:lnTo>
                    <a:pt x="65265" y="1369454"/>
                  </a:lnTo>
                  <a:close/>
                  <a:moveTo>
                    <a:pt x="135583" y="1348596"/>
                  </a:moveTo>
                  <a:lnTo>
                    <a:pt x="172506" y="1227945"/>
                  </a:lnTo>
                  <a:lnTo>
                    <a:pt x="90387" y="1266381"/>
                  </a:lnTo>
                  <a:close/>
                  <a:moveTo>
                    <a:pt x="610897" y="1682799"/>
                  </a:moveTo>
                  <a:lnTo>
                    <a:pt x="651217" y="1619759"/>
                  </a:lnTo>
                  <a:lnTo>
                    <a:pt x="578090" y="1695366"/>
                  </a:lnTo>
                  <a:close/>
                  <a:moveTo>
                    <a:pt x="472850" y="919595"/>
                  </a:moveTo>
                  <a:lnTo>
                    <a:pt x="550630" y="916953"/>
                  </a:lnTo>
                  <a:lnTo>
                    <a:pt x="493934" y="879953"/>
                  </a:lnTo>
                  <a:close/>
                  <a:moveTo>
                    <a:pt x="493934" y="879953"/>
                  </a:moveTo>
                  <a:lnTo>
                    <a:pt x="550630" y="916953"/>
                  </a:lnTo>
                  <a:lnTo>
                    <a:pt x="503086" y="865990"/>
                  </a:lnTo>
                  <a:close/>
                  <a:moveTo>
                    <a:pt x="503086" y="865990"/>
                  </a:moveTo>
                  <a:lnTo>
                    <a:pt x="550630" y="916953"/>
                  </a:lnTo>
                  <a:lnTo>
                    <a:pt x="581618" y="909769"/>
                  </a:lnTo>
                  <a:close/>
                  <a:moveTo>
                    <a:pt x="503086" y="865990"/>
                  </a:moveTo>
                  <a:lnTo>
                    <a:pt x="581618" y="909769"/>
                  </a:lnTo>
                  <a:lnTo>
                    <a:pt x="574615" y="827554"/>
                  </a:lnTo>
                  <a:close/>
                  <a:moveTo>
                    <a:pt x="606758" y="991984"/>
                  </a:moveTo>
                  <a:lnTo>
                    <a:pt x="672600" y="1054097"/>
                  </a:lnTo>
                  <a:lnTo>
                    <a:pt x="682621" y="970330"/>
                  </a:lnTo>
                  <a:close/>
                  <a:moveTo>
                    <a:pt x="581618" y="909769"/>
                  </a:moveTo>
                  <a:lnTo>
                    <a:pt x="682621" y="970330"/>
                  </a:lnTo>
                  <a:lnTo>
                    <a:pt x="659923" y="888692"/>
                  </a:lnTo>
                  <a:close/>
                  <a:moveTo>
                    <a:pt x="581618" y="909769"/>
                  </a:moveTo>
                  <a:lnTo>
                    <a:pt x="606758" y="991984"/>
                  </a:lnTo>
                  <a:lnTo>
                    <a:pt x="682621" y="970330"/>
                  </a:lnTo>
                  <a:close/>
                  <a:moveTo>
                    <a:pt x="682621" y="970330"/>
                  </a:moveTo>
                  <a:lnTo>
                    <a:pt x="713629" y="953547"/>
                  </a:lnTo>
                  <a:lnTo>
                    <a:pt x="755861" y="871537"/>
                  </a:lnTo>
                  <a:close/>
                  <a:moveTo>
                    <a:pt x="574615" y="827554"/>
                  </a:moveTo>
                  <a:lnTo>
                    <a:pt x="581618" y="909769"/>
                  </a:lnTo>
                  <a:lnTo>
                    <a:pt x="659923" y="888692"/>
                  </a:lnTo>
                  <a:close/>
                  <a:moveTo>
                    <a:pt x="522225" y="745338"/>
                  </a:moveTo>
                  <a:lnTo>
                    <a:pt x="574615" y="827554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22225" y="745338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88226" y="706902"/>
                  </a:lnTo>
                  <a:lnTo>
                    <a:pt x="579744" y="624687"/>
                  </a:lnTo>
                  <a:close/>
                  <a:moveTo>
                    <a:pt x="1804169" y="2104559"/>
                  </a:moveTo>
                  <a:lnTo>
                    <a:pt x="1859674" y="2081211"/>
                  </a:lnTo>
                  <a:lnTo>
                    <a:pt x="1819336" y="2061114"/>
                  </a:lnTo>
                  <a:close/>
                  <a:moveTo>
                    <a:pt x="665571" y="668465"/>
                  </a:moveTo>
                  <a:lnTo>
                    <a:pt x="588226" y="706902"/>
                  </a:lnTo>
                  <a:lnTo>
                    <a:pt x="656315" y="778006"/>
                  </a:lnTo>
                  <a:close/>
                  <a:moveTo>
                    <a:pt x="579744" y="624687"/>
                  </a:moveTo>
                  <a:lnTo>
                    <a:pt x="669702" y="612858"/>
                  </a:lnTo>
                  <a:lnTo>
                    <a:pt x="652942" y="594091"/>
                  </a:lnTo>
                  <a:close/>
                  <a:moveTo>
                    <a:pt x="665571" y="668465"/>
                  </a:moveTo>
                  <a:lnTo>
                    <a:pt x="669702" y="612858"/>
                  </a:lnTo>
                  <a:lnTo>
                    <a:pt x="579744" y="624687"/>
                  </a:lnTo>
                  <a:close/>
                  <a:moveTo>
                    <a:pt x="588226" y="706902"/>
                  </a:moveTo>
                  <a:lnTo>
                    <a:pt x="665571" y="668465"/>
                  </a:lnTo>
                  <a:lnTo>
                    <a:pt x="579744" y="624687"/>
                  </a:lnTo>
                  <a:close/>
                  <a:moveTo>
                    <a:pt x="604201" y="583161"/>
                  </a:moveTo>
                  <a:lnTo>
                    <a:pt x="579744" y="624687"/>
                  </a:lnTo>
                  <a:lnTo>
                    <a:pt x="652942" y="594091"/>
                  </a:lnTo>
                  <a:close/>
                  <a:moveTo>
                    <a:pt x="724242" y="538115"/>
                  </a:moveTo>
                  <a:lnTo>
                    <a:pt x="652942" y="594091"/>
                  </a:lnTo>
                  <a:lnTo>
                    <a:pt x="685747" y="586250"/>
                  </a:lnTo>
                  <a:close/>
                  <a:moveTo>
                    <a:pt x="604201" y="583161"/>
                  </a:moveTo>
                  <a:lnTo>
                    <a:pt x="652942" y="594091"/>
                  </a:lnTo>
                  <a:lnTo>
                    <a:pt x="724242" y="538115"/>
                  </a:lnTo>
                  <a:close/>
                  <a:moveTo>
                    <a:pt x="652942" y="594091"/>
                  </a:moveTo>
                  <a:lnTo>
                    <a:pt x="669702" y="612858"/>
                  </a:lnTo>
                  <a:lnTo>
                    <a:pt x="685747" y="586250"/>
                  </a:lnTo>
                  <a:close/>
                  <a:moveTo>
                    <a:pt x="781267" y="550357"/>
                  </a:moveTo>
                  <a:lnTo>
                    <a:pt x="685747" y="586250"/>
                  </a:lnTo>
                  <a:lnTo>
                    <a:pt x="785096" y="550436"/>
                  </a:lnTo>
                  <a:close/>
                  <a:moveTo>
                    <a:pt x="685747" y="586250"/>
                  </a:moveTo>
                  <a:lnTo>
                    <a:pt x="669702" y="612858"/>
                  </a:lnTo>
                  <a:lnTo>
                    <a:pt x="785096" y="550436"/>
                  </a:lnTo>
                  <a:close/>
                  <a:moveTo>
                    <a:pt x="724242" y="538115"/>
                  </a:moveTo>
                  <a:lnTo>
                    <a:pt x="685747" y="586250"/>
                  </a:lnTo>
                  <a:lnTo>
                    <a:pt x="781267" y="550357"/>
                  </a:lnTo>
                  <a:close/>
                  <a:moveTo>
                    <a:pt x="724242" y="538115"/>
                  </a:moveTo>
                  <a:lnTo>
                    <a:pt x="781267" y="550357"/>
                  </a:lnTo>
                  <a:lnTo>
                    <a:pt x="736406" y="504036"/>
                  </a:lnTo>
                  <a:close/>
                  <a:moveTo>
                    <a:pt x="736406" y="504036"/>
                  </a:moveTo>
                  <a:lnTo>
                    <a:pt x="781267" y="550357"/>
                  </a:lnTo>
                  <a:lnTo>
                    <a:pt x="786228" y="547814"/>
                  </a:lnTo>
                  <a:close/>
                  <a:moveTo>
                    <a:pt x="736406" y="504036"/>
                  </a:moveTo>
                  <a:lnTo>
                    <a:pt x="786228" y="547814"/>
                  </a:lnTo>
                  <a:lnTo>
                    <a:pt x="803565" y="465599"/>
                  </a:lnTo>
                  <a:close/>
                  <a:moveTo>
                    <a:pt x="781267" y="550357"/>
                  </a:moveTo>
                  <a:lnTo>
                    <a:pt x="785096" y="550436"/>
                  </a:lnTo>
                  <a:lnTo>
                    <a:pt x="786228" y="547814"/>
                  </a:lnTo>
                  <a:close/>
                  <a:moveTo>
                    <a:pt x="1636007" y="1331529"/>
                  </a:moveTo>
                  <a:lnTo>
                    <a:pt x="1639736" y="1338094"/>
                  </a:lnTo>
                  <a:lnTo>
                    <a:pt x="1590350" y="1395341"/>
                  </a:lnTo>
                  <a:close/>
                  <a:moveTo>
                    <a:pt x="803565" y="465599"/>
                  </a:moveTo>
                  <a:lnTo>
                    <a:pt x="905664" y="507362"/>
                  </a:lnTo>
                  <a:lnTo>
                    <a:pt x="859786" y="447022"/>
                  </a:lnTo>
                  <a:close/>
                  <a:moveTo>
                    <a:pt x="904902" y="509378"/>
                  </a:moveTo>
                  <a:lnTo>
                    <a:pt x="905664" y="507362"/>
                  </a:lnTo>
                  <a:lnTo>
                    <a:pt x="803565" y="465599"/>
                  </a:lnTo>
                  <a:close/>
                  <a:moveTo>
                    <a:pt x="786228" y="547814"/>
                  </a:moveTo>
                  <a:lnTo>
                    <a:pt x="904902" y="509378"/>
                  </a:lnTo>
                  <a:lnTo>
                    <a:pt x="803565" y="465599"/>
                  </a:lnTo>
                  <a:close/>
                  <a:moveTo>
                    <a:pt x="828333" y="433433"/>
                  </a:moveTo>
                  <a:lnTo>
                    <a:pt x="803565" y="465599"/>
                  </a:lnTo>
                  <a:lnTo>
                    <a:pt x="859786" y="447022"/>
                  </a:lnTo>
                  <a:close/>
                  <a:moveTo>
                    <a:pt x="859786" y="447022"/>
                  </a:moveTo>
                  <a:lnTo>
                    <a:pt x="905664" y="507362"/>
                  </a:lnTo>
                  <a:lnTo>
                    <a:pt x="968130" y="462251"/>
                  </a:lnTo>
                  <a:close/>
                  <a:moveTo>
                    <a:pt x="1651894" y="1328211"/>
                  </a:moveTo>
                  <a:lnTo>
                    <a:pt x="1636007" y="1331529"/>
                  </a:lnTo>
                  <a:lnTo>
                    <a:pt x="1600411" y="1409566"/>
                  </a:lnTo>
                  <a:close/>
                  <a:moveTo>
                    <a:pt x="1703366" y="1386457"/>
                  </a:moveTo>
                  <a:lnTo>
                    <a:pt x="1771060" y="1298469"/>
                  </a:lnTo>
                  <a:lnTo>
                    <a:pt x="1766702" y="1295466"/>
                  </a:lnTo>
                  <a:close/>
                  <a:moveTo>
                    <a:pt x="1703366" y="1386457"/>
                  </a:moveTo>
                  <a:lnTo>
                    <a:pt x="1766702" y="1295466"/>
                  </a:lnTo>
                  <a:lnTo>
                    <a:pt x="1651894" y="1328211"/>
                  </a:lnTo>
                  <a:close/>
                  <a:moveTo>
                    <a:pt x="1836614" y="1264907"/>
                  </a:moveTo>
                  <a:lnTo>
                    <a:pt x="1766702" y="1295466"/>
                  </a:lnTo>
                  <a:lnTo>
                    <a:pt x="1779028" y="1293092"/>
                  </a:lnTo>
                  <a:close/>
                  <a:moveTo>
                    <a:pt x="1766702" y="1295466"/>
                  </a:moveTo>
                  <a:lnTo>
                    <a:pt x="1771060" y="1298469"/>
                  </a:lnTo>
                  <a:lnTo>
                    <a:pt x="1779028" y="1293092"/>
                  </a:lnTo>
                  <a:close/>
                  <a:moveTo>
                    <a:pt x="1522280" y="1140840"/>
                  </a:moveTo>
                  <a:lnTo>
                    <a:pt x="1539843" y="1158530"/>
                  </a:lnTo>
                  <a:lnTo>
                    <a:pt x="1586570" y="1102549"/>
                  </a:lnTo>
                  <a:close/>
                  <a:moveTo>
                    <a:pt x="906820" y="508877"/>
                  </a:moveTo>
                  <a:lnTo>
                    <a:pt x="968130" y="462251"/>
                  </a:lnTo>
                  <a:lnTo>
                    <a:pt x="905664" y="507362"/>
                  </a:lnTo>
                  <a:close/>
                  <a:moveTo>
                    <a:pt x="1818551" y="1353406"/>
                  </a:moveTo>
                  <a:lnTo>
                    <a:pt x="1779028" y="1293092"/>
                  </a:lnTo>
                  <a:lnTo>
                    <a:pt x="1771060" y="1298469"/>
                  </a:lnTo>
                  <a:close/>
                  <a:moveTo>
                    <a:pt x="1863682" y="1277215"/>
                  </a:moveTo>
                  <a:lnTo>
                    <a:pt x="1779028" y="1293092"/>
                  </a:lnTo>
                  <a:lnTo>
                    <a:pt x="1818551" y="1353406"/>
                  </a:lnTo>
                  <a:close/>
                  <a:moveTo>
                    <a:pt x="1836614" y="1264907"/>
                  </a:moveTo>
                  <a:lnTo>
                    <a:pt x="1779028" y="1293092"/>
                  </a:lnTo>
                  <a:lnTo>
                    <a:pt x="1863682" y="1277215"/>
                  </a:lnTo>
                  <a:close/>
                  <a:moveTo>
                    <a:pt x="1666831" y="815606"/>
                  </a:moveTo>
                  <a:lnTo>
                    <a:pt x="1728528" y="805144"/>
                  </a:lnTo>
                  <a:lnTo>
                    <a:pt x="1743686" y="765715"/>
                  </a:lnTo>
                  <a:close/>
                  <a:moveTo>
                    <a:pt x="1842413" y="794045"/>
                  </a:moveTo>
                  <a:lnTo>
                    <a:pt x="1767881" y="794047"/>
                  </a:lnTo>
                  <a:lnTo>
                    <a:pt x="1876255" y="866624"/>
                  </a:lnTo>
                  <a:close/>
                  <a:moveTo>
                    <a:pt x="1876255" y="866624"/>
                  </a:moveTo>
                  <a:lnTo>
                    <a:pt x="1942757" y="773059"/>
                  </a:lnTo>
                  <a:lnTo>
                    <a:pt x="1842413" y="794045"/>
                  </a:lnTo>
                  <a:close/>
                  <a:moveTo>
                    <a:pt x="1728528" y="805144"/>
                  </a:moveTo>
                  <a:lnTo>
                    <a:pt x="1767881" y="794047"/>
                  </a:lnTo>
                  <a:lnTo>
                    <a:pt x="1743686" y="765715"/>
                  </a:lnTo>
                  <a:close/>
                  <a:moveTo>
                    <a:pt x="1820040" y="772533"/>
                  </a:moveTo>
                  <a:lnTo>
                    <a:pt x="1767881" y="794047"/>
                  </a:lnTo>
                  <a:lnTo>
                    <a:pt x="1842413" y="794045"/>
                  </a:lnTo>
                  <a:close/>
                  <a:moveTo>
                    <a:pt x="1743686" y="765715"/>
                  </a:moveTo>
                  <a:lnTo>
                    <a:pt x="1767881" y="794047"/>
                  </a:lnTo>
                  <a:lnTo>
                    <a:pt x="1820040" y="772533"/>
                  </a:lnTo>
                  <a:close/>
                  <a:moveTo>
                    <a:pt x="1390224" y="218652"/>
                  </a:moveTo>
                  <a:lnTo>
                    <a:pt x="1384824" y="259966"/>
                  </a:lnTo>
                  <a:lnTo>
                    <a:pt x="1453961" y="191201"/>
                  </a:lnTo>
                  <a:close/>
                  <a:moveTo>
                    <a:pt x="1715006" y="443282"/>
                  </a:moveTo>
                  <a:lnTo>
                    <a:pt x="1775161" y="452992"/>
                  </a:lnTo>
                  <a:lnTo>
                    <a:pt x="1719904" y="437846"/>
                  </a:lnTo>
                  <a:close/>
                  <a:moveTo>
                    <a:pt x="1775161" y="452992"/>
                  </a:moveTo>
                  <a:lnTo>
                    <a:pt x="1792351" y="399410"/>
                  </a:lnTo>
                  <a:lnTo>
                    <a:pt x="1719904" y="437846"/>
                  </a:lnTo>
                  <a:close/>
                  <a:moveTo>
                    <a:pt x="1529179" y="166277"/>
                  </a:moveTo>
                  <a:lnTo>
                    <a:pt x="1519666" y="270255"/>
                  </a:lnTo>
                  <a:lnTo>
                    <a:pt x="1565817" y="152765"/>
                  </a:lnTo>
                  <a:close/>
                  <a:moveTo>
                    <a:pt x="1453961" y="191201"/>
                  </a:moveTo>
                  <a:lnTo>
                    <a:pt x="1519666" y="270255"/>
                  </a:lnTo>
                  <a:lnTo>
                    <a:pt x="1529179" y="166277"/>
                  </a:lnTo>
                  <a:close/>
                  <a:moveTo>
                    <a:pt x="1433649" y="108986"/>
                  </a:moveTo>
                  <a:lnTo>
                    <a:pt x="1529179" y="166277"/>
                  </a:lnTo>
                  <a:lnTo>
                    <a:pt x="1505953" y="85068"/>
                  </a:lnTo>
                  <a:close/>
                  <a:moveTo>
                    <a:pt x="1433649" y="108986"/>
                  </a:moveTo>
                  <a:lnTo>
                    <a:pt x="1453961" y="191201"/>
                  </a:lnTo>
                  <a:lnTo>
                    <a:pt x="1529179" y="166277"/>
                  </a:lnTo>
                  <a:close/>
                  <a:moveTo>
                    <a:pt x="1565817" y="152765"/>
                  </a:moveTo>
                  <a:lnTo>
                    <a:pt x="1548278" y="70549"/>
                  </a:lnTo>
                  <a:lnTo>
                    <a:pt x="1529179" y="166277"/>
                  </a:lnTo>
                  <a:close/>
                  <a:moveTo>
                    <a:pt x="1548278" y="70549"/>
                  </a:moveTo>
                  <a:lnTo>
                    <a:pt x="1505953" y="85068"/>
                  </a:lnTo>
                  <a:lnTo>
                    <a:pt x="1529179" y="166277"/>
                  </a:lnTo>
                  <a:close/>
                  <a:moveTo>
                    <a:pt x="1775161" y="452992"/>
                  </a:moveTo>
                  <a:lnTo>
                    <a:pt x="1810949" y="458757"/>
                  </a:lnTo>
                  <a:lnTo>
                    <a:pt x="1792351" y="399410"/>
                  </a:lnTo>
                  <a:close/>
                  <a:moveTo>
                    <a:pt x="1792351" y="399410"/>
                  </a:moveTo>
                  <a:lnTo>
                    <a:pt x="1852403" y="443189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792351" y="399410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817159" y="331359"/>
                  </a:lnTo>
                  <a:lnTo>
                    <a:pt x="1792351" y="399410"/>
                  </a:lnTo>
                  <a:close/>
                  <a:moveTo>
                    <a:pt x="1876511" y="338060"/>
                  </a:moveTo>
                  <a:lnTo>
                    <a:pt x="1910037" y="278758"/>
                  </a:lnTo>
                  <a:lnTo>
                    <a:pt x="1823624" y="317195"/>
                  </a:lnTo>
                  <a:close/>
                  <a:moveTo>
                    <a:pt x="1548278" y="70549"/>
                  </a:moveTo>
                  <a:lnTo>
                    <a:pt x="1662713" y="96023"/>
                  </a:lnTo>
                  <a:lnTo>
                    <a:pt x="1634493" y="41159"/>
                  </a:lnTo>
                  <a:close/>
                  <a:moveTo>
                    <a:pt x="1655227" y="114329"/>
                  </a:moveTo>
                  <a:lnTo>
                    <a:pt x="1662713" y="96023"/>
                  </a:lnTo>
                  <a:lnTo>
                    <a:pt x="1548278" y="70549"/>
                  </a:lnTo>
                  <a:close/>
                  <a:moveTo>
                    <a:pt x="1565817" y="152765"/>
                  </a:moveTo>
                  <a:lnTo>
                    <a:pt x="1655227" y="114329"/>
                  </a:lnTo>
                  <a:lnTo>
                    <a:pt x="1548278" y="70549"/>
                  </a:lnTo>
                  <a:close/>
                  <a:moveTo>
                    <a:pt x="1711561" y="0"/>
                  </a:moveTo>
                  <a:lnTo>
                    <a:pt x="1634493" y="41159"/>
                  </a:lnTo>
                  <a:lnTo>
                    <a:pt x="1672543" y="32113"/>
                  </a:lnTo>
                  <a:close/>
                  <a:moveTo>
                    <a:pt x="1634493" y="41159"/>
                  </a:moveTo>
                  <a:lnTo>
                    <a:pt x="1662713" y="96023"/>
                  </a:lnTo>
                  <a:lnTo>
                    <a:pt x="1672543" y="32113"/>
                  </a:lnTo>
                  <a:close/>
                  <a:moveTo>
                    <a:pt x="1662713" y="96023"/>
                  </a:moveTo>
                  <a:lnTo>
                    <a:pt x="1655227" y="114329"/>
                  </a:lnTo>
                  <a:lnTo>
                    <a:pt x="1686718" y="98792"/>
                  </a:lnTo>
                  <a:close/>
                  <a:moveTo>
                    <a:pt x="1742381" y="14040"/>
                  </a:moveTo>
                  <a:lnTo>
                    <a:pt x="1672543" y="32113"/>
                  </a:lnTo>
                  <a:lnTo>
                    <a:pt x="1785952" y="62934"/>
                  </a:lnTo>
                  <a:close/>
                  <a:moveTo>
                    <a:pt x="1672543" y="32113"/>
                  </a:moveTo>
                  <a:lnTo>
                    <a:pt x="1662713" y="96023"/>
                  </a:lnTo>
                  <a:lnTo>
                    <a:pt x="1785952" y="62934"/>
                  </a:lnTo>
                  <a:close/>
                  <a:moveTo>
                    <a:pt x="1785952" y="62934"/>
                  </a:moveTo>
                  <a:lnTo>
                    <a:pt x="1662713" y="96023"/>
                  </a:lnTo>
                  <a:lnTo>
                    <a:pt x="1754470" y="75891"/>
                  </a:lnTo>
                  <a:close/>
                  <a:moveTo>
                    <a:pt x="1711561" y="0"/>
                  </a:moveTo>
                  <a:lnTo>
                    <a:pt x="1672543" y="32113"/>
                  </a:lnTo>
                  <a:lnTo>
                    <a:pt x="1742381" y="14040"/>
                  </a:lnTo>
                  <a:close/>
                  <a:moveTo>
                    <a:pt x="1742381" y="14040"/>
                  </a:moveTo>
                  <a:lnTo>
                    <a:pt x="1785952" y="62934"/>
                  </a:lnTo>
                  <a:lnTo>
                    <a:pt x="1848664" y="1874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11" name="Candidate_density__2110">
              <a:extLst>
                <a:ext uri="{FF2B5EF4-FFF2-40B4-BE49-F238E27FC236}">
                  <a16:creationId xmlns:a16="http://schemas.microsoft.com/office/drawing/2014/main" id="{1B9D8D1B-8670-0787-C069-A51FF5E6302C}"/>
                </a:ext>
              </a:extLst>
            </p:cNvPr>
            <p:cNvSpPr>
              <a:spLocks noGrp="1"/>
            </p:cNvSpPr>
            <p:nvPr/>
          </p:nvSpPr>
          <p:spPr>
            <a:xfrm>
              <a:off x="3737049" y="1508053"/>
              <a:ext cx="2331823" cy="3066072"/>
            </a:xfrm>
            <a:custGeom>
              <a:avLst/>
              <a:gdLst/>
              <a:ahLst/>
              <a:cxnLst/>
              <a:rect l="0" t="0" r="0" b="0"/>
              <a:pathLst>
                <a:path w="2331823" h="3066072">
                  <a:moveTo>
                    <a:pt x="815750" y="2207873"/>
                  </a:moveTo>
                  <a:lnTo>
                    <a:pt x="797981" y="2212366"/>
                  </a:lnTo>
                  <a:lnTo>
                    <a:pt x="810836" y="2302007"/>
                  </a:lnTo>
                  <a:close/>
                  <a:moveTo>
                    <a:pt x="797981" y="2212366"/>
                  </a:moveTo>
                  <a:lnTo>
                    <a:pt x="815750" y="2207873"/>
                  </a:lnTo>
                  <a:lnTo>
                    <a:pt x="797573" y="2185689"/>
                  </a:lnTo>
                  <a:close/>
                  <a:moveTo>
                    <a:pt x="302549" y="1467938"/>
                  </a:moveTo>
                  <a:lnTo>
                    <a:pt x="187504" y="1506374"/>
                  </a:lnTo>
                  <a:lnTo>
                    <a:pt x="313844" y="1550152"/>
                  </a:lnTo>
                  <a:close/>
                  <a:moveTo>
                    <a:pt x="241847" y="1385722"/>
                  </a:moveTo>
                  <a:lnTo>
                    <a:pt x="187504" y="1506374"/>
                  </a:lnTo>
                  <a:lnTo>
                    <a:pt x="302549" y="1467938"/>
                  </a:lnTo>
                  <a:close/>
                  <a:moveTo>
                    <a:pt x="759761" y="2043253"/>
                  </a:moveTo>
                  <a:lnTo>
                    <a:pt x="764529" y="1922791"/>
                  </a:lnTo>
                  <a:lnTo>
                    <a:pt x="699395" y="1931646"/>
                  </a:lnTo>
                  <a:close/>
                  <a:moveTo>
                    <a:pt x="644412" y="1876254"/>
                  </a:moveTo>
                  <a:lnTo>
                    <a:pt x="635177" y="1879013"/>
                  </a:lnTo>
                  <a:lnTo>
                    <a:pt x="699395" y="1931646"/>
                  </a:lnTo>
                  <a:close/>
                  <a:moveTo>
                    <a:pt x="721988" y="1840576"/>
                  </a:moveTo>
                  <a:lnTo>
                    <a:pt x="644412" y="1876254"/>
                  </a:lnTo>
                  <a:lnTo>
                    <a:pt x="699395" y="1931646"/>
                  </a:lnTo>
                  <a:close/>
                  <a:moveTo>
                    <a:pt x="640149" y="1875763"/>
                  </a:moveTo>
                  <a:lnTo>
                    <a:pt x="635177" y="1879013"/>
                  </a:lnTo>
                  <a:lnTo>
                    <a:pt x="644412" y="1876254"/>
                  </a:lnTo>
                  <a:close/>
                  <a:moveTo>
                    <a:pt x="724331" y="1758361"/>
                  </a:moveTo>
                  <a:lnTo>
                    <a:pt x="644412" y="1876254"/>
                  </a:lnTo>
                  <a:lnTo>
                    <a:pt x="721988" y="1840576"/>
                  </a:lnTo>
                  <a:close/>
                  <a:moveTo>
                    <a:pt x="302549" y="1467938"/>
                  </a:moveTo>
                  <a:lnTo>
                    <a:pt x="371204" y="1490991"/>
                  </a:lnTo>
                  <a:lnTo>
                    <a:pt x="309799" y="1466051"/>
                  </a:lnTo>
                  <a:close/>
                  <a:moveTo>
                    <a:pt x="359051" y="1511716"/>
                  </a:moveTo>
                  <a:lnTo>
                    <a:pt x="371204" y="1490991"/>
                  </a:lnTo>
                  <a:lnTo>
                    <a:pt x="302549" y="1467938"/>
                  </a:lnTo>
                  <a:close/>
                  <a:moveTo>
                    <a:pt x="313844" y="1550152"/>
                  </a:moveTo>
                  <a:lnTo>
                    <a:pt x="359051" y="1511716"/>
                  </a:lnTo>
                  <a:lnTo>
                    <a:pt x="302549" y="1467938"/>
                  </a:lnTo>
                  <a:close/>
                  <a:moveTo>
                    <a:pt x="420268" y="1395777"/>
                  </a:moveTo>
                  <a:lnTo>
                    <a:pt x="377429" y="1347285"/>
                  </a:lnTo>
                  <a:lnTo>
                    <a:pt x="406409" y="1448101"/>
                  </a:lnTo>
                  <a:close/>
                  <a:moveTo>
                    <a:pt x="406409" y="1448101"/>
                  </a:moveTo>
                  <a:lnTo>
                    <a:pt x="377429" y="1347285"/>
                  </a:lnTo>
                  <a:lnTo>
                    <a:pt x="307112" y="1368143"/>
                  </a:lnTo>
                  <a:close/>
                  <a:moveTo>
                    <a:pt x="406409" y="1448101"/>
                  </a:moveTo>
                  <a:lnTo>
                    <a:pt x="307112" y="1368143"/>
                  </a:lnTo>
                  <a:lnTo>
                    <a:pt x="309799" y="1466051"/>
                  </a:lnTo>
                  <a:close/>
                  <a:moveTo>
                    <a:pt x="406409" y="1448101"/>
                  </a:moveTo>
                  <a:lnTo>
                    <a:pt x="309799" y="1466051"/>
                  </a:lnTo>
                  <a:lnTo>
                    <a:pt x="434590" y="1449323"/>
                  </a:lnTo>
                  <a:close/>
                  <a:moveTo>
                    <a:pt x="309799" y="1466051"/>
                  </a:moveTo>
                  <a:lnTo>
                    <a:pt x="371204" y="1490991"/>
                  </a:lnTo>
                  <a:lnTo>
                    <a:pt x="434590" y="1449323"/>
                  </a:lnTo>
                  <a:close/>
                  <a:moveTo>
                    <a:pt x="883" y="1139077"/>
                  </a:moveTo>
                  <a:lnTo>
                    <a:pt x="0" y="1154298"/>
                  </a:lnTo>
                  <a:lnTo>
                    <a:pt x="9105" y="1128366"/>
                  </a:lnTo>
                  <a:close/>
                  <a:moveTo>
                    <a:pt x="413022" y="1432143"/>
                  </a:moveTo>
                  <a:lnTo>
                    <a:pt x="457019" y="1406956"/>
                  </a:lnTo>
                  <a:lnTo>
                    <a:pt x="434590" y="1449323"/>
                  </a:lnTo>
                  <a:close/>
                  <a:moveTo>
                    <a:pt x="364361" y="1321600"/>
                  </a:moveTo>
                  <a:lnTo>
                    <a:pt x="457019" y="1406956"/>
                  </a:lnTo>
                  <a:lnTo>
                    <a:pt x="461064" y="1391065"/>
                  </a:lnTo>
                  <a:close/>
                  <a:moveTo>
                    <a:pt x="377429" y="1347285"/>
                  </a:moveTo>
                  <a:lnTo>
                    <a:pt x="457019" y="1406956"/>
                  </a:lnTo>
                  <a:lnTo>
                    <a:pt x="364361" y="1321600"/>
                  </a:lnTo>
                  <a:close/>
                  <a:moveTo>
                    <a:pt x="420268" y="1395777"/>
                  </a:moveTo>
                  <a:lnTo>
                    <a:pt x="457019" y="1406956"/>
                  </a:lnTo>
                  <a:lnTo>
                    <a:pt x="377429" y="1347285"/>
                  </a:lnTo>
                  <a:close/>
                  <a:moveTo>
                    <a:pt x="377429" y="1347285"/>
                  </a:moveTo>
                  <a:lnTo>
                    <a:pt x="373494" y="1284353"/>
                  </a:lnTo>
                  <a:lnTo>
                    <a:pt x="414352" y="1226634"/>
                  </a:lnTo>
                  <a:close/>
                  <a:moveTo>
                    <a:pt x="314754" y="1182855"/>
                  </a:moveTo>
                  <a:lnTo>
                    <a:pt x="414352" y="1226634"/>
                  </a:lnTo>
                  <a:lnTo>
                    <a:pt x="366489" y="1144419"/>
                  </a:lnTo>
                  <a:close/>
                  <a:moveTo>
                    <a:pt x="819936" y="1694056"/>
                  </a:moveTo>
                  <a:lnTo>
                    <a:pt x="893064" y="1618448"/>
                  </a:lnTo>
                  <a:lnTo>
                    <a:pt x="882023" y="1604080"/>
                  </a:lnTo>
                  <a:close/>
                  <a:moveTo>
                    <a:pt x="819936" y="1694056"/>
                  </a:moveTo>
                  <a:lnTo>
                    <a:pt x="882023" y="1604080"/>
                  </a:lnTo>
                  <a:lnTo>
                    <a:pt x="808541" y="1603228"/>
                  </a:lnTo>
                  <a:close/>
                  <a:moveTo>
                    <a:pt x="716385" y="1617556"/>
                  </a:moveTo>
                  <a:lnTo>
                    <a:pt x="808541" y="1603228"/>
                  </a:lnTo>
                  <a:lnTo>
                    <a:pt x="767194" y="1536750"/>
                  </a:lnTo>
                  <a:close/>
                  <a:moveTo>
                    <a:pt x="808541" y="1603228"/>
                  </a:moveTo>
                  <a:lnTo>
                    <a:pt x="882023" y="1604080"/>
                  </a:lnTo>
                  <a:lnTo>
                    <a:pt x="834843" y="1542345"/>
                  </a:lnTo>
                  <a:close/>
                  <a:moveTo>
                    <a:pt x="808541" y="1603228"/>
                  </a:moveTo>
                  <a:lnTo>
                    <a:pt x="834843" y="1542345"/>
                  </a:lnTo>
                  <a:lnTo>
                    <a:pt x="767194" y="1536750"/>
                  </a:lnTo>
                  <a:close/>
                  <a:moveTo>
                    <a:pt x="882023" y="1604080"/>
                  </a:moveTo>
                  <a:lnTo>
                    <a:pt x="893064" y="1618448"/>
                  </a:lnTo>
                  <a:lnTo>
                    <a:pt x="968356" y="1621293"/>
                  </a:lnTo>
                  <a:close/>
                  <a:moveTo>
                    <a:pt x="366489" y="1144419"/>
                  </a:moveTo>
                  <a:lnTo>
                    <a:pt x="453923" y="1109196"/>
                  </a:lnTo>
                  <a:lnTo>
                    <a:pt x="356247" y="1062204"/>
                  </a:lnTo>
                  <a:close/>
                  <a:moveTo>
                    <a:pt x="1045589" y="1631400"/>
                  </a:moveTo>
                  <a:lnTo>
                    <a:pt x="1035468" y="1643052"/>
                  </a:lnTo>
                  <a:lnTo>
                    <a:pt x="1091430" y="1655112"/>
                  </a:lnTo>
                  <a:close/>
                  <a:moveTo>
                    <a:pt x="2286213" y="3040708"/>
                  </a:moveTo>
                  <a:lnTo>
                    <a:pt x="2306708" y="3066072"/>
                  </a:lnTo>
                  <a:lnTo>
                    <a:pt x="2305925" y="3035829"/>
                  </a:lnTo>
                  <a:close/>
                  <a:moveTo>
                    <a:pt x="1139025" y="1643052"/>
                  </a:moveTo>
                  <a:lnTo>
                    <a:pt x="1193755" y="1691505"/>
                  </a:lnTo>
                  <a:lnTo>
                    <a:pt x="1195687" y="1630945"/>
                  </a:lnTo>
                  <a:close/>
                  <a:moveTo>
                    <a:pt x="449290" y="858680"/>
                  </a:moveTo>
                  <a:lnTo>
                    <a:pt x="499062" y="872315"/>
                  </a:lnTo>
                  <a:lnTo>
                    <a:pt x="580330" y="854755"/>
                  </a:lnTo>
                  <a:close/>
                  <a:moveTo>
                    <a:pt x="580330" y="854755"/>
                  </a:moveTo>
                  <a:lnTo>
                    <a:pt x="604135" y="864680"/>
                  </a:lnTo>
                  <a:lnTo>
                    <a:pt x="599156" y="861686"/>
                  </a:lnTo>
                  <a:close/>
                  <a:moveTo>
                    <a:pt x="520558" y="846480"/>
                  </a:moveTo>
                  <a:lnTo>
                    <a:pt x="580330" y="854755"/>
                  </a:lnTo>
                  <a:lnTo>
                    <a:pt x="599156" y="861686"/>
                  </a:lnTo>
                  <a:close/>
                  <a:moveTo>
                    <a:pt x="638591" y="880065"/>
                  </a:moveTo>
                  <a:lnTo>
                    <a:pt x="663410" y="886722"/>
                  </a:lnTo>
                  <a:lnTo>
                    <a:pt x="735780" y="878643"/>
                  </a:lnTo>
                  <a:close/>
                  <a:moveTo>
                    <a:pt x="1950202" y="2353929"/>
                  </a:moveTo>
                  <a:lnTo>
                    <a:pt x="1928996" y="2426766"/>
                  </a:lnTo>
                  <a:lnTo>
                    <a:pt x="2006885" y="2396522"/>
                  </a:lnTo>
                  <a:close/>
                  <a:moveTo>
                    <a:pt x="992822" y="1274318"/>
                  </a:moveTo>
                  <a:lnTo>
                    <a:pt x="987936" y="1264098"/>
                  </a:lnTo>
                  <a:lnTo>
                    <a:pt x="987067" y="1275755"/>
                  </a:lnTo>
                  <a:close/>
                  <a:moveTo>
                    <a:pt x="992822" y="1274318"/>
                  </a:moveTo>
                  <a:lnTo>
                    <a:pt x="994555" y="1275755"/>
                  </a:lnTo>
                  <a:lnTo>
                    <a:pt x="987936" y="1264098"/>
                  </a:lnTo>
                  <a:close/>
                  <a:moveTo>
                    <a:pt x="917572" y="1074719"/>
                  </a:moveTo>
                  <a:lnTo>
                    <a:pt x="914446" y="1052786"/>
                  </a:lnTo>
                  <a:lnTo>
                    <a:pt x="848605" y="990673"/>
                  </a:lnTo>
                  <a:close/>
                  <a:moveTo>
                    <a:pt x="848605" y="990673"/>
                  </a:moveTo>
                  <a:lnTo>
                    <a:pt x="782110" y="1029109"/>
                  </a:lnTo>
                  <a:lnTo>
                    <a:pt x="917572" y="1074719"/>
                  </a:lnTo>
                  <a:close/>
                  <a:moveTo>
                    <a:pt x="917572" y="1074719"/>
                  </a:moveTo>
                  <a:lnTo>
                    <a:pt x="923601" y="1072889"/>
                  </a:lnTo>
                  <a:lnTo>
                    <a:pt x="914446" y="1052786"/>
                  </a:lnTo>
                  <a:close/>
                  <a:moveTo>
                    <a:pt x="714696" y="918284"/>
                  </a:moveTo>
                  <a:lnTo>
                    <a:pt x="774104" y="1021929"/>
                  </a:lnTo>
                  <a:lnTo>
                    <a:pt x="792476" y="915643"/>
                  </a:lnTo>
                  <a:close/>
                  <a:moveTo>
                    <a:pt x="792476" y="915643"/>
                  </a:moveTo>
                  <a:lnTo>
                    <a:pt x="774104" y="1021929"/>
                  </a:lnTo>
                  <a:lnTo>
                    <a:pt x="823464" y="908458"/>
                  </a:lnTo>
                  <a:close/>
                  <a:moveTo>
                    <a:pt x="823464" y="908458"/>
                  </a:moveTo>
                  <a:lnTo>
                    <a:pt x="782110" y="1029109"/>
                  </a:lnTo>
                  <a:lnTo>
                    <a:pt x="848605" y="990673"/>
                  </a:lnTo>
                  <a:close/>
                  <a:moveTo>
                    <a:pt x="588535" y="860168"/>
                  </a:moveTo>
                  <a:lnTo>
                    <a:pt x="663410" y="886722"/>
                  </a:lnTo>
                  <a:lnTo>
                    <a:pt x="604135" y="864680"/>
                  </a:lnTo>
                  <a:close/>
                  <a:moveTo>
                    <a:pt x="714696" y="918284"/>
                  </a:moveTo>
                  <a:lnTo>
                    <a:pt x="663410" y="886722"/>
                  </a:lnTo>
                  <a:lnTo>
                    <a:pt x="588535" y="860168"/>
                  </a:lnTo>
                  <a:close/>
                  <a:moveTo>
                    <a:pt x="714696" y="918284"/>
                  </a:moveTo>
                  <a:lnTo>
                    <a:pt x="735780" y="878643"/>
                  </a:lnTo>
                  <a:lnTo>
                    <a:pt x="663410" y="886722"/>
                  </a:lnTo>
                  <a:close/>
                  <a:moveTo>
                    <a:pt x="580330" y="854755"/>
                  </a:moveTo>
                  <a:lnTo>
                    <a:pt x="553059" y="864680"/>
                  </a:lnTo>
                  <a:lnTo>
                    <a:pt x="588535" y="860168"/>
                  </a:lnTo>
                  <a:close/>
                  <a:moveTo>
                    <a:pt x="588535" y="860168"/>
                  </a:moveTo>
                  <a:lnTo>
                    <a:pt x="604135" y="864680"/>
                  </a:lnTo>
                  <a:lnTo>
                    <a:pt x="580330" y="854755"/>
                  </a:lnTo>
                  <a:close/>
                  <a:moveTo>
                    <a:pt x="1339110" y="1310699"/>
                  </a:moveTo>
                  <a:lnTo>
                    <a:pt x="1241794" y="1401749"/>
                  </a:lnTo>
                  <a:lnTo>
                    <a:pt x="1294202" y="1363312"/>
                  </a:lnTo>
                  <a:close/>
                  <a:moveTo>
                    <a:pt x="1339110" y="1310699"/>
                  </a:moveTo>
                  <a:lnTo>
                    <a:pt x="1295221" y="1361808"/>
                  </a:lnTo>
                  <a:lnTo>
                    <a:pt x="1241794" y="1401749"/>
                  </a:lnTo>
                  <a:close/>
                  <a:moveTo>
                    <a:pt x="816461" y="826243"/>
                  </a:moveTo>
                  <a:lnTo>
                    <a:pt x="901770" y="887381"/>
                  </a:lnTo>
                  <a:lnTo>
                    <a:pt x="887749" y="798687"/>
                  </a:lnTo>
                  <a:close/>
                  <a:moveTo>
                    <a:pt x="830073" y="705591"/>
                  </a:moveTo>
                  <a:lnTo>
                    <a:pt x="887749" y="798687"/>
                  </a:lnTo>
                  <a:lnTo>
                    <a:pt x="898161" y="776696"/>
                  </a:lnTo>
                  <a:close/>
                  <a:moveTo>
                    <a:pt x="816461" y="826243"/>
                  </a:moveTo>
                  <a:lnTo>
                    <a:pt x="887749" y="798687"/>
                  </a:lnTo>
                  <a:lnTo>
                    <a:pt x="830073" y="705591"/>
                  </a:lnTo>
                  <a:close/>
                  <a:moveTo>
                    <a:pt x="1676695" y="1736903"/>
                  </a:moveTo>
                  <a:lnTo>
                    <a:pt x="1661738" y="1794698"/>
                  </a:lnTo>
                  <a:lnTo>
                    <a:pt x="1669274" y="1774388"/>
                  </a:lnTo>
                  <a:close/>
                  <a:moveTo>
                    <a:pt x="2101520" y="2079901"/>
                  </a:moveTo>
                  <a:lnTo>
                    <a:pt x="2083630" y="2143734"/>
                  </a:lnTo>
                  <a:lnTo>
                    <a:pt x="2189850" y="2168775"/>
                  </a:lnTo>
                  <a:close/>
                  <a:moveTo>
                    <a:pt x="2046015" y="2103248"/>
                  </a:moveTo>
                  <a:lnTo>
                    <a:pt x="2083630" y="2143734"/>
                  </a:lnTo>
                  <a:lnTo>
                    <a:pt x="2101520" y="2079901"/>
                  </a:lnTo>
                  <a:close/>
                  <a:moveTo>
                    <a:pt x="1723363" y="1696182"/>
                  </a:moveTo>
                  <a:lnTo>
                    <a:pt x="1676695" y="1736903"/>
                  </a:lnTo>
                  <a:lnTo>
                    <a:pt x="1669274" y="1774388"/>
                  </a:lnTo>
                  <a:close/>
                  <a:moveTo>
                    <a:pt x="1339110" y="1310699"/>
                  </a:moveTo>
                  <a:lnTo>
                    <a:pt x="1399638" y="1325544"/>
                  </a:lnTo>
                  <a:lnTo>
                    <a:pt x="1414542" y="1314068"/>
                  </a:lnTo>
                  <a:close/>
                  <a:moveTo>
                    <a:pt x="1431852" y="959578"/>
                  </a:moveTo>
                  <a:lnTo>
                    <a:pt x="1429232" y="938591"/>
                  </a:lnTo>
                  <a:lnTo>
                    <a:pt x="1353969" y="962304"/>
                  </a:lnTo>
                  <a:close/>
                  <a:moveTo>
                    <a:pt x="1431852" y="959578"/>
                  </a:moveTo>
                  <a:lnTo>
                    <a:pt x="1441144" y="957579"/>
                  </a:lnTo>
                  <a:lnTo>
                    <a:pt x="1429232" y="938591"/>
                  </a:lnTo>
                  <a:close/>
                  <a:moveTo>
                    <a:pt x="1832196" y="1394031"/>
                  </a:moveTo>
                  <a:lnTo>
                    <a:pt x="1881583" y="1336784"/>
                  </a:lnTo>
                  <a:lnTo>
                    <a:pt x="1845564" y="1380555"/>
                  </a:lnTo>
                  <a:close/>
                  <a:moveTo>
                    <a:pt x="1181964" y="440996"/>
                  </a:moveTo>
                  <a:lnTo>
                    <a:pt x="1101633" y="445711"/>
                  </a:lnTo>
                  <a:lnTo>
                    <a:pt x="1209976" y="460941"/>
                  </a:lnTo>
                  <a:close/>
                  <a:moveTo>
                    <a:pt x="1893740" y="1326901"/>
                  </a:moveTo>
                  <a:lnTo>
                    <a:pt x="2008548" y="1294156"/>
                  </a:lnTo>
                  <a:lnTo>
                    <a:pt x="1897365" y="1223861"/>
                  </a:lnTo>
                  <a:close/>
                  <a:moveTo>
                    <a:pt x="1826938" y="1220525"/>
                  </a:moveTo>
                  <a:lnTo>
                    <a:pt x="1887612" y="1131699"/>
                  </a:lnTo>
                  <a:lnTo>
                    <a:pt x="1781690" y="1157219"/>
                  </a:lnTo>
                  <a:close/>
                  <a:moveTo>
                    <a:pt x="1698396" y="1164343"/>
                  </a:moveTo>
                  <a:lnTo>
                    <a:pt x="1781690" y="1157219"/>
                  </a:lnTo>
                  <a:lnTo>
                    <a:pt x="1764127" y="1139530"/>
                  </a:lnTo>
                  <a:close/>
                  <a:moveTo>
                    <a:pt x="1781690" y="1157219"/>
                  </a:moveTo>
                  <a:lnTo>
                    <a:pt x="1887612" y="1131699"/>
                  </a:lnTo>
                  <a:lnTo>
                    <a:pt x="1828416" y="1101238"/>
                  </a:lnTo>
                  <a:close/>
                  <a:moveTo>
                    <a:pt x="1282560" y="559397"/>
                  </a:moveTo>
                  <a:lnTo>
                    <a:pt x="1363298" y="540328"/>
                  </a:lnTo>
                  <a:lnTo>
                    <a:pt x="1303827" y="502607"/>
                  </a:lnTo>
                  <a:close/>
                  <a:moveTo>
                    <a:pt x="1282560" y="559397"/>
                  </a:moveTo>
                  <a:lnTo>
                    <a:pt x="1303827" y="502607"/>
                  </a:lnTo>
                  <a:lnTo>
                    <a:pt x="1242826" y="491608"/>
                  </a:lnTo>
                  <a:close/>
                  <a:moveTo>
                    <a:pt x="1148666" y="507566"/>
                  </a:moveTo>
                  <a:lnTo>
                    <a:pt x="1242826" y="491608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292971" y="492589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303827" y="502607"/>
                  </a:lnTo>
                  <a:lnTo>
                    <a:pt x="1292971" y="492589"/>
                  </a:lnTo>
                  <a:close/>
                  <a:moveTo>
                    <a:pt x="2152071" y="1338158"/>
                  </a:moveTo>
                  <a:lnTo>
                    <a:pt x="2105529" y="1275905"/>
                  </a:lnTo>
                  <a:lnTo>
                    <a:pt x="2060398" y="1352096"/>
                  </a:lnTo>
                  <a:close/>
                  <a:moveTo>
                    <a:pt x="2152071" y="1338158"/>
                  </a:moveTo>
                  <a:lnTo>
                    <a:pt x="2183420" y="1273172"/>
                  </a:lnTo>
                  <a:lnTo>
                    <a:pt x="2105529" y="1275905"/>
                  </a:lnTo>
                  <a:close/>
                  <a:moveTo>
                    <a:pt x="1379099" y="541504"/>
                  </a:moveTo>
                  <a:lnTo>
                    <a:pt x="1386031" y="551845"/>
                  </a:lnTo>
                  <a:lnTo>
                    <a:pt x="1363298" y="540328"/>
                  </a:lnTo>
                  <a:close/>
                  <a:moveTo>
                    <a:pt x="2007932" y="848153"/>
                  </a:moveTo>
                  <a:lnTo>
                    <a:pt x="1970375" y="803833"/>
                  </a:lnTo>
                  <a:lnTo>
                    <a:pt x="2013298" y="889925"/>
                  </a:lnTo>
                  <a:close/>
                  <a:moveTo>
                    <a:pt x="2013298" y="889925"/>
                  </a:moveTo>
                  <a:lnTo>
                    <a:pt x="1970375" y="803833"/>
                  </a:lnTo>
                  <a:lnTo>
                    <a:pt x="1908678" y="814295"/>
                  </a:lnTo>
                  <a:close/>
                  <a:moveTo>
                    <a:pt x="2013298" y="889925"/>
                  </a:moveTo>
                  <a:lnTo>
                    <a:pt x="1908678" y="814295"/>
                  </a:lnTo>
                  <a:lnTo>
                    <a:pt x="1942185" y="887147"/>
                  </a:lnTo>
                  <a:close/>
                  <a:moveTo>
                    <a:pt x="2013298" y="889925"/>
                  </a:moveTo>
                  <a:lnTo>
                    <a:pt x="2033908" y="886048"/>
                  </a:lnTo>
                  <a:lnTo>
                    <a:pt x="2007932" y="848153"/>
                  </a:lnTo>
                  <a:close/>
                  <a:moveTo>
                    <a:pt x="1985532" y="764405"/>
                  </a:moveTo>
                  <a:lnTo>
                    <a:pt x="1875373" y="760055"/>
                  </a:lnTo>
                  <a:lnTo>
                    <a:pt x="1908678" y="814295"/>
                  </a:lnTo>
                  <a:close/>
                  <a:moveTo>
                    <a:pt x="2154478" y="902204"/>
                  </a:moveTo>
                  <a:lnTo>
                    <a:pt x="2118101" y="865314"/>
                  </a:lnTo>
                  <a:lnTo>
                    <a:pt x="2033908" y="886048"/>
                  </a:lnTo>
                  <a:close/>
                  <a:moveTo>
                    <a:pt x="2118101" y="865314"/>
                  </a:moveTo>
                  <a:lnTo>
                    <a:pt x="2007932" y="848153"/>
                  </a:lnTo>
                  <a:lnTo>
                    <a:pt x="2033908" y="886048"/>
                  </a:lnTo>
                  <a:close/>
                  <a:moveTo>
                    <a:pt x="2009728" y="792736"/>
                  </a:moveTo>
                  <a:lnTo>
                    <a:pt x="2007932" y="848153"/>
                  </a:lnTo>
                  <a:lnTo>
                    <a:pt x="2118101" y="865314"/>
                  </a:lnTo>
                  <a:close/>
                  <a:moveTo>
                    <a:pt x="2118101" y="865314"/>
                  </a:moveTo>
                  <a:lnTo>
                    <a:pt x="2192387" y="865513"/>
                  </a:lnTo>
                  <a:lnTo>
                    <a:pt x="2184604" y="771749"/>
                  </a:lnTo>
                  <a:close/>
                  <a:moveTo>
                    <a:pt x="1970375" y="803833"/>
                  </a:moveTo>
                  <a:lnTo>
                    <a:pt x="2007932" y="848153"/>
                  </a:lnTo>
                  <a:lnTo>
                    <a:pt x="2009728" y="792736"/>
                  </a:lnTo>
                  <a:close/>
                  <a:moveTo>
                    <a:pt x="1756378" y="276967"/>
                  </a:moveTo>
                  <a:lnTo>
                    <a:pt x="1687136" y="310542"/>
                  </a:lnTo>
                  <a:lnTo>
                    <a:pt x="1763159" y="275102"/>
                  </a:lnTo>
                  <a:close/>
                  <a:moveTo>
                    <a:pt x="1763159" y="275102"/>
                  </a:moveTo>
                  <a:lnTo>
                    <a:pt x="1687136" y="310542"/>
                  </a:lnTo>
                  <a:lnTo>
                    <a:pt x="1660230" y="384130"/>
                  </a:lnTo>
                  <a:close/>
                  <a:moveTo>
                    <a:pt x="1763159" y="275102"/>
                  </a:moveTo>
                  <a:lnTo>
                    <a:pt x="1660230" y="384130"/>
                  </a:lnTo>
                  <a:lnTo>
                    <a:pt x="1698103" y="310526"/>
                  </a:lnTo>
                  <a:close/>
                  <a:moveTo>
                    <a:pt x="1695808" y="189891"/>
                  </a:moveTo>
                  <a:lnTo>
                    <a:pt x="1687136" y="310542"/>
                  </a:lnTo>
                  <a:lnTo>
                    <a:pt x="1761513" y="268945"/>
                  </a:lnTo>
                  <a:close/>
                  <a:moveTo>
                    <a:pt x="1761513" y="268945"/>
                  </a:moveTo>
                  <a:lnTo>
                    <a:pt x="1687136" y="310542"/>
                  </a:lnTo>
                  <a:lnTo>
                    <a:pt x="1756378" y="276967"/>
                  </a:lnTo>
                  <a:close/>
                  <a:moveTo>
                    <a:pt x="2211214" y="765397"/>
                  </a:moveTo>
                  <a:lnTo>
                    <a:pt x="2331823" y="809175"/>
                  </a:lnTo>
                  <a:lnTo>
                    <a:pt x="2283736" y="726960"/>
                  </a:lnTo>
                  <a:close/>
                  <a:moveTo>
                    <a:pt x="1893232" y="482766"/>
                  </a:moveTo>
                  <a:lnTo>
                    <a:pt x="1936363" y="491512"/>
                  </a:lnTo>
                  <a:lnTo>
                    <a:pt x="2017008" y="451682"/>
                  </a:lnTo>
                  <a:close/>
                  <a:moveTo>
                    <a:pt x="1956852" y="441972"/>
                  </a:moveTo>
                  <a:lnTo>
                    <a:pt x="1893232" y="482766"/>
                  </a:lnTo>
                  <a:lnTo>
                    <a:pt x="2017008" y="451682"/>
                  </a:lnTo>
                  <a:close/>
                  <a:moveTo>
                    <a:pt x="1761513" y="268945"/>
                  </a:moveTo>
                  <a:lnTo>
                    <a:pt x="1814369" y="272106"/>
                  </a:lnTo>
                  <a:lnTo>
                    <a:pt x="1807664" y="151454"/>
                  </a:lnTo>
                  <a:close/>
                  <a:moveTo>
                    <a:pt x="2278173" y="644745"/>
                  </a:moveTo>
                  <a:lnTo>
                    <a:pt x="2283736" y="726960"/>
                  </a:lnTo>
                  <a:lnTo>
                    <a:pt x="2331775" y="688524"/>
                  </a:lnTo>
                  <a:close/>
                  <a:moveTo>
                    <a:pt x="2328814" y="606308"/>
                  </a:moveTo>
                  <a:lnTo>
                    <a:pt x="2284588" y="616148"/>
                  </a:lnTo>
                  <a:lnTo>
                    <a:pt x="2278173" y="644745"/>
                  </a:lnTo>
                  <a:close/>
                  <a:moveTo>
                    <a:pt x="1807664" y="151454"/>
                  </a:moveTo>
                  <a:lnTo>
                    <a:pt x="1879954" y="217920"/>
                  </a:lnTo>
                  <a:lnTo>
                    <a:pt x="1897074" y="113018"/>
                  </a:lnTo>
                  <a:close/>
                  <a:moveTo>
                    <a:pt x="2118357" y="336750"/>
                  </a:moveTo>
                  <a:lnTo>
                    <a:pt x="2106008" y="359663"/>
                  </a:lnTo>
                  <a:lnTo>
                    <a:pt x="2127610" y="257031"/>
                  </a:lnTo>
                  <a:close/>
                  <a:moveTo>
                    <a:pt x="2074417" y="0"/>
                  </a:moveTo>
                  <a:lnTo>
                    <a:pt x="1984228" y="12730"/>
                  </a:lnTo>
                  <a:lnTo>
                    <a:pt x="2090511" y="17436"/>
                  </a:lnTo>
                  <a:close/>
                  <a:moveTo>
                    <a:pt x="2038867" y="68401"/>
                  </a:moveTo>
                  <a:lnTo>
                    <a:pt x="2090511" y="17436"/>
                  </a:lnTo>
                  <a:lnTo>
                    <a:pt x="2027799" y="61623"/>
                  </a:lnTo>
                  <a:close/>
                  <a:moveTo>
                    <a:pt x="2038867" y="68401"/>
                  </a:moveTo>
                  <a:lnTo>
                    <a:pt x="2126132" y="58047"/>
                  </a:lnTo>
                  <a:lnTo>
                    <a:pt x="2090511" y="1743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12" name="Candidate_density__2111">
              <a:extLst>
                <a:ext uri="{FF2B5EF4-FFF2-40B4-BE49-F238E27FC236}">
                  <a16:creationId xmlns:a16="http://schemas.microsoft.com/office/drawing/2014/main" id="{70C72CBE-FBBB-5ECA-8885-B423FAE7FBF2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906152"/>
              <a:ext cx="2584609" cy="2098000"/>
            </a:xfrm>
            <a:custGeom>
              <a:avLst/>
              <a:gdLst/>
              <a:ahLst/>
              <a:cxnLst/>
              <a:rect l="0" t="0" r="0" b="0"/>
              <a:pathLst>
                <a:path w="2584609" h="2098000">
                  <a:moveTo>
                    <a:pt x="83157" y="1222197"/>
                  </a:moveTo>
                  <a:lnTo>
                    <a:pt x="0" y="1189942"/>
                  </a:lnTo>
                  <a:lnTo>
                    <a:pt x="19630" y="1199883"/>
                  </a:lnTo>
                  <a:close/>
                  <a:moveTo>
                    <a:pt x="619998" y="1886646"/>
                  </a:moveTo>
                  <a:lnTo>
                    <a:pt x="623406" y="1894875"/>
                  </a:lnTo>
                  <a:lnTo>
                    <a:pt x="637859" y="1902846"/>
                  </a:lnTo>
                  <a:close/>
                  <a:moveTo>
                    <a:pt x="719817" y="1930616"/>
                  </a:moveTo>
                  <a:lnTo>
                    <a:pt x="623406" y="1894875"/>
                  </a:lnTo>
                  <a:lnTo>
                    <a:pt x="668987" y="1918410"/>
                  </a:lnTo>
                  <a:close/>
                  <a:moveTo>
                    <a:pt x="719817" y="1930616"/>
                  </a:moveTo>
                  <a:lnTo>
                    <a:pt x="637859" y="1902846"/>
                  </a:lnTo>
                  <a:lnTo>
                    <a:pt x="623406" y="1894875"/>
                  </a:lnTo>
                  <a:close/>
                  <a:moveTo>
                    <a:pt x="179015" y="1311141"/>
                  </a:moveTo>
                  <a:lnTo>
                    <a:pt x="180087" y="1312271"/>
                  </a:lnTo>
                  <a:lnTo>
                    <a:pt x="182408" y="1314622"/>
                  </a:lnTo>
                  <a:close/>
                  <a:moveTo>
                    <a:pt x="179015" y="1311141"/>
                  </a:moveTo>
                  <a:lnTo>
                    <a:pt x="91248" y="1228926"/>
                  </a:lnTo>
                  <a:lnTo>
                    <a:pt x="129501" y="1253304"/>
                  </a:lnTo>
                  <a:close/>
                  <a:moveTo>
                    <a:pt x="797974" y="1944172"/>
                  </a:moveTo>
                  <a:lnTo>
                    <a:pt x="922685" y="1916588"/>
                  </a:lnTo>
                  <a:lnTo>
                    <a:pt x="842398" y="1895066"/>
                  </a:lnTo>
                  <a:close/>
                  <a:moveTo>
                    <a:pt x="637859" y="1902846"/>
                  </a:moveTo>
                  <a:lnTo>
                    <a:pt x="719817" y="1930616"/>
                  </a:lnTo>
                  <a:lnTo>
                    <a:pt x="771885" y="1910089"/>
                  </a:lnTo>
                  <a:close/>
                  <a:moveTo>
                    <a:pt x="91248" y="1228926"/>
                  </a:moveTo>
                  <a:lnTo>
                    <a:pt x="179015" y="1311141"/>
                  </a:lnTo>
                  <a:lnTo>
                    <a:pt x="92799" y="1222550"/>
                  </a:lnTo>
                  <a:close/>
                  <a:moveTo>
                    <a:pt x="83157" y="1222197"/>
                  </a:moveTo>
                  <a:lnTo>
                    <a:pt x="91248" y="1228926"/>
                  </a:lnTo>
                  <a:lnTo>
                    <a:pt x="92799" y="1222550"/>
                  </a:lnTo>
                  <a:close/>
                  <a:moveTo>
                    <a:pt x="1084402" y="2027362"/>
                  </a:moveTo>
                  <a:lnTo>
                    <a:pt x="1001178" y="1994858"/>
                  </a:lnTo>
                  <a:lnTo>
                    <a:pt x="1036937" y="2065097"/>
                  </a:lnTo>
                  <a:close/>
                  <a:moveTo>
                    <a:pt x="1036937" y="2065097"/>
                  </a:moveTo>
                  <a:lnTo>
                    <a:pt x="1105056" y="2041130"/>
                  </a:lnTo>
                  <a:lnTo>
                    <a:pt x="1084402" y="2027362"/>
                  </a:lnTo>
                  <a:close/>
                  <a:moveTo>
                    <a:pt x="922685" y="1916588"/>
                  </a:moveTo>
                  <a:lnTo>
                    <a:pt x="939502" y="1819669"/>
                  </a:lnTo>
                  <a:lnTo>
                    <a:pt x="939968" y="1809774"/>
                  </a:lnTo>
                  <a:close/>
                  <a:moveTo>
                    <a:pt x="893723" y="1871759"/>
                  </a:moveTo>
                  <a:lnTo>
                    <a:pt x="922685" y="1916588"/>
                  </a:lnTo>
                  <a:lnTo>
                    <a:pt x="939968" y="1809774"/>
                  </a:lnTo>
                  <a:close/>
                  <a:moveTo>
                    <a:pt x="842398" y="1895066"/>
                  </a:moveTo>
                  <a:lnTo>
                    <a:pt x="922685" y="1916588"/>
                  </a:lnTo>
                  <a:lnTo>
                    <a:pt x="893723" y="1871759"/>
                  </a:lnTo>
                  <a:close/>
                  <a:moveTo>
                    <a:pt x="322314" y="1190489"/>
                  </a:moveTo>
                  <a:lnTo>
                    <a:pt x="304200" y="1171869"/>
                  </a:lnTo>
                  <a:lnTo>
                    <a:pt x="362654" y="1216013"/>
                  </a:lnTo>
                  <a:close/>
                  <a:moveTo>
                    <a:pt x="322314" y="1190489"/>
                  </a:moveTo>
                  <a:lnTo>
                    <a:pt x="307427" y="1072983"/>
                  </a:lnTo>
                  <a:lnTo>
                    <a:pt x="304200" y="1171869"/>
                  </a:lnTo>
                  <a:close/>
                  <a:moveTo>
                    <a:pt x="1072067" y="1872581"/>
                  </a:moveTo>
                  <a:lnTo>
                    <a:pt x="1091867" y="1891989"/>
                  </a:lnTo>
                  <a:lnTo>
                    <a:pt x="1152472" y="1967898"/>
                  </a:lnTo>
                  <a:close/>
                  <a:moveTo>
                    <a:pt x="939968" y="1809774"/>
                  </a:moveTo>
                  <a:lnTo>
                    <a:pt x="952494" y="1709016"/>
                  </a:lnTo>
                  <a:lnTo>
                    <a:pt x="932960" y="1689122"/>
                  </a:lnTo>
                  <a:close/>
                  <a:moveTo>
                    <a:pt x="952494" y="1709016"/>
                  </a:moveTo>
                  <a:lnTo>
                    <a:pt x="921286" y="1634295"/>
                  </a:lnTo>
                  <a:lnTo>
                    <a:pt x="932960" y="1689122"/>
                  </a:lnTo>
                  <a:close/>
                  <a:moveTo>
                    <a:pt x="1268784" y="2034022"/>
                  </a:moveTo>
                  <a:lnTo>
                    <a:pt x="1258831" y="2017982"/>
                  </a:lnTo>
                  <a:lnTo>
                    <a:pt x="1152472" y="1967898"/>
                  </a:lnTo>
                  <a:close/>
                  <a:moveTo>
                    <a:pt x="1258831" y="2017982"/>
                  </a:moveTo>
                  <a:lnTo>
                    <a:pt x="1318809" y="1979546"/>
                  </a:lnTo>
                  <a:lnTo>
                    <a:pt x="1200580" y="1967870"/>
                  </a:lnTo>
                  <a:close/>
                  <a:moveTo>
                    <a:pt x="1419277" y="2013025"/>
                  </a:moveTo>
                  <a:lnTo>
                    <a:pt x="1384446" y="2098000"/>
                  </a:lnTo>
                  <a:lnTo>
                    <a:pt x="1490119" y="1999235"/>
                  </a:lnTo>
                  <a:close/>
                  <a:moveTo>
                    <a:pt x="987227" y="1524692"/>
                  </a:moveTo>
                  <a:lnTo>
                    <a:pt x="966498" y="1434791"/>
                  </a:lnTo>
                  <a:lnTo>
                    <a:pt x="998592" y="1404040"/>
                  </a:lnTo>
                  <a:close/>
                  <a:moveTo>
                    <a:pt x="1497223" y="1969489"/>
                  </a:moveTo>
                  <a:lnTo>
                    <a:pt x="1419277" y="2013025"/>
                  </a:lnTo>
                  <a:lnTo>
                    <a:pt x="1490119" y="1999235"/>
                  </a:lnTo>
                  <a:close/>
                  <a:moveTo>
                    <a:pt x="1497223" y="1969489"/>
                  </a:moveTo>
                  <a:lnTo>
                    <a:pt x="1430410" y="1963215"/>
                  </a:lnTo>
                  <a:lnTo>
                    <a:pt x="1419277" y="2013025"/>
                  </a:lnTo>
                  <a:close/>
                  <a:moveTo>
                    <a:pt x="1497223" y="1969489"/>
                  </a:moveTo>
                  <a:lnTo>
                    <a:pt x="1490119" y="1999235"/>
                  </a:lnTo>
                  <a:lnTo>
                    <a:pt x="1519464" y="1979546"/>
                  </a:lnTo>
                  <a:close/>
                  <a:moveTo>
                    <a:pt x="1521042" y="1899646"/>
                  </a:moveTo>
                  <a:lnTo>
                    <a:pt x="1578872" y="1863610"/>
                  </a:lnTo>
                  <a:lnTo>
                    <a:pt x="1573062" y="1858894"/>
                  </a:lnTo>
                  <a:close/>
                  <a:moveTo>
                    <a:pt x="1497223" y="1969489"/>
                  </a:moveTo>
                  <a:lnTo>
                    <a:pt x="1554115" y="1959846"/>
                  </a:lnTo>
                  <a:lnTo>
                    <a:pt x="1521042" y="1899646"/>
                  </a:lnTo>
                  <a:close/>
                  <a:moveTo>
                    <a:pt x="941946" y="1317222"/>
                  </a:moveTo>
                  <a:lnTo>
                    <a:pt x="942905" y="1346581"/>
                  </a:lnTo>
                  <a:lnTo>
                    <a:pt x="1060666" y="1381389"/>
                  </a:lnTo>
                  <a:close/>
                  <a:moveTo>
                    <a:pt x="724520" y="872340"/>
                  </a:moveTo>
                  <a:lnTo>
                    <a:pt x="724527" y="872313"/>
                  </a:lnTo>
                  <a:lnTo>
                    <a:pt x="657866" y="901635"/>
                  </a:lnTo>
                  <a:close/>
                  <a:moveTo>
                    <a:pt x="947079" y="998307"/>
                  </a:moveTo>
                  <a:lnTo>
                    <a:pt x="959373" y="1002777"/>
                  </a:lnTo>
                  <a:lnTo>
                    <a:pt x="962670" y="990073"/>
                  </a:lnTo>
                  <a:close/>
                  <a:moveTo>
                    <a:pt x="704796" y="788283"/>
                  </a:moveTo>
                  <a:lnTo>
                    <a:pt x="710658" y="833876"/>
                  </a:lnTo>
                  <a:lnTo>
                    <a:pt x="676161" y="751662"/>
                  </a:lnTo>
                  <a:close/>
                  <a:moveTo>
                    <a:pt x="1433071" y="1560683"/>
                  </a:moveTo>
                  <a:lnTo>
                    <a:pt x="1410441" y="1549584"/>
                  </a:lnTo>
                  <a:lnTo>
                    <a:pt x="1366414" y="1491598"/>
                  </a:lnTo>
                  <a:close/>
                  <a:moveTo>
                    <a:pt x="1528618" y="1543597"/>
                  </a:moveTo>
                  <a:lnTo>
                    <a:pt x="1534294" y="1518789"/>
                  </a:lnTo>
                  <a:lnTo>
                    <a:pt x="1425881" y="1491598"/>
                  </a:lnTo>
                  <a:close/>
                  <a:moveTo>
                    <a:pt x="1576373" y="1465273"/>
                  </a:moveTo>
                  <a:lnTo>
                    <a:pt x="1534294" y="1518789"/>
                  </a:lnTo>
                  <a:lnTo>
                    <a:pt x="1528618" y="1543597"/>
                  </a:lnTo>
                  <a:close/>
                  <a:moveTo>
                    <a:pt x="1576373" y="1465273"/>
                  </a:moveTo>
                  <a:lnTo>
                    <a:pt x="1528618" y="1543597"/>
                  </a:lnTo>
                  <a:lnTo>
                    <a:pt x="1599689" y="1546410"/>
                  </a:lnTo>
                  <a:close/>
                  <a:moveTo>
                    <a:pt x="1242686" y="1294002"/>
                  </a:moveTo>
                  <a:lnTo>
                    <a:pt x="1303462" y="1305184"/>
                  </a:lnTo>
                  <a:lnTo>
                    <a:pt x="1257948" y="1242094"/>
                  </a:lnTo>
                  <a:close/>
                  <a:moveTo>
                    <a:pt x="1303462" y="1305184"/>
                  </a:moveTo>
                  <a:lnTo>
                    <a:pt x="1354402" y="1324363"/>
                  </a:lnTo>
                  <a:lnTo>
                    <a:pt x="1257948" y="1242094"/>
                  </a:lnTo>
                  <a:close/>
                  <a:moveTo>
                    <a:pt x="962670" y="990073"/>
                  </a:moveTo>
                  <a:lnTo>
                    <a:pt x="987549" y="879779"/>
                  </a:lnTo>
                  <a:lnTo>
                    <a:pt x="947079" y="998307"/>
                  </a:lnTo>
                  <a:close/>
                  <a:moveTo>
                    <a:pt x="962670" y="990073"/>
                  </a:moveTo>
                  <a:lnTo>
                    <a:pt x="1054548" y="885902"/>
                  </a:lnTo>
                  <a:lnTo>
                    <a:pt x="987549" y="879779"/>
                  </a:lnTo>
                  <a:close/>
                  <a:moveTo>
                    <a:pt x="1054548" y="885902"/>
                  </a:moveTo>
                  <a:lnTo>
                    <a:pt x="1062626" y="869933"/>
                  </a:lnTo>
                  <a:lnTo>
                    <a:pt x="987530" y="867819"/>
                  </a:lnTo>
                  <a:close/>
                  <a:moveTo>
                    <a:pt x="1054548" y="885902"/>
                  </a:moveTo>
                  <a:lnTo>
                    <a:pt x="1113453" y="898605"/>
                  </a:lnTo>
                  <a:lnTo>
                    <a:pt x="1062626" y="869933"/>
                  </a:lnTo>
                  <a:close/>
                  <a:moveTo>
                    <a:pt x="1137945" y="778601"/>
                  </a:moveTo>
                  <a:lnTo>
                    <a:pt x="1140270" y="676619"/>
                  </a:lnTo>
                  <a:lnTo>
                    <a:pt x="1136729" y="757004"/>
                  </a:lnTo>
                  <a:close/>
                  <a:moveTo>
                    <a:pt x="1136729" y="757004"/>
                  </a:moveTo>
                  <a:lnTo>
                    <a:pt x="1133509" y="674789"/>
                  </a:lnTo>
                  <a:lnTo>
                    <a:pt x="1177118" y="718567"/>
                  </a:lnTo>
                  <a:close/>
                  <a:moveTo>
                    <a:pt x="1941014" y="1494414"/>
                  </a:moveTo>
                  <a:lnTo>
                    <a:pt x="2023291" y="1523375"/>
                  </a:lnTo>
                  <a:lnTo>
                    <a:pt x="1997011" y="1505262"/>
                  </a:lnTo>
                  <a:close/>
                  <a:moveTo>
                    <a:pt x="1556583" y="1171718"/>
                  </a:moveTo>
                  <a:lnTo>
                    <a:pt x="1621754" y="1136727"/>
                  </a:lnTo>
                  <a:lnTo>
                    <a:pt x="1666198" y="1091207"/>
                  </a:lnTo>
                  <a:close/>
                  <a:moveTo>
                    <a:pt x="2085844" y="1542048"/>
                  </a:moveTo>
                  <a:lnTo>
                    <a:pt x="1997011" y="1505262"/>
                  </a:lnTo>
                  <a:lnTo>
                    <a:pt x="2036331" y="1533888"/>
                  </a:lnTo>
                  <a:close/>
                  <a:moveTo>
                    <a:pt x="2085844" y="1542048"/>
                  </a:moveTo>
                  <a:lnTo>
                    <a:pt x="2164848" y="1558773"/>
                  </a:lnTo>
                  <a:lnTo>
                    <a:pt x="2212600" y="1522110"/>
                  </a:lnTo>
                  <a:close/>
                  <a:moveTo>
                    <a:pt x="2244648" y="1578472"/>
                  </a:moveTo>
                  <a:lnTo>
                    <a:pt x="2212600" y="1522110"/>
                  </a:lnTo>
                  <a:lnTo>
                    <a:pt x="2164848" y="1558773"/>
                  </a:lnTo>
                  <a:close/>
                  <a:moveTo>
                    <a:pt x="1969170" y="1227620"/>
                  </a:moveTo>
                  <a:lnTo>
                    <a:pt x="2067950" y="1259944"/>
                  </a:lnTo>
                  <a:lnTo>
                    <a:pt x="1997607" y="1337852"/>
                  </a:lnTo>
                  <a:close/>
                  <a:moveTo>
                    <a:pt x="1906615" y="1134985"/>
                  </a:moveTo>
                  <a:lnTo>
                    <a:pt x="1866041" y="1062353"/>
                  </a:lnTo>
                  <a:lnTo>
                    <a:pt x="1861331" y="1054515"/>
                  </a:lnTo>
                  <a:close/>
                  <a:moveTo>
                    <a:pt x="1930158" y="1238623"/>
                  </a:moveTo>
                  <a:lnTo>
                    <a:pt x="2003726" y="1235024"/>
                  </a:lnTo>
                  <a:lnTo>
                    <a:pt x="1969170" y="1227620"/>
                  </a:lnTo>
                  <a:close/>
                  <a:moveTo>
                    <a:pt x="1593071" y="521043"/>
                  </a:moveTo>
                  <a:lnTo>
                    <a:pt x="1569725" y="469755"/>
                  </a:lnTo>
                  <a:lnTo>
                    <a:pt x="1596704" y="547914"/>
                  </a:lnTo>
                  <a:close/>
                  <a:moveTo>
                    <a:pt x="2217867" y="1326600"/>
                  </a:moveTo>
                  <a:lnTo>
                    <a:pt x="2287864" y="1309647"/>
                  </a:lnTo>
                  <a:lnTo>
                    <a:pt x="2339924" y="1289089"/>
                  </a:lnTo>
                  <a:close/>
                  <a:moveTo>
                    <a:pt x="2410117" y="1311691"/>
                  </a:moveTo>
                  <a:lnTo>
                    <a:pt x="2412030" y="1304757"/>
                  </a:lnTo>
                  <a:lnTo>
                    <a:pt x="2365624" y="1321721"/>
                  </a:lnTo>
                  <a:close/>
                  <a:moveTo>
                    <a:pt x="2181428" y="1076149"/>
                  </a:moveTo>
                  <a:lnTo>
                    <a:pt x="2216109" y="1104823"/>
                  </a:lnTo>
                  <a:lnTo>
                    <a:pt x="2197535" y="1178764"/>
                  </a:lnTo>
                  <a:close/>
                  <a:moveTo>
                    <a:pt x="2412030" y="1304757"/>
                  </a:moveTo>
                  <a:lnTo>
                    <a:pt x="2410117" y="1311691"/>
                  </a:lnTo>
                  <a:lnTo>
                    <a:pt x="2419110" y="1306494"/>
                  </a:lnTo>
                  <a:close/>
                  <a:moveTo>
                    <a:pt x="2499099" y="1326902"/>
                  </a:moveTo>
                  <a:lnTo>
                    <a:pt x="2410117" y="1311691"/>
                  </a:lnTo>
                  <a:lnTo>
                    <a:pt x="2451849" y="1338355"/>
                  </a:lnTo>
                  <a:close/>
                  <a:moveTo>
                    <a:pt x="2499099" y="1326902"/>
                  </a:moveTo>
                  <a:lnTo>
                    <a:pt x="2419110" y="1306494"/>
                  </a:lnTo>
                  <a:lnTo>
                    <a:pt x="2410117" y="1311691"/>
                  </a:lnTo>
                  <a:close/>
                  <a:moveTo>
                    <a:pt x="2412030" y="1304757"/>
                  </a:moveTo>
                  <a:lnTo>
                    <a:pt x="2419110" y="1306494"/>
                  </a:lnTo>
                  <a:lnTo>
                    <a:pt x="2421964" y="1302059"/>
                  </a:lnTo>
                  <a:close/>
                  <a:moveTo>
                    <a:pt x="2512532" y="1289021"/>
                  </a:moveTo>
                  <a:lnTo>
                    <a:pt x="2419110" y="1306494"/>
                  </a:lnTo>
                  <a:lnTo>
                    <a:pt x="2499099" y="1326902"/>
                  </a:lnTo>
                  <a:close/>
                  <a:moveTo>
                    <a:pt x="2512532" y="1289021"/>
                  </a:moveTo>
                  <a:lnTo>
                    <a:pt x="2421964" y="1302059"/>
                  </a:lnTo>
                  <a:lnTo>
                    <a:pt x="2419110" y="1306494"/>
                  </a:lnTo>
                  <a:close/>
                  <a:moveTo>
                    <a:pt x="2421964" y="1302059"/>
                  </a:moveTo>
                  <a:lnTo>
                    <a:pt x="2512532" y="1289021"/>
                  </a:lnTo>
                  <a:lnTo>
                    <a:pt x="2459241" y="1241338"/>
                  </a:lnTo>
                  <a:close/>
                  <a:moveTo>
                    <a:pt x="2512532" y="1289021"/>
                  </a:moveTo>
                  <a:lnTo>
                    <a:pt x="2524291" y="1205889"/>
                  </a:lnTo>
                  <a:lnTo>
                    <a:pt x="2459241" y="1241338"/>
                  </a:lnTo>
                  <a:close/>
                  <a:moveTo>
                    <a:pt x="2580121" y="1294665"/>
                  </a:moveTo>
                  <a:lnTo>
                    <a:pt x="2512532" y="1289021"/>
                  </a:lnTo>
                  <a:lnTo>
                    <a:pt x="2499099" y="1326902"/>
                  </a:lnTo>
                  <a:close/>
                  <a:moveTo>
                    <a:pt x="2584609" y="1190923"/>
                  </a:moveTo>
                  <a:lnTo>
                    <a:pt x="2512532" y="1289021"/>
                  </a:lnTo>
                  <a:lnTo>
                    <a:pt x="2580121" y="1294665"/>
                  </a:lnTo>
                  <a:close/>
                  <a:moveTo>
                    <a:pt x="2100294" y="520063"/>
                  </a:moveTo>
                  <a:lnTo>
                    <a:pt x="2167678" y="570164"/>
                  </a:lnTo>
                  <a:lnTo>
                    <a:pt x="2088203" y="490795"/>
                  </a:lnTo>
                  <a:close/>
                  <a:moveTo>
                    <a:pt x="2074802" y="405734"/>
                  </a:moveTo>
                  <a:lnTo>
                    <a:pt x="2074816" y="424806"/>
                  </a:lnTo>
                  <a:lnTo>
                    <a:pt x="2131377" y="416196"/>
                  </a:lnTo>
                  <a:close/>
                  <a:moveTo>
                    <a:pt x="2087327" y="41177"/>
                  </a:moveTo>
                  <a:lnTo>
                    <a:pt x="2077634" y="99019"/>
                  </a:lnTo>
                  <a:lnTo>
                    <a:pt x="209853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13" name="Candidate_density__2112">
              <a:extLst>
                <a:ext uri="{FF2B5EF4-FFF2-40B4-BE49-F238E27FC236}">
                  <a16:creationId xmlns:a16="http://schemas.microsoft.com/office/drawing/2014/main" id="{E3989F66-136B-1F28-C783-BA7CF362CBFC}"/>
                </a:ext>
              </a:extLst>
            </p:cNvPr>
            <p:cNvSpPr>
              <a:spLocks noGrp="1"/>
            </p:cNvSpPr>
            <p:nvPr/>
          </p:nvSpPr>
          <p:spPr>
            <a:xfrm>
              <a:off x="3597507" y="1906152"/>
              <a:ext cx="2361141" cy="2098000"/>
            </a:xfrm>
            <a:custGeom>
              <a:avLst/>
              <a:gdLst/>
              <a:ahLst/>
              <a:cxnLst/>
              <a:rect l="0" t="0" r="0" b="0"/>
              <a:pathLst>
                <a:path w="2361141" h="2098000">
                  <a:moveTo>
                    <a:pt x="7210" y="1185697"/>
                  </a:moveTo>
                  <a:lnTo>
                    <a:pt x="8091" y="1228926"/>
                  </a:lnTo>
                  <a:lnTo>
                    <a:pt x="0" y="1222197"/>
                  </a:lnTo>
                  <a:close/>
                  <a:moveTo>
                    <a:pt x="186329" y="1361533"/>
                  </a:moveTo>
                  <a:lnTo>
                    <a:pt x="99251" y="1314622"/>
                  </a:lnTo>
                  <a:lnTo>
                    <a:pt x="96930" y="1312271"/>
                  </a:lnTo>
                  <a:close/>
                  <a:moveTo>
                    <a:pt x="636660" y="1930616"/>
                  </a:moveTo>
                  <a:lnTo>
                    <a:pt x="714816" y="1944172"/>
                  </a:lnTo>
                  <a:lnTo>
                    <a:pt x="759241" y="1895066"/>
                  </a:lnTo>
                  <a:close/>
                  <a:moveTo>
                    <a:pt x="688728" y="1910089"/>
                  </a:moveTo>
                  <a:lnTo>
                    <a:pt x="636660" y="1930616"/>
                  </a:lnTo>
                  <a:lnTo>
                    <a:pt x="759241" y="1895066"/>
                  </a:lnTo>
                  <a:close/>
                  <a:moveTo>
                    <a:pt x="1021899" y="2041130"/>
                  </a:moveTo>
                  <a:lnTo>
                    <a:pt x="1052755" y="1981361"/>
                  </a:lnTo>
                  <a:lnTo>
                    <a:pt x="1001245" y="2027362"/>
                  </a:lnTo>
                  <a:close/>
                  <a:moveTo>
                    <a:pt x="688728" y="1910089"/>
                  </a:moveTo>
                  <a:lnTo>
                    <a:pt x="759241" y="1895066"/>
                  </a:lnTo>
                  <a:lnTo>
                    <a:pt x="810566" y="1871759"/>
                  </a:lnTo>
                  <a:close/>
                  <a:moveTo>
                    <a:pt x="856810" y="1809774"/>
                  </a:moveTo>
                  <a:lnTo>
                    <a:pt x="856345" y="1819669"/>
                  </a:lnTo>
                  <a:lnTo>
                    <a:pt x="858135" y="1770954"/>
                  </a:lnTo>
                  <a:close/>
                  <a:moveTo>
                    <a:pt x="224773" y="1069838"/>
                  </a:moveTo>
                  <a:lnTo>
                    <a:pt x="224270" y="1072983"/>
                  </a:lnTo>
                  <a:lnTo>
                    <a:pt x="239157" y="1190489"/>
                  </a:lnTo>
                  <a:close/>
                  <a:moveTo>
                    <a:pt x="209431" y="1108274"/>
                  </a:moveTo>
                  <a:lnTo>
                    <a:pt x="224773" y="1069838"/>
                  </a:lnTo>
                  <a:lnTo>
                    <a:pt x="239157" y="1190489"/>
                  </a:lnTo>
                  <a:close/>
                  <a:moveTo>
                    <a:pt x="858135" y="1770954"/>
                  </a:moveTo>
                  <a:lnTo>
                    <a:pt x="869336" y="1709016"/>
                  </a:lnTo>
                  <a:lnTo>
                    <a:pt x="856810" y="1809774"/>
                  </a:lnTo>
                  <a:close/>
                  <a:moveTo>
                    <a:pt x="838129" y="1634295"/>
                  </a:moveTo>
                  <a:lnTo>
                    <a:pt x="826991" y="1606907"/>
                  </a:lnTo>
                  <a:lnTo>
                    <a:pt x="849803" y="1689122"/>
                  </a:lnTo>
                  <a:close/>
                  <a:moveTo>
                    <a:pt x="838129" y="1634295"/>
                  </a:moveTo>
                  <a:lnTo>
                    <a:pt x="838937" y="1533546"/>
                  </a:lnTo>
                  <a:lnTo>
                    <a:pt x="826991" y="1606907"/>
                  </a:lnTo>
                  <a:close/>
                  <a:moveTo>
                    <a:pt x="1069315" y="1967898"/>
                  </a:moveTo>
                  <a:lnTo>
                    <a:pt x="1175674" y="2017982"/>
                  </a:lnTo>
                  <a:lnTo>
                    <a:pt x="1117423" y="1967870"/>
                  </a:lnTo>
                  <a:close/>
                  <a:moveTo>
                    <a:pt x="1301289" y="2098000"/>
                  </a:moveTo>
                  <a:lnTo>
                    <a:pt x="1369257" y="2073463"/>
                  </a:lnTo>
                  <a:lnTo>
                    <a:pt x="1406962" y="1999235"/>
                  </a:lnTo>
                  <a:close/>
                  <a:moveTo>
                    <a:pt x="858789" y="1317222"/>
                  </a:moveTo>
                  <a:lnTo>
                    <a:pt x="855927" y="1219456"/>
                  </a:lnTo>
                  <a:lnTo>
                    <a:pt x="850871" y="1283388"/>
                  </a:lnTo>
                  <a:close/>
                  <a:moveTo>
                    <a:pt x="855927" y="1219456"/>
                  </a:moveTo>
                  <a:lnTo>
                    <a:pt x="843759" y="1129256"/>
                  </a:lnTo>
                  <a:lnTo>
                    <a:pt x="825400" y="1201174"/>
                  </a:lnTo>
                  <a:close/>
                  <a:moveTo>
                    <a:pt x="574708" y="901635"/>
                  </a:moveTo>
                  <a:lnTo>
                    <a:pt x="522725" y="872313"/>
                  </a:lnTo>
                  <a:lnTo>
                    <a:pt x="525844" y="934142"/>
                  </a:lnTo>
                  <a:close/>
                  <a:moveTo>
                    <a:pt x="844784" y="1118959"/>
                  </a:moveTo>
                  <a:lnTo>
                    <a:pt x="876216" y="1002777"/>
                  </a:lnTo>
                  <a:lnTo>
                    <a:pt x="863922" y="998307"/>
                  </a:lnTo>
                  <a:close/>
                  <a:moveTo>
                    <a:pt x="863922" y="998307"/>
                  </a:moveTo>
                  <a:lnTo>
                    <a:pt x="887698" y="1020675"/>
                  </a:lnTo>
                  <a:lnTo>
                    <a:pt x="844784" y="1118959"/>
                  </a:lnTo>
                  <a:close/>
                  <a:moveTo>
                    <a:pt x="876216" y="1002777"/>
                  </a:moveTo>
                  <a:lnTo>
                    <a:pt x="903116" y="1036743"/>
                  </a:lnTo>
                  <a:lnTo>
                    <a:pt x="879513" y="990073"/>
                  </a:lnTo>
                  <a:close/>
                  <a:moveTo>
                    <a:pt x="507677" y="651016"/>
                  </a:moveTo>
                  <a:lnTo>
                    <a:pt x="594825" y="698190"/>
                  </a:lnTo>
                  <a:lnTo>
                    <a:pt x="561659" y="676362"/>
                  </a:lnTo>
                  <a:close/>
                  <a:moveTo>
                    <a:pt x="1496609" y="1453161"/>
                  </a:moveTo>
                  <a:lnTo>
                    <a:pt x="1451137" y="1518789"/>
                  </a:lnTo>
                  <a:lnTo>
                    <a:pt x="1493216" y="1465273"/>
                  </a:lnTo>
                  <a:close/>
                  <a:moveTo>
                    <a:pt x="946536" y="962006"/>
                  </a:moveTo>
                  <a:lnTo>
                    <a:pt x="971391" y="885902"/>
                  </a:lnTo>
                  <a:lnTo>
                    <a:pt x="879513" y="990073"/>
                  </a:lnTo>
                  <a:close/>
                  <a:moveTo>
                    <a:pt x="904392" y="879779"/>
                  </a:moveTo>
                  <a:lnTo>
                    <a:pt x="971391" y="885902"/>
                  </a:lnTo>
                  <a:lnTo>
                    <a:pt x="904373" y="867819"/>
                  </a:lnTo>
                  <a:close/>
                  <a:moveTo>
                    <a:pt x="1021900" y="813373"/>
                  </a:moveTo>
                  <a:lnTo>
                    <a:pt x="904373" y="867819"/>
                  </a:lnTo>
                  <a:lnTo>
                    <a:pt x="979469" y="869933"/>
                  </a:lnTo>
                  <a:close/>
                  <a:moveTo>
                    <a:pt x="979469" y="869933"/>
                  </a:moveTo>
                  <a:lnTo>
                    <a:pt x="1046073" y="840297"/>
                  </a:lnTo>
                  <a:lnTo>
                    <a:pt x="1021900" y="813373"/>
                  </a:lnTo>
                  <a:close/>
                  <a:moveTo>
                    <a:pt x="1940134" y="1523375"/>
                  </a:moveTo>
                  <a:lnTo>
                    <a:pt x="1953174" y="1533888"/>
                  </a:lnTo>
                  <a:lnTo>
                    <a:pt x="1913854" y="1505262"/>
                  </a:lnTo>
                  <a:close/>
                  <a:moveTo>
                    <a:pt x="1275389" y="709951"/>
                  </a:moveTo>
                  <a:lnTo>
                    <a:pt x="1393425" y="657408"/>
                  </a:lnTo>
                  <a:lnTo>
                    <a:pt x="1321095" y="665636"/>
                  </a:lnTo>
                  <a:close/>
                  <a:moveTo>
                    <a:pt x="2081691" y="1558773"/>
                  </a:moveTo>
                  <a:lnTo>
                    <a:pt x="2002687" y="1542048"/>
                  </a:lnTo>
                  <a:lnTo>
                    <a:pt x="1953174" y="1533888"/>
                  </a:lnTo>
                  <a:close/>
                  <a:moveTo>
                    <a:pt x="1947548" y="1238185"/>
                  </a:moveTo>
                  <a:lnTo>
                    <a:pt x="1984793" y="1259944"/>
                  </a:lnTo>
                  <a:lnTo>
                    <a:pt x="1886013" y="1227620"/>
                  </a:lnTo>
                  <a:close/>
                  <a:moveTo>
                    <a:pt x="1920569" y="1235024"/>
                  </a:moveTo>
                  <a:lnTo>
                    <a:pt x="1947548" y="1238185"/>
                  </a:lnTo>
                  <a:lnTo>
                    <a:pt x="1886013" y="1227620"/>
                  </a:lnTo>
                  <a:close/>
                  <a:moveTo>
                    <a:pt x="1321095" y="665636"/>
                  </a:moveTo>
                  <a:lnTo>
                    <a:pt x="1393425" y="657408"/>
                  </a:lnTo>
                  <a:lnTo>
                    <a:pt x="1407143" y="559479"/>
                  </a:lnTo>
                  <a:close/>
                  <a:moveTo>
                    <a:pt x="1789459" y="1045340"/>
                  </a:moveTo>
                  <a:lnTo>
                    <a:pt x="1782884" y="1062353"/>
                  </a:lnTo>
                  <a:lnTo>
                    <a:pt x="1900853" y="1014333"/>
                  </a:lnTo>
                  <a:close/>
                  <a:moveTo>
                    <a:pt x="2282467" y="1321721"/>
                  </a:moveTo>
                  <a:lnTo>
                    <a:pt x="2328873" y="1304757"/>
                  </a:lnTo>
                  <a:lnTo>
                    <a:pt x="2256767" y="1289089"/>
                  </a:lnTo>
                  <a:close/>
                  <a:moveTo>
                    <a:pt x="2282467" y="1321721"/>
                  </a:moveTo>
                  <a:lnTo>
                    <a:pt x="2256767" y="1289089"/>
                  </a:lnTo>
                  <a:lnTo>
                    <a:pt x="2204707" y="1309647"/>
                  </a:lnTo>
                  <a:close/>
                  <a:moveTo>
                    <a:pt x="2282467" y="1321721"/>
                  </a:moveTo>
                  <a:lnTo>
                    <a:pt x="2361141" y="1337215"/>
                  </a:lnTo>
                  <a:lnTo>
                    <a:pt x="2326960" y="1311691"/>
                  </a:lnTo>
                  <a:close/>
                  <a:moveTo>
                    <a:pt x="2164337" y="1083031"/>
                  </a:moveTo>
                  <a:lnTo>
                    <a:pt x="2098271" y="1076149"/>
                  </a:lnTo>
                  <a:lnTo>
                    <a:pt x="2114378" y="1178764"/>
                  </a:lnTo>
                  <a:close/>
                  <a:moveTo>
                    <a:pt x="1939427" y="932119"/>
                  </a:moveTo>
                  <a:lnTo>
                    <a:pt x="1950247" y="915579"/>
                  </a:lnTo>
                  <a:lnTo>
                    <a:pt x="1927972" y="893682"/>
                  </a:lnTo>
                  <a:close/>
                  <a:moveTo>
                    <a:pt x="1837938" y="766243"/>
                  </a:moveTo>
                  <a:lnTo>
                    <a:pt x="1855929" y="729252"/>
                  </a:lnTo>
                  <a:lnTo>
                    <a:pt x="1822727" y="780916"/>
                  </a:lnTo>
                  <a:close/>
                  <a:moveTo>
                    <a:pt x="1918704" y="645902"/>
                  </a:moveTo>
                  <a:lnTo>
                    <a:pt x="1879374" y="714052"/>
                  </a:lnTo>
                  <a:lnTo>
                    <a:pt x="1998642" y="666118"/>
                  </a:lnTo>
                  <a:close/>
                  <a:moveTo>
                    <a:pt x="1998642" y="666118"/>
                  </a:moveTo>
                  <a:lnTo>
                    <a:pt x="1949247" y="696638"/>
                  </a:lnTo>
                  <a:lnTo>
                    <a:pt x="2060724" y="619572"/>
                  </a:lnTo>
                  <a:close/>
                  <a:moveTo>
                    <a:pt x="2060724" y="619572"/>
                  </a:moveTo>
                  <a:lnTo>
                    <a:pt x="2156022" y="589331"/>
                  </a:lnTo>
                  <a:lnTo>
                    <a:pt x="2081806" y="589075"/>
                  </a:lnTo>
                  <a:close/>
                  <a:moveTo>
                    <a:pt x="2090146" y="282018"/>
                  </a:moveTo>
                  <a:lnTo>
                    <a:pt x="2081464" y="285081"/>
                  </a:lnTo>
                  <a:lnTo>
                    <a:pt x="2086062" y="283903"/>
                  </a:lnTo>
                  <a:close/>
                  <a:moveTo>
                    <a:pt x="2171091" y="323153"/>
                  </a:moveTo>
                  <a:lnTo>
                    <a:pt x="2090146" y="282018"/>
                  </a:lnTo>
                  <a:lnTo>
                    <a:pt x="2088536" y="285081"/>
                  </a:lnTo>
                  <a:close/>
                  <a:moveTo>
                    <a:pt x="2086062" y="283903"/>
                  </a:moveTo>
                  <a:lnTo>
                    <a:pt x="2088536" y="285081"/>
                  </a:lnTo>
                  <a:lnTo>
                    <a:pt x="2090146" y="282018"/>
                  </a:lnTo>
                  <a:close/>
                  <a:moveTo>
                    <a:pt x="2015373" y="0"/>
                  </a:moveTo>
                  <a:lnTo>
                    <a:pt x="2051053" y="1262"/>
                  </a:lnTo>
                  <a:lnTo>
                    <a:pt x="2004170" y="4117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14" name="Candidate_density__2113">
              <a:extLst>
                <a:ext uri="{FF2B5EF4-FFF2-40B4-BE49-F238E27FC236}">
                  <a16:creationId xmlns:a16="http://schemas.microsoft.com/office/drawing/2014/main" id="{882DA8D1-94BF-14B5-A422-C61ABA2C6D6B}"/>
                </a:ext>
              </a:extLst>
            </p:cNvPr>
            <p:cNvSpPr>
              <a:spLocks noGrp="1"/>
            </p:cNvSpPr>
            <p:nvPr/>
          </p:nvSpPr>
          <p:spPr>
            <a:xfrm>
              <a:off x="3818550" y="1631657"/>
              <a:ext cx="2500497" cy="2372495"/>
            </a:xfrm>
            <a:custGeom>
              <a:avLst/>
              <a:gdLst/>
              <a:ahLst/>
              <a:cxnLst/>
              <a:rect l="0" t="0" r="0" b="0"/>
              <a:pathLst>
                <a:path w="2500497" h="2372495">
                  <a:moveTo>
                    <a:pt x="315798" y="2161142"/>
                  </a:moveTo>
                  <a:lnTo>
                    <a:pt x="279547" y="2101520"/>
                  </a:lnTo>
                  <a:lnTo>
                    <a:pt x="319206" y="2169370"/>
                  </a:lnTo>
                  <a:close/>
                  <a:moveTo>
                    <a:pt x="732737" y="2339592"/>
                  </a:moveTo>
                  <a:lnTo>
                    <a:pt x="666458" y="2269020"/>
                  </a:lnTo>
                  <a:lnTo>
                    <a:pt x="664012" y="2287135"/>
                  </a:lnTo>
                  <a:close/>
                  <a:moveTo>
                    <a:pt x="696979" y="2269354"/>
                  </a:moveTo>
                  <a:lnTo>
                    <a:pt x="666458" y="2269020"/>
                  </a:lnTo>
                  <a:lnTo>
                    <a:pt x="732737" y="2339592"/>
                  </a:lnTo>
                  <a:close/>
                  <a:moveTo>
                    <a:pt x="729335" y="2178403"/>
                  </a:moveTo>
                  <a:lnTo>
                    <a:pt x="748916" y="2184882"/>
                  </a:lnTo>
                  <a:lnTo>
                    <a:pt x="831712" y="2255856"/>
                  </a:lnTo>
                  <a:close/>
                  <a:moveTo>
                    <a:pt x="635303" y="2094164"/>
                  </a:moveTo>
                  <a:lnTo>
                    <a:pt x="716480" y="2088761"/>
                  </a:lnTo>
                  <a:lnTo>
                    <a:pt x="637092" y="2045449"/>
                  </a:lnTo>
                  <a:close/>
                  <a:moveTo>
                    <a:pt x="58454" y="1490509"/>
                  </a:moveTo>
                  <a:lnTo>
                    <a:pt x="0" y="1446364"/>
                  </a:lnTo>
                  <a:lnTo>
                    <a:pt x="32594" y="1457275"/>
                  </a:lnTo>
                  <a:close/>
                  <a:moveTo>
                    <a:pt x="637092" y="2045449"/>
                  </a:moveTo>
                  <a:lnTo>
                    <a:pt x="760795" y="2052734"/>
                  </a:lnTo>
                  <a:lnTo>
                    <a:pt x="710666" y="1963617"/>
                  </a:lnTo>
                  <a:close/>
                  <a:moveTo>
                    <a:pt x="716072" y="2062084"/>
                  </a:moveTo>
                  <a:lnTo>
                    <a:pt x="760795" y="2052734"/>
                  </a:lnTo>
                  <a:lnTo>
                    <a:pt x="637092" y="2045449"/>
                  </a:lnTo>
                  <a:close/>
                  <a:moveTo>
                    <a:pt x="710666" y="1963617"/>
                  </a:moveTo>
                  <a:lnTo>
                    <a:pt x="648294" y="1983511"/>
                  </a:lnTo>
                  <a:lnTo>
                    <a:pt x="637092" y="2045449"/>
                  </a:lnTo>
                  <a:close/>
                  <a:moveTo>
                    <a:pt x="954631" y="2292477"/>
                  </a:moveTo>
                  <a:lnTo>
                    <a:pt x="964585" y="2308517"/>
                  </a:lnTo>
                  <a:lnTo>
                    <a:pt x="992824" y="2324294"/>
                  </a:lnTo>
                  <a:close/>
                  <a:moveTo>
                    <a:pt x="1080246" y="2372495"/>
                  </a:moveTo>
                  <a:lnTo>
                    <a:pt x="992824" y="2324294"/>
                  </a:lnTo>
                  <a:lnTo>
                    <a:pt x="964585" y="2308517"/>
                  </a:lnTo>
                  <a:close/>
                  <a:moveTo>
                    <a:pt x="1014609" y="2254041"/>
                  </a:moveTo>
                  <a:lnTo>
                    <a:pt x="954631" y="2292477"/>
                  </a:lnTo>
                  <a:lnTo>
                    <a:pt x="992824" y="2324294"/>
                  </a:lnTo>
                  <a:close/>
                  <a:moveTo>
                    <a:pt x="992824" y="2324294"/>
                  </a:moveTo>
                  <a:lnTo>
                    <a:pt x="1080246" y="2372495"/>
                  </a:lnTo>
                  <a:lnTo>
                    <a:pt x="1115077" y="2287520"/>
                  </a:lnTo>
                  <a:close/>
                  <a:moveTo>
                    <a:pt x="1034469" y="2264798"/>
                  </a:moveTo>
                  <a:lnTo>
                    <a:pt x="992824" y="2324294"/>
                  </a:lnTo>
                  <a:lnTo>
                    <a:pt x="1115077" y="2287520"/>
                  </a:lnTo>
                  <a:close/>
                  <a:moveTo>
                    <a:pt x="1126211" y="2237710"/>
                  </a:moveTo>
                  <a:lnTo>
                    <a:pt x="1193024" y="2243985"/>
                  </a:lnTo>
                  <a:lnTo>
                    <a:pt x="1137805" y="2157293"/>
                  </a:lnTo>
                  <a:close/>
                  <a:moveTo>
                    <a:pt x="1193024" y="2243985"/>
                  </a:moveTo>
                  <a:lnTo>
                    <a:pt x="1216842" y="2174141"/>
                  </a:lnTo>
                  <a:lnTo>
                    <a:pt x="1137805" y="2157293"/>
                  </a:lnTo>
                  <a:close/>
                  <a:moveTo>
                    <a:pt x="1008158" y="1972817"/>
                  </a:moveTo>
                  <a:lnTo>
                    <a:pt x="1046299" y="1968960"/>
                  </a:lnTo>
                  <a:lnTo>
                    <a:pt x="1010676" y="1960635"/>
                  </a:lnTo>
                  <a:close/>
                  <a:moveTo>
                    <a:pt x="996161" y="1968960"/>
                  </a:moveTo>
                  <a:lnTo>
                    <a:pt x="1008158" y="1972817"/>
                  </a:lnTo>
                  <a:lnTo>
                    <a:pt x="1010676" y="1960635"/>
                  </a:lnTo>
                  <a:close/>
                  <a:moveTo>
                    <a:pt x="756466" y="1655884"/>
                  </a:moveTo>
                  <a:lnTo>
                    <a:pt x="638706" y="1621076"/>
                  </a:lnTo>
                  <a:lnTo>
                    <a:pt x="694392" y="1678535"/>
                  </a:lnTo>
                  <a:close/>
                  <a:moveTo>
                    <a:pt x="637747" y="1591717"/>
                  </a:moveTo>
                  <a:lnTo>
                    <a:pt x="738435" y="1570451"/>
                  </a:lnTo>
                  <a:lnTo>
                    <a:pt x="727040" y="1479623"/>
                  </a:lnTo>
                  <a:close/>
                  <a:moveTo>
                    <a:pt x="637747" y="1591717"/>
                  </a:moveTo>
                  <a:lnTo>
                    <a:pt x="727040" y="1479623"/>
                  </a:lnTo>
                  <a:lnTo>
                    <a:pt x="634884" y="1493952"/>
                  </a:lnTo>
                  <a:close/>
                  <a:moveTo>
                    <a:pt x="304801" y="1208637"/>
                  </a:moveTo>
                  <a:lnTo>
                    <a:pt x="379563" y="1267460"/>
                  </a:lnTo>
                  <a:lnTo>
                    <a:pt x="353666" y="1176130"/>
                  </a:lnTo>
                  <a:close/>
                  <a:moveTo>
                    <a:pt x="353666" y="1176130"/>
                  </a:moveTo>
                  <a:lnTo>
                    <a:pt x="379563" y="1267460"/>
                  </a:lnTo>
                  <a:lnTo>
                    <a:pt x="420320" y="1146835"/>
                  </a:lnTo>
                  <a:close/>
                  <a:moveTo>
                    <a:pt x="420320" y="1146835"/>
                  </a:moveTo>
                  <a:lnTo>
                    <a:pt x="332851" y="1103030"/>
                  </a:lnTo>
                  <a:lnTo>
                    <a:pt x="336780" y="1112997"/>
                  </a:lnTo>
                  <a:close/>
                  <a:moveTo>
                    <a:pt x="1228121" y="2115359"/>
                  </a:moveTo>
                  <a:lnTo>
                    <a:pt x="1216842" y="2174141"/>
                  </a:lnTo>
                  <a:lnTo>
                    <a:pt x="1268863" y="2133390"/>
                  </a:lnTo>
                  <a:close/>
                  <a:moveTo>
                    <a:pt x="1228121" y="2115359"/>
                  </a:moveTo>
                  <a:lnTo>
                    <a:pt x="1268863" y="2133390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28121" y="2115359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77425" y="2035775"/>
                  </a:lnTo>
                  <a:lnTo>
                    <a:pt x="1215875" y="1955324"/>
                  </a:lnTo>
                  <a:close/>
                  <a:moveTo>
                    <a:pt x="1277425" y="2035775"/>
                  </a:moveTo>
                  <a:lnTo>
                    <a:pt x="1286718" y="1941534"/>
                  </a:lnTo>
                  <a:lnTo>
                    <a:pt x="1215875" y="1955324"/>
                  </a:lnTo>
                  <a:close/>
                  <a:moveTo>
                    <a:pt x="1106241" y="1824079"/>
                  </a:moveTo>
                  <a:lnTo>
                    <a:pt x="1059252" y="1791685"/>
                  </a:lnTo>
                  <a:lnTo>
                    <a:pt x="1062214" y="1766093"/>
                  </a:lnTo>
                  <a:close/>
                  <a:moveTo>
                    <a:pt x="527405" y="1190587"/>
                  </a:moveTo>
                  <a:lnTo>
                    <a:pt x="420364" y="1146800"/>
                  </a:lnTo>
                  <a:lnTo>
                    <a:pt x="420370" y="1146809"/>
                  </a:lnTo>
                  <a:close/>
                  <a:moveTo>
                    <a:pt x="353666" y="1176130"/>
                  </a:moveTo>
                  <a:lnTo>
                    <a:pt x="420328" y="1146809"/>
                  </a:lnTo>
                  <a:lnTo>
                    <a:pt x="380420" y="1118682"/>
                  </a:lnTo>
                  <a:close/>
                  <a:moveTo>
                    <a:pt x="380420" y="1118682"/>
                  </a:moveTo>
                  <a:lnTo>
                    <a:pt x="420328" y="1146809"/>
                  </a:lnTo>
                  <a:lnTo>
                    <a:pt x="336780" y="1112997"/>
                  </a:lnTo>
                  <a:close/>
                  <a:moveTo>
                    <a:pt x="373782" y="972686"/>
                  </a:moveTo>
                  <a:lnTo>
                    <a:pt x="386258" y="974343"/>
                  </a:lnTo>
                  <a:lnTo>
                    <a:pt x="340616" y="950857"/>
                  </a:lnTo>
                  <a:close/>
                  <a:moveTo>
                    <a:pt x="1224418" y="1818092"/>
                  </a:moveTo>
                  <a:lnTo>
                    <a:pt x="1128871" y="1835178"/>
                  </a:lnTo>
                  <a:lnTo>
                    <a:pt x="1219315" y="1922334"/>
                  </a:lnTo>
                  <a:close/>
                  <a:moveTo>
                    <a:pt x="1288108" y="1926998"/>
                  </a:moveTo>
                  <a:lnTo>
                    <a:pt x="1215875" y="1955324"/>
                  </a:lnTo>
                  <a:lnTo>
                    <a:pt x="1286718" y="1941534"/>
                  </a:lnTo>
                  <a:close/>
                  <a:moveTo>
                    <a:pt x="1288108" y="1926998"/>
                  </a:moveTo>
                  <a:lnTo>
                    <a:pt x="1219315" y="1922334"/>
                  </a:lnTo>
                  <a:lnTo>
                    <a:pt x="1215875" y="1955324"/>
                  </a:lnTo>
                  <a:close/>
                  <a:moveTo>
                    <a:pt x="1219315" y="1922334"/>
                  </a:moveTo>
                  <a:lnTo>
                    <a:pt x="1288108" y="1926998"/>
                  </a:lnTo>
                  <a:lnTo>
                    <a:pt x="1295489" y="1820905"/>
                  </a:lnTo>
                  <a:close/>
                  <a:moveTo>
                    <a:pt x="1219315" y="1922334"/>
                  </a:moveTo>
                  <a:lnTo>
                    <a:pt x="1295489" y="1820905"/>
                  </a:lnTo>
                  <a:lnTo>
                    <a:pt x="1224418" y="1818092"/>
                  </a:lnTo>
                  <a:close/>
                  <a:moveTo>
                    <a:pt x="1128871" y="1835178"/>
                  </a:moveTo>
                  <a:lnTo>
                    <a:pt x="1224418" y="1818092"/>
                  </a:lnTo>
                  <a:lnTo>
                    <a:pt x="1121682" y="1766093"/>
                  </a:lnTo>
                  <a:close/>
                  <a:moveTo>
                    <a:pt x="1095689" y="1661971"/>
                  </a:moveTo>
                  <a:lnTo>
                    <a:pt x="1062963" y="1728076"/>
                  </a:lnTo>
                  <a:lnTo>
                    <a:pt x="1081879" y="1732990"/>
                  </a:lnTo>
                  <a:close/>
                  <a:moveTo>
                    <a:pt x="1012960" y="1668636"/>
                  </a:moveTo>
                  <a:lnTo>
                    <a:pt x="1050202" y="1598858"/>
                  </a:lnTo>
                  <a:lnTo>
                    <a:pt x="999262" y="1579679"/>
                  </a:lnTo>
                  <a:close/>
                  <a:moveTo>
                    <a:pt x="1095689" y="1661971"/>
                  </a:moveTo>
                  <a:lnTo>
                    <a:pt x="1103469" y="1683877"/>
                  </a:lnTo>
                  <a:lnTo>
                    <a:pt x="1050202" y="1598858"/>
                  </a:lnTo>
                  <a:close/>
                  <a:moveTo>
                    <a:pt x="938486" y="1568497"/>
                  </a:moveTo>
                  <a:lnTo>
                    <a:pt x="953749" y="1516589"/>
                  </a:lnTo>
                  <a:lnTo>
                    <a:pt x="909341" y="1492100"/>
                  </a:lnTo>
                  <a:close/>
                  <a:moveTo>
                    <a:pt x="836070" y="951114"/>
                  </a:moveTo>
                  <a:lnTo>
                    <a:pt x="829309" y="949284"/>
                  </a:lnTo>
                  <a:lnTo>
                    <a:pt x="832530" y="1031499"/>
                  </a:lnTo>
                  <a:close/>
                  <a:moveTo>
                    <a:pt x="829309" y="949284"/>
                  </a:moveTo>
                  <a:lnTo>
                    <a:pt x="809080" y="912465"/>
                  </a:lnTo>
                  <a:lnTo>
                    <a:pt x="872918" y="993062"/>
                  </a:lnTo>
                  <a:close/>
                  <a:moveTo>
                    <a:pt x="888223" y="910847"/>
                  </a:moveTo>
                  <a:lnTo>
                    <a:pt x="926535" y="1000441"/>
                  </a:lnTo>
                  <a:lnTo>
                    <a:pt x="978860" y="980871"/>
                  </a:lnTo>
                  <a:close/>
                  <a:moveTo>
                    <a:pt x="1598003" y="1732998"/>
                  </a:moveTo>
                  <a:lnTo>
                    <a:pt x="1600887" y="1754398"/>
                  </a:lnTo>
                  <a:lnTo>
                    <a:pt x="1636815" y="1768909"/>
                  </a:lnTo>
                  <a:close/>
                  <a:moveTo>
                    <a:pt x="1692955" y="1776777"/>
                  </a:moveTo>
                  <a:lnTo>
                    <a:pt x="1636815" y="1768909"/>
                  </a:lnTo>
                  <a:lnTo>
                    <a:pt x="1692811" y="1779757"/>
                  </a:lnTo>
                  <a:close/>
                  <a:moveTo>
                    <a:pt x="1598003" y="1732998"/>
                  </a:moveTo>
                  <a:lnTo>
                    <a:pt x="1636815" y="1768909"/>
                  </a:lnTo>
                  <a:lnTo>
                    <a:pt x="1692955" y="1776777"/>
                  </a:lnTo>
                  <a:close/>
                  <a:moveTo>
                    <a:pt x="1990434" y="1824655"/>
                  </a:moveTo>
                  <a:lnTo>
                    <a:pt x="1971520" y="1835041"/>
                  </a:lnTo>
                  <a:lnTo>
                    <a:pt x="2033587" y="1922543"/>
                  </a:lnTo>
                  <a:close/>
                  <a:moveTo>
                    <a:pt x="2074030" y="1858548"/>
                  </a:moveTo>
                  <a:lnTo>
                    <a:pt x="1990434" y="1824655"/>
                  </a:lnTo>
                  <a:lnTo>
                    <a:pt x="2033587" y="1922543"/>
                  </a:lnTo>
                  <a:close/>
                  <a:moveTo>
                    <a:pt x="1971520" y="1835041"/>
                  </a:moveTo>
                  <a:lnTo>
                    <a:pt x="1981010" y="1820556"/>
                  </a:lnTo>
                  <a:lnTo>
                    <a:pt x="1940448" y="1852967"/>
                  </a:lnTo>
                  <a:close/>
                  <a:moveTo>
                    <a:pt x="1940448" y="1852967"/>
                  </a:moveTo>
                  <a:lnTo>
                    <a:pt x="1981010" y="1820556"/>
                  </a:lnTo>
                  <a:lnTo>
                    <a:pt x="1908401" y="1796605"/>
                  </a:lnTo>
                  <a:close/>
                  <a:moveTo>
                    <a:pt x="1557131" y="1329010"/>
                  </a:moveTo>
                  <a:lnTo>
                    <a:pt x="1597815" y="1407896"/>
                  </a:lnTo>
                  <a:lnTo>
                    <a:pt x="1602416" y="1409480"/>
                  </a:lnTo>
                  <a:close/>
                  <a:moveTo>
                    <a:pt x="1186100" y="833974"/>
                  </a:moveTo>
                  <a:lnTo>
                    <a:pt x="1172383" y="931903"/>
                  </a:lnTo>
                  <a:lnTo>
                    <a:pt x="1195956" y="840309"/>
                  </a:lnTo>
                  <a:close/>
                  <a:moveTo>
                    <a:pt x="1195956" y="840309"/>
                  </a:moveTo>
                  <a:lnTo>
                    <a:pt x="1172383" y="931903"/>
                  </a:lnTo>
                  <a:lnTo>
                    <a:pt x="1272468" y="838699"/>
                  </a:lnTo>
                  <a:close/>
                  <a:moveTo>
                    <a:pt x="1192768" y="792918"/>
                  </a:moveTo>
                  <a:lnTo>
                    <a:pt x="1195956" y="840309"/>
                  </a:lnTo>
                  <a:lnTo>
                    <a:pt x="1226264" y="751759"/>
                  </a:lnTo>
                  <a:close/>
                  <a:moveTo>
                    <a:pt x="1186100" y="833974"/>
                  </a:moveTo>
                  <a:lnTo>
                    <a:pt x="1195956" y="840309"/>
                  </a:lnTo>
                  <a:lnTo>
                    <a:pt x="1192768" y="792918"/>
                  </a:lnTo>
                  <a:close/>
                  <a:moveTo>
                    <a:pt x="1981010" y="1820556"/>
                  </a:moveTo>
                  <a:lnTo>
                    <a:pt x="1971520" y="1835041"/>
                  </a:lnTo>
                  <a:lnTo>
                    <a:pt x="1990434" y="1824655"/>
                  </a:lnTo>
                  <a:close/>
                  <a:moveTo>
                    <a:pt x="1981010" y="1820556"/>
                  </a:moveTo>
                  <a:lnTo>
                    <a:pt x="1990434" y="1824655"/>
                  </a:lnTo>
                  <a:lnTo>
                    <a:pt x="1992631" y="1817878"/>
                  </a:lnTo>
                  <a:close/>
                  <a:moveTo>
                    <a:pt x="1992631" y="1817878"/>
                  </a:moveTo>
                  <a:lnTo>
                    <a:pt x="1908401" y="1796605"/>
                  </a:lnTo>
                  <a:lnTo>
                    <a:pt x="1981010" y="1820556"/>
                  </a:lnTo>
                  <a:close/>
                  <a:moveTo>
                    <a:pt x="2091557" y="1798044"/>
                  </a:moveTo>
                  <a:lnTo>
                    <a:pt x="1990434" y="1824655"/>
                  </a:lnTo>
                  <a:lnTo>
                    <a:pt x="2074030" y="1858548"/>
                  </a:lnTo>
                  <a:close/>
                  <a:moveTo>
                    <a:pt x="2091557" y="1798044"/>
                  </a:moveTo>
                  <a:lnTo>
                    <a:pt x="1992631" y="1817878"/>
                  </a:lnTo>
                  <a:lnTo>
                    <a:pt x="1990434" y="1824655"/>
                  </a:lnTo>
                  <a:close/>
                  <a:moveTo>
                    <a:pt x="1783244" y="1607325"/>
                  </a:moveTo>
                  <a:lnTo>
                    <a:pt x="1822368" y="1634930"/>
                  </a:lnTo>
                  <a:lnTo>
                    <a:pt x="1856702" y="1603313"/>
                  </a:lnTo>
                  <a:close/>
                  <a:moveTo>
                    <a:pt x="1679810" y="1288828"/>
                  </a:moveTo>
                  <a:lnTo>
                    <a:pt x="1561841" y="1336848"/>
                  </a:lnTo>
                  <a:lnTo>
                    <a:pt x="1602416" y="1409480"/>
                  </a:lnTo>
                  <a:close/>
                  <a:moveTo>
                    <a:pt x="1750695" y="1270426"/>
                  </a:moveTo>
                  <a:lnTo>
                    <a:pt x="1699245" y="1293265"/>
                  </a:lnTo>
                  <a:lnTo>
                    <a:pt x="1718384" y="1206614"/>
                  </a:lnTo>
                  <a:close/>
                  <a:moveTo>
                    <a:pt x="1257194" y="713322"/>
                  </a:moveTo>
                  <a:lnTo>
                    <a:pt x="1265526" y="744250"/>
                  </a:lnTo>
                  <a:lnTo>
                    <a:pt x="1288871" y="795538"/>
                  </a:lnTo>
                  <a:close/>
                  <a:moveTo>
                    <a:pt x="1226264" y="751759"/>
                  </a:moveTo>
                  <a:lnTo>
                    <a:pt x="1199354" y="737455"/>
                  </a:lnTo>
                  <a:lnTo>
                    <a:pt x="1192768" y="792918"/>
                  </a:lnTo>
                  <a:close/>
                  <a:moveTo>
                    <a:pt x="1706929" y="1168177"/>
                  </a:moveTo>
                  <a:lnTo>
                    <a:pt x="1750695" y="1270426"/>
                  </a:lnTo>
                  <a:lnTo>
                    <a:pt x="1718384" y="1206614"/>
                  </a:lnTo>
                  <a:close/>
                  <a:moveTo>
                    <a:pt x="1669904" y="1097735"/>
                  </a:moveTo>
                  <a:lnTo>
                    <a:pt x="1729204" y="1190075"/>
                  </a:lnTo>
                  <a:lnTo>
                    <a:pt x="1745437" y="1096921"/>
                  </a:lnTo>
                  <a:close/>
                  <a:moveTo>
                    <a:pt x="1706929" y="1168177"/>
                  </a:moveTo>
                  <a:lnTo>
                    <a:pt x="1729204" y="1190075"/>
                  </a:lnTo>
                  <a:lnTo>
                    <a:pt x="1669904" y="1097735"/>
                  </a:lnTo>
                  <a:close/>
                  <a:moveTo>
                    <a:pt x="1601685" y="1055411"/>
                  </a:moveTo>
                  <a:lnTo>
                    <a:pt x="1578127" y="1124398"/>
                  </a:lnTo>
                  <a:lnTo>
                    <a:pt x="1616895" y="1040738"/>
                  </a:lnTo>
                  <a:close/>
                  <a:moveTo>
                    <a:pt x="2242922" y="1458601"/>
                  </a:moveTo>
                  <a:lnTo>
                    <a:pt x="2220091" y="1480385"/>
                  </a:lnTo>
                  <a:lnTo>
                    <a:pt x="2280410" y="1465418"/>
                  </a:lnTo>
                  <a:close/>
                  <a:moveTo>
                    <a:pt x="2280410" y="1465418"/>
                  </a:moveTo>
                  <a:lnTo>
                    <a:pt x="2220091" y="1480385"/>
                  </a:lnTo>
                  <a:lnTo>
                    <a:pt x="2208332" y="1563516"/>
                  </a:lnTo>
                  <a:close/>
                  <a:moveTo>
                    <a:pt x="2221570" y="1452662"/>
                  </a:moveTo>
                  <a:lnTo>
                    <a:pt x="2155042" y="1515833"/>
                  </a:lnTo>
                  <a:lnTo>
                    <a:pt x="2220091" y="1480385"/>
                  </a:lnTo>
                  <a:close/>
                  <a:moveTo>
                    <a:pt x="2124431" y="1370950"/>
                  </a:moveTo>
                  <a:lnTo>
                    <a:pt x="2201932" y="1412490"/>
                  </a:lnTo>
                  <a:lnTo>
                    <a:pt x="2151863" y="1376386"/>
                  </a:lnTo>
                  <a:close/>
                  <a:moveTo>
                    <a:pt x="2221570" y="1452662"/>
                  </a:moveTo>
                  <a:lnTo>
                    <a:pt x="2201932" y="1412490"/>
                  </a:lnTo>
                  <a:lnTo>
                    <a:pt x="2124431" y="1370950"/>
                  </a:lnTo>
                  <a:close/>
                  <a:moveTo>
                    <a:pt x="2221570" y="1452662"/>
                  </a:moveTo>
                  <a:lnTo>
                    <a:pt x="2220091" y="1480385"/>
                  </a:lnTo>
                  <a:lnTo>
                    <a:pt x="2242922" y="1458601"/>
                  </a:lnTo>
                  <a:close/>
                  <a:moveTo>
                    <a:pt x="2221570" y="1452662"/>
                  </a:moveTo>
                  <a:lnTo>
                    <a:pt x="2242922" y="1458601"/>
                  </a:lnTo>
                  <a:lnTo>
                    <a:pt x="2201932" y="1412490"/>
                  </a:lnTo>
                  <a:close/>
                  <a:moveTo>
                    <a:pt x="2124431" y="1370950"/>
                  </a:moveTo>
                  <a:lnTo>
                    <a:pt x="2151863" y="1376386"/>
                  </a:lnTo>
                  <a:lnTo>
                    <a:pt x="2112164" y="1355520"/>
                  </a:lnTo>
                  <a:close/>
                  <a:moveTo>
                    <a:pt x="1860764" y="863570"/>
                  </a:moveTo>
                  <a:lnTo>
                    <a:pt x="1931797" y="766321"/>
                  </a:lnTo>
                  <a:lnTo>
                    <a:pt x="1860683" y="763543"/>
                  </a:lnTo>
                  <a:close/>
                  <a:moveTo>
                    <a:pt x="1784003" y="765290"/>
                  </a:moveTo>
                  <a:lnTo>
                    <a:pt x="1860764" y="863570"/>
                  </a:lnTo>
                  <a:lnTo>
                    <a:pt x="1860683" y="763543"/>
                  </a:lnTo>
                  <a:close/>
                  <a:moveTo>
                    <a:pt x="1827177" y="690691"/>
                  </a:moveTo>
                  <a:lnTo>
                    <a:pt x="1770616" y="699301"/>
                  </a:lnTo>
                  <a:lnTo>
                    <a:pt x="1784003" y="765290"/>
                  </a:lnTo>
                  <a:close/>
                  <a:moveTo>
                    <a:pt x="1746508" y="762444"/>
                  </a:moveTo>
                  <a:lnTo>
                    <a:pt x="1784003" y="765290"/>
                  </a:lnTo>
                  <a:lnTo>
                    <a:pt x="1770616" y="699301"/>
                  </a:lnTo>
                  <a:close/>
                  <a:moveTo>
                    <a:pt x="1539324" y="391851"/>
                  </a:moveTo>
                  <a:lnTo>
                    <a:pt x="1585936" y="350922"/>
                  </a:lnTo>
                  <a:lnTo>
                    <a:pt x="1671508" y="395786"/>
                  </a:lnTo>
                  <a:close/>
                  <a:moveTo>
                    <a:pt x="1773434" y="373514"/>
                  </a:moveTo>
                  <a:lnTo>
                    <a:pt x="1811731" y="359162"/>
                  </a:lnTo>
                  <a:lnTo>
                    <a:pt x="1794330" y="274495"/>
                  </a:lnTo>
                  <a:close/>
                  <a:moveTo>
                    <a:pt x="2019102" y="210221"/>
                  </a:moveTo>
                  <a:lnTo>
                    <a:pt x="2010752" y="201670"/>
                  </a:lnTo>
                  <a:lnTo>
                    <a:pt x="2110718" y="279837"/>
                  </a:lnTo>
                  <a:close/>
                  <a:moveTo>
                    <a:pt x="2046109" y="133427"/>
                  </a:moveTo>
                  <a:lnTo>
                    <a:pt x="2024507" y="236058"/>
                  </a:lnTo>
                  <a:lnTo>
                    <a:pt x="2010752" y="201670"/>
                  </a:lnTo>
                  <a:close/>
                  <a:moveTo>
                    <a:pt x="2500497" y="367395"/>
                  </a:moveTo>
                  <a:lnTo>
                    <a:pt x="2441067" y="294384"/>
                  </a:lnTo>
                  <a:lnTo>
                    <a:pt x="2459027" y="309992"/>
                  </a:lnTo>
                  <a:close/>
                  <a:moveTo>
                    <a:pt x="2365757" y="295019"/>
                  </a:moveTo>
                  <a:lnTo>
                    <a:pt x="2441067" y="294384"/>
                  </a:lnTo>
                  <a:lnTo>
                    <a:pt x="2388270" y="237215"/>
                  </a:lnTo>
                  <a:close/>
                  <a:moveTo>
                    <a:pt x="2365757" y="295019"/>
                  </a:moveTo>
                  <a:lnTo>
                    <a:pt x="2388270" y="237215"/>
                  </a:lnTo>
                  <a:lnTo>
                    <a:pt x="2339932" y="215922"/>
                  </a:lnTo>
                  <a:close/>
                  <a:moveTo>
                    <a:pt x="2277393" y="206172"/>
                  </a:moveTo>
                  <a:lnTo>
                    <a:pt x="2339932" y="215922"/>
                  </a:lnTo>
                  <a:lnTo>
                    <a:pt x="2304232" y="144854"/>
                  </a:lnTo>
                  <a:close/>
                  <a:moveTo>
                    <a:pt x="2339932" y="215922"/>
                  </a:moveTo>
                  <a:lnTo>
                    <a:pt x="2388270" y="237215"/>
                  </a:lnTo>
                  <a:lnTo>
                    <a:pt x="2304232" y="144854"/>
                  </a:lnTo>
                  <a:close/>
                  <a:moveTo>
                    <a:pt x="2253137" y="125801"/>
                  </a:moveTo>
                  <a:lnTo>
                    <a:pt x="2304232" y="144854"/>
                  </a:lnTo>
                  <a:lnTo>
                    <a:pt x="2268001" y="74217"/>
                  </a:lnTo>
                  <a:close/>
                  <a:moveTo>
                    <a:pt x="2253137" y="125801"/>
                  </a:moveTo>
                  <a:lnTo>
                    <a:pt x="2268001" y="74217"/>
                  </a:lnTo>
                  <a:lnTo>
                    <a:pt x="2225913" y="47839"/>
                  </a:lnTo>
                  <a:close/>
                  <a:moveTo>
                    <a:pt x="2225913" y="47839"/>
                  </a:moveTo>
                  <a:lnTo>
                    <a:pt x="2262479" y="68992"/>
                  </a:lnTo>
                  <a:lnTo>
                    <a:pt x="2169496" y="0"/>
                  </a:lnTo>
                  <a:close/>
                  <a:moveTo>
                    <a:pt x="2225913" y="47839"/>
                  </a:moveTo>
                  <a:lnTo>
                    <a:pt x="2268001" y="74217"/>
                  </a:lnTo>
                  <a:lnTo>
                    <a:pt x="2262479" y="6899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15" name="Candidate_density__2114">
              <a:extLst>
                <a:ext uri="{FF2B5EF4-FFF2-40B4-BE49-F238E27FC236}">
                  <a16:creationId xmlns:a16="http://schemas.microsoft.com/office/drawing/2014/main" id="{172497F2-39BE-B789-EDE4-60399C047214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807342" cy="2352692"/>
            </a:xfrm>
            <a:custGeom>
              <a:avLst/>
              <a:gdLst/>
              <a:ahLst/>
              <a:cxnLst/>
              <a:rect l="0" t="0" r="0" b="0"/>
              <a:pathLst>
                <a:path w="2807342" h="2352692">
                  <a:moveTo>
                    <a:pt x="664114" y="2226699"/>
                  </a:moveTo>
                  <a:lnTo>
                    <a:pt x="621890" y="2144483"/>
                  </a:lnTo>
                  <a:lnTo>
                    <a:pt x="627862" y="2167077"/>
                  </a:lnTo>
                  <a:close/>
                  <a:moveTo>
                    <a:pt x="636933" y="2074495"/>
                  </a:moveTo>
                  <a:lnTo>
                    <a:pt x="627862" y="2167077"/>
                  </a:lnTo>
                  <a:lnTo>
                    <a:pt x="621890" y="2144483"/>
                  </a:lnTo>
                  <a:close/>
                  <a:moveTo>
                    <a:pt x="3408" y="1486763"/>
                  </a:moveTo>
                  <a:lnTo>
                    <a:pt x="2490" y="1411111"/>
                  </a:lnTo>
                  <a:lnTo>
                    <a:pt x="12247" y="1503271"/>
                  </a:lnTo>
                  <a:close/>
                  <a:moveTo>
                    <a:pt x="3408" y="1486763"/>
                  </a:moveTo>
                  <a:lnTo>
                    <a:pt x="0" y="1404548"/>
                  </a:lnTo>
                  <a:lnTo>
                    <a:pt x="2490" y="1411111"/>
                  </a:lnTo>
                  <a:close/>
                  <a:moveTo>
                    <a:pt x="5224" y="1384586"/>
                  </a:moveTo>
                  <a:lnTo>
                    <a:pt x="2490" y="1411111"/>
                  </a:lnTo>
                  <a:lnTo>
                    <a:pt x="0" y="1404548"/>
                  </a:lnTo>
                  <a:close/>
                  <a:moveTo>
                    <a:pt x="1012327" y="2352692"/>
                  </a:moveTo>
                  <a:lnTo>
                    <a:pt x="1014774" y="2334578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12327" y="2352692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77650" y="2243960"/>
                  </a:lnTo>
                  <a:lnTo>
                    <a:pt x="983618" y="2159722"/>
                  </a:lnTo>
                  <a:close/>
                  <a:moveTo>
                    <a:pt x="981794" y="2270477"/>
                  </a:moveTo>
                  <a:lnTo>
                    <a:pt x="983618" y="2159722"/>
                  </a:lnTo>
                  <a:lnTo>
                    <a:pt x="966801" y="2256641"/>
                  </a:lnTo>
                  <a:close/>
                  <a:moveTo>
                    <a:pt x="1024420" y="2314256"/>
                  </a:moveTo>
                  <a:lnTo>
                    <a:pt x="1015539" y="2233862"/>
                  </a:lnTo>
                  <a:lnTo>
                    <a:pt x="1014774" y="2334578"/>
                  </a:lnTo>
                  <a:close/>
                  <a:moveTo>
                    <a:pt x="1135983" y="2232041"/>
                  </a:moveTo>
                  <a:lnTo>
                    <a:pt x="1116183" y="2212633"/>
                  </a:lnTo>
                  <a:lnTo>
                    <a:pt x="1109111" y="2118291"/>
                  </a:lnTo>
                  <a:close/>
                  <a:moveTo>
                    <a:pt x="1058982" y="2029174"/>
                  </a:moveTo>
                  <a:lnTo>
                    <a:pt x="1109111" y="2118291"/>
                  </a:lnTo>
                  <a:lnTo>
                    <a:pt x="1105453" y="2111389"/>
                  </a:lnTo>
                  <a:close/>
                  <a:moveTo>
                    <a:pt x="1058982" y="2029174"/>
                  </a:moveTo>
                  <a:lnTo>
                    <a:pt x="1086917" y="1996673"/>
                  </a:lnTo>
                  <a:lnTo>
                    <a:pt x="996609" y="2049068"/>
                  </a:lnTo>
                  <a:close/>
                  <a:moveTo>
                    <a:pt x="1105453" y="2111389"/>
                  </a:moveTo>
                  <a:lnTo>
                    <a:pt x="1081507" y="1990738"/>
                  </a:lnTo>
                  <a:lnTo>
                    <a:pt x="1058982" y="2029174"/>
                  </a:lnTo>
                  <a:close/>
                  <a:moveTo>
                    <a:pt x="631176" y="1263553"/>
                  </a:moveTo>
                  <a:lnTo>
                    <a:pt x="727878" y="1333017"/>
                  </a:lnTo>
                  <a:lnTo>
                    <a:pt x="653117" y="1274194"/>
                  </a:lnTo>
                  <a:close/>
                  <a:moveTo>
                    <a:pt x="1394614" y="2034517"/>
                  </a:moveTo>
                  <a:lnTo>
                    <a:pt x="1356473" y="2038374"/>
                  </a:lnTo>
                  <a:lnTo>
                    <a:pt x="1371802" y="2126004"/>
                  </a:lnTo>
                  <a:close/>
                  <a:moveTo>
                    <a:pt x="1086751" y="1636008"/>
                  </a:moveTo>
                  <a:lnTo>
                    <a:pt x="986062" y="1657274"/>
                  </a:lnTo>
                  <a:lnTo>
                    <a:pt x="1104781" y="1721441"/>
                  </a:lnTo>
                  <a:close/>
                  <a:moveTo>
                    <a:pt x="768636" y="1212392"/>
                  </a:moveTo>
                  <a:lnTo>
                    <a:pt x="727878" y="1333017"/>
                  </a:lnTo>
                  <a:lnTo>
                    <a:pt x="786289" y="1298134"/>
                  </a:lnTo>
                  <a:close/>
                  <a:moveTo>
                    <a:pt x="685096" y="1178554"/>
                  </a:moveTo>
                  <a:lnTo>
                    <a:pt x="681167" y="1168587"/>
                  </a:lnTo>
                  <a:lnTo>
                    <a:pt x="640308" y="1226306"/>
                  </a:lnTo>
                  <a:close/>
                  <a:moveTo>
                    <a:pt x="1576437" y="2180916"/>
                  </a:moveTo>
                  <a:lnTo>
                    <a:pt x="1486120" y="2222850"/>
                  </a:lnTo>
                  <a:lnTo>
                    <a:pt x="1565157" y="2239698"/>
                  </a:lnTo>
                  <a:close/>
                  <a:moveTo>
                    <a:pt x="1489899" y="2190677"/>
                  </a:moveTo>
                  <a:lnTo>
                    <a:pt x="1576437" y="2180916"/>
                  </a:lnTo>
                  <a:lnTo>
                    <a:pt x="1563248" y="2091545"/>
                  </a:lnTo>
                  <a:close/>
                  <a:moveTo>
                    <a:pt x="1564191" y="2020881"/>
                  </a:moveTo>
                  <a:lnTo>
                    <a:pt x="1518922" y="1996080"/>
                  </a:lnTo>
                  <a:lnTo>
                    <a:pt x="1563248" y="2091545"/>
                  </a:lnTo>
                  <a:close/>
                  <a:moveTo>
                    <a:pt x="1563248" y="2091545"/>
                  </a:moveTo>
                  <a:lnTo>
                    <a:pt x="1518922" y="199608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56501" y="2017644"/>
                  </a:lnTo>
                  <a:lnTo>
                    <a:pt x="1358991" y="2026192"/>
                  </a:lnTo>
                  <a:close/>
                  <a:moveTo>
                    <a:pt x="1358991" y="2026192"/>
                  </a:moveTo>
                  <a:lnTo>
                    <a:pt x="1456501" y="2017644"/>
                  </a:lnTo>
                  <a:lnTo>
                    <a:pt x="1467769" y="1939036"/>
                  </a:lnTo>
                  <a:close/>
                  <a:moveTo>
                    <a:pt x="826967" y="1215128"/>
                  </a:moveTo>
                  <a:lnTo>
                    <a:pt x="768679" y="1212357"/>
                  </a:lnTo>
                  <a:lnTo>
                    <a:pt x="875721" y="1256144"/>
                  </a:lnTo>
                  <a:close/>
                  <a:moveTo>
                    <a:pt x="1518922" y="1996080"/>
                  </a:moveTo>
                  <a:lnTo>
                    <a:pt x="1564191" y="2020881"/>
                  </a:lnTo>
                  <a:lnTo>
                    <a:pt x="1567630" y="1987891"/>
                  </a:lnTo>
                  <a:close/>
                  <a:moveTo>
                    <a:pt x="1567630" y="1987891"/>
                  </a:moveTo>
                  <a:lnTo>
                    <a:pt x="1467769" y="1939036"/>
                  </a:lnTo>
                  <a:lnTo>
                    <a:pt x="1518922" y="1996080"/>
                  </a:lnTo>
                  <a:close/>
                  <a:moveTo>
                    <a:pt x="1477186" y="1900735"/>
                  </a:moveTo>
                  <a:lnTo>
                    <a:pt x="1467769" y="1939036"/>
                  </a:lnTo>
                  <a:lnTo>
                    <a:pt x="1567630" y="1987891"/>
                  </a:lnTo>
                  <a:close/>
                  <a:moveTo>
                    <a:pt x="1469997" y="1831650"/>
                  </a:moveTo>
                  <a:lnTo>
                    <a:pt x="1454557" y="1889636"/>
                  </a:lnTo>
                  <a:lnTo>
                    <a:pt x="1477186" y="1900735"/>
                  </a:lnTo>
                  <a:close/>
                  <a:moveTo>
                    <a:pt x="1361275" y="1734193"/>
                  </a:moveTo>
                  <a:lnTo>
                    <a:pt x="1444004" y="1727528"/>
                  </a:lnTo>
                  <a:lnTo>
                    <a:pt x="1398517" y="1664416"/>
                  </a:lnTo>
                  <a:close/>
                  <a:moveTo>
                    <a:pt x="694922" y="811360"/>
                  </a:moveTo>
                  <a:lnTo>
                    <a:pt x="633968" y="772194"/>
                  </a:lnTo>
                  <a:lnTo>
                    <a:pt x="572500" y="750202"/>
                  </a:lnTo>
                  <a:close/>
                  <a:moveTo>
                    <a:pt x="694922" y="811360"/>
                  </a:moveTo>
                  <a:lnTo>
                    <a:pt x="716105" y="800633"/>
                  </a:lnTo>
                  <a:lnTo>
                    <a:pt x="633968" y="772194"/>
                  </a:lnTo>
                  <a:close/>
                  <a:moveTo>
                    <a:pt x="572500" y="750202"/>
                  </a:moveTo>
                  <a:lnTo>
                    <a:pt x="608499" y="762853"/>
                  </a:lnTo>
                  <a:lnTo>
                    <a:pt x="549662" y="735647"/>
                  </a:lnTo>
                  <a:close/>
                  <a:moveTo>
                    <a:pt x="1184386" y="1016672"/>
                  </a:moveTo>
                  <a:lnTo>
                    <a:pt x="1094060" y="947366"/>
                  </a:lnTo>
                  <a:lnTo>
                    <a:pt x="1177625" y="1014841"/>
                  </a:lnTo>
                  <a:close/>
                  <a:moveTo>
                    <a:pt x="981511" y="860237"/>
                  </a:moveTo>
                  <a:lnTo>
                    <a:pt x="1000778" y="877263"/>
                  </a:lnTo>
                  <a:lnTo>
                    <a:pt x="1074463" y="932626"/>
                  </a:lnTo>
                  <a:close/>
                  <a:moveTo>
                    <a:pt x="1157395" y="978022"/>
                  </a:moveTo>
                  <a:lnTo>
                    <a:pt x="1177625" y="1014841"/>
                  </a:lnTo>
                  <a:lnTo>
                    <a:pt x="1094060" y="947366"/>
                  </a:lnTo>
                  <a:close/>
                  <a:moveTo>
                    <a:pt x="1050141" y="904534"/>
                  </a:moveTo>
                  <a:lnTo>
                    <a:pt x="1157395" y="978022"/>
                  </a:lnTo>
                  <a:lnTo>
                    <a:pt x="1074463" y="932626"/>
                  </a:lnTo>
                  <a:close/>
                  <a:moveTo>
                    <a:pt x="1074463" y="932626"/>
                  </a:moveTo>
                  <a:lnTo>
                    <a:pt x="1157395" y="978022"/>
                  </a:lnTo>
                  <a:lnTo>
                    <a:pt x="1094060" y="947366"/>
                  </a:lnTo>
                  <a:close/>
                  <a:moveTo>
                    <a:pt x="1236538" y="976404"/>
                  </a:moveTo>
                  <a:lnTo>
                    <a:pt x="1190415" y="1014841"/>
                  </a:lnTo>
                  <a:lnTo>
                    <a:pt x="1274851" y="1065998"/>
                  </a:lnTo>
                  <a:close/>
                  <a:moveTo>
                    <a:pt x="1050141" y="904534"/>
                  </a:moveTo>
                  <a:lnTo>
                    <a:pt x="1074463" y="932626"/>
                  </a:lnTo>
                  <a:lnTo>
                    <a:pt x="1000778" y="877263"/>
                  </a:lnTo>
                  <a:close/>
                  <a:moveTo>
                    <a:pt x="1972396" y="1760119"/>
                  </a:moveTo>
                  <a:lnTo>
                    <a:pt x="1946318" y="1798555"/>
                  </a:lnTo>
                  <a:lnTo>
                    <a:pt x="2041270" y="1842334"/>
                  </a:lnTo>
                  <a:close/>
                  <a:moveTo>
                    <a:pt x="1936088" y="1716340"/>
                  </a:moveTo>
                  <a:lnTo>
                    <a:pt x="1946318" y="1798555"/>
                  </a:lnTo>
                  <a:lnTo>
                    <a:pt x="1972396" y="1760119"/>
                  </a:lnTo>
                  <a:close/>
                  <a:moveTo>
                    <a:pt x="1236538" y="976404"/>
                  </a:moveTo>
                  <a:lnTo>
                    <a:pt x="1327175" y="1046428"/>
                  </a:lnTo>
                  <a:lnTo>
                    <a:pt x="1289360" y="937968"/>
                  </a:lnTo>
                  <a:close/>
                  <a:moveTo>
                    <a:pt x="2020718" y="1557252"/>
                  </a:moveTo>
                  <a:lnTo>
                    <a:pt x="1974274" y="1578675"/>
                  </a:lnTo>
                  <a:lnTo>
                    <a:pt x="2013285" y="1567673"/>
                  </a:lnTo>
                  <a:close/>
                  <a:moveTo>
                    <a:pt x="1925285" y="1513473"/>
                  </a:moveTo>
                  <a:lnTo>
                    <a:pt x="1974274" y="1578675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25285" y="1513473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46131" y="1473454"/>
                  </a:lnTo>
                  <a:lnTo>
                    <a:pt x="1925285" y="1513473"/>
                  </a:lnTo>
                  <a:close/>
                  <a:moveTo>
                    <a:pt x="1717700" y="1184614"/>
                  </a:moveTo>
                  <a:lnTo>
                    <a:pt x="1770100" y="1228392"/>
                  </a:lnTo>
                  <a:lnTo>
                    <a:pt x="1710149" y="1146177"/>
                  </a:lnTo>
                  <a:close/>
                  <a:moveTo>
                    <a:pt x="1332875" y="652886"/>
                  </a:moveTo>
                  <a:lnTo>
                    <a:pt x="1304063" y="744812"/>
                  </a:lnTo>
                  <a:lnTo>
                    <a:pt x="1338321" y="657698"/>
                  </a:lnTo>
                  <a:close/>
                  <a:moveTo>
                    <a:pt x="1332875" y="652886"/>
                  </a:moveTo>
                  <a:lnTo>
                    <a:pt x="1229534" y="691323"/>
                  </a:lnTo>
                  <a:lnTo>
                    <a:pt x="1304063" y="744812"/>
                  </a:lnTo>
                  <a:close/>
                  <a:moveTo>
                    <a:pt x="2352232" y="1774168"/>
                  </a:moveTo>
                  <a:lnTo>
                    <a:pt x="2276454" y="1775182"/>
                  </a:lnTo>
                  <a:lnTo>
                    <a:pt x="2340946" y="1883435"/>
                  </a:lnTo>
                  <a:close/>
                  <a:moveTo>
                    <a:pt x="2340946" y="1883435"/>
                  </a:moveTo>
                  <a:lnTo>
                    <a:pt x="2439873" y="1863602"/>
                  </a:lnTo>
                  <a:lnTo>
                    <a:pt x="2427221" y="1773795"/>
                  </a:lnTo>
                  <a:close/>
                  <a:moveTo>
                    <a:pt x="2340946" y="1883435"/>
                  </a:moveTo>
                  <a:lnTo>
                    <a:pt x="2427221" y="1773795"/>
                  </a:lnTo>
                  <a:lnTo>
                    <a:pt x="2352232" y="1774168"/>
                  </a:lnTo>
                  <a:close/>
                  <a:moveTo>
                    <a:pt x="2515400" y="1862791"/>
                  </a:moveTo>
                  <a:lnTo>
                    <a:pt x="2439873" y="1863602"/>
                  </a:lnTo>
                  <a:lnTo>
                    <a:pt x="2422345" y="1924105"/>
                  </a:lnTo>
                  <a:close/>
                  <a:moveTo>
                    <a:pt x="2439873" y="1863602"/>
                  </a:moveTo>
                  <a:lnTo>
                    <a:pt x="2515400" y="1862791"/>
                  </a:lnTo>
                  <a:lnTo>
                    <a:pt x="2507872" y="1768820"/>
                  </a:lnTo>
                  <a:close/>
                  <a:moveTo>
                    <a:pt x="2439873" y="1863602"/>
                  </a:moveTo>
                  <a:lnTo>
                    <a:pt x="2507872" y="1768820"/>
                  </a:lnTo>
                  <a:lnTo>
                    <a:pt x="2427221" y="1773795"/>
                  </a:lnTo>
                  <a:close/>
                  <a:moveTo>
                    <a:pt x="2276454" y="1775182"/>
                  </a:moveTo>
                  <a:lnTo>
                    <a:pt x="2352232" y="1774168"/>
                  </a:lnTo>
                  <a:lnTo>
                    <a:pt x="2336863" y="1686570"/>
                  </a:lnTo>
                  <a:close/>
                  <a:moveTo>
                    <a:pt x="2352232" y="1774168"/>
                  </a:moveTo>
                  <a:lnTo>
                    <a:pt x="2427221" y="1773795"/>
                  </a:lnTo>
                  <a:lnTo>
                    <a:pt x="2406589" y="1690476"/>
                  </a:lnTo>
                  <a:close/>
                  <a:moveTo>
                    <a:pt x="2352232" y="1774168"/>
                  </a:moveTo>
                  <a:lnTo>
                    <a:pt x="2406589" y="1690476"/>
                  </a:lnTo>
                  <a:lnTo>
                    <a:pt x="2336863" y="1686570"/>
                  </a:lnTo>
                  <a:close/>
                  <a:moveTo>
                    <a:pt x="2170683" y="1700488"/>
                  </a:moveTo>
                  <a:lnTo>
                    <a:pt x="2261678" y="1687102"/>
                  </a:lnTo>
                  <a:lnTo>
                    <a:pt x="2205018" y="1668870"/>
                  </a:lnTo>
                  <a:close/>
                  <a:moveTo>
                    <a:pt x="2261678" y="1687102"/>
                  </a:moveTo>
                  <a:lnTo>
                    <a:pt x="2336863" y="1686570"/>
                  </a:lnTo>
                  <a:lnTo>
                    <a:pt x="2285018" y="1689320"/>
                  </a:lnTo>
                  <a:close/>
                  <a:moveTo>
                    <a:pt x="1748041" y="1107740"/>
                  </a:moveTo>
                  <a:lnTo>
                    <a:pt x="1745373" y="1064968"/>
                  </a:lnTo>
                  <a:lnTo>
                    <a:pt x="1710149" y="1146177"/>
                  </a:lnTo>
                  <a:close/>
                  <a:moveTo>
                    <a:pt x="1534856" y="861095"/>
                  </a:moveTo>
                  <a:lnTo>
                    <a:pt x="1541083" y="858475"/>
                  </a:lnTo>
                  <a:lnTo>
                    <a:pt x="1457320" y="815872"/>
                  </a:lnTo>
                  <a:close/>
                  <a:moveTo>
                    <a:pt x="1534415" y="899532"/>
                  </a:moveTo>
                  <a:lnTo>
                    <a:pt x="1541083" y="858475"/>
                  </a:lnTo>
                  <a:lnTo>
                    <a:pt x="1534856" y="861095"/>
                  </a:lnTo>
                  <a:close/>
                  <a:moveTo>
                    <a:pt x="1605509" y="778880"/>
                  </a:moveTo>
                  <a:lnTo>
                    <a:pt x="1577042" y="696665"/>
                  </a:lnTo>
                  <a:lnTo>
                    <a:pt x="1597975" y="792527"/>
                  </a:lnTo>
                  <a:close/>
                  <a:moveTo>
                    <a:pt x="2312028" y="1359902"/>
                  </a:moveTo>
                  <a:lnTo>
                    <a:pt x="2255807" y="1315949"/>
                  </a:lnTo>
                  <a:lnTo>
                    <a:pt x="2291610" y="1423083"/>
                  </a:lnTo>
                  <a:close/>
                  <a:moveTo>
                    <a:pt x="2291610" y="1423083"/>
                  </a:moveTo>
                  <a:lnTo>
                    <a:pt x="2255807" y="1315949"/>
                  </a:lnTo>
                  <a:lnTo>
                    <a:pt x="2212027" y="1327099"/>
                  </a:lnTo>
                  <a:close/>
                  <a:moveTo>
                    <a:pt x="2291610" y="1423083"/>
                  </a:moveTo>
                  <a:lnTo>
                    <a:pt x="2212027" y="1327099"/>
                  </a:lnTo>
                  <a:lnTo>
                    <a:pt x="2225544" y="1416202"/>
                  </a:lnTo>
                  <a:close/>
                  <a:moveTo>
                    <a:pt x="2029873" y="1354003"/>
                  </a:moveTo>
                  <a:lnTo>
                    <a:pt x="2099011" y="1335983"/>
                  </a:lnTo>
                  <a:lnTo>
                    <a:pt x="2055245" y="1233734"/>
                  </a:lnTo>
                  <a:close/>
                  <a:moveTo>
                    <a:pt x="1904282" y="1165241"/>
                  </a:moveTo>
                  <a:lnTo>
                    <a:pt x="1926442" y="1189956"/>
                  </a:lnTo>
                  <a:lnTo>
                    <a:pt x="1950000" y="1120968"/>
                  </a:lnTo>
                  <a:close/>
                  <a:moveTo>
                    <a:pt x="2550247" y="1478047"/>
                  </a:moveTo>
                  <a:lnTo>
                    <a:pt x="2591238" y="1524158"/>
                  </a:lnTo>
                  <a:lnTo>
                    <a:pt x="2529351" y="1451081"/>
                  </a:lnTo>
                  <a:close/>
                  <a:moveTo>
                    <a:pt x="2529351" y="1451081"/>
                  </a:moveTo>
                  <a:lnTo>
                    <a:pt x="2591238" y="1524158"/>
                  </a:lnTo>
                  <a:lnTo>
                    <a:pt x="2628725" y="1530975"/>
                  </a:lnTo>
                  <a:close/>
                  <a:moveTo>
                    <a:pt x="2550247" y="1478047"/>
                  </a:moveTo>
                  <a:lnTo>
                    <a:pt x="2529351" y="1451081"/>
                  </a:lnTo>
                  <a:lnTo>
                    <a:pt x="2500179" y="1441943"/>
                  </a:lnTo>
                  <a:close/>
                  <a:moveTo>
                    <a:pt x="1607035" y="493798"/>
                  </a:moveTo>
                  <a:lnTo>
                    <a:pt x="1687916" y="483193"/>
                  </a:lnTo>
                  <a:lnTo>
                    <a:pt x="1645914" y="483456"/>
                  </a:lnTo>
                  <a:close/>
                  <a:moveTo>
                    <a:pt x="2300722" y="828001"/>
                  </a:moveTo>
                  <a:lnTo>
                    <a:pt x="2325766" y="894854"/>
                  </a:lnTo>
                  <a:lnTo>
                    <a:pt x="2421292" y="844157"/>
                  </a:lnTo>
                  <a:close/>
                  <a:moveTo>
                    <a:pt x="2019823" y="461343"/>
                  </a:moveTo>
                  <a:lnTo>
                    <a:pt x="2020032" y="458545"/>
                  </a:lnTo>
                  <a:lnTo>
                    <a:pt x="1932467" y="378489"/>
                  </a:lnTo>
                  <a:close/>
                  <a:moveTo>
                    <a:pt x="1932467" y="378489"/>
                  </a:moveTo>
                  <a:lnTo>
                    <a:pt x="1879526" y="416925"/>
                  </a:lnTo>
                  <a:lnTo>
                    <a:pt x="2019823" y="461343"/>
                  </a:lnTo>
                  <a:close/>
                  <a:moveTo>
                    <a:pt x="2020032" y="458545"/>
                  </a:moveTo>
                  <a:lnTo>
                    <a:pt x="2121750" y="439071"/>
                  </a:lnTo>
                  <a:lnTo>
                    <a:pt x="2131443" y="381229"/>
                  </a:lnTo>
                  <a:close/>
                  <a:moveTo>
                    <a:pt x="2550550" y="668913"/>
                  </a:moveTo>
                  <a:lnTo>
                    <a:pt x="2594276" y="712691"/>
                  </a:lnTo>
                  <a:lnTo>
                    <a:pt x="2598590" y="630476"/>
                  </a:lnTo>
                  <a:close/>
                  <a:moveTo>
                    <a:pt x="2459034" y="345394"/>
                  </a:moveTo>
                  <a:lnTo>
                    <a:pt x="2359068" y="267227"/>
                  </a:lnTo>
                  <a:lnTo>
                    <a:pt x="2372823" y="301615"/>
                  </a:lnTo>
                  <a:close/>
                  <a:moveTo>
                    <a:pt x="2438160" y="46415"/>
                  </a:moveTo>
                  <a:lnTo>
                    <a:pt x="2489937" y="60313"/>
                  </a:lnTo>
                  <a:lnTo>
                    <a:pt x="2392947" y="0"/>
                  </a:lnTo>
                  <a:close/>
                  <a:moveTo>
                    <a:pt x="2789383" y="359941"/>
                  </a:moveTo>
                  <a:lnTo>
                    <a:pt x="2714073" y="360576"/>
                  </a:lnTo>
                  <a:lnTo>
                    <a:pt x="2807342" y="375549"/>
                  </a:lnTo>
                  <a:close/>
                  <a:moveTo>
                    <a:pt x="2448602" y="54845"/>
                  </a:moveTo>
                  <a:lnTo>
                    <a:pt x="2517811" y="65557"/>
                  </a:lnTo>
                  <a:lnTo>
                    <a:pt x="2489937" y="60313"/>
                  </a:lnTo>
                  <a:close/>
                  <a:moveTo>
                    <a:pt x="2574229" y="113397"/>
                  </a:moveTo>
                  <a:lnTo>
                    <a:pt x="2517811" y="65557"/>
                  </a:lnTo>
                  <a:lnTo>
                    <a:pt x="2448602" y="54845"/>
                  </a:lnTo>
                  <a:close/>
                  <a:moveTo>
                    <a:pt x="2498429" y="114429"/>
                  </a:moveTo>
                  <a:lnTo>
                    <a:pt x="2574229" y="113397"/>
                  </a:lnTo>
                  <a:lnTo>
                    <a:pt x="2448602" y="54845"/>
                  </a:lnTo>
                  <a:close/>
                  <a:moveTo>
                    <a:pt x="2378350" y="51368"/>
                  </a:moveTo>
                  <a:lnTo>
                    <a:pt x="2438160" y="46415"/>
                  </a:lnTo>
                  <a:lnTo>
                    <a:pt x="2361042" y="36739"/>
                  </a:lnTo>
                  <a:close/>
                  <a:moveTo>
                    <a:pt x="2378350" y="51368"/>
                  </a:moveTo>
                  <a:lnTo>
                    <a:pt x="2448602" y="54845"/>
                  </a:lnTo>
                  <a:lnTo>
                    <a:pt x="2438160" y="46415"/>
                  </a:lnTo>
                  <a:close/>
                  <a:moveTo>
                    <a:pt x="2448602" y="54845"/>
                  </a:moveTo>
                  <a:lnTo>
                    <a:pt x="2489937" y="60313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16" name="Candidate_density__2115">
              <a:extLst>
                <a:ext uri="{FF2B5EF4-FFF2-40B4-BE49-F238E27FC236}">
                  <a16:creationId xmlns:a16="http://schemas.microsoft.com/office/drawing/2014/main" id="{A9C081CA-D674-AC4E-48B0-6E676C76AB56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438160" cy="2270477"/>
            </a:xfrm>
            <a:custGeom>
              <a:avLst/>
              <a:gdLst/>
              <a:ahLst/>
              <a:cxnLst/>
              <a:rect l="0" t="0" r="0" b="0"/>
              <a:pathLst>
                <a:path w="2438160" h="2270477">
                  <a:moveTo>
                    <a:pt x="621890" y="2144483"/>
                  </a:moveTo>
                  <a:lnTo>
                    <a:pt x="663815" y="2037756"/>
                  </a:lnTo>
                  <a:lnTo>
                    <a:pt x="636933" y="2074495"/>
                  </a:lnTo>
                  <a:close/>
                  <a:moveTo>
                    <a:pt x="676398" y="2023832"/>
                  </a:moveTo>
                  <a:lnTo>
                    <a:pt x="663815" y="2037756"/>
                  </a:lnTo>
                  <a:lnTo>
                    <a:pt x="621890" y="2144483"/>
                  </a:lnTo>
                  <a:close/>
                  <a:moveTo>
                    <a:pt x="678922" y="2016281"/>
                  </a:moveTo>
                  <a:lnTo>
                    <a:pt x="658967" y="2062268"/>
                  </a:lnTo>
                  <a:lnTo>
                    <a:pt x="663815" y="2037756"/>
                  </a:lnTo>
                  <a:close/>
                  <a:moveTo>
                    <a:pt x="46258" y="1322802"/>
                  </a:moveTo>
                  <a:lnTo>
                    <a:pt x="5224" y="1384586"/>
                  </a:lnTo>
                  <a:lnTo>
                    <a:pt x="0" y="1404548"/>
                  </a:lnTo>
                  <a:close/>
                  <a:moveTo>
                    <a:pt x="5224" y="1384586"/>
                  </a:moveTo>
                  <a:lnTo>
                    <a:pt x="46258" y="1322802"/>
                  </a:lnTo>
                  <a:lnTo>
                    <a:pt x="39931" y="1322333"/>
                  </a:lnTo>
                  <a:close/>
                  <a:moveTo>
                    <a:pt x="46258" y="1322802"/>
                  </a:moveTo>
                  <a:lnTo>
                    <a:pt x="106195" y="1283896"/>
                  </a:lnTo>
                  <a:lnTo>
                    <a:pt x="39931" y="1322333"/>
                  </a:lnTo>
                  <a:close/>
                  <a:moveTo>
                    <a:pt x="109626" y="1281068"/>
                  </a:moveTo>
                  <a:lnTo>
                    <a:pt x="39931" y="1322333"/>
                  </a:lnTo>
                  <a:lnTo>
                    <a:pt x="106195" y="1283896"/>
                  </a:lnTo>
                  <a:close/>
                  <a:moveTo>
                    <a:pt x="109626" y="1281068"/>
                  </a:moveTo>
                  <a:lnTo>
                    <a:pt x="58412" y="1304788"/>
                  </a:lnTo>
                  <a:lnTo>
                    <a:pt x="39931" y="1322333"/>
                  </a:lnTo>
                  <a:close/>
                  <a:moveTo>
                    <a:pt x="1097232" y="2250439"/>
                  </a:moveTo>
                  <a:lnTo>
                    <a:pt x="1077650" y="2243960"/>
                  </a:lnTo>
                  <a:lnTo>
                    <a:pt x="981794" y="2270477"/>
                  </a:lnTo>
                  <a:close/>
                  <a:moveTo>
                    <a:pt x="983618" y="2159722"/>
                  </a:moveTo>
                  <a:lnTo>
                    <a:pt x="1077650" y="2243960"/>
                  </a:lnTo>
                  <a:lnTo>
                    <a:pt x="1064795" y="2154318"/>
                  </a:lnTo>
                  <a:close/>
                  <a:moveTo>
                    <a:pt x="678922" y="2016281"/>
                  </a:moveTo>
                  <a:lnTo>
                    <a:pt x="695672" y="2011856"/>
                  </a:lnTo>
                  <a:lnTo>
                    <a:pt x="734092" y="1943898"/>
                  </a:lnTo>
                  <a:close/>
                  <a:moveTo>
                    <a:pt x="109626" y="1281068"/>
                  </a:moveTo>
                  <a:lnTo>
                    <a:pt x="106195" y="1283896"/>
                  </a:lnTo>
                  <a:lnTo>
                    <a:pt x="150733" y="1251093"/>
                  </a:lnTo>
                  <a:close/>
                  <a:moveTo>
                    <a:pt x="109626" y="1281068"/>
                  </a:moveTo>
                  <a:lnTo>
                    <a:pt x="150733" y="1251093"/>
                  </a:lnTo>
                  <a:lnTo>
                    <a:pt x="216234" y="1185796"/>
                  </a:lnTo>
                  <a:close/>
                  <a:moveTo>
                    <a:pt x="163556" y="1204046"/>
                  </a:moveTo>
                  <a:lnTo>
                    <a:pt x="109626" y="1281068"/>
                  </a:lnTo>
                  <a:lnTo>
                    <a:pt x="216234" y="1185796"/>
                  </a:lnTo>
                  <a:close/>
                  <a:moveTo>
                    <a:pt x="216234" y="1185796"/>
                  </a:moveTo>
                  <a:lnTo>
                    <a:pt x="234603" y="1163244"/>
                  </a:lnTo>
                  <a:lnTo>
                    <a:pt x="167837" y="1201681"/>
                  </a:lnTo>
                  <a:close/>
                  <a:moveTo>
                    <a:pt x="1082564" y="2149826"/>
                  </a:moveTo>
                  <a:lnTo>
                    <a:pt x="1135983" y="2232041"/>
                  </a:lnTo>
                  <a:lnTo>
                    <a:pt x="1109111" y="2118291"/>
                  </a:lnTo>
                  <a:close/>
                  <a:moveTo>
                    <a:pt x="1064388" y="2127641"/>
                  </a:moveTo>
                  <a:lnTo>
                    <a:pt x="1082564" y="2149826"/>
                  </a:lnTo>
                  <a:lnTo>
                    <a:pt x="1109111" y="2118291"/>
                  </a:lnTo>
                  <a:close/>
                  <a:moveTo>
                    <a:pt x="580092" y="1495025"/>
                  </a:moveTo>
                  <a:lnTo>
                    <a:pt x="625865" y="1453668"/>
                  </a:lnTo>
                  <a:lnTo>
                    <a:pt x="580658" y="1492105"/>
                  </a:lnTo>
                  <a:close/>
                  <a:moveTo>
                    <a:pt x="1081507" y="1990738"/>
                  </a:moveTo>
                  <a:lnTo>
                    <a:pt x="1086917" y="1996673"/>
                  </a:lnTo>
                  <a:lnTo>
                    <a:pt x="1058982" y="2029174"/>
                  </a:lnTo>
                  <a:close/>
                  <a:moveTo>
                    <a:pt x="679837" y="1374095"/>
                  </a:moveTo>
                  <a:lnTo>
                    <a:pt x="625865" y="1453668"/>
                  </a:lnTo>
                  <a:lnTo>
                    <a:pt x="639807" y="1415232"/>
                  </a:lnTo>
                  <a:close/>
                  <a:moveTo>
                    <a:pt x="679837" y="1374095"/>
                  </a:moveTo>
                  <a:lnTo>
                    <a:pt x="638018" y="1432944"/>
                  </a:lnTo>
                  <a:lnTo>
                    <a:pt x="625865" y="1453668"/>
                  </a:lnTo>
                  <a:close/>
                  <a:moveTo>
                    <a:pt x="727878" y="1333017"/>
                  </a:moveTo>
                  <a:lnTo>
                    <a:pt x="723833" y="1348909"/>
                  </a:lnTo>
                  <a:lnTo>
                    <a:pt x="679837" y="1374095"/>
                  </a:lnTo>
                  <a:close/>
                  <a:moveTo>
                    <a:pt x="679837" y="1374095"/>
                  </a:moveTo>
                  <a:lnTo>
                    <a:pt x="701404" y="1391276"/>
                  </a:lnTo>
                  <a:lnTo>
                    <a:pt x="638018" y="1432944"/>
                  </a:lnTo>
                  <a:close/>
                  <a:moveTo>
                    <a:pt x="1413941" y="2116731"/>
                  </a:moveTo>
                  <a:lnTo>
                    <a:pt x="1394614" y="2034517"/>
                  </a:lnTo>
                  <a:lnTo>
                    <a:pt x="1371802" y="2126004"/>
                  </a:lnTo>
                  <a:close/>
                  <a:moveTo>
                    <a:pt x="1104781" y="1721441"/>
                  </a:moveTo>
                  <a:lnTo>
                    <a:pt x="1042707" y="1744092"/>
                  </a:lnTo>
                  <a:lnTo>
                    <a:pt x="1126670" y="1714897"/>
                  </a:lnTo>
                  <a:close/>
                  <a:moveTo>
                    <a:pt x="791595" y="1294581"/>
                  </a:moveTo>
                  <a:lnTo>
                    <a:pt x="768685" y="1212366"/>
                  </a:lnTo>
                  <a:lnTo>
                    <a:pt x="786289" y="1298134"/>
                  </a:lnTo>
                  <a:close/>
                  <a:moveTo>
                    <a:pt x="1489899" y="2190677"/>
                  </a:moveTo>
                  <a:lnTo>
                    <a:pt x="1563248" y="2091545"/>
                  </a:lnTo>
                  <a:lnTo>
                    <a:pt x="1474271" y="2103290"/>
                  </a:lnTo>
                  <a:close/>
                  <a:moveTo>
                    <a:pt x="1394614" y="2034517"/>
                  </a:moveTo>
                  <a:lnTo>
                    <a:pt x="1474271" y="210329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13941" y="2116731"/>
                  </a:lnTo>
                  <a:lnTo>
                    <a:pt x="1474271" y="2103290"/>
                  </a:lnTo>
                  <a:close/>
                  <a:moveTo>
                    <a:pt x="1563248" y="2091545"/>
                  </a:moveTo>
                  <a:lnTo>
                    <a:pt x="1456501" y="2017644"/>
                  </a:lnTo>
                  <a:lnTo>
                    <a:pt x="1474271" y="2103290"/>
                  </a:lnTo>
                  <a:close/>
                  <a:moveTo>
                    <a:pt x="1456501" y="2017644"/>
                  </a:moveTo>
                  <a:lnTo>
                    <a:pt x="1518922" y="1996080"/>
                  </a:lnTo>
                  <a:lnTo>
                    <a:pt x="1467769" y="1939036"/>
                  </a:lnTo>
                  <a:close/>
                  <a:moveTo>
                    <a:pt x="1407568" y="1857243"/>
                  </a:moveTo>
                  <a:lnTo>
                    <a:pt x="1454557" y="1889636"/>
                  </a:lnTo>
                  <a:lnTo>
                    <a:pt x="1469997" y="1831650"/>
                  </a:lnTo>
                  <a:close/>
                  <a:moveTo>
                    <a:pt x="1213050" y="1543997"/>
                  </a:moveTo>
                  <a:lnTo>
                    <a:pt x="1119558" y="1623441"/>
                  </a:lnTo>
                  <a:lnTo>
                    <a:pt x="1152692" y="1585005"/>
                  </a:lnTo>
                  <a:close/>
                  <a:moveTo>
                    <a:pt x="1213050" y="1543997"/>
                  </a:moveTo>
                  <a:lnTo>
                    <a:pt x="1159878" y="1560401"/>
                  </a:lnTo>
                  <a:lnTo>
                    <a:pt x="1119558" y="1623441"/>
                  </a:lnTo>
                  <a:close/>
                  <a:moveTo>
                    <a:pt x="875721" y="1256144"/>
                  </a:moveTo>
                  <a:lnTo>
                    <a:pt x="768685" y="1212366"/>
                  </a:lnTo>
                  <a:lnTo>
                    <a:pt x="791595" y="1294581"/>
                  </a:lnTo>
                  <a:close/>
                  <a:moveTo>
                    <a:pt x="549662" y="735647"/>
                  </a:moveTo>
                  <a:lnTo>
                    <a:pt x="430905" y="785494"/>
                  </a:lnTo>
                  <a:lnTo>
                    <a:pt x="481757" y="760420"/>
                  </a:lnTo>
                  <a:close/>
                  <a:moveTo>
                    <a:pt x="694922" y="811360"/>
                  </a:moveTo>
                  <a:lnTo>
                    <a:pt x="765876" y="814268"/>
                  </a:lnTo>
                  <a:lnTo>
                    <a:pt x="716105" y="800633"/>
                  </a:lnTo>
                  <a:close/>
                  <a:moveTo>
                    <a:pt x="765876" y="814268"/>
                  </a:moveTo>
                  <a:lnTo>
                    <a:pt x="694922" y="811360"/>
                  </a:lnTo>
                  <a:lnTo>
                    <a:pt x="785984" y="846699"/>
                  </a:lnTo>
                  <a:close/>
                  <a:moveTo>
                    <a:pt x="694922" y="811360"/>
                  </a:moveTo>
                  <a:lnTo>
                    <a:pt x="711603" y="847256"/>
                  </a:lnTo>
                  <a:lnTo>
                    <a:pt x="785984" y="846699"/>
                  </a:lnTo>
                  <a:close/>
                  <a:moveTo>
                    <a:pt x="847144" y="796708"/>
                  </a:moveTo>
                  <a:lnTo>
                    <a:pt x="765876" y="814268"/>
                  </a:lnTo>
                  <a:lnTo>
                    <a:pt x="819873" y="806632"/>
                  </a:lnTo>
                  <a:close/>
                  <a:moveTo>
                    <a:pt x="765876" y="814268"/>
                  </a:moveTo>
                  <a:lnTo>
                    <a:pt x="785984" y="846699"/>
                  </a:lnTo>
                  <a:lnTo>
                    <a:pt x="819873" y="806632"/>
                  </a:lnTo>
                  <a:close/>
                  <a:moveTo>
                    <a:pt x="484058" y="761512"/>
                  </a:moveTo>
                  <a:lnTo>
                    <a:pt x="549662" y="735647"/>
                  </a:lnTo>
                  <a:lnTo>
                    <a:pt x="481757" y="760420"/>
                  </a:lnTo>
                  <a:close/>
                  <a:moveTo>
                    <a:pt x="484058" y="761512"/>
                  </a:moveTo>
                  <a:lnTo>
                    <a:pt x="572500" y="750202"/>
                  </a:lnTo>
                  <a:lnTo>
                    <a:pt x="549662" y="735647"/>
                  </a:lnTo>
                  <a:close/>
                  <a:moveTo>
                    <a:pt x="1571082" y="1616242"/>
                  </a:moveTo>
                  <a:lnTo>
                    <a:pt x="1488054" y="1710998"/>
                  </a:lnTo>
                  <a:lnTo>
                    <a:pt x="1530226" y="1672562"/>
                  </a:lnTo>
                  <a:close/>
                  <a:moveTo>
                    <a:pt x="855349" y="802120"/>
                  </a:moveTo>
                  <a:lnTo>
                    <a:pt x="819873" y="806632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55349" y="802120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13580" y="875577"/>
                  </a:lnTo>
                  <a:lnTo>
                    <a:pt x="924407" y="870380"/>
                  </a:lnTo>
                  <a:close/>
                  <a:moveTo>
                    <a:pt x="909727" y="858004"/>
                  </a:moveTo>
                  <a:lnTo>
                    <a:pt x="981511" y="860237"/>
                  </a:lnTo>
                  <a:lnTo>
                    <a:pt x="855349" y="802120"/>
                  </a:lnTo>
                  <a:close/>
                  <a:moveTo>
                    <a:pt x="981511" y="860237"/>
                  </a:moveTo>
                  <a:lnTo>
                    <a:pt x="909727" y="858004"/>
                  </a:lnTo>
                  <a:lnTo>
                    <a:pt x="1000778" y="877263"/>
                  </a:lnTo>
                  <a:close/>
                  <a:moveTo>
                    <a:pt x="909727" y="858004"/>
                  </a:moveTo>
                  <a:lnTo>
                    <a:pt x="924407" y="870380"/>
                  </a:lnTo>
                  <a:lnTo>
                    <a:pt x="1000778" y="877263"/>
                  </a:lnTo>
                  <a:close/>
                  <a:moveTo>
                    <a:pt x="1548148" y="1315295"/>
                  </a:moveTo>
                  <a:lnTo>
                    <a:pt x="1561017" y="1305265"/>
                  </a:lnTo>
                  <a:lnTo>
                    <a:pt x="1508609" y="1343701"/>
                  </a:lnTo>
                  <a:close/>
                  <a:moveTo>
                    <a:pt x="1222290" y="894189"/>
                  </a:moveTo>
                  <a:lnTo>
                    <a:pt x="1181260" y="994739"/>
                  </a:lnTo>
                  <a:lnTo>
                    <a:pt x="1190415" y="1014841"/>
                  </a:lnTo>
                  <a:close/>
                  <a:moveTo>
                    <a:pt x="1936088" y="1716340"/>
                  </a:moveTo>
                  <a:lnTo>
                    <a:pt x="1972396" y="1760119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1936088" y="1716340"/>
                  </a:lnTo>
                  <a:lnTo>
                    <a:pt x="1988427" y="1677904"/>
                  </a:lnTo>
                  <a:close/>
                  <a:moveTo>
                    <a:pt x="1504048" y="1378437"/>
                  </a:moveTo>
                  <a:lnTo>
                    <a:pt x="1548148" y="1315295"/>
                  </a:lnTo>
                  <a:lnTo>
                    <a:pt x="1477870" y="1331193"/>
                  </a:lnTo>
                  <a:close/>
                  <a:moveTo>
                    <a:pt x="1717700" y="1184614"/>
                  </a:moveTo>
                  <a:lnTo>
                    <a:pt x="1666452" y="1267497"/>
                  </a:lnTo>
                  <a:lnTo>
                    <a:pt x="1668861" y="1266828"/>
                  </a:lnTo>
                  <a:close/>
                  <a:moveTo>
                    <a:pt x="1229534" y="691323"/>
                  </a:moveTo>
                  <a:lnTo>
                    <a:pt x="1206590" y="659035"/>
                  </a:lnTo>
                  <a:lnTo>
                    <a:pt x="1164975" y="718648"/>
                  </a:lnTo>
                  <a:close/>
                  <a:moveTo>
                    <a:pt x="1174231" y="609108"/>
                  </a:moveTo>
                  <a:lnTo>
                    <a:pt x="1164975" y="718648"/>
                  </a:lnTo>
                  <a:lnTo>
                    <a:pt x="1206590" y="659035"/>
                  </a:lnTo>
                  <a:close/>
                  <a:moveTo>
                    <a:pt x="1988427" y="1677904"/>
                  </a:moveTo>
                  <a:lnTo>
                    <a:pt x="2013285" y="1567673"/>
                  </a:lnTo>
                  <a:lnTo>
                    <a:pt x="1990177" y="1638134"/>
                  </a:lnTo>
                  <a:close/>
                  <a:moveTo>
                    <a:pt x="2020718" y="1557252"/>
                  </a:moveTo>
                  <a:lnTo>
                    <a:pt x="2013285" y="1567673"/>
                  </a:lnTo>
                  <a:lnTo>
                    <a:pt x="1988427" y="1677904"/>
                  </a:lnTo>
                  <a:close/>
                  <a:moveTo>
                    <a:pt x="2032852" y="1639467"/>
                  </a:moveTo>
                  <a:lnTo>
                    <a:pt x="2020718" y="1557252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2013285" y="1567673"/>
                  </a:lnTo>
                  <a:lnTo>
                    <a:pt x="2041723" y="1677904"/>
                  </a:lnTo>
                  <a:close/>
                  <a:moveTo>
                    <a:pt x="1717700" y="1184614"/>
                  </a:moveTo>
                  <a:lnTo>
                    <a:pt x="1668861" y="1266828"/>
                  </a:lnTo>
                  <a:lnTo>
                    <a:pt x="1770100" y="1228392"/>
                  </a:lnTo>
                  <a:close/>
                  <a:moveTo>
                    <a:pt x="1413271" y="751592"/>
                  </a:moveTo>
                  <a:lnTo>
                    <a:pt x="1366865" y="773537"/>
                  </a:lnTo>
                  <a:lnTo>
                    <a:pt x="1452175" y="804721"/>
                  </a:lnTo>
                  <a:close/>
                  <a:moveTo>
                    <a:pt x="1366865" y="773537"/>
                  </a:moveTo>
                  <a:lnTo>
                    <a:pt x="1327540" y="832589"/>
                  </a:lnTo>
                  <a:lnTo>
                    <a:pt x="1452175" y="804721"/>
                  </a:lnTo>
                  <a:close/>
                  <a:moveTo>
                    <a:pt x="1304063" y="744812"/>
                  </a:moveTo>
                  <a:lnTo>
                    <a:pt x="1413271" y="751592"/>
                  </a:lnTo>
                  <a:lnTo>
                    <a:pt x="1428267" y="715333"/>
                  </a:lnTo>
                  <a:close/>
                  <a:moveTo>
                    <a:pt x="1304063" y="744812"/>
                  </a:moveTo>
                  <a:lnTo>
                    <a:pt x="1428267" y="715333"/>
                  </a:lnTo>
                  <a:lnTo>
                    <a:pt x="1338321" y="657698"/>
                  </a:lnTo>
                  <a:close/>
                  <a:moveTo>
                    <a:pt x="1413271" y="751592"/>
                  </a:moveTo>
                  <a:lnTo>
                    <a:pt x="1461298" y="735101"/>
                  </a:lnTo>
                  <a:lnTo>
                    <a:pt x="1428267" y="715333"/>
                  </a:lnTo>
                  <a:close/>
                  <a:moveTo>
                    <a:pt x="1413271" y="751592"/>
                  </a:moveTo>
                  <a:lnTo>
                    <a:pt x="1452175" y="804721"/>
                  </a:lnTo>
                  <a:lnTo>
                    <a:pt x="1461298" y="735101"/>
                  </a:lnTo>
                  <a:close/>
                  <a:moveTo>
                    <a:pt x="1268199" y="570671"/>
                  </a:moveTo>
                  <a:lnTo>
                    <a:pt x="1229534" y="691323"/>
                  </a:lnTo>
                  <a:lnTo>
                    <a:pt x="1332875" y="652886"/>
                  </a:lnTo>
                  <a:close/>
                  <a:moveTo>
                    <a:pt x="1817647" y="1205170"/>
                  </a:moveTo>
                  <a:lnTo>
                    <a:pt x="1875542" y="1218695"/>
                  </a:lnTo>
                  <a:lnTo>
                    <a:pt x="1833960" y="1180976"/>
                  </a:lnTo>
                  <a:close/>
                  <a:moveTo>
                    <a:pt x="1457320" y="815872"/>
                  </a:moveTo>
                  <a:lnTo>
                    <a:pt x="1541083" y="858475"/>
                  </a:lnTo>
                  <a:lnTo>
                    <a:pt x="1547669" y="803012"/>
                  </a:lnTo>
                  <a:close/>
                  <a:moveTo>
                    <a:pt x="1524879" y="721448"/>
                  </a:moveTo>
                  <a:lnTo>
                    <a:pt x="1461298" y="735101"/>
                  </a:lnTo>
                  <a:lnTo>
                    <a:pt x="1457320" y="815872"/>
                  </a:lnTo>
                  <a:close/>
                  <a:moveTo>
                    <a:pt x="1547669" y="803012"/>
                  </a:moveTo>
                  <a:lnTo>
                    <a:pt x="1524879" y="721448"/>
                  </a:lnTo>
                  <a:lnTo>
                    <a:pt x="1457320" y="815872"/>
                  </a:lnTo>
                  <a:close/>
                  <a:moveTo>
                    <a:pt x="1435406" y="633504"/>
                  </a:moveTo>
                  <a:lnTo>
                    <a:pt x="1428267" y="715333"/>
                  </a:lnTo>
                  <a:lnTo>
                    <a:pt x="1511254" y="614450"/>
                  </a:lnTo>
                  <a:close/>
                  <a:moveTo>
                    <a:pt x="1428267" y="715333"/>
                  </a:moveTo>
                  <a:lnTo>
                    <a:pt x="1461298" y="735101"/>
                  </a:lnTo>
                  <a:lnTo>
                    <a:pt x="1511254" y="614450"/>
                  </a:lnTo>
                  <a:close/>
                  <a:moveTo>
                    <a:pt x="1511254" y="614450"/>
                  </a:moveTo>
                  <a:lnTo>
                    <a:pt x="1461298" y="735101"/>
                  </a:lnTo>
                  <a:lnTo>
                    <a:pt x="1539966" y="639097"/>
                  </a:lnTo>
                  <a:close/>
                  <a:moveTo>
                    <a:pt x="1539966" y="639097"/>
                  </a:moveTo>
                  <a:lnTo>
                    <a:pt x="1461298" y="735101"/>
                  </a:lnTo>
                  <a:lnTo>
                    <a:pt x="1524879" y="721448"/>
                  </a:lnTo>
                  <a:close/>
                  <a:moveTo>
                    <a:pt x="1524879" y="721448"/>
                  </a:moveTo>
                  <a:lnTo>
                    <a:pt x="1577042" y="696665"/>
                  </a:lnTo>
                  <a:lnTo>
                    <a:pt x="1539966" y="639097"/>
                  </a:lnTo>
                  <a:close/>
                  <a:moveTo>
                    <a:pt x="1332875" y="652886"/>
                  </a:moveTo>
                  <a:lnTo>
                    <a:pt x="1338321" y="657698"/>
                  </a:lnTo>
                  <a:lnTo>
                    <a:pt x="1339254" y="651082"/>
                  </a:lnTo>
                  <a:close/>
                  <a:moveTo>
                    <a:pt x="1268199" y="570671"/>
                  </a:moveTo>
                  <a:lnTo>
                    <a:pt x="1332875" y="652886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338321" y="657698"/>
                  </a:lnTo>
                  <a:lnTo>
                    <a:pt x="1428267" y="715333"/>
                  </a:lnTo>
                  <a:close/>
                  <a:moveTo>
                    <a:pt x="1435406" y="633504"/>
                  </a:moveTo>
                  <a:lnTo>
                    <a:pt x="1339254" y="651082"/>
                  </a:lnTo>
                  <a:lnTo>
                    <a:pt x="1338321" y="657698"/>
                  </a:lnTo>
                  <a:close/>
                  <a:moveTo>
                    <a:pt x="1441497" y="549596"/>
                  </a:moveTo>
                  <a:lnTo>
                    <a:pt x="1424521" y="532234"/>
                  </a:lnTo>
                  <a:lnTo>
                    <a:pt x="1435406" y="633504"/>
                  </a:lnTo>
                  <a:close/>
                  <a:moveTo>
                    <a:pt x="1435406" y="633504"/>
                  </a:moveTo>
                  <a:lnTo>
                    <a:pt x="1424521" y="532234"/>
                  </a:lnTo>
                  <a:lnTo>
                    <a:pt x="1342683" y="548201"/>
                  </a:lnTo>
                  <a:close/>
                  <a:moveTo>
                    <a:pt x="1435406" y="633504"/>
                  </a:moveTo>
                  <a:lnTo>
                    <a:pt x="1342683" y="548201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511254" y="614450"/>
                  </a:lnTo>
                  <a:lnTo>
                    <a:pt x="1441497" y="549596"/>
                  </a:lnTo>
                  <a:close/>
                  <a:moveTo>
                    <a:pt x="2225544" y="1416202"/>
                  </a:moveTo>
                  <a:lnTo>
                    <a:pt x="2140534" y="1436601"/>
                  </a:lnTo>
                  <a:lnTo>
                    <a:pt x="2260225" y="1444876"/>
                  </a:lnTo>
                  <a:close/>
                  <a:moveTo>
                    <a:pt x="2260225" y="1444876"/>
                  </a:moveTo>
                  <a:lnTo>
                    <a:pt x="2140534" y="1436601"/>
                  </a:lnTo>
                  <a:lnTo>
                    <a:pt x="2136648" y="1476705"/>
                  </a:lnTo>
                  <a:close/>
                  <a:moveTo>
                    <a:pt x="2029873" y="1354003"/>
                  </a:moveTo>
                  <a:lnTo>
                    <a:pt x="2059464" y="1430038"/>
                  </a:lnTo>
                  <a:lnTo>
                    <a:pt x="2109071" y="1350208"/>
                  </a:lnTo>
                  <a:close/>
                  <a:moveTo>
                    <a:pt x="2225544" y="1416202"/>
                  </a:moveTo>
                  <a:lnTo>
                    <a:pt x="2112604" y="1386807"/>
                  </a:lnTo>
                  <a:lnTo>
                    <a:pt x="2140534" y="1436601"/>
                  </a:lnTo>
                  <a:close/>
                  <a:moveTo>
                    <a:pt x="2109071" y="1350208"/>
                  </a:moveTo>
                  <a:lnTo>
                    <a:pt x="2099011" y="1335983"/>
                  </a:lnTo>
                  <a:lnTo>
                    <a:pt x="2029873" y="1354003"/>
                  </a:lnTo>
                  <a:close/>
                  <a:moveTo>
                    <a:pt x="2018219" y="1163292"/>
                  </a:moveTo>
                  <a:lnTo>
                    <a:pt x="1926442" y="1189956"/>
                  </a:lnTo>
                  <a:lnTo>
                    <a:pt x="2054394" y="1232624"/>
                  </a:lnTo>
                  <a:close/>
                  <a:moveTo>
                    <a:pt x="1965211" y="1106295"/>
                  </a:moveTo>
                  <a:lnTo>
                    <a:pt x="1926442" y="1189956"/>
                  </a:lnTo>
                  <a:lnTo>
                    <a:pt x="2018219" y="1163292"/>
                  </a:lnTo>
                  <a:close/>
                  <a:moveTo>
                    <a:pt x="2018219" y="1163292"/>
                  </a:moveTo>
                  <a:lnTo>
                    <a:pt x="2093752" y="1162478"/>
                  </a:lnTo>
                  <a:lnTo>
                    <a:pt x="2048504" y="1099172"/>
                  </a:lnTo>
                  <a:close/>
                  <a:moveTo>
                    <a:pt x="2018219" y="1163292"/>
                  </a:moveTo>
                  <a:lnTo>
                    <a:pt x="2048504" y="1099172"/>
                  </a:lnTo>
                  <a:lnTo>
                    <a:pt x="1965211" y="1106295"/>
                  </a:lnTo>
                  <a:close/>
                  <a:moveTo>
                    <a:pt x="1577042" y="696665"/>
                  </a:moveTo>
                  <a:lnTo>
                    <a:pt x="1605509" y="778880"/>
                  </a:lnTo>
                  <a:lnTo>
                    <a:pt x="1643409" y="740443"/>
                  </a:lnTo>
                  <a:close/>
                  <a:moveTo>
                    <a:pt x="1511254" y="614450"/>
                  </a:moveTo>
                  <a:lnTo>
                    <a:pt x="1539966" y="639097"/>
                  </a:lnTo>
                  <a:lnTo>
                    <a:pt x="1555865" y="596165"/>
                  </a:lnTo>
                  <a:close/>
                  <a:moveTo>
                    <a:pt x="1555865" y="596165"/>
                  </a:moveTo>
                  <a:lnTo>
                    <a:pt x="1441497" y="549596"/>
                  </a:lnTo>
                  <a:lnTo>
                    <a:pt x="1511254" y="614450"/>
                  </a:lnTo>
                  <a:close/>
                  <a:moveTo>
                    <a:pt x="1607035" y="493798"/>
                  </a:moveTo>
                  <a:lnTo>
                    <a:pt x="1630113" y="482280"/>
                  </a:lnTo>
                  <a:lnTo>
                    <a:pt x="1549374" y="501349"/>
                  </a:lnTo>
                  <a:close/>
                  <a:moveTo>
                    <a:pt x="2418886" y="1280111"/>
                  </a:moveTo>
                  <a:lnTo>
                    <a:pt x="2327212" y="1294048"/>
                  </a:lnTo>
                  <a:lnTo>
                    <a:pt x="2312028" y="1359902"/>
                  </a:lnTo>
                  <a:close/>
                  <a:moveTo>
                    <a:pt x="1658260" y="537577"/>
                  </a:moveTo>
                  <a:lnTo>
                    <a:pt x="1687916" y="483193"/>
                  </a:lnTo>
                  <a:lnTo>
                    <a:pt x="1607035" y="493798"/>
                  </a:lnTo>
                  <a:close/>
                  <a:moveTo>
                    <a:pt x="1630113" y="482280"/>
                  </a:moveTo>
                  <a:lnTo>
                    <a:pt x="1607035" y="493798"/>
                  </a:lnTo>
                  <a:lnTo>
                    <a:pt x="1645914" y="483456"/>
                  </a:lnTo>
                  <a:close/>
                  <a:moveTo>
                    <a:pt x="2175492" y="756248"/>
                  </a:moveTo>
                  <a:lnTo>
                    <a:pt x="2132319" y="830847"/>
                  </a:lnTo>
                  <a:lnTo>
                    <a:pt x="2208999" y="829100"/>
                  </a:lnTo>
                  <a:close/>
                  <a:moveTo>
                    <a:pt x="1879526" y="416925"/>
                  </a:moveTo>
                  <a:lnTo>
                    <a:pt x="1887640" y="457408"/>
                  </a:lnTo>
                  <a:lnTo>
                    <a:pt x="2019823" y="461343"/>
                  </a:lnTo>
                  <a:close/>
                  <a:moveTo>
                    <a:pt x="2019823" y="461343"/>
                  </a:moveTo>
                  <a:lnTo>
                    <a:pt x="2022854" y="460704"/>
                  </a:lnTo>
                  <a:lnTo>
                    <a:pt x="2020032" y="458545"/>
                  </a:lnTo>
                  <a:close/>
                  <a:moveTo>
                    <a:pt x="2019823" y="461343"/>
                  </a:moveTo>
                  <a:lnTo>
                    <a:pt x="2027475" y="486370"/>
                  </a:lnTo>
                  <a:lnTo>
                    <a:pt x="2022854" y="460704"/>
                  </a:lnTo>
                  <a:close/>
                  <a:moveTo>
                    <a:pt x="2027475" y="486370"/>
                  </a:moveTo>
                  <a:lnTo>
                    <a:pt x="2019823" y="461343"/>
                  </a:lnTo>
                  <a:lnTo>
                    <a:pt x="2009083" y="460704"/>
                  </a:lnTo>
                  <a:close/>
                  <a:moveTo>
                    <a:pt x="2121750" y="439071"/>
                  </a:moveTo>
                  <a:lnTo>
                    <a:pt x="2022854" y="460704"/>
                  </a:lnTo>
                  <a:lnTo>
                    <a:pt x="2158347" y="481817"/>
                  </a:lnTo>
                  <a:close/>
                  <a:moveTo>
                    <a:pt x="2022854" y="460704"/>
                  </a:moveTo>
                  <a:lnTo>
                    <a:pt x="2121750" y="439071"/>
                  </a:lnTo>
                  <a:lnTo>
                    <a:pt x="2020032" y="458545"/>
                  </a:lnTo>
                  <a:close/>
                  <a:moveTo>
                    <a:pt x="2203177" y="433465"/>
                  </a:moveTo>
                  <a:lnTo>
                    <a:pt x="2160047" y="424719"/>
                  </a:lnTo>
                  <a:lnTo>
                    <a:pt x="2121750" y="439071"/>
                  </a:lnTo>
                  <a:close/>
                  <a:moveTo>
                    <a:pt x="2203177" y="433465"/>
                  </a:moveTo>
                  <a:lnTo>
                    <a:pt x="2121750" y="439071"/>
                  </a:lnTo>
                  <a:lnTo>
                    <a:pt x="2219677" y="432464"/>
                  </a:lnTo>
                  <a:close/>
                  <a:moveTo>
                    <a:pt x="2121750" y="439071"/>
                  </a:moveTo>
                  <a:lnTo>
                    <a:pt x="2158347" y="481817"/>
                  </a:lnTo>
                  <a:lnTo>
                    <a:pt x="2219677" y="432464"/>
                  </a:lnTo>
                  <a:close/>
                  <a:moveTo>
                    <a:pt x="2203177" y="433465"/>
                  </a:moveTo>
                  <a:lnTo>
                    <a:pt x="2219677" y="432464"/>
                  </a:lnTo>
                  <a:lnTo>
                    <a:pt x="2234998" y="422268"/>
                  </a:lnTo>
                  <a:close/>
                  <a:moveTo>
                    <a:pt x="1944868" y="240971"/>
                  </a:moveTo>
                  <a:lnTo>
                    <a:pt x="1964917" y="252478"/>
                  </a:lnTo>
                  <a:lnTo>
                    <a:pt x="1937464" y="267523"/>
                  </a:lnTo>
                  <a:close/>
                  <a:moveTo>
                    <a:pt x="2225691" y="24546"/>
                  </a:moveTo>
                  <a:lnTo>
                    <a:pt x="2163888" y="54971"/>
                  </a:lnTo>
                  <a:lnTo>
                    <a:pt x="2108822" y="81451"/>
                  </a:lnTo>
                  <a:close/>
                  <a:moveTo>
                    <a:pt x="2263131" y="16534"/>
                  </a:moveTo>
                  <a:lnTo>
                    <a:pt x="2195379" y="39435"/>
                  </a:lnTo>
                  <a:lnTo>
                    <a:pt x="2225691" y="24546"/>
                  </a:lnTo>
                  <a:close/>
                  <a:moveTo>
                    <a:pt x="2305681" y="10354"/>
                  </a:moveTo>
                  <a:lnTo>
                    <a:pt x="2263131" y="16534"/>
                  </a:lnTo>
                  <a:lnTo>
                    <a:pt x="2361042" y="36739"/>
                  </a:lnTo>
                  <a:close/>
                  <a:moveTo>
                    <a:pt x="2361042" y="36739"/>
                  </a:moveTo>
                  <a:lnTo>
                    <a:pt x="2263131" y="16534"/>
                  </a:lnTo>
                  <a:lnTo>
                    <a:pt x="2225691" y="24546"/>
                  </a:lnTo>
                  <a:close/>
                  <a:moveTo>
                    <a:pt x="2392947" y="0"/>
                  </a:moveTo>
                  <a:lnTo>
                    <a:pt x="2305681" y="10354"/>
                  </a:lnTo>
                  <a:lnTo>
                    <a:pt x="2438160" y="46415"/>
                  </a:lnTo>
                  <a:close/>
                  <a:moveTo>
                    <a:pt x="2305681" y="10354"/>
                  </a:moveTo>
                  <a:lnTo>
                    <a:pt x="2361042" y="36739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17" name="Candidate_density__2116">
              <a:extLst>
                <a:ext uri="{FF2B5EF4-FFF2-40B4-BE49-F238E27FC236}">
                  <a16:creationId xmlns:a16="http://schemas.microsoft.com/office/drawing/2014/main" id="{C245C8AE-BDA1-D877-A013-EBFB948BFF87}"/>
                </a:ext>
              </a:extLst>
            </p:cNvPr>
            <p:cNvSpPr>
              <a:spLocks noGrp="1"/>
            </p:cNvSpPr>
            <p:nvPr/>
          </p:nvSpPr>
          <p:spPr>
            <a:xfrm>
              <a:off x="4050326" y="1569676"/>
              <a:ext cx="1878942" cy="2140908"/>
            </a:xfrm>
            <a:custGeom>
              <a:avLst/>
              <a:gdLst/>
              <a:ahLst/>
              <a:cxnLst/>
              <a:rect l="0" t="0" r="0" b="0"/>
              <a:pathLst>
                <a:path w="1878942" h="2140908">
                  <a:moveTo>
                    <a:pt x="92962" y="2102471"/>
                  </a:moveTo>
                  <a:lnTo>
                    <a:pt x="96306" y="2020256"/>
                  </a:lnTo>
                  <a:lnTo>
                    <a:pt x="41799" y="2140908"/>
                  </a:lnTo>
                  <a:close/>
                  <a:moveTo>
                    <a:pt x="98830" y="2012705"/>
                  </a:moveTo>
                  <a:lnTo>
                    <a:pt x="83723" y="2034180"/>
                  </a:lnTo>
                  <a:lnTo>
                    <a:pt x="96306" y="2020256"/>
                  </a:lnTo>
                  <a:close/>
                  <a:moveTo>
                    <a:pt x="98830" y="2012705"/>
                  </a:moveTo>
                  <a:lnTo>
                    <a:pt x="96306" y="2020256"/>
                  </a:lnTo>
                  <a:lnTo>
                    <a:pt x="115581" y="2008280"/>
                  </a:lnTo>
                  <a:close/>
                  <a:moveTo>
                    <a:pt x="0" y="1491449"/>
                  </a:moveTo>
                  <a:lnTo>
                    <a:pt x="46494" y="1503393"/>
                  </a:lnTo>
                  <a:lnTo>
                    <a:pt x="45774" y="1450093"/>
                  </a:lnTo>
                  <a:close/>
                  <a:moveTo>
                    <a:pt x="557813" y="1702080"/>
                  </a:moveTo>
                  <a:lnTo>
                    <a:pt x="539466" y="1619865"/>
                  </a:lnTo>
                  <a:lnTo>
                    <a:pt x="524690" y="1717865"/>
                  </a:lnTo>
                  <a:close/>
                  <a:moveTo>
                    <a:pt x="539466" y="1619865"/>
                  </a:moveTo>
                  <a:lnTo>
                    <a:pt x="506659" y="1632432"/>
                  </a:lnTo>
                  <a:lnTo>
                    <a:pt x="524690" y="1717865"/>
                  </a:lnTo>
                  <a:close/>
                  <a:moveTo>
                    <a:pt x="524690" y="1717865"/>
                  </a:moveTo>
                  <a:lnTo>
                    <a:pt x="546578" y="1711321"/>
                  </a:lnTo>
                  <a:lnTo>
                    <a:pt x="557813" y="1702080"/>
                  </a:lnTo>
                  <a:close/>
                  <a:moveTo>
                    <a:pt x="206197" y="1294558"/>
                  </a:moveTo>
                  <a:lnTo>
                    <a:pt x="147787" y="1329441"/>
                  </a:lnTo>
                  <a:lnTo>
                    <a:pt x="210903" y="1292260"/>
                  </a:lnTo>
                  <a:close/>
                  <a:moveTo>
                    <a:pt x="147787" y="1329441"/>
                  </a:moveTo>
                  <a:lnTo>
                    <a:pt x="99745" y="1370520"/>
                  </a:lnTo>
                  <a:lnTo>
                    <a:pt x="210903" y="1292260"/>
                  </a:lnTo>
                  <a:close/>
                  <a:moveTo>
                    <a:pt x="206197" y="1294558"/>
                  </a:moveTo>
                  <a:lnTo>
                    <a:pt x="210903" y="1292260"/>
                  </a:lnTo>
                  <a:lnTo>
                    <a:pt x="211503" y="1291005"/>
                  </a:lnTo>
                  <a:close/>
                  <a:moveTo>
                    <a:pt x="546578" y="1711321"/>
                  </a:moveTo>
                  <a:lnTo>
                    <a:pt x="596307" y="1682046"/>
                  </a:lnTo>
                  <a:lnTo>
                    <a:pt x="557813" y="1702080"/>
                  </a:lnTo>
                  <a:close/>
                  <a:moveTo>
                    <a:pt x="539466" y="1619865"/>
                  </a:moveTo>
                  <a:lnTo>
                    <a:pt x="557813" y="1702080"/>
                  </a:lnTo>
                  <a:lnTo>
                    <a:pt x="597261" y="1663643"/>
                  </a:lnTo>
                  <a:close/>
                  <a:moveTo>
                    <a:pt x="539466" y="1619865"/>
                  </a:moveTo>
                  <a:lnTo>
                    <a:pt x="597261" y="1663643"/>
                  </a:lnTo>
                  <a:lnTo>
                    <a:pt x="572601" y="1581429"/>
                  </a:lnTo>
                  <a:close/>
                  <a:moveTo>
                    <a:pt x="233488" y="872001"/>
                  </a:moveTo>
                  <a:lnTo>
                    <a:pt x="239781" y="803056"/>
                  </a:lnTo>
                  <a:lnTo>
                    <a:pt x="205893" y="843123"/>
                  </a:lnTo>
                  <a:close/>
                  <a:moveTo>
                    <a:pt x="611190" y="907397"/>
                  </a:moveTo>
                  <a:lnTo>
                    <a:pt x="601169" y="991163"/>
                  </a:lnTo>
                  <a:lnTo>
                    <a:pt x="642198" y="890613"/>
                  </a:lnTo>
                  <a:close/>
                  <a:moveTo>
                    <a:pt x="642198" y="890613"/>
                  </a:moveTo>
                  <a:lnTo>
                    <a:pt x="610324" y="1011265"/>
                  </a:lnTo>
                  <a:lnTo>
                    <a:pt x="656447" y="972829"/>
                  </a:lnTo>
                  <a:close/>
                  <a:moveTo>
                    <a:pt x="1141532" y="1345468"/>
                  </a:moveTo>
                  <a:lnTo>
                    <a:pt x="1101489" y="1351714"/>
                  </a:lnTo>
                  <a:lnTo>
                    <a:pt x="1130397" y="1424824"/>
                  </a:lnTo>
                  <a:close/>
                  <a:moveTo>
                    <a:pt x="1017599" y="1359323"/>
                  </a:moveTo>
                  <a:lnTo>
                    <a:pt x="980925" y="1301689"/>
                  </a:lnTo>
                  <a:lnTo>
                    <a:pt x="968057" y="1311719"/>
                  </a:lnTo>
                  <a:close/>
                  <a:moveTo>
                    <a:pt x="1086361" y="1263921"/>
                  </a:moveTo>
                  <a:lnTo>
                    <a:pt x="980925" y="1301689"/>
                  </a:lnTo>
                  <a:lnTo>
                    <a:pt x="1017599" y="1359323"/>
                  </a:lnTo>
                  <a:close/>
                  <a:moveTo>
                    <a:pt x="1101489" y="1351714"/>
                  </a:moveTo>
                  <a:lnTo>
                    <a:pt x="1086361" y="1263921"/>
                  </a:lnTo>
                  <a:lnTo>
                    <a:pt x="1017599" y="1359323"/>
                  </a:lnTo>
                  <a:close/>
                  <a:moveTo>
                    <a:pt x="1141532" y="1345468"/>
                  </a:moveTo>
                  <a:lnTo>
                    <a:pt x="1088770" y="1263252"/>
                  </a:lnTo>
                  <a:lnTo>
                    <a:pt x="1101489" y="1351714"/>
                  </a:lnTo>
                  <a:close/>
                  <a:moveTo>
                    <a:pt x="1088770" y="1263252"/>
                  </a:moveTo>
                  <a:lnTo>
                    <a:pt x="1086361" y="1263921"/>
                  </a:lnTo>
                  <a:lnTo>
                    <a:pt x="1101489" y="1351714"/>
                  </a:lnTo>
                  <a:close/>
                  <a:moveTo>
                    <a:pt x="1025833" y="1249076"/>
                  </a:moveTo>
                  <a:lnTo>
                    <a:pt x="980925" y="1301689"/>
                  </a:lnTo>
                  <a:lnTo>
                    <a:pt x="1086361" y="1263921"/>
                  </a:lnTo>
                  <a:close/>
                  <a:moveTo>
                    <a:pt x="642198" y="890613"/>
                  </a:moveTo>
                  <a:lnTo>
                    <a:pt x="656447" y="972829"/>
                  </a:lnTo>
                  <a:lnTo>
                    <a:pt x="709268" y="934392"/>
                  </a:lnTo>
                  <a:close/>
                  <a:moveTo>
                    <a:pt x="642198" y="890613"/>
                  </a:moveTo>
                  <a:lnTo>
                    <a:pt x="709268" y="934392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42198" y="890613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84430" y="808603"/>
                  </a:lnTo>
                  <a:lnTo>
                    <a:pt x="642198" y="890613"/>
                  </a:lnTo>
                  <a:close/>
                  <a:moveTo>
                    <a:pt x="1088770" y="1263252"/>
                  </a:moveTo>
                  <a:lnTo>
                    <a:pt x="1141532" y="1345468"/>
                  </a:lnTo>
                  <a:lnTo>
                    <a:pt x="1211087" y="1307031"/>
                  </a:lnTo>
                  <a:close/>
                  <a:moveTo>
                    <a:pt x="1088770" y="1263252"/>
                  </a:moveTo>
                  <a:lnTo>
                    <a:pt x="1211087" y="1307031"/>
                  </a:lnTo>
                  <a:lnTo>
                    <a:pt x="1190008" y="1224816"/>
                  </a:lnTo>
                  <a:close/>
                  <a:moveTo>
                    <a:pt x="733746" y="852177"/>
                  </a:moveTo>
                  <a:lnTo>
                    <a:pt x="810228" y="848536"/>
                  </a:lnTo>
                  <a:lnTo>
                    <a:pt x="771822" y="837399"/>
                  </a:lnTo>
                  <a:close/>
                  <a:moveTo>
                    <a:pt x="747448" y="829013"/>
                  </a:moveTo>
                  <a:lnTo>
                    <a:pt x="733746" y="852177"/>
                  </a:lnTo>
                  <a:lnTo>
                    <a:pt x="771822" y="837399"/>
                  </a:lnTo>
                  <a:close/>
                  <a:moveTo>
                    <a:pt x="872083" y="801145"/>
                  </a:moveTo>
                  <a:lnTo>
                    <a:pt x="747448" y="829013"/>
                  </a:lnTo>
                  <a:lnTo>
                    <a:pt x="870172" y="813740"/>
                  </a:lnTo>
                  <a:close/>
                  <a:moveTo>
                    <a:pt x="870172" y="813740"/>
                  </a:moveTo>
                  <a:lnTo>
                    <a:pt x="747448" y="829013"/>
                  </a:lnTo>
                  <a:lnTo>
                    <a:pt x="771822" y="837399"/>
                  </a:lnTo>
                  <a:close/>
                  <a:moveTo>
                    <a:pt x="771822" y="837399"/>
                  </a:moveTo>
                  <a:lnTo>
                    <a:pt x="810228" y="848536"/>
                  </a:lnTo>
                  <a:lnTo>
                    <a:pt x="870172" y="813740"/>
                  </a:lnTo>
                  <a:close/>
                  <a:moveTo>
                    <a:pt x="633275" y="589165"/>
                  </a:moveTo>
                  <a:lnTo>
                    <a:pt x="626498" y="655460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626498" y="655460"/>
                  </a:lnTo>
                  <a:lnTo>
                    <a:pt x="649443" y="687747"/>
                  </a:lnTo>
                  <a:close/>
                  <a:moveTo>
                    <a:pt x="594140" y="605532"/>
                  </a:moveTo>
                  <a:lnTo>
                    <a:pt x="626498" y="655460"/>
                  </a:lnTo>
                  <a:lnTo>
                    <a:pt x="633275" y="589165"/>
                  </a:lnTo>
                  <a:close/>
                  <a:moveTo>
                    <a:pt x="598271" y="549924"/>
                  </a:moveTo>
                  <a:lnTo>
                    <a:pt x="594140" y="605532"/>
                  </a:lnTo>
                  <a:lnTo>
                    <a:pt x="633275" y="589165"/>
                  </a:lnTo>
                  <a:close/>
                  <a:moveTo>
                    <a:pt x="713665" y="487503"/>
                  </a:moveTo>
                  <a:lnTo>
                    <a:pt x="598271" y="549924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598271" y="549924"/>
                  </a:lnTo>
                  <a:lnTo>
                    <a:pt x="633275" y="589165"/>
                  </a:lnTo>
                  <a:close/>
                  <a:moveTo>
                    <a:pt x="1533340" y="1515240"/>
                  </a:moveTo>
                  <a:lnTo>
                    <a:pt x="1556556" y="1473129"/>
                  </a:lnTo>
                  <a:lnTo>
                    <a:pt x="1539527" y="1438150"/>
                  </a:lnTo>
                  <a:close/>
                  <a:moveTo>
                    <a:pt x="1539527" y="1438150"/>
                  </a:moveTo>
                  <a:lnTo>
                    <a:pt x="1560442" y="1433025"/>
                  </a:lnTo>
                  <a:lnTo>
                    <a:pt x="1532512" y="1383231"/>
                  </a:lnTo>
                  <a:close/>
                  <a:moveTo>
                    <a:pt x="1507000" y="1433025"/>
                  </a:moveTo>
                  <a:lnTo>
                    <a:pt x="1539527" y="1438150"/>
                  </a:lnTo>
                  <a:lnTo>
                    <a:pt x="1532512" y="1383231"/>
                  </a:lnTo>
                  <a:close/>
                  <a:moveTo>
                    <a:pt x="1539527" y="1438150"/>
                  </a:moveTo>
                  <a:lnTo>
                    <a:pt x="1556556" y="1473129"/>
                  </a:lnTo>
                  <a:lnTo>
                    <a:pt x="1560442" y="1433025"/>
                  </a:lnTo>
                  <a:close/>
                  <a:moveTo>
                    <a:pt x="1295451" y="1215119"/>
                  </a:moveTo>
                  <a:lnTo>
                    <a:pt x="1324190" y="1161666"/>
                  </a:lnTo>
                  <a:lnTo>
                    <a:pt x="1253868" y="1177400"/>
                  </a:lnTo>
                  <a:close/>
                  <a:moveTo>
                    <a:pt x="1295451" y="1215119"/>
                  </a:moveTo>
                  <a:lnTo>
                    <a:pt x="1237555" y="1201594"/>
                  </a:lnTo>
                  <a:lnTo>
                    <a:pt x="1335014" y="1202130"/>
                  </a:lnTo>
                  <a:close/>
                  <a:moveTo>
                    <a:pt x="1324190" y="1161666"/>
                  </a:moveTo>
                  <a:lnTo>
                    <a:pt x="1295451" y="1215119"/>
                  </a:lnTo>
                  <a:lnTo>
                    <a:pt x="1346350" y="1186380"/>
                  </a:lnTo>
                  <a:close/>
                  <a:moveTo>
                    <a:pt x="1295451" y="1215119"/>
                  </a:moveTo>
                  <a:lnTo>
                    <a:pt x="1335014" y="1202130"/>
                  </a:lnTo>
                  <a:lnTo>
                    <a:pt x="1346350" y="1186380"/>
                  </a:lnTo>
                  <a:close/>
                  <a:moveTo>
                    <a:pt x="872083" y="801145"/>
                  </a:moveTo>
                  <a:lnTo>
                    <a:pt x="870172" y="813740"/>
                  </a:lnTo>
                  <a:lnTo>
                    <a:pt x="877228" y="812297"/>
                  </a:lnTo>
                  <a:close/>
                  <a:moveTo>
                    <a:pt x="877228" y="812297"/>
                  </a:moveTo>
                  <a:lnTo>
                    <a:pt x="881206" y="731525"/>
                  </a:lnTo>
                  <a:lnTo>
                    <a:pt x="872083" y="801145"/>
                  </a:lnTo>
                  <a:close/>
                  <a:moveTo>
                    <a:pt x="688107" y="567095"/>
                  </a:moveTo>
                  <a:lnTo>
                    <a:pt x="759162" y="647506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688107" y="567095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762592" y="544626"/>
                  </a:lnTo>
                  <a:lnTo>
                    <a:pt x="714797" y="484880"/>
                  </a:lnTo>
                  <a:close/>
                  <a:moveTo>
                    <a:pt x="714797" y="484880"/>
                  </a:moveTo>
                  <a:lnTo>
                    <a:pt x="762592" y="544626"/>
                  </a:lnTo>
                  <a:lnTo>
                    <a:pt x="844430" y="528658"/>
                  </a:lnTo>
                  <a:close/>
                  <a:moveTo>
                    <a:pt x="714797" y="484880"/>
                  </a:moveTo>
                  <a:lnTo>
                    <a:pt x="844430" y="528658"/>
                  </a:lnTo>
                  <a:lnTo>
                    <a:pt x="833471" y="446444"/>
                  </a:lnTo>
                  <a:close/>
                  <a:moveTo>
                    <a:pt x="1528980" y="1346632"/>
                  </a:moveTo>
                  <a:lnTo>
                    <a:pt x="1507000" y="1433025"/>
                  </a:lnTo>
                  <a:lnTo>
                    <a:pt x="1532512" y="1383231"/>
                  </a:lnTo>
                  <a:close/>
                  <a:moveTo>
                    <a:pt x="1479373" y="1426462"/>
                  </a:moveTo>
                  <a:lnTo>
                    <a:pt x="1507000" y="1433025"/>
                  </a:lnTo>
                  <a:lnTo>
                    <a:pt x="1528980" y="1346632"/>
                  </a:lnTo>
                  <a:close/>
                  <a:moveTo>
                    <a:pt x="1528980" y="1346632"/>
                  </a:moveTo>
                  <a:lnTo>
                    <a:pt x="1532512" y="1383231"/>
                  </a:lnTo>
                  <a:lnTo>
                    <a:pt x="1645452" y="1412626"/>
                  </a:lnTo>
                  <a:close/>
                  <a:moveTo>
                    <a:pt x="1631935" y="1323524"/>
                  </a:moveTo>
                  <a:lnTo>
                    <a:pt x="1528980" y="1346632"/>
                  </a:lnTo>
                  <a:lnTo>
                    <a:pt x="1645452" y="1412626"/>
                  </a:lnTo>
                  <a:close/>
                  <a:moveTo>
                    <a:pt x="1528980" y="1346632"/>
                  </a:moveTo>
                  <a:lnTo>
                    <a:pt x="1564576" y="1268595"/>
                  </a:lnTo>
                  <a:lnTo>
                    <a:pt x="1518919" y="1332407"/>
                  </a:lnTo>
                  <a:close/>
                  <a:moveTo>
                    <a:pt x="1631935" y="1323524"/>
                  </a:moveTo>
                  <a:lnTo>
                    <a:pt x="1580463" y="1265277"/>
                  </a:lnTo>
                  <a:lnTo>
                    <a:pt x="1528980" y="1346632"/>
                  </a:lnTo>
                  <a:close/>
                  <a:moveTo>
                    <a:pt x="1675715" y="1312373"/>
                  </a:moveTo>
                  <a:lnTo>
                    <a:pt x="1699629" y="1235535"/>
                  </a:lnTo>
                  <a:lnTo>
                    <a:pt x="1631935" y="1323524"/>
                  </a:lnTo>
                  <a:close/>
                  <a:moveTo>
                    <a:pt x="996950" y="693089"/>
                  </a:moveTo>
                  <a:lnTo>
                    <a:pt x="1063318" y="736868"/>
                  </a:lnTo>
                  <a:lnTo>
                    <a:pt x="1050875" y="654653"/>
                  </a:lnTo>
                  <a:close/>
                  <a:moveTo>
                    <a:pt x="975774" y="592589"/>
                  </a:moveTo>
                  <a:lnTo>
                    <a:pt x="959875" y="635522"/>
                  </a:lnTo>
                  <a:lnTo>
                    <a:pt x="1014089" y="572438"/>
                  </a:lnTo>
                  <a:close/>
                  <a:moveTo>
                    <a:pt x="1014089" y="572438"/>
                  </a:moveTo>
                  <a:lnTo>
                    <a:pt x="959875" y="635522"/>
                  </a:lnTo>
                  <a:lnTo>
                    <a:pt x="996950" y="693089"/>
                  </a:lnTo>
                  <a:close/>
                  <a:moveTo>
                    <a:pt x="1014089" y="572438"/>
                  </a:moveTo>
                  <a:lnTo>
                    <a:pt x="996950" y="693089"/>
                  </a:lnTo>
                  <a:lnTo>
                    <a:pt x="1050875" y="654653"/>
                  </a:lnTo>
                  <a:close/>
                  <a:moveTo>
                    <a:pt x="863361" y="523294"/>
                  </a:moveTo>
                  <a:lnTo>
                    <a:pt x="861406" y="546020"/>
                  </a:lnTo>
                  <a:lnTo>
                    <a:pt x="975774" y="592589"/>
                  </a:lnTo>
                  <a:close/>
                  <a:moveTo>
                    <a:pt x="969283" y="497773"/>
                  </a:moveTo>
                  <a:lnTo>
                    <a:pt x="863361" y="523294"/>
                  </a:lnTo>
                  <a:lnTo>
                    <a:pt x="975774" y="592589"/>
                  </a:lnTo>
                  <a:close/>
                  <a:moveTo>
                    <a:pt x="1014089" y="572438"/>
                  </a:moveTo>
                  <a:lnTo>
                    <a:pt x="1026943" y="490222"/>
                  </a:lnTo>
                  <a:lnTo>
                    <a:pt x="975774" y="592589"/>
                  </a:lnTo>
                  <a:close/>
                  <a:moveTo>
                    <a:pt x="1026943" y="490222"/>
                  </a:moveTo>
                  <a:lnTo>
                    <a:pt x="969283" y="497773"/>
                  </a:lnTo>
                  <a:lnTo>
                    <a:pt x="975774" y="592589"/>
                  </a:lnTo>
                  <a:close/>
                  <a:moveTo>
                    <a:pt x="844430" y="528658"/>
                  </a:moveTo>
                  <a:lnTo>
                    <a:pt x="861406" y="546020"/>
                  </a:lnTo>
                  <a:lnTo>
                    <a:pt x="863361" y="523294"/>
                  </a:lnTo>
                  <a:close/>
                  <a:moveTo>
                    <a:pt x="833471" y="446444"/>
                  </a:moveTo>
                  <a:lnTo>
                    <a:pt x="863361" y="523294"/>
                  </a:lnTo>
                  <a:lnTo>
                    <a:pt x="835389" y="445943"/>
                  </a:lnTo>
                  <a:close/>
                  <a:moveTo>
                    <a:pt x="833471" y="446444"/>
                  </a:moveTo>
                  <a:lnTo>
                    <a:pt x="844430" y="528658"/>
                  </a:lnTo>
                  <a:lnTo>
                    <a:pt x="863361" y="523294"/>
                  </a:lnTo>
                  <a:close/>
                  <a:moveTo>
                    <a:pt x="863361" y="523294"/>
                  </a:moveTo>
                  <a:lnTo>
                    <a:pt x="969283" y="497773"/>
                  </a:lnTo>
                  <a:lnTo>
                    <a:pt x="929548" y="429985"/>
                  </a:lnTo>
                  <a:close/>
                  <a:moveTo>
                    <a:pt x="863361" y="523294"/>
                  </a:moveTo>
                  <a:lnTo>
                    <a:pt x="929548" y="429985"/>
                  </a:lnTo>
                  <a:lnTo>
                    <a:pt x="835389" y="445943"/>
                  </a:lnTo>
                  <a:close/>
                  <a:moveTo>
                    <a:pt x="834234" y="444429"/>
                  </a:moveTo>
                  <a:lnTo>
                    <a:pt x="833471" y="446444"/>
                  </a:lnTo>
                  <a:lnTo>
                    <a:pt x="835389" y="445943"/>
                  </a:lnTo>
                  <a:close/>
                  <a:moveTo>
                    <a:pt x="1675715" y="1312373"/>
                  </a:moveTo>
                  <a:lnTo>
                    <a:pt x="1731936" y="1356326"/>
                  </a:lnTo>
                  <a:lnTo>
                    <a:pt x="1747120" y="1290472"/>
                  </a:lnTo>
                  <a:close/>
                  <a:moveTo>
                    <a:pt x="1699629" y="1235535"/>
                  </a:moveTo>
                  <a:lnTo>
                    <a:pt x="1675715" y="1312373"/>
                  </a:lnTo>
                  <a:lnTo>
                    <a:pt x="1747120" y="1290472"/>
                  </a:lnTo>
                  <a:close/>
                  <a:moveTo>
                    <a:pt x="1014089" y="572438"/>
                  </a:moveTo>
                  <a:lnTo>
                    <a:pt x="1078168" y="534001"/>
                  </a:lnTo>
                  <a:lnTo>
                    <a:pt x="1026943" y="490222"/>
                  </a:lnTo>
                  <a:close/>
                  <a:moveTo>
                    <a:pt x="1703731" y="390059"/>
                  </a:moveTo>
                  <a:lnTo>
                    <a:pt x="1623085" y="429889"/>
                  </a:lnTo>
                  <a:lnTo>
                    <a:pt x="1654906" y="418692"/>
                  </a:lnTo>
                  <a:close/>
                  <a:moveTo>
                    <a:pt x="1739518" y="395823"/>
                  </a:moveTo>
                  <a:lnTo>
                    <a:pt x="1654906" y="418692"/>
                  </a:lnTo>
                  <a:lnTo>
                    <a:pt x="1764036" y="400332"/>
                  </a:lnTo>
                  <a:close/>
                  <a:moveTo>
                    <a:pt x="1764036" y="400332"/>
                  </a:moveTo>
                  <a:lnTo>
                    <a:pt x="1654906" y="418692"/>
                  </a:lnTo>
                  <a:lnTo>
                    <a:pt x="1639585" y="428888"/>
                  </a:lnTo>
                  <a:close/>
                  <a:moveTo>
                    <a:pt x="1764036" y="400332"/>
                  </a:moveTo>
                  <a:lnTo>
                    <a:pt x="1639585" y="428888"/>
                  </a:lnTo>
                  <a:lnTo>
                    <a:pt x="1704260" y="455495"/>
                  </a:lnTo>
                  <a:close/>
                  <a:moveTo>
                    <a:pt x="1703731" y="390059"/>
                  </a:moveTo>
                  <a:lnTo>
                    <a:pt x="1654906" y="418692"/>
                  </a:lnTo>
                  <a:lnTo>
                    <a:pt x="1739518" y="395823"/>
                  </a:lnTo>
                  <a:close/>
                  <a:moveTo>
                    <a:pt x="1720920" y="336476"/>
                  </a:moveTo>
                  <a:lnTo>
                    <a:pt x="1739518" y="395823"/>
                  </a:lnTo>
                  <a:lnTo>
                    <a:pt x="1780973" y="380255"/>
                  </a:lnTo>
                  <a:close/>
                  <a:moveTo>
                    <a:pt x="1739518" y="395823"/>
                  </a:moveTo>
                  <a:lnTo>
                    <a:pt x="1764036" y="400332"/>
                  </a:lnTo>
                  <a:lnTo>
                    <a:pt x="1780973" y="380255"/>
                  </a:lnTo>
                  <a:close/>
                  <a:moveTo>
                    <a:pt x="1764036" y="400332"/>
                  </a:moveTo>
                  <a:lnTo>
                    <a:pt x="1823517" y="407517"/>
                  </a:lnTo>
                  <a:lnTo>
                    <a:pt x="1780973" y="380255"/>
                  </a:lnTo>
                  <a:close/>
                  <a:moveTo>
                    <a:pt x="1823517" y="407517"/>
                  </a:moveTo>
                  <a:lnTo>
                    <a:pt x="1878942" y="341819"/>
                  </a:lnTo>
                  <a:lnTo>
                    <a:pt x="1780973" y="380255"/>
                  </a:lnTo>
                  <a:close/>
                  <a:moveTo>
                    <a:pt x="1878942" y="341819"/>
                  </a:moveTo>
                  <a:lnTo>
                    <a:pt x="1792731" y="298039"/>
                  </a:lnTo>
                  <a:lnTo>
                    <a:pt x="1780973" y="380255"/>
                  </a:lnTo>
                  <a:close/>
                  <a:moveTo>
                    <a:pt x="1615287" y="35859"/>
                  </a:moveTo>
                  <a:lnTo>
                    <a:pt x="1583796" y="51395"/>
                  </a:lnTo>
                  <a:lnTo>
                    <a:pt x="1645600" y="20970"/>
                  </a:lnTo>
                  <a:close/>
                  <a:moveTo>
                    <a:pt x="1683039" y="12958"/>
                  </a:moveTo>
                  <a:lnTo>
                    <a:pt x="1591282" y="33090"/>
                  </a:lnTo>
                  <a:lnTo>
                    <a:pt x="1615287" y="35859"/>
                  </a:lnTo>
                  <a:close/>
                  <a:moveTo>
                    <a:pt x="1714521" y="0"/>
                  </a:moveTo>
                  <a:lnTo>
                    <a:pt x="1683039" y="12958"/>
                  </a:lnTo>
                  <a:lnTo>
                    <a:pt x="1725589" y="6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18" name="Candidate_density__2117">
              <a:extLst>
                <a:ext uri="{FF2B5EF4-FFF2-40B4-BE49-F238E27FC236}">
                  <a16:creationId xmlns:a16="http://schemas.microsoft.com/office/drawing/2014/main" id="{594FE9A9-907E-7892-AAE3-B78439210DB0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2180215"/>
              <a:ext cx="2495472" cy="1753300"/>
            </a:xfrm>
            <a:custGeom>
              <a:avLst/>
              <a:gdLst/>
              <a:ahLst/>
              <a:cxnLst/>
              <a:rect l="0" t="0" r="0" b="0"/>
              <a:pathLst>
                <a:path w="2495472" h="1753300">
                  <a:moveTo>
                    <a:pt x="791815" y="1753300"/>
                  </a:moveTo>
                  <a:lnTo>
                    <a:pt x="843324" y="1707299"/>
                  </a:lnTo>
                  <a:lnTo>
                    <a:pt x="846795" y="1700142"/>
                  </a:lnTo>
                  <a:close/>
                  <a:moveTo>
                    <a:pt x="15343" y="795775"/>
                  </a:moveTo>
                  <a:lnTo>
                    <a:pt x="0" y="834212"/>
                  </a:lnTo>
                  <a:lnTo>
                    <a:pt x="67674" y="717806"/>
                  </a:lnTo>
                  <a:close/>
                  <a:moveTo>
                    <a:pt x="791815" y="1753300"/>
                  </a:moveTo>
                  <a:lnTo>
                    <a:pt x="846795" y="1700142"/>
                  </a:lnTo>
                  <a:lnTo>
                    <a:pt x="907992" y="1693807"/>
                  </a:lnTo>
                  <a:close/>
                  <a:moveTo>
                    <a:pt x="22131" y="789163"/>
                  </a:moveTo>
                  <a:lnTo>
                    <a:pt x="14839" y="798921"/>
                  </a:lnTo>
                  <a:lnTo>
                    <a:pt x="15343" y="795775"/>
                  </a:lnTo>
                  <a:close/>
                  <a:moveTo>
                    <a:pt x="635353" y="844896"/>
                  </a:moveTo>
                  <a:lnTo>
                    <a:pt x="634329" y="855194"/>
                  </a:lnTo>
                  <a:lnTo>
                    <a:pt x="645485" y="839250"/>
                  </a:lnTo>
                  <a:close/>
                  <a:moveTo>
                    <a:pt x="645485" y="839250"/>
                  </a:moveTo>
                  <a:lnTo>
                    <a:pt x="666785" y="728715"/>
                  </a:lnTo>
                  <a:lnTo>
                    <a:pt x="635353" y="844896"/>
                  </a:lnTo>
                  <a:close/>
                  <a:moveTo>
                    <a:pt x="678267" y="746612"/>
                  </a:moveTo>
                  <a:lnTo>
                    <a:pt x="655181" y="838241"/>
                  </a:lnTo>
                  <a:lnTo>
                    <a:pt x="635353" y="844896"/>
                  </a:lnTo>
                  <a:close/>
                  <a:moveTo>
                    <a:pt x="666785" y="728715"/>
                  </a:moveTo>
                  <a:lnTo>
                    <a:pt x="645485" y="839250"/>
                  </a:lnTo>
                  <a:lnTo>
                    <a:pt x="693686" y="762681"/>
                  </a:lnTo>
                  <a:close/>
                  <a:moveTo>
                    <a:pt x="1287179" y="1179098"/>
                  </a:moveTo>
                  <a:lnTo>
                    <a:pt x="1263028" y="1247586"/>
                  </a:lnTo>
                  <a:lnTo>
                    <a:pt x="1241706" y="1244727"/>
                  </a:lnTo>
                  <a:close/>
                  <a:moveTo>
                    <a:pt x="836643" y="566235"/>
                  </a:moveTo>
                  <a:lnTo>
                    <a:pt x="845357" y="504539"/>
                  </a:lnTo>
                  <a:lnTo>
                    <a:pt x="812469" y="539310"/>
                  </a:lnTo>
                  <a:close/>
                  <a:moveTo>
                    <a:pt x="1669943" y="439989"/>
                  </a:moveTo>
                  <a:lnTo>
                    <a:pt x="1739816" y="422575"/>
                  </a:lnTo>
                  <a:lnTo>
                    <a:pt x="1789212" y="392055"/>
                  </a:lnTo>
                  <a:close/>
                  <a:moveTo>
                    <a:pt x="1872033" y="11019"/>
                  </a:moveTo>
                  <a:lnTo>
                    <a:pt x="1774813" y="33461"/>
                  </a:lnTo>
                  <a:lnTo>
                    <a:pt x="1876632" y="9840"/>
                  </a:lnTo>
                  <a:close/>
                  <a:moveTo>
                    <a:pt x="1876632" y="9840"/>
                  </a:moveTo>
                  <a:lnTo>
                    <a:pt x="1774813" y="33461"/>
                  </a:lnTo>
                  <a:lnTo>
                    <a:pt x="1752227" y="38574"/>
                  </a:lnTo>
                  <a:close/>
                  <a:moveTo>
                    <a:pt x="1872033" y="11019"/>
                  </a:moveTo>
                  <a:lnTo>
                    <a:pt x="1880715" y="7955"/>
                  </a:lnTo>
                  <a:lnTo>
                    <a:pt x="1931558" y="0"/>
                  </a:lnTo>
                  <a:close/>
                  <a:moveTo>
                    <a:pt x="1931558" y="0"/>
                  </a:moveTo>
                  <a:lnTo>
                    <a:pt x="1880715" y="7955"/>
                  </a:lnTo>
                  <a:lnTo>
                    <a:pt x="1961661" y="49091"/>
                  </a:lnTo>
                  <a:close/>
                  <a:moveTo>
                    <a:pt x="2393002" y="180225"/>
                  </a:moveTo>
                  <a:lnTo>
                    <a:pt x="2419497" y="215831"/>
                  </a:lnTo>
                  <a:lnTo>
                    <a:pt x="2447296" y="150573"/>
                  </a:lnTo>
                  <a:close/>
                  <a:moveTo>
                    <a:pt x="2365831" y="256302"/>
                  </a:moveTo>
                  <a:lnTo>
                    <a:pt x="2419497" y="215831"/>
                  </a:lnTo>
                  <a:lnTo>
                    <a:pt x="2393002" y="180225"/>
                  </a:lnTo>
                  <a:close/>
                  <a:moveTo>
                    <a:pt x="2447296" y="150573"/>
                  </a:moveTo>
                  <a:lnTo>
                    <a:pt x="2419497" y="215831"/>
                  </a:lnTo>
                  <a:lnTo>
                    <a:pt x="2450415" y="180792"/>
                  </a:lnTo>
                  <a:close/>
                  <a:moveTo>
                    <a:pt x="2447296" y="150573"/>
                  </a:moveTo>
                  <a:lnTo>
                    <a:pt x="2463756" y="102653"/>
                  </a:lnTo>
                  <a:lnTo>
                    <a:pt x="2453168" y="126521"/>
                  </a:lnTo>
                  <a:close/>
                  <a:moveTo>
                    <a:pt x="2437023" y="142356"/>
                  </a:moveTo>
                  <a:lnTo>
                    <a:pt x="2447296" y="150573"/>
                  </a:lnTo>
                  <a:lnTo>
                    <a:pt x="2453168" y="126521"/>
                  </a:lnTo>
                  <a:close/>
                  <a:moveTo>
                    <a:pt x="2478735" y="60140"/>
                  </a:moveTo>
                  <a:lnTo>
                    <a:pt x="2495472" y="69485"/>
                  </a:lnTo>
                  <a:lnTo>
                    <a:pt x="2453168" y="12652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19" name="Candidate_density__2118">
              <a:extLst>
                <a:ext uri="{FF2B5EF4-FFF2-40B4-BE49-F238E27FC236}">
                  <a16:creationId xmlns:a16="http://schemas.microsoft.com/office/drawing/2014/main" id="{CBC1FE1D-27A4-776E-3A69-91230DDA8C91}"/>
                </a:ext>
              </a:extLst>
            </p:cNvPr>
            <p:cNvSpPr>
              <a:spLocks noGrp="1"/>
            </p:cNvSpPr>
            <p:nvPr/>
          </p:nvSpPr>
          <p:spPr>
            <a:xfrm>
              <a:off x="5102928" y="3035795"/>
              <a:ext cx="39239" cy="38437"/>
            </a:xfrm>
            <a:custGeom>
              <a:avLst/>
              <a:gdLst/>
              <a:ahLst/>
              <a:cxnLst/>
              <a:rect l="0" t="0" r="0" b="0"/>
              <a:pathLst>
                <a:path w="39239" h="38437">
                  <a:moveTo>
                    <a:pt x="0" y="38437"/>
                  </a:moveTo>
                  <a:lnTo>
                    <a:pt x="39239" y="0"/>
                  </a:lnTo>
                  <a:lnTo>
                    <a:pt x="33177" y="7084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20" name="Candidate_density__2119">
              <a:extLst>
                <a:ext uri="{FF2B5EF4-FFF2-40B4-BE49-F238E27FC236}">
                  <a16:creationId xmlns:a16="http://schemas.microsoft.com/office/drawing/2014/main" id="{965A6C2A-2778-8E62-F10B-DD630AF9A706}"/>
                </a:ext>
              </a:extLst>
            </p:cNvPr>
            <p:cNvSpPr>
              <a:spLocks noGrp="1"/>
            </p:cNvSpPr>
            <p:nvPr/>
          </p:nvSpPr>
          <p:spPr>
            <a:xfrm>
              <a:off x="3473643" y="1757458"/>
              <a:ext cx="2879382" cy="2198494"/>
            </a:xfrm>
            <a:custGeom>
              <a:avLst/>
              <a:gdLst/>
              <a:ahLst/>
              <a:cxnLst/>
              <a:rect l="0" t="0" r="0" b="0"/>
              <a:pathLst>
                <a:path w="2879382" h="2198494">
                  <a:moveTo>
                    <a:pt x="0" y="1295405"/>
                  </a:moveTo>
                  <a:lnTo>
                    <a:pt x="8839" y="1311913"/>
                  </a:lnTo>
                  <a:lnTo>
                    <a:pt x="40708" y="1338637"/>
                  </a:lnTo>
                  <a:close/>
                  <a:moveTo>
                    <a:pt x="696339" y="1996905"/>
                  </a:moveTo>
                  <a:lnTo>
                    <a:pt x="660706" y="2035341"/>
                  </a:lnTo>
                  <a:lnTo>
                    <a:pt x="678567" y="2051541"/>
                  </a:lnTo>
                  <a:close/>
                  <a:moveTo>
                    <a:pt x="0" y="1295405"/>
                  </a:moveTo>
                  <a:lnTo>
                    <a:pt x="40708" y="1338637"/>
                  </a:lnTo>
                  <a:lnTo>
                    <a:pt x="66859" y="1339183"/>
                  </a:lnTo>
                  <a:close/>
                  <a:moveTo>
                    <a:pt x="11082" y="1256969"/>
                  </a:moveTo>
                  <a:lnTo>
                    <a:pt x="0" y="1295405"/>
                  </a:lnTo>
                  <a:lnTo>
                    <a:pt x="66859" y="1339183"/>
                  </a:lnTo>
                  <a:close/>
                  <a:moveTo>
                    <a:pt x="1041886" y="2143553"/>
                  </a:moveTo>
                  <a:lnTo>
                    <a:pt x="1125110" y="2176056"/>
                  </a:lnTo>
                  <a:lnTo>
                    <a:pt x="1167663" y="2119953"/>
                  </a:lnTo>
                  <a:close/>
                  <a:moveTo>
                    <a:pt x="750955" y="1755601"/>
                  </a:moveTo>
                  <a:lnTo>
                    <a:pt x="709190" y="1706645"/>
                  </a:lnTo>
                  <a:lnTo>
                    <a:pt x="749276" y="1774148"/>
                  </a:lnTo>
                  <a:close/>
                  <a:moveTo>
                    <a:pt x="1359516" y="2128240"/>
                  </a:moveTo>
                  <a:lnTo>
                    <a:pt x="1337731" y="2198494"/>
                  </a:lnTo>
                  <a:lnTo>
                    <a:pt x="1379377" y="2138997"/>
                  </a:lnTo>
                  <a:close/>
                  <a:moveTo>
                    <a:pt x="1167663" y="2119953"/>
                  </a:moveTo>
                  <a:lnTo>
                    <a:pt x="1212046" y="2070692"/>
                  </a:lnTo>
                  <a:lnTo>
                    <a:pt x="1086229" y="2094143"/>
                  </a:lnTo>
                  <a:close/>
                  <a:moveTo>
                    <a:pt x="1212046" y="2070692"/>
                  </a:moveTo>
                  <a:lnTo>
                    <a:pt x="1167663" y="2119953"/>
                  </a:lnTo>
                  <a:lnTo>
                    <a:pt x="1292925" y="2094428"/>
                  </a:lnTo>
                  <a:close/>
                  <a:moveTo>
                    <a:pt x="981829" y="1906456"/>
                  </a:moveTo>
                  <a:lnTo>
                    <a:pt x="974744" y="1955977"/>
                  </a:lnTo>
                  <a:lnTo>
                    <a:pt x="1016313" y="1920031"/>
                  </a:lnTo>
                  <a:close/>
                  <a:moveTo>
                    <a:pt x="952083" y="1830546"/>
                  </a:moveTo>
                  <a:lnTo>
                    <a:pt x="1016313" y="1920031"/>
                  </a:lnTo>
                  <a:lnTo>
                    <a:pt x="973667" y="1837816"/>
                  </a:lnTo>
                  <a:close/>
                  <a:moveTo>
                    <a:pt x="981829" y="1906456"/>
                  </a:moveTo>
                  <a:lnTo>
                    <a:pt x="1016313" y="1920031"/>
                  </a:lnTo>
                  <a:lnTo>
                    <a:pt x="952083" y="1830546"/>
                  </a:lnTo>
                  <a:close/>
                  <a:moveTo>
                    <a:pt x="950856" y="1755601"/>
                  </a:moveTo>
                  <a:lnTo>
                    <a:pt x="952083" y="1830546"/>
                  </a:lnTo>
                  <a:lnTo>
                    <a:pt x="973667" y="1837816"/>
                  </a:lnTo>
                  <a:close/>
                  <a:moveTo>
                    <a:pt x="1059088" y="1777466"/>
                  </a:moveTo>
                  <a:lnTo>
                    <a:pt x="952083" y="1830546"/>
                  </a:lnTo>
                  <a:lnTo>
                    <a:pt x="950856" y="1755601"/>
                  </a:lnTo>
                  <a:close/>
                  <a:moveTo>
                    <a:pt x="979689" y="1759264"/>
                  </a:moveTo>
                  <a:lnTo>
                    <a:pt x="952083" y="1830546"/>
                  </a:lnTo>
                  <a:lnTo>
                    <a:pt x="1059088" y="1777466"/>
                  </a:lnTo>
                  <a:close/>
                  <a:moveTo>
                    <a:pt x="785725" y="1591171"/>
                  </a:moveTo>
                  <a:lnTo>
                    <a:pt x="756028" y="1470520"/>
                  </a:lnTo>
                  <a:lnTo>
                    <a:pt x="728073" y="1508956"/>
                  </a:lnTo>
                  <a:close/>
                  <a:moveTo>
                    <a:pt x="629590" y="1501476"/>
                  </a:moveTo>
                  <a:lnTo>
                    <a:pt x="705734" y="1507508"/>
                  </a:lnTo>
                  <a:lnTo>
                    <a:pt x="750452" y="1459500"/>
                  </a:lnTo>
                  <a:close/>
                  <a:moveTo>
                    <a:pt x="1359516" y="2128240"/>
                  </a:moveTo>
                  <a:lnTo>
                    <a:pt x="1379377" y="2138997"/>
                  </a:lnTo>
                  <a:lnTo>
                    <a:pt x="1382676" y="2123219"/>
                  </a:lnTo>
                  <a:close/>
                  <a:moveTo>
                    <a:pt x="1382676" y="2123219"/>
                  </a:moveTo>
                  <a:lnTo>
                    <a:pt x="1292925" y="2094428"/>
                  </a:lnTo>
                  <a:lnTo>
                    <a:pt x="1359516" y="2128240"/>
                  </a:lnTo>
                  <a:close/>
                  <a:moveTo>
                    <a:pt x="1471118" y="2111909"/>
                  </a:moveTo>
                  <a:lnTo>
                    <a:pt x="1379377" y="2138997"/>
                  </a:lnTo>
                  <a:lnTo>
                    <a:pt x="1459984" y="2161719"/>
                  </a:lnTo>
                  <a:close/>
                  <a:moveTo>
                    <a:pt x="1471118" y="2111909"/>
                  </a:moveTo>
                  <a:lnTo>
                    <a:pt x="1382676" y="2123219"/>
                  </a:lnTo>
                  <a:lnTo>
                    <a:pt x="1379377" y="2138997"/>
                  </a:lnTo>
                  <a:close/>
                  <a:moveTo>
                    <a:pt x="1293660" y="1934811"/>
                  </a:moveTo>
                  <a:lnTo>
                    <a:pt x="1295949" y="1890530"/>
                  </a:lnTo>
                  <a:lnTo>
                    <a:pt x="1230020" y="1922690"/>
                  </a:lnTo>
                  <a:close/>
                  <a:moveTo>
                    <a:pt x="1341069" y="1843159"/>
                  </a:moveTo>
                  <a:lnTo>
                    <a:pt x="1295949" y="1890530"/>
                  </a:lnTo>
                  <a:lnTo>
                    <a:pt x="1353065" y="1847016"/>
                  </a:lnTo>
                  <a:close/>
                  <a:moveTo>
                    <a:pt x="1353065" y="1847016"/>
                  </a:moveTo>
                  <a:lnTo>
                    <a:pt x="1295949" y="1890530"/>
                  </a:lnTo>
                  <a:lnTo>
                    <a:pt x="1293660" y="1934811"/>
                  </a:lnTo>
                  <a:close/>
                  <a:moveTo>
                    <a:pt x="1060173" y="1566320"/>
                  </a:moveTo>
                  <a:lnTo>
                    <a:pt x="1007205" y="1583485"/>
                  </a:lnTo>
                  <a:lnTo>
                    <a:pt x="994596" y="1514298"/>
                  </a:lnTo>
                  <a:close/>
                  <a:moveTo>
                    <a:pt x="1322918" y="1776161"/>
                  </a:moveTo>
                  <a:lnTo>
                    <a:pt x="1341069" y="1843159"/>
                  </a:lnTo>
                  <a:lnTo>
                    <a:pt x="1355583" y="1834834"/>
                  </a:lnTo>
                  <a:close/>
                  <a:moveTo>
                    <a:pt x="1322918" y="1776161"/>
                  </a:moveTo>
                  <a:lnTo>
                    <a:pt x="1355583" y="1834834"/>
                  </a:lnTo>
                  <a:lnTo>
                    <a:pt x="1397004" y="1774497"/>
                  </a:lnTo>
                  <a:close/>
                  <a:moveTo>
                    <a:pt x="1355583" y="1834834"/>
                  </a:moveTo>
                  <a:lnTo>
                    <a:pt x="1464361" y="1747678"/>
                  </a:lnTo>
                  <a:lnTo>
                    <a:pt x="1397004" y="1774497"/>
                  </a:lnTo>
                  <a:close/>
                  <a:moveTo>
                    <a:pt x="751366" y="982571"/>
                  </a:moveTo>
                  <a:lnTo>
                    <a:pt x="765271" y="1020999"/>
                  </a:lnTo>
                  <a:lnTo>
                    <a:pt x="823559" y="1023770"/>
                  </a:lnTo>
                  <a:close/>
                  <a:moveTo>
                    <a:pt x="1407871" y="1602275"/>
                  </a:moveTo>
                  <a:lnTo>
                    <a:pt x="1473778" y="1709377"/>
                  </a:lnTo>
                  <a:lnTo>
                    <a:pt x="1407121" y="1640292"/>
                  </a:lnTo>
                  <a:close/>
                  <a:moveTo>
                    <a:pt x="1422163" y="1690748"/>
                  </a:moveTo>
                  <a:lnTo>
                    <a:pt x="1473778" y="1709377"/>
                  </a:lnTo>
                  <a:lnTo>
                    <a:pt x="1407871" y="1602275"/>
                  </a:lnTo>
                  <a:close/>
                  <a:moveTo>
                    <a:pt x="1296158" y="1532411"/>
                  </a:moveTo>
                  <a:lnTo>
                    <a:pt x="1357867" y="1542835"/>
                  </a:lnTo>
                  <a:lnTo>
                    <a:pt x="1344170" y="1453878"/>
                  </a:lnTo>
                  <a:close/>
                  <a:moveTo>
                    <a:pt x="1296158" y="1532411"/>
                  </a:moveTo>
                  <a:lnTo>
                    <a:pt x="1344170" y="1453878"/>
                  </a:lnTo>
                  <a:lnTo>
                    <a:pt x="1283394" y="1442696"/>
                  </a:lnTo>
                  <a:close/>
                  <a:moveTo>
                    <a:pt x="823559" y="1023770"/>
                  </a:moveTo>
                  <a:lnTo>
                    <a:pt x="872313" y="1064786"/>
                  </a:lnTo>
                  <a:lnTo>
                    <a:pt x="873337" y="1033237"/>
                  </a:lnTo>
                  <a:close/>
                  <a:moveTo>
                    <a:pt x="780887" y="944134"/>
                  </a:moveTo>
                  <a:lnTo>
                    <a:pt x="716758" y="982571"/>
                  </a:lnTo>
                  <a:lnTo>
                    <a:pt x="714521" y="900356"/>
                  </a:lnTo>
                  <a:close/>
                  <a:moveTo>
                    <a:pt x="1009816" y="1108565"/>
                  </a:moveTo>
                  <a:lnTo>
                    <a:pt x="1000685" y="1026350"/>
                  </a:lnTo>
                  <a:lnTo>
                    <a:pt x="1023782" y="1063310"/>
                  </a:lnTo>
                  <a:close/>
                  <a:moveTo>
                    <a:pt x="1068013" y="734822"/>
                  </a:moveTo>
                  <a:lnTo>
                    <a:pt x="1046732" y="713176"/>
                  </a:lnTo>
                  <a:lnTo>
                    <a:pt x="1017066" y="702831"/>
                  </a:lnTo>
                  <a:close/>
                  <a:moveTo>
                    <a:pt x="1017066" y="702831"/>
                  </a:moveTo>
                  <a:lnTo>
                    <a:pt x="1097407" y="772071"/>
                  </a:lnTo>
                  <a:lnTo>
                    <a:pt x="1068013" y="734822"/>
                  </a:lnTo>
                  <a:close/>
                  <a:moveTo>
                    <a:pt x="2037862" y="1650976"/>
                  </a:moveTo>
                  <a:lnTo>
                    <a:pt x="2037718" y="1653957"/>
                  </a:lnTo>
                  <a:lnTo>
                    <a:pt x="2042364" y="1654639"/>
                  </a:lnTo>
                  <a:close/>
                  <a:moveTo>
                    <a:pt x="2126552" y="1690742"/>
                  </a:moveTo>
                  <a:lnTo>
                    <a:pt x="2042364" y="1654639"/>
                  </a:lnTo>
                  <a:lnTo>
                    <a:pt x="2037718" y="1653957"/>
                  </a:lnTo>
                  <a:close/>
                  <a:moveTo>
                    <a:pt x="2085757" y="1612540"/>
                  </a:moveTo>
                  <a:lnTo>
                    <a:pt x="2037862" y="1650976"/>
                  </a:lnTo>
                  <a:lnTo>
                    <a:pt x="2042364" y="1654639"/>
                  </a:lnTo>
                  <a:close/>
                  <a:moveTo>
                    <a:pt x="2042364" y="1654639"/>
                  </a:moveTo>
                  <a:lnTo>
                    <a:pt x="2126552" y="1690742"/>
                  </a:lnTo>
                  <a:lnTo>
                    <a:pt x="2168281" y="1631563"/>
                  </a:lnTo>
                  <a:close/>
                  <a:moveTo>
                    <a:pt x="2168281" y="1631563"/>
                  </a:moveTo>
                  <a:lnTo>
                    <a:pt x="2126552" y="1690742"/>
                  </a:lnTo>
                  <a:lnTo>
                    <a:pt x="2253308" y="1670805"/>
                  </a:lnTo>
                  <a:close/>
                  <a:moveTo>
                    <a:pt x="2153307" y="1420393"/>
                  </a:moveTo>
                  <a:lnTo>
                    <a:pt x="2171894" y="1429865"/>
                  </a:lnTo>
                  <a:lnTo>
                    <a:pt x="2134223" y="1409673"/>
                  </a:lnTo>
                  <a:close/>
                  <a:moveTo>
                    <a:pt x="2035176" y="1355748"/>
                  </a:moveTo>
                  <a:lnTo>
                    <a:pt x="2070647" y="1427003"/>
                  </a:lnTo>
                  <a:lnTo>
                    <a:pt x="2108658" y="1408638"/>
                  </a:lnTo>
                  <a:close/>
                  <a:moveTo>
                    <a:pt x="2108658" y="1408638"/>
                  </a:moveTo>
                  <a:lnTo>
                    <a:pt x="2070647" y="1427003"/>
                  </a:lnTo>
                  <a:lnTo>
                    <a:pt x="2073121" y="1448109"/>
                  </a:lnTo>
                  <a:close/>
                  <a:moveTo>
                    <a:pt x="2110024" y="1327458"/>
                  </a:moveTo>
                  <a:lnTo>
                    <a:pt x="2035176" y="1355748"/>
                  </a:lnTo>
                  <a:lnTo>
                    <a:pt x="2108658" y="1408638"/>
                  </a:lnTo>
                  <a:close/>
                  <a:moveTo>
                    <a:pt x="2134223" y="1409673"/>
                  </a:moveTo>
                  <a:lnTo>
                    <a:pt x="2110024" y="1327458"/>
                  </a:lnTo>
                  <a:lnTo>
                    <a:pt x="2108658" y="1408638"/>
                  </a:lnTo>
                  <a:close/>
                  <a:moveTo>
                    <a:pt x="2171894" y="1429865"/>
                  </a:moveTo>
                  <a:lnTo>
                    <a:pt x="2258575" y="1475295"/>
                  </a:lnTo>
                  <a:lnTo>
                    <a:pt x="2305267" y="1434666"/>
                  </a:lnTo>
                  <a:close/>
                  <a:moveTo>
                    <a:pt x="2218386" y="1388491"/>
                  </a:moveTo>
                  <a:lnTo>
                    <a:pt x="2171894" y="1429865"/>
                  </a:lnTo>
                  <a:lnTo>
                    <a:pt x="2305267" y="1434666"/>
                  </a:lnTo>
                  <a:close/>
                  <a:moveTo>
                    <a:pt x="2024718" y="1163028"/>
                  </a:moveTo>
                  <a:lnTo>
                    <a:pt x="2026465" y="1162645"/>
                  </a:lnTo>
                  <a:lnTo>
                    <a:pt x="1947700" y="1148958"/>
                  </a:lnTo>
                  <a:close/>
                  <a:moveTo>
                    <a:pt x="1947700" y="1148958"/>
                  </a:moveTo>
                  <a:lnTo>
                    <a:pt x="2026465" y="1162645"/>
                  </a:lnTo>
                  <a:lnTo>
                    <a:pt x="2051612" y="1043606"/>
                  </a:lnTo>
                  <a:close/>
                  <a:moveTo>
                    <a:pt x="1947700" y="1148958"/>
                  </a:moveTo>
                  <a:lnTo>
                    <a:pt x="2051612" y="1043606"/>
                  </a:lnTo>
                  <a:lnTo>
                    <a:pt x="1986012" y="1076996"/>
                  </a:lnTo>
                  <a:close/>
                  <a:moveTo>
                    <a:pt x="2051612" y="1043606"/>
                  </a:moveTo>
                  <a:lnTo>
                    <a:pt x="2026465" y="1162645"/>
                  </a:lnTo>
                  <a:lnTo>
                    <a:pt x="2051837" y="1042376"/>
                  </a:lnTo>
                  <a:close/>
                  <a:moveTo>
                    <a:pt x="1893499" y="1009763"/>
                  </a:moveTo>
                  <a:lnTo>
                    <a:pt x="1845773" y="988176"/>
                  </a:lnTo>
                  <a:lnTo>
                    <a:pt x="1927984" y="960161"/>
                  </a:lnTo>
                  <a:close/>
                  <a:moveTo>
                    <a:pt x="1744633" y="916382"/>
                  </a:moveTo>
                  <a:lnTo>
                    <a:pt x="1845773" y="988176"/>
                  </a:lnTo>
                  <a:lnTo>
                    <a:pt x="1758630" y="898337"/>
                  </a:lnTo>
                  <a:close/>
                  <a:moveTo>
                    <a:pt x="1946592" y="929611"/>
                  </a:moveTo>
                  <a:lnTo>
                    <a:pt x="1845773" y="988176"/>
                  </a:lnTo>
                  <a:lnTo>
                    <a:pt x="1830552" y="989618"/>
                  </a:lnTo>
                  <a:close/>
                  <a:moveTo>
                    <a:pt x="2051619" y="1042103"/>
                  </a:moveTo>
                  <a:lnTo>
                    <a:pt x="2051612" y="1043606"/>
                  </a:lnTo>
                  <a:lnTo>
                    <a:pt x="2051837" y="1042376"/>
                  </a:lnTo>
                  <a:close/>
                  <a:moveTo>
                    <a:pt x="2051619" y="1042103"/>
                  </a:moveTo>
                  <a:lnTo>
                    <a:pt x="2051837" y="1042376"/>
                  </a:lnTo>
                  <a:lnTo>
                    <a:pt x="2050986" y="1041266"/>
                  </a:lnTo>
                  <a:close/>
                  <a:moveTo>
                    <a:pt x="2443049" y="1306022"/>
                  </a:moveTo>
                  <a:lnTo>
                    <a:pt x="2510453" y="1311816"/>
                  </a:lnTo>
                  <a:lnTo>
                    <a:pt x="2469338" y="1245149"/>
                  </a:lnTo>
                  <a:close/>
                  <a:moveTo>
                    <a:pt x="2443049" y="1306022"/>
                  </a:moveTo>
                  <a:lnTo>
                    <a:pt x="2469338" y="1245149"/>
                  </a:lnTo>
                  <a:lnTo>
                    <a:pt x="2425374" y="1220299"/>
                  </a:lnTo>
                  <a:close/>
                  <a:moveTo>
                    <a:pt x="2566477" y="1326861"/>
                  </a:moveTo>
                  <a:lnTo>
                    <a:pt x="2510453" y="1311816"/>
                  </a:lnTo>
                  <a:lnTo>
                    <a:pt x="2499949" y="1390032"/>
                  </a:lnTo>
                  <a:close/>
                  <a:moveTo>
                    <a:pt x="2510453" y="1311816"/>
                  </a:moveTo>
                  <a:lnTo>
                    <a:pt x="2566477" y="1326861"/>
                  </a:lnTo>
                  <a:lnTo>
                    <a:pt x="2469338" y="1245149"/>
                  </a:lnTo>
                  <a:close/>
                  <a:moveTo>
                    <a:pt x="2425374" y="1220299"/>
                  </a:moveTo>
                  <a:lnTo>
                    <a:pt x="2469338" y="1245149"/>
                  </a:lnTo>
                  <a:lnTo>
                    <a:pt x="2457072" y="1229719"/>
                  </a:lnTo>
                  <a:close/>
                  <a:moveTo>
                    <a:pt x="2040279" y="636643"/>
                  </a:moveTo>
                  <a:lnTo>
                    <a:pt x="1973243" y="644860"/>
                  </a:lnTo>
                  <a:lnTo>
                    <a:pt x="2003910" y="720021"/>
                  </a:lnTo>
                  <a:close/>
                  <a:moveTo>
                    <a:pt x="1973243" y="644860"/>
                  </a:moveTo>
                  <a:lnTo>
                    <a:pt x="2040279" y="636643"/>
                  </a:lnTo>
                  <a:lnTo>
                    <a:pt x="1977487" y="614719"/>
                  </a:lnTo>
                  <a:close/>
                  <a:moveTo>
                    <a:pt x="2237162" y="598206"/>
                  </a:moveTo>
                  <a:lnTo>
                    <a:pt x="2141002" y="668757"/>
                  </a:lnTo>
                  <a:lnTo>
                    <a:pt x="2143903" y="627300"/>
                  </a:lnTo>
                  <a:close/>
                  <a:moveTo>
                    <a:pt x="2077667" y="620558"/>
                  </a:moveTo>
                  <a:lnTo>
                    <a:pt x="2091415" y="636643"/>
                  </a:lnTo>
                  <a:lnTo>
                    <a:pt x="2115524" y="573500"/>
                  </a:lnTo>
                  <a:close/>
                  <a:moveTo>
                    <a:pt x="2016415" y="269985"/>
                  </a:moveTo>
                  <a:lnTo>
                    <a:pt x="1930843" y="225121"/>
                  </a:lnTo>
                  <a:lnTo>
                    <a:pt x="2005674" y="269346"/>
                  </a:lnTo>
                  <a:close/>
                  <a:moveTo>
                    <a:pt x="2024067" y="295012"/>
                  </a:moveTo>
                  <a:lnTo>
                    <a:pt x="2005674" y="269346"/>
                  </a:lnTo>
                  <a:lnTo>
                    <a:pt x="2016870" y="230910"/>
                  </a:lnTo>
                  <a:close/>
                  <a:moveTo>
                    <a:pt x="2016624" y="267187"/>
                  </a:moveTo>
                  <a:lnTo>
                    <a:pt x="2128035" y="189871"/>
                  </a:lnTo>
                  <a:lnTo>
                    <a:pt x="2050120" y="177221"/>
                  </a:lnTo>
                  <a:close/>
                  <a:moveTo>
                    <a:pt x="2622301" y="80372"/>
                  </a:moveTo>
                  <a:lnTo>
                    <a:pt x="2649139" y="19053"/>
                  </a:lnTo>
                  <a:lnTo>
                    <a:pt x="2598044" y="0"/>
                  </a:lnTo>
                  <a:close/>
                  <a:moveTo>
                    <a:pt x="2833955" y="229668"/>
                  </a:moveTo>
                  <a:lnTo>
                    <a:pt x="2862898" y="306231"/>
                  </a:lnTo>
                  <a:lnTo>
                    <a:pt x="2879382" y="323809"/>
                  </a:lnTo>
                  <a:close/>
                  <a:moveTo>
                    <a:pt x="2833955" y="229668"/>
                  </a:moveTo>
                  <a:lnTo>
                    <a:pt x="2845404" y="241594"/>
                  </a:lnTo>
                  <a:lnTo>
                    <a:pt x="2803934" y="18419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21" name="Candidate_density__2120">
              <a:extLst>
                <a:ext uri="{FF2B5EF4-FFF2-40B4-BE49-F238E27FC236}">
                  <a16:creationId xmlns:a16="http://schemas.microsoft.com/office/drawing/2014/main" id="{466802E4-EB4A-07EF-F1A5-976B0426E29A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679497"/>
              <a:ext cx="2837363" cy="2221514"/>
            </a:xfrm>
            <a:custGeom>
              <a:avLst/>
              <a:gdLst/>
              <a:ahLst/>
              <a:cxnLst/>
              <a:rect l="0" t="0" r="0" b="0"/>
              <a:pathLst>
                <a:path w="2837363" h="2221514">
                  <a:moveTo>
                    <a:pt x="699747" y="2074866"/>
                  </a:moveTo>
                  <a:lnTo>
                    <a:pt x="681975" y="2129502"/>
                  </a:lnTo>
                  <a:lnTo>
                    <a:pt x="733428" y="2106677"/>
                  </a:lnTo>
                  <a:close/>
                  <a:moveTo>
                    <a:pt x="621890" y="2031087"/>
                  </a:moveTo>
                  <a:lnTo>
                    <a:pt x="664114" y="2113302"/>
                  </a:lnTo>
                  <a:lnTo>
                    <a:pt x="699747" y="2074866"/>
                  </a:lnTo>
                  <a:close/>
                  <a:moveTo>
                    <a:pt x="0" y="1291151"/>
                  </a:moveTo>
                  <a:lnTo>
                    <a:pt x="3408" y="1373366"/>
                  </a:lnTo>
                  <a:lnTo>
                    <a:pt x="14490" y="1334930"/>
                  </a:lnTo>
                  <a:close/>
                  <a:moveTo>
                    <a:pt x="865450" y="2106422"/>
                  </a:moveTo>
                  <a:lnTo>
                    <a:pt x="779037" y="2036429"/>
                  </a:lnTo>
                  <a:lnTo>
                    <a:pt x="733428" y="2106677"/>
                  </a:lnTo>
                  <a:close/>
                  <a:moveTo>
                    <a:pt x="1024420" y="2200860"/>
                  </a:moveTo>
                  <a:lnTo>
                    <a:pt x="1014774" y="2221181"/>
                  </a:lnTo>
                  <a:lnTo>
                    <a:pt x="1045294" y="2221514"/>
                  </a:lnTo>
                  <a:close/>
                  <a:moveTo>
                    <a:pt x="1077666" y="2162423"/>
                  </a:moveTo>
                  <a:lnTo>
                    <a:pt x="1045294" y="2221514"/>
                  </a:lnTo>
                  <a:lnTo>
                    <a:pt x="1089638" y="2172104"/>
                  </a:lnTo>
                  <a:close/>
                  <a:moveTo>
                    <a:pt x="1077666" y="2162423"/>
                  </a:moveTo>
                  <a:lnTo>
                    <a:pt x="1024420" y="2200860"/>
                  </a:lnTo>
                  <a:lnTo>
                    <a:pt x="1045294" y="2221514"/>
                  </a:lnTo>
                  <a:close/>
                  <a:moveTo>
                    <a:pt x="1016565" y="2118644"/>
                  </a:moveTo>
                  <a:lnTo>
                    <a:pt x="1024420" y="2200860"/>
                  </a:lnTo>
                  <a:lnTo>
                    <a:pt x="1077666" y="2162423"/>
                  </a:lnTo>
                  <a:close/>
                  <a:moveTo>
                    <a:pt x="1016565" y="2118644"/>
                  </a:moveTo>
                  <a:lnTo>
                    <a:pt x="1077666" y="2162423"/>
                  </a:lnTo>
                  <a:lnTo>
                    <a:pt x="1040634" y="2080208"/>
                  </a:lnTo>
                  <a:close/>
                  <a:moveTo>
                    <a:pt x="1089638" y="2172104"/>
                  </a:moveTo>
                  <a:lnTo>
                    <a:pt x="1045294" y="2221514"/>
                  </a:lnTo>
                  <a:lnTo>
                    <a:pt x="1171071" y="2197914"/>
                  </a:lnTo>
                  <a:close/>
                  <a:moveTo>
                    <a:pt x="719943" y="1789784"/>
                  </a:moveTo>
                  <a:lnTo>
                    <a:pt x="736470" y="1871999"/>
                  </a:lnTo>
                  <a:lnTo>
                    <a:pt x="712598" y="1784607"/>
                  </a:lnTo>
                  <a:close/>
                  <a:moveTo>
                    <a:pt x="736470" y="1871999"/>
                  </a:moveTo>
                  <a:lnTo>
                    <a:pt x="752684" y="1852110"/>
                  </a:lnTo>
                  <a:lnTo>
                    <a:pt x="712598" y="1784607"/>
                  </a:lnTo>
                  <a:close/>
                  <a:moveTo>
                    <a:pt x="428903" y="1433101"/>
                  </a:moveTo>
                  <a:lnTo>
                    <a:pt x="380909" y="1409435"/>
                  </a:lnTo>
                  <a:lnTo>
                    <a:pt x="351643" y="1435320"/>
                  </a:lnTo>
                  <a:close/>
                  <a:moveTo>
                    <a:pt x="428903" y="1433101"/>
                  </a:moveTo>
                  <a:lnTo>
                    <a:pt x="459822" y="1425823"/>
                  </a:lnTo>
                  <a:lnTo>
                    <a:pt x="380909" y="1409435"/>
                  </a:lnTo>
                  <a:close/>
                  <a:moveTo>
                    <a:pt x="1077666" y="2162423"/>
                  </a:moveTo>
                  <a:lnTo>
                    <a:pt x="1089638" y="2172104"/>
                  </a:lnTo>
                  <a:lnTo>
                    <a:pt x="1099779" y="2152073"/>
                  </a:lnTo>
                  <a:close/>
                  <a:moveTo>
                    <a:pt x="1052326" y="2032602"/>
                  </a:moveTo>
                  <a:lnTo>
                    <a:pt x="1040634" y="2080208"/>
                  </a:lnTo>
                  <a:lnTo>
                    <a:pt x="1059609" y="1959556"/>
                  </a:lnTo>
                  <a:close/>
                  <a:moveTo>
                    <a:pt x="1055452" y="1987925"/>
                  </a:moveTo>
                  <a:lnTo>
                    <a:pt x="1059609" y="1959556"/>
                  </a:lnTo>
                  <a:lnTo>
                    <a:pt x="1072820" y="1894025"/>
                  </a:lnTo>
                  <a:close/>
                  <a:moveTo>
                    <a:pt x="1105453" y="1997993"/>
                  </a:moveTo>
                  <a:lnTo>
                    <a:pt x="1072820" y="1894025"/>
                  </a:lnTo>
                  <a:lnTo>
                    <a:pt x="1081507" y="1877341"/>
                  </a:lnTo>
                  <a:close/>
                  <a:moveTo>
                    <a:pt x="764875" y="1642014"/>
                  </a:moveTo>
                  <a:lnTo>
                    <a:pt x="761540" y="1566172"/>
                  </a:lnTo>
                  <a:lnTo>
                    <a:pt x="789133" y="1669132"/>
                  </a:lnTo>
                  <a:close/>
                  <a:moveTo>
                    <a:pt x="759437" y="1548481"/>
                  </a:moveTo>
                  <a:lnTo>
                    <a:pt x="753861" y="1537461"/>
                  </a:lnTo>
                  <a:lnTo>
                    <a:pt x="709142" y="1585469"/>
                  </a:lnTo>
                  <a:close/>
                  <a:moveTo>
                    <a:pt x="665182" y="1484566"/>
                  </a:moveTo>
                  <a:lnTo>
                    <a:pt x="632999" y="1579438"/>
                  </a:lnTo>
                  <a:lnTo>
                    <a:pt x="753861" y="1537461"/>
                  </a:lnTo>
                  <a:close/>
                  <a:moveTo>
                    <a:pt x="1304298" y="2106987"/>
                  </a:moveTo>
                  <a:lnTo>
                    <a:pt x="1296333" y="2172389"/>
                  </a:lnTo>
                  <a:lnTo>
                    <a:pt x="1386085" y="2201180"/>
                  </a:lnTo>
                  <a:close/>
                  <a:moveTo>
                    <a:pt x="1393897" y="2094737"/>
                  </a:moveTo>
                  <a:lnTo>
                    <a:pt x="1304298" y="2106987"/>
                  </a:lnTo>
                  <a:lnTo>
                    <a:pt x="1386085" y="2201180"/>
                  </a:lnTo>
                  <a:close/>
                  <a:moveTo>
                    <a:pt x="1486120" y="2109453"/>
                  </a:moveTo>
                  <a:lnTo>
                    <a:pt x="1449282" y="2085550"/>
                  </a:lnTo>
                  <a:lnTo>
                    <a:pt x="1474526" y="2189871"/>
                  </a:lnTo>
                  <a:close/>
                  <a:moveTo>
                    <a:pt x="1474526" y="2189871"/>
                  </a:moveTo>
                  <a:lnTo>
                    <a:pt x="1449282" y="2085550"/>
                  </a:lnTo>
                  <a:lnTo>
                    <a:pt x="1393897" y="2094737"/>
                  </a:lnTo>
                  <a:close/>
                  <a:moveTo>
                    <a:pt x="1474526" y="2189871"/>
                  </a:moveTo>
                  <a:lnTo>
                    <a:pt x="1393897" y="2094737"/>
                  </a:lnTo>
                  <a:lnTo>
                    <a:pt x="1386085" y="2201180"/>
                  </a:lnTo>
                  <a:close/>
                  <a:moveTo>
                    <a:pt x="1304298" y="2106987"/>
                  </a:moveTo>
                  <a:lnTo>
                    <a:pt x="1215454" y="2148653"/>
                  </a:lnTo>
                  <a:lnTo>
                    <a:pt x="1296333" y="2172389"/>
                  </a:lnTo>
                  <a:close/>
                  <a:moveTo>
                    <a:pt x="1220013" y="2114917"/>
                  </a:moveTo>
                  <a:lnTo>
                    <a:pt x="1304298" y="2106987"/>
                  </a:lnTo>
                  <a:lnTo>
                    <a:pt x="1297068" y="2012772"/>
                  </a:lnTo>
                  <a:close/>
                  <a:moveTo>
                    <a:pt x="1304298" y="2106987"/>
                  </a:moveTo>
                  <a:lnTo>
                    <a:pt x="1371802" y="2012607"/>
                  </a:lnTo>
                  <a:lnTo>
                    <a:pt x="1297068" y="2012772"/>
                  </a:lnTo>
                  <a:close/>
                  <a:moveTo>
                    <a:pt x="1356473" y="1924977"/>
                  </a:moveTo>
                  <a:lnTo>
                    <a:pt x="1297068" y="2012772"/>
                  </a:lnTo>
                  <a:lnTo>
                    <a:pt x="1371802" y="2012607"/>
                  </a:lnTo>
                  <a:close/>
                  <a:moveTo>
                    <a:pt x="1081507" y="1877341"/>
                  </a:moveTo>
                  <a:lnTo>
                    <a:pt x="1072820" y="1894025"/>
                  </a:lnTo>
                  <a:lnTo>
                    <a:pt x="1078943" y="1868735"/>
                  </a:lnTo>
                  <a:close/>
                  <a:moveTo>
                    <a:pt x="1062496" y="1855427"/>
                  </a:moveTo>
                  <a:lnTo>
                    <a:pt x="1081507" y="1877341"/>
                  </a:lnTo>
                  <a:lnTo>
                    <a:pt x="1078943" y="1868735"/>
                  </a:lnTo>
                  <a:close/>
                  <a:moveTo>
                    <a:pt x="1576437" y="2067520"/>
                  </a:moveTo>
                  <a:lnTo>
                    <a:pt x="1489899" y="2077280"/>
                  </a:lnTo>
                  <a:lnTo>
                    <a:pt x="1486120" y="2109453"/>
                  </a:lnTo>
                  <a:close/>
                  <a:moveTo>
                    <a:pt x="988848" y="1581112"/>
                  </a:moveTo>
                  <a:lnTo>
                    <a:pt x="1063581" y="1644281"/>
                  </a:lnTo>
                  <a:lnTo>
                    <a:pt x="998005" y="1592260"/>
                  </a:lnTo>
                  <a:close/>
                  <a:moveTo>
                    <a:pt x="1477186" y="1787339"/>
                  </a:moveTo>
                  <a:lnTo>
                    <a:pt x="1400412" y="1852458"/>
                  </a:lnTo>
                  <a:lnTo>
                    <a:pt x="1467769" y="1825640"/>
                  </a:lnTo>
                  <a:close/>
                  <a:moveTo>
                    <a:pt x="1334988" y="1681667"/>
                  </a:moveTo>
                  <a:lnTo>
                    <a:pt x="1361275" y="1620797"/>
                  </a:lnTo>
                  <a:lnTo>
                    <a:pt x="1299566" y="1610373"/>
                  </a:lnTo>
                  <a:close/>
                  <a:moveTo>
                    <a:pt x="1453520" y="1706487"/>
                  </a:moveTo>
                  <a:lnTo>
                    <a:pt x="1412376" y="1679817"/>
                  </a:lnTo>
                  <a:lnTo>
                    <a:pt x="1471606" y="1624782"/>
                  </a:lnTo>
                  <a:close/>
                  <a:moveTo>
                    <a:pt x="1299566" y="1610373"/>
                  </a:moveTo>
                  <a:lnTo>
                    <a:pt x="1286802" y="1520657"/>
                  </a:lnTo>
                  <a:lnTo>
                    <a:pt x="1212864" y="1620268"/>
                  </a:lnTo>
                  <a:close/>
                  <a:moveTo>
                    <a:pt x="1257656" y="1444260"/>
                  </a:moveTo>
                  <a:lnTo>
                    <a:pt x="1152692" y="1471608"/>
                  </a:lnTo>
                  <a:lnTo>
                    <a:pt x="1286802" y="1520657"/>
                  </a:lnTo>
                  <a:close/>
                  <a:moveTo>
                    <a:pt x="953738" y="1186526"/>
                  </a:moveTo>
                  <a:lnTo>
                    <a:pt x="876745" y="1111198"/>
                  </a:lnTo>
                  <a:lnTo>
                    <a:pt x="875721" y="1142747"/>
                  </a:lnTo>
                  <a:close/>
                  <a:moveTo>
                    <a:pt x="754774" y="1060532"/>
                  </a:moveTo>
                  <a:lnTo>
                    <a:pt x="826967" y="1101731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54774" y="1060532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91972" y="1022096"/>
                  </a:lnTo>
                  <a:lnTo>
                    <a:pt x="779657" y="939881"/>
                  </a:lnTo>
                  <a:close/>
                  <a:moveTo>
                    <a:pt x="720277" y="978317"/>
                  </a:moveTo>
                  <a:lnTo>
                    <a:pt x="779657" y="939881"/>
                  </a:lnTo>
                  <a:lnTo>
                    <a:pt x="717673" y="971757"/>
                  </a:lnTo>
                  <a:close/>
                  <a:moveTo>
                    <a:pt x="1412376" y="1679817"/>
                  </a:moveTo>
                  <a:lnTo>
                    <a:pt x="1502550" y="1740479"/>
                  </a:lnTo>
                  <a:lnTo>
                    <a:pt x="1412345" y="1679369"/>
                  </a:lnTo>
                  <a:close/>
                  <a:moveTo>
                    <a:pt x="1060230" y="1201348"/>
                  </a:moveTo>
                  <a:lnTo>
                    <a:pt x="1013224" y="1186526"/>
                  </a:lnTo>
                  <a:lnTo>
                    <a:pt x="1019050" y="1156190"/>
                  </a:lnTo>
                  <a:close/>
                  <a:moveTo>
                    <a:pt x="711603" y="733860"/>
                  </a:moveTo>
                  <a:lnTo>
                    <a:pt x="738263" y="737014"/>
                  </a:lnTo>
                  <a:lnTo>
                    <a:pt x="746137" y="756419"/>
                  </a:lnTo>
                  <a:close/>
                  <a:moveTo>
                    <a:pt x="631923" y="714608"/>
                  </a:moveTo>
                  <a:lnTo>
                    <a:pt x="689823" y="715885"/>
                  </a:lnTo>
                  <a:lnTo>
                    <a:pt x="711603" y="733860"/>
                  </a:lnTo>
                  <a:close/>
                  <a:moveTo>
                    <a:pt x="1071421" y="812783"/>
                  </a:moveTo>
                  <a:lnTo>
                    <a:pt x="1153075" y="863008"/>
                  </a:lnTo>
                  <a:lnTo>
                    <a:pt x="1050141" y="791137"/>
                  </a:lnTo>
                  <a:close/>
                  <a:moveTo>
                    <a:pt x="1153075" y="863008"/>
                  </a:moveTo>
                  <a:lnTo>
                    <a:pt x="1157395" y="864626"/>
                  </a:lnTo>
                  <a:lnTo>
                    <a:pt x="1050141" y="791137"/>
                  </a:lnTo>
                  <a:close/>
                  <a:moveTo>
                    <a:pt x="1160437" y="866942"/>
                  </a:moveTo>
                  <a:lnTo>
                    <a:pt x="1157395" y="864626"/>
                  </a:lnTo>
                  <a:lnTo>
                    <a:pt x="1153075" y="863008"/>
                  </a:lnTo>
                  <a:close/>
                  <a:moveTo>
                    <a:pt x="984815" y="767633"/>
                  </a:moveTo>
                  <a:lnTo>
                    <a:pt x="924407" y="756983"/>
                  </a:lnTo>
                  <a:lnTo>
                    <a:pt x="853423" y="770242"/>
                  </a:lnTo>
                  <a:close/>
                  <a:moveTo>
                    <a:pt x="1000778" y="763866"/>
                  </a:moveTo>
                  <a:lnTo>
                    <a:pt x="1020474" y="780792"/>
                  </a:lnTo>
                  <a:lnTo>
                    <a:pt x="1050141" y="791137"/>
                  </a:lnTo>
                  <a:close/>
                  <a:moveTo>
                    <a:pt x="984815" y="767633"/>
                  </a:moveTo>
                  <a:lnTo>
                    <a:pt x="1020474" y="780792"/>
                  </a:lnTo>
                  <a:lnTo>
                    <a:pt x="1000778" y="763866"/>
                  </a:lnTo>
                  <a:close/>
                  <a:moveTo>
                    <a:pt x="924407" y="756983"/>
                  </a:moveTo>
                  <a:lnTo>
                    <a:pt x="984815" y="767633"/>
                  </a:lnTo>
                  <a:lnTo>
                    <a:pt x="1000778" y="763866"/>
                  </a:lnTo>
                  <a:close/>
                  <a:moveTo>
                    <a:pt x="1537711" y="1337765"/>
                  </a:moveTo>
                  <a:lnTo>
                    <a:pt x="1608048" y="1341175"/>
                  </a:lnTo>
                  <a:lnTo>
                    <a:pt x="1597690" y="1249503"/>
                  </a:lnTo>
                  <a:close/>
                  <a:moveTo>
                    <a:pt x="1710313" y="1317862"/>
                  </a:moveTo>
                  <a:lnTo>
                    <a:pt x="1710489" y="1315003"/>
                  </a:lnTo>
                  <a:lnTo>
                    <a:pt x="1608048" y="1341175"/>
                  </a:lnTo>
                  <a:close/>
                  <a:moveTo>
                    <a:pt x="1608048" y="1341175"/>
                  </a:moveTo>
                  <a:lnTo>
                    <a:pt x="1710489" y="1315003"/>
                  </a:lnTo>
                  <a:lnTo>
                    <a:pt x="1681581" y="1241893"/>
                  </a:lnTo>
                  <a:close/>
                  <a:moveTo>
                    <a:pt x="1504048" y="1265041"/>
                  </a:moveTo>
                  <a:lnTo>
                    <a:pt x="1477870" y="1217797"/>
                  </a:lnTo>
                  <a:lnTo>
                    <a:pt x="1443414" y="1153650"/>
                  </a:lnTo>
                  <a:close/>
                  <a:moveTo>
                    <a:pt x="1100815" y="850032"/>
                  </a:moveTo>
                  <a:lnTo>
                    <a:pt x="1215377" y="917579"/>
                  </a:lnTo>
                  <a:lnTo>
                    <a:pt x="1153075" y="863008"/>
                  </a:lnTo>
                  <a:close/>
                  <a:moveTo>
                    <a:pt x="1153075" y="863008"/>
                  </a:moveTo>
                  <a:lnTo>
                    <a:pt x="1215377" y="917579"/>
                  </a:lnTo>
                  <a:lnTo>
                    <a:pt x="1160437" y="866942"/>
                  </a:lnTo>
                  <a:close/>
                  <a:moveTo>
                    <a:pt x="1100815" y="850032"/>
                  </a:moveTo>
                  <a:lnTo>
                    <a:pt x="1153075" y="863008"/>
                  </a:lnTo>
                  <a:lnTo>
                    <a:pt x="1071421" y="812783"/>
                  </a:lnTo>
                  <a:close/>
                  <a:moveTo>
                    <a:pt x="1289360" y="824572"/>
                  </a:moveTo>
                  <a:lnTo>
                    <a:pt x="1282712" y="923430"/>
                  </a:lnTo>
                  <a:lnTo>
                    <a:pt x="1287198" y="847020"/>
                  </a:lnTo>
                  <a:close/>
                  <a:moveTo>
                    <a:pt x="2089165" y="1690501"/>
                  </a:moveTo>
                  <a:lnTo>
                    <a:pt x="2045772" y="1732600"/>
                  </a:lnTo>
                  <a:lnTo>
                    <a:pt x="2092842" y="1693386"/>
                  </a:lnTo>
                  <a:close/>
                  <a:moveTo>
                    <a:pt x="1972396" y="1646722"/>
                  </a:moveTo>
                  <a:lnTo>
                    <a:pt x="2041270" y="1728937"/>
                  </a:lnTo>
                  <a:lnTo>
                    <a:pt x="2089165" y="1690501"/>
                  </a:lnTo>
                  <a:close/>
                  <a:moveTo>
                    <a:pt x="2092842" y="1693386"/>
                  </a:moveTo>
                  <a:lnTo>
                    <a:pt x="2045772" y="1732600"/>
                  </a:lnTo>
                  <a:lnTo>
                    <a:pt x="2171689" y="1709524"/>
                  </a:lnTo>
                  <a:close/>
                  <a:moveTo>
                    <a:pt x="1752323" y="1256214"/>
                  </a:moveTo>
                  <a:lnTo>
                    <a:pt x="1791179" y="1197211"/>
                  </a:lnTo>
                  <a:lnTo>
                    <a:pt x="1721624" y="1235647"/>
                  </a:lnTo>
                  <a:close/>
                  <a:moveTo>
                    <a:pt x="2276454" y="1661786"/>
                  </a:moveTo>
                  <a:lnTo>
                    <a:pt x="2256716" y="1748766"/>
                  </a:lnTo>
                  <a:lnTo>
                    <a:pt x="2340946" y="1770039"/>
                  </a:lnTo>
                  <a:close/>
                  <a:moveTo>
                    <a:pt x="2089165" y="1690501"/>
                  </a:moveTo>
                  <a:lnTo>
                    <a:pt x="2092842" y="1693386"/>
                  </a:lnTo>
                  <a:lnTo>
                    <a:pt x="2094173" y="1688793"/>
                  </a:lnTo>
                  <a:close/>
                  <a:moveTo>
                    <a:pt x="2179026" y="1680400"/>
                  </a:moveTo>
                  <a:lnTo>
                    <a:pt x="2092842" y="1693386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094173" y="1688793"/>
                  </a:lnTo>
                  <a:lnTo>
                    <a:pt x="2092842" y="1693386"/>
                  </a:lnTo>
                  <a:close/>
                  <a:moveTo>
                    <a:pt x="2094173" y="1688793"/>
                  </a:moveTo>
                  <a:lnTo>
                    <a:pt x="2179026" y="1680400"/>
                  </a:lnTo>
                  <a:lnTo>
                    <a:pt x="2170683" y="1587091"/>
                  </a:lnTo>
                  <a:close/>
                  <a:moveTo>
                    <a:pt x="2276454" y="1661786"/>
                  </a:moveTo>
                  <a:lnTo>
                    <a:pt x="2171689" y="1709524"/>
                  </a:lnTo>
                  <a:lnTo>
                    <a:pt x="2256716" y="1748766"/>
                  </a:lnTo>
                  <a:close/>
                  <a:moveTo>
                    <a:pt x="2276454" y="1661786"/>
                  </a:moveTo>
                  <a:lnTo>
                    <a:pt x="2179026" y="1680400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276454" y="1661786"/>
                  </a:lnTo>
                  <a:lnTo>
                    <a:pt x="2261678" y="1573705"/>
                  </a:lnTo>
                  <a:close/>
                  <a:moveTo>
                    <a:pt x="2276454" y="1661786"/>
                  </a:moveTo>
                  <a:lnTo>
                    <a:pt x="2336863" y="1573174"/>
                  </a:lnTo>
                  <a:lnTo>
                    <a:pt x="2261678" y="1573705"/>
                  </a:lnTo>
                  <a:close/>
                  <a:moveTo>
                    <a:pt x="2170683" y="1587091"/>
                  </a:moveTo>
                  <a:lnTo>
                    <a:pt x="2131560" y="1559485"/>
                  </a:lnTo>
                  <a:lnTo>
                    <a:pt x="2076529" y="1526071"/>
                  </a:lnTo>
                  <a:close/>
                  <a:moveTo>
                    <a:pt x="2028126" y="1240989"/>
                  </a:moveTo>
                  <a:lnTo>
                    <a:pt x="1950731" y="1361640"/>
                  </a:lnTo>
                  <a:lnTo>
                    <a:pt x="2035773" y="1323204"/>
                  </a:lnTo>
                  <a:close/>
                  <a:moveTo>
                    <a:pt x="1800190" y="1158774"/>
                  </a:moveTo>
                  <a:lnTo>
                    <a:pt x="1840031" y="1090279"/>
                  </a:lnTo>
                  <a:lnTo>
                    <a:pt x="1770100" y="1114995"/>
                  </a:lnTo>
                  <a:close/>
                  <a:moveTo>
                    <a:pt x="1748041" y="994344"/>
                  </a:moveTo>
                  <a:lnTo>
                    <a:pt x="1817647" y="1091773"/>
                  </a:lnTo>
                  <a:lnTo>
                    <a:pt x="1833960" y="1067579"/>
                  </a:lnTo>
                  <a:close/>
                  <a:moveTo>
                    <a:pt x="1770100" y="1114995"/>
                  </a:moveTo>
                  <a:lnTo>
                    <a:pt x="1817647" y="1091773"/>
                  </a:lnTo>
                  <a:lnTo>
                    <a:pt x="1748041" y="994344"/>
                  </a:lnTo>
                  <a:close/>
                  <a:moveTo>
                    <a:pt x="1710149" y="1032780"/>
                  </a:moveTo>
                  <a:lnTo>
                    <a:pt x="1770100" y="1114995"/>
                  </a:lnTo>
                  <a:lnTo>
                    <a:pt x="1748041" y="994344"/>
                  </a:lnTo>
                  <a:close/>
                  <a:moveTo>
                    <a:pt x="2197406" y="1449198"/>
                  </a:moveTo>
                  <a:lnTo>
                    <a:pt x="2137631" y="1487634"/>
                  </a:lnTo>
                  <a:lnTo>
                    <a:pt x="2175302" y="1507827"/>
                  </a:lnTo>
                  <a:close/>
                  <a:moveTo>
                    <a:pt x="2028126" y="1240989"/>
                  </a:moveTo>
                  <a:lnTo>
                    <a:pt x="2059464" y="1316641"/>
                  </a:lnTo>
                  <a:lnTo>
                    <a:pt x="2029873" y="1240606"/>
                  </a:lnTo>
                  <a:close/>
                  <a:moveTo>
                    <a:pt x="2028126" y="1240989"/>
                  </a:moveTo>
                  <a:lnTo>
                    <a:pt x="2035773" y="1323204"/>
                  </a:lnTo>
                  <a:lnTo>
                    <a:pt x="2059464" y="1316641"/>
                  </a:lnTo>
                  <a:close/>
                  <a:moveTo>
                    <a:pt x="2018219" y="1049896"/>
                  </a:moveTo>
                  <a:lnTo>
                    <a:pt x="2054394" y="1119228"/>
                  </a:lnTo>
                  <a:lnTo>
                    <a:pt x="2055245" y="1120338"/>
                  </a:lnTo>
                  <a:close/>
                  <a:moveTo>
                    <a:pt x="1833960" y="1067579"/>
                  </a:moveTo>
                  <a:lnTo>
                    <a:pt x="1849181" y="1066137"/>
                  </a:lnTo>
                  <a:lnTo>
                    <a:pt x="1748041" y="994344"/>
                  </a:lnTo>
                  <a:close/>
                  <a:moveTo>
                    <a:pt x="1950000" y="1007572"/>
                  </a:moveTo>
                  <a:lnTo>
                    <a:pt x="1833960" y="1067579"/>
                  </a:lnTo>
                  <a:lnTo>
                    <a:pt x="1904282" y="1051845"/>
                  </a:lnTo>
                  <a:close/>
                  <a:moveTo>
                    <a:pt x="1528294" y="744868"/>
                  </a:moveTo>
                  <a:lnTo>
                    <a:pt x="1611718" y="793969"/>
                  </a:lnTo>
                  <a:lnTo>
                    <a:pt x="1534856" y="747698"/>
                  </a:lnTo>
                  <a:close/>
                  <a:moveTo>
                    <a:pt x="1663261" y="709262"/>
                  </a:moveTo>
                  <a:lnTo>
                    <a:pt x="1637186" y="747698"/>
                  </a:lnTo>
                  <a:lnTo>
                    <a:pt x="1673109" y="791477"/>
                  </a:lnTo>
                  <a:close/>
                  <a:moveTo>
                    <a:pt x="1605509" y="665483"/>
                  </a:moveTo>
                  <a:lnTo>
                    <a:pt x="1637186" y="747698"/>
                  </a:lnTo>
                  <a:lnTo>
                    <a:pt x="1663261" y="709262"/>
                  </a:lnTo>
                  <a:close/>
                  <a:moveTo>
                    <a:pt x="2055027" y="1120064"/>
                  </a:moveTo>
                  <a:lnTo>
                    <a:pt x="1989420" y="1154958"/>
                  </a:lnTo>
                  <a:lnTo>
                    <a:pt x="2055020" y="1121568"/>
                  </a:lnTo>
                  <a:close/>
                  <a:moveTo>
                    <a:pt x="2055027" y="1120064"/>
                  </a:moveTo>
                  <a:lnTo>
                    <a:pt x="1987952" y="1114003"/>
                  </a:lnTo>
                  <a:lnTo>
                    <a:pt x="1989420" y="1154958"/>
                  </a:lnTo>
                  <a:close/>
                  <a:moveTo>
                    <a:pt x="1987952" y="1114003"/>
                  </a:moveTo>
                  <a:lnTo>
                    <a:pt x="2054394" y="1119228"/>
                  </a:lnTo>
                  <a:lnTo>
                    <a:pt x="1973776" y="1096466"/>
                  </a:lnTo>
                  <a:close/>
                  <a:moveTo>
                    <a:pt x="1987952" y="1114003"/>
                  </a:moveTo>
                  <a:lnTo>
                    <a:pt x="2055027" y="1120064"/>
                  </a:lnTo>
                  <a:lnTo>
                    <a:pt x="2054394" y="1119228"/>
                  </a:lnTo>
                  <a:close/>
                  <a:moveTo>
                    <a:pt x="2359278" y="1294175"/>
                  </a:moveTo>
                  <a:lnTo>
                    <a:pt x="2428783" y="1298261"/>
                  </a:lnTo>
                  <a:lnTo>
                    <a:pt x="2380033" y="1285562"/>
                  </a:lnTo>
                  <a:close/>
                  <a:moveTo>
                    <a:pt x="2428783" y="1298261"/>
                  </a:moveTo>
                  <a:lnTo>
                    <a:pt x="2460480" y="1307680"/>
                  </a:lnTo>
                  <a:lnTo>
                    <a:pt x="2380033" y="1285562"/>
                  </a:lnTo>
                  <a:close/>
                  <a:moveTo>
                    <a:pt x="2144410" y="746719"/>
                  </a:moveTo>
                  <a:lnTo>
                    <a:pt x="2132319" y="717451"/>
                  </a:lnTo>
                  <a:lnTo>
                    <a:pt x="2094823" y="714604"/>
                  </a:lnTo>
                  <a:close/>
                  <a:moveTo>
                    <a:pt x="2043687" y="714604"/>
                  </a:moveTo>
                  <a:lnTo>
                    <a:pt x="2081075" y="698519"/>
                  </a:lnTo>
                  <a:lnTo>
                    <a:pt x="1980895" y="692680"/>
                  </a:lnTo>
                  <a:close/>
                  <a:moveTo>
                    <a:pt x="2147312" y="705262"/>
                  </a:moveTo>
                  <a:lnTo>
                    <a:pt x="2128496" y="676168"/>
                  </a:lnTo>
                  <a:lnTo>
                    <a:pt x="2118932" y="651462"/>
                  </a:lnTo>
                  <a:close/>
                  <a:moveTo>
                    <a:pt x="2118932" y="651462"/>
                  </a:moveTo>
                  <a:lnTo>
                    <a:pt x="2128496" y="676168"/>
                  </a:lnTo>
                  <a:lnTo>
                    <a:pt x="2103626" y="657690"/>
                  </a:lnTo>
                  <a:close/>
                  <a:moveTo>
                    <a:pt x="2103626" y="657690"/>
                  </a:moveTo>
                  <a:lnTo>
                    <a:pt x="2081075" y="698519"/>
                  </a:lnTo>
                  <a:lnTo>
                    <a:pt x="2118932" y="651462"/>
                  </a:lnTo>
                  <a:close/>
                  <a:moveTo>
                    <a:pt x="2158347" y="368421"/>
                  </a:moveTo>
                  <a:lnTo>
                    <a:pt x="2027475" y="372973"/>
                  </a:lnTo>
                  <a:lnTo>
                    <a:pt x="2078904" y="350058"/>
                  </a:lnTo>
                  <a:close/>
                  <a:moveTo>
                    <a:pt x="2664479" y="326998"/>
                  </a:moveTo>
                  <a:lnTo>
                    <a:pt x="2714073" y="247180"/>
                  </a:lnTo>
                  <a:lnTo>
                    <a:pt x="2646900" y="241197"/>
                  </a:lnTo>
                  <a:close/>
                  <a:moveTo>
                    <a:pt x="2646900" y="241197"/>
                  </a:moveTo>
                  <a:lnTo>
                    <a:pt x="2714073" y="247180"/>
                  </a:lnTo>
                  <a:lnTo>
                    <a:pt x="2688248" y="168082"/>
                  </a:lnTo>
                  <a:close/>
                  <a:moveTo>
                    <a:pt x="2646900" y="241197"/>
                  </a:moveTo>
                  <a:lnTo>
                    <a:pt x="2688248" y="168082"/>
                  </a:lnTo>
                  <a:lnTo>
                    <a:pt x="2625709" y="158333"/>
                  </a:lnTo>
                  <a:close/>
                  <a:moveTo>
                    <a:pt x="2646900" y="241197"/>
                  </a:moveTo>
                  <a:lnTo>
                    <a:pt x="2625709" y="158333"/>
                  </a:lnTo>
                  <a:lnTo>
                    <a:pt x="2626187" y="237340"/>
                  </a:lnTo>
                  <a:close/>
                  <a:moveTo>
                    <a:pt x="2625709" y="158333"/>
                  </a:moveTo>
                  <a:lnTo>
                    <a:pt x="2610844" y="155125"/>
                  </a:lnTo>
                  <a:lnTo>
                    <a:pt x="2626187" y="237340"/>
                  </a:lnTo>
                  <a:close/>
                  <a:moveTo>
                    <a:pt x="2714073" y="247180"/>
                  </a:moveTo>
                  <a:lnTo>
                    <a:pt x="2738254" y="282503"/>
                  </a:lnTo>
                  <a:lnTo>
                    <a:pt x="2807342" y="262153"/>
                  </a:lnTo>
                  <a:close/>
                  <a:moveTo>
                    <a:pt x="2541104" y="102706"/>
                  </a:moveTo>
                  <a:lnTo>
                    <a:pt x="2610844" y="155125"/>
                  </a:lnTo>
                  <a:lnTo>
                    <a:pt x="2524914" y="79593"/>
                  </a:lnTo>
                  <a:close/>
                  <a:moveTo>
                    <a:pt x="2524914" y="79593"/>
                  </a:moveTo>
                  <a:lnTo>
                    <a:pt x="2610844" y="155125"/>
                  </a:lnTo>
                  <a:lnTo>
                    <a:pt x="2625709" y="158333"/>
                  </a:lnTo>
                  <a:close/>
                  <a:moveTo>
                    <a:pt x="2524914" y="79593"/>
                  </a:moveTo>
                  <a:lnTo>
                    <a:pt x="2625709" y="158333"/>
                  </a:lnTo>
                  <a:lnTo>
                    <a:pt x="2601452" y="77961"/>
                  </a:lnTo>
                  <a:close/>
                  <a:moveTo>
                    <a:pt x="2524914" y="79593"/>
                  </a:moveTo>
                  <a:lnTo>
                    <a:pt x="2601452" y="77961"/>
                  </a:lnTo>
                  <a:lnTo>
                    <a:pt x="2574229" y="0"/>
                  </a:lnTo>
                  <a:close/>
                  <a:moveTo>
                    <a:pt x="2759549" y="310300"/>
                  </a:moveTo>
                  <a:lnTo>
                    <a:pt x="2837363" y="307629"/>
                  </a:lnTo>
                  <a:lnTo>
                    <a:pt x="2807342" y="2621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22" name="Candidate_density__2121">
              <a:extLst>
                <a:ext uri="{FF2B5EF4-FFF2-40B4-BE49-F238E27FC236}">
                  <a16:creationId xmlns:a16="http://schemas.microsoft.com/office/drawing/2014/main" id="{2AC103CA-4D1E-C37A-91DE-0B8FF4260A0D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90635"/>
              <a:ext cx="2807342" cy="2198315"/>
            </a:xfrm>
            <a:custGeom>
              <a:avLst/>
              <a:gdLst/>
              <a:ahLst/>
              <a:cxnLst/>
              <a:rect l="0" t="0" r="0" b="0"/>
              <a:pathLst>
                <a:path w="2807342" h="2198315">
                  <a:moveTo>
                    <a:pt x="621890" y="2119948"/>
                  </a:moveTo>
                  <a:lnTo>
                    <a:pt x="699747" y="2163727"/>
                  </a:lnTo>
                  <a:lnTo>
                    <a:pt x="673054" y="2081512"/>
                  </a:lnTo>
                  <a:close/>
                  <a:moveTo>
                    <a:pt x="0" y="1380012"/>
                  </a:moveTo>
                  <a:lnTo>
                    <a:pt x="14490" y="1423792"/>
                  </a:lnTo>
                  <a:lnTo>
                    <a:pt x="18869" y="1341576"/>
                  </a:lnTo>
                  <a:close/>
                  <a:moveTo>
                    <a:pt x="46258" y="1298267"/>
                  </a:moveTo>
                  <a:lnTo>
                    <a:pt x="0" y="1380012"/>
                  </a:lnTo>
                  <a:lnTo>
                    <a:pt x="18869" y="1341576"/>
                  </a:lnTo>
                  <a:close/>
                  <a:moveTo>
                    <a:pt x="699747" y="2163727"/>
                  </a:moveTo>
                  <a:lnTo>
                    <a:pt x="733428" y="2195538"/>
                  </a:lnTo>
                  <a:lnTo>
                    <a:pt x="760927" y="2134454"/>
                  </a:lnTo>
                  <a:close/>
                  <a:moveTo>
                    <a:pt x="733428" y="2195538"/>
                  </a:moveTo>
                  <a:lnTo>
                    <a:pt x="779037" y="2125291"/>
                  </a:lnTo>
                  <a:lnTo>
                    <a:pt x="760927" y="2134454"/>
                  </a:lnTo>
                  <a:close/>
                  <a:moveTo>
                    <a:pt x="719943" y="1878645"/>
                  </a:moveTo>
                  <a:lnTo>
                    <a:pt x="695672" y="1987321"/>
                  </a:lnTo>
                  <a:lnTo>
                    <a:pt x="736470" y="1960860"/>
                  </a:lnTo>
                  <a:close/>
                  <a:moveTo>
                    <a:pt x="91688" y="1252918"/>
                  </a:moveTo>
                  <a:lnTo>
                    <a:pt x="46258" y="1298267"/>
                  </a:lnTo>
                  <a:lnTo>
                    <a:pt x="18869" y="1341576"/>
                  </a:lnTo>
                  <a:close/>
                  <a:moveTo>
                    <a:pt x="157791" y="1221411"/>
                  </a:moveTo>
                  <a:lnTo>
                    <a:pt x="106195" y="1259361"/>
                  </a:lnTo>
                  <a:lnTo>
                    <a:pt x="46258" y="1298267"/>
                  </a:lnTo>
                  <a:close/>
                  <a:moveTo>
                    <a:pt x="869901" y="2004639"/>
                  </a:moveTo>
                  <a:lnTo>
                    <a:pt x="752684" y="1940971"/>
                  </a:lnTo>
                  <a:lnTo>
                    <a:pt x="736470" y="1960860"/>
                  </a:lnTo>
                  <a:close/>
                  <a:moveTo>
                    <a:pt x="428903" y="1521962"/>
                  </a:moveTo>
                  <a:lnTo>
                    <a:pt x="503394" y="1521995"/>
                  </a:lnTo>
                  <a:lnTo>
                    <a:pt x="459822" y="1514684"/>
                  </a:lnTo>
                  <a:close/>
                  <a:moveTo>
                    <a:pt x="459822" y="1514684"/>
                  </a:moveTo>
                  <a:lnTo>
                    <a:pt x="503394" y="1521995"/>
                  </a:lnTo>
                  <a:lnTo>
                    <a:pt x="580092" y="1470490"/>
                  </a:lnTo>
                  <a:close/>
                  <a:moveTo>
                    <a:pt x="789133" y="1757993"/>
                  </a:moveTo>
                  <a:lnTo>
                    <a:pt x="761540" y="1655033"/>
                  </a:lnTo>
                  <a:lnTo>
                    <a:pt x="759437" y="1637342"/>
                  </a:lnTo>
                  <a:close/>
                  <a:moveTo>
                    <a:pt x="1304298" y="2195848"/>
                  </a:moveTo>
                  <a:lnTo>
                    <a:pt x="1393897" y="2183598"/>
                  </a:lnTo>
                  <a:lnTo>
                    <a:pt x="1371802" y="2101468"/>
                  </a:lnTo>
                  <a:close/>
                  <a:moveTo>
                    <a:pt x="1449282" y="2174411"/>
                  </a:moveTo>
                  <a:lnTo>
                    <a:pt x="1413941" y="2092196"/>
                  </a:lnTo>
                  <a:lnTo>
                    <a:pt x="1393897" y="2183598"/>
                  </a:lnTo>
                  <a:close/>
                  <a:moveTo>
                    <a:pt x="1059609" y="2048418"/>
                  </a:moveTo>
                  <a:lnTo>
                    <a:pt x="1078943" y="1957596"/>
                  </a:lnTo>
                  <a:lnTo>
                    <a:pt x="1072820" y="1982886"/>
                  </a:lnTo>
                  <a:close/>
                  <a:moveTo>
                    <a:pt x="1078943" y="1957596"/>
                  </a:moveTo>
                  <a:lnTo>
                    <a:pt x="1083041" y="1927766"/>
                  </a:lnTo>
                  <a:lnTo>
                    <a:pt x="1062496" y="1944288"/>
                  </a:lnTo>
                  <a:close/>
                  <a:moveTo>
                    <a:pt x="748118" y="1544315"/>
                  </a:moveTo>
                  <a:lnTo>
                    <a:pt x="665182" y="1573428"/>
                  </a:lnTo>
                  <a:lnTo>
                    <a:pt x="753861" y="1626323"/>
                  </a:lnTo>
                  <a:close/>
                  <a:moveTo>
                    <a:pt x="748118" y="1544315"/>
                  </a:moveTo>
                  <a:lnTo>
                    <a:pt x="743449" y="1448019"/>
                  </a:lnTo>
                  <a:lnTo>
                    <a:pt x="673159" y="1544663"/>
                  </a:lnTo>
                  <a:close/>
                  <a:moveTo>
                    <a:pt x="828181" y="1516691"/>
                  </a:moveTo>
                  <a:lnTo>
                    <a:pt x="800892" y="1434476"/>
                  </a:lnTo>
                  <a:lnTo>
                    <a:pt x="748118" y="1544315"/>
                  </a:lnTo>
                  <a:close/>
                  <a:moveTo>
                    <a:pt x="800892" y="1434476"/>
                  </a:moveTo>
                  <a:lnTo>
                    <a:pt x="743449" y="1448019"/>
                  </a:lnTo>
                  <a:lnTo>
                    <a:pt x="748118" y="1544315"/>
                  </a:lnTo>
                  <a:close/>
                  <a:moveTo>
                    <a:pt x="1449282" y="2174411"/>
                  </a:moveTo>
                  <a:lnTo>
                    <a:pt x="1486120" y="2198315"/>
                  </a:lnTo>
                  <a:lnTo>
                    <a:pt x="1489899" y="2166142"/>
                  </a:lnTo>
                  <a:close/>
                  <a:moveTo>
                    <a:pt x="1413941" y="2092196"/>
                  </a:moveTo>
                  <a:lnTo>
                    <a:pt x="1489899" y="2166142"/>
                  </a:lnTo>
                  <a:lnTo>
                    <a:pt x="1474271" y="2078755"/>
                  </a:lnTo>
                  <a:close/>
                  <a:moveTo>
                    <a:pt x="1413941" y="2092196"/>
                  </a:moveTo>
                  <a:lnTo>
                    <a:pt x="1449282" y="2174411"/>
                  </a:lnTo>
                  <a:lnTo>
                    <a:pt x="1489899" y="2166142"/>
                  </a:lnTo>
                  <a:close/>
                  <a:moveTo>
                    <a:pt x="1091759" y="1746994"/>
                  </a:moveTo>
                  <a:lnTo>
                    <a:pt x="1063581" y="1733143"/>
                  </a:lnTo>
                  <a:lnTo>
                    <a:pt x="988848" y="1669974"/>
                  </a:lnTo>
                  <a:close/>
                  <a:moveTo>
                    <a:pt x="743889" y="1352260"/>
                  </a:moveTo>
                  <a:lnTo>
                    <a:pt x="860063" y="1413806"/>
                  </a:lnTo>
                  <a:lnTo>
                    <a:pt x="786634" y="1318452"/>
                  </a:lnTo>
                  <a:close/>
                  <a:moveTo>
                    <a:pt x="790995" y="1271301"/>
                  </a:moveTo>
                  <a:lnTo>
                    <a:pt x="743889" y="1352260"/>
                  </a:lnTo>
                  <a:lnTo>
                    <a:pt x="782533" y="1303121"/>
                  </a:lnTo>
                  <a:close/>
                  <a:moveTo>
                    <a:pt x="849453" y="1274665"/>
                  </a:moveTo>
                  <a:lnTo>
                    <a:pt x="790995" y="1271301"/>
                  </a:lnTo>
                  <a:lnTo>
                    <a:pt x="782533" y="1303121"/>
                  </a:lnTo>
                  <a:close/>
                  <a:moveTo>
                    <a:pt x="382779" y="758722"/>
                  </a:moveTo>
                  <a:lnTo>
                    <a:pt x="338380" y="776754"/>
                  </a:lnTo>
                  <a:lnTo>
                    <a:pt x="412007" y="753759"/>
                  </a:lnTo>
                  <a:close/>
                  <a:moveTo>
                    <a:pt x="412007" y="753759"/>
                  </a:moveTo>
                  <a:lnTo>
                    <a:pt x="338380" y="776754"/>
                  </a:lnTo>
                  <a:lnTo>
                    <a:pt x="293760" y="805513"/>
                  </a:lnTo>
                  <a:close/>
                  <a:moveTo>
                    <a:pt x="412007" y="753759"/>
                  </a:moveTo>
                  <a:lnTo>
                    <a:pt x="293760" y="805513"/>
                  </a:lnTo>
                  <a:lnTo>
                    <a:pt x="345149" y="782444"/>
                  </a:lnTo>
                  <a:close/>
                  <a:moveTo>
                    <a:pt x="481757" y="735885"/>
                  </a:moveTo>
                  <a:lnTo>
                    <a:pt x="382779" y="758722"/>
                  </a:lnTo>
                  <a:lnTo>
                    <a:pt x="474321" y="738318"/>
                  </a:lnTo>
                  <a:close/>
                  <a:moveTo>
                    <a:pt x="357226" y="764142"/>
                  </a:moveTo>
                  <a:lnTo>
                    <a:pt x="382779" y="758722"/>
                  </a:lnTo>
                  <a:lnTo>
                    <a:pt x="481757" y="735885"/>
                  </a:lnTo>
                  <a:close/>
                  <a:moveTo>
                    <a:pt x="382779" y="758722"/>
                  </a:moveTo>
                  <a:lnTo>
                    <a:pt x="412007" y="753759"/>
                  </a:lnTo>
                  <a:lnTo>
                    <a:pt x="474321" y="738318"/>
                  </a:lnTo>
                  <a:close/>
                  <a:moveTo>
                    <a:pt x="1334988" y="1770529"/>
                  </a:moveTo>
                  <a:lnTo>
                    <a:pt x="1411279" y="1769098"/>
                  </a:lnTo>
                  <a:lnTo>
                    <a:pt x="1361275" y="1709658"/>
                  </a:lnTo>
                  <a:close/>
                  <a:moveTo>
                    <a:pt x="1361275" y="1709658"/>
                  </a:moveTo>
                  <a:lnTo>
                    <a:pt x="1411279" y="1769098"/>
                  </a:lnTo>
                  <a:lnTo>
                    <a:pt x="1444004" y="1702993"/>
                  </a:lnTo>
                  <a:close/>
                  <a:moveTo>
                    <a:pt x="1286802" y="1609519"/>
                  </a:moveTo>
                  <a:lnTo>
                    <a:pt x="1177353" y="1642684"/>
                  </a:lnTo>
                  <a:lnTo>
                    <a:pt x="1212864" y="1709129"/>
                  </a:lnTo>
                  <a:close/>
                  <a:moveTo>
                    <a:pt x="1286802" y="1609519"/>
                  </a:moveTo>
                  <a:lnTo>
                    <a:pt x="1152692" y="1560469"/>
                  </a:lnTo>
                  <a:lnTo>
                    <a:pt x="1177353" y="1642684"/>
                  </a:lnTo>
                  <a:close/>
                  <a:moveTo>
                    <a:pt x="471821" y="786426"/>
                  </a:moveTo>
                  <a:lnTo>
                    <a:pt x="474321" y="738318"/>
                  </a:lnTo>
                  <a:lnTo>
                    <a:pt x="412007" y="753759"/>
                  </a:lnTo>
                  <a:close/>
                  <a:moveTo>
                    <a:pt x="484058" y="736976"/>
                  </a:moveTo>
                  <a:lnTo>
                    <a:pt x="474321" y="738318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484058" y="736976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617478" y="789193"/>
                  </a:lnTo>
                  <a:lnTo>
                    <a:pt x="572500" y="725667"/>
                  </a:lnTo>
                  <a:close/>
                  <a:moveTo>
                    <a:pt x="532558" y="797639"/>
                  </a:moveTo>
                  <a:lnTo>
                    <a:pt x="572500" y="725667"/>
                  </a:lnTo>
                  <a:lnTo>
                    <a:pt x="484058" y="736976"/>
                  </a:lnTo>
                  <a:close/>
                  <a:moveTo>
                    <a:pt x="617478" y="789193"/>
                  </a:moveTo>
                  <a:lnTo>
                    <a:pt x="532558" y="797639"/>
                  </a:lnTo>
                  <a:lnTo>
                    <a:pt x="631923" y="803469"/>
                  </a:lnTo>
                  <a:close/>
                  <a:moveTo>
                    <a:pt x="532558" y="797639"/>
                  </a:moveTo>
                  <a:lnTo>
                    <a:pt x="561093" y="817307"/>
                  </a:lnTo>
                  <a:lnTo>
                    <a:pt x="631923" y="803469"/>
                  </a:lnTo>
                  <a:close/>
                  <a:moveTo>
                    <a:pt x="617478" y="789193"/>
                  </a:moveTo>
                  <a:lnTo>
                    <a:pt x="694922" y="786825"/>
                  </a:lnTo>
                  <a:lnTo>
                    <a:pt x="572500" y="725667"/>
                  </a:lnTo>
                  <a:close/>
                  <a:moveTo>
                    <a:pt x="694922" y="786825"/>
                  </a:moveTo>
                  <a:lnTo>
                    <a:pt x="617478" y="789193"/>
                  </a:lnTo>
                  <a:lnTo>
                    <a:pt x="711603" y="822721"/>
                  </a:lnTo>
                  <a:close/>
                  <a:moveTo>
                    <a:pt x="617478" y="789193"/>
                  </a:moveTo>
                  <a:lnTo>
                    <a:pt x="631923" y="803469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785984" y="822164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813580" y="851042"/>
                  </a:lnTo>
                  <a:lnTo>
                    <a:pt x="785984" y="822164"/>
                  </a:lnTo>
                  <a:close/>
                  <a:moveTo>
                    <a:pt x="813580" y="851042"/>
                  </a:moveTo>
                  <a:lnTo>
                    <a:pt x="746137" y="845280"/>
                  </a:lnTo>
                  <a:lnTo>
                    <a:pt x="853423" y="859103"/>
                  </a:lnTo>
                  <a:close/>
                  <a:moveTo>
                    <a:pt x="813580" y="851042"/>
                  </a:moveTo>
                  <a:lnTo>
                    <a:pt x="853423" y="859103"/>
                  </a:lnTo>
                  <a:lnTo>
                    <a:pt x="924407" y="845845"/>
                  </a:lnTo>
                  <a:close/>
                  <a:moveTo>
                    <a:pt x="1602246" y="1609590"/>
                  </a:moveTo>
                  <a:lnTo>
                    <a:pt x="1621248" y="1564066"/>
                  </a:lnTo>
                  <a:lnTo>
                    <a:pt x="1530226" y="1648027"/>
                  </a:lnTo>
                  <a:close/>
                  <a:moveTo>
                    <a:pt x="1621248" y="1564066"/>
                  </a:moveTo>
                  <a:lnTo>
                    <a:pt x="1602246" y="1609590"/>
                  </a:lnTo>
                  <a:lnTo>
                    <a:pt x="1653967" y="1488938"/>
                  </a:lnTo>
                  <a:close/>
                  <a:moveTo>
                    <a:pt x="1537711" y="1426626"/>
                  </a:moveTo>
                  <a:lnTo>
                    <a:pt x="1597690" y="1338364"/>
                  </a:lnTo>
                  <a:lnTo>
                    <a:pt x="1504048" y="1353902"/>
                  </a:lnTo>
                  <a:close/>
                  <a:moveTo>
                    <a:pt x="1608048" y="1430036"/>
                  </a:moveTo>
                  <a:lnTo>
                    <a:pt x="1681581" y="1330755"/>
                  </a:lnTo>
                  <a:lnTo>
                    <a:pt x="1597690" y="1338364"/>
                  </a:lnTo>
                  <a:close/>
                  <a:moveTo>
                    <a:pt x="1430765" y="1352887"/>
                  </a:moveTo>
                  <a:lnTo>
                    <a:pt x="1504048" y="1353902"/>
                  </a:lnTo>
                  <a:lnTo>
                    <a:pt x="1443414" y="1242511"/>
                  </a:lnTo>
                  <a:close/>
                  <a:moveTo>
                    <a:pt x="1972396" y="1735583"/>
                  </a:moveTo>
                  <a:lnTo>
                    <a:pt x="2089165" y="1779362"/>
                  </a:lnTo>
                  <a:lnTo>
                    <a:pt x="2033836" y="1697147"/>
                  </a:lnTo>
                  <a:close/>
                  <a:moveTo>
                    <a:pt x="1988427" y="1653369"/>
                  </a:moveTo>
                  <a:lnTo>
                    <a:pt x="1972396" y="1735583"/>
                  </a:lnTo>
                  <a:lnTo>
                    <a:pt x="2033836" y="1697147"/>
                  </a:lnTo>
                  <a:close/>
                  <a:moveTo>
                    <a:pt x="1710489" y="1403865"/>
                  </a:moveTo>
                  <a:lnTo>
                    <a:pt x="1752323" y="1345075"/>
                  </a:lnTo>
                  <a:lnTo>
                    <a:pt x="1721624" y="1324508"/>
                  </a:lnTo>
                  <a:close/>
                  <a:moveTo>
                    <a:pt x="2033836" y="1697147"/>
                  </a:moveTo>
                  <a:lnTo>
                    <a:pt x="2094173" y="1777654"/>
                  </a:lnTo>
                  <a:lnTo>
                    <a:pt x="2096832" y="1675399"/>
                  </a:lnTo>
                  <a:close/>
                  <a:moveTo>
                    <a:pt x="2033836" y="1697147"/>
                  </a:moveTo>
                  <a:lnTo>
                    <a:pt x="2089165" y="1779362"/>
                  </a:lnTo>
                  <a:lnTo>
                    <a:pt x="2094173" y="1777654"/>
                  </a:lnTo>
                  <a:close/>
                  <a:moveTo>
                    <a:pt x="2094173" y="1777654"/>
                  </a:moveTo>
                  <a:lnTo>
                    <a:pt x="2170683" y="1675952"/>
                  </a:lnTo>
                  <a:lnTo>
                    <a:pt x="2096832" y="1675399"/>
                  </a:lnTo>
                  <a:close/>
                  <a:moveTo>
                    <a:pt x="2179026" y="1769262"/>
                  </a:moveTo>
                  <a:lnTo>
                    <a:pt x="2261678" y="1662566"/>
                  </a:lnTo>
                  <a:lnTo>
                    <a:pt x="2170683" y="1675952"/>
                  </a:lnTo>
                  <a:close/>
                  <a:moveTo>
                    <a:pt x="2074055" y="1593826"/>
                  </a:moveTo>
                  <a:lnTo>
                    <a:pt x="2170683" y="1675952"/>
                  </a:lnTo>
                  <a:lnTo>
                    <a:pt x="2076529" y="1614932"/>
                  </a:lnTo>
                  <a:close/>
                  <a:moveTo>
                    <a:pt x="2020718" y="1532717"/>
                  </a:moveTo>
                  <a:lnTo>
                    <a:pt x="2074055" y="1593826"/>
                  </a:lnTo>
                  <a:lnTo>
                    <a:pt x="2038584" y="1522570"/>
                  </a:lnTo>
                  <a:close/>
                  <a:moveTo>
                    <a:pt x="2035773" y="1412066"/>
                  </a:moveTo>
                  <a:lnTo>
                    <a:pt x="2038584" y="1522570"/>
                  </a:lnTo>
                  <a:lnTo>
                    <a:pt x="2060843" y="1447401"/>
                  </a:lnTo>
                  <a:close/>
                  <a:moveTo>
                    <a:pt x="2020718" y="1532717"/>
                  </a:moveTo>
                  <a:lnTo>
                    <a:pt x="2038584" y="1522570"/>
                  </a:lnTo>
                  <a:lnTo>
                    <a:pt x="2035773" y="1412066"/>
                  </a:lnTo>
                  <a:close/>
                  <a:moveTo>
                    <a:pt x="1950731" y="1450502"/>
                  </a:moveTo>
                  <a:lnTo>
                    <a:pt x="2020718" y="1532717"/>
                  </a:lnTo>
                  <a:lnTo>
                    <a:pt x="2035773" y="1412066"/>
                  </a:lnTo>
                  <a:close/>
                  <a:moveTo>
                    <a:pt x="2087091" y="1412066"/>
                  </a:moveTo>
                  <a:lnTo>
                    <a:pt x="2060843" y="1447401"/>
                  </a:lnTo>
                  <a:lnTo>
                    <a:pt x="2119618" y="1417190"/>
                  </a:lnTo>
                  <a:close/>
                  <a:moveTo>
                    <a:pt x="2119618" y="1417190"/>
                  </a:moveTo>
                  <a:lnTo>
                    <a:pt x="2060843" y="1447401"/>
                  </a:lnTo>
                  <a:lnTo>
                    <a:pt x="2038584" y="1522570"/>
                  </a:lnTo>
                  <a:close/>
                  <a:moveTo>
                    <a:pt x="1770100" y="1203857"/>
                  </a:moveTo>
                  <a:lnTo>
                    <a:pt x="1840031" y="1179140"/>
                  </a:lnTo>
                  <a:lnTo>
                    <a:pt x="1817647" y="1180634"/>
                  </a:lnTo>
                  <a:close/>
                  <a:moveTo>
                    <a:pt x="1791179" y="1286072"/>
                  </a:moveTo>
                  <a:lnTo>
                    <a:pt x="1800190" y="1247636"/>
                  </a:lnTo>
                  <a:lnTo>
                    <a:pt x="1770100" y="1203857"/>
                  </a:lnTo>
                  <a:close/>
                  <a:moveTo>
                    <a:pt x="1817647" y="1180634"/>
                  </a:moveTo>
                  <a:lnTo>
                    <a:pt x="1840031" y="1179140"/>
                  </a:lnTo>
                  <a:lnTo>
                    <a:pt x="1915106" y="1181171"/>
                  </a:lnTo>
                  <a:close/>
                  <a:moveTo>
                    <a:pt x="1457320" y="791337"/>
                  </a:moveTo>
                  <a:lnTo>
                    <a:pt x="1450264" y="792781"/>
                  </a:lnTo>
                  <a:lnTo>
                    <a:pt x="1522726" y="828764"/>
                  </a:lnTo>
                  <a:close/>
                  <a:moveTo>
                    <a:pt x="1522726" y="828764"/>
                  </a:moveTo>
                  <a:lnTo>
                    <a:pt x="1390320" y="827576"/>
                  </a:lnTo>
                  <a:lnTo>
                    <a:pt x="1506272" y="836560"/>
                  </a:lnTo>
                  <a:close/>
                  <a:moveTo>
                    <a:pt x="1457320" y="791337"/>
                  </a:moveTo>
                  <a:lnTo>
                    <a:pt x="1522726" y="828764"/>
                  </a:lnTo>
                  <a:lnTo>
                    <a:pt x="1534856" y="836560"/>
                  </a:lnTo>
                  <a:close/>
                  <a:moveTo>
                    <a:pt x="2113432" y="1494281"/>
                  </a:moveTo>
                  <a:lnTo>
                    <a:pt x="2137631" y="1576495"/>
                  </a:lnTo>
                  <a:lnTo>
                    <a:pt x="2197406" y="1538059"/>
                  </a:lnTo>
                  <a:close/>
                  <a:moveTo>
                    <a:pt x="2113432" y="1494281"/>
                  </a:moveTo>
                  <a:lnTo>
                    <a:pt x="2197406" y="1538059"/>
                  </a:lnTo>
                  <a:lnTo>
                    <a:pt x="2168517" y="1455844"/>
                  </a:lnTo>
                  <a:close/>
                  <a:moveTo>
                    <a:pt x="2060843" y="1447401"/>
                  </a:moveTo>
                  <a:lnTo>
                    <a:pt x="2087091" y="1412066"/>
                  </a:lnTo>
                  <a:lnTo>
                    <a:pt x="2059464" y="1405503"/>
                  </a:lnTo>
                  <a:close/>
                  <a:moveTo>
                    <a:pt x="2260225" y="1420340"/>
                  </a:moveTo>
                  <a:lnTo>
                    <a:pt x="2136648" y="1452169"/>
                  </a:lnTo>
                  <a:lnTo>
                    <a:pt x="2184853" y="1417197"/>
                  </a:lnTo>
                  <a:close/>
                  <a:moveTo>
                    <a:pt x="2035773" y="1412066"/>
                  </a:moveTo>
                  <a:lnTo>
                    <a:pt x="2060843" y="1447401"/>
                  </a:lnTo>
                  <a:lnTo>
                    <a:pt x="2059464" y="1405503"/>
                  </a:lnTo>
                  <a:close/>
                  <a:moveTo>
                    <a:pt x="1840031" y="1179140"/>
                  </a:moveTo>
                  <a:lnTo>
                    <a:pt x="1893268" y="1219249"/>
                  </a:lnTo>
                  <a:lnTo>
                    <a:pt x="1960880" y="1209199"/>
                  </a:lnTo>
                  <a:close/>
                  <a:moveTo>
                    <a:pt x="1973776" y="1185327"/>
                  </a:moveTo>
                  <a:lnTo>
                    <a:pt x="1840031" y="1179140"/>
                  </a:lnTo>
                  <a:lnTo>
                    <a:pt x="1960880" y="1209199"/>
                  </a:lnTo>
                  <a:close/>
                  <a:moveTo>
                    <a:pt x="1915106" y="1181171"/>
                  </a:moveTo>
                  <a:lnTo>
                    <a:pt x="1840031" y="1179140"/>
                  </a:lnTo>
                  <a:lnTo>
                    <a:pt x="1973776" y="1185327"/>
                  </a:lnTo>
                  <a:close/>
                  <a:moveTo>
                    <a:pt x="2054394" y="1208089"/>
                  </a:moveTo>
                  <a:lnTo>
                    <a:pt x="1926442" y="1165420"/>
                  </a:lnTo>
                  <a:lnTo>
                    <a:pt x="1915106" y="1181171"/>
                  </a:lnTo>
                  <a:close/>
                  <a:moveTo>
                    <a:pt x="2054394" y="1208089"/>
                  </a:moveTo>
                  <a:lnTo>
                    <a:pt x="1915106" y="1181171"/>
                  </a:lnTo>
                  <a:lnTo>
                    <a:pt x="1973776" y="1185327"/>
                  </a:lnTo>
                  <a:close/>
                  <a:moveTo>
                    <a:pt x="1522726" y="828764"/>
                  </a:moveTo>
                  <a:lnTo>
                    <a:pt x="1506272" y="836560"/>
                  </a:lnTo>
                  <a:lnTo>
                    <a:pt x="1528294" y="833729"/>
                  </a:lnTo>
                  <a:close/>
                  <a:moveTo>
                    <a:pt x="1528294" y="833729"/>
                  </a:moveTo>
                  <a:lnTo>
                    <a:pt x="1534856" y="836560"/>
                  </a:lnTo>
                  <a:lnTo>
                    <a:pt x="1522726" y="828764"/>
                  </a:lnTo>
                  <a:close/>
                  <a:moveTo>
                    <a:pt x="1605509" y="754344"/>
                  </a:moveTo>
                  <a:lnTo>
                    <a:pt x="1663261" y="798123"/>
                  </a:lnTo>
                  <a:lnTo>
                    <a:pt x="1643409" y="715908"/>
                  </a:lnTo>
                  <a:close/>
                  <a:moveTo>
                    <a:pt x="2306750" y="1379091"/>
                  </a:moveTo>
                  <a:lnTo>
                    <a:pt x="2184853" y="1417197"/>
                  </a:lnTo>
                  <a:lnTo>
                    <a:pt x="2230245" y="1371706"/>
                  </a:lnTo>
                  <a:close/>
                  <a:moveTo>
                    <a:pt x="2359278" y="1383036"/>
                  </a:moveTo>
                  <a:lnTo>
                    <a:pt x="2380033" y="1374423"/>
                  </a:lnTo>
                  <a:lnTo>
                    <a:pt x="2306750" y="1379091"/>
                  </a:lnTo>
                  <a:close/>
                  <a:moveTo>
                    <a:pt x="1658260" y="513042"/>
                  </a:moveTo>
                  <a:lnTo>
                    <a:pt x="1677668" y="595256"/>
                  </a:lnTo>
                  <a:lnTo>
                    <a:pt x="1718157" y="556820"/>
                  </a:lnTo>
                  <a:close/>
                  <a:moveTo>
                    <a:pt x="1676075" y="392390"/>
                  </a:moveTo>
                  <a:lnTo>
                    <a:pt x="1690439" y="422724"/>
                  </a:lnTo>
                  <a:lnTo>
                    <a:pt x="1658260" y="513042"/>
                  </a:lnTo>
                  <a:close/>
                  <a:moveTo>
                    <a:pt x="2111176" y="774780"/>
                  </a:moveTo>
                  <a:lnTo>
                    <a:pt x="2081075" y="787380"/>
                  </a:lnTo>
                  <a:lnTo>
                    <a:pt x="2043687" y="803466"/>
                  </a:lnTo>
                  <a:close/>
                  <a:moveTo>
                    <a:pt x="2094823" y="803466"/>
                  </a:moveTo>
                  <a:lnTo>
                    <a:pt x="2081075" y="787380"/>
                  </a:lnTo>
                  <a:lnTo>
                    <a:pt x="2144410" y="835580"/>
                  </a:lnTo>
                  <a:close/>
                  <a:moveTo>
                    <a:pt x="2144410" y="835580"/>
                  </a:moveTo>
                  <a:lnTo>
                    <a:pt x="2081075" y="787380"/>
                  </a:lnTo>
                  <a:lnTo>
                    <a:pt x="2111176" y="774780"/>
                  </a:lnTo>
                  <a:close/>
                  <a:moveTo>
                    <a:pt x="2128496" y="765029"/>
                  </a:moveTo>
                  <a:lnTo>
                    <a:pt x="2147312" y="794123"/>
                  </a:lnTo>
                  <a:lnTo>
                    <a:pt x="2144410" y="835580"/>
                  </a:lnTo>
                  <a:close/>
                  <a:moveTo>
                    <a:pt x="2111176" y="774780"/>
                  </a:moveTo>
                  <a:lnTo>
                    <a:pt x="2128496" y="765029"/>
                  </a:lnTo>
                  <a:lnTo>
                    <a:pt x="2144410" y="835580"/>
                  </a:lnTo>
                  <a:close/>
                  <a:moveTo>
                    <a:pt x="1980895" y="781542"/>
                  </a:moveTo>
                  <a:lnTo>
                    <a:pt x="2081075" y="787380"/>
                  </a:lnTo>
                  <a:lnTo>
                    <a:pt x="2103626" y="746552"/>
                  </a:lnTo>
                  <a:close/>
                  <a:moveTo>
                    <a:pt x="1763432" y="310594"/>
                  </a:moveTo>
                  <a:lnTo>
                    <a:pt x="1713549" y="339295"/>
                  </a:lnTo>
                  <a:lnTo>
                    <a:pt x="1676075" y="392390"/>
                  </a:lnTo>
                  <a:close/>
                  <a:moveTo>
                    <a:pt x="2158347" y="457282"/>
                  </a:moveTo>
                  <a:lnTo>
                    <a:pt x="2022854" y="436169"/>
                  </a:lnTo>
                  <a:lnTo>
                    <a:pt x="2027475" y="461835"/>
                  </a:lnTo>
                  <a:close/>
                  <a:moveTo>
                    <a:pt x="1834457" y="297488"/>
                  </a:moveTo>
                  <a:lnTo>
                    <a:pt x="1763432" y="310594"/>
                  </a:lnTo>
                  <a:lnTo>
                    <a:pt x="1885522" y="273211"/>
                  </a:lnTo>
                  <a:close/>
                  <a:moveTo>
                    <a:pt x="1885522" y="273211"/>
                  </a:moveTo>
                  <a:lnTo>
                    <a:pt x="1934139" y="233302"/>
                  </a:lnTo>
                  <a:lnTo>
                    <a:pt x="1937464" y="242988"/>
                  </a:lnTo>
                  <a:close/>
                  <a:moveTo>
                    <a:pt x="1944868" y="216436"/>
                  </a:moveTo>
                  <a:lnTo>
                    <a:pt x="1937464" y="242988"/>
                  </a:lnTo>
                  <a:lnTo>
                    <a:pt x="1934139" y="233302"/>
                  </a:lnTo>
                  <a:close/>
                  <a:moveTo>
                    <a:pt x="2284352" y="434536"/>
                  </a:moveTo>
                  <a:lnTo>
                    <a:pt x="2219677" y="407928"/>
                  </a:lnTo>
                  <a:lnTo>
                    <a:pt x="2158347" y="457282"/>
                  </a:lnTo>
                  <a:close/>
                  <a:moveTo>
                    <a:pt x="1944868" y="216436"/>
                  </a:moveTo>
                  <a:lnTo>
                    <a:pt x="1986785" y="202891"/>
                  </a:lnTo>
                  <a:lnTo>
                    <a:pt x="1981489" y="151087"/>
                  </a:lnTo>
                  <a:close/>
                  <a:moveTo>
                    <a:pt x="1981489" y="151087"/>
                  </a:moveTo>
                  <a:lnTo>
                    <a:pt x="1986785" y="202891"/>
                  </a:lnTo>
                  <a:lnTo>
                    <a:pt x="1998347" y="194865"/>
                  </a:lnTo>
                  <a:close/>
                  <a:moveTo>
                    <a:pt x="1981489" y="151087"/>
                  </a:moveTo>
                  <a:lnTo>
                    <a:pt x="1998347" y="194865"/>
                  </a:lnTo>
                  <a:lnTo>
                    <a:pt x="1993394" y="112651"/>
                  </a:lnTo>
                  <a:close/>
                  <a:moveTo>
                    <a:pt x="2403609" y="386557"/>
                  </a:moveTo>
                  <a:lnTo>
                    <a:pt x="2344128" y="379372"/>
                  </a:lnTo>
                  <a:lnTo>
                    <a:pt x="2284352" y="434536"/>
                  </a:lnTo>
                  <a:close/>
                  <a:moveTo>
                    <a:pt x="2152456" y="4852"/>
                  </a:moveTo>
                  <a:lnTo>
                    <a:pt x="2033247" y="53013"/>
                  </a:lnTo>
                  <a:lnTo>
                    <a:pt x="2088229" y="43379"/>
                  </a:lnTo>
                  <a:close/>
                  <a:moveTo>
                    <a:pt x="2283247" y="0"/>
                  </a:moveTo>
                  <a:lnTo>
                    <a:pt x="2225691" y="11"/>
                  </a:lnTo>
                  <a:lnTo>
                    <a:pt x="2152456" y="4852"/>
                  </a:lnTo>
                  <a:close/>
                  <a:moveTo>
                    <a:pt x="2283247" y="0"/>
                  </a:moveTo>
                  <a:lnTo>
                    <a:pt x="2152456" y="4852"/>
                  </a:lnTo>
                  <a:lnTo>
                    <a:pt x="2215755" y="26314"/>
                  </a:lnTo>
                  <a:close/>
                  <a:moveTo>
                    <a:pt x="2361042" y="12204"/>
                  </a:moveTo>
                  <a:lnTo>
                    <a:pt x="2225691" y="11"/>
                  </a:lnTo>
                  <a:lnTo>
                    <a:pt x="2283247" y="0"/>
                  </a:lnTo>
                  <a:close/>
                  <a:moveTo>
                    <a:pt x="2713343" y="408417"/>
                  </a:moveTo>
                  <a:lnTo>
                    <a:pt x="2738254" y="371365"/>
                  </a:lnTo>
                  <a:lnTo>
                    <a:pt x="2664479" y="415859"/>
                  </a:lnTo>
                  <a:close/>
                  <a:moveTo>
                    <a:pt x="2664479" y="415859"/>
                  </a:moveTo>
                  <a:lnTo>
                    <a:pt x="2738254" y="371365"/>
                  </a:lnTo>
                  <a:lnTo>
                    <a:pt x="2714073" y="336041"/>
                  </a:lnTo>
                  <a:close/>
                  <a:moveTo>
                    <a:pt x="2438876" y="177809"/>
                  </a:moveTo>
                  <a:lnTo>
                    <a:pt x="2524914" y="168454"/>
                  </a:lnTo>
                  <a:lnTo>
                    <a:pt x="2498429" y="89894"/>
                  </a:lnTo>
                  <a:close/>
                  <a:moveTo>
                    <a:pt x="2438876" y="177809"/>
                  </a:moveTo>
                  <a:lnTo>
                    <a:pt x="2498429" y="89894"/>
                  </a:lnTo>
                  <a:lnTo>
                    <a:pt x="2422050" y="91397"/>
                  </a:lnTo>
                  <a:close/>
                  <a:moveTo>
                    <a:pt x="2524914" y="168454"/>
                  </a:moveTo>
                  <a:lnTo>
                    <a:pt x="2574229" y="88861"/>
                  </a:lnTo>
                  <a:lnTo>
                    <a:pt x="2498429" y="89894"/>
                  </a:lnTo>
                  <a:close/>
                  <a:moveTo>
                    <a:pt x="2343704" y="94499"/>
                  </a:moveTo>
                  <a:lnTo>
                    <a:pt x="2422050" y="91397"/>
                  </a:lnTo>
                  <a:lnTo>
                    <a:pt x="2378350" y="26833"/>
                  </a:lnTo>
                  <a:close/>
                  <a:moveTo>
                    <a:pt x="2343704" y="94499"/>
                  </a:moveTo>
                  <a:lnTo>
                    <a:pt x="2378350" y="26833"/>
                  </a:lnTo>
                  <a:lnTo>
                    <a:pt x="2310488" y="21411"/>
                  </a:lnTo>
                  <a:close/>
                  <a:moveTo>
                    <a:pt x="2422050" y="91397"/>
                  </a:moveTo>
                  <a:lnTo>
                    <a:pt x="2498429" y="89894"/>
                  </a:lnTo>
                  <a:lnTo>
                    <a:pt x="2448602" y="30310"/>
                  </a:lnTo>
                  <a:close/>
                  <a:moveTo>
                    <a:pt x="2422050" y="91397"/>
                  </a:moveTo>
                  <a:lnTo>
                    <a:pt x="2448602" y="30310"/>
                  </a:lnTo>
                  <a:lnTo>
                    <a:pt x="2378350" y="26833"/>
                  </a:lnTo>
                  <a:close/>
                  <a:moveTo>
                    <a:pt x="2222098" y="32678"/>
                  </a:moveTo>
                  <a:lnTo>
                    <a:pt x="2310488" y="21411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61042" y="12204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78350" y="26833"/>
                  </a:lnTo>
                  <a:lnTo>
                    <a:pt x="2361042" y="12204"/>
                  </a:lnTo>
                  <a:close/>
                  <a:moveTo>
                    <a:pt x="2759549" y="399161"/>
                  </a:moveTo>
                  <a:lnTo>
                    <a:pt x="2807342" y="351014"/>
                  </a:lnTo>
                  <a:lnTo>
                    <a:pt x="2738254" y="37136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23" name="Candidate_density__2122">
              <a:extLst>
                <a:ext uri="{FF2B5EF4-FFF2-40B4-BE49-F238E27FC236}">
                  <a16:creationId xmlns:a16="http://schemas.microsoft.com/office/drawing/2014/main" id="{1DDB60BA-4288-6A11-D6A6-B9490F627A59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799509"/>
              <a:ext cx="2838924" cy="2086190"/>
            </a:xfrm>
            <a:custGeom>
              <a:avLst/>
              <a:gdLst/>
              <a:ahLst/>
              <a:cxnLst/>
              <a:rect l="0" t="0" r="0" b="0"/>
              <a:pathLst>
                <a:path w="2838924" h="2086190">
                  <a:moveTo>
                    <a:pt x="689313" y="1986664"/>
                  </a:moveTo>
                  <a:lnTo>
                    <a:pt x="637859" y="2009490"/>
                  </a:lnTo>
                  <a:lnTo>
                    <a:pt x="771885" y="2016733"/>
                  </a:lnTo>
                  <a:close/>
                  <a:moveTo>
                    <a:pt x="137769" y="1392726"/>
                  </a:moveTo>
                  <a:lnTo>
                    <a:pt x="193372" y="1461563"/>
                  </a:lnTo>
                  <a:lnTo>
                    <a:pt x="170800" y="1441318"/>
                  </a:lnTo>
                  <a:close/>
                  <a:moveTo>
                    <a:pt x="179015" y="1417784"/>
                  </a:moveTo>
                  <a:lnTo>
                    <a:pt x="137769" y="1392726"/>
                  </a:lnTo>
                  <a:lnTo>
                    <a:pt x="92799" y="1329194"/>
                  </a:lnTo>
                  <a:close/>
                  <a:moveTo>
                    <a:pt x="26151" y="1297133"/>
                  </a:moveTo>
                  <a:lnTo>
                    <a:pt x="0" y="1296586"/>
                  </a:lnTo>
                  <a:lnTo>
                    <a:pt x="39402" y="1312012"/>
                  </a:lnTo>
                  <a:close/>
                  <a:moveTo>
                    <a:pt x="0" y="1296586"/>
                  </a:moveTo>
                  <a:lnTo>
                    <a:pt x="83157" y="1328840"/>
                  </a:lnTo>
                  <a:lnTo>
                    <a:pt x="39402" y="1312012"/>
                  </a:lnTo>
                  <a:close/>
                  <a:moveTo>
                    <a:pt x="83157" y="1328840"/>
                  </a:moveTo>
                  <a:lnTo>
                    <a:pt x="92799" y="1329194"/>
                  </a:lnTo>
                  <a:lnTo>
                    <a:pt x="39402" y="1312012"/>
                  </a:lnTo>
                  <a:close/>
                  <a:moveTo>
                    <a:pt x="116942" y="1379348"/>
                  </a:moveTo>
                  <a:lnTo>
                    <a:pt x="137769" y="1392726"/>
                  </a:lnTo>
                  <a:lnTo>
                    <a:pt x="170800" y="1441318"/>
                  </a:lnTo>
                  <a:close/>
                  <a:moveTo>
                    <a:pt x="137769" y="1392726"/>
                  </a:moveTo>
                  <a:lnTo>
                    <a:pt x="116942" y="1379348"/>
                  </a:lnTo>
                  <a:lnTo>
                    <a:pt x="39402" y="1312012"/>
                  </a:lnTo>
                  <a:close/>
                  <a:moveTo>
                    <a:pt x="92799" y="1329194"/>
                  </a:moveTo>
                  <a:lnTo>
                    <a:pt x="137769" y="1392726"/>
                  </a:lnTo>
                  <a:lnTo>
                    <a:pt x="39402" y="1312012"/>
                  </a:lnTo>
                  <a:close/>
                  <a:moveTo>
                    <a:pt x="771885" y="2016733"/>
                  </a:moveTo>
                  <a:lnTo>
                    <a:pt x="821334" y="1986410"/>
                  </a:lnTo>
                  <a:lnTo>
                    <a:pt x="689313" y="1986664"/>
                  </a:lnTo>
                  <a:close/>
                  <a:moveTo>
                    <a:pt x="336793" y="1289423"/>
                  </a:moveTo>
                  <a:lnTo>
                    <a:pt x="304200" y="1278513"/>
                  </a:lnTo>
                  <a:lnTo>
                    <a:pt x="279386" y="1258696"/>
                  </a:lnTo>
                  <a:close/>
                  <a:moveTo>
                    <a:pt x="821334" y="1986410"/>
                  </a:moveTo>
                  <a:lnTo>
                    <a:pt x="893723" y="1978402"/>
                  </a:lnTo>
                  <a:lnTo>
                    <a:pt x="934037" y="1913927"/>
                  </a:lnTo>
                  <a:close/>
                  <a:moveTo>
                    <a:pt x="1318809" y="2086190"/>
                  </a:moveTo>
                  <a:lnTo>
                    <a:pt x="1252217" y="2052377"/>
                  </a:lnTo>
                  <a:lnTo>
                    <a:pt x="1200580" y="2074513"/>
                  </a:lnTo>
                  <a:close/>
                  <a:moveTo>
                    <a:pt x="1126955" y="2077902"/>
                  </a:moveTo>
                  <a:lnTo>
                    <a:pt x="1200580" y="2074513"/>
                  </a:lnTo>
                  <a:lnTo>
                    <a:pt x="1252217" y="2052377"/>
                  </a:lnTo>
                  <a:close/>
                  <a:moveTo>
                    <a:pt x="687366" y="1466905"/>
                  </a:moveTo>
                  <a:lnTo>
                    <a:pt x="715321" y="1428469"/>
                  </a:lnTo>
                  <a:lnTo>
                    <a:pt x="665027" y="1465457"/>
                  </a:lnTo>
                  <a:close/>
                  <a:moveTo>
                    <a:pt x="1269037" y="1779591"/>
                  </a:moveTo>
                  <a:lnTo>
                    <a:pt x="1255241" y="1848479"/>
                  </a:lnTo>
                  <a:lnTo>
                    <a:pt x="1300361" y="1801108"/>
                  </a:lnTo>
                  <a:close/>
                  <a:moveTo>
                    <a:pt x="1269037" y="1779591"/>
                  </a:moveTo>
                  <a:lnTo>
                    <a:pt x="1300361" y="1801108"/>
                  </a:lnTo>
                  <a:lnTo>
                    <a:pt x="1282211" y="1734111"/>
                  </a:lnTo>
                  <a:close/>
                  <a:moveTo>
                    <a:pt x="934028" y="1390032"/>
                  </a:moveTo>
                  <a:lnTo>
                    <a:pt x="944732" y="1461100"/>
                  </a:lnTo>
                  <a:lnTo>
                    <a:pt x="953889" y="1472247"/>
                  </a:lnTo>
                  <a:close/>
                  <a:moveTo>
                    <a:pt x="605882" y="978957"/>
                  </a:moveTo>
                  <a:lnTo>
                    <a:pt x="657866" y="1008279"/>
                  </a:lnTo>
                  <a:lnTo>
                    <a:pt x="684620" y="950830"/>
                  </a:lnTo>
                  <a:close/>
                  <a:moveTo>
                    <a:pt x="684620" y="950830"/>
                  </a:moveTo>
                  <a:lnTo>
                    <a:pt x="640980" y="945146"/>
                  </a:lnTo>
                  <a:lnTo>
                    <a:pt x="605882" y="978957"/>
                  </a:lnTo>
                  <a:close/>
                  <a:moveTo>
                    <a:pt x="676051" y="940520"/>
                  </a:moveTo>
                  <a:lnTo>
                    <a:pt x="596090" y="896742"/>
                  </a:lnTo>
                  <a:lnTo>
                    <a:pt x="673813" y="858305"/>
                  </a:lnTo>
                  <a:close/>
                  <a:moveTo>
                    <a:pt x="644816" y="783005"/>
                  </a:moveTo>
                  <a:lnTo>
                    <a:pt x="676161" y="858305"/>
                  </a:lnTo>
                  <a:lnTo>
                    <a:pt x="673557" y="851745"/>
                  </a:lnTo>
                  <a:close/>
                  <a:moveTo>
                    <a:pt x="1381455" y="1648697"/>
                  </a:moveTo>
                  <a:lnTo>
                    <a:pt x="1282211" y="1734111"/>
                  </a:lnTo>
                  <a:lnTo>
                    <a:pt x="1356296" y="1732446"/>
                  </a:lnTo>
                  <a:close/>
                  <a:moveTo>
                    <a:pt x="1433071" y="1667327"/>
                  </a:moveTo>
                  <a:lnTo>
                    <a:pt x="1381455" y="1648697"/>
                  </a:lnTo>
                  <a:lnTo>
                    <a:pt x="1356296" y="1732446"/>
                  </a:lnTo>
                  <a:close/>
                  <a:moveTo>
                    <a:pt x="970855" y="1127318"/>
                  </a:moveTo>
                  <a:lnTo>
                    <a:pt x="947079" y="1104951"/>
                  </a:lnTo>
                  <a:lnTo>
                    <a:pt x="969108" y="1066514"/>
                  </a:lnTo>
                  <a:close/>
                  <a:moveTo>
                    <a:pt x="947079" y="1104951"/>
                  </a:moveTo>
                  <a:lnTo>
                    <a:pt x="959978" y="984299"/>
                  </a:lnTo>
                  <a:lnTo>
                    <a:pt x="969108" y="1066514"/>
                  </a:lnTo>
                  <a:close/>
                  <a:moveTo>
                    <a:pt x="678210" y="819869"/>
                  </a:moveTo>
                  <a:lnTo>
                    <a:pt x="673813" y="858305"/>
                  </a:lnTo>
                  <a:lnTo>
                    <a:pt x="711341" y="777811"/>
                  </a:lnTo>
                  <a:close/>
                  <a:moveTo>
                    <a:pt x="673813" y="858305"/>
                  </a:moveTo>
                  <a:lnTo>
                    <a:pt x="673557" y="851745"/>
                  </a:lnTo>
                  <a:lnTo>
                    <a:pt x="711341" y="777811"/>
                  </a:lnTo>
                  <a:close/>
                  <a:moveTo>
                    <a:pt x="735541" y="819869"/>
                  </a:moveTo>
                  <a:lnTo>
                    <a:pt x="711341" y="777811"/>
                  </a:lnTo>
                  <a:lnTo>
                    <a:pt x="673557" y="851745"/>
                  </a:lnTo>
                  <a:close/>
                  <a:moveTo>
                    <a:pt x="1368230" y="1559357"/>
                  </a:moveTo>
                  <a:lnTo>
                    <a:pt x="1472095" y="1635601"/>
                  </a:lnTo>
                  <a:lnTo>
                    <a:pt x="1395815" y="1637022"/>
                  </a:lnTo>
                  <a:close/>
                  <a:moveTo>
                    <a:pt x="993662" y="981452"/>
                  </a:moveTo>
                  <a:lnTo>
                    <a:pt x="1037285" y="1046080"/>
                  </a:lnTo>
                  <a:lnTo>
                    <a:pt x="983074" y="1021259"/>
                  </a:lnTo>
                  <a:close/>
                  <a:moveTo>
                    <a:pt x="1493595" y="1217753"/>
                  </a:moveTo>
                  <a:lnTo>
                    <a:pt x="1495257" y="1316494"/>
                  </a:lnTo>
                  <a:lnTo>
                    <a:pt x="1563932" y="1221163"/>
                  </a:lnTo>
                  <a:close/>
                  <a:moveTo>
                    <a:pt x="1666198" y="1197850"/>
                  </a:moveTo>
                  <a:lnTo>
                    <a:pt x="1563932" y="1221163"/>
                  </a:lnTo>
                  <a:lnTo>
                    <a:pt x="1556583" y="1278362"/>
                  </a:lnTo>
                  <a:close/>
                  <a:moveTo>
                    <a:pt x="1399298" y="1033638"/>
                  </a:moveTo>
                  <a:lnTo>
                    <a:pt x="1433755" y="1097785"/>
                  </a:lnTo>
                  <a:lnTo>
                    <a:pt x="1408939" y="1071856"/>
                  </a:lnTo>
                  <a:close/>
                  <a:moveTo>
                    <a:pt x="1399298" y="1033638"/>
                  </a:moveTo>
                  <a:lnTo>
                    <a:pt x="1408939" y="1071856"/>
                  </a:lnTo>
                  <a:lnTo>
                    <a:pt x="1399509" y="1033204"/>
                  </a:lnTo>
                  <a:close/>
                  <a:moveTo>
                    <a:pt x="2131186" y="1387815"/>
                  </a:moveTo>
                  <a:lnTo>
                    <a:pt x="2179421" y="1384610"/>
                  </a:lnTo>
                  <a:lnTo>
                    <a:pt x="2217867" y="1433244"/>
                  </a:lnTo>
                  <a:close/>
                  <a:moveTo>
                    <a:pt x="1872616" y="1151984"/>
                  </a:moveTo>
                  <a:lnTo>
                    <a:pt x="1984010" y="1120977"/>
                  </a:lnTo>
                  <a:lnTo>
                    <a:pt x="1906993" y="1106907"/>
                  </a:lnTo>
                  <a:close/>
                  <a:moveTo>
                    <a:pt x="2264560" y="1392615"/>
                  </a:moveTo>
                  <a:lnTo>
                    <a:pt x="2217867" y="1433244"/>
                  </a:lnTo>
                  <a:lnTo>
                    <a:pt x="2339924" y="1395733"/>
                  </a:lnTo>
                  <a:close/>
                  <a:moveTo>
                    <a:pt x="1945304" y="1034946"/>
                  </a:moveTo>
                  <a:lnTo>
                    <a:pt x="1850558" y="1120977"/>
                  </a:lnTo>
                  <a:lnTo>
                    <a:pt x="1906993" y="1106907"/>
                  </a:lnTo>
                  <a:close/>
                  <a:moveTo>
                    <a:pt x="1686981" y="841636"/>
                  </a:moveTo>
                  <a:lnTo>
                    <a:pt x="1703925" y="874331"/>
                  </a:lnTo>
                  <a:lnTo>
                    <a:pt x="1717922" y="856286"/>
                  </a:lnTo>
                  <a:close/>
                  <a:moveTo>
                    <a:pt x="1887276" y="918110"/>
                  </a:moveTo>
                  <a:lnTo>
                    <a:pt x="1805065" y="946125"/>
                  </a:lnTo>
                  <a:lnTo>
                    <a:pt x="1905884" y="887560"/>
                  </a:lnTo>
                  <a:close/>
                  <a:moveTo>
                    <a:pt x="2412030" y="1411401"/>
                  </a:moveTo>
                  <a:lnTo>
                    <a:pt x="2421964" y="1408703"/>
                  </a:lnTo>
                  <a:lnTo>
                    <a:pt x="2339924" y="1395733"/>
                  </a:lnTo>
                  <a:close/>
                  <a:moveTo>
                    <a:pt x="2339924" y="1395733"/>
                  </a:moveTo>
                  <a:lnTo>
                    <a:pt x="2421964" y="1408703"/>
                  </a:lnTo>
                  <a:lnTo>
                    <a:pt x="2459241" y="1347981"/>
                  </a:lnTo>
                  <a:close/>
                  <a:moveTo>
                    <a:pt x="2339924" y="1395733"/>
                  </a:moveTo>
                  <a:lnTo>
                    <a:pt x="2459241" y="1347981"/>
                  </a:lnTo>
                  <a:lnTo>
                    <a:pt x="2389767" y="1366885"/>
                  </a:lnTo>
                  <a:close/>
                  <a:moveTo>
                    <a:pt x="2264560" y="1392615"/>
                  </a:moveTo>
                  <a:lnTo>
                    <a:pt x="2339924" y="1395733"/>
                  </a:lnTo>
                  <a:lnTo>
                    <a:pt x="2389767" y="1366885"/>
                  </a:lnTo>
                  <a:close/>
                  <a:moveTo>
                    <a:pt x="2469746" y="1269765"/>
                  </a:moveTo>
                  <a:lnTo>
                    <a:pt x="2389767" y="1366885"/>
                  </a:lnTo>
                  <a:lnTo>
                    <a:pt x="2459241" y="1347981"/>
                  </a:lnTo>
                  <a:close/>
                  <a:moveTo>
                    <a:pt x="2152874" y="444770"/>
                  </a:moveTo>
                  <a:lnTo>
                    <a:pt x="2163489" y="536232"/>
                  </a:lnTo>
                  <a:lnTo>
                    <a:pt x="2196455" y="556155"/>
                  </a:lnTo>
                  <a:close/>
                  <a:moveTo>
                    <a:pt x="1975917" y="225136"/>
                  </a:moveTo>
                  <a:lnTo>
                    <a:pt x="2009413" y="135170"/>
                  </a:lnTo>
                  <a:lnTo>
                    <a:pt x="1903559" y="125906"/>
                  </a:lnTo>
                  <a:close/>
                  <a:moveTo>
                    <a:pt x="2293414" y="29770"/>
                  </a:moveTo>
                  <a:lnTo>
                    <a:pt x="2323301" y="42369"/>
                  </a:lnTo>
                  <a:lnTo>
                    <a:pt x="2282019" y="0"/>
                  </a:lnTo>
                  <a:close/>
                  <a:moveTo>
                    <a:pt x="2822190" y="264180"/>
                  </a:moveTo>
                  <a:lnTo>
                    <a:pt x="2838924" y="363973"/>
                  </a:lnTo>
                  <a:lnTo>
                    <a:pt x="2838674" y="281758"/>
                  </a:lnTo>
                  <a:close/>
                  <a:moveTo>
                    <a:pt x="2822190" y="264180"/>
                  </a:moveTo>
                  <a:lnTo>
                    <a:pt x="2832518" y="355876"/>
                  </a:lnTo>
                  <a:lnTo>
                    <a:pt x="2838924" y="363973"/>
                  </a:lnTo>
                  <a:close/>
                  <a:moveTo>
                    <a:pt x="2793248" y="187617"/>
                  </a:moveTo>
                  <a:lnTo>
                    <a:pt x="2838674" y="281758"/>
                  </a:lnTo>
                  <a:lnTo>
                    <a:pt x="2804697" y="19954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24" name="Candidate_density__2123">
              <a:extLst>
                <a:ext uri="{FF2B5EF4-FFF2-40B4-BE49-F238E27FC236}">
                  <a16:creationId xmlns:a16="http://schemas.microsoft.com/office/drawing/2014/main" id="{76F2E2B2-8A33-635D-EDF6-E9F95638CE3F}"/>
                </a:ext>
              </a:extLst>
            </p:cNvPr>
            <p:cNvSpPr>
              <a:spLocks noGrp="1"/>
            </p:cNvSpPr>
            <p:nvPr/>
          </p:nvSpPr>
          <p:spPr>
            <a:xfrm>
              <a:off x="3899137" y="1590635"/>
              <a:ext cx="2330646" cy="2183598"/>
            </a:xfrm>
            <a:custGeom>
              <a:avLst/>
              <a:gdLst/>
              <a:ahLst/>
              <a:cxnLst/>
              <a:rect l="0" t="0" r="0" b="0"/>
              <a:pathLst>
                <a:path w="2330646" h="2183598">
                  <a:moveTo>
                    <a:pt x="244151" y="2081512"/>
                  </a:moveTo>
                  <a:lnTo>
                    <a:pt x="332024" y="2134454"/>
                  </a:lnTo>
                  <a:lnTo>
                    <a:pt x="309594" y="2052598"/>
                  </a:lnTo>
                  <a:close/>
                  <a:moveTo>
                    <a:pt x="244151" y="2081512"/>
                  </a:moveTo>
                  <a:lnTo>
                    <a:pt x="270844" y="2163727"/>
                  </a:lnTo>
                  <a:lnTo>
                    <a:pt x="332024" y="2134454"/>
                  </a:lnTo>
                  <a:close/>
                  <a:moveTo>
                    <a:pt x="350135" y="2125291"/>
                  </a:moveTo>
                  <a:lnTo>
                    <a:pt x="330565" y="2043075"/>
                  </a:lnTo>
                  <a:lnTo>
                    <a:pt x="332024" y="2134454"/>
                  </a:lnTo>
                  <a:close/>
                  <a:moveTo>
                    <a:pt x="330565" y="2043075"/>
                  </a:moveTo>
                  <a:lnTo>
                    <a:pt x="309594" y="2052598"/>
                  </a:lnTo>
                  <a:lnTo>
                    <a:pt x="332024" y="2134454"/>
                  </a:lnTo>
                  <a:close/>
                  <a:moveTo>
                    <a:pt x="247495" y="1999297"/>
                  </a:moveTo>
                  <a:lnTo>
                    <a:pt x="309594" y="2052598"/>
                  </a:lnTo>
                  <a:lnTo>
                    <a:pt x="266770" y="1987321"/>
                  </a:lnTo>
                  <a:close/>
                  <a:moveTo>
                    <a:pt x="247495" y="1999297"/>
                  </a:moveTo>
                  <a:lnTo>
                    <a:pt x="244151" y="2081512"/>
                  </a:lnTo>
                  <a:lnTo>
                    <a:pt x="309594" y="2052598"/>
                  </a:lnTo>
                  <a:close/>
                  <a:moveTo>
                    <a:pt x="330565" y="2043075"/>
                  </a:moveTo>
                  <a:lnTo>
                    <a:pt x="307567" y="1960860"/>
                  </a:lnTo>
                  <a:lnTo>
                    <a:pt x="309594" y="2052598"/>
                  </a:lnTo>
                  <a:close/>
                  <a:moveTo>
                    <a:pt x="307567" y="1960860"/>
                  </a:moveTo>
                  <a:lnTo>
                    <a:pt x="266770" y="1987321"/>
                  </a:lnTo>
                  <a:lnTo>
                    <a:pt x="309594" y="2052598"/>
                  </a:lnTo>
                  <a:close/>
                  <a:moveTo>
                    <a:pt x="440999" y="2004639"/>
                  </a:moveTo>
                  <a:lnTo>
                    <a:pt x="307567" y="1960860"/>
                  </a:lnTo>
                  <a:lnTo>
                    <a:pt x="330565" y="2043075"/>
                  </a:lnTo>
                  <a:close/>
                  <a:moveTo>
                    <a:pt x="74491" y="1521995"/>
                  </a:moveTo>
                  <a:lnTo>
                    <a:pt x="0" y="1521962"/>
                  </a:lnTo>
                  <a:lnTo>
                    <a:pt x="92220" y="1528672"/>
                  </a:lnTo>
                  <a:close/>
                  <a:moveTo>
                    <a:pt x="151189" y="1470490"/>
                  </a:moveTo>
                  <a:lnTo>
                    <a:pt x="74491" y="1521995"/>
                  </a:lnTo>
                  <a:lnTo>
                    <a:pt x="99867" y="1511348"/>
                  </a:lnTo>
                  <a:close/>
                  <a:moveTo>
                    <a:pt x="74491" y="1521995"/>
                  </a:moveTo>
                  <a:lnTo>
                    <a:pt x="92220" y="1528672"/>
                  </a:lnTo>
                  <a:lnTo>
                    <a:pt x="99867" y="1511348"/>
                  </a:lnTo>
                  <a:close/>
                  <a:moveTo>
                    <a:pt x="197683" y="1482434"/>
                  </a:moveTo>
                  <a:lnTo>
                    <a:pt x="99867" y="1511348"/>
                  </a:lnTo>
                  <a:lnTo>
                    <a:pt x="220825" y="1515644"/>
                  </a:lnTo>
                  <a:close/>
                  <a:moveTo>
                    <a:pt x="99867" y="1511348"/>
                  </a:moveTo>
                  <a:lnTo>
                    <a:pt x="92220" y="1528672"/>
                  </a:lnTo>
                  <a:lnTo>
                    <a:pt x="220825" y="1515644"/>
                  </a:lnTo>
                  <a:close/>
                  <a:moveTo>
                    <a:pt x="151189" y="1470490"/>
                  </a:moveTo>
                  <a:lnTo>
                    <a:pt x="99867" y="1511348"/>
                  </a:lnTo>
                  <a:lnTo>
                    <a:pt x="197683" y="1482434"/>
                  </a:lnTo>
                  <a:close/>
                  <a:moveTo>
                    <a:pt x="196963" y="1429133"/>
                  </a:moveTo>
                  <a:lnTo>
                    <a:pt x="197683" y="1482434"/>
                  </a:lnTo>
                  <a:lnTo>
                    <a:pt x="224853" y="1472912"/>
                  </a:lnTo>
                  <a:close/>
                  <a:moveTo>
                    <a:pt x="196963" y="1429133"/>
                  </a:moveTo>
                  <a:lnTo>
                    <a:pt x="224853" y="1472912"/>
                  </a:lnTo>
                  <a:lnTo>
                    <a:pt x="210904" y="1390697"/>
                  </a:lnTo>
                  <a:close/>
                  <a:moveTo>
                    <a:pt x="197683" y="1482434"/>
                  </a:moveTo>
                  <a:lnTo>
                    <a:pt x="220825" y="1515644"/>
                  </a:lnTo>
                  <a:lnTo>
                    <a:pt x="224853" y="1472912"/>
                  </a:lnTo>
                  <a:close/>
                  <a:moveTo>
                    <a:pt x="985038" y="2092196"/>
                  </a:moveTo>
                  <a:lnTo>
                    <a:pt x="942899" y="2101468"/>
                  </a:lnTo>
                  <a:lnTo>
                    <a:pt x="964994" y="2183598"/>
                  </a:lnTo>
                  <a:close/>
                  <a:moveTo>
                    <a:pt x="319215" y="1544315"/>
                  </a:moveTo>
                  <a:lnTo>
                    <a:pt x="324958" y="1626323"/>
                  </a:lnTo>
                  <a:lnTo>
                    <a:pt x="399278" y="1516691"/>
                  </a:lnTo>
                  <a:close/>
                  <a:moveTo>
                    <a:pt x="399278" y="1516691"/>
                  </a:moveTo>
                  <a:lnTo>
                    <a:pt x="324958" y="1626323"/>
                  </a:lnTo>
                  <a:lnTo>
                    <a:pt x="330534" y="1637342"/>
                  </a:lnTo>
                  <a:close/>
                  <a:moveTo>
                    <a:pt x="314546" y="1448019"/>
                  </a:moveTo>
                  <a:lnTo>
                    <a:pt x="224853" y="1472912"/>
                  </a:lnTo>
                  <a:lnTo>
                    <a:pt x="244257" y="1544663"/>
                  </a:lnTo>
                  <a:close/>
                  <a:moveTo>
                    <a:pt x="210904" y="1390697"/>
                  </a:moveTo>
                  <a:lnTo>
                    <a:pt x="314546" y="1448019"/>
                  </a:lnTo>
                  <a:lnTo>
                    <a:pt x="303243" y="1357116"/>
                  </a:lnTo>
                  <a:close/>
                  <a:moveTo>
                    <a:pt x="210904" y="1390697"/>
                  </a:moveTo>
                  <a:lnTo>
                    <a:pt x="224853" y="1472912"/>
                  </a:lnTo>
                  <a:lnTo>
                    <a:pt x="314546" y="1448019"/>
                  </a:lnTo>
                  <a:close/>
                  <a:moveTo>
                    <a:pt x="371989" y="1434476"/>
                  </a:moveTo>
                  <a:lnTo>
                    <a:pt x="314986" y="1352260"/>
                  </a:lnTo>
                  <a:lnTo>
                    <a:pt x="314546" y="1448019"/>
                  </a:lnTo>
                  <a:close/>
                  <a:moveTo>
                    <a:pt x="314986" y="1352260"/>
                  </a:moveTo>
                  <a:lnTo>
                    <a:pt x="303243" y="1357116"/>
                  </a:lnTo>
                  <a:lnTo>
                    <a:pt x="314546" y="1448019"/>
                  </a:lnTo>
                  <a:close/>
                  <a:moveTo>
                    <a:pt x="250934" y="1349560"/>
                  </a:moveTo>
                  <a:lnTo>
                    <a:pt x="210904" y="1390697"/>
                  </a:lnTo>
                  <a:lnTo>
                    <a:pt x="303243" y="1357116"/>
                  </a:lnTo>
                  <a:close/>
                  <a:moveTo>
                    <a:pt x="362092" y="1271301"/>
                  </a:moveTo>
                  <a:lnTo>
                    <a:pt x="250934" y="1349560"/>
                  </a:lnTo>
                  <a:lnTo>
                    <a:pt x="314986" y="1352260"/>
                  </a:lnTo>
                  <a:close/>
                  <a:moveTo>
                    <a:pt x="314986" y="1352260"/>
                  </a:moveTo>
                  <a:lnTo>
                    <a:pt x="250934" y="1349560"/>
                  </a:lnTo>
                  <a:lnTo>
                    <a:pt x="303243" y="1357116"/>
                  </a:lnTo>
                  <a:close/>
                  <a:moveTo>
                    <a:pt x="747496" y="1661086"/>
                  </a:moveTo>
                  <a:lnTo>
                    <a:pt x="662856" y="1746994"/>
                  </a:lnTo>
                  <a:lnTo>
                    <a:pt x="721656" y="1724899"/>
                  </a:lnTo>
                  <a:close/>
                  <a:moveTo>
                    <a:pt x="634678" y="1733143"/>
                  </a:moveTo>
                  <a:lnTo>
                    <a:pt x="662856" y="1746994"/>
                  </a:lnTo>
                  <a:lnTo>
                    <a:pt x="747496" y="1661086"/>
                  </a:lnTo>
                  <a:close/>
                  <a:moveTo>
                    <a:pt x="697767" y="1690362"/>
                  </a:moveTo>
                  <a:lnTo>
                    <a:pt x="634678" y="1733143"/>
                  </a:lnTo>
                  <a:lnTo>
                    <a:pt x="747496" y="1661086"/>
                  </a:lnTo>
                  <a:close/>
                  <a:moveTo>
                    <a:pt x="747496" y="1661086"/>
                  </a:moveTo>
                  <a:lnTo>
                    <a:pt x="748450" y="1642684"/>
                  </a:lnTo>
                  <a:lnTo>
                    <a:pt x="709002" y="1681121"/>
                  </a:lnTo>
                  <a:close/>
                  <a:moveTo>
                    <a:pt x="371989" y="1434476"/>
                  </a:moveTo>
                  <a:lnTo>
                    <a:pt x="461018" y="1425967"/>
                  </a:lnTo>
                  <a:lnTo>
                    <a:pt x="431160" y="1413806"/>
                  </a:lnTo>
                  <a:close/>
                  <a:moveTo>
                    <a:pt x="371989" y="1434476"/>
                  </a:moveTo>
                  <a:lnTo>
                    <a:pt x="431160" y="1413806"/>
                  </a:lnTo>
                  <a:lnTo>
                    <a:pt x="314986" y="1352260"/>
                  </a:lnTo>
                  <a:close/>
                  <a:moveTo>
                    <a:pt x="431160" y="1413806"/>
                  </a:moveTo>
                  <a:lnTo>
                    <a:pt x="522115" y="1396039"/>
                  </a:lnTo>
                  <a:lnTo>
                    <a:pt x="440979" y="1351045"/>
                  </a:lnTo>
                  <a:close/>
                  <a:moveTo>
                    <a:pt x="431160" y="1413806"/>
                  </a:moveTo>
                  <a:lnTo>
                    <a:pt x="461018" y="1425967"/>
                  </a:lnTo>
                  <a:lnTo>
                    <a:pt x="522115" y="1396039"/>
                  </a:lnTo>
                  <a:close/>
                  <a:moveTo>
                    <a:pt x="362092" y="1271301"/>
                  </a:moveTo>
                  <a:lnTo>
                    <a:pt x="420550" y="1274665"/>
                  </a:lnTo>
                  <a:lnTo>
                    <a:pt x="362692" y="1270046"/>
                  </a:lnTo>
                  <a:close/>
                  <a:moveTo>
                    <a:pt x="420550" y="1274665"/>
                  </a:moveTo>
                  <a:lnTo>
                    <a:pt x="446818" y="1231609"/>
                  </a:lnTo>
                  <a:lnTo>
                    <a:pt x="362692" y="1270046"/>
                  </a:lnTo>
                  <a:close/>
                  <a:moveTo>
                    <a:pt x="747496" y="1661086"/>
                  </a:moveTo>
                  <a:lnTo>
                    <a:pt x="721656" y="1724899"/>
                  </a:lnTo>
                  <a:lnTo>
                    <a:pt x="783961" y="1709129"/>
                  </a:lnTo>
                  <a:close/>
                  <a:moveTo>
                    <a:pt x="783961" y="1709129"/>
                  </a:moveTo>
                  <a:lnTo>
                    <a:pt x="748450" y="1642684"/>
                  </a:lnTo>
                  <a:lnTo>
                    <a:pt x="747496" y="1661086"/>
                  </a:lnTo>
                  <a:close/>
                  <a:moveTo>
                    <a:pt x="524835" y="1275387"/>
                  </a:moveTo>
                  <a:lnTo>
                    <a:pt x="440979" y="1351045"/>
                  </a:lnTo>
                  <a:lnTo>
                    <a:pt x="522115" y="1396039"/>
                  </a:lnTo>
                  <a:close/>
                  <a:moveTo>
                    <a:pt x="420550" y="1274665"/>
                  </a:moveTo>
                  <a:lnTo>
                    <a:pt x="453335" y="1295685"/>
                  </a:lnTo>
                  <a:lnTo>
                    <a:pt x="524835" y="1275387"/>
                  </a:lnTo>
                  <a:close/>
                  <a:moveTo>
                    <a:pt x="446818" y="1231609"/>
                  </a:moveTo>
                  <a:lnTo>
                    <a:pt x="420550" y="1274665"/>
                  </a:lnTo>
                  <a:lnTo>
                    <a:pt x="524835" y="1275387"/>
                  </a:lnTo>
                  <a:close/>
                  <a:moveTo>
                    <a:pt x="52854" y="735885"/>
                  </a:moveTo>
                  <a:lnTo>
                    <a:pt x="45418" y="738318"/>
                  </a:lnTo>
                  <a:lnTo>
                    <a:pt x="55155" y="736976"/>
                  </a:lnTo>
                  <a:close/>
                  <a:moveTo>
                    <a:pt x="1023602" y="1705684"/>
                  </a:moveTo>
                  <a:lnTo>
                    <a:pt x="983474" y="1768678"/>
                  </a:lnTo>
                  <a:lnTo>
                    <a:pt x="983443" y="1768231"/>
                  </a:lnTo>
                  <a:close/>
                  <a:moveTo>
                    <a:pt x="1042703" y="1713643"/>
                  </a:moveTo>
                  <a:lnTo>
                    <a:pt x="983474" y="1768678"/>
                  </a:lnTo>
                  <a:lnTo>
                    <a:pt x="1023602" y="1705684"/>
                  </a:lnTo>
                  <a:close/>
                  <a:moveTo>
                    <a:pt x="1086559" y="1662412"/>
                  </a:moveTo>
                  <a:lnTo>
                    <a:pt x="1042703" y="1713643"/>
                  </a:lnTo>
                  <a:lnTo>
                    <a:pt x="1023602" y="1705684"/>
                  </a:lnTo>
                  <a:close/>
                  <a:moveTo>
                    <a:pt x="1042703" y="1713643"/>
                  </a:moveTo>
                  <a:lnTo>
                    <a:pt x="1086559" y="1662412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01323" y="1648027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46778" y="1672357"/>
                  </a:lnTo>
                  <a:lnTo>
                    <a:pt x="1101323" y="1648027"/>
                  </a:lnTo>
                  <a:close/>
                  <a:moveTo>
                    <a:pt x="1146778" y="1672357"/>
                  </a:moveTo>
                  <a:lnTo>
                    <a:pt x="1173343" y="1609590"/>
                  </a:lnTo>
                  <a:lnTo>
                    <a:pt x="1101323" y="1648027"/>
                  </a:lnTo>
                  <a:close/>
                  <a:moveTo>
                    <a:pt x="1075145" y="1353902"/>
                  </a:moveTo>
                  <a:lnTo>
                    <a:pt x="1168788" y="1338364"/>
                  </a:lnTo>
                  <a:lnTo>
                    <a:pt x="1119246" y="1290760"/>
                  </a:lnTo>
                  <a:close/>
                  <a:moveTo>
                    <a:pt x="1559524" y="1653369"/>
                  </a:moveTo>
                  <a:lnTo>
                    <a:pt x="1604933" y="1697147"/>
                  </a:lnTo>
                  <a:lnTo>
                    <a:pt x="1603950" y="1614932"/>
                  </a:lnTo>
                  <a:close/>
                  <a:moveTo>
                    <a:pt x="858295" y="935882"/>
                  </a:moveTo>
                  <a:lnTo>
                    <a:pt x="915322" y="933895"/>
                  </a:lnTo>
                  <a:lnTo>
                    <a:pt x="860457" y="913433"/>
                  </a:lnTo>
                  <a:close/>
                  <a:moveTo>
                    <a:pt x="915322" y="933895"/>
                  </a:moveTo>
                  <a:lnTo>
                    <a:pt x="938099" y="874996"/>
                  </a:lnTo>
                  <a:lnTo>
                    <a:pt x="860457" y="913433"/>
                  </a:lnTo>
                  <a:close/>
                  <a:moveTo>
                    <a:pt x="938099" y="874996"/>
                  </a:moveTo>
                  <a:lnTo>
                    <a:pt x="961417" y="827576"/>
                  </a:lnTo>
                  <a:lnTo>
                    <a:pt x="884935" y="831218"/>
                  </a:lnTo>
                  <a:close/>
                  <a:moveTo>
                    <a:pt x="860457" y="913433"/>
                  </a:moveTo>
                  <a:lnTo>
                    <a:pt x="938099" y="874996"/>
                  </a:lnTo>
                  <a:lnTo>
                    <a:pt x="884935" y="831218"/>
                  </a:lnTo>
                  <a:close/>
                  <a:moveTo>
                    <a:pt x="1603950" y="1614932"/>
                  </a:moveTo>
                  <a:lnTo>
                    <a:pt x="1667930" y="1675399"/>
                  </a:lnTo>
                  <a:lnTo>
                    <a:pt x="1645152" y="1593826"/>
                  </a:lnTo>
                  <a:close/>
                  <a:moveTo>
                    <a:pt x="1603950" y="1614932"/>
                  </a:moveTo>
                  <a:lnTo>
                    <a:pt x="1604933" y="1697147"/>
                  </a:lnTo>
                  <a:lnTo>
                    <a:pt x="1667930" y="1675399"/>
                  </a:lnTo>
                  <a:close/>
                  <a:moveTo>
                    <a:pt x="1667930" y="1675399"/>
                  </a:moveTo>
                  <a:lnTo>
                    <a:pt x="1741780" y="1675952"/>
                  </a:lnTo>
                  <a:lnTo>
                    <a:pt x="1645152" y="1593826"/>
                  </a:lnTo>
                  <a:close/>
                  <a:moveTo>
                    <a:pt x="1591815" y="1532717"/>
                  </a:moveTo>
                  <a:lnTo>
                    <a:pt x="1603950" y="1614932"/>
                  </a:lnTo>
                  <a:lnTo>
                    <a:pt x="1645152" y="1593826"/>
                  </a:lnTo>
                  <a:close/>
                  <a:moveTo>
                    <a:pt x="1609681" y="1522570"/>
                  </a:moveTo>
                  <a:lnTo>
                    <a:pt x="1684529" y="1494281"/>
                  </a:lnTo>
                  <a:lnTo>
                    <a:pt x="1690716" y="1417190"/>
                  </a:lnTo>
                  <a:close/>
                  <a:moveTo>
                    <a:pt x="961417" y="827576"/>
                  </a:moveTo>
                  <a:lnTo>
                    <a:pt x="938099" y="874996"/>
                  </a:lnTo>
                  <a:lnTo>
                    <a:pt x="1006624" y="848555"/>
                  </a:lnTo>
                  <a:close/>
                  <a:moveTo>
                    <a:pt x="1021361" y="792781"/>
                  </a:moveTo>
                  <a:lnTo>
                    <a:pt x="961417" y="827576"/>
                  </a:lnTo>
                  <a:lnTo>
                    <a:pt x="1093824" y="828764"/>
                  </a:lnTo>
                  <a:close/>
                  <a:moveTo>
                    <a:pt x="1077369" y="836560"/>
                  </a:moveTo>
                  <a:lnTo>
                    <a:pt x="961417" y="827576"/>
                  </a:lnTo>
                  <a:lnTo>
                    <a:pt x="1006624" y="848555"/>
                  </a:lnTo>
                  <a:close/>
                  <a:moveTo>
                    <a:pt x="1755950" y="1417197"/>
                  </a:moveTo>
                  <a:lnTo>
                    <a:pt x="1684529" y="1494281"/>
                  </a:lnTo>
                  <a:lnTo>
                    <a:pt x="1739614" y="1455844"/>
                  </a:lnTo>
                  <a:close/>
                  <a:moveTo>
                    <a:pt x="1707745" y="1452169"/>
                  </a:moveTo>
                  <a:lnTo>
                    <a:pt x="1684529" y="1494281"/>
                  </a:lnTo>
                  <a:lnTo>
                    <a:pt x="1755950" y="1417197"/>
                  </a:lnTo>
                  <a:close/>
                  <a:moveTo>
                    <a:pt x="1214507" y="715908"/>
                  </a:moveTo>
                  <a:lnTo>
                    <a:pt x="1234359" y="798123"/>
                  </a:lnTo>
                  <a:lnTo>
                    <a:pt x="1286616" y="759687"/>
                  </a:lnTo>
                  <a:close/>
                  <a:moveTo>
                    <a:pt x="1202064" y="633693"/>
                  </a:moveTo>
                  <a:lnTo>
                    <a:pt x="1214507" y="715908"/>
                  </a:lnTo>
                  <a:lnTo>
                    <a:pt x="1266365" y="677472"/>
                  </a:lnTo>
                  <a:close/>
                  <a:moveTo>
                    <a:pt x="1202064" y="633693"/>
                  </a:moveTo>
                  <a:lnTo>
                    <a:pt x="1266365" y="677472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02064" y="633693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48765" y="595256"/>
                  </a:lnTo>
                  <a:lnTo>
                    <a:pt x="1229357" y="513042"/>
                  </a:lnTo>
                  <a:close/>
                  <a:moveTo>
                    <a:pt x="1254195" y="474605"/>
                  </a:moveTo>
                  <a:lnTo>
                    <a:pt x="1247172" y="392390"/>
                  </a:lnTo>
                  <a:lnTo>
                    <a:pt x="1229357" y="513042"/>
                  </a:lnTo>
                  <a:close/>
                  <a:moveTo>
                    <a:pt x="1557882" y="202891"/>
                  </a:moveTo>
                  <a:lnTo>
                    <a:pt x="1505236" y="233302"/>
                  </a:lnTo>
                  <a:lnTo>
                    <a:pt x="1575509" y="223857"/>
                  </a:lnTo>
                  <a:close/>
                  <a:moveTo>
                    <a:pt x="1515965" y="216436"/>
                  </a:moveTo>
                  <a:lnTo>
                    <a:pt x="1505236" y="233302"/>
                  </a:lnTo>
                  <a:lnTo>
                    <a:pt x="1557882" y="202891"/>
                  </a:lnTo>
                  <a:close/>
                  <a:moveTo>
                    <a:pt x="1659326" y="43379"/>
                  </a:moveTo>
                  <a:lnTo>
                    <a:pt x="1564491" y="112651"/>
                  </a:lnTo>
                  <a:lnTo>
                    <a:pt x="1640769" y="74214"/>
                  </a:lnTo>
                  <a:close/>
                  <a:moveTo>
                    <a:pt x="1659326" y="43379"/>
                  </a:moveTo>
                  <a:lnTo>
                    <a:pt x="1604344" y="53013"/>
                  </a:lnTo>
                  <a:lnTo>
                    <a:pt x="1564491" y="112651"/>
                  </a:lnTo>
                  <a:close/>
                  <a:moveTo>
                    <a:pt x="1723553" y="4852"/>
                  </a:moveTo>
                  <a:lnTo>
                    <a:pt x="1659326" y="43379"/>
                  </a:lnTo>
                  <a:lnTo>
                    <a:pt x="1786852" y="26314"/>
                  </a:lnTo>
                  <a:close/>
                  <a:moveTo>
                    <a:pt x="1793195" y="32678"/>
                  </a:moveTo>
                  <a:lnTo>
                    <a:pt x="1854344" y="0"/>
                  </a:lnTo>
                  <a:lnTo>
                    <a:pt x="1786852" y="26314"/>
                  </a:lnTo>
                  <a:close/>
                  <a:moveTo>
                    <a:pt x="2309352" y="371365"/>
                  </a:moveTo>
                  <a:lnTo>
                    <a:pt x="2284440" y="408417"/>
                  </a:lnTo>
                  <a:lnTo>
                    <a:pt x="2330646" y="39916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25" name="Candidate_density__2124">
              <a:extLst>
                <a:ext uri="{FF2B5EF4-FFF2-40B4-BE49-F238E27FC236}">
                  <a16:creationId xmlns:a16="http://schemas.microsoft.com/office/drawing/2014/main" id="{5744584A-C40F-D005-6B85-B7756A21B0CD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799509"/>
              <a:ext cx="2559538" cy="2134006"/>
            </a:xfrm>
            <a:custGeom>
              <a:avLst/>
              <a:gdLst/>
              <a:ahLst/>
              <a:cxnLst/>
              <a:rect l="0" t="0" r="0" b="0"/>
              <a:pathLst>
                <a:path w="2559538" h="2134006">
                  <a:moveTo>
                    <a:pt x="541948" y="1986410"/>
                  </a:moveTo>
                  <a:lnTo>
                    <a:pt x="492500" y="2016733"/>
                  </a:lnTo>
                  <a:lnTo>
                    <a:pt x="614337" y="1978402"/>
                  </a:lnTo>
                  <a:close/>
                  <a:moveTo>
                    <a:pt x="0" y="1258696"/>
                  </a:moveTo>
                  <a:lnTo>
                    <a:pt x="24814" y="1278513"/>
                  </a:lnTo>
                  <a:lnTo>
                    <a:pt x="28041" y="1179627"/>
                  </a:lnTo>
                  <a:close/>
                  <a:moveTo>
                    <a:pt x="847569" y="2077902"/>
                  </a:moveTo>
                  <a:lnTo>
                    <a:pt x="805017" y="2134006"/>
                  </a:lnTo>
                  <a:lnTo>
                    <a:pt x="921194" y="2074513"/>
                  </a:lnTo>
                  <a:close/>
                  <a:moveTo>
                    <a:pt x="654651" y="1913927"/>
                  </a:moveTo>
                  <a:lnTo>
                    <a:pt x="614337" y="1978402"/>
                  </a:lnTo>
                  <a:lnTo>
                    <a:pt x="696220" y="1877981"/>
                  </a:lnTo>
                  <a:close/>
                  <a:moveTo>
                    <a:pt x="660582" y="1916417"/>
                  </a:moveTo>
                  <a:lnTo>
                    <a:pt x="653574" y="1795765"/>
                  </a:lnTo>
                  <a:lnTo>
                    <a:pt x="696220" y="1877981"/>
                  </a:lnTo>
                  <a:close/>
                  <a:moveTo>
                    <a:pt x="252363" y="1505342"/>
                  </a:moveTo>
                  <a:lnTo>
                    <a:pt x="273980" y="1466905"/>
                  </a:lnTo>
                  <a:lnTo>
                    <a:pt x="242574" y="1487870"/>
                  </a:lnTo>
                  <a:close/>
                  <a:moveTo>
                    <a:pt x="273980" y="1466905"/>
                  </a:moveTo>
                  <a:lnTo>
                    <a:pt x="252363" y="1505342"/>
                  </a:lnTo>
                  <a:lnTo>
                    <a:pt x="309497" y="1459426"/>
                  </a:lnTo>
                  <a:close/>
                  <a:moveTo>
                    <a:pt x="309497" y="1459426"/>
                  </a:moveTo>
                  <a:lnTo>
                    <a:pt x="261374" y="1494705"/>
                  </a:lnTo>
                  <a:lnTo>
                    <a:pt x="385641" y="1465457"/>
                  </a:lnTo>
                  <a:close/>
                  <a:moveTo>
                    <a:pt x="667693" y="1104951"/>
                  </a:moveTo>
                  <a:lnTo>
                    <a:pt x="708163" y="986422"/>
                  </a:lnTo>
                  <a:lnTo>
                    <a:pt x="680592" y="984299"/>
                  </a:lnTo>
                  <a:close/>
                  <a:moveTo>
                    <a:pt x="680592" y="984299"/>
                  </a:moveTo>
                  <a:lnTo>
                    <a:pt x="708163" y="986422"/>
                  </a:lnTo>
                  <a:lnTo>
                    <a:pt x="708144" y="974462"/>
                  </a:lnTo>
                  <a:close/>
                  <a:moveTo>
                    <a:pt x="680592" y="984299"/>
                  </a:moveTo>
                  <a:lnTo>
                    <a:pt x="714276" y="981452"/>
                  </a:lnTo>
                  <a:lnTo>
                    <a:pt x="703688" y="1021259"/>
                  </a:lnTo>
                  <a:close/>
                  <a:moveTo>
                    <a:pt x="714276" y="981452"/>
                  </a:moveTo>
                  <a:lnTo>
                    <a:pt x="680592" y="984299"/>
                  </a:lnTo>
                  <a:lnTo>
                    <a:pt x="708144" y="974462"/>
                  </a:lnTo>
                  <a:close/>
                  <a:moveTo>
                    <a:pt x="1220535" y="1318501"/>
                  </a:moveTo>
                  <a:lnTo>
                    <a:pt x="1214673" y="1323254"/>
                  </a:lnTo>
                  <a:lnTo>
                    <a:pt x="1207171" y="1323567"/>
                  </a:lnTo>
                  <a:close/>
                  <a:moveTo>
                    <a:pt x="1161513" y="1339700"/>
                  </a:moveTo>
                  <a:lnTo>
                    <a:pt x="1192634" y="1318501"/>
                  </a:lnTo>
                  <a:lnTo>
                    <a:pt x="1136851" y="1310948"/>
                  </a:lnTo>
                  <a:close/>
                  <a:moveTo>
                    <a:pt x="1220535" y="1318501"/>
                  </a:moveTo>
                  <a:lnTo>
                    <a:pt x="1207171" y="1323567"/>
                  </a:lnTo>
                  <a:lnTo>
                    <a:pt x="1277197" y="1278362"/>
                  </a:lnTo>
                  <a:close/>
                  <a:moveTo>
                    <a:pt x="1215871" y="1316494"/>
                  </a:moveTo>
                  <a:lnTo>
                    <a:pt x="1214673" y="1323254"/>
                  </a:lnTo>
                  <a:lnTo>
                    <a:pt x="1220535" y="1318501"/>
                  </a:lnTo>
                  <a:close/>
                  <a:moveTo>
                    <a:pt x="1215871" y="1316494"/>
                  </a:moveTo>
                  <a:lnTo>
                    <a:pt x="1220535" y="1318501"/>
                  </a:lnTo>
                  <a:lnTo>
                    <a:pt x="1277197" y="1278362"/>
                  </a:lnTo>
                  <a:close/>
                  <a:moveTo>
                    <a:pt x="1284546" y="1221163"/>
                  </a:moveTo>
                  <a:lnTo>
                    <a:pt x="1215871" y="1316494"/>
                  </a:lnTo>
                  <a:lnTo>
                    <a:pt x="1277197" y="1278362"/>
                  </a:lnTo>
                  <a:close/>
                  <a:moveTo>
                    <a:pt x="1788564" y="1366588"/>
                  </a:moveTo>
                  <a:lnTo>
                    <a:pt x="1833214" y="1378342"/>
                  </a:lnTo>
                  <a:lnTo>
                    <a:pt x="1814129" y="1367622"/>
                  </a:lnTo>
                  <a:close/>
                  <a:moveTo>
                    <a:pt x="1571173" y="1120977"/>
                  </a:moveTo>
                  <a:lnTo>
                    <a:pt x="1593231" y="1151984"/>
                  </a:lnTo>
                  <a:lnTo>
                    <a:pt x="1627607" y="1106907"/>
                  </a:lnTo>
                  <a:close/>
                  <a:moveTo>
                    <a:pt x="1261616" y="853160"/>
                  </a:moveTo>
                  <a:lnTo>
                    <a:pt x="1292187" y="912768"/>
                  </a:lnTo>
                  <a:lnTo>
                    <a:pt x="1294009" y="910816"/>
                  </a:lnTo>
                  <a:close/>
                  <a:moveTo>
                    <a:pt x="1337616" y="858653"/>
                  </a:moveTo>
                  <a:lnTo>
                    <a:pt x="1294009" y="910816"/>
                  </a:lnTo>
                  <a:lnTo>
                    <a:pt x="1407595" y="841636"/>
                  </a:lnTo>
                  <a:close/>
                  <a:moveTo>
                    <a:pt x="1636907" y="816199"/>
                  </a:moveTo>
                  <a:lnTo>
                    <a:pt x="1607891" y="918110"/>
                  </a:lnTo>
                  <a:lnTo>
                    <a:pt x="1626499" y="887560"/>
                  </a:lnTo>
                  <a:close/>
                  <a:moveTo>
                    <a:pt x="1636907" y="816199"/>
                  </a:moveTo>
                  <a:lnTo>
                    <a:pt x="1626499" y="887560"/>
                  </a:lnTo>
                  <a:lnTo>
                    <a:pt x="1659701" y="835895"/>
                  </a:lnTo>
                  <a:close/>
                  <a:moveTo>
                    <a:pt x="1636907" y="816199"/>
                  </a:moveTo>
                  <a:lnTo>
                    <a:pt x="1659701" y="835895"/>
                  </a:lnTo>
                  <a:lnTo>
                    <a:pt x="1655290" y="780004"/>
                  </a:lnTo>
                  <a:close/>
                  <a:moveTo>
                    <a:pt x="1655290" y="780004"/>
                  </a:moveTo>
                  <a:lnTo>
                    <a:pt x="1659701" y="835895"/>
                  </a:lnTo>
                  <a:lnTo>
                    <a:pt x="1683145" y="820695"/>
                  </a:lnTo>
                  <a:close/>
                  <a:moveTo>
                    <a:pt x="1655290" y="780004"/>
                  </a:moveTo>
                  <a:lnTo>
                    <a:pt x="1683145" y="820695"/>
                  </a:lnTo>
                  <a:lnTo>
                    <a:pt x="1722476" y="752546"/>
                  </a:lnTo>
                  <a:close/>
                  <a:moveTo>
                    <a:pt x="1722476" y="752546"/>
                  </a:moveTo>
                  <a:lnTo>
                    <a:pt x="1774497" y="731842"/>
                  </a:lnTo>
                  <a:lnTo>
                    <a:pt x="1655290" y="780004"/>
                  </a:lnTo>
                  <a:close/>
                  <a:moveTo>
                    <a:pt x="1802414" y="772761"/>
                  </a:moveTo>
                  <a:lnTo>
                    <a:pt x="1774497" y="731842"/>
                  </a:lnTo>
                  <a:lnTo>
                    <a:pt x="1722476" y="752546"/>
                  </a:lnTo>
                  <a:close/>
                  <a:moveTo>
                    <a:pt x="1934471" y="772641"/>
                  </a:moveTo>
                  <a:lnTo>
                    <a:pt x="1974862" y="823316"/>
                  </a:lnTo>
                  <a:lnTo>
                    <a:pt x="1924644" y="803550"/>
                  </a:lnTo>
                  <a:close/>
                  <a:moveTo>
                    <a:pt x="2079767" y="822017"/>
                  </a:moveTo>
                  <a:lnTo>
                    <a:pt x="1974862" y="823316"/>
                  </a:lnTo>
                  <a:lnTo>
                    <a:pt x="2049787" y="822996"/>
                  </a:lnTo>
                  <a:close/>
                  <a:moveTo>
                    <a:pt x="2079767" y="822017"/>
                  </a:moveTo>
                  <a:lnTo>
                    <a:pt x="2006416" y="826427"/>
                  </a:lnTo>
                  <a:lnTo>
                    <a:pt x="1974862" y="823316"/>
                  </a:lnTo>
                  <a:close/>
                  <a:moveTo>
                    <a:pt x="2127435" y="785037"/>
                  </a:moveTo>
                  <a:lnTo>
                    <a:pt x="2079767" y="822017"/>
                  </a:lnTo>
                  <a:lnTo>
                    <a:pt x="2206482" y="801925"/>
                  </a:lnTo>
                  <a:close/>
                  <a:moveTo>
                    <a:pt x="1885235" y="391725"/>
                  </a:moveTo>
                  <a:lnTo>
                    <a:pt x="1873488" y="444770"/>
                  </a:lnTo>
                  <a:lnTo>
                    <a:pt x="1885803" y="473940"/>
                  </a:lnTo>
                  <a:close/>
                  <a:moveTo>
                    <a:pt x="1944760" y="380706"/>
                  </a:moveTo>
                  <a:lnTo>
                    <a:pt x="1873488" y="444770"/>
                  </a:lnTo>
                  <a:lnTo>
                    <a:pt x="1885235" y="391725"/>
                  </a:lnTo>
                  <a:close/>
                  <a:moveTo>
                    <a:pt x="1879777" y="416401"/>
                  </a:moveTo>
                  <a:lnTo>
                    <a:pt x="1873488" y="444770"/>
                  </a:lnTo>
                  <a:lnTo>
                    <a:pt x="1944760" y="380706"/>
                  </a:lnTo>
                  <a:close/>
                  <a:moveTo>
                    <a:pt x="2268270" y="764364"/>
                  </a:moveTo>
                  <a:lnTo>
                    <a:pt x="2248379" y="743366"/>
                  </a:lnTo>
                  <a:lnTo>
                    <a:pt x="2206482" y="801925"/>
                  </a:lnTo>
                  <a:close/>
                  <a:moveTo>
                    <a:pt x="2268270" y="764364"/>
                  </a:moveTo>
                  <a:lnTo>
                    <a:pt x="2315529" y="725928"/>
                  </a:lnTo>
                  <a:lnTo>
                    <a:pt x="2248379" y="743366"/>
                  </a:lnTo>
                  <a:close/>
                  <a:moveTo>
                    <a:pt x="1730027" y="135170"/>
                  </a:moveTo>
                  <a:lnTo>
                    <a:pt x="1807941" y="147821"/>
                  </a:lnTo>
                  <a:lnTo>
                    <a:pt x="1854824" y="107906"/>
                  </a:lnTo>
                  <a:close/>
                  <a:moveTo>
                    <a:pt x="2344684" y="609577"/>
                  </a:moveTo>
                  <a:lnTo>
                    <a:pt x="2379033" y="637008"/>
                  </a:lnTo>
                  <a:lnTo>
                    <a:pt x="2349779" y="605276"/>
                  </a:lnTo>
                  <a:close/>
                  <a:moveTo>
                    <a:pt x="2318065" y="725256"/>
                  </a:moveTo>
                  <a:lnTo>
                    <a:pt x="2373066" y="652236"/>
                  </a:lnTo>
                  <a:lnTo>
                    <a:pt x="2344684" y="609577"/>
                  </a:lnTo>
                  <a:close/>
                  <a:moveTo>
                    <a:pt x="2349779" y="605276"/>
                  </a:moveTo>
                  <a:lnTo>
                    <a:pt x="2379033" y="637008"/>
                  </a:lnTo>
                  <a:lnTo>
                    <a:pt x="2406204" y="560931"/>
                  </a:lnTo>
                  <a:close/>
                  <a:moveTo>
                    <a:pt x="1863991" y="68206"/>
                  </a:moveTo>
                  <a:lnTo>
                    <a:pt x="1918941" y="29770"/>
                  </a:lnTo>
                  <a:lnTo>
                    <a:pt x="1896293" y="47750"/>
                  </a:lnTo>
                  <a:close/>
                  <a:moveTo>
                    <a:pt x="2014028" y="29770"/>
                  </a:moveTo>
                  <a:lnTo>
                    <a:pt x="1963805" y="21505"/>
                  </a:lnTo>
                  <a:lnTo>
                    <a:pt x="2035566" y="33819"/>
                  </a:lnTo>
                  <a:close/>
                  <a:moveTo>
                    <a:pt x="2014028" y="29770"/>
                  </a:moveTo>
                  <a:lnTo>
                    <a:pt x="2035566" y="33819"/>
                  </a:lnTo>
                  <a:lnTo>
                    <a:pt x="2043916" y="42369"/>
                  </a:lnTo>
                  <a:close/>
                  <a:moveTo>
                    <a:pt x="2436674" y="490055"/>
                  </a:moveTo>
                  <a:lnTo>
                    <a:pt x="2349779" y="605276"/>
                  </a:lnTo>
                  <a:lnTo>
                    <a:pt x="2406204" y="560931"/>
                  </a:lnTo>
                  <a:close/>
                  <a:moveTo>
                    <a:pt x="2436674" y="490055"/>
                  </a:moveTo>
                  <a:lnTo>
                    <a:pt x="2406204" y="560931"/>
                  </a:lnTo>
                  <a:lnTo>
                    <a:pt x="2450225" y="523062"/>
                  </a:lnTo>
                  <a:close/>
                  <a:moveTo>
                    <a:pt x="2436674" y="490055"/>
                  </a:moveTo>
                  <a:lnTo>
                    <a:pt x="2450225" y="523062"/>
                  </a:lnTo>
                  <a:lnTo>
                    <a:pt x="2442109" y="479973"/>
                  </a:lnTo>
                  <a:close/>
                  <a:moveTo>
                    <a:pt x="2442109" y="479973"/>
                  </a:moveTo>
                  <a:lnTo>
                    <a:pt x="2450225" y="523062"/>
                  </a:lnTo>
                  <a:lnTo>
                    <a:pt x="2466370" y="507227"/>
                  </a:lnTo>
                  <a:close/>
                  <a:moveTo>
                    <a:pt x="2442109" y="479973"/>
                  </a:moveTo>
                  <a:lnTo>
                    <a:pt x="2466370" y="507227"/>
                  </a:lnTo>
                  <a:lnTo>
                    <a:pt x="2508674" y="450191"/>
                  </a:lnTo>
                  <a:close/>
                  <a:moveTo>
                    <a:pt x="1899437" y="23305"/>
                  </a:moveTo>
                  <a:lnTo>
                    <a:pt x="1918941" y="29770"/>
                  </a:lnTo>
                  <a:lnTo>
                    <a:pt x="1963805" y="21505"/>
                  </a:lnTo>
                  <a:close/>
                  <a:moveTo>
                    <a:pt x="1963805" y="21505"/>
                  </a:moveTo>
                  <a:lnTo>
                    <a:pt x="2014028" y="29770"/>
                  </a:lnTo>
                  <a:lnTo>
                    <a:pt x="2002634" y="0"/>
                  </a:lnTo>
                  <a:close/>
                  <a:moveTo>
                    <a:pt x="2442109" y="479973"/>
                  </a:moveTo>
                  <a:lnTo>
                    <a:pt x="2508674" y="450191"/>
                  </a:lnTo>
                  <a:lnTo>
                    <a:pt x="2548779" y="384936"/>
                  </a:lnTo>
                  <a:close/>
                  <a:moveTo>
                    <a:pt x="2559289" y="281758"/>
                  </a:moveTo>
                  <a:lnTo>
                    <a:pt x="2559538" y="363973"/>
                  </a:lnTo>
                  <a:lnTo>
                    <a:pt x="2537692" y="320195"/>
                  </a:lnTo>
                  <a:close/>
                  <a:moveTo>
                    <a:pt x="2553132" y="355876"/>
                  </a:moveTo>
                  <a:lnTo>
                    <a:pt x="2548779" y="384936"/>
                  </a:lnTo>
                  <a:lnTo>
                    <a:pt x="2559538" y="3639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26" name="Candidate_density__2125">
              <a:extLst>
                <a:ext uri="{FF2B5EF4-FFF2-40B4-BE49-F238E27FC236}">
                  <a16:creationId xmlns:a16="http://schemas.microsoft.com/office/drawing/2014/main" id="{E604F1A1-69DF-602C-19E7-6301268D0975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821013"/>
              <a:ext cx="2559538" cy="1637825"/>
            </a:xfrm>
            <a:custGeom>
              <a:avLst/>
              <a:gdLst/>
              <a:ahLst/>
              <a:cxnLst/>
              <a:rect l="0" t="0" r="0" b="0"/>
              <a:pathLst>
                <a:path w="2559538" h="1637825">
                  <a:moveTo>
                    <a:pt x="252363" y="1483837"/>
                  </a:moveTo>
                  <a:lnTo>
                    <a:pt x="242574" y="1466365"/>
                  </a:lnTo>
                  <a:lnTo>
                    <a:pt x="203505" y="1535494"/>
                  </a:lnTo>
                  <a:close/>
                  <a:moveTo>
                    <a:pt x="252363" y="1483837"/>
                  </a:moveTo>
                  <a:lnTo>
                    <a:pt x="261374" y="1473200"/>
                  </a:lnTo>
                  <a:lnTo>
                    <a:pt x="309497" y="1437921"/>
                  </a:lnTo>
                  <a:close/>
                  <a:moveTo>
                    <a:pt x="28041" y="1158122"/>
                  </a:moveTo>
                  <a:lnTo>
                    <a:pt x="35333" y="1148364"/>
                  </a:lnTo>
                  <a:lnTo>
                    <a:pt x="0" y="1237192"/>
                  </a:lnTo>
                  <a:close/>
                  <a:moveTo>
                    <a:pt x="1179049" y="1598962"/>
                  </a:moveTo>
                  <a:lnTo>
                    <a:pt x="1254908" y="1603928"/>
                  </a:lnTo>
                  <a:lnTo>
                    <a:pt x="1192709" y="1614096"/>
                  </a:lnTo>
                  <a:close/>
                  <a:moveTo>
                    <a:pt x="1254908" y="1603928"/>
                  </a:moveTo>
                  <a:lnTo>
                    <a:pt x="1276230" y="1606787"/>
                  </a:lnTo>
                  <a:lnTo>
                    <a:pt x="1192709" y="1614096"/>
                  </a:lnTo>
                  <a:close/>
                  <a:moveTo>
                    <a:pt x="825671" y="898511"/>
                  </a:moveTo>
                  <a:lnTo>
                    <a:pt x="714276" y="959947"/>
                  </a:lnTo>
                  <a:lnTo>
                    <a:pt x="708144" y="952958"/>
                  </a:lnTo>
                  <a:close/>
                  <a:moveTo>
                    <a:pt x="1313618" y="1608233"/>
                  </a:moveTo>
                  <a:lnTo>
                    <a:pt x="1192709" y="1614096"/>
                  </a:lnTo>
                  <a:lnTo>
                    <a:pt x="1276230" y="1606787"/>
                  </a:lnTo>
                  <a:close/>
                  <a:moveTo>
                    <a:pt x="1313618" y="1608233"/>
                  </a:moveTo>
                  <a:lnTo>
                    <a:pt x="1247002" y="1637825"/>
                  </a:lnTo>
                  <a:lnTo>
                    <a:pt x="1192709" y="1614096"/>
                  </a:lnTo>
                  <a:close/>
                  <a:moveTo>
                    <a:pt x="1338161" y="1582078"/>
                  </a:moveTo>
                  <a:lnTo>
                    <a:pt x="1313618" y="1608233"/>
                  </a:lnTo>
                  <a:lnTo>
                    <a:pt x="1276230" y="1606787"/>
                  </a:lnTo>
                  <a:close/>
                  <a:moveTo>
                    <a:pt x="1096488" y="1353736"/>
                  </a:moveTo>
                  <a:lnTo>
                    <a:pt x="980906" y="1364828"/>
                  </a:lnTo>
                  <a:lnTo>
                    <a:pt x="1075017" y="1348909"/>
                  </a:lnTo>
                  <a:close/>
                  <a:moveTo>
                    <a:pt x="1123121" y="1335433"/>
                  </a:moveTo>
                  <a:lnTo>
                    <a:pt x="1096488" y="1353736"/>
                  </a:lnTo>
                  <a:lnTo>
                    <a:pt x="1075017" y="1348909"/>
                  </a:lnTo>
                  <a:close/>
                  <a:moveTo>
                    <a:pt x="1096488" y="1353736"/>
                  </a:moveTo>
                  <a:lnTo>
                    <a:pt x="1123121" y="1335433"/>
                  </a:lnTo>
                  <a:lnTo>
                    <a:pt x="1122373" y="1310409"/>
                  </a:lnTo>
                  <a:close/>
                  <a:moveTo>
                    <a:pt x="1207171" y="1302062"/>
                  </a:moveTo>
                  <a:lnTo>
                    <a:pt x="1192634" y="1296996"/>
                  </a:lnTo>
                  <a:lnTo>
                    <a:pt x="1161513" y="1318195"/>
                  </a:lnTo>
                  <a:close/>
                  <a:moveTo>
                    <a:pt x="1122373" y="1310409"/>
                  </a:moveTo>
                  <a:lnTo>
                    <a:pt x="1123121" y="1335433"/>
                  </a:lnTo>
                  <a:lnTo>
                    <a:pt x="1161513" y="1318195"/>
                  </a:lnTo>
                  <a:close/>
                  <a:moveTo>
                    <a:pt x="1136851" y="1289443"/>
                  </a:moveTo>
                  <a:lnTo>
                    <a:pt x="1122373" y="1310409"/>
                  </a:lnTo>
                  <a:lnTo>
                    <a:pt x="1161513" y="1318195"/>
                  </a:lnTo>
                  <a:close/>
                  <a:moveTo>
                    <a:pt x="1277197" y="1256857"/>
                  </a:moveTo>
                  <a:lnTo>
                    <a:pt x="1207171" y="1302062"/>
                  </a:lnTo>
                  <a:lnTo>
                    <a:pt x="1161513" y="1318195"/>
                  </a:lnTo>
                  <a:close/>
                  <a:moveTo>
                    <a:pt x="1120123" y="1011700"/>
                  </a:moveTo>
                  <a:lnTo>
                    <a:pt x="1131233" y="989782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29328" y="926136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92187" y="891263"/>
                  </a:lnTo>
                  <a:lnTo>
                    <a:pt x="1229328" y="926136"/>
                  </a:lnTo>
                  <a:close/>
                  <a:moveTo>
                    <a:pt x="1558991" y="1107517"/>
                  </a:moveTo>
                  <a:lnTo>
                    <a:pt x="1593231" y="1130479"/>
                  </a:lnTo>
                  <a:lnTo>
                    <a:pt x="1571173" y="1099472"/>
                  </a:lnTo>
                  <a:close/>
                  <a:moveTo>
                    <a:pt x="1586655" y="1147491"/>
                  </a:moveTo>
                  <a:lnTo>
                    <a:pt x="1593231" y="1130479"/>
                  </a:lnTo>
                  <a:lnTo>
                    <a:pt x="1558991" y="1107517"/>
                  </a:lnTo>
                  <a:close/>
                  <a:moveTo>
                    <a:pt x="1514291" y="1155594"/>
                  </a:moveTo>
                  <a:lnTo>
                    <a:pt x="1586655" y="1147491"/>
                  </a:lnTo>
                  <a:lnTo>
                    <a:pt x="1558991" y="1107517"/>
                  </a:lnTo>
                  <a:close/>
                  <a:moveTo>
                    <a:pt x="2154632" y="801764"/>
                  </a:moveTo>
                  <a:lnTo>
                    <a:pt x="2079767" y="800512"/>
                  </a:lnTo>
                  <a:lnTo>
                    <a:pt x="2049787" y="801491"/>
                  </a:lnTo>
                  <a:close/>
                  <a:moveTo>
                    <a:pt x="2079767" y="800512"/>
                  </a:moveTo>
                  <a:lnTo>
                    <a:pt x="2154632" y="801764"/>
                  </a:lnTo>
                  <a:lnTo>
                    <a:pt x="2206482" y="780421"/>
                  </a:lnTo>
                  <a:close/>
                  <a:moveTo>
                    <a:pt x="2171111" y="781296"/>
                  </a:moveTo>
                  <a:lnTo>
                    <a:pt x="2206482" y="780421"/>
                  </a:lnTo>
                  <a:lnTo>
                    <a:pt x="2154632" y="801764"/>
                  </a:lnTo>
                  <a:close/>
                  <a:moveTo>
                    <a:pt x="2315529" y="704423"/>
                  </a:moveTo>
                  <a:lnTo>
                    <a:pt x="2268270" y="742859"/>
                  </a:lnTo>
                  <a:lnTo>
                    <a:pt x="2318065" y="703751"/>
                  </a:lnTo>
                  <a:close/>
                  <a:moveTo>
                    <a:pt x="2003939" y="365258"/>
                  </a:moveTo>
                  <a:lnTo>
                    <a:pt x="1879777" y="394896"/>
                  </a:lnTo>
                  <a:lnTo>
                    <a:pt x="1944760" y="359201"/>
                  </a:lnTo>
                  <a:close/>
                  <a:moveTo>
                    <a:pt x="1819144" y="85139"/>
                  </a:moveTo>
                  <a:lnTo>
                    <a:pt x="1863991" y="46702"/>
                  </a:lnTo>
                  <a:lnTo>
                    <a:pt x="1854824" y="86401"/>
                  </a:lnTo>
                  <a:close/>
                  <a:moveTo>
                    <a:pt x="2373066" y="630731"/>
                  </a:moveTo>
                  <a:lnTo>
                    <a:pt x="2379033" y="615504"/>
                  </a:lnTo>
                  <a:lnTo>
                    <a:pt x="2344684" y="588073"/>
                  </a:lnTo>
                  <a:close/>
                  <a:moveTo>
                    <a:pt x="2406204" y="539427"/>
                  </a:moveTo>
                  <a:lnTo>
                    <a:pt x="2460498" y="509774"/>
                  </a:lnTo>
                  <a:lnTo>
                    <a:pt x="2450225" y="501557"/>
                  </a:lnTo>
                  <a:close/>
                  <a:moveTo>
                    <a:pt x="1863991" y="46702"/>
                  </a:moveTo>
                  <a:lnTo>
                    <a:pt x="1896293" y="26245"/>
                  </a:lnTo>
                  <a:lnTo>
                    <a:pt x="1854824" y="86401"/>
                  </a:lnTo>
                  <a:close/>
                  <a:moveTo>
                    <a:pt x="1918941" y="8265"/>
                  </a:moveTo>
                  <a:lnTo>
                    <a:pt x="1863991" y="46702"/>
                  </a:lnTo>
                  <a:lnTo>
                    <a:pt x="1963805" y="0"/>
                  </a:lnTo>
                  <a:close/>
                  <a:moveTo>
                    <a:pt x="2535363" y="380905"/>
                  </a:moveTo>
                  <a:lnTo>
                    <a:pt x="2548779" y="363431"/>
                  </a:lnTo>
                  <a:lnTo>
                    <a:pt x="2508674" y="428686"/>
                  </a:lnTo>
                  <a:close/>
                  <a:moveTo>
                    <a:pt x="2535363" y="380905"/>
                  </a:moveTo>
                  <a:lnTo>
                    <a:pt x="2559538" y="342468"/>
                  </a:lnTo>
                  <a:lnTo>
                    <a:pt x="2548779" y="363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27" name="Candidate_density__2126">
              <a:extLst>
                <a:ext uri="{FF2B5EF4-FFF2-40B4-BE49-F238E27FC236}">
                  <a16:creationId xmlns:a16="http://schemas.microsoft.com/office/drawing/2014/main" id="{6DDD5702-E941-E0BF-629B-7118900B7132}"/>
                </a:ext>
              </a:extLst>
            </p:cNvPr>
            <p:cNvSpPr>
              <a:spLocks noGrp="1"/>
            </p:cNvSpPr>
            <p:nvPr/>
          </p:nvSpPr>
          <p:spPr>
            <a:xfrm>
              <a:off x="5107354" y="3368550"/>
              <a:ext cx="35493" cy="60697"/>
            </a:xfrm>
            <a:custGeom>
              <a:avLst/>
              <a:gdLst/>
              <a:ahLst/>
              <a:cxnLst/>
              <a:rect l="0" t="0" r="0" b="0"/>
              <a:pathLst>
                <a:path w="35493" h="60697">
                  <a:moveTo>
                    <a:pt x="35493" y="0"/>
                  </a:moveTo>
                  <a:lnTo>
                    <a:pt x="0" y="60697"/>
                  </a:lnTo>
                  <a:lnTo>
                    <a:pt x="24543" y="34542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28" name="Candidate_density__2127">
              <a:extLst>
                <a:ext uri="{FF2B5EF4-FFF2-40B4-BE49-F238E27FC236}">
                  <a16:creationId xmlns:a16="http://schemas.microsoft.com/office/drawing/2014/main" id="{BBE54698-ED51-F8DA-6A53-F9668A12BB5D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822814"/>
              <a:ext cx="2806366" cy="1857334"/>
            </a:xfrm>
            <a:custGeom>
              <a:avLst/>
              <a:gdLst/>
              <a:ahLst/>
              <a:cxnLst/>
              <a:rect l="0" t="0" r="0" b="0"/>
              <a:pathLst>
                <a:path w="2806366" h="1857334">
                  <a:moveTo>
                    <a:pt x="13251" y="1288707"/>
                  </a:moveTo>
                  <a:lnTo>
                    <a:pt x="90790" y="1356043"/>
                  </a:lnTo>
                  <a:lnTo>
                    <a:pt x="38319" y="1299124"/>
                  </a:lnTo>
                  <a:close/>
                  <a:moveTo>
                    <a:pt x="0" y="1273827"/>
                  </a:moveTo>
                  <a:lnTo>
                    <a:pt x="13251" y="1288707"/>
                  </a:lnTo>
                  <a:lnTo>
                    <a:pt x="38319" y="1299124"/>
                  </a:lnTo>
                  <a:close/>
                  <a:moveTo>
                    <a:pt x="160274" y="1429956"/>
                  </a:moveTo>
                  <a:lnTo>
                    <a:pt x="260631" y="1509052"/>
                  </a:lnTo>
                  <a:lnTo>
                    <a:pt x="209906" y="1489698"/>
                  </a:lnTo>
                  <a:close/>
                  <a:moveTo>
                    <a:pt x="144648" y="1418013"/>
                  </a:moveTo>
                  <a:lnTo>
                    <a:pt x="167221" y="1438258"/>
                  </a:lnTo>
                  <a:lnTo>
                    <a:pt x="160274" y="1429956"/>
                  </a:lnTo>
                  <a:close/>
                  <a:moveTo>
                    <a:pt x="281376" y="1292002"/>
                  </a:moveTo>
                  <a:lnTo>
                    <a:pt x="279208" y="1212046"/>
                  </a:lnTo>
                  <a:lnTo>
                    <a:pt x="215865" y="1253873"/>
                  </a:lnTo>
                  <a:close/>
                  <a:moveTo>
                    <a:pt x="281376" y="1292002"/>
                  </a:moveTo>
                  <a:lnTo>
                    <a:pt x="310642" y="1266118"/>
                  </a:lnTo>
                  <a:lnTo>
                    <a:pt x="283109" y="1196955"/>
                  </a:lnTo>
                  <a:close/>
                  <a:moveTo>
                    <a:pt x="710049" y="1708258"/>
                  </a:moveTo>
                  <a:lnTo>
                    <a:pt x="845992" y="1722666"/>
                  </a:lnTo>
                  <a:lnTo>
                    <a:pt x="764708" y="1697420"/>
                  </a:lnTo>
                  <a:close/>
                  <a:moveTo>
                    <a:pt x="885224" y="1765190"/>
                  </a:moveTo>
                  <a:lnTo>
                    <a:pt x="912830" y="1693908"/>
                  </a:lnTo>
                  <a:lnTo>
                    <a:pt x="845992" y="1722666"/>
                  </a:lnTo>
                  <a:close/>
                  <a:moveTo>
                    <a:pt x="695325" y="1651809"/>
                  </a:moveTo>
                  <a:lnTo>
                    <a:pt x="684096" y="1690245"/>
                  </a:lnTo>
                  <a:lnTo>
                    <a:pt x="710049" y="1708258"/>
                  </a:lnTo>
                  <a:close/>
                  <a:moveTo>
                    <a:pt x="695325" y="1651809"/>
                  </a:moveTo>
                  <a:lnTo>
                    <a:pt x="629236" y="1608030"/>
                  </a:lnTo>
                  <a:lnTo>
                    <a:pt x="684096" y="1690245"/>
                  </a:lnTo>
                  <a:close/>
                  <a:moveTo>
                    <a:pt x="495546" y="1439255"/>
                  </a:moveTo>
                  <a:lnTo>
                    <a:pt x="495809" y="1464565"/>
                  </a:lnTo>
                  <a:lnTo>
                    <a:pt x="527215" y="1443600"/>
                  </a:lnTo>
                  <a:close/>
                  <a:moveTo>
                    <a:pt x="992229" y="1712110"/>
                  </a:moveTo>
                  <a:lnTo>
                    <a:pt x="952590" y="1627360"/>
                  </a:lnTo>
                  <a:lnTo>
                    <a:pt x="912830" y="1693908"/>
                  </a:lnTo>
                  <a:close/>
                  <a:moveTo>
                    <a:pt x="1242886" y="1756286"/>
                  </a:moveTo>
                  <a:lnTo>
                    <a:pt x="1163161" y="1857334"/>
                  </a:lnTo>
                  <a:lnTo>
                    <a:pt x="1229090" y="1825174"/>
                  </a:lnTo>
                  <a:close/>
                  <a:moveTo>
                    <a:pt x="965499" y="1599836"/>
                  </a:moveTo>
                  <a:lnTo>
                    <a:pt x="928293" y="1529992"/>
                  </a:lnTo>
                  <a:lnTo>
                    <a:pt x="975399" y="1574936"/>
                  </a:lnTo>
                  <a:close/>
                  <a:moveTo>
                    <a:pt x="928293" y="1529992"/>
                  </a:moveTo>
                  <a:lnTo>
                    <a:pt x="918581" y="1437795"/>
                  </a:lnTo>
                  <a:lnTo>
                    <a:pt x="969058" y="1492721"/>
                  </a:lnTo>
                  <a:close/>
                  <a:moveTo>
                    <a:pt x="638213" y="1083584"/>
                  </a:moveTo>
                  <a:lnTo>
                    <a:pt x="712266" y="1070942"/>
                  </a:lnTo>
                  <a:lnTo>
                    <a:pt x="701653" y="1092601"/>
                  </a:lnTo>
                  <a:close/>
                  <a:moveTo>
                    <a:pt x="701653" y="1092601"/>
                  </a:moveTo>
                  <a:lnTo>
                    <a:pt x="716367" y="1086273"/>
                  </a:lnTo>
                  <a:lnTo>
                    <a:pt x="649720" y="1174322"/>
                  </a:lnTo>
                  <a:close/>
                  <a:moveTo>
                    <a:pt x="1355304" y="1625392"/>
                  </a:moveTo>
                  <a:lnTo>
                    <a:pt x="1275022" y="1630068"/>
                  </a:lnTo>
                  <a:lnTo>
                    <a:pt x="1256059" y="1710805"/>
                  </a:lnTo>
                  <a:close/>
                  <a:moveTo>
                    <a:pt x="1062234" y="1328237"/>
                  </a:moveTo>
                  <a:lnTo>
                    <a:pt x="1151805" y="1369373"/>
                  </a:lnTo>
                  <a:lnTo>
                    <a:pt x="1106572" y="1251418"/>
                  </a:lnTo>
                  <a:close/>
                  <a:moveTo>
                    <a:pt x="818832" y="975513"/>
                  </a:moveTo>
                  <a:lnTo>
                    <a:pt x="948783" y="1012872"/>
                  </a:lnTo>
                  <a:lnTo>
                    <a:pt x="956923" y="997954"/>
                  </a:lnTo>
                  <a:close/>
                  <a:moveTo>
                    <a:pt x="715622" y="780968"/>
                  </a:moveTo>
                  <a:lnTo>
                    <a:pt x="652058" y="796563"/>
                  </a:lnTo>
                  <a:lnTo>
                    <a:pt x="685190" y="754506"/>
                  </a:lnTo>
                  <a:close/>
                  <a:moveTo>
                    <a:pt x="685190" y="754506"/>
                  </a:moveTo>
                  <a:lnTo>
                    <a:pt x="709390" y="796563"/>
                  </a:lnTo>
                  <a:lnTo>
                    <a:pt x="715622" y="780968"/>
                  </a:lnTo>
                  <a:close/>
                  <a:moveTo>
                    <a:pt x="1317216" y="1595765"/>
                  </a:moveTo>
                  <a:lnTo>
                    <a:pt x="1369664" y="1613717"/>
                  </a:lnTo>
                  <a:lnTo>
                    <a:pt x="1351208" y="1668223"/>
                  </a:lnTo>
                  <a:close/>
                  <a:moveTo>
                    <a:pt x="1400476" y="1188299"/>
                  </a:moveTo>
                  <a:lnTo>
                    <a:pt x="1377485" y="1295196"/>
                  </a:lnTo>
                  <a:lnTo>
                    <a:pt x="1390086" y="1287643"/>
                  </a:lnTo>
                  <a:close/>
                  <a:moveTo>
                    <a:pt x="1346696" y="1271521"/>
                  </a:moveTo>
                  <a:lnTo>
                    <a:pt x="1377485" y="1295196"/>
                  </a:lnTo>
                  <a:lnTo>
                    <a:pt x="1400476" y="1188299"/>
                  </a:lnTo>
                  <a:close/>
                  <a:moveTo>
                    <a:pt x="1400476" y="1188299"/>
                  </a:moveTo>
                  <a:lnTo>
                    <a:pt x="1390086" y="1287643"/>
                  </a:lnTo>
                  <a:lnTo>
                    <a:pt x="1469106" y="1293189"/>
                  </a:lnTo>
                  <a:close/>
                  <a:moveTo>
                    <a:pt x="1169669" y="954480"/>
                  </a:moveTo>
                  <a:lnTo>
                    <a:pt x="1182486" y="853578"/>
                  </a:lnTo>
                  <a:lnTo>
                    <a:pt x="1126374" y="922442"/>
                  </a:lnTo>
                  <a:close/>
                  <a:moveTo>
                    <a:pt x="1505047" y="863600"/>
                  </a:moveTo>
                  <a:lnTo>
                    <a:pt x="1545421" y="889463"/>
                  </a:lnTo>
                  <a:lnTo>
                    <a:pt x="1514850" y="829855"/>
                  </a:lnTo>
                  <a:close/>
                  <a:moveTo>
                    <a:pt x="1813639" y="1094773"/>
                  </a:moveTo>
                  <a:lnTo>
                    <a:pt x="1823001" y="987070"/>
                  </a:lnTo>
                  <a:lnTo>
                    <a:pt x="1717397" y="1029825"/>
                  </a:lnTo>
                  <a:close/>
                  <a:moveTo>
                    <a:pt x="1691771" y="832981"/>
                  </a:moveTo>
                  <a:lnTo>
                    <a:pt x="1774883" y="894805"/>
                  </a:lnTo>
                  <a:lnTo>
                    <a:pt x="1723705" y="838208"/>
                  </a:lnTo>
                  <a:close/>
                  <a:moveTo>
                    <a:pt x="1691771" y="832981"/>
                  </a:moveTo>
                  <a:lnTo>
                    <a:pt x="1680763" y="812590"/>
                  </a:lnTo>
                  <a:lnTo>
                    <a:pt x="1660830" y="818331"/>
                  </a:lnTo>
                  <a:close/>
                  <a:moveTo>
                    <a:pt x="1691771" y="832981"/>
                  </a:moveTo>
                  <a:lnTo>
                    <a:pt x="1723705" y="838208"/>
                  </a:lnTo>
                  <a:lnTo>
                    <a:pt x="1680763" y="812590"/>
                  </a:lnTo>
                  <a:close/>
                  <a:moveTo>
                    <a:pt x="2286447" y="1333717"/>
                  </a:moveTo>
                  <a:lnTo>
                    <a:pt x="2238408" y="1369310"/>
                  </a:lnTo>
                  <a:lnTo>
                    <a:pt x="2363615" y="1343580"/>
                  </a:lnTo>
                  <a:close/>
                  <a:moveTo>
                    <a:pt x="1774883" y="894805"/>
                  </a:moveTo>
                  <a:lnTo>
                    <a:pt x="1826640" y="944407"/>
                  </a:lnTo>
                  <a:lnTo>
                    <a:pt x="1838537" y="874347"/>
                  </a:lnTo>
                  <a:close/>
                  <a:moveTo>
                    <a:pt x="1826640" y="944407"/>
                  </a:moveTo>
                  <a:lnTo>
                    <a:pt x="1861125" y="894805"/>
                  </a:lnTo>
                  <a:lnTo>
                    <a:pt x="1838537" y="874347"/>
                  </a:lnTo>
                  <a:close/>
                  <a:moveTo>
                    <a:pt x="1680763" y="812590"/>
                  </a:moveTo>
                  <a:lnTo>
                    <a:pt x="1723705" y="838208"/>
                  </a:lnTo>
                  <a:lnTo>
                    <a:pt x="1732808" y="799619"/>
                  </a:lnTo>
                  <a:close/>
                  <a:moveTo>
                    <a:pt x="1838537" y="874347"/>
                  </a:moveTo>
                  <a:lnTo>
                    <a:pt x="1723705" y="838208"/>
                  </a:lnTo>
                  <a:lnTo>
                    <a:pt x="1774883" y="894805"/>
                  </a:lnTo>
                  <a:close/>
                  <a:moveTo>
                    <a:pt x="1732808" y="799619"/>
                  </a:moveTo>
                  <a:lnTo>
                    <a:pt x="1723705" y="838208"/>
                  </a:lnTo>
                  <a:lnTo>
                    <a:pt x="1838537" y="874347"/>
                  </a:lnTo>
                  <a:close/>
                  <a:moveTo>
                    <a:pt x="1822722" y="787112"/>
                  </a:moveTo>
                  <a:lnTo>
                    <a:pt x="1838537" y="874347"/>
                  </a:lnTo>
                  <a:lnTo>
                    <a:pt x="1890141" y="792894"/>
                  </a:lnTo>
                  <a:close/>
                  <a:moveTo>
                    <a:pt x="1639011" y="800209"/>
                  </a:moveTo>
                  <a:lnTo>
                    <a:pt x="1680763" y="812590"/>
                  </a:lnTo>
                  <a:lnTo>
                    <a:pt x="1749502" y="719458"/>
                  </a:lnTo>
                  <a:close/>
                  <a:moveTo>
                    <a:pt x="1822722" y="787112"/>
                  </a:moveTo>
                  <a:lnTo>
                    <a:pt x="1890141" y="792894"/>
                  </a:lnTo>
                  <a:lnTo>
                    <a:pt x="1832232" y="750115"/>
                  </a:lnTo>
                  <a:close/>
                  <a:moveTo>
                    <a:pt x="1890141" y="792894"/>
                  </a:moveTo>
                  <a:lnTo>
                    <a:pt x="1908524" y="756699"/>
                  </a:lnTo>
                  <a:lnTo>
                    <a:pt x="1832232" y="750115"/>
                  </a:lnTo>
                  <a:close/>
                  <a:moveTo>
                    <a:pt x="1749502" y="719458"/>
                  </a:moveTo>
                  <a:lnTo>
                    <a:pt x="1832232" y="750115"/>
                  </a:lnTo>
                  <a:lnTo>
                    <a:pt x="1883442" y="726377"/>
                  </a:lnTo>
                  <a:close/>
                  <a:moveTo>
                    <a:pt x="1908524" y="756699"/>
                  </a:moveTo>
                  <a:lnTo>
                    <a:pt x="1946456" y="653502"/>
                  </a:lnTo>
                  <a:lnTo>
                    <a:pt x="1937051" y="654665"/>
                  </a:lnTo>
                  <a:close/>
                  <a:moveTo>
                    <a:pt x="2027731" y="708536"/>
                  </a:moveTo>
                  <a:lnTo>
                    <a:pt x="1946456" y="653502"/>
                  </a:lnTo>
                  <a:lnTo>
                    <a:pt x="1908524" y="756699"/>
                  </a:lnTo>
                  <a:close/>
                  <a:moveTo>
                    <a:pt x="1906384" y="579504"/>
                  </a:moveTo>
                  <a:lnTo>
                    <a:pt x="1894849" y="571287"/>
                  </a:lnTo>
                  <a:lnTo>
                    <a:pt x="1935148" y="653502"/>
                  </a:lnTo>
                  <a:close/>
                  <a:moveTo>
                    <a:pt x="1894849" y="571287"/>
                  </a:moveTo>
                  <a:lnTo>
                    <a:pt x="1906384" y="579504"/>
                  </a:lnTo>
                  <a:lnTo>
                    <a:pt x="1910628" y="549363"/>
                  </a:lnTo>
                  <a:close/>
                  <a:moveTo>
                    <a:pt x="1946456" y="653502"/>
                  </a:moveTo>
                  <a:lnTo>
                    <a:pt x="2027731" y="708536"/>
                  </a:lnTo>
                  <a:lnTo>
                    <a:pt x="1941839" y="650773"/>
                  </a:lnTo>
                  <a:close/>
                  <a:moveTo>
                    <a:pt x="1910628" y="549363"/>
                  </a:moveTo>
                  <a:lnTo>
                    <a:pt x="2033359" y="514373"/>
                  </a:lnTo>
                  <a:lnTo>
                    <a:pt x="1948162" y="474494"/>
                  </a:lnTo>
                  <a:close/>
                  <a:moveTo>
                    <a:pt x="2177382" y="779496"/>
                  </a:moveTo>
                  <a:lnTo>
                    <a:pt x="2177878" y="780245"/>
                  </a:lnTo>
                  <a:lnTo>
                    <a:pt x="2178968" y="780121"/>
                  </a:lnTo>
                  <a:close/>
                  <a:moveTo>
                    <a:pt x="2259650" y="803122"/>
                  </a:moveTo>
                  <a:lnTo>
                    <a:pt x="2178968" y="780121"/>
                  </a:lnTo>
                  <a:lnTo>
                    <a:pt x="2177878" y="780245"/>
                  </a:lnTo>
                  <a:close/>
                  <a:moveTo>
                    <a:pt x="2177382" y="779496"/>
                  </a:moveTo>
                  <a:lnTo>
                    <a:pt x="2178968" y="780121"/>
                  </a:lnTo>
                  <a:lnTo>
                    <a:pt x="2180455" y="778150"/>
                  </a:lnTo>
                  <a:close/>
                  <a:moveTo>
                    <a:pt x="2288075" y="751249"/>
                  </a:moveTo>
                  <a:lnTo>
                    <a:pt x="2178968" y="780121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180455" y="778150"/>
                  </a:lnTo>
                  <a:lnTo>
                    <a:pt x="2178968" y="780121"/>
                  </a:lnTo>
                  <a:close/>
                  <a:moveTo>
                    <a:pt x="2288075" y="751249"/>
                  </a:moveTo>
                  <a:lnTo>
                    <a:pt x="2298560" y="733400"/>
                  </a:lnTo>
                  <a:lnTo>
                    <a:pt x="2222626" y="728152"/>
                  </a:lnTo>
                  <a:close/>
                  <a:moveTo>
                    <a:pt x="2259650" y="803122"/>
                  </a:moveTo>
                  <a:lnTo>
                    <a:pt x="2322354" y="741059"/>
                  </a:lnTo>
                  <a:lnTo>
                    <a:pt x="2288075" y="751249"/>
                  </a:lnTo>
                  <a:close/>
                  <a:moveTo>
                    <a:pt x="2380669" y="761732"/>
                  </a:moveTo>
                  <a:lnTo>
                    <a:pt x="2322354" y="741059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322354" y="741059"/>
                  </a:lnTo>
                  <a:lnTo>
                    <a:pt x="2298560" y="733400"/>
                  </a:lnTo>
                  <a:close/>
                  <a:moveTo>
                    <a:pt x="2041438" y="430207"/>
                  </a:moveTo>
                  <a:lnTo>
                    <a:pt x="2126723" y="421465"/>
                  </a:lnTo>
                  <a:lnTo>
                    <a:pt x="2051277" y="366165"/>
                  </a:lnTo>
                  <a:close/>
                  <a:moveTo>
                    <a:pt x="2380669" y="761732"/>
                  </a:moveTo>
                  <a:lnTo>
                    <a:pt x="2403855" y="717714"/>
                  </a:lnTo>
                  <a:lnTo>
                    <a:pt x="2322354" y="741059"/>
                  </a:lnTo>
                  <a:close/>
                  <a:moveTo>
                    <a:pt x="2380669" y="761732"/>
                  </a:moveTo>
                  <a:lnTo>
                    <a:pt x="2457627" y="702623"/>
                  </a:lnTo>
                  <a:lnTo>
                    <a:pt x="2403855" y="717714"/>
                  </a:lnTo>
                  <a:close/>
                  <a:moveTo>
                    <a:pt x="2501613" y="720061"/>
                  </a:moveTo>
                  <a:lnTo>
                    <a:pt x="2457627" y="702623"/>
                  </a:lnTo>
                  <a:lnTo>
                    <a:pt x="2380669" y="761732"/>
                  </a:lnTo>
                  <a:close/>
                  <a:moveTo>
                    <a:pt x="2459717" y="778620"/>
                  </a:moveTo>
                  <a:lnTo>
                    <a:pt x="2501613" y="720061"/>
                  </a:lnTo>
                  <a:lnTo>
                    <a:pt x="2380669" y="761732"/>
                  </a:lnTo>
                  <a:close/>
                  <a:moveTo>
                    <a:pt x="2457627" y="702623"/>
                  </a:moveTo>
                  <a:lnTo>
                    <a:pt x="2501613" y="720061"/>
                  </a:lnTo>
                  <a:lnTo>
                    <a:pt x="2509781" y="692190"/>
                  </a:lnTo>
                  <a:close/>
                  <a:moveTo>
                    <a:pt x="2509781" y="692190"/>
                  </a:moveTo>
                  <a:lnTo>
                    <a:pt x="2501613" y="720061"/>
                  </a:lnTo>
                  <a:lnTo>
                    <a:pt x="2568763" y="702623"/>
                  </a:lnTo>
                  <a:close/>
                  <a:moveTo>
                    <a:pt x="2509781" y="692190"/>
                  </a:moveTo>
                  <a:lnTo>
                    <a:pt x="2568763" y="702623"/>
                  </a:lnTo>
                  <a:lnTo>
                    <a:pt x="2525502" y="594175"/>
                  </a:lnTo>
                  <a:close/>
                  <a:moveTo>
                    <a:pt x="2525502" y="594175"/>
                  </a:moveTo>
                  <a:lnTo>
                    <a:pt x="2568763" y="702623"/>
                  </a:lnTo>
                  <a:lnTo>
                    <a:pt x="2571299" y="701951"/>
                  </a:lnTo>
                  <a:close/>
                  <a:moveTo>
                    <a:pt x="2525502" y="594175"/>
                  </a:moveTo>
                  <a:lnTo>
                    <a:pt x="2571299" y="701951"/>
                  </a:lnTo>
                  <a:lnTo>
                    <a:pt x="2597919" y="586272"/>
                  </a:lnTo>
                  <a:close/>
                  <a:moveTo>
                    <a:pt x="1957905" y="37158"/>
                  </a:moveTo>
                  <a:lnTo>
                    <a:pt x="2037933" y="101071"/>
                  </a:lnTo>
                  <a:lnTo>
                    <a:pt x="2056202" y="17836"/>
                  </a:lnTo>
                  <a:close/>
                  <a:moveTo>
                    <a:pt x="2599145" y="580039"/>
                  </a:moveTo>
                  <a:lnTo>
                    <a:pt x="2597919" y="586272"/>
                  </a:lnTo>
                  <a:lnTo>
                    <a:pt x="2603014" y="581971"/>
                  </a:lnTo>
                  <a:close/>
                  <a:moveTo>
                    <a:pt x="2599145" y="580039"/>
                  </a:moveTo>
                  <a:lnTo>
                    <a:pt x="2603014" y="581971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599145" y="580039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689908" y="466750"/>
                  </a:lnTo>
                  <a:lnTo>
                    <a:pt x="2621258" y="458334"/>
                  </a:lnTo>
                  <a:close/>
                  <a:moveTo>
                    <a:pt x="2689908" y="466750"/>
                  </a:moveTo>
                  <a:lnTo>
                    <a:pt x="2695344" y="456668"/>
                  </a:lnTo>
                  <a:lnTo>
                    <a:pt x="2621258" y="458334"/>
                  </a:lnTo>
                  <a:close/>
                  <a:moveTo>
                    <a:pt x="2149528" y="24445"/>
                  </a:moveTo>
                  <a:lnTo>
                    <a:pt x="2152672" y="0"/>
                  </a:lnTo>
                  <a:lnTo>
                    <a:pt x="2116543" y="6465"/>
                  </a:lnTo>
                  <a:close/>
                  <a:moveTo>
                    <a:pt x="2149528" y="24445"/>
                  </a:moveTo>
                  <a:lnTo>
                    <a:pt x="2172176" y="6465"/>
                  </a:lnTo>
                  <a:lnTo>
                    <a:pt x="2152672" y="0"/>
                  </a:lnTo>
                  <a:close/>
                  <a:moveTo>
                    <a:pt x="2732750" y="381322"/>
                  </a:moveTo>
                  <a:lnTo>
                    <a:pt x="2695344" y="456668"/>
                  </a:lnTo>
                  <a:lnTo>
                    <a:pt x="2802013" y="361631"/>
                  </a:lnTo>
                  <a:close/>
                  <a:moveTo>
                    <a:pt x="2806366" y="332571"/>
                  </a:moveTo>
                  <a:lnTo>
                    <a:pt x="2732750" y="381322"/>
                  </a:lnTo>
                  <a:lnTo>
                    <a:pt x="2802013" y="36163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29" name="Candidate_density__2128">
              <a:extLst>
                <a:ext uri="{FF2B5EF4-FFF2-40B4-BE49-F238E27FC236}">
                  <a16:creationId xmlns:a16="http://schemas.microsoft.com/office/drawing/2014/main" id="{6F51080B-B5E8-1AA0-7AB4-DF53BD37B0CF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712555"/>
              <a:ext cx="2806366" cy="2081859"/>
            </a:xfrm>
            <a:custGeom>
              <a:avLst/>
              <a:gdLst/>
              <a:ahLst/>
              <a:cxnLst/>
              <a:rect l="0" t="0" r="0" b="0"/>
              <a:pathLst>
                <a:path w="2806366" h="2081859">
                  <a:moveTo>
                    <a:pt x="159762" y="1510081"/>
                  </a:moveTo>
                  <a:lnTo>
                    <a:pt x="144648" y="1528272"/>
                  </a:lnTo>
                  <a:lnTo>
                    <a:pt x="160274" y="1540215"/>
                  </a:lnTo>
                  <a:close/>
                  <a:moveTo>
                    <a:pt x="90790" y="1466302"/>
                  </a:moveTo>
                  <a:lnTo>
                    <a:pt x="144648" y="1528272"/>
                  </a:lnTo>
                  <a:lnTo>
                    <a:pt x="159762" y="1510081"/>
                  </a:lnTo>
                  <a:close/>
                  <a:moveTo>
                    <a:pt x="90790" y="1466302"/>
                  </a:moveTo>
                  <a:lnTo>
                    <a:pt x="127782" y="1427865"/>
                  </a:lnTo>
                  <a:lnTo>
                    <a:pt x="38319" y="1409383"/>
                  </a:lnTo>
                  <a:close/>
                  <a:moveTo>
                    <a:pt x="127782" y="1427865"/>
                  </a:moveTo>
                  <a:lnTo>
                    <a:pt x="91726" y="1393859"/>
                  </a:lnTo>
                  <a:lnTo>
                    <a:pt x="38319" y="1409383"/>
                  </a:lnTo>
                  <a:close/>
                  <a:moveTo>
                    <a:pt x="17222" y="1345650"/>
                  </a:moveTo>
                  <a:lnTo>
                    <a:pt x="38319" y="1409383"/>
                  </a:lnTo>
                  <a:lnTo>
                    <a:pt x="91726" y="1393859"/>
                  </a:lnTo>
                  <a:close/>
                  <a:moveTo>
                    <a:pt x="17222" y="1345650"/>
                  </a:moveTo>
                  <a:lnTo>
                    <a:pt x="0" y="1384087"/>
                  </a:lnTo>
                  <a:lnTo>
                    <a:pt x="38319" y="1409383"/>
                  </a:lnTo>
                  <a:close/>
                  <a:moveTo>
                    <a:pt x="204942" y="1592296"/>
                  </a:moveTo>
                  <a:lnTo>
                    <a:pt x="160274" y="1540215"/>
                  </a:lnTo>
                  <a:lnTo>
                    <a:pt x="209906" y="1599958"/>
                  </a:lnTo>
                  <a:close/>
                  <a:moveTo>
                    <a:pt x="207239" y="1401942"/>
                  </a:moveTo>
                  <a:lnTo>
                    <a:pt x="281376" y="1402261"/>
                  </a:lnTo>
                  <a:lnTo>
                    <a:pt x="215865" y="1364132"/>
                  </a:lnTo>
                  <a:close/>
                  <a:moveTo>
                    <a:pt x="684096" y="1800504"/>
                  </a:moveTo>
                  <a:lnTo>
                    <a:pt x="682417" y="1819051"/>
                  </a:lnTo>
                  <a:lnTo>
                    <a:pt x="710049" y="1818517"/>
                  </a:lnTo>
                  <a:close/>
                  <a:moveTo>
                    <a:pt x="710049" y="1818517"/>
                  </a:moveTo>
                  <a:lnTo>
                    <a:pt x="804673" y="1880344"/>
                  </a:lnTo>
                  <a:lnTo>
                    <a:pt x="845992" y="1832925"/>
                  </a:lnTo>
                  <a:close/>
                  <a:moveTo>
                    <a:pt x="695325" y="1762068"/>
                  </a:moveTo>
                  <a:lnTo>
                    <a:pt x="710049" y="1818517"/>
                  </a:lnTo>
                  <a:lnTo>
                    <a:pt x="764708" y="1807679"/>
                  </a:lnTo>
                  <a:close/>
                  <a:moveTo>
                    <a:pt x="594915" y="1451508"/>
                  </a:moveTo>
                  <a:lnTo>
                    <a:pt x="527215" y="1553859"/>
                  </a:lnTo>
                  <a:lnTo>
                    <a:pt x="562731" y="1546380"/>
                  </a:lnTo>
                  <a:close/>
                  <a:moveTo>
                    <a:pt x="1149746" y="2081859"/>
                  </a:moveTo>
                  <a:lnTo>
                    <a:pt x="1226801" y="1979714"/>
                  </a:lnTo>
                  <a:lnTo>
                    <a:pt x="1162182" y="1971655"/>
                  </a:lnTo>
                  <a:close/>
                  <a:moveTo>
                    <a:pt x="1162182" y="1971655"/>
                  </a:moveTo>
                  <a:lnTo>
                    <a:pt x="1226801" y="1979714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177098" y="1859437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256059" y="1821064"/>
                  </a:lnTo>
                  <a:lnTo>
                    <a:pt x="1172281" y="1786489"/>
                  </a:lnTo>
                  <a:close/>
                  <a:moveTo>
                    <a:pt x="965499" y="1710095"/>
                  </a:moveTo>
                  <a:lnTo>
                    <a:pt x="952590" y="1737619"/>
                  </a:lnTo>
                  <a:lnTo>
                    <a:pt x="1071814" y="1784346"/>
                  </a:lnTo>
                  <a:close/>
                  <a:moveTo>
                    <a:pt x="307971" y="999443"/>
                  </a:moveTo>
                  <a:lnTo>
                    <a:pt x="360182" y="983695"/>
                  </a:lnTo>
                  <a:lnTo>
                    <a:pt x="312168" y="976859"/>
                  </a:lnTo>
                  <a:close/>
                  <a:moveTo>
                    <a:pt x="312168" y="976859"/>
                  </a:moveTo>
                  <a:lnTo>
                    <a:pt x="360182" y="983695"/>
                  </a:lnTo>
                  <a:lnTo>
                    <a:pt x="396155" y="869079"/>
                  </a:lnTo>
                  <a:close/>
                  <a:moveTo>
                    <a:pt x="317442" y="872479"/>
                  </a:moveTo>
                  <a:lnTo>
                    <a:pt x="312168" y="976859"/>
                  </a:lnTo>
                  <a:lnTo>
                    <a:pt x="396155" y="869079"/>
                  </a:lnTo>
                  <a:close/>
                  <a:moveTo>
                    <a:pt x="1275022" y="1740327"/>
                  </a:moveTo>
                  <a:lnTo>
                    <a:pt x="1355304" y="1735651"/>
                  </a:lnTo>
                  <a:lnTo>
                    <a:pt x="1341012" y="1647178"/>
                  </a:lnTo>
                  <a:close/>
                  <a:moveTo>
                    <a:pt x="725557" y="1183427"/>
                  </a:moveTo>
                  <a:lnTo>
                    <a:pt x="716367" y="1196532"/>
                  </a:lnTo>
                  <a:lnTo>
                    <a:pt x="811971" y="1173766"/>
                  </a:lnTo>
                  <a:close/>
                  <a:moveTo>
                    <a:pt x="712266" y="1181201"/>
                  </a:moveTo>
                  <a:lnTo>
                    <a:pt x="725557" y="1183427"/>
                  </a:lnTo>
                  <a:lnTo>
                    <a:pt x="779186" y="1152746"/>
                  </a:lnTo>
                  <a:close/>
                  <a:moveTo>
                    <a:pt x="1106572" y="1361677"/>
                  </a:moveTo>
                  <a:lnTo>
                    <a:pt x="1151805" y="1479632"/>
                  </a:lnTo>
                  <a:lnTo>
                    <a:pt x="1123342" y="1443892"/>
                  </a:lnTo>
                  <a:close/>
                  <a:moveTo>
                    <a:pt x="1106572" y="1361677"/>
                  </a:moveTo>
                  <a:lnTo>
                    <a:pt x="1088698" y="1370252"/>
                  </a:lnTo>
                  <a:lnTo>
                    <a:pt x="1062234" y="1438496"/>
                  </a:lnTo>
                  <a:close/>
                  <a:moveTo>
                    <a:pt x="883471" y="1153468"/>
                  </a:moveTo>
                  <a:lnTo>
                    <a:pt x="948783" y="1123131"/>
                  </a:lnTo>
                  <a:lnTo>
                    <a:pt x="818832" y="1085772"/>
                  </a:lnTo>
                  <a:close/>
                  <a:moveTo>
                    <a:pt x="956923" y="1108213"/>
                  </a:moveTo>
                  <a:lnTo>
                    <a:pt x="1011134" y="1133034"/>
                  </a:lnTo>
                  <a:lnTo>
                    <a:pt x="972273" y="1115032"/>
                  </a:lnTo>
                  <a:close/>
                  <a:moveTo>
                    <a:pt x="956923" y="1108213"/>
                  </a:moveTo>
                  <a:lnTo>
                    <a:pt x="972273" y="1115032"/>
                  </a:lnTo>
                  <a:lnTo>
                    <a:pt x="980367" y="1097454"/>
                  </a:lnTo>
                  <a:close/>
                  <a:moveTo>
                    <a:pt x="956923" y="1108213"/>
                  </a:moveTo>
                  <a:lnTo>
                    <a:pt x="980367" y="1097454"/>
                  </a:lnTo>
                  <a:lnTo>
                    <a:pt x="874530" y="1078816"/>
                  </a:lnTo>
                  <a:close/>
                  <a:moveTo>
                    <a:pt x="1467444" y="1304707"/>
                  </a:moveTo>
                  <a:lnTo>
                    <a:pt x="1400476" y="1298558"/>
                  </a:lnTo>
                  <a:lnTo>
                    <a:pt x="1469106" y="1403448"/>
                  </a:lnTo>
                  <a:close/>
                  <a:moveTo>
                    <a:pt x="1373358" y="1120158"/>
                  </a:moveTo>
                  <a:lnTo>
                    <a:pt x="1281879" y="1038159"/>
                  </a:lnTo>
                  <a:lnTo>
                    <a:pt x="1373147" y="1120592"/>
                  </a:lnTo>
                  <a:close/>
                  <a:moveTo>
                    <a:pt x="1274092" y="1040438"/>
                  </a:moveTo>
                  <a:lnTo>
                    <a:pt x="1269400" y="1010133"/>
                  </a:lnTo>
                  <a:lnTo>
                    <a:pt x="1182486" y="963837"/>
                  </a:lnTo>
                  <a:close/>
                  <a:moveTo>
                    <a:pt x="1077219" y="848916"/>
                  </a:moveTo>
                  <a:lnTo>
                    <a:pt x="1124199" y="873728"/>
                  </a:lnTo>
                  <a:lnTo>
                    <a:pt x="1030548" y="816974"/>
                  </a:lnTo>
                  <a:close/>
                  <a:moveTo>
                    <a:pt x="995416" y="791514"/>
                  </a:moveTo>
                  <a:lnTo>
                    <a:pt x="1030548" y="816974"/>
                  </a:lnTo>
                  <a:lnTo>
                    <a:pt x="929710" y="738269"/>
                  </a:lnTo>
                  <a:close/>
                  <a:moveTo>
                    <a:pt x="929710" y="738269"/>
                  </a:moveTo>
                  <a:lnTo>
                    <a:pt x="1030548" y="816974"/>
                  </a:lnTo>
                  <a:lnTo>
                    <a:pt x="950207" y="747734"/>
                  </a:lnTo>
                  <a:close/>
                  <a:moveTo>
                    <a:pt x="1077219" y="848916"/>
                  </a:moveTo>
                  <a:lnTo>
                    <a:pt x="1030548" y="816974"/>
                  </a:lnTo>
                  <a:lnTo>
                    <a:pt x="995416" y="791514"/>
                  </a:lnTo>
                  <a:close/>
                  <a:moveTo>
                    <a:pt x="1482562" y="1034595"/>
                  </a:moveTo>
                  <a:lnTo>
                    <a:pt x="1414971" y="999722"/>
                  </a:lnTo>
                  <a:lnTo>
                    <a:pt x="1373358" y="1120158"/>
                  </a:lnTo>
                  <a:close/>
                  <a:moveTo>
                    <a:pt x="1182486" y="963837"/>
                  </a:moveTo>
                  <a:lnTo>
                    <a:pt x="1269400" y="1010133"/>
                  </a:lnTo>
                  <a:lnTo>
                    <a:pt x="1305958" y="931618"/>
                  </a:lnTo>
                  <a:close/>
                  <a:moveTo>
                    <a:pt x="1414971" y="999722"/>
                  </a:moveTo>
                  <a:lnTo>
                    <a:pt x="1482562" y="1034595"/>
                  </a:lnTo>
                  <a:lnTo>
                    <a:pt x="1505047" y="973859"/>
                  </a:lnTo>
                  <a:close/>
                  <a:moveTo>
                    <a:pt x="1394242" y="983038"/>
                  </a:moveTo>
                  <a:lnTo>
                    <a:pt x="1505047" y="973859"/>
                  </a:lnTo>
                  <a:lnTo>
                    <a:pt x="1514850" y="940114"/>
                  </a:lnTo>
                  <a:close/>
                  <a:moveTo>
                    <a:pt x="1823001" y="1097329"/>
                  </a:moveTo>
                  <a:lnTo>
                    <a:pt x="1824407" y="1207931"/>
                  </a:lnTo>
                  <a:lnTo>
                    <a:pt x="1919153" y="1121900"/>
                  </a:lnTo>
                  <a:close/>
                  <a:moveTo>
                    <a:pt x="1778914" y="1033079"/>
                  </a:moveTo>
                  <a:lnTo>
                    <a:pt x="1826640" y="1054666"/>
                  </a:lnTo>
                  <a:lnTo>
                    <a:pt x="1774883" y="1005064"/>
                  </a:lnTo>
                  <a:close/>
                  <a:moveTo>
                    <a:pt x="1691771" y="943240"/>
                  </a:moveTo>
                  <a:lnTo>
                    <a:pt x="1778914" y="1033079"/>
                  </a:lnTo>
                  <a:lnTo>
                    <a:pt x="1774883" y="1005064"/>
                  </a:lnTo>
                  <a:close/>
                  <a:moveTo>
                    <a:pt x="2151527" y="1433394"/>
                  </a:moveTo>
                  <a:lnTo>
                    <a:pt x="2238408" y="1479569"/>
                  </a:lnTo>
                  <a:lnTo>
                    <a:pt x="2286447" y="1443976"/>
                  </a:lnTo>
                  <a:close/>
                  <a:moveTo>
                    <a:pt x="1822722" y="897371"/>
                  </a:moveTo>
                  <a:lnTo>
                    <a:pt x="1732808" y="909878"/>
                  </a:lnTo>
                  <a:lnTo>
                    <a:pt x="1838537" y="984606"/>
                  </a:lnTo>
                  <a:close/>
                  <a:moveTo>
                    <a:pt x="1680763" y="922849"/>
                  </a:moveTo>
                  <a:lnTo>
                    <a:pt x="1732808" y="909878"/>
                  </a:lnTo>
                  <a:lnTo>
                    <a:pt x="1749502" y="829717"/>
                  </a:lnTo>
                  <a:close/>
                  <a:moveTo>
                    <a:pt x="1732808" y="909878"/>
                  </a:moveTo>
                  <a:lnTo>
                    <a:pt x="1822722" y="897371"/>
                  </a:lnTo>
                  <a:lnTo>
                    <a:pt x="1749502" y="829717"/>
                  </a:lnTo>
                  <a:close/>
                  <a:moveTo>
                    <a:pt x="1822722" y="897371"/>
                  </a:moveTo>
                  <a:lnTo>
                    <a:pt x="1832232" y="860374"/>
                  </a:lnTo>
                  <a:lnTo>
                    <a:pt x="1749502" y="829717"/>
                  </a:lnTo>
                  <a:close/>
                  <a:moveTo>
                    <a:pt x="2376190" y="1350925"/>
                  </a:moveTo>
                  <a:lnTo>
                    <a:pt x="2286447" y="1443976"/>
                  </a:lnTo>
                  <a:lnTo>
                    <a:pt x="2363615" y="1453839"/>
                  </a:lnTo>
                  <a:close/>
                  <a:moveTo>
                    <a:pt x="2443594" y="1356719"/>
                  </a:moveTo>
                  <a:lnTo>
                    <a:pt x="2376190" y="1350925"/>
                  </a:lnTo>
                  <a:lnTo>
                    <a:pt x="2363615" y="1453839"/>
                  </a:lnTo>
                  <a:close/>
                  <a:moveTo>
                    <a:pt x="1946456" y="763761"/>
                  </a:moveTo>
                  <a:lnTo>
                    <a:pt x="1973420" y="681546"/>
                  </a:lnTo>
                  <a:lnTo>
                    <a:pt x="1937051" y="764925"/>
                  </a:lnTo>
                  <a:close/>
                  <a:moveTo>
                    <a:pt x="1937051" y="764925"/>
                  </a:moveTo>
                  <a:lnTo>
                    <a:pt x="1906384" y="689763"/>
                  </a:lnTo>
                  <a:lnTo>
                    <a:pt x="1935148" y="763761"/>
                  </a:lnTo>
                  <a:close/>
                  <a:moveTo>
                    <a:pt x="1946456" y="763761"/>
                  </a:moveTo>
                  <a:lnTo>
                    <a:pt x="1941839" y="761032"/>
                  </a:lnTo>
                  <a:lnTo>
                    <a:pt x="1973420" y="681546"/>
                  </a:lnTo>
                  <a:close/>
                  <a:moveTo>
                    <a:pt x="2126723" y="531724"/>
                  </a:moveTo>
                  <a:lnTo>
                    <a:pt x="2041438" y="540467"/>
                  </a:lnTo>
                  <a:lnTo>
                    <a:pt x="2137338" y="623186"/>
                  </a:lnTo>
                  <a:close/>
                  <a:moveTo>
                    <a:pt x="2041438" y="540467"/>
                  </a:moveTo>
                  <a:lnTo>
                    <a:pt x="2031623" y="522458"/>
                  </a:lnTo>
                  <a:lnTo>
                    <a:pt x="2033359" y="624632"/>
                  </a:lnTo>
                  <a:close/>
                  <a:moveTo>
                    <a:pt x="2322354" y="851318"/>
                  </a:moveTo>
                  <a:lnTo>
                    <a:pt x="2403855" y="827973"/>
                  </a:lnTo>
                  <a:lnTo>
                    <a:pt x="2416642" y="791286"/>
                  </a:lnTo>
                  <a:close/>
                  <a:moveTo>
                    <a:pt x="2298560" y="843659"/>
                  </a:moveTo>
                  <a:lnTo>
                    <a:pt x="2322354" y="851318"/>
                  </a:lnTo>
                  <a:lnTo>
                    <a:pt x="2416642" y="791286"/>
                  </a:lnTo>
                  <a:close/>
                  <a:moveTo>
                    <a:pt x="2403855" y="827973"/>
                  </a:moveTo>
                  <a:lnTo>
                    <a:pt x="2457627" y="812882"/>
                  </a:lnTo>
                  <a:lnTo>
                    <a:pt x="2416642" y="791286"/>
                  </a:lnTo>
                  <a:close/>
                  <a:moveTo>
                    <a:pt x="2209381" y="664709"/>
                  </a:moveTo>
                  <a:lnTo>
                    <a:pt x="2244103" y="640053"/>
                  </a:lnTo>
                  <a:lnTo>
                    <a:pt x="2169105" y="638302"/>
                  </a:lnTo>
                  <a:close/>
                  <a:moveTo>
                    <a:pt x="2463943" y="692230"/>
                  </a:moveTo>
                  <a:lnTo>
                    <a:pt x="2457627" y="812882"/>
                  </a:lnTo>
                  <a:lnTo>
                    <a:pt x="2525502" y="704434"/>
                  </a:lnTo>
                  <a:close/>
                  <a:moveTo>
                    <a:pt x="2525502" y="704434"/>
                  </a:moveTo>
                  <a:lnTo>
                    <a:pt x="2457627" y="812882"/>
                  </a:lnTo>
                  <a:lnTo>
                    <a:pt x="2509781" y="802450"/>
                  </a:lnTo>
                  <a:close/>
                  <a:moveTo>
                    <a:pt x="2330338" y="566236"/>
                  </a:moveTo>
                  <a:lnTo>
                    <a:pt x="2370759" y="648452"/>
                  </a:lnTo>
                  <a:lnTo>
                    <a:pt x="2306487" y="546264"/>
                  </a:lnTo>
                  <a:close/>
                  <a:moveTo>
                    <a:pt x="2056202" y="128095"/>
                  </a:moveTo>
                  <a:lnTo>
                    <a:pt x="2116543" y="116724"/>
                  </a:lnTo>
                  <a:lnTo>
                    <a:pt x="2066320" y="102261"/>
                  </a:lnTo>
                  <a:close/>
                  <a:moveTo>
                    <a:pt x="2599145" y="690298"/>
                  </a:moveTo>
                  <a:lnTo>
                    <a:pt x="2525502" y="704434"/>
                  </a:lnTo>
                  <a:lnTo>
                    <a:pt x="2597919" y="696531"/>
                  </a:lnTo>
                  <a:close/>
                  <a:moveTo>
                    <a:pt x="2599145" y="690298"/>
                  </a:moveTo>
                  <a:lnTo>
                    <a:pt x="2528245" y="687346"/>
                  </a:lnTo>
                  <a:lnTo>
                    <a:pt x="2525502" y="704434"/>
                  </a:lnTo>
                  <a:close/>
                  <a:moveTo>
                    <a:pt x="2528245" y="687346"/>
                  </a:moveTo>
                  <a:lnTo>
                    <a:pt x="2599145" y="690298"/>
                  </a:lnTo>
                  <a:lnTo>
                    <a:pt x="2620479" y="572862"/>
                  </a:lnTo>
                  <a:close/>
                  <a:moveTo>
                    <a:pt x="2528245" y="687346"/>
                  </a:moveTo>
                  <a:lnTo>
                    <a:pt x="2620479" y="572862"/>
                  </a:lnTo>
                  <a:lnTo>
                    <a:pt x="2542698" y="575505"/>
                  </a:lnTo>
                  <a:close/>
                  <a:moveTo>
                    <a:pt x="2620479" y="572862"/>
                  </a:moveTo>
                  <a:lnTo>
                    <a:pt x="2621258" y="568593"/>
                  </a:lnTo>
                  <a:lnTo>
                    <a:pt x="2546017" y="565936"/>
                  </a:lnTo>
                  <a:close/>
                  <a:moveTo>
                    <a:pt x="2171058" y="0"/>
                  </a:moveTo>
                  <a:lnTo>
                    <a:pt x="2116543" y="116724"/>
                  </a:lnTo>
                  <a:lnTo>
                    <a:pt x="2152672" y="110259"/>
                  </a:lnTo>
                  <a:close/>
                  <a:moveTo>
                    <a:pt x="2255868" y="86954"/>
                  </a:moveTo>
                  <a:lnTo>
                    <a:pt x="2259696" y="78288"/>
                  </a:lnTo>
                  <a:lnTo>
                    <a:pt x="2217039" y="108459"/>
                  </a:lnTo>
                  <a:close/>
                  <a:moveTo>
                    <a:pt x="2171058" y="0"/>
                  </a:moveTo>
                  <a:lnTo>
                    <a:pt x="2152672" y="110259"/>
                  </a:lnTo>
                  <a:lnTo>
                    <a:pt x="2217039" y="108459"/>
                  </a:lnTo>
                  <a:close/>
                  <a:moveTo>
                    <a:pt x="2621258" y="568593"/>
                  </a:moveTo>
                  <a:lnTo>
                    <a:pt x="2647916" y="453059"/>
                  </a:lnTo>
                  <a:lnTo>
                    <a:pt x="2546017" y="565936"/>
                  </a:lnTo>
                  <a:close/>
                  <a:moveTo>
                    <a:pt x="2621258" y="568593"/>
                  </a:moveTo>
                  <a:lnTo>
                    <a:pt x="2695344" y="566927"/>
                  </a:lnTo>
                  <a:lnTo>
                    <a:pt x="2732750" y="491582"/>
                  </a:lnTo>
                  <a:close/>
                  <a:moveTo>
                    <a:pt x="2806366" y="442830"/>
                  </a:moveTo>
                  <a:lnTo>
                    <a:pt x="2744207" y="432773"/>
                  </a:lnTo>
                  <a:lnTo>
                    <a:pt x="2732750" y="491582"/>
                  </a:lnTo>
                  <a:close/>
                  <a:moveTo>
                    <a:pt x="2744207" y="432773"/>
                  </a:moveTo>
                  <a:lnTo>
                    <a:pt x="2806366" y="442830"/>
                  </a:lnTo>
                  <a:lnTo>
                    <a:pt x="2796039" y="351134"/>
                  </a:lnTo>
                  <a:close/>
                  <a:moveTo>
                    <a:pt x="2452719" y="187694"/>
                  </a:moveTo>
                  <a:lnTo>
                    <a:pt x="2516819" y="196175"/>
                  </a:lnTo>
                  <a:lnTo>
                    <a:pt x="2495597" y="113336"/>
                  </a:lnTo>
                  <a:close/>
                  <a:moveTo>
                    <a:pt x="2495597" y="113336"/>
                  </a:moveTo>
                  <a:lnTo>
                    <a:pt x="2555920" y="204282"/>
                  </a:lnTo>
                  <a:lnTo>
                    <a:pt x="2540577" y="122067"/>
                  </a:lnTo>
                  <a:close/>
                  <a:moveTo>
                    <a:pt x="2495597" y="113336"/>
                  </a:moveTo>
                  <a:lnTo>
                    <a:pt x="2516819" y="196175"/>
                  </a:lnTo>
                  <a:lnTo>
                    <a:pt x="2555920" y="20428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30" name="Candidate_density__2129">
              <a:extLst>
                <a:ext uri="{FF2B5EF4-FFF2-40B4-BE49-F238E27FC236}">
                  <a16:creationId xmlns:a16="http://schemas.microsoft.com/office/drawing/2014/main" id="{B0CA7E22-C0EB-6E81-751F-3612EB3D2ACD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708627"/>
              <a:ext cx="2851816" cy="2142973"/>
            </a:xfrm>
            <a:custGeom>
              <a:avLst/>
              <a:gdLst/>
              <a:ahLst/>
              <a:cxnLst/>
              <a:rect l="0" t="0" r="0" b="0"/>
              <a:pathLst>
                <a:path w="2851816" h="2142973">
                  <a:moveTo>
                    <a:pt x="183558" y="1431793"/>
                  </a:moveTo>
                  <a:lnTo>
                    <a:pt x="146567" y="1470229"/>
                  </a:lnTo>
                  <a:lnTo>
                    <a:pt x="215539" y="1514008"/>
                  </a:lnTo>
                  <a:close/>
                  <a:moveTo>
                    <a:pt x="72999" y="1349578"/>
                  </a:moveTo>
                  <a:lnTo>
                    <a:pt x="13696" y="1287194"/>
                  </a:lnTo>
                  <a:lnTo>
                    <a:pt x="0" y="1305799"/>
                  </a:lnTo>
                  <a:close/>
                  <a:moveTo>
                    <a:pt x="72999" y="1349578"/>
                  </a:moveTo>
                  <a:lnTo>
                    <a:pt x="0" y="1305799"/>
                  </a:lnTo>
                  <a:lnTo>
                    <a:pt x="55777" y="1388014"/>
                  </a:lnTo>
                  <a:close/>
                  <a:moveTo>
                    <a:pt x="857639" y="1968862"/>
                  </a:moveTo>
                  <a:lnTo>
                    <a:pt x="850959" y="2077292"/>
                  </a:lnTo>
                  <a:lnTo>
                    <a:pt x="885997" y="1993088"/>
                  </a:lnTo>
                  <a:close/>
                  <a:moveTo>
                    <a:pt x="857639" y="1968862"/>
                  </a:moveTo>
                  <a:lnTo>
                    <a:pt x="764547" y="2007299"/>
                  </a:lnTo>
                  <a:lnTo>
                    <a:pt x="850959" y="2077292"/>
                  </a:lnTo>
                  <a:close/>
                  <a:moveTo>
                    <a:pt x="885997" y="1993088"/>
                  </a:moveTo>
                  <a:lnTo>
                    <a:pt x="850959" y="2077292"/>
                  </a:lnTo>
                  <a:lnTo>
                    <a:pt x="963662" y="2004808"/>
                  </a:lnTo>
                  <a:close/>
                  <a:moveTo>
                    <a:pt x="765826" y="1822445"/>
                  </a:moveTo>
                  <a:lnTo>
                    <a:pt x="738194" y="1822979"/>
                  </a:lnTo>
                  <a:lnTo>
                    <a:pt x="855411" y="1886646"/>
                  </a:lnTo>
                  <a:close/>
                  <a:moveTo>
                    <a:pt x="1075147" y="2142973"/>
                  </a:moveTo>
                  <a:lnTo>
                    <a:pt x="1161736" y="2094856"/>
                  </a:lnTo>
                  <a:lnTo>
                    <a:pt x="1085289" y="2122942"/>
                  </a:lnTo>
                  <a:close/>
                  <a:moveTo>
                    <a:pt x="1200964" y="2119522"/>
                  </a:moveTo>
                  <a:lnTo>
                    <a:pt x="1161736" y="2094856"/>
                  </a:lnTo>
                  <a:lnTo>
                    <a:pt x="1075147" y="2142973"/>
                  </a:lnTo>
                  <a:close/>
                  <a:moveTo>
                    <a:pt x="1085289" y="2122942"/>
                  </a:moveTo>
                  <a:lnTo>
                    <a:pt x="1161736" y="2094856"/>
                  </a:lnTo>
                  <a:lnTo>
                    <a:pt x="1111704" y="2064452"/>
                  </a:lnTo>
                  <a:close/>
                  <a:moveTo>
                    <a:pt x="970747" y="1955286"/>
                  </a:moveTo>
                  <a:lnTo>
                    <a:pt x="885997" y="1993088"/>
                  </a:lnTo>
                  <a:lnTo>
                    <a:pt x="963662" y="2004808"/>
                  </a:lnTo>
                  <a:close/>
                  <a:moveTo>
                    <a:pt x="855411" y="1886646"/>
                  </a:moveTo>
                  <a:lnTo>
                    <a:pt x="860450" y="1884271"/>
                  </a:lnTo>
                  <a:lnTo>
                    <a:pt x="765826" y="1822445"/>
                  </a:lnTo>
                  <a:close/>
                  <a:moveTo>
                    <a:pt x="860450" y="1884271"/>
                  </a:moveTo>
                  <a:lnTo>
                    <a:pt x="941001" y="1879377"/>
                  </a:lnTo>
                  <a:lnTo>
                    <a:pt x="901768" y="1836853"/>
                  </a:lnTo>
                  <a:close/>
                  <a:moveTo>
                    <a:pt x="496449" y="1537460"/>
                  </a:moveTo>
                  <a:lnTo>
                    <a:pt x="551323" y="1553441"/>
                  </a:lnTo>
                  <a:lnTo>
                    <a:pt x="544302" y="1459057"/>
                  </a:lnTo>
                  <a:close/>
                  <a:moveTo>
                    <a:pt x="551323" y="1553441"/>
                  </a:moveTo>
                  <a:lnTo>
                    <a:pt x="582991" y="1557786"/>
                  </a:lnTo>
                  <a:lnTo>
                    <a:pt x="544302" y="1459057"/>
                  </a:lnTo>
                  <a:close/>
                  <a:moveTo>
                    <a:pt x="1161736" y="2094856"/>
                  </a:moveTo>
                  <a:lnTo>
                    <a:pt x="1200964" y="2119522"/>
                  </a:lnTo>
                  <a:lnTo>
                    <a:pt x="1205523" y="2085786"/>
                  </a:lnTo>
                  <a:close/>
                  <a:moveTo>
                    <a:pt x="1205523" y="2085786"/>
                  </a:moveTo>
                  <a:lnTo>
                    <a:pt x="1111704" y="2064452"/>
                  </a:lnTo>
                  <a:lnTo>
                    <a:pt x="1161736" y="2094856"/>
                  </a:lnTo>
                  <a:close/>
                  <a:moveTo>
                    <a:pt x="1131026" y="1985666"/>
                  </a:moveTo>
                  <a:lnTo>
                    <a:pt x="1111704" y="2064452"/>
                  </a:lnTo>
                  <a:lnTo>
                    <a:pt x="1205523" y="2085786"/>
                  </a:lnTo>
                  <a:close/>
                  <a:moveTo>
                    <a:pt x="1217959" y="1975583"/>
                  </a:moveTo>
                  <a:lnTo>
                    <a:pt x="1131026" y="1985666"/>
                  </a:lnTo>
                  <a:lnTo>
                    <a:pt x="1205523" y="2085786"/>
                  </a:lnTo>
                  <a:close/>
                  <a:moveTo>
                    <a:pt x="1289808" y="2077856"/>
                  </a:moveTo>
                  <a:lnTo>
                    <a:pt x="1205523" y="2085786"/>
                  </a:lnTo>
                  <a:lnTo>
                    <a:pt x="1200964" y="2119522"/>
                  </a:lnTo>
                  <a:close/>
                  <a:moveTo>
                    <a:pt x="1131026" y="1985666"/>
                  </a:moveTo>
                  <a:lnTo>
                    <a:pt x="1217959" y="1975583"/>
                  </a:lnTo>
                  <a:lnTo>
                    <a:pt x="1136524" y="1942049"/>
                  </a:lnTo>
                  <a:close/>
                  <a:moveTo>
                    <a:pt x="1217959" y="1975583"/>
                  </a:moveTo>
                  <a:lnTo>
                    <a:pt x="1218937" y="1971520"/>
                  </a:lnTo>
                  <a:lnTo>
                    <a:pt x="1136524" y="1942049"/>
                  </a:lnTo>
                  <a:close/>
                  <a:moveTo>
                    <a:pt x="1048006" y="1826296"/>
                  </a:moveTo>
                  <a:lnTo>
                    <a:pt x="1068551" y="1809774"/>
                  </a:lnTo>
                  <a:lnTo>
                    <a:pt x="1008367" y="1741546"/>
                  </a:lnTo>
                  <a:close/>
                  <a:moveTo>
                    <a:pt x="415959" y="987623"/>
                  </a:moveTo>
                  <a:lnTo>
                    <a:pt x="363748" y="1003370"/>
                  </a:lnTo>
                  <a:lnTo>
                    <a:pt x="430247" y="990729"/>
                  </a:lnTo>
                  <a:close/>
                  <a:moveTo>
                    <a:pt x="1232874" y="1863365"/>
                  </a:moveTo>
                  <a:lnTo>
                    <a:pt x="1136524" y="1942049"/>
                  </a:lnTo>
                  <a:lnTo>
                    <a:pt x="1218937" y="1971520"/>
                  </a:lnTo>
                  <a:close/>
                  <a:moveTo>
                    <a:pt x="1232874" y="1863365"/>
                  </a:moveTo>
                  <a:lnTo>
                    <a:pt x="1298663" y="1870473"/>
                  </a:lnTo>
                  <a:lnTo>
                    <a:pt x="1228058" y="1790417"/>
                  </a:lnTo>
                  <a:close/>
                  <a:moveTo>
                    <a:pt x="1127591" y="1788274"/>
                  </a:moveTo>
                  <a:lnTo>
                    <a:pt x="1008367" y="1741546"/>
                  </a:lnTo>
                  <a:lnTo>
                    <a:pt x="1068551" y="1809774"/>
                  </a:lnTo>
                  <a:close/>
                  <a:moveTo>
                    <a:pt x="1107909" y="1704183"/>
                  </a:moveTo>
                  <a:lnTo>
                    <a:pt x="1021276" y="1714022"/>
                  </a:lnTo>
                  <a:lnTo>
                    <a:pt x="1127591" y="1788274"/>
                  </a:lnTo>
                  <a:close/>
                  <a:moveTo>
                    <a:pt x="1021276" y="1714022"/>
                  </a:moveTo>
                  <a:lnTo>
                    <a:pt x="1107909" y="1704183"/>
                  </a:lnTo>
                  <a:lnTo>
                    <a:pt x="1077268" y="1629002"/>
                  </a:lnTo>
                  <a:close/>
                  <a:moveTo>
                    <a:pt x="1021276" y="1714022"/>
                  </a:moveTo>
                  <a:lnTo>
                    <a:pt x="1077268" y="1629002"/>
                  </a:lnTo>
                  <a:lnTo>
                    <a:pt x="984069" y="1644179"/>
                  </a:lnTo>
                  <a:close/>
                  <a:moveTo>
                    <a:pt x="984069" y="1644179"/>
                  </a:moveTo>
                  <a:lnTo>
                    <a:pt x="1077268" y="1629002"/>
                  </a:lnTo>
                  <a:lnTo>
                    <a:pt x="974358" y="1551981"/>
                  </a:lnTo>
                  <a:close/>
                  <a:moveTo>
                    <a:pt x="768043" y="1185128"/>
                  </a:moveTo>
                  <a:lnTo>
                    <a:pt x="729399" y="1234268"/>
                  </a:lnTo>
                  <a:lnTo>
                    <a:pt x="757429" y="1206788"/>
                  </a:lnTo>
                  <a:close/>
                  <a:moveTo>
                    <a:pt x="373219" y="876407"/>
                  </a:moveTo>
                  <a:lnTo>
                    <a:pt x="451932" y="873006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56053" y="854622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72485" y="866971"/>
                  </a:lnTo>
                  <a:lnTo>
                    <a:pt x="456053" y="854622"/>
                  </a:lnTo>
                  <a:close/>
                  <a:moveTo>
                    <a:pt x="1330798" y="1744254"/>
                  </a:moveTo>
                  <a:lnTo>
                    <a:pt x="1228058" y="1790417"/>
                  </a:lnTo>
                  <a:lnTo>
                    <a:pt x="1311836" y="1824992"/>
                  </a:lnTo>
                  <a:close/>
                  <a:moveTo>
                    <a:pt x="781333" y="1187354"/>
                  </a:moveTo>
                  <a:lnTo>
                    <a:pt x="867748" y="1177693"/>
                  </a:lnTo>
                  <a:lnTo>
                    <a:pt x="834963" y="1156673"/>
                  </a:lnTo>
                  <a:close/>
                  <a:moveTo>
                    <a:pt x="707835" y="910750"/>
                  </a:moveTo>
                  <a:lnTo>
                    <a:pt x="769805" y="992965"/>
                  </a:lnTo>
                  <a:lnTo>
                    <a:pt x="703438" y="949187"/>
                  </a:lnTo>
                  <a:close/>
                  <a:moveTo>
                    <a:pt x="584899" y="925591"/>
                  </a:moveTo>
                  <a:lnTo>
                    <a:pt x="658821" y="910750"/>
                  </a:lnTo>
                  <a:lnTo>
                    <a:pt x="589644" y="860237"/>
                  </a:lnTo>
                  <a:close/>
                  <a:moveTo>
                    <a:pt x="472485" y="866971"/>
                  </a:moveTo>
                  <a:lnTo>
                    <a:pt x="527939" y="828535"/>
                  </a:lnTo>
                  <a:lnTo>
                    <a:pt x="456053" y="854622"/>
                  </a:lnTo>
                  <a:close/>
                  <a:moveTo>
                    <a:pt x="1043774" y="1201174"/>
                  </a:moveTo>
                  <a:lnTo>
                    <a:pt x="1028050" y="1118959"/>
                  </a:lnTo>
                  <a:lnTo>
                    <a:pt x="1045740" y="1172217"/>
                  </a:lnTo>
                  <a:close/>
                  <a:moveTo>
                    <a:pt x="1012699" y="1112140"/>
                  </a:moveTo>
                  <a:lnTo>
                    <a:pt x="1004560" y="1127059"/>
                  </a:lnTo>
                  <a:lnTo>
                    <a:pt x="998734" y="1157395"/>
                  </a:lnTo>
                  <a:close/>
                  <a:moveTo>
                    <a:pt x="774915" y="995619"/>
                  </a:moveTo>
                  <a:lnTo>
                    <a:pt x="769805" y="992965"/>
                  </a:lnTo>
                  <a:lnTo>
                    <a:pt x="817906" y="954529"/>
                  </a:lnTo>
                  <a:close/>
                  <a:moveTo>
                    <a:pt x="774915" y="995619"/>
                  </a:moveTo>
                  <a:lnTo>
                    <a:pt x="822061" y="956689"/>
                  </a:lnTo>
                  <a:lnTo>
                    <a:pt x="777481" y="992965"/>
                  </a:lnTo>
                  <a:close/>
                  <a:moveTo>
                    <a:pt x="771399" y="895154"/>
                  </a:moveTo>
                  <a:lnTo>
                    <a:pt x="820925" y="952443"/>
                  </a:lnTo>
                  <a:lnTo>
                    <a:pt x="707835" y="910750"/>
                  </a:lnTo>
                  <a:close/>
                  <a:moveTo>
                    <a:pt x="707835" y="910750"/>
                  </a:moveTo>
                  <a:lnTo>
                    <a:pt x="817906" y="954529"/>
                  </a:lnTo>
                  <a:lnTo>
                    <a:pt x="769805" y="992965"/>
                  </a:lnTo>
                  <a:close/>
                  <a:moveTo>
                    <a:pt x="675333" y="686754"/>
                  </a:moveTo>
                  <a:lnTo>
                    <a:pt x="617433" y="685477"/>
                  </a:lnTo>
                  <a:lnTo>
                    <a:pt x="546603" y="699315"/>
                  </a:lnTo>
                  <a:close/>
                  <a:moveTo>
                    <a:pt x="675333" y="686754"/>
                  </a:moveTo>
                  <a:lnTo>
                    <a:pt x="723773" y="707883"/>
                  </a:lnTo>
                  <a:lnTo>
                    <a:pt x="697112" y="704729"/>
                  </a:lnTo>
                  <a:close/>
                  <a:moveTo>
                    <a:pt x="1425441" y="1727904"/>
                  </a:moveTo>
                  <a:lnTo>
                    <a:pt x="1372992" y="1709952"/>
                  </a:lnTo>
                  <a:lnTo>
                    <a:pt x="1397855" y="1650239"/>
                  </a:lnTo>
                  <a:close/>
                  <a:moveTo>
                    <a:pt x="1639476" y="1370946"/>
                  </a:moveTo>
                  <a:lnTo>
                    <a:pt x="1587756" y="1491598"/>
                  </a:lnTo>
                  <a:lnTo>
                    <a:pt x="1661728" y="1453161"/>
                  </a:lnTo>
                  <a:close/>
                  <a:moveTo>
                    <a:pt x="1428923" y="1124519"/>
                  </a:moveTo>
                  <a:lnTo>
                    <a:pt x="1343456" y="1133411"/>
                  </a:lnTo>
                  <a:lnTo>
                    <a:pt x="1416275" y="1234895"/>
                  </a:lnTo>
                  <a:close/>
                  <a:moveTo>
                    <a:pt x="1225446" y="1068667"/>
                  </a:moveTo>
                  <a:lnTo>
                    <a:pt x="1173313" y="1050458"/>
                  </a:lnTo>
                  <a:lnTo>
                    <a:pt x="1251757" y="1147368"/>
                  </a:lnTo>
                  <a:close/>
                  <a:moveTo>
                    <a:pt x="1428923" y="1124519"/>
                  </a:moveTo>
                  <a:lnTo>
                    <a:pt x="1329868" y="1044365"/>
                  </a:lnTo>
                  <a:lnTo>
                    <a:pt x="1343456" y="1133411"/>
                  </a:lnTo>
                  <a:close/>
                  <a:moveTo>
                    <a:pt x="1225446" y="1068667"/>
                  </a:moveTo>
                  <a:lnTo>
                    <a:pt x="1329868" y="1044365"/>
                  </a:lnTo>
                  <a:lnTo>
                    <a:pt x="1238263" y="967764"/>
                  </a:lnTo>
                  <a:close/>
                  <a:moveTo>
                    <a:pt x="1179976" y="877655"/>
                  </a:moveTo>
                  <a:lnTo>
                    <a:pt x="1200887" y="888448"/>
                  </a:lnTo>
                  <a:lnTo>
                    <a:pt x="1086324" y="820902"/>
                  </a:lnTo>
                  <a:close/>
                  <a:moveTo>
                    <a:pt x="985486" y="742197"/>
                  </a:moveTo>
                  <a:lnTo>
                    <a:pt x="1005983" y="751662"/>
                  </a:lnTo>
                  <a:lnTo>
                    <a:pt x="970324" y="738502"/>
                  </a:lnTo>
                  <a:close/>
                  <a:moveTo>
                    <a:pt x="1337656" y="1042086"/>
                  </a:moveTo>
                  <a:lnTo>
                    <a:pt x="1429135" y="1124086"/>
                  </a:lnTo>
                  <a:lnTo>
                    <a:pt x="1446500" y="1010138"/>
                  </a:lnTo>
                  <a:close/>
                  <a:moveTo>
                    <a:pt x="1325176" y="1014060"/>
                  </a:moveTo>
                  <a:lnTo>
                    <a:pt x="1450019" y="986965"/>
                  </a:lnTo>
                  <a:lnTo>
                    <a:pt x="1361735" y="935545"/>
                  </a:lnTo>
                  <a:close/>
                  <a:moveTo>
                    <a:pt x="1429135" y="1124086"/>
                  </a:moveTo>
                  <a:lnTo>
                    <a:pt x="1470747" y="1003650"/>
                  </a:lnTo>
                  <a:lnTo>
                    <a:pt x="1446500" y="1010138"/>
                  </a:lnTo>
                  <a:close/>
                  <a:moveTo>
                    <a:pt x="1446500" y="1010138"/>
                  </a:moveTo>
                  <a:lnTo>
                    <a:pt x="1470747" y="1003650"/>
                  </a:lnTo>
                  <a:lnTo>
                    <a:pt x="1450019" y="986965"/>
                  </a:lnTo>
                  <a:close/>
                  <a:moveTo>
                    <a:pt x="1470747" y="1003650"/>
                  </a:moveTo>
                  <a:lnTo>
                    <a:pt x="1560824" y="977786"/>
                  </a:lnTo>
                  <a:lnTo>
                    <a:pt x="1450019" y="986965"/>
                  </a:lnTo>
                  <a:close/>
                  <a:moveTo>
                    <a:pt x="1450019" y="986965"/>
                  </a:moveTo>
                  <a:lnTo>
                    <a:pt x="1570627" y="944041"/>
                  </a:lnTo>
                  <a:lnTo>
                    <a:pt x="1480513" y="885777"/>
                  </a:lnTo>
                  <a:close/>
                  <a:moveTo>
                    <a:pt x="1361735" y="935545"/>
                  </a:moveTo>
                  <a:lnTo>
                    <a:pt x="1450019" y="986965"/>
                  </a:lnTo>
                  <a:lnTo>
                    <a:pt x="1480513" y="885777"/>
                  </a:lnTo>
                  <a:close/>
                  <a:moveTo>
                    <a:pt x="2182915" y="1420067"/>
                  </a:moveTo>
                  <a:lnTo>
                    <a:pt x="2160812" y="1478696"/>
                  </a:lnTo>
                  <a:lnTo>
                    <a:pt x="2207304" y="1437322"/>
                  </a:lnTo>
                  <a:close/>
                  <a:moveTo>
                    <a:pt x="1773173" y="1144012"/>
                  </a:moveTo>
                  <a:lnTo>
                    <a:pt x="1878777" y="1101257"/>
                  </a:lnTo>
                  <a:lnTo>
                    <a:pt x="1785699" y="1129644"/>
                  </a:lnTo>
                  <a:close/>
                  <a:moveTo>
                    <a:pt x="1878777" y="1101257"/>
                  </a:moveTo>
                  <a:lnTo>
                    <a:pt x="1825541" y="1061148"/>
                  </a:lnTo>
                  <a:lnTo>
                    <a:pt x="1785699" y="1129644"/>
                  </a:lnTo>
                  <a:close/>
                  <a:moveTo>
                    <a:pt x="2236714" y="1381631"/>
                  </a:moveTo>
                  <a:lnTo>
                    <a:pt x="2207304" y="1437322"/>
                  </a:lnTo>
                  <a:lnTo>
                    <a:pt x="2253594" y="1395189"/>
                  </a:lnTo>
                  <a:close/>
                  <a:moveTo>
                    <a:pt x="2236714" y="1381631"/>
                  </a:moveTo>
                  <a:lnTo>
                    <a:pt x="2182915" y="1420067"/>
                  </a:lnTo>
                  <a:lnTo>
                    <a:pt x="2207304" y="1437322"/>
                  </a:lnTo>
                  <a:close/>
                  <a:moveTo>
                    <a:pt x="2253594" y="1395189"/>
                  </a:moveTo>
                  <a:lnTo>
                    <a:pt x="2207304" y="1437322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253594" y="1395189"/>
                  </a:lnTo>
                  <a:lnTo>
                    <a:pt x="2342224" y="1447903"/>
                  </a:lnTo>
                  <a:close/>
                  <a:moveTo>
                    <a:pt x="2431966" y="1354853"/>
                  </a:moveTo>
                  <a:lnTo>
                    <a:pt x="2363860" y="1349630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431966" y="1354853"/>
                  </a:lnTo>
                  <a:lnTo>
                    <a:pt x="2414292" y="1269130"/>
                  </a:lnTo>
                  <a:close/>
                  <a:moveTo>
                    <a:pt x="2363860" y="1349630"/>
                  </a:moveTo>
                  <a:lnTo>
                    <a:pt x="2414292" y="1269130"/>
                  </a:lnTo>
                  <a:lnTo>
                    <a:pt x="2344787" y="1265044"/>
                  </a:lnTo>
                  <a:close/>
                  <a:moveTo>
                    <a:pt x="2029196" y="685473"/>
                  </a:moveTo>
                  <a:lnTo>
                    <a:pt x="1997616" y="764959"/>
                  </a:lnTo>
                  <a:lnTo>
                    <a:pt x="2096686" y="656788"/>
                  </a:lnTo>
                  <a:close/>
                  <a:moveTo>
                    <a:pt x="2097215" y="544394"/>
                  </a:moveTo>
                  <a:lnTo>
                    <a:pt x="2089136" y="628560"/>
                  </a:lnTo>
                  <a:lnTo>
                    <a:pt x="2193115" y="627114"/>
                  </a:lnTo>
                  <a:close/>
                  <a:moveTo>
                    <a:pt x="2265158" y="668636"/>
                  </a:moveTo>
                  <a:lnTo>
                    <a:pt x="2344831" y="664456"/>
                  </a:lnTo>
                  <a:lnTo>
                    <a:pt x="2299880" y="643980"/>
                  </a:lnTo>
                  <a:close/>
                  <a:moveTo>
                    <a:pt x="2299880" y="643980"/>
                  </a:moveTo>
                  <a:lnTo>
                    <a:pt x="2344831" y="664456"/>
                  </a:lnTo>
                  <a:lnTo>
                    <a:pt x="2377559" y="655753"/>
                  </a:lnTo>
                  <a:close/>
                  <a:moveTo>
                    <a:pt x="2386115" y="570164"/>
                  </a:moveTo>
                  <a:lnTo>
                    <a:pt x="2344831" y="664456"/>
                  </a:lnTo>
                  <a:lnTo>
                    <a:pt x="2426536" y="652379"/>
                  </a:lnTo>
                  <a:close/>
                  <a:moveTo>
                    <a:pt x="2426536" y="652379"/>
                  </a:moveTo>
                  <a:lnTo>
                    <a:pt x="2386502" y="630578"/>
                  </a:lnTo>
                  <a:lnTo>
                    <a:pt x="2362263" y="550191"/>
                  </a:lnTo>
                  <a:close/>
                  <a:moveTo>
                    <a:pt x="2122096" y="106189"/>
                  </a:moveTo>
                  <a:lnTo>
                    <a:pt x="2172320" y="120652"/>
                  </a:lnTo>
                  <a:lnTo>
                    <a:pt x="2222988" y="0"/>
                  </a:lnTo>
                  <a:close/>
                  <a:moveTo>
                    <a:pt x="2315473" y="82215"/>
                  </a:moveTo>
                  <a:lnTo>
                    <a:pt x="2311645" y="90881"/>
                  </a:lnTo>
                  <a:lnTo>
                    <a:pt x="2252219" y="178693"/>
                  </a:lnTo>
                  <a:close/>
                  <a:moveTo>
                    <a:pt x="2272816" y="112386"/>
                  </a:moveTo>
                  <a:lnTo>
                    <a:pt x="2315473" y="82215"/>
                  </a:lnTo>
                  <a:lnTo>
                    <a:pt x="2226835" y="3927"/>
                  </a:lnTo>
                  <a:close/>
                  <a:moveTo>
                    <a:pt x="2703693" y="456987"/>
                  </a:moveTo>
                  <a:lnTo>
                    <a:pt x="2677035" y="572520"/>
                  </a:lnTo>
                  <a:lnTo>
                    <a:pt x="2788527" y="495509"/>
                  </a:lnTo>
                  <a:close/>
                  <a:moveTo>
                    <a:pt x="2611696" y="208209"/>
                  </a:moveTo>
                  <a:lnTo>
                    <a:pt x="2575037" y="254624"/>
                  </a:lnTo>
                  <a:lnTo>
                    <a:pt x="2632409" y="212066"/>
                  </a:lnTo>
                  <a:close/>
                  <a:moveTo>
                    <a:pt x="2632409" y="212066"/>
                  </a:moveTo>
                  <a:lnTo>
                    <a:pt x="2575037" y="254624"/>
                  </a:lnTo>
                  <a:lnTo>
                    <a:pt x="2579040" y="294954"/>
                  </a:lnTo>
                  <a:close/>
                  <a:moveTo>
                    <a:pt x="2632409" y="212066"/>
                  </a:moveTo>
                  <a:lnTo>
                    <a:pt x="2579040" y="294954"/>
                  </a:lnTo>
                  <a:lnTo>
                    <a:pt x="2649988" y="297867"/>
                  </a:lnTo>
                  <a:close/>
                  <a:moveTo>
                    <a:pt x="2799984" y="436700"/>
                  </a:moveTo>
                  <a:lnTo>
                    <a:pt x="2703693" y="456987"/>
                  </a:lnTo>
                  <a:lnTo>
                    <a:pt x="2788527" y="495509"/>
                  </a:lnTo>
                  <a:close/>
                  <a:moveTo>
                    <a:pt x="2799984" y="436700"/>
                  </a:moveTo>
                  <a:lnTo>
                    <a:pt x="2851816" y="355062"/>
                  </a:lnTo>
                  <a:lnTo>
                    <a:pt x="2786732" y="347382"/>
                  </a:lnTo>
                  <a:close/>
                  <a:moveTo>
                    <a:pt x="2786732" y="347382"/>
                  </a:moveTo>
                  <a:lnTo>
                    <a:pt x="2851816" y="355062"/>
                  </a:lnTo>
                  <a:lnTo>
                    <a:pt x="2822873" y="278499"/>
                  </a:lnTo>
                  <a:close/>
                  <a:moveTo>
                    <a:pt x="2572596" y="200102"/>
                  </a:moveTo>
                  <a:lnTo>
                    <a:pt x="2575037" y="254624"/>
                  </a:lnTo>
                  <a:lnTo>
                    <a:pt x="2611696" y="208209"/>
                  </a:lnTo>
                  <a:close/>
                  <a:moveTo>
                    <a:pt x="2490489" y="106169"/>
                  </a:moveTo>
                  <a:lnTo>
                    <a:pt x="2526614" y="73575"/>
                  </a:lnTo>
                  <a:lnTo>
                    <a:pt x="2450846" y="68950"/>
                  </a:lnTo>
                  <a:close/>
                  <a:moveTo>
                    <a:pt x="2490489" y="106169"/>
                  </a:moveTo>
                  <a:lnTo>
                    <a:pt x="2551373" y="117263"/>
                  </a:lnTo>
                  <a:lnTo>
                    <a:pt x="2526614" y="73575"/>
                  </a:lnTo>
                  <a:close/>
                  <a:moveTo>
                    <a:pt x="2551373" y="117263"/>
                  </a:moveTo>
                  <a:lnTo>
                    <a:pt x="2596353" y="125995"/>
                  </a:lnTo>
                  <a:lnTo>
                    <a:pt x="2526614" y="735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31" name="Candidate_density__2130">
              <a:extLst>
                <a:ext uri="{FF2B5EF4-FFF2-40B4-BE49-F238E27FC236}">
                  <a16:creationId xmlns:a16="http://schemas.microsoft.com/office/drawing/2014/main" id="{8C058F68-A933-9B96-5257-5B2FAE6EE077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612046"/>
              <a:ext cx="2822873" cy="2229874"/>
            </a:xfrm>
            <a:custGeom>
              <a:avLst/>
              <a:gdLst/>
              <a:ahLst/>
              <a:cxnLst/>
              <a:rect l="0" t="0" r="0" b="0"/>
              <a:pathLst>
                <a:path w="2822873" h="2229874">
                  <a:moveTo>
                    <a:pt x="13696" y="1383775"/>
                  </a:moveTo>
                  <a:lnTo>
                    <a:pt x="30703" y="1336334"/>
                  </a:lnTo>
                  <a:lnTo>
                    <a:pt x="0" y="1402381"/>
                  </a:lnTo>
                  <a:close/>
                  <a:moveTo>
                    <a:pt x="0" y="1402381"/>
                  </a:moveTo>
                  <a:lnTo>
                    <a:pt x="30703" y="1336334"/>
                  </a:lnTo>
                  <a:lnTo>
                    <a:pt x="41082" y="1281729"/>
                  </a:lnTo>
                  <a:close/>
                  <a:moveTo>
                    <a:pt x="0" y="1402381"/>
                  </a:moveTo>
                  <a:lnTo>
                    <a:pt x="41082" y="1281729"/>
                  </a:lnTo>
                  <a:lnTo>
                    <a:pt x="4378" y="1320165"/>
                  </a:lnTo>
                  <a:close/>
                  <a:moveTo>
                    <a:pt x="77197" y="1231508"/>
                  </a:moveTo>
                  <a:lnTo>
                    <a:pt x="4378" y="1320165"/>
                  </a:lnTo>
                  <a:lnTo>
                    <a:pt x="41082" y="1281729"/>
                  </a:lnTo>
                  <a:close/>
                  <a:moveTo>
                    <a:pt x="30703" y="1336334"/>
                  </a:moveTo>
                  <a:lnTo>
                    <a:pt x="13696" y="1383775"/>
                  </a:lnTo>
                  <a:lnTo>
                    <a:pt x="29280" y="1363944"/>
                  </a:lnTo>
                  <a:close/>
                  <a:moveTo>
                    <a:pt x="372039" y="1574501"/>
                  </a:moveTo>
                  <a:lnTo>
                    <a:pt x="436014" y="1521888"/>
                  </a:lnTo>
                  <a:lnTo>
                    <a:pt x="414412" y="1500551"/>
                  </a:lnTo>
                  <a:close/>
                  <a:moveTo>
                    <a:pt x="372039" y="1574501"/>
                  </a:moveTo>
                  <a:lnTo>
                    <a:pt x="414412" y="1500551"/>
                  </a:lnTo>
                  <a:lnTo>
                    <a:pt x="337153" y="1502770"/>
                  </a:lnTo>
                  <a:close/>
                  <a:moveTo>
                    <a:pt x="41082" y="1281729"/>
                  </a:moveTo>
                  <a:lnTo>
                    <a:pt x="94650" y="1178368"/>
                  </a:lnTo>
                  <a:lnTo>
                    <a:pt x="77197" y="1231508"/>
                  </a:lnTo>
                  <a:close/>
                  <a:moveTo>
                    <a:pt x="94908" y="1161077"/>
                  </a:moveTo>
                  <a:lnTo>
                    <a:pt x="94650" y="1178368"/>
                  </a:lnTo>
                  <a:lnTo>
                    <a:pt x="41082" y="1281729"/>
                  </a:lnTo>
                  <a:close/>
                  <a:moveTo>
                    <a:pt x="69587" y="1243292"/>
                  </a:moveTo>
                  <a:lnTo>
                    <a:pt x="94908" y="1161077"/>
                  </a:lnTo>
                  <a:lnTo>
                    <a:pt x="41082" y="1281729"/>
                  </a:lnTo>
                  <a:close/>
                  <a:moveTo>
                    <a:pt x="106462" y="1125722"/>
                  </a:moveTo>
                  <a:lnTo>
                    <a:pt x="94650" y="1178368"/>
                  </a:lnTo>
                  <a:lnTo>
                    <a:pt x="94908" y="1161077"/>
                  </a:lnTo>
                  <a:close/>
                  <a:moveTo>
                    <a:pt x="1066538" y="2109222"/>
                  </a:moveTo>
                  <a:lnTo>
                    <a:pt x="1085289" y="2219524"/>
                  </a:lnTo>
                  <a:lnTo>
                    <a:pt x="1111704" y="2161033"/>
                  </a:lnTo>
                  <a:close/>
                  <a:moveTo>
                    <a:pt x="1063175" y="2229874"/>
                  </a:moveTo>
                  <a:lnTo>
                    <a:pt x="1085289" y="2219524"/>
                  </a:lnTo>
                  <a:lnTo>
                    <a:pt x="1066538" y="2109222"/>
                  </a:lnTo>
                  <a:close/>
                  <a:moveTo>
                    <a:pt x="1026144" y="2147658"/>
                  </a:moveTo>
                  <a:lnTo>
                    <a:pt x="1063175" y="2229874"/>
                  </a:lnTo>
                  <a:lnTo>
                    <a:pt x="1066538" y="2109222"/>
                  </a:lnTo>
                  <a:close/>
                  <a:moveTo>
                    <a:pt x="1045119" y="2027007"/>
                  </a:moveTo>
                  <a:lnTo>
                    <a:pt x="1026144" y="2147658"/>
                  </a:lnTo>
                  <a:lnTo>
                    <a:pt x="1066538" y="2109222"/>
                  </a:lnTo>
                  <a:close/>
                  <a:moveTo>
                    <a:pt x="857639" y="2065443"/>
                  </a:moveTo>
                  <a:lnTo>
                    <a:pt x="885997" y="2089669"/>
                  </a:lnTo>
                  <a:lnTo>
                    <a:pt x="891702" y="2055537"/>
                  </a:lnTo>
                  <a:close/>
                  <a:moveTo>
                    <a:pt x="855411" y="1983228"/>
                  </a:moveTo>
                  <a:lnTo>
                    <a:pt x="891702" y="2055537"/>
                  </a:lnTo>
                  <a:lnTo>
                    <a:pt x="860450" y="1980853"/>
                  </a:lnTo>
                  <a:close/>
                  <a:moveTo>
                    <a:pt x="855411" y="1983228"/>
                  </a:moveTo>
                  <a:lnTo>
                    <a:pt x="857639" y="2065443"/>
                  </a:lnTo>
                  <a:lnTo>
                    <a:pt x="891702" y="2055537"/>
                  </a:lnTo>
                  <a:close/>
                  <a:moveTo>
                    <a:pt x="970747" y="2051868"/>
                  </a:moveTo>
                  <a:lnTo>
                    <a:pt x="891702" y="2055537"/>
                  </a:lnTo>
                  <a:lnTo>
                    <a:pt x="885997" y="2089669"/>
                  </a:lnTo>
                  <a:close/>
                  <a:moveTo>
                    <a:pt x="891702" y="2055537"/>
                  </a:moveTo>
                  <a:lnTo>
                    <a:pt x="970747" y="2051868"/>
                  </a:lnTo>
                  <a:lnTo>
                    <a:pt x="941001" y="1975958"/>
                  </a:lnTo>
                  <a:close/>
                  <a:moveTo>
                    <a:pt x="891702" y="2055537"/>
                  </a:moveTo>
                  <a:lnTo>
                    <a:pt x="941001" y="1975958"/>
                  </a:lnTo>
                  <a:lnTo>
                    <a:pt x="860450" y="1980853"/>
                  </a:lnTo>
                  <a:close/>
                  <a:moveTo>
                    <a:pt x="496449" y="1634042"/>
                  </a:moveTo>
                  <a:lnTo>
                    <a:pt x="544302" y="1555638"/>
                  </a:lnTo>
                  <a:lnTo>
                    <a:pt x="464892" y="1559605"/>
                  </a:lnTo>
                  <a:close/>
                  <a:moveTo>
                    <a:pt x="544302" y="1555638"/>
                  </a:moveTo>
                  <a:lnTo>
                    <a:pt x="582991" y="1654368"/>
                  </a:lnTo>
                  <a:lnTo>
                    <a:pt x="650692" y="1552017"/>
                  </a:lnTo>
                  <a:close/>
                  <a:moveTo>
                    <a:pt x="94908" y="1161077"/>
                  </a:moveTo>
                  <a:lnTo>
                    <a:pt x="115189" y="1061578"/>
                  </a:lnTo>
                  <a:lnTo>
                    <a:pt x="106462" y="1125722"/>
                  </a:lnTo>
                  <a:close/>
                  <a:moveTo>
                    <a:pt x="121168" y="1040426"/>
                  </a:moveTo>
                  <a:lnTo>
                    <a:pt x="115189" y="1061578"/>
                  </a:lnTo>
                  <a:lnTo>
                    <a:pt x="94908" y="1161077"/>
                  </a:lnTo>
                  <a:close/>
                  <a:moveTo>
                    <a:pt x="747049" y="1633622"/>
                  </a:moveTo>
                  <a:lnTo>
                    <a:pt x="750385" y="1709465"/>
                  </a:lnTo>
                  <a:lnTo>
                    <a:pt x="726918" y="1698146"/>
                  </a:lnTo>
                  <a:close/>
                  <a:moveTo>
                    <a:pt x="129993" y="998498"/>
                  </a:moveTo>
                  <a:lnTo>
                    <a:pt x="115189" y="1061578"/>
                  </a:lnTo>
                  <a:lnTo>
                    <a:pt x="121168" y="1040426"/>
                  </a:lnTo>
                  <a:close/>
                  <a:moveTo>
                    <a:pt x="1066538" y="2109222"/>
                  </a:moveTo>
                  <a:lnTo>
                    <a:pt x="1111704" y="2161033"/>
                  </a:lnTo>
                  <a:lnTo>
                    <a:pt x="1131026" y="2082247"/>
                  </a:lnTo>
                  <a:close/>
                  <a:moveTo>
                    <a:pt x="1098181" y="1988571"/>
                  </a:moveTo>
                  <a:lnTo>
                    <a:pt x="1131026" y="2082247"/>
                  </a:lnTo>
                  <a:lnTo>
                    <a:pt x="1136524" y="2038631"/>
                  </a:lnTo>
                  <a:close/>
                  <a:moveTo>
                    <a:pt x="1066538" y="2109222"/>
                  </a:moveTo>
                  <a:lnTo>
                    <a:pt x="1131026" y="2082247"/>
                  </a:lnTo>
                  <a:lnTo>
                    <a:pt x="1098181" y="1988571"/>
                  </a:lnTo>
                  <a:close/>
                  <a:moveTo>
                    <a:pt x="1068551" y="1906356"/>
                  </a:moveTo>
                  <a:lnTo>
                    <a:pt x="1064452" y="1936186"/>
                  </a:lnTo>
                  <a:lnTo>
                    <a:pt x="1045119" y="2027007"/>
                  </a:lnTo>
                  <a:close/>
                  <a:moveTo>
                    <a:pt x="747049" y="1633622"/>
                  </a:moveTo>
                  <a:lnTo>
                    <a:pt x="811222" y="1660006"/>
                  </a:lnTo>
                  <a:lnTo>
                    <a:pt x="744946" y="1615932"/>
                  </a:lnTo>
                  <a:close/>
                  <a:moveTo>
                    <a:pt x="744946" y="1615932"/>
                  </a:moveTo>
                  <a:lnTo>
                    <a:pt x="812173" y="1659710"/>
                  </a:lnTo>
                  <a:lnTo>
                    <a:pt x="819311" y="1577495"/>
                  </a:lnTo>
                  <a:close/>
                  <a:moveTo>
                    <a:pt x="628150" y="1533717"/>
                  </a:moveTo>
                  <a:lnTo>
                    <a:pt x="650692" y="1552017"/>
                  </a:lnTo>
                  <a:lnTo>
                    <a:pt x="658669" y="1523252"/>
                  </a:lnTo>
                  <a:close/>
                  <a:moveTo>
                    <a:pt x="733628" y="1522904"/>
                  </a:moveTo>
                  <a:lnTo>
                    <a:pt x="658669" y="1523252"/>
                  </a:lnTo>
                  <a:lnTo>
                    <a:pt x="650692" y="1552017"/>
                  </a:lnTo>
                  <a:close/>
                  <a:moveTo>
                    <a:pt x="430247" y="1087310"/>
                  </a:moveTo>
                  <a:lnTo>
                    <a:pt x="363748" y="1099952"/>
                  </a:lnTo>
                  <a:lnTo>
                    <a:pt x="353180" y="1189464"/>
                  </a:lnTo>
                  <a:close/>
                  <a:moveTo>
                    <a:pt x="129993" y="998498"/>
                  </a:moveTo>
                  <a:lnTo>
                    <a:pt x="181855" y="977198"/>
                  </a:lnTo>
                  <a:lnTo>
                    <a:pt x="144110" y="958211"/>
                  </a:lnTo>
                  <a:close/>
                  <a:moveTo>
                    <a:pt x="215076" y="837559"/>
                  </a:moveTo>
                  <a:lnTo>
                    <a:pt x="213012" y="842457"/>
                  </a:lnTo>
                  <a:lnTo>
                    <a:pt x="144110" y="958211"/>
                  </a:lnTo>
                  <a:close/>
                  <a:moveTo>
                    <a:pt x="1098181" y="1988571"/>
                  </a:moveTo>
                  <a:lnTo>
                    <a:pt x="1136524" y="2038631"/>
                  </a:lnTo>
                  <a:lnTo>
                    <a:pt x="1142572" y="1972769"/>
                  </a:lnTo>
                  <a:close/>
                  <a:moveTo>
                    <a:pt x="1068551" y="1906356"/>
                  </a:moveTo>
                  <a:lnTo>
                    <a:pt x="1098181" y="1988571"/>
                  </a:lnTo>
                  <a:lnTo>
                    <a:pt x="1142572" y="1972769"/>
                  </a:lnTo>
                  <a:close/>
                  <a:moveTo>
                    <a:pt x="1232874" y="1959946"/>
                  </a:moveTo>
                  <a:lnTo>
                    <a:pt x="1142572" y="1972769"/>
                  </a:lnTo>
                  <a:lnTo>
                    <a:pt x="1136524" y="2038631"/>
                  </a:lnTo>
                  <a:close/>
                  <a:moveTo>
                    <a:pt x="1228058" y="1886998"/>
                  </a:moveTo>
                  <a:lnTo>
                    <a:pt x="1204027" y="1867918"/>
                  </a:lnTo>
                  <a:lnTo>
                    <a:pt x="1232874" y="1959946"/>
                  </a:lnTo>
                  <a:close/>
                  <a:moveTo>
                    <a:pt x="1232874" y="1959946"/>
                  </a:moveTo>
                  <a:lnTo>
                    <a:pt x="1204027" y="1867918"/>
                  </a:lnTo>
                  <a:lnTo>
                    <a:pt x="1127591" y="1884855"/>
                  </a:lnTo>
                  <a:close/>
                  <a:moveTo>
                    <a:pt x="1232874" y="1959946"/>
                  </a:moveTo>
                  <a:lnTo>
                    <a:pt x="1127591" y="1884855"/>
                  </a:lnTo>
                  <a:lnTo>
                    <a:pt x="1142572" y="1972769"/>
                  </a:lnTo>
                  <a:close/>
                  <a:moveTo>
                    <a:pt x="813691" y="1495280"/>
                  </a:moveTo>
                  <a:lnTo>
                    <a:pt x="819311" y="1577495"/>
                  </a:lnTo>
                  <a:lnTo>
                    <a:pt x="862954" y="1539059"/>
                  </a:lnTo>
                  <a:close/>
                  <a:moveTo>
                    <a:pt x="813691" y="1495280"/>
                  </a:moveTo>
                  <a:lnTo>
                    <a:pt x="862954" y="1539059"/>
                  </a:lnTo>
                  <a:lnTo>
                    <a:pt x="842711" y="1456843"/>
                  </a:lnTo>
                  <a:close/>
                  <a:moveTo>
                    <a:pt x="842711" y="1456843"/>
                  </a:moveTo>
                  <a:lnTo>
                    <a:pt x="875430" y="1404556"/>
                  </a:lnTo>
                  <a:lnTo>
                    <a:pt x="786402" y="1413065"/>
                  </a:lnTo>
                  <a:close/>
                  <a:moveTo>
                    <a:pt x="813691" y="1495280"/>
                  </a:moveTo>
                  <a:lnTo>
                    <a:pt x="842711" y="1456843"/>
                  </a:lnTo>
                  <a:lnTo>
                    <a:pt x="786402" y="1413065"/>
                  </a:lnTo>
                  <a:close/>
                  <a:moveTo>
                    <a:pt x="772144" y="1297041"/>
                  </a:moveTo>
                  <a:lnTo>
                    <a:pt x="845572" y="1392395"/>
                  </a:lnTo>
                  <a:lnTo>
                    <a:pt x="855392" y="1329634"/>
                  </a:lnTo>
                  <a:close/>
                  <a:moveTo>
                    <a:pt x="757429" y="1303369"/>
                  </a:moveTo>
                  <a:lnTo>
                    <a:pt x="729399" y="1330850"/>
                  </a:lnTo>
                  <a:lnTo>
                    <a:pt x="772144" y="1297041"/>
                  </a:lnTo>
                  <a:close/>
                  <a:moveTo>
                    <a:pt x="451932" y="969588"/>
                  </a:moveTo>
                  <a:lnTo>
                    <a:pt x="415959" y="1084204"/>
                  </a:lnTo>
                  <a:lnTo>
                    <a:pt x="432687" y="1079046"/>
                  </a:lnTo>
                  <a:close/>
                  <a:moveTo>
                    <a:pt x="451932" y="969588"/>
                  </a:moveTo>
                  <a:lnTo>
                    <a:pt x="432687" y="1079046"/>
                  </a:lnTo>
                  <a:lnTo>
                    <a:pt x="472485" y="963553"/>
                  </a:lnTo>
                  <a:close/>
                  <a:moveTo>
                    <a:pt x="472485" y="963553"/>
                  </a:moveTo>
                  <a:lnTo>
                    <a:pt x="432687" y="1079046"/>
                  </a:lnTo>
                  <a:lnTo>
                    <a:pt x="436804" y="1084204"/>
                  </a:lnTo>
                  <a:close/>
                  <a:moveTo>
                    <a:pt x="279270" y="784103"/>
                  </a:moveTo>
                  <a:lnTo>
                    <a:pt x="217978" y="833600"/>
                  </a:lnTo>
                  <a:lnTo>
                    <a:pt x="330659" y="761034"/>
                  </a:lnTo>
                  <a:close/>
                  <a:moveTo>
                    <a:pt x="1204027" y="1867918"/>
                  </a:moveTo>
                  <a:lnTo>
                    <a:pt x="1228058" y="1886998"/>
                  </a:lnTo>
                  <a:lnTo>
                    <a:pt x="1231534" y="1860943"/>
                  </a:lnTo>
                  <a:close/>
                  <a:moveTo>
                    <a:pt x="1330798" y="1840836"/>
                  </a:moveTo>
                  <a:lnTo>
                    <a:pt x="1231534" y="1860943"/>
                  </a:lnTo>
                  <a:lnTo>
                    <a:pt x="1228058" y="1886998"/>
                  </a:lnTo>
                  <a:close/>
                  <a:moveTo>
                    <a:pt x="1231534" y="1860943"/>
                  </a:moveTo>
                  <a:lnTo>
                    <a:pt x="1330798" y="1840836"/>
                  </a:lnTo>
                  <a:lnTo>
                    <a:pt x="1320498" y="1749118"/>
                  </a:lnTo>
                  <a:close/>
                  <a:moveTo>
                    <a:pt x="1330798" y="1840836"/>
                  </a:moveTo>
                  <a:lnTo>
                    <a:pt x="1396788" y="1747687"/>
                  </a:lnTo>
                  <a:lnTo>
                    <a:pt x="1320498" y="1749118"/>
                  </a:lnTo>
                  <a:close/>
                  <a:moveTo>
                    <a:pt x="1220670" y="1769683"/>
                  </a:moveTo>
                  <a:lnTo>
                    <a:pt x="1320498" y="1749118"/>
                  </a:lnTo>
                  <a:lnTo>
                    <a:pt x="1285076" y="1677823"/>
                  </a:lnTo>
                  <a:close/>
                  <a:moveTo>
                    <a:pt x="1220670" y="1769683"/>
                  </a:moveTo>
                  <a:lnTo>
                    <a:pt x="1285076" y="1677823"/>
                  </a:lnTo>
                  <a:lnTo>
                    <a:pt x="1198374" y="1687718"/>
                  </a:lnTo>
                  <a:close/>
                  <a:moveTo>
                    <a:pt x="875430" y="1404556"/>
                  </a:moveTo>
                  <a:lnTo>
                    <a:pt x="842711" y="1456843"/>
                  </a:lnTo>
                  <a:lnTo>
                    <a:pt x="918822" y="1351587"/>
                  </a:lnTo>
                  <a:close/>
                  <a:moveTo>
                    <a:pt x="918822" y="1351587"/>
                  </a:moveTo>
                  <a:lnTo>
                    <a:pt x="925845" y="1336192"/>
                  </a:lnTo>
                  <a:lnTo>
                    <a:pt x="936527" y="1374628"/>
                  </a:lnTo>
                  <a:close/>
                  <a:moveTo>
                    <a:pt x="939247" y="1253977"/>
                  </a:moveTo>
                  <a:lnTo>
                    <a:pt x="936527" y="1374628"/>
                  </a:lnTo>
                  <a:lnTo>
                    <a:pt x="925845" y="1336192"/>
                  </a:lnTo>
                  <a:close/>
                  <a:moveTo>
                    <a:pt x="867748" y="1274274"/>
                  </a:moveTo>
                  <a:lnTo>
                    <a:pt x="772144" y="1297041"/>
                  </a:lnTo>
                  <a:lnTo>
                    <a:pt x="855392" y="1329634"/>
                  </a:lnTo>
                  <a:close/>
                  <a:moveTo>
                    <a:pt x="658821" y="1007331"/>
                  </a:moveTo>
                  <a:lnTo>
                    <a:pt x="584899" y="1022173"/>
                  </a:lnTo>
                  <a:lnTo>
                    <a:pt x="602531" y="1107930"/>
                  </a:lnTo>
                  <a:close/>
                  <a:moveTo>
                    <a:pt x="472485" y="963553"/>
                  </a:moveTo>
                  <a:lnTo>
                    <a:pt x="513308" y="1045768"/>
                  </a:lnTo>
                  <a:lnTo>
                    <a:pt x="527939" y="925116"/>
                  </a:lnTo>
                  <a:close/>
                  <a:moveTo>
                    <a:pt x="518068" y="776229"/>
                  </a:moveTo>
                  <a:lnTo>
                    <a:pt x="457330" y="765015"/>
                  </a:lnTo>
                  <a:lnTo>
                    <a:pt x="546603" y="795896"/>
                  </a:lnTo>
                  <a:close/>
                  <a:moveTo>
                    <a:pt x="457330" y="765015"/>
                  </a:moveTo>
                  <a:lnTo>
                    <a:pt x="467063" y="777169"/>
                  </a:lnTo>
                  <a:lnTo>
                    <a:pt x="546603" y="795896"/>
                  </a:lnTo>
                  <a:close/>
                  <a:moveTo>
                    <a:pt x="925845" y="1336192"/>
                  </a:moveTo>
                  <a:lnTo>
                    <a:pt x="918822" y="1351587"/>
                  </a:lnTo>
                  <a:lnTo>
                    <a:pt x="1042566" y="1320387"/>
                  </a:lnTo>
                  <a:close/>
                  <a:moveTo>
                    <a:pt x="939247" y="1253977"/>
                  </a:moveTo>
                  <a:lnTo>
                    <a:pt x="1032159" y="1301295"/>
                  </a:lnTo>
                  <a:lnTo>
                    <a:pt x="1004560" y="1223640"/>
                  </a:lnTo>
                  <a:close/>
                  <a:moveTo>
                    <a:pt x="1032159" y="1301295"/>
                  </a:moveTo>
                  <a:lnTo>
                    <a:pt x="1043774" y="1297755"/>
                  </a:lnTo>
                  <a:lnTo>
                    <a:pt x="1045740" y="1268799"/>
                  </a:lnTo>
                  <a:close/>
                  <a:moveTo>
                    <a:pt x="1004560" y="1223640"/>
                  </a:moveTo>
                  <a:lnTo>
                    <a:pt x="1032159" y="1301295"/>
                  </a:lnTo>
                  <a:lnTo>
                    <a:pt x="1045740" y="1268799"/>
                  </a:lnTo>
                  <a:close/>
                  <a:moveTo>
                    <a:pt x="822061" y="1053270"/>
                  </a:moveTo>
                  <a:lnTo>
                    <a:pt x="774915" y="1092201"/>
                  </a:lnTo>
                  <a:lnTo>
                    <a:pt x="817906" y="1051110"/>
                  </a:lnTo>
                  <a:close/>
                  <a:moveTo>
                    <a:pt x="822061" y="1053270"/>
                  </a:moveTo>
                  <a:lnTo>
                    <a:pt x="822473" y="1051110"/>
                  </a:lnTo>
                  <a:lnTo>
                    <a:pt x="777481" y="1089546"/>
                  </a:lnTo>
                  <a:close/>
                  <a:moveTo>
                    <a:pt x="707835" y="1007331"/>
                  </a:moveTo>
                  <a:lnTo>
                    <a:pt x="820925" y="1049024"/>
                  </a:lnTo>
                  <a:lnTo>
                    <a:pt x="817906" y="1051110"/>
                  </a:lnTo>
                  <a:close/>
                  <a:moveTo>
                    <a:pt x="820925" y="1049024"/>
                  </a:moveTo>
                  <a:lnTo>
                    <a:pt x="771399" y="991736"/>
                  </a:lnTo>
                  <a:lnTo>
                    <a:pt x="822473" y="1051110"/>
                  </a:lnTo>
                  <a:close/>
                  <a:moveTo>
                    <a:pt x="822473" y="1051110"/>
                  </a:moveTo>
                  <a:lnTo>
                    <a:pt x="771399" y="991736"/>
                  </a:lnTo>
                  <a:lnTo>
                    <a:pt x="765167" y="1007331"/>
                  </a:lnTo>
                  <a:close/>
                  <a:moveTo>
                    <a:pt x="822473" y="1051110"/>
                  </a:moveTo>
                  <a:lnTo>
                    <a:pt x="765167" y="1007331"/>
                  </a:lnTo>
                  <a:lnTo>
                    <a:pt x="777481" y="1089546"/>
                  </a:lnTo>
                  <a:close/>
                  <a:moveTo>
                    <a:pt x="546603" y="795896"/>
                  </a:moveTo>
                  <a:lnTo>
                    <a:pt x="467063" y="777169"/>
                  </a:lnTo>
                  <a:lnTo>
                    <a:pt x="598702" y="775483"/>
                  </a:lnTo>
                  <a:close/>
                  <a:moveTo>
                    <a:pt x="675333" y="783336"/>
                  </a:moveTo>
                  <a:lnTo>
                    <a:pt x="546603" y="795896"/>
                  </a:lnTo>
                  <a:lnTo>
                    <a:pt x="598702" y="775483"/>
                  </a:lnTo>
                  <a:close/>
                  <a:moveTo>
                    <a:pt x="1397855" y="1746820"/>
                  </a:moveTo>
                  <a:lnTo>
                    <a:pt x="1385111" y="1765134"/>
                  </a:lnTo>
                  <a:lnTo>
                    <a:pt x="1411415" y="1708831"/>
                  </a:lnTo>
                  <a:close/>
                  <a:moveTo>
                    <a:pt x="1372992" y="1806533"/>
                  </a:moveTo>
                  <a:lnTo>
                    <a:pt x="1385111" y="1765134"/>
                  </a:lnTo>
                  <a:lnTo>
                    <a:pt x="1397855" y="1746820"/>
                  </a:lnTo>
                  <a:close/>
                  <a:moveTo>
                    <a:pt x="1246174" y="1309124"/>
                  </a:moveTo>
                  <a:lnTo>
                    <a:pt x="1189851" y="1259319"/>
                  </a:lnTo>
                  <a:lnTo>
                    <a:pt x="1240786" y="1352962"/>
                  </a:lnTo>
                  <a:close/>
                  <a:moveTo>
                    <a:pt x="1240786" y="1352962"/>
                  </a:moveTo>
                  <a:lnTo>
                    <a:pt x="1189851" y="1259319"/>
                  </a:lnTo>
                  <a:lnTo>
                    <a:pt x="1143359" y="1271484"/>
                  </a:lnTo>
                  <a:close/>
                  <a:moveTo>
                    <a:pt x="1240786" y="1352962"/>
                  </a:moveTo>
                  <a:lnTo>
                    <a:pt x="1308288" y="1358676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326786" y="1331863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240786" y="1352962"/>
                  </a:lnTo>
                  <a:lnTo>
                    <a:pt x="1332416" y="1352911"/>
                  </a:lnTo>
                  <a:close/>
                  <a:moveTo>
                    <a:pt x="1240786" y="1352962"/>
                  </a:moveTo>
                  <a:lnTo>
                    <a:pt x="1263332" y="1373276"/>
                  </a:lnTo>
                  <a:lnTo>
                    <a:pt x="1332416" y="1352911"/>
                  </a:lnTo>
                  <a:close/>
                  <a:moveTo>
                    <a:pt x="1308288" y="1358676"/>
                  </a:moveTo>
                  <a:lnTo>
                    <a:pt x="1352738" y="1341534"/>
                  </a:lnTo>
                  <a:lnTo>
                    <a:pt x="1326786" y="1331863"/>
                  </a:lnTo>
                  <a:close/>
                  <a:moveTo>
                    <a:pt x="1308288" y="1358676"/>
                  </a:moveTo>
                  <a:lnTo>
                    <a:pt x="1332416" y="1352911"/>
                  </a:lnTo>
                  <a:lnTo>
                    <a:pt x="1352738" y="1341534"/>
                  </a:lnTo>
                  <a:close/>
                  <a:moveTo>
                    <a:pt x="1043774" y="1297755"/>
                  </a:moveTo>
                  <a:lnTo>
                    <a:pt x="1143359" y="1271484"/>
                  </a:lnTo>
                  <a:lnTo>
                    <a:pt x="1028050" y="1215541"/>
                  </a:lnTo>
                  <a:close/>
                  <a:moveTo>
                    <a:pt x="1587756" y="1588179"/>
                  </a:moveTo>
                  <a:lnTo>
                    <a:pt x="1628367" y="1631958"/>
                  </a:lnTo>
                  <a:lnTo>
                    <a:pt x="1661728" y="1549743"/>
                  </a:lnTo>
                  <a:close/>
                  <a:moveTo>
                    <a:pt x="1378863" y="1401392"/>
                  </a:moveTo>
                  <a:lnTo>
                    <a:pt x="1352738" y="1341534"/>
                  </a:lnTo>
                  <a:lnTo>
                    <a:pt x="1332416" y="1352911"/>
                  </a:lnTo>
                  <a:close/>
                  <a:moveTo>
                    <a:pt x="1416275" y="1331476"/>
                  </a:moveTo>
                  <a:lnTo>
                    <a:pt x="1352738" y="1341534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416275" y="1331476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523220" y="1405216"/>
                  </a:lnTo>
                  <a:lnTo>
                    <a:pt x="1489558" y="1332491"/>
                  </a:lnTo>
                  <a:close/>
                  <a:moveTo>
                    <a:pt x="1456253" y="1399067"/>
                  </a:moveTo>
                  <a:lnTo>
                    <a:pt x="1489558" y="1332491"/>
                  </a:lnTo>
                  <a:lnTo>
                    <a:pt x="1416275" y="1331476"/>
                  </a:lnTo>
                  <a:close/>
                  <a:moveTo>
                    <a:pt x="1416275" y="1331476"/>
                  </a:moveTo>
                  <a:lnTo>
                    <a:pt x="1326786" y="1331863"/>
                  </a:lnTo>
                  <a:lnTo>
                    <a:pt x="1352738" y="1341534"/>
                  </a:lnTo>
                  <a:close/>
                  <a:moveTo>
                    <a:pt x="1343456" y="1229992"/>
                  </a:moveTo>
                  <a:lnTo>
                    <a:pt x="1326786" y="1331863"/>
                  </a:lnTo>
                  <a:lnTo>
                    <a:pt x="1416275" y="1331476"/>
                  </a:lnTo>
                  <a:close/>
                  <a:moveTo>
                    <a:pt x="1189851" y="1259319"/>
                  </a:moveTo>
                  <a:lnTo>
                    <a:pt x="1246174" y="1309124"/>
                  </a:lnTo>
                  <a:lnTo>
                    <a:pt x="1251757" y="1243949"/>
                  </a:lnTo>
                  <a:close/>
                  <a:moveTo>
                    <a:pt x="1251757" y="1243949"/>
                  </a:moveTo>
                  <a:lnTo>
                    <a:pt x="1145682" y="1212059"/>
                  </a:lnTo>
                  <a:lnTo>
                    <a:pt x="1189851" y="1259319"/>
                  </a:lnTo>
                  <a:close/>
                  <a:moveTo>
                    <a:pt x="1343456" y="1229992"/>
                  </a:moveTo>
                  <a:lnTo>
                    <a:pt x="1246174" y="1309124"/>
                  </a:lnTo>
                  <a:lnTo>
                    <a:pt x="1326786" y="1331863"/>
                  </a:lnTo>
                  <a:close/>
                  <a:moveTo>
                    <a:pt x="1343456" y="1229992"/>
                  </a:moveTo>
                  <a:lnTo>
                    <a:pt x="1251757" y="1243949"/>
                  </a:lnTo>
                  <a:lnTo>
                    <a:pt x="1246174" y="1309124"/>
                  </a:lnTo>
                  <a:close/>
                  <a:moveTo>
                    <a:pt x="1251757" y="1243949"/>
                  </a:moveTo>
                  <a:lnTo>
                    <a:pt x="1343456" y="1229992"/>
                  </a:lnTo>
                  <a:lnTo>
                    <a:pt x="1329868" y="1140947"/>
                  </a:lnTo>
                  <a:close/>
                  <a:moveTo>
                    <a:pt x="1428923" y="1221101"/>
                  </a:moveTo>
                  <a:lnTo>
                    <a:pt x="1337656" y="1138668"/>
                  </a:lnTo>
                  <a:lnTo>
                    <a:pt x="1329868" y="1140947"/>
                  </a:lnTo>
                  <a:close/>
                  <a:moveTo>
                    <a:pt x="1337656" y="1138668"/>
                  </a:moveTo>
                  <a:lnTo>
                    <a:pt x="1446500" y="1106720"/>
                  </a:lnTo>
                  <a:lnTo>
                    <a:pt x="1325176" y="1110641"/>
                  </a:lnTo>
                  <a:close/>
                  <a:moveTo>
                    <a:pt x="1325176" y="1110641"/>
                  </a:moveTo>
                  <a:lnTo>
                    <a:pt x="1446500" y="1106720"/>
                  </a:lnTo>
                  <a:lnTo>
                    <a:pt x="1450019" y="1083547"/>
                  </a:lnTo>
                  <a:close/>
                  <a:moveTo>
                    <a:pt x="1878777" y="1197838"/>
                  </a:moveTo>
                  <a:lnTo>
                    <a:pt x="1974930" y="1222408"/>
                  </a:lnTo>
                  <a:lnTo>
                    <a:pt x="1946390" y="1187788"/>
                  </a:lnTo>
                  <a:close/>
                  <a:moveTo>
                    <a:pt x="1488820" y="972222"/>
                  </a:moveTo>
                  <a:lnTo>
                    <a:pt x="1579663" y="859204"/>
                  </a:lnTo>
                  <a:lnTo>
                    <a:pt x="1579559" y="858952"/>
                  </a:lnTo>
                  <a:close/>
                  <a:moveTo>
                    <a:pt x="1513804" y="812318"/>
                  </a:moveTo>
                  <a:lnTo>
                    <a:pt x="1491782" y="815149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513804" y="812318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648769" y="863278"/>
                  </a:lnTo>
                  <a:lnTo>
                    <a:pt x="1513804" y="812318"/>
                  </a:lnTo>
                  <a:close/>
                  <a:moveTo>
                    <a:pt x="1648769" y="863278"/>
                  </a:moveTo>
                  <a:lnTo>
                    <a:pt x="1579559" y="858952"/>
                  </a:lnTo>
                  <a:lnTo>
                    <a:pt x="1654842" y="861625"/>
                  </a:lnTo>
                  <a:close/>
                  <a:moveTo>
                    <a:pt x="1579559" y="858952"/>
                  </a:moveTo>
                  <a:lnTo>
                    <a:pt x="1579663" y="859204"/>
                  </a:lnTo>
                  <a:lnTo>
                    <a:pt x="1654842" y="861625"/>
                  </a:lnTo>
                  <a:close/>
                  <a:moveTo>
                    <a:pt x="2154026" y="1434434"/>
                  </a:moveTo>
                  <a:lnTo>
                    <a:pt x="2182915" y="1516649"/>
                  </a:lnTo>
                  <a:lnTo>
                    <a:pt x="2236714" y="1478212"/>
                  </a:lnTo>
                  <a:close/>
                  <a:moveTo>
                    <a:pt x="2215754" y="1350296"/>
                  </a:moveTo>
                  <a:lnTo>
                    <a:pt x="2170363" y="1395787"/>
                  </a:lnTo>
                  <a:lnTo>
                    <a:pt x="2154026" y="1434434"/>
                  </a:lnTo>
                  <a:close/>
                  <a:moveTo>
                    <a:pt x="1946390" y="1187788"/>
                  </a:moveTo>
                  <a:lnTo>
                    <a:pt x="1974930" y="1222408"/>
                  </a:lnTo>
                  <a:lnTo>
                    <a:pt x="1973462" y="1181454"/>
                  </a:lnTo>
                  <a:close/>
                  <a:moveTo>
                    <a:pt x="1973462" y="1181454"/>
                  </a:moveTo>
                  <a:lnTo>
                    <a:pt x="1959286" y="1163917"/>
                  </a:lnTo>
                  <a:lnTo>
                    <a:pt x="1946390" y="1187788"/>
                  </a:lnTo>
                  <a:close/>
                  <a:moveTo>
                    <a:pt x="1630876" y="835477"/>
                  </a:moveTo>
                  <a:lnTo>
                    <a:pt x="1695992" y="824887"/>
                  </a:lnTo>
                  <a:lnTo>
                    <a:pt x="1654842" y="861625"/>
                  </a:lnTo>
                  <a:close/>
                  <a:moveTo>
                    <a:pt x="1630876" y="835477"/>
                  </a:moveTo>
                  <a:lnTo>
                    <a:pt x="1654842" y="861625"/>
                  </a:lnTo>
                  <a:lnTo>
                    <a:pt x="1579663" y="859204"/>
                  </a:lnTo>
                  <a:close/>
                  <a:moveTo>
                    <a:pt x="1658618" y="858928"/>
                  </a:moveTo>
                  <a:lnTo>
                    <a:pt x="1654842" y="861625"/>
                  </a:lnTo>
                  <a:lnTo>
                    <a:pt x="1695992" y="824887"/>
                  </a:lnTo>
                  <a:close/>
                  <a:moveTo>
                    <a:pt x="1695992" y="824887"/>
                  </a:moveTo>
                  <a:lnTo>
                    <a:pt x="1700992" y="818971"/>
                  </a:lnTo>
                  <a:lnTo>
                    <a:pt x="1658618" y="858928"/>
                  </a:lnTo>
                  <a:close/>
                  <a:moveTo>
                    <a:pt x="1658618" y="858928"/>
                  </a:moveTo>
                  <a:lnTo>
                    <a:pt x="1700992" y="818971"/>
                  </a:lnTo>
                  <a:lnTo>
                    <a:pt x="1701029" y="738277"/>
                  </a:lnTo>
                  <a:close/>
                  <a:moveTo>
                    <a:pt x="1658618" y="858928"/>
                  </a:moveTo>
                  <a:lnTo>
                    <a:pt x="1701029" y="738277"/>
                  </a:lnTo>
                  <a:lnTo>
                    <a:pt x="1648771" y="776713"/>
                  </a:lnTo>
                  <a:close/>
                  <a:moveTo>
                    <a:pt x="2260757" y="1469440"/>
                  </a:moveTo>
                  <a:lnTo>
                    <a:pt x="2363860" y="1446212"/>
                  </a:lnTo>
                  <a:lnTo>
                    <a:pt x="2344787" y="1361625"/>
                  </a:lnTo>
                  <a:close/>
                  <a:moveTo>
                    <a:pt x="2260757" y="1469440"/>
                  </a:moveTo>
                  <a:lnTo>
                    <a:pt x="2344787" y="1361625"/>
                  </a:lnTo>
                  <a:lnTo>
                    <a:pt x="2253613" y="1375157"/>
                  </a:lnTo>
                  <a:close/>
                  <a:moveTo>
                    <a:pt x="2253613" y="1375157"/>
                  </a:moveTo>
                  <a:lnTo>
                    <a:pt x="2292260" y="1357681"/>
                  </a:lnTo>
                  <a:lnTo>
                    <a:pt x="2215754" y="1350296"/>
                  </a:lnTo>
                  <a:close/>
                  <a:moveTo>
                    <a:pt x="2253613" y="1375157"/>
                  </a:moveTo>
                  <a:lnTo>
                    <a:pt x="2344787" y="1361625"/>
                  </a:lnTo>
                  <a:lnTo>
                    <a:pt x="2292260" y="1357681"/>
                  </a:lnTo>
                  <a:close/>
                  <a:moveTo>
                    <a:pt x="2193115" y="723695"/>
                  </a:moveTo>
                  <a:lnTo>
                    <a:pt x="2114006" y="743618"/>
                  </a:lnTo>
                  <a:lnTo>
                    <a:pt x="2224881" y="738811"/>
                  </a:lnTo>
                  <a:close/>
                  <a:moveTo>
                    <a:pt x="2224881" y="738811"/>
                  </a:moveTo>
                  <a:lnTo>
                    <a:pt x="2114006" y="743618"/>
                  </a:lnTo>
                  <a:lnTo>
                    <a:pt x="2096686" y="753370"/>
                  </a:lnTo>
                  <a:close/>
                  <a:moveTo>
                    <a:pt x="2193115" y="723695"/>
                  </a:moveTo>
                  <a:lnTo>
                    <a:pt x="2089136" y="725141"/>
                  </a:lnTo>
                  <a:lnTo>
                    <a:pt x="2114006" y="743618"/>
                  </a:lnTo>
                  <a:close/>
                  <a:moveTo>
                    <a:pt x="2386502" y="727159"/>
                  </a:moveTo>
                  <a:lnTo>
                    <a:pt x="2426536" y="748961"/>
                  </a:lnTo>
                  <a:lnTo>
                    <a:pt x="2377325" y="814914"/>
                  </a:lnTo>
                  <a:close/>
                  <a:moveTo>
                    <a:pt x="2111979" y="228604"/>
                  </a:moveTo>
                  <a:lnTo>
                    <a:pt x="2122096" y="202770"/>
                  </a:lnTo>
                  <a:lnTo>
                    <a:pt x="2013682" y="247926"/>
                  </a:lnTo>
                  <a:close/>
                  <a:moveTo>
                    <a:pt x="2129872" y="113965"/>
                  </a:moveTo>
                  <a:lnTo>
                    <a:pt x="2122096" y="202770"/>
                  </a:lnTo>
                  <a:lnTo>
                    <a:pt x="2222988" y="96581"/>
                  </a:lnTo>
                  <a:close/>
                  <a:moveTo>
                    <a:pt x="2222988" y="96581"/>
                  </a:moveTo>
                  <a:lnTo>
                    <a:pt x="2172320" y="217233"/>
                  </a:lnTo>
                  <a:lnTo>
                    <a:pt x="2226835" y="100509"/>
                  </a:lnTo>
                  <a:close/>
                  <a:moveTo>
                    <a:pt x="2640419" y="469221"/>
                  </a:moveTo>
                  <a:lnTo>
                    <a:pt x="2676516" y="451960"/>
                  </a:lnTo>
                  <a:lnTo>
                    <a:pt x="2604662" y="470798"/>
                  </a:lnTo>
                  <a:close/>
                  <a:moveTo>
                    <a:pt x="2604662" y="470798"/>
                  </a:moveTo>
                  <a:lnTo>
                    <a:pt x="2676516" y="451960"/>
                  </a:lnTo>
                  <a:lnTo>
                    <a:pt x="2649988" y="394448"/>
                  </a:lnTo>
                  <a:close/>
                  <a:moveTo>
                    <a:pt x="2604662" y="470798"/>
                  </a:moveTo>
                  <a:lnTo>
                    <a:pt x="2649988" y="394448"/>
                  </a:lnTo>
                  <a:lnTo>
                    <a:pt x="2579040" y="391536"/>
                  </a:lnTo>
                  <a:close/>
                  <a:moveTo>
                    <a:pt x="2649988" y="394448"/>
                  </a:moveTo>
                  <a:lnTo>
                    <a:pt x="2676516" y="451960"/>
                  </a:lnTo>
                  <a:lnTo>
                    <a:pt x="2698852" y="387006"/>
                  </a:lnTo>
                  <a:close/>
                  <a:moveTo>
                    <a:pt x="2371964" y="149261"/>
                  </a:moveTo>
                  <a:lnTo>
                    <a:pt x="2315473" y="178797"/>
                  </a:lnTo>
                  <a:lnTo>
                    <a:pt x="2263192" y="236441"/>
                  </a:lnTo>
                  <a:close/>
                  <a:moveTo>
                    <a:pt x="2424386" y="156399"/>
                  </a:moveTo>
                  <a:lnTo>
                    <a:pt x="2339371" y="164922"/>
                  </a:lnTo>
                  <a:lnTo>
                    <a:pt x="2450846" y="165532"/>
                  </a:lnTo>
                  <a:close/>
                  <a:moveTo>
                    <a:pt x="2339371" y="164922"/>
                  </a:moveTo>
                  <a:lnTo>
                    <a:pt x="2371964" y="149261"/>
                  </a:lnTo>
                  <a:lnTo>
                    <a:pt x="2450846" y="165532"/>
                  </a:lnTo>
                  <a:close/>
                  <a:moveTo>
                    <a:pt x="2510423" y="147044"/>
                  </a:moveTo>
                  <a:lnTo>
                    <a:pt x="2424386" y="156399"/>
                  </a:lnTo>
                  <a:lnTo>
                    <a:pt x="2526614" y="170157"/>
                  </a:lnTo>
                  <a:close/>
                  <a:moveTo>
                    <a:pt x="2424386" y="156399"/>
                  </a:moveTo>
                  <a:lnTo>
                    <a:pt x="2450846" y="165532"/>
                  </a:lnTo>
                  <a:lnTo>
                    <a:pt x="2526614" y="170157"/>
                  </a:lnTo>
                  <a:close/>
                  <a:moveTo>
                    <a:pt x="2227141" y="95480"/>
                  </a:moveTo>
                  <a:lnTo>
                    <a:pt x="2329214" y="73088"/>
                  </a:lnTo>
                  <a:lnTo>
                    <a:pt x="2295997" y="0"/>
                  </a:lnTo>
                  <a:close/>
                  <a:moveTo>
                    <a:pt x="2640419" y="469221"/>
                  </a:moveTo>
                  <a:lnTo>
                    <a:pt x="2704264" y="550508"/>
                  </a:lnTo>
                  <a:lnTo>
                    <a:pt x="2684179" y="466745"/>
                  </a:lnTo>
                  <a:close/>
                  <a:moveTo>
                    <a:pt x="2704264" y="550508"/>
                  </a:moveTo>
                  <a:lnTo>
                    <a:pt x="2799984" y="533282"/>
                  </a:lnTo>
                  <a:lnTo>
                    <a:pt x="2786732" y="443964"/>
                  </a:lnTo>
                  <a:close/>
                  <a:moveTo>
                    <a:pt x="2704264" y="550508"/>
                  </a:moveTo>
                  <a:lnTo>
                    <a:pt x="2786732" y="443964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745058" y="377750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822873" y="375080"/>
                  </a:lnTo>
                  <a:lnTo>
                    <a:pt x="2745058" y="37775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32" name="Candidate_density__2131">
              <a:extLst>
                <a:ext uri="{FF2B5EF4-FFF2-40B4-BE49-F238E27FC236}">
                  <a16:creationId xmlns:a16="http://schemas.microsoft.com/office/drawing/2014/main" id="{BDB3D75A-4D83-321B-F4A1-138D35947557}"/>
                </a:ext>
              </a:extLst>
            </p:cNvPr>
            <p:cNvSpPr>
              <a:spLocks noGrp="1"/>
            </p:cNvSpPr>
            <p:nvPr/>
          </p:nvSpPr>
          <p:spPr>
            <a:xfrm>
              <a:off x="3628835" y="1612046"/>
              <a:ext cx="2600948" cy="2109222"/>
            </a:xfrm>
            <a:custGeom>
              <a:avLst/>
              <a:gdLst/>
              <a:ahLst/>
              <a:cxnLst/>
              <a:rect l="0" t="0" r="0" b="0"/>
              <a:pathLst>
                <a:path w="2600948" h="2109222">
                  <a:moveTo>
                    <a:pt x="600867" y="2021665"/>
                  </a:moveTo>
                  <a:lnTo>
                    <a:pt x="620437" y="2103880"/>
                  </a:lnTo>
                  <a:lnTo>
                    <a:pt x="713529" y="2065443"/>
                  </a:lnTo>
                  <a:close/>
                  <a:moveTo>
                    <a:pt x="600867" y="2021665"/>
                  </a:moveTo>
                  <a:lnTo>
                    <a:pt x="713529" y="2065443"/>
                  </a:lnTo>
                  <a:lnTo>
                    <a:pt x="711301" y="1983228"/>
                  </a:lnTo>
                  <a:close/>
                  <a:moveTo>
                    <a:pt x="240304" y="1572153"/>
                  </a:moveTo>
                  <a:lnTo>
                    <a:pt x="291903" y="1521888"/>
                  </a:lnTo>
                  <a:lnTo>
                    <a:pt x="227928" y="1574501"/>
                  </a:lnTo>
                  <a:close/>
                  <a:moveTo>
                    <a:pt x="270302" y="1500551"/>
                  </a:moveTo>
                  <a:lnTo>
                    <a:pt x="291903" y="1521888"/>
                  </a:lnTo>
                  <a:lnTo>
                    <a:pt x="362522" y="1507261"/>
                  </a:lnTo>
                  <a:close/>
                  <a:moveTo>
                    <a:pt x="400191" y="1555638"/>
                  </a:moveTo>
                  <a:lnTo>
                    <a:pt x="506582" y="1552017"/>
                  </a:lnTo>
                  <a:lnTo>
                    <a:pt x="484040" y="1533717"/>
                  </a:lnTo>
                  <a:close/>
                  <a:moveTo>
                    <a:pt x="291903" y="1521888"/>
                  </a:moveTo>
                  <a:lnTo>
                    <a:pt x="240304" y="1572153"/>
                  </a:lnTo>
                  <a:lnTo>
                    <a:pt x="320782" y="1559605"/>
                  </a:lnTo>
                  <a:close/>
                  <a:moveTo>
                    <a:pt x="320782" y="1559605"/>
                  </a:moveTo>
                  <a:lnTo>
                    <a:pt x="362522" y="1507261"/>
                  </a:lnTo>
                  <a:lnTo>
                    <a:pt x="291903" y="1521888"/>
                  </a:lnTo>
                  <a:close/>
                  <a:moveTo>
                    <a:pt x="320782" y="1559605"/>
                  </a:moveTo>
                  <a:lnTo>
                    <a:pt x="400191" y="1555638"/>
                  </a:lnTo>
                  <a:lnTo>
                    <a:pt x="362522" y="1507261"/>
                  </a:lnTo>
                  <a:close/>
                  <a:moveTo>
                    <a:pt x="491127" y="1494233"/>
                  </a:moveTo>
                  <a:lnTo>
                    <a:pt x="362522" y="1507261"/>
                  </a:lnTo>
                  <a:lnTo>
                    <a:pt x="484040" y="1533717"/>
                  </a:lnTo>
                  <a:close/>
                  <a:moveTo>
                    <a:pt x="484040" y="1533717"/>
                  </a:moveTo>
                  <a:lnTo>
                    <a:pt x="362522" y="1507261"/>
                  </a:lnTo>
                  <a:lnTo>
                    <a:pt x="400191" y="1555638"/>
                  </a:lnTo>
                  <a:close/>
                  <a:moveTo>
                    <a:pt x="901009" y="2027007"/>
                  </a:moveTo>
                  <a:lnTo>
                    <a:pt x="922428" y="2109222"/>
                  </a:lnTo>
                  <a:lnTo>
                    <a:pt x="954070" y="1988571"/>
                  </a:lnTo>
                  <a:close/>
                  <a:moveTo>
                    <a:pt x="954070" y="1988571"/>
                  </a:moveTo>
                  <a:lnTo>
                    <a:pt x="924440" y="1906356"/>
                  </a:lnTo>
                  <a:lnTo>
                    <a:pt x="901009" y="2027007"/>
                  </a:lnTo>
                  <a:close/>
                  <a:moveTo>
                    <a:pt x="669580" y="1495280"/>
                  </a:moveTo>
                  <a:lnTo>
                    <a:pt x="600836" y="1615932"/>
                  </a:lnTo>
                  <a:lnTo>
                    <a:pt x="675201" y="1577495"/>
                  </a:lnTo>
                  <a:close/>
                  <a:moveTo>
                    <a:pt x="491127" y="1494233"/>
                  </a:moveTo>
                  <a:lnTo>
                    <a:pt x="484040" y="1533717"/>
                  </a:lnTo>
                  <a:lnTo>
                    <a:pt x="514559" y="1523252"/>
                  </a:lnTo>
                  <a:close/>
                  <a:moveTo>
                    <a:pt x="514559" y="1523252"/>
                  </a:moveTo>
                  <a:lnTo>
                    <a:pt x="495156" y="1451501"/>
                  </a:lnTo>
                  <a:lnTo>
                    <a:pt x="491127" y="1494233"/>
                  </a:lnTo>
                  <a:close/>
                  <a:moveTo>
                    <a:pt x="278038" y="1166420"/>
                  </a:moveTo>
                  <a:lnTo>
                    <a:pt x="291792" y="1091068"/>
                  </a:lnTo>
                  <a:lnTo>
                    <a:pt x="286137" y="1087310"/>
                  </a:lnTo>
                  <a:close/>
                  <a:moveTo>
                    <a:pt x="209070" y="1189464"/>
                  </a:moveTo>
                  <a:lnTo>
                    <a:pt x="278038" y="1166420"/>
                  </a:lnTo>
                  <a:lnTo>
                    <a:pt x="286137" y="1087310"/>
                  </a:lnTo>
                  <a:close/>
                  <a:moveTo>
                    <a:pt x="286137" y="1087310"/>
                  </a:moveTo>
                  <a:lnTo>
                    <a:pt x="292694" y="1084204"/>
                  </a:lnTo>
                  <a:lnTo>
                    <a:pt x="288577" y="1079046"/>
                  </a:lnTo>
                  <a:close/>
                  <a:moveTo>
                    <a:pt x="271849" y="1084204"/>
                  </a:moveTo>
                  <a:lnTo>
                    <a:pt x="286137" y="1087310"/>
                  </a:lnTo>
                  <a:lnTo>
                    <a:pt x="288577" y="1079046"/>
                  </a:lnTo>
                  <a:close/>
                  <a:moveTo>
                    <a:pt x="286137" y="1087310"/>
                  </a:moveTo>
                  <a:lnTo>
                    <a:pt x="291792" y="1091068"/>
                  </a:lnTo>
                  <a:lnTo>
                    <a:pt x="292694" y="1084204"/>
                  </a:lnTo>
                  <a:close/>
                  <a:moveTo>
                    <a:pt x="44543" y="919774"/>
                  </a:moveTo>
                  <a:lnTo>
                    <a:pt x="70966" y="837559"/>
                  </a:lnTo>
                  <a:lnTo>
                    <a:pt x="0" y="958211"/>
                  </a:lnTo>
                  <a:close/>
                  <a:moveTo>
                    <a:pt x="73868" y="833600"/>
                  </a:moveTo>
                  <a:lnTo>
                    <a:pt x="68902" y="842457"/>
                  </a:lnTo>
                  <a:lnTo>
                    <a:pt x="70966" y="837559"/>
                  </a:lnTo>
                  <a:close/>
                  <a:moveTo>
                    <a:pt x="924440" y="1906356"/>
                  </a:moveTo>
                  <a:lnTo>
                    <a:pt x="998461" y="1972769"/>
                  </a:lnTo>
                  <a:lnTo>
                    <a:pt x="983481" y="1884855"/>
                  </a:lnTo>
                  <a:close/>
                  <a:moveTo>
                    <a:pt x="1059917" y="1867918"/>
                  </a:moveTo>
                  <a:lnTo>
                    <a:pt x="1017547" y="1785704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63798" y="1800765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91958" y="1703489"/>
                  </a:lnTo>
                  <a:lnTo>
                    <a:pt x="963798" y="1800765"/>
                  </a:lnTo>
                  <a:close/>
                  <a:moveTo>
                    <a:pt x="991958" y="1703489"/>
                  </a:moveTo>
                  <a:lnTo>
                    <a:pt x="933158" y="1725583"/>
                  </a:lnTo>
                  <a:lnTo>
                    <a:pt x="963798" y="1800765"/>
                  </a:lnTo>
                  <a:close/>
                  <a:moveTo>
                    <a:pt x="349211" y="1136124"/>
                  </a:moveTo>
                  <a:lnTo>
                    <a:pt x="291792" y="1091068"/>
                  </a:lnTo>
                  <a:lnTo>
                    <a:pt x="278038" y="1166420"/>
                  </a:lnTo>
                  <a:close/>
                  <a:moveTo>
                    <a:pt x="291792" y="1091068"/>
                  </a:moveTo>
                  <a:lnTo>
                    <a:pt x="349211" y="1136124"/>
                  </a:lnTo>
                  <a:lnTo>
                    <a:pt x="292694" y="1084204"/>
                  </a:lnTo>
                  <a:close/>
                  <a:moveTo>
                    <a:pt x="292694" y="1084204"/>
                  </a:moveTo>
                  <a:lnTo>
                    <a:pt x="349211" y="1136124"/>
                  </a:lnTo>
                  <a:lnTo>
                    <a:pt x="378649" y="1127983"/>
                  </a:lnTo>
                  <a:close/>
                  <a:moveTo>
                    <a:pt x="292694" y="1084204"/>
                  </a:moveTo>
                  <a:lnTo>
                    <a:pt x="378649" y="1127983"/>
                  </a:lnTo>
                  <a:lnTo>
                    <a:pt x="369198" y="1045768"/>
                  </a:lnTo>
                  <a:close/>
                  <a:moveTo>
                    <a:pt x="328375" y="963553"/>
                  </a:moveTo>
                  <a:lnTo>
                    <a:pt x="292694" y="1084204"/>
                  </a:lnTo>
                  <a:lnTo>
                    <a:pt x="369198" y="1045768"/>
                  </a:lnTo>
                  <a:close/>
                  <a:moveTo>
                    <a:pt x="70966" y="837559"/>
                  </a:moveTo>
                  <a:lnTo>
                    <a:pt x="143654" y="881777"/>
                  </a:lnTo>
                  <a:lnTo>
                    <a:pt x="81993" y="831815"/>
                  </a:lnTo>
                  <a:close/>
                  <a:moveTo>
                    <a:pt x="73868" y="833600"/>
                  </a:moveTo>
                  <a:lnTo>
                    <a:pt x="70966" y="837559"/>
                  </a:lnTo>
                  <a:lnTo>
                    <a:pt x="81993" y="831815"/>
                  </a:lnTo>
                  <a:close/>
                  <a:moveTo>
                    <a:pt x="186549" y="761034"/>
                  </a:moveTo>
                  <a:lnTo>
                    <a:pt x="81993" y="831815"/>
                  </a:lnTo>
                  <a:lnTo>
                    <a:pt x="144583" y="799123"/>
                  </a:lnTo>
                  <a:close/>
                  <a:moveTo>
                    <a:pt x="73868" y="833600"/>
                  </a:moveTo>
                  <a:lnTo>
                    <a:pt x="81993" y="831815"/>
                  </a:lnTo>
                  <a:lnTo>
                    <a:pt x="186549" y="761034"/>
                  </a:lnTo>
                  <a:close/>
                  <a:moveTo>
                    <a:pt x="1017547" y="1785704"/>
                  </a:moveTo>
                  <a:lnTo>
                    <a:pt x="1087424" y="1860943"/>
                  </a:lnTo>
                  <a:lnTo>
                    <a:pt x="1076560" y="1769683"/>
                  </a:lnTo>
                  <a:close/>
                  <a:moveTo>
                    <a:pt x="1017547" y="1785704"/>
                  </a:moveTo>
                  <a:lnTo>
                    <a:pt x="1059917" y="1867918"/>
                  </a:lnTo>
                  <a:lnTo>
                    <a:pt x="1087424" y="1860943"/>
                  </a:lnTo>
                  <a:close/>
                  <a:moveTo>
                    <a:pt x="1087424" y="1860943"/>
                  </a:moveTo>
                  <a:lnTo>
                    <a:pt x="1176388" y="1749118"/>
                  </a:lnTo>
                  <a:lnTo>
                    <a:pt x="1076560" y="1769683"/>
                  </a:lnTo>
                  <a:close/>
                  <a:moveTo>
                    <a:pt x="991958" y="1703489"/>
                  </a:moveTo>
                  <a:lnTo>
                    <a:pt x="1076560" y="1769683"/>
                  </a:lnTo>
                  <a:lnTo>
                    <a:pt x="1054264" y="1687718"/>
                  </a:lnTo>
                  <a:close/>
                  <a:moveTo>
                    <a:pt x="991958" y="1703489"/>
                  </a:moveTo>
                  <a:lnTo>
                    <a:pt x="1017547" y="1785704"/>
                  </a:lnTo>
                  <a:lnTo>
                    <a:pt x="1076560" y="1769683"/>
                  </a:lnTo>
                  <a:close/>
                  <a:moveTo>
                    <a:pt x="731320" y="1404556"/>
                  </a:moveTo>
                  <a:lnTo>
                    <a:pt x="774712" y="1351587"/>
                  </a:lnTo>
                  <a:lnTo>
                    <a:pt x="792417" y="1374628"/>
                  </a:lnTo>
                  <a:close/>
                  <a:moveTo>
                    <a:pt x="723637" y="1274274"/>
                  </a:moveTo>
                  <a:lnTo>
                    <a:pt x="711281" y="1329634"/>
                  </a:lnTo>
                  <a:lnTo>
                    <a:pt x="795137" y="1253977"/>
                  </a:lnTo>
                  <a:close/>
                  <a:moveTo>
                    <a:pt x="186549" y="761034"/>
                  </a:moveTo>
                  <a:lnTo>
                    <a:pt x="144583" y="799123"/>
                  </a:lnTo>
                  <a:lnTo>
                    <a:pt x="225150" y="776023"/>
                  </a:lnTo>
                  <a:close/>
                  <a:moveTo>
                    <a:pt x="225150" y="776023"/>
                  </a:moveTo>
                  <a:lnTo>
                    <a:pt x="253407" y="732349"/>
                  </a:lnTo>
                  <a:lnTo>
                    <a:pt x="186549" y="761034"/>
                  </a:lnTo>
                  <a:close/>
                  <a:moveTo>
                    <a:pt x="225150" y="776023"/>
                  </a:moveTo>
                  <a:lnTo>
                    <a:pt x="313220" y="765015"/>
                  </a:lnTo>
                  <a:lnTo>
                    <a:pt x="253407" y="732349"/>
                  </a:lnTo>
                  <a:close/>
                  <a:moveTo>
                    <a:pt x="888049" y="1301295"/>
                  </a:moveTo>
                  <a:lnTo>
                    <a:pt x="781734" y="1336192"/>
                  </a:lnTo>
                  <a:lnTo>
                    <a:pt x="898455" y="1320387"/>
                  </a:lnTo>
                  <a:close/>
                  <a:moveTo>
                    <a:pt x="795137" y="1253977"/>
                  </a:moveTo>
                  <a:lnTo>
                    <a:pt x="781734" y="1336192"/>
                  </a:lnTo>
                  <a:lnTo>
                    <a:pt x="888049" y="1301295"/>
                  </a:lnTo>
                  <a:close/>
                  <a:moveTo>
                    <a:pt x="1293904" y="1684273"/>
                  </a:moveTo>
                  <a:lnTo>
                    <a:pt x="1253745" y="1746820"/>
                  </a:lnTo>
                  <a:lnTo>
                    <a:pt x="1267305" y="1708831"/>
                  </a:lnTo>
                  <a:close/>
                  <a:moveTo>
                    <a:pt x="1320457" y="1692584"/>
                  </a:moveTo>
                  <a:lnTo>
                    <a:pt x="1267305" y="1708831"/>
                  </a:lnTo>
                  <a:lnTo>
                    <a:pt x="1353485" y="1691829"/>
                  </a:lnTo>
                  <a:close/>
                  <a:moveTo>
                    <a:pt x="1293904" y="1684273"/>
                  </a:moveTo>
                  <a:lnTo>
                    <a:pt x="1267305" y="1708831"/>
                  </a:lnTo>
                  <a:lnTo>
                    <a:pt x="1320457" y="1692584"/>
                  </a:lnTo>
                  <a:close/>
                  <a:moveTo>
                    <a:pt x="1417080" y="1650946"/>
                  </a:moveTo>
                  <a:lnTo>
                    <a:pt x="1320457" y="1692584"/>
                  </a:lnTo>
                  <a:lnTo>
                    <a:pt x="1396953" y="1670394"/>
                  </a:lnTo>
                  <a:close/>
                  <a:moveTo>
                    <a:pt x="1293904" y="1684273"/>
                  </a:moveTo>
                  <a:lnTo>
                    <a:pt x="1320457" y="1692584"/>
                  </a:lnTo>
                  <a:lnTo>
                    <a:pt x="1417080" y="1650946"/>
                  </a:lnTo>
                  <a:close/>
                  <a:moveTo>
                    <a:pt x="1356862" y="1641002"/>
                  </a:moveTo>
                  <a:lnTo>
                    <a:pt x="1293904" y="1684273"/>
                  </a:lnTo>
                  <a:lnTo>
                    <a:pt x="1417080" y="1650946"/>
                  </a:lnTo>
                  <a:close/>
                  <a:moveTo>
                    <a:pt x="1417080" y="1650946"/>
                  </a:moveTo>
                  <a:lnTo>
                    <a:pt x="1396953" y="1670394"/>
                  </a:lnTo>
                  <a:lnTo>
                    <a:pt x="1450509" y="1647446"/>
                  </a:lnTo>
                  <a:close/>
                  <a:moveTo>
                    <a:pt x="1417080" y="1650946"/>
                  </a:moveTo>
                  <a:lnTo>
                    <a:pt x="1450509" y="1647446"/>
                  </a:lnTo>
                  <a:lnTo>
                    <a:pt x="1443646" y="1588179"/>
                  </a:lnTo>
                  <a:close/>
                  <a:moveTo>
                    <a:pt x="1443646" y="1588179"/>
                  </a:moveTo>
                  <a:lnTo>
                    <a:pt x="1450509" y="1647446"/>
                  </a:lnTo>
                  <a:lnTo>
                    <a:pt x="1484257" y="1631958"/>
                  </a:lnTo>
                  <a:close/>
                  <a:moveTo>
                    <a:pt x="1107647" y="1243949"/>
                  </a:moveTo>
                  <a:lnTo>
                    <a:pt x="1185758" y="1140947"/>
                  </a:lnTo>
                  <a:lnTo>
                    <a:pt x="1081336" y="1165248"/>
                  </a:lnTo>
                  <a:close/>
                  <a:moveTo>
                    <a:pt x="1181066" y="1110641"/>
                  </a:moveTo>
                  <a:lnTo>
                    <a:pt x="1185758" y="1140947"/>
                  </a:lnTo>
                  <a:lnTo>
                    <a:pt x="1193545" y="1138668"/>
                  </a:lnTo>
                  <a:close/>
                  <a:moveTo>
                    <a:pt x="1185625" y="912484"/>
                  </a:moveTo>
                  <a:lnTo>
                    <a:pt x="1097641" y="974237"/>
                  </a:lnTo>
                  <a:lnTo>
                    <a:pt x="1153888" y="935801"/>
                  </a:lnTo>
                  <a:close/>
                  <a:moveTo>
                    <a:pt x="1185625" y="912484"/>
                  </a:moveTo>
                  <a:lnTo>
                    <a:pt x="1128597" y="914471"/>
                  </a:lnTo>
                  <a:lnTo>
                    <a:pt x="1097641" y="974237"/>
                  </a:lnTo>
                  <a:close/>
                  <a:moveTo>
                    <a:pt x="1185625" y="912484"/>
                  </a:moveTo>
                  <a:lnTo>
                    <a:pt x="1153888" y="935801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08401" y="853586"/>
                  </a:lnTo>
                  <a:lnTo>
                    <a:pt x="1298037" y="838915"/>
                  </a:lnTo>
                  <a:close/>
                  <a:moveTo>
                    <a:pt x="1208401" y="853586"/>
                  </a:moveTo>
                  <a:lnTo>
                    <a:pt x="1185625" y="912484"/>
                  </a:lnTo>
                  <a:lnTo>
                    <a:pt x="1298037" y="838915"/>
                  </a:lnTo>
                  <a:close/>
                  <a:moveTo>
                    <a:pt x="1298037" y="838915"/>
                  </a:moveTo>
                  <a:lnTo>
                    <a:pt x="1185625" y="912484"/>
                  </a:lnTo>
                  <a:lnTo>
                    <a:pt x="1267007" y="897364"/>
                  </a:lnTo>
                  <a:close/>
                  <a:moveTo>
                    <a:pt x="1267007" y="897364"/>
                  </a:moveTo>
                  <a:lnTo>
                    <a:pt x="1185625" y="912484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98037" y="838915"/>
                  </a:lnTo>
                  <a:lnTo>
                    <a:pt x="1347671" y="815149"/>
                  </a:lnTo>
                  <a:close/>
                  <a:moveTo>
                    <a:pt x="1298037" y="838915"/>
                  </a:moveTo>
                  <a:lnTo>
                    <a:pt x="1267007" y="897364"/>
                  </a:lnTo>
                  <a:lnTo>
                    <a:pt x="1345795" y="871247"/>
                  </a:lnTo>
                  <a:close/>
                  <a:moveTo>
                    <a:pt x="1345795" y="871247"/>
                  </a:moveTo>
                  <a:lnTo>
                    <a:pt x="1347671" y="815149"/>
                  </a:lnTo>
                  <a:lnTo>
                    <a:pt x="1298037" y="838915"/>
                  </a:lnTo>
                  <a:close/>
                  <a:moveTo>
                    <a:pt x="2009916" y="1434434"/>
                  </a:moveTo>
                  <a:lnTo>
                    <a:pt x="2092604" y="1478212"/>
                  </a:lnTo>
                  <a:lnTo>
                    <a:pt x="2048306" y="1395997"/>
                  </a:lnTo>
                  <a:close/>
                  <a:moveTo>
                    <a:pt x="2071644" y="1350296"/>
                  </a:moveTo>
                  <a:lnTo>
                    <a:pt x="2009916" y="1434434"/>
                  </a:lnTo>
                  <a:lnTo>
                    <a:pt x="2048306" y="1395997"/>
                  </a:lnTo>
                  <a:close/>
                  <a:moveTo>
                    <a:pt x="1484809" y="694497"/>
                  </a:moveTo>
                  <a:lnTo>
                    <a:pt x="1556919" y="738277"/>
                  </a:lnTo>
                  <a:lnTo>
                    <a:pt x="1536667" y="656061"/>
                  </a:lnTo>
                  <a:close/>
                  <a:moveTo>
                    <a:pt x="2048306" y="1395997"/>
                  </a:moveTo>
                  <a:lnTo>
                    <a:pt x="2116647" y="1469440"/>
                  </a:lnTo>
                  <a:lnTo>
                    <a:pt x="2109502" y="1375157"/>
                  </a:lnTo>
                  <a:close/>
                  <a:moveTo>
                    <a:pt x="2071644" y="1350296"/>
                  </a:moveTo>
                  <a:lnTo>
                    <a:pt x="2048306" y="1395997"/>
                  </a:lnTo>
                  <a:lnTo>
                    <a:pt x="2109502" y="1375157"/>
                  </a:lnTo>
                  <a:close/>
                  <a:moveTo>
                    <a:pt x="1536667" y="656061"/>
                  </a:moveTo>
                  <a:lnTo>
                    <a:pt x="1556919" y="738277"/>
                  </a:lnTo>
                  <a:lnTo>
                    <a:pt x="1594044" y="699840"/>
                  </a:lnTo>
                  <a:close/>
                  <a:moveTo>
                    <a:pt x="1536667" y="656061"/>
                  </a:moveTo>
                  <a:lnTo>
                    <a:pt x="1594044" y="699840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36667" y="656061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82841" y="617625"/>
                  </a:lnTo>
                  <a:lnTo>
                    <a:pt x="1559557" y="535410"/>
                  </a:lnTo>
                  <a:close/>
                  <a:moveTo>
                    <a:pt x="1499659" y="491631"/>
                  </a:moveTo>
                  <a:lnTo>
                    <a:pt x="1559557" y="535410"/>
                  </a:lnTo>
                  <a:lnTo>
                    <a:pt x="1524497" y="453195"/>
                  </a:lnTo>
                  <a:close/>
                  <a:moveTo>
                    <a:pt x="1559557" y="535410"/>
                  </a:moveTo>
                  <a:lnTo>
                    <a:pt x="1582841" y="617625"/>
                  </a:lnTo>
                  <a:lnTo>
                    <a:pt x="1680404" y="579188"/>
                  </a:lnTo>
                  <a:close/>
                  <a:moveTo>
                    <a:pt x="1559557" y="535410"/>
                  </a:moveTo>
                  <a:lnTo>
                    <a:pt x="1680404" y="579188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559557" y="535410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643059" y="496973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24497" y="453195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90969" y="414758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17474" y="370979"/>
                  </a:lnTo>
                  <a:lnTo>
                    <a:pt x="1577980" y="332543"/>
                  </a:lnTo>
                  <a:close/>
                  <a:moveTo>
                    <a:pt x="1577980" y="332543"/>
                  </a:moveTo>
                  <a:lnTo>
                    <a:pt x="1680649" y="357453"/>
                  </a:lnTo>
                  <a:lnTo>
                    <a:pt x="1652135" y="303513"/>
                  </a:lnTo>
                  <a:close/>
                  <a:moveTo>
                    <a:pt x="1590969" y="414758"/>
                  </a:moveTo>
                  <a:lnTo>
                    <a:pt x="1680144" y="376322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77980" y="332543"/>
                  </a:lnTo>
                  <a:lnTo>
                    <a:pt x="1652135" y="303513"/>
                  </a:lnTo>
                  <a:close/>
                  <a:moveTo>
                    <a:pt x="1726922" y="251800"/>
                  </a:moveTo>
                  <a:lnTo>
                    <a:pt x="1652135" y="303513"/>
                  </a:lnTo>
                  <a:lnTo>
                    <a:pt x="1684387" y="294106"/>
                  </a:lnTo>
                  <a:close/>
                  <a:moveTo>
                    <a:pt x="1604831" y="289183"/>
                  </a:moveTo>
                  <a:lnTo>
                    <a:pt x="1652135" y="303513"/>
                  </a:lnTo>
                  <a:lnTo>
                    <a:pt x="1726922" y="251800"/>
                  </a:lnTo>
                  <a:close/>
                  <a:moveTo>
                    <a:pt x="1652135" y="303513"/>
                  </a:moveTo>
                  <a:lnTo>
                    <a:pt x="1680649" y="357453"/>
                  </a:lnTo>
                  <a:lnTo>
                    <a:pt x="1684387" y="294106"/>
                  </a:lnTo>
                  <a:close/>
                  <a:moveTo>
                    <a:pt x="2200721" y="761037"/>
                  </a:moveTo>
                  <a:lnTo>
                    <a:pt x="2233215" y="814914"/>
                  </a:lnTo>
                  <a:lnTo>
                    <a:pt x="2282426" y="748961"/>
                  </a:lnTo>
                  <a:close/>
                  <a:moveTo>
                    <a:pt x="1783198" y="247005"/>
                  </a:moveTo>
                  <a:lnTo>
                    <a:pt x="1726922" y="251800"/>
                  </a:lnTo>
                  <a:lnTo>
                    <a:pt x="1684387" y="294106"/>
                  </a:lnTo>
                  <a:close/>
                  <a:moveTo>
                    <a:pt x="1845811" y="202446"/>
                  </a:moveTo>
                  <a:lnTo>
                    <a:pt x="1775539" y="211891"/>
                  </a:lnTo>
                  <a:lnTo>
                    <a:pt x="1726922" y="251800"/>
                  </a:lnTo>
                  <a:close/>
                  <a:moveTo>
                    <a:pt x="1845811" y="202446"/>
                  </a:moveTo>
                  <a:lnTo>
                    <a:pt x="1726922" y="251800"/>
                  </a:lnTo>
                  <a:lnTo>
                    <a:pt x="1783198" y="247005"/>
                  </a:lnTo>
                  <a:close/>
                  <a:moveTo>
                    <a:pt x="1828185" y="181480"/>
                  </a:moveTo>
                  <a:lnTo>
                    <a:pt x="1845811" y="202446"/>
                  </a:lnTo>
                  <a:lnTo>
                    <a:pt x="1839746" y="173455"/>
                  </a:lnTo>
                  <a:close/>
                  <a:moveTo>
                    <a:pt x="1791923" y="250460"/>
                  </a:moveTo>
                  <a:lnTo>
                    <a:pt x="1845811" y="202446"/>
                  </a:lnTo>
                  <a:lnTo>
                    <a:pt x="1783198" y="247005"/>
                  </a:lnTo>
                  <a:close/>
                  <a:moveTo>
                    <a:pt x="1791923" y="250460"/>
                  </a:moveTo>
                  <a:lnTo>
                    <a:pt x="1869572" y="247926"/>
                  </a:lnTo>
                  <a:lnTo>
                    <a:pt x="1845811" y="202446"/>
                  </a:lnTo>
                  <a:close/>
                  <a:moveTo>
                    <a:pt x="1869572" y="247926"/>
                  </a:moveTo>
                  <a:lnTo>
                    <a:pt x="1977986" y="202770"/>
                  </a:lnTo>
                  <a:lnTo>
                    <a:pt x="1839746" y="173455"/>
                  </a:lnTo>
                  <a:close/>
                  <a:moveTo>
                    <a:pt x="1839746" y="173455"/>
                  </a:moveTo>
                  <a:lnTo>
                    <a:pt x="1977986" y="202770"/>
                  </a:lnTo>
                  <a:lnTo>
                    <a:pt x="1916243" y="135019"/>
                  </a:lnTo>
                  <a:close/>
                  <a:moveTo>
                    <a:pt x="1839746" y="173455"/>
                  </a:moveTo>
                  <a:lnTo>
                    <a:pt x="1845811" y="202446"/>
                  </a:lnTo>
                  <a:lnTo>
                    <a:pt x="1869572" y="247926"/>
                  </a:lnTo>
                  <a:close/>
                  <a:moveTo>
                    <a:pt x="1834794" y="91240"/>
                  </a:moveTo>
                  <a:lnTo>
                    <a:pt x="1839746" y="173455"/>
                  </a:lnTo>
                  <a:lnTo>
                    <a:pt x="1916243" y="135019"/>
                  </a:lnTo>
                  <a:close/>
                  <a:moveTo>
                    <a:pt x="1834794" y="91240"/>
                  </a:moveTo>
                  <a:lnTo>
                    <a:pt x="1916243" y="135019"/>
                  </a:lnTo>
                  <a:lnTo>
                    <a:pt x="1911071" y="52803"/>
                  </a:lnTo>
                  <a:close/>
                  <a:moveTo>
                    <a:pt x="1916243" y="135019"/>
                  </a:moveTo>
                  <a:lnTo>
                    <a:pt x="1977986" y="202770"/>
                  </a:lnTo>
                  <a:lnTo>
                    <a:pt x="1985762" y="113965"/>
                  </a:lnTo>
                  <a:close/>
                  <a:moveTo>
                    <a:pt x="1911071" y="52803"/>
                  </a:moveTo>
                  <a:lnTo>
                    <a:pt x="1985762" y="113965"/>
                  </a:lnTo>
                  <a:lnTo>
                    <a:pt x="1955286" y="38649"/>
                  </a:lnTo>
                  <a:close/>
                  <a:moveTo>
                    <a:pt x="1911071" y="52803"/>
                  </a:moveTo>
                  <a:lnTo>
                    <a:pt x="1916243" y="135019"/>
                  </a:lnTo>
                  <a:lnTo>
                    <a:pt x="1985762" y="113965"/>
                  </a:lnTo>
                  <a:close/>
                  <a:moveTo>
                    <a:pt x="2078878" y="96581"/>
                  </a:moveTo>
                  <a:lnTo>
                    <a:pt x="2051958" y="14367"/>
                  </a:lnTo>
                  <a:lnTo>
                    <a:pt x="1985762" y="113965"/>
                  </a:lnTo>
                  <a:close/>
                  <a:moveTo>
                    <a:pt x="2051958" y="14367"/>
                  </a:moveTo>
                  <a:lnTo>
                    <a:pt x="1955286" y="38649"/>
                  </a:lnTo>
                  <a:lnTo>
                    <a:pt x="1985762" y="113965"/>
                  </a:lnTo>
                  <a:close/>
                  <a:moveTo>
                    <a:pt x="1929629" y="21968"/>
                  </a:moveTo>
                  <a:lnTo>
                    <a:pt x="1911071" y="52803"/>
                  </a:lnTo>
                  <a:lnTo>
                    <a:pt x="1955286" y="38649"/>
                  </a:lnTo>
                  <a:close/>
                  <a:moveTo>
                    <a:pt x="2057154" y="4904"/>
                  </a:moveTo>
                  <a:lnTo>
                    <a:pt x="1955286" y="38649"/>
                  </a:lnTo>
                  <a:lnTo>
                    <a:pt x="2051958" y="14367"/>
                  </a:lnTo>
                  <a:close/>
                  <a:moveTo>
                    <a:pt x="1929629" y="21968"/>
                  </a:moveTo>
                  <a:lnTo>
                    <a:pt x="1955286" y="38649"/>
                  </a:lnTo>
                  <a:lnTo>
                    <a:pt x="2057154" y="4904"/>
                  </a:lnTo>
                  <a:close/>
                  <a:moveTo>
                    <a:pt x="2195261" y="164922"/>
                  </a:moveTo>
                  <a:lnTo>
                    <a:pt x="2171363" y="178797"/>
                  </a:lnTo>
                  <a:lnTo>
                    <a:pt x="2227853" y="149261"/>
                  </a:lnTo>
                  <a:close/>
                  <a:moveTo>
                    <a:pt x="2195261" y="164922"/>
                  </a:moveTo>
                  <a:lnTo>
                    <a:pt x="2082725" y="100509"/>
                  </a:lnTo>
                  <a:lnTo>
                    <a:pt x="2171363" y="178797"/>
                  </a:lnTo>
                  <a:close/>
                  <a:moveTo>
                    <a:pt x="2083031" y="95480"/>
                  </a:moveTo>
                  <a:lnTo>
                    <a:pt x="2082725" y="100509"/>
                  </a:lnTo>
                  <a:lnTo>
                    <a:pt x="2195261" y="164922"/>
                  </a:lnTo>
                  <a:close/>
                  <a:moveTo>
                    <a:pt x="2185104" y="73088"/>
                  </a:moveTo>
                  <a:lnTo>
                    <a:pt x="2083031" y="95480"/>
                  </a:lnTo>
                  <a:lnTo>
                    <a:pt x="2195261" y="164922"/>
                  </a:lnTo>
                  <a:close/>
                  <a:moveTo>
                    <a:pt x="2195261" y="164922"/>
                  </a:moveTo>
                  <a:lnTo>
                    <a:pt x="2280276" y="156399"/>
                  </a:lnTo>
                  <a:lnTo>
                    <a:pt x="2263449" y="69987"/>
                  </a:lnTo>
                  <a:close/>
                  <a:moveTo>
                    <a:pt x="2195261" y="164922"/>
                  </a:moveTo>
                  <a:lnTo>
                    <a:pt x="2263449" y="69987"/>
                  </a:lnTo>
                  <a:lnTo>
                    <a:pt x="2185104" y="73088"/>
                  </a:lnTo>
                  <a:close/>
                  <a:moveTo>
                    <a:pt x="2078878" y="96581"/>
                  </a:moveTo>
                  <a:lnTo>
                    <a:pt x="2082725" y="100509"/>
                  </a:lnTo>
                  <a:lnTo>
                    <a:pt x="2083031" y="95480"/>
                  </a:lnTo>
                  <a:close/>
                  <a:moveTo>
                    <a:pt x="2051958" y="14367"/>
                  </a:moveTo>
                  <a:lnTo>
                    <a:pt x="2083031" y="95480"/>
                  </a:lnTo>
                  <a:lnTo>
                    <a:pt x="2063497" y="11267"/>
                  </a:lnTo>
                  <a:close/>
                  <a:moveTo>
                    <a:pt x="2051958" y="14367"/>
                  </a:moveTo>
                  <a:lnTo>
                    <a:pt x="2078878" y="96581"/>
                  </a:lnTo>
                  <a:lnTo>
                    <a:pt x="2083031" y="95480"/>
                  </a:lnTo>
                  <a:close/>
                  <a:moveTo>
                    <a:pt x="2083031" y="95480"/>
                  </a:moveTo>
                  <a:lnTo>
                    <a:pt x="2151887" y="0"/>
                  </a:lnTo>
                  <a:lnTo>
                    <a:pt x="2063497" y="11267"/>
                  </a:lnTo>
                  <a:close/>
                  <a:moveTo>
                    <a:pt x="2057154" y="4904"/>
                  </a:moveTo>
                  <a:lnTo>
                    <a:pt x="2051958" y="14367"/>
                  </a:lnTo>
                  <a:lnTo>
                    <a:pt x="2063497" y="11267"/>
                  </a:lnTo>
                  <a:close/>
                  <a:moveTo>
                    <a:pt x="2532406" y="451960"/>
                  </a:moveTo>
                  <a:lnTo>
                    <a:pt x="2496308" y="469221"/>
                  </a:lnTo>
                  <a:lnTo>
                    <a:pt x="2540069" y="466745"/>
                  </a:lnTo>
                  <a:close/>
                  <a:moveTo>
                    <a:pt x="2540069" y="466745"/>
                  </a:moveTo>
                  <a:lnTo>
                    <a:pt x="2554742" y="387006"/>
                  </a:lnTo>
                  <a:lnTo>
                    <a:pt x="2532406" y="451960"/>
                  </a:lnTo>
                  <a:close/>
                  <a:moveTo>
                    <a:pt x="2600948" y="377750"/>
                  </a:moveTo>
                  <a:lnTo>
                    <a:pt x="2554742" y="387006"/>
                  </a:lnTo>
                  <a:lnTo>
                    <a:pt x="2540069" y="46674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33" name="Candidate_density__2132">
              <a:extLst>
                <a:ext uri="{FF2B5EF4-FFF2-40B4-BE49-F238E27FC236}">
                  <a16:creationId xmlns:a16="http://schemas.microsoft.com/office/drawing/2014/main" id="{D09EAAA3-DCC0-7C2F-6FAE-3E56199324D2}"/>
                </a:ext>
              </a:extLst>
            </p:cNvPr>
            <p:cNvSpPr>
              <a:spLocks noGrp="1"/>
            </p:cNvSpPr>
            <p:nvPr/>
          </p:nvSpPr>
          <p:spPr>
            <a:xfrm>
              <a:off x="3953875" y="1847259"/>
              <a:ext cx="1843800" cy="1638049"/>
            </a:xfrm>
            <a:custGeom>
              <a:avLst/>
              <a:gdLst/>
              <a:ahLst/>
              <a:cxnLst/>
              <a:rect l="0" t="0" r="0" b="0"/>
              <a:pathLst>
                <a:path w="1843800" h="1638049">
                  <a:moveTo>
                    <a:pt x="0" y="1539807"/>
                  </a:moveTo>
                  <a:lnTo>
                    <a:pt x="43366" y="1509249"/>
                  </a:lnTo>
                  <a:lnTo>
                    <a:pt x="82435" y="1440120"/>
                  </a:lnTo>
                  <a:close/>
                  <a:moveTo>
                    <a:pt x="531395" y="1358469"/>
                  </a:moveTo>
                  <a:lnTo>
                    <a:pt x="505208" y="1413350"/>
                  </a:lnTo>
                  <a:lnTo>
                    <a:pt x="592672" y="1308915"/>
                  </a:lnTo>
                  <a:close/>
                  <a:moveTo>
                    <a:pt x="581872" y="1331990"/>
                  </a:moveTo>
                  <a:lnTo>
                    <a:pt x="531395" y="1358469"/>
                  </a:lnTo>
                  <a:lnTo>
                    <a:pt x="648861" y="1303792"/>
                  </a:lnTo>
                  <a:close/>
                  <a:moveTo>
                    <a:pt x="1020622" y="1638049"/>
                  </a:moveTo>
                  <a:lnTo>
                    <a:pt x="1086863" y="1611580"/>
                  </a:lnTo>
                  <a:lnTo>
                    <a:pt x="1128817" y="1553232"/>
                  </a:lnTo>
                  <a:close/>
                  <a:moveTo>
                    <a:pt x="1128817" y="1553232"/>
                  </a:moveTo>
                  <a:lnTo>
                    <a:pt x="1188972" y="1521291"/>
                  </a:lnTo>
                  <a:lnTo>
                    <a:pt x="1186973" y="1517397"/>
                  </a:lnTo>
                  <a:close/>
                  <a:moveTo>
                    <a:pt x="1153479" y="1581988"/>
                  </a:moveTo>
                  <a:lnTo>
                    <a:pt x="1188972" y="1521291"/>
                  </a:lnTo>
                  <a:lnTo>
                    <a:pt x="1128817" y="1553232"/>
                  </a:lnTo>
                  <a:close/>
                  <a:moveTo>
                    <a:pt x="1086863" y="1611580"/>
                  </a:moveTo>
                  <a:lnTo>
                    <a:pt x="1153479" y="1581988"/>
                  </a:lnTo>
                  <a:lnTo>
                    <a:pt x="1128817" y="1553232"/>
                  </a:lnTo>
                  <a:close/>
                  <a:moveTo>
                    <a:pt x="964111" y="1270751"/>
                  </a:moveTo>
                  <a:lnTo>
                    <a:pt x="904270" y="1370789"/>
                  </a:lnTo>
                  <a:lnTo>
                    <a:pt x="936349" y="1327491"/>
                  </a:lnTo>
                  <a:close/>
                  <a:moveTo>
                    <a:pt x="962235" y="1284164"/>
                  </a:moveTo>
                  <a:lnTo>
                    <a:pt x="964111" y="1270751"/>
                  </a:lnTo>
                  <a:lnTo>
                    <a:pt x="936349" y="1327491"/>
                  </a:lnTo>
                  <a:close/>
                  <a:moveTo>
                    <a:pt x="1248374" y="1506379"/>
                  </a:moveTo>
                  <a:lnTo>
                    <a:pt x="1186973" y="1517397"/>
                  </a:lnTo>
                  <a:lnTo>
                    <a:pt x="1198144" y="1513835"/>
                  </a:lnTo>
                  <a:close/>
                  <a:moveTo>
                    <a:pt x="1128817" y="1553232"/>
                  </a:moveTo>
                  <a:lnTo>
                    <a:pt x="1186973" y="1517397"/>
                  </a:lnTo>
                  <a:lnTo>
                    <a:pt x="1248374" y="1506379"/>
                  </a:lnTo>
                  <a:close/>
                  <a:moveTo>
                    <a:pt x="1278424" y="1478960"/>
                  </a:moveTo>
                  <a:lnTo>
                    <a:pt x="1319463" y="1375704"/>
                  </a:lnTo>
                  <a:lnTo>
                    <a:pt x="1303724" y="1358309"/>
                  </a:lnTo>
                  <a:close/>
                  <a:moveTo>
                    <a:pt x="1330410" y="1166620"/>
                  </a:moveTo>
                  <a:lnTo>
                    <a:pt x="1355127" y="1193878"/>
                  </a:lnTo>
                  <a:lnTo>
                    <a:pt x="1341302" y="1144759"/>
                  </a:lnTo>
                  <a:close/>
                  <a:moveTo>
                    <a:pt x="1341302" y="1144759"/>
                  </a:moveTo>
                  <a:lnTo>
                    <a:pt x="1355127" y="1193878"/>
                  </a:lnTo>
                  <a:lnTo>
                    <a:pt x="1354152" y="1129349"/>
                  </a:lnTo>
                  <a:close/>
                  <a:moveTo>
                    <a:pt x="1341302" y="1144759"/>
                  </a:moveTo>
                  <a:lnTo>
                    <a:pt x="1354152" y="1129349"/>
                  </a:lnTo>
                  <a:lnTo>
                    <a:pt x="1398852" y="1081272"/>
                  </a:lnTo>
                  <a:close/>
                  <a:moveTo>
                    <a:pt x="1398852" y="1081272"/>
                  </a:moveTo>
                  <a:lnTo>
                    <a:pt x="1400266" y="1070328"/>
                  </a:lnTo>
                  <a:lnTo>
                    <a:pt x="1389003" y="1107902"/>
                  </a:lnTo>
                  <a:close/>
                  <a:moveTo>
                    <a:pt x="1341302" y="1144759"/>
                  </a:moveTo>
                  <a:lnTo>
                    <a:pt x="1398852" y="1081272"/>
                  </a:lnTo>
                  <a:lnTo>
                    <a:pt x="1389003" y="1107902"/>
                  </a:lnTo>
                  <a:close/>
                  <a:moveTo>
                    <a:pt x="1400266" y="1070328"/>
                  </a:moveTo>
                  <a:lnTo>
                    <a:pt x="1398852" y="1081272"/>
                  </a:lnTo>
                  <a:lnTo>
                    <a:pt x="1411034" y="1073227"/>
                  </a:lnTo>
                  <a:close/>
                  <a:moveTo>
                    <a:pt x="1719638" y="368651"/>
                  </a:moveTo>
                  <a:lnTo>
                    <a:pt x="1697242" y="348374"/>
                  </a:lnTo>
                  <a:lnTo>
                    <a:pt x="1637904" y="341720"/>
                  </a:lnTo>
                  <a:close/>
                  <a:moveTo>
                    <a:pt x="1843800" y="339013"/>
                  </a:moveTo>
                  <a:lnTo>
                    <a:pt x="1752047" y="365560"/>
                  </a:lnTo>
                  <a:lnTo>
                    <a:pt x="1719638" y="368651"/>
                  </a:lnTo>
                  <a:close/>
                  <a:moveTo>
                    <a:pt x="1694686" y="60156"/>
                  </a:moveTo>
                  <a:lnTo>
                    <a:pt x="1736155" y="0"/>
                  </a:lnTo>
                  <a:lnTo>
                    <a:pt x="1624560" y="7662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34" name="Candidate_density__2133">
              <a:extLst>
                <a:ext uri="{FF2B5EF4-FFF2-40B4-BE49-F238E27FC236}">
                  <a16:creationId xmlns:a16="http://schemas.microsoft.com/office/drawing/2014/main" id="{90D8C203-0AB8-9160-11B8-34FEA36301CA}"/>
                </a:ext>
              </a:extLst>
            </p:cNvPr>
            <p:cNvSpPr>
              <a:spLocks noGrp="1"/>
            </p:cNvSpPr>
            <p:nvPr/>
          </p:nvSpPr>
          <p:spPr>
            <a:xfrm>
              <a:off x="3819709" y="1829279"/>
              <a:ext cx="2101461" cy="1716201"/>
            </a:xfrm>
            <a:custGeom>
              <a:avLst/>
              <a:gdLst/>
              <a:ahLst/>
              <a:cxnLst/>
              <a:rect l="0" t="0" r="0" b="0"/>
              <a:pathLst>
                <a:path w="2101461" h="1716201">
                  <a:moveTo>
                    <a:pt x="0" y="1205581"/>
                  </a:moveTo>
                  <a:lnTo>
                    <a:pt x="2169" y="1285537"/>
                  </a:lnTo>
                  <a:lnTo>
                    <a:pt x="3901" y="1190489"/>
                  </a:lnTo>
                  <a:close/>
                  <a:moveTo>
                    <a:pt x="195461" y="1519350"/>
                  </a:moveTo>
                  <a:lnTo>
                    <a:pt x="216601" y="1458100"/>
                  </a:lnTo>
                  <a:lnTo>
                    <a:pt x="216338" y="1432790"/>
                  </a:lnTo>
                  <a:close/>
                  <a:moveTo>
                    <a:pt x="566784" y="1716201"/>
                  </a:moveTo>
                  <a:lnTo>
                    <a:pt x="633623" y="1687443"/>
                  </a:lnTo>
                  <a:lnTo>
                    <a:pt x="673383" y="1620895"/>
                  </a:lnTo>
                  <a:close/>
                  <a:moveTo>
                    <a:pt x="611115" y="1666747"/>
                  </a:moveTo>
                  <a:lnTo>
                    <a:pt x="566784" y="1716201"/>
                  </a:lnTo>
                  <a:lnTo>
                    <a:pt x="673383" y="1620895"/>
                  </a:lnTo>
                  <a:close/>
                  <a:moveTo>
                    <a:pt x="649085" y="1523527"/>
                  </a:moveTo>
                  <a:lnTo>
                    <a:pt x="689851" y="1486255"/>
                  </a:lnTo>
                  <a:lnTo>
                    <a:pt x="696192" y="1568471"/>
                  </a:lnTo>
                  <a:close/>
                  <a:moveTo>
                    <a:pt x="609719" y="1404040"/>
                  </a:moveTo>
                  <a:lnTo>
                    <a:pt x="639373" y="1431330"/>
                  </a:lnTo>
                  <a:lnTo>
                    <a:pt x="665561" y="1376449"/>
                  </a:lnTo>
                  <a:close/>
                  <a:moveTo>
                    <a:pt x="437159" y="1079808"/>
                  </a:moveTo>
                  <a:lnTo>
                    <a:pt x="446349" y="1066703"/>
                  </a:lnTo>
                  <a:lnTo>
                    <a:pt x="404800" y="1157395"/>
                  </a:lnTo>
                  <a:close/>
                  <a:moveTo>
                    <a:pt x="446349" y="1066703"/>
                  </a:moveTo>
                  <a:lnTo>
                    <a:pt x="433059" y="1064477"/>
                  </a:lnTo>
                  <a:lnTo>
                    <a:pt x="394886" y="992965"/>
                  </a:lnTo>
                  <a:close/>
                  <a:moveTo>
                    <a:pt x="539624" y="969048"/>
                  </a:moveTo>
                  <a:lnTo>
                    <a:pt x="527270" y="961416"/>
                  </a:lnTo>
                  <a:lnTo>
                    <a:pt x="604263" y="1036744"/>
                  </a:lnTo>
                  <a:close/>
                  <a:moveTo>
                    <a:pt x="809490" y="1253528"/>
                  </a:moveTo>
                  <a:lnTo>
                    <a:pt x="716037" y="1349969"/>
                  </a:lnTo>
                  <a:lnTo>
                    <a:pt x="783026" y="1321772"/>
                  </a:lnTo>
                  <a:close/>
                  <a:moveTo>
                    <a:pt x="539624" y="969048"/>
                  </a:moveTo>
                  <a:lnTo>
                    <a:pt x="677715" y="991488"/>
                  </a:lnTo>
                  <a:lnTo>
                    <a:pt x="595322" y="962091"/>
                  </a:lnTo>
                  <a:close/>
                  <a:moveTo>
                    <a:pt x="1166661" y="1288731"/>
                  </a:moveTo>
                  <a:lnTo>
                    <a:pt x="1181197" y="1293797"/>
                  </a:lnTo>
                  <a:lnTo>
                    <a:pt x="1188700" y="1293484"/>
                  </a:lnTo>
                  <a:close/>
                  <a:moveTo>
                    <a:pt x="1098277" y="1288731"/>
                  </a:moveTo>
                  <a:lnTo>
                    <a:pt x="1096400" y="1302144"/>
                  </a:lnTo>
                  <a:lnTo>
                    <a:pt x="1110878" y="1281178"/>
                  </a:lnTo>
                  <a:close/>
                  <a:moveTo>
                    <a:pt x="1166661" y="1288731"/>
                  </a:moveTo>
                  <a:lnTo>
                    <a:pt x="1188700" y="1293484"/>
                  </a:lnTo>
                  <a:lnTo>
                    <a:pt x="1189898" y="1286723"/>
                  </a:lnTo>
                  <a:close/>
                  <a:moveTo>
                    <a:pt x="1189898" y="1286723"/>
                  </a:moveTo>
                  <a:lnTo>
                    <a:pt x="1110878" y="1281178"/>
                  </a:lnTo>
                  <a:lnTo>
                    <a:pt x="1166661" y="1288731"/>
                  </a:lnTo>
                  <a:close/>
                  <a:moveTo>
                    <a:pt x="1161462" y="976445"/>
                  </a:moveTo>
                  <a:lnTo>
                    <a:pt x="1203355" y="917871"/>
                  </a:lnTo>
                  <a:lnTo>
                    <a:pt x="1094150" y="1003434"/>
                  </a:lnTo>
                  <a:close/>
                  <a:moveTo>
                    <a:pt x="1225840" y="857135"/>
                  </a:moveTo>
                  <a:lnTo>
                    <a:pt x="1203355" y="917871"/>
                  </a:lnTo>
                  <a:lnTo>
                    <a:pt x="1266213" y="882998"/>
                  </a:lnTo>
                  <a:close/>
                  <a:moveTo>
                    <a:pt x="1235643" y="823390"/>
                  </a:moveTo>
                  <a:lnTo>
                    <a:pt x="1268036" y="881046"/>
                  </a:lnTo>
                  <a:lnTo>
                    <a:pt x="1311643" y="828883"/>
                  </a:lnTo>
                  <a:close/>
                  <a:moveTo>
                    <a:pt x="1534432" y="1088308"/>
                  </a:moveTo>
                  <a:lnTo>
                    <a:pt x="1545199" y="1091207"/>
                  </a:lnTo>
                  <a:lnTo>
                    <a:pt x="1543793" y="980605"/>
                  </a:lnTo>
                  <a:close/>
                  <a:moveTo>
                    <a:pt x="1359803" y="793743"/>
                  </a:moveTo>
                  <a:lnTo>
                    <a:pt x="1265809" y="824641"/>
                  </a:lnTo>
                  <a:lnTo>
                    <a:pt x="1235643" y="823390"/>
                  </a:lnTo>
                  <a:close/>
                  <a:moveTo>
                    <a:pt x="1359803" y="793743"/>
                  </a:moveTo>
                  <a:lnTo>
                    <a:pt x="1235643" y="823390"/>
                  </a:lnTo>
                  <a:lnTo>
                    <a:pt x="1311643" y="828883"/>
                  </a:lnTo>
                  <a:close/>
                  <a:moveTo>
                    <a:pt x="1381622" y="811866"/>
                  </a:moveTo>
                  <a:lnTo>
                    <a:pt x="1401555" y="806125"/>
                  </a:lnTo>
                  <a:lnTo>
                    <a:pt x="1359803" y="793743"/>
                  </a:lnTo>
                  <a:close/>
                  <a:moveTo>
                    <a:pt x="1381622" y="811866"/>
                  </a:moveTo>
                  <a:lnTo>
                    <a:pt x="1359803" y="793743"/>
                  </a:lnTo>
                  <a:lnTo>
                    <a:pt x="1311643" y="828883"/>
                  </a:lnTo>
                  <a:close/>
                  <a:moveTo>
                    <a:pt x="1559330" y="867882"/>
                  </a:moveTo>
                  <a:lnTo>
                    <a:pt x="1581917" y="888340"/>
                  </a:lnTo>
                  <a:lnTo>
                    <a:pt x="1610934" y="786429"/>
                  </a:lnTo>
                  <a:close/>
                  <a:moveTo>
                    <a:pt x="1604234" y="719912"/>
                  </a:moveTo>
                  <a:lnTo>
                    <a:pt x="1657843" y="648200"/>
                  </a:lnTo>
                  <a:lnTo>
                    <a:pt x="1655940" y="647037"/>
                  </a:lnTo>
                  <a:close/>
                  <a:moveTo>
                    <a:pt x="1629317" y="750234"/>
                  </a:moveTo>
                  <a:lnTo>
                    <a:pt x="1657843" y="648200"/>
                  </a:lnTo>
                  <a:lnTo>
                    <a:pt x="1604234" y="719912"/>
                  </a:lnTo>
                  <a:close/>
                  <a:moveTo>
                    <a:pt x="1553025" y="743650"/>
                  </a:moveTo>
                  <a:lnTo>
                    <a:pt x="1629317" y="750234"/>
                  </a:lnTo>
                  <a:lnTo>
                    <a:pt x="1604234" y="719912"/>
                  </a:lnTo>
                  <a:close/>
                  <a:moveTo>
                    <a:pt x="1763308" y="723143"/>
                  </a:moveTo>
                  <a:lnTo>
                    <a:pt x="1898175" y="773030"/>
                  </a:lnTo>
                  <a:lnTo>
                    <a:pt x="1819080" y="750664"/>
                  </a:lnTo>
                  <a:close/>
                  <a:moveTo>
                    <a:pt x="1763308" y="723143"/>
                  </a:moveTo>
                  <a:lnTo>
                    <a:pt x="1898671" y="773780"/>
                  </a:lnTo>
                  <a:lnTo>
                    <a:pt x="1898175" y="773030"/>
                  </a:lnTo>
                  <a:close/>
                  <a:moveTo>
                    <a:pt x="1610561" y="726139"/>
                  </a:moveTo>
                  <a:lnTo>
                    <a:pt x="1655940" y="647037"/>
                  </a:lnTo>
                  <a:lnTo>
                    <a:pt x="1662631" y="644308"/>
                  </a:lnTo>
                  <a:close/>
                  <a:moveTo>
                    <a:pt x="1615641" y="564822"/>
                  </a:moveTo>
                  <a:lnTo>
                    <a:pt x="1631421" y="542898"/>
                  </a:lnTo>
                  <a:lnTo>
                    <a:pt x="1668955" y="468029"/>
                  </a:lnTo>
                  <a:close/>
                  <a:moveTo>
                    <a:pt x="1980442" y="796657"/>
                  </a:moveTo>
                  <a:lnTo>
                    <a:pt x="1898671" y="773780"/>
                  </a:lnTo>
                  <a:lnTo>
                    <a:pt x="1948889" y="793546"/>
                  </a:lnTo>
                  <a:close/>
                  <a:moveTo>
                    <a:pt x="1898175" y="773030"/>
                  </a:moveTo>
                  <a:lnTo>
                    <a:pt x="1901247" y="771685"/>
                  </a:lnTo>
                  <a:lnTo>
                    <a:pt x="1819080" y="750664"/>
                  </a:lnTo>
                  <a:close/>
                  <a:moveTo>
                    <a:pt x="1901247" y="771685"/>
                  </a:moveTo>
                  <a:lnTo>
                    <a:pt x="2008867" y="744784"/>
                  </a:lnTo>
                  <a:lnTo>
                    <a:pt x="1943419" y="721687"/>
                  </a:lnTo>
                  <a:close/>
                  <a:moveTo>
                    <a:pt x="2053794" y="792247"/>
                  </a:moveTo>
                  <a:lnTo>
                    <a:pt x="2101461" y="755267"/>
                  </a:lnTo>
                  <a:lnTo>
                    <a:pt x="1980442" y="796657"/>
                  </a:lnTo>
                  <a:close/>
                  <a:moveTo>
                    <a:pt x="1847515" y="415000"/>
                  </a:moveTo>
                  <a:lnTo>
                    <a:pt x="1853803" y="386630"/>
                  </a:lnTo>
                  <a:lnTo>
                    <a:pt x="1772070" y="359700"/>
                  </a:lnTo>
                  <a:close/>
                  <a:moveTo>
                    <a:pt x="1752415" y="405734"/>
                  </a:moveTo>
                  <a:lnTo>
                    <a:pt x="1762230" y="423742"/>
                  </a:lnTo>
                  <a:lnTo>
                    <a:pt x="1772070" y="359700"/>
                  </a:lnTo>
                  <a:close/>
                  <a:moveTo>
                    <a:pt x="1758726" y="94606"/>
                  </a:moveTo>
                  <a:lnTo>
                    <a:pt x="1837336" y="0"/>
                  </a:lnTo>
                  <a:lnTo>
                    <a:pt x="1776995" y="11371"/>
                  </a:lnTo>
                  <a:close/>
                  <a:moveTo>
                    <a:pt x="1870320" y="17980"/>
                  </a:moveTo>
                  <a:lnTo>
                    <a:pt x="1837336" y="0"/>
                  </a:lnTo>
                  <a:lnTo>
                    <a:pt x="1758726" y="9460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35" name="Candidate_density__2134">
              <a:extLst>
                <a:ext uri="{FF2B5EF4-FFF2-40B4-BE49-F238E27FC236}">
                  <a16:creationId xmlns:a16="http://schemas.microsoft.com/office/drawing/2014/main" id="{342D48DB-F600-E618-CBA4-D5722F6A2314}"/>
                </a:ext>
              </a:extLst>
            </p:cNvPr>
            <p:cNvSpPr>
              <a:spLocks noGrp="1"/>
            </p:cNvSpPr>
            <p:nvPr/>
          </p:nvSpPr>
          <p:spPr>
            <a:xfrm>
              <a:off x="5152018" y="3326218"/>
              <a:ext cx="80280" cy="34875"/>
            </a:xfrm>
            <a:custGeom>
              <a:avLst/>
              <a:gdLst/>
              <a:ahLst/>
              <a:cxnLst/>
              <a:rect l="0" t="0" r="0" b="0"/>
              <a:pathLst>
                <a:path w="80280" h="34875">
                  <a:moveTo>
                    <a:pt x="80280" y="0"/>
                  </a:moveTo>
                  <a:lnTo>
                    <a:pt x="50231" y="27419"/>
                  </a:lnTo>
                  <a:lnTo>
                    <a:pt x="0" y="34875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36" name="Candidate_density__2135">
              <a:extLst>
                <a:ext uri="{FF2B5EF4-FFF2-40B4-BE49-F238E27FC236}">
                  <a16:creationId xmlns:a16="http://schemas.microsoft.com/office/drawing/2014/main" id="{374869B6-5545-CA49-0036-3FDE449DA024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77578"/>
              <a:ext cx="2786288" cy="1527273"/>
            </a:xfrm>
            <a:custGeom>
              <a:avLst/>
              <a:gdLst/>
              <a:ahLst/>
              <a:cxnLst/>
              <a:rect l="0" t="0" r="0" b="0"/>
              <a:pathLst>
                <a:path w="2786288" h="1527273">
                  <a:moveTo>
                    <a:pt x="35134" y="1238574"/>
                  </a:moveTo>
                  <a:lnTo>
                    <a:pt x="0" y="1218243"/>
                  </a:lnTo>
                  <a:lnTo>
                    <a:pt x="59303" y="1280627"/>
                  </a:lnTo>
                  <a:close/>
                  <a:moveTo>
                    <a:pt x="247023" y="1527273"/>
                  </a:moveTo>
                  <a:lnTo>
                    <a:pt x="258891" y="1488836"/>
                  </a:lnTo>
                  <a:lnTo>
                    <a:pt x="201843" y="1445058"/>
                  </a:lnTo>
                  <a:close/>
                  <a:moveTo>
                    <a:pt x="169863" y="1362842"/>
                  </a:moveTo>
                  <a:lnTo>
                    <a:pt x="249320" y="1336919"/>
                  </a:lnTo>
                  <a:lnTo>
                    <a:pt x="133807" y="1328836"/>
                  </a:lnTo>
                  <a:close/>
                  <a:moveTo>
                    <a:pt x="59303" y="1280627"/>
                  </a:moveTo>
                  <a:lnTo>
                    <a:pt x="100074" y="1242191"/>
                  </a:lnTo>
                  <a:lnTo>
                    <a:pt x="35134" y="1238574"/>
                  </a:lnTo>
                  <a:close/>
                  <a:moveTo>
                    <a:pt x="100074" y="1242191"/>
                  </a:moveTo>
                  <a:lnTo>
                    <a:pt x="89794" y="1227736"/>
                  </a:lnTo>
                  <a:lnTo>
                    <a:pt x="35134" y="1238574"/>
                  </a:lnTo>
                  <a:close/>
                  <a:moveTo>
                    <a:pt x="56405" y="1159976"/>
                  </a:moveTo>
                  <a:lnTo>
                    <a:pt x="35134" y="1238574"/>
                  </a:lnTo>
                  <a:lnTo>
                    <a:pt x="89794" y="1227736"/>
                  </a:lnTo>
                  <a:close/>
                  <a:moveTo>
                    <a:pt x="482754" y="1468510"/>
                  </a:moveTo>
                  <a:lnTo>
                    <a:pt x="370718" y="1406621"/>
                  </a:lnTo>
                  <a:lnTo>
                    <a:pt x="424998" y="1429834"/>
                  </a:lnTo>
                  <a:close/>
                  <a:moveTo>
                    <a:pt x="56405" y="1159976"/>
                  </a:moveTo>
                  <a:lnTo>
                    <a:pt x="53260" y="1074852"/>
                  </a:lnTo>
                  <a:lnTo>
                    <a:pt x="53312" y="1091335"/>
                  </a:lnTo>
                  <a:close/>
                  <a:moveTo>
                    <a:pt x="67829" y="1039324"/>
                  </a:moveTo>
                  <a:lnTo>
                    <a:pt x="53260" y="1074852"/>
                  </a:lnTo>
                  <a:lnTo>
                    <a:pt x="56405" y="1159976"/>
                  </a:lnTo>
                  <a:close/>
                  <a:moveTo>
                    <a:pt x="312540" y="1072824"/>
                  </a:moveTo>
                  <a:lnTo>
                    <a:pt x="387343" y="1083103"/>
                  </a:lnTo>
                  <a:lnTo>
                    <a:pt x="265257" y="1023686"/>
                  </a:lnTo>
                  <a:close/>
                  <a:moveTo>
                    <a:pt x="387343" y="1083103"/>
                  </a:moveTo>
                  <a:lnTo>
                    <a:pt x="312540" y="1072824"/>
                  </a:lnTo>
                  <a:lnTo>
                    <a:pt x="318945" y="1080131"/>
                  </a:lnTo>
                  <a:close/>
                  <a:moveTo>
                    <a:pt x="285324" y="807187"/>
                  </a:moveTo>
                  <a:lnTo>
                    <a:pt x="192843" y="821781"/>
                  </a:lnTo>
                  <a:lnTo>
                    <a:pt x="311308" y="853015"/>
                  </a:lnTo>
                  <a:close/>
                  <a:moveTo>
                    <a:pt x="364273" y="772388"/>
                  </a:moveTo>
                  <a:lnTo>
                    <a:pt x="275295" y="715806"/>
                  </a:lnTo>
                  <a:lnTo>
                    <a:pt x="359523" y="807457"/>
                  </a:lnTo>
                  <a:close/>
                  <a:moveTo>
                    <a:pt x="514243" y="759584"/>
                  </a:moveTo>
                  <a:lnTo>
                    <a:pt x="488926" y="744583"/>
                  </a:lnTo>
                  <a:lnTo>
                    <a:pt x="442357" y="785672"/>
                  </a:lnTo>
                  <a:close/>
                  <a:moveTo>
                    <a:pt x="442357" y="785672"/>
                  </a:moveTo>
                  <a:lnTo>
                    <a:pt x="488926" y="744583"/>
                  </a:lnTo>
                  <a:lnTo>
                    <a:pt x="364273" y="772388"/>
                  </a:lnTo>
                  <a:close/>
                  <a:moveTo>
                    <a:pt x="1059074" y="1302932"/>
                  </a:moveTo>
                  <a:lnTo>
                    <a:pt x="1130779" y="1305229"/>
                  </a:lnTo>
                  <a:lnTo>
                    <a:pt x="1057595" y="1262251"/>
                  </a:lnTo>
                  <a:close/>
                  <a:moveTo>
                    <a:pt x="1130779" y="1305229"/>
                  </a:moveTo>
                  <a:lnTo>
                    <a:pt x="1139288" y="1289030"/>
                  </a:lnTo>
                  <a:lnTo>
                    <a:pt x="1057595" y="1262251"/>
                  </a:lnTo>
                  <a:close/>
                  <a:moveTo>
                    <a:pt x="1057595" y="1262251"/>
                  </a:moveTo>
                  <a:lnTo>
                    <a:pt x="988629" y="1214439"/>
                  </a:lnTo>
                  <a:lnTo>
                    <a:pt x="1059074" y="1302932"/>
                  </a:lnTo>
                  <a:close/>
                  <a:moveTo>
                    <a:pt x="978186" y="1244015"/>
                  </a:moveTo>
                  <a:lnTo>
                    <a:pt x="1025575" y="1296654"/>
                  </a:lnTo>
                  <a:lnTo>
                    <a:pt x="1059074" y="1302932"/>
                  </a:lnTo>
                  <a:close/>
                  <a:moveTo>
                    <a:pt x="965424" y="1218384"/>
                  </a:moveTo>
                  <a:lnTo>
                    <a:pt x="978186" y="1244015"/>
                  </a:lnTo>
                  <a:lnTo>
                    <a:pt x="1059074" y="1302932"/>
                  </a:lnTo>
                  <a:close/>
                  <a:moveTo>
                    <a:pt x="1130779" y="1305229"/>
                  </a:moveTo>
                  <a:lnTo>
                    <a:pt x="1148653" y="1296654"/>
                  </a:lnTo>
                  <a:lnTo>
                    <a:pt x="1139288" y="1289030"/>
                  </a:lnTo>
                  <a:close/>
                  <a:moveTo>
                    <a:pt x="965424" y="1218384"/>
                  </a:moveTo>
                  <a:lnTo>
                    <a:pt x="905126" y="1186055"/>
                  </a:lnTo>
                  <a:lnTo>
                    <a:pt x="883977" y="1224007"/>
                  </a:lnTo>
                  <a:close/>
                  <a:moveTo>
                    <a:pt x="624141" y="756272"/>
                  </a:moveTo>
                  <a:lnTo>
                    <a:pt x="514243" y="759584"/>
                  </a:lnTo>
                  <a:lnTo>
                    <a:pt x="575948" y="791287"/>
                  </a:lnTo>
                  <a:close/>
                  <a:moveTo>
                    <a:pt x="534105" y="726117"/>
                  </a:moveTo>
                  <a:lnTo>
                    <a:pt x="537349" y="710426"/>
                  </a:lnTo>
                  <a:lnTo>
                    <a:pt x="514243" y="759584"/>
                  </a:lnTo>
                  <a:close/>
                  <a:moveTo>
                    <a:pt x="1052142" y="1026659"/>
                  </a:moveTo>
                  <a:lnTo>
                    <a:pt x="1129663" y="1105952"/>
                  </a:lnTo>
                  <a:lnTo>
                    <a:pt x="1131986" y="1046527"/>
                  </a:lnTo>
                  <a:close/>
                  <a:moveTo>
                    <a:pt x="1014354" y="1050009"/>
                  </a:moveTo>
                  <a:lnTo>
                    <a:pt x="1129663" y="1105952"/>
                  </a:lnTo>
                  <a:lnTo>
                    <a:pt x="1052142" y="1026659"/>
                  </a:lnTo>
                  <a:close/>
                  <a:moveTo>
                    <a:pt x="866378" y="929357"/>
                  </a:moveTo>
                  <a:lnTo>
                    <a:pt x="808365" y="887739"/>
                  </a:lnTo>
                  <a:lnTo>
                    <a:pt x="804210" y="885579"/>
                  </a:lnTo>
                  <a:close/>
                  <a:moveTo>
                    <a:pt x="866378" y="929357"/>
                  </a:moveTo>
                  <a:lnTo>
                    <a:pt x="804210" y="885579"/>
                  </a:lnTo>
                  <a:lnTo>
                    <a:pt x="820163" y="847142"/>
                  </a:lnTo>
                  <a:close/>
                  <a:moveTo>
                    <a:pt x="947148" y="932965"/>
                  </a:moveTo>
                  <a:lnTo>
                    <a:pt x="949979" y="923350"/>
                  </a:lnTo>
                  <a:lnTo>
                    <a:pt x="867281" y="937304"/>
                  </a:lnTo>
                  <a:close/>
                  <a:moveTo>
                    <a:pt x="867281" y="937304"/>
                  </a:moveTo>
                  <a:lnTo>
                    <a:pt x="949979" y="923350"/>
                  </a:lnTo>
                  <a:lnTo>
                    <a:pt x="808778" y="885579"/>
                  </a:lnTo>
                  <a:close/>
                  <a:moveTo>
                    <a:pt x="808778" y="885579"/>
                  </a:moveTo>
                  <a:lnTo>
                    <a:pt x="949979" y="923350"/>
                  </a:lnTo>
                  <a:lnTo>
                    <a:pt x="856098" y="847142"/>
                  </a:lnTo>
                  <a:close/>
                  <a:moveTo>
                    <a:pt x="808778" y="885579"/>
                  </a:moveTo>
                  <a:lnTo>
                    <a:pt x="808365" y="887739"/>
                  </a:lnTo>
                  <a:lnTo>
                    <a:pt x="867281" y="937304"/>
                  </a:lnTo>
                  <a:close/>
                  <a:moveTo>
                    <a:pt x="953693" y="929357"/>
                  </a:moveTo>
                  <a:lnTo>
                    <a:pt x="947148" y="932965"/>
                  </a:lnTo>
                  <a:lnTo>
                    <a:pt x="916611" y="1013793"/>
                  </a:lnTo>
                  <a:close/>
                  <a:moveTo>
                    <a:pt x="820163" y="847142"/>
                  </a:moveTo>
                  <a:lnTo>
                    <a:pt x="804210" y="885579"/>
                  </a:lnTo>
                  <a:lnTo>
                    <a:pt x="854839" y="846291"/>
                  </a:lnTo>
                  <a:close/>
                  <a:moveTo>
                    <a:pt x="856098" y="847142"/>
                  </a:moveTo>
                  <a:lnTo>
                    <a:pt x="854839" y="846291"/>
                  </a:lnTo>
                  <a:lnTo>
                    <a:pt x="807230" y="883493"/>
                  </a:lnTo>
                  <a:close/>
                  <a:moveTo>
                    <a:pt x="796414" y="627850"/>
                  </a:moveTo>
                  <a:lnTo>
                    <a:pt x="720663" y="595541"/>
                  </a:lnTo>
                  <a:lnTo>
                    <a:pt x="774622" y="609832"/>
                  </a:lnTo>
                  <a:close/>
                  <a:moveTo>
                    <a:pt x="796414" y="627850"/>
                  </a:moveTo>
                  <a:lnTo>
                    <a:pt x="774622" y="609832"/>
                  </a:lnTo>
                  <a:lnTo>
                    <a:pt x="845684" y="596860"/>
                  </a:lnTo>
                  <a:close/>
                  <a:moveTo>
                    <a:pt x="642258" y="598690"/>
                  </a:moveTo>
                  <a:lnTo>
                    <a:pt x="720663" y="595541"/>
                  </a:lnTo>
                  <a:lnTo>
                    <a:pt x="712808" y="593920"/>
                  </a:lnTo>
                  <a:close/>
                  <a:moveTo>
                    <a:pt x="890910" y="617817"/>
                  </a:moveTo>
                  <a:lnTo>
                    <a:pt x="927592" y="624444"/>
                  </a:lnTo>
                  <a:lnTo>
                    <a:pt x="845684" y="596860"/>
                  </a:lnTo>
                  <a:close/>
                  <a:moveTo>
                    <a:pt x="890910" y="617817"/>
                  </a:moveTo>
                  <a:lnTo>
                    <a:pt x="948204" y="631830"/>
                  </a:lnTo>
                  <a:lnTo>
                    <a:pt x="927592" y="624444"/>
                  </a:lnTo>
                  <a:close/>
                  <a:moveTo>
                    <a:pt x="1379745" y="769937"/>
                  </a:moveTo>
                  <a:lnTo>
                    <a:pt x="1476210" y="705715"/>
                  </a:lnTo>
                  <a:lnTo>
                    <a:pt x="1397422" y="731833"/>
                  </a:lnTo>
                  <a:close/>
                  <a:moveTo>
                    <a:pt x="1466818" y="816827"/>
                  </a:moveTo>
                  <a:lnTo>
                    <a:pt x="1556931" y="875091"/>
                  </a:lnTo>
                  <a:lnTo>
                    <a:pt x="1541646" y="775611"/>
                  </a:lnTo>
                  <a:close/>
                  <a:moveTo>
                    <a:pt x="2350164" y="1280680"/>
                  </a:moveTo>
                  <a:lnTo>
                    <a:pt x="2247062" y="1303909"/>
                  </a:lnTo>
                  <a:lnTo>
                    <a:pt x="2239898" y="1326238"/>
                  </a:lnTo>
                  <a:close/>
                  <a:moveTo>
                    <a:pt x="2526630" y="397071"/>
                  </a:moveTo>
                  <a:lnTo>
                    <a:pt x="2609897" y="389969"/>
                  </a:lnTo>
                  <a:lnTo>
                    <a:pt x="2590966" y="305267"/>
                  </a:lnTo>
                  <a:close/>
                  <a:moveTo>
                    <a:pt x="2588098" y="500913"/>
                  </a:moveTo>
                  <a:lnTo>
                    <a:pt x="2679573" y="385904"/>
                  </a:lnTo>
                  <a:lnTo>
                    <a:pt x="2609897" y="389969"/>
                  </a:lnTo>
                  <a:close/>
                  <a:moveTo>
                    <a:pt x="2689997" y="388037"/>
                  </a:moveTo>
                  <a:lnTo>
                    <a:pt x="2679573" y="385904"/>
                  </a:lnTo>
                  <a:lnTo>
                    <a:pt x="2588098" y="500913"/>
                  </a:lnTo>
                  <a:close/>
                  <a:moveTo>
                    <a:pt x="2470223" y="221474"/>
                  </a:moveTo>
                  <a:lnTo>
                    <a:pt x="2439076" y="285858"/>
                  </a:lnTo>
                  <a:lnTo>
                    <a:pt x="2453919" y="256000"/>
                  </a:lnTo>
                  <a:close/>
                  <a:moveTo>
                    <a:pt x="2453919" y="256000"/>
                  </a:moveTo>
                  <a:lnTo>
                    <a:pt x="2439076" y="285858"/>
                  </a:lnTo>
                  <a:lnTo>
                    <a:pt x="2440183" y="306666"/>
                  </a:lnTo>
                  <a:close/>
                  <a:moveTo>
                    <a:pt x="2453919" y="256000"/>
                  </a:moveTo>
                  <a:lnTo>
                    <a:pt x="2565345" y="226004"/>
                  </a:lnTo>
                  <a:lnTo>
                    <a:pt x="2491094" y="201685"/>
                  </a:lnTo>
                  <a:close/>
                  <a:moveTo>
                    <a:pt x="2786288" y="367750"/>
                  </a:moveTo>
                  <a:lnTo>
                    <a:pt x="2690568" y="384977"/>
                  </a:lnTo>
                  <a:lnTo>
                    <a:pt x="2689997" y="388037"/>
                  </a:lnTo>
                  <a:close/>
                  <a:moveTo>
                    <a:pt x="2433570" y="111858"/>
                  </a:moveTo>
                  <a:lnTo>
                    <a:pt x="2476793" y="37219"/>
                  </a:lnTo>
                  <a:lnTo>
                    <a:pt x="2413848" y="27800"/>
                  </a:lnTo>
                  <a:close/>
                  <a:moveTo>
                    <a:pt x="2413848" y="27800"/>
                  </a:moveTo>
                  <a:lnTo>
                    <a:pt x="2476793" y="37219"/>
                  </a:lnTo>
                  <a:lnTo>
                    <a:pt x="2437150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37" name="Candidate_density__2136">
              <a:extLst>
                <a:ext uri="{FF2B5EF4-FFF2-40B4-BE49-F238E27FC236}">
                  <a16:creationId xmlns:a16="http://schemas.microsoft.com/office/drawing/2014/main" id="{7712CFB7-3C73-5D16-E189-0BE896C2B8CA}"/>
                </a:ext>
              </a:extLst>
            </p:cNvPr>
            <p:cNvSpPr>
              <a:spLocks noGrp="1"/>
            </p:cNvSpPr>
            <p:nvPr/>
          </p:nvSpPr>
          <p:spPr>
            <a:xfrm>
              <a:off x="3632227" y="1900249"/>
              <a:ext cx="2476090" cy="1645231"/>
            </a:xfrm>
            <a:custGeom>
              <a:avLst/>
              <a:gdLst/>
              <a:ahLst/>
              <a:cxnLst/>
              <a:rect l="0" t="0" r="0" b="0"/>
              <a:pathLst>
                <a:path w="2476090" h="1645231">
                  <a:moveTo>
                    <a:pt x="118180" y="1412263"/>
                  </a:moveTo>
                  <a:lnTo>
                    <a:pt x="184139" y="1486816"/>
                  </a:lnTo>
                  <a:lnTo>
                    <a:pt x="135058" y="1432466"/>
                  </a:lnTo>
                  <a:close/>
                  <a:moveTo>
                    <a:pt x="135058" y="1432466"/>
                  </a:moveTo>
                  <a:lnTo>
                    <a:pt x="184139" y="1486816"/>
                  </a:lnTo>
                  <a:lnTo>
                    <a:pt x="167235" y="1472475"/>
                  </a:lnTo>
                  <a:close/>
                  <a:moveTo>
                    <a:pt x="0" y="1206164"/>
                  </a:moveTo>
                  <a:lnTo>
                    <a:pt x="124139" y="1176438"/>
                  </a:lnTo>
                  <a:lnTo>
                    <a:pt x="47212" y="1167480"/>
                  </a:lnTo>
                  <a:close/>
                  <a:moveTo>
                    <a:pt x="603599" y="1574374"/>
                  </a:moveTo>
                  <a:lnTo>
                    <a:pt x="670420" y="1535937"/>
                  </a:lnTo>
                  <a:lnTo>
                    <a:pt x="581143" y="1555268"/>
                  </a:lnTo>
                  <a:close/>
                  <a:moveTo>
                    <a:pt x="670420" y="1535937"/>
                  </a:moveTo>
                  <a:lnTo>
                    <a:pt x="622692" y="1495410"/>
                  </a:lnTo>
                  <a:lnTo>
                    <a:pt x="581143" y="1555268"/>
                  </a:lnTo>
                  <a:close/>
                  <a:moveTo>
                    <a:pt x="672982" y="1619984"/>
                  </a:moveTo>
                  <a:lnTo>
                    <a:pt x="754266" y="1645231"/>
                  </a:lnTo>
                  <a:lnTo>
                    <a:pt x="798597" y="1595776"/>
                  </a:lnTo>
                  <a:close/>
                  <a:moveTo>
                    <a:pt x="718945" y="1576627"/>
                  </a:moveTo>
                  <a:lnTo>
                    <a:pt x="798597" y="1595776"/>
                  </a:lnTo>
                  <a:lnTo>
                    <a:pt x="839701" y="1534255"/>
                  </a:lnTo>
                  <a:close/>
                  <a:moveTo>
                    <a:pt x="798597" y="1595776"/>
                  </a:moveTo>
                  <a:lnTo>
                    <a:pt x="860864" y="1549925"/>
                  </a:lnTo>
                  <a:lnTo>
                    <a:pt x="839701" y="1534255"/>
                  </a:lnTo>
                  <a:close/>
                  <a:moveTo>
                    <a:pt x="151517" y="684515"/>
                  </a:moveTo>
                  <a:lnTo>
                    <a:pt x="198765" y="757565"/>
                  </a:lnTo>
                  <a:lnTo>
                    <a:pt x="220442" y="789165"/>
                  </a:lnTo>
                  <a:close/>
                  <a:moveTo>
                    <a:pt x="859780" y="1473185"/>
                  </a:moveTo>
                  <a:lnTo>
                    <a:pt x="839701" y="1534255"/>
                  </a:lnTo>
                  <a:lnTo>
                    <a:pt x="883673" y="1497501"/>
                  </a:lnTo>
                  <a:close/>
                  <a:moveTo>
                    <a:pt x="901972" y="1376849"/>
                  </a:moveTo>
                  <a:lnTo>
                    <a:pt x="862966" y="1406036"/>
                  </a:lnTo>
                  <a:lnTo>
                    <a:pt x="883673" y="1497501"/>
                  </a:lnTo>
                  <a:close/>
                  <a:moveTo>
                    <a:pt x="864364" y="1196061"/>
                  </a:moveTo>
                  <a:lnTo>
                    <a:pt x="903519" y="1278999"/>
                  </a:lnTo>
                  <a:lnTo>
                    <a:pt x="925267" y="1180261"/>
                  </a:lnTo>
                  <a:close/>
                  <a:moveTo>
                    <a:pt x="996972" y="1182558"/>
                  </a:moveTo>
                  <a:lnTo>
                    <a:pt x="925267" y="1180261"/>
                  </a:lnTo>
                  <a:lnTo>
                    <a:pt x="903519" y="1278999"/>
                  </a:lnTo>
                  <a:close/>
                  <a:moveTo>
                    <a:pt x="389990" y="711918"/>
                  </a:moveTo>
                  <a:lnTo>
                    <a:pt x="380436" y="636913"/>
                  </a:lnTo>
                  <a:lnTo>
                    <a:pt x="490334" y="633601"/>
                  </a:lnTo>
                  <a:close/>
                  <a:moveTo>
                    <a:pt x="1031616" y="1256197"/>
                  </a:moveTo>
                  <a:lnTo>
                    <a:pt x="1060079" y="1291937"/>
                  </a:lnTo>
                  <a:lnTo>
                    <a:pt x="1122797" y="1326325"/>
                  </a:lnTo>
                  <a:close/>
                  <a:moveTo>
                    <a:pt x="813341" y="810294"/>
                  </a:moveTo>
                  <a:lnTo>
                    <a:pt x="718045" y="927337"/>
                  </a:lnTo>
                  <a:lnTo>
                    <a:pt x="782804" y="891121"/>
                  </a:lnTo>
                  <a:close/>
                  <a:moveTo>
                    <a:pt x="717996" y="927307"/>
                  </a:moveTo>
                  <a:lnTo>
                    <a:pt x="718045" y="927337"/>
                  </a:lnTo>
                  <a:lnTo>
                    <a:pt x="813341" y="810294"/>
                  </a:lnTo>
                  <a:close/>
                  <a:moveTo>
                    <a:pt x="733474" y="814632"/>
                  </a:moveTo>
                  <a:lnTo>
                    <a:pt x="717996" y="927307"/>
                  </a:lnTo>
                  <a:lnTo>
                    <a:pt x="813341" y="810294"/>
                  </a:lnTo>
                  <a:close/>
                  <a:moveTo>
                    <a:pt x="899420" y="888901"/>
                  </a:moveTo>
                  <a:lnTo>
                    <a:pt x="888641" y="909760"/>
                  </a:lnTo>
                  <a:lnTo>
                    <a:pt x="918335" y="903988"/>
                  </a:lnTo>
                  <a:close/>
                  <a:moveTo>
                    <a:pt x="1412137" y="1427181"/>
                  </a:moveTo>
                  <a:lnTo>
                    <a:pt x="1411354" y="1546621"/>
                  </a:lnTo>
                  <a:lnTo>
                    <a:pt x="1493217" y="1444888"/>
                  </a:lnTo>
                  <a:close/>
                  <a:moveTo>
                    <a:pt x="933925" y="850464"/>
                  </a:moveTo>
                  <a:lnTo>
                    <a:pt x="899420" y="888901"/>
                  </a:lnTo>
                  <a:lnTo>
                    <a:pt x="918335" y="903988"/>
                  </a:lnTo>
                  <a:close/>
                  <a:moveTo>
                    <a:pt x="918335" y="903988"/>
                  </a:moveTo>
                  <a:lnTo>
                    <a:pt x="998179" y="923856"/>
                  </a:lnTo>
                  <a:lnTo>
                    <a:pt x="964240" y="860419"/>
                  </a:lnTo>
                  <a:close/>
                  <a:moveTo>
                    <a:pt x="1025811" y="858836"/>
                  </a:moveTo>
                  <a:lnTo>
                    <a:pt x="1077943" y="877045"/>
                  </a:lnTo>
                  <a:lnTo>
                    <a:pt x="1034648" y="845007"/>
                  </a:lnTo>
                  <a:close/>
                  <a:moveTo>
                    <a:pt x="1275282" y="756976"/>
                  </a:moveTo>
                  <a:lnTo>
                    <a:pt x="1214232" y="743923"/>
                  </a:lnTo>
                  <a:lnTo>
                    <a:pt x="1333011" y="694155"/>
                  </a:lnTo>
                  <a:close/>
                  <a:moveTo>
                    <a:pt x="2324916" y="603592"/>
                  </a:moveTo>
                  <a:lnTo>
                    <a:pt x="2254959" y="626165"/>
                  </a:lnTo>
                  <a:lnTo>
                    <a:pt x="2206834" y="655964"/>
                  </a:lnTo>
                  <a:close/>
                  <a:moveTo>
                    <a:pt x="2324916" y="603592"/>
                  </a:moveTo>
                  <a:lnTo>
                    <a:pt x="2353650" y="506431"/>
                  </a:lnTo>
                  <a:lnTo>
                    <a:pt x="2257381" y="625187"/>
                  </a:lnTo>
                  <a:close/>
                  <a:moveTo>
                    <a:pt x="2353690" y="504536"/>
                  </a:moveTo>
                  <a:lnTo>
                    <a:pt x="2353650" y="506431"/>
                  </a:lnTo>
                  <a:lnTo>
                    <a:pt x="2344670" y="462243"/>
                  </a:lnTo>
                  <a:close/>
                  <a:moveTo>
                    <a:pt x="2353650" y="506431"/>
                  </a:moveTo>
                  <a:lnTo>
                    <a:pt x="2372217" y="504536"/>
                  </a:lnTo>
                  <a:lnTo>
                    <a:pt x="2344670" y="462243"/>
                  </a:lnTo>
                  <a:close/>
                  <a:moveTo>
                    <a:pt x="2383635" y="392726"/>
                  </a:moveTo>
                  <a:lnTo>
                    <a:pt x="2372217" y="504536"/>
                  </a:lnTo>
                  <a:lnTo>
                    <a:pt x="2450972" y="387811"/>
                  </a:lnTo>
                  <a:close/>
                  <a:moveTo>
                    <a:pt x="2450972" y="387811"/>
                  </a:moveTo>
                  <a:lnTo>
                    <a:pt x="2422416" y="383885"/>
                  </a:lnTo>
                  <a:lnTo>
                    <a:pt x="2383635" y="392726"/>
                  </a:lnTo>
                  <a:close/>
                  <a:moveTo>
                    <a:pt x="2422416" y="383885"/>
                  </a:moveTo>
                  <a:lnTo>
                    <a:pt x="2450972" y="387811"/>
                  </a:lnTo>
                  <a:lnTo>
                    <a:pt x="2454291" y="378242"/>
                  </a:lnTo>
                  <a:close/>
                  <a:moveTo>
                    <a:pt x="2386489" y="379642"/>
                  </a:moveTo>
                  <a:lnTo>
                    <a:pt x="2422416" y="383885"/>
                  </a:lnTo>
                  <a:lnTo>
                    <a:pt x="2476090" y="267297"/>
                  </a:lnTo>
                  <a:close/>
                  <a:moveTo>
                    <a:pt x="2360993" y="0"/>
                  </a:moveTo>
                  <a:lnTo>
                    <a:pt x="2336416" y="98803"/>
                  </a:lnTo>
                  <a:lnTo>
                    <a:pt x="2357287" y="79013"/>
                  </a:lnTo>
                  <a:close/>
                  <a:moveTo>
                    <a:pt x="2299882" y="89182"/>
                  </a:moveTo>
                  <a:lnTo>
                    <a:pt x="2336416" y="98803"/>
                  </a:lnTo>
                  <a:lnTo>
                    <a:pt x="2360993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38" name="Candidate_density__2137">
              <a:extLst>
                <a:ext uri="{FF2B5EF4-FFF2-40B4-BE49-F238E27FC236}">
                  <a16:creationId xmlns:a16="http://schemas.microsoft.com/office/drawing/2014/main" id="{6CC77B74-B347-FED2-2DAB-C2C91CB3EB75}"/>
                </a:ext>
              </a:extLst>
            </p:cNvPr>
            <p:cNvSpPr>
              <a:spLocks noGrp="1"/>
            </p:cNvSpPr>
            <p:nvPr/>
          </p:nvSpPr>
          <p:spPr>
            <a:xfrm>
              <a:off x="3557724" y="1814797"/>
              <a:ext cx="2603257" cy="1705437"/>
            </a:xfrm>
            <a:custGeom>
              <a:avLst/>
              <a:gdLst/>
              <a:ahLst/>
              <a:cxnLst/>
              <a:rect l="0" t="0" r="0" b="0"/>
              <a:pathLst>
                <a:path w="2603257" h="1705437">
                  <a:moveTo>
                    <a:pt x="187720" y="1490054"/>
                  </a:moveTo>
                  <a:lnTo>
                    <a:pt x="192684" y="1497716"/>
                  </a:lnTo>
                  <a:lnTo>
                    <a:pt x="209562" y="1517918"/>
                  </a:lnTo>
                  <a:close/>
                  <a:moveTo>
                    <a:pt x="187720" y="1490054"/>
                  </a:moveTo>
                  <a:lnTo>
                    <a:pt x="142540" y="1407839"/>
                  </a:lnTo>
                  <a:lnTo>
                    <a:pt x="143052" y="1437974"/>
                  </a:lnTo>
                  <a:close/>
                  <a:moveTo>
                    <a:pt x="187720" y="1490054"/>
                  </a:moveTo>
                  <a:lnTo>
                    <a:pt x="209562" y="1517918"/>
                  </a:lnTo>
                  <a:lnTo>
                    <a:pt x="237022" y="1533832"/>
                  </a:lnTo>
                  <a:close/>
                  <a:moveTo>
                    <a:pt x="74504" y="1291617"/>
                  </a:moveTo>
                  <a:lnTo>
                    <a:pt x="190016" y="1299700"/>
                  </a:lnTo>
                  <a:lnTo>
                    <a:pt x="198642" y="1261891"/>
                  </a:lnTo>
                  <a:close/>
                  <a:moveTo>
                    <a:pt x="40771" y="1204972"/>
                  </a:moveTo>
                  <a:lnTo>
                    <a:pt x="74504" y="1291617"/>
                  </a:lnTo>
                  <a:lnTo>
                    <a:pt x="121716" y="1252933"/>
                  </a:lnTo>
                  <a:close/>
                  <a:moveTo>
                    <a:pt x="40771" y="1204972"/>
                  </a:moveTo>
                  <a:lnTo>
                    <a:pt x="0" y="1243408"/>
                  </a:lnTo>
                  <a:lnTo>
                    <a:pt x="74504" y="1291617"/>
                  </a:lnTo>
                  <a:close/>
                  <a:moveTo>
                    <a:pt x="744924" y="1621389"/>
                  </a:moveTo>
                  <a:lnTo>
                    <a:pt x="747486" y="1705437"/>
                  </a:lnTo>
                  <a:lnTo>
                    <a:pt x="793448" y="1662079"/>
                  </a:lnTo>
                  <a:close/>
                  <a:moveTo>
                    <a:pt x="744924" y="1621389"/>
                  </a:moveTo>
                  <a:lnTo>
                    <a:pt x="678103" y="1659826"/>
                  </a:lnTo>
                  <a:lnTo>
                    <a:pt x="747486" y="1705437"/>
                  </a:lnTo>
                  <a:close/>
                  <a:moveTo>
                    <a:pt x="793448" y="1662079"/>
                  </a:moveTo>
                  <a:lnTo>
                    <a:pt x="747486" y="1705437"/>
                  </a:lnTo>
                  <a:lnTo>
                    <a:pt x="873101" y="1681229"/>
                  </a:lnTo>
                  <a:close/>
                  <a:moveTo>
                    <a:pt x="205954" y="986467"/>
                  </a:moveTo>
                  <a:lnTo>
                    <a:pt x="280181" y="986713"/>
                  </a:lnTo>
                  <a:lnTo>
                    <a:pt x="222963" y="922417"/>
                  </a:lnTo>
                  <a:close/>
                  <a:moveTo>
                    <a:pt x="280181" y="986713"/>
                  </a:moveTo>
                  <a:lnTo>
                    <a:pt x="290749" y="897201"/>
                  </a:lnTo>
                  <a:lnTo>
                    <a:pt x="222963" y="922417"/>
                  </a:lnTo>
                  <a:close/>
                  <a:moveTo>
                    <a:pt x="226021" y="769968"/>
                  </a:moveTo>
                  <a:lnTo>
                    <a:pt x="294946" y="874618"/>
                  </a:lnTo>
                  <a:lnTo>
                    <a:pt x="300220" y="770238"/>
                  </a:lnTo>
                  <a:close/>
                  <a:moveTo>
                    <a:pt x="824674" y="1186788"/>
                  </a:moveTo>
                  <a:lnTo>
                    <a:pt x="845823" y="1148836"/>
                  </a:lnTo>
                  <a:lnTo>
                    <a:pt x="858462" y="1095005"/>
                  </a:lnTo>
                  <a:close/>
                  <a:moveTo>
                    <a:pt x="585985" y="886796"/>
                  </a:moveTo>
                  <a:lnTo>
                    <a:pt x="626959" y="766145"/>
                  </a:lnTo>
                  <a:lnTo>
                    <a:pt x="585822" y="804581"/>
                  </a:lnTo>
                  <a:close/>
                  <a:moveTo>
                    <a:pt x="585822" y="804581"/>
                  </a:moveTo>
                  <a:lnTo>
                    <a:pt x="626959" y="766145"/>
                  </a:lnTo>
                  <a:lnTo>
                    <a:pt x="516645" y="754067"/>
                  </a:lnTo>
                  <a:close/>
                  <a:moveTo>
                    <a:pt x="626959" y="766145"/>
                  </a:moveTo>
                  <a:lnTo>
                    <a:pt x="564838" y="719053"/>
                  </a:lnTo>
                  <a:lnTo>
                    <a:pt x="516645" y="754067"/>
                  </a:lnTo>
                  <a:close/>
                  <a:moveTo>
                    <a:pt x="1322824" y="1670511"/>
                  </a:moveTo>
                  <a:lnTo>
                    <a:pt x="1293616" y="1588295"/>
                  </a:lnTo>
                  <a:lnTo>
                    <a:pt x="1299993" y="1603782"/>
                  </a:lnTo>
                  <a:close/>
                  <a:moveTo>
                    <a:pt x="1106120" y="1341650"/>
                  </a:moveTo>
                  <a:lnTo>
                    <a:pt x="1197300" y="1411778"/>
                  </a:lnTo>
                  <a:lnTo>
                    <a:pt x="1195888" y="1385429"/>
                  </a:lnTo>
                  <a:close/>
                  <a:moveTo>
                    <a:pt x="963145" y="995212"/>
                  </a:moveTo>
                  <a:lnTo>
                    <a:pt x="955051" y="1012790"/>
                  </a:lnTo>
                  <a:lnTo>
                    <a:pt x="992839" y="989440"/>
                  </a:lnTo>
                  <a:close/>
                  <a:moveTo>
                    <a:pt x="807978" y="900085"/>
                  </a:moveTo>
                  <a:lnTo>
                    <a:pt x="749062" y="850520"/>
                  </a:lnTo>
                  <a:lnTo>
                    <a:pt x="807075" y="892138"/>
                  </a:lnTo>
                  <a:close/>
                  <a:moveTo>
                    <a:pt x="894390" y="892138"/>
                  </a:moveTo>
                  <a:lnTo>
                    <a:pt x="963145" y="995212"/>
                  </a:lnTo>
                  <a:lnTo>
                    <a:pt x="973924" y="974353"/>
                  </a:lnTo>
                  <a:close/>
                  <a:moveTo>
                    <a:pt x="857308" y="976574"/>
                  </a:moveTo>
                  <a:lnTo>
                    <a:pt x="963145" y="995212"/>
                  </a:lnTo>
                  <a:lnTo>
                    <a:pt x="894390" y="892138"/>
                  </a:lnTo>
                  <a:close/>
                  <a:moveTo>
                    <a:pt x="1305864" y="1198641"/>
                  </a:moveTo>
                  <a:lnTo>
                    <a:pt x="1329473" y="1279539"/>
                  </a:lnTo>
                  <a:lnTo>
                    <a:pt x="1383254" y="1196316"/>
                  </a:lnTo>
                  <a:close/>
                  <a:moveTo>
                    <a:pt x="1100315" y="944288"/>
                  </a:moveTo>
                  <a:lnTo>
                    <a:pt x="1072683" y="1009308"/>
                  </a:lnTo>
                  <a:lnTo>
                    <a:pt x="1178759" y="1041198"/>
                  </a:lnTo>
                  <a:close/>
                  <a:moveTo>
                    <a:pt x="1008428" y="935917"/>
                  </a:moveTo>
                  <a:lnTo>
                    <a:pt x="900708" y="885289"/>
                  </a:lnTo>
                  <a:lnTo>
                    <a:pt x="894390" y="892138"/>
                  </a:lnTo>
                  <a:close/>
                  <a:moveTo>
                    <a:pt x="1008428" y="935917"/>
                  </a:moveTo>
                  <a:lnTo>
                    <a:pt x="894390" y="892138"/>
                  </a:lnTo>
                  <a:lnTo>
                    <a:pt x="973924" y="974353"/>
                  </a:lnTo>
                  <a:close/>
                  <a:moveTo>
                    <a:pt x="931861" y="659778"/>
                  </a:moveTo>
                  <a:lnTo>
                    <a:pt x="976132" y="684378"/>
                  </a:lnTo>
                  <a:lnTo>
                    <a:pt x="888901" y="594611"/>
                  </a:lnTo>
                  <a:close/>
                  <a:moveTo>
                    <a:pt x="1443829" y="738392"/>
                  </a:moveTo>
                  <a:lnTo>
                    <a:pt x="1407515" y="779608"/>
                  </a:lnTo>
                  <a:lnTo>
                    <a:pt x="1415821" y="769471"/>
                  </a:lnTo>
                  <a:close/>
                  <a:moveTo>
                    <a:pt x="1415821" y="769471"/>
                  </a:moveTo>
                  <a:lnTo>
                    <a:pt x="1416907" y="668496"/>
                  </a:lnTo>
                  <a:lnTo>
                    <a:pt x="1320442" y="732718"/>
                  </a:lnTo>
                  <a:close/>
                  <a:moveTo>
                    <a:pt x="1497628" y="837872"/>
                  </a:moveTo>
                  <a:lnTo>
                    <a:pt x="1527794" y="839123"/>
                  </a:lnTo>
                  <a:lnTo>
                    <a:pt x="1482343" y="738392"/>
                  </a:lnTo>
                  <a:close/>
                  <a:moveTo>
                    <a:pt x="1736449" y="1030359"/>
                  </a:moveTo>
                  <a:lnTo>
                    <a:pt x="1781517" y="1054312"/>
                  </a:lnTo>
                  <a:lnTo>
                    <a:pt x="1750844" y="979157"/>
                  </a:lnTo>
                  <a:close/>
                  <a:moveTo>
                    <a:pt x="2428154" y="591884"/>
                  </a:moveTo>
                  <a:lnTo>
                    <a:pt x="2399420" y="689044"/>
                  </a:lnTo>
                  <a:lnTo>
                    <a:pt x="2446721" y="589988"/>
                  </a:lnTo>
                  <a:close/>
                  <a:moveTo>
                    <a:pt x="2399420" y="689044"/>
                  </a:moveTo>
                  <a:lnTo>
                    <a:pt x="2440405" y="710640"/>
                  </a:lnTo>
                  <a:lnTo>
                    <a:pt x="2446721" y="589988"/>
                  </a:lnTo>
                  <a:close/>
                  <a:moveTo>
                    <a:pt x="2446721" y="589988"/>
                  </a:moveTo>
                  <a:lnTo>
                    <a:pt x="2508279" y="602192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446721" y="589988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603257" y="470620"/>
                  </a:lnTo>
                  <a:lnTo>
                    <a:pt x="2528795" y="463694"/>
                  </a:lnTo>
                  <a:close/>
                  <a:moveTo>
                    <a:pt x="2550594" y="352750"/>
                  </a:moveTo>
                  <a:lnTo>
                    <a:pt x="2496920" y="469337"/>
                  </a:lnTo>
                  <a:lnTo>
                    <a:pt x="2528795" y="463694"/>
                  </a:lnTo>
                  <a:close/>
                  <a:moveTo>
                    <a:pt x="2467327" y="359852"/>
                  </a:moveTo>
                  <a:lnTo>
                    <a:pt x="2460993" y="465094"/>
                  </a:lnTo>
                  <a:lnTo>
                    <a:pt x="2550594" y="352750"/>
                  </a:lnTo>
                  <a:close/>
                  <a:moveTo>
                    <a:pt x="2506042" y="188785"/>
                  </a:moveTo>
                  <a:lnTo>
                    <a:pt x="2502039" y="148454"/>
                  </a:lnTo>
                  <a:lnTo>
                    <a:pt x="2431791" y="164466"/>
                  </a:lnTo>
                  <a:close/>
                  <a:moveTo>
                    <a:pt x="2410920" y="184255"/>
                  </a:moveTo>
                  <a:lnTo>
                    <a:pt x="2394616" y="218781"/>
                  </a:lnTo>
                  <a:lnTo>
                    <a:pt x="2431791" y="164466"/>
                  </a:lnTo>
                  <a:close/>
                  <a:moveTo>
                    <a:pt x="2374267" y="74639"/>
                  </a:moveTo>
                  <a:lnTo>
                    <a:pt x="2435497" y="85453"/>
                  </a:lnTo>
                  <a:lnTo>
                    <a:pt x="2417490" y="0"/>
                  </a:lnTo>
                  <a:close/>
                  <a:moveTo>
                    <a:pt x="2499597" y="93933"/>
                  </a:moveTo>
                  <a:lnTo>
                    <a:pt x="2431791" y="164466"/>
                  </a:lnTo>
                  <a:lnTo>
                    <a:pt x="2502039" y="148454"/>
                  </a:lnTo>
                  <a:close/>
                  <a:moveTo>
                    <a:pt x="2499597" y="93933"/>
                  </a:moveTo>
                  <a:lnTo>
                    <a:pt x="2435497" y="85453"/>
                  </a:lnTo>
                  <a:lnTo>
                    <a:pt x="2431791" y="164466"/>
                  </a:lnTo>
                  <a:close/>
                  <a:moveTo>
                    <a:pt x="2435497" y="85453"/>
                  </a:moveTo>
                  <a:lnTo>
                    <a:pt x="2478374" y="11094"/>
                  </a:lnTo>
                  <a:lnTo>
                    <a:pt x="241749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39" name="Candidate_density__2138">
              <a:extLst>
                <a:ext uri="{FF2B5EF4-FFF2-40B4-BE49-F238E27FC236}">
                  <a16:creationId xmlns:a16="http://schemas.microsoft.com/office/drawing/2014/main" id="{2BB716EC-52CB-98E1-FE75-B5965F01469D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61307"/>
              <a:ext cx="2690568" cy="1657272"/>
            </a:xfrm>
            <a:custGeom>
              <a:avLst/>
              <a:gdLst/>
              <a:ahLst/>
              <a:cxnLst/>
              <a:rect l="0" t="0" r="0" b="0"/>
              <a:pathLst>
                <a:path w="2690568" h="1657272">
                  <a:moveTo>
                    <a:pt x="15585" y="1214683"/>
                  </a:moveTo>
                  <a:lnTo>
                    <a:pt x="0" y="1234514"/>
                  </a:lnTo>
                  <a:lnTo>
                    <a:pt x="35134" y="1254845"/>
                  </a:lnTo>
                  <a:close/>
                  <a:moveTo>
                    <a:pt x="258891" y="1505107"/>
                  </a:moveTo>
                  <a:lnTo>
                    <a:pt x="291127" y="1439439"/>
                  </a:lnTo>
                  <a:lnTo>
                    <a:pt x="201843" y="1461329"/>
                  </a:lnTo>
                  <a:close/>
                  <a:moveTo>
                    <a:pt x="169863" y="1379113"/>
                  </a:moveTo>
                  <a:lnTo>
                    <a:pt x="272190" y="1434689"/>
                  </a:lnTo>
                  <a:lnTo>
                    <a:pt x="249320" y="1353190"/>
                  </a:lnTo>
                  <a:close/>
                  <a:moveTo>
                    <a:pt x="169863" y="1379113"/>
                  </a:moveTo>
                  <a:lnTo>
                    <a:pt x="201843" y="1461329"/>
                  </a:lnTo>
                  <a:lnTo>
                    <a:pt x="272190" y="1434689"/>
                  </a:lnTo>
                  <a:close/>
                  <a:moveTo>
                    <a:pt x="272190" y="1434689"/>
                  </a:moveTo>
                  <a:lnTo>
                    <a:pt x="323457" y="1353509"/>
                  </a:lnTo>
                  <a:lnTo>
                    <a:pt x="249320" y="1353190"/>
                  </a:lnTo>
                  <a:close/>
                  <a:moveTo>
                    <a:pt x="56405" y="1176247"/>
                  </a:moveTo>
                  <a:lnTo>
                    <a:pt x="15585" y="1214683"/>
                  </a:lnTo>
                  <a:lnTo>
                    <a:pt x="35134" y="1254845"/>
                  </a:lnTo>
                  <a:close/>
                  <a:moveTo>
                    <a:pt x="53312" y="1107605"/>
                  </a:moveTo>
                  <a:lnTo>
                    <a:pt x="15585" y="1214683"/>
                  </a:lnTo>
                  <a:lnTo>
                    <a:pt x="56405" y="1176247"/>
                  </a:lnTo>
                  <a:close/>
                  <a:moveTo>
                    <a:pt x="53312" y="1107605"/>
                  </a:moveTo>
                  <a:lnTo>
                    <a:pt x="17008" y="1187073"/>
                  </a:lnTo>
                  <a:lnTo>
                    <a:pt x="15585" y="1214683"/>
                  </a:lnTo>
                  <a:close/>
                  <a:moveTo>
                    <a:pt x="17008" y="1187073"/>
                  </a:moveTo>
                  <a:lnTo>
                    <a:pt x="53312" y="1107605"/>
                  </a:lnTo>
                  <a:lnTo>
                    <a:pt x="27386" y="1132468"/>
                  </a:lnTo>
                  <a:close/>
                  <a:moveTo>
                    <a:pt x="53312" y="1107605"/>
                  </a:moveTo>
                  <a:lnTo>
                    <a:pt x="55891" y="1094031"/>
                  </a:lnTo>
                  <a:lnTo>
                    <a:pt x="27386" y="1132468"/>
                  </a:lnTo>
                  <a:close/>
                  <a:moveTo>
                    <a:pt x="424998" y="1446104"/>
                  </a:moveTo>
                  <a:lnTo>
                    <a:pt x="363975" y="1433151"/>
                  </a:lnTo>
                  <a:lnTo>
                    <a:pt x="291127" y="1439439"/>
                  </a:lnTo>
                  <a:close/>
                  <a:moveTo>
                    <a:pt x="451197" y="1410344"/>
                  </a:moveTo>
                  <a:lnTo>
                    <a:pt x="370718" y="1422892"/>
                  </a:lnTo>
                  <a:lnTo>
                    <a:pt x="482754" y="1484781"/>
                  </a:lnTo>
                  <a:close/>
                  <a:moveTo>
                    <a:pt x="424998" y="1446104"/>
                  </a:moveTo>
                  <a:lnTo>
                    <a:pt x="370718" y="1422892"/>
                  </a:lnTo>
                  <a:lnTo>
                    <a:pt x="363975" y="1433151"/>
                  </a:lnTo>
                  <a:close/>
                  <a:moveTo>
                    <a:pt x="55891" y="1094031"/>
                  </a:moveTo>
                  <a:lnTo>
                    <a:pt x="53312" y="1107605"/>
                  </a:lnTo>
                  <a:lnTo>
                    <a:pt x="53260" y="1091123"/>
                  </a:lnTo>
                  <a:close/>
                  <a:moveTo>
                    <a:pt x="53260" y="1091123"/>
                  </a:moveTo>
                  <a:lnTo>
                    <a:pt x="84627" y="1009484"/>
                  </a:lnTo>
                  <a:lnTo>
                    <a:pt x="55891" y="1094031"/>
                  </a:lnTo>
                  <a:close/>
                  <a:moveTo>
                    <a:pt x="55891" y="1094031"/>
                  </a:moveTo>
                  <a:lnTo>
                    <a:pt x="84627" y="1009484"/>
                  </a:lnTo>
                  <a:lnTo>
                    <a:pt x="110530" y="973380"/>
                  </a:lnTo>
                  <a:close/>
                  <a:moveTo>
                    <a:pt x="55891" y="1094031"/>
                  </a:moveTo>
                  <a:lnTo>
                    <a:pt x="110530" y="973380"/>
                  </a:lnTo>
                  <a:lnTo>
                    <a:pt x="81212" y="1011816"/>
                  </a:lnTo>
                  <a:close/>
                  <a:moveTo>
                    <a:pt x="110530" y="973380"/>
                  </a:moveTo>
                  <a:lnTo>
                    <a:pt x="107472" y="891165"/>
                  </a:lnTo>
                  <a:lnTo>
                    <a:pt x="81212" y="1011816"/>
                  </a:lnTo>
                  <a:close/>
                  <a:moveTo>
                    <a:pt x="265257" y="1039956"/>
                  </a:moveTo>
                  <a:lnTo>
                    <a:pt x="387343" y="1099374"/>
                  </a:lnTo>
                  <a:lnTo>
                    <a:pt x="389766" y="1099418"/>
                  </a:lnTo>
                  <a:close/>
                  <a:moveTo>
                    <a:pt x="265257" y="1039956"/>
                  </a:moveTo>
                  <a:lnTo>
                    <a:pt x="389766" y="1099418"/>
                  </a:lnTo>
                  <a:lnTo>
                    <a:pt x="339485" y="1040203"/>
                  </a:lnTo>
                  <a:close/>
                  <a:moveTo>
                    <a:pt x="107472" y="891165"/>
                  </a:moveTo>
                  <a:lnTo>
                    <a:pt x="110530" y="973380"/>
                  </a:lnTo>
                  <a:lnTo>
                    <a:pt x="156764" y="934943"/>
                  </a:lnTo>
                  <a:close/>
                  <a:moveTo>
                    <a:pt x="359523" y="823727"/>
                  </a:moveTo>
                  <a:lnTo>
                    <a:pt x="275295" y="732076"/>
                  </a:lnTo>
                  <a:lnTo>
                    <a:pt x="274069" y="732516"/>
                  </a:lnTo>
                  <a:close/>
                  <a:moveTo>
                    <a:pt x="359523" y="823727"/>
                  </a:moveTo>
                  <a:lnTo>
                    <a:pt x="274069" y="732516"/>
                  </a:lnTo>
                  <a:lnTo>
                    <a:pt x="285324" y="823457"/>
                  </a:lnTo>
                  <a:close/>
                  <a:moveTo>
                    <a:pt x="645288" y="940285"/>
                  </a:moveTo>
                  <a:lnTo>
                    <a:pt x="645125" y="858070"/>
                  </a:lnTo>
                  <a:lnTo>
                    <a:pt x="588835" y="958669"/>
                  </a:lnTo>
                  <a:close/>
                  <a:moveTo>
                    <a:pt x="514243" y="775855"/>
                  </a:moveTo>
                  <a:lnTo>
                    <a:pt x="571203" y="872912"/>
                  </a:lnTo>
                  <a:lnTo>
                    <a:pt x="575948" y="807557"/>
                  </a:lnTo>
                  <a:close/>
                  <a:moveTo>
                    <a:pt x="499612" y="896507"/>
                  </a:moveTo>
                  <a:lnTo>
                    <a:pt x="571203" y="872912"/>
                  </a:lnTo>
                  <a:lnTo>
                    <a:pt x="514243" y="775855"/>
                  </a:lnTo>
                  <a:close/>
                  <a:moveTo>
                    <a:pt x="275295" y="732076"/>
                  </a:moveTo>
                  <a:lnTo>
                    <a:pt x="364273" y="788658"/>
                  </a:lnTo>
                  <a:lnTo>
                    <a:pt x="385043" y="702888"/>
                  </a:lnTo>
                  <a:close/>
                  <a:moveTo>
                    <a:pt x="364273" y="788658"/>
                  </a:moveTo>
                  <a:lnTo>
                    <a:pt x="423184" y="693640"/>
                  </a:lnTo>
                  <a:lnTo>
                    <a:pt x="385043" y="702888"/>
                  </a:lnTo>
                  <a:close/>
                  <a:moveTo>
                    <a:pt x="488926" y="760854"/>
                  </a:moveTo>
                  <a:lnTo>
                    <a:pt x="423184" y="693640"/>
                  </a:lnTo>
                  <a:lnTo>
                    <a:pt x="364273" y="788658"/>
                  </a:lnTo>
                  <a:close/>
                  <a:moveTo>
                    <a:pt x="385043" y="702888"/>
                  </a:moveTo>
                  <a:lnTo>
                    <a:pt x="453368" y="627908"/>
                  </a:lnTo>
                  <a:lnTo>
                    <a:pt x="443635" y="615754"/>
                  </a:lnTo>
                  <a:close/>
                  <a:moveTo>
                    <a:pt x="1059074" y="1319203"/>
                  </a:moveTo>
                  <a:lnTo>
                    <a:pt x="988629" y="1230710"/>
                  </a:lnTo>
                  <a:lnTo>
                    <a:pt x="965424" y="1234655"/>
                  </a:lnTo>
                  <a:close/>
                  <a:moveTo>
                    <a:pt x="514243" y="775855"/>
                  </a:moveTo>
                  <a:lnTo>
                    <a:pt x="537349" y="726697"/>
                  </a:lnTo>
                  <a:lnTo>
                    <a:pt x="536668" y="655204"/>
                  </a:lnTo>
                  <a:close/>
                  <a:moveTo>
                    <a:pt x="509672" y="662159"/>
                  </a:moveTo>
                  <a:lnTo>
                    <a:pt x="488926" y="760854"/>
                  </a:lnTo>
                  <a:lnTo>
                    <a:pt x="514243" y="775855"/>
                  </a:lnTo>
                  <a:close/>
                  <a:moveTo>
                    <a:pt x="1371416" y="1615873"/>
                  </a:moveTo>
                  <a:lnTo>
                    <a:pt x="1359297" y="1657272"/>
                  </a:lnTo>
                  <a:lnTo>
                    <a:pt x="1352919" y="1641785"/>
                  </a:lnTo>
                  <a:close/>
                  <a:moveTo>
                    <a:pt x="1483899" y="1542569"/>
                  </a:moveTo>
                  <a:lnTo>
                    <a:pt x="1397719" y="1559570"/>
                  </a:lnTo>
                  <a:lnTo>
                    <a:pt x="1371416" y="1615873"/>
                  </a:lnTo>
                  <a:close/>
                  <a:moveTo>
                    <a:pt x="1483899" y="1542569"/>
                  </a:moveTo>
                  <a:lnTo>
                    <a:pt x="1371416" y="1615873"/>
                  </a:lnTo>
                  <a:lnTo>
                    <a:pt x="1412258" y="1553374"/>
                  </a:lnTo>
                  <a:close/>
                  <a:moveTo>
                    <a:pt x="1148653" y="1312925"/>
                  </a:moveTo>
                  <a:lnTo>
                    <a:pt x="1165423" y="1395140"/>
                  </a:lnTo>
                  <a:lnTo>
                    <a:pt x="1220884" y="1356703"/>
                  </a:lnTo>
                  <a:close/>
                  <a:moveTo>
                    <a:pt x="988629" y="1230710"/>
                  </a:moveTo>
                  <a:lnTo>
                    <a:pt x="1057595" y="1278522"/>
                  </a:lnTo>
                  <a:lnTo>
                    <a:pt x="1062281" y="1216504"/>
                  </a:lnTo>
                  <a:close/>
                  <a:moveTo>
                    <a:pt x="1148653" y="1312925"/>
                  </a:moveTo>
                  <a:lnTo>
                    <a:pt x="1249636" y="1224015"/>
                  </a:lnTo>
                  <a:lnTo>
                    <a:pt x="1148341" y="1207131"/>
                  </a:lnTo>
                  <a:close/>
                  <a:moveTo>
                    <a:pt x="1148341" y="1207131"/>
                  </a:moveTo>
                  <a:lnTo>
                    <a:pt x="1249636" y="1224015"/>
                  </a:lnTo>
                  <a:lnTo>
                    <a:pt x="1227090" y="1203701"/>
                  </a:lnTo>
                  <a:close/>
                  <a:moveTo>
                    <a:pt x="1148653" y="1312925"/>
                  </a:moveTo>
                  <a:lnTo>
                    <a:pt x="1148341" y="1207131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57595" y="1278522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62281" y="1216504"/>
                  </a:lnTo>
                  <a:lnTo>
                    <a:pt x="1057595" y="1278522"/>
                  </a:lnTo>
                  <a:close/>
                  <a:moveTo>
                    <a:pt x="1148341" y="1207131"/>
                  </a:moveTo>
                  <a:lnTo>
                    <a:pt x="1129663" y="1122223"/>
                  </a:lnTo>
                  <a:lnTo>
                    <a:pt x="1062281" y="1216504"/>
                  </a:lnTo>
                  <a:close/>
                  <a:moveTo>
                    <a:pt x="1227090" y="1203701"/>
                  </a:moveTo>
                  <a:lnTo>
                    <a:pt x="1129663" y="1122223"/>
                  </a:lnTo>
                  <a:lnTo>
                    <a:pt x="1148341" y="1207131"/>
                  </a:lnTo>
                  <a:close/>
                  <a:moveTo>
                    <a:pt x="1129663" y="1122223"/>
                  </a:moveTo>
                  <a:lnTo>
                    <a:pt x="1176156" y="1110058"/>
                  </a:lnTo>
                  <a:lnTo>
                    <a:pt x="1131986" y="1062798"/>
                  </a:lnTo>
                  <a:close/>
                  <a:moveTo>
                    <a:pt x="947148" y="949236"/>
                  </a:moveTo>
                  <a:lnTo>
                    <a:pt x="953693" y="945628"/>
                  </a:lnTo>
                  <a:lnTo>
                    <a:pt x="949979" y="939621"/>
                  </a:lnTo>
                  <a:close/>
                  <a:moveTo>
                    <a:pt x="804210" y="901849"/>
                  </a:moveTo>
                  <a:lnTo>
                    <a:pt x="807230" y="899763"/>
                  </a:lnTo>
                  <a:lnTo>
                    <a:pt x="854839" y="862562"/>
                  </a:lnTo>
                  <a:close/>
                  <a:moveTo>
                    <a:pt x="808778" y="901849"/>
                  </a:moveTo>
                  <a:lnTo>
                    <a:pt x="856098" y="863413"/>
                  </a:lnTo>
                  <a:lnTo>
                    <a:pt x="807230" y="899763"/>
                  </a:lnTo>
                  <a:close/>
                  <a:moveTo>
                    <a:pt x="712808" y="610191"/>
                  </a:moveTo>
                  <a:lnTo>
                    <a:pt x="585006" y="626222"/>
                  </a:lnTo>
                  <a:lnTo>
                    <a:pt x="639075" y="613174"/>
                  </a:lnTo>
                  <a:close/>
                  <a:moveTo>
                    <a:pt x="1527368" y="1521133"/>
                  </a:moveTo>
                  <a:lnTo>
                    <a:pt x="1483899" y="1542569"/>
                  </a:lnTo>
                  <a:lnTo>
                    <a:pt x="1608831" y="1515809"/>
                  </a:lnTo>
                  <a:close/>
                  <a:moveTo>
                    <a:pt x="1608831" y="1515809"/>
                  </a:moveTo>
                  <a:lnTo>
                    <a:pt x="1483899" y="1542569"/>
                  </a:lnTo>
                  <a:lnTo>
                    <a:pt x="1558756" y="1564912"/>
                  </a:lnTo>
                  <a:close/>
                  <a:moveTo>
                    <a:pt x="1558756" y="1564912"/>
                  </a:moveTo>
                  <a:lnTo>
                    <a:pt x="1483899" y="1542569"/>
                  </a:lnTo>
                  <a:lnTo>
                    <a:pt x="1545944" y="1566123"/>
                  </a:lnTo>
                  <a:close/>
                  <a:moveTo>
                    <a:pt x="1614671" y="1482697"/>
                  </a:moveTo>
                  <a:lnTo>
                    <a:pt x="1580924" y="1498185"/>
                  </a:lnTo>
                  <a:lnTo>
                    <a:pt x="1608831" y="1515809"/>
                  </a:lnTo>
                  <a:close/>
                  <a:moveTo>
                    <a:pt x="1249636" y="1224015"/>
                  </a:moveTo>
                  <a:lnTo>
                    <a:pt x="1219011" y="1274488"/>
                  </a:lnTo>
                  <a:lnTo>
                    <a:pt x="1299495" y="1244928"/>
                  </a:lnTo>
                  <a:close/>
                  <a:moveTo>
                    <a:pt x="1299495" y="1244928"/>
                  </a:moveTo>
                  <a:lnTo>
                    <a:pt x="1318720" y="1203650"/>
                  </a:lnTo>
                  <a:lnTo>
                    <a:pt x="1249636" y="1224015"/>
                  </a:lnTo>
                  <a:close/>
                  <a:moveTo>
                    <a:pt x="1299495" y="1244928"/>
                  </a:moveTo>
                  <a:lnTo>
                    <a:pt x="1365167" y="1252131"/>
                  </a:lnTo>
                  <a:lnTo>
                    <a:pt x="1318720" y="1203650"/>
                  </a:lnTo>
                  <a:close/>
                  <a:moveTo>
                    <a:pt x="949979" y="939621"/>
                  </a:moveTo>
                  <a:lnTo>
                    <a:pt x="953693" y="945628"/>
                  </a:lnTo>
                  <a:lnTo>
                    <a:pt x="960012" y="938778"/>
                  </a:lnTo>
                  <a:close/>
                  <a:moveTo>
                    <a:pt x="642258" y="614961"/>
                  </a:moveTo>
                  <a:lnTo>
                    <a:pt x="712808" y="610191"/>
                  </a:lnTo>
                  <a:lnTo>
                    <a:pt x="639075" y="613174"/>
                  </a:lnTo>
                  <a:close/>
                  <a:moveTo>
                    <a:pt x="1608831" y="1515809"/>
                  </a:moveTo>
                  <a:lnTo>
                    <a:pt x="1558756" y="1564912"/>
                  </a:lnTo>
                  <a:lnTo>
                    <a:pt x="1608565" y="1475713"/>
                  </a:lnTo>
                  <a:close/>
                  <a:moveTo>
                    <a:pt x="1614671" y="1482697"/>
                  </a:moveTo>
                  <a:lnTo>
                    <a:pt x="1608831" y="1515809"/>
                  </a:lnTo>
                  <a:lnTo>
                    <a:pt x="1608565" y="1475713"/>
                  </a:lnTo>
                  <a:close/>
                  <a:moveTo>
                    <a:pt x="1541646" y="791882"/>
                  </a:moveTo>
                  <a:lnTo>
                    <a:pt x="1475124" y="822961"/>
                  </a:lnTo>
                  <a:lnTo>
                    <a:pt x="1466818" y="833097"/>
                  </a:lnTo>
                  <a:close/>
                  <a:moveTo>
                    <a:pt x="1541646" y="791882"/>
                  </a:moveTo>
                  <a:lnTo>
                    <a:pt x="1565967" y="709943"/>
                  </a:lnTo>
                  <a:lnTo>
                    <a:pt x="1475124" y="822961"/>
                  </a:lnTo>
                  <a:close/>
                  <a:moveTo>
                    <a:pt x="1475124" y="822961"/>
                  </a:moveTo>
                  <a:lnTo>
                    <a:pt x="1565863" y="709691"/>
                  </a:lnTo>
                  <a:lnTo>
                    <a:pt x="1476210" y="721986"/>
                  </a:lnTo>
                  <a:close/>
                  <a:moveTo>
                    <a:pt x="1681843" y="671230"/>
                  </a:moveTo>
                  <a:lnTo>
                    <a:pt x="1682297" y="675626"/>
                  </a:lnTo>
                  <a:lnTo>
                    <a:pt x="1617180" y="686216"/>
                  </a:lnTo>
                  <a:close/>
                  <a:moveTo>
                    <a:pt x="1687296" y="669710"/>
                  </a:moveTo>
                  <a:lnTo>
                    <a:pt x="1682297" y="675626"/>
                  </a:lnTo>
                  <a:lnTo>
                    <a:pt x="1681843" y="671230"/>
                  </a:lnTo>
                  <a:close/>
                  <a:moveTo>
                    <a:pt x="2223019" y="1328951"/>
                  </a:moveTo>
                  <a:lnTo>
                    <a:pt x="2239898" y="1342509"/>
                  </a:lnTo>
                  <a:lnTo>
                    <a:pt x="2247062" y="1320179"/>
                  </a:lnTo>
                  <a:close/>
                  <a:moveTo>
                    <a:pt x="2178721" y="1246736"/>
                  </a:moveTo>
                  <a:lnTo>
                    <a:pt x="2223019" y="1328951"/>
                  </a:lnTo>
                  <a:lnTo>
                    <a:pt x="2247062" y="1320179"/>
                  </a:lnTo>
                  <a:close/>
                  <a:moveTo>
                    <a:pt x="1680394" y="707361"/>
                  </a:moveTo>
                  <a:lnTo>
                    <a:pt x="1730491" y="632794"/>
                  </a:lnTo>
                  <a:lnTo>
                    <a:pt x="1681843" y="671230"/>
                  </a:lnTo>
                  <a:close/>
                  <a:moveTo>
                    <a:pt x="1731705" y="620545"/>
                  </a:moveTo>
                  <a:lnTo>
                    <a:pt x="1687296" y="669710"/>
                  </a:lnTo>
                  <a:lnTo>
                    <a:pt x="1681843" y="671230"/>
                  </a:lnTo>
                  <a:close/>
                  <a:moveTo>
                    <a:pt x="1930284" y="391491"/>
                  </a:moveTo>
                  <a:lnTo>
                    <a:pt x="1864853" y="309275"/>
                  </a:lnTo>
                  <a:lnTo>
                    <a:pt x="1814864" y="428258"/>
                  </a:lnTo>
                  <a:close/>
                  <a:moveTo>
                    <a:pt x="1814864" y="428258"/>
                  </a:moveTo>
                  <a:lnTo>
                    <a:pt x="1868950" y="424620"/>
                  </a:lnTo>
                  <a:lnTo>
                    <a:pt x="1930284" y="391491"/>
                  </a:lnTo>
                  <a:close/>
                  <a:moveTo>
                    <a:pt x="2331135" y="611776"/>
                  </a:moveTo>
                  <a:lnTo>
                    <a:pt x="2251462" y="615957"/>
                  </a:lnTo>
                  <a:lnTo>
                    <a:pt x="2363629" y="665653"/>
                  </a:lnTo>
                  <a:close/>
                  <a:moveTo>
                    <a:pt x="1864853" y="309275"/>
                  </a:moveTo>
                  <a:lnTo>
                    <a:pt x="1930284" y="391491"/>
                  </a:lnTo>
                  <a:lnTo>
                    <a:pt x="1932932" y="353054"/>
                  </a:lnTo>
                  <a:close/>
                  <a:moveTo>
                    <a:pt x="2102636" y="95407"/>
                  </a:moveTo>
                  <a:lnTo>
                    <a:pt x="2171926" y="75819"/>
                  </a:lnTo>
                  <a:lnTo>
                    <a:pt x="2045040" y="95270"/>
                  </a:lnTo>
                  <a:close/>
                  <a:moveTo>
                    <a:pt x="2526630" y="413342"/>
                  </a:moveTo>
                  <a:lnTo>
                    <a:pt x="2590966" y="321537"/>
                  </a:lnTo>
                  <a:lnTo>
                    <a:pt x="2506823" y="329353"/>
                  </a:lnTo>
                  <a:close/>
                  <a:moveTo>
                    <a:pt x="2679573" y="402175"/>
                  </a:moveTo>
                  <a:lnTo>
                    <a:pt x="2626723" y="319960"/>
                  </a:lnTo>
                  <a:lnTo>
                    <a:pt x="2609897" y="406240"/>
                  </a:lnTo>
                  <a:close/>
                  <a:moveTo>
                    <a:pt x="2626723" y="319960"/>
                  </a:moveTo>
                  <a:lnTo>
                    <a:pt x="2590966" y="321537"/>
                  </a:lnTo>
                  <a:lnTo>
                    <a:pt x="2609897" y="406240"/>
                  </a:lnTo>
                  <a:close/>
                  <a:moveTo>
                    <a:pt x="2453919" y="272270"/>
                  </a:moveTo>
                  <a:lnTo>
                    <a:pt x="2440183" y="322937"/>
                  </a:lnTo>
                  <a:lnTo>
                    <a:pt x="2506823" y="329353"/>
                  </a:lnTo>
                  <a:close/>
                  <a:moveTo>
                    <a:pt x="2506823" y="329353"/>
                  </a:moveTo>
                  <a:lnTo>
                    <a:pt x="2590966" y="321537"/>
                  </a:lnTo>
                  <a:lnTo>
                    <a:pt x="2565345" y="242275"/>
                  </a:lnTo>
                  <a:close/>
                  <a:moveTo>
                    <a:pt x="2506823" y="329353"/>
                  </a:moveTo>
                  <a:lnTo>
                    <a:pt x="2565345" y="242275"/>
                  </a:lnTo>
                  <a:lnTo>
                    <a:pt x="2453919" y="272270"/>
                  </a:lnTo>
                  <a:close/>
                  <a:moveTo>
                    <a:pt x="2291317" y="28342"/>
                  </a:moveTo>
                  <a:lnTo>
                    <a:pt x="2171926" y="75819"/>
                  </a:lnTo>
                  <a:lnTo>
                    <a:pt x="2220676" y="42881"/>
                  </a:lnTo>
                  <a:close/>
                  <a:moveTo>
                    <a:pt x="2358268" y="0"/>
                  </a:moveTo>
                  <a:lnTo>
                    <a:pt x="2249496" y="87180"/>
                  </a:lnTo>
                  <a:lnTo>
                    <a:pt x="2291317" y="28342"/>
                  </a:lnTo>
                  <a:close/>
                  <a:moveTo>
                    <a:pt x="2679573" y="402175"/>
                  </a:moveTo>
                  <a:lnTo>
                    <a:pt x="2689997" y="404307"/>
                  </a:lnTo>
                  <a:lnTo>
                    <a:pt x="2690568" y="401247"/>
                  </a:lnTo>
                  <a:close/>
                  <a:moveTo>
                    <a:pt x="2626723" y="319960"/>
                  </a:moveTo>
                  <a:lnTo>
                    <a:pt x="2679573" y="402175"/>
                  </a:lnTo>
                  <a:lnTo>
                    <a:pt x="2690568" y="401247"/>
                  </a:lnTo>
                  <a:close/>
                  <a:moveTo>
                    <a:pt x="2333449" y="48842"/>
                  </a:moveTo>
                  <a:lnTo>
                    <a:pt x="2358268" y="0"/>
                  </a:lnTo>
                  <a:lnTo>
                    <a:pt x="2291317" y="28342"/>
                  </a:lnTo>
                  <a:close/>
                  <a:moveTo>
                    <a:pt x="2333449" y="48842"/>
                  </a:moveTo>
                  <a:lnTo>
                    <a:pt x="2413848" y="44071"/>
                  </a:lnTo>
                  <a:lnTo>
                    <a:pt x="2358268" y="0"/>
                  </a:lnTo>
                  <a:close/>
                  <a:moveTo>
                    <a:pt x="2413848" y="44071"/>
                  </a:moveTo>
                  <a:lnTo>
                    <a:pt x="2437150" y="16271"/>
                  </a:lnTo>
                  <a:lnTo>
                    <a:pt x="235826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40" name="Candidate_density__2139">
              <a:extLst>
                <a:ext uri="{FF2B5EF4-FFF2-40B4-BE49-F238E27FC236}">
                  <a16:creationId xmlns:a16="http://schemas.microsoft.com/office/drawing/2014/main" id="{8C8E17FE-93FC-3518-6E34-27C0A9E59364}"/>
                </a:ext>
              </a:extLst>
            </p:cNvPr>
            <p:cNvSpPr>
              <a:spLocks noGrp="1"/>
            </p:cNvSpPr>
            <p:nvPr/>
          </p:nvSpPr>
          <p:spPr>
            <a:xfrm>
              <a:off x="3605893" y="1856577"/>
              <a:ext cx="1995163" cy="1448053"/>
            </a:xfrm>
            <a:custGeom>
              <a:avLst/>
              <a:gdLst/>
              <a:ahLst/>
              <a:cxnLst/>
              <a:rect l="0" t="0" r="0" b="0"/>
              <a:pathLst>
                <a:path w="1995163" h="1448053">
                  <a:moveTo>
                    <a:pt x="94371" y="1366058"/>
                  </a:moveTo>
                  <a:lnTo>
                    <a:pt x="183654" y="1344169"/>
                  </a:lnTo>
                  <a:lnTo>
                    <a:pt x="164718" y="1339419"/>
                  </a:lnTo>
                  <a:close/>
                  <a:moveTo>
                    <a:pt x="164718" y="1339419"/>
                  </a:moveTo>
                  <a:lnTo>
                    <a:pt x="250871" y="1329970"/>
                  </a:lnTo>
                  <a:lnTo>
                    <a:pt x="215985" y="1258239"/>
                  </a:lnTo>
                  <a:close/>
                  <a:moveTo>
                    <a:pt x="250871" y="1329970"/>
                  </a:moveTo>
                  <a:lnTo>
                    <a:pt x="164718" y="1339419"/>
                  </a:lnTo>
                  <a:lnTo>
                    <a:pt x="256503" y="1337880"/>
                  </a:lnTo>
                  <a:close/>
                  <a:moveTo>
                    <a:pt x="164718" y="1339419"/>
                  </a:moveTo>
                  <a:lnTo>
                    <a:pt x="183654" y="1344169"/>
                  </a:lnTo>
                  <a:lnTo>
                    <a:pt x="256503" y="1337880"/>
                  </a:lnTo>
                  <a:close/>
                  <a:moveTo>
                    <a:pt x="250871" y="1329970"/>
                  </a:moveTo>
                  <a:lnTo>
                    <a:pt x="256503" y="1337880"/>
                  </a:lnTo>
                  <a:lnTo>
                    <a:pt x="263246" y="1327622"/>
                  </a:lnTo>
                  <a:close/>
                  <a:moveTo>
                    <a:pt x="282448" y="1004104"/>
                  </a:moveTo>
                  <a:lnTo>
                    <a:pt x="282294" y="1004147"/>
                  </a:lnTo>
                  <a:lnTo>
                    <a:pt x="282371" y="1004191"/>
                  </a:lnTo>
                  <a:close/>
                  <a:moveTo>
                    <a:pt x="282448" y="1004104"/>
                  </a:moveTo>
                  <a:lnTo>
                    <a:pt x="300981" y="921889"/>
                  </a:lnTo>
                  <a:lnTo>
                    <a:pt x="282294" y="1004147"/>
                  </a:lnTo>
                  <a:close/>
                  <a:moveTo>
                    <a:pt x="300981" y="921889"/>
                  </a:moveTo>
                  <a:lnTo>
                    <a:pt x="232012" y="944933"/>
                  </a:lnTo>
                  <a:lnTo>
                    <a:pt x="282294" y="1004147"/>
                  </a:lnTo>
                  <a:close/>
                  <a:moveTo>
                    <a:pt x="282371" y="1004191"/>
                  </a:moveTo>
                  <a:lnTo>
                    <a:pt x="282294" y="1004147"/>
                  </a:lnTo>
                  <a:lnTo>
                    <a:pt x="279871" y="1004104"/>
                  </a:lnTo>
                  <a:close/>
                  <a:moveTo>
                    <a:pt x="0" y="795894"/>
                  </a:moveTo>
                  <a:lnTo>
                    <a:pt x="49292" y="839673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0" y="795894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8825" y="753967"/>
                  </a:lnTo>
                  <a:lnTo>
                    <a:pt x="0" y="795894"/>
                  </a:lnTo>
                  <a:close/>
                  <a:moveTo>
                    <a:pt x="60687" y="732667"/>
                  </a:moveTo>
                  <a:lnTo>
                    <a:pt x="67486" y="675243"/>
                  </a:lnTo>
                  <a:lnTo>
                    <a:pt x="22942" y="713680"/>
                  </a:lnTo>
                  <a:close/>
                  <a:moveTo>
                    <a:pt x="282371" y="1004191"/>
                  </a:moveTo>
                  <a:lnTo>
                    <a:pt x="279871" y="1004104"/>
                  </a:lnTo>
                  <a:lnTo>
                    <a:pt x="346599" y="1029126"/>
                  </a:lnTo>
                  <a:close/>
                  <a:moveTo>
                    <a:pt x="395322" y="972849"/>
                  </a:moveTo>
                  <a:lnTo>
                    <a:pt x="282448" y="1004104"/>
                  </a:lnTo>
                  <a:lnTo>
                    <a:pt x="408468" y="981786"/>
                  </a:lnTo>
                  <a:close/>
                  <a:moveTo>
                    <a:pt x="408468" y="981786"/>
                  </a:moveTo>
                  <a:lnTo>
                    <a:pt x="282448" y="1004104"/>
                  </a:lnTo>
                  <a:lnTo>
                    <a:pt x="282371" y="1004191"/>
                  </a:lnTo>
                  <a:close/>
                  <a:moveTo>
                    <a:pt x="300981" y="921889"/>
                  </a:moveTo>
                  <a:lnTo>
                    <a:pt x="395322" y="972849"/>
                  </a:lnTo>
                  <a:lnTo>
                    <a:pt x="372153" y="891593"/>
                  </a:lnTo>
                  <a:close/>
                  <a:moveTo>
                    <a:pt x="300981" y="921889"/>
                  </a:moveTo>
                  <a:lnTo>
                    <a:pt x="282448" y="1004104"/>
                  </a:lnTo>
                  <a:lnTo>
                    <a:pt x="395322" y="972849"/>
                  </a:lnTo>
                  <a:close/>
                  <a:moveTo>
                    <a:pt x="419493" y="965667"/>
                  </a:moveTo>
                  <a:lnTo>
                    <a:pt x="401591" y="883451"/>
                  </a:lnTo>
                  <a:lnTo>
                    <a:pt x="395322" y="972849"/>
                  </a:lnTo>
                  <a:close/>
                  <a:moveTo>
                    <a:pt x="401591" y="883451"/>
                  </a:moveTo>
                  <a:lnTo>
                    <a:pt x="372153" y="891593"/>
                  </a:lnTo>
                  <a:lnTo>
                    <a:pt x="395322" y="972849"/>
                  </a:lnTo>
                  <a:close/>
                  <a:moveTo>
                    <a:pt x="395322" y="972849"/>
                  </a:moveTo>
                  <a:lnTo>
                    <a:pt x="408468" y="981786"/>
                  </a:lnTo>
                  <a:lnTo>
                    <a:pt x="419493" y="965667"/>
                  </a:lnTo>
                  <a:close/>
                  <a:moveTo>
                    <a:pt x="60687" y="732667"/>
                  </a:moveTo>
                  <a:lnTo>
                    <a:pt x="56545" y="757458"/>
                  </a:lnTo>
                  <a:lnTo>
                    <a:pt x="85371" y="742781"/>
                  </a:lnTo>
                  <a:close/>
                  <a:moveTo>
                    <a:pt x="85371" y="742781"/>
                  </a:moveTo>
                  <a:lnTo>
                    <a:pt x="67486" y="675243"/>
                  </a:lnTo>
                  <a:lnTo>
                    <a:pt x="60687" y="732667"/>
                  </a:lnTo>
                  <a:close/>
                  <a:moveTo>
                    <a:pt x="166596" y="637246"/>
                  </a:moveTo>
                  <a:lnTo>
                    <a:pt x="67486" y="675243"/>
                  </a:lnTo>
                  <a:lnTo>
                    <a:pt x="85371" y="742781"/>
                  </a:lnTo>
                  <a:close/>
                  <a:moveTo>
                    <a:pt x="177852" y="728187"/>
                  </a:moveTo>
                  <a:lnTo>
                    <a:pt x="166596" y="637246"/>
                  </a:lnTo>
                  <a:lnTo>
                    <a:pt x="85371" y="742781"/>
                  </a:lnTo>
                  <a:close/>
                  <a:moveTo>
                    <a:pt x="93908" y="593028"/>
                  </a:moveTo>
                  <a:lnTo>
                    <a:pt x="67486" y="675243"/>
                  </a:lnTo>
                  <a:lnTo>
                    <a:pt x="166596" y="637246"/>
                  </a:lnTo>
                  <a:close/>
                  <a:moveTo>
                    <a:pt x="167823" y="636806"/>
                  </a:moveTo>
                  <a:lnTo>
                    <a:pt x="167525" y="554592"/>
                  </a:lnTo>
                  <a:lnTo>
                    <a:pt x="166596" y="637246"/>
                  </a:lnTo>
                  <a:close/>
                  <a:moveTo>
                    <a:pt x="167525" y="554592"/>
                  </a:moveTo>
                  <a:lnTo>
                    <a:pt x="104936" y="587284"/>
                  </a:lnTo>
                  <a:lnTo>
                    <a:pt x="166596" y="637246"/>
                  </a:lnTo>
                  <a:close/>
                  <a:moveTo>
                    <a:pt x="401591" y="883451"/>
                  </a:moveTo>
                  <a:lnTo>
                    <a:pt x="514942" y="886015"/>
                  </a:lnTo>
                  <a:lnTo>
                    <a:pt x="481363" y="863399"/>
                  </a:lnTo>
                  <a:close/>
                  <a:moveTo>
                    <a:pt x="499349" y="927231"/>
                  </a:moveTo>
                  <a:lnTo>
                    <a:pt x="514942" y="886015"/>
                  </a:lnTo>
                  <a:lnTo>
                    <a:pt x="401591" y="883451"/>
                  </a:lnTo>
                  <a:close/>
                  <a:moveTo>
                    <a:pt x="419493" y="965667"/>
                  </a:moveTo>
                  <a:lnTo>
                    <a:pt x="499349" y="927231"/>
                  </a:lnTo>
                  <a:lnTo>
                    <a:pt x="401591" y="883451"/>
                  </a:lnTo>
                  <a:close/>
                  <a:moveTo>
                    <a:pt x="392140" y="801237"/>
                  </a:moveTo>
                  <a:lnTo>
                    <a:pt x="481363" y="863399"/>
                  </a:lnTo>
                  <a:lnTo>
                    <a:pt x="463731" y="777642"/>
                  </a:lnTo>
                  <a:close/>
                  <a:moveTo>
                    <a:pt x="392140" y="801237"/>
                  </a:moveTo>
                  <a:lnTo>
                    <a:pt x="401591" y="883451"/>
                  </a:lnTo>
                  <a:lnTo>
                    <a:pt x="481363" y="863399"/>
                  </a:lnTo>
                  <a:close/>
                  <a:moveTo>
                    <a:pt x="481363" y="863399"/>
                  </a:moveTo>
                  <a:lnTo>
                    <a:pt x="514942" y="886015"/>
                  </a:lnTo>
                  <a:lnTo>
                    <a:pt x="537816" y="845015"/>
                  </a:lnTo>
                  <a:close/>
                  <a:moveTo>
                    <a:pt x="167525" y="554592"/>
                  </a:moveTo>
                  <a:lnTo>
                    <a:pt x="277571" y="607618"/>
                  </a:lnTo>
                  <a:lnTo>
                    <a:pt x="248092" y="531491"/>
                  </a:lnTo>
                  <a:close/>
                  <a:moveTo>
                    <a:pt x="167525" y="554592"/>
                  </a:moveTo>
                  <a:lnTo>
                    <a:pt x="167823" y="636806"/>
                  </a:lnTo>
                  <a:lnTo>
                    <a:pt x="277571" y="607618"/>
                  </a:lnTo>
                  <a:close/>
                  <a:moveTo>
                    <a:pt x="315711" y="598370"/>
                  </a:moveTo>
                  <a:lnTo>
                    <a:pt x="345895" y="532638"/>
                  </a:lnTo>
                  <a:lnTo>
                    <a:pt x="277571" y="607618"/>
                  </a:lnTo>
                  <a:close/>
                  <a:moveTo>
                    <a:pt x="277571" y="607618"/>
                  </a:moveTo>
                  <a:lnTo>
                    <a:pt x="336162" y="520484"/>
                  </a:lnTo>
                  <a:lnTo>
                    <a:pt x="248092" y="531491"/>
                  </a:lnTo>
                  <a:close/>
                  <a:moveTo>
                    <a:pt x="921398" y="1075856"/>
                  </a:moveTo>
                  <a:lnTo>
                    <a:pt x="797654" y="1107055"/>
                  </a:lnTo>
                  <a:lnTo>
                    <a:pt x="881156" y="1135440"/>
                  </a:lnTo>
                  <a:close/>
                  <a:moveTo>
                    <a:pt x="881156" y="1135440"/>
                  </a:moveTo>
                  <a:lnTo>
                    <a:pt x="797654" y="1107055"/>
                  </a:lnTo>
                  <a:lnTo>
                    <a:pt x="857951" y="1139385"/>
                  </a:lnTo>
                  <a:close/>
                  <a:moveTo>
                    <a:pt x="910991" y="1056764"/>
                  </a:moveTo>
                  <a:lnTo>
                    <a:pt x="921398" y="1075856"/>
                  </a:lnTo>
                  <a:lnTo>
                    <a:pt x="922606" y="1053224"/>
                  </a:lnTo>
                  <a:close/>
                  <a:moveTo>
                    <a:pt x="429196" y="559934"/>
                  </a:moveTo>
                  <a:lnTo>
                    <a:pt x="402199" y="566889"/>
                  </a:lnTo>
                  <a:lnTo>
                    <a:pt x="406771" y="680585"/>
                  </a:lnTo>
                  <a:close/>
                  <a:moveTo>
                    <a:pt x="381453" y="665584"/>
                  </a:moveTo>
                  <a:lnTo>
                    <a:pt x="402199" y="566889"/>
                  </a:lnTo>
                  <a:lnTo>
                    <a:pt x="315711" y="598370"/>
                  </a:lnTo>
                  <a:close/>
                  <a:moveTo>
                    <a:pt x="345895" y="532638"/>
                  </a:moveTo>
                  <a:lnTo>
                    <a:pt x="315711" y="598370"/>
                  </a:lnTo>
                  <a:lnTo>
                    <a:pt x="402199" y="566889"/>
                  </a:lnTo>
                  <a:close/>
                  <a:moveTo>
                    <a:pt x="477534" y="530952"/>
                  </a:moveTo>
                  <a:lnTo>
                    <a:pt x="402199" y="566889"/>
                  </a:lnTo>
                  <a:lnTo>
                    <a:pt x="429196" y="559934"/>
                  </a:lnTo>
                  <a:close/>
                  <a:moveTo>
                    <a:pt x="345895" y="532638"/>
                  </a:moveTo>
                  <a:lnTo>
                    <a:pt x="402199" y="566889"/>
                  </a:lnTo>
                  <a:lnTo>
                    <a:pt x="477534" y="530952"/>
                  </a:lnTo>
                  <a:close/>
                  <a:moveTo>
                    <a:pt x="1343400" y="1448053"/>
                  </a:moveTo>
                  <a:lnTo>
                    <a:pt x="1376427" y="1447298"/>
                  </a:lnTo>
                  <a:lnTo>
                    <a:pt x="1419896" y="1425863"/>
                  </a:lnTo>
                  <a:close/>
                  <a:moveTo>
                    <a:pt x="1041181" y="1217655"/>
                  </a:moveTo>
                  <a:lnTo>
                    <a:pt x="1113412" y="1261433"/>
                  </a:lnTo>
                  <a:lnTo>
                    <a:pt x="1111539" y="1179218"/>
                  </a:lnTo>
                  <a:close/>
                  <a:moveTo>
                    <a:pt x="1111539" y="1179218"/>
                  </a:moveTo>
                  <a:lnTo>
                    <a:pt x="1142164" y="1128745"/>
                  </a:lnTo>
                  <a:lnTo>
                    <a:pt x="1041181" y="1217655"/>
                  </a:lnTo>
                  <a:close/>
                  <a:moveTo>
                    <a:pt x="921398" y="1075856"/>
                  </a:moveTo>
                  <a:lnTo>
                    <a:pt x="881156" y="1135440"/>
                  </a:lnTo>
                  <a:lnTo>
                    <a:pt x="954808" y="1121234"/>
                  </a:lnTo>
                  <a:close/>
                  <a:moveTo>
                    <a:pt x="954808" y="1121234"/>
                  </a:moveTo>
                  <a:lnTo>
                    <a:pt x="922606" y="1053224"/>
                  </a:lnTo>
                  <a:lnTo>
                    <a:pt x="921398" y="1075856"/>
                  </a:lnTo>
                  <a:close/>
                  <a:moveTo>
                    <a:pt x="1022191" y="1026952"/>
                  </a:moveTo>
                  <a:lnTo>
                    <a:pt x="922606" y="1053224"/>
                  </a:lnTo>
                  <a:lnTo>
                    <a:pt x="954808" y="1121234"/>
                  </a:lnTo>
                  <a:close/>
                  <a:moveTo>
                    <a:pt x="531603" y="517904"/>
                  </a:moveTo>
                  <a:lnTo>
                    <a:pt x="429196" y="559934"/>
                  </a:lnTo>
                  <a:lnTo>
                    <a:pt x="527500" y="521497"/>
                  </a:lnTo>
                  <a:close/>
                  <a:moveTo>
                    <a:pt x="531603" y="517904"/>
                  </a:moveTo>
                  <a:lnTo>
                    <a:pt x="477534" y="530952"/>
                  </a:lnTo>
                  <a:lnTo>
                    <a:pt x="429196" y="559934"/>
                  </a:lnTo>
                  <a:close/>
                  <a:moveTo>
                    <a:pt x="1473452" y="1402915"/>
                  </a:moveTo>
                  <a:lnTo>
                    <a:pt x="1419896" y="1425863"/>
                  </a:lnTo>
                  <a:lnTo>
                    <a:pt x="1501359" y="1420539"/>
                  </a:lnTo>
                  <a:close/>
                  <a:moveTo>
                    <a:pt x="1624233" y="525275"/>
                  </a:moveTo>
                  <a:lnTo>
                    <a:pt x="1574370" y="575960"/>
                  </a:lnTo>
                  <a:lnTo>
                    <a:pt x="1623019" y="537524"/>
                  </a:lnTo>
                  <a:close/>
                  <a:moveTo>
                    <a:pt x="1579824" y="574440"/>
                  </a:moveTo>
                  <a:lnTo>
                    <a:pt x="1624233" y="525275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16986" y="455309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23019" y="537524"/>
                  </a:lnTo>
                  <a:lnTo>
                    <a:pt x="1660624" y="510602"/>
                  </a:lnTo>
                  <a:close/>
                  <a:moveTo>
                    <a:pt x="1624233" y="525275"/>
                  </a:moveTo>
                  <a:lnTo>
                    <a:pt x="1660624" y="510602"/>
                  </a:lnTo>
                  <a:lnTo>
                    <a:pt x="1616986" y="455309"/>
                  </a:lnTo>
                  <a:close/>
                  <a:moveTo>
                    <a:pt x="1616986" y="455309"/>
                  </a:moveTo>
                  <a:lnTo>
                    <a:pt x="1675282" y="499087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16986" y="455309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74761" y="416872"/>
                  </a:lnTo>
                  <a:lnTo>
                    <a:pt x="1703346" y="334657"/>
                  </a:lnTo>
                  <a:close/>
                  <a:moveTo>
                    <a:pt x="1703346" y="334657"/>
                  </a:moveTo>
                  <a:lnTo>
                    <a:pt x="1761478" y="329350"/>
                  </a:lnTo>
                  <a:lnTo>
                    <a:pt x="1707392" y="332987"/>
                  </a:lnTo>
                  <a:close/>
                  <a:moveTo>
                    <a:pt x="1674761" y="416872"/>
                  </a:moveTo>
                  <a:lnTo>
                    <a:pt x="1738499" y="378436"/>
                  </a:lnTo>
                  <a:lnTo>
                    <a:pt x="1703346" y="334657"/>
                  </a:lnTo>
                  <a:close/>
                  <a:moveTo>
                    <a:pt x="1666001" y="252442"/>
                  </a:moveTo>
                  <a:lnTo>
                    <a:pt x="1707392" y="332987"/>
                  </a:lnTo>
                  <a:lnTo>
                    <a:pt x="1702844" y="236593"/>
                  </a:lnTo>
                  <a:close/>
                  <a:moveTo>
                    <a:pt x="1666001" y="252442"/>
                  </a:moveTo>
                  <a:lnTo>
                    <a:pt x="1703346" y="334657"/>
                  </a:lnTo>
                  <a:lnTo>
                    <a:pt x="1707392" y="332987"/>
                  </a:lnTo>
                  <a:close/>
                  <a:moveTo>
                    <a:pt x="1757381" y="214005"/>
                  </a:moveTo>
                  <a:lnTo>
                    <a:pt x="1702844" y="236593"/>
                  </a:lnTo>
                  <a:lnTo>
                    <a:pt x="1707392" y="332987"/>
                  </a:lnTo>
                  <a:close/>
                  <a:moveTo>
                    <a:pt x="1703087" y="131791"/>
                  </a:moveTo>
                  <a:lnTo>
                    <a:pt x="1702844" y="236593"/>
                  </a:lnTo>
                  <a:lnTo>
                    <a:pt x="1712836" y="147484"/>
                  </a:lnTo>
                  <a:close/>
                  <a:moveTo>
                    <a:pt x="1666001" y="252442"/>
                  </a:moveTo>
                  <a:lnTo>
                    <a:pt x="1702844" y="236593"/>
                  </a:lnTo>
                  <a:lnTo>
                    <a:pt x="1703087" y="131791"/>
                  </a:lnTo>
                  <a:close/>
                  <a:moveTo>
                    <a:pt x="1613911" y="170227"/>
                  </a:moveTo>
                  <a:lnTo>
                    <a:pt x="1666001" y="252442"/>
                  </a:lnTo>
                  <a:lnTo>
                    <a:pt x="1703087" y="131791"/>
                  </a:lnTo>
                  <a:close/>
                  <a:moveTo>
                    <a:pt x="1702844" y="236593"/>
                  </a:moveTo>
                  <a:lnTo>
                    <a:pt x="1757381" y="214005"/>
                  </a:lnTo>
                  <a:lnTo>
                    <a:pt x="1712836" y="147484"/>
                  </a:lnTo>
                  <a:close/>
                  <a:moveTo>
                    <a:pt x="1703087" y="131791"/>
                  </a:moveTo>
                  <a:lnTo>
                    <a:pt x="1703591" y="112921"/>
                  </a:lnTo>
                  <a:lnTo>
                    <a:pt x="1600922" y="88011"/>
                  </a:lnTo>
                  <a:close/>
                  <a:moveTo>
                    <a:pt x="1715534" y="126184"/>
                  </a:moveTo>
                  <a:lnTo>
                    <a:pt x="1712836" y="147484"/>
                  </a:lnTo>
                  <a:lnTo>
                    <a:pt x="1786910" y="93354"/>
                  </a:lnTo>
                  <a:close/>
                  <a:moveTo>
                    <a:pt x="1786910" y="93354"/>
                  </a:moveTo>
                  <a:lnTo>
                    <a:pt x="1712836" y="147484"/>
                  </a:lnTo>
                  <a:lnTo>
                    <a:pt x="1757381" y="214005"/>
                  </a:lnTo>
                  <a:close/>
                  <a:moveTo>
                    <a:pt x="1786910" y="93354"/>
                  </a:moveTo>
                  <a:lnTo>
                    <a:pt x="1757381" y="214005"/>
                  </a:lnTo>
                  <a:lnTo>
                    <a:pt x="1828200" y="175569"/>
                  </a:lnTo>
                  <a:close/>
                  <a:moveTo>
                    <a:pt x="1703087" y="131791"/>
                  </a:moveTo>
                  <a:lnTo>
                    <a:pt x="1712836" y="147484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03087" y="131791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15534" y="126184"/>
                  </a:lnTo>
                  <a:lnTo>
                    <a:pt x="1707329" y="49575"/>
                  </a:lnTo>
                  <a:close/>
                  <a:moveTo>
                    <a:pt x="1707329" y="49575"/>
                  </a:moveTo>
                  <a:lnTo>
                    <a:pt x="1715534" y="126184"/>
                  </a:lnTo>
                  <a:lnTo>
                    <a:pt x="1786910" y="93354"/>
                  </a:lnTo>
                  <a:close/>
                  <a:moveTo>
                    <a:pt x="1707329" y="49575"/>
                  </a:moveTo>
                  <a:lnTo>
                    <a:pt x="1786910" y="93354"/>
                  </a:lnTo>
                  <a:lnTo>
                    <a:pt x="1798972" y="11138"/>
                  </a:lnTo>
                  <a:close/>
                  <a:moveTo>
                    <a:pt x="1806140" y="2474"/>
                  </a:moveTo>
                  <a:lnTo>
                    <a:pt x="1707329" y="49575"/>
                  </a:lnTo>
                  <a:lnTo>
                    <a:pt x="1798972" y="11138"/>
                  </a:lnTo>
                  <a:close/>
                  <a:moveTo>
                    <a:pt x="1786910" y="93354"/>
                  </a:moveTo>
                  <a:lnTo>
                    <a:pt x="1873206" y="158684"/>
                  </a:lnTo>
                  <a:lnTo>
                    <a:pt x="1864486" y="65681"/>
                  </a:lnTo>
                  <a:close/>
                  <a:moveTo>
                    <a:pt x="1786910" y="93354"/>
                  </a:moveTo>
                  <a:lnTo>
                    <a:pt x="1828200" y="175569"/>
                  </a:lnTo>
                  <a:lnTo>
                    <a:pt x="1873206" y="158684"/>
                  </a:lnTo>
                  <a:close/>
                  <a:moveTo>
                    <a:pt x="1798972" y="11138"/>
                  </a:moveTo>
                  <a:lnTo>
                    <a:pt x="1864486" y="65681"/>
                  </a:lnTo>
                  <a:lnTo>
                    <a:pt x="1814866" y="5929"/>
                  </a:lnTo>
                  <a:close/>
                  <a:moveTo>
                    <a:pt x="1798972" y="11138"/>
                  </a:moveTo>
                  <a:lnTo>
                    <a:pt x="1786910" y="93354"/>
                  </a:lnTo>
                  <a:lnTo>
                    <a:pt x="1864486" y="65681"/>
                  </a:lnTo>
                  <a:close/>
                  <a:moveTo>
                    <a:pt x="1898664" y="54917"/>
                  </a:moveTo>
                  <a:lnTo>
                    <a:pt x="1937568" y="0"/>
                  </a:lnTo>
                  <a:lnTo>
                    <a:pt x="1864486" y="65681"/>
                  </a:lnTo>
                  <a:close/>
                  <a:moveTo>
                    <a:pt x="1864486" y="65681"/>
                  </a:moveTo>
                  <a:lnTo>
                    <a:pt x="1937568" y="0"/>
                  </a:lnTo>
                  <a:lnTo>
                    <a:pt x="1892514" y="3395"/>
                  </a:lnTo>
                  <a:close/>
                  <a:moveTo>
                    <a:pt x="1864486" y="65681"/>
                  </a:moveTo>
                  <a:lnTo>
                    <a:pt x="1892514" y="3395"/>
                  </a:lnTo>
                  <a:lnTo>
                    <a:pt x="1814866" y="5929"/>
                  </a:lnTo>
                  <a:close/>
                  <a:moveTo>
                    <a:pt x="1806140" y="2474"/>
                  </a:moveTo>
                  <a:lnTo>
                    <a:pt x="1798972" y="11138"/>
                  </a:lnTo>
                  <a:lnTo>
                    <a:pt x="1814866" y="5929"/>
                  </a:lnTo>
                  <a:close/>
                  <a:moveTo>
                    <a:pt x="1995163" y="137"/>
                  </a:moveTo>
                  <a:lnTo>
                    <a:pt x="1937568" y="0"/>
                  </a:lnTo>
                  <a:lnTo>
                    <a:pt x="1898664" y="5491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41" name="Candidate_density__2140">
              <a:extLst>
                <a:ext uri="{FF2B5EF4-FFF2-40B4-BE49-F238E27FC236}">
                  <a16:creationId xmlns:a16="http://schemas.microsoft.com/office/drawing/2014/main" id="{F7DE7AEE-475C-79DE-6493-1203240B3450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279891"/>
              <a:ext cx="2375204" cy="1231165"/>
            </a:xfrm>
            <a:custGeom>
              <a:avLst/>
              <a:gdLst/>
              <a:ahLst/>
              <a:cxnLst/>
              <a:rect l="0" t="0" r="0" b="0"/>
              <a:pathLst>
                <a:path w="2375204" h="1231165">
                  <a:moveTo>
                    <a:pt x="342165" y="1231165"/>
                  </a:moveTo>
                  <a:lnTo>
                    <a:pt x="263629" y="1216188"/>
                  </a:lnTo>
                  <a:lnTo>
                    <a:pt x="208692" y="1181431"/>
                  </a:lnTo>
                  <a:close/>
                  <a:moveTo>
                    <a:pt x="533931" y="1175626"/>
                  </a:moveTo>
                  <a:lnTo>
                    <a:pt x="486267" y="1137544"/>
                  </a:lnTo>
                  <a:lnTo>
                    <a:pt x="556387" y="1194732"/>
                  </a:lnTo>
                  <a:close/>
                  <a:moveTo>
                    <a:pt x="0" y="787839"/>
                  </a:moveTo>
                  <a:lnTo>
                    <a:pt x="76926" y="796797"/>
                  </a:lnTo>
                  <a:lnTo>
                    <a:pt x="126845" y="768232"/>
                  </a:lnTo>
                  <a:close/>
                  <a:moveTo>
                    <a:pt x="505658" y="1133376"/>
                  </a:moveTo>
                  <a:lnTo>
                    <a:pt x="515511" y="1194732"/>
                  </a:lnTo>
                  <a:lnTo>
                    <a:pt x="533931" y="1175626"/>
                  </a:lnTo>
                  <a:close/>
                  <a:moveTo>
                    <a:pt x="792489" y="1154613"/>
                  </a:moveTo>
                  <a:lnTo>
                    <a:pt x="826561" y="1142759"/>
                  </a:lnTo>
                  <a:lnTo>
                    <a:pt x="836461" y="1117859"/>
                  </a:lnTo>
                  <a:close/>
                  <a:moveTo>
                    <a:pt x="813652" y="1170283"/>
                  </a:moveTo>
                  <a:lnTo>
                    <a:pt x="826561" y="1142759"/>
                  </a:lnTo>
                  <a:lnTo>
                    <a:pt x="792489" y="1154613"/>
                  </a:lnTo>
                  <a:close/>
                  <a:moveTo>
                    <a:pt x="173230" y="409523"/>
                  </a:moveTo>
                  <a:lnTo>
                    <a:pt x="151553" y="377923"/>
                  </a:lnTo>
                  <a:lnTo>
                    <a:pt x="169033" y="432107"/>
                  </a:lnTo>
                  <a:close/>
                  <a:moveTo>
                    <a:pt x="830120" y="1035644"/>
                  </a:moveTo>
                  <a:lnTo>
                    <a:pt x="854760" y="997207"/>
                  </a:lnTo>
                  <a:lnTo>
                    <a:pt x="836461" y="1117859"/>
                  </a:lnTo>
                  <a:close/>
                  <a:moveTo>
                    <a:pt x="810339" y="914992"/>
                  </a:moveTo>
                  <a:lnTo>
                    <a:pt x="854760" y="997207"/>
                  </a:lnTo>
                  <a:lnTo>
                    <a:pt x="749988" y="953428"/>
                  </a:lnTo>
                  <a:close/>
                  <a:moveTo>
                    <a:pt x="795882" y="906924"/>
                  </a:moveTo>
                  <a:lnTo>
                    <a:pt x="854760" y="997207"/>
                  </a:lnTo>
                  <a:lnTo>
                    <a:pt x="810339" y="914992"/>
                  </a:lnTo>
                  <a:close/>
                  <a:moveTo>
                    <a:pt x="795882" y="906924"/>
                  </a:moveTo>
                  <a:lnTo>
                    <a:pt x="856307" y="899358"/>
                  </a:lnTo>
                  <a:lnTo>
                    <a:pt x="817152" y="816419"/>
                  </a:lnTo>
                  <a:close/>
                  <a:moveTo>
                    <a:pt x="670833" y="547696"/>
                  </a:moveTo>
                  <a:lnTo>
                    <a:pt x="670645" y="547779"/>
                  </a:lnTo>
                  <a:lnTo>
                    <a:pt x="735592" y="511480"/>
                  </a:lnTo>
                  <a:close/>
                  <a:moveTo>
                    <a:pt x="1074172" y="920335"/>
                  </a:moveTo>
                  <a:lnTo>
                    <a:pt x="1075584" y="946684"/>
                  </a:lnTo>
                  <a:lnTo>
                    <a:pt x="1090684" y="949124"/>
                  </a:lnTo>
                  <a:close/>
                  <a:moveTo>
                    <a:pt x="917028" y="480777"/>
                  </a:moveTo>
                  <a:lnTo>
                    <a:pt x="978599" y="479194"/>
                  </a:lnTo>
                  <a:lnTo>
                    <a:pt x="941432" y="470823"/>
                  </a:lnTo>
                  <a:close/>
                  <a:moveTo>
                    <a:pt x="950967" y="544214"/>
                  </a:moveTo>
                  <a:lnTo>
                    <a:pt x="978599" y="479194"/>
                  </a:lnTo>
                  <a:lnTo>
                    <a:pt x="917028" y="480777"/>
                  </a:lnTo>
                  <a:close/>
                  <a:moveTo>
                    <a:pt x="1578159" y="925677"/>
                  </a:moveTo>
                  <a:lnTo>
                    <a:pt x="1611861" y="828376"/>
                  </a:lnTo>
                  <a:lnTo>
                    <a:pt x="1590763" y="805026"/>
                  </a:lnTo>
                  <a:close/>
                  <a:moveTo>
                    <a:pt x="1578159" y="925677"/>
                  </a:moveTo>
                  <a:lnTo>
                    <a:pt x="1590763" y="805026"/>
                  </a:lnTo>
                  <a:lnTo>
                    <a:pt x="1597709" y="887240"/>
                  </a:lnTo>
                  <a:close/>
                  <a:moveTo>
                    <a:pt x="1611861" y="828376"/>
                  </a:moveTo>
                  <a:lnTo>
                    <a:pt x="1604845" y="733987"/>
                  </a:lnTo>
                  <a:lnTo>
                    <a:pt x="1590763" y="805026"/>
                  </a:lnTo>
                  <a:close/>
                  <a:moveTo>
                    <a:pt x="1604845" y="733987"/>
                  </a:moveTo>
                  <a:lnTo>
                    <a:pt x="1590745" y="722810"/>
                  </a:lnTo>
                  <a:lnTo>
                    <a:pt x="1590763" y="805026"/>
                  </a:lnTo>
                  <a:close/>
                  <a:moveTo>
                    <a:pt x="1590745" y="722810"/>
                  </a:moveTo>
                  <a:lnTo>
                    <a:pt x="1662096" y="684373"/>
                  </a:lnTo>
                  <a:lnTo>
                    <a:pt x="1590763" y="805026"/>
                  </a:lnTo>
                  <a:close/>
                  <a:moveTo>
                    <a:pt x="1659800" y="589218"/>
                  </a:moveTo>
                  <a:lnTo>
                    <a:pt x="1663438" y="675270"/>
                  </a:lnTo>
                  <a:lnTo>
                    <a:pt x="1657269" y="602159"/>
                  </a:lnTo>
                  <a:close/>
                  <a:moveTo>
                    <a:pt x="1610564" y="262381"/>
                  </a:moveTo>
                  <a:lnTo>
                    <a:pt x="1517882" y="343727"/>
                  </a:lnTo>
                  <a:lnTo>
                    <a:pt x="1500073" y="343132"/>
                  </a:lnTo>
                  <a:close/>
                  <a:moveTo>
                    <a:pt x="1671168" y="273767"/>
                  </a:moveTo>
                  <a:lnTo>
                    <a:pt x="1610564" y="262381"/>
                  </a:lnTo>
                  <a:lnTo>
                    <a:pt x="1744504" y="269300"/>
                  </a:lnTo>
                  <a:close/>
                  <a:moveTo>
                    <a:pt x="1959350" y="300052"/>
                  </a:moveTo>
                  <a:lnTo>
                    <a:pt x="2041517" y="321073"/>
                  </a:lnTo>
                  <a:lnTo>
                    <a:pt x="2083688" y="271075"/>
                  </a:lnTo>
                  <a:close/>
                  <a:moveTo>
                    <a:pt x="2210169" y="245546"/>
                  </a:moveTo>
                  <a:lnTo>
                    <a:pt x="2207747" y="246523"/>
                  </a:lnTo>
                  <a:lnTo>
                    <a:pt x="2277704" y="223950"/>
                  </a:lnTo>
                  <a:close/>
                  <a:moveTo>
                    <a:pt x="2083688" y="271075"/>
                  </a:moveTo>
                  <a:lnTo>
                    <a:pt x="2159622" y="276323"/>
                  </a:lnTo>
                  <a:lnTo>
                    <a:pt x="2103570" y="270625"/>
                  </a:lnTo>
                  <a:close/>
                  <a:moveTo>
                    <a:pt x="2210169" y="245546"/>
                  </a:moveTo>
                  <a:lnTo>
                    <a:pt x="2306438" y="126790"/>
                  </a:lnTo>
                  <a:lnTo>
                    <a:pt x="2306478" y="124894"/>
                  </a:lnTo>
                  <a:close/>
                  <a:moveTo>
                    <a:pt x="2306478" y="124894"/>
                  </a:moveTo>
                  <a:lnTo>
                    <a:pt x="2297457" y="82602"/>
                  </a:lnTo>
                  <a:lnTo>
                    <a:pt x="2336422" y="13084"/>
                  </a:lnTo>
                  <a:close/>
                  <a:moveTo>
                    <a:pt x="2297457" y="82602"/>
                  </a:moveTo>
                  <a:lnTo>
                    <a:pt x="2325005" y="124894"/>
                  </a:lnTo>
                  <a:lnTo>
                    <a:pt x="2336422" y="13084"/>
                  </a:lnTo>
                  <a:close/>
                  <a:moveTo>
                    <a:pt x="2339277" y="0"/>
                  </a:moveTo>
                  <a:lnTo>
                    <a:pt x="2336422" y="13084"/>
                  </a:lnTo>
                  <a:lnTo>
                    <a:pt x="2375204" y="424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42" name="Candidate_density__2141">
              <a:extLst>
                <a:ext uri="{FF2B5EF4-FFF2-40B4-BE49-F238E27FC236}">
                  <a16:creationId xmlns:a16="http://schemas.microsoft.com/office/drawing/2014/main" id="{47136663-0BCE-17A1-E43F-46214745F1C7}"/>
                </a:ext>
              </a:extLst>
            </p:cNvPr>
            <p:cNvSpPr>
              <a:spLocks noGrp="1"/>
            </p:cNvSpPr>
            <p:nvPr/>
          </p:nvSpPr>
          <p:spPr>
            <a:xfrm>
              <a:off x="3756366" y="2404785"/>
              <a:ext cx="2229552" cy="1105100"/>
            </a:xfrm>
            <a:custGeom>
              <a:avLst/>
              <a:gdLst/>
              <a:ahLst/>
              <a:cxnLst/>
              <a:rect l="0" t="0" r="0" b="0"/>
              <a:pathLst>
                <a:path w="2229552" h="1105100">
                  <a:moveTo>
                    <a:pt x="438585" y="1069838"/>
                  </a:moveTo>
                  <a:lnTo>
                    <a:pt x="335129" y="1088922"/>
                  </a:lnTo>
                  <a:lnTo>
                    <a:pt x="457004" y="1050732"/>
                  </a:lnTo>
                  <a:close/>
                  <a:moveTo>
                    <a:pt x="0" y="671902"/>
                  </a:moveTo>
                  <a:lnTo>
                    <a:pt x="63343" y="630075"/>
                  </a:lnTo>
                  <a:lnTo>
                    <a:pt x="118149" y="619783"/>
                  </a:lnTo>
                  <a:close/>
                  <a:moveTo>
                    <a:pt x="49918" y="643338"/>
                  </a:moveTo>
                  <a:lnTo>
                    <a:pt x="0" y="671902"/>
                  </a:lnTo>
                  <a:lnTo>
                    <a:pt x="118149" y="619783"/>
                  </a:lnTo>
                  <a:close/>
                  <a:moveTo>
                    <a:pt x="394149" y="1094384"/>
                  </a:moveTo>
                  <a:lnTo>
                    <a:pt x="269679" y="1105100"/>
                  </a:lnTo>
                  <a:lnTo>
                    <a:pt x="350081" y="1100326"/>
                  </a:lnTo>
                  <a:close/>
                  <a:moveTo>
                    <a:pt x="438585" y="1069838"/>
                  </a:moveTo>
                  <a:lnTo>
                    <a:pt x="394149" y="1094384"/>
                  </a:lnTo>
                  <a:lnTo>
                    <a:pt x="350081" y="1100326"/>
                  </a:lnTo>
                  <a:close/>
                  <a:moveTo>
                    <a:pt x="92107" y="307213"/>
                  </a:moveTo>
                  <a:lnTo>
                    <a:pt x="55412" y="357373"/>
                  </a:lnTo>
                  <a:lnTo>
                    <a:pt x="24320" y="332429"/>
                  </a:lnTo>
                  <a:close/>
                  <a:moveTo>
                    <a:pt x="733412" y="790098"/>
                  </a:moveTo>
                  <a:lnTo>
                    <a:pt x="673062" y="828534"/>
                  </a:lnTo>
                  <a:lnTo>
                    <a:pt x="779380" y="774464"/>
                  </a:lnTo>
                  <a:close/>
                  <a:moveTo>
                    <a:pt x="733412" y="790098"/>
                  </a:moveTo>
                  <a:lnTo>
                    <a:pt x="779380" y="774464"/>
                  </a:lnTo>
                  <a:lnTo>
                    <a:pt x="718955" y="782030"/>
                  </a:lnTo>
                  <a:close/>
                  <a:moveTo>
                    <a:pt x="1218131" y="1080522"/>
                  </a:moveTo>
                  <a:lnTo>
                    <a:pt x="1287216" y="1042086"/>
                  </a:lnTo>
                  <a:lnTo>
                    <a:pt x="1271549" y="1069565"/>
                  </a:lnTo>
                  <a:close/>
                  <a:moveTo>
                    <a:pt x="1287216" y="1042086"/>
                  </a:moveTo>
                  <a:lnTo>
                    <a:pt x="1218131" y="1080522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287216" y="1042086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326325" y="995706"/>
                  </a:lnTo>
                  <a:lnTo>
                    <a:pt x="1445883" y="948853"/>
                  </a:lnTo>
                  <a:close/>
                  <a:moveTo>
                    <a:pt x="864506" y="345929"/>
                  </a:moveTo>
                  <a:lnTo>
                    <a:pt x="901672" y="354300"/>
                  </a:lnTo>
                  <a:lnTo>
                    <a:pt x="910510" y="340471"/>
                  </a:lnTo>
                  <a:close/>
                  <a:moveTo>
                    <a:pt x="1369078" y="940352"/>
                  </a:moveTo>
                  <a:lnTo>
                    <a:pt x="1445883" y="948853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489431" y="896468"/>
                  </a:lnTo>
                  <a:lnTo>
                    <a:pt x="1445883" y="948853"/>
                  </a:lnTo>
                  <a:close/>
                  <a:moveTo>
                    <a:pt x="1475932" y="921434"/>
                  </a:moveTo>
                  <a:lnTo>
                    <a:pt x="1500323" y="882997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501233" y="800783"/>
                  </a:lnTo>
                  <a:lnTo>
                    <a:pt x="1500323" y="882997"/>
                  </a:lnTo>
                  <a:close/>
                  <a:moveTo>
                    <a:pt x="921026" y="338566"/>
                  </a:moveTo>
                  <a:lnTo>
                    <a:pt x="864506" y="345929"/>
                  </a:lnTo>
                  <a:lnTo>
                    <a:pt x="910510" y="340471"/>
                  </a:lnTo>
                  <a:close/>
                  <a:moveTo>
                    <a:pt x="1501233" y="800783"/>
                  </a:moveTo>
                  <a:lnTo>
                    <a:pt x="1520782" y="762346"/>
                  </a:lnTo>
                  <a:lnTo>
                    <a:pt x="1500323" y="882997"/>
                  </a:lnTo>
                  <a:close/>
                  <a:moveTo>
                    <a:pt x="1527228" y="759128"/>
                  </a:moveTo>
                  <a:lnTo>
                    <a:pt x="1534935" y="703482"/>
                  </a:lnTo>
                  <a:lnTo>
                    <a:pt x="1501233" y="800783"/>
                  </a:lnTo>
                  <a:close/>
                  <a:moveTo>
                    <a:pt x="1513819" y="597916"/>
                  </a:moveTo>
                  <a:lnTo>
                    <a:pt x="1527919" y="609093"/>
                  </a:lnTo>
                  <a:lnTo>
                    <a:pt x="1538811" y="587233"/>
                  </a:lnTo>
                  <a:close/>
                  <a:moveTo>
                    <a:pt x="1513819" y="597916"/>
                  </a:moveTo>
                  <a:lnTo>
                    <a:pt x="1538811" y="587233"/>
                  </a:lnTo>
                  <a:lnTo>
                    <a:pt x="1586512" y="550376"/>
                  </a:lnTo>
                  <a:close/>
                  <a:moveTo>
                    <a:pt x="1586512" y="550376"/>
                  </a:moveTo>
                  <a:lnTo>
                    <a:pt x="1597775" y="512802"/>
                  </a:lnTo>
                  <a:lnTo>
                    <a:pt x="1580342" y="477264"/>
                  </a:lnTo>
                  <a:close/>
                  <a:moveTo>
                    <a:pt x="1882423" y="175158"/>
                  </a:moveTo>
                  <a:lnTo>
                    <a:pt x="2006762" y="146181"/>
                  </a:lnTo>
                  <a:lnTo>
                    <a:pt x="1933939" y="152569"/>
                  </a:lnTo>
                  <a:close/>
                  <a:moveTo>
                    <a:pt x="1933939" y="152569"/>
                  </a:moveTo>
                  <a:lnTo>
                    <a:pt x="2006762" y="146181"/>
                  </a:lnTo>
                  <a:lnTo>
                    <a:pt x="1939943" y="155625"/>
                  </a:lnTo>
                  <a:close/>
                  <a:moveTo>
                    <a:pt x="2006762" y="146181"/>
                  </a:moveTo>
                  <a:lnTo>
                    <a:pt x="2026643" y="145731"/>
                  </a:lnTo>
                  <a:lnTo>
                    <a:pt x="1939943" y="155625"/>
                  </a:lnTo>
                  <a:close/>
                  <a:moveTo>
                    <a:pt x="2082696" y="151429"/>
                  </a:moveTo>
                  <a:lnTo>
                    <a:pt x="2130821" y="121629"/>
                  </a:lnTo>
                  <a:lnTo>
                    <a:pt x="2026643" y="145731"/>
                  </a:lnTo>
                  <a:close/>
                  <a:moveTo>
                    <a:pt x="2133242" y="120652"/>
                  </a:moveTo>
                  <a:lnTo>
                    <a:pt x="2229552" y="0"/>
                  </a:lnTo>
                  <a:lnTo>
                    <a:pt x="219998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43" name="Candidate_density__2142">
              <a:extLst>
                <a:ext uri="{FF2B5EF4-FFF2-40B4-BE49-F238E27FC236}">
                  <a16:creationId xmlns:a16="http://schemas.microsoft.com/office/drawing/2014/main" id="{A1C58E3D-4430-BA57-0365-FC1B4CC4BD50}"/>
                </a:ext>
              </a:extLst>
            </p:cNvPr>
            <p:cNvSpPr>
              <a:spLocks noGrp="1"/>
            </p:cNvSpPr>
            <p:nvPr/>
          </p:nvSpPr>
          <p:spPr>
            <a:xfrm>
              <a:off x="3554825" y="1805378"/>
              <a:ext cx="2470226" cy="1690701"/>
            </a:xfrm>
            <a:custGeom>
              <a:avLst/>
              <a:gdLst/>
              <a:ahLst/>
              <a:cxnLst/>
              <a:rect l="0" t="0" r="0" b="0"/>
              <a:pathLst>
                <a:path w="2470226" h="1690701">
                  <a:moveTo>
                    <a:pt x="244637" y="1567346"/>
                  </a:moveTo>
                  <a:lnTo>
                    <a:pt x="300653" y="1625466"/>
                  </a:lnTo>
                  <a:lnTo>
                    <a:pt x="294012" y="1617043"/>
                  </a:lnTo>
                  <a:close/>
                  <a:moveTo>
                    <a:pt x="202486" y="1461036"/>
                  </a:moveTo>
                  <a:lnTo>
                    <a:pt x="190618" y="1499473"/>
                  </a:lnTo>
                  <a:lnTo>
                    <a:pt x="239920" y="1543251"/>
                  </a:lnTo>
                  <a:close/>
                  <a:moveTo>
                    <a:pt x="239920" y="1543251"/>
                  </a:moveTo>
                  <a:lnTo>
                    <a:pt x="244637" y="1567346"/>
                  </a:lnTo>
                  <a:lnTo>
                    <a:pt x="294012" y="1617043"/>
                  </a:lnTo>
                  <a:close/>
                  <a:moveTo>
                    <a:pt x="390168" y="1587030"/>
                  </a:moveTo>
                  <a:lnTo>
                    <a:pt x="388243" y="1690701"/>
                  </a:lnTo>
                  <a:lnTo>
                    <a:pt x="432417" y="1640658"/>
                  </a:lnTo>
                  <a:close/>
                  <a:moveTo>
                    <a:pt x="390168" y="1587030"/>
                  </a:moveTo>
                  <a:lnTo>
                    <a:pt x="300653" y="1625466"/>
                  </a:lnTo>
                  <a:lnTo>
                    <a:pt x="388243" y="1690701"/>
                  </a:lnTo>
                  <a:close/>
                  <a:moveTo>
                    <a:pt x="340666" y="1504815"/>
                  </a:moveTo>
                  <a:lnTo>
                    <a:pt x="294012" y="1617043"/>
                  </a:lnTo>
                  <a:lnTo>
                    <a:pt x="300653" y="1625466"/>
                  </a:lnTo>
                  <a:close/>
                  <a:moveTo>
                    <a:pt x="239920" y="1543251"/>
                  </a:moveTo>
                  <a:lnTo>
                    <a:pt x="294012" y="1617043"/>
                  </a:lnTo>
                  <a:lnTo>
                    <a:pt x="311702" y="1512823"/>
                  </a:lnTo>
                  <a:close/>
                  <a:moveTo>
                    <a:pt x="286052" y="1372083"/>
                  </a:moveTo>
                  <a:lnTo>
                    <a:pt x="202486" y="1461036"/>
                  </a:lnTo>
                  <a:lnTo>
                    <a:pt x="235532" y="1422600"/>
                  </a:lnTo>
                  <a:close/>
                  <a:moveTo>
                    <a:pt x="368594" y="1402033"/>
                  </a:moveTo>
                  <a:lnTo>
                    <a:pt x="234722" y="1395368"/>
                  </a:lnTo>
                  <a:lnTo>
                    <a:pt x="286052" y="1372083"/>
                  </a:lnTo>
                  <a:close/>
                  <a:moveTo>
                    <a:pt x="0" y="1132176"/>
                  </a:moveTo>
                  <a:lnTo>
                    <a:pt x="33390" y="119993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0" y="113217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11424" y="1011524"/>
                  </a:lnTo>
                  <a:lnTo>
                    <a:pt x="0" y="1132176"/>
                  </a:lnTo>
                  <a:close/>
                  <a:moveTo>
                    <a:pt x="808678" y="1592372"/>
                  </a:moveTo>
                  <a:lnTo>
                    <a:pt x="747822" y="1630808"/>
                  </a:lnTo>
                  <a:lnTo>
                    <a:pt x="796347" y="1671498"/>
                  </a:lnTo>
                  <a:close/>
                  <a:moveTo>
                    <a:pt x="849165" y="1471721"/>
                  </a:moveTo>
                  <a:lnTo>
                    <a:pt x="808678" y="1592372"/>
                  </a:lnTo>
                  <a:lnTo>
                    <a:pt x="858808" y="1474626"/>
                  </a:lnTo>
                  <a:close/>
                  <a:moveTo>
                    <a:pt x="858808" y="1474626"/>
                  </a:moveTo>
                  <a:lnTo>
                    <a:pt x="808678" y="1592372"/>
                  </a:lnTo>
                  <a:lnTo>
                    <a:pt x="848366" y="1579670"/>
                  </a:lnTo>
                  <a:close/>
                  <a:moveTo>
                    <a:pt x="849165" y="1471721"/>
                  </a:moveTo>
                  <a:lnTo>
                    <a:pt x="858808" y="1474626"/>
                  </a:lnTo>
                  <a:lnTo>
                    <a:pt x="859421" y="1470591"/>
                  </a:lnTo>
                  <a:close/>
                  <a:moveTo>
                    <a:pt x="945584" y="1461134"/>
                  </a:moveTo>
                  <a:lnTo>
                    <a:pt x="858808" y="1474626"/>
                  </a:lnTo>
                  <a:lnTo>
                    <a:pt x="940368" y="1500908"/>
                  </a:lnTo>
                  <a:close/>
                  <a:moveTo>
                    <a:pt x="945584" y="1461134"/>
                  </a:moveTo>
                  <a:lnTo>
                    <a:pt x="859421" y="1470591"/>
                  </a:lnTo>
                  <a:lnTo>
                    <a:pt x="858808" y="1474626"/>
                  </a:lnTo>
                  <a:close/>
                  <a:moveTo>
                    <a:pt x="909019" y="1190584"/>
                  </a:moveTo>
                  <a:lnTo>
                    <a:pt x="827573" y="1196207"/>
                  </a:lnTo>
                  <a:lnTo>
                    <a:pt x="921782" y="1216215"/>
                  </a:lnTo>
                  <a:close/>
                  <a:moveTo>
                    <a:pt x="584663" y="872134"/>
                  </a:moveTo>
                  <a:lnTo>
                    <a:pt x="550417" y="978430"/>
                  </a:lnTo>
                  <a:lnTo>
                    <a:pt x="523309" y="961514"/>
                  </a:lnTo>
                  <a:close/>
                  <a:moveTo>
                    <a:pt x="883425" y="1250891"/>
                  </a:moveTo>
                  <a:lnTo>
                    <a:pt x="946572" y="1260146"/>
                  </a:lnTo>
                  <a:lnTo>
                    <a:pt x="921782" y="1216215"/>
                  </a:lnTo>
                  <a:close/>
                  <a:moveTo>
                    <a:pt x="1489539" y="1522052"/>
                  </a:moveTo>
                  <a:lnTo>
                    <a:pt x="1570619" y="1539759"/>
                  </a:lnTo>
                  <a:lnTo>
                    <a:pt x="1502351" y="1520841"/>
                  </a:lnTo>
                  <a:close/>
                  <a:moveTo>
                    <a:pt x="1489539" y="1522052"/>
                  </a:moveTo>
                  <a:lnTo>
                    <a:pt x="1471550" y="1520841"/>
                  </a:lnTo>
                  <a:lnTo>
                    <a:pt x="1471628" y="1603056"/>
                  </a:lnTo>
                  <a:close/>
                  <a:moveTo>
                    <a:pt x="762569" y="747855"/>
                  </a:moveTo>
                  <a:lnTo>
                    <a:pt x="705340" y="698691"/>
                  </a:lnTo>
                  <a:lnTo>
                    <a:pt x="725438" y="818279"/>
                  </a:lnTo>
                  <a:close/>
                  <a:moveTo>
                    <a:pt x="725438" y="818279"/>
                  </a:moveTo>
                  <a:lnTo>
                    <a:pt x="705340" y="698691"/>
                  </a:lnTo>
                  <a:lnTo>
                    <a:pt x="644099" y="723722"/>
                  </a:lnTo>
                  <a:close/>
                  <a:moveTo>
                    <a:pt x="762569" y="747855"/>
                  </a:moveTo>
                  <a:lnTo>
                    <a:pt x="763759" y="819342"/>
                  </a:lnTo>
                  <a:lnTo>
                    <a:pt x="798434" y="818491"/>
                  </a:lnTo>
                  <a:close/>
                  <a:moveTo>
                    <a:pt x="762569" y="747855"/>
                  </a:moveTo>
                  <a:lnTo>
                    <a:pt x="798434" y="818491"/>
                  </a:lnTo>
                  <a:lnTo>
                    <a:pt x="843172" y="770557"/>
                  </a:lnTo>
                  <a:close/>
                  <a:moveTo>
                    <a:pt x="799693" y="819342"/>
                  </a:moveTo>
                  <a:lnTo>
                    <a:pt x="893575" y="895550"/>
                  </a:lnTo>
                  <a:lnTo>
                    <a:pt x="922591" y="863120"/>
                  </a:lnTo>
                  <a:close/>
                  <a:moveTo>
                    <a:pt x="872599" y="780905"/>
                  </a:moveTo>
                  <a:lnTo>
                    <a:pt x="799693" y="819342"/>
                  </a:lnTo>
                  <a:lnTo>
                    <a:pt x="922591" y="863120"/>
                  </a:lnTo>
                  <a:close/>
                  <a:moveTo>
                    <a:pt x="1552161" y="1431642"/>
                  </a:moveTo>
                  <a:lnTo>
                    <a:pt x="1502351" y="1520841"/>
                  </a:lnTo>
                  <a:lnTo>
                    <a:pt x="1518946" y="1498146"/>
                  </a:lnTo>
                  <a:close/>
                  <a:moveTo>
                    <a:pt x="922591" y="863120"/>
                  </a:moveTo>
                  <a:lnTo>
                    <a:pt x="956958" y="917327"/>
                  </a:lnTo>
                  <a:lnTo>
                    <a:pt x="987792" y="906899"/>
                  </a:lnTo>
                  <a:close/>
                  <a:moveTo>
                    <a:pt x="843172" y="770557"/>
                  </a:moveTo>
                  <a:lnTo>
                    <a:pt x="872599" y="780905"/>
                  </a:lnTo>
                  <a:lnTo>
                    <a:pt x="871395" y="660877"/>
                  </a:lnTo>
                  <a:close/>
                  <a:moveTo>
                    <a:pt x="871395" y="660877"/>
                  </a:moveTo>
                  <a:lnTo>
                    <a:pt x="872599" y="780905"/>
                  </a:lnTo>
                  <a:lnTo>
                    <a:pt x="934759" y="669197"/>
                  </a:lnTo>
                  <a:close/>
                  <a:moveTo>
                    <a:pt x="934759" y="669197"/>
                  </a:moveTo>
                  <a:lnTo>
                    <a:pt x="872599" y="780905"/>
                  </a:lnTo>
                  <a:lnTo>
                    <a:pt x="958029" y="750371"/>
                  </a:lnTo>
                  <a:close/>
                  <a:moveTo>
                    <a:pt x="934759" y="669197"/>
                  </a:moveTo>
                  <a:lnTo>
                    <a:pt x="872150" y="660254"/>
                  </a:lnTo>
                  <a:lnTo>
                    <a:pt x="871395" y="660877"/>
                  </a:lnTo>
                  <a:close/>
                  <a:moveTo>
                    <a:pt x="958029" y="750371"/>
                  </a:moveTo>
                  <a:lnTo>
                    <a:pt x="1031658" y="702759"/>
                  </a:lnTo>
                  <a:lnTo>
                    <a:pt x="979030" y="693797"/>
                  </a:lnTo>
                  <a:close/>
                  <a:moveTo>
                    <a:pt x="958029" y="750371"/>
                  </a:moveTo>
                  <a:lnTo>
                    <a:pt x="979030" y="693797"/>
                  </a:lnTo>
                  <a:lnTo>
                    <a:pt x="934759" y="669197"/>
                  </a:lnTo>
                  <a:close/>
                  <a:moveTo>
                    <a:pt x="843172" y="770557"/>
                  </a:moveTo>
                  <a:lnTo>
                    <a:pt x="871395" y="660877"/>
                  </a:lnTo>
                  <a:lnTo>
                    <a:pt x="762569" y="747855"/>
                  </a:lnTo>
                  <a:close/>
                  <a:moveTo>
                    <a:pt x="834505" y="590017"/>
                  </a:moveTo>
                  <a:lnTo>
                    <a:pt x="872150" y="660254"/>
                  </a:lnTo>
                  <a:lnTo>
                    <a:pt x="934759" y="669197"/>
                  </a:lnTo>
                  <a:close/>
                  <a:moveTo>
                    <a:pt x="834505" y="590017"/>
                  </a:moveTo>
                  <a:lnTo>
                    <a:pt x="934759" y="669197"/>
                  </a:lnTo>
                  <a:lnTo>
                    <a:pt x="891799" y="604030"/>
                  </a:lnTo>
                  <a:close/>
                  <a:moveTo>
                    <a:pt x="1702331" y="1270057"/>
                  </a:moveTo>
                  <a:lnTo>
                    <a:pt x="1670256" y="1158887"/>
                  </a:lnTo>
                  <a:lnTo>
                    <a:pt x="1636000" y="1163297"/>
                  </a:lnTo>
                  <a:close/>
                  <a:moveTo>
                    <a:pt x="1739347" y="1039778"/>
                  </a:moveTo>
                  <a:lnTo>
                    <a:pt x="1742056" y="1041266"/>
                  </a:lnTo>
                  <a:lnTo>
                    <a:pt x="1830835" y="1120450"/>
                  </a:lnTo>
                  <a:close/>
                  <a:moveTo>
                    <a:pt x="1553207" y="1069923"/>
                  </a:moveTo>
                  <a:lnTo>
                    <a:pt x="1627046" y="1070485"/>
                  </a:lnTo>
                  <a:lnTo>
                    <a:pt x="1630494" y="967590"/>
                  </a:lnTo>
                  <a:close/>
                  <a:moveTo>
                    <a:pt x="1627046" y="1070485"/>
                  </a:moveTo>
                  <a:lnTo>
                    <a:pt x="1712568" y="961458"/>
                  </a:lnTo>
                  <a:lnTo>
                    <a:pt x="1630494" y="967590"/>
                  </a:lnTo>
                  <a:close/>
                  <a:moveTo>
                    <a:pt x="2411804" y="358104"/>
                  </a:moveTo>
                  <a:lnTo>
                    <a:pt x="2410114" y="360664"/>
                  </a:lnTo>
                  <a:lnTo>
                    <a:pt x="2470226" y="369271"/>
                  </a:lnTo>
                  <a:close/>
                  <a:moveTo>
                    <a:pt x="2406393" y="346750"/>
                  </a:moveTo>
                  <a:lnTo>
                    <a:pt x="2411804" y="358104"/>
                  </a:lnTo>
                  <a:lnTo>
                    <a:pt x="2383779" y="278866"/>
                  </a:lnTo>
                  <a:close/>
                  <a:moveTo>
                    <a:pt x="2383779" y="278866"/>
                  </a:moveTo>
                  <a:lnTo>
                    <a:pt x="2411804" y="358104"/>
                  </a:lnTo>
                  <a:lnTo>
                    <a:pt x="2470226" y="369271"/>
                  </a:lnTo>
                  <a:close/>
                  <a:moveTo>
                    <a:pt x="2383779" y="278866"/>
                  </a:moveTo>
                  <a:lnTo>
                    <a:pt x="2470226" y="369271"/>
                  </a:lnTo>
                  <a:lnTo>
                    <a:pt x="2450418" y="285282"/>
                  </a:lnTo>
                  <a:close/>
                  <a:moveTo>
                    <a:pt x="2365891" y="275890"/>
                  </a:moveTo>
                  <a:lnTo>
                    <a:pt x="2383779" y="278866"/>
                  </a:lnTo>
                  <a:lnTo>
                    <a:pt x="2382671" y="258057"/>
                  </a:lnTo>
                  <a:close/>
                  <a:moveTo>
                    <a:pt x="2406393" y="346750"/>
                  </a:moveTo>
                  <a:lnTo>
                    <a:pt x="2383779" y="278866"/>
                  </a:lnTo>
                  <a:lnTo>
                    <a:pt x="2365891" y="275890"/>
                  </a:lnTo>
                  <a:close/>
                  <a:moveTo>
                    <a:pt x="2313686" y="175166"/>
                  </a:moveTo>
                  <a:lnTo>
                    <a:pt x="2377165" y="84058"/>
                  </a:lnTo>
                  <a:lnTo>
                    <a:pt x="2310304" y="77824"/>
                  </a:lnTo>
                  <a:close/>
                  <a:moveTo>
                    <a:pt x="2310304" y="77824"/>
                  </a:moveTo>
                  <a:lnTo>
                    <a:pt x="2377165" y="84058"/>
                  </a:lnTo>
                  <a:lnTo>
                    <a:pt x="235744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44" name="Candidate_density__2143">
              <a:extLst>
                <a:ext uri="{FF2B5EF4-FFF2-40B4-BE49-F238E27FC236}">
                  <a16:creationId xmlns:a16="http://schemas.microsoft.com/office/drawing/2014/main" id="{6F06C180-764D-55A1-1AC5-FCDC3AD6205A}"/>
                </a:ext>
              </a:extLst>
            </p:cNvPr>
            <p:cNvSpPr>
              <a:spLocks noGrp="1"/>
            </p:cNvSpPr>
            <p:nvPr/>
          </p:nvSpPr>
          <p:spPr>
            <a:xfrm>
              <a:off x="3594528" y="2236978"/>
              <a:ext cx="2424188" cy="1292108"/>
            </a:xfrm>
            <a:custGeom>
              <a:avLst/>
              <a:gdLst/>
              <a:ahLst/>
              <a:cxnLst/>
              <a:rect l="0" t="0" r="0" b="0"/>
              <a:pathLst>
                <a:path w="2424188" h="1292108">
                  <a:moveTo>
                    <a:pt x="204934" y="1135747"/>
                  </a:moveTo>
                  <a:lnTo>
                    <a:pt x="293604" y="1224344"/>
                  </a:lnTo>
                  <a:lnTo>
                    <a:pt x="260950" y="1193866"/>
                  </a:lnTo>
                  <a:close/>
                  <a:moveTo>
                    <a:pt x="260950" y="1193866"/>
                  </a:moveTo>
                  <a:lnTo>
                    <a:pt x="293604" y="1224344"/>
                  </a:lnTo>
                  <a:lnTo>
                    <a:pt x="348540" y="1259101"/>
                  </a:lnTo>
                  <a:close/>
                  <a:moveTo>
                    <a:pt x="427077" y="1274078"/>
                  </a:moveTo>
                  <a:lnTo>
                    <a:pt x="428051" y="1237645"/>
                  </a:lnTo>
                  <a:lnTo>
                    <a:pt x="392714" y="1209058"/>
                  </a:lnTo>
                  <a:close/>
                  <a:moveTo>
                    <a:pt x="427077" y="1274078"/>
                  </a:moveTo>
                  <a:lnTo>
                    <a:pt x="392714" y="1209058"/>
                  </a:lnTo>
                  <a:lnTo>
                    <a:pt x="348540" y="1259101"/>
                  </a:lnTo>
                  <a:close/>
                  <a:moveTo>
                    <a:pt x="84912" y="830752"/>
                  </a:moveTo>
                  <a:lnTo>
                    <a:pt x="0" y="780802"/>
                  </a:lnTo>
                  <a:lnTo>
                    <a:pt x="3967" y="782791"/>
                  </a:lnTo>
                  <a:close/>
                  <a:moveTo>
                    <a:pt x="64851" y="819206"/>
                  </a:moveTo>
                  <a:lnTo>
                    <a:pt x="0" y="780802"/>
                  </a:lnTo>
                  <a:lnTo>
                    <a:pt x="84912" y="830752"/>
                  </a:lnTo>
                  <a:close/>
                  <a:moveTo>
                    <a:pt x="428051" y="1237645"/>
                  </a:moveTo>
                  <a:lnTo>
                    <a:pt x="431517" y="1272907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18689" y="1202038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90570" y="1176289"/>
                  </a:lnTo>
                  <a:lnTo>
                    <a:pt x="521820" y="1197902"/>
                  </a:lnTo>
                  <a:close/>
                  <a:moveTo>
                    <a:pt x="590570" y="1176289"/>
                  </a:moveTo>
                  <a:lnTo>
                    <a:pt x="660391" y="1158681"/>
                  </a:lnTo>
                  <a:lnTo>
                    <a:pt x="711569" y="1134823"/>
                  </a:lnTo>
                  <a:close/>
                  <a:moveTo>
                    <a:pt x="921373" y="1160772"/>
                  </a:moveTo>
                  <a:lnTo>
                    <a:pt x="900665" y="1069308"/>
                  </a:lnTo>
                  <a:lnTo>
                    <a:pt x="897479" y="1136456"/>
                  </a:lnTo>
                  <a:close/>
                  <a:moveTo>
                    <a:pt x="819718" y="1038991"/>
                  </a:moveTo>
                  <a:lnTo>
                    <a:pt x="880793" y="949837"/>
                  </a:lnTo>
                  <a:lnTo>
                    <a:pt x="832199" y="928752"/>
                  </a:lnTo>
                  <a:close/>
                  <a:moveTo>
                    <a:pt x="880793" y="949837"/>
                  </a:moveTo>
                  <a:lnTo>
                    <a:pt x="905881" y="1029534"/>
                  </a:lnTo>
                  <a:lnTo>
                    <a:pt x="939672" y="1040121"/>
                  </a:lnTo>
                  <a:close/>
                  <a:moveTo>
                    <a:pt x="880793" y="949837"/>
                  </a:moveTo>
                  <a:lnTo>
                    <a:pt x="902063" y="859332"/>
                  </a:lnTo>
                  <a:lnTo>
                    <a:pt x="837247" y="895654"/>
                  </a:lnTo>
                  <a:close/>
                  <a:moveTo>
                    <a:pt x="793247" y="755039"/>
                  </a:moveTo>
                  <a:lnTo>
                    <a:pt x="787870" y="764607"/>
                  </a:lnTo>
                  <a:lnTo>
                    <a:pt x="796652" y="743877"/>
                  </a:lnTo>
                  <a:close/>
                  <a:moveTo>
                    <a:pt x="802107" y="764269"/>
                  </a:moveTo>
                  <a:lnTo>
                    <a:pt x="787870" y="764607"/>
                  </a:lnTo>
                  <a:lnTo>
                    <a:pt x="793247" y="755039"/>
                  </a:lnTo>
                  <a:close/>
                  <a:moveTo>
                    <a:pt x="1252570" y="1229734"/>
                  </a:moveTo>
                  <a:lnTo>
                    <a:pt x="1356646" y="1292108"/>
                  </a:lnTo>
                  <a:lnTo>
                    <a:pt x="1290655" y="1261037"/>
                  </a:lnTo>
                  <a:close/>
                  <a:moveTo>
                    <a:pt x="796652" y="743877"/>
                  </a:moveTo>
                  <a:lnTo>
                    <a:pt x="798332" y="656008"/>
                  </a:lnTo>
                  <a:lnTo>
                    <a:pt x="793247" y="755039"/>
                  </a:lnTo>
                  <a:close/>
                  <a:moveTo>
                    <a:pt x="770270" y="469957"/>
                  </a:moveTo>
                  <a:lnTo>
                    <a:pt x="724538" y="537705"/>
                  </a:lnTo>
                  <a:lnTo>
                    <a:pt x="771173" y="477904"/>
                  </a:lnTo>
                  <a:close/>
                  <a:moveTo>
                    <a:pt x="771173" y="477904"/>
                  </a:moveTo>
                  <a:lnTo>
                    <a:pt x="724538" y="537705"/>
                  </a:lnTo>
                  <a:lnTo>
                    <a:pt x="721247" y="557993"/>
                  </a:lnTo>
                  <a:close/>
                  <a:moveTo>
                    <a:pt x="1444275" y="1195066"/>
                  </a:moveTo>
                  <a:lnTo>
                    <a:pt x="1449054" y="1209893"/>
                  </a:lnTo>
                  <a:lnTo>
                    <a:pt x="1449836" y="1090453"/>
                  </a:lnTo>
                  <a:close/>
                  <a:moveTo>
                    <a:pt x="1444275" y="1195066"/>
                  </a:moveTo>
                  <a:lnTo>
                    <a:pt x="1449836" y="1090453"/>
                  </a:lnTo>
                  <a:lnTo>
                    <a:pt x="1431926" y="1171456"/>
                  </a:lnTo>
                  <a:close/>
                  <a:moveTo>
                    <a:pt x="726751" y="453426"/>
                  </a:moveTo>
                  <a:lnTo>
                    <a:pt x="724538" y="537705"/>
                  </a:lnTo>
                  <a:lnTo>
                    <a:pt x="770270" y="469957"/>
                  </a:lnTo>
                  <a:close/>
                  <a:moveTo>
                    <a:pt x="1431847" y="1089241"/>
                  </a:moveTo>
                  <a:lnTo>
                    <a:pt x="1369232" y="1060965"/>
                  </a:lnTo>
                  <a:lnTo>
                    <a:pt x="1479243" y="1066546"/>
                  </a:lnTo>
                  <a:close/>
                  <a:moveTo>
                    <a:pt x="1499826" y="1055371"/>
                  </a:moveTo>
                  <a:lnTo>
                    <a:pt x="1479243" y="1066546"/>
                  </a:lnTo>
                  <a:lnTo>
                    <a:pt x="1530916" y="1108159"/>
                  </a:lnTo>
                  <a:close/>
                  <a:moveTo>
                    <a:pt x="971624" y="513736"/>
                  </a:moveTo>
                  <a:lnTo>
                    <a:pt x="1001939" y="523690"/>
                  </a:lnTo>
                  <a:lnTo>
                    <a:pt x="947521" y="495221"/>
                  </a:lnTo>
                  <a:close/>
                  <a:moveTo>
                    <a:pt x="1662628" y="838457"/>
                  </a:moveTo>
                  <a:lnTo>
                    <a:pt x="1682620" y="930153"/>
                  </a:lnTo>
                  <a:lnTo>
                    <a:pt x="1675675" y="847939"/>
                  </a:lnTo>
                  <a:close/>
                  <a:moveTo>
                    <a:pt x="1675675" y="847939"/>
                  </a:moveTo>
                  <a:lnTo>
                    <a:pt x="1683655" y="754960"/>
                  </a:lnTo>
                  <a:lnTo>
                    <a:pt x="1662628" y="838457"/>
                  </a:lnTo>
                  <a:close/>
                  <a:moveTo>
                    <a:pt x="1683655" y="754960"/>
                  </a:moveTo>
                  <a:lnTo>
                    <a:pt x="1630553" y="727287"/>
                  </a:lnTo>
                  <a:lnTo>
                    <a:pt x="1662628" y="838457"/>
                  </a:lnTo>
                  <a:close/>
                  <a:moveTo>
                    <a:pt x="1699644" y="608178"/>
                  </a:moveTo>
                  <a:lnTo>
                    <a:pt x="1748350" y="718183"/>
                  </a:lnTo>
                  <a:lnTo>
                    <a:pt x="1744712" y="632131"/>
                  </a:lnTo>
                  <a:close/>
                  <a:moveTo>
                    <a:pt x="2053436" y="10321"/>
                  </a:moveTo>
                  <a:lnTo>
                    <a:pt x="2005873" y="47693"/>
                  </a:lnTo>
                  <a:lnTo>
                    <a:pt x="2038748" y="3377"/>
                  </a:lnTo>
                  <a:close/>
                  <a:moveTo>
                    <a:pt x="2005873" y="47693"/>
                  </a:moveTo>
                  <a:lnTo>
                    <a:pt x="1999039" y="41814"/>
                  </a:lnTo>
                  <a:lnTo>
                    <a:pt x="2038748" y="3377"/>
                  </a:lnTo>
                  <a:close/>
                  <a:moveTo>
                    <a:pt x="2053436" y="10321"/>
                  </a:moveTo>
                  <a:lnTo>
                    <a:pt x="2082127" y="54139"/>
                  </a:lnTo>
                  <a:lnTo>
                    <a:pt x="2005873" y="47693"/>
                  </a:lnTo>
                  <a:close/>
                  <a:moveTo>
                    <a:pt x="2038748" y="3377"/>
                  </a:moveTo>
                  <a:lnTo>
                    <a:pt x="1999039" y="41814"/>
                  </a:lnTo>
                  <a:lnTo>
                    <a:pt x="2050676" y="0"/>
                  </a:lnTo>
                  <a:close/>
                  <a:moveTo>
                    <a:pt x="2354075" y="239506"/>
                  </a:moveTo>
                  <a:lnTo>
                    <a:pt x="2367856" y="134709"/>
                  </a:lnTo>
                  <a:lnTo>
                    <a:pt x="2309227" y="194161"/>
                  </a:lnTo>
                  <a:close/>
                  <a:moveTo>
                    <a:pt x="2368939" y="127330"/>
                  </a:moveTo>
                  <a:lnTo>
                    <a:pt x="2367856" y="134709"/>
                  </a:lnTo>
                  <a:lnTo>
                    <a:pt x="2371589" y="129371"/>
                  </a:lnTo>
                  <a:close/>
                  <a:moveTo>
                    <a:pt x="2368939" y="127330"/>
                  </a:moveTo>
                  <a:lnTo>
                    <a:pt x="2371589" y="129371"/>
                  </a:lnTo>
                  <a:lnTo>
                    <a:pt x="2424188" y="42913"/>
                  </a:lnTo>
                  <a:close/>
                  <a:moveTo>
                    <a:pt x="2380021" y="18227"/>
                  </a:moveTo>
                  <a:lnTo>
                    <a:pt x="2368939" y="127330"/>
                  </a:lnTo>
                  <a:lnTo>
                    <a:pt x="2424188" y="4291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45" name="Candidate_density__2144">
              <a:extLst>
                <a:ext uri="{FF2B5EF4-FFF2-40B4-BE49-F238E27FC236}">
                  <a16:creationId xmlns:a16="http://schemas.microsoft.com/office/drawing/2014/main" id="{702AD6A1-FEB1-FA7F-AA34-BA117971EE61}"/>
                </a:ext>
              </a:extLst>
            </p:cNvPr>
            <p:cNvSpPr>
              <a:spLocks noGrp="1"/>
            </p:cNvSpPr>
            <p:nvPr/>
          </p:nvSpPr>
          <p:spPr>
            <a:xfrm>
              <a:off x="3588215" y="1889436"/>
              <a:ext cx="2436836" cy="1587440"/>
            </a:xfrm>
            <a:custGeom>
              <a:avLst/>
              <a:gdLst/>
              <a:ahLst/>
              <a:cxnLst/>
              <a:rect l="0" t="0" r="0" b="0"/>
              <a:pathLst>
                <a:path w="2436836" h="1587440">
                  <a:moveTo>
                    <a:pt x="206530" y="1459193"/>
                  </a:moveTo>
                  <a:lnTo>
                    <a:pt x="179070" y="1443279"/>
                  </a:lnTo>
                  <a:lnTo>
                    <a:pt x="211247" y="1483288"/>
                  </a:lnTo>
                  <a:close/>
                  <a:moveTo>
                    <a:pt x="0" y="1115877"/>
                  </a:moveTo>
                  <a:lnTo>
                    <a:pt x="10280" y="1130332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0" y="1115877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6313" y="1128343"/>
                  </a:lnTo>
                  <a:lnTo>
                    <a:pt x="71164" y="1166747"/>
                  </a:lnTo>
                  <a:close/>
                  <a:moveTo>
                    <a:pt x="775288" y="1508314"/>
                  </a:moveTo>
                  <a:lnTo>
                    <a:pt x="762957" y="1587440"/>
                  </a:lnTo>
                  <a:lnTo>
                    <a:pt x="804599" y="1527929"/>
                  </a:lnTo>
                  <a:close/>
                  <a:moveTo>
                    <a:pt x="714433" y="1546750"/>
                  </a:moveTo>
                  <a:lnTo>
                    <a:pt x="775288" y="1508314"/>
                  </a:lnTo>
                  <a:lnTo>
                    <a:pt x="666704" y="1506223"/>
                  </a:lnTo>
                  <a:close/>
                  <a:moveTo>
                    <a:pt x="775288" y="1508314"/>
                  </a:moveTo>
                  <a:lnTo>
                    <a:pt x="717882" y="1482365"/>
                  </a:lnTo>
                  <a:lnTo>
                    <a:pt x="666704" y="1506223"/>
                  </a:lnTo>
                  <a:close/>
                  <a:moveTo>
                    <a:pt x="804599" y="1527929"/>
                  </a:moveTo>
                  <a:lnTo>
                    <a:pt x="762957" y="1587440"/>
                  </a:lnTo>
                  <a:lnTo>
                    <a:pt x="883714" y="1545068"/>
                  </a:lnTo>
                  <a:close/>
                  <a:moveTo>
                    <a:pt x="277333" y="1029193"/>
                  </a:moveTo>
                  <a:lnTo>
                    <a:pt x="229151" y="968272"/>
                  </a:lnTo>
                  <a:lnTo>
                    <a:pt x="226848" y="1015023"/>
                  </a:lnTo>
                  <a:close/>
                  <a:moveTo>
                    <a:pt x="775288" y="1508314"/>
                  </a:moveTo>
                  <a:lnTo>
                    <a:pt x="804599" y="1527929"/>
                  </a:lnTo>
                  <a:lnTo>
                    <a:pt x="814976" y="1495612"/>
                  </a:lnTo>
                  <a:close/>
                  <a:moveTo>
                    <a:pt x="717882" y="1482365"/>
                  </a:moveTo>
                  <a:lnTo>
                    <a:pt x="775288" y="1508314"/>
                  </a:lnTo>
                  <a:lnTo>
                    <a:pt x="815776" y="1387662"/>
                  </a:lnTo>
                  <a:close/>
                  <a:moveTo>
                    <a:pt x="903793" y="1483998"/>
                  </a:moveTo>
                  <a:lnTo>
                    <a:pt x="804599" y="1527929"/>
                  </a:lnTo>
                  <a:lnTo>
                    <a:pt x="883714" y="1545068"/>
                  </a:lnTo>
                  <a:close/>
                  <a:moveTo>
                    <a:pt x="903793" y="1483998"/>
                  </a:moveTo>
                  <a:lnTo>
                    <a:pt x="814976" y="1495612"/>
                  </a:lnTo>
                  <a:lnTo>
                    <a:pt x="804599" y="1527929"/>
                  </a:lnTo>
                  <a:close/>
                  <a:moveTo>
                    <a:pt x="814976" y="1495612"/>
                  </a:moveTo>
                  <a:lnTo>
                    <a:pt x="903793" y="1483998"/>
                  </a:lnTo>
                  <a:lnTo>
                    <a:pt x="825419" y="1390568"/>
                  </a:lnTo>
                  <a:close/>
                  <a:moveTo>
                    <a:pt x="903793" y="1483998"/>
                  </a:moveTo>
                  <a:lnTo>
                    <a:pt x="906979" y="1416849"/>
                  </a:lnTo>
                  <a:lnTo>
                    <a:pt x="825419" y="1390568"/>
                  </a:lnTo>
                  <a:close/>
                  <a:moveTo>
                    <a:pt x="826031" y="1386533"/>
                  </a:moveTo>
                  <a:lnTo>
                    <a:pt x="912194" y="1377076"/>
                  </a:lnTo>
                  <a:lnTo>
                    <a:pt x="887107" y="1297379"/>
                  </a:lnTo>
                  <a:close/>
                  <a:moveTo>
                    <a:pt x="912194" y="1377076"/>
                  </a:moveTo>
                  <a:lnTo>
                    <a:pt x="906979" y="1416849"/>
                  </a:lnTo>
                  <a:lnTo>
                    <a:pt x="945985" y="1387662"/>
                  </a:lnTo>
                  <a:close/>
                  <a:moveTo>
                    <a:pt x="908377" y="1206874"/>
                  </a:moveTo>
                  <a:lnTo>
                    <a:pt x="969280" y="1191074"/>
                  </a:lnTo>
                  <a:lnTo>
                    <a:pt x="935781" y="1184796"/>
                  </a:lnTo>
                  <a:close/>
                  <a:moveTo>
                    <a:pt x="794183" y="1112148"/>
                  </a:moveTo>
                  <a:lnTo>
                    <a:pt x="808420" y="1111811"/>
                  </a:lnTo>
                  <a:lnTo>
                    <a:pt x="888392" y="1132157"/>
                  </a:lnTo>
                  <a:close/>
                  <a:moveTo>
                    <a:pt x="913182" y="1176088"/>
                  </a:moveTo>
                  <a:lnTo>
                    <a:pt x="843561" y="1243196"/>
                  </a:lnTo>
                  <a:lnTo>
                    <a:pt x="908377" y="1206874"/>
                  </a:lnTo>
                  <a:close/>
                  <a:moveTo>
                    <a:pt x="913182" y="1176088"/>
                  </a:moveTo>
                  <a:lnTo>
                    <a:pt x="850035" y="1166833"/>
                  </a:lnTo>
                  <a:lnTo>
                    <a:pt x="843561" y="1243196"/>
                  </a:lnTo>
                  <a:close/>
                  <a:moveTo>
                    <a:pt x="850035" y="1166833"/>
                  </a:moveTo>
                  <a:lnTo>
                    <a:pt x="888392" y="1132157"/>
                  </a:lnTo>
                  <a:lnTo>
                    <a:pt x="808420" y="1111811"/>
                  </a:lnTo>
                  <a:close/>
                  <a:moveTo>
                    <a:pt x="913182" y="1176088"/>
                  </a:moveTo>
                  <a:lnTo>
                    <a:pt x="908377" y="1206874"/>
                  </a:lnTo>
                  <a:lnTo>
                    <a:pt x="935781" y="1184796"/>
                  </a:lnTo>
                  <a:close/>
                  <a:moveTo>
                    <a:pt x="913182" y="1176088"/>
                  </a:moveTo>
                  <a:lnTo>
                    <a:pt x="935781" y="1184796"/>
                  </a:lnTo>
                  <a:lnTo>
                    <a:pt x="888392" y="1132157"/>
                  </a:lnTo>
                  <a:close/>
                  <a:moveTo>
                    <a:pt x="1252460" y="1557435"/>
                  </a:moveTo>
                  <a:lnTo>
                    <a:pt x="1256104" y="1479443"/>
                  </a:lnTo>
                  <a:lnTo>
                    <a:pt x="1258884" y="1577276"/>
                  </a:lnTo>
                  <a:close/>
                  <a:moveTo>
                    <a:pt x="1165397" y="1310789"/>
                  </a:moveTo>
                  <a:lnTo>
                    <a:pt x="1233144" y="1369951"/>
                  </a:lnTo>
                  <a:lnTo>
                    <a:pt x="1221097" y="1354568"/>
                  </a:lnTo>
                  <a:close/>
                  <a:moveTo>
                    <a:pt x="923569" y="833269"/>
                  </a:moveTo>
                  <a:lnTo>
                    <a:pt x="870217" y="810649"/>
                  </a:lnTo>
                  <a:lnTo>
                    <a:pt x="977937" y="861278"/>
                  </a:lnTo>
                  <a:close/>
                  <a:moveTo>
                    <a:pt x="692049" y="734220"/>
                  </a:moveTo>
                  <a:lnTo>
                    <a:pt x="776583" y="817499"/>
                  </a:lnTo>
                  <a:lnTo>
                    <a:pt x="730369" y="735284"/>
                  </a:lnTo>
                  <a:close/>
                  <a:moveTo>
                    <a:pt x="692049" y="734220"/>
                  </a:moveTo>
                  <a:lnTo>
                    <a:pt x="733064" y="800968"/>
                  </a:lnTo>
                  <a:lnTo>
                    <a:pt x="776583" y="817499"/>
                  </a:lnTo>
                  <a:close/>
                  <a:moveTo>
                    <a:pt x="692049" y="734220"/>
                  </a:moveTo>
                  <a:lnTo>
                    <a:pt x="610709" y="639664"/>
                  </a:lnTo>
                  <a:lnTo>
                    <a:pt x="629816" y="724222"/>
                  </a:lnTo>
                  <a:close/>
                  <a:moveTo>
                    <a:pt x="692049" y="734220"/>
                  </a:moveTo>
                  <a:lnTo>
                    <a:pt x="730369" y="735284"/>
                  </a:lnTo>
                  <a:lnTo>
                    <a:pt x="729180" y="663797"/>
                  </a:lnTo>
                  <a:close/>
                  <a:moveTo>
                    <a:pt x="766303" y="735284"/>
                  </a:moveTo>
                  <a:lnTo>
                    <a:pt x="839210" y="696847"/>
                  </a:lnTo>
                  <a:lnTo>
                    <a:pt x="765044" y="734433"/>
                  </a:lnTo>
                  <a:close/>
                  <a:moveTo>
                    <a:pt x="839210" y="696847"/>
                  </a:moveTo>
                  <a:lnTo>
                    <a:pt x="809782" y="686499"/>
                  </a:lnTo>
                  <a:lnTo>
                    <a:pt x="765044" y="734433"/>
                  </a:lnTo>
                  <a:close/>
                  <a:moveTo>
                    <a:pt x="1438160" y="1436783"/>
                  </a:moveTo>
                  <a:lnTo>
                    <a:pt x="1485556" y="1414087"/>
                  </a:lnTo>
                  <a:lnTo>
                    <a:pt x="1506139" y="1402912"/>
                  </a:lnTo>
                  <a:close/>
                  <a:moveTo>
                    <a:pt x="1537230" y="1455701"/>
                  </a:moveTo>
                  <a:lnTo>
                    <a:pt x="1485556" y="1414087"/>
                  </a:lnTo>
                  <a:lnTo>
                    <a:pt x="1468961" y="1436783"/>
                  </a:lnTo>
                  <a:close/>
                  <a:moveTo>
                    <a:pt x="1518771" y="1347584"/>
                  </a:moveTo>
                  <a:lnTo>
                    <a:pt x="1485556" y="1414087"/>
                  </a:lnTo>
                  <a:lnTo>
                    <a:pt x="1456589" y="1337544"/>
                  </a:lnTo>
                  <a:close/>
                  <a:moveTo>
                    <a:pt x="923569" y="833269"/>
                  </a:moveTo>
                  <a:lnTo>
                    <a:pt x="977937" y="861278"/>
                  </a:lnTo>
                  <a:lnTo>
                    <a:pt x="953834" y="842763"/>
                  </a:lnTo>
                  <a:close/>
                  <a:moveTo>
                    <a:pt x="1642065" y="1157044"/>
                  </a:moveTo>
                  <a:lnTo>
                    <a:pt x="1636247" y="1180305"/>
                  </a:lnTo>
                  <a:lnTo>
                    <a:pt x="1668941" y="1185999"/>
                  </a:lnTo>
                  <a:close/>
                  <a:moveTo>
                    <a:pt x="1668941" y="1185999"/>
                  </a:moveTo>
                  <a:lnTo>
                    <a:pt x="1636247" y="1180305"/>
                  </a:lnTo>
                  <a:lnTo>
                    <a:pt x="1630517" y="1256736"/>
                  </a:lnTo>
                  <a:close/>
                  <a:moveTo>
                    <a:pt x="1621764" y="1126153"/>
                  </a:moveTo>
                  <a:lnTo>
                    <a:pt x="1642065" y="1157044"/>
                  </a:lnTo>
                  <a:lnTo>
                    <a:pt x="1668941" y="1185999"/>
                  </a:lnTo>
                  <a:close/>
                  <a:moveTo>
                    <a:pt x="1705957" y="955720"/>
                  </a:moveTo>
                  <a:lnTo>
                    <a:pt x="1720353" y="904517"/>
                  </a:lnTo>
                  <a:lnTo>
                    <a:pt x="1679178" y="877399"/>
                  </a:lnTo>
                  <a:close/>
                  <a:moveTo>
                    <a:pt x="1597105" y="883532"/>
                  </a:moveTo>
                  <a:lnTo>
                    <a:pt x="1679178" y="877399"/>
                  </a:lnTo>
                  <a:lnTo>
                    <a:pt x="1605737" y="851031"/>
                  </a:lnTo>
                  <a:close/>
                  <a:moveTo>
                    <a:pt x="1679178" y="877399"/>
                  </a:moveTo>
                  <a:lnTo>
                    <a:pt x="1680797" y="853008"/>
                  </a:lnTo>
                  <a:lnTo>
                    <a:pt x="1605737" y="851031"/>
                  </a:lnTo>
                  <a:close/>
                  <a:moveTo>
                    <a:pt x="1680797" y="853008"/>
                  </a:moveTo>
                  <a:lnTo>
                    <a:pt x="1653500" y="814406"/>
                  </a:lnTo>
                  <a:lnTo>
                    <a:pt x="1605737" y="851031"/>
                  </a:lnTo>
                  <a:close/>
                  <a:moveTo>
                    <a:pt x="2436836" y="285213"/>
                  </a:moveTo>
                  <a:lnTo>
                    <a:pt x="2376725" y="276606"/>
                  </a:lnTo>
                  <a:lnTo>
                    <a:pt x="2386335" y="365769"/>
                  </a:lnTo>
                  <a:close/>
                  <a:moveTo>
                    <a:pt x="2436836" y="285213"/>
                  </a:moveTo>
                  <a:lnTo>
                    <a:pt x="2386335" y="365769"/>
                  </a:lnTo>
                  <a:lnTo>
                    <a:pt x="2430502" y="390455"/>
                  </a:lnTo>
                  <a:close/>
                  <a:moveTo>
                    <a:pt x="2286875" y="185852"/>
                  </a:moveTo>
                  <a:lnTo>
                    <a:pt x="2373004" y="262692"/>
                  </a:lnTo>
                  <a:lnTo>
                    <a:pt x="2332502" y="191831"/>
                  </a:lnTo>
                  <a:close/>
                  <a:moveTo>
                    <a:pt x="2376494" y="273678"/>
                  </a:moveTo>
                  <a:lnTo>
                    <a:pt x="2373004" y="262692"/>
                  </a:lnTo>
                  <a:lnTo>
                    <a:pt x="2286875" y="185852"/>
                  </a:lnTo>
                  <a:close/>
                  <a:moveTo>
                    <a:pt x="2376494" y="273678"/>
                  </a:moveTo>
                  <a:lnTo>
                    <a:pt x="2376725" y="276606"/>
                  </a:lnTo>
                  <a:lnTo>
                    <a:pt x="2378414" y="274046"/>
                  </a:lnTo>
                  <a:close/>
                  <a:moveTo>
                    <a:pt x="2376494" y="273678"/>
                  </a:moveTo>
                  <a:lnTo>
                    <a:pt x="2378414" y="274046"/>
                  </a:lnTo>
                  <a:lnTo>
                    <a:pt x="2373004" y="262692"/>
                  </a:lnTo>
                  <a:close/>
                  <a:moveTo>
                    <a:pt x="2343895" y="99995"/>
                  </a:moveTo>
                  <a:lnTo>
                    <a:pt x="2332502" y="191831"/>
                  </a:lnTo>
                  <a:lnTo>
                    <a:pt x="2349282" y="173999"/>
                  </a:lnTo>
                  <a:close/>
                  <a:moveTo>
                    <a:pt x="2286875" y="185852"/>
                  </a:moveTo>
                  <a:lnTo>
                    <a:pt x="2332502" y="191831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286875" y="185852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343895" y="99995"/>
                  </a:lnTo>
                  <a:lnTo>
                    <a:pt x="2343776" y="0"/>
                  </a:lnTo>
                  <a:close/>
                  <a:moveTo>
                    <a:pt x="2343895" y="99995"/>
                  </a:moveTo>
                  <a:lnTo>
                    <a:pt x="2349282" y="173999"/>
                  </a:lnTo>
                  <a:lnTo>
                    <a:pt x="2380429" y="109616"/>
                  </a:lnTo>
                  <a:close/>
                  <a:moveTo>
                    <a:pt x="2343776" y="0"/>
                  </a:moveTo>
                  <a:lnTo>
                    <a:pt x="2343895" y="99995"/>
                  </a:lnTo>
                  <a:lnTo>
                    <a:pt x="2405006" y="108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46" name="Candidate_density__2145">
              <a:extLst>
                <a:ext uri="{FF2B5EF4-FFF2-40B4-BE49-F238E27FC236}">
                  <a16:creationId xmlns:a16="http://schemas.microsoft.com/office/drawing/2014/main" id="{119AF80F-7CD9-54C2-4FFF-79B92548AC15}"/>
                </a:ext>
              </a:extLst>
            </p:cNvPr>
            <p:cNvSpPr>
              <a:spLocks noGrp="1"/>
            </p:cNvSpPr>
            <p:nvPr/>
          </p:nvSpPr>
          <p:spPr>
            <a:xfrm>
              <a:off x="3551680" y="1804188"/>
              <a:ext cx="2360589" cy="1626656"/>
            </a:xfrm>
            <a:custGeom>
              <a:avLst/>
              <a:gdLst/>
              <a:ahLst/>
              <a:cxnLst/>
              <a:rect l="0" t="0" r="0" b="0"/>
              <a:pathLst>
                <a:path w="2360589" h="1626656">
                  <a:moveTo>
                    <a:pt x="314848" y="1514013"/>
                  </a:moveTo>
                  <a:lnTo>
                    <a:pt x="297157" y="1618232"/>
                  </a:lnTo>
                  <a:lnTo>
                    <a:pt x="343811" y="1506004"/>
                  </a:lnTo>
                  <a:close/>
                  <a:moveTo>
                    <a:pt x="343811" y="1506004"/>
                  </a:moveTo>
                  <a:lnTo>
                    <a:pt x="303799" y="1626656"/>
                  </a:lnTo>
                  <a:lnTo>
                    <a:pt x="393313" y="1588220"/>
                  </a:lnTo>
                  <a:close/>
                  <a:moveTo>
                    <a:pt x="243065" y="1544440"/>
                  </a:moveTo>
                  <a:lnTo>
                    <a:pt x="314848" y="1514013"/>
                  </a:lnTo>
                  <a:lnTo>
                    <a:pt x="238677" y="1423789"/>
                  </a:lnTo>
                  <a:close/>
                  <a:moveTo>
                    <a:pt x="205631" y="1462225"/>
                  </a:moveTo>
                  <a:lnTo>
                    <a:pt x="243065" y="1544440"/>
                  </a:lnTo>
                  <a:lnTo>
                    <a:pt x="238677" y="1423789"/>
                  </a:lnTo>
                  <a:close/>
                  <a:moveTo>
                    <a:pt x="289198" y="1373272"/>
                  </a:moveTo>
                  <a:lnTo>
                    <a:pt x="237867" y="1396558"/>
                  </a:lnTo>
                  <a:lnTo>
                    <a:pt x="205631" y="1462225"/>
                  </a:lnTo>
                  <a:close/>
                  <a:moveTo>
                    <a:pt x="31367" y="966603"/>
                  </a:moveTo>
                  <a:lnTo>
                    <a:pt x="0" y="1048241"/>
                  </a:lnTo>
                  <a:lnTo>
                    <a:pt x="14569" y="1012714"/>
                  </a:lnTo>
                  <a:close/>
                  <a:moveTo>
                    <a:pt x="431181" y="1480028"/>
                  </a:moveTo>
                  <a:lnTo>
                    <a:pt x="462275" y="1467568"/>
                  </a:lnTo>
                  <a:lnTo>
                    <a:pt x="508989" y="1422516"/>
                  </a:lnTo>
                  <a:close/>
                  <a:moveTo>
                    <a:pt x="9056" y="1094929"/>
                  </a:moveTo>
                  <a:lnTo>
                    <a:pt x="43239" y="974277"/>
                  </a:lnTo>
                  <a:lnTo>
                    <a:pt x="14569" y="1012714"/>
                  </a:lnTo>
                  <a:close/>
                  <a:moveTo>
                    <a:pt x="73080" y="907356"/>
                  </a:moveTo>
                  <a:lnTo>
                    <a:pt x="14569" y="1012714"/>
                  </a:lnTo>
                  <a:lnTo>
                    <a:pt x="43239" y="974277"/>
                  </a:lnTo>
                  <a:close/>
                  <a:moveTo>
                    <a:pt x="73080" y="907356"/>
                  </a:moveTo>
                  <a:lnTo>
                    <a:pt x="31367" y="966603"/>
                  </a:lnTo>
                  <a:lnTo>
                    <a:pt x="14569" y="1012714"/>
                  </a:lnTo>
                  <a:close/>
                  <a:moveTo>
                    <a:pt x="31367" y="966603"/>
                  </a:moveTo>
                  <a:lnTo>
                    <a:pt x="73080" y="907356"/>
                  </a:lnTo>
                  <a:lnTo>
                    <a:pt x="57270" y="930499"/>
                  </a:lnTo>
                  <a:close/>
                  <a:moveTo>
                    <a:pt x="73080" y="907356"/>
                  </a:moveTo>
                  <a:lnTo>
                    <a:pt x="103505" y="892062"/>
                  </a:lnTo>
                  <a:lnTo>
                    <a:pt x="57270" y="930499"/>
                  </a:lnTo>
                  <a:close/>
                  <a:moveTo>
                    <a:pt x="313868" y="1114441"/>
                  </a:moveTo>
                  <a:lnTo>
                    <a:pt x="334083" y="1056493"/>
                  </a:lnTo>
                  <a:lnTo>
                    <a:pt x="265686" y="1053520"/>
                  </a:lnTo>
                  <a:close/>
                  <a:moveTo>
                    <a:pt x="73080" y="907356"/>
                  </a:moveTo>
                  <a:lnTo>
                    <a:pt x="124795" y="885510"/>
                  </a:lnTo>
                  <a:lnTo>
                    <a:pt x="103505" y="892062"/>
                  </a:lnTo>
                  <a:close/>
                  <a:moveTo>
                    <a:pt x="133896" y="853626"/>
                  </a:moveTo>
                  <a:lnTo>
                    <a:pt x="173580" y="789248"/>
                  </a:lnTo>
                  <a:lnTo>
                    <a:pt x="110757" y="809847"/>
                  </a:lnTo>
                  <a:close/>
                  <a:moveTo>
                    <a:pt x="103505" y="892062"/>
                  </a:moveTo>
                  <a:lnTo>
                    <a:pt x="133896" y="853626"/>
                  </a:lnTo>
                  <a:lnTo>
                    <a:pt x="110757" y="809847"/>
                  </a:lnTo>
                  <a:close/>
                  <a:moveTo>
                    <a:pt x="591170" y="1023398"/>
                  </a:moveTo>
                  <a:lnTo>
                    <a:pt x="526454" y="962704"/>
                  </a:lnTo>
                  <a:lnTo>
                    <a:pt x="553562" y="979620"/>
                  </a:lnTo>
                  <a:close/>
                  <a:moveTo>
                    <a:pt x="591170" y="1023398"/>
                  </a:moveTo>
                  <a:lnTo>
                    <a:pt x="553562" y="979620"/>
                  </a:lnTo>
                  <a:lnTo>
                    <a:pt x="548162" y="1061834"/>
                  </a:lnTo>
                  <a:close/>
                  <a:moveTo>
                    <a:pt x="1167624" y="1313822"/>
                  </a:moveTo>
                  <a:lnTo>
                    <a:pt x="1112163" y="1352258"/>
                  </a:lnTo>
                  <a:lnTo>
                    <a:pt x="1201932" y="1396037"/>
                  </a:lnTo>
                  <a:close/>
                  <a:moveTo>
                    <a:pt x="542716" y="656101"/>
                  </a:moveTo>
                  <a:lnTo>
                    <a:pt x="496348" y="686903"/>
                  </a:lnTo>
                  <a:lnTo>
                    <a:pt x="535958" y="662542"/>
                  </a:lnTo>
                  <a:close/>
                  <a:moveTo>
                    <a:pt x="496348" y="686903"/>
                  </a:moveTo>
                  <a:lnTo>
                    <a:pt x="452168" y="662229"/>
                  </a:lnTo>
                  <a:lnTo>
                    <a:pt x="535958" y="662542"/>
                  </a:lnTo>
                  <a:close/>
                  <a:moveTo>
                    <a:pt x="484089" y="683816"/>
                  </a:moveTo>
                  <a:lnTo>
                    <a:pt x="496348" y="686903"/>
                  </a:lnTo>
                  <a:lnTo>
                    <a:pt x="483409" y="612323"/>
                  </a:lnTo>
                  <a:close/>
                  <a:moveTo>
                    <a:pt x="483409" y="612323"/>
                  </a:moveTo>
                  <a:lnTo>
                    <a:pt x="496348" y="686903"/>
                  </a:lnTo>
                  <a:lnTo>
                    <a:pt x="542716" y="656101"/>
                  </a:lnTo>
                  <a:close/>
                  <a:moveTo>
                    <a:pt x="1430640" y="1499687"/>
                  </a:moveTo>
                  <a:lnTo>
                    <a:pt x="1474695" y="1522030"/>
                  </a:lnTo>
                  <a:lnTo>
                    <a:pt x="1492684" y="1523242"/>
                  </a:lnTo>
                  <a:close/>
                  <a:moveTo>
                    <a:pt x="1167624" y="1313822"/>
                  </a:moveTo>
                  <a:lnTo>
                    <a:pt x="1201932" y="1396037"/>
                  </a:lnTo>
                  <a:lnTo>
                    <a:pt x="1238575" y="1357600"/>
                  </a:lnTo>
                  <a:close/>
                  <a:moveTo>
                    <a:pt x="1167624" y="1313822"/>
                  </a:moveTo>
                  <a:lnTo>
                    <a:pt x="1238575" y="1357600"/>
                  </a:lnTo>
                  <a:lnTo>
                    <a:pt x="1227628" y="1275385"/>
                  </a:lnTo>
                  <a:close/>
                  <a:moveTo>
                    <a:pt x="1167624" y="1313822"/>
                  </a:moveTo>
                  <a:lnTo>
                    <a:pt x="1227628" y="1275385"/>
                  </a:lnTo>
                  <a:lnTo>
                    <a:pt x="1165752" y="1231607"/>
                  </a:lnTo>
                  <a:close/>
                  <a:moveTo>
                    <a:pt x="925736" y="864310"/>
                  </a:moveTo>
                  <a:lnTo>
                    <a:pt x="896720" y="896739"/>
                  </a:lnTo>
                  <a:lnTo>
                    <a:pt x="906752" y="895897"/>
                  </a:lnTo>
                  <a:close/>
                  <a:moveTo>
                    <a:pt x="638213" y="632161"/>
                  </a:moveTo>
                  <a:lnTo>
                    <a:pt x="721363" y="583221"/>
                  </a:lnTo>
                  <a:lnTo>
                    <a:pt x="667404" y="568930"/>
                  </a:lnTo>
                  <a:close/>
                  <a:moveTo>
                    <a:pt x="638213" y="632161"/>
                  </a:moveTo>
                  <a:lnTo>
                    <a:pt x="667404" y="568930"/>
                  </a:lnTo>
                  <a:lnTo>
                    <a:pt x="588998" y="572080"/>
                  </a:lnTo>
                  <a:close/>
                  <a:moveTo>
                    <a:pt x="925736" y="864310"/>
                  </a:moveTo>
                  <a:lnTo>
                    <a:pt x="906752" y="895897"/>
                  </a:lnTo>
                  <a:lnTo>
                    <a:pt x="960103" y="918517"/>
                  </a:lnTo>
                  <a:close/>
                  <a:moveTo>
                    <a:pt x="875745" y="782095"/>
                  </a:moveTo>
                  <a:lnTo>
                    <a:pt x="977714" y="769160"/>
                  </a:lnTo>
                  <a:lnTo>
                    <a:pt x="961174" y="751560"/>
                  </a:lnTo>
                  <a:close/>
                  <a:moveTo>
                    <a:pt x="972726" y="825874"/>
                  </a:moveTo>
                  <a:lnTo>
                    <a:pt x="977714" y="769160"/>
                  </a:lnTo>
                  <a:lnTo>
                    <a:pt x="875745" y="782095"/>
                  </a:lnTo>
                  <a:close/>
                  <a:moveTo>
                    <a:pt x="925736" y="864310"/>
                  </a:moveTo>
                  <a:lnTo>
                    <a:pt x="972726" y="825874"/>
                  </a:lnTo>
                  <a:lnTo>
                    <a:pt x="875745" y="782095"/>
                  </a:lnTo>
                  <a:close/>
                  <a:moveTo>
                    <a:pt x="778426" y="678855"/>
                  </a:moveTo>
                  <a:lnTo>
                    <a:pt x="874194" y="660770"/>
                  </a:lnTo>
                  <a:lnTo>
                    <a:pt x="837650" y="591206"/>
                  </a:lnTo>
                  <a:close/>
                  <a:moveTo>
                    <a:pt x="874194" y="660770"/>
                  </a:moveTo>
                  <a:lnTo>
                    <a:pt x="875296" y="661443"/>
                  </a:lnTo>
                  <a:lnTo>
                    <a:pt x="837650" y="591206"/>
                  </a:lnTo>
                  <a:close/>
                  <a:moveTo>
                    <a:pt x="746907" y="604387"/>
                  </a:moveTo>
                  <a:lnTo>
                    <a:pt x="792424" y="570250"/>
                  </a:lnTo>
                  <a:lnTo>
                    <a:pt x="721363" y="583221"/>
                  </a:lnTo>
                  <a:close/>
                  <a:moveTo>
                    <a:pt x="746907" y="604387"/>
                  </a:moveTo>
                  <a:lnTo>
                    <a:pt x="837650" y="591206"/>
                  </a:lnTo>
                  <a:lnTo>
                    <a:pt x="792424" y="570250"/>
                  </a:lnTo>
                  <a:close/>
                  <a:moveTo>
                    <a:pt x="1504768" y="1313234"/>
                  </a:moveTo>
                  <a:lnTo>
                    <a:pt x="1561465" y="1280728"/>
                  </a:lnTo>
                  <a:lnTo>
                    <a:pt x="1538984" y="1259162"/>
                  </a:lnTo>
                  <a:close/>
                  <a:moveTo>
                    <a:pt x="1507959" y="1280728"/>
                  </a:moveTo>
                  <a:lnTo>
                    <a:pt x="1504768" y="1313234"/>
                  </a:lnTo>
                  <a:lnTo>
                    <a:pt x="1538984" y="1259162"/>
                  </a:lnTo>
                  <a:close/>
                  <a:moveTo>
                    <a:pt x="1504768" y="1313234"/>
                  </a:moveTo>
                  <a:lnTo>
                    <a:pt x="1550795" y="1303324"/>
                  </a:lnTo>
                  <a:lnTo>
                    <a:pt x="1561465" y="1280728"/>
                  </a:lnTo>
                  <a:close/>
                  <a:moveTo>
                    <a:pt x="1083931" y="672427"/>
                  </a:moveTo>
                  <a:lnTo>
                    <a:pt x="983198" y="743658"/>
                  </a:lnTo>
                  <a:lnTo>
                    <a:pt x="1051004" y="705222"/>
                  </a:lnTo>
                  <a:close/>
                  <a:moveTo>
                    <a:pt x="1083931" y="672427"/>
                  </a:moveTo>
                  <a:lnTo>
                    <a:pt x="1034803" y="703948"/>
                  </a:lnTo>
                  <a:lnTo>
                    <a:pt x="983198" y="743658"/>
                  </a:lnTo>
                  <a:close/>
                  <a:moveTo>
                    <a:pt x="1639145" y="1164487"/>
                  </a:moveTo>
                  <a:lnTo>
                    <a:pt x="1658299" y="1211400"/>
                  </a:lnTo>
                  <a:lnTo>
                    <a:pt x="1705476" y="1271246"/>
                  </a:lnTo>
                  <a:close/>
                  <a:moveTo>
                    <a:pt x="1639145" y="1164487"/>
                  </a:moveTo>
                  <a:lnTo>
                    <a:pt x="1633779" y="1119726"/>
                  </a:lnTo>
                  <a:lnTo>
                    <a:pt x="1555995" y="1107561"/>
                  </a:lnTo>
                  <a:close/>
                  <a:moveTo>
                    <a:pt x="1639145" y="1164487"/>
                  </a:moveTo>
                  <a:lnTo>
                    <a:pt x="1673401" y="1160076"/>
                  </a:lnTo>
                  <a:lnTo>
                    <a:pt x="1633779" y="1119726"/>
                  </a:lnTo>
                  <a:close/>
                  <a:moveTo>
                    <a:pt x="1673401" y="1160076"/>
                  </a:moveTo>
                  <a:lnTo>
                    <a:pt x="1745202" y="1042455"/>
                  </a:lnTo>
                  <a:lnTo>
                    <a:pt x="1630191" y="1071675"/>
                  </a:lnTo>
                  <a:close/>
                  <a:moveTo>
                    <a:pt x="1630191" y="1071675"/>
                  </a:moveTo>
                  <a:lnTo>
                    <a:pt x="1745202" y="1042455"/>
                  </a:lnTo>
                  <a:lnTo>
                    <a:pt x="1742492" y="1040968"/>
                  </a:lnTo>
                  <a:close/>
                  <a:moveTo>
                    <a:pt x="1673401" y="1160076"/>
                  </a:moveTo>
                  <a:lnTo>
                    <a:pt x="1630191" y="1071675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555995" y="1107561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742492" y="1040968"/>
                  </a:lnTo>
                  <a:lnTo>
                    <a:pt x="1715713" y="962647"/>
                  </a:lnTo>
                  <a:close/>
                  <a:moveTo>
                    <a:pt x="1677232" y="589913"/>
                  </a:moveTo>
                  <a:lnTo>
                    <a:pt x="1627135" y="664479"/>
                  </a:lnTo>
                  <a:lnTo>
                    <a:pt x="1729842" y="554624"/>
                  </a:lnTo>
                  <a:close/>
                  <a:moveTo>
                    <a:pt x="1729842" y="554624"/>
                  </a:moveTo>
                  <a:lnTo>
                    <a:pt x="1627135" y="664479"/>
                  </a:lnTo>
                  <a:lnTo>
                    <a:pt x="1700116" y="633691"/>
                  </a:lnTo>
                  <a:close/>
                  <a:moveTo>
                    <a:pt x="1815691" y="381739"/>
                  </a:moveTo>
                  <a:lnTo>
                    <a:pt x="1872593" y="379284"/>
                  </a:lnTo>
                  <a:lnTo>
                    <a:pt x="1877025" y="348609"/>
                  </a:lnTo>
                  <a:close/>
                  <a:moveTo>
                    <a:pt x="1872593" y="379284"/>
                  </a:moveTo>
                  <a:lnTo>
                    <a:pt x="1879672" y="310173"/>
                  </a:lnTo>
                  <a:lnTo>
                    <a:pt x="1877025" y="348609"/>
                  </a:lnTo>
                  <a:close/>
                  <a:moveTo>
                    <a:pt x="2118667" y="32937"/>
                  </a:moveTo>
                  <a:lnTo>
                    <a:pt x="2049376" y="52525"/>
                  </a:lnTo>
                  <a:lnTo>
                    <a:pt x="2167416" y="0"/>
                  </a:lnTo>
                  <a:close/>
                  <a:moveTo>
                    <a:pt x="2230751" y="85653"/>
                  </a:moveTo>
                  <a:lnTo>
                    <a:pt x="2313449" y="79013"/>
                  </a:lnTo>
                  <a:lnTo>
                    <a:pt x="2280189" y="5960"/>
                  </a:lnTo>
                  <a:close/>
                  <a:moveTo>
                    <a:pt x="2313449" y="79013"/>
                  </a:moveTo>
                  <a:lnTo>
                    <a:pt x="2360589" y="1189"/>
                  </a:lnTo>
                  <a:lnTo>
                    <a:pt x="2280189" y="596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47" name="Candidate_density__2146">
              <a:extLst>
                <a:ext uri="{FF2B5EF4-FFF2-40B4-BE49-F238E27FC236}">
                  <a16:creationId xmlns:a16="http://schemas.microsoft.com/office/drawing/2014/main" id="{8EB16CC2-458A-4FAA-3B6C-677A7F333B28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36978"/>
              <a:ext cx="2359337" cy="1295516"/>
            </a:xfrm>
            <a:custGeom>
              <a:avLst/>
              <a:gdLst/>
              <a:ahLst/>
              <a:cxnLst/>
              <a:rect l="0" t="0" r="0" b="0"/>
              <a:pathLst>
                <a:path w="2359337" h="1295516">
                  <a:moveTo>
                    <a:pt x="366666" y="1272907"/>
                  </a:moveTo>
                  <a:lnTo>
                    <a:pt x="363200" y="1237645"/>
                  </a:lnTo>
                  <a:lnTo>
                    <a:pt x="362226" y="1274078"/>
                  </a:lnTo>
                  <a:close/>
                  <a:moveTo>
                    <a:pt x="74662" y="819696"/>
                  </a:moveTo>
                  <a:lnTo>
                    <a:pt x="0" y="819206"/>
                  </a:lnTo>
                  <a:lnTo>
                    <a:pt x="20060" y="830752"/>
                  </a:lnTo>
                  <a:close/>
                  <a:moveTo>
                    <a:pt x="491135" y="1262191"/>
                  </a:moveTo>
                  <a:lnTo>
                    <a:pt x="415369" y="1257570"/>
                  </a:lnTo>
                  <a:lnTo>
                    <a:pt x="366666" y="1272907"/>
                  </a:lnTo>
                  <a:close/>
                  <a:moveTo>
                    <a:pt x="509544" y="1217342"/>
                  </a:moveTo>
                  <a:lnTo>
                    <a:pt x="415369" y="1257570"/>
                  </a:lnTo>
                  <a:lnTo>
                    <a:pt x="491135" y="1262191"/>
                  </a:lnTo>
                  <a:close/>
                  <a:moveTo>
                    <a:pt x="509544" y="1217342"/>
                  </a:moveTo>
                  <a:lnTo>
                    <a:pt x="491135" y="1262191"/>
                  </a:lnTo>
                  <a:lnTo>
                    <a:pt x="535572" y="1237645"/>
                  </a:lnTo>
                  <a:close/>
                  <a:moveTo>
                    <a:pt x="509544" y="1217342"/>
                  </a:moveTo>
                  <a:lnTo>
                    <a:pt x="535572" y="1237645"/>
                  </a:lnTo>
                  <a:lnTo>
                    <a:pt x="525718" y="1176289"/>
                  </a:lnTo>
                  <a:close/>
                  <a:moveTo>
                    <a:pt x="525718" y="1176289"/>
                  </a:moveTo>
                  <a:lnTo>
                    <a:pt x="553991" y="1218540"/>
                  </a:lnTo>
                  <a:lnTo>
                    <a:pt x="595540" y="1158681"/>
                  </a:lnTo>
                  <a:close/>
                  <a:moveTo>
                    <a:pt x="767347" y="928752"/>
                  </a:moveTo>
                  <a:lnTo>
                    <a:pt x="815942" y="949837"/>
                  </a:lnTo>
                  <a:lnTo>
                    <a:pt x="772396" y="895654"/>
                  </a:lnTo>
                  <a:close/>
                  <a:moveTo>
                    <a:pt x="731801" y="743877"/>
                  </a:moveTo>
                  <a:lnTo>
                    <a:pt x="723019" y="764607"/>
                  </a:lnTo>
                  <a:lnTo>
                    <a:pt x="756807" y="672824"/>
                  </a:lnTo>
                  <a:close/>
                  <a:moveTo>
                    <a:pt x="1187719" y="1229734"/>
                  </a:moveTo>
                  <a:lnTo>
                    <a:pt x="1304454" y="1295516"/>
                  </a:lnTo>
                  <a:lnTo>
                    <a:pt x="1291795" y="1292108"/>
                  </a:lnTo>
                  <a:close/>
                  <a:moveTo>
                    <a:pt x="728395" y="755039"/>
                  </a:moveTo>
                  <a:lnTo>
                    <a:pt x="733481" y="656008"/>
                  </a:lnTo>
                  <a:lnTo>
                    <a:pt x="711188" y="634387"/>
                  </a:lnTo>
                  <a:close/>
                  <a:moveTo>
                    <a:pt x="733481" y="656008"/>
                  </a:moveTo>
                  <a:lnTo>
                    <a:pt x="731801" y="743877"/>
                  </a:lnTo>
                  <a:lnTo>
                    <a:pt x="756807" y="672824"/>
                  </a:lnTo>
                  <a:close/>
                  <a:moveTo>
                    <a:pt x="656396" y="557993"/>
                  </a:moveTo>
                  <a:lnTo>
                    <a:pt x="711188" y="634387"/>
                  </a:lnTo>
                  <a:lnTo>
                    <a:pt x="733481" y="656008"/>
                  </a:lnTo>
                  <a:close/>
                  <a:moveTo>
                    <a:pt x="656396" y="557993"/>
                  </a:moveTo>
                  <a:lnTo>
                    <a:pt x="733481" y="656008"/>
                  </a:lnTo>
                  <a:lnTo>
                    <a:pt x="690845" y="590579"/>
                  </a:lnTo>
                  <a:close/>
                  <a:moveTo>
                    <a:pt x="706322" y="477904"/>
                  </a:moveTo>
                  <a:lnTo>
                    <a:pt x="656396" y="557993"/>
                  </a:lnTo>
                  <a:lnTo>
                    <a:pt x="690845" y="590579"/>
                  </a:lnTo>
                  <a:close/>
                  <a:moveTo>
                    <a:pt x="1094232" y="963248"/>
                  </a:moveTo>
                  <a:lnTo>
                    <a:pt x="1110744" y="992038"/>
                  </a:lnTo>
                  <a:lnTo>
                    <a:pt x="1161980" y="1022409"/>
                  </a:lnTo>
                  <a:close/>
                  <a:moveTo>
                    <a:pt x="1349094" y="1228137"/>
                  </a:moveTo>
                  <a:lnTo>
                    <a:pt x="1379424" y="1195066"/>
                  </a:lnTo>
                  <a:lnTo>
                    <a:pt x="1367074" y="1171456"/>
                  </a:lnTo>
                  <a:close/>
                  <a:moveTo>
                    <a:pt x="906773" y="513736"/>
                  </a:moveTo>
                  <a:lnTo>
                    <a:pt x="891183" y="567259"/>
                  </a:lnTo>
                  <a:lnTo>
                    <a:pt x="937088" y="523690"/>
                  </a:lnTo>
                  <a:close/>
                  <a:moveTo>
                    <a:pt x="1523469" y="1107579"/>
                  </a:moveTo>
                  <a:lnTo>
                    <a:pt x="1434974" y="1055371"/>
                  </a:lnTo>
                  <a:lnTo>
                    <a:pt x="1466065" y="1108159"/>
                  </a:lnTo>
                  <a:close/>
                  <a:moveTo>
                    <a:pt x="1603249" y="1034193"/>
                  </a:moveTo>
                  <a:lnTo>
                    <a:pt x="1587640" y="1012369"/>
                  </a:lnTo>
                  <a:lnTo>
                    <a:pt x="1586417" y="1064275"/>
                  </a:lnTo>
                  <a:close/>
                  <a:moveTo>
                    <a:pt x="1587640" y="1012369"/>
                  </a:moveTo>
                  <a:lnTo>
                    <a:pt x="1603249" y="1034193"/>
                  </a:lnTo>
                  <a:lnTo>
                    <a:pt x="1615229" y="956796"/>
                  </a:lnTo>
                  <a:close/>
                  <a:moveTo>
                    <a:pt x="1597776" y="838457"/>
                  </a:moveTo>
                  <a:lnTo>
                    <a:pt x="1559353" y="909195"/>
                  </a:lnTo>
                  <a:lnTo>
                    <a:pt x="1637130" y="906555"/>
                  </a:lnTo>
                  <a:close/>
                  <a:moveTo>
                    <a:pt x="1654429" y="792399"/>
                  </a:moveTo>
                  <a:lnTo>
                    <a:pt x="1565702" y="727287"/>
                  </a:lnTo>
                  <a:lnTo>
                    <a:pt x="1618804" y="754960"/>
                  </a:lnTo>
                  <a:close/>
                  <a:moveTo>
                    <a:pt x="1609633" y="505466"/>
                  </a:moveTo>
                  <a:lnTo>
                    <a:pt x="1608014" y="529858"/>
                  </a:lnTo>
                  <a:lnTo>
                    <a:pt x="1648242" y="442205"/>
                  </a:lnTo>
                  <a:close/>
                  <a:moveTo>
                    <a:pt x="1639515" y="504248"/>
                  </a:moveTo>
                  <a:lnTo>
                    <a:pt x="1613047" y="485984"/>
                  </a:lnTo>
                  <a:lnTo>
                    <a:pt x="1609633" y="505466"/>
                  </a:lnTo>
                  <a:close/>
                  <a:moveTo>
                    <a:pt x="1958428" y="327975"/>
                  </a:moveTo>
                  <a:lnTo>
                    <a:pt x="1884403" y="329867"/>
                  </a:lnTo>
                  <a:lnTo>
                    <a:pt x="1875618" y="333392"/>
                  </a:lnTo>
                  <a:close/>
                  <a:moveTo>
                    <a:pt x="1934187" y="41814"/>
                  </a:moveTo>
                  <a:lnTo>
                    <a:pt x="1936011" y="44609"/>
                  </a:lnTo>
                  <a:lnTo>
                    <a:pt x="1938384" y="37832"/>
                  </a:lnTo>
                  <a:close/>
                  <a:moveTo>
                    <a:pt x="1941022" y="47693"/>
                  </a:moveTo>
                  <a:lnTo>
                    <a:pt x="1936011" y="44609"/>
                  </a:lnTo>
                  <a:lnTo>
                    <a:pt x="1934187" y="41814"/>
                  </a:lnTo>
                  <a:close/>
                  <a:moveTo>
                    <a:pt x="1997662" y="3377"/>
                  </a:moveTo>
                  <a:lnTo>
                    <a:pt x="2029898" y="28872"/>
                  </a:lnTo>
                  <a:lnTo>
                    <a:pt x="1988585" y="10321"/>
                  </a:lnTo>
                  <a:close/>
                  <a:moveTo>
                    <a:pt x="1934187" y="41814"/>
                  </a:moveTo>
                  <a:lnTo>
                    <a:pt x="1938384" y="37832"/>
                  </a:lnTo>
                  <a:lnTo>
                    <a:pt x="1985825" y="0"/>
                  </a:lnTo>
                  <a:close/>
                  <a:moveTo>
                    <a:pt x="1997662" y="3377"/>
                  </a:moveTo>
                  <a:lnTo>
                    <a:pt x="1985825" y="0"/>
                  </a:lnTo>
                  <a:lnTo>
                    <a:pt x="2029898" y="28872"/>
                  </a:lnTo>
                  <a:close/>
                  <a:moveTo>
                    <a:pt x="2296976" y="250023"/>
                  </a:moveTo>
                  <a:lnTo>
                    <a:pt x="2303005" y="134709"/>
                  </a:lnTo>
                  <a:lnTo>
                    <a:pt x="2289224" y="239506"/>
                  </a:lnTo>
                  <a:close/>
                  <a:moveTo>
                    <a:pt x="2306738" y="129371"/>
                  </a:moveTo>
                  <a:lnTo>
                    <a:pt x="2303005" y="134709"/>
                  </a:lnTo>
                  <a:lnTo>
                    <a:pt x="2296976" y="250023"/>
                  </a:lnTo>
                  <a:close/>
                  <a:moveTo>
                    <a:pt x="2326539" y="167807"/>
                  </a:moveTo>
                  <a:lnTo>
                    <a:pt x="2306738" y="129371"/>
                  </a:lnTo>
                  <a:lnTo>
                    <a:pt x="2296976" y="250023"/>
                  </a:lnTo>
                  <a:close/>
                  <a:moveTo>
                    <a:pt x="2306738" y="129371"/>
                  </a:moveTo>
                  <a:lnTo>
                    <a:pt x="2326539" y="167807"/>
                  </a:lnTo>
                  <a:lnTo>
                    <a:pt x="2356483" y="55997"/>
                  </a:lnTo>
                  <a:close/>
                  <a:moveTo>
                    <a:pt x="2359337" y="42913"/>
                  </a:moveTo>
                  <a:lnTo>
                    <a:pt x="2306738" y="129371"/>
                  </a:lnTo>
                  <a:lnTo>
                    <a:pt x="2356483" y="5599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48" name="Candidate_density__2147">
              <a:extLst>
                <a:ext uri="{FF2B5EF4-FFF2-40B4-BE49-F238E27FC236}">
                  <a16:creationId xmlns:a16="http://schemas.microsoft.com/office/drawing/2014/main" id="{EB2031DC-D508-4619-1B39-167EE5F1C2BF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476483"/>
              <a:ext cx="2276915" cy="1059234"/>
            </a:xfrm>
            <a:custGeom>
              <a:avLst/>
              <a:gdLst/>
              <a:ahLst/>
              <a:cxnLst/>
              <a:rect l="0" t="0" r="0" b="0"/>
              <a:pathLst>
                <a:path w="2276915" h="1059234">
                  <a:moveTo>
                    <a:pt x="54601" y="580190"/>
                  </a:moveTo>
                  <a:lnTo>
                    <a:pt x="0" y="591246"/>
                  </a:lnTo>
                  <a:lnTo>
                    <a:pt x="126845" y="571639"/>
                  </a:lnTo>
                  <a:close/>
                  <a:moveTo>
                    <a:pt x="54601" y="580190"/>
                  </a:moveTo>
                  <a:lnTo>
                    <a:pt x="126845" y="571639"/>
                  </a:lnTo>
                  <a:lnTo>
                    <a:pt x="73873" y="572891"/>
                  </a:lnTo>
                  <a:close/>
                  <a:moveTo>
                    <a:pt x="1297607" y="1052602"/>
                  </a:moveTo>
                  <a:lnTo>
                    <a:pt x="1284393" y="1056010"/>
                  </a:lnTo>
                  <a:lnTo>
                    <a:pt x="1348476" y="997867"/>
                  </a:lnTo>
                  <a:close/>
                  <a:moveTo>
                    <a:pt x="1271734" y="1052602"/>
                  </a:moveTo>
                  <a:lnTo>
                    <a:pt x="1284393" y="1056010"/>
                  </a:lnTo>
                  <a:lnTo>
                    <a:pt x="1290358" y="1059234"/>
                  </a:lnTo>
                  <a:close/>
                  <a:moveTo>
                    <a:pt x="1297607" y="1052602"/>
                  </a:moveTo>
                  <a:lnTo>
                    <a:pt x="1290358" y="1059234"/>
                  </a:lnTo>
                  <a:lnTo>
                    <a:pt x="1284393" y="1056010"/>
                  </a:lnTo>
                  <a:close/>
                  <a:moveTo>
                    <a:pt x="1271734" y="1052602"/>
                  </a:moveTo>
                  <a:lnTo>
                    <a:pt x="1290358" y="1059234"/>
                  </a:lnTo>
                  <a:lnTo>
                    <a:pt x="1303867" y="1040178"/>
                  </a:lnTo>
                  <a:close/>
                  <a:moveTo>
                    <a:pt x="1303867" y="1040178"/>
                  </a:moveTo>
                  <a:lnTo>
                    <a:pt x="1290358" y="1059234"/>
                  </a:lnTo>
                  <a:lnTo>
                    <a:pt x="1297607" y="1052602"/>
                  </a:lnTo>
                  <a:close/>
                  <a:moveTo>
                    <a:pt x="1329033" y="988632"/>
                  </a:moveTo>
                  <a:lnTo>
                    <a:pt x="1348476" y="997867"/>
                  </a:lnTo>
                  <a:lnTo>
                    <a:pt x="1359364" y="955560"/>
                  </a:lnTo>
                  <a:close/>
                  <a:moveTo>
                    <a:pt x="1303867" y="1040178"/>
                  </a:moveTo>
                  <a:lnTo>
                    <a:pt x="1348476" y="997867"/>
                  </a:lnTo>
                  <a:lnTo>
                    <a:pt x="1329033" y="988632"/>
                  </a:lnTo>
                  <a:close/>
                  <a:moveTo>
                    <a:pt x="1297607" y="1052602"/>
                  </a:moveTo>
                  <a:lnTo>
                    <a:pt x="1348476" y="997867"/>
                  </a:lnTo>
                  <a:lnTo>
                    <a:pt x="1303867" y="1040178"/>
                  </a:lnTo>
                  <a:close/>
                  <a:moveTo>
                    <a:pt x="1359364" y="955560"/>
                  </a:moveTo>
                  <a:lnTo>
                    <a:pt x="1348476" y="997867"/>
                  </a:lnTo>
                  <a:lnTo>
                    <a:pt x="1364142" y="970387"/>
                  </a:lnTo>
                  <a:close/>
                  <a:moveTo>
                    <a:pt x="1503408" y="868073"/>
                  </a:moveTo>
                  <a:lnTo>
                    <a:pt x="1446005" y="868654"/>
                  </a:lnTo>
                  <a:lnTo>
                    <a:pt x="1566357" y="824770"/>
                  </a:lnTo>
                  <a:close/>
                  <a:moveTo>
                    <a:pt x="1567579" y="772863"/>
                  </a:moveTo>
                  <a:lnTo>
                    <a:pt x="1549718" y="861399"/>
                  </a:lnTo>
                  <a:lnTo>
                    <a:pt x="1566357" y="824770"/>
                  </a:lnTo>
                  <a:close/>
                  <a:moveTo>
                    <a:pt x="1583188" y="794687"/>
                  </a:moveTo>
                  <a:lnTo>
                    <a:pt x="1566357" y="824770"/>
                  </a:lnTo>
                  <a:lnTo>
                    <a:pt x="1577250" y="811299"/>
                  </a:lnTo>
                  <a:close/>
                  <a:moveTo>
                    <a:pt x="1577250" y="811299"/>
                  </a:moveTo>
                  <a:lnTo>
                    <a:pt x="1595169" y="717290"/>
                  </a:lnTo>
                  <a:lnTo>
                    <a:pt x="1583188" y="794687"/>
                  </a:lnTo>
                  <a:close/>
                  <a:moveTo>
                    <a:pt x="1662096" y="487781"/>
                  </a:moveTo>
                  <a:lnTo>
                    <a:pt x="1598744" y="515454"/>
                  </a:lnTo>
                  <a:lnTo>
                    <a:pt x="1590763" y="608433"/>
                  </a:lnTo>
                  <a:close/>
                  <a:moveTo>
                    <a:pt x="1628182" y="202699"/>
                  </a:moveTo>
                  <a:lnTo>
                    <a:pt x="1619455" y="264742"/>
                  </a:lnTo>
                  <a:lnTo>
                    <a:pt x="1589572" y="265960"/>
                  </a:lnTo>
                  <a:close/>
                  <a:moveTo>
                    <a:pt x="1855558" y="93886"/>
                  </a:moveTo>
                  <a:lnTo>
                    <a:pt x="1850577" y="87390"/>
                  </a:lnTo>
                  <a:lnTo>
                    <a:pt x="1814571" y="119476"/>
                  </a:lnTo>
                  <a:close/>
                  <a:moveTo>
                    <a:pt x="1779189" y="95381"/>
                  </a:moveTo>
                  <a:lnTo>
                    <a:pt x="1800336" y="125826"/>
                  </a:lnTo>
                  <a:lnTo>
                    <a:pt x="1814571" y="119476"/>
                  </a:lnTo>
                  <a:close/>
                  <a:moveTo>
                    <a:pt x="1814571" y="119476"/>
                  </a:moveTo>
                  <a:lnTo>
                    <a:pt x="1887538" y="113625"/>
                  </a:lnTo>
                  <a:lnTo>
                    <a:pt x="1855558" y="93886"/>
                  </a:lnTo>
                  <a:close/>
                  <a:moveTo>
                    <a:pt x="1887538" y="113625"/>
                  </a:moveTo>
                  <a:lnTo>
                    <a:pt x="1935893" y="89168"/>
                  </a:lnTo>
                  <a:lnTo>
                    <a:pt x="1855558" y="93886"/>
                  </a:lnTo>
                  <a:close/>
                  <a:moveTo>
                    <a:pt x="1944675" y="87390"/>
                  </a:moveTo>
                  <a:lnTo>
                    <a:pt x="1935893" y="89168"/>
                  </a:lnTo>
                  <a:lnTo>
                    <a:pt x="2010866" y="80871"/>
                  </a:lnTo>
                  <a:close/>
                  <a:moveTo>
                    <a:pt x="1938368" y="88469"/>
                  </a:moveTo>
                  <a:lnTo>
                    <a:pt x="1855558" y="93886"/>
                  </a:lnTo>
                  <a:lnTo>
                    <a:pt x="1935893" y="89168"/>
                  </a:lnTo>
                  <a:close/>
                  <a:moveTo>
                    <a:pt x="1944675" y="87390"/>
                  </a:moveTo>
                  <a:lnTo>
                    <a:pt x="1938368" y="88469"/>
                  </a:lnTo>
                  <a:lnTo>
                    <a:pt x="1935893" y="89168"/>
                  </a:lnTo>
                  <a:close/>
                  <a:moveTo>
                    <a:pt x="2074033" y="101841"/>
                  </a:moveTo>
                  <a:lnTo>
                    <a:pt x="1944675" y="87390"/>
                  </a:lnTo>
                  <a:lnTo>
                    <a:pt x="2016869" y="83926"/>
                  </a:lnTo>
                  <a:close/>
                  <a:moveTo>
                    <a:pt x="1938368" y="88469"/>
                  </a:moveTo>
                  <a:lnTo>
                    <a:pt x="1944675" y="87390"/>
                  </a:lnTo>
                  <a:lnTo>
                    <a:pt x="2074033" y="101841"/>
                  </a:lnTo>
                  <a:close/>
                  <a:moveTo>
                    <a:pt x="2074033" y="101841"/>
                  </a:moveTo>
                  <a:lnTo>
                    <a:pt x="2143062" y="81268"/>
                  </a:lnTo>
                  <a:lnTo>
                    <a:pt x="2198211" y="72258"/>
                  </a:lnTo>
                  <a:close/>
                  <a:moveTo>
                    <a:pt x="2198211" y="72258"/>
                  </a:moveTo>
                  <a:lnTo>
                    <a:pt x="2143062" y="81268"/>
                  </a:lnTo>
                  <a:lnTo>
                    <a:pt x="2261224" y="29198"/>
                  </a:lnTo>
                  <a:close/>
                  <a:moveTo>
                    <a:pt x="2210169" y="48953"/>
                  </a:moveTo>
                  <a:lnTo>
                    <a:pt x="2276915" y="10517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198211" y="72258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261224" y="29198"/>
                  </a:lnTo>
                  <a:lnTo>
                    <a:pt x="2276915" y="1051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49" name="Candidate_density__2148">
              <a:extLst>
                <a:ext uri="{FF2B5EF4-FFF2-40B4-BE49-F238E27FC236}">
                  <a16:creationId xmlns:a16="http://schemas.microsoft.com/office/drawing/2014/main" id="{8C233DB1-746B-4E04-4F66-4C987BABA453}"/>
                </a:ext>
              </a:extLst>
            </p:cNvPr>
            <p:cNvSpPr>
              <a:spLocks noGrp="1"/>
            </p:cNvSpPr>
            <p:nvPr/>
          </p:nvSpPr>
          <p:spPr>
            <a:xfrm>
              <a:off x="3662437" y="1789649"/>
              <a:ext cx="2169432" cy="1139923"/>
            </a:xfrm>
            <a:custGeom>
              <a:avLst/>
              <a:gdLst/>
              <a:ahLst/>
              <a:cxnLst/>
              <a:rect l="0" t="0" r="0" b="0"/>
              <a:pathLst>
                <a:path w="2169432" h="1139923">
                  <a:moveTo>
                    <a:pt x="290054" y="1096055"/>
                  </a:moveTo>
                  <a:lnTo>
                    <a:pt x="223326" y="1071032"/>
                  </a:lnTo>
                  <a:lnTo>
                    <a:pt x="203111" y="1128980"/>
                  </a:lnTo>
                  <a:close/>
                  <a:moveTo>
                    <a:pt x="203111" y="1128980"/>
                  </a:moveTo>
                  <a:lnTo>
                    <a:pt x="276305" y="1114811"/>
                  </a:lnTo>
                  <a:lnTo>
                    <a:pt x="290054" y="1096055"/>
                  </a:lnTo>
                  <a:close/>
                  <a:moveTo>
                    <a:pt x="351923" y="1048715"/>
                  </a:moveTo>
                  <a:lnTo>
                    <a:pt x="225826" y="1071119"/>
                  </a:lnTo>
                  <a:lnTo>
                    <a:pt x="290054" y="1096055"/>
                  </a:lnTo>
                  <a:close/>
                  <a:moveTo>
                    <a:pt x="0" y="824386"/>
                  </a:moveTo>
                  <a:lnTo>
                    <a:pt x="62822" y="803788"/>
                  </a:lnTo>
                  <a:lnTo>
                    <a:pt x="28826" y="809710"/>
                  </a:lnTo>
                  <a:close/>
                  <a:moveTo>
                    <a:pt x="290054" y="1096055"/>
                  </a:moveTo>
                  <a:lnTo>
                    <a:pt x="276305" y="1114811"/>
                  </a:lnTo>
                  <a:lnTo>
                    <a:pt x="301484" y="1109596"/>
                  </a:lnTo>
                  <a:close/>
                  <a:moveTo>
                    <a:pt x="301484" y="1109596"/>
                  </a:moveTo>
                  <a:lnTo>
                    <a:pt x="351923" y="1048715"/>
                  </a:lnTo>
                  <a:lnTo>
                    <a:pt x="290054" y="1096055"/>
                  </a:lnTo>
                  <a:close/>
                  <a:moveTo>
                    <a:pt x="301484" y="1109596"/>
                  </a:moveTo>
                  <a:lnTo>
                    <a:pt x="406392" y="1084900"/>
                  </a:lnTo>
                  <a:lnTo>
                    <a:pt x="351923" y="1048715"/>
                  </a:lnTo>
                  <a:close/>
                  <a:moveTo>
                    <a:pt x="351923" y="1048715"/>
                  </a:moveTo>
                  <a:lnTo>
                    <a:pt x="406392" y="1084900"/>
                  </a:lnTo>
                  <a:lnTo>
                    <a:pt x="362949" y="1032595"/>
                  </a:lnTo>
                  <a:close/>
                  <a:moveTo>
                    <a:pt x="362949" y="1032595"/>
                  </a:moveTo>
                  <a:lnTo>
                    <a:pt x="406392" y="1084900"/>
                  </a:lnTo>
                  <a:lnTo>
                    <a:pt x="437405" y="1076374"/>
                  </a:lnTo>
                  <a:close/>
                  <a:moveTo>
                    <a:pt x="362949" y="1032595"/>
                  </a:moveTo>
                  <a:lnTo>
                    <a:pt x="437405" y="1076374"/>
                  </a:lnTo>
                  <a:lnTo>
                    <a:pt x="442805" y="994159"/>
                  </a:lnTo>
                  <a:close/>
                  <a:moveTo>
                    <a:pt x="406392" y="1084900"/>
                  </a:moveTo>
                  <a:lnTo>
                    <a:pt x="433876" y="1139923"/>
                  </a:lnTo>
                  <a:lnTo>
                    <a:pt x="437405" y="1076374"/>
                  </a:lnTo>
                  <a:close/>
                  <a:moveTo>
                    <a:pt x="372651" y="626862"/>
                  </a:moveTo>
                  <a:lnTo>
                    <a:pt x="431958" y="670640"/>
                  </a:lnTo>
                  <a:lnTo>
                    <a:pt x="470955" y="588425"/>
                  </a:lnTo>
                  <a:close/>
                  <a:moveTo>
                    <a:pt x="579177" y="632204"/>
                  </a:moveTo>
                  <a:lnTo>
                    <a:pt x="527456" y="646700"/>
                  </a:lnTo>
                  <a:lnTo>
                    <a:pt x="536487" y="739451"/>
                  </a:lnTo>
                  <a:close/>
                  <a:moveTo>
                    <a:pt x="470955" y="588425"/>
                  </a:moveTo>
                  <a:lnTo>
                    <a:pt x="527456" y="646700"/>
                  </a:lnTo>
                  <a:lnTo>
                    <a:pt x="478241" y="586619"/>
                  </a:lnTo>
                  <a:close/>
                  <a:moveTo>
                    <a:pt x="470955" y="588425"/>
                  </a:moveTo>
                  <a:lnTo>
                    <a:pt x="431958" y="670640"/>
                  </a:lnTo>
                  <a:lnTo>
                    <a:pt x="527456" y="646700"/>
                  </a:lnTo>
                  <a:close/>
                  <a:moveTo>
                    <a:pt x="579177" y="632204"/>
                  </a:moveTo>
                  <a:lnTo>
                    <a:pt x="610605" y="597761"/>
                  </a:lnTo>
                  <a:lnTo>
                    <a:pt x="527456" y="646700"/>
                  </a:lnTo>
                  <a:close/>
                  <a:moveTo>
                    <a:pt x="475058" y="584833"/>
                  </a:moveTo>
                  <a:lnTo>
                    <a:pt x="470955" y="588425"/>
                  </a:lnTo>
                  <a:lnTo>
                    <a:pt x="478241" y="586619"/>
                  </a:lnTo>
                  <a:close/>
                  <a:moveTo>
                    <a:pt x="872440" y="758198"/>
                  </a:moveTo>
                  <a:lnTo>
                    <a:pt x="924046" y="718488"/>
                  </a:lnTo>
                  <a:lnTo>
                    <a:pt x="850417" y="766100"/>
                  </a:lnTo>
                  <a:close/>
                  <a:moveTo>
                    <a:pt x="850417" y="766100"/>
                  </a:moveTo>
                  <a:lnTo>
                    <a:pt x="866957" y="783699"/>
                  </a:lnTo>
                  <a:lnTo>
                    <a:pt x="872440" y="758198"/>
                  </a:lnTo>
                  <a:close/>
                  <a:moveTo>
                    <a:pt x="579177" y="632204"/>
                  </a:moveTo>
                  <a:lnTo>
                    <a:pt x="667669" y="693395"/>
                  </a:lnTo>
                  <a:lnTo>
                    <a:pt x="636150" y="618926"/>
                  </a:lnTo>
                  <a:close/>
                  <a:moveTo>
                    <a:pt x="667669" y="693395"/>
                  </a:moveTo>
                  <a:lnTo>
                    <a:pt x="726893" y="605746"/>
                  </a:lnTo>
                  <a:lnTo>
                    <a:pt x="636150" y="618926"/>
                  </a:lnTo>
                  <a:close/>
                  <a:moveTo>
                    <a:pt x="610605" y="597761"/>
                  </a:moveTo>
                  <a:lnTo>
                    <a:pt x="579177" y="632204"/>
                  </a:lnTo>
                  <a:lnTo>
                    <a:pt x="636150" y="618926"/>
                  </a:lnTo>
                  <a:close/>
                  <a:moveTo>
                    <a:pt x="1604079" y="577531"/>
                  </a:moveTo>
                  <a:lnTo>
                    <a:pt x="1566474" y="604452"/>
                  </a:lnTo>
                  <a:lnTo>
                    <a:pt x="1619085" y="569164"/>
                  </a:lnTo>
                  <a:close/>
                  <a:moveTo>
                    <a:pt x="1560442" y="522237"/>
                  </a:moveTo>
                  <a:lnTo>
                    <a:pt x="1604079" y="577531"/>
                  </a:lnTo>
                  <a:lnTo>
                    <a:pt x="1618738" y="566015"/>
                  </a:lnTo>
                  <a:close/>
                  <a:moveTo>
                    <a:pt x="1604079" y="577531"/>
                  </a:moveTo>
                  <a:lnTo>
                    <a:pt x="1619085" y="569164"/>
                  </a:lnTo>
                  <a:lnTo>
                    <a:pt x="1618738" y="566015"/>
                  </a:lnTo>
                  <a:close/>
                  <a:moveTo>
                    <a:pt x="1619085" y="569164"/>
                  </a:moveTo>
                  <a:lnTo>
                    <a:pt x="1678161" y="617395"/>
                  </a:lnTo>
                  <a:lnTo>
                    <a:pt x="1618738" y="566015"/>
                  </a:lnTo>
                  <a:close/>
                  <a:moveTo>
                    <a:pt x="1618216" y="483801"/>
                  </a:moveTo>
                  <a:lnTo>
                    <a:pt x="1618738" y="566015"/>
                  </a:lnTo>
                  <a:lnTo>
                    <a:pt x="1678472" y="527579"/>
                  </a:lnTo>
                  <a:close/>
                  <a:moveTo>
                    <a:pt x="1618216" y="483801"/>
                  </a:moveTo>
                  <a:lnTo>
                    <a:pt x="1678472" y="527579"/>
                  </a:lnTo>
                  <a:lnTo>
                    <a:pt x="1681955" y="445364"/>
                  </a:lnTo>
                  <a:close/>
                  <a:moveTo>
                    <a:pt x="1681955" y="445364"/>
                  </a:moveTo>
                  <a:lnTo>
                    <a:pt x="1704933" y="396278"/>
                  </a:lnTo>
                  <a:lnTo>
                    <a:pt x="1646802" y="401585"/>
                  </a:lnTo>
                  <a:close/>
                  <a:moveTo>
                    <a:pt x="1761835" y="393823"/>
                  </a:moveTo>
                  <a:lnTo>
                    <a:pt x="1681955" y="445364"/>
                  </a:lnTo>
                  <a:lnTo>
                    <a:pt x="1760041" y="406928"/>
                  </a:lnTo>
                  <a:close/>
                  <a:moveTo>
                    <a:pt x="1761835" y="393823"/>
                  </a:moveTo>
                  <a:lnTo>
                    <a:pt x="1704933" y="396278"/>
                  </a:lnTo>
                  <a:lnTo>
                    <a:pt x="1681955" y="445364"/>
                  </a:lnTo>
                  <a:close/>
                  <a:moveTo>
                    <a:pt x="1700836" y="280934"/>
                  </a:moveTo>
                  <a:lnTo>
                    <a:pt x="1768915" y="324712"/>
                  </a:lnTo>
                  <a:lnTo>
                    <a:pt x="1771655" y="242497"/>
                  </a:lnTo>
                  <a:close/>
                  <a:moveTo>
                    <a:pt x="1761835" y="393823"/>
                  </a:moveTo>
                  <a:lnTo>
                    <a:pt x="1772458" y="401141"/>
                  </a:lnTo>
                  <a:lnTo>
                    <a:pt x="1768915" y="324712"/>
                  </a:lnTo>
                  <a:close/>
                  <a:moveTo>
                    <a:pt x="1771655" y="242497"/>
                  </a:moveTo>
                  <a:lnTo>
                    <a:pt x="1854845" y="247710"/>
                  </a:lnTo>
                  <a:lnTo>
                    <a:pt x="1816661" y="225612"/>
                  </a:lnTo>
                  <a:close/>
                  <a:moveTo>
                    <a:pt x="1838281" y="286276"/>
                  </a:moveTo>
                  <a:lnTo>
                    <a:pt x="1854845" y="247710"/>
                  </a:lnTo>
                  <a:lnTo>
                    <a:pt x="1771655" y="242497"/>
                  </a:lnTo>
                  <a:close/>
                  <a:moveTo>
                    <a:pt x="1768915" y="324712"/>
                  </a:moveTo>
                  <a:lnTo>
                    <a:pt x="1838281" y="286276"/>
                  </a:lnTo>
                  <a:lnTo>
                    <a:pt x="1771655" y="242497"/>
                  </a:lnTo>
                  <a:close/>
                  <a:moveTo>
                    <a:pt x="1874543" y="204061"/>
                  </a:moveTo>
                  <a:lnTo>
                    <a:pt x="1842119" y="121846"/>
                  </a:lnTo>
                  <a:lnTo>
                    <a:pt x="1816661" y="225612"/>
                  </a:lnTo>
                  <a:close/>
                  <a:moveTo>
                    <a:pt x="1842119" y="121846"/>
                  </a:moveTo>
                  <a:lnTo>
                    <a:pt x="1807941" y="132609"/>
                  </a:lnTo>
                  <a:lnTo>
                    <a:pt x="1816661" y="225612"/>
                  </a:lnTo>
                  <a:close/>
                  <a:moveTo>
                    <a:pt x="1816661" y="225612"/>
                  </a:moveTo>
                  <a:lnTo>
                    <a:pt x="1854845" y="247710"/>
                  </a:lnTo>
                  <a:lnTo>
                    <a:pt x="1874543" y="204061"/>
                  </a:lnTo>
                  <a:close/>
                  <a:moveTo>
                    <a:pt x="1854845" y="247710"/>
                  </a:moveTo>
                  <a:lnTo>
                    <a:pt x="1894584" y="262354"/>
                  </a:lnTo>
                  <a:lnTo>
                    <a:pt x="1874543" y="204061"/>
                  </a:lnTo>
                  <a:close/>
                  <a:moveTo>
                    <a:pt x="1874543" y="204061"/>
                  </a:moveTo>
                  <a:lnTo>
                    <a:pt x="1924065" y="247839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874543" y="204061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931459" y="165624"/>
                  </a:lnTo>
                  <a:lnTo>
                    <a:pt x="1929472" y="83409"/>
                  </a:lnTo>
                  <a:close/>
                  <a:moveTo>
                    <a:pt x="1938619" y="67065"/>
                  </a:moveTo>
                  <a:lnTo>
                    <a:pt x="1842119" y="121846"/>
                  </a:lnTo>
                  <a:lnTo>
                    <a:pt x="1929472" y="83409"/>
                  </a:lnTo>
                  <a:close/>
                  <a:moveTo>
                    <a:pt x="1929472" y="83409"/>
                  </a:moveTo>
                  <a:lnTo>
                    <a:pt x="2009561" y="117106"/>
                  </a:lnTo>
                  <a:lnTo>
                    <a:pt x="1956446" y="72470"/>
                  </a:lnTo>
                  <a:close/>
                  <a:moveTo>
                    <a:pt x="1938619" y="67065"/>
                  </a:moveTo>
                  <a:lnTo>
                    <a:pt x="1929472" y="83409"/>
                  </a:lnTo>
                  <a:lnTo>
                    <a:pt x="1956446" y="72470"/>
                  </a:lnTo>
                  <a:close/>
                  <a:moveTo>
                    <a:pt x="2056659" y="14540"/>
                  </a:moveTo>
                  <a:lnTo>
                    <a:pt x="1956446" y="72470"/>
                  </a:lnTo>
                  <a:lnTo>
                    <a:pt x="2027597" y="44973"/>
                  </a:lnTo>
                  <a:close/>
                  <a:moveTo>
                    <a:pt x="1938619" y="67065"/>
                  </a:moveTo>
                  <a:lnTo>
                    <a:pt x="1956446" y="72470"/>
                  </a:lnTo>
                  <a:lnTo>
                    <a:pt x="2056659" y="14540"/>
                  </a:lnTo>
                  <a:close/>
                  <a:moveTo>
                    <a:pt x="1956446" y="72470"/>
                  </a:moveTo>
                  <a:lnTo>
                    <a:pt x="2009561" y="117106"/>
                  </a:lnTo>
                  <a:lnTo>
                    <a:pt x="2027597" y="44973"/>
                  </a:lnTo>
                  <a:close/>
                  <a:moveTo>
                    <a:pt x="2119994" y="100192"/>
                  </a:moveTo>
                  <a:lnTo>
                    <a:pt x="2169432" y="20500"/>
                  </a:lnTo>
                  <a:lnTo>
                    <a:pt x="2082907" y="30251"/>
                  </a:lnTo>
                  <a:close/>
                  <a:moveTo>
                    <a:pt x="2056659" y="14540"/>
                  </a:moveTo>
                  <a:lnTo>
                    <a:pt x="2027597" y="44973"/>
                  </a:lnTo>
                  <a:lnTo>
                    <a:pt x="2082907" y="30251"/>
                  </a:lnTo>
                  <a:close/>
                  <a:moveTo>
                    <a:pt x="2082907" y="30251"/>
                  </a:moveTo>
                  <a:lnTo>
                    <a:pt x="2127301" y="0"/>
                  </a:lnTo>
                  <a:lnTo>
                    <a:pt x="2056659" y="14540"/>
                  </a:lnTo>
                  <a:close/>
                  <a:moveTo>
                    <a:pt x="2082907" y="30251"/>
                  </a:moveTo>
                  <a:lnTo>
                    <a:pt x="2169432" y="20500"/>
                  </a:lnTo>
                  <a:lnTo>
                    <a:pt x="2127301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50" name="Candidate_density__2149">
              <a:extLst>
                <a:ext uri="{FF2B5EF4-FFF2-40B4-BE49-F238E27FC236}">
                  <a16:creationId xmlns:a16="http://schemas.microsoft.com/office/drawing/2014/main" id="{04969EE5-7E8D-CD0A-466C-A9985B370067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342705" cy="1562834"/>
            </a:xfrm>
            <a:custGeom>
              <a:avLst/>
              <a:gdLst/>
              <a:ahLst/>
              <a:cxnLst/>
              <a:rect l="0" t="0" r="0" b="0"/>
              <a:pathLst>
                <a:path w="2342705" h="1562834">
                  <a:moveTo>
                    <a:pt x="229622" y="1344776"/>
                  </a:moveTo>
                  <a:lnTo>
                    <a:pt x="305792" y="1434999"/>
                  </a:lnTo>
                  <a:lnTo>
                    <a:pt x="310983" y="1409570"/>
                  </a:lnTo>
                  <a:close/>
                  <a:moveTo>
                    <a:pt x="305792" y="1434999"/>
                  </a:moveTo>
                  <a:lnTo>
                    <a:pt x="334755" y="1426991"/>
                  </a:lnTo>
                  <a:lnTo>
                    <a:pt x="310983" y="1409570"/>
                  </a:lnTo>
                  <a:close/>
                  <a:moveTo>
                    <a:pt x="459224" y="1470770"/>
                  </a:moveTo>
                  <a:lnTo>
                    <a:pt x="426507" y="1562834"/>
                  </a:lnTo>
                  <a:lnTo>
                    <a:pt x="459705" y="1471757"/>
                  </a:lnTo>
                  <a:close/>
                  <a:moveTo>
                    <a:pt x="459224" y="1470770"/>
                  </a:moveTo>
                  <a:lnTo>
                    <a:pt x="384257" y="1509206"/>
                  </a:lnTo>
                  <a:lnTo>
                    <a:pt x="426507" y="1562834"/>
                  </a:lnTo>
                  <a:close/>
                  <a:moveTo>
                    <a:pt x="422125" y="1401015"/>
                  </a:moveTo>
                  <a:lnTo>
                    <a:pt x="310983" y="1409570"/>
                  </a:lnTo>
                  <a:lnTo>
                    <a:pt x="334755" y="1426991"/>
                  </a:lnTo>
                  <a:close/>
                  <a:moveTo>
                    <a:pt x="35503" y="1000365"/>
                  </a:moveTo>
                  <a:lnTo>
                    <a:pt x="20441" y="984748"/>
                  </a:lnTo>
                  <a:lnTo>
                    <a:pt x="65334" y="1059694"/>
                  </a:lnTo>
                  <a:close/>
                  <a:moveTo>
                    <a:pt x="65334" y="1059694"/>
                  </a:moveTo>
                  <a:lnTo>
                    <a:pt x="20441" y="984748"/>
                  </a:lnTo>
                  <a:lnTo>
                    <a:pt x="0" y="1015916"/>
                  </a:lnTo>
                  <a:close/>
                  <a:moveTo>
                    <a:pt x="20441" y="984748"/>
                  </a:moveTo>
                  <a:lnTo>
                    <a:pt x="26261" y="965813"/>
                  </a:lnTo>
                  <a:lnTo>
                    <a:pt x="0" y="1015916"/>
                  </a:lnTo>
                  <a:close/>
                  <a:moveTo>
                    <a:pt x="0" y="1015916"/>
                  </a:moveTo>
                  <a:lnTo>
                    <a:pt x="26261" y="965813"/>
                  </a:lnTo>
                  <a:lnTo>
                    <a:pt x="34183" y="895264"/>
                  </a:lnTo>
                  <a:close/>
                  <a:moveTo>
                    <a:pt x="459705" y="1471757"/>
                  </a:moveTo>
                  <a:lnTo>
                    <a:pt x="533196" y="1432333"/>
                  </a:lnTo>
                  <a:lnTo>
                    <a:pt x="460204" y="1470150"/>
                  </a:lnTo>
                  <a:close/>
                  <a:moveTo>
                    <a:pt x="533196" y="1432333"/>
                  </a:moveTo>
                  <a:lnTo>
                    <a:pt x="455511" y="1373873"/>
                  </a:lnTo>
                  <a:lnTo>
                    <a:pt x="453220" y="1388555"/>
                  </a:lnTo>
                  <a:close/>
                  <a:moveTo>
                    <a:pt x="459134" y="1469622"/>
                  </a:moveTo>
                  <a:lnTo>
                    <a:pt x="460204" y="1470150"/>
                  </a:lnTo>
                  <a:lnTo>
                    <a:pt x="533196" y="1432333"/>
                  </a:lnTo>
                  <a:close/>
                  <a:moveTo>
                    <a:pt x="453220" y="1388555"/>
                  </a:moveTo>
                  <a:lnTo>
                    <a:pt x="459134" y="1469622"/>
                  </a:lnTo>
                  <a:lnTo>
                    <a:pt x="533196" y="1432333"/>
                  </a:lnTo>
                  <a:close/>
                  <a:moveTo>
                    <a:pt x="304812" y="1035427"/>
                  </a:moveTo>
                  <a:lnTo>
                    <a:pt x="329322" y="1047728"/>
                  </a:lnTo>
                  <a:lnTo>
                    <a:pt x="378007" y="1021258"/>
                  </a:lnTo>
                  <a:close/>
                  <a:moveTo>
                    <a:pt x="115740" y="806497"/>
                  </a:moveTo>
                  <a:lnTo>
                    <a:pt x="124840" y="774613"/>
                  </a:lnTo>
                  <a:lnTo>
                    <a:pt x="94449" y="813049"/>
                  </a:lnTo>
                  <a:close/>
                  <a:moveTo>
                    <a:pt x="475876" y="1065036"/>
                  </a:moveTo>
                  <a:lnTo>
                    <a:pt x="535578" y="1046370"/>
                  </a:lnTo>
                  <a:lnTo>
                    <a:pt x="465551" y="1065433"/>
                  </a:lnTo>
                  <a:close/>
                  <a:moveTo>
                    <a:pt x="465551" y="1065433"/>
                  </a:moveTo>
                  <a:lnTo>
                    <a:pt x="466446" y="1066554"/>
                  </a:lnTo>
                  <a:lnTo>
                    <a:pt x="475876" y="1065036"/>
                  </a:lnTo>
                  <a:close/>
                  <a:moveTo>
                    <a:pt x="466446" y="1066554"/>
                  </a:moveTo>
                  <a:lnTo>
                    <a:pt x="465551" y="1065433"/>
                  </a:lnTo>
                  <a:lnTo>
                    <a:pt x="463167" y="1065036"/>
                  </a:lnTo>
                  <a:close/>
                  <a:moveTo>
                    <a:pt x="164524" y="710235"/>
                  </a:moveTo>
                  <a:lnTo>
                    <a:pt x="124840" y="774613"/>
                  </a:lnTo>
                  <a:lnTo>
                    <a:pt x="154412" y="735887"/>
                  </a:lnTo>
                  <a:close/>
                  <a:moveTo>
                    <a:pt x="210591" y="667272"/>
                  </a:moveTo>
                  <a:lnTo>
                    <a:pt x="164524" y="710235"/>
                  </a:lnTo>
                  <a:lnTo>
                    <a:pt x="154412" y="735887"/>
                  </a:lnTo>
                  <a:close/>
                  <a:moveTo>
                    <a:pt x="802703" y="1273387"/>
                  </a:moveTo>
                  <a:lnTo>
                    <a:pt x="730555" y="1191030"/>
                  </a:lnTo>
                  <a:lnTo>
                    <a:pt x="697636" y="1198121"/>
                  </a:lnTo>
                  <a:close/>
                  <a:moveTo>
                    <a:pt x="697636" y="1198121"/>
                  </a:moveTo>
                  <a:lnTo>
                    <a:pt x="635530" y="1108815"/>
                  </a:lnTo>
                  <a:lnTo>
                    <a:pt x="571076" y="1140329"/>
                  </a:lnTo>
                  <a:close/>
                  <a:moveTo>
                    <a:pt x="697636" y="1198121"/>
                  </a:moveTo>
                  <a:lnTo>
                    <a:pt x="571076" y="1140329"/>
                  </a:lnTo>
                  <a:lnTo>
                    <a:pt x="610304" y="1208529"/>
                  </a:lnTo>
                  <a:close/>
                  <a:moveTo>
                    <a:pt x="697636" y="1198121"/>
                  </a:moveTo>
                  <a:lnTo>
                    <a:pt x="730555" y="1191030"/>
                  </a:lnTo>
                  <a:lnTo>
                    <a:pt x="696256" y="1153258"/>
                  </a:lnTo>
                  <a:close/>
                  <a:moveTo>
                    <a:pt x="475876" y="1065036"/>
                  </a:moveTo>
                  <a:lnTo>
                    <a:pt x="599006" y="1068315"/>
                  </a:lnTo>
                  <a:lnTo>
                    <a:pt x="579219" y="1026600"/>
                  </a:lnTo>
                  <a:close/>
                  <a:moveTo>
                    <a:pt x="571076" y="1140329"/>
                  </a:moveTo>
                  <a:lnTo>
                    <a:pt x="635530" y="1108815"/>
                  </a:lnTo>
                  <a:lnTo>
                    <a:pt x="599006" y="1068315"/>
                  </a:lnTo>
                  <a:close/>
                  <a:moveTo>
                    <a:pt x="580066" y="997501"/>
                  </a:moveTo>
                  <a:lnTo>
                    <a:pt x="475876" y="1065036"/>
                  </a:lnTo>
                  <a:lnTo>
                    <a:pt x="579219" y="1026600"/>
                  </a:lnTo>
                  <a:close/>
                  <a:moveTo>
                    <a:pt x="580066" y="997501"/>
                  </a:moveTo>
                  <a:lnTo>
                    <a:pt x="582115" y="944385"/>
                  </a:lnTo>
                  <a:lnTo>
                    <a:pt x="539106" y="982821"/>
                  </a:lnTo>
                  <a:close/>
                  <a:moveTo>
                    <a:pt x="279130" y="615524"/>
                  </a:moveTo>
                  <a:lnTo>
                    <a:pt x="284983" y="651179"/>
                  </a:lnTo>
                  <a:lnTo>
                    <a:pt x="258974" y="632966"/>
                  </a:lnTo>
                  <a:close/>
                  <a:moveTo>
                    <a:pt x="321321" y="587410"/>
                  </a:moveTo>
                  <a:lnTo>
                    <a:pt x="279130" y="615524"/>
                  </a:lnTo>
                  <a:lnTo>
                    <a:pt x="357674" y="592083"/>
                  </a:lnTo>
                  <a:close/>
                  <a:moveTo>
                    <a:pt x="443112" y="583215"/>
                  </a:moveTo>
                  <a:lnTo>
                    <a:pt x="357674" y="592083"/>
                  </a:lnTo>
                  <a:lnTo>
                    <a:pt x="451650" y="580830"/>
                  </a:lnTo>
                  <a:close/>
                  <a:moveTo>
                    <a:pt x="357674" y="592083"/>
                  </a:moveTo>
                  <a:lnTo>
                    <a:pt x="382992" y="602785"/>
                  </a:lnTo>
                  <a:lnTo>
                    <a:pt x="451650" y="580830"/>
                  </a:lnTo>
                  <a:close/>
                  <a:moveTo>
                    <a:pt x="443112" y="583215"/>
                  </a:moveTo>
                  <a:lnTo>
                    <a:pt x="451650" y="580830"/>
                  </a:lnTo>
                  <a:lnTo>
                    <a:pt x="526902" y="583529"/>
                  </a:lnTo>
                  <a:close/>
                  <a:moveTo>
                    <a:pt x="1262537" y="1443017"/>
                  </a:moveTo>
                  <a:lnTo>
                    <a:pt x="1248576" y="1360803"/>
                  </a:lnTo>
                  <a:lnTo>
                    <a:pt x="1272458" y="1481454"/>
                  </a:lnTo>
                  <a:close/>
                  <a:moveTo>
                    <a:pt x="1229519" y="1278587"/>
                  </a:moveTo>
                  <a:lnTo>
                    <a:pt x="1192876" y="1317024"/>
                  </a:lnTo>
                  <a:lnTo>
                    <a:pt x="1248576" y="1360803"/>
                  </a:lnTo>
                  <a:close/>
                  <a:moveTo>
                    <a:pt x="513553" y="626040"/>
                  </a:moveTo>
                  <a:lnTo>
                    <a:pt x="526902" y="583529"/>
                  </a:lnTo>
                  <a:lnTo>
                    <a:pt x="451650" y="580830"/>
                  </a:lnTo>
                  <a:close/>
                  <a:moveTo>
                    <a:pt x="513553" y="626040"/>
                  </a:moveTo>
                  <a:lnTo>
                    <a:pt x="581104" y="631715"/>
                  </a:lnTo>
                  <a:lnTo>
                    <a:pt x="526902" y="583529"/>
                  </a:lnTo>
                  <a:close/>
                  <a:moveTo>
                    <a:pt x="581104" y="631715"/>
                  </a:moveTo>
                  <a:lnTo>
                    <a:pt x="533660" y="577088"/>
                  </a:lnTo>
                  <a:lnTo>
                    <a:pt x="526902" y="583529"/>
                  </a:lnTo>
                  <a:close/>
                  <a:moveTo>
                    <a:pt x="629158" y="553148"/>
                  </a:moveTo>
                  <a:lnTo>
                    <a:pt x="533660" y="577088"/>
                  </a:lnTo>
                  <a:lnTo>
                    <a:pt x="581104" y="631715"/>
                  </a:lnTo>
                  <a:close/>
                  <a:moveTo>
                    <a:pt x="638188" y="645898"/>
                  </a:moveTo>
                  <a:lnTo>
                    <a:pt x="629158" y="553148"/>
                  </a:lnTo>
                  <a:lnTo>
                    <a:pt x="581104" y="631715"/>
                  </a:lnTo>
                  <a:close/>
                  <a:moveTo>
                    <a:pt x="699429" y="620867"/>
                  </a:moveTo>
                  <a:lnTo>
                    <a:pt x="680878" y="538651"/>
                  </a:lnTo>
                  <a:lnTo>
                    <a:pt x="638188" y="645898"/>
                  </a:lnTo>
                  <a:close/>
                  <a:moveTo>
                    <a:pt x="1229519" y="1278587"/>
                  </a:moveTo>
                  <a:lnTo>
                    <a:pt x="1361337" y="1322366"/>
                  </a:lnTo>
                  <a:lnTo>
                    <a:pt x="1338929" y="1240498"/>
                  </a:lnTo>
                  <a:close/>
                  <a:moveTo>
                    <a:pt x="1341033" y="1240151"/>
                  </a:moveTo>
                  <a:lnTo>
                    <a:pt x="1338929" y="1240498"/>
                  </a:lnTo>
                  <a:lnTo>
                    <a:pt x="1361250" y="1322010"/>
                  </a:lnTo>
                  <a:close/>
                  <a:moveTo>
                    <a:pt x="963670" y="746860"/>
                  </a:moveTo>
                  <a:lnTo>
                    <a:pt x="916680" y="785297"/>
                  </a:lnTo>
                  <a:lnTo>
                    <a:pt x="981881" y="829075"/>
                  </a:lnTo>
                  <a:close/>
                  <a:moveTo>
                    <a:pt x="699429" y="620867"/>
                  </a:moveTo>
                  <a:lnTo>
                    <a:pt x="756659" y="670031"/>
                  </a:lnTo>
                  <a:lnTo>
                    <a:pt x="769370" y="599842"/>
                  </a:lnTo>
                  <a:close/>
                  <a:moveTo>
                    <a:pt x="756659" y="670031"/>
                  </a:moveTo>
                  <a:lnTo>
                    <a:pt x="864702" y="582430"/>
                  </a:lnTo>
                  <a:lnTo>
                    <a:pt x="769370" y="599842"/>
                  </a:lnTo>
                  <a:close/>
                  <a:moveTo>
                    <a:pt x="865484" y="583053"/>
                  </a:moveTo>
                  <a:lnTo>
                    <a:pt x="864702" y="582430"/>
                  </a:lnTo>
                  <a:lnTo>
                    <a:pt x="756659" y="670031"/>
                  </a:lnTo>
                  <a:close/>
                  <a:moveTo>
                    <a:pt x="864702" y="582430"/>
                  </a:moveTo>
                  <a:lnTo>
                    <a:pt x="865138" y="581757"/>
                  </a:lnTo>
                  <a:lnTo>
                    <a:pt x="769370" y="599842"/>
                  </a:lnTo>
                  <a:close/>
                  <a:moveTo>
                    <a:pt x="1341033" y="1240151"/>
                  </a:moveTo>
                  <a:lnTo>
                    <a:pt x="1361357" y="1322357"/>
                  </a:lnTo>
                  <a:lnTo>
                    <a:pt x="1419095" y="1283929"/>
                  </a:lnTo>
                  <a:close/>
                  <a:moveTo>
                    <a:pt x="1541739" y="1224310"/>
                  </a:moveTo>
                  <a:lnTo>
                    <a:pt x="1495712" y="1234221"/>
                  </a:lnTo>
                  <a:lnTo>
                    <a:pt x="1498903" y="1201715"/>
                  </a:lnTo>
                  <a:close/>
                  <a:moveTo>
                    <a:pt x="963670" y="746860"/>
                  </a:moveTo>
                  <a:lnTo>
                    <a:pt x="981881" y="829075"/>
                  </a:lnTo>
                  <a:lnTo>
                    <a:pt x="1006764" y="790639"/>
                  </a:lnTo>
                  <a:close/>
                  <a:moveTo>
                    <a:pt x="864702" y="582430"/>
                  </a:moveTo>
                  <a:lnTo>
                    <a:pt x="865484" y="583053"/>
                  </a:lnTo>
                  <a:lnTo>
                    <a:pt x="865465" y="582311"/>
                  </a:lnTo>
                  <a:close/>
                  <a:moveTo>
                    <a:pt x="865138" y="581757"/>
                  </a:moveTo>
                  <a:lnTo>
                    <a:pt x="864702" y="582430"/>
                  </a:lnTo>
                  <a:lnTo>
                    <a:pt x="865465" y="582311"/>
                  </a:lnTo>
                  <a:close/>
                  <a:moveTo>
                    <a:pt x="865465" y="582311"/>
                  </a:moveTo>
                  <a:lnTo>
                    <a:pt x="865484" y="583053"/>
                  </a:lnTo>
                  <a:lnTo>
                    <a:pt x="866240" y="582430"/>
                  </a:lnTo>
                  <a:close/>
                  <a:moveTo>
                    <a:pt x="865465" y="582311"/>
                  </a:moveTo>
                  <a:lnTo>
                    <a:pt x="866240" y="582430"/>
                  </a:lnTo>
                  <a:lnTo>
                    <a:pt x="865138" y="581757"/>
                  </a:lnTo>
                  <a:close/>
                  <a:moveTo>
                    <a:pt x="1498903" y="1201715"/>
                  </a:moveTo>
                  <a:lnTo>
                    <a:pt x="1580597" y="1265303"/>
                  </a:lnTo>
                  <a:lnTo>
                    <a:pt x="1541739" y="1224310"/>
                  </a:lnTo>
                  <a:close/>
                  <a:moveTo>
                    <a:pt x="1552409" y="1201715"/>
                  </a:moveTo>
                  <a:lnTo>
                    <a:pt x="1663726" y="1186539"/>
                  </a:lnTo>
                  <a:lnTo>
                    <a:pt x="1647149" y="1163278"/>
                  </a:lnTo>
                  <a:close/>
                  <a:moveTo>
                    <a:pt x="1552409" y="1201715"/>
                  </a:moveTo>
                  <a:lnTo>
                    <a:pt x="1541739" y="1224310"/>
                  </a:lnTo>
                  <a:lnTo>
                    <a:pt x="1580597" y="1265303"/>
                  </a:lnTo>
                  <a:close/>
                  <a:moveTo>
                    <a:pt x="1539253" y="1098730"/>
                  </a:moveTo>
                  <a:lnTo>
                    <a:pt x="1498903" y="1201715"/>
                  </a:lnTo>
                  <a:lnTo>
                    <a:pt x="1529928" y="1180149"/>
                  </a:lnTo>
                  <a:close/>
                  <a:moveTo>
                    <a:pt x="1647149" y="1163278"/>
                  </a:moveTo>
                  <a:lnTo>
                    <a:pt x="1649243" y="1132387"/>
                  </a:lnTo>
                  <a:lnTo>
                    <a:pt x="1552409" y="1201715"/>
                  </a:lnTo>
                  <a:close/>
                  <a:moveTo>
                    <a:pt x="1552409" y="1201715"/>
                  </a:moveTo>
                  <a:lnTo>
                    <a:pt x="1649243" y="1132387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49243" y="1132387"/>
                  </a:lnTo>
                  <a:lnTo>
                    <a:pt x="1630090" y="1085474"/>
                  </a:lnTo>
                  <a:close/>
                  <a:moveTo>
                    <a:pt x="1552409" y="1201715"/>
                  </a:moveTo>
                  <a:lnTo>
                    <a:pt x="1539253" y="1098730"/>
                  </a:lnTo>
                  <a:lnTo>
                    <a:pt x="1529928" y="1180149"/>
                  </a:lnTo>
                  <a:close/>
                  <a:moveTo>
                    <a:pt x="1546939" y="1028547"/>
                  </a:moveTo>
                  <a:lnTo>
                    <a:pt x="1519359" y="998848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30090" y="1085474"/>
                  </a:lnTo>
                  <a:lnTo>
                    <a:pt x="1546939" y="1028547"/>
                  </a:lnTo>
                  <a:close/>
                  <a:moveTo>
                    <a:pt x="1122809" y="557429"/>
                  </a:moveTo>
                  <a:lnTo>
                    <a:pt x="1074875" y="593414"/>
                  </a:lnTo>
                  <a:lnTo>
                    <a:pt x="1041948" y="626209"/>
                  </a:lnTo>
                  <a:close/>
                  <a:moveTo>
                    <a:pt x="1683210" y="1044183"/>
                  </a:moveTo>
                  <a:lnTo>
                    <a:pt x="1647149" y="1163278"/>
                  </a:lnTo>
                  <a:lnTo>
                    <a:pt x="1679199" y="1124841"/>
                  </a:lnTo>
                  <a:close/>
                  <a:moveTo>
                    <a:pt x="1683210" y="1044183"/>
                  </a:moveTo>
                  <a:lnTo>
                    <a:pt x="1649243" y="1132387"/>
                  </a:lnTo>
                  <a:lnTo>
                    <a:pt x="1647149" y="1163278"/>
                  </a:lnTo>
                  <a:close/>
                  <a:moveTo>
                    <a:pt x="1683301" y="1042626"/>
                  </a:moveTo>
                  <a:lnTo>
                    <a:pt x="1736146" y="963442"/>
                  </a:lnTo>
                  <a:lnTo>
                    <a:pt x="1664345" y="1081063"/>
                  </a:lnTo>
                  <a:close/>
                  <a:moveTo>
                    <a:pt x="1519359" y="998848"/>
                  </a:moveTo>
                  <a:lnTo>
                    <a:pt x="1546939" y="1028547"/>
                  </a:lnTo>
                  <a:lnTo>
                    <a:pt x="1547296" y="992099"/>
                  </a:lnTo>
                  <a:close/>
                  <a:moveTo>
                    <a:pt x="1621135" y="992661"/>
                  </a:moveTo>
                  <a:lnTo>
                    <a:pt x="1547296" y="992099"/>
                  </a:lnTo>
                  <a:lnTo>
                    <a:pt x="1546939" y="1028547"/>
                  </a:lnTo>
                  <a:close/>
                  <a:moveTo>
                    <a:pt x="1240097" y="502087"/>
                  </a:moveTo>
                  <a:lnTo>
                    <a:pt x="1189320" y="527442"/>
                  </a:lnTo>
                  <a:lnTo>
                    <a:pt x="1122809" y="557429"/>
                  </a:lnTo>
                  <a:close/>
                  <a:moveTo>
                    <a:pt x="1308582" y="479484"/>
                  </a:moveTo>
                  <a:lnTo>
                    <a:pt x="1189320" y="527442"/>
                  </a:lnTo>
                  <a:lnTo>
                    <a:pt x="1240097" y="502087"/>
                  </a:lnTo>
                  <a:close/>
                  <a:moveTo>
                    <a:pt x="1679199" y="1124841"/>
                  </a:moveTo>
                  <a:lnTo>
                    <a:pt x="1686129" y="1039915"/>
                  </a:lnTo>
                  <a:lnTo>
                    <a:pt x="1683210" y="1044183"/>
                  </a:lnTo>
                  <a:close/>
                  <a:moveTo>
                    <a:pt x="1683301" y="1042626"/>
                  </a:moveTo>
                  <a:lnTo>
                    <a:pt x="1683210" y="1044183"/>
                  </a:lnTo>
                  <a:lnTo>
                    <a:pt x="1686129" y="1039915"/>
                  </a:lnTo>
                  <a:close/>
                  <a:moveTo>
                    <a:pt x="1308582" y="479484"/>
                  </a:moveTo>
                  <a:lnTo>
                    <a:pt x="1240097" y="502087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40838" y="480108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81218" y="484766"/>
                  </a:lnTo>
                  <a:lnTo>
                    <a:pt x="1440838" y="480108"/>
                  </a:lnTo>
                  <a:close/>
                  <a:moveTo>
                    <a:pt x="1796106" y="542014"/>
                  </a:moveTo>
                  <a:lnTo>
                    <a:pt x="1691060" y="554678"/>
                  </a:lnTo>
                  <a:lnTo>
                    <a:pt x="1669740" y="563413"/>
                  </a:lnTo>
                  <a:close/>
                  <a:moveTo>
                    <a:pt x="1796106" y="542014"/>
                  </a:moveTo>
                  <a:lnTo>
                    <a:pt x="1669740" y="563413"/>
                  </a:lnTo>
                  <a:lnTo>
                    <a:pt x="1724922" y="554531"/>
                  </a:lnTo>
                  <a:close/>
                  <a:moveTo>
                    <a:pt x="2226981" y="402711"/>
                  </a:moveTo>
                  <a:lnTo>
                    <a:pt x="2228741" y="399332"/>
                  </a:lnTo>
                  <a:lnTo>
                    <a:pt x="2138375" y="414155"/>
                  </a:lnTo>
                  <a:close/>
                  <a:moveTo>
                    <a:pt x="2226981" y="402711"/>
                  </a:moveTo>
                  <a:lnTo>
                    <a:pt x="2138375" y="414155"/>
                  </a:lnTo>
                  <a:lnTo>
                    <a:pt x="2230072" y="404304"/>
                  </a:lnTo>
                  <a:close/>
                  <a:moveTo>
                    <a:pt x="2138375" y="414155"/>
                  </a:moveTo>
                  <a:lnTo>
                    <a:pt x="2170332" y="459603"/>
                  </a:lnTo>
                  <a:lnTo>
                    <a:pt x="2230072" y="404304"/>
                  </a:lnTo>
                  <a:close/>
                  <a:moveTo>
                    <a:pt x="2226981" y="402711"/>
                  </a:moveTo>
                  <a:lnTo>
                    <a:pt x="2232214" y="400932"/>
                  </a:lnTo>
                  <a:lnTo>
                    <a:pt x="2228741" y="399332"/>
                  </a:lnTo>
                  <a:close/>
                  <a:moveTo>
                    <a:pt x="2226981" y="402711"/>
                  </a:moveTo>
                  <a:lnTo>
                    <a:pt x="2230072" y="404304"/>
                  </a:lnTo>
                  <a:lnTo>
                    <a:pt x="2232214" y="400932"/>
                  </a:lnTo>
                  <a:close/>
                  <a:moveTo>
                    <a:pt x="2270454" y="467460"/>
                  </a:moveTo>
                  <a:lnTo>
                    <a:pt x="2232214" y="400932"/>
                  </a:lnTo>
                  <a:lnTo>
                    <a:pt x="2230072" y="404304"/>
                  </a:lnTo>
                  <a:close/>
                  <a:moveTo>
                    <a:pt x="2340528" y="370991"/>
                  </a:moveTo>
                  <a:lnTo>
                    <a:pt x="2232214" y="400932"/>
                  </a:lnTo>
                  <a:lnTo>
                    <a:pt x="2270454" y="467460"/>
                  </a:lnTo>
                  <a:close/>
                  <a:moveTo>
                    <a:pt x="2232214" y="400932"/>
                  </a:moveTo>
                  <a:lnTo>
                    <a:pt x="2340528" y="370991"/>
                  </a:lnTo>
                  <a:lnTo>
                    <a:pt x="2228741" y="399332"/>
                  </a:lnTo>
                  <a:close/>
                  <a:moveTo>
                    <a:pt x="2228741" y="399332"/>
                  </a:moveTo>
                  <a:lnTo>
                    <a:pt x="2342705" y="33156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228741" y="39933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136335" y="318717"/>
                  </a:lnTo>
                  <a:lnTo>
                    <a:pt x="2228741" y="399332"/>
                  </a:lnTo>
                  <a:close/>
                  <a:moveTo>
                    <a:pt x="2163093" y="198066"/>
                  </a:moveTo>
                  <a:lnTo>
                    <a:pt x="2136335" y="318717"/>
                  </a:lnTo>
                  <a:lnTo>
                    <a:pt x="2246031" y="280280"/>
                  </a:lnTo>
                  <a:close/>
                  <a:moveTo>
                    <a:pt x="2338893" y="272229"/>
                  </a:moveTo>
                  <a:lnTo>
                    <a:pt x="2258012" y="277391"/>
                  </a:lnTo>
                  <a:lnTo>
                    <a:pt x="2257899" y="293146"/>
                  </a:lnTo>
                  <a:close/>
                  <a:moveTo>
                    <a:pt x="2237315" y="94033"/>
                  </a:moveTo>
                  <a:lnTo>
                    <a:pt x="2156051" y="99508"/>
                  </a:lnTo>
                  <a:lnTo>
                    <a:pt x="2250245" y="183614"/>
                  </a:lnTo>
                  <a:close/>
                  <a:moveTo>
                    <a:pt x="2156051" y="99508"/>
                  </a:moveTo>
                  <a:lnTo>
                    <a:pt x="2237315" y="94033"/>
                  </a:lnTo>
                  <a:lnTo>
                    <a:pt x="2221695" y="6640"/>
                  </a:lnTo>
                  <a:close/>
                  <a:moveTo>
                    <a:pt x="2237315" y="94033"/>
                  </a:moveTo>
                  <a:lnTo>
                    <a:pt x="2304393" y="0"/>
                  </a:lnTo>
                  <a:lnTo>
                    <a:pt x="2221695" y="664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51" name="Candidate_density__2150">
              <a:extLst>
                <a:ext uri="{FF2B5EF4-FFF2-40B4-BE49-F238E27FC236}">
                  <a16:creationId xmlns:a16="http://schemas.microsoft.com/office/drawing/2014/main" id="{5FA3CAFF-77C6-B5E6-AAA5-CF35460ABE6A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01918"/>
              <a:ext cx="2304088" cy="1296096"/>
            </a:xfrm>
            <a:custGeom>
              <a:avLst/>
              <a:gdLst/>
              <a:ahLst/>
              <a:cxnLst/>
              <a:rect l="0" t="0" r="0" b="0"/>
              <a:pathLst>
                <a:path w="2304088" h="1296096">
                  <a:moveTo>
                    <a:pt x="363200" y="1272704"/>
                  </a:moveTo>
                  <a:lnTo>
                    <a:pt x="415369" y="1292629"/>
                  </a:lnTo>
                  <a:lnTo>
                    <a:pt x="453838" y="1237097"/>
                  </a:lnTo>
                  <a:close/>
                  <a:moveTo>
                    <a:pt x="453838" y="1237097"/>
                  </a:moveTo>
                  <a:lnTo>
                    <a:pt x="509544" y="1252401"/>
                  </a:lnTo>
                  <a:lnTo>
                    <a:pt x="456968" y="1232961"/>
                  </a:lnTo>
                  <a:close/>
                  <a:moveTo>
                    <a:pt x="298641" y="1002401"/>
                  </a:moveTo>
                  <a:lnTo>
                    <a:pt x="231126" y="996697"/>
                  </a:lnTo>
                  <a:lnTo>
                    <a:pt x="323481" y="1082298"/>
                  </a:lnTo>
                  <a:close/>
                  <a:moveTo>
                    <a:pt x="16790" y="823193"/>
                  </a:moveTo>
                  <a:lnTo>
                    <a:pt x="0" y="854265"/>
                  </a:lnTo>
                  <a:lnTo>
                    <a:pt x="9959" y="855133"/>
                  </a:lnTo>
                  <a:close/>
                  <a:moveTo>
                    <a:pt x="16790" y="823193"/>
                  </a:moveTo>
                  <a:lnTo>
                    <a:pt x="9959" y="855133"/>
                  </a:lnTo>
                  <a:lnTo>
                    <a:pt x="68467" y="895051"/>
                  </a:lnTo>
                  <a:close/>
                  <a:moveTo>
                    <a:pt x="456968" y="1232961"/>
                  </a:moveTo>
                  <a:lnTo>
                    <a:pt x="525718" y="1211348"/>
                  </a:lnTo>
                  <a:lnTo>
                    <a:pt x="564812" y="1142311"/>
                  </a:lnTo>
                  <a:close/>
                  <a:moveTo>
                    <a:pt x="157986" y="655790"/>
                  </a:moveTo>
                  <a:lnTo>
                    <a:pt x="144887" y="620326"/>
                  </a:lnTo>
                  <a:lnTo>
                    <a:pt x="155684" y="702541"/>
                  </a:lnTo>
                  <a:close/>
                  <a:moveTo>
                    <a:pt x="356867" y="1055156"/>
                  </a:moveTo>
                  <a:lnTo>
                    <a:pt x="338042" y="1031401"/>
                  </a:lnTo>
                  <a:lnTo>
                    <a:pt x="249795" y="981520"/>
                  </a:lnTo>
                  <a:close/>
                  <a:moveTo>
                    <a:pt x="767347" y="963811"/>
                  </a:moveTo>
                  <a:lnTo>
                    <a:pt x="772396" y="930714"/>
                  </a:lnTo>
                  <a:lnTo>
                    <a:pt x="703970" y="953539"/>
                  </a:lnTo>
                  <a:close/>
                  <a:moveTo>
                    <a:pt x="418755" y="564974"/>
                  </a:moveTo>
                  <a:lnTo>
                    <a:pt x="400478" y="543453"/>
                  </a:lnTo>
                  <a:lnTo>
                    <a:pt x="317630" y="486502"/>
                  </a:lnTo>
                  <a:close/>
                  <a:moveTo>
                    <a:pt x="708735" y="850778"/>
                  </a:moveTo>
                  <a:lnTo>
                    <a:pt x="737256" y="799329"/>
                  </a:lnTo>
                  <a:lnTo>
                    <a:pt x="712180" y="751662"/>
                  </a:lnTo>
                  <a:close/>
                  <a:moveTo>
                    <a:pt x="650322" y="587231"/>
                  </a:moveTo>
                  <a:lnTo>
                    <a:pt x="656396" y="593052"/>
                  </a:lnTo>
                  <a:lnTo>
                    <a:pt x="659686" y="572764"/>
                  </a:lnTo>
                  <a:close/>
                  <a:moveTo>
                    <a:pt x="669759" y="610423"/>
                  </a:moveTo>
                  <a:lnTo>
                    <a:pt x="656396" y="593052"/>
                  </a:lnTo>
                  <a:lnTo>
                    <a:pt x="650322" y="587231"/>
                  </a:lnTo>
                  <a:close/>
                  <a:moveTo>
                    <a:pt x="400478" y="543453"/>
                  </a:moveTo>
                  <a:lnTo>
                    <a:pt x="461702" y="605054"/>
                  </a:lnTo>
                  <a:lnTo>
                    <a:pt x="427876" y="505016"/>
                  </a:lnTo>
                  <a:close/>
                  <a:moveTo>
                    <a:pt x="1225804" y="1296096"/>
                  </a:moveTo>
                  <a:lnTo>
                    <a:pt x="1349094" y="1263196"/>
                  </a:lnTo>
                  <a:lnTo>
                    <a:pt x="1278047" y="1276222"/>
                  </a:lnTo>
                  <a:close/>
                  <a:moveTo>
                    <a:pt x="650322" y="587231"/>
                  </a:moveTo>
                  <a:lnTo>
                    <a:pt x="623375" y="559305"/>
                  </a:lnTo>
                  <a:lnTo>
                    <a:pt x="669759" y="610423"/>
                  </a:lnTo>
                  <a:close/>
                  <a:moveTo>
                    <a:pt x="661900" y="488486"/>
                  </a:moveTo>
                  <a:lnTo>
                    <a:pt x="650322" y="587231"/>
                  </a:lnTo>
                  <a:lnTo>
                    <a:pt x="659686" y="572764"/>
                  </a:lnTo>
                  <a:close/>
                  <a:moveTo>
                    <a:pt x="623375" y="559305"/>
                  </a:moveTo>
                  <a:lnTo>
                    <a:pt x="650322" y="587231"/>
                  </a:lnTo>
                  <a:lnTo>
                    <a:pt x="661900" y="488486"/>
                  </a:lnTo>
                  <a:close/>
                  <a:moveTo>
                    <a:pt x="1366995" y="1124300"/>
                  </a:moveTo>
                  <a:lnTo>
                    <a:pt x="1366780" y="1179812"/>
                  </a:lnTo>
                  <a:lnTo>
                    <a:pt x="1367074" y="1206516"/>
                  </a:lnTo>
                  <a:close/>
                  <a:moveTo>
                    <a:pt x="1434974" y="1090430"/>
                  </a:moveTo>
                  <a:lnTo>
                    <a:pt x="1366780" y="1179812"/>
                  </a:lnTo>
                  <a:lnTo>
                    <a:pt x="1366995" y="1124300"/>
                  </a:lnTo>
                  <a:close/>
                  <a:moveTo>
                    <a:pt x="1240502" y="920645"/>
                  </a:moveTo>
                  <a:lnTo>
                    <a:pt x="1222683" y="921434"/>
                  </a:lnTo>
                  <a:lnTo>
                    <a:pt x="1160042" y="926426"/>
                  </a:lnTo>
                  <a:close/>
                  <a:moveTo>
                    <a:pt x="1160042" y="926426"/>
                  </a:moveTo>
                  <a:lnTo>
                    <a:pt x="1105525" y="870655"/>
                  </a:lnTo>
                  <a:lnTo>
                    <a:pt x="1240502" y="920645"/>
                  </a:lnTo>
                  <a:close/>
                  <a:moveTo>
                    <a:pt x="1415021" y="1079284"/>
                  </a:moveTo>
                  <a:lnTo>
                    <a:pt x="1449277" y="1073244"/>
                  </a:lnTo>
                  <a:lnTo>
                    <a:pt x="1468090" y="1047428"/>
                  </a:lnTo>
                  <a:close/>
                  <a:moveTo>
                    <a:pt x="1502110" y="1047428"/>
                  </a:moveTo>
                  <a:lnTo>
                    <a:pt x="1449277" y="1073244"/>
                  </a:lnTo>
                  <a:lnTo>
                    <a:pt x="1434974" y="1090430"/>
                  </a:lnTo>
                  <a:close/>
                  <a:moveTo>
                    <a:pt x="1449277" y="1073244"/>
                  </a:moveTo>
                  <a:lnTo>
                    <a:pt x="1502110" y="1047428"/>
                  </a:lnTo>
                  <a:lnTo>
                    <a:pt x="1478119" y="1036540"/>
                  </a:lnTo>
                  <a:close/>
                  <a:moveTo>
                    <a:pt x="1468090" y="1047428"/>
                  </a:moveTo>
                  <a:lnTo>
                    <a:pt x="1449277" y="1073244"/>
                  </a:lnTo>
                  <a:lnTo>
                    <a:pt x="1478119" y="1036540"/>
                  </a:lnTo>
                  <a:close/>
                  <a:moveTo>
                    <a:pt x="1502110" y="1047428"/>
                  </a:moveTo>
                  <a:lnTo>
                    <a:pt x="1599067" y="1112152"/>
                  </a:lnTo>
                  <a:lnTo>
                    <a:pt x="1568680" y="1036763"/>
                  </a:lnTo>
                  <a:close/>
                  <a:moveTo>
                    <a:pt x="1568680" y="1036763"/>
                  </a:moveTo>
                  <a:lnTo>
                    <a:pt x="1584760" y="1129643"/>
                  </a:lnTo>
                  <a:lnTo>
                    <a:pt x="1587640" y="1047428"/>
                  </a:lnTo>
                  <a:close/>
                  <a:moveTo>
                    <a:pt x="1568680" y="1036763"/>
                  </a:moveTo>
                  <a:lnTo>
                    <a:pt x="1587640" y="1047428"/>
                  </a:lnTo>
                  <a:lnTo>
                    <a:pt x="1637130" y="941614"/>
                  </a:lnTo>
                  <a:close/>
                  <a:moveTo>
                    <a:pt x="1559353" y="944254"/>
                  </a:moveTo>
                  <a:lnTo>
                    <a:pt x="1568680" y="1036763"/>
                  </a:lnTo>
                  <a:lnTo>
                    <a:pt x="1637130" y="941614"/>
                  </a:lnTo>
                  <a:close/>
                  <a:moveTo>
                    <a:pt x="1249378" y="614112"/>
                  </a:moveTo>
                  <a:lnTo>
                    <a:pt x="1295827" y="680131"/>
                  </a:lnTo>
                  <a:lnTo>
                    <a:pt x="1346583" y="695771"/>
                  </a:lnTo>
                  <a:close/>
                  <a:moveTo>
                    <a:pt x="1249378" y="614112"/>
                  </a:moveTo>
                  <a:lnTo>
                    <a:pt x="1245142" y="517464"/>
                  </a:lnTo>
                  <a:lnTo>
                    <a:pt x="1239262" y="597916"/>
                  </a:lnTo>
                  <a:close/>
                  <a:moveTo>
                    <a:pt x="1654429" y="827459"/>
                  </a:moveTo>
                  <a:lnTo>
                    <a:pt x="1570900" y="844561"/>
                  </a:lnTo>
                  <a:lnTo>
                    <a:pt x="1550600" y="813670"/>
                  </a:lnTo>
                  <a:close/>
                  <a:moveTo>
                    <a:pt x="1609633" y="540525"/>
                  </a:moveTo>
                  <a:lnTo>
                    <a:pt x="1613047" y="521043"/>
                  </a:lnTo>
                  <a:lnTo>
                    <a:pt x="1582336" y="501924"/>
                  </a:lnTo>
                  <a:close/>
                  <a:moveTo>
                    <a:pt x="1916348" y="323518"/>
                  </a:moveTo>
                  <a:lnTo>
                    <a:pt x="1884403" y="364926"/>
                  </a:lnTo>
                  <a:lnTo>
                    <a:pt x="1933514" y="333341"/>
                  </a:lnTo>
                  <a:close/>
                  <a:moveTo>
                    <a:pt x="1870637" y="361954"/>
                  </a:moveTo>
                  <a:lnTo>
                    <a:pt x="1916348" y="323518"/>
                  </a:lnTo>
                  <a:lnTo>
                    <a:pt x="1805576" y="348861"/>
                  </a:lnTo>
                  <a:close/>
                  <a:moveTo>
                    <a:pt x="1933514" y="333341"/>
                  </a:moveTo>
                  <a:lnTo>
                    <a:pt x="1884403" y="364926"/>
                  </a:lnTo>
                  <a:lnTo>
                    <a:pt x="2012359" y="349471"/>
                  </a:lnTo>
                  <a:close/>
                  <a:moveTo>
                    <a:pt x="2012359" y="349471"/>
                  </a:moveTo>
                  <a:lnTo>
                    <a:pt x="2060283" y="313445"/>
                  </a:lnTo>
                  <a:lnTo>
                    <a:pt x="1933514" y="333341"/>
                  </a:lnTo>
                  <a:close/>
                  <a:moveTo>
                    <a:pt x="2012359" y="349471"/>
                  </a:moveTo>
                  <a:lnTo>
                    <a:pt x="2094094" y="376406"/>
                  </a:lnTo>
                  <a:lnTo>
                    <a:pt x="2142901" y="343686"/>
                  </a:lnTo>
                  <a:close/>
                  <a:moveTo>
                    <a:pt x="2060283" y="313445"/>
                  </a:moveTo>
                  <a:lnTo>
                    <a:pt x="2012359" y="349471"/>
                  </a:lnTo>
                  <a:lnTo>
                    <a:pt x="2142901" y="343686"/>
                  </a:lnTo>
                  <a:close/>
                  <a:moveTo>
                    <a:pt x="2246240" y="248918"/>
                  </a:moveTo>
                  <a:lnTo>
                    <a:pt x="2142901" y="343686"/>
                  </a:lnTo>
                  <a:lnTo>
                    <a:pt x="2218271" y="346823"/>
                  </a:lnTo>
                  <a:close/>
                  <a:moveTo>
                    <a:pt x="2246240" y="248918"/>
                  </a:moveTo>
                  <a:lnTo>
                    <a:pt x="2289224" y="274565"/>
                  </a:lnTo>
                  <a:lnTo>
                    <a:pt x="2244375" y="229220"/>
                  </a:lnTo>
                  <a:close/>
                  <a:moveTo>
                    <a:pt x="1997662" y="38437"/>
                  </a:moveTo>
                  <a:lnTo>
                    <a:pt x="2037692" y="0"/>
                  </a:lnTo>
                  <a:lnTo>
                    <a:pt x="1985825" y="35059"/>
                  </a:lnTo>
                  <a:close/>
                  <a:moveTo>
                    <a:pt x="2304088" y="162389"/>
                  </a:moveTo>
                  <a:lnTo>
                    <a:pt x="2244375" y="229220"/>
                  </a:lnTo>
                  <a:lnTo>
                    <a:pt x="2303005" y="169769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52" name="Candidate_density__2151">
              <a:extLst>
                <a:ext uri="{FF2B5EF4-FFF2-40B4-BE49-F238E27FC236}">
                  <a16:creationId xmlns:a16="http://schemas.microsoft.com/office/drawing/2014/main" id="{01CE67D5-4DE5-AC39-4F3A-17121B7C3219}"/>
                </a:ext>
              </a:extLst>
            </p:cNvPr>
            <p:cNvSpPr>
              <a:spLocks noGrp="1"/>
            </p:cNvSpPr>
            <p:nvPr/>
          </p:nvSpPr>
          <p:spPr>
            <a:xfrm>
              <a:off x="3594343" y="1980544"/>
              <a:ext cx="2380207" cy="1517470"/>
            </a:xfrm>
            <a:custGeom>
              <a:avLst/>
              <a:gdLst/>
              <a:ahLst/>
              <a:cxnLst/>
              <a:rect l="0" t="0" r="0" b="0"/>
              <a:pathLst>
                <a:path w="2380207" h="1517470">
                  <a:moveTo>
                    <a:pt x="428237" y="1494079"/>
                  </a:moveTo>
                  <a:lnTo>
                    <a:pt x="518875" y="1458472"/>
                  </a:lnTo>
                  <a:lnTo>
                    <a:pt x="392900" y="1465492"/>
                  </a:lnTo>
                  <a:close/>
                  <a:moveTo>
                    <a:pt x="392900" y="1465492"/>
                  </a:moveTo>
                  <a:lnTo>
                    <a:pt x="518875" y="1458472"/>
                  </a:lnTo>
                  <a:lnTo>
                    <a:pt x="522005" y="1454336"/>
                  </a:lnTo>
                  <a:close/>
                  <a:moveTo>
                    <a:pt x="277377" y="1312228"/>
                  </a:moveTo>
                  <a:lnTo>
                    <a:pt x="296162" y="1218072"/>
                  </a:lnTo>
                  <a:lnTo>
                    <a:pt x="196015" y="1247434"/>
                  </a:lnTo>
                  <a:close/>
                  <a:moveTo>
                    <a:pt x="196015" y="1247434"/>
                  </a:moveTo>
                  <a:lnTo>
                    <a:pt x="296162" y="1218072"/>
                  </a:lnTo>
                  <a:lnTo>
                    <a:pt x="246535" y="1196917"/>
                  </a:lnTo>
                  <a:close/>
                  <a:moveTo>
                    <a:pt x="0" y="1000788"/>
                  </a:moveTo>
                  <a:lnTo>
                    <a:pt x="65037" y="1075639"/>
                  </a:lnTo>
                  <a:lnTo>
                    <a:pt x="81826" y="1044567"/>
                  </a:lnTo>
                  <a:close/>
                  <a:moveTo>
                    <a:pt x="554223" y="1359589"/>
                  </a:moveTo>
                  <a:lnTo>
                    <a:pt x="522005" y="1454336"/>
                  </a:lnTo>
                  <a:lnTo>
                    <a:pt x="629849" y="1363686"/>
                  </a:lnTo>
                  <a:close/>
                  <a:moveTo>
                    <a:pt x="629849" y="1363686"/>
                  </a:moveTo>
                  <a:lnTo>
                    <a:pt x="590755" y="1432723"/>
                  </a:lnTo>
                  <a:lnTo>
                    <a:pt x="711754" y="1391257"/>
                  </a:lnTo>
                  <a:close/>
                  <a:moveTo>
                    <a:pt x="480111" y="1189709"/>
                  </a:moveTo>
                  <a:lnTo>
                    <a:pt x="419613" y="1291212"/>
                  </a:lnTo>
                  <a:lnTo>
                    <a:pt x="421904" y="1276530"/>
                  </a:lnTo>
                  <a:close/>
                  <a:moveTo>
                    <a:pt x="738885" y="1300700"/>
                  </a:moveTo>
                  <a:lnTo>
                    <a:pt x="711754" y="1391257"/>
                  </a:lnTo>
                  <a:lnTo>
                    <a:pt x="809648" y="1296554"/>
                  </a:lnTo>
                  <a:close/>
                  <a:moveTo>
                    <a:pt x="651845" y="1310869"/>
                  </a:moveTo>
                  <a:lnTo>
                    <a:pt x="554223" y="135958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567875" y="1318543"/>
                  </a:lnTo>
                  <a:lnTo>
                    <a:pt x="554223" y="1359589"/>
                  </a:lnTo>
                  <a:close/>
                  <a:moveTo>
                    <a:pt x="663231" y="1273296"/>
                  </a:moveTo>
                  <a:lnTo>
                    <a:pt x="583060" y="1214339"/>
                  </a:lnTo>
                  <a:lnTo>
                    <a:pt x="651845" y="1310869"/>
                  </a:lnTo>
                  <a:close/>
                  <a:moveTo>
                    <a:pt x="738885" y="1300700"/>
                  </a:moveTo>
                  <a:lnTo>
                    <a:pt x="629849" y="1363686"/>
                  </a:lnTo>
                  <a:lnTo>
                    <a:pt x="711754" y="1391257"/>
                  </a:lnTo>
                  <a:close/>
                  <a:moveTo>
                    <a:pt x="738885" y="1300700"/>
                  </a:moveTo>
                  <a:lnTo>
                    <a:pt x="651845" y="131086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738885" y="130070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742115" y="128957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809648" y="1296554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742115" y="1289570"/>
                  </a:lnTo>
                  <a:lnTo>
                    <a:pt x="819903" y="1295425"/>
                  </a:lnTo>
                  <a:close/>
                  <a:moveTo>
                    <a:pt x="832384" y="1185186"/>
                  </a:moveTo>
                  <a:lnTo>
                    <a:pt x="769097" y="1176045"/>
                  </a:lnTo>
                  <a:lnTo>
                    <a:pt x="819903" y="1295425"/>
                  </a:lnTo>
                  <a:close/>
                  <a:moveTo>
                    <a:pt x="769097" y="1176045"/>
                  </a:moveTo>
                  <a:lnTo>
                    <a:pt x="663231" y="1273296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832384" y="1185186"/>
                  </a:lnTo>
                  <a:lnTo>
                    <a:pt x="769007" y="1174914"/>
                  </a:lnTo>
                  <a:close/>
                  <a:moveTo>
                    <a:pt x="465515" y="764828"/>
                  </a:moveTo>
                  <a:lnTo>
                    <a:pt x="483792" y="786348"/>
                  </a:lnTo>
                  <a:lnTo>
                    <a:pt x="526739" y="826429"/>
                  </a:lnTo>
                  <a:close/>
                  <a:moveTo>
                    <a:pt x="696948" y="1093688"/>
                  </a:moveTo>
                  <a:lnTo>
                    <a:pt x="773772" y="1072152"/>
                  </a:lnTo>
                  <a:lnTo>
                    <a:pt x="774895" y="981724"/>
                  </a:lnTo>
                  <a:close/>
                  <a:moveTo>
                    <a:pt x="662649" y="1055916"/>
                  </a:moveTo>
                  <a:lnTo>
                    <a:pt x="696948" y="1093688"/>
                  </a:lnTo>
                  <a:lnTo>
                    <a:pt x="774895" y="981724"/>
                  </a:lnTo>
                  <a:close/>
                  <a:moveTo>
                    <a:pt x="843907" y="1075725"/>
                  </a:moveTo>
                  <a:lnTo>
                    <a:pt x="769007" y="1174914"/>
                  </a:lnTo>
                  <a:lnTo>
                    <a:pt x="837433" y="1152088"/>
                  </a:lnTo>
                  <a:close/>
                  <a:moveTo>
                    <a:pt x="843907" y="1075725"/>
                  </a:moveTo>
                  <a:lnTo>
                    <a:pt x="773772" y="1072152"/>
                  </a:lnTo>
                  <a:lnTo>
                    <a:pt x="769007" y="1174914"/>
                  </a:lnTo>
                  <a:close/>
                  <a:moveTo>
                    <a:pt x="843907" y="1075725"/>
                  </a:moveTo>
                  <a:lnTo>
                    <a:pt x="802292" y="1020703"/>
                  </a:lnTo>
                  <a:lnTo>
                    <a:pt x="773772" y="1072152"/>
                  </a:lnTo>
                  <a:close/>
                  <a:moveTo>
                    <a:pt x="526739" y="826429"/>
                  </a:moveTo>
                  <a:lnTo>
                    <a:pt x="548508" y="847043"/>
                  </a:lnTo>
                  <a:lnTo>
                    <a:pt x="571484" y="815148"/>
                  </a:lnTo>
                  <a:close/>
                  <a:moveTo>
                    <a:pt x="1246332" y="1466327"/>
                  </a:moveTo>
                  <a:lnTo>
                    <a:pt x="1252756" y="1486168"/>
                  </a:lnTo>
                  <a:lnTo>
                    <a:pt x="1290840" y="1517470"/>
                  </a:lnTo>
                  <a:close/>
                  <a:moveTo>
                    <a:pt x="1281453" y="1427890"/>
                  </a:moveTo>
                  <a:lnTo>
                    <a:pt x="1290840" y="1517470"/>
                  </a:lnTo>
                  <a:lnTo>
                    <a:pt x="1343084" y="1497596"/>
                  </a:lnTo>
                  <a:close/>
                  <a:moveTo>
                    <a:pt x="661256" y="702665"/>
                  </a:moveTo>
                  <a:lnTo>
                    <a:pt x="688411" y="780680"/>
                  </a:lnTo>
                  <a:lnTo>
                    <a:pt x="726936" y="709860"/>
                  </a:lnTo>
                  <a:close/>
                  <a:moveTo>
                    <a:pt x="1170562" y="1092029"/>
                  </a:moveTo>
                  <a:lnTo>
                    <a:pt x="1184966" y="1099029"/>
                  </a:lnTo>
                  <a:lnTo>
                    <a:pt x="1305538" y="1142020"/>
                  </a:lnTo>
                  <a:close/>
                  <a:moveTo>
                    <a:pt x="1305538" y="1142020"/>
                  </a:moveTo>
                  <a:lnTo>
                    <a:pt x="1323952" y="1027918"/>
                  </a:lnTo>
                  <a:lnTo>
                    <a:pt x="1287720" y="1142809"/>
                  </a:lnTo>
                  <a:close/>
                  <a:moveTo>
                    <a:pt x="1287720" y="1142809"/>
                  </a:moveTo>
                  <a:lnTo>
                    <a:pt x="1323952" y="1027918"/>
                  </a:lnTo>
                  <a:lnTo>
                    <a:pt x="1312570" y="1022157"/>
                  </a:lnTo>
                  <a:close/>
                  <a:moveTo>
                    <a:pt x="1323952" y="1027918"/>
                  </a:moveTo>
                  <a:lnTo>
                    <a:pt x="1305538" y="1142020"/>
                  </a:lnTo>
                  <a:lnTo>
                    <a:pt x="1342832" y="1022157"/>
                  </a:lnTo>
                  <a:close/>
                  <a:moveTo>
                    <a:pt x="1323952" y="1027918"/>
                  </a:moveTo>
                  <a:lnTo>
                    <a:pt x="1342832" y="1022157"/>
                  </a:lnTo>
                  <a:lnTo>
                    <a:pt x="1328173" y="1011445"/>
                  </a:lnTo>
                  <a:close/>
                  <a:moveTo>
                    <a:pt x="1312570" y="1022157"/>
                  </a:moveTo>
                  <a:lnTo>
                    <a:pt x="1323952" y="1027918"/>
                  </a:lnTo>
                  <a:lnTo>
                    <a:pt x="1328173" y="1011445"/>
                  </a:lnTo>
                  <a:close/>
                  <a:moveTo>
                    <a:pt x="1633717" y="1258138"/>
                  </a:moveTo>
                  <a:lnTo>
                    <a:pt x="1543156" y="1257914"/>
                  </a:lnTo>
                  <a:lnTo>
                    <a:pt x="1567147" y="1268802"/>
                  </a:lnTo>
                  <a:close/>
                  <a:moveTo>
                    <a:pt x="1546990" y="1167960"/>
                  </a:moveTo>
                  <a:lnTo>
                    <a:pt x="1543156" y="1257914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546990" y="1167960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630119" y="1089197"/>
                  </a:lnTo>
                  <a:lnTo>
                    <a:pt x="1546990" y="1167960"/>
                  </a:lnTo>
                  <a:close/>
                  <a:moveTo>
                    <a:pt x="1342832" y="1022157"/>
                  </a:moveTo>
                  <a:lnTo>
                    <a:pt x="1384388" y="1104372"/>
                  </a:lnTo>
                  <a:lnTo>
                    <a:pt x="1447327" y="1088300"/>
                  </a:lnTo>
                  <a:close/>
                  <a:moveTo>
                    <a:pt x="1411620" y="917145"/>
                  </a:moveTo>
                  <a:lnTo>
                    <a:pt x="1360863" y="901505"/>
                  </a:lnTo>
                  <a:lnTo>
                    <a:pt x="1328173" y="1011445"/>
                  </a:lnTo>
                  <a:close/>
                  <a:moveTo>
                    <a:pt x="1404106" y="823163"/>
                  </a:moveTo>
                  <a:lnTo>
                    <a:pt x="1310179" y="738838"/>
                  </a:lnTo>
                  <a:lnTo>
                    <a:pt x="1314415" y="835487"/>
                  </a:lnTo>
                  <a:close/>
                  <a:moveTo>
                    <a:pt x="1310179" y="738838"/>
                  </a:moveTo>
                  <a:lnTo>
                    <a:pt x="1298039" y="737075"/>
                  </a:lnTo>
                  <a:lnTo>
                    <a:pt x="1304299" y="819291"/>
                  </a:lnTo>
                  <a:close/>
                  <a:moveTo>
                    <a:pt x="1603923" y="1121675"/>
                  </a:moveTo>
                  <a:lnTo>
                    <a:pt x="1630119" y="1089197"/>
                  </a:lnTo>
                  <a:lnTo>
                    <a:pt x="1657813" y="1138455"/>
                  </a:lnTo>
                  <a:close/>
                  <a:moveTo>
                    <a:pt x="1630119" y="1089197"/>
                  </a:moveTo>
                  <a:lnTo>
                    <a:pt x="1635937" y="1065936"/>
                  </a:lnTo>
                  <a:lnTo>
                    <a:pt x="1657813" y="1138455"/>
                  </a:lnTo>
                  <a:close/>
                  <a:moveTo>
                    <a:pt x="1649694" y="945284"/>
                  </a:moveTo>
                  <a:lnTo>
                    <a:pt x="1630739" y="983720"/>
                  </a:lnTo>
                  <a:lnTo>
                    <a:pt x="1719466" y="1048833"/>
                  </a:lnTo>
                  <a:close/>
                  <a:moveTo>
                    <a:pt x="1615636" y="1035045"/>
                  </a:moveTo>
                  <a:lnTo>
                    <a:pt x="1649603" y="946840"/>
                  </a:lnTo>
                  <a:lnTo>
                    <a:pt x="1719466" y="1048833"/>
                  </a:lnTo>
                  <a:close/>
                  <a:moveTo>
                    <a:pt x="1506245" y="800717"/>
                  </a:moveTo>
                  <a:lnTo>
                    <a:pt x="1590977" y="792424"/>
                  </a:lnTo>
                  <a:lnTo>
                    <a:pt x="1519507" y="739088"/>
                  </a:lnTo>
                  <a:close/>
                  <a:moveTo>
                    <a:pt x="1590977" y="792424"/>
                  </a:moveTo>
                  <a:lnTo>
                    <a:pt x="1599610" y="759923"/>
                  </a:lnTo>
                  <a:lnTo>
                    <a:pt x="1519507" y="739088"/>
                  </a:lnTo>
                  <a:close/>
                  <a:moveTo>
                    <a:pt x="1436163" y="706137"/>
                  </a:moveTo>
                  <a:lnTo>
                    <a:pt x="1553869" y="660202"/>
                  </a:lnTo>
                  <a:lnTo>
                    <a:pt x="1438095" y="695437"/>
                  </a:lnTo>
                  <a:close/>
                  <a:moveTo>
                    <a:pt x="1556497" y="662187"/>
                  </a:moveTo>
                  <a:lnTo>
                    <a:pt x="1553869" y="660202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56497" y="662187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99610" y="759923"/>
                  </a:lnTo>
                  <a:lnTo>
                    <a:pt x="1647373" y="723298"/>
                  </a:lnTo>
                  <a:close/>
                  <a:moveTo>
                    <a:pt x="1556497" y="662187"/>
                  </a:moveTo>
                  <a:lnTo>
                    <a:pt x="1519507" y="739088"/>
                  </a:lnTo>
                  <a:lnTo>
                    <a:pt x="1647373" y="723298"/>
                  </a:lnTo>
                  <a:close/>
                  <a:moveTo>
                    <a:pt x="1647373" y="723298"/>
                  </a:moveTo>
                  <a:lnTo>
                    <a:pt x="1678084" y="742418"/>
                  </a:lnTo>
                  <a:lnTo>
                    <a:pt x="1664195" y="732899"/>
                  </a:lnTo>
                  <a:close/>
                  <a:moveTo>
                    <a:pt x="1843769" y="583329"/>
                  </a:moveTo>
                  <a:lnTo>
                    <a:pt x="1864286" y="591320"/>
                  </a:lnTo>
                  <a:lnTo>
                    <a:pt x="1870612" y="570235"/>
                  </a:lnTo>
                  <a:close/>
                  <a:moveTo>
                    <a:pt x="1981384" y="544893"/>
                  </a:moveTo>
                  <a:lnTo>
                    <a:pt x="1907804" y="494085"/>
                  </a:lnTo>
                  <a:lnTo>
                    <a:pt x="1870612" y="570235"/>
                  </a:lnTo>
                  <a:close/>
                  <a:moveTo>
                    <a:pt x="2311277" y="470293"/>
                  </a:moveTo>
                  <a:lnTo>
                    <a:pt x="2238367" y="468974"/>
                  </a:lnTo>
                  <a:lnTo>
                    <a:pt x="2207938" y="565060"/>
                  </a:lnTo>
                  <a:close/>
                  <a:moveTo>
                    <a:pt x="2311277" y="470293"/>
                  </a:moveTo>
                  <a:lnTo>
                    <a:pt x="2309412" y="450595"/>
                  </a:lnTo>
                  <a:lnTo>
                    <a:pt x="2238395" y="463733"/>
                  </a:lnTo>
                  <a:close/>
                  <a:moveTo>
                    <a:pt x="2000603" y="240812"/>
                  </a:moveTo>
                  <a:lnTo>
                    <a:pt x="2053622" y="266754"/>
                  </a:lnTo>
                  <a:lnTo>
                    <a:pt x="2038934" y="259811"/>
                  </a:lnTo>
                  <a:close/>
                  <a:moveTo>
                    <a:pt x="2062698" y="259811"/>
                  </a:moveTo>
                  <a:lnTo>
                    <a:pt x="2195135" y="301989"/>
                  </a:lnTo>
                  <a:lnTo>
                    <a:pt x="2102728" y="221375"/>
                  </a:lnTo>
                  <a:close/>
                  <a:moveTo>
                    <a:pt x="2062698" y="259811"/>
                  </a:moveTo>
                  <a:lnTo>
                    <a:pt x="2053622" y="266754"/>
                  </a:lnTo>
                  <a:lnTo>
                    <a:pt x="2104768" y="316813"/>
                  </a:lnTo>
                  <a:close/>
                  <a:moveTo>
                    <a:pt x="2012859" y="177808"/>
                  </a:moveTo>
                  <a:lnTo>
                    <a:pt x="2038934" y="259811"/>
                  </a:lnTo>
                  <a:lnTo>
                    <a:pt x="2050861" y="256434"/>
                  </a:lnTo>
                  <a:close/>
                  <a:moveTo>
                    <a:pt x="2102728" y="221375"/>
                  </a:moveTo>
                  <a:lnTo>
                    <a:pt x="2097834" y="216855"/>
                  </a:lnTo>
                  <a:lnTo>
                    <a:pt x="2050861" y="256434"/>
                  </a:lnTo>
                  <a:close/>
                  <a:moveTo>
                    <a:pt x="2304586" y="375640"/>
                  </a:moveTo>
                  <a:lnTo>
                    <a:pt x="2238395" y="463733"/>
                  </a:lnTo>
                  <a:lnTo>
                    <a:pt x="2309412" y="450595"/>
                  </a:lnTo>
                  <a:close/>
                  <a:moveTo>
                    <a:pt x="2369124" y="383764"/>
                  </a:moveTo>
                  <a:lnTo>
                    <a:pt x="2304586" y="375640"/>
                  </a:lnTo>
                  <a:lnTo>
                    <a:pt x="2309412" y="450595"/>
                  </a:lnTo>
                  <a:close/>
                  <a:moveTo>
                    <a:pt x="2304586" y="375640"/>
                  </a:moveTo>
                  <a:lnTo>
                    <a:pt x="2369124" y="383764"/>
                  </a:lnTo>
                  <a:lnTo>
                    <a:pt x="2380207" y="274661"/>
                  </a:lnTo>
                  <a:close/>
                  <a:moveTo>
                    <a:pt x="2304586" y="375640"/>
                  </a:moveTo>
                  <a:lnTo>
                    <a:pt x="2380207" y="274661"/>
                  </a:lnTo>
                  <a:lnTo>
                    <a:pt x="2306921" y="273649"/>
                  </a:lnTo>
                  <a:close/>
                  <a:moveTo>
                    <a:pt x="2380207" y="274661"/>
                  </a:moveTo>
                  <a:lnTo>
                    <a:pt x="2370597" y="185498"/>
                  </a:lnTo>
                  <a:lnTo>
                    <a:pt x="2309098" y="234219"/>
                  </a:lnTo>
                  <a:close/>
                  <a:moveTo>
                    <a:pt x="2216638" y="86272"/>
                  </a:moveTo>
                  <a:lnTo>
                    <a:pt x="2280747" y="94744"/>
                  </a:lnTo>
                  <a:lnTo>
                    <a:pt x="227416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53" name="Candidate_density__2152">
              <a:extLst>
                <a:ext uri="{FF2B5EF4-FFF2-40B4-BE49-F238E27FC236}">
                  <a16:creationId xmlns:a16="http://schemas.microsoft.com/office/drawing/2014/main" id="{204C6DD6-4EEE-E667-9962-76E6FD115EE4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413814" cy="1614813"/>
            </a:xfrm>
            <a:custGeom>
              <a:avLst/>
              <a:gdLst/>
              <a:ahLst/>
              <a:cxnLst/>
              <a:rect l="0" t="0" r="0" b="0"/>
              <a:pathLst>
                <a:path w="2413814" h="1614813">
                  <a:moveTo>
                    <a:pt x="426507" y="1562834"/>
                  </a:moveTo>
                  <a:lnTo>
                    <a:pt x="555612" y="1551678"/>
                  </a:lnTo>
                  <a:lnTo>
                    <a:pt x="459705" y="1471757"/>
                  </a:lnTo>
                  <a:close/>
                  <a:moveTo>
                    <a:pt x="329769" y="1315414"/>
                  </a:moveTo>
                  <a:lnTo>
                    <a:pt x="310983" y="1409570"/>
                  </a:lnTo>
                  <a:lnTo>
                    <a:pt x="422125" y="1401015"/>
                  </a:lnTo>
                  <a:close/>
                  <a:moveTo>
                    <a:pt x="65334" y="1059694"/>
                  </a:moveTo>
                  <a:lnTo>
                    <a:pt x="33607" y="1098131"/>
                  </a:lnTo>
                  <a:lnTo>
                    <a:pt x="115433" y="1141909"/>
                  </a:lnTo>
                  <a:close/>
                  <a:moveTo>
                    <a:pt x="65334" y="1059694"/>
                  </a:moveTo>
                  <a:lnTo>
                    <a:pt x="0" y="1015916"/>
                  </a:lnTo>
                  <a:lnTo>
                    <a:pt x="33607" y="1098131"/>
                  </a:lnTo>
                  <a:close/>
                  <a:moveTo>
                    <a:pt x="587829" y="1456931"/>
                  </a:moveTo>
                  <a:lnTo>
                    <a:pt x="533196" y="1432333"/>
                  </a:lnTo>
                  <a:lnTo>
                    <a:pt x="459705" y="1471757"/>
                  </a:lnTo>
                  <a:close/>
                  <a:moveTo>
                    <a:pt x="555612" y="1551678"/>
                  </a:moveTo>
                  <a:lnTo>
                    <a:pt x="587829" y="1456931"/>
                  </a:lnTo>
                  <a:lnTo>
                    <a:pt x="459705" y="1471757"/>
                  </a:lnTo>
                  <a:close/>
                  <a:moveTo>
                    <a:pt x="329322" y="1047728"/>
                  </a:moveTo>
                  <a:lnTo>
                    <a:pt x="304812" y="1035427"/>
                  </a:lnTo>
                  <a:lnTo>
                    <a:pt x="254327" y="1021258"/>
                  </a:lnTo>
                  <a:close/>
                  <a:moveTo>
                    <a:pt x="465551" y="1065433"/>
                  </a:moveTo>
                  <a:lnTo>
                    <a:pt x="378007" y="1021258"/>
                  </a:lnTo>
                  <a:lnTo>
                    <a:pt x="383719" y="1035909"/>
                  </a:lnTo>
                  <a:close/>
                  <a:moveTo>
                    <a:pt x="383719" y="1035909"/>
                  </a:moveTo>
                  <a:lnTo>
                    <a:pt x="378007" y="1021258"/>
                  </a:lnTo>
                  <a:lnTo>
                    <a:pt x="329322" y="1047728"/>
                  </a:lnTo>
                  <a:close/>
                  <a:moveTo>
                    <a:pt x="465551" y="1065433"/>
                  </a:moveTo>
                  <a:lnTo>
                    <a:pt x="383719" y="1035909"/>
                  </a:lnTo>
                  <a:lnTo>
                    <a:pt x="463167" y="1065036"/>
                  </a:lnTo>
                  <a:close/>
                  <a:moveTo>
                    <a:pt x="853510" y="1392767"/>
                  </a:moveTo>
                  <a:lnTo>
                    <a:pt x="775722" y="1386913"/>
                  </a:lnTo>
                  <a:lnTo>
                    <a:pt x="843255" y="1393897"/>
                  </a:lnTo>
                  <a:close/>
                  <a:moveTo>
                    <a:pt x="802614" y="1272256"/>
                  </a:moveTo>
                  <a:lnTo>
                    <a:pt x="730555" y="1191030"/>
                  </a:lnTo>
                  <a:lnTo>
                    <a:pt x="802703" y="1273387"/>
                  </a:lnTo>
                  <a:close/>
                  <a:moveTo>
                    <a:pt x="696256" y="1153258"/>
                  </a:moveTo>
                  <a:lnTo>
                    <a:pt x="635530" y="1108815"/>
                  </a:lnTo>
                  <a:lnTo>
                    <a:pt x="697636" y="1198121"/>
                  </a:lnTo>
                  <a:close/>
                  <a:moveTo>
                    <a:pt x="560346" y="923771"/>
                  </a:moveTo>
                  <a:lnTo>
                    <a:pt x="517398" y="883690"/>
                  </a:lnTo>
                  <a:lnTo>
                    <a:pt x="582115" y="944385"/>
                  </a:lnTo>
                  <a:close/>
                  <a:moveTo>
                    <a:pt x="807379" y="1169494"/>
                  </a:moveTo>
                  <a:lnTo>
                    <a:pt x="730555" y="1191030"/>
                  </a:lnTo>
                  <a:lnTo>
                    <a:pt x="802614" y="1272256"/>
                  </a:lnTo>
                  <a:close/>
                  <a:moveTo>
                    <a:pt x="582115" y="944385"/>
                  </a:moveTo>
                  <a:lnTo>
                    <a:pt x="580066" y="997501"/>
                  </a:lnTo>
                  <a:lnTo>
                    <a:pt x="605091" y="912490"/>
                  </a:lnTo>
                  <a:close/>
                  <a:moveTo>
                    <a:pt x="1315060" y="1525232"/>
                  </a:moveTo>
                  <a:lnTo>
                    <a:pt x="1279939" y="1563669"/>
                  </a:lnTo>
                  <a:lnTo>
                    <a:pt x="1324447" y="1614813"/>
                  </a:lnTo>
                  <a:close/>
                  <a:moveTo>
                    <a:pt x="1272458" y="1481454"/>
                  </a:moveTo>
                  <a:lnTo>
                    <a:pt x="1279939" y="1563669"/>
                  </a:lnTo>
                  <a:lnTo>
                    <a:pt x="1315060" y="1525232"/>
                  </a:lnTo>
                  <a:close/>
                  <a:moveTo>
                    <a:pt x="1272458" y="1481454"/>
                  </a:moveTo>
                  <a:lnTo>
                    <a:pt x="1315060" y="1525232"/>
                  </a:lnTo>
                  <a:lnTo>
                    <a:pt x="1262537" y="1443017"/>
                  </a:lnTo>
                  <a:close/>
                  <a:moveTo>
                    <a:pt x="599445" y="816988"/>
                  </a:moveTo>
                  <a:lnTo>
                    <a:pt x="694863" y="800007"/>
                  </a:lnTo>
                  <a:lnTo>
                    <a:pt x="657295" y="730457"/>
                  </a:lnTo>
                  <a:close/>
                  <a:moveTo>
                    <a:pt x="599445" y="816988"/>
                  </a:moveTo>
                  <a:lnTo>
                    <a:pt x="657295" y="730457"/>
                  </a:lnTo>
                  <a:lnTo>
                    <a:pt x="596709" y="719120"/>
                  </a:lnTo>
                  <a:close/>
                  <a:moveTo>
                    <a:pt x="694863" y="800007"/>
                  </a:moveTo>
                  <a:lnTo>
                    <a:pt x="760543" y="807202"/>
                  </a:lnTo>
                  <a:lnTo>
                    <a:pt x="719528" y="740455"/>
                  </a:lnTo>
                  <a:close/>
                  <a:moveTo>
                    <a:pt x="694863" y="800007"/>
                  </a:moveTo>
                  <a:lnTo>
                    <a:pt x="719528" y="740455"/>
                  </a:lnTo>
                  <a:lnTo>
                    <a:pt x="657295" y="730457"/>
                  </a:lnTo>
                  <a:close/>
                  <a:moveTo>
                    <a:pt x="596709" y="719120"/>
                  </a:moveTo>
                  <a:lnTo>
                    <a:pt x="657295" y="730457"/>
                  </a:lnTo>
                  <a:lnTo>
                    <a:pt x="638188" y="645898"/>
                  </a:lnTo>
                  <a:close/>
                  <a:moveTo>
                    <a:pt x="596709" y="719120"/>
                  </a:moveTo>
                  <a:lnTo>
                    <a:pt x="638188" y="645898"/>
                  </a:lnTo>
                  <a:lnTo>
                    <a:pt x="581104" y="631715"/>
                  </a:lnTo>
                  <a:close/>
                  <a:moveTo>
                    <a:pt x="1218572" y="1196372"/>
                  </a:moveTo>
                  <a:lnTo>
                    <a:pt x="1229519" y="1278587"/>
                  </a:lnTo>
                  <a:lnTo>
                    <a:pt x="1339145" y="1239362"/>
                  </a:lnTo>
                  <a:close/>
                  <a:moveTo>
                    <a:pt x="1339145" y="1239362"/>
                  </a:moveTo>
                  <a:lnTo>
                    <a:pt x="1229519" y="1278587"/>
                  </a:lnTo>
                  <a:lnTo>
                    <a:pt x="1338929" y="1240498"/>
                  </a:lnTo>
                  <a:close/>
                  <a:moveTo>
                    <a:pt x="1339145" y="1239362"/>
                  </a:moveTo>
                  <a:lnTo>
                    <a:pt x="1338929" y="1240498"/>
                  </a:lnTo>
                  <a:lnTo>
                    <a:pt x="1341033" y="1240151"/>
                  </a:lnTo>
                  <a:close/>
                  <a:moveTo>
                    <a:pt x="981881" y="829075"/>
                  </a:moveTo>
                  <a:lnTo>
                    <a:pt x="951047" y="839503"/>
                  </a:lnTo>
                  <a:lnTo>
                    <a:pt x="981313" y="848997"/>
                  </a:lnTo>
                  <a:close/>
                  <a:moveTo>
                    <a:pt x="1376439" y="1119499"/>
                  </a:moveTo>
                  <a:lnTo>
                    <a:pt x="1339145" y="1239362"/>
                  </a:lnTo>
                  <a:lnTo>
                    <a:pt x="1341033" y="1240151"/>
                  </a:lnTo>
                  <a:close/>
                  <a:moveTo>
                    <a:pt x="1376439" y="1119499"/>
                  </a:moveTo>
                  <a:lnTo>
                    <a:pt x="1341033" y="1240151"/>
                  </a:lnTo>
                  <a:lnTo>
                    <a:pt x="1417995" y="1201715"/>
                  </a:lnTo>
                  <a:close/>
                  <a:moveTo>
                    <a:pt x="1480934" y="1185642"/>
                  </a:moveTo>
                  <a:lnTo>
                    <a:pt x="1580597" y="1265303"/>
                  </a:lnTo>
                  <a:lnTo>
                    <a:pt x="1498903" y="1201715"/>
                  </a:lnTo>
                  <a:close/>
                  <a:moveTo>
                    <a:pt x="1580597" y="1265303"/>
                  </a:moveTo>
                  <a:lnTo>
                    <a:pt x="1663726" y="1186539"/>
                  </a:lnTo>
                  <a:lnTo>
                    <a:pt x="1552409" y="1201715"/>
                  </a:lnTo>
                  <a:close/>
                  <a:moveTo>
                    <a:pt x="1463645" y="1099606"/>
                  </a:moveTo>
                  <a:lnTo>
                    <a:pt x="1376439" y="1119499"/>
                  </a:lnTo>
                  <a:lnTo>
                    <a:pt x="1480934" y="1185642"/>
                  </a:lnTo>
                  <a:close/>
                  <a:moveTo>
                    <a:pt x="1480934" y="1185642"/>
                  </a:moveTo>
                  <a:lnTo>
                    <a:pt x="1498903" y="1201715"/>
                  </a:lnTo>
                  <a:lnTo>
                    <a:pt x="1539253" y="1098730"/>
                  </a:lnTo>
                  <a:close/>
                  <a:moveTo>
                    <a:pt x="1463645" y="1099606"/>
                  </a:moveTo>
                  <a:lnTo>
                    <a:pt x="1480934" y="1185642"/>
                  </a:lnTo>
                  <a:lnTo>
                    <a:pt x="1539253" y="1098730"/>
                  </a:lnTo>
                  <a:close/>
                  <a:moveTo>
                    <a:pt x="1361780" y="1108788"/>
                  </a:moveTo>
                  <a:lnTo>
                    <a:pt x="1376439" y="1119499"/>
                  </a:lnTo>
                  <a:lnTo>
                    <a:pt x="1463645" y="1099606"/>
                  </a:lnTo>
                  <a:close/>
                  <a:moveTo>
                    <a:pt x="1463645" y="1099606"/>
                  </a:moveTo>
                  <a:lnTo>
                    <a:pt x="1445227" y="1014488"/>
                  </a:lnTo>
                  <a:lnTo>
                    <a:pt x="1361780" y="1108788"/>
                  </a:lnTo>
                  <a:close/>
                  <a:moveTo>
                    <a:pt x="1539253" y="1098730"/>
                  </a:moveTo>
                  <a:lnTo>
                    <a:pt x="1519359" y="998848"/>
                  </a:lnTo>
                  <a:lnTo>
                    <a:pt x="1445227" y="1014488"/>
                  </a:lnTo>
                  <a:close/>
                  <a:moveTo>
                    <a:pt x="1539253" y="1098730"/>
                  </a:moveTo>
                  <a:lnTo>
                    <a:pt x="1445227" y="1014488"/>
                  </a:lnTo>
                  <a:lnTo>
                    <a:pt x="1463645" y="1099606"/>
                  </a:lnTo>
                  <a:close/>
                  <a:moveTo>
                    <a:pt x="1519359" y="998848"/>
                  </a:moveTo>
                  <a:lnTo>
                    <a:pt x="1453906" y="916633"/>
                  </a:lnTo>
                  <a:lnTo>
                    <a:pt x="1445227" y="1014488"/>
                  </a:lnTo>
                  <a:close/>
                  <a:moveTo>
                    <a:pt x="1453906" y="916633"/>
                  </a:moveTo>
                  <a:lnTo>
                    <a:pt x="1437712" y="920505"/>
                  </a:lnTo>
                  <a:lnTo>
                    <a:pt x="1445227" y="1014488"/>
                  </a:lnTo>
                  <a:close/>
                  <a:moveTo>
                    <a:pt x="1348022" y="932829"/>
                  </a:moveTo>
                  <a:lnTo>
                    <a:pt x="1445227" y="1014488"/>
                  </a:lnTo>
                  <a:lnTo>
                    <a:pt x="1437712" y="920505"/>
                  </a:lnTo>
                  <a:close/>
                  <a:moveTo>
                    <a:pt x="1440646" y="909796"/>
                  </a:moveTo>
                  <a:lnTo>
                    <a:pt x="1348446" y="834417"/>
                  </a:lnTo>
                  <a:lnTo>
                    <a:pt x="1437712" y="920505"/>
                  </a:lnTo>
                  <a:close/>
                  <a:moveTo>
                    <a:pt x="1437712" y="920505"/>
                  </a:moveTo>
                  <a:lnTo>
                    <a:pt x="1348446" y="834417"/>
                  </a:lnTo>
                  <a:lnTo>
                    <a:pt x="1343786" y="836180"/>
                  </a:lnTo>
                  <a:close/>
                  <a:moveTo>
                    <a:pt x="1440646" y="909796"/>
                  </a:moveTo>
                  <a:lnTo>
                    <a:pt x="1437712" y="920505"/>
                  </a:lnTo>
                  <a:lnTo>
                    <a:pt x="1453906" y="916633"/>
                  </a:lnTo>
                  <a:close/>
                  <a:moveTo>
                    <a:pt x="1345265" y="831837"/>
                  </a:moveTo>
                  <a:lnTo>
                    <a:pt x="1343786" y="836180"/>
                  </a:lnTo>
                  <a:lnTo>
                    <a:pt x="1348446" y="834417"/>
                  </a:lnTo>
                  <a:close/>
                  <a:moveTo>
                    <a:pt x="1331646" y="834417"/>
                  </a:moveTo>
                  <a:lnTo>
                    <a:pt x="1343786" y="836180"/>
                  </a:lnTo>
                  <a:lnTo>
                    <a:pt x="1345265" y="831837"/>
                  </a:lnTo>
                  <a:close/>
                  <a:moveTo>
                    <a:pt x="1647149" y="1163278"/>
                  </a:moveTo>
                  <a:lnTo>
                    <a:pt x="1663726" y="1186539"/>
                  </a:lnTo>
                  <a:lnTo>
                    <a:pt x="1679199" y="1124841"/>
                  </a:lnTo>
                  <a:close/>
                  <a:moveTo>
                    <a:pt x="1453906" y="916633"/>
                  </a:moveTo>
                  <a:lnTo>
                    <a:pt x="1547296" y="992099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19359" y="998848"/>
                  </a:lnTo>
                  <a:lnTo>
                    <a:pt x="1547296" y="992099"/>
                  </a:lnTo>
                  <a:close/>
                  <a:moveTo>
                    <a:pt x="1547296" y="992099"/>
                  </a:moveTo>
                  <a:lnTo>
                    <a:pt x="1624584" y="889766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39852" y="898059"/>
                  </a:lnTo>
                  <a:lnTo>
                    <a:pt x="1440646" y="909796"/>
                  </a:lnTo>
                  <a:close/>
                  <a:moveTo>
                    <a:pt x="1440646" y="909796"/>
                  </a:moveTo>
                  <a:lnTo>
                    <a:pt x="1539852" y="898059"/>
                  </a:lnTo>
                  <a:lnTo>
                    <a:pt x="1553113" y="836431"/>
                  </a:lnTo>
                  <a:close/>
                  <a:moveTo>
                    <a:pt x="1440646" y="909796"/>
                  </a:moveTo>
                  <a:lnTo>
                    <a:pt x="1553113" y="836431"/>
                  </a:lnTo>
                  <a:lnTo>
                    <a:pt x="1469769" y="803479"/>
                  </a:lnTo>
                  <a:close/>
                  <a:moveTo>
                    <a:pt x="1331646" y="834417"/>
                  </a:moveTo>
                  <a:lnTo>
                    <a:pt x="1345265" y="831837"/>
                  </a:lnTo>
                  <a:lnTo>
                    <a:pt x="1381033" y="750366"/>
                  </a:lnTo>
                  <a:close/>
                  <a:moveTo>
                    <a:pt x="1454855" y="795981"/>
                  </a:moveTo>
                  <a:lnTo>
                    <a:pt x="1440646" y="909796"/>
                  </a:lnTo>
                  <a:lnTo>
                    <a:pt x="1469769" y="803479"/>
                  </a:lnTo>
                  <a:close/>
                  <a:moveTo>
                    <a:pt x="1454855" y="795981"/>
                  </a:moveTo>
                  <a:lnTo>
                    <a:pt x="1348446" y="834417"/>
                  </a:lnTo>
                  <a:lnTo>
                    <a:pt x="1440646" y="909796"/>
                  </a:lnTo>
                  <a:close/>
                  <a:moveTo>
                    <a:pt x="1348446" y="834417"/>
                  </a:moveTo>
                  <a:lnTo>
                    <a:pt x="1454855" y="795981"/>
                  </a:lnTo>
                  <a:lnTo>
                    <a:pt x="1345265" y="831837"/>
                  </a:lnTo>
                  <a:close/>
                  <a:moveTo>
                    <a:pt x="1454855" y="795981"/>
                  </a:moveTo>
                  <a:lnTo>
                    <a:pt x="1381033" y="750366"/>
                  </a:lnTo>
                  <a:lnTo>
                    <a:pt x="1345265" y="831837"/>
                  </a:lnTo>
                  <a:close/>
                  <a:moveTo>
                    <a:pt x="1736146" y="963442"/>
                  </a:moveTo>
                  <a:lnTo>
                    <a:pt x="1683301" y="1042626"/>
                  </a:lnTo>
                  <a:lnTo>
                    <a:pt x="1784887" y="930475"/>
                  </a:lnTo>
                  <a:close/>
                  <a:moveTo>
                    <a:pt x="1471702" y="792779"/>
                  </a:moveTo>
                  <a:lnTo>
                    <a:pt x="1454855" y="795981"/>
                  </a:lnTo>
                  <a:lnTo>
                    <a:pt x="1469769" y="803479"/>
                  </a:lnTo>
                  <a:close/>
                  <a:moveTo>
                    <a:pt x="1440838" y="480108"/>
                  </a:moveTo>
                  <a:lnTo>
                    <a:pt x="1308582" y="479484"/>
                  </a:lnTo>
                  <a:lnTo>
                    <a:pt x="1366423" y="480542"/>
                  </a:lnTo>
                  <a:close/>
                  <a:moveTo>
                    <a:pt x="1941411" y="591427"/>
                  </a:moveTo>
                  <a:lnTo>
                    <a:pt x="1877376" y="680671"/>
                  </a:lnTo>
                  <a:lnTo>
                    <a:pt x="1904219" y="667578"/>
                  </a:lnTo>
                  <a:close/>
                  <a:moveTo>
                    <a:pt x="2138375" y="414155"/>
                  </a:moveTo>
                  <a:lnTo>
                    <a:pt x="2087229" y="364097"/>
                  </a:lnTo>
                  <a:lnTo>
                    <a:pt x="2034210" y="338155"/>
                  </a:lnTo>
                  <a:close/>
                  <a:moveTo>
                    <a:pt x="2138375" y="414155"/>
                  </a:moveTo>
                  <a:lnTo>
                    <a:pt x="2228741" y="399332"/>
                  </a:lnTo>
                  <a:lnTo>
                    <a:pt x="2096305" y="357154"/>
                  </a:lnTo>
                  <a:close/>
                  <a:moveTo>
                    <a:pt x="2034210" y="338155"/>
                  </a:moveTo>
                  <a:lnTo>
                    <a:pt x="2072541" y="357154"/>
                  </a:lnTo>
                  <a:lnTo>
                    <a:pt x="2046466" y="275150"/>
                  </a:lnTo>
                  <a:close/>
                  <a:moveTo>
                    <a:pt x="2046466" y="275150"/>
                  </a:moveTo>
                  <a:lnTo>
                    <a:pt x="2084468" y="353776"/>
                  </a:lnTo>
                  <a:lnTo>
                    <a:pt x="2131441" y="314197"/>
                  </a:lnTo>
                  <a:close/>
                  <a:moveTo>
                    <a:pt x="2338193" y="472983"/>
                  </a:moveTo>
                  <a:lnTo>
                    <a:pt x="2270454" y="467460"/>
                  </a:lnTo>
                  <a:lnTo>
                    <a:pt x="2272002" y="561075"/>
                  </a:lnTo>
                  <a:close/>
                  <a:moveTo>
                    <a:pt x="2338193" y="472983"/>
                  </a:moveTo>
                  <a:lnTo>
                    <a:pt x="2340528" y="370991"/>
                  </a:lnTo>
                  <a:lnTo>
                    <a:pt x="2270454" y="467460"/>
                  </a:lnTo>
                  <a:close/>
                  <a:moveTo>
                    <a:pt x="2228741" y="399332"/>
                  </a:moveTo>
                  <a:lnTo>
                    <a:pt x="2340528" y="370991"/>
                  </a:lnTo>
                  <a:lnTo>
                    <a:pt x="2342705" y="331562"/>
                  </a:lnTo>
                  <a:close/>
                  <a:moveTo>
                    <a:pt x="2340528" y="370991"/>
                  </a:moveTo>
                  <a:lnTo>
                    <a:pt x="2413814" y="372004"/>
                  </a:lnTo>
                  <a:lnTo>
                    <a:pt x="2342705" y="331562"/>
                  </a:lnTo>
                  <a:close/>
                  <a:moveTo>
                    <a:pt x="2163093" y="198066"/>
                  </a:moveTo>
                  <a:lnTo>
                    <a:pt x="2131441" y="314197"/>
                  </a:lnTo>
                  <a:lnTo>
                    <a:pt x="2136335" y="318717"/>
                  </a:lnTo>
                  <a:close/>
                  <a:moveTo>
                    <a:pt x="2338893" y="272229"/>
                  </a:moveTo>
                  <a:lnTo>
                    <a:pt x="2257899" y="293146"/>
                  </a:lnTo>
                  <a:lnTo>
                    <a:pt x="2342705" y="331562"/>
                  </a:lnTo>
                  <a:close/>
                  <a:moveTo>
                    <a:pt x="2258012" y="277391"/>
                  </a:moveTo>
                  <a:lnTo>
                    <a:pt x="2338893" y="272229"/>
                  </a:lnTo>
                  <a:lnTo>
                    <a:pt x="2314354" y="192086"/>
                  </a:lnTo>
                  <a:close/>
                  <a:moveTo>
                    <a:pt x="2258012" y="277391"/>
                  </a:moveTo>
                  <a:lnTo>
                    <a:pt x="2314354" y="192086"/>
                  </a:lnTo>
                  <a:lnTo>
                    <a:pt x="2250245" y="183614"/>
                  </a:lnTo>
                  <a:close/>
                  <a:moveTo>
                    <a:pt x="2403973" y="279912"/>
                  </a:moveTo>
                  <a:lnTo>
                    <a:pt x="2342705" y="331562"/>
                  </a:lnTo>
                  <a:lnTo>
                    <a:pt x="2404204" y="282840"/>
                  </a:lnTo>
                  <a:close/>
                  <a:moveTo>
                    <a:pt x="2403973" y="279912"/>
                  </a:moveTo>
                  <a:lnTo>
                    <a:pt x="2338893" y="272229"/>
                  </a:lnTo>
                  <a:lnTo>
                    <a:pt x="2342705" y="331562"/>
                  </a:lnTo>
                  <a:close/>
                  <a:moveTo>
                    <a:pt x="2338893" y="272229"/>
                  </a:moveTo>
                  <a:lnTo>
                    <a:pt x="2403973" y="279912"/>
                  </a:lnTo>
                  <a:lnTo>
                    <a:pt x="2314354" y="192086"/>
                  </a:lnTo>
                  <a:close/>
                  <a:moveTo>
                    <a:pt x="2250245" y="183614"/>
                  </a:moveTo>
                  <a:lnTo>
                    <a:pt x="2307775" y="97342"/>
                  </a:lnTo>
                  <a:lnTo>
                    <a:pt x="2237315" y="94033"/>
                  </a:lnTo>
                  <a:close/>
                  <a:moveTo>
                    <a:pt x="2237315" y="94033"/>
                  </a:moveTo>
                  <a:lnTo>
                    <a:pt x="2307775" y="97342"/>
                  </a:lnTo>
                  <a:lnTo>
                    <a:pt x="2304393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54" name="Candidate_density__2153">
              <a:extLst>
                <a:ext uri="{FF2B5EF4-FFF2-40B4-BE49-F238E27FC236}">
                  <a16:creationId xmlns:a16="http://schemas.microsoft.com/office/drawing/2014/main" id="{822AC62D-6C44-BCD9-4E54-A71353EE9ADE}"/>
                </a:ext>
              </a:extLst>
            </p:cNvPr>
            <p:cNvSpPr>
              <a:spLocks noGrp="1"/>
            </p:cNvSpPr>
            <p:nvPr/>
          </p:nvSpPr>
          <p:spPr>
            <a:xfrm>
              <a:off x="3581177" y="1819900"/>
              <a:ext cx="2201255" cy="1572508"/>
            </a:xfrm>
            <a:custGeom>
              <a:avLst/>
              <a:gdLst/>
              <a:ahLst/>
              <a:cxnLst/>
              <a:rect l="0" t="0" r="0" b="0"/>
              <a:pathLst>
                <a:path w="2201255" h="1572508">
                  <a:moveTo>
                    <a:pt x="314314" y="1490293"/>
                  </a:moveTo>
                  <a:lnTo>
                    <a:pt x="438693" y="1532924"/>
                  </a:lnTo>
                  <a:lnTo>
                    <a:pt x="401684" y="1464317"/>
                  </a:lnTo>
                  <a:close/>
                  <a:moveTo>
                    <a:pt x="438783" y="1534072"/>
                  </a:moveTo>
                  <a:lnTo>
                    <a:pt x="438693" y="1532924"/>
                  </a:lnTo>
                  <a:lnTo>
                    <a:pt x="314314" y="1490293"/>
                  </a:lnTo>
                  <a:close/>
                  <a:moveTo>
                    <a:pt x="363817" y="1572508"/>
                  </a:moveTo>
                  <a:lnTo>
                    <a:pt x="438783" y="1534072"/>
                  </a:lnTo>
                  <a:lnTo>
                    <a:pt x="314314" y="1490293"/>
                  </a:lnTo>
                  <a:close/>
                  <a:moveTo>
                    <a:pt x="401684" y="1464317"/>
                  </a:moveTo>
                  <a:lnTo>
                    <a:pt x="438693" y="1532924"/>
                  </a:lnTo>
                  <a:lnTo>
                    <a:pt x="432779" y="1451856"/>
                  </a:lnTo>
                  <a:close/>
                  <a:moveTo>
                    <a:pt x="4436" y="1040781"/>
                  </a:moveTo>
                  <a:lnTo>
                    <a:pt x="0" y="1048050"/>
                  </a:lnTo>
                  <a:lnTo>
                    <a:pt x="15062" y="1063667"/>
                  </a:lnTo>
                  <a:close/>
                  <a:moveTo>
                    <a:pt x="5821" y="1029114"/>
                  </a:moveTo>
                  <a:lnTo>
                    <a:pt x="0" y="1048050"/>
                  </a:lnTo>
                  <a:lnTo>
                    <a:pt x="4436" y="1040781"/>
                  </a:lnTo>
                  <a:close/>
                  <a:moveTo>
                    <a:pt x="438783" y="1534072"/>
                  </a:moveTo>
                  <a:lnTo>
                    <a:pt x="439264" y="1535058"/>
                  </a:lnTo>
                  <a:lnTo>
                    <a:pt x="439763" y="1533452"/>
                  </a:lnTo>
                  <a:close/>
                  <a:moveTo>
                    <a:pt x="438783" y="1534072"/>
                  </a:moveTo>
                  <a:lnTo>
                    <a:pt x="439763" y="1533452"/>
                  </a:lnTo>
                  <a:lnTo>
                    <a:pt x="438693" y="1532924"/>
                  </a:lnTo>
                  <a:close/>
                  <a:moveTo>
                    <a:pt x="4436" y="1040781"/>
                  </a:moveTo>
                  <a:lnTo>
                    <a:pt x="15062" y="1063667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4436" y="1040781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16678" y="1034491"/>
                  </a:lnTo>
                  <a:lnTo>
                    <a:pt x="13742" y="958566"/>
                  </a:lnTo>
                  <a:close/>
                  <a:moveTo>
                    <a:pt x="13742" y="958566"/>
                  </a:moveTo>
                  <a:lnTo>
                    <a:pt x="16678" y="1034491"/>
                  </a:lnTo>
                  <a:lnTo>
                    <a:pt x="88411" y="1002344"/>
                  </a:lnTo>
                  <a:close/>
                  <a:moveTo>
                    <a:pt x="13742" y="958566"/>
                  </a:moveTo>
                  <a:lnTo>
                    <a:pt x="88411" y="1002344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13742" y="958566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43583" y="891644"/>
                  </a:lnTo>
                  <a:lnTo>
                    <a:pt x="13742" y="958566"/>
                  </a:lnTo>
                  <a:close/>
                  <a:moveTo>
                    <a:pt x="382745" y="1079345"/>
                  </a:moveTo>
                  <a:lnTo>
                    <a:pt x="357566" y="1084560"/>
                  </a:lnTo>
                  <a:lnTo>
                    <a:pt x="445111" y="1128735"/>
                  </a:lnTo>
                  <a:close/>
                  <a:moveTo>
                    <a:pt x="445111" y="1128735"/>
                  </a:moveTo>
                  <a:lnTo>
                    <a:pt x="515137" y="1109672"/>
                  </a:lnTo>
                  <a:lnTo>
                    <a:pt x="487653" y="1054649"/>
                  </a:lnTo>
                  <a:close/>
                  <a:moveTo>
                    <a:pt x="445111" y="1128735"/>
                  </a:moveTo>
                  <a:lnTo>
                    <a:pt x="487653" y="1054649"/>
                  </a:lnTo>
                  <a:lnTo>
                    <a:pt x="382745" y="1079345"/>
                  </a:lnTo>
                  <a:close/>
                  <a:moveTo>
                    <a:pt x="84711" y="920129"/>
                  </a:moveTo>
                  <a:lnTo>
                    <a:pt x="133500" y="799925"/>
                  </a:lnTo>
                  <a:lnTo>
                    <a:pt x="95299" y="869799"/>
                  </a:lnTo>
                  <a:close/>
                  <a:moveTo>
                    <a:pt x="104400" y="837914"/>
                  </a:moveTo>
                  <a:lnTo>
                    <a:pt x="95299" y="869799"/>
                  </a:lnTo>
                  <a:lnTo>
                    <a:pt x="133500" y="799925"/>
                  </a:lnTo>
                  <a:close/>
                  <a:moveTo>
                    <a:pt x="133972" y="799188"/>
                  </a:moveTo>
                  <a:lnTo>
                    <a:pt x="104400" y="837914"/>
                  </a:lnTo>
                  <a:lnTo>
                    <a:pt x="133500" y="799925"/>
                  </a:lnTo>
                  <a:close/>
                  <a:moveTo>
                    <a:pt x="559625" y="1060803"/>
                  </a:moveTo>
                  <a:lnTo>
                    <a:pt x="515137" y="1109672"/>
                  </a:lnTo>
                  <a:lnTo>
                    <a:pt x="455436" y="1128338"/>
                  </a:lnTo>
                  <a:close/>
                  <a:moveTo>
                    <a:pt x="515137" y="1109672"/>
                  </a:moveTo>
                  <a:lnTo>
                    <a:pt x="559625" y="1060803"/>
                  </a:lnTo>
                  <a:lnTo>
                    <a:pt x="518666" y="1046123"/>
                  </a:lnTo>
                  <a:close/>
                  <a:moveTo>
                    <a:pt x="190150" y="730574"/>
                  </a:moveTo>
                  <a:lnTo>
                    <a:pt x="133972" y="799188"/>
                  </a:lnTo>
                  <a:lnTo>
                    <a:pt x="238533" y="696267"/>
                  </a:lnTo>
                  <a:close/>
                  <a:moveTo>
                    <a:pt x="337233" y="655385"/>
                  </a:moveTo>
                  <a:lnTo>
                    <a:pt x="258690" y="678826"/>
                  </a:lnTo>
                  <a:lnTo>
                    <a:pt x="362551" y="666087"/>
                  </a:lnTo>
                  <a:close/>
                  <a:moveTo>
                    <a:pt x="258690" y="678826"/>
                  </a:moveTo>
                  <a:lnTo>
                    <a:pt x="238533" y="696267"/>
                  </a:lnTo>
                  <a:lnTo>
                    <a:pt x="362551" y="666087"/>
                  </a:lnTo>
                  <a:close/>
                  <a:moveTo>
                    <a:pt x="1340897" y="1385668"/>
                  </a:moveTo>
                  <a:lnTo>
                    <a:pt x="1340809" y="1385312"/>
                  </a:lnTo>
                  <a:lnTo>
                    <a:pt x="1318488" y="1303800"/>
                  </a:lnTo>
                  <a:close/>
                  <a:moveTo>
                    <a:pt x="1228135" y="1424104"/>
                  </a:moveTo>
                  <a:lnTo>
                    <a:pt x="1340897" y="1385668"/>
                  </a:lnTo>
                  <a:lnTo>
                    <a:pt x="1209079" y="1341889"/>
                  </a:lnTo>
                  <a:close/>
                  <a:moveTo>
                    <a:pt x="660438" y="601953"/>
                  </a:moveTo>
                  <a:lnTo>
                    <a:pt x="678988" y="684169"/>
                  </a:lnTo>
                  <a:lnTo>
                    <a:pt x="748929" y="663144"/>
                  </a:lnTo>
                  <a:close/>
                  <a:moveTo>
                    <a:pt x="1340916" y="1385658"/>
                  </a:moveTo>
                  <a:lnTo>
                    <a:pt x="1340809" y="1385312"/>
                  </a:lnTo>
                  <a:lnTo>
                    <a:pt x="1340897" y="1385668"/>
                  </a:lnTo>
                  <a:close/>
                  <a:moveTo>
                    <a:pt x="1340809" y="1385312"/>
                  </a:moveTo>
                  <a:lnTo>
                    <a:pt x="1340916" y="1385658"/>
                  </a:lnTo>
                  <a:lnTo>
                    <a:pt x="1320592" y="1303453"/>
                  </a:lnTo>
                  <a:close/>
                  <a:moveTo>
                    <a:pt x="943229" y="810162"/>
                  </a:moveTo>
                  <a:lnTo>
                    <a:pt x="986323" y="853941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3229" y="810162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8218" y="753448"/>
                  </a:lnTo>
                  <a:lnTo>
                    <a:pt x="943229" y="810162"/>
                  </a:lnTo>
                  <a:close/>
                  <a:moveTo>
                    <a:pt x="948218" y="753448"/>
                  </a:moveTo>
                  <a:lnTo>
                    <a:pt x="1005823" y="753623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21507" y="689511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50908" y="706986"/>
                  </a:lnTo>
                  <a:lnTo>
                    <a:pt x="1021507" y="689511"/>
                  </a:lnTo>
                  <a:close/>
                  <a:moveTo>
                    <a:pt x="1050908" y="706986"/>
                  </a:moveTo>
                  <a:lnTo>
                    <a:pt x="1071710" y="651074"/>
                  </a:lnTo>
                  <a:lnTo>
                    <a:pt x="1021507" y="689511"/>
                  </a:lnTo>
                  <a:close/>
                  <a:moveTo>
                    <a:pt x="1102369" y="620731"/>
                  </a:moveTo>
                  <a:lnTo>
                    <a:pt x="1021507" y="689511"/>
                  </a:lnTo>
                  <a:lnTo>
                    <a:pt x="1071710" y="651074"/>
                  </a:lnTo>
                  <a:close/>
                  <a:moveTo>
                    <a:pt x="1219656" y="565388"/>
                  </a:moveTo>
                  <a:lnTo>
                    <a:pt x="1102369" y="620731"/>
                  </a:lnTo>
                  <a:lnTo>
                    <a:pt x="1154691" y="601152"/>
                  </a:lnTo>
                  <a:close/>
                  <a:moveTo>
                    <a:pt x="1759422" y="587144"/>
                  </a:moveTo>
                  <a:lnTo>
                    <a:pt x="1670620" y="617980"/>
                  </a:lnTo>
                  <a:lnTo>
                    <a:pt x="1775665" y="605316"/>
                  </a:lnTo>
                  <a:close/>
                  <a:moveTo>
                    <a:pt x="1700345" y="538913"/>
                  </a:moveTo>
                  <a:lnTo>
                    <a:pt x="1670620" y="617980"/>
                  </a:lnTo>
                  <a:lnTo>
                    <a:pt x="1759422" y="587144"/>
                  </a:lnTo>
                  <a:close/>
                  <a:moveTo>
                    <a:pt x="1699999" y="535764"/>
                  </a:moveTo>
                  <a:lnTo>
                    <a:pt x="1759422" y="587144"/>
                  </a:lnTo>
                  <a:lnTo>
                    <a:pt x="1774079" y="579543"/>
                  </a:lnTo>
                  <a:close/>
                  <a:moveTo>
                    <a:pt x="1699999" y="535764"/>
                  </a:moveTo>
                  <a:lnTo>
                    <a:pt x="1774079" y="579543"/>
                  </a:lnTo>
                  <a:lnTo>
                    <a:pt x="1759733" y="497328"/>
                  </a:lnTo>
                  <a:close/>
                  <a:moveTo>
                    <a:pt x="1759422" y="587144"/>
                  </a:moveTo>
                  <a:lnTo>
                    <a:pt x="1775665" y="605316"/>
                  </a:lnTo>
                  <a:lnTo>
                    <a:pt x="1774079" y="579543"/>
                  </a:lnTo>
                  <a:close/>
                  <a:moveTo>
                    <a:pt x="1775665" y="605316"/>
                  </a:moveTo>
                  <a:lnTo>
                    <a:pt x="1802410" y="652288"/>
                  </a:lnTo>
                  <a:lnTo>
                    <a:pt x="1774079" y="579543"/>
                  </a:lnTo>
                  <a:close/>
                  <a:moveTo>
                    <a:pt x="1774079" y="579543"/>
                  </a:moveTo>
                  <a:lnTo>
                    <a:pt x="1886363" y="623322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774079" y="579543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853994" y="541107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759733" y="497328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842006" y="458892"/>
                  </a:lnTo>
                  <a:lnTo>
                    <a:pt x="1841302" y="376677"/>
                  </a:lnTo>
                  <a:close/>
                  <a:moveTo>
                    <a:pt x="1842006" y="458892"/>
                  </a:moveTo>
                  <a:lnTo>
                    <a:pt x="1921929" y="515621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888522" y="442687"/>
                  </a:lnTo>
                  <a:lnTo>
                    <a:pt x="1921929" y="515621"/>
                  </a:lnTo>
                  <a:close/>
                  <a:moveTo>
                    <a:pt x="1841302" y="376677"/>
                  </a:moveTo>
                  <a:lnTo>
                    <a:pt x="1888522" y="442687"/>
                  </a:lnTo>
                  <a:lnTo>
                    <a:pt x="1853718" y="370890"/>
                  </a:lnTo>
                  <a:close/>
                  <a:moveTo>
                    <a:pt x="1841302" y="376677"/>
                  </a:moveTo>
                  <a:lnTo>
                    <a:pt x="1842006" y="458892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915189" y="338240"/>
                  </a:lnTo>
                  <a:lnTo>
                    <a:pt x="1888522" y="442687"/>
                  </a:lnTo>
                  <a:close/>
                  <a:moveTo>
                    <a:pt x="1915189" y="338240"/>
                  </a:moveTo>
                  <a:lnTo>
                    <a:pt x="1853718" y="370890"/>
                  </a:lnTo>
                  <a:lnTo>
                    <a:pt x="1888522" y="442687"/>
                  </a:lnTo>
                  <a:close/>
                  <a:moveTo>
                    <a:pt x="1843096" y="363572"/>
                  </a:moveTo>
                  <a:lnTo>
                    <a:pt x="1841302" y="376677"/>
                  </a:lnTo>
                  <a:lnTo>
                    <a:pt x="1853718" y="370890"/>
                  </a:lnTo>
                  <a:close/>
                  <a:moveTo>
                    <a:pt x="1850176" y="294461"/>
                  </a:moveTo>
                  <a:lnTo>
                    <a:pt x="1853718" y="370890"/>
                  </a:lnTo>
                  <a:lnTo>
                    <a:pt x="1915189" y="338240"/>
                  </a:lnTo>
                  <a:close/>
                  <a:moveTo>
                    <a:pt x="1850176" y="294461"/>
                  </a:moveTo>
                  <a:lnTo>
                    <a:pt x="1915189" y="338240"/>
                  </a:lnTo>
                  <a:lnTo>
                    <a:pt x="1919542" y="256025"/>
                  </a:lnTo>
                  <a:close/>
                  <a:moveTo>
                    <a:pt x="1963164" y="420455"/>
                  </a:moveTo>
                  <a:lnTo>
                    <a:pt x="2013769" y="401456"/>
                  </a:lnTo>
                  <a:lnTo>
                    <a:pt x="1993539" y="299804"/>
                  </a:lnTo>
                  <a:close/>
                  <a:moveTo>
                    <a:pt x="1915189" y="338240"/>
                  </a:moveTo>
                  <a:lnTo>
                    <a:pt x="1963164" y="420455"/>
                  </a:lnTo>
                  <a:lnTo>
                    <a:pt x="1993539" y="299804"/>
                  </a:lnTo>
                  <a:close/>
                  <a:moveTo>
                    <a:pt x="1919542" y="256025"/>
                  </a:moveTo>
                  <a:lnTo>
                    <a:pt x="2002459" y="250339"/>
                  </a:lnTo>
                  <a:lnTo>
                    <a:pt x="1975845" y="232103"/>
                  </a:lnTo>
                  <a:close/>
                  <a:moveTo>
                    <a:pt x="1993539" y="299804"/>
                  </a:moveTo>
                  <a:lnTo>
                    <a:pt x="2002459" y="250339"/>
                  </a:lnTo>
                  <a:lnTo>
                    <a:pt x="1919542" y="256025"/>
                  </a:lnTo>
                  <a:close/>
                  <a:moveTo>
                    <a:pt x="1915189" y="338240"/>
                  </a:moveTo>
                  <a:lnTo>
                    <a:pt x="1993539" y="299804"/>
                  </a:lnTo>
                  <a:lnTo>
                    <a:pt x="1919542" y="256025"/>
                  </a:lnTo>
                  <a:close/>
                  <a:moveTo>
                    <a:pt x="1936105" y="217459"/>
                  </a:moveTo>
                  <a:lnTo>
                    <a:pt x="1919542" y="256025"/>
                  </a:lnTo>
                  <a:lnTo>
                    <a:pt x="1975845" y="232103"/>
                  </a:lnTo>
                  <a:close/>
                  <a:moveTo>
                    <a:pt x="1955803" y="173810"/>
                  </a:moveTo>
                  <a:lnTo>
                    <a:pt x="1975845" y="232103"/>
                  </a:lnTo>
                  <a:lnTo>
                    <a:pt x="2005326" y="217588"/>
                  </a:lnTo>
                  <a:close/>
                  <a:moveTo>
                    <a:pt x="1975845" y="232103"/>
                  </a:moveTo>
                  <a:lnTo>
                    <a:pt x="2002459" y="250339"/>
                  </a:lnTo>
                  <a:lnTo>
                    <a:pt x="2005326" y="217588"/>
                  </a:lnTo>
                  <a:close/>
                  <a:moveTo>
                    <a:pt x="2030371" y="287867"/>
                  </a:moveTo>
                  <a:lnTo>
                    <a:pt x="2136006" y="255791"/>
                  </a:lnTo>
                  <a:lnTo>
                    <a:pt x="2005326" y="217588"/>
                  </a:lnTo>
                  <a:close/>
                  <a:moveTo>
                    <a:pt x="2005326" y="217588"/>
                  </a:moveTo>
                  <a:lnTo>
                    <a:pt x="2136006" y="255791"/>
                  </a:lnTo>
                  <a:lnTo>
                    <a:pt x="2078754" y="179152"/>
                  </a:lnTo>
                  <a:close/>
                  <a:moveTo>
                    <a:pt x="2005326" y="217588"/>
                  </a:moveTo>
                  <a:lnTo>
                    <a:pt x="2002459" y="250339"/>
                  </a:lnTo>
                  <a:lnTo>
                    <a:pt x="2030371" y="287867"/>
                  </a:lnTo>
                  <a:close/>
                  <a:moveTo>
                    <a:pt x="2012720" y="135373"/>
                  </a:moveTo>
                  <a:lnTo>
                    <a:pt x="2005326" y="217588"/>
                  </a:lnTo>
                  <a:lnTo>
                    <a:pt x="2078754" y="179152"/>
                  </a:lnTo>
                  <a:close/>
                  <a:moveTo>
                    <a:pt x="2012720" y="135373"/>
                  </a:moveTo>
                  <a:lnTo>
                    <a:pt x="2078754" y="179152"/>
                  </a:lnTo>
                  <a:lnTo>
                    <a:pt x="2088838" y="96937"/>
                  </a:lnTo>
                  <a:close/>
                  <a:moveTo>
                    <a:pt x="2088838" y="96937"/>
                  </a:moveTo>
                  <a:lnTo>
                    <a:pt x="2090822" y="86855"/>
                  </a:lnTo>
                  <a:lnTo>
                    <a:pt x="2010732" y="53158"/>
                  </a:lnTo>
                  <a:close/>
                  <a:moveTo>
                    <a:pt x="2012720" y="135373"/>
                  </a:moveTo>
                  <a:lnTo>
                    <a:pt x="2088838" y="96937"/>
                  </a:lnTo>
                  <a:lnTo>
                    <a:pt x="2010732" y="53158"/>
                  </a:lnTo>
                  <a:close/>
                  <a:moveTo>
                    <a:pt x="2088838" y="96937"/>
                  </a:moveTo>
                  <a:lnTo>
                    <a:pt x="2135610" y="162809"/>
                  </a:lnTo>
                  <a:lnTo>
                    <a:pt x="2096690" y="94358"/>
                  </a:lnTo>
                  <a:close/>
                  <a:moveTo>
                    <a:pt x="2088838" y="96937"/>
                  </a:moveTo>
                  <a:lnTo>
                    <a:pt x="2078754" y="179152"/>
                  </a:lnTo>
                  <a:lnTo>
                    <a:pt x="2135610" y="162809"/>
                  </a:lnTo>
                  <a:close/>
                  <a:moveTo>
                    <a:pt x="2135610" y="162809"/>
                  </a:moveTo>
                  <a:lnTo>
                    <a:pt x="2201255" y="69941"/>
                  </a:lnTo>
                  <a:lnTo>
                    <a:pt x="2096690" y="94358"/>
                  </a:lnTo>
                  <a:close/>
                  <a:moveTo>
                    <a:pt x="2090822" y="86855"/>
                  </a:moveTo>
                  <a:lnTo>
                    <a:pt x="2088838" y="96937"/>
                  </a:lnTo>
                  <a:lnTo>
                    <a:pt x="2096690" y="94358"/>
                  </a:lnTo>
                  <a:close/>
                  <a:moveTo>
                    <a:pt x="2096690" y="94358"/>
                  </a:moveTo>
                  <a:lnTo>
                    <a:pt x="2108858" y="14722"/>
                  </a:lnTo>
                  <a:lnTo>
                    <a:pt x="2090822" y="86855"/>
                  </a:lnTo>
                  <a:close/>
                  <a:moveTo>
                    <a:pt x="2164168" y="0"/>
                  </a:moveTo>
                  <a:lnTo>
                    <a:pt x="2108858" y="14722"/>
                  </a:lnTo>
                  <a:lnTo>
                    <a:pt x="2096690" y="94358"/>
                  </a:lnTo>
                  <a:close/>
                  <a:moveTo>
                    <a:pt x="2201255" y="69941"/>
                  </a:moveTo>
                  <a:lnTo>
                    <a:pt x="2164168" y="0"/>
                  </a:lnTo>
                  <a:lnTo>
                    <a:pt x="2096690" y="9435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55" name="Candidate_density__2154">
              <a:extLst>
                <a:ext uri="{FF2B5EF4-FFF2-40B4-BE49-F238E27FC236}">
                  <a16:creationId xmlns:a16="http://schemas.microsoft.com/office/drawing/2014/main" id="{D8A436F2-F89F-5F0F-F25C-FDB6AAC5F5FF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450836"/>
              <a:ext cx="2289224" cy="1078249"/>
            </a:xfrm>
            <a:custGeom>
              <a:avLst/>
              <a:gdLst/>
              <a:ahLst/>
              <a:cxnLst/>
              <a:rect l="0" t="0" r="0" b="0"/>
              <a:pathLst>
                <a:path w="2289224" h="1078249">
                  <a:moveTo>
                    <a:pt x="136375" y="764218"/>
                  </a:moveTo>
                  <a:lnTo>
                    <a:pt x="205885" y="738704"/>
                  </a:lnTo>
                  <a:lnTo>
                    <a:pt x="171795" y="753801"/>
                  </a:lnTo>
                  <a:close/>
                  <a:moveTo>
                    <a:pt x="0" y="605347"/>
                  </a:moveTo>
                  <a:lnTo>
                    <a:pt x="74662" y="605837"/>
                  </a:lnTo>
                  <a:lnTo>
                    <a:pt x="9959" y="606215"/>
                  </a:lnTo>
                  <a:close/>
                  <a:moveTo>
                    <a:pt x="712180" y="502744"/>
                  </a:moveTo>
                  <a:lnTo>
                    <a:pt x="737256" y="550411"/>
                  </a:lnTo>
                  <a:lnTo>
                    <a:pt x="728395" y="541180"/>
                  </a:lnTo>
                  <a:close/>
                  <a:moveTo>
                    <a:pt x="709858" y="511431"/>
                  </a:moveTo>
                  <a:lnTo>
                    <a:pt x="708735" y="601860"/>
                  </a:lnTo>
                  <a:lnTo>
                    <a:pt x="712180" y="502744"/>
                  </a:lnTo>
                  <a:close/>
                  <a:moveTo>
                    <a:pt x="669759" y="361505"/>
                  </a:moveTo>
                  <a:lnTo>
                    <a:pt x="711188" y="420528"/>
                  </a:lnTo>
                  <a:lnTo>
                    <a:pt x="656396" y="344134"/>
                  </a:lnTo>
                  <a:close/>
                  <a:moveTo>
                    <a:pt x="1291795" y="1078249"/>
                  </a:moveTo>
                  <a:lnTo>
                    <a:pt x="1323928" y="1065825"/>
                  </a:lnTo>
                  <a:lnTo>
                    <a:pt x="1225804" y="1047178"/>
                  </a:lnTo>
                  <a:close/>
                  <a:moveTo>
                    <a:pt x="1225804" y="1047178"/>
                  </a:moveTo>
                  <a:lnTo>
                    <a:pt x="1323928" y="1065825"/>
                  </a:lnTo>
                  <a:lnTo>
                    <a:pt x="1349094" y="1014278"/>
                  </a:lnTo>
                  <a:close/>
                  <a:moveTo>
                    <a:pt x="1366780" y="930894"/>
                  </a:moveTo>
                  <a:lnTo>
                    <a:pt x="1349094" y="1014278"/>
                  </a:lnTo>
                  <a:lnTo>
                    <a:pt x="1367074" y="957597"/>
                  </a:lnTo>
                  <a:close/>
                  <a:moveTo>
                    <a:pt x="1377758" y="906246"/>
                  </a:moveTo>
                  <a:lnTo>
                    <a:pt x="1366780" y="930894"/>
                  </a:lnTo>
                  <a:lnTo>
                    <a:pt x="1434974" y="841512"/>
                  </a:lnTo>
                  <a:close/>
                  <a:moveTo>
                    <a:pt x="1356993" y="919161"/>
                  </a:moveTo>
                  <a:lnTo>
                    <a:pt x="1366780" y="930894"/>
                  </a:lnTo>
                  <a:lnTo>
                    <a:pt x="1377758" y="906246"/>
                  </a:lnTo>
                  <a:close/>
                  <a:moveTo>
                    <a:pt x="1222683" y="672516"/>
                  </a:moveTo>
                  <a:lnTo>
                    <a:pt x="1167847" y="678741"/>
                  </a:lnTo>
                  <a:lnTo>
                    <a:pt x="1160042" y="677508"/>
                  </a:lnTo>
                  <a:close/>
                  <a:moveTo>
                    <a:pt x="1434974" y="841512"/>
                  </a:moveTo>
                  <a:lnTo>
                    <a:pt x="1449277" y="824326"/>
                  </a:lnTo>
                  <a:lnTo>
                    <a:pt x="1415021" y="830366"/>
                  </a:lnTo>
                  <a:close/>
                  <a:moveTo>
                    <a:pt x="1377758" y="906246"/>
                  </a:moveTo>
                  <a:lnTo>
                    <a:pt x="1434974" y="841512"/>
                  </a:lnTo>
                  <a:lnTo>
                    <a:pt x="1415021" y="830366"/>
                  </a:lnTo>
                  <a:close/>
                  <a:moveTo>
                    <a:pt x="1502110" y="798510"/>
                  </a:moveTo>
                  <a:lnTo>
                    <a:pt x="1569778" y="887045"/>
                  </a:lnTo>
                  <a:lnTo>
                    <a:pt x="1558684" y="880725"/>
                  </a:lnTo>
                  <a:close/>
                  <a:moveTo>
                    <a:pt x="1434974" y="841512"/>
                  </a:moveTo>
                  <a:lnTo>
                    <a:pt x="1569778" y="887045"/>
                  </a:lnTo>
                  <a:lnTo>
                    <a:pt x="1502110" y="798510"/>
                  </a:lnTo>
                  <a:close/>
                  <a:moveTo>
                    <a:pt x="1568680" y="787845"/>
                  </a:moveTo>
                  <a:lnTo>
                    <a:pt x="1599067" y="863234"/>
                  </a:lnTo>
                  <a:lnTo>
                    <a:pt x="1584760" y="880725"/>
                  </a:lnTo>
                  <a:close/>
                  <a:moveTo>
                    <a:pt x="1799249" y="121028"/>
                  </a:moveTo>
                  <a:lnTo>
                    <a:pt x="1755872" y="195793"/>
                  </a:lnTo>
                  <a:lnTo>
                    <a:pt x="1794982" y="224589"/>
                  </a:lnTo>
                  <a:close/>
                  <a:moveTo>
                    <a:pt x="1870637" y="113036"/>
                  </a:moveTo>
                  <a:lnTo>
                    <a:pt x="1875618" y="119533"/>
                  </a:lnTo>
                  <a:lnTo>
                    <a:pt x="1884403" y="116008"/>
                  </a:lnTo>
                  <a:close/>
                  <a:moveTo>
                    <a:pt x="1834632" y="145122"/>
                  </a:moveTo>
                  <a:lnTo>
                    <a:pt x="1870637" y="113036"/>
                  </a:lnTo>
                  <a:lnTo>
                    <a:pt x="1805576" y="99943"/>
                  </a:lnTo>
                  <a:close/>
                  <a:moveTo>
                    <a:pt x="1805576" y="99943"/>
                  </a:moveTo>
                  <a:lnTo>
                    <a:pt x="1799249" y="121028"/>
                  </a:lnTo>
                  <a:lnTo>
                    <a:pt x="1834632" y="145122"/>
                  </a:lnTo>
                  <a:close/>
                  <a:moveTo>
                    <a:pt x="1916348" y="74600"/>
                  </a:moveTo>
                  <a:lnTo>
                    <a:pt x="1870637" y="113036"/>
                  </a:lnTo>
                  <a:lnTo>
                    <a:pt x="1884403" y="116008"/>
                  </a:lnTo>
                  <a:close/>
                  <a:moveTo>
                    <a:pt x="1884403" y="116008"/>
                  </a:moveTo>
                  <a:lnTo>
                    <a:pt x="1958428" y="114116"/>
                  </a:lnTo>
                  <a:lnTo>
                    <a:pt x="2012359" y="100553"/>
                  </a:lnTo>
                  <a:close/>
                  <a:moveTo>
                    <a:pt x="2012359" y="100553"/>
                  </a:moveTo>
                  <a:lnTo>
                    <a:pt x="1958428" y="114116"/>
                  </a:lnTo>
                  <a:lnTo>
                    <a:pt x="2094094" y="127488"/>
                  </a:lnTo>
                  <a:close/>
                  <a:moveTo>
                    <a:pt x="2142901" y="94768"/>
                  </a:moveTo>
                  <a:lnTo>
                    <a:pt x="2094094" y="127488"/>
                  </a:lnTo>
                  <a:lnTo>
                    <a:pt x="2218271" y="97905"/>
                  </a:lnTo>
                  <a:close/>
                  <a:moveTo>
                    <a:pt x="2289224" y="25647"/>
                  </a:moveTo>
                  <a:lnTo>
                    <a:pt x="2246240" y="0"/>
                  </a:lnTo>
                  <a:lnTo>
                    <a:pt x="2218271" y="9790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56" name="Candidate_density__2155">
              <a:extLst>
                <a:ext uri="{FF2B5EF4-FFF2-40B4-BE49-F238E27FC236}">
                  <a16:creationId xmlns:a16="http://schemas.microsoft.com/office/drawing/2014/main" id="{88F48DD9-9E3F-4087-3D2A-701E43EFAB1F}"/>
                </a:ext>
              </a:extLst>
            </p:cNvPr>
            <p:cNvSpPr>
              <a:spLocks noGrp="1"/>
            </p:cNvSpPr>
            <p:nvPr/>
          </p:nvSpPr>
          <p:spPr>
            <a:xfrm>
              <a:off x="3669339" y="2571864"/>
              <a:ext cx="1810438" cy="772692"/>
            </a:xfrm>
            <a:custGeom>
              <a:avLst/>
              <a:gdLst/>
              <a:ahLst/>
              <a:cxnLst/>
              <a:rect l="0" t="0" r="0" b="0"/>
              <a:pathLst>
                <a:path w="1810438" h="772692">
                  <a:moveTo>
                    <a:pt x="64702" y="484809"/>
                  </a:moveTo>
                  <a:lnTo>
                    <a:pt x="83974" y="477510"/>
                  </a:lnTo>
                  <a:lnTo>
                    <a:pt x="0" y="485187"/>
                  </a:lnTo>
                  <a:close/>
                  <a:moveTo>
                    <a:pt x="136308" y="234780"/>
                  </a:moveTo>
                  <a:lnTo>
                    <a:pt x="134928" y="250380"/>
                  </a:lnTo>
                  <a:lnTo>
                    <a:pt x="160069" y="195761"/>
                  </a:lnTo>
                  <a:close/>
                  <a:moveTo>
                    <a:pt x="1513509" y="772692"/>
                  </a:moveTo>
                  <a:lnTo>
                    <a:pt x="1559819" y="766018"/>
                  </a:lnTo>
                  <a:lnTo>
                    <a:pt x="1425015" y="720484"/>
                  </a:lnTo>
                  <a:close/>
                  <a:moveTo>
                    <a:pt x="1574801" y="759697"/>
                  </a:moveTo>
                  <a:lnTo>
                    <a:pt x="1559819" y="766018"/>
                  </a:lnTo>
                  <a:lnTo>
                    <a:pt x="1577680" y="677482"/>
                  </a:lnTo>
                  <a:close/>
                  <a:moveTo>
                    <a:pt x="1492151" y="677482"/>
                  </a:moveTo>
                  <a:lnTo>
                    <a:pt x="1548725" y="759697"/>
                  </a:lnTo>
                  <a:lnTo>
                    <a:pt x="1589107" y="742206"/>
                  </a:lnTo>
                  <a:close/>
                  <a:moveTo>
                    <a:pt x="1789623" y="112661"/>
                  </a:moveTo>
                  <a:lnTo>
                    <a:pt x="1789290" y="0"/>
                  </a:lnTo>
                  <a:lnTo>
                    <a:pt x="1785022" y="103561"/>
                  </a:lnTo>
                  <a:close/>
                  <a:moveTo>
                    <a:pt x="1810438" y="30445"/>
                  </a:moveTo>
                  <a:lnTo>
                    <a:pt x="1789290" y="0"/>
                  </a:lnTo>
                  <a:lnTo>
                    <a:pt x="1789623" y="11266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57" name="Candidate_density__2156">
              <a:extLst>
                <a:ext uri="{FF2B5EF4-FFF2-40B4-BE49-F238E27FC236}">
                  <a16:creationId xmlns:a16="http://schemas.microsoft.com/office/drawing/2014/main" id="{79F37CBD-DCF8-18A3-171C-A76BD7637DA6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13180"/>
              <a:ext cx="1882225" cy="964960"/>
            </a:xfrm>
            <a:custGeom>
              <a:avLst/>
              <a:gdLst/>
              <a:ahLst/>
              <a:cxnLst/>
              <a:rect l="0" t="0" r="0" b="0"/>
              <a:pathLst>
                <a:path w="1882225" h="964960">
                  <a:moveTo>
                    <a:pt x="86799" y="676360"/>
                  </a:moveTo>
                  <a:lnTo>
                    <a:pt x="72637" y="701874"/>
                  </a:lnTo>
                  <a:lnTo>
                    <a:pt x="108057" y="691457"/>
                  </a:lnTo>
                  <a:close/>
                  <a:moveTo>
                    <a:pt x="82590" y="659695"/>
                  </a:moveTo>
                  <a:lnTo>
                    <a:pt x="61926" y="649990"/>
                  </a:lnTo>
                  <a:lnTo>
                    <a:pt x="108057" y="691457"/>
                  </a:lnTo>
                  <a:close/>
                  <a:moveTo>
                    <a:pt x="86799" y="676360"/>
                  </a:moveTo>
                  <a:lnTo>
                    <a:pt x="61926" y="649990"/>
                  </a:lnTo>
                  <a:lnTo>
                    <a:pt x="9078" y="592863"/>
                  </a:lnTo>
                  <a:close/>
                  <a:moveTo>
                    <a:pt x="0" y="555709"/>
                  </a:moveTo>
                  <a:lnTo>
                    <a:pt x="4729" y="583788"/>
                  </a:lnTo>
                  <a:lnTo>
                    <a:pt x="9078" y="592863"/>
                  </a:lnTo>
                  <a:close/>
                  <a:moveTo>
                    <a:pt x="274305" y="720139"/>
                  </a:moveTo>
                  <a:lnTo>
                    <a:pt x="336688" y="773749"/>
                  </a:lnTo>
                  <a:lnTo>
                    <a:pt x="253924" y="715175"/>
                  </a:lnTo>
                  <a:close/>
                  <a:moveTo>
                    <a:pt x="439823" y="665497"/>
                  </a:moveTo>
                  <a:lnTo>
                    <a:pt x="447923" y="578550"/>
                  </a:lnTo>
                  <a:lnTo>
                    <a:pt x="433837" y="681702"/>
                  </a:lnTo>
                  <a:close/>
                  <a:moveTo>
                    <a:pt x="412957" y="561051"/>
                  </a:moveTo>
                  <a:lnTo>
                    <a:pt x="487355" y="628007"/>
                  </a:lnTo>
                  <a:lnTo>
                    <a:pt x="433837" y="681702"/>
                  </a:lnTo>
                  <a:close/>
                  <a:moveTo>
                    <a:pt x="569856" y="540012"/>
                  </a:moveTo>
                  <a:lnTo>
                    <a:pt x="561402" y="643266"/>
                  </a:lnTo>
                  <a:lnTo>
                    <a:pt x="516989" y="523601"/>
                  </a:lnTo>
                  <a:close/>
                  <a:moveTo>
                    <a:pt x="566525" y="642812"/>
                  </a:moveTo>
                  <a:lnTo>
                    <a:pt x="561402" y="643266"/>
                  </a:lnTo>
                  <a:lnTo>
                    <a:pt x="569856" y="540012"/>
                  </a:lnTo>
                  <a:close/>
                  <a:moveTo>
                    <a:pt x="646121" y="449087"/>
                  </a:moveTo>
                  <a:lnTo>
                    <a:pt x="569856" y="540012"/>
                  </a:lnTo>
                  <a:lnTo>
                    <a:pt x="533874" y="523279"/>
                  </a:lnTo>
                  <a:close/>
                  <a:moveTo>
                    <a:pt x="1214309" y="964960"/>
                  </a:moveTo>
                  <a:lnTo>
                    <a:pt x="1285356" y="951934"/>
                  </a:lnTo>
                  <a:lnTo>
                    <a:pt x="1255670" y="904401"/>
                  </a:lnTo>
                  <a:close/>
                  <a:moveTo>
                    <a:pt x="1273885" y="831663"/>
                  </a:moveTo>
                  <a:lnTo>
                    <a:pt x="1255670" y="904401"/>
                  </a:lnTo>
                  <a:lnTo>
                    <a:pt x="1293255" y="856817"/>
                  </a:lnTo>
                  <a:close/>
                  <a:moveTo>
                    <a:pt x="1273503" y="755873"/>
                  </a:moveTo>
                  <a:lnTo>
                    <a:pt x="1293255" y="856817"/>
                  </a:lnTo>
                  <a:lnTo>
                    <a:pt x="1314020" y="843902"/>
                  </a:lnTo>
                  <a:close/>
                  <a:moveTo>
                    <a:pt x="1365983" y="717288"/>
                  </a:moveTo>
                  <a:lnTo>
                    <a:pt x="1351283" y="768022"/>
                  </a:lnTo>
                  <a:lnTo>
                    <a:pt x="1404352" y="736166"/>
                  </a:lnTo>
                  <a:close/>
                  <a:moveTo>
                    <a:pt x="1365983" y="717288"/>
                  </a:moveTo>
                  <a:lnTo>
                    <a:pt x="1414381" y="725278"/>
                  </a:lnTo>
                  <a:lnTo>
                    <a:pt x="1373873" y="637280"/>
                  </a:lnTo>
                  <a:close/>
                  <a:moveTo>
                    <a:pt x="1207900" y="166002"/>
                  </a:moveTo>
                  <a:lnTo>
                    <a:pt x="1169264" y="204439"/>
                  </a:lnTo>
                  <a:lnTo>
                    <a:pt x="1218652" y="120387"/>
                  </a:lnTo>
                  <a:close/>
                  <a:moveTo>
                    <a:pt x="1341794" y="86936"/>
                  </a:moveTo>
                  <a:lnTo>
                    <a:pt x="1270379" y="133867"/>
                  </a:lnTo>
                  <a:lnTo>
                    <a:pt x="1218652" y="120387"/>
                  </a:lnTo>
                  <a:close/>
                  <a:moveTo>
                    <a:pt x="1469241" y="89129"/>
                  </a:moveTo>
                  <a:lnTo>
                    <a:pt x="1427722" y="129550"/>
                  </a:lnTo>
                  <a:lnTo>
                    <a:pt x="1476458" y="96562"/>
                  </a:lnTo>
                  <a:close/>
                  <a:moveTo>
                    <a:pt x="1469241" y="89129"/>
                  </a:moveTo>
                  <a:lnTo>
                    <a:pt x="1425094" y="127566"/>
                  </a:lnTo>
                  <a:lnTo>
                    <a:pt x="1427722" y="129550"/>
                  </a:lnTo>
                  <a:close/>
                  <a:moveTo>
                    <a:pt x="1425094" y="127566"/>
                  </a:moveTo>
                  <a:lnTo>
                    <a:pt x="1469241" y="89129"/>
                  </a:lnTo>
                  <a:lnTo>
                    <a:pt x="1341794" y="86936"/>
                  </a:lnTo>
                  <a:close/>
                  <a:moveTo>
                    <a:pt x="1469241" y="89129"/>
                  </a:moveTo>
                  <a:lnTo>
                    <a:pt x="1395878" y="73945"/>
                  </a:lnTo>
                  <a:lnTo>
                    <a:pt x="1341794" y="86936"/>
                  </a:lnTo>
                  <a:close/>
                  <a:moveTo>
                    <a:pt x="1708082" y="220575"/>
                  </a:moveTo>
                  <a:lnTo>
                    <a:pt x="1692134" y="133449"/>
                  </a:lnTo>
                  <a:lnTo>
                    <a:pt x="1709931" y="215123"/>
                  </a:lnTo>
                  <a:close/>
                  <a:moveTo>
                    <a:pt x="1852610" y="12256"/>
                  </a:moveTo>
                  <a:lnTo>
                    <a:pt x="1869776" y="22079"/>
                  </a:lnTo>
                  <a:lnTo>
                    <a:pt x="1882225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58" name="Candidate_density__2157">
              <a:extLst>
                <a:ext uri="{FF2B5EF4-FFF2-40B4-BE49-F238E27FC236}">
                  <a16:creationId xmlns:a16="http://schemas.microsoft.com/office/drawing/2014/main" id="{3D50A30F-AC7F-515D-F59B-1ADD2B292391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49518"/>
              <a:ext cx="2156541" cy="1028622"/>
            </a:xfrm>
            <a:custGeom>
              <a:avLst/>
              <a:gdLst/>
              <a:ahLst/>
              <a:cxnLst/>
              <a:rect l="0" t="0" r="0" b="0"/>
              <a:pathLst>
                <a:path w="2156541" h="1028622">
                  <a:moveTo>
                    <a:pt x="340078" y="807556"/>
                  </a:moveTo>
                  <a:lnTo>
                    <a:pt x="383636" y="837411"/>
                  </a:lnTo>
                  <a:lnTo>
                    <a:pt x="321253" y="783801"/>
                  </a:lnTo>
                  <a:close/>
                  <a:moveTo>
                    <a:pt x="0" y="575593"/>
                  </a:moveTo>
                  <a:lnTo>
                    <a:pt x="51678" y="647451"/>
                  </a:lnTo>
                  <a:lnTo>
                    <a:pt x="46948" y="619371"/>
                  </a:lnTo>
                  <a:close/>
                  <a:moveTo>
                    <a:pt x="472396" y="890614"/>
                  </a:moveTo>
                  <a:lnTo>
                    <a:pt x="486049" y="849568"/>
                  </a:lnTo>
                  <a:lnTo>
                    <a:pt x="417763" y="866016"/>
                  </a:lnTo>
                  <a:close/>
                  <a:moveTo>
                    <a:pt x="486251" y="749311"/>
                  </a:moveTo>
                  <a:lnTo>
                    <a:pt x="480785" y="745365"/>
                  </a:lnTo>
                  <a:lnTo>
                    <a:pt x="383636" y="837411"/>
                  </a:lnTo>
                  <a:close/>
                  <a:moveTo>
                    <a:pt x="383636" y="837411"/>
                  </a:moveTo>
                  <a:lnTo>
                    <a:pt x="417763" y="866016"/>
                  </a:lnTo>
                  <a:lnTo>
                    <a:pt x="486049" y="849568"/>
                  </a:lnTo>
                  <a:close/>
                  <a:moveTo>
                    <a:pt x="486049" y="849568"/>
                  </a:moveTo>
                  <a:lnTo>
                    <a:pt x="486251" y="749311"/>
                  </a:lnTo>
                  <a:lnTo>
                    <a:pt x="383636" y="837411"/>
                  </a:lnTo>
                  <a:close/>
                  <a:moveTo>
                    <a:pt x="570019" y="841894"/>
                  </a:moveTo>
                  <a:lnTo>
                    <a:pt x="501234" y="745365"/>
                  </a:lnTo>
                  <a:lnTo>
                    <a:pt x="486251" y="749311"/>
                  </a:lnTo>
                  <a:close/>
                  <a:moveTo>
                    <a:pt x="570019" y="841894"/>
                  </a:moveTo>
                  <a:lnTo>
                    <a:pt x="486251" y="749311"/>
                  </a:lnTo>
                  <a:lnTo>
                    <a:pt x="486049" y="849568"/>
                  </a:lnTo>
                  <a:close/>
                  <a:moveTo>
                    <a:pt x="486251" y="749311"/>
                  </a:moveTo>
                  <a:lnTo>
                    <a:pt x="501234" y="745365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86251" y="749311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94871" y="642212"/>
                  </a:lnTo>
                  <a:lnTo>
                    <a:pt x="459905" y="624713"/>
                  </a:lnTo>
                  <a:close/>
                  <a:moveTo>
                    <a:pt x="612542" y="707232"/>
                  </a:moveTo>
                  <a:lnTo>
                    <a:pt x="501234" y="745365"/>
                  </a:lnTo>
                  <a:lnTo>
                    <a:pt x="581405" y="804321"/>
                  </a:lnTo>
                  <a:close/>
                  <a:moveTo>
                    <a:pt x="501234" y="745365"/>
                  </a:moveTo>
                  <a:lnTo>
                    <a:pt x="612542" y="707232"/>
                  </a:lnTo>
                  <a:lnTo>
                    <a:pt x="494871" y="642212"/>
                  </a:lnTo>
                  <a:close/>
                  <a:moveTo>
                    <a:pt x="501234" y="745365"/>
                  </a:moveTo>
                  <a:lnTo>
                    <a:pt x="494871" y="642212"/>
                  </a:lnTo>
                  <a:lnTo>
                    <a:pt x="486772" y="729159"/>
                  </a:lnTo>
                  <a:close/>
                  <a:moveTo>
                    <a:pt x="687270" y="707070"/>
                  </a:moveTo>
                  <a:lnTo>
                    <a:pt x="612542" y="707232"/>
                  </a:lnTo>
                  <a:lnTo>
                    <a:pt x="581405" y="804321"/>
                  </a:lnTo>
                  <a:close/>
                  <a:moveTo>
                    <a:pt x="398196" y="560123"/>
                  </a:moveTo>
                  <a:lnTo>
                    <a:pt x="459905" y="624713"/>
                  </a:lnTo>
                  <a:lnTo>
                    <a:pt x="494871" y="642212"/>
                  </a:lnTo>
                  <a:close/>
                  <a:moveTo>
                    <a:pt x="330284" y="460283"/>
                  </a:moveTo>
                  <a:lnTo>
                    <a:pt x="351013" y="500237"/>
                  </a:lnTo>
                  <a:lnTo>
                    <a:pt x="347734" y="498719"/>
                  </a:lnTo>
                  <a:close/>
                  <a:moveTo>
                    <a:pt x="504056" y="534653"/>
                  </a:moveTo>
                  <a:lnTo>
                    <a:pt x="616804" y="603674"/>
                  </a:lnTo>
                  <a:lnTo>
                    <a:pt x="566507" y="586277"/>
                  </a:lnTo>
                  <a:close/>
                  <a:moveTo>
                    <a:pt x="520097" y="542499"/>
                  </a:moveTo>
                  <a:lnTo>
                    <a:pt x="616804" y="603674"/>
                  </a:lnTo>
                  <a:lnTo>
                    <a:pt x="504056" y="534653"/>
                  </a:lnTo>
                  <a:close/>
                  <a:moveTo>
                    <a:pt x="580823" y="586941"/>
                  </a:moveTo>
                  <a:lnTo>
                    <a:pt x="616804" y="603674"/>
                  </a:lnTo>
                  <a:lnTo>
                    <a:pt x="520097" y="542499"/>
                  </a:lnTo>
                  <a:close/>
                  <a:moveTo>
                    <a:pt x="469519" y="421846"/>
                  </a:moveTo>
                  <a:lnTo>
                    <a:pt x="463786" y="460283"/>
                  </a:lnTo>
                  <a:lnTo>
                    <a:pt x="514074" y="504062"/>
                  </a:lnTo>
                  <a:close/>
                  <a:moveTo>
                    <a:pt x="469519" y="421846"/>
                  </a:moveTo>
                  <a:lnTo>
                    <a:pt x="464633" y="431184"/>
                  </a:lnTo>
                  <a:lnTo>
                    <a:pt x="463786" y="460283"/>
                  </a:lnTo>
                  <a:close/>
                  <a:moveTo>
                    <a:pt x="484012" y="250671"/>
                  </a:moveTo>
                  <a:lnTo>
                    <a:pt x="601555" y="301195"/>
                  </a:lnTo>
                  <a:lnTo>
                    <a:pt x="606585" y="311705"/>
                  </a:lnTo>
                  <a:close/>
                  <a:moveTo>
                    <a:pt x="407902" y="151863"/>
                  </a:moveTo>
                  <a:lnTo>
                    <a:pt x="317071" y="165116"/>
                  </a:lnTo>
                  <a:lnTo>
                    <a:pt x="397907" y="257417"/>
                  </a:lnTo>
                  <a:close/>
                  <a:moveTo>
                    <a:pt x="411086" y="257417"/>
                  </a:moveTo>
                  <a:lnTo>
                    <a:pt x="484012" y="250671"/>
                  </a:lnTo>
                  <a:lnTo>
                    <a:pt x="407902" y="151863"/>
                  </a:lnTo>
                  <a:close/>
                  <a:moveTo>
                    <a:pt x="1256056" y="920479"/>
                  </a:moveTo>
                  <a:lnTo>
                    <a:pt x="1261257" y="1028622"/>
                  </a:lnTo>
                  <a:lnTo>
                    <a:pt x="1302618" y="968063"/>
                  </a:lnTo>
                  <a:close/>
                  <a:moveTo>
                    <a:pt x="1256056" y="920479"/>
                  </a:moveTo>
                  <a:lnTo>
                    <a:pt x="1302618" y="968063"/>
                  </a:lnTo>
                  <a:lnTo>
                    <a:pt x="1320833" y="895325"/>
                  </a:lnTo>
                  <a:close/>
                  <a:moveTo>
                    <a:pt x="1320833" y="895325"/>
                  </a:moveTo>
                  <a:lnTo>
                    <a:pt x="1340204" y="920479"/>
                  </a:lnTo>
                  <a:lnTo>
                    <a:pt x="1320451" y="819535"/>
                  </a:lnTo>
                  <a:close/>
                  <a:moveTo>
                    <a:pt x="1320451" y="819535"/>
                  </a:moveTo>
                  <a:lnTo>
                    <a:pt x="1360968" y="907564"/>
                  </a:lnTo>
                  <a:lnTo>
                    <a:pt x="1398231" y="831685"/>
                  </a:lnTo>
                  <a:close/>
                  <a:moveTo>
                    <a:pt x="1412931" y="780950"/>
                  </a:moveTo>
                  <a:lnTo>
                    <a:pt x="1320451" y="819535"/>
                  </a:lnTo>
                  <a:lnTo>
                    <a:pt x="1398231" y="831685"/>
                  </a:lnTo>
                  <a:close/>
                  <a:moveTo>
                    <a:pt x="1420822" y="700942"/>
                  </a:moveTo>
                  <a:lnTo>
                    <a:pt x="1342735" y="687648"/>
                  </a:lnTo>
                  <a:lnTo>
                    <a:pt x="1303662" y="717612"/>
                  </a:lnTo>
                  <a:close/>
                  <a:moveTo>
                    <a:pt x="1420822" y="700942"/>
                  </a:moveTo>
                  <a:lnTo>
                    <a:pt x="1465164" y="698986"/>
                  </a:lnTo>
                  <a:lnTo>
                    <a:pt x="1430136" y="679176"/>
                  </a:lnTo>
                  <a:close/>
                  <a:moveTo>
                    <a:pt x="1420822" y="700942"/>
                  </a:moveTo>
                  <a:lnTo>
                    <a:pt x="1461330" y="788940"/>
                  </a:lnTo>
                  <a:lnTo>
                    <a:pt x="1465164" y="698986"/>
                  </a:lnTo>
                  <a:close/>
                  <a:moveTo>
                    <a:pt x="1451300" y="799828"/>
                  </a:moveTo>
                  <a:lnTo>
                    <a:pt x="1461330" y="788940"/>
                  </a:lnTo>
                  <a:lnTo>
                    <a:pt x="1412931" y="780950"/>
                  </a:lnTo>
                  <a:close/>
                  <a:moveTo>
                    <a:pt x="1303662" y="717612"/>
                  </a:moveTo>
                  <a:lnTo>
                    <a:pt x="1337067" y="681942"/>
                  </a:lnTo>
                  <a:lnTo>
                    <a:pt x="1407660" y="651734"/>
                  </a:lnTo>
                  <a:close/>
                  <a:moveTo>
                    <a:pt x="1407660" y="651734"/>
                  </a:moveTo>
                  <a:lnTo>
                    <a:pt x="1365501" y="619326"/>
                  </a:lnTo>
                  <a:lnTo>
                    <a:pt x="1302562" y="635398"/>
                  </a:lnTo>
                  <a:close/>
                  <a:moveTo>
                    <a:pt x="1407660" y="651734"/>
                  </a:moveTo>
                  <a:lnTo>
                    <a:pt x="1430136" y="679176"/>
                  </a:lnTo>
                  <a:lnTo>
                    <a:pt x="1365501" y="619326"/>
                  </a:lnTo>
                  <a:close/>
                  <a:moveTo>
                    <a:pt x="1430136" y="679176"/>
                  </a:moveTo>
                  <a:lnTo>
                    <a:pt x="1465164" y="698986"/>
                  </a:lnTo>
                  <a:lnTo>
                    <a:pt x="1365501" y="619326"/>
                  </a:lnTo>
                  <a:close/>
                  <a:moveTo>
                    <a:pt x="1420822" y="700942"/>
                  </a:moveTo>
                  <a:lnTo>
                    <a:pt x="1430136" y="679176"/>
                  </a:lnTo>
                  <a:lnTo>
                    <a:pt x="1427673" y="668873"/>
                  </a:lnTo>
                  <a:close/>
                  <a:moveTo>
                    <a:pt x="1427673" y="668873"/>
                  </a:moveTo>
                  <a:lnTo>
                    <a:pt x="1430136" y="679176"/>
                  </a:lnTo>
                  <a:lnTo>
                    <a:pt x="1407660" y="651734"/>
                  </a:lnTo>
                  <a:close/>
                  <a:moveTo>
                    <a:pt x="1339422" y="229664"/>
                  </a:moveTo>
                  <a:lnTo>
                    <a:pt x="1356269" y="226462"/>
                  </a:lnTo>
                  <a:lnTo>
                    <a:pt x="1388742" y="150598"/>
                  </a:lnTo>
                  <a:close/>
                  <a:moveTo>
                    <a:pt x="1265600" y="184049"/>
                  </a:moveTo>
                  <a:lnTo>
                    <a:pt x="1339422" y="229664"/>
                  </a:lnTo>
                  <a:lnTo>
                    <a:pt x="1388742" y="150598"/>
                  </a:lnTo>
                  <a:close/>
                  <a:moveTo>
                    <a:pt x="1356269" y="226462"/>
                  </a:moveTo>
                  <a:lnTo>
                    <a:pt x="1472042" y="191228"/>
                  </a:lnTo>
                  <a:lnTo>
                    <a:pt x="1388742" y="150598"/>
                  </a:lnTo>
                  <a:close/>
                  <a:moveTo>
                    <a:pt x="1565546" y="254324"/>
                  </a:moveTo>
                  <a:lnTo>
                    <a:pt x="1568446" y="235007"/>
                  </a:lnTo>
                  <a:lnTo>
                    <a:pt x="1523406" y="160224"/>
                  </a:lnTo>
                  <a:close/>
                  <a:moveTo>
                    <a:pt x="1565546" y="254324"/>
                  </a:moveTo>
                  <a:lnTo>
                    <a:pt x="1523406" y="160224"/>
                  </a:lnTo>
                  <a:lnTo>
                    <a:pt x="1474670" y="193212"/>
                  </a:lnTo>
                  <a:close/>
                  <a:moveTo>
                    <a:pt x="1739082" y="197112"/>
                  </a:moveTo>
                  <a:lnTo>
                    <a:pt x="1732670" y="196570"/>
                  </a:lnTo>
                  <a:lnTo>
                    <a:pt x="1756880" y="278785"/>
                  </a:lnTo>
                  <a:close/>
                  <a:moveTo>
                    <a:pt x="1761943" y="114354"/>
                  </a:moveTo>
                  <a:lnTo>
                    <a:pt x="1737554" y="188367"/>
                  </a:lnTo>
                  <a:lnTo>
                    <a:pt x="1782460" y="122346"/>
                  </a:lnTo>
                  <a:close/>
                  <a:moveTo>
                    <a:pt x="1782460" y="122346"/>
                  </a:moveTo>
                  <a:lnTo>
                    <a:pt x="1737554" y="188367"/>
                  </a:lnTo>
                  <a:lnTo>
                    <a:pt x="1739082" y="197112"/>
                  </a:lnTo>
                  <a:close/>
                  <a:moveTo>
                    <a:pt x="1956760" y="20222"/>
                  </a:moveTo>
                  <a:lnTo>
                    <a:pt x="1899558" y="75918"/>
                  </a:lnTo>
                  <a:lnTo>
                    <a:pt x="1929173" y="63662"/>
                  </a:lnTo>
                  <a:close/>
                  <a:moveTo>
                    <a:pt x="1916724" y="85741"/>
                  </a:moveTo>
                  <a:lnTo>
                    <a:pt x="1987354" y="37482"/>
                  </a:lnTo>
                  <a:lnTo>
                    <a:pt x="1929173" y="63662"/>
                  </a:lnTo>
                  <a:close/>
                  <a:moveTo>
                    <a:pt x="2043493" y="65845"/>
                  </a:moveTo>
                  <a:lnTo>
                    <a:pt x="1987354" y="37482"/>
                  </a:lnTo>
                  <a:lnTo>
                    <a:pt x="1916724" y="85741"/>
                  </a:lnTo>
                  <a:close/>
                  <a:moveTo>
                    <a:pt x="2156541" y="0"/>
                  </a:moveTo>
                  <a:lnTo>
                    <a:pt x="2043493" y="65845"/>
                  </a:lnTo>
                  <a:lnTo>
                    <a:pt x="2126112" y="9608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59" name="Candidate_density__2158">
              <a:extLst>
                <a:ext uri="{FF2B5EF4-FFF2-40B4-BE49-F238E27FC236}">
                  <a16:creationId xmlns:a16="http://schemas.microsoft.com/office/drawing/2014/main" id="{5B561421-44E5-F8F2-3476-F489E3970557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2366349"/>
              <a:ext cx="2279550" cy="1111791"/>
            </a:xfrm>
            <a:custGeom>
              <a:avLst/>
              <a:gdLst/>
              <a:ahLst/>
              <a:cxnLst/>
              <a:rect l="0" t="0" r="0" b="0"/>
              <a:pathLst>
                <a:path w="2279550" h="1111791">
                  <a:moveTo>
                    <a:pt x="433735" y="920581"/>
                  </a:moveTo>
                  <a:lnTo>
                    <a:pt x="390177" y="890725"/>
                  </a:lnTo>
                  <a:lnTo>
                    <a:pt x="467862" y="949186"/>
                  </a:lnTo>
                  <a:close/>
                  <a:moveTo>
                    <a:pt x="0" y="576547"/>
                  </a:moveTo>
                  <a:lnTo>
                    <a:pt x="50099" y="658762"/>
                  </a:lnTo>
                  <a:lnTo>
                    <a:pt x="69587" y="620325"/>
                  </a:lnTo>
                  <a:close/>
                  <a:moveTo>
                    <a:pt x="544970" y="725381"/>
                  </a:moveTo>
                  <a:lnTo>
                    <a:pt x="662641" y="790402"/>
                  </a:lnTo>
                  <a:lnTo>
                    <a:pt x="632303" y="714974"/>
                  </a:lnTo>
                  <a:close/>
                  <a:moveTo>
                    <a:pt x="737370" y="790240"/>
                  </a:moveTo>
                  <a:lnTo>
                    <a:pt x="632303" y="714974"/>
                  </a:lnTo>
                  <a:lnTo>
                    <a:pt x="662641" y="790402"/>
                  </a:lnTo>
                  <a:close/>
                  <a:moveTo>
                    <a:pt x="488021" y="693144"/>
                  </a:moveTo>
                  <a:lnTo>
                    <a:pt x="510004" y="707883"/>
                  </a:lnTo>
                  <a:lnTo>
                    <a:pt x="448295" y="643293"/>
                  </a:lnTo>
                  <a:close/>
                  <a:moveTo>
                    <a:pt x="448295" y="643293"/>
                  </a:moveTo>
                  <a:lnTo>
                    <a:pt x="544970" y="725381"/>
                  </a:lnTo>
                  <a:lnTo>
                    <a:pt x="505742" y="657181"/>
                  </a:lnTo>
                  <a:close/>
                  <a:moveTo>
                    <a:pt x="448295" y="643293"/>
                  </a:moveTo>
                  <a:lnTo>
                    <a:pt x="401112" y="583406"/>
                  </a:lnTo>
                  <a:lnTo>
                    <a:pt x="395221" y="625849"/>
                  </a:lnTo>
                  <a:close/>
                  <a:moveTo>
                    <a:pt x="448295" y="643293"/>
                  </a:moveTo>
                  <a:lnTo>
                    <a:pt x="533672" y="585168"/>
                  </a:lnTo>
                  <a:lnTo>
                    <a:pt x="410543" y="581889"/>
                  </a:lnTo>
                  <a:close/>
                  <a:moveTo>
                    <a:pt x="410543" y="581889"/>
                  </a:moveTo>
                  <a:lnTo>
                    <a:pt x="401112" y="583406"/>
                  </a:lnTo>
                  <a:lnTo>
                    <a:pt x="448295" y="643293"/>
                  </a:lnTo>
                  <a:close/>
                  <a:moveTo>
                    <a:pt x="533672" y="585168"/>
                  </a:moveTo>
                  <a:lnTo>
                    <a:pt x="570197" y="625668"/>
                  </a:lnTo>
                  <a:lnTo>
                    <a:pt x="554155" y="617822"/>
                  </a:lnTo>
                  <a:close/>
                  <a:moveTo>
                    <a:pt x="564173" y="587231"/>
                  </a:moveTo>
                  <a:lnTo>
                    <a:pt x="533672" y="585168"/>
                  </a:lnTo>
                  <a:lnTo>
                    <a:pt x="554155" y="617822"/>
                  </a:lnTo>
                  <a:close/>
                  <a:moveTo>
                    <a:pt x="534111" y="333841"/>
                  </a:moveTo>
                  <a:lnTo>
                    <a:pt x="656684" y="394875"/>
                  </a:lnTo>
                  <a:lnTo>
                    <a:pt x="629529" y="316860"/>
                  </a:lnTo>
                  <a:close/>
                  <a:moveTo>
                    <a:pt x="458001" y="235032"/>
                  </a:moveTo>
                  <a:lnTo>
                    <a:pt x="531375" y="235973"/>
                  </a:lnTo>
                  <a:lnTo>
                    <a:pt x="515770" y="148568"/>
                  </a:lnTo>
                  <a:close/>
                  <a:moveTo>
                    <a:pt x="1306155" y="1003649"/>
                  </a:moveTo>
                  <a:lnTo>
                    <a:pt x="1249726" y="1042085"/>
                  </a:lnTo>
                  <a:lnTo>
                    <a:pt x="1311357" y="1111791"/>
                  </a:lnTo>
                  <a:close/>
                  <a:moveTo>
                    <a:pt x="1306155" y="1003649"/>
                  </a:moveTo>
                  <a:lnTo>
                    <a:pt x="1370932" y="978495"/>
                  </a:lnTo>
                  <a:lnTo>
                    <a:pt x="1348123" y="882997"/>
                  </a:lnTo>
                  <a:close/>
                  <a:moveTo>
                    <a:pt x="1463031" y="864120"/>
                  </a:moveTo>
                  <a:lnTo>
                    <a:pt x="1470921" y="784112"/>
                  </a:lnTo>
                  <a:lnTo>
                    <a:pt x="1353761" y="800782"/>
                  </a:lnTo>
                  <a:close/>
                  <a:moveTo>
                    <a:pt x="1386919" y="865404"/>
                  </a:moveTo>
                  <a:lnTo>
                    <a:pt x="1463031" y="864120"/>
                  </a:lnTo>
                  <a:lnTo>
                    <a:pt x="1353761" y="800782"/>
                  </a:lnTo>
                  <a:close/>
                  <a:moveTo>
                    <a:pt x="1352661" y="718568"/>
                  </a:moveTo>
                  <a:lnTo>
                    <a:pt x="1353761" y="800782"/>
                  </a:lnTo>
                  <a:lnTo>
                    <a:pt x="1457759" y="734903"/>
                  </a:lnTo>
                  <a:close/>
                  <a:moveTo>
                    <a:pt x="1613865" y="641694"/>
                  </a:moveTo>
                  <a:lnTo>
                    <a:pt x="1598392" y="703392"/>
                  </a:lnTo>
                  <a:lnTo>
                    <a:pt x="1572196" y="735870"/>
                  </a:lnTo>
                  <a:close/>
                  <a:moveTo>
                    <a:pt x="1632468" y="347094"/>
                  </a:moveTo>
                  <a:lnTo>
                    <a:pt x="1618545" y="318176"/>
                  </a:lnTo>
                  <a:lnTo>
                    <a:pt x="1615645" y="337493"/>
                  </a:lnTo>
                  <a:close/>
                  <a:moveTo>
                    <a:pt x="1674194" y="197524"/>
                  </a:moveTo>
                  <a:lnTo>
                    <a:pt x="1699565" y="220849"/>
                  </a:lnTo>
                  <a:lnTo>
                    <a:pt x="1679957" y="208394"/>
                  </a:lnTo>
                  <a:close/>
                  <a:moveTo>
                    <a:pt x="1787653" y="271537"/>
                  </a:moveTo>
                  <a:lnTo>
                    <a:pt x="1715310" y="197524"/>
                  </a:lnTo>
                  <a:lnTo>
                    <a:pt x="1789181" y="280281"/>
                  </a:lnTo>
                  <a:close/>
                  <a:moveTo>
                    <a:pt x="1789181" y="280281"/>
                  </a:moveTo>
                  <a:lnTo>
                    <a:pt x="1715310" y="197524"/>
                  </a:lnTo>
                  <a:lnTo>
                    <a:pt x="1679957" y="208394"/>
                  </a:lnTo>
                  <a:close/>
                  <a:moveTo>
                    <a:pt x="1699565" y="220849"/>
                  </a:moveTo>
                  <a:lnTo>
                    <a:pt x="1782769" y="27973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699565" y="22084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715310" y="197524"/>
                  </a:lnTo>
                  <a:lnTo>
                    <a:pt x="1689394" y="182822"/>
                  </a:lnTo>
                  <a:close/>
                  <a:moveTo>
                    <a:pt x="1674194" y="197524"/>
                  </a:moveTo>
                  <a:lnTo>
                    <a:pt x="1679957" y="208394"/>
                  </a:lnTo>
                  <a:lnTo>
                    <a:pt x="1689394" y="182822"/>
                  </a:lnTo>
                  <a:close/>
                  <a:moveTo>
                    <a:pt x="1604406" y="80266"/>
                  </a:moveTo>
                  <a:lnTo>
                    <a:pt x="1568115" y="38543"/>
                  </a:lnTo>
                  <a:lnTo>
                    <a:pt x="1577276" y="42290"/>
                  </a:lnTo>
                  <a:close/>
                  <a:moveTo>
                    <a:pt x="1604406" y="80266"/>
                  </a:moveTo>
                  <a:lnTo>
                    <a:pt x="1577276" y="42290"/>
                  </a:lnTo>
                  <a:lnTo>
                    <a:pt x="1659588" y="71384"/>
                  </a:lnTo>
                  <a:close/>
                  <a:moveTo>
                    <a:pt x="1715310" y="197524"/>
                  </a:moveTo>
                  <a:lnTo>
                    <a:pt x="1787653" y="271537"/>
                  </a:lnTo>
                  <a:lnTo>
                    <a:pt x="1778385" y="188965"/>
                  </a:lnTo>
                  <a:close/>
                  <a:moveTo>
                    <a:pt x="1688441" y="101404"/>
                  </a:moveTo>
                  <a:lnTo>
                    <a:pt x="1674194" y="197524"/>
                  </a:lnTo>
                  <a:lnTo>
                    <a:pt x="1689394" y="182822"/>
                  </a:lnTo>
                  <a:close/>
                  <a:moveTo>
                    <a:pt x="1778385" y="188965"/>
                  </a:moveTo>
                  <a:lnTo>
                    <a:pt x="1689394" y="182822"/>
                  </a:lnTo>
                  <a:lnTo>
                    <a:pt x="1715310" y="197524"/>
                  </a:lnTo>
                  <a:close/>
                  <a:moveTo>
                    <a:pt x="1688441" y="101404"/>
                  </a:moveTo>
                  <a:lnTo>
                    <a:pt x="1689394" y="182822"/>
                  </a:lnTo>
                  <a:lnTo>
                    <a:pt x="1778385" y="188965"/>
                  </a:lnTo>
                  <a:close/>
                  <a:moveTo>
                    <a:pt x="1778385" y="188965"/>
                  </a:moveTo>
                  <a:lnTo>
                    <a:pt x="1787653" y="271537"/>
                  </a:lnTo>
                  <a:lnTo>
                    <a:pt x="1812042" y="197524"/>
                  </a:lnTo>
                  <a:close/>
                  <a:moveTo>
                    <a:pt x="1778385" y="188965"/>
                  </a:moveTo>
                  <a:lnTo>
                    <a:pt x="1812042" y="197524"/>
                  </a:lnTo>
                  <a:lnTo>
                    <a:pt x="1757517" y="105839"/>
                  </a:lnTo>
                  <a:close/>
                  <a:moveTo>
                    <a:pt x="1626171" y="91436"/>
                  </a:moveTo>
                  <a:lnTo>
                    <a:pt x="1688441" y="101404"/>
                  </a:lnTo>
                  <a:lnTo>
                    <a:pt x="1659588" y="71384"/>
                  </a:lnTo>
                  <a:close/>
                  <a:moveTo>
                    <a:pt x="1876077" y="108280"/>
                  </a:moveTo>
                  <a:lnTo>
                    <a:pt x="1949657" y="159088"/>
                  </a:lnTo>
                  <a:lnTo>
                    <a:pt x="1934953" y="38436"/>
                  </a:lnTo>
                  <a:close/>
                  <a:moveTo>
                    <a:pt x="1934953" y="38436"/>
                  </a:moveTo>
                  <a:lnTo>
                    <a:pt x="1949657" y="159088"/>
                  </a:lnTo>
                  <a:lnTo>
                    <a:pt x="2006859" y="103392"/>
                  </a:lnTo>
                  <a:close/>
                  <a:moveTo>
                    <a:pt x="1979272" y="146832"/>
                  </a:moveTo>
                  <a:lnTo>
                    <a:pt x="2037453" y="120652"/>
                  </a:lnTo>
                  <a:lnTo>
                    <a:pt x="2006859" y="103392"/>
                  </a:lnTo>
                  <a:close/>
                  <a:moveTo>
                    <a:pt x="2037453" y="120652"/>
                  </a:moveTo>
                  <a:lnTo>
                    <a:pt x="2093592" y="149015"/>
                  </a:lnTo>
                  <a:lnTo>
                    <a:pt x="2107838" y="102902"/>
                  </a:lnTo>
                  <a:close/>
                  <a:moveTo>
                    <a:pt x="2006859" y="103392"/>
                  </a:moveTo>
                  <a:lnTo>
                    <a:pt x="2037453" y="120652"/>
                  </a:lnTo>
                  <a:lnTo>
                    <a:pt x="2095460" y="0"/>
                  </a:lnTo>
                  <a:close/>
                  <a:moveTo>
                    <a:pt x="2115828" y="16948"/>
                  </a:moveTo>
                  <a:lnTo>
                    <a:pt x="2037453" y="120652"/>
                  </a:lnTo>
                  <a:lnTo>
                    <a:pt x="2107838" y="102902"/>
                  </a:lnTo>
                  <a:close/>
                  <a:moveTo>
                    <a:pt x="2206640" y="83170"/>
                  </a:moveTo>
                  <a:lnTo>
                    <a:pt x="2107838" y="102902"/>
                  </a:lnTo>
                  <a:lnTo>
                    <a:pt x="2093592" y="149015"/>
                  </a:lnTo>
                  <a:close/>
                  <a:moveTo>
                    <a:pt x="2107838" y="102902"/>
                  </a:moveTo>
                  <a:lnTo>
                    <a:pt x="2206640" y="83170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06668" y="77928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79550" y="84488"/>
                  </a:lnTo>
                  <a:lnTo>
                    <a:pt x="2206668" y="7792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60" name="Candidate_density__2159">
              <a:extLst>
                <a:ext uri="{FF2B5EF4-FFF2-40B4-BE49-F238E27FC236}">
                  <a16:creationId xmlns:a16="http://schemas.microsoft.com/office/drawing/2014/main" id="{ABC0E5B1-E2F7-BF4B-CF63-7BEAC0F12B02}"/>
                </a:ext>
              </a:extLst>
            </p:cNvPr>
            <p:cNvSpPr>
              <a:spLocks noGrp="1"/>
            </p:cNvSpPr>
            <p:nvPr/>
          </p:nvSpPr>
          <p:spPr>
            <a:xfrm>
              <a:off x="3785043" y="2587125"/>
              <a:ext cx="1669318" cy="877989"/>
            </a:xfrm>
            <a:custGeom>
              <a:avLst/>
              <a:gdLst/>
              <a:ahLst/>
              <a:cxnLst/>
              <a:rect l="0" t="0" r="0" b="0"/>
              <a:pathLst>
                <a:path w="1669318" h="877989">
                  <a:moveTo>
                    <a:pt x="46131" y="617512"/>
                  </a:moveTo>
                  <a:lnTo>
                    <a:pt x="0" y="576045"/>
                  </a:lnTo>
                  <a:lnTo>
                    <a:pt x="24873" y="602416"/>
                  </a:lnTo>
                  <a:close/>
                  <a:moveTo>
                    <a:pt x="105483" y="624216"/>
                  </a:moveTo>
                  <a:lnTo>
                    <a:pt x="20664" y="585750"/>
                  </a:lnTo>
                  <a:lnTo>
                    <a:pt x="46131" y="617512"/>
                  </a:lnTo>
                  <a:close/>
                  <a:moveTo>
                    <a:pt x="371911" y="607758"/>
                  </a:moveTo>
                  <a:lnTo>
                    <a:pt x="340803" y="689973"/>
                  </a:lnTo>
                  <a:lnTo>
                    <a:pt x="274762" y="699804"/>
                  </a:lnTo>
                  <a:close/>
                  <a:moveTo>
                    <a:pt x="274762" y="699804"/>
                  </a:moveTo>
                  <a:lnTo>
                    <a:pt x="340803" y="689973"/>
                  </a:lnTo>
                  <a:lnTo>
                    <a:pt x="315587" y="701439"/>
                  </a:lnTo>
                  <a:close/>
                  <a:moveTo>
                    <a:pt x="191998" y="641230"/>
                  </a:moveTo>
                  <a:lnTo>
                    <a:pt x="274762" y="699804"/>
                  </a:lnTo>
                  <a:lnTo>
                    <a:pt x="315587" y="701439"/>
                  </a:lnTo>
                  <a:close/>
                  <a:moveTo>
                    <a:pt x="504599" y="568867"/>
                  </a:moveTo>
                  <a:lnTo>
                    <a:pt x="570291" y="615553"/>
                  </a:lnTo>
                  <a:lnTo>
                    <a:pt x="499476" y="569321"/>
                  </a:lnTo>
                  <a:close/>
                  <a:moveTo>
                    <a:pt x="507930" y="466067"/>
                  </a:moveTo>
                  <a:lnTo>
                    <a:pt x="554389" y="448670"/>
                  </a:lnTo>
                  <a:lnTo>
                    <a:pt x="504599" y="568867"/>
                  </a:lnTo>
                  <a:close/>
                  <a:moveTo>
                    <a:pt x="1193744" y="830456"/>
                  </a:moveTo>
                  <a:lnTo>
                    <a:pt x="1241116" y="794605"/>
                  </a:lnTo>
                  <a:lnTo>
                    <a:pt x="1231330" y="782872"/>
                  </a:lnTo>
                  <a:close/>
                  <a:moveTo>
                    <a:pt x="1223430" y="877989"/>
                  </a:moveTo>
                  <a:lnTo>
                    <a:pt x="1241116" y="794605"/>
                  </a:lnTo>
                  <a:lnTo>
                    <a:pt x="1193744" y="830456"/>
                  </a:lnTo>
                  <a:close/>
                  <a:moveTo>
                    <a:pt x="1042183" y="542452"/>
                  </a:moveTo>
                  <a:lnTo>
                    <a:pt x="1097019" y="536227"/>
                  </a:lnTo>
                  <a:lnTo>
                    <a:pt x="1133972" y="580005"/>
                  </a:lnTo>
                  <a:close/>
                  <a:moveTo>
                    <a:pt x="1133972" y="580005"/>
                  </a:moveTo>
                  <a:lnTo>
                    <a:pt x="1097019" y="536227"/>
                  </a:lnTo>
                  <a:lnTo>
                    <a:pt x="1133030" y="497791"/>
                  </a:lnTo>
                  <a:close/>
                  <a:moveTo>
                    <a:pt x="1042183" y="542452"/>
                  </a:moveTo>
                  <a:lnTo>
                    <a:pt x="1034692" y="577901"/>
                  </a:lnTo>
                  <a:lnTo>
                    <a:pt x="974535" y="568184"/>
                  </a:lnTo>
                  <a:close/>
                  <a:moveTo>
                    <a:pt x="1097019" y="536227"/>
                  </a:moveTo>
                  <a:lnTo>
                    <a:pt x="1121869" y="415576"/>
                  </a:lnTo>
                  <a:lnTo>
                    <a:pt x="1133030" y="497791"/>
                  </a:lnTo>
                  <a:close/>
                  <a:moveTo>
                    <a:pt x="1162308" y="397714"/>
                  </a:moveTo>
                  <a:lnTo>
                    <a:pt x="1121869" y="415576"/>
                  </a:lnTo>
                  <a:lnTo>
                    <a:pt x="1137473" y="404864"/>
                  </a:lnTo>
                  <a:close/>
                  <a:moveTo>
                    <a:pt x="1616699" y="270670"/>
                  </a:moveTo>
                  <a:lnTo>
                    <a:pt x="1645135" y="347645"/>
                  </a:lnTo>
                  <a:lnTo>
                    <a:pt x="1649392" y="382481"/>
                  </a:lnTo>
                  <a:close/>
                  <a:moveTo>
                    <a:pt x="1645135" y="347645"/>
                  </a:moveTo>
                  <a:lnTo>
                    <a:pt x="1616699" y="270670"/>
                  </a:lnTo>
                  <a:lnTo>
                    <a:pt x="1643664" y="344045"/>
                  </a:lnTo>
                  <a:close/>
                  <a:moveTo>
                    <a:pt x="1616699" y="270670"/>
                  </a:moveTo>
                  <a:lnTo>
                    <a:pt x="1606242" y="261829"/>
                  </a:lnTo>
                  <a:lnTo>
                    <a:pt x="1643664" y="344045"/>
                  </a:lnTo>
                  <a:close/>
                  <a:moveTo>
                    <a:pt x="1333953" y="0"/>
                  </a:moveTo>
                  <a:lnTo>
                    <a:pt x="1222047" y="53621"/>
                  </a:lnTo>
                  <a:lnTo>
                    <a:pt x="1279868" y="12991"/>
                  </a:lnTo>
                  <a:close/>
                  <a:moveTo>
                    <a:pt x="1606242" y="261829"/>
                  </a:moveTo>
                  <a:lnTo>
                    <a:pt x="1646156" y="146630"/>
                  </a:lnTo>
                  <a:lnTo>
                    <a:pt x="1648006" y="141178"/>
                  </a:lnTo>
                  <a:close/>
                  <a:moveTo>
                    <a:pt x="1630208" y="59505"/>
                  </a:moveTo>
                  <a:lnTo>
                    <a:pt x="1646156" y="146630"/>
                  </a:lnTo>
                  <a:lnTo>
                    <a:pt x="1669318" y="8830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61" name="Candidate_density__2160">
              <a:extLst>
                <a:ext uri="{FF2B5EF4-FFF2-40B4-BE49-F238E27FC236}">
                  <a16:creationId xmlns:a16="http://schemas.microsoft.com/office/drawing/2014/main" id="{4D1CD0B8-131E-5B46-F058-AA418B8F2122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1982709"/>
              <a:ext cx="2206668" cy="1425725"/>
            </a:xfrm>
            <a:custGeom>
              <a:avLst/>
              <a:gdLst/>
              <a:ahLst/>
              <a:cxnLst/>
              <a:rect l="0" t="0" r="0" b="0"/>
              <a:pathLst>
                <a:path w="2206668" h="1425725">
                  <a:moveTo>
                    <a:pt x="0" y="960186"/>
                  </a:moveTo>
                  <a:lnTo>
                    <a:pt x="69587" y="1003965"/>
                  </a:lnTo>
                  <a:lnTo>
                    <a:pt x="58142" y="921750"/>
                  </a:lnTo>
                  <a:close/>
                  <a:moveTo>
                    <a:pt x="43518" y="839535"/>
                  </a:moveTo>
                  <a:lnTo>
                    <a:pt x="0" y="960186"/>
                  </a:lnTo>
                  <a:lnTo>
                    <a:pt x="58142" y="921750"/>
                  </a:lnTo>
                  <a:close/>
                  <a:moveTo>
                    <a:pt x="505742" y="1040821"/>
                  </a:moveTo>
                  <a:lnTo>
                    <a:pt x="533672" y="968807"/>
                  </a:lnTo>
                  <a:lnTo>
                    <a:pt x="448295" y="1026932"/>
                  </a:lnTo>
                  <a:close/>
                  <a:moveTo>
                    <a:pt x="513885" y="927092"/>
                  </a:moveTo>
                  <a:lnTo>
                    <a:pt x="533672" y="968807"/>
                  </a:lnTo>
                  <a:lnTo>
                    <a:pt x="564173" y="970871"/>
                  </a:lnTo>
                  <a:close/>
                  <a:moveTo>
                    <a:pt x="458001" y="618672"/>
                  </a:moveTo>
                  <a:lnTo>
                    <a:pt x="534111" y="717481"/>
                  </a:lnTo>
                  <a:lnTo>
                    <a:pt x="531375" y="619613"/>
                  </a:lnTo>
                  <a:close/>
                  <a:moveTo>
                    <a:pt x="367170" y="631925"/>
                  </a:moveTo>
                  <a:lnTo>
                    <a:pt x="458001" y="618672"/>
                  </a:lnTo>
                  <a:lnTo>
                    <a:pt x="448219" y="526532"/>
                  </a:lnTo>
                  <a:close/>
                  <a:moveTo>
                    <a:pt x="458001" y="618672"/>
                  </a:moveTo>
                  <a:lnTo>
                    <a:pt x="515770" y="532208"/>
                  </a:lnTo>
                  <a:lnTo>
                    <a:pt x="448219" y="526532"/>
                  </a:lnTo>
                  <a:close/>
                  <a:moveTo>
                    <a:pt x="358872" y="538578"/>
                  </a:moveTo>
                  <a:lnTo>
                    <a:pt x="448219" y="526532"/>
                  </a:lnTo>
                  <a:lnTo>
                    <a:pt x="386316" y="481322"/>
                  </a:lnTo>
                  <a:close/>
                  <a:moveTo>
                    <a:pt x="1197203" y="1343509"/>
                  </a:moveTo>
                  <a:lnTo>
                    <a:pt x="1249726" y="1425725"/>
                  </a:lnTo>
                  <a:lnTo>
                    <a:pt x="1306155" y="1387289"/>
                  </a:lnTo>
                  <a:close/>
                  <a:moveTo>
                    <a:pt x="1197203" y="1343509"/>
                  </a:moveTo>
                  <a:lnTo>
                    <a:pt x="1306155" y="1387289"/>
                  </a:lnTo>
                  <a:lnTo>
                    <a:pt x="1258961" y="1305073"/>
                  </a:lnTo>
                  <a:close/>
                  <a:moveTo>
                    <a:pt x="1183242" y="1261295"/>
                  </a:moveTo>
                  <a:lnTo>
                    <a:pt x="1197203" y="1343509"/>
                  </a:lnTo>
                  <a:lnTo>
                    <a:pt x="1258961" y="1305073"/>
                  </a:lnTo>
                  <a:close/>
                  <a:moveTo>
                    <a:pt x="1258961" y="1305073"/>
                  </a:moveTo>
                  <a:lnTo>
                    <a:pt x="1306155" y="1387289"/>
                  </a:lnTo>
                  <a:lnTo>
                    <a:pt x="1348123" y="1266637"/>
                  </a:lnTo>
                  <a:close/>
                  <a:moveTo>
                    <a:pt x="1275699" y="1140643"/>
                  </a:moveTo>
                  <a:lnTo>
                    <a:pt x="1353761" y="1184422"/>
                  </a:lnTo>
                  <a:lnTo>
                    <a:pt x="1352661" y="1102207"/>
                  </a:lnTo>
                  <a:close/>
                  <a:moveTo>
                    <a:pt x="918055" y="709169"/>
                  </a:moveTo>
                  <a:lnTo>
                    <a:pt x="941430" y="691131"/>
                  </a:lnTo>
                  <a:lnTo>
                    <a:pt x="916547" y="729568"/>
                  </a:lnTo>
                  <a:close/>
                  <a:moveTo>
                    <a:pt x="1658086" y="904682"/>
                  </a:moveTo>
                  <a:lnTo>
                    <a:pt x="1620795" y="940407"/>
                  </a:lnTo>
                  <a:lnTo>
                    <a:pt x="1613865" y="1025334"/>
                  </a:lnTo>
                  <a:close/>
                  <a:moveTo>
                    <a:pt x="1374830" y="458135"/>
                  </a:moveTo>
                  <a:lnTo>
                    <a:pt x="1434982" y="387776"/>
                  </a:lnTo>
                  <a:lnTo>
                    <a:pt x="1415885" y="385258"/>
                  </a:lnTo>
                  <a:close/>
                  <a:moveTo>
                    <a:pt x="1374830" y="458135"/>
                  </a:moveTo>
                  <a:lnTo>
                    <a:pt x="1415885" y="385258"/>
                  </a:lnTo>
                  <a:lnTo>
                    <a:pt x="1330199" y="394327"/>
                  </a:lnTo>
                  <a:close/>
                  <a:moveTo>
                    <a:pt x="1490616" y="424595"/>
                  </a:moveTo>
                  <a:lnTo>
                    <a:pt x="1514699" y="407165"/>
                  </a:lnTo>
                  <a:lnTo>
                    <a:pt x="1434982" y="387776"/>
                  </a:lnTo>
                  <a:close/>
                  <a:moveTo>
                    <a:pt x="1490616" y="424595"/>
                  </a:moveTo>
                  <a:lnTo>
                    <a:pt x="1568115" y="422183"/>
                  </a:lnTo>
                  <a:lnTo>
                    <a:pt x="1514699" y="407165"/>
                  </a:lnTo>
                  <a:close/>
                  <a:moveTo>
                    <a:pt x="1568115" y="422183"/>
                  </a:moveTo>
                  <a:lnTo>
                    <a:pt x="1490616" y="424595"/>
                  </a:lnTo>
                  <a:lnTo>
                    <a:pt x="1577276" y="425929"/>
                  </a:lnTo>
                  <a:close/>
                  <a:moveTo>
                    <a:pt x="1757517" y="489478"/>
                  </a:moveTo>
                  <a:lnTo>
                    <a:pt x="1688441" y="485044"/>
                  </a:lnTo>
                  <a:lnTo>
                    <a:pt x="1778385" y="572605"/>
                  </a:lnTo>
                  <a:close/>
                  <a:moveTo>
                    <a:pt x="1757517" y="489478"/>
                  </a:moveTo>
                  <a:lnTo>
                    <a:pt x="1812042" y="581164"/>
                  </a:lnTo>
                  <a:lnTo>
                    <a:pt x="1876077" y="491919"/>
                  </a:lnTo>
                  <a:close/>
                  <a:moveTo>
                    <a:pt x="1757517" y="489478"/>
                  </a:moveTo>
                  <a:lnTo>
                    <a:pt x="1876077" y="491919"/>
                  </a:lnTo>
                  <a:lnTo>
                    <a:pt x="1841470" y="460512"/>
                  </a:lnTo>
                  <a:close/>
                  <a:moveTo>
                    <a:pt x="1626171" y="475076"/>
                  </a:moveTo>
                  <a:lnTo>
                    <a:pt x="1659588" y="455023"/>
                  </a:lnTo>
                  <a:lnTo>
                    <a:pt x="1577276" y="425929"/>
                  </a:lnTo>
                  <a:close/>
                  <a:moveTo>
                    <a:pt x="1688441" y="485044"/>
                  </a:moveTo>
                  <a:lnTo>
                    <a:pt x="1730772" y="442506"/>
                  </a:lnTo>
                  <a:lnTo>
                    <a:pt x="1659588" y="455023"/>
                  </a:lnTo>
                  <a:close/>
                  <a:moveTo>
                    <a:pt x="1688441" y="485044"/>
                  </a:moveTo>
                  <a:lnTo>
                    <a:pt x="1757517" y="489478"/>
                  </a:lnTo>
                  <a:lnTo>
                    <a:pt x="1730772" y="442506"/>
                  </a:lnTo>
                  <a:close/>
                  <a:moveTo>
                    <a:pt x="1889608" y="442683"/>
                  </a:moveTo>
                  <a:lnTo>
                    <a:pt x="1876077" y="491919"/>
                  </a:lnTo>
                  <a:lnTo>
                    <a:pt x="1934953" y="422076"/>
                  </a:lnTo>
                  <a:close/>
                  <a:moveTo>
                    <a:pt x="1841470" y="460512"/>
                  </a:moveTo>
                  <a:lnTo>
                    <a:pt x="1876077" y="491919"/>
                  </a:lnTo>
                  <a:lnTo>
                    <a:pt x="1889608" y="442683"/>
                  </a:lnTo>
                  <a:close/>
                  <a:moveTo>
                    <a:pt x="2019847" y="397393"/>
                  </a:moveTo>
                  <a:lnTo>
                    <a:pt x="2006859" y="487031"/>
                  </a:lnTo>
                  <a:lnTo>
                    <a:pt x="2095460" y="383640"/>
                  </a:lnTo>
                  <a:close/>
                  <a:moveTo>
                    <a:pt x="2095460" y="383640"/>
                  </a:moveTo>
                  <a:lnTo>
                    <a:pt x="2037453" y="504291"/>
                  </a:lnTo>
                  <a:lnTo>
                    <a:pt x="2115828" y="400588"/>
                  </a:lnTo>
                  <a:close/>
                  <a:moveTo>
                    <a:pt x="1934953" y="422076"/>
                  </a:moveTo>
                  <a:lnTo>
                    <a:pt x="2006859" y="487031"/>
                  </a:lnTo>
                  <a:lnTo>
                    <a:pt x="2019847" y="397393"/>
                  </a:lnTo>
                  <a:close/>
                  <a:moveTo>
                    <a:pt x="2019847" y="397393"/>
                  </a:moveTo>
                  <a:lnTo>
                    <a:pt x="2104998" y="360095"/>
                  </a:lnTo>
                  <a:lnTo>
                    <a:pt x="2073041" y="314647"/>
                  </a:lnTo>
                  <a:close/>
                  <a:moveTo>
                    <a:pt x="2019847" y="397393"/>
                  </a:moveTo>
                  <a:lnTo>
                    <a:pt x="2073041" y="314647"/>
                  </a:lnTo>
                  <a:lnTo>
                    <a:pt x="1996947" y="315918"/>
                  </a:lnTo>
                  <a:close/>
                  <a:moveTo>
                    <a:pt x="1996947" y="315918"/>
                  </a:moveTo>
                  <a:lnTo>
                    <a:pt x="2073041" y="314647"/>
                  </a:lnTo>
                  <a:lnTo>
                    <a:pt x="1968876" y="238647"/>
                  </a:lnTo>
                  <a:close/>
                  <a:moveTo>
                    <a:pt x="2095460" y="383640"/>
                  </a:moveTo>
                  <a:lnTo>
                    <a:pt x="2115828" y="400588"/>
                  </a:lnTo>
                  <a:lnTo>
                    <a:pt x="2116329" y="379547"/>
                  </a:lnTo>
                  <a:close/>
                  <a:moveTo>
                    <a:pt x="2104998" y="360095"/>
                  </a:moveTo>
                  <a:lnTo>
                    <a:pt x="2095460" y="383640"/>
                  </a:lnTo>
                  <a:lnTo>
                    <a:pt x="2116329" y="379547"/>
                  </a:lnTo>
                  <a:close/>
                  <a:moveTo>
                    <a:pt x="2205121" y="367952"/>
                  </a:moveTo>
                  <a:lnTo>
                    <a:pt x="2115828" y="400588"/>
                  </a:lnTo>
                  <a:lnTo>
                    <a:pt x="2206668" y="461567"/>
                  </a:lnTo>
                  <a:close/>
                  <a:moveTo>
                    <a:pt x="2205121" y="367952"/>
                  </a:moveTo>
                  <a:lnTo>
                    <a:pt x="2116329" y="379547"/>
                  </a:lnTo>
                  <a:lnTo>
                    <a:pt x="2115828" y="400588"/>
                  </a:lnTo>
                  <a:close/>
                  <a:moveTo>
                    <a:pt x="2116329" y="379547"/>
                  </a:moveTo>
                  <a:lnTo>
                    <a:pt x="2164738" y="304797"/>
                  </a:lnTo>
                  <a:lnTo>
                    <a:pt x="2104998" y="360095"/>
                  </a:lnTo>
                  <a:close/>
                  <a:moveTo>
                    <a:pt x="2116329" y="379547"/>
                  </a:moveTo>
                  <a:lnTo>
                    <a:pt x="2205121" y="367952"/>
                  </a:lnTo>
                  <a:lnTo>
                    <a:pt x="2164738" y="304797"/>
                  </a:lnTo>
                  <a:close/>
                  <a:moveTo>
                    <a:pt x="2091044" y="99826"/>
                  </a:moveTo>
                  <a:lnTo>
                    <a:pt x="2066107" y="214689"/>
                  </a:lnTo>
                  <a:lnTo>
                    <a:pt x="2097760" y="98558"/>
                  </a:lnTo>
                  <a:close/>
                  <a:moveTo>
                    <a:pt x="2091044" y="99826"/>
                  </a:moveTo>
                  <a:lnTo>
                    <a:pt x="1981132" y="175642"/>
                  </a:lnTo>
                  <a:lnTo>
                    <a:pt x="2066107" y="214689"/>
                  </a:lnTo>
                  <a:close/>
                  <a:moveTo>
                    <a:pt x="2091044" y="99826"/>
                  </a:moveTo>
                  <a:lnTo>
                    <a:pt x="2091113" y="92982"/>
                  </a:lnTo>
                  <a:lnTo>
                    <a:pt x="1985478" y="125058"/>
                  </a:lnTo>
                  <a:close/>
                  <a:moveTo>
                    <a:pt x="2091044" y="99826"/>
                  </a:moveTo>
                  <a:lnTo>
                    <a:pt x="2097760" y="98558"/>
                  </a:lnTo>
                  <a:lnTo>
                    <a:pt x="2091113" y="92982"/>
                  </a:lnTo>
                  <a:close/>
                  <a:moveTo>
                    <a:pt x="2180698" y="180773"/>
                  </a:moveTo>
                  <a:lnTo>
                    <a:pt x="2192565" y="193638"/>
                  </a:lnTo>
                  <a:lnTo>
                    <a:pt x="2192678" y="177883"/>
                  </a:lnTo>
                  <a:close/>
                  <a:moveTo>
                    <a:pt x="2097760" y="98558"/>
                  </a:moveTo>
                  <a:lnTo>
                    <a:pt x="2192678" y="177883"/>
                  </a:lnTo>
                  <a:lnTo>
                    <a:pt x="2184911" y="84106"/>
                  </a:lnTo>
                  <a:close/>
                  <a:moveTo>
                    <a:pt x="2097760" y="98558"/>
                  </a:moveTo>
                  <a:lnTo>
                    <a:pt x="2180698" y="180773"/>
                  </a:lnTo>
                  <a:lnTo>
                    <a:pt x="2192678" y="177883"/>
                  </a:lnTo>
                  <a:close/>
                  <a:moveTo>
                    <a:pt x="2184911" y="84106"/>
                  </a:moveTo>
                  <a:lnTo>
                    <a:pt x="2091113" y="92982"/>
                  </a:lnTo>
                  <a:lnTo>
                    <a:pt x="2097760" y="98558"/>
                  </a:lnTo>
                  <a:close/>
                  <a:moveTo>
                    <a:pt x="2090717" y="0"/>
                  </a:moveTo>
                  <a:lnTo>
                    <a:pt x="2091113" y="92982"/>
                  </a:lnTo>
                  <a:lnTo>
                    <a:pt x="2184911" y="8410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62" name="Candidate_density__2161">
              <a:extLst>
                <a:ext uri="{FF2B5EF4-FFF2-40B4-BE49-F238E27FC236}">
                  <a16:creationId xmlns:a16="http://schemas.microsoft.com/office/drawing/2014/main" id="{CD78DE9C-0C3C-FA73-8CBF-5CC9D23379C7}"/>
                </a:ext>
              </a:extLst>
            </p:cNvPr>
            <p:cNvSpPr>
              <a:spLocks noGrp="1"/>
            </p:cNvSpPr>
            <p:nvPr/>
          </p:nvSpPr>
          <p:spPr>
            <a:xfrm>
              <a:off x="3596239" y="1982709"/>
              <a:ext cx="2134829" cy="1305073"/>
            </a:xfrm>
            <a:custGeom>
              <a:avLst/>
              <a:gdLst/>
              <a:ahLst/>
              <a:cxnLst/>
              <a:rect l="0" t="0" r="0" b="0"/>
              <a:pathLst>
                <a:path w="2134829" h="1305073">
                  <a:moveTo>
                    <a:pt x="1616" y="871681"/>
                  </a:moveTo>
                  <a:lnTo>
                    <a:pt x="0" y="900857"/>
                  </a:lnTo>
                  <a:lnTo>
                    <a:pt x="73349" y="839535"/>
                  </a:lnTo>
                  <a:close/>
                  <a:moveTo>
                    <a:pt x="73349" y="839535"/>
                  </a:moveTo>
                  <a:lnTo>
                    <a:pt x="0" y="900857"/>
                  </a:lnTo>
                  <a:lnTo>
                    <a:pt x="29831" y="960186"/>
                  </a:lnTo>
                  <a:close/>
                  <a:moveTo>
                    <a:pt x="87973" y="921750"/>
                  </a:moveTo>
                  <a:lnTo>
                    <a:pt x="120734" y="801099"/>
                  </a:lnTo>
                  <a:lnTo>
                    <a:pt x="73349" y="839535"/>
                  </a:lnTo>
                  <a:close/>
                  <a:moveTo>
                    <a:pt x="69649" y="757319"/>
                  </a:moveTo>
                  <a:lnTo>
                    <a:pt x="73349" y="839535"/>
                  </a:lnTo>
                  <a:lnTo>
                    <a:pt x="120734" y="801099"/>
                  </a:lnTo>
                  <a:close/>
                  <a:moveTo>
                    <a:pt x="69649" y="757319"/>
                  </a:moveTo>
                  <a:lnTo>
                    <a:pt x="120734" y="801099"/>
                  </a:lnTo>
                  <a:lnTo>
                    <a:pt x="124797" y="718883"/>
                  </a:lnTo>
                  <a:close/>
                  <a:moveTo>
                    <a:pt x="118804" y="636668"/>
                  </a:moveTo>
                  <a:lnTo>
                    <a:pt x="118438" y="637115"/>
                  </a:lnTo>
                  <a:lnTo>
                    <a:pt x="69649" y="757319"/>
                  </a:lnTo>
                  <a:close/>
                  <a:moveTo>
                    <a:pt x="124797" y="718883"/>
                  </a:moveTo>
                  <a:lnTo>
                    <a:pt x="118804" y="636668"/>
                  </a:lnTo>
                  <a:lnTo>
                    <a:pt x="69649" y="757319"/>
                  </a:lnTo>
                  <a:close/>
                  <a:moveTo>
                    <a:pt x="118910" y="636379"/>
                  </a:moveTo>
                  <a:lnTo>
                    <a:pt x="118438" y="637115"/>
                  </a:lnTo>
                  <a:lnTo>
                    <a:pt x="118804" y="636668"/>
                  </a:lnTo>
                  <a:close/>
                  <a:moveTo>
                    <a:pt x="124797" y="718883"/>
                  </a:moveTo>
                  <a:lnTo>
                    <a:pt x="190818" y="690031"/>
                  </a:lnTo>
                  <a:lnTo>
                    <a:pt x="175242" y="691027"/>
                  </a:lnTo>
                  <a:close/>
                  <a:moveTo>
                    <a:pt x="118804" y="636668"/>
                  </a:moveTo>
                  <a:lnTo>
                    <a:pt x="175242" y="691027"/>
                  </a:lnTo>
                  <a:lnTo>
                    <a:pt x="119397" y="636336"/>
                  </a:lnTo>
                  <a:close/>
                  <a:moveTo>
                    <a:pt x="118804" y="636668"/>
                  </a:moveTo>
                  <a:lnTo>
                    <a:pt x="124797" y="718883"/>
                  </a:lnTo>
                  <a:lnTo>
                    <a:pt x="175242" y="691027"/>
                  </a:lnTo>
                  <a:close/>
                  <a:moveTo>
                    <a:pt x="196983" y="680447"/>
                  </a:moveTo>
                  <a:lnTo>
                    <a:pt x="184617" y="598232"/>
                  </a:lnTo>
                  <a:lnTo>
                    <a:pt x="175242" y="691027"/>
                  </a:lnTo>
                  <a:close/>
                  <a:moveTo>
                    <a:pt x="184617" y="598232"/>
                  </a:moveTo>
                  <a:lnTo>
                    <a:pt x="119397" y="636336"/>
                  </a:lnTo>
                  <a:lnTo>
                    <a:pt x="175242" y="691027"/>
                  </a:lnTo>
                  <a:close/>
                  <a:moveTo>
                    <a:pt x="118910" y="636379"/>
                  </a:moveTo>
                  <a:lnTo>
                    <a:pt x="118804" y="636668"/>
                  </a:lnTo>
                  <a:lnTo>
                    <a:pt x="119397" y="636336"/>
                  </a:lnTo>
                  <a:close/>
                  <a:moveTo>
                    <a:pt x="223472" y="533458"/>
                  </a:moveTo>
                  <a:lnTo>
                    <a:pt x="119397" y="636336"/>
                  </a:lnTo>
                  <a:lnTo>
                    <a:pt x="184617" y="598232"/>
                  </a:lnTo>
                  <a:close/>
                  <a:moveTo>
                    <a:pt x="118910" y="636379"/>
                  </a:moveTo>
                  <a:lnTo>
                    <a:pt x="119397" y="636336"/>
                  </a:lnTo>
                  <a:lnTo>
                    <a:pt x="223472" y="533458"/>
                  </a:lnTo>
                  <a:close/>
                  <a:moveTo>
                    <a:pt x="184617" y="598232"/>
                  </a:moveTo>
                  <a:lnTo>
                    <a:pt x="295144" y="654140"/>
                  </a:lnTo>
                  <a:lnTo>
                    <a:pt x="277719" y="568214"/>
                  </a:lnTo>
                  <a:close/>
                  <a:moveTo>
                    <a:pt x="184617" y="598232"/>
                  </a:moveTo>
                  <a:lnTo>
                    <a:pt x="196983" y="680447"/>
                  </a:lnTo>
                  <a:lnTo>
                    <a:pt x="295144" y="654140"/>
                  </a:lnTo>
                  <a:close/>
                  <a:moveTo>
                    <a:pt x="308190" y="559795"/>
                  </a:moveTo>
                  <a:lnTo>
                    <a:pt x="277719" y="568214"/>
                  </a:lnTo>
                  <a:lnTo>
                    <a:pt x="295144" y="654140"/>
                  </a:lnTo>
                  <a:close/>
                  <a:moveTo>
                    <a:pt x="223472" y="533458"/>
                  </a:moveTo>
                  <a:lnTo>
                    <a:pt x="184617" y="598232"/>
                  </a:lnTo>
                  <a:lnTo>
                    <a:pt x="277719" y="568214"/>
                  </a:lnTo>
                  <a:close/>
                  <a:moveTo>
                    <a:pt x="347489" y="503277"/>
                  </a:moveTo>
                  <a:lnTo>
                    <a:pt x="223472" y="533458"/>
                  </a:lnTo>
                  <a:lnTo>
                    <a:pt x="308190" y="559795"/>
                  </a:lnTo>
                  <a:close/>
                  <a:moveTo>
                    <a:pt x="308190" y="559795"/>
                  </a:moveTo>
                  <a:lnTo>
                    <a:pt x="223472" y="533458"/>
                  </a:lnTo>
                  <a:lnTo>
                    <a:pt x="277719" y="568214"/>
                  </a:lnTo>
                  <a:close/>
                  <a:moveTo>
                    <a:pt x="308190" y="559795"/>
                  </a:moveTo>
                  <a:lnTo>
                    <a:pt x="397001" y="631925"/>
                  </a:lnTo>
                  <a:lnTo>
                    <a:pt x="388703" y="538578"/>
                  </a:lnTo>
                  <a:close/>
                  <a:moveTo>
                    <a:pt x="308190" y="559795"/>
                  </a:moveTo>
                  <a:lnTo>
                    <a:pt x="358059" y="642010"/>
                  </a:lnTo>
                  <a:lnTo>
                    <a:pt x="397001" y="631925"/>
                  </a:lnTo>
                  <a:close/>
                  <a:moveTo>
                    <a:pt x="397001" y="631925"/>
                  </a:moveTo>
                  <a:lnTo>
                    <a:pt x="478051" y="526532"/>
                  </a:lnTo>
                  <a:lnTo>
                    <a:pt x="388703" y="538578"/>
                  </a:lnTo>
                  <a:close/>
                  <a:moveTo>
                    <a:pt x="347489" y="503277"/>
                  </a:moveTo>
                  <a:lnTo>
                    <a:pt x="308190" y="559795"/>
                  </a:lnTo>
                  <a:lnTo>
                    <a:pt x="388703" y="538578"/>
                  </a:lnTo>
                  <a:close/>
                  <a:moveTo>
                    <a:pt x="388703" y="538578"/>
                  </a:moveTo>
                  <a:lnTo>
                    <a:pt x="416147" y="481322"/>
                  </a:lnTo>
                  <a:lnTo>
                    <a:pt x="347489" y="503277"/>
                  </a:lnTo>
                  <a:close/>
                  <a:moveTo>
                    <a:pt x="1213073" y="1261295"/>
                  </a:moveTo>
                  <a:lnTo>
                    <a:pt x="1288792" y="1305073"/>
                  </a:lnTo>
                  <a:lnTo>
                    <a:pt x="1325835" y="1222858"/>
                  </a:lnTo>
                  <a:close/>
                  <a:moveTo>
                    <a:pt x="1377955" y="1266637"/>
                  </a:moveTo>
                  <a:lnTo>
                    <a:pt x="1387130" y="1236798"/>
                  </a:lnTo>
                  <a:lnTo>
                    <a:pt x="1325855" y="1222849"/>
                  </a:lnTo>
                  <a:close/>
                  <a:moveTo>
                    <a:pt x="1325835" y="1222858"/>
                  </a:moveTo>
                  <a:lnTo>
                    <a:pt x="1377955" y="1266637"/>
                  </a:lnTo>
                  <a:lnTo>
                    <a:pt x="1325855" y="1222849"/>
                  </a:lnTo>
                  <a:close/>
                  <a:moveTo>
                    <a:pt x="1288792" y="1305073"/>
                  </a:moveTo>
                  <a:lnTo>
                    <a:pt x="1377955" y="1266637"/>
                  </a:lnTo>
                  <a:lnTo>
                    <a:pt x="1325835" y="1222858"/>
                  </a:lnTo>
                  <a:close/>
                  <a:moveTo>
                    <a:pt x="1325855" y="1222849"/>
                  </a:moveTo>
                  <a:lnTo>
                    <a:pt x="1387130" y="1236798"/>
                  </a:lnTo>
                  <a:lnTo>
                    <a:pt x="1383592" y="1184422"/>
                  </a:lnTo>
                  <a:close/>
                  <a:moveTo>
                    <a:pt x="1383592" y="1184422"/>
                  </a:moveTo>
                  <a:lnTo>
                    <a:pt x="1387130" y="1236798"/>
                  </a:lnTo>
                  <a:lnTo>
                    <a:pt x="1416751" y="1249044"/>
                  </a:lnTo>
                  <a:close/>
                  <a:moveTo>
                    <a:pt x="985844" y="608917"/>
                  </a:moveTo>
                  <a:lnTo>
                    <a:pt x="971261" y="691131"/>
                  </a:lnTo>
                  <a:lnTo>
                    <a:pt x="1038373" y="652695"/>
                  </a:lnTo>
                  <a:close/>
                  <a:moveTo>
                    <a:pt x="985844" y="608917"/>
                  </a:moveTo>
                  <a:lnTo>
                    <a:pt x="1038373" y="652695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85844" y="608917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90761" y="590813"/>
                  </a:lnTo>
                  <a:lnTo>
                    <a:pt x="985844" y="608917"/>
                  </a:lnTo>
                  <a:close/>
                  <a:moveTo>
                    <a:pt x="1035846" y="544177"/>
                  </a:moveTo>
                  <a:lnTo>
                    <a:pt x="1027726" y="570480"/>
                  </a:lnTo>
                  <a:lnTo>
                    <a:pt x="1084768" y="536427"/>
                  </a:lnTo>
                  <a:close/>
                  <a:moveTo>
                    <a:pt x="1035846" y="544177"/>
                  </a:moveTo>
                  <a:lnTo>
                    <a:pt x="1084768" y="536427"/>
                  </a:lnTo>
                  <a:lnTo>
                    <a:pt x="1056648" y="488265"/>
                  </a:lnTo>
                  <a:close/>
                  <a:moveTo>
                    <a:pt x="1056648" y="488265"/>
                  </a:moveTo>
                  <a:lnTo>
                    <a:pt x="1084768" y="536427"/>
                  </a:lnTo>
                  <a:lnTo>
                    <a:pt x="1091726" y="532043"/>
                  </a:lnTo>
                  <a:close/>
                  <a:moveTo>
                    <a:pt x="1056648" y="488265"/>
                  </a:moveTo>
                  <a:lnTo>
                    <a:pt x="1091726" y="532043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56648" y="488265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87307" y="457922"/>
                  </a:lnTo>
                  <a:lnTo>
                    <a:pt x="1056648" y="488265"/>
                  </a:lnTo>
                  <a:close/>
                  <a:moveTo>
                    <a:pt x="1130672" y="449828"/>
                  </a:moveTo>
                  <a:lnTo>
                    <a:pt x="1210360" y="487594"/>
                  </a:lnTo>
                  <a:lnTo>
                    <a:pt x="1151517" y="442661"/>
                  </a:lnTo>
                  <a:close/>
                  <a:moveTo>
                    <a:pt x="1139629" y="438343"/>
                  </a:moveTo>
                  <a:lnTo>
                    <a:pt x="1130672" y="449828"/>
                  </a:lnTo>
                  <a:lnTo>
                    <a:pt x="1151517" y="442661"/>
                  </a:lnTo>
                  <a:close/>
                  <a:moveTo>
                    <a:pt x="1151517" y="442661"/>
                  </a:moveTo>
                  <a:lnTo>
                    <a:pt x="1204594" y="402579"/>
                  </a:lnTo>
                  <a:lnTo>
                    <a:pt x="1139629" y="438343"/>
                  </a:lnTo>
                  <a:close/>
                  <a:moveTo>
                    <a:pt x="1151517" y="442661"/>
                  </a:moveTo>
                  <a:lnTo>
                    <a:pt x="1245085" y="427183"/>
                  </a:lnTo>
                  <a:lnTo>
                    <a:pt x="1204594" y="402579"/>
                  </a:lnTo>
                  <a:close/>
                  <a:moveTo>
                    <a:pt x="1245085" y="427183"/>
                  </a:moveTo>
                  <a:lnTo>
                    <a:pt x="1151517" y="442661"/>
                  </a:lnTo>
                  <a:lnTo>
                    <a:pt x="1286280" y="492787"/>
                  </a:lnTo>
                  <a:close/>
                  <a:moveTo>
                    <a:pt x="1330921" y="381035"/>
                  </a:moveTo>
                  <a:lnTo>
                    <a:pt x="1245085" y="427183"/>
                  </a:lnTo>
                  <a:lnTo>
                    <a:pt x="1298269" y="411392"/>
                  </a:lnTo>
                  <a:close/>
                  <a:moveTo>
                    <a:pt x="1204594" y="402579"/>
                  </a:moveTo>
                  <a:lnTo>
                    <a:pt x="1245085" y="427183"/>
                  </a:lnTo>
                  <a:lnTo>
                    <a:pt x="1330921" y="381035"/>
                  </a:lnTo>
                  <a:close/>
                  <a:moveTo>
                    <a:pt x="1245085" y="427183"/>
                  </a:moveTo>
                  <a:lnTo>
                    <a:pt x="1286280" y="492787"/>
                  </a:lnTo>
                  <a:lnTo>
                    <a:pt x="1298269" y="411392"/>
                  </a:lnTo>
                  <a:close/>
                  <a:moveTo>
                    <a:pt x="1286795" y="493366"/>
                  </a:moveTo>
                  <a:lnTo>
                    <a:pt x="1298269" y="411392"/>
                  </a:lnTo>
                  <a:lnTo>
                    <a:pt x="1286280" y="492787"/>
                  </a:lnTo>
                  <a:close/>
                  <a:moveTo>
                    <a:pt x="1360030" y="394327"/>
                  </a:moveTo>
                  <a:lnTo>
                    <a:pt x="1298269" y="411392"/>
                  </a:lnTo>
                  <a:lnTo>
                    <a:pt x="1286795" y="493366"/>
                  </a:lnTo>
                  <a:close/>
                  <a:moveTo>
                    <a:pt x="1404662" y="458135"/>
                  </a:moveTo>
                  <a:lnTo>
                    <a:pt x="1360030" y="394327"/>
                  </a:lnTo>
                  <a:lnTo>
                    <a:pt x="1286795" y="493366"/>
                  </a:lnTo>
                  <a:close/>
                  <a:moveTo>
                    <a:pt x="1414881" y="455170"/>
                  </a:moveTo>
                  <a:lnTo>
                    <a:pt x="1464813" y="387776"/>
                  </a:lnTo>
                  <a:lnTo>
                    <a:pt x="1404662" y="458135"/>
                  </a:lnTo>
                  <a:close/>
                  <a:moveTo>
                    <a:pt x="1330921" y="381035"/>
                  </a:moveTo>
                  <a:lnTo>
                    <a:pt x="1298269" y="411392"/>
                  </a:lnTo>
                  <a:lnTo>
                    <a:pt x="1360030" y="394327"/>
                  </a:lnTo>
                  <a:close/>
                  <a:moveTo>
                    <a:pt x="1464813" y="387776"/>
                  </a:moveTo>
                  <a:lnTo>
                    <a:pt x="1414881" y="455170"/>
                  </a:lnTo>
                  <a:lnTo>
                    <a:pt x="1520447" y="424595"/>
                  </a:lnTo>
                  <a:close/>
                  <a:moveTo>
                    <a:pt x="1759018" y="416734"/>
                  </a:moveTo>
                  <a:lnTo>
                    <a:pt x="1787348" y="489478"/>
                  </a:lnTo>
                  <a:lnTo>
                    <a:pt x="1871301" y="460512"/>
                  </a:lnTo>
                  <a:close/>
                  <a:moveTo>
                    <a:pt x="1838933" y="378297"/>
                  </a:moveTo>
                  <a:lnTo>
                    <a:pt x="1919439" y="442683"/>
                  </a:lnTo>
                  <a:lnTo>
                    <a:pt x="1906867" y="352812"/>
                  </a:lnTo>
                  <a:close/>
                  <a:moveTo>
                    <a:pt x="1838933" y="378297"/>
                  </a:moveTo>
                  <a:lnTo>
                    <a:pt x="1871301" y="460512"/>
                  </a:lnTo>
                  <a:lnTo>
                    <a:pt x="1919439" y="442683"/>
                  </a:lnTo>
                  <a:close/>
                  <a:moveTo>
                    <a:pt x="1964784" y="422076"/>
                  </a:moveTo>
                  <a:lnTo>
                    <a:pt x="1941224" y="339861"/>
                  </a:lnTo>
                  <a:lnTo>
                    <a:pt x="1919439" y="442683"/>
                  </a:lnTo>
                  <a:close/>
                  <a:moveTo>
                    <a:pt x="1941224" y="339861"/>
                  </a:moveTo>
                  <a:lnTo>
                    <a:pt x="1906867" y="352812"/>
                  </a:lnTo>
                  <a:lnTo>
                    <a:pt x="1919439" y="442683"/>
                  </a:lnTo>
                  <a:close/>
                  <a:moveTo>
                    <a:pt x="1826945" y="296082"/>
                  </a:moveTo>
                  <a:lnTo>
                    <a:pt x="1838933" y="378297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1948102" y="257646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2049678" y="397393"/>
                  </a:lnTo>
                  <a:lnTo>
                    <a:pt x="2026778" y="315918"/>
                  </a:lnTo>
                  <a:close/>
                  <a:moveTo>
                    <a:pt x="1941224" y="339861"/>
                  </a:moveTo>
                  <a:lnTo>
                    <a:pt x="1964784" y="422076"/>
                  </a:lnTo>
                  <a:lnTo>
                    <a:pt x="2049678" y="397393"/>
                  </a:lnTo>
                  <a:close/>
                  <a:moveTo>
                    <a:pt x="2125292" y="383640"/>
                  </a:moveTo>
                  <a:lnTo>
                    <a:pt x="2134829" y="360095"/>
                  </a:lnTo>
                  <a:lnTo>
                    <a:pt x="2049678" y="397393"/>
                  </a:lnTo>
                  <a:close/>
                  <a:moveTo>
                    <a:pt x="1948102" y="257646"/>
                  </a:moveTo>
                  <a:lnTo>
                    <a:pt x="2026778" y="315918"/>
                  </a:lnTo>
                  <a:lnTo>
                    <a:pt x="1998707" y="238647"/>
                  </a:lnTo>
                  <a:close/>
                  <a:moveTo>
                    <a:pt x="1948102" y="257646"/>
                  </a:moveTo>
                  <a:lnTo>
                    <a:pt x="1941224" y="339861"/>
                  </a:lnTo>
                  <a:lnTo>
                    <a:pt x="2026778" y="315918"/>
                  </a:lnTo>
                  <a:close/>
                  <a:moveTo>
                    <a:pt x="1978477" y="136994"/>
                  </a:moveTo>
                  <a:lnTo>
                    <a:pt x="1998707" y="238647"/>
                  </a:lnTo>
                  <a:lnTo>
                    <a:pt x="2010963" y="175642"/>
                  </a:lnTo>
                  <a:close/>
                  <a:moveTo>
                    <a:pt x="1978477" y="136994"/>
                  </a:moveTo>
                  <a:lnTo>
                    <a:pt x="2010963" y="175642"/>
                  </a:lnTo>
                  <a:lnTo>
                    <a:pt x="2015309" y="125058"/>
                  </a:lnTo>
                  <a:close/>
                  <a:moveTo>
                    <a:pt x="1987397" y="87530"/>
                  </a:moveTo>
                  <a:lnTo>
                    <a:pt x="1978477" y="136994"/>
                  </a:lnTo>
                  <a:lnTo>
                    <a:pt x="2015309" y="125058"/>
                  </a:lnTo>
                  <a:close/>
                  <a:moveTo>
                    <a:pt x="2120876" y="99826"/>
                  </a:moveTo>
                  <a:lnTo>
                    <a:pt x="2015309" y="125058"/>
                  </a:lnTo>
                  <a:lnTo>
                    <a:pt x="2010963" y="175642"/>
                  </a:lnTo>
                  <a:close/>
                  <a:moveTo>
                    <a:pt x="2063692" y="16343"/>
                  </a:moveTo>
                  <a:lnTo>
                    <a:pt x="2120944" y="92982"/>
                  </a:lnTo>
                  <a:lnTo>
                    <a:pt x="2120548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63" name="Candidate_density__2162">
              <a:extLst>
                <a:ext uri="{FF2B5EF4-FFF2-40B4-BE49-F238E27FC236}">
                  <a16:creationId xmlns:a16="http://schemas.microsoft.com/office/drawing/2014/main" id="{ABAA1935-A419-2176-DB46-6B64361FC356}"/>
                </a:ext>
              </a:extLst>
            </p:cNvPr>
            <p:cNvSpPr>
              <a:spLocks noGrp="1"/>
            </p:cNvSpPr>
            <p:nvPr/>
          </p:nvSpPr>
          <p:spPr>
            <a:xfrm>
              <a:off x="4827226" y="2733755"/>
              <a:ext cx="603973" cy="440517"/>
            </a:xfrm>
            <a:custGeom>
              <a:avLst/>
              <a:gdLst/>
              <a:ahLst/>
              <a:cxnLst/>
              <a:rect l="0" t="0" r="0" b="0"/>
              <a:pathLst>
                <a:path w="603973" h="440517">
                  <a:moveTo>
                    <a:pt x="0" y="395822"/>
                  </a:moveTo>
                  <a:lnTo>
                    <a:pt x="91789" y="433375"/>
                  </a:lnTo>
                  <a:lnTo>
                    <a:pt x="58818" y="440517"/>
                  </a:lnTo>
                  <a:close/>
                  <a:moveTo>
                    <a:pt x="58818" y="440517"/>
                  </a:moveTo>
                  <a:lnTo>
                    <a:pt x="6423" y="433375"/>
                  </a:lnTo>
                  <a:lnTo>
                    <a:pt x="0" y="395822"/>
                  </a:lnTo>
                  <a:close/>
                  <a:moveTo>
                    <a:pt x="576302" y="81218"/>
                  </a:moveTo>
                  <a:lnTo>
                    <a:pt x="603973" y="0"/>
                  </a:lnTo>
                  <a:lnTo>
                    <a:pt x="564059" y="115199"/>
                  </a:lnTo>
                  <a:close/>
                  <a:moveTo>
                    <a:pt x="603973" y="0"/>
                  </a:moveTo>
                  <a:lnTo>
                    <a:pt x="576302" y="81218"/>
                  </a:lnTo>
                  <a:lnTo>
                    <a:pt x="603036" y="3298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64" name="Candidate_density__2163">
              <a:extLst>
                <a:ext uri="{FF2B5EF4-FFF2-40B4-BE49-F238E27FC236}">
                  <a16:creationId xmlns:a16="http://schemas.microsoft.com/office/drawing/2014/main" id="{7B29410C-426A-FE55-8575-0B7C1E318B48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57785"/>
              <a:ext cx="1732670" cy="811269"/>
            </a:xfrm>
            <a:custGeom>
              <a:avLst/>
              <a:gdLst/>
              <a:ahLst/>
              <a:cxnLst/>
              <a:rect l="0" t="0" r="0" b="0"/>
              <a:pathLst>
                <a:path w="1732670" h="811269">
                  <a:moveTo>
                    <a:pt x="19488" y="528889"/>
                  </a:moveTo>
                  <a:lnTo>
                    <a:pt x="0" y="567326"/>
                  </a:lnTo>
                  <a:lnTo>
                    <a:pt x="46948" y="611105"/>
                  </a:lnTo>
                  <a:close/>
                  <a:moveTo>
                    <a:pt x="46948" y="611105"/>
                  </a:moveTo>
                  <a:lnTo>
                    <a:pt x="104036" y="693320"/>
                  </a:lnTo>
                  <a:lnTo>
                    <a:pt x="127840" y="654883"/>
                  </a:lnTo>
                  <a:close/>
                  <a:moveTo>
                    <a:pt x="449419" y="610304"/>
                  </a:moveTo>
                  <a:lnTo>
                    <a:pt x="407074" y="584139"/>
                  </a:lnTo>
                  <a:lnTo>
                    <a:pt x="500077" y="618891"/>
                  </a:lnTo>
                  <a:close/>
                  <a:moveTo>
                    <a:pt x="449419" y="610304"/>
                  </a:moveTo>
                  <a:lnTo>
                    <a:pt x="459905" y="616447"/>
                  </a:lnTo>
                  <a:lnTo>
                    <a:pt x="437922" y="601708"/>
                  </a:lnTo>
                  <a:close/>
                  <a:moveTo>
                    <a:pt x="504056" y="526387"/>
                  </a:moveTo>
                  <a:lnTo>
                    <a:pt x="563380" y="576912"/>
                  </a:lnTo>
                  <a:lnTo>
                    <a:pt x="514074" y="495795"/>
                  </a:lnTo>
                  <a:close/>
                  <a:moveTo>
                    <a:pt x="514074" y="495795"/>
                  </a:moveTo>
                  <a:lnTo>
                    <a:pt x="563380" y="576912"/>
                  </a:lnTo>
                  <a:lnTo>
                    <a:pt x="564848" y="539574"/>
                  </a:lnTo>
                  <a:close/>
                  <a:moveTo>
                    <a:pt x="542516" y="457359"/>
                  </a:moveTo>
                  <a:lnTo>
                    <a:pt x="514074" y="495795"/>
                  </a:lnTo>
                  <a:lnTo>
                    <a:pt x="564848" y="539574"/>
                  </a:lnTo>
                  <a:close/>
                  <a:moveTo>
                    <a:pt x="460886" y="200614"/>
                  </a:moveTo>
                  <a:lnTo>
                    <a:pt x="389398" y="198140"/>
                  </a:lnTo>
                  <a:lnTo>
                    <a:pt x="499889" y="187785"/>
                  </a:lnTo>
                  <a:close/>
                  <a:moveTo>
                    <a:pt x="1038460" y="627132"/>
                  </a:moveTo>
                  <a:lnTo>
                    <a:pt x="1006559" y="688850"/>
                  </a:lnTo>
                  <a:lnTo>
                    <a:pt x="1051011" y="639849"/>
                  </a:lnTo>
                  <a:close/>
                  <a:moveTo>
                    <a:pt x="1038460" y="627132"/>
                  </a:moveTo>
                  <a:lnTo>
                    <a:pt x="951811" y="547614"/>
                  </a:lnTo>
                  <a:lnTo>
                    <a:pt x="915025" y="625277"/>
                  </a:lnTo>
                  <a:close/>
                  <a:moveTo>
                    <a:pt x="754246" y="302812"/>
                  </a:moveTo>
                  <a:lnTo>
                    <a:pt x="734961" y="294163"/>
                  </a:lnTo>
                  <a:lnTo>
                    <a:pt x="805043" y="277529"/>
                  </a:lnTo>
                  <a:close/>
                  <a:moveTo>
                    <a:pt x="867956" y="234093"/>
                  </a:moveTo>
                  <a:lnTo>
                    <a:pt x="754246" y="302812"/>
                  </a:lnTo>
                  <a:lnTo>
                    <a:pt x="805043" y="277529"/>
                  </a:lnTo>
                  <a:close/>
                  <a:moveTo>
                    <a:pt x="1412931" y="772684"/>
                  </a:moveTo>
                  <a:lnTo>
                    <a:pt x="1336820" y="773968"/>
                  </a:lnTo>
                  <a:lnTo>
                    <a:pt x="1320451" y="811269"/>
                  </a:lnTo>
                  <a:close/>
                  <a:moveTo>
                    <a:pt x="1316356" y="89960"/>
                  </a:moveTo>
                  <a:lnTo>
                    <a:pt x="1442827" y="129341"/>
                  </a:lnTo>
                  <a:lnTo>
                    <a:pt x="1366320" y="62310"/>
                  </a:lnTo>
                  <a:close/>
                  <a:moveTo>
                    <a:pt x="1537748" y="188303"/>
                  </a:moveTo>
                  <a:lnTo>
                    <a:pt x="1523406" y="151957"/>
                  </a:lnTo>
                  <a:lnTo>
                    <a:pt x="1567938" y="206798"/>
                  </a:lnTo>
                  <a:close/>
                  <a:moveTo>
                    <a:pt x="1520096" y="106088"/>
                  </a:moveTo>
                  <a:lnTo>
                    <a:pt x="1516189" y="144525"/>
                  </a:lnTo>
                  <a:lnTo>
                    <a:pt x="1537748" y="188303"/>
                  </a:lnTo>
                  <a:close/>
                  <a:moveTo>
                    <a:pt x="1520096" y="106088"/>
                  </a:moveTo>
                  <a:lnTo>
                    <a:pt x="1488043" y="83194"/>
                  </a:lnTo>
                  <a:lnTo>
                    <a:pt x="1442827" y="129341"/>
                  </a:lnTo>
                  <a:close/>
                  <a:moveTo>
                    <a:pt x="1586120" y="91924"/>
                  </a:moveTo>
                  <a:lnTo>
                    <a:pt x="1649466" y="129413"/>
                  </a:lnTo>
                  <a:lnTo>
                    <a:pt x="1624095" y="106088"/>
                  </a:lnTo>
                  <a:close/>
                  <a:moveTo>
                    <a:pt x="1678370" y="177610"/>
                  </a:moveTo>
                  <a:lnTo>
                    <a:pt x="1649466" y="129413"/>
                  </a:lnTo>
                  <a:lnTo>
                    <a:pt x="1586120" y="91924"/>
                  </a:lnTo>
                  <a:close/>
                  <a:moveTo>
                    <a:pt x="1678370" y="177610"/>
                  </a:moveTo>
                  <a:lnTo>
                    <a:pt x="1732670" y="188303"/>
                  </a:lnTo>
                  <a:lnTo>
                    <a:pt x="1649466" y="129413"/>
                  </a:lnTo>
                  <a:close/>
                  <a:moveTo>
                    <a:pt x="1586120" y="91924"/>
                  </a:moveTo>
                  <a:lnTo>
                    <a:pt x="1624095" y="106088"/>
                  </a:lnTo>
                  <a:lnTo>
                    <a:pt x="1638342" y="9968"/>
                  </a:lnTo>
                  <a:close/>
                  <a:moveTo>
                    <a:pt x="1576072" y="0"/>
                  </a:moveTo>
                  <a:lnTo>
                    <a:pt x="1586120" y="91924"/>
                  </a:lnTo>
                  <a:lnTo>
                    <a:pt x="1638342" y="996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65" name="Candidate_density__2164">
              <a:extLst>
                <a:ext uri="{FF2B5EF4-FFF2-40B4-BE49-F238E27FC236}">
                  <a16:creationId xmlns:a16="http://schemas.microsoft.com/office/drawing/2014/main" id="{861B5F70-4555-0394-3B35-A5539CDBA253}"/>
                </a:ext>
              </a:extLst>
            </p:cNvPr>
            <p:cNvSpPr>
              <a:spLocks noGrp="1"/>
            </p:cNvSpPr>
            <p:nvPr/>
          </p:nvSpPr>
          <p:spPr>
            <a:xfrm>
              <a:off x="3732195" y="2547745"/>
              <a:ext cx="1709486" cy="909810"/>
            </a:xfrm>
            <a:custGeom>
              <a:avLst/>
              <a:gdLst/>
              <a:ahLst/>
              <a:cxnLst/>
              <a:rect l="0" t="0" r="0" b="0"/>
              <a:pathLst>
                <a:path w="1709486" h="909810">
                  <a:moveTo>
                    <a:pt x="48011" y="603360"/>
                  </a:moveTo>
                  <a:lnTo>
                    <a:pt x="52848" y="615425"/>
                  </a:lnTo>
                  <a:lnTo>
                    <a:pt x="73513" y="625130"/>
                  </a:lnTo>
                  <a:close/>
                  <a:moveTo>
                    <a:pt x="48011" y="603360"/>
                  </a:moveTo>
                  <a:lnTo>
                    <a:pt x="0" y="558298"/>
                  </a:lnTo>
                  <a:lnTo>
                    <a:pt x="52848" y="615425"/>
                  </a:lnTo>
                  <a:close/>
                  <a:moveTo>
                    <a:pt x="185207" y="668504"/>
                  </a:moveTo>
                  <a:lnTo>
                    <a:pt x="163179" y="647138"/>
                  </a:lnTo>
                  <a:lnTo>
                    <a:pt x="158332" y="663596"/>
                  </a:lnTo>
                  <a:close/>
                  <a:moveTo>
                    <a:pt x="158332" y="663596"/>
                  </a:moveTo>
                  <a:lnTo>
                    <a:pt x="163179" y="647138"/>
                  </a:lnTo>
                  <a:lnTo>
                    <a:pt x="131083" y="625173"/>
                  </a:lnTo>
                  <a:close/>
                  <a:moveTo>
                    <a:pt x="158332" y="663596"/>
                  </a:moveTo>
                  <a:lnTo>
                    <a:pt x="131083" y="625173"/>
                  </a:lnTo>
                  <a:lnTo>
                    <a:pt x="73513" y="625130"/>
                  </a:lnTo>
                  <a:close/>
                  <a:moveTo>
                    <a:pt x="185207" y="668504"/>
                  </a:moveTo>
                  <a:lnTo>
                    <a:pt x="292581" y="729353"/>
                  </a:lnTo>
                  <a:lnTo>
                    <a:pt x="221074" y="682977"/>
                  </a:lnTo>
                  <a:close/>
                  <a:moveTo>
                    <a:pt x="163179" y="647138"/>
                  </a:moveTo>
                  <a:lnTo>
                    <a:pt x="185207" y="668504"/>
                  </a:lnTo>
                  <a:lnTo>
                    <a:pt x="221074" y="682977"/>
                  </a:lnTo>
                  <a:close/>
                  <a:moveTo>
                    <a:pt x="486490" y="367398"/>
                  </a:moveTo>
                  <a:lnTo>
                    <a:pt x="413493" y="323620"/>
                  </a:lnTo>
                  <a:lnTo>
                    <a:pt x="458048" y="405835"/>
                  </a:lnTo>
                  <a:close/>
                  <a:moveTo>
                    <a:pt x="782174" y="526739"/>
                  </a:moveTo>
                  <a:lnTo>
                    <a:pt x="739944" y="584049"/>
                  </a:lnTo>
                  <a:lnTo>
                    <a:pt x="858999" y="535317"/>
                  </a:lnTo>
                  <a:close/>
                  <a:moveTo>
                    <a:pt x="916917" y="575607"/>
                  </a:moveTo>
                  <a:lnTo>
                    <a:pt x="858999" y="535317"/>
                  </a:lnTo>
                  <a:lnTo>
                    <a:pt x="927832" y="589000"/>
                  </a:lnTo>
                  <a:close/>
                  <a:moveTo>
                    <a:pt x="916917" y="575607"/>
                  </a:moveTo>
                  <a:lnTo>
                    <a:pt x="927832" y="589000"/>
                  </a:lnTo>
                  <a:lnTo>
                    <a:pt x="950533" y="598890"/>
                  </a:lnTo>
                  <a:close/>
                  <a:moveTo>
                    <a:pt x="1247636" y="619386"/>
                  </a:moveTo>
                  <a:lnTo>
                    <a:pt x="1286710" y="589421"/>
                  </a:lnTo>
                  <a:lnTo>
                    <a:pt x="1281041" y="583716"/>
                  </a:lnTo>
                  <a:close/>
                  <a:moveTo>
                    <a:pt x="1186250" y="580949"/>
                  </a:moveTo>
                  <a:lnTo>
                    <a:pt x="1167063" y="635942"/>
                  </a:lnTo>
                  <a:lnTo>
                    <a:pt x="1215081" y="600271"/>
                  </a:lnTo>
                  <a:close/>
                  <a:moveTo>
                    <a:pt x="1101455" y="619386"/>
                  </a:moveTo>
                  <a:lnTo>
                    <a:pt x="1186250" y="580949"/>
                  </a:lnTo>
                  <a:lnTo>
                    <a:pt x="1087541" y="617281"/>
                  </a:lnTo>
                  <a:close/>
                  <a:moveTo>
                    <a:pt x="1482421" y="909810"/>
                  </a:moveTo>
                  <a:lnTo>
                    <a:pt x="1540821" y="894073"/>
                  </a:lnTo>
                  <a:lnTo>
                    <a:pt x="1433478" y="827595"/>
                  </a:lnTo>
                  <a:close/>
                  <a:moveTo>
                    <a:pt x="1364796" y="602715"/>
                  </a:moveTo>
                  <a:lnTo>
                    <a:pt x="1371647" y="570646"/>
                  </a:lnTo>
                  <a:lnTo>
                    <a:pt x="1353559" y="624158"/>
                  </a:lnTo>
                  <a:close/>
                  <a:moveTo>
                    <a:pt x="1260331" y="0"/>
                  </a:moveTo>
                  <a:lnTo>
                    <a:pt x="1274896" y="93001"/>
                  </a:lnTo>
                  <a:lnTo>
                    <a:pt x="1386801" y="39380"/>
                  </a:lnTo>
                  <a:close/>
                  <a:moveTo>
                    <a:pt x="1694205" y="429597"/>
                  </a:moveTo>
                  <a:lnTo>
                    <a:pt x="1703262" y="547855"/>
                  </a:lnTo>
                  <a:lnTo>
                    <a:pt x="1709486" y="465640"/>
                  </a:lnTo>
                  <a:close/>
                  <a:moveTo>
                    <a:pt x="1673235" y="246461"/>
                  </a:moveTo>
                  <a:lnTo>
                    <a:pt x="1702828" y="344988"/>
                  </a:lnTo>
                  <a:lnTo>
                    <a:pt x="1695052" y="262773"/>
                  </a:lnTo>
                  <a:close/>
                  <a:moveTo>
                    <a:pt x="1662984" y="154702"/>
                  </a:moveTo>
                  <a:lnTo>
                    <a:pt x="1695052" y="262773"/>
                  </a:lnTo>
                  <a:lnTo>
                    <a:pt x="1700854" y="180558"/>
                  </a:lnTo>
                  <a:close/>
                  <a:moveTo>
                    <a:pt x="1662984" y="154702"/>
                  </a:moveTo>
                  <a:lnTo>
                    <a:pt x="1673235" y="246461"/>
                  </a:lnTo>
                  <a:lnTo>
                    <a:pt x="1695052" y="26277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66" name="Candidate_density__2165">
              <a:extLst>
                <a:ext uri="{FF2B5EF4-FFF2-40B4-BE49-F238E27FC236}">
                  <a16:creationId xmlns:a16="http://schemas.microsoft.com/office/drawing/2014/main" id="{3B0F4E52-D70E-3AF8-F435-F2BCDD3703FB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47745"/>
              <a:ext cx="1709931" cy="625130"/>
            </a:xfrm>
            <a:custGeom>
              <a:avLst/>
              <a:gdLst/>
              <a:ahLst/>
              <a:cxnLst/>
              <a:rect l="0" t="0" r="0" b="0"/>
              <a:pathLst>
                <a:path w="1709931" h="625130">
                  <a:moveTo>
                    <a:pt x="57088" y="603360"/>
                  </a:moveTo>
                  <a:lnTo>
                    <a:pt x="0" y="521144"/>
                  </a:lnTo>
                  <a:lnTo>
                    <a:pt x="9078" y="558298"/>
                  </a:lnTo>
                  <a:close/>
                  <a:moveTo>
                    <a:pt x="80892" y="564923"/>
                  </a:moveTo>
                  <a:lnTo>
                    <a:pt x="57088" y="603360"/>
                  </a:lnTo>
                  <a:lnTo>
                    <a:pt x="82590" y="625130"/>
                  </a:lnTo>
                  <a:close/>
                  <a:moveTo>
                    <a:pt x="297665" y="444272"/>
                  </a:moveTo>
                  <a:lnTo>
                    <a:pt x="298174" y="444453"/>
                  </a:lnTo>
                  <a:lnTo>
                    <a:pt x="297011" y="439095"/>
                  </a:lnTo>
                  <a:close/>
                  <a:moveTo>
                    <a:pt x="351248" y="461896"/>
                  </a:moveTo>
                  <a:lnTo>
                    <a:pt x="298174" y="444453"/>
                  </a:lnTo>
                  <a:lnTo>
                    <a:pt x="390974" y="511748"/>
                  </a:lnTo>
                  <a:close/>
                  <a:moveTo>
                    <a:pt x="298174" y="444453"/>
                  </a:moveTo>
                  <a:lnTo>
                    <a:pt x="298580" y="444959"/>
                  </a:lnTo>
                  <a:lnTo>
                    <a:pt x="390974" y="511748"/>
                  </a:lnTo>
                  <a:close/>
                  <a:moveTo>
                    <a:pt x="298580" y="444959"/>
                  </a:moveTo>
                  <a:lnTo>
                    <a:pt x="298174" y="444453"/>
                  </a:lnTo>
                  <a:lnTo>
                    <a:pt x="297665" y="444272"/>
                  </a:lnTo>
                  <a:close/>
                  <a:moveTo>
                    <a:pt x="328247" y="488050"/>
                  </a:moveTo>
                  <a:lnTo>
                    <a:pt x="298580" y="444959"/>
                  </a:lnTo>
                  <a:lnTo>
                    <a:pt x="297665" y="444272"/>
                  </a:lnTo>
                  <a:close/>
                  <a:moveTo>
                    <a:pt x="360126" y="494178"/>
                  </a:moveTo>
                  <a:lnTo>
                    <a:pt x="390974" y="511748"/>
                  </a:lnTo>
                  <a:lnTo>
                    <a:pt x="298580" y="444959"/>
                  </a:lnTo>
                  <a:close/>
                  <a:moveTo>
                    <a:pt x="360126" y="494178"/>
                  </a:moveTo>
                  <a:lnTo>
                    <a:pt x="402471" y="520344"/>
                  </a:lnTo>
                  <a:lnTo>
                    <a:pt x="390974" y="511748"/>
                  </a:lnTo>
                  <a:close/>
                  <a:moveTo>
                    <a:pt x="457108" y="436426"/>
                  </a:moveTo>
                  <a:lnTo>
                    <a:pt x="519558" y="488050"/>
                  </a:lnTo>
                  <a:lnTo>
                    <a:pt x="516431" y="486952"/>
                  </a:lnTo>
                  <a:close/>
                  <a:moveTo>
                    <a:pt x="270122" y="66889"/>
                  </a:moveTo>
                  <a:lnTo>
                    <a:pt x="320493" y="96484"/>
                  </a:lnTo>
                  <a:lnTo>
                    <a:pt x="350959" y="159190"/>
                  </a:lnTo>
                  <a:close/>
                  <a:moveTo>
                    <a:pt x="991512" y="537171"/>
                  </a:moveTo>
                  <a:lnTo>
                    <a:pt x="925994" y="575607"/>
                  </a:lnTo>
                  <a:lnTo>
                    <a:pt x="959611" y="598890"/>
                  </a:lnTo>
                  <a:close/>
                  <a:moveTo>
                    <a:pt x="925994" y="575607"/>
                  </a:moveTo>
                  <a:lnTo>
                    <a:pt x="991512" y="537171"/>
                  </a:lnTo>
                  <a:lnTo>
                    <a:pt x="868076" y="535317"/>
                  </a:lnTo>
                  <a:close/>
                  <a:moveTo>
                    <a:pt x="1004063" y="549888"/>
                  </a:moveTo>
                  <a:lnTo>
                    <a:pt x="959611" y="598890"/>
                  </a:lnTo>
                  <a:lnTo>
                    <a:pt x="1096618" y="617281"/>
                  </a:lnTo>
                  <a:close/>
                  <a:moveTo>
                    <a:pt x="1246196" y="58371"/>
                  </a:moveTo>
                  <a:lnTo>
                    <a:pt x="1332710" y="148721"/>
                  </a:lnTo>
                  <a:lnTo>
                    <a:pt x="1289760" y="83546"/>
                  </a:lnTo>
                  <a:close/>
                  <a:moveTo>
                    <a:pt x="1246196" y="58371"/>
                  </a:moveTo>
                  <a:lnTo>
                    <a:pt x="1289760" y="83546"/>
                  </a:lnTo>
                  <a:lnTo>
                    <a:pt x="1269408" y="0"/>
                  </a:lnTo>
                  <a:close/>
                  <a:moveTo>
                    <a:pt x="1469241" y="54564"/>
                  </a:moveTo>
                  <a:lnTo>
                    <a:pt x="1476458" y="61997"/>
                  </a:lnTo>
                  <a:lnTo>
                    <a:pt x="1490799" y="98343"/>
                  </a:lnTo>
                  <a:close/>
                  <a:moveTo>
                    <a:pt x="1469241" y="54564"/>
                  </a:moveTo>
                  <a:lnTo>
                    <a:pt x="1473148" y="16128"/>
                  </a:lnTo>
                  <a:lnTo>
                    <a:pt x="1395878" y="39380"/>
                  </a:lnTo>
                  <a:close/>
                  <a:moveTo>
                    <a:pt x="1631422" y="87650"/>
                  </a:moveTo>
                  <a:lnTo>
                    <a:pt x="1709931" y="180558"/>
                  </a:lnTo>
                  <a:lnTo>
                    <a:pt x="1685722" y="98343"/>
                  </a:lnTo>
                  <a:close/>
                  <a:moveTo>
                    <a:pt x="1631422" y="87650"/>
                  </a:moveTo>
                  <a:lnTo>
                    <a:pt x="1672062" y="154702"/>
                  </a:lnTo>
                  <a:lnTo>
                    <a:pt x="1709931" y="18055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67" name="Candidate_density__2166">
              <a:extLst>
                <a:ext uri="{FF2B5EF4-FFF2-40B4-BE49-F238E27FC236}">
                  <a16:creationId xmlns:a16="http://schemas.microsoft.com/office/drawing/2014/main" id="{27AA4C2F-5BC8-76DE-64FE-7879E2271B97}"/>
                </a:ext>
              </a:extLst>
            </p:cNvPr>
            <p:cNvSpPr>
              <a:spLocks noGrp="1"/>
            </p:cNvSpPr>
            <p:nvPr/>
          </p:nvSpPr>
          <p:spPr>
            <a:xfrm>
              <a:off x="3890526" y="2728303"/>
              <a:ext cx="1554861" cy="561579"/>
            </a:xfrm>
            <a:custGeom>
              <a:avLst/>
              <a:gdLst/>
              <a:ahLst/>
              <a:cxnLst/>
              <a:rect l="0" t="0" r="0" b="0"/>
              <a:pathLst>
                <a:path w="1554861" h="561579">
                  <a:moveTo>
                    <a:pt x="0" y="483037"/>
                  </a:moveTo>
                  <a:lnTo>
                    <a:pt x="76688" y="491102"/>
                  </a:lnTo>
                  <a:lnTo>
                    <a:pt x="26875" y="487946"/>
                  </a:lnTo>
                  <a:close/>
                  <a:moveTo>
                    <a:pt x="134250" y="548795"/>
                  </a:moveTo>
                  <a:lnTo>
                    <a:pt x="140792" y="556018"/>
                  </a:lnTo>
                  <a:lnTo>
                    <a:pt x="153096" y="561579"/>
                  </a:lnTo>
                  <a:close/>
                  <a:moveTo>
                    <a:pt x="140792" y="556018"/>
                  </a:moveTo>
                  <a:lnTo>
                    <a:pt x="134250" y="548795"/>
                  </a:lnTo>
                  <a:lnTo>
                    <a:pt x="26875" y="487946"/>
                  </a:lnTo>
                  <a:close/>
                  <a:moveTo>
                    <a:pt x="86515" y="500052"/>
                  </a:moveTo>
                  <a:lnTo>
                    <a:pt x="140792" y="556018"/>
                  </a:lnTo>
                  <a:lnTo>
                    <a:pt x="26875" y="487946"/>
                  </a:lnTo>
                  <a:close/>
                  <a:moveTo>
                    <a:pt x="149702" y="225277"/>
                  </a:moveTo>
                  <a:lnTo>
                    <a:pt x="130256" y="263713"/>
                  </a:lnTo>
                  <a:lnTo>
                    <a:pt x="174275" y="210357"/>
                  </a:lnTo>
                  <a:close/>
                  <a:moveTo>
                    <a:pt x="130256" y="263713"/>
                  </a:moveTo>
                  <a:lnTo>
                    <a:pt x="129602" y="258536"/>
                  </a:lnTo>
                  <a:lnTo>
                    <a:pt x="174275" y="210357"/>
                  </a:lnTo>
                  <a:close/>
                  <a:moveTo>
                    <a:pt x="511633" y="420511"/>
                  </a:moveTo>
                  <a:lnTo>
                    <a:pt x="581612" y="403491"/>
                  </a:lnTo>
                  <a:lnTo>
                    <a:pt x="623842" y="346180"/>
                  </a:lnTo>
                  <a:close/>
                  <a:moveTo>
                    <a:pt x="581612" y="403491"/>
                  </a:moveTo>
                  <a:lnTo>
                    <a:pt x="651336" y="385518"/>
                  </a:lnTo>
                  <a:lnTo>
                    <a:pt x="700667" y="354758"/>
                  </a:lnTo>
                  <a:close/>
                  <a:moveTo>
                    <a:pt x="869052" y="427005"/>
                  </a:moveTo>
                  <a:lnTo>
                    <a:pt x="792201" y="418332"/>
                  </a:lnTo>
                  <a:lnTo>
                    <a:pt x="769500" y="408442"/>
                  </a:lnTo>
                  <a:close/>
                  <a:moveTo>
                    <a:pt x="792201" y="418332"/>
                  </a:moveTo>
                  <a:lnTo>
                    <a:pt x="869052" y="427005"/>
                  </a:lnTo>
                  <a:lnTo>
                    <a:pt x="929209" y="436722"/>
                  </a:lnTo>
                  <a:close/>
                  <a:moveTo>
                    <a:pt x="936700" y="401274"/>
                  </a:moveTo>
                  <a:lnTo>
                    <a:pt x="943123" y="438827"/>
                  </a:lnTo>
                  <a:lnTo>
                    <a:pt x="929209" y="436722"/>
                  </a:lnTo>
                  <a:close/>
                  <a:moveTo>
                    <a:pt x="943123" y="438827"/>
                  </a:moveTo>
                  <a:lnTo>
                    <a:pt x="995518" y="445969"/>
                  </a:lnTo>
                  <a:lnTo>
                    <a:pt x="1008731" y="455384"/>
                  </a:lnTo>
                  <a:close/>
                  <a:moveTo>
                    <a:pt x="1008731" y="455384"/>
                  </a:moveTo>
                  <a:lnTo>
                    <a:pt x="1128378" y="408863"/>
                  </a:lnTo>
                  <a:lnTo>
                    <a:pt x="1056749" y="419713"/>
                  </a:lnTo>
                  <a:close/>
                  <a:moveTo>
                    <a:pt x="1027919" y="400391"/>
                  </a:moveTo>
                  <a:lnTo>
                    <a:pt x="943123" y="438827"/>
                  </a:lnTo>
                  <a:lnTo>
                    <a:pt x="1008731" y="455384"/>
                  </a:lnTo>
                  <a:close/>
                  <a:moveTo>
                    <a:pt x="1056749" y="419713"/>
                  </a:moveTo>
                  <a:lnTo>
                    <a:pt x="1128378" y="408863"/>
                  </a:lnTo>
                  <a:lnTo>
                    <a:pt x="1195228" y="443600"/>
                  </a:lnTo>
                  <a:close/>
                  <a:moveTo>
                    <a:pt x="1195228" y="443600"/>
                  </a:moveTo>
                  <a:lnTo>
                    <a:pt x="1213316" y="390088"/>
                  </a:lnTo>
                  <a:lnTo>
                    <a:pt x="1209490" y="361955"/>
                  </a:lnTo>
                  <a:close/>
                  <a:moveTo>
                    <a:pt x="1128378" y="408863"/>
                  </a:moveTo>
                  <a:lnTo>
                    <a:pt x="1206464" y="422157"/>
                  </a:lnTo>
                  <a:lnTo>
                    <a:pt x="1195228" y="443600"/>
                  </a:lnTo>
                  <a:close/>
                  <a:moveTo>
                    <a:pt x="1213316" y="390088"/>
                  </a:moveTo>
                  <a:lnTo>
                    <a:pt x="1193303" y="372949"/>
                  </a:lnTo>
                  <a:lnTo>
                    <a:pt x="1209490" y="361955"/>
                  </a:lnTo>
                  <a:close/>
                  <a:moveTo>
                    <a:pt x="1554861" y="294194"/>
                  </a:moveTo>
                  <a:lnTo>
                    <a:pt x="1539652" y="206467"/>
                  </a:lnTo>
                  <a:lnTo>
                    <a:pt x="1551154" y="285081"/>
                  </a:lnTo>
                  <a:close/>
                  <a:moveTo>
                    <a:pt x="1539652" y="206467"/>
                  </a:moveTo>
                  <a:lnTo>
                    <a:pt x="1538181" y="202867"/>
                  </a:lnTo>
                  <a:lnTo>
                    <a:pt x="1551154" y="285081"/>
                  </a:lnTo>
                  <a:close/>
                  <a:moveTo>
                    <a:pt x="1538181" y="202867"/>
                  </a:moveTo>
                  <a:lnTo>
                    <a:pt x="1544496" y="164430"/>
                  </a:lnTo>
                  <a:lnTo>
                    <a:pt x="1551154" y="285081"/>
                  </a:lnTo>
                  <a:close/>
                  <a:moveTo>
                    <a:pt x="1544496" y="164430"/>
                  </a:moveTo>
                  <a:lnTo>
                    <a:pt x="1538181" y="202867"/>
                  </a:lnTo>
                  <a:lnTo>
                    <a:pt x="1500759" y="120651"/>
                  </a:lnTo>
                  <a:close/>
                  <a:moveTo>
                    <a:pt x="1536720" y="82214"/>
                  </a:moveTo>
                  <a:lnTo>
                    <a:pt x="1544496" y="164430"/>
                  </a:lnTo>
                  <a:lnTo>
                    <a:pt x="1500759" y="120651"/>
                  </a:lnTo>
                  <a:close/>
                  <a:moveTo>
                    <a:pt x="1500759" y="120651"/>
                  </a:moveTo>
                  <a:lnTo>
                    <a:pt x="1542522" y="0"/>
                  </a:lnTo>
                  <a:lnTo>
                    <a:pt x="1536720" y="82214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68" name="Candidate_density__2167">
              <a:extLst>
                <a:ext uri="{FF2B5EF4-FFF2-40B4-BE49-F238E27FC236}">
                  <a16:creationId xmlns:a16="http://schemas.microsoft.com/office/drawing/2014/main" id="{0C7B9F89-FE61-1352-EDE8-EE8CEE417FA3}"/>
                </a:ext>
              </a:extLst>
            </p:cNvPr>
            <p:cNvSpPr>
              <a:spLocks noGrp="1"/>
            </p:cNvSpPr>
            <p:nvPr/>
          </p:nvSpPr>
          <p:spPr>
            <a:xfrm>
              <a:off x="3684211" y="2408638"/>
              <a:ext cx="1670327" cy="936205"/>
            </a:xfrm>
            <a:custGeom>
              <a:avLst/>
              <a:gdLst/>
              <a:ahLst/>
              <a:cxnLst/>
              <a:rect l="0" t="0" r="0" b="0"/>
              <a:pathLst>
                <a:path w="1670327" h="936205">
                  <a:moveTo>
                    <a:pt x="78641" y="621814"/>
                  </a:moveTo>
                  <a:lnTo>
                    <a:pt x="30939" y="550577"/>
                  </a:lnTo>
                  <a:lnTo>
                    <a:pt x="11446" y="578035"/>
                  </a:lnTo>
                  <a:close/>
                  <a:moveTo>
                    <a:pt x="78641" y="621814"/>
                  </a:moveTo>
                  <a:lnTo>
                    <a:pt x="11446" y="578035"/>
                  </a:lnTo>
                  <a:lnTo>
                    <a:pt x="38906" y="660251"/>
                  </a:lnTo>
                  <a:close/>
                  <a:moveTo>
                    <a:pt x="0" y="495821"/>
                  </a:moveTo>
                  <a:lnTo>
                    <a:pt x="11446" y="578035"/>
                  </a:lnTo>
                  <a:lnTo>
                    <a:pt x="17132" y="461710"/>
                  </a:lnTo>
                  <a:close/>
                  <a:moveTo>
                    <a:pt x="11446" y="578035"/>
                  </a:moveTo>
                  <a:lnTo>
                    <a:pt x="30939" y="550577"/>
                  </a:lnTo>
                  <a:lnTo>
                    <a:pt x="17132" y="461710"/>
                  </a:lnTo>
                  <a:close/>
                  <a:moveTo>
                    <a:pt x="17132" y="461710"/>
                  </a:moveTo>
                  <a:lnTo>
                    <a:pt x="21061" y="452181"/>
                  </a:lnTo>
                  <a:lnTo>
                    <a:pt x="0" y="495821"/>
                  </a:lnTo>
                  <a:close/>
                  <a:moveTo>
                    <a:pt x="0" y="495821"/>
                  </a:moveTo>
                  <a:lnTo>
                    <a:pt x="21061" y="452181"/>
                  </a:lnTo>
                  <a:lnTo>
                    <a:pt x="32761" y="375169"/>
                  </a:lnTo>
                  <a:close/>
                  <a:moveTo>
                    <a:pt x="39336" y="539599"/>
                  </a:moveTo>
                  <a:lnTo>
                    <a:pt x="17132" y="461710"/>
                  </a:lnTo>
                  <a:lnTo>
                    <a:pt x="30939" y="550577"/>
                  </a:lnTo>
                  <a:close/>
                  <a:moveTo>
                    <a:pt x="39336" y="539599"/>
                  </a:moveTo>
                  <a:lnTo>
                    <a:pt x="20546" y="457384"/>
                  </a:lnTo>
                  <a:lnTo>
                    <a:pt x="17132" y="461710"/>
                  </a:lnTo>
                  <a:close/>
                  <a:moveTo>
                    <a:pt x="21061" y="452181"/>
                  </a:moveTo>
                  <a:lnTo>
                    <a:pt x="17132" y="461710"/>
                  </a:lnTo>
                  <a:lnTo>
                    <a:pt x="20546" y="457384"/>
                  </a:lnTo>
                  <a:close/>
                  <a:moveTo>
                    <a:pt x="359399" y="235590"/>
                  </a:moveTo>
                  <a:lnTo>
                    <a:pt x="230710" y="248306"/>
                  </a:lnTo>
                  <a:lnTo>
                    <a:pt x="337373" y="259860"/>
                  </a:lnTo>
                  <a:close/>
                  <a:moveTo>
                    <a:pt x="381355" y="247287"/>
                  </a:moveTo>
                  <a:lnTo>
                    <a:pt x="436903" y="246708"/>
                  </a:lnTo>
                  <a:lnTo>
                    <a:pt x="359399" y="235590"/>
                  </a:lnTo>
                  <a:close/>
                  <a:moveTo>
                    <a:pt x="1289982" y="840708"/>
                  </a:moveTo>
                  <a:lnTo>
                    <a:pt x="1312791" y="936205"/>
                  </a:lnTo>
                  <a:lnTo>
                    <a:pt x="1312409" y="860415"/>
                  </a:lnTo>
                  <a:close/>
                  <a:moveTo>
                    <a:pt x="1289982" y="840708"/>
                  </a:moveTo>
                  <a:lnTo>
                    <a:pt x="1312409" y="860415"/>
                  </a:lnTo>
                  <a:lnTo>
                    <a:pt x="1328778" y="823115"/>
                  </a:lnTo>
                  <a:close/>
                  <a:moveTo>
                    <a:pt x="1285102" y="197478"/>
                  </a:moveTo>
                  <a:lnTo>
                    <a:pt x="1308314" y="139107"/>
                  </a:lnTo>
                  <a:lnTo>
                    <a:pt x="1239849" y="134175"/>
                  </a:lnTo>
                  <a:close/>
                  <a:moveTo>
                    <a:pt x="1239849" y="134175"/>
                  </a:moveTo>
                  <a:lnTo>
                    <a:pt x="1308314" y="139107"/>
                  </a:lnTo>
                  <a:lnTo>
                    <a:pt x="1316689" y="32206"/>
                  </a:lnTo>
                  <a:close/>
                  <a:moveTo>
                    <a:pt x="1358278" y="111456"/>
                  </a:moveTo>
                  <a:lnTo>
                    <a:pt x="1326908" y="29241"/>
                  </a:lnTo>
                  <a:lnTo>
                    <a:pt x="1308314" y="139107"/>
                  </a:lnTo>
                  <a:close/>
                  <a:moveTo>
                    <a:pt x="1443542" y="73020"/>
                  </a:moveTo>
                  <a:lnTo>
                    <a:pt x="1434784" y="178487"/>
                  </a:lnTo>
                  <a:lnTo>
                    <a:pt x="1480000" y="132341"/>
                  </a:lnTo>
                  <a:close/>
                  <a:moveTo>
                    <a:pt x="1443542" y="73020"/>
                  </a:moveTo>
                  <a:lnTo>
                    <a:pt x="1358278" y="111456"/>
                  </a:lnTo>
                  <a:lnTo>
                    <a:pt x="1434784" y="178487"/>
                  </a:lnTo>
                  <a:close/>
                  <a:moveTo>
                    <a:pt x="1512054" y="155234"/>
                  </a:moveTo>
                  <a:lnTo>
                    <a:pt x="1594841" y="227533"/>
                  </a:lnTo>
                  <a:lnTo>
                    <a:pt x="1578077" y="141070"/>
                  </a:lnTo>
                  <a:close/>
                  <a:moveTo>
                    <a:pt x="1594841" y="227533"/>
                  </a:moveTo>
                  <a:lnTo>
                    <a:pt x="1670327" y="226756"/>
                  </a:lnTo>
                  <a:lnTo>
                    <a:pt x="1578077" y="141070"/>
                  </a:lnTo>
                  <a:close/>
                  <a:moveTo>
                    <a:pt x="1578077" y="141070"/>
                  </a:moveTo>
                  <a:lnTo>
                    <a:pt x="1480000" y="132341"/>
                  </a:lnTo>
                  <a:lnTo>
                    <a:pt x="1512054" y="155234"/>
                  </a:lnTo>
                  <a:close/>
                  <a:moveTo>
                    <a:pt x="1476123" y="63273"/>
                  </a:moveTo>
                  <a:lnTo>
                    <a:pt x="1480000" y="132341"/>
                  </a:lnTo>
                  <a:lnTo>
                    <a:pt x="1578077" y="141070"/>
                  </a:lnTo>
                  <a:close/>
                  <a:moveTo>
                    <a:pt x="1568030" y="49146"/>
                  </a:moveTo>
                  <a:lnTo>
                    <a:pt x="1476123" y="63273"/>
                  </a:lnTo>
                  <a:lnTo>
                    <a:pt x="1578077" y="141070"/>
                  </a:lnTo>
                  <a:close/>
                  <a:moveTo>
                    <a:pt x="1476123" y="63273"/>
                  </a:moveTo>
                  <a:lnTo>
                    <a:pt x="1568030" y="49146"/>
                  </a:lnTo>
                  <a:lnTo>
                    <a:pt x="1519135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69" name="Candidate_density__2168">
              <a:extLst>
                <a:ext uri="{FF2B5EF4-FFF2-40B4-BE49-F238E27FC236}">
                  <a16:creationId xmlns:a16="http://schemas.microsoft.com/office/drawing/2014/main" id="{6F9323F2-7BFE-88F4-B198-503524768C40}"/>
                </a:ext>
              </a:extLst>
            </p:cNvPr>
            <p:cNvSpPr>
              <a:spLocks noGrp="1"/>
            </p:cNvSpPr>
            <p:nvPr/>
          </p:nvSpPr>
          <p:spPr>
            <a:xfrm>
              <a:off x="4031318" y="3013385"/>
              <a:ext cx="1414069" cy="455864"/>
            </a:xfrm>
            <a:custGeom>
              <a:avLst/>
              <a:gdLst/>
              <a:ahLst/>
              <a:cxnLst/>
              <a:rect l="0" t="0" r="0" b="0"/>
              <a:pathLst>
                <a:path w="1414069" h="455864">
                  <a:moveTo>
                    <a:pt x="85107" y="270035"/>
                  </a:moveTo>
                  <a:lnTo>
                    <a:pt x="12305" y="276497"/>
                  </a:lnTo>
                  <a:lnTo>
                    <a:pt x="0" y="270937"/>
                  </a:lnTo>
                  <a:close/>
                  <a:moveTo>
                    <a:pt x="12305" y="276497"/>
                  </a:moveTo>
                  <a:lnTo>
                    <a:pt x="85107" y="270035"/>
                  </a:lnTo>
                  <a:lnTo>
                    <a:pt x="144092" y="275372"/>
                  </a:lnTo>
                  <a:close/>
                  <a:moveTo>
                    <a:pt x="370842" y="135429"/>
                  </a:moveTo>
                  <a:lnTo>
                    <a:pt x="332686" y="182245"/>
                  </a:lnTo>
                  <a:lnTo>
                    <a:pt x="440820" y="118409"/>
                  </a:lnTo>
                  <a:close/>
                  <a:moveTo>
                    <a:pt x="1183298" y="444170"/>
                  </a:moveTo>
                  <a:lnTo>
                    <a:pt x="1212446" y="452214"/>
                  </a:lnTo>
                  <a:lnTo>
                    <a:pt x="1225468" y="455864"/>
                  </a:lnTo>
                  <a:close/>
                  <a:moveTo>
                    <a:pt x="1238931" y="444170"/>
                  </a:moveTo>
                  <a:lnTo>
                    <a:pt x="1225468" y="455864"/>
                  </a:lnTo>
                  <a:lnTo>
                    <a:pt x="1212446" y="452214"/>
                  </a:lnTo>
                  <a:close/>
                  <a:moveTo>
                    <a:pt x="1183298" y="444170"/>
                  </a:moveTo>
                  <a:lnTo>
                    <a:pt x="1225468" y="455864"/>
                  </a:lnTo>
                  <a:lnTo>
                    <a:pt x="1241698" y="428433"/>
                  </a:lnTo>
                  <a:close/>
                  <a:moveTo>
                    <a:pt x="1241698" y="428433"/>
                  </a:moveTo>
                  <a:lnTo>
                    <a:pt x="1225468" y="455864"/>
                  </a:lnTo>
                  <a:lnTo>
                    <a:pt x="1238931" y="444170"/>
                  </a:lnTo>
                  <a:close/>
                  <a:moveTo>
                    <a:pt x="1259318" y="367224"/>
                  </a:moveTo>
                  <a:lnTo>
                    <a:pt x="1286999" y="352103"/>
                  </a:lnTo>
                  <a:lnTo>
                    <a:pt x="1287783" y="323519"/>
                  </a:lnTo>
                  <a:close/>
                  <a:moveTo>
                    <a:pt x="1241698" y="428433"/>
                  </a:moveTo>
                  <a:lnTo>
                    <a:pt x="1277553" y="371944"/>
                  </a:lnTo>
                  <a:lnTo>
                    <a:pt x="1259318" y="367224"/>
                  </a:lnTo>
                  <a:close/>
                  <a:moveTo>
                    <a:pt x="1390683" y="120652"/>
                  </a:moveTo>
                  <a:lnTo>
                    <a:pt x="1385472" y="129826"/>
                  </a:lnTo>
                  <a:lnTo>
                    <a:pt x="1345582" y="195888"/>
                  </a:lnTo>
                  <a:close/>
                  <a:moveTo>
                    <a:pt x="1390683" y="120652"/>
                  </a:moveTo>
                  <a:lnTo>
                    <a:pt x="1404139" y="82215"/>
                  </a:lnTo>
                  <a:lnTo>
                    <a:pt x="1385472" y="129826"/>
                  </a:lnTo>
                  <a:close/>
                  <a:moveTo>
                    <a:pt x="1390683" y="120652"/>
                  </a:moveTo>
                  <a:lnTo>
                    <a:pt x="1414069" y="9113"/>
                  </a:lnTo>
                  <a:lnTo>
                    <a:pt x="1410363" y="0"/>
                  </a:lnTo>
                  <a:close/>
                  <a:moveTo>
                    <a:pt x="1390683" y="120652"/>
                  </a:moveTo>
                  <a:lnTo>
                    <a:pt x="1410363" y="0"/>
                  </a:lnTo>
                  <a:lnTo>
                    <a:pt x="140413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70" name="Candidate_density__2169">
              <a:extLst>
                <a:ext uri="{FF2B5EF4-FFF2-40B4-BE49-F238E27FC236}">
                  <a16:creationId xmlns:a16="http://schemas.microsoft.com/office/drawing/2014/main" id="{20BC6642-9637-6908-68D3-C022AF09E62A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407305"/>
              <a:ext cx="1498589" cy="842042"/>
            </a:xfrm>
            <a:custGeom>
              <a:avLst/>
              <a:gdLst/>
              <a:ahLst/>
              <a:cxnLst/>
              <a:rect l="0" t="0" r="0" b="0"/>
              <a:pathLst>
                <a:path w="1498589" h="842042">
                  <a:moveTo>
                    <a:pt x="45780" y="407552"/>
                  </a:moveTo>
                  <a:lnTo>
                    <a:pt x="515" y="453514"/>
                  </a:lnTo>
                  <a:lnTo>
                    <a:pt x="0" y="458718"/>
                  </a:lnTo>
                  <a:close/>
                  <a:moveTo>
                    <a:pt x="515" y="453514"/>
                  </a:moveTo>
                  <a:lnTo>
                    <a:pt x="45780" y="407552"/>
                  </a:lnTo>
                  <a:lnTo>
                    <a:pt x="12216" y="376503"/>
                  </a:lnTo>
                  <a:close/>
                  <a:moveTo>
                    <a:pt x="45780" y="407552"/>
                  </a:moveTo>
                  <a:lnTo>
                    <a:pt x="55901" y="338067"/>
                  </a:lnTo>
                  <a:lnTo>
                    <a:pt x="12216" y="376503"/>
                  </a:lnTo>
                  <a:close/>
                  <a:moveTo>
                    <a:pt x="55901" y="338067"/>
                  </a:moveTo>
                  <a:lnTo>
                    <a:pt x="82300" y="265435"/>
                  </a:lnTo>
                  <a:lnTo>
                    <a:pt x="16279" y="294288"/>
                  </a:lnTo>
                  <a:close/>
                  <a:moveTo>
                    <a:pt x="12216" y="376503"/>
                  </a:moveTo>
                  <a:lnTo>
                    <a:pt x="55901" y="338067"/>
                  </a:lnTo>
                  <a:lnTo>
                    <a:pt x="16279" y="294288"/>
                  </a:lnTo>
                  <a:close/>
                  <a:moveTo>
                    <a:pt x="88464" y="255852"/>
                  </a:moveTo>
                  <a:lnTo>
                    <a:pt x="66724" y="266431"/>
                  </a:lnTo>
                  <a:lnTo>
                    <a:pt x="82300" y="265435"/>
                  </a:lnTo>
                  <a:close/>
                  <a:moveTo>
                    <a:pt x="82300" y="265435"/>
                  </a:moveTo>
                  <a:lnTo>
                    <a:pt x="55901" y="338067"/>
                  </a:lnTo>
                  <a:lnTo>
                    <a:pt x="142020" y="305309"/>
                  </a:lnTo>
                  <a:close/>
                  <a:moveTo>
                    <a:pt x="186625" y="229545"/>
                  </a:moveTo>
                  <a:lnTo>
                    <a:pt x="88464" y="255852"/>
                  </a:lnTo>
                  <a:lnTo>
                    <a:pt x="210165" y="249640"/>
                  </a:lnTo>
                  <a:close/>
                  <a:moveTo>
                    <a:pt x="88464" y="255852"/>
                  </a:moveTo>
                  <a:lnTo>
                    <a:pt x="82300" y="265435"/>
                  </a:lnTo>
                  <a:lnTo>
                    <a:pt x="210165" y="249640"/>
                  </a:lnTo>
                  <a:close/>
                  <a:moveTo>
                    <a:pt x="210165" y="249640"/>
                  </a:moveTo>
                  <a:lnTo>
                    <a:pt x="82300" y="265435"/>
                  </a:lnTo>
                  <a:lnTo>
                    <a:pt x="163605" y="299630"/>
                  </a:lnTo>
                  <a:close/>
                  <a:moveTo>
                    <a:pt x="163605" y="299630"/>
                  </a:moveTo>
                  <a:lnTo>
                    <a:pt x="82300" y="265435"/>
                  </a:lnTo>
                  <a:lnTo>
                    <a:pt x="142020" y="305309"/>
                  </a:lnTo>
                  <a:close/>
                  <a:moveTo>
                    <a:pt x="249541" y="217415"/>
                  </a:moveTo>
                  <a:lnTo>
                    <a:pt x="186625" y="229545"/>
                  </a:lnTo>
                  <a:lnTo>
                    <a:pt x="210165" y="249640"/>
                  </a:lnTo>
                  <a:close/>
                  <a:moveTo>
                    <a:pt x="249541" y="217415"/>
                  </a:moveTo>
                  <a:lnTo>
                    <a:pt x="199672" y="135200"/>
                  </a:lnTo>
                  <a:lnTo>
                    <a:pt x="186625" y="229545"/>
                  </a:lnTo>
                  <a:close/>
                  <a:moveTo>
                    <a:pt x="210165" y="249640"/>
                  </a:moveTo>
                  <a:lnTo>
                    <a:pt x="163605" y="299630"/>
                  </a:lnTo>
                  <a:lnTo>
                    <a:pt x="251727" y="276711"/>
                  </a:lnTo>
                  <a:close/>
                  <a:moveTo>
                    <a:pt x="288483" y="207329"/>
                  </a:moveTo>
                  <a:lnTo>
                    <a:pt x="249541" y="217415"/>
                  </a:lnTo>
                  <a:lnTo>
                    <a:pt x="338853" y="236924"/>
                  </a:lnTo>
                  <a:close/>
                  <a:moveTo>
                    <a:pt x="249541" y="217415"/>
                  </a:moveTo>
                  <a:lnTo>
                    <a:pt x="210165" y="249640"/>
                  </a:lnTo>
                  <a:lnTo>
                    <a:pt x="338853" y="236924"/>
                  </a:lnTo>
                  <a:close/>
                  <a:moveTo>
                    <a:pt x="316828" y="261194"/>
                  </a:moveTo>
                  <a:lnTo>
                    <a:pt x="210165" y="249640"/>
                  </a:lnTo>
                  <a:lnTo>
                    <a:pt x="251727" y="276711"/>
                  </a:lnTo>
                  <a:close/>
                  <a:moveTo>
                    <a:pt x="1269436" y="842042"/>
                  </a:moveTo>
                  <a:lnTo>
                    <a:pt x="1308232" y="824448"/>
                  </a:lnTo>
                  <a:lnTo>
                    <a:pt x="1278612" y="812203"/>
                  </a:lnTo>
                  <a:close/>
                  <a:moveTo>
                    <a:pt x="708388" y="348006"/>
                  </a:moveTo>
                  <a:lnTo>
                    <a:pt x="791573" y="340970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839368" y="284573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900267" y="313196"/>
                  </a:lnTo>
                  <a:lnTo>
                    <a:pt x="839368" y="284573"/>
                  </a:lnTo>
                  <a:close/>
                  <a:moveTo>
                    <a:pt x="839368" y="284573"/>
                  </a:moveTo>
                  <a:lnTo>
                    <a:pt x="900267" y="313196"/>
                  </a:lnTo>
                  <a:lnTo>
                    <a:pt x="862743" y="266536"/>
                  </a:lnTo>
                  <a:close/>
                  <a:moveTo>
                    <a:pt x="862743" y="266536"/>
                  </a:moveTo>
                  <a:lnTo>
                    <a:pt x="900267" y="313196"/>
                  </a:lnTo>
                  <a:lnTo>
                    <a:pt x="908785" y="310314"/>
                  </a:lnTo>
                  <a:close/>
                  <a:moveTo>
                    <a:pt x="862743" y="266536"/>
                  </a:moveTo>
                  <a:lnTo>
                    <a:pt x="908785" y="310314"/>
                  </a:lnTo>
                  <a:lnTo>
                    <a:pt x="929855" y="228099"/>
                  </a:lnTo>
                  <a:close/>
                  <a:moveTo>
                    <a:pt x="900267" y="313196"/>
                  </a:moveTo>
                  <a:lnTo>
                    <a:pt x="906605" y="320758"/>
                  </a:lnTo>
                  <a:lnTo>
                    <a:pt x="908785" y="310314"/>
                  </a:lnTo>
                  <a:close/>
                  <a:moveTo>
                    <a:pt x="929855" y="228099"/>
                  </a:moveTo>
                  <a:lnTo>
                    <a:pt x="908785" y="310314"/>
                  </a:lnTo>
                  <a:lnTo>
                    <a:pt x="1022765" y="271878"/>
                  </a:lnTo>
                  <a:close/>
                  <a:moveTo>
                    <a:pt x="929855" y="228099"/>
                  </a:moveTo>
                  <a:lnTo>
                    <a:pt x="1022765" y="271878"/>
                  </a:lnTo>
                  <a:lnTo>
                    <a:pt x="998719" y="189663"/>
                  </a:lnTo>
                  <a:close/>
                  <a:moveTo>
                    <a:pt x="919207" y="145884"/>
                  </a:moveTo>
                  <a:lnTo>
                    <a:pt x="989133" y="135457"/>
                  </a:lnTo>
                  <a:lnTo>
                    <a:pt x="976250" y="111831"/>
                  </a:lnTo>
                  <a:close/>
                  <a:moveTo>
                    <a:pt x="998719" y="189663"/>
                  </a:moveTo>
                  <a:lnTo>
                    <a:pt x="989133" y="135457"/>
                  </a:lnTo>
                  <a:lnTo>
                    <a:pt x="919207" y="145884"/>
                  </a:lnTo>
                  <a:close/>
                  <a:moveTo>
                    <a:pt x="929855" y="228099"/>
                  </a:moveTo>
                  <a:lnTo>
                    <a:pt x="998719" y="189663"/>
                  </a:lnTo>
                  <a:lnTo>
                    <a:pt x="919207" y="145884"/>
                  </a:lnTo>
                  <a:close/>
                  <a:moveTo>
                    <a:pt x="976250" y="111831"/>
                  </a:moveTo>
                  <a:lnTo>
                    <a:pt x="989133" y="135457"/>
                  </a:lnTo>
                  <a:lnTo>
                    <a:pt x="983208" y="107448"/>
                  </a:lnTo>
                  <a:close/>
                  <a:moveTo>
                    <a:pt x="998719" y="189663"/>
                  </a:moveTo>
                  <a:lnTo>
                    <a:pt x="1027777" y="270124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998719" y="189663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1007776" y="186293"/>
                  </a:lnTo>
                  <a:lnTo>
                    <a:pt x="983208" y="107448"/>
                  </a:lnTo>
                  <a:close/>
                  <a:moveTo>
                    <a:pt x="983208" y="107448"/>
                  </a:moveTo>
                  <a:lnTo>
                    <a:pt x="1007776" y="186293"/>
                  </a:lnTo>
                  <a:lnTo>
                    <a:pt x="1099605" y="151227"/>
                  </a:lnTo>
                  <a:close/>
                  <a:moveTo>
                    <a:pt x="983208" y="107448"/>
                  </a:moveTo>
                  <a:lnTo>
                    <a:pt x="1099605" y="151227"/>
                  </a:lnTo>
                  <a:lnTo>
                    <a:pt x="1099083" y="69012"/>
                  </a:lnTo>
                  <a:close/>
                  <a:moveTo>
                    <a:pt x="1099083" y="69012"/>
                  </a:moveTo>
                  <a:lnTo>
                    <a:pt x="1101842" y="62998"/>
                  </a:lnTo>
                  <a:lnTo>
                    <a:pt x="1022153" y="25232"/>
                  </a:lnTo>
                  <a:close/>
                  <a:moveTo>
                    <a:pt x="983208" y="107448"/>
                  </a:moveTo>
                  <a:lnTo>
                    <a:pt x="1099083" y="69012"/>
                  </a:lnTo>
                  <a:lnTo>
                    <a:pt x="1022153" y="25232"/>
                  </a:lnTo>
                  <a:close/>
                  <a:moveTo>
                    <a:pt x="1042998" y="18066"/>
                  </a:moveTo>
                  <a:lnTo>
                    <a:pt x="1101842" y="62998"/>
                  </a:lnTo>
                  <a:lnTo>
                    <a:pt x="1177762" y="68192"/>
                  </a:lnTo>
                  <a:close/>
                  <a:moveTo>
                    <a:pt x="1099083" y="69012"/>
                  </a:moveTo>
                  <a:lnTo>
                    <a:pt x="1138555" y="140565"/>
                  </a:lnTo>
                  <a:lnTo>
                    <a:pt x="1105789" y="67110"/>
                  </a:lnTo>
                  <a:close/>
                  <a:moveTo>
                    <a:pt x="1099083" y="69012"/>
                  </a:moveTo>
                  <a:lnTo>
                    <a:pt x="1099605" y="151227"/>
                  </a:lnTo>
                  <a:lnTo>
                    <a:pt x="1138555" y="140565"/>
                  </a:lnTo>
                  <a:close/>
                  <a:moveTo>
                    <a:pt x="1138555" y="140565"/>
                  </a:moveTo>
                  <a:lnTo>
                    <a:pt x="1219304" y="135509"/>
                  </a:lnTo>
                  <a:lnTo>
                    <a:pt x="1178277" y="68771"/>
                  </a:lnTo>
                  <a:close/>
                  <a:moveTo>
                    <a:pt x="1138555" y="140565"/>
                  </a:moveTo>
                  <a:lnTo>
                    <a:pt x="1178277" y="68771"/>
                  </a:lnTo>
                  <a:lnTo>
                    <a:pt x="1105789" y="67110"/>
                  </a:lnTo>
                  <a:close/>
                  <a:moveTo>
                    <a:pt x="1219304" y="135509"/>
                  </a:moveTo>
                  <a:lnTo>
                    <a:pt x="1296143" y="33539"/>
                  </a:lnTo>
                  <a:lnTo>
                    <a:pt x="1178277" y="68771"/>
                  </a:lnTo>
                  <a:close/>
                  <a:moveTo>
                    <a:pt x="1306362" y="30575"/>
                  </a:moveTo>
                  <a:lnTo>
                    <a:pt x="1296143" y="33539"/>
                  </a:lnTo>
                  <a:lnTo>
                    <a:pt x="1287769" y="140440"/>
                  </a:lnTo>
                  <a:close/>
                  <a:moveTo>
                    <a:pt x="1101842" y="62998"/>
                  </a:moveTo>
                  <a:lnTo>
                    <a:pt x="1099083" y="69012"/>
                  </a:lnTo>
                  <a:lnTo>
                    <a:pt x="1105789" y="67110"/>
                  </a:lnTo>
                  <a:close/>
                  <a:moveTo>
                    <a:pt x="1105789" y="67110"/>
                  </a:moveTo>
                  <a:lnTo>
                    <a:pt x="1177762" y="68192"/>
                  </a:lnTo>
                  <a:lnTo>
                    <a:pt x="1101842" y="62998"/>
                  </a:lnTo>
                  <a:close/>
                  <a:moveTo>
                    <a:pt x="1105789" y="67110"/>
                  </a:moveTo>
                  <a:lnTo>
                    <a:pt x="1178277" y="68771"/>
                  </a:lnTo>
                  <a:lnTo>
                    <a:pt x="1177762" y="68192"/>
                  </a:lnTo>
                  <a:close/>
                  <a:moveTo>
                    <a:pt x="1306362" y="30575"/>
                  </a:moveTo>
                  <a:lnTo>
                    <a:pt x="1432385" y="32465"/>
                  </a:lnTo>
                  <a:lnTo>
                    <a:pt x="1411929" y="0"/>
                  </a:lnTo>
                  <a:close/>
                  <a:moveTo>
                    <a:pt x="1422997" y="74354"/>
                  </a:moveTo>
                  <a:lnTo>
                    <a:pt x="1432385" y="32465"/>
                  </a:lnTo>
                  <a:lnTo>
                    <a:pt x="1306362" y="30575"/>
                  </a:lnTo>
                  <a:close/>
                  <a:moveTo>
                    <a:pt x="1337732" y="112790"/>
                  </a:moveTo>
                  <a:lnTo>
                    <a:pt x="1422997" y="74354"/>
                  </a:lnTo>
                  <a:lnTo>
                    <a:pt x="1306362" y="30575"/>
                  </a:lnTo>
                  <a:close/>
                  <a:moveTo>
                    <a:pt x="1411929" y="0"/>
                  </a:moveTo>
                  <a:lnTo>
                    <a:pt x="1432385" y="32465"/>
                  </a:lnTo>
                  <a:lnTo>
                    <a:pt x="1498589" y="1334"/>
                  </a:lnTo>
                  <a:close/>
                  <a:moveTo>
                    <a:pt x="1422997" y="74354"/>
                  </a:moveTo>
                  <a:lnTo>
                    <a:pt x="1459455" y="133675"/>
                  </a:lnTo>
                  <a:lnTo>
                    <a:pt x="1455577" y="64607"/>
                  </a:lnTo>
                  <a:close/>
                  <a:moveTo>
                    <a:pt x="1432385" y="32465"/>
                  </a:moveTo>
                  <a:lnTo>
                    <a:pt x="1422997" y="74354"/>
                  </a:lnTo>
                  <a:lnTo>
                    <a:pt x="1455577" y="64607"/>
                  </a:lnTo>
                  <a:close/>
                  <a:moveTo>
                    <a:pt x="1455577" y="64607"/>
                  </a:moveTo>
                  <a:lnTo>
                    <a:pt x="1498589" y="1334"/>
                  </a:lnTo>
                  <a:lnTo>
                    <a:pt x="1432385" y="3246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71" name="Candidate_density__2170">
              <a:extLst>
                <a:ext uri="{FF2B5EF4-FFF2-40B4-BE49-F238E27FC236}">
                  <a16:creationId xmlns:a16="http://schemas.microsoft.com/office/drawing/2014/main" id="{D774BD6A-0180-A204-D136-924C94A7F94C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702447"/>
              <a:ext cx="1622391" cy="682892"/>
            </a:xfrm>
            <a:custGeom>
              <a:avLst/>
              <a:gdLst/>
              <a:ahLst/>
              <a:cxnLst/>
              <a:rect l="0" t="0" r="0" b="0"/>
              <a:pathLst>
                <a:path w="1622391" h="682892">
                  <a:moveTo>
                    <a:pt x="0" y="410221"/>
                  </a:moveTo>
                  <a:lnTo>
                    <a:pt x="1699" y="470428"/>
                  </a:lnTo>
                  <a:lnTo>
                    <a:pt x="59269" y="470471"/>
                  </a:lnTo>
                  <a:close/>
                  <a:moveTo>
                    <a:pt x="226017" y="536215"/>
                  </a:moveTo>
                  <a:lnTo>
                    <a:pt x="205602" y="523728"/>
                  </a:lnTo>
                  <a:lnTo>
                    <a:pt x="149260" y="528275"/>
                  </a:lnTo>
                  <a:close/>
                  <a:moveTo>
                    <a:pt x="126388" y="453999"/>
                  </a:moveTo>
                  <a:lnTo>
                    <a:pt x="149260" y="528275"/>
                  </a:lnTo>
                  <a:lnTo>
                    <a:pt x="205602" y="523728"/>
                  </a:lnTo>
                  <a:close/>
                  <a:moveTo>
                    <a:pt x="126388" y="453999"/>
                  </a:moveTo>
                  <a:lnTo>
                    <a:pt x="91365" y="492436"/>
                  </a:lnTo>
                  <a:lnTo>
                    <a:pt x="149260" y="528275"/>
                  </a:lnTo>
                  <a:close/>
                  <a:moveTo>
                    <a:pt x="91365" y="492436"/>
                  </a:moveTo>
                  <a:lnTo>
                    <a:pt x="126388" y="453999"/>
                  </a:lnTo>
                  <a:lnTo>
                    <a:pt x="59269" y="470471"/>
                  </a:lnTo>
                  <a:close/>
                  <a:moveTo>
                    <a:pt x="311156" y="497778"/>
                  </a:moveTo>
                  <a:lnTo>
                    <a:pt x="226017" y="536215"/>
                  </a:lnTo>
                  <a:lnTo>
                    <a:pt x="292924" y="571552"/>
                  </a:lnTo>
                  <a:close/>
                  <a:moveTo>
                    <a:pt x="279234" y="339476"/>
                  </a:moveTo>
                  <a:lnTo>
                    <a:pt x="217688" y="290257"/>
                  </a:lnTo>
                  <a:lnTo>
                    <a:pt x="247355" y="333348"/>
                  </a:lnTo>
                  <a:close/>
                  <a:moveTo>
                    <a:pt x="295037" y="364249"/>
                  </a:moveTo>
                  <a:lnTo>
                    <a:pt x="247355" y="333348"/>
                  </a:lnTo>
                  <a:lnTo>
                    <a:pt x="339155" y="313996"/>
                  </a:lnTo>
                  <a:close/>
                  <a:moveTo>
                    <a:pt x="414676" y="212696"/>
                  </a:moveTo>
                  <a:lnTo>
                    <a:pt x="437008" y="294912"/>
                  </a:lnTo>
                  <a:lnTo>
                    <a:pt x="418947" y="186392"/>
                  </a:lnTo>
                  <a:close/>
                  <a:moveTo>
                    <a:pt x="379921" y="187757"/>
                  </a:moveTo>
                  <a:lnTo>
                    <a:pt x="418947" y="186392"/>
                  </a:lnTo>
                  <a:lnTo>
                    <a:pt x="353965" y="178629"/>
                  </a:lnTo>
                  <a:close/>
                  <a:moveTo>
                    <a:pt x="637812" y="329827"/>
                  </a:moveTo>
                  <a:lnTo>
                    <a:pt x="560599" y="369423"/>
                  </a:lnTo>
                  <a:lnTo>
                    <a:pt x="631453" y="355677"/>
                  </a:lnTo>
                  <a:close/>
                  <a:moveTo>
                    <a:pt x="726651" y="318195"/>
                  </a:moveTo>
                  <a:lnTo>
                    <a:pt x="631453" y="355677"/>
                  </a:lnTo>
                  <a:lnTo>
                    <a:pt x="710360" y="372036"/>
                  </a:lnTo>
                  <a:close/>
                  <a:moveTo>
                    <a:pt x="726651" y="318195"/>
                  </a:moveTo>
                  <a:lnTo>
                    <a:pt x="637812" y="329827"/>
                  </a:lnTo>
                  <a:lnTo>
                    <a:pt x="631453" y="355677"/>
                  </a:lnTo>
                  <a:close/>
                  <a:moveTo>
                    <a:pt x="787185" y="380615"/>
                  </a:moveTo>
                  <a:lnTo>
                    <a:pt x="823971" y="302952"/>
                  </a:lnTo>
                  <a:lnTo>
                    <a:pt x="710360" y="372036"/>
                  </a:lnTo>
                  <a:close/>
                  <a:moveTo>
                    <a:pt x="1114436" y="426247"/>
                  </a:moveTo>
                  <a:lnTo>
                    <a:pt x="1056830" y="401054"/>
                  </a:lnTo>
                  <a:lnTo>
                    <a:pt x="1015727" y="462579"/>
                  </a:lnTo>
                  <a:close/>
                  <a:moveTo>
                    <a:pt x="1015727" y="462579"/>
                  </a:moveTo>
                  <a:lnTo>
                    <a:pt x="1056830" y="401054"/>
                  </a:lnTo>
                  <a:lnTo>
                    <a:pt x="923171" y="395186"/>
                  </a:lnTo>
                  <a:close/>
                  <a:moveTo>
                    <a:pt x="1371893" y="657637"/>
                  </a:moveTo>
                  <a:lnTo>
                    <a:pt x="1361664" y="672893"/>
                  </a:lnTo>
                  <a:lnTo>
                    <a:pt x="1413362" y="682892"/>
                  </a:lnTo>
                  <a:close/>
                  <a:moveTo>
                    <a:pt x="1166132" y="387811"/>
                  </a:moveTo>
                  <a:lnTo>
                    <a:pt x="1143267" y="445569"/>
                  </a:lnTo>
                  <a:lnTo>
                    <a:pt x="1191882" y="412130"/>
                  </a:lnTo>
                  <a:close/>
                  <a:moveTo>
                    <a:pt x="1166132" y="387811"/>
                  </a:moveTo>
                  <a:lnTo>
                    <a:pt x="1114436" y="426247"/>
                  </a:lnTo>
                  <a:lnTo>
                    <a:pt x="1143267" y="445569"/>
                  </a:lnTo>
                  <a:close/>
                  <a:moveTo>
                    <a:pt x="1114436" y="426247"/>
                  </a:moveTo>
                  <a:lnTo>
                    <a:pt x="1166132" y="387811"/>
                  </a:lnTo>
                  <a:lnTo>
                    <a:pt x="1056830" y="401054"/>
                  </a:lnTo>
                  <a:close/>
                  <a:moveTo>
                    <a:pt x="1191882" y="412130"/>
                  </a:moveTo>
                  <a:lnTo>
                    <a:pt x="1283985" y="468328"/>
                  </a:lnTo>
                  <a:lnTo>
                    <a:pt x="1262555" y="349374"/>
                  </a:lnTo>
                  <a:close/>
                  <a:moveTo>
                    <a:pt x="1593144" y="272501"/>
                  </a:moveTo>
                  <a:lnTo>
                    <a:pt x="1558038" y="299549"/>
                  </a:lnTo>
                  <a:lnTo>
                    <a:pt x="1622391" y="274895"/>
                  </a:lnTo>
                  <a:close/>
                  <a:moveTo>
                    <a:pt x="1622391" y="274895"/>
                  </a:moveTo>
                  <a:lnTo>
                    <a:pt x="1567018" y="359412"/>
                  </a:lnTo>
                  <a:lnTo>
                    <a:pt x="1620705" y="376357"/>
                  </a:lnTo>
                  <a:close/>
                  <a:moveTo>
                    <a:pt x="1593144" y="272501"/>
                  </a:moveTo>
                  <a:lnTo>
                    <a:pt x="1622391" y="274895"/>
                  </a:lnTo>
                  <a:lnTo>
                    <a:pt x="1621708" y="258941"/>
                  </a:lnTo>
                  <a:close/>
                  <a:moveTo>
                    <a:pt x="1616647" y="179473"/>
                  </a:moveTo>
                  <a:lnTo>
                    <a:pt x="1593144" y="272501"/>
                  </a:lnTo>
                  <a:lnTo>
                    <a:pt x="1621708" y="258941"/>
                  </a:lnTo>
                  <a:close/>
                  <a:moveTo>
                    <a:pt x="1554541" y="269464"/>
                  </a:moveTo>
                  <a:lnTo>
                    <a:pt x="1593144" y="272501"/>
                  </a:lnTo>
                  <a:lnTo>
                    <a:pt x="1616647" y="179473"/>
                  </a:lnTo>
                  <a:close/>
                  <a:moveTo>
                    <a:pt x="1551438" y="171894"/>
                  </a:moveTo>
                  <a:lnTo>
                    <a:pt x="1616647" y="179473"/>
                  </a:lnTo>
                  <a:lnTo>
                    <a:pt x="1601421" y="91759"/>
                  </a:lnTo>
                  <a:close/>
                  <a:moveTo>
                    <a:pt x="1551438" y="171894"/>
                  </a:moveTo>
                  <a:lnTo>
                    <a:pt x="1601421" y="91759"/>
                  </a:lnTo>
                  <a:lnTo>
                    <a:pt x="1540718" y="80517"/>
                  </a:lnTo>
                  <a:close/>
                  <a:moveTo>
                    <a:pt x="1540718" y="80517"/>
                  </a:moveTo>
                  <a:lnTo>
                    <a:pt x="1601421" y="91759"/>
                  </a:lnTo>
                  <a:lnTo>
                    <a:pt x="159117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72" name="Candidate_density__2171">
              <a:extLst>
                <a:ext uri="{FF2B5EF4-FFF2-40B4-BE49-F238E27FC236}">
                  <a16:creationId xmlns:a16="http://schemas.microsoft.com/office/drawing/2014/main" id="{9B961B0F-9450-F8FB-A658-374B9897C237}"/>
                </a:ext>
              </a:extLst>
            </p:cNvPr>
            <p:cNvSpPr>
              <a:spLocks noGrp="1"/>
            </p:cNvSpPr>
            <p:nvPr/>
          </p:nvSpPr>
          <p:spPr>
            <a:xfrm>
              <a:off x="3715150" y="2563873"/>
              <a:ext cx="1639388" cy="609045"/>
            </a:xfrm>
            <a:custGeom>
              <a:avLst/>
              <a:gdLst/>
              <a:ahLst/>
              <a:cxnLst/>
              <a:rect l="0" t="0" r="0" b="0"/>
              <a:pathLst>
                <a:path w="1639388" h="609045">
                  <a:moveTo>
                    <a:pt x="7967" y="505016"/>
                  </a:moveTo>
                  <a:lnTo>
                    <a:pt x="88858" y="548795"/>
                  </a:lnTo>
                  <a:lnTo>
                    <a:pt x="47702" y="466580"/>
                  </a:lnTo>
                  <a:close/>
                  <a:moveTo>
                    <a:pt x="18200" y="401928"/>
                  </a:moveTo>
                  <a:lnTo>
                    <a:pt x="0" y="395342"/>
                  </a:lnTo>
                  <a:lnTo>
                    <a:pt x="47702" y="466580"/>
                  </a:lnTo>
                  <a:close/>
                  <a:moveTo>
                    <a:pt x="8397" y="384365"/>
                  </a:moveTo>
                  <a:lnTo>
                    <a:pt x="0" y="395342"/>
                  </a:lnTo>
                  <a:lnTo>
                    <a:pt x="18200" y="401928"/>
                  </a:lnTo>
                  <a:close/>
                  <a:moveTo>
                    <a:pt x="159594" y="510359"/>
                  </a:moveTo>
                  <a:lnTo>
                    <a:pt x="148127" y="609045"/>
                  </a:lnTo>
                  <a:lnTo>
                    <a:pt x="191714" y="556808"/>
                  </a:lnTo>
                  <a:close/>
                  <a:moveTo>
                    <a:pt x="47702" y="466580"/>
                  </a:moveTo>
                  <a:lnTo>
                    <a:pt x="88858" y="548795"/>
                  </a:lnTo>
                  <a:lnTo>
                    <a:pt x="159594" y="510359"/>
                  </a:lnTo>
                  <a:close/>
                  <a:moveTo>
                    <a:pt x="23805" y="375990"/>
                  </a:moveTo>
                  <a:lnTo>
                    <a:pt x="18200" y="401928"/>
                  </a:lnTo>
                  <a:lnTo>
                    <a:pt x="75508" y="345929"/>
                  </a:lnTo>
                  <a:close/>
                  <a:moveTo>
                    <a:pt x="75508" y="345929"/>
                  </a:moveTo>
                  <a:lnTo>
                    <a:pt x="18200" y="401928"/>
                  </a:lnTo>
                  <a:lnTo>
                    <a:pt x="47702" y="466580"/>
                  </a:lnTo>
                  <a:close/>
                  <a:moveTo>
                    <a:pt x="75508" y="345929"/>
                  </a:moveTo>
                  <a:lnTo>
                    <a:pt x="47702" y="466580"/>
                  </a:lnTo>
                  <a:lnTo>
                    <a:pt x="127108" y="428144"/>
                  </a:lnTo>
                  <a:close/>
                  <a:moveTo>
                    <a:pt x="8397" y="384365"/>
                  </a:moveTo>
                  <a:lnTo>
                    <a:pt x="18200" y="401928"/>
                  </a:lnTo>
                  <a:lnTo>
                    <a:pt x="23805" y="375990"/>
                  </a:lnTo>
                  <a:close/>
                  <a:moveTo>
                    <a:pt x="75508" y="345929"/>
                  </a:moveTo>
                  <a:lnTo>
                    <a:pt x="127108" y="428144"/>
                  </a:lnTo>
                  <a:lnTo>
                    <a:pt x="194997" y="389707"/>
                  </a:lnTo>
                  <a:close/>
                  <a:moveTo>
                    <a:pt x="350416" y="92052"/>
                  </a:moveTo>
                  <a:lnTo>
                    <a:pt x="306434" y="104625"/>
                  </a:lnTo>
                  <a:lnTo>
                    <a:pt x="390975" y="98888"/>
                  </a:lnTo>
                  <a:close/>
                  <a:moveTo>
                    <a:pt x="328459" y="80356"/>
                  </a:moveTo>
                  <a:lnTo>
                    <a:pt x="306434" y="104625"/>
                  </a:lnTo>
                  <a:lnTo>
                    <a:pt x="350416" y="92052"/>
                  </a:lnTo>
                  <a:close/>
                  <a:moveTo>
                    <a:pt x="350416" y="92052"/>
                  </a:moveTo>
                  <a:lnTo>
                    <a:pt x="390975" y="98888"/>
                  </a:lnTo>
                  <a:lnTo>
                    <a:pt x="460907" y="81697"/>
                  </a:lnTo>
                  <a:close/>
                  <a:moveTo>
                    <a:pt x="816822" y="356613"/>
                  </a:moveTo>
                  <a:lnTo>
                    <a:pt x="815197" y="356931"/>
                  </a:lnTo>
                  <a:lnTo>
                    <a:pt x="815509" y="456769"/>
                  </a:lnTo>
                  <a:close/>
                  <a:moveTo>
                    <a:pt x="725928" y="300047"/>
                  </a:moveTo>
                  <a:lnTo>
                    <a:pt x="680786" y="274398"/>
                  </a:lnTo>
                  <a:lnTo>
                    <a:pt x="729392" y="366096"/>
                  </a:lnTo>
                  <a:close/>
                  <a:moveTo>
                    <a:pt x="729392" y="366096"/>
                  </a:moveTo>
                  <a:lnTo>
                    <a:pt x="815197" y="356931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5200" y="355163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6822" y="356613"/>
                  </a:lnTo>
                  <a:lnTo>
                    <a:pt x="815200" y="355163"/>
                  </a:lnTo>
                  <a:close/>
                  <a:moveTo>
                    <a:pt x="680786" y="274398"/>
                  </a:moveTo>
                  <a:lnTo>
                    <a:pt x="684063" y="192183"/>
                  </a:lnTo>
                  <a:lnTo>
                    <a:pt x="639722" y="278312"/>
                  </a:lnTo>
                  <a:close/>
                  <a:moveTo>
                    <a:pt x="684063" y="192183"/>
                  </a:moveTo>
                  <a:lnTo>
                    <a:pt x="620208" y="194085"/>
                  </a:lnTo>
                  <a:lnTo>
                    <a:pt x="639722" y="278312"/>
                  </a:lnTo>
                  <a:close/>
                  <a:moveTo>
                    <a:pt x="539277" y="199287"/>
                  </a:moveTo>
                  <a:lnTo>
                    <a:pt x="620208" y="194085"/>
                  </a:lnTo>
                  <a:lnTo>
                    <a:pt x="586332" y="121533"/>
                  </a:lnTo>
                  <a:close/>
                  <a:moveTo>
                    <a:pt x="539277" y="199287"/>
                  </a:moveTo>
                  <a:lnTo>
                    <a:pt x="586332" y="121533"/>
                  </a:lnTo>
                  <a:lnTo>
                    <a:pt x="513694" y="119994"/>
                  </a:lnTo>
                  <a:close/>
                  <a:moveTo>
                    <a:pt x="684063" y="192183"/>
                  </a:moveTo>
                  <a:lnTo>
                    <a:pt x="695979" y="188075"/>
                  </a:lnTo>
                  <a:lnTo>
                    <a:pt x="620208" y="194085"/>
                  </a:lnTo>
                  <a:close/>
                  <a:moveTo>
                    <a:pt x="429120" y="128159"/>
                  </a:moveTo>
                  <a:lnTo>
                    <a:pt x="513694" y="119994"/>
                  </a:lnTo>
                  <a:lnTo>
                    <a:pt x="460907" y="81697"/>
                  </a:lnTo>
                  <a:close/>
                  <a:moveTo>
                    <a:pt x="513694" y="119994"/>
                  </a:moveTo>
                  <a:lnTo>
                    <a:pt x="538294" y="92375"/>
                  </a:lnTo>
                  <a:lnTo>
                    <a:pt x="460907" y="81697"/>
                  </a:lnTo>
                  <a:close/>
                  <a:moveTo>
                    <a:pt x="912830" y="441526"/>
                  </a:moveTo>
                  <a:lnTo>
                    <a:pt x="999479" y="521044"/>
                  </a:lnTo>
                  <a:lnTo>
                    <a:pt x="973238" y="400391"/>
                  </a:lnTo>
                  <a:close/>
                  <a:moveTo>
                    <a:pt x="973238" y="400391"/>
                  </a:moveTo>
                  <a:lnTo>
                    <a:pt x="999479" y="521044"/>
                  </a:lnTo>
                  <a:lnTo>
                    <a:pt x="1053229" y="472595"/>
                  </a:lnTo>
                  <a:close/>
                  <a:moveTo>
                    <a:pt x="914401" y="318177"/>
                  </a:moveTo>
                  <a:lnTo>
                    <a:pt x="917396" y="434529"/>
                  </a:lnTo>
                  <a:lnTo>
                    <a:pt x="950686" y="367863"/>
                  </a:lnTo>
                  <a:close/>
                  <a:moveTo>
                    <a:pt x="908386" y="438828"/>
                  </a:moveTo>
                  <a:lnTo>
                    <a:pt x="917396" y="434529"/>
                  </a:lnTo>
                  <a:lnTo>
                    <a:pt x="914401" y="318177"/>
                  </a:lnTo>
                  <a:close/>
                  <a:moveTo>
                    <a:pt x="816822" y="356613"/>
                  </a:moveTo>
                  <a:lnTo>
                    <a:pt x="908386" y="438828"/>
                  </a:lnTo>
                  <a:lnTo>
                    <a:pt x="914401" y="318177"/>
                  </a:lnTo>
                  <a:close/>
                  <a:moveTo>
                    <a:pt x="917396" y="434529"/>
                  </a:moveTo>
                  <a:lnTo>
                    <a:pt x="973238" y="400391"/>
                  </a:lnTo>
                  <a:lnTo>
                    <a:pt x="950686" y="367863"/>
                  </a:lnTo>
                  <a:close/>
                  <a:moveTo>
                    <a:pt x="876884" y="235962"/>
                  </a:moveTo>
                  <a:lnTo>
                    <a:pt x="815200" y="355163"/>
                  </a:lnTo>
                  <a:lnTo>
                    <a:pt x="816822" y="356613"/>
                  </a:lnTo>
                  <a:close/>
                  <a:moveTo>
                    <a:pt x="680786" y="274398"/>
                  </a:moveTo>
                  <a:lnTo>
                    <a:pt x="725928" y="300047"/>
                  </a:lnTo>
                  <a:lnTo>
                    <a:pt x="725659" y="269040"/>
                  </a:lnTo>
                  <a:close/>
                  <a:moveTo>
                    <a:pt x="684063" y="192183"/>
                  </a:moveTo>
                  <a:lnTo>
                    <a:pt x="725659" y="269040"/>
                  </a:lnTo>
                  <a:lnTo>
                    <a:pt x="697994" y="191438"/>
                  </a:lnTo>
                  <a:close/>
                  <a:moveTo>
                    <a:pt x="684063" y="192183"/>
                  </a:moveTo>
                  <a:lnTo>
                    <a:pt x="680786" y="274398"/>
                  </a:lnTo>
                  <a:lnTo>
                    <a:pt x="725659" y="269040"/>
                  </a:lnTo>
                  <a:close/>
                  <a:moveTo>
                    <a:pt x="814904" y="257077"/>
                  </a:moveTo>
                  <a:lnTo>
                    <a:pt x="725928" y="300047"/>
                  </a:lnTo>
                  <a:lnTo>
                    <a:pt x="815200" y="355163"/>
                  </a:lnTo>
                  <a:close/>
                  <a:moveTo>
                    <a:pt x="814904" y="257077"/>
                  </a:moveTo>
                  <a:lnTo>
                    <a:pt x="725659" y="269040"/>
                  </a:lnTo>
                  <a:lnTo>
                    <a:pt x="725928" y="300047"/>
                  </a:lnTo>
                  <a:close/>
                  <a:moveTo>
                    <a:pt x="725659" y="269040"/>
                  </a:moveTo>
                  <a:lnTo>
                    <a:pt x="781179" y="184402"/>
                  </a:lnTo>
                  <a:lnTo>
                    <a:pt x="697994" y="191438"/>
                  </a:lnTo>
                  <a:close/>
                  <a:moveTo>
                    <a:pt x="695979" y="188075"/>
                  </a:moveTo>
                  <a:lnTo>
                    <a:pt x="684063" y="192183"/>
                  </a:lnTo>
                  <a:lnTo>
                    <a:pt x="697994" y="191438"/>
                  </a:lnTo>
                  <a:close/>
                  <a:moveTo>
                    <a:pt x="697994" y="191438"/>
                  </a:moveTo>
                  <a:lnTo>
                    <a:pt x="766061" y="171441"/>
                  </a:lnTo>
                  <a:lnTo>
                    <a:pt x="695979" y="188075"/>
                  </a:lnTo>
                  <a:close/>
                  <a:moveTo>
                    <a:pt x="1071501" y="369836"/>
                  </a:moveTo>
                  <a:lnTo>
                    <a:pt x="1053229" y="472595"/>
                  </a:lnTo>
                  <a:lnTo>
                    <a:pt x="1093642" y="361955"/>
                  </a:lnTo>
                  <a:close/>
                  <a:moveTo>
                    <a:pt x="1093642" y="361955"/>
                  </a:moveTo>
                  <a:lnTo>
                    <a:pt x="1053229" y="472595"/>
                  </a:lnTo>
                  <a:lnTo>
                    <a:pt x="1067034" y="482607"/>
                  </a:lnTo>
                  <a:close/>
                  <a:moveTo>
                    <a:pt x="1093642" y="361955"/>
                  </a:moveTo>
                  <a:lnTo>
                    <a:pt x="1067034" y="482607"/>
                  </a:lnTo>
                  <a:lnTo>
                    <a:pt x="1161800" y="444170"/>
                  </a:lnTo>
                  <a:close/>
                  <a:moveTo>
                    <a:pt x="973238" y="400391"/>
                  </a:moveTo>
                  <a:lnTo>
                    <a:pt x="1053229" y="472595"/>
                  </a:lnTo>
                  <a:lnTo>
                    <a:pt x="1071501" y="369836"/>
                  </a:lnTo>
                  <a:close/>
                  <a:moveTo>
                    <a:pt x="950686" y="367863"/>
                  </a:moveTo>
                  <a:lnTo>
                    <a:pt x="973238" y="400391"/>
                  </a:lnTo>
                  <a:lnTo>
                    <a:pt x="1050771" y="279740"/>
                  </a:lnTo>
                  <a:close/>
                  <a:moveTo>
                    <a:pt x="1064605" y="299927"/>
                  </a:moveTo>
                  <a:lnTo>
                    <a:pt x="973238" y="400391"/>
                  </a:lnTo>
                  <a:lnTo>
                    <a:pt x="1071501" y="369836"/>
                  </a:lnTo>
                  <a:close/>
                  <a:moveTo>
                    <a:pt x="1185743" y="137368"/>
                  </a:moveTo>
                  <a:lnTo>
                    <a:pt x="1268693" y="75258"/>
                  </a:lnTo>
                  <a:lnTo>
                    <a:pt x="1254162" y="42244"/>
                  </a:lnTo>
                  <a:close/>
                  <a:moveTo>
                    <a:pt x="1268693" y="75258"/>
                  </a:moveTo>
                  <a:lnTo>
                    <a:pt x="1309313" y="120652"/>
                  </a:lnTo>
                  <a:lnTo>
                    <a:pt x="1254162" y="42244"/>
                  </a:lnTo>
                  <a:close/>
                  <a:moveTo>
                    <a:pt x="1286693" y="115889"/>
                  </a:moveTo>
                  <a:lnTo>
                    <a:pt x="1365056" y="156885"/>
                  </a:lnTo>
                  <a:lnTo>
                    <a:pt x="1309313" y="120652"/>
                  </a:lnTo>
                  <a:close/>
                  <a:moveTo>
                    <a:pt x="1430378" y="122455"/>
                  </a:moveTo>
                  <a:lnTo>
                    <a:pt x="1365056" y="156885"/>
                  </a:lnTo>
                  <a:lnTo>
                    <a:pt x="1478567" y="87425"/>
                  </a:lnTo>
                  <a:close/>
                  <a:moveTo>
                    <a:pt x="1498766" y="82215"/>
                  </a:moveTo>
                  <a:lnTo>
                    <a:pt x="1528956" y="100710"/>
                  </a:lnTo>
                  <a:lnTo>
                    <a:pt x="1478567" y="87425"/>
                  </a:lnTo>
                  <a:close/>
                  <a:moveTo>
                    <a:pt x="1268693" y="75258"/>
                  </a:moveTo>
                  <a:lnTo>
                    <a:pt x="1260544" y="120652"/>
                  </a:lnTo>
                  <a:lnTo>
                    <a:pt x="1286693" y="115889"/>
                  </a:lnTo>
                  <a:close/>
                  <a:moveTo>
                    <a:pt x="1286693" y="115889"/>
                  </a:moveTo>
                  <a:lnTo>
                    <a:pt x="1309313" y="120652"/>
                  </a:lnTo>
                  <a:lnTo>
                    <a:pt x="1268693" y="75258"/>
                  </a:lnTo>
                  <a:close/>
                  <a:moveTo>
                    <a:pt x="1610205" y="134747"/>
                  </a:moveTo>
                  <a:lnTo>
                    <a:pt x="1563902" y="72299"/>
                  </a:lnTo>
                  <a:lnTo>
                    <a:pt x="1530636" y="138844"/>
                  </a:lnTo>
                  <a:close/>
                  <a:moveTo>
                    <a:pt x="1610205" y="134747"/>
                  </a:moveTo>
                  <a:lnTo>
                    <a:pt x="1639388" y="71522"/>
                  </a:lnTo>
                  <a:lnTo>
                    <a:pt x="1563902" y="72299"/>
                  </a:lnTo>
                  <a:close/>
                  <a:moveTo>
                    <a:pt x="1481114" y="0"/>
                  </a:moveTo>
                  <a:lnTo>
                    <a:pt x="1498766" y="82215"/>
                  </a:lnTo>
                  <a:lnTo>
                    <a:pt x="1563902" y="7229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73" name="Candidate_density__2172">
              <a:extLst>
                <a:ext uri="{FF2B5EF4-FFF2-40B4-BE49-F238E27FC236}">
                  <a16:creationId xmlns:a16="http://schemas.microsoft.com/office/drawing/2014/main" id="{7972C2A8-DDA9-ECF1-C36A-E714B3CA7522}"/>
                </a:ext>
              </a:extLst>
            </p:cNvPr>
            <p:cNvSpPr>
              <a:spLocks noGrp="1"/>
            </p:cNvSpPr>
            <p:nvPr/>
          </p:nvSpPr>
          <p:spPr>
            <a:xfrm>
              <a:off x="3953269" y="2794206"/>
              <a:ext cx="1488412" cy="647612"/>
            </a:xfrm>
            <a:custGeom>
              <a:avLst/>
              <a:gdLst/>
              <a:ahLst/>
              <a:cxnLst/>
              <a:rect l="0" t="0" r="0" b="0"/>
              <a:pathLst>
                <a:path w="1488412" h="647612">
                  <a:moveTo>
                    <a:pt x="76757" y="444456"/>
                  </a:moveTo>
                  <a:lnTo>
                    <a:pt x="90354" y="495676"/>
                  </a:lnTo>
                  <a:lnTo>
                    <a:pt x="143664" y="479793"/>
                  </a:lnTo>
                  <a:close/>
                  <a:moveTo>
                    <a:pt x="76757" y="444456"/>
                  </a:moveTo>
                  <a:lnTo>
                    <a:pt x="71507" y="482892"/>
                  </a:lnTo>
                  <a:lnTo>
                    <a:pt x="90354" y="495676"/>
                  </a:lnTo>
                  <a:close/>
                  <a:moveTo>
                    <a:pt x="71507" y="482892"/>
                  </a:moveTo>
                  <a:lnTo>
                    <a:pt x="76757" y="444456"/>
                  </a:lnTo>
                  <a:lnTo>
                    <a:pt x="0" y="436516"/>
                  </a:lnTo>
                  <a:close/>
                  <a:moveTo>
                    <a:pt x="185444" y="420798"/>
                  </a:moveTo>
                  <a:lnTo>
                    <a:pt x="143664" y="479793"/>
                  </a:lnTo>
                  <a:lnTo>
                    <a:pt x="273780" y="472416"/>
                  </a:lnTo>
                  <a:close/>
                  <a:moveTo>
                    <a:pt x="98095" y="241589"/>
                  </a:moveTo>
                  <a:lnTo>
                    <a:pt x="67513" y="197811"/>
                  </a:lnTo>
                  <a:lnTo>
                    <a:pt x="86959" y="159374"/>
                  </a:lnTo>
                  <a:close/>
                  <a:moveTo>
                    <a:pt x="86959" y="159374"/>
                  </a:moveTo>
                  <a:lnTo>
                    <a:pt x="118745" y="120937"/>
                  </a:lnTo>
                  <a:lnTo>
                    <a:pt x="98095" y="241589"/>
                  </a:lnTo>
                  <a:close/>
                  <a:moveTo>
                    <a:pt x="411339" y="277664"/>
                  </a:moveTo>
                  <a:lnTo>
                    <a:pt x="448891" y="354608"/>
                  </a:lnTo>
                  <a:lnTo>
                    <a:pt x="482193" y="263918"/>
                  </a:lnTo>
                  <a:close/>
                  <a:moveTo>
                    <a:pt x="482193" y="263918"/>
                  </a:moveTo>
                  <a:lnTo>
                    <a:pt x="448891" y="354608"/>
                  </a:lnTo>
                  <a:lnTo>
                    <a:pt x="561100" y="280277"/>
                  </a:lnTo>
                  <a:close/>
                  <a:moveTo>
                    <a:pt x="230661" y="95998"/>
                  </a:moveTo>
                  <a:lnTo>
                    <a:pt x="265416" y="120937"/>
                  </a:lnTo>
                  <a:lnTo>
                    <a:pt x="269687" y="94633"/>
                  </a:lnTo>
                  <a:close/>
                  <a:moveTo>
                    <a:pt x="159355" y="108055"/>
                  </a:moveTo>
                  <a:lnTo>
                    <a:pt x="230661" y="95998"/>
                  </a:lnTo>
                  <a:lnTo>
                    <a:pt x="204705" y="86870"/>
                  </a:lnTo>
                  <a:close/>
                  <a:moveTo>
                    <a:pt x="1212404" y="581134"/>
                  </a:moveTo>
                  <a:lnTo>
                    <a:pt x="1319747" y="647612"/>
                  </a:lnTo>
                  <a:lnTo>
                    <a:pt x="1264102" y="591133"/>
                  </a:lnTo>
                  <a:close/>
                  <a:moveTo>
                    <a:pt x="1042622" y="320371"/>
                  </a:moveTo>
                  <a:lnTo>
                    <a:pt x="994007" y="353810"/>
                  </a:lnTo>
                  <a:lnTo>
                    <a:pt x="1132485" y="377697"/>
                  </a:lnTo>
                  <a:close/>
                  <a:moveTo>
                    <a:pt x="1473131" y="183136"/>
                  </a:moveTo>
                  <a:lnTo>
                    <a:pt x="1471445" y="284598"/>
                  </a:lnTo>
                  <a:lnTo>
                    <a:pt x="1482188" y="301394"/>
                  </a:lnTo>
                  <a:close/>
                  <a:moveTo>
                    <a:pt x="1488412" y="219179"/>
                  </a:moveTo>
                  <a:lnTo>
                    <a:pt x="1472448" y="167182"/>
                  </a:lnTo>
                  <a:lnTo>
                    <a:pt x="1473131" y="183136"/>
                  </a:lnTo>
                  <a:close/>
                  <a:moveTo>
                    <a:pt x="1481754" y="98527"/>
                  </a:moveTo>
                  <a:lnTo>
                    <a:pt x="1472448" y="167182"/>
                  </a:lnTo>
                  <a:lnTo>
                    <a:pt x="1488412" y="219179"/>
                  </a:lnTo>
                  <a:close/>
                  <a:moveTo>
                    <a:pt x="1467387" y="87714"/>
                  </a:moveTo>
                  <a:lnTo>
                    <a:pt x="1472448" y="167182"/>
                  </a:lnTo>
                  <a:lnTo>
                    <a:pt x="1481754" y="98527"/>
                  </a:lnTo>
                  <a:close/>
                  <a:moveTo>
                    <a:pt x="1452161" y="0"/>
                  </a:moveTo>
                  <a:lnTo>
                    <a:pt x="1467387" y="87714"/>
                  </a:lnTo>
                  <a:lnTo>
                    <a:pt x="1481754" y="9852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74" name="Candidate_density__2173">
              <a:extLst>
                <a:ext uri="{FF2B5EF4-FFF2-40B4-BE49-F238E27FC236}">
                  <a16:creationId xmlns:a16="http://schemas.microsoft.com/office/drawing/2014/main" id="{3ED3DDEF-E38C-337F-EA75-BCDFF6C19DFF}"/>
                </a:ext>
              </a:extLst>
            </p:cNvPr>
            <p:cNvSpPr>
              <a:spLocks noGrp="1"/>
            </p:cNvSpPr>
            <p:nvPr/>
          </p:nvSpPr>
          <p:spPr>
            <a:xfrm>
              <a:off x="4043622" y="3071870"/>
              <a:ext cx="1391834" cy="369948"/>
            </a:xfrm>
            <a:custGeom>
              <a:avLst/>
              <a:gdLst/>
              <a:ahLst/>
              <a:cxnLst/>
              <a:rect l="0" t="0" r="0" b="0"/>
              <a:pathLst>
                <a:path w="1391834" h="369948">
                  <a:moveTo>
                    <a:pt x="53310" y="202129"/>
                  </a:moveTo>
                  <a:lnTo>
                    <a:pt x="0" y="218012"/>
                  </a:lnTo>
                  <a:lnTo>
                    <a:pt x="131788" y="216887"/>
                  </a:lnTo>
                  <a:close/>
                  <a:moveTo>
                    <a:pt x="53310" y="202129"/>
                  </a:moveTo>
                  <a:lnTo>
                    <a:pt x="131788" y="216887"/>
                  </a:lnTo>
                  <a:lnTo>
                    <a:pt x="183427" y="194751"/>
                  </a:lnTo>
                  <a:close/>
                  <a:moveTo>
                    <a:pt x="183427" y="194751"/>
                  </a:moveTo>
                  <a:lnTo>
                    <a:pt x="255160" y="184293"/>
                  </a:lnTo>
                  <a:lnTo>
                    <a:pt x="298377" y="130673"/>
                  </a:lnTo>
                  <a:close/>
                  <a:moveTo>
                    <a:pt x="315705" y="66970"/>
                  </a:moveTo>
                  <a:lnTo>
                    <a:pt x="298377" y="130673"/>
                  </a:lnTo>
                  <a:lnTo>
                    <a:pt x="348731" y="89918"/>
                  </a:lnTo>
                  <a:close/>
                  <a:moveTo>
                    <a:pt x="315705" y="66970"/>
                  </a:moveTo>
                  <a:lnTo>
                    <a:pt x="348731" y="89918"/>
                  </a:lnTo>
                  <a:lnTo>
                    <a:pt x="320986" y="0"/>
                  </a:lnTo>
                  <a:close/>
                  <a:moveTo>
                    <a:pt x="320986" y="0"/>
                  </a:moveTo>
                  <a:lnTo>
                    <a:pt x="348731" y="89918"/>
                  </a:lnTo>
                  <a:lnTo>
                    <a:pt x="358537" y="76944"/>
                  </a:lnTo>
                  <a:close/>
                  <a:moveTo>
                    <a:pt x="1173748" y="313469"/>
                  </a:moveTo>
                  <a:lnTo>
                    <a:pt x="1229393" y="369948"/>
                  </a:lnTo>
                  <a:lnTo>
                    <a:pt x="1247013" y="308739"/>
                  </a:lnTo>
                  <a:close/>
                  <a:moveTo>
                    <a:pt x="1173748" y="313469"/>
                  </a:moveTo>
                  <a:lnTo>
                    <a:pt x="1247013" y="308739"/>
                  </a:lnTo>
                  <a:lnTo>
                    <a:pt x="1285265" y="236550"/>
                  </a:lnTo>
                  <a:close/>
                  <a:moveTo>
                    <a:pt x="1275478" y="265033"/>
                  </a:moveTo>
                  <a:lnTo>
                    <a:pt x="1285265" y="236550"/>
                  </a:lnTo>
                  <a:lnTo>
                    <a:pt x="1247013" y="308739"/>
                  </a:lnTo>
                  <a:close/>
                  <a:moveTo>
                    <a:pt x="1042131" y="100033"/>
                  </a:moveTo>
                  <a:lnTo>
                    <a:pt x="1044371" y="98906"/>
                  </a:lnTo>
                  <a:lnTo>
                    <a:pt x="952268" y="42707"/>
                  </a:lnTo>
                  <a:close/>
                  <a:moveTo>
                    <a:pt x="1381092" y="6934"/>
                  </a:moveTo>
                  <a:lnTo>
                    <a:pt x="1352567" y="105945"/>
                  </a:lnTo>
                  <a:lnTo>
                    <a:pt x="1373167" y="71341"/>
                  </a:lnTo>
                  <a:close/>
                  <a:moveTo>
                    <a:pt x="1336078" y="83030"/>
                  </a:moveTo>
                  <a:lnTo>
                    <a:pt x="1352567" y="105945"/>
                  </a:lnTo>
                  <a:lnTo>
                    <a:pt x="1381092" y="6934"/>
                  </a:lnTo>
                  <a:close/>
                  <a:moveTo>
                    <a:pt x="1381092" y="6934"/>
                  </a:moveTo>
                  <a:lnTo>
                    <a:pt x="1373167" y="71341"/>
                  </a:lnTo>
                  <a:lnTo>
                    <a:pt x="1391834" y="2373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75" name="Candidate_density__2174">
              <a:extLst>
                <a:ext uri="{FF2B5EF4-FFF2-40B4-BE49-F238E27FC236}">
                  <a16:creationId xmlns:a16="http://schemas.microsoft.com/office/drawing/2014/main" id="{413FE0CD-B402-3A43-656E-C29238F44FA4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606116"/>
              <a:ext cx="1616647" cy="566802"/>
            </a:xfrm>
            <a:custGeom>
              <a:avLst/>
              <a:gdLst/>
              <a:ahLst/>
              <a:cxnLst/>
              <a:rect l="0" t="0" r="0" b="0"/>
              <a:pathLst>
                <a:path w="1616647" h="566802">
                  <a:moveTo>
                    <a:pt x="126388" y="550330"/>
                  </a:moveTo>
                  <a:lnTo>
                    <a:pt x="102856" y="514564"/>
                  </a:lnTo>
                  <a:lnTo>
                    <a:pt x="59269" y="566802"/>
                  </a:lnTo>
                  <a:close/>
                  <a:moveTo>
                    <a:pt x="70736" y="468115"/>
                  </a:moveTo>
                  <a:lnTo>
                    <a:pt x="0" y="506552"/>
                  </a:lnTo>
                  <a:lnTo>
                    <a:pt x="59269" y="566802"/>
                  </a:lnTo>
                  <a:close/>
                  <a:moveTo>
                    <a:pt x="279234" y="435807"/>
                  </a:moveTo>
                  <a:lnTo>
                    <a:pt x="295037" y="460580"/>
                  </a:lnTo>
                  <a:lnTo>
                    <a:pt x="372237" y="470559"/>
                  </a:lnTo>
                  <a:close/>
                  <a:moveTo>
                    <a:pt x="295037" y="460580"/>
                  </a:moveTo>
                  <a:lnTo>
                    <a:pt x="279234" y="435807"/>
                  </a:lnTo>
                  <a:lnTo>
                    <a:pt x="247355" y="429679"/>
                  </a:lnTo>
                  <a:close/>
                  <a:moveTo>
                    <a:pt x="637812" y="426158"/>
                  </a:moveTo>
                  <a:lnTo>
                    <a:pt x="726651" y="414525"/>
                  </a:lnTo>
                  <a:lnTo>
                    <a:pt x="726339" y="314687"/>
                  </a:lnTo>
                  <a:close/>
                  <a:moveTo>
                    <a:pt x="637812" y="426158"/>
                  </a:moveTo>
                  <a:lnTo>
                    <a:pt x="726339" y="314687"/>
                  </a:lnTo>
                  <a:lnTo>
                    <a:pt x="640534" y="323853"/>
                  </a:lnTo>
                  <a:close/>
                  <a:moveTo>
                    <a:pt x="710360" y="468367"/>
                  </a:moveTo>
                  <a:lnTo>
                    <a:pt x="819527" y="396585"/>
                  </a:lnTo>
                  <a:lnTo>
                    <a:pt x="726651" y="414525"/>
                  </a:lnTo>
                  <a:close/>
                  <a:moveTo>
                    <a:pt x="823971" y="399283"/>
                  </a:moveTo>
                  <a:lnTo>
                    <a:pt x="819527" y="396585"/>
                  </a:lnTo>
                  <a:lnTo>
                    <a:pt x="710360" y="468367"/>
                  </a:lnTo>
                  <a:close/>
                  <a:moveTo>
                    <a:pt x="819527" y="396585"/>
                  </a:moveTo>
                  <a:lnTo>
                    <a:pt x="727964" y="314369"/>
                  </a:lnTo>
                  <a:lnTo>
                    <a:pt x="726651" y="414525"/>
                  </a:lnTo>
                  <a:close/>
                  <a:moveTo>
                    <a:pt x="531349" y="151841"/>
                  </a:moveTo>
                  <a:lnTo>
                    <a:pt x="607121" y="145831"/>
                  </a:lnTo>
                  <a:lnTo>
                    <a:pt x="558321" y="90414"/>
                  </a:lnTo>
                  <a:close/>
                  <a:moveTo>
                    <a:pt x="531349" y="151841"/>
                  </a:moveTo>
                  <a:lnTo>
                    <a:pt x="558321" y="90414"/>
                  </a:lnTo>
                  <a:lnTo>
                    <a:pt x="497473" y="79290"/>
                  </a:lnTo>
                  <a:close/>
                  <a:moveTo>
                    <a:pt x="424836" y="77750"/>
                  </a:moveTo>
                  <a:lnTo>
                    <a:pt x="497473" y="79290"/>
                  </a:lnTo>
                  <a:lnTo>
                    <a:pt x="449436" y="50132"/>
                  </a:lnTo>
                  <a:close/>
                  <a:moveTo>
                    <a:pt x="910620" y="478800"/>
                  </a:moveTo>
                  <a:lnTo>
                    <a:pt x="923171" y="491517"/>
                  </a:lnTo>
                  <a:lnTo>
                    <a:pt x="941561" y="461084"/>
                  </a:lnTo>
                  <a:close/>
                  <a:moveTo>
                    <a:pt x="828537" y="392285"/>
                  </a:moveTo>
                  <a:lnTo>
                    <a:pt x="823971" y="399283"/>
                  </a:lnTo>
                  <a:lnTo>
                    <a:pt x="884379" y="358148"/>
                  </a:lnTo>
                  <a:close/>
                  <a:moveTo>
                    <a:pt x="964371" y="430352"/>
                  </a:moveTo>
                  <a:lnTo>
                    <a:pt x="910620" y="478800"/>
                  </a:lnTo>
                  <a:lnTo>
                    <a:pt x="941561" y="461084"/>
                  </a:lnTo>
                  <a:close/>
                  <a:moveTo>
                    <a:pt x="923171" y="491517"/>
                  </a:moveTo>
                  <a:lnTo>
                    <a:pt x="978175" y="440363"/>
                  </a:lnTo>
                  <a:lnTo>
                    <a:pt x="941561" y="461084"/>
                  </a:lnTo>
                  <a:close/>
                  <a:moveTo>
                    <a:pt x="1056830" y="497385"/>
                  </a:moveTo>
                  <a:lnTo>
                    <a:pt x="978175" y="440363"/>
                  </a:lnTo>
                  <a:lnTo>
                    <a:pt x="923171" y="491517"/>
                  </a:lnTo>
                  <a:close/>
                  <a:moveTo>
                    <a:pt x="941561" y="461084"/>
                  </a:moveTo>
                  <a:lnTo>
                    <a:pt x="978175" y="440363"/>
                  </a:lnTo>
                  <a:lnTo>
                    <a:pt x="964371" y="430352"/>
                  </a:lnTo>
                  <a:close/>
                  <a:moveTo>
                    <a:pt x="819527" y="396585"/>
                  </a:moveTo>
                  <a:lnTo>
                    <a:pt x="823971" y="399283"/>
                  </a:lnTo>
                  <a:lnTo>
                    <a:pt x="828537" y="392285"/>
                  </a:lnTo>
                  <a:close/>
                  <a:moveTo>
                    <a:pt x="1166132" y="484142"/>
                  </a:moveTo>
                  <a:lnTo>
                    <a:pt x="1094636" y="423533"/>
                  </a:lnTo>
                  <a:lnTo>
                    <a:pt x="1056830" y="497385"/>
                  </a:lnTo>
                  <a:close/>
                  <a:moveTo>
                    <a:pt x="1072942" y="401927"/>
                  </a:moveTo>
                  <a:lnTo>
                    <a:pt x="1056830" y="497385"/>
                  </a:lnTo>
                  <a:lnTo>
                    <a:pt x="1094636" y="423533"/>
                  </a:lnTo>
                  <a:close/>
                  <a:moveTo>
                    <a:pt x="1072942" y="401927"/>
                  </a:moveTo>
                  <a:lnTo>
                    <a:pt x="978175" y="440363"/>
                  </a:lnTo>
                  <a:lnTo>
                    <a:pt x="1056830" y="497385"/>
                  </a:lnTo>
                  <a:close/>
                  <a:moveTo>
                    <a:pt x="1166132" y="484142"/>
                  </a:moveTo>
                  <a:lnTo>
                    <a:pt x="1191882" y="508461"/>
                  </a:lnTo>
                  <a:lnTo>
                    <a:pt x="1202331" y="470359"/>
                  </a:lnTo>
                  <a:close/>
                  <a:moveTo>
                    <a:pt x="1262555" y="445705"/>
                  </a:moveTo>
                  <a:lnTo>
                    <a:pt x="1283985" y="564659"/>
                  </a:lnTo>
                  <a:lnTo>
                    <a:pt x="1321384" y="527920"/>
                  </a:lnTo>
                  <a:close/>
                  <a:moveTo>
                    <a:pt x="1262555" y="445705"/>
                  </a:moveTo>
                  <a:lnTo>
                    <a:pt x="1202331" y="470359"/>
                  </a:lnTo>
                  <a:lnTo>
                    <a:pt x="1191882" y="508461"/>
                  </a:lnTo>
                  <a:close/>
                  <a:moveTo>
                    <a:pt x="1165304" y="0"/>
                  </a:moveTo>
                  <a:lnTo>
                    <a:pt x="1220454" y="78408"/>
                  </a:lnTo>
                  <a:lnTo>
                    <a:pt x="1251819" y="90349"/>
                  </a:lnTo>
                  <a:close/>
                  <a:moveTo>
                    <a:pt x="1276198" y="114641"/>
                  </a:moveTo>
                  <a:lnTo>
                    <a:pt x="1251819" y="90349"/>
                  </a:lnTo>
                  <a:lnTo>
                    <a:pt x="1220454" y="78408"/>
                  </a:lnTo>
                  <a:close/>
                  <a:moveTo>
                    <a:pt x="1551438" y="268225"/>
                  </a:moveTo>
                  <a:lnTo>
                    <a:pt x="1554541" y="365795"/>
                  </a:lnTo>
                  <a:lnTo>
                    <a:pt x="1616647" y="275804"/>
                  </a:lnTo>
                  <a:close/>
                  <a:moveTo>
                    <a:pt x="1540718" y="176847"/>
                  </a:moveTo>
                  <a:lnTo>
                    <a:pt x="1591170" y="96331"/>
                  </a:lnTo>
                  <a:lnTo>
                    <a:pt x="1521347" y="92504"/>
                  </a:lnTo>
                  <a:close/>
                  <a:moveTo>
                    <a:pt x="1521347" y="92504"/>
                  </a:moveTo>
                  <a:lnTo>
                    <a:pt x="1591170" y="96331"/>
                  </a:lnTo>
                  <a:lnTo>
                    <a:pt x="1550530" y="2927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76" name="Candidate_density__2175">
              <a:extLst>
                <a:ext uri="{FF2B5EF4-FFF2-40B4-BE49-F238E27FC236}">
                  <a16:creationId xmlns:a16="http://schemas.microsoft.com/office/drawing/2014/main" id="{975655F7-2CFB-5EB4-FC27-C0098A7AC4C8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542813"/>
              <a:ext cx="1574296" cy="531419"/>
            </a:xfrm>
            <a:custGeom>
              <a:avLst/>
              <a:gdLst/>
              <a:ahLst/>
              <a:cxnLst/>
              <a:rect l="0" t="0" r="0" b="0"/>
              <a:pathLst>
                <a:path w="1574296" h="531419">
                  <a:moveTo>
                    <a:pt x="58095" y="487640"/>
                  </a:moveTo>
                  <a:lnTo>
                    <a:pt x="169988" y="531419"/>
                  </a:lnTo>
                  <a:lnTo>
                    <a:pt x="137501" y="449204"/>
                  </a:lnTo>
                  <a:close/>
                  <a:moveTo>
                    <a:pt x="44372" y="284773"/>
                  </a:moveTo>
                  <a:lnTo>
                    <a:pt x="34199" y="397049"/>
                  </a:lnTo>
                  <a:lnTo>
                    <a:pt x="54225" y="303615"/>
                  </a:lnTo>
                  <a:close/>
                  <a:moveTo>
                    <a:pt x="18790" y="405424"/>
                  </a:moveTo>
                  <a:lnTo>
                    <a:pt x="34199" y="397049"/>
                  </a:lnTo>
                  <a:lnTo>
                    <a:pt x="44372" y="284773"/>
                  </a:lnTo>
                  <a:close/>
                  <a:moveTo>
                    <a:pt x="0" y="323209"/>
                  </a:moveTo>
                  <a:lnTo>
                    <a:pt x="18790" y="405424"/>
                  </a:lnTo>
                  <a:lnTo>
                    <a:pt x="44372" y="284773"/>
                  </a:lnTo>
                  <a:close/>
                  <a:moveTo>
                    <a:pt x="34199" y="397049"/>
                  </a:moveTo>
                  <a:lnTo>
                    <a:pt x="85902" y="366988"/>
                  </a:lnTo>
                  <a:lnTo>
                    <a:pt x="54225" y="303615"/>
                  </a:lnTo>
                  <a:close/>
                  <a:moveTo>
                    <a:pt x="45780" y="272044"/>
                  </a:moveTo>
                  <a:lnTo>
                    <a:pt x="0" y="323209"/>
                  </a:lnTo>
                  <a:lnTo>
                    <a:pt x="44372" y="284773"/>
                  </a:lnTo>
                  <a:close/>
                  <a:moveTo>
                    <a:pt x="54760" y="280241"/>
                  </a:moveTo>
                  <a:lnTo>
                    <a:pt x="54225" y="303615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54225" y="303615"/>
                  </a:lnTo>
                  <a:lnTo>
                    <a:pt x="85902" y="366988"/>
                  </a:lnTo>
                  <a:close/>
                  <a:moveTo>
                    <a:pt x="126987" y="246337"/>
                  </a:moveTo>
                  <a:lnTo>
                    <a:pt x="85902" y="366988"/>
                  </a:lnTo>
                  <a:lnTo>
                    <a:pt x="152549" y="328552"/>
                  </a:lnTo>
                  <a:close/>
                  <a:moveTo>
                    <a:pt x="44372" y="284773"/>
                  </a:moveTo>
                  <a:lnTo>
                    <a:pt x="54225" y="303615"/>
                  </a:lnTo>
                  <a:lnTo>
                    <a:pt x="54760" y="280241"/>
                  </a:lnTo>
                  <a:close/>
                  <a:moveTo>
                    <a:pt x="45780" y="272044"/>
                  </a:moveTo>
                  <a:lnTo>
                    <a:pt x="44372" y="284773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55901" y="202558"/>
                  </a:lnTo>
                  <a:lnTo>
                    <a:pt x="151706" y="174223"/>
                  </a:lnTo>
                  <a:close/>
                  <a:moveTo>
                    <a:pt x="55901" y="202558"/>
                  </a:moveTo>
                  <a:lnTo>
                    <a:pt x="45780" y="272044"/>
                  </a:lnTo>
                  <a:lnTo>
                    <a:pt x="151706" y="174223"/>
                  </a:lnTo>
                  <a:close/>
                  <a:moveTo>
                    <a:pt x="151706" y="174223"/>
                  </a:moveTo>
                  <a:lnTo>
                    <a:pt x="45780" y="272044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45780" y="272044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151706" y="174223"/>
                  </a:lnTo>
                  <a:lnTo>
                    <a:pt x="163605" y="164122"/>
                  </a:lnTo>
                  <a:close/>
                  <a:moveTo>
                    <a:pt x="151706" y="174223"/>
                  </a:moveTo>
                  <a:lnTo>
                    <a:pt x="126987" y="246337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163605" y="164122"/>
                  </a:lnTo>
                  <a:lnTo>
                    <a:pt x="276575" y="147224"/>
                  </a:lnTo>
                  <a:close/>
                  <a:moveTo>
                    <a:pt x="163605" y="164122"/>
                  </a:moveTo>
                  <a:lnTo>
                    <a:pt x="151706" y="174223"/>
                  </a:lnTo>
                  <a:lnTo>
                    <a:pt x="276575" y="147224"/>
                  </a:lnTo>
                  <a:close/>
                  <a:moveTo>
                    <a:pt x="276575" y="147224"/>
                  </a:moveTo>
                  <a:lnTo>
                    <a:pt x="151706" y="174223"/>
                  </a:lnTo>
                  <a:lnTo>
                    <a:pt x="240953" y="207900"/>
                  </a:lnTo>
                  <a:close/>
                  <a:moveTo>
                    <a:pt x="240953" y="207900"/>
                  </a:moveTo>
                  <a:lnTo>
                    <a:pt x="151706" y="174223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276575" y="147224"/>
                  </a:lnTo>
                  <a:lnTo>
                    <a:pt x="316828" y="125685"/>
                  </a:lnTo>
                  <a:close/>
                  <a:moveTo>
                    <a:pt x="316828" y="125685"/>
                  </a:moveTo>
                  <a:lnTo>
                    <a:pt x="276575" y="147224"/>
                  </a:lnTo>
                  <a:lnTo>
                    <a:pt x="401368" y="119948"/>
                  </a:lnTo>
                  <a:close/>
                  <a:moveTo>
                    <a:pt x="401368" y="119948"/>
                  </a:moveTo>
                  <a:lnTo>
                    <a:pt x="276575" y="147224"/>
                  </a:lnTo>
                  <a:lnTo>
                    <a:pt x="364877" y="169464"/>
                  </a:lnTo>
                  <a:close/>
                  <a:moveTo>
                    <a:pt x="439514" y="149219"/>
                  </a:moveTo>
                  <a:lnTo>
                    <a:pt x="471301" y="102757"/>
                  </a:lnTo>
                  <a:lnTo>
                    <a:pt x="401368" y="119948"/>
                  </a:lnTo>
                  <a:close/>
                  <a:moveTo>
                    <a:pt x="825298" y="278137"/>
                  </a:moveTo>
                  <a:lnTo>
                    <a:pt x="825594" y="376223"/>
                  </a:lnTo>
                  <a:lnTo>
                    <a:pt x="887278" y="257021"/>
                  </a:lnTo>
                  <a:close/>
                  <a:moveTo>
                    <a:pt x="887278" y="257021"/>
                  </a:moveTo>
                  <a:lnTo>
                    <a:pt x="827216" y="377672"/>
                  </a:lnTo>
                  <a:lnTo>
                    <a:pt x="924794" y="339236"/>
                  </a:lnTo>
                  <a:close/>
                  <a:moveTo>
                    <a:pt x="736052" y="290099"/>
                  </a:moveTo>
                  <a:lnTo>
                    <a:pt x="825298" y="278137"/>
                  </a:lnTo>
                  <a:lnTo>
                    <a:pt x="791573" y="205462"/>
                  </a:lnTo>
                  <a:close/>
                  <a:moveTo>
                    <a:pt x="887278" y="257021"/>
                  </a:moveTo>
                  <a:lnTo>
                    <a:pt x="906605" y="185249"/>
                  </a:lnTo>
                  <a:lnTo>
                    <a:pt x="825298" y="278137"/>
                  </a:lnTo>
                  <a:close/>
                  <a:moveTo>
                    <a:pt x="825298" y="278137"/>
                  </a:moveTo>
                  <a:lnTo>
                    <a:pt x="906605" y="185249"/>
                  </a:lnTo>
                  <a:lnTo>
                    <a:pt x="900267" y="177688"/>
                  </a:lnTo>
                  <a:close/>
                  <a:moveTo>
                    <a:pt x="825298" y="278137"/>
                  </a:moveTo>
                  <a:lnTo>
                    <a:pt x="900267" y="177688"/>
                  </a:lnTo>
                  <a:lnTo>
                    <a:pt x="791573" y="205462"/>
                  </a:lnTo>
                  <a:close/>
                  <a:moveTo>
                    <a:pt x="964168" y="325922"/>
                  </a:moveTo>
                  <a:lnTo>
                    <a:pt x="961080" y="388922"/>
                  </a:lnTo>
                  <a:lnTo>
                    <a:pt x="1061164" y="300800"/>
                  </a:lnTo>
                  <a:close/>
                  <a:moveTo>
                    <a:pt x="1061164" y="300800"/>
                  </a:moveTo>
                  <a:lnTo>
                    <a:pt x="983631" y="421451"/>
                  </a:lnTo>
                  <a:lnTo>
                    <a:pt x="1074999" y="320987"/>
                  </a:lnTo>
                  <a:close/>
                  <a:moveTo>
                    <a:pt x="1081895" y="390896"/>
                  </a:moveTo>
                  <a:lnTo>
                    <a:pt x="1104036" y="383014"/>
                  </a:lnTo>
                  <a:lnTo>
                    <a:pt x="1074999" y="320987"/>
                  </a:lnTo>
                  <a:close/>
                  <a:moveTo>
                    <a:pt x="924794" y="339236"/>
                  </a:moveTo>
                  <a:lnTo>
                    <a:pt x="961080" y="388922"/>
                  </a:lnTo>
                  <a:lnTo>
                    <a:pt x="964168" y="325922"/>
                  </a:lnTo>
                  <a:close/>
                  <a:moveTo>
                    <a:pt x="887278" y="257021"/>
                  </a:moveTo>
                  <a:lnTo>
                    <a:pt x="964168" y="325922"/>
                  </a:lnTo>
                  <a:lnTo>
                    <a:pt x="948456" y="238603"/>
                  </a:lnTo>
                  <a:close/>
                  <a:moveTo>
                    <a:pt x="887278" y="257021"/>
                  </a:moveTo>
                  <a:lnTo>
                    <a:pt x="924794" y="339236"/>
                  </a:lnTo>
                  <a:lnTo>
                    <a:pt x="964168" y="325922"/>
                  </a:lnTo>
                  <a:close/>
                  <a:moveTo>
                    <a:pt x="1061164" y="300800"/>
                  </a:moveTo>
                  <a:lnTo>
                    <a:pt x="1032007" y="218584"/>
                  </a:lnTo>
                  <a:lnTo>
                    <a:pt x="964168" y="325922"/>
                  </a:lnTo>
                  <a:close/>
                  <a:moveTo>
                    <a:pt x="1032007" y="218584"/>
                  </a:moveTo>
                  <a:lnTo>
                    <a:pt x="948456" y="238603"/>
                  </a:lnTo>
                  <a:lnTo>
                    <a:pt x="964168" y="325922"/>
                  </a:lnTo>
                  <a:close/>
                  <a:moveTo>
                    <a:pt x="906605" y="185249"/>
                  </a:moveTo>
                  <a:lnTo>
                    <a:pt x="887278" y="257021"/>
                  </a:lnTo>
                  <a:lnTo>
                    <a:pt x="948456" y="238603"/>
                  </a:lnTo>
                  <a:close/>
                  <a:moveTo>
                    <a:pt x="906605" y="185249"/>
                  </a:moveTo>
                  <a:lnTo>
                    <a:pt x="948456" y="238603"/>
                  </a:lnTo>
                  <a:lnTo>
                    <a:pt x="908785" y="174806"/>
                  </a:lnTo>
                  <a:close/>
                  <a:moveTo>
                    <a:pt x="908785" y="174806"/>
                  </a:moveTo>
                  <a:lnTo>
                    <a:pt x="948456" y="238603"/>
                  </a:lnTo>
                  <a:lnTo>
                    <a:pt x="1032007" y="218584"/>
                  </a:lnTo>
                  <a:close/>
                  <a:moveTo>
                    <a:pt x="908785" y="174806"/>
                  </a:moveTo>
                  <a:lnTo>
                    <a:pt x="1032007" y="218584"/>
                  </a:lnTo>
                  <a:lnTo>
                    <a:pt x="1022765" y="136369"/>
                  </a:lnTo>
                  <a:close/>
                  <a:moveTo>
                    <a:pt x="1072297" y="298607"/>
                  </a:moveTo>
                  <a:lnTo>
                    <a:pt x="1074999" y="320987"/>
                  </a:lnTo>
                  <a:lnTo>
                    <a:pt x="1173468" y="262363"/>
                  </a:lnTo>
                  <a:close/>
                  <a:moveTo>
                    <a:pt x="1061164" y="300800"/>
                  </a:moveTo>
                  <a:lnTo>
                    <a:pt x="1074999" y="320987"/>
                  </a:lnTo>
                  <a:lnTo>
                    <a:pt x="1072297" y="298607"/>
                  </a:lnTo>
                  <a:close/>
                  <a:moveTo>
                    <a:pt x="1032007" y="218584"/>
                  </a:moveTo>
                  <a:lnTo>
                    <a:pt x="1072297" y="298607"/>
                  </a:lnTo>
                  <a:lnTo>
                    <a:pt x="1055219" y="212399"/>
                  </a:lnTo>
                  <a:close/>
                  <a:moveTo>
                    <a:pt x="1032007" y="218584"/>
                  </a:moveTo>
                  <a:lnTo>
                    <a:pt x="1061164" y="300800"/>
                  </a:lnTo>
                  <a:lnTo>
                    <a:pt x="1072297" y="298607"/>
                  </a:lnTo>
                  <a:close/>
                  <a:moveTo>
                    <a:pt x="1173468" y="262363"/>
                  </a:moveTo>
                  <a:lnTo>
                    <a:pt x="1133541" y="180148"/>
                  </a:lnTo>
                  <a:lnTo>
                    <a:pt x="1072297" y="298607"/>
                  </a:lnTo>
                  <a:close/>
                  <a:moveTo>
                    <a:pt x="1133541" y="180148"/>
                  </a:moveTo>
                  <a:lnTo>
                    <a:pt x="1055219" y="212399"/>
                  </a:lnTo>
                  <a:lnTo>
                    <a:pt x="1072297" y="298607"/>
                  </a:lnTo>
                  <a:close/>
                  <a:moveTo>
                    <a:pt x="1022765" y="136369"/>
                  </a:moveTo>
                  <a:lnTo>
                    <a:pt x="1055219" y="212399"/>
                  </a:lnTo>
                  <a:lnTo>
                    <a:pt x="1027777" y="134616"/>
                  </a:lnTo>
                  <a:close/>
                  <a:moveTo>
                    <a:pt x="1022765" y="136369"/>
                  </a:moveTo>
                  <a:lnTo>
                    <a:pt x="1032007" y="218584"/>
                  </a:lnTo>
                  <a:lnTo>
                    <a:pt x="1055219" y="212399"/>
                  </a:lnTo>
                  <a:close/>
                  <a:moveTo>
                    <a:pt x="1133541" y="180148"/>
                  </a:moveTo>
                  <a:lnTo>
                    <a:pt x="1112862" y="97933"/>
                  </a:lnTo>
                  <a:lnTo>
                    <a:pt x="1055219" y="212399"/>
                  </a:lnTo>
                  <a:close/>
                  <a:moveTo>
                    <a:pt x="1112862" y="97933"/>
                  </a:moveTo>
                  <a:lnTo>
                    <a:pt x="1027777" y="134616"/>
                  </a:lnTo>
                  <a:lnTo>
                    <a:pt x="1055219" y="212399"/>
                  </a:lnTo>
                  <a:close/>
                  <a:moveTo>
                    <a:pt x="998719" y="54155"/>
                  </a:moveTo>
                  <a:lnTo>
                    <a:pt x="1022765" y="136369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099605" y="15718"/>
                  </a:lnTo>
                  <a:lnTo>
                    <a:pt x="1027777" y="134616"/>
                  </a:lnTo>
                  <a:close/>
                  <a:moveTo>
                    <a:pt x="1099605" y="15718"/>
                  </a:moveTo>
                  <a:lnTo>
                    <a:pt x="1007776" y="50785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196136" y="158428"/>
                  </a:lnTo>
                  <a:lnTo>
                    <a:pt x="1168755" y="80595"/>
                  </a:lnTo>
                  <a:close/>
                  <a:moveTo>
                    <a:pt x="1112862" y="97933"/>
                  </a:moveTo>
                  <a:lnTo>
                    <a:pt x="1133541" y="180148"/>
                  </a:lnTo>
                  <a:lnTo>
                    <a:pt x="1196136" y="158428"/>
                  </a:lnTo>
                  <a:close/>
                  <a:moveTo>
                    <a:pt x="1270937" y="141712"/>
                  </a:moveTo>
                  <a:lnTo>
                    <a:pt x="1279087" y="96318"/>
                  </a:lnTo>
                  <a:lnTo>
                    <a:pt x="1196136" y="158428"/>
                  </a:lnTo>
                  <a:close/>
                  <a:moveTo>
                    <a:pt x="1196136" y="158428"/>
                  </a:moveTo>
                  <a:lnTo>
                    <a:pt x="1264556" y="63303"/>
                  </a:lnTo>
                  <a:lnTo>
                    <a:pt x="1168755" y="80595"/>
                  </a:lnTo>
                  <a:close/>
                  <a:moveTo>
                    <a:pt x="1099605" y="15718"/>
                  </a:moveTo>
                  <a:lnTo>
                    <a:pt x="1168755" y="80595"/>
                  </a:lnTo>
                  <a:lnTo>
                    <a:pt x="1138555" y="5056"/>
                  </a:lnTo>
                  <a:close/>
                  <a:moveTo>
                    <a:pt x="1099605" y="15718"/>
                  </a:moveTo>
                  <a:lnTo>
                    <a:pt x="1112862" y="97933"/>
                  </a:lnTo>
                  <a:lnTo>
                    <a:pt x="1168755" y="80595"/>
                  </a:lnTo>
                  <a:close/>
                  <a:moveTo>
                    <a:pt x="1168755" y="80595"/>
                  </a:moveTo>
                  <a:lnTo>
                    <a:pt x="1264556" y="63303"/>
                  </a:lnTo>
                  <a:lnTo>
                    <a:pt x="1219304" y="0"/>
                  </a:lnTo>
                  <a:close/>
                  <a:moveTo>
                    <a:pt x="1168755" y="80595"/>
                  </a:moveTo>
                  <a:lnTo>
                    <a:pt x="1219304" y="0"/>
                  </a:lnTo>
                  <a:lnTo>
                    <a:pt x="1138555" y="5056"/>
                  </a:lnTo>
                  <a:close/>
                  <a:moveTo>
                    <a:pt x="1433772" y="186509"/>
                  </a:moveTo>
                  <a:lnTo>
                    <a:pt x="1375450" y="177945"/>
                  </a:lnTo>
                  <a:lnTo>
                    <a:pt x="1297087" y="136949"/>
                  </a:lnTo>
                  <a:close/>
                  <a:moveTo>
                    <a:pt x="1488961" y="108485"/>
                  </a:moveTo>
                  <a:lnTo>
                    <a:pt x="1433772" y="186509"/>
                  </a:lnTo>
                  <a:lnTo>
                    <a:pt x="1435546" y="185490"/>
                  </a:lnTo>
                  <a:close/>
                  <a:moveTo>
                    <a:pt x="1375450" y="177945"/>
                  </a:moveTo>
                  <a:lnTo>
                    <a:pt x="1433772" y="186509"/>
                  </a:lnTo>
                  <a:lnTo>
                    <a:pt x="1488961" y="108485"/>
                  </a:lnTo>
                  <a:close/>
                  <a:moveTo>
                    <a:pt x="1488961" y="108485"/>
                  </a:moveTo>
                  <a:lnTo>
                    <a:pt x="1435546" y="185490"/>
                  </a:lnTo>
                  <a:lnTo>
                    <a:pt x="1541029" y="159904"/>
                  </a:lnTo>
                  <a:close/>
                  <a:moveTo>
                    <a:pt x="1541029" y="159904"/>
                  </a:moveTo>
                  <a:lnTo>
                    <a:pt x="1509160" y="103275"/>
                  </a:lnTo>
                  <a:lnTo>
                    <a:pt x="1488961" y="108485"/>
                  </a:lnTo>
                  <a:close/>
                  <a:moveTo>
                    <a:pt x="1574296" y="93359"/>
                  </a:moveTo>
                  <a:lnTo>
                    <a:pt x="1509160" y="103275"/>
                  </a:lnTo>
                  <a:lnTo>
                    <a:pt x="1541029" y="15990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77" name="Candidate_density__2176">
              <a:extLst>
                <a:ext uri="{FF2B5EF4-FFF2-40B4-BE49-F238E27FC236}">
                  <a16:creationId xmlns:a16="http://schemas.microsoft.com/office/drawing/2014/main" id="{644B506F-7AFF-8604-1EE0-337B29F630A6}"/>
                </a:ext>
              </a:extLst>
            </p:cNvPr>
            <p:cNvSpPr>
              <a:spLocks noGrp="1"/>
            </p:cNvSpPr>
            <p:nvPr/>
          </p:nvSpPr>
          <p:spPr>
            <a:xfrm>
              <a:off x="4040228" y="2890204"/>
              <a:ext cx="1376561" cy="446700"/>
            </a:xfrm>
            <a:custGeom>
              <a:avLst/>
              <a:gdLst/>
              <a:ahLst/>
              <a:cxnLst/>
              <a:rect l="0" t="0" r="0" b="0"/>
              <a:pathLst>
                <a:path w="1376561" h="446700">
                  <a:moveTo>
                    <a:pt x="186821" y="376418"/>
                  </a:moveTo>
                  <a:lnTo>
                    <a:pt x="135182" y="398553"/>
                  </a:lnTo>
                  <a:lnTo>
                    <a:pt x="258554" y="365960"/>
                  </a:lnTo>
                  <a:close/>
                  <a:moveTo>
                    <a:pt x="301771" y="312339"/>
                  </a:moveTo>
                  <a:lnTo>
                    <a:pt x="323775" y="305426"/>
                  </a:lnTo>
                  <a:lnTo>
                    <a:pt x="352125" y="271585"/>
                  </a:lnTo>
                  <a:close/>
                  <a:moveTo>
                    <a:pt x="318633" y="311928"/>
                  </a:moveTo>
                  <a:lnTo>
                    <a:pt x="323775" y="305426"/>
                  </a:lnTo>
                  <a:lnTo>
                    <a:pt x="301771" y="312339"/>
                  </a:lnTo>
                  <a:close/>
                  <a:moveTo>
                    <a:pt x="258554" y="365960"/>
                  </a:moveTo>
                  <a:lnTo>
                    <a:pt x="318633" y="311928"/>
                  </a:lnTo>
                  <a:lnTo>
                    <a:pt x="301771" y="312339"/>
                  </a:lnTo>
                  <a:close/>
                  <a:moveTo>
                    <a:pt x="352125" y="271585"/>
                  </a:moveTo>
                  <a:lnTo>
                    <a:pt x="323775" y="305426"/>
                  </a:lnTo>
                  <a:lnTo>
                    <a:pt x="361931" y="258610"/>
                  </a:lnTo>
                  <a:close/>
                  <a:moveTo>
                    <a:pt x="31786" y="24939"/>
                  </a:moveTo>
                  <a:lnTo>
                    <a:pt x="0" y="63376"/>
                  </a:lnTo>
                  <a:lnTo>
                    <a:pt x="72396" y="12057"/>
                  </a:lnTo>
                  <a:close/>
                  <a:moveTo>
                    <a:pt x="0" y="63376"/>
                  </a:moveTo>
                  <a:lnTo>
                    <a:pt x="24573" y="48456"/>
                  </a:lnTo>
                  <a:lnTo>
                    <a:pt x="72396" y="12057"/>
                  </a:lnTo>
                  <a:close/>
                  <a:moveTo>
                    <a:pt x="72396" y="12057"/>
                  </a:moveTo>
                  <a:lnTo>
                    <a:pt x="24573" y="48456"/>
                  </a:lnTo>
                  <a:lnTo>
                    <a:pt x="143702" y="0"/>
                  </a:lnTo>
                  <a:close/>
                  <a:moveTo>
                    <a:pt x="1278872" y="446700"/>
                  </a:moveTo>
                  <a:lnTo>
                    <a:pt x="1294236" y="408263"/>
                  </a:lnTo>
                  <a:lnTo>
                    <a:pt x="1288659" y="418216"/>
                  </a:lnTo>
                  <a:close/>
                  <a:moveTo>
                    <a:pt x="1294236" y="408263"/>
                  </a:moveTo>
                  <a:lnTo>
                    <a:pt x="1278872" y="446700"/>
                  </a:lnTo>
                  <a:lnTo>
                    <a:pt x="1330412" y="326048"/>
                  </a:lnTo>
                  <a:close/>
                  <a:moveTo>
                    <a:pt x="1045525" y="281699"/>
                  </a:moveTo>
                  <a:lnTo>
                    <a:pt x="1059788" y="200054"/>
                  </a:lnTo>
                  <a:lnTo>
                    <a:pt x="1047765" y="280572"/>
                  </a:lnTo>
                  <a:close/>
                  <a:moveTo>
                    <a:pt x="1307902" y="390454"/>
                  </a:moveTo>
                  <a:lnTo>
                    <a:pt x="1288659" y="418216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29379" y="355260"/>
                  </a:lnTo>
                  <a:lnTo>
                    <a:pt x="1294236" y="408263"/>
                  </a:lnTo>
                  <a:close/>
                  <a:moveTo>
                    <a:pt x="1330412" y="326048"/>
                  </a:moveTo>
                  <a:lnTo>
                    <a:pt x="1355961" y="287611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30412" y="326048"/>
                  </a:lnTo>
                  <a:lnTo>
                    <a:pt x="1376561" y="253007"/>
                  </a:lnTo>
                  <a:close/>
                  <a:moveTo>
                    <a:pt x="1330412" y="326048"/>
                  </a:moveTo>
                  <a:lnTo>
                    <a:pt x="1336671" y="319069"/>
                  </a:lnTo>
                  <a:lnTo>
                    <a:pt x="1376561" y="2530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78" name="Candidate_density__2177">
              <a:extLst>
                <a:ext uri="{FF2B5EF4-FFF2-40B4-BE49-F238E27FC236}">
                  <a16:creationId xmlns:a16="http://schemas.microsoft.com/office/drawing/2014/main" id="{9143617C-A955-256F-59BE-3FE083E25EC6}"/>
                </a:ext>
              </a:extLst>
            </p:cNvPr>
            <p:cNvSpPr>
              <a:spLocks noGrp="1"/>
            </p:cNvSpPr>
            <p:nvPr/>
          </p:nvSpPr>
          <p:spPr>
            <a:xfrm>
              <a:off x="4009611" y="2881076"/>
              <a:ext cx="1132715" cy="521136"/>
            </a:xfrm>
            <a:custGeom>
              <a:avLst/>
              <a:gdLst/>
              <a:ahLst/>
              <a:cxnLst/>
              <a:rect l="0" t="0" r="0" b="0"/>
              <a:pathLst>
                <a:path w="1132715" h="521136">
                  <a:moveTo>
                    <a:pt x="105554" y="319149"/>
                  </a:moveTo>
                  <a:lnTo>
                    <a:pt x="87322" y="392923"/>
                  </a:lnTo>
                  <a:lnTo>
                    <a:pt x="129102" y="333928"/>
                  </a:lnTo>
                  <a:close/>
                  <a:moveTo>
                    <a:pt x="20415" y="357586"/>
                  </a:moveTo>
                  <a:lnTo>
                    <a:pt x="105554" y="319149"/>
                  </a:lnTo>
                  <a:lnTo>
                    <a:pt x="0" y="345099"/>
                  </a:lnTo>
                  <a:close/>
                  <a:moveTo>
                    <a:pt x="185089" y="328055"/>
                  </a:moveTo>
                  <a:lnTo>
                    <a:pt x="129102" y="333928"/>
                  </a:lnTo>
                  <a:lnTo>
                    <a:pt x="263264" y="341679"/>
                  </a:lnTo>
                  <a:close/>
                  <a:moveTo>
                    <a:pt x="41753" y="154719"/>
                  </a:moveTo>
                  <a:lnTo>
                    <a:pt x="52785" y="112046"/>
                  </a:lnTo>
                  <a:lnTo>
                    <a:pt x="50967" y="118681"/>
                  </a:lnTo>
                  <a:close/>
                  <a:moveTo>
                    <a:pt x="62403" y="34067"/>
                  </a:moveTo>
                  <a:lnTo>
                    <a:pt x="52785" y="112046"/>
                  </a:lnTo>
                  <a:lnTo>
                    <a:pt x="41753" y="154719"/>
                  </a:lnTo>
                  <a:close/>
                  <a:moveTo>
                    <a:pt x="143144" y="104335"/>
                  </a:moveTo>
                  <a:lnTo>
                    <a:pt x="87988" y="188675"/>
                  </a:lnTo>
                  <a:lnTo>
                    <a:pt x="55286" y="115170"/>
                  </a:lnTo>
                  <a:close/>
                  <a:moveTo>
                    <a:pt x="55286" y="115170"/>
                  </a:moveTo>
                  <a:lnTo>
                    <a:pt x="62403" y="34067"/>
                  </a:lnTo>
                  <a:lnTo>
                    <a:pt x="148363" y="0"/>
                  </a:lnTo>
                  <a:close/>
                  <a:moveTo>
                    <a:pt x="55286" y="115170"/>
                  </a:moveTo>
                  <a:lnTo>
                    <a:pt x="148363" y="0"/>
                  </a:lnTo>
                  <a:lnTo>
                    <a:pt x="143144" y="104335"/>
                  </a:lnTo>
                  <a:close/>
                  <a:moveTo>
                    <a:pt x="148363" y="0"/>
                  </a:moveTo>
                  <a:lnTo>
                    <a:pt x="213345" y="7763"/>
                  </a:lnTo>
                  <a:lnTo>
                    <a:pt x="143144" y="104335"/>
                  </a:lnTo>
                  <a:close/>
                  <a:moveTo>
                    <a:pt x="369077" y="141932"/>
                  </a:moveTo>
                  <a:lnTo>
                    <a:pt x="432209" y="151198"/>
                  </a:lnTo>
                  <a:lnTo>
                    <a:pt x="434932" y="48893"/>
                  </a:lnTo>
                  <a:close/>
                  <a:moveTo>
                    <a:pt x="369077" y="141932"/>
                  </a:moveTo>
                  <a:lnTo>
                    <a:pt x="434932" y="48893"/>
                  </a:lnTo>
                  <a:lnTo>
                    <a:pt x="363442" y="46420"/>
                  </a:lnTo>
                  <a:close/>
                  <a:moveTo>
                    <a:pt x="369077" y="141932"/>
                  </a:moveTo>
                  <a:lnTo>
                    <a:pt x="363442" y="46420"/>
                  </a:lnTo>
                  <a:lnTo>
                    <a:pt x="327375" y="121625"/>
                  </a:lnTo>
                  <a:close/>
                  <a:moveTo>
                    <a:pt x="363442" y="46420"/>
                  </a:moveTo>
                  <a:lnTo>
                    <a:pt x="338807" y="39409"/>
                  </a:lnTo>
                  <a:lnTo>
                    <a:pt x="327375" y="121625"/>
                  </a:lnTo>
                  <a:close/>
                  <a:moveTo>
                    <a:pt x="1078594" y="429120"/>
                  </a:moveTo>
                  <a:lnTo>
                    <a:pt x="1132715" y="445713"/>
                  </a:lnTo>
                  <a:lnTo>
                    <a:pt x="1088528" y="521136"/>
                  </a:lnTo>
                  <a:close/>
                  <a:moveTo>
                    <a:pt x="1107851" y="335176"/>
                  </a:moveTo>
                  <a:lnTo>
                    <a:pt x="1078382" y="289700"/>
                  </a:lnTo>
                  <a:lnTo>
                    <a:pt x="1120061" y="35590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79" name="Candidate_density__2178">
              <a:extLst>
                <a:ext uri="{FF2B5EF4-FFF2-40B4-BE49-F238E27FC236}">
                  <a16:creationId xmlns:a16="http://schemas.microsoft.com/office/drawing/2014/main" id="{D1456A9A-BECF-CCC6-04BD-139ADD7ADC1F}"/>
                </a:ext>
              </a:extLst>
            </p:cNvPr>
            <p:cNvSpPr>
              <a:spLocks noGrp="1"/>
            </p:cNvSpPr>
            <p:nvPr/>
          </p:nvSpPr>
          <p:spPr>
            <a:xfrm>
              <a:off x="3925057" y="2782964"/>
              <a:ext cx="1501342" cy="443211"/>
            </a:xfrm>
            <a:custGeom>
              <a:avLst/>
              <a:gdLst/>
              <a:ahLst/>
              <a:cxnLst/>
              <a:rect l="0" t="0" r="0" b="0"/>
              <a:pathLst>
                <a:path w="1501342" h="443211">
                  <a:moveTo>
                    <a:pt x="190108" y="417262"/>
                  </a:moveTo>
                  <a:lnTo>
                    <a:pt x="116779" y="348494"/>
                  </a:lnTo>
                  <a:lnTo>
                    <a:pt x="84554" y="443211"/>
                  </a:lnTo>
                  <a:close/>
                  <a:moveTo>
                    <a:pt x="104653" y="335046"/>
                  </a:moveTo>
                  <a:lnTo>
                    <a:pt x="5340" y="373483"/>
                  </a:lnTo>
                  <a:lnTo>
                    <a:pt x="84554" y="443211"/>
                  </a:lnTo>
                  <a:close/>
                  <a:moveTo>
                    <a:pt x="215463" y="378825"/>
                  </a:moveTo>
                  <a:lnTo>
                    <a:pt x="213656" y="432041"/>
                  </a:lnTo>
                  <a:lnTo>
                    <a:pt x="269643" y="426167"/>
                  </a:lnTo>
                  <a:close/>
                  <a:moveTo>
                    <a:pt x="215463" y="378825"/>
                  </a:moveTo>
                  <a:lnTo>
                    <a:pt x="190108" y="417262"/>
                  </a:lnTo>
                  <a:lnTo>
                    <a:pt x="213656" y="432041"/>
                  </a:lnTo>
                  <a:close/>
                  <a:moveTo>
                    <a:pt x="165157" y="296609"/>
                  </a:moveTo>
                  <a:lnTo>
                    <a:pt x="190108" y="417262"/>
                  </a:lnTo>
                  <a:lnTo>
                    <a:pt x="215463" y="378825"/>
                  </a:lnTo>
                  <a:close/>
                  <a:moveTo>
                    <a:pt x="218106" y="233479"/>
                  </a:moveTo>
                  <a:lnTo>
                    <a:pt x="126307" y="252831"/>
                  </a:lnTo>
                  <a:lnTo>
                    <a:pt x="141491" y="312032"/>
                  </a:lnTo>
                  <a:close/>
                  <a:moveTo>
                    <a:pt x="141491" y="312032"/>
                  </a:moveTo>
                  <a:lnTo>
                    <a:pt x="126307" y="252831"/>
                  </a:lnTo>
                  <a:lnTo>
                    <a:pt x="135521" y="216793"/>
                  </a:lnTo>
                  <a:close/>
                  <a:moveTo>
                    <a:pt x="141491" y="312032"/>
                  </a:moveTo>
                  <a:lnTo>
                    <a:pt x="165157" y="296609"/>
                  </a:lnTo>
                  <a:lnTo>
                    <a:pt x="218106" y="233479"/>
                  </a:lnTo>
                  <a:close/>
                  <a:moveTo>
                    <a:pt x="8283" y="159552"/>
                  </a:moveTo>
                  <a:lnTo>
                    <a:pt x="0" y="190532"/>
                  </a:lnTo>
                  <a:lnTo>
                    <a:pt x="89439" y="132180"/>
                  </a:lnTo>
                  <a:close/>
                  <a:moveTo>
                    <a:pt x="89439" y="132180"/>
                  </a:moveTo>
                  <a:lnTo>
                    <a:pt x="71163" y="252831"/>
                  </a:lnTo>
                  <a:lnTo>
                    <a:pt x="137338" y="210158"/>
                  </a:lnTo>
                  <a:close/>
                  <a:moveTo>
                    <a:pt x="137338" y="210158"/>
                  </a:moveTo>
                  <a:lnTo>
                    <a:pt x="71163" y="252831"/>
                  </a:lnTo>
                  <a:lnTo>
                    <a:pt x="135521" y="216793"/>
                  </a:lnTo>
                  <a:close/>
                  <a:moveTo>
                    <a:pt x="519485" y="147005"/>
                  </a:moveTo>
                  <a:lnTo>
                    <a:pt x="429816" y="59221"/>
                  </a:lnTo>
                  <a:lnTo>
                    <a:pt x="447996" y="144533"/>
                  </a:lnTo>
                  <a:close/>
                  <a:moveTo>
                    <a:pt x="334186" y="76375"/>
                  </a:moveTo>
                  <a:lnTo>
                    <a:pt x="423361" y="137522"/>
                  </a:lnTo>
                  <a:lnTo>
                    <a:pt x="447996" y="144533"/>
                  </a:lnTo>
                  <a:close/>
                  <a:moveTo>
                    <a:pt x="973587" y="246685"/>
                  </a:moveTo>
                  <a:lnTo>
                    <a:pt x="1045083" y="307295"/>
                  </a:lnTo>
                  <a:lnTo>
                    <a:pt x="1062632" y="186643"/>
                  </a:lnTo>
                  <a:close/>
                  <a:moveTo>
                    <a:pt x="1062632" y="186643"/>
                  </a:moveTo>
                  <a:lnTo>
                    <a:pt x="1045083" y="307295"/>
                  </a:lnTo>
                  <a:lnTo>
                    <a:pt x="1099836" y="224849"/>
                  </a:lnTo>
                  <a:close/>
                  <a:moveTo>
                    <a:pt x="1099836" y="224849"/>
                  </a:moveTo>
                  <a:lnTo>
                    <a:pt x="1045083" y="307295"/>
                  </a:lnTo>
                  <a:lnTo>
                    <a:pt x="1081282" y="293511"/>
                  </a:lnTo>
                  <a:close/>
                  <a:moveTo>
                    <a:pt x="1192405" y="433288"/>
                  </a:moveTo>
                  <a:lnTo>
                    <a:pt x="1200336" y="351073"/>
                  </a:lnTo>
                  <a:lnTo>
                    <a:pt x="1162936" y="387812"/>
                  </a:lnTo>
                  <a:close/>
                  <a:moveTo>
                    <a:pt x="1391326" y="362820"/>
                  </a:moveTo>
                  <a:lnTo>
                    <a:pt x="1454643" y="371936"/>
                  </a:lnTo>
                  <a:lnTo>
                    <a:pt x="1445970" y="278895"/>
                  </a:lnTo>
                  <a:close/>
                  <a:moveTo>
                    <a:pt x="1436990" y="219032"/>
                  </a:moveTo>
                  <a:lnTo>
                    <a:pt x="1416696" y="191985"/>
                  </a:lnTo>
                  <a:lnTo>
                    <a:pt x="1445970" y="278895"/>
                  </a:lnTo>
                  <a:close/>
                  <a:moveTo>
                    <a:pt x="1501342" y="194378"/>
                  </a:moveTo>
                  <a:lnTo>
                    <a:pt x="1436990" y="219032"/>
                  </a:lnTo>
                  <a:lnTo>
                    <a:pt x="1445970" y="278895"/>
                  </a:lnTo>
                  <a:close/>
                  <a:moveTo>
                    <a:pt x="1236761" y="127610"/>
                  </a:moveTo>
                  <a:lnTo>
                    <a:pt x="1227197" y="207168"/>
                  </a:lnTo>
                  <a:lnTo>
                    <a:pt x="1317871" y="109770"/>
                  </a:lnTo>
                  <a:close/>
                  <a:moveTo>
                    <a:pt x="1236761" y="127610"/>
                  </a:moveTo>
                  <a:lnTo>
                    <a:pt x="1317871" y="109770"/>
                  </a:lnTo>
                  <a:lnTo>
                    <a:pt x="1250410" y="78756"/>
                  </a:lnTo>
                  <a:close/>
                  <a:moveTo>
                    <a:pt x="1416696" y="191985"/>
                  </a:moveTo>
                  <a:lnTo>
                    <a:pt x="1436990" y="219032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336221" y="120933"/>
                  </a:lnTo>
                  <a:lnTo>
                    <a:pt x="1416696" y="191985"/>
                  </a:lnTo>
                  <a:close/>
                  <a:moveTo>
                    <a:pt x="1336795" y="106877"/>
                  </a:moveTo>
                  <a:lnTo>
                    <a:pt x="1336221" y="120933"/>
                  </a:lnTo>
                  <a:lnTo>
                    <a:pt x="1433492" y="188947"/>
                  </a:lnTo>
                  <a:close/>
                  <a:moveTo>
                    <a:pt x="1430390" y="91377"/>
                  </a:moveTo>
                  <a:lnTo>
                    <a:pt x="1336795" y="106877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436990" y="219032"/>
                  </a:lnTo>
                  <a:lnTo>
                    <a:pt x="1472095" y="191985"/>
                  </a:lnTo>
                  <a:close/>
                  <a:moveTo>
                    <a:pt x="1317871" y="109770"/>
                  </a:moveTo>
                  <a:lnTo>
                    <a:pt x="1336221" y="120933"/>
                  </a:lnTo>
                  <a:lnTo>
                    <a:pt x="1336795" y="106877"/>
                  </a:lnTo>
                  <a:close/>
                  <a:moveTo>
                    <a:pt x="1336795" y="106877"/>
                  </a:moveTo>
                  <a:lnTo>
                    <a:pt x="1250410" y="78756"/>
                  </a:lnTo>
                  <a:lnTo>
                    <a:pt x="1317871" y="109770"/>
                  </a:lnTo>
                  <a:close/>
                  <a:moveTo>
                    <a:pt x="1336795" y="106877"/>
                  </a:moveTo>
                  <a:lnTo>
                    <a:pt x="1430390" y="91377"/>
                  </a:lnTo>
                  <a:lnTo>
                    <a:pt x="1419670" y="0"/>
                  </a:lnTo>
                  <a:close/>
                  <a:moveTo>
                    <a:pt x="1336795" y="106877"/>
                  </a:moveTo>
                  <a:lnTo>
                    <a:pt x="1419670" y="0"/>
                  </a:lnTo>
                  <a:lnTo>
                    <a:pt x="1341123" y="326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80" name="Candidate_density__2179">
              <a:extLst>
                <a:ext uri="{FF2B5EF4-FFF2-40B4-BE49-F238E27FC236}">
                  <a16:creationId xmlns:a16="http://schemas.microsoft.com/office/drawing/2014/main" id="{9C370893-2093-052E-2534-19E39642BF87}"/>
                </a:ext>
              </a:extLst>
            </p:cNvPr>
            <p:cNvSpPr>
              <a:spLocks noGrp="1"/>
            </p:cNvSpPr>
            <p:nvPr/>
          </p:nvSpPr>
          <p:spPr>
            <a:xfrm>
              <a:off x="3790659" y="2679762"/>
              <a:ext cx="1580368" cy="630434"/>
            </a:xfrm>
            <a:custGeom>
              <a:avLst/>
              <a:gdLst/>
              <a:ahLst/>
              <a:cxnLst/>
              <a:rect l="0" t="0" r="0" b="0"/>
              <a:pathLst>
                <a:path w="1580368" h="630434">
                  <a:moveTo>
                    <a:pt x="239051" y="438248"/>
                  </a:moveTo>
                  <a:lnTo>
                    <a:pt x="218952" y="546413"/>
                  </a:lnTo>
                  <a:lnTo>
                    <a:pt x="251178" y="451696"/>
                  </a:lnTo>
                  <a:close/>
                  <a:moveTo>
                    <a:pt x="124249" y="377831"/>
                  </a:moveTo>
                  <a:lnTo>
                    <a:pt x="116206" y="440919"/>
                  </a:lnTo>
                  <a:lnTo>
                    <a:pt x="205562" y="356033"/>
                  </a:lnTo>
                  <a:close/>
                  <a:moveTo>
                    <a:pt x="205562" y="356033"/>
                  </a:moveTo>
                  <a:lnTo>
                    <a:pt x="116206" y="440919"/>
                  </a:lnTo>
                  <a:lnTo>
                    <a:pt x="139738" y="476685"/>
                  </a:lnTo>
                  <a:close/>
                  <a:moveTo>
                    <a:pt x="205562" y="356033"/>
                  </a:moveTo>
                  <a:lnTo>
                    <a:pt x="139738" y="476685"/>
                  </a:lnTo>
                  <a:lnTo>
                    <a:pt x="239051" y="438248"/>
                  </a:lnTo>
                  <a:close/>
                  <a:moveTo>
                    <a:pt x="119489" y="273818"/>
                  </a:moveTo>
                  <a:lnTo>
                    <a:pt x="124249" y="377831"/>
                  </a:lnTo>
                  <a:lnTo>
                    <a:pt x="134398" y="293735"/>
                  </a:lnTo>
                  <a:close/>
                  <a:moveTo>
                    <a:pt x="84086" y="394470"/>
                  </a:moveTo>
                  <a:lnTo>
                    <a:pt x="124249" y="377831"/>
                  </a:lnTo>
                  <a:lnTo>
                    <a:pt x="119489" y="273818"/>
                  </a:lnTo>
                  <a:close/>
                  <a:moveTo>
                    <a:pt x="51599" y="312255"/>
                  </a:moveTo>
                  <a:lnTo>
                    <a:pt x="84086" y="394470"/>
                  </a:lnTo>
                  <a:lnTo>
                    <a:pt x="119489" y="273818"/>
                  </a:lnTo>
                  <a:close/>
                  <a:moveTo>
                    <a:pt x="124249" y="377831"/>
                  </a:moveTo>
                  <a:lnTo>
                    <a:pt x="205562" y="356033"/>
                  </a:lnTo>
                  <a:lnTo>
                    <a:pt x="134398" y="293735"/>
                  </a:lnTo>
                  <a:close/>
                  <a:moveTo>
                    <a:pt x="0" y="230040"/>
                  </a:moveTo>
                  <a:lnTo>
                    <a:pt x="119489" y="273818"/>
                  </a:lnTo>
                  <a:lnTo>
                    <a:pt x="66647" y="191603"/>
                  </a:lnTo>
                  <a:close/>
                  <a:moveTo>
                    <a:pt x="275889" y="415234"/>
                  </a:moveTo>
                  <a:lnTo>
                    <a:pt x="251178" y="451696"/>
                  </a:lnTo>
                  <a:lnTo>
                    <a:pt x="299555" y="399812"/>
                  </a:lnTo>
                  <a:close/>
                  <a:moveTo>
                    <a:pt x="299555" y="399812"/>
                  </a:moveTo>
                  <a:lnTo>
                    <a:pt x="251178" y="451696"/>
                  </a:lnTo>
                  <a:lnTo>
                    <a:pt x="324506" y="520464"/>
                  </a:lnTo>
                  <a:close/>
                  <a:moveTo>
                    <a:pt x="239051" y="438248"/>
                  </a:moveTo>
                  <a:lnTo>
                    <a:pt x="251178" y="451696"/>
                  </a:lnTo>
                  <a:lnTo>
                    <a:pt x="275889" y="415234"/>
                  </a:lnTo>
                  <a:close/>
                  <a:moveTo>
                    <a:pt x="205562" y="356033"/>
                  </a:moveTo>
                  <a:lnTo>
                    <a:pt x="275889" y="415234"/>
                  </a:lnTo>
                  <a:lnTo>
                    <a:pt x="269920" y="319995"/>
                  </a:lnTo>
                  <a:close/>
                  <a:moveTo>
                    <a:pt x="205562" y="356033"/>
                  </a:moveTo>
                  <a:lnTo>
                    <a:pt x="239051" y="438248"/>
                  </a:lnTo>
                  <a:lnTo>
                    <a:pt x="275889" y="415234"/>
                  </a:lnTo>
                  <a:close/>
                  <a:moveTo>
                    <a:pt x="134398" y="293735"/>
                  </a:moveTo>
                  <a:lnTo>
                    <a:pt x="205562" y="356033"/>
                  </a:lnTo>
                  <a:lnTo>
                    <a:pt x="223838" y="235382"/>
                  </a:lnTo>
                  <a:close/>
                  <a:moveTo>
                    <a:pt x="119489" y="273818"/>
                  </a:moveTo>
                  <a:lnTo>
                    <a:pt x="134398" y="293735"/>
                  </a:lnTo>
                  <a:lnTo>
                    <a:pt x="142681" y="262754"/>
                  </a:lnTo>
                  <a:close/>
                  <a:moveTo>
                    <a:pt x="66647" y="191603"/>
                  </a:moveTo>
                  <a:lnTo>
                    <a:pt x="119489" y="273818"/>
                  </a:lnTo>
                  <a:lnTo>
                    <a:pt x="142681" y="262754"/>
                  </a:lnTo>
                  <a:close/>
                  <a:moveTo>
                    <a:pt x="223838" y="235382"/>
                  </a:moveTo>
                  <a:lnTo>
                    <a:pt x="164323" y="153166"/>
                  </a:lnTo>
                  <a:lnTo>
                    <a:pt x="142681" y="262754"/>
                  </a:lnTo>
                  <a:close/>
                  <a:moveTo>
                    <a:pt x="653884" y="250207"/>
                  </a:moveTo>
                  <a:lnTo>
                    <a:pt x="605278" y="158509"/>
                  </a:lnTo>
                  <a:lnTo>
                    <a:pt x="564214" y="162423"/>
                  </a:lnTo>
                  <a:close/>
                  <a:moveTo>
                    <a:pt x="510010" y="216506"/>
                  </a:moveTo>
                  <a:lnTo>
                    <a:pt x="557759" y="240724"/>
                  </a:lnTo>
                  <a:lnTo>
                    <a:pt x="468584" y="179577"/>
                  </a:lnTo>
                  <a:close/>
                  <a:moveTo>
                    <a:pt x="468584" y="179577"/>
                  </a:moveTo>
                  <a:lnTo>
                    <a:pt x="582395" y="247735"/>
                  </a:lnTo>
                  <a:lnTo>
                    <a:pt x="564214" y="162423"/>
                  </a:lnTo>
                  <a:close/>
                  <a:moveTo>
                    <a:pt x="468584" y="179577"/>
                  </a:moveTo>
                  <a:lnTo>
                    <a:pt x="564214" y="162423"/>
                  </a:lnTo>
                  <a:lnTo>
                    <a:pt x="544699" y="78196"/>
                  </a:lnTo>
                  <a:close/>
                  <a:moveTo>
                    <a:pt x="468584" y="179577"/>
                  </a:moveTo>
                  <a:lnTo>
                    <a:pt x="544699" y="78196"/>
                  </a:lnTo>
                  <a:lnTo>
                    <a:pt x="463769" y="83398"/>
                  </a:lnTo>
                  <a:close/>
                  <a:moveTo>
                    <a:pt x="375300" y="94731"/>
                  </a:moveTo>
                  <a:lnTo>
                    <a:pt x="463769" y="83398"/>
                  </a:lnTo>
                  <a:lnTo>
                    <a:pt x="438186" y="4105"/>
                  </a:lnTo>
                  <a:close/>
                  <a:moveTo>
                    <a:pt x="1115083" y="317813"/>
                  </a:moveTo>
                  <a:lnTo>
                    <a:pt x="1107986" y="349887"/>
                  </a:lnTo>
                  <a:lnTo>
                    <a:pt x="1197030" y="289845"/>
                  </a:lnTo>
                  <a:close/>
                  <a:moveTo>
                    <a:pt x="1215681" y="396713"/>
                  </a:moveTo>
                  <a:lnTo>
                    <a:pt x="1275905" y="372060"/>
                  </a:lnTo>
                  <a:lnTo>
                    <a:pt x="1234235" y="328051"/>
                  </a:lnTo>
                  <a:close/>
                  <a:moveTo>
                    <a:pt x="1086292" y="328281"/>
                  </a:moveTo>
                  <a:lnTo>
                    <a:pt x="1107986" y="349887"/>
                  </a:lnTo>
                  <a:lnTo>
                    <a:pt x="1115083" y="317813"/>
                  </a:lnTo>
                  <a:close/>
                  <a:moveTo>
                    <a:pt x="1018134" y="246066"/>
                  </a:moveTo>
                  <a:lnTo>
                    <a:pt x="1115083" y="317813"/>
                  </a:lnTo>
                  <a:lnTo>
                    <a:pt x="1127318" y="207774"/>
                  </a:lnTo>
                  <a:close/>
                  <a:moveTo>
                    <a:pt x="1018134" y="246066"/>
                  </a:moveTo>
                  <a:lnTo>
                    <a:pt x="1086292" y="328281"/>
                  </a:lnTo>
                  <a:lnTo>
                    <a:pt x="1115083" y="317813"/>
                  </a:lnTo>
                  <a:close/>
                  <a:moveTo>
                    <a:pt x="1197030" y="289845"/>
                  </a:moveTo>
                  <a:lnTo>
                    <a:pt x="1127676" y="207630"/>
                  </a:lnTo>
                  <a:lnTo>
                    <a:pt x="1115083" y="317813"/>
                  </a:lnTo>
                  <a:close/>
                  <a:moveTo>
                    <a:pt x="1339013" y="557223"/>
                  </a:moveTo>
                  <a:lnTo>
                    <a:pt x="1303653" y="587594"/>
                  </a:lnTo>
                  <a:lnTo>
                    <a:pt x="1326804" y="536490"/>
                  </a:lnTo>
                  <a:close/>
                  <a:moveTo>
                    <a:pt x="1297546" y="630434"/>
                  </a:moveTo>
                  <a:lnTo>
                    <a:pt x="1303653" y="587594"/>
                  </a:lnTo>
                  <a:lnTo>
                    <a:pt x="1339013" y="557223"/>
                  </a:lnTo>
                  <a:close/>
                  <a:moveTo>
                    <a:pt x="1275905" y="372060"/>
                  </a:moveTo>
                  <a:lnTo>
                    <a:pt x="1351372" y="447083"/>
                  </a:lnTo>
                  <a:lnTo>
                    <a:pt x="1354409" y="344522"/>
                  </a:lnTo>
                  <a:close/>
                  <a:moveTo>
                    <a:pt x="1243238" y="274218"/>
                  </a:moveTo>
                  <a:lnTo>
                    <a:pt x="1234235" y="328051"/>
                  </a:lnTo>
                  <a:lnTo>
                    <a:pt x="1305450" y="251408"/>
                  </a:lnTo>
                  <a:close/>
                  <a:moveTo>
                    <a:pt x="1234235" y="328051"/>
                  </a:moveTo>
                  <a:lnTo>
                    <a:pt x="1275905" y="372060"/>
                  </a:lnTo>
                  <a:lnTo>
                    <a:pt x="1305450" y="251408"/>
                  </a:lnTo>
                  <a:close/>
                  <a:moveTo>
                    <a:pt x="1305450" y="251408"/>
                  </a:moveTo>
                  <a:lnTo>
                    <a:pt x="1275905" y="372060"/>
                  </a:lnTo>
                  <a:lnTo>
                    <a:pt x="1361595" y="310370"/>
                  </a:lnTo>
                  <a:close/>
                  <a:moveTo>
                    <a:pt x="1361595" y="310370"/>
                  </a:moveTo>
                  <a:lnTo>
                    <a:pt x="1275905" y="372060"/>
                  </a:lnTo>
                  <a:lnTo>
                    <a:pt x="1354409" y="344522"/>
                  </a:lnTo>
                  <a:close/>
                  <a:moveTo>
                    <a:pt x="1354409" y="344522"/>
                  </a:moveTo>
                  <a:lnTo>
                    <a:pt x="1387299" y="333623"/>
                  </a:lnTo>
                  <a:lnTo>
                    <a:pt x="1361595" y="310370"/>
                  </a:lnTo>
                  <a:close/>
                  <a:moveTo>
                    <a:pt x="1197030" y="289845"/>
                  </a:moveTo>
                  <a:lnTo>
                    <a:pt x="1234235" y="328051"/>
                  </a:lnTo>
                  <a:lnTo>
                    <a:pt x="1243238" y="274218"/>
                  </a:lnTo>
                  <a:close/>
                  <a:moveTo>
                    <a:pt x="1228413" y="169193"/>
                  </a:moveTo>
                  <a:lnTo>
                    <a:pt x="1243238" y="274218"/>
                  </a:lnTo>
                  <a:lnTo>
                    <a:pt x="1259530" y="207423"/>
                  </a:lnTo>
                  <a:close/>
                  <a:moveTo>
                    <a:pt x="1197030" y="289845"/>
                  </a:moveTo>
                  <a:lnTo>
                    <a:pt x="1243238" y="274218"/>
                  </a:lnTo>
                  <a:lnTo>
                    <a:pt x="1228413" y="169193"/>
                  </a:lnTo>
                  <a:close/>
                  <a:moveTo>
                    <a:pt x="1127676" y="207630"/>
                  </a:moveTo>
                  <a:lnTo>
                    <a:pt x="1197030" y="289845"/>
                  </a:lnTo>
                  <a:lnTo>
                    <a:pt x="1228413" y="169193"/>
                  </a:lnTo>
                  <a:close/>
                  <a:moveTo>
                    <a:pt x="1243238" y="274218"/>
                  </a:moveTo>
                  <a:lnTo>
                    <a:pt x="1305450" y="251408"/>
                  </a:lnTo>
                  <a:lnTo>
                    <a:pt x="1259530" y="207423"/>
                  </a:lnTo>
                  <a:close/>
                  <a:moveTo>
                    <a:pt x="1525725" y="466022"/>
                  </a:moveTo>
                  <a:lnTo>
                    <a:pt x="1580368" y="382097"/>
                  </a:lnTo>
                  <a:lnTo>
                    <a:pt x="1488657" y="396065"/>
                  </a:lnTo>
                  <a:close/>
                  <a:moveTo>
                    <a:pt x="1580368" y="382097"/>
                  </a:moveTo>
                  <a:lnTo>
                    <a:pt x="1551094" y="295187"/>
                  </a:lnTo>
                  <a:lnTo>
                    <a:pt x="1463036" y="316802"/>
                  </a:lnTo>
                  <a:close/>
                  <a:moveTo>
                    <a:pt x="1580368" y="382097"/>
                  </a:moveTo>
                  <a:lnTo>
                    <a:pt x="1463036" y="316802"/>
                  </a:lnTo>
                  <a:lnTo>
                    <a:pt x="1488657" y="396065"/>
                  </a:lnTo>
                  <a:close/>
                  <a:moveTo>
                    <a:pt x="1361595" y="310370"/>
                  </a:moveTo>
                  <a:lnTo>
                    <a:pt x="1387299" y="333623"/>
                  </a:lnTo>
                  <a:lnTo>
                    <a:pt x="1452269" y="212972"/>
                  </a:lnTo>
                  <a:close/>
                  <a:moveTo>
                    <a:pt x="1452269" y="212972"/>
                  </a:moveTo>
                  <a:lnTo>
                    <a:pt x="1387299" y="333623"/>
                  </a:lnTo>
                  <a:lnTo>
                    <a:pt x="1470620" y="224135"/>
                  </a:lnTo>
                  <a:close/>
                  <a:moveTo>
                    <a:pt x="1470620" y="224135"/>
                  </a:moveTo>
                  <a:lnTo>
                    <a:pt x="1387299" y="333623"/>
                  </a:lnTo>
                  <a:lnTo>
                    <a:pt x="1463036" y="316802"/>
                  </a:lnTo>
                  <a:close/>
                  <a:moveTo>
                    <a:pt x="1463036" y="316802"/>
                  </a:moveTo>
                  <a:lnTo>
                    <a:pt x="1551094" y="295187"/>
                  </a:lnTo>
                  <a:lnTo>
                    <a:pt x="1470620" y="224135"/>
                  </a:lnTo>
                  <a:close/>
                  <a:moveTo>
                    <a:pt x="1305450" y="251408"/>
                  </a:moveTo>
                  <a:lnTo>
                    <a:pt x="1361595" y="310370"/>
                  </a:lnTo>
                  <a:lnTo>
                    <a:pt x="1371160" y="230812"/>
                  </a:lnTo>
                  <a:close/>
                  <a:moveTo>
                    <a:pt x="1259530" y="207423"/>
                  </a:moveTo>
                  <a:lnTo>
                    <a:pt x="1305450" y="251408"/>
                  </a:lnTo>
                  <a:lnTo>
                    <a:pt x="1338183" y="130756"/>
                  </a:lnTo>
                  <a:close/>
                  <a:moveTo>
                    <a:pt x="1338183" y="130756"/>
                  </a:moveTo>
                  <a:lnTo>
                    <a:pt x="1305450" y="251408"/>
                  </a:lnTo>
                  <a:lnTo>
                    <a:pt x="1384809" y="181958"/>
                  </a:lnTo>
                  <a:close/>
                  <a:moveTo>
                    <a:pt x="1384809" y="181958"/>
                  </a:moveTo>
                  <a:lnTo>
                    <a:pt x="1305450" y="251408"/>
                  </a:lnTo>
                  <a:lnTo>
                    <a:pt x="1371160" y="230812"/>
                  </a:lnTo>
                  <a:close/>
                  <a:moveTo>
                    <a:pt x="1185035" y="4763"/>
                  </a:moveTo>
                  <a:lnTo>
                    <a:pt x="1235083" y="80663"/>
                  </a:lnTo>
                  <a:lnTo>
                    <a:pt x="1211185" y="0"/>
                  </a:lnTo>
                  <a:close/>
                  <a:moveTo>
                    <a:pt x="1386573" y="118189"/>
                  </a:moveTo>
                  <a:lnTo>
                    <a:pt x="1384809" y="181958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386573" y="118189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455127" y="22955"/>
                  </a:lnTo>
                  <a:lnTo>
                    <a:pt x="1386573" y="118189"/>
                  </a:lnTo>
                  <a:close/>
                  <a:moveTo>
                    <a:pt x="1475522" y="106467"/>
                  </a:moveTo>
                  <a:lnTo>
                    <a:pt x="1554068" y="103202"/>
                  </a:lnTo>
                  <a:lnTo>
                    <a:pt x="1534697" y="18858"/>
                  </a:lnTo>
                  <a:close/>
                  <a:moveTo>
                    <a:pt x="1475522" y="106467"/>
                  </a:moveTo>
                  <a:lnTo>
                    <a:pt x="1534697" y="18858"/>
                  </a:lnTo>
                  <a:lnTo>
                    <a:pt x="1455127" y="2295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81" name="Candidate_density__2180">
              <a:extLst>
                <a:ext uri="{FF2B5EF4-FFF2-40B4-BE49-F238E27FC236}">
                  <a16:creationId xmlns:a16="http://schemas.microsoft.com/office/drawing/2014/main" id="{B4489652-6F14-BEF3-41D9-D35066B4DDB0}"/>
                </a:ext>
              </a:extLst>
            </p:cNvPr>
            <p:cNvSpPr>
              <a:spLocks noGrp="1"/>
            </p:cNvSpPr>
            <p:nvPr/>
          </p:nvSpPr>
          <p:spPr>
            <a:xfrm>
              <a:off x="3831744" y="2662761"/>
              <a:ext cx="1447572" cy="553491"/>
            </a:xfrm>
            <a:custGeom>
              <a:avLst/>
              <a:gdLst/>
              <a:ahLst/>
              <a:cxnLst/>
              <a:rect l="0" t="0" r="0" b="0"/>
              <a:pathLst>
                <a:path w="1447572" h="553491">
                  <a:moveTo>
                    <a:pt x="43001" y="411471"/>
                  </a:moveTo>
                  <a:lnTo>
                    <a:pt x="75120" y="457919"/>
                  </a:lnTo>
                  <a:lnTo>
                    <a:pt x="83164" y="394831"/>
                  </a:lnTo>
                  <a:close/>
                  <a:moveTo>
                    <a:pt x="25562" y="208604"/>
                  </a:moveTo>
                  <a:lnTo>
                    <a:pt x="101596" y="27975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06008" y="176075"/>
                  </a:lnTo>
                  <a:lnTo>
                    <a:pt x="101596" y="279754"/>
                  </a:lnTo>
                  <a:close/>
                  <a:moveTo>
                    <a:pt x="0" y="126389"/>
                  </a:moveTo>
                  <a:lnTo>
                    <a:pt x="106008" y="176075"/>
                  </a:lnTo>
                  <a:lnTo>
                    <a:pt x="75960" y="100412"/>
                  </a:lnTo>
                  <a:close/>
                  <a:moveTo>
                    <a:pt x="0" y="126389"/>
                  </a:moveTo>
                  <a:lnTo>
                    <a:pt x="25562" y="20860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13966" y="87952"/>
                  </a:lnTo>
                  <a:lnTo>
                    <a:pt x="106008" y="176075"/>
                  </a:lnTo>
                  <a:close/>
                  <a:moveTo>
                    <a:pt x="113966" y="87952"/>
                  </a:moveTo>
                  <a:lnTo>
                    <a:pt x="75960" y="100412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82753" y="252382"/>
                  </a:lnTo>
                  <a:lnTo>
                    <a:pt x="254646" y="213946"/>
                  </a:lnTo>
                  <a:close/>
                  <a:moveTo>
                    <a:pt x="123238" y="170167"/>
                  </a:moveTo>
                  <a:lnTo>
                    <a:pt x="254646" y="213946"/>
                  </a:lnTo>
                  <a:lnTo>
                    <a:pt x="227975" y="131731"/>
                  </a:lnTo>
                  <a:close/>
                  <a:moveTo>
                    <a:pt x="113966" y="87952"/>
                  </a:moveTo>
                  <a:lnTo>
                    <a:pt x="230796" y="115699"/>
                  </a:lnTo>
                  <a:lnTo>
                    <a:pt x="201056" y="59303"/>
                  </a:lnTo>
                  <a:close/>
                  <a:moveTo>
                    <a:pt x="227975" y="131731"/>
                  </a:moveTo>
                  <a:lnTo>
                    <a:pt x="230796" y="115699"/>
                  </a:lnTo>
                  <a:lnTo>
                    <a:pt x="113966" y="87952"/>
                  </a:lnTo>
                  <a:close/>
                  <a:moveTo>
                    <a:pt x="123238" y="170167"/>
                  </a:moveTo>
                  <a:lnTo>
                    <a:pt x="227975" y="131731"/>
                  </a:lnTo>
                  <a:lnTo>
                    <a:pt x="113966" y="87952"/>
                  </a:lnTo>
                  <a:close/>
                  <a:moveTo>
                    <a:pt x="149588" y="27276"/>
                  </a:moveTo>
                  <a:lnTo>
                    <a:pt x="113966" y="87952"/>
                  </a:lnTo>
                  <a:lnTo>
                    <a:pt x="201056" y="59303"/>
                  </a:lnTo>
                  <a:close/>
                  <a:moveTo>
                    <a:pt x="237890" y="49516"/>
                  </a:moveTo>
                  <a:lnTo>
                    <a:pt x="149588" y="27276"/>
                  </a:lnTo>
                  <a:lnTo>
                    <a:pt x="201056" y="59303"/>
                  </a:lnTo>
                  <a:close/>
                  <a:moveTo>
                    <a:pt x="201056" y="59303"/>
                  </a:moveTo>
                  <a:lnTo>
                    <a:pt x="230796" y="115699"/>
                  </a:lnTo>
                  <a:lnTo>
                    <a:pt x="237890" y="49516"/>
                  </a:lnTo>
                  <a:close/>
                  <a:moveTo>
                    <a:pt x="258690" y="212632"/>
                  </a:moveTo>
                  <a:lnTo>
                    <a:pt x="335361" y="210892"/>
                  </a:lnTo>
                  <a:lnTo>
                    <a:pt x="334215" y="111731"/>
                  </a:lnTo>
                  <a:close/>
                  <a:moveTo>
                    <a:pt x="258690" y="212632"/>
                  </a:moveTo>
                  <a:lnTo>
                    <a:pt x="334215" y="111731"/>
                  </a:lnTo>
                  <a:lnTo>
                    <a:pt x="239817" y="127883"/>
                  </a:lnTo>
                  <a:close/>
                  <a:moveTo>
                    <a:pt x="335361" y="210892"/>
                  </a:moveTo>
                  <a:lnTo>
                    <a:pt x="427499" y="196577"/>
                  </a:lnTo>
                  <a:lnTo>
                    <a:pt x="422684" y="100399"/>
                  </a:lnTo>
                  <a:close/>
                  <a:moveTo>
                    <a:pt x="335361" y="210892"/>
                  </a:moveTo>
                  <a:lnTo>
                    <a:pt x="422684" y="100399"/>
                  </a:lnTo>
                  <a:lnTo>
                    <a:pt x="334215" y="111731"/>
                  </a:lnTo>
                  <a:close/>
                  <a:moveTo>
                    <a:pt x="427499" y="196577"/>
                  </a:moveTo>
                  <a:lnTo>
                    <a:pt x="335361" y="210892"/>
                  </a:lnTo>
                  <a:lnTo>
                    <a:pt x="468925" y="233507"/>
                  </a:lnTo>
                  <a:close/>
                  <a:moveTo>
                    <a:pt x="230796" y="115699"/>
                  </a:moveTo>
                  <a:lnTo>
                    <a:pt x="227975" y="131731"/>
                  </a:lnTo>
                  <a:lnTo>
                    <a:pt x="239817" y="127883"/>
                  </a:lnTo>
                  <a:close/>
                  <a:moveTo>
                    <a:pt x="239817" y="127883"/>
                  </a:moveTo>
                  <a:lnTo>
                    <a:pt x="237890" y="49516"/>
                  </a:lnTo>
                  <a:lnTo>
                    <a:pt x="230796" y="115699"/>
                  </a:lnTo>
                  <a:close/>
                  <a:moveTo>
                    <a:pt x="312527" y="29271"/>
                  </a:moveTo>
                  <a:lnTo>
                    <a:pt x="237890" y="49516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12527" y="29271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97101" y="21106"/>
                  </a:lnTo>
                  <a:lnTo>
                    <a:pt x="312527" y="29271"/>
                  </a:lnTo>
                  <a:close/>
                  <a:moveTo>
                    <a:pt x="274381" y="0"/>
                  </a:moveTo>
                  <a:lnTo>
                    <a:pt x="237890" y="49516"/>
                  </a:lnTo>
                  <a:lnTo>
                    <a:pt x="312527" y="29271"/>
                  </a:lnTo>
                  <a:close/>
                  <a:moveTo>
                    <a:pt x="1086591" y="224630"/>
                  </a:moveTo>
                  <a:lnTo>
                    <a:pt x="1086233" y="224775"/>
                  </a:lnTo>
                  <a:lnTo>
                    <a:pt x="1073998" y="334814"/>
                  </a:lnTo>
                  <a:close/>
                  <a:moveTo>
                    <a:pt x="948012" y="201039"/>
                  </a:moveTo>
                  <a:lnTo>
                    <a:pt x="977049" y="263066"/>
                  </a:lnTo>
                  <a:lnTo>
                    <a:pt x="1046481" y="142415"/>
                  </a:lnTo>
                  <a:close/>
                  <a:moveTo>
                    <a:pt x="1046481" y="142415"/>
                  </a:moveTo>
                  <a:lnTo>
                    <a:pt x="977049" y="263066"/>
                  </a:lnTo>
                  <a:lnTo>
                    <a:pt x="1086171" y="223733"/>
                  </a:lnTo>
                  <a:close/>
                  <a:moveTo>
                    <a:pt x="1086171" y="223733"/>
                  </a:moveTo>
                  <a:lnTo>
                    <a:pt x="977049" y="263066"/>
                  </a:lnTo>
                  <a:lnTo>
                    <a:pt x="1086233" y="224775"/>
                  </a:lnTo>
                  <a:close/>
                  <a:moveTo>
                    <a:pt x="1086233" y="224775"/>
                  </a:moveTo>
                  <a:lnTo>
                    <a:pt x="1086591" y="224630"/>
                  </a:lnTo>
                  <a:lnTo>
                    <a:pt x="1086171" y="223733"/>
                  </a:lnTo>
                  <a:close/>
                  <a:moveTo>
                    <a:pt x="1293649" y="471275"/>
                  </a:moveTo>
                  <a:lnTo>
                    <a:pt x="1359301" y="472403"/>
                  </a:lnTo>
                  <a:lnTo>
                    <a:pt x="1310287" y="464083"/>
                  </a:lnTo>
                  <a:close/>
                  <a:moveTo>
                    <a:pt x="1345618" y="515054"/>
                  </a:moveTo>
                  <a:lnTo>
                    <a:pt x="1359301" y="472403"/>
                  </a:lnTo>
                  <a:lnTo>
                    <a:pt x="1293649" y="471275"/>
                  </a:lnTo>
                  <a:close/>
                  <a:moveTo>
                    <a:pt x="1285719" y="553491"/>
                  </a:moveTo>
                  <a:lnTo>
                    <a:pt x="1345618" y="515054"/>
                  </a:lnTo>
                  <a:lnTo>
                    <a:pt x="1293649" y="471275"/>
                  </a:lnTo>
                  <a:close/>
                  <a:moveTo>
                    <a:pt x="1234820" y="389061"/>
                  </a:moveTo>
                  <a:lnTo>
                    <a:pt x="1293649" y="471275"/>
                  </a:lnTo>
                  <a:lnTo>
                    <a:pt x="1310287" y="464083"/>
                  </a:lnTo>
                  <a:close/>
                  <a:moveTo>
                    <a:pt x="1372009" y="432839"/>
                  </a:moveTo>
                  <a:lnTo>
                    <a:pt x="1346214" y="350624"/>
                  </a:lnTo>
                  <a:lnTo>
                    <a:pt x="1310287" y="464083"/>
                  </a:lnTo>
                  <a:close/>
                  <a:moveTo>
                    <a:pt x="1346214" y="350624"/>
                  </a:moveTo>
                  <a:lnTo>
                    <a:pt x="1313323" y="361523"/>
                  </a:lnTo>
                  <a:lnTo>
                    <a:pt x="1310287" y="464083"/>
                  </a:lnTo>
                  <a:close/>
                  <a:moveTo>
                    <a:pt x="1310287" y="464083"/>
                  </a:moveTo>
                  <a:lnTo>
                    <a:pt x="1359301" y="472403"/>
                  </a:lnTo>
                  <a:lnTo>
                    <a:pt x="1372009" y="432839"/>
                  </a:lnTo>
                  <a:close/>
                  <a:moveTo>
                    <a:pt x="1078758" y="130760"/>
                  </a:moveTo>
                  <a:lnTo>
                    <a:pt x="1086171" y="223733"/>
                  </a:lnTo>
                  <a:lnTo>
                    <a:pt x="1170490" y="103979"/>
                  </a:lnTo>
                  <a:close/>
                  <a:moveTo>
                    <a:pt x="1170490" y="103979"/>
                  </a:moveTo>
                  <a:lnTo>
                    <a:pt x="1086171" y="223733"/>
                  </a:lnTo>
                  <a:lnTo>
                    <a:pt x="1086591" y="224630"/>
                  </a:lnTo>
                  <a:close/>
                  <a:moveTo>
                    <a:pt x="1170490" y="103979"/>
                  </a:moveTo>
                  <a:lnTo>
                    <a:pt x="1086591" y="224630"/>
                  </a:lnTo>
                  <a:lnTo>
                    <a:pt x="1187328" y="186194"/>
                  </a:lnTo>
                  <a:close/>
                  <a:moveTo>
                    <a:pt x="1046481" y="142415"/>
                  </a:moveTo>
                  <a:lnTo>
                    <a:pt x="1086171" y="223733"/>
                  </a:lnTo>
                  <a:lnTo>
                    <a:pt x="1078758" y="130760"/>
                  </a:lnTo>
                  <a:close/>
                  <a:moveTo>
                    <a:pt x="1006554" y="60200"/>
                  </a:moveTo>
                  <a:lnTo>
                    <a:pt x="1078758" y="130760"/>
                  </a:lnTo>
                  <a:lnTo>
                    <a:pt x="1069149" y="38480"/>
                  </a:lnTo>
                  <a:close/>
                  <a:moveTo>
                    <a:pt x="1006554" y="60200"/>
                  </a:moveTo>
                  <a:lnTo>
                    <a:pt x="1046481" y="142415"/>
                  </a:lnTo>
                  <a:lnTo>
                    <a:pt x="1078758" y="130760"/>
                  </a:lnTo>
                  <a:close/>
                  <a:moveTo>
                    <a:pt x="1170490" y="103979"/>
                  </a:moveTo>
                  <a:lnTo>
                    <a:pt x="1143950" y="21764"/>
                  </a:lnTo>
                  <a:lnTo>
                    <a:pt x="1078758" y="130760"/>
                  </a:lnTo>
                  <a:close/>
                  <a:moveTo>
                    <a:pt x="1143950" y="21764"/>
                  </a:moveTo>
                  <a:lnTo>
                    <a:pt x="1069149" y="38480"/>
                  </a:lnTo>
                  <a:lnTo>
                    <a:pt x="1078758" y="130760"/>
                  </a:lnTo>
                  <a:close/>
                  <a:moveTo>
                    <a:pt x="1346214" y="350624"/>
                  </a:moveTo>
                  <a:lnTo>
                    <a:pt x="1447572" y="413065"/>
                  </a:lnTo>
                  <a:lnTo>
                    <a:pt x="1421951" y="333803"/>
                  </a:lnTo>
                  <a:close/>
                  <a:moveTo>
                    <a:pt x="1346214" y="350624"/>
                  </a:moveTo>
                  <a:lnTo>
                    <a:pt x="1372009" y="432839"/>
                  </a:lnTo>
                  <a:lnTo>
                    <a:pt x="1447572" y="413065"/>
                  </a:lnTo>
                  <a:close/>
                  <a:moveTo>
                    <a:pt x="1221897" y="175074"/>
                  </a:moveTo>
                  <a:lnTo>
                    <a:pt x="1218445" y="224423"/>
                  </a:lnTo>
                  <a:lnTo>
                    <a:pt x="1297097" y="147757"/>
                  </a:lnTo>
                  <a:close/>
                  <a:moveTo>
                    <a:pt x="1187328" y="186194"/>
                  </a:moveTo>
                  <a:lnTo>
                    <a:pt x="1218445" y="224423"/>
                  </a:lnTo>
                  <a:lnTo>
                    <a:pt x="1221897" y="175074"/>
                  </a:lnTo>
                  <a:close/>
                  <a:moveTo>
                    <a:pt x="1170490" y="103979"/>
                  </a:moveTo>
                  <a:lnTo>
                    <a:pt x="1221897" y="175074"/>
                  </a:lnTo>
                  <a:lnTo>
                    <a:pt x="1193998" y="97663"/>
                  </a:lnTo>
                  <a:close/>
                  <a:moveTo>
                    <a:pt x="1170490" y="103979"/>
                  </a:moveTo>
                  <a:lnTo>
                    <a:pt x="1187328" y="186194"/>
                  </a:lnTo>
                  <a:lnTo>
                    <a:pt x="1221897" y="175074"/>
                  </a:lnTo>
                  <a:close/>
                  <a:moveTo>
                    <a:pt x="1297097" y="147757"/>
                  </a:moveTo>
                  <a:lnTo>
                    <a:pt x="1308403" y="66902"/>
                  </a:lnTo>
                  <a:lnTo>
                    <a:pt x="1221897" y="175074"/>
                  </a:lnTo>
                  <a:close/>
                  <a:moveTo>
                    <a:pt x="1221897" y="175074"/>
                  </a:moveTo>
                  <a:lnTo>
                    <a:pt x="1308403" y="66902"/>
                  </a:lnTo>
                  <a:lnTo>
                    <a:pt x="1306785" y="66561"/>
                  </a:lnTo>
                  <a:close/>
                  <a:moveTo>
                    <a:pt x="1221897" y="175074"/>
                  </a:moveTo>
                  <a:lnTo>
                    <a:pt x="1306785" y="66561"/>
                  </a:lnTo>
                  <a:lnTo>
                    <a:pt x="1193998" y="97663"/>
                  </a:lnTo>
                  <a:close/>
                  <a:moveTo>
                    <a:pt x="1143950" y="21764"/>
                  </a:moveTo>
                  <a:lnTo>
                    <a:pt x="1170490" y="103979"/>
                  </a:lnTo>
                  <a:lnTo>
                    <a:pt x="1193998" y="97663"/>
                  </a:lnTo>
                  <a:close/>
                  <a:moveTo>
                    <a:pt x="1193998" y="97663"/>
                  </a:moveTo>
                  <a:lnTo>
                    <a:pt x="1306785" y="66561"/>
                  </a:lnTo>
                  <a:lnTo>
                    <a:pt x="1170100" y="17001"/>
                  </a:lnTo>
                  <a:close/>
                  <a:moveTo>
                    <a:pt x="1306785" y="66561"/>
                  </a:moveTo>
                  <a:lnTo>
                    <a:pt x="1308403" y="66902"/>
                  </a:lnTo>
                  <a:lnTo>
                    <a:pt x="1308559" y="65542"/>
                  </a:lnTo>
                  <a:close/>
                  <a:moveTo>
                    <a:pt x="1297097" y="147757"/>
                  </a:moveTo>
                  <a:lnTo>
                    <a:pt x="1343724" y="198959"/>
                  </a:lnTo>
                  <a:lnTo>
                    <a:pt x="1345488" y="135189"/>
                  </a:lnTo>
                  <a:close/>
                  <a:moveTo>
                    <a:pt x="1308403" y="66902"/>
                  </a:moveTo>
                  <a:lnTo>
                    <a:pt x="1297097" y="147757"/>
                  </a:lnTo>
                  <a:lnTo>
                    <a:pt x="1345488" y="135189"/>
                  </a:lnTo>
                  <a:close/>
                  <a:moveTo>
                    <a:pt x="1345488" y="135189"/>
                  </a:moveTo>
                  <a:lnTo>
                    <a:pt x="1308559" y="65542"/>
                  </a:lnTo>
                  <a:lnTo>
                    <a:pt x="1308403" y="66902"/>
                  </a:lnTo>
                  <a:close/>
                  <a:moveTo>
                    <a:pt x="1414042" y="39956"/>
                  </a:moveTo>
                  <a:lnTo>
                    <a:pt x="1308559" y="65542"/>
                  </a:lnTo>
                  <a:lnTo>
                    <a:pt x="1345488" y="1351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82" name="Candidate_density__2181">
              <a:extLst>
                <a:ext uri="{FF2B5EF4-FFF2-40B4-BE49-F238E27FC236}">
                  <a16:creationId xmlns:a16="http://schemas.microsoft.com/office/drawing/2014/main" id="{125BE32E-91A8-AE99-CA29-5C8A0394A9ED}"/>
                </a:ext>
              </a:extLst>
            </p:cNvPr>
            <p:cNvSpPr>
              <a:spLocks noGrp="1"/>
            </p:cNvSpPr>
            <p:nvPr/>
          </p:nvSpPr>
          <p:spPr>
            <a:xfrm>
              <a:off x="4062396" y="2881076"/>
              <a:ext cx="1362318" cy="385546"/>
            </a:xfrm>
            <a:custGeom>
              <a:avLst/>
              <a:gdLst/>
              <a:ahLst/>
              <a:cxnLst/>
              <a:rect l="0" t="0" r="0" b="0"/>
              <a:pathLst>
                <a:path w="1362318" h="385546">
                  <a:moveTo>
                    <a:pt x="76317" y="333928"/>
                  </a:moveTo>
                  <a:lnTo>
                    <a:pt x="164654" y="385546"/>
                  </a:lnTo>
                  <a:lnTo>
                    <a:pt x="210479" y="341679"/>
                  </a:lnTo>
                  <a:close/>
                  <a:moveTo>
                    <a:pt x="132305" y="328055"/>
                  </a:moveTo>
                  <a:lnTo>
                    <a:pt x="210479" y="341679"/>
                  </a:lnTo>
                  <a:lnTo>
                    <a:pt x="244337" y="253065"/>
                  </a:lnTo>
                  <a:close/>
                  <a:moveTo>
                    <a:pt x="244337" y="253065"/>
                  </a:moveTo>
                  <a:lnTo>
                    <a:pt x="296932" y="257764"/>
                  </a:lnTo>
                  <a:lnTo>
                    <a:pt x="260377" y="242276"/>
                  </a:lnTo>
                  <a:close/>
                  <a:moveTo>
                    <a:pt x="279604" y="321467"/>
                  </a:moveTo>
                  <a:lnTo>
                    <a:pt x="296932" y="257764"/>
                  </a:lnTo>
                  <a:lnTo>
                    <a:pt x="244337" y="253065"/>
                  </a:lnTo>
                  <a:close/>
                  <a:moveTo>
                    <a:pt x="210479" y="341679"/>
                  </a:moveTo>
                  <a:lnTo>
                    <a:pt x="279604" y="321467"/>
                  </a:lnTo>
                  <a:lnTo>
                    <a:pt x="244337" y="253065"/>
                  </a:lnTo>
                  <a:close/>
                  <a:moveTo>
                    <a:pt x="260377" y="242276"/>
                  </a:moveTo>
                  <a:lnTo>
                    <a:pt x="296932" y="257764"/>
                  </a:lnTo>
                  <a:lnTo>
                    <a:pt x="302212" y="190794"/>
                  </a:lnTo>
                  <a:close/>
                  <a:moveTo>
                    <a:pt x="0" y="112046"/>
                  </a:moveTo>
                  <a:lnTo>
                    <a:pt x="9618" y="34067"/>
                  </a:lnTo>
                  <a:lnTo>
                    <a:pt x="2501" y="115170"/>
                  </a:lnTo>
                  <a:close/>
                  <a:moveTo>
                    <a:pt x="95578" y="0"/>
                  </a:moveTo>
                  <a:lnTo>
                    <a:pt x="9618" y="34067"/>
                  </a:lnTo>
                  <a:lnTo>
                    <a:pt x="50229" y="21185"/>
                  </a:lnTo>
                  <a:close/>
                  <a:moveTo>
                    <a:pt x="267647" y="125014"/>
                  </a:moveTo>
                  <a:lnTo>
                    <a:pt x="302212" y="190794"/>
                  </a:lnTo>
                  <a:lnTo>
                    <a:pt x="316292" y="141932"/>
                  </a:lnTo>
                  <a:close/>
                  <a:moveTo>
                    <a:pt x="260377" y="242276"/>
                  </a:moveTo>
                  <a:lnTo>
                    <a:pt x="302212" y="190794"/>
                  </a:lnTo>
                  <a:lnTo>
                    <a:pt x="248863" y="236251"/>
                  </a:lnTo>
                  <a:close/>
                  <a:moveTo>
                    <a:pt x="379425" y="151198"/>
                  </a:moveTo>
                  <a:lnTo>
                    <a:pt x="316292" y="141932"/>
                  </a:lnTo>
                  <a:lnTo>
                    <a:pt x="302212" y="190794"/>
                  </a:lnTo>
                  <a:close/>
                  <a:moveTo>
                    <a:pt x="1271276" y="350744"/>
                  </a:moveTo>
                  <a:lnTo>
                    <a:pt x="1301672" y="378954"/>
                  </a:lnTo>
                  <a:lnTo>
                    <a:pt x="1317304" y="273824"/>
                  </a:lnTo>
                  <a:close/>
                  <a:moveTo>
                    <a:pt x="1308631" y="180783"/>
                  </a:moveTo>
                  <a:lnTo>
                    <a:pt x="1317304" y="273824"/>
                  </a:lnTo>
                  <a:lnTo>
                    <a:pt x="1362318" y="19772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83" name="Candidate_density__2182">
              <a:extLst>
                <a:ext uri="{FF2B5EF4-FFF2-40B4-BE49-F238E27FC236}">
                  <a16:creationId xmlns:a16="http://schemas.microsoft.com/office/drawing/2014/main" id="{A4EBAD2C-362A-3A8A-8B60-F659B3BFD9B5}"/>
                </a:ext>
              </a:extLst>
            </p:cNvPr>
            <p:cNvSpPr>
              <a:spLocks noGrp="1"/>
            </p:cNvSpPr>
            <p:nvPr/>
          </p:nvSpPr>
          <p:spPr>
            <a:xfrm>
              <a:off x="4227049" y="3154900"/>
              <a:ext cx="1169140" cy="111722"/>
            </a:xfrm>
            <a:custGeom>
              <a:avLst/>
              <a:gdLst/>
              <a:ahLst/>
              <a:cxnLst/>
              <a:rect l="0" t="0" r="0" b="0"/>
              <a:pathLst>
                <a:path w="1169140" h="111722">
                  <a:moveTo>
                    <a:pt x="45825" y="67855"/>
                  </a:moveTo>
                  <a:lnTo>
                    <a:pt x="0" y="111722"/>
                  </a:lnTo>
                  <a:lnTo>
                    <a:pt x="114950" y="47643"/>
                  </a:lnTo>
                  <a:close/>
                  <a:moveTo>
                    <a:pt x="1152651" y="0"/>
                  </a:moveTo>
                  <a:lnTo>
                    <a:pt x="1137019" y="105130"/>
                  </a:lnTo>
                  <a:lnTo>
                    <a:pt x="1142558" y="90564"/>
                  </a:lnTo>
                  <a:close/>
                  <a:moveTo>
                    <a:pt x="1152651" y="0"/>
                  </a:moveTo>
                  <a:lnTo>
                    <a:pt x="1142558" y="90564"/>
                  </a:lnTo>
                  <a:lnTo>
                    <a:pt x="1169140" y="2291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84" name="Candidate_density__2183">
              <a:extLst>
                <a:ext uri="{FF2B5EF4-FFF2-40B4-BE49-F238E27FC236}">
                  <a16:creationId xmlns:a16="http://schemas.microsoft.com/office/drawing/2014/main" id="{591F837D-7084-BD9B-9A66-3452C40A28B7}"/>
                </a:ext>
              </a:extLst>
            </p:cNvPr>
            <p:cNvSpPr>
              <a:spLocks noGrp="1"/>
            </p:cNvSpPr>
            <p:nvPr/>
          </p:nvSpPr>
          <p:spPr>
            <a:xfrm>
              <a:off x="5217370" y="3245464"/>
              <a:ext cx="152237" cy="139875"/>
            </a:xfrm>
            <a:custGeom>
              <a:avLst/>
              <a:gdLst/>
              <a:ahLst/>
              <a:cxnLst/>
              <a:rect l="0" t="0" r="0" b="0"/>
              <a:pathLst>
                <a:path w="152237" h="139875">
                  <a:moveTo>
                    <a:pt x="51452" y="117044"/>
                  </a:moveTo>
                  <a:lnTo>
                    <a:pt x="0" y="139875"/>
                  </a:lnTo>
                  <a:lnTo>
                    <a:pt x="111516" y="62956"/>
                  </a:lnTo>
                  <a:close/>
                  <a:moveTo>
                    <a:pt x="18270" y="135218"/>
                  </a:moveTo>
                  <a:lnTo>
                    <a:pt x="51452" y="117044"/>
                  </a:lnTo>
                  <a:lnTo>
                    <a:pt x="99268" y="80616"/>
                  </a:lnTo>
                  <a:close/>
                  <a:moveTo>
                    <a:pt x="99268" y="80616"/>
                  </a:moveTo>
                  <a:lnTo>
                    <a:pt x="130760" y="35194"/>
                  </a:lnTo>
                  <a:lnTo>
                    <a:pt x="146697" y="14566"/>
                  </a:lnTo>
                  <a:close/>
                  <a:moveTo>
                    <a:pt x="111516" y="62956"/>
                  </a:moveTo>
                  <a:lnTo>
                    <a:pt x="130760" y="35194"/>
                  </a:lnTo>
                  <a:lnTo>
                    <a:pt x="99268" y="80616"/>
                  </a:lnTo>
                  <a:close/>
                  <a:moveTo>
                    <a:pt x="51452" y="117044"/>
                  </a:moveTo>
                  <a:lnTo>
                    <a:pt x="111516" y="62956"/>
                  </a:lnTo>
                  <a:lnTo>
                    <a:pt x="99268" y="80616"/>
                  </a:lnTo>
                  <a:close/>
                  <a:moveTo>
                    <a:pt x="117094" y="53003"/>
                  </a:moveTo>
                  <a:lnTo>
                    <a:pt x="152237" y="0"/>
                  </a:lnTo>
                  <a:lnTo>
                    <a:pt x="130760" y="35194"/>
                  </a:lnTo>
                  <a:close/>
                  <a:moveTo>
                    <a:pt x="146697" y="14566"/>
                  </a:moveTo>
                  <a:lnTo>
                    <a:pt x="130760" y="35194"/>
                  </a:lnTo>
                  <a:lnTo>
                    <a:pt x="152237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85" name="Candidate_density__2184">
              <a:extLst>
                <a:ext uri="{FF2B5EF4-FFF2-40B4-BE49-F238E27FC236}">
                  <a16:creationId xmlns:a16="http://schemas.microsoft.com/office/drawing/2014/main" id="{0BECFE34-BECB-458F-D43F-F76EDFF83E31}"/>
                </a:ext>
              </a:extLst>
            </p:cNvPr>
            <p:cNvSpPr>
              <a:spLocks noGrp="1"/>
            </p:cNvSpPr>
            <p:nvPr/>
          </p:nvSpPr>
          <p:spPr>
            <a:xfrm>
              <a:off x="4194700" y="2916446"/>
              <a:ext cx="1185000" cy="485766"/>
            </a:xfrm>
            <a:custGeom>
              <a:avLst/>
              <a:gdLst/>
              <a:ahLst/>
              <a:cxnLst/>
              <a:rect l="0" t="0" r="0" b="0"/>
              <a:pathLst>
                <a:path w="1185000" h="485766">
                  <a:moveTo>
                    <a:pt x="1467" y="206906"/>
                  </a:moveTo>
                  <a:lnTo>
                    <a:pt x="0" y="292684"/>
                  </a:lnTo>
                  <a:lnTo>
                    <a:pt x="41399" y="232265"/>
                  </a:lnTo>
                  <a:close/>
                  <a:moveTo>
                    <a:pt x="41399" y="232265"/>
                  </a:moveTo>
                  <a:lnTo>
                    <a:pt x="0" y="292684"/>
                  </a:lnTo>
                  <a:lnTo>
                    <a:pt x="112032" y="217694"/>
                  </a:lnTo>
                  <a:close/>
                  <a:moveTo>
                    <a:pt x="1467" y="206906"/>
                  </a:moveTo>
                  <a:lnTo>
                    <a:pt x="41399" y="232265"/>
                  </a:lnTo>
                  <a:lnTo>
                    <a:pt x="52153" y="192649"/>
                  </a:lnTo>
                  <a:close/>
                  <a:moveTo>
                    <a:pt x="116558" y="200881"/>
                  </a:moveTo>
                  <a:lnTo>
                    <a:pt x="52153" y="192649"/>
                  </a:lnTo>
                  <a:lnTo>
                    <a:pt x="41399" y="232265"/>
                  </a:lnTo>
                  <a:close/>
                  <a:moveTo>
                    <a:pt x="52153" y="192649"/>
                  </a:moveTo>
                  <a:lnTo>
                    <a:pt x="116558" y="200881"/>
                  </a:lnTo>
                  <a:lnTo>
                    <a:pt x="65456" y="107008"/>
                  </a:lnTo>
                  <a:close/>
                  <a:moveTo>
                    <a:pt x="116558" y="200881"/>
                  </a:moveTo>
                  <a:lnTo>
                    <a:pt x="135342" y="89644"/>
                  </a:lnTo>
                  <a:lnTo>
                    <a:pt x="65456" y="107008"/>
                  </a:lnTo>
                  <a:close/>
                  <a:moveTo>
                    <a:pt x="135342" y="89644"/>
                  </a:moveTo>
                  <a:lnTo>
                    <a:pt x="183988" y="106561"/>
                  </a:lnTo>
                  <a:lnTo>
                    <a:pt x="142285" y="86254"/>
                  </a:lnTo>
                  <a:close/>
                  <a:moveTo>
                    <a:pt x="136072" y="84924"/>
                  </a:moveTo>
                  <a:lnTo>
                    <a:pt x="65456" y="107008"/>
                  </a:lnTo>
                  <a:lnTo>
                    <a:pt x="135342" y="89644"/>
                  </a:lnTo>
                  <a:close/>
                  <a:moveTo>
                    <a:pt x="136072" y="84924"/>
                  </a:moveTo>
                  <a:lnTo>
                    <a:pt x="135342" y="89644"/>
                  </a:lnTo>
                  <a:lnTo>
                    <a:pt x="142285" y="86254"/>
                  </a:lnTo>
                  <a:close/>
                  <a:moveTo>
                    <a:pt x="117415" y="0"/>
                  </a:moveTo>
                  <a:lnTo>
                    <a:pt x="136072" y="84924"/>
                  </a:lnTo>
                  <a:lnTo>
                    <a:pt x="142285" y="86254"/>
                  </a:lnTo>
                  <a:close/>
                  <a:moveTo>
                    <a:pt x="915816" y="464236"/>
                  </a:moveTo>
                  <a:lnTo>
                    <a:pt x="903439" y="485766"/>
                  </a:lnTo>
                  <a:lnTo>
                    <a:pt x="932604" y="474262"/>
                  </a:lnTo>
                  <a:close/>
                  <a:moveTo>
                    <a:pt x="1121683" y="229337"/>
                  </a:moveTo>
                  <a:lnTo>
                    <a:pt x="1138972" y="315374"/>
                  </a:lnTo>
                  <a:lnTo>
                    <a:pt x="1185000" y="23845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86" name="Candidate_density__2185">
              <a:extLst>
                <a:ext uri="{FF2B5EF4-FFF2-40B4-BE49-F238E27FC236}">
                  <a16:creationId xmlns:a16="http://schemas.microsoft.com/office/drawing/2014/main" id="{DFB79E37-6AD8-E297-4396-F694C5D0A026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96268"/>
              <a:ext cx="1319175" cy="505945"/>
            </a:xfrm>
            <a:custGeom>
              <a:avLst/>
              <a:gdLst/>
              <a:ahLst/>
              <a:cxnLst/>
              <a:rect l="0" t="0" r="0" b="0"/>
              <a:pathLst>
                <a:path w="1319175" h="505945">
                  <a:moveTo>
                    <a:pt x="181670" y="227085"/>
                  </a:moveTo>
                  <a:lnTo>
                    <a:pt x="126024" y="265521"/>
                  </a:lnTo>
                  <a:lnTo>
                    <a:pt x="180204" y="312863"/>
                  </a:lnTo>
                  <a:close/>
                  <a:moveTo>
                    <a:pt x="124385" y="167624"/>
                  </a:moveTo>
                  <a:lnTo>
                    <a:pt x="83103" y="173484"/>
                  </a:lnTo>
                  <a:lnTo>
                    <a:pt x="181670" y="227085"/>
                  </a:lnTo>
                  <a:close/>
                  <a:moveTo>
                    <a:pt x="181670" y="227085"/>
                  </a:moveTo>
                  <a:lnTo>
                    <a:pt x="83103" y="173484"/>
                  </a:lnTo>
                  <a:lnTo>
                    <a:pt x="75718" y="183306"/>
                  </a:lnTo>
                  <a:close/>
                  <a:moveTo>
                    <a:pt x="181670" y="227085"/>
                  </a:moveTo>
                  <a:lnTo>
                    <a:pt x="75718" y="183306"/>
                  </a:lnTo>
                  <a:lnTo>
                    <a:pt x="126024" y="265521"/>
                  </a:lnTo>
                  <a:close/>
                  <a:moveTo>
                    <a:pt x="138258" y="89144"/>
                  </a:moveTo>
                  <a:lnTo>
                    <a:pt x="75718" y="183306"/>
                  </a:lnTo>
                  <a:lnTo>
                    <a:pt x="83103" y="173484"/>
                  </a:lnTo>
                  <a:close/>
                  <a:moveTo>
                    <a:pt x="67117" y="62654"/>
                  </a:moveTo>
                  <a:lnTo>
                    <a:pt x="47899" y="96855"/>
                  </a:lnTo>
                  <a:lnTo>
                    <a:pt x="50400" y="99979"/>
                  </a:lnTo>
                  <a:close/>
                  <a:moveTo>
                    <a:pt x="0" y="18876"/>
                  </a:moveTo>
                  <a:lnTo>
                    <a:pt x="47899" y="96855"/>
                  </a:lnTo>
                  <a:lnTo>
                    <a:pt x="67117" y="62654"/>
                  </a:lnTo>
                  <a:close/>
                  <a:moveTo>
                    <a:pt x="103501" y="144869"/>
                  </a:moveTo>
                  <a:lnTo>
                    <a:pt x="50400" y="99979"/>
                  </a:lnTo>
                  <a:lnTo>
                    <a:pt x="83103" y="173484"/>
                  </a:lnTo>
                  <a:close/>
                  <a:moveTo>
                    <a:pt x="316276" y="105103"/>
                  </a:moveTo>
                  <a:lnTo>
                    <a:pt x="248612" y="99520"/>
                  </a:lnTo>
                  <a:lnTo>
                    <a:pt x="245659" y="127187"/>
                  </a:lnTo>
                  <a:close/>
                  <a:moveTo>
                    <a:pt x="248612" y="99520"/>
                  </a:moveTo>
                  <a:lnTo>
                    <a:pt x="316276" y="105103"/>
                  </a:lnTo>
                  <a:lnTo>
                    <a:pt x="297619" y="20179"/>
                  </a:lnTo>
                  <a:close/>
                  <a:moveTo>
                    <a:pt x="297619" y="20179"/>
                  </a:moveTo>
                  <a:lnTo>
                    <a:pt x="322489" y="106433"/>
                  </a:lnTo>
                  <a:lnTo>
                    <a:pt x="333921" y="24218"/>
                  </a:lnTo>
                  <a:close/>
                  <a:moveTo>
                    <a:pt x="297619" y="20179"/>
                  </a:moveTo>
                  <a:lnTo>
                    <a:pt x="333921" y="24218"/>
                  </a:lnTo>
                  <a:lnTo>
                    <a:pt x="286172" y="0"/>
                  </a:lnTo>
                  <a:close/>
                  <a:moveTo>
                    <a:pt x="1096020" y="484415"/>
                  </a:moveTo>
                  <a:lnTo>
                    <a:pt x="1073708" y="413928"/>
                  </a:lnTo>
                  <a:lnTo>
                    <a:pt x="1083642" y="505945"/>
                  </a:lnTo>
                  <a:close/>
                  <a:moveTo>
                    <a:pt x="1245300" y="335020"/>
                  </a:moveTo>
                  <a:lnTo>
                    <a:pt x="1319175" y="335552"/>
                  </a:lnTo>
                  <a:lnTo>
                    <a:pt x="1301887" y="24951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87" name="Candidate_density__2186">
              <a:extLst>
                <a:ext uri="{FF2B5EF4-FFF2-40B4-BE49-F238E27FC236}">
                  <a16:creationId xmlns:a16="http://schemas.microsoft.com/office/drawing/2014/main" id="{5567A433-EC57-EE78-C5CF-7AE886BD18B0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76707"/>
              <a:ext cx="1136599" cy="503975"/>
            </a:xfrm>
            <a:custGeom>
              <a:avLst/>
              <a:gdLst/>
              <a:ahLst/>
              <a:cxnLst/>
              <a:rect l="0" t="0" r="0" b="0"/>
              <a:pathLst>
                <a:path w="1136599" h="503975">
                  <a:moveTo>
                    <a:pt x="71893" y="0"/>
                  </a:moveTo>
                  <a:lnTo>
                    <a:pt x="0" y="38436"/>
                  </a:lnTo>
                  <a:lnTo>
                    <a:pt x="67117" y="82215"/>
                  </a:lnTo>
                  <a:close/>
                  <a:moveTo>
                    <a:pt x="103501" y="164430"/>
                  </a:moveTo>
                  <a:lnTo>
                    <a:pt x="83103" y="193044"/>
                  </a:lnTo>
                  <a:lnTo>
                    <a:pt x="124385" y="187184"/>
                  </a:lnTo>
                  <a:close/>
                  <a:moveTo>
                    <a:pt x="103501" y="164430"/>
                  </a:moveTo>
                  <a:lnTo>
                    <a:pt x="67117" y="82215"/>
                  </a:lnTo>
                  <a:lnTo>
                    <a:pt x="50400" y="119539"/>
                  </a:lnTo>
                  <a:close/>
                  <a:moveTo>
                    <a:pt x="248612" y="119080"/>
                  </a:moveTo>
                  <a:lnTo>
                    <a:pt x="297619" y="39739"/>
                  </a:lnTo>
                  <a:lnTo>
                    <a:pt x="222079" y="40559"/>
                  </a:lnTo>
                  <a:close/>
                  <a:moveTo>
                    <a:pt x="222079" y="40559"/>
                  </a:moveTo>
                  <a:lnTo>
                    <a:pt x="286172" y="19560"/>
                  </a:lnTo>
                  <a:lnTo>
                    <a:pt x="214049" y="28563"/>
                  </a:lnTo>
                  <a:close/>
                  <a:moveTo>
                    <a:pt x="222079" y="40559"/>
                  </a:moveTo>
                  <a:lnTo>
                    <a:pt x="297619" y="39739"/>
                  </a:lnTo>
                  <a:lnTo>
                    <a:pt x="286172" y="19560"/>
                  </a:lnTo>
                  <a:close/>
                  <a:moveTo>
                    <a:pt x="1096020" y="503975"/>
                  </a:moveTo>
                  <a:lnTo>
                    <a:pt x="1073954" y="421760"/>
                  </a:lnTo>
                  <a:lnTo>
                    <a:pt x="1073708" y="433489"/>
                  </a:lnTo>
                  <a:close/>
                  <a:moveTo>
                    <a:pt x="1073954" y="421760"/>
                  </a:moveTo>
                  <a:lnTo>
                    <a:pt x="1096020" y="503975"/>
                  </a:lnTo>
                  <a:lnTo>
                    <a:pt x="1136599" y="482452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88" name="Candidate_density__2187">
              <a:extLst>
                <a:ext uri="{FF2B5EF4-FFF2-40B4-BE49-F238E27FC236}">
                  <a16:creationId xmlns:a16="http://schemas.microsoft.com/office/drawing/2014/main" id="{5F07C1FB-371B-D52E-8577-34C1AA525915}"/>
                </a:ext>
              </a:extLst>
            </p:cNvPr>
            <p:cNvSpPr>
              <a:spLocks noGrp="1"/>
            </p:cNvSpPr>
            <p:nvPr/>
          </p:nvSpPr>
          <p:spPr>
            <a:xfrm>
              <a:off x="4236099" y="3006090"/>
              <a:ext cx="1097573" cy="396122"/>
            </a:xfrm>
            <a:custGeom>
              <a:avLst/>
              <a:gdLst/>
              <a:ahLst/>
              <a:cxnLst/>
              <a:rect l="0" t="0" r="0" b="0"/>
              <a:pathLst>
                <a:path w="1097573" h="396122">
                  <a:moveTo>
                    <a:pt x="75159" y="111237"/>
                  </a:moveTo>
                  <a:lnTo>
                    <a:pt x="0" y="142621"/>
                  </a:lnTo>
                  <a:lnTo>
                    <a:pt x="70633" y="128051"/>
                  </a:lnTo>
                  <a:close/>
                  <a:moveTo>
                    <a:pt x="75159" y="111237"/>
                  </a:moveTo>
                  <a:lnTo>
                    <a:pt x="70633" y="128051"/>
                  </a:lnTo>
                  <a:lnTo>
                    <a:pt x="86674" y="117262"/>
                  </a:lnTo>
                  <a:close/>
                  <a:moveTo>
                    <a:pt x="75159" y="111237"/>
                  </a:moveTo>
                  <a:lnTo>
                    <a:pt x="128509" y="65780"/>
                  </a:lnTo>
                  <a:lnTo>
                    <a:pt x="93943" y="0"/>
                  </a:lnTo>
                  <a:close/>
                  <a:moveTo>
                    <a:pt x="968113" y="393507"/>
                  </a:moveTo>
                  <a:lnTo>
                    <a:pt x="891205" y="384618"/>
                  </a:lnTo>
                  <a:lnTo>
                    <a:pt x="862040" y="396122"/>
                  </a:lnTo>
                  <a:close/>
                  <a:moveTo>
                    <a:pt x="968113" y="393507"/>
                  </a:moveTo>
                  <a:lnTo>
                    <a:pt x="1015559" y="355696"/>
                  </a:lnTo>
                  <a:lnTo>
                    <a:pt x="891205" y="384618"/>
                  </a:lnTo>
                  <a:close/>
                  <a:moveTo>
                    <a:pt x="1026612" y="322920"/>
                  </a:moveTo>
                  <a:lnTo>
                    <a:pt x="1015559" y="355696"/>
                  </a:lnTo>
                  <a:lnTo>
                    <a:pt x="1052561" y="336155"/>
                  </a:lnTo>
                  <a:close/>
                  <a:moveTo>
                    <a:pt x="1026612" y="322920"/>
                  </a:moveTo>
                  <a:lnTo>
                    <a:pt x="1052561" y="336155"/>
                  </a:lnTo>
                  <a:lnTo>
                    <a:pt x="1097573" y="22573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89" name="Candidate_density__2188">
              <a:extLst>
                <a:ext uri="{FF2B5EF4-FFF2-40B4-BE49-F238E27FC236}">
                  <a16:creationId xmlns:a16="http://schemas.microsoft.com/office/drawing/2014/main" id="{D66F9DFB-A8AB-37C5-45F8-CBC7CF8FD0AD}"/>
                </a:ext>
              </a:extLst>
            </p:cNvPr>
            <p:cNvSpPr>
              <a:spLocks noGrp="1"/>
            </p:cNvSpPr>
            <p:nvPr/>
          </p:nvSpPr>
          <p:spPr>
            <a:xfrm>
              <a:off x="4059719" y="2790644"/>
              <a:ext cx="1256664" cy="568516"/>
            </a:xfrm>
            <a:custGeom>
              <a:avLst/>
              <a:gdLst/>
              <a:ahLst/>
              <a:cxnLst/>
              <a:rect l="0" t="0" r="0" b="0"/>
              <a:pathLst>
                <a:path w="1256664" h="568516">
                  <a:moveTo>
                    <a:pt x="26671" y="86063"/>
                  </a:moveTo>
                  <a:lnTo>
                    <a:pt x="81091" y="143886"/>
                  </a:lnTo>
                  <a:lnTo>
                    <a:pt x="30715" y="84749"/>
                  </a:lnTo>
                  <a:close/>
                  <a:moveTo>
                    <a:pt x="26671" y="86063"/>
                  </a:moveTo>
                  <a:lnTo>
                    <a:pt x="21895" y="168278"/>
                  </a:lnTo>
                  <a:lnTo>
                    <a:pt x="81091" y="143886"/>
                  </a:lnTo>
                  <a:close/>
                  <a:moveTo>
                    <a:pt x="149251" y="129842"/>
                  </a:moveTo>
                  <a:lnTo>
                    <a:pt x="168827" y="114627"/>
                  </a:lnTo>
                  <a:lnTo>
                    <a:pt x="81091" y="143886"/>
                  </a:lnTo>
                  <a:close/>
                  <a:moveTo>
                    <a:pt x="81091" y="143886"/>
                  </a:moveTo>
                  <a:lnTo>
                    <a:pt x="168827" y="114627"/>
                  </a:lnTo>
                  <a:lnTo>
                    <a:pt x="107386" y="83009"/>
                  </a:lnTo>
                  <a:close/>
                  <a:moveTo>
                    <a:pt x="81091" y="143886"/>
                  </a:moveTo>
                  <a:lnTo>
                    <a:pt x="107386" y="83009"/>
                  </a:lnTo>
                  <a:lnTo>
                    <a:pt x="30715" y="84749"/>
                  </a:lnTo>
                  <a:close/>
                  <a:moveTo>
                    <a:pt x="0" y="3848"/>
                  </a:moveTo>
                  <a:lnTo>
                    <a:pt x="30715" y="84749"/>
                  </a:lnTo>
                  <a:lnTo>
                    <a:pt x="11842" y="0"/>
                  </a:lnTo>
                  <a:close/>
                  <a:moveTo>
                    <a:pt x="0" y="3848"/>
                  </a:moveTo>
                  <a:lnTo>
                    <a:pt x="26671" y="86063"/>
                  </a:lnTo>
                  <a:lnTo>
                    <a:pt x="30715" y="84749"/>
                  </a:lnTo>
                  <a:close/>
                  <a:moveTo>
                    <a:pt x="107386" y="83009"/>
                  </a:moveTo>
                  <a:lnTo>
                    <a:pt x="168827" y="114627"/>
                  </a:lnTo>
                  <a:lnTo>
                    <a:pt x="240950" y="105624"/>
                  </a:lnTo>
                  <a:close/>
                  <a:moveTo>
                    <a:pt x="168827" y="114627"/>
                  </a:moveTo>
                  <a:lnTo>
                    <a:pt x="149251" y="129842"/>
                  </a:lnTo>
                  <a:lnTo>
                    <a:pt x="176857" y="126622"/>
                  </a:lnTo>
                  <a:close/>
                  <a:moveTo>
                    <a:pt x="1034593" y="476712"/>
                  </a:moveTo>
                  <a:lnTo>
                    <a:pt x="1028486" y="519552"/>
                  </a:lnTo>
                  <a:lnTo>
                    <a:pt x="1028732" y="507823"/>
                  </a:lnTo>
                  <a:close/>
                  <a:moveTo>
                    <a:pt x="1028732" y="507823"/>
                  </a:moveTo>
                  <a:lnTo>
                    <a:pt x="1091376" y="568516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28732" y="507823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57800" y="495720"/>
                  </a:lnTo>
                  <a:lnTo>
                    <a:pt x="1057743" y="425608"/>
                  </a:lnTo>
                  <a:close/>
                  <a:moveTo>
                    <a:pt x="1057743" y="425608"/>
                  </a:moveTo>
                  <a:lnTo>
                    <a:pt x="1057800" y="495720"/>
                  </a:lnTo>
                  <a:lnTo>
                    <a:pt x="1108146" y="469386"/>
                  </a:lnTo>
                  <a:close/>
                  <a:moveTo>
                    <a:pt x="1057743" y="425608"/>
                  </a:moveTo>
                  <a:lnTo>
                    <a:pt x="1108146" y="469386"/>
                  </a:lnTo>
                  <a:lnTo>
                    <a:pt x="1117642" y="387172"/>
                  </a:lnTo>
                  <a:close/>
                  <a:moveTo>
                    <a:pt x="1117642" y="387172"/>
                  </a:moveTo>
                  <a:lnTo>
                    <a:pt x="1200077" y="440644"/>
                  </a:lnTo>
                  <a:lnTo>
                    <a:pt x="1158769" y="374135"/>
                  </a:lnTo>
                  <a:close/>
                  <a:moveTo>
                    <a:pt x="1117642" y="387172"/>
                  </a:moveTo>
                  <a:lnTo>
                    <a:pt x="1108146" y="469386"/>
                  </a:lnTo>
                  <a:lnTo>
                    <a:pt x="1200077" y="440644"/>
                  </a:lnTo>
                  <a:close/>
                  <a:moveTo>
                    <a:pt x="1200077" y="440644"/>
                  </a:moveTo>
                  <a:lnTo>
                    <a:pt x="1256664" y="355140"/>
                  </a:lnTo>
                  <a:lnTo>
                    <a:pt x="1158769" y="374135"/>
                  </a:lnTo>
                  <a:close/>
                  <a:moveTo>
                    <a:pt x="1131326" y="344520"/>
                  </a:moveTo>
                  <a:lnTo>
                    <a:pt x="1117642" y="387172"/>
                  </a:lnTo>
                  <a:lnTo>
                    <a:pt x="1158769" y="374135"/>
                  </a:lnTo>
                  <a:close/>
                  <a:moveTo>
                    <a:pt x="1158769" y="374135"/>
                  </a:moveTo>
                  <a:lnTo>
                    <a:pt x="1144034" y="304956"/>
                  </a:lnTo>
                  <a:lnTo>
                    <a:pt x="1131326" y="344520"/>
                  </a:lnTo>
                  <a:close/>
                  <a:moveTo>
                    <a:pt x="1219597" y="285183"/>
                  </a:moveTo>
                  <a:lnTo>
                    <a:pt x="1144034" y="304956"/>
                  </a:lnTo>
                  <a:lnTo>
                    <a:pt x="1158769" y="374135"/>
                  </a:lnTo>
                  <a:close/>
                  <a:moveTo>
                    <a:pt x="1256664" y="355140"/>
                  </a:moveTo>
                  <a:lnTo>
                    <a:pt x="1219597" y="285183"/>
                  </a:lnTo>
                  <a:lnTo>
                    <a:pt x="1158769" y="37413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90" name="Candidate_density__2189">
              <a:extLst>
                <a:ext uri="{FF2B5EF4-FFF2-40B4-BE49-F238E27FC236}">
                  <a16:creationId xmlns:a16="http://schemas.microsoft.com/office/drawing/2014/main" id="{97B8A303-4F6C-45E6-7D09-666AD6A9FFA0}"/>
                </a:ext>
              </a:extLst>
            </p:cNvPr>
            <p:cNvSpPr>
              <a:spLocks noGrp="1"/>
            </p:cNvSpPr>
            <p:nvPr/>
          </p:nvSpPr>
          <p:spPr>
            <a:xfrm>
              <a:off x="5098139" y="3231820"/>
              <a:ext cx="265929" cy="170393"/>
            </a:xfrm>
            <a:custGeom>
              <a:avLst/>
              <a:gdLst/>
              <a:ahLst/>
              <a:cxnLst/>
              <a:rect l="0" t="0" r="0" b="0"/>
              <a:pathLst>
                <a:path w="265929" h="170393">
                  <a:moveTo>
                    <a:pt x="106073" y="167777"/>
                  </a:moveTo>
                  <a:lnTo>
                    <a:pt x="0" y="170393"/>
                  </a:lnTo>
                  <a:lnTo>
                    <a:pt x="78129" y="167467"/>
                  </a:lnTo>
                  <a:close/>
                  <a:moveTo>
                    <a:pt x="137502" y="148862"/>
                  </a:moveTo>
                  <a:lnTo>
                    <a:pt x="190521" y="110426"/>
                  </a:lnTo>
                  <a:lnTo>
                    <a:pt x="153519" y="129967"/>
                  </a:lnTo>
                  <a:close/>
                  <a:moveTo>
                    <a:pt x="235533" y="0"/>
                  </a:moveTo>
                  <a:lnTo>
                    <a:pt x="190521" y="110426"/>
                  </a:lnTo>
                  <a:lnTo>
                    <a:pt x="218500" y="94260"/>
                  </a:lnTo>
                  <a:close/>
                  <a:moveTo>
                    <a:pt x="235533" y="0"/>
                  </a:moveTo>
                  <a:lnTo>
                    <a:pt x="218500" y="94260"/>
                  </a:lnTo>
                  <a:lnTo>
                    <a:pt x="265929" y="2821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91" name="Candidate_density__2190">
              <a:extLst>
                <a:ext uri="{FF2B5EF4-FFF2-40B4-BE49-F238E27FC236}">
                  <a16:creationId xmlns:a16="http://schemas.microsoft.com/office/drawing/2014/main" id="{4C960195-5C9C-163F-E3EC-CA6F6EC13907}"/>
                </a:ext>
              </a:extLst>
            </p:cNvPr>
            <p:cNvSpPr>
              <a:spLocks noGrp="1"/>
            </p:cNvSpPr>
            <p:nvPr/>
          </p:nvSpPr>
          <p:spPr>
            <a:xfrm>
              <a:off x="5204212" y="3326080"/>
              <a:ext cx="112426" cy="73517"/>
            </a:xfrm>
            <a:custGeom>
              <a:avLst/>
              <a:gdLst/>
              <a:ahLst/>
              <a:cxnLst/>
              <a:rect l="0" t="0" r="0" b="0"/>
              <a:pathLst>
                <a:path w="112426" h="73517">
                  <a:moveTo>
                    <a:pt x="31429" y="54602"/>
                  </a:moveTo>
                  <a:lnTo>
                    <a:pt x="47446" y="35707"/>
                  </a:lnTo>
                  <a:lnTo>
                    <a:pt x="0" y="73517"/>
                  </a:lnTo>
                  <a:close/>
                  <a:moveTo>
                    <a:pt x="84448" y="16166"/>
                  </a:moveTo>
                  <a:lnTo>
                    <a:pt x="31429" y="54602"/>
                  </a:lnTo>
                  <a:lnTo>
                    <a:pt x="112426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92" name="Candidate_density__2191">
              <a:extLst>
                <a:ext uri="{FF2B5EF4-FFF2-40B4-BE49-F238E27FC236}">
                  <a16:creationId xmlns:a16="http://schemas.microsoft.com/office/drawing/2014/main" id="{C4C2DC6B-3FAA-BB0E-8225-C5FC5F586AA1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17266"/>
              <a:ext cx="1181098" cy="441894"/>
            </a:xfrm>
            <a:custGeom>
              <a:avLst/>
              <a:gdLst/>
              <a:ahLst/>
              <a:cxnLst/>
              <a:rect l="0" t="0" r="0" b="0"/>
              <a:pathLst>
                <a:path w="1181098" h="441894">
                  <a:moveTo>
                    <a:pt x="76349" y="103411"/>
                  </a:moveTo>
                  <a:lnTo>
                    <a:pt x="57268" y="146625"/>
                  </a:lnTo>
                  <a:lnTo>
                    <a:pt x="129983" y="85435"/>
                  </a:lnTo>
                  <a:close/>
                  <a:moveTo>
                    <a:pt x="36384" y="123871"/>
                  </a:moveTo>
                  <a:lnTo>
                    <a:pt x="57268" y="146625"/>
                  </a:lnTo>
                  <a:lnTo>
                    <a:pt x="76349" y="103411"/>
                  </a:lnTo>
                  <a:close/>
                  <a:moveTo>
                    <a:pt x="0" y="41656"/>
                  </a:moveTo>
                  <a:lnTo>
                    <a:pt x="36384" y="123871"/>
                  </a:lnTo>
                  <a:lnTo>
                    <a:pt x="76349" y="103411"/>
                  </a:lnTo>
                  <a:close/>
                  <a:moveTo>
                    <a:pt x="129983" y="85435"/>
                  </a:moveTo>
                  <a:lnTo>
                    <a:pt x="127357" y="3220"/>
                  </a:lnTo>
                  <a:lnTo>
                    <a:pt x="76349" y="103411"/>
                  </a:lnTo>
                  <a:close/>
                  <a:moveTo>
                    <a:pt x="127357" y="3220"/>
                  </a:moveTo>
                  <a:lnTo>
                    <a:pt x="181495" y="78521"/>
                  </a:lnTo>
                  <a:lnTo>
                    <a:pt x="154962" y="0"/>
                  </a:lnTo>
                  <a:close/>
                  <a:moveTo>
                    <a:pt x="127357" y="3220"/>
                  </a:moveTo>
                  <a:lnTo>
                    <a:pt x="129983" y="85435"/>
                  </a:lnTo>
                  <a:lnTo>
                    <a:pt x="181495" y="78521"/>
                  </a:lnTo>
                  <a:close/>
                  <a:moveTo>
                    <a:pt x="1106697" y="424980"/>
                  </a:moveTo>
                  <a:lnTo>
                    <a:pt x="1086251" y="342764"/>
                  </a:lnTo>
                  <a:lnTo>
                    <a:pt x="1069482" y="441894"/>
                  </a:lnTo>
                  <a:close/>
                  <a:moveTo>
                    <a:pt x="1086251" y="342764"/>
                  </a:moveTo>
                  <a:lnTo>
                    <a:pt x="1181098" y="411744"/>
                  </a:lnTo>
                  <a:lnTo>
                    <a:pt x="1178183" y="314022"/>
                  </a:lnTo>
                  <a:close/>
                  <a:moveTo>
                    <a:pt x="1086251" y="342764"/>
                  </a:moveTo>
                  <a:lnTo>
                    <a:pt x="1106697" y="424980"/>
                  </a:lnTo>
                  <a:lnTo>
                    <a:pt x="1181098" y="41174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93" name="Candidate_density__2192">
              <a:extLst>
                <a:ext uri="{FF2B5EF4-FFF2-40B4-BE49-F238E27FC236}">
                  <a16:creationId xmlns:a16="http://schemas.microsoft.com/office/drawing/2014/main" id="{F36141B3-7C37-CC8D-613F-70E948AA8DE2}"/>
                </a:ext>
              </a:extLst>
            </p:cNvPr>
            <p:cNvSpPr>
              <a:spLocks noGrp="1"/>
            </p:cNvSpPr>
            <p:nvPr/>
          </p:nvSpPr>
          <p:spPr>
            <a:xfrm>
              <a:off x="4138882" y="2995787"/>
              <a:ext cx="1194790" cy="394921"/>
            </a:xfrm>
            <a:custGeom>
              <a:avLst/>
              <a:gdLst/>
              <a:ahLst/>
              <a:cxnLst/>
              <a:rect l="0" t="0" r="0" b="0"/>
              <a:pathLst>
                <a:path w="1194790" h="394921">
                  <a:moveTo>
                    <a:pt x="0" y="68104"/>
                  </a:moveTo>
                  <a:lnTo>
                    <a:pt x="57285" y="127565"/>
                  </a:lnTo>
                  <a:lnTo>
                    <a:pt x="72715" y="6914"/>
                  </a:lnTo>
                  <a:close/>
                  <a:moveTo>
                    <a:pt x="72715" y="6914"/>
                  </a:moveTo>
                  <a:lnTo>
                    <a:pt x="57285" y="127565"/>
                  </a:lnTo>
                  <a:lnTo>
                    <a:pt x="121274" y="27667"/>
                  </a:lnTo>
                  <a:close/>
                  <a:moveTo>
                    <a:pt x="121274" y="27667"/>
                  </a:moveTo>
                  <a:lnTo>
                    <a:pt x="57285" y="127565"/>
                  </a:lnTo>
                  <a:lnTo>
                    <a:pt x="107971" y="113308"/>
                  </a:lnTo>
                  <a:close/>
                  <a:moveTo>
                    <a:pt x="72715" y="6914"/>
                  </a:moveTo>
                  <a:lnTo>
                    <a:pt x="121274" y="27667"/>
                  </a:lnTo>
                  <a:lnTo>
                    <a:pt x="124227" y="0"/>
                  </a:lnTo>
                  <a:close/>
                  <a:moveTo>
                    <a:pt x="971634" y="384895"/>
                  </a:moveTo>
                  <a:lnTo>
                    <a:pt x="988422" y="394921"/>
                  </a:lnTo>
                  <a:lnTo>
                    <a:pt x="1012213" y="363372"/>
                  </a:lnTo>
                  <a:close/>
                  <a:moveTo>
                    <a:pt x="988422" y="394921"/>
                  </a:moveTo>
                  <a:lnTo>
                    <a:pt x="1049429" y="346458"/>
                  </a:lnTo>
                  <a:lnTo>
                    <a:pt x="1012213" y="363372"/>
                  </a:lnTo>
                  <a:close/>
                  <a:moveTo>
                    <a:pt x="1120914" y="235500"/>
                  </a:moveTo>
                  <a:lnTo>
                    <a:pt x="1123829" y="333223"/>
                  </a:lnTo>
                  <a:lnTo>
                    <a:pt x="1194790" y="23603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94" name="Candidate_density__2193">
              <a:extLst>
                <a:ext uri="{FF2B5EF4-FFF2-40B4-BE49-F238E27FC236}">
                  <a16:creationId xmlns:a16="http://schemas.microsoft.com/office/drawing/2014/main" id="{1A84A870-6E5E-B7BE-7F91-EB3CB6E12691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20485"/>
              <a:ext cx="1086251" cy="438674"/>
            </a:xfrm>
            <a:custGeom>
              <a:avLst/>
              <a:gdLst/>
              <a:ahLst/>
              <a:cxnLst/>
              <a:rect l="0" t="0" r="0" b="0"/>
              <a:pathLst>
                <a:path w="1086251" h="438674">
                  <a:moveTo>
                    <a:pt x="0" y="38437"/>
                  </a:moveTo>
                  <a:lnTo>
                    <a:pt x="76349" y="100191"/>
                  </a:lnTo>
                  <a:lnTo>
                    <a:pt x="59196" y="14044"/>
                  </a:lnTo>
                  <a:close/>
                  <a:moveTo>
                    <a:pt x="127357" y="0"/>
                  </a:moveTo>
                  <a:lnTo>
                    <a:pt x="59196" y="14044"/>
                  </a:lnTo>
                  <a:lnTo>
                    <a:pt x="76349" y="100191"/>
                  </a:lnTo>
                  <a:close/>
                  <a:moveTo>
                    <a:pt x="1086251" y="339545"/>
                  </a:moveTo>
                  <a:lnTo>
                    <a:pt x="1035906" y="365879"/>
                  </a:lnTo>
                  <a:lnTo>
                    <a:pt x="1069482" y="43867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95" name="Candidate_density__2194">
              <a:extLst>
                <a:ext uri="{FF2B5EF4-FFF2-40B4-BE49-F238E27FC236}">
                  <a16:creationId xmlns:a16="http://schemas.microsoft.com/office/drawing/2014/main" id="{9A43E8B9-A27D-45F2-D5D0-7C1C49AB251E}"/>
                </a:ext>
              </a:extLst>
            </p:cNvPr>
            <p:cNvSpPr>
              <a:spLocks noGrp="1"/>
            </p:cNvSpPr>
            <p:nvPr/>
          </p:nvSpPr>
          <p:spPr>
            <a:xfrm>
              <a:off x="5127304" y="3329010"/>
              <a:ext cx="135408" cy="61698"/>
            </a:xfrm>
            <a:custGeom>
              <a:avLst/>
              <a:gdLst/>
              <a:ahLst/>
              <a:cxnLst/>
              <a:rect l="0" t="0" r="0" b="0"/>
              <a:pathLst>
                <a:path w="135408" h="61698">
                  <a:moveTo>
                    <a:pt x="124354" y="32777"/>
                  </a:moveTo>
                  <a:lnTo>
                    <a:pt x="61007" y="13236"/>
                  </a:lnTo>
                  <a:lnTo>
                    <a:pt x="0" y="61698"/>
                  </a:lnTo>
                  <a:close/>
                  <a:moveTo>
                    <a:pt x="61007" y="13236"/>
                  </a:moveTo>
                  <a:lnTo>
                    <a:pt x="124354" y="32777"/>
                  </a:lnTo>
                  <a:lnTo>
                    <a:pt x="13540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</p:grpSp>
      <p:grpSp>
        <p:nvGrpSpPr>
          <p:cNvPr id="6216" name="Find：受体主链">
            <a:extLst>
              <a:ext uri="{FF2B5EF4-FFF2-40B4-BE49-F238E27FC236}">
                <a16:creationId xmlns:a16="http://schemas.microsoft.com/office/drawing/2014/main" id="{8C6C0589-0D5B-32DC-854C-529AB8D6C85D}"/>
              </a:ext>
            </a:extLst>
          </p:cNvPr>
          <p:cNvGrpSpPr/>
          <p:nvPr/>
        </p:nvGrpSpPr>
        <p:grpSpPr>
          <a:xfrm>
            <a:off x="4401604" y="1793455"/>
            <a:ext cx="929623" cy="1152063"/>
            <a:chOff x="3601423" y="1531829"/>
            <a:chExt cx="3221145" cy="3991899"/>
          </a:xfrm>
        </p:grpSpPr>
        <p:sp>
          <p:nvSpPr>
            <p:cNvPr id="2196" name="Candidate_receptor__2195">
              <a:extLst>
                <a:ext uri="{FF2B5EF4-FFF2-40B4-BE49-F238E27FC236}">
                  <a16:creationId xmlns:a16="http://schemas.microsoft.com/office/drawing/2014/main" id="{BECD77B1-71F2-4B43-CACC-124B41DB298B}"/>
                </a:ext>
              </a:extLst>
            </p:cNvPr>
            <p:cNvSpPr>
              <a:spLocks noGrp="1"/>
            </p:cNvSpPr>
            <p:nvPr/>
          </p:nvSpPr>
          <p:spPr>
            <a:xfrm>
              <a:off x="5046711" y="4901734"/>
              <a:ext cx="109638" cy="5665"/>
            </a:xfrm>
            <a:custGeom>
              <a:avLst/>
              <a:gdLst/>
              <a:ahLst/>
              <a:cxnLst/>
              <a:rect l="0" t="0" r="0" b="0"/>
              <a:pathLst>
                <a:path w="109638" h="5665">
                  <a:moveTo>
                    <a:pt x="109638" y="0"/>
                  </a:moveTo>
                  <a:lnTo>
                    <a:pt x="0" y="5665"/>
                  </a:lnTo>
                </a:path>
              </a:pathLst>
            </a:custGeom>
            <a:noFill/>
            <a:ln w="20003">
              <a:solidFill>
                <a:srgbClr val="DBE0E3"/>
              </a:solidFill>
            </a:ln>
          </p:spPr>
        </p:sp>
        <p:sp>
          <p:nvSpPr>
            <p:cNvPr id="2197" name="Candidate_receptor__2196">
              <a:extLst>
                <a:ext uri="{FF2B5EF4-FFF2-40B4-BE49-F238E27FC236}">
                  <a16:creationId xmlns:a16="http://schemas.microsoft.com/office/drawing/2014/main" id="{7E2F03B7-3E92-44A4-12F7-0534CD9E0DFC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907399"/>
              <a:ext cx="34930" cy="47760"/>
            </a:xfrm>
            <a:custGeom>
              <a:avLst/>
              <a:gdLst/>
              <a:ahLst/>
              <a:cxnLst/>
              <a:rect l="0" t="0" r="0" b="0"/>
              <a:pathLst>
                <a:path w="34930" h="47760">
                  <a:moveTo>
                    <a:pt x="34930" y="0"/>
                  </a:moveTo>
                  <a:lnTo>
                    <a:pt x="0" y="4776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198" name="Candidate_receptor__2197">
              <a:extLst>
                <a:ext uri="{FF2B5EF4-FFF2-40B4-BE49-F238E27FC236}">
                  <a16:creationId xmlns:a16="http://schemas.microsoft.com/office/drawing/2014/main" id="{4935A8FA-1A4B-2C22-5CCE-B77C63CE5748}"/>
                </a:ext>
              </a:extLst>
            </p:cNvPr>
            <p:cNvSpPr>
              <a:spLocks noGrp="1"/>
            </p:cNvSpPr>
            <p:nvPr/>
          </p:nvSpPr>
          <p:spPr>
            <a:xfrm>
              <a:off x="5156350" y="4901734"/>
              <a:ext cx="3236" cy="111271"/>
            </a:xfrm>
            <a:custGeom>
              <a:avLst/>
              <a:gdLst/>
              <a:ahLst/>
              <a:cxnLst/>
              <a:rect l="0" t="0" r="0" b="0"/>
              <a:pathLst>
                <a:path w="3236" h="111271">
                  <a:moveTo>
                    <a:pt x="3236" y="1112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199" name="Candidate_receptor__2198">
              <a:extLst>
                <a:ext uri="{FF2B5EF4-FFF2-40B4-BE49-F238E27FC236}">
                  <a16:creationId xmlns:a16="http://schemas.microsoft.com/office/drawing/2014/main" id="{03FFF4CE-1564-9BEA-B9BE-81DF4B53DA54}"/>
                </a:ext>
              </a:extLst>
            </p:cNvPr>
            <p:cNvSpPr>
              <a:spLocks noGrp="1"/>
            </p:cNvSpPr>
            <p:nvPr/>
          </p:nvSpPr>
          <p:spPr>
            <a:xfrm>
              <a:off x="5159586" y="5013005"/>
              <a:ext cx="115302" cy="6434"/>
            </a:xfrm>
            <a:custGeom>
              <a:avLst/>
              <a:gdLst/>
              <a:ahLst/>
              <a:cxnLst/>
              <a:rect l="0" t="0" r="0" b="0"/>
              <a:pathLst>
                <a:path w="115302" h="6434">
                  <a:moveTo>
                    <a:pt x="115302" y="64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0" name="Candidate_receptor__2199">
              <a:extLst>
                <a:ext uri="{FF2B5EF4-FFF2-40B4-BE49-F238E27FC236}">
                  <a16:creationId xmlns:a16="http://schemas.microsoft.com/office/drawing/2014/main" id="{D20E9B45-CB34-1032-A17E-66D9F84EA121}"/>
                </a:ext>
              </a:extLst>
            </p:cNvPr>
            <p:cNvSpPr>
              <a:spLocks noGrp="1"/>
            </p:cNvSpPr>
            <p:nvPr/>
          </p:nvSpPr>
          <p:spPr>
            <a:xfrm>
              <a:off x="5274888" y="4967719"/>
              <a:ext cx="92004" cy="51720"/>
            </a:xfrm>
            <a:custGeom>
              <a:avLst/>
              <a:gdLst/>
              <a:ahLst/>
              <a:cxnLst/>
              <a:rect l="0" t="0" r="0" b="0"/>
              <a:pathLst>
                <a:path w="92004" h="51720">
                  <a:moveTo>
                    <a:pt x="92004" y="0"/>
                  </a:moveTo>
                  <a:lnTo>
                    <a:pt x="0" y="5172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1" name="Candidate_receptor__2200">
              <a:extLst>
                <a:ext uri="{FF2B5EF4-FFF2-40B4-BE49-F238E27FC236}">
                  <a16:creationId xmlns:a16="http://schemas.microsoft.com/office/drawing/2014/main" id="{EEF45C1A-E562-9BA0-4B5C-4A42938A4EAE}"/>
                </a:ext>
              </a:extLst>
            </p:cNvPr>
            <p:cNvSpPr>
              <a:spLocks noGrp="1"/>
            </p:cNvSpPr>
            <p:nvPr/>
          </p:nvSpPr>
          <p:spPr>
            <a:xfrm>
              <a:off x="5477538" y="4884120"/>
              <a:ext cx="34193" cy="107503"/>
            </a:xfrm>
            <a:custGeom>
              <a:avLst/>
              <a:gdLst/>
              <a:ahLst/>
              <a:cxnLst/>
              <a:rect l="0" t="0" r="0" b="0"/>
              <a:pathLst>
                <a:path w="34193" h="107503">
                  <a:moveTo>
                    <a:pt x="34193" y="0"/>
                  </a:moveTo>
                  <a:lnTo>
                    <a:pt x="0" y="107503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2" name="Candidate_receptor__2201">
              <a:extLst>
                <a:ext uri="{FF2B5EF4-FFF2-40B4-BE49-F238E27FC236}">
                  <a16:creationId xmlns:a16="http://schemas.microsoft.com/office/drawing/2014/main" id="{5608E48C-89BE-C58C-FA6F-3331AC2D95FE}"/>
                </a:ext>
              </a:extLst>
            </p:cNvPr>
            <p:cNvSpPr>
              <a:spLocks noGrp="1"/>
            </p:cNvSpPr>
            <p:nvPr/>
          </p:nvSpPr>
          <p:spPr>
            <a:xfrm>
              <a:off x="5366892" y="4967719"/>
              <a:ext cx="110646" cy="23904"/>
            </a:xfrm>
            <a:custGeom>
              <a:avLst/>
              <a:gdLst/>
              <a:ahLst/>
              <a:cxnLst/>
              <a:rect l="0" t="0" r="0" b="0"/>
              <a:pathLst>
                <a:path w="110646" h="23904">
                  <a:moveTo>
                    <a:pt x="110646" y="23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3" name="Candidate_receptor__2202">
              <a:extLst>
                <a:ext uri="{FF2B5EF4-FFF2-40B4-BE49-F238E27FC236}">
                  <a16:creationId xmlns:a16="http://schemas.microsoft.com/office/drawing/2014/main" id="{AEA27284-0D40-94E2-806E-B7199570A17C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791149"/>
              <a:ext cx="103173" cy="48920"/>
            </a:xfrm>
            <a:custGeom>
              <a:avLst/>
              <a:gdLst/>
              <a:ahLst/>
              <a:cxnLst/>
              <a:rect l="0" t="0" r="0" b="0"/>
              <a:pathLst>
                <a:path w="103173" h="48920">
                  <a:moveTo>
                    <a:pt x="103173" y="0"/>
                  </a:moveTo>
                  <a:lnTo>
                    <a:pt x="0" y="4892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4" name="Candidate_receptor__2203">
              <a:extLst>
                <a:ext uri="{FF2B5EF4-FFF2-40B4-BE49-F238E27FC236}">
                  <a16:creationId xmlns:a16="http://schemas.microsoft.com/office/drawing/2014/main" id="{B5367B92-1416-9445-8499-440FAF206EB8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21613"/>
              <a:ext cx="108335" cy="932"/>
            </a:xfrm>
            <a:custGeom>
              <a:avLst/>
              <a:gdLst/>
              <a:ahLst/>
              <a:cxnLst/>
              <a:rect l="0" t="0" r="0" b="0"/>
              <a:pathLst>
                <a:path w="108335" h="932">
                  <a:moveTo>
                    <a:pt x="0" y="0"/>
                  </a:moveTo>
                  <a:lnTo>
                    <a:pt x="108335" y="932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5" name="Candidate_receptor__2204">
              <a:extLst>
                <a:ext uri="{FF2B5EF4-FFF2-40B4-BE49-F238E27FC236}">
                  <a16:creationId xmlns:a16="http://schemas.microsoft.com/office/drawing/2014/main" id="{784E30D1-5BD6-CC06-9FA6-B0F81C9F16CC}"/>
                </a:ext>
              </a:extLst>
            </p:cNvPr>
            <p:cNvSpPr>
              <a:spLocks noGrp="1"/>
            </p:cNvSpPr>
            <p:nvPr/>
          </p:nvSpPr>
          <p:spPr>
            <a:xfrm>
              <a:off x="5020224" y="4791149"/>
              <a:ext cx="49541" cy="84039"/>
            </a:xfrm>
            <a:custGeom>
              <a:avLst/>
              <a:gdLst/>
              <a:ahLst/>
              <a:cxnLst/>
              <a:rect l="0" t="0" r="0" b="0"/>
              <a:pathLst>
                <a:path w="49541" h="84039">
                  <a:moveTo>
                    <a:pt x="49541" y="84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6" name="Candidate_receptor__2205">
              <a:extLst>
                <a:ext uri="{FF2B5EF4-FFF2-40B4-BE49-F238E27FC236}">
                  <a16:creationId xmlns:a16="http://schemas.microsoft.com/office/drawing/2014/main" id="{7C9521A0-AE74-EDDC-6C7D-B7E1280788FA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875188"/>
              <a:ext cx="57984" cy="79971"/>
            </a:xfrm>
            <a:custGeom>
              <a:avLst/>
              <a:gdLst/>
              <a:ahLst/>
              <a:cxnLst/>
              <a:rect l="0" t="0" r="0" b="0"/>
              <a:pathLst>
                <a:path w="57984" h="79971">
                  <a:moveTo>
                    <a:pt x="0" y="79971"/>
                  </a:moveTo>
                  <a:lnTo>
                    <a:pt x="57984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7" name="Candidate_receptor__2206">
              <a:extLst>
                <a:ext uri="{FF2B5EF4-FFF2-40B4-BE49-F238E27FC236}">
                  <a16:creationId xmlns:a16="http://schemas.microsoft.com/office/drawing/2014/main" id="{740CFEC4-D895-0700-A907-4AD25CB314C1}"/>
                </a:ext>
              </a:extLst>
            </p:cNvPr>
            <p:cNvSpPr>
              <a:spLocks noGrp="1"/>
            </p:cNvSpPr>
            <p:nvPr/>
          </p:nvSpPr>
          <p:spPr>
            <a:xfrm>
              <a:off x="5405580" y="4722545"/>
              <a:ext cx="40277" cy="85064"/>
            </a:xfrm>
            <a:custGeom>
              <a:avLst/>
              <a:gdLst/>
              <a:ahLst/>
              <a:cxnLst/>
              <a:rect l="0" t="0" r="0" b="0"/>
              <a:pathLst>
                <a:path w="40277" h="85064">
                  <a:moveTo>
                    <a:pt x="0" y="0"/>
                  </a:moveTo>
                  <a:lnTo>
                    <a:pt x="40277" y="85064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8" name="Candidate_receptor__2207">
              <a:extLst>
                <a:ext uri="{FF2B5EF4-FFF2-40B4-BE49-F238E27FC236}">
                  <a16:creationId xmlns:a16="http://schemas.microsoft.com/office/drawing/2014/main" id="{7CE73CA2-2943-B2D0-81C1-165C65F24EAC}"/>
                </a:ext>
              </a:extLst>
            </p:cNvPr>
            <p:cNvSpPr>
              <a:spLocks noGrp="1"/>
            </p:cNvSpPr>
            <p:nvPr/>
          </p:nvSpPr>
          <p:spPr>
            <a:xfrm>
              <a:off x="5445857" y="4807609"/>
              <a:ext cx="65874" cy="76511"/>
            </a:xfrm>
            <a:custGeom>
              <a:avLst/>
              <a:gdLst/>
              <a:ahLst/>
              <a:cxnLst/>
              <a:rect l="0" t="0" r="0" b="0"/>
              <a:pathLst>
                <a:path w="65874" h="76511">
                  <a:moveTo>
                    <a:pt x="0" y="0"/>
                  </a:moveTo>
                  <a:lnTo>
                    <a:pt x="65874" y="76511"/>
                  </a:lnTo>
                </a:path>
              </a:pathLst>
            </a:custGeom>
            <a:noFill/>
            <a:ln w="8096">
              <a:solidFill>
                <a:srgbClr val="DCE0E4"/>
              </a:solidFill>
            </a:ln>
          </p:spPr>
        </p:sp>
        <p:sp>
          <p:nvSpPr>
            <p:cNvPr id="2209" name="Candidate_receptor__2208">
              <a:extLst>
                <a:ext uri="{FF2B5EF4-FFF2-40B4-BE49-F238E27FC236}">
                  <a16:creationId xmlns:a16="http://schemas.microsoft.com/office/drawing/2014/main" id="{DCCAA38F-D15F-F595-A849-C2A78FB7C3EF}"/>
                </a:ext>
              </a:extLst>
            </p:cNvPr>
            <p:cNvSpPr>
              <a:spLocks noGrp="1"/>
            </p:cNvSpPr>
            <p:nvPr/>
          </p:nvSpPr>
          <p:spPr>
            <a:xfrm>
              <a:off x="6430654" y="4443226"/>
              <a:ext cx="105176" cy="17702"/>
            </a:xfrm>
            <a:custGeom>
              <a:avLst/>
              <a:gdLst/>
              <a:ahLst/>
              <a:cxnLst/>
              <a:rect l="0" t="0" r="0" b="0"/>
              <a:pathLst>
                <a:path w="105176" h="17702">
                  <a:moveTo>
                    <a:pt x="0" y="17702"/>
                  </a:moveTo>
                  <a:lnTo>
                    <a:pt x="105176" y="0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2210" name="Candidate_receptor__2209">
              <a:extLst>
                <a:ext uri="{FF2B5EF4-FFF2-40B4-BE49-F238E27FC236}">
                  <a16:creationId xmlns:a16="http://schemas.microsoft.com/office/drawing/2014/main" id="{273CAAD3-AA2A-DEB9-1440-82E7A7867394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840069"/>
              <a:ext cx="17691" cy="10081"/>
            </a:xfrm>
            <a:custGeom>
              <a:avLst/>
              <a:gdLst/>
              <a:ahLst/>
              <a:cxnLst/>
              <a:rect l="0" t="0" r="0" b="0"/>
              <a:pathLst>
                <a:path w="17691" h="10081">
                  <a:moveTo>
                    <a:pt x="0" y="0"/>
                  </a:moveTo>
                  <a:lnTo>
                    <a:pt x="17691" y="10081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1" name="Candidate_receptor__2210">
              <a:extLst>
                <a:ext uri="{FF2B5EF4-FFF2-40B4-BE49-F238E27FC236}">
                  <a16:creationId xmlns:a16="http://schemas.microsoft.com/office/drawing/2014/main" id="{129BF720-B403-A3D6-A0BF-9A2C1384B7FF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411256"/>
              <a:ext cx="65992" cy="49672"/>
            </a:xfrm>
            <a:custGeom>
              <a:avLst/>
              <a:gdLst/>
              <a:ahLst/>
              <a:cxnLst/>
              <a:rect l="0" t="0" r="0" b="0"/>
              <a:pathLst>
                <a:path w="65992" h="49672">
                  <a:moveTo>
                    <a:pt x="0" y="0"/>
                  </a:moveTo>
                  <a:lnTo>
                    <a:pt x="65992" y="49672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2212" name="Candidate_receptor__2211">
              <a:extLst>
                <a:ext uri="{FF2B5EF4-FFF2-40B4-BE49-F238E27FC236}">
                  <a16:creationId xmlns:a16="http://schemas.microsoft.com/office/drawing/2014/main" id="{D26ACFFF-BFC0-F64A-F52D-F895DD6A3D3F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43163"/>
              <a:ext cx="103627" cy="33977"/>
            </a:xfrm>
            <a:custGeom>
              <a:avLst/>
              <a:gdLst/>
              <a:ahLst/>
              <a:cxnLst/>
              <a:rect l="0" t="0" r="0" b="0"/>
              <a:pathLst>
                <a:path w="103627" h="33977">
                  <a:moveTo>
                    <a:pt x="0" y="0"/>
                  </a:moveTo>
                  <a:lnTo>
                    <a:pt x="103627" y="3397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3" name="Candidate_receptor__2212">
              <a:extLst>
                <a:ext uri="{FF2B5EF4-FFF2-40B4-BE49-F238E27FC236}">
                  <a16:creationId xmlns:a16="http://schemas.microsoft.com/office/drawing/2014/main" id="{44783D72-62C7-7B51-9150-EA7121763F23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05693"/>
              <a:ext cx="48628" cy="15920"/>
            </a:xfrm>
            <a:custGeom>
              <a:avLst/>
              <a:gdLst/>
              <a:ahLst/>
              <a:cxnLst/>
              <a:rect l="0" t="0" r="0" b="0"/>
              <a:pathLst>
                <a:path w="48628" h="15920">
                  <a:moveTo>
                    <a:pt x="48628" y="0"/>
                  </a:moveTo>
                  <a:lnTo>
                    <a:pt x="0" y="15920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4" name="Candidate_receptor__2213">
              <a:extLst>
                <a:ext uri="{FF2B5EF4-FFF2-40B4-BE49-F238E27FC236}">
                  <a16:creationId xmlns:a16="http://schemas.microsoft.com/office/drawing/2014/main" id="{E56B31BE-5BB1-516D-F4FD-D0A0185AF096}"/>
                </a:ext>
              </a:extLst>
            </p:cNvPr>
            <p:cNvSpPr>
              <a:spLocks noGrp="1"/>
            </p:cNvSpPr>
            <p:nvPr/>
          </p:nvSpPr>
          <p:spPr>
            <a:xfrm>
              <a:off x="5276410" y="4565463"/>
              <a:ext cx="102032" cy="33897"/>
            </a:xfrm>
            <a:custGeom>
              <a:avLst/>
              <a:gdLst/>
              <a:ahLst/>
              <a:cxnLst/>
              <a:rect l="0" t="0" r="0" b="0"/>
              <a:pathLst>
                <a:path w="102032" h="33897">
                  <a:moveTo>
                    <a:pt x="0" y="0"/>
                  </a:moveTo>
                  <a:lnTo>
                    <a:pt x="102032" y="3389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5" name="Candidate_receptor__2214">
              <a:extLst>
                <a:ext uri="{FF2B5EF4-FFF2-40B4-BE49-F238E27FC236}">
                  <a16:creationId xmlns:a16="http://schemas.microsoft.com/office/drawing/2014/main" id="{E21C141A-5A96-749D-E8AF-F1B38D9CAA32}"/>
                </a:ext>
              </a:extLst>
            </p:cNvPr>
            <p:cNvSpPr>
              <a:spLocks noGrp="1"/>
            </p:cNvSpPr>
            <p:nvPr/>
          </p:nvSpPr>
          <p:spPr>
            <a:xfrm>
              <a:off x="5623502" y="4587028"/>
              <a:ext cx="83586" cy="62819"/>
            </a:xfrm>
            <a:custGeom>
              <a:avLst/>
              <a:gdLst/>
              <a:ahLst/>
              <a:cxnLst/>
              <a:rect l="0" t="0" r="0" b="0"/>
              <a:pathLst>
                <a:path w="83586" h="62819">
                  <a:moveTo>
                    <a:pt x="83586" y="62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6" name="Candidate_receptor__2215">
              <a:extLst>
                <a:ext uri="{FF2B5EF4-FFF2-40B4-BE49-F238E27FC236}">
                  <a16:creationId xmlns:a16="http://schemas.microsoft.com/office/drawing/2014/main" id="{38215685-FD36-C82C-7A82-A250E6CC6493}"/>
                </a:ext>
              </a:extLst>
            </p:cNvPr>
            <p:cNvSpPr>
              <a:spLocks noGrp="1"/>
            </p:cNvSpPr>
            <p:nvPr/>
          </p:nvSpPr>
          <p:spPr>
            <a:xfrm>
              <a:off x="4883250" y="4702844"/>
              <a:ext cx="91178" cy="39212"/>
            </a:xfrm>
            <a:custGeom>
              <a:avLst/>
              <a:gdLst/>
              <a:ahLst/>
              <a:cxnLst/>
              <a:rect l="0" t="0" r="0" b="0"/>
              <a:pathLst>
                <a:path w="91178" h="39212">
                  <a:moveTo>
                    <a:pt x="91178" y="39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7" name="Candidate_receptor__2216">
              <a:extLst>
                <a:ext uri="{FF2B5EF4-FFF2-40B4-BE49-F238E27FC236}">
                  <a16:creationId xmlns:a16="http://schemas.microsoft.com/office/drawing/2014/main" id="{2A51C00A-9AF8-4386-1984-BBD6BF62FC3E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02844"/>
              <a:ext cx="74944" cy="61179"/>
            </a:xfrm>
            <a:custGeom>
              <a:avLst/>
              <a:gdLst/>
              <a:ahLst/>
              <a:cxnLst/>
              <a:rect l="0" t="0" r="0" b="0"/>
              <a:pathLst>
                <a:path w="74944" h="61179">
                  <a:moveTo>
                    <a:pt x="74944" y="0"/>
                  </a:moveTo>
                  <a:lnTo>
                    <a:pt x="0" y="61179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8" name="Candidate_receptor__2217">
              <a:extLst>
                <a:ext uri="{FF2B5EF4-FFF2-40B4-BE49-F238E27FC236}">
                  <a16:creationId xmlns:a16="http://schemas.microsoft.com/office/drawing/2014/main" id="{3BD51A70-5957-D1C6-380E-ABF18A298615}"/>
                </a:ext>
              </a:extLst>
            </p:cNvPr>
            <p:cNvSpPr>
              <a:spLocks noGrp="1"/>
            </p:cNvSpPr>
            <p:nvPr/>
          </p:nvSpPr>
          <p:spPr>
            <a:xfrm>
              <a:off x="5659866" y="4649847"/>
              <a:ext cx="47222" cy="97168"/>
            </a:xfrm>
            <a:custGeom>
              <a:avLst/>
              <a:gdLst/>
              <a:ahLst/>
              <a:cxnLst/>
              <a:rect l="0" t="0" r="0" b="0"/>
              <a:pathLst>
                <a:path w="47222" h="97168">
                  <a:moveTo>
                    <a:pt x="0" y="97168"/>
                  </a:moveTo>
                  <a:lnTo>
                    <a:pt x="47222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9" name="Candidate_receptor__2218">
              <a:extLst>
                <a:ext uri="{FF2B5EF4-FFF2-40B4-BE49-F238E27FC236}">
                  <a16:creationId xmlns:a16="http://schemas.microsoft.com/office/drawing/2014/main" id="{9C0FC26D-F3AB-1A11-3F4C-DE2FF9EFAA6C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587028"/>
              <a:ext cx="79792" cy="52910"/>
            </a:xfrm>
            <a:custGeom>
              <a:avLst/>
              <a:gdLst/>
              <a:ahLst/>
              <a:cxnLst/>
              <a:rect l="0" t="0" r="0" b="0"/>
              <a:pathLst>
                <a:path w="79792" h="52910">
                  <a:moveTo>
                    <a:pt x="79792" y="0"/>
                  </a:moveTo>
                  <a:lnTo>
                    <a:pt x="0" y="5291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0" name="Candidate_receptor__2219">
              <a:extLst>
                <a:ext uri="{FF2B5EF4-FFF2-40B4-BE49-F238E27FC236}">
                  <a16:creationId xmlns:a16="http://schemas.microsoft.com/office/drawing/2014/main" id="{51A7D9DF-8863-1240-A02E-9A54A6860E00}"/>
                </a:ext>
              </a:extLst>
            </p:cNvPr>
            <p:cNvSpPr>
              <a:spLocks noGrp="1"/>
            </p:cNvSpPr>
            <p:nvPr/>
          </p:nvSpPr>
          <p:spPr>
            <a:xfrm>
              <a:off x="6438225" y="4277140"/>
              <a:ext cx="6043" cy="60907"/>
            </a:xfrm>
            <a:custGeom>
              <a:avLst/>
              <a:gdLst/>
              <a:ahLst/>
              <a:cxnLst/>
              <a:rect l="0" t="0" r="0" b="0"/>
              <a:pathLst>
                <a:path w="6043" h="60907">
                  <a:moveTo>
                    <a:pt x="0" y="0"/>
                  </a:moveTo>
                  <a:lnTo>
                    <a:pt x="6043" y="60907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1" name="Candidate_receptor__2220">
              <a:extLst>
                <a:ext uri="{FF2B5EF4-FFF2-40B4-BE49-F238E27FC236}">
                  <a16:creationId xmlns:a16="http://schemas.microsoft.com/office/drawing/2014/main" id="{A6F22793-170C-66CF-9561-74CEA2406AB3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65463"/>
              <a:ext cx="48249" cy="36426"/>
            </a:xfrm>
            <a:custGeom>
              <a:avLst/>
              <a:gdLst/>
              <a:ahLst/>
              <a:cxnLst/>
              <a:rect l="0" t="0" r="0" b="0"/>
              <a:pathLst>
                <a:path w="48249" h="36426">
                  <a:moveTo>
                    <a:pt x="0" y="36426"/>
                  </a:moveTo>
                  <a:lnTo>
                    <a:pt x="48249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2" name="Candidate_receptor__2221">
              <a:extLst>
                <a:ext uri="{FF2B5EF4-FFF2-40B4-BE49-F238E27FC236}">
                  <a16:creationId xmlns:a16="http://schemas.microsoft.com/office/drawing/2014/main" id="{48EDC4A5-D9E0-D78C-75F5-DBECF79127EB}"/>
                </a:ext>
              </a:extLst>
            </p:cNvPr>
            <p:cNvSpPr>
              <a:spLocks noGrp="1"/>
            </p:cNvSpPr>
            <p:nvPr/>
          </p:nvSpPr>
          <p:spPr>
            <a:xfrm>
              <a:off x="5280384" y="5007192"/>
              <a:ext cx="59949" cy="80786"/>
            </a:xfrm>
            <a:custGeom>
              <a:avLst/>
              <a:gdLst/>
              <a:ahLst/>
              <a:cxnLst/>
              <a:rect l="0" t="0" r="0" b="0"/>
              <a:pathLst>
                <a:path w="59949" h="80786">
                  <a:moveTo>
                    <a:pt x="0" y="0"/>
                  </a:moveTo>
                  <a:lnTo>
                    <a:pt x="59949" y="8078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3" name="Candidate_receptor__2222">
              <a:extLst>
                <a:ext uri="{FF2B5EF4-FFF2-40B4-BE49-F238E27FC236}">
                  <a16:creationId xmlns:a16="http://schemas.microsoft.com/office/drawing/2014/main" id="{857E9B56-D429-97F7-6812-F9909C8B01F5}"/>
                </a:ext>
              </a:extLst>
            </p:cNvPr>
            <p:cNvSpPr>
              <a:spLocks noGrp="1"/>
            </p:cNvSpPr>
            <p:nvPr/>
          </p:nvSpPr>
          <p:spPr>
            <a:xfrm>
              <a:off x="6388481" y="4099833"/>
              <a:ext cx="75086" cy="57164"/>
            </a:xfrm>
            <a:custGeom>
              <a:avLst/>
              <a:gdLst/>
              <a:ahLst/>
              <a:cxnLst/>
              <a:rect l="0" t="0" r="0" b="0"/>
              <a:pathLst>
                <a:path w="75086" h="57164">
                  <a:moveTo>
                    <a:pt x="0" y="0"/>
                  </a:moveTo>
                  <a:lnTo>
                    <a:pt x="75086" y="5716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4" name="Candidate_receptor__2223">
              <a:extLst>
                <a:ext uri="{FF2B5EF4-FFF2-40B4-BE49-F238E27FC236}">
                  <a16:creationId xmlns:a16="http://schemas.microsoft.com/office/drawing/2014/main" id="{2BE997FA-39F9-3E8A-042D-BDEB44667519}"/>
                </a:ext>
              </a:extLst>
            </p:cNvPr>
            <p:cNvSpPr>
              <a:spLocks noGrp="1"/>
            </p:cNvSpPr>
            <p:nvPr/>
          </p:nvSpPr>
          <p:spPr>
            <a:xfrm>
              <a:off x="5345873" y="4599360"/>
              <a:ext cx="32569" cy="106333"/>
            </a:xfrm>
            <a:custGeom>
              <a:avLst/>
              <a:gdLst/>
              <a:ahLst/>
              <a:cxnLst/>
              <a:rect l="0" t="0" r="0" b="0"/>
              <a:pathLst>
                <a:path w="32569" h="106333">
                  <a:moveTo>
                    <a:pt x="32569" y="0"/>
                  </a:moveTo>
                  <a:lnTo>
                    <a:pt x="0" y="106333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5" name="Candidate_receptor__2224">
              <a:extLst>
                <a:ext uri="{FF2B5EF4-FFF2-40B4-BE49-F238E27FC236}">
                  <a16:creationId xmlns:a16="http://schemas.microsoft.com/office/drawing/2014/main" id="{4EE5D050-6945-437D-2715-A68B3E4342A1}"/>
                </a:ext>
              </a:extLst>
            </p:cNvPr>
            <p:cNvSpPr>
              <a:spLocks noGrp="1"/>
            </p:cNvSpPr>
            <p:nvPr/>
          </p:nvSpPr>
          <p:spPr>
            <a:xfrm>
              <a:off x="4934743" y="4742056"/>
              <a:ext cx="39685" cy="108094"/>
            </a:xfrm>
            <a:custGeom>
              <a:avLst/>
              <a:gdLst/>
              <a:ahLst/>
              <a:cxnLst/>
              <a:rect l="0" t="0" r="0" b="0"/>
              <a:pathLst>
                <a:path w="39685" h="108094">
                  <a:moveTo>
                    <a:pt x="0" y="108094"/>
                  </a:moveTo>
                  <a:lnTo>
                    <a:pt x="39685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6" name="Candidate_receptor__2225">
              <a:extLst>
                <a:ext uri="{FF2B5EF4-FFF2-40B4-BE49-F238E27FC236}">
                  <a16:creationId xmlns:a16="http://schemas.microsoft.com/office/drawing/2014/main" id="{D212C22E-D4B4-0BDD-1AD4-93CB7DEF88C9}"/>
                </a:ext>
              </a:extLst>
            </p:cNvPr>
            <p:cNvSpPr>
              <a:spLocks noGrp="1"/>
            </p:cNvSpPr>
            <p:nvPr/>
          </p:nvSpPr>
          <p:spPr>
            <a:xfrm>
              <a:off x="5067534" y="5305564"/>
              <a:ext cx="111203" cy="25730"/>
            </a:xfrm>
            <a:custGeom>
              <a:avLst/>
              <a:gdLst/>
              <a:ahLst/>
              <a:cxnLst/>
              <a:rect l="0" t="0" r="0" b="0"/>
              <a:pathLst>
                <a:path w="111203" h="25730">
                  <a:moveTo>
                    <a:pt x="111203" y="2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7" name="Candidate_receptor__2226">
              <a:extLst>
                <a:ext uri="{FF2B5EF4-FFF2-40B4-BE49-F238E27FC236}">
                  <a16:creationId xmlns:a16="http://schemas.microsoft.com/office/drawing/2014/main" id="{D1A2819C-217C-AE13-12EC-E974DF3AA921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7192"/>
              <a:ext cx="80453" cy="12291"/>
            </a:xfrm>
            <a:custGeom>
              <a:avLst/>
              <a:gdLst/>
              <a:ahLst/>
              <a:cxnLst/>
              <a:rect l="0" t="0" r="0" b="0"/>
              <a:pathLst>
                <a:path w="80453" h="12291">
                  <a:moveTo>
                    <a:pt x="0" y="12291"/>
                  </a:moveTo>
                  <a:lnTo>
                    <a:pt x="80453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8" name="Candidate_receptor__2227">
              <a:extLst>
                <a:ext uri="{FF2B5EF4-FFF2-40B4-BE49-F238E27FC236}">
                  <a16:creationId xmlns:a16="http://schemas.microsoft.com/office/drawing/2014/main" id="{91C018B3-BD4D-FA86-108E-BAF7E94DF7C4}"/>
                </a:ext>
              </a:extLst>
            </p:cNvPr>
            <p:cNvSpPr>
              <a:spLocks noGrp="1"/>
            </p:cNvSpPr>
            <p:nvPr/>
          </p:nvSpPr>
          <p:spPr>
            <a:xfrm>
              <a:off x="5178737" y="5278804"/>
              <a:ext cx="102756" cy="52490"/>
            </a:xfrm>
            <a:custGeom>
              <a:avLst/>
              <a:gdLst/>
              <a:ahLst/>
              <a:cxnLst/>
              <a:rect l="0" t="0" r="0" b="0"/>
              <a:pathLst>
                <a:path w="102756" h="52490">
                  <a:moveTo>
                    <a:pt x="102756" y="0"/>
                  </a:moveTo>
                  <a:lnTo>
                    <a:pt x="0" y="52490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29" name="Candidate_receptor__2228">
              <a:extLst>
                <a:ext uri="{FF2B5EF4-FFF2-40B4-BE49-F238E27FC236}">
                  <a16:creationId xmlns:a16="http://schemas.microsoft.com/office/drawing/2014/main" id="{B7938593-581D-F321-470C-0804B1E5A835}"/>
                </a:ext>
              </a:extLst>
            </p:cNvPr>
            <p:cNvSpPr>
              <a:spLocks noGrp="1"/>
            </p:cNvSpPr>
            <p:nvPr/>
          </p:nvSpPr>
          <p:spPr>
            <a:xfrm>
              <a:off x="6329216" y="3934455"/>
              <a:ext cx="107699" cy="35944"/>
            </a:xfrm>
            <a:custGeom>
              <a:avLst/>
              <a:gdLst/>
              <a:ahLst/>
              <a:cxnLst/>
              <a:rect l="0" t="0" r="0" b="0"/>
              <a:pathLst>
                <a:path w="107699" h="35944">
                  <a:moveTo>
                    <a:pt x="0" y="0"/>
                  </a:moveTo>
                  <a:lnTo>
                    <a:pt x="107699" y="3594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0" name="Candidate_receptor__2229">
              <a:extLst>
                <a:ext uri="{FF2B5EF4-FFF2-40B4-BE49-F238E27FC236}">
                  <a16:creationId xmlns:a16="http://schemas.microsoft.com/office/drawing/2014/main" id="{B2AB95EF-F8CB-F60F-0427-BB75D706F65F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167439"/>
              <a:ext cx="24360" cy="111365"/>
            </a:xfrm>
            <a:custGeom>
              <a:avLst/>
              <a:gdLst/>
              <a:ahLst/>
              <a:cxnLst/>
              <a:rect l="0" t="0" r="0" b="0"/>
              <a:pathLst>
                <a:path w="24360" h="111365">
                  <a:moveTo>
                    <a:pt x="0" y="0"/>
                  </a:moveTo>
                  <a:lnTo>
                    <a:pt x="24360" y="111365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1" name="Candidate_receptor__2230">
              <a:extLst>
                <a:ext uri="{FF2B5EF4-FFF2-40B4-BE49-F238E27FC236}">
                  <a16:creationId xmlns:a16="http://schemas.microsoft.com/office/drawing/2014/main" id="{C6F8C0F7-7A1E-A3EC-1963-32A1C5144EB3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82513"/>
              <a:ext cx="69345" cy="17320"/>
            </a:xfrm>
            <a:custGeom>
              <a:avLst/>
              <a:gdLst/>
              <a:ahLst/>
              <a:cxnLst/>
              <a:rect l="0" t="0" r="0" b="0"/>
              <a:pathLst>
                <a:path w="69345" h="17320">
                  <a:moveTo>
                    <a:pt x="0" y="0"/>
                  </a:moveTo>
                  <a:lnTo>
                    <a:pt x="69345" y="1732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2" name="Candidate_receptor__2231">
              <a:extLst>
                <a:ext uri="{FF2B5EF4-FFF2-40B4-BE49-F238E27FC236}">
                  <a16:creationId xmlns:a16="http://schemas.microsoft.com/office/drawing/2014/main" id="{A35C56A0-E873-2D2B-1B63-8476FB7A992E}"/>
                </a:ext>
              </a:extLst>
            </p:cNvPr>
            <p:cNvSpPr>
              <a:spLocks noGrp="1"/>
            </p:cNvSpPr>
            <p:nvPr/>
          </p:nvSpPr>
          <p:spPr>
            <a:xfrm>
              <a:off x="6535830" y="4443226"/>
              <a:ext cx="14222" cy="27089"/>
            </a:xfrm>
            <a:custGeom>
              <a:avLst/>
              <a:gdLst/>
              <a:ahLst/>
              <a:cxnLst/>
              <a:rect l="0" t="0" r="0" b="0"/>
              <a:pathLst>
                <a:path w="14222" h="27089">
                  <a:moveTo>
                    <a:pt x="0" y="0"/>
                  </a:moveTo>
                  <a:lnTo>
                    <a:pt x="14222" y="2708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3" name="Candidate_receptor__2232">
              <a:extLst>
                <a:ext uri="{FF2B5EF4-FFF2-40B4-BE49-F238E27FC236}">
                  <a16:creationId xmlns:a16="http://schemas.microsoft.com/office/drawing/2014/main" id="{CCF84242-DA24-6464-4B54-01245F1D49F6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338046"/>
              <a:ext cx="79606" cy="73209"/>
            </a:xfrm>
            <a:custGeom>
              <a:avLst/>
              <a:gdLst/>
              <a:ahLst/>
              <a:cxnLst/>
              <a:rect l="0" t="0" r="0" b="0"/>
              <a:pathLst>
                <a:path w="79606" h="73209">
                  <a:moveTo>
                    <a:pt x="79606" y="0"/>
                  </a:moveTo>
                  <a:lnTo>
                    <a:pt x="0" y="7320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4" name="Candidate_receptor__2233">
              <a:extLst>
                <a:ext uri="{FF2B5EF4-FFF2-40B4-BE49-F238E27FC236}">
                  <a16:creationId xmlns:a16="http://schemas.microsoft.com/office/drawing/2014/main" id="{F7AF738D-CB61-968A-D20D-DB58C43A5206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087979"/>
              <a:ext cx="83200" cy="79461"/>
            </a:xfrm>
            <a:custGeom>
              <a:avLst/>
              <a:gdLst/>
              <a:ahLst/>
              <a:cxnLst/>
              <a:rect l="0" t="0" r="0" b="0"/>
              <a:pathLst>
                <a:path w="83200" h="79461">
                  <a:moveTo>
                    <a:pt x="83200" y="0"/>
                  </a:moveTo>
                  <a:lnTo>
                    <a:pt x="0" y="79461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5" name="Candidate_receptor__2234">
              <a:extLst>
                <a:ext uri="{FF2B5EF4-FFF2-40B4-BE49-F238E27FC236}">
                  <a16:creationId xmlns:a16="http://schemas.microsoft.com/office/drawing/2014/main" id="{7B2581F1-78A9-D9D2-1551-7E3658E8FBD0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12077"/>
              <a:ext cx="40268" cy="31085"/>
            </a:xfrm>
            <a:custGeom>
              <a:avLst/>
              <a:gdLst/>
              <a:ahLst/>
              <a:cxnLst/>
              <a:rect l="0" t="0" r="0" b="0"/>
              <a:pathLst>
                <a:path w="40268" h="31085">
                  <a:moveTo>
                    <a:pt x="40268" y="0"/>
                  </a:moveTo>
                  <a:lnTo>
                    <a:pt x="0" y="3108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6" name="Candidate_receptor__2235">
              <a:extLst>
                <a:ext uri="{FF2B5EF4-FFF2-40B4-BE49-F238E27FC236}">
                  <a16:creationId xmlns:a16="http://schemas.microsoft.com/office/drawing/2014/main" id="{E7276A89-FC6A-83D4-5038-361703DB22FD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66074"/>
              <a:ext cx="102342" cy="25646"/>
            </a:xfrm>
            <a:custGeom>
              <a:avLst/>
              <a:gdLst/>
              <a:ahLst/>
              <a:cxnLst/>
              <a:rect l="0" t="0" r="0" b="0"/>
              <a:pathLst>
                <a:path w="102342" h="25646">
                  <a:moveTo>
                    <a:pt x="0" y="0"/>
                  </a:moveTo>
                  <a:lnTo>
                    <a:pt x="102342" y="2564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7" name="Candidate_receptor__2236">
              <a:extLst>
                <a:ext uri="{FF2B5EF4-FFF2-40B4-BE49-F238E27FC236}">
                  <a16:creationId xmlns:a16="http://schemas.microsoft.com/office/drawing/2014/main" id="{50B1C024-254C-EE2C-24A9-60D9CE24FE2F}"/>
                </a:ext>
              </a:extLst>
            </p:cNvPr>
            <p:cNvSpPr>
              <a:spLocks noGrp="1"/>
            </p:cNvSpPr>
            <p:nvPr/>
          </p:nvSpPr>
          <p:spPr>
            <a:xfrm>
              <a:off x="6321267" y="3618052"/>
              <a:ext cx="89424" cy="47515"/>
            </a:xfrm>
            <a:custGeom>
              <a:avLst/>
              <a:gdLst/>
              <a:ahLst/>
              <a:cxnLst/>
              <a:rect l="0" t="0" r="0" b="0"/>
              <a:pathLst>
                <a:path w="89424" h="47515">
                  <a:moveTo>
                    <a:pt x="0" y="0"/>
                  </a:moveTo>
                  <a:lnTo>
                    <a:pt x="89424" y="4751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8" name="Candidate_receptor__2237">
              <a:extLst>
                <a:ext uri="{FF2B5EF4-FFF2-40B4-BE49-F238E27FC236}">
                  <a16:creationId xmlns:a16="http://schemas.microsoft.com/office/drawing/2014/main" id="{97776F58-C134-F59D-3A4D-C33698A852D1}"/>
                </a:ext>
              </a:extLst>
            </p:cNvPr>
            <p:cNvSpPr>
              <a:spLocks noGrp="1"/>
            </p:cNvSpPr>
            <p:nvPr/>
          </p:nvSpPr>
          <p:spPr>
            <a:xfrm>
              <a:off x="6384695" y="3791720"/>
              <a:ext cx="37924" cy="56702"/>
            </a:xfrm>
            <a:custGeom>
              <a:avLst/>
              <a:gdLst/>
              <a:ahLst/>
              <a:cxnLst/>
              <a:rect l="0" t="0" r="0" b="0"/>
              <a:pathLst>
                <a:path w="37924" h="56702">
                  <a:moveTo>
                    <a:pt x="0" y="0"/>
                  </a:moveTo>
                  <a:lnTo>
                    <a:pt x="37924" y="5670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39" name="Candidate_receptor__2238">
              <a:extLst>
                <a:ext uri="{FF2B5EF4-FFF2-40B4-BE49-F238E27FC236}">
                  <a16:creationId xmlns:a16="http://schemas.microsoft.com/office/drawing/2014/main" id="{E2A78E31-106A-4C65-5EC6-C0BEB556E673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901036"/>
              <a:ext cx="8924" cy="33419"/>
            </a:xfrm>
            <a:custGeom>
              <a:avLst/>
              <a:gdLst/>
              <a:ahLst/>
              <a:cxnLst/>
              <a:rect l="0" t="0" r="0" b="0"/>
              <a:pathLst>
                <a:path w="8924" h="33419">
                  <a:moveTo>
                    <a:pt x="0" y="0"/>
                  </a:moveTo>
                  <a:lnTo>
                    <a:pt x="8924" y="33419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0" name="Candidate_receptor__2239">
              <a:extLst>
                <a:ext uri="{FF2B5EF4-FFF2-40B4-BE49-F238E27FC236}">
                  <a16:creationId xmlns:a16="http://schemas.microsoft.com/office/drawing/2014/main" id="{DC33EB91-4D85-629F-5C40-317EA5998E84}"/>
                </a:ext>
              </a:extLst>
            </p:cNvPr>
            <p:cNvSpPr>
              <a:spLocks noGrp="1"/>
            </p:cNvSpPr>
            <p:nvPr/>
          </p:nvSpPr>
          <p:spPr>
            <a:xfrm>
              <a:off x="6374866" y="4156997"/>
              <a:ext cx="88701" cy="55081"/>
            </a:xfrm>
            <a:custGeom>
              <a:avLst/>
              <a:gdLst/>
              <a:ahLst/>
              <a:cxnLst/>
              <a:rect l="0" t="0" r="0" b="0"/>
              <a:pathLst>
                <a:path w="88701" h="55081">
                  <a:moveTo>
                    <a:pt x="88701" y="0"/>
                  </a:moveTo>
                  <a:lnTo>
                    <a:pt x="0" y="5508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1" name="Candidate_receptor__2240">
              <a:extLst>
                <a:ext uri="{FF2B5EF4-FFF2-40B4-BE49-F238E27FC236}">
                  <a16:creationId xmlns:a16="http://schemas.microsoft.com/office/drawing/2014/main" id="{71D38A6F-3E7C-3BD1-133A-0908C76C04AD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1477"/>
              <a:ext cx="114921" cy="1770"/>
            </a:xfrm>
            <a:custGeom>
              <a:avLst/>
              <a:gdLst/>
              <a:ahLst/>
              <a:cxnLst/>
              <a:rect l="0" t="0" r="0" b="0"/>
              <a:pathLst>
                <a:path w="114921" h="1770">
                  <a:moveTo>
                    <a:pt x="0" y="1770"/>
                  </a:moveTo>
                  <a:lnTo>
                    <a:pt x="114921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2" name="Candidate_receptor__2241">
              <a:extLst>
                <a:ext uri="{FF2B5EF4-FFF2-40B4-BE49-F238E27FC236}">
                  <a16:creationId xmlns:a16="http://schemas.microsoft.com/office/drawing/2014/main" id="{2EEF7058-BDBB-79F8-BF65-297322BC702D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99834"/>
              <a:ext cx="27654" cy="5730"/>
            </a:xfrm>
            <a:custGeom>
              <a:avLst/>
              <a:gdLst/>
              <a:ahLst/>
              <a:cxnLst/>
              <a:rect l="0" t="0" r="0" b="0"/>
              <a:pathLst>
                <a:path w="27654" h="5730">
                  <a:moveTo>
                    <a:pt x="27654" y="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3" name="Candidate_receptor__2242">
              <a:extLst>
                <a:ext uri="{FF2B5EF4-FFF2-40B4-BE49-F238E27FC236}">
                  <a16:creationId xmlns:a16="http://schemas.microsoft.com/office/drawing/2014/main" id="{4EBC055C-45D2-2C2E-C2CC-DC0013B06404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34310"/>
              <a:ext cx="45880" cy="29713"/>
            </a:xfrm>
            <a:custGeom>
              <a:avLst/>
              <a:gdLst/>
              <a:ahLst/>
              <a:cxnLst/>
              <a:rect l="0" t="0" r="0" b="0"/>
              <a:pathLst>
                <a:path w="45880" h="29713">
                  <a:moveTo>
                    <a:pt x="0" y="29713"/>
                  </a:moveTo>
                  <a:lnTo>
                    <a:pt x="4588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4" name="Candidate_receptor__2243">
              <a:extLst>
                <a:ext uri="{FF2B5EF4-FFF2-40B4-BE49-F238E27FC236}">
                  <a16:creationId xmlns:a16="http://schemas.microsoft.com/office/drawing/2014/main" id="{D8E0CBA4-B098-7FF5-FA58-7FE82C6B97CF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94630"/>
              <a:ext cx="58742" cy="23422"/>
            </a:xfrm>
            <a:custGeom>
              <a:avLst/>
              <a:gdLst/>
              <a:ahLst/>
              <a:cxnLst/>
              <a:rect l="0" t="0" r="0" b="0"/>
              <a:pathLst>
                <a:path w="58742" h="23422">
                  <a:moveTo>
                    <a:pt x="0" y="0"/>
                  </a:moveTo>
                  <a:lnTo>
                    <a:pt x="58742" y="2342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5" name="Candidate_receptor__2244">
              <a:extLst>
                <a:ext uri="{FF2B5EF4-FFF2-40B4-BE49-F238E27FC236}">
                  <a16:creationId xmlns:a16="http://schemas.microsoft.com/office/drawing/2014/main" id="{C8E5D5C1-5DC7-02E1-E22A-A90D0758ED8F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627425"/>
              <a:ext cx="65945" cy="12514"/>
            </a:xfrm>
            <a:custGeom>
              <a:avLst/>
              <a:gdLst/>
              <a:ahLst/>
              <a:cxnLst/>
              <a:rect l="0" t="0" r="0" b="0"/>
              <a:pathLst>
                <a:path w="65945" h="12514">
                  <a:moveTo>
                    <a:pt x="0" y="12514"/>
                  </a:moveTo>
                  <a:lnTo>
                    <a:pt x="65945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6" name="Candidate_receptor__2245">
              <a:extLst>
                <a:ext uri="{FF2B5EF4-FFF2-40B4-BE49-F238E27FC236}">
                  <a16:creationId xmlns:a16="http://schemas.microsoft.com/office/drawing/2014/main" id="{71B519BE-5F24-1CFF-F1F2-7643A0BB3B42}"/>
                </a:ext>
              </a:extLst>
            </p:cNvPr>
            <p:cNvSpPr>
              <a:spLocks noGrp="1"/>
            </p:cNvSpPr>
            <p:nvPr/>
          </p:nvSpPr>
          <p:spPr>
            <a:xfrm>
              <a:off x="4759691" y="4614164"/>
              <a:ext cx="106055" cy="8419"/>
            </a:xfrm>
            <a:custGeom>
              <a:avLst/>
              <a:gdLst/>
              <a:ahLst/>
              <a:cxnLst/>
              <a:rect l="0" t="0" r="0" b="0"/>
              <a:pathLst>
                <a:path w="106055" h="8419">
                  <a:moveTo>
                    <a:pt x="106055" y="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7" name="Candidate_receptor__2246">
              <a:extLst>
                <a:ext uri="{FF2B5EF4-FFF2-40B4-BE49-F238E27FC236}">
                  <a16:creationId xmlns:a16="http://schemas.microsoft.com/office/drawing/2014/main" id="{0C723A0C-F89B-3DCF-806B-F2FCC07F7A8E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60681"/>
              <a:ext cx="105687" cy="6727"/>
            </a:xfrm>
            <a:custGeom>
              <a:avLst/>
              <a:gdLst/>
              <a:ahLst/>
              <a:cxnLst/>
              <a:rect l="0" t="0" r="0" b="0"/>
              <a:pathLst>
                <a:path w="105687" h="6727">
                  <a:moveTo>
                    <a:pt x="105687" y="6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8" name="Candidate_receptor__2247">
              <a:extLst>
                <a:ext uri="{FF2B5EF4-FFF2-40B4-BE49-F238E27FC236}">
                  <a16:creationId xmlns:a16="http://schemas.microsoft.com/office/drawing/2014/main" id="{65CF6FEB-D12A-F739-48A5-CA0B326E423A}"/>
                </a:ext>
              </a:extLst>
            </p:cNvPr>
            <p:cNvSpPr>
              <a:spLocks noGrp="1"/>
            </p:cNvSpPr>
            <p:nvPr/>
          </p:nvSpPr>
          <p:spPr>
            <a:xfrm>
              <a:off x="6405298" y="3970400"/>
              <a:ext cx="31616" cy="61412"/>
            </a:xfrm>
            <a:custGeom>
              <a:avLst/>
              <a:gdLst/>
              <a:ahLst/>
              <a:cxnLst/>
              <a:rect l="0" t="0" r="0" b="0"/>
              <a:pathLst>
                <a:path w="31616" h="61412">
                  <a:moveTo>
                    <a:pt x="31616" y="0"/>
                  </a:moveTo>
                  <a:lnTo>
                    <a:pt x="0" y="6141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9" name="Candidate_receptor__2248">
              <a:extLst>
                <a:ext uri="{FF2B5EF4-FFF2-40B4-BE49-F238E27FC236}">
                  <a16:creationId xmlns:a16="http://schemas.microsoft.com/office/drawing/2014/main" id="{7F56D61A-2954-8ECE-0932-0D0A10DED55F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50198"/>
              <a:ext cx="77804" cy="51691"/>
            </a:xfrm>
            <a:custGeom>
              <a:avLst/>
              <a:gdLst/>
              <a:ahLst/>
              <a:cxnLst/>
              <a:rect l="0" t="0" r="0" b="0"/>
              <a:pathLst>
                <a:path w="77804" h="51691">
                  <a:moveTo>
                    <a:pt x="77804" y="0"/>
                  </a:moveTo>
                  <a:lnTo>
                    <a:pt x="0" y="5169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50" name="Candidate_receptor__2249">
              <a:extLst>
                <a:ext uri="{FF2B5EF4-FFF2-40B4-BE49-F238E27FC236}">
                  <a16:creationId xmlns:a16="http://schemas.microsoft.com/office/drawing/2014/main" id="{A5CB7F46-CE7F-88B4-F3E9-F423D0EF9A23}"/>
                </a:ext>
              </a:extLst>
            </p:cNvPr>
            <p:cNvSpPr>
              <a:spLocks noGrp="1"/>
            </p:cNvSpPr>
            <p:nvPr/>
          </p:nvSpPr>
          <p:spPr>
            <a:xfrm>
              <a:off x="5298701" y="4451477"/>
              <a:ext cx="7264" cy="98720"/>
            </a:xfrm>
            <a:custGeom>
              <a:avLst/>
              <a:gdLst/>
              <a:ahLst/>
              <a:cxnLst/>
              <a:rect l="0" t="0" r="0" b="0"/>
              <a:pathLst>
                <a:path w="7264" h="98720">
                  <a:moveTo>
                    <a:pt x="0" y="0"/>
                  </a:moveTo>
                  <a:lnTo>
                    <a:pt x="7264" y="9872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1" name="Candidate_receptor__2250">
              <a:extLst>
                <a:ext uri="{FF2B5EF4-FFF2-40B4-BE49-F238E27FC236}">
                  <a16:creationId xmlns:a16="http://schemas.microsoft.com/office/drawing/2014/main" id="{EE1D171C-E004-418B-ED1C-23C4E592702C}"/>
                </a:ext>
              </a:extLst>
            </p:cNvPr>
            <p:cNvSpPr>
              <a:spLocks noGrp="1"/>
            </p:cNvSpPr>
            <p:nvPr/>
          </p:nvSpPr>
          <p:spPr>
            <a:xfrm>
              <a:off x="5207372" y="4885096"/>
              <a:ext cx="112186" cy="26163"/>
            </a:xfrm>
            <a:custGeom>
              <a:avLst/>
              <a:gdLst/>
              <a:ahLst/>
              <a:cxnLst/>
              <a:rect l="0" t="0" r="0" b="0"/>
              <a:pathLst>
                <a:path w="112186" h="26163">
                  <a:moveTo>
                    <a:pt x="0" y="0"/>
                  </a:moveTo>
                  <a:lnTo>
                    <a:pt x="112186" y="261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2" name="Candidate_receptor__2251">
              <a:extLst>
                <a:ext uri="{FF2B5EF4-FFF2-40B4-BE49-F238E27FC236}">
                  <a16:creationId xmlns:a16="http://schemas.microsoft.com/office/drawing/2014/main" id="{4ABE4E9C-6237-04E4-1C6D-63EEF588CE18}"/>
                </a:ext>
              </a:extLst>
            </p:cNvPr>
            <p:cNvSpPr>
              <a:spLocks noGrp="1"/>
            </p:cNvSpPr>
            <p:nvPr/>
          </p:nvSpPr>
          <p:spPr>
            <a:xfrm>
              <a:off x="6550052" y="4432602"/>
              <a:ext cx="106926" cy="37713"/>
            </a:xfrm>
            <a:custGeom>
              <a:avLst/>
              <a:gdLst/>
              <a:ahLst/>
              <a:cxnLst/>
              <a:rect l="0" t="0" r="0" b="0"/>
              <a:pathLst>
                <a:path w="106926" h="37713">
                  <a:moveTo>
                    <a:pt x="0" y="37713"/>
                  </a:moveTo>
                  <a:lnTo>
                    <a:pt x="1069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3" name="Candidate_receptor__2252">
              <a:extLst>
                <a:ext uri="{FF2B5EF4-FFF2-40B4-BE49-F238E27FC236}">
                  <a16:creationId xmlns:a16="http://schemas.microsoft.com/office/drawing/2014/main" id="{3D69BF1D-3A4B-1EB2-284C-5DC0ADB87941}"/>
                </a:ext>
              </a:extLst>
            </p:cNvPr>
            <p:cNvSpPr>
              <a:spLocks noGrp="1"/>
            </p:cNvSpPr>
            <p:nvPr/>
          </p:nvSpPr>
          <p:spPr>
            <a:xfrm>
              <a:off x="5510740" y="4501708"/>
              <a:ext cx="113132" cy="13301"/>
            </a:xfrm>
            <a:custGeom>
              <a:avLst/>
              <a:gdLst/>
              <a:ahLst/>
              <a:cxnLst/>
              <a:rect l="0" t="0" r="0" b="0"/>
              <a:pathLst>
                <a:path w="113132" h="13301">
                  <a:moveTo>
                    <a:pt x="113132" y="1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4" name="Candidate_receptor__2253">
              <a:extLst>
                <a:ext uri="{FF2B5EF4-FFF2-40B4-BE49-F238E27FC236}">
                  <a16:creationId xmlns:a16="http://schemas.microsoft.com/office/drawing/2014/main" id="{1A4CDBBD-59A6-507A-A7C4-DABEFE99A3E1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31812"/>
              <a:ext cx="86162" cy="50701"/>
            </a:xfrm>
            <a:custGeom>
              <a:avLst/>
              <a:gdLst/>
              <a:ahLst/>
              <a:cxnLst/>
              <a:rect l="0" t="0" r="0" b="0"/>
              <a:pathLst>
                <a:path w="86162" h="50701">
                  <a:moveTo>
                    <a:pt x="86162" y="0"/>
                  </a:moveTo>
                  <a:lnTo>
                    <a:pt x="0" y="50701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5" name="Candidate_receptor__2254">
              <a:extLst>
                <a:ext uri="{FF2B5EF4-FFF2-40B4-BE49-F238E27FC236}">
                  <a16:creationId xmlns:a16="http://schemas.microsoft.com/office/drawing/2014/main" id="{E5D898CC-E9A9-269C-8AB3-CC1607122F85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84343" cy="51966"/>
            </a:xfrm>
            <a:custGeom>
              <a:avLst/>
              <a:gdLst/>
              <a:ahLst/>
              <a:cxnLst/>
              <a:rect l="0" t="0" r="0" b="0"/>
              <a:pathLst>
                <a:path w="84343" h="51966">
                  <a:moveTo>
                    <a:pt x="84343" y="51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6" name="Candidate_receptor__2255">
              <a:extLst>
                <a:ext uri="{FF2B5EF4-FFF2-40B4-BE49-F238E27FC236}">
                  <a16:creationId xmlns:a16="http://schemas.microsoft.com/office/drawing/2014/main" id="{BF55366E-A154-ACB6-AF34-9ECC5C888364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14164"/>
              <a:ext cx="53191" cy="53138"/>
            </a:xfrm>
            <a:custGeom>
              <a:avLst/>
              <a:gdLst/>
              <a:ahLst/>
              <a:cxnLst/>
              <a:rect l="0" t="0" r="0" b="0"/>
              <a:pathLst>
                <a:path w="53191" h="53138">
                  <a:moveTo>
                    <a:pt x="53191" y="0"/>
                  </a:moveTo>
                  <a:lnTo>
                    <a:pt x="0" y="5313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7" name="Candidate_receptor__2256">
              <a:extLst>
                <a:ext uri="{FF2B5EF4-FFF2-40B4-BE49-F238E27FC236}">
                  <a16:creationId xmlns:a16="http://schemas.microsoft.com/office/drawing/2014/main" id="{FCC2865F-FB50-5C11-1B9F-CA3214282C6E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545976"/>
              <a:ext cx="6685" cy="97321"/>
            </a:xfrm>
            <a:custGeom>
              <a:avLst/>
              <a:gdLst/>
              <a:ahLst/>
              <a:cxnLst/>
              <a:rect l="0" t="0" r="0" b="0"/>
              <a:pathLst>
                <a:path w="6685" h="97321">
                  <a:moveTo>
                    <a:pt x="0" y="97321"/>
                  </a:moveTo>
                  <a:lnTo>
                    <a:pt x="668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8" name="Candidate_receptor__2257">
              <a:extLst>
                <a:ext uri="{FF2B5EF4-FFF2-40B4-BE49-F238E27FC236}">
                  <a16:creationId xmlns:a16="http://schemas.microsoft.com/office/drawing/2014/main" id="{EE2AC0ED-28AC-1B69-34A9-5954BFF3873E}"/>
                </a:ext>
              </a:extLst>
            </p:cNvPr>
            <p:cNvSpPr>
              <a:spLocks noGrp="1"/>
            </p:cNvSpPr>
            <p:nvPr/>
          </p:nvSpPr>
          <p:spPr>
            <a:xfrm>
              <a:off x="5093321" y="5167409"/>
              <a:ext cx="35850" cy="62238"/>
            </a:xfrm>
            <a:custGeom>
              <a:avLst/>
              <a:gdLst/>
              <a:ahLst/>
              <a:cxnLst/>
              <a:rect l="0" t="0" r="0" b="0"/>
              <a:pathLst>
                <a:path w="35850" h="62238">
                  <a:moveTo>
                    <a:pt x="35850" y="622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9" name="Candidate_receptor__2258">
              <a:extLst>
                <a:ext uri="{FF2B5EF4-FFF2-40B4-BE49-F238E27FC236}">
                  <a16:creationId xmlns:a16="http://schemas.microsoft.com/office/drawing/2014/main" id="{734E87DC-5BB0-157A-6F2C-2CCB2FCD3951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9647"/>
              <a:ext cx="80123" cy="9836"/>
            </a:xfrm>
            <a:custGeom>
              <a:avLst/>
              <a:gdLst/>
              <a:ahLst/>
              <a:cxnLst/>
              <a:rect l="0" t="0" r="0" b="0"/>
              <a:pathLst>
                <a:path w="80123" h="9836">
                  <a:moveTo>
                    <a:pt x="80123" y="0"/>
                  </a:moveTo>
                  <a:lnTo>
                    <a:pt x="0" y="983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0" name="Candidate_receptor__2259">
              <a:extLst>
                <a:ext uri="{FF2B5EF4-FFF2-40B4-BE49-F238E27FC236}">
                  <a16:creationId xmlns:a16="http://schemas.microsoft.com/office/drawing/2014/main" id="{555BEAD0-9147-FBF2-F6A0-E31022E7BE18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21330"/>
              <a:ext cx="56992" cy="44744"/>
            </a:xfrm>
            <a:custGeom>
              <a:avLst/>
              <a:gdLst/>
              <a:ahLst/>
              <a:cxnLst/>
              <a:rect l="0" t="0" r="0" b="0"/>
              <a:pathLst>
                <a:path w="56992" h="44744">
                  <a:moveTo>
                    <a:pt x="56992" y="0"/>
                  </a:moveTo>
                  <a:lnTo>
                    <a:pt x="0" y="4474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1" name="Candidate_receptor__2260">
              <a:extLst>
                <a:ext uri="{FF2B5EF4-FFF2-40B4-BE49-F238E27FC236}">
                  <a16:creationId xmlns:a16="http://schemas.microsoft.com/office/drawing/2014/main" id="{6CE6059A-9661-C9AD-0740-8F48EF067F70}"/>
                </a:ext>
              </a:extLst>
            </p:cNvPr>
            <p:cNvSpPr>
              <a:spLocks noGrp="1"/>
            </p:cNvSpPr>
            <p:nvPr/>
          </p:nvSpPr>
          <p:spPr>
            <a:xfrm>
              <a:off x="4854186" y="4622584"/>
              <a:ext cx="11561" cy="111726"/>
            </a:xfrm>
            <a:custGeom>
              <a:avLst/>
              <a:gdLst/>
              <a:ahLst/>
              <a:cxnLst/>
              <a:rect l="0" t="0" r="0" b="0"/>
              <a:pathLst>
                <a:path w="11561" h="111726">
                  <a:moveTo>
                    <a:pt x="0" y="111726"/>
                  </a:moveTo>
                  <a:lnTo>
                    <a:pt x="1156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2" name="Candidate_receptor__2261">
              <a:extLst>
                <a:ext uri="{FF2B5EF4-FFF2-40B4-BE49-F238E27FC236}">
                  <a16:creationId xmlns:a16="http://schemas.microsoft.com/office/drawing/2014/main" id="{6E2D5BBF-DD0C-FB2B-068E-DE433EA53664}"/>
                </a:ext>
              </a:extLst>
            </p:cNvPr>
            <p:cNvSpPr>
              <a:spLocks noGrp="1"/>
            </p:cNvSpPr>
            <p:nvPr/>
          </p:nvSpPr>
          <p:spPr>
            <a:xfrm>
              <a:off x="5609655" y="4515009"/>
              <a:ext cx="14217" cy="112416"/>
            </a:xfrm>
            <a:custGeom>
              <a:avLst/>
              <a:gdLst/>
              <a:ahLst/>
              <a:cxnLst/>
              <a:rect l="0" t="0" r="0" b="0"/>
              <a:pathLst>
                <a:path w="14217" h="112416">
                  <a:moveTo>
                    <a:pt x="0" y="112416"/>
                  </a:moveTo>
                  <a:lnTo>
                    <a:pt x="14217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3" name="Candidate_receptor__2262">
              <a:extLst>
                <a:ext uri="{FF2B5EF4-FFF2-40B4-BE49-F238E27FC236}">
                  <a16:creationId xmlns:a16="http://schemas.microsoft.com/office/drawing/2014/main" id="{4EAF4CD2-ED77-3AA7-2943-C933EB5984A4}"/>
                </a:ext>
              </a:extLst>
            </p:cNvPr>
            <p:cNvSpPr>
              <a:spLocks noGrp="1"/>
            </p:cNvSpPr>
            <p:nvPr/>
          </p:nvSpPr>
          <p:spPr>
            <a:xfrm>
              <a:off x="6372076" y="3380920"/>
              <a:ext cx="17510" cy="91193"/>
            </a:xfrm>
            <a:custGeom>
              <a:avLst/>
              <a:gdLst/>
              <a:ahLst/>
              <a:cxnLst/>
              <a:rect l="0" t="0" r="0" b="0"/>
              <a:pathLst>
                <a:path w="17510" h="91193">
                  <a:moveTo>
                    <a:pt x="17510" y="0"/>
                  </a:moveTo>
                  <a:lnTo>
                    <a:pt x="0" y="9119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4" name="Candidate_receptor__2263">
              <a:extLst>
                <a:ext uri="{FF2B5EF4-FFF2-40B4-BE49-F238E27FC236}">
                  <a16:creationId xmlns:a16="http://schemas.microsoft.com/office/drawing/2014/main" id="{37C15003-28EF-4618-7D3A-76D633837400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848422"/>
              <a:ext cx="102327" cy="52614"/>
            </a:xfrm>
            <a:custGeom>
              <a:avLst/>
              <a:gdLst/>
              <a:ahLst/>
              <a:cxnLst/>
              <a:rect l="0" t="0" r="0" b="0"/>
              <a:pathLst>
                <a:path w="102327" h="52614">
                  <a:moveTo>
                    <a:pt x="102327" y="0"/>
                  </a:moveTo>
                  <a:lnTo>
                    <a:pt x="0" y="5261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5" name="Candidate_receptor__2264">
              <a:extLst>
                <a:ext uri="{FF2B5EF4-FFF2-40B4-BE49-F238E27FC236}">
                  <a16:creationId xmlns:a16="http://schemas.microsoft.com/office/drawing/2014/main" id="{CC368939-3A94-F0E0-1BFA-E0E635DE6394}"/>
                </a:ext>
              </a:extLst>
            </p:cNvPr>
            <p:cNvSpPr>
              <a:spLocks noGrp="1"/>
            </p:cNvSpPr>
            <p:nvPr/>
          </p:nvSpPr>
          <p:spPr>
            <a:xfrm>
              <a:off x="6339345" y="3665567"/>
              <a:ext cx="71346" cy="55763"/>
            </a:xfrm>
            <a:custGeom>
              <a:avLst/>
              <a:gdLst/>
              <a:ahLst/>
              <a:cxnLst/>
              <a:rect l="0" t="0" r="0" b="0"/>
              <a:pathLst>
                <a:path w="71346" h="55763">
                  <a:moveTo>
                    <a:pt x="71346" y="0"/>
                  </a:moveTo>
                  <a:lnTo>
                    <a:pt x="0" y="557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6" name="Candidate_receptor__2265">
              <a:extLst>
                <a:ext uri="{FF2B5EF4-FFF2-40B4-BE49-F238E27FC236}">
                  <a16:creationId xmlns:a16="http://schemas.microsoft.com/office/drawing/2014/main" id="{ADB47E3A-E543-E2B9-C224-2B5AE8F1E3B6}"/>
                </a:ext>
              </a:extLst>
            </p:cNvPr>
            <p:cNvSpPr>
              <a:spLocks noGrp="1"/>
            </p:cNvSpPr>
            <p:nvPr/>
          </p:nvSpPr>
          <p:spPr>
            <a:xfrm>
              <a:off x="5280053" y="4911259"/>
              <a:ext cx="39505" cy="98388"/>
            </a:xfrm>
            <a:custGeom>
              <a:avLst/>
              <a:gdLst/>
              <a:ahLst/>
              <a:cxnLst/>
              <a:rect l="0" t="0" r="0" b="0"/>
              <a:pathLst>
                <a:path w="39505" h="98388">
                  <a:moveTo>
                    <a:pt x="39505" y="0"/>
                  </a:moveTo>
                  <a:lnTo>
                    <a:pt x="0" y="9838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7" name="Candidate_receptor__2266">
              <a:extLst>
                <a:ext uri="{FF2B5EF4-FFF2-40B4-BE49-F238E27FC236}">
                  <a16:creationId xmlns:a16="http://schemas.microsoft.com/office/drawing/2014/main" id="{0D65ADCD-FFE9-2539-E10B-51698106A0F3}"/>
                </a:ext>
              </a:extLst>
            </p:cNvPr>
            <p:cNvSpPr>
              <a:spLocks noGrp="1"/>
            </p:cNvSpPr>
            <p:nvPr/>
          </p:nvSpPr>
          <p:spPr>
            <a:xfrm>
              <a:off x="6353146" y="3472112"/>
              <a:ext cx="18930" cy="68862"/>
            </a:xfrm>
            <a:custGeom>
              <a:avLst/>
              <a:gdLst/>
              <a:ahLst/>
              <a:cxnLst/>
              <a:rect l="0" t="0" r="0" b="0"/>
              <a:pathLst>
                <a:path w="18930" h="68862">
                  <a:moveTo>
                    <a:pt x="18930" y="0"/>
                  </a:moveTo>
                  <a:lnTo>
                    <a:pt x="0" y="6886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8" name="Candidate_receptor__2267">
              <a:extLst>
                <a:ext uri="{FF2B5EF4-FFF2-40B4-BE49-F238E27FC236}">
                  <a16:creationId xmlns:a16="http://schemas.microsoft.com/office/drawing/2014/main" id="{4FCC0D5E-5E68-171E-BA9C-9B7CBAA45DC4}"/>
                </a:ext>
              </a:extLst>
            </p:cNvPr>
            <p:cNvSpPr>
              <a:spLocks noGrp="1"/>
            </p:cNvSpPr>
            <p:nvPr/>
          </p:nvSpPr>
          <p:spPr>
            <a:xfrm>
              <a:off x="5003671" y="5012417"/>
              <a:ext cx="90674" cy="41504"/>
            </a:xfrm>
            <a:custGeom>
              <a:avLst/>
              <a:gdLst/>
              <a:ahLst/>
              <a:cxnLst/>
              <a:rect l="0" t="0" r="0" b="0"/>
              <a:pathLst>
                <a:path w="90674" h="41504">
                  <a:moveTo>
                    <a:pt x="90674" y="4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9" name="Candidate_receptor__2268">
              <a:extLst>
                <a:ext uri="{FF2B5EF4-FFF2-40B4-BE49-F238E27FC236}">
                  <a16:creationId xmlns:a16="http://schemas.microsoft.com/office/drawing/2014/main" id="{40AA7AC4-296E-6A44-FE02-4B290CCD9871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3248"/>
              <a:ext cx="12489" cy="17557"/>
            </a:xfrm>
            <a:custGeom>
              <a:avLst/>
              <a:gdLst/>
              <a:ahLst/>
              <a:cxnLst/>
              <a:rect l="0" t="0" r="0" b="0"/>
              <a:pathLst>
                <a:path w="12489" h="17557">
                  <a:moveTo>
                    <a:pt x="12489" y="17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0" name="Candidate_receptor__2269">
              <a:extLst>
                <a:ext uri="{FF2B5EF4-FFF2-40B4-BE49-F238E27FC236}">
                  <a16:creationId xmlns:a16="http://schemas.microsoft.com/office/drawing/2014/main" id="{70836E0A-4FF8-DC11-9901-B2319289EF27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29646"/>
              <a:ext cx="89291" cy="70188"/>
            </a:xfrm>
            <a:custGeom>
              <a:avLst/>
              <a:gdLst/>
              <a:ahLst/>
              <a:cxnLst/>
              <a:rect l="0" t="0" r="0" b="0"/>
              <a:pathLst>
                <a:path w="89291" h="70188">
                  <a:moveTo>
                    <a:pt x="0" y="70188"/>
                  </a:moveTo>
                  <a:lnTo>
                    <a:pt x="8929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1" name="Candidate_receptor__2270">
              <a:extLst>
                <a:ext uri="{FF2B5EF4-FFF2-40B4-BE49-F238E27FC236}">
                  <a16:creationId xmlns:a16="http://schemas.microsoft.com/office/drawing/2014/main" id="{14701C88-ECDC-69C7-0104-7F1BD4A68529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501708"/>
              <a:ext cx="19122" cy="55030"/>
            </a:xfrm>
            <a:custGeom>
              <a:avLst/>
              <a:gdLst/>
              <a:ahLst/>
              <a:cxnLst/>
              <a:rect l="0" t="0" r="0" b="0"/>
              <a:pathLst>
                <a:path w="19122" h="55030">
                  <a:moveTo>
                    <a:pt x="19122" y="0"/>
                  </a:moveTo>
                  <a:lnTo>
                    <a:pt x="0" y="5503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2" name="Candidate_receptor__2271">
              <a:extLst>
                <a:ext uri="{FF2B5EF4-FFF2-40B4-BE49-F238E27FC236}">
                  <a16:creationId xmlns:a16="http://schemas.microsoft.com/office/drawing/2014/main" id="{C204DFA6-7317-45A9-AC1E-5B5714748A23}"/>
                </a:ext>
              </a:extLst>
            </p:cNvPr>
            <p:cNvSpPr>
              <a:spLocks noGrp="1"/>
            </p:cNvSpPr>
            <p:nvPr/>
          </p:nvSpPr>
          <p:spPr>
            <a:xfrm>
              <a:off x="6632522" y="4276643"/>
              <a:ext cx="102907" cy="20704"/>
            </a:xfrm>
            <a:custGeom>
              <a:avLst/>
              <a:gdLst/>
              <a:ahLst/>
              <a:cxnLst/>
              <a:rect l="0" t="0" r="0" b="0"/>
              <a:pathLst>
                <a:path w="102907" h="20704">
                  <a:moveTo>
                    <a:pt x="102907" y="207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3" name="Candidate_receptor__2272">
              <a:extLst>
                <a:ext uri="{FF2B5EF4-FFF2-40B4-BE49-F238E27FC236}">
                  <a16:creationId xmlns:a16="http://schemas.microsoft.com/office/drawing/2014/main" id="{A79B8123-D19B-01FA-9F98-C56AB6DA9326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40974"/>
              <a:ext cx="90621" cy="53656"/>
            </a:xfrm>
            <a:custGeom>
              <a:avLst/>
              <a:gdLst/>
              <a:ahLst/>
              <a:cxnLst/>
              <a:rect l="0" t="0" r="0" b="0"/>
              <a:pathLst>
                <a:path w="90621" h="53656">
                  <a:moveTo>
                    <a:pt x="90621" y="0"/>
                  </a:moveTo>
                  <a:lnTo>
                    <a:pt x="0" y="5365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4" name="Candidate_receptor__2273">
              <a:extLst>
                <a:ext uri="{FF2B5EF4-FFF2-40B4-BE49-F238E27FC236}">
                  <a16:creationId xmlns:a16="http://schemas.microsoft.com/office/drawing/2014/main" id="{4CAB524B-B20D-8838-ECEB-C3C47D7D4BD7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85096"/>
              <a:ext cx="14289" cy="18944"/>
            </a:xfrm>
            <a:custGeom>
              <a:avLst/>
              <a:gdLst/>
              <a:ahLst/>
              <a:cxnLst/>
              <a:rect l="0" t="0" r="0" b="0"/>
              <a:pathLst>
                <a:path w="14289" h="18944">
                  <a:moveTo>
                    <a:pt x="0" y="18944"/>
                  </a:moveTo>
                  <a:lnTo>
                    <a:pt x="1428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5" name="Candidate_receptor__2274">
              <a:extLst>
                <a:ext uri="{FF2B5EF4-FFF2-40B4-BE49-F238E27FC236}">
                  <a16:creationId xmlns:a16="http://schemas.microsoft.com/office/drawing/2014/main" id="{D3876F6F-681A-F71B-3260-14AD858BEE18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5002624"/>
              <a:ext cx="58505" cy="9794"/>
            </a:xfrm>
            <a:custGeom>
              <a:avLst/>
              <a:gdLst/>
              <a:ahLst/>
              <a:cxnLst/>
              <a:rect l="0" t="0" r="0" b="0"/>
              <a:pathLst>
                <a:path w="58505" h="9794">
                  <a:moveTo>
                    <a:pt x="58505" y="97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6" name="Candidate_receptor__2275">
              <a:extLst>
                <a:ext uri="{FF2B5EF4-FFF2-40B4-BE49-F238E27FC236}">
                  <a16:creationId xmlns:a16="http://schemas.microsoft.com/office/drawing/2014/main" id="{4FC6C5F5-613B-BDBB-2119-782288E74CB5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643297"/>
              <a:ext cx="75208" cy="74659"/>
            </a:xfrm>
            <a:custGeom>
              <a:avLst/>
              <a:gdLst/>
              <a:ahLst/>
              <a:cxnLst/>
              <a:rect l="0" t="0" r="0" b="0"/>
              <a:pathLst>
                <a:path w="75208" h="74659">
                  <a:moveTo>
                    <a:pt x="75208" y="746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7" name="Candidate_receptor__2276">
              <a:extLst>
                <a:ext uri="{FF2B5EF4-FFF2-40B4-BE49-F238E27FC236}">
                  <a16:creationId xmlns:a16="http://schemas.microsoft.com/office/drawing/2014/main" id="{9782CC22-9264-D5D9-9A65-3950E149EE62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30580"/>
              <a:ext cx="35149" cy="30101"/>
            </a:xfrm>
            <a:custGeom>
              <a:avLst/>
              <a:gdLst/>
              <a:ahLst/>
              <a:cxnLst/>
              <a:rect l="0" t="0" r="0" b="0"/>
              <a:pathLst>
                <a:path w="35149" h="30101">
                  <a:moveTo>
                    <a:pt x="0" y="30101"/>
                  </a:moveTo>
                  <a:lnTo>
                    <a:pt x="3514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8" name="Candidate_receptor__2277">
              <a:extLst>
                <a:ext uri="{FF2B5EF4-FFF2-40B4-BE49-F238E27FC236}">
                  <a16:creationId xmlns:a16="http://schemas.microsoft.com/office/drawing/2014/main" id="{55ABF27C-6252-796F-0D92-E33D9C93C213}"/>
                </a:ext>
              </a:extLst>
            </p:cNvPr>
            <p:cNvSpPr>
              <a:spLocks noGrp="1"/>
            </p:cNvSpPr>
            <p:nvPr/>
          </p:nvSpPr>
          <p:spPr>
            <a:xfrm>
              <a:off x="6656978" y="4400386"/>
              <a:ext cx="41625" cy="32216"/>
            </a:xfrm>
            <a:custGeom>
              <a:avLst/>
              <a:gdLst/>
              <a:ahLst/>
              <a:cxnLst/>
              <a:rect l="0" t="0" r="0" b="0"/>
              <a:pathLst>
                <a:path w="41625" h="32216">
                  <a:moveTo>
                    <a:pt x="0" y="32216"/>
                  </a:moveTo>
                  <a:lnTo>
                    <a:pt x="4162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9" name="Candidate_receptor__2278">
              <a:extLst>
                <a:ext uri="{FF2B5EF4-FFF2-40B4-BE49-F238E27FC236}">
                  <a16:creationId xmlns:a16="http://schemas.microsoft.com/office/drawing/2014/main" id="{7AF3A97F-75E5-1B29-2FA8-18F0849863BC}"/>
                </a:ext>
              </a:extLst>
            </p:cNvPr>
            <p:cNvSpPr>
              <a:spLocks noGrp="1"/>
            </p:cNvSpPr>
            <p:nvPr/>
          </p:nvSpPr>
          <p:spPr>
            <a:xfrm>
              <a:off x="4637596" y="4505925"/>
              <a:ext cx="112762" cy="19257"/>
            </a:xfrm>
            <a:custGeom>
              <a:avLst/>
              <a:gdLst/>
              <a:ahLst/>
              <a:cxnLst/>
              <a:rect l="0" t="0" r="0" b="0"/>
              <a:pathLst>
                <a:path w="112762" h="19257">
                  <a:moveTo>
                    <a:pt x="112762" y="0"/>
                  </a:moveTo>
                  <a:lnTo>
                    <a:pt x="0" y="19257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0" name="Candidate_receptor__2279">
              <a:extLst>
                <a:ext uri="{FF2B5EF4-FFF2-40B4-BE49-F238E27FC236}">
                  <a16:creationId xmlns:a16="http://schemas.microsoft.com/office/drawing/2014/main" id="{00CC160E-33D6-8411-AF12-F471EBB6E075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52441"/>
              <a:ext cx="113151" cy="23268"/>
            </a:xfrm>
            <a:custGeom>
              <a:avLst/>
              <a:gdLst/>
              <a:ahLst/>
              <a:cxnLst/>
              <a:rect l="0" t="0" r="0" b="0"/>
              <a:pathLst>
                <a:path w="113151" h="23268">
                  <a:moveTo>
                    <a:pt x="113151" y="232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1" name="Candidate_receptor__2280">
              <a:extLst>
                <a:ext uri="{FF2B5EF4-FFF2-40B4-BE49-F238E27FC236}">
                  <a16:creationId xmlns:a16="http://schemas.microsoft.com/office/drawing/2014/main" id="{6375FD44-9EAD-AC5A-40ED-689CAACCFF4F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76643"/>
              <a:ext cx="53824" cy="21552"/>
            </a:xfrm>
            <a:custGeom>
              <a:avLst/>
              <a:gdLst/>
              <a:ahLst/>
              <a:cxnLst/>
              <a:rect l="0" t="0" r="0" b="0"/>
              <a:pathLst>
                <a:path w="53824" h="21552">
                  <a:moveTo>
                    <a:pt x="53824" y="0"/>
                  </a:moveTo>
                  <a:lnTo>
                    <a:pt x="0" y="2155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2" name="Candidate_receptor__2281">
              <a:extLst>
                <a:ext uri="{FF2B5EF4-FFF2-40B4-BE49-F238E27FC236}">
                  <a16:creationId xmlns:a16="http://schemas.microsoft.com/office/drawing/2014/main" id="{4EE664E9-44D8-8431-D0E4-F84DAEA9BB7C}"/>
                </a:ext>
              </a:extLst>
            </p:cNvPr>
            <p:cNvSpPr>
              <a:spLocks noGrp="1"/>
            </p:cNvSpPr>
            <p:nvPr/>
          </p:nvSpPr>
          <p:spPr>
            <a:xfrm>
              <a:off x="5214030" y="4313103"/>
              <a:ext cx="62690" cy="76668"/>
            </a:xfrm>
            <a:custGeom>
              <a:avLst/>
              <a:gdLst/>
              <a:ahLst/>
              <a:cxnLst/>
              <a:rect l="0" t="0" r="0" b="0"/>
              <a:pathLst>
                <a:path w="62690" h="76668">
                  <a:moveTo>
                    <a:pt x="0" y="0"/>
                  </a:moveTo>
                  <a:lnTo>
                    <a:pt x="62690" y="7666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3" name="Candidate_receptor__2282">
              <a:extLst>
                <a:ext uri="{FF2B5EF4-FFF2-40B4-BE49-F238E27FC236}">
                  <a16:creationId xmlns:a16="http://schemas.microsoft.com/office/drawing/2014/main" id="{7DB29672-72E3-0A06-9096-34374DD9BCCA}"/>
                </a:ext>
              </a:extLst>
            </p:cNvPr>
            <p:cNvSpPr>
              <a:spLocks noGrp="1"/>
            </p:cNvSpPr>
            <p:nvPr/>
          </p:nvSpPr>
          <p:spPr>
            <a:xfrm>
              <a:off x="6203265" y="4378120"/>
              <a:ext cx="60433" cy="93379"/>
            </a:xfrm>
            <a:custGeom>
              <a:avLst/>
              <a:gdLst/>
              <a:ahLst/>
              <a:cxnLst/>
              <a:rect l="0" t="0" r="0" b="0"/>
              <a:pathLst>
                <a:path w="60433" h="93379">
                  <a:moveTo>
                    <a:pt x="60433" y="93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4" name="Candidate_receptor__2283">
              <a:extLst>
                <a:ext uri="{FF2B5EF4-FFF2-40B4-BE49-F238E27FC236}">
                  <a16:creationId xmlns:a16="http://schemas.microsoft.com/office/drawing/2014/main" id="{86975C4E-9A56-CC4D-3968-E449A3CACBC2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47234" cy="25929"/>
            </a:xfrm>
            <a:custGeom>
              <a:avLst/>
              <a:gdLst/>
              <a:ahLst/>
              <a:cxnLst/>
              <a:rect l="0" t="0" r="0" b="0"/>
              <a:pathLst>
                <a:path w="47234" h="25929">
                  <a:moveTo>
                    <a:pt x="0" y="0"/>
                  </a:moveTo>
                  <a:lnTo>
                    <a:pt x="47234" y="25929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5" name="Candidate_receptor__2284">
              <a:extLst>
                <a:ext uri="{FF2B5EF4-FFF2-40B4-BE49-F238E27FC236}">
                  <a16:creationId xmlns:a16="http://schemas.microsoft.com/office/drawing/2014/main" id="{C195B4DD-C398-A302-8AC4-00A30B3A92C0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13103"/>
              <a:ext cx="87153" cy="23376"/>
            </a:xfrm>
            <a:custGeom>
              <a:avLst/>
              <a:gdLst/>
              <a:ahLst/>
              <a:cxnLst/>
              <a:rect l="0" t="0" r="0" b="0"/>
              <a:pathLst>
                <a:path w="87153" h="23376">
                  <a:moveTo>
                    <a:pt x="0" y="23376"/>
                  </a:moveTo>
                  <a:lnTo>
                    <a:pt x="8715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6" name="Candidate_receptor__2285">
              <a:extLst>
                <a:ext uri="{FF2B5EF4-FFF2-40B4-BE49-F238E27FC236}">
                  <a16:creationId xmlns:a16="http://schemas.microsoft.com/office/drawing/2014/main" id="{D05A2F8A-E4A1-0343-3E76-1827B81A5114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08771"/>
              <a:ext cx="60895" cy="58531"/>
            </a:xfrm>
            <a:custGeom>
              <a:avLst/>
              <a:gdLst/>
              <a:ahLst/>
              <a:cxnLst/>
              <a:rect l="0" t="0" r="0" b="0"/>
              <a:pathLst>
                <a:path w="60895" h="58531">
                  <a:moveTo>
                    <a:pt x="0" y="58531"/>
                  </a:moveTo>
                  <a:lnTo>
                    <a:pt x="6089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7" name="Candidate_receptor__2286">
              <a:extLst>
                <a:ext uri="{FF2B5EF4-FFF2-40B4-BE49-F238E27FC236}">
                  <a16:creationId xmlns:a16="http://schemas.microsoft.com/office/drawing/2014/main" id="{E2922B9F-AEA7-B41C-F0BC-3933C3A9996D}"/>
                </a:ext>
              </a:extLst>
            </p:cNvPr>
            <p:cNvSpPr>
              <a:spLocks noGrp="1"/>
            </p:cNvSpPr>
            <p:nvPr/>
          </p:nvSpPr>
          <p:spPr>
            <a:xfrm>
              <a:off x="5022783" y="5053921"/>
              <a:ext cx="71563" cy="76659"/>
            </a:xfrm>
            <a:custGeom>
              <a:avLst/>
              <a:gdLst/>
              <a:ahLst/>
              <a:cxnLst/>
              <a:rect l="0" t="0" r="0" b="0"/>
              <a:pathLst>
                <a:path w="71563" h="76659">
                  <a:moveTo>
                    <a:pt x="0" y="76659"/>
                  </a:moveTo>
                  <a:lnTo>
                    <a:pt x="7156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8" name="Candidate_receptor__2287">
              <a:extLst>
                <a:ext uri="{FF2B5EF4-FFF2-40B4-BE49-F238E27FC236}">
                  <a16:creationId xmlns:a16="http://schemas.microsoft.com/office/drawing/2014/main" id="{8D68CD99-6BC0-238E-A00A-B9617C296A2C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4757"/>
              <a:ext cx="109596" cy="701"/>
            </a:xfrm>
            <a:custGeom>
              <a:avLst/>
              <a:gdLst/>
              <a:ahLst/>
              <a:cxnLst/>
              <a:rect l="0" t="0" r="0" b="0"/>
              <a:pathLst>
                <a:path w="109596" h="701">
                  <a:moveTo>
                    <a:pt x="0" y="701"/>
                  </a:moveTo>
                  <a:lnTo>
                    <a:pt x="10959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9" name="Candidate_receptor__2288">
              <a:extLst>
                <a:ext uri="{FF2B5EF4-FFF2-40B4-BE49-F238E27FC236}">
                  <a16:creationId xmlns:a16="http://schemas.microsoft.com/office/drawing/2014/main" id="{86BCACDF-306F-4A41-45A8-DA1C431DE353}"/>
                </a:ext>
              </a:extLst>
            </p:cNvPr>
            <p:cNvSpPr>
              <a:spLocks noGrp="1"/>
            </p:cNvSpPr>
            <p:nvPr/>
          </p:nvSpPr>
          <p:spPr>
            <a:xfrm>
              <a:off x="6698603" y="4297348"/>
              <a:ext cx="36826" cy="103039"/>
            </a:xfrm>
            <a:custGeom>
              <a:avLst/>
              <a:gdLst/>
              <a:ahLst/>
              <a:cxnLst/>
              <a:rect l="0" t="0" r="0" b="0"/>
              <a:pathLst>
                <a:path w="36826" h="103039">
                  <a:moveTo>
                    <a:pt x="0" y="103039"/>
                  </a:moveTo>
                  <a:lnTo>
                    <a:pt x="368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90" name="Candidate_receptor__2289">
              <a:extLst>
                <a:ext uri="{FF2B5EF4-FFF2-40B4-BE49-F238E27FC236}">
                  <a16:creationId xmlns:a16="http://schemas.microsoft.com/office/drawing/2014/main" id="{02CB9CE8-42E7-4788-00B8-974E07A506B9}"/>
                </a:ext>
              </a:extLst>
            </p:cNvPr>
            <p:cNvSpPr>
              <a:spLocks noGrp="1"/>
            </p:cNvSpPr>
            <p:nvPr/>
          </p:nvSpPr>
          <p:spPr>
            <a:xfrm>
              <a:off x="5196268" y="4389771"/>
              <a:ext cx="80452" cy="81034"/>
            </a:xfrm>
            <a:custGeom>
              <a:avLst/>
              <a:gdLst/>
              <a:ahLst/>
              <a:cxnLst/>
              <a:rect l="0" t="0" r="0" b="0"/>
              <a:pathLst>
                <a:path w="80452" h="81034">
                  <a:moveTo>
                    <a:pt x="80452" y="0"/>
                  </a:moveTo>
                  <a:lnTo>
                    <a:pt x="0" y="8103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91" name="Candidate_receptor__2290">
              <a:extLst>
                <a:ext uri="{FF2B5EF4-FFF2-40B4-BE49-F238E27FC236}">
                  <a16:creationId xmlns:a16="http://schemas.microsoft.com/office/drawing/2014/main" id="{A3776512-2682-C77E-6245-AA2594B4D638}"/>
                </a:ext>
              </a:extLst>
            </p:cNvPr>
            <p:cNvSpPr>
              <a:spLocks noGrp="1"/>
            </p:cNvSpPr>
            <p:nvPr/>
          </p:nvSpPr>
          <p:spPr>
            <a:xfrm>
              <a:off x="4750358" y="4505925"/>
              <a:ext cx="17038" cy="102846"/>
            </a:xfrm>
            <a:custGeom>
              <a:avLst/>
              <a:gdLst/>
              <a:ahLst/>
              <a:cxnLst/>
              <a:rect l="0" t="0" r="0" b="0"/>
              <a:pathLst>
                <a:path w="17038" h="102846">
                  <a:moveTo>
                    <a:pt x="17038" y="102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2" name="Candidate_receptor__2291">
              <a:extLst>
                <a:ext uri="{FF2B5EF4-FFF2-40B4-BE49-F238E27FC236}">
                  <a16:creationId xmlns:a16="http://schemas.microsoft.com/office/drawing/2014/main" id="{94413BA3-B50C-2A6C-28C4-B41D7985C48E}"/>
                </a:ext>
              </a:extLst>
            </p:cNvPr>
            <p:cNvSpPr>
              <a:spLocks noGrp="1"/>
            </p:cNvSpPr>
            <p:nvPr/>
          </p:nvSpPr>
          <p:spPr>
            <a:xfrm>
              <a:off x="5259218" y="4754757"/>
              <a:ext cx="29407" cy="92099"/>
            </a:xfrm>
            <a:custGeom>
              <a:avLst/>
              <a:gdLst/>
              <a:ahLst/>
              <a:cxnLst/>
              <a:rect l="0" t="0" r="0" b="0"/>
              <a:pathLst>
                <a:path w="29407" h="92099">
                  <a:moveTo>
                    <a:pt x="0" y="0"/>
                  </a:moveTo>
                  <a:lnTo>
                    <a:pt x="29407" y="92099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3" name="Candidate_receptor__2292">
              <a:extLst>
                <a:ext uri="{FF2B5EF4-FFF2-40B4-BE49-F238E27FC236}">
                  <a16:creationId xmlns:a16="http://schemas.microsoft.com/office/drawing/2014/main" id="{9B72003F-7D11-751E-E950-D164BD3A32CC}"/>
                </a:ext>
              </a:extLst>
            </p:cNvPr>
            <p:cNvSpPr>
              <a:spLocks noGrp="1"/>
            </p:cNvSpPr>
            <p:nvPr/>
          </p:nvSpPr>
          <p:spPr>
            <a:xfrm>
              <a:off x="6389586" y="3380920"/>
              <a:ext cx="34164" cy="15622"/>
            </a:xfrm>
            <a:custGeom>
              <a:avLst/>
              <a:gdLst/>
              <a:ahLst/>
              <a:cxnLst/>
              <a:rect l="0" t="0" r="0" b="0"/>
              <a:pathLst>
                <a:path w="34164" h="15622">
                  <a:moveTo>
                    <a:pt x="34164" y="156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2294" name="Candidate_receptor__2293">
              <a:extLst>
                <a:ext uri="{FF2B5EF4-FFF2-40B4-BE49-F238E27FC236}">
                  <a16:creationId xmlns:a16="http://schemas.microsoft.com/office/drawing/2014/main" id="{CB9E8D83-8EBE-F205-6960-1A3D320FD238}"/>
                </a:ext>
              </a:extLst>
            </p:cNvPr>
            <p:cNvSpPr>
              <a:spLocks noGrp="1"/>
            </p:cNvSpPr>
            <p:nvPr/>
          </p:nvSpPr>
          <p:spPr>
            <a:xfrm>
              <a:off x="5035047" y="4875709"/>
              <a:ext cx="9977" cy="75079"/>
            </a:xfrm>
            <a:custGeom>
              <a:avLst/>
              <a:gdLst/>
              <a:ahLst/>
              <a:cxnLst/>
              <a:rect l="0" t="0" r="0" b="0"/>
              <a:pathLst>
                <a:path w="9977" h="75079">
                  <a:moveTo>
                    <a:pt x="0" y="75079"/>
                  </a:moveTo>
                  <a:lnTo>
                    <a:pt x="9977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5" name="Candidate_receptor__2294">
              <a:extLst>
                <a:ext uri="{FF2B5EF4-FFF2-40B4-BE49-F238E27FC236}">
                  <a16:creationId xmlns:a16="http://schemas.microsoft.com/office/drawing/2014/main" id="{A458BCC3-FC6F-E31A-5A87-C10001E8859B}"/>
                </a:ext>
              </a:extLst>
            </p:cNvPr>
            <p:cNvSpPr>
              <a:spLocks noGrp="1"/>
            </p:cNvSpPr>
            <p:nvPr/>
          </p:nvSpPr>
          <p:spPr>
            <a:xfrm>
              <a:off x="6526812" y="4146378"/>
              <a:ext cx="114772" cy="12466"/>
            </a:xfrm>
            <a:custGeom>
              <a:avLst/>
              <a:gdLst/>
              <a:ahLst/>
              <a:cxnLst/>
              <a:rect l="0" t="0" r="0" b="0"/>
              <a:pathLst>
                <a:path w="114772" h="12466">
                  <a:moveTo>
                    <a:pt x="114772" y="0"/>
                  </a:moveTo>
                  <a:lnTo>
                    <a:pt x="0" y="12466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6" name="Candidate_receptor__2295">
              <a:extLst>
                <a:ext uri="{FF2B5EF4-FFF2-40B4-BE49-F238E27FC236}">
                  <a16:creationId xmlns:a16="http://schemas.microsoft.com/office/drawing/2014/main" id="{1EB26B8A-0541-3D6D-1C10-666729170389}"/>
                </a:ext>
              </a:extLst>
            </p:cNvPr>
            <p:cNvSpPr>
              <a:spLocks noGrp="1"/>
            </p:cNvSpPr>
            <p:nvPr/>
          </p:nvSpPr>
          <p:spPr>
            <a:xfrm>
              <a:off x="6166310" y="4471499"/>
              <a:ext cx="97388" cy="48440"/>
            </a:xfrm>
            <a:custGeom>
              <a:avLst/>
              <a:gdLst/>
              <a:ahLst/>
              <a:cxnLst/>
              <a:rect l="0" t="0" r="0" b="0"/>
              <a:pathLst>
                <a:path w="97388" h="48440">
                  <a:moveTo>
                    <a:pt x="0" y="48440"/>
                  </a:moveTo>
                  <a:lnTo>
                    <a:pt x="973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7" name="Candidate_receptor__2296">
              <a:extLst>
                <a:ext uri="{FF2B5EF4-FFF2-40B4-BE49-F238E27FC236}">
                  <a16:creationId xmlns:a16="http://schemas.microsoft.com/office/drawing/2014/main" id="{B5F3688D-3466-6561-920D-FA0736589EDA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395753"/>
              <a:ext cx="100249" cy="41040"/>
            </a:xfrm>
            <a:custGeom>
              <a:avLst/>
              <a:gdLst/>
              <a:ahLst/>
              <a:cxnLst/>
              <a:rect l="0" t="0" r="0" b="0"/>
              <a:pathLst>
                <a:path w="100249" h="41040">
                  <a:moveTo>
                    <a:pt x="100249" y="0"/>
                  </a:moveTo>
                  <a:lnTo>
                    <a:pt x="0" y="4104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8" name="Candidate_receptor__2297">
              <a:extLst>
                <a:ext uri="{FF2B5EF4-FFF2-40B4-BE49-F238E27FC236}">
                  <a16:creationId xmlns:a16="http://schemas.microsoft.com/office/drawing/2014/main" id="{B0357ABF-F557-AC40-5071-5322E2BE19D1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525182"/>
              <a:ext cx="12520" cy="40852"/>
            </a:xfrm>
            <a:custGeom>
              <a:avLst/>
              <a:gdLst/>
              <a:ahLst/>
              <a:cxnLst/>
              <a:rect l="0" t="0" r="0" b="0"/>
              <a:pathLst>
                <a:path w="12520" h="40852">
                  <a:moveTo>
                    <a:pt x="12520" y="0"/>
                  </a:moveTo>
                  <a:lnTo>
                    <a:pt x="0" y="40852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9" name="Candidate_receptor__2298">
              <a:extLst>
                <a:ext uri="{FF2B5EF4-FFF2-40B4-BE49-F238E27FC236}">
                  <a16:creationId xmlns:a16="http://schemas.microsoft.com/office/drawing/2014/main" id="{109D6100-807E-7487-4841-6A25B015561B}"/>
                </a:ext>
              </a:extLst>
            </p:cNvPr>
            <p:cNvSpPr>
              <a:spLocks noGrp="1"/>
            </p:cNvSpPr>
            <p:nvPr/>
          </p:nvSpPr>
          <p:spPr>
            <a:xfrm>
              <a:off x="6271941" y="4644584"/>
              <a:ext cx="54338" cy="73373"/>
            </a:xfrm>
            <a:custGeom>
              <a:avLst/>
              <a:gdLst/>
              <a:ahLst/>
              <a:cxnLst/>
              <a:rect l="0" t="0" r="0" b="0"/>
              <a:pathLst>
                <a:path w="54338" h="73373">
                  <a:moveTo>
                    <a:pt x="54338" y="0"/>
                  </a:moveTo>
                  <a:lnTo>
                    <a:pt x="0" y="73373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2300" name="Candidate_receptor__2299">
              <a:extLst>
                <a:ext uri="{FF2B5EF4-FFF2-40B4-BE49-F238E27FC236}">
                  <a16:creationId xmlns:a16="http://schemas.microsoft.com/office/drawing/2014/main" id="{4248CA1B-1803-4005-1433-7C729C110BC0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52270" cy="4715"/>
            </a:xfrm>
            <a:custGeom>
              <a:avLst/>
              <a:gdLst/>
              <a:ahLst/>
              <a:cxnLst/>
              <a:rect l="0" t="0" r="0" b="0"/>
              <a:pathLst>
                <a:path w="52270" h="4715">
                  <a:moveTo>
                    <a:pt x="52270" y="47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1" name="Candidate_receptor__2300">
              <a:extLst>
                <a:ext uri="{FF2B5EF4-FFF2-40B4-BE49-F238E27FC236}">
                  <a16:creationId xmlns:a16="http://schemas.microsoft.com/office/drawing/2014/main" id="{84AE6506-86FF-C16F-EA91-8D9A15E89DCD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482800"/>
              <a:ext cx="73843" cy="73937"/>
            </a:xfrm>
            <a:custGeom>
              <a:avLst/>
              <a:gdLst/>
              <a:ahLst/>
              <a:cxnLst/>
              <a:rect l="0" t="0" r="0" b="0"/>
              <a:pathLst>
                <a:path w="73843" h="73937">
                  <a:moveTo>
                    <a:pt x="0" y="73937"/>
                  </a:moveTo>
                  <a:lnTo>
                    <a:pt x="73843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2" name="Candidate_receptor__2301">
              <a:extLst>
                <a:ext uri="{FF2B5EF4-FFF2-40B4-BE49-F238E27FC236}">
                  <a16:creationId xmlns:a16="http://schemas.microsoft.com/office/drawing/2014/main" id="{77864276-5F8E-3F7C-B7AE-E800B8795DE1}"/>
                </a:ext>
              </a:extLst>
            </p:cNvPr>
            <p:cNvSpPr>
              <a:spLocks noGrp="1"/>
            </p:cNvSpPr>
            <p:nvPr/>
          </p:nvSpPr>
          <p:spPr>
            <a:xfrm>
              <a:off x="5504328" y="4395753"/>
              <a:ext cx="61133" cy="87048"/>
            </a:xfrm>
            <a:custGeom>
              <a:avLst/>
              <a:gdLst/>
              <a:ahLst/>
              <a:cxnLst/>
              <a:rect l="0" t="0" r="0" b="0"/>
              <a:pathLst>
                <a:path w="61133" h="87048">
                  <a:moveTo>
                    <a:pt x="61133" y="870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3" name="Candidate_receptor__2302">
              <a:extLst>
                <a:ext uri="{FF2B5EF4-FFF2-40B4-BE49-F238E27FC236}">
                  <a16:creationId xmlns:a16="http://schemas.microsoft.com/office/drawing/2014/main" id="{671C0298-6F70-F1D3-CC33-90593BE44979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91231"/>
              <a:ext cx="98158" cy="12739"/>
            </a:xfrm>
            <a:custGeom>
              <a:avLst/>
              <a:gdLst/>
              <a:ahLst/>
              <a:cxnLst/>
              <a:rect l="0" t="0" r="0" b="0"/>
              <a:pathLst>
                <a:path w="98158" h="12739">
                  <a:moveTo>
                    <a:pt x="98158" y="12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4" name="Candidate_receptor__2303">
              <a:extLst>
                <a:ext uri="{FF2B5EF4-FFF2-40B4-BE49-F238E27FC236}">
                  <a16:creationId xmlns:a16="http://schemas.microsoft.com/office/drawing/2014/main" id="{ECEAE40E-FB8D-A8BF-949F-5EB10F2A6CE8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46857"/>
              <a:ext cx="95541" cy="57184"/>
            </a:xfrm>
            <a:custGeom>
              <a:avLst/>
              <a:gdLst/>
              <a:ahLst/>
              <a:cxnLst/>
              <a:rect l="0" t="0" r="0" b="0"/>
              <a:pathLst>
                <a:path w="95541" h="57184">
                  <a:moveTo>
                    <a:pt x="95541" y="0"/>
                  </a:moveTo>
                  <a:lnTo>
                    <a:pt x="0" y="57184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5" name="Candidate_receptor__2304">
              <a:extLst>
                <a:ext uri="{FF2B5EF4-FFF2-40B4-BE49-F238E27FC236}">
                  <a16:creationId xmlns:a16="http://schemas.microsoft.com/office/drawing/2014/main" id="{DF5CAD69-C9C9-5C25-FFB9-0D9CB6533376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4950788"/>
              <a:ext cx="89881" cy="51836"/>
            </a:xfrm>
            <a:custGeom>
              <a:avLst/>
              <a:gdLst/>
              <a:ahLst/>
              <a:cxnLst/>
              <a:rect l="0" t="0" r="0" b="0"/>
              <a:pathLst>
                <a:path w="89881" h="51836">
                  <a:moveTo>
                    <a:pt x="0" y="51836"/>
                  </a:moveTo>
                  <a:lnTo>
                    <a:pt x="89881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6" name="Candidate_receptor__2305">
              <a:extLst>
                <a:ext uri="{FF2B5EF4-FFF2-40B4-BE49-F238E27FC236}">
                  <a16:creationId xmlns:a16="http://schemas.microsoft.com/office/drawing/2014/main" id="{9293FD82-E04B-5FCE-BA10-24C96C6A3441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34220"/>
              <a:ext cx="8488" cy="18220"/>
            </a:xfrm>
            <a:custGeom>
              <a:avLst/>
              <a:gdLst/>
              <a:ahLst/>
              <a:cxnLst/>
              <a:rect l="0" t="0" r="0" b="0"/>
              <a:pathLst>
                <a:path w="8488" h="18220">
                  <a:moveTo>
                    <a:pt x="0" y="18220"/>
                  </a:moveTo>
                  <a:lnTo>
                    <a:pt x="84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7" name="Candidate_receptor__2306">
              <a:extLst>
                <a:ext uri="{FF2B5EF4-FFF2-40B4-BE49-F238E27FC236}">
                  <a16:creationId xmlns:a16="http://schemas.microsoft.com/office/drawing/2014/main" id="{BFBDB5F2-7516-5C5A-9B24-3C4F1E188EE7}"/>
                </a:ext>
              </a:extLst>
            </p:cNvPr>
            <p:cNvSpPr>
              <a:spLocks noGrp="1"/>
            </p:cNvSpPr>
            <p:nvPr/>
          </p:nvSpPr>
          <p:spPr>
            <a:xfrm>
              <a:off x="4990283" y="4703969"/>
              <a:ext cx="43384" cy="63066"/>
            </a:xfrm>
            <a:custGeom>
              <a:avLst/>
              <a:gdLst/>
              <a:ahLst/>
              <a:cxnLst/>
              <a:rect l="0" t="0" r="0" b="0"/>
              <a:pathLst>
                <a:path w="43384" h="63066">
                  <a:moveTo>
                    <a:pt x="43384" y="630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08" name="Candidate_receptor__2307">
              <a:extLst>
                <a:ext uri="{FF2B5EF4-FFF2-40B4-BE49-F238E27FC236}">
                  <a16:creationId xmlns:a16="http://schemas.microsoft.com/office/drawing/2014/main" id="{A06CCD3D-9AB8-B586-45FE-92D655D7E650}"/>
                </a:ext>
              </a:extLst>
            </p:cNvPr>
            <p:cNvSpPr>
              <a:spLocks noGrp="1"/>
            </p:cNvSpPr>
            <p:nvPr/>
          </p:nvSpPr>
          <p:spPr>
            <a:xfrm>
              <a:off x="6641583" y="4146378"/>
              <a:ext cx="12010" cy="86526"/>
            </a:xfrm>
            <a:custGeom>
              <a:avLst/>
              <a:gdLst/>
              <a:ahLst/>
              <a:cxnLst/>
              <a:rect l="0" t="0" r="0" b="0"/>
              <a:pathLst>
                <a:path w="12010" h="86526">
                  <a:moveTo>
                    <a:pt x="12010" y="86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09" name="Candidate_receptor__2308">
              <a:extLst>
                <a:ext uri="{FF2B5EF4-FFF2-40B4-BE49-F238E27FC236}">
                  <a16:creationId xmlns:a16="http://schemas.microsoft.com/office/drawing/2014/main" id="{4E652396-2E2C-38C8-0C56-A288B8DE530E}"/>
                </a:ext>
              </a:extLst>
            </p:cNvPr>
            <p:cNvSpPr>
              <a:spLocks noGrp="1"/>
            </p:cNvSpPr>
            <p:nvPr/>
          </p:nvSpPr>
          <p:spPr>
            <a:xfrm>
              <a:off x="4923392" y="4533619"/>
              <a:ext cx="88632" cy="44770"/>
            </a:xfrm>
            <a:custGeom>
              <a:avLst/>
              <a:gdLst/>
              <a:ahLst/>
              <a:cxnLst/>
              <a:rect l="0" t="0" r="0" b="0"/>
              <a:pathLst>
                <a:path w="88632" h="44770">
                  <a:moveTo>
                    <a:pt x="88632" y="447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0" name="Candidate_receptor__2309">
              <a:extLst>
                <a:ext uri="{FF2B5EF4-FFF2-40B4-BE49-F238E27FC236}">
                  <a16:creationId xmlns:a16="http://schemas.microsoft.com/office/drawing/2014/main" id="{F30BAD09-11B1-ADFC-A957-7B79A91FF65E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32904"/>
              <a:ext cx="74896" cy="65292"/>
            </a:xfrm>
            <a:custGeom>
              <a:avLst/>
              <a:gdLst/>
              <a:ahLst/>
              <a:cxnLst/>
              <a:rect l="0" t="0" r="0" b="0"/>
              <a:pathLst>
                <a:path w="74896" h="65292">
                  <a:moveTo>
                    <a:pt x="0" y="65292"/>
                  </a:moveTo>
                  <a:lnTo>
                    <a:pt x="7489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1" name="Candidate_receptor__2310">
              <a:extLst>
                <a:ext uri="{FF2B5EF4-FFF2-40B4-BE49-F238E27FC236}">
                  <a16:creationId xmlns:a16="http://schemas.microsoft.com/office/drawing/2014/main" id="{B0457ED8-7147-0483-BDDB-6E8AC4A9B3DE}"/>
                </a:ext>
              </a:extLst>
            </p:cNvPr>
            <p:cNvSpPr>
              <a:spLocks noGrp="1"/>
            </p:cNvSpPr>
            <p:nvPr/>
          </p:nvSpPr>
          <p:spPr>
            <a:xfrm>
              <a:off x="4529436" y="4393451"/>
              <a:ext cx="110590" cy="33023"/>
            </a:xfrm>
            <a:custGeom>
              <a:avLst/>
              <a:gdLst/>
              <a:ahLst/>
              <a:cxnLst/>
              <a:rect l="0" t="0" r="0" b="0"/>
              <a:pathLst>
                <a:path w="110590" h="33023">
                  <a:moveTo>
                    <a:pt x="110590" y="0"/>
                  </a:moveTo>
                  <a:lnTo>
                    <a:pt x="0" y="33023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2" name="Candidate_receptor__2311">
              <a:extLst>
                <a:ext uri="{FF2B5EF4-FFF2-40B4-BE49-F238E27FC236}">
                  <a16:creationId xmlns:a16="http://schemas.microsoft.com/office/drawing/2014/main" id="{159FE828-74CA-6EBA-C49D-ABEAA8FC0991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5458"/>
              <a:ext cx="34010" cy="14546"/>
            </a:xfrm>
            <a:custGeom>
              <a:avLst/>
              <a:gdLst/>
              <a:ahLst/>
              <a:cxnLst/>
              <a:rect l="0" t="0" r="0" b="0"/>
              <a:pathLst>
                <a:path w="34010" h="14546">
                  <a:moveTo>
                    <a:pt x="34010" y="14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3" name="Candidate_receptor__2312">
              <a:extLst>
                <a:ext uri="{FF2B5EF4-FFF2-40B4-BE49-F238E27FC236}">
                  <a16:creationId xmlns:a16="http://schemas.microsoft.com/office/drawing/2014/main" id="{0BB4D39F-1CDD-17FE-706D-8DDFBBEFBE8D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23667"/>
              <a:ext cx="69915" cy="12812"/>
            </a:xfrm>
            <a:custGeom>
              <a:avLst/>
              <a:gdLst/>
              <a:ahLst/>
              <a:cxnLst/>
              <a:rect l="0" t="0" r="0" b="0"/>
              <a:pathLst>
                <a:path w="69915" h="12812">
                  <a:moveTo>
                    <a:pt x="69915" y="0"/>
                  </a:moveTo>
                  <a:lnTo>
                    <a:pt x="0" y="12812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4" name="Candidate_receptor__2313">
              <a:extLst>
                <a:ext uri="{FF2B5EF4-FFF2-40B4-BE49-F238E27FC236}">
                  <a16:creationId xmlns:a16="http://schemas.microsoft.com/office/drawing/2014/main" id="{43C21959-A390-24A0-2A44-17E95B5A5370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89814" cy="70425"/>
            </a:xfrm>
            <a:custGeom>
              <a:avLst/>
              <a:gdLst/>
              <a:ahLst/>
              <a:cxnLst/>
              <a:rect l="0" t="0" r="0" b="0"/>
              <a:pathLst>
                <a:path w="89814" h="70425">
                  <a:moveTo>
                    <a:pt x="89814" y="704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5" name="Candidate_receptor__2314">
              <a:extLst>
                <a:ext uri="{FF2B5EF4-FFF2-40B4-BE49-F238E27FC236}">
                  <a16:creationId xmlns:a16="http://schemas.microsoft.com/office/drawing/2014/main" id="{210AAD0B-B946-9CFE-79A7-B5EB88EC0F0D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533619"/>
              <a:ext cx="74587" cy="960"/>
            </a:xfrm>
            <a:custGeom>
              <a:avLst/>
              <a:gdLst/>
              <a:ahLst/>
              <a:cxnLst/>
              <a:rect l="0" t="0" r="0" b="0"/>
              <a:pathLst>
                <a:path w="74587" h="960">
                  <a:moveTo>
                    <a:pt x="74587" y="0"/>
                  </a:moveTo>
                  <a:lnTo>
                    <a:pt x="0" y="96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6" name="Candidate_receptor__2315">
              <a:extLst>
                <a:ext uri="{FF2B5EF4-FFF2-40B4-BE49-F238E27FC236}">
                  <a16:creationId xmlns:a16="http://schemas.microsoft.com/office/drawing/2014/main" id="{C661F2E4-B952-F93B-3C36-A19E5D50BC60}"/>
                </a:ext>
              </a:extLst>
            </p:cNvPr>
            <p:cNvSpPr>
              <a:spLocks noGrp="1"/>
            </p:cNvSpPr>
            <p:nvPr/>
          </p:nvSpPr>
          <p:spPr>
            <a:xfrm>
              <a:off x="5115115" y="4191711"/>
              <a:ext cx="111992" cy="26540"/>
            </a:xfrm>
            <a:custGeom>
              <a:avLst/>
              <a:gdLst/>
              <a:ahLst/>
              <a:cxnLst/>
              <a:rect l="0" t="0" r="0" b="0"/>
              <a:pathLst>
                <a:path w="111992" h="26540">
                  <a:moveTo>
                    <a:pt x="0" y="0"/>
                  </a:moveTo>
                  <a:lnTo>
                    <a:pt x="111992" y="2654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7" name="Candidate_receptor__2316">
              <a:extLst>
                <a:ext uri="{FF2B5EF4-FFF2-40B4-BE49-F238E27FC236}">
                  <a16:creationId xmlns:a16="http://schemas.microsoft.com/office/drawing/2014/main" id="{88F09229-CD7A-DB0F-082D-6F32CA09C82D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14242" cy="222"/>
            </a:xfrm>
            <a:custGeom>
              <a:avLst/>
              <a:gdLst/>
              <a:ahLst/>
              <a:cxnLst/>
              <a:rect l="0" t="0" r="0" b="0"/>
              <a:pathLst>
                <a:path w="114242" h="222">
                  <a:moveTo>
                    <a:pt x="114242" y="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8" name="Candidate_receptor__2317">
              <a:extLst>
                <a:ext uri="{FF2B5EF4-FFF2-40B4-BE49-F238E27FC236}">
                  <a16:creationId xmlns:a16="http://schemas.microsoft.com/office/drawing/2014/main" id="{B10EA3C9-C0F8-36FD-39B5-4106297A23B1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149649"/>
              <a:ext cx="3542" cy="9194"/>
            </a:xfrm>
            <a:custGeom>
              <a:avLst/>
              <a:gdLst/>
              <a:ahLst/>
              <a:cxnLst/>
              <a:rect l="0" t="0" r="0" b="0"/>
              <a:pathLst>
                <a:path w="3542" h="9194">
                  <a:moveTo>
                    <a:pt x="3542" y="9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9" name="Candidate_receptor__2318">
              <a:extLst>
                <a:ext uri="{FF2B5EF4-FFF2-40B4-BE49-F238E27FC236}">
                  <a16:creationId xmlns:a16="http://schemas.microsoft.com/office/drawing/2014/main" id="{D96AB3CF-8E6E-FD0B-FA21-E45830A1448A}"/>
                </a:ext>
              </a:extLst>
            </p:cNvPr>
            <p:cNvSpPr>
              <a:spLocks noGrp="1"/>
            </p:cNvSpPr>
            <p:nvPr/>
          </p:nvSpPr>
          <p:spPr>
            <a:xfrm>
              <a:off x="5655840" y="4871213"/>
              <a:ext cx="106231" cy="8709"/>
            </a:xfrm>
            <a:custGeom>
              <a:avLst/>
              <a:gdLst/>
              <a:ahLst/>
              <a:cxnLst/>
              <a:rect l="0" t="0" r="0" b="0"/>
              <a:pathLst>
                <a:path w="106231" h="8709">
                  <a:moveTo>
                    <a:pt x="0" y="0"/>
                  </a:moveTo>
                  <a:lnTo>
                    <a:pt x="106231" y="8709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2320" name="Candidate_receptor__2319">
              <a:extLst>
                <a:ext uri="{FF2B5EF4-FFF2-40B4-BE49-F238E27FC236}">
                  <a16:creationId xmlns:a16="http://schemas.microsoft.com/office/drawing/2014/main" id="{DD136C85-7EA8-C9EB-B0CA-425E49C94842}"/>
                </a:ext>
              </a:extLst>
            </p:cNvPr>
            <p:cNvSpPr>
              <a:spLocks noGrp="1"/>
            </p:cNvSpPr>
            <p:nvPr/>
          </p:nvSpPr>
          <p:spPr>
            <a:xfrm>
              <a:off x="6326278" y="4644584"/>
              <a:ext cx="93131" cy="32082"/>
            </a:xfrm>
            <a:custGeom>
              <a:avLst/>
              <a:gdLst/>
              <a:ahLst/>
              <a:cxnLst/>
              <a:rect l="0" t="0" r="0" b="0"/>
              <a:pathLst>
                <a:path w="93131" h="32082">
                  <a:moveTo>
                    <a:pt x="93131" y="32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2321" name="Candidate_receptor__2320">
              <a:extLst>
                <a:ext uri="{FF2B5EF4-FFF2-40B4-BE49-F238E27FC236}">
                  <a16:creationId xmlns:a16="http://schemas.microsoft.com/office/drawing/2014/main" id="{1D81508B-D0F5-17F7-AD14-B301F3D30835}"/>
                </a:ext>
              </a:extLst>
            </p:cNvPr>
            <p:cNvSpPr>
              <a:spLocks noGrp="1"/>
            </p:cNvSpPr>
            <p:nvPr/>
          </p:nvSpPr>
          <p:spPr>
            <a:xfrm>
              <a:off x="4940361" y="4767035"/>
              <a:ext cx="93306" cy="67185"/>
            </a:xfrm>
            <a:custGeom>
              <a:avLst/>
              <a:gdLst/>
              <a:ahLst/>
              <a:cxnLst/>
              <a:rect l="0" t="0" r="0" b="0"/>
              <a:pathLst>
                <a:path w="93306" h="67185">
                  <a:moveTo>
                    <a:pt x="0" y="67185"/>
                  </a:moveTo>
                  <a:lnTo>
                    <a:pt x="9330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22" name="Candidate_receptor__2321">
              <a:extLst>
                <a:ext uri="{FF2B5EF4-FFF2-40B4-BE49-F238E27FC236}">
                  <a16:creationId xmlns:a16="http://schemas.microsoft.com/office/drawing/2014/main" id="{10E93C41-0436-09A2-2527-F26414BB79A0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4007966"/>
              <a:ext cx="93927" cy="20571"/>
            </a:xfrm>
            <a:custGeom>
              <a:avLst/>
              <a:gdLst/>
              <a:ahLst/>
              <a:cxnLst/>
              <a:rect l="0" t="0" r="0" b="0"/>
              <a:pathLst>
                <a:path w="93927" h="20571">
                  <a:moveTo>
                    <a:pt x="93927" y="0"/>
                  </a:moveTo>
                  <a:lnTo>
                    <a:pt x="0" y="20571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23" name="Candidate_receptor__2322">
              <a:extLst>
                <a:ext uri="{FF2B5EF4-FFF2-40B4-BE49-F238E27FC236}">
                  <a16:creationId xmlns:a16="http://schemas.microsoft.com/office/drawing/2014/main" id="{E9145C72-35CD-4A75-F721-16B945742238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436792"/>
              <a:ext cx="47323" cy="15161"/>
            </a:xfrm>
            <a:custGeom>
              <a:avLst/>
              <a:gdLst/>
              <a:ahLst/>
              <a:cxnLst/>
              <a:rect l="0" t="0" r="0" b="0"/>
              <a:pathLst>
                <a:path w="47323" h="15161">
                  <a:moveTo>
                    <a:pt x="0" y="0"/>
                  </a:moveTo>
                  <a:lnTo>
                    <a:pt x="47323" y="15161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4" name="Candidate_receptor__2323">
              <a:extLst>
                <a:ext uri="{FF2B5EF4-FFF2-40B4-BE49-F238E27FC236}">
                  <a16:creationId xmlns:a16="http://schemas.microsoft.com/office/drawing/2014/main" id="{F1E6FB4B-01C1-6099-5C36-BB0CE67C6928}"/>
                </a:ext>
              </a:extLst>
            </p:cNvPr>
            <p:cNvSpPr>
              <a:spLocks noGrp="1"/>
            </p:cNvSpPr>
            <p:nvPr/>
          </p:nvSpPr>
          <p:spPr>
            <a:xfrm>
              <a:off x="6419410" y="4610104"/>
              <a:ext cx="81621" cy="66562"/>
            </a:xfrm>
            <a:custGeom>
              <a:avLst/>
              <a:gdLst/>
              <a:ahLst/>
              <a:cxnLst/>
              <a:rect l="0" t="0" r="0" b="0"/>
              <a:pathLst>
                <a:path w="81621" h="66562">
                  <a:moveTo>
                    <a:pt x="81621" y="0"/>
                  </a:moveTo>
                  <a:lnTo>
                    <a:pt x="0" y="66562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25" name="Candidate_receptor__2324">
              <a:extLst>
                <a:ext uri="{FF2B5EF4-FFF2-40B4-BE49-F238E27FC236}">
                  <a16:creationId xmlns:a16="http://schemas.microsoft.com/office/drawing/2014/main" id="{23F8951C-B355-4765-ECFD-04C00A302EC9}"/>
                </a:ext>
              </a:extLst>
            </p:cNvPr>
            <p:cNvSpPr>
              <a:spLocks noGrp="1"/>
            </p:cNvSpPr>
            <p:nvPr/>
          </p:nvSpPr>
          <p:spPr>
            <a:xfrm>
              <a:off x="4640026" y="4393451"/>
              <a:ext cx="43340" cy="87259"/>
            </a:xfrm>
            <a:custGeom>
              <a:avLst/>
              <a:gdLst/>
              <a:ahLst/>
              <a:cxnLst/>
              <a:rect l="0" t="0" r="0" b="0"/>
              <a:pathLst>
                <a:path w="43340" h="87259">
                  <a:moveTo>
                    <a:pt x="43340" y="872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6" name="Candidate_receptor__2325">
              <a:extLst>
                <a:ext uri="{FF2B5EF4-FFF2-40B4-BE49-F238E27FC236}">
                  <a16:creationId xmlns:a16="http://schemas.microsoft.com/office/drawing/2014/main" id="{AFF30D77-8F43-0B0E-65DD-B54593A8E3D1}"/>
                </a:ext>
              </a:extLst>
            </p:cNvPr>
            <p:cNvSpPr>
              <a:spLocks noGrp="1"/>
            </p:cNvSpPr>
            <p:nvPr/>
          </p:nvSpPr>
          <p:spPr>
            <a:xfrm>
              <a:off x="6251735" y="4300076"/>
              <a:ext cx="45245" cy="84028"/>
            </a:xfrm>
            <a:custGeom>
              <a:avLst/>
              <a:gdLst/>
              <a:ahLst/>
              <a:cxnLst/>
              <a:rect l="0" t="0" r="0" b="0"/>
              <a:pathLst>
                <a:path w="45245" h="84028">
                  <a:moveTo>
                    <a:pt x="0" y="84028"/>
                  </a:moveTo>
                  <a:lnTo>
                    <a:pt x="4524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7" name="Candidate_receptor__2326">
              <a:extLst>
                <a:ext uri="{FF2B5EF4-FFF2-40B4-BE49-F238E27FC236}">
                  <a16:creationId xmlns:a16="http://schemas.microsoft.com/office/drawing/2014/main" id="{6BA9D012-88C3-6C0A-EF3A-9322C2149EB2}"/>
                </a:ext>
              </a:extLst>
            </p:cNvPr>
            <p:cNvSpPr>
              <a:spLocks noGrp="1"/>
            </p:cNvSpPr>
            <p:nvPr/>
          </p:nvSpPr>
          <p:spPr>
            <a:xfrm>
              <a:off x="6533811" y="4007966"/>
              <a:ext cx="63741" cy="53508"/>
            </a:xfrm>
            <a:custGeom>
              <a:avLst/>
              <a:gdLst/>
              <a:ahLst/>
              <a:cxnLst/>
              <a:rect l="0" t="0" r="0" b="0"/>
              <a:pathLst>
                <a:path w="63741" h="53508">
                  <a:moveTo>
                    <a:pt x="63741" y="53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8" name="Candidate_receptor__2327">
              <a:extLst>
                <a:ext uri="{FF2B5EF4-FFF2-40B4-BE49-F238E27FC236}">
                  <a16:creationId xmlns:a16="http://schemas.microsoft.com/office/drawing/2014/main" id="{AE30A4EF-E7EC-0CA7-CA4D-8549636D3B0F}"/>
                </a:ext>
              </a:extLst>
            </p:cNvPr>
            <p:cNvSpPr>
              <a:spLocks noGrp="1"/>
            </p:cNvSpPr>
            <p:nvPr/>
          </p:nvSpPr>
          <p:spPr>
            <a:xfrm>
              <a:off x="5196793" y="4218251"/>
              <a:ext cx="30315" cy="105416"/>
            </a:xfrm>
            <a:custGeom>
              <a:avLst/>
              <a:gdLst/>
              <a:ahLst/>
              <a:cxnLst/>
              <a:rect l="0" t="0" r="0" b="0"/>
              <a:pathLst>
                <a:path w="30315" h="105416">
                  <a:moveTo>
                    <a:pt x="30315" y="0"/>
                  </a:moveTo>
                  <a:lnTo>
                    <a:pt x="0" y="10541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9" name="Candidate_receptor__2328">
              <a:extLst>
                <a:ext uri="{FF2B5EF4-FFF2-40B4-BE49-F238E27FC236}">
                  <a16:creationId xmlns:a16="http://schemas.microsoft.com/office/drawing/2014/main" id="{BD23F2E9-81A4-1943-DF4E-67FF1EC314E9}"/>
                </a:ext>
              </a:extLst>
            </p:cNvPr>
            <p:cNvSpPr>
              <a:spLocks noGrp="1"/>
            </p:cNvSpPr>
            <p:nvPr/>
          </p:nvSpPr>
          <p:spPr>
            <a:xfrm>
              <a:off x="5892756" y="4607473"/>
              <a:ext cx="14440" cy="96493"/>
            </a:xfrm>
            <a:custGeom>
              <a:avLst/>
              <a:gdLst/>
              <a:ahLst/>
              <a:cxnLst/>
              <a:rect l="0" t="0" r="0" b="0"/>
              <a:pathLst>
                <a:path w="14440" h="96493">
                  <a:moveTo>
                    <a:pt x="14440" y="96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0" name="Candidate_receptor__2329">
              <a:extLst>
                <a:ext uri="{FF2B5EF4-FFF2-40B4-BE49-F238E27FC236}">
                  <a16:creationId xmlns:a16="http://schemas.microsoft.com/office/drawing/2014/main" id="{618C0B2C-9A18-6B95-1978-E3F44C7B97F4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480710"/>
              <a:ext cx="58289" cy="85324"/>
            </a:xfrm>
            <a:custGeom>
              <a:avLst/>
              <a:gdLst/>
              <a:ahLst/>
              <a:cxnLst/>
              <a:rect l="0" t="0" r="0" b="0"/>
              <a:pathLst>
                <a:path w="58289" h="85324">
                  <a:moveTo>
                    <a:pt x="0" y="85324"/>
                  </a:moveTo>
                  <a:lnTo>
                    <a:pt x="58289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1" name="Candidate_receptor__2330">
              <a:extLst>
                <a:ext uri="{FF2B5EF4-FFF2-40B4-BE49-F238E27FC236}">
                  <a16:creationId xmlns:a16="http://schemas.microsoft.com/office/drawing/2014/main" id="{1CD3AFAB-554C-5122-43E7-3EEEDBD8F4AC}"/>
                </a:ext>
              </a:extLst>
            </p:cNvPr>
            <p:cNvSpPr>
              <a:spLocks noGrp="1"/>
            </p:cNvSpPr>
            <p:nvPr/>
          </p:nvSpPr>
          <p:spPr>
            <a:xfrm>
              <a:off x="5344266" y="5298904"/>
              <a:ext cx="87054" cy="9992"/>
            </a:xfrm>
            <a:custGeom>
              <a:avLst/>
              <a:gdLst/>
              <a:ahLst/>
              <a:cxnLst/>
              <a:rect l="0" t="0" r="0" b="0"/>
              <a:pathLst>
                <a:path w="87054" h="9992">
                  <a:moveTo>
                    <a:pt x="0" y="0"/>
                  </a:moveTo>
                  <a:lnTo>
                    <a:pt x="87054" y="9992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2" name="Candidate_receptor__2331">
              <a:extLst>
                <a:ext uri="{FF2B5EF4-FFF2-40B4-BE49-F238E27FC236}">
                  <a16:creationId xmlns:a16="http://schemas.microsoft.com/office/drawing/2014/main" id="{408BC2CA-4E1A-0FF7-E975-6E2071E0939F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100740" cy="10699"/>
            </a:xfrm>
            <a:custGeom>
              <a:avLst/>
              <a:gdLst/>
              <a:ahLst/>
              <a:cxnLst/>
              <a:rect l="0" t="0" r="0" b="0"/>
              <a:pathLst>
                <a:path w="100740" h="10699">
                  <a:moveTo>
                    <a:pt x="0" y="0"/>
                  </a:moveTo>
                  <a:lnTo>
                    <a:pt x="100740" y="1069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3" name="Candidate_receptor__2332">
              <a:extLst>
                <a:ext uri="{FF2B5EF4-FFF2-40B4-BE49-F238E27FC236}">
                  <a16:creationId xmlns:a16="http://schemas.microsoft.com/office/drawing/2014/main" id="{33FEBFEB-FF9F-8D8F-11F7-D2C4C8EA8A3E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98904"/>
              <a:ext cx="83248" cy="15755"/>
            </a:xfrm>
            <a:custGeom>
              <a:avLst/>
              <a:gdLst/>
              <a:ahLst/>
              <a:cxnLst/>
              <a:rect l="0" t="0" r="0" b="0"/>
              <a:pathLst>
                <a:path w="83248" h="15755">
                  <a:moveTo>
                    <a:pt x="0" y="15755"/>
                  </a:moveTo>
                  <a:lnTo>
                    <a:pt x="8324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4" name="Candidate_receptor__2333">
              <a:extLst>
                <a:ext uri="{FF2B5EF4-FFF2-40B4-BE49-F238E27FC236}">
                  <a16:creationId xmlns:a16="http://schemas.microsoft.com/office/drawing/2014/main" id="{E66F029F-C424-D3B2-6646-D6F515CA1C90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57519"/>
              <a:ext cx="61606" cy="33711"/>
            </a:xfrm>
            <a:custGeom>
              <a:avLst/>
              <a:gdLst/>
              <a:ahLst/>
              <a:cxnLst/>
              <a:rect l="0" t="0" r="0" b="0"/>
              <a:pathLst>
                <a:path w="61606" h="33711">
                  <a:moveTo>
                    <a:pt x="0" y="33711"/>
                  </a:moveTo>
                  <a:lnTo>
                    <a:pt x="61606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5" name="Candidate_receptor__2334">
              <a:extLst>
                <a:ext uri="{FF2B5EF4-FFF2-40B4-BE49-F238E27FC236}">
                  <a16:creationId xmlns:a16="http://schemas.microsoft.com/office/drawing/2014/main" id="{7A4B1B6A-0527-91C3-6B47-8A86C08AC545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83950" cy="5710"/>
            </a:xfrm>
            <a:custGeom>
              <a:avLst/>
              <a:gdLst/>
              <a:ahLst/>
              <a:cxnLst/>
              <a:rect l="0" t="0" r="0" b="0"/>
              <a:pathLst>
                <a:path w="83950" h="5710">
                  <a:moveTo>
                    <a:pt x="0" y="0"/>
                  </a:moveTo>
                  <a:lnTo>
                    <a:pt x="83950" y="571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36" name="Candidate_receptor__2335">
              <a:extLst>
                <a:ext uri="{FF2B5EF4-FFF2-40B4-BE49-F238E27FC236}">
                  <a16:creationId xmlns:a16="http://schemas.microsoft.com/office/drawing/2014/main" id="{79DC38CD-1F07-901A-6824-53ACC58D39E8}"/>
                </a:ext>
              </a:extLst>
            </p:cNvPr>
            <p:cNvSpPr>
              <a:spLocks noGrp="1"/>
            </p:cNvSpPr>
            <p:nvPr/>
          </p:nvSpPr>
          <p:spPr>
            <a:xfrm>
              <a:off x="5431321" y="5247236"/>
              <a:ext cx="74786" cy="61661"/>
            </a:xfrm>
            <a:custGeom>
              <a:avLst/>
              <a:gdLst/>
              <a:ahLst/>
              <a:cxnLst/>
              <a:rect l="0" t="0" r="0" b="0"/>
              <a:pathLst>
                <a:path w="74786" h="61661">
                  <a:moveTo>
                    <a:pt x="0" y="61661"/>
                  </a:moveTo>
                  <a:lnTo>
                    <a:pt x="74786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37" name="Candidate_receptor__2336">
              <a:extLst>
                <a:ext uri="{FF2B5EF4-FFF2-40B4-BE49-F238E27FC236}">
                  <a16:creationId xmlns:a16="http://schemas.microsoft.com/office/drawing/2014/main" id="{CE7D88D6-3F8D-DB28-8436-4A52E7EC335E}"/>
                </a:ext>
              </a:extLst>
            </p:cNvPr>
            <p:cNvSpPr>
              <a:spLocks noGrp="1"/>
            </p:cNvSpPr>
            <p:nvPr/>
          </p:nvSpPr>
          <p:spPr>
            <a:xfrm>
              <a:off x="4835901" y="4381528"/>
              <a:ext cx="111704" cy="23975"/>
            </a:xfrm>
            <a:custGeom>
              <a:avLst/>
              <a:gdLst/>
              <a:ahLst/>
              <a:cxnLst/>
              <a:rect l="0" t="0" r="0" b="0"/>
              <a:pathLst>
                <a:path w="111704" h="23975">
                  <a:moveTo>
                    <a:pt x="111704" y="23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8" name="Candidate_receptor__2337">
              <a:extLst>
                <a:ext uri="{FF2B5EF4-FFF2-40B4-BE49-F238E27FC236}">
                  <a16:creationId xmlns:a16="http://schemas.microsoft.com/office/drawing/2014/main" id="{30940707-7A34-DE98-9C5C-9857F5FF92D0}"/>
                </a:ext>
              </a:extLst>
            </p:cNvPr>
            <p:cNvSpPr>
              <a:spLocks noGrp="1"/>
            </p:cNvSpPr>
            <p:nvPr/>
          </p:nvSpPr>
          <p:spPr>
            <a:xfrm>
              <a:off x="4953731" y="4578389"/>
              <a:ext cx="58293" cy="79130"/>
            </a:xfrm>
            <a:custGeom>
              <a:avLst/>
              <a:gdLst/>
              <a:ahLst/>
              <a:cxnLst/>
              <a:rect l="0" t="0" r="0" b="0"/>
              <a:pathLst>
                <a:path w="58293" h="79130">
                  <a:moveTo>
                    <a:pt x="0" y="79130"/>
                  </a:moveTo>
                  <a:lnTo>
                    <a:pt x="58293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9" name="Candidate_receptor__2338">
              <a:extLst>
                <a:ext uri="{FF2B5EF4-FFF2-40B4-BE49-F238E27FC236}">
                  <a16:creationId xmlns:a16="http://schemas.microsoft.com/office/drawing/2014/main" id="{0F5F8F66-134E-2236-0E61-3A3048F5B5BC}"/>
                </a:ext>
              </a:extLst>
            </p:cNvPr>
            <p:cNvSpPr>
              <a:spLocks noGrp="1"/>
            </p:cNvSpPr>
            <p:nvPr/>
          </p:nvSpPr>
          <p:spPr>
            <a:xfrm>
              <a:off x="4512121" y="4426475"/>
              <a:ext cx="17315" cy="7739"/>
            </a:xfrm>
            <a:custGeom>
              <a:avLst/>
              <a:gdLst/>
              <a:ahLst/>
              <a:cxnLst/>
              <a:rect l="0" t="0" r="0" b="0"/>
              <a:pathLst>
                <a:path w="17315" h="7739">
                  <a:moveTo>
                    <a:pt x="17315" y="0"/>
                  </a:moveTo>
                  <a:lnTo>
                    <a:pt x="0" y="7739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40" name="Candidate_receptor__2339">
              <a:extLst>
                <a:ext uri="{FF2B5EF4-FFF2-40B4-BE49-F238E27FC236}">
                  <a16:creationId xmlns:a16="http://schemas.microsoft.com/office/drawing/2014/main" id="{EE9D6E04-7157-F6B5-D968-17DC053090E7}"/>
                </a:ext>
              </a:extLst>
            </p:cNvPr>
            <p:cNvSpPr>
              <a:spLocks noGrp="1"/>
            </p:cNvSpPr>
            <p:nvPr/>
          </p:nvSpPr>
          <p:spPr>
            <a:xfrm>
              <a:off x="6501030" y="4600652"/>
              <a:ext cx="57353" cy="9453"/>
            </a:xfrm>
            <a:custGeom>
              <a:avLst/>
              <a:gdLst/>
              <a:ahLst/>
              <a:cxnLst/>
              <a:rect l="0" t="0" r="0" b="0"/>
              <a:pathLst>
                <a:path w="57353" h="9453">
                  <a:moveTo>
                    <a:pt x="57353" y="0"/>
                  </a:moveTo>
                  <a:lnTo>
                    <a:pt x="0" y="945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1" name="Candidate_receptor__2340">
              <a:extLst>
                <a:ext uri="{FF2B5EF4-FFF2-40B4-BE49-F238E27FC236}">
                  <a16:creationId xmlns:a16="http://schemas.microsoft.com/office/drawing/2014/main" id="{0545D9F1-2430-2443-E9D4-7A91EB466EDF}"/>
                </a:ext>
              </a:extLst>
            </p:cNvPr>
            <p:cNvSpPr>
              <a:spLocks noGrp="1"/>
            </p:cNvSpPr>
            <p:nvPr/>
          </p:nvSpPr>
          <p:spPr>
            <a:xfrm>
              <a:off x="5506107" y="5197921"/>
              <a:ext cx="53715" cy="49315"/>
            </a:xfrm>
            <a:custGeom>
              <a:avLst/>
              <a:gdLst/>
              <a:ahLst/>
              <a:cxnLst/>
              <a:rect l="0" t="0" r="0" b="0"/>
              <a:pathLst>
                <a:path w="53715" h="49315">
                  <a:moveTo>
                    <a:pt x="0" y="49315"/>
                  </a:moveTo>
                  <a:lnTo>
                    <a:pt x="53715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42" name="Candidate_receptor__2341">
              <a:extLst>
                <a:ext uri="{FF2B5EF4-FFF2-40B4-BE49-F238E27FC236}">
                  <a16:creationId xmlns:a16="http://schemas.microsoft.com/office/drawing/2014/main" id="{982A6806-3225-A4E5-1A0E-D9AF255B24CD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91711"/>
              <a:ext cx="18930" cy="37373"/>
            </a:xfrm>
            <a:custGeom>
              <a:avLst/>
              <a:gdLst/>
              <a:ahLst/>
              <a:cxnLst/>
              <a:rect l="0" t="0" r="0" b="0"/>
              <a:pathLst>
                <a:path w="18930" h="37373">
                  <a:moveTo>
                    <a:pt x="0" y="37373"/>
                  </a:moveTo>
                  <a:lnTo>
                    <a:pt x="1893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3" name="Candidate_receptor__2342">
              <a:extLst>
                <a:ext uri="{FF2B5EF4-FFF2-40B4-BE49-F238E27FC236}">
                  <a16:creationId xmlns:a16="http://schemas.microsoft.com/office/drawing/2014/main" id="{1B2CBA3B-509A-BC5B-E088-FA3157C7C3B7}"/>
                </a:ext>
              </a:extLst>
            </p:cNvPr>
            <p:cNvSpPr>
              <a:spLocks noGrp="1"/>
            </p:cNvSpPr>
            <p:nvPr/>
          </p:nvSpPr>
          <p:spPr>
            <a:xfrm>
              <a:off x="5183632" y="4660754"/>
              <a:ext cx="34816" cy="109250"/>
            </a:xfrm>
            <a:custGeom>
              <a:avLst/>
              <a:gdLst/>
              <a:ahLst/>
              <a:cxnLst/>
              <a:rect l="0" t="0" r="0" b="0"/>
              <a:pathLst>
                <a:path w="34816" h="109250">
                  <a:moveTo>
                    <a:pt x="34816" y="0"/>
                  </a:moveTo>
                  <a:lnTo>
                    <a:pt x="0" y="10925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4" name="Candidate_receptor__2343">
              <a:extLst>
                <a:ext uri="{FF2B5EF4-FFF2-40B4-BE49-F238E27FC236}">
                  <a16:creationId xmlns:a16="http://schemas.microsoft.com/office/drawing/2014/main" id="{CF4B8484-8DBF-A9B9-3F03-F0782AFF4F65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692828"/>
              <a:ext cx="40355" cy="103034"/>
            </a:xfrm>
            <a:custGeom>
              <a:avLst/>
              <a:gdLst/>
              <a:ahLst/>
              <a:cxnLst/>
              <a:rect l="0" t="0" r="0" b="0"/>
              <a:pathLst>
                <a:path w="40355" h="103034">
                  <a:moveTo>
                    <a:pt x="0" y="103034"/>
                  </a:moveTo>
                  <a:lnTo>
                    <a:pt x="4035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5" name="Candidate_receptor__2344">
              <a:extLst>
                <a:ext uri="{FF2B5EF4-FFF2-40B4-BE49-F238E27FC236}">
                  <a16:creationId xmlns:a16="http://schemas.microsoft.com/office/drawing/2014/main" id="{A093ECF4-F7FB-7195-B5A9-3D688C977B11}"/>
                </a:ext>
              </a:extLst>
            </p:cNvPr>
            <p:cNvSpPr>
              <a:spLocks noGrp="1"/>
            </p:cNvSpPr>
            <p:nvPr/>
          </p:nvSpPr>
          <p:spPr>
            <a:xfrm>
              <a:off x="5224030" y="5160322"/>
              <a:ext cx="106637" cy="8868"/>
            </a:xfrm>
            <a:custGeom>
              <a:avLst/>
              <a:gdLst/>
              <a:ahLst/>
              <a:cxnLst/>
              <a:rect l="0" t="0" r="0" b="0"/>
              <a:pathLst>
                <a:path w="106637" h="8868">
                  <a:moveTo>
                    <a:pt x="0" y="8868"/>
                  </a:moveTo>
                  <a:lnTo>
                    <a:pt x="10663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6" name="Candidate_receptor__2345">
              <a:extLst>
                <a:ext uri="{FF2B5EF4-FFF2-40B4-BE49-F238E27FC236}">
                  <a16:creationId xmlns:a16="http://schemas.microsoft.com/office/drawing/2014/main" id="{04D949D7-8F51-0161-C1C8-98C3D8BDCEE6}"/>
                </a:ext>
              </a:extLst>
            </p:cNvPr>
            <p:cNvSpPr>
              <a:spLocks noGrp="1"/>
            </p:cNvSpPr>
            <p:nvPr/>
          </p:nvSpPr>
          <p:spPr>
            <a:xfrm>
              <a:off x="6406450" y="3878366"/>
              <a:ext cx="111444" cy="12619"/>
            </a:xfrm>
            <a:custGeom>
              <a:avLst/>
              <a:gdLst/>
              <a:ahLst/>
              <a:cxnLst/>
              <a:rect l="0" t="0" r="0" b="0"/>
              <a:pathLst>
                <a:path w="111444" h="12619">
                  <a:moveTo>
                    <a:pt x="111444" y="126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7" name="Candidate_receptor__2346">
              <a:extLst>
                <a:ext uri="{FF2B5EF4-FFF2-40B4-BE49-F238E27FC236}">
                  <a16:creationId xmlns:a16="http://schemas.microsoft.com/office/drawing/2014/main" id="{8F59CB4F-A2ED-3414-EC24-5ED2DB06B29C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795862"/>
              <a:ext cx="66053" cy="84357"/>
            </a:xfrm>
            <a:custGeom>
              <a:avLst/>
              <a:gdLst/>
              <a:ahLst/>
              <a:cxnLst/>
              <a:rect l="0" t="0" r="0" b="0"/>
              <a:pathLst>
                <a:path w="66053" h="84357">
                  <a:moveTo>
                    <a:pt x="66053" y="84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8" name="Candidate_receptor__2347">
              <a:extLst>
                <a:ext uri="{FF2B5EF4-FFF2-40B4-BE49-F238E27FC236}">
                  <a16:creationId xmlns:a16="http://schemas.microsoft.com/office/drawing/2014/main" id="{2E167652-5EEE-86E2-E525-B8B0858B763C}"/>
                </a:ext>
              </a:extLst>
            </p:cNvPr>
            <p:cNvSpPr>
              <a:spLocks noGrp="1"/>
            </p:cNvSpPr>
            <p:nvPr/>
          </p:nvSpPr>
          <p:spPr>
            <a:xfrm>
              <a:off x="5375264" y="4310822"/>
              <a:ext cx="106195" cy="29676"/>
            </a:xfrm>
            <a:custGeom>
              <a:avLst/>
              <a:gdLst/>
              <a:ahLst/>
              <a:cxnLst/>
              <a:rect l="0" t="0" r="0" b="0"/>
              <a:pathLst>
                <a:path w="106195" h="29676">
                  <a:moveTo>
                    <a:pt x="106195" y="296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9" name="Candidate_receptor__2348">
              <a:extLst>
                <a:ext uri="{FF2B5EF4-FFF2-40B4-BE49-F238E27FC236}">
                  <a16:creationId xmlns:a16="http://schemas.microsoft.com/office/drawing/2014/main" id="{0FF44249-595C-C34C-E73C-FF059984BC20}"/>
                </a:ext>
              </a:extLst>
            </p:cNvPr>
            <p:cNvSpPr>
              <a:spLocks noGrp="1"/>
            </p:cNvSpPr>
            <p:nvPr/>
          </p:nvSpPr>
          <p:spPr>
            <a:xfrm>
              <a:off x="6471267" y="4470979"/>
              <a:ext cx="111487" cy="20456"/>
            </a:xfrm>
            <a:custGeom>
              <a:avLst/>
              <a:gdLst/>
              <a:ahLst/>
              <a:cxnLst/>
              <a:rect l="0" t="0" r="0" b="0"/>
              <a:pathLst>
                <a:path w="111487" h="20456">
                  <a:moveTo>
                    <a:pt x="0" y="0"/>
                  </a:moveTo>
                  <a:lnTo>
                    <a:pt x="111487" y="2045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0" name="Candidate_receptor__2349">
              <a:extLst>
                <a:ext uri="{FF2B5EF4-FFF2-40B4-BE49-F238E27FC236}">
                  <a16:creationId xmlns:a16="http://schemas.microsoft.com/office/drawing/2014/main" id="{4DBA29D1-CC19-361D-B815-A2BAA28008CC}"/>
                </a:ext>
              </a:extLst>
            </p:cNvPr>
            <p:cNvSpPr>
              <a:spLocks noGrp="1"/>
            </p:cNvSpPr>
            <p:nvPr/>
          </p:nvSpPr>
          <p:spPr>
            <a:xfrm>
              <a:off x="5426566" y="4628542"/>
              <a:ext cx="95222" cy="64286"/>
            </a:xfrm>
            <a:custGeom>
              <a:avLst/>
              <a:gdLst/>
              <a:ahLst/>
              <a:cxnLst/>
              <a:rect l="0" t="0" r="0" b="0"/>
              <a:pathLst>
                <a:path w="95222" h="64286">
                  <a:moveTo>
                    <a:pt x="95222" y="642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1" name="Candidate_receptor__2350">
              <a:extLst>
                <a:ext uri="{FF2B5EF4-FFF2-40B4-BE49-F238E27FC236}">
                  <a16:creationId xmlns:a16="http://schemas.microsoft.com/office/drawing/2014/main" id="{ADC7E1AE-E68E-4B3E-1D99-531DDE6C0454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061474"/>
              <a:ext cx="74282" cy="88175"/>
            </a:xfrm>
            <a:custGeom>
              <a:avLst/>
              <a:gdLst/>
              <a:ahLst/>
              <a:cxnLst/>
              <a:rect l="0" t="0" r="0" b="0"/>
              <a:pathLst>
                <a:path w="74282" h="88175">
                  <a:moveTo>
                    <a:pt x="0" y="88175"/>
                  </a:moveTo>
                  <a:lnTo>
                    <a:pt x="7428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2" name="Candidate_receptor__2351">
              <a:extLst>
                <a:ext uri="{FF2B5EF4-FFF2-40B4-BE49-F238E27FC236}">
                  <a16:creationId xmlns:a16="http://schemas.microsoft.com/office/drawing/2014/main" id="{D98B2D3E-A7C3-070E-DE4B-7FEB37049BA7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411" cy="21393"/>
            </a:xfrm>
            <a:custGeom>
              <a:avLst/>
              <a:gdLst/>
              <a:ahLst/>
              <a:cxnLst/>
              <a:rect l="0" t="0" r="0" b="0"/>
              <a:pathLst>
                <a:path w="411" h="21393">
                  <a:moveTo>
                    <a:pt x="0" y="0"/>
                  </a:moveTo>
                  <a:lnTo>
                    <a:pt x="411" y="2139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3" name="Candidate_receptor__2352">
              <a:extLst>
                <a:ext uri="{FF2B5EF4-FFF2-40B4-BE49-F238E27FC236}">
                  <a16:creationId xmlns:a16="http://schemas.microsoft.com/office/drawing/2014/main" id="{885EB2D3-CAEB-7C0F-E736-EB4013645D8D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0099" cy="27103"/>
            </a:xfrm>
            <a:custGeom>
              <a:avLst/>
              <a:gdLst/>
              <a:ahLst/>
              <a:cxnLst/>
              <a:rect l="0" t="0" r="0" b="0"/>
              <a:pathLst>
                <a:path w="10099" h="27103">
                  <a:moveTo>
                    <a:pt x="0" y="0"/>
                  </a:moveTo>
                  <a:lnTo>
                    <a:pt x="10099" y="2710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4" name="Candidate_receptor__2353">
              <a:extLst>
                <a:ext uri="{FF2B5EF4-FFF2-40B4-BE49-F238E27FC236}">
                  <a16:creationId xmlns:a16="http://schemas.microsoft.com/office/drawing/2014/main" id="{6AE1AC4C-E267-1A61-60F5-6AD2F9992426}"/>
                </a:ext>
              </a:extLst>
            </p:cNvPr>
            <p:cNvSpPr>
              <a:spLocks noGrp="1"/>
            </p:cNvSpPr>
            <p:nvPr/>
          </p:nvSpPr>
          <p:spPr>
            <a:xfrm>
              <a:off x="5943128" y="3524905"/>
              <a:ext cx="34392" cy="104373"/>
            </a:xfrm>
            <a:custGeom>
              <a:avLst/>
              <a:gdLst/>
              <a:ahLst/>
              <a:cxnLst/>
              <a:rect l="0" t="0" r="0" b="0"/>
              <a:pathLst>
                <a:path w="34392" h="104373">
                  <a:moveTo>
                    <a:pt x="0" y="104373"/>
                  </a:moveTo>
                  <a:lnTo>
                    <a:pt x="34392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55" name="Candidate_receptor__2354">
              <a:extLst>
                <a:ext uri="{FF2B5EF4-FFF2-40B4-BE49-F238E27FC236}">
                  <a16:creationId xmlns:a16="http://schemas.microsoft.com/office/drawing/2014/main" id="{F44737FE-EE77-149F-A30A-8CB824C8A0FB}"/>
                </a:ext>
              </a:extLst>
            </p:cNvPr>
            <p:cNvSpPr>
              <a:spLocks noGrp="1"/>
            </p:cNvSpPr>
            <p:nvPr/>
          </p:nvSpPr>
          <p:spPr>
            <a:xfrm>
              <a:off x="5451401" y="4340499"/>
              <a:ext cx="30058" cy="111454"/>
            </a:xfrm>
            <a:custGeom>
              <a:avLst/>
              <a:gdLst/>
              <a:ahLst/>
              <a:cxnLst/>
              <a:rect l="0" t="0" r="0" b="0"/>
              <a:pathLst>
                <a:path w="30058" h="111454">
                  <a:moveTo>
                    <a:pt x="0" y="111454"/>
                  </a:moveTo>
                  <a:lnTo>
                    <a:pt x="3005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6" name="Candidate_receptor__2355">
              <a:extLst>
                <a:ext uri="{FF2B5EF4-FFF2-40B4-BE49-F238E27FC236}">
                  <a16:creationId xmlns:a16="http://schemas.microsoft.com/office/drawing/2014/main" id="{D850EDC5-DDE9-C1BA-23AF-92217AFA6563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38725"/>
              <a:ext cx="99296" cy="22029"/>
            </a:xfrm>
            <a:custGeom>
              <a:avLst/>
              <a:gdLst/>
              <a:ahLst/>
              <a:cxnLst/>
              <a:rect l="0" t="0" r="0" b="0"/>
              <a:pathLst>
                <a:path w="99296" h="22029">
                  <a:moveTo>
                    <a:pt x="0" y="0"/>
                  </a:moveTo>
                  <a:lnTo>
                    <a:pt x="99296" y="2202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7" name="Candidate_receptor__2356">
              <a:extLst>
                <a:ext uri="{FF2B5EF4-FFF2-40B4-BE49-F238E27FC236}">
                  <a16:creationId xmlns:a16="http://schemas.microsoft.com/office/drawing/2014/main" id="{881220EF-494A-0EDB-C416-425B7D924C3B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880219"/>
              <a:ext cx="79927" cy="82468"/>
            </a:xfrm>
            <a:custGeom>
              <a:avLst/>
              <a:gdLst/>
              <a:ahLst/>
              <a:cxnLst/>
              <a:rect l="0" t="0" r="0" b="0"/>
              <a:pathLst>
                <a:path w="79927" h="82468">
                  <a:moveTo>
                    <a:pt x="0" y="82468"/>
                  </a:moveTo>
                  <a:lnTo>
                    <a:pt x="799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8" name="Candidate_receptor__2357">
              <a:extLst>
                <a:ext uri="{FF2B5EF4-FFF2-40B4-BE49-F238E27FC236}">
                  <a16:creationId xmlns:a16="http://schemas.microsoft.com/office/drawing/2014/main" id="{A5338E08-1D4E-3A39-B3D5-C34458F39C11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10822"/>
              <a:ext cx="50354" cy="62368"/>
            </a:xfrm>
            <a:custGeom>
              <a:avLst/>
              <a:gdLst/>
              <a:ahLst/>
              <a:cxnLst/>
              <a:rect l="0" t="0" r="0" b="0"/>
              <a:pathLst>
                <a:path w="50354" h="62368">
                  <a:moveTo>
                    <a:pt x="50354" y="0"/>
                  </a:moveTo>
                  <a:lnTo>
                    <a:pt x="0" y="62368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9" name="Candidate_receptor__2358">
              <a:extLst>
                <a:ext uri="{FF2B5EF4-FFF2-40B4-BE49-F238E27FC236}">
                  <a16:creationId xmlns:a16="http://schemas.microsoft.com/office/drawing/2014/main" id="{0879BD98-930C-1CD7-9E9B-285CB651FD51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491471"/>
              <a:ext cx="75300" cy="43108"/>
            </a:xfrm>
            <a:custGeom>
              <a:avLst/>
              <a:gdLst/>
              <a:ahLst/>
              <a:cxnLst/>
              <a:rect l="0" t="0" r="0" b="0"/>
              <a:pathLst>
                <a:path w="75300" h="43108">
                  <a:moveTo>
                    <a:pt x="0" y="43108"/>
                  </a:moveTo>
                  <a:lnTo>
                    <a:pt x="753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0" name="Candidate_receptor__2359">
              <a:extLst>
                <a:ext uri="{FF2B5EF4-FFF2-40B4-BE49-F238E27FC236}">
                  <a16:creationId xmlns:a16="http://schemas.microsoft.com/office/drawing/2014/main" id="{5BAEE199-282F-5CB1-1D2C-A3712C0D0CA8}"/>
                </a:ext>
              </a:extLst>
            </p:cNvPr>
            <p:cNvSpPr>
              <a:spLocks noGrp="1"/>
            </p:cNvSpPr>
            <p:nvPr/>
          </p:nvSpPr>
          <p:spPr>
            <a:xfrm>
              <a:off x="4924105" y="4405504"/>
              <a:ext cx="23500" cy="85968"/>
            </a:xfrm>
            <a:custGeom>
              <a:avLst/>
              <a:gdLst/>
              <a:ahLst/>
              <a:cxnLst/>
              <a:rect l="0" t="0" r="0" b="0"/>
              <a:pathLst>
                <a:path w="23500" h="85968">
                  <a:moveTo>
                    <a:pt x="0" y="85968"/>
                  </a:moveTo>
                  <a:lnTo>
                    <a:pt x="235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1" name="Candidate_receptor__2360">
              <a:extLst>
                <a:ext uri="{FF2B5EF4-FFF2-40B4-BE49-F238E27FC236}">
                  <a16:creationId xmlns:a16="http://schemas.microsoft.com/office/drawing/2014/main" id="{2106E36C-A9CA-B99E-8394-64561078F5F3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165396"/>
              <a:ext cx="45127" cy="3794"/>
            </a:xfrm>
            <a:custGeom>
              <a:avLst/>
              <a:gdLst/>
              <a:ahLst/>
              <a:cxnLst/>
              <a:rect l="0" t="0" r="0" b="0"/>
              <a:pathLst>
                <a:path w="45127" h="3794">
                  <a:moveTo>
                    <a:pt x="0" y="0"/>
                  </a:moveTo>
                  <a:lnTo>
                    <a:pt x="45127" y="379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2" name="Candidate_receptor__2361">
              <a:extLst>
                <a:ext uri="{FF2B5EF4-FFF2-40B4-BE49-F238E27FC236}">
                  <a16:creationId xmlns:a16="http://schemas.microsoft.com/office/drawing/2014/main" id="{61FCDA20-675B-6FFB-4FF9-FFAB40FB7E67}"/>
                </a:ext>
              </a:extLst>
            </p:cNvPr>
            <p:cNvSpPr>
              <a:spLocks noGrp="1"/>
            </p:cNvSpPr>
            <p:nvPr/>
          </p:nvSpPr>
          <p:spPr>
            <a:xfrm>
              <a:off x="6558383" y="4491435"/>
              <a:ext cx="24371" cy="109217"/>
            </a:xfrm>
            <a:custGeom>
              <a:avLst/>
              <a:gdLst/>
              <a:ahLst/>
              <a:cxnLst/>
              <a:rect l="0" t="0" r="0" b="0"/>
              <a:pathLst>
                <a:path w="24371" h="109217">
                  <a:moveTo>
                    <a:pt x="24371" y="0"/>
                  </a:moveTo>
                  <a:lnTo>
                    <a:pt x="0" y="10921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3" name="Candidate_receptor__2362">
              <a:extLst>
                <a:ext uri="{FF2B5EF4-FFF2-40B4-BE49-F238E27FC236}">
                  <a16:creationId xmlns:a16="http://schemas.microsoft.com/office/drawing/2014/main" id="{79DA66BE-1A73-8AD9-18BC-11635FC36EE7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628542"/>
              <a:ext cx="59068" cy="82379"/>
            </a:xfrm>
            <a:custGeom>
              <a:avLst/>
              <a:gdLst/>
              <a:ahLst/>
              <a:cxnLst/>
              <a:rect l="0" t="0" r="0" b="0"/>
              <a:pathLst>
                <a:path w="59068" h="82379">
                  <a:moveTo>
                    <a:pt x="59068" y="0"/>
                  </a:moveTo>
                  <a:lnTo>
                    <a:pt x="0" y="8237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4" name="Candidate_receptor__2363">
              <a:extLst>
                <a:ext uri="{FF2B5EF4-FFF2-40B4-BE49-F238E27FC236}">
                  <a16:creationId xmlns:a16="http://schemas.microsoft.com/office/drawing/2014/main" id="{F00B02A2-66C3-B194-FF74-59B34374090A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81528"/>
              <a:ext cx="27085" cy="4984"/>
            </a:xfrm>
            <a:custGeom>
              <a:avLst/>
              <a:gdLst/>
              <a:ahLst/>
              <a:cxnLst/>
              <a:rect l="0" t="0" r="0" b="0"/>
              <a:pathLst>
                <a:path w="27085" h="4984">
                  <a:moveTo>
                    <a:pt x="27085" y="0"/>
                  </a:moveTo>
                  <a:lnTo>
                    <a:pt x="0" y="498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5" name="Candidate_receptor__2364">
              <a:extLst>
                <a:ext uri="{FF2B5EF4-FFF2-40B4-BE49-F238E27FC236}">
                  <a16:creationId xmlns:a16="http://schemas.microsoft.com/office/drawing/2014/main" id="{ABD162EB-2F43-B83E-F68F-ADD643235F23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15247" cy="42144"/>
            </a:xfrm>
            <a:custGeom>
              <a:avLst/>
              <a:gdLst/>
              <a:ahLst/>
              <a:cxnLst/>
              <a:rect l="0" t="0" r="0" b="0"/>
              <a:pathLst>
                <a:path w="15247" h="42144">
                  <a:moveTo>
                    <a:pt x="15247" y="421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66" name="Candidate_receptor__2365">
              <a:extLst>
                <a:ext uri="{FF2B5EF4-FFF2-40B4-BE49-F238E27FC236}">
                  <a16:creationId xmlns:a16="http://schemas.microsoft.com/office/drawing/2014/main" id="{5882D54A-FDA6-99A2-8FBA-0F978C0B5407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3978857"/>
              <a:ext cx="53727" cy="49679"/>
            </a:xfrm>
            <a:custGeom>
              <a:avLst/>
              <a:gdLst/>
              <a:ahLst/>
              <a:cxnLst/>
              <a:rect l="0" t="0" r="0" b="0"/>
              <a:pathLst>
                <a:path w="53727" h="49679">
                  <a:moveTo>
                    <a:pt x="0" y="49679"/>
                  </a:moveTo>
                  <a:lnTo>
                    <a:pt x="537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7" name="Candidate_receptor__2366">
              <a:extLst>
                <a:ext uri="{FF2B5EF4-FFF2-40B4-BE49-F238E27FC236}">
                  <a16:creationId xmlns:a16="http://schemas.microsoft.com/office/drawing/2014/main" id="{6D663503-8216-D132-FEC2-AE6DB83FC3BA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34415"/>
              <a:ext cx="111910" cy="16667"/>
            </a:xfrm>
            <a:custGeom>
              <a:avLst/>
              <a:gdLst/>
              <a:ahLst/>
              <a:cxnLst/>
              <a:rect l="0" t="0" r="0" b="0"/>
              <a:pathLst>
                <a:path w="111910" h="16667">
                  <a:moveTo>
                    <a:pt x="111910" y="0"/>
                  </a:moveTo>
                  <a:lnTo>
                    <a:pt x="0" y="1666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8" name="Candidate_receptor__2367">
              <a:extLst>
                <a:ext uri="{FF2B5EF4-FFF2-40B4-BE49-F238E27FC236}">
                  <a16:creationId xmlns:a16="http://schemas.microsoft.com/office/drawing/2014/main" id="{BFCA421C-D811-DC81-B7D8-5E302E780D04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5361"/>
              <a:ext cx="107602" cy="33712"/>
            </a:xfrm>
            <a:custGeom>
              <a:avLst/>
              <a:gdLst/>
              <a:ahLst/>
              <a:cxnLst/>
              <a:rect l="0" t="0" r="0" b="0"/>
              <a:pathLst>
                <a:path w="107602" h="33712">
                  <a:moveTo>
                    <a:pt x="0" y="33712"/>
                  </a:moveTo>
                  <a:lnTo>
                    <a:pt x="10760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9" name="Candidate_receptor__2368">
              <a:extLst>
                <a:ext uri="{FF2B5EF4-FFF2-40B4-BE49-F238E27FC236}">
                  <a16:creationId xmlns:a16="http://schemas.microsoft.com/office/drawing/2014/main" id="{65230425-D85D-B3EC-2824-FF915D51DA2C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878366"/>
              <a:ext cx="24635" cy="5423"/>
            </a:xfrm>
            <a:custGeom>
              <a:avLst/>
              <a:gdLst/>
              <a:ahLst/>
              <a:cxnLst/>
              <a:rect l="0" t="0" r="0" b="0"/>
              <a:pathLst>
                <a:path w="24635" h="5423">
                  <a:moveTo>
                    <a:pt x="24635" y="0"/>
                  </a:moveTo>
                  <a:lnTo>
                    <a:pt x="0" y="542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0" name="Candidate_receptor__2369">
              <a:extLst>
                <a:ext uri="{FF2B5EF4-FFF2-40B4-BE49-F238E27FC236}">
                  <a16:creationId xmlns:a16="http://schemas.microsoft.com/office/drawing/2014/main" id="{A4E3D7B4-AA58-15A6-9529-C4A6B34DA17D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70979"/>
              <a:ext cx="37642" cy="48832"/>
            </a:xfrm>
            <a:custGeom>
              <a:avLst/>
              <a:gdLst/>
              <a:ahLst/>
              <a:cxnLst/>
              <a:rect l="0" t="0" r="0" b="0"/>
              <a:pathLst>
                <a:path w="37642" h="48832">
                  <a:moveTo>
                    <a:pt x="0" y="48832"/>
                  </a:moveTo>
                  <a:lnTo>
                    <a:pt x="3764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1" name="Candidate_receptor__2370">
              <a:extLst>
                <a:ext uri="{FF2B5EF4-FFF2-40B4-BE49-F238E27FC236}">
                  <a16:creationId xmlns:a16="http://schemas.microsoft.com/office/drawing/2014/main" id="{D3CFD8DF-2E03-27B4-6996-104A11BE5341}"/>
                </a:ext>
              </a:extLst>
            </p:cNvPr>
            <p:cNvSpPr>
              <a:spLocks noGrp="1"/>
            </p:cNvSpPr>
            <p:nvPr/>
          </p:nvSpPr>
          <p:spPr>
            <a:xfrm>
              <a:off x="6311779" y="4131532"/>
              <a:ext cx="8908" cy="100629"/>
            </a:xfrm>
            <a:custGeom>
              <a:avLst/>
              <a:gdLst/>
              <a:ahLst/>
              <a:cxnLst/>
              <a:rect l="0" t="0" r="0" b="0"/>
              <a:pathLst>
                <a:path w="8908" h="100629">
                  <a:moveTo>
                    <a:pt x="8908" y="100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2" name="Candidate_receptor__2371">
              <a:extLst>
                <a:ext uri="{FF2B5EF4-FFF2-40B4-BE49-F238E27FC236}">
                  <a16:creationId xmlns:a16="http://schemas.microsoft.com/office/drawing/2014/main" id="{4A5EF6EA-2B5C-2C6D-0059-68527E0B9C14}"/>
                </a:ext>
              </a:extLst>
            </p:cNvPr>
            <p:cNvSpPr>
              <a:spLocks noGrp="1"/>
            </p:cNvSpPr>
            <p:nvPr/>
          </p:nvSpPr>
          <p:spPr>
            <a:xfrm>
              <a:off x="5896128" y="3629279"/>
              <a:ext cx="47000" cy="35793"/>
            </a:xfrm>
            <a:custGeom>
              <a:avLst/>
              <a:gdLst/>
              <a:ahLst/>
              <a:cxnLst/>
              <a:rect l="0" t="0" r="0" b="0"/>
              <a:pathLst>
                <a:path w="47000" h="35793">
                  <a:moveTo>
                    <a:pt x="0" y="35793"/>
                  </a:moveTo>
                  <a:lnTo>
                    <a:pt x="47000" y="0"/>
                  </a:lnTo>
                </a:path>
              </a:pathLst>
            </a:custGeom>
            <a:noFill/>
            <a:ln w="8096">
              <a:solidFill>
                <a:srgbClr val="DEE3E7"/>
              </a:solidFill>
            </a:ln>
          </p:spPr>
        </p:sp>
        <p:sp>
          <p:nvSpPr>
            <p:cNvPr id="2373" name="Candidate_receptor__2372">
              <a:extLst>
                <a:ext uri="{FF2B5EF4-FFF2-40B4-BE49-F238E27FC236}">
                  <a16:creationId xmlns:a16="http://schemas.microsoft.com/office/drawing/2014/main" id="{762AECD5-826D-D3B9-E736-FC4A571E3A88}"/>
                </a:ext>
              </a:extLst>
            </p:cNvPr>
            <p:cNvSpPr>
              <a:spLocks noGrp="1"/>
            </p:cNvSpPr>
            <p:nvPr/>
          </p:nvSpPr>
          <p:spPr>
            <a:xfrm>
              <a:off x="6493611" y="3890985"/>
              <a:ext cx="24283" cy="87873"/>
            </a:xfrm>
            <a:custGeom>
              <a:avLst/>
              <a:gdLst/>
              <a:ahLst/>
              <a:cxnLst/>
              <a:rect l="0" t="0" r="0" b="0"/>
              <a:pathLst>
                <a:path w="24283" h="87873">
                  <a:moveTo>
                    <a:pt x="0" y="87873"/>
                  </a:moveTo>
                  <a:lnTo>
                    <a:pt x="24283" y="0"/>
                  </a:lnTo>
                </a:path>
              </a:pathLst>
            </a:custGeom>
            <a:noFill/>
            <a:ln w="20003">
              <a:solidFill>
                <a:srgbClr val="DEE3E7"/>
              </a:solidFill>
            </a:ln>
          </p:spPr>
        </p:sp>
        <p:sp>
          <p:nvSpPr>
            <p:cNvPr id="2374" name="Candidate_receptor__2373">
              <a:extLst>
                <a:ext uri="{FF2B5EF4-FFF2-40B4-BE49-F238E27FC236}">
                  <a16:creationId xmlns:a16="http://schemas.microsoft.com/office/drawing/2014/main" id="{60FB8938-6C2A-BA76-5AC1-C984D268F5E1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88602" cy="35632"/>
            </a:xfrm>
            <a:custGeom>
              <a:avLst/>
              <a:gdLst/>
              <a:ahLst/>
              <a:cxnLst/>
              <a:rect l="0" t="0" r="0" b="0"/>
              <a:pathLst>
                <a:path w="88602" h="35632">
                  <a:moveTo>
                    <a:pt x="88602" y="356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5" name="Candidate_receptor__2374">
              <a:extLst>
                <a:ext uri="{FF2B5EF4-FFF2-40B4-BE49-F238E27FC236}">
                  <a16:creationId xmlns:a16="http://schemas.microsoft.com/office/drawing/2014/main" id="{D3612360-413D-C64D-DD1C-2DC4F2FDD3AD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68608"/>
              <a:ext cx="103135" cy="15262"/>
            </a:xfrm>
            <a:custGeom>
              <a:avLst/>
              <a:gdLst/>
              <a:ahLst/>
              <a:cxnLst/>
              <a:rect l="0" t="0" r="0" b="0"/>
              <a:pathLst>
                <a:path w="103135" h="15262">
                  <a:moveTo>
                    <a:pt x="0" y="15262"/>
                  </a:moveTo>
                  <a:lnTo>
                    <a:pt x="103135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6" name="Candidate_receptor__2375">
              <a:extLst>
                <a:ext uri="{FF2B5EF4-FFF2-40B4-BE49-F238E27FC236}">
                  <a16:creationId xmlns:a16="http://schemas.microsoft.com/office/drawing/2014/main" id="{99B6CBEB-1562-3372-1B2F-1954B7CBB3B4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45692"/>
              <a:ext cx="49477" cy="68967"/>
            </a:xfrm>
            <a:custGeom>
              <a:avLst/>
              <a:gdLst/>
              <a:ahLst/>
              <a:cxnLst/>
              <a:rect l="0" t="0" r="0" b="0"/>
              <a:pathLst>
                <a:path w="49477" h="68967">
                  <a:moveTo>
                    <a:pt x="49477" y="0"/>
                  </a:moveTo>
                  <a:lnTo>
                    <a:pt x="0" y="68967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7" name="Candidate_receptor__2376">
              <a:extLst>
                <a:ext uri="{FF2B5EF4-FFF2-40B4-BE49-F238E27FC236}">
                  <a16:creationId xmlns:a16="http://schemas.microsoft.com/office/drawing/2014/main" id="{FC2313EE-03DA-701E-1004-524592F24FC2}"/>
                </a:ext>
              </a:extLst>
            </p:cNvPr>
            <p:cNvSpPr>
              <a:spLocks noGrp="1"/>
            </p:cNvSpPr>
            <p:nvPr/>
          </p:nvSpPr>
          <p:spPr>
            <a:xfrm>
              <a:off x="5786200" y="4476198"/>
              <a:ext cx="73716" cy="68652"/>
            </a:xfrm>
            <a:custGeom>
              <a:avLst/>
              <a:gdLst/>
              <a:ahLst/>
              <a:cxnLst/>
              <a:rect l="0" t="0" r="0" b="0"/>
              <a:pathLst>
                <a:path w="73716" h="68652">
                  <a:moveTo>
                    <a:pt x="73716" y="68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8" name="Candidate_receptor__2377">
              <a:extLst>
                <a:ext uri="{FF2B5EF4-FFF2-40B4-BE49-F238E27FC236}">
                  <a16:creationId xmlns:a16="http://schemas.microsoft.com/office/drawing/2014/main" id="{C37D36BC-9AD8-FB23-EDE1-4D851D8323C5}"/>
                </a:ext>
              </a:extLst>
            </p:cNvPr>
            <p:cNvSpPr>
              <a:spLocks noGrp="1"/>
            </p:cNvSpPr>
            <p:nvPr/>
          </p:nvSpPr>
          <p:spPr>
            <a:xfrm>
              <a:off x="5310494" y="5160322"/>
              <a:ext cx="20172" cy="85370"/>
            </a:xfrm>
            <a:custGeom>
              <a:avLst/>
              <a:gdLst/>
              <a:ahLst/>
              <a:cxnLst/>
              <a:rect l="0" t="0" r="0" b="0"/>
              <a:pathLst>
                <a:path w="20172" h="85370">
                  <a:moveTo>
                    <a:pt x="20172" y="0"/>
                  </a:moveTo>
                  <a:lnTo>
                    <a:pt x="0" y="8537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9" name="Candidate_receptor__2378">
              <a:extLst>
                <a:ext uri="{FF2B5EF4-FFF2-40B4-BE49-F238E27FC236}">
                  <a16:creationId xmlns:a16="http://schemas.microsoft.com/office/drawing/2014/main" id="{4B0BF532-3E19-054C-4373-920BD43ECB66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39056"/>
              <a:ext cx="107372" cy="5200"/>
            </a:xfrm>
            <a:custGeom>
              <a:avLst/>
              <a:gdLst/>
              <a:ahLst/>
              <a:cxnLst/>
              <a:rect l="0" t="0" r="0" b="0"/>
              <a:pathLst>
                <a:path w="107372" h="5200">
                  <a:moveTo>
                    <a:pt x="107372" y="52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0" name="Candidate_receptor__2379">
              <a:extLst>
                <a:ext uri="{FF2B5EF4-FFF2-40B4-BE49-F238E27FC236}">
                  <a16:creationId xmlns:a16="http://schemas.microsoft.com/office/drawing/2014/main" id="{DDF17622-8552-9F2B-5A58-525133108091}"/>
                </a:ext>
              </a:extLst>
            </p:cNvPr>
            <p:cNvSpPr>
              <a:spLocks noGrp="1"/>
            </p:cNvSpPr>
            <p:nvPr/>
          </p:nvSpPr>
          <p:spPr>
            <a:xfrm>
              <a:off x="5141955" y="4068608"/>
              <a:ext cx="38358" cy="91882"/>
            </a:xfrm>
            <a:custGeom>
              <a:avLst/>
              <a:gdLst/>
              <a:ahLst/>
              <a:cxnLst/>
              <a:rect l="0" t="0" r="0" b="0"/>
              <a:pathLst>
                <a:path w="38358" h="91882">
                  <a:moveTo>
                    <a:pt x="0" y="0"/>
                  </a:moveTo>
                  <a:lnTo>
                    <a:pt x="38358" y="91882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1" name="Candidate_receptor__2380">
              <a:extLst>
                <a:ext uri="{FF2B5EF4-FFF2-40B4-BE49-F238E27FC236}">
                  <a16:creationId xmlns:a16="http://schemas.microsoft.com/office/drawing/2014/main" id="{8511D6AD-FE8E-EC30-47BF-A804DB671ADB}"/>
                </a:ext>
              </a:extLst>
            </p:cNvPr>
            <p:cNvSpPr>
              <a:spLocks noGrp="1"/>
            </p:cNvSpPr>
            <p:nvPr/>
          </p:nvSpPr>
          <p:spPr>
            <a:xfrm>
              <a:off x="5907196" y="4703966"/>
              <a:ext cx="27980" cy="10625"/>
            </a:xfrm>
            <a:custGeom>
              <a:avLst/>
              <a:gdLst/>
              <a:ahLst/>
              <a:cxnLst/>
              <a:rect l="0" t="0" r="0" b="0"/>
              <a:pathLst>
                <a:path w="27980" h="10625">
                  <a:moveTo>
                    <a:pt x="27980" y="10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2" name="Candidate_receptor__2381">
              <a:extLst>
                <a:ext uri="{FF2B5EF4-FFF2-40B4-BE49-F238E27FC236}">
                  <a16:creationId xmlns:a16="http://schemas.microsoft.com/office/drawing/2014/main" id="{0EEC9E7B-C290-3167-C8A1-013059D3A07E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76198"/>
              <a:ext cx="88991" cy="32223"/>
            </a:xfrm>
            <a:custGeom>
              <a:avLst/>
              <a:gdLst/>
              <a:ahLst/>
              <a:cxnLst/>
              <a:rect l="0" t="0" r="0" b="0"/>
              <a:pathLst>
                <a:path w="88991" h="32223">
                  <a:moveTo>
                    <a:pt x="88991" y="0"/>
                  </a:moveTo>
                  <a:lnTo>
                    <a:pt x="0" y="3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3" name="Candidate_receptor__2382">
              <a:extLst>
                <a:ext uri="{FF2B5EF4-FFF2-40B4-BE49-F238E27FC236}">
                  <a16:creationId xmlns:a16="http://schemas.microsoft.com/office/drawing/2014/main" id="{D3AF86ED-B04D-B3E5-CEA9-954BCCE29E82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66033" cy="13897"/>
            </a:xfrm>
            <a:custGeom>
              <a:avLst/>
              <a:gdLst/>
              <a:ahLst/>
              <a:cxnLst/>
              <a:rect l="0" t="0" r="0" b="0"/>
              <a:pathLst>
                <a:path w="66033" h="13897">
                  <a:moveTo>
                    <a:pt x="66033" y="138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4" name="Candidate_receptor__2383">
              <a:extLst>
                <a:ext uri="{FF2B5EF4-FFF2-40B4-BE49-F238E27FC236}">
                  <a16:creationId xmlns:a16="http://schemas.microsoft.com/office/drawing/2014/main" id="{53B4DBD6-A89D-31BE-F699-F1319F2CE1F6}"/>
                </a:ext>
              </a:extLst>
            </p:cNvPr>
            <p:cNvSpPr>
              <a:spLocks noGrp="1"/>
            </p:cNvSpPr>
            <p:nvPr/>
          </p:nvSpPr>
          <p:spPr>
            <a:xfrm>
              <a:off x="6050719" y="3571991"/>
              <a:ext cx="55302" cy="50931"/>
            </a:xfrm>
            <a:custGeom>
              <a:avLst/>
              <a:gdLst/>
              <a:ahLst/>
              <a:cxnLst/>
              <a:rect l="0" t="0" r="0" b="0"/>
              <a:pathLst>
                <a:path w="55302" h="50931">
                  <a:moveTo>
                    <a:pt x="0" y="0"/>
                  </a:moveTo>
                  <a:lnTo>
                    <a:pt x="55302" y="50931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5" name="Candidate_receptor__2384">
              <a:extLst>
                <a:ext uri="{FF2B5EF4-FFF2-40B4-BE49-F238E27FC236}">
                  <a16:creationId xmlns:a16="http://schemas.microsoft.com/office/drawing/2014/main" id="{15AF1CFC-6829-207E-E27E-C9F7536E91AB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60490"/>
              <a:ext cx="84127" cy="68593"/>
            </a:xfrm>
            <a:custGeom>
              <a:avLst/>
              <a:gdLst/>
              <a:ahLst/>
              <a:cxnLst/>
              <a:rect l="0" t="0" r="0" b="0"/>
              <a:pathLst>
                <a:path w="84127" h="68593">
                  <a:moveTo>
                    <a:pt x="84127" y="0"/>
                  </a:moveTo>
                  <a:lnTo>
                    <a:pt x="0" y="6859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6" name="Candidate_receptor__2385">
              <a:extLst>
                <a:ext uri="{FF2B5EF4-FFF2-40B4-BE49-F238E27FC236}">
                  <a16:creationId xmlns:a16="http://schemas.microsoft.com/office/drawing/2014/main" id="{D5C2D1F4-EAA6-28FC-B58E-FA62DF44910D}"/>
                </a:ext>
              </a:extLst>
            </p:cNvPr>
            <p:cNvSpPr>
              <a:spLocks noGrp="1"/>
            </p:cNvSpPr>
            <p:nvPr/>
          </p:nvSpPr>
          <p:spPr>
            <a:xfrm>
              <a:off x="6207577" y="4232161"/>
              <a:ext cx="113110" cy="18883"/>
            </a:xfrm>
            <a:custGeom>
              <a:avLst/>
              <a:gdLst/>
              <a:ahLst/>
              <a:cxnLst/>
              <a:rect l="0" t="0" r="0" b="0"/>
              <a:pathLst>
                <a:path w="113110" h="18883">
                  <a:moveTo>
                    <a:pt x="0" y="18883"/>
                  </a:moveTo>
                  <a:lnTo>
                    <a:pt x="11311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7" name="Candidate_receptor__2386">
              <a:extLst>
                <a:ext uri="{FF2B5EF4-FFF2-40B4-BE49-F238E27FC236}">
                  <a16:creationId xmlns:a16="http://schemas.microsoft.com/office/drawing/2014/main" id="{77C5444C-EBE1-AD1C-8C36-5E378CB3D686}"/>
                </a:ext>
              </a:extLst>
            </p:cNvPr>
            <p:cNvSpPr>
              <a:spLocks noGrp="1"/>
            </p:cNvSpPr>
            <p:nvPr/>
          </p:nvSpPr>
          <p:spPr>
            <a:xfrm>
              <a:off x="5977520" y="3524905"/>
              <a:ext cx="73199" cy="47086"/>
            </a:xfrm>
            <a:custGeom>
              <a:avLst/>
              <a:gdLst/>
              <a:ahLst/>
              <a:cxnLst/>
              <a:rect l="0" t="0" r="0" b="0"/>
              <a:pathLst>
                <a:path w="73199" h="47086">
                  <a:moveTo>
                    <a:pt x="0" y="0"/>
                  </a:moveTo>
                  <a:lnTo>
                    <a:pt x="73199" y="47086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8" name="Candidate_receptor__2387">
              <a:extLst>
                <a:ext uri="{FF2B5EF4-FFF2-40B4-BE49-F238E27FC236}">
                  <a16:creationId xmlns:a16="http://schemas.microsoft.com/office/drawing/2014/main" id="{878AA5D2-C6D1-7572-E049-99B4D8E11D44}"/>
                </a:ext>
              </a:extLst>
            </p:cNvPr>
            <p:cNvSpPr>
              <a:spLocks noGrp="1"/>
            </p:cNvSpPr>
            <p:nvPr/>
          </p:nvSpPr>
          <p:spPr>
            <a:xfrm>
              <a:off x="6415866" y="3734415"/>
              <a:ext cx="38862" cy="61997"/>
            </a:xfrm>
            <a:custGeom>
              <a:avLst/>
              <a:gdLst/>
              <a:ahLst/>
              <a:cxnLst/>
              <a:rect l="0" t="0" r="0" b="0"/>
              <a:pathLst>
                <a:path w="38862" h="61997">
                  <a:moveTo>
                    <a:pt x="38862" y="619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9" name="Candidate_receptor__2388">
              <a:extLst>
                <a:ext uri="{FF2B5EF4-FFF2-40B4-BE49-F238E27FC236}">
                  <a16:creationId xmlns:a16="http://schemas.microsoft.com/office/drawing/2014/main" id="{6B00689F-2277-6D05-401F-DC0176275F9C}"/>
                </a:ext>
              </a:extLst>
            </p:cNvPr>
            <p:cNvSpPr>
              <a:spLocks noGrp="1"/>
            </p:cNvSpPr>
            <p:nvPr/>
          </p:nvSpPr>
          <p:spPr>
            <a:xfrm>
              <a:off x="5559822" y="5197921"/>
              <a:ext cx="59567" cy="71383"/>
            </a:xfrm>
            <a:custGeom>
              <a:avLst/>
              <a:gdLst/>
              <a:ahLst/>
              <a:cxnLst/>
              <a:rect l="0" t="0" r="0" b="0"/>
              <a:pathLst>
                <a:path w="59567" h="71383">
                  <a:moveTo>
                    <a:pt x="0" y="0"/>
                  </a:moveTo>
                  <a:lnTo>
                    <a:pt x="59567" y="71383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0" name="Candidate_receptor__2389">
              <a:extLst>
                <a:ext uri="{FF2B5EF4-FFF2-40B4-BE49-F238E27FC236}">
                  <a16:creationId xmlns:a16="http://schemas.microsoft.com/office/drawing/2014/main" id="{A82F5DA2-1481-8435-FA03-9D09830D69B4}"/>
                </a:ext>
              </a:extLst>
            </p:cNvPr>
            <p:cNvSpPr>
              <a:spLocks noGrp="1"/>
            </p:cNvSpPr>
            <p:nvPr/>
          </p:nvSpPr>
          <p:spPr>
            <a:xfrm>
              <a:off x="5209506" y="5015361"/>
              <a:ext cx="36376" cy="62921"/>
            </a:xfrm>
            <a:custGeom>
              <a:avLst/>
              <a:gdLst/>
              <a:ahLst/>
              <a:cxnLst/>
              <a:rect l="0" t="0" r="0" b="0"/>
              <a:pathLst>
                <a:path w="36376" h="62921">
                  <a:moveTo>
                    <a:pt x="0" y="0"/>
                  </a:moveTo>
                  <a:lnTo>
                    <a:pt x="36376" y="62921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1" name="Candidate_receptor__2390">
              <a:extLst>
                <a:ext uri="{FF2B5EF4-FFF2-40B4-BE49-F238E27FC236}">
                  <a16:creationId xmlns:a16="http://schemas.microsoft.com/office/drawing/2014/main" id="{4EA81370-094C-D95C-3C33-BBD5883ED0DF}"/>
                </a:ext>
              </a:extLst>
            </p:cNvPr>
            <p:cNvSpPr>
              <a:spLocks noGrp="1"/>
            </p:cNvSpPr>
            <p:nvPr/>
          </p:nvSpPr>
          <p:spPr>
            <a:xfrm>
              <a:off x="4872603" y="4244256"/>
              <a:ext cx="26855" cy="76960"/>
            </a:xfrm>
            <a:custGeom>
              <a:avLst/>
              <a:gdLst/>
              <a:ahLst/>
              <a:cxnLst/>
              <a:rect l="0" t="0" r="0" b="0"/>
              <a:pathLst>
                <a:path w="26855" h="76960">
                  <a:moveTo>
                    <a:pt x="26855" y="76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2" name="Candidate_receptor__2391">
              <a:extLst>
                <a:ext uri="{FF2B5EF4-FFF2-40B4-BE49-F238E27FC236}">
                  <a16:creationId xmlns:a16="http://schemas.microsoft.com/office/drawing/2014/main" id="{182175D9-4843-1665-F505-636CE1654F40}"/>
                </a:ext>
              </a:extLst>
            </p:cNvPr>
            <p:cNvSpPr>
              <a:spLocks noGrp="1"/>
            </p:cNvSpPr>
            <p:nvPr/>
          </p:nvSpPr>
          <p:spPr>
            <a:xfrm>
              <a:off x="5788613" y="4544849"/>
              <a:ext cx="71303" cy="89505"/>
            </a:xfrm>
            <a:custGeom>
              <a:avLst/>
              <a:gdLst/>
              <a:ahLst/>
              <a:cxnLst/>
              <a:rect l="0" t="0" r="0" b="0"/>
              <a:pathLst>
                <a:path w="71303" h="89505">
                  <a:moveTo>
                    <a:pt x="0" y="89505"/>
                  </a:moveTo>
                  <a:lnTo>
                    <a:pt x="7130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3" name="Candidate_receptor__2392">
              <a:extLst>
                <a:ext uri="{FF2B5EF4-FFF2-40B4-BE49-F238E27FC236}">
                  <a16:creationId xmlns:a16="http://schemas.microsoft.com/office/drawing/2014/main" id="{052A2988-EDBE-956C-4EB8-3CD19577F91D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81146"/>
              <a:ext cx="102960" cy="22223"/>
            </a:xfrm>
            <a:custGeom>
              <a:avLst/>
              <a:gdLst/>
              <a:ahLst/>
              <a:cxnLst/>
              <a:rect l="0" t="0" r="0" b="0"/>
              <a:pathLst>
                <a:path w="102960" h="22223">
                  <a:moveTo>
                    <a:pt x="0" y="0"/>
                  </a:moveTo>
                  <a:lnTo>
                    <a:pt x="102960" y="2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4" name="Candidate_receptor__2393">
              <a:extLst>
                <a:ext uri="{FF2B5EF4-FFF2-40B4-BE49-F238E27FC236}">
                  <a16:creationId xmlns:a16="http://schemas.microsoft.com/office/drawing/2014/main" id="{7A89E9FB-67D4-D1D8-C36F-86BD2F73A002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962687"/>
              <a:ext cx="9183" cy="16910"/>
            </a:xfrm>
            <a:custGeom>
              <a:avLst/>
              <a:gdLst/>
              <a:ahLst/>
              <a:cxnLst/>
              <a:rect l="0" t="0" r="0" b="0"/>
              <a:pathLst>
                <a:path w="9183" h="16910">
                  <a:moveTo>
                    <a:pt x="9183" y="16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5" name="Candidate_receptor__2394">
              <a:extLst>
                <a:ext uri="{FF2B5EF4-FFF2-40B4-BE49-F238E27FC236}">
                  <a16:creationId xmlns:a16="http://schemas.microsoft.com/office/drawing/2014/main" id="{3B9F73ED-8DA4-CDB9-F5B6-DA86A93D0EFF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58649"/>
              <a:ext cx="33344" cy="75565"/>
            </a:xfrm>
            <a:custGeom>
              <a:avLst/>
              <a:gdLst/>
              <a:ahLst/>
              <a:cxnLst/>
              <a:rect l="0" t="0" r="0" b="0"/>
              <a:pathLst>
                <a:path w="33344" h="75565">
                  <a:moveTo>
                    <a:pt x="33344" y="755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6" name="Candidate_receptor__2395">
              <a:extLst>
                <a:ext uri="{FF2B5EF4-FFF2-40B4-BE49-F238E27FC236}">
                  <a16:creationId xmlns:a16="http://schemas.microsoft.com/office/drawing/2014/main" id="{C0AB4910-63F2-A339-57FF-0D3973B36D37}"/>
                </a:ext>
              </a:extLst>
            </p:cNvPr>
            <p:cNvSpPr>
              <a:spLocks noGrp="1"/>
            </p:cNvSpPr>
            <p:nvPr/>
          </p:nvSpPr>
          <p:spPr>
            <a:xfrm>
              <a:off x="5062105" y="4899373"/>
              <a:ext cx="91909" cy="10658"/>
            </a:xfrm>
            <a:custGeom>
              <a:avLst/>
              <a:gdLst/>
              <a:ahLst/>
              <a:cxnLst/>
              <a:rect l="0" t="0" r="0" b="0"/>
              <a:pathLst>
                <a:path w="91909" h="10658">
                  <a:moveTo>
                    <a:pt x="0" y="0"/>
                  </a:moveTo>
                  <a:lnTo>
                    <a:pt x="91909" y="1065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7" name="Candidate_receptor__2396">
              <a:extLst>
                <a:ext uri="{FF2B5EF4-FFF2-40B4-BE49-F238E27FC236}">
                  <a16:creationId xmlns:a16="http://schemas.microsoft.com/office/drawing/2014/main" id="{804353AA-4D96-47BF-AB43-42F33DDD1274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09051"/>
              <a:ext cx="54536" cy="29674"/>
            </a:xfrm>
            <a:custGeom>
              <a:avLst/>
              <a:gdLst/>
              <a:ahLst/>
              <a:cxnLst/>
              <a:rect l="0" t="0" r="0" b="0"/>
              <a:pathLst>
                <a:path w="54536" h="29674">
                  <a:moveTo>
                    <a:pt x="54536" y="0"/>
                  </a:moveTo>
                  <a:lnTo>
                    <a:pt x="0" y="296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8" name="Candidate_receptor__2397">
              <a:extLst>
                <a:ext uri="{FF2B5EF4-FFF2-40B4-BE49-F238E27FC236}">
                  <a16:creationId xmlns:a16="http://schemas.microsoft.com/office/drawing/2014/main" id="{466A2885-E408-DC93-BC87-4A818CB90843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99373"/>
              <a:ext cx="71023" cy="30769"/>
            </a:xfrm>
            <a:custGeom>
              <a:avLst/>
              <a:gdLst/>
              <a:ahLst/>
              <a:cxnLst/>
              <a:rect l="0" t="0" r="0" b="0"/>
              <a:pathLst>
                <a:path w="71023" h="30769">
                  <a:moveTo>
                    <a:pt x="0" y="30769"/>
                  </a:moveTo>
                  <a:lnTo>
                    <a:pt x="7102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9" name="Candidate_receptor__2398">
              <a:extLst>
                <a:ext uri="{FF2B5EF4-FFF2-40B4-BE49-F238E27FC236}">
                  <a16:creationId xmlns:a16="http://schemas.microsoft.com/office/drawing/2014/main" id="{3FB984D2-2EFF-E15B-B999-CECD31029274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078282"/>
              <a:ext cx="66979" cy="87114"/>
            </a:xfrm>
            <a:custGeom>
              <a:avLst/>
              <a:gdLst/>
              <a:ahLst/>
              <a:cxnLst/>
              <a:rect l="0" t="0" r="0" b="0"/>
              <a:pathLst>
                <a:path w="66979" h="87114">
                  <a:moveTo>
                    <a:pt x="66979" y="0"/>
                  </a:moveTo>
                  <a:lnTo>
                    <a:pt x="0" y="8711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0" name="Candidate_receptor__2399">
              <a:extLst>
                <a:ext uri="{FF2B5EF4-FFF2-40B4-BE49-F238E27FC236}">
                  <a16:creationId xmlns:a16="http://schemas.microsoft.com/office/drawing/2014/main" id="{CE73AFAB-39A9-AA1C-32C1-3995CDD9C407}"/>
                </a:ext>
              </a:extLst>
            </p:cNvPr>
            <p:cNvSpPr>
              <a:spLocks noGrp="1"/>
            </p:cNvSpPr>
            <p:nvPr/>
          </p:nvSpPr>
          <p:spPr>
            <a:xfrm>
              <a:off x="6150540" y="4503369"/>
              <a:ext cx="42552" cy="66808"/>
            </a:xfrm>
            <a:custGeom>
              <a:avLst/>
              <a:gdLst/>
              <a:ahLst/>
              <a:cxnLst/>
              <a:rect l="0" t="0" r="0" b="0"/>
              <a:pathLst>
                <a:path w="42552" h="66808">
                  <a:moveTo>
                    <a:pt x="0" y="0"/>
                  </a:moveTo>
                  <a:lnTo>
                    <a:pt x="42552" y="6680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1" name="Candidate_receptor__2400">
              <a:extLst>
                <a:ext uri="{FF2B5EF4-FFF2-40B4-BE49-F238E27FC236}">
                  <a16:creationId xmlns:a16="http://schemas.microsoft.com/office/drawing/2014/main" id="{2E2C01F3-AB0E-CA27-6690-C6ED44F82484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21216"/>
              <a:ext cx="90642" cy="65297"/>
            </a:xfrm>
            <a:custGeom>
              <a:avLst/>
              <a:gdLst/>
              <a:ahLst/>
              <a:cxnLst/>
              <a:rect l="0" t="0" r="0" b="0"/>
              <a:pathLst>
                <a:path w="90642" h="65297">
                  <a:moveTo>
                    <a:pt x="0" y="65297"/>
                  </a:moveTo>
                  <a:lnTo>
                    <a:pt x="90642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2" name="Candidate_receptor__2401">
              <a:extLst>
                <a:ext uri="{FF2B5EF4-FFF2-40B4-BE49-F238E27FC236}">
                  <a16:creationId xmlns:a16="http://schemas.microsoft.com/office/drawing/2014/main" id="{E9921510-C10B-9D00-A053-075CD325C3CD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00550"/>
              <a:ext cx="1169" cy="50532"/>
            </a:xfrm>
            <a:custGeom>
              <a:avLst/>
              <a:gdLst/>
              <a:ahLst/>
              <a:cxnLst/>
              <a:rect l="0" t="0" r="0" b="0"/>
              <a:pathLst>
                <a:path w="1169" h="50532">
                  <a:moveTo>
                    <a:pt x="0" y="50532"/>
                  </a:moveTo>
                  <a:lnTo>
                    <a:pt x="1169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3" name="Candidate_receptor__2402">
              <a:extLst>
                <a:ext uri="{FF2B5EF4-FFF2-40B4-BE49-F238E27FC236}">
                  <a16:creationId xmlns:a16="http://schemas.microsoft.com/office/drawing/2014/main" id="{0D906B92-E5A4-F043-DEE6-097CA4785949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710921"/>
              <a:ext cx="71224" cy="6048"/>
            </a:xfrm>
            <a:custGeom>
              <a:avLst/>
              <a:gdLst/>
              <a:ahLst/>
              <a:cxnLst/>
              <a:rect l="0" t="0" r="0" b="0"/>
              <a:pathLst>
                <a:path w="71224" h="6048">
                  <a:moveTo>
                    <a:pt x="0" y="0"/>
                  </a:moveTo>
                  <a:lnTo>
                    <a:pt x="71224" y="604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4" name="Candidate_receptor__2403">
              <a:extLst>
                <a:ext uri="{FF2B5EF4-FFF2-40B4-BE49-F238E27FC236}">
                  <a16:creationId xmlns:a16="http://schemas.microsoft.com/office/drawing/2014/main" id="{0EDB72FC-CB4A-43AC-DFFF-841394722DA0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567098"/>
              <a:ext cx="57274" cy="97974"/>
            </a:xfrm>
            <a:custGeom>
              <a:avLst/>
              <a:gdLst/>
              <a:ahLst/>
              <a:cxnLst/>
              <a:rect l="0" t="0" r="0" b="0"/>
              <a:pathLst>
                <a:path w="57274" h="97974">
                  <a:moveTo>
                    <a:pt x="0" y="0"/>
                  </a:moveTo>
                  <a:lnTo>
                    <a:pt x="57274" y="979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05" name="Candidate_receptor__2404">
              <a:extLst>
                <a:ext uri="{FF2B5EF4-FFF2-40B4-BE49-F238E27FC236}">
                  <a16:creationId xmlns:a16="http://schemas.microsoft.com/office/drawing/2014/main" id="{7EC45817-4EC1-E2D3-00C1-A0F99C65E477}"/>
                </a:ext>
              </a:extLst>
            </p:cNvPr>
            <p:cNvSpPr>
              <a:spLocks noGrp="1"/>
            </p:cNvSpPr>
            <p:nvPr/>
          </p:nvSpPr>
          <p:spPr>
            <a:xfrm>
              <a:off x="5051905" y="4490104"/>
              <a:ext cx="114170" cy="8120"/>
            </a:xfrm>
            <a:custGeom>
              <a:avLst/>
              <a:gdLst/>
              <a:ahLst/>
              <a:cxnLst/>
              <a:rect l="0" t="0" r="0" b="0"/>
              <a:pathLst>
                <a:path w="114170" h="8120">
                  <a:moveTo>
                    <a:pt x="0" y="0"/>
                  </a:moveTo>
                  <a:lnTo>
                    <a:pt x="114170" y="812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6" name="Candidate_receptor__2405">
              <a:extLst>
                <a:ext uri="{FF2B5EF4-FFF2-40B4-BE49-F238E27FC236}">
                  <a16:creationId xmlns:a16="http://schemas.microsoft.com/office/drawing/2014/main" id="{F12AAB92-CAFE-614E-927C-5120A76B2281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796412"/>
              <a:ext cx="72913" cy="87377"/>
            </a:xfrm>
            <a:custGeom>
              <a:avLst/>
              <a:gdLst/>
              <a:ahLst/>
              <a:cxnLst/>
              <a:rect l="0" t="0" r="0" b="0"/>
              <a:pathLst>
                <a:path w="72913" h="87377">
                  <a:moveTo>
                    <a:pt x="0" y="87377"/>
                  </a:moveTo>
                  <a:lnTo>
                    <a:pt x="7291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7" name="Candidate_receptor__2406">
              <a:extLst>
                <a:ext uri="{FF2B5EF4-FFF2-40B4-BE49-F238E27FC236}">
                  <a16:creationId xmlns:a16="http://schemas.microsoft.com/office/drawing/2014/main" id="{A2E87FF4-7798-42E8-34CB-D328584E2DEE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2473"/>
              <a:ext cx="13664" cy="36600"/>
            </a:xfrm>
            <a:custGeom>
              <a:avLst/>
              <a:gdLst/>
              <a:ahLst/>
              <a:cxnLst/>
              <a:rect l="0" t="0" r="0" b="0"/>
              <a:pathLst>
                <a:path w="13664" h="36600">
                  <a:moveTo>
                    <a:pt x="13664" y="0"/>
                  </a:moveTo>
                  <a:lnTo>
                    <a:pt x="0" y="3660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8" name="Candidate_receptor__2407">
              <a:extLst>
                <a:ext uri="{FF2B5EF4-FFF2-40B4-BE49-F238E27FC236}">
                  <a16:creationId xmlns:a16="http://schemas.microsoft.com/office/drawing/2014/main" id="{215A981C-121E-0C02-3CC5-ED87367BC5EE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28102"/>
              <a:ext cx="67780" cy="45088"/>
            </a:xfrm>
            <a:custGeom>
              <a:avLst/>
              <a:gdLst/>
              <a:ahLst/>
              <a:cxnLst/>
              <a:rect l="0" t="0" r="0" b="0"/>
              <a:pathLst>
                <a:path w="67780" h="45088">
                  <a:moveTo>
                    <a:pt x="0" y="45088"/>
                  </a:moveTo>
                  <a:lnTo>
                    <a:pt x="6778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9" name="Candidate_receptor__2408">
              <a:extLst>
                <a:ext uri="{FF2B5EF4-FFF2-40B4-BE49-F238E27FC236}">
                  <a16:creationId xmlns:a16="http://schemas.microsoft.com/office/drawing/2014/main" id="{BF2A5766-9DC8-9ED6-8911-AC04662BDA12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63089"/>
              <a:ext cx="114578" cy="13310"/>
            </a:xfrm>
            <a:custGeom>
              <a:avLst/>
              <a:gdLst/>
              <a:ahLst/>
              <a:cxnLst/>
              <a:rect l="0" t="0" r="0" b="0"/>
              <a:pathLst>
                <a:path w="114578" h="13310">
                  <a:moveTo>
                    <a:pt x="0" y="13310"/>
                  </a:moveTo>
                  <a:lnTo>
                    <a:pt x="114578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10" name="Candidate_receptor__2409">
              <a:extLst>
                <a:ext uri="{FF2B5EF4-FFF2-40B4-BE49-F238E27FC236}">
                  <a16:creationId xmlns:a16="http://schemas.microsoft.com/office/drawing/2014/main" id="{65469EA1-31C9-3430-3AF9-766005F226C7}"/>
                </a:ext>
              </a:extLst>
            </p:cNvPr>
            <p:cNvSpPr>
              <a:spLocks noGrp="1"/>
            </p:cNvSpPr>
            <p:nvPr/>
          </p:nvSpPr>
          <p:spPr>
            <a:xfrm>
              <a:off x="5259713" y="4220275"/>
              <a:ext cx="112587" cy="23294"/>
            </a:xfrm>
            <a:custGeom>
              <a:avLst/>
              <a:gdLst/>
              <a:ahLst/>
              <a:cxnLst/>
              <a:rect l="0" t="0" r="0" b="0"/>
              <a:pathLst>
                <a:path w="112587" h="23294">
                  <a:moveTo>
                    <a:pt x="112587" y="0"/>
                  </a:moveTo>
                  <a:lnTo>
                    <a:pt x="0" y="2329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11" name="Candidate_receptor__2410">
              <a:extLst>
                <a:ext uri="{FF2B5EF4-FFF2-40B4-BE49-F238E27FC236}">
                  <a16:creationId xmlns:a16="http://schemas.microsoft.com/office/drawing/2014/main" id="{D22B1EDB-AFA9-24BD-B8BC-0AD26506DDDB}"/>
                </a:ext>
              </a:extLst>
            </p:cNvPr>
            <p:cNvSpPr>
              <a:spLocks noGrp="1"/>
            </p:cNvSpPr>
            <p:nvPr/>
          </p:nvSpPr>
          <p:spPr>
            <a:xfrm>
              <a:off x="6280035" y="3532760"/>
              <a:ext cx="84146" cy="71645"/>
            </a:xfrm>
            <a:custGeom>
              <a:avLst/>
              <a:gdLst/>
              <a:ahLst/>
              <a:cxnLst/>
              <a:rect l="0" t="0" r="0" b="0"/>
              <a:pathLst>
                <a:path w="84146" h="71645">
                  <a:moveTo>
                    <a:pt x="84146" y="71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12" name="Candidate_receptor__2411">
              <a:extLst>
                <a:ext uri="{FF2B5EF4-FFF2-40B4-BE49-F238E27FC236}">
                  <a16:creationId xmlns:a16="http://schemas.microsoft.com/office/drawing/2014/main" id="{B49FC66A-C5CC-0C54-5106-814A9CDF0561}"/>
                </a:ext>
              </a:extLst>
            </p:cNvPr>
            <p:cNvSpPr>
              <a:spLocks noGrp="1"/>
            </p:cNvSpPr>
            <p:nvPr/>
          </p:nvSpPr>
          <p:spPr>
            <a:xfrm>
              <a:off x="5594855" y="3043386"/>
              <a:ext cx="81838" cy="78802"/>
            </a:xfrm>
            <a:custGeom>
              <a:avLst/>
              <a:gdLst/>
              <a:ahLst/>
              <a:cxnLst/>
              <a:rect l="0" t="0" r="0" b="0"/>
              <a:pathLst>
                <a:path w="81838" h="78802">
                  <a:moveTo>
                    <a:pt x="0" y="78802"/>
                  </a:moveTo>
                  <a:lnTo>
                    <a:pt x="81838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13" name="Candidate_receptor__2412">
              <a:extLst>
                <a:ext uri="{FF2B5EF4-FFF2-40B4-BE49-F238E27FC236}">
                  <a16:creationId xmlns:a16="http://schemas.microsoft.com/office/drawing/2014/main" id="{156A08A9-D1A9-A854-6EE6-70872E40BCD6}"/>
                </a:ext>
              </a:extLst>
            </p:cNvPr>
            <p:cNvSpPr>
              <a:spLocks noGrp="1"/>
            </p:cNvSpPr>
            <p:nvPr/>
          </p:nvSpPr>
          <p:spPr>
            <a:xfrm>
              <a:off x="4812463" y="4082713"/>
              <a:ext cx="69676" cy="60450"/>
            </a:xfrm>
            <a:custGeom>
              <a:avLst/>
              <a:gdLst/>
              <a:ahLst/>
              <a:cxnLst/>
              <a:rect l="0" t="0" r="0" b="0"/>
              <a:pathLst>
                <a:path w="69676" h="60450">
                  <a:moveTo>
                    <a:pt x="69676" y="60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4" name="Candidate_receptor__2413">
              <a:extLst>
                <a:ext uri="{FF2B5EF4-FFF2-40B4-BE49-F238E27FC236}">
                  <a16:creationId xmlns:a16="http://schemas.microsoft.com/office/drawing/2014/main" id="{DAF153A2-37B0-2A3D-897D-9B31CDEA7579}"/>
                </a:ext>
              </a:extLst>
            </p:cNvPr>
            <p:cNvSpPr>
              <a:spLocks noGrp="1"/>
            </p:cNvSpPr>
            <p:nvPr/>
          </p:nvSpPr>
          <p:spPr>
            <a:xfrm>
              <a:off x="4913195" y="4770781"/>
              <a:ext cx="109357" cy="33316"/>
            </a:xfrm>
            <a:custGeom>
              <a:avLst/>
              <a:gdLst/>
              <a:ahLst/>
              <a:cxnLst/>
              <a:rect l="0" t="0" r="0" b="0"/>
              <a:pathLst>
                <a:path w="109357" h="33316">
                  <a:moveTo>
                    <a:pt x="0" y="33316"/>
                  </a:moveTo>
                  <a:lnTo>
                    <a:pt x="10935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5" name="Candidate_receptor__2414">
              <a:extLst>
                <a:ext uri="{FF2B5EF4-FFF2-40B4-BE49-F238E27FC236}">
                  <a16:creationId xmlns:a16="http://schemas.microsoft.com/office/drawing/2014/main" id="{E253864C-C1BB-EB42-98AD-49582A7EE6A4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58028" cy="67027"/>
            </a:xfrm>
            <a:custGeom>
              <a:avLst/>
              <a:gdLst/>
              <a:ahLst/>
              <a:cxnLst/>
              <a:rect l="0" t="0" r="0" b="0"/>
              <a:pathLst>
                <a:path w="58028" h="67027">
                  <a:moveTo>
                    <a:pt x="0" y="0"/>
                  </a:moveTo>
                  <a:lnTo>
                    <a:pt x="58028" y="67027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16" name="Candidate_receptor__2415">
              <a:extLst>
                <a:ext uri="{FF2B5EF4-FFF2-40B4-BE49-F238E27FC236}">
                  <a16:creationId xmlns:a16="http://schemas.microsoft.com/office/drawing/2014/main" id="{26A3E1DB-45B3-322E-F6AF-705EC26EE2F2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63880"/>
              <a:ext cx="80479" cy="55931"/>
            </a:xfrm>
            <a:custGeom>
              <a:avLst/>
              <a:gdLst/>
              <a:ahLst/>
              <a:cxnLst/>
              <a:rect l="0" t="0" r="0" b="0"/>
              <a:pathLst>
                <a:path w="80479" h="55931">
                  <a:moveTo>
                    <a:pt x="80479" y="0"/>
                  </a:moveTo>
                  <a:lnTo>
                    <a:pt x="0" y="5593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7" name="Candidate_receptor__2416">
              <a:extLst>
                <a:ext uri="{FF2B5EF4-FFF2-40B4-BE49-F238E27FC236}">
                  <a16:creationId xmlns:a16="http://schemas.microsoft.com/office/drawing/2014/main" id="{E67C0833-9E65-F016-38C7-1A8F83193691}"/>
                </a:ext>
              </a:extLst>
            </p:cNvPr>
            <p:cNvSpPr>
              <a:spLocks noGrp="1"/>
            </p:cNvSpPr>
            <p:nvPr/>
          </p:nvSpPr>
          <p:spPr>
            <a:xfrm>
              <a:off x="5935175" y="4714591"/>
              <a:ext cx="34343" cy="107474"/>
            </a:xfrm>
            <a:custGeom>
              <a:avLst/>
              <a:gdLst/>
              <a:ahLst/>
              <a:cxnLst/>
              <a:rect l="0" t="0" r="0" b="0"/>
              <a:pathLst>
                <a:path w="34343" h="107474">
                  <a:moveTo>
                    <a:pt x="34343" y="1074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18" name="Candidate_receptor__2417">
              <a:extLst>
                <a:ext uri="{FF2B5EF4-FFF2-40B4-BE49-F238E27FC236}">
                  <a16:creationId xmlns:a16="http://schemas.microsoft.com/office/drawing/2014/main" id="{20C82F60-5129-C206-62BA-0A6F28111E17}"/>
                </a:ext>
              </a:extLst>
            </p:cNvPr>
            <p:cNvSpPr>
              <a:spLocks noGrp="1"/>
            </p:cNvSpPr>
            <p:nvPr/>
          </p:nvSpPr>
          <p:spPr>
            <a:xfrm>
              <a:off x="5166074" y="4498224"/>
              <a:ext cx="7614" cy="110827"/>
            </a:xfrm>
            <a:custGeom>
              <a:avLst/>
              <a:gdLst/>
              <a:ahLst/>
              <a:cxnLst/>
              <a:rect l="0" t="0" r="0" b="0"/>
              <a:pathLst>
                <a:path w="7614" h="110827">
                  <a:moveTo>
                    <a:pt x="0" y="0"/>
                  </a:moveTo>
                  <a:lnTo>
                    <a:pt x="7614" y="11082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9" name="Candidate_receptor__2418">
              <a:extLst>
                <a:ext uri="{FF2B5EF4-FFF2-40B4-BE49-F238E27FC236}">
                  <a16:creationId xmlns:a16="http://schemas.microsoft.com/office/drawing/2014/main" id="{C86CE6CA-799B-38BF-E022-651FDEAC1C64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83870"/>
              <a:ext cx="44535" cy="5802"/>
            </a:xfrm>
            <a:custGeom>
              <a:avLst/>
              <a:gdLst/>
              <a:ahLst/>
              <a:cxnLst/>
              <a:rect l="0" t="0" r="0" b="0"/>
              <a:pathLst>
                <a:path w="44535" h="5802">
                  <a:moveTo>
                    <a:pt x="44535" y="58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0" name="Candidate_receptor__2419">
              <a:extLst>
                <a:ext uri="{FF2B5EF4-FFF2-40B4-BE49-F238E27FC236}">
                  <a16:creationId xmlns:a16="http://schemas.microsoft.com/office/drawing/2014/main" id="{2236B153-D50C-5214-87D3-732FC94892DF}"/>
                </a:ext>
              </a:extLst>
            </p:cNvPr>
            <p:cNvSpPr>
              <a:spLocks noGrp="1"/>
            </p:cNvSpPr>
            <p:nvPr/>
          </p:nvSpPr>
          <p:spPr>
            <a:xfrm>
              <a:off x="6484769" y="4363089"/>
              <a:ext cx="29336" cy="100791"/>
            </a:xfrm>
            <a:custGeom>
              <a:avLst/>
              <a:gdLst/>
              <a:ahLst/>
              <a:cxnLst/>
              <a:rect l="0" t="0" r="0" b="0"/>
              <a:pathLst>
                <a:path w="29336" h="100791">
                  <a:moveTo>
                    <a:pt x="0" y="0"/>
                  </a:moveTo>
                  <a:lnTo>
                    <a:pt x="29336" y="10079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1" name="Candidate_receptor__2420">
              <a:extLst>
                <a:ext uri="{FF2B5EF4-FFF2-40B4-BE49-F238E27FC236}">
                  <a16:creationId xmlns:a16="http://schemas.microsoft.com/office/drawing/2014/main" id="{F9844466-9BBA-2B07-DB1D-98843D32039F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58894"/>
              <a:ext cx="70952" cy="23819"/>
            </a:xfrm>
            <a:custGeom>
              <a:avLst/>
              <a:gdLst/>
              <a:ahLst/>
              <a:cxnLst/>
              <a:rect l="0" t="0" r="0" b="0"/>
              <a:pathLst>
                <a:path w="70952" h="23819">
                  <a:moveTo>
                    <a:pt x="70952" y="23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2" name="Candidate_receptor__2421">
              <a:extLst>
                <a:ext uri="{FF2B5EF4-FFF2-40B4-BE49-F238E27FC236}">
                  <a16:creationId xmlns:a16="http://schemas.microsoft.com/office/drawing/2014/main" id="{A85B7D33-0DF4-940D-E7C6-A24B7E1C8C2B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26717"/>
              <a:ext cx="42886" cy="12340"/>
            </a:xfrm>
            <a:custGeom>
              <a:avLst/>
              <a:gdLst/>
              <a:ahLst/>
              <a:cxnLst/>
              <a:rect l="0" t="0" r="0" b="0"/>
              <a:pathLst>
                <a:path w="42886" h="12340">
                  <a:moveTo>
                    <a:pt x="0" y="12340"/>
                  </a:moveTo>
                  <a:lnTo>
                    <a:pt x="42886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3" name="Candidate_receptor__2422">
              <a:extLst>
                <a:ext uri="{FF2B5EF4-FFF2-40B4-BE49-F238E27FC236}">
                  <a16:creationId xmlns:a16="http://schemas.microsoft.com/office/drawing/2014/main" id="{23B64A52-C971-41B7-2ACF-5EB54D619DC0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53362" cy="33957"/>
            </a:xfrm>
            <a:custGeom>
              <a:avLst/>
              <a:gdLst/>
              <a:ahLst/>
              <a:cxnLst/>
              <a:rect l="0" t="0" r="0" b="0"/>
              <a:pathLst>
                <a:path w="53362" h="33957">
                  <a:moveTo>
                    <a:pt x="0" y="0"/>
                  </a:moveTo>
                  <a:lnTo>
                    <a:pt x="53362" y="3395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4" name="Candidate_receptor__2423">
              <a:extLst>
                <a:ext uri="{FF2B5EF4-FFF2-40B4-BE49-F238E27FC236}">
                  <a16:creationId xmlns:a16="http://schemas.microsoft.com/office/drawing/2014/main" id="{0DE5C294-3F2C-0E67-FEA3-9789F8DFED6D}"/>
                </a:ext>
              </a:extLst>
            </p:cNvPr>
            <p:cNvSpPr>
              <a:spLocks noGrp="1"/>
            </p:cNvSpPr>
            <p:nvPr/>
          </p:nvSpPr>
          <p:spPr>
            <a:xfrm>
              <a:off x="5372300" y="4220275"/>
              <a:ext cx="20390" cy="107827"/>
            </a:xfrm>
            <a:custGeom>
              <a:avLst/>
              <a:gdLst/>
              <a:ahLst/>
              <a:cxnLst/>
              <a:rect l="0" t="0" r="0" b="0"/>
              <a:pathLst>
                <a:path w="20390" h="107827">
                  <a:moveTo>
                    <a:pt x="20390" y="1078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5" name="Candidate_receptor__2424">
              <a:extLst>
                <a:ext uri="{FF2B5EF4-FFF2-40B4-BE49-F238E27FC236}">
                  <a16:creationId xmlns:a16="http://schemas.microsoft.com/office/drawing/2014/main" id="{A0EA244C-8F1F-CE79-3BCE-BB79AC5103C8}"/>
                </a:ext>
              </a:extLst>
            </p:cNvPr>
            <p:cNvSpPr>
              <a:spLocks noGrp="1"/>
            </p:cNvSpPr>
            <p:nvPr/>
          </p:nvSpPr>
          <p:spPr>
            <a:xfrm>
              <a:off x="6087851" y="4334810"/>
              <a:ext cx="87292" cy="55777"/>
            </a:xfrm>
            <a:custGeom>
              <a:avLst/>
              <a:gdLst/>
              <a:ahLst/>
              <a:cxnLst/>
              <a:rect l="0" t="0" r="0" b="0"/>
              <a:pathLst>
                <a:path w="87292" h="55777">
                  <a:moveTo>
                    <a:pt x="0" y="0"/>
                  </a:moveTo>
                  <a:lnTo>
                    <a:pt x="87292" y="5577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6" name="Candidate_receptor__2425">
              <a:extLst>
                <a:ext uri="{FF2B5EF4-FFF2-40B4-BE49-F238E27FC236}">
                  <a16:creationId xmlns:a16="http://schemas.microsoft.com/office/drawing/2014/main" id="{683A61CB-A004-6285-D021-FDD22C096C3B}"/>
                </a:ext>
              </a:extLst>
            </p:cNvPr>
            <p:cNvSpPr>
              <a:spLocks noGrp="1"/>
            </p:cNvSpPr>
            <p:nvPr/>
          </p:nvSpPr>
          <p:spPr>
            <a:xfrm>
              <a:off x="6205132" y="3532760"/>
              <a:ext cx="74904" cy="30253"/>
            </a:xfrm>
            <a:custGeom>
              <a:avLst/>
              <a:gdLst/>
              <a:ahLst/>
              <a:cxnLst/>
              <a:rect l="0" t="0" r="0" b="0"/>
              <a:pathLst>
                <a:path w="74904" h="30253">
                  <a:moveTo>
                    <a:pt x="74904" y="0"/>
                  </a:moveTo>
                  <a:lnTo>
                    <a:pt x="0" y="3025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27" name="Candidate_receptor__2426">
              <a:extLst>
                <a:ext uri="{FF2B5EF4-FFF2-40B4-BE49-F238E27FC236}">
                  <a16:creationId xmlns:a16="http://schemas.microsoft.com/office/drawing/2014/main" id="{C0C1FC1E-5C3B-E062-929A-941DB1C58AF9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34282"/>
              <a:ext cx="64561" cy="81154"/>
            </a:xfrm>
            <a:custGeom>
              <a:avLst/>
              <a:gdLst/>
              <a:ahLst/>
              <a:cxnLst/>
              <a:rect l="0" t="0" r="0" b="0"/>
              <a:pathLst>
                <a:path w="64561" h="81154">
                  <a:moveTo>
                    <a:pt x="0" y="81154"/>
                  </a:moveTo>
                  <a:lnTo>
                    <a:pt x="64561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8" name="Candidate_receptor__2427">
              <a:extLst>
                <a:ext uri="{FF2B5EF4-FFF2-40B4-BE49-F238E27FC236}">
                  <a16:creationId xmlns:a16="http://schemas.microsoft.com/office/drawing/2014/main" id="{895B0338-00C0-8297-F2D0-710B2C84DB31}"/>
                </a:ext>
              </a:extLst>
            </p:cNvPr>
            <p:cNvSpPr>
              <a:spLocks noGrp="1"/>
            </p:cNvSpPr>
            <p:nvPr/>
          </p:nvSpPr>
          <p:spPr>
            <a:xfrm>
              <a:off x="6319669" y="3979548"/>
              <a:ext cx="55375" cy="97811"/>
            </a:xfrm>
            <a:custGeom>
              <a:avLst/>
              <a:gdLst/>
              <a:ahLst/>
              <a:cxnLst/>
              <a:rect l="0" t="0" r="0" b="0"/>
              <a:pathLst>
                <a:path w="55375" h="97811">
                  <a:moveTo>
                    <a:pt x="55375" y="978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9" name="Candidate_receptor__2428">
              <a:extLst>
                <a:ext uri="{FF2B5EF4-FFF2-40B4-BE49-F238E27FC236}">
                  <a16:creationId xmlns:a16="http://schemas.microsoft.com/office/drawing/2014/main" id="{EBCCB879-6D96-59E1-D52F-141ED28CF8D0}"/>
                </a:ext>
              </a:extLst>
            </p:cNvPr>
            <p:cNvSpPr>
              <a:spLocks noGrp="1"/>
            </p:cNvSpPr>
            <p:nvPr/>
          </p:nvSpPr>
          <p:spPr>
            <a:xfrm>
              <a:off x="5412064" y="4834282"/>
              <a:ext cx="91007" cy="36399"/>
            </a:xfrm>
            <a:custGeom>
              <a:avLst/>
              <a:gdLst/>
              <a:ahLst/>
              <a:cxnLst/>
              <a:rect l="0" t="0" r="0" b="0"/>
              <a:pathLst>
                <a:path w="91007" h="36399">
                  <a:moveTo>
                    <a:pt x="0" y="0"/>
                  </a:moveTo>
                  <a:lnTo>
                    <a:pt x="91007" y="36399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0" name="Candidate_receptor__2429">
              <a:extLst>
                <a:ext uri="{FF2B5EF4-FFF2-40B4-BE49-F238E27FC236}">
                  <a16:creationId xmlns:a16="http://schemas.microsoft.com/office/drawing/2014/main" id="{6EC461E9-8A33-01D6-9ABA-27A6646DDFDA}"/>
                </a:ext>
              </a:extLst>
            </p:cNvPr>
            <p:cNvSpPr>
              <a:spLocks noGrp="1"/>
            </p:cNvSpPr>
            <p:nvPr/>
          </p:nvSpPr>
          <p:spPr>
            <a:xfrm>
              <a:off x="5162745" y="5474753"/>
              <a:ext cx="96553" cy="41099"/>
            </a:xfrm>
            <a:custGeom>
              <a:avLst/>
              <a:gdLst/>
              <a:ahLst/>
              <a:cxnLst/>
              <a:rect l="0" t="0" r="0" b="0"/>
              <a:pathLst>
                <a:path w="96553" h="41099">
                  <a:moveTo>
                    <a:pt x="96553" y="410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1" name="Candidate_receptor__2430">
              <a:extLst>
                <a:ext uri="{FF2B5EF4-FFF2-40B4-BE49-F238E27FC236}">
                  <a16:creationId xmlns:a16="http://schemas.microsoft.com/office/drawing/2014/main" id="{ADA328FF-B57B-57ED-00D8-3054BB39331B}"/>
                </a:ext>
              </a:extLst>
            </p:cNvPr>
            <p:cNvSpPr>
              <a:spLocks noGrp="1"/>
            </p:cNvSpPr>
            <p:nvPr/>
          </p:nvSpPr>
          <p:spPr>
            <a:xfrm>
              <a:off x="5969518" y="4789841"/>
              <a:ext cx="110487" cy="32224"/>
            </a:xfrm>
            <a:custGeom>
              <a:avLst/>
              <a:gdLst/>
              <a:ahLst/>
              <a:cxnLst/>
              <a:rect l="0" t="0" r="0" b="0"/>
              <a:pathLst>
                <a:path w="110487" h="32224">
                  <a:moveTo>
                    <a:pt x="110487" y="0"/>
                  </a:moveTo>
                  <a:lnTo>
                    <a:pt x="0" y="32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2" name="Candidate_receptor__2431">
              <a:extLst>
                <a:ext uri="{FF2B5EF4-FFF2-40B4-BE49-F238E27FC236}">
                  <a16:creationId xmlns:a16="http://schemas.microsoft.com/office/drawing/2014/main" id="{12B6A5F1-501B-1703-2EC5-8E62C4FB39C6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96405"/>
              <a:ext cx="61027" cy="12015"/>
            </a:xfrm>
            <a:custGeom>
              <a:avLst/>
              <a:gdLst/>
              <a:ahLst/>
              <a:cxnLst/>
              <a:rect l="0" t="0" r="0" b="0"/>
              <a:pathLst>
                <a:path w="61027" h="12015">
                  <a:moveTo>
                    <a:pt x="0" y="12015"/>
                  </a:moveTo>
                  <a:lnTo>
                    <a:pt x="6102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3" name="Candidate_receptor__2432">
              <a:extLst>
                <a:ext uri="{FF2B5EF4-FFF2-40B4-BE49-F238E27FC236}">
                  <a16:creationId xmlns:a16="http://schemas.microsoft.com/office/drawing/2014/main" id="{7F6E16C6-E08C-4B27-6DDC-1402CB7C90CC}"/>
                </a:ext>
              </a:extLst>
            </p:cNvPr>
            <p:cNvSpPr>
              <a:spLocks noGrp="1"/>
            </p:cNvSpPr>
            <p:nvPr/>
          </p:nvSpPr>
          <p:spPr>
            <a:xfrm>
              <a:off x="6305124" y="3604405"/>
              <a:ext cx="59057" cy="96145"/>
            </a:xfrm>
            <a:custGeom>
              <a:avLst/>
              <a:gdLst/>
              <a:ahLst/>
              <a:cxnLst/>
              <a:rect l="0" t="0" r="0" b="0"/>
              <a:pathLst>
                <a:path w="59057" h="96145">
                  <a:moveTo>
                    <a:pt x="0" y="96145"/>
                  </a:moveTo>
                  <a:lnTo>
                    <a:pt x="5905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4" name="Candidate_receptor__2433">
              <a:extLst>
                <a:ext uri="{FF2B5EF4-FFF2-40B4-BE49-F238E27FC236}">
                  <a16:creationId xmlns:a16="http://schemas.microsoft.com/office/drawing/2014/main" id="{565AA751-73A0-CD5B-2920-0F523479FB52}"/>
                </a:ext>
              </a:extLst>
            </p:cNvPr>
            <p:cNvSpPr>
              <a:spLocks noGrp="1"/>
            </p:cNvSpPr>
            <p:nvPr/>
          </p:nvSpPr>
          <p:spPr>
            <a:xfrm>
              <a:off x="5689062" y="4351344"/>
              <a:ext cx="104748" cy="40671"/>
            </a:xfrm>
            <a:custGeom>
              <a:avLst/>
              <a:gdLst/>
              <a:ahLst/>
              <a:cxnLst/>
              <a:rect l="0" t="0" r="0" b="0"/>
              <a:pathLst>
                <a:path w="104748" h="40671">
                  <a:moveTo>
                    <a:pt x="104748" y="40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5" name="Candidate_receptor__2434">
              <a:extLst>
                <a:ext uri="{FF2B5EF4-FFF2-40B4-BE49-F238E27FC236}">
                  <a16:creationId xmlns:a16="http://schemas.microsoft.com/office/drawing/2014/main" id="{ECDBDB50-5206-9BDF-B215-D6318DC5DC4D}"/>
                </a:ext>
              </a:extLst>
            </p:cNvPr>
            <p:cNvSpPr>
              <a:spLocks noGrp="1"/>
            </p:cNvSpPr>
            <p:nvPr/>
          </p:nvSpPr>
          <p:spPr>
            <a:xfrm>
              <a:off x="5115568" y="4910032"/>
              <a:ext cx="38446" cy="102441"/>
            </a:xfrm>
            <a:custGeom>
              <a:avLst/>
              <a:gdLst/>
              <a:ahLst/>
              <a:cxnLst/>
              <a:rect l="0" t="0" r="0" b="0"/>
              <a:pathLst>
                <a:path w="38446" h="102441">
                  <a:moveTo>
                    <a:pt x="38446" y="0"/>
                  </a:moveTo>
                  <a:lnTo>
                    <a:pt x="0" y="1024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6" name="Candidate_receptor__2435">
              <a:extLst>
                <a:ext uri="{FF2B5EF4-FFF2-40B4-BE49-F238E27FC236}">
                  <a16:creationId xmlns:a16="http://schemas.microsoft.com/office/drawing/2014/main" id="{FB0F0B4C-DC18-5C00-0B0E-0F37C7AEA386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471097"/>
              <a:ext cx="11370" cy="96001"/>
            </a:xfrm>
            <a:custGeom>
              <a:avLst/>
              <a:gdLst/>
              <a:ahLst/>
              <a:cxnLst/>
              <a:rect l="0" t="0" r="0" b="0"/>
              <a:pathLst>
                <a:path w="11370" h="96001">
                  <a:moveTo>
                    <a:pt x="11370" y="0"/>
                  </a:moveTo>
                  <a:lnTo>
                    <a:pt x="0" y="96001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7" name="Candidate_receptor__2436">
              <a:extLst>
                <a:ext uri="{FF2B5EF4-FFF2-40B4-BE49-F238E27FC236}">
                  <a16:creationId xmlns:a16="http://schemas.microsoft.com/office/drawing/2014/main" id="{388E91D1-24CD-191D-39DA-49B3D0901095}"/>
                </a:ext>
              </a:extLst>
            </p:cNvPr>
            <p:cNvSpPr>
              <a:spLocks noGrp="1"/>
            </p:cNvSpPr>
            <p:nvPr/>
          </p:nvSpPr>
          <p:spPr>
            <a:xfrm>
              <a:off x="5619389" y="5200531"/>
              <a:ext cx="43309" cy="68772"/>
            </a:xfrm>
            <a:custGeom>
              <a:avLst/>
              <a:gdLst/>
              <a:ahLst/>
              <a:cxnLst/>
              <a:rect l="0" t="0" r="0" b="0"/>
              <a:pathLst>
                <a:path w="43309" h="68772">
                  <a:moveTo>
                    <a:pt x="0" y="68772"/>
                  </a:moveTo>
                  <a:lnTo>
                    <a:pt x="43309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8" name="Candidate_receptor__2437">
              <a:extLst>
                <a:ext uri="{FF2B5EF4-FFF2-40B4-BE49-F238E27FC236}">
                  <a16:creationId xmlns:a16="http://schemas.microsoft.com/office/drawing/2014/main" id="{E7587E16-BF69-2E51-67A4-B6F7E2BA5F71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404729"/>
              <a:ext cx="91615" cy="6963"/>
            </a:xfrm>
            <a:custGeom>
              <a:avLst/>
              <a:gdLst/>
              <a:ahLst/>
              <a:cxnLst/>
              <a:rect l="0" t="0" r="0" b="0"/>
              <a:pathLst>
                <a:path w="91615" h="6963">
                  <a:moveTo>
                    <a:pt x="0" y="6963"/>
                  </a:moveTo>
                  <a:lnTo>
                    <a:pt x="91615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9" name="Candidate_receptor__2438">
              <a:extLst>
                <a:ext uri="{FF2B5EF4-FFF2-40B4-BE49-F238E27FC236}">
                  <a16:creationId xmlns:a16="http://schemas.microsoft.com/office/drawing/2014/main" id="{607FE332-5047-00B8-C4AE-42BA82881CA3}"/>
                </a:ext>
              </a:extLst>
            </p:cNvPr>
            <p:cNvSpPr>
              <a:spLocks noGrp="1"/>
            </p:cNvSpPr>
            <p:nvPr/>
          </p:nvSpPr>
          <p:spPr>
            <a:xfrm>
              <a:off x="5676693" y="3043386"/>
              <a:ext cx="69678" cy="34224"/>
            </a:xfrm>
            <a:custGeom>
              <a:avLst/>
              <a:gdLst/>
              <a:ahLst/>
              <a:cxnLst/>
              <a:rect l="0" t="0" r="0" b="0"/>
              <a:pathLst>
                <a:path w="69678" h="34224">
                  <a:moveTo>
                    <a:pt x="0" y="0"/>
                  </a:moveTo>
                  <a:lnTo>
                    <a:pt x="69678" y="34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40" name="Candidate_receptor__2439">
              <a:extLst>
                <a:ext uri="{FF2B5EF4-FFF2-40B4-BE49-F238E27FC236}">
                  <a16:creationId xmlns:a16="http://schemas.microsoft.com/office/drawing/2014/main" id="{086B7B3D-B1F9-2FE8-F34B-F4B0C11E9C9A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90104"/>
              <a:ext cx="24795" cy="40836"/>
            </a:xfrm>
            <a:custGeom>
              <a:avLst/>
              <a:gdLst/>
              <a:ahLst/>
              <a:cxnLst/>
              <a:rect l="0" t="0" r="0" b="0"/>
              <a:pathLst>
                <a:path w="24795" h="40836">
                  <a:moveTo>
                    <a:pt x="0" y="40836"/>
                  </a:moveTo>
                  <a:lnTo>
                    <a:pt x="2479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1" name="Candidate_receptor__2440">
              <a:extLst>
                <a:ext uri="{FF2B5EF4-FFF2-40B4-BE49-F238E27FC236}">
                  <a16:creationId xmlns:a16="http://schemas.microsoft.com/office/drawing/2014/main" id="{D7EFEF3B-A53D-C3D0-E579-7BF3B8F066D3}"/>
                </a:ext>
              </a:extLst>
            </p:cNvPr>
            <p:cNvSpPr>
              <a:spLocks noGrp="1"/>
            </p:cNvSpPr>
            <p:nvPr/>
          </p:nvSpPr>
          <p:spPr>
            <a:xfrm>
              <a:off x="5438722" y="4602897"/>
              <a:ext cx="15824" cy="114072"/>
            </a:xfrm>
            <a:custGeom>
              <a:avLst/>
              <a:gdLst/>
              <a:ahLst/>
              <a:cxnLst/>
              <a:rect l="0" t="0" r="0" b="0"/>
              <a:pathLst>
                <a:path w="15824" h="114072">
                  <a:moveTo>
                    <a:pt x="0" y="114072"/>
                  </a:moveTo>
                  <a:lnTo>
                    <a:pt x="1582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2" name="Candidate_receptor__2441">
              <a:extLst>
                <a:ext uri="{FF2B5EF4-FFF2-40B4-BE49-F238E27FC236}">
                  <a16:creationId xmlns:a16="http://schemas.microsoft.com/office/drawing/2014/main" id="{5819B784-990E-C74F-DA65-F15B4B40460B}"/>
                </a:ext>
              </a:extLst>
            </p:cNvPr>
            <p:cNvSpPr>
              <a:spLocks noGrp="1"/>
            </p:cNvSpPr>
            <p:nvPr/>
          </p:nvSpPr>
          <p:spPr>
            <a:xfrm>
              <a:off x="5343249" y="4574118"/>
              <a:ext cx="111296" cy="28779"/>
            </a:xfrm>
            <a:custGeom>
              <a:avLst/>
              <a:gdLst/>
              <a:ahLst/>
              <a:cxnLst/>
              <a:rect l="0" t="0" r="0" b="0"/>
              <a:pathLst>
                <a:path w="111296" h="28779">
                  <a:moveTo>
                    <a:pt x="111296" y="2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3" name="Candidate_receptor__2442">
              <a:extLst>
                <a:ext uri="{FF2B5EF4-FFF2-40B4-BE49-F238E27FC236}">
                  <a16:creationId xmlns:a16="http://schemas.microsoft.com/office/drawing/2014/main" id="{F797D4AB-D8E7-48B4-0A57-36071D3FB100}"/>
                </a:ext>
              </a:extLst>
            </p:cNvPr>
            <p:cNvSpPr>
              <a:spLocks noGrp="1"/>
            </p:cNvSpPr>
            <p:nvPr/>
          </p:nvSpPr>
          <p:spPr>
            <a:xfrm>
              <a:off x="4767564" y="3830590"/>
              <a:ext cx="66498" cy="92131"/>
            </a:xfrm>
            <a:custGeom>
              <a:avLst/>
              <a:gdLst/>
              <a:ahLst/>
              <a:cxnLst/>
              <a:rect l="0" t="0" r="0" b="0"/>
              <a:pathLst>
                <a:path w="66498" h="92131">
                  <a:moveTo>
                    <a:pt x="66498" y="921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44" name="Candidate_receptor__2443">
              <a:extLst>
                <a:ext uri="{FF2B5EF4-FFF2-40B4-BE49-F238E27FC236}">
                  <a16:creationId xmlns:a16="http://schemas.microsoft.com/office/drawing/2014/main" id="{F884DC1E-B86A-B5C0-464E-2261DB4A8F78}"/>
                </a:ext>
              </a:extLst>
            </p:cNvPr>
            <p:cNvSpPr>
              <a:spLocks noGrp="1"/>
            </p:cNvSpPr>
            <p:nvPr/>
          </p:nvSpPr>
          <p:spPr>
            <a:xfrm>
              <a:off x="5476742" y="4870680"/>
              <a:ext cx="26329" cy="108916"/>
            </a:xfrm>
            <a:custGeom>
              <a:avLst/>
              <a:gdLst/>
              <a:ahLst/>
              <a:cxnLst/>
              <a:rect l="0" t="0" r="0" b="0"/>
              <a:pathLst>
                <a:path w="26329" h="108916">
                  <a:moveTo>
                    <a:pt x="26329" y="0"/>
                  </a:moveTo>
                  <a:lnTo>
                    <a:pt x="0" y="1089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5" name="Candidate_receptor__2444">
              <a:extLst>
                <a:ext uri="{FF2B5EF4-FFF2-40B4-BE49-F238E27FC236}">
                  <a16:creationId xmlns:a16="http://schemas.microsoft.com/office/drawing/2014/main" id="{EFCD30BC-2EAB-83D8-43A8-DC32CBD56965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58220"/>
              <a:ext cx="49694" cy="22926"/>
            </a:xfrm>
            <a:custGeom>
              <a:avLst/>
              <a:gdLst/>
              <a:ahLst/>
              <a:cxnLst/>
              <a:rect l="0" t="0" r="0" b="0"/>
              <a:pathLst>
                <a:path w="49694" h="22926">
                  <a:moveTo>
                    <a:pt x="49694" y="0"/>
                  </a:moveTo>
                  <a:lnTo>
                    <a:pt x="0" y="2292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6" name="Candidate_receptor__2445">
              <a:extLst>
                <a:ext uri="{FF2B5EF4-FFF2-40B4-BE49-F238E27FC236}">
                  <a16:creationId xmlns:a16="http://schemas.microsoft.com/office/drawing/2014/main" id="{EE543B07-5B6F-00D9-FDF5-FCCCB78FF396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321802"/>
              <a:ext cx="53981" cy="13008"/>
            </a:xfrm>
            <a:custGeom>
              <a:avLst/>
              <a:gdLst/>
              <a:ahLst/>
              <a:cxnLst/>
              <a:rect l="0" t="0" r="0" b="0"/>
              <a:pathLst>
                <a:path w="53981" h="13008">
                  <a:moveTo>
                    <a:pt x="0" y="0"/>
                  </a:moveTo>
                  <a:lnTo>
                    <a:pt x="53981" y="1300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7" name="Candidate_receptor__2446">
              <a:extLst>
                <a:ext uri="{FF2B5EF4-FFF2-40B4-BE49-F238E27FC236}">
                  <a16:creationId xmlns:a16="http://schemas.microsoft.com/office/drawing/2014/main" id="{0FDB9C17-FFDE-E187-029E-01949B77C22B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243569"/>
              <a:ext cx="7574" cy="39041"/>
            </a:xfrm>
            <a:custGeom>
              <a:avLst/>
              <a:gdLst/>
              <a:ahLst/>
              <a:cxnLst/>
              <a:rect l="0" t="0" r="0" b="0"/>
              <a:pathLst>
                <a:path w="7574" h="39041">
                  <a:moveTo>
                    <a:pt x="7574" y="0"/>
                  </a:moveTo>
                  <a:lnTo>
                    <a:pt x="0" y="390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8" name="Candidate_receptor__2447">
              <a:extLst>
                <a:ext uri="{FF2B5EF4-FFF2-40B4-BE49-F238E27FC236}">
                  <a16:creationId xmlns:a16="http://schemas.microsoft.com/office/drawing/2014/main" id="{FCE81455-A036-217E-9887-C4550E19AA85}"/>
                </a:ext>
              </a:extLst>
            </p:cNvPr>
            <p:cNvSpPr>
              <a:spLocks noGrp="1"/>
            </p:cNvSpPr>
            <p:nvPr/>
          </p:nvSpPr>
          <p:spPr>
            <a:xfrm>
              <a:off x="6096358" y="4570177"/>
              <a:ext cx="96734" cy="53437"/>
            </a:xfrm>
            <a:custGeom>
              <a:avLst/>
              <a:gdLst/>
              <a:ahLst/>
              <a:cxnLst/>
              <a:rect l="0" t="0" r="0" b="0"/>
              <a:pathLst>
                <a:path w="96734" h="53437">
                  <a:moveTo>
                    <a:pt x="96734" y="0"/>
                  </a:moveTo>
                  <a:lnTo>
                    <a:pt x="0" y="534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9" name="Candidate_receptor__2448">
              <a:extLst>
                <a:ext uri="{FF2B5EF4-FFF2-40B4-BE49-F238E27FC236}">
                  <a16:creationId xmlns:a16="http://schemas.microsoft.com/office/drawing/2014/main" id="{F5D55D64-AB27-2E97-3B9D-79954A9F149D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74753"/>
              <a:ext cx="67007" cy="35273"/>
            </a:xfrm>
            <a:custGeom>
              <a:avLst/>
              <a:gdLst/>
              <a:ahLst/>
              <a:cxnLst/>
              <a:rect l="0" t="0" r="0" b="0"/>
              <a:pathLst>
                <a:path w="67007" h="35273">
                  <a:moveTo>
                    <a:pt x="67007" y="0"/>
                  </a:moveTo>
                  <a:lnTo>
                    <a:pt x="0" y="3527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0" name="Candidate_receptor__2449">
              <a:extLst>
                <a:ext uri="{FF2B5EF4-FFF2-40B4-BE49-F238E27FC236}">
                  <a16:creationId xmlns:a16="http://schemas.microsoft.com/office/drawing/2014/main" id="{A322C17C-454A-6017-ADE4-1C5EAF799541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03521"/>
              <a:ext cx="74242" cy="55128"/>
            </a:xfrm>
            <a:custGeom>
              <a:avLst/>
              <a:gdLst/>
              <a:ahLst/>
              <a:cxnLst/>
              <a:rect l="0" t="0" r="0" b="0"/>
              <a:pathLst>
                <a:path w="74242" h="55128">
                  <a:moveTo>
                    <a:pt x="0" y="55128"/>
                  </a:moveTo>
                  <a:lnTo>
                    <a:pt x="74242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51" name="Candidate_receptor__2450">
              <a:extLst>
                <a:ext uri="{FF2B5EF4-FFF2-40B4-BE49-F238E27FC236}">
                  <a16:creationId xmlns:a16="http://schemas.microsoft.com/office/drawing/2014/main" id="{B6087D98-219B-1DB2-D11C-4618640EAC84}"/>
                </a:ext>
              </a:extLst>
            </p:cNvPr>
            <p:cNvSpPr>
              <a:spLocks noGrp="1"/>
            </p:cNvSpPr>
            <p:nvPr/>
          </p:nvSpPr>
          <p:spPr>
            <a:xfrm>
              <a:off x="6276538" y="4077359"/>
              <a:ext cx="98505" cy="52498"/>
            </a:xfrm>
            <a:custGeom>
              <a:avLst/>
              <a:gdLst/>
              <a:ahLst/>
              <a:cxnLst/>
              <a:rect l="0" t="0" r="0" b="0"/>
              <a:pathLst>
                <a:path w="98505" h="52498">
                  <a:moveTo>
                    <a:pt x="0" y="52498"/>
                  </a:moveTo>
                  <a:lnTo>
                    <a:pt x="9850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2" name="Candidate_receptor__2451">
              <a:extLst>
                <a:ext uri="{FF2B5EF4-FFF2-40B4-BE49-F238E27FC236}">
                  <a16:creationId xmlns:a16="http://schemas.microsoft.com/office/drawing/2014/main" id="{B02CDB89-B72F-9158-BF8A-A894E1AC99FB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76399"/>
              <a:ext cx="5567" cy="29607"/>
            </a:xfrm>
            <a:custGeom>
              <a:avLst/>
              <a:gdLst/>
              <a:ahLst/>
              <a:cxnLst/>
              <a:rect l="0" t="0" r="0" b="0"/>
              <a:pathLst>
                <a:path w="5567" h="29607">
                  <a:moveTo>
                    <a:pt x="5567" y="296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3" name="Candidate_receptor__2452">
              <a:extLst>
                <a:ext uri="{FF2B5EF4-FFF2-40B4-BE49-F238E27FC236}">
                  <a16:creationId xmlns:a16="http://schemas.microsoft.com/office/drawing/2014/main" id="{7EB8BF1D-669D-BDF8-A939-EF918DE502BE}"/>
                </a:ext>
              </a:extLst>
            </p:cNvPr>
            <p:cNvSpPr>
              <a:spLocks noGrp="1"/>
            </p:cNvSpPr>
            <p:nvPr/>
          </p:nvSpPr>
          <p:spPr>
            <a:xfrm>
              <a:off x="4808117" y="4143163"/>
              <a:ext cx="74023" cy="83553"/>
            </a:xfrm>
            <a:custGeom>
              <a:avLst/>
              <a:gdLst/>
              <a:ahLst/>
              <a:cxnLst/>
              <a:rect l="0" t="0" r="0" b="0"/>
              <a:pathLst>
                <a:path w="74023" h="83553">
                  <a:moveTo>
                    <a:pt x="0" y="83553"/>
                  </a:moveTo>
                  <a:lnTo>
                    <a:pt x="7402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4" name="Candidate_receptor__2453">
              <a:extLst>
                <a:ext uri="{FF2B5EF4-FFF2-40B4-BE49-F238E27FC236}">
                  <a16:creationId xmlns:a16="http://schemas.microsoft.com/office/drawing/2014/main" id="{C3F7B22A-5D5A-B984-647B-AB18CF114E89}"/>
                </a:ext>
              </a:extLst>
            </p:cNvPr>
            <p:cNvSpPr>
              <a:spLocks noGrp="1"/>
            </p:cNvSpPr>
            <p:nvPr/>
          </p:nvSpPr>
          <p:spPr>
            <a:xfrm>
              <a:off x="5022552" y="4770781"/>
              <a:ext cx="15107" cy="80658"/>
            </a:xfrm>
            <a:custGeom>
              <a:avLst/>
              <a:gdLst/>
              <a:ahLst/>
              <a:cxnLst/>
              <a:rect l="0" t="0" r="0" b="0"/>
              <a:pathLst>
                <a:path w="15107" h="80658">
                  <a:moveTo>
                    <a:pt x="0" y="0"/>
                  </a:moveTo>
                  <a:lnTo>
                    <a:pt x="15107" y="8065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5" name="Candidate_receptor__2454">
              <a:extLst>
                <a:ext uri="{FF2B5EF4-FFF2-40B4-BE49-F238E27FC236}">
                  <a16:creationId xmlns:a16="http://schemas.microsoft.com/office/drawing/2014/main" id="{6BF7FF76-AA9C-52A3-0346-A88F7BAC0B21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797162"/>
              <a:ext cx="18309" cy="6936"/>
            </a:xfrm>
            <a:custGeom>
              <a:avLst/>
              <a:gdLst/>
              <a:ahLst/>
              <a:cxnLst/>
              <a:rect l="0" t="0" r="0" b="0"/>
              <a:pathLst>
                <a:path w="18309" h="6936">
                  <a:moveTo>
                    <a:pt x="0" y="0"/>
                  </a:moveTo>
                  <a:lnTo>
                    <a:pt x="18309" y="693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6" name="Candidate_receptor__2455">
              <a:extLst>
                <a:ext uri="{FF2B5EF4-FFF2-40B4-BE49-F238E27FC236}">
                  <a16:creationId xmlns:a16="http://schemas.microsoft.com/office/drawing/2014/main" id="{59789334-079E-250B-D6C7-FCA55C6B2A62}"/>
                </a:ext>
              </a:extLst>
            </p:cNvPr>
            <p:cNvSpPr>
              <a:spLocks noGrp="1"/>
            </p:cNvSpPr>
            <p:nvPr/>
          </p:nvSpPr>
          <p:spPr>
            <a:xfrm>
              <a:off x="5758236" y="4392015"/>
              <a:ext cx="35573" cy="104390"/>
            </a:xfrm>
            <a:custGeom>
              <a:avLst/>
              <a:gdLst/>
              <a:ahLst/>
              <a:cxnLst/>
              <a:rect l="0" t="0" r="0" b="0"/>
              <a:pathLst>
                <a:path w="35573" h="104390">
                  <a:moveTo>
                    <a:pt x="0" y="104390"/>
                  </a:moveTo>
                  <a:lnTo>
                    <a:pt x="3557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7" name="Candidate_receptor__2456">
              <a:extLst>
                <a:ext uri="{FF2B5EF4-FFF2-40B4-BE49-F238E27FC236}">
                  <a16:creationId xmlns:a16="http://schemas.microsoft.com/office/drawing/2014/main" id="{D9B2E705-CF02-1AFC-DF91-B05A47723259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79548"/>
              <a:ext cx="61375" cy="3950"/>
            </a:xfrm>
            <a:custGeom>
              <a:avLst/>
              <a:gdLst/>
              <a:ahLst/>
              <a:cxnLst/>
              <a:rect l="0" t="0" r="0" b="0"/>
              <a:pathLst>
                <a:path w="61375" h="3950">
                  <a:moveTo>
                    <a:pt x="61375" y="0"/>
                  </a:moveTo>
                  <a:lnTo>
                    <a:pt x="0" y="395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8" name="Candidate_receptor__2457">
              <a:extLst>
                <a:ext uri="{FF2B5EF4-FFF2-40B4-BE49-F238E27FC236}">
                  <a16:creationId xmlns:a16="http://schemas.microsoft.com/office/drawing/2014/main" id="{6BCEC90A-9C73-4342-5DE2-2F6E0923650A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51440"/>
              <a:ext cx="46577" cy="78703"/>
            </a:xfrm>
            <a:custGeom>
              <a:avLst/>
              <a:gdLst/>
              <a:ahLst/>
              <a:cxnLst/>
              <a:rect l="0" t="0" r="0" b="0"/>
              <a:pathLst>
                <a:path w="46577" h="78703">
                  <a:moveTo>
                    <a:pt x="46577" y="0"/>
                  </a:moveTo>
                  <a:lnTo>
                    <a:pt x="0" y="787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9" name="Candidate_receptor__2458">
              <a:extLst>
                <a:ext uri="{FF2B5EF4-FFF2-40B4-BE49-F238E27FC236}">
                  <a16:creationId xmlns:a16="http://schemas.microsoft.com/office/drawing/2014/main" id="{EC725E7F-B630-7EFF-691D-5BDBBED1651C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65609"/>
              <a:ext cx="87663" cy="42406"/>
            </a:xfrm>
            <a:custGeom>
              <a:avLst/>
              <a:gdLst/>
              <a:ahLst/>
              <a:cxnLst/>
              <a:rect l="0" t="0" r="0" b="0"/>
              <a:pathLst>
                <a:path w="87663" h="42406">
                  <a:moveTo>
                    <a:pt x="0" y="42406"/>
                  </a:moveTo>
                  <a:lnTo>
                    <a:pt x="8766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0" name="Candidate_receptor__2459">
              <a:extLst>
                <a:ext uri="{FF2B5EF4-FFF2-40B4-BE49-F238E27FC236}">
                  <a16:creationId xmlns:a16="http://schemas.microsoft.com/office/drawing/2014/main" id="{4F54F326-259E-5248-EAA5-8AA9912F5DD9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1344"/>
              <a:ext cx="50868" cy="46793"/>
            </a:xfrm>
            <a:custGeom>
              <a:avLst/>
              <a:gdLst/>
              <a:ahLst/>
              <a:cxnLst/>
              <a:rect l="0" t="0" r="0" b="0"/>
              <a:pathLst>
                <a:path w="50868" h="46793">
                  <a:moveTo>
                    <a:pt x="50868" y="0"/>
                  </a:moveTo>
                  <a:lnTo>
                    <a:pt x="0" y="4679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1" name="Candidate_receptor__2460">
              <a:extLst>
                <a:ext uri="{FF2B5EF4-FFF2-40B4-BE49-F238E27FC236}">
                  <a16:creationId xmlns:a16="http://schemas.microsoft.com/office/drawing/2014/main" id="{D77875B7-CF5C-B239-F2DD-F86750C9BE69}"/>
                </a:ext>
              </a:extLst>
            </p:cNvPr>
            <p:cNvSpPr>
              <a:spLocks noGrp="1"/>
            </p:cNvSpPr>
            <p:nvPr/>
          </p:nvSpPr>
          <p:spPr>
            <a:xfrm>
              <a:off x="5560395" y="3080366"/>
              <a:ext cx="34461" cy="41823"/>
            </a:xfrm>
            <a:custGeom>
              <a:avLst/>
              <a:gdLst/>
              <a:ahLst/>
              <a:cxnLst/>
              <a:rect l="0" t="0" r="0" b="0"/>
              <a:pathLst>
                <a:path w="34461" h="41823">
                  <a:moveTo>
                    <a:pt x="0" y="0"/>
                  </a:moveTo>
                  <a:lnTo>
                    <a:pt x="34461" y="4182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62" name="Candidate_receptor__2461">
              <a:extLst>
                <a:ext uri="{FF2B5EF4-FFF2-40B4-BE49-F238E27FC236}">
                  <a16:creationId xmlns:a16="http://schemas.microsoft.com/office/drawing/2014/main" id="{909F92C4-B413-C1CA-15A4-E5B2301E6C47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71634"/>
              <a:ext cx="109918" cy="35216"/>
            </a:xfrm>
            <a:custGeom>
              <a:avLst/>
              <a:gdLst/>
              <a:ahLst/>
              <a:cxnLst/>
              <a:rect l="0" t="0" r="0" b="0"/>
              <a:pathLst>
                <a:path w="109918" h="35216">
                  <a:moveTo>
                    <a:pt x="0" y="0"/>
                  </a:moveTo>
                  <a:lnTo>
                    <a:pt x="109918" y="352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3" name="Candidate_receptor__2462">
              <a:extLst>
                <a:ext uri="{FF2B5EF4-FFF2-40B4-BE49-F238E27FC236}">
                  <a16:creationId xmlns:a16="http://schemas.microsoft.com/office/drawing/2014/main" id="{BF841CCA-E682-2756-9B93-7A037332ED67}"/>
                </a:ext>
              </a:extLst>
            </p:cNvPr>
            <p:cNvSpPr>
              <a:spLocks noGrp="1"/>
            </p:cNvSpPr>
            <p:nvPr/>
          </p:nvSpPr>
          <p:spPr>
            <a:xfrm>
              <a:off x="5083355" y="3996099"/>
              <a:ext cx="67504" cy="93574"/>
            </a:xfrm>
            <a:custGeom>
              <a:avLst/>
              <a:gdLst/>
              <a:ahLst/>
              <a:cxnLst/>
              <a:rect l="0" t="0" r="0" b="0"/>
              <a:pathLst>
                <a:path w="67504" h="93574">
                  <a:moveTo>
                    <a:pt x="67504" y="0"/>
                  </a:moveTo>
                  <a:lnTo>
                    <a:pt x="0" y="9357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4" name="Candidate_receptor__2463">
              <a:extLst>
                <a:ext uri="{FF2B5EF4-FFF2-40B4-BE49-F238E27FC236}">
                  <a16:creationId xmlns:a16="http://schemas.microsoft.com/office/drawing/2014/main" id="{E0D9E95E-8DAB-820D-8B50-1BF156B2B816}"/>
                </a:ext>
              </a:extLst>
            </p:cNvPr>
            <p:cNvSpPr>
              <a:spLocks noGrp="1"/>
            </p:cNvSpPr>
            <p:nvPr/>
          </p:nvSpPr>
          <p:spPr>
            <a:xfrm>
              <a:off x="5746371" y="3077610"/>
              <a:ext cx="72608" cy="89174"/>
            </a:xfrm>
            <a:custGeom>
              <a:avLst/>
              <a:gdLst/>
              <a:ahLst/>
              <a:cxnLst/>
              <a:rect l="0" t="0" r="0" b="0"/>
              <a:pathLst>
                <a:path w="72608" h="89174">
                  <a:moveTo>
                    <a:pt x="0" y="0"/>
                  </a:moveTo>
                  <a:lnTo>
                    <a:pt x="72608" y="8917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65" name="Candidate_receptor__2464">
              <a:extLst>
                <a:ext uri="{FF2B5EF4-FFF2-40B4-BE49-F238E27FC236}">
                  <a16:creationId xmlns:a16="http://schemas.microsoft.com/office/drawing/2014/main" id="{24E2B8E5-6DBA-D5F5-24BF-BE772EAADA8F}"/>
                </a:ext>
              </a:extLst>
            </p:cNvPr>
            <p:cNvSpPr>
              <a:spLocks noGrp="1"/>
            </p:cNvSpPr>
            <p:nvPr/>
          </p:nvSpPr>
          <p:spPr>
            <a:xfrm>
              <a:off x="6097274" y="4390588"/>
              <a:ext cx="77869" cy="67633"/>
            </a:xfrm>
            <a:custGeom>
              <a:avLst/>
              <a:gdLst/>
              <a:ahLst/>
              <a:cxnLst/>
              <a:rect l="0" t="0" r="0" b="0"/>
              <a:pathLst>
                <a:path w="77869" h="67633">
                  <a:moveTo>
                    <a:pt x="77869" y="0"/>
                  </a:moveTo>
                  <a:lnTo>
                    <a:pt x="0" y="6763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6" name="Candidate_receptor__2465">
              <a:extLst>
                <a:ext uri="{FF2B5EF4-FFF2-40B4-BE49-F238E27FC236}">
                  <a16:creationId xmlns:a16="http://schemas.microsoft.com/office/drawing/2014/main" id="{8E32280F-B641-7DCF-80F2-281681AEEE82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574118"/>
              <a:ext cx="31510" cy="88203"/>
            </a:xfrm>
            <a:custGeom>
              <a:avLst/>
              <a:gdLst/>
              <a:ahLst/>
              <a:cxnLst/>
              <a:rect l="0" t="0" r="0" b="0"/>
              <a:pathLst>
                <a:path w="31510" h="88203">
                  <a:moveTo>
                    <a:pt x="31510" y="0"/>
                  </a:moveTo>
                  <a:lnTo>
                    <a:pt x="0" y="882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7" name="Candidate_receptor__2466">
              <a:extLst>
                <a:ext uri="{FF2B5EF4-FFF2-40B4-BE49-F238E27FC236}">
                  <a16:creationId xmlns:a16="http://schemas.microsoft.com/office/drawing/2014/main" id="{34011018-CCCB-F4FF-744A-1FC06BDCC856}"/>
                </a:ext>
              </a:extLst>
            </p:cNvPr>
            <p:cNvSpPr>
              <a:spLocks noGrp="1"/>
            </p:cNvSpPr>
            <p:nvPr/>
          </p:nvSpPr>
          <p:spPr>
            <a:xfrm>
              <a:off x="5259298" y="5450814"/>
              <a:ext cx="85964" cy="65037"/>
            </a:xfrm>
            <a:custGeom>
              <a:avLst/>
              <a:gdLst/>
              <a:ahLst/>
              <a:cxnLst/>
              <a:rect l="0" t="0" r="0" b="0"/>
              <a:pathLst>
                <a:path w="85964" h="65037">
                  <a:moveTo>
                    <a:pt x="85964" y="0"/>
                  </a:moveTo>
                  <a:lnTo>
                    <a:pt x="0" y="650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8" name="Candidate_receptor__2467">
              <a:extLst>
                <a:ext uri="{FF2B5EF4-FFF2-40B4-BE49-F238E27FC236}">
                  <a16:creationId xmlns:a16="http://schemas.microsoft.com/office/drawing/2014/main" id="{DADA4426-D70B-8E5E-6A4C-9BB4C883B8F0}"/>
                </a:ext>
              </a:extLst>
            </p:cNvPr>
            <p:cNvSpPr>
              <a:spLocks noGrp="1"/>
            </p:cNvSpPr>
            <p:nvPr/>
          </p:nvSpPr>
          <p:spPr>
            <a:xfrm>
              <a:off x="4867115" y="4665609"/>
              <a:ext cx="71895" cy="25525"/>
            </a:xfrm>
            <a:custGeom>
              <a:avLst/>
              <a:gdLst/>
              <a:ahLst/>
              <a:cxnLst/>
              <a:rect l="0" t="0" r="0" b="0"/>
              <a:pathLst>
                <a:path w="71895" h="25525">
                  <a:moveTo>
                    <a:pt x="0" y="0"/>
                  </a:moveTo>
                  <a:lnTo>
                    <a:pt x="71895" y="25525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9" name="Candidate_receptor__2468">
              <a:extLst>
                <a:ext uri="{FF2B5EF4-FFF2-40B4-BE49-F238E27FC236}">
                  <a16:creationId xmlns:a16="http://schemas.microsoft.com/office/drawing/2014/main" id="{7DC05DFE-448D-00F2-F8C7-5B66D5D65EED}"/>
                </a:ext>
              </a:extLst>
            </p:cNvPr>
            <p:cNvSpPr>
              <a:spLocks noGrp="1"/>
            </p:cNvSpPr>
            <p:nvPr/>
          </p:nvSpPr>
          <p:spPr>
            <a:xfrm>
              <a:off x="4828625" y="3922721"/>
              <a:ext cx="5437" cy="91257"/>
            </a:xfrm>
            <a:custGeom>
              <a:avLst/>
              <a:gdLst/>
              <a:ahLst/>
              <a:cxnLst/>
              <a:rect l="0" t="0" r="0" b="0"/>
              <a:pathLst>
                <a:path w="5437" h="91257">
                  <a:moveTo>
                    <a:pt x="0" y="91257"/>
                  </a:moveTo>
                  <a:lnTo>
                    <a:pt x="543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0" name="Candidate_receptor__2469">
              <a:extLst>
                <a:ext uri="{FF2B5EF4-FFF2-40B4-BE49-F238E27FC236}">
                  <a16:creationId xmlns:a16="http://schemas.microsoft.com/office/drawing/2014/main" id="{7FE5EE96-C764-AB75-41A3-37A5B3F6B0EA}"/>
                </a:ext>
              </a:extLst>
            </p:cNvPr>
            <p:cNvSpPr>
              <a:spLocks noGrp="1"/>
            </p:cNvSpPr>
            <p:nvPr/>
          </p:nvSpPr>
          <p:spPr>
            <a:xfrm>
              <a:off x="6709055" y="4596959"/>
              <a:ext cx="74967" cy="83484"/>
            </a:xfrm>
            <a:custGeom>
              <a:avLst/>
              <a:gdLst/>
              <a:ahLst/>
              <a:cxnLst/>
              <a:rect l="0" t="0" r="0" b="0"/>
              <a:pathLst>
                <a:path w="74967" h="83484">
                  <a:moveTo>
                    <a:pt x="0" y="83484"/>
                  </a:moveTo>
                  <a:lnTo>
                    <a:pt x="7496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1" name="Candidate_receptor__2470">
              <a:extLst>
                <a:ext uri="{FF2B5EF4-FFF2-40B4-BE49-F238E27FC236}">
                  <a16:creationId xmlns:a16="http://schemas.microsoft.com/office/drawing/2014/main" id="{316E5A55-DCD1-6E58-77A9-1CDF20FCFA08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13978"/>
              <a:ext cx="87113" cy="44916"/>
            </a:xfrm>
            <a:custGeom>
              <a:avLst/>
              <a:gdLst/>
              <a:ahLst/>
              <a:cxnLst/>
              <a:rect l="0" t="0" r="0" b="0"/>
              <a:pathLst>
                <a:path w="87113" h="44916">
                  <a:moveTo>
                    <a:pt x="0" y="44916"/>
                  </a:moveTo>
                  <a:lnTo>
                    <a:pt x="87113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2" name="Candidate_receptor__2471">
              <a:extLst>
                <a:ext uri="{FF2B5EF4-FFF2-40B4-BE49-F238E27FC236}">
                  <a16:creationId xmlns:a16="http://schemas.microsoft.com/office/drawing/2014/main" id="{0109463D-8E81-CEC2-DF2F-6A62D5DB6CAD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26431"/>
              <a:ext cx="96087" cy="59364"/>
            </a:xfrm>
            <a:custGeom>
              <a:avLst/>
              <a:gdLst/>
              <a:ahLst/>
              <a:cxnLst/>
              <a:rect l="0" t="0" r="0" b="0"/>
              <a:pathLst>
                <a:path w="96087" h="59364">
                  <a:moveTo>
                    <a:pt x="96087" y="0"/>
                  </a:moveTo>
                  <a:lnTo>
                    <a:pt x="0" y="5936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3" name="Candidate_receptor__2472">
              <a:extLst>
                <a:ext uri="{FF2B5EF4-FFF2-40B4-BE49-F238E27FC236}">
                  <a16:creationId xmlns:a16="http://schemas.microsoft.com/office/drawing/2014/main" id="{1EF91EA7-449F-D230-95A7-348AC530DFF9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238101"/>
              <a:ext cx="33824" cy="109325"/>
            </a:xfrm>
            <a:custGeom>
              <a:avLst/>
              <a:gdLst/>
              <a:ahLst/>
              <a:cxnLst/>
              <a:rect l="0" t="0" r="0" b="0"/>
              <a:pathLst>
                <a:path w="33824" h="109325">
                  <a:moveTo>
                    <a:pt x="33824" y="0"/>
                  </a:moveTo>
                  <a:lnTo>
                    <a:pt x="0" y="10932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4" name="Candidate_receptor__2473">
              <a:extLst>
                <a:ext uri="{FF2B5EF4-FFF2-40B4-BE49-F238E27FC236}">
                  <a16:creationId xmlns:a16="http://schemas.microsoft.com/office/drawing/2014/main" id="{D48DD8EC-2B7F-C922-A82A-0FA14927739A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76465"/>
              <a:ext cx="32586" cy="38971"/>
            </a:xfrm>
            <a:custGeom>
              <a:avLst/>
              <a:gdLst/>
              <a:ahLst/>
              <a:cxnLst/>
              <a:rect l="0" t="0" r="0" b="0"/>
              <a:pathLst>
                <a:path w="32586" h="38971">
                  <a:moveTo>
                    <a:pt x="32586" y="0"/>
                  </a:moveTo>
                  <a:lnTo>
                    <a:pt x="0" y="3897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5" name="Candidate_receptor__2474">
              <a:extLst>
                <a:ext uri="{FF2B5EF4-FFF2-40B4-BE49-F238E27FC236}">
                  <a16:creationId xmlns:a16="http://schemas.microsoft.com/office/drawing/2014/main" id="{771337D6-D118-6E7F-F18E-619A32659630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8078"/>
              <a:ext cx="19889" cy="84935"/>
            </a:xfrm>
            <a:custGeom>
              <a:avLst/>
              <a:gdLst/>
              <a:ahLst/>
              <a:cxnLst/>
              <a:rect l="0" t="0" r="0" b="0"/>
              <a:pathLst>
                <a:path w="19889" h="84935">
                  <a:moveTo>
                    <a:pt x="19889" y="849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6" name="Candidate_receptor__2475">
              <a:extLst>
                <a:ext uri="{FF2B5EF4-FFF2-40B4-BE49-F238E27FC236}">
                  <a16:creationId xmlns:a16="http://schemas.microsoft.com/office/drawing/2014/main" id="{B3B7856E-0DC2-C564-85DB-DE7B89D546A9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70812" cy="55365"/>
            </a:xfrm>
            <a:custGeom>
              <a:avLst/>
              <a:gdLst/>
              <a:ahLst/>
              <a:cxnLst/>
              <a:rect l="0" t="0" r="0" b="0"/>
              <a:pathLst>
                <a:path w="70812" h="55365">
                  <a:moveTo>
                    <a:pt x="0" y="0"/>
                  </a:moveTo>
                  <a:lnTo>
                    <a:pt x="70812" y="5536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7" name="Candidate_receptor__2476">
              <a:extLst>
                <a:ext uri="{FF2B5EF4-FFF2-40B4-BE49-F238E27FC236}">
                  <a16:creationId xmlns:a16="http://schemas.microsoft.com/office/drawing/2014/main" id="{A1BBD4D8-BCA1-2D16-D683-87BCFAFA64EE}"/>
                </a:ext>
              </a:extLst>
            </p:cNvPr>
            <p:cNvSpPr>
              <a:spLocks noGrp="1"/>
            </p:cNvSpPr>
            <p:nvPr/>
          </p:nvSpPr>
          <p:spPr>
            <a:xfrm>
              <a:off x="5042914" y="5358496"/>
              <a:ext cx="114294" cy="1745"/>
            </a:xfrm>
            <a:custGeom>
              <a:avLst/>
              <a:gdLst/>
              <a:ahLst/>
              <a:cxnLst/>
              <a:rect l="0" t="0" r="0" b="0"/>
              <a:pathLst>
                <a:path w="114294" h="1745">
                  <a:moveTo>
                    <a:pt x="114294" y="1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8" name="Candidate_receptor__2477">
              <a:extLst>
                <a:ext uri="{FF2B5EF4-FFF2-40B4-BE49-F238E27FC236}">
                  <a16:creationId xmlns:a16="http://schemas.microsoft.com/office/drawing/2014/main" id="{6623FA3B-F39D-5521-B874-621935E918C1}"/>
                </a:ext>
              </a:extLst>
            </p:cNvPr>
            <p:cNvSpPr>
              <a:spLocks noGrp="1"/>
            </p:cNvSpPr>
            <p:nvPr/>
          </p:nvSpPr>
          <p:spPr>
            <a:xfrm>
              <a:off x="5252448" y="4767595"/>
              <a:ext cx="105704" cy="27623"/>
            </a:xfrm>
            <a:custGeom>
              <a:avLst/>
              <a:gdLst/>
              <a:ahLst/>
              <a:cxnLst/>
              <a:rect l="0" t="0" r="0" b="0"/>
              <a:pathLst>
                <a:path w="105704" h="27623">
                  <a:moveTo>
                    <a:pt x="0" y="27623"/>
                  </a:moveTo>
                  <a:lnTo>
                    <a:pt x="10570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9" name="Candidate_receptor__2478">
              <a:extLst>
                <a:ext uri="{FF2B5EF4-FFF2-40B4-BE49-F238E27FC236}">
                  <a16:creationId xmlns:a16="http://schemas.microsoft.com/office/drawing/2014/main" id="{DBDEE9C1-05BB-C8BE-940E-FB549251AE8D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902643"/>
              <a:ext cx="25382" cy="2162"/>
            </a:xfrm>
            <a:custGeom>
              <a:avLst/>
              <a:gdLst/>
              <a:ahLst/>
              <a:cxnLst/>
              <a:rect l="0" t="0" r="0" b="0"/>
              <a:pathLst>
                <a:path w="25382" h="2162">
                  <a:moveTo>
                    <a:pt x="25382" y="21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0" name="Candidate_receptor__2479">
              <a:extLst>
                <a:ext uri="{FF2B5EF4-FFF2-40B4-BE49-F238E27FC236}">
                  <a16:creationId xmlns:a16="http://schemas.microsoft.com/office/drawing/2014/main" id="{1A2447CD-6004-89F0-E6C3-4EA745C8FB6F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17539"/>
              <a:ext cx="97132" cy="56150"/>
            </a:xfrm>
            <a:custGeom>
              <a:avLst/>
              <a:gdLst/>
              <a:ahLst/>
              <a:cxnLst/>
              <a:rect l="0" t="0" r="0" b="0"/>
              <a:pathLst>
                <a:path w="97132" h="56150">
                  <a:moveTo>
                    <a:pt x="97132" y="0"/>
                  </a:moveTo>
                  <a:lnTo>
                    <a:pt x="0" y="5615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1" name="Candidate_receptor__2480">
              <a:extLst>
                <a:ext uri="{FF2B5EF4-FFF2-40B4-BE49-F238E27FC236}">
                  <a16:creationId xmlns:a16="http://schemas.microsoft.com/office/drawing/2014/main" id="{DAE668FB-6538-D747-8AEE-40E3C4C2967D}"/>
                </a:ext>
              </a:extLst>
            </p:cNvPr>
            <p:cNvSpPr>
              <a:spLocks noGrp="1"/>
            </p:cNvSpPr>
            <p:nvPr/>
          </p:nvSpPr>
          <p:spPr>
            <a:xfrm>
              <a:off x="4721434" y="4548532"/>
              <a:ext cx="101422" cy="16674"/>
            </a:xfrm>
            <a:custGeom>
              <a:avLst/>
              <a:gdLst/>
              <a:ahLst/>
              <a:cxnLst/>
              <a:rect l="0" t="0" r="0" b="0"/>
              <a:pathLst>
                <a:path w="101422" h="16674">
                  <a:moveTo>
                    <a:pt x="0" y="16674"/>
                  </a:moveTo>
                  <a:lnTo>
                    <a:pt x="101422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2" name="Candidate_receptor__2481">
              <a:extLst>
                <a:ext uri="{FF2B5EF4-FFF2-40B4-BE49-F238E27FC236}">
                  <a16:creationId xmlns:a16="http://schemas.microsoft.com/office/drawing/2014/main" id="{B9AE6E94-8F56-6B24-352B-33C1E92D523D}"/>
                </a:ext>
              </a:extLst>
            </p:cNvPr>
            <p:cNvSpPr>
              <a:spLocks noGrp="1"/>
            </p:cNvSpPr>
            <p:nvPr/>
          </p:nvSpPr>
          <p:spPr>
            <a:xfrm>
              <a:off x="6376026" y="4244283"/>
              <a:ext cx="71882" cy="73455"/>
            </a:xfrm>
            <a:custGeom>
              <a:avLst/>
              <a:gdLst/>
              <a:ahLst/>
              <a:cxnLst/>
              <a:rect l="0" t="0" r="0" b="0"/>
              <a:pathLst>
                <a:path w="71882" h="73455">
                  <a:moveTo>
                    <a:pt x="0" y="0"/>
                  </a:moveTo>
                  <a:lnTo>
                    <a:pt x="71882" y="7345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3" name="Candidate_receptor__2482">
              <a:extLst>
                <a:ext uri="{FF2B5EF4-FFF2-40B4-BE49-F238E27FC236}">
                  <a16:creationId xmlns:a16="http://schemas.microsoft.com/office/drawing/2014/main" id="{81A42795-7695-269D-6D4D-243DC083F74C}"/>
                </a:ext>
              </a:extLst>
            </p:cNvPr>
            <p:cNvSpPr>
              <a:spLocks noGrp="1"/>
            </p:cNvSpPr>
            <p:nvPr/>
          </p:nvSpPr>
          <p:spPr>
            <a:xfrm>
              <a:off x="5101621" y="3924842"/>
              <a:ext cx="49238" cy="71257"/>
            </a:xfrm>
            <a:custGeom>
              <a:avLst/>
              <a:gdLst/>
              <a:ahLst/>
              <a:cxnLst/>
              <a:rect l="0" t="0" r="0" b="0"/>
              <a:pathLst>
                <a:path w="49238" h="71257">
                  <a:moveTo>
                    <a:pt x="0" y="0"/>
                  </a:moveTo>
                  <a:lnTo>
                    <a:pt x="49238" y="71257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4" name="Candidate_receptor__2483">
              <a:extLst>
                <a:ext uri="{FF2B5EF4-FFF2-40B4-BE49-F238E27FC236}">
                  <a16:creationId xmlns:a16="http://schemas.microsoft.com/office/drawing/2014/main" id="{9AC8FCDC-E307-B1AD-0CE8-9BD5267E36AF}"/>
                </a:ext>
              </a:extLst>
            </p:cNvPr>
            <p:cNvSpPr>
              <a:spLocks noGrp="1"/>
            </p:cNvSpPr>
            <p:nvPr/>
          </p:nvSpPr>
          <p:spPr>
            <a:xfrm>
              <a:off x="6129250" y="4206850"/>
              <a:ext cx="14784" cy="77295"/>
            </a:xfrm>
            <a:custGeom>
              <a:avLst/>
              <a:gdLst/>
              <a:ahLst/>
              <a:cxnLst/>
              <a:rect l="0" t="0" r="0" b="0"/>
              <a:pathLst>
                <a:path w="14784" h="77295">
                  <a:moveTo>
                    <a:pt x="14784" y="0"/>
                  </a:moveTo>
                  <a:lnTo>
                    <a:pt x="0" y="7729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5" name="Candidate_receptor__2484">
              <a:extLst>
                <a:ext uri="{FF2B5EF4-FFF2-40B4-BE49-F238E27FC236}">
                  <a16:creationId xmlns:a16="http://schemas.microsoft.com/office/drawing/2014/main" id="{29190C7A-2F1E-69B9-FD00-210870DC958C}"/>
                </a:ext>
              </a:extLst>
            </p:cNvPr>
            <p:cNvSpPr>
              <a:spLocks noGrp="1"/>
            </p:cNvSpPr>
            <p:nvPr/>
          </p:nvSpPr>
          <p:spPr>
            <a:xfrm>
              <a:off x="6784022" y="4507628"/>
              <a:ext cx="38546" cy="89331"/>
            </a:xfrm>
            <a:custGeom>
              <a:avLst/>
              <a:gdLst/>
              <a:ahLst/>
              <a:cxnLst/>
              <a:rect l="0" t="0" r="0" b="0"/>
              <a:pathLst>
                <a:path w="38546" h="89331">
                  <a:moveTo>
                    <a:pt x="0" y="89331"/>
                  </a:moveTo>
                  <a:lnTo>
                    <a:pt x="38546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6" name="Candidate_receptor__2485">
              <a:extLst>
                <a:ext uri="{FF2B5EF4-FFF2-40B4-BE49-F238E27FC236}">
                  <a16:creationId xmlns:a16="http://schemas.microsoft.com/office/drawing/2014/main" id="{8469B607-ABD8-1C03-DB3A-E252163850AD}"/>
                </a:ext>
              </a:extLst>
            </p:cNvPr>
            <p:cNvSpPr>
              <a:spLocks noGrp="1"/>
            </p:cNvSpPr>
            <p:nvPr/>
          </p:nvSpPr>
          <p:spPr>
            <a:xfrm>
              <a:off x="5769610" y="3166784"/>
              <a:ext cx="49368" cy="54074"/>
            </a:xfrm>
            <a:custGeom>
              <a:avLst/>
              <a:gdLst/>
              <a:ahLst/>
              <a:cxnLst/>
              <a:rect l="0" t="0" r="0" b="0"/>
              <a:pathLst>
                <a:path w="49368" h="54074">
                  <a:moveTo>
                    <a:pt x="49368" y="0"/>
                  </a:moveTo>
                  <a:lnTo>
                    <a:pt x="0" y="54074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487" name="Candidate_receptor__2486">
              <a:extLst>
                <a:ext uri="{FF2B5EF4-FFF2-40B4-BE49-F238E27FC236}">
                  <a16:creationId xmlns:a16="http://schemas.microsoft.com/office/drawing/2014/main" id="{3B6E79AE-3ECD-9766-53F2-1AB766312F59}"/>
                </a:ext>
              </a:extLst>
            </p:cNvPr>
            <p:cNvSpPr>
              <a:spLocks noGrp="1"/>
            </p:cNvSpPr>
            <p:nvPr/>
          </p:nvSpPr>
          <p:spPr>
            <a:xfrm>
              <a:off x="5040367" y="4373892"/>
              <a:ext cx="65297" cy="83298"/>
            </a:xfrm>
            <a:custGeom>
              <a:avLst/>
              <a:gdLst/>
              <a:ahLst/>
              <a:cxnLst/>
              <a:rect l="0" t="0" r="0" b="0"/>
              <a:pathLst>
                <a:path w="65297" h="83298">
                  <a:moveTo>
                    <a:pt x="0" y="0"/>
                  </a:moveTo>
                  <a:lnTo>
                    <a:pt x="65297" y="8329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8" name="Candidate_receptor__2487">
              <a:extLst>
                <a:ext uri="{FF2B5EF4-FFF2-40B4-BE49-F238E27FC236}">
                  <a16:creationId xmlns:a16="http://schemas.microsoft.com/office/drawing/2014/main" id="{CB8AFD95-AF79-D17C-46E9-11807C6B063C}"/>
                </a:ext>
              </a:extLst>
            </p:cNvPr>
            <p:cNvSpPr>
              <a:spLocks noGrp="1"/>
            </p:cNvSpPr>
            <p:nvPr/>
          </p:nvSpPr>
          <p:spPr>
            <a:xfrm>
              <a:off x="6763703" y="4426431"/>
              <a:ext cx="58865" cy="81197"/>
            </a:xfrm>
            <a:custGeom>
              <a:avLst/>
              <a:gdLst/>
              <a:ahLst/>
              <a:cxnLst/>
              <a:rect l="0" t="0" r="0" b="0"/>
              <a:pathLst>
                <a:path w="58865" h="81197">
                  <a:moveTo>
                    <a:pt x="58865" y="811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9" name="Candidate_receptor__2488">
              <a:extLst>
                <a:ext uri="{FF2B5EF4-FFF2-40B4-BE49-F238E27FC236}">
                  <a16:creationId xmlns:a16="http://schemas.microsoft.com/office/drawing/2014/main" id="{32491A53-91DE-34AA-F3A5-7C84C775086B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57190"/>
              <a:ext cx="78555" cy="73750"/>
            </a:xfrm>
            <a:custGeom>
              <a:avLst/>
              <a:gdLst/>
              <a:ahLst/>
              <a:cxnLst/>
              <a:rect l="0" t="0" r="0" b="0"/>
              <a:pathLst>
                <a:path w="78555" h="73750">
                  <a:moveTo>
                    <a:pt x="78555" y="0"/>
                  </a:moveTo>
                  <a:lnTo>
                    <a:pt x="0" y="7375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0" name="Candidate_receptor__2489">
              <a:extLst>
                <a:ext uri="{FF2B5EF4-FFF2-40B4-BE49-F238E27FC236}">
                  <a16:creationId xmlns:a16="http://schemas.microsoft.com/office/drawing/2014/main" id="{3938CAE7-5F50-B6A1-F267-AFA689246A08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373892"/>
              <a:ext cx="92123" cy="48566"/>
            </a:xfrm>
            <a:custGeom>
              <a:avLst/>
              <a:gdLst/>
              <a:ahLst/>
              <a:cxnLst/>
              <a:rect l="0" t="0" r="0" b="0"/>
              <a:pathLst>
                <a:path w="92123" h="48566">
                  <a:moveTo>
                    <a:pt x="0" y="48566"/>
                  </a:moveTo>
                  <a:lnTo>
                    <a:pt x="92123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1" name="Candidate_receptor__2490">
              <a:extLst>
                <a:ext uri="{FF2B5EF4-FFF2-40B4-BE49-F238E27FC236}">
                  <a16:creationId xmlns:a16="http://schemas.microsoft.com/office/drawing/2014/main" id="{B9029611-9ACB-6237-DA92-E1290DD21B99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44283"/>
              <a:ext cx="82154" cy="35653"/>
            </a:xfrm>
            <a:custGeom>
              <a:avLst/>
              <a:gdLst/>
              <a:ahLst/>
              <a:cxnLst/>
              <a:rect l="0" t="0" r="0" b="0"/>
              <a:pathLst>
                <a:path w="82154" h="35653">
                  <a:moveTo>
                    <a:pt x="0" y="35653"/>
                  </a:moveTo>
                  <a:lnTo>
                    <a:pt x="82154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2" name="Candidate_receptor__2491">
              <a:extLst>
                <a:ext uri="{FF2B5EF4-FFF2-40B4-BE49-F238E27FC236}">
                  <a16:creationId xmlns:a16="http://schemas.microsoft.com/office/drawing/2014/main" id="{49C234EE-68BB-D911-BFAB-E710AD23B360}"/>
                </a:ext>
              </a:extLst>
            </p:cNvPr>
            <p:cNvSpPr>
              <a:spLocks noGrp="1"/>
            </p:cNvSpPr>
            <p:nvPr/>
          </p:nvSpPr>
          <p:spPr>
            <a:xfrm>
              <a:off x="5247248" y="4117539"/>
              <a:ext cx="68591" cy="77073"/>
            </a:xfrm>
            <a:custGeom>
              <a:avLst/>
              <a:gdLst/>
              <a:ahLst/>
              <a:cxnLst/>
              <a:rect l="0" t="0" r="0" b="0"/>
              <a:pathLst>
                <a:path w="68591" h="77073">
                  <a:moveTo>
                    <a:pt x="68591" y="770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3" name="Candidate_receptor__2492">
              <a:extLst>
                <a:ext uri="{FF2B5EF4-FFF2-40B4-BE49-F238E27FC236}">
                  <a16:creationId xmlns:a16="http://schemas.microsoft.com/office/drawing/2014/main" id="{64C4729A-677F-5E2E-EB89-006188CF1D6F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691134"/>
              <a:ext cx="44124" cy="106028"/>
            </a:xfrm>
            <a:custGeom>
              <a:avLst/>
              <a:gdLst/>
              <a:ahLst/>
              <a:cxnLst/>
              <a:rect l="0" t="0" r="0" b="0"/>
              <a:pathLst>
                <a:path w="44124" h="106028">
                  <a:moveTo>
                    <a:pt x="44124" y="0"/>
                  </a:moveTo>
                  <a:lnTo>
                    <a:pt x="0" y="10602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4" name="Candidate_receptor__2493">
              <a:extLst>
                <a:ext uri="{FF2B5EF4-FFF2-40B4-BE49-F238E27FC236}">
                  <a16:creationId xmlns:a16="http://schemas.microsoft.com/office/drawing/2014/main" id="{A2AFE379-C0A5-A8A0-A25D-B0B8533E556D}"/>
                </a:ext>
              </a:extLst>
            </p:cNvPr>
            <p:cNvSpPr>
              <a:spLocks noGrp="1"/>
            </p:cNvSpPr>
            <p:nvPr/>
          </p:nvSpPr>
          <p:spPr>
            <a:xfrm>
              <a:off x="6087650" y="4591082"/>
              <a:ext cx="8709" cy="32531"/>
            </a:xfrm>
            <a:custGeom>
              <a:avLst/>
              <a:gdLst/>
              <a:ahLst/>
              <a:cxnLst/>
              <a:rect l="0" t="0" r="0" b="0"/>
              <a:pathLst>
                <a:path w="8709" h="32531">
                  <a:moveTo>
                    <a:pt x="8709" y="325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5" name="Candidate_receptor__2494">
              <a:extLst>
                <a:ext uri="{FF2B5EF4-FFF2-40B4-BE49-F238E27FC236}">
                  <a16:creationId xmlns:a16="http://schemas.microsoft.com/office/drawing/2014/main" id="{51AFF81B-CA7F-CB97-7D84-8882EAFABB69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194612"/>
              <a:ext cx="63700" cy="87998"/>
            </a:xfrm>
            <a:custGeom>
              <a:avLst/>
              <a:gdLst/>
              <a:ahLst/>
              <a:cxnLst/>
              <a:rect l="0" t="0" r="0" b="0"/>
              <a:pathLst>
                <a:path w="63700" h="87998">
                  <a:moveTo>
                    <a:pt x="0" y="87998"/>
                  </a:moveTo>
                  <a:lnTo>
                    <a:pt x="6370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6" name="Candidate_receptor__2495">
              <a:extLst>
                <a:ext uri="{FF2B5EF4-FFF2-40B4-BE49-F238E27FC236}">
                  <a16:creationId xmlns:a16="http://schemas.microsoft.com/office/drawing/2014/main" id="{02D7CF8E-8E5E-D68D-3CBD-9086AB5CF343}"/>
                </a:ext>
              </a:extLst>
            </p:cNvPr>
            <p:cNvSpPr>
              <a:spLocks noGrp="1"/>
            </p:cNvSpPr>
            <p:nvPr/>
          </p:nvSpPr>
          <p:spPr>
            <a:xfrm>
              <a:off x="6375758" y="4317738"/>
              <a:ext cx="72150" cy="88268"/>
            </a:xfrm>
            <a:custGeom>
              <a:avLst/>
              <a:gdLst/>
              <a:ahLst/>
              <a:cxnLst/>
              <a:rect l="0" t="0" r="0" b="0"/>
              <a:pathLst>
                <a:path w="72150" h="88268">
                  <a:moveTo>
                    <a:pt x="72150" y="0"/>
                  </a:moveTo>
                  <a:lnTo>
                    <a:pt x="0" y="8826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7" name="Candidate_receptor__2496">
              <a:extLst>
                <a:ext uri="{FF2B5EF4-FFF2-40B4-BE49-F238E27FC236}">
                  <a16:creationId xmlns:a16="http://schemas.microsoft.com/office/drawing/2014/main" id="{99A2065D-0BFC-8E10-FC14-B78F4BAC5373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34803"/>
              <a:ext cx="110209" cy="32816"/>
            </a:xfrm>
            <a:custGeom>
              <a:avLst/>
              <a:gdLst/>
              <a:ahLst/>
              <a:cxnLst/>
              <a:rect l="0" t="0" r="0" b="0"/>
              <a:pathLst>
                <a:path w="110209" h="32816">
                  <a:moveTo>
                    <a:pt x="110209" y="0"/>
                  </a:moveTo>
                  <a:lnTo>
                    <a:pt x="0" y="32816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8" name="Candidate_receptor__2497">
              <a:extLst>
                <a:ext uri="{FF2B5EF4-FFF2-40B4-BE49-F238E27FC236}">
                  <a16:creationId xmlns:a16="http://schemas.microsoft.com/office/drawing/2014/main" id="{71235A0B-95A8-4014-5A9D-BBEA35AC623E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372065"/>
              <a:ext cx="26029" cy="39627"/>
            </a:xfrm>
            <a:custGeom>
              <a:avLst/>
              <a:gdLst/>
              <a:ahLst/>
              <a:cxnLst/>
              <a:rect l="0" t="0" r="0" b="0"/>
              <a:pathLst>
                <a:path w="26029" h="39627">
                  <a:moveTo>
                    <a:pt x="26029" y="0"/>
                  </a:moveTo>
                  <a:lnTo>
                    <a:pt x="0" y="3962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499" name="Candidate_receptor__2498">
              <a:extLst>
                <a:ext uri="{FF2B5EF4-FFF2-40B4-BE49-F238E27FC236}">
                  <a16:creationId xmlns:a16="http://schemas.microsoft.com/office/drawing/2014/main" id="{BE2A6C07-ECE2-D16A-896A-C30191AB0054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284145"/>
              <a:ext cx="95380" cy="37657"/>
            </a:xfrm>
            <a:custGeom>
              <a:avLst/>
              <a:gdLst/>
              <a:ahLst/>
              <a:cxnLst/>
              <a:rect l="0" t="0" r="0" b="0"/>
              <a:pathLst>
                <a:path w="95380" h="37657">
                  <a:moveTo>
                    <a:pt x="95380" y="0"/>
                  </a:moveTo>
                  <a:lnTo>
                    <a:pt x="0" y="37657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0" name="Candidate_receptor__2499">
              <a:extLst>
                <a:ext uri="{FF2B5EF4-FFF2-40B4-BE49-F238E27FC236}">
                  <a16:creationId xmlns:a16="http://schemas.microsoft.com/office/drawing/2014/main" id="{47697B0A-5DF0-1C91-4AAA-056231E99F09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58214"/>
              <a:ext cx="3276" cy="13420"/>
            </a:xfrm>
            <a:custGeom>
              <a:avLst/>
              <a:gdLst/>
              <a:ahLst/>
              <a:cxnLst/>
              <a:rect l="0" t="0" r="0" b="0"/>
              <a:pathLst>
                <a:path w="3276" h="13420">
                  <a:moveTo>
                    <a:pt x="3276" y="0"/>
                  </a:moveTo>
                  <a:lnTo>
                    <a:pt x="0" y="13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1" name="Candidate_receptor__2500">
              <a:extLst>
                <a:ext uri="{FF2B5EF4-FFF2-40B4-BE49-F238E27FC236}">
                  <a16:creationId xmlns:a16="http://schemas.microsoft.com/office/drawing/2014/main" id="{68665280-97CD-1739-3905-3511C0352A54}"/>
                </a:ext>
              </a:extLst>
            </p:cNvPr>
            <p:cNvSpPr>
              <a:spLocks noGrp="1"/>
            </p:cNvSpPr>
            <p:nvPr/>
          </p:nvSpPr>
          <p:spPr>
            <a:xfrm>
              <a:off x="6609702" y="4635785"/>
              <a:ext cx="99353" cy="44657"/>
            </a:xfrm>
            <a:custGeom>
              <a:avLst/>
              <a:gdLst/>
              <a:ahLst/>
              <a:cxnLst/>
              <a:rect l="0" t="0" r="0" b="0"/>
              <a:pathLst>
                <a:path w="99353" h="44657">
                  <a:moveTo>
                    <a:pt x="0" y="0"/>
                  </a:moveTo>
                  <a:lnTo>
                    <a:pt x="99353" y="4465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2" name="Candidate_receptor__2501">
              <a:extLst>
                <a:ext uri="{FF2B5EF4-FFF2-40B4-BE49-F238E27FC236}">
                  <a16:creationId xmlns:a16="http://schemas.microsoft.com/office/drawing/2014/main" id="{953E910B-5A79-857F-E504-E0AFD5E83488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4012613"/>
              <a:ext cx="94291" cy="18385"/>
            </a:xfrm>
            <a:custGeom>
              <a:avLst/>
              <a:gdLst/>
              <a:ahLst/>
              <a:cxnLst/>
              <a:rect l="0" t="0" r="0" b="0"/>
              <a:pathLst>
                <a:path w="94291" h="18385">
                  <a:moveTo>
                    <a:pt x="0" y="0"/>
                  </a:moveTo>
                  <a:lnTo>
                    <a:pt x="94291" y="18385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3" name="Candidate_receptor__2502">
              <a:extLst>
                <a:ext uri="{FF2B5EF4-FFF2-40B4-BE49-F238E27FC236}">
                  <a16:creationId xmlns:a16="http://schemas.microsoft.com/office/drawing/2014/main" id="{45C560D4-C92B-CFCB-81D9-6CE86EA51C4A}"/>
                </a:ext>
              </a:extLst>
            </p:cNvPr>
            <p:cNvSpPr>
              <a:spLocks noGrp="1"/>
            </p:cNvSpPr>
            <p:nvPr/>
          </p:nvSpPr>
          <p:spPr>
            <a:xfrm>
              <a:off x="5670535" y="3220858"/>
              <a:ext cx="99075" cy="17243"/>
            </a:xfrm>
            <a:custGeom>
              <a:avLst/>
              <a:gdLst/>
              <a:ahLst/>
              <a:cxnLst/>
              <a:rect l="0" t="0" r="0" b="0"/>
              <a:pathLst>
                <a:path w="99075" h="17243">
                  <a:moveTo>
                    <a:pt x="99075" y="0"/>
                  </a:moveTo>
                  <a:lnTo>
                    <a:pt x="0" y="1724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4" name="Candidate_receptor__2503">
              <a:extLst>
                <a:ext uri="{FF2B5EF4-FFF2-40B4-BE49-F238E27FC236}">
                  <a16:creationId xmlns:a16="http://schemas.microsoft.com/office/drawing/2014/main" id="{75218E6A-EC98-722D-06A2-185130F77918}"/>
                </a:ext>
              </a:extLst>
            </p:cNvPr>
            <p:cNvSpPr>
              <a:spLocks noGrp="1"/>
            </p:cNvSpPr>
            <p:nvPr/>
          </p:nvSpPr>
          <p:spPr>
            <a:xfrm>
              <a:off x="4567989" y="4430393"/>
              <a:ext cx="108735" cy="36795"/>
            </a:xfrm>
            <a:custGeom>
              <a:avLst/>
              <a:gdLst/>
              <a:ahLst/>
              <a:cxnLst/>
              <a:rect l="0" t="0" r="0" b="0"/>
              <a:pathLst>
                <a:path w="108735" h="36795">
                  <a:moveTo>
                    <a:pt x="0" y="36795"/>
                  </a:moveTo>
                  <a:lnTo>
                    <a:pt x="10873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5" name="Candidate_receptor__2504">
              <a:extLst>
                <a:ext uri="{FF2B5EF4-FFF2-40B4-BE49-F238E27FC236}">
                  <a16:creationId xmlns:a16="http://schemas.microsoft.com/office/drawing/2014/main" id="{56F31FFF-0DE3-FF75-DEEF-E859712B5740}"/>
                </a:ext>
              </a:extLst>
            </p:cNvPr>
            <p:cNvSpPr>
              <a:spLocks noGrp="1"/>
            </p:cNvSpPr>
            <p:nvPr/>
          </p:nvSpPr>
          <p:spPr>
            <a:xfrm>
              <a:off x="5621087" y="5200531"/>
              <a:ext cx="41611" cy="26241"/>
            </a:xfrm>
            <a:custGeom>
              <a:avLst/>
              <a:gdLst/>
              <a:ahLst/>
              <a:cxnLst/>
              <a:rect l="0" t="0" r="0" b="0"/>
              <a:pathLst>
                <a:path w="41611" h="26241">
                  <a:moveTo>
                    <a:pt x="41611" y="0"/>
                  </a:moveTo>
                  <a:lnTo>
                    <a:pt x="0" y="2624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6" name="Candidate_receptor__2505">
              <a:extLst>
                <a:ext uri="{FF2B5EF4-FFF2-40B4-BE49-F238E27FC236}">
                  <a16:creationId xmlns:a16="http://schemas.microsoft.com/office/drawing/2014/main" id="{CB859C0F-9F89-14E0-E898-300F8BCAD752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565206"/>
              <a:ext cx="52698" cy="14445"/>
            </a:xfrm>
            <a:custGeom>
              <a:avLst/>
              <a:gdLst/>
              <a:ahLst/>
              <a:cxnLst/>
              <a:rect l="0" t="0" r="0" b="0"/>
              <a:pathLst>
                <a:path w="52698" h="14445">
                  <a:moveTo>
                    <a:pt x="0" y="14445"/>
                  </a:moveTo>
                  <a:lnTo>
                    <a:pt x="52698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7" name="Candidate_receptor__2506">
              <a:extLst>
                <a:ext uri="{FF2B5EF4-FFF2-40B4-BE49-F238E27FC236}">
                  <a16:creationId xmlns:a16="http://schemas.microsoft.com/office/drawing/2014/main" id="{17364775-408F-D2F9-6673-695DCD2DAD44}"/>
                </a:ext>
              </a:extLst>
            </p:cNvPr>
            <p:cNvSpPr>
              <a:spLocks noGrp="1"/>
            </p:cNvSpPr>
            <p:nvPr/>
          </p:nvSpPr>
          <p:spPr>
            <a:xfrm>
              <a:off x="5489986" y="5089797"/>
              <a:ext cx="67215" cy="91111"/>
            </a:xfrm>
            <a:custGeom>
              <a:avLst/>
              <a:gdLst/>
              <a:ahLst/>
              <a:cxnLst/>
              <a:rect l="0" t="0" r="0" b="0"/>
              <a:pathLst>
                <a:path w="67215" h="91111">
                  <a:moveTo>
                    <a:pt x="67215" y="0"/>
                  </a:moveTo>
                  <a:lnTo>
                    <a:pt x="0" y="911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8" name="Candidate_receptor__2507">
              <a:extLst>
                <a:ext uri="{FF2B5EF4-FFF2-40B4-BE49-F238E27FC236}">
                  <a16:creationId xmlns:a16="http://schemas.microsoft.com/office/drawing/2014/main" id="{1BEFA37D-5699-D392-EE3A-21787DEC52EE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03521"/>
              <a:ext cx="26125" cy="65149"/>
            </a:xfrm>
            <a:custGeom>
              <a:avLst/>
              <a:gdLst/>
              <a:ahLst/>
              <a:cxnLst/>
              <a:rect l="0" t="0" r="0" b="0"/>
              <a:pathLst>
                <a:path w="26125" h="65149">
                  <a:moveTo>
                    <a:pt x="26125" y="0"/>
                  </a:moveTo>
                  <a:lnTo>
                    <a:pt x="0" y="65149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9" name="Candidate_receptor__2508">
              <a:extLst>
                <a:ext uri="{FF2B5EF4-FFF2-40B4-BE49-F238E27FC236}">
                  <a16:creationId xmlns:a16="http://schemas.microsoft.com/office/drawing/2014/main" id="{54539483-A954-A32E-61D4-DE2F515E34F9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56443"/>
              <a:ext cx="63699" cy="53583"/>
            </a:xfrm>
            <a:custGeom>
              <a:avLst/>
              <a:gdLst/>
              <a:ahLst/>
              <a:cxnLst/>
              <a:rect l="0" t="0" r="0" b="0"/>
              <a:pathLst>
                <a:path w="63699" h="53583">
                  <a:moveTo>
                    <a:pt x="0" y="53583"/>
                  </a:moveTo>
                  <a:lnTo>
                    <a:pt x="63699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0" name="Candidate_receptor__2509">
              <a:extLst>
                <a:ext uri="{FF2B5EF4-FFF2-40B4-BE49-F238E27FC236}">
                  <a16:creationId xmlns:a16="http://schemas.microsoft.com/office/drawing/2014/main" id="{A8C84EF4-F5A3-E34C-08E3-C1D85A563001}"/>
                </a:ext>
              </a:extLst>
            </p:cNvPr>
            <p:cNvSpPr>
              <a:spLocks noGrp="1"/>
            </p:cNvSpPr>
            <p:nvPr/>
          </p:nvSpPr>
          <p:spPr>
            <a:xfrm>
              <a:off x="6089031" y="4030997"/>
              <a:ext cx="46521" cy="67884"/>
            </a:xfrm>
            <a:custGeom>
              <a:avLst/>
              <a:gdLst/>
              <a:ahLst/>
              <a:cxnLst/>
              <a:rect l="0" t="0" r="0" b="0"/>
              <a:pathLst>
                <a:path w="46521" h="67884">
                  <a:moveTo>
                    <a:pt x="0" y="0"/>
                  </a:moveTo>
                  <a:lnTo>
                    <a:pt x="46521" y="6788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1" name="Candidate_receptor__2510">
              <a:extLst>
                <a:ext uri="{FF2B5EF4-FFF2-40B4-BE49-F238E27FC236}">
                  <a16:creationId xmlns:a16="http://schemas.microsoft.com/office/drawing/2014/main" id="{0833C921-A9D1-A733-5407-59904616E7B8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95218"/>
              <a:ext cx="17442" cy="58323"/>
            </a:xfrm>
            <a:custGeom>
              <a:avLst/>
              <a:gdLst/>
              <a:ahLst/>
              <a:cxnLst/>
              <a:rect l="0" t="0" r="0" b="0"/>
              <a:pathLst>
                <a:path w="17442" h="58323">
                  <a:moveTo>
                    <a:pt x="0" y="58323"/>
                  </a:moveTo>
                  <a:lnTo>
                    <a:pt x="1744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2" name="Candidate_receptor__2511">
              <a:extLst>
                <a:ext uri="{FF2B5EF4-FFF2-40B4-BE49-F238E27FC236}">
                  <a16:creationId xmlns:a16="http://schemas.microsoft.com/office/drawing/2014/main" id="{F0A2CF4F-3D09-D074-9707-648EFC55ED5F}"/>
                </a:ext>
              </a:extLst>
            </p:cNvPr>
            <p:cNvSpPr>
              <a:spLocks noGrp="1"/>
            </p:cNvSpPr>
            <p:nvPr/>
          </p:nvSpPr>
          <p:spPr>
            <a:xfrm>
              <a:off x="6330512" y="3847054"/>
              <a:ext cx="86168" cy="76636"/>
            </a:xfrm>
            <a:custGeom>
              <a:avLst/>
              <a:gdLst/>
              <a:ahLst/>
              <a:cxnLst/>
              <a:rect l="0" t="0" r="0" b="0"/>
              <a:pathLst>
                <a:path w="86168" h="76636">
                  <a:moveTo>
                    <a:pt x="86168" y="766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3" name="Candidate_receptor__2512">
              <a:extLst>
                <a:ext uri="{FF2B5EF4-FFF2-40B4-BE49-F238E27FC236}">
                  <a16:creationId xmlns:a16="http://schemas.microsoft.com/office/drawing/2014/main" id="{A0E41CCB-AAFB-44E0-63A6-18D8A3E4FA8D}"/>
                </a:ext>
              </a:extLst>
            </p:cNvPr>
            <p:cNvSpPr>
              <a:spLocks noGrp="1"/>
            </p:cNvSpPr>
            <p:nvPr/>
          </p:nvSpPr>
          <p:spPr>
            <a:xfrm>
              <a:off x="5345262" y="5450814"/>
              <a:ext cx="30183" cy="72914"/>
            </a:xfrm>
            <a:custGeom>
              <a:avLst/>
              <a:gdLst/>
              <a:ahLst/>
              <a:cxnLst/>
              <a:rect l="0" t="0" r="0" b="0"/>
              <a:pathLst>
                <a:path w="30183" h="72914">
                  <a:moveTo>
                    <a:pt x="30183" y="729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14" name="Candidate_receptor__2513">
              <a:extLst>
                <a:ext uri="{FF2B5EF4-FFF2-40B4-BE49-F238E27FC236}">
                  <a16:creationId xmlns:a16="http://schemas.microsoft.com/office/drawing/2014/main" id="{3FBAFD84-5199-D53E-9382-A5E0325A8A2B}"/>
                </a:ext>
              </a:extLst>
            </p:cNvPr>
            <p:cNvSpPr>
              <a:spLocks noGrp="1"/>
            </p:cNvSpPr>
            <p:nvPr/>
          </p:nvSpPr>
          <p:spPr>
            <a:xfrm>
              <a:off x="5358152" y="4767595"/>
              <a:ext cx="21937" cy="108871"/>
            </a:xfrm>
            <a:custGeom>
              <a:avLst/>
              <a:gdLst/>
              <a:ahLst/>
              <a:cxnLst/>
              <a:rect l="0" t="0" r="0" b="0"/>
              <a:pathLst>
                <a:path w="21937" h="108871">
                  <a:moveTo>
                    <a:pt x="0" y="0"/>
                  </a:moveTo>
                  <a:lnTo>
                    <a:pt x="21937" y="10887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5" name="Candidate_receptor__2514">
              <a:extLst>
                <a:ext uri="{FF2B5EF4-FFF2-40B4-BE49-F238E27FC236}">
                  <a16:creationId xmlns:a16="http://schemas.microsoft.com/office/drawing/2014/main" id="{9CA2D933-AECE-870F-9B9A-E5527F6689B5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113837" cy="11934"/>
            </a:xfrm>
            <a:custGeom>
              <a:avLst/>
              <a:gdLst/>
              <a:ahLst/>
              <a:cxnLst/>
              <a:rect l="0" t="0" r="0" b="0"/>
              <a:pathLst>
                <a:path w="113837" h="11934">
                  <a:moveTo>
                    <a:pt x="113837" y="119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6" name="Candidate_receptor__2515">
              <a:extLst>
                <a:ext uri="{FF2B5EF4-FFF2-40B4-BE49-F238E27FC236}">
                  <a16:creationId xmlns:a16="http://schemas.microsoft.com/office/drawing/2014/main" id="{14673EA8-596A-932D-BA45-994C97D11F86}"/>
                </a:ext>
              </a:extLst>
            </p:cNvPr>
            <p:cNvSpPr>
              <a:spLocks noGrp="1"/>
            </p:cNvSpPr>
            <p:nvPr/>
          </p:nvSpPr>
          <p:spPr>
            <a:xfrm>
              <a:off x="5157208" y="5360242"/>
              <a:ext cx="2229" cy="96202"/>
            </a:xfrm>
            <a:custGeom>
              <a:avLst/>
              <a:gdLst/>
              <a:ahLst/>
              <a:cxnLst/>
              <a:rect l="0" t="0" r="0" b="0"/>
              <a:pathLst>
                <a:path w="2229" h="96202">
                  <a:moveTo>
                    <a:pt x="2229" y="96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7" name="Candidate_receptor__2516">
              <a:extLst>
                <a:ext uri="{FF2B5EF4-FFF2-40B4-BE49-F238E27FC236}">
                  <a16:creationId xmlns:a16="http://schemas.microsoft.com/office/drawing/2014/main" id="{9017790E-9241-0B1E-67AC-7A93A05D588D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46912"/>
              <a:ext cx="26694" cy="61103"/>
            </a:xfrm>
            <a:custGeom>
              <a:avLst/>
              <a:gdLst/>
              <a:ahLst/>
              <a:cxnLst/>
              <a:rect l="0" t="0" r="0" b="0"/>
              <a:pathLst>
                <a:path w="26694" h="61103">
                  <a:moveTo>
                    <a:pt x="26694" y="0"/>
                  </a:moveTo>
                  <a:lnTo>
                    <a:pt x="0" y="61103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8" name="Candidate_receptor__2517">
              <a:extLst>
                <a:ext uri="{FF2B5EF4-FFF2-40B4-BE49-F238E27FC236}">
                  <a16:creationId xmlns:a16="http://schemas.microsoft.com/office/drawing/2014/main" id="{A26C012D-A065-EF0F-4A8D-F0B8A2A5BEFB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83498"/>
              <a:ext cx="91775" cy="24420"/>
            </a:xfrm>
            <a:custGeom>
              <a:avLst/>
              <a:gdLst/>
              <a:ahLst/>
              <a:cxnLst/>
              <a:rect l="0" t="0" r="0" b="0"/>
              <a:pathLst>
                <a:path w="91775" h="24420">
                  <a:moveTo>
                    <a:pt x="0" y="0"/>
                  </a:moveTo>
                  <a:lnTo>
                    <a:pt x="91775" y="24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9" name="Candidate_receptor__2518">
              <a:extLst>
                <a:ext uri="{FF2B5EF4-FFF2-40B4-BE49-F238E27FC236}">
                  <a16:creationId xmlns:a16="http://schemas.microsoft.com/office/drawing/2014/main" id="{5708119C-EC78-4181-816D-86E02AEF7B41}"/>
                </a:ext>
              </a:extLst>
            </p:cNvPr>
            <p:cNvSpPr>
              <a:spLocks noGrp="1"/>
            </p:cNvSpPr>
            <p:nvPr/>
          </p:nvSpPr>
          <p:spPr>
            <a:xfrm>
              <a:off x="6517532" y="4635785"/>
              <a:ext cx="92170" cy="69163"/>
            </a:xfrm>
            <a:custGeom>
              <a:avLst/>
              <a:gdLst/>
              <a:ahLst/>
              <a:cxnLst/>
              <a:rect l="0" t="0" r="0" b="0"/>
              <a:pathLst>
                <a:path w="92170" h="69163">
                  <a:moveTo>
                    <a:pt x="0" y="69163"/>
                  </a:moveTo>
                  <a:lnTo>
                    <a:pt x="9217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0" name="Candidate_receptor__2519">
              <a:extLst>
                <a:ext uri="{FF2B5EF4-FFF2-40B4-BE49-F238E27FC236}">
                  <a16:creationId xmlns:a16="http://schemas.microsoft.com/office/drawing/2014/main" id="{486BACDF-F26D-1814-D5FB-D19E6C4A6C9B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635056"/>
              <a:ext cx="71312" cy="27264"/>
            </a:xfrm>
            <a:custGeom>
              <a:avLst/>
              <a:gdLst/>
              <a:ahLst/>
              <a:cxnLst/>
              <a:rect l="0" t="0" r="0" b="0"/>
              <a:pathLst>
                <a:path w="71312" h="27264">
                  <a:moveTo>
                    <a:pt x="0" y="27264"/>
                  </a:moveTo>
                  <a:lnTo>
                    <a:pt x="713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1" name="Candidate_receptor__2520">
              <a:extLst>
                <a:ext uri="{FF2B5EF4-FFF2-40B4-BE49-F238E27FC236}">
                  <a16:creationId xmlns:a16="http://schemas.microsoft.com/office/drawing/2014/main" id="{380CA22C-CE94-8A8B-DC62-6CE04B201781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347427"/>
              <a:ext cx="44150" cy="21453"/>
            </a:xfrm>
            <a:custGeom>
              <a:avLst/>
              <a:gdLst/>
              <a:ahLst/>
              <a:cxnLst/>
              <a:rect l="0" t="0" r="0" b="0"/>
              <a:pathLst>
                <a:path w="44150" h="21453">
                  <a:moveTo>
                    <a:pt x="0" y="0"/>
                  </a:moveTo>
                  <a:lnTo>
                    <a:pt x="44150" y="2145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2" name="Candidate_receptor__2521">
              <a:extLst>
                <a:ext uri="{FF2B5EF4-FFF2-40B4-BE49-F238E27FC236}">
                  <a16:creationId xmlns:a16="http://schemas.microsoft.com/office/drawing/2014/main" id="{A82D8AC6-11FC-4F78-0557-7D502CE1DDE7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7282"/>
              <a:ext cx="74145" cy="40855"/>
            </a:xfrm>
            <a:custGeom>
              <a:avLst/>
              <a:gdLst/>
              <a:ahLst/>
              <a:cxnLst/>
              <a:rect l="0" t="0" r="0" b="0"/>
              <a:pathLst>
                <a:path w="74145" h="40855">
                  <a:moveTo>
                    <a:pt x="0" y="40855"/>
                  </a:moveTo>
                  <a:lnTo>
                    <a:pt x="7414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3" name="Candidate_receptor__2522">
              <a:extLst>
                <a:ext uri="{FF2B5EF4-FFF2-40B4-BE49-F238E27FC236}">
                  <a16:creationId xmlns:a16="http://schemas.microsoft.com/office/drawing/2014/main" id="{D7E68434-7C81-24C6-CDA0-F0A88B24EAA2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58496"/>
              <a:ext cx="17481" cy="29414"/>
            </a:xfrm>
            <a:custGeom>
              <a:avLst/>
              <a:gdLst/>
              <a:ahLst/>
              <a:cxnLst/>
              <a:rect l="0" t="0" r="0" b="0"/>
              <a:pathLst>
                <a:path w="17481" h="29414">
                  <a:moveTo>
                    <a:pt x="17481" y="0"/>
                  </a:moveTo>
                  <a:lnTo>
                    <a:pt x="0" y="2941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4" name="Candidate_receptor__2523">
              <a:extLst>
                <a:ext uri="{FF2B5EF4-FFF2-40B4-BE49-F238E27FC236}">
                  <a16:creationId xmlns:a16="http://schemas.microsoft.com/office/drawing/2014/main" id="{24365FBA-7CF8-3994-110B-A994AC25DC4F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68670"/>
              <a:ext cx="41095" cy="98518"/>
            </a:xfrm>
            <a:custGeom>
              <a:avLst/>
              <a:gdLst/>
              <a:ahLst/>
              <a:cxnLst/>
              <a:rect l="0" t="0" r="0" b="0"/>
              <a:pathLst>
                <a:path w="41095" h="98518">
                  <a:moveTo>
                    <a:pt x="0" y="0"/>
                  </a:moveTo>
                  <a:lnTo>
                    <a:pt x="41095" y="9851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5" name="Candidate_receptor__2524">
              <a:extLst>
                <a:ext uri="{FF2B5EF4-FFF2-40B4-BE49-F238E27FC236}">
                  <a16:creationId xmlns:a16="http://schemas.microsoft.com/office/drawing/2014/main" id="{191BBF6F-BA13-BCA0-0587-4D9E185255B1}"/>
                </a:ext>
              </a:extLst>
            </p:cNvPr>
            <p:cNvSpPr>
              <a:spLocks noGrp="1"/>
            </p:cNvSpPr>
            <p:nvPr/>
          </p:nvSpPr>
          <p:spPr>
            <a:xfrm>
              <a:off x="6350068" y="3923690"/>
              <a:ext cx="66612" cy="84228"/>
            </a:xfrm>
            <a:custGeom>
              <a:avLst/>
              <a:gdLst/>
              <a:ahLst/>
              <a:cxnLst/>
              <a:rect l="0" t="0" r="0" b="0"/>
              <a:pathLst>
                <a:path w="66612" h="84228">
                  <a:moveTo>
                    <a:pt x="0" y="84228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6" name="Candidate_receptor__2525">
              <a:extLst>
                <a:ext uri="{FF2B5EF4-FFF2-40B4-BE49-F238E27FC236}">
                  <a16:creationId xmlns:a16="http://schemas.microsoft.com/office/drawing/2014/main" id="{A3217707-8535-3A43-73A3-2FE21C0B4494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080366"/>
              <a:ext cx="19364" cy="78053"/>
            </a:xfrm>
            <a:custGeom>
              <a:avLst/>
              <a:gdLst/>
              <a:ahLst/>
              <a:cxnLst/>
              <a:rect l="0" t="0" r="0" b="0"/>
              <a:pathLst>
                <a:path w="19364" h="78053">
                  <a:moveTo>
                    <a:pt x="0" y="78053"/>
                  </a:moveTo>
                  <a:lnTo>
                    <a:pt x="19364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7" name="Candidate_receptor__2526">
              <a:extLst>
                <a:ext uri="{FF2B5EF4-FFF2-40B4-BE49-F238E27FC236}">
                  <a16:creationId xmlns:a16="http://schemas.microsoft.com/office/drawing/2014/main" id="{BAFC1563-C3F3-1EBD-D9AA-D77EDFF7590A}"/>
                </a:ext>
              </a:extLst>
            </p:cNvPr>
            <p:cNvSpPr>
              <a:spLocks noGrp="1"/>
            </p:cNvSpPr>
            <p:nvPr/>
          </p:nvSpPr>
          <p:spPr>
            <a:xfrm>
              <a:off x="6026877" y="3860185"/>
              <a:ext cx="96058" cy="55911"/>
            </a:xfrm>
            <a:custGeom>
              <a:avLst/>
              <a:gdLst/>
              <a:ahLst/>
              <a:cxnLst/>
              <a:rect l="0" t="0" r="0" b="0"/>
              <a:pathLst>
                <a:path w="96058" h="55911">
                  <a:moveTo>
                    <a:pt x="0" y="0"/>
                  </a:moveTo>
                  <a:lnTo>
                    <a:pt x="96058" y="559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8" name="Candidate_receptor__2527">
              <a:extLst>
                <a:ext uri="{FF2B5EF4-FFF2-40B4-BE49-F238E27FC236}">
                  <a16:creationId xmlns:a16="http://schemas.microsoft.com/office/drawing/2014/main" id="{02464B7D-6041-20DC-44FA-3A26505F528F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85794"/>
              <a:ext cx="24609" cy="15306"/>
            </a:xfrm>
            <a:custGeom>
              <a:avLst/>
              <a:gdLst/>
              <a:ahLst/>
              <a:cxnLst/>
              <a:rect l="0" t="0" r="0" b="0"/>
              <a:pathLst>
                <a:path w="24609" h="15306">
                  <a:moveTo>
                    <a:pt x="0" y="0"/>
                  </a:moveTo>
                  <a:lnTo>
                    <a:pt x="24609" y="1530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29" name="Candidate_receptor__2528">
              <a:extLst>
                <a:ext uri="{FF2B5EF4-FFF2-40B4-BE49-F238E27FC236}">
                  <a16:creationId xmlns:a16="http://schemas.microsoft.com/office/drawing/2014/main" id="{B9F3531C-DF75-C6C4-B104-91277F928558}"/>
                </a:ext>
              </a:extLst>
            </p:cNvPr>
            <p:cNvSpPr>
              <a:spLocks noGrp="1"/>
            </p:cNvSpPr>
            <p:nvPr/>
          </p:nvSpPr>
          <p:spPr>
            <a:xfrm>
              <a:off x="5712339" y="4255881"/>
              <a:ext cx="3906" cy="101401"/>
            </a:xfrm>
            <a:custGeom>
              <a:avLst/>
              <a:gdLst/>
              <a:ahLst/>
              <a:cxnLst/>
              <a:rect l="0" t="0" r="0" b="0"/>
              <a:pathLst>
                <a:path w="3906" h="101401">
                  <a:moveTo>
                    <a:pt x="0" y="101401"/>
                  </a:moveTo>
                  <a:lnTo>
                    <a:pt x="39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0" name="Candidate_receptor__2529">
              <a:extLst>
                <a:ext uri="{FF2B5EF4-FFF2-40B4-BE49-F238E27FC236}">
                  <a16:creationId xmlns:a16="http://schemas.microsoft.com/office/drawing/2014/main" id="{9B2F7AD9-90E0-0BB8-594D-C6AC038CDCAE}"/>
                </a:ext>
              </a:extLst>
            </p:cNvPr>
            <p:cNvSpPr>
              <a:spLocks noGrp="1"/>
            </p:cNvSpPr>
            <p:nvPr/>
          </p:nvSpPr>
          <p:spPr>
            <a:xfrm>
              <a:off x="4806145" y="4548532"/>
              <a:ext cx="16711" cy="98380"/>
            </a:xfrm>
            <a:custGeom>
              <a:avLst/>
              <a:gdLst/>
              <a:ahLst/>
              <a:cxnLst/>
              <a:rect l="0" t="0" r="0" b="0"/>
              <a:pathLst>
                <a:path w="16711" h="98380">
                  <a:moveTo>
                    <a:pt x="16711" y="0"/>
                  </a:moveTo>
                  <a:lnTo>
                    <a:pt x="0" y="9838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1" name="Candidate_receptor__2530">
              <a:extLst>
                <a:ext uri="{FF2B5EF4-FFF2-40B4-BE49-F238E27FC236}">
                  <a16:creationId xmlns:a16="http://schemas.microsoft.com/office/drawing/2014/main" id="{FB9374BB-BCC0-DDF4-8716-220B7C2FCB2F}"/>
                </a:ext>
              </a:extLst>
            </p:cNvPr>
            <p:cNvSpPr>
              <a:spLocks noGrp="1"/>
            </p:cNvSpPr>
            <p:nvPr/>
          </p:nvSpPr>
          <p:spPr>
            <a:xfrm>
              <a:off x="5320897" y="5073108"/>
              <a:ext cx="56560" cy="65492"/>
            </a:xfrm>
            <a:custGeom>
              <a:avLst/>
              <a:gdLst/>
              <a:ahLst/>
              <a:cxnLst/>
              <a:rect l="0" t="0" r="0" b="0"/>
              <a:pathLst>
                <a:path w="56560" h="65492">
                  <a:moveTo>
                    <a:pt x="56560" y="0"/>
                  </a:moveTo>
                  <a:lnTo>
                    <a:pt x="0" y="6549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2" name="Candidate_receptor__2531">
              <a:extLst>
                <a:ext uri="{FF2B5EF4-FFF2-40B4-BE49-F238E27FC236}">
                  <a16:creationId xmlns:a16="http://schemas.microsoft.com/office/drawing/2014/main" id="{80069DEC-E938-0400-E480-14AC9F03F160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607784"/>
              <a:ext cx="112545" cy="24067"/>
            </a:xfrm>
            <a:custGeom>
              <a:avLst/>
              <a:gdLst/>
              <a:ahLst/>
              <a:cxnLst/>
              <a:rect l="0" t="0" r="0" b="0"/>
              <a:pathLst>
                <a:path w="112545" h="24067">
                  <a:moveTo>
                    <a:pt x="112545" y="24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3" name="Candidate_receptor__2532">
              <a:extLst>
                <a:ext uri="{FF2B5EF4-FFF2-40B4-BE49-F238E27FC236}">
                  <a16:creationId xmlns:a16="http://schemas.microsoft.com/office/drawing/2014/main" id="{F183055D-DA3C-742D-5F1B-F82489E5E0A9}"/>
                </a:ext>
              </a:extLst>
            </p:cNvPr>
            <p:cNvSpPr>
              <a:spLocks noGrp="1"/>
            </p:cNvSpPr>
            <p:nvPr/>
          </p:nvSpPr>
          <p:spPr>
            <a:xfrm>
              <a:off x="5802104" y="4734803"/>
              <a:ext cx="25504" cy="73583"/>
            </a:xfrm>
            <a:custGeom>
              <a:avLst/>
              <a:gdLst/>
              <a:ahLst/>
              <a:cxnLst/>
              <a:rect l="0" t="0" r="0" b="0"/>
              <a:pathLst>
                <a:path w="25504" h="73583">
                  <a:moveTo>
                    <a:pt x="25504" y="735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4" name="Candidate_receptor__2533">
              <a:extLst>
                <a:ext uri="{FF2B5EF4-FFF2-40B4-BE49-F238E27FC236}">
                  <a16:creationId xmlns:a16="http://schemas.microsoft.com/office/drawing/2014/main" id="{A532BD82-E265-BF33-7988-B32CB80650E5}"/>
                </a:ext>
              </a:extLst>
            </p:cNvPr>
            <p:cNvSpPr>
              <a:spLocks noGrp="1"/>
            </p:cNvSpPr>
            <p:nvPr/>
          </p:nvSpPr>
          <p:spPr>
            <a:xfrm>
              <a:off x="5377458" y="5033582"/>
              <a:ext cx="73113" cy="39527"/>
            </a:xfrm>
            <a:custGeom>
              <a:avLst/>
              <a:gdLst/>
              <a:ahLst/>
              <a:cxnLst/>
              <a:rect l="0" t="0" r="0" b="0"/>
              <a:pathLst>
                <a:path w="73113" h="39527">
                  <a:moveTo>
                    <a:pt x="73113" y="0"/>
                  </a:moveTo>
                  <a:lnTo>
                    <a:pt x="0" y="39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5" name="Candidate_receptor__2534">
              <a:extLst>
                <a:ext uri="{FF2B5EF4-FFF2-40B4-BE49-F238E27FC236}">
                  <a16:creationId xmlns:a16="http://schemas.microsoft.com/office/drawing/2014/main" id="{D5D80989-214C-8145-8BFB-D9EA9341C1F7}"/>
                </a:ext>
              </a:extLst>
            </p:cNvPr>
            <p:cNvSpPr>
              <a:spLocks noGrp="1"/>
            </p:cNvSpPr>
            <p:nvPr/>
          </p:nvSpPr>
          <p:spPr>
            <a:xfrm>
              <a:off x="5557201" y="5089797"/>
              <a:ext cx="60100" cy="26711"/>
            </a:xfrm>
            <a:custGeom>
              <a:avLst/>
              <a:gdLst/>
              <a:ahLst/>
              <a:cxnLst/>
              <a:rect l="0" t="0" r="0" b="0"/>
              <a:pathLst>
                <a:path w="60100" h="26711">
                  <a:moveTo>
                    <a:pt x="60100" y="267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6" name="Candidate_receptor__2535">
              <a:extLst>
                <a:ext uri="{FF2B5EF4-FFF2-40B4-BE49-F238E27FC236}">
                  <a16:creationId xmlns:a16="http://schemas.microsoft.com/office/drawing/2014/main" id="{D07D49D3-31BC-309E-2275-D62A7CF4C420}"/>
                </a:ext>
              </a:extLst>
            </p:cNvPr>
            <p:cNvSpPr>
              <a:spLocks noGrp="1"/>
            </p:cNvSpPr>
            <p:nvPr/>
          </p:nvSpPr>
          <p:spPr>
            <a:xfrm>
              <a:off x="5764177" y="3780073"/>
              <a:ext cx="104353" cy="24103"/>
            </a:xfrm>
            <a:custGeom>
              <a:avLst/>
              <a:gdLst/>
              <a:ahLst/>
              <a:cxnLst/>
              <a:rect l="0" t="0" r="0" b="0"/>
              <a:pathLst>
                <a:path w="104353" h="24103">
                  <a:moveTo>
                    <a:pt x="104353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7" name="Candidate_receptor__2536">
              <a:extLst>
                <a:ext uri="{FF2B5EF4-FFF2-40B4-BE49-F238E27FC236}">
                  <a16:creationId xmlns:a16="http://schemas.microsoft.com/office/drawing/2014/main" id="{06FCE1B9-D1B6-2FF8-B3AB-058233E2FA72}"/>
                </a:ext>
              </a:extLst>
            </p:cNvPr>
            <p:cNvSpPr>
              <a:spLocks noGrp="1"/>
            </p:cNvSpPr>
            <p:nvPr/>
          </p:nvSpPr>
          <p:spPr>
            <a:xfrm>
              <a:off x="4676724" y="4430393"/>
              <a:ext cx="43671" cy="52303"/>
            </a:xfrm>
            <a:custGeom>
              <a:avLst/>
              <a:gdLst/>
              <a:ahLst/>
              <a:cxnLst/>
              <a:rect l="0" t="0" r="0" b="0"/>
              <a:pathLst>
                <a:path w="43671" h="52303">
                  <a:moveTo>
                    <a:pt x="0" y="0"/>
                  </a:moveTo>
                  <a:lnTo>
                    <a:pt x="43671" y="5230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8" name="Candidate_receptor__2537">
              <a:extLst>
                <a:ext uri="{FF2B5EF4-FFF2-40B4-BE49-F238E27FC236}">
                  <a16:creationId xmlns:a16="http://schemas.microsoft.com/office/drawing/2014/main" id="{755250D7-01BB-D73E-C9B4-04C156C74EF9}"/>
                </a:ext>
              </a:extLst>
            </p:cNvPr>
            <p:cNvSpPr>
              <a:spLocks noGrp="1"/>
            </p:cNvSpPr>
            <p:nvPr/>
          </p:nvSpPr>
          <p:spPr>
            <a:xfrm>
              <a:off x="4722471" y="2201370"/>
              <a:ext cx="34568" cy="109725"/>
            </a:xfrm>
            <a:custGeom>
              <a:avLst/>
              <a:gdLst/>
              <a:ahLst/>
              <a:cxnLst/>
              <a:rect l="0" t="0" r="0" b="0"/>
              <a:pathLst>
                <a:path w="34568" h="109725">
                  <a:moveTo>
                    <a:pt x="0" y="0"/>
                  </a:moveTo>
                  <a:lnTo>
                    <a:pt x="34568" y="10972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9" name="Candidate_receptor__2538">
              <a:extLst>
                <a:ext uri="{FF2B5EF4-FFF2-40B4-BE49-F238E27FC236}">
                  <a16:creationId xmlns:a16="http://schemas.microsoft.com/office/drawing/2014/main" id="{BB04CB86-16DD-2021-A2E7-63C8CF1ABE85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96590"/>
              <a:ext cx="112176" cy="18086"/>
            </a:xfrm>
            <a:custGeom>
              <a:avLst/>
              <a:gdLst/>
              <a:ahLst/>
              <a:cxnLst/>
              <a:rect l="0" t="0" r="0" b="0"/>
              <a:pathLst>
                <a:path w="112176" h="18086">
                  <a:moveTo>
                    <a:pt x="112176" y="180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0" name="Candidate_receptor__2539">
              <a:extLst>
                <a:ext uri="{FF2B5EF4-FFF2-40B4-BE49-F238E27FC236}">
                  <a16:creationId xmlns:a16="http://schemas.microsoft.com/office/drawing/2014/main" id="{3EB19989-7FAC-C6D3-A3D5-EE1FB6BA46E2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70618"/>
              <a:ext cx="27594" cy="3072"/>
            </a:xfrm>
            <a:custGeom>
              <a:avLst/>
              <a:gdLst/>
              <a:ahLst/>
              <a:cxnLst/>
              <a:rect l="0" t="0" r="0" b="0"/>
              <a:pathLst>
                <a:path w="27594" h="3072">
                  <a:moveTo>
                    <a:pt x="0" y="3072"/>
                  </a:moveTo>
                  <a:lnTo>
                    <a:pt x="275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1" name="Candidate_receptor__2540">
              <a:extLst>
                <a:ext uri="{FF2B5EF4-FFF2-40B4-BE49-F238E27FC236}">
                  <a16:creationId xmlns:a16="http://schemas.microsoft.com/office/drawing/2014/main" id="{70A03ACF-28F5-7BC8-FC1C-3E9AC807D114}"/>
                </a:ext>
              </a:extLst>
            </p:cNvPr>
            <p:cNvSpPr>
              <a:spLocks noGrp="1"/>
            </p:cNvSpPr>
            <p:nvPr/>
          </p:nvSpPr>
          <p:spPr>
            <a:xfrm>
              <a:off x="5199227" y="4978485"/>
              <a:ext cx="78966" cy="73707"/>
            </a:xfrm>
            <a:custGeom>
              <a:avLst/>
              <a:gdLst/>
              <a:ahLst/>
              <a:cxnLst/>
              <a:rect l="0" t="0" r="0" b="0"/>
              <a:pathLst>
                <a:path w="78966" h="73707">
                  <a:moveTo>
                    <a:pt x="78966" y="0"/>
                  </a:moveTo>
                  <a:lnTo>
                    <a:pt x="0" y="7370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2" name="Candidate_receptor__2541">
              <a:extLst>
                <a:ext uri="{FF2B5EF4-FFF2-40B4-BE49-F238E27FC236}">
                  <a16:creationId xmlns:a16="http://schemas.microsoft.com/office/drawing/2014/main" id="{E610D283-53B7-0555-135A-083395F23D65}"/>
                </a:ext>
              </a:extLst>
            </p:cNvPr>
            <p:cNvSpPr>
              <a:spLocks noGrp="1"/>
            </p:cNvSpPr>
            <p:nvPr/>
          </p:nvSpPr>
          <p:spPr>
            <a:xfrm>
              <a:off x="6037393" y="4098881"/>
              <a:ext cx="98159" cy="59332"/>
            </a:xfrm>
            <a:custGeom>
              <a:avLst/>
              <a:gdLst/>
              <a:ahLst/>
              <a:cxnLst/>
              <a:rect l="0" t="0" r="0" b="0"/>
              <a:pathLst>
                <a:path w="98159" h="59332">
                  <a:moveTo>
                    <a:pt x="98159" y="0"/>
                  </a:moveTo>
                  <a:lnTo>
                    <a:pt x="0" y="5933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3" name="Candidate_receptor__2542">
              <a:extLst>
                <a:ext uri="{FF2B5EF4-FFF2-40B4-BE49-F238E27FC236}">
                  <a16:creationId xmlns:a16="http://schemas.microsoft.com/office/drawing/2014/main" id="{12BF5FFF-E7E7-42F1-DDDB-F48000D78C11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921253"/>
              <a:ext cx="89735" cy="28359"/>
            </a:xfrm>
            <a:custGeom>
              <a:avLst/>
              <a:gdLst/>
              <a:ahLst/>
              <a:cxnLst/>
              <a:rect l="0" t="0" r="0" b="0"/>
              <a:pathLst>
                <a:path w="89735" h="28359">
                  <a:moveTo>
                    <a:pt x="89735" y="283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4" name="Candidate_receptor__2543">
              <a:extLst>
                <a:ext uri="{FF2B5EF4-FFF2-40B4-BE49-F238E27FC236}">
                  <a16:creationId xmlns:a16="http://schemas.microsoft.com/office/drawing/2014/main" id="{A8AEDE72-B199-B289-0753-799B0C20292A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26496" cy="72253"/>
            </a:xfrm>
            <a:custGeom>
              <a:avLst/>
              <a:gdLst/>
              <a:ahLst/>
              <a:cxnLst/>
              <a:rect l="0" t="0" r="0" b="0"/>
              <a:pathLst>
                <a:path w="26496" h="72253">
                  <a:moveTo>
                    <a:pt x="26496" y="722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45" name="Candidate_receptor__2544">
              <a:extLst>
                <a:ext uri="{FF2B5EF4-FFF2-40B4-BE49-F238E27FC236}">
                  <a16:creationId xmlns:a16="http://schemas.microsoft.com/office/drawing/2014/main" id="{0F2B2EFB-100C-DEC7-7955-96F7B8051EAC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65165"/>
              <a:ext cx="3468" cy="2454"/>
            </a:xfrm>
            <a:custGeom>
              <a:avLst/>
              <a:gdLst/>
              <a:ahLst/>
              <a:cxnLst/>
              <a:rect l="0" t="0" r="0" b="0"/>
              <a:pathLst>
                <a:path w="3468" h="2454">
                  <a:moveTo>
                    <a:pt x="0" y="2454"/>
                  </a:moveTo>
                  <a:lnTo>
                    <a:pt x="34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6" name="Candidate_receptor__2545">
              <a:extLst>
                <a:ext uri="{FF2B5EF4-FFF2-40B4-BE49-F238E27FC236}">
                  <a16:creationId xmlns:a16="http://schemas.microsoft.com/office/drawing/2014/main" id="{94DC7259-9AA0-BAA7-A337-18CBCBFD5AE3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808386"/>
              <a:ext cx="48138" cy="94257"/>
            </a:xfrm>
            <a:custGeom>
              <a:avLst/>
              <a:gdLst/>
              <a:ahLst/>
              <a:cxnLst/>
              <a:rect l="0" t="0" r="0" b="0"/>
              <a:pathLst>
                <a:path w="48138" h="94257">
                  <a:moveTo>
                    <a:pt x="0" y="94257"/>
                  </a:moveTo>
                  <a:lnTo>
                    <a:pt x="4813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7" name="Candidate_receptor__2546">
              <a:extLst>
                <a:ext uri="{FF2B5EF4-FFF2-40B4-BE49-F238E27FC236}">
                  <a16:creationId xmlns:a16="http://schemas.microsoft.com/office/drawing/2014/main" id="{7789562A-0029-AD60-A79F-D7135B4B700F}"/>
                </a:ext>
              </a:extLst>
            </p:cNvPr>
            <p:cNvSpPr>
              <a:spLocks noGrp="1"/>
            </p:cNvSpPr>
            <p:nvPr/>
          </p:nvSpPr>
          <p:spPr>
            <a:xfrm>
              <a:off x="5889255" y="4261458"/>
              <a:ext cx="104801" cy="14188"/>
            </a:xfrm>
            <a:custGeom>
              <a:avLst/>
              <a:gdLst/>
              <a:ahLst/>
              <a:cxnLst/>
              <a:rect l="0" t="0" r="0" b="0"/>
              <a:pathLst>
                <a:path w="104801" h="14188">
                  <a:moveTo>
                    <a:pt x="104801" y="14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8" name="Candidate_receptor__2547">
              <a:extLst>
                <a:ext uri="{FF2B5EF4-FFF2-40B4-BE49-F238E27FC236}">
                  <a16:creationId xmlns:a16="http://schemas.microsoft.com/office/drawing/2014/main" id="{6406DC6D-F8A7-B21C-1122-66E309F5FF52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70121"/>
              <a:ext cx="111339" cy="20961"/>
            </a:xfrm>
            <a:custGeom>
              <a:avLst/>
              <a:gdLst/>
              <a:ahLst/>
              <a:cxnLst/>
              <a:rect l="0" t="0" r="0" b="0"/>
              <a:pathLst>
                <a:path w="111339" h="20961">
                  <a:moveTo>
                    <a:pt x="111339" y="20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9" name="Candidate_receptor__2548">
              <a:extLst>
                <a:ext uri="{FF2B5EF4-FFF2-40B4-BE49-F238E27FC236}">
                  <a16:creationId xmlns:a16="http://schemas.microsoft.com/office/drawing/2014/main" id="{ABE43DEF-95E1-FDF5-9ECE-561BAB0ACA98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24842"/>
              <a:ext cx="39274" cy="72157"/>
            </a:xfrm>
            <a:custGeom>
              <a:avLst/>
              <a:gdLst/>
              <a:ahLst/>
              <a:cxnLst/>
              <a:rect l="0" t="0" r="0" b="0"/>
              <a:pathLst>
                <a:path w="39274" h="72157">
                  <a:moveTo>
                    <a:pt x="0" y="72157"/>
                  </a:moveTo>
                  <a:lnTo>
                    <a:pt x="39274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0" name="Candidate_receptor__2549">
              <a:extLst>
                <a:ext uri="{FF2B5EF4-FFF2-40B4-BE49-F238E27FC236}">
                  <a16:creationId xmlns:a16="http://schemas.microsoft.com/office/drawing/2014/main" id="{BAA2A8C9-B404-C4EA-BD82-DEB019AE94AB}"/>
                </a:ext>
              </a:extLst>
            </p:cNvPr>
            <p:cNvSpPr>
              <a:spLocks noGrp="1"/>
            </p:cNvSpPr>
            <p:nvPr/>
          </p:nvSpPr>
          <p:spPr>
            <a:xfrm>
              <a:off x="5023770" y="4937005"/>
              <a:ext cx="80467" cy="81551"/>
            </a:xfrm>
            <a:custGeom>
              <a:avLst/>
              <a:gdLst/>
              <a:ahLst/>
              <a:cxnLst/>
              <a:rect l="0" t="0" r="0" b="0"/>
              <a:pathLst>
                <a:path w="80467" h="81551">
                  <a:moveTo>
                    <a:pt x="80467" y="0"/>
                  </a:moveTo>
                  <a:lnTo>
                    <a:pt x="0" y="8155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1" name="Candidate_receptor__2550">
              <a:extLst>
                <a:ext uri="{FF2B5EF4-FFF2-40B4-BE49-F238E27FC236}">
                  <a16:creationId xmlns:a16="http://schemas.microsoft.com/office/drawing/2014/main" id="{A3575AA0-FA2A-38E9-4615-D34FA3CDE392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23750"/>
              <a:ext cx="112910" cy="23245"/>
            </a:xfrm>
            <a:custGeom>
              <a:avLst/>
              <a:gdLst/>
              <a:ahLst/>
              <a:cxnLst/>
              <a:rect l="0" t="0" r="0" b="0"/>
              <a:pathLst>
                <a:path w="112910" h="23245">
                  <a:moveTo>
                    <a:pt x="112910" y="0"/>
                  </a:moveTo>
                  <a:lnTo>
                    <a:pt x="0" y="232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2" name="Candidate_receptor__2551">
              <a:extLst>
                <a:ext uri="{FF2B5EF4-FFF2-40B4-BE49-F238E27FC236}">
                  <a16:creationId xmlns:a16="http://schemas.microsoft.com/office/drawing/2014/main" id="{64ACCAC7-5270-A7A1-B392-47D501D1D143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415829"/>
              <a:ext cx="56716" cy="6628"/>
            </a:xfrm>
            <a:custGeom>
              <a:avLst/>
              <a:gdLst/>
              <a:ahLst/>
              <a:cxnLst/>
              <a:rect l="0" t="0" r="0" b="0"/>
              <a:pathLst>
                <a:path w="56716" h="6628">
                  <a:moveTo>
                    <a:pt x="56716" y="0"/>
                  </a:moveTo>
                  <a:lnTo>
                    <a:pt x="0" y="66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3" name="Candidate_receptor__2552">
              <a:extLst>
                <a:ext uri="{FF2B5EF4-FFF2-40B4-BE49-F238E27FC236}">
                  <a16:creationId xmlns:a16="http://schemas.microsoft.com/office/drawing/2014/main" id="{CB4C9D8F-4AC8-AFD5-8EE2-989487D8F861}"/>
                </a:ext>
              </a:extLst>
            </p:cNvPr>
            <p:cNvSpPr>
              <a:spLocks noGrp="1"/>
            </p:cNvSpPr>
            <p:nvPr/>
          </p:nvSpPr>
          <p:spPr>
            <a:xfrm>
              <a:off x="5353158" y="4523750"/>
              <a:ext cx="29893" cy="111306"/>
            </a:xfrm>
            <a:custGeom>
              <a:avLst/>
              <a:gdLst/>
              <a:ahLst/>
              <a:cxnLst/>
              <a:rect l="0" t="0" r="0" b="0"/>
              <a:pathLst>
                <a:path w="29893" h="111306">
                  <a:moveTo>
                    <a:pt x="29893" y="1113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4" name="Candidate_receptor__2553">
              <a:extLst>
                <a:ext uri="{FF2B5EF4-FFF2-40B4-BE49-F238E27FC236}">
                  <a16:creationId xmlns:a16="http://schemas.microsoft.com/office/drawing/2014/main" id="{A8F21EDB-A071-A4C8-12C7-69E27531D59A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47054"/>
              <a:ext cx="27163" cy="23899"/>
            </a:xfrm>
            <a:custGeom>
              <a:avLst/>
              <a:gdLst/>
              <a:ahLst/>
              <a:cxnLst/>
              <a:rect l="0" t="0" r="0" b="0"/>
              <a:pathLst>
                <a:path w="27163" h="23899">
                  <a:moveTo>
                    <a:pt x="27163" y="0"/>
                  </a:moveTo>
                  <a:lnTo>
                    <a:pt x="0" y="2389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5" name="Candidate_receptor__2554">
              <a:extLst>
                <a:ext uri="{FF2B5EF4-FFF2-40B4-BE49-F238E27FC236}">
                  <a16:creationId xmlns:a16="http://schemas.microsoft.com/office/drawing/2014/main" id="{32F74939-B620-8D50-B28D-1D1E11B97C5C}"/>
                </a:ext>
              </a:extLst>
            </p:cNvPr>
            <p:cNvSpPr>
              <a:spLocks noGrp="1"/>
            </p:cNvSpPr>
            <p:nvPr/>
          </p:nvSpPr>
          <p:spPr>
            <a:xfrm>
              <a:off x="5375444" y="5472288"/>
              <a:ext cx="100763" cy="51440"/>
            </a:xfrm>
            <a:custGeom>
              <a:avLst/>
              <a:gdLst/>
              <a:ahLst/>
              <a:cxnLst/>
              <a:rect l="0" t="0" r="0" b="0"/>
              <a:pathLst>
                <a:path w="100763" h="51440">
                  <a:moveTo>
                    <a:pt x="100763" y="0"/>
                  </a:moveTo>
                  <a:lnTo>
                    <a:pt x="0" y="5144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6" name="Candidate_receptor__2555">
              <a:extLst>
                <a:ext uri="{FF2B5EF4-FFF2-40B4-BE49-F238E27FC236}">
                  <a16:creationId xmlns:a16="http://schemas.microsoft.com/office/drawing/2014/main" id="{FD3DF89A-DA1A-5DF2-C69F-610B9CEEA386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25869"/>
              <a:ext cx="104616" cy="34905"/>
            </a:xfrm>
            <a:custGeom>
              <a:avLst/>
              <a:gdLst/>
              <a:ahLst/>
              <a:cxnLst/>
              <a:rect l="0" t="0" r="0" b="0"/>
              <a:pathLst>
                <a:path w="104616" h="34905">
                  <a:moveTo>
                    <a:pt x="104616" y="0"/>
                  </a:moveTo>
                  <a:lnTo>
                    <a:pt x="0" y="3490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7" name="Candidate_receptor__2556">
              <a:extLst>
                <a:ext uri="{FF2B5EF4-FFF2-40B4-BE49-F238E27FC236}">
                  <a16:creationId xmlns:a16="http://schemas.microsoft.com/office/drawing/2014/main" id="{D9938DA3-E163-693A-F5F1-CC25040AEE94}"/>
                </a:ext>
              </a:extLst>
            </p:cNvPr>
            <p:cNvSpPr>
              <a:spLocks noGrp="1"/>
            </p:cNvSpPr>
            <p:nvPr/>
          </p:nvSpPr>
          <p:spPr>
            <a:xfrm>
              <a:off x="5844144" y="3949612"/>
              <a:ext cx="64395" cy="25460"/>
            </a:xfrm>
            <a:custGeom>
              <a:avLst/>
              <a:gdLst/>
              <a:ahLst/>
              <a:cxnLst/>
              <a:rect l="0" t="0" r="0" b="0"/>
              <a:pathLst>
                <a:path w="64395" h="25460">
                  <a:moveTo>
                    <a:pt x="64395" y="254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8" name="Candidate_receptor__2557">
              <a:extLst>
                <a:ext uri="{FF2B5EF4-FFF2-40B4-BE49-F238E27FC236}">
                  <a16:creationId xmlns:a16="http://schemas.microsoft.com/office/drawing/2014/main" id="{331E9C8A-4A70-B009-38BB-37C4F4254DAA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1547"/>
              <a:ext cx="39032" cy="6531"/>
            </a:xfrm>
            <a:custGeom>
              <a:avLst/>
              <a:gdLst/>
              <a:ahLst/>
              <a:cxnLst/>
              <a:rect l="0" t="0" r="0" b="0"/>
              <a:pathLst>
                <a:path w="39032" h="6531">
                  <a:moveTo>
                    <a:pt x="0" y="6531"/>
                  </a:moveTo>
                  <a:lnTo>
                    <a:pt x="39032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9" name="Candidate_receptor__2558">
              <a:extLst>
                <a:ext uri="{FF2B5EF4-FFF2-40B4-BE49-F238E27FC236}">
                  <a16:creationId xmlns:a16="http://schemas.microsoft.com/office/drawing/2014/main" id="{BBCA52D3-9CBC-EC06-253A-646C8A084FA6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94310"/>
              <a:ext cx="104912" cy="40765"/>
            </a:xfrm>
            <a:custGeom>
              <a:avLst/>
              <a:gdLst/>
              <a:ahLst/>
              <a:cxnLst/>
              <a:rect l="0" t="0" r="0" b="0"/>
              <a:pathLst>
                <a:path w="104912" h="40765">
                  <a:moveTo>
                    <a:pt x="0" y="0"/>
                  </a:moveTo>
                  <a:lnTo>
                    <a:pt x="104912" y="407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0" name="Candidate_receptor__2559">
              <a:extLst>
                <a:ext uri="{FF2B5EF4-FFF2-40B4-BE49-F238E27FC236}">
                  <a16:creationId xmlns:a16="http://schemas.microsoft.com/office/drawing/2014/main" id="{A967154E-C23C-24D1-F0F7-4B69EA68F578}"/>
                </a:ext>
              </a:extLst>
            </p:cNvPr>
            <p:cNvSpPr>
              <a:spLocks noGrp="1"/>
            </p:cNvSpPr>
            <p:nvPr/>
          </p:nvSpPr>
          <p:spPr>
            <a:xfrm>
              <a:off x="5971340" y="4426740"/>
              <a:ext cx="84806" cy="9457"/>
            </a:xfrm>
            <a:custGeom>
              <a:avLst/>
              <a:gdLst/>
              <a:ahLst/>
              <a:cxnLst/>
              <a:rect l="0" t="0" r="0" b="0"/>
              <a:pathLst>
                <a:path w="84806" h="9457">
                  <a:moveTo>
                    <a:pt x="84806" y="94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1" name="Candidate_receptor__2560">
              <a:extLst>
                <a:ext uri="{FF2B5EF4-FFF2-40B4-BE49-F238E27FC236}">
                  <a16:creationId xmlns:a16="http://schemas.microsoft.com/office/drawing/2014/main" id="{2D03D755-05A0-41F3-4A81-9D4A0D7C2F6B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405998"/>
              <a:ext cx="81969" cy="20741"/>
            </a:xfrm>
            <a:custGeom>
              <a:avLst/>
              <a:gdLst/>
              <a:ahLst/>
              <a:cxnLst/>
              <a:rect l="0" t="0" r="0" b="0"/>
              <a:pathLst>
                <a:path w="81969" h="20741">
                  <a:moveTo>
                    <a:pt x="81969" y="207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2" name="Candidate_receptor__2561">
              <a:extLst>
                <a:ext uri="{FF2B5EF4-FFF2-40B4-BE49-F238E27FC236}">
                  <a16:creationId xmlns:a16="http://schemas.microsoft.com/office/drawing/2014/main" id="{BF06A58C-92E1-0784-4C0A-13F61591088B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27211"/>
              <a:ext cx="80514" cy="47162"/>
            </a:xfrm>
            <a:custGeom>
              <a:avLst/>
              <a:gdLst/>
              <a:ahLst/>
              <a:cxnLst/>
              <a:rect l="0" t="0" r="0" b="0"/>
              <a:pathLst>
                <a:path w="80514" h="47162">
                  <a:moveTo>
                    <a:pt x="80514" y="0"/>
                  </a:moveTo>
                  <a:lnTo>
                    <a:pt x="0" y="4716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3" name="Candidate_receptor__2562">
              <a:extLst>
                <a:ext uri="{FF2B5EF4-FFF2-40B4-BE49-F238E27FC236}">
                  <a16:creationId xmlns:a16="http://schemas.microsoft.com/office/drawing/2014/main" id="{671E0CE1-94A5-3AA4-BB51-9D3544549A20}"/>
                </a:ext>
              </a:extLst>
            </p:cNvPr>
            <p:cNvSpPr>
              <a:spLocks noGrp="1"/>
            </p:cNvSpPr>
            <p:nvPr/>
          </p:nvSpPr>
          <p:spPr>
            <a:xfrm>
              <a:off x="5468793" y="5139824"/>
              <a:ext cx="21193" cy="41084"/>
            </a:xfrm>
            <a:custGeom>
              <a:avLst/>
              <a:gdLst/>
              <a:ahLst/>
              <a:cxnLst/>
              <a:rect l="0" t="0" r="0" b="0"/>
              <a:pathLst>
                <a:path w="21193" h="41084">
                  <a:moveTo>
                    <a:pt x="21193" y="410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4" name="Candidate_receptor__2563">
              <a:extLst>
                <a:ext uri="{FF2B5EF4-FFF2-40B4-BE49-F238E27FC236}">
                  <a16:creationId xmlns:a16="http://schemas.microsoft.com/office/drawing/2014/main" id="{D9B60AED-EB2E-CC28-AF80-D33E9C942516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693597"/>
              <a:ext cx="88560" cy="72109"/>
            </a:xfrm>
            <a:custGeom>
              <a:avLst/>
              <a:gdLst/>
              <a:ahLst/>
              <a:cxnLst/>
              <a:rect l="0" t="0" r="0" b="0"/>
              <a:pathLst>
                <a:path w="88560" h="72109">
                  <a:moveTo>
                    <a:pt x="0" y="72109"/>
                  </a:moveTo>
                  <a:lnTo>
                    <a:pt x="8856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5" name="Candidate_receptor__2564">
              <a:extLst>
                <a:ext uri="{FF2B5EF4-FFF2-40B4-BE49-F238E27FC236}">
                  <a16:creationId xmlns:a16="http://schemas.microsoft.com/office/drawing/2014/main" id="{F3C0D833-5752-553C-03DF-A4CD4D87BFCD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63655"/>
              <a:ext cx="73928" cy="16281"/>
            </a:xfrm>
            <a:custGeom>
              <a:avLst/>
              <a:gdLst/>
              <a:ahLst/>
              <a:cxnLst/>
              <a:rect l="0" t="0" r="0" b="0"/>
              <a:pathLst>
                <a:path w="73928" h="16281">
                  <a:moveTo>
                    <a:pt x="73928" y="0"/>
                  </a:moveTo>
                  <a:lnTo>
                    <a:pt x="0" y="1628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6" name="Candidate_receptor__2565">
              <a:extLst>
                <a:ext uri="{FF2B5EF4-FFF2-40B4-BE49-F238E27FC236}">
                  <a16:creationId xmlns:a16="http://schemas.microsoft.com/office/drawing/2014/main" id="{A621711D-675F-EE0A-5FF4-C7556F2E34AA}"/>
                </a:ext>
              </a:extLst>
            </p:cNvPr>
            <p:cNvSpPr>
              <a:spLocks noGrp="1"/>
            </p:cNvSpPr>
            <p:nvPr/>
          </p:nvSpPr>
          <p:spPr>
            <a:xfrm>
              <a:off x="5617301" y="5116508"/>
              <a:ext cx="3786" cy="110265"/>
            </a:xfrm>
            <a:custGeom>
              <a:avLst/>
              <a:gdLst/>
              <a:ahLst/>
              <a:cxnLst/>
              <a:rect l="0" t="0" r="0" b="0"/>
              <a:pathLst>
                <a:path w="3786" h="110265">
                  <a:moveTo>
                    <a:pt x="3786" y="1102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7" name="Candidate_receptor__2566">
              <a:extLst>
                <a:ext uri="{FF2B5EF4-FFF2-40B4-BE49-F238E27FC236}">
                  <a16:creationId xmlns:a16="http://schemas.microsoft.com/office/drawing/2014/main" id="{0D0983A6-77EC-6CC8-86BB-0757DAA24F4A}"/>
                </a:ext>
              </a:extLst>
            </p:cNvPr>
            <p:cNvSpPr>
              <a:spLocks noGrp="1"/>
            </p:cNvSpPr>
            <p:nvPr/>
          </p:nvSpPr>
          <p:spPr>
            <a:xfrm>
              <a:off x="5653424" y="4627211"/>
              <a:ext cx="82608" cy="30210"/>
            </a:xfrm>
            <a:custGeom>
              <a:avLst/>
              <a:gdLst/>
              <a:ahLst/>
              <a:cxnLst/>
              <a:rect l="0" t="0" r="0" b="0"/>
              <a:pathLst>
                <a:path w="82608" h="30210">
                  <a:moveTo>
                    <a:pt x="82608" y="302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8" name="Candidate_receptor__2567">
              <a:extLst>
                <a:ext uri="{FF2B5EF4-FFF2-40B4-BE49-F238E27FC236}">
                  <a16:creationId xmlns:a16="http://schemas.microsoft.com/office/drawing/2014/main" id="{5561C48B-94B4-3699-3B38-9C4C2DF23E13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739302"/>
              <a:ext cx="37035" cy="40771"/>
            </a:xfrm>
            <a:custGeom>
              <a:avLst/>
              <a:gdLst/>
              <a:ahLst/>
              <a:cxnLst/>
              <a:rect l="0" t="0" r="0" b="0"/>
              <a:pathLst>
                <a:path w="37035" h="40771">
                  <a:moveTo>
                    <a:pt x="37035" y="407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9" name="Candidate_receptor__2568">
              <a:extLst>
                <a:ext uri="{FF2B5EF4-FFF2-40B4-BE49-F238E27FC236}">
                  <a16:creationId xmlns:a16="http://schemas.microsoft.com/office/drawing/2014/main" id="{BED46A82-FA34-2B5B-0EAE-2DB696B1F56F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482695"/>
              <a:ext cx="51659" cy="96956"/>
            </a:xfrm>
            <a:custGeom>
              <a:avLst/>
              <a:gdLst/>
              <a:ahLst/>
              <a:cxnLst/>
              <a:rect l="0" t="0" r="0" b="0"/>
              <a:pathLst>
                <a:path w="51659" h="96956">
                  <a:moveTo>
                    <a:pt x="51659" y="0"/>
                  </a:moveTo>
                  <a:lnTo>
                    <a:pt x="0" y="9695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0" name="Candidate_receptor__2569">
              <a:extLst>
                <a:ext uri="{FF2B5EF4-FFF2-40B4-BE49-F238E27FC236}">
                  <a16:creationId xmlns:a16="http://schemas.microsoft.com/office/drawing/2014/main" id="{3A1379BF-A66F-B39A-B399-20BEE7B9F260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48658"/>
              <a:ext cx="29378" cy="11527"/>
            </a:xfrm>
            <a:custGeom>
              <a:avLst/>
              <a:gdLst/>
              <a:ahLst/>
              <a:cxnLst/>
              <a:rect l="0" t="0" r="0" b="0"/>
              <a:pathLst>
                <a:path w="29378" h="11527">
                  <a:moveTo>
                    <a:pt x="0" y="0"/>
                  </a:moveTo>
                  <a:lnTo>
                    <a:pt x="29378" y="11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1" name="Candidate_receptor__2570">
              <a:extLst>
                <a:ext uri="{FF2B5EF4-FFF2-40B4-BE49-F238E27FC236}">
                  <a16:creationId xmlns:a16="http://schemas.microsoft.com/office/drawing/2014/main" id="{B4444A72-C9D3-528E-24C0-EC5787F1FFE3}"/>
                </a:ext>
              </a:extLst>
            </p:cNvPr>
            <p:cNvSpPr>
              <a:spLocks noGrp="1"/>
            </p:cNvSpPr>
            <p:nvPr/>
          </p:nvSpPr>
          <p:spPr>
            <a:xfrm>
              <a:off x="6279163" y="4131076"/>
              <a:ext cx="111249" cy="25913"/>
            </a:xfrm>
            <a:custGeom>
              <a:avLst/>
              <a:gdLst/>
              <a:ahLst/>
              <a:cxnLst/>
              <a:rect l="0" t="0" r="0" b="0"/>
              <a:pathLst>
                <a:path w="111249" h="25913">
                  <a:moveTo>
                    <a:pt x="0" y="0"/>
                  </a:moveTo>
                  <a:lnTo>
                    <a:pt x="111249" y="2591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2" name="Candidate_receptor__2571">
              <a:extLst>
                <a:ext uri="{FF2B5EF4-FFF2-40B4-BE49-F238E27FC236}">
                  <a16:creationId xmlns:a16="http://schemas.microsoft.com/office/drawing/2014/main" id="{AD81868C-CBFF-2DE6-429E-0C2CC752B7F1}"/>
                </a:ext>
              </a:extLst>
            </p:cNvPr>
            <p:cNvSpPr>
              <a:spLocks noGrp="1"/>
            </p:cNvSpPr>
            <p:nvPr/>
          </p:nvSpPr>
          <p:spPr>
            <a:xfrm>
              <a:off x="4915892" y="4289862"/>
              <a:ext cx="113483" cy="17045"/>
            </a:xfrm>
            <a:custGeom>
              <a:avLst/>
              <a:gdLst/>
              <a:ahLst/>
              <a:cxnLst/>
              <a:rect l="0" t="0" r="0" b="0"/>
              <a:pathLst>
                <a:path w="113483" h="17045">
                  <a:moveTo>
                    <a:pt x="0" y="0"/>
                  </a:moveTo>
                  <a:lnTo>
                    <a:pt x="113483" y="170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3" name="Candidate_receptor__2572">
              <a:extLst>
                <a:ext uri="{FF2B5EF4-FFF2-40B4-BE49-F238E27FC236}">
                  <a16:creationId xmlns:a16="http://schemas.microsoft.com/office/drawing/2014/main" id="{598C41A0-5C31-1A4D-A180-327941919D5F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9690" cy="38238"/>
            </a:xfrm>
            <a:custGeom>
              <a:avLst/>
              <a:gdLst/>
              <a:ahLst/>
              <a:cxnLst/>
              <a:rect l="0" t="0" r="0" b="0"/>
              <a:pathLst>
                <a:path w="9690" h="38238">
                  <a:moveTo>
                    <a:pt x="0" y="0"/>
                  </a:moveTo>
                  <a:lnTo>
                    <a:pt x="9690" y="3823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4" name="Candidate_receptor__2573">
              <a:extLst>
                <a:ext uri="{FF2B5EF4-FFF2-40B4-BE49-F238E27FC236}">
                  <a16:creationId xmlns:a16="http://schemas.microsoft.com/office/drawing/2014/main" id="{ED3947B0-BA4E-356B-A2E2-F10AC0B820FD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3981461"/>
              <a:ext cx="67173" cy="31152"/>
            </a:xfrm>
            <a:custGeom>
              <a:avLst/>
              <a:gdLst/>
              <a:ahLst/>
              <a:cxnLst/>
              <a:rect l="0" t="0" r="0" b="0"/>
              <a:pathLst>
                <a:path w="67173" h="31152">
                  <a:moveTo>
                    <a:pt x="67173" y="0"/>
                  </a:moveTo>
                  <a:lnTo>
                    <a:pt x="0" y="3115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5" name="Candidate_receptor__2574">
              <a:extLst>
                <a:ext uri="{FF2B5EF4-FFF2-40B4-BE49-F238E27FC236}">
                  <a16:creationId xmlns:a16="http://schemas.microsoft.com/office/drawing/2014/main" id="{F2D50F1D-189F-84DB-3568-36449FEDFA84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909419"/>
              <a:ext cx="77065" cy="58093"/>
            </a:xfrm>
            <a:custGeom>
              <a:avLst/>
              <a:gdLst/>
              <a:ahLst/>
              <a:cxnLst/>
              <a:rect l="0" t="0" r="0" b="0"/>
              <a:pathLst>
                <a:path w="77065" h="58093">
                  <a:moveTo>
                    <a:pt x="77065" y="0"/>
                  </a:moveTo>
                  <a:lnTo>
                    <a:pt x="0" y="5809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6" name="Candidate_receptor__2575">
              <a:extLst>
                <a:ext uri="{FF2B5EF4-FFF2-40B4-BE49-F238E27FC236}">
                  <a16:creationId xmlns:a16="http://schemas.microsoft.com/office/drawing/2014/main" id="{13A492A7-DD9F-DAE0-1BD9-FF55F7E7BC81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690607"/>
              <a:ext cx="16012" cy="14341"/>
            </a:xfrm>
            <a:custGeom>
              <a:avLst/>
              <a:gdLst/>
              <a:ahLst/>
              <a:cxnLst/>
              <a:rect l="0" t="0" r="0" b="0"/>
              <a:pathLst>
                <a:path w="16012" h="14341">
                  <a:moveTo>
                    <a:pt x="0" y="0"/>
                  </a:moveTo>
                  <a:lnTo>
                    <a:pt x="16012" y="1434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7" name="Candidate_receptor__2576">
              <a:extLst>
                <a:ext uri="{FF2B5EF4-FFF2-40B4-BE49-F238E27FC236}">
                  <a16:creationId xmlns:a16="http://schemas.microsoft.com/office/drawing/2014/main" id="{50F37E77-F438-FC9C-8C1E-7CD67B491067}"/>
                </a:ext>
              </a:extLst>
            </p:cNvPr>
            <p:cNvSpPr>
              <a:spLocks noGrp="1"/>
            </p:cNvSpPr>
            <p:nvPr/>
          </p:nvSpPr>
          <p:spPr>
            <a:xfrm>
              <a:off x="5040760" y="5225869"/>
              <a:ext cx="54946" cy="76789"/>
            </a:xfrm>
            <a:custGeom>
              <a:avLst/>
              <a:gdLst/>
              <a:ahLst/>
              <a:cxnLst/>
              <a:rect l="0" t="0" r="0" b="0"/>
              <a:pathLst>
                <a:path w="54946" h="76789">
                  <a:moveTo>
                    <a:pt x="54946" y="767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8" name="Candidate_receptor__2577">
              <a:extLst>
                <a:ext uri="{FF2B5EF4-FFF2-40B4-BE49-F238E27FC236}">
                  <a16:creationId xmlns:a16="http://schemas.microsoft.com/office/drawing/2014/main" id="{3A233993-513F-22F9-AE77-5DD56DF26DFD}"/>
                </a:ext>
              </a:extLst>
            </p:cNvPr>
            <p:cNvSpPr>
              <a:spLocks noGrp="1"/>
            </p:cNvSpPr>
            <p:nvPr/>
          </p:nvSpPr>
          <p:spPr>
            <a:xfrm>
              <a:off x="6616793" y="4354007"/>
              <a:ext cx="97278" cy="35185"/>
            </a:xfrm>
            <a:custGeom>
              <a:avLst/>
              <a:gdLst/>
              <a:ahLst/>
              <a:cxnLst/>
              <a:rect l="0" t="0" r="0" b="0"/>
              <a:pathLst>
                <a:path w="97278" h="35185">
                  <a:moveTo>
                    <a:pt x="97278" y="351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9" name="Candidate_receptor__2578">
              <a:extLst>
                <a:ext uri="{FF2B5EF4-FFF2-40B4-BE49-F238E27FC236}">
                  <a16:creationId xmlns:a16="http://schemas.microsoft.com/office/drawing/2014/main" id="{B2B3532A-5369-53F2-9889-BEB7ACEB948C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158419"/>
              <a:ext cx="111170" cy="24493"/>
            </a:xfrm>
            <a:custGeom>
              <a:avLst/>
              <a:gdLst/>
              <a:ahLst/>
              <a:cxnLst/>
              <a:rect l="0" t="0" r="0" b="0"/>
              <a:pathLst>
                <a:path w="111170" h="24493">
                  <a:moveTo>
                    <a:pt x="111170" y="24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0" name="Candidate_receptor__2579">
              <a:extLst>
                <a:ext uri="{FF2B5EF4-FFF2-40B4-BE49-F238E27FC236}">
                  <a16:creationId xmlns:a16="http://schemas.microsoft.com/office/drawing/2014/main" id="{DF63F728-59D6-3CD4-C65B-75B27DE42E97}"/>
                </a:ext>
              </a:extLst>
            </p:cNvPr>
            <p:cNvSpPr>
              <a:spLocks noGrp="1"/>
            </p:cNvSpPr>
            <p:nvPr/>
          </p:nvSpPr>
          <p:spPr>
            <a:xfrm>
              <a:off x="6340248" y="3372065"/>
              <a:ext cx="80938" cy="48990"/>
            </a:xfrm>
            <a:custGeom>
              <a:avLst/>
              <a:gdLst/>
              <a:ahLst/>
              <a:cxnLst/>
              <a:rect l="0" t="0" r="0" b="0"/>
              <a:pathLst>
                <a:path w="80938" h="48990">
                  <a:moveTo>
                    <a:pt x="80938" y="489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81" name="Candidate_receptor__2580">
              <a:extLst>
                <a:ext uri="{FF2B5EF4-FFF2-40B4-BE49-F238E27FC236}">
                  <a16:creationId xmlns:a16="http://schemas.microsoft.com/office/drawing/2014/main" id="{51CF1090-3796-8318-52F1-8857752A3B17}"/>
                </a:ext>
              </a:extLst>
            </p:cNvPr>
            <p:cNvSpPr>
              <a:spLocks noGrp="1"/>
            </p:cNvSpPr>
            <p:nvPr/>
          </p:nvSpPr>
          <p:spPr>
            <a:xfrm>
              <a:off x="5160340" y="5052191"/>
              <a:ext cx="38887" cy="16427"/>
            </a:xfrm>
            <a:custGeom>
              <a:avLst/>
              <a:gdLst/>
              <a:ahLst/>
              <a:cxnLst/>
              <a:rect l="0" t="0" r="0" b="0"/>
              <a:pathLst>
                <a:path w="38887" h="16427">
                  <a:moveTo>
                    <a:pt x="38887" y="0"/>
                  </a:moveTo>
                  <a:lnTo>
                    <a:pt x="0" y="164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2" name="Candidate_receptor__2581">
              <a:extLst>
                <a:ext uri="{FF2B5EF4-FFF2-40B4-BE49-F238E27FC236}">
                  <a16:creationId xmlns:a16="http://schemas.microsoft.com/office/drawing/2014/main" id="{D431D53B-B17C-8AF2-2620-AA23376FBE93}"/>
                </a:ext>
              </a:extLst>
            </p:cNvPr>
            <p:cNvSpPr>
              <a:spLocks noGrp="1"/>
            </p:cNvSpPr>
            <p:nvPr/>
          </p:nvSpPr>
          <p:spPr>
            <a:xfrm>
              <a:off x="6061912" y="3916096"/>
              <a:ext cx="61023" cy="65365"/>
            </a:xfrm>
            <a:custGeom>
              <a:avLst/>
              <a:gdLst/>
              <a:ahLst/>
              <a:cxnLst/>
              <a:rect l="0" t="0" r="0" b="0"/>
              <a:pathLst>
                <a:path w="61023" h="65365">
                  <a:moveTo>
                    <a:pt x="61023" y="0"/>
                  </a:moveTo>
                  <a:lnTo>
                    <a:pt x="0" y="653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3" name="Candidate_receptor__2582">
              <a:extLst>
                <a:ext uri="{FF2B5EF4-FFF2-40B4-BE49-F238E27FC236}">
                  <a16:creationId xmlns:a16="http://schemas.microsoft.com/office/drawing/2014/main" id="{7EA55CE6-88D0-6877-1662-0E897E82F65B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354007"/>
              <a:ext cx="63060" cy="78845"/>
            </a:xfrm>
            <a:custGeom>
              <a:avLst/>
              <a:gdLst/>
              <a:ahLst/>
              <a:cxnLst/>
              <a:rect l="0" t="0" r="0" b="0"/>
              <a:pathLst>
                <a:path w="63060" h="78845">
                  <a:moveTo>
                    <a:pt x="63060" y="0"/>
                  </a:moveTo>
                  <a:lnTo>
                    <a:pt x="0" y="788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4" name="Candidate_receptor__2583">
              <a:extLst>
                <a:ext uri="{FF2B5EF4-FFF2-40B4-BE49-F238E27FC236}">
                  <a16:creationId xmlns:a16="http://schemas.microsoft.com/office/drawing/2014/main" id="{9A4E2F7D-5AD8-B7DB-1CDE-DB2B74C29CB8}"/>
                </a:ext>
              </a:extLst>
            </p:cNvPr>
            <p:cNvSpPr>
              <a:spLocks noGrp="1"/>
            </p:cNvSpPr>
            <p:nvPr/>
          </p:nvSpPr>
          <p:spPr>
            <a:xfrm>
              <a:off x="5458091" y="5360781"/>
              <a:ext cx="18116" cy="111508"/>
            </a:xfrm>
            <a:custGeom>
              <a:avLst/>
              <a:gdLst/>
              <a:ahLst/>
              <a:cxnLst/>
              <a:rect l="0" t="0" r="0" b="0"/>
              <a:pathLst>
                <a:path w="18116" h="111508">
                  <a:moveTo>
                    <a:pt x="0" y="0"/>
                  </a:moveTo>
                  <a:lnTo>
                    <a:pt x="18116" y="111508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85" name="Candidate_receptor__2584">
              <a:extLst>
                <a:ext uri="{FF2B5EF4-FFF2-40B4-BE49-F238E27FC236}">
                  <a16:creationId xmlns:a16="http://schemas.microsoft.com/office/drawing/2014/main" id="{C62168AA-76CF-F4FD-440D-F7FE3BCEE46E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226248"/>
              <a:ext cx="41326" cy="35209"/>
            </a:xfrm>
            <a:custGeom>
              <a:avLst/>
              <a:gdLst/>
              <a:ahLst/>
              <a:cxnLst/>
              <a:rect l="0" t="0" r="0" b="0"/>
              <a:pathLst>
                <a:path w="41326" h="35209">
                  <a:moveTo>
                    <a:pt x="41326" y="35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6" name="Candidate_receptor__2585">
              <a:extLst>
                <a:ext uri="{FF2B5EF4-FFF2-40B4-BE49-F238E27FC236}">
                  <a16:creationId xmlns:a16="http://schemas.microsoft.com/office/drawing/2014/main" id="{E315EFF8-1B68-9423-378B-663167DF95CD}"/>
                </a:ext>
              </a:extLst>
            </p:cNvPr>
            <p:cNvSpPr>
              <a:spLocks noGrp="1"/>
            </p:cNvSpPr>
            <p:nvPr/>
          </p:nvSpPr>
          <p:spPr>
            <a:xfrm>
              <a:off x="5820183" y="3631851"/>
              <a:ext cx="3079" cy="42777"/>
            </a:xfrm>
            <a:custGeom>
              <a:avLst/>
              <a:gdLst/>
              <a:ahLst/>
              <a:cxnLst/>
              <a:rect l="0" t="0" r="0" b="0"/>
              <a:pathLst>
                <a:path w="3079" h="42777">
                  <a:moveTo>
                    <a:pt x="0" y="42777"/>
                  </a:moveTo>
                  <a:lnTo>
                    <a:pt x="3079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7" name="Candidate_receptor__2586">
              <a:extLst>
                <a:ext uri="{FF2B5EF4-FFF2-40B4-BE49-F238E27FC236}">
                  <a16:creationId xmlns:a16="http://schemas.microsoft.com/office/drawing/2014/main" id="{E448B7CA-CB05-9C31-3B70-884367B20E71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62970"/>
              <a:ext cx="35634" cy="90571"/>
            </a:xfrm>
            <a:custGeom>
              <a:avLst/>
              <a:gdLst/>
              <a:ahLst/>
              <a:cxnLst/>
              <a:rect l="0" t="0" r="0" b="0"/>
              <a:pathLst>
                <a:path w="35634" h="90571">
                  <a:moveTo>
                    <a:pt x="35634" y="0"/>
                  </a:moveTo>
                  <a:lnTo>
                    <a:pt x="0" y="9057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8" name="Candidate_receptor__2587">
              <a:extLst>
                <a:ext uri="{FF2B5EF4-FFF2-40B4-BE49-F238E27FC236}">
                  <a16:creationId xmlns:a16="http://schemas.microsoft.com/office/drawing/2014/main" id="{9EB2FC75-B1BC-30E6-6116-28DA3B0722A1}"/>
                </a:ext>
              </a:extLst>
            </p:cNvPr>
            <p:cNvSpPr>
              <a:spLocks noGrp="1"/>
            </p:cNvSpPr>
            <p:nvPr/>
          </p:nvSpPr>
          <p:spPr>
            <a:xfrm>
              <a:off x="5199689" y="4693597"/>
              <a:ext cx="70950" cy="69373"/>
            </a:xfrm>
            <a:custGeom>
              <a:avLst/>
              <a:gdLst/>
              <a:ahLst/>
              <a:cxnLst/>
              <a:rect l="0" t="0" r="0" b="0"/>
              <a:pathLst>
                <a:path w="70950" h="69373">
                  <a:moveTo>
                    <a:pt x="0" y="0"/>
                  </a:moveTo>
                  <a:lnTo>
                    <a:pt x="70950" y="6937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9" name="Candidate_receptor__2588">
              <a:extLst>
                <a:ext uri="{FF2B5EF4-FFF2-40B4-BE49-F238E27FC236}">
                  <a16:creationId xmlns:a16="http://schemas.microsoft.com/office/drawing/2014/main" id="{7048CC06-2AD1-91BD-FD98-9C39A505EEFE}"/>
                </a:ext>
              </a:extLst>
            </p:cNvPr>
            <p:cNvSpPr>
              <a:spLocks noGrp="1"/>
            </p:cNvSpPr>
            <p:nvPr/>
          </p:nvSpPr>
          <p:spPr>
            <a:xfrm>
              <a:off x="4924630" y="4875169"/>
              <a:ext cx="63387" cy="34250"/>
            </a:xfrm>
            <a:custGeom>
              <a:avLst/>
              <a:gdLst/>
              <a:ahLst/>
              <a:cxnLst/>
              <a:rect l="0" t="0" r="0" b="0"/>
              <a:pathLst>
                <a:path w="63387" h="34250">
                  <a:moveTo>
                    <a:pt x="63387" y="0"/>
                  </a:moveTo>
                  <a:lnTo>
                    <a:pt x="0" y="3425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0" name="Candidate_receptor__2589">
              <a:extLst>
                <a:ext uri="{FF2B5EF4-FFF2-40B4-BE49-F238E27FC236}">
                  <a16:creationId xmlns:a16="http://schemas.microsoft.com/office/drawing/2014/main" id="{3ECE69ED-8480-1F3B-F576-D0B22FE80A8A}"/>
                </a:ext>
              </a:extLst>
            </p:cNvPr>
            <p:cNvSpPr>
              <a:spLocks noGrp="1"/>
            </p:cNvSpPr>
            <p:nvPr/>
          </p:nvSpPr>
          <p:spPr>
            <a:xfrm>
              <a:off x="6420332" y="4567122"/>
              <a:ext cx="92832" cy="9511"/>
            </a:xfrm>
            <a:custGeom>
              <a:avLst/>
              <a:gdLst/>
              <a:ahLst/>
              <a:cxnLst/>
              <a:rect l="0" t="0" r="0" b="0"/>
              <a:pathLst>
                <a:path w="92832" h="9511">
                  <a:moveTo>
                    <a:pt x="0" y="0"/>
                  </a:moveTo>
                  <a:lnTo>
                    <a:pt x="92832" y="951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1" name="Candidate_receptor__2590">
              <a:extLst>
                <a:ext uri="{FF2B5EF4-FFF2-40B4-BE49-F238E27FC236}">
                  <a16:creationId xmlns:a16="http://schemas.microsoft.com/office/drawing/2014/main" id="{0B801173-86F7-1D50-438F-7D87C9C6CA99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556564"/>
              <a:ext cx="15406" cy="51220"/>
            </a:xfrm>
            <a:custGeom>
              <a:avLst/>
              <a:gdLst/>
              <a:ahLst/>
              <a:cxnLst/>
              <a:rect l="0" t="0" r="0" b="0"/>
              <a:pathLst>
                <a:path w="15406" h="51220">
                  <a:moveTo>
                    <a:pt x="0" y="51220"/>
                  </a:moveTo>
                  <a:lnTo>
                    <a:pt x="154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2" name="Candidate_receptor__2591">
              <a:extLst>
                <a:ext uri="{FF2B5EF4-FFF2-40B4-BE49-F238E27FC236}">
                  <a16:creationId xmlns:a16="http://schemas.microsoft.com/office/drawing/2014/main" id="{BE8C81DD-0A49-80D0-D706-E23B88CC6438}"/>
                </a:ext>
              </a:extLst>
            </p:cNvPr>
            <p:cNvSpPr>
              <a:spLocks noGrp="1"/>
            </p:cNvSpPr>
            <p:nvPr/>
          </p:nvSpPr>
          <p:spPr>
            <a:xfrm>
              <a:off x="5917420" y="4114677"/>
              <a:ext cx="16092" cy="34882"/>
            </a:xfrm>
            <a:custGeom>
              <a:avLst/>
              <a:gdLst/>
              <a:ahLst/>
              <a:cxnLst/>
              <a:rect l="0" t="0" r="0" b="0"/>
              <a:pathLst>
                <a:path w="16092" h="34882">
                  <a:moveTo>
                    <a:pt x="16092" y="348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3" name="Candidate_receptor__2592">
              <a:extLst>
                <a:ext uri="{FF2B5EF4-FFF2-40B4-BE49-F238E27FC236}">
                  <a16:creationId xmlns:a16="http://schemas.microsoft.com/office/drawing/2014/main" id="{6AE53D7F-DADD-614B-8D78-8146A11E25AE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67122"/>
              <a:ext cx="62635" cy="58961"/>
            </a:xfrm>
            <a:custGeom>
              <a:avLst/>
              <a:gdLst/>
              <a:ahLst/>
              <a:cxnLst/>
              <a:rect l="0" t="0" r="0" b="0"/>
              <a:pathLst>
                <a:path w="62635" h="58961">
                  <a:moveTo>
                    <a:pt x="0" y="58961"/>
                  </a:moveTo>
                  <a:lnTo>
                    <a:pt x="62635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4" name="Candidate_receptor__2593">
              <a:extLst>
                <a:ext uri="{FF2B5EF4-FFF2-40B4-BE49-F238E27FC236}">
                  <a16:creationId xmlns:a16="http://schemas.microsoft.com/office/drawing/2014/main" id="{5E694E3B-61F6-12DC-9146-502244080AA3}"/>
                </a:ext>
              </a:extLst>
            </p:cNvPr>
            <p:cNvSpPr>
              <a:spLocks noGrp="1"/>
            </p:cNvSpPr>
            <p:nvPr/>
          </p:nvSpPr>
          <p:spPr>
            <a:xfrm>
              <a:off x="6367800" y="4156989"/>
              <a:ext cx="22612" cy="106665"/>
            </a:xfrm>
            <a:custGeom>
              <a:avLst/>
              <a:gdLst/>
              <a:ahLst/>
              <a:cxnLst/>
              <a:rect l="0" t="0" r="0" b="0"/>
              <a:pathLst>
                <a:path w="22612" h="106665">
                  <a:moveTo>
                    <a:pt x="22612" y="0"/>
                  </a:moveTo>
                  <a:lnTo>
                    <a:pt x="0" y="1066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5" name="Candidate_receptor__2594">
              <a:extLst>
                <a:ext uri="{FF2B5EF4-FFF2-40B4-BE49-F238E27FC236}">
                  <a16:creationId xmlns:a16="http://schemas.microsoft.com/office/drawing/2014/main" id="{16EC718F-9EE1-FC56-6982-867584B55F14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02658"/>
              <a:ext cx="70273" cy="85253"/>
            </a:xfrm>
            <a:custGeom>
              <a:avLst/>
              <a:gdLst/>
              <a:ahLst/>
              <a:cxnLst/>
              <a:rect l="0" t="0" r="0" b="0"/>
              <a:pathLst>
                <a:path w="70273" h="85253">
                  <a:moveTo>
                    <a:pt x="0" y="85253"/>
                  </a:moveTo>
                  <a:lnTo>
                    <a:pt x="70273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6" name="Candidate_receptor__2595">
              <a:extLst>
                <a:ext uri="{FF2B5EF4-FFF2-40B4-BE49-F238E27FC236}">
                  <a16:creationId xmlns:a16="http://schemas.microsoft.com/office/drawing/2014/main" id="{BE89DEDE-73AE-4EAC-999A-66AE2225ACA8}"/>
                </a:ext>
              </a:extLst>
            </p:cNvPr>
            <p:cNvSpPr>
              <a:spLocks noGrp="1"/>
            </p:cNvSpPr>
            <p:nvPr/>
          </p:nvSpPr>
          <p:spPr>
            <a:xfrm>
              <a:off x="5004959" y="4306906"/>
              <a:ext cx="24416" cy="108923"/>
            </a:xfrm>
            <a:custGeom>
              <a:avLst/>
              <a:gdLst/>
              <a:ahLst/>
              <a:cxnLst/>
              <a:rect l="0" t="0" r="0" b="0"/>
              <a:pathLst>
                <a:path w="24416" h="108923">
                  <a:moveTo>
                    <a:pt x="24416" y="0"/>
                  </a:moveTo>
                  <a:lnTo>
                    <a:pt x="0" y="10892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7" name="Candidate_receptor__2596">
              <a:extLst>
                <a:ext uri="{FF2B5EF4-FFF2-40B4-BE49-F238E27FC236}">
                  <a16:creationId xmlns:a16="http://schemas.microsoft.com/office/drawing/2014/main" id="{FAF0F014-8F89-EA7D-F8C9-21C18430B254}"/>
                </a:ext>
              </a:extLst>
            </p:cNvPr>
            <p:cNvSpPr>
              <a:spLocks noGrp="1"/>
            </p:cNvSpPr>
            <p:nvPr/>
          </p:nvSpPr>
          <p:spPr>
            <a:xfrm>
              <a:off x="4745471" y="4802260"/>
              <a:ext cx="80504" cy="64778"/>
            </a:xfrm>
            <a:custGeom>
              <a:avLst/>
              <a:gdLst/>
              <a:ahLst/>
              <a:cxnLst/>
              <a:rect l="0" t="0" r="0" b="0"/>
              <a:pathLst>
                <a:path w="80504" h="64778">
                  <a:moveTo>
                    <a:pt x="80504" y="0"/>
                  </a:moveTo>
                  <a:lnTo>
                    <a:pt x="0" y="6477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8" name="Candidate_receptor__2597">
              <a:extLst>
                <a:ext uri="{FF2B5EF4-FFF2-40B4-BE49-F238E27FC236}">
                  <a16:creationId xmlns:a16="http://schemas.microsoft.com/office/drawing/2014/main" id="{5C51EFF1-C44A-C675-5754-A2AD2AAFC4E9}"/>
                </a:ext>
              </a:extLst>
            </p:cNvPr>
            <p:cNvSpPr>
              <a:spLocks noGrp="1"/>
            </p:cNvSpPr>
            <p:nvPr/>
          </p:nvSpPr>
          <p:spPr>
            <a:xfrm>
              <a:off x="6692225" y="4389191"/>
              <a:ext cx="21846" cy="111910"/>
            </a:xfrm>
            <a:custGeom>
              <a:avLst/>
              <a:gdLst/>
              <a:ahLst/>
              <a:cxnLst/>
              <a:rect l="0" t="0" r="0" b="0"/>
              <a:pathLst>
                <a:path w="21846" h="111910">
                  <a:moveTo>
                    <a:pt x="0" y="111910"/>
                  </a:moveTo>
                  <a:lnTo>
                    <a:pt x="2184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9" name="Candidate_receptor__2598">
              <a:extLst>
                <a:ext uri="{FF2B5EF4-FFF2-40B4-BE49-F238E27FC236}">
                  <a16:creationId xmlns:a16="http://schemas.microsoft.com/office/drawing/2014/main" id="{606476D5-1F21-3574-E6FE-C52F1E44069D}"/>
                </a:ext>
              </a:extLst>
            </p:cNvPr>
            <p:cNvSpPr>
              <a:spLocks noGrp="1"/>
            </p:cNvSpPr>
            <p:nvPr/>
          </p:nvSpPr>
          <p:spPr>
            <a:xfrm>
              <a:off x="5450571" y="5033582"/>
              <a:ext cx="18223" cy="106242"/>
            </a:xfrm>
            <a:custGeom>
              <a:avLst/>
              <a:gdLst/>
              <a:ahLst/>
              <a:cxnLst/>
              <a:rect l="0" t="0" r="0" b="0"/>
              <a:pathLst>
                <a:path w="18223" h="106242">
                  <a:moveTo>
                    <a:pt x="18223" y="1062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0" name="Candidate_receptor__2599">
              <a:extLst>
                <a:ext uri="{FF2B5EF4-FFF2-40B4-BE49-F238E27FC236}">
                  <a16:creationId xmlns:a16="http://schemas.microsoft.com/office/drawing/2014/main" id="{E954F44C-99EC-A8B7-FBA5-61937526E585}"/>
                </a:ext>
              </a:extLst>
            </p:cNvPr>
            <p:cNvSpPr>
              <a:spLocks noGrp="1"/>
            </p:cNvSpPr>
            <p:nvPr/>
          </p:nvSpPr>
          <p:spPr>
            <a:xfrm>
              <a:off x="4757039" y="2311095"/>
              <a:ext cx="34105" cy="19428"/>
            </a:xfrm>
            <a:custGeom>
              <a:avLst/>
              <a:gdLst/>
              <a:ahLst/>
              <a:cxnLst/>
              <a:rect l="0" t="0" r="0" b="0"/>
              <a:pathLst>
                <a:path w="34105" h="19428">
                  <a:moveTo>
                    <a:pt x="0" y="0"/>
                  </a:moveTo>
                  <a:lnTo>
                    <a:pt x="34105" y="194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1" name="Candidate_receptor__2600">
              <a:extLst>
                <a:ext uri="{FF2B5EF4-FFF2-40B4-BE49-F238E27FC236}">
                  <a16:creationId xmlns:a16="http://schemas.microsoft.com/office/drawing/2014/main" id="{EE26C6AB-3B4A-55BF-A4F9-ACAF45CB6CAB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60781"/>
              <a:ext cx="114463" cy="19675"/>
            </a:xfrm>
            <a:custGeom>
              <a:avLst/>
              <a:gdLst/>
              <a:ahLst/>
              <a:cxnLst/>
              <a:rect l="0" t="0" r="0" b="0"/>
              <a:pathLst>
                <a:path w="114463" h="19675">
                  <a:moveTo>
                    <a:pt x="0" y="19675"/>
                  </a:moveTo>
                  <a:lnTo>
                    <a:pt x="114463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2" name="Candidate_receptor__2601">
              <a:extLst>
                <a:ext uri="{FF2B5EF4-FFF2-40B4-BE49-F238E27FC236}">
                  <a16:creationId xmlns:a16="http://schemas.microsoft.com/office/drawing/2014/main" id="{29FC67AA-BE98-8A9B-6C2E-8CA27A2E374B}"/>
                </a:ext>
              </a:extLst>
            </p:cNvPr>
            <p:cNvSpPr>
              <a:spLocks noGrp="1"/>
            </p:cNvSpPr>
            <p:nvPr/>
          </p:nvSpPr>
          <p:spPr>
            <a:xfrm>
              <a:off x="6096244" y="3735075"/>
              <a:ext cx="3710" cy="65030"/>
            </a:xfrm>
            <a:custGeom>
              <a:avLst/>
              <a:gdLst/>
              <a:ahLst/>
              <a:cxnLst/>
              <a:rect l="0" t="0" r="0" b="0"/>
              <a:pathLst>
                <a:path w="3710" h="65030">
                  <a:moveTo>
                    <a:pt x="0" y="0"/>
                  </a:moveTo>
                  <a:lnTo>
                    <a:pt x="3710" y="6503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3" name="Candidate_receptor__2602">
              <a:extLst>
                <a:ext uri="{FF2B5EF4-FFF2-40B4-BE49-F238E27FC236}">
                  <a16:creationId xmlns:a16="http://schemas.microsoft.com/office/drawing/2014/main" id="{88028476-EDDB-80D1-6BF6-2241F3FD9B9F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96999"/>
              <a:ext cx="100181" cy="58422"/>
            </a:xfrm>
            <a:custGeom>
              <a:avLst/>
              <a:gdLst/>
              <a:ahLst/>
              <a:cxnLst/>
              <a:rect l="0" t="0" r="0" b="0"/>
              <a:pathLst>
                <a:path w="100181" h="58422">
                  <a:moveTo>
                    <a:pt x="100181" y="584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4" name="Candidate_receptor__2603">
              <a:extLst>
                <a:ext uri="{FF2B5EF4-FFF2-40B4-BE49-F238E27FC236}">
                  <a16:creationId xmlns:a16="http://schemas.microsoft.com/office/drawing/2014/main" id="{5EF8A2A8-E0ED-F082-C63B-1F5C88BBC90C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46995"/>
              <a:ext cx="18475" cy="77089"/>
            </a:xfrm>
            <a:custGeom>
              <a:avLst/>
              <a:gdLst/>
              <a:ahLst/>
              <a:cxnLst/>
              <a:rect l="0" t="0" r="0" b="0"/>
              <a:pathLst>
                <a:path w="18475" h="77089">
                  <a:moveTo>
                    <a:pt x="0" y="0"/>
                  </a:moveTo>
                  <a:lnTo>
                    <a:pt x="18475" y="7708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5" name="Candidate_receptor__2604">
              <a:extLst>
                <a:ext uri="{FF2B5EF4-FFF2-40B4-BE49-F238E27FC236}">
                  <a16:creationId xmlns:a16="http://schemas.microsoft.com/office/drawing/2014/main" id="{AB0A9F67-A129-3C31-E13D-0F2DB1E28556}"/>
                </a:ext>
              </a:extLst>
            </p:cNvPr>
            <p:cNvSpPr>
              <a:spLocks noGrp="1"/>
            </p:cNvSpPr>
            <p:nvPr/>
          </p:nvSpPr>
          <p:spPr>
            <a:xfrm>
              <a:off x="5162528" y="4055421"/>
              <a:ext cx="15183" cy="115197"/>
            </a:xfrm>
            <a:custGeom>
              <a:avLst/>
              <a:gdLst/>
              <a:ahLst/>
              <a:cxnLst/>
              <a:rect l="0" t="0" r="0" b="0"/>
              <a:pathLst>
                <a:path w="15183" h="115197">
                  <a:moveTo>
                    <a:pt x="15183" y="115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6" name="Candidate_receptor__2605">
              <a:extLst>
                <a:ext uri="{FF2B5EF4-FFF2-40B4-BE49-F238E27FC236}">
                  <a16:creationId xmlns:a16="http://schemas.microsoft.com/office/drawing/2014/main" id="{1EC5E5FC-22A3-5AE1-F3D5-19E19C56A275}"/>
                </a:ext>
              </a:extLst>
            </p:cNvPr>
            <p:cNvSpPr>
              <a:spLocks noGrp="1"/>
            </p:cNvSpPr>
            <p:nvPr/>
          </p:nvSpPr>
          <p:spPr>
            <a:xfrm>
              <a:off x="5104236" y="4937005"/>
              <a:ext cx="45309" cy="18887"/>
            </a:xfrm>
            <a:custGeom>
              <a:avLst/>
              <a:gdLst/>
              <a:ahLst/>
              <a:cxnLst/>
              <a:rect l="0" t="0" r="0" b="0"/>
              <a:pathLst>
                <a:path w="45309" h="18887">
                  <a:moveTo>
                    <a:pt x="45309" y="188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7" name="Candidate_receptor__2606">
              <a:extLst>
                <a:ext uri="{FF2B5EF4-FFF2-40B4-BE49-F238E27FC236}">
                  <a16:creationId xmlns:a16="http://schemas.microsoft.com/office/drawing/2014/main" id="{283C8705-6F78-F72A-23E2-D94487DFC4F6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40900"/>
              <a:ext cx="20884" cy="55690"/>
            </a:xfrm>
            <a:custGeom>
              <a:avLst/>
              <a:gdLst/>
              <a:ahLst/>
              <a:cxnLst/>
              <a:rect l="0" t="0" r="0" b="0"/>
              <a:pathLst>
                <a:path w="20884" h="55690">
                  <a:moveTo>
                    <a:pt x="0" y="55690"/>
                  </a:moveTo>
                  <a:lnTo>
                    <a:pt x="2088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8" name="Candidate_receptor__2607">
              <a:extLst>
                <a:ext uri="{FF2B5EF4-FFF2-40B4-BE49-F238E27FC236}">
                  <a16:creationId xmlns:a16="http://schemas.microsoft.com/office/drawing/2014/main" id="{1DD1EE10-ECB5-8A74-604B-FB7D4AA905DF}"/>
                </a:ext>
              </a:extLst>
            </p:cNvPr>
            <p:cNvSpPr>
              <a:spLocks noGrp="1"/>
            </p:cNvSpPr>
            <p:nvPr/>
          </p:nvSpPr>
          <p:spPr>
            <a:xfrm>
              <a:off x="5652201" y="3072059"/>
              <a:ext cx="9528" cy="110853"/>
            </a:xfrm>
            <a:custGeom>
              <a:avLst/>
              <a:gdLst/>
              <a:ahLst/>
              <a:cxnLst/>
              <a:rect l="0" t="0" r="0" b="0"/>
              <a:pathLst>
                <a:path w="9528" h="110853">
                  <a:moveTo>
                    <a:pt x="9528" y="0"/>
                  </a:moveTo>
                  <a:lnTo>
                    <a:pt x="0" y="11085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9" name="Candidate_receptor__2608">
              <a:extLst>
                <a:ext uri="{FF2B5EF4-FFF2-40B4-BE49-F238E27FC236}">
                  <a16:creationId xmlns:a16="http://schemas.microsoft.com/office/drawing/2014/main" id="{1BF36C0B-8FEF-4FDB-5899-63D0CFFC643D}"/>
                </a:ext>
              </a:extLst>
            </p:cNvPr>
            <p:cNvSpPr>
              <a:spLocks noGrp="1"/>
            </p:cNvSpPr>
            <p:nvPr/>
          </p:nvSpPr>
          <p:spPr>
            <a:xfrm>
              <a:off x="5817692" y="3804176"/>
              <a:ext cx="50837" cy="50317"/>
            </a:xfrm>
            <a:custGeom>
              <a:avLst/>
              <a:gdLst/>
              <a:ahLst/>
              <a:cxnLst/>
              <a:rect l="0" t="0" r="0" b="0"/>
              <a:pathLst>
                <a:path w="50837" h="50317">
                  <a:moveTo>
                    <a:pt x="0" y="50317"/>
                  </a:moveTo>
                  <a:lnTo>
                    <a:pt x="50837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0" name="Candidate_receptor__2609">
              <a:extLst>
                <a:ext uri="{FF2B5EF4-FFF2-40B4-BE49-F238E27FC236}">
                  <a16:creationId xmlns:a16="http://schemas.microsoft.com/office/drawing/2014/main" id="{C30CB7DD-F8DC-BF8B-BE1F-FDA34B6618BB}"/>
                </a:ext>
              </a:extLst>
            </p:cNvPr>
            <p:cNvSpPr>
              <a:spLocks noGrp="1"/>
            </p:cNvSpPr>
            <p:nvPr/>
          </p:nvSpPr>
          <p:spPr>
            <a:xfrm>
              <a:off x="5695364" y="4657421"/>
              <a:ext cx="40668" cy="107743"/>
            </a:xfrm>
            <a:custGeom>
              <a:avLst/>
              <a:gdLst/>
              <a:ahLst/>
              <a:cxnLst/>
              <a:rect l="0" t="0" r="0" b="0"/>
              <a:pathLst>
                <a:path w="40668" h="107743">
                  <a:moveTo>
                    <a:pt x="0" y="107743"/>
                  </a:moveTo>
                  <a:lnTo>
                    <a:pt x="406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1" name="Candidate_receptor__2610">
              <a:extLst>
                <a:ext uri="{FF2B5EF4-FFF2-40B4-BE49-F238E27FC236}">
                  <a16:creationId xmlns:a16="http://schemas.microsoft.com/office/drawing/2014/main" id="{FFF7FF31-BCCC-6CFC-AD5E-AFB116430191}"/>
                </a:ext>
              </a:extLst>
            </p:cNvPr>
            <p:cNvSpPr>
              <a:spLocks noGrp="1"/>
            </p:cNvSpPr>
            <p:nvPr/>
          </p:nvSpPr>
          <p:spPr>
            <a:xfrm>
              <a:off x="5278193" y="4978485"/>
              <a:ext cx="33664" cy="72960"/>
            </a:xfrm>
            <a:custGeom>
              <a:avLst/>
              <a:gdLst/>
              <a:ahLst/>
              <a:cxnLst/>
              <a:rect l="0" t="0" r="0" b="0"/>
              <a:pathLst>
                <a:path w="33664" h="72960">
                  <a:moveTo>
                    <a:pt x="33664" y="72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2" name="Candidate_receptor__2611">
              <a:extLst>
                <a:ext uri="{FF2B5EF4-FFF2-40B4-BE49-F238E27FC236}">
                  <a16:creationId xmlns:a16="http://schemas.microsoft.com/office/drawing/2014/main" id="{96D3A48C-6FC2-8766-78CC-DC2A534AAE65}"/>
                </a:ext>
              </a:extLst>
            </p:cNvPr>
            <p:cNvSpPr>
              <a:spLocks noGrp="1"/>
            </p:cNvSpPr>
            <p:nvPr/>
          </p:nvSpPr>
          <p:spPr>
            <a:xfrm>
              <a:off x="4573085" y="4741368"/>
              <a:ext cx="86447" cy="74024"/>
            </a:xfrm>
            <a:custGeom>
              <a:avLst/>
              <a:gdLst/>
              <a:ahLst/>
              <a:cxnLst/>
              <a:rect l="0" t="0" r="0" b="0"/>
              <a:pathLst>
                <a:path w="86447" h="74024">
                  <a:moveTo>
                    <a:pt x="86447" y="0"/>
                  </a:moveTo>
                  <a:lnTo>
                    <a:pt x="0" y="74024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3" name="Candidate_receptor__2612">
              <a:extLst>
                <a:ext uri="{FF2B5EF4-FFF2-40B4-BE49-F238E27FC236}">
                  <a16:creationId xmlns:a16="http://schemas.microsoft.com/office/drawing/2014/main" id="{9758B718-B97A-ED39-14BF-5E08E87D47AB}"/>
                </a:ext>
              </a:extLst>
            </p:cNvPr>
            <p:cNvSpPr>
              <a:spLocks noGrp="1"/>
            </p:cNvSpPr>
            <p:nvPr/>
          </p:nvSpPr>
          <p:spPr>
            <a:xfrm>
              <a:off x="5311857" y="5051445"/>
              <a:ext cx="9041" cy="87156"/>
            </a:xfrm>
            <a:custGeom>
              <a:avLst/>
              <a:gdLst/>
              <a:ahLst/>
              <a:cxnLst/>
              <a:rect l="0" t="0" r="0" b="0"/>
              <a:pathLst>
                <a:path w="9041" h="87156">
                  <a:moveTo>
                    <a:pt x="9041" y="871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4" name="Candidate_receptor__2613">
              <a:extLst>
                <a:ext uri="{FF2B5EF4-FFF2-40B4-BE49-F238E27FC236}">
                  <a16:creationId xmlns:a16="http://schemas.microsoft.com/office/drawing/2014/main" id="{18AA3EAA-3EDE-D983-FE25-E77ACC742451}"/>
                </a:ext>
              </a:extLst>
            </p:cNvPr>
            <p:cNvSpPr>
              <a:spLocks noGrp="1"/>
            </p:cNvSpPr>
            <p:nvPr/>
          </p:nvSpPr>
          <p:spPr>
            <a:xfrm>
              <a:off x="5518061" y="4520036"/>
              <a:ext cx="104142" cy="2642"/>
            </a:xfrm>
            <a:custGeom>
              <a:avLst/>
              <a:gdLst/>
              <a:ahLst/>
              <a:cxnLst/>
              <a:rect l="0" t="0" r="0" b="0"/>
              <a:pathLst>
                <a:path w="104142" h="2642">
                  <a:moveTo>
                    <a:pt x="104142" y="0"/>
                  </a:moveTo>
                  <a:lnTo>
                    <a:pt x="0" y="264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5" name="Candidate_receptor__2614">
              <a:extLst>
                <a:ext uri="{FF2B5EF4-FFF2-40B4-BE49-F238E27FC236}">
                  <a16:creationId xmlns:a16="http://schemas.microsoft.com/office/drawing/2014/main" id="{6B29BD5D-E0AB-A199-FF98-F470BA23386C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68880"/>
              <a:ext cx="74243" cy="36275"/>
            </a:xfrm>
            <a:custGeom>
              <a:avLst/>
              <a:gdLst/>
              <a:ahLst/>
              <a:cxnLst/>
              <a:rect l="0" t="0" r="0" b="0"/>
              <a:pathLst>
                <a:path w="74243" h="36275">
                  <a:moveTo>
                    <a:pt x="74243" y="0"/>
                  </a:moveTo>
                  <a:lnTo>
                    <a:pt x="0" y="36275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16" name="Candidate_receptor__2615">
              <a:extLst>
                <a:ext uri="{FF2B5EF4-FFF2-40B4-BE49-F238E27FC236}">
                  <a16:creationId xmlns:a16="http://schemas.microsoft.com/office/drawing/2014/main" id="{32869DBE-5BA8-33FE-CF6C-6D32AB701727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531334"/>
              <a:ext cx="44173" cy="86169"/>
            </a:xfrm>
            <a:custGeom>
              <a:avLst/>
              <a:gdLst/>
              <a:ahLst/>
              <a:cxnLst/>
              <a:rect l="0" t="0" r="0" b="0"/>
              <a:pathLst>
                <a:path w="44173" h="86169">
                  <a:moveTo>
                    <a:pt x="0" y="0"/>
                  </a:moveTo>
                  <a:lnTo>
                    <a:pt x="44173" y="8616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7" name="Candidate_receptor__2616">
              <a:extLst>
                <a:ext uri="{FF2B5EF4-FFF2-40B4-BE49-F238E27FC236}">
                  <a16:creationId xmlns:a16="http://schemas.microsoft.com/office/drawing/2014/main" id="{6D65D737-CECF-FB0E-B416-45D6DCD45351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09380"/>
              <a:ext cx="15394" cy="60741"/>
            </a:xfrm>
            <a:custGeom>
              <a:avLst/>
              <a:gdLst/>
              <a:ahLst/>
              <a:cxnLst/>
              <a:rect l="0" t="0" r="0" b="0"/>
              <a:pathLst>
                <a:path w="15394" h="60741">
                  <a:moveTo>
                    <a:pt x="0" y="60741"/>
                  </a:moveTo>
                  <a:lnTo>
                    <a:pt x="153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8" name="Candidate_receptor__2617">
              <a:extLst>
                <a:ext uri="{FF2B5EF4-FFF2-40B4-BE49-F238E27FC236}">
                  <a16:creationId xmlns:a16="http://schemas.microsoft.com/office/drawing/2014/main" id="{B39A15A7-D059-17C3-F78B-63121D4434C9}"/>
                </a:ext>
              </a:extLst>
            </p:cNvPr>
            <p:cNvSpPr>
              <a:spLocks noGrp="1"/>
            </p:cNvSpPr>
            <p:nvPr/>
          </p:nvSpPr>
          <p:spPr>
            <a:xfrm>
              <a:off x="4998191" y="4984209"/>
              <a:ext cx="25578" cy="34347"/>
            </a:xfrm>
            <a:custGeom>
              <a:avLst/>
              <a:gdLst/>
              <a:ahLst/>
              <a:cxnLst/>
              <a:rect l="0" t="0" r="0" b="0"/>
              <a:pathLst>
                <a:path w="25578" h="34347">
                  <a:moveTo>
                    <a:pt x="25578" y="34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9" name="Candidate_receptor__2618">
              <a:extLst>
                <a:ext uri="{FF2B5EF4-FFF2-40B4-BE49-F238E27FC236}">
                  <a16:creationId xmlns:a16="http://schemas.microsoft.com/office/drawing/2014/main" id="{0480F264-C4ED-66C4-449D-DDDB7E0ADB1D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854492"/>
              <a:ext cx="63284" cy="66761"/>
            </a:xfrm>
            <a:custGeom>
              <a:avLst/>
              <a:gdLst/>
              <a:ahLst/>
              <a:cxnLst/>
              <a:rect l="0" t="0" r="0" b="0"/>
              <a:pathLst>
                <a:path w="63284" h="66761">
                  <a:moveTo>
                    <a:pt x="0" y="66761"/>
                  </a:moveTo>
                  <a:lnTo>
                    <a:pt x="6328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0" name="Candidate_receptor__2619">
              <a:extLst>
                <a:ext uri="{FF2B5EF4-FFF2-40B4-BE49-F238E27FC236}">
                  <a16:creationId xmlns:a16="http://schemas.microsoft.com/office/drawing/2014/main" id="{DC00BF03-7D03-1667-D1A2-7E2D7D338128}"/>
                </a:ext>
              </a:extLst>
            </p:cNvPr>
            <p:cNvSpPr>
              <a:spLocks noGrp="1"/>
            </p:cNvSpPr>
            <p:nvPr/>
          </p:nvSpPr>
          <p:spPr>
            <a:xfrm>
              <a:off x="5726123" y="3487985"/>
              <a:ext cx="79785" cy="68579"/>
            </a:xfrm>
            <a:custGeom>
              <a:avLst/>
              <a:gdLst/>
              <a:ahLst/>
              <a:cxnLst/>
              <a:rect l="0" t="0" r="0" b="0"/>
              <a:pathLst>
                <a:path w="79785" h="68579">
                  <a:moveTo>
                    <a:pt x="0" y="68579"/>
                  </a:moveTo>
                  <a:lnTo>
                    <a:pt x="797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1" name="Candidate_receptor__2620">
              <a:extLst>
                <a:ext uri="{FF2B5EF4-FFF2-40B4-BE49-F238E27FC236}">
                  <a16:creationId xmlns:a16="http://schemas.microsoft.com/office/drawing/2014/main" id="{07DC1921-AB75-245B-5500-F5D36E865FAD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89862"/>
              <a:ext cx="32242" cy="37273"/>
            </a:xfrm>
            <a:custGeom>
              <a:avLst/>
              <a:gdLst/>
              <a:ahLst/>
              <a:cxnLst/>
              <a:rect l="0" t="0" r="0" b="0"/>
              <a:pathLst>
                <a:path w="32242" h="37273">
                  <a:moveTo>
                    <a:pt x="0" y="37273"/>
                  </a:moveTo>
                  <a:lnTo>
                    <a:pt x="3224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2" name="Candidate_receptor__2621">
              <a:extLst>
                <a:ext uri="{FF2B5EF4-FFF2-40B4-BE49-F238E27FC236}">
                  <a16:creationId xmlns:a16="http://schemas.microsoft.com/office/drawing/2014/main" id="{AB678E96-189A-EF9D-87EC-F0B4642CCCB0}"/>
                </a:ext>
              </a:extLst>
            </p:cNvPr>
            <p:cNvSpPr>
              <a:spLocks noGrp="1"/>
            </p:cNvSpPr>
            <p:nvPr/>
          </p:nvSpPr>
          <p:spPr>
            <a:xfrm>
              <a:off x="6413669" y="3753346"/>
              <a:ext cx="808" cy="105041"/>
            </a:xfrm>
            <a:custGeom>
              <a:avLst/>
              <a:gdLst/>
              <a:ahLst/>
              <a:cxnLst/>
              <a:rect l="0" t="0" r="0" b="0"/>
              <a:pathLst>
                <a:path w="808" h="105041">
                  <a:moveTo>
                    <a:pt x="808" y="105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3" name="Candidate_receptor__2622">
              <a:extLst>
                <a:ext uri="{FF2B5EF4-FFF2-40B4-BE49-F238E27FC236}">
                  <a16:creationId xmlns:a16="http://schemas.microsoft.com/office/drawing/2014/main" id="{1EBB2B33-5A0C-425E-6A58-0FC0BE4E80EA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450832"/>
              <a:ext cx="42854" cy="80503"/>
            </a:xfrm>
            <a:custGeom>
              <a:avLst/>
              <a:gdLst/>
              <a:ahLst/>
              <a:cxnLst/>
              <a:rect l="0" t="0" r="0" b="0"/>
              <a:pathLst>
                <a:path w="42854" h="80503">
                  <a:moveTo>
                    <a:pt x="42854" y="0"/>
                  </a:moveTo>
                  <a:lnTo>
                    <a:pt x="0" y="8050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4" name="Candidate_receptor__2623">
              <a:extLst>
                <a:ext uri="{FF2B5EF4-FFF2-40B4-BE49-F238E27FC236}">
                  <a16:creationId xmlns:a16="http://schemas.microsoft.com/office/drawing/2014/main" id="{09D3B1B8-CA82-7B18-EDBC-22CDB4C85E0B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867038"/>
              <a:ext cx="53953" cy="19508"/>
            </a:xfrm>
            <a:custGeom>
              <a:avLst/>
              <a:gdLst/>
              <a:ahLst/>
              <a:cxnLst/>
              <a:rect l="0" t="0" r="0" b="0"/>
              <a:pathLst>
                <a:path w="53953" h="19508">
                  <a:moveTo>
                    <a:pt x="53953" y="0"/>
                  </a:moveTo>
                  <a:lnTo>
                    <a:pt x="0" y="195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5" name="Candidate_receptor__2624">
              <a:extLst>
                <a:ext uri="{FF2B5EF4-FFF2-40B4-BE49-F238E27FC236}">
                  <a16:creationId xmlns:a16="http://schemas.microsoft.com/office/drawing/2014/main" id="{911235DD-B587-2109-FD64-53B81752AB1C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31076"/>
              <a:ext cx="20910" cy="35381"/>
            </a:xfrm>
            <a:custGeom>
              <a:avLst/>
              <a:gdLst/>
              <a:ahLst/>
              <a:cxnLst/>
              <a:rect l="0" t="0" r="0" b="0"/>
              <a:pathLst>
                <a:path w="20910" h="35381">
                  <a:moveTo>
                    <a:pt x="0" y="35381"/>
                  </a:moveTo>
                  <a:lnTo>
                    <a:pt x="209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6" name="Candidate_receptor__2625">
              <a:extLst>
                <a:ext uri="{FF2B5EF4-FFF2-40B4-BE49-F238E27FC236}">
                  <a16:creationId xmlns:a16="http://schemas.microsoft.com/office/drawing/2014/main" id="{5F6E1A58-0B33-EA34-ECCC-6A39CECC7CC9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100234" cy="25656"/>
            </a:xfrm>
            <a:custGeom>
              <a:avLst/>
              <a:gdLst/>
              <a:ahLst/>
              <a:cxnLst/>
              <a:rect l="0" t="0" r="0" b="0"/>
              <a:pathLst>
                <a:path w="100234" h="25656">
                  <a:moveTo>
                    <a:pt x="100234" y="256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7" name="Candidate_receptor__2626">
              <a:extLst>
                <a:ext uri="{FF2B5EF4-FFF2-40B4-BE49-F238E27FC236}">
                  <a16:creationId xmlns:a16="http://schemas.microsoft.com/office/drawing/2014/main" id="{2F21862F-47A5-73A9-1456-1B0A7B19C8E5}"/>
                </a:ext>
              </a:extLst>
            </p:cNvPr>
            <p:cNvSpPr>
              <a:spLocks noGrp="1"/>
            </p:cNvSpPr>
            <p:nvPr/>
          </p:nvSpPr>
          <p:spPr>
            <a:xfrm>
              <a:off x="4867454" y="2530398"/>
              <a:ext cx="26036" cy="103778"/>
            </a:xfrm>
            <a:custGeom>
              <a:avLst/>
              <a:gdLst/>
              <a:ahLst/>
              <a:cxnLst/>
              <a:rect l="0" t="0" r="0" b="0"/>
              <a:pathLst>
                <a:path w="26036" h="103778">
                  <a:moveTo>
                    <a:pt x="26036" y="1037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28" name="Candidate_receptor__2627">
              <a:extLst>
                <a:ext uri="{FF2B5EF4-FFF2-40B4-BE49-F238E27FC236}">
                  <a16:creationId xmlns:a16="http://schemas.microsoft.com/office/drawing/2014/main" id="{06F0727E-E98D-5142-2567-1C73F537F623}"/>
                </a:ext>
              </a:extLst>
            </p:cNvPr>
            <p:cNvSpPr>
              <a:spLocks noGrp="1"/>
            </p:cNvSpPr>
            <p:nvPr/>
          </p:nvSpPr>
          <p:spPr>
            <a:xfrm>
              <a:off x="5952862" y="4275645"/>
              <a:ext cx="41193" cy="58431"/>
            </a:xfrm>
            <a:custGeom>
              <a:avLst/>
              <a:gdLst/>
              <a:ahLst/>
              <a:cxnLst/>
              <a:rect l="0" t="0" r="0" b="0"/>
              <a:pathLst>
                <a:path w="41193" h="58431">
                  <a:moveTo>
                    <a:pt x="0" y="58431"/>
                  </a:moveTo>
                  <a:lnTo>
                    <a:pt x="4119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9" name="Candidate_receptor__2628">
              <a:extLst>
                <a:ext uri="{FF2B5EF4-FFF2-40B4-BE49-F238E27FC236}">
                  <a16:creationId xmlns:a16="http://schemas.microsoft.com/office/drawing/2014/main" id="{DC464830-24BF-934B-BDA4-22975813B70A}"/>
                </a:ext>
              </a:extLst>
            </p:cNvPr>
            <p:cNvSpPr>
              <a:spLocks noGrp="1"/>
            </p:cNvSpPr>
            <p:nvPr/>
          </p:nvSpPr>
          <p:spPr>
            <a:xfrm>
              <a:off x="5632529" y="4120555"/>
              <a:ext cx="63423" cy="86087"/>
            </a:xfrm>
            <a:custGeom>
              <a:avLst/>
              <a:gdLst/>
              <a:ahLst/>
              <a:cxnLst/>
              <a:rect l="0" t="0" r="0" b="0"/>
              <a:pathLst>
                <a:path w="63423" h="86087">
                  <a:moveTo>
                    <a:pt x="63423" y="860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0" name="Candidate_receptor__2629">
              <a:extLst>
                <a:ext uri="{FF2B5EF4-FFF2-40B4-BE49-F238E27FC236}">
                  <a16:creationId xmlns:a16="http://schemas.microsoft.com/office/drawing/2014/main" id="{850005E5-8565-5034-B983-323F13122EB8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576634"/>
              <a:ext cx="11644" cy="113974"/>
            </a:xfrm>
            <a:custGeom>
              <a:avLst/>
              <a:gdLst/>
              <a:ahLst/>
              <a:cxnLst/>
              <a:rect l="0" t="0" r="0" b="0"/>
              <a:pathLst>
                <a:path w="11644" h="113974">
                  <a:moveTo>
                    <a:pt x="11644" y="0"/>
                  </a:moveTo>
                  <a:lnTo>
                    <a:pt x="0" y="11397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1" name="Candidate_receptor__2630">
              <a:extLst>
                <a:ext uri="{FF2B5EF4-FFF2-40B4-BE49-F238E27FC236}">
                  <a16:creationId xmlns:a16="http://schemas.microsoft.com/office/drawing/2014/main" id="{1EE0AC3A-1313-E77C-5F75-B47DD85676C6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58387"/>
              <a:ext cx="111128" cy="12566"/>
            </a:xfrm>
            <a:custGeom>
              <a:avLst/>
              <a:gdLst/>
              <a:ahLst/>
              <a:cxnLst/>
              <a:rect l="0" t="0" r="0" b="0"/>
              <a:pathLst>
                <a:path w="111128" h="12566">
                  <a:moveTo>
                    <a:pt x="0" y="12566"/>
                  </a:moveTo>
                  <a:lnTo>
                    <a:pt x="11112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2" name="Candidate_receptor__2631">
              <a:extLst>
                <a:ext uri="{FF2B5EF4-FFF2-40B4-BE49-F238E27FC236}">
                  <a16:creationId xmlns:a16="http://schemas.microsoft.com/office/drawing/2014/main" id="{2176D8B6-7FE8-871A-9A9C-8B8FB0F51240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674628"/>
              <a:ext cx="93041" cy="64674"/>
            </a:xfrm>
            <a:custGeom>
              <a:avLst/>
              <a:gdLst/>
              <a:ahLst/>
              <a:cxnLst/>
              <a:rect l="0" t="0" r="0" b="0"/>
              <a:pathLst>
                <a:path w="93041" h="64674">
                  <a:moveTo>
                    <a:pt x="0" y="64674"/>
                  </a:moveTo>
                  <a:lnTo>
                    <a:pt x="930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3" name="Candidate_receptor__2632">
              <a:extLst>
                <a:ext uri="{FF2B5EF4-FFF2-40B4-BE49-F238E27FC236}">
                  <a16:creationId xmlns:a16="http://schemas.microsoft.com/office/drawing/2014/main" id="{69D07ED8-74D5-12CD-454F-0DCD13F0262F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765705"/>
              <a:ext cx="19902" cy="8719"/>
            </a:xfrm>
            <a:custGeom>
              <a:avLst/>
              <a:gdLst/>
              <a:ahLst/>
              <a:cxnLst/>
              <a:rect l="0" t="0" r="0" b="0"/>
              <a:pathLst>
                <a:path w="19902" h="8719">
                  <a:moveTo>
                    <a:pt x="19902" y="87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4" name="Candidate_receptor__2633">
              <a:extLst>
                <a:ext uri="{FF2B5EF4-FFF2-40B4-BE49-F238E27FC236}">
                  <a16:creationId xmlns:a16="http://schemas.microsoft.com/office/drawing/2014/main" id="{559739FB-D78B-1EFD-1DF7-67BFB1C97AC0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74902"/>
              <a:ext cx="33290" cy="19408"/>
            </a:xfrm>
            <a:custGeom>
              <a:avLst/>
              <a:gdLst/>
              <a:ahLst/>
              <a:cxnLst/>
              <a:rect l="0" t="0" r="0" b="0"/>
              <a:pathLst>
                <a:path w="33290" h="19408">
                  <a:moveTo>
                    <a:pt x="33290" y="0"/>
                  </a:moveTo>
                  <a:lnTo>
                    <a:pt x="0" y="194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5" name="Candidate_receptor__2634">
              <a:extLst>
                <a:ext uri="{FF2B5EF4-FFF2-40B4-BE49-F238E27FC236}">
                  <a16:creationId xmlns:a16="http://schemas.microsoft.com/office/drawing/2014/main" id="{7B7E7450-3ED7-395A-BC80-A4D8F360E570}"/>
                </a:ext>
              </a:extLst>
            </p:cNvPr>
            <p:cNvSpPr>
              <a:spLocks noGrp="1"/>
            </p:cNvSpPr>
            <p:nvPr/>
          </p:nvSpPr>
          <p:spPr>
            <a:xfrm>
              <a:off x="5826128" y="3975072"/>
              <a:ext cx="82410" cy="65828"/>
            </a:xfrm>
            <a:custGeom>
              <a:avLst/>
              <a:gdLst/>
              <a:ahLst/>
              <a:cxnLst/>
              <a:rect l="0" t="0" r="0" b="0"/>
              <a:pathLst>
                <a:path w="82410" h="65828">
                  <a:moveTo>
                    <a:pt x="0" y="65828"/>
                  </a:moveTo>
                  <a:lnTo>
                    <a:pt x="824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6" name="Candidate_receptor__2635">
              <a:extLst>
                <a:ext uri="{FF2B5EF4-FFF2-40B4-BE49-F238E27FC236}">
                  <a16:creationId xmlns:a16="http://schemas.microsoft.com/office/drawing/2014/main" id="{B99B430C-4276-0B20-DF4C-006B3F2D0769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58096"/>
              <a:ext cx="32938" cy="2679"/>
            </a:xfrm>
            <a:custGeom>
              <a:avLst/>
              <a:gdLst/>
              <a:ahLst/>
              <a:cxnLst/>
              <a:rect l="0" t="0" r="0" b="0"/>
              <a:pathLst>
                <a:path w="32938" h="2679">
                  <a:moveTo>
                    <a:pt x="0" y="2679"/>
                  </a:moveTo>
                  <a:lnTo>
                    <a:pt x="3293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7" name="Candidate_receptor__2636">
              <a:extLst>
                <a:ext uri="{FF2B5EF4-FFF2-40B4-BE49-F238E27FC236}">
                  <a16:creationId xmlns:a16="http://schemas.microsoft.com/office/drawing/2014/main" id="{65ECB0AF-7D5B-A39D-3799-160C9160EF5A}"/>
                </a:ext>
              </a:extLst>
            </p:cNvPr>
            <p:cNvSpPr>
              <a:spLocks noGrp="1"/>
            </p:cNvSpPr>
            <p:nvPr/>
          </p:nvSpPr>
          <p:spPr>
            <a:xfrm>
              <a:off x="5991705" y="4436197"/>
              <a:ext cx="64441" cy="73184"/>
            </a:xfrm>
            <a:custGeom>
              <a:avLst/>
              <a:gdLst/>
              <a:ahLst/>
              <a:cxnLst/>
              <a:rect l="0" t="0" r="0" b="0"/>
              <a:pathLst>
                <a:path w="64441" h="73184">
                  <a:moveTo>
                    <a:pt x="0" y="73184"/>
                  </a:moveTo>
                  <a:lnTo>
                    <a:pt x="644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8" name="Candidate_receptor__2637">
              <a:extLst>
                <a:ext uri="{FF2B5EF4-FFF2-40B4-BE49-F238E27FC236}">
                  <a16:creationId xmlns:a16="http://schemas.microsoft.com/office/drawing/2014/main" id="{061E379C-2AC3-25CC-B3BC-9C81EA803A60}"/>
                </a:ext>
              </a:extLst>
            </p:cNvPr>
            <p:cNvSpPr>
              <a:spLocks noGrp="1"/>
            </p:cNvSpPr>
            <p:nvPr/>
          </p:nvSpPr>
          <p:spPr>
            <a:xfrm>
              <a:off x="6117972" y="3450832"/>
              <a:ext cx="106304" cy="20715"/>
            </a:xfrm>
            <a:custGeom>
              <a:avLst/>
              <a:gdLst/>
              <a:ahLst/>
              <a:cxnLst/>
              <a:rect l="0" t="0" r="0" b="0"/>
              <a:pathLst>
                <a:path w="106304" h="20715">
                  <a:moveTo>
                    <a:pt x="106304" y="207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39" name="Candidate_receptor__2638">
              <a:extLst>
                <a:ext uri="{FF2B5EF4-FFF2-40B4-BE49-F238E27FC236}">
                  <a16:creationId xmlns:a16="http://schemas.microsoft.com/office/drawing/2014/main" id="{8263316E-8A97-A83F-1190-33101FD8D3AD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334076"/>
              <a:ext cx="63491" cy="71922"/>
            </a:xfrm>
            <a:custGeom>
              <a:avLst/>
              <a:gdLst/>
              <a:ahLst/>
              <a:cxnLst/>
              <a:rect l="0" t="0" r="0" b="0"/>
              <a:pathLst>
                <a:path w="63491" h="71922">
                  <a:moveTo>
                    <a:pt x="0" y="71922"/>
                  </a:moveTo>
                  <a:lnTo>
                    <a:pt x="6349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0" name="Candidate_receptor__2639">
              <a:extLst>
                <a:ext uri="{FF2B5EF4-FFF2-40B4-BE49-F238E27FC236}">
                  <a16:creationId xmlns:a16="http://schemas.microsoft.com/office/drawing/2014/main" id="{015394BB-D822-2EC6-53A2-4DA67CA1BD83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00105"/>
              <a:ext cx="102455" cy="48553"/>
            </a:xfrm>
            <a:custGeom>
              <a:avLst/>
              <a:gdLst/>
              <a:ahLst/>
              <a:cxnLst/>
              <a:rect l="0" t="0" r="0" b="0"/>
              <a:pathLst>
                <a:path w="102455" h="48553">
                  <a:moveTo>
                    <a:pt x="102455" y="0"/>
                  </a:moveTo>
                  <a:lnTo>
                    <a:pt x="0" y="4855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1" name="Candidate_receptor__2640">
              <a:extLst>
                <a:ext uri="{FF2B5EF4-FFF2-40B4-BE49-F238E27FC236}">
                  <a16:creationId xmlns:a16="http://schemas.microsoft.com/office/drawing/2014/main" id="{3FC6B97D-CC56-A574-7EB6-B0736625F047}"/>
                </a:ext>
              </a:extLst>
            </p:cNvPr>
            <p:cNvSpPr>
              <a:spLocks noGrp="1"/>
            </p:cNvSpPr>
            <p:nvPr/>
          </p:nvSpPr>
          <p:spPr>
            <a:xfrm>
              <a:off x="4404621" y="4689854"/>
              <a:ext cx="85251" cy="36964"/>
            </a:xfrm>
            <a:custGeom>
              <a:avLst/>
              <a:gdLst/>
              <a:ahLst/>
              <a:cxnLst/>
              <a:rect l="0" t="0" r="0" b="0"/>
              <a:pathLst>
                <a:path w="85251" h="36964">
                  <a:moveTo>
                    <a:pt x="85251" y="0"/>
                  </a:moveTo>
                  <a:lnTo>
                    <a:pt x="0" y="3696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2" name="Candidate_receptor__2641">
              <a:extLst>
                <a:ext uri="{FF2B5EF4-FFF2-40B4-BE49-F238E27FC236}">
                  <a16:creationId xmlns:a16="http://schemas.microsoft.com/office/drawing/2014/main" id="{68CF75A6-1C9D-D7D0-2F1C-606857612667}"/>
                </a:ext>
              </a:extLst>
            </p:cNvPr>
            <p:cNvSpPr>
              <a:spLocks noGrp="1"/>
            </p:cNvSpPr>
            <p:nvPr/>
          </p:nvSpPr>
          <p:spPr>
            <a:xfrm>
              <a:off x="5612098" y="4206641"/>
              <a:ext cx="83854" cy="75544"/>
            </a:xfrm>
            <a:custGeom>
              <a:avLst/>
              <a:gdLst/>
              <a:ahLst/>
              <a:cxnLst/>
              <a:rect l="0" t="0" r="0" b="0"/>
              <a:pathLst>
                <a:path w="83854" h="75544">
                  <a:moveTo>
                    <a:pt x="0" y="75544"/>
                  </a:moveTo>
                  <a:lnTo>
                    <a:pt x="8385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3" name="Candidate_receptor__2642">
              <a:extLst>
                <a:ext uri="{FF2B5EF4-FFF2-40B4-BE49-F238E27FC236}">
                  <a16:creationId xmlns:a16="http://schemas.microsoft.com/office/drawing/2014/main" id="{116D9EF8-36B9-BD08-A9A9-AED7BF6DBC8E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522677"/>
              <a:ext cx="47338" cy="23363"/>
            </a:xfrm>
            <a:custGeom>
              <a:avLst/>
              <a:gdLst/>
              <a:ahLst/>
              <a:cxnLst/>
              <a:rect l="0" t="0" r="0" b="0"/>
              <a:pathLst>
                <a:path w="47338" h="23363">
                  <a:moveTo>
                    <a:pt x="47338" y="0"/>
                  </a:moveTo>
                  <a:lnTo>
                    <a:pt x="0" y="2336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4" name="Candidate_receptor__2643">
              <a:extLst>
                <a:ext uri="{FF2B5EF4-FFF2-40B4-BE49-F238E27FC236}">
                  <a16:creationId xmlns:a16="http://schemas.microsoft.com/office/drawing/2014/main" id="{E5001E74-6877-3AF3-6E69-437A7D06CBE4}"/>
                </a:ext>
              </a:extLst>
            </p:cNvPr>
            <p:cNvSpPr>
              <a:spLocks noGrp="1"/>
            </p:cNvSpPr>
            <p:nvPr/>
          </p:nvSpPr>
          <p:spPr>
            <a:xfrm>
              <a:off x="6263432" y="4466385"/>
              <a:ext cx="109319" cy="33850"/>
            </a:xfrm>
            <a:custGeom>
              <a:avLst/>
              <a:gdLst/>
              <a:ahLst/>
              <a:cxnLst/>
              <a:rect l="0" t="0" r="0" b="0"/>
              <a:pathLst>
                <a:path w="109319" h="33850">
                  <a:moveTo>
                    <a:pt x="0" y="33850"/>
                  </a:moveTo>
                  <a:lnTo>
                    <a:pt x="109319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5" name="Candidate_receptor__2644">
              <a:extLst>
                <a:ext uri="{FF2B5EF4-FFF2-40B4-BE49-F238E27FC236}">
                  <a16:creationId xmlns:a16="http://schemas.microsoft.com/office/drawing/2014/main" id="{A453F99D-B7D3-FD30-08F6-F812061B48A9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20555"/>
              <a:ext cx="88764" cy="29439"/>
            </a:xfrm>
            <a:custGeom>
              <a:avLst/>
              <a:gdLst/>
              <a:ahLst/>
              <a:cxnLst/>
              <a:rect l="0" t="0" r="0" b="0"/>
              <a:pathLst>
                <a:path w="88764" h="29439">
                  <a:moveTo>
                    <a:pt x="88764" y="0"/>
                  </a:moveTo>
                  <a:lnTo>
                    <a:pt x="0" y="2943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6" name="Candidate_receptor__2645">
              <a:extLst>
                <a:ext uri="{FF2B5EF4-FFF2-40B4-BE49-F238E27FC236}">
                  <a16:creationId xmlns:a16="http://schemas.microsoft.com/office/drawing/2014/main" id="{2EE7B227-32A5-B8D6-F16B-3FC6467A2D4E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149558"/>
              <a:ext cx="85583" cy="76690"/>
            </a:xfrm>
            <a:custGeom>
              <a:avLst/>
              <a:gdLst/>
              <a:ahLst/>
              <a:cxnLst/>
              <a:rect l="0" t="0" r="0" b="0"/>
              <a:pathLst>
                <a:path w="85583" h="76690">
                  <a:moveTo>
                    <a:pt x="0" y="76690"/>
                  </a:moveTo>
                  <a:lnTo>
                    <a:pt x="8558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7" name="Candidate_receptor__2646">
              <a:extLst>
                <a:ext uri="{FF2B5EF4-FFF2-40B4-BE49-F238E27FC236}">
                  <a16:creationId xmlns:a16="http://schemas.microsoft.com/office/drawing/2014/main" id="{ED183E50-A7CD-92B1-2D14-5DF4B47CE600}"/>
                </a:ext>
              </a:extLst>
            </p:cNvPr>
            <p:cNvSpPr>
              <a:spLocks noGrp="1"/>
            </p:cNvSpPr>
            <p:nvPr/>
          </p:nvSpPr>
          <p:spPr>
            <a:xfrm>
              <a:off x="6369354" y="4900693"/>
              <a:ext cx="104792" cy="19829"/>
            </a:xfrm>
            <a:custGeom>
              <a:avLst/>
              <a:gdLst/>
              <a:ahLst/>
              <a:cxnLst/>
              <a:rect l="0" t="0" r="0" b="0"/>
              <a:pathLst>
                <a:path w="104792" h="19829">
                  <a:moveTo>
                    <a:pt x="0" y="19829"/>
                  </a:moveTo>
                  <a:lnTo>
                    <a:pt x="104792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48" name="Candidate_receptor__2647">
              <a:extLst>
                <a:ext uri="{FF2B5EF4-FFF2-40B4-BE49-F238E27FC236}">
                  <a16:creationId xmlns:a16="http://schemas.microsoft.com/office/drawing/2014/main" id="{07EC3911-06E2-CAA4-42EC-52F9CBF86476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18065"/>
              <a:ext cx="31608" cy="56309"/>
            </a:xfrm>
            <a:custGeom>
              <a:avLst/>
              <a:gdLst/>
              <a:ahLst/>
              <a:cxnLst/>
              <a:rect l="0" t="0" r="0" b="0"/>
              <a:pathLst>
                <a:path w="31608" h="56309">
                  <a:moveTo>
                    <a:pt x="0" y="56309"/>
                  </a:moveTo>
                  <a:lnTo>
                    <a:pt x="3160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9" name="Candidate_receptor__2648">
              <a:extLst>
                <a:ext uri="{FF2B5EF4-FFF2-40B4-BE49-F238E27FC236}">
                  <a16:creationId xmlns:a16="http://schemas.microsoft.com/office/drawing/2014/main" id="{F8232950-9247-3300-7A31-64248A181925}"/>
                </a:ext>
              </a:extLst>
            </p:cNvPr>
            <p:cNvSpPr>
              <a:spLocks noGrp="1"/>
            </p:cNvSpPr>
            <p:nvPr/>
          </p:nvSpPr>
          <p:spPr>
            <a:xfrm>
              <a:off x="5149545" y="4955891"/>
              <a:ext cx="10795" cy="112727"/>
            </a:xfrm>
            <a:custGeom>
              <a:avLst/>
              <a:gdLst/>
              <a:ahLst/>
              <a:cxnLst/>
              <a:rect l="0" t="0" r="0" b="0"/>
              <a:pathLst>
                <a:path w="10795" h="112727">
                  <a:moveTo>
                    <a:pt x="10795" y="112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0" name="Candidate_receptor__2649">
              <a:extLst>
                <a:ext uri="{FF2B5EF4-FFF2-40B4-BE49-F238E27FC236}">
                  <a16:creationId xmlns:a16="http://schemas.microsoft.com/office/drawing/2014/main" id="{7B45AA08-6E9F-2DF0-C2D6-1F48CE6ACD93}"/>
                </a:ext>
              </a:extLst>
            </p:cNvPr>
            <p:cNvSpPr>
              <a:spLocks noGrp="1"/>
            </p:cNvSpPr>
            <p:nvPr/>
          </p:nvSpPr>
          <p:spPr>
            <a:xfrm>
              <a:off x="4903447" y="3486277"/>
              <a:ext cx="102268" cy="43567"/>
            </a:xfrm>
            <a:custGeom>
              <a:avLst/>
              <a:gdLst/>
              <a:ahLst/>
              <a:cxnLst/>
              <a:rect l="0" t="0" r="0" b="0"/>
              <a:pathLst>
                <a:path w="102268" h="43567">
                  <a:moveTo>
                    <a:pt x="102268" y="435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1" name="Candidate_receptor__2650">
              <a:extLst>
                <a:ext uri="{FF2B5EF4-FFF2-40B4-BE49-F238E27FC236}">
                  <a16:creationId xmlns:a16="http://schemas.microsoft.com/office/drawing/2014/main" id="{5AD034CC-2E18-55C9-DFCA-247F8A7A8A2A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889872"/>
              <a:ext cx="927" cy="77640"/>
            </a:xfrm>
            <a:custGeom>
              <a:avLst/>
              <a:gdLst/>
              <a:ahLst/>
              <a:cxnLst/>
              <a:rect l="0" t="0" r="0" b="0"/>
              <a:pathLst>
                <a:path w="927" h="77640">
                  <a:moveTo>
                    <a:pt x="0" y="77640"/>
                  </a:moveTo>
                  <a:lnTo>
                    <a:pt x="927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2" name="Candidate_receptor__2651">
              <a:extLst>
                <a:ext uri="{FF2B5EF4-FFF2-40B4-BE49-F238E27FC236}">
                  <a16:creationId xmlns:a16="http://schemas.microsoft.com/office/drawing/2014/main" id="{6E65CFDE-A1B2-A872-8A55-A1F76F6DFA88}"/>
                </a:ext>
              </a:extLst>
            </p:cNvPr>
            <p:cNvSpPr>
              <a:spLocks noGrp="1"/>
            </p:cNvSpPr>
            <p:nvPr/>
          </p:nvSpPr>
          <p:spPr>
            <a:xfrm>
              <a:off x="4489872" y="4662530"/>
              <a:ext cx="67866" cy="27324"/>
            </a:xfrm>
            <a:custGeom>
              <a:avLst/>
              <a:gdLst/>
              <a:ahLst/>
              <a:cxnLst/>
              <a:rect l="0" t="0" r="0" b="0"/>
              <a:pathLst>
                <a:path w="67866" h="27324">
                  <a:moveTo>
                    <a:pt x="67866" y="0"/>
                  </a:moveTo>
                  <a:lnTo>
                    <a:pt x="0" y="2732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3" name="Candidate_receptor__2652">
              <a:extLst>
                <a:ext uri="{FF2B5EF4-FFF2-40B4-BE49-F238E27FC236}">
                  <a16:creationId xmlns:a16="http://schemas.microsoft.com/office/drawing/2014/main" id="{2B1BC83A-0E8B-29D3-DCEC-61B043168119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726819"/>
              <a:ext cx="3431" cy="107932"/>
            </a:xfrm>
            <a:custGeom>
              <a:avLst/>
              <a:gdLst/>
              <a:ahLst/>
              <a:cxnLst/>
              <a:rect l="0" t="0" r="0" b="0"/>
              <a:pathLst>
                <a:path w="3431" h="107932">
                  <a:moveTo>
                    <a:pt x="3431" y="0"/>
                  </a:moveTo>
                  <a:lnTo>
                    <a:pt x="0" y="107932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4" name="Candidate_receptor__2653">
              <a:extLst>
                <a:ext uri="{FF2B5EF4-FFF2-40B4-BE49-F238E27FC236}">
                  <a16:creationId xmlns:a16="http://schemas.microsoft.com/office/drawing/2014/main" id="{7914D2DA-9397-BEE7-7516-FB9EDA45DD9A}"/>
                </a:ext>
              </a:extLst>
            </p:cNvPr>
            <p:cNvSpPr>
              <a:spLocks noGrp="1"/>
            </p:cNvSpPr>
            <p:nvPr/>
          </p:nvSpPr>
          <p:spPr>
            <a:xfrm>
              <a:off x="6474145" y="4803684"/>
              <a:ext cx="21914" cy="97008"/>
            </a:xfrm>
            <a:custGeom>
              <a:avLst/>
              <a:gdLst/>
              <a:ahLst/>
              <a:cxnLst/>
              <a:rect l="0" t="0" r="0" b="0"/>
              <a:pathLst>
                <a:path w="21914" h="97008">
                  <a:moveTo>
                    <a:pt x="0" y="97008"/>
                  </a:moveTo>
                  <a:lnTo>
                    <a:pt x="21914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5" name="Candidate_receptor__2654">
              <a:extLst>
                <a:ext uri="{FF2B5EF4-FFF2-40B4-BE49-F238E27FC236}">
                  <a16:creationId xmlns:a16="http://schemas.microsoft.com/office/drawing/2014/main" id="{83BE812B-99E3-192E-48B8-7EF109F28834}"/>
                </a:ext>
              </a:extLst>
            </p:cNvPr>
            <p:cNvSpPr>
              <a:spLocks noGrp="1"/>
            </p:cNvSpPr>
            <p:nvPr/>
          </p:nvSpPr>
          <p:spPr>
            <a:xfrm>
              <a:off x="4988017" y="4875169"/>
              <a:ext cx="10174" cy="109040"/>
            </a:xfrm>
            <a:custGeom>
              <a:avLst/>
              <a:gdLst/>
              <a:ahLst/>
              <a:cxnLst/>
              <a:rect l="0" t="0" r="0" b="0"/>
              <a:pathLst>
                <a:path w="10174" h="109040">
                  <a:moveTo>
                    <a:pt x="10174" y="1090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6" name="Candidate_receptor__2655">
              <a:extLst>
                <a:ext uri="{FF2B5EF4-FFF2-40B4-BE49-F238E27FC236}">
                  <a16:creationId xmlns:a16="http://schemas.microsoft.com/office/drawing/2014/main" id="{678AD8BC-B4C4-031D-7EBD-9957A89919A7}"/>
                </a:ext>
              </a:extLst>
            </p:cNvPr>
            <p:cNvSpPr>
              <a:spLocks noGrp="1"/>
            </p:cNvSpPr>
            <p:nvPr/>
          </p:nvSpPr>
          <p:spPr>
            <a:xfrm>
              <a:off x="4905996" y="5120655"/>
              <a:ext cx="101643" cy="29779"/>
            </a:xfrm>
            <a:custGeom>
              <a:avLst/>
              <a:gdLst/>
              <a:ahLst/>
              <a:cxnLst/>
              <a:rect l="0" t="0" r="0" b="0"/>
              <a:pathLst>
                <a:path w="101643" h="29779">
                  <a:moveTo>
                    <a:pt x="101643" y="29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7" name="Candidate_receptor__2656">
              <a:extLst>
                <a:ext uri="{FF2B5EF4-FFF2-40B4-BE49-F238E27FC236}">
                  <a16:creationId xmlns:a16="http://schemas.microsoft.com/office/drawing/2014/main" id="{747BD4BC-9E96-AD4B-B358-1E472DC33455}"/>
                </a:ext>
              </a:extLst>
            </p:cNvPr>
            <p:cNvSpPr>
              <a:spLocks noGrp="1"/>
            </p:cNvSpPr>
            <p:nvPr/>
          </p:nvSpPr>
          <p:spPr>
            <a:xfrm>
              <a:off x="4659532" y="4741368"/>
              <a:ext cx="44801" cy="35188"/>
            </a:xfrm>
            <a:custGeom>
              <a:avLst/>
              <a:gdLst/>
              <a:ahLst/>
              <a:cxnLst/>
              <a:rect l="0" t="0" r="0" b="0"/>
              <a:pathLst>
                <a:path w="44801" h="35188">
                  <a:moveTo>
                    <a:pt x="44801" y="35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8" name="Candidate_receptor__2657">
              <a:extLst>
                <a:ext uri="{FF2B5EF4-FFF2-40B4-BE49-F238E27FC236}">
                  <a16:creationId xmlns:a16="http://schemas.microsoft.com/office/drawing/2014/main" id="{760979FA-BCC1-B200-2E11-0EBACDD444A1}"/>
                </a:ext>
              </a:extLst>
            </p:cNvPr>
            <p:cNvSpPr>
              <a:spLocks noGrp="1"/>
            </p:cNvSpPr>
            <p:nvPr/>
          </p:nvSpPr>
          <p:spPr>
            <a:xfrm>
              <a:off x="5379747" y="4389774"/>
              <a:ext cx="108034" cy="36649"/>
            </a:xfrm>
            <a:custGeom>
              <a:avLst/>
              <a:gdLst/>
              <a:ahLst/>
              <a:cxnLst/>
              <a:rect l="0" t="0" r="0" b="0"/>
              <a:pathLst>
                <a:path w="108034" h="36649">
                  <a:moveTo>
                    <a:pt x="108034" y="0"/>
                  </a:moveTo>
                  <a:lnTo>
                    <a:pt x="0" y="3664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9" name="Candidate_receptor__2658">
              <a:extLst>
                <a:ext uri="{FF2B5EF4-FFF2-40B4-BE49-F238E27FC236}">
                  <a16:creationId xmlns:a16="http://schemas.microsoft.com/office/drawing/2014/main" id="{F67260F4-A64C-21F7-1D98-59C3F7257641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80456"/>
              <a:ext cx="9719" cy="37860"/>
            </a:xfrm>
            <a:custGeom>
              <a:avLst/>
              <a:gdLst/>
              <a:ahLst/>
              <a:cxnLst/>
              <a:rect l="0" t="0" r="0" b="0"/>
              <a:pathLst>
                <a:path w="9719" h="37860">
                  <a:moveTo>
                    <a:pt x="9719" y="37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0" name="Candidate_receptor__2659">
              <a:extLst>
                <a:ext uri="{FF2B5EF4-FFF2-40B4-BE49-F238E27FC236}">
                  <a16:creationId xmlns:a16="http://schemas.microsoft.com/office/drawing/2014/main" id="{9759E29E-7273-B67C-2ED6-ACB4F12D4A80}"/>
                </a:ext>
              </a:extLst>
            </p:cNvPr>
            <p:cNvSpPr>
              <a:spLocks noGrp="1"/>
            </p:cNvSpPr>
            <p:nvPr/>
          </p:nvSpPr>
          <p:spPr>
            <a:xfrm>
              <a:off x="4825975" y="4802260"/>
              <a:ext cx="22518" cy="87612"/>
            </a:xfrm>
            <a:custGeom>
              <a:avLst/>
              <a:gdLst/>
              <a:ahLst/>
              <a:cxnLst/>
              <a:rect l="0" t="0" r="0" b="0"/>
              <a:pathLst>
                <a:path w="22518" h="87612">
                  <a:moveTo>
                    <a:pt x="22518" y="87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1" name="Candidate_receptor__2660">
              <a:extLst>
                <a:ext uri="{FF2B5EF4-FFF2-40B4-BE49-F238E27FC236}">
                  <a16:creationId xmlns:a16="http://schemas.microsoft.com/office/drawing/2014/main" id="{B53DBEE1-C796-6D4B-3914-347395D9BADB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405538"/>
              <a:ext cx="47655" cy="27314"/>
            </a:xfrm>
            <a:custGeom>
              <a:avLst/>
              <a:gdLst/>
              <a:ahLst/>
              <a:cxnLst/>
              <a:rect l="0" t="0" r="0" b="0"/>
              <a:pathLst>
                <a:path w="47655" h="27314">
                  <a:moveTo>
                    <a:pt x="0" y="27314"/>
                  </a:moveTo>
                  <a:lnTo>
                    <a:pt x="4765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2" name="Candidate_receptor__2661">
              <a:extLst>
                <a:ext uri="{FF2B5EF4-FFF2-40B4-BE49-F238E27FC236}">
                  <a16:creationId xmlns:a16="http://schemas.microsoft.com/office/drawing/2014/main" id="{F498AD7A-820E-7DED-0088-F7CB931057F9}"/>
                </a:ext>
              </a:extLst>
            </p:cNvPr>
            <p:cNvSpPr>
              <a:spLocks noGrp="1"/>
            </p:cNvSpPr>
            <p:nvPr/>
          </p:nvSpPr>
          <p:spPr>
            <a:xfrm>
              <a:off x="6421186" y="3421055"/>
              <a:ext cx="24684" cy="57039"/>
            </a:xfrm>
            <a:custGeom>
              <a:avLst/>
              <a:gdLst/>
              <a:ahLst/>
              <a:cxnLst/>
              <a:rect l="0" t="0" r="0" b="0"/>
              <a:pathLst>
                <a:path w="24684" h="57039">
                  <a:moveTo>
                    <a:pt x="24684" y="570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63" name="Candidate_receptor__2662">
              <a:extLst>
                <a:ext uri="{FF2B5EF4-FFF2-40B4-BE49-F238E27FC236}">
                  <a16:creationId xmlns:a16="http://schemas.microsoft.com/office/drawing/2014/main" id="{324D42AD-5C16-DB76-8F7A-0C6CD8725455}"/>
                </a:ext>
              </a:extLst>
            </p:cNvPr>
            <p:cNvSpPr>
              <a:spLocks noGrp="1"/>
            </p:cNvSpPr>
            <p:nvPr/>
          </p:nvSpPr>
          <p:spPr>
            <a:xfrm>
              <a:off x="5604518" y="4520036"/>
              <a:ext cx="17685" cy="98029"/>
            </a:xfrm>
            <a:custGeom>
              <a:avLst/>
              <a:gdLst/>
              <a:ahLst/>
              <a:cxnLst/>
              <a:rect l="0" t="0" r="0" b="0"/>
              <a:pathLst>
                <a:path w="17685" h="98029">
                  <a:moveTo>
                    <a:pt x="0" y="98029"/>
                  </a:moveTo>
                  <a:lnTo>
                    <a:pt x="176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4" name="Candidate_receptor__2663">
              <a:extLst>
                <a:ext uri="{FF2B5EF4-FFF2-40B4-BE49-F238E27FC236}">
                  <a16:creationId xmlns:a16="http://schemas.microsoft.com/office/drawing/2014/main" id="{178346CF-2A04-B24F-F438-DA0E43742315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342768"/>
              <a:ext cx="56576" cy="100105"/>
            </a:xfrm>
            <a:custGeom>
              <a:avLst/>
              <a:gdLst/>
              <a:ahLst/>
              <a:cxnLst/>
              <a:rect l="0" t="0" r="0" b="0"/>
              <a:pathLst>
                <a:path w="56576" h="100105">
                  <a:moveTo>
                    <a:pt x="0" y="0"/>
                  </a:moveTo>
                  <a:lnTo>
                    <a:pt x="56576" y="10010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5" name="Candidate_receptor__2664">
              <a:extLst>
                <a:ext uri="{FF2B5EF4-FFF2-40B4-BE49-F238E27FC236}">
                  <a16:creationId xmlns:a16="http://schemas.microsoft.com/office/drawing/2014/main" id="{3FD46DD9-0EFF-85E2-7593-40CFCDD9836C}"/>
                </a:ext>
              </a:extLst>
            </p:cNvPr>
            <p:cNvSpPr>
              <a:spLocks noGrp="1"/>
            </p:cNvSpPr>
            <p:nvPr/>
          </p:nvSpPr>
          <p:spPr>
            <a:xfrm>
              <a:off x="6024623" y="3617503"/>
              <a:ext cx="94667" cy="57399"/>
            </a:xfrm>
            <a:custGeom>
              <a:avLst/>
              <a:gdLst/>
              <a:ahLst/>
              <a:cxnLst/>
              <a:rect l="0" t="0" r="0" b="0"/>
              <a:pathLst>
                <a:path w="94667" h="57399">
                  <a:moveTo>
                    <a:pt x="94667" y="0"/>
                  </a:moveTo>
                  <a:lnTo>
                    <a:pt x="0" y="5739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6" name="Candidate_receptor__2665">
              <a:extLst>
                <a:ext uri="{FF2B5EF4-FFF2-40B4-BE49-F238E27FC236}">
                  <a16:creationId xmlns:a16="http://schemas.microsoft.com/office/drawing/2014/main" id="{6A220DDE-19B9-CD35-C864-73262AEA4563}"/>
                </a:ext>
              </a:extLst>
            </p:cNvPr>
            <p:cNvSpPr>
              <a:spLocks noGrp="1"/>
            </p:cNvSpPr>
            <p:nvPr/>
          </p:nvSpPr>
          <p:spPr>
            <a:xfrm>
              <a:off x="5039608" y="4647638"/>
              <a:ext cx="99636" cy="12144"/>
            </a:xfrm>
            <a:custGeom>
              <a:avLst/>
              <a:gdLst/>
              <a:ahLst/>
              <a:cxnLst/>
              <a:rect l="0" t="0" r="0" b="0"/>
              <a:pathLst>
                <a:path w="99636" h="12144">
                  <a:moveTo>
                    <a:pt x="0" y="0"/>
                  </a:moveTo>
                  <a:lnTo>
                    <a:pt x="99636" y="1214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7" name="Candidate_receptor__2666">
              <a:extLst>
                <a:ext uri="{FF2B5EF4-FFF2-40B4-BE49-F238E27FC236}">
                  <a16:creationId xmlns:a16="http://schemas.microsoft.com/office/drawing/2014/main" id="{D112D685-3312-9C9C-1394-9F4534233681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072059"/>
              <a:ext cx="51873" cy="30865"/>
            </a:xfrm>
            <a:custGeom>
              <a:avLst/>
              <a:gdLst/>
              <a:ahLst/>
              <a:cxnLst/>
              <a:rect l="0" t="0" r="0" b="0"/>
              <a:pathLst>
                <a:path w="51873" h="30865">
                  <a:moveTo>
                    <a:pt x="0" y="30865"/>
                  </a:moveTo>
                  <a:lnTo>
                    <a:pt x="5187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8" name="Candidate_receptor__2667">
              <a:extLst>
                <a:ext uri="{FF2B5EF4-FFF2-40B4-BE49-F238E27FC236}">
                  <a16:creationId xmlns:a16="http://schemas.microsoft.com/office/drawing/2014/main" id="{DAB68DE3-3F7A-8AD0-14ED-BFB5463F0004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56343"/>
              <a:ext cx="40021" cy="69741"/>
            </a:xfrm>
            <a:custGeom>
              <a:avLst/>
              <a:gdLst/>
              <a:ahLst/>
              <a:cxnLst/>
              <a:rect l="0" t="0" r="0" b="0"/>
              <a:pathLst>
                <a:path w="40021" h="69741">
                  <a:moveTo>
                    <a:pt x="40021" y="0"/>
                  </a:moveTo>
                  <a:lnTo>
                    <a:pt x="0" y="69741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9" name="Candidate_receptor__2668">
              <a:extLst>
                <a:ext uri="{FF2B5EF4-FFF2-40B4-BE49-F238E27FC236}">
                  <a16:creationId xmlns:a16="http://schemas.microsoft.com/office/drawing/2014/main" id="{FA4FB333-CB7E-B1FC-E04C-EAA635186F43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20655"/>
              <a:ext cx="54674" cy="51055"/>
            </a:xfrm>
            <a:custGeom>
              <a:avLst/>
              <a:gdLst/>
              <a:ahLst/>
              <a:cxnLst/>
              <a:rect l="0" t="0" r="0" b="0"/>
              <a:pathLst>
                <a:path w="54674" h="51055">
                  <a:moveTo>
                    <a:pt x="54674" y="0"/>
                  </a:moveTo>
                  <a:lnTo>
                    <a:pt x="0" y="5105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0" name="Candidate_receptor__2669">
              <a:extLst>
                <a:ext uri="{FF2B5EF4-FFF2-40B4-BE49-F238E27FC236}">
                  <a16:creationId xmlns:a16="http://schemas.microsoft.com/office/drawing/2014/main" id="{3DCABBA5-E39F-0127-FFD5-1E26109EE785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772567"/>
              <a:ext cx="15689" cy="42825"/>
            </a:xfrm>
            <a:custGeom>
              <a:avLst/>
              <a:gdLst/>
              <a:ahLst/>
              <a:cxnLst/>
              <a:rect l="0" t="0" r="0" b="0"/>
              <a:pathLst>
                <a:path w="15689" h="42825">
                  <a:moveTo>
                    <a:pt x="15689" y="428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1" name="Candidate_receptor__2670">
              <a:extLst>
                <a:ext uri="{FF2B5EF4-FFF2-40B4-BE49-F238E27FC236}">
                  <a16:creationId xmlns:a16="http://schemas.microsoft.com/office/drawing/2014/main" id="{108BE539-E5B5-E7CA-9972-507D4DF4EE8D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47638"/>
              <a:ext cx="43658" cy="83761"/>
            </a:xfrm>
            <a:custGeom>
              <a:avLst/>
              <a:gdLst/>
              <a:ahLst/>
              <a:cxnLst/>
              <a:rect l="0" t="0" r="0" b="0"/>
              <a:pathLst>
                <a:path w="43658" h="83761">
                  <a:moveTo>
                    <a:pt x="0" y="83761"/>
                  </a:moveTo>
                  <a:lnTo>
                    <a:pt x="436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2" name="Candidate_receptor__2671">
              <a:extLst>
                <a:ext uri="{FF2B5EF4-FFF2-40B4-BE49-F238E27FC236}">
                  <a16:creationId xmlns:a16="http://schemas.microsoft.com/office/drawing/2014/main" id="{EB28CC77-E573-334A-EE5B-D07F020FB2B5}"/>
                </a:ext>
              </a:extLst>
            </p:cNvPr>
            <p:cNvSpPr>
              <a:spLocks noGrp="1"/>
            </p:cNvSpPr>
            <p:nvPr/>
          </p:nvSpPr>
          <p:spPr>
            <a:xfrm>
              <a:off x="4835059" y="3486277"/>
              <a:ext cx="68387" cy="30537"/>
            </a:xfrm>
            <a:custGeom>
              <a:avLst/>
              <a:gdLst/>
              <a:ahLst/>
              <a:cxnLst/>
              <a:rect l="0" t="0" r="0" b="0"/>
              <a:pathLst>
                <a:path w="68387" h="30537">
                  <a:moveTo>
                    <a:pt x="68387" y="0"/>
                  </a:moveTo>
                  <a:lnTo>
                    <a:pt x="0" y="30537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73" name="Candidate_receptor__2672">
              <a:extLst>
                <a:ext uri="{FF2B5EF4-FFF2-40B4-BE49-F238E27FC236}">
                  <a16:creationId xmlns:a16="http://schemas.microsoft.com/office/drawing/2014/main" id="{6D8F70B3-6531-D645-0D65-6E04C184A95B}"/>
                </a:ext>
              </a:extLst>
            </p:cNvPr>
            <p:cNvSpPr>
              <a:spLocks noGrp="1"/>
            </p:cNvSpPr>
            <p:nvPr/>
          </p:nvSpPr>
          <p:spPr>
            <a:xfrm>
              <a:off x="6468219" y="4294326"/>
              <a:ext cx="108396" cy="26308"/>
            </a:xfrm>
            <a:custGeom>
              <a:avLst/>
              <a:gdLst/>
              <a:ahLst/>
              <a:cxnLst/>
              <a:rect l="0" t="0" r="0" b="0"/>
              <a:pathLst>
                <a:path w="108396" h="26308">
                  <a:moveTo>
                    <a:pt x="108396" y="0"/>
                  </a:moveTo>
                  <a:lnTo>
                    <a:pt x="0" y="263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4" name="Candidate_receptor__2673">
              <a:extLst>
                <a:ext uri="{FF2B5EF4-FFF2-40B4-BE49-F238E27FC236}">
                  <a16:creationId xmlns:a16="http://schemas.microsoft.com/office/drawing/2014/main" id="{830B23A5-1C69-3524-A01A-A8552952CCD8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834751"/>
              <a:ext cx="59428" cy="32255"/>
            </a:xfrm>
            <a:custGeom>
              <a:avLst/>
              <a:gdLst/>
              <a:ahLst/>
              <a:cxnLst/>
              <a:rect l="0" t="0" r="0" b="0"/>
              <a:pathLst>
                <a:path w="59428" h="32255">
                  <a:moveTo>
                    <a:pt x="0" y="0"/>
                  </a:moveTo>
                  <a:lnTo>
                    <a:pt x="59428" y="32255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75" name="Candidate_receptor__2674">
              <a:extLst>
                <a:ext uri="{FF2B5EF4-FFF2-40B4-BE49-F238E27FC236}">
                  <a16:creationId xmlns:a16="http://schemas.microsoft.com/office/drawing/2014/main" id="{F15E907A-2D91-C162-AA1F-F567EBE4C5FA}"/>
                </a:ext>
              </a:extLst>
            </p:cNvPr>
            <p:cNvSpPr>
              <a:spLocks noGrp="1"/>
            </p:cNvSpPr>
            <p:nvPr/>
          </p:nvSpPr>
          <p:spPr>
            <a:xfrm>
              <a:off x="6372751" y="4466385"/>
              <a:ext cx="24967" cy="89957"/>
            </a:xfrm>
            <a:custGeom>
              <a:avLst/>
              <a:gdLst/>
              <a:ahLst/>
              <a:cxnLst/>
              <a:rect l="0" t="0" r="0" b="0"/>
              <a:pathLst>
                <a:path w="24967" h="89957">
                  <a:moveTo>
                    <a:pt x="0" y="0"/>
                  </a:moveTo>
                  <a:lnTo>
                    <a:pt x="24967" y="89957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6" name="Candidate_receptor__2675">
              <a:extLst>
                <a:ext uri="{FF2B5EF4-FFF2-40B4-BE49-F238E27FC236}">
                  <a16:creationId xmlns:a16="http://schemas.microsoft.com/office/drawing/2014/main" id="{E52F8F1B-BDF2-0065-AD26-F7F27DD3335E}"/>
                </a:ext>
              </a:extLst>
            </p:cNvPr>
            <p:cNvSpPr>
              <a:spLocks noGrp="1"/>
            </p:cNvSpPr>
            <p:nvPr/>
          </p:nvSpPr>
          <p:spPr>
            <a:xfrm>
              <a:off x="5258723" y="4548748"/>
              <a:ext cx="54445" cy="75335"/>
            </a:xfrm>
            <a:custGeom>
              <a:avLst/>
              <a:gdLst/>
              <a:ahLst/>
              <a:cxnLst/>
              <a:rect l="0" t="0" r="0" b="0"/>
              <a:pathLst>
                <a:path w="54445" h="75335">
                  <a:moveTo>
                    <a:pt x="0" y="75335"/>
                  </a:moveTo>
                  <a:lnTo>
                    <a:pt x="5444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7" name="Candidate_receptor__2676">
              <a:extLst>
                <a:ext uri="{FF2B5EF4-FFF2-40B4-BE49-F238E27FC236}">
                  <a16:creationId xmlns:a16="http://schemas.microsoft.com/office/drawing/2014/main" id="{E0F38D11-6CFB-A17E-A8C6-E681E3CBEDFF}"/>
                </a:ext>
              </a:extLst>
            </p:cNvPr>
            <p:cNvSpPr>
              <a:spLocks noGrp="1"/>
            </p:cNvSpPr>
            <p:nvPr/>
          </p:nvSpPr>
          <p:spPr>
            <a:xfrm>
              <a:off x="4700646" y="2287584"/>
              <a:ext cx="90498" cy="42939"/>
            </a:xfrm>
            <a:custGeom>
              <a:avLst/>
              <a:gdLst/>
              <a:ahLst/>
              <a:cxnLst/>
              <a:rect l="0" t="0" r="0" b="0"/>
              <a:pathLst>
                <a:path w="90498" h="42939">
                  <a:moveTo>
                    <a:pt x="90498" y="429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8" name="Candidate_receptor__2677">
              <a:extLst>
                <a:ext uri="{FF2B5EF4-FFF2-40B4-BE49-F238E27FC236}">
                  <a16:creationId xmlns:a16="http://schemas.microsoft.com/office/drawing/2014/main" id="{6201F262-6F4D-9D8E-55D7-24DCD1D93033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3511"/>
              <a:ext cx="107552" cy="5106"/>
            </a:xfrm>
            <a:custGeom>
              <a:avLst/>
              <a:gdLst/>
              <a:ahLst/>
              <a:cxnLst/>
              <a:rect l="0" t="0" r="0" b="0"/>
              <a:pathLst>
                <a:path w="107552" h="5106">
                  <a:moveTo>
                    <a:pt x="0" y="5106"/>
                  </a:moveTo>
                  <a:lnTo>
                    <a:pt x="10755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9" name="Candidate_receptor__2678">
              <a:extLst>
                <a:ext uri="{FF2B5EF4-FFF2-40B4-BE49-F238E27FC236}">
                  <a16:creationId xmlns:a16="http://schemas.microsoft.com/office/drawing/2014/main" id="{ABC85519-D54F-3DBA-9CD7-2654DB0620FC}"/>
                </a:ext>
              </a:extLst>
            </p:cNvPr>
            <p:cNvSpPr>
              <a:spLocks noGrp="1"/>
            </p:cNvSpPr>
            <p:nvPr/>
          </p:nvSpPr>
          <p:spPr>
            <a:xfrm>
              <a:off x="4969081" y="5150434"/>
              <a:ext cx="38558" cy="107662"/>
            </a:xfrm>
            <a:custGeom>
              <a:avLst/>
              <a:gdLst/>
              <a:ahLst/>
              <a:cxnLst/>
              <a:rect l="0" t="0" r="0" b="0"/>
              <a:pathLst>
                <a:path w="38558" h="107662">
                  <a:moveTo>
                    <a:pt x="0" y="107662"/>
                  </a:moveTo>
                  <a:lnTo>
                    <a:pt x="385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80" name="Candidate_receptor__2679">
              <a:extLst>
                <a:ext uri="{FF2B5EF4-FFF2-40B4-BE49-F238E27FC236}">
                  <a16:creationId xmlns:a16="http://schemas.microsoft.com/office/drawing/2014/main" id="{501E7F57-4265-69BA-28BE-EA4FA6B2E4B7}"/>
                </a:ext>
              </a:extLst>
            </p:cNvPr>
            <p:cNvSpPr>
              <a:spLocks noGrp="1"/>
            </p:cNvSpPr>
            <p:nvPr/>
          </p:nvSpPr>
          <p:spPr>
            <a:xfrm>
              <a:off x="5005715" y="3425738"/>
              <a:ext cx="31704" cy="104106"/>
            </a:xfrm>
            <a:custGeom>
              <a:avLst/>
              <a:gdLst/>
              <a:ahLst/>
              <a:cxnLst/>
              <a:rect l="0" t="0" r="0" b="0"/>
              <a:pathLst>
                <a:path w="31704" h="104106">
                  <a:moveTo>
                    <a:pt x="31704" y="0"/>
                  </a:moveTo>
                  <a:lnTo>
                    <a:pt x="0" y="104106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81" name="Candidate_receptor__2680">
              <a:extLst>
                <a:ext uri="{FF2B5EF4-FFF2-40B4-BE49-F238E27FC236}">
                  <a16:creationId xmlns:a16="http://schemas.microsoft.com/office/drawing/2014/main" id="{D6068034-A01A-6A4E-33BC-C36A18632C8D}"/>
                </a:ext>
              </a:extLst>
            </p:cNvPr>
            <p:cNvSpPr>
              <a:spLocks noGrp="1"/>
            </p:cNvSpPr>
            <p:nvPr/>
          </p:nvSpPr>
          <p:spPr>
            <a:xfrm>
              <a:off x="5168818" y="2462899"/>
              <a:ext cx="28112" cy="107279"/>
            </a:xfrm>
            <a:custGeom>
              <a:avLst/>
              <a:gdLst/>
              <a:ahLst/>
              <a:cxnLst/>
              <a:rect l="0" t="0" r="0" b="0"/>
              <a:pathLst>
                <a:path w="28112" h="107279">
                  <a:moveTo>
                    <a:pt x="0" y="0"/>
                  </a:moveTo>
                  <a:lnTo>
                    <a:pt x="28112" y="10727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2" name="Candidate_receptor__2681">
              <a:extLst>
                <a:ext uri="{FF2B5EF4-FFF2-40B4-BE49-F238E27FC236}">
                  <a16:creationId xmlns:a16="http://schemas.microsoft.com/office/drawing/2014/main" id="{4B245FE2-670A-1E4D-08BB-36AE552C038F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776555"/>
              <a:ext cx="12815" cy="109991"/>
            </a:xfrm>
            <a:custGeom>
              <a:avLst/>
              <a:gdLst/>
              <a:ahLst/>
              <a:cxnLst/>
              <a:rect l="0" t="0" r="0" b="0"/>
              <a:pathLst>
                <a:path w="12815" h="109991">
                  <a:moveTo>
                    <a:pt x="0" y="109991"/>
                  </a:moveTo>
                  <a:lnTo>
                    <a:pt x="12815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3" name="Candidate_receptor__2682">
              <a:extLst>
                <a:ext uri="{FF2B5EF4-FFF2-40B4-BE49-F238E27FC236}">
                  <a16:creationId xmlns:a16="http://schemas.microsoft.com/office/drawing/2014/main" id="{05DAC895-098B-14FF-C84C-15EEEB8FF111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287584"/>
              <a:ext cx="90485" cy="55184"/>
            </a:xfrm>
            <a:custGeom>
              <a:avLst/>
              <a:gdLst/>
              <a:ahLst/>
              <a:cxnLst/>
              <a:rect l="0" t="0" r="0" b="0"/>
              <a:pathLst>
                <a:path w="90485" h="55184">
                  <a:moveTo>
                    <a:pt x="90485" y="0"/>
                  </a:moveTo>
                  <a:lnTo>
                    <a:pt x="0" y="5518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4" name="Candidate_receptor__2683">
              <a:extLst>
                <a:ext uri="{FF2B5EF4-FFF2-40B4-BE49-F238E27FC236}">
                  <a16:creationId xmlns:a16="http://schemas.microsoft.com/office/drawing/2014/main" id="{1F02393A-9766-D3FC-8B01-B82177949F1C}"/>
                </a:ext>
              </a:extLst>
            </p:cNvPr>
            <p:cNvSpPr>
              <a:spLocks noGrp="1"/>
            </p:cNvSpPr>
            <p:nvPr/>
          </p:nvSpPr>
          <p:spPr>
            <a:xfrm>
              <a:off x="6496059" y="4768475"/>
              <a:ext cx="108531" cy="35210"/>
            </a:xfrm>
            <a:custGeom>
              <a:avLst/>
              <a:gdLst/>
              <a:ahLst/>
              <a:cxnLst/>
              <a:rect l="0" t="0" r="0" b="0"/>
              <a:pathLst>
                <a:path w="108531" h="35210">
                  <a:moveTo>
                    <a:pt x="0" y="35210"/>
                  </a:moveTo>
                  <a:lnTo>
                    <a:pt x="108531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85" name="Candidate_receptor__2684">
              <a:extLst>
                <a:ext uri="{FF2B5EF4-FFF2-40B4-BE49-F238E27FC236}">
                  <a16:creationId xmlns:a16="http://schemas.microsoft.com/office/drawing/2014/main" id="{2802AB6F-039A-9FFF-B506-B87B59F80002}"/>
                </a:ext>
              </a:extLst>
            </p:cNvPr>
            <p:cNvSpPr>
              <a:spLocks noGrp="1"/>
            </p:cNvSpPr>
            <p:nvPr/>
          </p:nvSpPr>
          <p:spPr>
            <a:xfrm>
              <a:off x="6321502" y="4013511"/>
              <a:ext cx="27416" cy="97051"/>
            </a:xfrm>
            <a:custGeom>
              <a:avLst/>
              <a:gdLst/>
              <a:ahLst/>
              <a:cxnLst/>
              <a:rect l="0" t="0" r="0" b="0"/>
              <a:pathLst>
                <a:path w="27416" h="97051">
                  <a:moveTo>
                    <a:pt x="0" y="0"/>
                  </a:moveTo>
                  <a:lnTo>
                    <a:pt x="27416" y="9705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6" name="Candidate_receptor__2685">
              <a:extLst>
                <a:ext uri="{FF2B5EF4-FFF2-40B4-BE49-F238E27FC236}">
                  <a16:creationId xmlns:a16="http://schemas.microsoft.com/office/drawing/2014/main" id="{DDC146A3-1B36-97F7-C174-BDF057484B02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500236"/>
              <a:ext cx="8209" cy="14739"/>
            </a:xfrm>
            <a:custGeom>
              <a:avLst/>
              <a:gdLst/>
              <a:ahLst/>
              <a:cxnLst/>
              <a:rect l="0" t="0" r="0" b="0"/>
              <a:pathLst>
                <a:path w="8209" h="14739">
                  <a:moveTo>
                    <a:pt x="0" y="14739"/>
                  </a:moveTo>
                  <a:lnTo>
                    <a:pt x="820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7" name="Candidate_receptor__2686">
              <a:extLst>
                <a:ext uri="{FF2B5EF4-FFF2-40B4-BE49-F238E27FC236}">
                  <a16:creationId xmlns:a16="http://schemas.microsoft.com/office/drawing/2014/main" id="{2A0C5E9A-712D-07EF-7D0D-DEC96811458C}"/>
                </a:ext>
              </a:extLst>
            </p:cNvPr>
            <p:cNvSpPr>
              <a:spLocks noGrp="1"/>
            </p:cNvSpPr>
            <p:nvPr/>
          </p:nvSpPr>
          <p:spPr>
            <a:xfrm>
              <a:off x="5487781" y="4389774"/>
              <a:ext cx="32801" cy="63680"/>
            </a:xfrm>
            <a:custGeom>
              <a:avLst/>
              <a:gdLst/>
              <a:ahLst/>
              <a:cxnLst/>
              <a:rect l="0" t="0" r="0" b="0"/>
              <a:pathLst>
                <a:path w="32801" h="63680">
                  <a:moveTo>
                    <a:pt x="32801" y="636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8" name="Candidate_receptor__2687">
              <a:extLst>
                <a:ext uri="{FF2B5EF4-FFF2-40B4-BE49-F238E27FC236}">
                  <a16:creationId xmlns:a16="http://schemas.microsoft.com/office/drawing/2014/main" id="{44E44369-30C1-C213-215A-2AE1D5C283AB}"/>
                </a:ext>
              </a:extLst>
            </p:cNvPr>
            <p:cNvSpPr>
              <a:spLocks noGrp="1"/>
            </p:cNvSpPr>
            <p:nvPr/>
          </p:nvSpPr>
          <p:spPr>
            <a:xfrm>
              <a:off x="5131030" y="4659781"/>
              <a:ext cx="8213" cy="114643"/>
            </a:xfrm>
            <a:custGeom>
              <a:avLst/>
              <a:gdLst/>
              <a:ahLst/>
              <a:cxnLst/>
              <a:rect l="0" t="0" r="0" b="0"/>
              <a:pathLst>
                <a:path w="8213" h="114643">
                  <a:moveTo>
                    <a:pt x="8213" y="0"/>
                  </a:moveTo>
                  <a:lnTo>
                    <a:pt x="0" y="11464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9" name="Candidate_receptor__2688">
              <a:extLst>
                <a:ext uri="{FF2B5EF4-FFF2-40B4-BE49-F238E27FC236}">
                  <a16:creationId xmlns:a16="http://schemas.microsoft.com/office/drawing/2014/main" id="{A869D5ED-3047-D470-E6FF-E1DB88D4AE25}"/>
                </a:ext>
              </a:extLst>
            </p:cNvPr>
            <p:cNvSpPr>
              <a:spLocks noGrp="1"/>
            </p:cNvSpPr>
            <p:nvPr/>
          </p:nvSpPr>
          <p:spPr>
            <a:xfrm>
              <a:off x="6317746" y="4835541"/>
              <a:ext cx="51607" cy="84980"/>
            </a:xfrm>
            <a:custGeom>
              <a:avLst/>
              <a:gdLst/>
              <a:ahLst/>
              <a:cxnLst/>
              <a:rect l="0" t="0" r="0" b="0"/>
              <a:pathLst>
                <a:path w="51607" h="84980">
                  <a:moveTo>
                    <a:pt x="0" y="0"/>
                  </a:moveTo>
                  <a:lnTo>
                    <a:pt x="51607" y="8498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0" name="Candidate_receptor__2689">
              <a:extLst>
                <a:ext uri="{FF2B5EF4-FFF2-40B4-BE49-F238E27FC236}">
                  <a16:creationId xmlns:a16="http://schemas.microsoft.com/office/drawing/2014/main" id="{0C0F963D-2916-D4E5-B013-6386C2C237DE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10562"/>
              <a:ext cx="90666" cy="55894"/>
            </a:xfrm>
            <a:custGeom>
              <a:avLst/>
              <a:gdLst/>
              <a:ahLst/>
              <a:cxnLst/>
              <a:rect l="0" t="0" r="0" b="0"/>
              <a:pathLst>
                <a:path w="90666" h="55894">
                  <a:moveTo>
                    <a:pt x="90666" y="0"/>
                  </a:moveTo>
                  <a:lnTo>
                    <a:pt x="0" y="5589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1" name="Candidate_receptor__2690">
              <a:extLst>
                <a:ext uri="{FF2B5EF4-FFF2-40B4-BE49-F238E27FC236}">
                  <a16:creationId xmlns:a16="http://schemas.microsoft.com/office/drawing/2014/main" id="{3B32D92B-0161-604D-5DB8-E70D4AD7F02B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43548" cy="29792"/>
            </a:xfrm>
            <a:custGeom>
              <a:avLst/>
              <a:gdLst/>
              <a:ahLst/>
              <a:cxnLst/>
              <a:rect l="0" t="0" r="0" b="0"/>
              <a:pathLst>
                <a:path w="43548" h="29792">
                  <a:moveTo>
                    <a:pt x="0" y="0"/>
                  </a:moveTo>
                  <a:lnTo>
                    <a:pt x="43548" y="2979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2" name="Candidate_receptor__2691">
              <a:extLst>
                <a:ext uri="{FF2B5EF4-FFF2-40B4-BE49-F238E27FC236}">
                  <a16:creationId xmlns:a16="http://schemas.microsoft.com/office/drawing/2014/main" id="{6595B4AC-1D29-3E80-67C4-0591D0D6A4D2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31025"/>
              <a:ext cx="4663" cy="74130"/>
            </a:xfrm>
            <a:custGeom>
              <a:avLst/>
              <a:gdLst/>
              <a:ahLst/>
              <a:cxnLst/>
              <a:rect l="0" t="0" r="0" b="0"/>
              <a:pathLst>
                <a:path w="4663" h="74130">
                  <a:moveTo>
                    <a:pt x="0" y="74130"/>
                  </a:moveTo>
                  <a:lnTo>
                    <a:pt x="4663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3" name="Candidate_receptor__2692">
              <a:extLst>
                <a:ext uri="{FF2B5EF4-FFF2-40B4-BE49-F238E27FC236}">
                  <a16:creationId xmlns:a16="http://schemas.microsoft.com/office/drawing/2014/main" id="{BA688A98-415C-B757-DFA6-BB5AD922C371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30228" cy="2384"/>
            </a:xfrm>
            <a:custGeom>
              <a:avLst/>
              <a:gdLst/>
              <a:ahLst/>
              <a:cxnLst/>
              <a:rect l="0" t="0" r="0" b="0"/>
              <a:pathLst>
                <a:path w="30228" h="2384">
                  <a:moveTo>
                    <a:pt x="0" y="0"/>
                  </a:moveTo>
                  <a:lnTo>
                    <a:pt x="30228" y="2384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4" name="Candidate_receptor__2693">
              <a:extLst>
                <a:ext uri="{FF2B5EF4-FFF2-40B4-BE49-F238E27FC236}">
                  <a16:creationId xmlns:a16="http://schemas.microsoft.com/office/drawing/2014/main" id="{3A3AEE09-5BDB-34DB-3058-2762BC257E58}"/>
                </a:ext>
              </a:extLst>
            </p:cNvPr>
            <p:cNvSpPr>
              <a:spLocks noGrp="1"/>
            </p:cNvSpPr>
            <p:nvPr/>
          </p:nvSpPr>
          <p:spPr>
            <a:xfrm>
              <a:off x="5235508" y="4467845"/>
              <a:ext cx="77660" cy="80903"/>
            </a:xfrm>
            <a:custGeom>
              <a:avLst/>
              <a:gdLst/>
              <a:ahLst/>
              <a:cxnLst/>
              <a:rect l="0" t="0" r="0" b="0"/>
              <a:pathLst>
                <a:path w="77660" h="80903">
                  <a:moveTo>
                    <a:pt x="77660" y="809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5" name="Candidate_receptor__2694">
              <a:extLst>
                <a:ext uri="{FF2B5EF4-FFF2-40B4-BE49-F238E27FC236}">
                  <a16:creationId xmlns:a16="http://schemas.microsoft.com/office/drawing/2014/main" id="{81AF4F05-8342-EB76-3E7B-B2A3BD6C6650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467845"/>
              <a:ext cx="87496" cy="68806"/>
            </a:xfrm>
            <a:custGeom>
              <a:avLst/>
              <a:gdLst/>
              <a:ahLst/>
              <a:cxnLst/>
              <a:rect l="0" t="0" r="0" b="0"/>
              <a:pathLst>
                <a:path w="87496" h="68806">
                  <a:moveTo>
                    <a:pt x="87496" y="0"/>
                  </a:moveTo>
                  <a:lnTo>
                    <a:pt x="0" y="68806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6" name="Candidate_receptor__2695">
              <a:extLst>
                <a:ext uri="{FF2B5EF4-FFF2-40B4-BE49-F238E27FC236}">
                  <a16:creationId xmlns:a16="http://schemas.microsoft.com/office/drawing/2014/main" id="{5AB3C0ED-145E-99A2-379D-F40D68D300DA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71218"/>
              <a:ext cx="89421" cy="23965"/>
            </a:xfrm>
            <a:custGeom>
              <a:avLst/>
              <a:gdLst/>
              <a:ahLst/>
              <a:cxnLst/>
              <a:rect l="0" t="0" r="0" b="0"/>
              <a:pathLst>
                <a:path w="89421" h="23965">
                  <a:moveTo>
                    <a:pt x="89421" y="0"/>
                  </a:moveTo>
                  <a:lnTo>
                    <a:pt x="0" y="23965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7" name="Candidate_receptor__2696">
              <a:extLst>
                <a:ext uri="{FF2B5EF4-FFF2-40B4-BE49-F238E27FC236}">
                  <a16:creationId xmlns:a16="http://schemas.microsoft.com/office/drawing/2014/main" id="{13849839-C056-55CF-684B-C1AE9F0A5874}"/>
                </a:ext>
              </a:extLst>
            </p:cNvPr>
            <p:cNvSpPr>
              <a:spLocks noGrp="1"/>
            </p:cNvSpPr>
            <p:nvPr/>
          </p:nvSpPr>
          <p:spPr>
            <a:xfrm>
              <a:off x="6576615" y="4294326"/>
              <a:ext cx="24772" cy="111212"/>
            </a:xfrm>
            <a:custGeom>
              <a:avLst/>
              <a:gdLst/>
              <a:ahLst/>
              <a:cxnLst/>
              <a:rect l="0" t="0" r="0" b="0"/>
              <a:pathLst>
                <a:path w="24772" h="111212">
                  <a:moveTo>
                    <a:pt x="24772" y="111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8" name="Candidate_receptor__2697">
              <a:extLst>
                <a:ext uri="{FF2B5EF4-FFF2-40B4-BE49-F238E27FC236}">
                  <a16:creationId xmlns:a16="http://schemas.microsoft.com/office/drawing/2014/main" id="{D6DA56B4-2095-B221-DDD4-76F4701569A9}"/>
                </a:ext>
              </a:extLst>
            </p:cNvPr>
            <p:cNvSpPr>
              <a:spLocks noGrp="1"/>
            </p:cNvSpPr>
            <p:nvPr/>
          </p:nvSpPr>
          <p:spPr>
            <a:xfrm>
              <a:off x="5196931" y="2570178"/>
              <a:ext cx="85818" cy="34749"/>
            </a:xfrm>
            <a:custGeom>
              <a:avLst/>
              <a:gdLst/>
              <a:ahLst/>
              <a:cxnLst/>
              <a:rect l="0" t="0" r="0" b="0"/>
              <a:pathLst>
                <a:path w="85818" h="34749">
                  <a:moveTo>
                    <a:pt x="0" y="0"/>
                  </a:moveTo>
                  <a:lnTo>
                    <a:pt x="85818" y="3474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9" name="Candidate_receptor__2698">
              <a:extLst>
                <a:ext uri="{FF2B5EF4-FFF2-40B4-BE49-F238E27FC236}">
                  <a16:creationId xmlns:a16="http://schemas.microsoft.com/office/drawing/2014/main" id="{CEF2FEE8-B48B-D0CD-E564-6CAB1AA5A594}"/>
                </a:ext>
              </a:extLst>
            </p:cNvPr>
            <p:cNvSpPr>
              <a:spLocks noGrp="1"/>
            </p:cNvSpPr>
            <p:nvPr/>
          </p:nvSpPr>
          <p:spPr>
            <a:xfrm>
              <a:off x="5341444" y="4271218"/>
              <a:ext cx="83085" cy="21111"/>
            </a:xfrm>
            <a:custGeom>
              <a:avLst/>
              <a:gdLst/>
              <a:ahLst/>
              <a:cxnLst/>
              <a:rect l="0" t="0" r="0" b="0"/>
              <a:pathLst>
                <a:path w="83085" h="21111">
                  <a:moveTo>
                    <a:pt x="83085" y="211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0" name="Candidate_receptor__2699">
              <a:extLst>
                <a:ext uri="{FF2B5EF4-FFF2-40B4-BE49-F238E27FC236}">
                  <a16:creationId xmlns:a16="http://schemas.microsoft.com/office/drawing/2014/main" id="{2510464A-E9BA-26A0-7BBA-87AF63C82B9F}"/>
                </a:ext>
              </a:extLst>
            </p:cNvPr>
            <p:cNvSpPr>
              <a:spLocks noGrp="1"/>
            </p:cNvSpPr>
            <p:nvPr/>
          </p:nvSpPr>
          <p:spPr>
            <a:xfrm>
              <a:off x="5064863" y="2413811"/>
              <a:ext cx="103956" cy="49089"/>
            </a:xfrm>
            <a:custGeom>
              <a:avLst/>
              <a:gdLst/>
              <a:ahLst/>
              <a:cxnLst/>
              <a:rect l="0" t="0" r="0" b="0"/>
              <a:pathLst>
                <a:path w="103956" h="49089">
                  <a:moveTo>
                    <a:pt x="0" y="0"/>
                  </a:moveTo>
                  <a:lnTo>
                    <a:pt x="103956" y="49089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01" name="Candidate_receptor__2700">
              <a:extLst>
                <a:ext uri="{FF2B5EF4-FFF2-40B4-BE49-F238E27FC236}">
                  <a16:creationId xmlns:a16="http://schemas.microsoft.com/office/drawing/2014/main" id="{A2702297-209E-EA49-2419-52AF5C1B999F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79666"/>
              <a:ext cx="77550" cy="47469"/>
            </a:xfrm>
            <a:custGeom>
              <a:avLst/>
              <a:gdLst/>
              <a:ahLst/>
              <a:cxnLst/>
              <a:rect l="0" t="0" r="0" b="0"/>
              <a:pathLst>
                <a:path w="77550" h="47469">
                  <a:moveTo>
                    <a:pt x="77550" y="0"/>
                  </a:moveTo>
                  <a:lnTo>
                    <a:pt x="0" y="4746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2" name="Candidate_receptor__2701">
              <a:extLst>
                <a:ext uri="{FF2B5EF4-FFF2-40B4-BE49-F238E27FC236}">
                  <a16:creationId xmlns:a16="http://schemas.microsoft.com/office/drawing/2014/main" id="{4D029293-E179-76A8-62FF-A63094CE7FF4}"/>
                </a:ext>
              </a:extLst>
            </p:cNvPr>
            <p:cNvSpPr>
              <a:spLocks noGrp="1"/>
            </p:cNvSpPr>
            <p:nvPr/>
          </p:nvSpPr>
          <p:spPr>
            <a:xfrm>
              <a:off x="6445870" y="3478094"/>
              <a:ext cx="98878" cy="58864"/>
            </a:xfrm>
            <a:custGeom>
              <a:avLst/>
              <a:gdLst/>
              <a:ahLst/>
              <a:cxnLst/>
              <a:rect l="0" t="0" r="0" b="0"/>
              <a:pathLst>
                <a:path w="98878" h="58864">
                  <a:moveTo>
                    <a:pt x="98878" y="588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03" name="Candidate_receptor__2702">
              <a:extLst>
                <a:ext uri="{FF2B5EF4-FFF2-40B4-BE49-F238E27FC236}">
                  <a16:creationId xmlns:a16="http://schemas.microsoft.com/office/drawing/2014/main" id="{105EFB95-2815-FF02-6475-AA90F882E43C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662530"/>
              <a:ext cx="343" cy="110037"/>
            </a:xfrm>
            <a:custGeom>
              <a:avLst/>
              <a:gdLst/>
              <a:ahLst/>
              <a:cxnLst/>
              <a:rect l="0" t="0" r="0" b="0"/>
              <a:pathLst>
                <a:path w="343" h="110037">
                  <a:moveTo>
                    <a:pt x="0" y="110037"/>
                  </a:moveTo>
                  <a:lnTo>
                    <a:pt x="343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4" name="Candidate_receptor__2703">
              <a:extLst>
                <a:ext uri="{FF2B5EF4-FFF2-40B4-BE49-F238E27FC236}">
                  <a16:creationId xmlns:a16="http://schemas.microsoft.com/office/drawing/2014/main" id="{B093E3FC-9202-C5DC-0169-EE57592D6982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280157"/>
              <a:ext cx="53854" cy="91297"/>
            </a:xfrm>
            <a:custGeom>
              <a:avLst/>
              <a:gdLst/>
              <a:ahLst/>
              <a:cxnLst/>
              <a:rect l="0" t="0" r="0" b="0"/>
              <a:pathLst>
                <a:path w="53854" h="91297">
                  <a:moveTo>
                    <a:pt x="0" y="91297"/>
                  </a:moveTo>
                  <a:lnTo>
                    <a:pt x="53854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5" name="Candidate_receptor__2704">
              <a:extLst>
                <a:ext uri="{FF2B5EF4-FFF2-40B4-BE49-F238E27FC236}">
                  <a16:creationId xmlns:a16="http://schemas.microsoft.com/office/drawing/2014/main" id="{7CA3CBB6-6F0F-0C31-60AB-088E5B525168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320633"/>
              <a:ext cx="16425" cy="66100"/>
            </a:xfrm>
            <a:custGeom>
              <a:avLst/>
              <a:gdLst/>
              <a:ahLst/>
              <a:cxnLst/>
              <a:rect l="0" t="0" r="0" b="0"/>
              <a:pathLst>
                <a:path w="16425" h="66100">
                  <a:moveTo>
                    <a:pt x="16425" y="0"/>
                  </a:moveTo>
                  <a:lnTo>
                    <a:pt x="0" y="6610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6" name="Candidate_receptor__2705">
              <a:extLst>
                <a:ext uri="{FF2B5EF4-FFF2-40B4-BE49-F238E27FC236}">
                  <a16:creationId xmlns:a16="http://schemas.microsoft.com/office/drawing/2014/main" id="{B4FD2C3A-963F-1CCF-DA50-A9F59E4AE40E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453454"/>
              <a:ext cx="49859" cy="92586"/>
            </a:xfrm>
            <a:custGeom>
              <a:avLst/>
              <a:gdLst/>
              <a:ahLst/>
              <a:cxnLst/>
              <a:rect l="0" t="0" r="0" b="0"/>
              <a:pathLst>
                <a:path w="49859" h="92586">
                  <a:moveTo>
                    <a:pt x="0" y="92586"/>
                  </a:moveTo>
                  <a:lnTo>
                    <a:pt x="4985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7" name="Candidate_receptor__2706">
              <a:extLst>
                <a:ext uri="{FF2B5EF4-FFF2-40B4-BE49-F238E27FC236}">
                  <a16:creationId xmlns:a16="http://schemas.microsoft.com/office/drawing/2014/main" id="{01DB62E6-9F29-5E68-2A10-5E53EB96951E}"/>
                </a:ext>
              </a:extLst>
            </p:cNvPr>
            <p:cNvSpPr>
              <a:spLocks noGrp="1"/>
            </p:cNvSpPr>
            <p:nvPr/>
          </p:nvSpPr>
          <p:spPr>
            <a:xfrm>
              <a:off x="6383991" y="3603101"/>
              <a:ext cx="66556" cy="91283"/>
            </a:xfrm>
            <a:custGeom>
              <a:avLst/>
              <a:gdLst/>
              <a:ahLst/>
              <a:cxnLst/>
              <a:rect l="0" t="0" r="0" b="0"/>
              <a:pathLst>
                <a:path w="66556" h="91283">
                  <a:moveTo>
                    <a:pt x="66556" y="912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8" name="Candidate_receptor__2707">
              <a:extLst>
                <a:ext uri="{FF2B5EF4-FFF2-40B4-BE49-F238E27FC236}">
                  <a16:creationId xmlns:a16="http://schemas.microsoft.com/office/drawing/2014/main" id="{346DFEA8-AC00-33F6-1793-E1EF9A4C9F96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393928"/>
              <a:ext cx="1058" cy="32495"/>
            </a:xfrm>
            <a:custGeom>
              <a:avLst/>
              <a:gdLst/>
              <a:ahLst/>
              <a:cxnLst/>
              <a:rect l="0" t="0" r="0" b="0"/>
              <a:pathLst>
                <a:path w="1058" h="32495">
                  <a:moveTo>
                    <a:pt x="1058" y="32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9" name="Candidate_receptor__2708">
              <a:extLst>
                <a:ext uri="{FF2B5EF4-FFF2-40B4-BE49-F238E27FC236}">
                  <a16:creationId xmlns:a16="http://schemas.microsoft.com/office/drawing/2014/main" id="{F3F9725C-F45E-CB2D-32CF-06CBEA9A337F}"/>
                </a:ext>
              </a:extLst>
            </p:cNvPr>
            <p:cNvSpPr>
              <a:spLocks noGrp="1"/>
            </p:cNvSpPr>
            <p:nvPr/>
          </p:nvSpPr>
          <p:spPr>
            <a:xfrm>
              <a:off x="4961200" y="4178533"/>
              <a:ext cx="2323" cy="101133"/>
            </a:xfrm>
            <a:custGeom>
              <a:avLst/>
              <a:gdLst/>
              <a:ahLst/>
              <a:cxnLst/>
              <a:rect l="0" t="0" r="0" b="0"/>
              <a:pathLst>
                <a:path w="2323" h="101133">
                  <a:moveTo>
                    <a:pt x="2323" y="0"/>
                  </a:moveTo>
                  <a:lnTo>
                    <a:pt x="0" y="10113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0" name="Candidate_receptor__2709">
              <a:extLst>
                <a:ext uri="{FF2B5EF4-FFF2-40B4-BE49-F238E27FC236}">
                  <a16:creationId xmlns:a16="http://schemas.microsoft.com/office/drawing/2014/main" id="{FFCC1799-E466-9964-0944-4A9B33FB5FC4}"/>
                </a:ext>
              </a:extLst>
            </p:cNvPr>
            <p:cNvSpPr>
              <a:spLocks noGrp="1"/>
            </p:cNvSpPr>
            <p:nvPr/>
          </p:nvSpPr>
          <p:spPr>
            <a:xfrm>
              <a:off x="5270068" y="5280157"/>
              <a:ext cx="96640" cy="28752"/>
            </a:xfrm>
            <a:custGeom>
              <a:avLst/>
              <a:gdLst/>
              <a:ahLst/>
              <a:cxnLst/>
              <a:rect l="0" t="0" r="0" b="0"/>
              <a:pathLst>
                <a:path w="96640" h="28752">
                  <a:moveTo>
                    <a:pt x="0" y="0"/>
                  </a:moveTo>
                  <a:lnTo>
                    <a:pt x="96640" y="2875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1" name="Candidate_receptor__2710">
              <a:extLst>
                <a:ext uri="{FF2B5EF4-FFF2-40B4-BE49-F238E27FC236}">
                  <a16:creationId xmlns:a16="http://schemas.microsoft.com/office/drawing/2014/main" id="{B2F9DC66-2A52-D064-8E7B-C7D93E354E3E}"/>
                </a:ext>
              </a:extLst>
            </p:cNvPr>
            <p:cNvSpPr>
              <a:spLocks noGrp="1"/>
            </p:cNvSpPr>
            <p:nvPr/>
          </p:nvSpPr>
          <p:spPr>
            <a:xfrm>
              <a:off x="4784581" y="3713182"/>
              <a:ext cx="80922" cy="67040"/>
            </a:xfrm>
            <a:custGeom>
              <a:avLst/>
              <a:gdLst/>
              <a:ahLst/>
              <a:cxnLst/>
              <a:rect l="0" t="0" r="0" b="0"/>
              <a:pathLst>
                <a:path w="80922" h="67040">
                  <a:moveTo>
                    <a:pt x="80922" y="670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12" name="Candidate_receptor__2711">
              <a:extLst>
                <a:ext uri="{FF2B5EF4-FFF2-40B4-BE49-F238E27FC236}">
                  <a16:creationId xmlns:a16="http://schemas.microsoft.com/office/drawing/2014/main" id="{D3D3FDC0-B8A5-8B66-9ED4-979F6EAB8E94}"/>
                </a:ext>
              </a:extLst>
            </p:cNvPr>
            <p:cNvSpPr>
              <a:spLocks noGrp="1"/>
            </p:cNvSpPr>
            <p:nvPr/>
          </p:nvSpPr>
          <p:spPr>
            <a:xfrm>
              <a:off x="4666737" y="2429131"/>
              <a:ext cx="35207" cy="13741"/>
            </a:xfrm>
            <a:custGeom>
              <a:avLst/>
              <a:gdLst/>
              <a:ahLst/>
              <a:cxnLst/>
              <a:rect l="0" t="0" r="0" b="0"/>
              <a:pathLst>
                <a:path w="35207" h="13741">
                  <a:moveTo>
                    <a:pt x="0" y="13741"/>
                  </a:moveTo>
                  <a:lnTo>
                    <a:pt x="35207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3" name="Candidate_receptor__2712">
              <a:extLst>
                <a:ext uri="{FF2B5EF4-FFF2-40B4-BE49-F238E27FC236}">
                  <a16:creationId xmlns:a16="http://schemas.microsoft.com/office/drawing/2014/main" id="{DF0BEB64-C3AF-1CE8-0019-755BEFC46FB8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49994"/>
              <a:ext cx="67388" cy="8901"/>
            </a:xfrm>
            <a:custGeom>
              <a:avLst/>
              <a:gdLst/>
              <a:ahLst/>
              <a:cxnLst/>
              <a:rect l="0" t="0" r="0" b="0"/>
              <a:pathLst>
                <a:path w="67388" h="8901">
                  <a:moveTo>
                    <a:pt x="0" y="0"/>
                  </a:moveTo>
                  <a:lnTo>
                    <a:pt x="67388" y="890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4" name="Candidate_receptor__2713">
              <a:extLst>
                <a:ext uri="{FF2B5EF4-FFF2-40B4-BE49-F238E27FC236}">
                  <a16:creationId xmlns:a16="http://schemas.microsoft.com/office/drawing/2014/main" id="{B6F6B668-AD6B-5B6A-84C0-07470DDEDEBD}"/>
                </a:ext>
              </a:extLst>
            </p:cNvPr>
            <p:cNvSpPr>
              <a:spLocks noGrp="1"/>
            </p:cNvSpPr>
            <p:nvPr/>
          </p:nvSpPr>
          <p:spPr>
            <a:xfrm>
              <a:off x="4728590" y="3621550"/>
              <a:ext cx="55991" cy="91632"/>
            </a:xfrm>
            <a:custGeom>
              <a:avLst/>
              <a:gdLst/>
              <a:ahLst/>
              <a:cxnLst/>
              <a:rect l="0" t="0" r="0" b="0"/>
              <a:pathLst>
                <a:path w="55991" h="91632">
                  <a:moveTo>
                    <a:pt x="55991" y="91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15" name="Candidate_receptor__2714">
              <a:extLst>
                <a:ext uri="{FF2B5EF4-FFF2-40B4-BE49-F238E27FC236}">
                  <a16:creationId xmlns:a16="http://schemas.microsoft.com/office/drawing/2014/main" id="{A4DA17AA-A685-D1F8-9703-74033FC4371D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370632"/>
              <a:ext cx="82072" cy="31534"/>
            </a:xfrm>
            <a:custGeom>
              <a:avLst/>
              <a:gdLst/>
              <a:ahLst/>
              <a:cxnLst/>
              <a:rect l="0" t="0" r="0" b="0"/>
              <a:pathLst>
                <a:path w="82072" h="31534">
                  <a:moveTo>
                    <a:pt x="0" y="31534"/>
                  </a:moveTo>
                  <a:lnTo>
                    <a:pt x="82072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6" name="Candidate_receptor__2715">
              <a:extLst>
                <a:ext uri="{FF2B5EF4-FFF2-40B4-BE49-F238E27FC236}">
                  <a16:creationId xmlns:a16="http://schemas.microsoft.com/office/drawing/2014/main" id="{2CD08B98-D7A0-F3CC-E94B-BF877EFA5240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70549" cy="50584"/>
            </a:xfrm>
            <a:custGeom>
              <a:avLst/>
              <a:gdLst/>
              <a:ahLst/>
              <a:cxnLst/>
              <a:rect l="0" t="0" r="0" b="0"/>
              <a:pathLst>
                <a:path w="70549" h="50584">
                  <a:moveTo>
                    <a:pt x="0" y="0"/>
                  </a:moveTo>
                  <a:lnTo>
                    <a:pt x="70549" y="50584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17" name="Candidate_receptor__2716">
              <a:extLst>
                <a:ext uri="{FF2B5EF4-FFF2-40B4-BE49-F238E27FC236}">
                  <a16:creationId xmlns:a16="http://schemas.microsoft.com/office/drawing/2014/main" id="{CC638A1F-3708-F543-2FBE-B0AF93FB0EF0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942397"/>
              <a:ext cx="35969" cy="8290"/>
            </a:xfrm>
            <a:custGeom>
              <a:avLst/>
              <a:gdLst/>
              <a:ahLst/>
              <a:cxnLst/>
              <a:rect l="0" t="0" r="0" b="0"/>
              <a:pathLst>
                <a:path w="35969" h="8290">
                  <a:moveTo>
                    <a:pt x="35969" y="0"/>
                  </a:moveTo>
                  <a:lnTo>
                    <a:pt x="0" y="8290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2718" name="Candidate_receptor__2717">
              <a:extLst>
                <a:ext uri="{FF2B5EF4-FFF2-40B4-BE49-F238E27FC236}">
                  <a16:creationId xmlns:a16="http://schemas.microsoft.com/office/drawing/2014/main" id="{58AD1706-5C75-0A86-6F87-456A32F5BA0F}"/>
                </a:ext>
              </a:extLst>
            </p:cNvPr>
            <p:cNvSpPr>
              <a:spLocks noGrp="1"/>
            </p:cNvSpPr>
            <p:nvPr/>
          </p:nvSpPr>
          <p:spPr>
            <a:xfrm>
              <a:off x="6227278" y="4370632"/>
              <a:ext cx="73044" cy="39440"/>
            </a:xfrm>
            <a:custGeom>
              <a:avLst/>
              <a:gdLst/>
              <a:ahLst/>
              <a:cxnLst/>
              <a:rect l="0" t="0" r="0" b="0"/>
              <a:pathLst>
                <a:path w="73044" h="39440">
                  <a:moveTo>
                    <a:pt x="0" y="0"/>
                  </a:moveTo>
                  <a:lnTo>
                    <a:pt x="73044" y="3944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19" name="Candidate_receptor__2718">
              <a:extLst>
                <a:ext uri="{FF2B5EF4-FFF2-40B4-BE49-F238E27FC236}">
                  <a16:creationId xmlns:a16="http://schemas.microsoft.com/office/drawing/2014/main" id="{02C7D674-9C91-A4CD-CEA1-73AE0875A172}"/>
                </a:ext>
              </a:extLst>
            </p:cNvPr>
            <p:cNvSpPr>
              <a:spLocks noGrp="1"/>
            </p:cNvSpPr>
            <p:nvPr/>
          </p:nvSpPr>
          <p:spPr>
            <a:xfrm>
              <a:off x="4865503" y="3746004"/>
              <a:ext cx="89750" cy="34219"/>
            </a:xfrm>
            <a:custGeom>
              <a:avLst/>
              <a:gdLst/>
              <a:ahLst/>
              <a:cxnLst/>
              <a:rect l="0" t="0" r="0" b="0"/>
              <a:pathLst>
                <a:path w="89750" h="34219">
                  <a:moveTo>
                    <a:pt x="89750" y="0"/>
                  </a:moveTo>
                  <a:lnTo>
                    <a:pt x="0" y="34219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0" name="Candidate_receptor__2719">
              <a:extLst>
                <a:ext uri="{FF2B5EF4-FFF2-40B4-BE49-F238E27FC236}">
                  <a16:creationId xmlns:a16="http://schemas.microsoft.com/office/drawing/2014/main" id="{2543E281-25BF-1911-C73B-F904BA03E20A}"/>
                </a:ext>
              </a:extLst>
            </p:cNvPr>
            <p:cNvSpPr>
              <a:spLocks noGrp="1"/>
            </p:cNvSpPr>
            <p:nvPr/>
          </p:nvSpPr>
          <p:spPr>
            <a:xfrm>
              <a:off x="5353346" y="5308908"/>
              <a:ext cx="13362" cy="109408"/>
            </a:xfrm>
            <a:custGeom>
              <a:avLst/>
              <a:gdLst/>
              <a:ahLst/>
              <a:cxnLst/>
              <a:rect l="0" t="0" r="0" b="0"/>
              <a:pathLst>
                <a:path w="13362" h="109408">
                  <a:moveTo>
                    <a:pt x="13362" y="0"/>
                  </a:moveTo>
                  <a:lnTo>
                    <a:pt x="0" y="109408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1" name="Candidate_receptor__2720">
              <a:extLst>
                <a:ext uri="{FF2B5EF4-FFF2-40B4-BE49-F238E27FC236}">
                  <a16:creationId xmlns:a16="http://schemas.microsoft.com/office/drawing/2014/main" id="{F7470718-1E9C-C2CA-3D2F-177349518181}"/>
                </a:ext>
              </a:extLst>
            </p:cNvPr>
            <p:cNvSpPr>
              <a:spLocks noGrp="1"/>
            </p:cNvSpPr>
            <p:nvPr/>
          </p:nvSpPr>
          <p:spPr>
            <a:xfrm>
              <a:off x="6604591" y="4690996"/>
              <a:ext cx="52890" cy="77478"/>
            </a:xfrm>
            <a:custGeom>
              <a:avLst/>
              <a:gdLst/>
              <a:ahLst/>
              <a:cxnLst/>
              <a:rect l="0" t="0" r="0" b="0"/>
              <a:pathLst>
                <a:path w="52890" h="77478">
                  <a:moveTo>
                    <a:pt x="0" y="77478"/>
                  </a:moveTo>
                  <a:lnTo>
                    <a:pt x="5289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2" name="Candidate_receptor__2721">
              <a:extLst>
                <a:ext uri="{FF2B5EF4-FFF2-40B4-BE49-F238E27FC236}">
                  <a16:creationId xmlns:a16="http://schemas.microsoft.com/office/drawing/2014/main" id="{EA27AC28-2935-53C0-AEE7-F9BB8872A53F}"/>
                </a:ext>
              </a:extLst>
            </p:cNvPr>
            <p:cNvSpPr>
              <a:spLocks noGrp="1"/>
            </p:cNvSpPr>
            <p:nvPr/>
          </p:nvSpPr>
          <p:spPr>
            <a:xfrm>
              <a:off x="5813374" y="2963803"/>
              <a:ext cx="87624" cy="44824"/>
            </a:xfrm>
            <a:custGeom>
              <a:avLst/>
              <a:gdLst/>
              <a:ahLst/>
              <a:cxnLst/>
              <a:rect l="0" t="0" r="0" b="0"/>
              <a:pathLst>
                <a:path w="87624" h="44824">
                  <a:moveTo>
                    <a:pt x="87624" y="0"/>
                  </a:moveTo>
                  <a:lnTo>
                    <a:pt x="0" y="44824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2723" name="Candidate_receptor__2722">
              <a:extLst>
                <a:ext uri="{FF2B5EF4-FFF2-40B4-BE49-F238E27FC236}">
                  <a16:creationId xmlns:a16="http://schemas.microsoft.com/office/drawing/2014/main" id="{3657F930-8ABB-39A0-8472-297AC2D27AA8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94560" cy="4852"/>
            </a:xfrm>
            <a:custGeom>
              <a:avLst/>
              <a:gdLst/>
              <a:ahLst/>
              <a:cxnLst/>
              <a:rect l="0" t="0" r="0" b="0"/>
              <a:pathLst>
                <a:path w="94560" h="4852">
                  <a:moveTo>
                    <a:pt x="0" y="0"/>
                  </a:moveTo>
                  <a:lnTo>
                    <a:pt x="94560" y="4852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4" name="Candidate_receptor__2723">
              <a:extLst>
                <a:ext uri="{FF2B5EF4-FFF2-40B4-BE49-F238E27FC236}">
                  <a16:creationId xmlns:a16="http://schemas.microsoft.com/office/drawing/2014/main" id="{2F272DC8-F6EB-2433-D91C-E7E588666CA8}"/>
                </a:ext>
              </a:extLst>
            </p:cNvPr>
            <p:cNvSpPr>
              <a:spLocks noGrp="1"/>
            </p:cNvSpPr>
            <p:nvPr/>
          </p:nvSpPr>
          <p:spPr>
            <a:xfrm>
              <a:off x="6356983" y="3694383"/>
              <a:ext cx="93564" cy="63099"/>
            </a:xfrm>
            <a:custGeom>
              <a:avLst/>
              <a:gdLst/>
              <a:ahLst/>
              <a:cxnLst/>
              <a:rect l="0" t="0" r="0" b="0"/>
              <a:pathLst>
                <a:path w="93564" h="63099">
                  <a:moveTo>
                    <a:pt x="0" y="63099"/>
                  </a:moveTo>
                  <a:lnTo>
                    <a:pt x="93564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5" name="Candidate_receptor__2724">
              <a:extLst>
                <a:ext uri="{FF2B5EF4-FFF2-40B4-BE49-F238E27FC236}">
                  <a16:creationId xmlns:a16="http://schemas.microsoft.com/office/drawing/2014/main" id="{F90B718F-7E5E-993C-0E6F-47523E4871B1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102924"/>
              <a:ext cx="102623" cy="40479"/>
            </a:xfrm>
            <a:custGeom>
              <a:avLst/>
              <a:gdLst/>
              <a:ahLst/>
              <a:cxnLst/>
              <a:rect l="0" t="0" r="0" b="0"/>
              <a:pathLst>
                <a:path w="102623" h="40479">
                  <a:moveTo>
                    <a:pt x="102623" y="404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6" name="Candidate_receptor__2725">
              <a:extLst>
                <a:ext uri="{FF2B5EF4-FFF2-40B4-BE49-F238E27FC236}">
                  <a16:creationId xmlns:a16="http://schemas.microsoft.com/office/drawing/2014/main" id="{04BAC808-667B-9441-09D3-0BE58465D54F}"/>
                </a:ext>
              </a:extLst>
            </p:cNvPr>
            <p:cNvSpPr>
              <a:spLocks noGrp="1"/>
            </p:cNvSpPr>
            <p:nvPr/>
          </p:nvSpPr>
          <p:spPr>
            <a:xfrm>
              <a:off x="5572409" y="3996179"/>
              <a:ext cx="94686" cy="63432"/>
            </a:xfrm>
            <a:custGeom>
              <a:avLst/>
              <a:gdLst/>
              <a:ahLst/>
              <a:cxnLst/>
              <a:rect l="0" t="0" r="0" b="0"/>
              <a:pathLst>
                <a:path w="94686" h="63432">
                  <a:moveTo>
                    <a:pt x="94686" y="634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7" name="Candidate_receptor__2726">
              <a:extLst>
                <a:ext uri="{FF2B5EF4-FFF2-40B4-BE49-F238E27FC236}">
                  <a16:creationId xmlns:a16="http://schemas.microsoft.com/office/drawing/2014/main" id="{E35D46D7-BA1D-FF8E-92FF-9DC85ECFDF3C}"/>
                </a:ext>
              </a:extLst>
            </p:cNvPr>
            <p:cNvSpPr>
              <a:spLocks noGrp="1"/>
            </p:cNvSpPr>
            <p:nvPr/>
          </p:nvSpPr>
          <p:spPr>
            <a:xfrm>
              <a:off x="4881444" y="4573648"/>
              <a:ext cx="97505" cy="57088"/>
            </a:xfrm>
            <a:custGeom>
              <a:avLst/>
              <a:gdLst/>
              <a:ahLst/>
              <a:cxnLst/>
              <a:rect l="0" t="0" r="0" b="0"/>
              <a:pathLst>
                <a:path w="97505" h="57088">
                  <a:moveTo>
                    <a:pt x="0" y="57088"/>
                  </a:moveTo>
                  <a:lnTo>
                    <a:pt x="97505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8" name="Candidate_receptor__2727">
              <a:extLst>
                <a:ext uri="{FF2B5EF4-FFF2-40B4-BE49-F238E27FC236}">
                  <a16:creationId xmlns:a16="http://schemas.microsoft.com/office/drawing/2014/main" id="{0B23F873-1328-9111-EEB1-BA0F0C3C1E9C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15636"/>
              <a:ext cx="112954" cy="22983"/>
            </a:xfrm>
            <a:custGeom>
              <a:avLst/>
              <a:gdLst/>
              <a:ahLst/>
              <a:cxnLst/>
              <a:rect l="0" t="0" r="0" b="0"/>
              <a:pathLst>
                <a:path w="112954" h="22983">
                  <a:moveTo>
                    <a:pt x="112954" y="0"/>
                  </a:moveTo>
                  <a:lnTo>
                    <a:pt x="0" y="2298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9" name="Candidate_receptor__2728">
              <a:extLst>
                <a:ext uri="{FF2B5EF4-FFF2-40B4-BE49-F238E27FC236}">
                  <a16:creationId xmlns:a16="http://schemas.microsoft.com/office/drawing/2014/main" id="{BB261B71-9FFD-5276-8747-121E25DA0713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6261"/>
              <a:ext cx="67414" cy="80553"/>
            </a:xfrm>
            <a:custGeom>
              <a:avLst/>
              <a:gdLst/>
              <a:ahLst/>
              <a:cxnLst/>
              <a:rect l="0" t="0" r="0" b="0"/>
              <a:pathLst>
                <a:path w="67414" h="80553">
                  <a:moveTo>
                    <a:pt x="67414" y="805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0" name="Candidate_receptor__2729">
              <a:extLst>
                <a:ext uri="{FF2B5EF4-FFF2-40B4-BE49-F238E27FC236}">
                  <a16:creationId xmlns:a16="http://schemas.microsoft.com/office/drawing/2014/main" id="{559CBA38-3910-C1C4-A51F-D7A9F3707C97}"/>
                </a:ext>
              </a:extLst>
            </p:cNvPr>
            <p:cNvSpPr>
              <a:spLocks noGrp="1"/>
            </p:cNvSpPr>
            <p:nvPr/>
          </p:nvSpPr>
          <p:spPr>
            <a:xfrm>
              <a:off x="5178404" y="3792131"/>
              <a:ext cx="90922" cy="13073"/>
            </a:xfrm>
            <a:custGeom>
              <a:avLst/>
              <a:gdLst/>
              <a:ahLst/>
              <a:cxnLst/>
              <a:rect l="0" t="0" r="0" b="0"/>
              <a:pathLst>
                <a:path w="90922" h="13073">
                  <a:moveTo>
                    <a:pt x="90922" y="0"/>
                  </a:moveTo>
                  <a:lnTo>
                    <a:pt x="0" y="1307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1" name="Candidate_receptor__2730">
              <a:extLst>
                <a:ext uri="{FF2B5EF4-FFF2-40B4-BE49-F238E27FC236}">
                  <a16:creationId xmlns:a16="http://schemas.microsoft.com/office/drawing/2014/main" id="{BB470C1F-02E8-13A2-864D-060676299F0F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03101"/>
              <a:ext cx="68111" cy="15156"/>
            </a:xfrm>
            <a:custGeom>
              <a:avLst/>
              <a:gdLst/>
              <a:ahLst/>
              <a:cxnLst/>
              <a:rect l="0" t="0" r="0" b="0"/>
              <a:pathLst>
                <a:path w="68111" h="15156">
                  <a:moveTo>
                    <a:pt x="68111" y="0"/>
                  </a:moveTo>
                  <a:lnTo>
                    <a:pt x="0" y="15156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2" name="Candidate_receptor__2731">
              <a:extLst>
                <a:ext uri="{FF2B5EF4-FFF2-40B4-BE49-F238E27FC236}">
                  <a16:creationId xmlns:a16="http://schemas.microsoft.com/office/drawing/2014/main" id="{94F52ED3-1DC8-DEB9-98C5-EF50A3F19516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43924" cy="42390"/>
            </a:xfrm>
            <a:custGeom>
              <a:avLst/>
              <a:gdLst/>
              <a:ahLst/>
              <a:cxnLst/>
              <a:rect l="0" t="0" r="0" b="0"/>
              <a:pathLst>
                <a:path w="43924" h="42390">
                  <a:moveTo>
                    <a:pt x="43924" y="42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3" name="Candidate_receptor__2732">
              <a:extLst>
                <a:ext uri="{FF2B5EF4-FFF2-40B4-BE49-F238E27FC236}">
                  <a16:creationId xmlns:a16="http://schemas.microsoft.com/office/drawing/2014/main" id="{CB31F1A4-13CE-D187-0A5E-A1C218DFA330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70113"/>
              <a:ext cx="26599" cy="61286"/>
            </a:xfrm>
            <a:custGeom>
              <a:avLst/>
              <a:gdLst/>
              <a:ahLst/>
              <a:cxnLst/>
              <a:rect l="0" t="0" r="0" b="0"/>
              <a:pathLst>
                <a:path w="26599" h="61286">
                  <a:moveTo>
                    <a:pt x="26599" y="0"/>
                  </a:moveTo>
                  <a:lnTo>
                    <a:pt x="0" y="61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4" name="Candidate_receptor__2733">
              <a:extLst>
                <a:ext uri="{FF2B5EF4-FFF2-40B4-BE49-F238E27FC236}">
                  <a16:creationId xmlns:a16="http://schemas.microsoft.com/office/drawing/2014/main" id="{E76B3F6E-8A59-DCB3-E2D9-18CDFBFF00BB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8617"/>
              <a:ext cx="44450" cy="14702"/>
            </a:xfrm>
            <a:custGeom>
              <a:avLst/>
              <a:gdLst/>
              <a:ahLst/>
              <a:cxnLst/>
              <a:rect l="0" t="0" r="0" b="0"/>
              <a:pathLst>
                <a:path w="44450" h="14702">
                  <a:moveTo>
                    <a:pt x="44450" y="147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5" name="Candidate_receptor__2734">
              <a:extLst>
                <a:ext uri="{FF2B5EF4-FFF2-40B4-BE49-F238E27FC236}">
                  <a16:creationId xmlns:a16="http://schemas.microsoft.com/office/drawing/2014/main" id="{95464743-959A-8436-EB8B-93DA9447AECD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15121"/>
              <a:ext cx="65634" cy="56589"/>
            </a:xfrm>
            <a:custGeom>
              <a:avLst/>
              <a:gdLst/>
              <a:ahLst/>
              <a:cxnLst/>
              <a:rect l="0" t="0" r="0" b="0"/>
              <a:pathLst>
                <a:path w="65634" h="56589">
                  <a:moveTo>
                    <a:pt x="0" y="56589"/>
                  </a:moveTo>
                  <a:lnTo>
                    <a:pt x="65634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6" name="Candidate_receptor__2735">
              <a:extLst>
                <a:ext uri="{FF2B5EF4-FFF2-40B4-BE49-F238E27FC236}">
                  <a16:creationId xmlns:a16="http://schemas.microsoft.com/office/drawing/2014/main" id="{2F7A11F6-EDFA-A16B-6C6C-56BD6F2E6AED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292329"/>
              <a:ext cx="45841" cy="101599"/>
            </a:xfrm>
            <a:custGeom>
              <a:avLst/>
              <a:gdLst/>
              <a:ahLst/>
              <a:cxnLst/>
              <a:rect l="0" t="0" r="0" b="0"/>
              <a:pathLst>
                <a:path w="45841" h="101599">
                  <a:moveTo>
                    <a:pt x="0" y="101599"/>
                  </a:moveTo>
                  <a:lnTo>
                    <a:pt x="4584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7" name="Candidate_receptor__2736">
              <a:extLst>
                <a:ext uri="{FF2B5EF4-FFF2-40B4-BE49-F238E27FC236}">
                  <a16:creationId xmlns:a16="http://schemas.microsoft.com/office/drawing/2014/main" id="{0D669907-9EE5-D116-F4DC-9FC48C54A821}"/>
                </a:ext>
              </a:extLst>
            </p:cNvPr>
            <p:cNvSpPr>
              <a:spLocks noGrp="1"/>
            </p:cNvSpPr>
            <p:nvPr/>
          </p:nvSpPr>
          <p:spPr>
            <a:xfrm>
              <a:off x="6012425" y="4775110"/>
              <a:ext cx="92685" cy="19801"/>
            </a:xfrm>
            <a:custGeom>
              <a:avLst/>
              <a:gdLst/>
              <a:ahLst/>
              <a:cxnLst/>
              <a:rect l="0" t="0" r="0" b="0"/>
              <a:pathLst>
                <a:path w="92685" h="19801">
                  <a:moveTo>
                    <a:pt x="92685" y="198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8" name="Candidate_receptor__2737">
              <a:extLst>
                <a:ext uri="{FF2B5EF4-FFF2-40B4-BE49-F238E27FC236}">
                  <a16:creationId xmlns:a16="http://schemas.microsoft.com/office/drawing/2014/main" id="{C6E7BFD2-D823-76F9-883B-B435A3ECA654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410073"/>
              <a:ext cx="45099" cy="104902"/>
            </a:xfrm>
            <a:custGeom>
              <a:avLst/>
              <a:gdLst/>
              <a:ahLst/>
              <a:cxnLst/>
              <a:rect l="0" t="0" r="0" b="0"/>
              <a:pathLst>
                <a:path w="45099" h="104902">
                  <a:moveTo>
                    <a:pt x="45099" y="0"/>
                  </a:moveTo>
                  <a:lnTo>
                    <a:pt x="0" y="10490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9" name="Candidate_receptor__2738">
              <a:extLst>
                <a:ext uri="{FF2B5EF4-FFF2-40B4-BE49-F238E27FC236}">
                  <a16:creationId xmlns:a16="http://schemas.microsoft.com/office/drawing/2014/main" id="{9A249715-D24E-6216-DF93-B5F6ECDDC1C4}"/>
                </a:ext>
              </a:extLst>
            </p:cNvPr>
            <p:cNvSpPr>
              <a:spLocks noGrp="1"/>
            </p:cNvSpPr>
            <p:nvPr/>
          </p:nvSpPr>
          <p:spPr>
            <a:xfrm>
              <a:off x="5611153" y="4059611"/>
              <a:ext cx="55943" cy="99284"/>
            </a:xfrm>
            <a:custGeom>
              <a:avLst/>
              <a:gdLst/>
              <a:ahLst/>
              <a:cxnLst/>
              <a:rect l="0" t="0" r="0" b="0"/>
              <a:pathLst>
                <a:path w="55943" h="99284">
                  <a:moveTo>
                    <a:pt x="0" y="99284"/>
                  </a:moveTo>
                  <a:lnTo>
                    <a:pt x="55943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0" name="Candidate_receptor__2739">
              <a:extLst>
                <a:ext uri="{FF2B5EF4-FFF2-40B4-BE49-F238E27FC236}">
                  <a16:creationId xmlns:a16="http://schemas.microsoft.com/office/drawing/2014/main" id="{19F40FCC-0DF0-7A13-554D-BF94B3C67A51}"/>
                </a:ext>
              </a:extLst>
            </p:cNvPr>
            <p:cNvSpPr>
              <a:spLocks noGrp="1"/>
            </p:cNvSpPr>
            <p:nvPr/>
          </p:nvSpPr>
          <p:spPr>
            <a:xfrm>
              <a:off x="5039160" y="2413811"/>
              <a:ext cx="25703" cy="57050"/>
            </a:xfrm>
            <a:custGeom>
              <a:avLst/>
              <a:gdLst/>
              <a:ahLst/>
              <a:cxnLst/>
              <a:rect l="0" t="0" r="0" b="0"/>
              <a:pathLst>
                <a:path w="25703" h="57050">
                  <a:moveTo>
                    <a:pt x="0" y="57050"/>
                  </a:moveTo>
                  <a:lnTo>
                    <a:pt x="25703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1" name="Candidate_receptor__2740">
              <a:extLst>
                <a:ext uri="{FF2B5EF4-FFF2-40B4-BE49-F238E27FC236}">
                  <a16:creationId xmlns:a16="http://schemas.microsoft.com/office/drawing/2014/main" id="{EABB99E6-A23B-EF4F-2987-775A9BDFC0FF}"/>
                </a:ext>
              </a:extLst>
            </p:cNvPr>
            <p:cNvSpPr>
              <a:spLocks noGrp="1"/>
            </p:cNvSpPr>
            <p:nvPr/>
          </p:nvSpPr>
          <p:spPr>
            <a:xfrm>
              <a:off x="6544749" y="3536958"/>
              <a:ext cx="12884" cy="36892"/>
            </a:xfrm>
            <a:custGeom>
              <a:avLst/>
              <a:gdLst/>
              <a:ahLst/>
              <a:cxnLst/>
              <a:rect l="0" t="0" r="0" b="0"/>
              <a:pathLst>
                <a:path w="12884" h="36892">
                  <a:moveTo>
                    <a:pt x="12884" y="368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2" name="Candidate_receptor__2741">
              <a:extLst>
                <a:ext uri="{FF2B5EF4-FFF2-40B4-BE49-F238E27FC236}">
                  <a16:creationId xmlns:a16="http://schemas.microsoft.com/office/drawing/2014/main" id="{49B8BCFA-B78C-161A-C998-3D05FC126E19}"/>
                </a:ext>
              </a:extLst>
            </p:cNvPr>
            <p:cNvSpPr>
              <a:spLocks noGrp="1"/>
            </p:cNvSpPr>
            <p:nvPr/>
          </p:nvSpPr>
          <p:spPr>
            <a:xfrm>
              <a:off x="5718198" y="2944656"/>
              <a:ext cx="95176" cy="63971"/>
            </a:xfrm>
            <a:custGeom>
              <a:avLst/>
              <a:gdLst/>
              <a:ahLst/>
              <a:cxnLst/>
              <a:rect l="0" t="0" r="0" b="0"/>
              <a:pathLst>
                <a:path w="95176" h="63971">
                  <a:moveTo>
                    <a:pt x="95176" y="6397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3" name="Candidate_receptor__2742">
              <a:extLst>
                <a:ext uri="{FF2B5EF4-FFF2-40B4-BE49-F238E27FC236}">
                  <a16:creationId xmlns:a16="http://schemas.microsoft.com/office/drawing/2014/main" id="{84DDA674-90F9-A8A8-8013-3A8C5F1BBFB6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536651"/>
              <a:ext cx="49150" cy="30000"/>
            </a:xfrm>
            <a:custGeom>
              <a:avLst/>
              <a:gdLst/>
              <a:ahLst/>
              <a:cxnLst/>
              <a:rect l="0" t="0" r="0" b="0"/>
              <a:pathLst>
                <a:path w="49150" h="30000">
                  <a:moveTo>
                    <a:pt x="0" y="0"/>
                  </a:moveTo>
                  <a:lnTo>
                    <a:pt x="49150" y="3000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4" name="Candidate_receptor__2743">
              <a:extLst>
                <a:ext uri="{FF2B5EF4-FFF2-40B4-BE49-F238E27FC236}">
                  <a16:creationId xmlns:a16="http://schemas.microsoft.com/office/drawing/2014/main" id="{CC1511C5-4010-9AA9-35EA-435E423E3106}"/>
                </a:ext>
              </a:extLst>
            </p:cNvPr>
            <p:cNvSpPr>
              <a:spLocks noGrp="1"/>
            </p:cNvSpPr>
            <p:nvPr/>
          </p:nvSpPr>
          <p:spPr>
            <a:xfrm>
              <a:off x="6076925" y="4251502"/>
              <a:ext cx="79274" cy="44178"/>
            </a:xfrm>
            <a:custGeom>
              <a:avLst/>
              <a:gdLst/>
              <a:ahLst/>
              <a:cxnLst/>
              <a:rect l="0" t="0" r="0" b="0"/>
              <a:pathLst>
                <a:path w="79274" h="44178">
                  <a:moveTo>
                    <a:pt x="0" y="0"/>
                  </a:moveTo>
                  <a:lnTo>
                    <a:pt x="79274" y="4417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5" name="Candidate_receptor__2744">
              <a:extLst>
                <a:ext uri="{FF2B5EF4-FFF2-40B4-BE49-F238E27FC236}">
                  <a16:creationId xmlns:a16="http://schemas.microsoft.com/office/drawing/2014/main" id="{C69AB452-F481-8E71-6B2F-EACA80A3B870}"/>
                </a:ext>
              </a:extLst>
            </p:cNvPr>
            <p:cNvSpPr>
              <a:spLocks noGrp="1"/>
            </p:cNvSpPr>
            <p:nvPr/>
          </p:nvSpPr>
          <p:spPr>
            <a:xfrm>
              <a:off x="4892405" y="5015636"/>
              <a:ext cx="24551" cy="99485"/>
            </a:xfrm>
            <a:custGeom>
              <a:avLst/>
              <a:gdLst/>
              <a:ahLst/>
              <a:cxnLst/>
              <a:rect l="0" t="0" r="0" b="0"/>
              <a:pathLst>
                <a:path w="24551" h="99485">
                  <a:moveTo>
                    <a:pt x="24551" y="994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6" name="Candidate_receptor__2745">
              <a:extLst>
                <a:ext uri="{FF2B5EF4-FFF2-40B4-BE49-F238E27FC236}">
                  <a16:creationId xmlns:a16="http://schemas.microsoft.com/office/drawing/2014/main" id="{3351B718-6A2D-2EF1-CD23-260290068420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75110"/>
              <a:ext cx="69915" cy="9286"/>
            </a:xfrm>
            <a:custGeom>
              <a:avLst/>
              <a:gdLst/>
              <a:ahLst/>
              <a:cxnLst/>
              <a:rect l="0" t="0" r="0" b="0"/>
              <a:pathLst>
                <a:path w="69915" h="9286">
                  <a:moveTo>
                    <a:pt x="69915" y="0"/>
                  </a:moveTo>
                  <a:lnTo>
                    <a:pt x="0" y="9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7" name="Candidate_receptor__2746">
              <a:extLst>
                <a:ext uri="{FF2B5EF4-FFF2-40B4-BE49-F238E27FC236}">
                  <a16:creationId xmlns:a16="http://schemas.microsoft.com/office/drawing/2014/main" id="{E80AAE9E-412F-DDCA-930F-A0C4EC3560EE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251502"/>
              <a:ext cx="74966" cy="1782"/>
            </a:xfrm>
            <a:custGeom>
              <a:avLst/>
              <a:gdLst/>
              <a:ahLst/>
              <a:cxnLst/>
              <a:rect l="0" t="0" r="0" b="0"/>
              <a:pathLst>
                <a:path w="74966" h="1782">
                  <a:moveTo>
                    <a:pt x="0" y="1782"/>
                  </a:moveTo>
                  <a:lnTo>
                    <a:pt x="7496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8" name="Candidate_receptor__2747">
              <a:extLst>
                <a:ext uri="{FF2B5EF4-FFF2-40B4-BE49-F238E27FC236}">
                  <a16:creationId xmlns:a16="http://schemas.microsoft.com/office/drawing/2014/main" id="{44EC1960-D2F7-ED19-8122-40BD16371A79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24310"/>
              <a:ext cx="92800" cy="67729"/>
            </a:xfrm>
            <a:custGeom>
              <a:avLst/>
              <a:gdLst/>
              <a:ahLst/>
              <a:cxnLst/>
              <a:rect l="0" t="0" r="0" b="0"/>
              <a:pathLst>
                <a:path w="92800" h="67729">
                  <a:moveTo>
                    <a:pt x="92800" y="0"/>
                  </a:moveTo>
                  <a:lnTo>
                    <a:pt x="0" y="6772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9" name="Candidate_receptor__2748">
              <a:extLst>
                <a:ext uri="{FF2B5EF4-FFF2-40B4-BE49-F238E27FC236}">
                  <a16:creationId xmlns:a16="http://schemas.microsoft.com/office/drawing/2014/main" id="{17FE55A3-2876-08A0-A198-4F91CB3753E2}"/>
                </a:ext>
              </a:extLst>
            </p:cNvPr>
            <p:cNvSpPr>
              <a:spLocks noGrp="1"/>
            </p:cNvSpPr>
            <p:nvPr/>
          </p:nvSpPr>
          <p:spPr>
            <a:xfrm>
              <a:off x="5883713" y="4635045"/>
              <a:ext cx="114008" cy="16448"/>
            </a:xfrm>
            <a:custGeom>
              <a:avLst/>
              <a:gdLst/>
              <a:ahLst/>
              <a:cxnLst/>
              <a:rect l="0" t="0" r="0" b="0"/>
              <a:pathLst>
                <a:path w="114008" h="16448">
                  <a:moveTo>
                    <a:pt x="114008" y="0"/>
                  </a:moveTo>
                  <a:lnTo>
                    <a:pt x="0" y="1644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0" name="Candidate_receptor__2749">
              <a:extLst>
                <a:ext uri="{FF2B5EF4-FFF2-40B4-BE49-F238E27FC236}">
                  <a16:creationId xmlns:a16="http://schemas.microsoft.com/office/drawing/2014/main" id="{781BB3BA-1E56-37BD-82A7-BA6FC031FEF9}"/>
                </a:ext>
              </a:extLst>
            </p:cNvPr>
            <p:cNvSpPr>
              <a:spLocks noGrp="1"/>
            </p:cNvSpPr>
            <p:nvPr/>
          </p:nvSpPr>
          <p:spPr>
            <a:xfrm>
              <a:off x="6233944" y="3877859"/>
              <a:ext cx="90797" cy="61872"/>
            </a:xfrm>
            <a:custGeom>
              <a:avLst/>
              <a:gdLst/>
              <a:ahLst/>
              <a:cxnLst/>
              <a:rect l="0" t="0" r="0" b="0"/>
              <a:pathLst>
                <a:path w="90797" h="61872">
                  <a:moveTo>
                    <a:pt x="0" y="0"/>
                  </a:moveTo>
                  <a:lnTo>
                    <a:pt x="90797" y="6187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1" name="Candidate_receptor__2750">
              <a:extLst>
                <a:ext uri="{FF2B5EF4-FFF2-40B4-BE49-F238E27FC236}">
                  <a16:creationId xmlns:a16="http://schemas.microsoft.com/office/drawing/2014/main" id="{502D5C00-B834-B7E6-9253-000AF15A6A7B}"/>
                </a:ext>
              </a:extLst>
            </p:cNvPr>
            <p:cNvSpPr>
              <a:spLocks noGrp="1"/>
            </p:cNvSpPr>
            <p:nvPr/>
          </p:nvSpPr>
          <p:spPr>
            <a:xfrm>
              <a:off x="5765665" y="3231841"/>
              <a:ext cx="77975" cy="72644"/>
            </a:xfrm>
            <a:custGeom>
              <a:avLst/>
              <a:gdLst/>
              <a:ahLst/>
              <a:cxnLst/>
              <a:rect l="0" t="0" r="0" b="0"/>
              <a:pathLst>
                <a:path w="77975" h="72644">
                  <a:moveTo>
                    <a:pt x="77975" y="0"/>
                  </a:moveTo>
                  <a:lnTo>
                    <a:pt x="0" y="7264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2" name="Candidate_receptor__2751">
              <a:extLst>
                <a:ext uri="{FF2B5EF4-FFF2-40B4-BE49-F238E27FC236}">
                  <a16:creationId xmlns:a16="http://schemas.microsoft.com/office/drawing/2014/main" id="{FB35A5B8-DA41-7A1B-B4A0-EEE5FAC6A694}"/>
                </a:ext>
              </a:extLst>
            </p:cNvPr>
            <p:cNvSpPr>
              <a:spLocks noGrp="1"/>
            </p:cNvSpPr>
            <p:nvPr/>
          </p:nvSpPr>
          <p:spPr>
            <a:xfrm>
              <a:off x="4978949" y="4573648"/>
              <a:ext cx="43600" cy="96465"/>
            </a:xfrm>
            <a:custGeom>
              <a:avLst/>
              <a:gdLst/>
              <a:ahLst/>
              <a:cxnLst/>
              <a:rect l="0" t="0" r="0" b="0"/>
              <a:pathLst>
                <a:path w="43600" h="96465">
                  <a:moveTo>
                    <a:pt x="0" y="0"/>
                  </a:moveTo>
                  <a:lnTo>
                    <a:pt x="43600" y="9646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3" name="Candidate_receptor__2752">
              <a:extLst>
                <a:ext uri="{FF2B5EF4-FFF2-40B4-BE49-F238E27FC236}">
                  <a16:creationId xmlns:a16="http://schemas.microsoft.com/office/drawing/2014/main" id="{432F4D72-3571-CED0-EDEA-BDE606CE240F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85273" cy="60082"/>
            </a:xfrm>
            <a:custGeom>
              <a:avLst/>
              <a:gdLst/>
              <a:ahLst/>
              <a:cxnLst/>
              <a:rect l="0" t="0" r="0" b="0"/>
              <a:pathLst>
                <a:path w="85273" h="60082">
                  <a:moveTo>
                    <a:pt x="85273" y="6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4" name="Candidate_receptor__2753">
              <a:extLst>
                <a:ext uri="{FF2B5EF4-FFF2-40B4-BE49-F238E27FC236}">
                  <a16:creationId xmlns:a16="http://schemas.microsoft.com/office/drawing/2014/main" id="{F4AB9CA2-C847-66E2-87AE-2426E24106C0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837072"/>
              <a:ext cx="25221" cy="29933"/>
            </a:xfrm>
            <a:custGeom>
              <a:avLst/>
              <a:gdLst/>
              <a:ahLst/>
              <a:cxnLst/>
              <a:rect l="0" t="0" r="0" b="0"/>
              <a:pathLst>
                <a:path w="25221" h="29933">
                  <a:moveTo>
                    <a:pt x="25221" y="299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5" name="Candidate_receptor__2754">
              <a:extLst>
                <a:ext uri="{FF2B5EF4-FFF2-40B4-BE49-F238E27FC236}">
                  <a16:creationId xmlns:a16="http://schemas.microsoft.com/office/drawing/2014/main" id="{7C8BADD8-C272-C3B8-E812-B5C8BAA56163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646468"/>
              <a:ext cx="75288" cy="86668"/>
            </a:xfrm>
            <a:custGeom>
              <a:avLst/>
              <a:gdLst/>
              <a:ahLst/>
              <a:cxnLst/>
              <a:rect l="0" t="0" r="0" b="0"/>
              <a:pathLst>
                <a:path w="75288" h="86668">
                  <a:moveTo>
                    <a:pt x="0" y="0"/>
                  </a:moveTo>
                  <a:lnTo>
                    <a:pt x="75288" y="8666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6" name="Candidate_receptor__2755">
              <a:extLst>
                <a:ext uri="{FF2B5EF4-FFF2-40B4-BE49-F238E27FC236}">
                  <a16:creationId xmlns:a16="http://schemas.microsoft.com/office/drawing/2014/main" id="{20F6616C-DA95-7CEC-69EC-A90036E332D8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96179"/>
              <a:ext cx="41336" cy="27018"/>
            </a:xfrm>
            <a:custGeom>
              <a:avLst/>
              <a:gdLst/>
              <a:ahLst/>
              <a:cxnLst/>
              <a:rect l="0" t="0" r="0" b="0"/>
              <a:pathLst>
                <a:path w="41336" h="27018">
                  <a:moveTo>
                    <a:pt x="41336" y="0"/>
                  </a:moveTo>
                  <a:lnTo>
                    <a:pt x="0" y="2701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7" name="Candidate_receptor__2756">
              <a:extLst>
                <a:ext uri="{FF2B5EF4-FFF2-40B4-BE49-F238E27FC236}">
                  <a16:creationId xmlns:a16="http://schemas.microsoft.com/office/drawing/2014/main" id="{82B86CB7-B816-DF37-0833-0AC71055B533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295680"/>
              <a:ext cx="10994" cy="106486"/>
            </a:xfrm>
            <a:custGeom>
              <a:avLst/>
              <a:gdLst/>
              <a:ahLst/>
              <a:cxnLst/>
              <a:rect l="0" t="0" r="0" b="0"/>
              <a:pathLst>
                <a:path w="10994" h="106486">
                  <a:moveTo>
                    <a:pt x="10994" y="0"/>
                  </a:moveTo>
                  <a:lnTo>
                    <a:pt x="0" y="1064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8" name="Candidate_receptor__2757">
              <a:extLst>
                <a:ext uri="{FF2B5EF4-FFF2-40B4-BE49-F238E27FC236}">
                  <a16:creationId xmlns:a16="http://schemas.microsoft.com/office/drawing/2014/main" id="{086A488B-A55F-2A87-DE08-2E69123543F9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835541"/>
              <a:ext cx="7639" cy="29803"/>
            </a:xfrm>
            <a:custGeom>
              <a:avLst/>
              <a:gdLst/>
              <a:ahLst/>
              <a:cxnLst/>
              <a:rect l="0" t="0" r="0" b="0"/>
              <a:pathLst>
                <a:path w="7639" h="29803">
                  <a:moveTo>
                    <a:pt x="0" y="29803"/>
                  </a:moveTo>
                  <a:lnTo>
                    <a:pt x="7639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9" name="Candidate_receptor__2758">
              <a:extLst>
                <a:ext uri="{FF2B5EF4-FFF2-40B4-BE49-F238E27FC236}">
                  <a16:creationId xmlns:a16="http://schemas.microsoft.com/office/drawing/2014/main" id="{1339A75D-EB3E-D20F-02D2-B5F292B0627C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37629"/>
              <a:ext cx="28147" cy="57553"/>
            </a:xfrm>
            <a:custGeom>
              <a:avLst/>
              <a:gdLst/>
              <a:ahLst/>
              <a:cxnLst/>
              <a:rect l="0" t="0" r="0" b="0"/>
              <a:pathLst>
                <a:path w="28147" h="57553">
                  <a:moveTo>
                    <a:pt x="0" y="57553"/>
                  </a:moveTo>
                  <a:lnTo>
                    <a:pt x="2814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0" name="Candidate_receptor__2759">
              <a:extLst>
                <a:ext uri="{FF2B5EF4-FFF2-40B4-BE49-F238E27FC236}">
                  <a16:creationId xmlns:a16="http://schemas.microsoft.com/office/drawing/2014/main" id="{68DC8E02-B72A-85FE-9927-7D394A372B28}"/>
                </a:ext>
              </a:extLst>
            </p:cNvPr>
            <p:cNvSpPr>
              <a:spLocks noGrp="1"/>
            </p:cNvSpPr>
            <p:nvPr/>
          </p:nvSpPr>
          <p:spPr>
            <a:xfrm>
              <a:off x="5219656" y="2583858"/>
              <a:ext cx="63092" cy="21069"/>
            </a:xfrm>
            <a:custGeom>
              <a:avLst/>
              <a:gdLst/>
              <a:ahLst/>
              <a:cxnLst/>
              <a:rect l="0" t="0" r="0" b="0"/>
              <a:pathLst>
                <a:path w="63092" h="21069">
                  <a:moveTo>
                    <a:pt x="63092" y="210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1" name="Candidate_receptor__2760">
              <a:extLst>
                <a:ext uri="{FF2B5EF4-FFF2-40B4-BE49-F238E27FC236}">
                  <a16:creationId xmlns:a16="http://schemas.microsoft.com/office/drawing/2014/main" id="{02D5C959-35B9-E905-1CA3-21388CC1B480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630735"/>
              <a:ext cx="1997" cy="43729"/>
            </a:xfrm>
            <a:custGeom>
              <a:avLst/>
              <a:gdLst/>
              <a:ahLst/>
              <a:cxnLst/>
              <a:rect l="0" t="0" r="0" b="0"/>
              <a:pathLst>
                <a:path w="1997" h="43729">
                  <a:moveTo>
                    <a:pt x="0" y="43729"/>
                  </a:moveTo>
                  <a:lnTo>
                    <a:pt x="199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2" name="Candidate_receptor__2761">
              <a:extLst>
                <a:ext uri="{FF2B5EF4-FFF2-40B4-BE49-F238E27FC236}">
                  <a16:creationId xmlns:a16="http://schemas.microsoft.com/office/drawing/2014/main" id="{24AE5DD6-83EE-E540-D788-FD843F5C6F1C}"/>
                </a:ext>
              </a:extLst>
            </p:cNvPr>
            <p:cNvSpPr>
              <a:spLocks noGrp="1"/>
            </p:cNvSpPr>
            <p:nvPr/>
          </p:nvSpPr>
          <p:spPr>
            <a:xfrm>
              <a:off x="5663510" y="2701165"/>
              <a:ext cx="6181" cy="20440"/>
            </a:xfrm>
            <a:custGeom>
              <a:avLst/>
              <a:gdLst/>
              <a:ahLst/>
              <a:cxnLst/>
              <a:rect l="0" t="0" r="0" b="0"/>
              <a:pathLst>
                <a:path w="6181" h="20440">
                  <a:moveTo>
                    <a:pt x="0" y="20440"/>
                  </a:moveTo>
                  <a:lnTo>
                    <a:pt x="618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63" name="Candidate_receptor__2762">
              <a:extLst>
                <a:ext uri="{FF2B5EF4-FFF2-40B4-BE49-F238E27FC236}">
                  <a16:creationId xmlns:a16="http://schemas.microsoft.com/office/drawing/2014/main" id="{E26C985C-5FC4-75D7-3ACD-FBF2900C6FA4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340569"/>
              <a:ext cx="32925" cy="30885"/>
            </a:xfrm>
            <a:custGeom>
              <a:avLst/>
              <a:gdLst/>
              <a:ahLst/>
              <a:cxnLst/>
              <a:rect l="0" t="0" r="0" b="0"/>
              <a:pathLst>
                <a:path w="32925" h="30885">
                  <a:moveTo>
                    <a:pt x="32925" y="0"/>
                  </a:moveTo>
                  <a:lnTo>
                    <a:pt x="0" y="3088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4" name="Candidate_receptor__2763">
              <a:extLst>
                <a:ext uri="{FF2B5EF4-FFF2-40B4-BE49-F238E27FC236}">
                  <a16:creationId xmlns:a16="http://schemas.microsoft.com/office/drawing/2014/main" id="{68EDDF61-FACC-A5FD-E863-63A88720F8A5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299638"/>
              <a:ext cx="41455" cy="87095"/>
            </a:xfrm>
            <a:custGeom>
              <a:avLst/>
              <a:gdLst/>
              <a:ahLst/>
              <a:cxnLst/>
              <a:rect l="0" t="0" r="0" b="0"/>
              <a:pathLst>
                <a:path w="41455" h="87095">
                  <a:moveTo>
                    <a:pt x="0" y="87095"/>
                  </a:moveTo>
                  <a:lnTo>
                    <a:pt x="414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5" name="Candidate_receptor__2764">
              <a:extLst>
                <a:ext uri="{FF2B5EF4-FFF2-40B4-BE49-F238E27FC236}">
                  <a16:creationId xmlns:a16="http://schemas.microsoft.com/office/drawing/2014/main" id="{A30C1C2D-F055-9778-BA49-B5DF1F7ADA09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27438" cy="102186"/>
            </a:xfrm>
            <a:custGeom>
              <a:avLst/>
              <a:gdLst/>
              <a:ahLst/>
              <a:cxnLst/>
              <a:rect l="0" t="0" r="0" b="0"/>
              <a:pathLst>
                <a:path w="27438" h="102186">
                  <a:moveTo>
                    <a:pt x="27438" y="1021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6" name="Candidate_receptor__2765">
              <a:extLst>
                <a:ext uri="{FF2B5EF4-FFF2-40B4-BE49-F238E27FC236}">
                  <a16:creationId xmlns:a16="http://schemas.microsoft.com/office/drawing/2014/main" id="{D9D8ADF0-6B08-BDFB-7EA3-A2F9140D17A8}"/>
                </a:ext>
              </a:extLst>
            </p:cNvPr>
            <p:cNvSpPr>
              <a:spLocks noGrp="1"/>
            </p:cNvSpPr>
            <p:nvPr/>
          </p:nvSpPr>
          <p:spPr>
            <a:xfrm>
              <a:off x="5048223" y="4103615"/>
              <a:ext cx="97619" cy="51338"/>
            </a:xfrm>
            <a:custGeom>
              <a:avLst/>
              <a:gdLst/>
              <a:ahLst/>
              <a:cxnLst/>
              <a:rect l="0" t="0" r="0" b="0"/>
              <a:pathLst>
                <a:path w="97619" h="51338">
                  <a:moveTo>
                    <a:pt x="97619" y="51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7" name="Candidate_receptor__2766">
              <a:extLst>
                <a:ext uri="{FF2B5EF4-FFF2-40B4-BE49-F238E27FC236}">
                  <a16:creationId xmlns:a16="http://schemas.microsoft.com/office/drawing/2014/main" id="{98172270-5BCF-62DD-7C7F-8D35930D2287}"/>
                </a:ext>
              </a:extLst>
            </p:cNvPr>
            <p:cNvSpPr>
              <a:spLocks noGrp="1"/>
            </p:cNvSpPr>
            <p:nvPr/>
          </p:nvSpPr>
          <p:spPr>
            <a:xfrm>
              <a:off x="4596543" y="2397951"/>
              <a:ext cx="105401" cy="31181"/>
            </a:xfrm>
            <a:custGeom>
              <a:avLst/>
              <a:gdLst/>
              <a:ahLst/>
              <a:cxnLst/>
              <a:rect l="0" t="0" r="0" b="0"/>
              <a:pathLst>
                <a:path w="105401" h="31181">
                  <a:moveTo>
                    <a:pt x="105401" y="31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8" name="Candidate_receptor__2767">
              <a:extLst>
                <a:ext uri="{FF2B5EF4-FFF2-40B4-BE49-F238E27FC236}">
                  <a16:creationId xmlns:a16="http://schemas.microsoft.com/office/drawing/2014/main" id="{B610A0F1-DF7A-800C-0128-C03E1EFE5FA7}"/>
                </a:ext>
              </a:extLst>
            </p:cNvPr>
            <p:cNvSpPr>
              <a:spLocks noGrp="1"/>
            </p:cNvSpPr>
            <p:nvPr/>
          </p:nvSpPr>
          <p:spPr>
            <a:xfrm>
              <a:off x="6420976" y="4224310"/>
              <a:ext cx="72273" cy="75328"/>
            </a:xfrm>
            <a:custGeom>
              <a:avLst/>
              <a:gdLst/>
              <a:ahLst/>
              <a:cxnLst/>
              <a:rect l="0" t="0" r="0" b="0"/>
              <a:pathLst>
                <a:path w="72273" h="75328">
                  <a:moveTo>
                    <a:pt x="72273" y="753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9" name="Candidate_receptor__2768">
              <a:extLst>
                <a:ext uri="{FF2B5EF4-FFF2-40B4-BE49-F238E27FC236}">
                  <a16:creationId xmlns:a16="http://schemas.microsoft.com/office/drawing/2014/main" id="{F3E18127-87D1-3D65-630C-AAF86C48182C}"/>
                </a:ext>
              </a:extLst>
            </p:cNvPr>
            <p:cNvSpPr>
              <a:spLocks noGrp="1"/>
            </p:cNvSpPr>
            <p:nvPr/>
          </p:nvSpPr>
          <p:spPr>
            <a:xfrm>
              <a:off x="5586201" y="3322570"/>
              <a:ext cx="25081" cy="8455"/>
            </a:xfrm>
            <a:custGeom>
              <a:avLst/>
              <a:gdLst/>
              <a:ahLst/>
              <a:cxnLst/>
              <a:rect l="0" t="0" r="0" b="0"/>
              <a:pathLst>
                <a:path w="25081" h="8455">
                  <a:moveTo>
                    <a:pt x="25081" y="84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70" name="Candidate_receptor__2769">
              <a:extLst>
                <a:ext uri="{FF2B5EF4-FFF2-40B4-BE49-F238E27FC236}">
                  <a16:creationId xmlns:a16="http://schemas.microsoft.com/office/drawing/2014/main" id="{462E3774-5AA4-C6D7-D01C-BB3655F08739}"/>
                </a:ext>
              </a:extLst>
            </p:cNvPr>
            <p:cNvSpPr>
              <a:spLocks noGrp="1"/>
            </p:cNvSpPr>
            <p:nvPr/>
          </p:nvSpPr>
          <p:spPr>
            <a:xfrm>
              <a:off x="5228963" y="3690476"/>
              <a:ext cx="40363" cy="101655"/>
            </a:xfrm>
            <a:custGeom>
              <a:avLst/>
              <a:gdLst/>
              <a:ahLst/>
              <a:cxnLst/>
              <a:rect l="0" t="0" r="0" b="0"/>
              <a:pathLst>
                <a:path w="40363" h="101655">
                  <a:moveTo>
                    <a:pt x="0" y="0"/>
                  </a:moveTo>
                  <a:lnTo>
                    <a:pt x="40363" y="1016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1" name="Candidate_receptor__2770">
              <a:extLst>
                <a:ext uri="{FF2B5EF4-FFF2-40B4-BE49-F238E27FC236}">
                  <a16:creationId xmlns:a16="http://schemas.microsoft.com/office/drawing/2014/main" id="{C4EB9B5E-A212-F2B4-8F78-B42494C8AE81}"/>
                </a:ext>
              </a:extLst>
            </p:cNvPr>
            <p:cNvSpPr>
              <a:spLocks noGrp="1"/>
            </p:cNvSpPr>
            <p:nvPr/>
          </p:nvSpPr>
          <p:spPr>
            <a:xfrm>
              <a:off x="6258400" y="3939731"/>
              <a:ext cx="66340" cy="93588"/>
            </a:xfrm>
            <a:custGeom>
              <a:avLst/>
              <a:gdLst/>
              <a:ahLst/>
              <a:cxnLst/>
              <a:rect l="0" t="0" r="0" b="0"/>
              <a:pathLst>
                <a:path w="66340" h="93588">
                  <a:moveTo>
                    <a:pt x="66340" y="0"/>
                  </a:moveTo>
                  <a:lnTo>
                    <a:pt x="0" y="9358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2" name="Candidate_receptor__2771">
              <a:extLst>
                <a:ext uri="{FF2B5EF4-FFF2-40B4-BE49-F238E27FC236}">
                  <a16:creationId xmlns:a16="http://schemas.microsoft.com/office/drawing/2014/main" id="{4AA3D66E-FD56-AAE3-E558-EDCC888EB522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143404"/>
              <a:ext cx="4436" cy="71926"/>
            </a:xfrm>
            <a:custGeom>
              <a:avLst/>
              <a:gdLst/>
              <a:ahLst/>
              <a:cxnLst/>
              <a:rect l="0" t="0" r="0" b="0"/>
              <a:pathLst>
                <a:path w="4436" h="71926">
                  <a:moveTo>
                    <a:pt x="0" y="71926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3" name="Candidate_receptor__2772">
              <a:extLst>
                <a:ext uri="{FF2B5EF4-FFF2-40B4-BE49-F238E27FC236}">
                  <a16:creationId xmlns:a16="http://schemas.microsoft.com/office/drawing/2014/main" id="{592BDE1A-EACD-4217-193E-222E90CA56D9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38619"/>
              <a:ext cx="6424" cy="30955"/>
            </a:xfrm>
            <a:custGeom>
              <a:avLst/>
              <a:gdLst/>
              <a:ahLst/>
              <a:cxnLst/>
              <a:rect l="0" t="0" r="0" b="0"/>
              <a:pathLst>
                <a:path w="6424" h="30955">
                  <a:moveTo>
                    <a:pt x="0" y="0"/>
                  </a:moveTo>
                  <a:lnTo>
                    <a:pt x="6424" y="309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4" name="Candidate_receptor__2773">
              <a:extLst>
                <a:ext uri="{FF2B5EF4-FFF2-40B4-BE49-F238E27FC236}">
                  <a16:creationId xmlns:a16="http://schemas.microsoft.com/office/drawing/2014/main" id="{A48875F4-BB5D-9E74-92DF-E2CF52279519}"/>
                </a:ext>
              </a:extLst>
            </p:cNvPr>
            <p:cNvSpPr>
              <a:spLocks noGrp="1"/>
            </p:cNvSpPr>
            <p:nvPr/>
          </p:nvSpPr>
          <p:spPr>
            <a:xfrm>
              <a:off x="5115856" y="5229782"/>
              <a:ext cx="103635" cy="30664"/>
            </a:xfrm>
            <a:custGeom>
              <a:avLst/>
              <a:gdLst/>
              <a:ahLst/>
              <a:cxnLst/>
              <a:rect l="0" t="0" r="0" b="0"/>
              <a:pathLst>
                <a:path w="103635" h="30664">
                  <a:moveTo>
                    <a:pt x="0" y="30664"/>
                  </a:moveTo>
                  <a:lnTo>
                    <a:pt x="10363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5" name="Candidate_receptor__2774">
              <a:extLst>
                <a:ext uri="{FF2B5EF4-FFF2-40B4-BE49-F238E27FC236}">
                  <a16:creationId xmlns:a16="http://schemas.microsoft.com/office/drawing/2014/main" id="{09F67338-C35D-5362-49A9-6125D8DAB470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77859"/>
              <a:ext cx="63400" cy="31362"/>
            </a:xfrm>
            <a:custGeom>
              <a:avLst/>
              <a:gdLst/>
              <a:ahLst/>
              <a:cxnLst/>
              <a:rect l="0" t="0" r="0" b="0"/>
              <a:pathLst>
                <a:path w="63400" h="31362">
                  <a:moveTo>
                    <a:pt x="0" y="31362"/>
                  </a:moveTo>
                  <a:lnTo>
                    <a:pt x="6340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6" name="Candidate_receptor__2775">
              <a:extLst>
                <a:ext uri="{FF2B5EF4-FFF2-40B4-BE49-F238E27FC236}">
                  <a16:creationId xmlns:a16="http://schemas.microsoft.com/office/drawing/2014/main" id="{B76E94D4-8F17-B08E-E7FA-95B14240A980}"/>
                </a:ext>
              </a:extLst>
            </p:cNvPr>
            <p:cNvSpPr>
              <a:spLocks noGrp="1"/>
            </p:cNvSpPr>
            <p:nvPr/>
          </p:nvSpPr>
          <p:spPr>
            <a:xfrm>
              <a:off x="5843640" y="3182285"/>
              <a:ext cx="31726" cy="49556"/>
            </a:xfrm>
            <a:custGeom>
              <a:avLst/>
              <a:gdLst/>
              <a:ahLst/>
              <a:cxnLst/>
              <a:rect l="0" t="0" r="0" b="0"/>
              <a:pathLst>
                <a:path w="31726" h="49556">
                  <a:moveTo>
                    <a:pt x="31726" y="0"/>
                  </a:moveTo>
                  <a:lnTo>
                    <a:pt x="0" y="4955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7" name="Candidate_receptor__2776">
              <a:extLst>
                <a:ext uri="{FF2B5EF4-FFF2-40B4-BE49-F238E27FC236}">
                  <a16:creationId xmlns:a16="http://schemas.microsoft.com/office/drawing/2014/main" id="{6B4EF1C7-44A6-AFC0-E003-96E9868312DC}"/>
                </a:ext>
              </a:extLst>
            </p:cNvPr>
            <p:cNvSpPr>
              <a:spLocks noGrp="1"/>
            </p:cNvSpPr>
            <p:nvPr/>
          </p:nvSpPr>
          <p:spPr>
            <a:xfrm>
              <a:off x="5145841" y="4128676"/>
              <a:ext cx="94569" cy="26276"/>
            </a:xfrm>
            <a:custGeom>
              <a:avLst/>
              <a:gdLst/>
              <a:ahLst/>
              <a:cxnLst/>
              <a:rect l="0" t="0" r="0" b="0"/>
              <a:pathLst>
                <a:path w="94569" h="26276">
                  <a:moveTo>
                    <a:pt x="94569" y="0"/>
                  </a:moveTo>
                  <a:lnTo>
                    <a:pt x="0" y="26276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78" name="Candidate_receptor__2777">
              <a:extLst>
                <a:ext uri="{FF2B5EF4-FFF2-40B4-BE49-F238E27FC236}">
                  <a16:creationId xmlns:a16="http://schemas.microsoft.com/office/drawing/2014/main" id="{89EFB46A-BC7E-E1E8-D2EE-674BC3BEE669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67039" cy="37451"/>
            </a:xfrm>
            <a:custGeom>
              <a:avLst/>
              <a:gdLst/>
              <a:ahLst/>
              <a:cxnLst/>
              <a:rect l="0" t="0" r="0" b="0"/>
              <a:pathLst>
                <a:path w="67039" h="37451">
                  <a:moveTo>
                    <a:pt x="67039" y="374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9" name="Candidate_receptor__2778">
              <a:extLst>
                <a:ext uri="{FF2B5EF4-FFF2-40B4-BE49-F238E27FC236}">
                  <a16:creationId xmlns:a16="http://schemas.microsoft.com/office/drawing/2014/main" id="{A19F55FB-2CE2-7FF1-D411-645C69BB39DB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90996"/>
              <a:ext cx="64096" cy="14876"/>
            </a:xfrm>
            <a:custGeom>
              <a:avLst/>
              <a:gdLst/>
              <a:ahLst/>
              <a:cxnLst/>
              <a:rect l="0" t="0" r="0" b="0"/>
              <a:pathLst>
                <a:path w="64096" h="14876">
                  <a:moveTo>
                    <a:pt x="64096" y="0"/>
                  </a:moveTo>
                  <a:lnTo>
                    <a:pt x="0" y="1487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0" name="Candidate_receptor__2779">
              <a:extLst>
                <a:ext uri="{FF2B5EF4-FFF2-40B4-BE49-F238E27FC236}">
                  <a16:creationId xmlns:a16="http://schemas.microsoft.com/office/drawing/2014/main" id="{11A430F0-868D-3816-B63F-55EF1161322A}"/>
                </a:ext>
              </a:extLst>
            </p:cNvPr>
            <p:cNvSpPr>
              <a:spLocks noGrp="1"/>
            </p:cNvSpPr>
            <p:nvPr/>
          </p:nvSpPr>
          <p:spPr>
            <a:xfrm>
              <a:off x="4896175" y="3746004"/>
              <a:ext cx="59078" cy="6258"/>
            </a:xfrm>
            <a:custGeom>
              <a:avLst/>
              <a:gdLst/>
              <a:ahLst/>
              <a:cxnLst/>
              <a:rect l="0" t="0" r="0" b="0"/>
              <a:pathLst>
                <a:path w="59078" h="6258">
                  <a:moveTo>
                    <a:pt x="0" y="6258"/>
                  </a:moveTo>
                  <a:lnTo>
                    <a:pt x="5907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1" name="Candidate_receptor__2780">
              <a:extLst>
                <a:ext uri="{FF2B5EF4-FFF2-40B4-BE49-F238E27FC236}">
                  <a16:creationId xmlns:a16="http://schemas.microsoft.com/office/drawing/2014/main" id="{1791588E-925D-915C-DCDA-72BACBC79DBE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583858"/>
              <a:ext cx="83702" cy="62610"/>
            </a:xfrm>
            <a:custGeom>
              <a:avLst/>
              <a:gdLst/>
              <a:ahLst/>
              <a:cxnLst/>
              <a:rect l="0" t="0" r="0" b="0"/>
              <a:pathLst>
                <a:path w="83702" h="62610">
                  <a:moveTo>
                    <a:pt x="83702" y="0"/>
                  </a:moveTo>
                  <a:lnTo>
                    <a:pt x="0" y="626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2" name="Candidate_receptor__2781">
              <a:extLst>
                <a:ext uri="{FF2B5EF4-FFF2-40B4-BE49-F238E27FC236}">
                  <a16:creationId xmlns:a16="http://schemas.microsoft.com/office/drawing/2014/main" id="{8C35977E-9B7D-BD8F-AEEF-EA262D7BB205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397951"/>
              <a:ext cx="44717" cy="106207"/>
            </a:xfrm>
            <a:custGeom>
              <a:avLst/>
              <a:gdLst/>
              <a:ahLst/>
              <a:cxnLst/>
              <a:rect l="0" t="0" r="0" b="0"/>
              <a:pathLst>
                <a:path w="44717" h="106207">
                  <a:moveTo>
                    <a:pt x="44717" y="0"/>
                  </a:moveTo>
                  <a:lnTo>
                    <a:pt x="0" y="10620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3" name="Candidate_receptor__2782">
              <a:extLst>
                <a:ext uri="{FF2B5EF4-FFF2-40B4-BE49-F238E27FC236}">
                  <a16:creationId xmlns:a16="http://schemas.microsoft.com/office/drawing/2014/main" id="{1D2E7561-86A7-064A-0FF8-FA93425DA046}"/>
                </a:ext>
              </a:extLst>
            </p:cNvPr>
            <p:cNvSpPr>
              <a:spLocks noGrp="1"/>
            </p:cNvSpPr>
            <p:nvPr/>
          </p:nvSpPr>
          <p:spPr>
            <a:xfrm>
              <a:off x="5753271" y="3525307"/>
              <a:ext cx="93111" cy="57604"/>
            </a:xfrm>
            <a:custGeom>
              <a:avLst/>
              <a:gdLst/>
              <a:ahLst/>
              <a:cxnLst/>
              <a:rect l="0" t="0" r="0" b="0"/>
              <a:pathLst>
                <a:path w="93111" h="57604">
                  <a:moveTo>
                    <a:pt x="0" y="57604"/>
                  </a:moveTo>
                  <a:lnTo>
                    <a:pt x="9311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84" name="Candidate_receptor__2783">
              <a:extLst>
                <a:ext uri="{FF2B5EF4-FFF2-40B4-BE49-F238E27FC236}">
                  <a16:creationId xmlns:a16="http://schemas.microsoft.com/office/drawing/2014/main" id="{5AA1A880-8F54-9A20-3490-B183C80900EE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44656"/>
              <a:ext cx="33985" cy="50928"/>
            </a:xfrm>
            <a:custGeom>
              <a:avLst/>
              <a:gdLst/>
              <a:ahLst/>
              <a:cxnLst/>
              <a:rect l="0" t="0" r="0" b="0"/>
              <a:pathLst>
                <a:path w="33985" h="50928">
                  <a:moveTo>
                    <a:pt x="33985" y="0"/>
                  </a:moveTo>
                  <a:lnTo>
                    <a:pt x="0" y="5092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85" name="Candidate_receptor__2784">
              <a:extLst>
                <a:ext uri="{FF2B5EF4-FFF2-40B4-BE49-F238E27FC236}">
                  <a16:creationId xmlns:a16="http://schemas.microsoft.com/office/drawing/2014/main" id="{EA23AA14-43DB-F3B1-E898-64F51742A222}"/>
                </a:ext>
              </a:extLst>
            </p:cNvPr>
            <p:cNvSpPr>
              <a:spLocks noGrp="1"/>
            </p:cNvSpPr>
            <p:nvPr/>
          </p:nvSpPr>
          <p:spPr>
            <a:xfrm>
              <a:off x="5970400" y="4108464"/>
              <a:ext cx="113808" cy="7184"/>
            </a:xfrm>
            <a:custGeom>
              <a:avLst/>
              <a:gdLst/>
              <a:ahLst/>
              <a:cxnLst/>
              <a:rect l="0" t="0" r="0" b="0"/>
              <a:pathLst>
                <a:path w="113808" h="7184">
                  <a:moveTo>
                    <a:pt x="0" y="7184"/>
                  </a:moveTo>
                  <a:lnTo>
                    <a:pt x="11380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6" name="Candidate_receptor__2785">
              <a:extLst>
                <a:ext uri="{FF2B5EF4-FFF2-40B4-BE49-F238E27FC236}">
                  <a16:creationId xmlns:a16="http://schemas.microsoft.com/office/drawing/2014/main" id="{24CBFE7B-F4B0-956E-B7D3-20952C65D052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96080"/>
              <a:ext cx="93772" cy="19937"/>
            </a:xfrm>
            <a:custGeom>
              <a:avLst/>
              <a:gdLst/>
              <a:ahLst/>
              <a:cxnLst/>
              <a:rect l="0" t="0" r="0" b="0"/>
              <a:pathLst>
                <a:path w="93772" h="19937">
                  <a:moveTo>
                    <a:pt x="93772" y="0"/>
                  </a:moveTo>
                  <a:lnTo>
                    <a:pt x="0" y="1993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7" name="Candidate_receptor__2786">
              <a:extLst>
                <a:ext uri="{FF2B5EF4-FFF2-40B4-BE49-F238E27FC236}">
                  <a16:creationId xmlns:a16="http://schemas.microsoft.com/office/drawing/2014/main" id="{B0AB6AB3-E673-A489-6909-C534F675F5D3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885583"/>
              <a:ext cx="62761" cy="65103"/>
            </a:xfrm>
            <a:custGeom>
              <a:avLst/>
              <a:gdLst/>
              <a:ahLst/>
              <a:cxnLst/>
              <a:rect l="0" t="0" r="0" b="0"/>
              <a:pathLst>
                <a:path w="62761" h="65103">
                  <a:moveTo>
                    <a:pt x="0" y="65103"/>
                  </a:moveTo>
                  <a:lnTo>
                    <a:pt x="6276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8" name="Candidate_receptor__2787">
              <a:extLst>
                <a:ext uri="{FF2B5EF4-FFF2-40B4-BE49-F238E27FC236}">
                  <a16:creationId xmlns:a16="http://schemas.microsoft.com/office/drawing/2014/main" id="{D4E4B544-51D9-48CE-23F0-87A8D9544C8A}"/>
                </a:ext>
              </a:extLst>
            </p:cNvPr>
            <p:cNvSpPr>
              <a:spLocks noGrp="1"/>
            </p:cNvSpPr>
            <p:nvPr/>
          </p:nvSpPr>
          <p:spPr>
            <a:xfrm>
              <a:off x="6071288" y="4794911"/>
              <a:ext cx="33822" cy="90673"/>
            </a:xfrm>
            <a:custGeom>
              <a:avLst/>
              <a:gdLst/>
              <a:ahLst/>
              <a:cxnLst/>
              <a:rect l="0" t="0" r="0" b="0"/>
              <a:pathLst>
                <a:path w="33822" h="90673">
                  <a:moveTo>
                    <a:pt x="0" y="90673"/>
                  </a:moveTo>
                  <a:lnTo>
                    <a:pt x="3382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9" name="Candidate_receptor__2788">
              <a:extLst>
                <a:ext uri="{FF2B5EF4-FFF2-40B4-BE49-F238E27FC236}">
                  <a16:creationId xmlns:a16="http://schemas.microsoft.com/office/drawing/2014/main" id="{D7E82194-84EB-FA06-E07E-CF6842293452}"/>
                </a:ext>
              </a:extLst>
            </p:cNvPr>
            <p:cNvSpPr>
              <a:spLocks noGrp="1"/>
            </p:cNvSpPr>
            <p:nvPr/>
          </p:nvSpPr>
          <p:spPr>
            <a:xfrm>
              <a:off x="5997721" y="4635045"/>
              <a:ext cx="8304" cy="69486"/>
            </a:xfrm>
            <a:custGeom>
              <a:avLst/>
              <a:gdLst/>
              <a:ahLst/>
              <a:cxnLst/>
              <a:rect l="0" t="0" r="0" b="0"/>
              <a:pathLst>
                <a:path w="8304" h="69486">
                  <a:moveTo>
                    <a:pt x="8304" y="69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0" name="Candidate_receptor__2789">
              <a:extLst>
                <a:ext uri="{FF2B5EF4-FFF2-40B4-BE49-F238E27FC236}">
                  <a16:creationId xmlns:a16="http://schemas.microsoft.com/office/drawing/2014/main" id="{F2C34E6F-664F-E510-A5D5-B1C93510E58D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215329"/>
              <a:ext cx="57623" cy="89155"/>
            </a:xfrm>
            <a:custGeom>
              <a:avLst/>
              <a:gdLst/>
              <a:ahLst/>
              <a:cxnLst/>
              <a:rect l="0" t="0" r="0" b="0"/>
              <a:pathLst>
                <a:path w="57623" h="89155">
                  <a:moveTo>
                    <a:pt x="57623" y="891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1" name="Candidate_receptor__2790">
              <a:extLst>
                <a:ext uri="{FF2B5EF4-FFF2-40B4-BE49-F238E27FC236}">
                  <a16:creationId xmlns:a16="http://schemas.microsoft.com/office/drawing/2014/main" id="{E4B3789B-2CD7-4341-61D1-74506049B94B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470861"/>
              <a:ext cx="96697" cy="53301"/>
            </a:xfrm>
            <a:custGeom>
              <a:avLst/>
              <a:gdLst/>
              <a:ahLst/>
              <a:cxnLst/>
              <a:rect l="0" t="0" r="0" b="0"/>
              <a:pathLst>
                <a:path w="96697" h="53301">
                  <a:moveTo>
                    <a:pt x="0" y="53301"/>
                  </a:moveTo>
                  <a:lnTo>
                    <a:pt x="9669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92" name="Candidate_receptor__2791">
              <a:extLst>
                <a:ext uri="{FF2B5EF4-FFF2-40B4-BE49-F238E27FC236}">
                  <a16:creationId xmlns:a16="http://schemas.microsoft.com/office/drawing/2014/main" id="{C786DA29-7E6C-37D9-B298-2AB80E1C6990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5791"/>
              <a:ext cx="17355" cy="470"/>
            </a:xfrm>
            <a:custGeom>
              <a:avLst/>
              <a:gdLst/>
              <a:ahLst/>
              <a:cxnLst/>
              <a:rect l="0" t="0" r="0" b="0"/>
              <a:pathLst>
                <a:path w="17355" h="470">
                  <a:moveTo>
                    <a:pt x="0" y="470"/>
                  </a:moveTo>
                  <a:lnTo>
                    <a:pt x="173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3" name="Candidate_receptor__2792">
              <a:extLst>
                <a:ext uri="{FF2B5EF4-FFF2-40B4-BE49-F238E27FC236}">
                  <a16:creationId xmlns:a16="http://schemas.microsoft.com/office/drawing/2014/main" id="{5F20879A-487B-0745-0A45-68BAF60E1457}"/>
                </a:ext>
              </a:extLst>
            </p:cNvPr>
            <p:cNvSpPr>
              <a:spLocks noGrp="1"/>
            </p:cNvSpPr>
            <p:nvPr/>
          </p:nvSpPr>
          <p:spPr>
            <a:xfrm>
              <a:off x="5868481" y="4496080"/>
              <a:ext cx="70905" cy="34759"/>
            </a:xfrm>
            <a:custGeom>
              <a:avLst/>
              <a:gdLst/>
              <a:ahLst/>
              <a:cxnLst/>
              <a:rect l="0" t="0" r="0" b="0"/>
              <a:pathLst>
                <a:path w="70905" h="34759">
                  <a:moveTo>
                    <a:pt x="70905" y="347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4" name="Candidate_receptor__2793">
              <a:extLst>
                <a:ext uri="{FF2B5EF4-FFF2-40B4-BE49-F238E27FC236}">
                  <a16:creationId xmlns:a16="http://schemas.microsoft.com/office/drawing/2014/main" id="{C3C125CC-0ED1-7A7F-37A6-1AD468AD0E78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60446"/>
              <a:ext cx="15172" cy="71138"/>
            </a:xfrm>
            <a:custGeom>
              <a:avLst/>
              <a:gdLst/>
              <a:ahLst/>
              <a:cxnLst/>
              <a:rect l="0" t="0" r="0" b="0"/>
              <a:pathLst>
                <a:path w="15172" h="71138">
                  <a:moveTo>
                    <a:pt x="0" y="71138"/>
                  </a:moveTo>
                  <a:lnTo>
                    <a:pt x="1517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5" name="Candidate_receptor__2794">
              <a:extLst>
                <a:ext uri="{FF2B5EF4-FFF2-40B4-BE49-F238E27FC236}">
                  <a16:creationId xmlns:a16="http://schemas.microsoft.com/office/drawing/2014/main" id="{64C322AA-4AB9-564E-D6BB-6503ADC37567}"/>
                </a:ext>
              </a:extLst>
            </p:cNvPr>
            <p:cNvSpPr>
              <a:spLocks noGrp="1"/>
            </p:cNvSpPr>
            <p:nvPr/>
          </p:nvSpPr>
          <p:spPr>
            <a:xfrm>
              <a:off x="4970297" y="3484758"/>
              <a:ext cx="105761" cy="38314"/>
            </a:xfrm>
            <a:custGeom>
              <a:avLst/>
              <a:gdLst/>
              <a:ahLst/>
              <a:cxnLst/>
              <a:rect l="0" t="0" r="0" b="0"/>
              <a:pathLst>
                <a:path w="105761" h="38314">
                  <a:moveTo>
                    <a:pt x="105761" y="0"/>
                  </a:moveTo>
                  <a:lnTo>
                    <a:pt x="0" y="3831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6" name="Candidate_receptor__2795">
              <a:extLst>
                <a:ext uri="{FF2B5EF4-FFF2-40B4-BE49-F238E27FC236}">
                  <a16:creationId xmlns:a16="http://schemas.microsoft.com/office/drawing/2014/main" id="{58002EEF-55A3-89E2-64FE-8087F4C1DF5D}"/>
                </a:ext>
              </a:extLst>
            </p:cNvPr>
            <p:cNvSpPr>
              <a:spLocks noGrp="1"/>
            </p:cNvSpPr>
            <p:nvPr/>
          </p:nvSpPr>
          <p:spPr>
            <a:xfrm>
              <a:off x="5103671" y="4431818"/>
              <a:ext cx="106799" cy="24847"/>
            </a:xfrm>
            <a:custGeom>
              <a:avLst/>
              <a:gdLst/>
              <a:ahLst/>
              <a:cxnLst/>
              <a:rect l="0" t="0" r="0" b="0"/>
              <a:pathLst>
                <a:path w="106799" h="24847">
                  <a:moveTo>
                    <a:pt x="106799" y="248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7" name="Candidate_receptor__2796">
              <a:extLst>
                <a:ext uri="{FF2B5EF4-FFF2-40B4-BE49-F238E27FC236}">
                  <a16:creationId xmlns:a16="http://schemas.microsoft.com/office/drawing/2014/main" id="{87240633-357F-43C7-BC95-DC5AF29E35E3}"/>
                </a:ext>
              </a:extLst>
            </p:cNvPr>
            <p:cNvSpPr>
              <a:spLocks noGrp="1"/>
            </p:cNvSpPr>
            <p:nvPr/>
          </p:nvSpPr>
          <p:spPr>
            <a:xfrm>
              <a:off x="6453608" y="3533149"/>
              <a:ext cx="104025" cy="40702"/>
            </a:xfrm>
            <a:custGeom>
              <a:avLst/>
              <a:gdLst/>
              <a:ahLst/>
              <a:cxnLst/>
              <a:rect l="0" t="0" r="0" b="0"/>
              <a:pathLst>
                <a:path w="104025" h="40702">
                  <a:moveTo>
                    <a:pt x="0" y="0"/>
                  </a:moveTo>
                  <a:lnTo>
                    <a:pt x="104025" y="40702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98" name="Candidate_receptor__2797">
              <a:extLst>
                <a:ext uri="{FF2B5EF4-FFF2-40B4-BE49-F238E27FC236}">
                  <a16:creationId xmlns:a16="http://schemas.microsoft.com/office/drawing/2014/main" id="{9F4F543D-4A11-0179-B44E-4E1CFD1ED5C9}"/>
                </a:ext>
              </a:extLst>
            </p:cNvPr>
            <p:cNvSpPr>
              <a:spLocks noGrp="1"/>
            </p:cNvSpPr>
            <p:nvPr/>
          </p:nvSpPr>
          <p:spPr>
            <a:xfrm>
              <a:off x="5211242" y="2720884"/>
              <a:ext cx="31839" cy="12251"/>
            </a:xfrm>
            <a:custGeom>
              <a:avLst/>
              <a:gdLst/>
              <a:ahLst/>
              <a:cxnLst/>
              <a:rect l="0" t="0" r="0" b="0"/>
              <a:pathLst>
                <a:path w="31839" h="12251">
                  <a:moveTo>
                    <a:pt x="0" y="12251"/>
                  </a:moveTo>
                  <a:lnTo>
                    <a:pt x="3183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9" name="Candidate_receptor__2798">
              <a:extLst>
                <a:ext uri="{FF2B5EF4-FFF2-40B4-BE49-F238E27FC236}">
                  <a16:creationId xmlns:a16="http://schemas.microsoft.com/office/drawing/2014/main" id="{D850775B-76FE-81DC-69C9-7A836242B64F}"/>
                </a:ext>
              </a:extLst>
            </p:cNvPr>
            <p:cNvSpPr>
              <a:spLocks noGrp="1"/>
            </p:cNvSpPr>
            <p:nvPr/>
          </p:nvSpPr>
          <p:spPr>
            <a:xfrm>
              <a:off x="4960012" y="4103615"/>
              <a:ext cx="88210" cy="61786"/>
            </a:xfrm>
            <a:custGeom>
              <a:avLst/>
              <a:gdLst/>
              <a:ahLst/>
              <a:cxnLst/>
              <a:rect l="0" t="0" r="0" b="0"/>
              <a:pathLst>
                <a:path w="88210" h="61786">
                  <a:moveTo>
                    <a:pt x="88210" y="0"/>
                  </a:moveTo>
                  <a:lnTo>
                    <a:pt x="0" y="617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0" name="Candidate_receptor__2799">
              <a:extLst>
                <a:ext uri="{FF2B5EF4-FFF2-40B4-BE49-F238E27FC236}">
                  <a16:creationId xmlns:a16="http://schemas.microsoft.com/office/drawing/2014/main" id="{D247B017-DB06-A8F9-18D9-AB7643D3AC16}"/>
                </a:ext>
              </a:extLst>
            </p:cNvPr>
            <p:cNvSpPr>
              <a:spLocks noGrp="1"/>
            </p:cNvSpPr>
            <p:nvPr/>
          </p:nvSpPr>
          <p:spPr>
            <a:xfrm>
              <a:off x="5197162" y="4456665"/>
              <a:ext cx="13309" cy="109986"/>
            </a:xfrm>
            <a:custGeom>
              <a:avLst/>
              <a:gdLst/>
              <a:ahLst/>
              <a:cxnLst/>
              <a:rect l="0" t="0" r="0" b="0"/>
              <a:pathLst>
                <a:path w="13309" h="109986">
                  <a:moveTo>
                    <a:pt x="0" y="109986"/>
                  </a:moveTo>
                  <a:lnTo>
                    <a:pt x="1330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1" name="Candidate_receptor__2800">
              <a:extLst>
                <a:ext uri="{FF2B5EF4-FFF2-40B4-BE49-F238E27FC236}">
                  <a16:creationId xmlns:a16="http://schemas.microsoft.com/office/drawing/2014/main" id="{C4EC861B-6B24-0FD5-1906-4DC87A5B2F0B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691874"/>
              <a:ext cx="20476" cy="99232"/>
            </a:xfrm>
            <a:custGeom>
              <a:avLst/>
              <a:gdLst/>
              <a:ahLst/>
              <a:cxnLst/>
              <a:rect l="0" t="0" r="0" b="0"/>
              <a:pathLst>
                <a:path w="20476" h="99232">
                  <a:moveTo>
                    <a:pt x="0" y="99232"/>
                  </a:moveTo>
                  <a:lnTo>
                    <a:pt x="2047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2" name="Candidate_receptor__2801">
              <a:extLst>
                <a:ext uri="{FF2B5EF4-FFF2-40B4-BE49-F238E27FC236}">
                  <a16:creationId xmlns:a16="http://schemas.microsoft.com/office/drawing/2014/main" id="{2685442A-C2ED-2FB3-BC2A-625D5271F1CE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625930"/>
              <a:ext cx="7449" cy="25563"/>
            </a:xfrm>
            <a:custGeom>
              <a:avLst/>
              <a:gdLst/>
              <a:ahLst/>
              <a:cxnLst/>
              <a:rect l="0" t="0" r="0" b="0"/>
              <a:pathLst>
                <a:path w="7449" h="25563">
                  <a:moveTo>
                    <a:pt x="7449" y="255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3" name="Candidate_receptor__2802">
              <a:extLst>
                <a:ext uri="{FF2B5EF4-FFF2-40B4-BE49-F238E27FC236}">
                  <a16:creationId xmlns:a16="http://schemas.microsoft.com/office/drawing/2014/main" id="{15004640-4CBC-383B-96C7-FEA7CCC24B9D}"/>
                </a:ext>
              </a:extLst>
            </p:cNvPr>
            <p:cNvSpPr>
              <a:spLocks noGrp="1"/>
            </p:cNvSpPr>
            <p:nvPr/>
          </p:nvSpPr>
          <p:spPr>
            <a:xfrm>
              <a:off x="5219491" y="5229782"/>
              <a:ext cx="29647" cy="110787"/>
            </a:xfrm>
            <a:custGeom>
              <a:avLst/>
              <a:gdLst/>
              <a:ahLst/>
              <a:cxnLst/>
              <a:rect l="0" t="0" r="0" b="0"/>
              <a:pathLst>
                <a:path w="29647" h="110787">
                  <a:moveTo>
                    <a:pt x="0" y="0"/>
                  </a:moveTo>
                  <a:lnTo>
                    <a:pt x="29647" y="11078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4" name="Candidate_receptor__2803">
              <a:extLst>
                <a:ext uri="{FF2B5EF4-FFF2-40B4-BE49-F238E27FC236}">
                  <a16:creationId xmlns:a16="http://schemas.microsoft.com/office/drawing/2014/main" id="{E22924FC-FD76-01B3-16C7-73520AED8219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504158"/>
              <a:ext cx="96657" cy="47803"/>
            </a:xfrm>
            <a:custGeom>
              <a:avLst/>
              <a:gdLst/>
              <a:ahLst/>
              <a:cxnLst/>
              <a:rect l="0" t="0" r="0" b="0"/>
              <a:pathLst>
                <a:path w="96657" h="47803">
                  <a:moveTo>
                    <a:pt x="0" y="0"/>
                  </a:moveTo>
                  <a:lnTo>
                    <a:pt x="96657" y="47803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5" name="Candidate_receptor__2804">
              <a:extLst>
                <a:ext uri="{FF2B5EF4-FFF2-40B4-BE49-F238E27FC236}">
                  <a16:creationId xmlns:a16="http://schemas.microsoft.com/office/drawing/2014/main" id="{F36D3B97-C81C-CF7F-7B29-F45EE31CCC24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18257"/>
              <a:ext cx="86559" cy="14311"/>
            </a:xfrm>
            <a:custGeom>
              <a:avLst/>
              <a:gdLst/>
              <a:ahLst/>
              <a:cxnLst/>
              <a:rect l="0" t="0" r="0" b="0"/>
              <a:pathLst>
                <a:path w="86559" h="14311">
                  <a:moveTo>
                    <a:pt x="0" y="0"/>
                  </a:moveTo>
                  <a:lnTo>
                    <a:pt x="86559" y="1431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6" name="Candidate_receptor__2805">
              <a:extLst>
                <a:ext uri="{FF2B5EF4-FFF2-40B4-BE49-F238E27FC236}">
                  <a16:creationId xmlns:a16="http://schemas.microsoft.com/office/drawing/2014/main" id="{0638D72A-D83B-C350-8DB3-6C14984C911B}"/>
                </a:ext>
              </a:extLst>
            </p:cNvPr>
            <p:cNvSpPr>
              <a:spLocks noGrp="1"/>
            </p:cNvSpPr>
            <p:nvPr/>
          </p:nvSpPr>
          <p:spPr>
            <a:xfrm>
              <a:off x="5889894" y="3680881"/>
              <a:ext cx="104833" cy="47337"/>
            </a:xfrm>
            <a:custGeom>
              <a:avLst/>
              <a:gdLst/>
              <a:ahLst/>
              <a:cxnLst/>
              <a:rect l="0" t="0" r="0" b="0"/>
              <a:pathLst>
                <a:path w="104833" h="47337">
                  <a:moveTo>
                    <a:pt x="104833" y="0"/>
                  </a:moveTo>
                  <a:lnTo>
                    <a:pt x="0" y="4733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07" name="Candidate_receptor__2806">
              <a:extLst>
                <a:ext uri="{FF2B5EF4-FFF2-40B4-BE49-F238E27FC236}">
                  <a16:creationId xmlns:a16="http://schemas.microsoft.com/office/drawing/2014/main" id="{9E34A431-2DF1-FC8B-38E4-DCA7745B9C3C}"/>
                </a:ext>
              </a:extLst>
            </p:cNvPr>
            <p:cNvSpPr>
              <a:spLocks noGrp="1"/>
            </p:cNvSpPr>
            <p:nvPr/>
          </p:nvSpPr>
          <p:spPr>
            <a:xfrm>
              <a:off x="5240410" y="4128676"/>
              <a:ext cx="39760" cy="108953"/>
            </a:xfrm>
            <a:custGeom>
              <a:avLst/>
              <a:gdLst/>
              <a:ahLst/>
              <a:cxnLst/>
              <a:rect l="0" t="0" r="0" b="0"/>
              <a:pathLst>
                <a:path w="39760" h="108953">
                  <a:moveTo>
                    <a:pt x="39760" y="1089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08" name="Candidate_receptor__2807">
              <a:extLst>
                <a:ext uri="{FF2B5EF4-FFF2-40B4-BE49-F238E27FC236}">
                  <a16:creationId xmlns:a16="http://schemas.microsoft.com/office/drawing/2014/main" id="{B9C0BC0B-1BEE-5C1A-D997-82E3138E145D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865081"/>
              <a:ext cx="108372" cy="23566"/>
            </a:xfrm>
            <a:custGeom>
              <a:avLst/>
              <a:gdLst/>
              <a:ahLst/>
              <a:cxnLst/>
              <a:rect l="0" t="0" r="0" b="0"/>
              <a:pathLst>
                <a:path w="108372" h="23566">
                  <a:moveTo>
                    <a:pt x="108372" y="23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9" name="Candidate_receptor__2808">
              <a:extLst>
                <a:ext uri="{FF2B5EF4-FFF2-40B4-BE49-F238E27FC236}">
                  <a16:creationId xmlns:a16="http://schemas.microsoft.com/office/drawing/2014/main" id="{295C368E-732D-D87D-A49A-831AA111B0C1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92039"/>
              <a:ext cx="20192" cy="31949"/>
            </a:xfrm>
            <a:custGeom>
              <a:avLst/>
              <a:gdLst/>
              <a:ahLst/>
              <a:cxnLst/>
              <a:rect l="0" t="0" r="0" b="0"/>
              <a:pathLst>
                <a:path w="20192" h="31949">
                  <a:moveTo>
                    <a:pt x="0" y="0"/>
                  </a:moveTo>
                  <a:lnTo>
                    <a:pt x="20192" y="3194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0" name="Candidate_receptor__2809">
              <a:extLst>
                <a:ext uri="{FF2B5EF4-FFF2-40B4-BE49-F238E27FC236}">
                  <a16:creationId xmlns:a16="http://schemas.microsoft.com/office/drawing/2014/main" id="{713AC280-8265-0736-0498-4D20AC81F92F}"/>
                </a:ext>
              </a:extLst>
            </p:cNvPr>
            <p:cNvSpPr>
              <a:spLocks noGrp="1"/>
            </p:cNvSpPr>
            <p:nvPr/>
          </p:nvSpPr>
          <p:spPr>
            <a:xfrm>
              <a:off x="4743509" y="4534456"/>
              <a:ext cx="63185" cy="88360"/>
            </a:xfrm>
            <a:custGeom>
              <a:avLst/>
              <a:gdLst/>
              <a:ahLst/>
              <a:cxnLst/>
              <a:rect l="0" t="0" r="0" b="0"/>
              <a:pathLst>
                <a:path w="63185" h="88360">
                  <a:moveTo>
                    <a:pt x="0" y="88360"/>
                  </a:moveTo>
                  <a:lnTo>
                    <a:pt x="6318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1" name="Candidate_receptor__2810">
              <a:extLst>
                <a:ext uri="{FF2B5EF4-FFF2-40B4-BE49-F238E27FC236}">
                  <a16:creationId xmlns:a16="http://schemas.microsoft.com/office/drawing/2014/main" id="{DF22AE84-3020-2BAC-3639-0E0B0269BF96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690476"/>
              <a:ext cx="98012" cy="47625"/>
            </a:xfrm>
            <a:custGeom>
              <a:avLst/>
              <a:gdLst/>
              <a:ahLst/>
              <a:cxnLst/>
              <a:rect l="0" t="0" r="0" b="0"/>
              <a:pathLst>
                <a:path w="98012" h="47625">
                  <a:moveTo>
                    <a:pt x="0" y="47625"/>
                  </a:moveTo>
                  <a:lnTo>
                    <a:pt x="9801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2" name="Candidate_receptor__2811">
              <a:extLst>
                <a:ext uri="{FF2B5EF4-FFF2-40B4-BE49-F238E27FC236}">
                  <a16:creationId xmlns:a16="http://schemas.microsoft.com/office/drawing/2014/main" id="{6488ED92-524D-CF00-7692-53991B374F0A}"/>
                </a:ext>
              </a:extLst>
            </p:cNvPr>
            <p:cNvSpPr>
              <a:spLocks noGrp="1"/>
            </p:cNvSpPr>
            <p:nvPr/>
          </p:nvSpPr>
          <p:spPr>
            <a:xfrm>
              <a:off x="4472355" y="3620026"/>
              <a:ext cx="96619" cy="8867"/>
            </a:xfrm>
            <a:custGeom>
              <a:avLst/>
              <a:gdLst/>
              <a:ahLst/>
              <a:cxnLst/>
              <a:rect l="0" t="0" r="0" b="0"/>
              <a:pathLst>
                <a:path w="96619" h="8867">
                  <a:moveTo>
                    <a:pt x="0" y="0"/>
                  </a:moveTo>
                  <a:lnTo>
                    <a:pt x="96619" y="886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3" name="Candidate_receptor__2812">
              <a:extLst>
                <a:ext uri="{FF2B5EF4-FFF2-40B4-BE49-F238E27FC236}">
                  <a16:creationId xmlns:a16="http://schemas.microsoft.com/office/drawing/2014/main" id="{9EF81CE6-1697-E768-68EC-369498CC5CAE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31818"/>
              <a:ext cx="39611" cy="88734"/>
            </a:xfrm>
            <a:custGeom>
              <a:avLst/>
              <a:gdLst/>
              <a:ahLst/>
              <a:cxnLst/>
              <a:rect l="0" t="0" r="0" b="0"/>
              <a:pathLst>
                <a:path w="39611" h="88734">
                  <a:moveTo>
                    <a:pt x="39611" y="0"/>
                  </a:moveTo>
                  <a:lnTo>
                    <a:pt x="0" y="8873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4" name="Candidate_receptor__2813">
              <a:extLst>
                <a:ext uri="{FF2B5EF4-FFF2-40B4-BE49-F238E27FC236}">
                  <a16:creationId xmlns:a16="http://schemas.microsoft.com/office/drawing/2014/main" id="{2D93F8F3-4794-2CD5-E355-7983AED2D18B}"/>
                </a:ext>
              </a:extLst>
            </p:cNvPr>
            <p:cNvSpPr>
              <a:spLocks noGrp="1"/>
            </p:cNvSpPr>
            <p:nvPr/>
          </p:nvSpPr>
          <p:spPr>
            <a:xfrm>
              <a:off x="5994726" y="3578342"/>
              <a:ext cx="51910" cy="102539"/>
            </a:xfrm>
            <a:custGeom>
              <a:avLst/>
              <a:gdLst/>
              <a:ahLst/>
              <a:cxnLst/>
              <a:rect l="0" t="0" r="0" b="0"/>
              <a:pathLst>
                <a:path w="51910" h="102539">
                  <a:moveTo>
                    <a:pt x="51910" y="0"/>
                  </a:moveTo>
                  <a:lnTo>
                    <a:pt x="0" y="102539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5" name="Candidate_receptor__2814">
              <a:extLst>
                <a:ext uri="{FF2B5EF4-FFF2-40B4-BE49-F238E27FC236}">
                  <a16:creationId xmlns:a16="http://schemas.microsoft.com/office/drawing/2014/main" id="{7F2220F5-35FD-8978-ECCF-44575B2D197C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04531"/>
              <a:ext cx="63515" cy="79866"/>
            </a:xfrm>
            <a:custGeom>
              <a:avLst/>
              <a:gdLst/>
              <a:ahLst/>
              <a:cxnLst/>
              <a:rect l="0" t="0" r="0" b="0"/>
              <a:pathLst>
                <a:path w="63515" h="79866">
                  <a:moveTo>
                    <a:pt x="0" y="79866"/>
                  </a:moveTo>
                  <a:lnTo>
                    <a:pt x="6351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6" name="Candidate_receptor__2815">
              <a:extLst>
                <a:ext uri="{FF2B5EF4-FFF2-40B4-BE49-F238E27FC236}">
                  <a16:creationId xmlns:a16="http://schemas.microsoft.com/office/drawing/2014/main" id="{BC8D2BB6-75D4-A239-EBC8-649A99F6167A}"/>
                </a:ext>
              </a:extLst>
            </p:cNvPr>
            <p:cNvSpPr>
              <a:spLocks noGrp="1"/>
            </p:cNvSpPr>
            <p:nvPr/>
          </p:nvSpPr>
          <p:spPr>
            <a:xfrm>
              <a:off x="5846382" y="3487622"/>
              <a:ext cx="28885" cy="37685"/>
            </a:xfrm>
            <a:custGeom>
              <a:avLst/>
              <a:gdLst/>
              <a:ahLst/>
              <a:cxnLst/>
              <a:rect l="0" t="0" r="0" b="0"/>
              <a:pathLst>
                <a:path w="28885" h="37685">
                  <a:moveTo>
                    <a:pt x="0" y="37685"/>
                  </a:moveTo>
                  <a:lnTo>
                    <a:pt x="28885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7" name="Candidate_receptor__2816">
              <a:extLst>
                <a:ext uri="{FF2B5EF4-FFF2-40B4-BE49-F238E27FC236}">
                  <a16:creationId xmlns:a16="http://schemas.microsoft.com/office/drawing/2014/main" id="{39B6409C-5B2C-9BB4-16C0-40AB677E12C1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620026"/>
              <a:ext cx="59257" cy="53976"/>
            </a:xfrm>
            <a:custGeom>
              <a:avLst/>
              <a:gdLst/>
              <a:ahLst/>
              <a:cxnLst/>
              <a:rect l="0" t="0" r="0" b="0"/>
              <a:pathLst>
                <a:path w="59257" h="53976">
                  <a:moveTo>
                    <a:pt x="0" y="53976"/>
                  </a:moveTo>
                  <a:lnTo>
                    <a:pt x="5925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8" name="Candidate_receptor__2817">
              <a:extLst>
                <a:ext uri="{FF2B5EF4-FFF2-40B4-BE49-F238E27FC236}">
                  <a16:creationId xmlns:a16="http://schemas.microsoft.com/office/drawing/2014/main" id="{92FF16C2-AADB-5BED-924D-F7F58A4FE39C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736357"/>
              <a:ext cx="46438" cy="100716"/>
            </a:xfrm>
            <a:custGeom>
              <a:avLst/>
              <a:gdLst/>
              <a:ahLst/>
              <a:cxnLst/>
              <a:rect l="0" t="0" r="0" b="0"/>
              <a:pathLst>
                <a:path w="46438" h="100716">
                  <a:moveTo>
                    <a:pt x="0" y="100716"/>
                  </a:moveTo>
                  <a:lnTo>
                    <a:pt x="46438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9" name="Candidate_receptor__2818">
              <a:extLst>
                <a:ext uri="{FF2B5EF4-FFF2-40B4-BE49-F238E27FC236}">
                  <a16:creationId xmlns:a16="http://schemas.microsoft.com/office/drawing/2014/main" id="{679E47F9-2E95-9B48-8B3C-3D29E1B2F845}"/>
                </a:ext>
              </a:extLst>
            </p:cNvPr>
            <p:cNvSpPr>
              <a:spLocks noGrp="1"/>
            </p:cNvSpPr>
            <p:nvPr/>
          </p:nvSpPr>
          <p:spPr>
            <a:xfrm>
              <a:off x="6257246" y="4709436"/>
              <a:ext cx="94971" cy="53126"/>
            </a:xfrm>
            <a:custGeom>
              <a:avLst/>
              <a:gdLst/>
              <a:ahLst/>
              <a:cxnLst/>
              <a:rect l="0" t="0" r="0" b="0"/>
              <a:pathLst>
                <a:path w="94971" h="53126">
                  <a:moveTo>
                    <a:pt x="0" y="0"/>
                  </a:moveTo>
                  <a:lnTo>
                    <a:pt x="94971" y="5312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0" name="Candidate_receptor__2819">
              <a:extLst>
                <a:ext uri="{FF2B5EF4-FFF2-40B4-BE49-F238E27FC236}">
                  <a16:creationId xmlns:a16="http://schemas.microsoft.com/office/drawing/2014/main" id="{EF7AFDF1-780E-3CA3-3E2B-FE996BC03D85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57111" cy="6110"/>
            </a:xfrm>
            <a:custGeom>
              <a:avLst/>
              <a:gdLst/>
              <a:ahLst/>
              <a:cxnLst/>
              <a:rect l="0" t="0" r="0" b="0"/>
              <a:pathLst>
                <a:path w="57111" h="6110">
                  <a:moveTo>
                    <a:pt x="0" y="0"/>
                  </a:moveTo>
                  <a:lnTo>
                    <a:pt x="57111" y="61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1" name="Candidate_receptor__2820">
              <a:extLst>
                <a:ext uri="{FF2B5EF4-FFF2-40B4-BE49-F238E27FC236}">
                  <a16:creationId xmlns:a16="http://schemas.microsoft.com/office/drawing/2014/main" id="{A0E0F0B7-B083-2022-DAA9-FB192A03F2DD}"/>
                </a:ext>
              </a:extLst>
            </p:cNvPr>
            <p:cNvSpPr>
              <a:spLocks noGrp="1"/>
            </p:cNvSpPr>
            <p:nvPr/>
          </p:nvSpPr>
          <p:spPr>
            <a:xfrm>
              <a:off x="4806694" y="4534456"/>
              <a:ext cx="84478" cy="34709"/>
            </a:xfrm>
            <a:custGeom>
              <a:avLst/>
              <a:gdLst/>
              <a:ahLst/>
              <a:cxnLst/>
              <a:rect l="0" t="0" r="0" b="0"/>
              <a:pathLst>
                <a:path w="84478" h="34709">
                  <a:moveTo>
                    <a:pt x="0" y="0"/>
                  </a:moveTo>
                  <a:lnTo>
                    <a:pt x="84478" y="3470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2" name="Candidate_receptor__2821">
              <a:extLst>
                <a:ext uri="{FF2B5EF4-FFF2-40B4-BE49-F238E27FC236}">
                  <a16:creationId xmlns:a16="http://schemas.microsoft.com/office/drawing/2014/main" id="{217C991B-A6FF-F843-71BC-378D7D58FE76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5711"/>
              <a:ext cx="115530" cy="4081"/>
            </a:xfrm>
            <a:custGeom>
              <a:avLst/>
              <a:gdLst/>
              <a:ahLst/>
              <a:cxnLst/>
              <a:rect l="0" t="0" r="0" b="0"/>
              <a:pathLst>
                <a:path w="115530" h="4081">
                  <a:moveTo>
                    <a:pt x="115530" y="0"/>
                  </a:moveTo>
                  <a:lnTo>
                    <a:pt x="0" y="408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3" name="Candidate_receptor__2822">
              <a:extLst>
                <a:ext uri="{FF2B5EF4-FFF2-40B4-BE49-F238E27FC236}">
                  <a16:creationId xmlns:a16="http://schemas.microsoft.com/office/drawing/2014/main" id="{65AE1DF7-FBF2-013C-4138-564014570B32}"/>
                </a:ext>
              </a:extLst>
            </p:cNvPr>
            <p:cNvSpPr>
              <a:spLocks noGrp="1"/>
            </p:cNvSpPr>
            <p:nvPr/>
          </p:nvSpPr>
          <p:spPr>
            <a:xfrm>
              <a:off x="4568974" y="3628894"/>
              <a:ext cx="66772" cy="87361"/>
            </a:xfrm>
            <a:custGeom>
              <a:avLst/>
              <a:gdLst/>
              <a:ahLst/>
              <a:cxnLst/>
              <a:rect l="0" t="0" r="0" b="0"/>
              <a:pathLst>
                <a:path w="66772" h="87361">
                  <a:moveTo>
                    <a:pt x="0" y="0"/>
                  </a:moveTo>
                  <a:lnTo>
                    <a:pt x="66772" y="87361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24" name="Candidate_receptor__2823">
              <a:extLst>
                <a:ext uri="{FF2B5EF4-FFF2-40B4-BE49-F238E27FC236}">
                  <a16:creationId xmlns:a16="http://schemas.microsoft.com/office/drawing/2014/main" id="{C10FD6EF-112C-2E01-14D2-7A3F23FF4C00}"/>
                </a:ext>
              </a:extLst>
            </p:cNvPr>
            <p:cNvSpPr>
              <a:spLocks noGrp="1"/>
            </p:cNvSpPr>
            <p:nvPr/>
          </p:nvSpPr>
          <p:spPr>
            <a:xfrm>
              <a:off x="5741034" y="4360343"/>
              <a:ext cx="108154" cy="9852"/>
            </a:xfrm>
            <a:custGeom>
              <a:avLst/>
              <a:gdLst/>
              <a:ahLst/>
              <a:cxnLst/>
              <a:rect l="0" t="0" r="0" b="0"/>
              <a:pathLst>
                <a:path w="108154" h="9852">
                  <a:moveTo>
                    <a:pt x="108154" y="98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5" name="Candidate_receptor__2824">
              <a:extLst>
                <a:ext uri="{FF2B5EF4-FFF2-40B4-BE49-F238E27FC236}">
                  <a16:creationId xmlns:a16="http://schemas.microsoft.com/office/drawing/2014/main" id="{2240C4BB-A968-12DC-D54C-355CFD522F68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762561"/>
              <a:ext cx="42109" cy="102783"/>
            </a:xfrm>
            <a:custGeom>
              <a:avLst/>
              <a:gdLst/>
              <a:ahLst/>
              <a:cxnLst/>
              <a:rect l="0" t="0" r="0" b="0"/>
              <a:pathLst>
                <a:path w="42109" h="102783">
                  <a:moveTo>
                    <a:pt x="42109" y="0"/>
                  </a:moveTo>
                  <a:lnTo>
                    <a:pt x="0" y="102783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26" name="Candidate_receptor__2825">
              <a:extLst>
                <a:ext uri="{FF2B5EF4-FFF2-40B4-BE49-F238E27FC236}">
                  <a16:creationId xmlns:a16="http://schemas.microsoft.com/office/drawing/2014/main" id="{EAEB8D5A-FB3D-180D-F1BC-497A674DC892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199189"/>
              <a:ext cx="69560" cy="54095"/>
            </a:xfrm>
            <a:custGeom>
              <a:avLst/>
              <a:gdLst/>
              <a:ahLst/>
              <a:cxnLst/>
              <a:rect l="0" t="0" r="0" b="0"/>
              <a:pathLst>
                <a:path w="69560" h="54095">
                  <a:moveTo>
                    <a:pt x="69560" y="0"/>
                  </a:moveTo>
                  <a:lnTo>
                    <a:pt x="0" y="54095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7" name="Candidate_receptor__2826">
              <a:extLst>
                <a:ext uri="{FF2B5EF4-FFF2-40B4-BE49-F238E27FC236}">
                  <a16:creationId xmlns:a16="http://schemas.microsoft.com/office/drawing/2014/main" id="{CF4208E4-C2B1-09F2-41CB-1D369E9E3B5C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752261"/>
              <a:ext cx="23055" cy="112820"/>
            </a:xfrm>
            <a:custGeom>
              <a:avLst/>
              <a:gdLst/>
              <a:ahLst/>
              <a:cxnLst/>
              <a:rect l="0" t="0" r="0" b="0"/>
              <a:pathLst>
                <a:path w="23055" h="112820">
                  <a:moveTo>
                    <a:pt x="0" y="112820"/>
                  </a:moveTo>
                  <a:lnTo>
                    <a:pt x="23055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8" name="Candidate_receptor__2827">
              <a:extLst>
                <a:ext uri="{FF2B5EF4-FFF2-40B4-BE49-F238E27FC236}">
                  <a16:creationId xmlns:a16="http://schemas.microsoft.com/office/drawing/2014/main" id="{337C6069-38CC-7AE0-FF6C-1CA643AFEB32}"/>
                </a:ext>
              </a:extLst>
            </p:cNvPr>
            <p:cNvSpPr>
              <a:spLocks noGrp="1"/>
            </p:cNvSpPr>
            <p:nvPr/>
          </p:nvSpPr>
          <p:spPr>
            <a:xfrm>
              <a:off x="6071519" y="4108464"/>
              <a:ext cx="12689" cy="90726"/>
            </a:xfrm>
            <a:custGeom>
              <a:avLst/>
              <a:gdLst/>
              <a:ahLst/>
              <a:cxnLst/>
              <a:rect l="0" t="0" r="0" b="0"/>
              <a:pathLst>
                <a:path w="12689" h="90726">
                  <a:moveTo>
                    <a:pt x="12689" y="0"/>
                  </a:moveTo>
                  <a:lnTo>
                    <a:pt x="0" y="90726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9" name="Candidate_receptor__2828">
              <a:extLst>
                <a:ext uri="{FF2B5EF4-FFF2-40B4-BE49-F238E27FC236}">
                  <a16:creationId xmlns:a16="http://schemas.microsoft.com/office/drawing/2014/main" id="{9B55CBE8-D4FF-6F37-EAF8-A6A3FF88CD30}"/>
                </a:ext>
              </a:extLst>
            </p:cNvPr>
            <p:cNvSpPr>
              <a:spLocks noGrp="1"/>
            </p:cNvSpPr>
            <p:nvPr/>
          </p:nvSpPr>
          <p:spPr>
            <a:xfrm>
              <a:off x="6402439" y="3533149"/>
              <a:ext cx="51168" cy="99419"/>
            </a:xfrm>
            <a:custGeom>
              <a:avLst/>
              <a:gdLst/>
              <a:ahLst/>
              <a:cxnLst/>
              <a:rect l="0" t="0" r="0" b="0"/>
              <a:pathLst>
                <a:path w="51168" h="99419">
                  <a:moveTo>
                    <a:pt x="0" y="99419"/>
                  </a:moveTo>
                  <a:lnTo>
                    <a:pt x="51168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0" name="Candidate_receptor__2829">
              <a:extLst>
                <a:ext uri="{FF2B5EF4-FFF2-40B4-BE49-F238E27FC236}">
                  <a16:creationId xmlns:a16="http://schemas.microsoft.com/office/drawing/2014/main" id="{5D478902-2332-28CF-FA90-96D578586DEE}"/>
                </a:ext>
              </a:extLst>
            </p:cNvPr>
            <p:cNvSpPr>
              <a:spLocks noGrp="1"/>
            </p:cNvSpPr>
            <p:nvPr/>
          </p:nvSpPr>
          <p:spPr>
            <a:xfrm>
              <a:off x="4772212" y="4905600"/>
              <a:ext cx="77190" cy="70785"/>
            </a:xfrm>
            <a:custGeom>
              <a:avLst/>
              <a:gdLst/>
              <a:ahLst/>
              <a:cxnLst/>
              <a:rect l="0" t="0" r="0" b="0"/>
              <a:pathLst>
                <a:path w="77190" h="70785">
                  <a:moveTo>
                    <a:pt x="77190" y="707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1" name="Candidate_receptor__2830">
              <a:extLst>
                <a:ext uri="{FF2B5EF4-FFF2-40B4-BE49-F238E27FC236}">
                  <a16:creationId xmlns:a16="http://schemas.microsoft.com/office/drawing/2014/main" id="{3792990A-D8F2-4765-85EE-9A995BDC7BD7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5600"/>
              <a:ext cx="90670" cy="53630"/>
            </a:xfrm>
            <a:custGeom>
              <a:avLst/>
              <a:gdLst/>
              <a:ahLst/>
              <a:cxnLst/>
              <a:rect l="0" t="0" r="0" b="0"/>
              <a:pathLst>
                <a:path w="90670" h="53630">
                  <a:moveTo>
                    <a:pt x="90670" y="0"/>
                  </a:moveTo>
                  <a:lnTo>
                    <a:pt x="0" y="5363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2" name="Candidate_receptor__2831">
              <a:extLst>
                <a:ext uri="{FF2B5EF4-FFF2-40B4-BE49-F238E27FC236}">
                  <a16:creationId xmlns:a16="http://schemas.microsoft.com/office/drawing/2014/main" id="{253DB69B-76C4-99DB-58C4-78E4150F42E7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569165"/>
              <a:ext cx="11725" cy="105299"/>
            </a:xfrm>
            <a:custGeom>
              <a:avLst/>
              <a:gdLst/>
              <a:ahLst/>
              <a:cxnLst/>
              <a:rect l="0" t="0" r="0" b="0"/>
              <a:pathLst>
                <a:path w="11725" h="105299">
                  <a:moveTo>
                    <a:pt x="11725" y="0"/>
                  </a:moveTo>
                  <a:lnTo>
                    <a:pt x="0" y="10529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3" name="Candidate_receptor__2832">
              <a:extLst>
                <a:ext uri="{FF2B5EF4-FFF2-40B4-BE49-F238E27FC236}">
                  <a16:creationId xmlns:a16="http://schemas.microsoft.com/office/drawing/2014/main" id="{95CD9B58-F2AF-F154-5CFC-1D0B91E780AE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80703"/>
              <a:ext cx="88343" cy="42494"/>
            </a:xfrm>
            <a:custGeom>
              <a:avLst/>
              <a:gdLst/>
              <a:ahLst/>
              <a:cxnLst/>
              <a:rect l="0" t="0" r="0" b="0"/>
              <a:pathLst>
                <a:path w="88343" h="42494">
                  <a:moveTo>
                    <a:pt x="0" y="42494"/>
                  </a:moveTo>
                  <a:lnTo>
                    <a:pt x="88343" y="0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34" name="Candidate_receptor__2833">
              <a:extLst>
                <a:ext uri="{FF2B5EF4-FFF2-40B4-BE49-F238E27FC236}">
                  <a16:creationId xmlns:a16="http://schemas.microsoft.com/office/drawing/2014/main" id="{4CE8AF5A-0113-76F7-50D7-70542587D347}"/>
                </a:ext>
              </a:extLst>
            </p:cNvPr>
            <p:cNvSpPr>
              <a:spLocks noGrp="1"/>
            </p:cNvSpPr>
            <p:nvPr/>
          </p:nvSpPr>
          <p:spPr>
            <a:xfrm>
              <a:off x="5033230" y="3387915"/>
              <a:ext cx="42829" cy="96843"/>
            </a:xfrm>
            <a:custGeom>
              <a:avLst/>
              <a:gdLst/>
              <a:ahLst/>
              <a:cxnLst/>
              <a:rect l="0" t="0" r="0" b="0"/>
              <a:pathLst>
                <a:path w="42829" h="96843">
                  <a:moveTo>
                    <a:pt x="0" y="0"/>
                  </a:moveTo>
                  <a:lnTo>
                    <a:pt x="42829" y="96843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5" name="Candidate_receptor__2834">
              <a:extLst>
                <a:ext uri="{FF2B5EF4-FFF2-40B4-BE49-F238E27FC236}">
                  <a16:creationId xmlns:a16="http://schemas.microsoft.com/office/drawing/2014/main" id="{EC330EB0-E1C2-3B58-9FC3-0A97653D5BE6}"/>
                </a:ext>
              </a:extLst>
            </p:cNvPr>
            <p:cNvSpPr>
              <a:spLocks noGrp="1"/>
            </p:cNvSpPr>
            <p:nvPr/>
          </p:nvSpPr>
          <p:spPr>
            <a:xfrm>
              <a:off x="4981491" y="3828519"/>
              <a:ext cx="34106" cy="60129"/>
            </a:xfrm>
            <a:custGeom>
              <a:avLst/>
              <a:gdLst/>
              <a:ahLst/>
              <a:cxnLst/>
              <a:rect l="0" t="0" r="0" b="0"/>
              <a:pathLst>
                <a:path w="34106" h="60129">
                  <a:moveTo>
                    <a:pt x="34106" y="0"/>
                  </a:moveTo>
                  <a:lnTo>
                    <a:pt x="0" y="6012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6" name="Candidate_receptor__2835">
              <a:extLst>
                <a:ext uri="{FF2B5EF4-FFF2-40B4-BE49-F238E27FC236}">
                  <a16:creationId xmlns:a16="http://schemas.microsoft.com/office/drawing/2014/main" id="{E3D874D3-B853-4969-160E-52C6F13A57B3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245775"/>
              <a:ext cx="84061" cy="76795"/>
            </a:xfrm>
            <a:custGeom>
              <a:avLst/>
              <a:gdLst/>
              <a:ahLst/>
              <a:cxnLst/>
              <a:rect l="0" t="0" r="0" b="0"/>
              <a:pathLst>
                <a:path w="84061" h="76795">
                  <a:moveTo>
                    <a:pt x="84061" y="767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7" name="Candidate_receptor__2836">
              <a:extLst>
                <a:ext uri="{FF2B5EF4-FFF2-40B4-BE49-F238E27FC236}">
                  <a16:creationId xmlns:a16="http://schemas.microsoft.com/office/drawing/2014/main" id="{FBA665BB-E0F4-4511-8D1C-3DD983869466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111008"/>
              <a:ext cx="11975" cy="4640"/>
            </a:xfrm>
            <a:custGeom>
              <a:avLst/>
              <a:gdLst/>
              <a:ahLst/>
              <a:cxnLst/>
              <a:rect l="0" t="0" r="0" b="0"/>
              <a:pathLst>
                <a:path w="11975" h="4640">
                  <a:moveTo>
                    <a:pt x="0" y="0"/>
                  </a:moveTo>
                  <a:lnTo>
                    <a:pt x="11975" y="464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8" name="Candidate_receptor__2837">
              <a:extLst>
                <a:ext uri="{FF2B5EF4-FFF2-40B4-BE49-F238E27FC236}">
                  <a16:creationId xmlns:a16="http://schemas.microsoft.com/office/drawing/2014/main" id="{EC066834-AE87-7C53-BAAE-93355FBF4404}"/>
                </a:ext>
              </a:extLst>
            </p:cNvPr>
            <p:cNvSpPr>
              <a:spLocks noGrp="1"/>
            </p:cNvSpPr>
            <p:nvPr/>
          </p:nvSpPr>
          <p:spPr>
            <a:xfrm>
              <a:off x="5726473" y="3492476"/>
              <a:ext cx="26798" cy="90434"/>
            </a:xfrm>
            <a:custGeom>
              <a:avLst/>
              <a:gdLst/>
              <a:ahLst/>
              <a:cxnLst/>
              <a:rect l="0" t="0" r="0" b="0"/>
              <a:pathLst>
                <a:path w="26798" h="90434">
                  <a:moveTo>
                    <a:pt x="0" y="0"/>
                  </a:moveTo>
                  <a:lnTo>
                    <a:pt x="26798" y="90434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39" name="Candidate_receptor__2838">
              <a:extLst>
                <a:ext uri="{FF2B5EF4-FFF2-40B4-BE49-F238E27FC236}">
                  <a16:creationId xmlns:a16="http://schemas.microsoft.com/office/drawing/2014/main" id="{501CF966-C002-1227-B84B-F7F1937FA687}"/>
                </a:ext>
              </a:extLst>
            </p:cNvPr>
            <p:cNvSpPr>
              <a:spLocks noGrp="1"/>
            </p:cNvSpPr>
            <p:nvPr/>
          </p:nvSpPr>
          <p:spPr>
            <a:xfrm>
              <a:off x="4785875" y="4976386"/>
              <a:ext cx="63527" cy="93188"/>
            </a:xfrm>
            <a:custGeom>
              <a:avLst/>
              <a:gdLst/>
              <a:ahLst/>
              <a:cxnLst/>
              <a:rect l="0" t="0" r="0" b="0"/>
              <a:pathLst>
                <a:path w="63527" h="93188">
                  <a:moveTo>
                    <a:pt x="0" y="93188"/>
                  </a:moveTo>
                  <a:lnTo>
                    <a:pt x="63527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0" name="Candidate_receptor__2839">
              <a:extLst>
                <a:ext uri="{FF2B5EF4-FFF2-40B4-BE49-F238E27FC236}">
                  <a16:creationId xmlns:a16="http://schemas.microsoft.com/office/drawing/2014/main" id="{9158315A-52EA-0681-DA23-21CDF14E45A7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709436"/>
              <a:ext cx="60276" cy="39577"/>
            </a:xfrm>
            <a:custGeom>
              <a:avLst/>
              <a:gdLst/>
              <a:ahLst/>
              <a:cxnLst/>
              <a:rect l="0" t="0" r="0" b="0"/>
              <a:pathLst>
                <a:path w="60276" h="39577">
                  <a:moveTo>
                    <a:pt x="0" y="39577"/>
                  </a:moveTo>
                  <a:lnTo>
                    <a:pt x="60276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1" name="Candidate_receptor__2840">
              <a:extLst>
                <a:ext uri="{FF2B5EF4-FFF2-40B4-BE49-F238E27FC236}">
                  <a16:creationId xmlns:a16="http://schemas.microsoft.com/office/drawing/2014/main" id="{900DF55A-A7A6-A1EF-F09F-6AEEA24B2B94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816856"/>
              <a:ext cx="87841" cy="52351"/>
            </a:xfrm>
            <a:custGeom>
              <a:avLst/>
              <a:gdLst/>
              <a:ahLst/>
              <a:cxnLst/>
              <a:rect l="0" t="0" r="0" b="0"/>
              <a:pathLst>
                <a:path w="87841" h="52351">
                  <a:moveTo>
                    <a:pt x="0" y="0"/>
                  </a:moveTo>
                  <a:lnTo>
                    <a:pt x="87841" y="52351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2" name="Candidate_receptor__2841">
              <a:extLst>
                <a:ext uri="{FF2B5EF4-FFF2-40B4-BE49-F238E27FC236}">
                  <a16:creationId xmlns:a16="http://schemas.microsoft.com/office/drawing/2014/main" id="{6E7A4440-959A-DD5C-5EF2-98155CA6AC62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530839"/>
              <a:ext cx="63123" cy="95091"/>
            </a:xfrm>
            <a:custGeom>
              <a:avLst/>
              <a:gdLst/>
              <a:ahLst/>
              <a:cxnLst/>
              <a:rect l="0" t="0" r="0" b="0"/>
              <a:pathLst>
                <a:path w="63123" h="95091">
                  <a:moveTo>
                    <a:pt x="0" y="95091"/>
                  </a:moveTo>
                  <a:lnTo>
                    <a:pt x="63123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3" name="Candidate_receptor__2842">
              <a:extLst>
                <a:ext uri="{FF2B5EF4-FFF2-40B4-BE49-F238E27FC236}">
                  <a16:creationId xmlns:a16="http://schemas.microsoft.com/office/drawing/2014/main" id="{4925DFF8-06A5-EA7E-FA6D-1DFDF3FAB498}"/>
                </a:ext>
              </a:extLst>
            </p:cNvPr>
            <p:cNvSpPr>
              <a:spLocks noGrp="1"/>
            </p:cNvSpPr>
            <p:nvPr/>
          </p:nvSpPr>
          <p:spPr>
            <a:xfrm>
              <a:off x="6156010" y="3766000"/>
              <a:ext cx="114141" cy="15439"/>
            </a:xfrm>
            <a:custGeom>
              <a:avLst/>
              <a:gdLst/>
              <a:ahLst/>
              <a:cxnLst/>
              <a:rect l="0" t="0" r="0" b="0"/>
              <a:pathLst>
                <a:path w="114141" h="15439">
                  <a:moveTo>
                    <a:pt x="0" y="0"/>
                  </a:moveTo>
                  <a:lnTo>
                    <a:pt x="114141" y="1543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4" name="Candidate_receptor__2843">
              <a:extLst>
                <a:ext uri="{FF2B5EF4-FFF2-40B4-BE49-F238E27FC236}">
                  <a16:creationId xmlns:a16="http://schemas.microsoft.com/office/drawing/2014/main" id="{BFAA76FA-272A-2B9A-379E-6D764FFC994F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524162"/>
              <a:ext cx="13704" cy="83502"/>
            </a:xfrm>
            <a:custGeom>
              <a:avLst/>
              <a:gdLst/>
              <a:ahLst/>
              <a:cxnLst/>
              <a:rect l="0" t="0" r="0" b="0"/>
              <a:pathLst>
                <a:path w="13704" h="83502">
                  <a:moveTo>
                    <a:pt x="13704" y="835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45" name="Candidate_receptor__2844">
              <a:extLst>
                <a:ext uri="{FF2B5EF4-FFF2-40B4-BE49-F238E27FC236}">
                  <a16:creationId xmlns:a16="http://schemas.microsoft.com/office/drawing/2014/main" id="{F41956BC-CD39-9C5D-749E-AB44A143997C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6592"/>
              <a:ext cx="94167" cy="34666"/>
            </a:xfrm>
            <a:custGeom>
              <a:avLst/>
              <a:gdLst/>
              <a:ahLst/>
              <a:cxnLst/>
              <a:rect l="0" t="0" r="0" b="0"/>
              <a:pathLst>
                <a:path w="94167" h="34666">
                  <a:moveTo>
                    <a:pt x="0" y="34666"/>
                  </a:moveTo>
                  <a:lnTo>
                    <a:pt x="94167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6" name="Candidate_receptor__2845">
              <a:extLst>
                <a:ext uri="{FF2B5EF4-FFF2-40B4-BE49-F238E27FC236}">
                  <a16:creationId xmlns:a16="http://schemas.microsoft.com/office/drawing/2014/main" id="{399649BD-0135-52BC-CECE-0BE103132831}"/>
                </a:ext>
              </a:extLst>
            </p:cNvPr>
            <p:cNvSpPr>
              <a:spLocks noGrp="1"/>
            </p:cNvSpPr>
            <p:nvPr/>
          </p:nvSpPr>
          <p:spPr>
            <a:xfrm>
              <a:off x="5669691" y="2696519"/>
              <a:ext cx="87450" cy="4646"/>
            </a:xfrm>
            <a:custGeom>
              <a:avLst/>
              <a:gdLst/>
              <a:ahLst/>
              <a:cxnLst/>
              <a:rect l="0" t="0" r="0" b="0"/>
              <a:pathLst>
                <a:path w="87450" h="4646">
                  <a:moveTo>
                    <a:pt x="0" y="4646"/>
                  </a:moveTo>
                  <a:lnTo>
                    <a:pt x="8745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47" name="Candidate_receptor__2846">
              <a:extLst>
                <a:ext uri="{FF2B5EF4-FFF2-40B4-BE49-F238E27FC236}">
                  <a16:creationId xmlns:a16="http://schemas.microsoft.com/office/drawing/2014/main" id="{5D13C566-1047-51E0-DD9F-5D4F0C3245F4}"/>
                </a:ext>
              </a:extLst>
            </p:cNvPr>
            <p:cNvSpPr>
              <a:spLocks noGrp="1"/>
            </p:cNvSpPr>
            <p:nvPr/>
          </p:nvSpPr>
          <p:spPr>
            <a:xfrm>
              <a:off x="5459825" y="3495179"/>
              <a:ext cx="99642" cy="46473"/>
            </a:xfrm>
            <a:custGeom>
              <a:avLst/>
              <a:gdLst/>
              <a:ahLst/>
              <a:cxnLst/>
              <a:rect l="0" t="0" r="0" b="0"/>
              <a:pathLst>
                <a:path w="99642" h="46473">
                  <a:moveTo>
                    <a:pt x="99642" y="0"/>
                  </a:moveTo>
                  <a:lnTo>
                    <a:pt x="0" y="46473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8" name="Candidate_receptor__2847">
              <a:extLst>
                <a:ext uri="{FF2B5EF4-FFF2-40B4-BE49-F238E27FC236}">
                  <a16:creationId xmlns:a16="http://schemas.microsoft.com/office/drawing/2014/main" id="{3DED0D10-2A67-B1EA-2BB6-989B545F49BB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717693"/>
              <a:ext cx="49109" cy="10526"/>
            </a:xfrm>
            <a:custGeom>
              <a:avLst/>
              <a:gdLst/>
              <a:ahLst/>
              <a:cxnLst/>
              <a:rect l="0" t="0" r="0" b="0"/>
              <a:pathLst>
                <a:path w="49109" h="10526">
                  <a:moveTo>
                    <a:pt x="49109" y="10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9" name="Candidate_receptor__2848">
              <a:extLst>
                <a:ext uri="{FF2B5EF4-FFF2-40B4-BE49-F238E27FC236}">
                  <a16:creationId xmlns:a16="http://schemas.microsoft.com/office/drawing/2014/main" id="{0E60E4D6-D1B8-876A-5E30-870491BA0519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724295"/>
              <a:ext cx="14904" cy="92561"/>
            </a:xfrm>
            <a:custGeom>
              <a:avLst/>
              <a:gdLst/>
              <a:ahLst/>
              <a:cxnLst/>
              <a:rect l="0" t="0" r="0" b="0"/>
              <a:pathLst>
                <a:path w="14904" h="92561">
                  <a:moveTo>
                    <a:pt x="14904" y="0"/>
                  </a:moveTo>
                  <a:lnTo>
                    <a:pt x="0" y="9256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0" name="Candidate_receptor__2849">
              <a:extLst>
                <a:ext uri="{FF2B5EF4-FFF2-40B4-BE49-F238E27FC236}">
                  <a16:creationId xmlns:a16="http://schemas.microsoft.com/office/drawing/2014/main" id="{6CB7B1FE-841C-6A9E-589A-5AE6BB220CDC}"/>
                </a:ext>
              </a:extLst>
            </p:cNvPr>
            <p:cNvSpPr>
              <a:spLocks noGrp="1"/>
            </p:cNvSpPr>
            <p:nvPr/>
          </p:nvSpPr>
          <p:spPr>
            <a:xfrm>
              <a:off x="4635746" y="3716254"/>
              <a:ext cx="66834" cy="5657"/>
            </a:xfrm>
            <a:custGeom>
              <a:avLst/>
              <a:gdLst/>
              <a:ahLst/>
              <a:cxnLst/>
              <a:rect l="0" t="0" r="0" b="0"/>
              <a:pathLst>
                <a:path w="66834" h="5657">
                  <a:moveTo>
                    <a:pt x="0" y="0"/>
                  </a:moveTo>
                  <a:lnTo>
                    <a:pt x="66834" y="565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1" name="Candidate_receptor__2850">
              <a:extLst>
                <a:ext uri="{FF2B5EF4-FFF2-40B4-BE49-F238E27FC236}">
                  <a16:creationId xmlns:a16="http://schemas.microsoft.com/office/drawing/2014/main" id="{0C3FA981-C5DF-04BF-6DEB-DF463233F413}"/>
                </a:ext>
              </a:extLst>
            </p:cNvPr>
            <p:cNvSpPr>
              <a:spLocks noGrp="1"/>
            </p:cNvSpPr>
            <p:nvPr/>
          </p:nvSpPr>
          <p:spPr>
            <a:xfrm>
              <a:off x="6660278" y="4555711"/>
              <a:ext cx="7094" cy="90276"/>
            </a:xfrm>
            <a:custGeom>
              <a:avLst/>
              <a:gdLst/>
              <a:ahLst/>
              <a:cxnLst/>
              <a:rect l="0" t="0" r="0" b="0"/>
              <a:pathLst>
                <a:path w="7094" h="90276">
                  <a:moveTo>
                    <a:pt x="7094" y="90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2" name="Candidate_receptor__2851">
              <a:extLst>
                <a:ext uri="{FF2B5EF4-FFF2-40B4-BE49-F238E27FC236}">
                  <a16:creationId xmlns:a16="http://schemas.microsoft.com/office/drawing/2014/main" id="{F86282D4-2C3A-3D66-B683-83ECDB59F705}"/>
                </a:ext>
              </a:extLst>
            </p:cNvPr>
            <p:cNvSpPr>
              <a:spLocks noGrp="1"/>
            </p:cNvSpPr>
            <p:nvPr/>
          </p:nvSpPr>
          <p:spPr>
            <a:xfrm>
              <a:off x="5979402" y="3526906"/>
              <a:ext cx="67234" cy="51436"/>
            </a:xfrm>
            <a:custGeom>
              <a:avLst/>
              <a:gdLst/>
              <a:ahLst/>
              <a:cxnLst/>
              <a:rect l="0" t="0" r="0" b="0"/>
              <a:pathLst>
                <a:path w="67234" h="51436">
                  <a:moveTo>
                    <a:pt x="0" y="0"/>
                  </a:moveTo>
                  <a:lnTo>
                    <a:pt x="67234" y="51436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53" name="Candidate_receptor__2852">
              <a:extLst>
                <a:ext uri="{FF2B5EF4-FFF2-40B4-BE49-F238E27FC236}">
                  <a16:creationId xmlns:a16="http://schemas.microsoft.com/office/drawing/2014/main" id="{E2E09743-B825-118B-8EC5-58EFB0FF7EBE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86406"/>
              <a:ext cx="88364" cy="22815"/>
            </a:xfrm>
            <a:custGeom>
              <a:avLst/>
              <a:gdLst/>
              <a:ahLst/>
              <a:cxnLst/>
              <a:rect l="0" t="0" r="0" b="0"/>
              <a:pathLst>
                <a:path w="88364" h="22815">
                  <a:moveTo>
                    <a:pt x="88364" y="0"/>
                  </a:moveTo>
                  <a:lnTo>
                    <a:pt x="0" y="2281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4" name="Candidate_receptor__2853">
              <a:extLst>
                <a:ext uri="{FF2B5EF4-FFF2-40B4-BE49-F238E27FC236}">
                  <a16:creationId xmlns:a16="http://schemas.microsoft.com/office/drawing/2014/main" id="{B53E2B2F-CC70-00A5-24E0-DC7D3335582F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738101"/>
              <a:ext cx="60930" cy="75616"/>
            </a:xfrm>
            <a:custGeom>
              <a:avLst/>
              <a:gdLst/>
              <a:ahLst/>
              <a:cxnLst/>
              <a:rect l="0" t="0" r="0" b="0"/>
              <a:pathLst>
                <a:path w="60930" h="75616">
                  <a:moveTo>
                    <a:pt x="60930" y="756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5" name="Candidate_receptor__2854">
              <a:extLst>
                <a:ext uri="{FF2B5EF4-FFF2-40B4-BE49-F238E27FC236}">
                  <a16:creationId xmlns:a16="http://schemas.microsoft.com/office/drawing/2014/main" id="{11F21DF9-A224-5E27-052F-80D9B4429226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360343"/>
              <a:ext cx="39878" cy="14807"/>
            </a:xfrm>
            <a:custGeom>
              <a:avLst/>
              <a:gdLst/>
              <a:ahLst/>
              <a:cxnLst/>
              <a:rect l="0" t="0" r="0" b="0"/>
              <a:pathLst>
                <a:path w="39878" h="14807">
                  <a:moveTo>
                    <a:pt x="39878" y="0"/>
                  </a:moveTo>
                  <a:lnTo>
                    <a:pt x="0" y="1480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6" name="Candidate_receptor__2855">
              <a:extLst>
                <a:ext uri="{FF2B5EF4-FFF2-40B4-BE49-F238E27FC236}">
                  <a16:creationId xmlns:a16="http://schemas.microsoft.com/office/drawing/2014/main" id="{E39C023F-8403-5166-0A44-7BDC4F5F5AE4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45987"/>
              <a:ext cx="73988" cy="59886"/>
            </a:xfrm>
            <a:custGeom>
              <a:avLst/>
              <a:gdLst/>
              <a:ahLst/>
              <a:cxnLst/>
              <a:rect l="0" t="0" r="0" b="0"/>
              <a:pathLst>
                <a:path w="73988" h="59886">
                  <a:moveTo>
                    <a:pt x="0" y="59886"/>
                  </a:moveTo>
                  <a:lnTo>
                    <a:pt x="7398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7" name="Candidate_receptor__2856">
              <a:extLst>
                <a:ext uri="{FF2B5EF4-FFF2-40B4-BE49-F238E27FC236}">
                  <a16:creationId xmlns:a16="http://schemas.microsoft.com/office/drawing/2014/main" id="{5AA44772-5168-2791-684A-DD6873D28E9B}"/>
                </a:ext>
              </a:extLst>
            </p:cNvPr>
            <p:cNvSpPr>
              <a:spLocks noGrp="1"/>
            </p:cNvSpPr>
            <p:nvPr/>
          </p:nvSpPr>
          <p:spPr>
            <a:xfrm>
              <a:off x="5960110" y="3966592"/>
              <a:ext cx="66792" cy="52290"/>
            </a:xfrm>
            <a:custGeom>
              <a:avLst/>
              <a:gdLst/>
              <a:ahLst/>
              <a:cxnLst/>
              <a:rect l="0" t="0" r="0" b="0"/>
              <a:pathLst>
                <a:path w="66792" h="52290">
                  <a:moveTo>
                    <a:pt x="0" y="0"/>
                  </a:moveTo>
                  <a:lnTo>
                    <a:pt x="66792" y="5229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8" name="Candidate_receptor__2857">
              <a:extLst>
                <a:ext uri="{FF2B5EF4-FFF2-40B4-BE49-F238E27FC236}">
                  <a16:creationId xmlns:a16="http://schemas.microsoft.com/office/drawing/2014/main" id="{B9E73FCE-0B7E-E2FC-3728-AA0F22AFC71C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181382"/>
              <a:ext cx="65845" cy="80732"/>
            </a:xfrm>
            <a:custGeom>
              <a:avLst/>
              <a:gdLst/>
              <a:ahLst/>
              <a:cxnLst/>
              <a:rect l="0" t="0" r="0" b="0"/>
              <a:pathLst>
                <a:path w="65845" h="80732">
                  <a:moveTo>
                    <a:pt x="65845" y="0"/>
                  </a:moveTo>
                  <a:lnTo>
                    <a:pt x="0" y="80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9" name="Candidate_receptor__2858">
              <a:extLst>
                <a:ext uri="{FF2B5EF4-FFF2-40B4-BE49-F238E27FC236}">
                  <a16:creationId xmlns:a16="http://schemas.microsoft.com/office/drawing/2014/main" id="{58747801-1ED5-AF9D-1C70-DD72022E6355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59773"/>
              <a:ext cx="44180" cy="56244"/>
            </a:xfrm>
            <a:custGeom>
              <a:avLst/>
              <a:gdLst/>
              <a:ahLst/>
              <a:cxnLst/>
              <a:rect l="0" t="0" r="0" b="0"/>
              <a:pathLst>
                <a:path w="44180" h="56244">
                  <a:moveTo>
                    <a:pt x="0" y="56244"/>
                  </a:moveTo>
                  <a:lnTo>
                    <a:pt x="4418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0" name="Candidate_receptor__2859">
              <a:extLst>
                <a:ext uri="{FF2B5EF4-FFF2-40B4-BE49-F238E27FC236}">
                  <a16:creationId xmlns:a16="http://schemas.microsoft.com/office/drawing/2014/main" id="{E892274C-E882-C4C0-AA71-674BEAB29F3E}"/>
                </a:ext>
              </a:extLst>
            </p:cNvPr>
            <p:cNvSpPr>
              <a:spLocks noGrp="1"/>
            </p:cNvSpPr>
            <p:nvPr/>
          </p:nvSpPr>
          <p:spPr>
            <a:xfrm>
              <a:off x="5596114" y="2833299"/>
              <a:ext cx="107243" cy="28067"/>
            </a:xfrm>
            <a:custGeom>
              <a:avLst/>
              <a:gdLst/>
              <a:ahLst/>
              <a:cxnLst/>
              <a:rect l="0" t="0" r="0" b="0"/>
              <a:pathLst>
                <a:path w="107243" h="28067">
                  <a:moveTo>
                    <a:pt x="107243" y="0"/>
                  </a:moveTo>
                  <a:lnTo>
                    <a:pt x="0" y="28067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1" name="Candidate_receptor__2860">
              <a:extLst>
                <a:ext uri="{FF2B5EF4-FFF2-40B4-BE49-F238E27FC236}">
                  <a16:creationId xmlns:a16="http://schemas.microsoft.com/office/drawing/2014/main" id="{BA3043FC-367B-F728-7561-BD7CDBAF8C12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26930"/>
              <a:ext cx="67094" cy="68654"/>
            </a:xfrm>
            <a:custGeom>
              <a:avLst/>
              <a:gdLst/>
              <a:ahLst/>
              <a:cxnLst/>
              <a:rect l="0" t="0" r="0" b="0"/>
              <a:pathLst>
                <a:path w="67094" h="68654">
                  <a:moveTo>
                    <a:pt x="0" y="68654"/>
                  </a:moveTo>
                  <a:lnTo>
                    <a:pt x="67094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2" name="Candidate_receptor__2861">
              <a:extLst>
                <a:ext uri="{FF2B5EF4-FFF2-40B4-BE49-F238E27FC236}">
                  <a16:creationId xmlns:a16="http://schemas.microsoft.com/office/drawing/2014/main" id="{30043693-A5E8-1C4F-5524-267B543284F6}"/>
                </a:ext>
              </a:extLst>
            </p:cNvPr>
            <p:cNvSpPr>
              <a:spLocks noGrp="1"/>
            </p:cNvSpPr>
            <p:nvPr/>
          </p:nvSpPr>
          <p:spPr>
            <a:xfrm>
              <a:off x="6270938" y="4181382"/>
              <a:ext cx="95188" cy="34257"/>
            </a:xfrm>
            <a:custGeom>
              <a:avLst/>
              <a:gdLst/>
              <a:ahLst/>
              <a:cxnLst/>
              <a:rect l="0" t="0" r="0" b="0"/>
              <a:pathLst>
                <a:path w="95188" h="34257">
                  <a:moveTo>
                    <a:pt x="95188" y="342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3" name="Candidate_receptor__2862">
              <a:extLst>
                <a:ext uri="{FF2B5EF4-FFF2-40B4-BE49-F238E27FC236}">
                  <a16:creationId xmlns:a16="http://schemas.microsoft.com/office/drawing/2014/main" id="{842BA99A-12DC-4452-DF3F-C68DBD32DC97}"/>
                </a:ext>
              </a:extLst>
            </p:cNvPr>
            <p:cNvSpPr>
              <a:spLocks noGrp="1"/>
            </p:cNvSpPr>
            <p:nvPr/>
          </p:nvSpPr>
          <p:spPr>
            <a:xfrm>
              <a:off x="4648482" y="2476987"/>
              <a:ext cx="4953" cy="74973"/>
            </a:xfrm>
            <a:custGeom>
              <a:avLst/>
              <a:gdLst/>
              <a:ahLst/>
              <a:cxnLst/>
              <a:rect l="0" t="0" r="0" b="0"/>
              <a:pathLst>
                <a:path w="4953" h="74973">
                  <a:moveTo>
                    <a:pt x="0" y="74973"/>
                  </a:moveTo>
                  <a:lnTo>
                    <a:pt x="4953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4" name="Candidate_receptor__2863">
              <a:extLst>
                <a:ext uri="{FF2B5EF4-FFF2-40B4-BE49-F238E27FC236}">
                  <a16:creationId xmlns:a16="http://schemas.microsoft.com/office/drawing/2014/main" id="{01A53134-EB50-4ECF-803E-8541EC77FA42}"/>
                </a:ext>
              </a:extLst>
            </p:cNvPr>
            <p:cNvSpPr>
              <a:spLocks noGrp="1"/>
            </p:cNvSpPr>
            <p:nvPr/>
          </p:nvSpPr>
          <p:spPr>
            <a:xfrm>
              <a:off x="6258908" y="3781439"/>
              <a:ext cx="11243" cy="104967"/>
            </a:xfrm>
            <a:custGeom>
              <a:avLst/>
              <a:gdLst/>
              <a:ahLst/>
              <a:cxnLst/>
              <a:rect l="0" t="0" r="0" b="0"/>
              <a:pathLst>
                <a:path w="11243" h="104967">
                  <a:moveTo>
                    <a:pt x="11243" y="0"/>
                  </a:moveTo>
                  <a:lnTo>
                    <a:pt x="0" y="10496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5" name="Candidate_receptor__2864">
              <a:extLst>
                <a:ext uri="{FF2B5EF4-FFF2-40B4-BE49-F238E27FC236}">
                  <a16:creationId xmlns:a16="http://schemas.microsoft.com/office/drawing/2014/main" id="{966505DA-75D4-F6C8-E165-EFC65B129369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173770"/>
              <a:ext cx="85495" cy="77762"/>
            </a:xfrm>
            <a:custGeom>
              <a:avLst/>
              <a:gdLst/>
              <a:ahLst/>
              <a:cxnLst/>
              <a:rect l="0" t="0" r="0" b="0"/>
              <a:pathLst>
                <a:path w="85495" h="77762">
                  <a:moveTo>
                    <a:pt x="0" y="77762"/>
                  </a:moveTo>
                  <a:lnTo>
                    <a:pt x="8549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6" name="Candidate_receptor__2865">
              <a:extLst>
                <a:ext uri="{FF2B5EF4-FFF2-40B4-BE49-F238E27FC236}">
                  <a16:creationId xmlns:a16="http://schemas.microsoft.com/office/drawing/2014/main" id="{CAEEE2E3-C6DE-E86B-5B29-16915CDFB8CD}"/>
                </a:ext>
              </a:extLst>
            </p:cNvPr>
            <p:cNvSpPr>
              <a:spLocks noGrp="1"/>
            </p:cNvSpPr>
            <p:nvPr/>
          </p:nvSpPr>
          <p:spPr>
            <a:xfrm>
              <a:off x="5132445" y="2720884"/>
              <a:ext cx="110636" cy="3411"/>
            </a:xfrm>
            <a:custGeom>
              <a:avLst/>
              <a:gdLst/>
              <a:ahLst/>
              <a:cxnLst/>
              <a:rect l="0" t="0" r="0" b="0"/>
              <a:pathLst>
                <a:path w="110636" h="3411">
                  <a:moveTo>
                    <a:pt x="110636" y="0"/>
                  </a:moveTo>
                  <a:lnTo>
                    <a:pt x="0" y="341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7" name="Candidate_receptor__2866">
              <a:extLst>
                <a:ext uri="{FF2B5EF4-FFF2-40B4-BE49-F238E27FC236}">
                  <a16:creationId xmlns:a16="http://schemas.microsoft.com/office/drawing/2014/main" id="{5BCBD8C2-EE0C-F508-EE42-07E98604166B}"/>
                </a:ext>
              </a:extLst>
            </p:cNvPr>
            <p:cNvSpPr>
              <a:spLocks noGrp="1"/>
            </p:cNvSpPr>
            <p:nvPr/>
          </p:nvSpPr>
          <p:spPr>
            <a:xfrm>
              <a:off x="5703357" y="2833299"/>
              <a:ext cx="47950" cy="93632"/>
            </a:xfrm>
            <a:custGeom>
              <a:avLst/>
              <a:gdLst/>
              <a:ahLst/>
              <a:cxnLst/>
              <a:rect l="0" t="0" r="0" b="0"/>
              <a:pathLst>
                <a:path w="47950" h="93632">
                  <a:moveTo>
                    <a:pt x="47950" y="93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8" name="Candidate_receptor__2867">
              <a:extLst>
                <a:ext uri="{FF2B5EF4-FFF2-40B4-BE49-F238E27FC236}">
                  <a16:creationId xmlns:a16="http://schemas.microsoft.com/office/drawing/2014/main" id="{B06912AE-217E-DB93-8961-3425EF4278CE}"/>
                </a:ext>
              </a:extLst>
            </p:cNvPr>
            <p:cNvSpPr>
              <a:spLocks noGrp="1"/>
            </p:cNvSpPr>
            <p:nvPr/>
          </p:nvSpPr>
          <p:spPr>
            <a:xfrm>
              <a:off x="5875366" y="3182285"/>
              <a:ext cx="344" cy="67855"/>
            </a:xfrm>
            <a:custGeom>
              <a:avLst/>
              <a:gdLst/>
              <a:ahLst/>
              <a:cxnLst/>
              <a:rect l="0" t="0" r="0" b="0"/>
              <a:pathLst>
                <a:path w="344" h="67855">
                  <a:moveTo>
                    <a:pt x="344" y="678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9" name="Candidate_receptor__2868">
              <a:extLst>
                <a:ext uri="{FF2B5EF4-FFF2-40B4-BE49-F238E27FC236}">
                  <a16:creationId xmlns:a16="http://schemas.microsoft.com/office/drawing/2014/main" id="{D5EB6F2F-CE1D-E77F-513C-94F171BDBB7D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791105"/>
              <a:ext cx="70448" cy="375"/>
            </a:xfrm>
            <a:custGeom>
              <a:avLst/>
              <a:gdLst/>
              <a:ahLst/>
              <a:cxnLst/>
              <a:rect l="0" t="0" r="0" b="0"/>
              <a:pathLst>
                <a:path w="70448" h="375">
                  <a:moveTo>
                    <a:pt x="70448" y="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0" name="Candidate_receptor__2869">
              <a:extLst>
                <a:ext uri="{FF2B5EF4-FFF2-40B4-BE49-F238E27FC236}">
                  <a16:creationId xmlns:a16="http://schemas.microsoft.com/office/drawing/2014/main" id="{0CDB81E8-6550-010C-071B-F434F3A678A5}"/>
                </a:ext>
              </a:extLst>
            </p:cNvPr>
            <p:cNvSpPr>
              <a:spLocks noGrp="1"/>
            </p:cNvSpPr>
            <p:nvPr/>
          </p:nvSpPr>
          <p:spPr>
            <a:xfrm>
              <a:off x="5818889" y="4370195"/>
              <a:ext cx="30298" cy="89578"/>
            </a:xfrm>
            <a:custGeom>
              <a:avLst/>
              <a:gdLst/>
              <a:ahLst/>
              <a:cxnLst/>
              <a:rect l="0" t="0" r="0" b="0"/>
              <a:pathLst>
                <a:path w="30298" h="89578">
                  <a:moveTo>
                    <a:pt x="0" y="89578"/>
                  </a:moveTo>
                  <a:lnTo>
                    <a:pt x="3029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1" name="Candidate_receptor__2870">
              <a:extLst>
                <a:ext uri="{FF2B5EF4-FFF2-40B4-BE49-F238E27FC236}">
                  <a16:creationId xmlns:a16="http://schemas.microsoft.com/office/drawing/2014/main" id="{8BF487B5-461B-367A-4D2B-2452233497BB}"/>
                </a:ext>
              </a:extLst>
            </p:cNvPr>
            <p:cNvSpPr>
              <a:spLocks noGrp="1"/>
            </p:cNvSpPr>
            <p:nvPr/>
          </p:nvSpPr>
          <p:spPr>
            <a:xfrm>
              <a:off x="6348368" y="4215640"/>
              <a:ext cx="17758" cy="108348"/>
            </a:xfrm>
            <a:custGeom>
              <a:avLst/>
              <a:gdLst/>
              <a:ahLst/>
              <a:cxnLst/>
              <a:rect l="0" t="0" r="0" b="0"/>
              <a:pathLst>
                <a:path w="17758" h="108348">
                  <a:moveTo>
                    <a:pt x="0" y="108348"/>
                  </a:moveTo>
                  <a:lnTo>
                    <a:pt x="1775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2" name="Candidate_receptor__2871">
              <a:extLst>
                <a:ext uri="{FF2B5EF4-FFF2-40B4-BE49-F238E27FC236}">
                  <a16:creationId xmlns:a16="http://schemas.microsoft.com/office/drawing/2014/main" id="{DC67AECA-F1D8-DE37-5A47-97FEE4078DD9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48852"/>
              <a:ext cx="30451" cy="82732"/>
            </a:xfrm>
            <a:custGeom>
              <a:avLst/>
              <a:gdLst/>
              <a:ahLst/>
              <a:cxnLst/>
              <a:rect l="0" t="0" r="0" b="0"/>
              <a:pathLst>
                <a:path w="30451" h="82732">
                  <a:moveTo>
                    <a:pt x="30451" y="0"/>
                  </a:moveTo>
                  <a:lnTo>
                    <a:pt x="0" y="82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3" name="Candidate_receptor__2872">
              <a:extLst>
                <a:ext uri="{FF2B5EF4-FFF2-40B4-BE49-F238E27FC236}">
                  <a16:creationId xmlns:a16="http://schemas.microsoft.com/office/drawing/2014/main" id="{7D12F375-40B8-A1F7-9D53-E39766A8F6E5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9791"/>
              <a:ext cx="2093" cy="4765"/>
            </a:xfrm>
            <a:custGeom>
              <a:avLst/>
              <a:gdLst/>
              <a:ahLst/>
              <a:cxnLst/>
              <a:rect l="0" t="0" r="0" b="0"/>
              <a:pathLst>
                <a:path w="2093" h="4765">
                  <a:moveTo>
                    <a:pt x="0" y="0"/>
                  </a:moveTo>
                  <a:lnTo>
                    <a:pt x="2093" y="476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4" name="Candidate_receptor__2873">
              <a:extLst>
                <a:ext uri="{FF2B5EF4-FFF2-40B4-BE49-F238E27FC236}">
                  <a16:creationId xmlns:a16="http://schemas.microsoft.com/office/drawing/2014/main" id="{299D04BF-9016-8B1B-78A1-DAA5ACB18725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1012"/>
              <a:ext cx="110029" cy="21387"/>
            </a:xfrm>
            <a:custGeom>
              <a:avLst/>
              <a:gdLst/>
              <a:ahLst/>
              <a:cxnLst/>
              <a:rect l="0" t="0" r="0" b="0"/>
              <a:pathLst>
                <a:path w="110029" h="21387">
                  <a:moveTo>
                    <a:pt x="110029" y="0"/>
                  </a:moveTo>
                  <a:lnTo>
                    <a:pt x="0" y="2138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5" name="Candidate_receptor__2874">
              <a:extLst>
                <a:ext uri="{FF2B5EF4-FFF2-40B4-BE49-F238E27FC236}">
                  <a16:creationId xmlns:a16="http://schemas.microsoft.com/office/drawing/2014/main" id="{3336DB79-876F-2635-DC1D-3E38365A7373}"/>
                </a:ext>
              </a:extLst>
            </p:cNvPr>
            <p:cNvSpPr>
              <a:spLocks noGrp="1"/>
            </p:cNvSpPr>
            <p:nvPr/>
          </p:nvSpPr>
          <p:spPr>
            <a:xfrm>
              <a:off x="5875267" y="3487622"/>
              <a:ext cx="104136" cy="39284"/>
            </a:xfrm>
            <a:custGeom>
              <a:avLst/>
              <a:gdLst/>
              <a:ahLst/>
              <a:cxnLst/>
              <a:rect l="0" t="0" r="0" b="0"/>
              <a:pathLst>
                <a:path w="104136" h="39284">
                  <a:moveTo>
                    <a:pt x="0" y="0"/>
                  </a:moveTo>
                  <a:lnTo>
                    <a:pt x="104136" y="39284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76" name="Candidate_receptor__2875">
              <a:extLst>
                <a:ext uri="{FF2B5EF4-FFF2-40B4-BE49-F238E27FC236}">
                  <a16:creationId xmlns:a16="http://schemas.microsoft.com/office/drawing/2014/main" id="{972C9BDA-2628-1916-5599-775E482AA736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541652"/>
              <a:ext cx="49773" cy="13100"/>
            </a:xfrm>
            <a:custGeom>
              <a:avLst/>
              <a:gdLst/>
              <a:ahLst/>
              <a:cxnLst/>
              <a:rect l="0" t="0" r="0" b="0"/>
              <a:pathLst>
                <a:path w="49773" h="13100">
                  <a:moveTo>
                    <a:pt x="49773" y="0"/>
                  </a:moveTo>
                  <a:lnTo>
                    <a:pt x="0" y="1310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7" name="Candidate_receptor__2876">
              <a:extLst>
                <a:ext uri="{FF2B5EF4-FFF2-40B4-BE49-F238E27FC236}">
                  <a16:creationId xmlns:a16="http://schemas.microsoft.com/office/drawing/2014/main" id="{62E78104-1A43-E099-F3ED-E7694C934D20}"/>
                </a:ext>
              </a:extLst>
            </p:cNvPr>
            <p:cNvSpPr>
              <a:spLocks noGrp="1"/>
            </p:cNvSpPr>
            <p:nvPr/>
          </p:nvSpPr>
          <p:spPr>
            <a:xfrm>
              <a:off x="4742977" y="4601445"/>
              <a:ext cx="532" cy="21371"/>
            </a:xfrm>
            <a:custGeom>
              <a:avLst/>
              <a:gdLst/>
              <a:ahLst/>
              <a:cxnLst/>
              <a:rect l="0" t="0" r="0" b="0"/>
              <a:pathLst>
                <a:path w="532" h="21371">
                  <a:moveTo>
                    <a:pt x="0" y="0"/>
                  </a:moveTo>
                  <a:lnTo>
                    <a:pt x="532" y="2137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8" name="Candidate_receptor__2877">
              <a:extLst>
                <a:ext uri="{FF2B5EF4-FFF2-40B4-BE49-F238E27FC236}">
                  <a16:creationId xmlns:a16="http://schemas.microsoft.com/office/drawing/2014/main" id="{2699EE47-C01D-DFC9-FB7D-2E9FA234C761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36357"/>
              <a:ext cx="3124" cy="37752"/>
            </a:xfrm>
            <a:custGeom>
              <a:avLst/>
              <a:gdLst/>
              <a:ahLst/>
              <a:cxnLst/>
              <a:rect l="0" t="0" r="0" b="0"/>
              <a:pathLst>
                <a:path w="3124" h="37752">
                  <a:moveTo>
                    <a:pt x="3124" y="0"/>
                  </a:moveTo>
                  <a:lnTo>
                    <a:pt x="0" y="3775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79" name="Candidate_receptor__2878">
              <a:extLst>
                <a:ext uri="{FF2B5EF4-FFF2-40B4-BE49-F238E27FC236}">
                  <a16:creationId xmlns:a16="http://schemas.microsoft.com/office/drawing/2014/main" id="{D6C1D6EE-A1C9-49A7-B536-8809837B002A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387915"/>
              <a:ext cx="72090" cy="61958"/>
            </a:xfrm>
            <a:custGeom>
              <a:avLst/>
              <a:gdLst/>
              <a:ahLst/>
              <a:cxnLst/>
              <a:rect l="0" t="0" r="0" b="0"/>
              <a:pathLst>
                <a:path w="72090" h="61958">
                  <a:moveTo>
                    <a:pt x="0" y="61958"/>
                  </a:moveTo>
                  <a:lnTo>
                    <a:pt x="7209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0" name="Candidate_receptor__2879">
              <a:extLst>
                <a:ext uri="{FF2B5EF4-FFF2-40B4-BE49-F238E27FC236}">
                  <a16:creationId xmlns:a16="http://schemas.microsoft.com/office/drawing/2014/main" id="{330B6C25-7D5E-DAB6-E9EB-F0B185013B0C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78221"/>
              <a:ext cx="53426" cy="42331"/>
            </a:xfrm>
            <a:custGeom>
              <a:avLst/>
              <a:gdLst/>
              <a:ahLst/>
              <a:cxnLst/>
              <a:rect l="0" t="0" r="0" b="0"/>
              <a:pathLst>
                <a:path w="53426" h="42331">
                  <a:moveTo>
                    <a:pt x="0" y="42331"/>
                  </a:moveTo>
                  <a:lnTo>
                    <a:pt x="53426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1" name="Candidate_receptor__2880">
              <a:extLst>
                <a:ext uri="{FF2B5EF4-FFF2-40B4-BE49-F238E27FC236}">
                  <a16:creationId xmlns:a16="http://schemas.microsoft.com/office/drawing/2014/main" id="{1EE60EC0-7F72-24DC-1985-6FFD5FC97C74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198431"/>
              <a:ext cx="48378" cy="47344"/>
            </a:xfrm>
            <a:custGeom>
              <a:avLst/>
              <a:gdLst/>
              <a:ahLst/>
              <a:cxnLst/>
              <a:rect l="0" t="0" r="0" b="0"/>
              <a:pathLst>
                <a:path w="48378" h="47344">
                  <a:moveTo>
                    <a:pt x="0" y="47344"/>
                  </a:moveTo>
                  <a:lnTo>
                    <a:pt x="4837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2" name="Candidate_receptor__2881">
              <a:extLst>
                <a:ext uri="{FF2B5EF4-FFF2-40B4-BE49-F238E27FC236}">
                  <a16:creationId xmlns:a16="http://schemas.microsoft.com/office/drawing/2014/main" id="{421F784D-9B61-D981-6309-B99E8C24FC14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880305"/>
              <a:ext cx="13343" cy="100398"/>
            </a:xfrm>
            <a:custGeom>
              <a:avLst/>
              <a:gdLst/>
              <a:ahLst/>
              <a:cxnLst/>
              <a:rect l="0" t="0" r="0" b="0"/>
              <a:pathLst>
                <a:path w="13343" h="100398">
                  <a:moveTo>
                    <a:pt x="13343" y="1003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3" name="Candidate_receptor__2882">
              <a:extLst>
                <a:ext uri="{FF2B5EF4-FFF2-40B4-BE49-F238E27FC236}">
                  <a16:creationId xmlns:a16="http://schemas.microsoft.com/office/drawing/2014/main" id="{7542FB58-26F3-CBFE-C628-E5AC8F060BA0}"/>
                </a:ext>
              </a:extLst>
            </p:cNvPr>
            <p:cNvSpPr>
              <a:spLocks noGrp="1"/>
            </p:cNvSpPr>
            <p:nvPr/>
          </p:nvSpPr>
          <p:spPr>
            <a:xfrm>
              <a:off x="5058790" y="5173770"/>
              <a:ext cx="72345" cy="75082"/>
            </a:xfrm>
            <a:custGeom>
              <a:avLst/>
              <a:gdLst/>
              <a:ahLst/>
              <a:cxnLst/>
              <a:rect l="0" t="0" r="0" b="0"/>
              <a:pathLst>
                <a:path w="72345" h="75082">
                  <a:moveTo>
                    <a:pt x="0" y="0"/>
                  </a:moveTo>
                  <a:lnTo>
                    <a:pt x="72345" y="7508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4" name="Candidate_receptor__2883">
              <a:extLst>
                <a:ext uri="{FF2B5EF4-FFF2-40B4-BE49-F238E27FC236}">
                  <a16:creationId xmlns:a16="http://schemas.microsoft.com/office/drawing/2014/main" id="{3DBEB8F2-D92D-14A1-2B96-2489A3037516}"/>
                </a:ext>
              </a:extLst>
            </p:cNvPr>
            <p:cNvSpPr>
              <a:spLocks noGrp="1"/>
            </p:cNvSpPr>
            <p:nvPr/>
          </p:nvSpPr>
          <p:spPr>
            <a:xfrm>
              <a:off x="6125739" y="4586578"/>
              <a:ext cx="109325" cy="31572"/>
            </a:xfrm>
            <a:custGeom>
              <a:avLst/>
              <a:gdLst/>
              <a:ahLst/>
              <a:cxnLst/>
              <a:rect l="0" t="0" r="0" b="0"/>
              <a:pathLst>
                <a:path w="109325" h="31572">
                  <a:moveTo>
                    <a:pt x="0" y="31572"/>
                  </a:moveTo>
                  <a:lnTo>
                    <a:pt x="10932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5" name="Candidate_receptor__2884">
              <a:extLst>
                <a:ext uri="{FF2B5EF4-FFF2-40B4-BE49-F238E27FC236}">
                  <a16:creationId xmlns:a16="http://schemas.microsoft.com/office/drawing/2014/main" id="{EEB195E4-B3F6-4015-1961-085944CD2D09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91396"/>
              <a:ext cx="68653" cy="44395"/>
            </a:xfrm>
            <a:custGeom>
              <a:avLst/>
              <a:gdLst/>
              <a:ahLst/>
              <a:cxnLst/>
              <a:rect l="0" t="0" r="0" b="0"/>
              <a:pathLst>
                <a:path w="68653" h="44395">
                  <a:moveTo>
                    <a:pt x="68653" y="4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6" name="Candidate_receptor__2885">
              <a:extLst>
                <a:ext uri="{FF2B5EF4-FFF2-40B4-BE49-F238E27FC236}">
                  <a16:creationId xmlns:a16="http://schemas.microsoft.com/office/drawing/2014/main" id="{02B2F8D7-6319-9685-4671-2612302C4A27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835302"/>
              <a:ext cx="112192" cy="6821"/>
            </a:xfrm>
            <a:custGeom>
              <a:avLst/>
              <a:gdLst/>
              <a:ahLst/>
              <a:cxnLst/>
              <a:rect l="0" t="0" r="0" b="0"/>
              <a:pathLst>
                <a:path w="112192" h="6821">
                  <a:moveTo>
                    <a:pt x="112192" y="68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7" name="Candidate_receptor__2886">
              <a:extLst>
                <a:ext uri="{FF2B5EF4-FFF2-40B4-BE49-F238E27FC236}">
                  <a16:creationId xmlns:a16="http://schemas.microsoft.com/office/drawing/2014/main" id="{9C153EF2-4D12-DDDE-4247-867A703AA2FD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161557"/>
              <a:ext cx="69350" cy="91198"/>
            </a:xfrm>
            <a:custGeom>
              <a:avLst/>
              <a:gdLst/>
              <a:ahLst/>
              <a:cxnLst/>
              <a:rect l="0" t="0" r="0" b="0"/>
              <a:pathLst>
                <a:path w="69350" h="91198">
                  <a:moveTo>
                    <a:pt x="0" y="0"/>
                  </a:moveTo>
                  <a:lnTo>
                    <a:pt x="69350" y="91198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88" name="Candidate_receptor__2887">
              <a:extLst>
                <a:ext uri="{FF2B5EF4-FFF2-40B4-BE49-F238E27FC236}">
                  <a16:creationId xmlns:a16="http://schemas.microsoft.com/office/drawing/2014/main" id="{B66A91C7-866D-3702-7299-F785B75AAA34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596121"/>
              <a:ext cx="48357" cy="77882"/>
            </a:xfrm>
            <a:custGeom>
              <a:avLst/>
              <a:gdLst/>
              <a:ahLst/>
              <a:cxnLst/>
              <a:rect l="0" t="0" r="0" b="0"/>
              <a:pathLst>
                <a:path w="48357" h="77882">
                  <a:moveTo>
                    <a:pt x="48357" y="0"/>
                  </a:moveTo>
                  <a:lnTo>
                    <a:pt x="0" y="7788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89" name="Candidate_receptor__2888">
              <a:extLst>
                <a:ext uri="{FF2B5EF4-FFF2-40B4-BE49-F238E27FC236}">
                  <a16:creationId xmlns:a16="http://schemas.microsoft.com/office/drawing/2014/main" id="{A76B29D5-A6D7-8B7F-3D73-9A6195B763FE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018881"/>
              <a:ext cx="68477" cy="92126"/>
            </a:xfrm>
            <a:custGeom>
              <a:avLst/>
              <a:gdLst/>
              <a:ahLst/>
              <a:cxnLst/>
              <a:rect l="0" t="0" r="0" b="0"/>
              <a:pathLst>
                <a:path w="68477" h="92126">
                  <a:moveTo>
                    <a:pt x="68477" y="0"/>
                  </a:moveTo>
                  <a:lnTo>
                    <a:pt x="0" y="92126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90" name="Candidate_receptor__2889">
              <a:extLst>
                <a:ext uri="{FF2B5EF4-FFF2-40B4-BE49-F238E27FC236}">
                  <a16:creationId xmlns:a16="http://schemas.microsoft.com/office/drawing/2014/main" id="{96E5C755-5EFB-0D58-3BDE-16AC74F30ABC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464"/>
              <a:ext cx="98939" cy="22206"/>
            </a:xfrm>
            <a:custGeom>
              <a:avLst/>
              <a:gdLst/>
              <a:ahLst/>
              <a:cxnLst/>
              <a:rect l="0" t="0" r="0" b="0"/>
              <a:pathLst>
                <a:path w="98939" h="22206">
                  <a:moveTo>
                    <a:pt x="98939" y="0"/>
                  </a:moveTo>
                  <a:lnTo>
                    <a:pt x="0" y="222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1" name="Candidate_receptor__2890">
              <a:extLst>
                <a:ext uri="{FF2B5EF4-FFF2-40B4-BE49-F238E27FC236}">
                  <a16:creationId xmlns:a16="http://schemas.microsoft.com/office/drawing/2014/main" id="{22DEF77E-A063-9F9E-65EB-5D0F099D310B}"/>
                </a:ext>
              </a:extLst>
            </p:cNvPr>
            <p:cNvSpPr>
              <a:spLocks noGrp="1"/>
            </p:cNvSpPr>
            <p:nvPr/>
          </p:nvSpPr>
          <p:spPr>
            <a:xfrm>
              <a:off x="5806855" y="3862527"/>
              <a:ext cx="108375" cy="11779"/>
            </a:xfrm>
            <a:custGeom>
              <a:avLst/>
              <a:gdLst/>
              <a:ahLst/>
              <a:cxnLst/>
              <a:rect l="0" t="0" r="0" b="0"/>
              <a:pathLst>
                <a:path w="108375" h="11779">
                  <a:moveTo>
                    <a:pt x="0" y="11779"/>
                  </a:moveTo>
                  <a:lnTo>
                    <a:pt x="108375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2" name="Candidate_receptor__2891">
              <a:extLst>
                <a:ext uri="{FF2B5EF4-FFF2-40B4-BE49-F238E27FC236}">
                  <a16:creationId xmlns:a16="http://schemas.microsoft.com/office/drawing/2014/main" id="{CB537808-CA28-C51E-6725-A4C1C2320B31}"/>
                </a:ext>
              </a:extLst>
            </p:cNvPr>
            <p:cNvSpPr>
              <a:spLocks noGrp="1"/>
            </p:cNvSpPr>
            <p:nvPr/>
          </p:nvSpPr>
          <p:spPr>
            <a:xfrm>
              <a:off x="5559467" y="3495179"/>
              <a:ext cx="26604" cy="87601"/>
            </a:xfrm>
            <a:custGeom>
              <a:avLst/>
              <a:gdLst/>
              <a:ahLst/>
              <a:cxnLst/>
              <a:rect l="0" t="0" r="0" b="0"/>
              <a:pathLst>
                <a:path w="26604" h="87601">
                  <a:moveTo>
                    <a:pt x="26604" y="87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3" name="Candidate_receptor__2892">
              <a:extLst>
                <a:ext uri="{FF2B5EF4-FFF2-40B4-BE49-F238E27FC236}">
                  <a16:creationId xmlns:a16="http://schemas.microsoft.com/office/drawing/2014/main" id="{04D092AC-DDE6-A933-BFAB-B7BA843F5F55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538483"/>
              <a:ext cx="51976" cy="87655"/>
            </a:xfrm>
            <a:custGeom>
              <a:avLst/>
              <a:gdLst/>
              <a:ahLst/>
              <a:cxnLst/>
              <a:rect l="0" t="0" r="0" b="0"/>
              <a:pathLst>
                <a:path w="51976" h="87655">
                  <a:moveTo>
                    <a:pt x="0" y="87655"/>
                  </a:moveTo>
                  <a:lnTo>
                    <a:pt x="51976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4" name="Candidate_receptor__2893">
              <a:extLst>
                <a:ext uri="{FF2B5EF4-FFF2-40B4-BE49-F238E27FC236}">
                  <a16:creationId xmlns:a16="http://schemas.microsoft.com/office/drawing/2014/main" id="{92AD7B0D-4724-D947-21E3-211F01EF94E4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07664"/>
              <a:ext cx="72154" cy="83405"/>
            </a:xfrm>
            <a:custGeom>
              <a:avLst/>
              <a:gdLst/>
              <a:ahLst/>
              <a:cxnLst/>
              <a:rect l="0" t="0" r="0" b="0"/>
              <a:pathLst>
                <a:path w="72154" h="83405">
                  <a:moveTo>
                    <a:pt x="0" y="83405"/>
                  </a:moveTo>
                  <a:lnTo>
                    <a:pt x="7215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5" name="Candidate_receptor__2894">
              <a:extLst>
                <a:ext uri="{FF2B5EF4-FFF2-40B4-BE49-F238E27FC236}">
                  <a16:creationId xmlns:a16="http://schemas.microsoft.com/office/drawing/2014/main" id="{E9AAC7F6-E501-4435-D437-2C68A25EDF3A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76295"/>
              <a:ext cx="114233" cy="5435"/>
            </a:xfrm>
            <a:custGeom>
              <a:avLst/>
              <a:gdLst/>
              <a:ahLst/>
              <a:cxnLst/>
              <a:rect l="0" t="0" r="0" b="0"/>
              <a:pathLst>
                <a:path w="114233" h="5435">
                  <a:moveTo>
                    <a:pt x="114233" y="54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6" name="Candidate_receptor__2895">
              <a:extLst>
                <a:ext uri="{FF2B5EF4-FFF2-40B4-BE49-F238E27FC236}">
                  <a16:creationId xmlns:a16="http://schemas.microsoft.com/office/drawing/2014/main" id="{09602410-7611-11D2-B0DA-83590FC41436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371922"/>
              <a:ext cx="107906" cy="36136"/>
            </a:xfrm>
            <a:custGeom>
              <a:avLst/>
              <a:gdLst/>
              <a:ahLst/>
              <a:cxnLst/>
              <a:rect l="0" t="0" r="0" b="0"/>
              <a:pathLst>
                <a:path w="107906" h="36136">
                  <a:moveTo>
                    <a:pt x="107906" y="0"/>
                  </a:moveTo>
                  <a:lnTo>
                    <a:pt x="0" y="361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7" name="Candidate_receptor__2896">
              <a:extLst>
                <a:ext uri="{FF2B5EF4-FFF2-40B4-BE49-F238E27FC236}">
                  <a16:creationId xmlns:a16="http://schemas.microsoft.com/office/drawing/2014/main" id="{D16734AF-9944-B92C-A07C-05BD7B5ADF94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626138"/>
              <a:ext cx="25671" cy="94900"/>
            </a:xfrm>
            <a:custGeom>
              <a:avLst/>
              <a:gdLst/>
              <a:ahLst/>
              <a:cxnLst/>
              <a:rect l="0" t="0" r="0" b="0"/>
              <a:pathLst>
                <a:path w="25671" h="94900">
                  <a:moveTo>
                    <a:pt x="25671" y="949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8" name="Candidate_receptor__2897">
              <a:extLst>
                <a:ext uri="{FF2B5EF4-FFF2-40B4-BE49-F238E27FC236}">
                  <a16:creationId xmlns:a16="http://schemas.microsoft.com/office/drawing/2014/main" id="{02C587B6-E8B1-3059-E7A0-28E9CBEE79DA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8601"/>
              <a:ext cx="1044" cy="50628"/>
            </a:xfrm>
            <a:custGeom>
              <a:avLst/>
              <a:gdLst/>
              <a:ahLst/>
              <a:cxnLst/>
              <a:rect l="0" t="0" r="0" b="0"/>
              <a:pathLst>
                <a:path w="1044" h="50628">
                  <a:moveTo>
                    <a:pt x="0" y="50628"/>
                  </a:moveTo>
                  <a:lnTo>
                    <a:pt x="1044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9" name="Candidate_receptor__2898">
              <a:extLst>
                <a:ext uri="{FF2B5EF4-FFF2-40B4-BE49-F238E27FC236}">
                  <a16:creationId xmlns:a16="http://schemas.microsoft.com/office/drawing/2014/main" id="{FF401F8A-70A5-3E9D-F10D-8C0FE98828F0}"/>
                </a:ext>
              </a:extLst>
            </p:cNvPr>
            <p:cNvSpPr>
              <a:spLocks noGrp="1"/>
            </p:cNvSpPr>
            <p:nvPr/>
          </p:nvSpPr>
          <p:spPr>
            <a:xfrm>
              <a:off x="4847453" y="2097241"/>
              <a:ext cx="18348" cy="103702"/>
            </a:xfrm>
            <a:custGeom>
              <a:avLst/>
              <a:gdLst/>
              <a:ahLst/>
              <a:cxnLst/>
              <a:rect l="0" t="0" r="0" b="0"/>
              <a:pathLst>
                <a:path w="18348" h="103702">
                  <a:moveTo>
                    <a:pt x="18348" y="0"/>
                  </a:moveTo>
                  <a:lnTo>
                    <a:pt x="0" y="1037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00" name="Candidate_receptor__2899">
              <a:extLst>
                <a:ext uri="{FF2B5EF4-FFF2-40B4-BE49-F238E27FC236}">
                  <a16:creationId xmlns:a16="http://schemas.microsoft.com/office/drawing/2014/main" id="{8A408C2D-2D00-2AD0-0734-D4B3A7AA8518}"/>
                </a:ext>
              </a:extLst>
            </p:cNvPr>
            <p:cNvSpPr>
              <a:spLocks noGrp="1"/>
            </p:cNvSpPr>
            <p:nvPr/>
          </p:nvSpPr>
          <p:spPr>
            <a:xfrm>
              <a:off x="4428045" y="3496639"/>
              <a:ext cx="33409" cy="99482"/>
            </a:xfrm>
            <a:custGeom>
              <a:avLst/>
              <a:gdLst/>
              <a:ahLst/>
              <a:cxnLst/>
              <a:rect l="0" t="0" r="0" b="0"/>
              <a:pathLst>
                <a:path w="33409" h="99482">
                  <a:moveTo>
                    <a:pt x="0" y="0"/>
                  </a:moveTo>
                  <a:lnTo>
                    <a:pt x="33409" y="9948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1" name="Candidate_receptor__2900">
              <a:extLst>
                <a:ext uri="{FF2B5EF4-FFF2-40B4-BE49-F238E27FC236}">
                  <a16:creationId xmlns:a16="http://schemas.microsoft.com/office/drawing/2014/main" id="{BAC2DA64-A063-145A-E2D3-B4458C29193F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103134" cy="20938"/>
            </a:xfrm>
            <a:custGeom>
              <a:avLst/>
              <a:gdLst/>
              <a:ahLst/>
              <a:cxnLst/>
              <a:rect l="0" t="0" r="0" b="0"/>
              <a:pathLst>
                <a:path w="103134" h="20938">
                  <a:moveTo>
                    <a:pt x="0" y="0"/>
                  </a:moveTo>
                  <a:lnTo>
                    <a:pt x="103134" y="209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2" name="Candidate_receptor__2901">
              <a:extLst>
                <a:ext uri="{FF2B5EF4-FFF2-40B4-BE49-F238E27FC236}">
                  <a16:creationId xmlns:a16="http://schemas.microsoft.com/office/drawing/2014/main" id="{E7647793-1C9B-EBE1-4E18-E0B5B4904800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66000"/>
              <a:ext cx="747" cy="22933"/>
            </a:xfrm>
            <a:custGeom>
              <a:avLst/>
              <a:gdLst/>
              <a:ahLst/>
              <a:cxnLst/>
              <a:rect l="0" t="0" r="0" b="0"/>
              <a:pathLst>
                <a:path w="747" h="22933">
                  <a:moveTo>
                    <a:pt x="0" y="22933"/>
                  </a:moveTo>
                  <a:lnTo>
                    <a:pt x="74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3" name="Candidate_receptor__2902">
              <a:extLst>
                <a:ext uri="{FF2B5EF4-FFF2-40B4-BE49-F238E27FC236}">
                  <a16:creationId xmlns:a16="http://schemas.microsoft.com/office/drawing/2014/main" id="{B2A5B8DB-0D4A-6CB5-2E5D-BBE17B535F01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790859"/>
              <a:ext cx="68339" cy="89446"/>
            </a:xfrm>
            <a:custGeom>
              <a:avLst/>
              <a:gdLst/>
              <a:ahLst/>
              <a:cxnLst/>
              <a:rect l="0" t="0" r="0" b="0"/>
              <a:pathLst>
                <a:path w="68339" h="89446">
                  <a:moveTo>
                    <a:pt x="0" y="89446"/>
                  </a:moveTo>
                  <a:lnTo>
                    <a:pt x="6833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4" name="Candidate_receptor__2903">
              <a:extLst>
                <a:ext uri="{FF2B5EF4-FFF2-40B4-BE49-F238E27FC236}">
                  <a16:creationId xmlns:a16="http://schemas.microsoft.com/office/drawing/2014/main" id="{F63C254E-E059-6D33-8A7C-6DAFE001A709}"/>
                </a:ext>
              </a:extLst>
            </p:cNvPr>
            <p:cNvSpPr>
              <a:spLocks noGrp="1"/>
            </p:cNvSpPr>
            <p:nvPr/>
          </p:nvSpPr>
          <p:spPr>
            <a:xfrm>
              <a:off x="5191880" y="3725435"/>
              <a:ext cx="61343" cy="88283"/>
            </a:xfrm>
            <a:custGeom>
              <a:avLst/>
              <a:gdLst/>
              <a:ahLst/>
              <a:cxnLst/>
              <a:rect l="0" t="0" r="0" b="0"/>
              <a:pathLst>
                <a:path w="61343" h="88283">
                  <a:moveTo>
                    <a:pt x="61343" y="0"/>
                  </a:moveTo>
                  <a:lnTo>
                    <a:pt x="0" y="8828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5" name="Candidate_receptor__2904">
              <a:extLst>
                <a:ext uri="{FF2B5EF4-FFF2-40B4-BE49-F238E27FC236}">
                  <a16:creationId xmlns:a16="http://schemas.microsoft.com/office/drawing/2014/main" id="{14916BC2-B15C-2A41-169E-9242DE0D0339}"/>
                </a:ext>
              </a:extLst>
            </p:cNvPr>
            <p:cNvSpPr>
              <a:spLocks noGrp="1"/>
            </p:cNvSpPr>
            <p:nvPr/>
          </p:nvSpPr>
          <p:spPr>
            <a:xfrm>
              <a:off x="6563911" y="4411464"/>
              <a:ext cx="59952" cy="67566"/>
            </a:xfrm>
            <a:custGeom>
              <a:avLst/>
              <a:gdLst/>
              <a:ahLst/>
              <a:cxnLst/>
              <a:rect l="0" t="0" r="0" b="0"/>
              <a:pathLst>
                <a:path w="59952" h="67566">
                  <a:moveTo>
                    <a:pt x="59952" y="67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6" name="Candidate_receptor__2905">
              <a:extLst>
                <a:ext uri="{FF2B5EF4-FFF2-40B4-BE49-F238E27FC236}">
                  <a16:creationId xmlns:a16="http://schemas.microsoft.com/office/drawing/2014/main" id="{AC6E1B54-880E-53C3-5CCB-99E35BCF146A}"/>
                </a:ext>
              </a:extLst>
            </p:cNvPr>
            <p:cNvSpPr>
              <a:spLocks noGrp="1"/>
            </p:cNvSpPr>
            <p:nvPr/>
          </p:nvSpPr>
          <p:spPr>
            <a:xfrm>
              <a:off x="5738716" y="4221012"/>
              <a:ext cx="31270" cy="71331"/>
            </a:xfrm>
            <a:custGeom>
              <a:avLst/>
              <a:gdLst/>
              <a:ahLst/>
              <a:cxnLst/>
              <a:rect l="0" t="0" r="0" b="0"/>
              <a:pathLst>
                <a:path w="31270" h="71331">
                  <a:moveTo>
                    <a:pt x="31270" y="71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7" name="Candidate_receptor__2906">
              <a:extLst>
                <a:ext uri="{FF2B5EF4-FFF2-40B4-BE49-F238E27FC236}">
                  <a16:creationId xmlns:a16="http://schemas.microsoft.com/office/drawing/2014/main" id="{B4DE9F8E-61B7-2E69-94BF-D348FE6F54E5}"/>
                </a:ext>
              </a:extLst>
            </p:cNvPr>
            <p:cNvSpPr>
              <a:spLocks noGrp="1"/>
            </p:cNvSpPr>
            <p:nvPr/>
          </p:nvSpPr>
          <p:spPr>
            <a:xfrm>
              <a:off x="5659460" y="2420072"/>
              <a:ext cx="27724" cy="105457"/>
            </a:xfrm>
            <a:custGeom>
              <a:avLst/>
              <a:gdLst/>
              <a:ahLst/>
              <a:cxnLst/>
              <a:rect l="0" t="0" r="0" b="0"/>
              <a:pathLst>
                <a:path w="27724" h="105457">
                  <a:moveTo>
                    <a:pt x="0" y="0"/>
                  </a:moveTo>
                  <a:lnTo>
                    <a:pt x="27724" y="105457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08" name="Candidate_receptor__2907">
              <a:extLst>
                <a:ext uri="{FF2B5EF4-FFF2-40B4-BE49-F238E27FC236}">
                  <a16:creationId xmlns:a16="http://schemas.microsoft.com/office/drawing/2014/main" id="{47AC9CBC-4B7C-07AB-A633-7190A4858601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092887"/>
              <a:ext cx="110142" cy="25368"/>
            </a:xfrm>
            <a:custGeom>
              <a:avLst/>
              <a:gdLst/>
              <a:ahLst/>
              <a:cxnLst/>
              <a:rect l="0" t="0" r="0" b="0"/>
              <a:pathLst>
                <a:path w="110142" h="25368">
                  <a:moveTo>
                    <a:pt x="110142" y="0"/>
                  </a:moveTo>
                  <a:lnTo>
                    <a:pt x="0" y="2536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9" name="Candidate_receptor__2908">
              <a:extLst>
                <a:ext uri="{FF2B5EF4-FFF2-40B4-BE49-F238E27FC236}">
                  <a16:creationId xmlns:a16="http://schemas.microsoft.com/office/drawing/2014/main" id="{D58C4DBA-7E5A-E3EF-E1B1-6BF84F5A3501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28519"/>
              <a:ext cx="72851" cy="59496"/>
            </a:xfrm>
            <a:custGeom>
              <a:avLst/>
              <a:gdLst/>
              <a:ahLst/>
              <a:cxnLst/>
              <a:rect l="0" t="0" r="0" b="0"/>
              <a:pathLst>
                <a:path w="72851" h="59496">
                  <a:moveTo>
                    <a:pt x="0" y="59496"/>
                  </a:moveTo>
                  <a:lnTo>
                    <a:pt x="7285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0" name="Candidate_receptor__2909">
              <a:extLst>
                <a:ext uri="{FF2B5EF4-FFF2-40B4-BE49-F238E27FC236}">
                  <a16:creationId xmlns:a16="http://schemas.microsoft.com/office/drawing/2014/main" id="{E860F312-40AE-00F1-4C16-A86FE8FE2E69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359648"/>
              <a:ext cx="88466" cy="60424"/>
            </a:xfrm>
            <a:custGeom>
              <a:avLst/>
              <a:gdLst/>
              <a:ahLst/>
              <a:cxnLst/>
              <a:rect l="0" t="0" r="0" b="0"/>
              <a:pathLst>
                <a:path w="88466" h="60424">
                  <a:moveTo>
                    <a:pt x="0" y="0"/>
                  </a:moveTo>
                  <a:lnTo>
                    <a:pt x="88466" y="6042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1" name="Candidate_receptor__2910">
              <a:extLst>
                <a:ext uri="{FF2B5EF4-FFF2-40B4-BE49-F238E27FC236}">
                  <a16:creationId xmlns:a16="http://schemas.microsoft.com/office/drawing/2014/main" id="{C717E656-B19E-E7F8-525C-839795BEAE29}"/>
                </a:ext>
              </a:extLst>
            </p:cNvPr>
            <p:cNvSpPr>
              <a:spLocks noGrp="1"/>
            </p:cNvSpPr>
            <p:nvPr/>
          </p:nvSpPr>
          <p:spPr>
            <a:xfrm>
              <a:off x="4749958" y="2200942"/>
              <a:ext cx="97495" cy="14018"/>
            </a:xfrm>
            <a:custGeom>
              <a:avLst/>
              <a:gdLst/>
              <a:ahLst/>
              <a:cxnLst/>
              <a:rect l="0" t="0" r="0" b="0"/>
              <a:pathLst>
                <a:path w="97495" h="14018">
                  <a:moveTo>
                    <a:pt x="97495" y="0"/>
                  </a:moveTo>
                  <a:lnTo>
                    <a:pt x="0" y="1401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2" name="Candidate_receptor__2911">
              <a:extLst>
                <a:ext uri="{FF2B5EF4-FFF2-40B4-BE49-F238E27FC236}">
                  <a16:creationId xmlns:a16="http://schemas.microsoft.com/office/drawing/2014/main" id="{B0084AFF-B45F-A592-DE13-1C3086382F75}"/>
                </a:ext>
              </a:extLst>
            </p:cNvPr>
            <p:cNvSpPr>
              <a:spLocks noGrp="1"/>
            </p:cNvSpPr>
            <p:nvPr/>
          </p:nvSpPr>
          <p:spPr>
            <a:xfrm>
              <a:off x="4549821" y="3825927"/>
              <a:ext cx="93431" cy="19978"/>
            </a:xfrm>
            <a:custGeom>
              <a:avLst/>
              <a:gdLst/>
              <a:ahLst/>
              <a:cxnLst/>
              <a:rect l="0" t="0" r="0" b="0"/>
              <a:pathLst>
                <a:path w="93431" h="19978">
                  <a:moveTo>
                    <a:pt x="0" y="0"/>
                  </a:moveTo>
                  <a:lnTo>
                    <a:pt x="93431" y="1997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3" name="Candidate_receptor__2912">
              <a:extLst>
                <a:ext uri="{FF2B5EF4-FFF2-40B4-BE49-F238E27FC236}">
                  <a16:creationId xmlns:a16="http://schemas.microsoft.com/office/drawing/2014/main" id="{8434D6F3-C6E1-F343-798A-60539AD6657F}"/>
                </a:ext>
              </a:extLst>
            </p:cNvPr>
            <p:cNvSpPr>
              <a:spLocks noGrp="1"/>
            </p:cNvSpPr>
            <p:nvPr/>
          </p:nvSpPr>
          <p:spPr>
            <a:xfrm>
              <a:off x="4982379" y="3952939"/>
              <a:ext cx="108200" cy="34879"/>
            </a:xfrm>
            <a:custGeom>
              <a:avLst/>
              <a:gdLst/>
              <a:ahLst/>
              <a:cxnLst/>
              <a:rect l="0" t="0" r="0" b="0"/>
              <a:pathLst>
                <a:path w="108200" h="34879">
                  <a:moveTo>
                    <a:pt x="108200" y="0"/>
                  </a:moveTo>
                  <a:lnTo>
                    <a:pt x="0" y="3487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4" name="Candidate_receptor__2913">
              <a:extLst>
                <a:ext uri="{FF2B5EF4-FFF2-40B4-BE49-F238E27FC236}">
                  <a16:creationId xmlns:a16="http://schemas.microsoft.com/office/drawing/2014/main" id="{88B86A2A-C8CF-031E-AFD3-E22D77560BE1}"/>
                </a:ext>
              </a:extLst>
            </p:cNvPr>
            <p:cNvSpPr>
              <a:spLocks noGrp="1"/>
            </p:cNvSpPr>
            <p:nvPr/>
          </p:nvSpPr>
          <p:spPr>
            <a:xfrm>
              <a:off x="4512099" y="3742992"/>
              <a:ext cx="37722" cy="82935"/>
            </a:xfrm>
            <a:custGeom>
              <a:avLst/>
              <a:gdLst/>
              <a:ahLst/>
              <a:cxnLst/>
              <a:rect l="0" t="0" r="0" b="0"/>
              <a:pathLst>
                <a:path w="37722" h="82935">
                  <a:moveTo>
                    <a:pt x="0" y="0"/>
                  </a:moveTo>
                  <a:lnTo>
                    <a:pt x="37722" y="8293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5" name="Candidate_receptor__2914">
              <a:extLst>
                <a:ext uri="{FF2B5EF4-FFF2-40B4-BE49-F238E27FC236}">
                  <a16:creationId xmlns:a16="http://schemas.microsoft.com/office/drawing/2014/main" id="{8350A606-0F91-52CB-EF97-5133EAE29A82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7814"/>
              <a:ext cx="39572" cy="47455"/>
            </a:xfrm>
            <a:custGeom>
              <a:avLst/>
              <a:gdLst/>
              <a:ahLst/>
              <a:cxnLst/>
              <a:rect l="0" t="0" r="0" b="0"/>
              <a:pathLst>
                <a:path w="39572" h="47455">
                  <a:moveTo>
                    <a:pt x="39572" y="474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6" name="Candidate_receptor__2915">
              <a:extLst>
                <a:ext uri="{FF2B5EF4-FFF2-40B4-BE49-F238E27FC236}">
                  <a16:creationId xmlns:a16="http://schemas.microsoft.com/office/drawing/2014/main" id="{2C3BCA4B-0537-107A-4065-4432A02E7394}"/>
                </a:ext>
              </a:extLst>
            </p:cNvPr>
            <p:cNvSpPr>
              <a:spLocks noGrp="1"/>
            </p:cNvSpPr>
            <p:nvPr/>
          </p:nvSpPr>
          <p:spPr>
            <a:xfrm>
              <a:off x="5518950" y="3092887"/>
              <a:ext cx="31569" cy="105544"/>
            </a:xfrm>
            <a:custGeom>
              <a:avLst/>
              <a:gdLst/>
              <a:ahLst/>
              <a:cxnLst/>
              <a:rect l="0" t="0" r="0" b="0"/>
              <a:pathLst>
                <a:path w="31569" h="105544">
                  <a:moveTo>
                    <a:pt x="31569" y="1055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7" name="Candidate_receptor__2916">
              <a:extLst>
                <a:ext uri="{FF2B5EF4-FFF2-40B4-BE49-F238E27FC236}">
                  <a16:creationId xmlns:a16="http://schemas.microsoft.com/office/drawing/2014/main" id="{05CCB486-DA20-1C8E-DF73-15D0BED6D0A0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76987"/>
              <a:ext cx="112618" cy="17192"/>
            </a:xfrm>
            <a:custGeom>
              <a:avLst/>
              <a:gdLst/>
              <a:ahLst/>
              <a:cxnLst/>
              <a:rect l="0" t="0" r="0" b="0"/>
              <a:pathLst>
                <a:path w="112618" h="17192">
                  <a:moveTo>
                    <a:pt x="112618" y="0"/>
                  </a:moveTo>
                  <a:lnTo>
                    <a:pt x="0" y="1719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8" name="Candidate_receptor__2917">
              <a:extLst>
                <a:ext uri="{FF2B5EF4-FFF2-40B4-BE49-F238E27FC236}">
                  <a16:creationId xmlns:a16="http://schemas.microsoft.com/office/drawing/2014/main" id="{041307E2-03C0-5FAF-38C2-0E850FBBF040}"/>
                </a:ext>
              </a:extLst>
            </p:cNvPr>
            <p:cNvSpPr>
              <a:spLocks noGrp="1"/>
            </p:cNvSpPr>
            <p:nvPr/>
          </p:nvSpPr>
          <p:spPr>
            <a:xfrm>
              <a:off x="5536250" y="2803925"/>
              <a:ext cx="59864" cy="57440"/>
            </a:xfrm>
            <a:custGeom>
              <a:avLst/>
              <a:gdLst/>
              <a:ahLst/>
              <a:cxnLst/>
              <a:rect l="0" t="0" r="0" b="0"/>
              <a:pathLst>
                <a:path w="59864" h="57440">
                  <a:moveTo>
                    <a:pt x="59864" y="574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9" name="Candidate_receptor__2918">
              <a:extLst>
                <a:ext uri="{FF2B5EF4-FFF2-40B4-BE49-F238E27FC236}">
                  <a16:creationId xmlns:a16="http://schemas.microsoft.com/office/drawing/2014/main" id="{62849E37-E7F5-A77C-9F5D-C316A616F5C2}"/>
                </a:ext>
              </a:extLst>
            </p:cNvPr>
            <p:cNvSpPr>
              <a:spLocks noGrp="1"/>
            </p:cNvSpPr>
            <p:nvPr/>
          </p:nvSpPr>
          <p:spPr>
            <a:xfrm>
              <a:off x="4865802" y="2096230"/>
              <a:ext cx="113972" cy="1011"/>
            </a:xfrm>
            <a:custGeom>
              <a:avLst/>
              <a:gdLst/>
              <a:ahLst/>
              <a:cxnLst/>
              <a:rect l="0" t="0" r="0" b="0"/>
              <a:pathLst>
                <a:path w="113972" h="1011">
                  <a:moveTo>
                    <a:pt x="113972" y="0"/>
                  </a:moveTo>
                  <a:lnTo>
                    <a:pt x="0" y="101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0" name="Candidate_receptor__2919">
              <a:extLst>
                <a:ext uri="{FF2B5EF4-FFF2-40B4-BE49-F238E27FC236}">
                  <a16:creationId xmlns:a16="http://schemas.microsoft.com/office/drawing/2014/main" id="{6DBB8591-35F4-5E94-41A7-7F4FA86A2B0A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097568"/>
              <a:ext cx="66345" cy="63989"/>
            </a:xfrm>
            <a:custGeom>
              <a:avLst/>
              <a:gdLst/>
              <a:ahLst/>
              <a:cxnLst/>
              <a:rect l="0" t="0" r="0" b="0"/>
              <a:pathLst>
                <a:path w="66345" h="63989">
                  <a:moveTo>
                    <a:pt x="66345" y="0"/>
                  </a:moveTo>
                  <a:lnTo>
                    <a:pt x="0" y="6398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1" name="Candidate_receptor__2920">
              <a:extLst>
                <a:ext uri="{FF2B5EF4-FFF2-40B4-BE49-F238E27FC236}">
                  <a16:creationId xmlns:a16="http://schemas.microsoft.com/office/drawing/2014/main" id="{7D53709E-D04F-83AC-2248-CE005CDF881E}"/>
                </a:ext>
              </a:extLst>
            </p:cNvPr>
            <p:cNvSpPr>
              <a:spLocks noGrp="1"/>
            </p:cNvSpPr>
            <p:nvPr/>
          </p:nvSpPr>
          <p:spPr>
            <a:xfrm>
              <a:off x="5162872" y="2842547"/>
              <a:ext cx="42510" cy="26660"/>
            </a:xfrm>
            <a:custGeom>
              <a:avLst/>
              <a:gdLst/>
              <a:ahLst/>
              <a:cxnLst/>
              <a:rect l="0" t="0" r="0" b="0"/>
              <a:pathLst>
                <a:path w="42510" h="26660">
                  <a:moveTo>
                    <a:pt x="42510" y="266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2" name="Candidate_receptor__2921">
              <a:extLst>
                <a:ext uri="{FF2B5EF4-FFF2-40B4-BE49-F238E27FC236}">
                  <a16:creationId xmlns:a16="http://schemas.microsoft.com/office/drawing/2014/main" id="{A8EEA1D1-F7A0-CFEB-76E6-A8ADEF054E83}"/>
                </a:ext>
              </a:extLst>
            </p:cNvPr>
            <p:cNvSpPr>
              <a:spLocks noGrp="1"/>
            </p:cNvSpPr>
            <p:nvPr/>
          </p:nvSpPr>
          <p:spPr>
            <a:xfrm>
              <a:off x="5757141" y="2696519"/>
              <a:ext cx="48250" cy="72150"/>
            </a:xfrm>
            <a:custGeom>
              <a:avLst/>
              <a:gdLst/>
              <a:ahLst/>
              <a:cxnLst/>
              <a:rect l="0" t="0" r="0" b="0"/>
              <a:pathLst>
                <a:path w="48250" h="72150">
                  <a:moveTo>
                    <a:pt x="0" y="0"/>
                  </a:moveTo>
                  <a:lnTo>
                    <a:pt x="48250" y="7215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3" name="Candidate_receptor__2922">
              <a:extLst>
                <a:ext uri="{FF2B5EF4-FFF2-40B4-BE49-F238E27FC236}">
                  <a16:creationId xmlns:a16="http://schemas.microsoft.com/office/drawing/2014/main" id="{E0FD43BA-CBBE-F112-229D-DAC6665E33F1}"/>
                </a:ext>
              </a:extLst>
            </p:cNvPr>
            <p:cNvSpPr>
              <a:spLocks noGrp="1"/>
            </p:cNvSpPr>
            <p:nvPr/>
          </p:nvSpPr>
          <p:spPr>
            <a:xfrm>
              <a:off x="5704916" y="3492476"/>
              <a:ext cx="21557" cy="17633"/>
            </a:xfrm>
            <a:custGeom>
              <a:avLst/>
              <a:gdLst/>
              <a:ahLst/>
              <a:cxnLst/>
              <a:rect l="0" t="0" r="0" b="0"/>
              <a:pathLst>
                <a:path w="21557" h="17633">
                  <a:moveTo>
                    <a:pt x="0" y="17633"/>
                  </a:moveTo>
                  <a:lnTo>
                    <a:pt x="21557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4" name="Candidate_receptor__2923">
              <a:extLst>
                <a:ext uri="{FF2B5EF4-FFF2-40B4-BE49-F238E27FC236}">
                  <a16:creationId xmlns:a16="http://schemas.microsoft.com/office/drawing/2014/main" id="{8BAF4DE1-6066-2734-63EE-191A63F423CD}"/>
                </a:ext>
              </a:extLst>
            </p:cNvPr>
            <p:cNvSpPr>
              <a:spLocks noGrp="1"/>
            </p:cNvSpPr>
            <p:nvPr/>
          </p:nvSpPr>
          <p:spPr>
            <a:xfrm>
              <a:off x="4678223" y="2133746"/>
              <a:ext cx="71735" cy="81215"/>
            </a:xfrm>
            <a:custGeom>
              <a:avLst/>
              <a:gdLst/>
              <a:ahLst/>
              <a:cxnLst/>
              <a:rect l="0" t="0" r="0" b="0"/>
              <a:pathLst>
                <a:path w="71735" h="81215">
                  <a:moveTo>
                    <a:pt x="71735" y="81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5" name="Candidate_receptor__2924">
              <a:extLst>
                <a:ext uri="{FF2B5EF4-FFF2-40B4-BE49-F238E27FC236}">
                  <a16:creationId xmlns:a16="http://schemas.microsoft.com/office/drawing/2014/main" id="{843BB4A5-E1DC-934C-89CB-0182BDC6F444}"/>
                </a:ext>
              </a:extLst>
            </p:cNvPr>
            <p:cNvSpPr>
              <a:spLocks noGrp="1"/>
            </p:cNvSpPr>
            <p:nvPr/>
          </p:nvSpPr>
          <p:spPr>
            <a:xfrm>
              <a:off x="5077233" y="4371922"/>
              <a:ext cx="40253" cy="106299"/>
            </a:xfrm>
            <a:custGeom>
              <a:avLst/>
              <a:gdLst/>
              <a:ahLst/>
              <a:cxnLst/>
              <a:rect l="0" t="0" r="0" b="0"/>
              <a:pathLst>
                <a:path w="40253" h="106299">
                  <a:moveTo>
                    <a:pt x="40253" y="1062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6" name="Candidate_receptor__2925">
              <a:extLst>
                <a:ext uri="{FF2B5EF4-FFF2-40B4-BE49-F238E27FC236}">
                  <a16:creationId xmlns:a16="http://schemas.microsoft.com/office/drawing/2014/main" id="{5CEF3DC2-135D-C7F6-8CD8-FFD8945F11BD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88015"/>
              <a:ext cx="39632" cy="99803"/>
            </a:xfrm>
            <a:custGeom>
              <a:avLst/>
              <a:gdLst/>
              <a:ahLst/>
              <a:cxnLst/>
              <a:rect l="0" t="0" r="0" b="0"/>
              <a:pathLst>
                <a:path w="39632" h="99803">
                  <a:moveTo>
                    <a:pt x="39632" y="99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7" name="Candidate_receptor__2926">
              <a:extLst>
                <a:ext uri="{FF2B5EF4-FFF2-40B4-BE49-F238E27FC236}">
                  <a16:creationId xmlns:a16="http://schemas.microsoft.com/office/drawing/2014/main" id="{25F205E2-8DB9-08F1-333B-C624C627A09D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251532"/>
              <a:ext cx="24462" cy="22288"/>
            </a:xfrm>
            <a:custGeom>
              <a:avLst/>
              <a:gdLst/>
              <a:ahLst/>
              <a:cxnLst/>
              <a:rect l="0" t="0" r="0" b="0"/>
              <a:pathLst>
                <a:path w="24462" h="22288">
                  <a:moveTo>
                    <a:pt x="24462" y="22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8" name="Candidate_receptor__2927">
              <a:extLst>
                <a:ext uri="{FF2B5EF4-FFF2-40B4-BE49-F238E27FC236}">
                  <a16:creationId xmlns:a16="http://schemas.microsoft.com/office/drawing/2014/main" id="{F0C9A3A1-3EC2-559B-ABEE-C673D28D3CE4}"/>
                </a:ext>
              </a:extLst>
            </p:cNvPr>
            <p:cNvSpPr>
              <a:spLocks noGrp="1"/>
            </p:cNvSpPr>
            <p:nvPr/>
          </p:nvSpPr>
          <p:spPr>
            <a:xfrm>
              <a:off x="4950962" y="2412891"/>
              <a:ext cx="99550" cy="50815"/>
            </a:xfrm>
            <a:custGeom>
              <a:avLst/>
              <a:gdLst/>
              <a:ahLst/>
              <a:cxnLst/>
              <a:rect l="0" t="0" r="0" b="0"/>
              <a:pathLst>
                <a:path w="99550" h="50815">
                  <a:moveTo>
                    <a:pt x="0" y="50815"/>
                  </a:moveTo>
                  <a:lnTo>
                    <a:pt x="9955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9" name="Candidate_receptor__2928">
              <a:extLst>
                <a:ext uri="{FF2B5EF4-FFF2-40B4-BE49-F238E27FC236}">
                  <a16:creationId xmlns:a16="http://schemas.microsoft.com/office/drawing/2014/main" id="{E950AB5F-2051-D00F-7B1F-F46B36580184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4515"/>
              <a:ext cx="49527" cy="36742"/>
            </a:xfrm>
            <a:custGeom>
              <a:avLst/>
              <a:gdLst/>
              <a:ahLst/>
              <a:cxnLst/>
              <a:rect l="0" t="0" r="0" b="0"/>
              <a:pathLst>
                <a:path w="49527" h="36742">
                  <a:moveTo>
                    <a:pt x="49527" y="0"/>
                  </a:moveTo>
                  <a:lnTo>
                    <a:pt x="0" y="3674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0" name="Candidate_receptor__2929">
              <a:extLst>
                <a:ext uri="{FF2B5EF4-FFF2-40B4-BE49-F238E27FC236}">
                  <a16:creationId xmlns:a16="http://schemas.microsoft.com/office/drawing/2014/main" id="{9C785C8E-CAC4-F91A-BC56-8F286C22CB44}"/>
                </a:ext>
              </a:extLst>
            </p:cNvPr>
            <p:cNvSpPr>
              <a:spLocks noGrp="1"/>
            </p:cNvSpPr>
            <p:nvPr/>
          </p:nvSpPr>
          <p:spPr>
            <a:xfrm>
              <a:off x="5576178" y="1842123"/>
              <a:ext cx="43291" cy="45382"/>
            </a:xfrm>
            <a:custGeom>
              <a:avLst/>
              <a:gdLst/>
              <a:ahLst/>
              <a:cxnLst/>
              <a:rect l="0" t="0" r="0" b="0"/>
              <a:pathLst>
                <a:path w="43291" h="45382">
                  <a:moveTo>
                    <a:pt x="43291" y="453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1" name="Candidate_receptor__2930">
              <a:extLst>
                <a:ext uri="{FF2B5EF4-FFF2-40B4-BE49-F238E27FC236}">
                  <a16:creationId xmlns:a16="http://schemas.microsoft.com/office/drawing/2014/main" id="{CF7170C4-0819-8876-60C5-F8D67A5A85E7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680669"/>
              <a:ext cx="52700" cy="68344"/>
            </a:xfrm>
            <a:custGeom>
              <a:avLst/>
              <a:gdLst/>
              <a:ahLst/>
              <a:cxnLst/>
              <a:rect l="0" t="0" r="0" b="0"/>
              <a:pathLst>
                <a:path w="52700" h="68344">
                  <a:moveTo>
                    <a:pt x="52700" y="0"/>
                  </a:moveTo>
                  <a:lnTo>
                    <a:pt x="0" y="6834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2" name="Candidate_receptor__2931">
              <a:extLst>
                <a:ext uri="{FF2B5EF4-FFF2-40B4-BE49-F238E27FC236}">
                  <a16:creationId xmlns:a16="http://schemas.microsoft.com/office/drawing/2014/main" id="{0A5AEF90-5A15-DDE8-EFA5-01F29F959106}"/>
                </a:ext>
              </a:extLst>
            </p:cNvPr>
            <p:cNvSpPr>
              <a:spLocks noGrp="1"/>
            </p:cNvSpPr>
            <p:nvPr/>
          </p:nvSpPr>
          <p:spPr>
            <a:xfrm>
              <a:off x="5050512" y="2412891"/>
              <a:ext cx="72189" cy="83225"/>
            </a:xfrm>
            <a:custGeom>
              <a:avLst/>
              <a:gdLst/>
              <a:ahLst/>
              <a:cxnLst/>
              <a:rect l="0" t="0" r="0" b="0"/>
              <a:pathLst>
                <a:path w="72189" h="83225">
                  <a:moveTo>
                    <a:pt x="0" y="0"/>
                  </a:moveTo>
                  <a:lnTo>
                    <a:pt x="72189" y="8322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3" name="Candidate_receptor__2932">
              <a:extLst>
                <a:ext uri="{FF2B5EF4-FFF2-40B4-BE49-F238E27FC236}">
                  <a16:creationId xmlns:a16="http://schemas.microsoft.com/office/drawing/2014/main" id="{D6C0D3DA-B67F-7FE2-11D5-F34D007B4D01}"/>
                </a:ext>
              </a:extLst>
            </p:cNvPr>
            <p:cNvSpPr>
              <a:spLocks noGrp="1"/>
            </p:cNvSpPr>
            <p:nvPr/>
          </p:nvSpPr>
          <p:spPr>
            <a:xfrm>
              <a:off x="4621873" y="4721038"/>
              <a:ext cx="82745" cy="79190"/>
            </a:xfrm>
            <a:custGeom>
              <a:avLst/>
              <a:gdLst/>
              <a:ahLst/>
              <a:cxnLst/>
              <a:rect l="0" t="0" r="0" b="0"/>
              <a:pathLst>
                <a:path w="82745" h="79190">
                  <a:moveTo>
                    <a:pt x="82745" y="791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4" name="Candidate_receptor__2933">
              <a:extLst>
                <a:ext uri="{FF2B5EF4-FFF2-40B4-BE49-F238E27FC236}">
                  <a16:creationId xmlns:a16="http://schemas.microsoft.com/office/drawing/2014/main" id="{BF2FA271-D5FD-CB6B-EC3B-2AFEE11DA145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678401"/>
              <a:ext cx="93083" cy="39292"/>
            </a:xfrm>
            <a:custGeom>
              <a:avLst/>
              <a:gdLst/>
              <a:ahLst/>
              <a:cxnLst/>
              <a:rect l="0" t="0" r="0" b="0"/>
              <a:pathLst>
                <a:path w="93083" h="39292">
                  <a:moveTo>
                    <a:pt x="0" y="39292"/>
                  </a:moveTo>
                  <a:lnTo>
                    <a:pt x="9308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5" name="Candidate_receptor__2934">
              <a:extLst>
                <a:ext uri="{FF2B5EF4-FFF2-40B4-BE49-F238E27FC236}">
                  <a16:creationId xmlns:a16="http://schemas.microsoft.com/office/drawing/2014/main" id="{030AA3B1-F78B-6C62-ACD3-1911CB281AD9}"/>
                </a:ext>
              </a:extLst>
            </p:cNvPr>
            <p:cNvSpPr>
              <a:spLocks noGrp="1"/>
            </p:cNvSpPr>
            <p:nvPr/>
          </p:nvSpPr>
          <p:spPr>
            <a:xfrm>
              <a:off x="5473014" y="1685568"/>
              <a:ext cx="87469" cy="32841"/>
            </a:xfrm>
            <a:custGeom>
              <a:avLst/>
              <a:gdLst/>
              <a:ahLst/>
              <a:cxnLst/>
              <a:rect l="0" t="0" r="0" b="0"/>
              <a:pathLst>
                <a:path w="87469" h="32841">
                  <a:moveTo>
                    <a:pt x="87469" y="32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6" name="Candidate_receptor__2935">
              <a:extLst>
                <a:ext uri="{FF2B5EF4-FFF2-40B4-BE49-F238E27FC236}">
                  <a16:creationId xmlns:a16="http://schemas.microsoft.com/office/drawing/2014/main" id="{18B57FA7-FCA1-63AF-BA4A-4568E52D6CD8}"/>
                </a:ext>
              </a:extLst>
            </p:cNvPr>
            <p:cNvSpPr>
              <a:spLocks noGrp="1"/>
            </p:cNvSpPr>
            <p:nvPr/>
          </p:nvSpPr>
          <p:spPr>
            <a:xfrm>
              <a:off x="4580854" y="2097568"/>
              <a:ext cx="97369" cy="36178"/>
            </a:xfrm>
            <a:custGeom>
              <a:avLst/>
              <a:gdLst/>
              <a:ahLst/>
              <a:cxnLst/>
              <a:rect l="0" t="0" r="0" b="0"/>
              <a:pathLst>
                <a:path w="97369" h="36178">
                  <a:moveTo>
                    <a:pt x="97369" y="361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7" name="Candidate_receptor__2936">
              <a:extLst>
                <a:ext uri="{FF2B5EF4-FFF2-40B4-BE49-F238E27FC236}">
                  <a16:creationId xmlns:a16="http://schemas.microsoft.com/office/drawing/2014/main" id="{3DBFCDE2-68F7-A5A8-5879-C751542BBF06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292343"/>
              <a:ext cx="68830" cy="82807"/>
            </a:xfrm>
            <a:custGeom>
              <a:avLst/>
              <a:gdLst/>
              <a:ahLst/>
              <a:cxnLst/>
              <a:rect l="0" t="0" r="0" b="0"/>
              <a:pathLst>
                <a:path w="68830" h="82807">
                  <a:moveTo>
                    <a:pt x="0" y="82807"/>
                  </a:moveTo>
                  <a:lnTo>
                    <a:pt x="6883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8" name="Candidate_receptor__2937">
              <a:extLst>
                <a:ext uri="{FF2B5EF4-FFF2-40B4-BE49-F238E27FC236}">
                  <a16:creationId xmlns:a16="http://schemas.microsoft.com/office/drawing/2014/main" id="{0AADB6E9-EC4A-40EE-CD6E-8FF2D5E3EB30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94179"/>
              <a:ext cx="15587" cy="113606"/>
            </a:xfrm>
            <a:custGeom>
              <a:avLst/>
              <a:gdLst/>
              <a:ahLst/>
              <a:cxnLst/>
              <a:rect l="0" t="0" r="0" b="0"/>
              <a:pathLst>
                <a:path w="15587" h="113606">
                  <a:moveTo>
                    <a:pt x="0" y="0"/>
                  </a:moveTo>
                  <a:lnTo>
                    <a:pt x="15587" y="1136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9" name="Candidate_receptor__2938">
              <a:extLst>
                <a:ext uri="{FF2B5EF4-FFF2-40B4-BE49-F238E27FC236}">
                  <a16:creationId xmlns:a16="http://schemas.microsoft.com/office/drawing/2014/main" id="{BD235EA2-224A-CCC2-A066-28C1E507B223}"/>
                </a:ext>
              </a:extLst>
            </p:cNvPr>
            <p:cNvSpPr>
              <a:spLocks noGrp="1"/>
            </p:cNvSpPr>
            <p:nvPr/>
          </p:nvSpPr>
          <p:spPr>
            <a:xfrm>
              <a:off x="6235063" y="4586578"/>
              <a:ext cx="14606" cy="94090"/>
            </a:xfrm>
            <a:custGeom>
              <a:avLst/>
              <a:gdLst/>
              <a:ahLst/>
              <a:cxnLst/>
              <a:rect l="0" t="0" r="0" b="0"/>
              <a:pathLst>
                <a:path w="14606" h="94090">
                  <a:moveTo>
                    <a:pt x="0" y="0"/>
                  </a:moveTo>
                  <a:lnTo>
                    <a:pt x="14606" y="9409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0" name="Candidate_receptor__2939">
              <a:extLst>
                <a:ext uri="{FF2B5EF4-FFF2-40B4-BE49-F238E27FC236}">
                  <a16:creationId xmlns:a16="http://schemas.microsoft.com/office/drawing/2014/main" id="{4E5131C8-043D-D627-688B-0AF2B487D959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45266"/>
              <a:ext cx="24801" cy="108630"/>
            </a:xfrm>
            <a:custGeom>
              <a:avLst/>
              <a:gdLst/>
              <a:ahLst/>
              <a:cxnLst/>
              <a:rect l="0" t="0" r="0" b="0"/>
              <a:pathLst>
                <a:path w="24801" h="108630">
                  <a:moveTo>
                    <a:pt x="0" y="0"/>
                  </a:moveTo>
                  <a:lnTo>
                    <a:pt x="24801" y="10863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41" name="Candidate_receptor__2940">
              <a:extLst>
                <a:ext uri="{FF2B5EF4-FFF2-40B4-BE49-F238E27FC236}">
                  <a16:creationId xmlns:a16="http://schemas.microsoft.com/office/drawing/2014/main" id="{C6EFA084-7906-ECC6-3FCB-50319EBB9581}"/>
                </a:ext>
              </a:extLst>
            </p:cNvPr>
            <p:cNvSpPr>
              <a:spLocks noGrp="1"/>
            </p:cNvSpPr>
            <p:nvPr/>
          </p:nvSpPr>
          <p:spPr>
            <a:xfrm>
              <a:off x="4998508" y="2791481"/>
              <a:ext cx="59950" cy="92340"/>
            </a:xfrm>
            <a:custGeom>
              <a:avLst/>
              <a:gdLst/>
              <a:ahLst/>
              <a:cxnLst/>
              <a:rect l="0" t="0" r="0" b="0"/>
              <a:pathLst>
                <a:path w="59950" h="92340">
                  <a:moveTo>
                    <a:pt x="59950" y="923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42" name="Candidate_receptor__2941">
              <a:extLst>
                <a:ext uri="{FF2B5EF4-FFF2-40B4-BE49-F238E27FC236}">
                  <a16:creationId xmlns:a16="http://schemas.microsoft.com/office/drawing/2014/main" id="{E5F9304F-1506-B0DF-D64F-BED87F5EECBD}"/>
                </a:ext>
              </a:extLst>
            </p:cNvPr>
            <p:cNvSpPr>
              <a:spLocks noGrp="1"/>
            </p:cNvSpPr>
            <p:nvPr/>
          </p:nvSpPr>
          <p:spPr>
            <a:xfrm>
              <a:off x="5763582" y="3874306"/>
              <a:ext cx="43273" cy="22080"/>
            </a:xfrm>
            <a:custGeom>
              <a:avLst/>
              <a:gdLst/>
              <a:ahLst/>
              <a:cxnLst/>
              <a:rect l="0" t="0" r="0" b="0"/>
              <a:pathLst>
                <a:path w="43273" h="22080">
                  <a:moveTo>
                    <a:pt x="0" y="22080"/>
                  </a:moveTo>
                  <a:lnTo>
                    <a:pt x="4327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3" name="Candidate_receptor__2942">
              <a:extLst>
                <a:ext uri="{FF2B5EF4-FFF2-40B4-BE49-F238E27FC236}">
                  <a16:creationId xmlns:a16="http://schemas.microsoft.com/office/drawing/2014/main" id="{E44A20F3-F9E0-2497-37F1-EA22FA57B8AD}"/>
                </a:ext>
              </a:extLst>
            </p:cNvPr>
            <p:cNvSpPr>
              <a:spLocks noGrp="1"/>
            </p:cNvSpPr>
            <p:nvPr/>
          </p:nvSpPr>
          <p:spPr>
            <a:xfrm>
              <a:off x="4648178" y="4538483"/>
              <a:ext cx="94799" cy="62962"/>
            </a:xfrm>
            <a:custGeom>
              <a:avLst/>
              <a:gdLst/>
              <a:ahLst/>
              <a:cxnLst/>
              <a:rect l="0" t="0" r="0" b="0"/>
              <a:pathLst>
                <a:path w="94799" h="62962">
                  <a:moveTo>
                    <a:pt x="0" y="0"/>
                  </a:moveTo>
                  <a:lnTo>
                    <a:pt x="94799" y="6296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4" name="Candidate_receptor__2943">
              <a:extLst>
                <a:ext uri="{FF2B5EF4-FFF2-40B4-BE49-F238E27FC236}">
                  <a16:creationId xmlns:a16="http://schemas.microsoft.com/office/drawing/2014/main" id="{069A2E71-2E18-E9B4-CB94-C54592DC017F}"/>
                </a:ext>
              </a:extLst>
            </p:cNvPr>
            <p:cNvSpPr>
              <a:spLocks noGrp="1"/>
            </p:cNvSpPr>
            <p:nvPr/>
          </p:nvSpPr>
          <p:spPr>
            <a:xfrm>
              <a:off x="5418662" y="3381731"/>
              <a:ext cx="24353" cy="71486"/>
            </a:xfrm>
            <a:custGeom>
              <a:avLst/>
              <a:gdLst/>
              <a:ahLst/>
              <a:cxnLst/>
              <a:rect l="0" t="0" r="0" b="0"/>
              <a:pathLst>
                <a:path w="24353" h="71486">
                  <a:moveTo>
                    <a:pt x="24353" y="71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5" name="Candidate_receptor__2944">
              <a:extLst>
                <a:ext uri="{FF2B5EF4-FFF2-40B4-BE49-F238E27FC236}">
                  <a16:creationId xmlns:a16="http://schemas.microsoft.com/office/drawing/2014/main" id="{02E284E9-A273-0192-4414-4F4B4CE3F6FC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449873"/>
              <a:ext cx="86528" cy="69094"/>
            </a:xfrm>
            <a:custGeom>
              <a:avLst/>
              <a:gdLst/>
              <a:ahLst/>
              <a:cxnLst/>
              <a:rect l="0" t="0" r="0" b="0"/>
              <a:pathLst>
                <a:path w="86528" h="69094">
                  <a:moveTo>
                    <a:pt x="86528" y="690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6" name="Candidate_receptor__2945">
              <a:extLst>
                <a:ext uri="{FF2B5EF4-FFF2-40B4-BE49-F238E27FC236}">
                  <a16:creationId xmlns:a16="http://schemas.microsoft.com/office/drawing/2014/main" id="{C51A5E0C-0F0D-15A9-B1ED-157BD8B5EF9D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618151"/>
              <a:ext cx="22546" cy="13419"/>
            </a:xfrm>
            <a:custGeom>
              <a:avLst/>
              <a:gdLst/>
              <a:ahLst/>
              <a:cxnLst/>
              <a:rect l="0" t="0" r="0" b="0"/>
              <a:pathLst>
                <a:path w="22546" h="13419">
                  <a:moveTo>
                    <a:pt x="0" y="13419"/>
                  </a:moveTo>
                  <a:lnTo>
                    <a:pt x="2254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7" name="Candidate_receptor__2946">
              <a:extLst>
                <a:ext uri="{FF2B5EF4-FFF2-40B4-BE49-F238E27FC236}">
                  <a16:creationId xmlns:a16="http://schemas.microsoft.com/office/drawing/2014/main" id="{012B480F-8153-5931-F379-EEEFA6C61059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251649"/>
              <a:ext cx="40823" cy="10465"/>
            </a:xfrm>
            <a:custGeom>
              <a:avLst/>
              <a:gdLst/>
              <a:ahLst/>
              <a:cxnLst/>
              <a:rect l="0" t="0" r="0" b="0"/>
              <a:pathLst>
                <a:path w="40823" h="10465">
                  <a:moveTo>
                    <a:pt x="0" y="10465"/>
                  </a:moveTo>
                  <a:lnTo>
                    <a:pt x="4082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8" name="Candidate_receptor__2947">
              <a:extLst>
                <a:ext uri="{FF2B5EF4-FFF2-40B4-BE49-F238E27FC236}">
                  <a16:creationId xmlns:a16="http://schemas.microsoft.com/office/drawing/2014/main" id="{6011512A-B3AF-D193-245E-2990EE446F12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84627"/>
              <a:ext cx="77986" cy="941"/>
            </a:xfrm>
            <a:custGeom>
              <a:avLst/>
              <a:gdLst/>
              <a:ahLst/>
              <a:cxnLst/>
              <a:rect l="0" t="0" r="0" b="0"/>
              <a:pathLst>
                <a:path w="77986" h="941">
                  <a:moveTo>
                    <a:pt x="77986" y="9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9" name="Candidate_receptor__2948">
              <a:extLst>
                <a:ext uri="{FF2B5EF4-FFF2-40B4-BE49-F238E27FC236}">
                  <a16:creationId xmlns:a16="http://schemas.microsoft.com/office/drawing/2014/main" id="{55CEDAB0-657E-C91E-5283-274C072439BD}"/>
                </a:ext>
              </a:extLst>
            </p:cNvPr>
            <p:cNvSpPr>
              <a:spLocks noGrp="1"/>
            </p:cNvSpPr>
            <p:nvPr/>
          </p:nvSpPr>
          <p:spPr>
            <a:xfrm>
              <a:off x="6546841" y="4479030"/>
              <a:ext cx="77022" cy="85527"/>
            </a:xfrm>
            <a:custGeom>
              <a:avLst/>
              <a:gdLst/>
              <a:ahLst/>
              <a:cxnLst/>
              <a:rect l="0" t="0" r="0" b="0"/>
              <a:pathLst>
                <a:path w="77022" h="85527">
                  <a:moveTo>
                    <a:pt x="0" y="85527"/>
                  </a:moveTo>
                  <a:lnTo>
                    <a:pt x="7702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0" name="Candidate_receptor__2949">
              <a:extLst>
                <a:ext uri="{FF2B5EF4-FFF2-40B4-BE49-F238E27FC236}">
                  <a16:creationId xmlns:a16="http://schemas.microsoft.com/office/drawing/2014/main" id="{2EBC41D5-8FD4-44ED-670B-717B0B8EBCEC}"/>
                </a:ext>
              </a:extLst>
            </p:cNvPr>
            <p:cNvSpPr>
              <a:spLocks noGrp="1"/>
            </p:cNvSpPr>
            <p:nvPr/>
          </p:nvSpPr>
          <p:spPr>
            <a:xfrm>
              <a:off x="4682586" y="4800228"/>
              <a:ext cx="22033" cy="108373"/>
            </a:xfrm>
            <a:custGeom>
              <a:avLst/>
              <a:gdLst/>
              <a:ahLst/>
              <a:cxnLst/>
              <a:rect l="0" t="0" r="0" b="0"/>
              <a:pathLst>
                <a:path w="22033" h="108373">
                  <a:moveTo>
                    <a:pt x="0" y="108373"/>
                  </a:moveTo>
                  <a:lnTo>
                    <a:pt x="22033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1" name="Candidate_receptor__2950">
              <a:extLst>
                <a:ext uri="{FF2B5EF4-FFF2-40B4-BE49-F238E27FC236}">
                  <a16:creationId xmlns:a16="http://schemas.microsoft.com/office/drawing/2014/main" id="{225882FC-27DE-0540-2262-3152A90D2747}"/>
                </a:ext>
              </a:extLst>
            </p:cNvPr>
            <p:cNvSpPr>
              <a:spLocks noGrp="1"/>
            </p:cNvSpPr>
            <p:nvPr/>
          </p:nvSpPr>
          <p:spPr>
            <a:xfrm>
              <a:off x="5160301" y="3661514"/>
              <a:ext cx="92921" cy="63920"/>
            </a:xfrm>
            <a:custGeom>
              <a:avLst/>
              <a:gdLst/>
              <a:ahLst/>
              <a:cxnLst/>
              <a:rect l="0" t="0" r="0" b="0"/>
              <a:pathLst>
                <a:path w="92921" h="63920">
                  <a:moveTo>
                    <a:pt x="0" y="0"/>
                  </a:moveTo>
                  <a:lnTo>
                    <a:pt x="92921" y="6392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2" name="Candidate_receptor__2951">
              <a:extLst>
                <a:ext uri="{FF2B5EF4-FFF2-40B4-BE49-F238E27FC236}">
                  <a16:creationId xmlns:a16="http://schemas.microsoft.com/office/drawing/2014/main" id="{103A40CE-9749-2E67-BC7A-DBC889C3CA94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408057"/>
              <a:ext cx="95" cy="64924"/>
            </a:xfrm>
            <a:custGeom>
              <a:avLst/>
              <a:gdLst/>
              <a:ahLst/>
              <a:cxnLst/>
              <a:rect l="0" t="0" r="0" b="0"/>
              <a:pathLst>
                <a:path w="95" h="64924">
                  <a:moveTo>
                    <a:pt x="0" y="0"/>
                  </a:moveTo>
                  <a:lnTo>
                    <a:pt x="93" y="6492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3" name="Candidate_receptor__2952">
              <a:extLst>
                <a:ext uri="{FF2B5EF4-FFF2-40B4-BE49-F238E27FC236}">
                  <a16:creationId xmlns:a16="http://schemas.microsoft.com/office/drawing/2014/main" id="{0AA6ED21-E444-11DC-7027-BA9255CD8A64}"/>
                </a:ext>
              </a:extLst>
            </p:cNvPr>
            <p:cNvSpPr>
              <a:spLocks noGrp="1"/>
            </p:cNvSpPr>
            <p:nvPr/>
          </p:nvSpPr>
          <p:spPr>
            <a:xfrm>
              <a:off x="6071504" y="2918879"/>
              <a:ext cx="31164" cy="15369"/>
            </a:xfrm>
            <a:custGeom>
              <a:avLst/>
              <a:gdLst/>
              <a:ahLst/>
              <a:cxnLst/>
              <a:rect l="0" t="0" r="0" b="0"/>
              <a:pathLst>
                <a:path w="31164" h="15369">
                  <a:moveTo>
                    <a:pt x="31164" y="153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4" name="Candidate_receptor__2953">
              <a:extLst>
                <a:ext uri="{FF2B5EF4-FFF2-40B4-BE49-F238E27FC236}">
                  <a16:creationId xmlns:a16="http://schemas.microsoft.com/office/drawing/2014/main" id="{CDFB7E20-E50A-B020-6B18-2E9F280BEDBB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267945"/>
              <a:ext cx="65987" cy="91703"/>
            </a:xfrm>
            <a:custGeom>
              <a:avLst/>
              <a:gdLst/>
              <a:ahLst/>
              <a:cxnLst/>
              <a:rect l="0" t="0" r="0" b="0"/>
              <a:pathLst>
                <a:path w="65987" h="91703">
                  <a:moveTo>
                    <a:pt x="65987" y="0"/>
                  </a:moveTo>
                  <a:lnTo>
                    <a:pt x="0" y="9170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5" name="Candidate_receptor__2954">
              <a:extLst>
                <a:ext uri="{FF2B5EF4-FFF2-40B4-BE49-F238E27FC236}">
                  <a16:creationId xmlns:a16="http://schemas.microsoft.com/office/drawing/2014/main" id="{C27A4E93-7C29-6491-8CE5-2D552745D346}"/>
                </a:ext>
              </a:extLst>
            </p:cNvPr>
            <p:cNvSpPr>
              <a:spLocks noGrp="1"/>
            </p:cNvSpPr>
            <p:nvPr/>
          </p:nvSpPr>
          <p:spPr>
            <a:xfrm>
              <a:off x="5915230" y="3862527"/>
              <a:ext cx="240" cy="101988"/>
            </a:xfrm>
            <a:custGeom>
              <a:avLst/>
              <a:gdLst/>
              <a:ahLst/>
              <a:cxnLst/>
              <a:rect l="0" t="0" r="0" b="0"/>
              <a:pathLst>
                <a:path w="240" h="101988">
                  <a:moveTo>
                    <a:pt x="0" y="0"/>
                  </a:moveTo>
                  <a:lnTo>
                    <a:pt x="240" y="10198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6" name="Candidate_receptor__2955">
              <a:extLst>
                <a:ext uri="{FF2B5EF4-FFF2-40B4-BE49-F238E27FC236}">
                  <a16:creationId xmlns:a16="http://schemas.microsoft.com/office/drawing/2014/main" id="{EAFDB751-D27A-071E-C74A-8347E3434E6B}"/>
                </a:ext>
              </a:extLst>
            </p:cNvPr>
            <p:cNvSpPr>
              <a:spLocks noGrp="1"/>
            </p:cNvSpPr>
            <p:nvPr/>
          </p:nvSpPr>
          <p:spPr>
            <a:xfrm>
              <a:off x="5687184" y="2483902"/>
              <a:ext cx="98132" cy="41628"/>
            </a:xfrm>
            <a:custGeom>
              <a:avLst/>
              <a:gdLst/>
              <a:ahLst/>
              <a:cxnLst/>
              <a:rect l="0" t="0" r="0" b="0"/>
              <a:pathLst>
                <a:path w="98132" h="41628">
                  <a:moveTo>
                    <a:pt x="0" y="41628"/>
                  </a:moveTo>
                  <a:lnTo>
                    <a:pt x="98132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7" name="Candidate_receptor__2956">
              <a:extLst>
                <a:ext uri="{FF2B5EF4-FFF2-40B4-BE49-F238E27FC236}">
                  <a16:creationId xmlns:a16="http://schemas.microsoft.com/office/drawing/2014/main" id="{DB0AD091-12DD-B8CB-7C7B-BB0412D078D5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22166" cy="48342"/>
            </a:xfrm>
            <a:custGeom>
              <a:avLst/>
              <a:gdLst/>
              <a:ahLst/>
              <a:cxnLst/>
              <a:rect l="0" t="0" r="0" b="0"/>
              <a:pathLst>
                <a:path w="22166" h="48342">
                  <a:moveTo>
                    <a:pt x="22166" y="483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8" name="Candidate_receptor__2957">
              <a:extLst>
                <a:ext uri="{FF2B5EF4-FFF2-40B4-BE49-F238E27FC236}">
                  <a16:creationId xmlns:a16="http://schemas.microsoft.com/office/drawing/2014/main" id="{17E7B05B-7529-F88D-C1E6-FB3746A49622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7600"/>
              <a:ext cx="20680" cy="14799"/>
            </a:xfrm>
            <a:custGeom>
              <a:avLst/>
              <a:gdLst/>
              <a:ahLst/>
              <a:cxnLst/>
              <a:rect l="0" t="0" r="0" b="0"/>
              <a:pathLst>
                <a:path w="20680" h="14799">
                  <a:moveTo>
                    <a:pt x="0" y="14799"/>
                  </a:moveTo>
                  <a:lnTo>
                    <a:pt x="2068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9" name="Candidate_receptor__2958">
              <a:extLst>
                <a:ext uri="{FF2B5EF4-FFF2-40B4-BE49-F238E27FC236}">
                  <a16:creationId xmlns:a16="http://schemas.microsoft.com/office/drawing/2014/main" id="{A1C8D03A-7F74-4700-CFA3-FD91682743FA}"/>
                </a:ext>
              </a:extLst>
            </p:cNvPr>
            <p:cNvSpPr>
              <a:spLocks noGrp="1"/>
            </p:cNvSpPr>
            <p:nvPr/>
          </p:nvSpPr>
          <p:spPr>
            <a:xfrm>
              <a:off x="5674413" y="3790859"/>
              <a:ext cx="34660" cy="5536"/>
            </a:xfrm>
            <a:custGeom>
              <a:avLst/>
              <a:gdLst/>
              <a:ahLst/>
              <a:cxnLst/>
              <a:rect l="0" t="0" r="0" b="0"/>
              <a:pathLst>
                <a:path w="34660" h="5536">
                  <a:moveTo>
                    <a:pt x="0" y="0"/>
                  </a:moveTo>
                  <a:lnTo>
                    <a:pt x="34660" y="55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0" name="Candidate_receptor__2959">
              <a:extLst>
                <a:ext uri="{FF2B5EF4-FFF2-40B4-BE49-F238E27FC236}">
                  <a16:creationId xmlns:a16="http://schemas.microsoft.com/office/drawing/2014/main" id="{3ED99D83-521A-0A6C-FD14-6DA7E2BB381A}"/>
                </a:ext>
              </a:extLst>
            </p:cNvPr>
            <p:cNvSpPr>
              <a:spLocks noGrp="1"/>
            </p:cNvSpPr>
            <p:nvPr/>
          </p:nvSpPr>
          <p:spPr>
            <a:xfrm>
              <a:off x="5882684" y="2209281"/>
              <a:ext cx="95109" cy="4102"/>
            </a:xfrm>
            <a:custGeom>
              <a:avLst/>
              <a:gdLst/>
              <a:ahLst/>
              <a:cxnLst/>
              <a:rect l="0" t="0" r="0" b="0"/>
              <a:pathLst>
                <a:path w="95109" h="4102">
                  <a:moveTo>
                    <a:pt x="95109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1" name="Candidate_receptor__2960">
              <a:extLst>
                <a:ext uri="{FF2B5EF4-FFF2-40B4-BE49-F238E27FC236}">
                  <a16:creationId xmlns:a16="http://schemas.microsoft.com/office/drawing/2014/main" id="{94DBA45C-7DA3-A8FB-E976-F2D1E233F2BD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74108"/>
              <a:ext cx="85513" cy="70986"/>
            </a:xfrm>
            <a:custGeom>
              <a:avLst/>
              <a:gdLst/>
              <a:ahLst/>
              <a:cxnLst/>
              <a:rect l="0" t="0" r="0" b="0"/>
              <a:pathLst>
                <a:path w="85513" h="70986">
                  <a:moveTo>
                    <a:pt x="0" y="0"/>
                  </a:moveTo>
                  <a:lnTo>
                    <a:pt x="85513" y="7098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2" name="Candidate_receptor__2961">
              <a:extLst>
                <a:ext uri="{FF2B5EF4-FFF2-40B4-BE49-F238E27FC236}">
                  <a16:creationId xmlns:a16="http://schemas.microsoft.com/office/drawing/2014/main" id="{6DBD8E5B-DF85-AE0D-0B41-4A060204E877}"/>
                </a:ext>
              </a:extLst>
            </p:cNvPr>
            <p:cNvSpPr>
              <a:spLocks noGrp="1"/>
            </p:cNvSpPr>
            <p:nvPr/>
          </p:nvSpPr>
          <p:spPr>
            <a:xfrm>
              <a:off x="4560095" y="2252754"/>
              <a:ext cx="23764" cy="8426"/>
            </a:xfrm>
            <a:custGeom>
              <a:avLst/>
              <a:gdLst/>
              <a:ahLst/>
              <a:cxnLst/>
              <a:rect l="0" t="0" r="0" b="0"/>
              <a:pathLst>
                <a:path w="23764" h="8426">
                  <a:moveTo>
                    <a:pt x="23764" y="0"/>
                  </a:moveTo>
                  <a:lnTo>
                    <a:pt x="0" y="842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3" name="Candidate_receptor__2962">
              <a:extLst>
                <a:ext uri="{FF2B5EF4-FFF2-40B4-BE49-F238E27FC236}">
                  <a16:creationId xmlns:a16="http://schemas.microsoft.com/office/drawing/2014/main" id="{64EE0834-6FB0-5A4E-5CB9-51B54A9A5468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453217"/>
              <a:ext cx="32964" cy="101535"/>
            </a:xfrm>
            <a:custGeom>
              <a:avLst/>
              <a:gdLst/>
              <a:ahLst/>
              <a:cxnLst/>
              <a:rect l="0" t="0" r="0" b="0"/>
              <a:pathLst>
                <a:path w="32964" h="101535">
                  <a:moveTo>
                    <a:pt x="0" y="101535"/>
                  </a:moveTo>
                  <a:lnTo>
                    <a:pt x="3296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4" name="Candidate_receptor__2963">
              <a:extLst>
                <a:ext uri="{FF2B5EF4-FFF2-40B4-BE49-F238E27FC236}">
                  <a16:creationId xmlns:a16="http://schemas.microsoft.com/office/drawing/2014/main" id="{7F401B7C-C7EB-07B8-AB66-BE1A7B4A630B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799795"/>
              <a:ext cx="29884" cy="35507"/>
            </a:xfrm>
            <a:custGeom>
              <a:avLst/>
              <a:gdLst/>
              <a:ahLst/>
              <a:cxnLst/>
              <a:rect l="0" t="0" r="0" b="0"/>
              <a:pathLst>
                <a:path w="29884" h="35507">
                  <a:moveTo>
                    <a:pt x="0" y="35507"/>
                  </a:moveTo>
                  <a:lnTo>
                    <a:pt x="2988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5" name="Candidate_receptor__2964">
              <a:extLst>
                <a:ext uri="{FF2B5EF4-FFF2-40B4-BE49-F238E27FC236}">
                  <a16:creationId xmlns:a16="http://schemas.microsoft.com/office/drawing/2014/main" id="{6C86CBD1-2043-B2D5-4651-B8BAA46C220A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845094"/>
              <a:ext cx="20122" cy="110814"/>
            </a:xfrm>
            <a:custGeom>
              <a:avLst/>
              <a:gdLst/>
              <a:ahLst/>
              <a:cxnLst/>
              <a:rect l="0" t="0" r="0" b="0"/>
              <a:pathLst>
                <a:path w="20122" h="110814">
                  <a:moveTo>
                    <a:pt x="20122" y="0"/>
                  </a:moveTo>
                  <a:lnTo>
                    <a:pt x="0" y="11081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6" name="Candidate_receptor__2965">
              <a:extLst>
                <a:ext uri="{FF2B5EF4-FFF2-40B4-BE49-F238E27FC236}">
                  <a16:creationId xmlns:a16="http://schemas.microsoft.com/office/drawing/2014/main" id="{8CF1BC9D-974F-8191-1BC9-576D4BDD3C26}"/>
                </a:ext>
              </a:extLst>
            </p:cNvPr>
            <p:cNvSpPr>
              <a:spLocks noGrp="1"/>
            </p:cNvSpPr>
            <p:nvPr/>
          </p:nvSpPr>
          <p:spPr>
            <a:xfrm>
              <a:off x="4979773" y="2066594"/>
              <a:ext cx="57015" cy="29636"/>
            </a:xfrm>
            <a:custGeom>
              <a:avLst/>
              <a:gdLst/>
              <a:ahLst/>
              <a:cxnLst/>
              <a:rect l="0" t="0" r="0" b="0"/>
              <a:pathLst>
                <a:path w="57015" h="29636">
                  <a:moveTo>
                    <a:pt x="57015" y="0"/>
                  </a:moveTo>
                  <a:lnTo>
                    <a:pt x="0" y="2963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7" name="Candidate_receptor__2966">
              <a:extLst>
                <a:ext uri="{FF2B5EF4-FFF2-40B4-BE49-F238E27FC236}">
                  <a16:creationId xmlns:a16="http://schemas.microsoft.com/office/drawing/2014/main" id="{99CA734D-268B-B595-3AAE-E6D6FD9266E7}"/>
                </a:ext>
              </a:extLst>
            </p:cNvPr>
            <p:cNvSpPr>
              <a:spLocks noGrp="1"/>
            </p:cNvSpPr>
            <p:nvPr/>
          </p:nvSpPr>
          <p:spPr>
            <a:xfrm>
              <a:off x="5875710" y="3242567"/>
              <a:ext cx="71903" cy="7573"/>
            </a:xfrm>
            <a:custGeom>
              <a:avLst/>
              <a:gdLst/>
              <a:ahLst/>
              <a:cxnLst/>
              <a:rect l="0" t="0" r="0" b="0"/>
              <a:pathLst>
                <a:path w="71903" h="7573">
                  <a:moveTo>
                    <a:pt x="71903" y="0"/>
                  </a:moveTo>
                  <a:lnTo>
                    <a:pt x="0" y="757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8" name="Candidate_receptor__2967">
              <a:extLst>
                <a:ext uri="{FF2B5EF4-FFF2-40B4-BE49-F238E27FC236}">
                  <a16:creationId xmlns:a16="http://schemas.microsoft.com/office/drawing/2014/main" id="{6CA0611A-4438-AB21-A871-6899767E93C8}"/>
                </a:ext>
              </a:extLst>
            </p:cNvPr>
            <p:cNvSpPr>
              <a:spLocks noGrp="1"/>
            </p:cNvSpPr>
            <p:nvPr/>
          </p:nvSpPr>
          <p:spPr>
            <a:xfrm>
              <a:off x="5058458" y="2842547"/>
              <a:ext cx="104414" cy="41274"/>
            </a:xfrm>
            <a:custGeom>
              <a:avLst/>
              <a:gdLst/>
              <a:ahLst/>
              <a:cxnLst/>
              <a:rect l="0" t="0" r="0" b="0"/>
              <a:pathLst>
                <a:path w="104414" h="41274">
                  <a:moveTo>
                    <a:pt x="104414" y="0"/>
                  </a:moveTo>
                  <a:lnTo>
                    <a:pt x="0" y="4127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9" name="Candidate_receptor__2968">
              <a:extLst>
                <a:ext uri="{FF2B5EF4-FFF2-40B4-BE49-F238E27FC236}">
                  <a16:creationId xmlns:a16="http://schemas.microsoft.com/office/drawing/2014/main" id="{BCBCAF18-0E88-3C92-B2BC-3BA1F6B7EAD4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81336"/>
              <a:ext cx="92752" cy="52876"/>
            </a:xfrm>
            <a:custGeom>
              <a:avLst/>
              <a:gdLst/>
              <a:ahLst/>
              <a:cxnLst/>
              <a:rect l="0" t="0" r="0" b="0"/>
              <a:pathLst>
                <a:path w="92752" h="52876">
                  <a:moveTo>
                    <a:pt x="0" y="52876"/>
                  </a:moveTo>
                  <a:lnTo>
                    <a:pt x="9275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0" name="Candidate_receptor__2969">
              <a:extLst>
                <a:ext uri="{FF2B5EF4-FFF2-40B4-BE49-F238E27FC236}">
                  <a16:creationId xmlns:a16="http://schemas.microsoft.com/office/drawing/2014/main" id="{F0E1D383-4EEE-0789-7124-9FAD84B0180B}"/>
                </a:ext>
              </a:extLst>
            </p:cNvPr>
            <p:cNvSpPr>
              <a:spLocks noGrp="1"/>
            </p:cNvSpPr>
            <p:nvPr/>
          </p:nvSpPr>
          <p:spPr>
            <a:xfrm>
              <a:off x="5122701" y="2464207"/>
              <a:ext cx="103832" cy="31909"/>
            </a:xfrm>
            <a:custGeom>
              <a:avLst/>
              <a:gdLst/>
              <a:ahLst/>
              <a:cxnLst/>
              <a:rect l="0" t="0" r="0" b="0"/>
              <a:pathLst>
                <a:path w="103832" h="31909">
                  <a:moveTo>
                    <a:pt x="0" y="31909"/>
                  </a:moveTo>
                  <a:lnTo>
                    <a:pt x="10383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1" name="Candidate_receptor__2970">
              <a:extLst>
                <a:ext uri="{FF2B5EF4-FFF2-40B4-BE49-F238E27FC236}">
                  <a16:creationId xmlns:a16="http://schemas.microsoft.com/office/drawing/2014/main" id="{40754CF4-BFA6-D23F-6B47-68430F452495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04764"/>
              <a:ext cx="51854" cy="40502"/>
            </a:xfrm>
            <a:custGeom>
              <a:avLst/>
              <a:gdLst/>
              <a:ahLst/>
              <a:cxnLst/>
              <a:rect l="0" t="0" r="0" b="0"/>
              <a:pathLst>
                <a:path w="51854" h="40502">
                  <a:moveTo>
                    <a:pt x="51854" y="0"/>
                  </a:moveTo>
                  <a:lnTo>
                    <a:pt x="0" y="405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72" name="Candidate_receptor__2971">
              <a:extLst>
                <a:ext uri="{FF2B5EF4-FFF2-40B4-BE49-F238E27FC236}">
                  <a16:creationId xmlns:a16="http://schemas.microsoft.com/office/drawing/2014/main" id="{3518CB16-24AC-2FF4-A248-AF24B04C28C4}"/>
                </a:ext>
              </a:extLst>
            </p:cNvPr>
            <p:cNvSpPr>
              <a:spLocks noGrp="1"/>
            </p:cNvSpPr>
            <p:nvPr/>
          </p:nvSpPr>
          <p:spPr>
            <a:xfrm>
              <a:off x="5903941" y="3378447"/>
              <a:ext cx="110292" cy="28332"/>
            </a:xfrm>
            <a:custGeom>
              <a:avLst/>
              <a:gdLst/>
              <a:ahLst/>
              <a:cxnLst/>
              <a:rect l="0" t="0" r="0" b="0"/>
              <a:pathLst>
                <a:path w="110292" h="28332">
                  <a:moveTo>
                    <a:pt x="0" y="0"/>
                  </a:moveTo>
                  <a:lnTo>
                    <a:pt x="110292" y="2833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3" name="Candidate_receptor__2972">
              <a:extLst>
                <a:ext uri="{FF2B5EF4-FFF2-40B4-BE49-F238E27FC236}">
                  <a16:creationId xmlns:a16="http://schemas.microsoft.com/office/drawing/2014/main" id="{8E082C0C-0ED1-05EC-C639-7D4DD957DFE4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91069"/>
              <a:ext cx="4535" cy="64209"/>
            </a:xfrm>
            <a:custGeom>
              <a:avLst/>
              <a:gdLst/>
              <a:ahLst/>
              <a:cxnLst/>
              <a:rect l="0" t="0" r="0" b="0"/>
              <a:pathLst>
                <a:path w="4535" h="64209">
                  <a:moveTo>
                    <a:pt x="4535" y="64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4" name="Candidate_receptor__2973">
              <a:extLst>
                <a:ext uri="{FF2B5EF4-FFF2-40B4-BE49-F238E27FC236}">
                  <a16:creationId xmlns:a16="http://schemas.microsoft.com/office/drawing/2014/main" id="{864AB574-BD54-EF1B-98D9-01A8A201CCDB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209281"/>
              <a:ext cx="70030" cy="21808"/>
            </a:xfrm>
            <a:custGeom>
              <a:avLst/>
              <a:gdLst/>
              <a:ahLst/>
              <a:cxnLst/>
              <a:rect l="0" t="0" r="0" b="0"/>
              <a:pathLst>
                <a:path w="70030" h="21808">
                  <a:moveTo>
                    <a:pt x="70030" y="0"/>
                  </a:moveTo>
                  <a:lnTo>
                    <a:pt x="0" y="2180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5" name="Candidate_receptor__2974">
              <a:extLst>
                <a:ext uri="{FF2B5EF4-FFF2-40B4-BE49-F238E27FC236}">
                  <a16:creationId xmlns:a16="http://schemas.microsoft.com/office/drawing/2014/main" id="{F66F2CC0-39E4-82AD-3B81-D829EE2366B2}"/>
                </a:ext>
              </a:extLst>
            </p:cNvPr>
            <p:cNvSpPr>
              <a:spLocks noGrp="1"/>
            </p:cNvSpPr>
            <p:nvPr/>
          </p:nvSpPr>
          <p:spPr>
            <a:xfrm>
              <a:off x="5745724" y="2077175"/>
              <a:ext cx="110230" cy="20848"/>
            </a:xfrm>
            <a:custGeom>
              <a:avLst/>
              <a:gdLst/>
              <a:ahLst/>
              <a:cxnLst/>
              <a:rect l="0" t="0" r="0" b="0"/>
              <a:pathLst>
                <a:path w="110230" h="20848">
                  <a:moveTo>
                    <a:pt x="110230" y="0"/>
                  </a:moveTo>
                  <a:lnTo>
                    <a:pt x="0" y="2084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6" name="Candidate_receptor__2975">
              <a:extLst>
                <a:ext uri="{FF2B5EF4-FFF2-40B4-BE49-F238E27FC236}">
                  <a16:creationId xmlns:a16="http://schemas.microsoft.com/office/drawing/2014/main" id="{955D3B8A-9B2E-2044-4E5B-B9B7F77699A1}"/>
                </a:ext>
              </a:extLst>
            </p:cNvPr>
            <p:cNvSpPr>
              <a:spLocks noGrp="1"/>
            </p:cNvSpPr>
            <p:nvPr/>
          </p:nvSpPr>
          <p:spPr>
            <a:xfrm>
              <a:off x="5047668" y="3428764"/>
              <a:ext cx="65718" cy="90203"/>
            </a:xfrm>
            <a:custGeom>
              <a:avLst/>
              <a:gdLst/>
              <a:ahLst/>
              <a:cxnLst/>
              <a:rect l="0" t="0" r="0" b="0"/>
              <a:pathLst>
                <a:path w="65718" h="90203">
                  <a:moveTo>
                    <a:pt x="65718" y="0"/>
                  </a:moveTo>
                  <a:lnTo>
                    <a:pt x="0" y="9020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7" name="Candidate_receptor__2976">
              <a:extLst>
                <a:ext uri="{FF2B5EF4-FFF2-40B4-BE49-F238E27FC236}">
                  <a16:creationId xmlns:a16="http://schemas.microsoft.com/office/drawing/2014/main" id="{9850D043-66B3-57EB-D27F-1FF82DB8ADA0}"/>
                </a:ext>
              </a:extLst>
            </p:cNvPr>
            <p:cNvSpPr>
              <a:spLocks noGrp="1"/>
            </p:cNvSpPr>
            <p:nvPr/>
          </p:nvSpPr>
          <p:spPr>
            <a:xfrm>
              <a:off x="6145900" y="4126236"/>
              <a:ext cx="103986" cy="10416"/>
            </a:xfrm>
            <a:custGeom>
              <a:avLst/>
              <a:gdLst/>
              <a:ahLst/>
              <a:cxnLst/>
              <a:rect l="0" t="0" r="0" b="0"/>
              <a:pathLst>
                <a:path w="103986" h="10416">
                  <a:moveTo>
                    <a:pt x="103986" y="104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8" name="Candidate_receptor__2977">
              <a:extLst>
                <a:ext uri="{FF2B5EF4-FFF2-40B4-BE49-F238E27FC236}">
                  <a16:creationId xmlns:a16="http://schemas.microsoft.com/office/drawing/2014/main" id="{698FAAC0-6629-4386-A500-0ACECC160157}"/>
                </a:ext>
              </a:extLst>
            </p:cNvPr>
            <p:cNvSpPr>
              <a:spLocks noGrp="1"/>
            </p:cNvSpPr>
            <p:nvPr/>
          </p:nvSpPr>
          <p:spPr>
            <a:xfrm>
              <a:off x="6473583" y="4271761"/>
              <a:ext cx="90722" cy="44556"/>
            </a:xfrm>
            <a:custGeom>
              <a:avLst/>
              <a:gdLst/>
              <a:ahLst/>
              <a:cxnLst/>
              <a:rect l="0" t="0" r="0" b="0"/>
              <a:pathLst>
                <a:path w="90722" h="44556">
                  <a:moveTo>
                    <a:pt x="90722" y="445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9" name="Candidate_receptor__2978">
              <a:extLst>
                <a:ext uri="{FF2B5EF4-FFF2-40B4-BE49-F238E27FC236}">
                  <a16:creationId xmlns:a16="http://schemas.microsoft.com/office/drawing/2014/main" id="{9F945107-1CF0-4464-521C-4CA437B398C3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6591" cy="106929"/>
            </a:xfrm>
            <a:custGeom>
              <a:avLst/>
              <a:gdLst/>
              <a:ahLst/>
              <a:cxnLst/>
              <a:rect l="0" t="0" r="0" b="0"/>
              <a:pathLst>
                <a:path w="6591" h="106929">
                  <a:moveTo>
                    <a:pt x="0" y="0"/>
                  </a:moveTo>
                  <a:lnTo>
                    <a:pt x="6591" y="10692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0" name="Candidate_receptor__2979">
              <a:extLst>
                <a:ext uri="{FF2B5EF4-FFF2-40B4-BE49-F238E27FC236}">
                  <a16:creationId xmlns:a16="http://schemas.microsoft.com/office/drawing/2014/main" id="{F30AD086-B92B-F829-6CDB-01079A084DC7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69325"/>
              <a:ext cx="25649" cy="6970"/>
            </a:xfrm>
            <a:custGeom>
              <a:avLst/>
              <a:gdLst/>
              <a:ahLst/>
              <a:cxnLst/>
              <a:rect l="0" t="0" r="0" b="0"/>
              <a:pathLst>
                <a:path w="25649" h="6970">
                  <a:moveTo>
                    <a:pt x="0" y="6970"/>
                  </a:moveTo>
                  <a:lnTo>
                    <a:pt x="2564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1" name="Candidate_receptor__2980">
              <a:extLst>
                <a:ext uri="{FF2B5EF4-FFF2-40B4-BE49-F238E27FC236}">
                  <a16:creationId xmlns:a16="http://schemas.microsoft.com/office/drawing/2014/main" id="{23A757C3-6F64-3A59-81D2-632E8E5D9BCC}"/>
                </a:ext>
              </a:extLst>
            </p:cNvPr>
            <p:cNvSpPr>
              <a:spLocks noGrp="1"/>
            </p:cNvSpPr>
            <p:nvPr/>
          </p:nvSpPr>
          <p:spPr>
            <a:xfrm>
              <a:off x="5593546" y="4081462"/>
              <a:ext cx="105726" cy="43779"/>
            </a:xfrm>
            <a:custGeom>
              <a:avLst/>
              <a:gdLst/>
              <a:ahLst/>
              <a:cxnLst/>
              <a:rect l="0" t="0" r="0" b="0"/>
              <a:pathLst>
                <a:path w="105726" h="43779">
                  <a:moveTo>
                    <a:pt x="105726" y="437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2" name="Candidate_receptor__2981">
              <a:extLst>
                <a:ext uri="{FF2B5EF4-FFF2-40B4-BE49-F238E27FC236}">
                  <a16:creationId xmlns:a16="http://schemas.microsoft.com/office/drawing/2014/main" id="{91AA5BD4-8EC6-9BA9-82DD-0770B6AD967A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2607360"/>
              <a:ext cx="81301" cy="425"/>
            </a:xfrm>
            <a:custGeom>
              <a:avLst/>
              <a:gdLst/>
              <a:ahLst/>
              <a:cxnLst/>
              <a:rect l="0" t="0" r="0" b="0"/>
              <a:pathLst>
                <a:path w="81301" h="425">
                  <a:moveTo>
                    <a:pt x="0" y="425"/>
                  </a:moveTo>
                  <a:lnTo>
                    <a:pt x="8130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3" name="Candidate_receptor__2982">
              <a:extLst>
                <a:ext uri="{FF2B5EF4-FFF2-40B4-BE49-F238E27FC236}">
                  <a16:creationId xmlns:a16="http://schemas.microsoft.com/office/drawing/2014/main" id="{C1C742DD-B377-4E8E-DA33-D45E634183FB}"/>
                </a:ext>
              </a:extLst>
            </p:cNvPr>
            <p:cNvSpPr>
              <a:spLocks noGrp="1"/>
            </p:cNvSpPr>
            <p:nvPr/>
          </p:nvSpPr>
          <p:spPr>
            <a:xfrm>
              <a:off x="5067402" y="3922009"/>
              <a:ext cx="23177" cy="30930"/>
            </a:xfrm>
            <a:custGeom>
              <a:avLst/>
              <a:gdLst/>
              <a:ahLst/>
              <a:cxnLst/>
              <a:rect l="0" t="0" r="0" b="0"/>
              <a:pathLst>
                <a:path w="23177" h="30930">
                  <a:moveTo>
                    <a:pt x="0" y="0"/>
                  </a:moveTo>
                  <a:lnTo>
                    <a:pt x="23177" y="3093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4" name="Candidate_receptor__2983">
              <a:extLst>
                <a:ext uri="{FF2B5EF4-FFF2-40B4-BE49-F238E27FC236}">
                  <a16:creationId xmlns:a16="http://schemas.microsoft.com/office/drawing/2014/main" id="{6C31D0E0-2FF5-C773-94DA-0BA5134EBE43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661514"/>
              <a:ext cx="52669" cy="90215"/>
            </a:xfrm>
            <a:custGeom>
              <a:avLst/>
              <a:gdLst/>
              <a:ahLst/>
              <a:cxnLst/>
              <a:rect l="0" t="0" r="0" b="0"/>
              <a:pathLst>
                <a:path w="52669" h="90215">
                  <a:moveTo>
                    <a:pt x="0" y="90215"/>
                  </a:moveTo>
                  <a:lnTo>
                    <a:pt x="5266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5" name="Candidate_receptor__2984">
              <a:extLst>
                <a:ext uri="{FF2B5EF4-FFF2-40B4-BE49-F238E27FC236}">
                  <a16:creationId xmlns:a16="http://schemas.microsoft.com/office/drawing/2014/main" id="{D1C343E4-1391-B964-FB84-078B753B2C34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42992"/>
              <a:ext cx="99630" cy="7887"/>
            </a:xfrm>
            <a:custGeom>
              <a:avLst/>
              <a:gdLst/>
              <a:ahLst/>
              <a:cxnLst/>
              <a:rect l="0" t="0" r="0" b="0"/>
              <a:pathLst>
                <a:path w="99630" h="7887">
                  <a:moveTo>
                    <a:pt x="0" y="7887"/>
                  </a:moveTo>
                  <a:lnTo>
                    <a:pt x="9963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6" name="Candidate_receptor__2985">
              <a:extLst>
                <a:ext uri="{FF2B5EF4-FFF2-40B4-BE49-F238E27FC236}">
                  <a16:creationId xmlns:a16="http://schemas.microsoft.com/office/drawing/2014/main" id="{79B06243-4E8E-B8F6-B6CD-6153783ADFCA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544"/>
              <a:ext cx="43563" cy="22126"/>
            </a:xfrm>
            <a:custGeom>
              <a:avLst/>
              <a:gdLst/>
              <a:ahLst/>
              <a:cxnLst/>
              <a:rect l="0" t="0" r="0" b="0"/>
              <a:pathLst>
                <a:path w="43563" h="22126">
                  <a:moveTo>
                    <a:pt x="0" y="22126"/>
                  </a:moveTo>
                  <a:lnTo>
                    <a:pt x="4356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7" name="Candidate_receptor__2986">
              <a:extLst>
                <a:ext uri="{FF2B5EF4-FFF2-40B4-BE49-F238E27FC236}">
                  <a16:creationId xmlns:a16="http://schemas.microsoft.com/office/drawing/2014/main" id="{DDA4C762-BC17-3227-BE0D-F3DDBA2D60A6}"/>
                </a:ext>
              </a:extLst>
            </p:cNvPr>
            <p:cNvSpPr>
              <a:spLocks noGrp="1"/>
            </p:cNvSpPr>
            <p:nvPr/>
          </p:nvSpPr>
          <p:spPr>
            <a:xfrm>
              <a:off x="4943252" y="2463706"/>
              <a:ext cx="7710" cy="78609"/>
            </a:xfrm>
            <a:custGeom>
              <a:avLst/>
              <a:gdLst/>
              <a:ahLst/>
              <a:cxnLst/>
              <a:rect l="0" t="0" r="0" b="0"/>
              <a:pathLst>
                <a:path w="7710" h="78609">
                  <a:moveTo>
                    <a:pt x="0" y="78609"/>
                  </a:moveTo>
                  <a:lnTo>
                    <a:pt x="771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8" name="Candidate_receptor__2987">
              <a:extLst>
                <a:ext uri="{FF2B5EF4-FFF2-40B4-BE49-F238E27FC236}">
                  <a16:creationId xmlns:a16="http://schemas.microsoft.com/office/drawing/2014/main" id="{E14FC8BB-023B-0955-3017-D0C183F16605}"/>
                </a:ext>
              </a:extLst>
            </p:cNvPr>
            <p:cNvSpPr>
              <a:spLocks noGrp="1"/>
            </p:cNvSpPr>
            <p:nvPr/>
          </p:nvSpPr>
          <p:spPr>
            <a:xfrm>
              <a:off x="6085996" y="4481336"/>
              <a:ext cx="67681" cy="49738"/>
            </a:xfrm>
            <a:custGeom>
              <a:avLst/>
              <a:gdLst/>
              <a:ahLst/>
              <a:cxnLst/>
              <a:rect l="0" t="0" r="0" b="0"/>
              <a:pathLst>
                <a:path w="67681" h="49738">
                  <a:moveTo>
                    <a:pt x="0" y="0"/>
                  </a:moveTo>
                  <a:lnTo>
                    <a:pt x="67681" y="497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9" name="Candidate_receptor__2988">
              <a:extLst>
                <a:ext uri="{FF2B5EF4-FFF2-40B4-BE49-F238E27FC236}">
                  <a16:creationId xmlns:a16="http://schemas.microsoft.com/office/drawing/2014/main" id="{DDA80F76-8CEC-68E1-7398-E66BD613B034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118255"/>
              <a:ext cx="23893" cy="477"/>
            </a:xfrm>
            <a:custGeom>
              <a:avLst/>
              <a:gdLst/>
              <a:ahLst/>
              <a:cxnLst/>
              <a:rect l="0" t="0" r="0" b="0"/>
              <a:pathLst>
                <a:path w="23893" h="477">
                  <a:moveTo>
                    <a:pt x="0" y="0"/>
                  </a:moveTo>
                  <a:lnTo>
                    <a:pt x="23893" y="47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0" name="Candidate_receptor__2989">
              <a:extLst>
                <a:ext uri="{FF2B5EF4-FFF2-40B4-BE49-F238E27FC236}">
                  <a16:creationId xmlns:a16="http://schemas.microsoft.com/office/drawing/2014/main" id="{F5B90DC0-91A9-E589-D4E7-5CF9B346D21A}"/>
                </a:ext>
              </a:extLst>
            </p:cNvPr>
            <p:cNvSpPr>
              <a:spLocks noGrp="1"/>
            </p:cNvSpPr>
            <p:nvPr/>
          </p:nvSpPr>
          <p:spPr>
            <a:xfrm>
              <a:off x="5977792" y="2125466"/>
              <a:ext cx="74128" cy="87917"/>
            </a:xfrm>
            <a:custGeom>
              <a:avLst/>
              <a:gdLst/>
              <a:ahLst/>
              <a:cxnLst/>
              <a:rect l="0" t="0" r="0" b="0"/>
              <a:pathLst>
                <a:path w="74128" h="87917">
                  <a:moveTo>
                    <a:pt x="74128" y="0"/>
                  </a:moveTo>
                  <a:lnTo>
                    <a:pt x="0" y="879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1" name="Candidate_receptor__2990">
              <a:extLst>
                <a:ext uri="{FF2B5EF4-FFF2-40B4-BE49-F238E27FC236}">
                  <a16:creationId xmlns:a16="http://schemas.microsoft.com/office/drawing/2014/main" id="{77166410-100D-94BD-0DBF-6C5975E10BF9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142285"/>
              <a:ext cx="50106" cy="91951"/>
            </a:xfrm>
            <a:custGeom>
              <a:avLst/>
              <a:gdLst/>
              <a:ahLst/>
              <a:cxnLst/>
              <a:rect l="0" t="0" r="0" b="0"/>
              <a:pathLst>
                <a:path w="50106" h="91951">
                  <a:moveTo>
                    <a:pt x="0" y="91951"/>
                  </a:moveTo>
                  <a:lnTo>
                    <a:pt x="5010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2" name="Candidate_receptor__2991">
              <a:extLst>
                <a:ext uri="{FF2B5EF4-FFF2-40B4-BE49-F238E27FC236}">
                  <a16:creationId xmlns:a16="http://schemas.microsoft.com/office/drawing/2014/main" id="{622DF8AC-E9C3-72B5-0CD8-E4D44E80A90F}"/>
                </a:ext>
              </a:extLst>
            </p:cNvPr>
            <p:cNvSpPr>
              <a:spLocks noGrp="1"/>
            </p:cNvSpPr>
            <p:nvPr/>
          </p:nvSpPr>
          <p:spPr>
            <a:xfrm>
              <a:off x="4900199" y="5142285"/>
              <a:ext cx="102022" cy="19340"/>
            </a:xfrm>
            <a:custGeom>
              <a:avLst/>
              <a:gdLst/>
              <a:ahLst/>
              <a:cxnLst/>
              <a:rect l="0" t="0" r="0" b="0"/>
              <a:pathLst>
                <a:path w="102022" h="19340">
                  <a:moveTo>
                    <a:pt x="0" y="0"/>
                  </a:moveTo>
                  <a:lnTo>
                    <a:pt x="102022" y="1934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3" name="Candidate_receptor__2992">
              <a:extLst>
                <a:ext uri="{FF2B5EF4-FFF2-40B4-BE49-F238E27FC236}">
                  <a16:creationId xmlns:a16="http://schemas.microsoft.com/office/drawing/2014/main" id="{BF78227C-750C-23A4-A7E1-9F9F6AE2BA0D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52154" cy="2060"/>
            </a:xfrm>
            <a:custGeom>
              <a:avLst/>
              <a:gdLst/>
              <a:ahLst/>
              <a:cxnLst/>
              <a:rect l="0" t="0" r="0" b="0"/>
              <a:pathLst>
                <a:path w="52154" h="2060">
                  <a:moveTo>
                    <a:pt x="52154" y="20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4" name="Candidate_receptor__2993">
              <a:extLst>
                <a:ext uri="{FF2B5EF4-FFF2-40B4-BE49-F238E27FC236}">
                  <a16:creationId xmlns:a16="http://schemas.microsoft.com/office/drawing/2014/main" id="{1D062246-6D6E-1031-4FC7-5B9CBC820CC5}"/>
                </a:ext>
              </a:extLst>
            </p:cNvPr>
            <p:cNvSpPr>
              <a:spLocks noGrp="1"/>
            </p:cNvSpPr>
            <p:nvPr/>
          </p:nvSpPr>
          <p:spPr>
            <a:xfrm>
              <a:off x="5619469" y="1840087"/>
              <a:ext cx="103707" cy="47417"/>
            </a:xfrm>
            <a:custGeom>
              <a:avLst/>
              <a:gdLst/>
              <a:ahLst/>
              <a:cxnLst/>
              <a:rect l="0" t="0" r="0" b="0"/>
              <a:pathLst>
                <a:path w="103707" h="47417">
                  <a:moveTo>
                    <a:pt x="103707" y="0"/>
                  </a:moveTo>
                  <a:lnTo>
                    <a:pt x="0" y="474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5" name="Candidate_receptor__2994">
              <a:extLst>
                <a:ext uri="{FF2B5EF4-FFF2-40B4-BE49-F238E27FC236}">
                  <a16:creationId xmlns:a16="http://schemas.microsoft.com/office/drawing/2014/main" id="{9C0C46E7-2575-E6C9-3F76-A4B752E2E1DB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26236"/>
              <a:ext cx="43714" cy="70912"/>
            </a:xfrm>
            <a:custGeom>
              <a:avLst/>
              <a:gdLst/>
              <a:ahLst/>
              <a:cxnLst/>
              <a:rect l="0" t="0" r="0" b="0"/>
              <a:pathLst>
                <a:path w="43714" h="70912">
                  <a:moveTo>
                    <a:pt x="43714" y="0"/>
                  </a:moveTo>
                  <a:lnTo>
                    <a:pt x="0" y="7091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6" name="Candidate_receptor__2995">
              <a:extLst>
                <a:ext uri="{FF2B5EF4-FFF2-40B4-BE49-F238E27FC236}">
                  <a16:creationId xmlns:a16="http://schemas.microsoft.com/office/drawing/2014/main" id="{288BD95F-1AB3-B0E1-4A8A-F71538B4CE36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20233"/>
              <a:ext cx="83467" cy="68700"/>
            </a:xfrm>
            <a:custGeom>
              <a:avLst/>
              <a:gdLst/>
              <a:ahLst/>
              <a:cxnLst/>
              <a:rect l="0" t="0" r="0" b="0"/>
              <a:pathLst>
                <a:path w="83467" h="68700">
                  <a:moveTo>
                    <a:pt x="83467" y="0"/>
                  </a:moveTo>
                  <a:lnTo>
                    <a:pt x="0" y="6870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7" name="Candidate_receptor__2996">
              <a:extLst>
                <a:ext uri="{FF2B5EF4-FFF2-40B4-BE49-F238E27FC236}">
                  <a16:creationId xmlns:a16="http://schemas.microsoft.com/office/drawing/2014/main" id="{404FE9F4-1A2A-D15A-1875-26200EC7C6D5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71761"/>
              <a:ext cx="72254" cy="24737"/>
            </a:xfrm>
            <a:custGeom>
              <a:avLst/>
              <a:gdLst/>
              <a:ahLst/>
              <a:cxnLst/>
              <a:rect l="0" t="0" r="0" b="0"/>
              <a:pathLst>
                <a:path w="72254" h="24737">
                  <a:moveTo>
                    <a:pt x="72254" y="0"/>
                  </a:moveTo>
                  <a:lnTo>
                    <a:pt x="0" y="2473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8" name="Candidate_receptor__2997">
              <a:extLst>
                <a:ext uri="{FF2B5EF4-FFF2-40B4-BE49-F238E27FC236}">
                  <a16:creationId xmlns:a16="http://schemas.microsoft.com/office/drawing/2014/main" id="{C21945FE-C2FC-47B1-D3B7-8CE208D71041}"/>
                </a:ext>
              </a:extLst>
            </p:cNvPr>
            <p:cNvSpPr>
              <a:spLocks noGrp="1"/>
            </p:cNvSpPr>
            <p:nvPr/>
          </p:nvSpPr>
          <p:spPr>
            <a:xfrm>
              <a:off x="5493871" y="1718409"/>
              <a:ext cx="66612" cy="81386"/>
            </a:xfrm>
            <a:custGeom>
              <a:avLst/>
              <a:gdLst/>
              <a:ahLst/>
              <a:cxnLst/>
              <a:rect l="0" t="0" r="0" b="0"/>
              <a:pathLst>
                <a:path w="66612" h="81386">
                  <a:moveTo>
                    <a:pt x="0" y="81386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9" name="Candidate_receptor__2998">
              <a:extLst>
                <a:ext uri="{FF2B5EF4-FFF2-40B4-BE49-F238E27FC236}">
                  <a16:creationId xmlns:a16="http://schemas.microsoft.com/office/drawing/2014/main" id="{23DA8549-1C6A-333C-299E-70CCC8900593}"/>
                </a:ext>
              </a:extLst>
            </p:cNvPr>
            <p:cNvSpPr>
              <a:spLocks noGrp="1"/>
            </p:cNvSpPr>
            <p:nvPr/>
          </p:nvSpPr>
          <p:spPr>
            <a:xfrm>
              <a:off x="6014233" y="3312105"/>
              <a:ext cx="36097" cy="94674"/>
            </a:xfrm>
            <a:custGeom>
              <a:avLst/>
              <a:gdLst/>
              <a:ahLst/>
              <a:cxnLst/>
              <a:rect l="0" t="0" r="0" b="0"/>
              <a:pathLst>
                <a:path w="36097" h="94674">
                  <a:moveTo>
                    <a:pt x="0" y="94674"/>
                  </a:moveTo>
                  <a:lnTo>
                    <a:pt x="3609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3000" name="Candidate_receptor__2999">
              <a:extLst>
                <a:ext uri="{FF2B5EF4-FFF2-40B4-BE49-F238E27FC236}">
                  <a16:creationId xmlns:a16="http://schemas.microsoft.com/office/drawing/2014/main" id="{CB45A9CA-3DDA-A3CC-954A-421A55856871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88593"/>
              <a:ext cx="4806" cy="2803"/>
            </a:xfrm>
            <a:custGeom>
              <a:avLst/>
              <a:gdLst/>
              <a:ahLst/>
              <a:cxnLst/>
              <a:rect l="0" t="0" r="0" b="0"/>
              <a:pathLst>
                <a:path w="4806" h="2803">
                  <a:moveTo>
                    <a:pt x="0" y="2803"/>
                  </a:moveTo>
                  <a:lnTo>
                    <a:pt x="4806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1" name="Candidate_receptor__3000">
              <a:extLst>
                <a:ext uri="{FF2B5EF4-FFF2-40B4-BE49-F238E27FC236}">
                  <a16:creationId xmlns:a16="http://schemas.microsoft.com/office/drawing/2014/main" id="{B0C24606-C673-F272-F4A5-36EE8223E57A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2780"/>
              <a:ext cx="22631" cy="6274"/>
            </a:xfrm>
            <a:custGeom>
              <a:avLst/>
              <a:gdLst/>
              <a:ahLst/>
              <a:cxnLst/>
              <a:rect l="0" t="0" r="0" b="0"/>
              <a:pathLst>
                <a:path w="22631" h="6274">
                  <a:moveTo>
                    <a:pt x="0" y="6274"/>
                  </a:moveTo>
                  <a:lnTo>
                    <a:pt x="22631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2" name="Candidate_receptor__3001">
              <a:extLst>
                <a:ext uri="{FF2B5EF4-FFF2-40B4-BE49-F238E27FC236}">
                  <a16:creationId xmlns:a16="http://schemas.microsoft.com/office/drawing/2014/main" id="{6F1C767F-555A-2383-E9DF-C2F793CA347C}"/>
                </a:ext>
              </a:extLst>
            </p:cNvPr>
            <p:cNvSpPr>
              <a:spLocks noGrp="1"/>
            </p:cNvSpPr>
            <p:nvPr/>
          </p:nvSpPr>
          <p:spPr>
            <a:xfrm>
              <a:off x="6245916" y="4136652"/>
              <a:ext cx="3970" cy="114997"/>
            </a:xfrm>
            <a:custGeom>
              <a:avLst/>
              <a:gdLst/>
              <a:ahLst/>
              <a:cxnLst/>
              <a:rect l="0" t="0" r="0" b="0"/>
              <a:pathLst>
                <a:path w="3970" h="114997">
                  <a:moveTo>
                    <a:pt x="0" y="114997"/>
                  </a:moveTo>
                  <a:lnTo>
                    <a:pt x="397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3" name="Candidate_receptor__3002">
              <a:extLst>
                <a:ext uri="{FF2B5EF4-FFF2-40B4-BE49-F238E27FC236}">
                  <a16:creationId xmlns:a16="http://schemas.microsoft.com/office/drawing/2014/main" id="{32F663CB-0BBD-0CD2-D490-F1D8C501B19D}"/>
                </a:ext>
              </a:extLst>
            </p:cNvPr>
            <p:cNvSpPr>
              <a:spLocks noGrp="1"/>
            </p:cNvSpPr>
            <p:nvPr/>
          </p:nvSpPr>
          <p:spPr>
            <a:xfrm>
              <a:off x="5883437" y="3604555"/>
              <a:ext cx="50430" cy="73846"/>
            </a:xfrm>
            <a:custGeom>
              <a:avLst/>
              <a:gdLst/>
              <a:ahLst/>
              <a:cxnLst/>
              <a:rect l="0" t="0" r="0" b="0"/>
              <a:pathLst>
                <a:path w="50430" h="73846">
                  <a:moveTo>
                    <a:pt x="50430" y="73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4" name="Candidate_receptor__3003">
              <a:extLst>
                <a:ext uri="{FF2B5EF4-FFF2-40B4-BE49-F238E27FC236}">
                  <a16:creationId xmlns:a16="http://schemas.microsoft.com/office/drawing/2014/main" id="{766FE613-8DA6-F8CC-C213-1AD3FC8C8C2F}"/>
                </a:ext>
              </a:extLst>
            </p:cNvPr>
            <p:cNvSpPr>
              <a:spLocks noGrp="1"/>
            </p:cNvSpPr>
            <p:nvPr/>
          </p:nvSpPr>
          <p:spPr>
            <a:xfrm>
              <a:off x="4997756" y="5161625"/>
              <a:ext cx="4465" cy="112195"/>
            </a:xfrm>
            <a:custGeom>
              <a:avLst/>
              <a:gdLst/>
              <a:ahLst/>
              <a:cxnLst/>
              <a:rect l="0" t="0" r="0" b="0"/>
              <a:pathLst>
                <a:path w="4465" h="112195">
                  <a:moveTo>
                    <a:pt x="4465" y="0"/>
                  </a:moveTo>
                  <a:lnTo>
                    <a:pt x="0" y="112195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5" name="Candidate_receptor__3004">
              <a:extLst>
                <a:ext uri="{FF2B5EF4-FFF2-40B4-BE49-F238E27FC236}">
                  <a16:creationId xmlns:a16="http://schemas.microsoft.com/office/drawing/2014/main" id="{B9579614-5B27-02DF-EA18-EE3CD89F7E04}"/>
                </a:ext>
              </a:extLst>
            </p:cNvPr>
            <p:cNvSpPr>
              <a:spLocks noGrp="1"/>
            </p:cNvSpPr>
            <p:nvPr/>
          </p:nvSpPr>
          <p:spPr>
            <a:xfrm>
              <a:off x="4766652" y="3104764"/>
              <a:ext cx="104685" cy="28860"/>
            </a:xfrm>
            <a:custGeom>
              <a:avLst/>
              <a:gdLst/>
              <a:ahLst/>
              <a:cxnLst/>
              <a:rect l="0" t="0" r="0" b="0"/>
              <a:pathLst>
                <a:path w="104685" h="28860">
                  <a:moveTo>
                    <a:pt x="104685" y="2886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06" name="Candidate_receptor__3005">
              <a:extLst>
                <a:ext uri="{FF2B5EF4-FFF2-40B4-BE49-F238E27FC236}">
                  <a16:creationId xmlns:a16="http://schemas.microsoft.com/office/drawing/2014/main" id="{B4A2E510-A9A1-81B9-B046-61D480DEE7DD}"/>
                </a:ext>
              </a:extLst>
            </p:cNvPr>
            <p:cNvSpPr>
              <a:spLocks noGrp="1"/>
            </p:cNvSpPr>
            <p:nvPr/>
          </p:nvSpPr>
          <p:spPr>
            <a:xfrm>
              <a:off x="5649367" y="4125241"/>
              <a:ext cx="49905" cy="102359"/>
            </a:xfrm>
            <a:custGeom>
              <a:avLst/>
              <a:gdLst/>
              <a:ahLst/>
              <a:cxnLst/>
              <a:rect l="0" t="0" r="0" b="0"/>
              <a:pathLst>
                <a:path w="49905" h="102359">
                  <a:moveTo>
                    <a:pt x="0" y="102359"/>
                  </a:moveTo>
                  <a:lnTo>
                    <a:pt x="49905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7" name="Candidate_receptor__3006">
              <a:extLst>
                <a:ext uri="{FF2B5EF4-FFF2-40B4-BE49-F238E27FC236}">
                  <a16:creationId xmlns:a16="http://schemas.microsoft.com/office/drawing/2014/main" id="{1C712CBC-6E4B-F6C0-4721-15D1692419FF}"/>
                </a:ext>
              </a:extLst>
            </p:cNvPr>
            <p:cNvSpPr>
              <a:spLocks noGrp="1"/>
            </p:cNvSpPr>
            <p:nvPr/>
          </p:nvSpPr>
          <p:spPr>
            <a:xfrm>
              <a:off x="5709073" y="3796396"/>
              <a:ext cx="54509" cy="99990"/>
            </a:xfrm>
            <a:custGeom>
              <a:avLst/>
              <a:gdLst/>
              <a:ahLst/>
              <a:cxnLst/>
              <a:rect l="0" t="0" r="0" b="0"/>
              <a:pathLst>
                <a:path w="54509" h="99990">
                  <a:moveTo>
                    <a:pt x="0" y="0"/>
                  </a:moveTo>
                  <a:lnTo>
                    <a:pt x="54509" y="9999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8" name="Candidate_receptor__3007">
              <a:extLst>
                <a:ext uri="{FF2B5EF4-FFF2-40B4-BE49-F238E27FC236}">
                  <a16:creationId xmlns:a16="http://schemas.microsoft.com/office/drawing/2014/main" id="{74EC0068-8EED-C1B3-059D-C0B8707CCEDD}"/>
                </a:ext>
              </a:extLst>
            </p:cNvPr>
            <p:cNvSpPr>
              <a:spLocks noGrp="1"/>
            </p:cNvSpPr>
            <p:nvPr/>
          </p:nvSpPr>
          <p:spPr>
            <a:xfrm>
              <a:off x="4453511" y="2365762"/>
              <a:ext cx="57694" cy="37238"/>
            </a:xfrm>
            <a:custGeom>
              <a:avLst/>
              <a:gdLst/>
              <a:ahLst/>
              <a:cxnLst/>
              <a:rect l="0" t="0" r="0" b="0"/>
              <a:pathLst>
                <a:path w="57694" h="37238">
                  <a:moveTo>
                    <a:pt x="0" y="0"/>
                  </a:moveTo>
                  <a:lnTo>
                    <a:pt x="57694" y="37238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09" name="Candidate_receptor__3008">
              <a:extLst>
                <a:ext uri="{FF2B5EF4-FFF2-40B4-BE49-F238E27FC236}">
                  <a16:creationId xmlns:a16="http://schemas.microsoft.com/office/drawing/2014/main" id="{11B8531A-CE81-9BAE-FAC8-6F2DB1438ACD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955909"/>
              <a:ext cx="30509" cy="52566"/>
            </a:xfrm>
            <a:custGeom>
              <a:avLst/>
              <a:gdLst/>
              <a:ahLst/>
              <a:cxnLst/>
              <a:rect l="0" t="0" r="0" b="0"/>
              <a:pathLst>
                <a:path w="30509" h="52566">
                  <a:moveTo>
                    <a:pt x="0" y="0"/>
                  </a:moveTo>
                  <a:lnTo>
                    <a:pt x="30509" y="52566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0" name="Candidate_receptor__3009">
              <a:extLst>
                <a:ext uri="{FF2B5EF4-FFF2-40B4-BE49-F238E27FC236}">
                  <a16:creationId xmlns:a16="http://schemas.microsoft.com/office/drawing/2014/main" id="{E1BD1AF1-C870-20B3-CA29-8C5979FDC546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03925"/>
              <a:ext cx="12224" cy="83629"/>
            </a:xfrm>
            <a:custGeom>
              <a:avLst/>
              <a:gdLst/>
              <a:ahLst/>
              <a:cxnLst/>
              <a:rect l="0" t="0" r="0" b="0"/>
              <a:pathLst>
                <a:path w="12224" h="83629">
                  <a:moveTo>
                    <a:pt x="12224" y="0"/>
                  </a:moveTo>
                  <a:lnTo>
                    <a:pt x="0" y="83629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1" name="Candidate_receptor__3010">
              <a:extLst>
                <a:ext uri="{FF2B5EF4-FFF2-40B4-BE49-F238E27FC236}">
                  <a16:creationId xmlns:a16="http://schemas.microsoft.com/office/drawing/2014/main" id="{0C7CF0EC-BB79-05E5-BF43-941DCF4B347F}"/>
                </a:ext>
              </a:extLst>
            </p:cNvPr>
            <p:cNvSpPr>
              <a:spLocks noGrp="1"/>
            </p:cNvSpPr>
            <p:nvPr/>
          </p:nvSpPr>
          <p:spPr>
            <a:xfrm>
              <a:off x="5072348" y="2184438"/>
              <a:ext cx="50641" cy="101346"/>
            </a:xfrm>
            <a:custGeom>
              <a:avLst/>
              <a:gdLst/>
              <a:ahLst/>
              <a:cxnLst/>
              <a:rect l="0" t="0" r="0" b="0"/>
              <a:pathLst>
                <a:path w="50641" h="101346">
                  <a:moveTo>
                    <a:pt x="0" y="101346"/>
                  </a:moveTo>
                  <a:lnTo>
                    <a:pt x="50641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2" name="Candidate_receptor__3011">
              <a:extLst>
                <a:ext uri="{FF2B5EF4-FFF2-40B4-BE49-F238E27FC236}">
                  <a16:creationId xmlns:a16="http://schemas.microsoft.com/office/drawing/2014/main" id="{E48830E7-13E9-1F98-2414-DDEBEF795819}"/>
                </a:ext>
              </a:extLst>
            </p:cNvPr>
            <p:cNvSpPr>
              <a:spLocks noGrp="1"/>
            </p:cNvSpPr>
            <p:nvPr/>
          </p:nvSpPr>
          <p:spPr>
            <a:xfrm>
              <a:off x="4643252" y="3816953"/>
              <a:ext cx="30594" cy="28952"/>
            </a:xfrm>
            <a:custGeom>
              <a:avLst/>
              <a:gdLst/>
              <a:ahLst/>
              <a:cxnLst/>
              <a:rect l="0" t="0" r="0" b="0"/>
              <a:pathLst>
                <a:path w="30594" h="28952">
                  <a:moveTo>
                    <a:pt x="0" y="28952"/>
                  </a:moveTo>
                  <a:lnTo>
                    <a:pt x="30594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13" name="Candidate_receptor__3012">
              <a:extLst>
                <a:ext uri="{FF2B5EF4-FFF2-40B4-BE49-F238E27FC236}">
                  <a16:creationId xmlns:a16="http://schemas.microsoft.com/office/drawing/2014/main" id="{0A33EA8F-E160-62EF-32DD-C821D24FFFA5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68156" cy="89092"/>
            </a:xfrm>
            <a:custGeom>
              <a:avLst/>
              <a:gdLst/>
              <a:ahLst/>
              <a:cxnLst/>
              <a:rect l="0" t="0" r="0" b="0"/>
              <a:pathLst>
                <a:path w="68156" h="89092">
                  <a:moveTo>
                    <a:pt x="0" y="0"/>
                  </a:moveTo>
                  <a:lnTo>
                    <a:pt x="68156" y="89092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14" name="Candidate_receptor__3013">
              <a:extLst>
                <a:ext uri="{FF2B5EF4-FFF2-40B4-BE49-F238E27FC236}">
                  <a16:creationId xmlns:a16="http://schemas.microsoft.com/office/drawing/2014/main" id="{9329B4F6-9C4B-5342-0DB9-3FEB26068192}"/>
                </a:ext>
              </a:extLst>
            </p:cNvPr>
            <p:cNvSpPr>
              <a:spLocks noGrp="1"/>
            </p:cNvSpPr>
            <p:nvPr/>
          </p:nvSpPr>
          <p:spPr>
            <a:xfrm>
              <a:off x="4702957" y="3244104"/>
              <a:ext cx="36641" cy="9791"/>
            </a:xfrm>
            <a:custGeom>
              <a:avLst/>
              <a:gdLst/>
              <a:ahLst/>
              <a:cxnLst/>
              <a:rect l="0" t="0" r="0" b="0"/>
              <a:pathLst>
                <a:path w="36641" h="9791">
                  <a:moveTo>
                    <a:pt x="36641" y="97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5" name="Candidate_receptor__3014">
              <a:extLst>
                <a:ext uri="{FF2B5EF4-FFF2-40B4-BE49-F238E27FC236}">
                  <a16:creationId xmlns:a16="http://schemas.microsoft.com/office/drawing/2014/main" id="{6A386925-AFE3-13DE-0D32-54F78D533AA1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113175" cy="2348"/>
            </a:xfrm>
            <a:custGeom>
              <a:avLst/>
              <a:gdLst/>
              <a:ahLst/>
              <a:cxnLst/>
              <a:rect l="0" t="0" r="0" b="0"/>
              <a:pathLst>
                <a:path w="113175" h="2348">
                  <a:moveTo>
                    <a:pt x="113175" y="23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16" name="Candidate_receptor__3015">
              <a:extLst>
                <a:ext uri="{FF2B5EF4-FFF2-40B4-BE49-F238E27FC236}">
                  <a16:creationId xmlns:a16="http://schemas.microsoft.com/office/drawing/2014/main" id="{30288492-D76F-70A7-99EE-D1A94B458AA8}"/>
                </a:ext>
              </a:extLst>
            </p:cNvPr>
            <p:cNvSpPr>
              <a:spLocks noGrp="1"/>
            </p:cNvSpPr>
            <p:nvPr/>
          </p:nvSpPr>
          <p:spPr>
            <a:xfrm>
              <a:off x="4401248" y="3302420"/>
              <a:ext cx="56223" cy="100182"/>
            </a:xfrm>
            <a:custGeom>
              <a:avLst/>
              <a:gdLst/>
              <a:ahLst/>
              <a:cxnLst/>
              <a:rect l="0" t="0" r="0" b="0"/>
              <a:pathLst>
                <a:path w="56223" h="100182">
                  <a:moveTo>
                    <a:pt x="0" y="0"/>
                  </a:moveTo>
                  <a:lnTo>
                    <a:pt x="56223" y="100182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7" name="Candidate_receptor__3016">
              <a:extLst>
                <a:ext uri="{FF2B5EF4-FFF2-40B4-BE49-F238E27FC236}">
                  <a16:creationId xmlns:a16="http://schemas.microsoft.com/office/drawing/2014/main" id="{9710EDA5-3866-6DB0-7D2B-F7A5BD163B70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531075"/>
              <a:ext cx="50484" cy="100495"/>
            </a:xfrm>
            <a:custGeom>
              <a:avLst/>
              <a:gdLst/>
              <a:ahLst/>
              <a:cxnLst/>
              <a:rect l="0" t="0" r="0" b="0"/>
              <a:pathLst>
                <a:path w="50484" h="100495">
                  <a:moveTo>
                    <a:pt x="50484" y="0"/>
                  </a:moveTo>
                  <a:lnTo>
                    <a:pt x="0" y="100495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8" name="Candidate_receptor__3017">
              <a:extLst>
                <a:ext uri="{FF2B5EF4-FFF2-40B4-BE49-F238E27FC236}">
                  <a16:creationId xmlns:a16="http://schemas.microsoft.com/office/drawing/2014/main" id="{D0176D4E-3AE1-72D9-75DD-1F357CB6D0A6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04750"/>
              <a:ext cx="96341" cy="62144"/>
            </a:xfrm>
            <a:custGeom>
              <a:avLst/>
              <a:gdLst/>
              <a:ahLst/>
              <a:cxnLst/>
              <a:rect l="0" t="0" r="0" b="0"/>
              <a:pathLst>
                <a:path w="96341" h="62144">
                  <a:moveTo>
                    <a:pt x="96341" y="0"/>
                  </a:moveTo>
                  <a:lnTo>
                    <a:pt x="0" y="62144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9" name="Candidate_receptor__3018">
              <a:extLst>
                <a:ext uri="{FF2B5EF4-FFF2-40B4-BE49-F238E27FC236}">
                  <a16:creationId xmlns:a16="http://schemas.microsoft.com/office/drawing/2014/main" id="{1E5EC9EF-DEFC-3416-7374-0BC9C87F3EB8}"/>
                </a:ext>
              </a:extLst>
            </p:cNvPr>
            <p:cNvSpPr>
              <a:spLocks noGrp="1"/>
            </p:cNvSpPr>
            <p:nvPr/>
          </p:nvSpPr>
          <p:spPr>
            <a:xfrm>
              <a:off x="5722191" y="2418823"/>
              <a:ext cx="63125" cy="65079"/>
            </a:xfrm>
            <a:custGeom>
              <a:avLst/>
              <a:gdLst/>
              <a:ahLst/>
              <a:cxnLst/>
              <a:rect l="0" t="0" r="0" b="0"/>
              <a:pathLst>
                <a:path w="63125" h="65079">
                  <a:moveTo>
                    <a:pt x="63125" y="650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0" name="Candidate_receptor__3019">
              <a:extLst>
                <a:ext uri="{FF2B5EF4-FFF2-40B4-BE49-F238E27FC236}">
                  <a16:creationId xmlns:a16="http://schemas.microsoft.com/office/drawing/2014/main" id="{76D26A6A-523F-716E-DCD9-BC3D04CECB3C}"/>
                </a:ext>
              </a:extLst>
            </p:cNvPr>
            <p:cNvSpPr>
              <a:spLocks noGrp="1"/>
            </p:cNvSpPr>
            <p:nvPr/>
          </p:nvSpPr>
          <p:spPr>
            <a:xfrm>
              <a:off x="4871337" y="3133624"/>
              <a:ext cx="60892" cy="72477"/>
            </a:xfrm>
            <a:custGeom>
              <a:avLst/>
              <a:gdLst/>
              <a:ahLst/>
              <a:cxnLst/>
              <a:rect l="0" t="0" r="0" b="0"/>
              <a:pathLst>
                <a:path w="60892" h="72477">
                  <a:moveTo>
                    <a:pt x="60892" y="7247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1" name="Candidate_receptor__3020">
              <a:extLst>
                <a:ext uri="{FF2B5EF4-FFF2-40B4-BE49-F238E27FC236}">
                  <a16:creationId xmlns:a16="http://schemas.microsoft.com/office/drawing/2014/main" id="{E84A2812-D249-3E02-A3B7-A6409F3BD0EB}"/>
                </a:ext>
              </a:extLst>
            </p:cNvPr>
            <p:cNvSpPr>
              <a:spLocks noGrp="1"/>
            </p:cNvSpPr>
            <p:nvPr/>
          </p:nvSpPr>
          <p:spPr>
            <a:xfrm>
              <a:off x="5036788" y="2066594"/>
              <a:ext cx="86201" cy="117844"/>
            </a:xfrm>
            <a:custGeom>
              <a:avLst/>
              <a:gdLst/>
              <a:ahLst/>
              <a:cxnLst/>
              <a:rect l="0" t="0" r="0" b="0"/>
              <a:pathLst>
                <a:path w="86201" h="117844">
                  <a:moveTo>
                    <a:pt x="86201" y="1178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2" name="Candidate_receptor__3021">
              <a:extLst>
                <a:ext uri="{FF2B5EF4-FFF2-40B4-BE49-F238E27FC236}">
                  <a16:creationId xmlns:a16="http://schemas.microsoft.com/office/drawing/2014/main" id="{3CB7E96E-8610-E060-42CC-5BFA93FCB7DB}"/>
                </a:ext>
              </a:extLst>
            </p:cNvPr>
            <p:cNvSpPr>
              <a:spLocks noGrp="1"/>
            </p:cNvSpPr>
            <p:nvPr/>
          </p:nvSpPr>
          <p:spPr>
            <a:xfrm>
              <a:off x="5633865" y="2223884"/>
              <a:ext cx="3116" cy="44061"/>
            </a:xfrm>
            <a:custGeom>
              <a:avLst/>
              <a:gdLst/>
              <a:ahLst/>
              <a:cxnLst/>
              <a:rect l="0" t="0" r="0" b="0"/>
              <a:pathLst>
                <a:path w="3116" h="44061">
                  <a:moveTo>
                    <a:pt x="0" y="0"/>
                  </a:moveTo>
                  <a:lnTo>
                    <a:pt x="3116" y="4406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3" name="Candidate_receptor__3022">
              <a:extLst>
                <a:ext uri="{FF2B5EF4-FFF2-40B4-BE49-F238E27FC236}">
                  <a16:creationId xmlns:a16="http://schemas.microsoft.com/office/drawing/2014/main" id="{2B4C8239-66AE-68BA-DDE0-71D86A734D15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76025" cy="61541"/>
            </a:xfrm>
            <a:custGeom>
              <a:avLst/>
              <a:gdLst/>
              <a:ahLst/>
              <a:cxnLst/>
              <a:rect l="0" t="0" r="0" b="0"/>
              <a:pathLst>
                <a:path w="76025" h="61541">
                  <a:moveTo>
                    <a:pt x="0" y="0"/>
                  </a:moveTo>
                  <a:lnTo>
                    <a:pt x="76025" y="6154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4" name="Candidate_receptor__3023">
              <a:extLst>
                <a:ext uri="{FF2B5EF4-FFF2-40B4-BE49-F238E27FC236}">
                  <a16:creationId xmlns:a16="http://schemas.microsoft.com/office/drawing/2014/main" id="{C7C1E11F-DA15-9583-319F-D6CDA8D55A41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98022"/>
              <a:ext cx="35663" cy="1493"/>
            </a:xfrm>
            <a:custGeom>
              <a:avLst/>
              <a:gdLst/>
              <a:ahLst/>
              <a:cxnLst/>
              <a:rect l="0" t="0" r="0" b="0"/>
              <a:pathLst>
                <a:path w="35663" h="1493">
                  <a:moveTo>
                    <a:pt x="35663" y="0"/>
                  </a:moveTo>
                  <a:lnTo>
                    <a:pt x="0" y="1493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5" name="Candidate_receptor__3024">
              <a:extLst>
                <a:ext uri="{FF2B5EF4-FFF2-40B4-BE49-F238E27FC236}">
                  <a16:creationId xmlns:a16="http://schemas.microsoft.com/office/drawing/2014/main" id="{53367C22-B159-FD3D-97D4-8E1C06CE2D6F}"/>
                </a:ext>
              </a:extLst>
            </p:cNvPr>
            <p:cNvSpPr>
              <a:spLocks noGrp="1"/>
            </p:cNvSpPr>
            <p:nvPr/>
          </p:nvSpPr>
          <p:spPr>
            <a:xfrm>
              <a:off x="4840334" y="2542315"/>
              <a:ext cx="102918" cy="46686"/>
            </a:xfrm>
            <a:custGeom>
              <a:avLst/>
              <a:gdLst/>
              <a:ahLst/>
              <a:cxnLst/>
              <a:rect l="0" t="0" r="0" b="0"/>
              <a:pathLst>
                <a:path w="102918" h="46686">
                  <a:moveTo>
                    <a:pt x="0" y="46686"/>
                  </a:moveTo>
                  <a:lnTo>
                    <a:pt x="10291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6" name="Candidate_receptor__3025">
              <a:extLst>
                <a:ext uri="{FF2B5EF4-FFF2-40B4-BE49-F238E27FC236}">
                  <a16:creationId xmlns:a16="http://schemas.microsoft.com/office/drawing/2014/main" id="{924E597E-8732-F55F-7241-87801D02DA1C}"/>
                </a:ext>
              </a:extLst>
            </p:cNvPr>
            <p:cNvSpPr>
              <a:spLocks noGrp="1"/>
            </p:cNvSpPr>
            <p:nvPr/>
          </p:nvSpPr>
          <p:spPr>
            <a:xfrm>
              <a:off x="5026150" y="3378518"/>
              <a:ext cx="87235" cy="50246"/>
            </a:xfrm>
            <a:custGeom>
              <a:avLst/>
              <a:gdLst/>
              <a:ahLst/>
              <a:cxnLst/>
              <a:rect l="0" t="0" r="0" b="0"/>
              <a:pathLst>
                <a:path w="87235" h="50246">
                  <a:moveTo>
                    <a:pt x="0" y="0"/>
                  </a:moveTo>
                  <a:lnTo>
                    <a:pt x="87235" y="5024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7" name="Candidate_receptor__3026">
              <a:extLst>
                <a:ext uri="{FF2B5EF4-FFF2-40B4-BE49-F238E27FC236}">
                  <a16:creationId xmlns:a16="http://schemas.microsoft.com/office/drawing/2014/main" id="{45A38882-52C3-A2DD-AE42-743166704227}"/>
                </a:ext>
              </a:extLst>
            </p:cNvPr>
            <p:cNvSpPr>
              <a:spLocks noGrp="1"/>
            </p:cNvSpPr>
            <p:nvPr/>
          </p:nvSpPr>
          <p:spPr>
            <a:xfrm>
              <a:off x="6508535" y="4316316"/>
              <a:ext cx="55770" cy="95228"/>
            </a:xfrm>
            <a:custGeom>
              <a:avLst/>
              <a:gdLst/>
              <a:ahLst/>
              <a:cxnLst/>
              <a:rect l="0" t="0" r="0" b="0"/>
              <a:pathLst>
                <a:path w="55770" h="95228">
                  <a:moveTo>
                    <a:pt x="0" y="95228"/>
                  </a:moveTo>
                  <a:lnTo>
                    <a:pt x="5577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8" name="Candidate_receptor__3027">
              <a:extLst>
                <a:ext uri="{FF2B5EF4-FFF2-40B4-BE49-F238E27FC236}">
                  <a16:creationId xmlns:a16="http://schemas.microsoft.com/office/drawing/2014/main" id="{EE4AD580-B615-3C96-5262-253F783F79FE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4346"/>
              <a:ext cx="60508" cy="3468"/>
            </a:xfrm>
            <a:custGeom>
              <a:avLst/>
              <a:gdLst/>
              <a:ahLst/>
              <a:cxnLst/>
              <a:rect l="0" t="0" r="0" b="0"/>
              <a:pathLst>
                <a:path w="60508" h="3468">
                  <a:moveTo>
                    <a:pt x="0" y="3468"/>
                  </a:moveTo>
                  <a:lnTo>
                    <a:pt x="6050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9" name="Candidate_receptor__3028">
              <a:extLst>
                <a:ext uri="{FF2B5EF4-FFF2-40B4-BE49-F238E27FC236}">
                  <a16:creationId xmlns:a16="http://schemas.microsoft.com/office/drawing/2014/main" id="{C897EB55-3375-0448-AFE4-FDF04CC8470D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33445" cy="11287"/>
            </a:xfrm>
            <a:custGeom>
              <a:avLst/>
              <a:gdLst/>
              <a:ahLst/>
              <a:cxnLst/>
              <a:rect l="0" t="0" r="0" b="0"/>
              <a:pathLst>
                <a:path w="33445" h="11287">
                  <a:moveTo>
                    <a:pt x="33445" y="11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30" name="Candidate_receptor__3029">
              <a:extLst>
                <a:ext uri="{FF2B5EF4-FFF2-40B4-BE49-F238E27FC236}">
                  <a16:creationId xmlns:a16="http://schemas.microsoft.com/office/drawing/2014/main" id="{11C79348-6167-08C2-82CA-A0B4F74F3587}"/>
                </a:ext>
              </a:extLst>
            </p:cNvPr>
            <p:cNvSpPr>
              <a:spLocks noGrp="1"/>
            </p:cNvSpPr>
            <p:nvPr/>
          </p:nvSpPr>
          <p:spPr>
            <a:xfrm>
              <a:off x="5303241" y="3194540"/>
              <a:ext cx="87205" cy="76996"/>
            </a:xfrm>
            <a:custGeom>
              <a:avLst/>
              <a:gdLst/>
              <a:ahLst/>
              <a:cxnLst/>
              <a:rect l="0" t="0" r="0" b="0"/>
              <a:pathLst>
                <a:path w="87205" h="76996">
                  <a:moveTo>
                    <a:pt x="87205" y="76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1" name="Candidate_receptor__3030">
              <a:extLst>
                <a:ext uri="{FF2B5EF4-FFF2-40B4-BE49-F238E27FC236}">
                  <a16:creationId xmlns:a16="http://schemas.microsoft.com/office/drawing/2014/main" id="{10BA2EEE-6E22-20D9-7812-DC529653AB23}"/>
                </a:ext>
              </a:extLst>
            </p:cNvPr>
            <p:cNvSpPr>
              <a:spLocks noGrp="1"/>
            </p:cNvSpPr>
            <p:nvPr/>
          </p:nvSpPr>
          <p:spPr>
            <a:xfrm>
              <a:off x="4377065" y="3402602"/>
              <a:ext cx="80406" cy="75159"/>
            </a:xfrm>
            <a:custGeom>
              <a:avLst/>
              <a:gdLst/>
              <a:ahLst/>
              <a:cxnLst/>
              <a:rect l="0" t="0" r="0" b="0"/>
              <a:pathLst>
                <a:path w="80406" h="75159">
                  <a:moveTo>
                    <a:pt x="80406" y="0"/>
                  </a:moveTo>
                  <a:lnTo>
                    <a:pt x="0" y="7515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2" name="Candidate_receptor__3031">
              <a:extLst>
                <a:ext uri="{FF2B5EF4-FFF2-40B4-BE49-F238E27FC236}">
                  <a16:creationId xmlns:a16="http://schemas.microsoft.com/office/drawing/2014/main" id="{2CB5837B-1700-5032-1A64-EE5F3B8CF217}"/>
                </a:ext>
              </a:extLst>
            </p:cNvPr>
            <p:cNvSpPr>
              <a:spLocks noGrp="1"/>
            </p:cNvSpPr>
            <p:nvPr/>
          </p:nvSpPr>
          <p:spPr>
            <a:xfrm>
              <a:off x="5834623" y="3374479"/>
              <a:ext cx="69318" cy="3968"/>
            </a:xfrm>
            <a:custGeom>
              <a:avLst/>
              <a:gdLst/>
              <a:ahLst/>
              <a:cxnLst/>
              <a:rect l="0" t="0" r="0" b="0"/>
              <a:pathLst>
                <a:path w="69318" h="3968">
                  <a:moveTo>
                    <a:pt x="0" y="0"/>
                  </a:moveTo>
                  <a:lnTo>
                    <a:pt x="69318" y="3968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3" name="Candidate_receptor__3032">
              <a:extLst>
                <a:ext uri="{FF2B5EF4-FFF2-40B4-BE49-F238E27FC236}">
                  <a16:creationId xmlns:a16="http://schemas.microsoft.com/office/drawing/2014/main" id="{2BD0C48D-82AA-6110-526E-F938D4A68479}"/>
                </a:ext>
              </a:extLst>
            </p:cNvPr>
            <p:cNvSpPr>
              <a:spLocks noGrp="1"/>
            </p:cNvSpPr>
            <p:nvPr/>
          </p:nvSpPr>
          <p:spPr>
            <a:xfrm>
              <a:off x="4969421" y="4380807"/>
              <a:ext cx="37806" cy="92174"/>
            </a:xfrm>
            <a:custGeom>
              <a:avLst/>
              <a:gdLst/>
              <a:ahLst/>
              <a:cxnLst/>
              <a:rect l="0" t="0" r="0" b="0"/>
              <a:pathLst>
                <a:path w="37806" h="92174">
                  <a:moveTo>
                    <a:pt x="0" y="92174"/>
                  </a:moveTo>
                  <a:lnTo>
                    <a:pt x="3780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4" name="Candidate_receptor__3033">
              <a:extLst>
                <a:ext uri="{FF2B5EF4-FFF2-40B4-BE49-F238E27FC236}">
                  <a16:creationId xmlns:a16="http://schemas.microsoft.com/office/drawing/2014/main" id="{214AA1A4-C2B0-4F50-30D1-61EFCF64E166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32576"/>
              <a:ext cx="71795" cy="52051"/>
            </a:xfrm>
            <a:custGeom>
              <a:avLst/>
              <a:gdLst/>
              <a:ahLst/>
              <a:cxnLst/>
              <a:rect l="0" t="0" r="0" b="0"/>
              <a:pathLst>
                <a:path w="71795" h="52051">
                  <a:moveTo>
                    <a:pt x="0" y="52051"/>
                  </a:moveTo>
                  <a:lnTo>
                    <a:pt x="7179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5" name="Candidate_receptor__3034">
              <a:extLst>
                <a:ext uri="{FF2B5EF4-FFF2-40B4-BE49-F238E27FC236}">
                  <a16:creationId xmlns:a16="http://schemas.microsoft.com/office/drawing/2014/main" id="{B63FF918-557C-3142-F0C8-936468855AF2}"/>
                </a:ext>
              </a:extLst>
            </p:cNvPr>
            <p:cNvSpPr>
              <a:spLocks noGrp="1"/>
            </p:cNvSpPr>
            <p:nvPr/>
          </p:nvSpPr>
          <p:spPr>
            <a:xfrm>
              <a:off x="5927376" y="4390751"/>
              <a:ext cx="101266" cy="11437"/>
            </a:xfrm>
            <a:custGeom>
              <a:avLst/>
              <a:gdLst/>
              <a:ahLst/>
              <a:cxnLst/>
              <a:rect l="0" t="0" r="0" b="0"/>
              <a:pathLst>
                <a:path w="101266" h="11437">
                  <a:moveTo>
                    <a:pt x="0" y="11437"/>
                  </a:moveTo>
                  <a:lnTo>
                    <a:pt x="10126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6" name="Candidate_receptor__3035">
              <a:extLst>
                <a:ext uri="{FF2B5EF4-FFF2-40B4-BE49-F238E27FC236}">
                  <a16:creationId xmlns:a16="http://schemas.microsoft.com/office/drawing/2014/main" id="{D1D76D1B-9721-B6E6-5751-A893B0BABBEC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53447"/>
              <a:ext cx="16204" cy="28015"/>
            </a:xfrm>
            <a:custGeom>
              <a:avLst/>
              <a:gdLst/>
              <a:ahLst/>
              <a:cxnLst/>
              <a:rect l="0" t="0" r="0" b="0"/>
              <a:pathLst>
                <a:path w="16204" h="28015">
                  <a:moveTo>
                    <a:pt x="16204" y="28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37" name="Candidate_receptor__3036">
              <a:extLst>
                <a:ext uri="{FF2B5EF4-FFF2-40B4-BE49-F238E27FC236}">
                  <a16:creationId xmlns:a16="http://schemas.microsoft.com/office/drawing/2014/main" id="{1FB624E1-5FFB-C21D-C3B0-610658464E5B}"/>
                </a:ext>
              </a:extLst>
            </p:cNvPr>
            <p:cNvSpPr>
              <a:spLocks noGrp="1"/>
            </p:cNvSpPr>
            <p:nvPr/>
          </p:nvSpPr>
          <p:spPr>
            <a:xfrm>
              <a:off x="5330078" y="3271536"/>
              <a:ext cx="60368" cy="97788"/>
            </a:xfrm>
            <a:custGeom>
              <a:avLst/>
              <a:gdLst/>
              <a:ahLst/>
              <a:cxnLst/>
              <a:rect l="0" t="0" r="0" b="0"/>
              <a:pathLst>
                <a:path w="60368" h="97788">
                  <a:moveTo>
                    <a:pt x="0" y="97788"/>
                  </a:moveTo>
                  <a:lnTo>
                    <a:pt x="6036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8" name="Candidate_receptor__3037">
              <a:extLst>
                <a:ext uri="{FF2B5EF4-FFF2-40B4-BE49-F238E27FC236}">
                  <a16:creationId xmlns:a16="http://schemas.microsoft.com/office/drawing/2014/main" id="{B2CB9529-E5B2-8685-A5C1-88EF7853B68D}"/>
                </a:ext>
              </a:extLst>
            </p:cNvPr>
            <p:cNvSpPr>
              <a:spLocks noGrp="1"/>
            </p:cNvSpPr>
            <p:nvPr/>
          </p:nvSpPr>
          <p:spPr>
            <a:xfrm>
              <a:off x="4874423" y="4804211"/>
              <a:ext cx="56032" cy="69089"/>
            </a:xfrm>
            <a:custGeom>
              <a:avLst/>
              <a:gdLst/>
              <a:ahLst/>
              <a:cxnLst/>
              <a:rect l="0" t="0" r="0" b="0"/>
              <a:pathLst>
                <a:path w="56032" h="69089">
                  <a:moveTo>
                    <a:pt x="56032" y="0"/>
                  </a:moveTo>
                  <a:lnTo>
                    <a:pt x="0" y="6908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9" name="Candidate_receptor__3038">
              <a:extLst>
                <a:ext uri="{FF2B5EF4-FFF2-40B4-BE49-F238E27FC236}">
                  <a16:creationId xmlns:a16="http://schemas.microsoft.com/office/drawing/2014/main" id="{7A86A249-7F32-A90F-7B76-A498B502C541}"/>
                </a:ext>
              </a:extLst>
            </p:cNvPr>
            <p:cNvSpPr>
              <a:spLocks noGrp="1"/>
            </p:cNvSpPr>
            <p:nvPr/>
          </p:nvSpPr>
          <p:spPr>
            <a:xfrm>
              <a:off x="4934884" y="4304750"/>
              <a:ext cx="72343" cy="76057"/>
            </a:xfrm>
            <a:custGeom>
              <a:avLst/>
              <a:gdLst/>
              <a:ahLst/>
              <a:cxnLst/>
              <a:rect l="0" t="0" r="0" b="0"/>
              <a:pathLst>
                <a:path w="72343" h="76057">
                  <a:moveTo>
                    <a:pt x="72343" y="760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0" name="Candidate_receptor__3039">
              <a:extLst>
                <a:ext uri="{FF2B5EF4-FFF2-40B4-BE49-F238E27FC236}">
                  <a16:creationId xmlns:a16="http://schemas.microsoft.com/office/drawing/2014/main" id="{0E9AA263-0465-D98C-B7EB-4940641AB58E}"/>
                </a:ext>
              </a:extLst>
            </p:cNvPr>
            <p:cNvSpPr>
              <a:spLocks noGrp="1"/>
            </p:cNvSpPr>
            <p:nvPr/>
          </p:nvSpPr>
          <p:spPr>
            <a:xfrm>
              <a:off x="5226533" y="2464207"/>
              <a:ext cx="56386" cy="43930"/>
            </a:xfrm>
            <a:custGeom>
              <a:avLst/>
              <a:gdLst/>
              <a:ahLst/>
              <a:cxnLst/>
              <a:rect l="0" t="0" r="0" b="0"/>
              <a:pathLst>
                <a:path w="56386" h="43930">
                  <a:moveTo>
                    <a:pt x="0" y="0"/>
                  </a:moveTo>
                  <a:lnTo>
                    <a:pt x="56386" y="4393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1" name="Candidate_receptor__3040">
              <a:extLst>
                <a:ext uri="{FF2B5EF4-FFF2-40B4-BE49-F238E27FC236}">
                  <a16:creationId xmlns:a16="http://schemas.microsoft.com/office/drawing/2014/main" id="{49836616-8826-33E9-9483-B1D42163E2C9}"/>
                </a:ext>
              </a:extLst>
            </p:cNvPr>
            <p:cNvSpPr>
              <a:spLocks noGrp="1"/>
            </p:cNvSpPr>
            <p:nvPr/>
          </p:nvSpPr>
          <p:spPr>
            <a:xfrm>
              <a:off x="5854856" y="2077175"/>
              <a:ext cx="1098" cy="67052"/>
            </a:xfrm>
            <a:custGeom>
              <a:avLst/>
              <a:gdLst/>
              <a:ahLst/>
              <a:cxnLst/>
              <a:rect l="0" t="0" r="0" b="0"/>
              <a:pathLst>
                <a:path w="1098" h="67052">
                  <a:moveTo>
                    <a:pt x="0" y="67052"/>
                  </a:moveTo>
                  <a:lnTo>
                    <a:pt x="109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2" name="Candidate_receptor__3041">
              <a:extLst>
                <a:ext uri="{FF2B5EF4-FFF2-40B4-BE49-F238E27FC236}">
                  <a16:creationId xmlns:a16="http://schemas.microsoft.com/office/drawing/2014/main" id="{D779553C-FCC3-B467-CD27-1F5AA5CB75FF}"/>
                </a:ext>
              </a:extLst>
            </p:cNvPr>
            <p:cNvSpPr>
              <a:spLocks noGrp="1"/>
            </p:cNvSpPr>
            <p:nvPr/>
          </p:nvSpPr>
          <p:spPr>
            <a:xfrm>
              <a:off x="5458960" y="1531829"/>
              <a:ext cx="7863" cy="100747"/>
            </a:xfrm>
            <a:custGeom>
              <a:avLst/>
              <a:gdLst/>
              <a:ahLst/>
              <a:cxnLst/>
              <a:rect l="0" t="0" r="0" b="0"/>
              <a:pathLst>
                <a:path w="7863" h="100747">
                  <a:moveTo>
                    <a:pt x="7863" y="100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3" name="Candidate_receptor__3042">
              <a:extLst>
                <a:ext uri="{FF2B5EF4-FFF2-40B4-BE49-F238E27FC236}">
                  <a16:creationId xmlns:a16="http://schemas.microsoft.com/office/drawing/2014/main" id="{6D2A91C8-4CE8-E080-951D-004819489C16}"/>
                </a:ext>
              </a:extLst>
            </p:cNvPr>
            <p:cNvSpPr>
              <a:spLocks noGrp="1"/>
            </p:cNvSpPr>
            <p:nvPr/>
          </p:nvSpPr>
          <p:spPr>
            <a:xfrm>
              <a:off x="6162461" y="3647867"/>
              <a:ext cx="76269" cy="72366"/>
            </a:xfrm>
            <a:custGeom>
              <a:avLst/>
              <a:gdLst/>
              <a:ahLst/>
              <a:cxnLst/>
              <a:rect l="0" t="0" r="0" b="0"/>
              <a:pathLst>
                <a:path w="76269" h="72366">
                  <a:moveTo>
                    <a:pt x="0" y="0"/>
                  </a:moveTo>
                  <a:lnTo>
                    <a:pt x="76269" y="7236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4" name="Candidate_receptor__3043">
              <a:extLst>
                <a:ext uri="{FF2B5EF4-FFF2-40B4-BE49-F238E27FC236}">
                  <a16:creationId xmlns:a16="http://schemas.microsoft.com/office/drawing/2014/main" id="{2F207026-265B-BCDD-DA2D-1BE21E52F8DD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3344" cy="37003"/>
            </a:xfrm>
            <a:custGeom>
              <a:avLst/>
              <a:gdLst/>
              <a:ahLst/>
              <a:cxnLst/>
              <a:rect l="0" t="0" r="0" b="0"/>
              <a:pathLst>
                <a:path w="13344" h="37003">
                  <a:moveTo>
                    <a:pt x="0" y="0"/>
                  </a:moveTo>
                  <a:lnTo>
                    <a:pt x="13344" y="37003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45" name="Candidate_receptor__3044">
              <a:extLst>
                <a:ext uri="{FF2B5EF4-FFF2-40B4-BE49-F238E27FC236}">
                  <a16:creationId xmlns:a16="http://schemas.microsoft.com/office/drawing/2014/main" id="{6CEBFDB9-7DC5-8D9E-083E-6C341617283F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755278"/>
              <a:ext cx="70385" cy="84337"/>
            </a:xfrm>
            <a:custGeom>
              <a:avLst/>
              <a:gdLst/>
              <a:ahLst/>
              <a:cxnLst/>
              <a:rect l="0" t="0" r="0" b="0"/>
              <a:pathLst>
                <a:path w="70385" h="84337">
                  <a:moveTo>
                    <a:pt x="0" y="84337"/>
                  </a:moveTo>
                  <a:lnTo>
                    <a:pt x="7038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6" name="Candidate_receptor__3045">
              <a:extLst>
                <a:ext uri="{FF2B5EF4-FFF2-40B4-BE49-F238E27FC236}">
                  <a16:creationId xmlns:a16="http://schemas.microsoft.com/office/drawing/2014/main" id="{2D340C8D-4E2B-8F53-1B8D-E4163E6DF373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758316"/>
              <a:ext cx="23871" cy="81771"/>
            </a:xfrm>
            <a:custGeom>
              <a:avLst/>
              <a:gdLst/>
              <a:ahLst/>
              <a:cxnLst/>
              <a:rect l="0" t="0" r="0" b="0"/>
              <a:pathLst>
                <a:path w="23871" h="81771">
                  <a:moveTo>
                    <a:pt x="0" y="0"/>
                  </a:moveTo>
                  <a:lnTo>
                    <a:pt x="23871" y="8177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47" name="Candidate_receptor__3046">
              <a:extLst>
                <a:ext uri="{FF2B5EF4-FFF2-40B4-BE49-F238E27FC236}">
                  <a16:creationId xmlns:a16="http://schemas.microsoft.com/office/drawing/2014/main" id="{10D9A535-A04B-CE1D-D4C7-6F056D868FDD}"/>
                </a:ext>
              </a:extLst>
            </p:cNvPr>
            <p:cNvSpPr>
              <a:spLocks noGrp="1"/>
            </p:cNvSpPr>
            <p:nvPr/>
          </p:nvSpPr>
          <p:spPr>
            <a:xfrm>
              <a:off x="5056435" y="2285784"/>
              <a:ext cx="15913" cy="73658"/>
            </a:xfrm>
            <a:custGeom>
              <a:avLst/>
              <a:gdLst/>
              <a:ahLst/>
              <a:cxnLst/>
              <a:rect l="0" t="0" r="0" b="0"/>
              <a:pathLst>
                <a:path w="15913" h="73658">
                  <a:moveTo>
                    <a:pt x="0" y="73658"/>
                  </a:moveTo>
                  <a:lnTo>
                    <a:pt x="159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48" name="Candidate_receptor__3047">
              <a:extLst>
                <a:ext uri="{FF2B5EF4-FFF2-40B4-BE49-F238E27FC236}">
                  <a16:creationId xmlns:a16="http://schemas.microsoft.com/office/drawing/2014/main" id="{F6224272-76F6-5DA4-46D3-A8C5851B2FB5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87554"/>
              <a:ext cx="107898" cy="40798"/>
            </a:xfrm>
            <a:custGeom>
              <a:avLst/>
              <a:gdLst/>
              <a:ahLst/>
              <a:cxnLst/>
              <a:rect l="0" t="0" r="0" b="0"/>
              <a:pathLst>
                <a:path w="107898" h="40798">
                  <a:moveTo>
                    <a:pt x="0" y="0"/>
                  </a:moveTo>
                  <a:lnTo>
                    <a:pt x="107898" y="4079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49" name="Candidate_receptor__3048">
              <a:extLst>
                <a:ext uri="{FF2B5EF4-FFF2-40B4-BE49-F238E27FC236}">
                  <a16:creationId xmlns:a16="http://schemas.microsoft.com/office/drawing/2014/main" id="{316CAE2E-BBCA-8FD1-3AA1-AED6CC0C91D7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751730"/>
              <a:ext cx="95018" cy="19954"/>
            </a:xfrm>
            <a:custGeom>
              <a:avLst/>
              <a:gdLst/>
              <a:ahLst/>
              <a:cxnLst/>
              <a:rect l="0" t="0" r="0" b="0"/>
              <a:pathLst>
                <a:path w="95018" h="19954">
                  <a:moveTo>
                    <a:pt x="95018" y="19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0" name="Candidate_receptor__3049">
              <a:extLst>
                <a:ext uri="{FF2B5EF4-FFF2-40B4-BE49-F238E27FC236}">
                  <a16:creationId xmlns:a16="http://schemas.microsoft.com/office/drawing/2014/main" id="{9E7236D6-8485-7E34-27CE-5779C43711F9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93177" cy="8963"/>
            </a:xfrm>
            <a:custGeom>
              <a:avLst/>
              <a:gdLst/>
              <a:ahLst/>
              <a:cxnLst/>
              <a:rect l="0" t="0" r="0" b="0"/>
              <a:pathLst>
                <a:path w="93177" h="8963">
                  <a:moveTo>
                    <a:pt x="0" y="0"/>
                  </a:moveTo>
                  <a:lnTo>
                    <a:pt x="93177" y="89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1" name="Candidate_receptor__3050">
              <a:extLst>
                <a:ext uri="{FF2B5EF4-FFF2-40B4-BE49-F238E27FC236}">
                  <a16:creationId xmlns:a16="http://schemas.microsoft.com/office/drawing/2014/main" id="{1FDA8788-7BA9-6717-294D-5A952F79C476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96355"/>
              <a:ext cx="25947" cy="37857"/>
            </a:xfrm>
            <a:custGeom>
              <a:avLst/>
              <a:gdLst/>
              <a:ahLst/>
              <a:cxnLst/>
              <a:rect l="0" t="0" r="0" b="0"/>
              <a:pathLst>
                <a:path w="25947" h="37857">
                  <a:moveTo>
                    <a:pt x="25947" y="0"/>
                  </a:moveTo>
                  <a:lnTo>
                    <a:pt x="0" y="378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2" name="Candidate_receptor__3051">
              <a:extLst>
                <a:ext uri="{FF2B5EF4-FFF2-40B4-BE49-F238E27FC236}">
                  <a16:creationId xmlns:a16="http://schemas.microsoft.com/office/drawing/2014/main" id="{4E1F1A1A-25B1-D25D-7066-19B37718595E}"/>
                </a:ext>
              </a:extLst>
            </p:cNvPr>
            <p:cNvSpPr>
              <a:spLocks noGrp="1"/>
            </p:cNvSpPr>
            <p:nvPr/>
          </p:nvSpPr>
          <p:spPr>
            <a:xfrm>
              <a:off x="6389733" y="4135537"/>
              <a:ext cx="107544" cy="22830"/>
            </a:xfrm>
            <a:custGeom>
              <a:avLst/>
              <a:gdLst/>
              <a:ahLst/>
              <a:cxnLst/>
              <a:rect l="0" t="0" r="0" b="0"/>
              <a:pathLst>
                <a:path w="107544" h="22830">
                  <a:moveTo>
                    <a:pt x="107544" y="228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3" name="Candidate_receptor__3052">
              <a:extLst>
                <a:ext uri="{FF2B5EF4-FFF2-40B4-BE49-F238E27FC236}">
                  <a16:creationId xmlns:a16="http://schemas.microsoft.com/office/drawing/2014/main" id="{E80C1C74-23A4-3258-8629-7CAB4A35CF06}"/>
                </a:ext>
              </a:extLst>
            </p:cNvPr>
            <p:cNvSpPr>
              <a:spLocks noGrp="1"/>
            </p:cNvSpPr>
            <p:nvPr/>
          </p:nvSpPr>
          <p:spPr>
            <a:xfrm>
              <a:off x="6095337" y="2934248"/>
              <a:ext cx="7331" cy="81117"/>
            </a:xfrm>
            <a:custGeom>
              <a:avLst/>
              <a:gdLst/>
              <a:ahLst/>
              <a:cxnLst/>
              <a:rect l="0" t="0" r="0" b="0"/>
              <a:pathLst>
                <a:path w="7331" h="81117">
                  <a:moveTo>
                    <a:pt x="0" y="81117"/>
                  </a:moveTo>
                  <a:lnTo>
                    <a:pt x="733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54" name="Candidate_receptor__3053">
              <a:extLst>
                <a:ext uri="{FF2B5EF4-FFF2-40B4-BE49-F238E27FC236}">
                  <a16:creationId xmlns:a16="http://schemas.microsoft.com/office/drawing/2014/main" id="{B7CDA0D7-4A76-9B4C-8FA0-6A0AA938F18D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402187"/>
              <a:ext cx="50451" cy="27556"/>
            </a:xfrm>
            <a:custGeom>
              <a:avLst/>
              <a:gdLst/>
              <a:ahLst/>
              <a:cxnLst/>
              <a:rect l="0" t="0" r="0" b="0"/>
              <a:pathLst>
                <a:path w="50451" h="27556">
                  <a:moveTo>
                    <a:pt x="0" y="27556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5" name="Candidate_receptor__3054">
              <a:extLst>
                <a:ext uri="{FF2B5EF4-FFF2-40B4-BE49-F238E27FC236}">
                  <a16:creationId xmlns:a16="http://schemas.microsoft.com/office/drawing/2014/main" id="{5FB4B4A2-155A-43EC-45EA-082D31686FDF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144226"/>
              <a:ext cx="42202" cy="86863"/>
            </a:xfrm>
            <a:custGeom>
              <a:avLst/>
              <a:gdLst/>
              <a:ahLst/>
              <a:cxnLst/>
              <a:rect l="0" t="0" r="0" b="0"/>
              <a:pathLst>
                <a:path w="42202" h="86863">
                  <a:moveTo>
                    <a:pt x="0" y="86863"/>
                  </a:moveTo>
                  <a:lnTo>
                    <a:pt x="4220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6" name="Candidate_receptor__3055">
              <a:extLst>
                <a:ext uri="{FF2B5EF4-FFF2-40B4-BE49-F238E27FC236}">
                  <a16:creationId xmlns:a16="http://schemas.microsoft.com/office/drawing/2014/main" id="{6618E3D4-BD12-9F4E-775B-1C03BCE099F8}"/>
                </a:ext>
              </a:extLst>
            </p:cNvPr>
            <p:cNvSpPr>
              <a:spLocks noGrp="1"/>
            </p:cNvSpPr>
            <p:nvPr/>
          </p:nvSpPr>
          <p:spPr>
            <a:xfrm>
              <a:off x="4542033" y="3970967"/>
              <a:ext cx="41724" cy="96572"/>
            </a:xfrm>
            <a:custGeom>
              <a:avLst/>
              <a:gdLst/>
              <a:ahLst/>
              <a:cxnLst/>
              <a:rect l="0" t="0" r="0" b="0"/>
              <a:pathLst>
                <a:path w="41724" h="96572">
                  <a:moveTo>
                    <a:pt x="0" y="96572"/>
                  </a:moveTo>
                  <a:lnTo>
                    <a:pt x="41724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57" name="Candidate_receptor__3056">
              <a:extLst>
                <a:ext uri="{FF2B5EF4-FFF2-40B4-BE49-F238E27FC236}">
                  <a16:creationId xmlns:a16="http://schemas.microsoft.com/office/drawing/2014/main" id="{A58F3D3D-E644-96CB-8013-B1D934759FB4}"/>
                </a:ext>
              </a:extLst>
            </p:cNvPr>
            <p:cNvSpPr>
              <a:spLocks noGrp="1"/>
            </p:cNvSpPr>
            <p:nvPr/>
          </p:nvSpPr>
          <p:spPr>
            <a:xfrm>
              <a:off x="4807847" y="2589001"/>
              <a:ext cx="32487" cy="69366"/>
            </a:xfrm>
            <a:custGeom>
              <a:avLst/>
              <a:gdLst/>
              <a:ahLst/>
              <a:cxnLst/>
              <a:rect l="0" t="0" r="0" b="0"/>
              <a:pathLst>
                <a:path w="32487" h="69366">
                  <a:moveTo>
                    <a:pt x="0" y="69366"/>
                  </a:moveTo>
                  <a:lnTo>
                    <a:pt x="3248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8" name="Candidate_receptor__3057">
              <a:extLst>
                <a:ext uri="{FF2B5EF4-FFF2-40B4-BE49-F238E27FC236}">
                  <a16:creationId xmlns:a16="http://schemas.microsoft.com/office/drawing/2014/main" id="{C4A33E05-7850-047A-D245-4A601A98ABEA}"/>
                </a:ext>
              </a:extLst>
            </p:cNvPr>
            <p:cNvSpPr>
              <a:spLocks noGrp="1"/>
            </p:cNvSpPr>
            <p:nvPr/>
          </p:nvSpPr>
          <p:spPr>
            <a:xfrm>
              <a:off x="5028001" y="3922009"/>
              <a:ext cx="39401" cy="105254"/>
            </a:xfrm>
            <a:custGeom>
              <a:avLst/>
              <a:gdLst/>
              <a:ahLst/>
              <a:cxnLst/>
              <a:rect l="0" t="0" r="0" b="0"/>
              <a:pathLst>
                <a:path w="39401" h="105254">
                  <a:moveTo>
                    <a:pt x="0" y="105254"/>
                  </a:moveTo>
                  <a:lnTo>
                    <a:pt x="3940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9" name="Candidate_receptor__3058">
              <a:extLst>
                <a:ext uri="{FF2B5EF4-FFF2-40B4-BE49-F238E27FC236}">
                  <a16:creationId xmlns:a16="http://schemas.microsoft.com/office/drawing/2014/main" id="{86296B74-ACE0-ECE1-B7AD-637440C9FFC1}"/>
                </a:ext>
              </a:extLst>
            </p:cNvPr>
            <p:cNvSpPr>
              <a:spLocks noGrp="1"/>
            </p:cNvSpPr>
            <p:nvPr/>
          </p:nvSpPr>
          <p:spPr>
            <a:xfrm>
              <a:off x="5871405" y="3237844"/>
              <a:ext cx="76209" cy="4723"/>
            </a:xfrm>
            <a:custGeom>
              <a:avLst/>
              <a:gdLst/>
              <a:ahLst/>
              <a:cxnLst/>
              <a:rect l="0" t="0" r="0" b="0"/>
              <a:pathLst>
                <a:path w="76209" h="4723">
                  <a:moveTo>
                    <a:pt x="0" y="0"/>
                  </a:moveTo>
                  <a:lnTo>
                    <a:pt x="76209" y="472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0" name="Candidate_receptor__3059">
              <a:extLst>
                <a:ext uri="{FF2B5EF4-FFF2-40B4-BE49-F238E27FC236}">
                  <a16:creationId xmlns:a16="http://schemas.microsoft.com/office/drawing/2014/main" id="{8FAAA355-F8F2-0DCA-A14F-9EAEB03DC379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04555"/>
              <a:ext cx="70764" cy="81566"/>
            </a:xfrm>
            <a:custGeom>
              <a:avLst/>
              <a:gdLst/>
              <a:ahLst/>
              <a:cxnLst/>
              <a:rect l="0" t="0" r="0" b="0"/>
              <a:pathLst>
                <a:path w="70764" h="81566">
                  <a:moveTo>
                    <a:pt x="70764" y="0"/>
                  </a:moveTo>
                  <a:lnTo>
                    <a:pt x="0" y="815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1" name="Candidate_receptor__3060">
              <a:extLst>
                <a:ext uri="{FF2B5EF4-FFF2-40B4-BE49-F238E27FC236}">
                  <a16:creationId xmlns:a16="http://schemas.microsoft.com/office/drawing/2014/main" id="{B9580DC9-6CC4-84C3-D03D-8C4ADD642D84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418823"/>
              <a:ext cx="80577" cy="81205"/>
            </a:xfrm>
            <a:custGeom>
              <a:avLst/>
              <a:gdLst/>
              <a:ahLst/>
              <a:cxnLst/>
              <a:rect l="0" t="0" r="0" b="0"/>
              <a:pathLst>
                <a:path w="80577" h="81205">
                  <a:moveTo>
                    <a:pt x="80577" y="0"/>
                  </a:moveTo>
                  <a:lnTo>
                    <a:pt x="0" y="8120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2" name="Candidate_receptor__3061">
              <a:extLst>
                <a:ext uri="{FF2B5EF4-FFF2-40B4-BE49-F238E27FC236}">
                  <a16:creationId xmlns:a16="http://schemas.microsoft.com/office/drawing/2014/main" id="{8FB23262-348F-9307-B02E-5E6C5AEF1E84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50879"/>
              <a:ext cx="57840" cy="31402"/>
            </a:xfrm>
            <a:custGeom>
              <a:avLst/>
              <a:gdLst/>
              <a:ahLst/>
              <a:cxnLst/>
              <a:rect l="0" t="0" r="0" b="0"/>
              <a:pathLst>
                <a:path w="57840" h="31402">
                  <a:moveTo>
                    <a:pt x="57840" y="314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3" name="Candidate_receptor__3062">
              <a:extLst>
                <a:ext uri="{FF2B5EF4-FFF2-40B4-BE49-F238E27FC236}">
                  <a16:creationId xmlns:a16="http://schemas.microsoft.com/office/drawing/2014/main" id="{BE900E84-1F74-3B8D-FBBA-279C90C3A29F}"/>
                </a:ext>
              </a:extLst>
            </p:cNvPr>
            <p:cNvSpPr>
              <a:spLocks noGrp="1"/>
            </p:cNvSpPr>
            <p:nvPr/>
          </p:nvSpPr>
          <p:spPr>
            <a:xfrm>
              <a:off x="4785361" y="2166187"/>
              <a:ext cx="109776" cy="9628"/>
            </a:xfrm>
            <a:custGeom>
              <a:avLst/>
              <a:gdLst/>
              <a:ahLst/>
              <a:cxnLst/>
              <a:rect l="0" t="0" r="0" b="0"/>
              <a:pathLst>
                <a:path w="109776" h="9628">
                  <a:moveTo>
                    <a:pt x="109776" y="96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4" name="Candidate_receptor__3063">
              <a:extLst>
                <a:ext uri="{FF2B5EF4-FFF2-40B4-BE49-F238E27FC236}">
                  <a16:creationId xmlns:a16="http://schemas.microsoft.com/office/drawing/2014/main" id="{36E5D495-2917-63EE-5929-FEB2629B1619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524739"/>
              <a:ext cx="55542" cy="99967"/>
            </a:xfrm>
            <a:custGeom>
              <a:avLst/>
              <a:gdLst/>
              <a:ahLst/>
              <a:cxnLst/>
              <a:rect l="0" t="0" r="0" b="0"/>
              <a:pathLst>
                <a:path w="55542" h="99967">
                  <a:moveTo>
                    <a:pt x="0" y="0"/>
                  </a:moveTo>
                  <a:lnTo>
                    <a:pt x="55542" y="9996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5" name="Candidate_receptor__3064">
              <a:extLst>
                <a:ext uri="{FF2B5EF4-FFF2-40B4-BE49-F238E27FC236}">
                  <a16:creationId xmlns:a16="http://schemas.microsoft.com/office/drawing/2014/main" id="{30F9EC01-1F77-6F08-87A6-F6A73BF1A6AE}"/>
                </a:ext>
              </a:extLst>
            </p:cNvPr>
            <p:cNvSpPr>
              <a:spLocks noGrp="1"/>
            </p:cNvSpPr>
            <p:nvPr/>
          </p:nvSpPr>
          <p:spPr>
            <a:xfrm>
              <a:off x="4589631" y="3244104"/>
              <a:ext cx="113326" cy="21312"/>
            </a:xfrm>
            <a:custGeom>
              <a:avLst/>
              <a:gdLst/>
              <a:ahLst/>
              <a:cxnLst/>
              <a:rect l="0" t="0" r="0" b="0"/>
              <a:pathLst>
                <a:path w="113326" h="21312">
                  <a:moveTo>
                    <a:pt x="113326" y="0"/>
                  </a:moveTo>
                  <a:lnTo>
                    <a:pt x="0" y="2131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6" name="Candidate_receptor__3065">
              <a:extLst>
                <a:ext uri="{FF2B5EF4-FFF2-40B4-BE49-F238E27FC236}">
                  <a16:creationId xmlns:a16="http://schemas.microsoft.com/office/drawing/2014/main" id="{A8C55642-26CB-B49C-FD00-62E4C38F3812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209246"/>
              <a:ext cx="41653" cy="24990"/>
            </a:xfrm>
            <a:custGeom>
              <a:avLst/>
              <a:gdLst/>
              <a:ahLst/>
              <a:cxnLst/>
              <a:rect l="0" t="0" r="0" b="0"/>
              <a:pathLst>
                <a:path w="41653" h="24990">
                  <a:moveTo>
                    <a:pt x="41653" y="0"/>
                  </a:moveTo>
                  <a:lnTo>
                    <a:pt x="0" y="2499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7" name="Candidate_receptor__3066">
              <a:extLst>
                <a:ext uri="{FF2B5EF4-FFF2-40B4-BE49-F238E27FC236}">
                  <a16:creationId xmlns:a16="http://schemas.microsoft.com/office/drawing/2014/main" id="{BB374153-A2A5-E814-A8AB-440729C1D565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71539"/>
              <a:ext cx="105903" cy="43292"/>
            </a:xfrm>
            <a:custGeom>
              <a:avLst/>
              <a:gdLst/>
              <a:ahLst/>
              <a:cxnLst/>
              <a:rect l="0" t="0" r="0" b="0"/>
              <a:pathLst>
                <a:path w="105903" h="43292">
                  <a:moveTo>
                    <a:pt x="0" y="43292"/>
                  </a:moveTo>
                  <a:lnTo>
                    <a:pt x="10590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8" name="Candidate_receptor__3067">
              <a:extLst>
                <a:ext uri="{FF2B5EF4-FFF2-40B4-BE49-F238E27FC236}">
                  <a16:creationId xmlns:a16="http://schemas.microsoft.com/office/drawing/2014/main" id="{AD44F87A-FEC9-D67F-5CC4-6812FF00D91F}"/>
                </a:ext>
              </a:extLst>
            </p:cNvPr>
            <p:cNvSpPr>
              <a:spLocks noGrp="1"/>
            </p:cNvSpPr>
            <p:nvPr/>
          </p:nvSpPr>
          <p:spPr>
            <a:xfrm>
              <a:off x="5578551" y="2122401"/>
              <a:ext cx="55314" cy="101483"/>
            </a:xfrm>
            <a:custGeom>
              <a:avLst/>
              <a:gdLst/>
              <a:ahLst/>
              <a:cxnLst/>
              <a:rect l="0" t="0" r="0" b="0"/>
              <a:pathLst>
                <a:path w="55314" h="101483">
                  <a:moveTo>
                    <a:pt x="0" y="0"/>
                  </a:moveTo>
                  <a:lnTo>
                    <a:pt x="55314" y="1014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9" name="Candidate_receptor__3068">
              <a:extLst>
                <a:ext uri="{FF2B5EF4-FFF2-40B4-BE49-F238E27FC236}">
                  <a16:creationId xmlns:a16="http://schemas.microsoft.com/office/drawing/2014/main" id="{63BFB58C-8FB3-E1DB-71FD-3C3C432FF9EC}"/>
                </a:ext>
              </a:extLst>
            </p:cNvPr>
            <p:cNvSpPr>
              <a:spLocks noGrp="1"/>
            </p:cNvSpPr>
            <p:nvPr/>
          </p:nvSpPr>
          <p:spPr>
            <a:xfrm>
              <a:off x="5725319" y="3336286"/>
              <a:ext cx="109305" cy="38193"/>
            </a:xfrm>
            <a:custGeom>
              <a:avLst/>
              <a:gdLst/>
              <a:ahLst/>
              <a:cxnLst/>
              <a:rect l="0" t="0" r="0" b="0"/>
              <a:pathLst>
                <a:path w="109305" h="38193">
                  <a:moveTo>
                    <a:pt x="0" y="0"/>
                  </a:moveTo>
                  <a:lnTo>
                    <a:pt x="109305" y="3819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0" name="Candidate_receptor__3069">
              <a:extLst>
                <a:ext uri="{FF2B5EF4-FFF2-40B4-BE49-F238E27FC236}">
                  <a16:creationId xmlns:a16="http://schemas.microsoft.com/office/drawing/2014/main" id="{0EACA489-1328-0F32-8812-8899BA1D5A91}"/>
                </a:ext>
              </a:extLst>
            </p:cNvPr>
            <p:cNvSpPr>
              <a:spLocks noGrp="1"/>
            </p:cNvSpPr>
            <p:nvPr/>
          </p:nvSpPr>
          <p:spPr>
            <a:xfrm>
              <a:off x="6008375" y="4035899"/>
              <a:ext cx="109506" cy="28013"/>
            </a:xfrm>
            <a:custGeom>
              <a:avLst/>
              <a:gdLst/>
              <a:ahLst/>
              <a:cxnLst/>
              <a:rect l="0" t="0" r="0" b="0"/>
              <a:pathLst>
                <a:path w="109506" h="28013">
                  <a:moveTo>
                    <a:pt x="109506" y="0"/>
                  </a:moveTo>
                  <a:lnTo>
                    <a:pt x="0" y="280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1" name="Candidate_receptor__3070">
              <a:extLst>
                <a:ext uri="{FF2B5EF4-FFF2-40B4-BE49-F238E27FC236}">
                  <a16:creationId xmlns:a16="http://schemas.microsoft.com/office/drawing/2014/main" id="{C3B1D0BE-BCF0-BF69-11C0-5F3EEF6BA820}"/>
                </a:ext>
              </a:extLst>
            </p:cNvPr>
            <p:cNvSpPr>
              <a:spLocks noGrp="1"/>
            </p:cNvSpPr>
            <p:nvPr/>
          </p:nvSpPr>
          <p:spPr>
            <a:xfrm>
              <a:off x="4574611" y="5008475"/>
              <a:ext cx="4552" cy="110100"/>
            </a:xfrm>
            <a:custGeom>
              <a:avLst/>
              <a:gdLst/>
              <a:ahLst/>
              <a:cxnLst/>
              <a:rect l="0" t="0" r="0" b="0"/>
              <a:pathLst>
                <a:path w="4552" h="110100">
                  <a:moveTo>
                    <a:pt x="0" y="0"/>
                  </a:moveTo>
                  <a:lnTo>
                    <a:pt x="4552" y="11010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2" name="Candidate_receptor__3071">
              <a:extLst>
                <a:ext uri="{FF2B5EF4-FFF2-40B4-BE49-F238E27FC236}">
                  <a16:creationId xmlns:a16="http://schemas.microsoft.com/office/drawing/2014/main" id="{56DDC5B3-4203-B373-6EB5-2558D3EE704F}"/>
                </a:ext>
              </a:extLst>
            </p:cNvPr>
            <p:cNvSpPr>
              <a:spLocks noGrp="1"/>
            </p:cNvSpPr>
            <p:nvPr/>
          </p:nvSpPr>
          <p:spPr>
            <a:xfrm>
              <a:off x="4768249" y="4829304"/>
              <a:ext cx="106174" cy="43996"/>
            </a:xfrm>
            <a:custGeom>
              <a:avLst/>
              <a:gdLst/>
              <a:ahLst/>
              <a:cxnLst/>
              <a:rect l="0" t="0" r="0" b="0"/>
              <a:pathLst>
                <a:path w="106174" h="43996">
                  <a:moveTo>
                    <a:pt x="106174" y="43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3" name="Candidate_receptor__3072">
              <a:extLst>
                <a:ext uri="{FF2B5EF4-FFF2-40B4-BE49-F238E27FC236}">
                  <a16:creationId xmlns:a16="http://schemas.microsoft.com/office/drawing/2014/main" id="{C979AD3D-939F-A5FB-FA56-D417FCFFF3FB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02420"/>
              <a:ext cx="43859" cy="22061"/>
            </a:xfrm>
            <a:custGeom>
              <a:avLst/>
              <a:gdLst/>
              <a:ahLst/>
              <a:cxnLst/>
              <a:rect l="0" t="0" r="0" b="0"/>
              <a:pathLst>
                <a:path w="43859" h="22061">
                  <a:moveTo>
                    <a:pt x="0" y="22061"/>
                  </a:moveTo>
                  <a:lnTo>
                    <a:pt x="43859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4" name="Candidate_receptor__3073">
              <a:extLst>
                <a:ext uri="{FF2B5EF4-FFF2-40B4-BE49-F238E27FC236}">
                  <a16:creationId xmlns:a16="http://schemas.microsoft.com/office/drawing/2014/main" id="{F70A65F9-3627-A543-C35F-C012BB9F5E75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12105"/>
              <a:ext cx="35770" cy="45763"/>
            </a:xfrm>
            <a:custGeom>
              <a:avLst/>
              <a:gdLst/>
              <a:ahLst/>
              <a:cxnLst/>
              <a:rect l="0" t="0" r="0" b="0"/>
              <a:pathLst>
                <a:path w="35770" h="45763">
                  <a:moveTo>
                    <a:pt x="35770" y="0"/>
                  </a:moveTo>
                  <a:lnTo>
                    <a:pt x="0" y="457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5" name="Candidate_receptor__3074">
              <a:extLst>
                <a:ext uri="{FF2B5EF4-FFF2-40B4-BE49-F238E27FC236}">
                  <a16:creationId xmlns:a16="http://schemas.microsoft.com/office/drawing/2014/main" id="{28B60F18-9328-36D5-EA14-494EF963D52E}"/>
                </a:ext>
              </a:extLst>
            </p:cNvPr>
            <p:cNvSpPr>
              <a:spLocks noGrp="1"/>
            </p:cNvSpPr>
            <p:nvPr/>
          </p:nvSpPr>
          <p:spPr>
            <a:xfrm>
              <a:off x="4583758" y="3941974"/>
              <a:ext cx="62246" cy="28992"/>
            </a:xfrm>
            <a:custGeom>
              <a:avLst/>
              <a:gdLst/>
              <a:ahLst/>
              <a:cxnLst/>
              <a:rect l="0" t="0" r="0" b="0"/>
              <a:pathLst>
                <a:path w="62246" h="28992">
                  <a:moveTo>
                    <a:pt x="0" y="28992"/>
                  </a:moveTo>
                  <a:lnTo>
                    <a:pt x="6224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6" name="Candidate_receptor__3075">
              <a:extLst>
                <a:ext uri="{FF2B5EF4-FFF2-40B4-BE49-F238E27FC236}">
                  <a16:creationId xmlns:a16="http://schemas.microsoft.com/office/drawing/2014/main" id="{C473D8B7-A843-3DC5-1CF3-CD7876190259}"/>
                </a:ext>
              </a:extLst>
            </p:cNvPr>
            <p:cNvSpPr>
              <a:spLocks noGrp="1"/>
            </p:cNvSpPr>
            <p:nvPr/>
          </p:nvSpPr>
          <p:spPr>
            <a:xfrm>
              <a:off x="6019190" y="4390751"/>
              <a:ext cx="9452" cy="105604"/>
            </a:xfrm>
            <a:custGeom>
              <a:avLst/>
              <a:gdLst/>
              <a:ahLst/>
              <a:cxnLst/>
              <a:rect l="0" t="0" r="0" b="0"/>
              <a:pathLst>
                <a:path w="9452" h="105604">
                  <a:moveTo>
                    <a:pt x="9452" y="0"/>
                  </a:moveTo>
                  <a:lnTo>
                    <a:pt x="0" y="10560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7" name="Candidate_receptor__3076">
              <a:extLst>
                <a:ext uri="{FF2B5EF4-FFF2-40B4-BE49-F238E27FC236}">
                  <a16:creationId xmlns:a16="http://schemas.microsoft.com/office/drawing/2014/main" id="{1C09BFCB-04C1-E166-CE2D-A4AF2BCF7D01}"/>
                </a:ext>
              </a:extLst>
            </p:cNvPr>
            <p:cNvSpPr>
              <a:spLocks noGrp="1"/>
            </p:cNvSpPr>
            <p:nvPr/>
          </p:nvSpPr>
          <p:spPr>
            <a:xfrm>
              <a:off x="5631925" y="2898691"/>
              <a:ext cx="78478" cy="29662"/>
            </a:xfrm>
            <a:custGeom>
              <a:avLst/>
              <a:gdLst/>
              <a:ahLst/>
              <a:cxnLst/>
              <a:rect l="0" t="0" r="0" b="0"/>
              <a:pathLst>
                <a:path w="78478" h="29662">
                  <a:moveTo>
                    <a:pt x="0" y="29662"/>
                  </a:moveTo>
                  <a:lnTo>
                    <a:pt x="7847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8" name="Candidate_receptor__3077">
              <a:extLst>
                <a:ext uri="{FF2B5EF4-FFF2-40B4-BE49-F238E27FC236}">
                  <a16:creationId xmlns:a16="http://schemas.microsoft.com/office/drawing/2014/main" id="{7BB9DBA4-9DA1-EA46-9805-04DB425C564C}"/>
                </a:ext>
              </a:extLst>
            </p:cNvPr>
            <p:cNvSpPr>
              <a:spLocks noGrp="1"/>
            </p:cNvSpPr>
            <p:nvPr/>
          </p:nvSpPr>
          <p:spPr>
            <a:xfrm>
              <a:off x="4932229" y="3165181"/>
              <a:ext cx="92620" cy="40920"/>
            </a:xfrm>
            <a:custGeom>
              <a:avLst/>
              <a:gdLst/>
              <a:ahLst/>
              <a:cxnLst/>
              <a:rect l="0" t="0" r="0" b="0"/>
              <a:pathLst>
                <a:path w="92620" h="40920">
                  <a:moveTo>
                    <a:pt x="92620" y="0"/>
                  </a:moveTo>
                  <a:lnTo>
                    <a:pt x="0" y="4092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9" name="Candidate_receptor__3078">
              <a:extLst>
                <a:ext uri="{FF2B5EF4-FFF2-40B4-BE49-F238E27FC236}">
                  <a16:creationId xmlns:a16="http://schemas.microsoft.com/office/drawing/2014/main" id="{2389DEEC-E730-A073-F557-265B34665DBD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39499"/>
              <a:ext cx="47941" cy="57649"/>
            </a:xfrm>
            <a:custGeom>
              <a:avLst/>
              <a:gdLst/>
              <a:ahLst/>
              <a:cxnLst/>
              <a:rect l="0" t="0" r="0" b="0"/>
              <a:pathLst>
                <a:path w="47941" h="57649">
                  <a:moveTo>
                    <a:pt x="0" y="57649"/>
                  </a:moveTo>
                  <a:lnTo>
                    <a:pt x="4794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0" name="Candidate_receptor__3079">
              <a:extLst>
                <a:ext uri="{FF2B5EF4-FFF2-40B4-BE49-F238E27FC236}">
                  <a16:creationId xmlns:a16="http://schemas.microsoft.com/office/drawing/2014/main" id="{7FA8CF13-21B3-06CC-8FF6-1B968598DD4E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378518"/>
              <a:ext cx="18197" cy="98369"/>
            </a:xfrm>
            <a:custGeom>
              <a:avLst/>
              <a:gdLst/>
              <a:ahLst/>
              <a:cxnLst/>
              <a:rect l="0" t="0" r="0" b="0"/>
              <a:pathLst>
                <a:path w="18197" h="98369">
                  <a:moveTo>
                    <a:pt x="0" y="98369"/>
                  </a:moveTo>
                  <a:lnTo>
                    <a:pt x="1819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1" name="Candidate_receptor__3080">
              <a:extLst>
                <a:ext uri="{FF2B5EF4-FFF2-40B4-BE49-F238E27FC236}">
                  <a16:creationId xmlns:a16="http://schemas.microsoft.com/office/drawing/2014/main" id="{F3DFF8C6-615B-CF15-B299-880F6195AC7B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22799" cy="12407"/>
            </a:xfrm>
            <a:custGeom>
              <a:avLst/>
              <a:gdLst/>
              <a:ahLst/>
              <a:cxnLst/>
              <a:rect l="0" t="0" r="0" b="0"/>
              <a:pathLst>
                <a:path w="22799" h="12407">
                  <a:moveTo>
                    <a:pt x="22799" y="124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2" name="Candidate_receptor__3081">
              <a:extLst>
                <a:ext uri="{FF2B5EF4-FFF2-40B4-BE49-F238E27FC236}">
                  <a16:creationId xmlns:a16="http://schemas.microsoft.com/office/drawing/2014/main" id="{2AE10BFB-3A66-9A29-4140-A557D035ABC6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66895"/>
              <a:ext cx="25699" cy="27619"/>
            </a:xfrm>
            <a:custGeom>
              <a:avLst/>
              <a:gdLst/>
              <a:ahLst/>
              <a:cxnLst/>
              <a:rect l="0" t="0" r="0" b="0"/>
              <a:pathLst>
                <a:path w="25699" h="27619">
                  <a:moveTo>
                    <a:pt x="0" y="0"/>
                  </a:moveTo>
                  <a:lnTo>
                    <a:pt x="25699" y="27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3" name="Candidate_receptor__3082">
              <a:extLst>
                <a:ext uri="{FF2B5EF4-FFF2-40B4-BE49-F238E27FC236}">
                  <a16:creationId xmlns:a16="http://schemas.microsoft.com/office/drawing/2014/main" id="{3E3C08CF-D623-5C8E-3C56-639A0C508CC4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31536"/>
              <a:ext cx="33062" cy="87197"/>
            </a:xfrm>
            <a:custGeom>
              <a:avLst/>
              <a:gdLst/>
              <a:ahLst/>
              <a:cxnLst/>
              <a:rect l="0" t="0" r="0" b="0"/>
              <a:pathLst>
                <a:path w="33062" h="87197">
                  <a:moveTo>
                    <a:pt x="33062" y="87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4" name="Candidate_receptor__3083">
              <a:extLst>
                <a:ext uri="{FF2B5EF4-FFF2-40B4-BE49-F238E27FC236}">
                  <a16:creationId xmlns:a16="http://schemas.microsoft.com/office/drawing/2014/main" id="{9125A188-226E-0C87-514C-DB0E3C867C5E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53257"/>
              <a:ext cx="64600" cy="43241"/>
            </a:xfrm>
            <a:custGeom>
              <a:avLst/>
              <a:gdLst/>
              <a:ahLst/>
              <a:cxnLst/>
              <a:rect l="0" t="0" r="0" b="0"/>
              <a:pathLst>
                <a:path w="64600" h="43241">
                  <a:moveTo>
                    <a:pt x="0" y="43241"/>
                  </a:moveTo>
                  <a:lnTo>
                    <a:pt x="6460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5" name="Candidate_receptor__3084">
              <a:extLst>
                <a:ext uri="{FF2B5EF4-FFF2-40B4-BE49-F238E27FC236}">
                  <a16:creationId xmlns:a16="http://schemas.microsoft.com/office/drawing/2014/main" id="{36B49FA5-E74D-D208-EFF7-5B993A87D31F}"/>
                </a:ext>
              </a:extLst>
            </p:cNvPr>
            <p:cNvSpPr>
              <a:spLocks noGrp="1"/>
            </p:cNvSpPr>
            <p:nvPr/>
          </p:nvSpPr>
          <p:spPr>
            <a:xfrm>
              <a:off x="4919473" y="4027263"/>
              <a:ext cx="108528" cy="15749"/>
            </a:xfrm>
            <a:custGeom>
              <a:avLst/>
              <a:gdLst/>
              <a:ahLst/>
              <a:cxnLst/>
              <a:rect l="0" t="0" r="0" b="0"/>
              <a:pathLst>
                <a:path w="108528" h="15749">
                  <a:moveTo>
                    <a:pt x="0" y="15749"/>
                  </a:moveTo>
                  <a:lnTo>
                    <a:pt x="10852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6" name="Candidate_receptor__3085">
              <a:extLst>
                <a:ext uri="{FF2B5EF4-FFF2-40B4-BE49-F238E27FC236}">
                  <a16:creationId xmlns:a16="http://schemas.microsoft.com/office/drawing/2014/main" id="{2AF516C9-C0E5-5EAE-F6E9-8E326CE6482B}"/>
                </a:ext>
              </a:extLst>
            </p:cNvPr>
            <p:cNvSpPr>
              <a:spLocks noGrp="1"/>
            </p:cNvSpPr>
            <p:nvPr/>
          </p:nvSpPr>
          <p:spPr>
            <a:xfrm>
              <a:off x="5992724" y="3015365"/>
              <a:ext cx="102613" cy="49296"/>
            </a:xfrm>
            <a:custGeom>
              <a:avLst/>
              <a:gdLst/>
              <a:ahLst/>
              <a:cxnLst/>
              <a:rect l="0" t="0" r="0" b="0"/>
              <a:pathLst>
                <a:path w="102613" h="49296">
                  <a:moveTo>
                    <a:pt x="0" y="49296"/>
                  </a:moveTo>
                  <a:lnTo>
                    <a:pt x="1026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7" name="Candidate_receptor__3086">
              <a:extLst>
                <a:ext uri="{FF2B5EF4-FFF2-40B4-BE49-F238E27FC236}">
                  <a16:creationId xmlns:a16="http://schemas.microsoft.com/office/drawing/2014/main" id="{58B0C41A-8BBE-7FD0-0EBA-A7A9A14B6E26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135537"/>
              <a:ext cx="44423" cy="19809"/>
            </a:xfrm>
            <a:custGeom>
              <a:avLst/>
              <a:gdLst/>
              <a:ahLst/>
              <a:cxnLst/>
              <a:rect l="0" t="0" r="0" b="0"/>
              <a:pathLst>
                <a:path w="44423" h="19809">
                  <a:moveTo>
                    <a:pt x="44423" y="0"/>
                  </a:moveTo>
                  <a:lnTo>
                    <a:pt x="0" y="1980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8" name="Candidate_receptor__3087">
              <a:extLst>
                <a:ext uri="{FF2B5EF4-FFF2-40B4-BE49-F238E27FC236}">
                  <a16:creationId xmlns:a16="http://schemas.microsoft.com/office/drawing/2014/main" id="{A99A0D5A-A51C-B64A-34FA-C249189C5E27}"/>
                </a:ext>
              </a:extLst>
            </p:cNvPr>
            <p:cNvSpPr>
              <a:spLocks noGrp="1"/>
            </p:cNvSpPr>
            <p:nvPr/>
          </p:nvSpPr>
          <p:spPr>
            <a:xfrm>
              <a:off x="4673846" y="3816953"/>
              <a:ext cx="108123" cy="7559"/>
            </a:xfrm>
            <a:custGeom>
              <a:avLst/>
              <a:gdLst/>
              <a:ahLst/>
              <a:cxnLst/>
              <a:rect l="0" t="0" r="0" b="0"/>
              <a:pathLst>
                <a:path w="108123" h="7559">
                  <a:moveTo>
                    <a:pt x="0" y="0"/>
                  </a:moveTo>
                  <a:lnTo>
                    <a:pt x="108123" y="755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9" name="Candidate_receptor__3088">
              <a:extLst>
                <a:ext uri="{FF2B5EF4-FFF2-40B4-BE49-F238E27FC236}">
                  <a16:creationId xmlns:a16="http://schemas.microsoft.com/office/drawing/2014/main" id="{82BD3E58-DF97-91FC-A7D4-FD11D17E6EEC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194540"/>
              <a:ext cx="22198" cy="42094"/>
            </a:xfrm>
            <a:custGeom>
              <a:avLst/>
              <a:gdLst/>
              <a:ahLst/>
              <a:cxnLst/>
              <a:rect l="0" t="0" r="0" b="0"/>
              <a:pathLst>
                <a:path w="22198" h="42094">
                  <a:moveTo>
                    <a:pt x="22198" y="0"/>
                  </a:moveTo>
                  <a:lnTo>
                    <a:pt x="0" y="4209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0" name="Candidate_receptor__3089">
              <a:extLst>
                <a:ext uri="{FF2B5EF4-FFF2-40B4-BE49-F238E27FC236}">
                  <a16:creationId xmlns:a16="http://schemas.microsoft.com/office/drawing/2014/main" id="{02B01326-E867-E4AD-1C9E-FF460E7B4CA9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607360"/>
              <a:ext cx="2992" cy="2183"/>
            </a:xfrm>
            <a:custGeom>
              <a:avLst/>
              <a:gdLst/>
              <a:ahLst/>
              <a:cxnLst/>
              <a:rect l="0" t="0" r="0" b="0"/>
              <a:pathLst>
                <a:path w="2992" h="2183">
                  <a:moveTo>
                    <a:pt x="2992" y="0"/>
                  </a:moveTo>
                  <a:lnTo>
                    <a:pt x="0" y="21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1" name="Candidate_receptor__3090">
              <a:extLst>
                <a:ext uri="{FF2B5EF4-FFF2-40B4-BE49-F238E27FC236}">
                  <a16:creationId xmlns:a16="http://schemas.microsoft.com/office/drawing/2014/main" id="{8860C56F-D1E0-16B1-6746-1A13482279B9}"/>
                </a:ext>
              </a:extLst>
            </p:cNvPr>
            <p:cNvSpPr>
              <a:spLocks noGrp="1"/>
            </p:cNvSpPr>
            <p:nvPr/>
          </p:nvSpPr>
          <p:spPr>
            <a:xfrm>
              <a:off x="4442655" y="2402999"/>
              <a:ext cx="68550" cy="67206"/>
            </a:xfrm>
            <a:custGeom>
              <a:avLst/>
              <a:gdLst/>
              <a:ahLst/>
              <a:cxnLst/>
              <a:rect l="0" t="0" r="0" b="0"/>
              <a:pathLst>
                <a:path w="68550" h="67206">
                  <a:moveTo>
                    <a:pt x="68550" y="0"/>
                  </a:moveTo>
                  <a:lnTo>
                    <a:pt x="0" y="67206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2" name="Candidate_receptor__3091">
              <a:extLst>
                <a:ext uri="{FF2B5EF4-FFF2-40B4-BE49-F238E27FC236}">
                  <a16:creationId xmlns:a16="http://schemas.microsoft.com/office/drawing/2014/main" id="{C0B1207D-8E56-0A87-C46E-72C8FB8C833C}"/>
                </a:ext>
              </a:extLst>
            </p:cNvPr>
            <p:cNvSpPr>
              <a:spLocks noGrp="1"/>
            </p:cNvSpPr>
            <p:nvPr/>
          </p:nvSpPr>
          <p:spPr>
            <a:xfrm>
              <a:off x="4941789" y="2359442"/>
              <a:ext cx="114646" cy="8976"/>
            </a:xfrm>
            <a:custGeom>
              <a:avLst/>
              <a:gdLst/>
              <a:ahLst/>
              <a:cxnLst/>
              <a:rect l="0" t="0" r="0" b="0"/>
              <a:pathLst>
                <a:path w="114646" h="8976">
                  <a:moveTo>
                    <a:pt x="0" y="8976"/>
                  </a:moveTo>
                  <a:lnTo>
                    <a:pt x="114646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3" name="Candidate_receptor__3092">
              <a:extLst>
                <a:ext uri="{FF2B5EF4-FFF2-40B4-BE49-F238E27FC236}">
                  <a16:creationId xmlns:a16="http://schemas.microsoft.com/office/drawing/2014/main" id="{E3EED22F-2B82-1895-70B9-E5C532CF5DF7}"/>
                </a:ext>
              </a:extLst>
            </p:cNvPr>
            <p:cNvSpPr>
              <a:spLocks noGrp="1"/>
            </p:cNvSpPr>
            <p:nvPr/>
          </p:nvSpPr>
          <p:spPr>
            <a:xfrm>
              <a:off x="4995448" y="4654603"/>
              <a:ext cx="18564" cy="98535"/>
            </a:xfrm>
            <a:custGeom>
              <a:avLst/>
              <a:gdLst/>
              <a:ahLst/>
              <a:cxnLst/>
              <a:rect l="0" t="0" r="0" b="0"/>
              <a:pathLst>
                <a:path w="18564" h="98535">
                  <a:moveTo>
                    <a:pt x="18564" y="0"/>
                  </a:moveTo>
                  <a:lnTo>
                    <a:pt x="0" y="9853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4" name="Candidate_receptor__3093">
              <a:extLst>
                <a:ext uri="{FF2B5EF4-FFF2-40B4-BE49-F238E27FC236}">
                  <a16:creationId xmlns:a16="http://schemas.microsoft.com/office/drawing/2014/main" id="{C56F3F1B-05FD-DE98-011A-C044EA38BE6B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647867"/>
              <a:ext cx="47234" cy="91777"/>
            </a:xfrm>
            <a:custGeom>
              <a:avLst/>
              <a:gdLst/>
              <a:ahLst/>
              <a:cxnLst/>
              <a:rect l="0" t="0" r="0" b="0"/>
              <a:pathLst>
                <a:path w="47234" h="91777">
                  <a:moveTo>
                    <a:pt x="0" y="91777"/>
                  </a:moveTo>
                  <a:lnTo>
                    <a:pt x="4723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5" name="Candidate_receptor__3094">
              <a:extLst>
                <a:ext uri="{FF2B5EF4-FFF2-40B4-BE49-F238E27FC236}">
                  <a16:creationId xmlns:a16="http://schemas.microsoft.com/office/drawing/2014/main" id="{5F69E739-99AD-A385-15CD-DCCBE86C0E03}"/>
                </a:ext>
              </a:extLst>
            </p:cNvPr>
            <p:cNvSpPr>
              <a:spLocks noGrp="1"/>
            </p:cNvSpPr>
            <p:nvPr/>
          </p:nvSpPr>
          <p:spPr>
            <a:xfrm>
              <a:off x="4895137" y="2097583"/>
              <a:ext cx="26082" cy="78233"/>
            </a:xfrm>
            <a:custGeom>
              <a:avLst/>
              <a:gdLst/>
              <a:ahLst/>
              <a:cxnLst/>
              <a:rect l="0" t="0" r="0" b="0"/>
              <a:pathLst>
                <a:path w="26082" h="78233">
                  <a:moveTo>
                    <a:pt x="26082" y="0"/>
                  </a:moveTo>
                  <a:lnTo>
                    <a:pt x="0" y="7823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6" name="Candidate_receptor__3095">
              <a:extLst>
                <a:ext uri="{FF2B5EF4-FFF2-40B4-BE49-F238E27FC236}">
                  <a16:creationId xmlns:a16="http://schemas.microsoft.com/office/drawing/2014/main" id="{7D883857-D9E8-6345-E2AE-C6EF5DB1EF89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88593"/>
              <a:ext cx="92267" cy="20917"/>
            </a:xfrm>
            <a:custGeom>
              <a:avLst/>
              <a:gdLst/>
              <a:ahLst/>
              <a:cxnLst/>
              <a:rect l="0" t="0" r="0" b="0"/>
              <a:pathLst>
                <a:path w="92267" h="20917">
                  <a:moveTo>
                    <a:pt x="92267" y="0"/>
                  </a:moveTo>
                  <a:lnTo>
                    <a:pt x="0" y="209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7" name="Candidate_receptor__3096">
              <a:extLst>
                <a:ext uri="{FF2B5EF4-FFF2-40B4-BE49-F238E27FC236}">
                  <a16:creationId xmlns:a16="http://schemas.microsoft.com/office/drawing/2014/main" id="{9A857471-9395-2952-4AB0-2FF3EAEA9CFD}"/>
                </a:ext>
              </a:extLst>
            </p:cNvPr>
            <p:cNvSpPr>
              <a:spLocks noGrp="1"/>
            </p:cNvSpPr>
            <p:nvPr/>
          </p:nvSpPr>
          <p:spPr>
            <a:xfrm>
              <a:off x="4721754" y="2658367"/>
              <a:ext cx="86093" cy="75191"/>
            </a:xfrm>
            <a:custGeom>
              <a:avLst/>
              <a:gdLst/>
              <a:ahLst/>
              <a:cxnLst/>
              <a:rect l="0" t="0" r="0" b="0"/>
              <a:pathLst>
                <a:path w="86093" h="75191">
                  <a:moveTo>
                    <a:pt x="0" y="75191"/>
                  </a:moveTo>
                  <a:lnTo>
                    <a:pt x="8609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8" name="Candidate_receptor__3097">
              <a:extLst>
                <a:ext uri="{FF2B5EF4-FFF2-40B4-BE49-F238E27FC236}">
                  <a16:creationId xmlns:a16="http://schemas.microsoft.com/office/drawing/2014/main" id="{2C9473B9-03E7-0339-1407-0BE94538EE86}"/>
                </a:ext>
              </a:extLst>
            </p:cNvPr>
            <p:cNvSpPr>
              <a:spLocks noGrp="1"/>
            </p:cNvSpPr>
            <p:nvPr/>
          </p:nvSpPr>
          <p:spPr>
            <a:xfrm>
              <a:off x="4722991" y="2070674"/>
              <a:ext cx="62371" cy="95513"/>
            </a:xfrm>
            <a:custGeom>
              <a:avLst/>
              <a:gdLst/>
              <a:ahLst/>
              <a:cxnLst/>
              <a:rect l="0" t="0" r="0" b="0"/>
              <a:pathLst>
                <a:path w="62371" h="95513">
                  <a:moveTo>
                    <a:pt x="62371" y="955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9" name="Candidate_receptor__3098">
              <a:extLst>
                <a:ext uri="{FF2B5EF4-FFF2-40B4-BE49-F238E27FC236}">
                  <a16:creationId xmlns:a16="http://schemas.microsoft.com/office/drawing/2014/main" id="{A77EA4E4-2B39-B427-079F-978545CA5245}"/>
                </a:ext>
              </a:extLst>
            </p:cNvPr>
            <p:cNvSpPr>
              <a:spLocks noGrp="1"/>
            </p:cNvSpPr>
            <p:nvPr/>
          </p:nvSpPr>
          <p:spPr>
            <a:xfrm>
              <a:off x="6073347" y="3394345"/>
              <a:ext cx="94424" cy="60266"/>
            </a:xfrm>
            <a:custGeom>
              <a:avLst/>
              <a:gdLst/>
              <a:ahLst/>
              <a:cxnLst/>
              <a:rect l="0" t="0" r="0" b="0"/>
              <a:pathLst>
                <a:path w="94424" h="60266">
                  <a:moveTo>
                    <a:pt x="0" y="60266"/>
                  </a:moveTo>
                  <a:lnTo>
                    <a:pt x="9442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0" name="Candidate_receptor__3099">
              <a:extLst>
                <a:ext uri="{FF2B5EF4-FFF2-40B4-BE49-F238E27FC236}">
                  <a16:creationId xmlns:a16="http://schemas.microsoft.com/office/drawing/2014/main" id="{2F3A641C-B616-32BA-22C8-25F6E0B6D203}"/>
                </a:ext>
              </a:extLst>
            </p:cNvPr>
            <p:cNvSpPr>
              <a:spLocks noGrp="1"/>
            </p:cNvSpPr>
            <p:nvPr/>
          </p:nvSpPr>
          <p:spPr>
            <a:xfrm>
              <a:off x="5763559" y="3203464"/>
              <a:ext cx="107846" cy="34379"/>
            </a:xfrm>
            <a:custGeom>
              <a:avLst/>
              <a:gdLst/>
              <a:ahLst/>
              <a:cxnLst/>
              <a:rect l="0" t="0" r="0" b="0"/>
              <a:pathLst>
                <a:path w="107846" h="34379">
                  <a:moveTo>
                    <a:pt x="0" y="0"/>
                  </a:moveTo>
                  <a:lnTo>
                    <a:pt x="107846" y="3437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1" name="Candidate_receptor__3100">
              <a:extLst>
                <a:ext uri="{FF2B5EF4-FFF2-40B4-BE49-F238E27FC236}">
                  <a16:creationId xmlns:a16="http://schemas.microsoft.com/office/drawing/2014/main" id="{00A25452-7F0C-C3DE-579F-338ED23161AB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00910"/>
              <a:ext cx="46555" cy="98606"/>
            </a:xfrm>
            <a:custGeom>
              <a:avLst/>
              <a:gdLst/>
              <a:ahLst/>
              <a:cxnLst/>
              <a:rect l="0" t="0" r="0" b="0"/>
              <a:pathLst>
                <a:path w="46555" h="98606">
                  <a:moveTo>
                    <a:pt x="0" y="98606"/>
                  </a:moveTo>
                  <a:lnTo>
                    <a:pt x="465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2" name="Candidate_receptor__3101">
              <a:extLst>
                <a:ext uri="{FF2B5EF4-FFF2-40B4-BE49-F238E27FC236}">
                  <a16:creationId xmlns:a16="http://schemas.microsoft.com/office/drawing/2014/main" id="{18A39E6F-F1D5-714B-3400-967D55FCAFB7}"/>
                </a:ext>
              </a:extLst>
            </p:cNvPr>
            <p:cNvSpPr>
              <a:spLocks noGrp="1"/>
            </p:cNvSpPr>
            <p:nvPr/>
          </p:nvSpPr>
          <p:spPr>
            <a:xfrm>
              <a:off x="5200482" y="3662388"/>
              <a:ext cx="2168" cy="109295"/>
            </a:xfrm>
            <a:custGeom>
              <a:avLst/>
              <a:gdLst/>
              <a:ahLst/>
              <a:cxnLst/>
              <a:rect l="0" t="0" r="0" b="0"/>
              <a:pathLst>
                <a:path w="2168" h="109295">
                  <a:moveTo>
                    <a:pt x="0" y="0"/>
                  </a:moveTo>
                  <a:lnTo>
                    <a:pt x="2168" y="10929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3" name="Candidate_receptor__3102">
              <a:extLst>
                <a:ext uri="{FF2B5EF4-FFF2-40B4-BE49-F238E27FC236}">
                  <a16:creationId xmlns:a16="http://schemas.microsoft.com/office/drawing/2014/main" id="{C30EF43B-2366-1319-0B71-00DE234632D6}"/>
                </a:ext>
              </a:extLst>
            </p:cNvPr>
            <p:cNvSpPr>
              <a:spLocks noGrp="1"/>
            </p:cNvSpPr>
            <p:nvPr/>
          </p:nvSpPr>
          <p:spPr>
            <a:xfrm>
              <a:off x="6465929" y="4158367"/>
              <a:ext cx="31348" cy="94890"/>
            </a:xfrm>
            <a:custGeom>
              <a:avLst/>
              <a:gdLst/>
              <a:ahLst/>
              <a:cxnLst/>
              <a:rect l="0" t="0" r="0" b="0"/>
              <a:pathLst>
                <a:path w="31348" h="94890">
                  <a:moveTo>
                    <a:pt x="0" y="94890"/>
                  </a:moveTo>
                  <a:lnTo>
                    <a:pt x="3134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4" name="Candidate_receptor__3103">
              <a:extLst>
                <a:ext uri="{FF2B5EF4-FFF2-40B4-BE49-F238E27FC236}">
                  <a16:creationId xmlns:a16="http://schemas.microsoft.com/office/drawing/2014/main" id="{728DDDA8-C206-7E41-C574-7202D0ED7B08}"/>
                </a:ext>
              </a:extLst>
            </p:cNvPr>
            <p:cNvSpPr>
              <a:spLocks noGrp="1"/>
            </p:cNvSpPr>
            <p:nvPr/>
          </p:nvSpPr>
          <p:spPr>
            <a:xfrm>
              <a:off x="4959121" y="4588539"/>
              <a:ext cx="54891" cy="66064"/>
            </a:xfrm>
            <a:custGeom>
              <a:avLst/>
              <a:gdLst/>
              <a:ahLst/>
              <a:cxnLst/>
              <a:rect l="0" t="0" r="0" b="0"/>
              <a:pathLst>
                <a:path w="54891" h="66064">
                  <a:moveTo>
                    <a:pt x="0" y="0"/>
                  </a:moveTo>
                  <a:lnTo>
                    <a:pt x="54891" y="6606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5" name="Candidate_receptor__3104">
              <a:extLst>
                <a:ext uri="{FF2B5EF4-FFF2-40B4-BE49-F238E27FC236}">
                  <a16:creationId xmlns:a16="http://schemas.microsoft.com/office/drawing/2014/main" id="{ABD6F356-4427-E93E-E503-508B3A949A98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688774"/>
              <a:ext cx="85318" cy="69542"/>
            </a:xfrm>
            <a:custGeom>
              <a:avLst/>
              <a:gdLst/>
              <a:ahLst/>
              <a:cxnLst/>
              <a:rect l="0" t="0" r="0" b="0"/>
              <a:pathLst>
                <a:path w="85318" h="69542">
                  <a:moveTo>
                    <a:pt x="85318" y="0"/>
                  </a:moveTo>
                  <a:lnTo>
                    <a:pt x="0" y="695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6" name="Candidate_receptor__3105">
              <a:extLst>
                <a:ext uri="{FF2B5EF4-FFF2-40B4-BE49-F238E27FC236}">
                  <a16:creationId xmlns:a16="http://schemas.microsoft.com/office/drawing/2014/main" id="{5A986D45-0453-AA62-D09A-00F10D481544}"/>
                </a:ext>
              </a:extLst>
            </p:cNvPr>
            <p:cNvSpPr>
              <a:spLocks noGrp="1"/>
            </p:cNvSpPr>
            <p:nvPr/>
          </p:nvSpPr>
          <p:spPr>
            <a:xfrm>
              <a:off x="4757147" y="5097493"/>
              <a:ext cx="107712" cy="26504"/>
            </a:xfrm>
            <a:custGeom>
              <a:avLst/>
              <a:gdLst/>
              <a:ahLst/>
              <a:cxnLst/>
              <a:rect l="0" t="0" r="0" b="0"/>
              <a:pathLst>
                <a:path w="107712" h="26504">
                  <a:moveTo>
                    <a:pt x="0" y="26504"/>
                  </a:moveTo>
                  <a:lnTo>
                    <a:pt x="10771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7" name="Candidate_receptor__3106">
              <a:extLst>
                <a:ext uri="{FF2B5EF4-FFF2-40B4-BE49-F238E27FC236}">
                  <a16:creationId xmlns:a16="http://schemas.microsoft.com/office/drawing/2014/main" id="{E15C4C52-319F-FE75-D049-73DE0ACFBEF4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86120"/>
              <a:ext cx="87524" cy="64468"/>
            </a:xfrm>
            <a:custGeom>
              <a:avLst/>
              <a:gdLst/>
              <a:ahLst/>
              <a:cxnLst/>
              <a:rect l="0" t="0" r="0" b="0"/>
              <a:pathLst>
                <a:path w="87524" h="64468">
                  <a:moveTo>
                    <a:pt x="0" y="0"/>
                  </a:moveTo>
                  <a:lnTo>
                    <a:pt x="87524" y="6446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8" name="Candidate_receptor__3107">
              <a:extLst>
                <a:ext uri="{FF2B5EF4-FFF2-40B4-BE49-F238E27FC236}">
                  <a16:creationId xmlns:a16="http://schemas.microsoft.com/office/drawing/2014/main" id="{5EBCF2F0-F754-4067-A953-2B6F2F4C8FFF}"/>
                </a:ext>
              </a:extLst>
            </p:cNvPr>
            <p:cNvSpPr>
              <a:spLocks noGrp="1"/>
            </p:cNvSpPr>
            <p:nvPr/>
          </p:nvSpPr>
          <p:spPr>
            <a:xfrm>
              <a:off x="6117882" y="4035899"/>
              <a:ext cx="32244" cy="103601"/>
            </a:xfrm>
            <a:custGeom>
              <a:avLst/>
              <a:gdLst/>
              <a:ahLst/>
              <a:cxnLst/>
              <a:rect l="0" t="0" r="0" b="0"/>
              <a:pathLst>
                <a:path w="32244" h="103601">
                  <a:moveTo>
                    <a:pt x="32244" y="103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9" name="Candidate_receptor__3108">
              <a:extLst>
                <a:ext uri="{FF2B5EF4-FFF2-40B4-BE49-F238E27FC236}">
                  <a16:creationId xmlns:a16="http://schemas.microsoft.com/office/drawing/2014/main" id="{58E52F8D-AB96-6283-EED9-248E74702A18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9054"/>
              <a:ext cx="65691" cy="34688"/>
            </a:xfrm>
            <a:custGeom>
              <a:avLst/>
              <a:gdLst/>
              <a:ahLst/>
              <a:cxnLst/>
              <a:rect l="0" t="0" r="0" b="0"/>
              <a:pathLst>
                <a:path w="65691" h="34688">
                  <a:moveTo>
                    <a:pt x="65691" y="346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0" name="Candidate_receptor__3109">
              <a:extLst>
                <a:ext uri="{FF2B5EF4-FFF2-40B4-BE49-F238E27FC236}">
                  <a16:creationId xmlns:a16="http://schemas.microsoft.com/office/drawing/2014/main" id="{68A78EED-3933-9E23-6F81-1107373F4936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6342" cy="20800"/>
            </a:xfrm>
            <a:custGeom>
              <a:avLst/>
              <a:gdLst/>
              <a:ahLst/>
              <a:cxnLst/>
              <a:rect l="0" t="0" r="0" b="0"/>
              <a:pathLst>
                <a:path w="6342" h="20800">
                  <a:moveTo>
                    <a:pt x="6342" y="20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1" name="Candidate_receptor__3110">
              <a:extLst>
                <a:ext uri="{FF2B5EF4-FFF2-40B4-BE49-F238E27FC236}">
                  <a16:creationId xmlns:a16="http://schemas.microsoft.com/office/drawing/2014/main" id="{CFFCB181-08F2-4C5A-6BDC-320B544497CB}"/>
                </a:ext>
              </a:extLst>
            </p:cNvPr>
            <p:cNvSpPr>
              <a:spLocks noGrp="1"/>
            </p:cNvSpPr>
            <p:nvPr/>
          </p:nvSpPr>
          <p:spPr>
            <a:xfrm>
              <a:off x="5887499" y="4271539"/>
              <a:ext cx="37539" cy="65948"/>
            </a:xfrm>
            <a:custGeom>
              <a:avLst/>
              <a:gdLst/>
              <a:ahLst/>
              <a:cxnLst/>
              <a:rect l="0" t="0" r="0" b="0"/>
              <a:pathLst>
                <a:path w="37539" h="65948">
                  <a:moveTo>
                    <a:pt x="0" y="0"/>
                  </a:moveTo>
                  <a:lnTo>
                    <a:pt x="37539" y="65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2" name="Candidate_receptor__3111">
              <a:extLst>
                <a:ext uri="{FF2B5EF4-FFF2-40B4-BE49-F238E27FC236}">
                  <a16:creationId xmlns:a16="http://schemas.microsoft.com/office/drawing/2014/main" id="{3158B5FD-F9E1-C3F7-A241-7AAB4EFEC1DD}"/>
                </a:ext>
              </a:extLst>
            </p:cNvPr>
            <p:cNvSpPr>
              <a:spLocks noGrp="1"/>
            </p:cNvSpPr>
            <p:nvPr/>
          </p:nvSpPr>
          <p:spPr>
            <a:xfrm>
              <a:off x="5901207" y="3064662"/>
              <a:ext cx="91517" cy="20281"/>
            </a:xfrm>
            <a:custGeom>
              <a:avLst/>
              <a:gdLst/>
              <a:ahLst/>
              <a:cxnLst/>
              <a:rect l="0" t="0" r="0" b="0"/>
              <a:pathLst>
                <a:path w="91517" h="20281">
                  <a:moveTo>
                    <a:pt x="0" y="20281"/>
                  </a:moveTo>
                  <a:lnTo>
                    <a:pt x="91517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13" name="Candidate_receptor__3112">
              <a:extLst>
                <a:ext uri="{FF2B5EF4-FFF2-40B4-BE49-F238E27FC236}">
                  <a16:creationId xmlns:a16="http://schemas.microsoft.com/office/drawing/2014/main" id="{3CCA76C3-42DE-C65A-5135-0D327BC49B50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22401"/>
              <a:ext cx="79583" cy="22877"/>
            </a:xfrm>
            <a:custGeom>
              <a:avLst/>
              <a:gdLst/>
              <a:ahLst/>
              <a:cxnLst/>
              <a:rect l="0" t="0" r="0" b="0"/>
              <a:pathLst>
                <a:path w="79583" h="22877">
                  <a:moveTo>
                    <a:pt x="0" y="22877"/>
                  </a:moveTo>
                  <a:lnTo>
                    <a:pt x="7958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14" name="Candidate_receptor__3113">
              <a:extLst>
                <a:ext uri="{FF2B5EF4-FFF2-40B4-BE49-F238E27FC236}">
                  <a16:creationId xmlns:a16="http://schemas.microsoft.com/office/drawing/2014/main" id="{346FAFC6-ECF6-188A-CD72-6E170A6D19EF}"/>
                </a:ext>
              </a:extLst>
            </p:cNvPr>
            <p:cNvSpPr>
              <a:spLocks noGrp="1"/>
            </p:cNvSpPr>
            <p:nvPr/>
          </p:nvSpPr>
          <p:spPr>
            <a:xfrm>
              <a:off x="4896852" y="2368418"/>
              <a:ext cx="44937" cy="89851"/>
            </a:xfrm>
            <a:custGeom>
              <a:avLst/>
              <a:gdLst/>
              <a:ahLst/>
              <a:cxnLst/>
              <a:rect l="0" t="0" r="0" b="0"/>
              <a:pathLst>
                <a:path w="44937" h="89851">
                  <a:moveTo>
                    <a:pt x="0" y="89851"/>
                  </a:moveTo>
                  <a:lnTo>
                    <a:pt x="4493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5" name="Candidate_receptor__3114">
              <a:extLst>
                <a:ext uri="{FF2B5EF4-FFF2-40B4-BE49-F238E27FC236}">
                  <a16:creationId xmlns:a16="http://schemas.microsoft.com/office/drawing/2014/main" id="{86251C24-1C41-F670-F5D9-C23759A4903E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484034"/>
              <a:ext cx="74379" cy="40705"/>
            </a:xfrm>
            <a:custGeom>
              <a:avLst/>
              <a:gdLst/>
              <a:ahLst/>
              <a:cxnLst/>
              <a:rect l="0" t="0" r="0" b="0"/>
              <a:pathLst>
                <a:path w="74379" h="40705">
                  <a:moveTo>
                    <a:pt x="74379" y="0"/>
                  </a:moveTo>
                  <a:lnTo>
                    <a:pt x="0" y="4070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6" name="Candidate_receptor__3115">
              <a:extLst>
                <a:ext uri="{FF2B5EF4-FFF2-40B4-BE49-F238E27FC236}">
                  <a16:creationId xmlns:a16="http://schemas.microsoft.com/office/drawing/2014/main" id="{59B99B66-4D9D-4EFC-5F08-C6CD2A0D1417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63912"/>
              <a:ext cx="9808" cy="57415"/>
            </a:xfrm>
            <a:custGeom>
              <a:avLst/>
              <a:gdLst/>
              <a:ahLst/>
              <a:cxnLst/>
              <a:rect l="0" t="0" r="0" b="0"/>
              <a:pathLst>
                <a:path w="9808" h="57415">
                  <a:moveTo>
                    <a:pt x="9808" y="0"/>
                  </a:moveTo>
                  <a:lnTo>
                    <a:pt x="0" y="5741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7" name="Candidate_receptor__3116">
              <a:extLst>
                <a:ext uri="{FF2B5EF4-FFF2-40B4-BE49-F238E27FC236}">
                  <a16:creationId xmlns:a16="http://schemas.microsoft.com/office/drawing/2014/main" id="{81E8F121-DBDE-C8B1-FE7D-62B2B3A55DEF}"/>
                </a:ext>
              </a:extLst>
            </p:cNvPr>
            <p:cNvSpPr>
              <a:spLocks noGrp="1"/>
            </p:cNvSpPr>
            <p:nvPr/>
          </p:nvSpPr>
          <p:spPr>
            <a:xfrm>
              <a:off x="4516846" y="3265416"/>
              <a:ext cx="72785" cy="16451"/>
            </a:xfrm>
            <a:custGeom>
              <a:avLst/>
              <a:gdLst/>
              <a:ahLst/>
              <a:cxnLst/>
              <a:rect l="0" t="0" r="0" b="0"/>
              <a:pathLst>
                <a:path w="72785" h="16451">
                  <a:moveTo>
                    <a:pt x="72785" y="0"/>
                  </a:moveTo>
                  <a:lnTo>
                    <a:pt x="0" y="1645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8" name="Candidate_receptor__3117">
              <a:extLst>
                <a:ext uri="{FF2B5EF4-FFF2-40B4-BE49-F238E27FC236}">
                  <a16:creationId xmlns:a16="http://schemas.microsoft.com/office/drawing/2014/main" id="{8C55DB41-050F-74B7-A624-5C5E2DE15101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57869"/>
              <a:ext cx="58787" cy="96742"/>
            </a:xfrm>
            <a:custGeom>
              <a:avLst/>
              <a:gdLst/>
              <a:ahLst/>
              <a:cxnLst/>
              <a:rect l="0" t="0" r="0" b="0"/>
              <a:pathLst>
                <a:path w="58787" h="96742">
                  <a:moveTo>
                    <a:pt x="0" y="0"/>
                  </a:moveTo>
                  <a:lnTo>
                    <a:pt x="58787" y="967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9" name="Candidate_receptor__3118">
              <a:extLst>
                <a:ext uri="{FF2B5EF4-FFF2-40B4-BE49-F238E27FC236}">
                  <a16:creationId xmlns:a16="http://schemas.microsoft.com/office/drawing/2014/main" id="{A944AE0A-F136-C9BF-CD97-5559ED55EFF4}"/>
                </a:ext>
              </a:extLst>
            </p:cNvPr>
            <p:cNvSpPr>
              <a:spLocks noGrp="1"/>
            </p:cNvSpPr>
            <p:nvPr/>
          </p:nvSpPr>
          <p:spPr>
            <a:xfrm>
              <a:off x="5193197" y="2484034"/>
              <a:ext cx="89722" cy="24103"/>
            </a:xfrm>
            <a:custGeom>
              <a:avLst/>
              <a:gdLst/>
              <a:ahLst/>
              <a:cxnLst/>
              <a:rect l="0" t="0" r="0" b="0"/>
              <a:pathLst>
                <a:path w="89722" h="24103">
                  <a:moveTo>
                    <a:pt x="89722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0" name="Candidate_receptor__3119">
              <a:extLst>
                <a:ext uri="{FF2B5EF4-FFF2-40B4-BE49-F238E27FC236}">
                  <a16:creationId xmlns:a16="http://schemas.microsoft.com/office/drawing/2014/main" id="{5AFF7E22-205C-BE27-EDF9-C71D6A3D0180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839615"/>
              <a:ext cx="15684" cy="1817"/>
            </a:xfrm>
            <a:custGeom>
              <a:avLst/>
              <a:gdLst/>
              <a:ahLst/>
              <a:cxnLst/>
              <a:rect l="0" t="0" r="0" b="0"/>
              <a:pathLst>
                <a:path w="15684" h="1817">
                  <a:moveTo>
                    <a:pt x="15684" y="18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1" name="Candidate_receptor__3120">
              <a:extLst>
                <a:ext uri="{FF2B5EF4-FFF2-40B4-BE49-F238E27FC236}">
                  <a16:creationId xmlns:a16="http://schemas.microsoft.com/office/drawing/2014/main" id="{592AED7E-820C-28F8-987B-297916C772E3}"/>
                </a:ext>
              </a:extLst>
            </p:cNvPr>
            <p:cNvSpPr>
              <a:spLocks noGrp="1"/>
            </p:cNvSpPr>
            <p:nvPr/>
          </p:nvSpPr>
          <p:spPr>
            <a:xfrm>
              <a:off x="5710403" y="2898691"/>
              <a:ext cx="112810" cy="20383"/>
            </a:xfrm>
            <a:custGeom>
              <a:avLst/>
              <a:gdLst/>
              <a:ahLst/>
              <a:cxnLst/>
              <a:rect l="0" t="0" r="0" b="0"/>
              <a:pathLst>
                <a:path w="112810" h="20383">
                  <a:moveTo>
                    <a:pt x="0" y="0"/>
                  </a:moveTo>
                  <a:lnTo>
                    <a:pt x="112810" y="2038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2" name="Candidate_receptor__3121">
              <a:extLst>
                <a:ext uri="{FF2B5EF4-FFF2-40B4-BE49-F238E27FC236}">
                  <a16:creationId xmlns:a16="http://schemas.microsoft.com/office/drawing/2014/main" id="{93272E17-CFD0-AF1C-1CED-7A1D0BE0674E}"/>
                </a:ext>
              </a:extLst>
            </p:cNvPr>
            <p:cNvSpPr>
              <a:spLocks noGrp="1"/>
            </p:cNvSpPr>
            <p:nvPr/>
          </p:nvSpPr>
          <p:spPr>
            <a:xfrm>
              <a:off x="5800854" y="3065518"/>
              <a:ext cx="100353" cy="19424"/>
            </a:xfrm>
            <a:custGeom>
              <a:avLst/>
              <a:gdLst/>
              <a:ahLst/>
              <a:cxnLst/>
              <a:rect l="0" t="0" r="0" b="0"/>
              <a:pathLst>
                <a:path w="100353" h="19424">
                  <a:moveTo>
                    <a:pt x="0" y="0"/>
                  </a:moveTo>
                  <a:lnTo>
                    <a:pt x="100353" y="1942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3" name="Candidate_receptor__3122">
              <a:extLst>
                <a:ext uri="{FF2B5EF4-FFF2-40B4-BE49-F238E27FC236}">
                  <a16:creationId xmlns:a16="http://schemas.microsoft.com/office/drawing/2014/main" id="{B1563BA6-E105-AE50-CA57-BA0AA3B20EC2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4068"/>
              <a:ext cx="114934" cy="7565"/>
            </a:xfrm>
            <a:custGeom>
              <a:avLst/>
              <a:gdLst/>
              <a:ahLst/>
              <a:cxnLst/>
              <a:rect l="0" t="0" r="0" b="0"/>
              <a:pathLst>
                <a:path w="114934" h="7565">
                  <a:moveTo>
                    <a:pt x="114934" y="0"/>
                  </a:moveTo>
                  <a:lnTo>
                    <a:pt x="0" y="756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4" name="Candidate_receptor__3123">
              <a:extLst>
                <a:ext uri="{FF2B5EF4-FFF2-40B4-BE49-F238E27FC236}">
                  <a16:creationId xmlns:a16="http://schemas.microsoft.com/office/drawing/2014/main" id="{7A4D5307-0BF6-96FB-2D22-70FBEA44F0CE}"/>
                </a:ext>
              </a:extLst>
            </p:cNvPr>
            <p:cNvSpPr>
              <a:spLocks noGrp="1"/>
            </p:cNvSpPr>
            <p:nvPr/>
          </p:nvSpPr>
          <p:spPr>
            <a:xfrm>
              <a:off x="4864859" y="5097493"/>
              <a:ext cx="26887" cy="111753"/>
            </a:xfrm>
            <a:custGeom>
              <a:avLst/>
              <a:gdLst/>
              <a:ahLst/>
              <a:cxnLst/>
              <a:rect l="0" t="0" r="0" b="0"/>
              <a:pathLst>
                <a:path w="26887" h="111753">
                  <a:moveTo>
                    <a:pt x="0" y="0"/>
                  </a:moveTo>
                  <a:lnTo>
                    <a:pt x="26887" y="11175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5" name="Candidate_receptor__3124">
              <a:extLst>
                <a:ext uri="{FF2B5EF4-FFF2-40B4-BE49-F238E27FC236}">
                  <a16:creationId xmlns:a16="http://schemas.microsoft.com/office/drawing/2014/main" id="{01E6FCE4-F128-9CA4-1973-A6C058E588D1}"/>
                </a:ext>
              </a:extLst>
            </p:cNvPr>
            <p:cNvSpPr>
              <a:spLocks noGrp="1"/>
            </p:cNvSpPr>
            <p:nvPr/>
          </p:nvSpPr>
          <p:spPr>
            <a:xfrm>
              <a:off x="4470308" y="3674570"/>
              <a:ext cx="40640" cy="107711"/>
            </a:xfrm>
            <a:custGeom>
              <a:avLst/>
              <a:gdLst/>
              <a:ahLst/>
              <a:cxnLst/>
              <a:rect l="0" t="0" r="0" b="0"/>
              <a:pathLst>
                <a:path w="40640" h="107711">
                  <a:moveTo>
                    <a:pt x="40640" y="0"/>
                  </a:moveTo>
                  <a:lnTo>
                    <a:pt x="0" y="107711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26" name="Candidate_receptor__3125">
              <a:extLst>
                <a:ext uri="{FF2B5EF4-FFF2-40B4-BE49-F238E27FC236}">
                  <a16:creationId xmlns:a16="http://schemas.microsoft.com/office/drawing/2014/main" id="{8F3C5653-DA71-82F3-7118-E72CD136C024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476886"/>
              <a:ext cx="112719" cy="9202"/>
            </a:xfrm>
            <a:custGeom>
              <a:avLst/>
              <a:gdLst/>
              <a:ahLst/>
              <a:cxnLst/>
              <a:rect l="0" t="0" r="0" b="0"/>
              <a:pathLst>
                <a:path w="112719" h="9202">
                  <a:moveTo>
                    <a:pt x="112719" y="9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7" name="Candidate_receptor__3126">
              <a:extLst>
                <a:ext uri="{FF2B5EF4-FFF2-40B4-BE49-F238E27FC236}">
                  <a16:creationId xmlns:a16="http://schemas.microsoft.com/office/drawing/2014/main" id="{97680AD2-A260-12EB-4616-D22EE301CD03}"/>
                </a:ext>
              </a:extLst>
            </p:cNvPr>
            <p:cNvSpPr>
              <a:spLocks noGrp="1"/>
            </p:cNvSpPr>
            <p:nvPr/>
          </p:nvSpPr>
          <p:spPr>
            <a:xfrm>
              <a:off x="5174360" y="2624706"/>
              <a:ext cx="9490" cy="10688"/>
            </a:xfrm>
            <a:custGeom>
              <a:avLst/>
              <a:gdLst/>
              <a:ahLst/>
              <a:cxnLst/>
              <a:rect l="0" t="0" r="0" b="0"/>
              <a:pathLst>
                <a:path w="9490" h="10688">
                  <a:moveTo>
                    <a:pt x="0" y="0"/>
                  </a:moveTo>
                  <a:lnTo>
                    <a:pt x="9490" y="1068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8" name="Candidate_receptor__3127">
              <a:extLst>
                <a:ext uri="{FF2B5EF4-FFF2-40B4-BE49-F238E27FC236}">
                  <a16:creationId xmlns:a16="http://schemas.microsoft.com/office/drawing/2014/main" id="{60E3F62B-DCE6-65C7-FE37-88844E069FDD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0594" cy="103751"/>
            </a:xfrm>
            <a:custGeom>
              <a:avLst/>
              <a:gdLst/>
              <a:ahLst/>
              <a:cxnLst/>
              <a:rect l="0" t="0" r="0" b="0"/>
              <a:pathLst>
                <a:path w="10594" h="103751">
                  <a:moveTo>
                    <a:pt x="10594" y="1037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29" name="Candidate_receptor__3128">
              <a:extLst>
                <a:ext uri="{FF2B5EF4-FFF2-40B4-BE49-F238E27FC236}">
                  <a16:creationId xmlns:a16="http://schemas.microsoft.com/office/drawing/2014/main" id="{1CA69844-3FFC-C095-948C-101F7B54D38A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500028"/>
              <a:ext cx="34662" cy="30922"/>
            </a:xfrm>
            <a:custGeom>
              <a:avLst/>
              <a:gdLst/>
              <a:ahLst/>
              <a:cxnLst/>
              <a:rect l="0" t="0" r="0" b="0"/>
              <a:pathLst>
                <a:path w="34662" h="30922">
                  <a:moveTo>
                    <a:pt x="0" y="0"/>
                  </a:moveTo>
                  <a:lnTo>
                    <a:pt x="34662" y="3092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30" name="Candidate_receptor__3129">
              <a:extLst>
                <a:ext uri="{FF2B5EF4-FFF2-40B4-BE49-F238E27FC236}">
                  <a16:creationId xmlns:a16="http://schemas.microsoft.com/office/drawing/2014/main" id="{E6A3DA58-FBC5-2632-CBBA-60362032AB4F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77359" cy="28660"/>
            </a:xfrm>
            <a:custGeom>
              <a:avLst/>
              <a:gdLst/>
              <a:ahLst/>
              <a:cxnLst/>
              <a:rect l="0" t="0" r="0" b="0"/>
              <a:pathLst>
                <a:path w="77359" h="28660">
                  <a:moveTo>
                    <a:pt x="0" y="0"/>
                  </a:moveTo>
                  <a:lnTo>
                    <a:pt x="77359" y="2866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31" name="Candidate_receptor__3130">
              <a:extLst>
                <a:ext uri="{FF2B5EF4-FFF2-40B4-BE49-F238E27FC236}">
                  <a16:creationId xmlns:a16="http://schemas.microsoft.com/office/drawing/2014/main" id="{B4830587-EDF0-65E8-F944-D5C0DCCEC600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921398"/>
              <a:ext cx="80580" cy="79511"/>
            </a:xfrm>
            <a:custGeom>
              <a:avLst/>
              <a:gdLst/>
              <a:ahLst/>
              <a:cxnLst/>
              <a:rect l="0" t="0" r="0" b="0"/>
              <a:pathLst>
                <a:path w="80580" h="79511">
                  <a:moveTo>
                    <a:pt x="80580" y="795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2" name="Candidate_receptor__3131">
              <a:extLst>
                <a:ext uri="{FF2B5EF4-FFF2-40B4-BE49-F238E27FC236}">
                  <a16:creationId xmlns:a16="http://schemas.microsoft.com/office/drawing/2014/main" id="{4B9B8687-4FE7-57DF-064B-9A8B8A38325B}"/>
                </a:ext>
              </a:extLst>
            </p:cNvPr>
            <p:cNvSpPr>
              <a:spLocks noGrp="1"/>
            </p:cNvSpPr>
            <p:nvPr/>
          </p:nvSpPr>
          <p:spPr>
            <a:xfrm>
              <a:off x="4646003" y="3941974"/>
              <a:ext cx="110091" cy="32171"/>
            </a:xfrm>
            <a:custGeom>
              <a:avLst/>
              <a:gdLst/>
              <a:ahLst/>
              <a:cxnLst/>
              <a:rect l="0" t="0" r="0" b="0"/>
              <a:pathLst>
                <a:path w="110091" h="32171">
                  <a:moveTo>
                    <a:pt x="0" y="0"/>
                  </a:moveTo>
                  <a:lnTo>
                    <a:pt x="110091" y="3217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3" name="Candidate_receptor__3132">
              <a:extLst>
                <a:ext uri="{FF2B5EF4-FFF2-40B4-BE49-F238E27FC236}">
                  <a16:creationId xmlns:a16="http://schemas.microsoft.com/office/drawing/2014/main" id="{9D78A988-19AC-7DFA-A90F-86B520FD8C96}"/>
                </a:ext>
              </a:extLst>
            </p:cNvPr>
            <p:cNvSpPr>
              <a:spLocks noGrp="1"/>
            </p:cNvSpPr>
            <p:nvPr/>
          </p:nvSpPr>
          <p:spPr>
            <a:xfrm>
              <a:off x="4739348" y="5123997"/>
              <a:ext cx="17799" cy="77009"/>
            </a:xfrm>
            <a:custGeom>
              <a:avLst/>
              <a:gdLst/>
              <a:ahLst/>
              <a:cxnLst/>
              <a:rect l="0" t="0" r="0" b="0"/>
              <a:pathLst>
                <a:path w="17799" h="77009">
                  <a:moveTo>
                    <a:pt x="0" y="77009"/>
                  </a:moveTo>
                  <a:lnTo>
                    <a:pt x="1779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4" name="Candidate_receptor__3133">
              <a:extLst>
                <a:ext uri="{FF2B5EF4-FFF2-40B4-BE49-F238E27FC236}">
                  <a16:creationId xmlns:a16="http://schemas.microsoft.com/office/drawing/2014/main" id="{76406B6B-B72A-1F98-57B6-5B308B0DA074}"/>
                </a:ext>
              </a:extLst>
            </p:cNvPr>
            <p:cNvSpPr>
              <a:spLocks noGrp="1"/>
            </p:cNvSpPr>
            <p:nvPr/>
          </p:nvSpPr>
          <p:spPr>
            <a:xfrm>
              <a:off x="5709957" y="3043571"/>
              <a:ext cx="90897" cy="21948"/>
            </a:xfrm>
            <a:custGeom>
              <a:avLst/>
              <a:gdLst/>
              <a:ahLst/>
              <a:cxnLst/>
              <a:rect l="0" t="0" r="0" b="0"/>
              <a:pathLst>
                <a:path w="90897" h="21948">
                  <a:moveTo>
                    <a:pt x="0" y="0"/>
                  </a:moveTo>
                  <a:lnTo>
                    <a:pt x="90897" y="21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5" name="Candidate_receptor__3134">
              <a:extLst>
                <a:ext uri="{FF2B5EF4-FFF2-40B4-BE49-F238E27FC236}">
                  <a16:creationId xmlns:a16="http://schemas.microsoft.com/office/drawing/2014/main" id="{DD62BFD1-CA1C-6F2C-416B-813236F5BB36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2388"/>
              <a:ext cx="113552" cy="4827"/>
            </a:xfrm>
            <a:custGeom>
              <a:avLst/>
              <a:gdLst/>
              <a:ahLst/>
              <a:cxnLst/>
              <a:rect l="0" t="0" r="0" b="0"/>
              <a:pathLst>
                <a:path w="113552" h="4827">
                  <a:moveTo>
                    <a:pt x="0" y="4827"/>
                  </a:moveTo>
                  <a:lnTo>
                    <a:pt x="11355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6" name="Candidate_receptor__3135">
              <a:extLst>
                <a:ext uri="{FF2B5EF4-FFF2-40B4-BE49-F238E27FC236}">
                  <a16:creationId xmlns:a16="http://schemas.microsoft.com/office/drawing/2014/main" id="{5F957C45-7F00-D95D-1C3C-7F4206769ADD}"/>
                </a:ext>
              </a:extLst>
            </p:cNvPr>
            <p:cNvSpPr>
              <a:spLocks noGrp="1"/>
            </p:cNvSpPr>
            <p:nvPr/>
          </p:nvSpPr>
          <p:spPr>
            <a:xfrm>
              <a:off x="4881370" y="4506222"/>
              <a:ext cx="77752" cy="82317"/>
            </a:xfrm>
            <a:custGeom>
              <a:avLst/>
              <a:gdLst/>
              <a:ahLst/>
              <a:cxnLst/>
              <a:rect l="0" t="0" r="0" b="0"/>
              <a:pathLst>
                <a:path w="77752" h="82317">
                  <a:moveTo>
                    <a:pt x="0" y="0"/>
                  </a:moveTo>
                  <a:lnTo>
                    <a:pt x="77752" y="823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7" name="Candidate_receptor__3136">
              <a:extLst>
                <a:ext uri="{FF2B5EF4-FFF2-40B4-BE49-F238E27FC236}">
                  <a16:creationId xmlns:a16="http://schemas.microsoft.com/office/drawing/2014/main" id="{41EB59ED-2E24-6FD8-C1D5-DFE1F6DC6180}"/>
                </a:ext>
              </a:extLst>
            </p:cNvPr>
            <p:cNvSpPr>
              <a:spLocks noGrp="1"/>
            </p:cNvSpPr>
            <p:nvPr/>
          </p:nvSpPr>
          <p:spPr>
            <a:xfrm>
              <a:off x="5680710" y="3335129"/>
              <a:ext cx="44609" cy="1157"/>
            </a:xfrm>
            <a:custGeom>
              <a:avLst/>
              <a:gdLst/>
              <a:ahLst/>
              <a:cxnLst/>
              <a:rect l="0" t="0" r="0" b="0"/>
              <a:pathLst>
                <a:path w="44609" h="1157">
                  <a:moveTo>
                    <a:pt x="0" y="0"/>
                  </a:moveTo>
                  <a:lnTo>
                    <a:pt x="44609" y="11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8" name="Candidate_receptor__3137">
              <a:extLst>
                <a:ext uri="{FF2B5EF4-FFF2-40B4-BE49-F238E27FC236}">
                  <a16:creationId xmlns:a16="http://schemas.microsoft.com/office/drawing/2014/main" id="{37FED38F-BE33-5A62-E90E-44A67EF355B7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34346"/>
              <a:ext cx="52981" cy="4831"/>
            </a:xfrm>
            <a:custGeom>
              <a:avLst/>
              <a:gdLst/>
              <a:ahLst/>
              <a:cxnLst/>
              <a:rect l="0" t="0" r="0" b="0"/>
              <a:pathLst>
                <a:path w="52981" h="4831">
                  <a:moveTo>
                    <a:pt x="52981" y="0"/>
                  </a:moveTo>
                  <a:lnTo>
                    <a:pt x="0" y="483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9" name="Candidate_receptor__3138">
              <a:extLst>
                <a:ext uri="{FF2B5EF4-FFF2-40B4-BE49-F238E27FC236}">
                  <a16:creationId xmlns:a16="http://schemas.microsoft.com/office/drawing/2014/main" id="{1BF1A6D9-F91D-CA6A-B2E3-43ADA2AA3310}"/>
                </a:ext>
              </a:extLst>
            </p:cNvPr>
            <p:cNvSpPr>
              <a:spLocks noGrp="1"/>
            </p:cNvSpPr>
            <p:nvPr/>
          </p:nvSpPr>
          <p:spPr>
            <a:xfrm>
              <a:off x="4787172" y="2458269"/>
              <a:ext cx="109680" cy="22654"/>
            </a:xfrm>
            <a:custGeom>
              <a:avLst/>
              <a:gdLst/>
              <a:ahLst/>
              <a:cxnLst/>
              <a:rect l="0" t="0" r="0" b="0"/>
              <a:pathLst>
                <a:path w="109680" h="22654">
                  <a:moveTo>
                    <a:pt x="0" y="22654"/>
                  </a:moveTo>
                  <a:lnTo>
                    <a:pt x="10968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0" name="Candidate_receptor__3139">
              <a:extLst>
                <a:ext uri="{FF2B5EF4-FFF2-40B4-BE49-F238E27FC236}">
                  <a16:creationId xmlns:a16="http://schemas.microsoft.com/office/drawing/2014/main" id="{08F3752A-6CE1-B19A-D628-7737B7EA1202}"/>
                </a:ext>
              </a:extLst>
            </p:cNvPr>
            <p:cNvSpPr>
              <a:spLocks noGrp="1"/>
            </p:cNvSpPr>
            <p:nvPr/>
          </p:nvSpPr>
          <p:spPr>
            <a:xfrm>
              <a:off x="4864242" y="4394513"/>
              <a:ext cx="17128" cy="111709"/>
            </a:xfrm>
            <a:custGeom>
              <a:avLst/>
              <a:gdLst/>
              <a:ahLst/>
              <a:cxnLst/>
              <a:rect l="0" t="0" r="0" b="0"/>
              <a:pathLst>
                <a:path w="17128" h="111709">
                  <a:moveTo>
                    <a:pt x="0" y="0"/>
                  </a:moveTo>
                  <a:lnTo>
                    <a:pt x="17128" y="11170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1" name="Candidate_receptor__3140">
              <a:extLst>
                <a:ext uri="{FF2B5EF4-FFF2-40B4-BE49-F238E27FC236}">
                  <a16:creationId xmlns:a16="http://schemas.microsoft.com/office/drawing/2014/main" id="{17A3A3B6-0139-4778-E9E0-A38550920015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09647"/>
              <a:ext cx="74252" cy="43800"/>
            </a:xfrm>
            <a:custGeom>
              <a:avLst/>
              <a:gdLst/>
              <a:ahLst/>
              <a:cxnLst/>
              <a:rect l="0" t="0" r="0" b="0"/>
              <a:pathLst>
                <a:path w="74252" h="43800">
                  <a:moveTo>
                    <a:pt x="0" y="43800"/>
                  </a:moveTo>
                  <a:lnTo>
                    <a:pt x="74252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2" name="Candidate_receptor__3141">
              <a:extLst>
                <a:ext uri="{FF2B5EF4-FFF2-40B4-BE49-F238E27FC236}">
                  <a16:creationId xmlns:a16="http://schemas.microsoft.com/office/drawing/2014/main" id="{65289E65-AE0C-8420-0891-D814E24E7C50}"/>
                </a:ext>
              </a:extLst>
            </p:cNvPr>
            <p:cNvSpPr>
              <a:spLocks noGrp="1"/>
            </p:cNvSpPr>
            <p:nvPr/>
          </p:nvSpPr>
          <p:spPr>
            <a:xfrm>
              <a:off x="4743558" y="4829304"/>
              <a:ext cx="24691" cy="50824"/>
            </a:xfrm>
            <a:custGeom>
              <a:avLst/>
              <a:gdLst/>
              <a:ahLst/>
              <a:cxnLst/>
              <a:rect l="0" t="0" r="0" b="0"/>
              <a:pathLst>
                <a:path w="24691" h="50824">
                  <a:moveTo>
                    <a:pt x="24691" y="0"/>
                  </a:moveTo>
                  <a:lnTo>
                    <a:pt x="0" y="50824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3" name="Candidate_receptor__3142">
              <a:extLst>
                <a:ext uri="{FF2B5EF4-FFF2-40B4-BE49-F238E27FC236}">
                  <a16:creationId xmlns:a16="http://schemas.microsoft.com/office/drawing/2014/main" id="{4541F5ED-0EA4-8DC3-740A-7EF6EB848737}"/>
                </a:ext>
              </a:extLst>
            </p:cNvPr>
            <p:cNvSpPr>
              <a:spLocks noGrp="1"/>
            </p:cNvSpPr>
            <p:nvPr/>
          </p:nvSpPr>
          <p:spPr>
            <a:xfrm>
              <a:off x="4885098" y="4727526"/>
              <a:ext cx="110350" cy="25612"/>
            </a:xfrm>
            <a:custGeom>
              <a:avLst/>
              <a:gdLst/>
              <a:ahLst/>
              <a:cxnLst/>
              <a:rect l="0" t="0" r="0" b="0"/>
              <a:pathLst>
                <a:path w="110350" h="25612">
                  <a:moveTo>
                    <a:pt x="110350" y="25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4" name="Candidate_receptor__3143">
              <a:extLst>
                <a:ext uri="{FF2B5EF4-FFF2-40B4-BE49-F238E27FC236}">
                  <a16:creationId xmlns:a16="http://schemas.microsoft.com/office/drawing/2014/main" id="{7555BC3B-A46B-6DB7-D2F3-2358F963AC84}"/>
                </a:ext>
              </a:extLst>
            </p:cNvPr>
            <p:cNvSpPr>
              <a:spLocks noGrp="1"/>
            </p:cNvSpPr>
            <p:nvPr/>
          </p:nvSpPr>
          <p:spPr>
            <a:xfrm>
              <a:off x="5508509" y="3011906"/>
              <a:ext cx="99370" cy="38947"/>
            </a:xfrm>
            <a:custGeom>
              <a:avLst/>
              <a:gdLst/>
              <a:ahLst/>
              <a:cxnLst/>
              <a:rect l="0" t="0" r="0" b="0"/>
              <a:pathLst>
                <a:path w="99370" h="38947">
                  <a:moveTo>
                    <a:pt x="0" y="0"/>
                  </a:moveTo>
                  <a:lnTo>
                    <a:pt x="99370" y="3894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5" name="Candidate_receptor__3144">
              <a:extLst>
                <a:ext uri="{FF2B5EF4-FFF2-40B4-BE49-F238E27FC236}">
                  <a16:creationId xmlns:a16="http://schemas.microsoft.com/office/drawing/2014/main" id="{E917430C-CE05-5CA0-FC48-85F3EE9A2A60}"/>
                </a:ext>
              </a:extLst>
            </p:cNvPr>
            <p:cNvSpPr>
              <a:spLocks noGrp="1"/>
            </p:cNvSpPr>
            <p:nvPr/>
          </p:nvSpPr>
          <p:spPr>
            <a:xfrm>
              <a:off x="6160364" y="3330511"/>
              <a:ext cx="7408" cy="63834"/>
            </a:xfrm>
            <a:custGeom>
              <a:avLst/>
              <a:gdLst/>
              <a:ahLst/>
              <a:cxnLst/>
              <a:rect l="0" t="0" r="0" b="0"/>
              <a:pathLst>
                <a:path w="7408" h="63834">
                  <a:moveTo>
                    <a:pt x="7408" y="638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6" name="Candidate_receptor__3145">
              <a:extLst>
                <a:ext uri="{FF2B5EF4-FFF2-40B4-BE49-F238E27FC236}">
                  <a16:creationId xmlns:a16="http://schemas.microsoft.com/office/drawing/2014/main" id="{A07D8352-CF95-2033-3A3F-E23B53EFEF56}"/>
                </a:ext>
              </a:extLst>
            </p:cNvPr>
            <p:cNvSpPr>
              <a:spLocks noGrp="1"/>
            </p:cNvSpPr>
            <p:nvPr/>
          </p:nvSpPr>
          <p:spPr>
            <a:xfrm>
              <a:off x="5696233" y="3185789"/>
              <a:ext cx="67326" cy="17676"/>
            </a:xfrm>
            <a:custGeom>
              <a:avLst/>
              <a:gdLst/>
              <a:ahLst/>
              <a:cxnLst/>
              <a:rect l="0" t="0" r="0" b="0"/>
              <a:pathLst>
                <a:path w="67326" h="17676">
                  <a:moveTo>
                    <a:pt x="0" y="0"/>
                  </a:moveTo>
                  <a:lnTo>
                    <a:pt x="67326" y="1767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7" name="Candidate_receptor__3146">
              <a:extLst>
                <a:ext uri="{FF2B5EF4-FFF2-40B4-BE49-F238E27FC236}">
                  <a16:creationId xmlns:a16="http://schemas.microsoft.com/office/drawing/2014/main" id="{77E09C50-1E7E-1F4C-7402-572D4442481F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337487"/>
              <a:ext cx="48113" cy="92256"/>
            </a:xfrm>
            <a:custGeom>
              <a:avLst/>
              <a:gdLst/>
              <a:ahLst/>
              <a:cxnLst/>
              <a:rect l="0" t="0" r="0" b="0"/>
              <a:pathLst>
                <a:path w="48113" h="92256">
                  <a:moveTo>
                    <a:pt x="48113" y="0"/>
                  </a:moveTo>
                  <a:lnTo>
                    <a:pt x="0" y="9225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8" name="Candidate_receptor__3147">
              <a:extLst>
                <a:ext uri="{FF2B5EF4-FFF2-40B4-BE49-F238E27FC236}">
                  <a16:creationId xmlns:a16="http://schemas.microsoft.com/office/drawing/2014/main" id="{37A4E4D1-1492-E2D6-7729-09139AC14DB6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626294"/>
              <a:ext cx="103242" cy="48275"/>
            </a:xfrm>
            <a:custGeom>
              <a:avLst/>
              <a:gdLst/>
              <a:ahLst/>
              <a:cxnLst/>
              <a:rect l="0" t="0" r="0" b="0"/>
              <a:pathLst>
                <a:path w="103242" h="48275">
                  <a:moveTo>
                    <a:pt x="0" y="0"/>
                  </a:moveTo>
                  <a:lnTo>
                    <a:pt x="103242" y="4827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9" name="Candidate_receptor__3148">
              <a:extLst>
                <a:ext uri="{FF2B5EF4-FFF2-40B4-BE49-F238E27FC236}">
                  <a16:creationId xmlns:a16="http://schemas.microsoft.com/office/drawing/2014/main" id="{858D7BFC-494C-78B3-1AE8-5AEB72F733CA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24413" cy="38982"/>
            </a:xfrm>
            <a:custGeom>
              <a:avLst/>
              <a:gdLst/>
              <a:ahLst/>
              <a:cxnLst/>
              <a:rect l="0" t="0" r="0" b="0"/>
              <a:pathLst>
                <a:path w="24413" h="38982">
                  <a:moveTo>
                    <a:pt x="0" y="0"/>
                  </a:moveTo>
                  <a:lnTo>
                    <a:pt x="24413" y="3898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0" name="Candidate_receptor__3149">
              <a:extLst>
                <a:ext uri="{FF2B5EF4-FFF2-40B4-BE49-F238E27FC236}">
                  <a16:creationId xmlns:a16="http://schemas.microsoft.com/office/drawing/2014/main" id="{45FB6306-A6B4-B8D1-1A6F-01B67B21039A}"/>
                </a:ext>
              </a:extLst>
            </p:cNvPr>
            <p:cNvSpPr>
              <a:spLocks noGrp="1"/>
            </p:cNvSpPr>
            <p:nvPr/>
          </p:nvSpPr>
          <p:spPr>
            <a:xfrm>
              <a:off x="5607879" y="3043571"/>
              <a:ext cx="102079" cy="7282"/>
            </a:xfrm>
            <a:custGeom>
              <a:avLst/>
              <a:gdLst/>
              <a:ahLst/>
              <a:cxnLst/>
              <a:rect l="0" t="0" r="0" b="0"/>
              <a:pathLst>
                <a:path w="102079" h="7282">
                  <a:moveTo>
                    <a:pt x="0" y="7282"/>
                  </a:moveTo>
                  <a:lnTo>
                    <a:pt x="10207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1" name="Candidate_receptor__3150">
              <a:extLst>
                <a:ext uri="{FF2B5EF4-FFF2-40B4-BE49-F238E27FC236}">
                  <a16:creationId xmlns:a16="http://schemas.microsoft.com/office/drawing/2014/main" id="{359AA5F0-42D0-6C41-B04C-8D05E6CEEF81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11906"/>
              <a:ext cx="108871" cy="19630"/>
            </a:xfrm>
            <a:custGeom>
              <a:avLst/>
              <a:gdLst/>
              <a:ahLst/>
              <a:cxnLst/>
              <a:rect l="0" t="0" r="0" b="0"/>
              <a:pathLst>
                <a:path w="108871" h="19630">
                  <a:moveTo>
                    <a:pt x="0" y="19630"/>
                  </a:moveTo>
                  <a:lnTo>
                    <a:pt x="1088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2" name="Candidate_receptor__3151">
              <a:extLst>
                <a:ext uri="{FF2B5EF4-FFF2-40B4-BE49-F238E27FC236}">
                  <a16:creationId xmlns:a16="http://schemas.microsoft.com/office/drawing/2014/main" id="{176525E1-2D7E-CDF3-3431-E4A6994F22C9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33558"/>
              <a:ext cx="39972" cy="46716"/>
            </a:xfrm>
            <a:custGeom>
              <a:avLst/>
              <a:gdLst/>
              <a:ahLst/>
              <a:cxnLst/>
              <a:rect l="0" t="0" r="0" b="0"/>
              <a:pathLst>
                <a:path w="39972" h="46716">
                  <a:moveTo>
                    <a:pt x="0" y="46716"/>
                  </a:moveTo>
                  <a:lnTo>
                    <a:pt x="3997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3" name="Candidate_receptor__3152">
              <a:extLst>
                <a:ext uri="{FF2B5EF4-FFF2-40B4-BE49-F238E27FC236}">
                  <a16:creationId xmlns:a16="http://schemas.microsoft.com/office/drawing/2014/main" id="{3D3B5233-41EB-9690-D67B-EDDE4C5C597A}"/>
                </a:ext>
              </a:extLst>
            </p:cNvPr>
            <p:cNvSpPr>
              <a:spLocks noGrp="1"/>
            </p:cNvSpPr>
            <p:nvPr/>
          </p:nvSpPr>
          <p:spPr>
            <a:xfrm>
              <a:off x="4579163" y="5118574"/>
              <a:ext cx="48963" cy="56619"/>
            </a:xfrm>
            <a:custGeom>
              <a:avLst/>
              <a:gdLst/>
              <a:ahLst/>
              <a:cxnLst/>
              <a:rect l="0" t="0" r="0" b="0"/>
              <a:pathLst>
                <a:path w="48963" h="56619">
                  <a:moveTo>
                    <a:pt x="0" y="0"/>
                  </a:moveTo>
                  <a:lnTo>
                    <a:pt x="48963" y="56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4" name="Candidate_receptor__3153">
              <a:extLst>
                <a:ext uri="{FF2B5EF4-FFF2-40B4-BE49-F238E27FC236}">
                  <a16:creationId xmlns:a16="http://schemas.microsoft.com/office/drawing/2014/main" id="{CA6F2CC2-918D-BE00-B64E-0FBA8EB607D1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94198"/>
              <a:ext cx="246" cy="20633"/>
            </a:xfrm>
            <a:custGeom>
              <a:avLst/>
              <a:gdLst/>
              <a:ahLst/>
              <a:cxnLst/>
              <a:rect l="0" t="0" r="0" b="0"/>
              <a:pathLst>
                <a:path w="246" h="20633">
                  <a:moveTo>
                    <a:pt x="246" y="0"/>
                  </a:moveTo>
                  <a:lnTo>
                    <a:pt x="0" y="2063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5" name="Candidate_receptor__3154">
              <a:extLst>
                <a:ext uri="{FF2B5EF4-FFF2-40B4-BE49-F238E27FC236}">
                  <a16:creationId xmlns:a16="http://schemas.microsoft.com/office/drawing/2014/main" id="{D50F1566-04DA-4036-6BF8-5D0EB1E6101B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96346"/>
              <a:ext cx="68140" cy="75026"/>
            </a:xfrm>
            <a:custGeom>
              <a:avLst/>
              <a:gdLst/>
              <a:ahLst/>
              <a:cxnLst/>
              <a:rect l="0" t="0" r="0" b="0"/>
              <a:pathLst>
                <a:path w="68140" h="75026">
                  <a:moveTo>
                    <a:pt x="0" y="0"/>
                  </a:moveTo>
                  <a:lnTo>
                    <a:pt x="68140" y="7502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6" name="Candidate_receptor__3155">
              <a:extLst>
                <a:ext uri="{FF2B5EF4-FFF2-40B4-BE49-F238E27FC236}">
                  <a16:creationId xmlns:a16="http://schemas.microsoft.com/office/drawing/2014/main" id="{713AEC4E-B9FF-427B-E46B-45571788B7E3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75588"/>
              <a:ext cx="22625" cy="6944"/>
            </a:xfrm>
            <a:custGeom>
              <a:avLst/>
              <a:gdLst/>
              <a:ahLst/>
              <a:cxnLst/>
              <a:rect l="0" t="0" r="0" b="0"/>
              <a:pathLst>
                <a:path w="22625" h="6944">
                  <a:moveTo>
                    <a:pt x="22625" y="69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7" name="Candidate_receptor__3156">
              <a:extLst>
                <a:ext uri="{FF2B5EF4-FFF2-40B4-BE49-F238E27FC236}">
                  <a16:creationId xmlns:a16="http://schemas.microsoft.com/office/drawing/2014/main" id="{58733150-6D67-96BF-D0AB-FCFD3B6F5444}"/>
                </a:ext>
              </a:extLst>
            </p:cNvPr>
            <p:cNvSpPr>
              <a:spLocks noGrp="1"/>
            </p:cNvSpPr>
            <p:nvPr/>
          </p:nvSpPr>
          <p:spPr>
            <a:xfrm>
              <a:off x="5900197" y="3655312"/>
              <a:ext cx="55471" cy="95276"/>
            </a:xfrm>
            <a:custGeom>
              <a:avLst/>
              <a:gdLst/>
              <a:ahLst/>
              <a:cxnLst/>
              <a:rect l="0" t="0" r="0" b="0"/>
              <a:pathLst>
                <a:path w="55471" h="95276">
                  <a:moveTo>
                    <a:pt x="0" y="95276"/>
                  </a:moveTo>
                  <a:lnTo>
                    <a:pt x="554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8" name="Candidate_receptor__3157">
              <a:extLst>
                <a:ext uri="{FF2B5EF4-FFF2-40B4-BE49-F238E27FC236}">
                  <a16:creationId xmlns:a16="http://schemas.microsoft.com/office/drawing/2014/main" id="{FEF0AF5B-1489-463E-6C0B-B742AAED15E5}"/>
                </a:ext>
              </a:extLst>
            </p:cNvPr>
            <p:cNvSpPr>
              <a:spLocks noGrp="1"/>
            </p:cNvSpPr>
            <p:nvPr/>
          </p:nvSpPr>
          <p:spPr>
            <a:xfrm>
              <a:off x="4921220" y="2005764"/>
              <a:ext cx="65193" cy="91819"/>
            </a:xfrm>
            <a:custGeom>
              <a:avLst/>
              <a:gdLst/>
              <a:ahLst/>
              <a:cxnLst/>
              <a:rect l="0" t="0" r="0" b="0"/>
              <a:pathLst>
                <a:path w="65193" h="91819">
                  <a:moveTo>
                    <a:pt x="65193" y="0"/>
                  </a:moveTo>
                  <a:lnTo>
                    <a:pt x="0" y="918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9" name="Candidate_receptor__3158">
              <a:extLst>
                <a:ext uri="{FF2B5EF4-FFF2-40B4-BE49-F238E27FC236}">
                  <a16:creationId xmlns:a16="http://schemas.microsoft.com/office/drawing/2014/main" id="{5D56F41C-5197-7A1D-7A05-47D770E695B8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739643"/>
              <a:ext cx="98016" cy="26101"/>
            </a:xfrm>
            <a:custGeom>
              <a:avLst/>
              <a:gdLst/>
              <a:ahLst/>
              <a:cxnLst/>
              <a:rect l="0" t="0" r="0" b="0"/>
              <a:pathLst>
                <a:path w="98016" h="26101">
                  <a:moveTo>
                    <a:pt x="98016" y="26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0" name="Candidate_receptor__3159">
              <a:extLst>
                <a:ext uri="{FF2B5EF4-FFF2-40B4-BE49-F238E27FC236}">
                  <a16:creationId xmlns:a16="http://schemas.microsoft.com/office/drawing/2014/main" id="{9139AA01-F897-548B-FD74-83AE0EC4B8E1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839871"/>
              <a:ext cx="77718" cy="81528"/>
            </a:xfrm>
            <a:custGeom>
              <a:avLst/>
              <a:gdLst/>
              <a:ahLst/>
              <a:cxnLst/>
              <a:rect l="0" t="0" r="0" b="0"/>
              <a:pathLst>
                <a:path w="77718" h="81528">
                  <a:moveTo>
                    <a:pt x="0" y="81528"/>
                  </a:moveTo>
                  <a:lnTo>
                    <a:pt x="7771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1" name="Candidate_receptor__3160">
              <a:extLst>
                <a:ext uri="{FF2B5EF4-FFF2-40B4-BE49-F238E27FC236}">
                  <a16:creationId xmlns:a16="http://schemas.microsoft.com/office/drawing/2014/main" id="{E40A308A-6432-A3B8-5D2C-45D057B92032}"/>
                </a:ext>
              </a:extLst>
            </p:cNvPr>
            <p:cNvSpPr>
              <a:spLocks noGrp="1"/>
            </p:cNvSpPr>
            <p:nvPr/>
          </p:nvSpPr>
          <p:spPr>
            <a:xfrm>
              <a:off x="4735707" y="2480923"/>
              <a:ext cx="51465" cy="82038"/>
            </a:xfrm>
            <a:custGeom>
              <a:avLst/>
              <a:gdLst/>
              <a:ahLst/>
              <a:cxnLst/>
              <a:rect l="0" t="0" r="0" b="0"/>
              <a:pathLst>
                <a:path w="51465" h="82038">
                  <a:moveTo>
                    <a:pt x="0" y="82038"/>
                  </a:moveTo>
                  <a:lnTo>
                    <a:pt x="5146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2" name="Candidate_receptor__3161">
              <a:extLst>
                <a:ext uri="{FF2B5EF4-FFF2-40B4-BE49-F238E27FC236}">
                  <a16:creationId xmlns:a16="http://schemas.microsoft.com/office/drawing/2014/main" id="{96953A51-AAB7-F974-4E3D-D01C87EABE6B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24481"/>
              <a:ext cx="96261" cy="52763"/>
            </a:xfrm>
            <a:custGeom>
              <a:avLst/>
              <a:gdLst/>
              <a:ahLst/>
              <a:cxnLst/>
              <a:rect l="0" t="0" r="0" b="0"/>
              <a:pathLst>
                <a:path w="96261" h="52763">
                  <a:moveTo>
                    <a:pt x="96261" y="5276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3" name="Candidate_receptor__3162">
              <a:extLst>
                <a:ext uri="{FF2B5EF4-FFF2-40B4-BE49-F238E27FC236}">
                  <a16:creationId xmlns:a16="http://schemas.microsoft.com/office/drawing/2014/main" id="{1A5641E4-9124-623F-6194-C3F9EE1E9CCA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15524"/>
              <a:ext cx="18054" cy="80822"/>
            </a:xfrm>
            <a:custGeom>
              <a:avLst/>
              <a:gdLst/>
              <a:ahLst/>
              <a:cxnLst/>
              <a:rect l="0" t="0" r="0" b="0"/>
              <a:pathLst>
                <a:path w="18054" h="80822">
                  <a:moveTo>
                    <a:pt x="18054" y="0"/>
                  </a:moveTo>
                  <a:lnTo>
                    <a:pt x="0" y="8082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4" name="Candidate_receptor__3163">
              <a:extLst>
                <a:ext uri="{FF2B5EF4-FFF2-40B4-BE49-F238E27FC236}">
                  <a16:creationId xmlns:a16="http://schemas.microsoft.com/office/drawing/2014/main" id="{7414DC46-AE93-CFD3-544D-82F558A2D6C0}"/>
                </a:ext>
              </a:extLst>
            </p:cNvPr>
            <p:cNvSpPr>
              <a:spLocks noGrp="1"/>
            </p:cNvSpPr>
            <p:nvPr/>
          </p:nvSpPr>
          <p:spPr>
            <a:xfrm>
              <a:off x="5024850" y="3165181"/>
              <a:ext cx="25855" cy="75065"/>
            </a:xfrm>
            <a:custGeom>
              <a:avLst/>
              <a:gdLst/>
              <a:ahLst/>
              <a:cxnLst/>
              <a:rect l="0" t="0" r="0" b="0"/>
              <a:pathLst>
                <a:path w="25855" h="75065">
                  <a:moveTo>
                    <a:pt x="25855" y="750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5" name="Candidate_receptor__3164">
              <a:extLst>
                <a:ext uri="{FF2B5EF4-FFF2-40B4-BE49-F238E27FC236}">
                  <a16:creationId xmlns:a16="http://schemas.microsoft.com/office/drawing/2014/main" id="{03429B5E-E733-14A4-0867-B13BC9F9ABB2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070674"/>
              <a:ext cx="37651" cy="36188"/>
            </a:xfrm>
            <a:custGeom>
              <a:avLst/>
              <a:gdLst/>
              <a:ahLst/>
              <a:cxnLst/>
              <a:rect l="0" t="0" r="0" b="0"/>
              <a:pathLst>
                <a:path w="37651" h="36188">
                  <a:moveTo>
                    <a:pt x="37651" y="0"/>
                  </a:moveTo>
                  <a:lnTo>
                    <a:pt x="0" y="36188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6" name="Candidate_receptor__3165">
              <a:extLst>
                <a:ext uri="{FF2B5EF4-FFF2-40B4-BE49-F238E27FC236}">
                  <a16:creationId xmlns:a16="http://schemas.microsoft.com/office/drawing/2014/main" id="{C23B578F-B4E5-57C8-FDD6-9FABA860D575}"/>
                </a:ext>
              </a:extLst>
            </p:cNvPr>
            <p:cNvSpPr>
              <a:spLocks noGrp="1"/>
            </p:cNvSpPr>
            <p:nvPr/>
          </p:nvSpPr>
          <p:spPr>
            <a:xfrm>
              <a:off x="4893152" y="4043012"/>
              <a:ext cx="26321" cy="43643"/>
            </a:xfrm>
            <a:custGeom>
              <a:avLst/>
              <a:gdLst/>
              <a:ahLst/>
              <a:cxnLst/>
              <a:rect l="0" t="0" r="0" b="0"/>
              <a:pathLst>
                <a:path w="26321" h="43643">
                  <a:moveTo>
                    <a:pt x="0" y="43643"/>
                  </a:moveTo>
                  <a:lnTo>
                    <a:pt x="2632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7" name="Candidate_receptor__3166">
              <a:extLst>
                <a:ext uri="{FF2B5EF4-FFF2-40B4-BE49-F238E27FC236}">
                  <a16:creationId xmlns:a16="http://schemas.microsoft.com/office/drawing/2014/main" id="{09A45685-6B88-01A9-E9D9-70348213546D}"/>
                </a:ext>
              </a:extLst>
            </p:cNvPr>
            <p:cNvSpPr>
              <a:spLocks noGrp="1"/>
            </p:cNvSpPr>
            <p:nvPr/>
          </p:nvSpPr>
          <p:spPr>
            <a:xfrm>
              <a:off x="6412117" y="4004068"/>
              <a:ext cx="11099" cy="85861"/>
            </a:xfrm>
            <a:custGeom>
              <a:avLst/>
              <a:gdLst/>
              <a:ahLst/>
              <a:cxnLst/>
              <a:rect l="0" t="0" r="0" b="0"/>
              <a:pathLst>
                <a:path w="11099" h="85861">
                  <a:moveTo>
                    <a:pt x="11099" y="8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8" name="Candidate_receptor__3167">
              <a:extLst>
                <a:ext uri="{FF2B5EF4-FFF2-40B4-BE49-F238E27FC236}">
                  <a16:creationId xmlns:a16="http://schemas.microsoft.com/office/drawing/2014/main" id="{9F28DE14-7578-98F5-C6AC-FE5C6F7F3E6F}"/>
                </a:ext>
              </a:extLst>
            </p:cNvPr>
            <p:cNvSpPr>
              <a:spLocks noGrp="1"/>
            </p:cNvSpPr>
            <p:nvPr/>
          </p:nvSpPr>
          <p:spPr>
            <a:xfrm>
              <a:off x="5116876" y="3379961"/>
              <a:ext cx="3796" cy="106128"/>
            </a:xfrm>
            <a:custGeom>
              <a:avLst/>
              <a:gdLst/>
              <a:ahLst/>
              <a:cxnLst/>
              <a:rect l="0" t="0" r="0" b="0"/>
              <a:pathLst>
                <a:path w="3796" h="106128">
                  <a:moveTo>
                    <a:pt x="0" y="0"/>
                  </a:moveTo>
                  <a:lnTo>
                    <a:pt x="3796" y="10612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9" name="Candidate_receptor__3168">
              <a:extLst>
                <a:ext uri="{FF2B5EF4-FFF2-40B4-BE49-F238E27FC236}">
                  <a16:creationId xmlns:a16="http://schemas.microsoft.com/office/drawing/2014/main" id="{4290C14C-E563-F90B-3787-5757EE085DED}"/>
                </a:ext>
              </a:extLst>
            </p:cNvPr>
            <p:cNvSpPr>
              <a:spLocks noGrp="1"/>
            </p:cNvSpPr>
            <p:nvPr/>
          </p:nvSpPr>
          <p:spPr>
            <a:xfrm>
              <a:off x="5725586" y="4145931"/>
              <a:ext cx="91059" cy="38406"/>
            </a:xfrm>
            <a:custGeom>
              <a:avLst/>
              <a:gdLst/>
              <a:ahLst/>
              <a:cxnLst/>
              <a:rect l="0" t="0" r="0" b="0"/>
              <a:pathLst>
                <a:path w="91059" h="38406">
                  <a:moveTo>
                    <a:pt x="0" y="0"/>
                  </a:moveTo>
                  <a:lnTo>
                    <a:pt x="91059" y="3840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0" name="Candidate_receptor__3169">
              <a:extLst>
                <a:ext uri="{FF2B5EF4-FFF2-40B4-BE49-F238E27FC236}">
                  <a16:creationId xmlns:a16="http://schemas.microsoft.com/office/drawing/2014/main" id="{80281565-E113-24C9-22C0-27641B4D664D}"/>
                </a:ext>
              </a:extLst>
            </p:cNvPr>
            <p:cNvSpPr>
              <a:spLocks noGrp="1"/>
            </p:cNvSpPr>
            <p:nvPr/>
          </p:nvSpPr>
          <p:spPr>
            <a:xfrm>
              <a:off x="5634259" y="4145931"/>
              <a:ext cx="91326" cy="35855"/>
            </a:xfrm>
            <a:custGeom>
              <a:avLst/>
              <a:gdLst/>
              <a:ahLst/>
              <a:cxnLst/>
              <a:rect l="0" t="0" r="0" b="0"/>
              <a:pathLst>
                <a:path w="91326" h="35855">
                  <a:moveTo>
                    <a:pt x="0" y="35855"/>
                  </a:moveTo>
                  <a:lnTo>
                    <a:pt x="913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1" name="Candidate_receptor__3170">
              <a:extLst>
                <a:ext uri="{FF2B5EF4-FFF2-40B4-BE49-F238E27FC236}">
                  <a16:creationId xmlns:a16="http://schemas.microsoft.com/office/drawing/2014/main" id="{8DECD877-E23E-3A3B-3A08-B4BF0DF91A68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224796"/>
              <a:ext cx="109517" cy="11838"/>
            </a:xfrm>
            <a:custGeom>
              <a:avLst/>
              <a:gdLst/>
              <a:ahLst/>
              <a:cxnLst/>
              <a:rect l="0" t="0" r="0" b="0"/>
              <a:pathLst>
                <a:path w="109517" h="11838">
                  <a:moveTo>
                    <a:pt x="0" y="11838"/>
                  </a:moveTo>
                  <a:lnTo>
                    <a:pt x="10951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2" name="Candidate_receptor__3171">
              <a:extLst>
                <a:ext uri="{FF2B5EF4-FFF2-40B4-BE49-F238E27FC236}">
                  <a16:creationId xmlns:a16="http://schemas.microsoft.com/office/drawing/2014/main" id="{0A6DA750-72D7-6421-E387-B76D2EF6168D}"/>
                </a:ext>
              </a:extLst>
            </p:cNvPr>
            <p:cNvSpPr>
              <a:spLocks noGrp="1"/>
            </p:cNvSpPr>
            <p:nvPr/>
          </p:nvSpPr>
          <p:spPr>
            <a:xfrm>
              <a:off x="5823213" y="2919074"/>
              <a:ext cx="72827" cy="34108"/>
            </a:xfrm>
            <a:custGeom>
              <a:avLst/>
              <a:gdLst/>
              <a:ahLst/>
              <a:cxnLst/>
              <a:rect l="0" t="0" r="0" b="0"/>
              <a:pathLst>
                <a:path w="72827" h="34108">
                  <a:moveTo>
                    <a:pt x="0" y="0"/>
                  </a:moveTo>
                  <a:lnTo>
                    <a:pt x="72827" y="3410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3" name="Candidate_receptor__3172">
              <a:extLst>
                <a:ext uri="{FF2B5EF4-FFF2-40B4-BE49-F238E27FC236}">
                  <a16:creationId xmlns:a16="http://schemas.microsoft.com/office/drawing/2014/main" id="{0D4D3B9B-151D-2265-322A-6C97456EC807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562962"/>
              <a:ext cx="100995" cy="46581"/>
            </a:xfrm>
            <a:custGeom>
              <a:avLst/>
              <a:gdLst/>
              <a:ahLst/>
              <a:cxnLst/>
              <a:rect l="0" t="0" r="0" b="0"/>
              <a:pathLst>
                <a:path w="100995" h="46581">
                  <a:moveTo>
                    <a:pt x="0" y="46581"/>
                  </a:moveTo>
                  <a:lnTo>
                    <a:pt x="10099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4" name="Candidate_receptor__3173">
              <a:extLst>
                <a:ext uri="{FF2B5EF4-FFF2-40B4-BE49-F238E27FC236}">
                  <a16:creationId xmlns:a16="http://schemas.microsoft.com/office/drawing/2014/main" id="{E3320C4B-5A8E-1BB7-CCFC-F190D141A430}"/>
                </a:ext>
              </a:extLst>
            </p:cNvPr>
            <p:cNvSpPr>
              <a:spLocks noGrp="1"/>
            </p:cNvSpPr>
            <p:nvPr/>
          </p:nvSpPr>
          <p:spPr>
            <a:xfrm>
              <a:off x="4781968" y="3809980"/>
              <a:ext cx="6026" cy="14532"/>
            </a:xfrm>
            <a:custGeom>
              <a:avLst/>
              <a:gdLst/>
              <a:ahLst/>
              <a:cxnLst/>
              <a:rect l="0" t="0" r="0" b="0"/>
              <a:pathLst>
                <a:path w="6026" h="14532">
                  <a:moveTo>
                    <a:pt x="0" y="14532"/>
                  </a:moveTo>
                  <a:lnTo>
                    <a:pt x="60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5" name="Candidate_receptor__3174">
              <a:extLst>
                <a:ext uri="{FF2B5EF4-FFF2-40B4-BE49-F238E27FC236}">
                  <a16:creationId xmlns:a16="http://schemas.microsoft.com/office/drawing/2014/main" id="{1F8BCE69-59DF-5D1D-FAF8-A96E93513FCC}"/>
                </a:ext>
              </a:extLst>
            </p:cNvPr>
            <p:cNvSpPr>
              <a:spLocks noGrp="1"/>
            </p:cNvSpPr>
            <p:nvPr/>
          </p:nvSpPr>
          <p:spPr>
            <a:xfrm>
              <a:off x="4453651" y="3281868"/>
              <a:ext cx="63195" cy="95377"/>
            </a:xfrm>
            <a:custGeom>
              <a:avLst/>
              <a:gdLst/>
              <a:ahLst/>
              <a:cxnLst/>
              <a:rect l="0" t="0" r="0" b="0"/>
              <a:pathLst>
                <a:path w="63195" h="95377">
                  <a:moveTo>
                    <a:pt x="63195" y="0"/>
                  </a:moveTo>
                  <a:lnTo>
                    <a:pt x="0" y="95377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76" name="Candidate_receptor__3175">
              <a:extLst>
                <a:ext uri="{FF2B5EF4-FFF2-40B4-BE49-F238E27FC236}">
                  <a16:creationId xmlns:a16="http://schemas.microsoft.com/office/drawing/2014/main" id="{03FBD84C-C84A-DD8F-0EA7-85B4874D364F}"/>
                </a:ext>
              </a:extLst>
            </p:cNvPr>
            <p:cNvSpPr>
              <a:spLocks noGrp="1"/>
            </p:cNvSpPr>
            <p:nvPr/>
          </p:nvSpPr>
          <p:spPr>
            <a:xfrm>
              <a:off x="6213244" y="3765744"/>
              <a:ext cx="75054" cy="85793"/>
            </a:xfrm>
            <a:custGeom>
              <a:avLst/>
              <a:gdLst/>
              <a:ahLst/>
              <a:cxnLst/>
              <a:rect l="0" t="0" r="0" b="0"/>
              <a:pathLst>
                <a:path w="75054" h="85793">
                  <a:moveTo>
                    <a:pt x="75054" y="857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7" name="Candidate_receptor__3176">
              <a:extLst>
                <a:ext uri="{FF2B5EF4-FFF2-40B4-BE49-F238E27FC236}">
                  <a16:creationId xmlns:a16="http://schemas.microsoft.com/office/drawing/2014/main" id="{5BCF6998-6DDF-3B13-73D8-42F712F99DC5}"/>
                </a:ext>
              </a:extLst>
            </p:cNvPr>
            <p:cNvSpPr>
              <a:spLocks noGrp="1"/>
            </p:cNvSpPr>
            <p:nvPr/>
          </p:nvSpPr>
          <p:spPr>
            <a:xfrm>
              <a:off x="5753754" y="1825015"/>
              <a:ext cx="112655" cy="14856"/>
            </a:xfrm>
            <a:custGeom>
              <a:avLst/>
              <a:gdLst/>
              <a:ahLst/>
              <a:cxnLst/>
              <a:rect l="0" t="0" r="0" b="0"/>
              <a:pathLst>
                <a:path w="112655" h="14856">
                  <a:moveTo>
                    <a:pt x="0" y="14856"/>
                  </a:moveTo>
                  <a:lnTo>
                    <a:pt x="1126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8" name="Candidate_receptor__3177">
              <a:extLst>
                <a:ext uri="{FF2B5EF4-FFF2-40B4-BE49-F238E27FC236}">
                  <a16:creationId xmlns:a16="http://schemas.microsoft.com/office/drawing/2014/main" id="{62D0076F-D058-9B18-8F59-FD862C7A9938}"/>
                </a:ext>
              </a:extLst>
            </p:cNvPr>
            <p:cNvSpPr>
              <a:spLocks noGrp="1"/>
            </p:cNvSpPr>
            <p:nvPr/>
          </p:nvSpPr>
          <p:spPr>
            <a:xfrm>
              <a:off x="5583469" y="3185789"/>
              <a:ext cx="112764" cy="600"/>
            </a:xfrm>
            <a:custGeom>
              <a:avLst/>
              <a:gdLst/>
              <a:ahLst/>
              <a:cxnLst/>
              <a:rect l="0" t="0" r="0" b="0"/>
              <a:pathLst>
                <a:path w="112764" h="600">
                  <a:moveTo>
                    <a:pt x="0" y="600"/>
                  </a:moveTo>
                  <a:lnTo>
                    <a:pt x="11276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9" name="Candidate_receptor__3178">
              <a:extLst>
                <a:ext uri="{FF2B5EF4-FFF2-40B4-BE49-F238E27FC236}">
                  <a16:creationId xmlns:a16="http://schemas.microsoft.com/office/drawing/2014/main" id="{A8DE8350-E5C6-08D9-D096-0DAB9C197E98}"/>
                </a:ext>
              </a:extLst>
            </p:cNvPr>
            <p:cNvSpPr>
              <a:spLocks noGrp="1"/>
            </p:cNvSpPr>
            <p:nvPr/>
          </p:nvSpPr>
          <p:spPr>
            <a:xfrm>
              <a:off x="4986413" y="2005764"/>
              <a:ext cx="109528" cy="25106"/>
            </a:xfrm>
            <a:custGeom>
              <a:avLst/>
              <a:gdLst/>
              <a:ahLst/>
              <a:cxnLst/>
              <a:rect l="0" t="0" r="0" b="0"/>
              <a:pathLst>
                <a:path w="109528" h="25106">
                  <a:moveTo>
                    <a:pt x="109528" y="251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0" name="Candidate_receptor__3179">
              <a:extLst>
                <a:ext uri="{FF2B5EF4-FFF2-40B4-BE49-F238E27FC236}">
                  <a16:creationId xmlns:a16="http://schemas.microsoft.com/office/drawing/2014/main" id="{94752A70-271C-7B29-4114-E50DFDC15A56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089929"/>
              <a:ext cx="77906" cy="65417"/>
            </a:xfrm>
            <a:custGeom>
              <a:avLst/>
              <a:gdLst/>
              <a:ahLst/>
              <a:cxnLst/>
              <a:rect l="0" t="0" r="0" b="0"/>
              <a:pathLst>
                <a:path w="77906" h="65417">
                  <a:moveTo>
                    <a:pt x="0" y="65417"/>
                  </a:moveTo>
                  <a:lnTo>
                    <a:pt x="7790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1" name="Candidate_receptor__3180">
              <a:extLst>
                <a:ext uri="{FF2B5EF4-FFF2-40B4-BE49-F238E27FC236}">
                  <a16:creationId xmlns:a16="http://schemas.microsoft.com/office/drawing/2014/main" id="{C68159D0-B364-DEA7-FAFA-8D96A63070AB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7215"/>
              <a:ext cx="16492" cy="96194"/>
            </a:xfrm>
            <a:custGeom>
              <a:avLst/>
              <a:gdLst/>
              <a:ahLst/>
              <a:cxnLst/>
              <a:rect l="0" t="0" r="0" b="0"/>
              <a:pathLst>
                <a:path w="16492" h="96194">
                  <a:moveTo>
                    <a:pt x="16492" y="96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2" name="Candidate_receptor__3181">
              <a:extLst>
                <a:ext uri="{FF2B5EF4-FFF2-40B4-BE49-F238E27FC236}">
                  <a16:creationId xmlns:a16="http://schemas.microsoft.com/office/drawing/2014/main" id="{86195EF9-B79B-0434-A634-1A77E3FEF056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3960666"/>
              <a:ext cx="92501" cy="64257"/>
            </a:xfrm>
            <a:custGeom>
              <a:avLst/>
              <a:gdLst/>
              <a:ahLst/>
              <a:cxnLst/>
              <a:rect l="0" t="0" r="0" b="0"/>
              <a:pathLst>
                <a:path w="92501" h="64257">
                  <a:moveTo>
                    <a:pt x="92501" y="0"/>
                  </a:moveTo>
                  <a:lnTo>
                    <a:pt x="0" y="642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3" name="Candidate_receptor__3182">
              <a:extLst>
                <a:ext uri="{FF2B5EF4-FFF2-40B4-BE49-F238E27FC236}">
                  <a16:creationId xmlns:a16="http://schemas.microsoft.com/office/drawing/2014/main" id="{2EC18F60-46F8-46CA-B71A-ED891C218283}"/>
                </a:ext>
              </a:extLst>
            </p:cNvPr>
            <p:cNvSpPr>
              <a:spLocks noGrp="1"/>
            </p:cNvSpPr>
            <p:nvPr/>
          </p:nvSpPr>
          <p:spPr>
            <a:xfrm>
              <a:off x="4756095" y="3959397"/>
              <a:ext cx="64189" cy="14749"/>
            </a:xfrm>
            <a:custGeom>
              <a:avLst/>
              <a:gdLst/>
              <a:ahLst/>
              <a:cxnLst/>
              <a:rect l="0" t="0" r="0" b="0"/>
              <a:pathLst>
                <a:path w="64189" h="14749">
                  <a:moveTo>
                    <a:pt x="0" y="14749"/>
                  </a:moveTo>
                  <a:lnTo>
                    <a:pt x="6418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4" name="Candidate_receptor__3183">
              <a:extLst>
                <a:ext uri="{FF2B5EF4-FFF2-40B4-BE49-F238E27FC236}">
                  <a16:creationId xmlns:a16="http://schemas.microsoft.com/office/drawing/2014/main" id="{FB7A7587-8D13-0715-5649-1FEE32A3C20D}"/>
                </a:ext>
              </a:extLst>
            </p:cNvPr>
            <p:cNvSpPr>
              <a:spLocks noGrp="1"/>
            </p:cNvSpPr>
            <p:nvPr/>
          </p:nvSpPr>
          <p:spPr>
            <a:xfrm>
              <a:off x="5784624" y="1688774"/>
              <a:ext cx="8987" cy="5396"/>
            </a:xfrm>
            <a:custGeom>
              <a:avLst/>
              <a:gdLst/>
              <a:ahLst/>
              <a:cxnLst/>
              <a:rect l="0" t="0" r="0" b="0"/>
              <a:pathLst>
                <a:path w="8987" h="5396">
                  <a:moveTo>
                    <a:pt x="8987" y="53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5" name="Candidate_receptor__3184">
              <a:extLst>
                <a:ext uri="{FF2B5EF4-FFF2-40B4-BE49-F238E27FC236}">
                  <a16:creationId xmlns:a16="http://schemas.microsoft.com/office/drawing/2014/main" id="{EC802487-E0DC-8067-F128-77BD77832813}"/>
                </a:ext>
              </a:extLst>
            </p:cNvPr>
            <p:cNvSpPr>
              <a:spLocks noGrp="1"/>
            </p:cNvSpPr>
            <p:nvPr/>
          </p:nvSpPr>
          <p:spPr>
            <a:xfrm>
              <a:off x="4628127" y="5175193"/>
              <a:ext cx="111222" cy="25813"/>
            </a:xfrm>
            <a:custGeom>
              <a:avLst/>
              <a:gdLst/>
              <a:ahLst/>
              <a:cxnLst/>
              <a:rect l="0" t="0" r="0" b="0"/>
              <a:pathLst>
                <a:path w="111222" h="25813">
                  <a:moveTo>
                    <a:pt x="0" y="0"/>
                  </a:moveTo>
                  <a:lnTo>
                    <a:pt x="111222" y="258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6" name="Candidate_receptor__3185">
              <a:extLst>
                <a:ext uri="{FF2B5EF4-FFF2-40B4-BE49-F238E27FC236}">
                  <a16:creationId xmlns:a16="http://schemas.microsoft.com/office/drawing/2014/main" id="{032C6B79-D4AF-3DB4-DCE2-7902F9FD3621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20091" cy="22731"/>
            </a:xfrm>
            <a:custGeom>
              <a:avLst/>
              <a:gdLst/>
              <a:ahLst/>
              <a:cxnLst/>
              <a:rect l="0" t="0" r="0" b="0"/>
              <a:pathLst>
                <a:path w="20091" h="22731">
                  <a:moveTo>
                    <a:pt x="20091" y="227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7" name="Candidate_receptor__3186">
              <a:extLst>
                <a:ext uri="{FF2B5EF4-FFF2-40B4-BE49-F238E27FC236}">
                  <a16:creationId xmlns:a16="http://schemas.microsoft.com/office/drawing/2014/main" id="{A87034F3-320B-0DE3-1CB8-BF0CC678DE9E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55090"/>
              <a:ext cx="10592" cy="54420"/>
            </a:xfrm>
            <a:custGeom>
              <a:avLst/>
              <a:gdLst/>
              <a:ahLst/>
              <a:cxnLst/>
              <a:rect l="0" t="0" r="0" b="0"/>
              <a:pathLst>
                <a:path w="10592" h="54420">
                  <a:moveTo>
                    <a:pt x="0" y="54420"/>
                  </a:moveTo>
                  <a:lnTo>
                    <a:pt x="1059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8" name="Candidate_receptor__3187">
              <a:extLst>
                <a:ext uri="{FF2B5EF4-FFF2-40B4-BE49-F238E27FC236}">
                  <a16:creationId xmlns:a16="http://schemas.microsoft.com/office/drawing/2014/main" id="{645F04B1-F7F3-FD33-AC76-0D7715ECD941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557942"/>
              <a:ext cx="35594" cy="68352"/>
            </a:xfrm>
            <a:custGeom>
              <a:avLst/>
              <a:gdLst/>
              <a:ahLst/>
              <a:cxnLst/>
              <a:rect l="0" t="0" r="0" b="0"/>
              <a:pathLst>
                <a:path w="35594" h="68352">
                  <a:moveTo>
                    <a:pt x="35594" y="0"/>
                  </a:moveTo>
                  <a:lnTo>
                    <a:pt x="0" y="6835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9" name="Candidate_receptor__3188">
              <a:extLst>
                <a:ext uri="{FF2B5EF4-FFF2-40B4-BE49-F238E27FC236}">
                  <a16:creationId xmlns:a16="http://schemas.microsoft.com/office/drawing/2014/main" id="{20E388E8-323C-C5F1-8228-6F3B3921B9EF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5886"/>
              <a:ext cx="6127" cy="5747"/>
            </a:xfrm>
            <a:custGeom>
              <a:avLst/>
              <a:gdLst/>
              <a:ahLst/>
              <a:cxnLst/>
              <a:rect l="0" t="0" r="0" b="0"/>
              <a:pathLst>
                <a:path w="6127" h="5747">
                  <a:moveTo>
                    <a:pt x="0" y="5747"/>
                  </a:moveTo>
                  <a:lnTo>
                    <a:pt x="612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90" name="Candidate_receptor__3189">
              <a:extLst>
                <a:ext uri="{FF2B5EF4-FFF2-40B4-BE49-F238E27FC236}">
                  <a16:creationId xmlns:a16="http://schemas.microsoft.com/office/drawing/2014/main" id="{8F56DAF6-3AE5-2B5B-95FE-F36D111D95D2}"/>
                </a:ext>
              </a:extLst>
            </p:cNvPr>
            <p:cNvSpPr>
              <a:spLocks noGrp="1"/>
            </p:cNvSpPr>
            <p:nvPr/>
          </p:nvSpPr>
          <p:spPr>
            <a:xfrm>
              <a:off x="3966357" y="2656714"/>
              <a:ext cx="27178" cy="96714"/>
            </a:xfrm>
            <a:custGeom>
              <a:avLst/>
              <a:gdLst/>
              <a:ahLst/>
              <a:cxnLst/>
              <a:rect l="0" t="0" r="0" b="0"/>
              <a:pathLst>
                <a:path w="27178" h="96714">
                  <a:moveTo>
                    <a:pt x="0" y="0"/>
                  </a:moveTo>
                  <a:lnTo>
                    <a:pt x="27178" y="96714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1" name="Candidate_receptor__3190">
              <a:extLst>
                <a:ext uri="{FF2B5EF4-FFF2-40B4-BE49-F238E27FC236}">
                  <a16:creationId xmlns:a16="http://schemas.microsoft.com/office/drawing/2014/main" id="{E5507127-063A-9667-7D23-E1481011C263}"/>
                </a:ext>
              </a:extLst>
            </p:cNvPr>
            <p:cNvSpPr>
              <a:spLocks noGrp="1"/>
            </p:cNvSpPr>
            <p:nvPr/>
          </p:nvSpPr>
          <p:spPr>
            <a:xfrm>
              <a:off x="5070760" y="2615524"/>
              <a:ext cx="113090" cy="19870"/>
            </a:xfrm>
            <a:custGeom>
              <a:avLst/>
              <a:gdLst/>
              <a:ahLst/>
              <a:cxnLst/>
              <a:rect l="0" t="0" r="0" b="0"/>
              <a:pathLst>
                <a:path w="113090" h="19870">
                  <a:moveTo>
                    <a:pt x="113090" y="1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2" name="Candidate_receptor__3191">
              <a:extLst>
                <a:ext uri="{FF2B5EF4-FFF2-40B4-BE49-F238E27FC236}">
                  <a16:creationId xmlns:a16="http://schemas.microsoft.com/office/drawing/2014/main" id="{6AB37A7C-EE23-9132-77A2-12072775CA2C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80274"/>
              <a:ext cx="8228" cy="113951"/>
            </a:xfrm>
            <a:custGeom>
              <a:avLst/>
              <a:gdLst/>
              <a:ahLst/>
              <a:cxnLst/>
              <a:rect l="0" t="0" r="0" b="0"/>
              <a:pathLst>
                <a:path w="8228" h="113951">
                  <a:moveTo>
                    <a:pt x="8228" y="113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193" name="Candidate_receptor__3192">
              <a:extLst>
                <a:ext uri="{FF2B5EF4-FFF2-40B4-BE49-F238E27FC236}">
                  <a16:creationId xmlns:a16="http://schemas.microsoft.com/office/drawing/2014/main" id="{98835ABF-51E3-E7FD-A0D1-DB588DAE645F}"/>
                </a:ext>
              </a:extLst>
            </p:cNvPr>
            <p:cNvSpPr>
              <a:spLocks noGrp="1"/>
            </p:cNvSpPr>
            <p:nvPr/>
          </p:nvSpPr>
          <p:spPr>
            <a:xfrm>
              <a:off x="5567000" y="3327341"/>
              <a:ext cx="113709" cy="7788"/>
            </a:xfrm>
            <a:custGeom>
              <a:avLst/>
              <a:gdLst/>
              <a:ahLst/>
              <a:cxnLst/>
              <a:rect l="0" t="0" r="0" b="0"/>
              <a:pathLst>
                <a:path w="113709" h="7788">
                  <a:moveTo>
                    <a:pt x="0" y="0"/>
                  </a:moveTo>
                  <a:lnTo>
                    <a:pt x="113709" y="7788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4" name="Candidate_receptor__3193">
              <a:extLst>
                <a:ext uri="{FF2B5EF4-FFF2-40B4-BE49-F238E27FC236}">
                  <a16:creationId xmlns:a16="http://schemas.microsoft.com/office/drawing/2014/main" id="{969ACFAA-0B3B-E9CF-D0F9-4DC851745FB9}"/>
                </a:ext>
              </a:extLst>
            </p:cNvPr>
            <p:cNvSpPr>
              <a:spLocks noGrp="1"/>
            </p:cNvSpPr>
            <p:nvPr/>
          </p:nvSpPr>
          <p:spPr>
            <a:xfrm>
              <a:off x="5963848" y="3960666"/>
              <a:ext cx="69782" cy="66095"/>
            </a:xfrm>
            <a:custGeom>
              <a:avLst/>
              <a:gdLst/>
              <a:ahLst/>
              <a:cxnLst/>
              <a:rect l="0" t="0" r="0" b="0"/>
              <a:pathLst>
                <a:path w="69782" h="66095">
                  <a:moveTo>
                    <a:pt x="69782" y="66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5" name="Candidate_receptor__3194">
              <a:extLst>
                <a:ext uri="{FF2B5EF4-FFF2-40B4-BE49-F238E27FC236}">
                  <a16:creationId xmlns:a16="http://schemas.microsoft.com/office/drawing/2014/main" id="{73C7AE59-B089-5321-CA52-C078F47A49D0}"/>
                </a:ext>
              </a:extLst>
            </p:cNvPr>
            <p:cNvSpPr>
              <a:spLocks noGrp="1"/>
            </p:cNvSpPr>
            <p:nvPr/>
          </p:nvSpPr>
          <p:spPr>
            <a:xfrm>
              <a:off x="5781842" y="4184337"/>
              <a:ext cx="34803" cy="109860"/>
            </a:xfrm>
            <a:custGeom>
              <a:avLst/>
              <a:gdLst/>
              <a:ahLst/>
              <a:cxnLst/>
              <a:rect l="0" t="0" r="0" b="0"/>
              <a:pathLst>
                <a:path w="34803" h="109860">
                  <a:moveTo>
                    <a:pt x="34803" y="0"/>
                  </a:moveTo>
                  <a:lnTo>
                    <a:pt x="0" y="10986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6" name="Candidate_receptor__3195">
              <a:extLst>
                <a:ext uri="{FF2B5EF4-FFF2-40B4-BE49-F238E27FC236}">
                  <a16:creationId xmlns:a16="http://schemas.microsoft.com/office/drawing/2014/main" id="{A02F4EE4-D66D-9CBC-B1FB-8557652B1932}"/>
                </a:ext>
              </a:extLst>
            </p:cNvPr>
            <p:cNvSpPr>
              <a:spLocks noGrp="1"/>
            </p:cNvSpPr>
            <p:nvPr/>
          </p:nvSpPr>
          <p:spPr>
            <a:xfrm>
              <a:off x="5868926" y="3620444"/>
              <a:ext cx="86742" cy="34867"/>
            </a:xfrm>
            <a:custGeom>
              <a:avLst/>
              <a:gdLst/>
              <a:ahLst/>
              <a:cxnLst/>
              <a:rect l="0" t="0" r="0" b="0"/>
              <a:pathLst>
                <a:path w="86742" h="34867">
                  <a:moveTo>
                    <a:pt x="86742" y="34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7" name="Candidate_receptor__3196">
              <a:extLst>
                <a:ext uri="{FF2B5EF4-FFF2-40B4-BE49-F238E27FC236}">
                  <a16:creationId xmlns:a16="http://schemas.microsoft.com/office/drawing/2014/main" id="{C3CC0072-26D4-DC13-B5D4-512A8A609AE3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323582"/>
              <a:ext cx="9521" cy="110436"/>
            </a:xfrm>
            <a:custGeom>
              <a:avLst/>
              <a:gdLst/>
              <a:ahLst/>
              <a:cxnLst/>
              <a:rect l="0" t="0" r="0" b="0"/>
              <a:pathLst>
                <a:path w="9521" h="110436">
                  <a:moveTo>
                    <a:pt x="9521" y="0"/>
                  </a:moveTo>
                  <a:lnTo>
                    <a:pt x="0" y="110436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8" name="Candidate_receptor__3197">
              <a:extLst>
                <a:ext uri="{FF2B5EF4-FFF2-40B4-BE49-F238E27FC236}">
                  <a16:creationId xmlns:a16="http://schemas.microsoft.com/office/drawing/2014/main" id="{07CC5353-F63C-E5F9-5B4C-8B119074874C}"/>
                </a:ext>
              </a:extLst>
            </p:cNvPr>
            <p:cNvSpPr>
              <a:spLocks noGrp="1"/>
            </p:cNvSpPr>
            <p:nvPr/>
          </p:nvSpPr>
          <p:spPr>
            <a:xfrm>
              <a:off x="5525074" y="3125625"/>
              <a:ext cx="58395" cy="60763"/>
            </a:xfrm>
            <a:custGeom>
              <a:avLst/>
              <a:gdLst/>
              <a:ahLst/>
              <a:cxnLst/>
              <a:rect l="0" t="0" r="0" b="0"/>
              <a:pathLst>
                <a:path w="58395" h="60763">
                  <a:moveTo>
                    <a:pt x="0" y="0"/>
                  </a:moveTo>
                  <a:lnTo>
                    <a:pt x="58395" y="6076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9" name="Candidate_receptor__3198">
              <a:extLst>
                <a:ext uri="{FF2B5EF4-FFF2-40B4-BE49-F238E27FC236}">
                  <a16:creationId xmlns:a16="http://schemas.microsoft.com/office/drawing/2014/main" id="{9E2A2D41-141E-F2DA-DDBC-E363CA7B6A9E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26761"/>
              <a:ext cx="35062" cy="94566"/>
            </a:xfrm>
            <a:custGeom>
              <a:avLst/>
              <a:gdLst/>
              <a:ahLst/>
              <a:cxnLst/>
              <a:rect l="0" t="0" r="0" b="0"/>
              <a:pathLst>
                <a:path w="35062" h="94566">
                  <a:moveTo>
                    <a:pt x="0" y="94566"/>
                  </a:moveTo>
                  <a:lnTo>
                    <a:pt x="3506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00" name="Candidate_receptor__3199">
              <a:extLst>
                <a:ext uri="{FF2B5EF4-FFF2-40B4-BE49-F238E27FC236}">
                  <a16:creationId xmlns:a16="http://schemas.microsoft.com/office/drawing/2014/main" id="{5846219F-DF96-4076-3CFE-BB770FC1BCD2}"/>
                </a:ext>
              </a:extLst>
            </p:cNvPr>
            <p:cNvSpPr>
              <a:spLocks noGrp="1"/>
            </p:cNvSpPr>
            <p:nvPr/>
          </p:nvSpPr>
          <p:spPr>
            <a:xfrm>
              <a:off x="4589470" y="2894224"/>
              <a:ext cx="100541" cy="56473"/>
            </a:xfrm>
            <a:custGeom>
              <a:avLst/>
              <a:gdLst/>
              <a:ahLst/>
              <a:cxnLst/>
              <a:rect l="0" t="0" r="0" b="0"/>
              <a:pathLst>
                <a:path w="100541" h="56473">
                  <a:moveTo>
                    <a:pt x="0" y="56473"/>
                  </a:moveTo>
                  <a:lnTo>
                    <a:pt x="10054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1" name="Candidate_receptor__3200">
              <a:extLst>
                <a:ext uri="{FF2B5EF4-FFF2-40B4-BE49-F238E27FC236}">
                  <a16:creationId xmlns:a16="http://schemas.microsoft.com/office/drawing/2014/main" id="{0203ACC3-AD57-9238-CBC1-008D46C3451B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45278"/>
              <a:ext cx="78260" cy="24493"/>
            </a:xfrm>
            <a:custGeom>
              <a:avLst/>
              <a:gdLst/>
              <a:ahLst/>
              <a:cxnLst/>
              <a:rect l="0" t="0" r="0" b="0"/>
              <a:pathLst>
                <a:path w="78260" h="24493">
                  <a:moveTo>
                    <a:pt x="78260" y="244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2" name="Candidate_receptor__3201">
              <a:extLst>
                <a:ext uri="{FF2B5EF4-FFF2-40B4-BE49-F238E27FC236}">
                  <a16:creationId xmlns:a16="http://schemas.microsoft.com/office/drawing/2014/main" id="{E7E73683-8D3A-ECA6-79C7-9B63562DD3B9}"/>
                </a:ext>
              </a:extLst>
            </p:cNvPr>
            <p:cNvSpPr>
              <a:spLocks noGrp="1"/>
            </p:cNvSpPr>
            <p:nvPr/>
          </p:nvSpPr>
          <p:spPr>
            <a:xfrm>
              <a:off x="5896040" y="2944876"/>
              <a:ext cx="114261" cy="8306"/>
            </a:xfrm>
            <a:custGeom>
              <a:avLst/>
              <a:gdLst/>
              <a:ahLst/>
              <a:cxnLst/>
              <a:rect l="0" t="0" r="0" b="0"/>
              <a:pathLst>
                <a:path w="114261" h="8306">
                  <a:moveTo>
                    <a:pt x="0" y="8306"/>
                  </a:moveTo>
                  <a:lnTo>
                    <a:pt x="11426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3" name="Candidate_receptor__3202">
              <a:extLst>
                <a:ext uri="{FF2B5EF4-FFF2-40B4-BE49-F238E27FC236}">
                  <a16:creationId xmlns:a16="http://schemas.microsoft.com/office/drawing/2014/main" id="{59CFA1FA-4F90-8E86-796C-BA7FB3E6FB6F}"/>
                </a:ext>
              </a:extLst>
            </p:cNvPr>
            <p:cNvSpPr>
              <a:spLocks noGrp="1"/>
            </p:cNvSpPr>
            <p:nvPr/>
          </p:nvSpPr>
          <p:spPr>
            <a:xfrm>
              <a:off x="6288297" y="3851537"/>
              <a:ext cx="66610" cy="50906"/>
            </a:xfrm>
            <a:custGeom>
              <a:avLst/>
              <a:gdLst/>
              <a:ahLst/>
              <a:cxnLst/>
              <a:rect l="0" t="0" r="0" b="0"/>
              <a:pathLst>
                <a:path w="66610" h="50906">
                  <a:moveTo>
                    <a:pt x="66610" y="509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4" name="Candidate_receptor__3203">
              <a:extLst>
                <a:ext uri="{FF2B5EF4-FFF2-40B4-BE49-F238E27FC236}">
                  <a16:creationId xmlns:a16="http://schemas.microsoft.com/office/drawing/2014/main" id="{D4298862-2A96-CE2C-132D-3378FEA51EFC}"/>
                </a:ext>
              </a:extLst>
            </p:cNvPr>
            <p:cNvSpPr>
              <a:spLocks noGrp="1"/>
            </p:cNvSpPr>
            <p:nvPr/>
          </p:nvSpPr>
          <p:spPr>
            <a:xfrm>
              <a:off x="5676276" y="2423014"/>
              <a:ext cx="4685" cy="107936"/>
            </a:xfrm>
            <a:custGeom>
              <a:avLst/>
              <a:gdLst/>
              <a:ahLst/>
              <a:cxnLst/>
              <a:rect l="0" t="0" r="0" b="0"/>
              <a:pathLst>
                <a:path w="4685" h="107936">
                  <a:moveTo>
                    <a:pt x="0" y="107936"/>
                  </a:moveTo>
                  <a:lnTo>
                    <a:pt x="4685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5" name="Candidate_receptor__3204">
              <a:extLst>
                <a:ext uri="{FF2B5EF4-FFF2-40B4-BE49-F238E27FC236}">
                  <a16:creationId xmlns:a16="http://schemas.microsoft.com/office/drawing/2014/main" id="{42E94696-DE7A-670A-A728-F563C5113B25}"/>
                </a:ext>
              </a:extLst>
            </p:cNvPr>
            <p:cNvSpPr>
              <a:spLocks noGrp="1"/>
            </p:cNvSpPr>
            <p:nvPr/>
          </p:nvSpPr>
          <p:spPr>
            <a:xfrm>
              <a:off x="5579161" y="2386965"/>
              <a:ext cx="101801" cy="36049"/>
            </a:xfrm>
            <a:custGeom>
              <a:avLst/>
              <a:gdLst/>
              <a:ahLst/>
              <a:cxnLst/>
              <a:rect l="0" t="0" r="0" b="0"/>
              <a:pathLst>
                <a:path w="101801" h="36049">
                  <a:moveTo>
                    <a:pt x="101801" y="36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06" name="Candidate_receptor__3205">
              <a:extLst>
                <a:ext uri="{FF2B5EF4-FFF2-40B4-BE49-F238E27FC236}">
                  <a16:creationId xmlns:a16="http://schemas.microsoft.com/office/drawing/2014/main" id="{4364CF2F-B765-3F6E-7D39-9DD0179B87E6}"/>
                </a:ext>
              </a:extLst>
            </p:cNvPr>
            <p:cNvSpPr>
              <a:spLocks noGrp="1"/>
            </p:cNvSpPr>
            <p:nvPr/>
          </p:nvSpPr>
          <p:spPr>
            <a:xfrm>
              <a:off x="4783342" y="4086655"/>
              <a:ext cx="109811" cy="32624"/>
            </a:xfrm>
            <a:custGeom>
              <a:avLst/>
              <a:gdLst/>
              <a:ahLst/>
              <a:cxnLst/>
              <a:rect l="0" t="0" r="0" b="0"/>
              <a:pathLst>
                <a:path w="109811" h="32624">
                  <a:moveTo>
                    <a:pt x="0" y="32624"/>
                  </a:moveTo>
                  <a:lnTo>
                    <a:pt x="10981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7" name="Candidate_receptor__3206">
              <a:extLst>
                <a:ext uri="{FF2B5EF4-FFF2-40B4-BE49-F238E27FC236}">
                  <a16:creationId xmlns:a16="http://schemas.microsoft.com/office/drawing/2014/main" id="{032EB42E-AC7E-AA5A-6D4F-B2D8B926C829}"/>
                </a:ext>
              </a:extLst>
            </p:cNvPr>
            <p:cNvSpPr>
              <a:spLocks noGrp="1"/>
            </p:cNvSpPr>
            <p:nvPr/>
          </p:nvSpPr>
          <p:spPr>
            <a:xfrm>
              <a:off x="5312781" y="1843858"/>
              <a:ext cx="110063" cy="15179"/>
            </a:xfrm>
            <a:custGeom>
              <a:avLst/>
              <a:gdLst/>
              <a:ahLst/>
              <a:cxnLst/>
              <a:rect l="0" t="0" r="0" b="0"/>
              <a:pathLst>
                <a:path w="110063" h="15179">
                  <a:moveTo>
                    <a:pt x="110063" y="1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8" name="Candidate_receptor__3207">
              <a:extLst>
                <a:ext uri="{FF2B5EF4-FFF2-40B4-BE49-F238E27FC236}">
                  <a16:creationId xmlns:a16="http://schemas.microsoft.com/office/drawing/2014/main" id="{A1E2CC5B-E1DC-CE85-22E5-88A2C9A70322}"/>
                </a:ext>
              </a:extLst>
            </p:cNvPr>
            <p:cNvSpPr>
              <a:spLocks noGrp="1"/>
            </p:cNvSpPr>
            <p:nvPr/>
          </p:nvSpPr>
          <p:spPr>
            <a:xfrm>
              <a:off x="5030445" y="2181969"/>
              <a:ext cx="3696" cy="103771"/>
            </a:xfrm>
            <a:custGeom>
              <a:avLst/>
              <a:gdLst/>
              <a:ahLst/>
              <a:cxnLst/>
              <a:rect l="0" t="0" r="0" b="0"/>
              <a:pathLst>
                <a:path w="3696" h="103771">
                  <a:moveTo>
                    <a:pt x="0" y="103771"/>
                  </a:moveTo>
                  <a:lnTo>
                    <a:pt x="3696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9" name="Candidate_receptor__3208">
              <a:extLst>
                <a:ext uri="{FF2B5EF4-FFF2-40B4-BE49-F238E27FC236}">
                  <a16:creationId xmlns:a16="http://schemas.microsoft.com/office/drawing/2014/main" id="{559E1DB4-579F-434D-5B62-F7F68F558083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8245"/>
              <a:ext cx="29826" cy="96830"/>
            </a:xfrm>
            <a:custGeom>
              <a:avLst/>
              <a:gdLst/>
              <a:ahLst/>
              <a:cxnLst/>
              <a:rect l="0" t="0" r="0" b="0"/>
              <a:pathLst>
                <a:path w="29826" h="96830">
                  <a:moveTo>
                    <a:pt x="0" y="0"/>
                  </a:moveTo>
                  <a:lnTo>
                    <a:pt x="29826" y="9683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0" name="Candidate_receptor__3209">
              <a:extLst>
                <a:ext uri="{FF2B5EF4-FFF2-40B4-BE49-F238E27FC236}">
                  <a16:creationId xmlns:a16="http://schemas.microsoft.com/office/drawing/2014/main" id="{BAD2A53B-4CC2-9CF8-70A6-597082A4899B}"/>
                </a:ext>
              </a:extLst>
            </p:cNvPr>
            <p:cNvSpPr>
              <a:spLocks noGrp="1"/>
            </p:cNvSpPr>
            <p:nvPr/>
          </p:nvSpPr>
          <p:spPr>
            <a:xfrm>
              <a:off x="6049170" y="2156693"/>
              <a:ext cx="1108" cy="35522"/>
            </a:xfrm>
            <a:custGeom>
              <a:avLst/>
              <a:gdLst/>
              <a:ahLst/>
              <a:cxnLst/>
              <a:rect l="0" t="0" r="0" b="0"/>
              <a:pathLst>
                <a:path w="1108" h="35522">
                  <a:moveTo>
                    <a:pt x="1108" y="0"/>
                  </a:moveTo>
                  <a:lnTo>
                    <a:pt x="0" y="35522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1" name="Candidate_receptor__3210">
              <a:extLst>
                <a:ext uri="{FF2B5EF4-FFF2-40B4-BE49-F238E27FC236}">
                  <a16:creationId xmlns:a16="http://schemas.microsoft.com/office/drawing/2014/main" id="{7D1E7A70-2462-E90E-5F09-60B3A780A64C}"/>
                </a:ext>
              </a:extLst>
            </p:cNvPr>
            <p:cNvSpPr>
              <a:spLocks noGrp="1"/>
            </p:cNvSpPr>
            <p:nvPr/>
          </p:nvSpPr>
          <p:spPr>
            <a:xfrm>
              <a:off x="5576330" y="3615921"/>
              <a:ext cx="52802" cy="7821"/>
            </a:xfrm>
            <a:custGeom>
              <a:avLst/>
              <a:gdLst/>
              <a:ahLst/>
              <a:cxnLst/>
              <a:rect l="0" t="0" r="0" b="0"/>
              <a:pathLst>
                <a:path w="52802" h="7821">
                  <a:moveTo>
                    <a:pt x="0" y="0"/>
                  </a:moveTo>
                  <a:lnTo>
                    <a:pt x="52802" y="7821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2" name="Candidate_receptor__3211">
              <a:extLst>
                <a:ext uri="{FF2B5EF4-FFF2-40B4-BE49-F238E27FC236}">
                  <a16:creationId xmlns:a16="http://schemas.microsoft.com/office/drawing/2014/main" id="{CB43CC3D-1A72-FEC1-9736-8D49826E7253}"/>
                </a:ext>
              </a:extLst>
            </p:cNvPr>
            <p:cNvSpPr>
              <a:spLocks noGrp="1"/>
            </p:cNvSpPr>
            <p:nvPr/>
          </p:nvSpPr>
          <p:spPr>
            <a:xfrm>
              <a:off x="5866409" y="1733081"/>
              <a:ext cx="35333" cy="91934"/>
            </a:xfrm>
            <a:custGeom>
              <a:avLst/>
              <a:gdLst/>
              <a:ahLst/>
              <a:cxnLst/>
              <a:rect l="0" t="0" r="0" b="0"/>
              <a:pathLst>
                <a:path w="35333" h="91934">
                  <a:moveTo>
                    <a:pt x="0" y="91934"/>
                  </a:moveTo>
                  <a:lnTo>
                    <a:pt x="35333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3" name="Candidate_receptor__3212">
              <a:extLst>
                <a:ext uri="{FF2B5EF4-FFF2-40B4-BE49-F238E27FC236}">
                  <a16:creationId xmlns:a16="http://schemas.microsoft.com/office/drawing/2014/main" id="{E7D9AACA-0B21-FF70-5C3E-7457567F612C}"/>
                </a:ext>
              </a:extLst>
            </p:cNvPr>
            <p:cNvSpPr>
              <a:spLocks noGrp="1"/>
            </p:cNvSpPr>
            <p:nvPr/>
          </p:nvSpPr>
          <p:spPr>
            <a:xfrm>
              <a:off x="5549517" y="3461261"/>
              <a:ext cx="85716" cy="8107"/>
            </a:xfrm>
            <a:custGeom>
              <a:avLst/>
              <a:gdLst/>
              <a:ahLst/>
              <a:cxnLst/>
              <a:rect l="0" t="0" r="0" b="0"/>
              <a:pathLst>
                <a:path w="85716" h="8107">
                  <a:moveTo>
                    <a:pt x="0" y="0"/>
                  </a:moveTo>
                  <a:lnTo>
                    <a:pt x="85716" y="8107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4" name="Candidate_receptor__3213">
              <a:extLst>
                <a:ext uri="{FF2B5EF4-FFF2-40B4-BE49-F238E27FC236}">
                  <a16:creationId xmlns:a16="http://schemas.microsoft.com/office/drawing/2014/main" id="{24C8675A-B334-DB3B-E301-2F9F540A37F9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32628" cy="46825"/>
            </a:xfrm>
            <a:custGeom>
              <a:avLst/>
              <a:gdLst/>
              <a:ahLst/>
              <a:cxnLst/>
              <a:rect l="0" t="0" r="0" b="0"/>
              <a:pathLst>
                <a:path w="32628" h="46825">
                  <a:moveTo>
                    <a:pt x="0" y="0"/>
                  </a:moveTo>
                  <a:lnTo>
                    <a:pt x="32628" y="46825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5" name="Candidate_receptor__3214">
              <a:extLst>
                <a:ext uri="{FF2B5EF4-FFF2-40B4-BE49-F238E27FC236}">
                  <a16:creationId xmlns:a16="http://schemas.microsoft.com/office/drawing/2014/main" id="{30BF2D51-5147-944F-E9B0-74D0920006FB}"/>
                </a:ext>
              </a:extLst>
            </p:cNvPr>
            <p:cNvSpPr>
              <a:spLocks noGrp="1"/>
            </p:cNvSpPr>
            <p:nvPr/>
          </p:nvSpPr>
          <p:spPr>
            <a:xfrm>
              <a:off x="4833848" y="2841432"/>
              <a:ext cx="48503" cy="84775"/>
            </a:xfrm>
            <a:custGeom>
              <a:avLst/>
              <a:gdLst/>
              <a:ahLst/>
              <a:cxnLst/>
              <a:rect l="0" t="0" r="0" b="0"/>
              <a:pathLst>
                <a:path w="48503" h="84775">
                  <a:moveTo>
                    <a:pt x="48503" y="847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6" name="Candidate_receptor__3215">
              <a:extLst>
                <a:ext uri="{FF2B5EF4-FFF2-40B4-BE49-F238E27FC236}">
                  <a16:creationId xmlns:a16="http://schemas.microsoft.com/office/drawing/2014/main" id="{0C393C8C-D722-D77E-F182-AFCEDB943868}"/>
                </a:ext>
              </a:extLst>
            </p:cNvPr>
            <p:cNvSpPr>
              <a:spLocks noGrp="1"/>
            </p:cNvSpPr>
            <p:nvPr/>
          </p:nvSpPr>
          <p:spPr>
            <a:xfrm>
              <a:off x="6129519" y="3330511"/>
              <a:ext cx="30845" cy="94263"/>
            </a:xfrm>
            <a:custGeom>
              <a:avLst/>
              <a:gdLst/>
              <a:ahLst/>
              <a:cxnLst/>
              <a:rect l="0" t="0" r="0" b="0"/>
              <a:pathLst>
                <a:path w="30845" h="94263">
                  <a:moveTo>
                    <a:pt x="30845" y="0"/>
                  </a:moveTo>
                  <a:lnTo>
                    <a:pt x="0" y="94263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3217" name="Candidate_receptor__3216">
              <a:extLst>
                <a:ext uri="{FF2B5EF4-FFF2-40B4-BE49-F238E27FC236}">
                  <a16:creationId xmlns:a16="http://schemas.microsoft.com/office/drawing/2014/main" id="{176DC1AC-B68C-6E1F-DA7C-0AC689633C46}"/>
                </a:ext>
              </a:extLst>
            </p:cNvPr>
            <p:cNvSpPr>
              <a:spLocks noGrp="1"/>
            </p:cNvSpPr>
            <p:nvPr/>
          </p:nvSpPr>
          <p:spPr>
            <a:xfrm>
              <a:off x="5390560" y="3132784"/>
              <a:ext cx="19563" cy="92013"/>
            </a:xfrm>
            <a:custGeom>
              <a:avLst/>
              <a:gdLst/>
              <a:ahLst/>
              <a:cxnLst/>
              <a:rect l="0" t="0" r="0" b="0"/>
              <a:pathLst>
                <a:path w="19563" h="92013">
                  <a:moveTo>
                    <a:pt x="0" y="92013"/>
                  </a:moveTo>
                  <a:lnTo>
                    <a:pt x="19563" y="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3218" name="Candidate_receptor__3217">
              <a:extLst>
                <a:ext uri="{FF2B5EF4-FFF2-40B4-BE49-F238E27FC236}">
                  <a16:creationId xmlns:a16="http://schemas.microsoft.com/office/drawing/2014/main" id="{B24CF43F-284A-1F84-7A37-36668E5C5B5B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09647"/>
              <a:ext cx="28952" cy="75560"/>
            </a:xfrm>
            <a:custGeom>
              <a:avLst/>
              <a:gdLst/>
              <a:ahLst/>
              <a:cxnLst/>
              <a:rect l="0" t="0" r="0" b="0"/>
              <a:pathLst>
                <a:path w="28952" h="75560">
                  <a:moveTo>
                    <a:pt x="28952" y="0"/>
                  </a:moveTo>
                  <a:lnTo>
                    <a:pt x="0" y="7556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3219" name="Candidate_receptor__3218">
              <a:extLst>
                <a:ext uri="{FF2B5EF4-FFF2-40B4-BE49-F238E27FC236}">
                  <a16:creationId xmlns:a16="http://schemas.microsoft.com/office/drawing/2014/main" id="{1C5CE4D1-2EEB-A699-7FD9-C95854AC9070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79961"/>
              <a:ext cx="95225" cy="19876"/>
            </a:xfrm>
            <a:custGeom>
              <a:avLst/>
              <a:gdLst/>
              <a:ahLst/>
              <a:cxnLst/>
              <a:rect l="0" t="0" r="0" b="0"/>
              <a:pathLst>
                <a:path w="95225" h="19876">
                  <a:moveTo>
                    <a:pt x="0" y="19876"/>
                  </a:moveTo>
                  <a:lnTo>
                    <a:pt x="95225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3220" name="Candidate_receptor__3219">
              <a:extLst>
                <a:ext uri="{FF2B5EF4-FFF2-40B4-BE49-F238E27FC236}">
                  <a16:creationId xmlns:a16="http://schemas.microsoft.com/office/drawing/2014/main" id="{589EB536-B87D-F1AF-FB3C-42CF2062EE3B}"/>
                </a:ext>
              </a:extLst>
            </p:cNvPr>
            <p:cNvSpPr>
              <a:spLocks noGrp="1"/>
            </p:cNvSpPr>
            <p:nvPr/>
          </p:nvSpPr>
          <p:spPr>
            <a:xfrm>
              <a:off x="6010300" y="2944876"/>
              <a:ext cx="79996" cy="69521"/>
            </a:xfrm>
            <a:custGeom>
              <a:avLst/>
              <a:gdLst/>
              <a:ahLst/>
              <a:cxnLst/>
              <a:rect l="0" t="0" r="0" b="0"/>
              <a:pathLst>
                <a:path w="79996" h="69521">
                  <a:moveTo>
                    <a:pt x="0" y="0"/>
                  </a:moveTo>
                  <a:lnTo>
                    <a:pt x="79996" y="695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1" name="Candidate_receptor__3220">
              <a:extLst>
                <a:ext uri="{FF2B5EF4-FFF2-40B4-BE49-F238E27FC236}">
                  <a16:creationId xmlns:a16="http://schemas.microsoft.com/office/drawing/2014/main" id="{BEA59AEF-D6FC-F8D0-04AA-AE0B4409DC7B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786042"/>
              <a:ext cx="43991" cy="36091"/>
            </a:xfrm>
            <a:custGeom>
              <a:avLst/>
              <a:gdLst/>
              <a:ahLst/>
              <a:cxnLst/>
              <a:rect l="0" t="0" r="0" b="0"/>
              <a:pathLst>
                <a:path w="43991" h="36091">
                  <a:moveTo>
                    <a:pt x="43991" y="0"/>
                  </a:moveTo>
                  <a:lnTo>
                    <a:pt x="0" y="3609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2" name="Candidate_receptor__3221">
              <a:extLst>
                <a:ext uri="{FF2B5EF4-FFF2-40B4-BE49-F238E27FC236}">
                  <a16:creationId xmlns:a16="http://schemas.microsoft.com/office/drawing/2014/main" id="{E40A5153-87BE-1FDC-F0D7-76C66FAF0C15}"/>
                </a:ext>
              </a:extLst>
            </p:cNvPr>
            <p:cNvSpPr>
              <a:spLocks noGrp="1"/>
            </p:cNvSpPr>
            <p:nvPr/>
          </p:nvSpPr>
          <p:spPr>
            <a:xfrm>
              <a:off x="5073438" y="2752923"/>
              <a:ext cx="47408" cy="18450"/>
            </a:xfrm>
            <a:custGeom>
              <a:avLst/>
              <a:gdLst/>
              <a:ahLst/>
              <a:cxnLst/>
              <a:rect l="0" t="0" r="0" b="0"/>
              <a:pathLst>
                <a:path w="47408" h="18450">
                  <a:moveTo>
                    <a:pt x="47408" y="18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3" name="Candidate_receptor__3222">
              <a:extLst>
                <a:ext uri="{FF2B5EF4-FFF2-40B4-BE49-F238E27FC236}">
                  <a16:creationId xmlns:a16="http://schemas.microsoft.com/office/drawing/2014/main" id="{1DFE95D9-6354-FD3B-F6F7-80239700DC60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123617"/>
              <a:ext cx="49134" cy="58352"/>
            </a:xfrm>
            <a:custGeom>
              <a:avLst/>
              <a:gdLst/>
              <a:ahLst/>
              <a:cxnLst/>
              <a:rect l="0" t="0" r="0" b="0"/>
              <a:pathLst>
                <a:path w="49134" h="58352">
                  <a:moveTo>
                    <a:pt x="49134" y="583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4" name="Candidate_receptor__3223">
              <a:extLst>
                <a:ext uri="{FF2B5EF4-FFF2-40B4-BE49-F238E27FC236}">
                  <a16:creationId xmlns:a16="http://schemas.microsoft.com/office/drawing/2014/main" id="{A9BC9A31-11D7-F028-0E9B-7D0487AC847B}"/>
                </a:ext>
              </a:extLst>
            </p:cNvPr>
            <p:cNvSpPr>
              <a:spLocks noGrp="1"/>
            </p:cNvSpPr>
            <p:nvPr/>
          </p:nvSpPr>
          <p:spPr>
            <a:xfrm>
              <a:off x="4820284" y="3913609"/>
              <a:ext cx="105012" cy="45787"/>
            </a:xfrm>
            <a:custGeom>
              <a:avLst/>
              <a:gdLst/>
              <a:ahLst/>
              <a:cxnLst/>
              <a:rect l="0" t="0" r="0" b="0"/>
              <a:pathLst>
                <a:path w="105012" h="45787">
                  <a:moveTo>
                    <a:pt x="0" y="45787"/>
                  </a:moveTo>
                  <a:lnTo>
                    <a:pt x="1050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5" name="Candidate_receptor__3224">
              <a:extLst>
                <a:ext uri="{FF2B5EF4-FFF2-40B4-BE49-F238E27FC236}">
                  <a16:creationId xmlns:a16="http://schemas.microsoft.com/office/drawing/2014/main" id="{D66F70D6-6410-79BA-34E6-D56CFE30B542}"/>
                </a:ext>
              </a:extLst>
            </p:cNvPr>
            <p:cNvSpPr>
              <a:spLocks noGrp="1"/>
            </p:cNvSpPr>
            <p:nvPr/>
          </p:nvSpPr>
          <p:spPr>
            <a:xfrm>
              <a:off x="5512018" y="2650649"/>
              <a:ext cx="94159" cy="52531"/>
            </a:xfrm>
            <a:custGeom>
              <a:avLst/>
              <a:gdLst/>
              <a:ahLst/>
              <a:cxnLst/>
              <a:rect l="0" t="0" r="0" b="0"/>
              <a:pathLst>
                <a:path w="94159" h="52531">
                  <a:moveTo>
                    <a:pt x="0" y="52531"/>
                  </a:moveTo>
                  <a:lnTo>
                    <a:pt x="9415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6" name="Candidate_receptor__3225">
              <a:extLst>
                <a:ext uri="{FF2B5EF4-FFF2-40B4-BE49-F238E27FC236}">
                  <a16:creationId xmlns:a16="http://schemas.microsoft.com/office/drawing/2014/main" id="{3F65FC61-034B-A295-12CE-4F0724A9F0B2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85208"/>
              <a:ext cx="11617" cy="96578"/>
            </a:xfrm>
            <a:custGeom>
              <a:avLst/>
              <a:gdLst/>
              <a:ahLst/>
              <a:cxnLst/>
              <a:rect l="0" t="0" r="0" b="0"/>
              <a:pathLst>
                <a:path w="11617" h="96578">
                  <a:moveTo>
                    <a:pt x="0" y="0"/>
                  </a:moveTo>
                  <a:lnTo>
                    <a:pt x="11617" y="9657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7" name="Candidate_receptor__3226">
              <a:extLst>
                <a:ext uri="{FF2B5EF4-FFF2-40B4-BE49-F238E27FC236}">
                  <a16:creationId xmlns:a16="http://schemas.microsoft.com/office/drawing/2014/main" id="{F24AD434-C03F-48B7-5175-ACABD2F3B203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139140"/>
              <a:ext cx="19227" cy="113290"/>
            </a:xfrm>
            <a:custGeom>
              <a:avLst/>
              <a:gdLst/>
              <a:ahLst/>
              <a:cxnLst/>
              <a:rect l="0" t="0" r="0" b="0"/>
              <a:pathLst>
                <a:path w="19227" h="113290">
                  <a:moveTo>
                    <a:pt x="0" y="113290"/>
                  </a:moveTo>
                  <a:lnTo>
                    <a:pt x="1922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8" name="Candidate_receptor__3227">
              <a:extLst>
                <a:ext uri="{FF2B5EF4-FFF2-40B4-BE49-F238E27FC236}">
                  <a16:creationId xmlns:a16="http://schemas.microsoft.com/office/drawing/2014/main" id="{7575B606-B490-8C99-ED32-4DB5F3B63728}"/>
                </a:ext>
              </a:extLst>
            </p:cNvPr>
            <p:cNvSpPr>
              <a:spLocks noGrp="1"/>
            </p:cNvSpPr>
            <p:nvPr/>
          </p:nvSpPr>
          <p:spPr>
            <a:xfrm>
              <a:off x="4915859" y="2285740"/>
              <a:ext cx="114586" cy="3658"/>
            </a:xfrm>
            <a:custGeom>
              <a:avLst/>
              <a:gdLst/>
              <a:ahLst/>
              <a:cxnLst/>
              <a:rect l="0" t="0" r="0" b="0"/>
              <a:pathLst>
                <a:path w="114586" h="3658">
                  <a:moveTo>
                    <a:pt x="0" y="3658"/>
                  </a:moveTo>
                  <a:lnTo>
                    <a:pt x="11458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9" name="Candidate_receptor__3228">
              <a:extLst>
                <a:ext uri="{FF2B5EF4-FFF2-40B4-BE49-F238E27FC236}">
                  <a16:creationId xmlns:a16="http://schemas.microsoft.com/office/drawing/2014/main" id="{B3599C65-E957-2577-EA07-29D91FCF2E95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09054"/>
              <a:ext cx="71812" cy="30123"/>
            </a:xfrm>
            <a:custGeom>
              <a:avLst/>
              <a:gdLst/>
              <a:ahLst/>
              <a:cxnLst/>
              <a:rect l="0" t="0" r="0" b="0"/>
              <a:pathLst>
                <a:path w="71812" h="30123">
                  <a:moveTo>
                    <a:pt x="0" y="30123"/>
                  </a:moveTo>
                  <a:lnTo>
                    <a:pt x="718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0" name="Candidate_receptor__3229">
              <a:extLst>
                <a:ext uri="{FF2B5EF4-FFF2-40B4-BE49-F238E27FC236}">
                  <a16:creationId xmlns:a16="http://schemas.microsoft.com/office/drawing/2014/main" id="{01825348-4A28-9C71-4F36-0D4D340B7723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501353"/>
              <a:ext cx="61150" cy="98112"/>
            </a:xfrm>
            <a:custGeom>
              <a:avLst/>
              <a:gdLst/>
              <a:ahLst/>
              <a:cxnLst/>
              <a:rect l="0" t="0" r="0" b="0"/>
              <a:pathLst>
                <a:path w="61150" h="98112">
                  <a:moveTo>
                    <a:pt x="0" y="0"/>
                  </a:moveTo>
                  <a:lnTo>
                    <a:pt x="61150" y="9811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1" name="Candidate_receptor__3230">
              <a:extLst>
                <a:ext uri="{FF2B5EF4-FFF2-40B4-BE49-F238E27FC236}">
                  <a16:creationId xmlns:a16="http://schemas.microsoft.com/office/drawing/2014/main" id="{1643C171-7E2D-1F7E-03A5-8ADCA77970B2}"/>
                </a:ext>
              </a:extLst>
            </p:cNvPr>
            <p:cNvSpPr>
              <a:spLocks noGrp="1"/>
            </p:cNvSpPr>
            <p:nvPr/>
          </p:nvSpPr>
          <p:spPr>
            <a:xfrm>
              <a:off x="4995363" y="2855075"/>
              <a:ext cx="41135" cy="41869"/>
            </a:xfrm>
            <a:custGeom>
              <a:avLst/>
              <a:gdLst/>
              <a:ahLst/>
              <a:cxnLst/>
              <a:rect l="0" t="0" r="0" b="0"/>
              <a:pathLst>
                <a:path w="41135" h="41869">
                  <a:moveTo>
                    <a:pt x="0" y="0"/>
                  </a:moveTo>
                  <a:lnTo>
                    <a:pt x="41135" y="4186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2" name="Candidate_receptor__3231">
              <a:extLst>
                <a:ext uri="{FF2B5EF4-FFF2-40B4-BE49-F238E27FC236}">
                  <a16:creationId xmlns:a16="http://schemas.microsoft.com/office/drawing/2014/main" id="{B06FEFD4-ED55-9195-A4E7-5BAF26E1DA2E}"/>
                </a:ext>
              </a:extLst>
            </p:cNvPr>
            <p:cNvSpPr>
              <a:spLocks noGrp="1"/>
            </p:cNvSpPr>
            <p:nvPr/>
          </p:nvSpPr>
          <p:spPr>
            <a:xfrm>
              <a:off x="5523193" y="2352513"/>
              <a:ext cx="55968" cy="34452"/>
            </a:xfrm>
            <a:custGeom>
              <a:avLst/>
              <a:gdLst/>
              <a:ahLst/>
              <a:cxnLst/>
              <a:rect l="0" t="0" r="0" b="0"/>
              <a:pathLst>
                <a:path w="55968" h="34452">
                  <a:moveTo>
                    <a:pt x="55968" y="344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3" name="Candidate_receptor__3232">
              <a:extLst>
                <a:ext uri="{FF2B5EF4-FFF2-40B4-BE49-F238E27FC236}">
                  <a16:creationId xmlns:a16="http://schemas.microsoft.com/office/drawing/2014/main" id="{069DF191-B72A-563E-1DB9-FAF44AD455FD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41615"/>
              <a:ext cx="93493" cy="33973"/>
            </a:xfrm>
            <a:custGeom>
              <a:avLst/>
              <a:gdLst/>
              <a:ahLst/>
              <a:cxnLst/>
              <a:rect l="0" t="0" r="0" b="0"/>
              <a:pathLst>
                <a:path w="93493" h="33973">
                  <a:moveTo>
                    <a:pt x="0" y="33973"/>
                  </a:moveTo>
                  <a:lnTo>
                    <a:pt x="9349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4" name="Candidate_receptor__3233">
              <a:extLst>
                <a:ext uri="{FF2B5EF4-FFF2-40B4-BE49-F238E27FC236}">
                  <a16:creationId xmlns:a16="http://schemas.microsoft.com/office/drawing/2014/main" id="{6832C3F4-F89F-3267-7D6C-D05975A1C4CE}"/>
                </a:ext>
              </a:extLst>
            </p:cNvPr>
            <p:cNvSpPr>
              <a:spLocks noGrp="1"/>
            </p:cNvSpPr>
            <p:nvPr/>
          </p:nvSpPr>
          <p:spPr>
            <a:xfrm>
              <a:off x="5103423" y="3711386"/>
              <a:ext cx="87290" cy="52024"/>
            </a:xfrm>
            <a:custGeom>
              <a:avLst/>
              <a:gdLst/>
              <a:ahLst/>
              <a:cxnLst/>
              <a:rect l="0" t="0" r="0" b="0"/>
              <a:pathLst>
                <a:path w="87290" h="52024">
                  <a:moveTo>
                    <a:pt x="87290" y="0"/>
                  </a:moveTo>
                  <a:lnTo>
                    <a:pt x="0" y="5202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5" name="Candidate_receptor__3234">
              <a:extLst>
                <a:ext uri="{FF2B5EF4-FFF2-40B4-BE49-F238E27FC236}">
                  <a16:creationId xmlns:a16="http://schemas.microsoft.com/office/drawing/2014/main" id="{1F4DA0B5-E93B-511F-AA65-6CC43080E3DC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106862"/>
              <a:ext cx="103119" cy="11938"/>
            </a:xfrm>
            <a:custGeom>
              <a:avLst/>
              <a:gdLst/>
              <a:ahLst/>
              <a:cxnLst/>
              <a:rect l="0" t="0" r="0" b="0"/>
              <a:pathLst>
                <a:path w="103119" h="11938">
                  <a:moveTo>
                    <a:pt x="0" y="0"/>
                  </a:moveTo>
                  <a:lnTo>
                    <a:pt x="103119" y="1193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36" name="Candidate_receptor__3235">
              <a:extLst>
                <a:ext uri="{FF2B5EF4-FFF2-40B4-BE49-F238E27FC236}">
                  <a16:creationId xmlns:a16="http://schemas.microsoft.com/office/drawing/2014/main" id="{F107635F-DD41-7A80-9793-48F2B1F884AA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434018"/>
              <a:ext cx="4117" cy="38807"/>
            </a:xfrm>
            <a:custGeom>
              <a:avLst/>
              <a:gdLst/>
              <a:ahLst/>
              <a:cxnLst/>
              <a:rect l="0" t="0" r="0" b="0"/>
              <a:pathLst>
                <a:path w="4117" h="38807">
                  <a:moveTo>
                    <a:pt x="0" y="0"/>
                  </a:moveTo>
                  <a:lnTo>
                    <a:pt x="4117" y="3880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7" name="Candidate_receptor__3236">
              <a:extLst>
                <a:ext uri="{FF2B5EF4-FFF2-40B4-BE49-F238E27FC236}">
                  <a16:creationId xmlns:a16="http://schemas.microsoft.com/office/drawing/2014/main" id="{A760C85D-F283-734B-9437-8E0FF5564F95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53428"/>
              <a:ext cx="108291" cy="10082"/>
            </a:xfrm>
            <a:custGeom>
              <a:avLst/>
              <a:gdLst/>
              <a:ahLst/>
              <a:cxnLst/>
              <a:rect l="0" t="0" r="0" b="0"/>
              <a:pathLst>
                <a:path w="108291" h="10082">
                  <a:moveTo>
                    <a:pt x="108291" y="0"/>
                  </a:moveTo>
                  <a:lnTo>
                    <a:pt x="0" y="100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8" name="Candidate_receptor__3237">
              <a:extLst>
                <a:ext uri="{FF2B5EF4-FFF2-40B4-BE49-F238E27FC236}">
                  <a16:creationId xmlns:a16="http://schemas.microsoft.com/office/drawing/2014/main" id="{EE4FA3A3-5C99-E792-3EA5-41F494903281}"/>
                </a:ext>
              </a:extLst>
            </p:cNvPr>
            <p:cNvSpPr>
              <a:spLocks noGrp="1"/>
            </p:cNvSpPr>
            <p:nvPr/>
          </p:nvSpPr>
          <p:spPr>
            <a:xfrm>
              <a:off x="5084383" y="2030870"/>
              <a:ext cx="11557" cy="40010"/>
            </a:xfrm>
            <a:custGeom>
              <a:avLst/>
              <a:gdLst/>
              <a:ahLst/>
              <a:cxnLst/>
              <a:rect l="0" t="0" r="0" b="0"/>
              <a:pathLst>
                <a:path w="11557" h="40010">
                  <a:moveTo>
                    <a:pt x="0" y="40010"/>
                  </a:moveTo>
                  <a:lnTo>
                    <a:pt x="1155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39" name="Candidate_receptor__3238">
              <a:extLst>
                <a:ext uri="{FF2B5EF4-FFF2-40B4-BE49-F238E27FC236}">
                  <a16:creationId xmlns:a16="http://schemas.microsoft.com/office/drawing/2014/main" id="{0D909D08-334C-123B-0D62-C7AFFB8BC40C}"/>
                </a:ext>
              </a:extLst>
            </p:cNvPr>
            <p:cNvSpPr>
              <a:spLocks noGrp="1"/>
            </p:cNvSpPr>
            <p:nvPr/>
          </p:nvSpPr>
          <p:spPr>
            <a:xfrm>
              <a:off x="5029870" y="3159116"/>
              <a:ext cx="20835" cy="81131"/>
            </a:xfrm>
            <a:custGeom>
              <a:avLst/>
              <a:gdLst/>
              <a:ahLst/>
              <a:cxnLst/>
              <a:rect l="0" t="0" r="0" b="0"/>
              <a:pathLst>
                <a:path w="20835" h="81131">
                  <a:moveTo>
                    <a:pt x="0" y="0"/>
                  </a:moveTo>
                  <a:lnTo>
                    <a:pt x="20835" y="8113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0" name="Candidate_receptor__3239">
              <a:extLst>
                <a:ext uri="{FF2B5EF4-FFF2-40B4-BE49-F238E27FC236}">
                  <a16:creationId xmlns:a16="http://schemas.microsoft.com/office/drawing/2014/main" id="{7EE90F3C-1AB8-0469-628E-47830049FB85}"/>
                </a:ext>
              </a:extLst>
            </p:cNvPr>
            <p:cNvSpPr>
              <a:spLocks noGrp="1"/>
            </p:cNvSpPr>
            <p:nvPr/>
          </p:nvSpPr>
          <p:spPr>
            <a:xfrm>
              <a:off x="6090296" y="3014398"/>
              <a:ext cx="33381" cy="109603"/>
            </a:xfrm>
            <a:custGeom>
              <a:avLst/>
              <a:gdLst/>
              <a:ahLst/>
              <a:cxnLst/>
              <a:rect l="0" t="0" r="0" b="0"/>
              <a:pathLst>
                <a:path w="33381" h="109603">
                  <a:moveTo>
                    <a:pt x="0" y="0"/>
                  </a:moveTo>
                  <a:lnTo>
                    <a:pt x="33381" y="109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1" name="Candidate_receptor__3240">
              <a:extLst>
                <a:ext uri="{FF2B5EF4-FFF2-40B4-BE49-F238E27FC236}">
                  <a16:creationId xmlns:a16="http://schemas.microsoft.com/office/drawing/2014/main" id="{3A58C7F3-038F-65C9-B9FB-BE7664F59D8E}"/>
                </a:ext>
              </a:extLst>
            </p:cNvPr>
            <p:cNvSpPr>
              <a:spLocks noGrp="1"/>
            </p:cNvSpPr>
            <p:nvPr/>
          </p:nvSpPr>
          <p:spPr>
            <a:xfrm>
              <a:off x="5793611" y="1694170"/>
              <a:ext cx="108131" cy="38910"/>
            </a:xfrm>
            <a:custGeom>
              <a:avLst/>
              <a:gdLst/>
              <a:ahLst/>
              <a:cxnLst/>
              <a:rect l="0" t="0" r="0" b="0"/>
              <a:pathLst>
                <a:path w="108131" h="38910">
                  <a:moveTo>
                    <a:pt x="108131" y="38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2" name="Candidate_receptor__3241">
              <a:extLst>
                <a:ext uri="{FF2B5EF4-FFF2-40B4-BE49-F238E27FC236}">
                  <a16:creationId xmlns:a16="http://schemas.microsoft.com/office/drawing/2014/main" id="{96382FBC-EB7C-30E5-ECAA-09EBD6C69F8E}"/>
                </a:ext>
              </a:extLst>
            </p:cNvPr>
            <p:cNvSpPr>
              <a:spLocks noGrp="1"/>
            </p:cNvSpPr>
            <p:nvPr/>
          </p:nvSpPr>
          <p:spPr>
            <a:xfrm>
              <a:off x="5577229" y="2062341"/>
              <a:ext cx="39073" cy="107430"/>
            </a:xfrm>
            <a:custGeom>
              <a:avLst/>
              <a:gdLst/>
              <a:ahLst/>
              <a:cxnLst/>
              <a:rect l="0" t="0" r="0" b="0"/>
              <a:pathLst>
                <a:path w="39073" h="107430">
                  <a:moveTo>
                    <a:pt x="39073" y="0"/>
                  </a:moveTo>
                  <a:lnTo>
                    <a:pt x="0" y="10743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3" name="Candidate_receptor__3242">
              <a:extLst>
                <a:ext uri="{FF2B5EF4-FFF2-40B4-BE49-F238E27FC236}">
                  <a16:creationId xmlns:a16="http://schemas.microsoft.com/office/drawing/2014/main" id="{CC0D07D7-D415-8F32-9B85-D3548E919958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4024923"/>
              <a:ext cx="32870" cy="3182"/>
            </a:xfrm>
            <a:custGeom>
              <a:avLst/>
              <a:gdLst/>
              <a:ahLst/>
              <a:cxnLst/>
              <a:rect l="0" t="0" r="0" b="0"/>
              <a:pathLst>
                <a:path w="32870" h="3182">
                  <a:moveTo>
                    <a:pt x="0" y="0"/>
                  </a:moveTo>
                  <a:lnTo>
                    <a:pt x="32870" y="31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4" name="Candidate_receptor__3243">
              <a:extLst>
                <a:ext uri="{FF2B5EF4-FFF2-40B4-BE49-F238E27FC236}">
                  <a16:creationId xmlns:a16="http://schemas.microsoft.com/office/drawing/2014/main" id="{780BB298-47EE-F705-7EE4-7E20FE0585BD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124000"/>
              <a:ext cx="82761" cy="79206"/>
            </a:xfrm>
            <a:custGeom>
              <a:avLst/>
              <a:gdLst/>
              <a:ahLst/>
              <a:cxnLst/>
              <a:rect l="0" t="0" r="0" b="0"/>
              <a:pathLst>
                <a:path w="82761" h="79206">
                  <a:moveTo>
                    <a:pt x="82761" y="0"/>
                  </a:moveTo>
                  <a:lnTo>
                    <a:pt x="0" y="792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5" name="Candidate_receptor__3244">
              <a:extLst>
                <a:ext uri="{FF2B5EF4-FFF2-40B4-BE49-F238E27FC236}">
                  <a16:creationId xmlns:a16="http://schemas.microsoft.com/office/drawing/2014/main" id="{4C7151FF-9697-E482-11CD-B42931D77BA4}"/>
                </a:ext>
              </a:extLst>
            </p:cNvPr>
            <p:cNvSpPr>
              <a:spLocks noGrp="1"/>
            </p:cNvSpPr>
            <p:nvPr/>
          </p:nvSpPr>
          <p:spPr>
            <a:xfrm>
              <a:off x="5410122" y="3125625"/>
              <a:ext cx="114951" cy="7158"/>
            </a:xfrm>
            <a:custGeom>
              <a:avLst/>
              <a:gdLst/>
              <a:ahLst/>
              <a:cxnLst/>
              <a:rect l="0" t="0" r="0" b="0"/>
              <a:pathLst>
                <a:path w="114951" h="7158">
                  <a:moveTo>
                    <a:pt x="0" y="7158"/>
                  </a:moveTo>
                  <a:lnTo>
                    <a:pt x="11495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6" name="Candidate_receptor__3245">
              <a:extLst>
                <a:ext uri="{FF2B5EF4-FFF2-40B4-BE49-F238E27FC236}">
                  <a16:creationId xmlns:a16="http://schemas.microsoft.com/office/drawing/2014/main" id="{A78B1783-A569-4E4F-1F19-D7427E5D3ADE}"/>
                </a:ext>
              </a:extLst>
            </p:cNvPr>
            <p:cNvSpPr>
              <a:spLocks noGrp="1"/>
            </p:cNvSpPr>
            <p:nvPr/>
          </p:nvSpPr>
          <p:spPr>
            <a:xfrm>
              <a:off x="6303310" y="3902443"/>
              <a:ext cx="51597" cy="103443"/>
            </a:xfrm>
            <a:custGeom>
              <a:avLst/>
              <a:gdLst/>
              <a:ahLst/>
              <a:cxnLst/>
              <a:rect l="0" t="0" r="0" b="0"/>
              <a:pathLst>
                <a:path w="51597" h="103443">
                  <a:moveTo>
                    <a:pt x="0" y="103443"/>
                  </a:moveTo>
                  <a:lnTo>
                    <a:pt x="5159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7" name="Candidate_receptor__3246">
              <a:extLst>
                <a:ext uri="{FF2B5EF4-FFF2-40B4-BE49-F238E27FC236}">
                  <a16:creationId xmlns:a16="http://schemas.microsoft.com/office/drawing/2014/main" id="{152B2976-211D-9D2B-7BBD-7F3BF43966A8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840284"/>
              <a:ext cx="33742" cy="3574"/>
            </a:xfrm>
            <a:custGeom>
              <a:avLst/>
              <a:gdLst/>
              <a:ahLst/>
              <a:cxnLst/>
              <a:rect l="0" t="0" r="0" b="0"/>
              <a:pathLst>
                <a:path w="33742" h="3574">
                  <a:moveTo>
                    <a:pt x="33742" y="35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8" name="Candidate_receptor__3247">
              <a:extLst>
                <a:ext uri="{FF2B5EF4-FFF2-40B4-BE49-F238E27FC236}">
                  <a16:creationId xmlns:a16="http://schemas.microsoft.com/office/drawing/2014/main" id="{1AE091AB-FE66-D5ED-E6F3-1952F7DF5079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35868" cy="25325"/>
            </a:xfrm>
            <a:custGeom>
              <a:avLst/>
              <a:gdLst/>
              <a:ahLst/>
              <a:cxnLst/>
              <a:rect l="0" t="0" r="0" b="0"/>
              <a:pathLst>
                <a:path w="35868" h="25325">
                  <a:moveTo>
                    <a:pt x="35868" y="25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9" name="Candidate_receptor__3248">
              <a:extLst>
                <a:ext uri="{FF2B5EF4-FFF2-40B4-BE49-F238E27FC236}">
                  <a16:creationId xmlns:a16="http://schemas.microsoft.com/office/drawing/2014/main" id="{4C2442EA-795B-9BB9-1B39-009301E4E24E}"/>
                </a:ext>
              </a:extLst>
            </p:cNvPr>
            <p:cNvSpPr>
              <a:spLocks noGrp="1"/>
            </p:cNvSpPr>
            <p:nvPr/>
          </p:nvSpPr>
          <p:spPr>
            <a:xfrm>
              <a:off x="4862291" y="2289398"/>
              <a:ext cx="53568" cy="90516"/>
            </a:xfrm>
            <a:custGeom>
              <a:avLst/>
              <a:gdLst/>
              <a:ahLst/>
              <a:cxnLst/>
              <a:rect l="0" t="0" r="0" b="0"/>
              <a:pathLst>
                <a:path w="53568" h="90516">
                  <a:moveTo>
                    <a:pt x="0" y="90516"/>
                  </a:moveTo>
                  <a:lnTo>
                    <a:pt x="5356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0" name="Candidate_receptor__3249">
              <a:extLst>
                <a:ext uri="{FF2B5EF4-FFF2-40B4-BE49-F238E27FC236}">
                  <a16:creationId xmlns:a16="http://schemas.microsoft.com/office/drawing/2014/main" id="{E494548A-2BCC-A42B-D39D-44FC9E7B0598}"/>
                </a:ext>
              </a:extLst>
            </p:cNvPr>
            <p:cNvSpPr>
              <a:spLocks noGrp="1"/>
            </p:cNvSpPr>
            <p:nvPr/>
          </p:nvSpPr>
          <p:spPr>
            <a:xfrm>
              <a:off x="5431114" y="2323582"/>
              <a:ext cx="92079" cy="28932"/>
            </a:xfrm>
            <a:custGeom>
              <a:avLst/>
              <a:gdLst/>
              <a:ahLst/>
              <a:cxnLst/>
              <a:rect l="0" t="0" r="0" b="0"/>
              <a:pathLst>
                <a:path w="92079" h="28932">
                  <a:moveTo>
                    <a:pt x="92079" y="28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1" name="Candidate_receptor__3250">
              <a:extLst>
                <a:ext uri="{FF2B5EF4-FFF2-40B4-BE49-F238E27FC236}">
                  <a16:creationId xmlns:a16="http://schemas.microsoft.com/office/drawing/2014/main" id="{4847DAD5-895D-0FC8-34C5-CF7440318D17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620444"/>
              <a:ext cx="19394" cy="107809"/>
            </a:xfrm>
            <a:custGeom>
              <a:avLst/>
              <a:gdLst/>
              <a:ahLst/>
              <a:cxnLst/>
              <a:rect l="0" t="0" r="0" b="0"/>
              <a:pathLst>
                <a:path w="19394" h="107809">
                  <a:moveTo>
                    <a:pt x="19394" y="0"/>
                  </a:moveTo>
                  <a:lnTo>
                    <a:pt x="0" y="10780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2" name="Candidate_receptor__3251">
              <a:extLst>
                <a:ext uri="{FF2B5EF4-FFF2-40B4-BE49-F238E27FC236}">
                  <a16:creationId xmlns:a16="http://schemas.microsoft.com/office/drawing/2014/main" id="{7FACFCDA-9A52-7123-250A-BF9FD65C96C5}"/>
                </a:ext>
              </a:extLst>
            </p:cNvPr>
            <p:cNvSpPr>
              <a:spLocks noGrp="1"/>
            </p:cNvSpPr>
            <p:nvPr/>
          </p:nvSpPr>
          <p:spPr>
            <a:xfrm>
              <a:off x="4754577" y="2379914"/>
              <a:ext cx="107714" cy="4389"/>
            </a:xfrm>
            <a:custGeom>
              <a:avLst/>
              <a:gdLst/>
              <a:ahLst/>
              <a:cxnLst/>
              <a:rect l="0" t="0" r="0" b="0"/>
              <a:pathLst>
                <a:path w="107714" h="4389">
                  <a:moveTo>
                    <a:pt x="0" y="4389"/>
                  </a:moveTo>
                  <a:lnTo>
                    <a:pt x="10771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3" name="Candidate_receptor__3252">
              <a:extLst>
                <a:ext uri="{FF2B5EF4-FFF2-40B4-BE49-F238E27FC236}">
                  <a16:creationId xmlns:a16="http://schemas.microsoft.com/office/drawing/2014/main" id="{A6BE1111-E305-B528-E4C8-CAF7CADA2A67}"/>
                </a:ext>
              </a:extLst>
            </p:cNvPr>
            <p:cNvSpPr>
              <a:spLocks noGrp="1"/>
            </p:cNvSpPr>
            <p:nvPr/>
          </p:nvSpPr>
          <p:spPr>
            <a:xfrm>
              <a:off x="5526252" y="3274726"/>
              <a:ext cx="40748" cy="52615"/>
            </a:xfrm>
            <a:custGeom>
              <a:avLst/>
              <a:gdLst/>
              <a:ahLst/>
              <a:cxnLst/>
              <a:rect l="0" t="0" r="0" b="0"/>
              <a:pathLst>
                <a:path w="40748" h="52615">
                  <a:moveTo>
                    <a:pt x="0" y="0"/>
                  </a:moveTo>
                  <a:lnTo>
                    <a:pt x="40748" y="5261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4" name="Candidate_receptor__3253">
              <a:extLst>
                <a:ext uri="{FF2B5EF4-FFF2-40B4-BE49-F238E27FC236}">
                  <a16:creationId xmlns:a16="http://schemas.microsoft.com/office/drawing/2014/main" id="{7C877E4E-ACA3-5C13-0E29-60B55A59251D}"/>
                </a:ext>
              </a:extLst>
            </p:cNvPr>
            <p:cNvSpPr>
              <a:spLocks noGrp="1"/>
            </p:cNvSpPr>
            <p:nvPr/>
          </p:nvSpPr>
          <p:spPr>
            <a:xfrm>
              <a:off x="4729565" y="4116460"/>
              <a:ext cx="53777" cy="2820"/>
            </a:xfrm>
            <a:custGeom>
              <a:avLst/>
              <a:gdLst/>
              <a:ahLst/>
              <a:cxnLst/>
              <a:rect l="0" t="0" r="0" b="0"/>
              <a:pathLst>
                <a:path w="53777" h="2820">
                  <a:moveTo>
                    <a:pt x="0" y="0"/>
                  </a:moveTo>
                  <a:lnTo>
                    <a:pt x="53777" y="28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55" name="Candidate_receptor__3254">
              <a:extLst>
                <a:ext uri="{FF2B5EF4-FFF2-40B4-BE49-F238E27FC236}">
                  <a16:creationId xmlns:a16="http://schemas.microsoft.com/office/drawing/2014/main" id="{BB6C13EE-843A-09BD-3040-5FC948761E95}"/>
                </a:ext>
              </a:extLst>
            </p:cNvPr>
            <p:cNvSpPr>
              <a:spLocks noGrp="1"/>
            </p:cNvSpPr>
            <p:nvPr/>
          </p:nvSpPr>
          <p:spPr>
            <a:xfrm>
              <a:off x="4787995" y="3782187"/>
              <a:ext cx="101831" cy="27793"/>
            </a:xfrm>
            <a:custGeom>
              <a:avLst/>
              <a:gdLst/>
              <a:ahLst/>
              <a:cxnLst/>
              <a:rect l="0" t="0" r="0" b="0"/>
              <a:pathLst>
                <a:path w="101831" h="27793">
                  <a:moveTo>
                    <a:pt x="0" y="27793"/>
                  </a:moveTo>
                  <a:lnTo>
                    <a:pt x="10183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6" name="Candidate_receptor__3255">
              <a:extLst>
                <a:ext uri="{FF2B5EF4-FFF2-40B4-BE49-F238E27FC236}">
                  <a16:creationId xmlns:a16="http://schemas.microsoft.com/office/drawing/2014/main" id="{724E19F7-DD09-4DF5-D937-81D2DA88C391}"/>
                </a:ext>
              </a:extLst>
            </p:cNvPr>
            <p:cNvSpPr>
              <a:spLocks noGrp="1"/>
            </p:cNvSpPr>
            <p:nvPr/>
          </p:nvSpPr>
          <p:spPr>
            <a:xfrm>
              <a:off x="4931096" y="3139140"/>
              <a:ext cx="98774" cy="19976"/>
            </a:xfrm>
            <a:custGeom>
              <a:avLst/>
              <a:gdLst/>
              <a:ahLst/>
              <a:cxnLst/>
              <a:rect l="0" t="0" r="0" b="0"/>
              <a:pathLst>
                <a:path w="98774" h="19976">
                  <a:moveTo>
                    <a:pt x="0" y="0"/>
                  </a:moveTo>
                  <a:lnTo>
                    <a:pt x="98774" y="199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7" name="Candidate_receptor__3256">
              <a:extLst>
                <a:ext uri="{FF2B5EF4-FFF2-40B4-BE49-F238E27FC236}">
                  <a16:creationId xmlns:a16="http://schemas.microsoft.com/office/drawing/2014/main" id="{0A919103-8B87-B866-883B-00F4590B48BD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859037"/>
              <a:ext cx="25363" cy="97083"/>
            </a:xfrm>
            <a:custGeom>
              <a:avLst/>
              <a:gdLst/>
              <a:ahLst/>
              <a:cxnLst/>
              <a:rect l="0" t="0" r="0" b="0"/>
              <a:pathLst>
                <a:path w="25363" h="97083">
                  <a:moveTo>
                    <a:pt x="0" y="97083"/>
                  </a:moveTo>
                  <a:lnTo>
                    <a:pt x="2536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58" name="Candidate_receptor__3257">
              <a:extLst>
                <a:ext uri="{FF2B5EF4-FFF2-40B4-BE49-F238E27FC236}">
                  <a16:creationId xmlns:a16="http://schemas.microsoft.com/office/drawing/2014/main" id="{F6CE21D5-F1C3-FB9F-7273-EEC7B76C9016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725137"/>
              <a:ext cx="110543" cy="30867"/>
            </a:xfrm>
            <a:custGeom>
              <a:avLst/>
              <a:gdLst/>
              <a:ahLst/>
              <a:cxnLst/>
              <a:rect l="0" t="0" r="0" b="0"/>
              <a:pathLst>
                <a:path w="110543" h="30867">
                  <a:moveTo>
                    <a:pt x="110543" y="30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9" name="Candidate_receptor__3258">
              <a:extLst>
                <a:ext uri="{FF2B5EF4-FFF2-40B4-BE49-F238E27FC236}">
                  <a16:creationId xmlns:a16="http://schemas.microsoft.com/office/drawing/2014/main" id="{D4C41CE8-321F-3630-32E1-820ED5A88980}"/>
                </a:ext>
              </a:extLst>
            </p:cNvPr>
            <p:cNvSpPr>
              <a:spLocks noGrp="1"/>
            </p:cNvSpPr>
            <p:nvPr/>
          </p:nvSpPr>
          <p:spPr>
            <a:xfrm>
              <a:off x="5616301" y="2037055"/>
              <a:ext cx="109528" cy="25286"/>
            </a:xfrm>
            <a:custGeom>
              <a:avLst/>
              <a:gdLst/>
              <a:ahLst/>
              <a:cxnLst/>
              <a:rect l="0" t="0" r="0" b="0"/>
              <a:pathLst>
                <a:path w="109528" h="25286">
                  <a:moveTo>
                    <a:pt x="109528" y="0"/>
                  </a:moveTo>
                  <a:lnTo>
                    <a:pt x="0" y="252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0" name="Candidate_receptor__3259">
              <a:extLst>
                <a:ext uri="{FF2B5EF4-FFF2-40B4-BE49-F238E27FC236}">
                  <a16:creationId xmlns:a16="http://schemas.microsoft.com/office/drawing/2014/main" id="{F0B64202-3027-3162-1E23-5BA3DA7840AC}"/>
                </a:ext>
              </a:extLst>
            </p:cNvPr>
            <p:cNvSpPr>
              <a:spLocks noGrp="1"/>
            </p:cNvSpPr>
            <p:nvPr/>
          </p:nvSpPr>
          <p:spPr>
            <a:xfrm>
              <a:off x="4549115" y="2950697"/>
              <a:ext cx="40354" cy="40854"/>
            </a:xfrm>
            <a:custGeom>
              <a:avLst/>
              <a:gdLst/>
              <a:ahLst/>
              <a:cxnLst/>
              <a:rect l="0" t="0" r="0" b="0"/>
              <a:pathLst>
                <a:path w="40354" h="40854">
                  <a:moveTo>
                    <a:pt x="0" y="40854"/>
                  </a:moveTo>
                  <a:lnTo>
                    <a:pt x="4035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1" name="Candidate_receptor__3260">
              <a:extLst>
                <a:ext uri="{FF2B5EF4-FFF2-40B4-BE49-F238E27FC236}">
                  <a16:creationId xmlns:a16="http://schemas.microsoft.com/office/drawing/2014/main" id="{D5FD8379-A450-DBBF-5818-C731C71941E1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2923"/>
              <a:ext cx="107901" cy="5323"/>
            </a:xfrm>
            <a:custGeom>
              <a:avLst/>
              <a:gdLst/>
              <a:ahLst/>
              <a:cxnLst/>
              <a:rect l="0" t="0" r="0" b="0"/>
              <a:pathLst>
                <a:path w="107901" h="5323">
                  <a:moveTo>
                    <a:pt x="107901" y="0"/>
                  </a:moveTo>
                  <a:lnTo>
                    <a:pt x="0" y="532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2" name="Candidate_receptor__3261">
              <a:extLst>
                <a:ext uri="{FF2B5EF4-FFF2-40B4-BE49-F238E27FC236}">
                  <a16:creationId xmlns:a16="http://schemas.microsoft.com/office/drawing/2014/main" id="{E01B2E93-AE45-09A8-7F83-90FD9399A749}"/>
                </a:ext>
              </a:extLst>
            </p:cNvPr>
            <p:cNvSpPr>
              <a:spLocks noGrp="1"/>
            </p:cNvSpPr>
            <p:nvPr/>
          </p:nvSpPr>
          <p:spPr>
            <a:xfrm>
              <a:off x="4685189" y="2384303"/>
              <a:ext cx="69388" cy="76351"/>
            </a:xfrm>
            <a:custGeom>
              <a:avLst/>
              <a:gdLst/>
              <a:ahLst/>
              <a:cxnLst/>
              <a:rect l="0" t="0" r="0" b="0"/>
              <a:pathLst>
                <a:path w="69388" h="76351">
                  <a:moveTo>
                    <a:pt x="0" y="76351"/>
                  </a:moveTo>
                  <a:lnTo>
                    <a:pt x="6938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3" name="Candidate_receptor__3262">
              <a:extLst>
                <a:ext uri="{FF2B5EF4-FFF2-40B4-BE49-F238E27FC236}">
                  <a16:creationId xmlns:a16="http://schemas.microsoft.com/office/drawing/2014/main" id="{42F2F904-0E19-EB62-E113-B5EFF4182F22}"/>
                </a:ext>
              </a:extLst>
            </p:cNvPr>
            <p:cNvSpPr>
              <a:spLocks noGrp="1"/>
            </p:cNvSpPr>
            <p:nvPr/>
          </p:nvSpPr>
          <p:spPr>
            <a:xfrm>
              <a:off x="4584690" y="2460655"/>
              <a:ext cx="100499" cy="26262"/>
            </a:xfrm>
            <a:custGeom>
              <a:avLst/>
              <a:gdLst/>
              <a:ahLst/>
              <a:cxnLst/>
              <a:rect l="0" t="0" r="0" b="0"/>
              <a:pathLst>
                <a:path w="100499" h="26262">
                  <a:moveTo>
                    <a:pt x="0" y="26262"/>
                  </a:moveTo>
                  <a:lnTo>
                    <a:pt x="10049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4" name="Candidate_receptor__3263">
              <a:extLst>
                <a:ext uri="{FF2B5EF4-FFF2-40B4-BE49-F238E27FC236}">
                  <a16:creationId xmlns:a16="http://schemas.microsoft.com/office/drawing/2014/main" id="{B70E18FF-538F-4F47-5ED0-5FFF7365D706}"/>
                </a:ext>
              </a:extLst>
            </p:cNvPr>
            <p:cNvSpPr>
              <a:spLocks noGrp="1"/>
            </p:cNvSpPr>
            <p:nvPr/>
          </p:nvSpPr>
          <p:spPr>
            <a:xfrm>
              <a:off x="5606177" y="2604347"/>
              <a:ext cx="23789" cy="46301"/>
            </a:xfrm>
            <a:custGeom>
              <a:avLst/>
              <a:gdLst/>
              <a:ahLst/>
              <a:cxnLst/>
              <a:rect l="0" t="0" r="0" b="0"/>
              <a:pathLst>
                <a:path w="23789" h="46301">
                  <a:moveTo>
                    <a:pt x="0" y="46301"/>
                  </a:moveTo>
                  <a:lnTo>
                    <a:pt x="237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5" name="Candidate_receptor__3264">
              <a:extLst>
                <a:ext uri="{FF2B5EF4-FFF2-40B4-BE49-F238E27FC236}">
                  <a16:creationId xmlns:a16="http://schemas.microsoft.com/office/drawing/2014/main" id="{DF1F72C1-6E65-981F-BEC9-EAA142E509F7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615921"/>
              <a:ext cx="37953" cy="109216"/>
            </a:xfrm>
            <a:custGeom>
              <a:avLst/>
              <a:gdLst/>
              <a:ahLst/>
              <a:cxnLst/>
              <a:rect l="0" t="0" r="0" b="0"/>
              <a:pathLst>
                <a:path w="37953" h="109216">
                  <a:moveTo>
                    <a:pt x="0" y="109216"/>
                  </a:moveTo>
                  <a:lnTo>
                    <a:pt x="3795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6" name="Candidate_receptor__3265">
              <a:extLst>
                <a:ext uri="{FF2B5EF4-FFF2-40B4-BE49-F238E27FC236}">
                  <a16:creationId xmlns:a16="http://schemas.microsoft.com/office/drawing/2014/main" id="{B22D6932-E166-A28E-6447-E4D6AA40B266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415837"/>
              <a:ext cx="5139" cy="112186"/>
            </a:xfrm>
            <a:custGeom>
              <a:avLst/>
              <a:gdLst/>
              <a:ahLst/>
              <a:cxnLst/>
              <a:rect l="0" t="0" r="0" b="0"/>
              <a:pathLst>
                <a:path w="5139" h="112186">
                  <a:moveTo>
                    <a:pt x="0" y="0"/>
                  </a:moveTo>
                  <a:lnTo>
                    <a:pt x="5139" y="1121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7" name="Candidate_receptor__3266">
              <a:extLst>
                <a:ext uri="{FF2B5EF4-FFF2-40B4-BE49-F238E27FC236}">
                  <a16:creationId xmlns:a16="http://schemas.microsoft.com/office/drawing/2014/main" id="{55E28F6C-6835-FF96-3476-7E660D9CD945}"/>
                </a:ext>
              </a:extLst>
            </p:cNvPr>
            <p:cNvSpPr>
              <a:spLocks noGrp="1"/>
            </p:cNvSpPr>
            <p:nvPr/>
          </p:nvSpPr>
          <p:spPr>
            <a:xfrm>
              <a:off x="4497389" y="2486916"/>
              <a:ext cx="87301" cy="16272"/>
            </a:xfrm>
            <a:custGeom>
              <a:avLst/>
              <a:gdLst/>
              <a:ahLst/>
              <a:cxnLst/>
              <a:rect l="0" t="0" r="0" b="0"/>
              <a:pathLst>
                <a:path w="87301" h="16272">
                  <a:moveTo>
                    <a:pt x="0" y="16272"/>
                  </a:moveTo>
                  <a:lnTo>
                    <a:pt x="873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8" name="Candidate_receptor__3267">
              <a:extLst>
                <a:ext uri="{FF2B5EF4-FFF2-40B4-BE49-F238E27FC236}">
                  <a16:creationId xmlns:a16="http://schemas.microsoft.com/office/drawing/2014/main" id="{2FBF5C24-352D-82F2-0170-9235991F8C74}"/>
                </a:ext>
              </a:extLst>
            </p:cNvPr>
            <p:cNvSpPr>
              <a:spLocks noGrp="1"/>
            </p:cNvSpPr>
            <p:nvPr/>
          </p:nvSpPr>
          <p:spPr>
            <a:xfrm>
              <a:off x="6036513" y="3379363"/>
              <a:ext cx="93006" cy="45411"/>
            </a:xfrm>
            <a:custGeom>
              <a:avLst/>
              <a:gdLst/>
              <a:ahLst/>
              <a:cxnLst/>
              <a:rect l="0" t="0" r="0" b="0"/>
              <a:pathLst>
                <a:path w="93006" h="45411">
                  <a:moveTo>
                    <a:pt x="93006" y="45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9" name="Candidate_receptor__3268">
              <a:extLst>
                <a:ext uri="{FF2B5EF4-FFF2-40B4-BE49-F238E27FC236}">
                  <a16:creationId xmlns:a16="http://schemas.microsoft.com/office/drawing/2014/main" id="{F35DC683-B043-F7A4-70F6-A345468164E7}"/>
                </a:ext>
              </a:extLst>
            </p:cNvPr>
            <p:cNvSpPr>
              <a:spLocks noGrp="1"/>
            </p:cNvSpPr>
            <p:nvPr/>
          </p:nvSpPr>
          <p:spPr>
            <a:xfrm>
              <a:off x="4925296" y="3913609"/>
              <a:ext cx="56923" cy="11049"/>
            </a:xfrm>
            <a:custGeom>
              <a:avLst/>
              <a:gdLst/>
              <a:ahLst/>
              <a:cxnLst/>
              <a:rect l="0" t="0" r="0" b="0"/>
              <a:pathLst>
                <a:path w="56923" h="11049">
                  <a:moveTo>
                    <a:pt x="0" y="0"/>
                  </a:moveTo>
                  <a:lnTo>
                    <a:pt x="56923" y="1104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0" name="Candidate_receptor__3269">
              <a:extLst>
                <a:ext uri="{FF2B5EF4-FFF2-40B4-BE49-F238E27FC236}">
                  <a16:creationId xmlns:a16="http://schemas.microsoft.com/office/drawing/2014/main" id="{42437ADC-EA6C-A38F-6747-6DB1E9D65033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74825" cy="55714"/>
            </a:xfrm>
            <a:custGeom>
              <a:avLst/>
              <a:gdLst/>
              <a:ahLst/>
              <a:cxnLst/>
              <a:rect l="0" t="0" r="0" b="0"/>
              <a:pathLst>
                <a:path w="74825" h="55714">
                  <a:moveTo>
                    <a:pt x="0" y="0"/>
                  </a:moveTo>
                  <a:lnTo>
                    <a:pt x="74825" y="5571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1" name="Candidate_receptor__3270">
              <a:extLst>
                <a:ext uri="{FF2B5EF4-FFF2-40B4-BE49-F238E27FC236}">
                  <a16:creationId xmlns:a16="http://schemas.microsoft.com/office/drawing/2014/main" id="{7BF25E1A-FC77-E3F6-7052-E241C434DB3B}"/>
                </a:ext>
              </a:extLst>
            </p:cNvPr>
            <p:cNvSpPr>
              <a:spLocks noGrp="1"/>
            </p:cNvSpPr>
            <p:nvPr/>
          </p:nvSpPr>
          <p:spPr>
            <a:xfrm>
              <a:off x="4031115" y="2599465"/>
              <a:ext cx="62488" cy="44601"/>
            </a:xfrm>
            <a:custGeom>
              <a:avLst/>
              <a:gdLst/>
              <a:ahLst/>
              <a:cxnLst/>
              <a:rect l="0" t="0" r="0" b="0"/>
              <a:pathLst>
                <a:path w="62488" h="44601">
                  <a:moveTo>
                    <a:pt x="62488" y="0"/>
                  </a:moveTo>
                  <a:lnTo>
                    <a:pt x="0" y="4460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2" name="Candidate_receptor__3271">
              <a:extLst>
                <a:ext uri="{FF2B5EF4-FFF2-40B4-BE49-F238E27FC236}">
                  <a16:creationId xmlns:a16="http://schemas.microsoft.com/office/drawing/2014/main" id="{250E0E7A-A012-F56C-0C79-50B4FB8EA3E9}"/>
                </a:ext>
              </a:extLst>
            </p:cNvPr>
            <p:cNvSpPr>
              <a:spLocks noGrp="1"/>
            </p:cNvSpPr>
            <p:nvPr/>
          </p:nvSpPr>
          <p:spPr>
            <a:xfrm>
              <a:off x="3868077" y="3019298"/>
              <a:ext cx="14230" cy="82096"/>
            </a:xfrm>
            <a:custGeom>
              <a:avLst/>
              <a:gdLst/>
              <a:ahLst/>
              <a:cxnLst/>
              <a:rect l="0" t="0" r="0" b="0"/>
              <a:pathLst>
                <a:path w="14230" h="82096">
                  <a:moveTo>
                    <a:pt x="14230" y="0"/>
                  </a:moveTo>
                  <a:lnTo>
                    <a:pt x="0" y="8209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3" name="Candidate_receptor__3272">
              <a:extLst>
                <a:ext uri="{FF2B5EF4-FFF2-40B4-BE49-F238E27FC236}">
                  <a16:creationId xmlns:a16="http://schemas.microsoft.com/office/drawing/2014/main" id="{CA45640E-BDFD-6794-A6AE-BAC96D79A032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89418"/>
              <a:ext cx="16876" cy="112433"/>
            </a:xfrm>
            <a:custGeom>
              <a:avLst/>
              <a:gdLst/>
              <a:ahLst/>
              <a:cxnLst/>
              <a:rect l="0" t="0" r="0" b="0"/>
              <a:pathLst>
                <a:path w="16876" h="112433">
                  <a:moveTo>
                    <a:pt x="0" y="0"/>
                  </a:moveTo>
                  <a:lnTo>
                    <a:pt x="16876" y="11243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4" name="Candidate_receptor__3273">
              <a:extLst>
                <a:ext uri="{FF2B5EF4-FFF2-40B4-BE49-F238E27FC236}">
                  <a16:creationId xmlns:a16="http://schemas.microsoft.com/office/drawing/2014/main" id="{E0C02463-DB0B-580C-41E3-C52C26404DB2}"/>
                </a:ext>
              </a:extLst>
            </p:cNvPr>
            <p:cNvSpPr>
              <a:spLocks noGrp="1"/>
            </p:cNvSpPr>
            <p:nvPr/>
          </p:nvSpPr>
          <p:spPr>
            <a:xfrm>
              <a:off x="5126040" y="3619399"/>
              <a:ext cx="64673" cy="91987"/>
            </a:xfrm>
            <a:custGeom>
              <a:avLst/>
              <a:gdLst/>
              <a:ahLst/>
              <a:cxnLst/>
              <a:rect l="0" t="0" r="0" b="0"/>
              <a:pathLst>
                <a:path w="64673" h="91987">
                  <a:moveTo>
                    <a:pt x="0" y="0"/>
                  </a:moveTo>
                  <a:lnTo>
                    <a:pt x="64673" y="919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5" name="Candidate_receptor__3274">
              <a:extLst>
                <a:ext uri="{FF2B5EF4-FFF2-40B4-BE49-F238E27FC236}">
                  <a16:creationId xmlns:a16="http://schemas.microsoft.com/office/drawing/2014/main" id="{EDFE37A3-0255-CEB1-9B86-788BFECF88B3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99836"/>
              <a:ext cx="38858" cy="94638"/>
            </a:xfrm>
            <a:custGeom>
              <a:avLst/>
              <a:gdLst/>
              <a:ahLst/>
              <a:cxnLst/>
              <a:rect l="0" t="0" r="0" b="0"/>
              <a:pathLst>
                <a:path w="38858" h="94638">
                  <a:moveTo>
                    <a:pt x="38858" y="946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6" name="Candidate_receptor__3275">
              <a:extLst>
                <a:ext uri="{FF2B5EF4-FFF2-40B4-BE49-F238E27FC236}">
                  <a16:creationId xmlns:a16="http://schemas.microsoft.com/office/drawing/2014/main" id="{1B12FA24-9F36-22E2-99B6-0505889F0472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9188" cy="77636"/>
            </a:xfrm>
            <a:custGeom>
              <a:avLst/>
              <a:gdLst/>
              <a:ahLst/>
              <a:cxnLst/>
              <a:rect l="0" t="0" r="0" b="0"/>
              <a:pathLst>
                <a:path w="9188" h="77636">
                  <a:moveTo>
                    <a:pt x="0" y="0"/>
                  </a:moveTo>
                  <a:lnTo>
                    <a:pt x="9188" y="7763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7" name="Candidate_receptor__3276">
              <a:extLst>
                <a:ext uri="{FF2B5EF4-FFF2-40B4-BE49-F238E27FC236}">
                  <a16:creationId xmlns:a16="http://schemas.microsoft.com/office/drawing/2014/main" id="{D487EDA3-8B8A-CAF2-43C7-79A85A349499}"/>
                </a:ext>
              </a:extLst>
            </p:cNvPr>
            <p:cNvSpPr>
              <a:spLocks noGrp="1"/>
            </p:cNvSpPr>
            <p:nvPr/>
          </p:nvSpPr>
          <p:spPr>
            <a:xfrm>
              <a:off x="5483220" y="2703179"/>
              <a:ext cx="28798" cy="92986"/>
            </a:xfrm>
            <a:custGeom>
              <a:avLst/>
              <a:gdLst/>
              <a:ahLst/>
              <a:cxnLst/>
              <a:rect l="0" t="0" r="0" b="0"/>
              <a:pathLst>
                <a:path w="28798" h="92986">
                  <a:moveTo>
                    <a:pt x="0" y="92986"/>
                  </a:moveTo>
                  <a:lnTo>
                    <a:pt x="28798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8" name="Candidate_receptor__3277">
              <a:extLst>
                <a:ext uri="{FF2B5EF4-FFF2-40B4-BE49-F238E27FC236}">
                  <a16:creationId xmlns:a16="http://schemas.microsoft.com/office/drawing/2014/main" id="{4E602DC9-3DE6-CABB-C46A-8E2F19414AD3}"/>
                </a:ext>
              </a:extLst>
            </p:cNvPr>
            <p:cNvSpPr>
              <a:spLocks noGrp="1"/>
            </p:cNvSpPr>
            <p:nvPr/>
          </p:nvSpPr>
          <p:spPr>
            <a:xfrm>
              <a:off x="4369410" y="3557942"/>
              <a:ext cx="73889" cy="1255"/>
            </a:xfrm>
            <a:custGeom>
              <a:avLst/>
              <a:gdLst/>
              <a:ahLst/>
              <a:cxnLst/>
              <a:rect l="0" t="0" r="0" b="0"/>
              <a:pathLst>
                <a:path w="73889" h="1255">
                  <a:moveTo>
                    <a:pt x="0" y="1255"/>
                  </a:moveTo>
                  <a:lnTo>
                    <a:pt x="738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9" name="Candidate_receptor__3278">
              <a:extLst>
                <a:ext uri="{FF2B5EF4-FFF2-40B4-BE49-F238E27FC236}">
                  <a16:creationId xmlns:a16="http://schemas.microsoft.com/office/drawing/2014/main" id="{338FD4B0-5FE3-1BF3-24FB-3FB2CFA9080C}"/>
                </a:ext>
              </a:extLst>
            </p:cNvPr>
            <p:cNvSpPr>
              <a:spLocks noGrp="1"/>
            </p:cNvSpPr>
            <p:nvPr/>
          </p:nvSpPr>
          <p:spPr>
            <a:xfrm>
              <a:off x="4571793" y="3355090"/>
              <a:ext cx="67685" cy="38787"/>
            </a:xfrm>
            <a:custGeom>
              <a:avLst/>
              <a:gdLst/>
              <a:ahLst/>
              <a:cxnLst/>
              <a:rect l="0" t="0" r="0" b="0"/>
              <a:pathLst>
                <a:path w="67685" h="38787">
                  <a:moveTo>
                    <a:pt x="67685" y="0"/>
                  </a:moveTo>
                  <a:lnTo>
                    <a:pt x="0" y="3878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0" name="Candidate_receptor__3279">
              <a:extLst>
                <a:ext uri="{FF2B5EF4-FFF2-40B4-BE49-F238E27FC236}">
                  <a16:creationId xmlns:a16="http://schemas.microsoft.com/office/drawing/2014/main" id="{B4238EB5-3142-2276-3EDE-61FDDD075336}"/>
                </a:ext>
              </a:extLst>
            </p:cNvPr>
            <p:cNvSpPr>
              <a:spLocks noGrp="1"/>
            </p:cNvSpPr>
            <p:nvPr/>
          </p:nvSpPr>
          <p:spPr>
            <a:xfrm>
              <a:off x="5958757" y="2235455"/>
              <a:ext cx="24407" cy="80198"/>
            </a:xfrm>
            <a:custGeom>
              <a:avLst/>
              <a:gdLst/>
              <a:ahLst/>
              <a:cxnLst/>
              <a:rect l="0" t="0" r="0" b="0"/>
              <a:pathLst>
                <a:path w="24407" h="80198">
                  <a:moveTo>
                    <a:pt x="0" y="80198"/>
                  </a:moveTo>
                  <a:lnTo>
                    <a:pt x="2440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1" name="Candidate_receptor__3280">
              <a:extLst>
                <a:ext uri="{FF2B5EF4-FFF2-40B4-BE49-F238E27FC236}">
                  <a16:creationId xmlns:a16="http://schemas.microsoft.com/office/drawing/2014/main" id="{429BAC92-6B85-48E4-E5C8-03617B471879}"/>
                </a:ext>
              </a:extLst>
            </p:cNvPr>
            <p:cNvSpPr>
              <a:spLocks noGrp="1"/>
            </p:cNvSpPr>
            <p:nvPr/>
          </p:nvSpPr>
          <p:spPr>
            <a:xfrm>
              <a:off x="5952366" y="2315653"/>
              <a:ext cx="6392" cy="82056"/>
            </a:xfrm>
            <a:custGeom>
              <a:avLst/>
              <a:gdLst/>
              <a:ahLst/>
              <a:cxnLst/>
              <a:rect l="0" t="0" r="0" b="0"/>
              <a:pathLst>
                <a:path w="6392" h="82056">
                  <a:moveTo>
                    <a:pt x="0" y="82056"/>
                  </a:moveTo>
                  <a:lnTo>
                    <a:pt x="639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2" name="Candidate_receptor__3281">
              <a:extLst>
                <a:ext uri="{FF2B5EF4-FFF2-40B4-BE49-F238E27FC236}">
                  <a16:creationId xmlns:a16="http://schemas.microsoft.com/office/drawing/2014/main" id="{8D1B993E-8132-6E21-9AE9-1964D2E8660E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070880"/>
              <a:ext cx="99377" cy="52737"/>
            </a:xfrm>
            <a:custGeom>
              <a:avLst/>
              <a:gdLst/>
              <a:ahLst/>
              <a:cxnLst/>
              <a:rect l="0" t="0" r="0" b="0"/>
              <a:pathLst>
                <a:path w="99377" h="52737">
                  <a:moveTo>
                    <a:pt x="0" y="52737"/>
                  </a:moveTo>
                  <a:lnTo>
                    <a:pt x="993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3" name="Candidate_receptor__3282">
              <a:extLst>
                <a:ext uri="{FF2B5EF4-FFF2-40B4-BE49-F238E27FC236}">
                  <a16:creationId xmlns:a16="http://schemas.microsoft.com/office/drawing/2014/main" id="{B0186949-509C-A6A1-6A9E-82023FD2C000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728254"/>
              <a:ext cx="110848" cy="6506"/>
            </a:xfrm>
            <a:custGeom>
              <a:avLst/>
              <a:gdLst/>
              <a:ahLst/>
              <a:cxnLst/>
              <a:rect l="0" t="0" r="0" b="0"/>
              <a:pathLst>
                <a:path w="110848" h="6506">
                  <a:moveTo>
                    <a:pt x="0" y="0"/>
                  </a:moveTo>
                  <a:lnTo>
                    <a:pt x="110848" y="65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4" name="Candidate_receptor__3283">
              <a:extLst>
                <a:ext uri="{FF2B5EF4-FFF2-40B4-BE49-F238E27FC236}">
                  <a16:creationId xmlns:a16="http://schemas.microsoft.com/office/drawing/2014/main" id="{3881A835-8933-4427-5B2C-F2E5D887F487}"/>
                </a:ext>
              </a:extLst>
            </p:cNvPr>
            <p:cNvSpPr>
              <a:spLocks noGrp="1"/>
            </p:cNvSpPr>
            <p:nvPr/>
          </p:nvSpPr>
          <p:spPr>
            <a:xfrm>
              <a:off x="5725829" y="1929793"/>
              <a:ext cx="14364" cy="107262"/>
            </a:xfrm>
            <a:custGeom>
              <a:avLst/>
              <a:gdLst/>
              <a:ahLst/>
              <a:cxnLst/>
              <a:rect l="0" t="0" r="0" b="0"/>
              <a:pathLst>
                <a:path w="14364" h="107262">
                  <a:moveTo>
                    <a:pt x="14364" y="0"/>
                  </a:moveTo>
                  <a:lnTo>
                    <a:pt x="0" y="1072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5" name="Candidate_receptor__3284">
              <a:extLst>
                <a:ext uri="{FF2B5EF4-FFF2-40B4-BE49-F238E27FC236}">
                  <a16:creationId xmlns:a16="http://schemas.microsoft.com/office/drawing/2014/main" id="{B76840BE-9BFD-50B1-7181-056D2CEAEE8E}"/>
                </a:ext>
              </a:extLst>
            </p:cNvPr>
            <p:cNvSpPr>
              <a:spLocks noGrp="1"/>
            </p:cNvSpPr>
            <p:nvPr/>
          </p:nvSpPr>
          <p:spPr>
            <a:xfrm>
              <a:off x="4526978" y="4183614"/>
              <a:ext cx="110176" cy="5690"/>
            </a:xfrm>
            <a:custGeom>
              <a:avLst/>
              <a:gdLst/>
              <a:ahLst/>
              <a:cxnLst/>
              <a:rect l="0" t="0" r="0" b="0"/>
              <a:pathLst>
                <a:path w="110176" h="5690">
                  <a:moveTo>
                    <a:pt x="0" y="5690"/>
                  </a:moveTo>
                  <a:lnTo>
                    <a:pt x="11017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6" name="Candidate_receptor__3285">
              <a:extLst>
                <a:ext uri="{FF2B5EF4-FFF2-40B4-BE49-F238E27FC236}">
                  <a16:creationId xmlns:a16="http://schemas.microsoft.com/office/drawing/2014/main" id="{CAED344D-95D4-B9DD-71D2-438594856D25}"/>
                </a:ext>
              </a:extLst>
            </p:cNvPr>
            <p:cNvSpPr>
              <a:spLocks noGrp="1"/>
            </p:cNvSpPr>
            <p:nvPr/>
          </p:nvSpPr>
          <p:spPr>
            <a:xfrm>
              <a:off x="4882350" y="2871452"/>
              <a:ext cx="53939" cy="54754"/>
            </a:xfrm>
            <a:custGeom>
              <a:avLst/>
              <a:gdLst/>
              <a:ahLst/>
              <a:cxnLst/>
              <a:rect l="0" t="0" r="0" b="0"/>
              <a:pathLst>
                <a:path w="53939" h="54754">
                  <a:moveTo>
                    <a:pt x="53939" y="0"/>
                  </a:moveTo>
                  <a:lnTo>
                    <a:pt x="0" y="5475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7" name="Candidate_receptor__3286">
              <a:extLst>
                <a:ext uri="{FF2B5EF4-FFF2-40B4-BE49-F238E27FC236}">
                  <a16:creationId xmlns:a16="http://schemas.microsoft.com/office/drawing/2014/main" id="{40D8140D-C34A-BCFD-E435-4916AC042369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252429"/>
              <a:ext cx="19372" cy="506"/>
            </a:xfrm>
            <a:custGeom>
              <a:avLst/>
              <a:gdLst/>
              <a:ahLst/>
              <a:cxnLst/>
              <a:rect l="0" t="0" r="0" b="0"/>
              <a:pathLst>
                <a:path w="19372" h="506">
                  <a:moveTo>
                    <a:pt x="19372" y="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8" name="Candidate_receptor__3287">
              <a:extLst>
                <a:ext uri="{FF2B5EF4-FFF2-40B4-BE49-F238E27FC236}">
                  <a16:creationId xmlns:a16="http://schemas.microsoft.com/office/drawing/2014/main" id="{0967486F-0395-4F56-B400-BD0F5715E482}"/>
                </a:ext>
              </a:extLst>
            </p:cNvPr>
            <p:cNvSpPr>
              <a:spLocks noGrp="1"/>
            </p:cNvSpPr>
            <p:nvPr/>
          </p:nvSpPr>
          <p:spPr>
            <a:xfrm>
              <a:off x="5788279" y="3909100"/>
              <a:ext cx="111562" cy="3634"/>
            </a:xfrm>
            <a:custGeom>
              <a:avLst/>
              <a:gdLst/>
              <a:ahLst/>
              <a:cxnLst/>
              <a:rect l="0" t="0" r="0" b="0"/>
              <a:pathLst>
                <a:path w="111562" h="3634">
                  <a:moveTo>
                    <a:pt x="111562" y="3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9" name="Candidate_receptor__3288">
              <a:extLst>
                <a:ext uri="{FF2B5EF4-FFF2-40B4-BE49-F238E27FC236}">
                  <a16:creationId xmlns:a16="http://schemas.microsoft.com/office/drawing/2014/main" id="{3D5AE4F2-3DE3-50F1-45D4-D8AD776BB0EB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495815"/>
              <a:ext cx="17745" cy="5537"/>
            </a:xfrm>
            <a:custGeom>
              <a:avLst/>
              <a:gdLst/>
              <a:ahLst/>
              <a:cxnLst/>
              <a:rect l="0" t="0" r="0" b="0"/>
              <a:pathLst>
                <a:path w="17745" h="5537">
                  <a:moveTo>
                    <a:pt x="17745" y="0"/>
                  </a:moveTo>
                  <a:lnTo>
                    <a:pt x="0" y="553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0" name="Candidate_receptor__3289">
              <a:extLst>
                <a:ext uri="{FF2B5EF4-FFF2-40B4-BE49-F238E27FC236}">
                  <a16:creationId xmlns:a16="http://schemas.microsoft.com/office/drawing/2014/main" id="{607C8634-20E2-9F00-9088-25B496670DCD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97386" cy="34176"/>
            </a:xfrm>
            <a:custGeom>
              <a:avLst/>
              <a:gdLst/>
              <a:ahLst/>
              <a:cxnLst/>
              <a:rect l="0" t="0" r="0" b="0"/>
              <a:pathLst>
                <a:path w="97386" h="34176">
                  <a:moveTo>
                    <a:pt x="97386" y="34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1" name="Candidate_receptor__3290">
              <a:extLst>
                <a:ext uri="{FF2B5EF4-FFF2-40B4-BE49-F238E27FC236}">
                  <a16:creationId xmlns:a16="http://schemas.microsoft.com/office/drawing/2014/main" id="{54FF4EF2-FB23-27DA-8232-90A4B25C412B}"/>
                </a:ext>
              </a:extLst>
            </p:cNvPr>
            <p:cNvSpPr>
              <a:spLocks noGrp="1"/>
            </p:cNvSpPr>
            <p:nvPr/>
          </p:nvSpPr>
          <p:spPr>
            <a:xfrm>
              <a:off x="4703869" y="2942536"/>
              <a:ext cx="74682" cy="76721"/>
            </a:xfrm>
            <a:custGeom>
              <a:avLst/>
              <a:gdLst/>
              <a:ahLst/>
              <a:cxnLst/>
              <a:rect l="0" t="0" r="0" b="0"/>
              <a:pathLst>
                <a:path w="74682" h="76721">
                  <a:moveTo>
                    <a:pt x="74682" y="0"/>
                  </a:moveTo>
                  <a:lnTo>
                    <a:pt x="0" y="767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2" name="Candidate_receptor__3291">
              <a:extLst>
                <a:ext uri="{FF2B5EF4-FFF2-40B4-BE49-F238E27FC236}">
                  <a16:creationId xmlns:a16="http://schemas.microsoft.com/office/drawing/2014/main" id="{95361CD8-8A4D-BDE8-0A65-266DA52261E3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394632"/>
              <a:ext cx="68769" cy="21204"/>
            </a:xfrm>
            <a:custGeom>
              <a:avLst/>
              <a:gdLst/>
              <a:ahLst/>
              <a:cxnLst/>
              <a:rect l="0" t="0" r="0" b="0"/>
              <a:pathLst>
                <a:path w="68769" h="21204">
                  <a:moveTo>
                    <a:pt x="68769" y="0"/>
                  </a:moveTo>
                  <a:lnTo>
                    <a:pt x="0" y="212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3" name="Candidate_receptor__3292">
              <a:extLst>
                <a:ext uri="{FF2B5EF4-FFF2-40B4-BE49-F238E27FC236}">
                  <a16:creationId xmlns:a16="http://schemas.microsoft.com/office/drawing/2014/main" id="{125C993C-C6D6-BF51-C444-4BEAD1FBC62C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60703"/>
              <a:ext cx="34922" cy="98357"/>
            </a:xfrm>
            <a:custGeom>
              <a:avLst/>
              <a:gdLst/>
              <a:ahLst/>
              <a:cxnLst/>
              <a:rect l="0" t="0" r="0" b="0"/>
              <a:pathLst>
                <a:path w="34922" h="98357">
                  <a:moveTo>
                    <a:pt x="0" y="0"/>
                  </a:moveTo>
                  <a:lnTo>
                    <a:pt x="34922" y="9835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4" name="Candidate_receptor__3293">
              <a:extLst>
                <a:ext uri="{FF2B5EF4-FFF2-40B4-BE49-F238E27FC236}">
                  <a16:creationId xmlns:a16="http://schemas.microsoft.com/office/drawing/2014/main" id="{7C959FE4-5E81-2F83-A167-E61B19716E39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05321"/>
              <a:ext cx="88092" cy="55382"/>
            </a:xfrm>
            <a:custGeom>
              <a:avLst/>
              <a:gdLst/>
              <a:ahLst/>
              <a:cxnLst/>
              <a:rect l="0" t="0" r="0" b="0"/>
              <a:pathLst>
                <a:path w="88092" h="55382">
                  <a:moveTo>
                    <a:pt x="88092" y="0"/>
                  </a:moveTo>
                  <a:lnTo>
                    <a:pt x="0" y="55382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5" name="Candidate_receptor__3294">
              <a:extLst>
                <a:ext uri="{FF2B5EF4-FFF2-40B4-BE49-F238E27FC236}">
                  <a16:creationId xmlns:a16="http://schemas.microsoft.com/office/drawing/2014/main" id="{2C164613-1C0E-B8BD-2F6E-282DCDFF60DB}"/>
                </a:ext>
              </a:extLst>
            </p:cNvPr>
            <p:cNvSpPr>
              <a:spLocks noGrp="1"/>
            </p:cNvSpPr>
            <p:nvPr/>
          </p:nvSpPr>
          <p:spPr>
            <a:xfrm>
              <a:off x="4438652" y="2348458"/>
              <a:ext cx="106994" cy="10602"/>
            </a:xfrm>
            <a:custGeom>
              <a:avLst/>
              <a:gdLst/>
              <a:ahLst/>
              <a:cxnLst/>
              <a:rect l="0" t="0" r="0" b="0"/>
              <a:pathLst>
                <a:path w="106994" h="10602">
                  <a:moveTo>
                    <a:pt x="0" y="10602"/>
                  </a:moveTo>
                  <a:lnTo>
                    <a:pt x="1069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6" name="Candidate_receptor__3295">
              <a:extLst>
                <a:ext uri="{FF2B5EF4-FFF2-40B4-BE49-F238E27FC236}">
                  <a16:creationId xmlns:a16="http://schemas.microsoft.com/office/drawing/2014/main" id="{19D5025A-6364-D962-37A9-3D292C94A748}"/>
                </a:ext>
              </a:extLst>
            </p:cNvPr>
            <p:cNvSpPr>
              <a:spLocks noGrp="1"/>
            </p:cNvSpPr>
            <p:nvPr/>
          </p:nvSpPr>
          <p:spPr>
            <a:xfrm>
              <a:off x="6050278" y="2155784"/>
              <a:ext cx="94923" cy="909"/>
            </a:xfrm>
            <a:custGeom>
              <a:avLst/>
              <a:gdLst/>
              <a:ahLst/>
              <a:cxnLst/>
              <a:rect l="0" t="0" r="0" b="0"/>
              <a:pathLst>
                <a:path w="94923" h="909">
                  <a:moveTo>
                    <a:pt x="94923" y="0"/>
                  </a:moveTo>
                  <a:lnTo>
                    <a:pt x="0" y="909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7" name="Candidate_receptor__3296">
              <a:extLst>
                <a:ext uri="{FF2B5EF4-FFF2-40B4-BE49-F238E27FC236}">
                  <a16:creationId xmlns:a16="http://schemas.microsoft.com/office/drawing/2014/main" id="{75DB3EE3-8884-E12A-76B2-DB7C505FF066}"/>
                </a:ext>
              </a:extLst>
            </p:cNvPr>
            <p:cNvSpPr>
              <a:spLocks noGrp="1"/>
            </p:cNvSpPr>
            <p:nvPr/>
          </p:nvSpPr>
          <p:spPr>
            <a:xfrm>
              <a:off x="4497721" y="2991551"/>
              <a:ext cx="51394" cy="102072"/>
            </a:xfrm>
            <a:custGeom>
              <a:avLst/>
              <a:gdLst/>
              <a:ahLst/>
              <a:cxnLst/>
              <a:rect l="0" t="0" r="0" b="0"/>
              <a:pathLst>
                <a:path w="51394" h="102072">
                  <a:moveTo>
                    <a:pt x="0" y="102072"/>
                  </a:moveTo>
                  <a:lnTo>
                    <a:pt x="513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8" name="Candidate_receptor__3297">
              <a:extLst>
                <a:ext uri="{FF2B5EF4-FFF2-40B4-BE49-F238E27FC236}">
                  <a16:creationId xmlns:a16="http://schemas.microsoft.com/office/drawing/2014/main" id="{55BFC69A-DCC9-EDA3-5E1A-B7F7592BA0C0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203206"/>
              <a:ext cx="30383" cy="52734"/>
            </a:xfrm>
            <a:custGeom>
              <a:avLst/>
              <a:gdLst/>
              <a:ahLst/>
              <a:cxnLst/>
              <a:rect l="0" t="0" r="0" b="0"/>
              <a:pathLst>
                <a:path w="30383" h="52734">
                  <a:moveTo>
                    <a:pt x="0" y="0"/>
                  </a:moveTo>
                  <a:lnTo>
                    <a:pt x="30383" y="5273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9" name="Candidate_receptor__3298">
              <a:extLst>
                <a:ext uri="{FF2B5EF4-FFF2-40B4-BE49-F238E27FC236}">
                  <a16:creationId xmlns:a16="http://schemas.microsoft.com/office/drawing/2014/main" id="{D7A51F42-6025-D62B-0E21-D9B9A88D830B}"/>
                </a:ext>
              </a:extLst>
            </p:cNvPr>
            <p:cNvSpPr>
              <a:spLocks noGrp="1"/>
            </p:cNvSpPr>
            <p:nvPr/>
          </p:nvSpPr>
          <p:spPr>
            <a:xfrm>
              <a:off x="4427997" y="4184092"/>
              <a:ext cx="98981" cy="5211"/>
            </a:xfrm>
            <a:custGeom>
              <a:avLst/>
              <a:gdLst/>
              <a:ahLst/>
              <a:cxnLst/>
              <a:rect l="0" t="0" r="0" b="0"/>
              <a:pathLst>
                <a:path w="98981" h="5211">
                  <a:moveTo>
                    <a:pt x="0" y="0"/>
                  </a:moveTo>
                  <a:lnTo>
                    <a:pt x="98981" y="521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0" name="Candidate_receptor__3299">
              <a:extLst>
                <a:ext uri="{FF2B5EF4-FFF2-40B4-BE49-F238E27FC236}">
                  <a16:creationId xmlns:a16="http://schemas.microsoft.com/office/drawing/2014/main" id="{D1278153-A7AE-AF7C-EF06-18F5046A8055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379363"/>
              <a:ext cx="70006" cy="91551"/>
            </a:xfrm>
            <a:custGeom>
              <a:avLst/>
              <a:gdLst/>
              <a:ahLst/>
              <a:cxnLst/>
              <a:rect l="0" t="0" r="0" b="0"/>
              <a:pathLst>
                <a:path w="70006" h="91551">
                  <a:moveTo>
                    <a:pt x="70006" y="0"/>
                  </a:moveTo>
                  <a:lnTo>
                    <a:pt x="0" y="9155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1" name="Candidate_receptor__3300">
              <a:extLst>
                <a:ext uri="{FF2B5EF4-FFF2-40B4-BE49-F238E27FC236}">
                  <a16:creationId xmlns:a16="http://schemas.microsoft.com/office/drawing/2014/main" id="{8E51037C-550B-54AD-B577-C5C701E66173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29583" cy="98688"/>
            </a:xfrm>
            <a:custGeom>
              <a:avLst/>
              <a:gdLst/>
              <a:ahLst/>
              <a:cxnLst/>
              <a:rect l="0" t="0" r="0" b="0"/>
              <a:pathLst>
                <a:path w="29583" h="98688">
                  <a:moveTo>
                    <a:pt x="0" y="0"/>
                  </a:moveTo>
                  <a:lnTo>
                    <a:pt x="29583" y="9868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2" name="Candidate_receptor__3301">
              <a:extLst>
                <a:ext uri="{FF2B5EF4-FFF2-40B4-BE49-F238E27FC236}">
                  <a16:creationId xmlns:a16="http://schemas.microsoft.com/office/drawing/2014/main" id="{0E7D071B-DE24-6C0C-85B4-1F8541333A98}"/>
                </a:ext>
              </a:extLst>
            </p:cNvPr>
            <p:cNvSpPr>
              <a:spLocks noGrp="1"/>
            </p:cNvSpPr>
            <p:nvPr/>
          </p:nvSpPr>
          <p:spPr>
            <a:xfrm>
              <a:off x="5899841" y="3912734"/>
              <a:ext cx="4376" cy="115370"/>
            </a:xfrm>
            <a:custGeom>
              <a:avLst/>
              <a:gdLst/>
              <a:ahLst/>
              <a:cxnLst/>
              <a:rect l="0" t="0" r="0" b="0"/>
              <a:pathLst>
                <a:path w="4376" h="115370">
                  <a:moveTo>
                    <a:pt x="4376" y="115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3" name="Candidate_receptor__3302">
              <a:extLst>
                <a:ext uri="{FF2B5EF4-FFF2-40B4-BE49-F238E27FC236}">
                  <a16:creationId xmlns:a16="http://schemas.microsoft.com/office/drawing/2014/main" id="{E22233F1-A2F8-1615-CD6A-71285F073C31}"/>
                </a:ext>
              </a:extLst>
            </p:cNvPr>
            <p:cNvSpPr>
              <a:spLocks noGrp="1"/>
            </p:cNvSpPr>
            <p:nvPr/>
          </p:nvSpPr>
          <p:spPr>
            <a:xfrm>
              <a:off x="4637153" y="4116460"/>
              <a:ext cx="92412" cy="67154"/>
            </a:xfrm>
            <a:custGeom>
              <a:avLst/>
              <a:gdLst/>
              <a:ahLst/>
              <a:cxnLst/>
              <a:rect l="0" t="0" r="0" b="0"/>
              <a:pathLst>
                <a:path w="92412" h="67154">
                  <a:moveTo>
                    <a:pt x="0" y="67154"/>
                  </a:moveTo>
                  <a:lnTo>
                    <a:pt x="9241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4" name="Candidate_receptor__3303">
              <a:extLst>
                <a:ext uri="{FF2B5EF4-FFF2-40B4-BE49-F238E27FC236}">
                  <a16:creationId xmlns:a16="http://schemas.microsoft.com/office/drawing/2014/main" id="{B1E07EC5-27B4-D0B7-D1C2-0E3B531B4196}"/>
                </a:ext>
              </a:extLst>
            </p:cNvPr>
            <p:cNvSpPr>
              <a:spLocks noGrp="1"/>
            </p:cNvSpPr>
            <p:nvPr/>
          </p:nvSpPr>
          <p:spPr>
            <a:xfrm>
              <a:off x="5539131" y="3412132"/>
              <a:ext cx="10386" cy="49129"/>
            </a:xfrm>
            <a:custGeom>
              <a:avLst/>
              <a:gdLst/>
              <a:ahLst/>
              <a:cxnLst/>
              <a:rect l="0" t="0" r="0" b="0"/>
              <a:pathLst>
                <a:path w="10386" h="49129">
                  <a:moveTo>
                    <a:pt x="0" y="0"/>
                  </a:moveTo>
                  <a:lnTo>
                    <a:pt x="10386" y="4912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5" name="Candidate_receptor__3304">
              <a:extLst>
                <a:ext uri="{FF2B5EF4-FFF2-40B4-BE49-F238E27FC236}">
                  <a16:creationId xmlns:a16="http://schemas.microsoft.com/office/drawing/2014/main" id="{E72B777D-33E8-ED47-8220-17CB39587DBE}"/>
                </a:ext>
              </a:extLst>
            </p:cNvPr>
            <p:cNvSpPr>
              <a:spLocks noGrp="1"/>
            </p:cNvSpPr>
            <p:nvPr/>
          </p:nvSpPr>
          <p:spPr>
            <a:xfrm>
              <a:off x="5648920" y="3722537"/>
              <a:ext cx="24527" cy="33467"/>
            </a:xfrm>
            <a:custGeom>
              <a:avLst/>
              <a:gdLst/>
              <a:ahLst/>
              <a:cxnLst/>
              <a:rect l="0" t="0" r="0" b="0"/>
              <a:pathLst>
                <a:path w="24527" h="33467">
                  <a:moveTo>
                    <a:pt x="24527" y="0"/>
                  </a:moveTo>
                  <a:lnTo>
                    <a:pt x="0" y="3346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6" name="Candidate_receptor__3305">
              <a:extLst>
                <a:ext uri="{FF2B5EF4-FFF2-40B4-BE49-F238E27FC236}">
                  <a16:creationId xmlns:a16="http://schemas.microsoft.com/office/drawing/2014/main" id="{63A7D598-4491-DDFF-50EB-95AAC86281E5}"/>
                </a:ext>
              </a:extLst>
            </p:cNvPr>
            <p:cNvSpPr>
              <a:spLocks noGrp="1"/>
            </p:cNvSpPr>
            <p:nvPr/>
          </p:nvSpPr>
          <p:spPr>
            <a:xfrm>
              <a:off x="4553489" y="3960638"/>
              <a:ext cx="68411" cy="93244"/>
            </a:xfrm>
            <a:custGeom>
              <a:avLst/>
              <a:gdLst/>
              <a:ahLst/>
              <a:cxnLst/>
              <a:rect l="0" t="0" r="0" b="0"/>
              <a:pathLst>
                <a:path w="68411" h="93244">
                  <a:moveTo>
                    <a:pt x="68411" y="0"/>
                  </a:moveTo>
                  <a:lnTo>
                    <a:pt x="0" y="9324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7" name="Candidate_receptor__3306">
              <a:extLst>
                <a:ext uri="{FF2B5EF4-FFF2-40B4-BE49-F238E27FC236}">
                  <a16:creationId xmlns:a16="http://schemas.microsoft.com/office/drawing/2014/main" id="{8EC368A1-0D5D-66AB-BC13-B7BC6059AF35}"/>
                </a:ext>
              </a:extLst>
            </p:cNvPr>
            <p:cNvSpPr>
              <a:spLocks noGrp="1"/>
            </p:cNvSpPr>
            <p:nvPr/>
          </p:nvSpPr>
          <p:spPr>
            <a:xfrm>
              <a:off x="4532320" y="3889061"/>
              <a:ext cx="89580" cy="71576"/>
            </a:xfrm>
            <a:custGeom>
              <a:avLst/>
              <a:gdLst/>
              <a:ahLst/>
              <a:cxnLst/>
              <a:rect l="0" t="0" r="0" b="0"/>
              <a:pathLst>
                <a:path w="89580" h="71576">
                  <a:moveTo>
                    <a:pt x="0" y="0"/>
                  </a:moveTo>
                  <a:lnTo>
                    <a:pt x="89580" y="71576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8" name="Candidate_receptor__3307">
              <a:extLst>
                <a:ext uri="{FF2B5EF4-FFF2-40B4-BE49-F238E27FC236}">
                  <a16:creationId xmlns:a16="http://schemas.microsoft.com/office/drawing/2014/main" id="{21A3EC8C-DAB6-EE26-7942-28A2E75048F0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19399"/>
              <a:ext cx="92481" cy="59583"/>
            </a:xfrm>
            <a:custGeom>
              <a:avLst/>
              <a:gdLst/>
              <a:ahLst/>
              <a:cxnLst/>
              <a:rect l="0" t="0" r="0" b="0"/>
              <a:pathLst>
                <a:path w="92481" h="59583">
                  <a:moveTo>
                    <a:pt x="0" y="59583"/>
                  </a:moveTo>
                  <a:lnTo>
                    <a:pt x="9248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9" name="Candidate_receptor__3308">
              <a:extLst>
                <a:ext uri="{FF2B5EF4-FFF2-40B4-BE49-F238E27FC236}">
                  <a16:creationId xmlns:a16="http://schemas.microsoft.com/office/drawing/2014/main" id="{11A00771-A958-E22C-CF3B-C4EC6D3D110C}"/>
                </a:ext>
              </a:extLst>
            </p:cNvPr>
            <p:cNvSpPr>
              <a:spLocks noGrp="1"/>
            </p:cNvSpPr>
            <p:nvPr/>
          </p:nvSpPr>
          <p:spPr>
            <a:xfrm>
              <a:off x="4936289" y="2871452"/>
              <a:ext cx="100209" cy="25492"/>
            </a:xfrm>
            <a:custGeom>
              <a:avLst/>
              <a:gdLst/>
              <a:ahLst/>
              <a:cxnLst/>
              <a:rect l="0" t="0" r="0" b="0"/>
              <a:pathLst>
                <a:path w="100209" h="25492">
                  <a:moveTo>
                    <a:pt x="100209" y="254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0" name="Candidate_receptor__3309">
              <a:extLst>
                <a:ext uri="{FF2B5EF4-FFF2-40B4-BE49-F238E27FC236}">
                  <a16:creationId xmlns:a16="http://schemas.microsoft.com/office/drawing/2014/main" id="{B0B50EC5-30F7-4C55-994B-39113854EFC8}"/>
                </a:ext>
              </a:extLst>
            </p:cNvPr>
            <p:cNvSpPr>
              <a:spLocks noGrp="1"/>
            </p:cNvSpPr>
            <p:nvPr/>
          </p:nvSpPr>
          <p:spPr>
            <a:xfrm>
              <a:off x="5740194" y="1868318"/>
              <a:ext cx="97115" cy="61475"/>
            </a:xfrm>
            <a:custGeom>
              <a:avLst/>
              <a:gdLst/>
              <a:ahLst/>
              <a:cxnLst/>
              <a:rect l="0" t="0" r="0" b="0"/>
              <a:pathLst>
                <a:path w="97115" h="61475">
                  <a:moveTo>
                    <a:pt x="97115" y="0"/>
                  </a:moveTo>
                  <a:lnTo>
                    <a:pt x="0" y="6147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1" name="Candidate_receptor__3310">
              <a:extLst>
                <a:ext uri="{FF2B5EF4-FFF2-40B4-BE49-F238E27FC236}">
                  <a16:creationId xmlns:a16="http://schemas.microsoft.com/office/drawing/2014/main" id="{9A6682A1-F3A2-72BA-B019-9C93897B9FAE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433744"/>
              <a:ext cx="40275" cy="79680"/>
            </a:xfrm>
            <a:custGeom>
              <a:avLst/>
              <a:gdLst/>
              <a:ahLst/>
              <a:cxnLst/>
              <a:rect l="0" t="0" r="0" b="0"/>
              <a:pathLst>
                <a:path w="40275" h="79680">
                  <a:moveTo>
                    <a:pt x="40275" y="0"/>
                  </a:moveTo>
                  <a:lnTo>
                    <a:pt x="0" y="7968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2" name="Candidate_receptor__3311">
              <a:extLst>
                <a:ext uri="{FF2B5EF4-FFF2-40B4-BE49-F238E27FC236}">
                  <a16:creationId xmlns:a16="http://schemas.microsoft.com/office/drawing/2014/main" id="{727E1C22-1D26-F775-AF68-414F68D8D271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956120"/>
              <a:ext cx="101470" cy="17222"/>
            </a:xfrm>
            <a:custGeom>
              <a:avLst/>
              <a:gdLst/>
              <a:ahLst/>
              <a:cxnLst/>
              <a:rect l="0" t="0" r="0" b="0"/>
              <a:pathLst>
                <a:path w="101470" h="17222">
                  <a:moveTo>
                    <a:pt x="101470" y="172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3" name="Candidate_receptor__3312">
              <a:extLst>
                <a:ext uri="{FF2B5EF4-FFF2-40B4-BE49-F238E27FC236}">
                  <a16:creationId xmlns:a16="http://schemas.microsoft.com/office/drawing/2014/main" id="{938ED6C8-2B58-B136-455F-0F985C07D97D}"/>
                </a:ext>
              </a:extLst>
            </p:cNvPr>
            <p:cNvSpPr>
              <a:spLocks noGrp="1"/>
            </p:cNvSpPr>
            <p:nvPr/>
          </p:nvSpPr>
          <p:spPr>
            <a:xfrm>
              <a:off x="5803609" y="2337510"/>
              <a:ext cx="4213" cy="112188"/>
            </a:xfrm>
            <a:custGeom>
              <a:avLst/>
              <a:gdLst/>
              <a:ahLst/>
              <a:cxnLst/>
              <a:rect l="0" t="0" r="0" b="0"/>
              <a:pathLst>
                <a:path w="4213" h="112188">
                  <a:moveTo>
                    <a:pt x="0" y="112188"/>
                  </a:moveTo>
                  <a:lnTo>
                    <a:pt x="421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4" name="Candidate_receptor__3313">
              <a:extLst>
                <a:ext uri="{FF2B5EF4-FFF2-40B4-BE49-F238E27FC236}">
                  <a16:creationId xmlns:a16="http://schemas.microsoft.com/office/drawing/2014/main" id="{FE3671EA-A435-164B-5197-B8C0F28E60C3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513424"/>
              <a:ext cx="95" cy="83604"/>
            </a:xfrm>
            <a:custGeom>
              <a:avLst/>
              <a:gdLst/>
              <a:ahLst/>
              <a:cxnLst/>
              <a:rect l="0" t="0" r="0" b="0"/>
              <a:pathLst>
                <a:path w="95" h="83604">
                  <a:moveTo>
                    <a:pt x="0" y="0"/>
                  </a:moveTo>
                  <a:lnTo>
                    <a:pt x="51" y="836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5" name="Candidate_receptor__3314">
              <a:extLst>
                <a:ext uri="{FF2B5EF4-FFF2-40B4-BE49-F238E27FC236}">
                  <a16:creationId xmlns:a16="http://schemas.microsoft.com/office/drawing/2014/main" id="{207E4FD4-915A-926D-E2A9-DFC81D85D1D4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18959"/>
              <a:ext cx="2684" cy="44550"/>
            </a:xfrm>
            <a:custGeom>
              <a:avLst/>
              <a:gdLst/>
              <a:ahLst/>
              <a:cxnLst/>
              <a:rect l="0" t="0" r="0" b="0"/>
              <a:pathLst>
                <a:path w="2684" h="44550">
                  <a:moveTo>
                    <a:pt x="0" y="44550"/>
                  </a:moveTo>
                  <a:lnTo>
                    <a:pt x="268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6" name="Candidate_receptor__3315">
              <a:extLst>
                <a:ext uri="{FF2B5EF4-FFF2-40B4-BE49-F238E27FC236}">
                  <a16:creationId xmlns:a16="http://schemas.microsoft.com/office/drawing/2014/main" id="{2FA5E809-20B8-7498-C18A-733CA3AE4D0C}"/>
                </a:ext>
              </a:extLst>
            </p:cNvPr>
            <p:cNvSpPr>
              <a:spLocks noGrp="1"/>
            </p:cNvSpPr>
            <p:nvPr/>
          </p:nvSpPr>
          <p:spPr>
            <a:xfrm>
              <a:off x="4657341" y="3019257"/>
              <a:ext cx="46528" cy="64495"/>
            </a:xfrm>
            <a:custGeom>
              <a:avLst/>
              <a:gdLst/>
              <a:ahLst/>
              <a:cxnLst/>
              <a:rect l="0" t="0" r="0" b="0"/>
              <a:pathLst>
                <a:path w="46528" h="64495">
                  <a:moveTo>
                    <a:pt x="46528" y="0"/>
                  </a:moveTo>
                  <a:lnTo>
                    <a:pt x="0" y="6449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7" name="Candidate_receptor__3316">
              <a:extLst>
                <a:ext uri="{FF2B5EF4-FFF2-40B4-BE49-F238E27FC236}">
                  <a16:creationId xmlns:a16="http://schemas.microsoft.com/office/drawing/2014/main" id="{923C3C5D-ACE3-A6B9-A3A6-3001132430EC}"/>
                </a:ext>
              </a:extLst>
            </p:cNvPr>
            <p:cNvSpPr>
              <a:spLocks noGrp="1"/>
            </p:cNvSpPr>
            <p:nvPr/>
          </p:nvSpPr>
          <p:spPr>
            <a:xfrm>
              <a:off x="4788458" y="2061997"/>
              <a:ext cx="16840" cy="56804"/>
            </a:xfrm>
            <a:custGeom>
              <a:avLst/>
              <a:gdLst/>
              <a:ahLst/>
              <a:cxnLst/>
              <a:rect l="0" t="0" r="0" b="0"/>
              <a:pathLst>
                <a:path w="16840" h="56804">
                  <a:moveTo>
                    <a:pt x="0" y="56804"/>
                  </a:moveTo>
                  <a:lnTo>
                    <a:pt x="1684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8" name="Candidate_receptor__3317">
              <a:extLst>
                <a:ext uri="{FF2B5EF4-FFF2-40B4-BE49-F238E27FC236}">
                  <a16:creationId xmlns:a16="http://schemas.microsoft.com/office/drawing/2014/main" id="{5B15932F-D1CF-66A6-6AC2-81F1076F0B1B}"/>
                </a:ext>
              </a:extLst>
            </p:cNvPr>
            <p:cNvSpPr>
              <a:spLocks noGrp="1"/>
            </p:cNvSpPr>
            <p:nvPr/>
          </p:nvSpPr>
          <p:spPr>
            <a:xfrm>
              <a:off x="4545646" y="2343130"/>
              <a:ext cx="85838" cy="5329"/>
            </a:xfrm>
            <a:custGeom>
              <a:avLst/>
              <a:gdLst/>
              <a:ahLst/>
              <a:cxnLst/>
              <a:rect l="0" t="0" r="0" b="0"/>
              <a:pathLst>
                <a:path w="85838" h="5329">
                  <a:moveTo>
                    <a:pt x="0" y="5329"/>
                  </a:moveTo>
                  <a:lnTo>
                    <a:pt x="8583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9" name="Candidate_receptor__3318">
              <a:extLst>
                <a:ext uri="{FF2B5EF4-FFF2-40B4-BE49-F238E27FC236}">
                  <a16:creationId xmlns:a16="http://schemas.microsoft.com/office/drawing/2014/main" id="{BF68647F-6115-92B2-0CBF-E0350BD04B37}"/>
                </a:ext>
              </a:extLst>
            </p:cNvPr>
            <p:cNvSpPr>
              <a:spLocks noGrp="1"/>
            </p:cNvSpPr>
            <p:nvPr/>
          </p:nvSpPr>
          <p:spPr>
            <a:xfrm>
              <a:off x="5541405" y="1614107"/>
              <a:ext cx="19592" cy="113490"/>
            </a:xfrm>
            <a:custGeom>
              <a:avLst/>
              <a:gdLst/>
              <a:ahLst/>
              <a:cxnLst/>
              <a:rect l="0" t="0" r="0" b="0"/>
              <a:pathLst>
                <a:path w="19592" h="113490">
                  <a:moveTo>
                    <a:pt x="0" y="113490"/>
                  </a:moveTo>
                  <a:lnTo>
                    <a:pt x="1959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0" name="Candidate_receptor__3319">
              <a:extLst>
                <a:ext uri="{FF2B5EF4-FFF2-40B4-BE49-F238E27FC236}">
                  <a16:creationId xmlns:a16="http://schemas.microsoft.com/office/drawing/2014/main" id="{46DBE754-CD12-BF57-A6AB-E10E21597D80}"/>
                </a:ext>
              </a:extLst>
            </p:cNvPr>
            <p:cNvSpPr>
              <a:spLocks noGrp="1"/>
            </p:cNvSpPr>
            <p:nvPr/>
          </p:nvSpPr>
          <p:spPr>
            <a:xfrm>
              <a:off x="5416103" y="3274726"/>
              <a:ext cx="110149" cy="5201"/>
            </a:xfrm>
            <a:custGeom>
              <a:avLst/>
              <a:gdLst/>
              <a:ahLst/>
              <a:cxnLst/>
              <a:rect l="0" t="0" r="0" b="0"/>
              <a:pathLst>
                <a:path w="110149" h="5201">
                  <a:moveTo>
                    <a:pt x="0" y="5201"/>
                  </a:moveTo>
                  <a:lnTo>
                    <a:pt x="11014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1" name="Candidate_receptor__3320">
              <a:extLst>
                <a:ext uri="{FF2B5EF4-FFF2-40B4-BE49-F238E27FC236}">
                  <a16:creationId xmlns:a16="http://schemas.microsoft.com/office/drawing/2014/main" id="{42BD64F9-D13A-318D-7817-323D6BC8EE16}"/>
                </a:ext>
              </a:extLst>
            </p:cNvPr>
            <p:cNvSpPr>
              <a:spLocks noGrp="1"/>
            </p:cNvSpPr>
            <p:nvPr/>
          </p:nvSpPr>
          <p:spPr>
            <a:xfrm>
              <a:off x="5353116" y="2394632"/>
              <a:ext cx="72594" cy="78192"/>
            </a:xfrm>
            <a:custGeom>
              <a:avLst/>
              <a:gdLst/>
              <a:ahLst/>
              <a:cxnLst/>
              <a:rect l="0" t="0" r="0" b="0"/>
              <a:pathLst>
                <a:path w="72594" h="78192">
                  <a:moveTo>
                    <a:pt x="72594" y="7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2" name="Candidate_receptor__3321">
              <a:extLst>
                <a:ext uri="{FF2B5EF4-FFF2-40B4-BE49-F238E27FC236}">
                  <a16:creationId xmlns:a16="http://schemas.microsoft.com/office/drawing/2014/main" id="{E7FAC423-5C85-BD61-989F-8B0087D55166}"/>
                </a:ext>
              </a:extLst>
            </p:cNvPr>
            <p:cNvSpPr>
              <a:spLocks noGrp="1"/>
            </p:cNvSpPr>
            <p:nvPr/>
          </p:nvSpPr>
          <p:spPr>
            <a:xfrm>
              <a:off x="4764424" y="2826952"/>
              <a:ext cx="14127" cy="115584"/>
            </a:xfrm>
            <a:custGeom>
              <a:avLst/>
              <a:gdLst/>
              <a:ahLst/>
              <a:cxnLst/>
              <a:rect l="0" t="0" r="0" b="0"/>
              <a:pathLst>
                <a:path w="14127" h="115584">
                  <a:moveTo>
                    <a:pt x="0" y="0"/>
                  </a:moveTo>
                  <a:lnTo>
                    <a:pt x="14127" y="11558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3" name="Candidate_receptor__3322">
              <a:extLst>
                <a:ext uri="{FF2B5EF4-FFF2-40B4-BE49-F238E27FC236}">
                  <a16:creationId xmlns:a16="http://schemas.microsoft.com/office/drawing/2014/main" id="{40AF4F43-F47A-D17A-EF1D-25D10EB7B889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63254"/>
              <a:ext cx="27179" cy="26165"/>
            </a:xfrm>
            <a:custGeom>
              <a:avLst/>
              <a:gdLst/>
              <a:ahLst/>
              <a:cxnLst/>
              <a:rect l="0" t="0" r="0" b="0"/>
              <a:pathLst>
                <a:path w="27179" h="26165">
                  <a:moveTo>
                    <a:pt x="27179" y="0"/>
                  </a:moveTo>
                  <a:lnTo>
                    <a:pt x="0" y="2616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4" name="Candidate_receptor__3323">
              <a:extLst>
                <a:ext uri="{FF2B5EF4-FFF2-40B4-BE49-F238E27FC236}">
                  <a16:creationId xmlns:a16="http://schemas.microsoft.com/office/drawing/2014/main" id="{8C12F359-62AE-C26B-A25F-EEA9205A31A9}"/>
                </a:ext>
              </a:extLst>
            </p:cNvPr>
            <p:cNvSpPr>
              <a:spLocks noGrp="1"/>
            </p:cNvSpPr>
            <p:nvPr/>
          </p:nvSpPr>
          <p:spPr>
            <a:xfrm>
              <a:off x="5754283" y="3909100"/>
              <a:ext cx="33996" cy="64520"/>
            </a:xfrm>
            <a:custGeom>
              <a:avLst/>
              <a:gdLst/>
              <a:ahLst/>
              <a:cxnLst/>
              <a:rect l="0" t="0" r="0" b="0"/>
              <a:pathLst>
                <a:path w="33996" h="64520">
                  <a:moveTo>
                    <a:pt x="33996" y="0"/>
                  </a:moveTo>
                  <a:lnTo>
                    <a:pt x="0" y="645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5" name="Candidate_receptor__3324">
              <a:extLst>
                <a:ext uri="{FF2B5EF4-FFF2-40B4-BE49-F238E27FC236}">
                  <a16:creationId xmlns:a16="http://schemas.microsoft.com/office/drawing/2014/main" id="{0AF2EFFF-A562-1C5C-279D-49AA82F0FB58}"/>
                </a:ext>
              </a:extLst>
            </p:cNvPr>
            <p:cNvSpPr>
              <a:spLocks noGrp="1"/>
            </p:cNvSpPr>
            <p:nvPr/>
          </p:nvSpPr>
          <p:spPr>
            <a:xfrm>
              <a:off x="4841904" y="3641615"/>
              <a:ext cx="2554" cy="14383"/>
            </a:xfrm>
            <a:custGeom>
              <a:avLst/>
              <a:gdLst/>
              <a:ahLst/>
              <a:cxnLst/>
              <a:rect l="0" t="0" r="0" b="0"/>
              <a:pathLst>
                <a:path w="2554" h="14383">
                  <a:moveTo>
                    <a:pt x="2554" y="0"/>
                  </a:moveTo>
                  <a:lnTo>
                    <a:pt x="0" y="1438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6" name="Candidate_receptor__3325">
              <a:extLst>
                <a:ext uri="{FF2B5EF4-FFF2-40B4-BE49-F238E27FC236}">
                  <a16:creationId xmlns:a16="http://schemas.microsoft.com/office/drawing/2014/main" id="{012F2D9F-0A30-07B2-0375-600EF23BA1BB}"/>
                </a:ext>
              </a:extLst>
            </p:cNvPr>
            <p:cNvSpPr>
              <a:spLocks noGrp="1"/>
            </p:cNvSpPr>
            <p:nvPr/>
          </p:nvSpPr>
          <p:spPr>
            <a:xfrm>
              <a:off x="5369035" y="1702412"/>
              <a:ext cx="31972" cy="87467"/>
            </a:xfrm>
            <a:custGeom>
              <a:avLst/>
              <a:gdLst/>
              <a:ahLst/>
              <a:cxnLst/>
              <a:rect l="0" t="0" r="0" b="0"/>
              <a:pathLst>
                <a:path w="31972" h="87467">
                  <a:moveTo>
                    <a:pt x="0" y="87467"/>
                  </a:moveTo>
                  <a:lnTo>
                    <a:pt x="3197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7" name="Candidate_receptor__3326">
              <a:extLst>
                <a:ext uri="{FF2B5EF4-FFF2-40B4-BE49-F238E27FC236}">
                  <a16:creationId xmlns:a16="http://schemas.microsoft.com/office/drawing/2014/main" id="{E3EEF728-5FA1-503A-E9A1-4429398B06EE}"/>
                </a:ext>
              </a:extLst>
            </p:cNvPr>
            <p:cNvSpPr>
              <a:spLocks noGrp="1"/>
            </p:cNvSpPr>
            <p:nvPr/>
          </p:nvSpPr>
          <p:spPr>
            <a:xfrm>
              <a:off x="4124244" y="2872008"/>
              <a:ext cx="32795" cy="61087"/>
            </a:xfrm>
            <a:custGeom>
              <a:avLst/>
              <a:gdLst/>
              <a:ahLst/>
              <a:cxnLst/>
              <a:rect l="0" t="0" r="0" b="0"/>
              <a:pathLst>
                <a:path w="32795" h="61087">
                  <a:moveTo>
                    <a:pt x="32795" y="0"/>
                  </a:moveTo>
                  <a:lnTo>
                    <a:pt x="0" y="610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8" name="Candidate_receptor__3327">
              <a:extLst>
                <a:ext uri="{FF2B5EF4-FFF2-40B4-BE49-F238E27FC236}">
                  <a16:creationId xmlns:a16="http://schemas.microsoft.com/office/drawing/2014/main" id="{E722657C-6C62-9DF6-DBF9-CAAB28915DA9}"/>
                </a:ext>
              </a:extLst>
            </p:cNvPr>
            <p:cNvSpPr>
              <a:spLocks noGrp="1"/>
            </p:cNvSpPr>
            <p:nvPr/>
          </p:nvSpPr>
          <p:spPr>
            <a:xfrm>
              <a:off x="5944262" y="3635627"/>
              <a:ext cx="16118" cy="99132"/>
            </a:xfrm>
            <a:custGeom>
              <a:avLst/>
              <a:gdLst/>
              <a:ahLst/>
              <a:cxnLst/>
              <a:rect l="0" t="0" r="0" b="0"/>
              <a:pathLst>
                <a:path w="16118" h="99132">
                  <a:moveTo>
                    <a:pt x="16118" y="991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9" name="Candidate_receptor__3328">
              <a:extLst>
                <a:ext uri="{FF2B5EF4-FFF2-40B4-BE49-F238E27FC236}">
                  <a16:creationId xmlns:a16="http://schemas.microsoft.com/office/drawing/2014/main" id="{69CE62AA-1E98-C0C7-7034-F4CD7789C146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3052558"/>
              <a:ext cx="100113" cy="48835"/>
            </a:xfrm>
            <a:custGeom>
              <a:avLst/>
              <a:gdLst/>
              <a:ahLst/>
              <a:cxnLst/>
              <a:rect l="0" t="0" r="0" b="0"/>
              <a:pathLst>
                <a:path w="100113" h="48835">
                  <a:moveTo>
                    <a:pt x="100113" y="488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0" name="Candidate_receptor__3329">
              <a:extLst>
                <a:ext uri="{FF2B5EF4-FFF2-40B4-BE49-F238E27FC236}">
                  <a16:creationId xmlns:a16="http://schemas.microsoft.com/office/drawing/2014/main" id="{798B2538-25CF-F583-9DC4-0F97AB058CC3}"/>
                </a:ext>
              </a:extLst>
            </p:cNvPr>
            <p:cNvSpPr>
              <a:spLocks noGrp="1"/>
            </p:cNvSpPr>
            <p:nvPr/>
          </p:nvSpPr>
          <p:spPr>
            <a:xfrm>
              <a:off x="4415876" y="3093624"/>
              <a:ext cx="81846" cy="32387"/>
            </a:xfrm>
            <a:custGeom>
              <a:avLst/>
              <a:gdLst/>
              <a:ahLst/>
              <a:cxnLst/>
              <a:rect l="0" t="0" r="0" b="0"/>
              <a:pathLst>
                <a:path w="81846" h="32387">
                  <a:moveTo>
                    <a:pt x="0" y="32387"/>
                  </a:moveTo>
                  <a:lnTo>
                    <a:pt x="8184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1" name="Candidate_receptor__3330">
              <a:extLst>
                <a:ext uri="{FF2B5EF4-FFF2-40B4-BE49-F238E27FC236}">
                  <a16:creationId xmlns:a16="http://schemas.microsoft.com/office/drawing/2014/main" id="{12DBD1CB-A9CA-F33D-B3D9-81B46886F5A9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822133"/>
              <a:ext cx="34956" cy="11305"/>
            </a:xfrm>
            <a:custGeom>
              <a:avLst/>
              <a:gdLst/>
              <a:ahLst/>
              <a:cxnLst/>
              <a:rect l="0" t="0" r="0" b="0"/>
              <a:pathLst>
                <a:path w="34956" h="11305">
                  <a:moveTo>
                    <a:pt x="0" y="0"/>
                  </a:moveTo>
                  <a:lnTo>
                    <a:pt x="34956" y="1130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2" name="Candidate_receptor__3331">
              <a:extLst>
                <a:ext uri="{FF2B5EF4-FFF2-40B4-BE49-F238E27FC236}">
                  <a16:creationId xmlns:a16="http://schemas.microsoft.com/office/drawing/2014/main" id="{4214EB1D-D63C-52DC-A97E-46175309EBE5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789879"/>
              <a:ext cx="89996" cy="50405"/>
            </a:xfrm>
            <a:custGeom>
              <a:avLst/>
              <a:gdLst/>
              <a:ahLst/>
              <a:cxnLst/>
              <a:rect l="0" t="0" r="0" b="0"/>
              <a:pathLst>
                <a:path w="89996" h="50405">
                  <a:moveTo>
                    <a:pt x="0" y="50405"/>
                  </a:moveTo>
                  <a:lnTo>
                    <a:pt x="8999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3" name="Candidate_receptor__3332">
              <a:extLst>
                <a:ext uri="{FF2B5EF4-FFF2-40B4-BE49-F238E27FC236}">
                  <a16:creationId xmlns:a16="http://schemas.microsoft.com/office/drawing/2014/main" id="{ED2DC696-868F-2E39-4734-ADF433BF5286}"/>
                </a:ext>
              </a:extLst>
            </p:cNvPr>
            <p:cNvSpPr>
              <a:spLocks noGrp="1"/>
            </p:cNvSpPr>
            <p:nvPr/>
          </p:nvSpPr>
          <p:spPr>
            <a:xfrm>
              <a:off x="5258331" y="2504114"/>
              <a:ext cx="31154" cy="23909"/>
            </a:xfrm>
            <a:custGeom>
              <a:avLst/>
              <a:gdLst/>
              <a:ahLst/>
              <a:cxnLst/>
              <a:rect l="0" t="0" r="0" b="0"/>
              <a:pathLst>
                <a:path w="31154" h="23909">
                  <a:moveTo>
                    <a:pt x="31154" y="239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4" name="Candidate_receptor__3333">
              <a:extLst>
                <a:ext uri="{FF2B5EF4-FFF2-40B4-BE49-F238E27FC236}">
                  <a16:creationId xmlns:a16="http://schemas.microsoft.com/office/drawing/2014/main" id="{FF725A39-4F6C-9581-A106-F62F1BC0A2B1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201417"/>
              <a:ext cx="10983" cy="104516"/>
            </a:xfrm>
            <a:custGeom>
              <a:avLst/>
              <a:gdLst/>
              <a:ahLst/>
              <a:cxnLst/>
              <a:rect l="0" t="0" r="0" b="0"/>
              <a:pathLst>
                <a:path w="10983" h="104516">
                  <a:moveTo>
                    <a:pt x="10983" y="1045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5" name="Candidate_receptor__3334">
              <a:extLst>
                <a:ext uri="{FF2B5EF4-FFF2-40B4-BE49-F238E27FC236}">
                  <a16:creationId xmlns:a16="http://schemas.microsoft.com/office/drawing/2014/main" id="{7A750800-05F0-81D7-3DEC-74821F06763D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09054"/>
              <a:ext cx="17491" cy="13217"/>
            </a:xfrm>
            <a:custGeom>
              <a:avLst/>
              <a:gdLst/>
              <a:ahLst/>
              <a:cxnLst/>
              <a:rect l="0" t="0" r="0" b="0"/>
              <a:pathLst>
                <a:path w="17491" h="13217">
                  <a:moveTo>
                    <a:pt x="17491" y="0"/>
                  </a:moveTo>
                  <a:lnTo>
                    <a:pt x="0" y="1321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6" name="Candidate_receptor__3335">
              <a:extLst>
                <a:ext uri="{FF2B5EF4-FFF2-40B4-BE49-F238E27FC236}">
                  <a16:creationId xmlns:a16="http://schemas.microsoft.com/office/drawing/2014/main" id="{2103EC3D-F56E-0527-20A6-FBDD20788480}"/>
                </a:ext>
              </a:extLst>
            </p:cNvPr>
            <p:cNvSpPr>
              <a:spLocks noGrp="1"/>
            </p:cNvSpPr>
            <p:nvPr/>
          </p:nvSpPr>
          <p:spPr>
            <a:xfrm>
              <a:off x="3955105" y="2997164"/>
              <a:ext cx="66956" cy="4687"/>
            </a:xfrm>
            <a:custGeom>
              <a:avLst/>
              <a:gdLst/>
              <a:ahLst/>
              <a:cxnLst/>
              <a:rect l="0" t="0" r="0" b="0"/>
              <a:pathLst>
                <a:path w="66956" h="4687">
                  <a:moveTo>
                    <a:pt x="66956" y="4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7" name="Candidate_receptor__3336">
              <a:extLst>
                <a:ext uri="{FF2B5EF4-FFF2-40B4-BE49-F238E27FC236}">
                  <a16:creationId xmlns:a16="http://schemas.microsoft.com/office/drawing/2014/main" id="{DCC52112-3197-A447-F629-4694B4A59BAD}"/>
                </a:ext>
              </a:extLst>
            </p:cNvPr>
            <p:cNvSpPr>
              <a:spLocks noGrp="1"/>
            </p:cNvSpPr>
            <p:nvPr/>
          </p:nvSpPr>
          <p:spPr>
            <a:xfrm>
              <a:off x="4889826" y="3782187"/>
              <a:ext cx="11041" cy="17062"/>
            </a:xfrm>
            <a:custGeom>
              <a:avLst/>
              <a:gdLst/>
              <a:ahLst/>
              <a:cxnLst/>
              <a:rect l="0" t="0" r="0" b="0"/>
              <a:pathLst>
                <a:path w="11041" h="17062">
                  <a:moveTo>
                    <a:pt x="0" y="0"/>
                  </a:moveTo>
                  <a:lnTo>
                    <a:pt x="11041" y="170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8" name="Candidate_receptor__3337">
              <a:extLst>
                <a:ext uri="{FF2B5EF4-FFF2-40B4-BE49-F238E27FC236}">
                  <a16:creationId xmlns:a16="http://schemas.microsoft.com/office/drawing/2014/main" id="{D4904092-A618-F486-04A7-9534A24F56F8}"/>
                </a:ext>
              </a:extLst>
            </p:cNvPr>
            <p:cNvSpPr>
              <a:spLocks noGrp="1"/>
            </p:cNvSpPr>
            <p:nvPr/>
          </p:nvSpPr>
          <p:spPr>
            <a:xfrm>
              <a:off x="5401008" y="1637307"/>
              <a:ext cx="21998" cy="65105"/>
            </a:xfrm>
            <a:custGeom>
              <a:avLst/>
              <a:gdLst/>
              <a:ahLst/>
              <a:cxnLst/>
              <a:rect l="0" t="0" r="0" b="0"/>
              <a:pathLst>
                <a:path w="21998" h="65105">
                  <a:moveTo>
                    <a:pt x="0" y="65105"/>
                  </a:moveTo>
                  <a:lnTo>
                    <a:pt x="2199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9" name="Candidate_receptor__3338">
              <a:extLst>
                <a:ext uri="{FF2B5EF4-FFF2-40B4-BE49-F238E27FC236}">
                  <a16:creationId xmlns:a16="http://schemas.microsoft.com/office/drawing/2014/main" id="{3E7589A3-85D6-1494-56FA-934B7423D6F0}"/>
                </a:ext>
              </a:extLst>
            </p:cNvPr>
            <p:cNvSpPr>
              <a:spLocks noGrp="1"/>
            </p:cNvSpPr>
            <p:nvPr/>
          </p:nvSpPr>
          <p:spPr>
            <a:xfrm>
              <a:off x="4631484" y="2277101"/>
              <a:ext cx="85991" cy="66028"/>
            </a:xfrm>
            <a:custGeom>
              <a:avLst/>
              <a:gdLst/>
              <a:ahLst/>
              <a:cxnLst/>
              <a:rect l="0" t="0" r="0" b="0"/>
              <a:pathLst>
                <a:path w="85991" h="66028">
                  <a:moveTo>
                    <a:pt x="0" y="66028"/>
                  </a:moveTo>
                  <a:lnTo>
                    <a:pt x="8599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0" name="Candidate_receptor__3339">
              <a:extLst>
                <a:ext uri="{FF2B5EF4-FFF2-40B4-BE49-F238E27FC236}">
                  <a16:creationId xmlns:a16="http://schemas.microsoft.com/office/drawing/2014/main" id="{E2EA7AA5-12BF-EA74-2751-BCAFDF9580EF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157289"/>
              <a:ext cx="88884" cy="44127"/>
            </a:xfrm>
            <a:custGeom>
              <a:avLst/>
              <a:gdLst/>
              <a:ahLst/>
              <a:cxnLst/>
              <a:rect l="0" t="0" r="0" b="0"/>
              <a:pathLst>
                <a:path w="88884" h="44127">
                  <a:moveTo>
                    <a:pt x="0" y="44127"/>
                  </a:moveTo>
                  <a:lnTo>
                    <a:pt x="8888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1" name="Candidate_receptor__3340">
              <a:extLst>
                <a:ext uri="{FF2B5EF4-FFF2-40B4-BE49-F238E27FC236}">
                  <a16:creationId xmlns:a16="http://schemas.microsoft.com/office/drawing/2014/main" id="{A846BED5-C752-3E44-EB8E-93A6C7B68B9B}"/>
                </a:ext>
              </a:extLst>
            </p:cNvPr>
            <p:cNvSpPr>
              <a:spLocks noGrp="1"/>
            </p:cNvSpPr>
            <p:nvPr/>
          </p:nvSpPr>
          <p:spPr>
            <a:xfrm>
              <a:off x="4975759" y="2493546"/>
              <a:ext cx="34011" cy="108203"/>
            </a:xfrm>
            <a:custGeom>
              <a:avLst/>
              <a:gdLst/>
              <a:ahLst/>
              <a:cxnLst/>
              <a:rect l="0" t="0" r="0" b="0"/>
              <a:pathLst>
                <a:path w="34011" h="108203">
                  <a:moveTo>
                    <a:pt x="34011" y="0"/>
                  </a:moveTo>
                  <a:lnTo>
                    <a:pt x="0" y="1082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2" name="Candidate_receptor__3341">
              <a:extLst>
                <a:ext uri="{FF2B5EF4-FFF2-40B4-BE49-F238E27FC236}">
                  <a16:creationId xmlns:a16="http://schemas.microsoft.com/office/drawing/2014/main" id="{CFC3BCE4-BA9E-FB05-B39C-DABB1ACFAF61}"/>
                </a:ext>
              </a:extLst>
            </p:cNvPr>
            <p:cNvSpPr>
              <a:spLocks noGrp="1"/>
            </p:cNvSpPr>
            <p:nvPr/>
          </p:nvSpPr>
          <p:spPr>
            <a:xfrm>
              <a:off x="5807822" y="2316224"/>
              <a:ext cx="84219" cy="21286"/>
            </a:xfrm>
            <a:custGeom>
              <a:avLst/>
              <a:gdLst/>
              <a:ahLst/>
              <a:cxnLst/>
              <a:rect l="0" t="0" r="0" b="0"/>
              <a:pathLst>
                <a:path w="84219" h="21286">
                  <a:moveTo>
                    <a:pt x="0" y="21286"/>
                  </a:moveTo>
                  <a:lnTo>
                    <a:pt x="8421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3" name="Candidate_receptor__3342">
              <a:extLst>
                <a:ext uri="{FF2B5EF4-FFF2-40B4-BE49-F238E27FC236}">
                  <a16:creationId xmlns:a16="http://schemas.microsoft.com/office/drawing/2014/main" id="{6A814265-19C5-26BC-8CCF-7779E6843CAE}"/>
                </a:ext>
              </a:extLst>
            </p:cNvPr>
            <p:cNvSpPr>
              <a:spLocks noGrp="1"/>
            </p:cNvSpPr>
            <p:nvPr/>
          </p:nvSpPr>
          <p:spPr>
            <a:xfrm>
              <a:off x="4050198" y="2492122"/>
              <a:ext cx="112876" cy="3694"/>
            </a:xfrm>
            <a:custGeom>
              <a:avLst/>
              <a:gdLst/>
              <a:ahLst/>
              <a:cxnLst/>
              <a:rect l="0" t="0" r="0" b="0"/>
              <a:pathLst>
                <a:path w="112876" h="3694">
                  <a:moveTo>
                    <a:pt x="112876" y="0"/>
                  </a:moveTo>
                  <a:lnTo>
                    <a:pt x="0" y="369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4" name="Candidate_receptor__3343">
              <a:extLst>
                <a:ext uri="{FF2B5EF4-FFF2-40B4-BE49-F238E27FC236}">
                  <a16:creationId xmlns:a16="http://schemas.microsoft.com/office/drawing/2014/main" id="{C3F79E3C-5054-91BE-ACEA-6EFAB2BD6A46}"/>
                </a:ext>
              </a:extLst>
            </p:cNvPr>
            <p:cNvSpPr>
              <a:spLocks noGrp="1"/>
            </p:cNvSpPr>
            <p:nvPr/>
          </p:nvSpPr>
          <p:spPr>
            <a:xfrm>
              <a:off x="5709538" y="1557659"/>
              <a:ext cx="13166" cy="91597"/>
            </a:xfrm>
            <a:custGeom>
              <a:avLst/>
              <a:gdLst/>
              <a:ahLst/>
              <a:cxnLst/>
              <a:rect l="0" t="0" r="0" b="0"/>
              <a:pathLst>
                <a:path w="13166" h="91597">
                  <a:moveTo>
                    <a:pt x="0" y="91597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5" name="Candidate_receptor__3344">
              <a:extLst>
                <a:ext uri="{FF2B5EF4-FFF2-40B4-BE49-F238E27FC236}">
                  <a16:creationId xmlns:a16="http://schemas.microsoft.com/office/drawing/2014/main" id="{5B61C3A5-6A66-6FD9-833C-6A24801391BA}"/>
                </a:ext>
              </a:extLst>
            </p:cNvPr>
            <p:cNvSpPr>
              <a:spLocks noGrp="1"/>
            </p:cNvSpPr>
            <p:nvPr/>
          </p:nvSpPr>
          <p:spPr>
            <a:xfrm>
              <a:off x="4163074" y="2492122"/>
              <a:ext cx="73768" cy="86332"/>
            </a:xfrm>
            <a:custGeom>
              <a:avLst/>
              <a:gdLst/>
              <a:ahLst/>
              <a:cxnLst/>
              <a:rect l="0" t="0" r="0" b="0"/>
              <a:pathLst>
                <a:path w="73768" h="86332">
                  <a:moveTo>
                    <a:pt x="73768" y="863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6" name="Candidate_receptor__3345">
              <a:extLst>
                <a:ext uri="{FF2B5EF4-FFF2-40B4-BE49-F238E27FC236}">
                  <a16:creationId xmlns:a16="http://schemas.microsoft.com/office/drawing/2014/main" id="{74EAB387-C9D7-5831-4EDB-0A51B603D646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774698"/>
              <a:ext cx="10746" cy="93620"/>
            </a:xfrm>
            <a:custGeom>
              <a:avLst/>
              <a:gdLst/>
              <a:ahLst/>
              <a:cxnLst/>
              <a:rect l="0" t="0" r="0" b="0"/>
              <a:pathLst>
                <a:path w="10746" h="93620">
                  <a:moveTo>
                    <a:pt x="0" y="0"/>
                  </a:moveTo>
                  <a:lnTo>
                    <a:pt x="10746" y="9362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7" name="Candidate_receptor__3346">
              <a:extLst>
                <a:ext uri="{FF2B5EF4-FFF2-40B4-BE49-F238E27FC236}">
                  <a16:creationId xmlns:a16="http://schemas.microsoft.com/office/drawing/2014/main" id="{DAA442A6-E23E-C240-5759-EFE996B5D099}"/>
                </a:ext>
              </a:extLst>
            </p:cNvPr>
            <p:cNvSpPr>
              <a:spLocks noGrp="1"/>
            </p:cNvSpPr>
            <p:nvPr/>
          </p:nvSpPr>
          <p:spPr>
            <a:xfrm>
              <a:off x="5391857" y="2781006"/>
              <a:ext cx="91363" cy="15159"/>
            </a:xfrm>
            <a:custGeom>
              <a:avLst/>
              <a:gdLst/>
              <a:ahLst/>
              <a:cxnLst/>
              <a:rect l="0" t="0" r="0" b="0"/>
              <a:pathLst>
                <a:path w="91363" h="15159">
                  <a:moveTo>
                    <a:pt x="0" y="0"/>
                  </a:moveTo>
                  <a:lnTo>
                    <a:pt x="91363" y="1515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8" name="Candidate_receptor__3347">
              <a:extLst>
                <a:ext uri="{FF2B5EF4-FFF2-40B4-BE49-F238E27FC236}">
                  <a16:creationId xmlns:a16="http://schemas.microsoft.com/office/drawing/2014/main" id="{BB077896-E89A-0234-1545-E92345209E48}"/>
                </a:ext>
              </a:extLst>
            </p:cNvPr>
            <p:cNvSpPr>
              <a:spLocks noGrp="1"/>
            </p:cNvSpPr>
            <p:nvPr/>
          </p:nvSpPr>
          <p:spPr>
            <a:xfrm>
              <a:off x="5624476" y="2604347"/>
              <a:ext cx="5491" cy="93813"/>
            </a:xfrm>
            <a:custGeom>
              <a:avLst/>
              <a:gdLst/>
              <a:ahLst/>
              <a:cxnLst/>
              <a:rect l="0" t="0" r="0" b="0"/>
              <a:pathLst>
                <a:path w="5491" h="93813">
                  <a:moveTo>
                    <a:pt x="5491" y="0"/>
                  </a:moveTo>
                  <a:lnTo>
                    <a:pt x="0" y="9381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49" name="Candidate_receptor__3348">
              <a:extLst>
                <a:ext uri="{FF2B5EF4-FFF2-40B4-BE49-F238E27FC236}">
                  <a16:creationId xmlns:a16="http://schemas.microsoft.com/office/drawing/2014/main" id="{562084DE-AB94-8CF8-CB96-5A9AAA0C908A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1973342"/>
              <a:ext cx="877" cy="113907"/>
            </a:xfrm>
            <a:custGeom>
              <a:avLst/>
              <a:gdLst/>
              <a:ahLst/>
              <a:cxnLst/>
              <a:rect l="0" t="0" r="0" b="0"/>
              <a:pathLst>
                <a:path w="877" h="113907">
                  <a:moveTo>
                    <a:pt x="0" y="113907"/>
                  </a:moveTo>
                  <a:lnTo>
                    <a:pt x="8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0" name="Candidate_receptor__3349">
              <a:extLst>
                <a:ext uri="{FF2B5EF4-FFF2-40B4-BE49-F238E27FC236}">
                  <a16:creationId xmlns:a16="http://schemas.microsoft.com/office/drawing/2014/main" id="{FCD144C5-FBB4-8204-25C6-B0C7AA1E7F2D}"/>
                </a:ext>
              </a:extLst>
            </p:cNvPr>
            <p:cNvSpPr>
              <a:spLocks noGrp="1"/>
            </p:cNvSpPr>
            <p:nvPr/>
          </p:nvSpPr>
          <p:spPr>
            <a:xfrm>
              <a:off x="4982219" y="3857520"/>
              <a:ext cx="81501" cy="67138"/>
            </a:xfrm>
            <a:custGeom>
              <a:avLst/>
              <a:gdLst/>
              <a:ahLst/>
              <a:cxnLst/>
              <a:rect l="0" t="0" r="0" b="0"/>
              <a:pathLst>
                <a:path w="81501" h="67138">
                  <a:moveTo>
                    <a:pt x="0" y="67138"/>
                  </a:moveTo>
                  <a:lnTo>
                    <a:pt x="815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1" name="Candidate_receptor__3350">
              <a:extLst>
                <a:ext uri="{FF2B5EF4-FFF2-40B4-BE49-F238E27FC236}">
                  <a16:creationId xmlns:a16="http://schemas.microsoft.com/office/drawing/2014/main" id="{DD400919-93F6-C816-83AF-E7E74AC19609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9061"/>
              <a:ext cx="49050" cy="56531"/>
            </a:xfrm>
            <a:custGeom>
              <a:avLst/>
              <a:gdLst/>
              <a:ahLst/>
              <a:cxnLst/>
              <a:rect l="0" t="0" r="0" b="0"/>
              <a:pathLst>
                <a:path w="49050" h="56531">
                  <a:moveTo>
                    <a:pt x="0" y="56531"/>
                  </a:moveTo>
                  <a:lnTo>
                    <a:pt x="4905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2" name="Candidate_receptor__3351">
              <a:extLst>
                <a:ext uri="{FF2B5EF4-FFF2-40B4-BE49-F238E27FC236}">
                  <a16:creationId xmlns:a16="http://schemas.microsoft.com/office/drawing/2014/main" id="{5D142A4E-5225-981A-7354-9033EA48D552}"/>
                </a:ext>
              </a:extLst>
            </p:cNvPr>
            <p:cNvSpPr>
              <a:spLocks noGrp="1"/>
            </p:cNvSpPr>
            <p:nvPr/>
          </p:nvSpPr>
          <p:spPr>
            <a:xfrm>
              <a:off x="4585705" y="3083752"/>
              <a:ext cx="71636" cy="89006"/>
            </a:xfrm>
            <a:custGeom>
              <a:avLst/>
              <a:gdLst/>
              <a:ahLst/>
              <a:cxnLst/>
              <a:rect l="0" t="0" r="0" b="0"/>
              <a:pathLst>
                <a:path w="71636" h="89006">
                  <a:moveTo>
                    <a:pt x="71636" y="0"/>
                  </a:moveTo>
                  <a:lnTo>
                    <a:pt x="0" y="890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3" name="Candidate_receptor__3352">
              <a:extLst>
                <a:ext uri="{FF2B5EF4-FFF2-40B4-BE49-F238E27FC236}">
                  <a16:creationId xmlns:a16="http://schemas.microsoft.com/office/drawing/2014/main" id="{412D273B-3657-54C6-93AB-C68FD28F8E7D}"/>
                </a:ext>
              </a:extLst>
            </p:cNvPr>
            <p:cNvSpPr>
              <a:spLocks noGrp="1"/>
            </p:cNvSpPr>
            <p:nvPr/>
          </p:nvSpPr>
          <p:spPr>
            <a:xfrm>
              <a:off x="5892041" y="2316224"/>
              <a:ext cx="60325" cy="81485"/>
            </a:xfrm>
            <a:custGeom>
              <a:avLst/>
              <a:gdLst/>
              <a:ahLst/>
              <a:cxnLst/>
              <a:rect l="0" t="0" r="0" b="0"/>
              <a:pathLst>
                <a:path w="60325" h="81485">
                  <a:moveTo>
                    <a:pt x="0" y="0"/>
                  </a:moveTo>
                  <a:lnTo>
                    <a:pt x="60325" y="8148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4" name="Candidate_receptor__3353">
              <a:extLst>
                <a:ext uri="{FF2B5EF4-FFF2-40B4-BE49-F238E27FC236}">
                  <a16:creationId xmlns:a16="http://schemas.microsoft.com/office/drawing/2014/main" id="{6A54C28B-D6CD-A672-0560-7DE0646FCCA2}"/>
                </a:ext>
              </a:extLst>
            </p:cNvPr>
            <p:cNvSpPr>
              <a:spLocks noGrp="1"/>
            </p:cNvSpPr>
            <p:nvPr/>
          </p:nvSpPr>
          <p:spPr>
            <a:xfrm>
              <a:off x="4717475" y="2277101"/>
              <a:ext cx="92017" cy="8603"/>
            </a:xfrm>
            <a:custGeom>
              <a:avLst/>
              <a:gdLst/>
              <a:ahLst/>
              <a:cxnLst/>
              <a:rect l="0" t="0" r="0" b="0"/>
              <a:pathLst>
                <a:path w="92017" h="8603">
                  <a:moveTo>
                    <a:pt x="0" y="0"/>
                  </a:moveTo>
                  <a:lnTo>
                    <a:pt x="92017" y="8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5" name="Candidate_receptor__3354">
              <a:extLst>
                <a:ext uri="{FF2B5EF4-FFF2-40B4-BE49-F238E27FC236}">
                  <a16:creationId xmlns:a16="http://schemas.microsoft.com/office/drawing/2014/main" id="{FC929F34-DE0C-D2FB-1D61-6D7C42732147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81986" cy="55503"/>
            </a:xfrm>
            <a:custGeom>
              <a:avLst/>
              <a:gdLst/>
              <a:ahLst/>
              <a:cxnLst/>
              <a:rect l="0" t="0" r="0" b="0"/>
              <a:pathLst>
                <a:path w="81986" h="55503">
                  <a:moveTo>
                    <a:pt x="81986" y="55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6" name="Candidate_receptor__3355">
              <a:extLst>
                <a:ext uri="{FF2B5EF4-FFF2-40B4-BE49-F238E27FC236}">
                  <a16:creationId xmlns:a16="http://schemas.microsoft.com/office/drawing/2014/main" id="{066CA77D-354E-F45A-8038-4786AEAB9916}"/>
                </a:ext>
              </a:extLst>
            </p:cNvPr>
            <p:cNvSpPr>
              <a:spLocks noGrp="1"/>
            </p:cNvSpPr>
            <p:nvPr/>
          </p:nvSpPr>
          <p:spPr>
            <a:xfrm>
              <a:off x="5670777" y="1649255"/>
              <a:ext cx="38761" cy="59757"/>
            </a:xfrm>
            <a:custGeom>
              <a:avLst/>
              <a:gdLst/>
              <a:ahLst/>
              <a:cxnLst/>
              <a:rect l="0" t="0" r="0" b="0"/>
              <a:pathLst>
                <a:path w="38761" h="59757">
                  <a:moveTo>
                    <a:pt x="0" y="59757"/>
                  </a:moveTo>
                  <a:lnTo>
                    <a:pt x="3876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7" name="Candidate_receptor__3356">
              <a:extLst>
                <a:ext uri="{FF2B5EF4-FFF2-40B4-BE49-F238E27FC236}">
                  <a16:creationId xmlns:a16="http://schemas.microsoft.com/office/drawing/2014/main" id="{130A2E2B-7FFA-7FC7-6B32-DCFE9CFB499B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34094" cy="89408"/>
            </a:xfrm>
            <a:custGeom>
              <a:avLst/>
              <a:gdLst/>
              <a:ahLst/>
              <a:cxnLst/>
              <a:rect l="0" t="0" r="0" b="0"/>
              <a:pathLst>
                <a:path w="34094" h="89408">
                  <a:moveTo>
                    <a:pt x="0" y="0"/>
                  </a:moveTo>
                  <a:lnTo>
                    <a:pt x="34094" y="8940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8" name="Candidate_receptor__3357">
              <a:extLst>
                <a:ext uri="{FF2B5EF4-FFF2-40B4-BE49-F238E27FC236}">
                  <a16:creationId xmlns:a16="http://schemas.microsoft.com/office/drawing/2014/main" id="{A1CD1A63-62D8-556F-F70C-2CD78620A38A}"/>
                </a:ext>
              </a:extLst>
            </p:cNvPr>
            <p:cNvSpPr>
              <a:spLocks noGrp="1"/>
            </p:cNvSpPr>
            <p:nvPr/>
          </p:nvSpPr>
          <p:spPr>
            <a:xfrm>
              <a:off x="5060509" y="3451199"/>
              <a:ext cx="25854" cy="43276"/>
            </a:xfrm>
            <a:custGeom>
              <a:avLst/>
              <a:gdLst/>
              <a:ahLst/>
              <a:cxnLst/>
              <a:rect l="0" t="0" r="0" b="0"/>
              <a:pathLst>
                <a:path w="25854" h="43276">
                  <a:moveTo>
                    <a:pt x="25854" y="0"/>
                  </a:moveTo>
                  <a:lnTo>
                    <a:pt x="0" y="432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9" name="Candidate_receptor__3358">
              <a:extLst>
                <a:ext uri="{FF2B5EF4-FFF2-40B4-BE49-F238E27FC236}">
                  <a16:creationId xmlns:a16="http://schemas.microsoft.com/office/drawing/2014/main" id="{C3FA2CE1-2465-051C-350F-50CCF5E15ED8}"/>
                </a:ext>
              </a:extLst>
            </p:cNvPr>
            <p:cNvSpPr>
              <a:spLocks noGrp="1"/>
            </p:cNvSpPr>
            <p:nvPr/>
          </p:nvSpPr>
          <p:spPr>
            <a:xfrm>
              <a:off x="4869237" y="3157289"/>
              <a:ext cx="62004" cy="95646"/>
            </a:xfrm>
            <a:custGeom>
              <a:avLst/>
              <a:gdLst/>
              <a:ahLst/>
              <a:cxnLst/>
              <a:rect l="0" t="0" r="0" b="0"/>
              <a:pathLst>
                <a:path w="62004" h="95646">
                  <a:moveTo>
                    <a:pt x="0" y="0"/>
                  </a:moveTo>
                  <a:lnTo>
                    <a:pt x="62004" y="9564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0" name="Candidate_receptor__3359">
              <a:extLst>
                <a:ext uri="{FF2B5EF4-FFF2-40B4-BE49-F238E27FC236}">
                  <a16:creationId xmlns:a16="http://schemas.microsoft.com/office/drawing/2014/main" id="{20A83EFE-3032-2357-0590-DF5C2959A6C6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39135" cy="79228"/>
            </a:xfrm>
            <a:custGeom>
              <a:avLst/>
              <a:gdLst/>
              <a:ahLst/>
              <a:cxnLst/>
              <a:rect l="0" t="0" r="0" b="0"/>
              <a:pathLst>
                <a:path w="39135" h="79228">
                  <a:moveTo>
                    <a:pt x="39135" y="792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1" name="Candidate_receptor__3360">
              <a:extLst>
                <a:ext uri="{FF2B5EF4-FFF2-40B4-BE49-F238E27FC236}">
                  <a16:creationId xmlns:a16="http://schemas.microsoft.com/office/drawing/2014/main" id="{1C5D79B8-181E-F368-B59F-71504280763D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470914"/>
              <a:ext cx="19705" cy="22454"/>
            </a:xfrm>
            <a:custGeom>
              <a:avLst/>
              <a:gdLst/>
              <a:ahLst/>
              <a:cxnLst/>
              <a:rect l="0" t="0" r="0" b="0"/>
              <a:pathLst>
                <a:path w="19705" h="22454">
                  <a:moveTo>
                    <a:pt x="0" y="0"/>
                  </a:moveTo>
                  <a:lnTo>
                    <a:pt x="19705" y="2245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2" name="Candidate_receptor__3361">
              <a:extLst>
                <a:ext uri="{FF2B5EF4-FFF2-40B4-BE49-F238E27FC236}">
                  <a16:creationId xmlns:a16="http://schemas.microsoft.com/office/drawing/2014/main" id="{B6F8CADC-E264-D00E-FE6B-19BD9A6F2872}"/>
                </a:ext>
              </a:extLst>
            </p:cNvPr>
            <p:cNvSpPr>
              <a:spLocks noGrp="1"/>
            </p:cNvSpPr>
            <p:nvPr/>
          </p:nvSpPr>
          <p:spPr>
            <a:xfrm>
              <a:off x="5983165" y="2235455"/>
              <a:ext cx="71211" cy="47904"/>
            </a:xfrm>
            <a:custGeom>
              <a:avLst/>
              <a:gdLst/>
              <a:ahLst/>
              <a:cxnLst/>
              <a:rect l="0" t="0" r="0" b="0"/>
              <a:pathLst>
                <a:path w="71211" h="47904">
                  <a:moveTo>
                    <a:pt x="0" y="0"/>
                  </a:moveTo>
                  <a:lnTo>
                    <a:pt x="71211" y="479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3" name="Candidate_receptor__3362">
              <a:extLst>
                <a:ext uri="{FF2B5EF4-FFF2-40B4-BE49-F238E27FC236}">
                  <a16:creationId xmlns:a16="http://schemas.microsoft.com/office/drawing/2014/main" id="{4F46895F-A400-8895-8203-43FE0178408C}"/>
                </a:ext>
              </a:extLst>
            </p:cNvPr>
            <p:cNvSpPr>
              <a:spLocks noGrp="1"/>
            </p:cNvSpPr>
            <p:nvPr/>
          </p:nvSpPr>
          <p:spPr>
            <a:xfrm>
              <a:off x="5673447" y="3648212"/>
              <a:ext cx="87574" cy="74325"/>
            </a:xfrm>
            <a:custGeom>
              <a:avLst/>
              <a:gdLst/>
              <a:ahLst/>
              <a:cxnLst/>
              <a:rect l="0" t="0" r="0" b="0"/>
              <a:pathLst>
                <a:path w="87574" h="74325">
                  <a:moveTo>
                    <a:pt x="87574" y="0"/>
                  </a:moveTo>
                  <a:lnTo>
                    <a:pt x="0" y="7432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4" name="Candidate_receptor__3363">
              <a:extLst>
                <a:ext uri="{FF2B5EF4-FFF2-40B4-BE49-F238E27FC236}">
                  <a16:creationId xmlns:a16="http://schemas.microsoft.com/office/drawing/2014/main" id="{8578E90A-30E5-6934-02A6-CFA40AB90FB1}"/>
                </a:ext>
              </a:extLst>
            </p:cNvPr>
            <p:cNvSpPr>
              <a:spLocks noGrp="1"/>
            </p:cNvSpPr>
            <p:nvPr/>
          </p:nvSpPr>
          <p:spPr>
            <a:xfrm>
              <a:off x="4674605" y="2826952"/>
              <a:ext cx="89819" cy="1702"/>
            </a:xfrm>
            <a:custGeom>
              <a:avLst/>
              <a:gdLst/>
              <a:ahLst/>
              <a:cxnLst/>
              <a:rect l="0" t="0" r="0" b="0"/>
              <a:pathLst>
                <a:path w="89819" h="1702">
                  <a:moveTo>
                    <a:pt x="0" y="1702"/>
                  </a:moveTo>
                  <a:lnTo>
                    <a:pt x="8981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5" name="Candidate_receptor__3364">
              <a:extLst>
                <a:ext uri="{FF2B5EF4-FFF2-40B4-BE49-F238E27FC236}">
                  <a16:creationId xmlns:a16="http://schemas.microsoft.com/office/drawing/2014/main" id="{DF840271-D720-3D73-5252-0AA440E6001D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664841"/>
              <a:ext cx="10534" cy="109858"/>
            </a:xfrm>
            <a:custGeom>
              <a:avLst/>
              <a:gdLst/>
              <a:ahLst/>
              <a:cxnLst/>
              <a:rect l="0" t="0" r="0" b="0"/>
              <a:pathLst>
                <a:path w="10534" h="109858">
                  <a:moveTo>
                    <a:pt x="10534" y="0"/>
                  </a:moveTo>
                  <a:lnTo>
                    <a:pt x="0" y="10985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6" name="Candidate_receptor__3365">
              <a:extLst>
                <a:ext uri="{FF2B5EF4-FFF2-40B4-BE49-F238E27FC236}">
                  <a16:creationId xmlns:a16="http://schemas.microsoft.com/office/drawing/2014/main" id="{89358BB6-40FD-DF93-57C8-C9620C961BF9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78982"/>
              <a:ext cx="53546" cy="70908"/>
            </a:xfrm>
            <a:custGeom>
              <a:avLst/>
              <a:gdLst/>
              <a:ahLst/>
              <a:cxnLst/>
              <a:rect l="0" t="0" r="0" b="0"/>
              <a:pathLst>
                <a:path w="53546" h="70908">
                  <a:moveTo>
                    <a:pt x="53546" y="70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7" name="Candidate_receptor__3366">
              <a:extLst>
                <a:ext uri="{FF2B5EF4-FFF2-40B4-BE49-F238E27FC236}">
                  <a16:creationId xmlns:a16="http://schemas.microsoft.com/office/drawing/2014/main" id="{2D95E3B5-90DA-56A9-C4B9-CDD440A2FEF6}"/>
                </a:ext>
              </a:extLst>
            </p:cNvPr>
            <p:cNvSpPr>
              <a:spLocks noGrp="1"/>
            </p:cNvSpPr>
            <p:nvPr/>
          </p:nvSpPr>
          <p:spPr>
            <a:xfrm>
              <a:off x="5175298" y="2433744"/>
              <a:ext cx="83033" cy="70370"/>
            </a:xfrm>
            <a:custGeom>
              <a:avLst/>
              <a:gdLst/>
              <a:ahLst/>
              <a:cxnLst/>
              <a:rect l="0" t="0" r="0" b="0"/>
              <a:pathLst>
                <a:path w="83033" h="70370">
                  <a:moveTo>
                    <a:pt x="83033" y="70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8" name="Candidate_receptor__3367">
              <a:extLst>
                <a:ext uri="{FF2B5EF4-FFF2-40B4-BE49-F238E27FC236}">
                  <a16:creationId xmlns:a16="http://schemas.microsoft.com/office/drawing/2014/main" id="{91391AE8-4616-5902-9C08-E04697B90F0D}"/>
                </a:ext>
              </a:extLst>
            </p:cNvPr>
            <p:cNvSpPr>
              <a:spLocks noGrp="1"/>
            </p:cNvSpPr>
            <p:nvPr/>
          </p:nvSpPr>
          <p:spPr>
            <a:xfrm>
              <a:off x="5490361" y="1722648"/>
              <a:ext cx="51044" cy="4949"/>
            </a:xfrm>
            <a:custGeom>
              <a:avLst/>
              <a:gdLst/>
              <a:ahLst/>
              <a:cxnLst/>
              <a:rect l="0" t="0" r="0" b="0"/>
              <a:pathLst>
                <a:path w="51044" h="4949">
                  <a:moveTo>
                    <a:pt x="0" y="0"/>
                  </a:moveTo>
                  <a:lnTo>
                    <a:pt x="51044" y="494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69" name="Candidate_receptor__3368">
              <a:extLst>
                <a:ext uri="{FF2B5EF4-FFF2-40B4-BE49-F238E27FC236}">
                  <a16:creationId xmlns:a16="http://schemas.microsoft.com/office/drawing/2014/main" id="{73ACE555-CB8B-0B48-40C0-135FD1BF0213}"/>
                </a:ext>
              </a:extLst>
            </p:cNvPr>
            <p:cNvSpPr>
              <a:spLocks noGrp="1"/>
            </p:cNvSpPr>
            <p:nvPr/>
          </p:nvSpPr>
          <p:spPr>
            <a:xfrm>
              <a:off x="4491822" y="2205321"/>
              <a:ext cx="58812" cy="47589"/>
            </a:xfrm>
            <a:custGeom>
              <a:avLst/>
              <a:gdLst/>
              <a:ahLst/>
              <a:cxnLst/>
              <a:rect l="0" t="0" r="0" b="0"/>
              <a:pathLst>
                <a:path w="58812" h="47589">
                  <a:moveTo>
                    <a:pt x="58812" y="475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70" name="Candidate_receptor__3369">
              <a:extLst>
                <a:ext uri="{FF2B5EF4-FFF2-40B4-BE49-F238E27FC236}">
                  <a16:creationId xmlns:a16="http://schemas.microsoft.com/office/drawing/2014/main" id="{B6F9B755-9DEA-4ECA-8B27-A653B083F982}"/>
                </a:ext>
              </a:extLst>
            </p:cNvPr>
            <p:cNvSpPr>
              <a:spLocks noGrp="1"/>
            </p:cNvSpPr>
            <p:nvPr/>
          </p:nvSpPr>
          <p:spPr>
            <a:xfrm>
              <a:off x="4236843" y="2538071"/>
              <a:ext cx="101896" cy="40382"/>
            </a:xfrm>
            <a:custGeom>
              <a:avLst/>
              <a:gdLst/>
              <a:ahLst/>
              <a:cxnLst/>
              <a:rect l="0" t="0" r="0" b="0"/>
              <a:pathLst>
                <a:path w="101896" h="40382">
                  <a:moveTo>
                    <a:pt x="101896" y="0"/>
                  </a:moveTo>
                  <a:lnTo>
                    <a:pt x="0" y="40382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3371" name="Candidate_receptor__3370">
              <a:extLst>
                <a:ext uri="{FF2B5EF4-FFF2-40B4-BE49-F238E27FC236}">
                  <a16:creationId xmlns:a16="http://schemas.microsoft.com/office/drawing/2014/main" id="{B1541490-4F51-392A-444B-B797597B4D6B}"/>
                </a:ext>
              </a:extLst>
            </p:cNvPr>
            <p:cNvSpPr>
              <a:spLocks noGrp="1"/>
            </p:cNvSpPr>
            <p:nvPr/>
          </p:nvSpPr>
          <p:spPr>
            <a:xfrm>
              <a:off x="4484641" y="3667296"/>
              <a:ext cx="57994" cy="71855"/>
            </a:xfrm>
            <a:custGeom>
              <a:avLst/>
              <a:gdLst/>
              <a:ahLst/>
              <a:cxnLst/>
              <a:rect l="0" t="0" r="0" b="0"/>
              <a:pathLst>
                <a:path w="57994" h="71855">
                  <a:moveTo>
                    <a:pt x="57994" y="0"/>
                  </a:moveTo>
                  <a:lnTo>
                    <a:pt x="0" y="71855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72" name="Candidate_receptor__3371">
              <a:extLst>
                <a:ext uri="{FF2B5EF4-FFF2-40B4-BE49-F238E27FC236}">
                  <a16:creationId xmlns:a16="http://schemas.microsoft.com/office/drawing/2014/main" id="{421D370A-5721-0B11-DA61-850ADF102EF1}"/>
                </a:ext>
              </a:extLst>
            </p:cNvPr>
            <p:cNvSpPr>
              <a:spLocks noGrp="1"/>
            </p:cNvSpPr>
            <p:nvPr/>
          </p:nvSpPr>
          <p:spPr>
            <a:xfrm>
              <a:off x="4809493" y="2223155"/>
              <a:ext cx="90621" cy="62549"/>
            </a:xfrm>
            <a:custGeom>
              <a:avLst/>
              <a:gdLst/>
              <a:ahLst/>
              <a:cxnLst/>
              <a:rect l="0" t="0" r="0" b="0"/>
              <a:pathLst>
                <a:path w="90621" h="62549">
                  <a:moveTo>
                    <a:pt x="0" y="62549"/>
                  </a:moveTo>
                  <a:lnTo>
                    <a:pt x="90621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3373" name="Candidate_receptor__3372">
              <a:extLst>
                <a:ext uri="{FF2B5EF4-FFF2-40B4-BE49-F238E27FC236}">
                  <a16:creationId xmlns:a16="http://schemas.microsoft.com/office/drawing/2014/main" id="{ABD92B2F-4D30-19CA-12EB-99A2E7381C46}"/>
                </a:ext>
              </a:extLst>
            </p:cNvPr>
            <p:cNvSpPr>
              <a:spLocks noGrp="1"/>
            </p:cNvSpPr>
            <p:nvPr/>
          </p:nvSpPr>
          <p:spPr>
            <a:xfrm>
              <a:off x="4032365" y="2863254"/>
              <a:ext cx="91880" cy="69841"/>
            </a:xfrm>
            <a:custGeom>
              <a:avLst/>
              <a:gdLst/>
              <a:ahLst/>
              <a:cxnLst/>
              <a:rect l="0" t="0" r="0" b="0"/>
              <a:pathLst>
                <a:path w="91880" h="69841">
                  <a:moveTo>
                    <a:pt x="91880" y="69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4" name="Candidate_receptor__3373">
              <a:extLst>
                <a:ext uri="{FF2B5EF4-FFF2-40B4-BE49-F238E27FC236}">
                  <a16:creationId xmlns:a16="http://schemas.microsoft.com/office/drawing/2014/main" id="{C37C8CD9-CB8D-C908-511F-0643F3E13C9B}"/>
                </a:ext>
              </a:extLst>
            </p:cNvPr>
            <p:cNvSpPr>
              <a:spLocks noGrp="1"/>
            </p:cNvSpPr>
            <p:nvPr/>
          </p:nvSpPr>
          <p:spPr>
            <a:xfrm>
              <a:off x="5560998" y="1614107"/>
              <a:ext cx="38871" cy="9137"/>
            </a:xfrm>
            <a:custGeom>
              <a:avLst/>
              <a:gdLst/>
              <a:ahLst/>
              <a:cxnLst/>
              <a:rect l="0" t="0" r="0" b="0"/>
              <a:pathLst>
                <a:path w="38871" h="9137">
                  <a:moveTo>
                    <a:pt x="0" y="0"/>
                  </a:moveTo>
                  <a:lnTo>
                    <a:pt x="38871" y="913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5" name="Candidate_receptor__3374">
              <a:extLst>
                <a:ext uri="{FF2B5EF4-FFF2-40B4-BE49-F238E27FC236}">
                  <a16:creationId xmlns:a16="http://schemas.microsoft.com/office/drawing/2014/main" id="{503D9F93-4A33-E308-E15F-97180BF7C4E1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70598" cy="17690"/>
            </a:xfrm>
            <a:custGeom>
              <a:avLst/>
              <a:gdLst/>
              <a:ahLst/>
              <a:cxnLst/>
              <a:rect l="0" t="0" r="0" b="0"/>
              <a:pathLst>
                <a:path w="70598" h="17690">
                  <a:moveTo>
                    <a:pt x="70598" y="176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6" name="Candidate_receptor__3375">
              <a:extLst>
                <a:ext uri="{FF2B5EF4-FFF2-40B4-BE49-F238E27FC236}">
                  <a16:creationId xmlns:a16="http://schemas.microsoft.com/office/drawing/2014/main" id="{1B53C534-1FB7-76C6-DFF8-4AE0A55D7D60}"/>
                </a:ext>
              </a:extLst>
            </p:cNvPr>
            <p:cNvSpPr>
              <a:spLocks noGrp="1"/>
            </p:cNvSpPr>
            <p:nvPr/>
          </p:nvSpPr>
          <p:spPr>
            <a:xfrm>
              <a:off x="4542635" y="3583724"/>
              <a:ext cx="5136" cy="83572"/>
            </a:xfrm>
            <a:custGeom>
              <a:avLst/>
              <a:gdLst/>
              <a:ahLst/>
              <a:cxnLst/>
              <a:rect l="0" t="0" r="0" b="0"/>
              <a:pathLst>
                <a:path w="5136" h="83572">
                  <a:moveTo>
                    <a:pt x="5136" y="0"/>
                  </a:moveTo>
                  <a:lnTo>
                    <a:pt x="0" y="83572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77" name="Candidate_receptor__3376">
              <a:extLst>
                <a:ext uri="{FF2B5EF4-FFF2-40B4-BE49-F238E27FC236}">
                  <a16:creationId xmlns:a16="http://schemas.microsoft.com/office/drawing/2014/main" id="{FFA24855-58A2-D90C-4A1A-52F867C1AFA9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2087249"/>
              <a:ext cx="101783" cy="28528"/>
            </a:xfrm>
            <a:custGeom>
              <a:avLst/>
              <a:gdLst/>
              <a:ahLst/>
              <a:cxnLst/>
              <a:rect l="0" t="0" r="0" b="0"/>
              <a:pathLst>
                <a:path w="101783" h="28528">
                  <a:moveTo>
                    <a:pt x="101783" y="285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78" name="Candidate_receptor__3377">
              <a:extLst>
                <a:ext uri="{FF2B5EF4-FFF2-40B4-BE49-F238E27FC236}">
                  <a16:creationId xmlns:a16="http://schemas.microsoft.com/office/drawing/2014/main" id="{35EFEE8F-8DA1-659A-8A5D-567873F093A9}"/>
                </a:ext>
              </a:extLst>
            </p:cNvPr>
            <p:cNvSpPr>
              <a:spLocks noGrp="1"/>
            </p:cNvSpPr>
            <p:nvPr/>
          </p:nvSpPr>
          <p:spPr>
            <a:xfrm>
              <a:off x="6071299" y="3157083"/>
              <a:ext cx="31336" cy="98857"/>
            </a:xfrm>
            <a:custGeom>
              <a:avLst/>
              <a:gdLst/>
              <a:ahLst/>
              <a:cxnLst/>
              <a:rect l="0" t="0" r="0" b="0"/>
              <a:pathLst>
                <a:path w="31336" h="98857">
                  <a:moveTo>
                    <a:pt x="0" y="98857"/>
                  </a:moveTo>
                  <a:lnTo>
                    <a:pt x="3133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9" name="Candidate_receptor__3378">
              <a:extLst>
                <a:ext uri="{FF2B5EF4-FFF2-40B4-BE49-F238E27FC236}">
                  <a16:creationId xmlns:a16="http://schemas.microsoft.com/office/drawing/2014/main" id="{FF82B995-4C3F-8ADC-FCC1-9F17A93582CA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223359"/>
              <a:ext cx="47747" cy="56569"/>
            </a:xfrm>
            <a:custGeom>
              <a:avLst/>
              <a:gdLst/>
              <a:ahLst/>
              <a:cxnLst/>
              <a:rect l="0" t="0" r="0" b="0"/>
              <a:pathLst>
                <a:path w="47747" h="56569">
                  <a:moveTo>
                    <a:pt x="0" y="0"/>
                  </a:moveTo>
                  <a:lnTo>
                    <a:pt x="47747" y="5656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0" name="Candidate_receptor__3379">
              <a:extLst>
                <a:ext uri="{FF2B5EF4-FFF2-40B4-BE49-F238E27FC236}">
                  <a16:creationId xmlns:a16="http://schemas.microsoft.com/office/drawing/2014/main" id="{D9A8B407-1E93-D39A-A2B8-E5C612230823}"/>
                </a:ext>
              </a:extLst>
            </p:cNvPr>
            <p:cNvSpPr>
              <a:spLocks noGrp="1"/>
            </p:cNvSpPr>
            <p:nvPr/>
          </p:nvSpPr>
          <p:spPr>
            <a:xfrm>
              <a:off x="5802140" y="2424249"/>
              <a:ext cx="1469" cy="25449"/>
            </a:xfrm>
            <a:custGeom>
              <a:avLst/>
              <a:gdLst/>
              <a:ahLst/>
              <a:cxnLst/>
              <a:rect l="0" t="0" r="0" b="0"/>
              <a:pathLst>
                <a:path w="1469" h="25449">
                  <a:moveTo>
                    <a:pt x="0" y="0"/>
                  </a:moveTo>
                  <a:lnTo>
                    <a:pt x="1469" y="2544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1" name="Candidate_receptor__3380">
              <a:extLst>
                <a:ext uri="{FF2B5EF4-FFF2-40B4-BE49-F238E27FC236}">
                  <a16:creationId xmlns:a16="http://schemas.microsoft.com/office/drawing/2014/main" id="{C104B243-83D4-F2D7-E263-FCFDEA7D553C}"/>
                </a:ext>
              </a:extLst>
            </p:cNvPr>
            <p:cNvSpPr>
              <a:spLocks noGrp="1"/>
            </p:cNvSpPr>
            <p:nvPr/>
          </p:nvSpPr>
          <p:spPr>
            <a:xfrm>
              <a:off x="4383049" y="3739151"/>
              <a:ext cx="101592" cy="34761"/>
            </a:xfrm>
            <a:custGeom>
              <a:avLst/>
              <a:gdLst/>
              <a:ahLst/>
              <a:cxnLst/>
              <a:rect l="0" t="0" r="0" b="0"/>
              <a:pathLst>
                <a:path w="101592" h="34761">
                  <a:moveTo>
                    <a:pt x="101592" y="0"/>
                  </a:moveTo>
                  <a:lnTo>
                    <a:pt x="0" y="3476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2" name="Candidate_receptor__3381">
              <a:extLst>
                <a:ext uri="{FF2B5EF4-FFF2-40B4-BE49-F238E27FC236}">
                  <a16:creationId xmlns:a16="http://schemas.microsoft.com/office/drawing/2014/main" id="{DD8368CD-1BAB-653D-E808-31D231A4B05A}"/>
                </a:ext>
              </a:extLst>
            </p:cNvPr>
            <p:cNvSpPr>
              <a:spLocks noGrp="1"/>
            </p:cNvSpPr>
            <p:nvPr/>
          </p:nvSpPr>
          <p:spPr>
            <a:xfrm>
              <a:off x="4805298" y="2061997"/>
              <a:ext cx="108735" cy="20673"/>
            </a:xfrm>
            <a:custGeom>
              <a:avLst/>
              <a:gdLst/>
              <a:ahLst/>
              <a:cxnLst/>
              <a:rect l="0" t="0" r="0" b="0"/>
              <a:pathLst>
                <a:path w="108735" h="20673">
                  <a:moveTo>
                    <a:pt x="0" y="0"/>
                  </a:moveTo>
                  <a:lnTo>
                    <a:pt x="108735" y="20673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3" name="Candidate_receptor__3382">
              <a:extLst>
                <a:ext uri="{FF2B5EF4-FFF2-40B4-BE49-F238E27FC236}">
                  <a16:creationId xmlns:a16="http://schemas.microsoft.com/office/drawing/2014/main" id="{5551B83D-42A6-AAA2-A256-EA18263CC610}"/>
                </a:ext>
              </a:extLst>
            </p:cNvPr>
            <p:cNvSpPr>
              <a:spLocks noGrp="1"/>
            </p:cNvSpPr>
            <p:nvPr/>
          </p:nvSpPr>
          <p:spPr>
            <a:xfrm>
              <a:off x="5063719" y="3749890"/>
              <a:ext cx="23386" cy="107630"/>
            </a:xfrm>
            <a:custGeom>
              <a:avLst/>
              <a:gdLst/>
              <a:ahLst/>
              <a:cxnLst/>
              <a:rect l="0" t="0" r="0" b="0"/>
              <a:pathLst>
                <a:path w="23386" h="107630">
                  <a:moveTo>
                    <a:pt x="0" y="107630"/>
                  </a:moveTo>
                  <a:lnTo>
                    <a:pt x="2338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4" name="Candidate_receptor__3383">
              <a:extLst>
                <a:ext uri="{FF2B5EF4-FFF2-40B4-BE49-F238E27FC236}">
                  <a16:creationId xmlns:a16="http://schemas.microsoft.com/office/drawing/2014/main" id="{A33C35C2-A22A-AF37-0650-436D6D3589A5}"/>
                </a:ext>
              </a:extLst>
            </p:cNvPr>
            <p:cNvSpPr>
              <a:spLocks noGrp="1"/>
            </p:cNvSpPr>
            <p:nvPr/>
          </p:nvSpPr>
          <p:spPr>
            <a:xfrm>
              <a:off x="4728474" y="3639605"/>
              <a:ext cx="113430" cy="16393"/>
            </a:xfrm>
            <a:custGeom>
              <a:avLst/>
              <a:gdLst/>
              <a:ahLst/>
              <a:cxnLst/>
              <a:rect l="0" t="0" r="0" b="0"/>
              <a:pathLst>
                <a:path w="113430" h="16393">
                  <a:moveTo>
                    <a:pt x="113430" y="163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5" name="Candidate_receptor__3384">
              <a:extLst>
                <a:ext uri="{FF2B5EF4-FFF2-40B4-BE49-F238E27FC236}">
                  <a16:creationId xmlns:a16="http://schemas.microsoft.com/office/drawing/2014/main" id="{C577FF71-A405-6761-0277-87D5A9177373}"/>
                </a:ext>
              </a:extLst>
            </p:cNvPr>
            <p:cNvSpPr>
              <a:spLocks noGrp="1"/>
            </p:cNvSpPr>
            <p:nvPr/>
          </p:nvSpPr>
          <p:spPr>
            <a:xfrm>
              <a:off x="5856407" y="3635627"/>
              <a:ext cx="87854" cy="50705"/>
            </a:xfrm>
            <a:custGeom>
              <a:avLst/>
              <a:gdLst/>
              <a:ahLst/>
              <a:cxnLst/>
              <a:rect l="0" t="0" r="0" b="0"/>
              <a:pathLst>
                <a:path w="87854" h="50705">
                  <a:moveTo>
                    <a:pt x="87854" y="0"/>
                  </a:moveTo>
                  <a:lnTo>
                    <a:pt x="0" y="5070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6" name="Candidate_receptor__3385">
              <a:extLst>
                <a:ext uri="{FF2B5EF4-FFF2-40B4-BE49-F238E27FC236}">
                  <a16:creationId xmlns:a16="http://schemas.microsoft.com/office/drawing/2014/main" id="{CB5B9AC7-5ECE-A4FE-316A-E0C6031CBC9E}"/>
                </a:ext>
              </a:extLst>
            </p:cNvPr>
            <p:cNvSpPr>
              <a:spLocks noGrp="1"/>
            </p:cNvSpPr>
            <p:nvPr/>
          </p:nvSpPr>
          <p:spPr>
            <a:xfrm>
              <a:off x="4971061" y="2601749"/>
              <a:ext cx="4698" cy="18134"/>
            </a:xfrm>
            <a:custGeom>
              <a:avLst/>
              <a:gdLst/>
              <a:ahLst/>
              <a:cxnLst/>
              <a:rect l="0" t="0" r="0" b="0"/>
              <a:pathLst>
                <a:path w="4698" h="18134">
                  <a:moveTo>
                    <a:pt x="4698" y="0"/>
                  </a:moveTo>
                  <a:lnTo>
                    <a:pt x="0" y="1813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7" name="Candidate_receptor__3386">
              <a:extLst>
                <a:ext uri="{FF2B5EF4-FFF2-40B4-BE49-F238E27FC236}">
                  <a16:creationId xmlns:a16="http://schemas.microsoft.com/office/drawing/2014/main" id="{832D0A34-6CD5-F590-8080-416FCC716322}"/>
                </a:ext>
              </a:extLst>
            </p:cNvPr>
            <p:cNvSpPr>
              <a:spLocks noGrp="1"/>
            </p:cNvSpPr>
            <p:nvPr/>
          </p:nvSpPr>
          <p:spPr>
            <a:xfrm>
              <a:off x="5761021" y="3648212"/>
              <a:ext cx="95386" cy="38120"/>
            </a:xfrm>
            <a:custGeom>
              <a:avLst/>
              <a:gdLst/>
              <a:ahLst/>
              <a:cxnLst/>
              <a:rect l="0" t="0" r="0" b="0"/>
              <a:pathLst>
                <a:path w="95386" h="38120">
                  <a:moveTo>
                    <a:pt x="95386" y="381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8" name="Candidate_receptor__3387">
              <a:extLst>
                <a:ext uri="{FF2B5EF4-FFF2-40B4-BE49-F238E27FC236}">
                  <a16:creationId xmlns:a16="http://schemas.microsoft.com/office/drawing/2014/main" id="{B044E2C9-DAC6-96BD-5CDD-E85A90C5DB1F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97132"/>
              <a:ext cx="97684" cy="15000"/>
            </a:xfrm>
            <a:custGeom>
              <a:avLst/>
              <a:gdLst/>
              <a:ahLst/>
              <a:cxnLst/>
              <a:rect l="0" t="0" r="0" b="0"/>
              <a:pathLst>
                <a:path w="97684" h="15000">
                  <a:moveTo>
                    <a:pt x="0" y="0"/>
                  </a:moveTo>
                  <a:lnTo>
                    <a:pt x="97684" y="1500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9" name="Candidate_receptor__3388">
              <a:extLst>
                <a:ext uri="{FF2B5EF4-FFF2-40B4-BE49-F238E27FC236}">
                  <a16:creationId xmlns:a16="http://schemas.microsoft.com/office/drawing/2014/main" id="{1286D0DE-1567-7434-8958-39C0B5B44D54}"/>
                </a:ext>
              </a:extLst>
            </p:cNvPr>
            <p:cNvSpPr>
              <a:spLocks noGrp="1"/>
            </p:cNvSpPr>
            <p:nvPr/>
          </p:nvSpPr>
          <p:spPr>
            <a:xfrm>
              <a:off x="6001573" y="3107328"/>
              <a:ext cx="101062" cy="49755"/>
            </a:xfrm>
            <a:custGeom>
              <a:avLst/>
              <a:gdLst/>
              <a:ahLst/>
              <a:cxnLst/>
              <a:rect l="0" t="0" r="0" b="0"/>
              <a:pathLst>
                <a:path w="101062" h="49755">
                  <a:moveTo>
                    <a:pt x="101062" y="49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0" name="Candidate_receptor__3389">
              <a:extLst>
                <a:ext uri="{FF2B5EF4-FFF2-40B4-BE49-F238E27FC236}">
                  <a16:creationId xmlns:a16="http://schemas.microsoft.com/office/drawing/2014/main" id="{3C0657B5-AD3E-3BDD-D38F-081A1CA9A890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2983403"/>
              <a:ext cx="23368" cy="69155"/>
            </a:xfrm>
            <a:custGeom>
              <a:avLst/>
              <a:gdLst/>
              <a:ahLst/>
              <a:cxnLst/>
              <a:rect l="0" t="0" r="0" b="0"/>
              <a:pathLst>
                <a:path w="23368" h="69155">
                  <a:moveTo>
                    <a:pt x="0" y="69155"/>
                  </a:moveTo>
                  <a:lnTo>
                    <a:pt x="23368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91" name="Candidate_receptor__3390">
              <a:extLst>
                <a:ext uri="{FF2B5EF4-FFF2-40B4-BE49-F238E27FC236}">
                  <a16:creationId xmlns:a16="http://schemas.microsoft.com/office/drawing/2014/main" id="{60CB6F54-6308-7D1F-BE88-495E1B340261}"/>
                </a:ext>
              </a:extLst>
            </p:cNvPr>
            <p:cNvSpPr>
              <a:spLocks noGrp="1"/>
            </p:cNvSpPr>
            <p:nvPr/>
          </p:nvSpPr>
          <p:spPr>
            <a:xfrm>
              <a:off x="5009770" y="2493546"/>
              <a:ext cx="72023" cy="36721"/>
            </a:xfrm>
            <a:custGeom>
              <a:avLst/>
              <a:gdLst/>
              <a:ahLst/>
              <a:cxnLst/>
              <a:rect l="0" t="0" r="0" b="0"/>
              <a:pathLst>
                <a:path w="72023" h="36721">
                  <a:moveTo>
                    <a:pt x="72023" y="367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2" name="Candidate_receptor__3391">
              <a:extLst>
                <a:ext uri="{FF2B5EF4-FFF2-40B4-BE49-F238E27FC236}">
                  <a16:creationId xmlns:a16="http://schemas.microsoft.com/office/drawing/2014/main" id="{029A6021-F85E-3132-EB82-5B68653E1750}"/>
                </a:ext>
              </a:extLst>
            </p:cNvPr>
            <p:cNvSpPr>
              <a:spLocks noGrp="1"/>
            </p:cNvSpPr>
            <p:nvPr/>
          </p:nvSpPr>
          <p:spPr>
            <a:xfrm>
              <a:off x="6054376" y="2283359"/>
              <a:ext cx="99978" cy="54011"/>
            </a:xfrm>
            <a:custGeom>
              <a:avLst/>
              <a:gdLst/>
              <a:ahLst/>
              <a:cxnLst/>
              <a:rect l="0" t="0" r="0" b="0"/>
              <a:pathLst>
                <a:path w="99978" h="54011">
                  <a:moveTo>
                    <a:pt x="0" y="0"/>
                  </a:moveTo>
                  <a:lnTo>
                    <a:pt x="99978" y="5401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3" name="Candidate_receptor__3392">
              <a:extLst>
                <a:ext uri="{FF2B5EF4-FFF2-40B4-BE49-F238E27FC236}">
                  <a16:creationId xmlns:a16="http://schemas.microsoft.com/office/drawing/2014/main" id="{8DAF097A-F92A-223E-6511-65B63B870791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17286" cy="22268"/>
            </a:xfrm>
            <a:custGeom>
              <a:avLst/>
              <a:gdLst/>
              <a:ahLst/>
              <a:cxnLst/>
              <a:rect l="0" t="0" r="0" b="0"/>
              <a:pathLst>
                <a:path w="17286" h="22268">
                  <a:moveTo>
                    <a:pt x="0" y="0"/>
                  </a:moveTo>
                  <a:lnTo>
                    <a:pt x="17286" y="22268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94" name="Candidate_receptor__3393">
              <a:extLst>
                <a:ext uri="{FF2B5EF4-FFF2-40B4-BE49-F238E27FC236}">
                  <a16:creationId xmlns:a16="http://schemas.microsoft.com/office/drawing/2014/main" id="{05FD2F98-2C4E-C00F-6A6D-82EC9D17DA7E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635216"/>
              <a:ext cx="64520" cy="83744"/>
            </a:xfrm>
            <a:custGeom>
              <a:avLst/>
              <a:gdLst/>
              <a:ahLst/>
              <a:cxnLst/>
              <a:rect l="0" t="0" r="0" b="0"/>
              <a:pathLst>
                <a:path w="64520" h="83744">
                  <a:moveTo>
                    <a:pt x="64520" y="8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5" name="Candidate_receptor__3394">
              <a:extLst>
                <a:ext uri="{FF2B5EF4-FFF2-40B4-BE49-F238E27FC236}">
                  <a16:creationId xmlns:a16="http://schemas.microsoft.com/office/drawing/2014/main" id="{5147D8C7-103D-13EB-C3CE-A851F17514AB}"/>
                </a:ext>
              </a:extLst>
            </p:cNvPr>
            <p:cNvSpPr>
              <a:spLocks noGrp="1"/>
            </p:cNvSpPr>
            <p:nvPr/>
          </p:nvSpPr>
          <p:spPr>
            <a:xfrm>
              <a:off x="4602880" y="2739906"/>
              <a:ext cx="71725" cy="88749"/>
            </a:xfrm>
            <a:custGeom>
              <a:avLst/>
              <a:gdLst/>
              <a:ahLst/>
              <a:cxnLst/>
              <a:rect l="0" t="0" r="0" b="0"/>
              <a:pathLst>
                <a:path w="71725" h="88749">
                  <a:moveTo>
                    <a:pt x="0" y="0"/>
                  </a:moveTo>
                  <a:lnTo>
                    <a:pt x="71725" y="88749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396" name="Candidate_receptor__3395">
              <a:extLst>
                <a:ext uri="{FF2B5EF4-FFF2-40B4-BE49-F238E27FC236}">
                  <a16:creationId xmlns:a16="http://schemas.microsoft.com/office/drawing/2014/main" id="{A4754401-7EC3-9D65-5666-CC74C77A1CD9}"/>
                </a:ext>
              </a:extLst>
            </p:cNvPr>
            <p:cNvSpPr>
              <a:spLocks noGrp="1"/>
            </p:cNvSpPr>
            <p:nvPr/>
          </p:nvSpPr>
          <p:spPr>
            <a:xfrm>
              <a:off x="5081793" y="2530266"/>
              <a:ext cx="53281" cy="66762"/>
            </a:xfrm>
            <a:custGeom>
              <a:avLst/>
              <a:gdLst/>
              <a:ahLst/>
              <a:cxnLst/>
              <a:rect l="0" t="0" r="0" b="0"/>
              <a:pathLst>
                <a:path w="53281" h="66762">
                  <a:moveTo>
                    <a:pt x="53281" y="667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7" name="Candidate_receptor__3396">
              <a:extLst>
                <a:ext uri="{FF2B5EF4-FFF2-40B4-BE49-F238E27FC236}">
                  <a16:creationId xmlns:a16="http://schemas.microsoft.com/office/drawing/2014/main" id="{A62D7F78-ABF9-0B48-6D98-384DF704530A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107328"/>
              <a:ext cx="55712" cy="95351"/>
            </a:xfrm>
            <a:custGeom>
              <a:avLst/>
              <a:gdLst/>
              <a:ahLst/>
              <a:cxnLst/>
              <a:rect l="0" t="0" r="0" b="0"/>
              <a:pathLst>
                <a:path w="55712" h="95351">
                  <a:moveTo>
                    <a:pt x="55712" y="0"/>
                  </a:moveTo>
                  <a:lnTo>
                    <a:pt x="0" y="9535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8" name="Candidate_receptor__3397">
              <a:extLst>
                <a:ext uri="{FF2B5EF4-FFF2-40B4-BE49-F238E27FC236}">
                  <a16:creationId xmlns:a16="http://schemas.microsoft.com/office/drawing/2014/main" id="{DF36629B-C56E-DE4B-FBCF-CD5787EB4E0F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345083"/>
              <a:ext cx="62440" cy="80410"/>
            </a:xfrm>
            <a:custGeom>
              <a:avLst/>
              <a:gdLst/>
              <a:ahLst/>
              <a:cxnLst/>
              <a:rect l="0" t="0" r="0" b="0"/>
              <a:pathLst>
                <a:path w="62440" h="80410">
                  <a:moveTo>
                    <a:pt x="0" y="80410"/>
                  </a:moveTo>
                  <a:lnTo>
                    <a:pt x="6244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9" name="Candidate_receptor__3398">
              <a:extLst>
                <a:ext uri="{FF2B5EF4-FFF2-40B4-BE49-F238E27FC236}">
                  <a16:creationId xmlns:a16="http://schemas.microsoft.com/office/drawing/2014/main" id="{B2A597A2-3F29-4ACF-67DD-9E945300FCB4}"/>
                </a:ext>
              </a:extLst>
            </p:cNvPr>
            <p:cNvSpPr>
              <a:spLocks noGrp="1"/>
            </p:cNvSpPr>
            <p:nvPr/>
          </p:nvSpPr>
          <p:spPr>
            <a:xfrm>
              <a:off x="5786302" y="1626119"/>
              <a:ext cx="50795" cy="38721"/>
            </a:xfrm>
            <a:custGeom>
              <a:avLst/>
              <a:gdLst/>
              <a:ahLst/>
              <a:cxnLst/>
              <a:rect l="0" t="0" r="0" b="0"/>
              <a:pathLst>
                <a:path w="50795" h="38721">
                  <a:moveTo>
                    <a:pt x="0" y="0"/>
                  </a:moveTo>
                  <a:lnTo>
                    <a:pt x="50795" y="387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0" name="Candidate_receptor__3399">
              <a:extLst>
                <a:ext uri="{FF2B5EF4-FFF2-40B4-BE49-F238E27FC236}">
                  <a16:creationId xmlns:a16="http://schemas.microsoft.com/office/drawing/2014/main" id="{01E25F85-4FFF-D385-86CF-36EDF8AF17AF}"/>
                </a:ext>
              </a:extLst>
            </p:cNvPr>
            <p:cNvSpPr>
              <a:spLocks noGrp="1"/>
            </p:cNvSpPr>
            <p:nvPr/>
          </p:nvSpPr>
          <p:spPr>
            <a:xfrm>
              <a:off x="4900114" y="2223155"/>
              <a:ext cx="79749" cy="21736"/>
            </a:xfrm>
            <a:custGeom>
              <a:avLst/>
              <a:gdLst/>
              <a:ahLst/>
              <a:cxnLst/>
              <a:rect l="0" t="0" r="0" b="0"/>
              <a:pathLst>
                <a:path w="79749" h="21736">
                  <a:moveTo>
                    <a:pt x="0" y="0"/>
                  </a:moveTo>
                  <a:lnTo>
                    <a:pt x="79749" y="2173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01" name="Candidate_receptor__3400">
              <a:extLst>
                <a:ext uri="{FF2B5EF4-FFF2-40B4-BE49-F238E27FC236}">
                  <a16:creationId xmlns:a16="http://schemas.microsoft.com/office/drawing/2014/main" id="{6CE1B98F-96EB-CD4E-CE41-BDA166220DCE}"/>
                </a:ext>
              </a:extLst>
            </p:cNvPr>
            <p:cNvSpPr>
              <a:spLocks noGrp="1"/>
            </p:cNvSpPr>
            <p:nvPr/>
          </p:nvSpPr>
          <p:spPr>
            <a:xfrm>
              <a:off x="4821145" y="2554575"/>
              <a:ext cx="21348" cy="102250"/>
            </a:xfrm>
            <a:custGeom>
              <a:avLst/>
              <a:gdLst/>
              <a:ahLst/>
              <a:cxnLst/>
              <a:rect l="0" t="0" r="0" b="0"/>
              <a:pathLst>
                <a:path w="21348" h="102250">
                  <a:moveTo>
                    <a:pt x="21348" y="0"/>
                  </a:moveTo>
                  <a:lnTo>
                    <a:pt x="0" y="1022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2" name="Candidate_receptor__3401">
              <a:extLst>
                <a:ext uri="{FF2B5EF4-FFF2-40B4-BE49-F238E27FC236}">
                  <a16:creationId xmlns:a16="http://schemas.microsoft.com/office/drawing/2014/main" id="{F6950A55-2CDD-4B39-4835-D160A485BDFA}"/>
                </a:ext>
              </a:extLst>
            </p:cNvPr>
            <p:cNvSpPr>
              <a:spLocks noGrp="1"/>
            </p:cNvSpPr>
            <p:nvPr/>
          </p:nvSpPr>
          <p:spPr>
            <a:xfrm>
              <a:off x="5599857" y="2089095"/>
              <a:ext cx="110898" cy="26683"/>
            </a:xfrm>
            <a:custGeom>
              <a:avLst/>
              <a:gdLst/>
              <a:ahLst/>
              <a:cxnLst/>
              <a:rect l="0" t="0" r="0" b="0"/>
              <a:pathLst>
                <a:path w="110898" h="26683">
                  <a:moveTo>
                    <a:pt x="110898" y="0"/>
                  </a:moveTo>
                  <a:lnTo>
                    <a:pt x="0" y="2668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3" name="Candidate_receptor__3402">
              <a:extLst>
                <a:ext uri="{FF2B5EF4-FFF2-40B4-BE49-F238E27FC236}">
                  <a16:creationId xmlns:a16="http://schemas.microsoft.com/office/drawing/2014/main" id="{CCB5F5B4-E585-843B-3935-B1FA39CAD83B}"/>
                </a:ext>
              </a:extLst>
            </p:cNvPr>
            <p:cNvSpPr>
              <a:spLocks noGrp="1"/>
            </p:cNvSpPr>
            <p:nvPr/>
          </p:nvSpPr>
          <p:spPr>
            <a:xfrm>
              <a:off x="4545149" y="3170705"/>
              <a:ext cx="40556" cy="2053"/>
            </a:xfrm>
            <a:custGeom>
              <a:avLst/>
              <a:gdLst/>
              <a:ahLst/>
              <a:cxnLst/>
              <a:rect l="0" t="0" r="0" b="0"/>
              <a:pathLst>
                <a:path w="40556" h="2053">
                  <a:moveTo>
                    <a:pt x="40556" y="20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4" name="Candidate_receptor__3403">
              <a:extLst>
                <a:ext uri="{FF2B5EF4-FFF2-40B4-BE49-F238E27FC236}">
                  <a16:creationId xmlns:a16="http://schemas.microsoft.com/office/drawing/2014/main" id="{37E79D96-D277-8EE5-3DA8-25D54A388100}"/>
                </a:ext>
              </a:extLst>
            </p:cNvPr>
            <p:cNvSpPr>
              <a:spLocks noGrp="1"/>
            </p:cNvSpPr>
            <p:nvPr/>
          </p:nvSpPr>
          <p:spPr>
            <a:xfrm>
              <a:off x="5563734" y="2698161"/>
              <a:ext cx="60742" cy="88219"/>
            </a:xfrm>
            <a:custGeom>
              <a:avLst/>
              <a:gdLst/>
              <a:ahLst/>
              <a:cxnLst/>
              <a:rect l="0" t="0" r="0" b="0"/>
              <a:pathLst>
                <a:path w="60742" h="88219">
                  <a:moveTo>
                    <a:pt x="60742" y="0"/>
                  </a:moveTo>
                  <a:lnTo>
                    <a:pt x="0" y="8821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5" name="Candidate_receptor__3404">
              <a:extLst>
                <a:ext uri="{FF2B5EF4-FFF2-40B4-BE49-F238E27FC236}">
                  <a16:creationId xmlns:a16="http://schemas.microsoft.com/office/drawing/2014/main" id="{F4B3B3CF-1C2B-F69B-6B06-11F7067BA8BD}"/>
                </a:ext>
              </a:extLst>
            </p:cNvPr>
            <p:cNvSpPr>
              <a:spLocks noGrp="1"/>
            </p:cNvSpPr>
            <p:nvPr/>
          </p:nvSpPr>
          <p:spPr>
            <a:xfrm>
              <a:off x="5423006" y="1637307"/>
              <a:ext cx="67355" cy="85341"/>
            </a:xfrm>
            <a:custGeom>
              <a:avLst/>
              <a:gdLst/>
              <a:ahLst/>
              <a:cxnLst/>
              <a:rect l="0" t="0" r="0" b="0"/>
              <a:pathLst>
                <a:path w="67355" h="85341">
                  <a:moveTo>
                    <a:pt x="0" y="0"/>
                  </a:moveTo>
                  <a:lnTo>
                    <a:pt x="67355" y="8534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6" name="Candidate_receptor__3405">
              <a:extLst>
                <a:ext uri="{FF2B5EF4-FFF2-40B4-BE49-F238E27FC236}">
                  <a16:creationId xmlns:a16="http://schemas.microsoft.com/office/drawing/2014/main" id="{B99FF7A4-D4EE-66F2-232F-38704A0643C2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391479"/>
              <a:ext cx="34873" cy="96249"/>
            </a:xfrm>
            <a:custGeom>
              <a:avLst/>
              <a:gdLst/>
              <a:ahLst/>
              <a:cxnLst/>
              <a:rect l="0" t="0" r="0" b="0"/>
              <a:pathLst>
                <a:path w="34873" h="96249">
                  <a:moveTo>
                    <a:pt x="34873" y="0"/>
                  </a:moveTo>
                  <a:lnTo>
                    <a:pt x="0" y="9624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7" name="Candidate_receptor__3406">
              <a:extLst>
                <a:ext uri="{FF2B5EF4-FFF2-40B4-BE49-F238E27FC236}">
                  <a16:creationId xmlns:a16="http://schemas.microsoft.com/office/drawing/2014/main" id="{AD48E695-F07C-65F8-F9F3-5A5CB03ADAE8}"/>
                </a:ext>
              </a:extLst>
            </p:cNvPr>
            <p:cNvSpPr>
              <a:spLocks noGrp="1"/>
            </p:cNvSpPr>
            <p:nvPr/>
          </p:nvSpPr>
          <p:spPr>
            <a:xfrm>
              <a:off x="5722705" y="1557659"/>
              <a:ext cx="63597" cy="68461"/>
            </a:xfrm>
            <a:custGeom>
              <a:avLst/>
              <a:gdLst/>
              <a:ahLst/>
              <a:cxnLst/>
              <a:rect l="0" t="0" r="0" b="0"/>
              <a:pathLst>
                <a:path w="63597" h="68461">
                  <a:moveTo>
                    <a:pt x="0" y="0"/>
                  </a:moveTo>
                  <a:lnTo>
                    <a:pt x="63597" y="6846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8" name="Candidate_receptor__3407">
              <a:extLst>
                <a:ext uri="{FF2B5EF4-FFF2-40B4-BE49-F238E27FC236}">
                  <a16:creationId xmlns:a16="http://schemas.microsoft.com/office/drawing/2014/main" id="{29260C62-D1D7-D8E1-EB17-32A671D5CB58}"/>
                </a:ext>
              </a:extLst>
            </p:cNvPr>
            <p:cNvSpPr>
              <a:spLocks noGrp="1"/>
            </p:cNvSpPr>
            <p:nvPr/>
          </p:nvSpPr>
          <p:spPr>
            <a:xfrm>
              <a:off x="4779984" y="3263012"/>
              <a:ext cx="11351" cy="42921"/>
            </a:xfrm>
            <a:custGeom>
              <a:avLst/>
              <a:gdLst/>
              <a:ahLst/>
              <a:cxnLst/>
              <a:rect l="0" t="0" r="0" b="0"/>
              <a:pathLst>
                <a:path w="11351" h="42921">
                  <a:moveTo>
                    <a:pt x="0" y="0"/>
                  </a:moveTo>
                  <a:lnTo>
                    <a:pt x="11351" y="429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9" name="Candidate_receptor__3408">
              <a:extLst>
                <a:ext uri="{FF2B5EF4-FFF2-40B4-BE49-F238E27FC236}">
                  <a16:creationId xmlns:a16="http://schemas.microsoft.com/office/drawing/2014/main" id="{49B7BCAB-60CB-B485-B6F7-CF14C9E39256}"/>
                </a:ext>
              </a:extLst>
            </p:cNvPr>
            <p:cNvSpPr>
              <a:spLocks noGrp="1"/>
            </p:cNvSpPr>
            <p:nvPr/>
          </p:nvSpPr>
          <p:spPr>
            <a:xfrm>
              <a:off x="5356559" y="2781006"/>
              <a:ext cx="35298" cy="89531"/>
            </a:xfrm>
            <a:custGeom>
              <a:avLst/>
              <a:gdLst/>
              <a:ahLst/>
              <a:cxnLst/>
              <a:rect l="0" t="0" r="0" b="0"/>
              <a:pathLst>
                <a:path w="35298" h="89531">
                  <a:moveTo>
                    <a:pt x="0" y="89531"/>
                  </a:moveTo>
                  <a:lnTo>
                    <a:pt x="3529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0" name="Candidate_receptor__3409">
              <a:extLst>
                <a:ext uri="{FF2B5EF4-FFF2-40B4-BE49-F238E27FC236}">
                  <a16:creationId xmlns:a16="http://schemas.microsoft.com/office/drawing/2014/main" id="{8FE600DF-353D-EAE4-1639-BFDB9A07CF2C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425493"/>
              <a:ext cx="19164" cy="72245"/>
            </a:xfrm>
            <a:custGeom>
              <a:avLst/>
              <a:gdLst/>
              <a:ahLst/>
              <a:cxnLst/>
              <a:rect l="0" t="0" r="0" b="0"/>
              <a:pathLst>
                <a:path w="19164" h="72245">
                  <a:moveTo>
                    <a:pt x="19164" y="7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1" name="Candidate_receptor__3410">
              <a:extLst>
                <a:ext uri="{FF2B5EF4-FFF2-40B4-BE49-F238E27FC236}">
                  <a16:creationId xmlns:a16="http://schemas.microsoft.com/office/drawing/2014/main" id="{979C9F77-01F7-4EC5-0D3C-FC047342AD76}"/>
                </a:ext>
              </a:extLst>
            </p:cNvPr>
            <p:cNvSpPr>
              <a:spLocks noGrp="1"/>
            </p:cNvSpPr>
            <p:nvPr/>
          </p:nvSpPr>
          <p:spPr>
            <a:xfrm>
              <a:off x="5840270" y="2833438"/>
              <a:ext cx="15176" cy="100547"/>
            </a:xfrm>
            <a:custGeom>
              <a:avLst/>
              <a:gdLst/>
              <a:ahLst/>
              <a:cxnLst/>
              <a:rect l="0" t="0" r="0" b="0"/>
              <a:pathLst>
                <a:path w="15176" h="100547">
                  <a:moveTo>
                    <a:pt x="0" y="0"/>
                  </a:moveTo>
                  <a:lnTo>
                    <a:pt x="15176" y="100547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2" name="Candidate_receptor__3411">
              <a:extLst>
                <a:ext uri="{FF2B5EF4-FFF2-40B4-BE49-F238E27FC236}">
                  <a16:creationId xmlns:a16="http://schemas.microsoft.com/office/drawing/2014/main" id="{63C6C297-7297-744B-28F7-327A6C06CD41}"/>
                </a:ext>
              </a:extLst>
            </p:cNvPr>
            <p:cNvSpPr>
              <a:spLocks noGrp="1"/>
            </p:cNvSpPr>
            <p:nvPr/>
          </p:nvSpPr>
          <p:spPr>
            <a:xfrm>
              <a:off x="5599868" y="1623244"/>
              <a:ext cx="70909" cy="85769"/>
            </a:xfrm>
            <a:custGeom>
              <a:avLst/>
              <a:gdLst/>
              <a:ahLst/>
              <a:cxnLst/>
              <a:rect l="0" t="0" r="0" b="0"/>
              <a:pathLst>
                <a:path w="70909" h="85769">
                  <a:moveTo>
                    <a:pt x="0" y="0"/>
                  </a:moveTo>
                  <a:lnTo>
                    <a:pt x="70909" y="8576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3" name="Candidate_receptor__3412">
              <a:extLst>
                <a:ext uri="{FF2B5EF4-FFF2-40B4-BE49-F238E27FC236}">
                  <a16:creationId xmlns:a16="http://schemas.microsoft.com/office/drawing/2014/main" id="{52340639-DE5F-9264-B3CB-8C16CF4A7770}"/>
                </a:ext>
              </a:extLst>
            </p:cNvPr>
            <p:cNvSpPr>
              <a:spLocks noGrp="1"/>
            </p:cNvSpPr>
            <p:nvPr/>
          </p:nvSpPr>
          <p:spPr>
            <a:xfrm>
              <a:off x="4344004" y="3773911"/>
              <a:ext cx="39045" cy="15686"/>
            </a:xfrm>
            <a:custGeom>
              <a:avLst/>
              <a:gdLst/>
              <a:ahLst/>
              <a:cxnLst/>
              <a:rect l="0" t="0" r="0" b="0"/>
              <a:pathLst>
                <a:path w="39045" h="15686">
                  <a:moveTo>
                    <a:pt x="39045" y="0"/>
                  </a:moveTo>
                  <a:lnTo>
                    <a:pt x="0" y="1568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4" name="Candidate_receptor__3413">
              <a:extLst>
                <a:ext uri="{FF2B5EF4-FFF2-40B4-BE49-F238E27FC236}">
                  <a16:creationId xmlns:a16="http://schemas.microsoft.com/office/drawing/2014/main" id="{054575B7-3C9F-A85E-8AE3-A357F3EC0253}"/>
                </a:ext>
              </a:extLst>
            </p:cNvPr>
            <p:cNvSpPr>
              <a:spLocks noGrp="1"/>
            </p:cNvSpPr>
            <p:nvPr/>
          </p:nvSpPr>
          <p:spPr>
            <a:xfrm>
              <a:off x="5868150" y="3387517"/>
              <a:ext cx="89437" cy="3963"/>
            </a:xfrm>
            <a:custGeom>
              <a:avLst/>
              <a:gdLst/>
              <a:ahLst/>
              <a:cxnLst/>
              <a:rect l="0" t="0" r="0" b="0"/>
              <a:pathLst>
                <a:path w="89437" h="3963">
                  <a:moveTo>
                    <a:pt x="89437" y="0"/>
                  </a:moveTo>
                  <a:lnTo>
                    <a:pt x="0" y="396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5" name="Candidate_receptor__3414">
              <a:extLst>
                <a:ext uri="{FF2B5EF4-FFF2-40B4-BE49-F238E27FC236}">
                  <a16:creationId xmlns:a16="http://schemas.microsoft.com/office/drawing/2014/main" id="{67179829-71FB-0FA8-F3A2-55A4830C812C}"/>
                </a:ext>
              </a:extLst>
            </p:cNvPr>
            <p:cNvSpPr>
              <a:spLocks noGrp="1"/>
            </p:cNvSpPr>
            <p:nvPr/>
          </p:nvSpPr>
          <p:spPr>
            <a:xfrm>
              <a:off x="4842493" y="2525937"/>
              <a:ext cx="63887" cy="28638"/>
            </a:xfrm>
            <a:custGeom>
              <a:avLst/>
              <a:gdLst/>
              <a:ahLst/>
              <a:cxnLst/>
              <a:rect l="0" t="0" r="0" b="0"/>
              <a:pathLst>
                <a:path w="63887" h="28638">
                  <a:moveTo>
                    <a:pt x="63887" y="0"/>
                  </a:moveTo>
                  <a:lnTo>
                    <a:pt x="0" y="2863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6" name="Candidate_receptor__3415">
              <a:extLst>
                <a:ext uri="{FF2B5EF4-FFF2-40B4-BE49-F238E27FC236}">
                  <a16:creationId xmlns:a16="http://schemas.microsoft.com/office/drawing/2014/main" id="{EA436D37-55DB-C775-3A4F-044AC7B19109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647279"/>
              <a:ext cx="25630" cy="92627"/>
            </a:xfrm>
            <a:custGeom>
              <a:avLst/>
              <a:gdLst/>
              <a:ahLst/>
              <a:cxnLst/>
              <a:rect l="0" t="0" r="0" b="0"/>
              <a:pathLst>
                <a:path w="25630" h="92627">
                  <a:moveTo>
                    <a:pt x="0" y="0"/>
                  </a:moveTo>
                  <a:lnTo>
                    <a:pt x="25630" y="9262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17" name="Candidate_receptor__3416">
              <a:extLst>
                <a:ext uri="{FF2B5EF4-FFF2-40B4-BE49-F238E27FC236}">
                  <a16:creationId xmlns:a16="http://schemas.microsoft.com/office/drawing/2014/main" id="{36CEE815-2E5C-B11C-414C-68E95235B384}"/>
                </a:ext>
              </a:extLst>
            </p:cNvPr>
            <p:cNvSpPr>
              <a:spLocks noGrp="1"/>
            </p:cNvSpPr>
            <p:nvPr/>
          </p:nvSpPr>
          <p:spPr>
            <a:xfrm>
              <a:off x="5710755" y="1987611"/>
              <a:ext cx="30781" cy="101484"/>
            </a:xfrm>
            <a:custGeom>
              <a:avLst/>
              <a:gdLst/>
              <a:ahLst/>
              <a:cxnLst/>
              <a:rect l="0" t="0" r="0" b="0"/>
              <a:pathLst>
                <a:path w="30781" h="101484">
                  <a:moveTo>
                    <a:pt x="30781" y="0"/>
                  </a:moveTo>
                  <a:lnTo>
                    <a:pt x="0" y="10148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8" name="Candidate_receptor__3417">
              <a:extLst>
                <a:ext uri="{FF2B5EF4-FFF2-40B4-BE49-F238E27FC236}">
                  <a16:creationId xmlns:a16="http://schemas.microsoft.com/office/drawing/2014/main" id="{2D082B5A-99AA-9F24-B5E5-9DF40CAED0EC}"/>
                </a:ext>
              </a:extLst>
            </p:cNvPr>
            <p:cNvSpPr>
              <a:spLocks noGrp="1"/>
            </p:cNvSpPr>
            <p:nvPr/>
          </p:nvSpPr>
          <p:spPr>
            <a:xfrm>
              <a:off x="4550634" y="2192218"/>
              <a:ext cx="96161" cy="60692"/>
            </a:xfrm>
            <a:custGeom>
              <a:avLst/>
              <a:gdLst/>
              <a:ahLst/>
              <a:cxnLst/>
              <a:rect l="0" t="0" r="0" b="0"/>
              <a:pathLst>
                <a:path w="96161" h="60692">
                  <a:moveTo>
                    <a:pt x="96161" y="0"/>
                  </a:moveTo>
                  <a:lnTo>
                    <a:pt x="0" y="606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9" name="Candidate_receptor__3418">
              <a:extLst>
                <a:ext uri="{FF2B5EF4-FFF2-40B4-BE49-F238E27FC236}">
                  <a16:creationId xmlns:a16="http://schemas.microsoft.com/office/drawing/2014/main" id="{BE650127-B113-EFF5-1DDF-DD58FB429223}"/>
                </a:ext>
              </a:extLst>
            </p:cNvPr>
            <p:cNvSpPr>
              <a:spLocks noGrp="1"/>
            </p:cNvSpPr>
            <p:nvPr/>
          </p:nvSpPr>
          <p:spPr>
            <a:xfrm>
              <a:off x="5725331" y="3943007"/>
              <a:ext cx="28952" cy="30614"/>
            </a:xfrm>
            <a:custGeom>
              <a:avLst/>
              <a:gdLst/>
              <a:ahLst/>
              <a:cxnLst/>
              <a:rect l="0" t="0" r="0" b="0"/>
              <a:pathLst>
                <a:path w="28952" h="30614">
                  <a:moveTo>
                    <a:pt x="28952" y="306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0" name="Candidate_receptor__3419">
              <a:extLst>
                <a:ext uri="{FF2B5EF4-FFF2-40B4-BE49-F238E27FC236}">
                  <a16:creationId xmlns:a16="http://schemas.microsoft.com/office/drawing/2014/main" id="{AF5173EC-7B8C-7C16-C5A2-ED810A7BE1C2}"/>
                </a:ext>
              </a:extLst>
            </p:cNvPr>
            <p:cNvSpPr>
              <a:spLocks noGrp="1"/>
            </p:cNvSpPr>
            <p:nvPr/>
          </p:nvSpPr>
          <p:spPr>
            <a:xfrm>
              <a:off x="4662291" y="3639605"/>
              <a:ext cx="66183" cy="70776"/>
            </a:xfrm>
            <a:custGeom>
              <a:avLst/>
              <a:gdLst/>
              <a:ahLst/>
              <a:cxnLst/>
              <a:rect l="0" t="0" r="0" b="0"/>
              <a:pathLst>
                <a:path w="66183" h="70776">
                  <a:moveTo>
                    <a:pt x="66183" y="0"/>
                  </a:moveTo>
                  <a:lnTo>
                    <a:pt x="0" y="7077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1" name="Candidate_receptor__3420">
              <a:extLst>
                <a:ext uri="{FF2B5EF4-FFF2-40B4-BE49-F238E27FC236}">
                  <a16:creationId xmlns:a16="http://schemas.microsoft.com/office/drawing/2014/main" id="{58976889-3944-BD34-07F6-1F9A0DB08B52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26010"/>
              <a:ext cx="23962" cy="8569"/>
            </a:xfrm>
            <a:custGeom>
              <a:avLst/>
              <a:gdLst/>
              <a:ahLst/>
              <a:cxnLst/>
              <a:rect l="0" t="0" r="0" b="0"/>
              <a:pathLst>
                <a:path w="23962" h="8569">
                  <a:moveTo>
                    <a:pt x="0" y="8569"/>
                  </a:moveTo>
                  <a:lnTo>
                    <a:pt x="23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2" name="Candidate_receptor__3421">
              <a:extLst>
                <a:ext uri="{FF2B5EF4-FFF2-40B4-BE49-F238E27FC236}">
                  <a16:creationId xmlns:a16="http://schemas.microsoft.com/office/drawing/2014/main" id="{D625E71D-584A-189A-A2D9-9C7DFD126178}"/>
                </a:ext>
              </a:extLst>
            </p:cNvPr>
            <p:cNvSpPr>
              <a:spLocks noGrp="1"/>
            </p:cNvSpPr>
            <p:nvPr/>
          </p:nvSpPr>
          <p:spPr>
            <a:xfrm>
              <a:off x="4890729" y="3528920"/>
              <a:ext cx="49318" cy="68742"/>
            </a:xfrm>
            <a:custGeom>
              <a:avLst/>
              <a:gdLst/>
              <a:ahLst/>
              <a:cxnLst/>
              <a:rect l="0" t="0" r="0" b="0"/>
              <a:pathLst>
                <a:path w="49318" h="68742">
                  <a:moveTo>
                    <a:pt x="0" y="68742"/>
                  </a:moveTo>
                  <a:lnTo>
                    <a:pt x="4931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3" name="Candidate_receptor__3422">
              <a:extLst>
                <a:ext uri="{FF2B5EF4-FFF2-40B4-BE49-F238E27FC236}">
                  <a16:creationId xmlns:a16="http://schemas.microsoft.com/office/drawing/2014/main" id="{D0B2F9DA-C209-22F8-A4B1-565F66A3FE49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15412" cy="101495"/>
            </a:xfrm>
            <a:custGeom>
              <a:avLst/>
              <a:gdLst/>
              <a:ahLst/>
              <a:cxnLst/>
              <a:rect l="0" t="0" r="0" b="0"/>
              <a:pathLst>
                <a:path w="15412" h="101495">
                  <a:moveTo>
                    <a:pt x="0" y="0"/>
                  </a:moveTo>
                  <a:lnTo>
                    <a:pt x="15412" y="10149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4" name="Candidate_receptor__3423">
              <a:extLst>
                <a:ext uri="{FF2B5EF4-FFF2-40B4-BE49-F238E27FC236}">
                  <a16:creationId xmlns:a16="http://schemas.microsoft.com/office/drawing/2014/main" id="{5B304BA2-C293-FB7C-7EDA-F359E532546F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130899"/>
              <a:ext cx="67123" cy="92460"/>
            </a:xfrm>
            <a:custGeom>
              <a:avLst/>
              <a:gdLst/>
              <a:ahLst/>
              <a:cxnLst/>
              <a:rect l="0" t="0" r="0" b="0"/>
              <a:pathLst>
                <a:path w="67123" h="92460">
                  <a:moveTo>
                    <a:pt x="67123" y="0"/>
                  </a:moveTo>
                  <a:lnTo>
                    <a:pt x="0" y="9246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5" name="Candidate_receptor__3424">
              <a:extLst>
                <a:ext uri="{FF2B5EF4-FFF2-40B4-BE49-F238E27FC236}">
                  <a16:creationId xmlns:a16="http://schemas.microsoft.com/office/drawing/2014/main" id="{6D3C4EBC-6F63-E6B3-400B-F457087418B2}"/>
                </a:ext>
              </a:extLst>
            </p:cNvPr>
            <p:cNvSpPr>
              <a:spLocks noGrp="1"/>
            </p:cNvSpPr>
            <p:nvPr/>
          </p:nvSpPr>
          <p:spPr>
            <a:xfrm>
              <a:off x="6154354" y="2337370"/>
              <a:ext cx="41214" cy="54328"/>
            </a:xfrm>
            <a:custGeom>
              <a:avLst/>
              <a:gdLst/>
              <a:ahLst/>
              <a:cxnLst/>
              <a:rect l="0" t="0" r="0" b="0"/>
              <a:pathLst>
                <a:path w="41214" h="54328">
                  <a:moveTo>
                    <a:pt x="0" y="0"/>
                  </a:moveTo>
                  <a:lnTo>
                    <a:pt x="41214" y="5432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6" name="Candidate_receptor__3425">
              <a:extLst>
                <a:ext uri="{FF2B5EF4-FFF2-40B4-BE49-F238E27FC236}">
                  <a16:creationId xmlns:a16="http://schemas.microsoft.com/office/drawing/2014/main" id="{82DAC39D-3887-9E92-A454-416E573825D6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1944" cy="81752"/>
            </a:xfrm>
            <a:custGeom>
              <a:avLst/>
              <a:gdLst/>
              <a:ahLst/>
              <a:cxnLst/>
              <a:rect l="0" t="0" r="0" b="0"/>
              <a:pathLst>
                <a:path w="1944" h="81752">
                  <a:moveTo>
                    <a:pt x="1944" y="817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7" name="Candidate_receptor__3426">
              <a:extLst>
                <a:ext uri="{FF2B5EF4-FFF2-40B4-BE49-F238E27FC236}">
                  <a16:creationId xmlns:a16="http://schemas.microsoft.com/office/drawing/2014/main" id="{91204D98-A33A-0A1F-8AB3-4182DB620B9F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3003342"/>
              <a:ext cx="28217" cy="110740"/>
            </a:xfrm>
            <a:custGeom>
              <a:avLst/>
              <a:gdLst/>
              <a:ahLst/>
              <a:cxnLst/>
              <a:rect l="0" t="0" r="0" b="0"/>
              <a:pathLst>
                <a:path w="28217" h="110740">
                  <a:moveTo>
                    <a:pt x="0" y="0"/>
                  </a:moveTo>
                  <a:lnTo>
                    <a:pt x="28217" y="1107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8" name="Candidate_receptor__3427">
              <a:extLst>
                <a:ext uri="{FF2B5EF4-FFF2-40B4-BE49-F238E27FC236}">
                  <a16:creationId xmlns:a16="http://schemas.microsoft.com/office/drawing/2014/main" id="{042C13B1-3A97-E74A-E9DE-8F2020DE610B}"/>
                </a:ext>
              </a:extLst>
            </p:cNvPr>
            <p:cNvSpPr>
              <a:spLocks noGrp="1"/>
            </p:cNvSpPr>
            <p:nvPr/>
          </p:nvSpPr>
          <p:spPr>
            <a:xfrm>
              <a:off x="4900866" y="3799249"/>
              <a:ext cx="74984" cy="47705"/>
            </a:xfrm>
            <a:custGeom>
              <a:avLst/>
              <a:gdLst/>
              <a:ahLst/>
              <a:cxnLst/>
              <a:rect l="0" t="0" r="0" b="0"/>
              <a:pathLst>
                <a:path w="74984" h="47705">
                  <a:moveTo>
                    <a:pt x="0" y="0"/>
                  </a:moveTo>
                  <a:lnTo>
                    <a:pt x="74984" y="477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9" name="Candidate_receptor__3428">
              <a:extLst>
                <a:ext uri="{FF2B5EF4-FFF2-40B4-BE49-F238E27FC236}">
                  <a16:creationId xmlns:a16="http://schemas.microsoft.com/office/drawing/2014/main" id="{F2B4772E-3F64-3F03-30CD-6700C9E2DD4F}"/>
                </a:ext>
              </a:extLst>
            </p:cNvPr>
            <p:cNvSpPr>
              <a:spLocks noGrp="1"/>
            </p:cNvSpPr>
            <p:nvPr/>
          </p:nvSpPr>
          <p:spPr>
            <a:xfrm>
              <a:off x="5741535" y="1968441"/>
              <a:ext cx="110500" cy="19170"/>
            </a:xfrm>
            <a:custGeom>
              <a:avLst/>
              <a:gdLst/>
              <a:ahLst/>
              <a:cxnLst/>
              <a:rect l="0" t="0" r="0" b="0"/>
              <a:pathLst>
                <a:path w="110500" h="19170">
                  <a:moveTo>
                    <a:pt x="110500" y="0"/>
                  </a:moveTo>
                  <a:lnTo>
                    <a:pt x="0" y="191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0" name="Candidate_receptor__3429">
              <a:extLst>
                <a:ext uri="{FF2B5EF4-FFF2-40B4-BE49-F238E27FC236}">
                  <a16:creationId xmlns:a16="http://schemas.microsoft.com/office/drawing/2014/main" id="{79B1D09D-1850-08ED-87AC-2E383DC212D0}"/>
                </a:ext>
              </a:extLst>
            </p:cNvPr>
            <p:cNvSpPr>
              <a:spLocks noGrp="1"/>
            </p:cNvSpPr>
            <p:nvPr/>
          </p:nvSpPr>
          <p:spPr>
            <a:xfrm>
              <a:off x="5720175" y="2345083"/>
              <a:ext cx="81965" cy="79166"/>
            </a:xfrm>
            <a:custGeom>
              <a:avLst/>
              <a:gdLst/>
              <a:ahLst/>
              <a:cxnLst/>
              <a:rect l="0" t="0" r="0" b="0"/>
              <a:pathLst>
                <a:path w="81965" h="79166">
                  <a:moveTo>
                    <a:pt x="0" y="0"/>
                  </a:moveTo>
                  <a:lnTo>
                    <a:pt x="81965" y="7916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1" name="Candidate_receptor__3430">
              <a:extLst>
                <a:ext uri="{FF2B5EF4-FFF2-40B4-BE49-F238E27FC236}">
                  <a16:creationId xmlns:a16="http://schemas.microsoft.com/office/drawing/2014/main" id="{F5EB9880-A8BB-49EB-611E-192727BBCC2B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596149"/>
              <a:ext cx="95512" cy="51130"/>
            </a:xfrm>
            <a:custGeom>
              <a:avLst/>
              <a:gdLst/>
              <a:ahLst/>
              <a:cxnLst/>
              <a:rect l="0" t="0" r="0" b="0"/>
              <a:pathLst>
                <a:path w="95512" h="51130">
                  <a:moveTo>
                    <a:pt x="95512" y="0"/>
                  </a:moveTo>
                  <a:lnTo>
                    <a:pt x="0" y="5113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2" name="Candidate_receptor__3431">
              <a:extLst>
                <a:ext uri="{FF2B5EF4-FFF2-40B4-BE49-F238E27FC236}">
                  <a16:creationId xmlns:a16="http://schemas.microsoft.com/office/drawing/2014/main" id="{104F6AAB-48B3-9303-ED5E-B4E53ED65003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6140"/>
              <a:ext cx="59175" cy="59452"/>
            </a:xfrm>
            <a:custGeom>
              <a:avLst/>
              <a:gdLst/>
              <a:ahLst/>
              <a:cxnLst/>
              <a:rect l="0" t="0" r="0" b="0"/>
              <a:pathLst>
                <a:path w="59175" h="59452">
                  <a:moveTo>
                    <a:pt x="59175" y="0"/>
                  </a:moveTo>
                  <a:lnTo>
                    <a:pt x="0" y="5945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3" name="Candidate_receptor__3432">
              <a:extLst>
                <a:ext uri="{FF2B5EF4-FFF2-40B4-BE49-F238E27FC236}">
                  <a16:creationId xmlns:a16="http://schemas.microsoft.com/office/drawing/2014/main" id="{52B005A6-218A-734A-F905-C4FFF3479C32}"/>
                </a:ext>
              </a:extLst>
            </p:cNvPr>
            <p:cNvSpPr>
              <a:spLocks noGrp="1"/>
            </p:cNvSpPr>
            <p:nvPr/>
          </p:nvSpPr>
          <p:spPr>
            <a:xfrm>
              <a:off x="4338739" y="2538071"/>
              <a:ext cx="5070" cy="71825"/>
            </a:xfrm>
            <a:custGeom>
              <a:avLst/>
              <a:gdLst/>
              <a:ahLst/>
              <a:cxnLst/>
              <a:rect l="0" t="0" r="0" b="0"/>
              <a:pathLst>
                <a:path w="5070" h="71825">
                  <a:moveTo>
                    <a:pt x="5070" y="71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4" name="Candidate_receptor__3433">
              <a:extLst>
                <a:ext uri="{FF2B5EF4-FFF2-40B4-BE49-F238E27FC236}">
                  <a16:creationId xmlns:a16="http://schemas.microsoft.com/office/drawing/2014/main" id="{1E89E517-A070-E589-2D05-0BAF2077AD1E}"/>
                </a:ext>
              </a:extLst>
            </p:cNvPr>
            <p:cNvSpPr>
              <a:spLocks noGrp="1"/>
            </p:cNvSpPr>
            <p:nvPr/>
          </p:nvSpPr>
          <p:spPr>
            <a:xfrm>
              <a:off x="5957587" y="3387517"/>
              <a:ext cx="28625" cy="105851"/>
            </a:xfrm>
            <a:custGeom>
              <a:avLst/>
              <a:gdLst/>
              <a:ahLst/>
              <a:cxnLst/>
              <a:rect l="0" t="0" r="0" b="0"/>
              <a:pathLst>
                <a:path w="28625" h="105851">
                  <a:moveTo>
                    <a:pt x="28625" y="105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5" name="Candidate_receptor__3434">
              <a:extLst>
                <a:ext uri="{FF2B5EF4-FFF2-40B4-BE49-F238E27FC236}">
                  <a16:creationId xmlns:a16="http://schemas.microsoft.com/office/drawing/2014/main" id="{E115D63F-B9E0-364B-79F8-ED57AB3A702E}"/>
                </a:ext>
              </a:extLst>
            </p:cNvPr>
            <p:cNvSpPr>
              <a:spLocks noGrp="1"/>
            </p:cNvSpPr>
            <p:nvPr/>
          </p:nvSpPr>
          <p:spPr>
            <a:xfrm>
              <a:off x="5069330" y="3451199"/>
              <a:ext cx="17033" cy="102637"/>
            </a:xfrm>
            <a:custGeom>
              <a:avLst/>
              <a:gdLst/>
              <a:ahLst/>
              <a:cxnLst/>
              <a:rect l="0" t="0" r="0" b="0"/>
              <a:pathLst>
                <a:path w="17033" h="102637">
                  <a:moveTo>
                    <a:pt x="0" y="102637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6" name="Candidate_receptor__3435">
              <a:extLst>
                <a:ext uri="{FF2B5EF4-FFF2-40B4-BE49-F238E27FC236}">
                  <a16:creationId xmlns:a16="http://schemas.microsoft.com/office/drawing/2014/main" id="{C791962E-C70B-F909-1D22-2756AD81E92F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550218"/>
              <a:ext cx="62466" cy="84997"/>
            </a:xfrm>
            <a:custGeom>
              <a:avLst/>
              <a:gdLst/>
              <a:ahLst/>
              <a:cxnLst/>
              <a:rect l="0" t="0" r="0" b="0"/>
              <a:pathLst>
                <a:path w="62466" h="84997">
                  <a:moveTo>
                    <a:pt x="0" y="84997"/>
                  </a:moveTo>
                  <a:lnTo>
                    <a:pt x="62466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7" name="Candidate_receptor__3436">
              <a:extLst>
                <a:ext uri="{FF2B5EF4-FFF2-40B4-BE49-F238E27FC236}">
                  <a16:creationId xmlns:a16="http://schemas.microsoft.com/office/drawing/2014/main" id="{38DB3850-5C81-D572-6DF1-058A57E22B54}"/>
                </a:ext>
              </a:extLst>
            </p:cNvPr>
            <p:cNvSpPr>
              <a:spLocks noGrp="1"/>
            </p:cNvSpPr>
            <p:nvPr/>
          </p:nvSpPr>
          <p:spPr>
            <a:xfrm>
              <a:off x="4232067" y="3675614"/>
              <a:ext cx="93246" cy="27550"/>
            </a:xfrm>
            <a:custGeom>
              <a:avLst/>
              <a:gdLst/>
              <a:ahLst/>
              <a:cxnLst/>
              <a:rect l="0" t="0" r="0" b="0"/>
              <a:pathLst>
                <a:path w="93246" h="27550">
                  <a:moveTo>
                    <a:pt x="93246" y="0"/>
                  </a:moveTo>
                  <a:lnTo>
                    <a:pt x="0" y="275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8" name="Candidate_receptor__3437">
              <a:extLst>
                <a:ext uri="{FF2B5EF4-FFF2-40B4-BE49-F238E27FC236}">
                  <a16:creationId xmlns:a16="http://schemas.microsoft.com/office/drawing/2014/main" id="{F27E38EF-437D-86A1-BAA4-7BDE67502BD4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18152"/>
              <a:ext cx="48390" cy="4119"/>
            </a:xfrm>
            <a:custGeom>
              <a:avLst/>
              <a:gdLst/>
              <a:ahLst/>
              <a:cxnLst/>
              <a:rect l="0" t="0" r="0" b="0"/>
              <a:pathLst>
                <a:path w="48390" h="4119">
                  <a:moveTo>
                    <a:pt x="0" y="4119"/>
                  </a:moveTo>
                  <a:lnTo>
                    <a:pt x="4839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9" name="Candidate_receptor__3438">
              <a:extLst>
                <a:ext uri="{FF2B5EF4-FFF2-40B4-BE49-F238E27FC236}">
                  <a16:creationId xmlns:a16="http://schemas.microsoft.com/office/drawing/2014/main" id="{0CCB43C8-8C0A-2C47-403D-E28F55C18FCF}"/>
                </a:ext>
              </a:extLst>
            </p:cNvPr>
            <p:cNvSpPr>
              <a:spLocks noGrp="1"/>
            </p:cNvSpPr>
            <p:nvPr/>
          </p:nvSpPr>
          <p:spPr>
            <a:xfrm>
              <a:off x="3736127" y="3116210"/>
              <a:ext cx="23610" cy="99536"/>
            </a:xfrm>
            <a:custGeom>
              <a:avLst/>
              <a:gdLst/>
              <a:ahLst/>
              <a:cxnLst/>
              <a:rect l="0" t="0" r="0" b="0"/>
              <a:pathLst>
                <a:path w="23610" h="99536">
                  <a:moveTo>
                    <a:pt x="23610" y="995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0" name="Candidate_receptor__3439">
              <a:extLst>
                <a:ext uri="{FF2B5EF4-FFF2-40B4-BE49-F238E27FC236}">
                  <a16:creationId xmlns:a16="http://schemas.microsoft.com/office/drawing/2014/main" id="{5BDDE2F4-45D6-7426-E456-FFAA0DD0D57A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10710" cy="23510"/>
            </a:xfrm>
            <a:custGeom>
              <a:avLst/>
              <a:gdLst/>
              <a:ahLst/>
              <a:cxnLst/>
              <a:rect l="0" t="0" r="0" b="0"/>
              <a:pathLst>
                <a:path w="10710" h="23510">
                  <a:moveTo>
                    <a:pt x="10710" y="235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1" name="Candidate_receptor__3440">
              <a:extLst>
                <a:ext uri="{FF2B5EF4-FFF2-40B4-BE49-F238E27FC236}">
                  <a16:creationId xmlns:a16="http://schemas.microsoft.com/office/drawing/2014/main" id="{E136D06E-24AC-2C43-62E6-FCBFF87714A5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71587"/>
              <a:ext cx="13453" cy="111816"/>
            </a:xfrm>
            <a:custGeom>
              <a:avLst/>
              <a:gdLst/>
              <a:ahLst/>
              <a:cxnLst/>
              <a:rect l="0" t="0" r="0" b="0"/>
              <a:pathLst>
                <a:path w="13453" h="111816">
                  <a:moveTo>
                    <a:pt x="13453" y="1118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2" name="Candidate_receptor__3441">
              <a:extLst>
                <a:ext uri="{FF2B5EF4-FFF2-40B4-BE49-F238E27FC236}">
                  <a16:creationId xmlns:a16="http://schemas.microsoft.com/office/drawing/2014/main" id="{02AD4EF4-2DBF-924E-138B-91DDB59B6826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23745" cy="57544"/>
            </a:xfrm>
            <a:custGeom>
              <a:avLst/>
              <a:gdLst/>
              <a:ahLst/>
              <a:cxnLst/>
              <a:rect l="0" t="0" r="0" b="0"/>
              <a:pathLst>
                <a:path w="23745" h="57544">
                  <a:moveTo>
                    <a:pt x="0" y="0"/>
                  </a:moveTo>
                  <a:lnTo>
                    <a:pt x="23745" y="57544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3" name="Candidate_receptor__3442">
              <a:extLst>
                <a:ext uri="{FF2B5EF4-FFF2-40B4-BE49-F238E27FC236}">
                  <a16:creationId xmlns:a16="http://schemas.microsoft.com/office/drawing/2014/main" id="{C8812A2F-34C6-B6BC-7AB0-E5923ED9E830}"/>
                </a:ext>
              </a:extLst>
            </p:cNvPr>
            <p:cNvSpPr>
              <a:spLocks noGrp="1"/>
            </p:cNvSpPr>
            <p:nvPr/>
          </p:nvSpPr>
          <p:spPr>
            <a:xfrm>
              <a:off x="4672762" y="2525309"/>
              <a:ext cx="57796" cy="70840"/>
            </a:xfrm>
            <a:custGeom>
              <a:avLst/>
              <a:gdLst/>
              <a:ahLst/>
              <a:cxnLst/>
              <a:rect l="0" t="0" r="0" b="0"/>
              <a:pathLst>
                <a:path w="57796" h="70840">
                  <a:moveTo>
                    <a:pt x="57796" y="0"/>
                  </a:moveTo>
                  <a:lnTo>
                    <a:pt x="0" y="708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4" name="Candidate_receptor__3443">
              <a:extLst>
                <a:ext uri="{FF2B5EF4-FFF2-40B4-BE49-F238E27FC236}">
                  <a16:creationId xmlns:a16="http://schemas.microsoft.com/office/drawing/2014/main" id="{6FFF7FF1-ABCA-8D0C-59C3-AE8A11F931DD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721945"/>
              <a:ext cx="43446" cy="106194"/>
            </a:xfrm>
            <a:custGeom>
              <a:avLst/>
              <a:gdLst/>
              <a:ahLst/>
              <a:cxnLst/>
              <a:rect l="0" t="0" r="0" b="0"/>
              <a:pathLst>
                <a:path w="43446" h="106194">
                  <a:moveTo>
                    <a:pt x="0" y="0"/>
                  </a:moveTo>
                  <a:lnTo>
                    <a:pt x="43446" y="10619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5" name="Candidate_receptor__3444">
              <a:extLst>
                <a:ext uri="{FF2B5EF4-FFF2-40B4-BE49-F238E27FC236}">
                  <a16:creationId xmlns:a16="http://schemas.microsoft.com/office/drawing/2014/main" id="{4BFA04D5-98D6-DE46-0582-4032AD7D59F5}"/>
                </a:ext>
              </a:extLst>
            </p:cNvPr>
            <p:cNvSpPr>
              <a:spLocks noGrp="1"/>
            </p:cNvSpPr>
            <p:nvPr/>
          </p:nvSpPr>
          <p:spPr>
            <a:xfrm>
              <a:off x="4191390" y="3703163"/>
              <a:ext cx="40677" cy="69853"/>
            </a:xfrm>
            <a:custGeom>
              <a:avLst/>
              <a:gdLst/>
              <a:ahLst/>
              <a:cxnLst/>
              <a:rect l="0" t="0" r="0" b="0"/>
              <a:pathLst>
                <a:path w="40677" h="69853">
                  <a:moveTo>
                    <a:pt x="40677" y="0"/>
                  </a:moveTo>
                  <a:lnTo>
                    <a:pt x="0" y="69853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6" name="Candidate_receptor__3445">
              <a:extLst>
                <a:ext uri="{FF2B5EF4-FFF2-40B4-BE49-F238E27FC236}">
                  <a16:creationId xmlns:a16="http://schemas.microsoft.com/office/drawing/2014/main" id="{C6246E32-0A84-C8E8-8168-697508B8DE49}"/>
                </a:ext>
              </a:extLst>
            </p:cNvPr>
            <p:cNvSpPr>
              <a:spLocks noGrp="1"/>
            </p:cNvSpPr>
            <p:nvPr/>
          </p:nvSpPr>
          <p:spPr>
            <a:xfrm>
              <a:off x="5852035" y="1900237"/>
              <a:ext cx="65685" cy="68204"/>
            </a:xfrm>
            <a:custGeom>
              <a:avLst/>
              <a:gdLst/>
              <a:ahLst/>
              <a:cxnLst/>
              <a:rect l="0" t="0" r="0" b="0"/>
              <a:pathLst>
                <a:path w="65685" h="68204">
                  <a:moveTo>
                    <a:pt x="65685" y="0"/>
                  </a:moveTo>
                  <a:lnTo>
                    <a:pt x="0" y="6820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7" name="Candidate_receptor__3446">
              <a:extLst>
                <a:ext uri="{FF2B5EF4-FFF2-40B4-BE49-F238E27FC236}">
                  <a16:creationId xmlns:a16="http://schemas.microsoft.com/office/drawing/2014/main" id="{9365664D-8325-B53A-CD21-C32E544A8F93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2901352"/>
              <a:ext cx="49962" cy="101521"/>
            </a:xfrm>
            <a:custGeom>
              <a:avLst/>
              <a:gdLst/>
              <a:ahLst/>
              <a:cxnLst/>
              <a:rect l="0" t="0" r="0" b="0"/>
              <a:pathLst>
                <a:path w="49962" h="101521">
                  <a:moveTo>
                    <a:pt x="0" y="101521"/>
                  </a:moveTo>
                  <a:lnTo>
                    <a:pt x="49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8" name="Candidate_receptor__3447">
              <a:extLst>
                <a:ext uri="{FF2B5EF4-FFF2-40B4-BE49-F238E27FC236}">
                  <a16:creationId xmlns:a16="http://schemas.microsoft.com/office/drawing/2014/main" id="{FF6F94C7-497D-83E8-0E25-02087E4321D8}"/>
                </a:ext>
              </a:extLst>
            </p:cNvPr>
            <p:cNvSpPr>
              <a:spLocks noGrp="1"/>
            </p:cNvSpPr>
            <p:nvPr/>
          </p:nvSpPr>
          <p:spPr>
            <a:xfrm>
              <a:off x="5710326" y="2977778"/>
              <a:ext cx="5665" cy="50470"/>
            </a:xfrm>
            <a:custGeom>
              <a:avLst/>
              <a:gdLst/>
              <a:ahLst/>
              <a:cxnLst/>
              <a:rect l="0" t="0" r="0" b="0"/>
              <a:pathLst>
                <a:path w="5665" h="50470">
                  <a:moveTo>
                    <a:pt x="5665" y="0"/>
                  </a:moveTo>
                  <a:lnTo>
                    <a:pt x="0" y="504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9" name="Candidate_receptor__3448">
              <a:extLst>
                <a:ext uri="{FF2B5EF4-FFF2-40B4-BE49-F238E27FC236}">
                  <a16:creationId xmlns:a16="http://schemas.microsoft.com/office/drawing/2014/main" id="{ACE8CC8C-DB7B-9C13-BACF-0CEDFE02F9DC}"/>
                </a:ext>
              </a:extLst>
            </p:cNvPr>
            <p:cNvSpPr>
              <a:spLocks noGrp="1"/>
            </p:cNvSpPr>
            <p:nvPr/>
          </p:nvSpPr>
          <p:spPr>
            <a:xfrm>
              <a:off x="4979862" y="2174503"/>
              <a:ext cx="83147" cy="70388"/>
            </a:xfrm>
            <a:custGeom>
              <a:avLst/>
              <a:gdLst/>
              <a:ahLst/>
              <a:cxnLst/>
              <a:rect l="0" t="0" r="0" b="0"/>
              <a:pathLst>
                <a:path w="83147" h="70388">
                  <a:moveTo>
                    <a:pt x="0" y="70388"/>
                  </a:moveTo>
                  <a:lnTo>
                    <a:pt x="83147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0" name="Candidate_receptor__3449">
              <a:extLst>
                <a:ext uri="{FF2B5EF4-FFF2-40B4-BE49-F238E27FC236}">
                  <a16:creationId xmlns:a16="http://schemas.microsoft.com/office/drawing/2014/main" id="{FD69C118-4108-133B-3749-4ADAD856298D}"/>
                </a:ext>
              </a:extLst>
            </p:cNvPr>
            <p:cNvSpPr>
              <a:spLocks noGrp="1"/>
            </p:cNvSpPr>
            <p:nvPr/>
          </p:nvSpPr>
          <p:spPr>
            <a:xfrm>
              <a:off x="4914033" y="2082670"/>
              <a:ext cx="6703" cy="51221"/>
            </a:xfrm>
            <a:custGeom>
              <a:avLst/>
              <a:gdLst/>
              <a:ahLst/>
              <a:cxnLst/>
              <a:rect l="0" t="0" r="0" b="0"/>
              <a:pathLst>
                <a:path w="6703" h="51221">
                  <a:moveTo>
                    <a:pt x="0" y="0"/>
                  </a:moveTo>
                  <a:lnTo>
                    <a:pt x="6703" y="5122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1" name="Candidate_receptor__3450">
              <a:extLst>
                <a:ext uri="{FF2B5EF4-FFF2-40B4-BE49-F238E27FC236}">
                  <a16:creationId xmlns:a16="http://schemas.microsoft.com/office/drawing/2014/main" id="{2BC309F4-D424-05E1-04A7-878500F4B91B}"/>
                </a:ext>
              </a:extLst>
            </p:cNvPr>
            <p:cNvSpPr>
              <a:spLocks noGrp="1"/>
            </p:cNvSpPr>
            <p:nvPr/>
          </p:nvSpPr>
          <p:spPr>
            <a:xfrm>
              <a:off x="5245405" y="2856645"/>
              <a:ext cx="111154" cy="13892"/>
            </a:xfrm>
            <a:custGeom>
              <a:avLst/>
              <a:gdLst/>
              <a:ahLst/>
              <a:cxnLst/>
              <a:rect l="0" t="0" r="0" b="0"/>
              <a:pathLst>
                <a:path w="111154" h="13892">
                  <a:moveTo>
                    <a:pt x="0" y="0"/>
                  </a:moveTo>
                  <a:lnTo>
                    <a:pt x="111154" y="1389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2" name="Candidate_receptor__3451">
              <a:extLst>
                <a:ext uri="{FF2B5EF4-FFF2-40B4-BE49-F238E27FC236}">
                  <a16:creationId xmlns:a16="http://schemas.microsoft.com/office/drawing/2014/main" id="{F9B81ACF-B965-B2B8-EA45-3371B222DA95}"/>
                </a:ext>
              </a:extLst>
            </p:cNvPr>
            <p:cNvSpPr>
              <a:spLocks noGrp="1"/>
            </p:cNvSpPr>
            <p:nvPr/>
          </p:nvSpPr>
          <p:spPr>
            <a:xfrm>
              <a:off x="4906380" y="2525937"/>
              <a:ext cx="64680" cy="93945"/>
            </a:xfrm>
            <a:custGeom>
              <a:avLst/>
              <a:gdLst/>
              <a:ahLst/>
              <a:cxnLst/>
              <a:rect l="0" t="0" r="0" b="0"/>
              <a:pathLst>
                <a:path w="64680" h="93945">
                  <a:moveTo>
                    <a:pt x="64680" y="939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3" name="Candidate_receptor__3452">
              <a:extLst>
                <a:ext uri="{FF2B5EF4-FFF2-40B4-BE49-F238E27FC236}">
                  <a16:creationId xmlns:a16="http://schemas.microsoft.com/office/drawing/2014/main" id="{6C2C6C39-DE92-9E69-904A-71C5204B22EA}"/>
                </a:ext>
              </a:extLst>
            </p:cNvPr>
            <p:cNvSpPr>
              <a:spLocks noGrp="1"/>
            </p:cNvSpPr>
            <p:nvPr/>
          </p:nvSpPr>
          <p:spPr>
            <a:xfrm>
              <a:off x="4699335" y="3182597"/>
              <a:ext cx="80649" cy="80415"/>
            </a:xfrm>
            <a:custGeom>
              <a:avLst/>
              <a:gdLst/>
              <a:ahLst/>
              <a:cxnLst/>
              <a:rect l="0" t="0" r="0" b="0"/>
              <a:pathLst>
                <a:path w="80649" h="80415">
                  <a:moveTo>
                    <a:pt x="0" y="0"/>
                  </a:moveTo>
                  <a:lnTo>
                    <a:pt x="80649" y="8041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4" name="Candidate_receptor__3453">
              <a:extLst>
                <a:ext uri="{FF2B5EF4-FFF2-40B4-BE49-F238E27FC236}">
                  <a16:creationId xmlns:a16="http://schemas.microsoft.com/office/drawing/2014/main" id="{68B2C797-9EFB-2F18-CDDF-ABA17F43AD71}"/>
                </a:ext>
              </a:extLst>
            </p:cNvPr>
            <p:cNvSpPr>
              <a:spLocks noGrp="1"/>
            </p:cNvSpPr>
            <p:nvPr/>
          </p:nvSpPr>
          <p:spPr>
            <a:xfrm>
              <a:off x="5917721" y="1824820"/>
              <a:ext cx="67913" cy="75417"/>
            </a:xfrm>
            <a:custGeom>
              <a:avLst/>
              <a:gdLst/>
              <a:ahLst/>
              <a:cxnLst/>
              <a:rect l="0" t="0" r="0" b="0"/>
              <a:pathLst>
                <a:path w="67913" h="75417">
                  <a:moveTo>
                    <a:pt x="67913" y="0"/>
                  </a:moveTo>
                  <a:lnTo>
                    <a:pt x="0" y="7541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5" name="Candidate_receptor__3454">
              <a:extLst>
                <a:ext uri="{FF2B5EF4-FFF2-40B4-BE49-F238E27FC236}">
                  <a16:creationId xmlns:a16="http://schemas.microsoft.com/office/drawing/2014/main" id="{74A29319-0B66-FF19-2C76-C0A73F59543F}"/>
                </a:ext>
              </a:extLst>
            </p:cNvPr>
            <p:cNvSpPr>
              <a:spLocks noGrp="1"/>
            </p:cNvSpPr>
            <p:nvPr/>
          </p:nvSpPr>
          <p:spPr>
            <a:xfrm>
              <a:off x="4547771" y="3583724"/>
              <a:ext cx="19062" cy="78988"/>
            </a:xfrm>
            <a:custGeom>
              <a:avLst/>
              <a:gdLst/>
              <a:ahLst/>
              <a:cxnLst/>
              <a:rect l="0" t="0" r="0" b="0"/>
              <a:pathLst>
                <a:path w="19062" h="78988">
                  <a:moveTo>
                    <a:pt x="19062" y="789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6" name="Candidate_receptor__3455">
              <a:extLst>
                <a:ext uri="{FF2B5EF4-FFF2-40B4-BE49-F238E27FC236}">
                  <a16:creationId xmlns:a16="http://schemas.microsoft.com/office/drawing/2014/main" id="{67F38448-F87D-2729-7F21-6EF717E81181}"/>
                </a:ext>
              </a:extLst>
            </p:cNvPr>
            <p:cNvSpPr>
              <a:spLocks noGrp="1"/>
            </p:cNvSpPr>
            <p:nvPr/>
          </p:nvSpPr>
          <p:spPr>
            <a:xfrm>
              <a:off x="4646795" y="2192218"/>
              <a:ext cx="86887" cy="48962"/>
            </a:xfrm>
            <a:custGeom>
              <a:avLst/>
              <a:gdLst/>
              <a:ahLst/>
              <a:cxnLst/>
              <a:rect l="0" t="0" r="0" b="0"/>
              <a:pathLst>
                <a:path w="86887" h="48962">
                  <a:moveTo>
                    <a:pt x="86887" y="4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7" name="Candidate_receptor__3456">
              <a:extLst>
                <a:ext uri="{FF2B5EF4-FFF2-40B4-BE49-F238E27FC236}">
                  <a16:creationId xmlns:a16="http://schemas.microsoft.com/office/drawing/2014/main" id="{82717CE8-DAE8-DE93-80D2-AB9A3CCDE108}"/>
                </a:ext>
              </a:extLst>
            </p:cNvPr>
            <p:cNvSpPr>
              <a:spLocks noGrp="1"/>
            </p:cNvSpPr>
            <p:nvPr/>
          </p:nvSpPr>
          <p:spPr>
            <a:xfrm>
              <a:off x="5480745" y="2776611"/>
              <a:ext cx="82989" cy="9768"/>
            </a:xfrm>
            <a:custGeom>
              <a:avLst/>
              <a:gdLst/>
              <a:ahLst/>
              <a:cxnLst/>
              <a:rect l="0" t="0" r="0" b="0"/>
              <a:pathLst>
                <a:path w="82989" h="9768">
                  <a:moveTo>
                    <a:pt x="82989" y="97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8" name="Candidate_receptor__3457">
              <a:extLst>
                <a:ext uri="{FF2B5EF4-FFF2-40B4-BE49-F238E27FC236}">
                  <a16:creationId xmlns:a16="http://schemas.microsoft.com/office/drawing/2014/main" id="{BC89403E-AA82-B051-1EC6-1DA07088C51E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20854"/>
              <a:ext cx="19074" cy="76278"/>
            </a:xfrm>
            <a:custGeom>
              <a:avLst/>
              <a:gdLst/>
              <a:ahLst/>
              <a:cxnLst/>
              <a:rect l="0" t="0" r="0" b="0"/>
              <a:pathLst>
                <a:path w="19074" h="76278">
                  <a:moveTo>
                    <a:pt x="19074" y="0"/>
                  </a:moveTo>
                  <a:lnTo>
                    <a:pt x="0" y="7627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9" name="Candidate_receptor__3458">
              <a:extLst>
                <a:ext uri="{FF2B5EF4-FFF2-40B4-BE49-F238E27FC236}">
                  <a16:creationId xmlns:a16="http://schemas.microsoft.com/office/drawing/2014/main" id="{F27C3FEB-0B37-8B73-B834-9279D9CBFADF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202679"/>
              <a:ext cx="51924" cy="3165"/>
            </a:xfrm>
            <a:custGeom>
              <a:avLst/>
              <a:gdLst/>
              <a:ahLst/>
              <a:cxnLst/>
              <a:rect l="0" t="0" r="0" b="0"/>
              <a:pathLst>
                <a:path w="51924" h="3165">
                  <a:moveTo>
                    <a:pt x="0" y="0"/>
                  </a:moveTo>
                  <a:lnTo>
                    <a:pt x="51924" y="31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0" name="Candidate_receptor__3459">
              <a:extLst>
                <a:ext uri="{FF2B5EF4-FFF2-40B4-BE49-F238E27FC236}">
                  <a16:creationId xmlns:a16="http://schemas.microsoft.com/office/drawing/2014/main" id="{AB5328BB-3675-DBE8-B944-4C6BA94B508C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398420"/>
              <a:ext cx="23100" cy="112955"/>
            </a:xfrm>
            <a:custGeom>
              <a:avLst/>
              <a:gdLst/>
              <a:ahLst/>
              <a:cxnLst/>
              <a:rect l="0" t="0" r="0" b="0"/>
              <a:pathLst>
                <a:path w="23100" h="112955">
                  <a:moveTo>
                    <a:pt x="0" y="112955"/>
                  </a:moveTo>
                  <a:lnTo>
                    <a:pt x="2310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1" name="Candidate_receptor__3460">
              <a:extLst>
                <a:ext uri="{FF2B5EF4-FFF2-40B4-BE49-F238E27FC236}">
                  <a16:creationId xmlns:a16="http://schemas.microsoft.com/office/drawing/2014/main" id="{F11DFED4-C745-A6C4-391E-154C53CA0869}"/>
                </a:ext>
              </a:extLst>
            </p:cNvPr>
            <p:cNvSpPr>
              <a:spLocks noGrp="1"/>
            </p:cNvSpPr>
            <p:nvPr/>
          </p:nvSpPr>
          <p:spPr>
            <a:xfrm>
              <a:off x="3759738" y="3215747"/>
              <a:ext cx="51425" cy="42094"/>
            </a:xfrm>
            <a:custGeom>
              <a:avLst/>
              <a:gdLst/>
              <a:ahLst/>
              <a:cxnLst/>
              <a:rect l="0" t="0" r="0" b="0"/>
              <a:pathLst>
                <a:path w="51425" h="42094">
                  <a:moveTo>
                    <a:pt x="51425" y="4209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62" name="Candidate_receptor__3461">
              <a:extLst>
                <a:ext uri="{FF2B5EF4-FFF2-40B4-BE49-F238E27FC236}">
                  <a16:creationId xmlns:a16="http://schemas.microsoft.com/office/drawing/2014/main" id="{E7370628-3F05-D558-B4E3-C39A84C534C3}"/>
                </a:ext>
              </a:extLst>
            </p:cNvPr>
            <p:cNvSpPr>
              <a:spLocks noGrp="1"/>
            </p:cNvSpPr>
            <p:nvPr/>
          </p:nvSpPr>
          <p:spPr>
            <a:xfrm>
              <a:off x="5965745" y="1741222"/>
              <a:ext cx="19889" cy="83597"/>
            </a:xfrm>
            <a:custGeom>
              <a:avLst/>
              <a:gdLst/>
              <a:ahLst/>
              <a:cxnLst/>
              <a:rect l="0" t="0" r="0" b="0"/>
              <a:pathLst>
                <a:path w="19889" h="83597">
                  <a:moveTo>
                    <a:pt x="0" y="0"/>
                  </a:moveTo>
                  <a:lnTo>
                    <a:pt x="19889" y="8359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63" name="Candidate_receptor__3462">
              <a:extLst>
                <a:ext uri="{FF2B5EF4-FFF2-40B4-BE49-F238E27FC236}">
                  <a16:creationId xmlns:a16="http://schemas.microsoft.com/office/drawing/2014/main" id="{5FA4A475-4A80-4485-1E2B-1B540ABC2D4A}"/>
                </a:ext>
              </a:extLst>
            </p:cNvPr>
            <p:cNvSpPr>
              <a:spLocks noGrp="1"/>
            </p:cNvSpPr>
            <p:nvPr/>
          </p:nvSpPr>
          <p:spPr>
            <a:xfrm>
              <a:off x="5078727" y="2901352"/>
              <a:ext cx="99805" cy="56025"/>
            </a:xfrm>
            <a:custGeom>
              <a:avLst/>
              <a:gdLst/>
              <a:ahLst/>
              <a:cxnLst/>
              <a:rect l="0" t="0" r="0" b="0"/>
              <a:pathLst>
                <a:path w="99805" h="56025">
                  <a:moveTo>
                    <a:pt x="0" y="0"/>
                  </a:moveTo>
                  <a:lnTo>
                    <a:pt x="99805" y="5602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4" name="Candidate_receptor__3463">
              <a:extLst>
                <a:ext uri="{FF2B5EF4-FFF2-40B4-BE49-F238E27FC236}">
                  <a16:creationId xmlns:a16="http://schemas.microsoft.com/office/drawing/2014/main" id="{6BD147D2-2159-AB16-B887-B32DEC0F9DA3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63092" cy="83930"/>
            </a:xfrm>
            <a:custGeom>
              <a:avLst/>
              <a:gdLst/>
              <a:ahLst/>
              <a:cxnLst/>
              <a:rect l="0" t="0" r="0" b="0"/>
              <a:pathLst>
                <a:path w="63092" h="83930">
                  <a:moveTo>
                    <a:pt x="63092" y="839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5" name="Candidate_receptor__3464">
              <a:extLst>
                <a:ext uri="{FF2B5EF4-FFF2-40B4-BE49-F238E27FC236}">
                  <a16:creationId xmlns:a16="http://schemas.microsoft.com/office/drawing/2014/main" id="{A0E2F6B0-B7D4-5C07-DDCA-54AEC6EAB6B4}"/>
                </a:ext>
              </a:extLst>
            </p:cNvPr>
            <p:cNvSpPr>
              <a:spLocks noGrp="1"/>
            </p:cNvSpPr>
            <p:nvPr/>
          </p:nvSpPr>
          <p:spPr>
            <a:xfrm>
              <a:off x="4325313" y="3675614"/>
              <a:ext cx="18691" cy="113983"/>
            </a:xfrm>
            <a:custGeom>
              <a:avLst/>
              <a:gdLst/>
              <a:ahLst/>
              <a:cxnLst/>
              <a:rect l="0" t="0" r="0" b="0"/>
              <a:pathLst>
                <a:path w="18691" h="113983">
                  <a:moveTo>
                    <a:pt x="18691" y="1139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6" name="Candidate_receptor__3465">
              <a:extLst>
                <a:ext uri="{FF2B5EF4-FFF2-40B4-BE49-F238E27FC236}">
                  <a16:creationId xmlns:a16="http://schemas.microsoft.com/office/drawing/2014/main" id="{65FD2F07-01A1-F9D0-ECFD-38A1C44EFA04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791009"/>
              <a:ext cx="50501" cy="32758"/>
            </a:xfrm>
            <a:custGeom>
              <a:avLst/>
              <a:gdLst/>
              <a:ahLst/>
              <a:cxnLst/>
              <a:rect l="0" t="0" r="0" b="0"/>
              <a:pathLst>
                <a:path w="50501" h="32758">
                  <a:moveTo>
                    <a:pt x="0" y="32758"/>
                  </a:moveTo>
                  <a:lnTo>
                    <a:pt x="50501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7" name="Candidate_receptor__3466">
              <a:extLst>
                <a:ext uri="{FF2B5EF4-FFF2-40B4-BE49-F238E27FC236}">
                  <a16:creationId xmlns:a16="http://schemas.microsoft.com/office/drawing/2014/main" id="{01EE4C64-F88A-8194-7CF8-E67B4EB29E40}"/>
                </a:ext>
              </a:extLst>
            </p:cNvPr>
            <p:cNvSpPr>
              <a:spLocks noGrp="1"/>
            </p:cNvSpPr>
            <p:nvPr/>
          </p:nvSpPr>
          <p:spPr>
            <a:xfrm>
              <a:off x="4801707" y="2606994"/>
              <a:ext cx="19437" cy="49831"/>
            </a:xfrm>
            <a:custGeom>
              <a:avLst/>
              <a:gdLst/>
              <a:ahLst/>
              <a:cxnLst/>
              <a:rect l="0" t="0" r="0" b="0"/>
              <a:pathLst>
                <a:path w="19437" h="49831">
                  <a:moveTo>
                    <a:pt x="19437" y="49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8" name="Candidate_receptor__3467">
              <a:extLst>
                <a:ext uri="{FF2B5EF4-FFF2-40B4-BE49-F238E27FC236}">
                  <a16:creationId xmlns:a16="http://schemas.microsoft.com/office/drawing/2014/main" id="{727E5C3F-91DD-2205-6DCA-98807EF85428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09100"/>
              <a:ext cx="91725" cy="62487"/>
            </a:xfrm>
            <a:custGeom>
              <a:avLst/>
              <a:gdLst/>
              <a:ahLst/>
              <a:cxnLst/>
              <a:rect l="0" t="0" r="0" b="0"/>
              <a:pathLst>
                <a:path w="91725" h="62487">
                  <a:moveTo>
                    <a:pt x="0" y="62487"/>
                  </a:moveTo>
                  <a:lnTo>
                    <a:pt x="91725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9" name="Candidate_receptor__3468">
              <a:extLst>
                <a:ext uri="{FF2B5EF4-FFF2-40B4-BE49-F238E27FC236}">
                  <a16:creationId xmlns:a16="http://schemas.microsoft.com/office/drawing/2014/main" id="{D7B1A63F-FC64-DC4B-0D00-73D2DA95CBD5}"/>
                </a:ext>
              </a:extLst>
            </p:cNvPr>
            <p:cNvSpPr>
              <a:spLocks noGrp="1"/>
            </p:cNvSpPr>
            <p:nvPr/>
          </p:nvSpPr>
          <p:spPr>
            <a:xfrm>
              <a:off x="4456409" y="3170705"/>
              <a:ext cx="88740" cy="58802"/>
            </a:xfrm>
            <a:custGeom>
              <a:avLst/>
              <a:gdLst/>
              <a:ahLst/>
              <a:cxnLst/>
              <a:rect l="0" t="0" r="0" b="0"/>
              <a:pathLst>
                <a:path w="88740" h="58802">
                  <a:moveTo>
                    <a:pt x="88740" y="0"/>
                  </a:moveTo>
                  <a:lnTo>
                    <a:pt x="0" y="5880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0" name="Candidate_receptor__3469">
              <a:extLst>
                <a:ext uri="{FF2B5EF4-FFF2-40B4-BE49-F238E27FC236}">
                  <a16:creationId xmlns:a16="http://schemas.microsoft.com/office/drawing/2014/main" id="{09D7E641-9BDC-B62A-8B45-480F7D86EBD5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2975834"/>
              <a:ext cx="40140" cy="27508"/>
            </a:xfrm>
            <a:custGeom>
              <a:avLst/>
              <a:gdLst/>
              <a:ahLst/>
              <a:cxnLst/>
              <a:rect l="0" t="0" r="0" b="0"/>
              <a:pathLst>
                <a:path w="40140" h="27508">
                  <a:moveTo>
                    <a:pt x="40140" y="0"/>
                  </a:moveTo>
                  <a:lnTo>
                    <a:pt x="0" y="2750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1" name="Candidate_receptor__3470">
              <a:extLst>
                <a:ext uri="{FF2B5EF4-FFF2-40B4-BE49-F238E27FC236}">
                  <a16:creationId xmlns:a16="http://schemas.microsoft.com/office/drawing/2014/main" id="{87A9348C-F43A-2B6C-340C-04B64292F17F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3372194"/>
              <a:ext cx="93930" cy="52805"/>
            </a:xfrm>
            <a:custGeom>
              <a:avLst/>
              <a:gdLst/>
              <a:ahLst/>
              <a:cxnLst/>
              <a:rect l="0" t="0" r="0" b="0"/>
              <a:pathLst>
                <a:path w="93930" h="52805">
                  <a:moveTo>
                    <a:pt x="0" y="0"/>
                  </a:moveTo>
                  <a:lnTo>
                    <a:pt x="93930" y="528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2" name="Candidate_receptor__3471">
              <a:extLst>
                <a:ext uri="{FF2B5EF4-FFF2-40B4-BE49-F238E27FC236}">
                  <a16:creationId xmlns:a16="http://schemas.microsoft.com/office/drawing/2014/main" id="{74D9A207-2310-4CE6-A4E5-807D3EC3C0D4}"/>
                </a:ext>
              </a:extLst>
            </p:cNvPr>
            <p:cNvSpPr>
              <a:spLocks noGrp="1"/>
            </p:cNvSpPr>
            <p:nvPr/>
          </p:nvSpPr>
          <p:spPr>
            <a:xfrm>
              <a:off x="4566833" y="3662712"/>
              <a:ext cx="95458" cy="47669"/>
            </a:xfrm>
            <a:custGeom>
              <a:avLst/>
              <a:gdLst/>
              <a:ahLst/>
              <a:cxnLst/>
              <a:rect l="0" t="0" r="0" b="0"/>
              <a:pathLst>
                <a:path w="95458" h="47669">
                  <a:moveTo>
                    <a:pt x="95458" y="476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3" name="Candidate_receptor__3472">
              <a:extLst>
                <a:ext uri="{FF2B5EF4-FFF2-40B4-BE49-F238E27FC236}">
                  <a16:creationId xmlns:a16="http://schemas.microsoft.com/office/drawing/2014/main" id="{F2A2283E-695C-360D-C73A-329F715D64AE}"/>
                </a:ext>
              </a:extLst>
            </p:cNvPr>
            <p:cNvSpPr>
              <a:spLocks noGrp="1"/>
            </p:cNvSpPr>
            <p:nvPr/>
          </p:nvSpPr>
          <p:spPr>
            <a:xfrm>
              <a:off x="5702520" y="3344697"/>
              <a:ext cx="82576" cy="70723"/>
            </a:xfrm>
            <a:custGeom>
              <a:avLst/>
              <a:gdLst/>
              <a:ahLst/>
              <a:cxnLst/>
              <a:rect l="0" t="0" r="0" b="0"/>
              <a:pathLst>
                <a:path w="82576" h="70723">
                  <a:moveTo>
                    <a:pt x="82576" y="0"/>
                  </a:moveTo>
                  <a:lnTo>
                    <a:pt x="0" y="7072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4" name="Candidate_receptor__3473">
              <a:extLst>
                <a:ext uri="{FF2B5EF4-FFF2-40B4-BE49-F238E27FC236}">
                  <a16:creationId xmlns:a16="http://schemas.microsoft.com/office/drawing/2014/main" id="{70C277B1-F788-91F2-C949-993AA1C9DACC}"/>
                </a:ext>
              </a:extLst>
            </p:cNvPr>
            <p:cNvSpPr>
              <a:spLocks noGrp="1"/>
            </p:cNvSpPr>
            <p:nvPr/>
          </p:nvSpPr>
          <p:spPr>
            <a:xfrm>
              <a:off x="4812444" y="3518152"/>
              <a:ext cx="78285" cy="79510"/>
            </a:xfrm>
            <a:custGeom>
              <a:avLst/>
              <a:gdLst/>
              <a:ahLst/>
              <a:cxnLst/>
              <a:rect l="0" t="0" r="0" b="0"/>
              <a:pathLst>
                <a:path w="78285" h="79510">
                  <a:moveTo>
                    <a:pt x="0" y="0"/>
                  </a:moveTo>
                  <a:lnTo>
                    <a:pt x="78285" y="7951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5" name="Candidate_receptor__3474">
              <a:extLst>
                <a:ext uri="{FF2B5EF4-FFF2-40B4-BE49-F238E27FC236}">
                  <a16:creationId xmlns:a16="http://schemas.microsoft.com/office/drawing/2014/main" id="{1C574B90-4854-D4E2-4A82-D324A9B5A78D}"/>
                </a:ext>
              </a:extLst>
            </p:cNvPr>
            <p:cNvSpPr>
              <a:spLocks noGrp="1"/>
            </p:cNvSpPr>
            <p:nvPr/>
          </p:nvSpPr>
          <p:spPr>
            <a:xfrm>
              <a:off x="5435479" y="3079022"/>
              <a:ext cx="19162" cy="51878"/>
            </a:xfrm>
            <a:custGeom>
              <a:avLst/>
              <a:gdLst/>
              <a:ahLst/>
              <a:cxnLst/>
              <a:rect l="0" t="0" r="0" b="0"/>
              <a:pathLst>
                <a:path w="19162" h="51878">
                  <a:moveTo>
                    <a:pt x="19162" y="0"/>
                  </a:moveTo>
                  <a:lnTo>
                    <a:pt x="0" y="5187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6" name="Candidate_receptor__3475">
              <a:extLst>
                <a:ext uri="{FF2B5EF4-FFF2-40B4-BE49-F238E27FC236}">
                  <a16:creationId xmlns:a16="http://schemas.microsoft.com/office/drawing/2014/main" id="{73F3B2A4-CB63-B785-A867-269DB8434C50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326846"/>
              <a:ext cx="109739" cy="36753"/>
            </a:xfrm>
            <a:custGeom>
              <a:avLst/>
              <a:gdLst/>
              <a:ahLst/>
              <a:cxnLst/>
              <a:rect l="0" t="0" r="0" b="0"/>
              <a:pathLst>
                <a:path w="109739" h="36753">
                  <a:moveTo>
                    <a:pt x="0" y="0"/>
                  </a:moveTo>
                  <a:lnTo>
                    <a:pt x="109739" y="3675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7" name="Candidate_receptor__3476">
              <a:extLst>
                <a:ext uri="{FF2B5EF4-FFF2-40B4-BE49-F238E27FC236}">
                  <a16:creationId xmlns:a16="http://schemas.microsoft.com/office/drawing/2014/main" id="{7F022BCE-9CBA-BD74-776C-55A66F15999B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434978"/>
              <a:ext cx="13794" cy="52750"/>
            </a:xfrm>
            <a:custGeom>
              <a:avLst/>
              <a:gdLst/>
              <a:ahLst/>
              <a:cxnLst/>
              <a:rect l="0" t="0" r="0" b="0"/>
              <a:pathLst>
                <a:path w="13794" h="52750">
                  <a:moveTo>
                    <a:pt x="0" y="52750"/>
                  </a:moveTo>
                  <a:lnTo>
                    <a:pt x="13794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8" name="Candidate_receptor__3477">
              <a:extLst>
                <a:ext uri="{FF2B5EF4-FFF2-40B4-BE49-F238E27FC236}">
                  <a16:creationId xmlns:a16="http://schemas.microsoft.com/office/drawing/2014/main" id="{136D91FF-2FF9-5A9F-D371-24BC75D03393}"/>
                </a:ext>
              </a:extLst>
            </p:cNvPr>
            <p:cNvSpPr>
              <a:spLocks noGrp="1"/>
            </p:cNvSpPr>
            <p:nvPr/>
          </p:nvSpPr>
          <p:spPr>
            <a:xfrm>
              <a:off x="5063010" y="2174503"/>
              <a:ext cx="102610" cy="45450"/>
            </a:xfrm>
            <a:custGeom>
              <a:avLst/>
              <a:gdLst/>
              <a:ahLst/>
              <a:cxnLst/>
              <a:rect l="0" t="0" r="0" b="0"/>
              <a:pathLst>
                <a:path w="102610" h="45450">
                  <a:moveTo>
                    <a:pt x="0" y="0"/>
                  </a:moveTo>
                  <a:lnTo>
                    <a:pt x="102610" y="454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9" name="Candidate_receptor__3478">
              <a:extLst>
                <a:ext uri="{FF2B5EF4-FFF2-40B4-BE49-F238E27FC236}">
                  <a16:creationId xmlns:a16="http://schemas.microsoft.com/office/drawing/2014/main" id="{A7BA323E-4D11-1DCC-A2ED-A63D6C0774DF}"/>
                </a:ext>
              </a:extLst>
            </p:cNvPr>
            <p:cNvSpPr>
              <a:spLocks noGrp="1"/>
            </p:cNvSpPr>
            <p:nvPr/>
          </p:nvSpPr>
          <p:spPr>
            <a:xfrm>
              <a:off x="5783335" y="2906852"/>
              <a:ext cx="72112" cy="27133"/>
            </a:xfrm>
            <a:custGeom>
              <a:avLst/>
              <a:gdLst/>
              <a:ahLst/>
              <a:cxnLst/>
              <a:rect l="0" t="0" r="0" b="0"/>
              <a:pathLst>
                <a:path w="72112" h="27133">
                  <a:moveTo>
                    <a:pt x="72112" y="271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0" name="Candidate_receptor__3479">
              <a:extLst>
                <a:ext uri="{FF2B5EF4-FFF2-40B4-BE49-F238E27FC236}">
                  <a16:creationId xmlns:a16="http://schemas.microsoft.com/office/drawing/2014/main" id="{11E4759E-9B55-62C1-2974-72D39AAF7DF1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219954"/>
              <a:ext cx="32987" cy="106892"/>
            </a:xfrm>
            <a:custGeom>
              <a:avLst/>
              <a:gdLst/>
              <a:ahLst/>
              <a:cxnLst/>
              <a:rect l="0" t="0" r="0" b="0"/>
              <a:pathLst>
                <a:path w="32987" h="106892">
                  <a:moveTo>
                    <a:pt x="32987" y="0"/>
                  </a:moveTo>
                  <a:lnTo>
                    <a:pt x="0" y="1068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1" name="Candidate_receptor__3480">
              <a:extLst>
                <a:ext uri="{FF2B5EF4-FFF2-40B4-BE49-F238E27FC236}">
                  <a16:creationId xmlns:a16="http://schemas.microsoft.com/office/drawing/2014/main" id="{F193FD2C-5432-020B-AAD5-64E7821F5485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34579"/>
              <a:ext cx="64496" cy="94929"/>
            </a:xfrm>
            <a:custGeom>
              <a:avLst/>
              <a:gdLst/>
              <a:ahLst/>
              <a:cxnLst/>
              <a:rect l="0" t="0" r="0" b="0"/>
              <a:pathLst>
                <a:path w="64496" h="94929">
                  <a:moveTo>
                    <a:pt x="64496" y="949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82" name="Candidate_receptor__3481">
              <a:extLst>
                <a:ext uri="{FF2B5EF4-FFF2-40B4-BE49-F238E27FC236}">
                  <a16:creationId xmlns:a16="http://schemas.microsoft.com/office/drawing/2014/main" id="{458BDCDE-9498-995C-8AB6-2232AAF3BA8E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86859"/>
              <a:ext cx="43299" cy="86348"/>
            </a:xfrm>
            <a:custGeom>
              <a:avLst/>
              <a:gdLst/>
              <a:ahLst/>
              <a:cxnLst/>
              <a:rect l="0" t="0" r="0" b="0"/>
              <a:pathLst>
                <a:path w="43299" h="86348">
                  <a:moveTo>
                    <a:pt x="0" y="0"/>
                  </a:moveTo>
                  <a:lnTo>
                    <a:pt x="43299" y="8634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3" name="Candidate_receptor__3482">
              <a:extLst>
                <a:ext uri="{FF2B5EF4-FFF2-40B4-BE49-F238E27FC236}">
                  <a16:creationId xmlns:a16="http://schemas.microsoft.com/office/drawing/2014/main" id="{281308D8-3FE7-B31F-C873-7C0E9251C95E}"/>
                </a:ext>
              </a:extLst>
            </p:cNvPr>
            <p:cNvSpPr>
              <a:spLocks noGrp="1"/>
            </p:cNvSpPr>
            <p:nvPr/>
          </p:nvSpPr>
          <p:spPr>
            <a:xfrm>
              <a:off x="4205882" y="2474852"/>
              <a:ext cx="54807" cy="100820"/>
            </a:xfrm>
            <a:custGeom>
              <a:avLst/>
              <a:gdLst/>
              <a:ahLst/>
              <a:cxnLst/>
              <a:rect l="0" t="0" r="0" b="0"/>
              <a:pathLst>
                <a:path w="54807" h="100820">
                  <a:moveTo>
                    <a:pt x="0" y="100820"/>
                  </a:moveTo>
                  <a:lnTo>
                    <a:pt x="54807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4" name="Candidate_receptor__3483">
              <a:extLst>
                <a:ext uri="{FF2B5EF4-FFF2-40B4-BE49-F238E27FC236}">
                  <a16:creationId xmlns:a16="http://schemas.microsoft.com/office/drawing/2014/main" id="{16975FDA-B08C-FFC1-8D06-FC0CF1B6903C}"/>
                </a:ext>
              </a:extLst>
            </p:cNvPr>
            <p:cNvSpPr>
              <a:spLocks noGrp="1"/>
            </p:cNvSpPr>
            <p:nvPr/>
          </p:nvSpPr>
          <p:spPr>
            <a:xfrm>
              <a:off x="4926214" y="3846953"/>
              <a:ext cx="49636" cy="91191"/>
            </a:xfrm>
            <a:custGeom>
              <a:avLst/>
              <a:gdLst/>
              <a:ahLst/>
              <a:cxnLst/>
              <a:rect l="0" t="0" r="0" b="0"/>
              <a:pathLst>
                <a:path w="49636" h="91191">
                  <a:moveTo>
                    <a:pt x="49636" y="0"/>
                  </a:moveTo>
                  <a:lnTo>
                    <a:pt x="0" y="9119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85" name="Candidate_receptor__3484">
              <a:extLst>
                <a:ext uri="{FF2B5EF4-FFF2-40B4-BE49-F238E27FC236}">
                  <a16:creationId xmlns:a16="http://schemas.microsoft.com/office/drawing/2014/main" id="{54CBC2D7-6356-6A0E-8D19-6D1EBF645A9F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3002873"/>
              <a:ext cx="47344" cy="43475"/>
            </a:xfrm>
            <a:custGeom>
              <a:avLst/>
              <a:gdLst/>
              <a:ahLst/>
              <a:cxnLst/>
              <a:rect l="0" t="0" r="0" b="0"/>
              <a:pathLst>
                <a:path w="47344" h="43475">
                  <a:moveTo>
                    <a:pt x="47344" y="434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6" name="Candidate_receptor__3485">
              <a:extLst>
                <a:ext uri="{FF2B5EF4-FFF2-40B4-BE49-F238E27FC236}">
                  <a16:creationId xmlns:a16="http://schemas.microsoft.com/office/drawing/2014/main" id="{0230C017-4EE4-13DA-AE28-88EDF4CD58A3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82756" cy="30570"/>
            </a:xfrm>
            <a:custGeom>
              <a:avLst/>
              <a:gdLst/>
              <a:ahLst/>
              <a:cxnLst/>
              <a:rect l="0" t="0" r="0" b="0"/>
              <a:pathLst>
                <a:path w="82756" h="30570">
                  <a:moveTo>
                    <a:pt x="82756" y="305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7" name="Candidate_receptor__3486">
              <a:extLst>
                <a:ext uri="{FF2B5EF4-FFF2-40B4-BE49-F238E27FC236}">
                  <a16:creationId xmlns:a16="http://schemas.microsoft.com/office/drawing/2014/main" id="{32D9A10C-317C-14CA-BA25-69EEFE46F6A3}"/>
                </a:ext>
              </a:extLst>
            </p:cNvPr>
            <p:cNvSpPr>
              <a:spLocks noGrp="1"/>
            </p:cNvSpPr>
            <p:nvPr/>
          </p:nvSpPr>
          <p:spPr>
            <a:xfrm>
              <a:off x="5562698" y="3114082"/>
              <a:ext cx="34995" cy="95"/>
            </a:xfrm>
            <a:custGeom>
              <a:avLst/>
              <a:gdLst/>
              <a:ahLst/>
              <a:cxnLst/>
              <a:rect l="0" t="0" r="0" b="0"/>
              <a:pathLst>
                <a:path w="34995" h="95">
                  <a:moveTo>
                    <a:pt x="34995" y="0"/>
                  </a:moveTo>
                  <a:lnTo>
                    <a:pt x="0" y="9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8" name="Candidate_receptor__3487">
              <a:extLst>
                <a:ext uri="{FF2B5EF4-FFF2-40B4-BE49-F238E27FC236}">
                  <a16:creationId xmlns:a16="http://schemas.microsoft.com/office/drawing/2014/main" id="{F45525B3-70F8-7E97-E206-47F4C4DF0E5D}"/>
                </a:ext>
              </a:extLst>
            </p:cNvPr>
            <p:cNvSpPr>
              <a:spLocks noGrp="1"/>
            </p:cNvSpPr>
            <p:nvPr/>
          </p:nvSpPr>
          <p:spPr>
            <a:xfrm>
              <a:off x="5637743" y="2416667"/>
              <a:ext cx="39156" cy="81072"/>
            </a:xfrm>
            <a:custGeom>
              <a:avLst/>
              <a:gdLst/>
              <a:ahLst/>
              <a:cxnLst/>
              <a:rect l="0" t="0" r="0" b="0"/>
              <a:pathLst>
                <a:path w="39156" h="81072">
                  <a:moveTo>
                    <a:pt x="0" y="0"/>
                  </a:moveTo>
                  <a:lnTo>
                    <a:pt x="39156" y="8107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9" name="Candidate_receptor__3488">
              <a:extLst>
                <a:ext uri="{FF2B5EF4-FFF2-40B4-BE49-F238E27FC236}">
                  <a16:creationId xmlns:a16="http://schemas.microsoft.com/office/drawing/2014/main" id="{A1EDB044-2FE5-DF7D-BBA5-125E190C0914}"/>
                </a:ext>
              </a:extLst>
            </p:cNvPr>
            <p:cNvSpPr>
              <a:spLocks noGrp="1"/>
            </p:cNvSpPr>
            <p:nvPr/>
          </p:nvSpPr>
          <p:spPr>
            <a:xfrm>
              <a:off x="5545044" y="2398420"/>
              <a:ext cx="92699" cy="18246"/>
            </a:xfrm>
            <a:custGeom>
              <a:avLst/>
              <a:gdLst/>
              <a:ahLst/>
              <a:cxnLst/>
              <a:rect l="0" t="0" r="0" b="0"/>
              <a:pathLst>
                <a:path w="92699" h="18246">
                  <a:moveTo>
                    <a:pt x="0" y="0"/>
                  </a:moveTo>
                  <a:lnTo>
                    <a:pt x="92699" y="1824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0" name="Candidate_receptor__3489">
              <a:extLst>
                <a:ext uri="{FF2B5EF4-FFF2-40B4-BE49-F238E27FC236}">
                  <a16:creationId xmlns:a16="http://schemas.microsoft.com/office/drawing/2014/main" id="{F2A666F2-56E3-FCE6-5196-A559B59326C1}"/>
                </a:ext>
              </a:extLst>
            </p:cNvPr>
            <p:cNvSpPr>
              <a:spLocks noGrp="1"/>
            </p:cNvSpPr>
            <p:nvPr/>
          </p:nvSpPr>
          <p:spPr>
            <a:xfrm>
              <a:off x="4650334" y="3417913"/>
              <a:ext cx="85118" cy="7086"/>
            </a:xfrm>
            <a:custGeom>
              <a:avLst/>
              <a:gdLst/>
              <a:ahLst/>
              <a:cxnLst/>
              <a:rect l="0" t="0" r="0" b="0"/>
              <a:pathLst>
                <a:path w="85118" h="7086">
                  <a:moveTo>
                    <a:pt x="0" y="7086"/>
                  </a:moveTo>
                  <a:lnTo>
                    <a:pt x="85118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91" name="Candidate_receptor__3490">
              <a:extLst>
                <a:ext uri="{FF2B5EF4-FFF2-40B4-BE49-F238E27FC236}">
                  <a16:creationId xmlns:a16="http://schemas.microsoft.com/office/drawing/2014/main" id="{3BF8E7A4-0709-BC35-BF7B-07C91291CD79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82597"/>
              <a:ext cx="57963" cy="15948"/>
            </a:xfrm>
            <a:custGeom>
              <a:avLst/>
              <a:gdLst/>
              <a:ahLst/>
              <a:cxnLst/>
              <a:rect l="0" t="0" r="0" b="0"/>
              <a:pathLst>
                <a:path w="57963" h="15948">
                  <a:moveTo>
                    <a:pt x="0" y="15948"/>
                  </a:moveTo>
                  <a:lnTo>
                    <a:pt x="5796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2" name="Candidate_receptor__3491">
              <a:extLst>
                <a:ext uri="{FF2B5EF4-FFF2-40B4-BE49-F238E27FC236}">
                  <a16:creationId xmlns:a16="http://schemas.microsoft.com/office/drawing/2014/main" id="{62CABCCC-11DA-7F7F-A391-5D5D2207C1AC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1963699"/>
              <a:ext cx="48686" cy="99512"/>
            </a:xfrm>
            <a:custGeom>
              <a:avLst/>
              <a:gdLst/>
              <a:ahLst/>
              <a:cxnLst/>
              <a:rect l="0" t="0" r="0" b="0"/>
              <a:pathLst>
                <a:path w="48686" h="99512">
                  <a:moveTo>
                    <a:pt x="0" y="99512"/>
                  </a:moveTo>
                  <a:lnTo>
                    <a:pt x="48686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93" name="Candidate_receptor__3492">
              <a:extLst>
                <a:ext uri="{FF2B5EF4-FFF2-40B4-BE49-F238E27FC236}">
                  <a16:creationId xmlns:a16="http://schemas.microsoft.com/office/drawing/2014/main" id="{A798EA05-3D21-0A44-FA54-572819D0B500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13124"/>
              <a:ext cx="3948" cy="73735"/>
            </a:xfrm>
            <a:custGeom>
              <a:avLst/>
              <a:gdLst/>
              <a:ahLst/>
              <a:cxnLst/>
              <a:rect l="0" t="0" r="0" b="0"/>
              <a:pathLst>
                <a:path w="3948" h="73735">
                  <a:moveTo>
                    <a:pt x="3948" y="0"/>
                  </a:moveTo>
                  <a:lnTo>
                    <a:pt x="0" y="7373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4" name="Candidate_receptor__3493">
              <a:extLst>
                <a:ext uri="{FF2B5EF4-FFF2-40B4-BE49-F238E27FC236}">
                  <a16:creationId xmlns:a16="http://schemas.microsoft.com/office/drawing/2014/main" id="{2166F303-AA94-0760-4FD1-5957E24E6AF1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686980"/>
              <a:ext cx="25897" cy="34965"/>
            </a:xfrm>
            <a:custGeom>
              <a:avLst/>
              <a:gdLst/>
              <a:ahLst/>
              <a:cxnLst/>
              <a:rect l="0" t="0" r="0" b="0"/>
              <a:pathLst>
                <a:path w="25897" h="34965">
                  <a:moveTo>
                    <a:pt x="25897" y="0"/>
                  </a:moveTo>
                  <a:lnTo>
                    <a:pt x="0" y="349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5" name="Candidate_receptor__3494">
              <a:extLst>
                <a:ext uri="{FF2B5EF4-FFF2-40B4-BE49-F238E27FC236}">
                  <a16:creationId xmlns:a16="http://schemas.microsoft.com/office/drawing/2014/main" id="{A58BAB41-AB57-F415-FC1B-296D6EE8D66A}"/>
                </a:ext>
              </a:extLst>
            </p:cNvPr>
            <p:cNvSpPr>
              <a:spLocks noGrp="1"/>
            </p:cNvSpPr>
            <p:nvPr/>
          </p:nvSpPr>
          <p:spPr>
            <a:xfrm>
              <a:off x="4994927" y="3515955"/>
              <a:ext cx="74403" cy="37880"/>
            </a:xfrm>
            <a:custGeom>
              <a:avLst/>
              <a:gdLst/>
              <a:ahLst/>
              <a:cxnLst/>
              <a:rect l="0" t="0" r="0" b="0"/>
              <a:pathLst>
                <a:path w="74403" h="37880">
                  <a:moveTo>
                    <a:pt x="0" y="0"/>
                  </a:moveTo>
                  <a:lnTo>
                    <a:pt x="74403" y="3788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6" name="Candidate_receptor__3495">
              <a:extLst>
                <a:ext uri="{FF2B5EF4-FFF2-40B4-BE49-F238E27FC236}">
                  <a16:creationId xmlns:a16="http://schemas.microsoft.com/office/drawing/2014/main" id="{A48F8706-D771-1C9E-5B30-0869EB6AB05B}"/>
                </a:ext>
              </a:extLst>
            </p:cNvPr>
            <p:cNvSpPr>
              <a:spLocks noGrp="1"/>
            </p:cNvSpPr>
            <p:nvPr/>
          </p:nvSpPr>
          <p:spPr>
            <a:xfrm>
              <a:off x="4730558" y="2525309"/>
              <a:ext cx="71149" cy="81685"/>
            </a:xfrm>
            <a:custGeom>
              <a:avLst/>
              <a:gdLst/>
              <a:ahLst/>
              <a:cxnLst/>
              <a:rect l="0" t="0" r="0" b="0"/>
              <a:pathLst>
                <a:path w="71149" h="81685">
                  <a:moveTo>
                    <a:pt x="71149" y="816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7" name="Candidate_receptor__3496">
              <a:extLst>
                <a:ext uri="{FF2B5EF4-FFF2-40B4-BE49-F238E27FC236}">
                  <a16:creationId xmlns:a16="http://schemas.microsoft.com/office/drawing/2014/main" id="{E26F2612-5E0F-2E70-CCAB-7C3E8DC35FC5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56825" cy="68786"/>
            </a:xfrm>
            <a:custGeom>
              <a:avLst/>
              <a:gdLst/>
              <a:ahLst/>
              <a:cxnLst/>
              <a:rect l="0" t="0" r="0" b="0"/>
              <a:pathLst>
                <a:path w="56825" h="68786">
                  <a:moveTo>
                    <a:pt x="0" y="0"/>
                  </a:moveTo>
                  <a:lnTo>
                    <a:pt x="56825" y="6878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498" name="Candidate_receptor__3497">
              <a:extLst>
                <a:ext uri="{FF2B5EF4-FFF2-40B4-BE49-F238E27FC236}">
                  <a16:creationId xmlns:a16="http://schemas.microsoft.com/office/drawing/2014/main" id="{72793F8B-9899-3B10-1694-A142A6B414D0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505489"/>
              <a:ext cx="54021" cy="44730"/>
            </a:xfrm>
            <a:custGeom>
              <a:avLst/>
              <a:gdLst/>
              <a:ahLst/>
              <a:cxnLst/>
              <a:rect l="0" t="0" r="0" b="0"/>
              <a:pathLst>
                <a:path w="54021" h="44730">
                  <a:moveTo>
                    <a:pt x="54021" y="44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499" name="Candidate_receptor__3498">
              <a:extLst>
                <a:ext uri="{FF2B5EF4-FFF2-40B4-BE49-F238E27FC236}">
                  <a16:creationId xmlns:a16="http://schemas.microsoft.com/office/drawing/2014/main" id="{A3327575-8B02-C855-F6F2-2BDB1C80836B}"/>
                </a:ext>
              </a:extLst>
            </p:cNvPr>
            <p:cNvSpPr>
              <a:spLocks noGrp="1"/>
            </p:cNvSpPr>
            <p:nvPr/>
          </p:nvSpPr>
          <p:spPr>
            <a:xfrm>
              <a:off x="4733681" y="2166848"/>
              <a:ext cx="78924" cy="74332"/>
            </a:xfrm>
            <a:custGeom>
              <a:avLst/>
              <a:gdLst/>
              <a:ahLst/>
              <a:cxnLst/>
              <a:rect l="0" t="0" r="0" b="0"/>
              <a:pathLst>
                <a:path w="78924" h="74332">
                  <a:moveTo>
                    <a:pt x="78924" y="0"/>
                  </a:moveTo>
                  <a:lnTo>
                    <a:pt x="0" y="74332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0" name="Candidate_receptor__3499">
              <a:extLst>
                <a:ext uri="{FF2B5EF4-FFF2-40B4-BE49-F238E27FC236}">
                  <a16:creationId xmlns:a16="http://schemas.microsoft.com/office/drawing/2014/main" id="{8B11FAA4-892F-4255-AA62-2A0D6C991D41}"/>
                </a:ext>
              </a:extLst>
            </p:cNvPr>
            <p:cNvSpPr>
              <a:spLocks noGrp="1"/>
            </p:cNvSpPr>
            <p:nvPr/>
          </p:nvSpPr>
          <p:spPr>
            <a:xfrm>
              <a:off x="4455339" y="2828139"/>
              <a:ext cx="18990" cy="11419"/>
            </a:xfrm>
            <a:custGeom>
              <a:avLst/>
              <a:gdLst/>
              <a:ahLst/>
              <a:cxnLst/>
              <a:rect l="0" t="0" r="0" b="0"/>
              <a:pathLst>
                <a:path w="18990" h="11419">
                  <a:moveTo>
                    <a:pt x="18990" y="0"/>
                  </a:moveTo>
                  <a:lnTo>
                    <a:pt x="0" y="1141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1" name="Candidate_receptor__3500">
              <a:extLst>
                <a:ext uri="{FF2B5EF4-FFF2-40B4-BE49-F238E27FC236}">
                  <a16:creationId xmlns:a16="http://schemas.microsoft.com/office/drawing/2014/main" id="{694A7103-12E3-3267-672F-5285DAEFA781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806665"/>
              <a:ext cx="48352" cy="49980"/>
            </a:xfrm>
            <a:custGeom>
              <a:avLst/>
              <a:gdLst/>
              <a:ahLst/>
              <a:cxnLst/>
              <a:rect l="0" t="0" r="0" b="0"/>
              <a:pathLst>
                <a:path w="48352" h="49980">
                  <a:moveTo>
                    <a:pt x="0" y="0"/>
                  </a:moveTo>
                  <a:lnTo>
                    <a:pt x="48352" y="4998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2" name="Candidate_receptor__3501">
              <a:extLst>
                <a:ext uri="{FF2B5EF4-FFF2-40B4-BE49-F238E27FC236}">
                  <a16:creationId xmlns:a16="http://schemas.microsoft.com/office/drawing/2014/main" id="{607CE391-F50F-2A5B-087F-74A48C7FEB21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311961"/>
              <a:ext cx="43488" cy="79737"/>
            </a:xfrm>
            <a:custGeom>
              <a:avLst/>
              <a:gdLst/>
              <a:ahLst/>
              <a:cxnLst/>
              <a:rect l="0" t="0" r="0" b="0"/>
              <a:pathLst>
                <a:path w="43488" h="79737">
                  <a:moveTo>
                    <a:pt x="43488" y="79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3" name="Candidate_receptor__3502">
              <a:extLst>
                <a:ext uri="{FF2B5EF4-FFF2-40B4-BE49-F238E27FC236}">
                  <a16:creationId xmlns:a16="http://schemas.microsoft.com/office/drawing/2014/main" id="{8E1CC814-6A3C-AE1B-E910-C6F831C9077A}"/>
                </a:ext>
              </a:extLst>
            </p:cNvPr>
            <p:cNvSpPr>
              <a:spLocks noGrp="1"/>
            </p:cNvSpPr>
            <p:nvPr/>
          </p:nvSpPr>
          <p:spPr>
            <a:xfrm>
              <a:off x="5701875" y="3415421"/>
              <a:ext cx="646" cy="51183"/>
            </a:xfrm>
            <a:custGeom>
              <a:avLst/>
              <a:gdLst/>
              <a:ahLst/>
              <a:cxnLst/>
              <a:rect l="0" t="0" r="0" b="0"/>
              <a:pathLst>
                <a:path w="646" h="51183">
                  <a:moveTo>
                    <a:pt x="646" y="0"/>
                  </a:moveTo>
                  <a:lnTo>
                    <a:pt x="0" y="5118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4" name="Candidate_receptor__3503">
              <a:extLst>
                <a:ext uri="{FF2B5EF4-FFF2-40B4-BE49-F238E27FC236}">
                  <a16:creationId xmlns:a16="http://schemas.microsoft.com/office/drawing/2014/main" id="{C3A18E88-BE7C-AAE7-6BF7-2CB0645B26BF}"/>
                </a:ext>
              </a:extLst>
            </p:cNvPr>
            <p:cNvSpPr>
              <a:spLocks noGrp="1"/>
            </p:cNvSpPr>
            <p:nvPr/>
          </p:nvSpPr>
          <p:spPr>
            <a:xfrm>
              <a:off x="4343808" y="2518307"/>
              <a:ext cx="1370" cy="91589"/>
            </a:xfrm>
            <a:custGeom>
              <a:avLst/>
              <a:gdLst/>
              <a:ahLst/>
              <a:cxnLst/>
              <a:rect l="0" t="0" r="0" b="0"/>
              <a:pathLst>
                <a:path w="1370" h="91589">
                  <a:moveTo>
                    <a:pt x="1370" y="0"/>
                  </a:moveTo>
                  <a:lnTo>
                    <a:pt x="0" y="9158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5" name="Candidate_receptor__3504">
              <a:extLst>
                <a:ext uri="{FF2B5EF4-FFF2-40B4-BE49-F238E27FC236}">
                  <a16:creationId xmlns:a16="http://schemas.microsoft.com/office/drawing/2014/main" id="{CAD8F16B-CC31-113A-226D-6FB88BEA6471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16210"/>
              <a:ext cx="57034" cy="42703"/>
            </a:xfrm>
            <a:custGeom>
              <a:avLst/>
              <a:gdLst/>
              <a:ahLst/>
              <a:cxnLst/>
              <a:rect l="0" t="0" r="0" b="0"/>
              <a:pathLst>
                <a:path w="57034" h="42703">
                  <a:moveTo>
                    <a:pt x="57034" y="0"/>
                  </a:moveTo>
                  <a:lnTo>
                    <a:pt x="0" y="42703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6" name="Candidate_receptor__3505">
              <a:extLst>
                <a:ext uri="{FF2B5EF4-FFF2-40B4-BE49-F238E27FC236}">
                  <a16:creationId xmlns:a16="http://schemas.microsoft.com/office/drawing/2014/main" id="{E8E2F486-C6DD-3766-9F6C-C79391E6D46E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091926"/>
              <a:ext cx="111532" cy="20854"/>
            </a:xfrm>
            <a:custGeom>
              <a:avLst/>
              <a:gdLst/>
              <a:ahLst/>
              <a:cxnLst/>
              <a:rect l="0" t="0" r="0" b="0"/>
              <a:pathLst>
                <a:path w="111532" h="20854">
                  <a:moveTo>
                    <a:pt x="111532" y="0"/>
                  </a:moveTo>
                  <a:lnTo>
                    <a:pt x="0" y="2085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7" name="Candidate_receptor__3506">
              <a:extLst>
                <a:ext uri="{FF2B5EF4-FFF2-40B4-BE49-F238E27FC236}">
                  <a16:creationId xmlns:a16="http://schemas.microsoft.com/office/drawing/2014/main" id="{6EE1BC00-5215-A2F8-CA29-7212452E27D7}"/>
                </a:ext>
              </a:extLst>
            </p:cNvPr>
            <p:cNvSpPr>
              <a:spLocks noGrp="1"/>
            </p:cNvSpPr>
            <p:nvPr/>
          </p:nvSpPr>
          <p:spPr>
            <a:xfrm>
              <a:off x="5609615" y="2975834"/>
              <a:ext cx="100711" cy="52414"/>
            </a:xfrm>
            <a:custGeom>
              <a:avLst/>
              <a:gdLst/>
              <a:ahLst/>
              <a:cxnLst/>
              <a:rect l="0" t="0" r="0" b="0"/>
              <a:pathLst>
                <a:path w="100711" h="52414">
                  <a:moveTo>
                    <a:pt x="100711" y="52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8" name="Candidate_receptor__3507">
              <a:extLst>
                <a:ext uri="{FF2B5EF4-FFF2-40B4-BE49-F238E27FC236}">
                  <a16:creationId xmlns:a16="http://schemas.microsoft.com/office/drawing/2014/main" id="{94FEB7D8-D0AA-7D1A-D886-0F0E846DB6C8}"/>
                </a:ext>
              </a:extLst>
            </p:cNvPr>
            <p:cNvSpPr>
              <a:spLocks noGrp="1"/>
            </p:cNvSpPr>
            <p:nvPr/>
          </p:nvSpPr>
          <p:spPr>
            <a:xfrm>
              <a:off x="4812606" y="2133890"/>
              <a:ext cx="108130" cy="32958"/>
            </a:xfrm>
            <a:custGeom>
              <a:avLst/>
              <a:gdLst/>
              <a:ahLst/>
              <a:cxnLst/>
              <a:rect l="0" t="0" r="0" b="0"/>
              <a:pathLst>
                <a:path w="108130" h="32958">
                  <a:moveTo>
                    <a:pt x="108130" y="0"/>
                  </a:moveTo>
                  <a:lnTo>
                    <a:pt x="0" y="32958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9" name="Candidate_receptor__3508">
              <a:extLst>
                <a:ext uri="{FF2B5EF4-FFF2-40B4-BE49-F238E27FC236}">
                  <a16:creationId xmlns:a16="http://schemas.microsoft.com/office/drawing/2014/main" id="{FF7A8D8F-458B-A14C-A73F-B528301AA45C}"/>
                </a:ext>
              </a:extLst>
            </p:cNvPr>
            <p:cNvSpPr>
              <a:spLocks noGrp="1"/>
            </p:cNvSpPr>
            <p:nvPr/>
          </p:nvSpPr>
          <p:spPr>
            <a:xfrm>
              <a:off x="5785096" y="3344697"/>
              <a:ext cx="61976" cy="90281"/>
            </a:xfrm>
            <a:custGeom>
              <a:avLst/>
              <a:gdLst/>
              <a:ahLst/>
              <a:cxnLst/>
              <a:rect l="0" t="0" r="0" b="0"/>
              <a:pathLst>
                <a:path w="61976" h="90281">
                  <a:moveTo>
                    <a:pt x="61976" y="902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0" name="Candidate_receptor__3509">
              <a:extLst>
                <a:ext uri="{FF2B5EF4-FFF2-40B4-BE49-F238E27FC236}">
                  <a16:creationId xmlns:a16="http://schemas.microsoft.com/office/drawing/2014/main" id="{067D42A0-3002-55EB-9CFE-9B446E93DF32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2063211"/>
              <a:ext cx="64951" cy="94143"/>
            </a:xfrm>
            <a:custGeom>
              <a:avLst/>
              <a:gdLst/>
              <a:ahLst/>
              <a:cxnLst/>
              <a:rect l="0" t="0" r="0" b="0"/>
              <a:pathLst>
                <a:path w="64951" h="94143">
                  <a:moveTo>
                    <a:pt x="64951" y="941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1" name="Candidate_receptor__3510">
              <a:extLst>
                <a:ext uri="{FF2B5EF4-FFF2-40B4-BE49-F238E27FC236}">
                  <a16:creationId xmlns:a16="http://schemas.microsoft.com/office/drawing/2014/main" id="{8EB8AA5E-7326-D4FC-A25B-001B0E014E78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709433"/>
              <a:ext cx="12269" cy="99667"/>
            </a:xfrm>
            <a:custGeom>
              <a:avLst/>
              <a:gdLst/>
              <a:ahLst/>
              <a:cxnLst/>
              <a:rect l="0" t="0" r="0" b="0"/>
              <a:pathLst>
                <a:path w="12269" h="99667">
                  <a:moveTo>
                    <a:pt x="12269" y="99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2" name="Candidate_receptor__3511">
              <a:extLst>
                <a:ext uri="{FF2B5EF4-FFF2-40B4-BE49-F238E27FC236}">
                  <a16:creationId xmlns:a16="http://schemas.microsoft.com/office/drawing/2014/main" id="{31712737-BCDF-FCD4-24D1-1250139DAA26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24317" cy="103223"/>
            </a:xfrm>
            <a:custGeom>
              <a:avLst/>
              <a:gdLst/>
              <a:ahLst/>
              <a:cxnLst/>
              <a:rect l="0" t="0" r="0" b="0"/>
              <a:pathLst>
                <a:path w="24317" h="103223">
                  <a:moveTo>
                    <a:pt x="0" y="0"/>
                  </a:moveTo>
                  <a:lnTo>
                    <a:pt x="24317" y="10322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3" name="Candidate_receptor__3512">
              <a:extLst>
                <a:ext uri="{FF2B5EF4-FFF2-40B4-BE49-F238E27FC236}">
                  <a16:creationId xmlns:a16="http://schemas.microsoft.com/office/drawing/2014/main" id="{2CF7D72A-4B2F-729C-1ABB-1D1EA86D34F8}"/>
                </a:ext>
              </a:extLst>
            </p:cNvPr>
            <p:cNvSpPr>
              <a:spLocks noGrp="1"/>
            </p:cNvSpPr>
            <p:nvPr/>
          </p:nvSpPr>
          <p:spPr>
            <a:xfrm>
              <a:off x="4260689" y="2474852"/>
              <a:ext cx="84489" cy="43455"/>
            </a:xfrm>
            <a:custGeom>
              <a:avLst/>
              <a:gdLst/>
              <a:ahLst/>
              <a:cxnLst/>
              <a:rect l="0" t="0" r="0" b="0"/>
              <a:pathLst>
                <a:path w="84489" h="43455">
                  <a:moveTo>
                    <a:pt x="0" y="0"/>
                  </a:moveTo>
                  <a:lnTo>
                    <a:pt x="84489" y="4345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4" name="Candidate_receptor__3513">
              <a:extLst>
                <a:ext uri="{FF2B5EF4-FFF2-40B4-BE49-F238E27FC236}">
                  <a16:creationId xmlns:a16="http://schemas.microsoft.com/office/drawing/2014/main" id="{3F32466E-54B5-DD8A-7F18-2BFEC506CF0A}"/>
                </a:ext>
              </a:extLst>
            </p:cNvPr>
            <p:cNvSpPr>
              <a:spLocks noGrp="1"/>
            </p:cNvSpPr>
            <p:nvPr/>
          </p:nvSpPr>
          <p:spPr>
            <a:xfrm>
              <a:off x="5981043" y="3091926"/>
              <a:ext cx="16743" cy="113918"/>
            </a:xfrm>
            <a:custGeom>
              <a:avLst/>
              <a:gdLst/>
              <a:ahLst/>
              <a:cxnLst/>
              <a:rect l="0" t="0" r="0" b="0"/>
              <a:pathLst>
                <a:path w="16743" h="113918">
                  <a:moveTo>
                    <a:pt x="16743" y="1139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5" name="Candidate_receptor__3514">
              <a:extLst>
                <a:ext uri="{FF2B5EF4-FFF2-40B4-BE49-F238E27FC236}">
                  <a16:creationId xmlns:a16="http://schemas.microsoft.com/office/drawing/2014/main" id="{2B609862-262F-56F7-0F22-D5896FFE2252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217446"/>
              <a:ext cx="38927" cy="94515"/>
            </a:xfrm>
            <a:custGeom>
              <a:avLst/>
              <a:gdLst/>
              <a:ahLst/>
              <a:cxnLst/>
              <a:rect l="0" t="0" r="0" b="0"/>
              <a:pathLst>
                <a:path w="38927" h="94515">
                  <a:moveTo>
                    <a:pt x="0" y="94515"/>
                  </a:moveTo>
                  <a:lnTo>
                    <a:pt x="3892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6" name="Candidate_receptor__3515">
              <a:extLst>
                <a:ext uri="{FF2B5EF4-FFF2-40B4-BE49-F238E27FC236}">
                  <a16:creationId xmlns:a16="http://schemas.microsoft.com/office/drawing/2014/main" id="{0CAD2EEE-96DE-2B05-D33D-F66200019279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511376"/>
              <a:ext cx="13784" cy="4814"/>
            </a:xfrm>
            <a:custGeom>
              <a:avLst/>
              <a:gdLst/>
              <a:ahLst/>
              <a:cxnLst/>
              <a:rect l="0" t="0" r="0" b="0"/>
              <a:pathLst>
                <a:path w="13784" h="4814">
                  <a:moveTo>
                    <a:pt x="13784" y="48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7" name="Candidate_receptor__3516">
              <a:extLst>
                <a:ext uri="{FF2B5EF4-FFF2-40B4-BE49-F238E27FC236}">
                  <a16:creationId xmlns:a16="http://schemas.microsoft.com/office/drawing/2014/main" id="{5DF96809-A7CB-039D-3087-50FE56433B87}"/>
                </a:ext>
              </a:extLst>
            </p:cNvPr>
            <p:cNvSpPr>
              <a:spLocks noGrp="1"/>
            </p:cNvSpPr>
            <p:nvPr/>
          </p:nvSpPr>
          <p:spPr>
            <a:xfrm>
              <a:off x="4542445" y="3886140"/>
              <a:ext cx="7144" cy="44603"/>
            </a:xfrm>
            <a:custGeom>
              <a:avLst/>
              <a:gdLst/>
              <a:ahLst/>
              <a:cxnLst/>
              <a:rect l="0" t="0" r="0" b="0"/>
              <a:pathLst>
                <a:path w="7144" h="44603">
                  <a:moveTo>
                    <a:pt x="7144" y="446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8" name="Candidate_receptor__3517">
              <a:extLst>
                <a:ext uri="{FF2B5EF4-FFF2-40B4-BE49-F238E27FC236}">
                  <a16:creationId xmlns:a16="http://schemas.microsoft.com/office/drawing/2014/main" id="{F8ED5201-DB5F-322E-FB8A-060719A982FD}"/>
                </a:ext>
              </a:extLst>
            </p:cNvPr>
            <p:cNvSpPr>
              <a:spLocks noGrp="1"/>
            </p:cNvSpPr>
            <p:nvPr/>
          </p:nvSpPr>
          <p:spPr>
            <a:xfrm>
              <a:off x="5475012" y="1914883"/>
              <a:ext cx="49960" cy="48817"/>
            </a:xfrm>
            <a:custGeom>
              <a:avLst/>
              <a:gdLst/>
              <a:ahLst/>
              <a:cxnLst/>
              <a:rect l="0" t="0" r="0" b="0"/>
              <a:pathLst>
                <a:path w="49960" h="48817">
                  <a:moveTo>
                    <a:pt x="0" y="48817"/>
                  </a:moveTo>
                  <a:lnTo>
                    <a:pt x="4996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9" name="Candidate_receptor__3518">
              <a:extLst>
                <a:ext uri="{FF2B5EF4-FFF2-40B4-BE49-F238E27FC236}">
                  <a16:creationId xmlns:a16="http://schemas.microsoft.com/office/drawing/2014/main" id="{5338DB3A-2C19-5C73-0E8B-21005B34E528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493299"/>
              <a:ext cx="100473" cy="9630"/>
            </a:xfrm>
            <a:custGeom>
              <a:avLst/>
              <a:gdLst/>
              <a:ahLst/>
              <a:cxnLst/>
              <a:rect l="0" t="0" r="0" b="0"/>
              <a:pathLst>
                <a:path w="100473" h="9630">
                  <a:moveTo>
                    <a:pt x="0" y="9630"/>
                  </a:moveTo>
                  <a:lnTo>
                    <a:pt x="100473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0" name="Candidate_receptor__3519">
              <a:extLst>
                <a:ext uri="{FF2B5EF4-FFF2-40B4-BE49-F238E27FC236}">
                  <a16:creationId xmlns:a16="http://schemas.microsoft.com/office/drawing/2014/main" id="{A0E4AF49-E5ED-D68F-0ED7-948DE7B79B5D}"/>
                </a:ext>
              </a:extLst>
            </p:cNvPr>
            <p:cNvSpPr>
              <a:spLocks noGrp="1"/>
            </p:cNvSpPr>
            <p:nvPr/>
          </p:nvSpPr>
          <p:spPr>
            <a:xfrm>
              <a:off x="5447121" y="2776611"/>
              <a:ext cx="33624" cy="90324"/>
            </a:xfrm>
            <a:custGeom>
              <a:avLst/>
              <a:gdLst/>
              <a:ahLst/>
              <a:cxnLst/>
              <a:rect l="0" t="0" r="0" b="0"/>
              <a:pathLst>
                <a:path w="33624" h="90324">
                  <a:moveTo>
                    <a:pt x="33624" y="0"/>
                  </a:moveTo>
                  <a:lnTo>
                    <a:pt x="0" y="90324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1" name="Candidate_receptor__3520">
              <a:extLst>
                <a:ext uri="{FF2B5EF4-FFF2-40B4-BE49-F238E27FC236}">
                  <a16:creationId xmlns:a16="http://schemas.microsoft.com/office/drawing/2014/main" id="{E6EE7345-E1BE-E9A4-E02D-F91E94B3B964}"/>
                </a:ext>
              </a:extLst>
            </p:cNvPr>
            <p:cNvSpPr>
              <a:spLocks noGrp="1"/>
            </p:cNvSpPr>
            <p:nvPr/>
          </p:nvSpPr>
          <p:spPr>
            <a:xfrm>
              <a:off x="5178532" y="2955963"/>
              <a:ext cx="19890" cy="1414"/>
            </a:xfrm>
            <a:custGeom>
              <a:avLst/>
              <a:gdLst/>
              <a:ahLst/>
              <a:cxnLst/>
              <a:rect l="0" t="0" r="0" b="0"/>
              <a:pathLst>
                <a:path w="19890" h="1414">
                  <a:moveTo>
                    <a:pt x="0" y="1414"/>
                  </a:moveTo>
                  <a:lnTo>
                    <a:pt x="1989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2" name="Candidate_receptor__3521">
              <a:extLst>
                <a:ext uri="{FF2B5EF4-FFF2-40B4-BE49-F238E27FC236}">
                  <a16:creationId xmlns:a16="http://schemas.microsoft.com/office/drawing/2014/main" id="{1D21DAB5-9C96-3154-2D42-0548F595A9EF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59513" cy="52299"/>
            </a:xfrm>
            <a:custGeom>
              <a:avLst/>
              <a:gdLst/>
              <a:ahLst/>
              <a:cxnLst/>
              <a:rect l="0" t="0" r="0" b="0"/>
              <a:pathLst>
                <a:path w="59513" h="52299">
                  <a:moveTo>
                    <a:pt x="59513" y="522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3" name="Candidate_receptor__3522">
              <a:extLst>
                <a:ext uri="{FF2B5EF4-FFF2-40B4-BE49-F238E27FC236}">
                  <a16:creationId xmlns:a16="http://schemas.microsoft.com/office/drawing/2014/main" id="{82D1B38D-25A7-4B3B-D12B-72E17EFC3615}"/>
                </a:ext>
              </a:extLst>
            </p:cNvPr>
            <p:cNvSpPr>
              <a:spLocks noGrp="1"/>
            </p:cNvSpPr>
            <p:nvPr/>
          </p:nvSpPr>
          <p:spPr>
            <a:xfrm>
              <a:off x="5491278" y="2114297"/>
              <a:ext cx="101946" cy="43058"/>
            </a:xfrm>
            <a:custGeom>
              <a:avLst/>
              <a:gdLst/>
              <a:ahLst/>
              <a:cxnLst/>
              <a:rect l="0" t="0" r="0" b="0"/>
              <a:pathLst>
                <a:path w="101946" h="43058">
                  <a:moveTo>
                    <a:pt x="101946" y="0"/>
                  </a:moveTo>
                  <a:lnTo>
                    <a:pt x="0" y="43058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4" name="Candidate_receptor__3523">
              <a:extLst>
                <a:ext uri="{FF2B5EF4-FFF2-40B4-BE49-F238E27FC236}">
                  <a16:creationId xmlns:a16="http://schemas.microsoft.com/office/drawing/2014/main" id="{CE78814D-D8D1-B2F9-6E68-3A2CC731C165}"/>
                </a:ext>
              </a:extLst>
            </p:cNvPr>
            <p:cNvSpPr>
              <a:spLocks noGrp="1"/>
            </p:cNvSpPr>
            <p:nvPr/>
          </p:nvSpPr>
          <p:spPr>
            <a:xfrm>
              <a:off x="4137114" y="2549157"/>
              <a:ext cx="68768" cy="26515"/>
            </a:xfrm>
            <a:custGeom>
              <a:avLst/>
              <a:gdLst/>
              <a:ahLst/>
              <a:cxnLst/>
              <a:rect l="0" t="0" r="0" b="0"/>
              <a:pathLst>
                <a:path w="68768" h="26515">
                  <a:moveTo>
                    <a:pt x="0" y="0"/>
                  </a:moveTo>
                  <a:lnTo>
                    <a:pt x="68768" y="2651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5" name="Candidate_receptor__3524">
              <a:extLst>
                <a:ext uri="{FF2B5EF4-FFF2-40B4-BE49-F238E27FC236}">
                  <a16:creationId xmlns:a16="http://schemas.microsoft.com/office/drawing/2014/main" id="{2E2EFEA1-70F5-0A49-1CFB-F8E1948E4C2B}"/>
                </a:ext>
              </a:extLst>
            </p:cNvPr>
            <p:cNvSpPr>
              <a:spLocks noGrp="1"/>
            </p:cNvSpPr>
            <p:nvPr/>
          </p:nvSpPr>
          <p:spPr>
            <a:xfrm>
              <a:off x="5454641" y="3079022"/>
              <a:ext cx="108056" cy="35151"/>
            </a:xfrm>
            <a:custGeom>
              <a:avLst/>
              <a:gdLst/>
              <a:ahLst/>
              <a:cxnLst/>
              <a:rect l="0" t="0" r="0" b="0"/>
              <a:pathLst>
                <a:path w="108056" h="35151">
                  <a:moveTo>
                    <a:pt x="108056" y="351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6" name="Candidate_receptor__3525">
              <a:extLst>
                <a:ext uri="{FF2B5EF4-FFF2-40B4-BE49-F238E27FC236}">
                  <a16:creationId xmlns:a16="http://schemas.microsoft.com/office/drawing/2014/main" id="{2C3F77D4-4C48-9787-8BDA-A5C6F67B515C}"/>
                </a:ext>
              </a:extLst>
            </p:cNvPr>
            <p:cNvSpPr>
              <a:spLocks noGrp="1"/>
            </p:cNvSpPr>
            <p:nvPr/>
          </p:nvSpPr>
          <p:spPr>
            <a:xfrm>
              <a:off x="4829664" y="3938144"/>
              <a:ext cx="96550" cy="31439"/>
            </a:xfrm>
            <a:custGeom>
              <a:avLst/>
              <a:gdLst/>
              <a:ahLst/>
              <a:cxnLst/>
              <a:rect l="0" t="0" r="0" b="0"/>
              <a:pathLst>
                <a:path w="96550" h="31439">
                  <a:moveTo>
                    <a:pt x="96550" y="0"/>
                  </a:moveTo>
                  <a:lnTo>
                    <a:pt x="0" y="3143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7" name="Candidate_receptor__3526">
              <a:extLst>
                <a:ext uri="{FF2B5EF4-FFF2-40B4-BE49-F238E27FC236}">
                  <a16:creationId xmlns:a16="http://schemas.microsoft.com/office/drawing/2014/main" id="{7D862F46-40F8-23D4-B2F4-47F9D049DE70}"/>
                </a:ext>
              </a:extLst>
            </p:cNvPr>
            <p:cNvSpPr>
              <a:spLocks noGrp="1"/>
            </p:cNvSpPr>
            <p:nvPr/>
          </p:nvSpPr>
          <p:spPr>
            <a:xfrm>
              <a:off x="5237186" y="2321767"/>
              <a:ext cx="5186" cy="41831"/>
            </a:xfrm>
            <a:custGeom>
              <a:avLst/>
              <a:gdLst/>
              <a:ahLst/>
              <a:cxnLst/>
              <a:rect l="0" t="0" r="0" b="0"/>
              <a:pathLst>
                <a:path w="5186" h="41831">
                  <a:moveTo>
                    <a:pt x="5186" y="41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8" name="Candidate_receptor__3527">
              <a:extLst>
                <a:ext uri="{FF2B5EF4-FFF2-40B4-BE49-F238E27FC236}">
                  <a16:creationId xmlns:a16="http://schemas.microsoft.com/office/drawing/2014/main" id="{CDF41946-2576-B73E-2B4E-D947FB921078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90177"/>
              <a:ext cx="41332" cy="104372"/>
            </a:xfrm>
            <a:custGeom>
              <a:avLst/>
              <a:gdLst/>
              <a:ahLst/>
              <a:cxnLst/>
              <a:rect l="0" t="0" r="0" b="0"/>
              <a:pathLst>
                <a:path w="41332" h="104372">
                  <a:moveTo>
                    <a:pt x="0" y="0"/>
                  </a:moveTo>
                  <a:lnTo>
                    <a:pt x="41332" y="10437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9" name="Candidate_receptor__3528">
              <a:extLst>
                <a:ext uri="{FF2B5EF4-FFF2-40B4-BE49-F238E27FC236}">
                  <a16:creationId xmlns:a16="http://schemas.microsoft.com/office/drawing/2014/main" id="{3D45B7AC-B1BC-EAC1-B2B4-6FA1A439D868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112780"/>
              <a:ext cx="5238" cy="84363"/>
            </a:xfrm>
            <a:custGeom>
              <a:avLst/>
              <a:gdLst/>
              <a:ahLst/>
              <a:cxnLst/>
              <a:rect l="0" t="0" r="0" b="0"/>
              <a:pathLst>
                <a:path w="5238" h="84363">
                  <a:moveTo>
                    <a:pt x="0" y="0"/>
                  </a:moveTo>
                  <a:lnTo>
                    <a:pt x="5238" y="84363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0" name="Candidate_receptor__3529">
              <a:extLst>
                <a:ext uri="{FF2B5EF4-FFF2-40B4-BE49-F238E27FC236}">
                  <a16:creationId xmlns:a16="http://schemas.microsoft.com/office/drawing/2014/main" id="{7B4B6084-CCFC-04AC-7860-1B34B5B92A9A}"/>
                </a:ext>
              </a:extLst>
            </p:cNvPr>
            <p:cNvSpPr>
              <a:spLocks noGrp="1"/>
            </p:cNvSpPr>
            <p:nvPr/>
          </p:nvSpPr>
          <p:spPr>
            <a:xfrm>
              <a:off x="5593224" y="2114297"/>
              <a:ext cx="110499" cy="31312"/>
            </a:xfrm>
            <a:custGeom>
              <a:avLst/>
              <a:gdLst/>
              <a:ahLst/>
              <a:cxnLst/>
              <a:rect l="0" t="0" r="0" b="0"/>
              <a:pathLst>
                <a:path w="110499" h="31312">
                  <a:moveTo>
                    <a:pt x="110499" y="313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1" name="Candidate_receptor__3530">
              <a:extLst>
                <a:ext uri="{FF2B5EF4-FFF2-40B4-BE49-F238E27FC236}">
                  <a16:creationId xmlns:a16="http://schemas.microsoft.com/office/drawing/2014/main" id="{D4B5EDBF-00E2-81DC-7BB6-1D31B8193218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648130"/>
              <a:ext cx="97374" cy="61303"/>
            </a:xfrm>
            <a:custGeom>
              <a:avLst/>
              <a:gdLst/>
              <a:ahLst/>
              <a:cxnLst/>
              <a:rect l="0" t="0" r="0" b="0"/>
              <a:pathLst>
                <a:path w="97374" h="61303">
                  <a:moveTo>
                    <a:pt x="0" y="61303"/>
                  </a:moveTo>
                  <a:lnTo>
                    <a:pt x="97374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2" name="Candidate_receptor__3531">
              <a:extLst>
                <a:ext uri="{FF2B5EF4-FFF2-40B4-BE49-F238E27FC236}">
                  <a16:creationId xmlns:a16="http://schemas.microsoft.com/office/drawing/2014/main" id="{749E2FD4-AABF-D76C-7503-7F101DD9CC40}"/>
                </a:ext>
              </a:extLst>
            </p:cNvPr>
            <p:cNvSpPr>
              <a:spLocks noGrp="1"/>
            </p:cNvSpPr>
            <p:nvPr/>
          </p:nvSpPr>
          <p:spPr>
            <a:xfrm>
              <a:off x="4248156" y="3046362"/>
              <a:ext cx="12106" cy="39840"/>
            </a:xfrm>
            <a:custGeom>
              <a:avLst/>
              <a:gdLst/>
              <a:ahLst/>
              <a:cxnLst/>
              <a:rect l="0" t="0" r="0" b="0"/>
              <a:pathLst>
                <a:path w="12106" h="39840">
                  <a:moveTo>
                    <a:pt x="0" y="0"/>
                  </a:moveTo>
                  <a:lnTo>
                    <a:pt x="12106" y="3984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3" name="Candidate_receptor__3532">
              <a:extLst>
                <a:ext uri="{FF2B5EF4-FFF2-40B4-BE49-F238E27FC236}">
                  <a16:creationId xmlns:a16="http://schemas.microsoft.com/office/drawing/2014/main" id="{8870C3B3-C637-FA03-B54F-E147C16DF47F}"/>
                </a:ext>
              </a:extLst>
            </p:cNvPr>
            <p:cNvSpPr>
              <a:spLocks noGrp="1"/>
            </p:cNvSpPr>
            <p:nvPr/>
          </p:nvSpPr>
          <p:spPr>
            <a:xfrm>
              <a:off x="3999106" y="2444180"/>
              <a:ext cx="112878" cy="12532"/>
            </a:xfrm>
            <a:custGeom>
              <a:avLst/>
              <a:gdLst/>
              <a:ahLst/>
              <a:cxnLst/>
              <a:rect l="0" t="0" r="0" b="0"/>
              <a:pathLst>
                <a:path w="112878" h="12532">
                  <a:moveTo>
                    <a:pt x="0" y="12532"/>
                  </a:moveTo>
                  <a:lnTo>
                    <a:pt x="11287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4" name="Candidate_receptor__3533">
              <a:extLst>
                <a:ext uri="{FF2B5EF4-FFF2-40B4-BE49-F238E27FC236}">
                  <a16:creationId xmlns:a16="http://schemas.microsoft.com/office/drawing/2014/main" id="{7CCE4392-DE8D-2ABB-52CD-827C9DC94C7D}"/>
                </a:ext>
              </a:extLst>
            </p:cNvPr>
            <p:cNvSpPr>
              <a:spLocks noGrp="1"/>
            </p:cNvSpPr>
            <p:nvPr/>
          </p:nvSpPr>
          <p:spPr>
            <a:xfrm>
              <a:off x="5872966" y="2007964"/>
              <a:ext cx="93623" cy="60378"/>
            </a:xfrm>
            <a:custGeom>
              <a:avLst/>
              <a:gdLst/>
              <a:ahLst/>
              <a:cxnLst/>
              <a:rect l="0" t="0" r="0" b="0"/>
              <a:pathLst>
                <a:path w="93623" h="60378">
                  <a:moveTo>
                    <a:pt x="93623" y="0"/>
                  </a:moveTo>
                  <a:lnTo>
                    <a:pt x="0" y="6037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5" name="Candidate_receptor__3534">
              <a:extLst>
                <a:ext uri="{FF2B5EF4-FFF2-40B4-BE49-F238E27FC236}">
                  <a16:creationId xmlns:a16="http://schemas.microsoft.com/office/drawing/2014/main" id="{DCFACD5C-1A0A-5CC1-EE27-18C8A2084330}"/>
                </a:ext>
              </a:extLst>
            </p:cNvPr>
            <p:cNvSpPr>
              <a:spLocks noGrp="1"/>
            </p:cNvSpPr>
            <p:nvPr/>
          </p:nvSpPr>
          <p:spPr>
            <a:xfrm>
              <a:off x="5918916" y="1741222"/>
              <a:ext cx="46829" cy="49921"/>
            </a:xfrm>
            <a:custGeom>
              <a:avLst/>
              <a:gdLst/>
              <a:ahLst/>
              <a:cxnLst/>
              <a:rect l="0" t="0" r="0" b="0"/>
              <a:pathLst>
                <a:path w="46829" h="49921">
                  <a:moveTo>
                    <a:pt x="0" y="49921"/>
                  </a:moveTo>
                  <a:lnTo>
                    <a:pt x="46829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6" name="Candidate_receptor__3535">
              <a:extLst>
                <a:ext uri="{FF2B5EF4-FFF2-40B4-BE49-F238E27FC236}">
                  <a16:creationId xmlns:a16="http://schemas.microsoft.com/office/drawing/2014/main" id="{18A724AC-9FBE-73AF-E905-2C5E3E97427A}"/>
                </a:ext>
              </a:extLst>
            </p:cNvPr>
            <p:cNvSpPr>
              <a:spLocks noGrp="1"/>
            </p:cNvSpPr>
            <p:nvPr/>
          </p:nvSpPr>
          <p:spPr>
            <a:xfrm>
              <a:off x="5764656" y="2051600"/>
              <a:ext cx="108310" cy="16743"/>
            </a:xfrm>
            <a:custGeom>
              <a:avLst/>
              <a:gdLst/>
              <a:ahLst/>
              <a:cxnLst/>
              <a:rect l="0" t="0" r="0" b="0"/>
              <a:pathLst>
                <a:path w="108310" h="16743">
                  <a:moveTo>
                    <a:pt x="108310" y="16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7" name="Candidate_receptor__3536">
              <a:extLst>
                <a:ext uri="{FF2B5EF4-FFF2-40B4-BE49-F238E27FC236}">
                  <a16:creationId xmlns:a16="http://schemas.microsoft.com/office/drawing/2014/main" id="{9363B826-3F51-DC33-A692-CFA640A28BF9}"/>
                </a:ext>
              </a:extLst>
            </p:cNvPr>
            <p:cNvSpPr>
              <a:spLocks noGrp="1"/>
            </p:cNvSpPr>
            <p:nvPr/>
          </p:nvSpPr>
          <p:spPr>
            <a:xfrm>
              <a:off x="3601423" y="3000431"/>
              <a:ext cx="94175" cy="30108"/>
            </a:xfrm>
            <a:custGeom>
              <a:avLst/>
              <a:gdLst/>
              <a:ahLst/>
              <a:cxnLst/>
              <a:rect l="0" t="0" r="0" b="0"/>
              <a:pathLst>
                <a:path w="94175" h="30108">
                  <a:moveTo>
                    <a:pt x="0" y="30108"/>
                  </a:moveTo>
                  <a:lnTo>
                    <a:pt x="94175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8" name="Candidate_receptor__3537">
              <a:extLst>
                <a:ext uri="{FF2B5EF4-FFF2-40B4-BE49-F238E27FC236}">
                  <a16:creationId xmlns:a16="http://schemas.microsoft.com/office/drawing/2014/main" id="{9B71C4E4-A69C-8117-8A9F-E056221A2022}"/>
                </a:ext>
              </a:extLst>
            </p:cNvPr>
            <p:cNvSpPr>
              <a:spLocks noGrp="1"/>
            </p:cNvSpPr>
            <p:nvPr/>
          </p:nvSpPr>
          <p:spPr>
            <a:xfrm>
              <a:off x="3811163" y="3187696"/>
              <a:ext cx="32760" cy="70145"/>
            </a:xfrm>
            <a:custGeom>
              <a:avLst/>
              <a:gdLst/>
              <a:ahLst/>
              <a:cxnLst/>
              <a:rect l="0" t="0" r="0" b="0"/>
              <a:pathLst>
                <a:path w="32760" h="70145">
                  <a:moveTo>
                    <a:pt x="32760" y="0"/>
                  </a:moveTo>
                  <a:lnTo>
                    <a:pt x="0" y="7014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9" name="Candidate_receptor__3538">
              <a:extLst>
                <a:ext uri="{FF2B5EF4-FFF2-40B4-BE49-F238E27FC236}">
                  <a16:creationId xmlns:a16="http://schemas.microsoft.com/office/drawing/2014/main" id="{8ADDFE2D-9D65-3332-2F72-D5B3C82F7F56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708630"/>
              <a:ext cx="57728" cy="98035"/>
            </a:xfrm>
            <a:custGeom>
              <a:avLst/>
              <a:gdLst/>
              <a:ahLst/>
              <a:cxnLst/>
              <a:rect l="0" t="0" r="0" b="0"/>
              <a:pathLst>
                <a:path w="57728" h="98035">
                  <a:moveTo>
                    <a:pt x="57728" y="0"/>
                  </a:moveTo>
                  <a:lnTo>
                    <a:pt x="0" y="9803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40" name="Candidate_receptor__3539">
              <a:extLst>
                <a:ext uri="{FF2B5EF4-FFF2-40B4-BE49-F238E27FC236}">
                  <a16:creationId xmlns:a16="http://schemas.microsoft.com/office/drawing/2014/main" id="{C447CFD8-4745-2A2F-3BA8-C79424C16708}"/>
                </a:ext>
              </a:extLst>
            </p:cNvPr>
            <p:cNvSpPr>
              <a:spLocks noGrp="1"/>
            </p:cNvSpPr>
            <p:nvPr/>
          </p:nvSpPr>
          <p:spPr>
            <a:xfrm>
              <a:off x="4345107" y="2813124"/>
              <a:ext cx="110231" cy="26435"/>
            </a:xfrm>
            <a:custGeom>
              <a:avLst/>
              <a:gdLst/>
              <a:ahLst/>
              <a:cxnLst/>
              <a:rect l="0" t="0" r="0" b="0"/>
              <a:pathLst>
                <a:path w="110231" h="26435">
                  <a:moveTo>
                    <a:pt x="110231" y="264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1" name="Candidate_receptor__3540">
              <a:extLst>
                <a:ext uri="{FF2B5EF4-FFF2-40B4-BE49-F238E27FC236}">
                  <a16:creationId xmlns:a16="http://schemas.microsoft.com/office/drawing/2014/main" id="{C23DB422-5E9F-C2E3-7312-5345C36D3364}"/>
                </a:ext>
              </a:extLst>
            </p:cNvPr>
            <p:cNvSpPr>
              <a:spLocks noGrp="1"/>
            </p:cNvSpPr>
            <p:nvPr/>
          </p:nvSpPr>
          <p:spPr>
            <a:xfrm>
              <a:off x="4456780" y="2686980"/>
              <a:ext cx="112671" cy="19629"/>
            </a:xfrm>
            <a:custGeom>
              <a:avLst/>
              <a:gdLst/>
              <a:ahLst/>
              <a:cxnLst/>
              <a:rect l="0" t="0" r="0" b="0"/>
              <a:pathLst>
                <a:path w="112671" h="19629">
                  <a:moveTo>
                    <a:pt x="112671" y="19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2" name="Candidate_receptor__3541">
              <a:extLst>
                <a:ext uri="{FF2B5EF4-FFF2-40B4-BE49-F238E27FC236}">
                  <a16:creationId xmlns:a16="http://schemas.microsoft.com/office/drawing/2014/main" id="{8CFAA812-8B8D-99C6-FC3A-DE44799F3E39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328588"/>
              <a:ext cx="56680" cy="98814"/>
            </a:xfrm>
            <a:custGeom>
              <a:avLst/>
              <a:gdLst/>
              <a:ahLst/>
              <a:cxnLst/>
              <a:rect l="0" t="0" r="0" b="0"/>
              <a:pathLst>
                <a:path w="56680" h="98814">
                  <a:moveTo>
                    <a:pt x="56680" y="0"/>
                  </a:moveTo>
                  <a:lnTo>
                    <a:pt x="0" y="9881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3" name="Candidate_receptor__3542">
              <a:extLst>
                <a:ext uri="{FF2B5EF4-FFF2-40B4-BE49-F238E27FC236}">
                  <a16:creationId xmlns:a16="http://schemas.microsoft.com/office/drawing/2014/main" id="{E0F34505-1D90-4EBB-6786-088C006AEBFF}"/>
                </a:ext>
              </a:extLst>
            </p:cNvPr>
            <p:cNvSpPr>
              <a:spLocks noGrp="1"/>
            </p:cNvSpPr>
            <p:nvPr/>
          </p:nvSpPr>
          <p:spPr>
            <a:xfrm>
              <a:off x="5703723" y="2051600"/>
              <a:ext cx="60933" cy="94008"/>
            </a:xfrm>
            <a:custGeom>
              <a:avLst/>
              <a:gdLst/>
              <a:ahLst/>
              <a:cxnLst/>
              <a:rect l="0" t="0" r="0" b="0"/>
              <a:pathLst>
                <a:path w="60933" h="94008">
                  <a:moveTo>
                    <a:pt x="60933" y="0"/>
                  </a:moveTo>
                  <a:lnTo>
                    <a:pt x="0" y="9400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4" name="Candidate_receptor__3543">
              <a:extLst>
                <a:ext uri="{FF2B5EF4-FFF2-40B4-BE49-F238E27FC236}">
                  <a16:creationId xmlns:a16="http://schemas.microsoft.com/office/drawing/2014/main" id="{ABCF8A04-DB80-C32D-933D-0B03EFC935B1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67718"/>
              <a:ext cx="11665" cy="97202"/>
            </a:xfrm>
            <a:custGeom>
              <a:avLst/>
              <a:gdLst/>
              <a:ahLst/>
              <a:cxnLst/>
              <a:rect l="0" t="0" r="0" b="0"/>
              <a:pathLst>
                <a:path w="11665" h="97202">
                  <a:moveTo>
                    <a:pt x="11665" y="97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5" name="Candidate_receptor__3544">
              <a:extLst>
                <a:ext uri="{FF2B5EF4-FFF2-40B4-BE49-F238E27FC236}">
                  <a16:creationId xmlns:a16="http://schemas.microsoft.com/office/drawing/2014/main" id="{6C9AA489-F2E9-160E-FC49-BEAE27982411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78109"/>
              <a:ext cx="2046" cy="113118"/>
            </a:xfrm>
            <a:custGeom>
              <a:avLst/>
              <a:gdLst/>
              <a:ahLst/>
              <a:cxnLst/>
              <a:rect l="0" t="0" r="0" b="0"/>
              <a:pathLst>
                <a:path w="2046" h="113118">
                  <a:moveTo>
                    <a:pt x="2046" y="1131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6" name="Candidate_receptor__3545">
              <a:extLst>
                <a:ext uri="{FF2B5EF4-FFF2-40B4-BE49-F238E27FC236}">
                  <a16:creationId xmlns:a16="http://schemas.microsoft.com/office/drawing/2014/main" id="{00315F15-4C3F-BC02-5B94-305077335095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20854"/>
              <a:ext cx="27378" cy="20988"/>
            </a:xfrm>
            <a:custGeom>
              <a:avLst/>
              <a:gdLst/>
              <a:ahLst/>
              <a:cxnLst/>
              <a:rect l="0" t="0" r="0" b="0"/>
              <a:pathLst>
                <a:path w="27378" h="20988">
                  <a:moveTo>
                    <a:pt x="0" y="20988"/>
                  </a:moveTo>
                  <a:lnTo>
                    <a:pt x="27378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47" name="Candidate_receptor__3546">
              <a:extLst>
                <a:ext uri="{FF2B5EF4-FFF2-40B4-BE49-F238E27FC236}">
                  <a16:creationId xmlns:a16="http://schemas.microsoft.com/office/drawing/2014/main" id="{4E8317BA-C25D-BA5D-A34C-7894A0F63D7F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22704"/>
              <a:ext cx="82292" cy="45014"/>
            </a:xfrm>
            <a:custGeom>
              <a:avLst/>
              <a:gdLst/>
              <a:ahLst/>
              <a:cxnLst/>
              <a:rect l="0" t="0" r="0" b="0"/>
              <a:pathLst>
                <a:path w="82292" h="45014">
                  <a:moveTo>
                    <a:pt x="0" y="45014"/>
                  </a:moveTo>
                  <a:lnTo>
                    <a:pt x="82292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48" name="Candidate_receptor__3547">
              <a:extLst>
                <a:ext uri="{FF2B5EF4-FFF2-40B4-BE49-F238E27FC236}">
                  <a16:creationId xmlns:a16="http://schemas.microsoft.com/office/drawing/2014/main" id="{97D78CF3-2B07-A999-B328-95527E5DED92}"/>
                </a:ext>
              </a:extLst>
            </p:cNvPr>
            <p:cNvSpPr>
              <a:spLocks noGrp="1"/>
            </p:cNvSpPr>
            <p:nvPr/>
          </p:nvSpPr>
          <p:spPr>
            <a:xfrm>
              <a:off x="4111985" y="2444180"/>
              <a:ext cx="25129" cy="104977"/>
            </a:xfrm>
            <a:custGeom>
              <a:avLst/>
              <a:gdLst/>
              <a:ahLst/>
              <a:cxnLst/>
              <a:rect l="0" t="0" r="0" b="0"/>
              <a:pathLst>
                <a:path w="25129" h="104977">
                  <a:moveTo>
                    <a:pt x="0" y="0"/>
                  </a:moveTo>
                  <a:lnTo>
                    <a:pt x="25129" y="10497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49" name="Candidate_receptor__3548">
              <a:extLst>
                <a:ext uri="{FF2B5EF4-FFF2-40B4-BE49-F238E27FC236}">
                  <a16:creationId xmlns:a16="http://schemas.microsoft.com/office/drawing/2014/main" id="{C11446C7-E159-E88E-5D40-3418AD7523A8}"/>
                </a:ext>
              </a:extLst>
            </p:cNvPr>
            <p:cNvSpPr>
              <a:spLocks noGrp="1"/>
            </p:cNvSpPr>
            <p:nvPr/>
          </p:nvSpPr>
          <p:spPr>
            <a:xfrm>
              <a:off x="4315298" y="2948369"/>
              <a:ext cx="69160" cy="24838"/>
            </a:xfrm>
            <a:custGeom>
              <a:avLst/>
              <a:gdLst/>
              <a:ahLst/>
              <a:cxnLst/>
              <a:rect l="0" t="0" r="0" b="0"/>
              <a:pathLst>
                <a:path w="69160" h="24838">
                  <a:moveTo>
                    <a:pt x="69160" y="24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0" name="Candidate_receptor__3549">
              <a:extLst>
                <a:ext uri="{FF2B5EF4-FFF2-40B4-BE49-F238E27FC236}">
                  <a16:creationId xmlns:a16="http://schemas.microsoft.com/office/drawing/2014/main" id="{AE1406F6-23E5-4DB9-6FB8-EBC79BB1295B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502929"/>
              <a:ext cx="15165" cy="111786"/>
            </a:xfrm>
            <a:custGeom>
              <a:avLst/>
              <a:gdLst/>
              <a:ahLst/>
              <a:cxnLst/>
              <a:rect l="0" t="0" r="0" b="0"/>
              <a:pathLst>
                <a:path w="15165" h="111786">
                  <a:moveTo>
                    <a:pt x="15165" y="11178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1" name="Candidate_receptor__3550">
              <a:extLst>
                <a:ext uri="{FF2B5EF4-FFF2-40B4-BE49-F238E27FC236}">
                  <a16:creationId xmlns:a16="http://schemas.microsoft.com/office/drawing/2014/main" id="{F101666C-45B5-87ED-C66B-594EE0B5ACE5}"/>
                </a:ext>
              </a:extLst>
            </p:cNvPr>
            <p:cNvSpPr>
              <a:spLocks noGrp="1"/>
            </p:cNvSpPr>
            <p:nvPr/>
          </p:nvSpPr>
          <p:spPr>
            <a:xfrm>
              <a:off x="5032007" y="2958045"/>
              <a:ext cx="44101" cy="88304"/>
            </a:xfrm>
            <a:custGeom>
              <a:avLst/>
              <a:gdLst/>
              <a:ahLst/>
              <a:cxnLst/>
              <a:rect l="0" t="0" r="0" b="0"/>
              <a:pathLst>
                <a:path w="44101" h="88304">
                  <a:moveTo>
                    <a:pt x="0" y="0"/>
                  </a:moveTo>
                  <a:lnTo>
                    <a:pt x="44101" y="8830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2" name="Candidate_receptor__3551">
              <a:extLst>
                <a:ext uri="{FF2B5EF4-FFF2-40B4-BE49-F238E27FC236}">
                  <a16:creationId xmlns:a16="http://schemas.microsoft.com/office/drawing/2014/main" id="{BB66E85A-9330-A143-155C-E6195BDB4448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58045"/>
              <a:ext cx="101644" cy="20065"/>
            </a:xfrm>
            <a:custGeom>
              <a:avLst/>
              <a:gdLst/>
              <a:ahLst/>
              <a:cxnLst/>
              <a:rect l="0" t="0" r="0" b="0"/>
              <a:pathLst>
                <a:path w="101644" h="20065">
                  <a:moveTo>
                    <a:pt x="0" y="20065"/>
                  </a:moveTo>
                  <a:lnTo>
                    <a:pt x="10164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3" name="Candidate_receptor__3552">
              <a:extLst>
                <a:ext uri="{FF2B5EF4-FFF2-40B4-BE49-F238E27FC236}">
                  <a16:creationId xmlns:a16="http://schemas.microsoft.com/office/drawing/2014/main" id="{64E2A72A-13A2-5FE2-9B7A-910D0315D6A9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91458" cy="5229"/>
            </a:xfrm>
            <a:custGeom>
              <a:avLst/>
              <a:gdLst/>
              <a:ahLst/>
              <a:cxnLst/>
              <a:rect l="0" t="0" r="0" b="0"/>
              <a:pathLst>
                <a:path w="91458" h="5229">
                  <a:moveTo>
                    <a:pt x="91458" y="52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4" name="Candidate_receptor__3553">
              <a:extLst>
                <a:ext uri="{FF2B5EF4-FFF2-40B4-BE49-F238E27FC236}">
                  <a16:creationId xmlns:a16="http://schemas.microsoft.com/office/drawing/2014/main" id="{9C7DFA97-CD60-CBEB-538F-FDC6666C208B}"/>
                </a:ext>
              </a:extLst>
            </p:cNvPr>
            <p:cNvSpPr>
              <a:spLocks noGrp="1"/>
            </p:cNvSpPr>
            <p:nvPr/>
          </p:nvSpPr>
          <p:spPr>
            <a:xfrm>
              <a:off x="5335186" y="2866935"/>
              <a:ext cx="111935" cy="20497"/>
            </a:xfrm>
            <a:custGeom>
              <a:avLst/>
              <a:gdLst/>
              <a:ahLst/>
              <a:cxnLst/>
              <a:rect l="0" t="0" r="0" b="0"/>
              <a:pathLst>
                <a:path w="111935" h="20497">
                  <a:moveTo>
                    <a:pt x="111935" y="0"/>
                  </a:moveTo>
                  <a:lnTo>
                    <a:pt x="0" y="2049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5" name="Candidate_receptor__3554">
              <a:extLst>
                <a:ext uri="{FF2B5EF4-FFF2-40B4-BE49-F238E27FC236}">
                  <a16:creationId xmlns:a16="http://schemas.microsoft.com/office/drawing/2014/main" id="{F43C7393-D200-5906-88F8-BD04188FE787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809496"/>
              <a:ext cx="31615" cy="14271"/>
            </a:xfrm>
            <a:custGeom>
              <a:avLst/>
              <a:gdLst/>
              <a:ahLst/>
              <a:cxnLst/>
              <a:rect l="0" t="0" r="0" b="0"/>
              <a:pathLst>
                <a:path w="31615" h="14271">
                  <a:moveTo>
                    <a:pt x="31615" y="0"/>
                  </a:moveTo>
                  <a:lnTo>
                    <a:pt x="0" y="1427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6" name="Candidate_receptor__3555">
              <a:extLst>
                <a:ext uri="{FF2B5EF4-FFF2-40B4-BE49-F238E27FC236}">
                  <a16:creationId xmlns:a16="http://schemas.microsoft.com/office/drawing/2014/main" id="{F608DFB1-A00A-A682-10DB-D5566D7A2F0C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43798"/>
              <a:ext cx="42965" cy="46380"/>
            </a:xfrm>
            <a:custGeom>
              <a:avLst/>
              <a:gdLst/>
              <a:ahLst/>
              <a:cxnLst/>
              <a:rect l="0" t="0" r="0" b="0"/>
              <a:pathLst>
                <a:path w="42965" h="46380">
                  <a:moveTo>
                    <a:pt x="42965" y="0"/>
                  </a:moveTo>
                  <a:lnTo>
                    <a:pt x="0" y="4638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7" name="Candidate_receptor__3556">
              <a:extLst>
                <a:ext uri="{FF2B5EF4-FFF2-40B4-BE49-F238E27FC236}">
                  <a16:creationId xmlns:a16="http://schemas.microsoft.com/office/drawing/2014/main" id="{DAEE8460-1477-60A2-94DA-54D1E5051C2B}"/>
                </a:ext>
              </a:extLst>
            </p:cNvPr>
            <p:cNvSpPr>
              <a:spLocks noGrp="1"/>
            </p:cNvSpPr>
            <p:nvPr/>
          </p:nvSpPr>
          <p:spPr>
            <a:xfrm>
              <a:off x="3954708" y="2552808"/>
              <a:ext cx="13978" cy="95323"/>
            </a:xfrm>
            <a:custGeom>
              <a:avLst/>
              <a:gdLst/>
              <a:ahLst/>
              <a:cxnLst/>
              <a:rect l="0" t="0" r="0" b="0"/>
              <a:pathLst>
                <a:path w="13978" h="95323">
                  <a:moveTo>
                    <a:pt x="0" y="95323"/>
                  </a:moveTo>
                  <a:lnTo>
                    <a:pt x="1397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8" name="Candidate_receptor__3557">
              <a:extLst>
                <a:ext uri="{FF2B5EF4-FFF2-40B4-BE49-F238E27FC236}">
                  <a16:creationId xmlns:a16="http://schemas.microsoft.com/office/drawing/2014/main" id="{DE909355-F28F-87D4-94EB-70E90B967914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98545"/>
              <a:ext cx="63636" cy="61280"/>
            </a:xfrm>
            <a:custGeom>
              <a:avLst/>
              <a:gdLst/>
              <a:ahLst/>
              <a:cxnLst/>
              <a:rect l="0" t="0" r="0" b="0"/>
              <a:pathLst>
                <a:path w="63636" h="61280">
                  <a:moveTo>
                    <a:pt x="63636" y="6128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9" name="Candidate_receptor__3558">
              <a:extLst>
                <a:ext uri="{FF2B5EF4-FFF2-40B4-BE49-F238E27FC236}">
                  <a16:creationId xmlns:a16="http://schemas.microsoft.com/office/drawing/2014/main" id="{AB481E10-E156-4236-809D-5191ACC344CA}"/>
                </a:ext>
              </a:extLst>
            </p:cNvPr>
            <p:cNvSpPr>
              <a:spLocks noGrp="1"/>
            </p:cNvSpPr>
            <p:nvPr/>
          </p:nvSpPr>
          <p:spPr>
            <a:xfrm>
              <a:off x="5609683" y="3328588"/>
              <a:ext cx="85855" cy="35755"/>
            </a:xfrm>
            <a:custGeom>
              <a:avLst/>
              <a:gdLst/>
              <a:ahLst/>
              <a:cxnLst/>
              <a:rect l="0" t="0" r="0" b="0"/>
              <a:pathLst>
                <a:path w="85855" h="35755">
                  <a:moveTo>
                    <a:pt x="85855" y="35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0" name="Candidate_receptor__3559">
              <a:extLst>
                <a:ext uri="{FF2B5EF4-FFF2-40B4-BE49-F238E27FC236}">
                  <a16:creationId xmlns:a16="http://schemas.microsoft.com/office/drawing/2014/main" id="{B0D77BBB-0FC2-5AB2-8287-22E6E4DEE86C}"/>
                </a:ext>
              </a:extLst>
            </p:cNvPr>
            <p:cNvSpPr>
              <a:spLocks noGrp="1"/>
            </p:cNvSpPr>
            <p:nvPr/>
          </p:nvSpPr>
          <p:spPr>
            <a:xfrm>
              <a:off x="3968687" y="2456713"/>
              <a:ext cx="30420" cy="96095"/>
            </a:xfrm>
            <a:custGeom>
              <a:avLst/>
              <a:gdLst/>
              <a:ahLst/>
              <a:cxnLst/>
              <a:rect l="0" t="0" r="0" b="0"/>
              <a:pathLst>
                <a:path w="30420" h="96095">
                  <a:moveTo>
                    <a:pt x="0" y="96095"/>
                  </a:moveTo>
                  <a:lnTo>
                    <a:pt x="3042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1" name="Candidate_receptor__3560">
              <a:extLst>
                <a:ext uri="{FF2B5EF4-FFF2-40B4-BE49-F238E27FC236}">
                  <a16:creationId xmlns:a16="http://schemas.microsoft.com/office/drawing/2014/main" id="{A8C1DF0E-72C3-CEEF-F82F-CB426A9C25F3}"/>
                </a:ext>
              </a:extLst>
            </p:cNvPr>
            <p:cNvSpPr>
              <a:spLocks noGrp="1"/>
            </p:cNvSpPr>
            <p:nvPr/>
          </p:nvSpPr>
          <p:spPr>
            <a:xfrm>
              <a:off x="4722450" y="3372221"/>
              <a:ext cx="13002" cy="45691"/>
            </a:xfrm>
            <a:custGeom>
              <a:avLst/>
              <a:gdLst/>
              <a:ahLst/>
              <a:cxnLst/>
              <a:rect l="0" t="0" r="0" b="0"/>
              <a:pathLst>
                <a:path w="13002" h="45691">
                  <a:moveTo>
                    <a:pt x="13002" y="456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2" name="Candidate_receptor__3561">
              <a:extLst>
                <a:ext uri="{FF2B5EF4-FFF2-40B4-BE49-F238E27FC236}">
                  <a16:creationId xmlns:a16="http://schemas.microsoft.com/office/drawing/2014/main" id="{53BEC07B-035B-E13F-C198-756C0625C4CC}"/>
                </a:ext>
              </a:extLst>
            </p:cNvPr>
            <p:cNvSpPr>
              <a:spLocks noGrp="1"/>
            </p:cNvSpPr>
            <p:nvPr/>
          </p:nvSpPr>
          <p:spPr>
            <a:xfrm>
              <a:off x="3695597" y="2902112"/>
              <a:ext cx="59400" cy="98319"/>
            </a:xfrm>
            <a:custGeom>
              <a:avLst/>
              <a:gdLst/>
              <a:ahLst/>
              <a:cxnLst/>
              <a:rect l="0" t="0" r="0" b="0"/>
              <a:pathLst>
                <a:path w="59400" h="98319">
                  <a:moveTo>
                    <a:pt x="0" y="98319"/>
                  </a:moveTo>
                  <a:lnTo>
                    <a:pt x="5940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3" name="Candidate_receptor__3562">
              <a:extLst>
                <a:ext uri="{FF2B5EF4-FFF2-40B4-BE49-F238E27FC236}">
                  <a16:creationId xmlns:a16="http://schemas.microsoft.com/office/drawing/2014/main" id="{255AC103-BD7D-A456-6BD3-747D0DAADD70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59369"/>
              <a:ext cx="113902" cy="19324"/>
            </a:xfrm>
            <a:custGeom>
              <a:avLst/>
              <a:gdLst/>
              <a:ahLst/>
              <a:cxnLst/>
              <a:rect l="0" t="0" r="0" b="0"/>
              <a:pathLst>
                <a:path w="113902" h="19324">
                  <a:moveTo>
                    <a:pt x="0" y="19324"/>
                  </a:moveTo>
                  <a:lnTo>
                    <a:pt x="113902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4" name="Candidate_receptor__3563">
              <a:extLst>
                <a:ext uri="{FF2B5EF4-FFF2-40B4-BE49-F238E27FC236}">
                  <a16:creationId xmlns:a16="http://schemas.microsoft.com/office/drawing/2014/main" id="{29A64A38-06C0-2FEA-271F-1D0FD788D3BB}"/>
                </a:ext>
              </a:extLst>
            </p:cNvPr>
            <p:cNvSpPr>
              <a:spLocks noGrp="1"/>
            </p:cNvSpPr>
            <p:nvPr/>
          </p:nvSpPr>
          <p:spPr>
            <a:xfrm>
              <a:off x="5469883" y="2422704"/>
              <a:ext cx="65845" cy="93486"/>
            </a:xfrm>
            <a:custGeom>
              <a:avLst/>
              <a:gdLst/>
              <a:ahLst/>
              <a:cxnLst/>
              <a:rect l="0" t="0" r="0" b="0"/>
              <a:pathLst>
                <a:path w="65845" h="93486">
                  <a:moveTo>
                    <a:pt x="0" y="0"/>
                  </a:moveTo>
                  <a:lnTo>
                    <a:pt x="65845" y="93486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5" name="Candidate_receptor__3564">
              <a:extLst>
                <a:ext uri="{FF2B5EF4-FFF2-40B4-BE49-F238E27FC236}">
                  <a16:creationId xmlns:a16="http://schemas.microsoft.com/office/drawing/2014/main" id="{92EF9D24-5286-B193-B3AE-4F69871C0863}"/>
                </a:ext>
              </a:extLst>
            </p:cNvPr>
            <p:cNvSpPr>
              <a:spLocks noGrp="1"/>
            </p:cNvSpPr>
            <p:nvPr/>
          </p:nvSpPr>
          <p:spPr>
            <a:xfrm>
              <a:off x="5695537" y="3364343"/>
              <a:ext cx="6337" cy="102261"/>
            </a:xfrm>
            <a:custGeom>
              <a:avLst/>
              <a:gdLst/>
              <a:ahLst/>
              <a:cxnLst/>
              <a:rect l="0" t="0" r="0" b="0"/>
              <a:pathLst>
                <a:path w="6337" h="102261">
                  <a:moveTo>
                    <a:pt x="6337" y="102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6" name="Candidate_receptor__3565">
              <a:extLst>
                <a:ext uri="{FF2B5EF4-FFF2-40B4-BE49-F238E27FC236}">
                  <a16:creationId xmlns:a16="http://schemas.microsoft.com/office/drawing/2014/main" id="{F4C75638-302B-13D4-7FE7-E7DF76AAC1B9}"/>
                </a:ext>
              </a:extLst>
            </p:cNvPr>
            <p:cNvSpPr>
              <a:spLocks noGrp="1"/>
            </p:cNvSpPr>
            <p:nvPr/>
          </p:nvSpPr>
          <p:spPr>
            <a:xfrm>
              <a:off x="4260717" y="3614715"/>
              <a:ext cx="105705" cy="33649"/>
            </a:xfrm>
            <a:custGeom>
              <a:avLst/>
              <a:gdLst/>
              <a:ahLst/>
              <a:cxnLst/>
              <a:rect l="0" t="0" r="0" b="0"/>
              <a:pathLst>
                <a:path w="105705" h="33649">
                  <a:moveTo>
                    <a:pt x="105705" y="336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7" name="Candidate_receptor__3566">
              <a:extLst>
                <a:ext uri="{FF2B5EF4-FFF2-40B4-BE49-F238E27FC236}">
                  <a16:creationId xmlns:a16="http://schemas.microsoft.com/office/drawing/2014/main" id="{B2CE3C3F-1145-EB4C-123A-5ABB4392F7CD}"/>
                </a:ext>
              </a:extLst>
            </p:cNvPr>
            <p:cNvSpPr>
              <a:spLocks noGrp="1"/>
            </p:cNvSpPr>
            <p:nvPr/>
          </p:nvSpPr>
          <p:spPr>
            <a:xfrm>
              <a:off x="4007357" y="3147994"/>
              <a:ext cx="3964" cy="98683"/>
            </a:xfrm>
            <a:custGeom>
              <a:avLst/>
              <a:gdLst/>
              <a:ahLst/>
              <a:cxnLst/>
              <a:rect l="0" t="0" r="0" b="0"/>
              <a:pathLst>
                <a:path w="3964" h="98683">
                  <a:moveTo>
                    <a:pt x="3964" y="0"/>
                  </a:moveTo>
                  <a:lnTo>
                    <a:pt x="0" y="9868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8" name="Candidate_receptor__3567">
              <a:extLst>
                <a:ext uri="{FF2B5EF4-FFF2-40B4-BE49-F238E27FC236}">
                  <a16:creationId xmlns:a16="http://schemas.microsoft.com/office/drawing/2014/main" id="{7335BA3C-21E7-E90E-6B04-B98F13FDC8FE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78693"/>
              <a:ext cx="13375" cy="112725"/>
            </a:xfrm>
            <a:custGeom>
              <a:avLst/>
              <a:gdLst/>
              <a:ahLst/>
              <a:cxnLst/>
              <a:rect l="0" t="0" r="0" b="0"/>
              <a:pathLst>
                <a:path w="13375" h="112725">
                  <a:moveTo>
                    <a:pt x="13375" y="1127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9" name="Candidate_receptor__3568">
              <a:extLst>
                <a:ext uri="{FF2B5EF4-FFF2-40B4-BE49-F238E27FC236}">
                  <a16:creationId xmlns:a16="http://schemas.microsoft.com/office/drawing/2014/main" id="{C56CCDEF-88C3-CEDF-492D-89D15F9F869A}"/>
                </a:ext>
              </a:extLst>
            </p:cNvPr>
            <p:cNvSpPr>
              <a:spLocks noGrp="1"/>
            </p:cNvSpPr>
            <p:nvPr/>
          </p:nvSpPr>
          <p:spPr>
            <a:xfrm>
              <a:off x="4569452" y="2628713"/>
              <a:ext cx="19148" cy="77897"/>
            </a:xfrm>
            <a:custGeom>
              <a:avLst/>
              <a:gdLst/>
              <a:ahLst/>
              <a:cxnLst/>
              <a:rect l="0" t="0" r="0" b="0"/>
              <a:pathLst>
                <a:path w="19148" h="77897">
                  <a:moveTo>
                    <a:pt x="19148" y="0"/>
                  </a:moveTo>
                  <a:lnTo>
                    <a:pt x="0" y="7789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0" name="Candidate_receptor__3569">
              <a:extLst>
                <a:ext uri="{FF2B5EF4-FFF2-40B4-BE49-F238E27FC236}">
                  <a16:creationId xmlns:a16="http://schemas.microsoft.com/office/drawing/2014/main" id="{DD9C31B4-981C-0161-3D68-A9A5F4FDDAC6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439125"/>
              <a:ext cx="24538" cy="66364"/>
            </a:xfrm>
            <a:custGeom>
              <a:avLst/>
              <a:gdLst/>
              <a:ahLst/>
              <a:cxnLst/>
              <a:rect l="0" t="0" r="0" b="0"/>
              <a:pathLst>
                <a:path w="24538" h="66364">
                  <a:moveTo>
                    <a:pt x="0" y="66364"/>
                  </a:moveTo>
                  <a:lnTo>
                    <a:pt x="24538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1" name="Candidate_receptor__3570">
              <a:extLst>
                <a:ext uri="{FF2B5EF4-FFF2-40B4-BE49-F238E27FC236}">
                  <a16:creationId xmlns:a16="http://schemas.microsoft.com/office/drawing/2014/main" id="{4D847682-4F58-4BE4-BAA2-65CEA4D317B2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825882"/>
              <a:ext cx="51157" cy="89001"/>
            </a:xfrm>
            <a:custGeom>
              <a:avLst/>
              <a:gdLst/>
              <a:ahLst/>
              <a:cxnLst/>
              <a:rect l="0" t="0" r="0" b="0"/>
              <a:pathLst>
                <a:path w="51157" h="89001">
                  <a:moveTo>
                    <a:pt x="51157" y="890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2" name="Candidate_receptor__3571">
              <a:extLst>
                <a:ext uri="{FF2B5EF4-FFF2-40B4-BE49-F238E27FC236}">
                  <a16:creationId xmlns:a16="http://schemas.microsoft.com/office/drawing/2014/main" id="{2581C645-2AE3-6F07-A715-D71048BDF009}"/>
                </a:ext>
              </a:extLst>
            </p:cNvPr>
            <p:cNvSpPr>
              <a:spLocks noGrp="1"/>
            </p:cNvSpPr>
            <p:nvPr/>
          </p:nvSpPr>
          <p:spPr>
            <a:xfrm>
              <a:off x="3754998" y="2878322"/>
              <a:ext cx="109579" cy="23791"/>
            </a:xfrm>
            <a:custGeom>
              <a:avLst/>
              <a:gdLst/>
              <a:ahLst/>
              <a:cxnLst/>
              <a:rect l="0" t="0" r="0" b="0"/>
              <a:pathLst>
                <a:path w="109579" h="23791">
                  <a:moveTo>
                    <a:pt x="0" y="23791"/>
                  </a:moveTo>
                  <a:lnTo>
                    <a:pt x="109579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3" name="Candidate_receptor__3572">
              <a:extLst>
                <a:ext uri="{FF2B5EF4-FFF2-40B4-BE49-F238E27FC236}">
                  <a16:creationId xmlns:a16="http://schemas.microsoft.com/office/drawing/2014/main" id="{FA794DD8-2015-C8EF-65F9-0BB7D2CA16E8}"/>
                </a:ext>
              </a:extLst>
            </p:cNvPr>
            <p:cNvSpPr>
              <a:spLocks noGrp="1"/>
            </p:cNvSpPr>
            <p:nvPr/>
          </p:nvSpPr>
          <p:spPr>
            <a:xfrm>
              <a:off x="5254781" y="2653858"/>
              <a:ext cx="15251" cy="54772"/>
            </a:xfrm>
            <a:custGeom>
              <a:avLst/>
              <a:gdLst/>
              <a:ahLst/>
              <a:cxnLst/>
              <a:rect l="0" t="0" r="0" b="0"/>
              <a:pathLst>
                <a:path w="15251" h="54772">
                  <a:moveTo>
                    <a:pt x="15251" y="0"/>
                  </a:moveTo>
                  <a:lnTo>
                    <a:pt x="0" y="5477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4" name="Candidate_receptor__3573">
              <a:extLst>
                <a:ext uri="{FF2B5EF4-FFF2-40B4-BE49-F238E27FC236}">
                  <a16:creationId xmlns:a16="http://schemas.microsoft.com/office/drawing/2014/main" id="{3133FF55-7619-916B-5BC9-78DB1565646D}"/>
                </a:ext>
              </a:extLst>
            </p:cNvPr>
            <p:cNvSpPr>
              <a:spLocks noGrp="1"/>
            </p:cNvSpPr>
            <p:nvPr/>
          </p:nvSpPr>
          <p:spPr>
            <a:xfrm>
              <a:off x="4821748" y="3878785"/>
              <a:ext cx="7916" cy="90798"/>
            </a:xfrm>
            <a:custGeom>
              <a:avLst/>
              <a:gdLst/>
              <a:ahLst/>
              <a:cxnLst/>
              <a:rect l="0" t="0" r="0" b="0"/>
              <a:pathLst>
                <a:path w="7916" h="90798">
                  <a:moveTo>
                    <a:pt x="7916" y="9079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5" name="Candidate_receptor__3574">
              <a:extLst>
                <a:ext uri="{FF2B5EF4-FFF2-40B4-BE49-F238E27FC236}">
                  <a16:creationId xmlns:a16="http://schemas.microsoft.com/office/drawing/2014/main" id="{18336398-5499-A668-DFEA-8646A6C053C3}"/>
                </a:ext>
              </a:extLst>
            </p:cNvPr>
            <p:cNvSpPr>
              <a:spLocks noGrp="1"/>
            </p:cNvSpPr>
            <p:nvPr/>
          </p:nvSpPr>
          <p:spPr>
            <a:xfrm>
              <a:off x="5806487" y="1791144"/>
              <a:ext cx="112429" cy="6015"/>
            </a:xfrm>
            <a:custGeom>
              <a:avLst/>
              <a:gdLst/>
              <a:ahLst/>
              <a:cxnLst/>
              <a:rect l="0" t="0" r="0" b="0"/>
              <a:pathLst>
                <a:path w="112429" h="6015">
                  <a:moveTo>
                    <a:pt x="0" y="6015"/>
                  </a:moveTo>
                  <a:lnTo>
                    <a:pt x="11242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6" name="Candidate_receptor__3575">
              <a:extLst>
                <a:ext uri="{FF2B5EF4-FFF2-40B4-BE49-F238E27FC236}">
                  <a16:creationId xmlns:a16="http://schemas.microsoft.com/office/drawing/2014/main" id="{3728F001-8842-308F-DE88-D8897386FAA6}"/>
                </a:ext>
              </a:extLst>
            </p:cNvPr>
            <p:cNvSpPr>
              <a:spLocks noGrp="1"/>
            </p:cNvSpPr>
            <p:nvPr/>
          </p:nvSpPr>
          <p:spPr>
            <a:xfrm>
              <a:off x="4114049" y="3182833"/>
              <a:ext cx="40678" cy="11716"/>
            </a:xfrm>
            <a:custGeom>
              <a:avLst/>
              <a:gdLst/>
              <a:ahLst/>
              <a:cxnLst/>
              <a:rect l="0" t="0" r="0" b="0"/>
              <a:pathLst>
                <a:path w="40678" h="11716">
                  <a:moveTo>
                    <a:pt x="40678" y="117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7" name="Candidate_receptor__3576">
              <a:extLst>
                <a:ext uri="{FF2B5EF4-FFF2-40B4-BE49-F238E27FC236}">
                  <a16:creationId xmlns:a16="http://schemas.microsoft.com/office/drawing/2014/main" id="{8769424D-30BD-E4FF-2D47-3345ABC0513B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21767"/>
              <a:ext cx="81114" cy="75640"/>
            </a:xfrm>
            <a:custGeom>
              <a:avLst/>
              <a:gdLst/>
              <a:ahLst/>
              <a:cxnLst/>
              <a:rect l="0" t="0" r="0" b="0"/>
              <a:pathLst>
                <a:path w="81114" h="75640">
                  <a:moveTo>
                    <a:pt x="81114" y="0"/>
                  </a:moveTo>
                  <a:lnTo>
                    <a:pt x="0" y="7564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8" name="Candidate_receptor__3577">
              <a:extLst>
                <a:ext uri="{FF2B5EF4-FFF2-40B4-BE49-F238E27FC236}">
                  <a16:creationId xmlns:a16="http://schemas.microsoft.com/office/drawing/2014/main" id="{647D4A3A-18FC-41E9-3F2A-7CF1B69F0CE1}"/>
                </a:ext>
              </a:extLst>
            </p:cNvPr>
            <p:cNvSpPr>
              <a:spLocks noGrp="1"/>
            </p:cNvSpPr>
            <p:nvPr/>
          </p:nvSpPr>
          <p:spPr>
            <a:xfrm>
              <a:off x="4156360" y="3043798"/>
              <a:ext cx="103903" cy="42405"/>
            </a:xfrm>
            <a:custGeom>
              <a:avLst/>
              <a:gdLst/>
              <a:ahLst/>
              <a:cxnLst/>
              <a:rect l="0" t="0" r="0" b="0"/>
              <a:pathLst>
                <a:path w="103903" h="42405">
                  <a:moveTo>
                    <a:pt x="103903" y="424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9" name="Candidate_receptor__3578">
              <a:extLst>
                <a:ext uri="{FF2B5EF4-FFF2-40B4-BE49-F238E27FC236}">
                  <a16:creationId xmlns:a16="http://schemas.microsoft.com/office/drawing/2014/main" id="{6AFFF9BF-C828-DD84-D7BB-2BBE3E04170D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45575"/>
              <a:ext cx="28540" cy="13338"/>
            </a:xfrm>
            <a:custGeom>
              <a:avLst/>
              <a:gdLst/>
              <a:ahLst/>
              <a:cxnLst/>
              <a:rect l="0" t="0" r="0" b="0"/>
              <a:pathLst>
                <a:path w="28540" h="13338">
                  <a:moveTo>
                    <a:pt x="0" y="13338"/>
                  </a:moveTo>
                  <a:lnTo>
                    <a:pt x="2854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0" name="Candidate_receptor__3579">
              <a:extLst>
                <a:ext uri="{FF2B5EF4-FFF2-40B4-BE49-F238E27FC236}">
                  <a16:creationId xmlns:a16="http://schemas.microsoft.com/office/drawing/2014/main" id="{43E5279E-0510-62A7-FC5D-8E558266B2CC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33040" cy="74549"/>
            </a:xfrm>
            <a:custGeom>
              <a:avLst/>
              <a:gdLst/>
              <a:ahLst/>
              <a:cxnLst/>
              <a:rect l="0" t="0" r="0" b="0"/>
              <a:pathLst>
                <a:path w="33040" h="74549">
                  <a:moveTo>
                    <a:pt x="0" y="0"/>
                  </a:moveTo>
                  <a:lnTo>
                    <a:pt x="33040" y="74549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1" name="Candidate_receptor__3580">
              <a:extLst>
                <a:ext uri="{FF2B5EF4-FFF2-40B4-BE49-F238E27FC236}">
                  <a16:creationId xmlns:a16="http://schemas.microsoft.com/office/drawing/2014/main" id="{68F85F44-B602-532A-EEDA-DD98370CA3CF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97407"/>
              <a:ext cx="69914" cy="89384"/>
            </a:xfrm>
            <a:custGeom>
              <a:avLst/>
              <a:gdLst/>
              <a:ahLst/>
              <a:cxnLst/>
              <a:rect l="0" t="0" r="0" b="0"/>
              <a:pathLst>
                <a:path w="69914" h="89384">
                  <a:moveTo>
                    <a:pt x="0" y="0"/>
                  </a:moveTo>
                  <a:lnTo>
                    <a:pt x="69914" y="8938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2" name="Candidate_receptor__3581">
              <a:extLst>
                <a:ext uri="{FF2B5EF4-FFF2-40B4-BE49-F238E27FC236}">
                  <a16:creationId xmlns:a16="http://schemas.microsoft.com/office/drawing/2014/main" id="{83C8597D-0900-FBDD-96C6-9E1625049074}"/>
                </a:ext>
              </a:extLst>
            </p:cNvPr>
            <p:cNvSpPr>
              <a:spLocks noGrp="1"/>
            </p:cNvSpPr>
            <p:nvPr/>
          </p:nvSpPr>
          <p:spPr>
            <a:xfrm>
              <a:off x="3983707" y="3246677"/>
              <a:ext cx="23649" cy="42561"/>
            </a:xfrm>
            <a:custGeom>
              <a:avLst/>
              <a:gdLst/>
              <a:ahLst/>
              <a:cxnLst/>
              <a:rect l="0" t="0" r="0" b="0"/>
              <a:pathLst>
                <a:path w="23649" h="42561">
                  <a:moveTo>
                    <a:pt x="23649" y="0"/>
                  </a:moveTo>
                  <a:lnTo>
                    <a:pt x="0" y="4256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3" name="Candidate_receptor__3582">
              <a:extLst>
                <a:ext uri="{FF2B5EF4-FFF2-40B4-BE49-F238E27FC236}">
                  <a16:creationId xmlns:a16="http://schemas.microsoft.com/office/drawing/2014/main" id="{C3F98E6C-80B7-926A-260E-B36E57A81E44}"/>
                </a:ext>
              </a:extLst>
            </p:cNvPr>
            <p:cNvSpPr>
              <a:spLocks noGrp="1"/>
            </p:cNvSpPr>
            <p:nvPr/>
          </p:nvSpPr>
          <p:spPr>
            <a:xfrm>
              <a:off x="5198421" y="2955963"/>
              <a:ext cx="49085" cy="85281"/>
            </a:xfrm>
            <a:custGeom>
              <a:avLst/>
              <a:gdLst/>
              <a:ahLst/>
              <a:cxnLst/>
              <a:rect l="0" t="0" r="0" b="0"/>
              <a:pathLst>
                <a:path w="49085" h="85281">
                  <a:moveTo>
                    <a:pt x="0" y="0"/>
                  </a:moveTo>
                  <a:lnTo>
                    <a:pt x="49085" y="85281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4" name="Candidate_receptor__3583">
              <a:extLst>
                <a:ext uri="{FF2B5EF4-FFF2-40B4-BE49-F238E27FC236}">
                  <a16:creationId xmlns:a16="http://schemas.microsoft.com/office/drawing/2014/main" id="{F4D79236-482E-F7B9-2702-E8962AB902F5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857633"/>
              <a:ext cx="15935" cy="73110"/>
            </a:xfrm>
            <a:custGeom>
              <a:avLst/>
              <a:gdLst/>
              <a:ahLst/>
              <a:cxnLst/>
              <a:rect l="0" t="0" r="0" b="0"/>
              <a:pathLst>
                <a:path w="15935" h="73110">
                  <a:moveTo>
                    <a:pt x="0" y="0"/>
                  </a:moveTo>
                  <a:lnTo>
                    <a:pt x="15935" y="7311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5" name="Candidate_receptor__3584">
              <a:extLst>
                <a:ext uri="{FF2B5EF4-FFF2-40B4-BE49-F238E27FC236}">
                  <a16:creationId xmlns:a16="http://schemas.microsoft.com/office/drawing/2014/main" id="{71FEB8C5-62E7-17F7-482E-3AF5D283EC49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97552"/>
              <a:ext cx="13472" cy="10413"/>
            </a:xfrm>
            <a:custGeom>
              <a:avLst/>
              <a:gdLst/>
              <a:ahLst/>
              <a:cxnLst/>
              <a:rect l="0" t="0" r="0" b="0"/>
              <a:pathLst>
                <a:path w="13472" h="10413">
                  <a:moveTo>
                    <a:pt x="0" y="0"/>
                  </a:moveTo>
                  <a:lnTo>
                    <a:pt x="13472" y="10413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6" name="Candidate_receptor__3585">
              <a:extLst>
                <a:ext uri="{FF2B5EF4-FFF2-40B4-BE49-F238E27FC236}">
                  <a16:creationId xmlns:a16="http://schemas.microsoft.com/office/drawing/2014/main" id="{BA1C4E80-749A-A0E5-C582-558393C86B98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414309"/>
              <a:ext cx="13975" cy="13094"/>
            </a:xfrm>
            <a:custGeom>
              <a:avLst/>
              <a:gdLst/>
              <a:ahLst/>
              <a:cxnLst/>
              <a:rect l="0" t="0" r="0" b="0"/>
              <a:pathLst>
                <a:path w="13975" h="13094">
                  <a:moveTo>
                    <a:pt x="0" y="13094"/>
                  </a:moveTo>
                  <a:lnTo>
                    <a:pt x="139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7" name="Candidate_receptor__3586">
              <a:extLst>
                <a:ext uri="{FF2B5EF4-FFF2-40B4-BE49-F238E27FC236}">
                  <a16:creationId xmlns:a16="http://schemas.microsoft.com/office/drawing/2014/main" id="{5B39CDDF-E9A4-CFE6-C5FB-C8F1BA011625}"/>
                </a:ext>
              </a:extLst>
            </p:cNvPr>
            <p:cNvSpPr>
              <a:spLocks noGrp="1"/>
            </p:cNvSpPr>
            <p:nvPr/>
          </p:nvSpPr>
          <p:spPr>
            <a:xfrm>
              <a:off x="5874749" y="3123909"/>
              <a:ext cx="45075" cy="73234"/>
            </a:xfrm>
            <a:custGeom>
              <a:avLst/>
              <a:gdLst/>
              <a:ahLst/>
              <a:cxnLst/>
              <a:rect l="0" t="0" r="0" b="0"/>
              <a:pathLst>
                <a:path w="45075" h="73234">
                  <a:moveTo>
                    <a:pt x="0" y="73234"/>
                  </a:moveTo>
                  <a:lnTo>
                    <a:pt x="450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8" name="Candidate_receptor__3587">
              <a:extLst>
                <a:ext uri="{FF2B5EF4-FFF2-40B4-BE49-F238E27FC236}">
                  <a16:creationId xmlns:a16="http://schemas.microsoft.com/office/drawing/2014/main" id="{88A9ED6F-AFA9-27B7-2537-3638B7CE3122}"/>
                </a:ext>
              </a:extLst>
            </p:cNvPr>
            <p:cNvSpPr>
              <a:spLocks noGrp="1"/>
            </p:cNvSpPr>
            <p:nvPr/>
          </p:nvSpPr>
          <p:spPr>
            <a:xfrm>
              <a:off x="4179167" y="2710329"/>
              <a:ext cx="55399" cy="99167"/>
            </a:xfrm>
            <a:custGeom>
              <a:avLst/>
              <a:gdLst/>
              <a:ahLst/>
              <a:cxnLst/>
              <a:rect l="0" t="0" r="0" b="0"/>
              <a:pathLst>
                <a:path w="55399" h="99167">
                  <a:moveTo>
                    <a:pt x="55399" y="0"/>
                  </a:moveTo>
                  <a:lnTo>
                    <a:pt x="0" y="9916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9" name="Candidate_receptor__3588">
              <a:extLst>
                <a:ext uri="{FF2B5EF4-FFF2-40B4-BE49-F238E27FC236}">
                  <a16:creationId xmlns:a16="http://schemas.microsoft.com/office/drawing/2014/main" id="{AD6ADD3C-35FF-86E7-A6B3-3C81692E0798}"/>
                </a:ext>
              </a:extLst>
            </p:cNvPr>
            <p:cNvSpPr>
              <a:spLocks noGrp="1"/>
            </p:cNvSpPr>
            <p:nvPr/>
          </p:nvSpPr>
          <p:spPr>
            <a:xfrm>
              <a:off x="4343735" y="3261517"/>
              <a:ext cx="40229" cy="75624"/>
            </a:xfrm>
            <a:custGeom>
              <a:avLst/>
              <a:gdLst/>
              <a:ahLst/>
              <a:cxnLst/>
              <a:rect l="0" t="0" r="0" b="0"/>
              <a:pathLst>
                <a:path w="40229" h="75624">
                  <a:moveTo>
                    <a:pt x="40229" y="75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0" name="Candidate_receptor__3589">
              <a:extLst>
                <a:ext uri="{FF2B5EF4-FFF2-40B4-BE49-F238E27FC236}">
                  <a16:creationId xmlns:a16="http://schemas.microsoft.com/office/drawing/2014/main" id="{EE25B3DF-38F3-CF6C-5078-BE9767489FCF}"/>
                </a:ext>
              </a:extLst>
            </p:cNvPr>
            <p:cNvSpPr>
              <a:spLocks noGrp="1"/>
            </p:cNvSpPr>
            <p:nvPr/>
          </p:nvSpPr>
          <p:spPr>
            <a:xfrm>
              <a:off x="5658648" y="1679951"/>
              <a:ext cx="35514" cy="86548"/>
            </a:xfrm>
            <a:custGeom>
              <a:avLst/>
              <a:gdLst/>
              <a:ahLst/>
              <a:cxnLst/>
              <a:rect l="0" t="0" r="0" b="0"/>
              <a:pathLst>
                <a:path w="35514" h="86548">
                  <a:moveTo>
                    <a:pt x="0" y="86548"/>
                  </a:moveTo>
                  <a:lnTo>
                    <a:pt x="3551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1" name="Candidate_receptor__3590">
              <a:extLst>
                <a:ext uri="{FF2B5EF4-FFF2-40B4-BE49-F238E27FC236}">
                  <a16:creationId xmlns:a16="http://schemas.microsoft.com/office/drawing/2014/main" id="{63901C7F-C070-68BA-15E9-7800B47F35BE}"/>
                </a:ext>
              </a:extLst>
            </p:cNvPr>
            <p:cNvSpPr>
              <a:spLocks noGrp="1"/>
            </p:cNvSpPr>
            <p:nvPr/>
          </p:nvSpPr>
          <p:spPr>
            <a:xfrm>
              <a:off x="4932409" y="3078935"/>
              <a:ext cx="34909" cy="12293"/>
            </a:xfrm>
            <a:custGeom>
              <a:avLst/>
              <a:gdLst/>
              <a:ahLst/>
              <a:cxnLst/>
              <a:rect l="0" t="0" r="0" b="0"/>
              <a:pathLst>
                <a:path w="34909" h="12293">
                  <a:moveTo>
                    <a:pt x="34909" y="0"/>
                  </a:moveTo>
                  <a:lnTo>
                    <a:pt x="0" y="1229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2" name="Candidate_receptor__3591">
              <a:extLst>
                <a:ext uri="{FF2B5EF4-FFF2-40B4-BE49-F238E27FC236}">
                  <a16:creationId xmlns:a16="http://schemas.microsoft.com/office/drawing/2014/main" id="{5AD20A79-F5D6-74F6-A2C2-E820739B9B21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210107"/>
              <a:ext cx="65880" cy="51409"/>
            </a:xfrm>
            <a:custGeom>
              <a:avLst/>
              <a:gdLst/>
              <a:ahLst/>
              <a:cxnLst/>
              <a:rect l="0" t="0" r="0" b="0"/>
              <a:pathLst>
                <a:path w="65880" h="51409">
                  <a:moveTo>
                    <a:pt x="65880" y="5140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3" name="Candidate_receptor__3592">
              <a:extLst>
                <a:ext uri="{FF2B5EF4-FFF2-40B4-BE49-F238E27FC236}">
                  <a16:creationId xmlns:a16="http://schemas.microsoft.com/office/drawing/2014/main" id="{E298B6F9-A916-DD90-A236-EE39CED285F3}"/>
                </a:ext>
              </a:extLst>
            </p:cNvPr>
            <p:cNvSpPr>
              <a:spLocks noGrp="1"/>
            </p:cNvSpPr>
            <p:nvPr/>
          </p:nvSpPr>
          <p:spPr>
            <a:xfrm>
              <a:off x="6090531" y="2159746"/>
              <a:ext cx="110940" cy="20285"/>
            </a:xfrm>
            <a:custGeom>
              <a:avLst/>
              <a:gdLst/>
              <a:ahLst/>
              <a:cxnLst/>
              <a:rect l="0" t="0" r="0" b="0"/>
              <a:pathLst>
                <a:path w="110940" h="20285">
                  <a:moveTo>
                    <a:pt x="110940" y="202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4" name="Candidate_receptor__3593">
              <a:extLst>
                <a:ext uri="{FF2B5EF4-FFF2-40B4-BE49-F238E27FC236}">
                  <a16:creationId xmlns:a16="http://schemas.microsoft.com/office/drawing/2014/main" id="{287374AE-070C-D983-D9C6-0AECAF95E8E0}"/>
                </a:ext>
              </a:extLst>
            </p:cNvPr>
            <p:cNvSpPr>
              <a:spLocks noGrp="1"/>
            </p:cNvSpPr>
            <p:nvPr/>
          </p:nvSpPr>
          <p:spPr>
            <a:xfrm>
              <a:off x="4705008" y="3259825"/>
              <a:ext cx="17442" cy="112397"/>
            </a:xfrm>
            <a:custGeom>
              <a:avLst/>
              <a:gdLst/>
              <a:ahLst/>
              <a:cxnLst/>
              <a:rect l="0" t="0" r="0" b="0"/>
              <a:pathLst>
                <a:path w="17442" h="112397">
                  <a:moveTo>
                    <a:pt x="17442" y="1123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5" name="Candidate_receptor__3594">
              <a:extLst>
                <a:ext uri="{FF2B5EF4-FFF2-40B4-BE49-F238E27FC236}">
                  <a16:creationId xmlns:a16="http://schemas.microsoft.com/office/drawing/2014/main" id="{333C807A-A30B-DEFF-8D26-635B064EEC23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720477"/>
              <a:ext cx="44033" cy="105405"/>
            </a:xfrm>
            <a:custGeom>
              <a:avLst/>
              <a:gdLst/>
              <a:ahLst/>
              <a:cxnLst/>
              <a:rect l="0" t="0" r="0" b="0"/>
              <a:pathLst>
                <a:path w="44033" h="105405">
                  <a:moveTo>
                    <a:pt x="0" y="105405"/>
                  </a:moveTo>
                  <a:lnTo>
                    <a:pt x="4403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6" name="Candidate_receptor__3595">
              <a:extLst>
                <a:ext uri="{FF2B5EF4-FFF2-40B4-BE49-F238E27FC236}">
                  <a16:creationId xmlns:a16="http://schemas.microsoft.com/office/drawing/2014/main" id="{08232D4C-F2A1-D430-AB8F-AFC899731774}"/>
                </a:ext>
              </a:extLst>
            </p:cNvPr>
            <p:cNvSpPr>
              <a:spLocks noGrp="1"/>
            </p:cNvSpPr>
            <p:nvPr/>
          </p:nvSpPr>
          <p:spPr>
            <a:xfrm>
              <a:off x="5581589" y="2278494"/>
              <a:ext cx="70901" cy="78875"/>
            </a:xfrm>
            <a:custGeom>
              <a:avLst/>
              <a:gdLst/>
              <a:ahLst/>
              <a:cxnLst/>
              <a:rect l="0" t="0" r="0" b="0"/>
              <a:pathLst>
                <a:path w="70901" h="78875">
                  <a:moveTo>
                    <a:pt x="0" y="0"/>
                  </a:moveTo>
                  <a:lnTo>
                    <a:pt x="70901" y="78875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7" name="Candidate_receptor__3596">
              <a:extLst>
                <a:ext uri="{FF2B5EF4-FFF2-40B4-BE49-F238E27FC236}">
                  <a16:creationId xmlns:a16="http://schemas.microsoft.com/office/drawing/2014/main" id="{F4F10508-E760-AAE2-26F1-F95B8AF17A8A}"/>
                </a:ext>
              </a:extLst>
            </p:cNvPr>
            <p:cNvSpPr>
              <a:spLocks noGrp="1"/>
            </p:cNvSpPr>
            <p:nvPr/>
          </p:nvSpPr>
          <p:spPr>
            <a:xfrm>
              <a:off x="4234566" y="2676847"/>
              <a:ext cx="104217" cy="33482"/>
            </a:xfrm>
            <a:custGeom>
              <a:avLst/>
              <a:gdLst/>
              <a:ahLst/>
              <a:cxnLst/>
              <a:rect l="0" t="0" r="0" b="0"/>
              <a:pathLst>
                <a:path w="104217" h="33482">
                  <a:moveTo>
                    <a:pt x="104217" y="0"/>
                  </a:moveTo>
                  <a:lnTo>
                    <a:pt x="0" y="3348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8" name="Candidate_receptor__3597">
              <a:extLst>
                <a:ext uri="{FF2B5EF4-FFF2-40B4-BE49-F238E27FC236}">
                  <a16:creationId xmlns:a16="http://schemas.microsoft.com/office/drawing/2014/main" id="{54B566F8-BC4B-FCEA-B930-8A18D0196F45}"/>
                </a:ext>
              </a:extLst>
            </p:cNvPr>
            <p:cNvSpPr>
              <a:spLocks noGrp="1"/>
            </p:cNvSpPr>
            <p:nvPr/>
          </p:nvSpPr>
          <p:spPr>
            <a:xfrm>
              <a:off x="5290065" y="2855415"/>
              <a:ext cx="45121" cy="32017"/>
            </a:xfrm>
            <a:custGeom>
              <a:avLst/>
              <a:gdLst/>
              <a:ahLst/>
              <a:cxnLst/>
              <a:rect l="0" t="0" r="0" b="0"/>
              <a:pathLst>
                <a:path w="45121" h="32017">
                  <a:moveTo>
                    <a:pt x="45121" y="3201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9" name="Candidate_receptor__3598">
              <a:extLst>
                <a:ext uri="{FF2B5EF4-FFF2-40B4-BE49-F238E27FC236}">
                  <a16:creationId xmlns:a16="http://schemas.microsoft.com/office/drawing/2014/main" id="{CBD88340-7D0B-1139-D227-9BB8F235EE2B}"/>
                </a:ext>
              </a:extLst>
            </p:cNvPr>
            <p:cNvSpPr>
              <a:spLocks noGrp="1"/>
            </p:cNvSpPr>
            <p:nvPr/>
          </p:nvSpPr>
          <p:spPr>
            <a:xfrm>
              <a:off x="5225985" y="2431313"/>
              <a:ext cx="83038" cy="55478"/>
            </a:xfrm>
            <a:custGeom>
              <a:avLst/>
              <a:gdLst/>
              <a:ahLst/>
              <a:cxnLst/>
              <a:rect l="0" t="0" r="0" b="0"/>
              <a:pathLst>
                <a:path w="83038" h="55478">
                  <a:moveTo>
                    <a:pt x="0" y="55478"/>
                  </a:moveTo>
                  <a:lnTo>
                    <a:pt x="8303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0" name="Candidate_receptor__3599">
              <a:extLst>
                <a:ext uri="{FF2B5EF4-FFF2-40B4-BE49-F238E27FC236}">
                  <a16:creationId xmlns:a16="http://schemas.microsoft.com/office/drawing/2014/main" id="{E9AFA8F0-4719-E8D4-0500-AD33121DF36C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12187" cy="107797"/>
            </a:xfrm>
            <a:custGeom>
              <a:avLst/>
              <a:gdLst/>
              <a:ahLst/>
              <a:cxnLst/>
              <a:rect l="0" t="0" r="0" b="0"/>
              <a:pathLst>
                <a:path w="12187" h="107797">
                  <a:moveTo>
                    <a:pt x="12187" y="1077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1" name="Candidate_receptor__3600">
              <a:extLst>
                <a:ext uri="{FF2B5EF4-FFF2-40B4-BE49-F238E27FC236}">
                  <a16:creationId xmlns:a16="http://schemas.microsoft.com/office/drawing/2014/main" id="{420ED5D9-5D6F-5FAE-D7BC-802F860D296B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601506"/>
              <a:ext cx="41407" cy="107508"/>
            </a:xfrm>
            <a:custGeom>
              <a:avLst/>
              <a:gdLst/>
              <a:ahLst/>
              <a:cxnLst/>
              <a:rect l="0" t="0" r="0" b="0"/>
              <a:pathLst>
                <a:path w="41407" h="107508">
                  <a:moveTo>
                    <a:pt x="41407" y="107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2" name="Candidate_receptor__3601">
              <a:extLst>
                <a:ext uri="{FF2B5EF4-FFF2-40B4-BE49-F238E27FC236}">
                  <a16:creationId xmlns:a16="http://schemas.microsoft.com/office/drawing/2014/main" id="{7AEA3943-A62C-5AC8-BDB9-40B08D9DFA00}"/>
                </a:ext>
              </a:extLst>
            </p:cNvPr>
            <p:cNvSpPr>
              <a:spLocks noGrp="1"/>
            </p:cNvSpPr>
            <p:nvPr/>
          </p:nvSpPr>
          <p:spPr>
            <a:xfrm>
              <a:off x="4699843" y="3709535"/>
              <a:ext cx="22279" cy="112572"/>
            </a:xfrm>
            <a:custGeom>
              <a:avLst/>
              <a:gdLst/>
              <a:ahLst/>
              <a:cxnLst/>
              <a:rect l="0" t="0" r="0" b="0"/>
              <a:pathLst>
                <a:path w="22279" h="112572">
                  <a:moveTo>
                    <a:pt x="22279" y="1125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3" name="Candidate_receptor__3602">
              <a:extLst>
                <a:ext uri="{FF2B5EF4-FFF2-40B4-BE49-F238E27FC236}">
                  <a16:creationId xmlns:a16="http://schemas.microsoft.com/office/drawing/2014/main" id="{DE0F8B88-8F5E-43FE-F963-FB4D8D1CD186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043341"/>
              <a:ext cx="86082" cy="76548"/>
            </a:xfrm>
            <a:custGeom>
              <a:avLst/>
              <a:gdLst/>
              <a:ahLst/>
              <a:cxnLst/>
              <a:rect l="0" t="0" r="0" b="0"/>
              <a:pathLst>
                <a:path w="86082" h="76548">
                  <a:moveTo>
                    <a:pt x="86082" y="0"/>
                  </a:moveTo>
                  <a:lnTo>
                    <a:pt x="0" y="76548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4" name="Candidate_receptor__3603">
              <a:extLst>
                <a:ext uri="{FF2B5EF4-FFF2-40B4-BE49-F238E27FC236}">
                  <a16:creationId xmlns:a16="http://schemas.microsoft.com/office/drawing/2014/main" id="{2FE95966-D683-002C-DD4D-7A8DB4787711}"/>
                </a:ext>
              </a:extLst>
            </p:cNvPr>
            <p:cNvSpPr>
              <a:spLocks noGrp="1"/>
            </p:cNvSpPr>
            <p:nvPr/>
          </p:nvSpPr>
          <p:spPr>
            <a:xfrm>
              <a:off x="3864576" y="2780031"/>
              <a:ext cx="34120" cy="98291"/>
            </a:xfrm>
            <a:custGeom>
              <a:avLst/>
              <a:gdLst/>
              <a:ahLst/>
              <a:cxnLst/>
              <a:rect l="0" t="0" r="0" b="0"/>
              <a:pathLst>
                <a:path w="34120" h="98291">
                  <a:moveTo>
                    <a:pt x="0" y="98291"/>
                  </a:moveTo>
                  <a:lnTo>
                    <a:pt x="3412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5" name="Candidate_receptor__3604">
              <a:extLst>
                <a:ext uri="{FF2B5EF4-FFF2-40B4-BE49-F238E27FC236}">
                  <a16:creationId xmlns:a16="http://schemas.microsoft.com/office/drawing/2014/main" id="{50EAEA61-370D-303C-6309-8F2C764B6559}"/>
                </a:ext>
              </a:extLst>
            </p:cNvPr>
            <p:cNvSpPr>
              <a:spLocks noGrp="1"/>
            </p:cNvSpPr>
            <p:nvPr/>
          </p:nvSpPr>
          <p:spPr>
            <a:xfrm>
              <a:off x="5634805" y="1766499"/>
              <a:ext cx="23843" cy="60972"/>
            </a:xfrm>
            <a:custGeom>
              <a:avLst/>
              <a:gdLst/>
              <a:ahLst/>
              <a:cxnLst/>
              <a:rect l="0" t="0" r="0" b="0"/>
              <a:pathLst>
                <a:path w="23843" h="60972">
                  <a:moveTo>
                    <a:pt x="0" y="60972"/>
                  </a:moveTo>
                  <a:lnTo>
                    <a:pt x="2384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6" name="Candidate_receptor__3605">
              <a:extLst>
                <a:ext uri="{FF2B5EF4-FFF2-40B4-BE49-F238E27FC236}">
                  <a16:creationId xmlns:a16="http://schemas.microsoft.com/office/drawing/2014/main" id="{372372ED-308A-AD22-E312-9D687549438A}"/>
                </a:ext>
              </a:extLst>
            </p:cNvPr>
            <p:cNvSpPr>
              <a:spLocks noGrp="1"/>
            </p:cNvSpPr>
            <p:nvPr/>
          </p:nvSpPr>
          <p:spPr>
            <a:xfrm>
              <a:off x="4722122" y="3822107"/>
              <a:ext cx="99625" cy="56678"/>
            </a:xfrm>
            <a:custGeom>
              <a:avLst/>
              <a:gdLst/>
              <a:ahLst/>
              <a:cxnLst/>
              <a:rect l="0" t="0" r="0" b="0"/>
              <a:pathLst>
                <a:path w="99625" h="56678">
                  <a:moveTo>
                    <a:pt x="99625" y="566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7" name="Candidate_receptor__3606">
              <a:extLst>
                <a:ext uri="{FF2B5EF4-FFF2-40B4-BE49-F238E27FC236}">
                  <a16:creationId xmlns:a16="http://schemas.microsoft.com/office/drawing/2014/main" id="{58B4FDB7-4A89-6E3F-A8C5-46756A90EBF9}"/>
                </a:ext>
              </a:extLst>
            </p:cNvPr>
            <p:cNvSpPr>
              <a:spLocks noGrp="1"/>
            </p:cNvSpPr>
            <p:nvPr/>
          </p:nvSpPr>
          <p:spPr>
            <a:xfrm>
              <a:off x="6084862" y="2402133"/>
              <a:ext cx="45034" cy="90599"/>
            </a:xfrm>
            <a:custGeom>
              <a:avLst/>
              <a:gdLst/>
              <a:ahLst/>
              <a:cxnLst/>
              <a:rect l="0" t="0" r="0" b="0"/>
              <a:pathLst>
                <a:path w="45034" h="90599">
                  <a:moveTo>
                    <a:pt x="0" y="90599"/>
                  </a:moveTo>
                  <a:lnTo>
                    <a:pt x="45034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8" name="Candidate_receptor__3607">
              <a:extLst>
                <a:ext uri="{FF2B5EF4-FFF2-40B4-BE49-F238E27FC236}">
                  <a16:creationId xmlns:a16="http://schemas.microsoft.com/office/drawing/2014/main" id="{3BB2C6DF-BC6F-3E47-8830-F0D1167D0E13}"/>
                </a:ext>
              </a:extLst>
            </p:cNvPr>
            <p:cNvSpPr>
              <a:spLocks noGrp="1"/>
            </p:cNvSpPr>
            <p:nvPr/>
          </p:nvSpPr>
          <p:spPr>
            <a:xfrm>
              <a:off x="5384367" y="2515010"/>
              <a:ext cx="14889" cy="49910"/>
            </a:xfrm>
            <a:custGeom>
              <a:avLst/>
              <a:gdLst/>
              <a:ahLst/>
              <a:cxnLst/>
              <a:rect l="0" t="0" r="0" b="0"/>
              <a:pathLst>
                <a:path w="14889" h="49910">
                  <a:moveTo>
                    <a:pt x="0" y="0"/>
                  </a:moveTo>
                  <a:lnTo>
                    <a:pt x="14889" y="4991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9" name="Candidate_receptor__3608">
              <a:extLst>
                <a:ext uri="{FF2B5EF4-FFF2-40B4-BE49-F238E27FC236}">
                  <a16:creationId xmlns:a16="http://schemas.microsoft.com/office/drawing/2014/main" id="{E8D6D54E-FBF9-BB36-C88D-C37EC6E3A27A}"/>
                </a:ext>
              </a:extLst>
            </p:cNvPr>
            <p:cNvSpPr>
              <a:spLocks noGrp="1"/>
            </p:cNvSpPr>
            <p:nvPr/>
          </p:nvSpPr>
          <p:spPr>
            <a:xfrm>
              <a:off x="5100635" y="3223592"/>
              <a:ext cx="19679" cy="35777"/>
            </a:xfrm>
            <a:custGeom>
              <a:avLst/>
              <a:gdLst/>
              <a:ahLst/>
              <a:cxnLst/>
              <a:rect l="0" t="0" r="0" b="0"/>
              <a:pathLst>
                <a:path w="19679" h="35777">
                  <a:moveTo>
                    <a:pt x="0" y="35777"/>
                  </a:moveTo>
                  <a:lnTo>
                    <a:pt x="1967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10" name="Candidate_receptor__3609">
              <a:extLst>
                <a:ext uri="{FF2B5EF4-FFF2-40B4-BE49-F238E27FC236}">
                  <a16:creationId xmlns:a16="http://schemas.microsoft.com/office/drawing/2014/main" id="{9256007E-AB82-8453-8A0F-924155C55304}"/>
                </a:ext>
              </a:extLst>
            </p:cNvPr>
            <p:cNvSpPr>
              <a:spLocks noGrp="1"/>
            </p:cNvSpPr>
            <p:nvPr/>
          </p:nvSpPr>
          <p:spPr>
            <a:xfrm>
              <a:off x="5903770" y="2439315"/>
              <a:ext cx="31436" cy="110690"/>
            </a:xfrm>
            <a:custGeom>
              <a:avLst/>
              <a:gdLst/>
              <a:ahLst/>
              <a:cxnLst/>
              <a:rect l="0" t="0" r="0" b="0"/>
              <a:pathLst>
                <a:path w="31436" h="110690">
                  <a:moveTo>
                    <a:pt x="0" y="110690"/>
                  </a:moveTo>
                  <a:lnTo>
                    <a:pt x="31436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11" name="Candidate_receptor__3610">
              <a:extLst>
                <a:ext uri="{FF2B5EF4-FFF2-40B4-BE49-F238E27FC236}">
                  <a16:creationId xmlns:a16="http://schemas.microsoft.com/office/drawing/2014/main" id="{CED26128-7552-ACB1-5C6D-CFEC340EFC98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06257"/>
              <a:ext cx="94227" cy="35585"/>
            </a:xfrm>
            <a:custGeom>
              <a:avLst/>
              <a:gdLst/>
              <a:ahLst/>
              <a:cxnLst/>
              <a:rect l="0" t="0" r="0" b="0"/>
              <a:pathLst>
                <a:path w="94227" h="35585">
                  <a:moveTo>
                    <a:pt x="94227" y="0"/>
                  </a:moveTo>
                  <a:lnTo>
                    <a:pt x="0" y="3558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2" name="Candidate_receptor__3611">
              <a:extLst>
                <a:ext uri="{FF2B5EF4-FFF2-40B4-BE49-F238E27FC236}">
                  <a16:creationId xmlns:a16="http://schemas.microsoft.com/office/drawing/2014/main" id="{EB2786FE-A07B-037D-1B3A-34B668B5EAC7}"/>
                </a:ext>
              </a:extLst>
            </p:cNvPr>
            <p:cNvSpPr>
              <a:spLocks noGrp="1"/>
            </p:cNvSpPr>
            <p:nvPr/>
          </p:nvSpPr>
          <p:spPr>
            <a:xfrm>
              <a:off x="4900229" y="2752875"/>
              <a:ext cx="23219" cy="91381"/>
            </a:xfrm>
            <a:custGeom>
              <a:avLst/>
              <a:gdLst/>
              <a:ahLst/>
              <a:cxnLst/>
              <a:rect l="0" t="0" r="0" b="0"/>
              <a:pathLst>
                <a:path w="23219" h="91381">
                  <a:moveTo>
                    <a:pt x="23219" y="913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3" name="Candidate_receptor__3612">
              <a:extLst>
                <a:ext uri="{FF2B5EF4-FFF2-40B4-BE49-F238E27FC236}">
                  <a16:creationId xmlns:a16="http://schemas.microsoft.com/office/drawing/2014/main" id="{1759D464-15C6-39C0-1232-E8522818ECB2}"/>
                </a:ext>
              </a:extLst>
            </p:cNvPr>
            <p:cNvSpPr>
              <a:spLocks noGrp="1"/>
            </p:cNvSpPr>
            <p:nvPr/>
          </p:nvSpPr>
          <p:spPr>
            <a:xfrm>
              <a:off x="3843923" y="3187696"/>
              <a:ext cx="59748" cy="21030"/>
            </a:xfrm>
            <a:custGeom>
              <a:avLst/>
              <a:gdLst/>
              <a:ahLst/>
              <a:cxnLst/>
              <a:rect l="0" t="0" r="0" b="0"/>
              <a:pathLst>
                <a:path w="59748" h="21030">
                  <a:moveTo>
                    <a:pt x="59748" y="210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14" name="Candidate_receptor__3613">
              <a:extLst>
                <a:ext uri="{FF2B5EF4-FFF2-40B4-BE49-F238E27FC236}">
                  <a16:creationId xmlns:a16="http://schemas.microsoft.com/office/drawing/2014/main" id="{99505203-8572-FE79-375D-3BE0700FA527}"/>
                </a:ext>
              </a:extLst>
            </p:cNvPr>
            <p:cNvSpPr>
              <a:spLocks noGrp="1"/>
            </p:cNvSpPr>
            <p:nvPr/>
          </p:nvSpPr>
          <p:spPr>
            <a:xfrm>
              <a:off x="4011321" y="3147994"/>
              <a:ext cx="102728" cy="34839"/>
            </a:xfrm>
            <a:custGeom>
              <a:avLst/>
              <a:gdLst/>
              <a:ahLst/>
              <a:cxnLst/>
              <a:rect l="0" t="0" r="0" b="0"/>
              <a:pathLst>
                <a:path w="102728" h="34839">
                  <a:moveTo>
                    <a:pt x="102728" y="34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5" name="Candidate_receptor__3614">
              <a:extLst>
                <a:ext uri="{FF2B5EF4-FFF2-40B4-BE49-F238E27FC236}">
                  <a16:creationId xmlns:a16="http://schemas.microsoft.com/office/drawing/2014/main" id="{B0A325FA-21D3-F01C-753F-941947CC5829}"/>
                </a:ext>
              </a:extLst>
            </p:cNvPr>
            <p:cNvSpPr>
              <a:spLocks noGrp="1"/>
            </p:cNvSpPr>
            <p:nvPr/>
          </p:nvSpPr>
          <p:spPr>
            <a:xfrm>
              <a:off x="5995755" y="2135748"/>
              <a:ext cx="94776" cy="23998"/>
            </a:xfrm>
            <a:custGeom>
              <a:avLst/>
              <a:gdLst/>
              <a:ahLst/>
              <a:cxnLst/>
              <a:rect l="0" t="0" r="0" b="0"/>
              <a:pathLst>
                <a:path w="94776" h="23998">
                  <a:moveTo>
                    <a:pt x="94776" y="23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6" name="Candidate_receptor__3615">
              <a:extLst>
                <a:ext uri="{FF2B5EF4-FFF2-40B4-BE49-F238E27FC236}">
                  <a16:creationId xmlns:a16="http://schemas.microsoft.com/office/drawing/2014/main" id="{5482852B-F17B-465D-0DF4-020F8812046F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905982"/>
              <a:ext cx="18333" cy="112267"/>
            </a:xfrm>
            <a:custGeom>
              <a:avLst/>
              <a:gdLst/>
              <a:ahLst/>
              <a:cxnLst/>
              <a:rect l="0" t="0" r="0" b="0"/>
              <a:pathLst>
                <a:path w="18333" h="112267">
                  <a:moveTo>
                    <a:pt x="18333" y="1122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7" name="Candidate_receptor__3616">
              <a:extLst>
                <a:ext uri="{FF2B5EF4-FFF2-40B4-BE49-F238E27FC236}">
                  <a16:creationId xmlns:a16="http://schemas.microsoft.com/office/drawing/2014/main" id="{8632C499-60C8-9C0D-3789-CA0E607CA6E5}"/>
                </a:ext>
              </a:extLst>
            </p:cNvPr>
            <p:cNvSpPr>
              <a:spLocks noGrp="1"/>
            </p:cNvSpPr>
            <p:nvPr/>
          </p:nvSpPr>
          <p:spPr>
            <a:xfrm>
              <a:off x="5841407" y="3043341"/>
              <a:ext cx="78417" cy="80568"/>
            </a:xfrm>
            <a:custGeom>
              <a:avLst/>
              <a:gdLst/>
              <a:ahLst/>
              <a:cxnLst/>
              <a:rect l="0" t="0" r="0" b="0"/>
              <a:pathLst>
                <a:path w="78417" h="80568">
                  <a:moveTo>
                    <a:pt x="78417" y="805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8" name="Candidate_receptor__3617">
              <a:extLst>
                <a:ext uri="{FF2B5EF4-FFF2-40B4-BE49-F238E27FC236}">
                  <a16:creationId xmlns:a16="http://schemas.microsoft.com/office/drawing/2014/main" id="{4A9ACE11-CF30-136E-674E-EB639279613E}"/>
                </a:ext>
              </a:extLst>
            </p:cNvPr>
            <p:cNvSpPr>
              <a:spLocks noGrp="1"/>
            </p:cNvSpPr>
            <p:nvPr/>
          </p:nvSpPr>
          <p:spPr>
            <a:xfrm>
              <a:off x="5500244" y="2278494"/>
              <a:ext cx="81345" cy="13750"/>
            </a:xfrm>
            <a:custGeom>
              <a:avLst/>
              <a:gdLst/>
              <a:ahLst/>
              <a:cxnLst/>
              <a:rect l="0" t="0" r="0" b="0"/>
              <a:pathLst>
                <a:path w="81345" h="13750">
                  <a:moveTo>
                    <a:pt x="0" y="13750"/>
                  </a:moveTo>
                  <a:lnTo>
                    <a:pt x="81345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19" name="Candidate_receptor__3618">
              <a:extLst>
                <a:ext uri="{FF2B5EF4-FFF2-40B4-BE49-F238E27FC236}">
                  <a16:creationId xmlns:a16="http://schemas.microsoft.com/office/drawing/2014/main" id="{A8E59866-BAF6-8A98-9A4A-ED0C98291ECE}"/>
                </a:ext>
              </a:extLst>
            </p:cNvPr>
            <p:cNvSpPr>
              <a:spLocks noGrp="1"/>
            </p:cNvSpPr>
            <p:nvPr/>
          </p:nvSpPr>
          <p:spPr>
            <a:xfrm>
              <a:off x="5000108" y="3365027"/>
              <a:ext cx="72499" cy="26391"/>
            </a:xfrm>
            <a:custGeom>
              <a:avLst/>
              <a:gdLst/>
              <a:ahLst/>
              <a:cxnLst/>
              <a:rect l="0" t="0" r="0" b="0"/>
              <a:pathLst>
                <a:path w="72499" h="26391">
                  <a:moveTo>
                    <a:pt x="72499" y="0"/>
                  </a:moveTo>
                  <a:lnTo>
                    <a:pt x="0" y="2639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0" name="Candidate_receptor__3619">
              <a:extLst>
                <a:ext uri="{FF2B5EF4-FFF2-40B4-BE49-F238E27FC236}">
                  <a16:creationId xmlns:a16="http://schemas.microsoft.com/office/drawing/2014/main" id="{CEB8A614-49B3-832E-EE05-8E3605D3F999}"/>
                </a:ext>
              </a:extLst>
            </p:cNvPr>
            <p:cNvSpPr>
              <a:spLocks noGrp="1"/>
            </p:cNvSpPr>
            <p:nvPr/>
          </p:nvSpPr>
          <p:spPr>
            <a:xfrm>
              <a:off x="4164917" y="3782708"/>
              <a:ext cx="113579" cy="12560"/>
            </a:xfrm>
            <a:custGeom>
              <a:avLst/>
              <a:gdLst/>
              <a:ahLst/>
              <a:cxnLst/>
              <a:rect l="0" t="0" r="0" b="0"/>
              <a:pathLst>
                <a:path w="113579" h="12560">
                  <a:moveTo>
                    <a:pt x="0" y="12560"/>
                  </a:moveTo>
                  <a:lnTo>
                    <a:pt x="11357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1" name="Candidate_receptor__3620">
              <a:extLst>
                <a:ext uri="{FF2B5EF4-FFF2-40B4-BE49-F238E27FC236}">
                  <a16:creationId xmlns:a16="http://schemas.microsoft.com/office/drawing/2014/main" id="{665663E5-97CB-5C1B-0DAD-202D95043C15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" cy="73096"/>
            </a:xfrm>
            <a:custGeom>
              <a:avLst/>
              <a:gdLst/>
              <a:ahLst/>
              <a:cxnLst/>
              <a:rect l="0" t="0" r="0" b="0"/>
              <a:pathLst>
                <a:path w="95" h="73096">
                  <a:moveTo>
                    <a:pt x="73" y="730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2" name="Candidate_receptor__3621">
              <a:extLst>
                <a:ext uri="{FF2B5EF4-FFF2-40B4-BE49-F238E27FC236}">
                  <a16:creationId xmlns:a16="http://schemas.microsoft.com/office/drawing/2014/main" id="{D5F15EB2-EC4D-ECC7-031A-18C9B1CF8E1E}"/>
                </a:ext>
              </a:extLst>
            </p:cNvPr>
            <p:cNvSpPr>
              <a:spLocks noGrp="1"/>
            </p:cNvSpPr>
            <p:nvPr/>
          </p:nvSpPr>
          <p:spPr>
            <a:xfrm>
              <a:off x="4342213" y="3648364"/>
              <a:ext cx="24208" cy="58576"/>
            </a:xfrm>
            <a:custGeom>
              <a:avLst/>
              <a:gdLst/>
              <a:ahLst/>
              <a:cxnLst/>
              <a:rect l="0" t="0" r="0" b="0"/>
              <a:pathLst>
                <a:path w="24208" h="58576">
                  <a:moveTo>
                    <a:pt x="0" y="58576"/>
                  </a:moveTo>
                  <a:lnTo>
                    <a:pt x="2420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3" name="Candidate_receptor__3622">
              <a:extLst>
                <a:ext uri="{FF2B5EF4-FFF2-40B4-BE49-F238E27FC236}">
                  <a16:creationId xmlns:a16="http://schemas.microsoft.com/office/drawing/2014/main" id="{01834FE8-5FA5-EC24-6C33-C5EACD44B89C}"/>
                </a:ext>
              </a:extLst>
            </p:cNvPr>
            <p:cNvSpPr>
              <a:spLocks noGrp="1"/>
            </p:cNvSpPr>
            <p:nvPr/>
          </p:nvSpPr>
          <p:spPr>
            <a:xfrm>
              <a:off x="4338783" y="2570655"/>
              <a:ext cx="39469" cy="106192"/>
            </a:xfrm>
            <a:custGeom>
              <a:avLst/>
              <a:gdLst/>
              <a:ahLst/>
              <a:cxnLst/>
              <a:rect l="0" t="0" r="0" b="0"/>
              <a:pathLst>
                <a:path w="39469" h="106192">
                  <a:moveTo>
                    <a:pt x="39469" y="0"/>
                  </a:moveTo>
                  <a:lnTo>
                    <a:pt x="0" y="10619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4" name="Candidate_receptor__3623">
              <a:extLst>
                <a:ext uri="{FF2B5EF4-FFF2-40B4-BE49-F238E27FC236}">
                  <a16:creationId xmlns:a16="http://schemas.microsoft.com/office/drawing/2014/main" id="{B1A1BD35-0A92-1F02-DF61-B0143FF0DAAD}"/>
                </a:ext>
              </a:extLst>
            </p:cNvPr>
            <p:cNvSpPr>
              <a:spLocks noGrp="1"/>
            </p:cNvSpPr>
            <p:nvPr/>
          </p:nvSpPr>
          <p:spPr>
            <a:xfrm>
              <a:off x="6046638" y="2492732"/>
              <a:ext cx="38224" cy="45998"/>
            </a:xfrm>
            <a:custGeom>
              <a:avLst/>
              <a:gdLst/>
              <a:ahLst/>
              <a:cxnLst/>
              <a:rect l="0" t="0" r="0" b="0"/>
              <a:pathLst>
                <a:path w="38224" h="45998">
                  <a:moveTo>
                    <a:pt x="0" y="45998"/>
                  </a:moveTo>
                  <a:lnTo>
                    <a:pt x="382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5" name="Candidate_receptor__3624">
              <a:extLst>
                <a:ext uri="{FF2B5EF4-FFF2-40B4-BE49-F238E27FC236}">
                  <a16:creationId xmlns:a16="http://schemas.microsoft.com/office/drawing/2014/main" id="{0B793508-E0C5-0CD3-1B2D-734C5D3FDA8E}"/>
                </a:ext>
              </a:extLst>
            </p:cNvPr>
            <p:cNvSpPr>
              <a:spLocks noGrp="1"/>
            </p:cNvSpPr>
            <p:nvPr/>
          </p:nvSpPr>
          <p:spPr>
            <a:xfrm>
              <a:off x="3898696" y="2736541"/>
              <a:ext cx="106173" cy="43490"/>
            </a:xfrm>
            <a:custGeom>
              <a:avLst/>
              <a:gdLst/>
              <a:ahLst/>
              <a:cxnLst/>
              <a:rect l="0" t="0" r="0" b="0"/>
              <a:pathLst>
                <a:path w="106173" h="43490">
                  <a:moveTo>
                    <a:pt x="0" y="43490"/>
                  </a:moveTo>
                  <a:lnTo>
                    <a:pt x="10617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6" name="Candidate_receptor__3625">
              <a:extLst>
                <a:ext uri="{FF2B5EF4-FFF2-40B4-BE49-F238E27FC236}">
                  <a16:creationId xmlns:a16="http://schemas.microsoft.com/office/drawing/2014/main" id="{0B7371E9-8C95-A1AE-9194-ED98AF408079}"/>
                </a:ext>
              </a:extLst>
            </p:cNvPr>
            <p:cNvSpPr>
              <a:spLocks noGrp="1"/>
            </p:cNvSpPr>
            <p:nvPr/>
          </p:nvSpPr>
          <p:spPr>
            <a:xfrm>
              <a:off x="5887114" y="2135748"/>
              <a:ext cx="108642" cy="28858"/>
            </a:xfrm>
            <a:custGeom>
              <a:avLst/>
              <a:gdLst/>
              <a:ahLst/>
              <a:cxnLst/>
              <a:rect l="0" t="0" r="0" b="0"/>
              <a:pathLst>
                <a:path w="108642" h="28858">
                  <a:moveTo>
                    <a:pt x="108642" y="0"/>
                  </a:moveTo>
                  <a:lnTo>
                    <a:pt x="0" y="2885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7" name="Candidate_receptor__3626">
              <a:extLst>
                <a:ext uri="{FF2B5EF4-FFF2-40B4-BE49-F238E27FC236}">
                  <a16:creationId xmlns:a16="http://schemas.microsoft.com/office/drawing/2014/main" id="{AF1B268B-A343-0773-05F8-CC73FE19BD6F}"/>
                </a:ext>
              </a:extLst>
            </p:cNvPr>
            <p:cNvSpPr>
              <a:spLocks noGrp="1"/>
            </p:cNvSpPr>
            <p:nvPr/>
          </p:nvSpPr>
          <p:spPr>
            <a:xfrm>
              <a:off x="6046203" y="2322508"/>
              <a:ext cx="83694" cy="79625"/>
            </a:xfrm>
            <a:custGeom>
              <a:avLst/>
              <a:gdLst/>
              <a:ahLst/>
              <a:cxnLst/>
              <a:rect l="0" t="0" r="0" b="0"/>
              <a:pathLst>
                <a:path w="83694" h="79625">
                  <a:moveTo>
                    <a:pt x="83694" y="796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8" name="Candidate_receptor__3627">
              <a:extLst>
                <a:ext uri="{FF2B5EF4-FFF2-40B4-BE49-F238E27FC236}">
                  <a16:creationId xmlns:a16="http://schemas.microsoft.com/office/drawing/2014/main" id="{B2844B43-531A-F437-0EAC-6618041F5A4D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28713"/>
              <a:ext cx="92111" cy="34249"/>
            </a:xfrm>
            <a:custGeom>
              <a:avLst/>
              <a:gdLst/>
              <a:ahLst/>
              <a:cxnLst/>
              <a:rect l="0" t="0" r="0" b="0"/>
              <a:pathLst>
                <a:path w="92111" h="34249">
                  <a:moveTo>
                    <a:pt x="0" y="34249"/>
                  </a:moveTo>
                  <a:lnTo>
                    <a:pt x="92111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9" name="Candidate_receptor__3628">
              <a:extLst>
                <a:ext uri="{FF2B5EF4-FFF2-40B4-BE49-F238E27FC236}">
                  <a16:creationId xmlns:a16="http://schemas.microsoft.com/office/drawing/2014/main" id="{BFBEA444-1F54-643A-D473-8AD21B739E02}"/>
                </a:ext>
              </a:extLst>
            </p:cNvPr>
            <p:cNvSpPr>
              <a:spLocks noGrp="1"/>
            </p:cNvSpPr>
            <p:nvPr/>
          </p:nvSpPr>
          <p:spPr>
            <a:xfrm>
              <a:off x="4653660" y="3632660"/>
              <a:ext cx="46183" cy="76875"/>
            </a:xfrm>
            <a:custGeom>
              <a:avLst/>
              <a:gdLst/>
              <a:ahLst/>
              <a:cxnLst/>
              <a:rect l="0" t="0" r="0" b="0"/>
              <a:pathLst>
                <a:path w="46183" h="76875">
                  <a:moveTo>
                    <a:pt x="46183" y="768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0" name="Candidate_receptor__3629">
              <a:extLst>
                <a:ext uri="{FF2B5EF4-FFF2-40B4-BE49-F238E27FC236}">
                  <a16:creationId xmlns:a16="http://schemas.microsoft.com/office/drawing/2014/main" id="{1A07F54F-A51B-932C-369D-7DBF0BEEC3A8}"/>
                </a:ext>
              </a:extLst>
            </p:cNvPr>
            <p:cNvSpPr>
              <a:spLocks noGrp="1"/>
            </p:cNvSpPr>
            <p:nvPr/>
          </p:nvSpPr>
          <p:spPr>
            <a:xfrm>
              <a:off x="4767060" y="2900156"/>
              <a:ext cx="16249" cy="42561"/>
            </a:xfrm>
            <a:custGeom>
              <a:avLst/>
              <a:gdLst/>
              <a:ahLst/>
              <a:cxnLst/>
              <a:rect l="0" t="0" r="0" b="0"/>
              <a:pathLst>
                <a:path w="16249" h="42561">
                  <a:moveTo>
                    <a:pt x="0" y="42561"/>
                  </a:moveTo>
                  <a:lnTo>
                    <a:pt x="1624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1" name="Candidate_receptor__3630">
              <a:extLst>
                <a:ext uri="{FF2B5EF4-FFF2-40B4-BE49-F238E27FC236}">
                  <a16:creationId xmlns:a16="http://schemas.microsoft.com/office/drawing/2014/main" id="{AC1DB80B-5FEA-BFDE-7D6A-9B2FB3E7B2FE}"/>
                </a:ext>
              </a:extLst>
            </p:cNvPr>
            <p:cNvSpPr>
              <a:spLocks noGrp="1"/>
            </p:cNvSpPr>
            <p:nvPr/>
          </p:nvSpPr>
          <p:spPr>
            <a:xfrm>
              <a:off x="5753766" y="1759034"/>
              <a:ext cx="52721" cy="38125"/>
            </a:xfrm>
            <a:custGeom>
              <a:avLst/>
              <a:gdLst/>
              <a:ahLst/>
              <a:cxnLst/>
              <a:rect l="0" t="0" r="0" b="0"/>
              <a:pathLst>
                <a:path w="52721" h="38125">
                  <a:moveTo>
                    <a:pt x="0" y="0"/>
                  </a:moveTo>
                  <a:lnTo>
                    <a:pt x="52721" y="3812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2" name="Candidate_receptor__3631">
              <a:extLst>
                <a:ext uri="{FF2B5EF4-FFF2-40B4-BE49-F238E27FC236}">
                  <a16:creationId xmlns:a16="http://schemas.microsoft.com/office/drawing/2014/main" id="{DDF70F25-AF9B-6831-0136-1E9BF6D9C71F}"/>
                </a:ext>
              </a:extLst>
            </p:cNvPr>
            <p:cNvSpPr>
              <a:spLocks noGrp="1"/>
            </p:cNvSpPr>
            <p:nvPr/>
          </p:nvSpPr>
          <p:spPr>
            <a:xfrm>
              <a:off x="5390085" y="2292244"/>
              <a:ext cx="110159" cy="6001"/>
            </a:xfrm>
            <a:custGeom>
              <a:avLst/>
              <a:gdLst/>
              <a:ahLst/>
              <a:cxnLst/>
              <a:rect l="0" t="0" r="0" b="0"/>
              <a:pathLst>
                <a:path w="110159" h="6001">
                  <a:moveTo>
                    <a:pt x="0" y="6001"/>
                  </a:moveTo>
                  <a:lnTo>
                    <a:pt x="11015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3" name="Candidate_receptor__3632">
              <a:extLst>
                <a:ext uri="{FF2B5EF4-FFF2-40B4-BE49-F238E27FC236}">
                  <a16:creationId xmlns:a16="http://schemas.microsoft.com/office/drawing/2014/main" id="{55B79EC7-2181-D285-9D94-066F0DD446E2}"/>
                </a:ext>
              </a:extLst>
            </p:cNvPr>
            <p:cNvSpPr>
              <a:spLocks noGrp="1"/>
            </p:cNvSpPr>
            <p:nvPr/>
          </p:nvSpPr>
          <p:spPr>
            <a:xfrm>
              <a:off x="4278496" y="3706940"/>
              <a:ext cx="63718" cy="75768"/>
            </a:xfrm>
            <a:custGeom>
              <a:avLst/>
              <a:gdLst/>
              <a:ahLst/>
              <a:cxnLst/>
              <a:rect l="0" t="0" r="0" b="0"/>
              <a:pathLst>
                <a:path w="63718" h="75768">
                  <a:moveTo>
                    <a:pt x="0" y="75768"/>
                  </a:moveTo>
                  <a:lnTo>
                    <a:pt x="6371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4" name="Candidate_receptor__3633">
              <a:extLst>
                <a:ext uri="{FF2B5EF4-FFF2-40B4-BE49-F238E27FC236}">
                  <a16:creationId xmlns:a16="http://schemas.microsoft.com/office/drawing/2014/main" id="{44125BCE-DAB1-3016-2BAD-C46A9F0596AA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2996948"/>
              <a:ext cx="78633" cy="71044"/>
            </a:xfrm>
            <a:custGeom>
              <a:avLst/>
              <a:gdLst/>
              <a:ahLst/>
              <a:cxnLst/>
              <a:rect l="0" t="0" r="0" b="0"/>
              <a:pathLst>
                <a:path w="78633" h="71044">
                  <a:moveTo>
                    <a:pt x="0" y="71044"/>
                  </a:moveTo>
                  <a:lnTo>
                    <a:pt x="7863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5" name="Candidate_receptor__3634">
              <a:extLst>
                <a:ext uri="{FF2B5EF4-FFF2-40B4-BE49-F238E27FC236}">
                  <a16:creationId xmlns:a16="http://schemas.microsoft.com/office/drawing/2014/main" id="{B02C6CA9-FBE7-33D2-CD15-3269F04D8010}"/>
                </a:ext>
              </a:extLst>
            </p:cNvPr>
            <p:cNvSpPr>
              <a:spLocks noGrp="1"/>
            </p:cNvSpPr>
            <p:nvPr/>
          </p:nvSpPr>
          <p:spPr>
            <a:xfrm>
              <a:off x="5527370" y="3306257"/>
              <a:ext cx="39607" cy="108052"/>
            </a:xfrm>
            <a:custGeom>
              <a:avLst/>
              <a:gdLst/>
              <a:ahLst/>
              <a:cxnLst/>
              <a:rect l="0" t="0" r="0" b="0"/>
              <a:pathLst>
                <a:path w="39607" h="108052">
                  <a:moveTo>
                    <a:pt x="39607" y="1080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6" name="Candidate_receptor__3635">
              <a:extLst>
                <a:ext uri="{FF2B5EF4-FFF2-40B4-BE49-F238E27FC236}">
                  <a16:creationId xmlns:a16="http://schemas.microsoft.com/office/drawing/2014/main" id="{ABAF9D4F-1FDC-13D5-7C21-D3F2EB691427}"/>
                </a:ext>
              </a:extLst>
            </p:cNvPr>
            <p:cNvSpPr>
              <a:spLocks noGrp="1"/>
            </p:cNvSpPr>
            <p:nvPr/>
          </p:nvSpPr>
          <p:spPr>
            <a:xfrm>
              <a:off x="5798205" y="2113263"/>
              <a:ext cx="88909" cy="51343"/>
            </a:xfrm>
            <a:custGeom>
              <a:avLst/>
              <a:gdLst/>
              <a:ahLst/>
              <a:cxnLst/>
              <a:rect l="0" t="0" r="0" b="0"/>
              <a:pathLst>
                <a:path w="88909" h="51343">
                  <a:moveTo>
                    <a:pt x="88909" y="513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7" name="Candidate_receptor__3636">
              <a:extLst>
                <a:ext uri="{FF2B5EF4-FFF2-40B4-BE49-F238E27FC236}">
                  <a16:creationId xmlns:a16="http://schemas.microsoft.com/office/drawing/2014/main" id="{FB326FA4-AE82-EEF0-F674-63B0268DB2D5}"/>
                </a:ext>
              </a:extLst>
            </p:cNvPr>
            <p:cNvSpPr>
              <a:spLocks noGrp="1"/>
            </p:cNvSpPr>
            <p:nvPr/>
          </p:nvSpPr>
          <p:spPr>
            <a:xfrm>
              <a:off x="5229175" y="2558936"/>
              <a:ext cx="40857" cy="94922"/>
            </a:xfrm>
            <a:custGeom>
              <a:avLst/>
              <a:gdLst/>
              <a:ahLst/>
              <a:cxnLst/>
              <a:rect l="0" t="0" r="0" b="0"/>
              <a:pathLst>
                <a:path w="40857" h="94922">
                  <a:moveTo>
                    <a:pt x="0" y="0"/>
                  </a:moveTo>
                  <a:lnTo>
                    <a:pt x="40857" y="9492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8" name="Candidate_receptor__3637">
              <a:extLst>
                <a:ext uri="{FF2B5EF4-FFF2-40B4-BE49-F238E27FC236}">
                  <a16:creationId xmlns:a16="http://schemas.microsoft.com/office/drawing/2014/main" id="{C36BFDE7-C74A-92E2-6FE1-4B3C30FABF99}"/>
                </a:ext>
              </a:extLst>
            </p:cNvPr>
            <p:cNvSpPr>
              <a:spLocks noGrp="1"/>
            </p:cNvSpPr>
            <p:nvPr/>
          </p:nvSpPr>
          <p:spPr>
            <a:xfrm>
              <a:off x="5309024" y="2431313"/>
              <a:ext cx="75343" cy="83697"/>
            </a:xfrm>
            <a:custGeom>
              <a:avLst/>
              <a:gdLst/>
              <a:ahLst/>
              <a:cxnLst/>
              <a:rect l="0" t="0" r="0" b="0"/>
              <a:pathLst>
                <a:path w="75343" h="83697">
                  <a:moveTo>
                    <a:pt x="0" y="0"/>
                  </a:moveTo>
                  <a:lnTo>
                    <a:pt x="75343" y="8369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9" name="Candidate_receptor__3638">
              <a:extLst>
                <a:ext uri="{FF2B5EF4-FFF2-40B4-BE49-F238E27FC236}">
                  <a16:creationId xmlns:a16="http://schemas.microsoft.com/office/drawing/2014/main" id="{4E38A77F-E4FA-D535-1D54-C16642238488}"/>
                </a:ext>
              </a:extLst>
            </p:cNvPr>
            <p:cNvSpPr>
              <a:spLocks noGrp="1"/>
            </p:cNvSpPr>
            <p:nvPr/>
          </p:nvSpPr>
          <p:spPr>
            <a:xfrm>
              <a:off x="5762441" y="2442393"/>
              <a:ext cx="44738" cy="68288"/>
            </a:xfrm>
            <a:custGeom>
              <a:avLst/>
              <a:gdLst/>
              <a:ahLst/>
              <a:cxnLst/>
              <a:rect l="0" t="0" r="0" b="0"/>
              <a:pathLst>
                <a:path w="44738" h="68288">
                  <a:moveTo>
                    <a:pt x="0" y="68288"/>
                  </a:moveTo>
                  <a:lnTo>
                    <a:pt x="44738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0" name="Candidate_receptor__3639">
              <a:extLst>
                <a:ext uri="{FF2B5EF4-FFF2-40B4-BE49-F238E27FC236}">
                  <a16:creationId xmlns:a16="http://schemas.microsoft.com/office/drawing/2014/main" id="{51B43FC5-C1AC-6223-068B-BA56C0760C23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41243"/>
              <a:ext cx="88149" cy="37739"/>
            </a:xfrm>
            <a:custGeom>
              <a:avLst/>
              <a:gdLst/>
              <a:ahLst/>
              <a:cxnLst/>
              <a:rect l="0" t="0" r="0" b="0"/>
              <a:pathLst>
                <a:path w="88149" h="37739">
                  <a:moveTo>
                    <a:pt x="88149" y="0"/>
                  </a:moveTo>
                  <a:lnTo>
                    <a:pt x="0" y="377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1" name="Candidate_receptor__3640">
              <a:extLst>
                <a:ext uri="{FF2B5EF4-FFF2-40B4-BE49-F238E27FC236}">
                  <a16:creationId xmlns:a16="http://schemas.microsoft.com/office/drawing/2014/main" id="{07D1AC3A-E597-876E-DD8C-A2CA0090967E}"/>
                </a:ext>
              </a:extLst>
            </p:cNvPr>
            <p:cNvSpPr>
              <a:spLocks noGrp="1"/>
            </p:cNvSpPr>
            <p:nvPr/>
          </p:nvSpPr>
          <p:spPr>
            <a:xfrm>
              <a:off x="5732317" y="2510681"/>
              <a:ext cx="30124" cy="72694"/>
            </a:xfrm>
            <a:custGeom>
              <a:avLst/>
              <a:gdLst/>
              <a:ahLst/>
              <a:cxnLst/>
              <a:rect l="0" t="0" r="0" b="0"/>
              <a:pathLst>
                <a:path w="30124" h="72694">
                  <a:moveTo>
                    <a:pt x="0" y="72694"/>
                  </a:moveTo>
                  <a:lnTo>
                    <a:pt x="301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2" name="Candidate_receptor__3641">
              <a:extLst>
                <a:ext uri="{FF2B5EF4-FFF2-40B4-BE49-F238E27FC236}">
                  <a16:creationId xmlns:a16="http://schemas.microsoft.com/office/drawing/2014/main" id="{0B6DB83A-7558-D366-B6E1-CE6DE0E37203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458108"/>
              <a:ext cx="110718" cy="26639"/>
            </a:xfrm>
            <a:custGeom>
              <a:avLst/>
              <a:gdLst/>
              <a:ahLst/>
              <a:cxnLst/>
              <a:rect l="0" t="0" r="0" b="0"/>
              <a:pathLst>
                <a:path w="110718" h="26639">
                  <a:moveTo>
                    <a:pt x="110718" y="26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3" name="Candidate_receptor__3642">
              <a:extLst>
                <a:ext uri="{FF2B5EF4-FFF2-40B4-BE49-F238E27FC236}">
                  <a16:creationId xmlns:a16="http://schemas.microsoft.com/office/drawing/2014/main" id="{A11D8E52-0826-B905-1563-7FCAEF8CCC7B}"/>
                </a:ext>
              </a:extLst>
            </p:cNvPr>
            <p:cNvSpPr>
              <a:spLocks noGrp="1"/>
            </p:cNvSpPr>
            <p:nvPr/>
          </p:nvSpPr>
          <p:spPr>
            <a:xfrm>
              <a:off x="3903671" y="3208726"/>
              <a:ext cx="80036" cy="80511"/>
            </a:xfrm>
            <a:custGeom>
              <a:avLst/>
              <a:gdLst/>
              <a:ahLst/>
              <a:cxnLst/>
              <a:rect l="0" t="0" r="0" b="0"/>
              <a:pathLst>
                <a:path w="80036" h="80511">
                  <a:moveTo>
                    <a:pt x="80036" y="805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4" name="Candidate_receptor__3643">
              <a:extLst>
                <a:ext uri="{FF2B5EF4-FFF2-40B4-BE49-F238E27FC236}">
                  <a16:creationId xmlns:a16="http://schemas.microsoft.com/office/drawing/2014/main" id="{7D3EFD15-DEB2-E288-CADD-E7097EC13D58}"/>
                </a:ext>
              </a:extLst>
            </p:cNvPr>
            <p:cNvSpPr>
              <a:spLocks noGrp="1"/>
            </p:cNvSpPr>
            <p:nvPr/>
          </p:nvSpPr>
          <p:spPr>
            <a:xfrm>
              <a:off x="5517849" y="1720477"/>
              <a:ext cx="57565" cy="19439"/>
            </a:xfrm>
            <a:custGeom>
              <a:avLst/>
              <a:gdLst/>
              <a:ahLst/>
              <a:cxnLst/>
              <a:rect l="0" t="0" r="0" b="0"/>
              <a:pathLst>
                <a:path w="57565" h="19439">
                  <a:moveTo>
                    <a:pt x="0" y="0"/>
                  </a:moveTo>
                  <a:lnTo>
                    <a:pt x="57565" y="194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5" name="Candidate_receptor__3644">
              <a:extLst>
                <a:ext uri="{FF2B5EF4-FFF2-40B4-BE49-F238E27FC236}">
                  <a16:creationId xmlns:a16="http://schemas.microsoft.com/office/drawing/2014/main" id="{E6A3535B-662B-B090-95A0-B167883616D9}"/>
                </a:ext>
              </a:extLst>
            </p:cNvPr>
            <p:cNvSpPr>
              <a:spLocks noGrp="1"/>
            </p:cNvSpPr>
            <p:nvPr/>
          </p:nvSpPr>
          <p:spPr>
            <a:xfrm>
              <a:off x="5174868" y="2008970"/>
              <a:ext cx="112899" cy="6808"/>
            </a:xfrm>
            <a:custGeom>
              <a:avLst/>
              <a:gdLst/>
              <a:ahLst/>
              <a:cxnLst/>
              <a:rect l="0" t="0" r="0" b="0"/>
              <a:pathLst>
                <a:path w="112899" h="6808">
                  <a:moveTo>
                    <a:pt x="112899" y="0"/>
                  </a:moveTo>
                  <a:lnTo>
                    <a:pt x="0" y="680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6" name="Candidate_receptor__3645">
              <a:extLst>
                <a:ext uri="{FF2B5EF4-FFF2-40B4-BE49-F238E27FC236}">
                  <a16:creationId xmlns:a16="http://schemas.microsoft.com/office/drawing/2014/main" id="{FAFC2F23-C263-7BEF-2E9C-2F6299F55665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357369"/>
              <a:ext cx="31154" cy="94083"/>
            </a:xfrm>
            <a:custGeom>
              <a:avLst/>
              <a:gdLst/>
              <a:ahLst/>
              <a:cxnLst/>
              <a:rect l="0" t="0" r="0" b="0"/>
              <a:pathLst>
                <a:path w="31154" h="94083">
                  <a:moveTo>
                    <a:pt x="31154" y="0"/>
                  </a:moveTo>
                  <a:lnTo>
                    <a:pt x="0" y="94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7" name="Candidate_receptor__3646">
              <a:extLst>
                <a:ext uri="{FF2B5EF4-FFF2-40B4-BE49-F238E27FC236}">
                  <a16:creationId xmlns:a16="http://schemas.microsoft.com/office/drawing/2014/main" id="{8784E75A-6B67-95EF-CBCC-919705D80B84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129909"/>
              <a:ext cx="105291" cy="40897"/>
            </a:xfrm>
            <a:custGeom>
              <a:avLst/>
              <a:gdLst/>
              <a:ahLst/>
              <a:cxnLst/>
              <a:rect l="0" t="0" r="0" b="0"/>
              <a:pathLst>
                <a:path w="105291" h="40897">
                  <a:moveTo>
                    <a:pt x="0" y="0"/>
                  </a:moveTo>
                  <a:lnTo>
                    <a:pt x="105291" y="4089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8" name="Candidate_receptor__3647">
              <a:extLst>
                <a:ext uri="{FF2B5EF4-FFF2-40B4-BE49-F238E27FC236}">
                  <a16:creationId xmlns:a16="http://schemas.microsoft.com/office/drawing/2014/main" id="{2BF07411-9C48-6DC5-2D31-A5836DEC0E2B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3067992"/>
              <a:ext cx="35569" cy="85241"/>
            </a:xfrm>
            <a:custGeom>
              <a:avLst/>
              <a:gdLst/>
              <a:ahLst/>
              <a:cxnLst/>
              <a:rect l="0" t="0" r="0" b="0"/>
              <a:pathLst>
                <a:path w="35569" h="85241">
                  <a:moveTo>
                    <a:pt x="35569" y="852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9" name="Candidate_receptor__3648">
              <a:extLst>
                <a:ext uri="{FF2B5EF4-FFF2-40B4-BE49-F238E27FC236}">
                  <a16:creationId xmlns:a16="http://schemas.microsoft.com/office/drawing/2014/main" id="{2E108361-1678-35E0-84D9-66073E2E2B7A}"/>
                </a:ext>
              </a:extLst>
            </p:cNvPr>
            <p:cNvSpPr>
              <a:spLocks noGrp="1"/>
            </p:cNvSpPr>
            <p:nvPr/>
          </p:nvSpPr>
          <p:spPr>
            <a:xfrm>
              <a:off x="5935207" y="2439315"/>
              <a:ext cx="56452" cy="1356"/>
            </a:xfrm>
            <a:custGeom>
              <a:avLst/>
              <a:gdLst/>
              <a:ahLst/>
              <a:cxnLst/>
              <a:rect l="0" t="0" r="0" b="0"/>
              <a:pathLst>
                <a:path w="56452" h="1356">
                  <a:moveTo>
                    <a:pt x="0" y="0"/>
                  </a:moveTo>
                  <a:lnTo>
                    <a:pt x="56452" y="13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0" name="Candidate_receptor__3649">
              <a:extLst>
                <a:ext uri="{FF2B5EF4-FFF2-40B4-BE49-F238E27FC236}">
                  <a16:creationId xmlns:a16="http://schemas.microsoft.com/office/drawing/2014/main" id="{46460E03-7B76-1D54-9A16-F48D243AF95D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2958322"/>
              <a:ext cx="11189" cy="91758"/>
            </a:xfrm>
            <a:custGeom>
              <a:avLst/>
              <a:gdLst/>
              <a:ahLst/>
              <a:cxnLst/>
              <a:rect l="0" t="0" r="0" b="0"/>
              <a:pathLst>
                <a:path w="11189" h="91758">
                  <a:moveTo>
                    <a:pt x="0" y="91758"/>
                  </a:moveTo>
                  <a:lnTo>
                    <a:pt x="1118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1" name="Candidate_receptor__3650">
              <a:extLst>
                <a:ext uri="{FF2B5EF4-FFF2-40B4-BE49-F238E27FC236}">
                  <a16:creationId xmlns:a16="http://schemas.microsoft.com/office/drawing/2014/main" id="{7D72B8C4-F362-8F76-FAA5-76A1A718BAB3}"/>
                </a:ext>
              </a:extLst>
            </p:cNvPr>
            <p:cNvSpPr>
              <a:spLocks noGrp="1"/>
            </p:cNvSpPr>
            <p:nvPr/>
          </p:nvSpPr>
          <p:spPr>
            <a:xfrm>
              <a:off x="4995780" y="2709014"/>
              <a:ext cx="49957" cy="20379"/>
            </a:xfrm>
            <a:custGeom>
              <a:avLst/>
              <a:gdLst/>
              <a:ahLst/>
              <a:cxnLst/>
              <a:rect l="0" t="0" r="0" b="0"/>
              <a:pathLst>
                <a:path w="49957" h="20379">
                  <a:moveTo>
                    <a:pt x="0" y="20379"/>
                  </a:moveTo>
                  <a:lnTo>
                    <a:pt x="49957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2" name="Candidate_receptor__3651">
              <a:extLst>
                <a:ext uri="{FF2B5EF4-FFF2-40B4-BE49-F238E27FC236}">
                  <a16:creationId xmlns:a16="http://schemas.microsoft.com/office/drawing/2014/main" id="{19AFF54D-2D95-D9E0-ED14-15D8D00CD8A5}"/>
                </a:ext>
              </a:extLst>
            </p:cNvPr>
            <p:cNvSpPr>
              <a:spLocks noGrp="1"/>
            </p:cNvSpPr>
            <p:nvPr/>
          </p:nvSpPr>
          <p:spPr>
            <a:xfrm>
              <a:off x="5694162" y="1679951"/>
              <a:ext cx="59604" cy="79083"/>
            </a:xfrm>
            <a:custGeom>
              <a:avLst/>
              <a:gdLst/>
              <a:ahLst/>
              <a:cxnLst/>
              <a:rect l="0" t="0" r="0" b="0"/>
              <a:pathLst>
                <a:path w="59604" h="79083">
                  <a:moveTo>
                    <a:pt x="0" y="0"/>
                  </a:moveTo>
                  <a:lnTo>
                    <a:pt x="59604" y="79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3" name="Candidate_receptor__3652">
              <a:extLst>
                <a:ext uri="{FF2B5EF4-FFF2-40B4-BE49-F238E27FC236}">
                  <a16:creationId xmlns:a16="http://schemas.microsoft.com/office/drawing/2014/main" id="{6FD9AE95-EB30-0B2E-4A45-83C52895269E}"/>
                </a:ext>
              </a:extLst>
            </p:cNvPr>
            <p:cNvSpPr>
              <a:spLocks noGrp="1"/>
            </p:cNvSpPr>
            <p:nvPr/>
          </p:nvSpPr>
          <p:spPr>
            <a:xfrm>
              <a:off x="4887687" y="2996948"/>
              <a:ext cx="79631" cy="81986"/>
            </a:xfrm>
            <a:custGeom>
              <a:avLst/>
              <a:gdLst/>
              <a:ahLst/>
              <a:cxnLst/>
              <a:rect l="0" t="0" r="0" b="0"/>
              <a:pathLst>
                <a:path w="79631" h="81986">
                  <a:moveTo>
                    <a:pt x="0" y="0"/>
                  </a:moveTo>
                  <a:lnTo>
                    <a:pt x="79631" y="8198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4" name="Candidate_receptor__3653">
              <a:extLst>
                <a:ext uri="{FF2B5EF4-FFF2-40B4-BE49-F238E27FC236}">
                  <a16:creationId xmlns:a16="http://schemas.microsoft.com/office/drawing/2014/main" id="{841C3383-7557-53C4-D3F4-FCE55CD1A2E3}"/>
                </a:ext>
              </a:extLst>
            </p:cNvPr>
            <p:cNvSpPr>
              <a:spLocks noGrp="1"/>
            </p:cNvSpPr>
            <p:nvPr/>
          </p:nvSpPr>
          <p:spPr>
            <a:xfrm>
              <a:off x="4004869" y="2636799"/>
              <a:ext cx="24438" cy="99742"/>
            </a:xfrm>
            <a:custGeom>
              <a:avLst/>
              <a:gdLst/>
              <a:ahLst/>
              <a:cxnLst/>
              <a:rect l="0" t="0" r="0" b="0"/>
              <a:pathLst>
                <a:path w="24438" h="99742">
                  <a:moveTo>
                    <a:pt x="0" y="99742"/>
                  </a:moveTo>
                  <a:lnTo>
                    <a:pt x="2443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55" name="Candidate_receptor__3654">
              <a:extLst>
                <a:ext uri="{FF2B5EF4-FFF2-40B4-BE49-F238E27FC236}">
                  <a16:creationId xmlns:a16="http://schemas.microsoft.com/office/drawing/2014/main" id="{84179773-F758-2B95-56BB-E31C602C53A3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879737"/>
              <a:ext cx="45474" cy="26245"/>
            </a:xfrm>
            <a:custGeom>
              <a:avLst/>
              <a:gdLst/>
              <a:ahLst/>
              <a:cxnLst/>
              <a:rect l="0" t="0" r="0" b="0"/>
              <a:pathLst>
                <a:path w="45474" h="26245">
                  <a:moveTo>
                    <a:pt x="0" y="26245"/>
                  </a:moveTo>
                  <a:lnTo>
                    <a:pt x="4547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6" name="Candidate_receptor__3655">
              <a:extLst>
                <a:ext uri="{FF2B5EF4-FFF2-40B4-BE49-F238E27FC236}">
                  <a16:creationId xmlns:a16="http://schemas.microsoft.com/office/drawing/2014/main" id="{D289914E-3AF6-120D-C0AF-A0590147D12E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119888"/>
              <a:ext cx="29072" cy="43103"/>
            </a:xfrm>
            <a:custGeom>
              <a:avLst/>
              <a:gdLst/>
              <a:ahLst/>
              <a:cxnLst/>
              <a:rect l="0" t="0" r="0" b="0"/>
              <a:pathLst>
                <a:path w="29072" h="43103">
                  <a:moveTo>
                    <a:pt x="0" y="0"/>
                  </a:moveTo>
                  <a:lnTo>
                    <a:pt x="29072" y="4310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7" name="Candidate_receptor__3656">
              <a:extLst>
                <a:ext uri="{FF2B5EF4-FFF2-40B4-BE49-F238E27FC236}">
                  <a16:creationId xmlns:a16="http://schemas.microsoft.com/office/drawing/2014/main" id="{AECED027-0039-4035-81A5-31519BDC833D}"/>
                </a:ext>
              </a:extLst>
            </p:cNvPr>
            <p:cNvSpPr>
              <a:spLocks noGrp="1"/>
            </p:cNvSpPr>
            <p:nvPr/>
          </p:nvSpPr>
          <p:spPr>
            <a:xfrm>
              <a:off x="3707633" y="3145575"/>
              <a:ext cx="26175" cy="104561"/>
            </a:xfrm>
            <a:custGeom>
              <a:avLst/>
              <a:gdLst/>
              <a:ahLst/>
              <a:cxnLst/>
              <a:rect l="0" t="0" r="0" b="0"/>
              <a:pathLst>
                <a:path w="26175" h="104561">
                  <a:moveTo>
                    <a:pt x="0" y="0"/>
                  </a:moveTo>
                  <a:lnTo>
                    <a:pt x="26175" y="104561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58" name="Candidate_receptor__3657">
              <a:extLst>
                <a:ext uri="{FF2B5EF4-FFF2-40B4-BE49-F238E27FC236}">
                  <a16:creationId xmlns:a16="http://schemas.microsoft.com/office/drawing/2014/main" id="{0CC67BE8-F06C-4CAE-2E04-A7BC4B266AFB}"/>
                </a:ext>
              </a:extLst>
            </p:cNvPr>
            <p:cNvSpPr>
              <a:spLocks noGrp="1"/>
            </p:cNvSpPr>
            <p:nvPr/>
          </p:nvSpPr>
          <p:spPr>
            <a:xfrm>
              <a:off x="4286007" y="3337140"/>
              <a:ext cx="97956" cy="17861"/>
            </a:xfrm>
            <a:custGeom>
              <a:avLst/>
              <a:gdLst/>
              <a:ahLst/>
              <a:cxnLst/>
              <a:rect l="0" t="0" r="0" b="0"/>
              <a:pathLst>
                <a:path w="97956" h="17861">
                  <a:moveTo>
                    <a:pt x="0" y="17861"/>
                  </a:moveTo>
                  <a:lnTo>
                    <a:pt x="9795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9" name="Candidate_receptor__3658">
              <a:extLst>
                <a:ext uri="{FF2B5EF4-FFF2-40B4-BE49-F238E27FC236}">
                  <a16:creationId xmlns:a16="http://schemas.microsoft.com/office/drawing/2014/main" id="{45FA5B1A-950A-DC2E-3EF3-7495F8BBA1F7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575512"/>
              <a:ext cx="30713" cy="25994"/>
            </a:xfrm>
            <a:custGeom>
              <a:avLst/>
              <a:gdLst/>
              <a:ahLst/>
              <a:cxnLst/>
              <a:rect l="0" t="0" r="0" b="0"/>
              <a:pathLst>
                <a:path w="30713" h="25994">
                  <a:moveTo>
                    <a:pt x="0" y="25994"/>
                  </a:moveTo>
                  <a:lnTo>
                    <a:pt x="3071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0" name="Candidate_receptor__3659">
              <a:extLst>
                <a:ext uri="{FF2B5EF4-FFF2-40B4-BE49-F238E27FC236}">
                  <a16:creationId xmlns:a16="http://schemas.microsoft.com/office/drawing/2014/main" id="{44640674-A0FE-E48B-752E-A5F1718F9547}"/>
                </a:ext>
              </a:extLst>
            </p:cNvPr>
            <p:cNvSpPr>
              <a:spLocks noGrp="1"/>
            </p:cNvSpPr>
            <p:nvPr/>
          </p:nvSpPr>
          <p:spPr>
            <a:xfrm>
              <a:off x="5305937" y="2264977"/>
              <a:ext cx="84148" cy="33268"/>
            </a:xfrm>
            <a:custGeom>
              <a:avLst/>
              <a:gdLst/>
              <a:ahLst/>
              <a:cxnLst/>
              <a:rect l="0" t="0" r="0" b="0"/>
              <a:pathLst>
                <a:path w="84148" h="33268">
                  <a:moveTo>
                    <a:pt x="0" y="0"/>
                  </a:moveTo>
                  <a:lnTo>
                    <a:pt x="84148" y="3326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1" name="Candidate_receptor__3660">
              <a:extLst>
                <a:ext uri="{FF2B5EF4-FFF2-40B4-BE49-F238E27FC236}">
                  <a16:creationId xmlns:a16="http://schemas.microsoft.com/office/drawing/2014/main" id="{D1239AF0-14BF-17EC-23ED-13704CCB3A99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3050080"/>
              <a:ext cx="20853" cy="78437"/>
            </a:xfrm>
            <a:custGeom>
              <a:avLst/>
              <a:gdLst/>
              <a:ahLst/>
              <a:cxnLst/>
              <a:rect l="0" t="0" r="0" b="0"/>
              <a:pathLst>
                <a:path w="20853" h="78437">
                  <a:moveTo>
                    <a:pt x="20853" y="784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2" name="Candidate_receptor__3661">
              <a:extLst>
                <a:ext uri="{FF2B5EF4-FFF2-40B4-BE49-F238E27FC236}">
                  <a16:creationId xmlns:a16="http://schemas.microsoft.com/office/drawing/2014/main" id="{9C745BBA-D2E3-031A-8656-6282F18DDAA9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015778"/>
              <a:ext cx="11025" cy="114132"/>
            </a:xfrm>
            <a:custGeom>
              <a:avLst/>
              <a:gdLst/>
              <a:ahLst/>
              <a:cxnLst/>
              <a:rect l="0" t="0" r="0" b="0"/>
              <a:pathLst>
                <a:path w="11025" h="114132">
                  <a:moveTo>
                    <a:pt x="11025" y="0"/>
                  </a:moveTo>
                  <a:lnTo>
                    <a:pt x="0" y="11413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3" name="Candidate_receptor__3662">
              <a:extLst>
                <a:ext uri="{FF2B5EF4-FFF2-40B4-BE49-F238E27FC236}">
                  <a16:creationId xmlns:a16="http://schemas.microsoft.com/office/drawing/2014/main" id="{BBA358E9-AAC6-26AE-64D8-7AE2D1CA24E4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790896"/>
              <a:ext cx="67880" cy="66737"/>
            </a:xfrm>
            <a:custGeom>
              <a:avLst/>
              <a:gdLst/>
              <a:ahLst/>
              <a:cxnLst/>
              <a:rect l="0" t="0" r="0" b="0"/>
              <a:pathLst>
                <a:path w="67880" h="66737">
                  <a:moveTo>
                    <a:pt x="67880" y="0"/>
                  </a:moveTo>
                  <a:lnTo>
                    <a:pt x="0" y="6673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4" name="Candidate_receptor__3663">
              <a:extLst>
                <a:ext uri="{FF2B5EF4-FFF2-40B4-BE49-F238E27FC236}">
                  <a16:creationId xmlns:a16="http://schemas.microsoft.com/office/drawing/2014/main" id="{E4BFEDD6-2712-280A-2C80-655CEEE26977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355002"/>
              <a:ext cx="22396" cy="103107"/>
            </a:xfrm>
            <a:custGeom>
              <a:avLst/>
              <a:gdLst/>
              <a:ahLst/>
              <a:cxnLst/>
              <a:rect l="0" t="0" r="0" b="0"/>
              <a:pathLst>
                <a:path w="22396" h="103107">
                  <a:moveTo>
                    <a:pt x="0" y="103107"/>
                  </a:moveTo>
                  <a:lnTo>
                    <a:pt x="2239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5" name="Candidate_receptor__3664">
              <a:extLst>
                <a:ext uri="{FF2B5EF4-FFF2-40B4-BE49-F238E27FC236}">
                  <a16:creationId xmlns:a16="http://schemas.microsoft.com/office/drawing/2014/main" id="{F5C18CB3-D250-8363-203F-B7972A721BA8}"/>
                </a:ext>
              </a:extLst>
            </p:cNvPr>
            <p:cNvSpPr>
              <a:spLocks noGrp="1"/>
            </p:cNvSpPr>
            <p:nvPr/>
          </p:nvSpPr>
          <p:spPr>
            <a:xfrm>
              <a:off x="3856392" y="2439125"/>
              <a:ext cx="25246" cy="26255"/>
            </a:xfrm>
            <a:custGeom>
              <a:avLst/>
              <a:gdLst/>
              <a:ahLst/>
              <a:cxnLst/>
              <a:rect l="0" t="0" r="0" b="0"/>
              <a:pathLst>
                <a:path w="25246" h="26255">
                  <a:moveTo>
                    <a:pt x="0" y="0"/>
                  </a:moveTo>
                  <a:lnTo>
                    <a:pt x="25246" y="2625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6" name="Candidate_receptor__3665">
              <a:extLst>
                <a:ext uri="{FF2B5EF4-FFF2-40B4-BE49-F238E27FC236}">
                  <a16:creationId xmlns:a16="http://schemas.microsoft.com/office/drawing/2014/main" id="{30192E41-DFC4-A17B-D4C4-7F82BD4FE92A}"/>
                </a:ext>
              </a:extLst>
            </p:cNvPr>
            <p:cNvSpPr>
              <a:spLocks noGrp="1"/>
            </p:cNvSpPr>
            <p:nvPr/>
          </p:nvSpPr>
          <p:spPr>
            <a:xfrm>
              <a:off x="5872387" y="2531537"/>
              <a:ext cx="31383" cy="18467"/>
            </a:xfrm>
            <a:custGeom>
              <a:avLst/>
              <a:gdLst/>
              <a:ahLst/>
              <a:cxnLst/>
              <a:rect l="0" t="0" r="0" b="0"/>
              <a:pathLst>
                <a:path w="31383" h="18467">
                  <a:moveTo>
                    <a:pt x="0" y="0"/>
                  </a:moveTo>
                  <a:lnTo>
                    <a:pt x="31383" y="184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7" name="Candidate_receptor__3666">
              <a:extLst>
                <a:ext uri="{FF2B5EF4-FFF2-40B4-BE49-F238E27FC236}">
                  <a16:creationId xmlns:a16="http://schemas.microsoft.com/office/drawing/2014/main" id="{B1CAE1EB-60DD-1491-B66D-1A35AD938A03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187363"/>
              <a:ext cx="89020" cy="22744"/>
            </a:xfrm>
            <a:custGeom>
              <a:avLst/>
              <a:gdLst/>
              <a:ahLst/>
              <a:cxnLst/>
              <a:rect l="0" t="0" r="0" b="0"/>
              <a:pathLst>
                <a:path w="89020" h="22744">
                  <a:moveTo>
                    <a:pt x="0" y="22744"/>
                  </a:moveTo>
                  <a:lnTo>
                    <a:pt x="8902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8" name="Candidate_receptor__3667">
              <a:extLst>
                <a:ext uri="{FF2B5EF4-FFF2-40B4-BE49-F238E27FC236}">
                  <a16:creationId xmlns:a16="http://schemas.microsoft.com/office/drawing/2014/main" id="{238F714F-656E-397A-368A-AA7AF8FFCA32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65998" cy="22634"/>
            </a:xfrm>
            <a:custGeom>
              <a:avLst/>
              <a:gdLst/>
              <a:ahLst/>
              <a:cxnLst/>
              <a:rect l="0" t="0" r="0" b="0"/>
              <a:pathLst>
                <a:path w="65998" h="22634">
                  <a:moveTo>
                    <a:pt x="0" y="0"/>
                  </a:moveTo>
                  <a:lnTo>
                    <a:pt x="65998" y="2263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9" name="Candidate_receptor__3668">
              <a:extLst>
                <a:ext uri="{FF2B5EF4-FFF2-40B4-BE49-F238E27FC236}">
                  <a16:creationId xmlns:a16="http://schemas.microsoft.com/office/drawing/2014/main" id="{8EB5415F-2910-54B1-ECA4-E8AD4A82F587}"/>
                </a:ext>
              </a:extLst>
            </p:cNvPr>
            <p:cNvSpPr>
              <a:spLocks noGrp="1"/>
            </p:cNvSpPr>
            <p:nvPr/>
          </p:nvSpPr>
          <p:spPr>
            <a:xfrm>
              <a:off x="5269135" y="2170806"/>
              <a:ext cx="36802" cy="94170"/>
            </a:xfrm>
            <a:custGeom>
              <a:avLst/>
              <a:gdLst/>
              <a:ahLst/>
              <a:cxnLst/>
              <a:rect l="0" t="0" r="0" b="0"/>
              <a:pathLst>
                <a:path w="36802" h="94170">
                  <a:moveTo>
                    <a:pt x="0" y="0"/>
                  </a:moveTo>
                  <a:lnTo>
                    <a:pt x="36802" y="9417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0" name="Candidate_receptor__3669">
              <a:extLst>
                <a:ext uri="{FF2B5EF4-FFF2-40B4-BE49-F238E27FC236}">
                  <a16:creationId xmlns:a16="http://schemas.microsoft.com/office/drawing/2014/main" id="{E9BB4DC4-DC43-3F2F-AC70-413AB52B5676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62962"/>
              <a:ext cx="40678" cy="107624"/>
            </a:xfrm>
            <a:custGeom>
              <a:avLst/>
              <a:gdLst/>
              <a:ahLst/>
              <a:cxnLst/>
              <a:rect l="0" t="0" r="0" b="0"/>
              <a:pathLst>
                <a:path w="40678" h="107624">
                  <a:moveTo>
                    <a:pt x="40678" y="107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1" name="Candidate_receptor__3670">
              <a:extLst>
                <a:ext uri="{FF2B5EF4-FFF2-40B4-BE49-F238E27FC236}">
                  <a16:creationId xmlns:a16="http://schemas.microsoft.com/office/drawing/2014/main" id="{02A9C060-4A81-EC97-2569-4CA96B59947A}"/>
                </a:ext>
              </a:extLst>
            </p:cNvPr>
            <p:cNvSpPr>
              <a:spLocks noGrp="1"/>
            </p:cNvSpPr>
            <p:nvPr/>
          </p:nvSpPr>
          <p:spPr>
            <a:xfrm>
              <a:off x="5692506" y="2113263"/>
              <a:ext cx="105699" cy="45567"/>
            </a:xfrm>
            <a:custGeom>
              <a:avLst/>
              <a:gdLst/>
              <a:ahLst/>
              <a:cxnLst/>
              <a:rect l="0" t="0" r="0" b="0"/>
              <a:pathLst>
                <a:path w="105699" h="45567">
                  <a:moveTo>
                    <a:pt x="105699" y="0"/>
                  </a:moveTo>
                  <a:lnTo>
                    <a:pt x="0" y="455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2" name="Candidate_receptor__3671">
              <a:extLst>
                <a:ext uri="{FF2B5EF4-FFF2-40B4-BE49-F238E27FC236}">
                  <a16:creationId xmlns:a16="http://schemas.microsoft.com/office/drawing/2014/main" id="{28365E8A-75B6-A631-D257-9A9548932E13}"/>
                </a:ext>
              </a:extLst>
            </p:cNvPr>
            <p:cNvSpPr>
              <a:spLocks noGrp="1"/>
            </p:cNvSpPr>
            <p:nvPr/>
          </p:nvSpPr>
          <p:spPr>
            <a:xfrm>
              <a:off x="5575414" y="1739916"/>
              <a:ext cx="59391" cy="87555"/>
            </a:xfrm>
            <a:custGeom>
              <a:avLst/>
              <a:gdLst/>
              <a:ahLst/>
              <a:cxnLst/>
              <a:rect l="0" t="0" r="0" b="0"/>
              <a:pathLst>
                <a:path w="59391" h="87555">
                  <a:moveTo>
                    <a:pt x="0" y="0"/>
                  </a:moveTo>
                  <a:lnTo>
                    <a:pt x="59391" y="8755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3" name="Candidate_receptor__3672">
              <a:extLst>
                <a:ext uri="{FF2B5EF4-FFF2-40B4-BE49-F238E27FC236}">
                  <a16:creationId xmlns:a16="http://schemas.microsoft.com/office/drawing/2014/main" id="{59EA3135-6BDC-E44E-6E35-F2FD82610307}"/>
                </a:ext>
              </a:extLst>
            </p:cNvPr>
            <p:cNvSpPr>
              <a:spLocks noGrp="1"/>
            </p:cNvSpPr>
            <p:nvPr/>
          </p:nvSpPr>
          <p:spPr>
            <a:xfrm>
              <a:off x="4029307" y="2560735"/>
              <a:ext cx="83670" cy="76064"/>
            </a:xfrm>
            <a:custGeom>
              <a:avLst/>
              <a:gdLst/>
              <a:ahLst/>
              <a:cxnLst/>
              <a:rect l="0" t="0" r="0" b="0"/>
              <a:pathLst>
                <a:path w="83670" h="76064">
                  <a:moveTo>
                    <a:pt x="0" y="76064"/>
                  </a:moveTo>
                  <a:lnTo>
                    <a:pt x="8367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4" name="Candidate_receptor__3673">
              <a:extLst>
                <a:ext uri="{FF2B5EF4-FFF2-40B4-BE49-F238E27FC236}">
                  <a16:creationId xmlns:a16="http://schemas.microsoft.com/office/drawing/2014/main" id="{812C5EF9-FF6F-6126-B7C5-CFE30DBFC792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38974"/>
              <a:ext cx="74606" cy="58578"/>
            </a:xfrm>
            <a:custGeom>
              <a:avLst/>
              <a:gdLst/>
              <a:ahLst/>
              <a:cxnLst/>
              <a:rect l="0" t="0" r="0" b="0"/>
              <a:pathLst>
                <a:path w="74606" h="58578">
                  <a:moveTo>
                    <a:pt x="74606" y="0"/>
                  </a:moveTo>
                  <a:lnTo>
                    <a:pt x="0" y="5857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5" name="Candidate_receptor__3674">
              <a:extLst>
                <a:ext uri="{FF2B5EF4-FFF2-40B4-BE49-F238E27FC236}">
                  <a16:creationId xmlns:a16="http://schemas.microsoft.com/office/drawing/2014/main" id="{1FF49BC7-C5F0-F5C0-C378-E0AB314DEF58}"/>
                </a:ext>
              </a:extLst>
            </p:cNvPr>
            <p:cNvSpPr>
              <a:spLocks noGrp="1"/>
            </p:cNvSpPr>
            <p:nvPr/>
          </p:nvSpPr>
          <p:spPr>
            <a:xfrm>
              <a:off x="4837120" y="2814993"/>
              <a:ext cx="86327" cy="29264"/>
            </a:xfrm>
            <a:custGeom>
              <a:avLst/>
              <a:gdLst/>
              <a:ahLst/>
              <a:cxnLst/>
              <a:rect l="0" t="0" r="0" b="0"/>
              <a:pathLst>
                <a:path w="86327" h="29264">
                  <a:moveTo>
                    <a:pt x="0" y="0"/>
                  </a:moveTo>
                  <a:lnTo>
                    <a:pt x="86327" y="2926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6" name="Candidate_receptor__3675">
              <a:extLst>
                <a:ext uri="{FF2B5EF4-FFF2-40B4-BE49-F238E27FC236}">
                  <a16:creationId xmlns:a16="http://schemas.microsoft.com/office/drawing/2014/main" id="{C6D3DFE2-D5F7-BCDC-F3A9-CA69CBDE2BC5}"/>
                </a:ext>
              </a:extLst>
            </p:cNvPr>
            <p:cNvSpPr>
              <a:spLocks noGrp="1"/>
            </p:cNvSpPr>
            <p:nvPr/>
          </p:nvSpPr>
          <p:spPr>
            <a:xfrm>
              <a:off x="4605674" y="3006437"/>
              <a:ext cx="39341" cy="11812"/>
            </a:xfrm>
            <a:custGeom>
              <a:avLst/>
              <a:gdLst/>
              <a:ahLst/>
              <a:cxnLst/>
              <a:rect l="0" t="0" r="0" b="0"/>
              <a:pathLst>
                <a:path w="39341" h="11812">
                  <a:moveTo>
                    <a:pt x="0" y="0"/>
                  </a:moveTo>
                  <a:lnTo>
                    <a:pt x="39341" y="1181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7" name="Candidate_receptor__3676">
              <a:extLst>
                <a:ext uri="{FF2B5EF4-FFF2-40B4-BE49-F238E27FC236}">
                  <a16:creationId xmlns:a16="http://schemas.microsoft.com/office/drawing/2014/main" id="{790AAE02-E1E9-EC56-63FE-7536D7DA36B2}"/>
                </a:ext>
              </a:extLst>
            </p:cNvPr>
            <p:cNvSpPr>
              <a:spLocks noGrp="1"/>
            </p:cNvSpPr>
            <p:nvPr/>
          </p:nvSpPr>
          <p:spPr>
            <a:xfrm>
              <a:off x="5998619" y="2260197"/>
              <a:ext cx="47583" cy="62311"/>
            </a:xfrm>
            <a:custGeom>
              <a:avLst/>
              <a:gdLst/>
              <a:ahLst/>
              <a:cxnLst/>
              <a:rect l="0" t="0" r="0" b="0"/>
              <a:pathLst>
                <a:path w="47583" h="62311">
                  <a:moveTo>
                    <a:pt x="47583" y="623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8" name="Candidate_receptor__3677">
              <a:extLst>
                <a:ext uri="{FF2B5EF4-FFF2-40B4-BE49-F238E27FC236}">
                  <a16:creationId xmlns:a16="http://schemas.microsoft.com/office/drawing/2014/main" id="{D1AA3176-0A70-850A-A1F1-C023378A2572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32660"/>
              <a:ext cx="100463" cy="54413"/>
            </a:xfrm>
            <a:custGeom>
              <a:avLst/>
              <a:gdLst/>
              <a:ahLst/>
              <a:cxnLst/>
              <a:rect l="0" t="0" r="0" b="0"/>
              <a:pathLst>
                <a:path w="100463" h="54413">
                  <a:moveTo>
                    <a:pt x="100463" y="0"/>
                  </a:moveTo>
                  <a:lnTo>
                    <a:pt x="0" y="54413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9" name="Candidate_receptor__3678">
              <a:extLst>
                <a:ext uri="{FF2B5EF4-FFF2-40B4-BE49-F238E27FC236}">
                  <a16:creationId xmlns:a16="http://schemas.microsoft.com/office/drawing/2014/main" id="{8411B3C0-CF53-3671-213B-96BBD114505E}"/>
                </a:ext>
              </a:extLst>
            </p:cNvPr>
            <p:cNvSpPr>
              <a:spLocks noGrp="1"/>
            </p:cNvSpPr>
            <p:nvPr/>
          </p:nvSpPr>
          <p:spPr>
            <a:xfrm>
              <a:off x="4990336" y="3296928"/>
              <a:ext cx="82271" cy="68099"/>
            </a:xfrm>
            <a:custGeom>
              <a:avLst/>
              <a:gdLst/>
              <a:ahLst/>
              <a:cxnLst/>
              <a:rect l="0" t="0" r="0" b="0"/>
              <a:pathLst>
                <a:path w="82271" h="68099">
                  <a:moveTo>
                    <a:pt x="0" y="0"/>
                  </a:moveTo>
                  <a:lnTo>
                    <a:pt x="82271" y="6809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80" name="Candidate_receptor__3679">
              <a:extLst>
                <a:ext uri="{FF2B5EF4-FFF2-40B4-BE49-F238E27FC236}">
                  <a16:creationId xmlns:a16="http://schemas.microsoft.com/office/drawing/2014/main" id="{A6BD1B9F-6AE3-1933-93E0-1341D83EE85C}"/>
                </a:ext>
              </a:extLst>
            </p:cNvPr>
            <p:cNvSpPr>
              <a:spLocks noGrp="1"/>
            </p:cNvSpPr>
            <p:nvPr/>
          </p:nvSpPr>
          <p:spPr>
            <a:xfrm>
              <a:off x="5287768" y="2008970"/>
              <a:ext cx="69728" cy="805"/>
            </a:xfrm>
            <a:custGeom>
              <a:avLst/>
              <a:gdLst/>
              <a:ahLst/>
              <a:cxnLst/>
              <a:rect l="0" t="0" r="0" b="0"/>
              <a:pathLst>
                <a:path w="69728" h="805">
                  <a:moveTo>
                    <a:pt x="69728" y="8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81" name="Candidate_receptor__3680">
              <a:extLst>
                <a:ext uri="{FF2B5EF4-FFF2-40B4-BE49-F238E27FC236}">
                  <a16:creationId xmlns:a16="http://schemas.microsoft.com/office/drawing/2014/main" id="{DAAC4E2D-8DB7-25A2-0D74-B126694066E4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624" cy="49613"/>
            </a:xfrm>
            <a:custGeom>
              <a:avLst/>
              <a:gdLst/>
              <a:ahLst/>
              <a:cxnLst/>
              <a:rect l="0" t="0" r="0" b="0"/>
              <a:pathLst>
                <a:path w="95624" h="49613">
                  <a:moveTo>
                    <a:pt x="0" y="0"/>
                  </a:moveTo>
                  <a:lnTo>
                    <a:pt x="95624" y="4961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82" name="Candidate_receptor__3681">
              <a:extLst>
                <a:ext uri="{FF2B5EF4-FFF2-40B4-BE49-F238E27FC236}">
                  <a16:creationId xmlns:a16="http://schemas.microsoft.com/office/drawing/2014/main" id="{FDFF5F6A-78DB-13FD-D5BE-267D142C358A}"/>
                </a:ext>
              </a:extLst>
            </p:cNvPr>
            <p:cNvSpPr>
              <a:spLocks noGrp="1"/>
            </p:cNvSpPr>
            <p:nvPr/>
          </p:nvSpPr>
          <p:spPr>
            <a:xfrm>
              <a:off x="5139806" y="2558936"/>
              <a:ext cx="89368" cy="62885"/>
            </a:xfrm>
            <a:custGeom>
              <a:avLst/>
              <a:gdLst/>
              <a:ahLst/>
              <a:cxnLst/>
              <a:rect l="0" t="0" r="0" b="0"/>
              <a:pathLst>
                <a:path w="89368" h="62885">
                  <a:moveTo>
                    <a:pt x="0" y="62885"/>
                  </a:moveTo>
                  <a:lnTo>
                    <a:pt x="89368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3" name="Candidate_receptor__3682">
              <a:extLst>
                <a:ext uri="{FF2B5EF4-FFF2-40B4-BE49-F238E27FC236}">
                  <a16:creationId xmlns:a16="http://schemas.microsoft.com/office/drawing/2014/main" id="{C9FE2359-4CFC-C6A3-B086-C3BD40D3BA67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520007"/>
              <a:ext cx="80704" cy="75679"/>
            </a:xfrm>
            <a:custGeom>
              <a:avLst/>
              <a:gdLst/>
              <a:ahLst/>
              <a:cxnLst/>
              <a:rect l="0" t="0" r="0" b="0"/>
              <a:pathLst>
                <a:path w="80704" h="75679">
                  <a:moveTo>
                    <a:pt x="0" y="0"/>
                  </a:moveTo>
                  <a:lnTo>
                    <a:pt x="80704" y="7567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4" name="Candidate_receptor__3683">
              <a:extLst>
                <a:ext uri="{FF2B5EF4-FFF2-40B4-BE49-F238E27FC236}">
                  <a16:creationId xmlns:a16="http://schemas.microsoft.com/office/drawing/2014/main" id="{0705E86C-03EE-5975-38C0-C28615053590}"/>
                </a:ext>
              </a:extLst>
            </p:cNvPr>
            <p:cNvSpPr>
              <a:spLocks noGrp="1"/>
            </p:cNvSpPr>
            <p:nvPr/>
          </p:nvSpPr>
          <p:spPr>
            <a:xfrm>
              <a:off x="5269479" y="2855415"/>
              <a:ext cx="20585" cy="83720"/>
            </a:xfrm>
            <a:custGeom>
              <a:avLst/>
              <a:gdLst/>
              <a:ahLst/>
              <a:cxnLst/>
              <a:rect l="0" t="0" r="0" b="0"/>
              <a:pathLst>
                <a:path w="20585" h="83720">
                  <a:moveTo>
                    <a:pt x="20585" y="0"/>
                  </a:moveTo>
                  <a:lnTo>
                    <a:pt x="0" y="8372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5" name="Candidate_receptor__3684">
              <a:extLst>
                <a:ext uri="{FF2B5EF4-FFF2-40B4-BE49-F238E27FC236}">
                  <a16:creationId xmlns:a16="http://schemas.microsoft.com/office/drawing/2014/main" id="{A69C4148-1881-F1CF-88D1-3C561CC6A372}"/>
                </a:ext>
              </a:extLst>
            </p:cNvPr>
            <p:cNvSpPr>
              <a:spLocks noGrp="1"/>
            </p:cNvSpPr>
            <p:nvPr/>
          </p:nvSpPr>
          <p:spPr>
            <a:xfrm>
              <a:off x="5991659" y="2440671"/>
              <a:ext cx="54979" cy="98059"/>
            </a:xfrm>
            <a:custGeom>
              <a:avLst/>
              <a:gdLst/>
              <a:ahLst/>
              <a:cxnLst/>
              <a:rect l="0" t="0" r="0" b="0"/>
              <a:pathLst>
                <a:path w="54979" h="98059">
                  <a:moveTo>
                    <a:pt x="0" y="0"/>
                  </a:moveTo>
                  <a:lnTo>
                    <a:pt x="54979" y="9805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6" name="Candidate_receptor__3685">
              <a:extLst>
                <a:ext uri="{FF2B5EF4-FFF2-40B4-BE49-F238E27FC236}">
                  <a16:creationId xmlns:a16="http://schemas.microsoft.com/office/drawing/2014/main" id="{9AD31A2B-7718-650A-F55A-F28670052D29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87073"/>
              <a:ext cx="48338" cy="103823"/>
            </a:xfrm>
            <a:custGeom>
              <a:avLst/>
              <a:gdLst/>
              <a:ahLst/>
              <a:cxnLst/>
              <a:rect l="0" t="0" r="0" b="0"/>
              <a:pathLst>
                <a:path w="48338" h="103823">
                  <a:moveTo>
                    <a:pt x="0" y="0"/>
                  </a:moveTo>
                  <a:lnTo>
                    <a:pt x="48338" y="103823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7" name="Candidate_receptor__3686">
              <a:extLst>
                <a:ext uri="{FF2B5EF4-FFF2-40B4-BE49-F238E27FC236}">
                  <a16:creationId xmlns:a16="http://schemas.microsoft.com/office/drawing/2014/main" id="{D43E8CF0-30E7-3C99-CE25-331147F95DDE}"/>
                </a:ext>
              </a:extLst>
            </p:cNvPr>
            <p:cNvSpPr>
              <a:spLocks noGrp="1"/>
            </p:cNvSpPr>
            <p:nvPr/>
          </p:nvSpPr>
          <p:spPr>
            <a:xfrm>
              <a:off x="5120314" y="3223592"/>
              <a:ext cx="80097" cy="47672"/>
            </a:xfrm>
            <a:custGeom>
              <a:avLst/>
              <a:gdLst/>
              <a:ahLst/>
              <a:cxnLst/>
              <a:rect l="0" t="0" r="0" b="0"/>
              <a:pathLst>
                <a:path w="80097" h="47672">
                  <a:moveTo>
                    <a:pt x="0" y="0"/>
                  </a:moveTo>
                  <a:lnTo>
                    <a:pt x="80097" y="47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8" name="Candidate_receptor__3687">
              <a:extLst>
                <a:ext uri="{FF2B5EF4-FFF2-40B4-BE49-F238E27FC236}">
                  <a16:creationId xmlns:a16="http://schemas.microsoft.com/office/drawing/2014/main" id="{F01906C2-7E71-40FB-4D8C-5936715E6580}"/>
                </a:ext>
              </a:extLst>
            </p:cNvPr>
            <p:cNvSpPr>
              <a:spLocks noGrp="1"/>
            </p:cNvSpPr>
            <p:nvPr/>
          </p:nvSpPr>
          <p:spPr>
            <a:xfrm>
              <a:off x="4378251" y="2570655"/>
              <a:ext cx="8765" cy="9006"/>
            </a:xfrm>
            <a:custGeom>
              <a:avLst/>
              <a:gdLst/>
              <a:ahLst/>
              <a:cxnLst/>
              <a:rect l="0" t="0" r="0" b="0"/>
              <a:pathLst>
                <a:path w="8765" h="9006">
                  <a:moveTo>
                    <a:pt x="8765" y="9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9" name="Candidate_receptor__3688">
              <a:extLst>
                <a:ext uri="{FF2B5EF4-FFF2-40B4-BE49-F238E27FC236}">
                  <a16:creationId xmlns:a16="http://schemas.microsoft.com/office/drawing/2014/main" id="{27C8A71D-3A2D-055B-1B5D-5DB08FD652C1}"/>
                </a:ext>
              </a:extLst>
            </p:cNvPr>
            <p:cNvSpPr>
              <a:spLocks noGrp="1"/>
            </p:cNvSpPr>
            <p:nvPr/>
          </p:nvSpPr>
          <p:spPr>
            <a:xfrm>
              <a:off x="5615300" y="2082837"/>
              <a:ext cx="77205" cy="75993"/>
            </a:xfrm>
            <a:custGeom>
              <a:avLst/>
              <a:gdLst/>
              <a:ahLst/>
              <a:cxnLst/>
              <a:rect l="0" t="0" r="0" b="0"/>
              <a:pathLst>
                <a:path w="77205" h="75993">
                  <a:moveTo>
                    <a:pt x="77205" y="759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0" name="Candidate_receptor__3689">
              <a:extLst>
                <a:ext uri="{FF2B5EF4-FFF2-40B4-BE49-F238E27FC236}">
                  <a16:creationId xmlns:a16="http://schemas.microsoft.com/office/drawing/2014/main" id="{994A58DF-9A7D-E5B1-799B-1DC9D8883862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760720"/>
              <a:ext cx="99087" cy="58644"/>
            </a:xfrm>
            <a:custGeom>
              <a:avLst/>
              <a:gdLst/>
              <a:ahLst/>
              <a:cxnLst/>
              <a:rect l="0" t="0" r="0" b="0"/>
              <a:pathLst>
                <a:path w="99087" h="58644">
                  <a:moveTo>
                    <a:pt x="0" y="0"/>
                  </a:moveTo>
                  <a:lnTo>
                    <a:pt x="99087" y="5864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1" name="Candidate_receptor__3690">
              <a:extLst>
                <a:ext uri="{FF2B5EF4-FFF2-40B4-BE49-F238E27FC236}">
                  <a16:creationId xmlns:a16="http://schemas.microsoft.com/office/drawing/2014/main" id="{9EC02CA0-48FB-4E24-1B19-19384BEF7375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296928"/>
              <a:ext cx="76788" cy="85166"/>
            </a:xfrm>
            <a:custGeom>
              <a:avLst/>
              <a:gdLst/>
              <a:ahLst/>
              <a:cxnLst/>
              <a:rect l="0" t="0" r="0" b="0"/>
              <a:pathLst>
                <a:path w="76788" h="85166">
                  <a:moveTo>
                    <a:pt x="0" y="85166"/>
                  </a:moveTo>
                  <a:lnTo>
                    <a:pt x="76788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2" name="Candidate_receptor__3691">
              <a:extLst>
                <a:ext uri="{FF2B5EF4-FFF2-40B4-BE49-F238E27FC236}">
                  <a16:creationId xmlns:a16="http://schemas.microsoft.com/office/drawing/2014/main" id="{3FABDA8B-B2E8-A80D-60FA-90553D785628}"/>
                </a:ext>
              </a:extLst>
            </p:cNvPr>
            <p:cNvSpPr>
              <a:spLocks noGrp="1"/>
            </p:cNvSpPr>
            <p:nvPr/>
          </p:nvSpPr>
          <p:spPr>
            <a:xfrm>
              <a:off x="4672157" y="2879737"/>
              <a:ext cx="94903" cy="62980"/>
            </a:xfrm>
            <a:custGeom>
              <a:avLst/>
              <a:gdLst/>
              <a:ahLst/>
              <a:cxnLst/>
              <a:rect l="0" t="0" r="0" b="0"/>
              <a:pathLst>
                <a:path w="94903" h="62980">
                  <a:moveTo>
                    <a:pt x="0" y="0"/>
                  </a:moveTo>
                  <a:lnTo>
                    <a:pt x="94903" y="6298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3" name="Candidate_receptor__3692">
              <a:extLst>
                <a:ext uri="{FF2B5EF4-FFF2-40B4-BE49-F238E27FC236}">
                  <a16:creationId xmlns:a16="http://schemas.microsoft.com/office/drawing/2014/main" id="{7DB65C0F-E52F-6C19-69D0-30C7A88953F6}"/>
                </a:ext>
              </a:extLst>
            </p:cNvPr>
            <p:cNvSpPr>
              <a:spLocks noGrp="1"/>
            </p:cNvSpPr>
            <p:nvPr/>
          </p:nvSpPr>
          <p:spPr>
            <a:xfrm>
              <a:off x="4366876" y="3072618"/>
              <a:ext cx="1363" cy="114745"/>
            </a:xfrm>
            <a:custGeom>
              <a:avLst/>
              <a:gdLst/>
              <a:ahLst/>
              <a:cxnLst/>
              <a:rect l="0" t="0" r="0" b="0"/>
              <a:pathLst>
                <a:path w="1363" h="114745">
                  <a:moveTo>
                    <a:pt x="0" y="114745"/>
                  </a:moveTo>
                  <a:lnTo>
                    <a:pt x="136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4" name="Candidate_receptor__3693">
              <a:extLst>
                <a:ext uri="{FF2B5EF4-FFF2-40B4-BE49-F238E27FC236}">
                  <a16:creationId xmlns:a16="http://schemas.microsoft.com/office/drawing/2014/main" id="{A94C5C59-4306-3582-4510-92ABC4796438}"/>
                </a:ext>
              </a:extLst>
            </p:cNvPr>
            <p:cNvSpPr>
              <a:spLocks noGrp="1"/>
            </p:cNvSpPr>
            <p:nvPr/>
          </p:nvSpPr>
          <p:spPr>
            <a:xfrm>
              <a:off x="5807179" y="2442393"/>
              <a:ext cx="65208" cy="89145"/>
            </a:xfrm>
            <a:custGeom>
              <a:avLst/>
              <a:gdLst/>
              <a:ahLst/>
              <a:cxnLst/>
              <a:rect l="0" t="0" r="0" b="0"/>
              <a:pathLst>
                <a:path w="65208" h="89145">
                  <a:moveTo>
                    <a:pt x="0" y="0"/>
                  </a:moveTo>
                  <a:lnTo>
                    <a:pt x="65208" y="8914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5" name="Candidate_receptor__3694">
              <a:extLst>
                <a:ext uri="{FF2B5EF4-FFF2-40B4-BE49-F238E27FC236}">
                  <a16:creationId xmlns:a16="http://schemas.microsoft.com/office/drawing/2014/main" id="{C32456F5-6880-DD4C-1079-BE10FA5DCC4B}"/>
                </a:ext>
              </a:extLst>
            </p:cNvPr>
            <p:cNvSpPr>
              <a:spLocks noGrp="1"/>
            </p:cNvSpPr>
            <p:nvPr/>
          </p:nvSpPr>
          <p:spPr>
            <a:xfrm>
              <a:off x="5035042" y="2575512"/>
              <a:ext cx="104764" cy="46309"/>
            </a:xfrm>
            <a:custGeom>
              <a:avLst/>
              <a:gdLst/>
              <a:ahLst/>
              <a:cxnLst/>
              <a:rect l="0" t="0" r="0" b="0"/>
              <a:pathLst>
                <a:path w="104764" h="46309">
                  <a:moveTo>
                    <a:pt x="0" y="0"/>
                  </a:moveTo>
                  <a:lnTo>
                    <a:pt x="104764" y="4630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6" name="Candidate_receptor__3695">
              <a:extLst>
                <a:ext uri="{FF2B5EF4-FFF2-40B4-BE49-F238E27FC236}">
                  <a16:creationId xmlns:a16="http://schemas.microsoft.com/office/drawing/2014/main" id="{5F993DF6-F7F6-CD32-E35E-FF0461A94547}"/>
                </a:ext>
              </a:extLst>
            </p:cNvPr>
            <p:cNvSpPr>
              <a:spLocks noGrp="1"/>
            </p:cNvSpPr>
            <p:nvPr/>
          </p:nvSpPr>
          <p:spPr>
            <a:xfrm>
              <a:off x="5357495" y="2009774"/>
              <a:ext cx="80426" cy="71791"/>
            </a:xfrm>
            <a:custGeom>
              <a:avLst/>
              <a:gdLst/>
              <a:ahLst/>
              <a:cxnLst/>
              <a:rect l="0" t="0" r="0" b="0"/>
              <a:pathLst>
                <a:path w="80426" h="71791">
                  <a:moveTo>
                    <a:pt x="80426" y="717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7" name="Candidate_receptor__3696">
              <a:extLst>
                <a:ext uri="{FF2B5EF4-FFF2-40B4-BE49-F238E27FC236}">
                  <a16:creationId xmlns:a16="http://schemas.microsoft.com/office/drawing/2014/main" id="{6901FBFA-9A1A-03C8-3682-B867C5F62257}"/>
                </a:ext>
              </a:extLst>
            </p:cNvPr>
            <p:cNvSpPr>
              <a:spLocks noGrp="1"/>
            </p:cNvSpPr>
            <p:nvPr/>
          </p:nvSpPr>
          <p:spPr>
            <a:xfrm>
              <a:off x="4510359" y="2958322"/>
              <a:ext cx="95316" cy="48114"/>
            </a:xfrm>
            <a:custGeom>
              <a:avLst/>
              <a:gdLst/>
              <a:ahLst/>
              <a:cxnLst/>
              <a:rect l="0" t="0" r="0" b="0"/>
              <a:pathLst>
                <a:path w="95316" h="48114">
                  <a:moveTo>
                    <a:pt x="0" y="0"/>
                  </a:moveTo>
                  <a:lnTo>
                    <a:pt x="95316" y="4811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8" name="Candidate_receptor__3697">
              <a:extLst>
                <a:ext uri="{FF2B5EF4-FFF2-40B4-BE49-F238E27FC236}">
                  <a16:creationId xmlns:a16="http://schemas.microsoft.com/office/drawing/2014/main" id="{BA1517D4-992B-F6E8-BF51-31FAD9AE2DD2}"/>
                </a:ext>
              </a:extLst>
            </p:cNvPr>
            <p:cNvSpPr>
              <a:spLocks noGrp="1"/>
            </p:cNvSpPr>
            <p:nvPr/>
          </p:nvSpPr>
          <p:spPr>
            <a:xfrm>
              <a:off x="3783033" y="2595686"/>
              <a:ext cx="21823" cy="80204"/>
            </a:xfrm>
            <a:custGeom>
              <a:avLst/>
              <a:gdLst/>
              <a:ahLst/>
              <a:cxnLst/>
              <a:rect l="0" t="0" r="0" b="0"/>
              <a:pathLst>
                <a:path w="21823" h="80204">
                  <a:moveTo>
                    <a:pt x="21823" y="0"/>
                  </a:moveTo>
                  <a:lnTo>
                    <a:pt x="0" y="8020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9" name="Candidate_receptor__3698">
              <a:extLst>
                <a:ext uri="{FF2B5EF4-FFF2-40B4-BE49-F238E27FC236}">
                  <a16:creationId xmlns:a16="http://schemas.microsoft.com/office/drawing/2014/main" id="{E6805B1C-0853-A0D2-58EC-9397F06C4026}"/>
                </a:ext>
              </a:extLst>
            </p:cNvPr>
            <p:cNvSpPr>
              <a:spLocks noGrp="1"/>
            </p:cNvSpPr>
            <p:nvPr/>
          </p:nvSpPr>
          <p:spPr>
            <a:xfrm>
              <a:off x="3725824" y="2819364"/>
              <a:ext cx="15619" cy="109018"/>
            </a:xfrm>
            <a:custGeom>
              <a:avLst/>
              <a:gdLst/>
              <a:ahLst/>
              <a:cxnLst/>
              <a:rect l="0" t="0" r="0" b="0"/>
              <a:pathLst>
                <a:path w="15619" h="109018">
                  <a:moveTo>
                    <a:pt x="0" y="0"/>
                  </a:moveTo>
                  <a:lnTo>
                    <a:pt x="15619" y="10901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0" name="Candidate_receptor__3699">
              <a:extLst>
                <a:ext uri="{FF2B5EF4-FFF2-40B4-BE49-F238E27FC236}">
                  <a16:creationId xmlns:a16="http://schemas.microsoft.com/office/drawing/2014/main" id="{B3994125-4EE9-24C5-CB8A-7179B249D706}"/>
                </a:ext>
              </a:extLst>
            </p:cNvPr>
            <p:cNvSpPr>
              <a:spLocks noGrp="1"/>
            </p:cNvSpPr>
            <p:nvPr/>
          </p:nvSpPr>
          <p:spPr>
            <a:xfrm>
              <a:off x="4537167" y="2728047"/>
              <a:ext cx="86494" cy="42538"/>
            </a:xfrm>
            <a:custGeom>
              <a:avLst/>
              <a:gdLst/>
              <a:ahLst/>
              <a:cxnLst/>
              <a:rect l="0" t="0" r="0" b="0"/>
              <a:pathLst>
                <a:path w="86494" h="42538">
                  <a:moveTo>
                    <a:pt x="86494" y="0"/>
                  </a:moveTo>
                  <a:lnTo>
                    <a:pt x="0" y="4253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1" name="Candidate_receptor__3700">
              <a:extLst>
                <a:ext uri="{FF2B5EF4-FFF2-40B4-BE49-F238E27FC236}">
                  <a16:creationId xmlns:a16="http://schemas.microsoft.com/office/drawing/2014/main" id="{4A2D05CF-2C1C-AFDF-2B65-B259B19F185F}"/>
                </a:ext>
              </a:extLst>
            </p:cNvPr>
            <p:cNvSpPr>
              <a:spLocks noGrp="1"/>
            </p:cNvSpPr>
            <p:nvPr/>
          </p:nvSpPr>
          <p:spPr>
            <a:xfrm>
              <a:off x="4112977" y="2560735"/>
              <a:ext cx="74991" cy="22109"/>
            </a:xfrm>
            <a:custGeom>
              <a:avLst/>
              <a:gdLst/>
              <a:ahLst/>
              <a:cxnLst/>
              <a:rect l="0" t="0" r="0" b="0"/>
              <a:pathLst>
                <a:path w="74991" h="22109">
                  <a:moveTo>
                    <a:pt x="0" y="0"/>
                  </a:moveTo>
                  <a:lnTo>
                    <a:pt x="74991" y="2210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2" name="Candidate_receptor__3701">
              <a:extLst>
                <a:ext uri="{FF2B5EF4-FFF2-40B4-BE49-F238E27FC236}">
                  <a16:creationId xmlns:a16="http://schemas.microsoft.com/office/drawing/2014/main" id="{26AF4229-C9E3-DDFF-E010-FFD17DD2AF62}"/>
                </a:ext>
              </a:extLst>
            </p:cNvPr>
            <p:cNvSpPr>
              <a:spLocks noGrp="1"/>
            </p:cNvSpPr>
            <p:nvPr/>
          </p:nvSpPr>
          <p:spPr>
            <a:xfrm>
              <a:off x="3733808" y="3250136"/>
              <a:ext cx="95402" cy="6089"/>
            </a:xfrm>
            <a:custGeom>
              <a:avLst/>
              <a:gdLst/>
              <a:ahLst/>
              <a:cxnLst/>
              <a:rect l="0" t="0" r="0" b="0"/>
              <a:pathLst>
                <a:path w="95402" h="6089">
                  <a:moveTo>
                    <a:pt x="0" y="0"/>
                  </a:moveTo>
                  <a:lnTo>
                    <a:pt x="95402" y="608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3" name="Candidate_receptor__3702">
              <a:extLst>
                <a:ext uri="{FF2B5EF4-FFF2-40B4-BE49-F238E27FC236}">
                  <a16:creationId xmlns:a16="http://schemas.microsoft.com/office/drawing/2014/main" id="{DF76163E-3B04-A8EE-A226-C79C9F464F19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469061"/>
              <a:ext cx="7059" cy="15686"/>
            </a:xfrm>
            <a:custGeom>
              <a:avLst/>
              <a:gdLst/>
              <a:ahLst/>
              <a:cxnLst/>
              <a:rect l="0" t="0" r="0" b="0"/>
              <a:pathLst>
                <a:path w="7059" h="15686">
                  <a:moveTo>
                    <a:pt x="0" y="0"/>
                  </a:moveTo>
                  <a:lnTo>
                    <a:pt x="7059" y="1568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4" name="Candidate_receptor__3703">
              <a:extLst>
                <a:ext uri="{FF2B5EF4-FFF2-40B4-BE49-F238E27FC236}">
                  <a16:creationId xmlns:a16="http://schemas.microsoft.com/office/drawing/2014/main" id="{78695FB0-1325-E634-454B-78311A232B57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382094"/>
              <a:ext cx="71525" cy="74673"/>
            </a:xfrm>
            <a:custGeom>
              <a:avLst/>
              <a:gdLst/>
              <a:ahLst/>
              <a:cxnLst/>
              <a:rect l="0" t="0" r="0" b="0"/>
              <a:pathLst>
                <a:path w="71525" h="74673">
                  <a:moveTo>
                    <a:pt x="71525" y="746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5" name="Candidate_receptor__3704">
              <a:extLst>
                <a:ext uri="{FF2B5EF4-FFF2-40B4-BE49-F238E27FC236}">
                  <a16:creationId xmlns:a16="http://schemas.microsoft.com/office/drawing/2014/main" id="{3EE77FF4-58F4-D843-4672-7D28752AFE6E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451452"/>
              <a:ext cx="74665" cy="45976"/>
            </a:xfrm>
            <a:custGeom>
              <a:avLst/>
              <a:gdLst/>
              <a:ahLst/>
              <a:cxnLst/>
              <a:rect l="0" t="0" r="0" b="0"/>
              <a:pathLst>
                <a:path w="74665" h="45976">
                  <a:moveTo>
                    <a:pt x="0" y="0"/>
                  </a:moveTo>
                  <a:lnTo>
                    <a:pt x="74665" y="4597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6" name="Candidate_receptor__3705">
              <a:extLst>
                <a:ext uri="{FF2B5EF4-FFF2-40B4-BE49-F238E27FC236}">
                  <a16:creationId xmlns:a16="http://schemas.microsoft.com/office/drawing/2014/main" id="{1D42A818-B8CF-5D6E-4406-85066386289E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666603"/>
              <a:ext cx="41228" cy="94117"/>
            </a:xfrm>
            <a:custGeom>
              <a:avLst/>
              <a:gdLst/>
              <a:ahLst/>
              <a:cxnLst/>
              <a:rect l="0" t="0" r="0" b="0"/>
              <a:pathLst>
                <a:path w="41228" h="94117">
                  <a:moveTo>
                    <a:pt x="41228" y="0"/>
                  </a:moveTo>
                  <a:lnTo>
                    <a:pt x="0" y="94117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7" name="Candidate_receptor__3706">
              <a:extLst>
                <a:ext uri="{FF2B5EF4-FFF2-40B4-BE49-F238E27FC236}">
                  <a16:creationId xmlns:a16="http://schemas.microsoft.com/office/drawing/2014/main" id="{894C2B79-BF5C-98AC-AB24-3B0051837079}"/>
                </a:ext>
              </a:extLst>
            </p:cNvPr>
            <p:cNvSpPr>
              <a:spLocks noGrp="1"/>
            </p:cNvSpPr>
            <p:nvPr/>
          </p:nvSpPr>
          <p:spPr>
            <a:xfrm>
              <a:off x="5696001" y="2497428"/>
              <a:ext cx="36316" cy="85947"/>
            </a:xfrm>
            <a:custGeom>
              <a:avLst/>
              <a:gdLst/>
              <a:ahLst/>
              <a:cxnLst/>
              <a:rect l="0" t="0" r="0" b="0"/>
              <a:pathLst>
                <a:path w="36316" h="85947">
                  <a:moveTo>
                    <a:pt x="0" y="0"/>
                  </a:moveTo>
                  <a:lnTo>
                    <a:pt x="36316" y="859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8" name="Candidate_receptor__3707">
              <a:extLst>
                <a:ext uri="{FF2B5EF4-FFF2-40B4-BE49-F238E27FC236}">
                  <a16:creationId xmlns:a16="http://schemas.microsoft.com/office/drawing/2014/main" id="{1061EC14-3601-8B02-C985-9BDFCBD3D07D}"/>
                </a:ext>
              </a:extLst>
            </p:cNvPr>
            <p:cNvSpPr>
              <a:spLocks noGrp="1"/>
            </p:cNvSpPr>
            <p:nvPr/>
          </p:nvSpPr>
          <p:spPr>
            <a:xfrm>
              <a:off x="5883732" y="2256924"/>
              <a:ext cx="114888" cy="3272"/>
            </a:xfrm>
            <a:custGeom>
              <a:avLst/>
              <a:gdLst/>
              <a:ahLst/>
              <a:cxnLst/>
              <a:rect l="0" t="0" r="0" b="0"/>
              <a:pathLst>
                <a:path w="114888" h="3272">
                  <a:moveTo>
                    <a:pt x="114888" y="32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9" name="Candidate_receptor__3708">
              <a:extLst>
                <a:ext uri="{FF2B5EF4-FFF2-40B4-BE49-F238E27FC236}">
                  <a16:creationId xmlns:a16="http://schemas.microsoft.com/office/drawing/2014/main" id="{5449855C-8424-F58E-6F40-39F1E8B7B18A}"/>
                </a:ext>
              </a:extLst>
            </p:cNvPr>
            <p:cNvSpPr>
              <a:spLocks noGrp="1"/>
            </p:cNvSpPr>
            <p:nvPr/>
          </p:nvSpPr>
          <p:spPr>
            <a:xfrm>
              <a:off x="3741443" y="2928382"/>
              <a:ext cx="115510" cy="2933"/>
            </a:xfrm>
            <a:custGeom>
              <a:avLst/>
              <a:gdLst/>
              <a:ahLst/>
              <a:cxnLst/>
              <a:rect l="0" t="0" r="0" b="0"/>
              <a:pathLst>
                <a:path w="115510" h="2933">
                  <a:moveTo>
                    <a:pt x="0" y="0"/>
                  </a:moveTo>
                  <a:lnTo>
                    <a:pt x="115510" y="2933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0" name="Candidate_receptor__3709">
              <a:extLst>
                <a:ext uri="{FF2B5EF4-FFF2-40B4-BE49-F238E27FC236}">
                  <a16:creationId xmlns:a16="http://schemas.microsoft.com/office/drawing/2014/main" id="{8FB55239-18E9-9505-92F0-95283F73BFF9}"/>
                </a:ext>
              </a:extLst>
            </p:cNvPr>
            <p:cNvSpPr>
              <a:spLocks noGrp="1"/>
            </p:cNvSpPr>
            <p:nvPr/>
          </p:nvSpPr>
          <p:spPr>
            <a:xfrm>
              <a:off x="3938356" y="2854842"/>
              <a:ext cx="102407" cy="11324"/>
            </a:xfrm>
            <a:custGeom>
              <a:avLst/>
              <a:gdLst/>
              <a:ahLst/>
              <a:cxnLst/>
              <a:rect l="0" t="0" r="0" b="0"/>
              <a:pathLst>
                <a:path w="102407" h="11324">
                  <a:moveTo>
                    <a:pt x="0" y="0"/>
                  </a:moveTo>
                  <a:lnTo>
                    <a:pt x="102407" y="1132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1" name="Candidate_receptor__3710">
              <a:extLst>
                <a:ext uri="{FF2B5EF4-FFF2-40B4-BE49-F238E27FC236}">
                  <a16:creationId xmlns:a16="http://schemas.microsoft.com/office/drawing/2014/main" id="{35D5AC7F-BA5B-4264-5124-173C04C6DBA1}"/>
                </a:ext>
              </a:extLst>
            </p:cNvPr>
            <p:cNvSpPr>
              <a:spLocks noGrp="1"/>
            </p:cNvSpPr>
            <p:nvPr/>
          </p:nvSpPr>
          <p:spPr>
            <a:xfrm>
              <a:off x="5437921" y="2081566"/>
              <a:ext cx="78975" cy="27951"/>
            </a:xfrm>
            <a:custGeom>
              <a:avLst/>
              <a:gdLst/>
              <a:ahLst/>
              <a:cxnLst/>
              <a:rect l="0" t="0" r="0" b="0"/>
              <a:pathLst>
                <a:path w="78975" h="27951">
                  <a:moveTo>
                    <a:pt x="78975" y="27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12" name="Candidate_receptor__3711">
              <a:extLst>
                <a:ext uri="{FF2B5EF4-FFF2-40B4-BE49-F238E27FC236}">
                  <a16:creationId xmlns:a16="http://schemas.microsoft.com/office/drawing/2014/main" id="{45524AFD-8C16-40D3-E626-CAE267FD1FF1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78983"/>
              <a:ext cx="13076" cy="54672"/>
            </a:xfrm>
            <a:custGeom>
              <a:avLst/>
              <a:gdLst/>
              <a:ahLst/>
              <a:cxnLst/>
              <a:rect l="0" t="0" r="0" b="0"/>
              <a:pathLst>
                <a:path w="13076" h="54672">
                  <a:moveTo>
                    <a:pt x="0" y="0"/>
                  </a:moveTo>
                  <a:lnTo>
                    <a:pt x="13076" y="54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3" name="Candidate_receptor__3712">
              <a:extLst>
                <a:ext uri="{FF2B5EF4-FFF2-40B4-BE49-F238E27FC236}">
                  <a16:creationId xmlns:a16="http://schemas.microsoft.com/office/drawing/2014/main" id="{A719C942-7966-7B32-3989-066CFFB8DC0F}"/>
                </a:ext>
              </a:extLst>
            </p:cNvPr>
            <p:cNvSpPr>
              <a:spLocks noGrp="1"/>
            </p:cNvSpPr>
            <p:nvPr/>
          </p:nvSpPr>
          <p:spPr>
            <a:xfrm>
              <a:off x="4040762" y="2800383"/>
              <a:ext cx="76602" cy="65783"/>
            </a:xfrm>
            <a:custGeom>
              <a:avLst/>
              <a:gdLst/>
              <a:ahLst/>
              <a:cxnLst/>
              <a:rect l="0" t="0" r="0" b="0"/>
              <a:pathLst>
                <a:path w="76602" h="65783">
                  <a:moveTo>
                    <a:pt x="0" y="65783"/>
                  </a:moveTo>
                  <a:lnTo>
                    <a:pt x="76602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14" name="Candidate_receptor__3713">
              <a:extLst>
                <a:ext uri="{FF2B5EF4-FFF2-40B4-BE49-F238E27FC236}">
                  <a16:creationId xmlns:a16="http://schemas.microsoft.com/office/drawing/2014/main" id="{7EEA1DF3-3690-6A83-7966-E50F56454A35}"/>
                </a:ext>
              </a:extLst>
            </p:cNvPr>
            <p:cNvSpPr>
              <a:spLocks noGrp="1"/>
            </p:cNvSpPr>
            <p:nvPr/>
          </p:nvSpPr>
          <p:spPr>
            <a:xfrm>
              <a:off x="5776880" y="3055128"/>
              <a:ext cx="7517" cy="107863"/>
            </a:xfrm>
            <a:custGeom>
              <a:avLst/>
              <a:gdLst/>
              <a:ahLst/>
              <a:cxnLst/>
              <a:rect l="0" t="0" r="0" b="0"/>
              <a:pathLst>
                <a:path w="7517" h="107863">
                  <a:moveTo>
                    <a:pt x="7517" y="107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5" name="Candidate_receptor__3714">
              <a:extLst>
                <a:ext uri="{FF2B5EF4-FFF2-40B4-BE49-F238E27FC236}">
                  <a16:creationId xmlns:a16="http://schemas.microsoft.com/office/drawing/2014/main" id="{8A7DC7DA-8359-BB28-CCFF-DEA5312920AA}"/>
                </a:ext>
              </a:extLst>
            </p:cNvPr>
            <p:cNvSpPr>
              <a:spLocks noGrp="1"/>
            </p:cNvSpPr>
            <p:nvPr/>
          </p:nvSpPr>
          <p:spPr>
            <a:xfrm>
              <a:off x="5668513" y="3033963"/>
              <a:ext cx="108367" cy="21166"/>
            </a:xfrm>
            <a:custGeom>
              <a:avLst/>
              <a:gdLst/>
              <a:ahLst/>
              <a:cxnLst/>
              <a:rect l="0" t="0" r="0" b="0"/>
              <a:pathLst>
                <a:path w="108367" h="21166">
                  <a:moveTo>
                    <a:pt x="108367" y="2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6" name="Candidate_receptor__3715">
              <a:extLst>
                <a:ext uri="{FF2B5EF4-FFF2-40B4-BE49-F238E27FC236}">
                  <a16:creationId xmlns:a16="http://schemas.microsoft.com/office/drawing/2014/main" id="{19D93EF3-B4EA-DE22-8BB5-F261783DAD4C}"/>
                </a:ext>
              </a:extLst>
            </p:cNvPr>
            <p:cNvSpPr>
              <a:spLocks noGrp="1"/>
            </p:cNvSpPr>
            <p:nvPr/>
          </p:nvSpPr>
          <p:spPr>
            <a:xfrm>
              <a:off x="4841582" y="3085075"/>
              <a:ext cx="3041" cy="68158"/>
            </a:xfrm>
            <a:custGeom>
              <a:avLst/>
              <a:gdLst/>
              <a:ahLst/>
              <a:cxnLst/>
              <a:rect l="0" t="0" r="0" b="0"/>
              <a:pathLst>
                <a:path w="3041" h="68158">
                  <a:moveTo>
                    <a:pt x="0" y="0"/>
                  </a:moveTo>
                  <a:lnTo>
                    <a:pt x="3041" y="68158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7" name="Candidate_receptor__3716">
              <a:extLst>
                <a:ext uri="{FF2B5EF4-FFF2-40B4-BE49-F238E27FC236}">
                  <a16:creationId xmlns:a16="http://schemas.microsoft.com/office/drawing/2014/main" id="{C505D0CF-B2D5-A0E4-FF2D-76C80931FDC7}"/>
                </a:ext>
              </a:extLst>
            </p:cNvPr>
            <p:cNvSpPr>
              <a:spLocks noGrp="1"/>
            </p:cNvSpPr>
            <p:nvPr/>
          </p:nvSpPr>
          <p:spPr>
            <a:xfrm>
              <a:off x="3856953" y="2854842"/>
              <a:ext cx="81403" cy="76473"/>
            </a:xfrm>
            <a:custGeom>
              <a:avLst/>
              <a:gdLst/>
              <a:ahLst/>
              <a:cxnLst/>
              <a:rect l="0" t="0" r="0" b="0"/>
              <a:pathLst>
                <a:path w="81403" h="76473">
                  <a:moveTo>
                    <a:pt x="0" y="76473"/>
                  </a:moveTo>
                  <a:lnTo>
                    <a:pt x="81403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18" name="Candidate_receptor__3717">
              <a:extLst>
                <a:ext uri="{FF2B5EF4-FFF2-40B4-BE49-F238E27FC236}">
                  <a16:creationId xmlns:a16="http://schemas.microsoft.com/office/drawing/2014/main" id="{F167450D-EB74-9704-58BF-F00AE8D9319A}"/>
                </a:ext>
              </a:extLst>
            </p:cNvPr>
            <p:cNvSpPr>
              <a:spLocks noGrp="1"/>
            </p:cNvSpPr>
            <p:nvPr/>
          </p:nvSpPr>
          <p:spPr>
            <a:xfrm>
              <a:off x="5157937" y="2939135"/>
              <a:ext cx="111543" cy="11279"/>
            </a:xfrm>
            <a:custGeom>
              <a:avLst/>
              <a:gdLst/>
              <a:ahLst/>
              <a:cxnLst/>
              <a:rect l="0" t="0" r="0" b="0"/>
              <a:pathLst>
                <a:path w="111543" h="11279">
                  <a:moveTo>
                    <a:pt x="111543" y="0"/>
                  </a:moveTo>
                  <a:lnTo>
                    <a:pt x="0" y="11279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19" name="Candidate_receptor__3718">
              <a:extLst>
                <a:ext uri="{FF2B5EF4-FFF2-40B4-BE49-F238E27FC236}">
                  <a16:creationId xmlns:a16="http://schemas.microsoft.com/office/drawing/2014/main" id="{C65ECAFA-E90F-ED5E-8EEF-B37BBEB75367}"/>
                </a:ext>
              </a:extLst>
            </p:cNvPr>
            <p:cNvSpPr>
              <a:spLocks noGrp="1"/>
            </p:cNvSpPr>
            <p:nvPr/>
          </p:nvSpPr>
          <p:spPr>
            <a:xfrm>
              <a:off x="5516896" y="2082837"/>
              <a:ext cx="98404" cy="26679"/>
            </a:xfrm>
            <a:custGeom>
              <a:avLst/>
              <a:gdLst/>
              <a:ahLst/>
              <a:cxnLst/>
              <a:rect l="0" t="0" r="0" b="0"/>
              <a:pathLst>
                <a:path w="98404" h="26679">
                  <a:moveTo>
                    <a:pt x="98404" y="0"/>
                  </a:moveTo>
                  <a:lnTo>
                    <a:pt x="0" y="26679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0" name="Candidate_receptor__3719">
              <a:extLst>
                <a:ext uri="{FF2B5EF4-FFF2-40B4-BE49-F238E27FC236}">
                  <a16:creationId xmlns:a16="http://schemas.microsoft.com/office/drawing/2014/main" id="{86F73B62-F078-49C8-52A0-86AC3EA1E01D}"/>
                </a:ext>
              </a:extLst>
            </p:cNvPr>
            <p:cNvSpPr>
              <a:spLocks noGrp="1"/>
            </p:cNvSpPr>
            <p:nvPr/>
          </p:nvSpPr>
          <p:spPr>
            <a:xfrm>
              <a:off x="4452898" y="3078210"/>
              <a:ext cx="67125" cy="50306"/>
            </a:xfrm>
            <a:custGeom>
              <a:avLst/>
              <a:gdLst/>
              <a:ahLst/>
              <a:cxnLst/>
              <a:rect l="0" t="0" r="0" b="0"/>
              <a:pathLst>
                <a:path w="67125" h="50306">
                  <a:moveTo>
                    <a:pt x="0" y="0"/>
                  </a:moveTo>
                  <a:lnTo>
                    <a:pt x="67125" y="5030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1" name="Candidate_receptor__3720">
              <a:extLst>
                <a:ext uri="{FF2B5EF4-FFF2-40B4-BE49-F238E27FC236}">
                  <a16:creationId xmlns:a16="http://schemas.microsoft.com/office/drawing/2014/main" id="{FCB604F6-B9A9-3BE8-E5C7-BA33E536661C}"/>
                </a:ext>
              </a:extLst>
            </p:cNvPr>
            <p:cNvSpPr>
              <a:spLocks noGrp="1"/>
            </p:cNvSpPr>
            <p:nvPr/>
          </p:nvSpPr>
          <p:spPr>
            <a:xfrm>
              <a:off x="4368239" y="3072618"/>
              <a:ext cx="84659" cy="5592"/>
            </a:xfrm>
            <a:custGeom>
              <a:avLst/>
              <a:gdLst/>
              <a:ahLst/>
              <a:cxnLst/>
              <a:rect l="0" t="0" r="0" b="0"/>
              <a:pathLst>
                <a:path w="84659" h="5592">
                  <a:moveTo>
                    <a:pt x="0" y="0"/>
                  </a:moveTo>
                  <a:lnTo>
                    <a:pt x="84659" y="5592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2" name="Candidate_receptor__3721">
              <a:extLst>
                <a:ext uri="{FF2B5EF4-FFF2-40B4-BE49-F238E27FC236}">
                  <a16:creationId xmlns:a16="http://schemas.microsoft.com/office/drawing/2014/main" id="{AF4D71F3-B6BB-1377-5926-AD151FD54814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049233"/>
              <a:ext cx="40079" cy="107257"/>
            </a:xfrm>
            <a:custGeom>
              <a:avLst/>
              <a:gdLst/>
              <a:ahLst/>
              <a:cxnLst/>
              <a:rect l="0" t="0" r="0" b="0"/>
              <a:pathLst>
                <a:path w="40079" h="107257">
                  <a:moveTo>
                    <a:pt x="0" y="107257"/>
                  </a:moveTo>
                  <a:lnTo>
                    <a:pt x="40079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3" name="Candidate_receptor__3722">
              <a:extLst>
                <a:ext uri="{FF2B5EF4-FFF2-40B4-BE49-F238E27FC236}">
                  <a16:creationId xmlns:a16="http://schemas.microsoft.com/office/drawing/2014/main" id="{4DE17E53-AB5E-8DE6-2762-2A98D720D49D}"/>
                </a:ext>
              </a:extLst>
            </p:cNvPr>
            <p:cNvSpPr>
              <a:spLocks noGrp="1"/>
            </p:cNvSpPr>
            <p:nvPr/>
          </p:nvSpPr>
          <p:spPr>
            <a:xfrm>
              <a:off x="5944832" y="1905520"/>
              <a:ext cx="82890" cy="33454"/>
            </a:xfrm>
            <a:custGeom>
              <a:avLst/>
              <a:gdLst/>
              <a:ahLst/>
              <a:cxnLst/>
              <a:rect l="0" t="0" r="0" b="0"/>
              <a:pathLst>
                <a:path w="82890" h="33454">
                  <a:moveTo>
                    <a:pt x="0" y="0"/>
                  </a:moveTo>
                  <a:lnTo>
                    <a:pt x="82890" y="33454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4" name="Candidate_receptor__3723">
              <a:extLst>
                <a:ext uri="{FF2B5EF4-FFF2-40B4-BE49-F238E27FC236}">
                  <a16:creationId xmlns:a16="http://schemas.microsoft.com/office/drawing/2014/main" id="{ABD7569C-197D-2479-99DE-50B5F4F836AB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487888"/>
              <a:ext cx="69694" cy="32118"/>
            </a:xfrm>
            <a:custGeom>
              <a:avLst/>
              <a:gdLst/>
              <a:ahLst/>
              <a:cxnLst/>
              <a:rect l="0" t="0" r="0" b="0"/>
              <a:pathLst>
                <a:path w="69694" h="32118">
                  <a:moveTo>
                    <a:pt x="69694" y="0"/>
                  </a:moveTo>
                  <a:lnTo>
                    <a:pt x="0" y="3211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5" name="Candidate_receptor__3724">
              <a:extLst>
                <a:ext uri="{FF2B5EF4-FFF2-40B4-BE49-F238E27FC236}">
                  <a16:creationId xmlns:a16="http://schemas.microsoft.com/office/drawing/2014/main" id="{2D4B8E1B-D47A-669F-8547-7010464BB4D5}"/>
                </a:ext>
              </a:extLst>
            </p:cNvPr>
            <p:cNvSpPr>
              <a:spLocks noGrp="1"/>
            </p:cNvSpPr>
            <p:nvPr/>
          </p:nvSpPr>
          <p:spPr>
            <a:xfrm>
              <a:off x="3667965" y="2666603"/>
              <a:ext cx="115068" cy="9287"/>
            </a:xfrm>
            <a:custGeom>
              <a:avLst/>
              <a:gdLst/>
              <a:ahLst/>
              <a:cxnLst/>
              <a:rect l="0" t="0" r="0" b="0"/>
              <a:pathLst>
                <a:path w="115068" h="9287">
                  <a:moveTo>
                    <a:pt x="115068" y="9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6" name="Candidate_receptor__3725">
              <a:extLst>
                <a:ext uri="{FF2B5EF4-FFF2-40B4-BE49-F238E27FC236}">
                  <a16:creationId xmlns:a16="http://schemas.microsoft.com/office/drawing/2014/main" id="{AEBAD0A2-E270-8952-AA1A-7FBF08F17C41}"/>
                </a:ext>
              </a:extLst>
            </p:cNvPr>
            <p:cNvSpPr>
              <a:spLocks noGrp="1"/>
            </p:cNvSpPr>
            <p:nvPr/>
          </p:nvSpPr>
          <p:spPr>
            <a:xfrm>
              <a:off x="3829210" y="3256226"/>
              <a:ext cx="40004" cy="106348"/>
            </a:xfrm>
            <a:custGeom>
              <a:avLst/>
              <a:gdLst/>
              <a:ahLst/>
              <a:cxnLst/>
              <a:rect l="0" t="0" r="0" b="0"/>
              <a:pathLst>
                <a:path w="40004" h="106348">
                  <a:moveTo>
                    <a:pt x="0" y="0"/>
                  </a:moveTo>
                  <a:lnTo>
                    <a:pt x="40004" y="10634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7" name="Candidate_receptor__3726">
              <a:extLst>
                <a:ext uri="{FF2B5EF4-FFF2-40B4-BE49-F238E27FC236}">
                  <a16:creationId xmlns:a16="http://schemas.microsoft.com/office/drawing/2014/main" id="{9EC3498F-1E27-82B9-3E6A-1446AA7AA704}"/>
                </a:ext>
              </a:extLst>
            </p:cNvPr>
            <p:cNvSpPr>
              <a:spLocks noGrp="1"/>
            </p:cNvSpPr>
            <p:nvPr/>
          </p:nvSpPr>
          <p:spPr>
            <a:xfrm>
              <a:off x="3793846" y="2465381"/>
              <a:ext cx="87792" cy="22508"/>
            </a:xfrm>
            <a:custGeom>
              <a:avLst/>
              <a:gdLst/>
              <a:ahLst/>
              <a:cxnLst/>
              <a:rect l="0" t="0" r="0" b="0"/>
              <a:pathLst>
                <a:path w="87792" h="22508">
                  <a:moveTo>
                    <a:pt x="87792" y="0"/>
                  </a:moveTo>
                  <a:lnTo>
                    <a:pt x="0" y="2250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8" name="Candidate_receptor__3727">
              <a:extLst>
                <a:ext uri="{FF2B5EF4-FFF2-40B4-BE49-F238E27FC236}">
                  <a16:creationId xmlns:a16="http://schemas.microsoft.com/office/drawing/2014/main" id="{11530D03-F806-C5C6-8681-5B08A11776F6}"/>
                </a:ext>
              </a:extLst>
            </p:cNvPr>
            <p:cNvSpPr>
              <a:spLocks noGrp="1"/>
            </p:cNvSpPr>
            <p:nvPr/>
          </p:nvSpPr>
          <p:spPr>
            <a:xfrm>
              <a:off x="5840151" y="1905520"/>
              <a:ext cx="104681" cy="16332"/>
            </a:xfrm>
            <a:custGeom>
              <a:avLst/>
              <a:gdLst/>
              <a:ahLst/>
              <a:cxnLst/>
              <a:rect l="0" t="0" r="0" b="0"/>
              <a:pathLst>
                <a:path w="104681" h="16332">
                  <a:moveTo>
                    <a:pt x="0" y="16332"/>
                  </a:moveTo>
                  <a:lnTo>
                    <a:pt x="104681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9" name="Candidate_receptor__3728">
              <a:extLst>
                <a:ext uri="{FF2B5EF4-FFF2-40B4-BE49-F238E27FC236}">
                  <a16:creationId xmlns:a16="http://schemas.microsoft.com/office/drawing/2014/main" id="{A8C35F94-FA78-3656-6933-A67EEFF25A51}"/>
                </a:ext>
              </a:extLst>
            </p:cNvPr>
            <p:cNvSpPr>
              <a:spLocks noGrp="1"/>
            </p:cNvSpPr>
            <p:nvPr/>
          </p:nvSpPr>
          <p:spPr>
            <a:xfrm>
              <a:off x="4117364" y="2795300"/>
              <a:ext cx="114076" cy="5083"/>
            </a:xfrm>
            <a:custGeom>
              <a:avLst/>
              <a:gdLst/>
              <a:ahLst/>
              <a:cxnLst/>
              <a:rect l="0" t="0" r="0" b="0"/>
              <a:pathLst>
                <a:path w="114076" h="5083">
                  <a:moveTo>
                    <a:pt x="0" y="5083"/>
                  </a:moveTo>
                  <a:lnTo>
                    <a:pt x="114076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0" name="Candidate_receptor__3729">
              <a:extLst>
                <a:ext uri="{FF2B5EF4-FFF2-40B4-BE49-F238E27FC236}">
                  <a16:creationId xmlns:a16="http://schemas.microsoft.com/office/drawing/2014/main" id="{72AC5098-CB6D-D1FC-EBA3-33E3B692E332}"/>
                </a:ext>
              </a:extLst>
            </p:cNvPr>
            <p:cNvSpPr>
              <a:spLocks noGrp="1"/>
            </p:cNvSpPr>
            <p:nvPr/>
          </p:nvSpPr>
          <p:spPr>
            <a:xfrm>
              <a:off x="5834983" y="2175801"/>
              <a:ext cx="48749" cy="81124"/>
            </a:xfrm>
            <a:custGeom>
              <a:avLst/>
              <a:gdLst/>
              <a:ahLst/>
              <a:cxnLst/>
              <a:rect l="0" t="0" r="0" b="0"/>
              <a:pathLst>
                <a:path w="48749" h="81124">
                  <a:moveTo>
                    <a:pt x="48749" y="811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1" name="Candidate_receptor__3730">
              <a:extLst>
                <a:ext uri="{FF2B5EF4-FFF2-40B4-BE49-F238E27FC236}">
                  <a16:creationId xmlns:a16="http://schemas.microsoft.com/office/drawing/2014/main" id="{2C3F31C7-D58A-44F0-1C9B-DFAE5E46EBBD}"/>
                </a:ext>
              </a:extLst>
            </p:cNvPr>
            <p:cNvSpPr>
              <a:spLocks noGrp="1"/>
            </p:cNvSpPr>
            <p:nvPr/>
          </p:nvSpPr>
          <p:spPr>
            <a:xfrm>
              <a:off x="4735859" y="3049233"/>
              <a:ext cx="105723" cy="35841"/>
            </a:xfrm>
            <a:custGeom>
              <a:avLst/>
              <a:gdLst/>
              <a:ahLst/>
              <a:cxnLst/>
              <a:rect l="0" t="0" r="0" b="0"/>
              <a:pathLst>
                <a:path w="105723" h="35841">
                  <a:moveTo>
                    <a:pt x="0" y="0"/>
                  </a:moveTo>
                  <a:lnTo>
                    <a:pt x="105723" y="35841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2" name="Candidate_receptor__3731">
              <a:extLst>
                <a:ext uri="{FF2B5EF4-FFF2-40B4-BE49-F238E27FC236}">
                  <a16:creationId xmlns:a16="http://schemas.microsoft.com/office/drawing/2014/main" id="{937A5A3F-AFCB-0A02-F5F2-5C1C75BB50B3}"/>
                </a:ext>
              </a:extLst>
            </p:cNvPr>
            <p:cNvSpPr>
              <a:spLocks noGrp="1"/>
            </p:cNvSpPr>
            <p:nvPr/>
          </p:nvSpPr>
          <p:spPr>
            <a:xfrm>
              <a:off x="4387017" y="2498900"/>
              <a:ext cx="65836" cy="80761"/>
            </a:xfrm>
            <a:custGeom>
              <a:avLst/>
              <a:gdLst/>
              <a:ahLst/>
              <a:cxnLst/>
              <a:rect l="0" t="0" r="0" b="0"/>
              <a:pathLst>
                <a:path w="65836" h="80761">
                  <a:moveTo>
                    <a:pt x="65836" y="0"/>
                  </a:moveTo>
                  <a:lnTo>
                    <a:pt x="0" y="80761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3" name="Candidate_receptor__3732">
              <a:extLst>
                <a:ext uri="{FF2B5EF4-FFF2-40B4-BE49-F238E27FC236}">
                  <a16:creationId xmlns:a16="http://schemas.microsoft.com/office/drawing/2014/main" id="{77148036-2796-B3F8-36BD-ECB89579BA5A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1263"/>
              <a:ext cx="49756" cy="27726"/>
            </a:xfrm>
            <a:custGeom>
              <a:avLst/>
              <a:gdLst/>
              <a:ahLst/>
              <a:cxnLst/>
              <a:rect l="0" t="0" r="0" b="0"/>
              <a:pathLst>
                <a:path w="49756" h="27726">
                  <a:moveTo>
                    <a:pt x="49756" y="0"/>
                  </a:moveTo>
                  <a:lnTo>
                    <a:pt x="0" y="2772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4" name="Candidate_receptor__3733">
              <a:extLst>
                <a:ext uri="{FF2B5EF4-FFF2-40B4-BE49-F238E27FC236}">
                  <a16:creationId xmlns:a16="http://schemas.microsoft.com/office/drawing/2014/main" id="{3281844B-49DB-7535-5665-C60C34FC3D80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21852"/>
              <a:ext cx="55774" cy="58216"/>
            </a:xfrm>
            <a:custGeom>
              <a:avLst/>
              <a:gdLst/>
              <a:ahLst/>
              <a:cxnLst/>
              <a:rect l="0" t="0" r="0" b="0"/>
              <a:pathLst>
                <a:path w="55774" h="58216">
                  <a:moveTo>
                    <a:pt x="0" y="58216"/>
                  </a:moveTo>
                  <a:lnTo>
                    <a:pt x="55774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5" name="Candidate_receptor__3734">
              <a:extLst>
                <a:ext uri="{FF2B5EF4-FFF2-40B4-BE49-F238E27FC236}">
                  <a16:creationId xmlns:a16="http://schemas.microsoft.com/office/drawing/2014/main" id="{F3DC1045-3335-4EF3-01FE-B6C3CD763475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62296" cy="86798"/>
            </a:xfrm>
            <a:custGeom>
              <a:avLst/>
              <a:gdLst/>
              <a:ahLst/>
              <a:cxnLst/>
              <a:rect l="0" t="0" r="0" b="0"/>
              <a:pathLst>
                <a:path w="62296" h="86798">
                  <a:moveTo>
                    <a:pt x="0" y="0"/>
                  </a:moveTo>
                  <a:lnTo>
                    <a:pt x="62296" y="8679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36" name="Candidate_receptor__3735">
              <a:extLst>
                <a:ext uri="{FF2B5EF4-FFF2-40B4-BE49-F238E27FC236}">
                  <a16:creationId xmlns:a16="http://schemas.microsoft.com/office/drawing/2014/main" id="{26BEBC8F-93E9-BF10-E264-4AF6A6F09D67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80495"/>
              <a:ext cx="66378" cy="47553"/>
            </a:xfrm>
            <a:custGeom>
              <a:avLst/>
              <a:gdLst/>
              <a:ahLst/>
              <a:cxnLst/>
              <a:rect l="0" t="0" r="0" b="0"/>
              <a:pathLst>
                <a:path w="66378" h="47553">
                  <a:moveTo>
                    <a:pt x="0" y="0"/>
                  </a:moveTo>
                  <a:lnTo>
                    <a:pt x="66378" y="4755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37" name="Candidate_receptor__3736">
              <a:extLst>
                <a:ext uri="{FF2B5EF4-FFF2-40B4-BE49-F238E27FC236}">
                  <a16:creationId xmlns:a16="http://schemas.microsoft.com/office/drawing/2014/main" id="{0AB279F2-F2F7-7A73-DE00-AE049FD56497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156490"/>
              <a:ext cx="51103" cy="34371"/>
            </a:xfrm>
            <a:custGeom>
              <a:avLst/>
              <a:gdLst/>
              <a:ahLst/>
              <a:cxnLst/>
              <a:rect l="0" t="0" r="0" b="0"/>
              <a:pathLst>
                <a:path w="51103" h="34371">
                  <a:moveTo>
                    <a:pt x="51103" y="34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38" name="Candidate_receptor__3737">
              <a:extLst>
                <a:ext uri="{FF2B5EF4-FFF2-40B4-BE49-F238E27FC236}">
                  <a16:creationId xmlns:a16="http://schemas.microsoft.com/office/drawing/2014/main" id="{3EA2B065-C995-E10E-F912-41D211791FA2}"/>
                </a:ext>
              </a:extLst>
            </p:cNvPr>
            <p:cNvSpPr>
              <a:spLocks noGrp="1"/>
            </p:cNvSpPr>
            <p:nvPr/>
          </p:nvSpPr>
          <p:spPr>
            <a:xfrm>
              <a:off x="4985073" y="3379954"/>
              <a:ext cx="17832" cy="76813"/>
            </a:xfrm>
            <a:custGeom>
              <a:avLst/>
              <a:gdLst/>
              <a:ahLst/>
              <a:cxnLst/>
              <a:rect l="0" t="0" r="0" b="0"/>
              <a:pathLst>
                <a:path w="17832" h="76813">
                  <a:moveTo>
                    <a:pt x="17832" y="0"/>
                  </a:moveTo>
                  <a:lnTo>
                    <a:pt x="0" y="7681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39" name="Candidate_receptor__3738">
              <a:extLst>
                <a:ext uri="{FF2B5EF4-FFF2-40B4-BE49-F238E27FC236}">
                  <a16:creationId xmlns:a16="http://schemas.microsoft.com/office/drawing/2014/main" id="{EA3A367A-EA41-7B2C-8D5D-754352D346D3}"/>
                </a:ext>
              </a:extLst>
            </p:cNvPr>
            <p:cNvSpPr>
              <a:spLocks noGrp="1"/>
            </p:cNvSpPr>
            <p:nvPr/>
          </p:nvSpPr>
          <p:spPr>
            <a:xfrm>
              <a:off x="4187968" y="2498968"/>
              <a:ext cx="3496" cy="83876"/>
            </a:xfrm>
            <a:custGeom>
              <a:avLst/>
              <a:gdLst/>
              <a:ahLst/>
              <a:cxnLst/>
              <a:rect l="0" t="0" r="0" b="0"/>
              <a:pathLst>
                <a:path w="3496" h="83876">
                  <a:moveTo>
                    <a:pt x="0" y="83876"/>
                  </a:moveTo>
                  <a:lnTo>
                    <a:pt x="3496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0" name="Candidate_receptor__3739">
              <a:extLst>
                <a:ext uri="{FF2B5EF4-FFF2-40B4-BE49-F238E27FC236}">
                  <a16:creationId xmlns:a16="http://schemas.microsoft.com/office/drawing/2014/main" id="{FC55F680-465C-C342-FF44-9772AE2841CF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377183"/>
              <a:ext cx="51548" cy="91878"/>
            </a:xfrm>
            <a:custGeom>
              <a:avLst/>
              <a:gdLst/>
              <a:ahLst/>
              <a:cxnLst/>
              <a:rect l="0" t="0" r="0" b="0"/>
              <a:pathLst>
                <a:path w="51548" h="91878">
                  <a:moveTo>
                    <a:pt x="51548" y="0"/>
                  </a:moveTo>
                  <a:lnTo>
                    <a:pt x="0" y="9187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1" name="Candidate_receptor__3740">
              <a:extLst>
                <a:ext uri="{FF2B5EF4-FFF2-40B4-BE49-F238E27FC236}">
                  <a16:creationId xmlns:a16="http://schemas.microsoft.com/office/drawing/2014/main" id="{A289DE09-6B4E-54A2-B75A-15EC2668ADEA}"/>
                </a:ext>
              </a:extLst>
            </p:cNvPr>
            <p:cNvSpPr>
              <a:spLocks noGrp="1"/>
            </p:cNvSpPr>
            <p:nvPr/>
          </p:nvSpPr>
          <p:spPr>
            <a:xfrm>
              <a:off x="5123463" y="2950414"/>
              <a:ext cx="34474" cy="63220"/>
            </a:xfrm>
            <a:custGeom>
              <a:avLst/>
              <a:gdLst/>
              <a:ahLst/>
              <a:cxnLst/>
              <a:rect l="0" t="0" r="0" b="0"/>
              <a:pathLst>
                <a:path w="34474" h="63220">
                  <a:moveTo>
                    <a:pt x="34474" y="0"/>
                  </a:moveTo>
                  <a:lnTo>
                    <a:pt x="0" y="6322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2" name="Candidate_receptor__3741">
              <a:extLst>
                <a:ext uri="{FF2B5EF4-FFF2-40B4-BE49-F238E27FC236}">
                  <a16:creationId xmlns:a16="http://schemas.microsoft.com/office/drawing/2014/main" id="{D6E18118-C7BB-ECF2-5410-2F90B0B75012}"/>
                </a:ext>
              </a:extLst>
            </p:cNvPr>
            <p:cNvSpPr>
              <a:spLocks noGrp="1"/>
            </p:cNvSpPr>
            <p:nvPr/>
          </p:nvSpPr>
          <p:spPr>
            <a:xfrm>
              <a:off x="5723618" y="2175801"/>
              <a:ext cx="111364" cy="16077"/>
            </a:xfrm>
            <a:custGeom>
              <a:avLst/>
              <a:gdLst/>
              <a:ahLst/>
              <a:cxnLst/>
              <a:rect l="0" t="0" r="0" b="0"/>
              <a:pathLst>
                <a:path w="111364" h="16077">
                  <a:moveTo>
                    <a:pt x="111364" y="0"/>
                  </a:moveTo>
                  <a:lnTo>
                    <a:pt x="0" y="1607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3" name="Candidate_receptor__3742">
              <a:extLst>
                <a:ext uri="{FF2B5EF4-FFF2-40B4-BE49-F238E27FC236}">
                  <a16:creationId xmlns:a16="http://schemas.microsoft.com/office/drawing/2014/main" id="{A731FCC4-1892-A443-2EC7-E7BA8A26F2A2}"/>
                </a:ext>
              </a:extLst>
            </p:cNvPr>
            <p:cNvSpPr>
              <a:spLocks noGrp="1"/>
            </p:cNvSpPr>
            <p:nvPr/>
          </p:nvSpPr>
          <p:spPr>
            <a:xfrm>
              <a:off x="5085248" y="3133655"/>
              <a:ext cx="87186" cy="47115"/>
            </a:xfrm>
            <a:custGeom>
              <a:avLst/>
              <a:gdLst/>
              <a:ahLst/>
              <a:cxnLst/>
              <a:rect l="0" t="0" r="0" b="0"/>
              <a:pathLst>
                <a:path w="87186" h="47115">
                  <a:moveTo>
                    <a:pt x="87186" y="0"/>
                  </a:moveTo>
                  <a:lnTo>
                    <a:pt x="0" y="4711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4" name="Candidate_receptor__3743">
              <a:extLst>
                <a:ext uri="{FF2B5EF4-FFF2-40B4-BE49-F238E27FC236}">
                  <a16:creationId xmlns:a16="http://schemas.microsoft.com/office/drawing/2014/main" id="{3EB5FCCD-D680-B93B-B93B-89683AEDEFBB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20395"/>
              <a:ext cx="5604" cy="52903"/>
            </a:xfrm>
            <a:custGeom>
              <a:avLst/>
              <a:gdLst/>
              <a:ahLst/>
              <a:cxnLst/>
              <a:rect l="0" t="0" r="0" b="0"/>
              <a:pathLst>
                <a:path w="5604" h="52903">
                  <a:moveTo>
                    <a:pt x="5604" y="0"/>
                  </a:moveTo>
                  <a:lnTo>
                    <a:pt x="0" y="5290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5" name="Candidate_receptor__3744">
              <a:extLst>
                <a:ext uri="{FF2B5EF4-FFF2-40B4-BE49-F238E27FC236}">
                  <a16:creationId xmlns:a16="http://schemas.microsoft.com/office/drawing/2014/main" id="{804AFEDC-CFE8-27FC-4877-83C56858DFD6}"/>
                </a:ext>
              </a:extLst>
            </p:cNvPr>
            <p:cNvSpPr>
              <a:spLocks noGrp="1"/>
            </p:cNvSpPr>
            <p:nvPr/>
          </p:nvSpPr>
          <p:spPr>
            <a:xfrm>
              <a:off x="4231440" y="2748188"/>
              <a:ext cx="12395" cy="47112"/>
            </a:xfrm>
            <a:custGeom>
              <a:avLst/>
              <a:gdLst/>
              <a:ahLst/>
              <a:cxnLst/>
              <a:rect l="0" t="0" r="0" b="0"/>
              <a:pathLst>
                <a:path w="12395" h="47112">
                  <a:moveTo>
                    <a:pt x="0" y="47112"/>
                  </a:moveTo>
                  <a:lnTo>
                    <a:pt x="12395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6" name="Candidate_receptor__3745">
              <a:extLst>
                <a:ext uri="{FF2B5EF4-FFF2-40B4-BE49-F238E27FC236}">
                  <a16:creationId xmlns:a16="http://schemas.microsoft.com/office/drawing/2014/main" id="{690C15C4-A955-3934-1366-8F2DD44BEC3E}"/>
                </a:ext>
              </a:extLst>
            </p:cNvPr>
            <p:cNvSpPr>
              <a:spLocks noGrp="1"/>
            </p:cNvSpPr>
            <p:nvPr/>
          </p:nvSpPr>
          <p:spPr>
            <a:xfrm>
              <a:off x="4053316" y="2928826"/>
              <a:ext cx="105161" cy="43928"/>
            </a:xfrm>
            <a:custGeom>
              <a:avLst/>
              <a:gdLst/>
              <a:ahLst/>
              <a:cxnLst/>
              <a:rect l="0" t="0" r="0" b="0"/>
              <a:pathLst>
                <a:path w="105161" h="43928">
                  <a:moveTo>
                    <a:pt x="0" y="43928"/>
                  </a:moveTo>
                  <a:lnTo>
                    <a:pt x="105161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7" name="Candidate_receptor__3746">
              <a:extLst>
                <a:ext uri="{FF2B5EF4-FFF2-40B4-BE49-F238E27FC236}">
                  <a16:creationId xmlns:a16="http://schemas.microsoft.com/office/drawing/2014/main" id="{EB6761ED-EA45-5FFB-FD68-6E9B84EBB79E}"/>
                </a:ext>
              </a:extLst>
            </p:cNvPr>
            <p:cNvSpPr>
              <a:spLocks noGrp="1"/>
            </p:cNvSpPr>
            <p:nvPr/>
          </p:nvSpPr>
          <p:spPr>
            <a:xfrm>
              <a:off x="5146757" y="2814031"/>
              <a:ext cx="114220" cy="10751"/>
            </a:xfrm>
            <a:custGeom>
              <a:avLst/>
              <a:gdLst/>
              <a:ahLst/>
              <a:cxnLst/>
              <a:rect l="0" t="0" r="0" b="0"/>
              <a:pathLst>
                <a:path w="114220" h="10751">
                  <a:moveTo>
                    <a:pt x="114220" y="0"/>
                  </a:moveTo>
                  <a:lnTo>
                    <a:pt x="0" y="1075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8" name="Candidate_receptor__3747">
              <a:extLst>
                <a:ext uri="{FF2B5EF4-FFF2-40B4-BE49-F238E27FC236}">
                  <a16:creationId xmlns:a16="http://schemas.microsoft.com/office/drawing/2014/main" id="{B12F9ACA-C6FE-58C0-5029-D1943C16D662}"/>
                </a:ext>
              </a:extLst>
            </p:cNvPr>
            <p:cNvSpPr>
              <a:spLocks noGrp="1"/>
            </p:cNvSpPr>
            <p:nvPr/>
          </p:nvSpPr>
          <p:spPr>
            <a:xfrm>
              <a:off x="3869214" y="3362574"/>
              <a:ext cx="11129" cy="4076"/>
            </a:xfrm>
            <a:custGeom>
              <a:avLst/>
              <a:gdLst/>
              <a:ahLst/>
              <a:cxnLst/>
              <a:rect l="0" t="0" r="0" b="0"/>
              <a:pathLst>
                <a:path w="11129" h="4076">
                  <a:moveTo>
                    <a:pt x="0" y="0"/>
                  </a:moveTo>
                  <a:lnTo>
                    <a:pt x="11129" y="4076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9" name="Candidate_receptor__3748">
              <a:extLst>
                <a:ext uri="{FF2B5EF4-FFF2-40B4-BE49-F238E27FC236}">
                  <a16:creationId xmlns:a16="http://schemas.microsoft.com/office/drawing/2014/main" id="{C560BC69-5B1F-F75A-0DDF-7BEB5251D655}"/>
                </a:ext>
              </a:extLst>
            </p:cNvPr>
            <p:cNvSpPr>
              <a:spLocks noGrp="1"/>
            </p:cNvSpPr>
            <p:nvPr/>
          </p:nvSpPr>
          <p:spPr>
            <a:xfrm>
              <a:off x="5499003" y="2219372"/>
              <a:ext cx="19727" cy="112520"/>
            </a:xfrm>
            <a:custGeom>
              <a:avLst/>
              <a:gdLst/>
              <a:ahLst/>
              <a:cxnLst/>
              <a:rect l="0" t="0" r="0" b="0"/>
              <a:pathLst>
                <a:path w="19727" h="112520">
                  <a:moveTo>
                    <a:pt x="19727" y="0"/>
                  </a:moveTo>
                  <a:lnTo>
                    <a:pt x="0" y="11252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50" name="Candidate_receptor__3749">
              <a:extLst>
                <a:ext uri="{FF2B5EF4-FFF2-40B4-BE49-F238E27FC236}">
                  <a16:creationId xmlns:a16="http://schemas.microsoft.com/office/drawing/2014/main" id="{C99B0FC6-38F6-0853-257C-0EE58F66B75B}"/>
                </a:ext>
              </a:extLst>
            </p:cNvPr>
            <p:cNvSpPr>
              <a:spLocks noGrp="1"/>
            </p:cNvSpPr>
            <p:nvPr/>
          </p:nvSpPr>
          <p:spPr>
            <a:xfrm>
              <a:off x="4888391" y="3368597"/>
              <a:ext cx="114514" cy="11356"/>
            </a:xfrm>
            <a:custGeom>
              <a:avLst/>
              <a:gdLst/>
              <a:ahLst/>
              <a:cxnLst/>
              <a:rect l="0" t="0" r="0" b="0"/>
              <a:pathLst>
                <a:path w="114514" h="11356">
                  <a:moveTo>
                    <a:pt x="0" y="0"/>
                  </a:moveTo>
                  <a:lnTo>
                    <a:pt x="114514" y="11356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51" name="Candidate_receptor__3750">
              <a:extLst>
                <a:ext uri="{FF2B5EF4-FFF2-40B4-BE49-F238E27FC236}">
                  <a16:creationId xmlns:a16="http://schemas.microsoft.com/office/drawing/2014/main" id="{87DC3B08-52E4-F41A-8CE3-C59A594650F7}"/>
                </a:ext>
              </a:extLst>
            </p:cNvPr>
            <p:cNvSpPr>
              <a:spLocks noGrp="1"/>
            </p:cNvSpPr>
            <p:nvPr/>
          </p:nvSpPr>
          <p:spPr>
            <a:xfrm>
              <a:off x="3962631" y="2931517"/>
              <a:ext cx="90684" cy="41237"/>
            </a:xfrm>
            <a:custGeom>
              <a:avLst/>
              <a:gdLst/>
              <a:ahLst/>
              <a:cxnLst/>
              <a:rect l="0" t="0" r="0" b="0"/>
              <a:pathLst>
                <a:path w="90684" h="41237">
                  <a:moveTo>
                    <a:pt x="0" y="0"/>
                  </a:moveTo>
                  <a:lnTo>
                    <a:pt x="90684" y="4123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2" name="Candidate_receptor__3751">
              <a:extLst>
                <a:ext uri="{FF2B5EF4-FFF2-40B4-BE49-F238E27FC236}">
                  <a16:creationId xmlns:a16="http://schemas.microsoft.com/office/drawing/2014/main" id="{1E1C3C92-8D7C-B8D7-D30C-DBBC4479C845}"/>
                </a:ext>
              </a:extLst>
            </p:cNvPr>
            <p:cNvSpPr>
              <a:spLocks noGrp="1"/>
            </p:cNvSpPr>
            <p:nvPr/>
          </p:nvSpPr>
          <p:spPr>
            <a:xfrm>
              <a:off x="4376376" y="2464477"/>
              <a:ext cx="76477" cy="34423"/>
            </a:xfrm>
            <a:custGeom>
              <a:avLst/>
              <a:gdLst/>
              <a:ahLst/>
              <a:cxnLst/>
              <a:rect l="0" t="0" r="0" b="0"/>
              <a:pathLst>
                <a:path w="76477" h="34423">
                  <a:moveTo>
                    <a:pt x="0" y="0"/>
                  </a:moveTo>
                  <a:lnTo>
                    <a:pt x="76477" y="34423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53" name="Candidate_receptor__3752">
              <a:extLst>
                <a:ext uri="{FF2B5EF4-FFF2-40B4-BE49-F238E27FC236}">
                  <a16:creationId xmlns:a16="http://schemas.microsoft.com/office/drawing/2014/main" id="{C4A3C77A-1740-09AC-BC1D-BB08A87D4C62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368597"/>
              <a:ext cx="11764" cy="114041"/>
            </a:xfrm>
            <a:custGeom>
              <a:avLst/>
              <a:gdLst/>
              <a:ahLst/>
              <a:cxnLst/>
              <a:rect l="0" t="0" r="0" b="0"/>
              <a:pathLst>
                <a:path w="11764" h="114041">
                  <a:moveTo>
                    <a:pt x="0" y="114041"/>
                  </a:moveTo>
                  <a:lnTo>
                    <a:pt x="1176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4" name="Candidate_receptor__3753">
              <a:extLst>
                <a:ext uri="{FF2B5EF4-FFF2-40B4-BE49-F238E27FC236}">
                  <a16:creationId xmlns:a16="http://schemas.microsoft.com/office/drawing/2014/main" id="{E4F78F33-0917-53B7-CBE8-63131489B2B4}"/>
                </a:ext>
              </a:extLst>
            </p:cNvPr>
            <p:cNvSpPr>
              <a:spLocks noGrp="1"/>
            </p:cNvSpPr>
            <p:nvPr/>
          </p:nvSpPr>
          <p:spPr>
            <a:xfrm>
              <a:off x="5650508" y="2118339"/>
              <a:ext cx="73110" cy="73538"/>
            </a:xfrm>
            <a:custGeom>
              <a:avLst/>
              <a:gdLst/>
              <a:ahLst/>
              <a:cxnLst/>
              <a:rect l="0" t="0" r="0" b="0"/>
              <a:pathLst>
                <a:path w="73110" h="73538">
                  <a:moveTo>
                    <a:pt x="73110" y="735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5" name="Candidate_receptor__3754">
              <a:extLst>
                <a:ext uri="{FF2B5EF4-FFF2-40B4-BE49-F238E27FC236}">
                  <a16:creationId xmlns:a16="http://schemas.microsoft.com/office/drawing/2014/main" id="{B468A456-C211-CC4A-AC48-6535F02C5127}"/>
                </a:ext>
              </a:extLst>
            </p:cNvPr>
            <p:cNvSpPr>
              <a:spLocks noGrp="1"/>
            </p:cNvSpPr>
            <p:nvPr/>
          </p:nvSpPr>
          <p:spPr>
            <a:xfrm>
              <a:off x="4746883" y="3190237"/>
              <a:ext cx="112780" cy="624"/>
            </a:xfrm>
            <a:custGeom>
              <a:avLst/>
              <a:gdLst/>
              <a:ahLst/>
              <a:cxnLst/>
              <a:rect l="0" t="0" r="0" b="0"/>
              <a:pathLst>
                <a:path w="112780" h="624">
                  <a:moveTo>
                    <a:pt x="112780" y="0"/>
                  </a:moveTo>
                  <a:lnTo>
                    <a:pt x="0" y="624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6" name="Candidate_receptor__3755">
              <a:extLst>
                <a:ext uri="{FF2B5EF4-FFF2-40B4-BE49-F238E27FC236}">
                  <a16:creationId xmlns:a16="http://schemas.microsoft.com/office/drawing/2014/main" id="{D0C2F97C-FBBA-4B5D-3FBE-3855864089CB}"/>
                </a:ext>
              </a:extLst>
            </p:cNvPr>
            <p:cNvSpPr>
              <a:spLocks noGrp="1"/>
            </p:cNvSpPr>
            <p:nvPr/>
          </p:nvSpPr>
          <p:spPr>
            <a:xfrm>
              <a:off x="5012265" y="3013633"/>
              <a:ext cx="111199" cy="28286"/>
            </a:xfrm>
            <a:custGeom>
              <a:avLst/>
              <a:gdLst/>
              <a:ahLst/>
              <a:cxnLst/>
              <a:rect l="0" t="0" r="0" b="0"/>
              <a:pathLst>
                <a:path w="111199" h="28286">
                  <a:moveTo>
                    <a:pt x="111199" y="0"/>
                  </a:moveTo>
                  <a:lnTo>
                    <a:pt x="0" y="2828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7" name="Candidate_receptor__3756">
              <a:extLst>
                <a:ext uri="{FF2B5EF4-FFF2-40B4-BE49-F238E27FC236}">
                  <a16:creationId xmlns:a16="http://schemas.microsoft.com/office/drawing/2014/main" id="{2CD4CE0C-CA18-50DF-D443-CF247DBD2417}"/>
                </a:ext>
              </a:extLst>
            </p:cNvPr>
            <p:cNvSpPr>
              <a:spLocks noGrp="1"/>
            </p:cNvSpPr>
            <p:nvPr/>
          </p:nvSpPr>
          <p:spPr>
            <a:xfrm>
              <a:off x="3911689" y="3458441"/>
              <a:ext cx="99407" cy="19309"/>
            </a:xfrm>
            <a:custGeom>
              <a:avLst/>
              <a:gdLst/>
              <a:ahLst/>
              <a:cxnLst/>
              <a:rect l="0" t="0" r="0" b="0"/>
              <a:pathLst>
                <a:path w="99407" h="19309">
                  <a:moveTo>
                    <a:pt x="0" y="19309"/>
                  </a:moveTo>
                  <a:lnTo>
                    <a:pt x="9940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8" name="Candidate_receptor__3757">
              <a:extLst>
                <a:ext uri="{FF2B5EF4-FFF2-40B4-BE49-F238E27FC236}">
                  <a16:creationId xmlns:a16="http://schemas.microsoft.com/office/drawing/2014/main" id="{8D12862B-2242-6ADF-62C0-5901EB7158C5}"/>
                </a:ext>
              </a:extLst>
            </p:cNvPr>
            <p:cNvSpPr>
              <a:spLocks noGrp="1"/>
            </p:cNvSpPr>
            <p:nvPr/>
          </p:nvSpPr>
          <p:spPr>
            <a:xfrm>
              <a:off x="4011097" y="3458441"/>
              <a:ext cx="99775" cy="7781"/>
            </a:xfrm>
            <a:custGeom>
              <a:avLst/>
              <a:gdLst/>
              <a:ahLst/>
              <a:cxnLst/>
              <a:rect l="0" t="0" r="0" b="0"/>
              <a:pathLst>
                <a:path w="99775" h="7781">
                  <a:moveTo>
                    <a:pt x="0" y="0"/>
                  </a:moveTo>
                  <a:lnTo>
                    <a:pt x="99775" y="778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9" name="Candidate_receptor__3758">
              <a:extLst>
                <a:ext uri="{FF2B5EF4-FFF2-40B4-BE49-F238E27FC236}">
                  <a16:creationId xmlns:a16="http://schemas.microsoft.com/office/drawing/2014/main" id="{A98F8F7B-97FB-EC3A-C839-5A2AB2E6C7BE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71186" cy="4825"/>
            </a:xfrm>
            <a:custGeom>
              <a:avLst/>
              <a:gdLst/>
              <a:ahLst/>
              <a:cxnLst/>
              <a:rect l="0" t="0" r="0" b="0"/>
              <a:pathLst>
                <a:path w="71186" h="4825">
                  <a:moveTo>
                    <a:pt x="71186" y="4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0" name="Candidate_receptor__3759">
              <a:extLst>
                <a:ext uri="{FF2B5EF4-FFF2-40B4-BE49-F238E27FC236}">
                  <a16:creationId xmlns:a16="http://schemas.microsoft.com/office/drawing/2014/main" id="{8A63D777-9847-2E39-ACE7-495516178603}"/>
                </a:ext>
              </a:extLst>
            </p:cNvPr>
            <p:cNvSpPr>
              <a:spLocks noGrp="1"/>
            </p:cNvSpPr>
            <p:nvPr/>
          </p:nvSpPr>
          <p:spPr>
            <a:xfrm>
              <a:off x="4330345" y="3343096"/>
              <a:ext cx="88474" cy="34087"/>
            </a:xfrm>
            <a:custGeom>
              <a:avLst/>
              <a:gdLst/>
              <a:ahLst/>
              <a:cxnLst/>
              <a:rect l="0" t="0" r="0" b="0"/>
              <a:pathLst>
                <a:path w="88474" h="34087">
                  <a:moveTo>
                    <a:pt x="0" y="0"/>
                  </a:moveTo>
                  <a:lnTo>
                    <a:pt x="88474" y="34087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1" name="Candidate_receptor__3760">
              <a:extLst>
                <a:ext uri="{FF2B5EF4-FFF2-40B4-BE49-F238E27FC236}">
                  <a16:creationId xmlns:a16="http://schemas.microsoft.com/office/drawing/2014/main" id="{64C0F782-EE11-2EF2-2749-062BC99BA184}"/>
                </a:ext>
              </a:extLst>
            </p:cNvPr>
            <p:cNvSpPr>
              <a:spLocks noGrp="1"/>
            </p:cNvSpPr>
            <p:nvPr/>
          </p:nvSpPr>
          <p:spPr>
            <a:xfrm>
              <a:off x="5260977" y="2814031"/>
              <a:ext cx="29685" cy="96670"/>
            </a:xfrm>
            <a:custGeom>
              <a:avLst/>
              <a:gdLst/>
              <a:ahLst/>
              <a:cxnLst/>
              <a:rect l="0" t="0" r="0" b="0"/>
              <a:pathLst>
                <a:path w="29685" h="96670">
                  <a:moveTo>
                    <a:pt x="29685" y="966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2" name="Candidate_receptor__3761">
              <a:extLst>
                <a:ext uri="{FF2B5EF4-FFF2-40B4-BE49-F238E27FC236}">
                  <a16:creationId xmlns:a16="http://schemas.microsoft.com/office/drawing/2014/main" id="{FB457713-46D9-0C2A-9D60-B7534B8CD3E2}"/>
                </a:ext>
              </a:extLst>
            </p:cNvPr>
            <p:cNvSpPr>
              <a:spLocks noGrp="1"/>
            </p:cNvSpPr>
            <p:nvPr/>
          </p:nvSpPr>
          <p:spPr>
            <a:xfrm>
              <a:off x="4052900" y="3311549"/>
              <a:ext cx="97118" cy="53337"/>
            </a:xfrm>
            <a:custGeom>
              <a:avLst/>
              <a:gdLst/>
              <a:ahLst/>
              <a:cxnLst/>
              <a:rect l="0" t="0" r="0" b="0"/>
              <a:pathLst>
                <a:path w="97118" h="53337">
                  <a:moveTo>
                    <a:pt x="97118" y="533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3" name="Candidate_receptor__3762">
              <a:extLst>
                <a:ext uri="{FF2B5EF4-FFF2-40B4-BE49-F238E27FC236}">
                  <a16:creationId xmlns:a16="http://schemas.microsoft.com/office/drawing/2014/main" id="{2AEEF1C7-D4EE-30A5-B35D-CCA775127E8C}"/>
                </a:ext>
              </a:extLst>
            </p:cNvPr>
            <p:cNvSpPr>
              <a:spLocks noGrp="1"/>
            </p:cNvSpPr>
            <p:nvPr/>
          </p:nvSpPr>
          <p:spPr>
            <a:xfrm>
              <a:off x="5084739" y="2824782"/>
              <a:ext cx="62018" cy="52165"/>
            </a:xfrm>
            <a:custGeom>
              <a:avLst/>
              <a:gdLst/>
              <a:ahLst/>
              <a:cxnLst/>
              <a:rect l="0" t="0" r="0" b="0"/>
              <a:pathLst>
                <a:path w="62018" h="52165">
                  <a:moveTo>
                    <a:pt x="62018" y="0"/>
                  </a:moveTo>
                  <a:lnTo>
                    <a:pt x="0" y="5216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4" name="Candidate_receptor__3763">
              <a:extLst>
                <a:ext uri="{FF2B5EF4-FFF2-40B4-BE49-F238E27FC236}">
                  <a16:creationId xmlns:a16="http://schemas.microsoft.com/office/drawing/2014/main" id="{C94E626C-87F9-015C-BE59-2A68D9FE8472}"/>
                </a:ext>
              </a:extLst>
            </p:cNvPr>
            <p:cNvSpPr>
              <a:spLocks noGrp="1"/>
            </p:cNvSpPr>
            <p:nvPr/>
          </p:nvSpPr>
          <p:spPr>
            <a:xfrm>
              <a:off x="4110872" y="3364886"/>
              <a:ext cx="39147" cy="101336"/>
            </a:xfrm>
            <a:custGeom>
              <a:avLst/>
              <a:gdLst/>
              <a:ahLst/>
              <a:cxnLst/>
              <a:rect l="0" t="0" r="0" b="0"/>
              <a:pathLst>
                <a:path w="39147" h="101336">
                  <a:moveTo>
                    <a:pt x="0" y="101336"/>
                  </a:moveTo>
                  <a:lnTo>
                    <a:pt x="3914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5" name="Candidate_receptor__3764">
              <a:extLst>
                <a:ext uri="{FF2B5EF4-FFF2-40B4-BE49-F238E27FC236}">
                  <a16:creationId xmlns:a16="http://schemas.microsoft.com/office/drawing/2014/main" id="{7E87CFEB-799A-C0BA-8274-FB44D3057E3C}"/>
                </a:ext>
              </a:extLst>
            </p:cNvPr>
            <p:cNvSpPr>
              <a:spLocks noGrp="1"/>
            </p:cNvSpPr>
            <p:nvPr/>
          </p:nvSpPr>
          <p:spPr>
            <a:xfrm>
              <a:off x="5407714" y="2331892"/>
              <a:ext cx="91289" cy="6530"/>
            </a:xfrm>
            <a:custGeom>
              <a:avLst/>
              <a:gdLst/>
              <a:ahLst/>
              <a:cxnLst/>
              <a:rect l="0" t="0" r="0" b="0"/>
              <a:pathLst>
                <a:path w="91289" h="6530">
                  <a:moveTo>
                    <a:pt x="91289" y="0"/>
                  </a:moveTo>
                  <a:lnTo>
                    <a:pt x="0" y="653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6" name="Candidate_receptor__3765">
              <a:extLst>
                <a:ext uri="{FF2B5EF4-FFF2-40B4-BE49-F238E27FC236}">
                  <a16:creationId xmlns:a16="http://schemas.microsoft.com/office/drawing/2014/main" id="{3EE7ED1C-652C-8E90-161C-BB98A1C3304F}"/>
                </a:ext>
              </a:extLst>
            </p:cNvPr>
            <p:cNvSpPr>
              <a:spLocks noGrp="1"/>
            </p:cNvSpPr>
            <p:nvPr/>
          </p:nvSpPr>
          <p:spPr>
            <a:xfrm>
              <a:off x="4191465" y="2498968"/>
              <a:ext cx="94951" cy="38206"/>
            </a:xfrm>
            <a:custGeom>
              <a:avLst/>
              <a:gdLst/>
              <a:ahLst/>
              <a:cxnLst/>
              <a:rect l="0" t="0" r="0" b="0"/>
              <a:pathLst>
                <a:path w="94951" h="38206">
                  <a:moveTo>
                    <a:pt x="0" y="0"/>
                  </a:moveTo>
                  <a:lnTo>
                    <a:pt x="94951" y="3820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7" name="Candidate_receptor__3766">
              <a:extLst>
                <a:ext uri="{FF2B5EF4-FFF2-40B4-BE49-F238E27FC236}">
                  <a16:creationId xmlns:a16="http://schemas.microsoft.com/office/drawing/2014/main" id="{61145852-C12E-AAD0-77E9-29D82A3BF7CC}"/>
                </a:ext>
              </a:extLst>
            </p:cNvPr>
            <p:cNvSpPr>
              <a:spLocks noGrp="1"/>
            </p:cNvSpPr>
            <p:nvPr/>
          </p:nvSpPr>
          <p:spPr>
            <a:xfrm>
              <a:off x="4158477" y="2915916"/>
              <a:ext cx="87717" cy="12910"/>
            </a:xfrm>
            <a:custGeom>
              <a:avLst/>
              <a:gdLst/>
              <a:ahLst/>
              <a:cxnLst/>
              <a:rect l="0" t="0" r="0" b="0"/>
              <a:pathLst>
                <a:path w="87717" h="12910">
                  <a:moveTo>
                    <a:pt x="0" y="12910"/>
                  </a:moveTo>
                  <a:lnTo>
                    <a:pt x="87717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8" name="Candidate_receptor__3767">
              <a:extLst>
                <a:ext uri="{FF2B5EF4-FFF2-40B4-BE49-F238E27FC236}">
                  <a16:creationId xmlns:a16="http://schemas.microsoft.com/office/drawing/2014/main" id="{175D0210-FA87-3D1B-4135-399E2360CBFB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339222"/>
              <a:ext cx="60554" cy="96745"/>
            </a:xfrm>
            <a:custGeom>
              <a:avLst/>
              <a:gdLst/>
              <a:ahLst/>
              <a:cxnLst/>
              <a:rect l="0" t="0" r="0" b="0"/>
              <a:pathLst>
                <a:path w="60554" h="96745">
                  <a:moveTo>
                    <a:pt x="60554" y="967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9" name="Candidate_receptor__3768">
              <a:extLst>
                <a:ext uri="{FF2B5EF4-FFF2-40B4-BE49-F238E27FC236}">
                  <a16:creationId xmlns:a16="http://schemas.microsoft.com/office/drawing/2014/main" id="{E933F68D-803C-4189-8FB0-379D8B642982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435967"/>
              <a:ext cx="80516" cy="81834"/>
            </a:xfrm>
            <a:custGeom>
              <a:avLst/>
              <a:gdLst/>
              <a:ahLst/>
              <a:cxnLst/>
              <a:rect l="0" t="0" r="0" b="0"/>
              <a:pathLst>
                <a:path w="80516" h="81834">
                  <a:moveTo>
                    <a:pt x="0" y="81834"/>
                  </a:moveTo>
                  <a:lnTo>
                    <a:pt x="80516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0" name="Candidate_receptor__3769">
              <a:extLst>
                <a:ext uri="{FF2B5EF4-FFF2-40B4-BE49-F238E27FC236}">
                  <a16:creationId xmlns:a16="http://schemas.microsoft.com/office/drawing/2014/main" id="{209C506F-00D5-8CAC-098D-BB29FC4ABF34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18071"/>
              <a:ext cx="29944" cy="61998"/>
            </a:xfrm>
            <a:custGeom>
              <a:avLst/>
              <a:gdLst/>
              <a:ahLst/>
              <a:cxnLst/>
              <a:rect l="0" t="0" r="0" b="0"/>
              <a:pathLst>
                <a:path w="29944" h="61998">
                  <a:moveTo>
                    <a:pt x="29944" y="0"/>
                  </a:moveTo>
                  <a:lnTo>
                    <a:pt x="0" y="61998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1" name="Candidate_receptor__3770">
              <a:extLst>
                <a:ext uri="{FF2B5EF4-FFF2-40B4-BE49-F238E27FC236}">
                  <a16:creationId xmlns:a16="http://schemas.microsoft.com/office/drawing/2014/main" id="{082F5827-EAE6-B184-9A11-0488ADC9C36A}"/>
                </a:ext>
              </a:extLst>
            </p:cNvPr>
            <p:cNvSpPr>
              <a:spLocks noGrp="1"/>
            </p:cNvSpPr>
            <p:nvPr/>
          </p:nvSpPr>
          <p:spPr>
            <a:xfrm>
              <a:off x="3868413" y="2931517"/>
              <a:ext cx="94219" cy="66045"/>
            </a:xfrm>
            <a:custGeom>
              <a:avLst/>
              <a:gdLst/>
              <a:ahLst/>
              <a:cxnLst/>
              <a:rect l="0" t="0" r="0" b="0"/>
              <a:pathLst>
                <a:path w="94219" h="66045">
                  <a:moveTo>
                    <a:pt x="0" y="66045"/>
                  </a:moveTo>
                  <a:lnTo>
                    <a:pt x="9421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2" name="Candidate_receptor__3771">
              <a:extLst>
                <a:ext uri="{FF2B5EF4-FFF2-40B4-BE49-F238E27FC236}">
                  <a16:creationId xmlns:a16="http://schemas.microsoft.com/office/drawing/2014/main" id="{2F9E2FAB-68C4-D381-6F6B-090A6FDA61B7}"/>
                </a:ext>
              </a:extLst>
            </p:cNvPr>
            <p:cNvSpPr>
              <a:spLocks noGrp="1"/>
            </p:cNvSpPr>
            <p:nvPr/>
          </p:nvSpPr>
          <p:spPr>
            <a:xfrm>
              <a:off x="3761199" y="2956305"/>
              <a:ext cx="107214" cy="41257"/>
            </a:xfrm>
            <a:custGeom>
              <a:avLst/>
              <a:gdLst/>
              <a:ahLst/>
              <a:cxnLst/>
              <a:rect l="0" t="0" r="0" b="0"/>
              <a:pathLst>
                <a:path w="107214" h="41257">
                  <a:moveTo>
                    <a:pt x="0" y="0"/>
                  </a:moveTo>
                  <a:lnTo>
                    <a:pt x="107214" y="4125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3" name="Candidate_receptor__3772">
              <a:extLst>
                <a:ext uri="{FF2B5EF4-FFF2-40B4-BE49-F238E27FC236}">
                  <a16:creationId xmlns:a16="http://schemas.microsoft.com/office/drawing/2014/main" id="{AB46BE89-6003-86A2-A2A0-03C49A80C644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72446"/>
              <a:ext cx="113544" cy="852"/>
            </a:xfrm>
            <a:custGeom>
              <a:avLst/>
              <a:gdLst/>
              <a:ahLst/>
              <a:cxnLst/>
              <a:rect l="0" t="0" r="0" b="0"/>
              <a:pathLst>
                <a:path w="113544" h="852">
                  <a:moveTo>
                    <a:pt x="0" y="852"/>
                  </a:moveTo>
                  <a:lnTo>
                    <a:pt x="113544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4" name="Candidate_receptor__3773">
              <a:extLst>
                <a:ext uri="{FF2B5EF4-FFF2-40B4-BE49-F238E27FC236}">
                  <a16:creationId xmlns:a16="http://schemas.microsoft.com/office/drawing/2014/main" id="{31F27A20-E748-AA6D-CE6B-A6A7F34431CB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240368"/>
              <a:ext cx="51048" cy="102729"/>
            </a:xfrm>
            <a:custGeom>
              <a:avLst/>
              <a:gdLst/>
              <a:ahLst/>
              <a:cxnLst/>
              <a:rect l="0" t="0" r="0" b="0"/>
              <a:pathLst>
                <a:path w="51048" h="102729">
                  <a:moveTo>
                    <a:pt x="0" y="0"/>
                  </a:moveTo>
                  <a:lnTo>
                    <a:pt x="51048" y="10272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5" name="Candidate_receptor__3774">
              <a:extLst>
                <a:ext uri="{FF2B5EF4-FFF2-40B4-BE49-F238E27FC236}">
                  <a16:creationId xmlns:a16="http://schemas.microsoft.com/office/drawing/2014/main" id="{298E64BA-C671-32D7-A27D-A0BAE2FF69B2}"/>
                </a:ext>
              </a:extLst>
            </p:cNvPr>
            <p:cNvSpPr>
              <a:spLocks noGrp="1"/>
            </p:cNvSpPr>
            <p:nvPr/>
          </p:nvSpPr>
          <p:spPr>
            <a:xfrm>
              <a:off x="3880343" y="3366650"/>
              <a:ext cx="31347" cy="111100"/>
            </a:xfrm>
            <a:custGeom>
              <a:avLst/>
              <a:gdLst/>
              <a:ahLst/>
              <a:cxnLst/>
              <a:rect l="0" t="0" r="0" b="0"/>
              <a:pathLst>
                <a:path w="31347" h="111100">
                  <a:moveTo>
                    <a:pt x="0" y="0"/>
                  </a:moveTo>
                  <a:lnTo>
                    <a:pt x="31347" y="11110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6" name="Candidate_receptor__3775">
              <a:extLst>
                <a:ext uri="{FF2B5EF4-FFF2-40B4-BE49-F238E27FC236}">
                  <a16:creationId xmlns:a16="http://schemas.microsoft.com/office/drawing/2014/main" id="{A3616C89-27D6-7849-0EA6-A29865D16421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45615"/>
              <a:ext cx="36909" cy="34880"/>
            </a:xfrm>
            <a:custGeom>
              <a:avLst/>
              <a:gdLst/>
              <a:ahLst/>
              <a:cxnLst/>
              <a:rect l="0" t="0" r="0" b="0"/>
              <a:pathLst>
                <a:path w="36909" h="34880">
                  <a:moveTo>
                    <a:pt x="36909" y="0"/>
                  </a:moveTo>
                  <a:lnTo>
                    <a:pt x="0" y="3488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7" name="Candidate_receptor__3776">
              <a:extLst>
                <a:ext uri="{FF2B5EF4-FFF2-40B4-BE49-F238E27FC236}">
                  <a16:creationId xmlns:a16="http://schemas.microsoft.com/office/drawing/2014/main" id="{AC543083-606A-C424-4EBD-2363BE22585C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5117"/>
              <a:ext cx="52369" cy="23872"/>
            </a:xfrm>
            <a:custGeom>
              <a:avLst/>
              <a:gdLst/>
              <a:ahLst/>
              <a:cxnLst/>
              <a:rect l="0" t="0" r="0" b="0"/>
              <a:pathLst>
                <a:path w="52369" h="23872">
                  <a:moveTo>
                    <a:pt x="0" y="23872"/>
                  </a:moveTo>
                  <a:lnTo>
                    <a:pt x="52369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8" name="Candidate_receptor__3777">
              <a:extLst>
                <a:ext uri="{FF2B5EF4-FFF2-40B4-BE49-F238E27FC236}">
                  <a16:creationId xmlns:a16="http://schemas.microsoft.com/office/drawing/2014/main" id="{93515C58-2061-71C2-85F6-41C7459EB908}"/>
                </a:ext>
              </a:extLst>
            </p:cNvPr>
            <p:cNvSpPr>
              <a:spLocks noGrp="1"/>
            </p:cNvSpPr>
            <p:nvPr/>
          </p:nvSpPr>
          <p:spPr>
            <a:xfrm>
              <a:off x="4286416" y="2464477"/>
              <a:ext cx="89960" cy="72698"/>
            </a:xfrm>
            <a:custGeom>
              <a:avLst/>
              <a:gdLst/>
              <a:ahLst/>
              <a:cxnLst/>
              <a:rect l="0" t="0" r="0" b="0"/>
              <a:pathLst>
                <a:path w="89960" h="72698">
                  <a:moveTo>
                    <a:pt x="0" y="72698"/>
                  </a:moveTo>
                  <a:lnTo>
                    <a:pt x="8996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9" name="Candidate_receptor__3778">
              <a:extLst>
                <a:ext uri="{FF2B5EF4-FFF2-40B4-BE49-F238E27FC236}">
                  <a16:creationId xmlns:a16="http://schemas.microsoft.com/office/drawing/2014/main" id="{C3FCE7E7-2F6F-BDD6-3F3A-8BF4BF70C666}"/>
                </a:ext>
              </a:extLst>
            </p:cNvPr>
            <p:cNvSpPr>
              <a:spLocks noGrp="1"/>
            </p:cNvSpPr>
            <p:nvPr/>
          </p:nvSpPr>
          <p:spPr>
            <a:xfrm>
              <a:off x="5104165" y="2690725"/>
              <a:ext cx="111144" cy="2245"/>
            </a:xfrm>
            <a:custGeom>
              <a:avLst/>
              <a:gdLst/>
              <a:ahLst/>
              <a:cxnLst/>
              <a:rect l="0" t="0" r="0" b="0"/>
              <a:pathLst>
                <a:path w="111144" h="2245">
                  <a:moveTo>
                    <a:pt x="111144" y="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0" name="Candidate_receptor__3779">
              <a:extLst>
                <a:ext uri="{FF2B5EF4-FFF2-40B4-BE49-F238E27FC236}">
                  <a16:creationId xmlns:a16="http://schemas.microsoft.com/office/drawing/2014/main" id="{ECF2E08E-B5C5-DC99-CF87-79D7A00E9546}"/>
                </a:ext>
              </a:extLst>
            </p:cNvPr>
            <p:cNvSpPr>
              <a:spLocks noGrp="1"/>
            </p:cNvSpPr>
            <p:nvPr/>
          </p:nvSpPr>
          <p:spPr>
            <a:xfrm>
              <a:off x="4974470" y="2876947"/>
              <a:ext cx="110269" cy="24826"/>
            </a:xfrm>
            <a:custGeom>
              <a:avLst/>
              <a:gdLst/>
              <a:ahLst/>
              <a:cxnLst/>
              <a:rect l="0" t="0" r="0" b="0"/>
              <a:pathLst>
                <a:path w="110269" h="24826">
                  <a:moveTo>
                    <a:pt x="110269" y="0"/>
                  </a:moveTo>
                  <a:lnTo>
                    <a:pt x="0" y="2482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1" name="Candidate_receptor__3780">
              <a:extLst>
                <a:ext uri="{FF2B5EF4-FFF2-40B4-BE49-F238E27FC236}">
                  <a16:creationId xmlns:a16="http://schemas.microsoft.com/office/drawing/2014/main" id="{3070CE2A-FCF1-98F7-6842-5C54924D52D9}"/>
                </a:ext>
              </a:extLst>
            </p:cNvPr>
            <p:cNvSpPr>
              <a:spLocks noGrp="1"/>
            </p:cNvSpPr>
            <p:nvPr/>
          </p:nvSpPr>
          <p:spPr>
            <a:xfrm>
              <a:off x="5215310" y="2590754"/>
              <a:ext cx="48413" cy="102216"/>
            </a:xfrm>
            <a:custGeom>
              <a:avLst/>
              <a:gdLst/>
              <a:ahLst/>
              <a:cxnLst/>
              <a:rect l="0" t="0" r="0" b="0"/>
              <a:pathLst>
                <a:path w="48413" h="102216">
                  <a:moveTo>
                    <a:pt x="48413" y="0"/>
                  </a:moveTo>
                  <a:lnTo>
                    <a:pt x="0" y="10221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2" name="Candidate_receptor__3781">
              <a:extLst>
                <a:ext uri="{FF2B5EF4-FFF2-40B4-BE49-F238E27FC236}">
                  <a16:creationId xmlns:a16="http://schemas.microsoft.com/office/drawing/2014/main" id="{BA2C1742-85B8-2751-2CE2-02C5CDEAF974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482638"/>
              <a:ext cx="79670" cy="2273"/>
            </a:xfrm>
            <a:custGeom>
              <a:avLst/>
              <a:gdLst/>
              <a:ahLst/>
              <a:cxnLst/>
              <a:rect l="0" t="0" r="0" b="0"/>
              <a:pathLst>
                <a:path w="79670" h="2273">
                  <a:moveTo>
                    <a:pt x="79670" y="2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3" name="Candidate_receptor__3782">
              <a:extLst>
                <a:ext uri="{FF2B5EF4-FFF2-40B4-BE49-F238E27FC236}">
                  <a16:creationId xmlns:a16="http://schemas.microsoft.com/office/drawing/2014/main" id="{145E1DF9-0EA5-FAF2-2E25-2439AB9EF376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244733"/>
              <a:ext cx="13405" cy="94489"/>
            </a:xfrm>
            <a:custGeom>
              <a:avLst/>
              <a:gdLst/>
              <a:ahLst/>
              <a:cxnLst/>
              <a:rect l="0" t="0" r="0" b="0"/>
              <a:pathLst>
                <a:path w="13405" h="94489">
                  <a:moveTo>
                    <a:pt x="0" y="94489"/>
                  </a:moveTo>
                  <a:lnTo>
                    <a:pt x="13405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4" name="Candidate_receptor__3783">
              <a:extLst>
                <a:ext uri="{FF2B5EF4-FFF2-40B4-BE49-F238E27FC236}">
                  <a16:creationId xmlns:a16="http://schemas.microsoft.com/office/drawing/2014/main" id="{F06E511C-8DFE-AD02-46A8-CEA14FBF0B6E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213303"/>
              <a:ext cx="13935" cy="6069"/>
            </a:xfrm>
            <a:custGeom>
              <a:avLst/>
              <a:gdLst/>
              <a:ahLst/>
              <a:cxnLst/>
              <a:rect l="0" t="0" r="0" b="0"/>
              <a:pathLst>
                <a:path w="13935" h="6069">
                  <a:moveTo>
                    <a:pt x="0" y="0"/>
                  </a:moveTo>
                  <a:lnTo>
                    <a:pt x="13935" y="606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5" name="Candidate_receptor__3784">
              <a:extLst>
                <a:ext uri="{FF2B5EF4-FFF2-40B4-BE49-F238E27FC236}">
                  <a16:creationId xmlns:a16="http://schemas.microsoft.com/office/drawing/2014/main" id="{97CCD96F-6315-1EED-2FE4-D9A1F8418E7E}"/>
                </a:ext>
              </a:extLst>
            </p:cNvPr>
            <p:cNvSpPr>
              <a:spLocks noGrp="1"/>
            </p:cNvSpPr>
            <p:nvPr/>
          </p:nvSpPr>
          <p:spPr>
            <a:xfrm>
              <a:off x="5066174" y="3180769"/>
              <a:ext cx="19074" cy="21861"/>
            </a:xfrm>
            <a:custGeom>
              <a:avLst/>
              <a:gdLst/>
              <a:ahLst/>
              <a:cxnLst/>
              <a:rect l="0" t="0" r="0" b="0"/>
              <a:pathLst>
                <a:path w="19074" h="21861">
                  <a:moveTo>
                    <a:pt x="19074" y="0"/>
                  </a:moveTo>
                  <a:lnTo>
                    <a:pt x="0" y="2186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6" name="Candidate_receptor__3785">
              <a:extLst>
                <a:ext uri="{FF2B5EF4-FFF2-40B4-BE49-F238E27FC236}">
                  <a16:creationId xmlns:a16="http://schemas.microsoft.com/office/drawing/2014/main" id="{AF0AF34F-9806-DE70-3017-18ED20D0A41F}"/>
                </a:ext>
              </a:extLst>
            </p:cNvPr>
            <p:cNvSpPr>
              <a:spLocks noGrp="1"/>
            </p:cNvSpPr>
            <p:nvPr/>
          </p:nvSpPr>
          <p:spPr>
            <a:xfrm>
              <a:off x="4242570" y="3070081"/>
              <a:ext cx="90065" cy="20820"/>
            </a:xfrm>
            <a:custGeom>
              <a:avLst/>
              <a:gdLst/>
              <a:ahLst/>
              <a:cxnLst/>
              <a:rect l="0" t="0" r="0" b="0"/>
              <a:pathLst>
                <a:path w="90065" h="20820">
                  <a:moveTo>
                    <a:pt x="0" y="0"/>
                  </a:moveTo>
                  <a:lnTo>
                    <a:pt x="90065" y="2082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7" name="Candidate_receptor__3786">
              <a:extLst>
                <a:ext uri="{FF2B5EF4-FFF2-40B4-BE49-F238E27FC236}">
                  <a16:creationId xmlns:a16="http://schemas.microsoft.com/office/drawing/2014/main" id="{4E489C3F-2A42-ACFB-F00A-2D96C98A85B9}"/>
                </a:ext>
              </a:extLst>
            </p:cNvPr>
            <p:cNvSpPr>
              <a:spLocks noGrp="1"/>
            </p:cNvSpPr>
            <p:nvPr/>
          </p:nvSpPr>
          <p:spPr>
            <a:xfrm>
              <a:off x="3674078" y="2956305"/>
              <a:ext cx="87121" cy="51031"/>
            </a:xfrm>
            <a:custGeom>
              <a:avLst/>
              <a:gdLst/>
              <a:ahLst/>
              <a:cxnLst/>
              <a:rect l="0" t="0" r="0" b="0"/>
              <a:pathLst>
                <a:path w="87121" h="51031">
                  <a:moveTo>
                    <a:pt x="0" y="51031"/>
                  </a:moveTo>
                  <a:lnTo>
                    <a:pt x="87121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8" name="Candidate_receptor__3787">
              <a:extLst>
                <a:ext uri="{FF2B5EF4-FFF2-40B4-BE49-F238E27FC236}">
                  <a16:creationId xmlns:a16="http://schemas.microsoft.com/office/drawing/2014/main" id="{A3F274FD-F62E-2277-63A1-6E6D0F220F05}"/>
                </a:ext>
              </a:extLst>
            </p:cNvPr>
            <p:cNvSpPr>
              <a:spLocks noGrp="1"/>
            </p:cNvSpPr>
            <p:nvPr/>
          </p:nvSpPr>
          <p:spPr>
            <a:xfrm>
              <a:off x="5030397" y="2690725"/>
              <a:ext cx="73768" cy="60805"/>
            </a:xfrm>
            <a:custGeom>
              <a:avLst/>
              <a:gdLst/>
              <a:ahLst/>
              <a:cxnLst/>
              <a:rect l="0" t="0" r="0" b="0"/>
              <a:pathLst>
                <a:path w="73768" h="60805">
                  <a:moveTo>
                    <a:pt x="73768" y="0"/>
                  </a:moveTo>
                  <a:lnTo>
                    <a:pt x="0" y="6080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9" name="Candidate_receptor__3788">
              <a:extLst>
                <a:ext uri="{FF2B5EF4-FFF2-40B4-BE49-F238E27FC236}">
                  <a16:creationId xmlns:a16="http://schemas.microsoft.com/office/drawing/2014/main" id="{ACCD5849-5218-3AEB-2D2E-A1A8F751DE67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852959"/>
              <a:ext cx="66048" cy="93192"/>
            </a:xfrm>
            <a:custGeom>
              <a:avLst/>
              <a:gdLst/>
              <a:ahLst/>
              <a:cxnLst/>
              <a:rect l="0" t="0" r="0" b="0"/>
              <a:pathLst>
                <a:path w="66048" h="93192">
                  <a:moveTo>
                    <a:pt x="0" y="93192"/>
                  </a:moveTo>
                  <a:lnTo>
                    <a:pt x="66048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90" name="Candidate_receptor__3789">
              <a:extLst>
                <a:ext uri="{FF2B5EF4-FFF2-40B4-BE49-F238E27FC236}">
                  <a16:creationId xmlns:a16="http://schemas.microsoft.com/office/drawing/2014/main" id="{4CCC887C-6930-43F3-3C5C-6DA478C5B486}"/>
                </a:ext>
              </a:extLst>
            </p:cNvPr>
            <p:cNvSpPr>
              <a:spLocks noGrp="1"/>
            </p:cNvSpPr>
            <p:nvPr/>
          </p:nvSpPr>
          <p:spPr>
            <a:xfrm>
              <a:off x="4978548" y="3041920"/>
              <a:ext cx="33716" cy="26000"/>
            </a:xfrm>
            <a:custGeom>
              <a:avLst/>
              <a:gdLst/>
              <a:ahLst/>
              <a:cxnLst/>
              <a:rect l="0" t="0" r="0" b="0"/>
              <a:pathLst>
                <a:path w="33716" h="26000">
                  <a:moveTo>
                    <a:pt x="33716" y="0"/>
                  </a:moveTo>
                  <a:lnTo>
                    <a:pt x="0" y="2600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91" name="Candidate_receptor__3790">
              <a:extLst>
                <a:ext uri="{FF2B5EF4-FFF2-40B4-BE49-F238E27FC236}">
                  <a16:creationId xmlns:a16="http://schemas.microsoft.com/office/drawing/2014/main" id="{99BFCC6F-EC3E-2E3A-1262-811E8AC31A7E}"/>
                </a:ext>
              </a:extLst>
            </p:cNvPr>
            <p:cNvSpPr>
              <a:spLocks noGrp="1"/>
            </p:cNvSpPr>
            <p:nvPr/>
          </p:nvSpPr>
          <p:spPr>
            <a:xfrm>
              <a:off x="4170103" y="3051602"/>
              <a:ext cx="72466" cy="18480"/>
            </a:xfrm>
            <a:custGeom>
              <a:avLst/>
              <a:gdLst/>
              <a:ahLst/>
              <a:cxnLst/>
              <a:rect l="0" t="0" r="0" b="0"/>
              <a:pathLst>
                <a:path w="72466" h="18480">
                  <a:moveTo>
                    <a:pt x="0" y="0"/>
                  </a:moveTo>
                  <a:lnTo>
                    <a:pt x="72466" y="1848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2" name="Candidate_receptor__3791">
              <a:extLst>
                <a:ext uri="{FF2B5EF4-FFF2-40B4-BE49-F238E27FC236}">
                  <a16:creationId xmlns:a16="http://schemas.microsoft.com/office/drawing/2014/main" id="{A7AEC3FF-EB2D-9C41-5C15-E5DD581433A5}"/>
                </a:ext>
              </a:extLst>
            </p:cNvPr>
            <p:cNvSpPr>
              <a:spLocks noGrp="1"/>
            </p:cNvSpPr>
            <p:nvPr/>
          </p:nvSpPr>
          <p:spPr>
            <a:xfrm>
              <a:off x="4859663" y="3133865"/>
              <a:ext cx="25202" cy="56372"/>
            </a:xfrm>
            <a:custGeom>
              <a:avLst/>
              <a:gdLst/>
              <a:ahLst/>
              <a:cxnLst/>
              <a:rect l="0" t="0" r="0" b="0"/>
              <a:pathLst>
                <a:path w="25202" h="56372">
                  <a:moveTo>
                    <a:pt x="25202" y="0"/>
                  </a:moveTo>
                  <a:lnTo>
                    <a:pt x="0" y="5637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3" name="Candidate_receptor__3792">
              <a:extLst>
                <a:ext uri="{FF2B5EF4-FFF2-40B4-BE49-F238E27FC236}">
                  <a16:creationId xmlns:a16="http://schemas.microsoft.com/office/drawing/2014/main" id="{322B48FC-C9F6-9C9F-C1EE-58A7CD1A1F09}"/>
                </a:ext>
              </a:extLst>
            </p:cNvPr>
            <p:cNvSpPr>
              <a:spLocks noGrp="1"/>
            </p:cNvSpPr>
            <p:nvPr/>
          </p:nvSpPr>
          <p:spPr>
            <a:xfrm>
              <a:off x="5290662" y="2910701"/>
              <a:ext cx="95028" cy="29202"/>
            </a:xfrm>
            <a:custGeom>
              <a:avLst/>
              <a:gdLst/>
              <a:ahLst/>
              <a:cxnLst/>
              <a:rect l="0" t="0" r="0" b="0"/>
              <a:pathLst>
                <a:path w="95028" h="29202">
                  <a:moveTo>
                    <a:pt x="95028" y="292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4" name="Candidate_receptor__3793">
              <a:extLst>
                <a:ext uri="{FF2B5EF4-FFF2-40B4-BE49-F238E27FC236}">
                  <a16:creationId xmlns:a16="http://schemas.microsoft.com/office/drawing/2014/main" id="{B717AE34-6FBE-3DDF-C8A1-DA5E76DC5F19}"/>
                </a:ext>
              </a:extLst>
            </p:cNvPr>
            <p:cNvSpPr>
              <a:spLocks noGrp="1"/>
            </p:cNvSpPr>
            <p:nvPr/>
          </p:nvSpPr>
          <p:spPr>
            <a:xfrm>
              <a:off x="5719197" y="1852959"/>
              <a:ext cx="95125" cy="65112"/>
            </a:xfrm>
            <a:custGeom>
              <a:avLst/>
              <a:gdLst/>
              <a:ahLst/>
              <a:cxnLst/>
              <a:rect l="0" t="0" r="0" b="0"/>
              <a:pathLst>
                <a:path w="95125" h="65112">
                  <a:moveTo>
                    <a:pt x="0" y="0"/>
                  </a:moveTo>
                  <a:lnTo>
                    <a:pt x="95125" y="6511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5" name="Candidate_receptor__3794">
              <a:extLst>
                <a:ext uri="{FF2B5EF4-FFF2-40B4-BE49-F238E27FC236}">
                  <a16:creationId xmlns:a16="http://schemas.microsoft.com/office/drawing/2014/main" id="{A4839E6A-8EB6-49A3-790A-052070723D7B}"/>
                </a:ext>
              </a:extLst>
            </p:cNvPr>
            <p:cNvSpPr>
              <a:spLocks noGrp="1"/>
            </p:cNvSpPr>
            <p:nvPr/>
          </p:nvSpPr>
          <p:spPr>
            <a:xfrm>
              <a:off x="4594192" y="2645615"/>
              <a:ext cx="108488" cy="5552"/>
            </a:xfrm>
            <a:custGeom>
              <a:avLst/>
              <a:gdLst/>
              <a:ahLst/>
              <a:cxnLst/>
              <a:rect l="0" t="0" r="0" b="0"/>
              <a:pathLst>
                <a:path w="108488" h="5552">
                  <a:moveTo>
                    <a:pt x="108488" y="55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6" name="Candidate_receptor__3795">
              <a:extLst>
                <a:ext uri="{FF2B5EF4-FFF2-40B4-BE49-F238E27FC236}">
                  <a16:creationId xmlns:a16="http://schemas.microsoft.com/office/drawing/2014/main" id="{B330AEE7-FC91-F699-478F-8F0B543F83CA}"/>
                </a:ext>
              </a:extLst>
            </p:cNvPr>
            <p:cNvSpPr>
              <a:spLocks noGrp="1"/>
            </p:cNvSpPr>
            <p:nvPr/>
          </p:nvSpPr>
          <p:spPr>
            <a:xfrm>
              <a:off x="4923621" y="2751529"/>
              <a:ext cx="106776" cy="16035"/>
            </a:xfrm>
            <a:custGeom>
              <a:avLst/>
              <a:gdLst/>
              <a:ahLst/>
              <a:cxnLst/>
              <a:rect l="0" t="0" r="0" b="0"/>
              <a:pathLst>
                <a:path w="106776" h="16035">
                  <a:moveTo>
                    <a:pt x="106776" y="0"/>
                  </a:moveTo>
                  <a:lnTo>
                    <a:pt x="0" y="16035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797" name="Candidate_receptor__3796">
              <a:extLst>
                <a:ext uri="{FF2B5EF4-FFF2-40B4-BE49-F238E27FC236}">
                  <a16:creationId xmlns:a16="http://schemas.microsoft.com/office/drawing/2014/main" id="{FC3FDC76-4713-3A7F-47A3-21409F9ACA3B}"/>
                </a:ext>
              </a:extLst>
            </p:cNvPr>
            <p:cNvSpPr>
              <a:spLocks noGrp="1"/>
            </p:cNvSpPr>
            <p:nvPr/>
          </p:nvSpPr>
          <p:spPr>
            <a:xfrm>
              <a:off x="4174456" y="2748188"/>
              <a:ext cx="69380" cy="21120"/>
            </a:xfrm>
            <a:custGeom>
              <a:avLst/>
              <a:gdLst/>
              <a:ahLst/>
              <a:cxnLst/>
              <a:rect l="0" t="0" r="0" b="0"/>
              <a:pathLst>
                <a:path w="69380" h="21120">
                  <a:moveTo>
                    <a:pt x="69380" y="0"/>
                  </a:moveTo>
                  <a:lnTo>
                    <a:pt x="0" y="2112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8" name="Candidate_receptor__3797">
              <a:extLst>
                <a:ext uri="{FF2B5EF4-FFF2-40B4-BE49-F238E27FC236}">
                  <a16:creationId xmlns:a16="http://schemas.microsoft.com/office/drawing/2014/main" id="{BE3D025E-5FB7-0B05-63D4-06A61BF33261}"/>
                </a:ext>
              </a:extLst>
            </p:cNvPr>
            <p:cNvSpPr>
              <a:spLocks noGrp="1"/>
            </p:cNvSpPr>
            <p:nvPr/>
          </p:nvSpPr>
          <p:spPr>
            <a:xfrm>
              <a:off x="4910420" y="2901773"/>
              <a:ext cx="64050" cy="41669"/>
            </a:xfrm>
            <a:custGeom>
              <a:avLst/>
              <a:gdLst/>
              <a:ahLst/>
              <a:cxnLst/>
              <a:rect l="0" t="0" r="0" b="0"/>
              <a:pathLst>
                <a:path w="64050" h="41669">
                  <a:moveTo>
                    <a:pt x="64050" y="0"/>
                  </a:moveTo>
                  <a:lnTo>
                    <a:pt x="0" y="41669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799" name="Candidate_receptor__3798">
              <a:extLst>
                <a:ext uri="{FF2B5EF4-FFF2-40B4-BE49-F238E27FC236}">
                  <a16:creationId xmlns:a16="http://schemas.microsoft.com/office/drawing/2014/main" id="{089DA003-77E7-3B15-6F27-71D0C1E24787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517801"/>
              <a:ext cx="2620" cy="8470"/>
            </a:xfrm>
            <a:custGeom>
              <a:avLst/>
              <a:gdLst/>
              <a:ahLst/>
              <a:cxnLst/>
              <a:rect l="0" t="0" r="0" b="0"/>
              <a:pathLst>
                <a:path w="2620" h="8470">
                  <a:moveTo>
                    <a:pt x="2620" y="84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800" name="Candidate_receptor__3799">
              <a:extLst>
                <a:ext uri="{FF2B5EF4-FFF2-40B4-BE49-F238E27FC236}">
                  <a16:creationId xmlns:a16="http://schemas.microsoft.com/office/drawing/2014/main" id="{39B9A647-C1A2-7237-F758-D5A4AF9E7405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187580"/>
              <a:ext cx="3331" cy="52788"/>
            </a:xfrm>
            <a:custGeom>
              <a:avLst/>
              <a:gdLst/>
              <a:ahLst/>
              <a:cxnLst/>
              <a:rect l="0" t="0" r="0" b="0"/>
              <a:pathLst>
                <a:path w="3331" h="52788">
                  <a:moveTo>
                    <a:pt x="3331" y="0"/>
                  </a:moveTo>
                  <a:lnTo>
                    <a:pt x="0" y="5278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1" name="Candidate_receptor__3800">
              <a:extLst>
                <a:ext uri="{FF2B5EF4-FFF2-40B4-BE49-F238E27FC236}">
                  <a16:creationId xmlns:a16="http://schemas.microsoft.com/office/drawing/2014/main" id="{A1FEBCF0-D955-1E07-5332-ABCCEED5A8CC}"/>
                </a:ext>
              </a:extLst>
            </p:cNvPr>
            <p:cNvSpPr>
              <a:spLocks noGrp="1"/>
            </p:cNvSpPr>
            <p:nvPr/>
          </p:nvSpPr>
          <p:spPr>
            <a:xfrm>
              <a:off x="5599001" y="2118339"/>
              <a:ext cx="51507" cy="31466"/>
            </a:xfrm>
            <a:custGeom>
              <a:avLst/>
              <a:gdLst/>
              <a:ahLst/>
              <a:cxnLst/>
              <a:rect l="0" t="0" r="0" b="0"/>
              <a:pathLst>
                <a:path w="51507" h="31466">
                  <a:moveTo>
                    <a:pt x="51507" y="0"/>
                  </a:moveTo>
                  <a:lnTo>
                    <a:pt x="0" y="3146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2" name="Candidate_receptor__3801">
              <a:extLst>
                <a:ext uri="{FF2B5EF4-FFF2-40B4-BE49-F238E27FC236}">
                  <a16:creationId xmlns:a16="http://schemas.microsoft.com/office/drawing/2014/main" id="{5D076644-8F48-4ACB-42B6-E7E678E07519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11549"/>
              <a:ext cx="2092" cy="54186"/>
            </a:xfrm>
            <a:custGeom>
              <a:avLst/>
              <a:gdLst/>
              <a:ahLst/>
              <a:cxnLst/>
              <a:rect l="0" t="0" r="0" b="0"/>
              <a:pathLst>
                <a:path w="2092" h="54186">
                  <a:moveTo>
                    <a:pt x="2092" y="0"/>
                  </a:moveTo>
                  <a:lnTo>
                    <a:pt x="0" y="5418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3" name="Candidate_receptor__3802">
              <a:extLst>
                <a:ext uri="{FF2B5EF4-FFF2-40B4-BE49-F238E27FC236}">
                  <a16:creationId xmlns:a16="http://schemas.microsoft.com/office/drawing/2014/main" id="{74A41133-1D6B-DABB-AA12-C7D8720928D0}"/>
                </a:ext>
              </a:extLst>
            </p:cNvPr>
            <p:cNvSpPr>
              <a:spLocks noGrp="1"/>
            </p:cNvSpPr>
            <p:nvPr/>
          </p:nvSpPr>
          <p:spPr>
            <a:xfrm>
              <a:off x="5263723" y="2590754"/>
              <a:ext cx="63490" cy="1676"/>
            </a:xfrm>
            <a:custGeom>
              <a:avLst/>
              <a:gdLst/>
              <a:ahLst/>
              <a:cxnLst/>
              <a:rect l="0" t="0" r="0" b="0"/>
              <a:pathLst>
                <a:path w="63490" h="1676">
                  <a:moveTo>
                    <a:pt x="63490" y="1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4" name="Candidate_receptor__3803">
              <a:extLst>
                <a:ext uri="{FF2B5EF4-FFF2-40B4-BE49-F238E27FC236}">
                  <a16:creationId xmlns:a16="http://schemas.microsoft.com/office/drawing/2014/main" id="{4CAA0C44-8FBA-0BA7-7253-B9B4C47B50A9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23681"/>
              <a:ext cx="50451" cy="84099"/>
            </a:xfrm>
            <a:custGeom>
              <a:avLst/>
              <a:gdLst/>
              <a:ahLst/>
              <a:cxnLst/>
              <a:rect l="0" t="0" r="0" b="0"/>
              <a:pathLst>
                <a:path w="50451" h="84099">
                  <a:moveTo>
                    <a:pt x="0" y="84099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5" name="Candidate_receptor__3804">
              <a:extLst>
                <a:ext uri="{FF2B5EF4-FFF2-40B4-BE49-F238E27FC236}">
                  <a16:creationId xmlns:a16="http://schemas.microsoft.com/office/drawing/2014/main" id="{FA7613B0-70C2-982F-1667-EA1C1407A057}"/>
                </a:ext>
              </a:extLst>
            </p:cNvPr>
            <p:cNvSpPr>
              <a:spLocks noGrp="1"/>
            </p:cNvSpPr>
            <p:nvPr/>
          </p:nvSpPr>
          <p:spPr>
            <a:xfrm>
              <a:off x="5506763" y="2425460"/>
              <a:ext cx="27861" cy="46986"/>
            </a:xfrm>
            <a:custGeom>
              <a:avLst/>
              <a:gdLst/>
              <a:ahLst/>
              <a:cxnLst/>
              <a:rect l="0" t="0" r="0" b="0"/>
              <a:pathLst>
                <a:path w="27861" h="46986">
                  <a:moveTo>
                    <a:pt x="0" y="46986"/>
                  </a:moveTo>
                  <a:lnTo>
                    <a:pt x="2786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6" name="Candidate_receptor__3805">
              <a:extLst>
                <a:ext uri="{FF2B5EF4-FFF2-40B4-BE49-F238E27FC236}">
                  <a16:creationId xmlns:a16="http://schemas.microsoft.com/office/drawing/2014/main" id="{7DEE1113-9CE0-2D36-4275-84B332D65691}"/>
                </a:ext>
              </a:extLst>
            </p:cNvPr>
            <p:cNvSpPr>
              <a:spLocks noGrp="1"/>
            </p:cNvSpPr>
            <p:nvPr/>
          </p:nvSpPr>
          <p:spPr>
            <a:xfrm>
              <a:off x="4702680" y="2651167"/>
              <a:ext cx="84308" cy="7006"/>
            </a:xfrm>
            <a:custGeom>
              <a:avLst/>
              <a:gdLst/>
              <a:ahLst/>
              <a:cxnLst/>
              <a:rect l="0" t="0" r="0" b="0"/>
              <a:pathLst>
                <a:path w="84308" h="7006">
                  <a:moveTo>
                    <a:pt x="84308" y="7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7" name="Candidate_receptor__3806">
              <a:extLst>
                <a:ext uri="{FF2B5EF4-FFF2-40B4-BE49-F238E27FC236}">
                  <a16:creationId xmlns:a16="http://schemas.microsoft.com/office/drawing/2014/main" id="{2D863ABF-5D46-4C44-9235-E562B4B80BD5}"/>
                </a:ext>
              </a:extLst>
            </p:cNvPr>
            <p:cNvSpPr>
              <a:spLocks noGrp="1"/>
            </p:cNvSpPr>
            <p:nvPr/>
          </p:nvSpPr>
          <p:spPr>
            <a:xfrm>
              <a:off x="4849969" y="2767564"/>
              <a:ext cx="73653" cy="33325"/>
            </a:xfrm>
            <a:custGeom>
              <a:avLst/>
              <a:gdLst/>
              <a:ahLst/>
              <a:cxnLst/>
              <a:rect l="0" t="0" r="0" b="0"/>
              <a:pathLst>
                <a:path w="73653" h="33325">
                  <a:moveTo>
                    <a:pt x="73653" y="0"/>
                  </a:moveTo>
                  <a:lnTo>
                    <a:pt x="0" y="3332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8" name="Candidate_receptor__3807">
              <a:extLst>
                <a:ext uri="{FF2B5EF4-FFF2-40B4-BE49-F238E27FC236}">
                  <a16:creationId xmlns:a16="http://schemas.microsoft.com/office/drawing/2014/main" id="{AAD1F59C-3593-FB8F-33C0-32CA13099D6C}"/>
                </a:ext>
              </a:extLst>
            </p:cNvPr>
            <p:cNvSpPr>
              <a:spLocks noGrp="1"/>
            </p:cNvSpPr>
            <p:nvPr/>
          </p:nvSpPr>
          <p:spPr>
            <a:xfrm>
              <a:off x="3667044" y="2758794"/>
              <a:ext cx="98845" cy="56355"/>
            </a:xfrm>
            <a:custGeom>
              <a:avLst/>
              <a:gdLst/>
              <a:ahLst/>
              <a:cxnLst/>
              <a:rect l="0" t="0" r="0" b="0"/>
              <a:pathLst>
                <a:path w="98845" h="56355">
                  <a:moveTo>
                    <a:pt x="98845" y="0"/>
                  </a:moveTo>
                  <a:lnTo>
                    <a:pt x="0" y="5635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9" name="Candidate_receptor__3808">
              <a:extLst>
                <a:ext uri="{FF2B5EF4-FFF2-40B4-BE49-F238E27FC236}">
                  <a16:creationId xmlns:a16="http://schemas.microsoft.com/office/drawing/2014/main" id="{C42E9735-FAE4-E0BE-8E5F-DF8C1AEBE3FC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946151"/>
              <a:ext cx="45438" cy="59564"/>
            </a:xfrm>
            <a:custGeom>
              <a:avLst/>
              <a:gdLst/>
              <a:ahLst/>
              <a:cxnLst/>
              <a:rect l="0" t="0" r="0" b="0"/>
              <a:pathLst>
                <a:path w="45438" h="59564">
                  <a:moveTo>
                    <a:pt x="45438" y="595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0" name="Candidate_receptor__3809">
              <a:extLst>
                <a:ext uri="{FF2B5EF4-FFF2-40B4-BE49-F238E27FC236}">
                  <a16:creationId xmlns:a16="http://schemas.microsoft.com/office/drawing/2014/main" id="{325001AB-0243-8BF8-BC71-00644BC6C7EA}"/>
                </a:ext>
              </a:extLst>
            </p:cNvPr>
            <p:cNvSpPr>
              <a:spLocks noGrp="1"/>
            </p:cNvSpPr>
            <p:nvPr/>
          </p:nvSpPr>
          <p:spPr>
            <a:xfrm>
              <a:off x="5721739" y="2414959"/>
              <a:ext cx="78545" cy="8722"/>
            </a:xfrm>
            <a:custGeom>
              <a:avLst/>
              <a:gdLst/>
              <a:ahLst/>
              <a:cxnLst/>
              <a:rect l="0" t="0" r="0" b="0"/>
              <a:pathLst>
                <a:path w="78545" h="8722">
                  <a:moveTo>
                    <a:pt x="0" y="8722"/>
                  </a:moveTo>
                  <a:lnTo>
                    <a:pt x="7854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1" name="Candidate_receptor__3810">
              <a:extLst>
                <a:ext uri="{FF2B5EF4-FFF2-40B4-BE49-F238E27FC236}">
                  <a16:creationId xmlns:a16="http://schemas.microsoft.com/office/drawing/2014/main" id="{EF3BD133-09FE-0B53-659B-D67B8D7B16E6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3462"/>
              <a:ext cx="619" cy="115331"/>
            </a:xfrm>
            <a:custGeom>
              <a:avLst/>
              <a:gdLst/>
              <a:ahLst/>
              <a:cxnLst/>
              <a:rect l="0" t="0" r="0" b="0"/>
              <a:pathLst>
                <a:path w="619" h="115331">
                  <a:moveTo>
                    <a:pt x="0" y="0"/>
                  </a:moveTo>
                  <a:lnTo>
                    <a:pt x="619" y="1153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2" name="Candidate_receptor__3811">
              <a:extLst>
                <a:ext uri="{FF2B5EF4-FFF2-40B4-BE49-F238E27FC236}">
                  <a16:creationId xmlns:a16="http://schemas.microsoft.com/office/drawing/2014/main" id="{870B17E1-A775-1201-D5C7-C388A484C025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210374"/>
              <a:ext cx="102914" cy="34358"/>
            </a:xfrm>
            <a:custGeom>
              <a:avLst/>
              <a:gdLst/>
              <a:ahLst/>
              <a:cxnLst/>
              <a:rect l="0" t="0" r="0" b="0"/>
              <a:pathLst>
                <a:path w="102914" h="34358">
                  <a:moveTo>
                    <a:pt x="102914" y="343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3" name="Candidate_receptor__3812">
              <a:extLst>
                <a:ext uri="{FF2B5EF4-FFF2-40B4-BE49-F238E27FC236}">
                  <a16:creationId xmlns:a16="http://schemas.microsoft.com/office/drawing/2014/main" id="{B245D7DD-01D3-C9E1-CF00-C961EECC9963}"/>
                </a:ext>
              </a:extLst>
            </p:cNvPr>
            <p:cNvSpPr>
              <a:spLocks noGrp="1"/>
            </p:cNvSpPr>
            <p:nvPr/>
          </p:nvSpPr>
          <p:spPr>
            <a:xfrm>
              <a:off x="4060222" y="3051602"/>
              <a:ext cx="109881" cy="30605"/>
            </a:xfrm>
            <a:custGeom>
              <a:avLst/>
              <a:gdLst/>
              <a:ahLst/>
              <a:cxnLst/>
              <a:rect l="0" t="0" r="0" b="0"/>
              <a:pathLst>
                <a:path w="109881" h="30605">
                  <a:moveTo>
                    <a:pt x="0" y="30605"/>
                  </a:moveTo>
                  <a:lnTo>
                    <a:pt x="10988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4" name="Candidate_receptor__3813">
              <a:extLst>
                <a:ext uri="{FF2B5EF4-FFF2-40B4-BE49-F238E27FC236}">
                  <a16:creationId xmlns:a16="http://schemas.microsoft.com/office/drawing/2014/main" id="{2EBCF007-AA03-7DA6-4779-0C7300F7FEA1}"/>
                </a:ext>
              </a:extLst>
            </p:cNvPr>
            <p:cNvSpPr>
              <a:spLocks noGrp="1"/>
            </p:cNvSpPr>
            <p:nvPr/>
          </p:nvSpPr>
          <p:spPr>
            <a:xfrm>
              <a:off x="4812692" y="2943442"/>
              <a:ext cx="97728" cy="52122"/>
            </a:xfrm>
            <a:custGeom>
              <a:avLst/>
              <a:gdLst/>
              <a:ahLst/>
              <a:cxnLst/>
              <a:rect l="0" t="0" r="0" b="0"/>
              <a:pathLst>
                <a:path w="97728" h="52122">
                  <a:moveTo>
                    <a:pt x="97728" y="0"/>
                  </a:moveTo>
                  <a:lnTo>
                    <a:pt x="0" y="521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5" name="Candidate_receptor__3814">
              <a:extLst>
                <a:ext uri="{FF2B5EF4-FFF2-40B4-BE49-F238E27FC236}">
                  <a16:creationId xmlns:a16="http://schemas.microsoft.com/office/drawing/2014/main" id="{12F7A999-B9A3-DDC8-C4D4-68640A350895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31095" cy="18687"/>
            </a:xfrm>
            <a:custGeom>
              <a:avLst/>
              <a:gdLst/>
              <a:ahLst/>
              <a:cxnLst/>
              <a:rect l="0" t="0" r="0" b="0"/>
              <a:pathLst>
                <a:path w="31095" h="18687">
                  <a:moveTo>
                    <a:pt x="31095" y="186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6" name="Candidate_receptor__3815">
              <a:extLst>
                <a:ext uri="{FF2B5EF4-FFF2-40B4-BE49-F238E27FC236}">
                  <a16:creationId xmlns:a16="http://schemas.microsoft.com/office/drawing/2014/main" id="{BB6CF451-63C9-BBE1-6B9D-3624D0230E36}"/>
                </a:ext>
              </a:extLst>
            </p:cNvPr>
            <p:cNvSpPr>
              <a:spLocks noGrp="1"/>
            </p:cNvSpPr>
            <p:nvPr/>
          </p:nvSpPr>
          <p:spPr>
            <a:xfrm>
              <a:off x="4282627" y="3090902"/>
              <a:ext cx="50007" cy="96678"/>
            </a:xfrm>
            <a:custGeom>
              <a:avLst/>
              <a:gdLst/>
              <a:ahLst/>
              <a:cxnLst/>
              <a:rect l="0" t="0" r="0" b="0"/>
              <a:pathLst>
                <a:path w="50007" h="96678">
                  <a:moveTo>
                    <a:pt x="50007" y="0"/>
                  </a:moveTo>
                  <a:lnTo>
                    <a:pt x="0" y="9667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7" name="Candidate_receptor__3816">
              <a:extLst>
                <a:ext uri="{FF2B5EF4-FFF2-40B4-BE49-F238E27FC236}">
                  <a16:creationId xmlns:a16="http://schemas.microsoft.com/office/drawing/2014/main" id="{BD594CCD-EB04-A573-C906-6D9222B22585}"/>
                </a:ext>
              </a:extLst>
            </p:cNvPr>
            <p:cNvSpPr>
              <a:spLocks noGrp="1"/>
            </p:cNvSpPr>
            <p:nvPr/>
          </p:nvSpPr>
          <p:spPr>
            <a:xfrm>
              <a:off x="4786987" y="2625403"/>
              <a:ext cx="101862" cy="32770"/>
            </a:xfrm>
            <a:custGeom>
              <a:avLst/>
              <a:gdLst/>
              <a:ahLst/>
              <a:cxnLst/>
              <a:rect l="0" t="0" r="0" b="0"/>
              <a:pathLst>
                <a:path w="101862" h="32770">
                  <a:moveTo>
                    <a:pt x="101862" y="0"/>
                  </a:moveTo>
                  <a:lnTo>
                    <a:pt x="0" y="3277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8" name="Candidate_receptor__3817">
              <a:extLst>
                <a:ext uri="{FF2B5EF4-FFF2-40B4-BE49-F238E27FC236}">
                  <a16:creationId xmlns:a16="http://schemas.microsoft.com/office/drawing/2014/main" id="{E65554B0-5996-E02C-A555-B43AFB3C3097}"/>
                </a:ext>
              </a:extLst>
            </p:cNvPr>
            <p:cNvSpPr>
              <a:spLocks noGrp="1"/>
            </p:cNvSpPr>
            <p:nvPr/>
          </p:nvSpPr>
          <p:spPr>
            <a:xfrm>
              <a:off x="4081922" y="2701555"/>
              <a:ext cx="92534" cy="67752"/>
            </a:xfrm>
            <a:custGeom>
              <a:avLst/>
              <a:gdLst/>
              <a:ahLst/>
              <a:cxnLst/>
              <a:rect l="0" t="0" r="0" b="0"/>
              <a:pathLst>
                <a:path w="92534" h="67752">
                  <a:moveTo>
                    <a:pt x="92534" y="677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9" name="Candidate_receptor__3818">
              <a:extLst>
                <a:ext uri="{FF2B5EF4-FFF2-40B4-BE49-F238E27FC236}">
                  <a16:creationId xmlns:a16="http://schemas.microsoft.com/office/drawing/2014/main" id="{8543BCA6-FC62-D988-4B3B-DB28A2878474}"/>
                </a:ext>
              </a:extLst>
            </p:cNvPr>
            <p:cNvSpPr>
              <a:spLocks noGrp="1"/>
            </p:cNvSpPr>
            <p:nvPr/>
          </p:nvSpPr>
          <p:spPr>
            <a:xfrm>
              <a:off x="4757244" y="2800890"/>
              <a:ext cx="92725" cy="52422"/>
            </a:xfrm>
            <a:custGeom>
              <a:avLst/>
              <a:gdLst/>
              <a:ahLst/>
              <a:cxnLst/>
              <a:rect l="0" t="0" r="0" b="0"/>
              <a:pathLst>
                <a:path w="92725" h="52422">
                  <a:moveTo>
                    <a:pt x="92725" y="0"/>
                  </a:moveTo>
                  <a:lnTo>
                    <a:pt x="0" y="524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0" name="Candidate_receptor__3819">
              <a:extLst>
                <a:ext uri="{FF2B5EF4-FFF2-40B4-BE49-F238E27FC236}">
                  <a16:creationId xmlns:a16="http://schemas.microsoft.com/office/drawing/2014/main" id="{A8257E0D-608A-A302-6B22-CBB1B1363AE0}"/>
                </a:ext>
              </a:extLst>
            </p:cNvPr>
            <p:cNvSpPr>
              <a:spLocks noGrp="1"/>
            </p:cNvSpPr>
            <p:nvPr/>
          </p:nvSpPr>
          <p:spPr>
            <a:xfrm>
              <a:off x="4884864" y="3067920"/>
              <a:ext cx="93684" cy="65946"/>
            </a:xfrm>
            <a:custGeom>
              <a:avLst/>
              <a:gdLst/>
              <a:ahLst/>
              <a:cxnLst/>
              <a:rect l="0" t="0" r="0" b="0"/>
              <a:pathLst>
                <a:path w="93684" h="65946">
                  <a:moveTo>
                    <a:pt x="93684" y="0"/>
                  </a:moveTo>
                  <a:lnTo>
                    <a:pt x="0" y="6594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1" name="Candidate_receptor__3820">
              <a:extLst>
                <a:ext uri="{FF2B5EF4-FFF2-40B4-BE49-F238E27FC236}">
                  <a16:creationId xmlns:a16="http://schemas.microsoft.com/office/drawing/2014/main" id="{F0523451-EDE9-2E94-76D8-DB5CA8BFF69B}"/>
                </a:ext>
              </a:extLst>
            </p:cNvPr>
            <p:cNvSpPr>
              <a:spLocks noGrp="1"/>
            </p:cNvSpPr>
            <p:nvPr/>
          </p:nvSpPr>
          <p:spPr>
            <a:xfrm>
              <a:off x="4776120" y="2491080"/>
              <a:ext cx="109143" cy="10312"/>
            </a:xfrm>
            <a:custGeom>
              <a:avLst/>
              <a:gdLst/>
              <a:ahLst/>
              <a:cxnLst/>
              <a:rect l="0" t="0" r="0" b="0"/>
              <a:pathLst>
                <a:path w="109143" h="10312">
                  <a:moveTo>
                    <a:pt x="0" y="0"/>
                  </a:moveTo>
                  <a:lnTo>
                    <a:pt x="109143" y="1031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2" name="Candidate_receptor__3821">
              <a:extLst>
                <a:ext uri="{FF2B5EF4-FFF2-40B4-BE49-F238E27FC236}">
                  <a16:creationId xmlns:a16="http://schemas.microsoft.com/office/drawing/2014/main" id="{4BE5AB39-C180-C2F7-0BFE-C90A3E7580A0}"/>
                </a:ext>
              </a:extLst>
            </p:cNvPr>
            <p:cNvSpPr>
              <a:spLocks noGrp="1"/>
            </p:cNvSpPr>
            <p:nvPr/>
          </p:nvSpPr>
          <p:spPr>
            <a:xfrm>
              <a:off x="5203024" y="3275117"/>
              <a:ext cx="10470" cy="98414"/>
            </a:xfrm>
            <a:custGeom>
              <a:avLst/>
              <a:gdLst/>
              <a:ahLst/>
              <a:cxnLst/>
              <a:rect l="0" t="0" r="0" b="0"/>
              <a:pathLst>
                <a:path w="10470" h="98414">
                  <a:moveTo>
                    <a:pt x="0" y="0"/>
                  </a:moveTo>
                  <a:lnTo>
                    <a:pt x="10470" y="98414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3" name="Candidate_receptor__3822">
              <a:extLst>
                <a:ext uri="{FF2B5EF4-FFF2-40B4-BE49-F238E27FC236}">
                  <a16:creationId xmlns:a16="http://schemas.microsoft.com/office/drawing/2014/main" id="{2FDFE5D6-F16C-E609-C354-BCE43F68D1CA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913867"/>
              <a:ext cx="23091" cy="93469"/>
            </a:xfrm>
            <a:custGeom>
              <a:avLst/>
              <a:gdLst/>
              <a:ahLst/>
              <a:cxnLst/>
              <a:rect l="0" t="0" r="0" b="0"/>
              <a:pathLst>
                <a:path w="23091" h="93469">
                  <a:moveTo>
                    <a:pt x="0" y="0"/>
                  </a:moveTo>
                  <a:lnTo>
                    <a:pt x="23091" y="93469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4" name="Candidate_receptor__3823">
              <a:extLst>
                <a:ext uri="{FF2B5EF4-FFF2-40B4-BE49-F238E27FC236}">
                  <a16:creationId xmlns:a16="http://schemas.microsoft.com/office/drawing/2014/main" id="{BCE98CEB-EB83-32C7-11E6-A82FBFAFEA9B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149805"/>
              <a:ext cx="94204" cy="63498"/>
            </a:xfrm>
            <a:custGeom>
              <a:avLst/>
              <a:gdLst/>
              <a:ahLst/>
              <a:cxnLst/>
              <a:rect l="0" t="0" r="0" b="0"/>
              <a:pathLst>
                <a:path w="94204" h="63498">
                  <a:moveTo>
                    <a:pt x="94204" y="0"/>
                  </a:moveTo>
                  <a:lnTo>
                    <a:pt x="0" y="6349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5" name="Candidate_receptor__3824">
              <a:extLst>
                <a:ext uri="{FF2B5EF4-FFF2-40B4-BE49-F238E27FC236}">
                  <a16:creationId xmlns:a16="http://schemas.microsoft.com/office/drawing/2014/main" id="{CB890D1C-04DD-D84E-5281-B60FEBD39000}"/>
                </a:ext>
              </a:extLst>
            </p:cNvPr>
            <p:cNvSpPr>
              <a:spLocks noGrp="1"/>
            </p:cNvSpPr>
            <p:nvPr/>
          </p:nvSpPr>
          <p:spPr>
            <a:xfrm>
              <a:off x="3981647" y="3015698"/>
              <a:ext cx="78575" cy="66509"/>
            </a:xfrm>
            <a:custGeom>
              <a:avLst/>
              <a:gdLst/>
              <a:ahLst/>
              <a:cxnLst/>
              <a:rect l="0" t="0" r="0" b="0"/>
              <a:pathLst>
                <a:path w="78575" h="66509">
                  <a:moveTo>
                    <a:pt x="0" y="0"/>
                  </a:moveTo>
                  <a:lnTo>
                    <a:pt x="78575" y="6650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6" name="Candidate_receptor__3825">
              <a:extLst>
                <a:ext uri="{FF2B5EF4-FFF2-40B4-BE49-F238E27FC236}">
                  <a16:creationId xmlns:a16="http://schemas.microsoft.com/office/drawing/2014/main" id="{146C7B22-03EA-03E3-2C43-B558CB1F1CDC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815149"/>
              <a:ext cx="16058" cy="98718"/>
            </a:xfrm>
            <a:custGeom>
              <a:avLst/>
              <a:gdLst/>
              <a:ahLst/>
              <a:cxnLst/>
              <a:rect l="0" t="0" r="0" b="0"/>
              <a:pathLst>
                <a:path w="16058" h="98718">
                  <a:moveTo>
                    <a:pt x="16058" y="0"/>
                  </a:moveTo>
                  <a:lnTo>
                    <a:pt x="0" y="9871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7" name="Candidate_receptor__3826">
              <a:extLst>
                <a:ext uri="{FF2B5EF4-FFF2-40B4-BE49-F238E27FC236}">
                  <a16:creationId xmlns:a16="http://schemas.microsoft.com/office/drawing/2014/main" id="{BDEA4B56-5B73-9ED9-A004-27ADED914287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5985" cy="95437"/>
            </a:xfrm>
            <a:custGeom>
              <a:avLst/>
              <a:gdLst/>
              <a:ahLst/>
              <a:cxnLst/>
              <a:rect l="0" t="0" r="0" b="0"/>
              <a:pathLst>
                <a:path w="5985" h="95437">
                  <a:moveTo>
                    <a:pt x="0" y="0"/>
                  </a:moveTo>
                  <a:lnTo>
                    <a:pt x="5985" y="95437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8" name="Candidate_receptor__3827">
              <a:extLst>
                <a:ext uri="{FF2B5EF4-FFF2-40B4-BE49-F238E27FC236}">
                  <a16:creationId xmlns:a16="http://schemas.microsoft.com/office/drawing/2014/main" id="{39A06E48-D8DC-3407-FB71-0123515A5414}"/>
                </a:ext>
              </a:extLst>
            </p:cNvPr>
            <p:cNvSpPr>
              <a:spLocks noGrp="1"/>
            </p:cNvSpPr>
            <p:nvPr/>
          </p:nvSpPr>
          <p:spPr>
            <a:xfrm>
              <a:off x="4888850" y="2625403"/>
              <a:ext cx="96122" cy="5292"/>
            </a:xfrm>
            <a:custGeom>
              <a:avLst/>
              <a:gdLst/>
              <a:ahLst/>
              <a:cxnLst/>
              <a:rect l="0" t="0" r="0" b="0"/>
              <a:pathLst>
                <a:path w="96122" h="5292">
                  <a:moveTo>
                    <a:pt x="96122" y="52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9" name="Candidate_receptor__3828">
              <a:extLst>
                <a:ext uri="{FF2B5EF4-FFF2-40B4-BE49-F238E27FC236}">
                  <a16:creationId xmlns:a16="http://schemas.microsoft.com/office/drawing/2014/main" id="{9AFDE2AF-3BC7-E32D-FC4A-C67A5AF6543B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412667"/>
              <a:ext cx="59767" cy="72244"/>
            </a:xfrm>
            <a:custGeom>
              <a:avLst/>
              <a:gdLst/>
              <a:ahLst/>
              <a:cxnLst/>
              <a:rect l="0" t="0" r="0" b="0"/>
              <a:pathLst>
                <a:path w="59767" h="72244">
                  <a:moveTo>
                    <a:pt x="0" y="0"/>
                  </a:moveTo>
                  <a:lnTo>
                    <a:pt x="59767" y="722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0" name="Candidate_receptor__3829">
              <a:extLst>
                <a:ext uri="{FF2B5EF4-FFF2-40B4-BE49-F238E27FC236}">
                  <a16:creationId xmlns:a16="http://schemas.microsoft.com/office/drawing/2014/main" id="{C1966381-08AF-F6D2-AEAA-F6FE990118C1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096410"/>
              <a:ext cx="11256" cy="113964"/>
            </a:xfrm>
            <a:custGeom>
              <a:avLst/>
              <a:gdLst/>
              <a:ahLst/>
              <a:cxnLst/>
              <a:rect l="0" t="0" r="0" b="0"/>
              <a:pathLst>
                <a:path w="11256" h="113964">
                  <a:moveTo>
                    <a:pt x="0" y="113964"/>
                  </a:moveTo>
                  <a:lnTo>
                    <a:pt x="1125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1" name="Candidate_receptor__3830">
              <a:extLst>
                <a:ext uri="{FF2B5EF4-FFF2-40B4-BE49-F238E27FC236}">
                  <a16:creationId xmlns:a16="http://schemas.microsoft.com/office/drawing/2014/main" id="{5EC86291-A725-6C60-78B8-C2B2AF0F2712}"/>
                </a:ext>
              </a:extLst>
            </p:cNvPr>
            <p:cNvSpPr>
              <a:spLocks noGrp="1"/>
            </p:cNvSpPr>
            <p:nvPr/>
          </p:nvSpPr>
          <p:spPr>
            <a:xfrm>
              <a:off x="4978445" y="3202630"/>
              <a:ext cx="87729" cy="63231"/>
            </a:xfrm>
            <a:custGeom>
              <a:avLst/>
              <a:gdLst/>
              <a:ahLst/>
              <a:cxnLst/>
              <a:rect l="0" t="0" r="0" b="0"/>
              <a:pathLst>
                <a:path w="87729" h="63231">
                  <a:moveTo>
                    <a:pt x="87729" y="0"/>
                  </a:moveTo>
                  <a:lnTo>
                    <a:pt x="0" y="632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2" name="Candidate_receptor__3831">
              <a:extLst>
                <a:ext uri="{FF2B5EF4-FFF2-40B4-BE49-F238E27FC236}">
                  <a16:creationId xmlns:a16="http://schemas.microsoft.com/office/drawing/2014/main" id="{54A31A7C-AF70-DB02-40C6-1C8AAD7AB4C9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491080"/>
              <a:ext cx="103393" cy="48993"/>
            </a:xfrm>
            <a:custGeom>
              <a:avLst/>
              <a:gdLst/>
              <a:ahLst/>
              <a:cxnLst/>
              <a:rect l="0" t="0" r="0" b="0"/>
              <a:pathLst>
                <a:path w="103393" h="48993">
                  <a:moveTo>
                    <a:pt x="0" y="48993"/>
                  </a:moveTo>
                  <a:lnTo>
                    <a:pt x="103393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3" name="Candidate_receptor__3832">
              <a:extLst>
                <a:ext uri="{FF2B5EF4-FFF2-40B4-BE49-F238E27FC236}">
                  <a16:creationId xmlns:a16="http://schemas.microsoft.com/office/drawing/2014/main" id="{E3909FE4-6AFA-97C7-AEFE-14FF2E41CE4E}"/>
                </a:ext>
              </a:extLst>
            </p:cNvPr>
            <p:cNvSpPr>
              <a:spLocks noGrp="1"/>
            </p:cNvSpPr>
            <p:nvPr/>
          </p:nvSpPr>
          <p:spPr>
            <a:xfrm>
              <a:off x="4984972" y="2572272"/>
              <a:ext cx="87909" cy="58423"/>
            </a:xfrm>
            <a:custGeom>
              <a:avLst/>
              <a:gdLst/>
              <a:ahLst/>
              <a:cxnLst/>
              <a:rect l="0" t="0" r="0" b="0"/>
              <a:pathLst>
                <a:path w="87909" h="58423">
                  <a:moveTo>
                    <a:pt x="87909" y="0"/>
                  </a:moveTo>
                  <a:lnTo>
                    <a:pt x="0" y="5842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4" name="Candidate_receptor__3833">
              <a:extLst>
                <a:ext uri="{FF2B5EF4-FFF2-40B4-BE49-F238E27FC236}">
                  <a16:creationId xmlns:a16="http://schemas.microsoft.com/office/drawing/2014/main" id="{75A63C19-A65D-70E9-38E8-F205BC10E386}"/>
                </a:ext>
              </a:extLst>
            </p:cNvPr>
            <p:cNvSpPr>
              <a:spLocks noGrp="1"/>
            </p:cNvSpPr>
            <p:nvPr/>
          </p:nvSpPr>
          <p:spPr>
            <a:xfrm>
              <a:off x="3895452" y="2634984"/>
              <a:ext cx="22796" cy="66344"/>
            </a:xfrm>
            <a:custGeom>
              <a:avLst/>
              <a:gdLst/>
              <a:ahLst/>
              <a:cxnLst/>
              <a:rect l="0" t="0" r="0" b="0"/>
              <a:pathLst>
                <a:path w="22796" h="66344">
                  <a:moveTo>
                    <a:pt x="22796" y="0"/>
                  </a:moveTo>
                  <a:lnTo>
                    <a:pt x="0" y="663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5" name="Candidate_receptor__3834">
              <a:extLst>
                <a:ext uri="{FF2B5EF4-FFF2-40B4-BE49-F238E27FC236}">
                  <a16:creationId xmlns:a16="http://schemas.microsoft.com/office/drawing/2014/main" id="{A22541DE-2E0B-522F-D1DD-EDF18AFA46D9}"/>
                </a:ext>
              </a:extLst>
            </p:cNvPr>
            <p:cNvSpPr>
              <a:spLocks noGrp="1"/>
            </p:cNvSpPr>
            <p:nvPr/>
          </p:nvSpPr>
          <p:spPr>
            <a:xfrm>
              <a:off x="4788154" y="2995564"/>
              <a:ext cx="24538" cy="58081"/>
            </a:xfrm>
            <a:custGeom>
              <a:avLst/>
              <a:gdLst/>
              <a:ahLst/>
              <a:cxnLst/>
              <a:rect l="0" t="0" r="0" b="0"/>
              <a:pathLst>
                <a:path w="24538" h="58081">
                  <a:moveTo>
                    <a:pt x="24538" y="0"/>
                  </a:moveTo>
                  <a:lnTo>
                    <a:pt x="0" y="5808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6" name="Candidate_receptor__3835">
              <a:extLst>
                <a:ext uri="{FF2B5EF4-FFF2-40B4-BE49-F238E27FC236}">
                  <a16:creationId xmlns:a16="http://schemas.microsoft.com/office/drawing/2014/main" id="{3668268C-A61A-FA25-DF69-8D462B456F46}"/>
                </a:ext>
              </a:extLst>
            </p:cNvPr>
            <p:cNvSpPr>
              <a:spLocks noGrp="1"/>
            </p:cNvSpPr>
            <p:nvPr/>
          </p:nvSpPr>
          <p:spPr>
            <a:xfrm>
              <a:off x="5698587" y="2005715"/>
              <a:ext cx="70422" cy="90695"/>
            </a:xfrm>
            <a:custGeom>
              <a:avLst/>
              <a:gdLst/>
              <a:ahLst/>
              <a:cxnLst/>
              <a:rect l="0" t="0" r="0" b="0"/>
              <a:pathLst>
                <a:path w="70422" h="90695">
                  <a:moveTo>
                    <a:pt x="70422" y="906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7" name="Candidate_receptor__3836">
              <a:extLst>
                <a:ext uri="{FF2B5EF4-FFF2-40B4-BE49-F238E27FC236}">
                  <a16:creationId xmlns:a16="http://schemas.microsoft.com/office/drawing/2014/main" id="{B9970B2E-E3CC-E2DC-0EA1-642C4F587730}"/>
                </a:ext>
              </a:extLst>
            </p:cNvPr>
            <p:cNvSpPr>
              <a:spLocks noGrp="1"/>
            </p:cNvSpPr>
            <p:nvPr/>
          </p:nvSpPr>
          <p:spPr>
            <a:xfrm>
              <a:off x="5800284" y="2414959"/>
              <a:ext cx="29637" cy="111311"/>
            </a:xfrm>
            <a:custGeom>
              <a:avLst/>
              <a:gdLst/>
              <a:ahLst/>
              <a:cxnLst/>
              <a:rect l="0" t="0" r="0" b="0"/>
              <a:pathLst>
                <a:path w="29637" h="111311">
                  <a:moveTo>
                    <a:pt x="0" y="0"/>
                  </a:moveTo>
                  <a:lnTo>
                    <a:pt x="29637" y="11131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8" name="Candidate_receptor__3837">
              <a:extLst>
                <a:ext uri="{FF2B5EF4-FFF2-40B4-BE49-F238E27FC236}">
                  <a16:creationId xmlns:a16="http://schemas.microsoft.com/office/drawing/2014/main" id="{06EB8E07-F152-2AB7-6F4D-A8F3FAA633D7}"/>
                </a:ext>
              </a:extLst>
            </p:cNvPr>
            <p:cNvSpPr>
              <a:spLocks noGrp="1"/>
            </p:cNvSpPr>
            <p:nvPr/>
          </p:nvSpPr>
          <p:spPr>
            <a:xfrm>
              <a:off x="5072881" y="2572272"/>
              <a:ext cx="93421" cy="27474"/>
            </a:xfrm>
            <a:custGeom>
              <a:avLst/>
              <a:gdLst/>
              <a:ahLst/>
              <a:cxnLst/>
              <a:rect l="0" t="0" r="0" b="0"/>
              <a:pathLst>
                <a:path w="93421" h="27474">
                  <a:moveTo>
                    <a:pt x="93421" y="274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9" name="Candidate_receptor__3838">
              <a:extLst>
                <a:ext uri="{FF2B5EF4-FFF2-40B4-BE49-F238E27FC236}">
                  <a16:creationId xmlns:a16="http://schemas.microsoft.com/office/drawing/2014/main" id="{0503CF0C-27E3-0355-80CE-26765A640980}"/>
                </a:ext>
              </a:extLst>
            </p:cNvPr>
            <p:cNvSpPr>
              <a:spLocks noGrp="1"/>
            </p:cNvSpPr>
            <p:nvPr/>
          </p:nvSpPr>
          <p:spPr>
            <a:xfrm>
              <a:off x="4151881" y="3230206"/>
              <a:ext cx="8983" cy="111269"/>
            </a:xfrm>
            <a:custGeom>
              <a:avLst/>
              <a:gdLst/>
              <a:ahLst/>
              <a:cxnLst/>
              <a:rect l="0" t="0" r="0" b="0"/>
              <a:pathLst>
                <a:path w="8983" h="111269">
                  <a:moveTo>
                    <a:pt x="8983" y="1112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0" name="Candidate_receptor__3839">
              <a:extLst>
                <a:ext uri="{FF2B5EF4-FFF2-40B4-BE49-F238E27FC236}">
                  <a16:creationId xmlns:a16="http://schemas.microsoft.com/office/drawing/2014/main" id="{49DED6DB-7CE9-A5BF-F210-39E21C6C91C3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96742"/>
              <a:ext cx="106168" cy="33464"/>
            </a:xfrm>
            <a:custGeom>
              <a:avLst/>
              <a:gdLst/>
              <a:ahLst/>
              <a:cxnLst/>
              <a:rect l="0" t="0" r="0" b="0"/>
              <a:pathLst>
                <a:path w="106168" h="33464">
                  <a:moveTo>
                    <a:pt x="106168" y="334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1" name="Candidate_receptor__3840">
              <a:extLst>
                <a:ext uri="{FF2B5EF4-FFF2-40B4-BE49-F238E27FC236}">
                  <a16:creationId xmlns:a16="http://schemas.microsoft.com/office/drawing/2014/main" id="{AB975B83-85D5-4EE6-A9B5-F47D7E0BBE1A}"/>
                </a:ext>
              </a:extLst>
            </p:cNvPr>
            <p:cNvSpPr>
              <a:spLocks noGrp="1"/>
            </p:cNvSpPr>
            <p:nvPr/>
          </p:nvSpPr>
          <p:spPr>
            <a:xfrm>
              <a:off x="4065448" y="2608529"/>
              <a:ext cx="16474" cy="93027"/>
            </a:xfrm>
            <a:custGeom>
              <a:avLst/>
              <a:gdLst/>
              <a:ahLst/>
              <a:cxnLst/>
              <a:rect l="0" t="0" r="0" b="0"/>
              <a:pathLst>
                <a:path w="16474" h="93027">
                  <a:moveTo>
                    <a:pt x="16474" y="93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2" name="Candidate_receptor__3841">
              <a:extLst>
                <a:ext uri="{FF2B5EF4-FFF2-40B4-BE49-F238E27FC236}">
                  <a16:creationId xmlns:a16="http://schemas.microsoft.com/office/drawing/2014/main" id="{CB0D5810-AED1-6F43-9D4F-B1D624864195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41474"/>
              <a:ext cx="110055" cy="24260"/>
            </a:xfrm>
            <a:custGeom>
              <a:avLst/>
              <a:gdLst/>
              <a:ahLst/>
              <a:cxnLst/>
              <a:rect l="0" t="0" r="0" b="0"/>
              <a:pathLst>
                <a:path w="110055" h="24260">
                  <a:moveTo>
                    <a:pt x="0" y="24260"/>
                  </a:moveTo>
                  <a:lnTo>
                    <a:pt x="11005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3" name="Candidate_receptor__3842">
              <a:extLst>
                <a:ext uri="{FF2B5EF4-FFF2-40B4-BE49-F238E27FC236}">
                  <a16:creationId xmlns:a16="http://schemas.microsoft.com/office/drawing/2014/main" id="{E6495198-9E6A-921E-7BE1-F38FC5FD546E}"/>
                </a:ext>
              </a:extLst>
            </p:cNvPr>
            <p:cNvSpPr>
              <a:spLocks noGrp="1"/>
            </p:cNvSpPr>
            <p:nvPr/>
          </p:nvSpPr>
          <p:spPr>
            <a:xfrm>
              <a:off x="4885263" y="2475183"/>
              <a:ext cx="71415" cy="26208"/>
            </a:xfrm>
            <a:custGeom>
              <a:avLst/>
              <a:gdLst/>
              <a:ahLst/>
              <a:cxnLst/>
              <a:rect l="0" t="0" r="0" b="0"/>
              <a:pathLst>
                <a:path w="71415" h="26208">
                  <a:moveTo>
                    <a:pt x="0" y="26208"/>
                  </a:moveTo>
                  <a:lnTo>
                    <a:pt x="7141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4" name="Candidate_receptor__3843">
              <a:extLst>
                <a:ext uri="{FF2B5EF4-FFF2-40B4-BE49-F238E27FC236}">
                  <a16:creationId xmlns:a16="http://schemas.microsoft.com/office/drawing/2014/main" id="{2901D3E4-E3F5-7B3F-641B-029448B1A738}"/>
                </a:ext>
              </a:extLst>
            </p:cNvPr>
            <p:cNvSpPr>
              <a:spLocks noGrp="1"/>
            </p:cNvSpPr>
            <p:nvPr/>
          </p:nvSpPr>
          <p:spPr>
            <a:xfrm>
              <a:off x="4715254" y="2853312"/>
              <a:ext cx="41990" cy="22721"/>
            </a:xfrm>
            <a:custGeom>
              <a:avLst/>
              <a:gdLst/>
              <a:ahLst/>
              <a:cxnLst/>
              <a:rect l="0" t="0" r="0" b="0"/>
              <a:pathLst>
                <a:path w="41990" h="22721">
                  <a:moveTo>
                    <a:pt x="41990" y="0"/>
                  </a:moveTo>
                  <a:lnTo>
                    <a:pt x="0" y="2272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5" name="Candidate_receptor__3844">
              <a:extLst>
                <a:ext uri="{FF2B5EF4-FFF2-40B4-BE49-F238E27FC236}">
                  <a16:creationId xmlns:a16="http://schemas.microsoft.com/office/drawing/2014/main" id="{88585567-3645-F978-96DA-3CEF2AFA87E1}"/>
                </a:ext>
              </a:extLst>
            </p:cNvPr>
            <p:cNvSpPr>
              <a:spLocks noGrp="1"/>
            </p:cNvSpPr>
            <p:nvPr/>
          </p:nvSpPr>
          <p:spPr>
            <a:xfrm>
              <a:off x="5327213" y="2592430"/>
              <a:ext cx="43449" cy="103813"/>
            </a:xfrm>
            <a:custGeom>
              <a:avLst/>
              <a:gdLst/>
              <a:ahLst/>
              <a:cxnLst/>
              <a:rect l="0" t="0" r="0" b="0"/>
              <a:pathLst>
                <a:path w="43449" h="103813">
                  <a:moveTo>
                    <a:pt x="43449" y="1038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6" name="Candidate_receptor__3845">
              <a:extLst>
                <a:ext uri="{FF2B5EF4-FFF2-40B4-BE49-F238E27FC236}">
                  <a16:creationId xmlns:a16="http://schemas.microsoft.com/office/drawing/2014/main" id="{8A5DA573-F712-529F-F9FD-4F7B5A8C2FFE}"/>
                </a:ext>
              </a:extLst>
            </p:cNvPr>
            <p:cNvSpPr>
              <a:spLocks noGrp="1"/>
            </p:cNvSpPr>
            <p:nvPr/>
          </p:nvSpPr>
          <p:spPr>
            <a:xfrm>
              <a:off x="5346095" y="2906146"/>
              <a:ext cx="39595" cy="33757"/>
            </a:xfrm>
            <a:custGeom>
              <a:avLst/>
              <a:gdLst/>
              <a:ahLst/>
              <a:cxnLst/>
              <a:rect l="0" t="0" r="0" b="0"/>
              <a:pathLst>
                <a:path w="39595" h="33757">
                  <a:moveTo>
                    <a:pt x="0" y="0"/>
                  </a:moveTo>
                  <a:lnTo>
                    <a:pt x="39595" y="3375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7" name="Candidate_receptor__3846">
              <a:extLst>
                <a:ext uri="{FF2B5EF4-FFF2-40B4-BE49-F238E27FC236}">
                  <a16:creationId xmlns:a16="http://schemas.microsoft.com/office/drawing/2014/main" id="{2803F51C-A21E-1A86-7AEB-BB44526A21DE}"/>
                </a:ext>
              </a:extLst>
            </p:cNvPr>
            <p:cNvSpPr>
              <a:spLocks noGrp="1"/>
            </p:cNvSpPr>
            <p:nvPr/>
          </p:nvSpPr>
          <p:spPr>
            <a:xfrm>
              <a:off x="5534624" y="2357735"/>
              <a:ext cx="90557" cy="67725"/>
            </a:xfrm>
            <a:custGeom>
              <a:avLst/>
              <a:gdLst/>
              <a:ahLst/>
              <a:cxnLst/>
              <a:rect l="0" t="0" r="0" b="0"/>
              <a:pathLst>
                <a:path w="90557" h="67725">
                  <a:moveTo>
                    <a:pt x="0" y="67725"/>
                  </a:moveTo>
                  <a:lnTo>
                    <a:pt x="9055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8" name="Candidate_receptor__3847">
              <a:extLst>
                <a:ext uri="{FF2B5EF4-FFF2-40B4-BE49-F238E27FC236}">
                  <a16:creationId xmlns:a16="http://schemas.microsoft.com/office/drawing/2014/main" id="{DDC70B60-FCB9-DBBF-FAE6-02B20A70C59A}"/>
                </a:ext>
              </a:extLst>
            </p:cNvPr>
            <p:cNvSpPr>
              <a:spLocks noGrp="1"/>
            </p:cNvSpPr>
            <p:nvPr/>
          </p:nvSpPr>
          <p:spPr>
            <a:xfrm>
              <a:off x="3869176" y="3015698"/>
              <a:ext cx="112472" cy="17882"/>
            </a:xfrm>
            <a:custGeom>
              <a:avLst/>
              <a:gdLst/>
              <a:ahLst/>
              <a:cxnLst/>
              <a:rect l="0" t="0" r="0" b="0"/>
              <a:pathLst>
                <a:path w="112472" h="17882">
                  <a:moveTo>
                    <a:pt x="0" y="17882"/>
                  </a:moveTo>
                  <a:lnTo>
                    <a:pt x="112472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9" name="Candidate_receptor__3848">
              <a:extLst>
                <a:ext uri="{FF2B5EF4-FFF2-40B4-BE49-F238E27FC236}">
                  <a16:creationId xmlns:a16="http://schemas.microsoft.com/office/drawing/2014/main" id="{0B210E99-742D-2286-7840-9D58EE6EAD69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2611"/>
              <a:ext cx="35454" cy="852"/>
            </a:xfrm>
            <a:custGeom>
              <a:avLst/>
              <a:gdLst/>
              <a:ahLst/>
              <a:cxnLst/>
              <a:rect l="0" t="0" r="0" b="0"/>
              <a:pathLst>
                <a:path w="35454" h="852">
                  <a:moveTo>
                    <a:pt x="35454" y="0"/>
                  </a:moveTo>
                  <a:lnTo>
                    <a:pt x="0" y="85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0" name="Candidate_receptor__3849">
              <a:extLst>
                <a:ext uri="{FF2B5EF4-FFF2-40B4-BE49-F238E27FC236}">
                  <a16:creationId xmlns:a16="http://schemas.microsoft.com/office/drawing/2014/main" id="{5E6C25D1-450C-7BD7-FCD7-F161F1AC6D16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43567"/>
              <a:ext cx="11873" cy="64213"/>
            </a:xfrm>
            <a:custGeom>
              <a:avLst/>
              <a:gdLst/>
              <a:ahLst/>
              <a:cxnLst/>
              <a:rect l="0" t="0" r="0" b="0"/>
              <a:pathLst>
                <a:path w="11873" h="64213">
                  <a:moveTo>
                    <a:pt x="11873" y="0"/>
                  </a:moveTo>
                  <a:lnTo>
                    <a:pt x="0" y="64213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1" name="Candidate_receptor__3850">
              <a:extLst>
                <a:ext uri="{FF2B5EF4-FFF2-40B4-BE49-F238E27FC236}">
                  <a16:creationId xmlns:a16="http://schemas.microsoft.com/office/drawing/2014/main" id="{1261EF4A-F340-3CD1-BF35-03DF4567310A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540073"/>
              <a:ext cx="24382" cy="64830"/>
            </a:xfrm>
            <a:custGeom>
              <a:avLst/>
              <a:gdLst/>
              <a:ahLst/>
              <a:cxnLst/>
              <a:rect l="0" t="0" r="0" b="0"/>
              <a:pathLst>
                <a:path w="24382" h="64830">
                  <a:moveTo>
                    <a:pt x="24382" y="648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52" name="Candidate_receptor__3851">
              <a:extLst>
                <a:ext uri="{FF2B5EF4-FFF2-40B4-BE49-F238E27FC236}">
                  <a16:creationId xmlns:a16="http://schemas.microsoft.com/office/drawing/2014/main" id="{E4F90709-D4DF-AE78-C412-C46FF524F8BD}"/>
                </a:ext>
              </a:extLst>
            </p:cNvPr>
            <p:cNvSpPr>
              <a:spLocks noGrp="1"/>
            </p:cNvSpPr>
            <p:nvPr/>
          </p:nvSpPr>
          <p:spPr>
            <a:xfrm>
              <a:off x="5166303" y="2517282"/>
              <a:ext cx="80471" cy="82464"/>
            </a:xfrm>
            <a:custGeom>
              <a:avLst/>
              <a:gdLst/>
              <a:ahLst/>
              <a:cxnLst/>
              <a:rect l="0" t="0" r="0" b="0"/>
              <a:pathLst>
                <a:path w="80471" h="82464">
                  <a:moveTo>
                    <a:pt x="80471" y="0"/>
                  </a:moveTo>
                  <a:lnTo>
                    <a:pt x="0" y="8246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3" name="Candidate_receptor__3852">
              <a:extLst>
                <a:ext uri="{FF2B5EF4-FFF2-40B4-BE49-F238E27FC236}">
                  <a16:creationId xmlns:a16="http://schemas.microsoft.com/office/drawing/2014/main" id="{F837C6E5-1878-BFF6-B39F-2B9154B9E463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75189"/>
              <a:ext cx="66846" cy="94230"/>
            </a:xfrm>
            <a:custGeom>
              <a:avLst/>
              <a:gdLst/>
              <a:ahLst/>
              <a:cxnLst/>
              <a:rect l="0" t="0" r="0" b="0"/>
              <a:pathLst>
                <a:path w="66846" h="94230">
                  <a:moveTo>
                    <a:pt x="66846" y="942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4" name="Candidate_receptor__3853">
              <a:extLst>
                <a:ext uri="{FF2B5EF4-FFF2-40B4-BE49-F238E27FC236}">
                  <a16:creationId xmlns:a16="http://schemas.microsoft.com/office/drawing/2014/main" id="{C6438CFD-8252-FEB2-A0FA-FE1C6A787DE8}"/>
                </a:ext>
              </a:extLst>
            </p:cNvPr>
            <p:cNvSpPr>
              <a:spLocks noGrp="1"/>
            </p:cNvSpPr>
            <p:nvPr/>
          </p:nvSpPr>
          <p:spPr>
            <a:xfrm>
              <a:off x="5625181" y="2357735"/>
              <a:ext cx="57980" cy="85832"/>
            </a:xfrm>
            <a:custGeom>
              <a:avLst/>
              <a:gdLst/>
              <a:ahLst/>
              <a:cxnLst/>
              <a:rect l="0" t="0" r="0" b="0"/>
              <a:pathLst>
                <a:path w="57980" h="85832">
                  <a:moveTo>
                    <a:pt x="0" y="0"/>
                  </a:moveTo>
                  <a:lnTo>
                    <a:pt x="57980" y="8583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5" name="Candidate_receptor__3854">
              <a:extLst>
                <a:ext uri="{FF2B5EF4-FFF2-40B4-BE49-F238E27FC236}">
                  <a16:creationId xmlns:a16="http://schemas.microsoft.com/office/drawing/2014/main" id="{0C10DCD5-9B3C-B364-482F-BC796EDFB133}"/>
                </a:ext>
              </a:extLst>
            </p:cNvPr>
            <p:cNvSpPr>
              <a:spLocks noGrp="1"/>
            </p:cNvSpPr>
            <p:nvPr/>
          </p:nvSpPr>
          <p:spPr>
            <a:xfrm>
              <a:off x="4958578" y="3265861"/>
              <a:ext cx="19867" cy="79987"/>
            </a:xfrm>
            <a:custGeom>
              <a:avLst/>
              <a:gdLst/>
              <a:ahLst/>
              <a:cxnLst/>
              <a:rect l="0" t="0" r="0" b="0"/>
              <a:pathLst>
                <a:path w="19867" h="79987">
                  <a:moveTo>
                    <a:pt x="19867" y="0"/>
                  </a:moveTo>
                  <a:lnTo>
                    <a:pt x="0" y="79987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56" name="Candidate_receptor__3855">
              <a:extLst>
                <a:ext uri="{FF2B5EF4-FFF2-40B4-BE49-F238E27FC236}">
                  <a16:creationId xmlns:a16="http://schemas.microsoft.com/office/drawing/2014/main" id="{7166F440-88D9-2D18-9B0D-2180A1589031}"/>
                </a:ext>
              </a:extLst>
            </p:cNvPr>
            <p:cNvSpPr>
              <a:spLocks noGrp="1"/>
            </p:cNvSpPr>
            <p:nvPr/>
          </p:nvSpPr>
          <p:spPr>
            <a:xfrm>
              <a:off x="4956678" y="2471532"/>
              <a:ext cx="114693" cy="3651"/>
            </a:xfrm>
            <a:custGeom>
              <a:avLst/>
              <a:gdLst/>
              <a:ahLst/>
              <a:cxnLst/>
              <a:rect l="0" t="0" r="0" b="0"/>
              <a:pathLst>
                <a:path w="114693" h="3651">
                  <a:moveTo>
                    <a:pt x="0" y="3651"/>
                  </a:moveTo>
                  <a:lnTo>
                    <a:pt x="114693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7" name="Candidate_receptor__3856">
              <a:extLst>
                <a:ext uri="{FF2B5EF4-FFF2-40B4-BE49-F238E27FC236}">
                  <a16:creationId xmlns:a16="http://schemas.microsoft.com/office/drawing/2014/main" id="{D123EE52-1BD4-FD72-E635-1F802671E763}"/>
                </a:ext>
              </a:extLst>
            </p:cNvPr>
            <p:cNvSpPr>
              <a:spLocks noGrp="1"/>
            </p:cNvSpPr>
            <p:nvPr/>
          </p:nvSpPr>
          <p:spPr>
            <a:xfrm>
              <a:off x="3826444" y="2941272"/>
              <a:ext cx="42732" cy="92307"/>
            </a:xfrm>
            <a:custGeom>
              <a:avLst/>
              <a:gdLst/>
              <a:ahLst/>
              <a:cxnLst/>
              <a:rect l="0" t="0" r="0" b="0"/>
              <a:pathLst>
                <a:path w="42732" h="92307">
                  <a:moveTo>
                    <a:pt x="0" y="0"/>
                  </a:moveTo>
                  <a:lnTo>
                    <a:pt x="42732" y="92307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8" name="Candidate_receptor__3857">
              <a:extLst>
                <a:ext uri="{FF2B5EF4-FFF2-40B4-BE49-F238E27FC236}">
                  <a16:creationId xmlns:a16="http://schemas.microsoft.com/office/drawing/2014/main" id="{1106C0C2-1EC6-158A-8314-DE3F7493940D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06146"/>
              <a:ext cx="91302" cy="69043"/>
            </a:xfrm>
            <a:custGeom>
              <a:avLst/>
              <a:gdLst/>
              <a:ahLst/>
              <a:cxnLst/>
              <a:rect l="0" t="0" r="0" b="0"/>
              <a:pathLst>
                <a:path w="91302" h="69043">
                  <a:moveTo>
                    <a:pt x="0" y="69043"/>
                  </a:moveTo>
                  <a:lnTo>
                    <a:pt x="9130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9" name="Candidate_receptor__3858">
              <a:extLst>
                <a:ext uri="{FF2B5EF4-FFF2-40B4-BE49-F238E27FC236}">
                  <a16:creationId xmlns:a16="http://schemas.microsoft.com/office/drawing/2014/main" id="{3741E281-1621-BC5A-B5A8-06012E1A0430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345849"/>
              <a:ext cx="62046" cy="66819"/>
            </a:xfrm>
            <a:custGeom>
              <a:avLst/>
              <a:gdLst/>
              <a:ahLst/>
              <a:cxnLst/>
              <a:rect l="0" t="0" r="0" b="0"/>
              <a:pathLst>
                <a:path w="62046" h="66819">
                  <a:moveTo>
                    <a:pt x="62046" y="0"/>
                  </a:moveTo>
                  <a:lnTo>
                    <a:pt x="0" y="66819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0" name="Candidate_receptor__3859">
              <a:extLst>
                <a:ext uri="{FF2B5EF4-FFF2-40B4-BE49-F238E27FC236}">
                  <a16:creationId xmlns:a16="http://schemas.microsoft.com/office/drawing/2014/main" id="{21F04EB8-293D-F992-A7EB-6748E757AF52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696243"/>
              <a:ext cx="58942" cy="68116"/>
            </a:xfrm>
            <a:custGeom>
              <a:avLst/>
              <a:gdLst/>
              <a:ahLst/>
              <a:cxnLst/>
              <a:rect l="0" t="0" r="0" b="0"/>
              <a:pathLst>
                <a:path w="58942" h="68116">
                  <a:moveTo>
                    <a:pt x="0" y="68116"/>
                  </a:moveTo>
                  <a:lnTo>
                    <a:pt x="58942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1" name="Candidate_receptor__3860">
              <a:extLst>
                <a:ext uri="{FF2B5EF4-FFF2-40B4-BE49-F238E27FC236}">
                  <a16:creationId xmlns:a16="http://schemas.microsoft.com/office/drawing/2014/main" id="{48D72BBB-E4F5-3E3B-9C0D-B3B9F41D72C5}"/>
                </a:ext>
              </a:extLst>
            </p:cNvPr>
            <p:cNvSpPr>
              <a:spLocks noGrp="1"/>
            </p:cNvSpPr>
            <p:nvPr/>
          </p:nvSpPr>
          <p:spPr>
            <a:xfrm>
              <a:off x="3800724" y="2642611"/>
              <a:ext cx="94727" cy="58717"/>
            </a:xfrm>
            <a:custGeom>
              <a:avLst/>
              <a:gdLst/>
              <a:ahLst/>
              <a:cxnLst/>
              <a:rect l="0" t="0" r="0" b="0"/>
              <a:pathLst>
                <a:path w="94727" h="58717">
                  <a:moveTo>
                    <a:pt x="94727" y="587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2" name="Candidate_receptor__3861">
              <a:extLst>
                <a:ext uri="{FF2B5EF4-FFF2-40B4-BE49-F238E27FC236}">
                  <a16:creationId xmlns:a16="http://schemas.microsoft.com/office/drawing/2014/main" id="{1A885C05-8526-F3D3-3D31-B02A18DFF581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60568" cy="48898"/>
            </a:xfrm>
            <a:custGeom>
              <a:avLst/>
              <a:gdLst/>
              <a:ahLst/>
              <a:cxnLst/>
              <a:rect l="0" t="0" r="0" b="0"/>
              <a:pathLst>
                <a:path w="60568" h="48898">
                  <a:moveTo>
                    <a:pt x="60568" y="488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3" name="Candidate_receptor__3862">
              <a:extLst>
                <a:ext uri="{FF2B5EF4-FFF2-40B4-BE49-F238E27FC236}">
                  <a16:creationId xmlns:a16="http://schemas.microsoft.com/office/drawing/2014/main" id="{B70D9B45-768E-D859-878F-F5EEE3196DE9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94545" cy="10275"/>
            </a:xfrm>
            <a:custGeom>
              <a:avLst/>
              <a:gdLst/>
              <a:ahLst/>
              <a:cxnLst/>
              <a:rect l="0" t="0" r="0" b="0"/>
              <a:pathLst>
                <a:path w="94545" h="10275">
                  <a:moveTo>
                    <a:pt x="0" y="0"/>
                  </a:moveTo>
                  <a:lnTo>
                    <a:pt x="94545" y="10275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4" name="Candidate_receptor__3863">
              <a:extLst>
                <a:ext uri="{FF2B5EF4-FFF2-40B4-BE49-F238E27FC236}">
                  <a16:creationId xmlns:a16="http://schemas.microsoft.com/office/drawing/2014/main" id="{0685095C-E02C-351B-30D3-EDB10F871EF3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24086"/>
              <a:ext cx="23844" cy="72656"/>
            </a:xfrm>
            <a:custGeom>
              <a:avLst/>
              <a:gdLst/>
              <a:ahLst/>
              <a:cxnLst/>
              <a:rect l="0" t="0" r="0" b="0"/>
              <a:pathLst>
                <a:path w="23844" h="72656">
                  <a:moveTo>
                    <a:pt x="0" y="72656"/>
                  </a:moveTo>
                  <a:lnTo>
                    <a:pt x="23844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5" name="Candidate_receptor__3864">
              <a:extLst>
                <a:ext uri="{FF2B5EF4-FFF2-40B4-BE49-F238E27FC236}">
                  <a16:creationId xmlns:a16="http://schemas.microsoft.com/office/drawing/2014/main" id="{04E9BA60-9B75-4428-40A5-50068A792CB7}"/>
                </a:ext>
              </a:extLst>
            </p:cNvPr>
            <p:cNvSpPr>
              <a:spLocks noGrp="1"/>
            </p:cNvSpPr>
            <p:nvPr/>
          </p:nvSpPr>
          <p:spPr>
            <a:xfrm>
              <a:off x="5213494" y="3353509"/>
              <a:ext cx="16447" cy="20022"/>
            </a:xfrm>
            <a:custGeom>
              <a:avLst/>
              <a:gdLst/>
              <a:ahLst/>
              <a:cxnLst/>
              <a:rect l="0" t="0" r="0" b="0"/>
              <a:pathLst>
                <a:path w="16447" h="20022">
                  <a:moveTo>
                    <a:pt x="0" y="20022"/>
                  </a:moveTo>
                  <a:lnTo>
                    <a:pt x="16447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6" name="Candidate_receptor__3865">
              <a:extLst>
                <a:ext uri="{FF2B5EF4-FFF2-40B4-BE49-F238E27FC236}">
                  <a16:creationId xmlns:a16="http://schemas.microsoft.com/office/drawing/2014/main" id="{CA25BCF0-17C3-B44E-E51D-E1174FED9734}"/>
                </a:ext>
              </a:extLst>
            </p:cNvPr>
            <p:cNvSpPr>
              <a:spLocks noGrp="1"/>
            </p:cNvSpPr>
            <p:nvPr/>
          </p:nvSpPr>
          <p:spPr>
            <a:xfrm>
              <a:off x="3972831" y="2588445"/>
              <a:ext cx="92617" cy="20083"/>
            </a:xfrm>
            <a:custGeom>
              <a:avLst/>
              <a:gdLst/>
              <a:ahLst/>
              <a:cxnLst/>
              <a:rect l="0" t="0" r="0" b="0"/>
              <a:pathLst>
                <a:path w="92617" h="20083">
                  <a:moveTo>
                    <a:pt x="92617" y="200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7" name="Candidate_receptor__3866">
              <a:extLst>
                <a:ext uri="{FF2B5EF4-FFF2-40B4-BE49-F238E27FC236}">
                  <a16:creationId xmlns:a16="http://schemas.microsoft.com/office/drawing/2014/main" id="{9ED8C15C-E6AD-5A9D-D988-2EBF25352536}"/>
                </a:ext>
              </a:extLst>
            </p:cNvPr>
            <p:cNvSpPr>
              <a:spLocks noGrp="1"/>
            </p:cNvSpPr>
            <p:nvPr/>
          </p:nvSpPr>
          <p:spPr>
            <a:xfrm>
              <a:off x="4694383" y="2765535"/>
              <a:ext cx="20870" cy="110497"/>
            </a:xfrm>
            <a:custGeom>
              <a:avLst/>
              <a:gdLst/>
              <a:ahLst/>
              <a:cxnLst/>
              <a:rect l="0" t="0" r="0" b="0"/>
              <a:pathLst>
                <a:path w="20870" h="110497">
                  <a:moveTo>
                    <a:pt x="20870" y="110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8" name="Candidate_receptor__3867">
              <a:extLst>
                <a:ext uri="{FF2B5EF4-FFF2-40B4-BE49-F238E27FC236}">
                  <a16:creationId xmlns:a16="http://schemas.microsoft.com/office/drawing/2014/main" id="{20BB1863-B314-0BE2-622F-397E9619C7E3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65535"/>
              <a:ext cx="113609" cy="16362"/>
            </a:xfrm>
            <a:custGeom>
              <a:avLst/>
              <a:gdLst/>
              <a:ahLst/>
              <a:cxnLst/>
              <a:rect l="0" t="0" r="0" b="0"/>
              <a:pathLst>
                <a:path w="113609" h="16362">
                  <a:moveTo>
                    <a:pt x="113609" y="0"/>
                  </a:moveTo>
                  <a:lnTo>
                    <a:pt x="0" y="16362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3869" name="Candidate_receptor__3868">
              <a:extLst>
                <a:ext uri="{FF2B5EF4-FFF2-40B4-BE49-F238E27FC236}">
                  <a16:creationId xmlns:a16="http://schemas.microsoft.com/office/drawing/2014/main" id="{DE89D8D0-2521-E037-CCAB-AB4573C0CAEE}"/>
                </a:ext>
              </a:extLst>
            </p:cNvPr>
            <p:cNvSpPr>
              <a:spLocks noGrp="1"/>
            </p:cNvSpPr>
            <p:nvPr/>
          </p:nvSpPr>
          <p:spPr>
            <a:xfrm>
              <a:off x="5321639" y="3045564"/>
              <a:ext cx="64958" cy="23855"/>
            </a:xfrm>
            <a:custGeom>
              <a:avLst/>
              <a:gdLst/>
              <a:ahLst/>
              <a:cxnLst/>
              <a:rect l="0" t="0" r="0" b="0"/>
              <a:pathLst>
                <a:path w="64958" h="23855">
                  <a:moveTo>
                    <a:pt x="64958" y="0"/>
                  </a:moveTo>
                  <a:lnTo>
                    <a:pt x="0" y="2385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3870" name="Candidate_receptor__3869">
              <a:extLst>
                <a:ext uri="{FF2B5EF4-FFF2-40B4-BE49-F238E27FC236}">
                  <a16:creationId xmlns:a16="http://schemas.microsoft.com/office/drawing/2014/main" id="{116CE311-E5DD-7A2D-6B80-84B13F498C16}"/>
                </a:ext>
              </a:extLst>
            </p:cNvPr>
            <p:cNvSpPr>
              <a:spLocks noGrp="1"/>
            </p:cNvSpPr>
            <p:nvPr/>
          </p:nvSpPr>
          <p:spPr>
            <a:xfrm>
              <a:off x="5242687" y="2516756"/>
              <a:ext cx="4086" cy="526"/>
            </a:xfrm>
            <a:custGeom>
              <a:avLst/>
              <a:gdLst/>
              <a:ahLst/>
              <a:cxnLst/>
              <a:rect l="0" t="0" r="0" b="0"/>
              <a:pathLst>
                <a:path w="4086" h="526">
                  <a:moveTo>
                    <a:pt x="0" y="0"/>
                  </a:moveTo>
                  <a:lnTo>
                    <a:pt x="4086" y="52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1" name="Candidate_receptor__3870">
              <a:extLst>
                <a:ext uri="{FF2B5EF4-FFF2-40B4-BE49-F238E27FC236}">
                  <a16:creationId xmlns:a16="http://schemas.microsoft.com/office/drawing/2014/main" id="{C2A6A6A7-2DB6-A115-DBF0-8BEA51EE0B60}"/>
                </a:ext>
              </a:extLst>
            </p:cNvPr>
            <p:cNvSpPr>
              <a:spLocks noGrp="1"/>
            </p:cNvSpPr>
            <p:nvPr/>
          </p:nvSpPr>
          <p:spPr>
            <a:xfrm>
              <a:off x="5071371" y="2471532"/>
              <a:ext cx="56221" cy="30996"/>
            </a:xfrm>
            <a:custGeom>
              <a:avLst/>
              <a:gdLst/>
              <a:ahLst/>
              <a:cxnLst/>
              <a:rect l="0" t="0" r="0" b="0"/>
              <a:pathLst>
                <a:path w="56221" h="30996">
                  <a:moveTo>
                    <a:pt x="0" y="0"/>
                  </a:moveTo>
                  <a:lnTo>
                    <a:pt x="56221" y="3099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2" name="Candidate_receptor__3871">
              <a:extLst>
                <a:ext uri="{FF2B5EF4-FFF2-40B4-BE49-F238E27FC236}">
                  <a16:creationId xmlns:a16="http://schemas.microsoft.com/office/drawing/2014/main" id="{5CAA47BB-A835-620E-0378-234C65F8D615}"/>
                </a:ext>
              </a:extLst>
            </p:cNvPr>
            <p:cNvSpPr>
              <a:spLocks noGrp="1"/>
            </p:cNvSpPr>
            <p:nvPr/>
          </p:nvSpPr>
          <p:spPr>
            <a:xfrm>
              <a:off x="4697109" y="2577302"/>
              <a:ext cx="82815" cy="27601"/>
            </a:xfrm>
            <a:custGeom>
              <a:avLst/>
              <a:gdLst/>
              <a:ahLst/>
              <a:cxnLst/>
              <a:rect l="0" t="0" r="0" b="0"/>
              <a:pathLst>
                <a:path w="82815" h="27601">
                  <a:moveTo>
                    <a:pt x="82815" y="0"/>
                  </a:moveTo>
                  <a:lnTo>
                    <a:pt x="0" y="27601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3" name="Candidate_receptor__3872">
              <a:extLst>
                <a:ext uri="{FF2B5EF4-FFF2-40B4-BE49-F238E27FC236}">
                  <a16:creationId xmlns:a16="http://schemas.microsoft.com/office/drawing/2014/main" id="{D4749395-1D0C-5C9C-37D4-0E3C490D2CE4}"/>
                </a:ext>
              </a:extLst>
            </p:cNvPr>
            <p:cNvSpPr>
              <a:spLocks noGrp="1"/>
            </p:cNvSpPr>
            <p:nvPr/>
          </p:nvSpPr>
          <p:spPr>
            <a:xfrm>
              <a:off x="3959615" y="3105492"/>
              <a:ext cx="109941" cy="18594"/>
            </a:xfrm>
            <a:custGeom>
              <a:avLst/>
              <a:gdLst/>
              <a:ahLst/>
              <a:cxnLst/>
              <a:rect l="0" t="0" r="0" b="0"/>
              <a:pathLst>
                <a:path w="109941" h="18594">
                  <a:moveTo>
                    <a:pt x="109941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4" name="Candidate_receptor__3873">
              <a:extLst>
                <a:ext uri="{FF2B5EF4-FFF2-40B4-BE49-F238E27FC236}">
                  <a16:creationId xmlns:a16="http://schemas.microsoft.com/office/drawing/2014/main" id="{8FF291CF-C00E-4F5C-02C7-CBD875BF708E}"/>
                </a:ext>
              </a:extLst>
            </p:cNvPr>
            <p:cNvSpPr>
              <a:spLocks noGrp="1"/>
            </p:cNvSpPr>
            <p:nvPr/>
          </p:nvSpPr>
          <p:spPr>
            <a:xfrm>
              <a:off x="3855971" y="3105492"/>
              <a:ext cx="103644" cy="41975"/>
            </a:xfrm>
            <a:custGeom>
              <a:avLst/>
              <a:gdLst/>
              <a:ahLst/>
              <a:cxnLst/>
              <a:rect l="0" t="0" r="0" b="0"/>
              <a:pathLst>
                <a:path w="103644" h="41975">
                  <a:moveTo>
                    <a:pt x="103644" y="0"/>
                  </a:moveTo>
                  <a:lnTo>
                    <a:pt x="0" y="41975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5" name="Candidate_receptor__3874">
              <a:extLst>
                <a:ext uri="{FF2B5EF4-FFF2-40B4-BE49-F238E27FC236}">
                  <a16:creationId xmlns:a16="http://schemas.microsoft.com/office/drawing/2014/main" id="{2E5F3FD9-2CDA-0205-8977-EF00AFB65333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81897"/>
              <a:ext cx="1939" cy="68517"/>
            </a:xfrm>
            <a:custGeom>
              <a:avLst/>
              <a:gdLst/>
              <a:ahLst/>
              <a:cxnLst/>
              <a:rect l="0" t="0" r="0" b="0"/>
              <a:pathLst>
                <a:path w="1939" h="68517">
                  <a:moveTo>
                    <a:pt x="0" y="0"/>
                  </a:moveTo>
                  <a:lnTo>
                    <a:pt x="1939" y="6851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6" name="Candidate_receptor__3875">
              <a:extLst>
                <a:ext uri="{FF2B5EF4-FFF2-40B4-BE49-F238E27FC236}">
                  <a16:creationId xmlns:a16="http://schemas.microsoft.com/office/drawing/2014/main" id="{A1041C8E-22FC-4172-8853-EB5205C20A76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63472"/>
              <a:ext cx="70891" cy="83995"/>
            </a:xfrm>
            <a:custGeom>
              <a:avLst/>
              <a:gdLst/>
              <a:ahLst/>
              <a:cxnLst/>
              <a:rect l="0" t="0" r="0" b="0"/>
              <a:pathLst>
                <a:path w="70891" h="83995">
                  <a:moveTo>
                    <a:pt x="70891" y="839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7" name="Candidate_receptor__3876">
              <a:extLst>
                <a:ext uri="{FF2B5EF4-FFF2-40B4-BE49-F238E27FC236}">
                  <a16:creationId xmlns:a16="http://schemas.microsoft.com/office/drawing/2014/main" id="{EBF386C3-9AC7-CA3E-4A60-A6471B4A1A70}"/>
                </a:ext>
              </a:extLst>
            </p:cNvPr>
            <p:cNvSpPr>
              <a:spLocks noGrp="1"/>
            </p:cNvSpPr>
            <p:nvPr/>
          </p:nvSpPr>
          <p:spPr>
            <a:xfrm>
              <a:off x="3785853" y="2941272"/>
              <a:ext cx="40590" cy="176"/>
            </a:xfrm>
            <a:custGeom>
              <a:avLst/>
              <a:gdLst/>
              <a:ahLst/>
              <a:cxnLst/>
              <a:rect l="0" t="0" r="0" b="0"/>
              <a:pathLst>
                <a:path w="40590" h="176">
                  <a:moveTo>
                    <a:pt x="0" y="176"/>
                  </a:moveTo>
                  <a:lnTo>
                    <a:pt x="4059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8" name="Candidate_receptor__3877">
              <a:extLst>
                <a:ext uri="{FF2B5EF4-FFF2-40B4-BE49-F238E27FC236}">
                  <a16:creationId xmlns:a16="http://schemas.microsoft.com/office/drawing/2014/main" id="{A6098B4A-6B55-472F-8A8A-DBE8E9D5B1B6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764359"/>
              <a:ext cx="59719" cy="25261"/>
            </a:xfrm>
            <a:custGeom>
              <a:avLst/>
              <a:gdLst/>
              <a:ahLst/>
              <a:cxnLst/>
              <a:rect l="0" t="0" r="0" b="0"/>
              <a:pathLst>
                <a:path w="59719" h="25261">
                  <a:moveTo>
                    <a:pt x="59719" y="25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9" name="Candidate_receptor__3878">
              <a:extLst>
                <a:ext uri="{FF2B5EF4-FFF2-40B4-BE49-F238E27FC236}">
                  <a16:creationId xmlns:a16="http://schemas.microsoft.com/office/drawing/2014/main" id="{CD8D1A7E-53F7-D009-951C-A39879696CD7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7504"/>
              <a:ext cx="58505" cy="12820"/>
            </a:xfrm>
            <a:custGeom>
              <a:avLst/>
              <a:gdLst/>
              <a:ahLst/>
              <a:cxnLst/>
              <a:rect l="0" t="0" r="0" b="0"/>
              <a:pathLst>
                <a:path w="58505" h="12820">
                  <a:moveTo>
                    <a:pt x="58505" y="0"/>
                  </a:moveTo>
                  <a:lnTo>
                    <a:pt x="0" y="1282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0" name="Candidate_receptor__3879">
              <a:extLst>
                <a:ext uri="{FF2B5EF4-FFF2-40B4-BE49-F238E27FC236}">
                  <a16:creationId xmlns:a16="http://schemas.microsoft.com/office/drawing/2014/main" id="{AE6B412C-75A7-6D0C-D037-A6EC3BBA29DF}"/>
                </a:ext>
              </a:extLst>
            </p:cNvPr>
            <p:cNvSpPr>
              <a:spLocks noGrp="1"/>
            </p:cNvSpPr>
            <p:nvPr/>
          </p:nvSpPr>
          <p:spPr>
            <a:xfrm>
              <a:off x="5229941" y="3353509"/>
              <a:ext cx="69115" cy="72446"/>
            </a:xfrm>
            <a:custGeom>
              <a:avLst/>
              <a:gdLst/>
              <a:ahLst/>
              <a:cxnLst/>
              <a:rect l="0" t="0" r="0" b="0"/>
              <a:pathLst>
                <a:path w="69115" h="72446">
                  <a:moveTo>
                    <a:pt x="0" y="0"/>
                  </a:moveTo>
                  <a:lnTo>
                    <a:pt x="69115" y="7244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1" name="Candidate_receptor__3880">
              <a:extLst>
                <a:ext uri="{FF2B5EF4-FFF2-40B4-BE49-F238E27FC236}">
                  <a16:creationId xmlns:a16="http://schemas.microsoft.com/office/drawing/2014/main" id="{D7920312-F1DB-D5E1-313A-3A01C9CDB1A8}"/>
                </a:ext>
              </a:extLst>
            </p:cNvPr>
            <p:cNvSpPr>
              <a:spLocks noGrp="1"/>
            </p:cNvSpPr>
            <p:nvPr/>
          </p:nvSpPr>
          <p:spPr>
            <a:xfrm>
              <a:off x="5127592" y="2502528"/>
              <a:ext cx="115096" cy="14227"/>
            </a:xfrm>
            <a:custGeom>
              <a:avLst/>
              <a:gdLst/>
              <a:ahLst/>
              <a:cxnLst/>
              <a:rect l="0" t="0" r="0" b="0"/>
              <a:pathLst>
                <a:path w="115096" h="14227">
                  <a:moveTo>
                    <a:pt x="0" y="0"/>
                  </a:moveTo>
                  <a:lnTo>
                    <a:pt x="115096" y="1422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2" name="Candidate_receptor__3881">
              <a:extLst>
                <a:ext uri="{FF2B5EF4-FFF2-40B4-BE49-F238E27FC236}">
                  <a16:creationId xmlns:a16="http://schemas.microsoft.com/office/drawing/2014/main" id="{8A83D8DF-B042-97D7-5574-CBC4016CDDBF}"/>
                </a:ext>
              </a:extLst>
            </p:cNvPr>
            <p:cNvSpPr>
              <a:spLocks noGrp="1"/>
            </p:cNvSpPr>
            <p:nvPr/>
          </p:nvSpPr>
          <p:spPr>
            <a:xfrm>
              <a:off x="4779925" y="2577302"/>
              <a:ext cx="78466" cy="83654"/>
            </a:xfrm>
            <a:custGeom>
              <a:avLst/>
              <a:gdLst/>
              <a:ahLst/>
              <a:cxnLst/>
              <a:rect l="0" t="0" r="0" b="0"/>
              <a:pathLst>
                <a:path w="78466" h="83654">
                  <a:moveTo>
                    <a:pt x="78466" y="83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3" name="Candidate_receptor__3882">
              <a:extLst>
                <a:ext uri="{FF2B5EF4-FFF2-40B4-BE49-F238E27FC236}">
                  <a16:creationId xmlns:a16="http://schemas.microsoft.com/office/drawing/2014/main" id="{1A1574A7-E7BB-D6AA-7C77-C422F8462316}"/>
                </a:ext>
              </a:extLst>
            </p:cNvPr>
            <p:cNvSpPr>
              <a:spLocks noGrp="1"/>
            </p:cNvSpPr>
            <p:nvPr/>
          </p:nvSpPr>
          <p:spPr>
            <a:xfrm>
              <a:off x="5293202" y="3017199"/>
              <a:ext cx="93396" cy="28365"/>
            </a:xfrm>
            <a:custGeom>
              <a:avLst/>
              <a:gdLst/>
              <a:ahLst/>
              <a:cxnLst/>
              <a:rect l="0" t="0" r="0" b="0"/>
              <a:pathLst>
                <a:path w="93396" h="28365">
                  <a:moveTo>
                    <a:pt x="0" y="0"/>
                  </a:moveTo>
                  <a:lnTo>
                    <a:pt x="93396" y="2836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4" name="Candidate_receptor__3883">
              <a:extLst>
                <a:ext uri="{FF2B5EF4-FFF2-40B4-BE49-F238E27FC236}">
                  <a16:creationId xmlns:a16="http://schemas.microsoft.com/office/drawing/2014/main" id="{8675E49C-8CA8-16D9-01D4-CB8DA3478383}"/>
                </a:ext>
              </a:extLst>
            </p:cNvPr>
            <p:cNvSpPr>
              <a:spLocks noGrp="1"/>
            </p:cNvSpPr>
            <p:nvPr/>
          </p:nvSpPr>
          <p:spPr>
            <a:xfrm>
              <a:off x="4766523" y="2807290"/>
              <a:ext cx="85441" cy="76609"/>
            </a:xfrm>
            <a:custGeom>
              <a:avLst/>
              <a:gdLst/>
              <a:ahLst/>
              <a:cxnLst/>
              <a:rect l="0" t="0" r="0" b="0"/>
              <a:pathLst>
                <a:path w="85441" h="76609">
                  <a:moveTo>
                    <a:pt x="0" y="0"/>
                  </a:moveTo>
                  <a:lnTo>
                    <a:pt x="85441" y="76609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5" name="Candidate_receptor__3884">
              <a:extLst>
                <a:ext uri="{FF2B5EF4-FFF2-40B4-BE49-F238E27FC236}">
                  <a16:creationId xmlns:a16="http://schemas.microsoft.com/office/drawing/2014/main" id="{FCC3EC42-A528-FE70-3F19-30325760A0AC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017199"/>
              <a:ext cx="50855" cy="98301"/>
            </a:xfrm>
            <a:custGeom>
              <a:avLst/>
              <a:gdLst/>
              <a:ahLst/>
              <a:cxnLst/>
              <a:rect l="0" t="0" r="0" b="0"/>
              <a:pathLst>
                <a:path w="50855" h="98301">
                  <a:moveTo>
                    <a:pt x="0" y="98301"/>
                  </a:moveTo>
                  <a:lnTo>
                    <a:pt x="50855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6" name="Candidate_receptor__3885">
              <a:extLst>
                <a:ext uri="{FF2B5EF4-FFF2-40B4-BE49-F238E27FC236}">
                  <a16:creationId xmlns:a16="http://schemas.microsoft.com/office/drawing/2014/main" id="{62EA0E77-9028-58E2-4FAB-638AB374AC68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115500"/>
              <a:ext cx="92873" cy="57910"/>
            </a:xfrm>
            <a:custGeom>
              <a:avLst/>
              <a:gdLst/>
              <a:ahLst/>
              <a:cxnLst/>
              <a:rect l="0" t="0" r="0" b="0"/>
              <a:pathLst>
                <a:path w="92873" h="57910">
                  <a:moveTo>
                    <a:pt x="92873" y="5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7" name="Candidate_receptor__3886">
              <a:extLst>
                <a:ext uri="{FF2B5EF4-FFF2-40B4-BE49-F238E27FC236}">
                  <a16:creationId xmlns:a16="http://schemas.microsoft.com/office/drawing/2014/main" id="{CF431620-7B98-C77F-BDC1-23A4F00C2CD6}"/>
                </a:ext>
              </a:extLst>
            </p:cNvPr>
            <p:cNvSpPr>
              <a:spLocks noGrp="1"/>
            </p:cNvSpPr>
            <p:nvPr/>
          </p:nvSpPr>
          <p:spPr>
            <a:xfrm>
              <a:off x="4851964" y="2806645"/>
              <a:ext cx="82152" cy="77254"/>
            </a:xfrm>
            <a:custGeom>
              <a:avLst/>
              <a:gdLst/>
              <a:ahLst/>
              <a:cxnLst/>
              <a:rect l="0" t="0" r="0" b="0"/>
              <a:pathLst>
                <a:path w="82152" h="77254">
                  <a:moveTo>
                    <a:pt x="0" y="77254"/>
                  </a:moveTo>
                  <a:lnTo>
                    <a:pt x="82152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8" name="Candidate_receptor__3887">
              <a:extLst>
                <a:ext uri="{FF2B5EF4-FFF2-40B4-BE49-F238E27FC236}">
                  <a16:creationId xmlns:a16="http://schemas.microsoft.com/office/drawing/2014/main" id="{CE92126F-BCC4-3C3D-2AA0-58F0B3A31EB2}"/>
                </a:ext>
              </a:extLst>
            </p:cNvPr>
            <p:cNvSpPr>
              <a:spLocks noGrp="1"/>
            </p:cNvSpPr>
            <p:nvPr/>
          </p:nvSpPr>
          <p:spPr>
            <a:xfrm>
              <a:off x="4858391" y="2648599"/>
              <a:ext cx="92042" cy="12357"/>
            </a:xfrm>
            <a:custGeom>
              <a:avLst/>
              <a:gdLst/>
              <a:ahLst/>
              <a:cxnLst/>
              <a:rect l="0" t="0" r="0" b="0"/>
              <a:pathLst>
                <a:path w="92042" h="12357">
                  <a:moveTo>
                    <a:pt x="92042" y="0"/>
                  </a:moveTo>
                  <a:lnTo>
                    <a:pt x="0" y="1235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9" name="Candidate_receptor__3888">
              <a:extLst>
                <a:ext uri="{FF2B5EF4-FFF2-40B4-BE49-F238E27FC236}">
                  <a16:creationId xmlns:a16="http://schemas.microsoft.com/office/drawing/2014/main" id="{1A896D5E-C859-A0CD-4992-BA5780BC5BD5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30315"/>
              <a:ext cx="42371" cy="33157"/>
            </a:xfrm>
            <a:custGeom>
              <a:avLst/>
              <a:gdLst/>
              <a:ahLst/>
              <a:cxnLst/>
              <a:rect l="0" t="0" r="0" b="0"/>
              <a:pathLst>
                <a:path w="42371" h="33157">
                  <a:moveTo>
                    <a:pt x="0" y="33157"/>
                  </a:moveTo>
                  <a:lnTo>
                    <a:pt x="42371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0" name="Candidate_receptor__3889">
              <a:extLst>
                <a:ext uri="{FF2B5EF4-FFF2-40B4-BE49-F238E27FC236}">
                  <a16:creationId xmlns:a16="http://schemas.microsoft.com/office/drawing/2014/main" id="{480E6940-6673-66C2-D112-9544111987FE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12918" cy="114989"/>
            </a:xfrm>
            <a:custGeom>
              <a:avLst/>
              <a:gdLst/>
              <a:ahLst/>
              <a:cxnLst/>
              <a:rect l="0" t="0" r="0" b="0"/>
              <a:pathLst>
                <a:path w="12918" h="114989">
                  <a:moveTo>
                    <a:pt x="0" y="0"/>
                  </a:moveTo>
                  <a:lnTo>
                    <a:pt x="12918" y="114989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91" name="Candidate_receptor__3890">
              <a:extLst>
                <a:ext uri="{FF2B5EF4-FFF2-40B4-BE49-F238E27FC236}">
                  <a16:creationId xmlns:a16="http://schemas.microsoft.com/office/drawing/2014/main" id="{3D91D326-BA1B-C10A-581E-0CF0E9D944A2}"/>
                </a:ext>
              </a:extLst>
            </p:cNvPr>
            <p:cNvSpPr>
              <a:spLocks noGrp="1"/>
            </p:cNvSpPr>
            <p:nvPr/>
          </p:nvSpPr>
          <p:spPr>
            <a:xfrm>
              <a:off x="4670839" y="2807290"/>
              <a:ext cx="95684" cy="227"/>
            </a:xfrm>
            <a:custGeom>
              <a:avLst/>
              <a:gdLst/>
              <a:ahLst/>
              <a:cxnLst/>
              <a:rect l="0" t="0" r="0" b="0"/>
              <a:pathLst>
                <a:path w="95684" h="227">
                  <a:moveTo>
                    <a:pt x="0" y="227"/>
                  </a:moveTo>
                  <a:lnTo>
                    <a:pt x="95684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2" name="Candidate_receptor__3891">
              <a:extLst>
                <a:ext uri="{FF2B5EF4-FFF2-40B4-BE49-F238E27FC236}">
                  <a16:creationId xmlns:a16="http://schemas.microsoft.com/office/drawing/2014/main" id="{83BAA27D-DF6C-C225-323C-4C087FB739F7}"/>
                </a:ext>
              </a:extLst>
            </p:cNvPr>
            <p:cNvSpPr>
              <a:spLocks noGrp="1"/>
            </p:cNvSpPr>
            <p:nvPr/>
          </p:nvSpPr>
          <p:spPr>
            <a:xfrm>
              <a:off x="4582714" y="2807517"/>
              <a:ext cx="88126" cy="42897"/>
            </a:xfrm>
            <a:custGeom>
              <a:avLst/>
              <a:gdLst/>
              <a:ahLst/>
              <a:cxnLst/>
              <a:rect l="0" t="0" r="0" b="0"/>
              <a:pathLst>
                <a:path w="88126" h="42897">
                  <a:moveTo>
                    <a:pt x="0" y="42897"/>
                  </a:moveTo>
                  <a:lnTo>
                    <a:pt x="88126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3" name="Candidate_receptor__3892">
              <a:extLst>
                <a:ext uri="{FF2B5EF4-FFF2-40B4-BE49-F238E27FC236}">
                  <a16:creationId xmlns:a16="http://schemas.microsoft.com/office/drawing/2014/main" id="{8D44A01E-0214-DACF-5497-39D48FB91CAA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49924"/>
              <a:ext cx="27988" cy="109499"/>
            </a:xfrm>
            <a:custGeom>
              <a:avLst/>
              <a:gdLst/>
              <a:ahLst/>
              <a:cxnLst/>
              <a:rect l="0" t="0" r="0" b="0"/>
              <a:pathLst>
                <a:path w="27988" h="109499">
                  <a:moveTo>
                    <a:pt x="27988" y="1094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4" name="Candidate_receptor__3893">
              <a:extLst>
                <a:ext uri="{FF2B5EF4-FFF2-40B4-BE49-F238E27FC236}">
                  <a16:creationId xmlns:a16="http://schemas.microsoft.com/office/drawing/2014/main" id="{E2652D57-DCA4-1999-C79F-EE6F36F40565}"/>
                </a:ext>
              </a:extLst>
            </p:cNvPr>
            <p:cNvSpPr>
              <a:spLocks noGrp="1"/>
            </p:cNvSpPr>
            <p:nvPr/>
          </p:nvSpPr>
          <p:spPr>
            <a:xfrm>
              <a:off x="5213743" y="3425954"/>
              <a:ext cx="85313" cy="32411"/>
            </a:xfrm>
            <a:custGeom>
              <a:avLst/>
              <a:gdLst/>
              <a:ahLst/>
              <a:cxnLst/>
              <a:rect l="0" t="0" r="0" b="0"/>
              <a:pathLst>
                <a:path w="85313" h="32411">
                  <a:moveTo>
                    <a:pt x="85313" y="0"/>
                  </a:moveTo>
                  <a:lnTo>
                    <a:pt x="0" y="32411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895" name="Candidate_receptor__3894">
              <a:extLst>
                <a:ext uri="{FF2B5EF4-FFF2-40B4-BE49-F238E27FC236}">
                  <a16:creationId xmlns:a16="http://schemas.microsoft.com/office/drawing/2014/main" id="{DD65E9B0-8BBE-9664-D1BE-5B310DAB0CC8}"/>
                </a:ext>
              </a:extLst>
            </p:cNvPr>
            <p:cNvSpPr>
              <a:spLocks noGrp="1"/>
            </p:cNvSpPr>
            <p:nvPr/>
          </p:nvSpPr>
          <p:spPr>
            <a:xfrm>
              <a:off x="4065048" y="2749896"/>
              <a:ext cx="17972" cy="110065"/>
            </a:xfrm>
            <a:custGeom>
              <a:avLst/>
              <a:gdLst/>
              <a:ahLst/>
              <a:cxnLst/>
              <a:rect l="0" t="0" r="0" b="0"/>
              <a:pathLst>
                <a:path w="17972" h="110065">
                  <a:moveTo>
                    <a:pt x="17972" y="0"/>
                  </a:moveTo>
                  <a:lnTo>
                    <a:pt x="0" y="110065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6" name="Candidate_receptor__3895">
              <a:extLst>
                <a:ext uri="{FF2B5EF4-FFF2-40B4-BE49-F238E27FC236}">
                  <a16:creationId xmlns:a16="http://schemas.microsoft.com/office/drawing/2014/main" id="{08B0FED8-1DE6-9C4A-BF48-62E9E759BA7B}"/>
                </a:ext>
              </a:extLst>
            </p:cNvPr>
            <p:cNvSpPr>
              <a:spLocks noGrp="1"/>
            </p:cNvSpPr>
            <p:nvPr/>
          </p:nvSpPr>
          <p:spPr>
            <a:xfrm>
              <a:off x="5311075" y="2712069"/>
              <a:ext cx="60365" cy="77550"/>
            </a:xfrm>
            <a:custGeom>
              <a:avLst/>
              <a:gdLst/>
              <a:ahLst/>
              <a:cxnLst/>
              <a:rect l="0" t="0" r="0" b="0"/>
              <a:pathLst>
                <a:path w="60365" h="77550">
                  <a:moveTo>
                    <a:pt x="0" y="0"/>
                  </a:moveTo>
                  <a:lnTo>
                    <a:pt x="60365" y="775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7" name="Candidate_receptor__3896">
              <a:extLst>
                <a:ext uri="{FF2B5EF4-FFF2-40B4-BE49-F238E27FC236}">
                  <a16:creationId xmlns:a16="http://schemas.microsoft.com/office/drawing/2014/main" id="{4517F738-3BB8-B1AC-E3FF-8CDB08E3A2F3}"/>
                </a:ext>
              </a:extLst>
            </p:cNvPr>
            <p:cNvSpPr>
              <a:spLocks noGrp="1"/>
            </p:cNvSpPr>
            <p:nvPr/>
          </p:nvSpPr>
          <p:spPr>
            <a:xfrm>
              <a:off x="4235888" y="2773386"/>
              <a:ext cx="114037" cy="18574"/>
            </a:xfrm>
            <a:custGeom>
              <a:avLst/>
              <a:gdLst/>
              <a:ahLst/>
              <a:cxnLst/>
              <a:rect l="0" t="0" r="0" b="0"/>
              <a:pathLst>
                <a:path w="114037" h="18574">
                  <a:moveTo>
                    <a:pt x="114037" y="185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8" name="Candidate_receptor__3897">
              <a:extLst>
                <a:ext uri="{FF2B5EF4-FFF2-40B4-BE49-F238E27FC236}">
                  <a16:creationId xmlns:a16="http://schemas.microsoft.com/office/drawing/2014/main" id="{E498F1A7-7438-8D6C-03F0-455EE43EEA24}"/>
                </a:ext>
              </a:extLst>
            </p:cNvPr>
            <p:cNvSpPr>
              <a:spLocks noGrp="1"/>
            </p:cNvSpPr>
            <p:nvPr/>
          </p:nvSpPr>
          <p:spPr>
            <a:xfrm>
              <a:off x="4967999" y="2900059"/>
              <a:ext cx="78127" cy="84649"/>
            </a:xfrm>
            <a:custGeom>
              <a:avLst/>
              <a:gdLst/>
              <a:ahLst/>
              <a:cxnLst/>
              <a:rect l="0" t="0" r="0" b="0"/>
              <a:pathLst>
                <a:path w="78127" h="84649">
                  <a:moveTo>
                    <a:pt x="0" y="84649"/>
                  </a:moveTo>
                  <a:lnTo>
                    <a:pt x="7812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899" name="Candidate_receptor__3898">
              <a:extLst>
                <a:ext uri="{FF2B5EF4-FFF2-40B4-BE49-F238E27FC236}">
                  <a16:creationId xmlns:a16="http://schemas.microsoft.com/office/drawing/2014/main" id="{51FA9C53-418E-9EF4-7E55-CCC6D555B7A7}"/>
                </a:ext>
              </a:extLst>
            </p:cNvPr>
            <p:cNvSpPr>
              <a:spLocks noGrp="1"/>
            </p:cNvSpPr>
            <p:nvPr/>
          </p:nvSpPr>
          <p:spPr>
            <a:xfrm>
              <a:off x="4036787" y="3209820"/>
              <a:ext cx="113708" cy="20019"/>
            </a:xfrm>
            <a:custGeom>
              <a:avLst/>
              <a:gdLst/>
              <a:ahLst/>
              <a:cxnLst/>
              <a:rect l="0" t="0" r="0" b="0"/>
              <a:pathLst>
                <a:path w="113708" h="20019">
                  <a:moveTo>
                    <a:pt x="0" y="20019"/>
                  </a:moveTo>
                  <a:lnTo>
                    <a:pt x="113708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0" name="Candidate_receptor__3899">
              <a:extLst>
                <a:ext uri="{FF2B5EF4-FFF2-40B4-BE49-F238E27FC236}">
                  <a16:creationId xmlns:a16="http://schemas.microsoft.com/office/drawing/2014/main" id="{03F5013B-6916-3BBD-7E7B-470A1D0C6407}"/>
                </a:ext>
              </a:extLst>
            </p:cNvPr>
            <p:cNvSpPr>
              <a:spLocks noGrp="1"/>
            </p:cNvSpPr>
            <p:nvPr/>
          </p:nvSpPr>
          <p:spPr>
            <a:xfrm>
              <a:off x="3924946" y="2757517"/>
              <a:ext cx="15554" cy="90750"/>
            </a:xfrm>
            <a:custGeom>
              <a:avLst/>
              <a:gdLst/>
              <a:ahLst/>
              <a:cxnLst/>
              <a:rect l="0" t="0" r="0" b="0"/>
              <a:pathLst>
                <a:path w="15554" h="90750">
                  <a:moveTo>
                    <a:pt x="15554" y="0"/>
                  </a:moveTo>
                  <a:lnTo>
                    <a:pt x="0" y="907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1" name="Candidate_receptor__3900">
              <a:extLst>
                <a:ext uri="{FF2B5EF4-FFF2-40B4-BE49-F238E27FC236}">
                  <a16:creationId xmlns:a16="http://schemas.microsoft.com/office/drawing/2014/main" id="{66D9A0DE-C9D6-11E6-73C2-FD249EFDD3CF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12069"/>
              <a:ext cx="97780" cy="37855"/>
            </a:xfrm>
            <a:custGeom>
              <a:avLst/>
              <a:gdLst/>
              <a:ahLst/>
              <a:cxnLst/>
              <a:rect l="0" t="0" r="0" b="0"/>
              <a:pathLst>
                <a:path w="97780" h="37855">
                  <a:moveTo>
                    <a:pt x="0" y="37855"/>
                  </a:moveTo>
                  <a:lnTo>
                    <a:pt x="9778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2" name="Candidate_receptor__3901">
              <a:extLst>
                <a:ext uri="{FF2B5EF4-FFF2-40B4-BE49-F238E27FC236}">
                  <a16:creationId xmlns:a16="http://schemas.microsoft.com/office/drawing/2014/main" id="{A649F5AE-2511-40AC-1D1A-7771008633D5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0837"/>
              <a:ext cx="91777" cy="19487"/>
            </a:xfrm>
            <a:custGeom>
              <a:avLst/>
              <a:gdLst/>
              <a:ahLst/>
              <a:cxnLst/>
              <a:rect l="0" t="0" r="0" b="0"/>
              <a:pathLst>
                <a:path w="91777" h="19487">
                  <a:moveTo>
                    <a:pt x="0" y="19487"/>
                  </a:moveTo>
                  <a:lnTo>
                    <a:pt x="9177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3" name="Candidate_receptor__3902">
              <a:extLst>
                <a:ext uri="{FF2B5EF4-FFF2-40B4-BE49-F238E27FC236}">
                  <a16:creationId xmlns:a16="http://schemas.microsoft.com/office/drawing/2014/main" id="{84BF53CD-094D-B6C1-2A63-1D9E70B250E9}"/>
                </a:ext>
              </a:extLst>
            </p:cNvPr>
            <p:cNvSpPr>
              <a:spLocks noGrp="1"/>
            </p:cNvSpPr>
            <p:nvPr/>
          </p:nvSpPr>
          <p:spPr>
            <a:xfrm>
              <a:off x="3898350" y="2848267"/>
              <a:ext cx="26596" cy="61549"/>
            </a:xfrm>
            <a:custGeom>
              <a:avLst/>
              <a:gdLst/>
              <a:ahLst/>
              <a:cxnLst/>
              <a:rect l="0" t="0" r="0" b="0"/>
              <a:pathLst>
                <a:path w="26596" h="61549">
                  <a:moveTo>
                    <a:pt x="26596" y="0"/>
                  </a:moveTo>
                  <a:lnTo>
                    <a:pt x="0" y="6154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4" name="Candidate_receptor__3903">
              <a:extLst>
                <a:ext uri="{FF2B5EF4-FFF2-40B4-BE49-F238E27FC236}">
                  <a16:creationId xmlns:a16="http://schemas.microsoft.com/office/drawing/2014/main" id="{9045224F-1041-2FFC-B9CD-DC3082FEC1D1}"/>
                </a:ext>
              </a:extLst>
            </p:cNvPr>
            <p:cNvSpPr>
              <a:spLocks noGrp="1"/>
            </p:cNvSpPr>
            <p:nvPr/>
          </p:nvSpPr>
          <p:spPr>
            <a:xfrm>
              <a:off x="4934116" y="2743914"/>
              <a:ext cx="2228" cy="62731"/>
            </a:xfrm>
            <a:custGeom>
              <a:avLst/>
              <a:gdLst/>
              <a:ahLst/>
              <a:cxnLst/>
              <a:rect l="0" t="0" r="0" b="0"/>
              <a:pathLst>
                <a:path w="2228" h="62731">
                  <a:moveTo>
                    <a:pt x="0" y="62731"/>
                  </a:moveTo>
                  <a:lnTo>
                    <a:pt x="222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5" name="Candidate_receptor__3904">
              <a:extLst>
                <a:ext uri="{FF2B5EF4-FFF2-40B4-BE49-F238E27FC236}">
                  <a16:creationId xmlns:a16="http://schemas.microsoft.com/office/drawing/2014/main" id="{AE8CBB8F-602C-2D4A-8D0D-D07E87B281D5}"/>
                </a:ext>
              </a:extLst>
            </p:cNvPr>
            <p:cNvSpPr>
              <a:spLocks noGrp="1"/>
            </p:cNvSpPr>
            <p:nvPr/>
          </p:nvSpPr>
          <p:spPr>
            <a:xfrm>
              <a:off x="4342916" y="2791960"/>
              <a:ext cx="7008" cy="108877"/>
            </a:xfrm>
            <a:custGeom>
              <a:avLst/>
              <a:gdLst/>
              <a:ahLst/>
              <a:cxnLst/>
              <a:rect l="0" t="0" r="0" b="0"/>
              <a:pathLst>
                <a:path w="7008" h="108877">
                  <a:moveTo>
                    <a:pt x="0" y="108877"/>
                  </a:moveTo>
                  <a:lnTo>
                    <a:pt x="700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6" name="Candidate_receptor__3905">
              <a:extLst>
                <a:ext uri="{FF2B5EF4-FFF2-40B4-BE49-F238E27FC236}">
                  <a16:creationId xmlns:a16="http://schemas.microsoft.com/office/drawing/2014/main" id="{56AD3C53-2B3F-FE0F-2D6A-6B33EC6E73A6}"/>
                </a:ext>
              </a:extLst>
            </p:cNvPr>
            <p:cNvSpPr>
              <a:spLocks noGrp="1"/>
            </p:cNvSpPr>
            <p:nvPr/>
          </p:nvSpPr>
          <p:spPr>
            <a:xfrm>
              <a:off x="4003300" y="3128755"/>
              <a:ext cx="33487" cy="101084"/>
            </a:xfrm>
            <a:custGeom>
              <a:avLst/>
              <a:gdLst/>
              <a:ahLst/>
              <a:cxnLst/>
              <a:rect l="0" t="0" r="0" b="0"/>
              <a:pathLst>
                <a:path w="33487" h="101084">
                  <a:moveTo>
                    <a:pt x="0" y="0"/>
                  </a:moveTo>
                  <a:lnTo>
                    <a:pt x="33487" y="101084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7" name="Candidate_receptor__3906">
              <a:extLst>
                <a:ext uri="{FF2B5EF4-FFF2-40B4-BE49-F238E27FC236}">
                  <a16:creationId xmlns:a16="http://schemas.microsoft.com/office/drawing/2014/main" id="{F3428434-1D19-A04A-08B3-6F8EDDFEDF3B}"/>
                </a:ext>
              </a:extLst>
            </p:cNvPr>
            <p:cNvSpPr>
              <a:spLocks noGrp="1"/>
            </p:cNvSpPr>
            <p:nvPr/>
          </p:nvSpPr>
          <p:spPr>
            <a:xfrm>
              <a:off x="5326016" y="3115452"/>
              <a:ext cx="9203" cy="57959"/>
            </a:xfrm>
            <a:custGeom>
              <a:avLst/>
              <a:gdLst/>
              <a:ahLst/>
              <a:cxnLst/>
              <a:rect l="0" t="0" r="0" b="0"/>
              <a:pathLst>
                <a:path w="9203" h="57959">
                  <a:moveTo>
                    <a:pt x="0" y="0"/>
                  </a:moveTo>
                  <a:lnTo>
                    <a:pt x="9203" y="5795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8" name="Candidate_receptor__3907">
              <a:extLst>
                <a:ext uri="{FF2B5EF4-FFF2-40B4-BE49-F238E27FC236}">
                  <a16:creationId xmlns:a16="http://schemas.microsoft.com/office/drawing/2014/main" id="{30BF43F0-B9D4-6766-6551-BF3E3DAC801C}"/>
                </a:ext>
              </a:extLst>
            </p:cNvPr>
            <p:cNvSpPr>
              <a:spLocks noGrp="1"/>
            </p:cNvSpPr>
            <p:nvPr/>
          </p:nvSpPr>
          <p:spPr>
            <a:xfrm>
              <a:off x="4890515" y="2948027"/>
              <a:ext cx="77484" cy="36681"/>
            </a:xfrm>
            <a:custGeom>
              <a:avLst/>
              <a:gdLst/>
              <a:ahLst/>
              <a:cxnLst/>
              <a:rect l="0" t="0" r="0" b="0"/>
              <a:pathLst>
                <a:path w="77484" h="36681">
                  <a:moveTo>
                    <a:pt x="0" y="0"/>
                  </a:moveTo>
                  <a:lnTo>
                    <a:pt x="77484" y="3668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09" name="Candidate_receptor__3908">
              <a:extLst>
                <a:ext uri="{FF2B5EF4-FFF2-40B4-BE49-F238E27FC236}">
                  <a16:creationId xmlns:a16="http://schemas.microsoft.com/office/drawing/2014/main" id="{69A21F57-169A-4F7C-AE51-C1145AFA7727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47125" cy="3075"/>
            </a:xfrm>
            <a:custGeom>
              <a:avLst/>
              <a:gdLst/>
              <a:ahLst/>
              <a:cxnLst/>
              <a:rect l="0" t="0" r="0" b="0"/>
              <a:pathLst>
                <a:path w="47125" h="3075">
                  <a:moveTo>
                    <a:pt x="47125" y="30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0" name="Candidate_receptor__3909">
              <a:extLst>
                <a:ext uri="{FF2B5EF4-FFF2-40B4-BE49-F238E27FC236}">
                  <a16:creationId xmlns:a16="http://schemas.microsoft.com/office/drawing/2014/main" id="{4592D74C-FDBB-D79D-EF16-5EA601AC817A}"/>
                </a:ext>
              </a:extLst>
            </p:cNvPr>
            <p:cNvSpPr>
              <a:spLocks noGrp="1"/>
            </p:cNvSpPr>
            <p:nvPr/>
          </p:nvSpPr>
          <p:spPr>
            <a:xfrm>
              <a:off x="4936344" y="2648599"/>
              <a:ext cx="14089" cy="95315"/>
            </a:xfrm>
            <a:custGeom>
              <a:avLst/>
              <a:gdLst/>
              <a:ahLst/>
              <a:cxnLst/>
              <a:rect l="0" t="0" r="0" b="0"/>
              <a:pathLst>
                <a:path w="14089" h="95315">
                  <a:moveTo>
                    <a:pt x="0" y="95315"/>
                  </a:moveTo>
                  <a:lnTo>
                    <a:pt x="1408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1" name="Candidate_receptor__3910">
              <a:extLst>
                <a:ext uri="{FF2B5EF4-FFF2-40B4-BE49-F238E27FC236}">
                  <a16:creationId xmlns:a16="http://schemas.microsoft.com/office/drawing/2014/main" id="{F1AF22E1-8C28-8A04-7D5B-71CD9C438569}"/>
                </a:ext>
              </a:extLst>
            </p:cNvPr>
            <p:cNvSpPr>
              <a:spLocks noGrp="1"/>
            </p:cNvSpPr>
            <p:nvPr/>
          </p:nvSpPr>
          <p:spPr>
            <a:xfrm>
              <a:off x="4083020" y="2720549"/>
              <a:ext cx="29901" cy="29347"/>
            </a:xfrm>
            <a:custGeom>
              <a:avLst/>
              <a:gdLst/>
              <a:ahLst/>
              <a:cxnLst/>
              <a:rect l="0" t="0" r="0" b="0"/>
              <a:pathLst>
                <a:path w="29901" h="29347">
                  <a:moveTo>
                    <a:pt x="29901" y="0"/>
                  </a:moveTo>
                  <a:lnTo>
                    <a:pt x="0" y="2934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2" name="Candidate_receptor__3911">
              <a:extLst>
                <a:ext uri="{FF2B5EF4-FFF2-40B4-BE49-F238E27FC236}">
                  <a16:creationId xmlns:a16="http://schemas.microsoft.com/office/drawing/2014/main" id="{1B538516-5831-6AAE-E2F4-507174016023}"/>
                </a:ext>
              </a:extLst>
            </p:cNvPr>
            <p:cNvSpPr>
              <a:spLocks noGrp="1"/>
            </p:cNvSpPr>
            <p:nvPr/>
          </p:nvSpPr>
          <p:spPr>
            <a:xfrm>
              <a:off x="3827452" y="3030315"/>
              <a:ext cx="62622" cy="89503"/>
            </a:xfrm>
            <a:custGeom>
              <a:avLst/>
              <a:gdLst/>
              <a:ahLst/>
              <a:cxnLst/>
              <a:rect l="0" t="0" r="0" b="0"/>
              <a:pathLst>
                <a:path w="62622" h="89503">
                  <a:moveTo>
                    <a:pt x="0" y="0"/>
                  </a:moveTo>
                  <a:lnTo>
                    <a:pt x="62622" y="8950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3" name="Candidate_receptor__3912">
              <a:extLst>
                <a:ext uri="{FF2B5EF4-FFF2-40B4-BE49-F238E27FC236}">
                  <a16:creationId xmlns:a16="http://schemas.microsoft.com/office/drawing/2014/main" id="{3697A0E5-C635-C5D4-6463-84610DC36CC9}"/>
                </a:ext>
              </a:extLst>
            </p:cNvPr>
            <p:cNvSpPr>
              <a:spLocks noGrp="1"/>
            </p:cNvSpPr>
            <p:nvPr/>
          </p:nvSpPr>
          <p:spPr>
            <a:xfrm>
              <a:off x="4150495" y="3209820"/>
              <a:ext cx="55273" cy="51543"/>
            </a:xfrm>
            <a:custGeom>
              <a:avLst/>
              <a:gdLst/>
              <a:ahLst/>
              <a:cxnLst/>
              <a:rect l="0" t="0" r="0" b="0"/>
              <a:pathLst>
                <a:path w="55273" h="51543">
                  <a:moveTo>
                    <a:pt x="0" y="0"/>
                  </a:moveTo>
                  <a:lnTo>
                    <a:pt x="55273" y="5154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4" name="Candidate_receptor__3913">
              <a:extLst>
                <a:ext uri="{FF2B5EF4-FFF2-40B4-BE49-F238E27FC236}">
                  <a16:creationId xmlns:a16="http://schemas.microsoft.com/office/drawing/2014/main" id="{BA3C60F3-F820-F6D4-4F43-3AFF046F5877}"/>
                </a:ext>
              </a:extLst>
            </p:cNvPr>
            <p:cNvSpPr>
              <a:spLocks noGrp="1"/>
            </p:cNvSpPr>
            <p:nvPr/>
          </p:nvSpPr>
          <p:spPr>
            <a:xfrm>
              <a:off x="4187640" y="2773386"/>
              <a:ext cx="48247" cy="34803"/>
            </a:xfrm>
            <a:custGeom>
              <a:avLst/>
              <a:gdLst/>
              <a:ahLst/>
              <a:cxnLst/>
              <a:rect l="0" t="0" r="0" b="0"/>
              <a:pathLst>
                <a:path w="48247" h="34803">
                  <a:moveTo>
                    <a:pt x="48247" y="0"/>
                  </a:moveTo>
                  <a:lnTo>
                    <a:pt x="0" y="3480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5" name="Candidate_receptor__3914">
              <a:extLst>
                <a:ext uri="{FF2B5EF4-FFF2-40B4-BE49-F238E27FC236}">
                  <a16:creationId xmlns:a16="http://schemas.microsoft.com/office/drawing/2014/main" id="{652AF3B0-9BF7-F94F-E5AE-BB7A7F2FEF13}"/>
                </a:ext>
              </a:extLst>
            </p:cNvPr>
            <p:cNvSpPr>
              <a:spLocks noGrp="1"/>
            </p:cNvSpPr>
            <p:nvPr/>
          </p:nvSpPr>
          <p:spPr>
            <a:xfrm>
              <a:off x="3890074" y="3119818"/>
              <a:ext cx="113226" cy="8937"/>
            </a:xfrm>
            <a:custGeom>
              <a:avLst/>
              <a:gdLst/>
              <a:ahLst/>
              <a:cxnLst/>
              <a:rect l="0" t="0" r="0" b="0"/>
              <a:pathLst>
                <a:path w="113226" h="8937">
                  <a:moveTo>
                    <a:pt x="0" y="0"/>
                  </a:moveTo>
                  <a:lnTo>
                    <a:pt x="113226" y="8937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6" name="Candidate_receptor__3915">
              <a:extLst>
                <a:ext uri="{FF2B5EF4-FFF2-40B4-BE49-F238E27FC236}">
                  <a16:creationId xmlns:a16="http://schemas.microsoft.com/office/drawing/2014/main" id="{D59DEAF0-471C-4D33-B23F-CCE5728FBCCA}"/>
                </a:ext>
              </a:extLst>
            </p:cNvPr>
            <p:cNvSpPr>
              <a:spLocks noGrp="1"/>
            </p:cNvSpPr>
            <p:nvPr/>
          </p:nvSpPr>
          <p:spPr>
            <a:xfrm>
              <a:off x="5046126" y="2870053"/>
              <a:ext cx="57987" cy="30006"/>
            </a:xfrm>
            <a:custGeom>
              <a:avLst/>
              <a:gdLst/>
              <a:ahLst/>
              <a:cxnLst/>
              <a:rect l="0" t="0" r="0" b="0"/>
              <a:pathLst>
                <a:path w="57987" h="30006">
                  <a:moveTo>
                    <a:pt x="0" y="30006"/>
                  </a:moveTo>
                  <a:lnTo>
                    <a:pt x="5798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7" name="Candidate_receptor__3916">
              <a:extLst>
                <a:ext uri="{FF2B5EF4-FFF2-40B4-BE49-F238E27FC236}">
                  <a16:creationId xmlns:a16="http://schemas.microsoft.com/office/drawing/2014/main" id="{BEE50BBA-AEC7-85FD-AAA4-CC296B2596C1}"/>
                </a:ext>
              </a:extLst>
            </p:cNvPr>
            <p:cNvSpPr>
              <a:spLocks noGrp="1"/>
            </p:cNvSpPr>
            <p:nvPr/>
          </p:nvSpPr>
          <p:spPr>
            <a:xfrm>
              <a:off x="4006758" y="2823790"/>
              <a:ext cx="58290" cy="36172"/>
            </a:xfrm>
            <a:custGeom>
              <a:avLst/>
              <a:gdLst/>
              <a:ahLst/>
              <a:cxnLst/>
              <a:rect l="0" t="0" r="0" b="0"/>
              <a:pathLst>
                <a:path w="58290" h="36172">
                  <a:moveTo>
                    <a:pt x="58290" y="361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8" name="Candidate_receptor__3917">
              <a:extLst>
                <a:ext uri="{FF2B5EF4-FFF2-40B4-BE49-F238E27FC236}">
                  <a16:creationId xmlns:a16="http://schemas.microsoft.com/office/drawing/2014/main" id="{4131058C-6E48-1678-D2B9-87C8BA9A67D6}"/>
                </a:ext>
              </a:extLst>
            </p:cNvPr>
            <p:cNvSpPr>
              <a:spLocks noGrp="1"/>
            </p:cNvSpPr>
            <p:nvPr/>
          </p:nvSpPr>
          <p:spPr>
            <a:xfrm>
              <a:off x="5241284" y="2832063"/>
              <a:ext cx="27461" cy="27359"/>
            </a:xfrm>
            <a:custGeom>
              <a:avLst/>
              <a:gdLst/>
              <a:ahLst/>
              <a:cxnLst/>
              <a:rect l="0" t="0" r="0" b="0"/>
              <a:pathLst>
                <a:path w="27461" h="27359">
                  <a:moveTo>
                    <a:pt x="27461" y="0"/>
                  </a:moveTo>
                  <a:lnTo>
                    <a:pt x="0" y="2735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9" name="Candidate_receptor__3918">
              <a:extLst>
                <a:ext uri="{FF2B5EF4-FFF2-40B4-BE49-F238E27FC236}">
                  <a16:creationId xmlns:a16="http://schemas.microsoft.com/office/drawing/2014/main" id="{8E1F6370-4CA0-AB64-5BB4-C52F850C47F1}"/>
                </a:ext>
              </a:extLst>
            </p:cNvPr>
            <p:cNvSpPr>
              <a:spLocks noGrp="1"/>
            </p:cNvSpPr>
            <p:nvPr/>
          </p:nvSpPr>
          <p:spPr>
            <a:xfrm>
              <a:off x="4793320" y="2948027"/>
              <a:ext cx="97195" cy="58321"/>
            </a:xfrm>
            <a:custGeom>
              <a:avLst/>
              <a:gdLst/>
              <a:ahLst/>
              <a:cxnLst/>
              <a:rect l="0" t="0" r="0" b="0"/>
              <a:pathLst>
                <a:path w="97195" h="58321">
                  <a:moveTo>
                    <a:pt x="0" y="58321"/>
                  </a:moveTo>
                  <a:lnTo>
                    <a:pt x="97195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20" name="Candidate_receptor__3919">
              <a:extLst>
                <a:ext uri="{FF2B5EF4-FFF2-40B4-BE49-F238E27FC236}">
                  <a16:creationId xmlns:a16="http://schemas.microsoft.com/office/drawing/2014/main" id="{6B0B4BBD-CF02-A2FF-4180-92328E479BBB}"/>
                </a:ext>
              </a:extLst>
            </p:cNvPr>
            <p:cNvSpPr>
              <a:spLocks noGrp="1"/>
            </p:cNvSpPr>
            <p:nvPr/>
          </p:nvSpPr>
          <p:spPr>
            <a:xfrm>
              <a:off x="3940501" y="2757517"/>
              <a:ext cx="66258" cy="66273"/>
            </a:xfrm>
            <a:custGeom>
              <a:avLst/>
              <a:gdLst/>
              <a:ahLst/>
              <a:cxnLst/>
              <a:rect l="0" t="0" r="0" b="0"/>
              <a:pathLst>
                <a:path w="66258" h="66273">
                  <a:moveTo>
                    <a:pt x="66258" y="66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1" name="Candidate_receptor__3920">
              <a:extLst>
                <a:ext uri="{FF2B5EF4-FFF2-40B4-BE49-F238E27FC236}">
                  <a16:creationId xmlns:a16="http://schemas.microsoft.com/office/drawing/2014/main" id="{03DB92EF-952C-4799-DB64-93A6B1473A24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43920"/>
              <a:ext cx="16972" cy="111129"/>
            </a:xfrm>
            <a:custGeom>
              <a:avLst/>
              <a:gdLst/>
              <a:ahLst/>
              <a:cxnLst/>
              <a:rect l="0" t="0" r="0" b="0"/>
              <a:pathLst>
                <a:path w="16972" h="111129">
                  <a:moveTo>
                    <a:pt x="16972" y="1111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2" name="Candidate_receptor__3921">
              <a:extLst>
                <a:ext uri="{FF2B5EF4-FFF2-40B4-BE49-F238E27FC236}">
                  <a16:creationId xmlns:a16="http://schemas.microsoft.com/office/drawing/2014/main" id="{9F0C5D51-8396-28D8-C5D6-51367B881745}"/>
                </a:ext>
              </a:extLst>
            </p:cNvPr>
            <p:cNvSpPr>
              <a:spLocks noGrp="1"/>
            </p:cNvSpPr>
            <p:nvPr/>
          </p:nvSpPr>
          <p:spPr>
            <a:xfrm>
              <a:off x="3820060" y="2829534"/>
              <a:ext cx="78290" cy="80282"/>
            </a:xfrm>
            <a:custGeom>
              <a:avLst/>
              <a:gdLst/>
              <a:ahLst/>
              <a:cxnLst/>
              <a:rect l="0" t="0" r="0" b="0"/>
              <a:pathLst>
                <a:path w="78290" h="80282">
                  <a:moveTo>
                    <a:pt x="78290" y="802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3" name="Candidate_receptor__3922">
              <a:extLst>
                <a:ext uri="{FF2B5EF4-FFF2-40B4-BE49-F238E27FC236}">
                  <a16:creationId xmlns:a16="http://schemas.microsoft.com/office/drawing/2014/main" id="{272634C1-6CBC-2451-4D89-BACA5F4C14D0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15452"/>
              <a:ext cx="111377" cy="28468"/>
            </a:xfrm>
            <a:custGeom>
              <a:avLst/>
              <a:gdLst/>
              <a:ahLst/>
              <a:cxnLst/>
              <a:rect l="0" t="0" r="0" b="0"/>
              <a:pathLst>
                <a:path w="111377" h="28468">
                  <a:moveTo>
                    <a:pt x="0" y="28468"/>
                  </a:moveTo>
                  <a:lnTo>
                    <a:pt x="11137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4" name="Candidate_receptor__3923">
              <a:extLst>
                <a:ext uri="{FF2B5EF4-FFF2-40B4-BE49-F238E27FC236}">
                  <a16:creationId xmlns:a16="http://schemas.microsoft.com/office/drawing/2014/main" id="{0627B5D1-76AA-36A5-0405-ADCCDEC76A83}"/>
                </a:ext>
              </a:extLst>
            </p:cNvPr>
            <p:cNvSpPr>
              <a:spLocks noGrp="1"/>
            </p:cNvSpPr>
            <p:nvPr/>
          </p:nvSpPr>
          <p:spPr>
            <a:xfrm>
              <a:off x="4112922" y="2720549"/>
              <a:ext cx="74718" cy="87639"/>
            </a:xfrm>
            <a:custGeom>
              <a:avLst/>
              <a:gdLst/>
              <a:ahLst/>
              <a:cxnLst/>
              <a:rect l="0" t="0" r="0" b="0"/>
              <a:pathLst>
                <a:path w="74718" h="87639">
                  <a:moveTo>
                    <a:pt x="74718" y="87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5" name="Candidate_receptor__3924">
              <a:extLst>
                <a:ext uri="{FF2B5EF4-FFF2-40B4-BE49-F238E27FC236}">
                  <a16:creationId xmlns:a16="http://schemas.microsoft.com/office/drawing/2014/main" id="{DDDB1BB8-A66F-41EA-1F62-CCCEB48EC64B}"/>
                </a:ext>
              </a:extLst>
            </p:cNvPr>
            <p:cNvSpPr>
              <a:spLocks noGrp="1"/>
            </p:cNvSpPr>
            <p:nvPr/>
          </p:nvSpPr>
          <p:spPr>
            <a:xfrm>
              <a:off x="4205768" y="3185506"/>
              <a:ext cx="85260" cy="75857"/>
            </a:xfrm>
            <a:custGeom>
              <a:avLst/>
              <a:gdLst/>
              <a:ahLst/>
              <a:cxnLst/>
              <a:rect l="0" t="0" r="0" b="0"/>
              <a:pathLst>
                <a:path w="85260" h="75857">
                  <a:moveTo>
                    <a:pt x="0" y="75857"/>
                  </a:moveTo>
                  <a:lnTo>
                    <a:pt x="8526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6" name="Candidate_receptor__3925">
              <a:extLst>
                <a:ext uri="{FF2B5EF4-FFF2-40B4-BE49-F238E27FC236}">
                  <a16:creationId xmlns:a16="http://schemas.microsoft.com/office/drawing/2014/main" id="{6E39B21E-D042-4921-9A56-AC6E715DF51F}"/>
                </a:ext>
              </a:extLst>
            </p:cNvPr>
            <p:cNvSpPr>
              <a:spLocks noGrp="1"/>
            </p:cNvSpPr>
            <p:nvPr/>
          </p:nvSpPr>
          <p:spPr>
            <a:xfrm>
              <a:off x="5231611" y="3255049"/>
              <a:ext cx="88380" cy="9148"/>
            </a:xfrm>
            <a:custGeom>
              <a:avLst/>
              <a:gdLst/>
              <a:ahLst/>
              <a:cxnLst/>
              <a:rect l="0" t="0" r="0" b="0"/>
              <a:pathLst>
                <a:path w="88380" h="9148">
                  <a:moveTo>
                    <a:pt x="88380" y="9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7" name="Candidate_receptor__3926">
              <a:extLst>
                <a:ext uri="{FF2B5EF4-FFF2-40B4-BE49-F238E27FC236}">
                  <a16:creationId xmlns:a16="http://schemas.microsoft.com/office/drawing/2014/main" id="{D4BBE212-2279-80FB-CEE9-D93BCD485C58}"/>
                </a:ext>
              </a:extLst>
            </p:cNvPr>
            <p:cNvSpPr>
              <a:spLocks noGrp="1"/>
            </p:cNvSpPr>
            <p:nvPr/>
          </p:nvSpPr>
          <p:spPr>
            <a:xfrm>
              <a:off x="4216115" y="3098123"/>
              <a:ext cx="74913" cy="87383"/>
            </a:xfrm>
            <a:custGeom>
              <a:avLst/>
              <a:gdLst/>
              <a:ahLst/>
              <a:cxnLst/>
              <a:rect l="0" t="0" r="0" b="0"/>
              <a:pathLst>
                <a:path w="74913" h="87383">
                  <a:moveTo>
                    <a:pt x="74913" y="8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8" name="Candidate_receptor__3927">
              <a:extLst>
                <a:ext uri="{FF2B5EF4-FFF2-40B4-BE49-F238E27FC236}">
                  <a16:creationId xmlns:a16="http://schemas.microsoft.com/office/drawing/2014/main" id="{08E69EC4-385A-BC10-32AE-0CE86434AC6B}"/>
                </a:ext>
              </a:extLst>
            </p:cNvPr>
            <p:cNvSpPr>
              <a:spLocks noGrp="1"/>
            </p:cNvSpPr>
            <p:nvPr/>
          </p:nvSpPr>
          <p:spPr>
            <a:xfrm>
              <a:off x="5104112" y="2777524"/>
              <a:ext cx="63554" cy="92529"/>
            </a:xfrm>
            <a:custGeom>
              <a:avLst/>
              <a:gdLst/>
              <a:ahLst/>
              <a:cxnLst/>
              <a:rect l="0" t="0" r="0" b="0"/>
              <a:pathLst>
                <a:path w="63554" h="92529">
                  <a:moveTo>
                    <a:pt x="0" y="92529"/>
                  </a:moveTo>
                  <a:lnTo>
                    <a:pt x="63554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9" name="Candidate_receptor__3928">
              <a:extLst>
                <a:ext uri="{FF2B5EF4-FFF2-40B4-BE49-F238E27FC236}">
                  <a16:creationId xmlns:a16="http://schemas.microsoft.com/office/drawing/2014/main" id="{76FB47C5-6716-0DC0-1F84-91C0386D7E50}"/>
                </a:ext>
              </a:extLst>
            </p:cNvPr>
            <p:cNvSpPr>
              <a:spLocks noGrp="1"/>
            </p:cNvSpPr>
            <p:nvPr/>
          </p:nvSpPr>
          <p:spPr>
            <a:xfrm>
              <a:off x="5167666" y="2777524"/>
              <a:ext cx="101078" cy="54539"/>
            </a:xfrm>
            <a:custGeom>
              <a:avLst/>
              <a:gdLst/>
              <a:ahLst/>
              <a:cxnLst/>
              <a:rect l="0" t="0" r="0" b="0"/>
              <a:pathLst>
                <a:path w="101078" h="54539">
                  <a:moveTo>
                    <a:pt x="0" y="0"/>
                  </a:moveTo>
                  <a:lnTo>
                    <a:pt x="101078" y="54539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30" name="Candidate_receptor__3929">
              <a:extLst>
                <a:ext uri="{FF2B5EF4-FFF2-40B4-BE49-F238E27FC236}">
                  <a16:creationId xmlns:a16="http://schemas.microsoft.com/office/drawing/2014/main" id="{1AB3ACBB-6A9A-3F99-DC9F-6C87A265B197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098123"/>
              <a:ext cx="62509" cy="48674"/>
            </a:xfrm>
            <a:custGeom>
              <a:avLst/>
              <a:gdLst/>
              <a:ahLst/>
              <a:cxnLst/>
              <a:rect l="0" t="0" r="0" b="0"/>
              <a:pathLst>
                <a:path w="62509" h="48674">
                  <a:moveTo>
                    <a:pt x="62509" y="0"/>
                  </a:moveTo>
                  <a:lnTo>
                    <a:pt x="0" y="48674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31" name="Candidate_receptor__3930">
              <a:extLst>
                <a:ext uri="{FF2B5EF4-FFF2-40B4-BE49-F238E27FC236}">
                  <a16:creationId xmlns:a16="http://schemas.microsoft.com/office/drawing/2014/main" id="{36FED9B0-D364-6FDB-55A8-CB592688A32F}"/>
                </a:ext>
              </a:extLst>
            </p:cNvPr>
            <p:cNvSpPr>
              <a:spLocks noGrp="1"/>
            </p:cNvSpPr>
            <p:nvPr/>
          </p:nvSpPr>
          <p:spPr>
            <a:xfrm>
              <a:off x="5266933" y="3205219"/>
              <a:ext cx="53058" cy="58978"/>
            </a:xfrm>
            <a:custGeom>
              <a:avLst/>
              <a:gdLst/>
              <a:ahLst/>
              <a:cxnLst/>
              <a:rect l="0" t="0" r="0" b="0"/>
              <a:pathLst>
                <a:path w="53058" h="58978">
                  <a:moveTo>
                    <a:pt x="0" y="0"/>
                  </a:moveTo>
                  <a:lnTo>
                    <a:pt x="53058" y="5897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2" name="Candidate_receptor__3931">
              <a:extLst>
                <a:ext uri="{FF2B5EF4-FFF2-40B4-BE49-F238E27FC236}">
                  <a16:creationId xmlns:a16="http://schemas.microsoft.com/office/drawing/2014/main" id="{A9716A69-658D-6B25-5BC1-270A8E313E79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146798"/>
              <a:ext cx="98419" cy="16470"/>
            </a:xfrm>
            <a:custGeom>
              <a:avLst/>
              <a:gdLst/>
              <a:ahLst/>
              <a:cxnLst/>
              <a:rect l="0" t="0" r="0" b="0"/>
              <a:pathLst>
                <a:path w="98419" h="16470">
                  <a:moveTo>
                    <a:pt x="0" y="0"/>
                  </a:moveTo>
                  <a:lnTo>
                    <a:pt x="98419" y="1647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3" name="Candidate_receptor__3932">
              <a:extLst>
                <a:ext uri="{FF2B5EF4-FFF2-40B4-BE49-F238E27FC236}">
                  <a16:creationId xmlns:a16="http://schemas.microsoft.com/office/drawing/2014/main" id="{9B6ED684-9768-BAF4-C7E6-56364E9EECB2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05219"/>
              <a:ext cx="91055" cy="69640"/>
            </a:xfrm>
            <a:custGeom>
              <a:avLst/>
              <a:gdLst/>
              <a:ahLst/>
              <a:cxnLst/>
              <a:rect l="0" t="0" r="0" b="0"/>
              <a:pathLst>
                <a:path w="91055" h="69640">
                  <a:moveTo>
                    <a:pt x="0" y="69640"/>
                  </a:moveTo>
                  <a:lnTo>
                    <a:pt x="9105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4" name="Candidate_receptor__3933">
              <a:extLst>
                <a:ext uri="{FF2B5EF4-FFF2-40B4-BE49-F238E27FC236}">
                  <a16:creationId xmlns:a16="http://schemas.microsoft.com/office/drawing/2014/main" id="{BFE1D2B5-20BC-5294-A7F6-71B1192991D7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74859"/>
              <a:ext cx="69726" cy="91188"/>
            </a:xfrm>
            <a:custGeom>
              <a:avLst/>
              <a:gdLst/>
              <a:ahLst/>
              <a:cxnLst/>
              <a:rect l="0" t="0" r="0" b="0"/>
              <a:pathLst>
                <a:path w="69726" h="91188">
                  <a:moveTo>
                    <a:pt x="69726" y="91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5" name="Candidate_receptor__3934">
              <a:extLst>
                <a:ext uri="{FF2B5EF4-FFF2-40B4-BE49-F238E27FC236}">
                  <a16:creationId xmlns:a16="http://schemas.microsoft.com/office/drawing/2014/main" id="{43EC57FC-E570-35BD-AC04-114490BC89E1}"/>
                </a:ext>
              </a:extLst>
            </p:cNvPr>
            <p:cNvSpPr>
              <a:spLocks noGrp="1"/>
            </p:cNvSpPr>
            <p:nvPr/>
          </p:nvSpPr>
          <p:spPr>
            <a:xfrm>
              <a:off x="4252025" y="3051927"/>
              <a:ext cx="29894" cy="111341"/>
            </a:xfrm>
            <a:custGeom>
              <a:avLst/>
              <a:gdLst/>
              <a:ahLst/>
              <a:cxnLst/>
              <a:rect l="0" t="0" r="0" b="0"/>
              <a:pathLst>
                <a:path w="29894" h="111341">
                  <a:moveTo>
                    <a:pt x="0" y="111341"/>
                  </a:moveTo>
                  <a:lnTo>
                    <a:pt x="2989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6" name="Candidate_receptor__3935">
              <a:extLst>
                <a:ext uri="{FF2B5EF4-FFF2-40B4-BE49-F238E27FC236}">
                  <a16:creationId xmlns:a16="http://schemas.microsoft.com/office/drawing/2014/main" id="{C02E3F39-58D9-DB21-4DBE-F5ECE7DEEB0E}"/>
                </a:ext>
              </a:extLst>
            </p:cNvPr>
            <p:cNvSpPr>
              <a:spLocks noGrp="1"/>
            </p:cNvSpPr>
            <p:nvPr/>
          </p:nvSpPr>
          <p:spPr>
            <a:xfrm>
              <a:off x="4182436" y="3017153"/>
              <a:ext cx="99483" cy="34774"/>
            </a:xfrm>
            <a:custGeom>
              <a:avLst/>
              <a:gdLst/>
              <a:ahLst/>
              <a:cxnLst/>
              <a:rect l="0" t="0" r="0" b="0"/>
              <a:pathLst>
                <a:path w="99483" h="34774">
                  <a:moveTo>
                    <a:pt x="99483" y="34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3937" name="Candidate_receptor__3936">
              <a:extLst>
                <a:ext uri="{FF2B5EF4-FFF2-40B4-BE49-F238E27FC236}">
                  <a16:creationId xmlns:a16="http://schemas.microsoft.com/office/drawing/2014/main" id="{94CDACA0-9853-01A8-4280-718EDC6A36E1}"/>
                </a:ext>
              </a:extLst>
            </p:cNvPr>
            <p:cNvSpPr>
              <a:spLocks noGrp="1"/>
            </p:cNvSpPr>
            <p:nvPr/>
          </p:nvSpPr>
          <p:spPr>
            <a:xfrm>
              <a:off x="5245605" y="3355075"/>
              <a:ext cx="29656" cy="10973"/>
            </a:xfrm>
            <a:custGeom>
              <a:avLst/>
              <a:gdLst/>
              <a:ahLst/>
              <a:cxnLst/>
              <a:rect l="0" t="0" r="0" b="0"/>
              <a:pathLst>
                <a:path w="29656" h="10973">
                  <a:moveTo>
                    <a:pt x="29656" y="0"/>
                  </a:moveTo>
                  <a:lnTo>
                    <a:pt x="0" y="10973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3938" name="Candidate_receptor__3937">
              <a:extLst>
                <a:ext uri="{FF2B5EF4-FFF2-40B4-BE49-F238E27FC236}">
                  <a16:creationId xmlns:a16="http://schemas.microsoft.com/office/drawing/2014/main" id="{B70D6F2E-0B0F-797C-13ED-9EFDACC4B400}"/>
                </a:ext>
              </a:extLst>
            </p:cNvPr>
            <p:cNvSpPr>
              <a:spLocks noGrp="1"/>
            </p:cNvSpPr>
            <p:nvPr/>
          </p:nvSpPr>
          <p:spPr>
            <a:xfrm>
              <a:off x="5110865" y="3312613"/>
              <a:ext cx="66151" cy="79192"/>
            </a:xfrm>
            <a:custGeom>
              <a:avLst/>
              <a:gdLst/>
              <a:ahLst/>
              <a:cxnLst/>
              <a:rect l="0" t="0" r="0" b="0"/>
              <a:pathLst>
                <a:path w="66151" h="79192">
                  <a:moveTo>
                    <a:pt x="0" y="79192"/>
                  </a:moveTo>
                  <a:lnTo>
                    <a:pt x="66151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3939" name="Candidate_receptor__3938">
              <a:extLst>
                <a:ext uri="{FF2B5EF4-FFF2-40B4-BE49-F238E27FC236}">
                  <a16:creationId xmlns:a16="http://schemas.microsoft.com/office/drawing/2014/main" id="{7AFE43DD-0E88-12BB-0265-022A823E6446}"/>
                </a:ext>
              </a:extLst>
            </p:cNvPr>
            <p:cNvSpPr>
              <a:spLocks noGrp="1"/>
            </p:cNvSpPr>
            <p:nvPr/>
          </p:nvSpPr>
          <p:spPr>
            <a:xfrm>
              <a:off x="5177016" y="3312613"/>
              <a:ext cx="98245" cy="42462"/>
            </a:xfrm>
            <a:custGeom>
              <a:avLst/>
              <a:gdLst/>
              <a:ahLst/>
              <a:cxnLst/>
              <a:rect l="0" t="0" r="0" b="0"/>
              <a:pathLst>
                <a:path w="98245" h="42462">
                  <a:moveTo>
                    <a:pt x="0" y="0"/>
                  </a:moveTo>
                  <a:lnTo>
                    <a:pt x="98245" y="42462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</p:grpSp>
      <p:grpSp>
        <p:nvGrpSpPr>
          <p:cNvPr id="6217" name="Candidate_B1">
            <a:extLst>
              <a:ext uri="{FF2B5EF4-FFF2-40B4-BE49-F238E27FC236}">
                <a16:creationId xmlns:a16="http://schemas.microsoft.com/office/drawing/2014/main" id="{EA56F1EE-4299-AE74-E254-1B241AB85B65}"/>
              </a:ext>
            </a:extLst>
          </p:cNvPr>
          <p:cNvGrpSpPr/>
          <p:nvPr/>
        </p:nvGrpSpPr>
        <p:grpSpPr>
          <a:xfrm>
            <a:off x="4545641" y="2002862"/>
            <a:ext cx="134697" cy="203420"/>
            <a:chOff x="4100513" y="2257425"/>
            <a:chExt cx="466725" cy="704850"/>
          </a:xfrm>
        </p:grpSpPr>
        <p:sp>
          <p:nvSpPr>
            <p:cNvPr id="3940" name="Candidate_B1__3939">
              <a:extLst>
                <a:ext uri="{FF2B5EF4-FFF2-40B4-BE49-F238E27FC236}">
                  <a16:creationId xmlns:a16="http://schemas.microsoft.com/office/drawing/2014/main" id="{6C2F8672-424B-D254-F6AF-AB913CFF5046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129832" y="704404"/>
                  </a:moveTo>
                  <a:lnTo>
                    <a:pt x="81983" y="692757"/>
                  </a:lnTo>
                  <a:lnTo>
                    <a:pt x="129832" y="693382"/>
                  </a:lnTo>
                  <a:close/>
                  <a:moveTo>
                    <a:pt x="129832" y="704404"/>
                  </a:moveTo>
                  <a:lnTo>
                    <a:pt x="129832" y="693382"/>
                  </a:lnTo>
                  <a:lnTo>
                    <a:pt x="177681" y="704850"/>
                  </a:lnTo>
                  <a:close/>
                  <a:moveTo>
                    <a:pt x="177681" y="704850"/>
                  </a:moveTo>
                  <a:lnTo>
                    <a:pt x="177681" y="694035"/>
                  </a:lnTo>
                  <a:lnTo>
                    <a:pt x="225530" y="694518"/>
                  </a:lnTo>
                  <a:close/>
                  <a:moveTo>
                    <a:pt x="276610" y="656342"/>
                  </a:moveTo>
                  <a:lnTo>
                    <a:pt x="293701" y="656342"/>
                  </a:lnTo>
                  <a:lnTo>
                    <a:pt x="273379" y="671513"/>
                  </a:lnTo>
                  <a:close/>
                  <a:moveTo>
                    <a:pt x="315843" y="620457"/>
                  </a:moveTo>
                  <a:lnTo>
                    <a:pt x="321227" y="628671"/>
                  </a:lnTo>
                  <a:lnTo>
                    <a:pt x="293701" y="656342"/>
                  </a:lnTo>
                  <a:close/>
                  <a:moveTo>
                    <a:pt x="3309" y="620457"/>
                  </a:moveTo>
                  <a:lnTo>
                    <a:pt x="18540" y="620457"/>
                  </a:lnTo>
                  <a:lnTo>
                    <a:pt x="24946" y="656342"/>
                  </a:lnTo>
                  <a:close/>
                  <a:moveTo>
                    <a:pt x="13874" y="584573"/>
                  </a:moveTo>
                  <a:lnTo>
                    <a:pt x="3309" y="620457"/>
                  </a:lnTo>
                  <a:lnTo>
                    <a:pt x="0" y="584573"/>
                  </a:lnTo>
                  <a:close/>
                  <a:moveTo>
                    <a:pt x="23823" y="548689"/>
                  </a:moveTo>
                  <a:lnTo>
                    <a:pt x="0" y="584573"/>
                  </a:lnTo>
                  <a:lnTo>
                    <a:pt x="10555" y="548689"/>
                  </a:lnTo>
                  <a:close/>
                  <a:moveTo>
                    <a:pt x="355764" y="584573"/>
                  </a:moveTo>
                  <a:lnTo>
                    <a:pt x="328549" y="620457"/>
                  </a:lnTo>
                  <a:lnTo>
                    <a:pt x="347311" y="584573"/>
                  </a:lnTo>
                  <a:close/>
                  <a:moveTo>
                    <a:pt x="355764" y="584573"/>
                  </a:moveTo>
                  <a:lnTo>
                    <a:pt x="347311" y="584573"/>
                  </a:lnTo>
                  <a:lnTo>
                    <a:pt x="369076" y="566498"/>
                  </a:lnTo>
                  <a:close/>
                  <a:moveTo>
                    <a:pt x="10555" y="548689"/>
                  </a:moveTo>
                  <a:lnTo>
                    <a:pt x="32179" y="512805"/>
                  </a:lnTo>
                  <a:lnTo>
                    <a:pt x="23823" y="548689"/>
                  </a:lnTo>
                  <a:close/>
                  <a:moveTo>
                    <a:pt x="377739" y="548689"/>
                  </a:moveTo>
                  <a:lnTo>
                    <a:pt x="382585" y="548689"/>
                  </a:lnTo>
                  <a:lnTo>
                    <a:pt x="369076" y="566498"/>
                  </a:lnTo>
                  <a:close/>
                  <a:moveTo>
                    <a:pt x="407065" y="512805"/>
                  </a:moveTo>
                  <a:lnTo>
                    <a:pt x="382585" y="548689"/>
                  </a:lnTo>
                  <a:lnTo>
                    <a:pt x="405273" y="512805"/>
                  </a:lnTo>
                  <a:close/>
                  <a:moveTo>
                    <a:pt x="43163" y="512805"/>
                  </a:moveTo>
                  <a:lnTo>
                    <a:pt x="34135" y="509993"/>
                  </a:lnTo>
                  <a:lnTo>
                    <a:pt x="54572" y="476921"/>
                  </a:lnTo>
                  <a:close/>
                  <a:moveTo>
                    <a:pt x="407065" y="512805"/>
                  </a:moveTo>
                  <a:lnTo>
                    <a:pt x="405273" y="512805"/>
                  </a:lnTo>
                  <a:lnTo>
                    <a:pt x="416925" y="492776"/>
                  </a:lnTo>
                  <a:close/>
                  <a:moveTo>
                    <a:pt x="77429" y="441036"/>
                  </a:moveTo>
                  <a:lnTo>
                    <a:pt x="54572" y="476921"/>
                  </a:lnTo>
                  <a:lnTo>
                    <a:pt x="71053" y="441036"/>
                  </a:lnTo>
                  <a:close/>
                  <a:moveTo>
                    <a:pt x="424545" y="476921"/>
                  </a:moveTo>
                  <a:lnTo>
                    <a:pt x="425067" y="476921"/>
                  </a:lnTo>
                  <a:lnTo>
                    <a:pt x="416925" y="492776"/>
                  </a:lnTo>
                  <a:close/>
                  <a:moveTo>
                    <a:pt x="433095" y="441036"/>
                  </a:moveTo>
                  <a:lnTo>
                    <a:pt x="425067" y="476921"/>
                  </a:lnTo>
                  <a:lnTo>
                    <a:pt x="432783" y="441036"/>
                  </a:lnTo>
                  <a:close/>
                  <a:moveTo>
                    <a:pt x="71053" y="441036"/>
                  </a:moveTo>
                  <a:lnTo>
                    <a:pt x="77677" y="405152"/>
                  </a:lnTo>
                  <a:lnTo>
                    <a:pt x="77429" y="441036"/>
                  </a:lnTo>
                  <a:close/>
                  <a:moveTo>
                    <a:pt x="430903" y="405152"/>
                  </a:moveTo>
                  <a:lnTo>
                    <a:pt x="433095" y="441036"/>
                  </a:lnTo>
                  <a:lnTo>
                    <a:pt x="429788" y="405152"/>
                  </a:lnTo>
                  <a:close/>
                  <a:moveTo>
                    <a:pt x="421806" y="369268"/>
                  </a:moveTo>
                  <a:lnTo>
                    <a:pt x="430903" y="405152"/>
                  </a:lnTo>
                  <a:lnTo>
                    <a:pt x="418538" y="369268"/>
                  </a:lnTo>
                  <a:close/>
                  <a:moveTo>
                    <a:pt x="416925" y="364720"/>
                  </a:moveTo>
                  <a:lnTo>
                    <a:pt x="416925" y="351482"/>
                  </a:lnTo>
                  <a:lnTo>
                    <a:pt x="421806" y="369268"/>
                  </a:lnTo>
                  <a:close/>
                  <a:moveTo>
                    <a:pt x="416925" y="351482"/>
                  </a:moveTo>
                  <a:lnTo>
                    <a:pt x="416925" y="364720"/>
                  </a:lnTo>
                  <a:lnTo>
                    <a:pt x="412675" y="333384"/>
                  </a:lnTo>
                  <a:close/>
                  <a:moveTo>
                    <a:pt x="65716" y="333384"/>
                  </a:moveTo>
                  <a:lnTo>
                    <a:pt x="77004" y="333384"/>
                  </a:lnTo>
                  <a:lnTo>
                    <a:pt x="74239" y="369268"/>
                  </a:lnTo>
                  <a:close/>
                  <a:moveTo>
                    <a:pt x="71970" y="297499"/>
                  </a:moveTo>
                  <a:lnTo>
                    <a:pt x="65716" y="333384"/>
                  </a:lnTo>
                  <a:lnTo>
                    <a:pt x="59345" y="297499"/>
                  </a:lnTo>
                  <a:close/>
                  <a:moveTo>
                    <a:pt x="409196" y="297499"/>
                  </a:moveTo>
                  <a:lnTo>
                    <a:pt x="412675" y="333384"/>
                  </a:lnTo>
                  <a:lnTo>
                    <a:pt x="400824" y="297499"/>
                  </a:lnTo>
                  <a:close/>
                  <a:moveTo>
                    <a:pt x="73541" y="261615"/>
                  </a:moveTo>
                  <a:lnTo>
                    <a:pt x="59345" y="297499"/>
                  </a:lnTo>
                  <a:lnTo>
                    <a:pt x="60057" y="261615"/>
                  </a:lnTo>
                  <a:close/>
                  <a:moveTo>
                    <a:pt x="412689" y="261615"/>
                  </a:moveTo>
                  <a:lnTo>
                    <a:pt x="409196" y="297499"/>
                  </a:lnTo>
                  <a:lnTo>
                    <a:pt x="402930" y="261615"/>
                  </a:lnTo>
                  <a:close/>
                  <a:moveTo>
                    <a:pt x="60057" y="261615"/>
                  </a:moveTo>
                  <a:lnTo>
                    <a:pt x="69701" y="225731"/>
                  </a:lnTo>
                  <a:lnTo>
                    <a:pt x="73541" y="261615"/>
                  </a:lnTo>
                  <a:close/>
                  <a:moveTo>
                    <a:pt x="414041" y="225731"/>
                  </a:moveTo>
                  <a:lnTo>
                    <a:pt x="416925" y="247369"/>
                  </a:lnTo>
                  <a:lnTo>
                    <a:pt x="412689" y="261615"/>
                  </a:lnTo>
                  <a:close/>
                  <a:moveTo>
                    <a:pt x="83723" y="225731"/>
                  </a:moveTo>
                  <a:lnTo>
                    <a:pt x="81983" y="200163"/>
                  </a:lnTo>
                  <a:lnTo>
                    <a:pt x="86762" y="189847"/>
                  </a:lnTo>
                  <a:close/>
                  <a:moveTo>
                    <a:pt x="116357" y="153963"/>
                  </a:moveTo>
                  <a:lnTo>
                    <a:pt x="86762" y="189847"/>
                  </a:lnTo>
                  <a:lnTo>
                    <a:pt x="105028" y="153963"/>
                  </a:lnTo>
                  <a:close/>
                  <a:moveTo>
                    <a:pt x="442757" y="189847"/>
                  </a:moveTo>
                  <a:lnTo>
                    <a:pt x="424800" y="225731"/>
                  </a:lnTo>
                  <a:lnTo>
                    <a:pt x="433345" y="189847"/>
                  </a:lnTo>
                  <a:close/>
                  <a:moveTo>
                    <a:pt x="458848" y="153963"/>
                  </a:moveTo>
                  <a:lnTo>
                    <a:pt x="442757" y="189847"/>
                  </a:lnTo>
                  <a:lnTo>
                    <a:pt x="450850" y="153963"/>
                  </a:lnTo>
                  <a:close/>
                  <a:moveTo>
                    <a:pt x="105028" y="153963"/>
                  </a:moveTo>
                  <a:lnTo>
                    <a:pt x="123642" y="118079"/>
                  </a:lnTo>
                  <a:lnTo>
                    <a:pt x="116357" y="153963"/>
                  </a:lnTo>
                  <a:close/>
                  <a:moveTo>
                    <a:pt x="459070" y="118079"/>
                  </a:moveTo>
                  <a:lnTo>
                    <a:pt x="464774" y="126234"/>
                  </a:lnTo>
                  <a:lnTo>
                    <a:pt x="458848" y="153963"/>
                  </a:lnTo>
                  <a:close/>
                  <a:moveTo>
                    <a:pt x="133551" y="118079"/>
                  </a:moveTo>
                  <a:lnTo>
                    <a:pt x="129832" y="107319"/>
                  </a:lnTo>
                  <a:lnTo>
                    <a:pt x="144348" y="82194"/>
                  </a:lnTo>
                  <a:close/>
                  <a:moveTo>
                    <a:pt x="144348" y="82194"/>
                  </a:moveTo>
                  <a:lnTo>
                    <a:pt x="175793" y="46310"/>
                  </a:lnTo>
                  <a:lnTo>
                    <a:pt x="153160" y="82194"/>
                  </a:lnTo>
                  <a:close/>
                  <a:moveTo>
                    <a:pt x="436976" y="46310"/>
                  </a:moveTo>
                  <a:lnTo>
                    <a:pt x="461104" y="82194"/>
                  </a:lnTo>
                  <a:lnTo>
                    <a:pt x="427658" y="46310"/>
                  </a:lnTo>
                  <a:close/>
                  <a:moveTo>
                    <a:pt x="225530" y="16032"/>
                  </a:moveTo>
                  <a:lnTo>
                    <a:pt x="225530" y="22216"/>
                  </a:lnTo>
                  <a:lnTo>
                    <a:pt x="177681" y="44751"/>
                  </a:lnTo>
                  <a:close/>
                  <a:moveTo>
                    <a:pt x="225530" y="16032"/>
                  </a:moveTo>
                  <a:lnTo>
                    <a:pt x="244186" y="10426"/>
                  </a:lnTo>
                  <a:lnTo>
                    <a:pt x="264429" y="10426"/>
                  </a:lnTo>
                  <a:close/>
                  <a:moveTo>
                    <a:pt x="369076" y="14233"/>
                  </a:moveTo>
                  <a:lnTo>
                    <a:pt x="374412" y="10426"/>
                  </a:lnTo>
                  <a:lnTo>
                    <a:pt x="416925" y="30615"/>
                  </a:lnTo>
                  <a:close/>
                  <a:moveTo>
                    <a:pt x="416925" y="37902"/>
                  </a:moveTo>
                  <a:lnTo>
                    <a:pt x="416925" y="30615"/>
                  </a:lnTo>
                  <a:lnTo>
                    <a:pt x="436976" y="46310"/>
                  </a:lnTo>
                  <a:close/>
                  <a:moveTo>
                    <a:pt x="273379" y="2397"/>
                  </a:moveTo>
                  <a:lnTo>
                    <a:pt x="264429" y="10426"/>
                  </a:lnTo>
                  <a:lnTo>
                    <a:pt x="244186" y="10426"/>
                  </a:lnTo>
                  <a:close/>
                  <a:moveTo>
                    <a:pt x="321227" y="0"/>
                  </a:moveTo>
                  <a:lnTo>
                    <a:pt x="273379" y="7957"/>
                  </a:lnTo>
                  <a:lnTo>
                    <a:pt x="273379" y="2397"/>
                  </a:lnTo>
                  <a:close/>
                  <a:moveTo>
                    <a:pt x="321227" y="0"/>
                  </a:moveTo>
                  <a:lnTo>
                    <a:pt x="369076" y="8357"/>
                  </a:lnTo>
                  <a:lnTo>
                    <a:pt x="321227" y="5408"/>
                  </a:lnTo>
                  <a:close/>
                  <a:moveTo>
                    <a:pt x="77677" y="405152"/>
                  </a:moveTo>
                  <a:lnTo>
                    <a:pt x="74239" y="369268"/>
                  </a:lnTo>
                  <a:lnTo>
                    <a:pt x="81983" y="369268"/>
                  </a:lnTo>
                  <a:close/>
                  <a:moveTo>
                    <a:pt x="81983" y="200163"/>
                  </a:moveTo>
                  <a:lnTo>
                    <a:pt x="81983" y="225731"/>
                  </a:lnTo>
                  <a:lnTo>
                    <a:pt x="69701" y="225731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3941" name="Candidate_B1__3940">
              <a:extLst>
                <a:ext uri="{FF2B5EF4-FFF2-40B4-BE49-F238E27FC236}">
                  <a16:creationId xmlns:a16="http://schemas.microsoft.com/office/drawing/2014/main" id="{D3A3B3DB-8D6F-EAFB-BD75-8C32FDD61886}"/>
                </a:ext>
              </a:extLst>
            </p:cNvPr>
            <p:cNvSpPr>
              <a:spLocks noGrp="1"/>
            </p:cNvSpPr>
            <p:nvPr/>
          </p:nvSpPr>
          <p:spPr>
            <a:xfrm>
              <a:off x="4125459" y="2265782"/>
              <a:ext cx="441779" cy="686161"/>
            </a:xfrm>
            <a:custGeom>
              <a:avLst/>
              <a:gdLst/>
              <a:ahLst/>
              <a:cxnLst/>
              <a:rect l="0" t="0" r="0" b="0"/>
              <a:pathLst>
                <a:path w="441779" h="686161">
                  <a:moveTo>
                    <a:pt x="9188" y="647984"/>
                  </a:moveTo>
                  <a:lnTo>
                    <a:pt x="55866" y="683868"/>
                  </a:lnTo>
                  <a:lnTo>
                    <a:pt x="9188" y="656150"/>
                  </a:lnTo>
                  <a:close/>
                  <a:moveTo>
                    <a:pt x="9188" y="647984"/>
                  </a:moveTo>
                  <a:lnTo>
                    <a:pt x="57037" y="683868"/>
                  </a:lnTo>
                  <a:lnTo>
                    <a:pt x="55866" y="683868"/>
                  </a:lnTo>
                  <a:close/>
                  <a:moveTo>
                    <a:pt x="205993" y="683868"/>
                  </a:moveTo>
                  <a:lnTo>
                    <a:pt x="200583" y="683868"/>
                  </a:lnTo>
                  <a:lnTo>
                    <a:pt x="248432" y="663156"/>
                  </a:lnTo>
                  <a:close/>
                  <a:moveTo>
                    <a:pt x="439827" y="97478"/>
                  </a:moveTo>
                  <a:lnTo>
                    <a:pt x="439827" y="109721"/>
                  </a:lnTo>
                  <a:lnTo>
                    <a:pt x="436158" y="73837"/>
                  </a:lnTo>
                  <a:close/>
                  <a:moveTo>
                    <a:pt x="55866" y="683868"/>
                  </a:moveTo>
                  <a:lnTo>
                    <a:pt x="57037" y="683868"/>
                  </a:lnTo>
                  <a:lnTo>
                    <a:pt x="57037" y="684400"/>
                  </a:lnTo>
                  <a:close/>
                  <a:moveTo>
                    <a:pt x="205993" y="683868"/>
                  </a:moveTo>
                  <a:lnTo>
                    <a:pt x="200583" y="686161"/>
                  </a:lnTo>
                  <a:lnTo>
                    <a:pt x="200583" y="683868"/>
                  </a:lnTo>
                  <a:close/>
                  <a:moveTo>
                    <a:pt x="0" y="647984"/>
                  </a:moveTo>
                  <a:lnTo>
                    <a:pt x="9188" y="647984"/>
                  </a:lnTo>
                  <a:lnTo>
                    <a:pt x="9188" y="656150"/>
                  </a:lnTo>
                  <a:close/>
                  <a:moveTo>
                    <a:pt x="303603" y="612100"/>
                  </a:moveTo>
                  <a:lnTo>
                    <a:pt x="296281" y="620314"/>
                  </a:lnTo>
                  <a:lnTo>
                    <a:pt x="296281" y="612100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7232" y="504447"/>
                  </a:lnTo>
                  <a:close/>
                  <a:moveTo>
                    <a:pt x="399853" y="217374"/>
                  </a:moveTo>
                  <a:lnTo>
                    <a:pt x="391978" y="239011"/>
                  </a:lnTo>
                  <a:lnTo>
                    <a:pt x="391978" y="217374"/>
                  </a:lnTo>
                  <a:close/>
                  <a:moveTo>
                    <a:pt x="104886" y="98962"/>
                  </a:moveTo>
                  <a:lnTo>
                    <a:pt x="104886" y="109721"/>
                  </a:lnTo>
                  <a:lnTo>
                    <a:pt x="98696" y="109721"/>
                  </a:lnTo>
                  <a:close/>
                  <a:moveTo>
                    <a:pt x="441779" y="109721"/>
                  </a:moveTo>
                  <a:lnTo>
                    <a:pt x="439827" y="117877"/>
                  </a:lnTo>
                  <a:lnTo>
                    <a:pt x="439827" y="109721"/>
                  </a:lnTo>
                  <a:close/>
                  <a:moveTo>
                    <a:pt x="439827" y="97478"/>
                  </a:moveTo>
                  <a:lnTo>
                    <a:pt x="441779" y="109721"/>
                  </a:lnTo>
                  <a:lnTo>
                    <a:pt x="439827" y="109721"/>
                  </a:lnTo>
                  <a:close/>
                  <a:moveTo>
                    <a:pt x="152735" y="36393"/>
                  </a:moveTo>
                  <a:lnTo>
                    <a:pt x="152735" y="37953"/>
                  </a:lnTo>
                  <a:lnTo>
                    <a:pt x="150847" y="37953"/>
                  </a:lnTo>
                  <a:close/>
                  <a:moveTo>
                    <a:pt x="344130" y="0"/>
                  </a:moveTo>
                  <a:lnTo>
                    <a:pt x="349465" y="2069"/>
                  </a:lnTo>
                  <a:lnTo>
                    <a:pt x="344130" y="2069"/>
                  </a:lnTo>
                  <a:close/>
                  <a:moveTo>
                    <a:pt x="9188" y="501636"/>
                  </a:moveTo>
                  <a:lnTo>
                    <a:pt x="7232" y="504447"/>
                  </a:lnTo>
                  <a:lnTo>
                    <a:pt x="9188" y="504447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29626" y="468563"/>
                  </a:lnTo>
                  <a:close/>
                  <a:moveTo>
                    <a:pt x="391978" y="360911"/>
                  </a:moveTo>
                  <a:lnTo>
                    <a:pt x="405956" y="396795"/>
                  </a:lnTo>
                  <a:lnTo>
                    <a:pt x="396859" y="360911"/>
                  </a:lnTo>
                  <a:close/>
                  <a:moveTo>
                    <a:pt x="391978" y="360911"/>
                  </a:moveTo>
                  <a:lnTo>
                    <a:pt x="396859" y="360911"/>
                  </a:lnTo>
                  <a:lnTo>
                    <a:pt x="391978" y="343124"/>
                  </a:lnTo>
                  <a:close/>
                  <a:moveTo>
                    <a:pt x="439827" y="117877"/>
                  </a:moveTo>
                  <a:lnTo>
                    <a:pt x="439827" y="109721"/>
                  </a:lnTo>
                  <a:lnTo>
                    <a:pt x="433901" y="145605"/>
                  </a:lnTo>
                  <a:close/>
                  <a:moveTo>
                    <a:pt x="439827" y="109721"/>
                  </a:moveTo>
                  <a:lnTo>
                    <a:pt x="439827" y="117877"/>
                  </a:lnTo>
                  <a:lnTo>
                    <a:pt x="441779" y="109721"/>
                  </a:lnTo>
                  <a:close/>
                  <a:moveTo>
                    <a:pt x="439827" y="109721"/>
                  </a:moveTo>
                  <a:lnTo>
                    <a:pt x="441779" y="109721"/>
                  </a:lnTo>
                  <a:lnTo>
                    <a:pt x="439827" y="97478"/>
                  </a:lnTo>
                  <a:close/>
                  <a:moveTo>
                    <a:pt x="152735" y="36393"/>
                  </a:moveTo>
                  <a:lnTo>
                    <a:pt x="150847" y="37953"/>
                  </a:lnTo>
                  <a:lnTo>
                    <a:pt x="152735" y="37953"/>
                  </a:lnTo>
                  <a:close/>
                  <a:moveTo>
                    <a:pt x="349465" y="2069"/>
                  </a:moveTo>
                  <a:lnTo>
                    <a:pt x="344130" y="2069"/>
                  </a:lnTo>
                  <a:lnTo>
                    <a:pt x="391978" y="22257"/>
                  </a:lnTo>
                  <a:close/>
                  <a:moveTo>
                    <a:pt x="344130" y="2069"/>
                  </a:moveTo>
                  <a:lnTo>
                    <a:pt x="349465" y="2069"/>
                  </a:lnTo>
                  <a:lnTo>
                    <a:pt x="344130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3942" name="Candidate_B1__3941">
              <a:extLst>
                <a:ext uri="{FF2B5EF4-FFF2-40B4-BE49-F238E27FC236}">
                  <a16:creationId xmlns:a16="http://schemas.microsoft.com/office/drawing/2014/main" id="{4E031F34-FB34-2D6D-7290-77D04AAC85CE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81111" y="692226"/>
                  </a:moveTo>
                  <a:lnTo>
                    <a:pt x="80813" y="692226"/>
                  </a:lnTo>
                  <a:lnTo>
                    <a:pt x="81983" y="692757"/>
                  </a:lnTo>
                  <a:close/>
                  <a:moveTo>
                    <a:pt x="80813" y="692226"/>
                  </a:moveTo>
                  <a:lnTo>
                    <a:pt x="81111" y="692226"/>
                  </a:lnTo>
                  <a:lnTo>
                    <a:pt x="34135" y="664507"/>
                  </a:lnTo>
                  <a:close/>
                  <a:moveTo>
                    <a:pt x="81983" y="692757"/>
                  </a:moveTo>
                  <a:lnTo>
                    <a:pt x="129832" y="704404"/>
                  </a:lnTo>
                  <a:lnTo>
                    <a:pt x="129832" y="704255"/>
                  </a:lnTo>
                  <a:close/>
                  <a:moveTo>
                    <a:pt x="129832" y="704404"/>
                  </a:moveTo>
                  <a:lnTo>
                    <a:pt x="177681" y="704850"/>
                  </a:lnTo>
                  <a:lnTo>
                    <a:pt x="177681" y="704643"/>
                  </a:lnTo>
                  <a:close/>
                  <a:moveTo>
                    <a:pt x="177681" y="704850"/>
                  </a:moveTo>
                  <a:lnTo>
                    <a:pt x="225530" y="694518"/>
                  </a:lnTo>
                  <a:lnTo>
                    <a:pt x="225530" y="694155"/>
                  </a:lnTo>
                  <a:close/>
                  <a:moveTo>
                    <a:pt x="230939" y="692226"/>
                  </a:moveTo>
                  <a:lnTo>
                    <a:pt x="225530" y="694155"/>
                  </a:lnTo>
                  <a:lnTo>
                    <a:pt x="225530" y="694518"/>
                  </a:lnTo>
                  <a:close/>
                  <a:moveTo>
                    <a:pt x="230939" y="692226"/>
                  </a:moveTo>
                  <a:lnTo>
                    <a:pt x="273379" y="671513"/>
                  </a:lnTo>
                  <a:lnTo>
                    <a:pt x="273379" y="670495"/>
                  </a:lnTo>
                  <a:close/>
                  <a:moveTo>
                    <a:pt x="25230" y="656342"/>
                  </a:moveTo>
                  <a:lnTo>
                    <a:pt x="24946" y="656342"/>
                  </a:lnTo>
                  <a:lnTo>
                    <a:pt x="34135" y="664507"/>
                  </a:lnTo>
                  <a:close/>
                  <a:moveTo>
                    <a:pt x="3309" y="620457"/>
                  </a:moveTo>
                  <a:lnTo>
                    <a:pt x="24946" y="656342"/>
                  </a:lnTo>
                  <a:lnTo>
                    <a:pt x="25230" y="656342"/>
                  </a:lnTo>
                  <a:close/>
                  <a:moveTo>
                    <a:pt x="293701" y="656342"/>
                  </a:moveTo>
                  <a:lnTo>
                    <a:pt x="273379" y="670495"/>
                  </a:lnTo>
                  <a:lnTo>
                    <a:pt x="273379" y="671513"/>
                  </a:lnTo>
                  <a:close/>
                  <a:moveTo>
                    <a:pt x="293701" y="656342"/>
                  </a:moveTo>
                  <a:lnTo>
                    <a:pt x="321227" y="628671"/>
                  </a:lnTo>
                  <a:lnTo>
                    <a:pt x="321227" y="624629"/>
                  </a:lnTo>
                  <a:close/>
                  <a:moveTo>
                    <a:pt x="0" y="584573"/>
                  </a:moveTo>
                  <a:lnTo>
                    <a:pt x="3309" y="620457"/>
                  </a:lnTo>
                  <a:lnTo>
                    <a:pt x="3743" y="620457"/>
                  </a:lnTo>
                  <a:close/>
                  <a:moveTo>
                    <a:pt x="328549" y="620457"/>
                  </a:moveTo>
                  <a:lnTo>
                    <a:pt x="321227" y="624629"/>
                  </a:lnTo>
                  <a:lnTo>
                    <a:pt x="321227" y="628671"/>
                  </a:lnTo>
                  <a:close/>
                  <a:moveTo>
                    <a:pt x="324727" y="620457"/>
                  </a:moveTo>
                  <a:lnTo>
                    <a:pt x="328549" y="620457"/>
                  </a:lnTo>
                  <a:lnTo>
                    <a:pt x="355764" y="584573"/>
                  </a:lnTo>
                  <a:close/>
                  <a:moveTo>
                    <a:pt x="10555" y="548689"/>
                  </a:moveTo>
                  <a:lnTo>
                    <a:pt x="0" y="584573"/>
                  </a:lnTo>
                  <a:lnTo>
                    <a:pt x="819" y="584573"/>
                  </a:lnTo>
                  <a:close/>
                  <a:moveTo>
                    <a:pt x="355764" y="584573"/>
                  </a:moveTo>
                  <a:lnTo>
                    <a:pt x="369076" y="566498"/>
                  </a:lnTo>
                  <a:lnTo>
                    <a:pt x="369076" y="552501"/>
                  </a:lnTo>
                  <a:close/>
                  <a:moveTo>
                    <a:pt x="32179" y="512805"/>
                  </a:moveTo>
                  <a:lnTo>
                    <a:pt x="34135" y="515715"/>
                  </a:lnTo>
                  <a:lnTo>
                    <a:pt x="34135" y="512805"/>
                  </a:lnTo>
                  <a:close/>
                  <a:moveTo>
                    <a:pt x="10555" y="548689"/>
                  </a:moveTo>
                  <a:lnTo>
                    <a:pt x="12380" y="548689"/>
                  </a:lnTo>
                  <a:lnTo>
                    <a:pt x="32179" y="512805"/>
                  </a:lnTo>
                  <a:close/>
                  <a:moveTo>
                    <a:pt x="382585" y="548689"/>
                  </a:moveTo>
                  <a:lnTo>
                    <a:pt x="369076" y="552501"/>
                  </a:lnTo>
                  <a:lnTo>
                    <a:pt x="369076" y="566498"/>
                  </a:lnTo>
                  <a:close/>
                  <a:moveTo>
                    <a:pt x="371611" y="548689"/>
                  </a:moveTo>
                  <a:lnTo>
                    <a:pt x="382585" y="548689"/>
                  </a:lnTo>
                  <a:lnTo>
                    <a:pt x="407065" y="512805"/>
                  </a:lnTo>
                  <a:close/>
                  <a:moveTo>
                    <a:pt x="54572" y="476921"/>
                  </a:moveTo>
                  <a:lnTo>
                    <a:pt x="34135" y="512805"/>
                  </a:lnTo>
                  <a:lnTo>
                    <a:pt x="36062" y="512805"/>
                  </a:lnTo>
                  <a:close/>
                  <a:moveTo>
                    <a:pt x="416925" y="492776"/>
                  </a:moveTo>
                  <a:lnTo>
                    <a:pt x="416925" y="476921"/>
                  </a:lnTo>
                  <a:lnTo>
                    <a:pt x="407065" y="512805"/>
                  </a:lnTo>
                  <a:close/>
                  <a:moveTo>
                    <a:pt x="407065" y="512805"/>
                  </a:moveTo>
                  <a:lnTo>
                    <a:pt x="416925" y="476921"/>
                  </a:lnTo>
                  <a:lnTo>
                    <a:pt x="410583" y="476921"/>
                  </a:lnTo>
                  <a:close/>
                  <a:moveTo>
                    <a:pt x="71053" y="441036"/>
                  </a:moveTo>
                  <a:lnTo>
                    <a:pt x="54572" y="476921"/>
                  </a:lnTo>
                  <a:lnTo>
                    <a:pt x="61416" y="476921"/>
                  </a:lnTo>
                  <a:close/>
                  <a:moveTo>
                    <a:pt x="416925" y="476921"/>
                  </a:moveTo>
                  <a:lnTo>
                    <a:pt x="416925" y="492776"/>
                  </a:lnTo>
                  <a:lnTo>
                    <a:pt x="425067" y="476921"/>
                  </a:lnTo>
                  <a:close/>
                  <a:moveTo>
                    <a:pt x="425067" y="476921"/>
                  </a:moveTo>
                  <a:lnTo>
                    <a:pt x="416925" y="446747"/>
                  </a:lnTo>
                  <a:lnTo>
                    <a:pt x="416925" y="476921"/>
                  </a:lnTo>
                  <a:close/>
                  <a:moveTo>
                    <a:pt x="433095" y="441036"/>
                  </a:moveTo>
                  <a:lnTo>
                    <a:pt x="418226" y="441036"/>
                  </a:lnTo>
                  <a:lnTo>
                    <a:pt x="425067" y="476921"/>
                  </a:lnTo>
                  <a:close/>
                  <a:moveTo>
                    <a:pt x="77677" y="405152"/>
                  </a:moveTo>
                  <a:lnTo>
                    <a:pt x="81983" y="431635"/>
                  </a:lnTo>
                  <a:lnTo>
                    <a:pt x="81983" y="405152"/>
                  </a:lnTo>
                  <a:close/>
                  <a:moveTo>
                    <a:pt x="71053" y="441036"/>
                  </a:moveTo>
                  <a:lnTo>
                    <a:pt x="80284" y="441036"/>
                  </a:lnTo>
                  <a:lnTo>
                    <a:pt x="77677" y="405152"/>
                  </a:lnTo>
                  <a:close/>
                  <a:moveTo>
                    <a:pt x="433095" y="441036"/>
                  </a:moveTo>
                  <a:lnTo>
                    <a:pt x="430903" y="405152"/>
                  </a:lnTo>
                  <a:lnTo>
                    <a:pt x="418226" y="441036"/>
                  </a:lnTo>
                  <a:close/>
                  <a:moveTo>
                    <a:pt x="77677" y="405152"/>
                  </a:moveTo>
                  <a:lnTo>
                    <a:pt x="81983" y="405152"/>
                  </a:lnTo>
                  <a:lnTo>
                    <a:pt x="80659" y="369268"/>
                  </a:lnTo>
                  <a:close/>
                  <a:moveTo>
                    <a:pt x="74239" y="369268"/>
                  </a:moveTo>
                  <a:lnTo>
                    <a:pt x="77677" y="405152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405152"/>
                  </a:lnTo>
                  <a:lnTo>
                    <a:pt x="430903" y="405152"/>
                  </a:lnTo>
                  <a:close/>
                  <a:moveTo>
                    <a:pt x="65716" y="333384"/>
                  </a:moveTo>
                  <a:lnTo>
                    <a:pt x="74239" y="369268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351482"/>
                  </a:lnTo>
                  <a:lnTo>
                    <a:pt x="410521" y="369268"/>
                  </a:lnTo>
                  <a:close/>
                  <a:moveTo>
                    <a:pt x="410521" y="369268"/>
                  </a:moveTo>
                  <a:lnTo>
                    <a:pt x="416925" y="351482"/>
                  </a:lnTo>
                  <a:lnTo>
                    <a:pt x="412675" y="333384"/>
                  </a:lnTo>
                  <a:close/>
                  <a:moveTo>
                    <a:pt x="59345" y="297499"/>
                  </a:moveTo>
                  <a:lnTo>
                    <a:pt x="65716" y="333384"/>
                  </a:lnTo>
                  <a:lnTo>
                    <a:pt x="69396" y="333384"/>
                  </a:lnTo>
                  <a:close/>
                  <a:moveTo>
                    <a:pt x="404922" y="333384"/>
                  </a:moveTo>
                  <a:lnTo>
                    <a:pt x="412675" y="333384"/>
                  </a:lnTo>
                  <a:lnTo>
                    <a:pt x="409196" y="297499"/>
                  </a:lnTo>
                  <a:close/>
                  <a:moveTo>
                    <a:pt x="60057" y="261615"/>
                  </a:moveTo>
                  <a:lnTo>
                    <a:pt x="59345" y="297499"/>
                  </a:lnTo>
                  <a:lnTo>
                    <a:pt x="61378" y="297499"/>
                  </a:lnTo>
                  <a:close/>
                  <a:moveTo>
                    <a:pt x="403949" y="297499"/>
                  </a:moveTo>
                  <a:lnTo>
                    <a:pt x="409196" y="297499"/>
                  </a:lnTo>
                  <a:lnTo>
                    <a:pt x="412689" y="261615"/>
                  </a:lnTo>
                  <a:close/>
                  <a:moveTo>
                    <a:pt x="69701" y="225731"/>
                  </a:moveTo>
                  <a:lnTo>
                    <a:pt x="60057" y="261615"/>
                  </a:lnTo>
                  <a:lnTo>
                    <a:pt x="61488" y="261615"/>
                  </a:lnTo>
                  <a:close/>
                  <a:moveTo>
                    <a:pt x="412689" y="261615"/>
                  </a:moveTo>
                  <a:lnTo>
                    <a:pt x="416925" y="247369"/>
                  </a:lnTo>
                  <a:lnTo>
                    <a:pt x="416925" y="233344"/>
                  </a:lnTo>
                  <a:close/>
                  <a:moveTo>
                    <a:pt x="81983" y="204397"/>
                  </a:moveTo>
                  <a:lnTo>
                    <a:pt x="81983" y="200163"/>
                  </a:lnTo>
                  <a:lnTo>
                    <a:pt x="69701" y="225731"/>
                  </a:lnTo>
                  <a:close/>
                  <a:moveTo>
                    <a:pt x="81983" y="200163"/>
                  </a:moveTo>
                  <a:lnTo>
                    <a:pt x="81983" y="204397"/>
                  </a:lnTo>
                  <a:lnTo>
                    <a:pt x="86762" y="189847"/>
                  </a:lnTo>
                  <a:close/>
                  <a:moveTo>
                    <a:pt x="424800" y="225731"/>
                  </a:moveTo>
                  <a:lnTo>
                    <a:pt x="416925" y="233344"/>
                  </a:lnTo>
                  <a:lnTo>
                    <a:pt x="416925" y="247369"/>
                  </a:lnTo>
                  <a:close/>
                  <a:moveTo>
                    <a:pt x="419691" y="225731"/>
                  </a:moveTo>
                  <a:lnTo>
                    <a:pt x="424800" y="225731"/>
                  </a:lnTo>
                  <a:lnTo>
                    <a:pt x="442757" y="189847"/>
                  </a:lnTo>
                  <a:close/>
                  <a:moveTo>
                    <a:pt x="105028" y="153963"/>
                  </a:moveTo>
                  <a:lnTo>
                    <a:pt x="86762" y="189847"/>
                  </a:lnTo>
                  <a:lnTo>
                    <a:pt x="89066" y="189847"/>
                  </a:lnTo>
                  <a:close/>
                  <a:moveTo>
                    <a:pt x="437026" y="189847"/>
                  </a:moveTo>
                  <a:lnTo>
                    <a:pt x="442757" y="189847"/>
                  </a:lnTo>
                  <a:lnTo>
                    <a:pt x="458848" y="153963"/>
                  </a:lnTo>
                  <a:close/>
                  <a:moveTo>
                    <a:pt x="123642" y="118079"/>
                  </a:moveTo>
                  <a:lnTo>
                    <a:pt x="105028" y="153963"/>
                  </a:lnTo>
                  <a:lnTo>
                    <a:pt x="108855" y="153963"/>
                  </a:lnTo>
                  <a:close/>
                  <a:moveTo>
                    <a:pt x="458848" y="153963"/>
                  </a:moveTo>
                  <a:lnTo>
                    <a:pt x="464774" y="118079"/>
                  </a:lnTo>
                  <a:lnTo>
                    <a:pt x="459851" y="118079"/>
                  </a:lnTo>
                  <a:close/>
                  <a:moveTo>
                    <a:pt x="129832" y="117132"/>
                  </a:moveTo>
                  <a:lnTo>
                    <a:pt x="129832" y="107319"/>
                  </a:lnTo>
                  <a:lnTo>
                    <a:pt x="123642" y="118079"/>
                  </a:lnTo>
                  <a:close/>
                  <a:moveTo>
                    <a:pt x="129832" y="107319"/>
                  </a:moveTo>
                  <a:lnTo>
                    <a:pt x="129832" y="117132"/>
                  </a:lnTo>
                  <a:lnTo>
                    <a:pt x="144348" y="82194"/>
                  </a:lnTo>
                  <a:close/>
                  <a:moveTo>
                    <a:pt x="464774" y="118079"/>
                  </a:moveTo>
                  <a:lnTo>
                    <a:pt x="464774" y="105835"/>
                  </a:lnTo>
                  <a:lnTo>
                    <a:pt x="459851" y="118079"/>
                  </a:lnTo>
                  <a:close/>
                  <a:moveTo>
                    <a:pt x="459851" y="118079"/>
                  </a:moveTo>
                  <a:lnTo>
                    <a:pt x="464774" y="105835"/>
                  </a:lnTo>
                  <a:lnTo>
                    <a:pt x="461104" y="82194"/>
                  </a:lnTo>
                  <a:close/>
                  <a:moveTo>
                    <a:pt x="175793" y="46310"/>
                  </a:moveTo>
                  <a:lnTo>
                    <a:pt x="177681" y="52589"/>
                  </a:lnTo>
                  <a:lnTo>
                    <a:pt x="177681" y="46310"/>
                  </a:lnTo>
                  <a:close/>
                  <a:moveTo>
                    <a:pt x="144348" y="82194"/>
                  </a:moveTo>
                  <a:lnTo>
                    <a:pt x="151032" y="82194"/>
                  </a:lnTo>
                  <a:lnTo>
                    <a:pt x="175793" y="46310"/>
                  </a:lnTo>
                  <a:close/>
                  <a:moveTo>
                    <a:pt x="453680" y="82194"/>
                  </a:moveTo>
                  <a:lnTo>
                    <a:pt x="461104" y="82194"/>
                  </a:lnTo>
                  <a:lnTo>
                    <a:pt x="436976" y="46310"/>
                  </a:lnTo>
                  <a:close/>
                  <a:moveTo>
                    <a:pt x="177681" y="44751"/>
                  </a:moveTo>
                  <a:lnTo>
                    <a:pt x="177681" y="46310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177681" y="44751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225530" y="21863"/>
                  </a:lnTo>
                  <a:lnTo>
                    <a:pt x="244186" y="10426"/>
                  </a:lnTo>
                  <a:close/>
                  <a:moveTo>
                    <a:pt x="416925" y="30615"/>
                  </a:moveTo>
                  <a:lnTo>
                    <a:pt x="427904" y="46310"/>
                  </a:lnTo>
                  <a:lnTo>
                    <a:pt x="436976" y="46310"/>
                  </a:lnTo>
                  <a:close/>
                  <a:moveTo>
                    <a:pt x="416925" y="30615"/>
                  </a:moveTo>
                  <a:lnTo>
                    <a:pt x="369076" y="10426"/>
                  </a:lnTo>
                  <a:lnTo>
                    <a:pt x="369076" y="14121"/>
                  </a:lnTo>
                  <a:close/>
                  <a:moveTo>
                    <a:pt x="273379" y="7803"/>
                  </a:moveTo>
                  <a:lnTo>
                    <a:pt x="273379" y="2397"/>
                  </a:lnTo>
                  <a:lnTo>
                    <a:pt x="244186" y="10426"/>
                  </a:lnTo>
                  <a:close/>
                  <a:moveTo>
                    <a:pt x="321227" y="5298"/>
                  </a:moveTo>
                  <a:lnTo>
                    <a:pt x="321227" y="0"/>
                  </a:lnTo>
                  <a:lnTo>
                    <a:pt x="273379" y="2397"/>
                  </a:lnTo>
                  <a:close/>
                  <a:moveTo>
                    <a:pt x="369076" y="8357"/>
                  </a:moveTo>
                  <a:lnTo>
                    <a:pt x="349932" y="10426"/>
                  </a:lnTo>
                  <a:lnTo>
                    <a:pt x="369076" y="10426"/>
                  </a:lnTo>
                  <a:close/>
                  <a:moveTo>
                    <a:pt x="321227" y="0"/>
                  </a:moveTo>
                  <a:lnTo>
                    <a:pt x="321227" y="5298"/>
                  </a:lnTo>
                  <a:lnTo>
                    <a:pt x="369076" y="8357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3943" name="Candidate_B1__3942">
              <a:extLst>
                <a:ext uri="{FF2B5EF4-FFF2-40B4-BE49-F238E27FC236}">
                  <a16:creationId xmlns:a16="http://schemas.microsoft.com/office/drawing/2014/main" id="{42A80C1B-6613-8E22-5730-C5A6AFCE17AF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9822"/>
              <a:ext cx="461104" cy="702453"/>
            </a:xfrm>
            <a:custGeom>
              <a:avLst/>
              <a:gdLst/>
              <a:ahLst/>
              <a:cxnLst/>
              <a:rect l="0" t="0" r="0" b="0"/>
              <a:pathLst>
                <a:path w="461104" h="702453">
                  <a:moveTo>
                    <a:pt x="81111" y="689829"/>
                  </a:moveTo>
                  <a:lnTo>
                    <a:pt x="81983" y="690360"/>
                  </a:lnTo>
                  <a:lnTo>
                    <a:pt x="81983" y="690225"/>
                  </a:lnTo>
                  <a:close/>
                  <a:moveTo>
                    <a:pt x="81111" y="689829"/>
                  </a:moveTo>
                  <a:lnTo>
                    <a:pt x="34135" y="661872"/>
                  </a:lnTo>
                  <a:lnTo>
                    <a:pt x="34135" y="662110"/>
                  </a:lnTo>
                  <a:close/>
                  <a:moveTo>
                    <a:pt x="81983" y="690225"/>
                  </a:moveTo>
                  <a:lnTo>
                    <a:pt x="81983" y="690360"/>
                  </a:lnTo>
                  <a:lnTo>
                    <a:pt x="129832" y="701858"/>
                  </a:lnTo>
                  <a:close/>
                  <a:moveTo>
                    <a:pt x="129832" y="701858"/>
                  </a:moveTo>
                  <a:lnTo>
                    <a:pt x="129832" y="702007"/>
                  </a:lnTo>
                  <a:lnTo>
                    <a:pt x="177681" y="702246"/>
                  </a:lnTo>
                  <a:close/>
                  <a:moveTo>
                    <a:pt x="177681" y="702246"/>
                  </a:moveTo>
                  <a:lnTo>
                    <a:pt x="177681" y="702453"/>
                  </a:lnTo>
                  <a:lnTo>
                    <a:pt x="225530" y="691758"/>
                  </a:lnTo>
                  <a:close/>
                  <a:moveTo>
                    <a:pt x="230939" y="689829"/>
                  </a:moveTo>
                  <a:lnTo>
                    <a:pt x="230042" y="689829"/>
                  </a:lnTo>
                  <a:lnTo>
                    <a:pt x="225530" y="691758"/>
                  </a:lnTo>
                  <a:close/>
                  <a:moveTo>
                    <a:pt x="230042" y="689829"/>
                  </a:moveTo>
                  <a:lnTo>
                    <a:pt x="230939" y="689829"/>
                  </a:lnTo>
                  <a:lnTo>
                    <a:pt x="273379" y="668098"/>
                  </a:lnTo>
                  <a:close/>
                  <a:moveTo>
                    <a:pt x="25230" y="653944"/>
                  </a:moveTo>
                  <a:lnTo>
                    <a:pt x="34135" y="662110"/>
                  </a:lnTo>
                  <a:lnTo>
                    <a:pt x="34135" y="661872"/>
                  </a:lnTo>
                  <a:close/>
                  <a:moveTo>
                    <a:pt x="3309" y="618060"/>
                  </a:moveTo>
                  <a:lnTo>
                    <a:pt x="25230" y="653944"/>
                  </a:lnTo>
                  <a:lnTo>
                    <a:pt x="3743" y="618060"/>
                  </a:lnTo>
                  <a:close/>
                  <a:moveTo>
                    <a:pt x="293701" y="653944"/>
                  </a:moveTo>
                  <a:lnTo>
                    <a:pt x="291897" y="653944"/>
                  </a:lnTo>
                  <a:lnTo>
                    <a:pt x="273379" y="668098"/>
                  </a:lnTo>
                  <a:close/>
                  <a:moveTo>
                    <a:pt x="291897" y="653944"/>
                  </a:moveTo>
                  <a:lnTo>
                    <a:pt x="293701" y="653944"/>
                  </a:lnTo>
                  <a:lnTo>
                    <a:pt x="321227" y="622232"/>
                  </a:lnTo>
                  <a:close/>
                  <a:moveTo>
                    <a:pt x="0" y="582176"/>
                  </a:moveTo>
                  <a:lnTo>
                    <a:pt x="3743" y="618060"/>
                  </a:lnTo>
                  <a:lnTo>
                    <a:pt x="819" y="582176"/>
                  </a:lnTo>
                  <a:close/>
                  <a:moveTo>
                    <a:pt x="328549" y="618060"/>
                  </a:moveTo>
                  <a:lnTo>
                    <a:pt x="324727" y="618060"/>
                  </a:lnTo>
                  <a:lnTo>
                    <a:pt x="321227" y="622232"/>
                  </a:lnTo>
                  <a:close/>
                  <a:moveTo>
                    <a:pt x="349184" y="582176"/>
                  </a:moveTo>
                  <a:lnTo>
                    <a:pt x="324727" y="618060"/>
                  </a:lnTo>
                  <a:lnTo>
                    <a:pt x="355764" y="582176"/>
                  </a:lnTo>
                  <a:close/>
                  <a:moveTo>
                    <a:pt x="10555" y="546292"/>
                  </a:moveTo>
                  <a:lnTo>
                    <a:pt x="819" y="582176"/>
                  </a:lnTo>
                  <a:lnTo>
                    <a:pt x="12380" y="546292"/>
                  </a:lnTo>
                  <a:close/>
                  <a:moveTo>
                    <a:pt x="349184" y="582176"/>
                  </a:moveTo>
                  <a:lnTo>
                    <a:pt x="355764" y="582176"/>
                  </a:lnTo>
                  <a:lnTo>
                    <a:pt x="369076" y="550104"/>
                  </a:lnTo>
                  <a:close/>
                  <a:moveTo>
                    <a:pt x="12380" y="546292"/>
                  </a:moveTo>
                  <a:lnTo>
                    <a:pt x="34135" y="513318"/>
                  </a:lnTo>
                  <a:lnTo>
                    <a:pt x="32179" y="510408"/>
                  </a:lnTo>
                  <a:close/>
                  <a:moveTo>
                    <a:pt x="382585" y="546292"/>
                  </a:moveTo>
                  <a:lnTo>
                    <a:pt x="371611" y="546292"/>
                  </a:lnTo>
                  <a:lnTo>
                    <a:pt x="369076" y="550104"/>
                  </a:lnTo>
                  <a:close/>
                  <a:moveTo>
                    <a:pt x="394205" y="510408"/>
                  </a:moveTo>
                  <a:lnTo>
                    <a:pt x="371611" y="546292"/>
                  </a:lnTo>
                  <a:lnTo>
                    <a:pt x="407065" y="510408"/>
                  </a:lnTo>
                  <a:close/>
                  <a:moveTo>
                    <a:pt x="54572" y="474523"/>
                  </a:moveTo>
                  <a:lnTo>
                    <a:pt x="36062" y="510408"/>
                  </a:lnTo>
                  <a:lnTo>
                    <a:pt x="61416" y="474523"/>
                  </a:lnTo>
                  <a:close/>
                  <a:moveTo>
                    <a:pt x="34135" y="510408"/>
                  </a:moveTo>
                  <a:lnTo>
                    <a:pt x="34135" y="513318"/>
                  </a:lnTo>
                  <a:lnTo>
                    <a:pt x="36062" y="510408"/>
                  </a:lnTo>
                  <a:close/>
                  <a:moveTo>
                    <a:pt x="407065" y="510408"/>
                  </a:moveTo>
                  <a:lnTo>
                    <a:pt x="410583" y="474523"/>
                  </a:lnTo>
                  <a:lnTo>
                    <a:pt x="394205" y="510408"/>
                  </a:lnTo>
                  <a:close/>
                  <a:moveTo>
                    <a:pt x="71053" y="438639"/>
                  </a:moveTo>
                  <a:lnTo>
                    <a:pt x="61416" y="474523"/>
                  </a:lnTo>
                  <a:lnTo>
                    <a:pt x="80284" y="438639"/>
                  </a:lnTo>
                  <a:close/>
                  <a:moveTo>
                    <a:pt x="418226" y="438639"/>
                  </a:moveTo>
                  <a:lnTo>
                    <a:pt x="416925" y="444350"/>
                  </a:lnTo>
                  <a:lnTo>
                    <a:pt x="425067" y="474523"/>
                  </a:lnTo>
                  <a:close/>
                  <a:moveTo>
                    <a:pt x="410583" y="474523"/>
                  </a:moveTo>
                  <a:lnTo>
                    <a:pt x="416925" y="474523"/>
                  </a:lnTo>
                  <a:lnTo>
                    <a:pt x="416925" y="444350"/>
                  </a:lnTo>
                  <a:close/>
                  <a:moveTo>
                    <a:pt x="80284" y="438639"/>
                  </a:moveTo>
                  <a:lnTo>
                    <a:pt x="81983" y="429238"/>
                  </a:lnTo>
                  <a:lnTo>
                    <a:pt x="77677" y="402755"/>
                  </a:lnTo>
                  <a:close/>
                  <a:moveTo>
                    <a:pt x="418226" y="438639"/>
                  </a:moveTo>
                  <a:lnTo>
                    <a:pt x="416925" y="402755"/>
                  </a:lnTo>
                  <a:lnTo>
                    <a:pt x="416925" y="405792"/>
                  </a:lnTo>
                  <a:close/>
                  <a:moveTo>
                    <a:pt x="430903" y="402755"/>
                  </a:moveTo>
                  <a:lnTo>
                    <a:pt x="416925" y="402755"/>
                  </a:lnTo>
                  <a:lnTo>
                    <a:pt x="418226" y="438639"/>
                  </a:lnTo>
                  <a:close/>
                  <a:moveTo>
                    <a:pt x="80659" y="366871"/>
                  </a:moveTo>
                  <a:lnTo>
                    <a:pt x="8198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597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1983" y="429238"/>
                  </a:lnTo>
                  <a:lnTo>
                    <a:pt x="85973" y="402755"/>
                  </a:lnTo>
                  <a:close/>
                  <a:moveTo>
                    <a:pt x="416925" y="402755"/>
                  </a:moveTo>
                  <a:lnTo>
                    <a:pt x="416925" y="366871"/>
                  </a:lnTo>
                  <a:lnTo>
                    <a:pt x="416820" y="402755"/>
                  </a:lnTo>
                  <a:close/>
                  <a:moveTo>
                    <a:pt x="416925" y="366871"/>
                  </a:moveTo>
                  <a:lnTo>
                    <a:pt x="410521" y="366871"/>
                  </a:lnTo>
                  <a:lnTo>
                    <a:pt x="416820" y="402755"/>
                  </a:lnTo>
                  <a:close/>
                  <a:moveTo>
                    <a:pt x="416925" y="405792"/>
                  </a:moveTo>
                  <a:lnTo>
                    <a:pt x="416925" y="402755"/>
                  </a:lnTo>
                  <a:lnTo>
                    <a:pt x="416820" y="402755"/>
                  </a:lnTo>
                  <a:close/>
                  <a:moveTo>
                    <a:pt x="65716" y="330987"/>
                  </a:moveTo>
                  <a:lnTo>
                    <a:pt x="80659" y="366871"/>
                  </a:lnTo>
                  <a:lnTo>
                    <a:pt x="69396" y="330987"/>
                  </a:lnTo>
                  <a:close/>
                  <a:moveTo>
                    <a:pt x="410521" y="366871"/>
                  </a:moveTo>
                  <a:lnTo>
                    <a:pt x="412675" y="330987"/>
                  </a:lnTo>
                  <a:lnTo>
                    <a:pt x="404922" y="330987"/>
                  </a:lnTo>
                  <a:close/>
                  <a:moveTo>
                    <a:pt x="59345" y="295102"/>
                  </a:moveTo>
                  <a:lnTo>
                    <a:pt x="69396" y="330987"/>
                  </a:lnTo>
                  <a:lnTo>
                    <a:pt x="61378" y="295102"/>
                  </a:lnTo>
                  <a:close/>
                  <a:moveTo>
                    <a:pt x="403949" y="295102"/>
                  </a:moveTo>
                  <a:lnTo>
                    <a:pt x="404922" y="330987"/>
                  </a:lnTo>
                  <a:lnTo>
                    <a:pt x="409196" y="295102"/>
                  </a:lnTo>
                  <a:close/>
                  <a:moveTo>
                    <a:pt x="60057" y="259218"/>
                  </a:moveTo>
                  <a:lnTo>
                    <a:pt x="61378" y="295102"/>
                  </a:lnTo>
                  <a:lnTo>
                    <a:pt x="61488" y="259218"/>
                  </a:lnTo>
                  <a:close/>
                  <a:moveTo>
                    <a:pt x="408593" y="259218"/>
                  </a:moveTo>
                  <a:lnTo>
                    <a:pt x="403949" y="295102"/>
                  </a:lnTo>
                  <a:lnTo>
                    <a:pt x="412689" y="259218"/>
                  </a:lnTo>
                  <a:close/>
                  <a:moveTo>
                    <a:pt x="69701" y="223334"/>
                  </a:moveTo>
                  <a:lnTo>
                    <a:pt x="61488" y="259218"/>
                  </a:lnTo>
                  <a:lnTo>
                    <a:pt x="71332" y="223334"/>
                  </a:lnTo>
                  <a:close/>
                  <a:moveTo>
                    <a:pt x="408593" y="259218"/>
                  </a:moveTo>
                  <a:lnTo>
                    <a:pt x="412689" y="259218"/>
                  </a:lnTo>
                  <a:lnTo>
                    <a:pt x="416925" y="230947"/>
                  </a:lnTo>
                  <a:close/>
                  <a:moveTo>
                    <a:pt x="81983" y="202000"/>
                  </a:moveTo>
                  <a:lnTo>
                    <a:pt x="69701" y="223334"/>
                  </a:lnTo>
                  <a:lnTo>
                    <a:pt x="71332" y="223334"/>
                  </a:lnTo>
                  <a:close/>
                  <a:moveTo>
                    <a:pt x="81983" y="202000"/>
                  </a:moveTo>
                  <a:lnTo>
                    <a:pt x="89066" y="187450"/>
                  </a:lnTo>
                  <a:lnTo>
                    <a:pt x="86762" y="187450"/>
                  </a:lnTo>
                  <a:close/>
                  <a:moveTo>
                    <a:pt x="424800" y="223334"/>
                  </a:moveTo>
                  <a:lnTo>
                    <a:pt x="419691" y="223334"/>
                  </a:lnTo>
                  <a:lnTo>
                    <a:pt x="416925" y="230947"/>
                  </a:lnTo>
                  <a:close/>
                  <a:moveTo>
                    <a:pt x="437026" y="187450"/>
                  </a:moveTo>
                  <a:lnTo>
                    <a:pt x="419691" y="223334"/>
                  </a:lnTo>
                  <a:lnTo>
                    <a:pt x="442757" y="187450"/>
                  </a:lnTo>
                  <a:close/>
                  <a:moveTo>
                    <a:pt x="105028" y="151566"/>
                  </a:moveTo>
                  <a:lnTo>
                    <a:pt x="89066" y="187450"/>
                  </a:lnTo>
                  <a:lnTo>
                    <a:pt x="108855" y="151566"/>
                  </a:lnTo>
                  <a:close/>
                  <a:moveTo>
                    <a:pt x="452592" y="151566"/>
                  </a:moveTo>
                  <a:lnTo>
                    <a:pt x="437026" y="187450"/>
                  </a:lnTo>
                  <a:lnTo>
                    <a:pt x="458848" y="151566"/>
                  </a:lnTo>
                  <a:close/>
                  <a:moveTo>
                    <a:pt x="123642" y="115681"/>
                  </a:moveTo>
                  <a:lnTo>
                    <a:pt x="108855" y="151566"/>
                  </a:lnTo>
                  <a:lnTo>
                    <a:pt x="129265" y="115681"/>
                  </a:lnTo>
                  <a:close/>
                  <a:moveTo>
                    <a:pt x="458848" y="151566"/>
                  </a:moveTo>
                  <a:lnTo>
                    <a:pt x="459851" y="115681"/>
                  </a:lnTo>
                  <a:lnTo>
                    <a:pt x="452592" y="151566"/>
                  </a:lnTo>
                  <a:close/>
                  <a:moveTo>
                    <a:pt x="129832" y="114735"/>
                  </a:moveTo>
                  <a:lnTo>
                    <a:pt x="123642" y="115681"/>
                  </a:lnTo>
                  <a:lnTo>
                    <a:pt x="129265" y="115681"/>
                  </a:lnTo>
                  <a:close/>
                  <a:moveTo>
                    <a:pt x="129832" y="114735"/>
                  </a:moveTo>
                  <a:lnTo>
                    <a:pt x="151032" y="79797"/>
                  </a:lnTo>
                  <a:lnTo>
                    <a:pt x="144348" y="79797"/>
                  </a:lnTo>
                  <a:close/>
                  <a:moveTo>
                    <a:pt x="459851" y="115681"/>
                  </a:moveTo>
                  <a:lnTo>
                    <a:pt x="461104" y="79797"/>
                  </a:lnTo>
                  <a:lnTo>
                    <a:pt x="453680" y="79797"/>
                  </a:lnTo>
                  <a:close/>
                  <a:moveTo>
                    <a:pt x="151032" y="79797"/>
                  </a:moveTo>
                  <a:lnTo>
                    <a:pt x="177681" y="50192"/>
                  </a:lnTo>
                  <a:lnTo>
                    <a:pt x="175793" y="43913"/>
                  </a:lnTo>
                  <a:close/>
                  <a:moveTo>
                    <a:pt x="427904" y="43913"/>
                  </a:moveTo>
                  <a:lnTo>
                    <a:pt x="453680" y="79797"/>
                  </a:lnTo>
                  <a:lnTo>
                    <a:pt x="436976" y="43913"/>
                  </a:lnTo>
                  <a:close/>
                  <a:moveTo>
                    <a:pt x="225530" y="19466"/>
                  </a:moveTo>
                  <a:lnTo>
                    <a:pt x="177681" y="43913"/>
                  </a:lnTo>
                  <a:lnTo>
                    <a:pt x="185054" y="43913"/>
                  </a:lnTo>
                  <a:close/>
                  <a:moveTo>
                    <a:pt x="177681" y="43913"/>
                  </a:moveTo>
                  <a:lnTo>
                    <a:pt x="177681" y="50192"/>
                  </a:lnTo>
                  <a:lnTo>
                    <a:pt x="185054" y="43913"/>
                  </a:lnTo>
                  <a:close/>
                  <a:moveTo>
                    <a:pt x="225530" y="19466"/>
                  </a:moveTo>
                  <a:lnTo>
                    <a:pt x="263821" y="8029"/>
                  </a:lnTo>
                  <a:lnTo>
                    <a:pt x="244186" y="8029"/>
                  </a:lnTo>
                  <a:close/>
                  <a:moveTo>
                    <a:pt x="416925" y="28218"/>
                  </a:moveTo>
                  <a:lnTo>
                    <a:pt x="416925" y="35323"/>
                  </a:lnTo>
                  <a:lnTo>
                    <a:pt x="427904" y="43913"/>
                  </a:lnTo>
                  <a:close/>
                  <a:moveTo>
                    <a:pt x="416925" y="28218"/>
                  </a:moveTo>
                  <a:lnTo>
                    <a:pt x="369076" y="11724"/>
                  </a:lnTo>
                  <a:lnTo>
                    <a:pt x="416925" y="35323"/>
                  </a:lnTo>
                  <a:close/>
                  <a:moveTo>
                    <a:pt x="273379" y="5405"/>
                  </a:moveTo>
                  <a:lnTo>
                    <a:pt x="244186" y="8029"/>
                  </a:lnTo>
                  <a:lnTo>
                    <a:pt x="263821" y="8029"/>
                  </a:lnTo>
                  <a:close/>
                  <a:moveTo>
                    <a:pt x="321227" y="2901"/>
                  </a:moveTo>
                  <a:lnTo>
                    <a:pt x="273379" y="0"/>
                  </a:lnTo>
                  <a:lnTo>
                    <a:pt x="273379" y="5405"/>
                  </a:lnTo>
                  <a:close/>
                  <a:moveTo>
                    <a:pt x="321227" y="2901"/>
                  </a:moveTo>
                  <a:lnTo>
                    <a:pt x="349932" y="8029"/>
                  </a:lnTo>
                  <a:lnTo>
                    <a:pt x="369076" y="5960"/>
                  </a:lnTo>
                  <a:close/>
                  <a:moveTo>
                    <a:pt x="369076" y="11724"/>
                  </a:moveTo>
                  <a:lnTo>
                    <a:pt x="369076" y="8029"/>
                  </a:lnTo>
                  <a:lnTo>
                    <a:pt x="349932" y="8029"/>
                  </a:lnTo>
                  <a:close/>
                  <a:moveTo>
                    <a:pt x="81111" y="689829"/>
                  </a:moveTo>
                  <a:lnTo>
                    <a:pt x="81983" y="690225"/>
                  </a:lnTo>
                  <a:lnTo>
                    <a:pt x="81983" y="689829"/>
                  </a:lnTo>
                  <a:close/>
                  <a:moveTo>
                    <a:pt x="369076" y="550104"/>
                  </a:moveTo>
                  <a:lnTo>
                    <a:pt x="369076" y="546292"/>
                  </a:lnTo>
                  <a:lnTo>
                    <a:pt x="349184" y="582176"/>
                  </a:lnTo>
                  <a:close/>
                  <a:moveTo>
                    <a:pt x="369076" y="546292"/>
                  </a:moveTo>
                  <a:lnTo>
                    <a:pt x="369076" y="550104"/>
                  </a:lnTo>
                  <a:lnTo>
                    <a:pt x="371611" y="546292"/>
                  </a:lnTo>
                  <a:close/>
                  <a:moveTo>
                    <a:pt x="416925" y="444350"/>
                  </a:moveTo>
                  <a:lnTo>
                    <a:pt x="416925" y="438639"/>
                  </a:lnTo>
                  <a:lnTo>
                    <a:pt x="410583" y="474523"/>
                  </a:lnTo>
                  <a:close/>
                  <a:moveTo>
                    <a:pt x="81983" y="429238"/>
                  </a:moveTo>
                  <a:lnTo>
                    <a:pt x="80284" y="438639"/>
                  </a:lnTo>
                  <a:lnTo>
                    <a:pt x="81983" y="438639"/>
                  </a:lnTo>
                  <a:close/>
                  <a:moveTo>
                    <a:pt x="81983" y="429238"/>
                  </a:moveTo>
                  <a:lnTo>
                    <a:pt x="81983" y="438639"/>
                  </a:lnTo>
                  <a:lnTo>
                    <a:pt x="85973" y="402755"/>
                  </a:lnTo>
                  <a:close/>
                  <a:moveTo>
                    <a:pt x="416925" y="438639"/>
                  </a:moveTo>
                  <a:lnTo>
                    <a:pt x="416925" y="444350"/>
                  </a:lnTo>
                  <a:lnTo>
                    <a:pt x="418226" y="438639"/>
                  </a:lnTo>
                  <a:close/>
                  <a:moveTo>
                    <a:pt x="416925" y="438639"/>
                  </a:moveTo>
                  <a:lnTo>
                    <a:pt x="418226" y="438639"/>
                  </a:lnTo>
                  <a:lnTo>
                    <a:pt x="416925" y="405792"/>
                  </a:lnTo>
                  <a:close/>
                  <a:moveTo>
                    <a:pt x="80659" y="366871"/>
                  </a:moveTo>
                  <a:lnTo>
                    <a:pt x="81983" y="375237"/>
                  </a:lnTo>
                  <a:lnTo>
                    <a:pt x="81983" y="366871"/>
                  </a:lnTo>
                  <a:close/>
                  <a:moveTo>
                    <a:pt x="69396" y="330987"/>
                  </a:moveTo>
                  <a:lnTo>
                    <a:pt x="80659" y="366871"/>
                  </a:lnTo>
                  <a:lnTo>
                    <a:pt x="81983" y="366871"/>
                  </a:lnTo>
                  <a:close/>
                  <a:moveTo>
                    <a:pt x="416925" y="230947"/>
                  </a:moveTo>
                  <a:lnTo>
                    <a:pt x="416925" y="223334"/>
                  </a:lnTo>
                  <a:lnTo>
                    <a:pt x="408593" y="259218"/>
                  </a:lnTo>
                  <a:close/>
                  <a:moveTo>
                    <a:pt x="416925" y="223334"/>
                  </a:moveTo>
                  <a:lnTo>
                    <a:pt x="416925" y="230947"/>
                  </a:lnTo>
                  <a:lnTo>
                    <a:pt x="419691" y="223334"/>
                  </a:lnTo>
                  <a:close/>
                  <a:moveTo>
                    <a:pt x="129832" y="114735"/>
                  </a:moveTo>
                  <a:lnTo>
                    <a:pt x="129265" y="115681"/>
                  </a:lnTo>
                  <a:lnTo>
                    <a:pt x="129832" y="115681"/>
                  </a:lnTo>
                  <a:close/>
                  <a:moveTo>
                    <a:pt x="129832" y="114735"/>
                  </a:moveTo>
                  <a:lnTo>
                    <a:pt x="129832" y="115681"/>
                  </a:lnTo>
                  <a:lnTo>
                    <a:pt x="151032" y="79797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3944" name="Candidate_B1__3943">
              <a:extLst>
                <a:ext uri="{FF2B5EF4-FFF2-40B4-BE49-F238E27FC236}">
                  <a16:creationId xmlns:a16="http://schemas.microsoft.com/office/drawing/2014/main" id="{46E02323-0FF8-C410-BAF2-00702896CDEC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2723"/>
              <a:ext cx="459032" cy="699346"/>
            </a:xfrm>
            <a:custGeom>
              <a:avLst/>
              <a:gdLst/>
              <a:ahLst/>
              <a:cxnLst/>
              <a:rect l="0" t="0" r="0" b="0"/>
              <a:pathLst>
                <a:path w="459032" h="699346">
                  <a:moveTo>
                    <a:pt x="33315" y="658971"/>
                  </a:moveTo>
                  <a:lnTo>
                    <a:pt x="80291" y="686928"/>
                  </a:lnTo>
                  <a:lnTo>
                    <a:pt x="44602" y="651044"/>
                  </a:lnTo>
                  <a:close/>
                  <a:moveTo>
                    <a:pt x="81164" y="674101"/>
                  </a:moveTo>
                  <a:lnTo>
                    <a:pt x="80291" y="686928"/>
                  </a:lnTo>
                  <a:lnTo>
                    <a:pt x="81164" y="686928"/>
                  </a:lnTo>
                  <a:close/>
                  <a:moveTo>
                    <a:pt x="81164" y="687324"/>
                  </a:moveTo>
                  <a:lnTo>
                    <a:pt x="126609" y="686928"/>
                  </a:lnTo>
                  <a:lnTo>
                    <a:pt x="81164" y="686928"/>
                  </a:lnTo>
                  <a:close/>
                  <a:moveTo>
                    <a:pt x="129013" y="698957"/>
                  </a:moveTo>
                  <a:lnTo>
                    <a:pt x="129013" y="687513"/>
                  </a:lnTo>
                  <a:lnTo>
                    <a:pt x="81164" y="687324"/>
                  </a:lnTo>
                  <a:close/>
                  <a:moveTo>
                    <a:pt x="129013" y="698957"/>
                  </a:moveTo>
                  <a:lnTo>
                    <a:pt x="176862" y="699346"/>
                  </a:lnTo>
                  <a:lnTo>
                    <a:pt x="176862" y="687943"/>
                  </a:lnTo>
                  <a:close/>
                  <a:moveTo>
                    <a:pt x="224710" y="688858"/>
                  </a:moveTo>
                  <a:lnTo>
                    <a:pt x="224710" y="686928"/>
                  </a:lnTo>
                  <a:lnTo>
                    <a:pt x="176862" y="687943"/>
                  </a:lnTo>
                  <a:close/>
                  <a:moveTo>
                    <a:pt x="176862" y="699346"/>
                  </a:moveTo>
                  <a:lnTo>
                    <a:pt x="224710" y="688858"/>
                  </a:lnTo>
                  <a:lnTo>
                    <a:pt x="176862" y="687943"/>
                  </a:lnTo>
                  <a:close/>
                  <a:moveTo>
                    <a:pt x="224710" y="686928"/>
                  </a:moveTo>
                  <a:lnTo>
                    <a:pt x="224710" y="688858"/>
                  </a:lnTo>
                  <a:lnTo>
                    <a:pt x="229222" y="686928"/>
                  </a:lnTo>
                  <a:close/>
                  <a:moveTo>
                    <a:pt x="224710" y="686928"/>
                  </a:moveTo>
                  <a:lnTo>
                    <a:pt x="272559" y="665197"/>
                  </a:lnTo>
                  <a:lnTo>
                    <a:pt x="224710" y="676276"/>
                  </a:lnTo>
                  <a:close/>
                  <a:moveTo>
                    <a:pt x="229222" y="686928"/>
                  </a:moveTo>
                  <a:lnTo>
                    <a:pt x="272559" y="665197"/>
                  </a:lnTo>
                  <a:lnTo>
                    <a:pt x="224710" y="686928"/>
                  </a:lnTo>
                  <a:close/>
                  <a:moveTo>
                    <a:pt x="24410" y="651044"/>
                  </a:moveTo>
                  <a:lnTo>
                    <a:pt x="33315" y="658971"/>
                  </a:lnTo>
                  <a:lnTo>
                    <a:pt x="33315" y="651044"/>
                  </a:lnTo>
                  <a:close/>
                  <a:moveTo>
                    <a:pt x="2924" y="615160"/>
                  </a:moveTo>
                  <a:lnTo>
                    <a:pt x="24410" y="651044"/>
                  </a:lnTo>
                  <a:lnTo>
                    <a:pt x="19354" y="615160"/>
                  </a:lnTo>
                  <a:close/>
                  <a:moveTo>
                    <a:pt x="272559" y="651044"/>
                  </a:moveTo>
                  <a:lnTo>
                    <a:pt x="272559" y="665197"/>
                  </a:lnTo>
                  <a:lnTo>
                    <a:pt x="291078" y="651044"/>
                  </a:lnTo>
                  <a:close/>
                  <a:moveTo>
                    <a:pt x="272559" y="648972"/>
                  </a:moveTo>
                  <a:lnTo>
                    <a:pt x="320408" y="619331"/>
                  </a:lnTo>
                  <a:lnTo>
                    <a:pt x="320408" y="615160"/>
                  </a:lnTo>
                  <a:close/>
                  <a:moveTo>
                    <a:pt x="291078" y="651044"/>
                  </a:moveTo>
                  <a:lnTo>
                    <a:pt x="320408" y="619331"/>
                  </a:lnTo>
                  <a:lnTo>
                    <a:pt x="272559" y="651044"/>
                  </a:lnTo>
                  <a:close/>
                  <a:moveTo>
                    <a:pt x="0" y="579275"/>
                  </a:moveTo>
                  <a:lnTo>
                    <a:pt x="2924" y="615160"/>
                  </a:lnTo>
                  <a:lnTo>
                    <a:pt x="19354" y="615160"/>
                  </a:lnTo>
                  <a:close/>
                  <a:moveTo>
                    <a:pt x="320408" y="615160"/>
                  </a:moveTo>
                  <a:lnTo>
                    <a:pt x="320408" y="619331"/>
                  </a:lnTo>
                  <a:lnTo>
                    <a:pt x="323907" y="615160"/>
                  </a:lnTo>
                  <a:close/>
                  <a:moveTo>
                    <a:pt x="323907" y="615160"/>
                  </a:moveTo>
                  <a:lnTo>
                    <a:pt x="320408" y="588061"/>
                  </a:lnTo>
                  <a:lnTo>
                    <a:pt x="320408" y="615160"/>
                  </a:lnTo>
                  <a:close/>
                  <a:moveTo>
                    <a:pt x="348364" y="579275"/>
                  </a:moveTo>
                  <a:lnTo>
                    <a:pt x="325696" y="579275"/>
                  </a:lnTo>
                  <a:lnTo>
                    <a:pt x="323907" y="615160"/>
                  </a:lnTo>
                  <a:close/>
                  <a:moveTo>
                    <a:pt x="11560" y="543391"/>
                  </a:moveTo>
                  <a:lnTo>
                    <a:pt x="0" y="579275"/>
                  </a:lnTo>
                  <a:lnTo>
                    <a:pt x="16139" y="579275"/>
                  </a:lnTo>
                  <a:close/>
                  <a:moveTo>
                    <a:pt x="348364" y="579275"/>
                  </a:moveTo>
                  <a:lnTo>
                    <a:pt x="368257" y="543391"/>
                  </a:lnTo>
                  <a:lnTo>
                    <a:pt x="343929" y="543391"/>
                  </a:lnTo>
                  <a:close/>
                  <a:moveTo>
                    <a:pt x="33315" y="538307"/>
                  </a:moveTo>
                  <a:lnTo>
                    <a:pt x="33315" y="510417"/>
                  </a:lnTo>
                  <a:lnTo>
                    <a:pt x="11560" y="543391"/>
                  </a:lnTo>
                  <a:close/>
                  <a:moveTo>
                    <a:pt x="33315" y="510417"/>
                  </a:moveTo>
                  <a:lnTo>
                    <a:pt x="33315" y="538307"/>
                  </a:lnTo>
                  <a:lnTo>
                    <a:pt x="35243" y="507507"/>
                  </a:lnTo>
                  <a:close/>
                  <a:moveTo>
                    <a:pt x="368257" y="507507"/>
                  </a:moveTo>
                  <a:lnTo>
                    <a:pt x="370791" y="543391"/>
                  </a:lnTo>
                  <a:lnTo>
                    <a:pt x="393385" y="507507"/>
                  </a:lnTo>
                  <a:close/>
                  <a:moveTo>
                    <a:pt x="368257" y="507507"/>
                  </a:moveTo>
                  <a:lnTo>
                    <a:pt x="368257" y="543391"/>
                  </a:lnTo>
                  <a:lnTo>
                    <a:pt x="370791" y="543391"/>
                  </a:lnTo>
                  <a:close/>
                  <a:moveTo>
                    <a:pt x="35243" y="507507"/>
                  </a:moveTo>
                  <a:lnTo>
                    <a:pt x="56258" y="507507"/>
                  </a:lnTo>
                  <a:lnTo>
                    <a:pt x="60597" y="471623"/>
                  </a:lnTo>
                  <a:close/>
                  <a:moveTo>
                    <a:pt x="409764" y="471623"/>
                  </a:moveTo>
                  <a:lnTo>
                    <a:pt x="377608" y="471623"/>
                  </a:lnTo>
                  <a:lnTo>
                    <a:pt x="393385" y="507507"/>
                  </a:lnTo>
                  <a:close/>
                  <a:moveTo>
                    <a:pt x="79465" y="435739"/>
                  </a:moveTo>
                  <a:lnTo>
                    <a:pt x="81164" y="471623"/>
                  </a:lnTo>
                  <a:lnTo>
                    <a:pt x="81164" y="435739"/>
                  </a:lnTo>
                  <a:close/>
                  <a:moveTo>
                    <a:pt x="79465" y="435739"/>
                  </a:moveTo>
                  <a:lnTo>
                    <a:pt x="60597" y="471623"/>
                  </a:lnTo>
                  <a:lnTo>
                    <a:pt x="81164" y="471623"/>
                  </a:lnTo>
                  <a:close/>
                  <a:moveTo>
                    <a:pt x="409764" y="471623"/>
                  </a:moveTo>
                  <a:lnTo>
                    <a:pt x="416106" y="435739"/>
                  </a:lnTo>
                  <a:lnTo>
                    <a:pt x="385499" y="435739"/>
                  </a:lnTo>
                  <a:close/>
                  <a:moveTo>
                    <a:pt x="85154" y="399854"/>
                  </a:moveTo>
                  <a:lnTo>
                    <a:pt x="81164" y="435739"/>
                  </a:lnTo>
                  <a:lnTo>
                    <a:pt x="106209" y="435739"/>
                  </a:lnTo>
                  <a:close/>
                  <a:moveTo>
                    <a:pt x="416106" y="435739"/>
                  </a:moveTo>
                  <a:lnTo>
                    <a:pt x="416106" y="402891"/>
                  </a:lnTo>
                  <a:lnTo>
                    <a:pt x="385499" y="435739"/>
                  </a:lnTo>
                  <a:close/>
                  <a:moveTo>
                    <a:pt x="385499" y="435739"/>
                  </a:moveTo>
                  <a:lnTo>
                    <a:pt x="416106" y="402891"/>
                  </a:lnTo>
                  <a:lnTo>
                    <a:pt x="416001" y="399854"/>
                  </a:lnTo>
                  <a:close/>
                  <a:moveTo>
                    <a:pt x="81164" y="363970"/>
                  </a:moveTo>
                  <a:lnTo>
                    <a:pt x="81164" y="372336"/>
                  </a:lnTo>
                  <a:lnTo>
                    <a:pt x="102235" y="363970"/>
                  </a:lnTo>
                  <a:close/>
                  <a:moveTo>
                    <a:pt x="102235" y="363970"/>
                  </a:moveTo>
                  <a:lnTo>
                    <a:pt x="81164" y="372336"/>
                  </a:lnTo>
                  <a:lnTo>
                    <a:pt x="85154" y="399854"/>
                  </a:lnTo>
                  <a:close/>
                  <a:moveTo>
                    <a:pt x="385600" y="399854"/>
                  </a:moveTo>
                  <a:lnTo>
                    <a:pt x="416001" y="399854"/>
                  </a:lnTo>
                  <a:lnTo>
                    <a:pt x="409702" y="363970"/>
                  </a:lnTo>
                  <a:close/>
                  <a:moveTo>
                    <a:pt x="68577" y="328086"/>
                  </a:moveTo>
                  <a:lnTo>
                    <a:pt x="81164" y="363970"/>
                  </a:lnTo>
                  <a:lnTo>
                    <a:pt x="81164" y="328086"/>
                  </a:lnTo>
                  <a:close/>
                  <a:moveTo>
                    <a:pt x="382088" y="363970"/>
                  </a:moveTo>
                  <a:lnTo>
                    <a:pt x="409702" y="363970"/>
                  </a:lnTo>
                  <a:lnTo>
                    <a:pt x="404103" y="328086"/>
                  </a:lnTo>
                  <a:close/>
                  <a:moveTo>
                    <a:pt x="60559" y="292202"/>
                  </a:moveTo>
                  <a:lnTo>
                    <a:pt x="68577" y="328086"/>
                  </a:lnTo>
                  <a:lnTo>
                    <a:pt x="78485" y="292202"/>
                  </a:lnTo>
                  <a:close/>
                  <a:moveTo>
                    <a:pt x="380294" y="328086"/>
                  </a:moveTo>
                  <a:lnTo>
                    <a:pt x="404103" y="328086"/>
                  </a:lnTo>
                  <a:lnTo>
                    <a:pt x="403129" y="292202"/>
                  </a:lnTo>
                  <a:close/>
                  <a:moveTo>
                    <a:pt x="60668" y="256318"/>
                  </a:moveTo>
                  <a:lnTo>
                    <a:pt x="60559" y="292202"/>
                  </a:lnTo>
                  <a:lnTo>
                    <a:pt x="78485" y="292202"/>
                  </a:lnTo>
                  <a:close/>
                  <a:moveTo>
                    <a:pt x="382518" y="292202"/>
                  </a:moveTo>
                  <a:lnTo>
                    <a:pt x="403129" y="292202"/>
                  </a:lnTo>
                  <a:lnTo>
                    <a:pt x="407774" y="256318"/>
                  </a:lnTo>
                  <a:close/>
                  <a:moveTo>
                    <a:pt x="60668" y="256318"/>
                  </a:moveTo>
                  <a:lnTo>
                    <a:pt x="77897" y="256318"/>
                  </a:lnTo>
                  <a:lnTo>
                    <a:pt x="70512" y="220433"/>
                  </a:lnTo>
                  <a:close/>
                  <a:moveTo>
                    <a:pt x="407774" y="256318"/>
                  </a:moveTo>
                  <a:lnTo>
                    <a:pt x="416106" y="220433"/>
                  </a:lnTo>
                  <a:lnTo>
                    <a:pt x="398686" y="220433"/>
                  </a:lnTo>
                  <a:close/>
                  <a:moveTo>
                    <a:pt x="81164" y="199100"/>
                  </a:moveTo>
                  <a:lnTo>
                    <a:pt x="70512" y="220433"/>
                  </a:lnTo>
                  <a:lnTo>
                    <a:pt x="81164" y="220433"/>
                  </a:lnTo>
                  <a:close/>
                  <a:moveTo>
                    <a:pt x="81164" y="199100"/>
                  </a:moveTo>
                  <a:lnTo>
                    <a:pt x="81164" y="220433"/>
                  </a:lnTo>
                  <a:lnTo>
                    <a:pt x="88247" y="184549"/>
                  </a:lnTo>
                  <a:close/>
                  <a:moveTo>
                    <a:pt x="416106" y="184549"/>
                  </a:moveTo>
                  <a:lnTo>
                    <a:pt x="418872" y="220433"/>
                  </a:lnTo>
                  <a:lnTo>
                    <a:pt x="436206" y="184549"/>
                  </a:lnTo>
                  <a:close/>
                  <a:moveTo>
                    <a:pt x="416106" y="184549"/>
                  </a:moveTo>
                  <a:lnTo>
                    <a:pt x="416106" y="220433"/>
                  </a:lnTo>
                  <a:lnTo>
                    <a:pt x="418872" y="220433"/>
                  </a:lnTo>
                  <a:close/>
                  <a:moveTo>
                    <a:pt x="108035" y="148665"/>
                  </a:moveTo>
                  <a:lnTo>
                    <a:pt x="88247" y="184549"/>
                  </a:lnTo>
                  <a:lnTo>
                    <a:pt x="106647" y="184549"/>
                  </a:lnTo>
                  <a:close/>
                  <a:moveTo>
                    <a:pt x="451773" y="148665"/>
                  </a:moveTo>
                  <a:lnTo>
                    <a:pt x="429027" y="148665"/>
                  </a:lnTo>
                  <a:lnTo>
                    <a:pt x="436206" y="184549"/>
                  </a:lnTo>
                  <a:close/>
                  <a:moveTo>
                    <a:pt x="128445" y="112781"/>
                  </a:moveTo>
                  <a:lnTo>
                    <a:pt x="129013" y="148642"/>
                  </a:lnTo>
                  <a:lnTo>
                    <a:pt x="129013" y="112781"/>
                  </a:lnTo>
                  <a:close/>
                  <a:moveTo>
                    <a:pt x="108035" y="148665"/>
                  </a:moveTo>
                  <a:lnTo>
                    <a:pt x="128999" y="148665"/>
                  </a:lnTo>
                  <a:lnTo>
                    <a:pt x="128445" y="112781"/>
                  </a:lnTo>
                  <a:close/>
                  <a:moveTo>
                    <a:pt x="429027" y="148665"/>
                  </a:moveTo>
                  <a:lnTo>
                    <a:pt x="451773" y="148665"/>
                  </a:lnTo>
                  <a:lnTo>
                    <a:pt x="459032" y="112781"/>
                  </a:lnTo>
                  <a:close/>
                  <a:moveTo>
                    <a:pt x="150213" y="76896"/>
                  </a:moveTo>
                  <a:lnTo>
                    <a:pt x="129013" y="112781"/>
                  </a:lnTo>
                  <a:lnTo>
                    <a:pt x="150607" y="112781"/>
                  </a:lnTo>
                  <a:close/>
                  <a:moveTo>
                    <a:pt x="435799" y="112781"/>
                  </a:moveTo>
                  <a:lnTo>
                    <a:pt x="459032" y="112781"/>
                  </a:lnTo>
                  <a:lnTo>
                    <a:pt x="452860" y="76896"/>
                  </a:lnTo>
                  <a:close/>
                  <a:moveTo>
                    <a:pt x="176862" y="75035"/>
                  </a:moveTo>
                  <a:lnTo>
                    <a:pt x="176862" y="47291"/>
                  </a:lnTo>
                  <a:lnTo>
                    <a:pt x="150213" y="76896"/>
                  </a:lnTo>
                  <a:close/>
                  <a:moveTo>
                    <a:pt x="176862" y="47291"/>
                  </a:moveTo>
                  <a:lnTo>
                    <a:pt x="176862" y="75035"/>
                  </a:lnTo>
                  <a:lnTo>
                    <a:pt x="184235" y="41012"/>
                  </a:lnTo>
                  <a:close/>
                  <a:moveTo>
                    <a:pt x="427085" y="41012"/>
                  </a:moveTo>
                  <a:lnTo>
                    <a:pt x="416106" y="41012"/>
                  </a:lnTo>
                  <a:lnTo>
                    <a:pt x="427428" y="76896"/>
                  </a:lnTo>
                  <a:close/>
                  <a:moveTo>
                    <a:pt x="452860" y="76896"/>
                  </a:moveTo>
                  <a:lnTo>
                    <a:pt x="427085" y="41012"/>
                  </a:lnTo>
                  <a:lnTo>
                    <a:pt x="427428" y="76896"/>
                  </a:lnTo>
                  <a:close/>
                  <a:moveTo>
                    <a:pt x="224710" y="36498"/>
                  </a:moveTo>
                  <a:lnTo>
                    <a:pt x="224710" y="16565"/>
                  </a:lnTo>
                  <a:lnTo>
                    <a:pt x="184235" y="41012"/>
                  </a:lnTo>
                  <a:close/>
                  <a:moveTo>
                    <a:pt x="272559" y="5128"/>
                  </a:moveTo>
                  <a:lnTo>
                    <a:pt x="263001" y="5128"/>
                  </a:lnTo>
                  <a:lnTo>
                    <a:pt x="272559" y="20264"/>
                  </a:lnTo>
                  <a:close/>
                  <a:moveTo>
                    <a:pt x="272559" y="20264"/>
                  </a:moveTo>
                  <a:lnTo>
                    <a:pt x="263001" y="5128"/>
                  </a:lnTo>
                  <a:lnTo>
                    <a:pt x="224710" y="16565"/>
                  </a:lnTo>
                  <a:close/>
                  <a:moveTo>
                    <a:pt x="349113" y="5128"/>
                  </a:moveTo>
                  <a:lnTo>
                    <a:pt x="320408" y="5128"/>
                  </a:lnTo>
                  <a:lnTo>
                    <a:pt x="368257" y="8823"/>
                  </a:lnTo>
                  <a:close/>
                  <a:moveTo>
                    <a:pt x="368257" y="8823"/>
                  </a:moveTo>
                  <a:lnTo>
                    <a:pt x="320408" y="5128"/>
                  </a:lnTo>
                  <a:lnTo>
                    <a:pt x="320408" y="17637"/>
                  </a:lnTo>
                  <a:close/>
                  <a:moveTo>
                    <a:pt x="416106" y="32423"/>
                  </a:moveTo>
                  <a:lnTo>
                    <a:pt x="392431" y="41012"/>
                  </a:lnTo>
                  <a:lnTo>
                    <a:pt x="416106" y="41012"/>
                  </a:lnTo>
                  <a:close/>
                  <a:moveTo>
                    <a:pt x="368257" y="8823"/>
                  </a:moveTo>
                  <a:lnTo>
                    <a:pt x="368257" y="28244"/>
                  </a:lnTo>
                  <a:lnTo>
                    <a:pt x="416106" y="32423"/>
                  </a:lnTo>
                  <a:close/>
                  <a:moveTo>
                    <a:pt x="416106" y="41012"/>
                  </a:moveTo>
                  <a:lnTo>
                    <a:pt x="427085" y="41012"/>
                  </a:lnTo>
                  <a:lnTo>
                    <a:pt x="416106" y="32423"/>
                  </a:lnTo>
                  <a:close/>
                  <a:moveTo>
                    <a:pt x="272559" y="2505"/>
                  </a:moveTo>
                  <a:lnTo>
                    <a:pt x="263001" y="5128"/>
                  </a:lnTo>
                  <a:lnTo>
                    <a:pt x="272559" y="5128"/>
                  </a:lnTo>
                  <a:close/>
                  <a:moveTo>
                    <a:pt x="272559" y="5128"/>
                  </a:moveTo>
                  <a:lnTo>
                    <a:pt x="320408" y="0"/>
                  </a:lnTo>
                  <a:lnTo>
                    <a:pt x="272559" y="2505"/>
                  </a:lnTo>
                  <a:close/>
                  <a:moveTo>
                    <a:pt x="272559" y="5128"/>
                  </a:moveTo>
                  <a:lnTo>
                    <a:pt x="320408" y="5128"/>
                  </a:lnTo>
                  <a:lnTo>
                    <a:pt x="320408" y="0"/>
                  </a:lnTo>
                  <a:close/>
                  <a:moveTo>
                    <a:pt x="320408" y="5128"/>
                  </a:moveTo>
                  <a:lnTo>
                    <a:pt x="349113" y="5128"/>
                  </a:lnTo>
                  <a:lnTo>
                    <a:pt x="320408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3945" name="Candidate_B1__3944">
              <a:extLst>
                <a:ext uri="{FF2B5EF4-FFF2-40B4-BE49-F238E27FC236}">
                  <a16:creationId xmlns:a16="http://schemas.microsoft.com/office/drawing/2014/main" id="{B7BDFF52-5337-D9B8-8088-B39C4B94FB95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7851"/>
              <a:ext cx="459032" cy="693829"/>
            </a:xfrm>
            <a:custGeom>
              <a:avLst/>
              <a:gdLst/>
              <a:ahLst/>
              <a:cxnLst/>
              <a:rect l="0" t="0" r="0" b="0"/>
              <a:pathLst>
                <a:path w="459032" h="693829">
                  <a:moveTo>
                    <a:pt x="33315" y="645916"/>
                  </a:moveTo>
                  <a:lnTo>
                    <a:pt x="33315" y="653843"/>
                  </a:lnTo>
                  <a:lnTo>
                    <a:pt x="44602" y="645916"/>
                  </a:lnTo>
                  <a:close/>
                  <a:moveTo>
                    <a:pt x="44602" y="645916"/>
                  </a:moveTo>
                  <a:lnTo>
                    <a:pt x="80291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6609" y="681800"/>
                  </a:lnTo>
                  <a:lnTo>
                    <a:pt x="81164" y="682196"/>
                  </a:lnTo>
                  <a:close/>
                  <a:moveTo>
                    <a:pt x="81164" y="681800"/>
                  </a:moveTo>
                  <a:lnTo>
                    <a:pt x="126609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9013" y="693829"/>
                  </a:lnTo>
                  <a:lnTo>
                    <a:pt x="176862" y="682815"/>
                  </a:lnTo>
                  <a:close/>
                  <a:moveTo>
                    <a:pt x="176862" y="682815"/>
                  </a:moveTo>
                  <a:lnTo>
                    <a:pt x="224710" y="681800"/>
                  </a:lnTo>
                  <a:lnTo>
                    <a:pt x="181357" y="681800"/>
                  </a:lnTo>
                  <a:close/>
                  <a:moveTo>
                    <a:pt x="224710" y="671148"/>
                  </a:moveTo>
                  <a:lnTo>
                    <a:pt x="272559" y="660069"/>
                  </a:lnTo>
                  <a:lnTo>
                    <a:pt x="272559" y="645916"/>
                  </a:lnTo>
                  <a:close/>
                  <a:moveTo>
                    <a:pt x="181357" y="681800"/>
                  </a:moveTo>
                  <a:lnTo>
                    <a:pt x="224710" y="681800"/>
                  </a:lnTo>
                  <a:lnTo>
                    <a:pt x="224710" y="671148"/>
                  </a:lnTo>
                  <a:close/>
                  <a:moveTo>
                    <a:pt x="19354" y="610032"/>
                  </a:moveTo>
                  <a:lnTo>
                    <a:pt x="33315" y="645916"/>
                  </a:lnTo>
                  <a:lnTo>
                    <a:pt x="33315" y="632139"/>
                  </a:lnTo>
                  <a:close/>
                  <a:moveTo>
                    <a:pt x="24410" y="645916"/>
                  </a:moveTo>
                  <a:lnTo>
                    <a:pt x="33315" y="645916"/>
                  </a:lnTo>
                  <a:lnTo>
                    <a:pt x="19354" y="610032"/>
                  </a:lnTo>
                  <a:close/>
                  <a:moveTo>
                    <a:pt x="33315" y="645916"/>
                  </a:moveTo>
                  <a:lnTo>
                    <a:pt x="44602" y="645916"/>
                  </a:lnTo>
                  <a:lnTo>
                    <a:pt x="33315" y="632139"/>
                  </a:lnTo>
                  <a:close/>
                  <a:moveTo>
                    <a:pt x="272559" y="643844"/>
                  </a:moveTo>
                  <a:lnTo>
                    <a:pt x="320408" y="610032"/>
                  </a:lnTo>
                  <a:lnTo>
                    <a:pt x="303927" y="610032"/>
                  </a:lnTo>
                  <a:close/>
                  <a:moveTo>
                    <a:pt x="272559" y="645916"/>
                  </a:moveTo>
                  <a:lnTo>
                    <a:pt x="320408" y="614203"/>
                  </a:lnTo>
                  <a:lnTo>
                    <a:pt x="272559" y="643844"/>
                  </a:lnTo>
                  <a:close/>
                  <a:moveTo>
                    <a:pt x="0" y="574147"/>
                  </a:moveTo>
                  <a:lnTo>
                    <a:pt x="19354" y="610032"/>
                  </a:lnTo>
                  <a:lnTo>
                    <a:pt x="16139" y="574147"/>
                  </a:lnTo>
                  <a:close/>
                  <a:moveTo>
                    <a:pt x="325696" y="574147"/>
                  </a:moveTo>
                  <a:lnTo>
                    <a:pt x="320408" y="582932"/>
                  </a:lnTo>
                  <a:lnTo>
                    <a:pt x="323907" y="610032"/>
                  </a:lnTo>
                  <a:close/>
                  <a:moveTo>
                    <a:pt x="303927" y="610032"/>
                  </a:moveTo>
                  <a:lnTo>
                    <a:pt x="320408" y="610032"/>
                  </a:lnTo>
                  <a:lnTo>
                    <a:pt x="320408" y="582932"/>
                  </a:lnTo>
                  <a:close/>
                  <a:moveTo>
                    <a:pt x="11560" y="538263"/>
                  </a:moveTo>
                  <a:lnTo>
                    <a:pt x="16139" y="574147"/>
                  </a:lnTo>
                  <a:lnTo>
                    <a:pt x="29691" y="538263"/>
                  </a:lnTo>
                  <a:close/>
                  <a:moveTo>
                    <a:pt x="348364" y="574147"/>
                  </a:moveTo>
                  <a:lnTo>
                    <a:pt x="343929" y="538263"/>
                  </a:lnTo>
                  <a:lnTo>
                    <a:pt x="325696" y="574147"/>
                  </a:lnTo>
                  <a:close/>
                  <a:moveTo>
                    <a:pt x="33315" y="533179"/>
                  </a:moveTo>
                  <a:lnTo>
                    <a:pt x="11560" y="538263"/>
                  </a:lnTo>
                  <a:lnTo>
                    <a:pt x="29691" y="538263"/>
                  </a:lnTo>
                  <a:close/>
                  <a:moveTo>
                    <a:pt x="33315" y="533179"/>
                  </a:moveTo>
                  <a:lnTo>
                    <a:pt x="56258" y="502379"/>
                  </a:lnTo>
                  <a:lnTo>
                    <a:pt x="35243" y="502379"/>
                  </a:lnTo>
                  <a:close/>
                  <a:moveTo>
                    <a:pt x="368257" y="538263"/>
                  </a:moveTo>
                  <a:lnTo>
                    <a:pt x="368257" y="502379"/>
                  </a:lnTo>
                  <a:lnTo>
                    <a:pt x="343929" y="538263"/>
                  </a:lnTo>
                  <a:close/>
                  <a:moveTo>
                    <a:pt x="60597" y="466495"/>
                  </a:moveTo>
                  <a:lnTo>
                    <a:pt x="81164" y="472566"/>
                  </a:lnTo>
                  <a:lnTo>
                    <a:pt x="81164" y="466495"/>
                  </a:lnTo>
                  <a:close/>
                  <a:moveTo>
                    <a:pt x="56258" y="502379"/>
                  </a:moveTo>
                  <a:lnTo>
                    <a:pt x="81164" y="472566"/>
                  </a:lnTo>
                  <a:lnTo>
                    <a:pt x="60597" y="466495"/>
                  </a:lnTo>
                  <a:close/>
                  <a:moveTo>
                    <a:pt x="393385" y="502379"/>
                  </a:moveTo>
                  <a:lnTo>
                    <a:pt x="368257" y="488155"/>
                  </a:lnTo>
                  <a:lnTo>
                    <a:pt x="368257" y="502379"/>
                  </a:lnTo>
                  <a:close/>
                  <a:moveTo>
                    <a:pt x="377608" y="466495"/>
                  </a:moveTo>
                  <a:lnTo>
                    <a:pt x="368257" y="488155"/>
                  </a:lnTo>
                  <a:lnTo>
                    <a:pt x="393385" y="502379"/>
                  </a:lnTo>
                  <a:close/>
                  <a:moveTo>
                    <a:pt x="106209" y="430610"/>
                  </a:moveTo>
                  <a:lnTo>
                    <a:pt x="81164" y="430610"/>
                  </a:lnTo>
                  <a:lnTo>
                    <a:pt x="81164" y="466495"/>
                  </a:lnTo>
                  <a:close/>
                  <a:moveTo>
                    <a:pt x="409764" y="466495"/>
                  </a:moveTo>
                  <a:lnTo>
                    <a:pt x="385499" y="430610"/>
                  </a:lnTo>
                  <a:lnTo>
                    <a:pt x="377608" y="466495"/>
                  </a:lnTo>
                  <a:close/>
                  <a:moveTo>
                    <a:pt x="85154" y="394726"/>
                  </a:moveTo>
                  <a:lnTo>
                    <a:pt x="106209" y="430610"/>
                  </a:lnTo>
                  <a:lnTo>
                    <a:pt x="110676" y="394726"/>
                  </a:lnTo>
                  <a:close/>
                  <a:moveTo>
                    <a:pt x="385499" y="430610"/>
                  </a:moveTo>
                  <a:lnTo>
                    <a:pt x="416001" y="394726"/>
                  </a:lnTo>
                  <a:lnTo>
                    <a:pt x="385600" y="394726"/>
                  </a:lnTo>
                  <a:close/>
                  <a:moveTo>
                    <a:pt x="102235" y="358842"/>
                  </a:moveTo>
                  <a:lnTo>
                    <a:pt x="85154" y="394726"/>
                  </a:lnTo>
                  <a:lnTo>
                    <a:pt x="110676" y="394726"/>
                  </a:lnTo>
                  <a:close/>
                  <a:moveTo>
                    <a:pt x="382088" y="358842"/>
                  </a:moveTo>
                  <a:lnTo>
                    <a:pt x="385600" y="394726"/>
                  </a:lnTo>
                  <a:lnTo>
                    <a:pt x="409702" y="358842"/>
                  </a:lnTo>
                  <a:close/>
                  <a:moveTo>
                    <a:pt x="102235" y="358842"/>
                  </a:moveTo>
                  <a:lnTo>
                    <a:pt x="88534" y="322958"/>
                  </a:lnTo>
                  <a:lnTo>
                    <a:pt x="81164" y="358842"/>
                  </a:lnTo>
                  <a:close/>
                  <a:moveTo>
                    <a:pt x="88534" y="322958"/>
                  </a:moveTo>
                  <a:lnTo>
                    <a:pt x="81164" y="322958"/>
                  </a:lnTo>
                  <a:lnTo>
                    <a:pt x="81164" y="358842"/>
                  </a:lnTo>
                  <a:close/>
                  <a:moveTo>
                    <a:pt x="380294" y="322958"/>
                  </a:moveTo>
                  <a:lnTo>
                    <a:pt x="382088" y="358842"/>
                  </a:lnTo>
                  <a:lnTo>
                    <a:pt x="404103" y="322958"/>
                  </a:lnTo>
                  <a:close/>
                  <a:moveTo>
                    <a:pt x="78485" y="287074"/>
                  </a:moveTo>
                  <a:lnTo>
                    <a:pt x="81164" y="322958"/>
                  </a:lnTo>
                  <a:lnTo>
                    <a:pt x="81164" y="296483"/>
                  </a:lnTo>
                  <a:close/>
                  <a:moveTo>
                    <a:pt x="68577" y="322958"/>
                  </a:moveTo>
                  <a:lnTo>
                    <a:pt x="81164" y="322958"/>
                  </a:lnTo>
                  <a:lnTo>
                    <a:pt x="78485" y="287074"/>
                  </a:lnTo>
                  <a:close/>
                  <a:moveTo>
                    <a:pt x="81164" y="322958"/>
                  </a:moveTo>
                  <a:lnTo>
                    <a:pt x="88534" y="322958"/>
                  </a:lnTo>
                  <a:lnTo>
                    <a:pt x="81164" y="296483"/>
                  </a:lnTo>
                  <a:close/>
                  <a:moveTo>
                    <a:pt x="382518" y="287074"/>
                  </a:moveTo>
                  <a:lnTo>
                    <a:pt x="380294" y="322958"/>
                  </a:lnTo>
                  <a:lnTo>
                    <a:pt x="403129" y="287074"/>
                  </a:lnTo>
                  <a:close/>
                  <a:moveTo>
                    <a:pt x="60668" y="251189"/>
                  </a:moveTo>
                  <a:lnTo>
                    <a:pt x="78485" y="287074"/>
                  </a:lnTo>
                  <a:lnTo>
                    <a:pt x="77897" y="251189"/>
                  </a:lnTo>
                  <a:close/>
                  <a:moveTo>
                    <a:pt x="388534" y="251189"/>
                  </a:moveTo>
                  <a:lnTo>
                    <a:pt x="382518" y="287074"/>
                  </a:lnTo>
                  <a:lnTo>
                    <a:pt x="407774" y="251189"/>
                  </a:lnTo>
                  <a:close/>
                  <a:moveTo>
                    <a:pt x="70512" y="215305"/>
                  </a:moveTo>
                  <a:lnTo>
                    <a:pt x="81164" y="240047"/>
                  </a:lnTo>
                  <a:lnTo>
                    <a:pt x="81164" y="215305"/>
                  </a:lnTo>
                  <a:close/>
                  <a:moveTo>
                    <a:pt x="77897" y="251189"/>
                  </a:moveTo>
                  <a:lnTo>
                    <a:pt x="81164" y="240047"/>
                  </a:lnTo>
                  <a:lnTo>
                    <a:pt x="70512" y="215305"/>
                  </a:lnTo>
                  <a:close/>
                  <a:moveTo>
                    <a:pt x="407774" y="251189"/>
                  </a:moveTo>
                  <a:lnTo>
                    <a:pt x="398686" y="215305"/>
                  </a:lnTo>
                  <a:lnTo>
                    <a:pt x="388534" y="251189"/>
                  </a:lnTo>
                  <a:close/>
                  <a:moveTo>
                    <a:pt x="88247" y="179421"/>
                  </a:moveTo>
                  <a:lnTo>
                    <a:pt x="81164" y="215305"/>
                  </a:lnTo>
                  <a:lnTo>
                    <a:pt x="88176" y="215305"/>
                  </a:lnTo>
                  <a:close/>
                  <a:moveTo>
                    <a:pt x="88247" y="179421"/>
                  </a:moveTo>
                  <a:lnTo>
                    <a:pt x="88176" y="215305"/>
                  </a:lnTo>
                  <a:lnTo>
                    <a:pt x="106647" y="179421"/>
                  </a:lnTo>
                  <a:close/>
                  <a:moveTo>
                    <a:pt x="81164" y="215305"/>
                  </a:moveTo>
                  <a:lnTo>
                    <a:pt x="81164" y="240047"/>
                  </a:lnTo>
                  <a:lnTo>
                    <a:pt x="88176" y="215305"/>
                  </a:lnTo>
                  <a:close/>
                  <a:moveTo>
                    <a:pt x="416106" y="215305"/>
                  </a:moveTo>
                  <a:lnTo>
                    <a:pt x="416106" y="179421"/>
                  </a:lnTo>
                  <a:lnTo>
                    <a:pt x="398686" y="215305"/>
                  </a:lnTo>
                  <a:close/>
                  <a:moveTo>
                    <a:pt x="108035" y="143537"/>
                  </a:moveTo>
                  <a:lnTo>
                    <a:pt x="106647" y="179421"/>
                  </a:lnTo>
                  <a:lnTo>
                    <a:pt x="128999" y="143537"/>
                  </a:lnTo>
                  <a:close/>
                  <a:moveTo>
                    <a:pt x="436206" y="179421"/>
                  </a:moveTo>
                  <a:lnTo>
                    <a:pt x="416106" y="173106"/>
                  </a:lnTo>
                  <a:lnTo>
                    <a:pt x="416106" y="179421"/>
                  </a:lnTo>
                  <a:close/>
                  <a:moveTo>
                    <a:pt x="429027" y="143537"/>
                  </a:moveTo>
                  <a:lnTo>
                    <a:pt x="416106" y="173106"/>
                  </a:lnTo>
                  <a:lnTo>
                    <a:pt x="436206" y="179421"/>
                  </a:lnTo>
                  <a:close/>
                  <a:moveTo>
                    <a:pt x="128999" y="143537"/>
                  </a:moveTo>
                  <a:lnTo>
                    <a:pt x="129013" y="143514"/>
                  </a:lnTo>
                  <a:lnTo>
                    <a:pt x="128445" y="107653"/>
                  </a:lnTo>
                  <a:close/>
                  <a:moveTo>
                    <a:pt x="435799" y="107653"/>
                  </a:moveTo>
                  <a:lnTo>
                    <a:pt x="429027" y="143537"/>
                  </a:lnTo>
                  <a:lnTo>
                    <a:pt x="459032" y="107653"/>
                  </a:lnTo>
                  <a:close/>
                  <a:moveTo>
                    <a:pt x="150213" y="71768"/>
                  </a:moveTo>
                  <a:lnTo>
                    <a:pt x="150607" y="107653"/>
                  </a:lnTo>
                  <a:lnTo>
                    <a:pt x="175172" y="71768"/>
                  </a:lnTo>
                  <a:close/>
                  <a:moveTo>
                    <a:pt x="129013" y="107653"/>
                  </a:moveTo>
                  <a:lnTo>
                    <a:pt x="129013" y="143514"/>
                  </a:lnTo>
                  <a:lnTo>
                    <a:pt x="150607" y="107653"/>
                  </a:lnTo>
                  <a:close/>
                  <a:moveTo>
                    <a:pt x="427428" y="71768"/>
                  </a:moveTo>
                  <a:lnTo>
                    <a:pt x="435799" y="107653"/>
                  </a:lnTo>
                  <a:lnTo>
                    <a:pt x="452860" y="71768"/>
                  </a:lnTo>
                  <a:close/>
                  <a:moveTo>
                    <a:pt x="176862" y="69907"/>
                  </a:moveTo>
                  <a:lnTo>
                    <a:pt x="150213" y="71768"/>
                  </a:lnTo>
                  <a:lnTo>
                    <a:pt x="175172" y="71768"/>
                  </a:lnTo>
                  <a:close/>
                  <a:moveTo>
                    <a:pt x="176862" y="69907"/>
                  </a:moveTo>
                  <a:lnTo>
                    <a:pt x="217216" y="35884"/>
                  </a:lnTo>
                  <a:lnTo>
                    <a:pt x="184235" y="35884"/>
                  </a:lnTo>
                  <a:close/>
                  <a:moveTo>
                    <a:pt x="427428" y="71768"/>
                  </a:moveTo>
                  <a:lnTo>
                    <a:pt x="416106" y="35884"/>
                  </a:lnTo>
                  <a:lnTo>
                    <a:pt x="416106" y="57119"/>
                  </a:lnTo>
                  <a:close/>
                  <a:moveTo>
                    <a:pt x="224710" y="31370"/>
                  </a:moveTo>
                  <a:lnTo>
                    <a:pt x="184235" y="35884"/>
                  </a:lnTo>
                  <a:lnTo>
                    <a:pt x="217216" y="35884"/>
                  </a:lnTo>
                  <a:close/>
                  <a:moveTo>
                    <a:pt x="272559" y="15136"/>
                  </a:moveTo>
                  <a:lnTo>
                    <a:pt x="224710" y="11437"/>
                  </a:lnTo>
                  <a:lnTo>
                    <a:pt x="224710" y="31370"/>
                  </a:lnTo>
                  <a:close/>
                  <a:moveTo>
                    <a:pt x="368257" y="3695"/>
                  </a:moveTo>
                  <a:lnTo>
                    <a:pt x="320408" y="12509"/>
                  </a:lnTo>
                  <a:lnTo>
                    <a:pt x="368257" y="23116"/>
                  </a:lnTo>
                  <a:close/>
                  <a:moveTo>
                    <a:pt x="368257" y="23116"/>
                  </a:moveTo>
                  <a:lnTo>
                    <a:pt x="392431" y="35884"/>
                  </a:lnTo>
                  <a:lnTo>
                    <a:pt x="416106" y="27294"/>
                  </a:lnTo>
                  <a:close/>
                  <a:moveTo>
                    <a:pt x="416106" y="57119"/>
                  </a:moveTo>
                  <a:lnTo>
                    <a:pt x="416106" y="35884"/>
                  </a:lnTo>
                  <a:lnTo>
                    <a:pt x="392431" y="35884"/>
                  </a:lnTo>
                  <a:close/>
                  <a:moveTo>
                    <a:pt x="320408" y="0"/>
                  </a:moveTo>
                  <a:lnTo>
                    <a:pt x="272559" y="0"/>
                  </a:lnTo>
                  <a:lnTo>
                    <a:pt x="320408" y="12509"/>
                  </a:lnTo>
                  <a:close/>
                  <a:moveTo>
                    <a:pt x="272559" y="0"/>
                  </a:moveTo>
                  <a:lnTo>
                    <a:pt x="272559" y="15136"/>
                  </a:lnTo>
                  <a:lnTo>
                    <a:pt x="320408" y="12509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3946" name="Candidate_B1__3945">
              <a:extLst>
                <a:ext uri="{FF2B5EF4-FFF2-40B4-BE49-F238E27FC236}">
                  <a16:creationId xmlns:a16="http://schemas.microsoft.com/office/drawing/2014/main" id="{2BB1AAFF-A2FB-6BBA-825A-8266A0DFEBF8}"/>
                </a:ext>
              </a:extLst>
            </p:cNvPr>
            <p:cNvSpPr>
              <a:spLocks noGrp="1"/>
            </p:cNvSpPr>
            <p:nvPr/>
          </p:nvSpPr>
          <p:spPr>
            <a:xfrm>
              <a:off x="4117471" y="2280360"/>
              <a:ext cx="419659" cy="670306"/>
            </a:xfrm>
            <a:custGeom>
              <a:avLst/>
              <a:gdLst/>
              <a:ahLst/>
              <a:cxnLst/>
              <a:rect l="0" t="0" r="0" b="0"/>
              <a:pathLst>
                <a:path w="419659" h="670306">
                  <a:moveTo>
                    <a:pt x="208571" y="658639"/>
                  </a:moveTo>
                  <a:lnTo>
                    <a:pt x="256420" y="633407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3407"/>
                  </a:lnTo>
                  <a:lnTo>
                    <a:pt x="256420" y="631335"/>
                  </a:lnTo>
                  <a:close/>
                  <a:moveTo>
                    <a:pt x="352118" y="489870"/>
                  </a:moveTo>
                  <a:lnTo>
                    <a:pt x="345795" y="489870"/>
                  </a:lnTo>
                  <a:lnTo>
                    <a:pt x="327789" y="525754"/>
                  </a:lnTo>
                  <a:close/>
                  <a:moveTo>
                    <a:pt x="345795" y="489870"/>
                  </a:moveTo>
                  <a:lnTo>
                    <a:pt x="352118" y="489870"/>
                  </a:lnTo>
                  <a:lnTo>
                    <a:pt x="352118" y="475646"/>
                  </a:lnTo>
                  <a:close/>
                  <a:moveTo>
                    <a:pt x="70267" y="453986"/>
                  </a:moveTo>
                  <a:lnTo>
                    <a:pt x="90070" y="418102"/>
                  </a:lnTo>
                  <a:lnTo>
                    <a:pt x="65025" y="453986"/>
                  </a:lnTo>
                  <a:close/>
                  <a:moveTo>
                    <a:pt x="65025" y="453986"/>
                  </a:moveTo>
                  <a:lnTo>
                    <a:pt x="65025" y="460057"/>
                  </a:lnTo>
                  <a:lnTo>
                    <a:pt x="70267" y="453986"/>
                  </a:lnTo>
                  <a:close/>
                  <a:moveTo>
                    <a:pt x="399966" y="166912"/>
                  </a:moveTo>
                  <a:lnTo>
                    <a:pt x="397328" y="166912"/>
                  </a:lnTo>
                  <a:lnTo>
                    <a:pt x="382547" y="202796"/>
                  </a:lnTo>
                  <a:close/>
                  <a:moveTo>
                    <a:pt x="397328" y="166912"/>
                  </a:moveTo>
                  <a:lnTo>
                    <a:pt x="399966" y="166912"/>
                  </a:lnTo>
                  <a:lnTo>
                    <a:pt x="399966" y="160597"/>
                  </a:lnTo>
                  <a:close/>
                  <a:moveTo>
                    <a:pt x="110470" y="669291"/>
                  </a:moveTo>
                  <a:lnTo>
                    <a:pt x="112874" y="669876"/>
                  </a:lnTo>
                  <a:lnTo>
                    <a:pt x="112874" y="669291"/>
                  </a:lnTo>
                  <a:close/>
                  <a:moveTo>
                    <a:pt x="65025" y="656464"/>
                  </a:moveTo>
                  <a:lnTo>
                    <a:pt x="110470" y="669291"/>
                  </a:lnTo>
                  <a:lnTo>
                    <a:pt x="87484" y="633407"/>
                  </a:lnTo>
                  <a:close/>
                  <a:moveTo>
                    <a:pt x="112874" y="642072"/>
                  </a:moveTo>
                  <a:lnTo>
                    <a:pt x="110470" y="669291"/>
                  </a:lnTo>
                  <a:lnTo>
                    <a:pt x="112874" y="669291"/>
                  </a:lnTo>
                  <a:close/>
                  <a:moveTo>
                    <a:pt x="160723" y="669291"/>
                  </a:moveTo>
                  <a:lnTo>
                    <a:pt x="112874" y="669876"/>
                  </a:lnTo>
                  <a:lnTo>
                    <a:pt x="160723" y="670306"/>
                  </a:lnTo>
                  <a:close/>
                  <a:moveTo>
                    <a:pt x="160723" y="669291"/>
                  </a:moveTo>
                  <a:lnTo>
                    <a:pt x="112874" y="669291"/>
                  </a:lnTo>
                  <a:lnTo>
                    <a:pt x="112874" y="669876"/>
                  </a:lnTo>
                  <a:close/>
                  <a:moveTo>
                    <a:pt x="112874" y="669291"/>
                  </a:moveTo>
                  <a:lnTo>
                    <a:pt x="160723" y="669291"/>
                  </a:lnTo>
                  <a:lnTo>
                    <a:pt x="112874" y="642072"/>
                  </a:lnTo>
                  <a:close/>
                  <a:moveTo>
                    <a:pt x="160723" y="669291"/>
                  </a:moveTo>
                  <a:lnTo>
                    <a:pt x="160723" y="670306"/>
                  </a:lnTo>
                  <a:lnTo>
                    <a:pt x="165218" y="669291"/>
                  </a:lnTo>
                  <a:close/>
                  <a:moveTo>
                    <a:pt x="160723" y="669291"/>
                  </a:moveTo>
                  <a:lnTo>
                    <a:pt x="208571" y="658639"/>
                  </a:lnTo>
                  <a:lnTo>
                    <a:pt x="160723" y="642971"/>
                  </a:lnTo>
                  <a:close/>
                  <a:moveTo>
                    <a:pt x="165218" y="669291"/>
                  </a:moveTo>
                  <a:lnTo>
                    <a:pt x="208571" y="658639"/>
                  </a:lnTo>
                  <a:lnTo>
                    <a:pt x="160723" y="669291"/>
                  </a:lnTo>
                  <a:close/>
                  <a:moveTo>
                    <a:pt x="28463" y="633407"/>
                  </a:moveTo>
                  <a:lnTo>
                    <a:pt x="65025" y="656464"/>
                  </a:lnTo>
                  <a:lnTo>
                    <a:pt x="65025" y="633407"/>
                  </a:lnTo>
                  <a:close/>
                  <a:moveTo>
                    <a:pt x="17176" y="619630"/>
                  </a:moveTo>
                  <a:lnTo>
                    <a:pt x="28463" y="633407"/>
                  </a:lnTo>
                  <a:lnTo>
                    <a:pt x="44528" y="597523"/>
                  </a:lnTo>
                  <a:close/>
                  <a:moveTo>
                    <a:pt x="208571" y="633407"/>
                  </a:moveTo>
                  <a:lnTo>
                    <a:pt x="208571" y="658639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1335"/>
                  </a:lnTo>
                  <a:lnTo>
                    <a:pt x="208571" y="633407"/>
                  </a:lnTo>
                  <a:close/>
                  <a:moveTo>
                    <a:pt x="3215" y="597523"/>
                  </a:moveTo>
                  <a:lnTo>
                    <a:pt x="17176" y="619630"/>
                  </a:lnTo>
                  <a:lnTo>
                    <a:pt x="17176" y="597523"/>
                  </a:lnTo>
                  <a:close/>
                  <a:moveTo>
                    <a:pt x="0" y="561638"/>
                  </a:moveTo>
                  <a:lnTo>
                    <a:pt x="17176" y="597523"/>
                  </a:lnTo>
                  <a:lnTo>
                    <a:pt x="17176" y="561638"/>
                  </a:lnTo>
                  <a:close/>
                  <a:moveTo>
                    <a:pt x="0" y="561638"/>
                  </a:moveTo>
                  <a:lnTo>
                    <a:pt x="3215" y="597523"/>
                  </a:lnTo>
                  <a:lnTo>
                    <a:pt x="17176" y="597523"/>
                  </a:lnTo>
                  <a:close/>
                  <a:moveTo>
                    <a:pt x="256420" y="597523"/>
                  </a:moveTo>
                  <a:lnTo>
                    <a:pt x="256420" y="631335"/>
                  </a:lnTo>
                  <a:lnTo>
                    <a:pt x="287787" y="597523"/>
                  </a:lnTo>
                  <a:close/>
                  <a:moveTo>
                    <a:pt x="287787" y="597523"/>
                  </a:moveTo>
                  <a:lnTo>
                    <a:pt x="304269" y="570424"/>
                  </a:lnTo>
                  <a:lnTo>
                    <a:pt x="256420" y="597523"/>
                  </a:lnTo>
                  <a:close/>
                  <a:moveTo>
                    <a:pt x="13552" y="525754"/>
                  </a:moveTo>
                  <a:lnTo>
                    <a:pt x="17176" y="561638"/>
                  </a:lnTo>
                  <a:lnTo>
                    <a:pt x="17176" y="525754"/>
                  </a:lnTo>
                  <a:close/>
                  <a:moveTo>
                    <a:pt x="13552" y="525754"/>
                  </a:moveTo>
                  <a:lnTo>
                    <a:pt x="0" y="561638"/>
                  </a:lnTo>
                  <a:lnTo>
                    <a:pt x="17176" y="561638"/>
                  </a:lnTo>
                  <a:close/>
                  <a:moveTo>
                    <a:pt x="304269" y="561638"/>
                  </a:moveTo>
                  <a:lnTo>
                    <a:pt x="304269" y="570424"/>
                  </a:lnTo>
                  <a:lnTo>
                    <a:pt x="309556" y="561638"/>
                  </a:lnTo>
                  <a:close/>
                  <a:moveTo>
                    <a:pt x="304269" y="525754"/>
                  </a:moveTo>
                  <a:lnTo>
                    <a:pt x="309556" y="561638"/>
                  </a:lnTo>
                  <a:lnTo>
                    <a:pt x="327789" y="525754"/>
                  </a:lnTo>
                  <a:close/>
                  <a:moveTo>
                    <a:pt x="304269" y="525754"/>
                  </a:moveTo>
                  <a:lnTo>
                    <a:pt x="304269" y="561638"/>
                  </a:lnTo>
                  <a:lnTo>
                    <a:pt x="309556" y="561638"/>
                  </a:lnTo>
                  <a:close/>
                  <a:moveTo>
                    <a:pt x="17176" y="520670"/>
                  </a:moveTo>
                  <a:lnTo>
                    <a:pt x="13552" y="525754"/>
                  </a:lnTo>
                  <a:lnTo>
                    <a:pt x="17176" y="525754"/>
                  </a:lnTo>
                  <a:close/>
                  <a:moveTo>
                    <a:pt x="40119" y="489870"/>
                  </a:moveTo>
                  <a:lnTo>
                    <a:pt x="17176" y="520670"/>
                  </a:lnTo>
                  <a:lnTo>
                    <a:pt x="65025" y="515575"/>
                  </a:lnTo>
                  <a:close/>
                  <a:moveTo>
                    <a:pt x="304269" y="489870"/>
                  </a:moveTo>
                  <a:lnTo>
                    <a:pt x="327789" y="525754"/>
                  </a:lnTo>
                  <a:lnTo>
                    <a:pt x="345795" y="489870"/>
                  </a:lnTo>
                  <a:close/>
                  <a:moveTo>
                    <a:pt x="65025" y="460057"/>
                  </a:moveTo>
                  <a:lnTo>
                    <a:pt x="40119" y="489870"/>
                  </a:lnTo>
                  <a:lnTo>
                    <a:pt x="65025" y="489870"/>
                  </a:lnTo>
                  <a:close/>
                  <a:moveTo>
                    <a:pt x="70267" y="453986"/>
                  </a:moveTo>
                  <a:lnTo>
                    <a:pt x="65025" y="460057"/>
                  </a:lnTo>
                  <a:lnTo>
                    <a:pt x="112874" y="470550"/>
                  </a:lnTo>
                  <a:close/>
                  <a:moveTo>
                    <a:pt x="352118" y="453986"/>
                  </a:moveTo>
                  <a:lnTo>
                    <a:pt x="345795" y="489870"/>
                  </a:lnTo>
                  <a:lnTo>
                    <a:pt x="352118" y="475646"/>
                  </a:lnTo>
                  <a:close/>
                  <a:moveTo>
                    <a:pt x="304269" y="489870"/>
                  </a:moveTo>
                  <a:lnTo>
                    <a:pt x="345795" y="489870"/>
                  </a:lnTo>
                  <a:lnTo>
                    <a:pt x="352118" y="453986"/>
                  </a:lnTo>
                  <a:close/>
                  <a:moveTo>
                    <a:pt x="90070" y="418102"/>
                  </a:moveTo>
                  <a:lnTo>
                    <a:pt x="70267" y="453986"/>
                  </a:lnTo>
                  <a:lnTo>
                    <a:pt x="112874" y="453986"/>
                  </a:lnTo>
                  <a:close/>
                  <a:moveTo>
                    <a:pt x="352118" y="453986"/>
                  </a:moveTo>
                  <a:lnTo>
                    <a:pt x="352118" y="475646"/>
                  </a:lnTo>
                  <a:lnTo>
                    <a:pt x="361469" y="453986"/>
                  </a:lnTo>
                  <a:close/>
                  <a:moveTo>
                    <a:pt x="352118" y="418102"/>
                  </a:moveTo>
                  <a:lnTo>
                    <a:pt x="361469" y="453986"/>
                  </a:lnTo>
                  <a:lnTo>
                    <a:pt x="369359" y="418102"/>
                  </a:lnTo>
                  <a:close/>
                  <a:moveTo>
                    <a:pt x="352118" y="418102"/>
                  </a:moveTo>
                  <a:lnTo>
                    <a:pt x="352118" y="453986"/>
                  </a:lnTo>
                  <a:lnTo>
                    <a:pt x="361469" y="453986"/>
                  </a:lnTo>
                  <a:close/>
                  <a:moveTo>
                    <a:pt x="94537" y="382217"/>
                  </a:moveTo>
                  <a:lnTo>
                    <a:pt x="112874" y="418102"/>
                  </a:lnTo>
                  <a:lnTo>
                    <a:pt x="112874" y="382217"/>
                  </a:lnTo>
                  <a:close/>
                  <a:moveTo>
                    <a:pt x="94537" y="382217"/>
                  </a:moveTo>
                  <a:lnTo>
                    <a:pt x="90070" y="418102"/>
                  </a:lnTo>
                  <a:lnTo>
                    <a:pt x="112874" y="418102"/>
                  </a:lnTo>
                  <a:close/>
                  <a:moveTo>
                    <a:pt x="352118" y="382217"/>
                  </a:moveTo>
                  <a:lnTo>
                    <a:pt x="369359" y="418102"/>
                  </a:lnTo>
                  <a:lnTo>
                    <a:pt x="369461" y="382217"/>
                  </a:lnTo>
                  <a:close/>
                  <a:moveTo>
                    <a:pt x="352118" y="382217"/>
                  </a:moveTo>
                  <a:lnTo>
                    <a:pt x="352118" y="418102"/>
                  </a:lnTo>
                  <a:lnTo>
                    <a:pt x="369359" y="418102"/>
                  </a:lnTo>
                  <a:close/>
                  <a:moveTo>
                    <a:pt x="86096" y="346333"/>
                  </a:moveTo>
                  <a:lnTo>
                    <a:pt x="112874" y="382217"/>
                  </a:lnTo>
                  <a:lnTo>
                    <a:pt x="112874" y="346333"/>
                  </a:lnTo>
                  <a:close/>
                  <a:moveTo>
                    <a:pt x="86096" y="346333"/>
                  </a:moveTo>
                  <a:lnTo>
                    <a:pt x="94537" y="382217"/>
                  </a:lnTo>
                  <a:lnTo>
                    <a:pt x="112874" y="382217"/>
                  </a:lnTo>
                  <a:close/>
                  <a:moveTo>
                    <a:pt x="352118" y="346333"/>
                  </a:moveTo>
                  <a:lnTo>
                    <a:pt x="369461" y="382217"/>
                  </a:lnTo>
                  <a:lnTo>
                    <a:pt x="365949" y="346333"/>
                  </a:lnTo>
                  <a:close/>
                  <a:moveTo>
                    <a:pt x="352118" y="346333"/>
                  </a:moveTo>
                  <a:lnTo>
                    <a:pt x="352118" y="382217"/>
                  </a:lnTo>
                  <a:lnTo>
                    <a:pt x="369461" y="382217"/>
                  </a:lnTo>
                  <a:close/>
                  <a:moveTo>
                    <a:pt x="72395" y="310449"/>
                  </a:moveTo>
                  <a:lnTo>
                    <a:pt x="86096" y="346333"/>
                  </a:lnTo>
                  <a:lnTo>
                    <a:pt x="112874" y="346333"/>
                  </a:lnTo>
                  <a:close/>
                  <a:moveTo>
                    <a:pt x="352118" y="310449"/>
                  </a:moveTo>
                  <a:lnTo>
                    <a:pt x="365949" y="346333"/>
                  </a:lnTo>
                  <a:lnTo>
                    <a:pt x="364155" y="310449"/>
                  </a:lnTo>
                  <a:close/>
                  <a:moveTo>
                    <a:pt x="352118" y="310449"/>
                  </a:moveTo>
                  <a:lnTo>
                    <a:pt x="352118" y="346333"/>
                  </a:lnTo>
                  <a:lnTo>
                    <a:pt x="365949" y="346333"/>
                  </a:lnTo>
                  <a:close/>
                  <a:moveTo>
                    <a:pt x="65025" y="283974"/>
                  </a:moveTo>
                  <a:lnTo>
                    <a:pt x="72395" y="310449"/>
                  </a:lnTo>
                  <a:lnTo>
                    <a:pt x="102013" y="274565"/>
                  </a:lnTo>
                  <a:close/>
                  <a:moveTo>
                    <a:pt x="352118" y="274565"/>
                  </a:moveTo>
                  <a:lnTo>
                    <a:pt x="364155" y="310449"/>
                  </a:lnTo>
                  <a:lnTo>
                    <a:pt x="366379" y="274565"/>
                  </a:lnTo>
                  <a:close/>
                  <a:moveTo>
                    <a:pt x="352118" y="274565"/>
                  </a:moveTo>
                  <a:lnTo>
                    <a:pt x="352118" y="310449"/>
                  </a:lnTo>
                  <a:lnTo>
                    <a:pt x="364155" y="310449"/>
                  </a:lnTo>
                  <a:close/>
                  <a:moveTo>
                    <a:pt x="62345" y="274565"/>
                  </a:moveTo>
                  <a:lnTo>
                    <a:pt x="65025" y="283974"/>
                  </a:lnTo>
                  <a:lnTo>
                    <a:pt x="65025" y="274565"/>
                  </a:lnTo>
                  <a:close/>
                  <a:moveTo>
                    <a:pt x="61758" y="238681"/>
                  </a:moveTo>
                  <a:lnTo>
                    <a:pt x="65025" y="274565"/>
                  </a:lnTo>
                  <a:lnTo>
                    <a:pt x="65025" y="238681"/>
                  </a:lnTo>
                  <a:close/>
                  <a:moveTo>
                    <a:pt x="61758" y="238681"/>
                  </a:moveTo>
                  <a:lnTo>
                    <a:pt x="62345" y="274565"/>
                  </a:lnTo>
                  <a:lnTo>
                    <a:pt x="65025" y="274565"/>
                  </a:lnTo>
                  <a:close/>
                  <a:moveTo>
                    <a:pt x="352118" y="238681"/>
                  </a:moveTo>
                  <a:lnTo>
                    <a:pt x="366379" y="274565"/>
                  </a:lnTo>
                  <a:lnTo>
                    <a:pt x="372395" y="238681"/>
                  </a:lnTo>
                  <a:close/>
                  <a:moveTo>
                    <a:pt x="352118" y="238681"/>
                  </a:moveTo>
                  <a:lnTo>
                    <a:pt x="352118" y="274565"/>
                  </a:lnTo>
                  <a:lnTo>
                    <a:pt x="366379" y="274565"/>
                  </a:lnTo>
                  <a:close/>
                  <a:moveTo>
                    <a:pt x="65025" y="227538"/>
                  </a:moveTo>
                  <a:lnTo>
                    <a:pt x="61758" y="238681"/>
                  </a:lnTo>
                  <a:lnTo>
                    <a:pt x="65025" y="238681"/>
                  </a:lnTo>
                  <a:close/>
                  <a:moveTo>
                    <a:pt x="65025" y="227538"/>
                  </a:moveTo>
                  <a:lnTo>
                    <a:pt x="65025" y="238681"/>
                  </a:lnTo>
                  <a:lnTo>
                    <a:pt x="72036" y="202796"/>
                  </a:lnTo>
                  <a:close/>
                  <a:moveTo>
                    <a:pt x="352118" y="202796"/>
                  </a:moveTo>
                  <a:lnTo>
                    <a:pt x="372395" y="238681"/>
                  </a:lnTo>
                  <a:lnTo>
                    <a:pt x="382547" y="202796"/>
                  </a:lnTo>
                  <a:close/>
                  <a:moveTo>
                    <a:pt x="72036" y="202796"/>
                  </a:moveTo>
                  <a:lnTo>
                    <a:pt x="111683" y="202796"/>
                  </a:lnTo>
                  <a:lnTo>
                    <a:pt x="90508" y="166912"/>
                  </a:lnTo>
                  <a:close/>
                  <a:moveTo>
                    <a:pt x="352118" y="166912"/>
                  </a:moveTo>
                  <a:lnTo>
                    <a:pt x="382547" y="202796"/>
                  </a:lnTo>
                  <a:lnTo>
                    <a:pt x="397328" y="166912"/>
                  </a:lnTo>
                  <a:close/>
                  <a:moveTo>
                    <a:pt x="112860" y="131028"/>
                  </a:moveTo>
                  <a:lnTo>
                    <a:pt x="112874" y="166912"/>
                  </a:lnTo>
                  <a:lnTo>
                    <a:pt x="112874" y="131028"/>
                  </a:lnTo>
                  <a:close/>
                  <a:moveTo>
                    <a:pt x="112860" y="131028"/>
                  </a:moveTo>
                  <a:lnTo>
                    <a:pt x="90508" y="166912"/>
                  </a:lnTo>
                  <a:lnTo>
                    <a:pt x="112874" y="166912"/>
                  </a:lnTo>
                  <a:close/>
                  <a:moveTo>
                    <a:pt x="397328" y="166912"/>
                  </a:moveTo>
                  <a:lnTo>
                    <a:pt x="399966" y="160597"/>
                  </a:lnTo>
                  <a:lnTo>
                    <a:pt x="352118" y="166912"/>
                  </a:lnTo>
                  <a:close/>
                  <a:moveTo>
                    <a:pt x="112874" y="131005"/>
                  </a:moveTo>
                  <a:lnTo>
                    <a:pt x="112860" y="131028"/>
                  </a:lnTo>
                  <a:lnTo>
                    <a:pt x="112874" y="131028"/>
                  </a:lnTo>
                  <a:close/>
                  <a:moveTo>
                    <a:pt x="134468" y="95144"/>
                  </a:moveTo>
                  <a:lnTo>
                    <a:pt x="112874" y="131005"/>
                  </a:lnTo>
                  <a:lnTo>
                    <a:pt x="160723" y="129598"/>
                  </a:lnTo>
                  <a:close/>
                  <a:moveTo>
                    <a:pt x="159827" y="131028"/>
                  </a:moveTo>
                  <a:lnTo>
                    <a:pt x="112874" y="131005"/>
                  </a:lnTo>
                  <a:lnTo>
                    <a:pt x="112874" y="131028"/>
                  </a:lnTo>
                  <a:close/>
                  <a:moveTo>
                    <a:pt x="399966" y="131028"/>
                  </a:moveTo>
                  <a:lnTo>
                    <a:pt x="399966" y="160597"/>
                  </a:lnTo>
                  <a:lnTo>
                    <a:pt x="412888" y="131028"/>
                  </a:lnTo>
                  <a:close/>
                  <a:moveTo>
                    <a:pt x="399966" y="95144"/>
                  </a:moveTo>
                  <a:lnTo>
                    <a:pt x="412888" y="131028"/>
                  </a:lnTo>
                  <a:lnTo>
                    <a:pt x="419659" y="95144"/>
                  </a:lnTo>
                  <a:close/>
                  <a:moveTo>
                    <a:pt x="399966" y="95144"/>
                  </a:moveTo>
                  <a:lnTo>
                    <a:pt x="399966" y="131028"/>
                  </a:lnTo>
                  <a:lnTo>
                    <a:pt x="412888" y="131028"/>
                  </a:lnTo>
                  <a:close/>
                  <a:moveTo>
                    <a:pt x="159032" y="59259"/>
                  </a:moveTo>
                  <a:lnTo>
                    <a:pt x="160723" y="95144"/>
                  </a:lnTo>
                  <a:lnTo>
                    <a:pt x="160723" y="59259"/>
                  </a:lnTo>
                  <a:close/>
                  <a:moveTo>
                    <a:pt x="159032" y="59259"/>
                  </a:moveTo>
                  <a:lnTo>
                    <a:pt x="134468" y="95144"/>
                  </a:lnTo>
                  <a:lnTo>
                    <a:pt x="160723" y="95144"/>
                  </a:lnTo>
                  <a:close/>
                  <a:moveTo>
                    <a:pt x="399966" y="59259"/>
                  </a:moveTo>
                  <a:lnTo>
                    <a:pt x="419659" y="95144"/>
                  </a:lnTo>
                  <a:lnTo>
                    <a:pt x="411289" y="59259"/>
                  </a:lnTo>
                  <a:close/>
                  <a:moveTo>
                    <a:pt x="399966" y="59259"/>
                  </a:moveTo>
                  <a:lnTo>
                    <a:pt x="399966" y="95144"/>
                  </a:lnTo>
                  <a:lnTo>
                    <a:pt x="419659" y="95144"/>
                  </a:lnTo>
                  <a:close/>
                  <a:moveTo>
                    <a:pt x="160723" y="57398"/>
                  </a:moveTo>
                  <a:lnTo>
                    <a:pt x="159032" y="59259"/>
                  </a:lnTo>
                  <a:lnTo>
                    <a:pt x="160723" y="59259"/>
                  </a:lnTo>
                  <a:close/>
                  <a:moveTo>
                    <a:pt x="160723" y="59259"/>
                  </a:moveTo>
                  <a:lnTo>
                    <a:pt x="201077" y="23375"/>
                  </a:lnTo>
                  <a:lnTo>
                    <a:pt x="160723" y="57398"/>
                  </a:lnTo>
                  <a:close/>
                  <a:moveTo>
                    <a:pt x="208571" y="23375"/>
                  </a:moveTo>
                  <a:lnTo>
                    <a:pt x="201077" y="23375"/>
                  </a:lnTo>
                  <a:lnTo>
                    <a:pt x="160723" y="59259"/>
                  </a:lnTo>
                  <a:close/>
                  <a:moveTo>
                    <a:pt x="208571" y="59259"/>
                  </a:moveTo>
                  <a:lnTo>
                    <a:pt x="208571" y="23375"/>
                  </a:lnTo>
                  <a:lnTo>
                    <a:pt x="160723" y="59259"/>
                  </a:lnTo>
                  <a:close/>
                  <a:moveTo>
                    <a:pt x="352118" y="23375"/>
                  </a:moveTo>
                  <a:lnTo>
                    <a:pt x="399966" y="44610"/>
                  </a:lnTo>
                  <a:lnTo>
                    <a:pt x="376291" y="23375"/>
                  </a:lnTo>
                  <a:close/>
                  <a:moveTo>
                    <a:pt x="399966" y="59259"/>
                  </a:moveTo>
                  <a:lnTo>
                    <a:pt x="399966" y="44610"/>
                  </a:lnTo>
                  <a:lnTo>
                    <a:pt x="352118" y="23375"/>
                  </a:lnTo>
                  <a:close/>
                  <a:moveTo>
                    <a:pt x="399966" y="59259"/>
                  </a:moveTo>
                  <a:lnTo>
                    <a:pt x="411289" y="59259"/>
                  </a:lnTo>
                  <a:lnTo>
                    <a:pt x="399966" y="44610"/>
                  </a:lnTo>
                  <a:close/>
                  <a:moveTo>
                    <a:pt x="208571" y="18861"/>
                  </a:moveTo>
                  <a:lnTo>
                    <a:pt x="201077" y="23375"/>
                  </a:lnTo>
                  <a:lnTo>
                    <a:pt x="208571" y="23375"/>
                  </a:lnTo>
                  <a:close/>
                  <a:moveTo>
                    <a:pt x="208571" y="23375"/>
                  </a:moveTo>
                  <a:lnTo>
                    <a:pt x="256420" y="2627"/>
                  </a:lnTo>
                  <a:lnTo>
                    <a:pt x="208571" y="18861"/>
                  </a:lnTo>
                  <a:close/>
                  <a:moveTo>
                    <a:pt x="208571" y="23375"/>
                  </a:moveTo>
                  <a:lnTo>
                    <a:pt x="256420" y="23375"/>
                  </a:lnTo>
                  <a:lnTo>
                    <a:pt x="256420" y="2627"/>
                  </a:lnTo>
                  <a:close/>
                  <a:moveTo>
                    <a:pt x="256420" y="23375"/>
                  </a:moveTo>
                  <a:lnTo>
                    <a:pt x="304269" y="0"/>
                  </a:lnTo>
                  <a:lnTo>
                    <a:pt x="256420" y="2627"/>
                  </a:lnTo>
                  <a:close/>
                  <a:moveTo>
                    <a:pt x="304269" y="23375"/>
                  </a:moveTo>
                  <a:lnTo>
                    <a:pt x="352118" y="10607"/>
                  </a:lnTo>
                  <a:lnTo>
                    <a:pt x="304269" y="0"/>
                  </a:lnTo>
                  <a:close/>
                  <a:moveTo>
                    <a:pt x="304269" y="23375"/>
                  </a:moveTo>
                  <a:lnTo>
                    <a:pt x="352118" y="23375"/>
                  </a:lnTo>
                  <a:lnTo>
                    <a:pt x="352118" y="10607"/>
                  </a:lnTo>
                  <a:close/>
                  <a:moveTo>
                    <a:pt x="352118" y="23375"/>
                  </a:moveTo>
                  <a:lnTo>
                    <a:pt x="376291" y="23375"/>
                  </a:lnTo>
                  <a:lnTo>
                    <a:pt x="352118" y="10607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3947" name="Candidate_B1__3946">
              <a:extLst>
                <a:ext uri="{FF2B5EF4-FFF2-40B4-BE49-F238E27FC236}">
                  <a16:creationId xmlns:a16="http://schemas.microsoft.com/office/drawing/2014/main" id="{64F1E2BF-0986-F8E7-B333-A8924C8D5697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280360"/>
              <a:ext cx="382790" cy="669291"/>
            </a:xfrm>
            <a:custGeom>
              <a:avLst/>
              <a:gdLst/>
              <a:ahLst/>
              <a:cxnLst/>
              <a:rect l="0" t="0" r="0" b="0"/>
              <a:pathLst>
                <a:path w="382790" h="669291">
                  <a:moveTo>
                    <a:pt x="47849" y="633407"/>
                  </a:moveTo>
                  <a:lnTo>
                    <a:pt x="47849" y="656464"/>
                  </a:lnTo>
                  <a:lnTo>
                    <a:pt x="70308" y="633407"/>
                  </a:lnTo>
                  <a:close/>
                  <a:moveTo>
                    <a:pt x="70308" y="633407"/>
                  </a:moveTo>
                  <a:lnTo>
                    <a:pt x="93293" y="669291"/>
                  </a:lnTo>
                  <a:lnTo>
                    <a:pt x="95698" y="642072"/>
                  </a:lnTo>
                  <a:close/>
                  <a:moveTo>
                    <a:pt x="143546" y="669291"/>
                  </a:moveTo>
                  <a:lnTo>
                    <a:pt x="143546" y="642971"/>
                  </a:lnTo>
                  <a:lnTo>
                    <a:pt x="95698" y="642072"/>
                  </a:lnTo>
                  <a:close/>
                  <a:moveTo>
                    <a:pt x="143546" y="642971"/>
                  </a:moveTo>
                  <a:lnTo>
                    <a:pt x="191395" y="658639"/>
                  </a:lnTo>
                  <a:lnTo>
                    <a:pt x="191395" y="633407"/>
                  </a:lnTo>
                  <a:close/>
                  <a:moveTo>
                    <a:pt x="0" y="597523"/>
                  </a:moveTo>
                  <a:lnTo>
                    <a:pt x="0" y="619630"/>
                  </a:lnTo>
                  <a:lnTo>
                    <a:pt x="27351" y="597523"/>
                  </a:lnTo>
                  <a:close/>
                  <a:moveTo>
                    <a:pt x="27351" y="597523"/>
                  </a:moveTo>
                  <a:lnTo>
                    <a:pt x="11286" y="633407"/>
                  </a:lnTo>
                  <a:lnTo>
                    <a:pt x="47849" y="620408"/>
                  </a:lnTo>
                  <a:close/>
                  <a:moveTo>
                    <a:pt x="47849" y="620408"/>
                  </a:moveTo>
                  <a:lnTo>
                    <a:pt x="11286" y="633407"/>
                  </a:lnTo>
                  <a:lnTo>
                    <a:pt x="47849" y="633407"/>
                  </a:lnTo>
                  <a:close/>
                  <a:moveTo>
                    <a:pt x="191395" y="626824"/>
                  </a:moveTo>
                  <a:lnTo>
                    <a:pt x="239244" y="631335"/>
                  </a:lnTo>
                  <a:lnTo>
                    <a:pt x="239244" y="597523"/>
                  </a:lnTo>
                  <a:close/>
                  <a:moveTo>
                    <a:pt x="191395" y="633407"/>
                  </a:moveTo>
                  <a:lnTo>
                    <a:pt x="239244" y="631335"/>
                  </a:lnTo>
                  <a:lnTo>
                    <a:pt x="191395" y="626824"/>
                  </a:lnTo>
                  <a:close/>
                  <a:moveTo>
                    <a:pt x="22265" y="561638"/>
                  </a:moveTo>
                  <a:lnTo>
                    <a:pt x="0" y="561638"/>
                  </a:lnTo>
                  <a:lnTo>
                    <a:pt x="0" y="597523"/>
                  </a:lnTo>
                  <a:close/>
                  <a:moveTo>
                    <a:pt x="239244" y="576927"/>
                  </a:moveTo>
                  <a:lnTo>
                    <a:pt x="287093" y="561638"/>
                  </a:lnTo>
                  <a:lnTo>
                    <a:pt x="247325" y="561638"/>
                  </a:lnTo>
                  <a:close/>
                  <a:moveTo>
                    <a:pt x="239244" y="576927"/>
                  </a:moveTo>
                  <a:lnTo>
                    <a:pt x="287093" y="570424"/>
                  </a:lnTo>
                  <a:lnTo>
                    <a:pt x="287093" y="561638"/>
                  </a:lnTo>
                  <a:close/>
                  <a:moveTo>
                    <a:pt x="239244" y="597523"/>
                  </a:moveTo>
                  <a:lnTo>
                    <a:pt x="287093" y="570424"/>
                  </a:lnTo>
                  <a:lnTo>
                    <a:pt x="239244" y="576927"/>
                  </a:lnTo>
                  <a:close/>
                  <a:moveTo>
                    <a:pt x="38989" y="525754"/>
                  </a:moveTo>
                  <a:lnTo>
                    <a:pt x="0" y="525754"/>
                  </a:lnTo>
                  <a:lnTo>
                    <a:pt x="0" y="561638"/>
                  </a:lnTo>
                  <a:close/>
                  <a:moveTo>
                    <a:pt x="287093" y="561638"/>
                  </a:moveTo>
                  <a:lnTo>
                    <a:pt x="287093" y="525754"/>
                  </a:lnTo>
                  <a:lnTo>
                    <a:pt x="247325" y="561638"/>
                  </a:lnTo>
                  <a:close/>
                  <a:moveTo>
                    <a:pt x="47849" y="489870"/>
                  </a:moveTo>
                  <a:lnTo>
                    <a:pt x="22943" y="489870"/>
                  </a:lnTo>
                  <a:lnTo>
                    <a:pt x="47849" y="515575"/>
                  </a:lnTo>
                  <a:close/>
                  <a:moveTo>
                    <a:pt x="47849" y="515575"/>
                  </a:moveTo>
                  <a:lnTo>
                    <a:pt x="0" y="520670"/>
                  </a:lnTo>
                  <a:lnTo>
                    <a:pt x="38989" y="525754"/>
                  </a:lnTo>
                  <a:close/>
                  <a:moveTo>
                    <a:pt x="38989" y="525754"/>
                  </a:moveTo>
                  <a:lnTo>
                    <a:pt x="0" y="520670"/>
                  </a:lnTo>
                  <a:lnTo>
                    <a:pt x="0" y="525754"/>
                  </a:lnTo>
                  <a:close/>
                  <a:moveTo>
                    <a:pt x="287093" y="489870"/>
                  </a:moveTo>
                  <a:lnTo>
                    <a:pt x="287093" y="525754"/>
                  </a:lnTo>
                  <a:lnTo>
                    <a:pt x="310613" y="525754"/>
                  </a:lnTo>
                  <a:close/>
                  <a:moveTo>
                    <a:pt x="287093" y="525754"/>
                  </a:moveTo>
                  <a:lnTo>
                    <a:pt x="287093" y="489870"/>
                  </a:lnTo>
                  <a:lnTo>
                    <a:pt x="257488" y="525754"/>
                  </a:lnTo>
                  <a:close/>
                  <a:moveTo>
                    <a:pt x="95698" y="453986"/>
                  </a:moveTo>
                  <a:lnTo>
                    <a:pt x="53091" y="453986"/>
                  </a:lnTo>
                  <a:lnTo>
                    <a:pt x="95698" y="470550"/>
                  </a:lnTo>
                  <a:close/>
                  <a:moveTo>
                    <a:pt x="95698" y="470550"/>
                  </a:moveTo>
                  <a:lnTo>
                    <a:pt x="47849" y="460057"/>
                  </a:lnTo>
                  <a:lnTo>
                    <a:pt x="75733" y="489870"/>
                  </a:lnTo>
                  <a:close/>
                  <a:moveTo>
                    <a:pt x="75733" y="489870"/>
                  </a:moveTo>
                  <a:lnTo>
                    <a:pt x="47849" y="460057"/>
                  </a:lnTo>
                  <a:lnTo>
                    <a:pt x="47849" y="489870"/>
                  </a:lnTo>
                  <a:close/>
                  <a:moveTo>
                    <a:pt x="287093" y="453986"/>
                  </a:moveTo>
                  <a:lnTo>
                    <a:pt x="287093" y="489870"/>
                  </a:lnTo>
                  <a:lnTo>
                    <a:pt x="334941" y="453986"/>
                  </a:lnTo>
                  <a:close/>
                  <a:moveTo>
                    <a:pt x="72893" y="418102"/>
                  </a:moveTo>
                  <a:lnTo>
                    <a:pt x="95698" y="453986"/>
                  </a:lnTo>
                  <a:lnTo>
                    <a:pt x="95698" y="418102"/>
                  </a:lnTo>
                  <a:close/>
                  <a:moveTo>
                    <a:pt x="138727" y="418102"/>
                  </a:moveTo>
                  <a:lnTo>
                    <a:pt x="95698" y="418102"/>
                  </a:lnTo>
                  <a:lnTo>
                    <a:pt x="95698" y="453986"/>
                  </a:lnTo>
                  <a:close/>
                  <a:moveTo>
                    <a:pt x="287093" y="453986"/>
                  </a:moveTo>
                  <a:lnTo>
                    <a:pt x="334941" y="453986"/>
                  </a:lnTo>
                  <a:lnTo>
                    <a:pt x="334941" y="418102"/>
                  </a:lnTo>
                  <a:close/>
                  <a:moveTo>
                    <a:pt x="287093" y="453986"/>
                  </a:moveTo>
                  <a:lnTo>
                    <a:pt x="334941" y="418102"/>
                  </a:lnTo>
                  <a:lnTo>
                    <a:pt x="287093" y="418102"/>
                  </a:lnTo>
                  <a:close/>
                  <a:moveTo>
                    <a:pt x="139378" y="382217"/>
                  </a:moveTo>
                  <a:lnTo>
                    <a:pt x="95698" y="382217"/>
                  </a:lnTo>
                  <a:lnTo>
                    <a:pt x="95698" y="418102"/>
                  </a:lnTo>
                  <a:close/>
                  <a:moveTo>
                    <a:pt x="287093" y="418102"/>
                  </a:moveTo>
                  <a:lnTo>
                    <a:pt x="334941" y="418102"/>
                  </a:lnTo>
                  <a:lnTo>
                    <a:pt x="334941" y="382217"/>
                  </a:lnTo>
                  <a:close/>
                  <a:moveTo>
                    <a:pt x="287093" y="418102"/>
                  </a:moveTo>
                  <a:lnTo>
                    <a:pt x="334941" y="382217"/>
                  </a:lnTo>
                  <a:lnTo>
                    <a:pt x="287093" y="382217"/>
                  </a:lnTo>
                  <a:close/>
                  <a:moveTo>
                    <a:pt x="123550" y="346333"/>
                  </a:moveTo>
                  <a:lnTo>
                    <a:pt x="95698" y="346333"/>
                  </a:lnTo>
                  <a:lnTo>
                    <a:pt x="95698" y="382217"/>
                  </a:lnTo>
                  <a:close/>
                  <a:moveTo>
                    <a:pt x="290219" y="346333"/>
                  </a:moveTo>
                  <a:lnTo>
                    <a:pt x="287093" y="374306"/>
                  </a:lnTo>
                  <a:lnTo>
                    <a:pt x="334941" y="346333"/>
                  </a:lnTo>
                  <a:close/>
                  <a:moveTo>
                    <a:pt x="334941" y="346333"/>
                  </a:moveTo>
                  <a:lnTo>
                    <a:pt x="287093" y="374306"/>
                  </a:lnTo>
                  <a:lnTo>
                    <a:pt x="287093" y="382217"/>
                  </a:lnTo>
                  <a:close/>
                  <a:moveTo>
                    <a:pt x="334941" y="346333"/>
                  </a:moveTo>
                  <a:lnTo>
                    <a:pt x="287093" y="382217"/>
                  </a:lnTo>
                  <a:lnTo>
                    <a:pt x="334941" y="382217"/>
                  </a:lnTo>
                  <a:close/>
                  <a:moveTo>
                    <a:pt x="55219" y="310449"/>
                  </a:moveTo>
                  <a:lnTo>
                    <a:pt x="95698" y="346333"/>
                  </a:lnTo>
                  <a:lnTo>
                    <a:pt x="95698" y="310449"/>
                  </a:lnTo>
                  <a:close/>
                  <a:moveTo>
                    <a:pt x="334941" y="346333"/>
                  </a:moveTo>
                  <a:lnTo>
                    <a:pt x="334941" y="310449"/>
                  </a:lnTo>
                  <a:lnTo>
                    <a:pt x="290219" y="346333"/>
                  </a:lnTo>
                  <a:close/>
                  <a:moveTo>
                    <a:pt x="334941" y="310449"/>
                  </a:moveTo>
                  <a:lnTo>
                    <a:pt x="297237" y="310449"/>
                  </a:lnTo>
                  <a:lnTo>
                    <a:pt x="290219" y="346333"/>
                  </a:lnTo>
                  <a:close/>
                  <a:moveTo>
                    <a:pt x="47849" y="274565"/>
                  </a:moveTo>
                  <a:lnTo>
                    <a:pt x="47849" y="283974"/>
                  </a:lnTo>
                  <a:lnTo>
                    <a:pt x="84836" y="274565"/>
                  </a:lnTo>
                  <a:close/>
                  <a:moveTo>
                    <a:pt x="84836" y="274565"/>
                  </a:moveTo>
                  <a:lnTo>
                    <a:pt x="55219" y="310449"/>
                  </a:lnTo>
                  <a:lnTo>
                    <a:pt x="95698" y="302267"/>
                  </a:lnTo>
                  <a:close/>
                  <a:moveTo>
                    <a:pt x="95698" y="302267"/>
                  </a:moveTo>
                  <a:lnTo>
                    <a:pt x="55219" y="310449"/>
                  </a:lnTo>
                  <a:lnTo>
                    <a:pt x="95698" y="310449"/>
                  </a:lnTo>
                  <a:close/>
                  <a:moveTo>
                    <a:pt x="334941" y="310449"/>
                  </a:moveTo>
                  <a:lnTo>
                    <a:pt x="334941" y="274565"/>
                  </a:lnTo>
                  <a:lnTo>
                    <a:pt x="297237" y="310449"/>
                  </a:lnTo>
                  <a:close/>
                  <a:moveTo>
                    <a:pt x="334941" y="274565"/>
                  </a:moveTo>
                  <a:lnTo>
                    <a:pt x="305264" y="274565"/>
                  </a:lnTo>
                  <a:lnTo>
                    <a:pt x="297237" y="310449"/>
                  </a:lnTo>
                  <a:close/>
                  <a:moveTo>
                    <a:pt x="84836" y="274565"/>
                  </a:moveTo>
                  <a:lnTo>
                    <a:pt x="82984" y="238681"/>
                  </a:lnTo>
                  <a:lnTo>
                    <a:pt x="47849" y="274565"/>
                  </a:lnTo>
                  <a:close/>
                  <a:moveTo>
                    <a:pt x="82984" y="238681"/>
                  </a:moveTo>
                  <a:lnTo>
                    <a:pt x="47849" y="238681"/>
                  </a:lnTo>
                  <a:lnTo>
                    <a:pt x="47849" y="274565"/>
                  </a:lnTo>
                  <a:close/>
                  <a:moveTo>
                    <a:pt x="334941" y="274565"/>
                  </a:moveTo>
                  <a:lnTo>
                    <a:pt x="334941" y="238681"/>
                  </a:lnTo>
                  <a:lnTo>
                    <a:pt x="305264" y="274565"/>
                  </a:lnTo>
                  <a:close/>
                  <a:moveTo>
                    <a:pt x="54860" y="202796"/>
                  </a:moveTo>
                  <a:lnTo>
                    <a:pt x="47849" y="238681"/>
                  </a:lnTo>
                  <a:lnTo>
                    <a:pt x="82984" y="238681"/>
                  </a:lnTo>
                  <a:close/>
                  <a:moveTo>
                    <a:pt x="54860" y="202796"/>
                  </a:moveTo>
                  <a:lnTo>
                    <a:pt x="82984" y="238681"/>
                  </a:lnTo>
                  <a:lnTo>
                    <a:pt x="94507" y="202796"/>
                  </a:lnTo>
                  <a:close/>
                  <a:moveTo>
                    <a:pt x="334941" y="202796"/>
                  </a:moveTo>
                  <a:lnTo>
                    <a:pt x="334941" y="238681"/>
                  </a:lnTo>
                  <a:lnTo>
                    <a:pt x="355219" y="238681"/>
                  </a:lnTo>
                  <a:close/>
                  <a:moveTo>
                    <a:pt x="334941" y="238681"/>
                  </a:moveTo>
                  <a:lnTo>
                    <a:pt x="334941" y="202796"/>
                  </a:lnTo>
                  <a:lnTo>
                    <a:pt x="312677" y="238681"/>
                  </a:lnTo>
                  <a:close/>
                  <a:moveTo>
                    <a:pt x="73331" y="166912"/>
                  </a:moveTo>
                  <a:lnTo>
                    <a:pt x="95698" y="200680"/>
                  </a:lnTo>
                  <a:lnTo>
                    <a:pt x="95698" y="166912"/>
                  </a:lnTo>
                  <a:close/>
                  <a:moveTo>
                    <a:pt x="94507" y="202796"/>
                  </a:moveTo>
                  <a:lnTo>
                    <a:pt x="95698" y="200680"/>
                  </a:lnTo>
                  <a:lnTo>
                    <a:pt x="73331" y="166912"/>
                  </a:lnTo>
                  <a:close/>
                  <a:moveTo>
                    <a:pt x="334941" y="166912"/>
                  </a:moveTo>
                  <a:lnTo>
                    <a:pt x="334941" y="202796"/>
                  </a:lnTo>
                  <a:lnTo>
                    <a:pt x="365371" y="202796"/>
                  </a:lnTo>
                  <a:close/>
                  <a:moveTo>
                    <a:pt x="142651" y="131028"/>
                  </a:moveTo>
                  <a:lnTo>
                    <a:pt x="95698" y="131028"/>
                  </a:lnTo>
                  <a:lnTo>
                    <a:pt x="95698" y="166912"/>
                  </a:lnTo>
                  <a:close/>
                  <a:moveTo>
                    <a:pt x="334941" y="161843"/>
                  </a:moveTo>
                  <a:lnTo>
                    <a:pt x="382790" y="131028"/>
                  </a:lnTo>
                  <a:lnTo>
                    <a:pt x="345683" y="131028"/>
                  </a:lnTo>
                  <a:close/>
                  <a:moveTo>
                    <a:pt x="334941" y="161843"/>
                  </a:moveTo>
                  <a:lnTo>
                    <a:pt x="382790" y="160597"/>
                  </a:lnTo>
                  <a:lnTo>
                    <a:pt x="382790" y="131028"/>
                  </a:lnTo>
                  <a:close/>
                  <a:moveTo>
                    <a:pt x="334941" y="166912"/>
                  </a:moveTo>
                  <a:lnTo>
                    <a:pt x="382790" y="160597"/>
                  </a:lnTo>
                  <a:lnTo>
                    <a:pt x="334941" y="161843"/>
                  </a:lnTo>
                  <a:close/>
                  <a:moveTo>
                    <a:pt x="143546" y="95144"/>
                  </a:moveTo>
                  <a:lnTo>
                    <a:pt x="117292" y="95144"/>
                  </a:lnTo>
                  <a:lnTo>
                    <a:pt x="143546" y="129598"/>
                  </a:lnTo>
                  <a:close/>
                  <a:moveTo>
                    <a:pt x="143546" y="129598"/>
                  </a:moveTo>
                  <a:lnTo>
                    <a:pt x="95698" y="131005"/>
                  </a:lnTo>
                  <a:lnTo>
                    <a:pt x="142651" y="131028"/>
                  </a:lnTo>
                  <a:close/>
                  <a:moveTo>
                    <a:pt x="382790" y="131028"/>
                  </a:moveTo>
                  <a:lnTo>
                    <a:pt x="382790" y="95144"/>
                  </a:lnTo>
                  <a:lnTo>
                    <a:pt x="345683" y="131028"/>
                  </a:lnTo>
                  <a:close/>
                  <a:moveTo>
                    <a:pt x="143546" y="95144"/>
                  </a:moveTo>
                  <a:lnTo>
                    <a:pt x="191395" y="59259"/>
                  </a:lnTo>
                  <a:lnTo>
                    <a:pt x="143546" y="59259"/>
                  </a:lnTo>
                  <a:close/>
                  <a:moveTo>
                    <a:pt x="334941" y="59259"/>
                  </a:moveTo>
                  <a:lnTo>
                    <a:pt x="382790" y="95144"/>
                  </a:lnTo>
                  <a:lnTo>
                    <a:pt x="382790" y="59259"/>
                  </a:lnTo>
                  <a:close/>
                  <a:moveTo>
                    <a:pt x="191395" y="59259"/>
                  </a:moveTo>
                  <a:lnTo>
                    <a:pt x="239244" y="23375"/>
                  </a:lnTo>
                  <a:lnTo>
                    <a:pt x="191395" y="23375"/>
                  </a:lnTo>
                  <a:close/>
                  <a:moveTo>
                    <a:pt x="334941" y="59259"/>
                  </a:moveTo>
                  <a:lnTo>
                    <a:pt x="382790" y="59259"/>
                  </a:lnTo>
                  <a:lnTo>
                    <a:pt x="334941" y="23375"/>
                  </a:lnTo>
                  <a:close/>
                  <a:moveTo>
                    <a:pt x="287093" y="23375"/>
                  </a:moveTo>
                  <a:lnTo>
                    <a:pt x="334941" y="59259"/>
                  </a:lnTo>
                  <a:lnTo>
                    <a:pt x="334941" y="23375"/>
                  </a:lnTo>
                  <a:close/>
                  <a:moveTo>
                    <a:pt x="239244" y="23375"/>
                  </a:moveTo>
                  <a:lnTo>
                    <a:pt x="287093" y="23375"/>
                  </a:lnTo>
                  <a:lnTo>
                    <a:pt x="287093" y="0"/>
                  </a:lnTo>
                  <a:close/>
                  <a:moveTo>
                    <a:pt x="287093" y="23375"/>
                  </a:moveTo>
                  <a:lnTo>
                    <a:pt x="239244" y="23375"/>
                  </a:lnTo>
                  <a:lnTo>
                    <a:pt x="287093" y="4065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3948" name="Candidate_B1__3947">
              <a:extLst>
                <a:ext uri="{FF2B5EF4-FFF2-40B4-BE49-F238E27FC236}">
                  <a16:creationId xmlns:a16="http://schemas.microsoft.com/office/drawing/2014/main" id="{90B4CD71-3F1C-6892-2C43-3B3CE13FD05C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303735"/>
              <a:ext cx="382790" cy="619596"/>
            </a:xfrm>
            <a:custGeom>
              <a:avLst/>
              <a:gdLst/>
              <a:ahLst/>
              <a:cxnLst/>
              <a:rect l="0" t="0" r="0" b="0"/>
              <a:pathLst>
                <a:path w="382790" h="619596">
                  <a:moveTo>
                    <a:pt x="143546" y="619596"/>
                  </a:moveTo>
                  <a:lnTo>
                    <a:pt x="191395" y="610031"/>
                  </a:lnTo>
                  <a:lnTo>
                    <a:pt x="175859" y="610031"/>
                  </a:lnTo>
                  <a:close/>
                  <a:moveTo>
                    <a:pt x="47849" y="610031"/>
                  </a:moveTo>
                  <a:lnTo>
                    <a:pt x="70308" y="610031"/>
                  </a:lnTo>
                  <a:lnTo>
                    <a:pt x="47849" y="597033"/>
                  </a:lnTo>
                  <a:close/>
                  <a:moveTo>
                    <a:pt x="191395" y="603448"/>
                  </a:moveTo>
                  <a:lnTo>
                    <a:pt x="239244" y="574147"/>
                  </a:lnTo>
                  <a:lnTo>
                    <a:pt x="226171" y="574147"/>
                  </a:lnTo>
                  <a:close/>
                  <a:moveTo>
                    <a:pt x="175859" y="610031"/>
                  </a:moveTo>
                  <a:lnTo>
                    <a:pt x="191395" y="610031"/>
                  </a:lnTo>
                  <a:lnTo>
                    <a:pt x="191395" y="603448"/>
                  </a:lnTo>
                  <a:close/>
                  <a:moveTo>
                    <a:pt x="27351" y="574147"/>
                  </a:moveTo>
                  <a:lnTo>
                    <a:pt x="22265" y="538263"/>
                  </a:lnTo>
                  <a:lnTo>
                    <a:pt x="0" y="574147"/>
                  </a:lnTo>
                  <a:close/>
                  <a:moveTo>
                    <a:pt x="226171" y="574147"/>
                  </a:moveTo>
                  <a:lnTo>
                    <a:pt x="239244" y="574147"/>
                  </a:lnTo>
                  <a:lnTo>
                    <a:pt x="239244" y="553552"/>
                  </a:lnTo>
                  <a:close/>
                  <a:moveTo>
                    <a:pt x="22265" y="538263"/>
                  </a:moveTo>
                  <a:lnTo>
                    <a:pt x="38989" y="502379"/>
                  </a:lnTo>
                  <a:lnTo>
                    <a:pt x="0" y="538263"/>
                  </a:lnTo>
                  <a:close/>
                  <a:moveTo>
                    <a:pt x="287093" y="502379"/>
                  </a:moveTo>
                  <a:lnTo>
                    <a:pt x="257488" y="502379"/>
                  </a:lnTo>
                  <a:lnTo>
                    <a:pt x="247325" y="538263"/>
                  </a:lnTo>
                  <a:close/>
                  <a:moveTo>
                    <a:pt x="287093" y="466495"/>
                  </a:moveTo>
                  <a:lnTo>
                    <a:pt x="265025" y="466495"/>
                  </a:lnTo>
                  <a:lnTo>
                    <a:pt x="257488" y="502379"/>
                  </a:lnTo>
                  <a:close/>
                  <a:moveTo>
                    <a:pt x="47849" y="466495"/>
                  </a:moveTo>
                  <a:lnTo>
                    <a:pt x="47849" y="492200"/>
                  </a:lnTo>
                  <a:lnTo>
                    <a:pt x="75733" y="466495"/>
                  </a:lnTo>
                  <a:close/>
                  <a:moveTo>
                    <a:pt x="287093" y="466495"/>
                  </a:moveTo>
                  <a:lnTo>
                    <a:pt x="287093" y="430610"/>
                  </a:lnTo>
                  <a:lnTo>
                    <a:pt x="265025" y="466495"/>
                  </a:lnTo>
                  <a:close/>
                  <a:moveTo>
                    <a:pt x="287093" y="430610"/>
                  </a:moveTo>
                  <a:lnTo>
                    <a:pt x="273149" y="430610"/>
                  </a:lnTo>
                  <a:lnTo>
                    <a:pt x="265025" y="466495"/>
                  </a:lnTo>
                  <a:close/>
                  <a:moveTo>
                    <a:pt x="116791" y="430610"/>
                  </a:moveTo>
                  <a:lnTo>
                    <a:pt x="138727" y="394726"/>
                  </a:lnTo>
                  <a:lnTo>
                    <a:pt x="95698" y="430610"/>
                  </a:lnTo>
                  <a:close/>
                  <a:moveTo>
                    <a:pt x="95698" y="430610"/>
                  </a:moveTo>
                  <a:lnTo>
                    <a:pt x="95698" y="447175"/>
                  </a:lnTo>
                  <a:lnTo>
                    <a:pt x="116791" y="430610"/>
                  </a:lnTo>
                  <a:close/>
                  <a:moveTo>
                    <a:pt x="287093" y="430610"/>
                  </a:moveTo>
                  <a:lnTo>
                    <a:pt x="287093" y="394726"/>
                  </a:lnTo>
                  <a:lnTo>
                    <a:pt x="273149" y="430610"/>
                  </a:lnTo>
                  <a:close/>
                  <a:moveTo>
                    <a:pt x="287093" y="394726"/>
                  </a:moveTo>
                  <a:lnTo>
                    <a:pt x="280562" y="394726"/>
                  </a:lnTo>
                  <a:lnTo>
                    <a:pt x="273149" y="430610"/>
                  </a:lnTo>
                  <a:close/>
                  <a:moveTo>
                    <a:pt x="138727" y="394726"/>
                  </a:moveTo>
                  <a:lnTo>
                    <a:pt x="139378" y="358842"/>
                  </a:lnTo>
                  <a:lnTo>
                    <a:pt x="95698" y="394726"/>
                  </a:lnTo>
                  <a:close/>
                  <a:moveTo>
                    <a:pt x="287093" y="394726"/>
                  </a:moveTo>
                  <a:lnTo>
                    <a:pt x="287093" y="358842"/>
                  </a:lnTo>
                  <a:lnTo>
                    <a:pt x="280562" y="394726"/>
                  </a:lnTo>
                  <a:close/>
                  <a:moveTo>
                    <a:pt x="287093" y="358842"/>
                  </a:moveTo>
                  <a:lnTo>
                    <a:pt x="285522" y="358842"/>
                  </a:lnTo>
                  <a:lnTo>
                    <a:pt x="280562" y="394726"/>
                  </a:lnTo>
                  <a:close/>
                  <a:moveTo>
                    <a:pt x="139378" y="358842"/>
                  </a:moveTo>
                  <a:lnTo>
                    <a:pt x="123550" y="322958"/>
                  </a:lnTo>
                  <a:lnTo>
                    <a:pt x="95698" y="358842"/>
                  </a:lnTo>
                  <a:close/>
                  <a:moveTo>
                    <a:pt x="285522" y="358842"/>
                  </a:moveTo>
                  <a:lnTo>
                    <a:pt x="287093" y="358842"/>
                  </a:lnTo>
                  <a:lnTo>
                    <a:pt x="287093" y="350930"/>
                  </a:lnTo>
                  <a:close/>
                  <a:moveTo>
                    <a:pt x="123550" y="322958"/>
                  </a:moveTo>
                  <a:lnTo>
                    <a:pt x="99914" y="287074"/>
                  </a:lnTo>
                  <a:lnTo>
                    <a:pt x="95698" y="322958"/>
                  </a:lnTo>
                  <a:close/>
                  <a:moveTo>
                    <a:pt x="99914" y="287074"/>
                  </a:moveTo>
                  <a:lnTo>
                    <a:pt x="95698" y="287074"/>
                  </a:lnTo>
                  <a:lnTo>
                    <a:pt x="95698" y="322958"/>
                  </a:lnTo>
                  <a:close/>
                  <a:moveTo>
                    <a:pt x="95698" y="287074"/>
                  </a:moveTo>
                  <a:lnTo>
                    <a:pt x="99914" y="287074"/>
                  </a:lnTo>
                  <a:lnTo>
                    <a:pt x="95698" y="278891"/>
                  </a:lnTo>
                  <a:close/>
                  <a:moveTo>
                    <a:pt x="334941" y="215305"/>
                  </a:moveTo>
                  <a:lnTo>
                    <a:pt x="312677" y="215305"/>
                  </a:lnTo>
                  <a:lnTo>
                    <a:pt x="305264" y="251189"/>
                  </a:lnTo>
                  <a:close/>
                  <a:moveTo>
                    <a:pt x="334941" y="179421"/>
                  </a:moveTo>
                  <a:lnTo>
                    <a:pt x="320773" y="179421"/>
                  </a:lnTo>
                  <a:lnTo>
                    <a:pt x="312677" y="215305"/>
                  </a:lnTo>
                  <a:close/>
                  <a:moveTo>
                    <a:pt x="334941" y="179421"/>
                  </a:moveTo>
                  <a:lnTo>
                    <a:pt x="334941" y="143537"/>
                  </a:lnTo>
                  <a:lnTo>
                    <a:pt x="320773" y="179421"/>
                  </a:lnTo>
                  <a:close/>
                  <a:moveTo>
                    <a:pt x="334941" y="143537"/>
                  </a:moveTo>
                  <a:lnTo>
                    <a:pt x="333015" y="143537"/>
                  </a:lnTo>
                  <a:lnTo>
                    <a:pt x="320773" y="179421"/>
                  </a:lnTo>
                  <a:close/>
                  <a:moveTo>
                    <a:pt x="118145" y="143537"/>
                  </a:moveTo>
                  <a:lnTo>
                    <a:pt x="142651" y="107653"/>
                  </a:lnTo>
                  <a:lnTo>
                    <a:pt x="95698" y="143537"/>
                  </a:lnTo>
                  <a:close/>
                  <a:moveTo>
                    <a:pt x="95698" y="143537"/>
                  </a:moveTo>
                  <a:lnTo>
                    <a:pt x="95698" y="177305"/>
                  </a:lnTo>
                  <a:lnTo>
                    <a:pt x="118145" y="143537"/>
                  </a:lnTo>
                  <a:close/>
                  <a:moveTo>
                    <a:pt x="333015" y="143537"/>
                  </a:moveTo>
                  <a:lnTo>
                    <a:pt x="334941" y="143537"/>
                  </a:lnTo>
                  <a:lnTo>
                    <a:pt x="334941" y="138467"/>
                  </a:lnTo>
                  <a:close/>
                  <a:moveTo>
                    <a:pt x="382790" y="71768"/>
                  </a:moveTo>
                  <a:lnTo>
                    <a:pt x="349687" y="71768"/>
                  </a:lnTo>
                  <a:lnTo>
                    <a:pt x="345683" y="107653"/>
                  </a:lnTo>
                  <a:close/>
                  <a:moveTo>
                    <a:pt x="169676" y="71768"/>
                  </a:moveTo>
                  <a:lnTo>
                    <a:pt x="191395" y="46456"/>
                  </a:lnTo>
                  <a:lnTo>
                    <a:pt x="143546" y="71768"/>
                  </a:lnTo>
                  <a:close/>
                  <a:moveTo>
                    <a:pt x="143546" y="71768"/>
                  </a:moveTo>
                  <a:lnTo>
                    <a:pt x="191395" y="46456"/>
                  </a:lnTo>
                  <a:lnTo>
                    <a:pt x="191395" y="35884"/>
                  </a:lnTo>
                  <a:close/>
                  <a:moveTo>
                    <a:pt x="143546" y="71768"/>
                  </a:moveTo>
                  <a:lnTo>
                    <a:pt x="143546" y="106223"/>
                  </a:lnTo>
                  <a:lnTo>
                    <a:pt x="169676" y="71768"/>
                  </a:lnTo>
                  <a:close/>
                  <a:moveTo>
                    <a:pt x="334941" y="39186"/>
                  </a:moveTo>
                  <a:lnTo>
                    <a:pt x="349687" y="71768"/>
                  </a:lnTo>
                  <a:lnTo>
                    <a:pt x="334941" y="35884"/>
                  </a:lnTo>
                  <a:close/>
                  <a:moveTo>
                    <a:pt x="334941" y="35884"/>
                  </a:moveTo>
                  <a:lnTo>
                    <a:pt x="349687" y="71768"/>
                  </a:lnTo>
                  <a:lnTo>
                    <a:pt x="382790" y="71768"/>
                  </a:lnTo>
                  <a:close/>
                  <a:moveTo>
                    <a:pt x="206472" y="35884"/>
                  </a:moveTo>
                  <a:lnTo>
                    <a:pt x="239244" y="20149"/>
                  </a:lnTo>
                  <a:lnTo>
                    <a:pt x="191395" y="35884"/>
                  </a:lnTo>
                  <a:close/>
                  <a:moveTo>
                    <a:pt x="191395" y="35884"/>
                  </a:moveTo>
                  <a:lnTo>
                    <a:pt x="239244" y="20149"/>
                  </a:lnTo>
                  <a:lnTo>
                    <a:pt x="239244" y="0"/>
                  </a:lnTo>
                  <a:close/>
                  <a:moveTo>
                    <a:pt x="191395" y="35884"/>
                  </a:moveTo>
                  <a:lnTo>
                    <a:pt x="191395" y="46456"/>
                  </a:lnTo>
                  <a:lnTo>
                    <a:pt x="206472" y="35884"/>
                  </a:lnTo>
                  <a:close/>
                  <a:moveTo>
                    <a:pt x="287093" y="17282"/>
                  </a:moveTo>
                  <a:lnTo>
                    <a:pt x="331872" y="35884"/>
                  </a:lnTo>
                  <a:lnTo>
                    <a:pt x="287093" y="0"/>
                  </a:lnTo>
                  <a:close/>
                  <a:moveTo>
                    <a:pt x="287093" y="0"/>
                  </a:moveTo>
                  <a:lnTo>
                    <a:pt x="331872" y="35884"/>
                  </a:lnTo>
                  <a:lnTo>
                    <a:pt x="334941" y="35884"/>
                  </a:lnTo>
                  <a:close/>
                  <a:moveTo>
                    <a:pt x="334941" y="39186"/>
                  </a:moveTo>
                  <a:lnTo>
                    <a:pt x="334941" y="35884"/>
                  </a:lnTo>
                  <a:lnTo>
                    <a:pt x="331872" y="35884"/>
                  </a:lnTo>
                  <a:close/>
                  <a:moveTo>
                    <a:pt x="239244" y="0"/>
                  </a:moveTo>
                  <a:lnTo>
                    <a:pt x="239244" y="20149"/>
                  </a:lnTo>
                  <a:lnTo>
                    <a:pt x="287093" y="17282"/>
                  </a:lnTo>
                  <a:close/>
                  <a:moveTo>
                    <a:pt x="70308" y="610031"/>
                  </a:moveTo>
                  <a:lnTo>
                    <a:pt x="95698" y="618697"/>
                  </a:lnTo>
                  <a:lnTo>
                    <a:pt x="95698" y="610031"/>
                  </a:lnTo>
                  <a:close/>
                  <a:moveTo>
                    <a:pt x="95698" y="610031"/>
                  </a:moveTo>
                  <a:lnTo>
                    <a:pt x="47849" y="597033"/>
                  </a:lnTo>
                  <a:lnTo>
                    <a:pt x="70308" y="610031"/>
                  </a:lnTo>
                  <a:close/>
                  <a:moveTo>
                    <a:pt x="47849" y="574147"/>
                  </a:moveTo>
                  <a:lnTo>
                    <a:pt x="47849" y="597033"/>
                  </a:lnTo>
                  <a:lnTo>
                    <a:pt x="95698" y="610031"/>
                  </a:lnTo>
                  <a:close/>
                  <a:moveTo>
                    <a:pt x="143546" y="610031"/>
                  </a:moveTo>
                  <a:lnTo>
                    <a:pt x="95698" y="618697"/>
                  </a:lnTo>
                  <a:lnTo>
                    <a:pt x="143546" y="619596"/>
                  </a:lnTo>
                  <a:close/>
                  <a:moveTo>
                    <a:pt x="143546" y="610031"/>
                  </a:moveTo>
                  <a:lnTo>
                    <a:pt x="95698" y="610031"/>
                  </a:lnTo>
                  <a:lnTo>
                    <a:pt x="95698" y="618697"/>
                  </a:lnTo>
                  <a:close/>
                  <a:moveTo>
                    <a:pt x="143546" y="610031"/>
                  </a:moveTo>
                  <a:lnTo>
                    <a:pt x="143546" y="619596"/>
                  </a:lnTo>
                  <a:lnTo>
                    <a:pt x="175859" y="610031"/>
                  </a:lnTo>
                  <a:close/>
                  <a:moveTo>
                    <a:pt x="191395" y="574147"/>
                  </a:moveTo>
                  <a:lnTo>
                    <a:pt x="175859" y="610031"/>
                  </a:lnTo>
                  <a:lnTo>
                    <a:pt x="191395" y="603448"/>
                  </a:lnTo>
                  <a:close/>
                  <a:moveTo>
                    <a:pt x="143546" y="610031"/>
                  </a:moveTo>
                  <a:lnTo>
                    <a:pt x="175859" y="610031"/>
                  </a:lnTo>
                  <a:lnTo>
                    <a:pt x="191395" y="574147"/>
                  </a:lnTo>
                  <a:close/>
                  <a:moveTo>
                    <a:pt x="27351" y="574147"/>
                  </a:moveTo>
                  <a:lnTo>
                    <a:pt x="47849" y="597033"/>
                  </a:lnTo>
                  <a:lnTo>
                    <a:pt x="47849" y="574147"/>
                  </a:lnTo>
                  <a:close/>
                  <a:moveTo>
                    <a:pt x="22265" y="538263"/>
                  </a:moveTo>
                  <a:lnTo>
                    <a:pt x="27351" y="574147"/>
                  </a:lnTo>
                  <a:lnTo>
                    <a:pt x="47849" y="574147"/>
                  </a:lnTo>
                  <a:close/>
                  <a:moveTo>
                    <a:pt x="191395" y="574147"/>
                  </a:moveTo>
                  <a:lnTo>
                    <a:pt x="191395" y="603448"/>
                  </a:lnTo>
                  <a:lnTo>
                    <a:pt x="226171" y="574147"/>
                  </a:lnTo>
                  <a:close/>
                  <a:moveTo>
                    <a:pt x="239244" y="538263"/>
                  </a:moveTo>
                  <a:lnTo>
                    <a:pt x="226171" y="574147"/>
                  </a:lnTo>
                  <a:lnTo>
                    <a:pt x="239244" y="553552"/>
                  </a:lnTo>
                  <a:close/>
                  <a:moveTo>
                    <a:pt x="191395" y="574147"/>
                  </a:moveTo>
                  <a:lnTo>
                    <a:pt x="226171" y="574147"/>
                  </a:lnTo>
                  <a:lnTo>
                    <a:pt x="239244" y="538263"/>
                  </a:lnTo>
                  <a:close/>
                  <a:moveTo>
                    <a:pt x="38989" y="502379"/>
                  </a:moveTo>
                  <a:lnTo>
                    <a:pt x="47849" y="538263"/>
                  </a:lnTo>
                  <a:lnTo>
                    <a:pt x="47849" y="502379"/>
                  </a:lnTo>
                  <a:close/>
                  <a:moveTo>
                    <a:pt x="38989" y="502379"/>
                  </a:moveTo>
                  <a:lnTo>
                    <a:pt x="22265" y="538263"/>
                  </a:lnTo>
                  <a:lnTo>
                    <a:pt x="47849" y="538263"/>
                  </a:lnTo>
                  <a:close/>
                  <a:moveTo>
                    <a:pt x="239244" y="538263"/>
                  </a:moveTo>
                  <a:lnTo>
                    <a:pt x="239244" y="553552"/>
                  </a:lnTo>
                  <a:lnTo>
                    <a:pt x="247325" y="538263"/>
                  </a:lnTo>
                  <a:close/>
                  <a:moveTo>
                    <a:pt x="239244" y="502379"/>
                  </a:moveTo>
                  <a:lnTo>
                    <a:pt x="247325" y="538263"/>
                  </a:lnTo>
                  <a:lnTo>
                    <a:pt x="257488" y="502379"/>
                  </a:lnTo>
                  <a:close/>
                  <a:moveTo>
                    <a:pt x="239244" y="502379"/>
                  </a:moveTo>
                  <a:lnTo>
                    <a:pt x="239244" y="538263"/>
                  </a:lnTo>
                  <a:lnTo>
                    <a:pt x="247325" y="538263"/>
                  </a:lnTo>
                  <a:close/>
                  <a:moveTo>
                    <a:pt x="47849" y="492200"/>
                  </a:moveTo>
                  <a:lnTo>
                    <a:pt x="38989" y="502379"/>
                  </a:lnTo>
                  <a:lnTo>
                    <a:pt x="47849" y="502379"/>
                  </a:lnTo>
                  <a:close/>
                  <a:moveTo>
                    <a:pt x="47849" y="502379"/>
                  </a:moveTo>
                  <a:lnTo>
                    <a:pt x="75733" y="466495"/>
                  </a:lnTo>
                  <a:lnTo>
                    <a:pt x="47849" y="492200"/>
                  </a:lnTo>
                  <a:close/>
                  <a:moveTo>
                    <a:pt x="95698" y="466495"/>
                  </a:moveTo>
                  <a:lnTo>
                    <a:pt x="75733" y="466495"/>
                  </a:lnTo>
                  <a:lnTo>
                    <a:pt x="47849" y="502379"/>
                  </a:lnTo>
                  <a:close/>
                  <a:moveTo>
                    <a:pt x="239244" y="466495"/>
                  </a:moveTo>
                  <a:lnTo>
                    <a:pt x="257488" y="502379"/>
                  </a:lnTo>
                  <a:lnTo>
                    <a:pt x="265025" y="466495"/>
                  </a:lnTo>
                  <a:close/>
                  <a:moveTo>
                    <a:pt x="239244" y="466495"/>
                  </a:moveTo>
                  <a:lnTo>
                    <a:pt x="239244" y="502379"/>
                  </a:lnTo>
                  <a:lnTo>
                    <a:pt x="257488" y="502379"/>
                  </a:lnTo>
                  <a:close/>
                  <a:moveTo>
                    <a:pt x="95698" y="447175"/>
                  </a:moveTo>
                  <a:lnTo>
                    <a:pt x="75733" y="466495"/>
                  </a:lnTo>
                  <a:lnTo>
                    <a:pt x="95698" y="466495"/>
                  </a:lnTo>
                  <a:close/>
                  <a:moveTo>
                    <a:pt x="95698" y="466495"/>
                  </a:moveTo>
                  <a:lnTo>
                    <a:pt x="116791" y="430610"/>
                  </a:lnTo>
                  <a:lnTo>
                    <a:pt x="95698" y="447175"/>
                  </a:lnTo>
                  <a:close/>
                  <a:moveTo>
                    <a:pt x="143546" y="430610"/>
                  </a:moveTo>
                  <a:lnTo>
                    <a:pt x="116791" y="430610"/>
                  </a:lnTo>
                  <a:lnTo>
                    <a:pt x="95698" y="466495"/>
                  </a:lnTo>
                  <a:close/>
                  <a:moveTo>
                    <a:pt x="239244" y="430610"/>
                  </a:moveTo>
                  <a:lnTo>
                    <a:pt x="265025" y="466495"/>
                  </a:lnTo>
                  <a:lnTo>
                    <a:pt x="273149" y="430610"/>
                  </a:lnTo>
                  <a:close/>
                  <a:moveTo>
                    <a:pt x="239244" y="430610"/>
                  </a:moveTo>
                  <a:lnTo>
                    <a:pt x="239244" y="466495"/>
                  </a:lnTo>
                  <a:lnTo>
                    <a:pt x="265025" y="466495"/>
                  </a:lnTo>
                  <a:close/>
                  <a:moveTo>
                    <a:pt x="138727" y="394726"/>
                  </a:moveTo>
                  <a:lnTo>
                    <a:pt x="143546" y="430610"/>
                  </a:lnTo>
                  <a:lnTo>
                    <a:pt x="143546" y="394726"/>
                  </a:lnTo>
                  <a:close/>
                  <a:moveTo>
                    <a:pt x="138727" y="394726"/>
                  </a:moveTo>
                  <a:lnTo>
                    <a:pt x="116791" y="430610"/>
                  </a:lnTo>
                  <a:lnTo>
                    <a:pt x="143546" y="430610"/>
                  </a:lnTo>
                  <a:close/>
                  <a:moveTo>
                    <a:pt x="143546" y="430610"/>
                  </a:moveTo>
                  <a:lnTo>
                    <a:pt x="191395" y="394726"/>
                  </a:lnTo>
                  <a:lnTo>
                    <a:pt x="143546" y="394726"/>
                  </a:lnTo>
                  <a:close/>
                  <a:moveTo>
                    <a:pt x="239244" y="394726"/>
                  </a:moveTo>
                  <a:lnTo>
                    <a:pt x="273149" y="430610"/>
                  </a:lnTo>
                  <a:lnTo>
                    <a:pt x="280562" y="394726"/>
                  </a:lnTo>
                  <a:close/>
                  <a:moveTo>
                    <a:pt x="239244" y="394726"/>
                  </a:moveTo>
                  <a:lnTo>
                    <a:pt x="239244" y="430610"/>
                  </a:lnTo>
                  <a:lnTo>
                    <a:pt x="273149" y="430610"/>
                  </a:lnTo>
                  <a:close/>
                  <a:moveTo>
                    <a:pt x="139378" y="358842"/>
                  </a:moveTo>
                  <a:lnTo>
                    <a:pt x="143546" y="394726"/>
                  </a:lnTo>
                  <a:lnTo>
                    <a:pt x="143546" y="358842"/>
                  </a:lnTo>
                  <a:close/>
                  <a:moveTo>
                    <a:pt x="139378" y="358842"/>
                  </a:moveTo>
                  <a:lnTo>
                    <a:pt x="138727" y="394726"/>
                  </a:lnTo>
                  <a:lnTo>
                    <a:pt x="143546" y="394726"/>
                  </a:lnTo>
                  <a:close/>
                  <a:moveTo>
                    <a:pt x="143546" y="394726"/>
                  </a:moveTo>
                  <a:lnTo>
                    <a:pt x="191395" y="394726"/>
                  </a:lnTo>
                  <a:lnTo>
                    <a:pt x="191395" y="358842"/>
                  </a:lnTo>
                  <a:close/>
                  <a:moveTo>
                    <a:pt x="143546" y="394726"/>
                  </a:moveTo>
                  <a:lnTo>
                    <a:pt x="191395" y="358842"/>
                  </a:lnTo>
                  <a:lnTo>
                    <a:pt x="143546" y="358842"/>
                  </a:lnTo>
                  <a:close/>
                  <a:moveTo>
                    <a:pt x="239244" y="358842"/>
                  </a:moveTo>
                  <a:lnTo>
                    <a:pt x="280562" y="394726"/>
                  </a:lnTo>
                  <a:lnTo>
                    <a:pt x="285522" y="358842"/>
                  </a:lnTo>
                  <a:close/>
                  <a:moveTo>
                    <a:pt x="239244" y="358842"/>
                  </a:moveTo>
                  <a:lnTo>
                    <a:pt x="239244" y="394726"/>
                  </a:lnTo>
                  <a:lnTo>
                    <a:pt x="280562" y="394726"/>
                  </a:lnTo>
                  <a:close/>
                  <a:moveTo>
                    <a:pt x="123550" y="322958"/>
                  </a:moveTo>
                  <a:lnTo>
                    <a:pt x="143546" y="358842"/>
                  </a:lnTo>
                  <a:lnTo>
                    <a:pt x="143546" y="322958"/>
                  </a:lnTo>
                  <a:close/>
                  <a:moveTo>
                    <a:pt x="123550" y="322958"/>
                  </a:moveTo>
                  <a:lnTo>
                    <a:pt x="139378" y="358842"/>
                  </a:lnTo>
                  <a:lnTo>
                    <a:pt x="143546" y="358842"/>
                  </a:lnTo>
                  <a:close/>
                  <a:moveTo>
                    <a:pt x="287093" y="322958"/>
                  </a:moveTo>
                  <a:lnTo>
                    <a:pt x="285522" y="358842"/>
                  </a:lnTo>
                  <a:lnTo>
                    <a:pt x="287093" y="350930"/>
                  </a:lnTo>
                  <a:close/>
                  <a:moveTo>
                    <a:pt x="239244" y="358842"/>
                  </a:moveTo>
                  <a:lnTo>
                    <a:pt x="285522" y="358842"/>
                  </a:lnTo>
                  <a:lnTo>
                    <a:pt x="287093" y="322958"/>
                  </a:lnTo>
                  <a:close/>
                  <a:moveTo>
                    <a:pt x="99914" y="287074"/>
                  </a:moveTo>
                  <a:lnTo>
                    <a:pt x="123550" y="322958"/>
                  </a:lnTo>
                  <a:lnTo>
                    <a:pt x="143546" y="322958"/>
                  </a:lnTo>
                  <a:close/>
                  <a:moveTo>
                    <a:pt x="239244" y="322958"/>
                  </a:moveTo>
                  <a:lnTo>
                    <a:pt x="287093" y="322958"/>
                  </a:lnTo>
                  <a:lnTo>
                    <a:pt x="287093" y="287074"/>
                  </a:lnTo>
                  <a:close/>
                  <a:moveTo>
                    <a:pt x="287093" y="322958"/>
                  </a:moveTo>
                  <a:lnTo>
                    <a:pt x="287093" y="350930"/>
                  </a:lnTo>
                  <a:lnTo>
                    <a:pt x="290219" y="322958"/>
                  </a:lnTo>
                  <a:close/>
                  <a:moveTo>
                    <a:pt x="287093" y="287074"/>
                  </a:moveTo>
                  <a:lnTo>
                    <a:pt x="290219" y="322958"/>
                  </a:lnTo>
                  <a:lnTo>
                    <a:pt x="297237" y="287074"/>
                  </a:lnTo>
                  <a:close/>
                  <a:moveTo>
                    <a:pt x="287093" y="287074"/>
                  </a:moveTo>
                  <a:lnTo>
                    <a:pt x="287093" y="322958"/>
                  </a:lnTo>
                  <a:lnTo>
                    <a:pt x="290219" y="322958"/>
                  </a:lnTo>
                  <a:close/>
                  <a:moveTo>
                    <a:pt x="143546" y="287074"/>
                  </a:moveTo>
                  <a:lnTo>
                    <a:pt x="95698" y="278891"/>
                  </a:lnTo>
                  <a:lnTo>
                    <a:pt x="99914" y="287074"/>
                  </a:lnTo>
                  <a:close/>
                  <a:moveTo>
                    <a:pt x="95698" y="251189"/>
                  </a:moveTo>
                  <a:lnTo>
                    <a:pt x="95698" y="278891"/>
                  </a:lnTo>
                  <a:lnTo>
                    <a:pt x="143546" y="287074"/>
                  </a:lnTo>
                  <a:close/>
                  <a:moveTo>
                    <a:pt x="287093" y="251189"/>
                  </a:moveTo>
                  <a:lnTo>
                    <a:pt x="297237" y="287074"/>
                  </a:lnTo>
                  <a:lnTo>
                    <a:pt x="305264" y="251189"/>
                  </a:lnTo>
                  <a:close/>
                  <a:moveTo>
                    <a:pt x="287093" y="251189"/>
                  </a:moveTo>
                  <a:lnTo>
                    <a:pt x="287093" y="287074"/>
                  </a:lnTo>
                  <a:lnTo>
                    <a:pt x="297237" y="287074"/>
                  </a:lnTo>
                  <a:close/>
                  <a:moveTo>
                    <a:pt x="84836" y="251189"/>
                  </a:moveTo>
                  <a:lnTo>
                    <a:pt x="95698" y="278891"/>
                  </a:lnTo>
                  <a:lnTo>
                    <a:pt x="95698" y="251189"/>
                  </a:lnTo>
                  <a:close/>
                  <a:moveTo>
                    <a:pt x="82984" y="215305"/>
                  </a:moveTo>
                  <a:lnTo>
                    <a:pt x="95698" y="251189"/>
                  </a:lnTo>
                  <a:lnTo>
                    <a:pt x="95698" y="215305"/>
                  </a:lnTo>
                  <a:close/>
                  <a:moveTo>
                    <a:pt x="82984" y="215305"/>
                  </a:moveTo>
                  <a:lnTo>
                    <a:pt x="84836" y="251189"/>
                  </a:lnTo>
                  <a:lnTo>
                    <a:pt x="95698" y="251189"/>
                  </a:lnTo>
                  <a:close/>
                  <a:moveTo>
                    <a:pt x="287093" y="215305"/>
                  </a:moveTo>
                  <a:lnTo>
                    <a:pt x="305264" y="251189"/>
                  </a:lnTo>
                  <a:lnTo>
                    <a:pt x="312677" y="215305"/>
                  </a:lnTo>
                  <a:close/>
                  <a:moveTo>
                    <a:pt x="287093" y="215305"/>
                  </a:moveTo>
                  <a:lnTo>
                    <a:pt x="287093" y="251189"/>
                  </a:lnTo>
                  <a:lnTo>
                    <a:pt x="305264" y="251189"/>
                  </a:lnTo>
                  <a:close/>
                  <a:moveTo>
                    <a:pt x="94507" y="179421"/>
                  </a:moveTo>
                  <a:lnTo>
                    <a:pt x="95698" y="215305"/>
                  </a:lnTo>
                  <a:lnTo>
                    <a:pt x="95698" y="179421"/>
                  </a:lnTo>
                  <a:close/>
                  <a:moveTo>
                    <a:pt x="94507" y="179421"/>
                  </a:moveTo>
                  <a:lnTo>
                    <a:pt x="82984" y="215305"/>
                  </a:lnTo>
                  <a:lnTo>
                    <a:pt x="95698" y="215305"/>
                  </a:lnTo>
                  <a:close/>
                  <a:moveTo>
                    <a:pt x="287093" y="179421"/>
                  </a:moveTo>
                  <a:lnTo>
                    <a:pt x="312677" y="215305"/>
                  </a:lnTo>
                  <a:lnTo>
                    <a:pt x="320773" y="179421"/>
                  </a:lnTo>
                  <a:close/>
                  <a:moveTo>
                    <a:pt x="95698" y="177305"/>
                  </a:moveTo>
                  <a:lnTo>
                    <a:pt x="94507" y="179421"/>
                  </a:lnTo>
                  <a:lnTo>
                    <a:pt x="95698" y="179421"/>
                  </a:lnTo>
                  <a:close/>
                  <a:moveTo>
                    <a:pt x="95698" y="179421"/>
                  </a:moveTo>
                  <a:lnTo>
                    <a:pt x="118145" y="143537"/>
                  </a:lnTo>
                  <a:lnTo>
                    <a:pt x="95698" y="177305"/>
                  </a:lnTo>
                  <a:close/>
                  <a:moveTo>
                    <a:pt x="143546" y="143537"/>
                  </a:moveTo>
                  <a:lnTo>
                    <a:pt x="118145" y="143537"/>
                  </a:lnTo>
                  <a:lnTo>
                    <a:pt x="95698" y="179421"/>
                  </a:lnTo>
                  <a:close/>
                  <a:moveTo>
                    <a:pt x="287093" y="143537"/>
                  </a:moveTo>
                  <a:lnTo>
                    <a:pt x="320773" y="179421"/>
                  </a:lnTo>
                  <a:lnTo>
                    <a:pt x="333015" y="143537"/>
                  </a:lnTo>
                  <a:close/>
                  <a:moveTo>
                    <a:pt x="142651" y="107653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142651" y="107653"/>
                  </a:moveTo>
                  <a:lnTo>
                    <a:pt x="118145" y="143537"/>
                  </a:lnTo>
                  <a:lnTo>
                    <a:pt x="143546" y="143537"/>
                  </a:lnTo>
                  <a:close/>
                  <a:moveTo>
                    <a:pt x="334941" y="107653"/>
                  </a:moveTo>
                  <a:lnTo>
                    <a:pt x="333015" y="143537"/>
                  </a:lnTo>
                  <a:lnTo>
                    <a:pt x="334941" y="138467"/>
                  </a:lnTo>
                  <a:close/>
                  <a:moveTo>
                    <a:pt x="287093" y="143537"/>
                  </a:moveTo>
                  <a:lnTo>
                    <a:pt x="333015" y="143537"/>
                  </a:lnTo>
                  <a:lnTo>
                    <a:pt x="334941" y="107653"/>
                  </a:lnTo>
                  <a:close/>
                  <a:moveTo>
                    <a:pt x="143546" y="106223"/>
                  </a:moveTo>
                  <a:lnTo>
                    <a:pt x="142651" y="107653"/>
                  </a:lnTo>
                  <a:lnTo>
                    <a:pt x="143546" y="107653"/>
                  </a:lnTo>
                  <a:close/>
                  <a:moveTo>
                    <a:pt x="143546" y="107653"/>
                  </a:moveTo>
                  <a:lnTo>
                    <a:pt x="169676" y="71768"/>
                  </a:lnTo>
                  <a:lnTo>
                    <a:pt x="143546" y="106223"/>
                  </a:lnTo>
                  <a:close/>
                  <a:moveTo>
                    <a:pt x="191395" y="71768"/>
                  </a:moveTo>
                  <a:lnTo>
                    <a:pt x="169676" y="71768"/>
                  </a:lnTo>
                  <a:lnTo>
                    <a:pt x="143546" y="107653"/>
                  </a:lnTo>
                  <a:close/>
                  <a:moveTo>
                    <a:pt x="334941" y="107653"/>
                  </a:moveTo>
                  <a:lnTo>
                    <a:pt x="334941" y="138467"/>
                  </a:lnTo>
                  <a:lnTo>
                    <a:pt x="345683" y="107653"/>
                  </a:lnTo>
                  <a:close/>
                  <a:moveTo>
                    <a:pt x="334941" y="71768"/>
                  </a:moveTo>
                  <a:lnTo>
                    <a:pt x="345683" y="107653"/>
                  </a:lnTo>
                  <a:lnTo>
                    <a:pt x="349687" y="71768"/>
                  </a:lnTo>
                  <a:close/>
                  <a:moveTo>
                    <a:pt x="334941" y="71768"/>
                  </a:moveTo>
                  <a:lnTo>
                    <a:pt x="334941" y="107653"/>
                  </a:lnTo>
                  <a:lnTo>
                    <a:pt x="345683" y="107653"/>
                  </a:lnTo>
                  <a:close/>
                  <a:moveTo>
                    <a:pt x="191395" y="46456"/>
                  </a:moveTo>
                  <a:lnTo>
                    <a:pt x="169676" y="71768"/>
                  </a:lnTo>
                  <a:lnTo>
                    <a:pt x="191395" y="71768"/>
                  </a:lnTo>
                  <a:close/>
                  <a:moveTo>
                    <a:pt x="191395" y="71768"/>
                  </a:moveTo>
                  <a:lnTo>
                    <a:pt x="206472" y="35884"/>
                  </a:lnTo>
                  <a:lnTo>
                    <a:pt x="191395" y="46456"/>
                  </a:lnTo>
                  <a:close/>
                  <a:moveTo>
                    <a:pt x="239244" y="35884"/>
                  </a:moveTo>
                  <a:lnTo>
                    <a:pt x="206472" y="35884"/>
                  </a:lnTo>
                  <a:lnTo>
                    <a:pt x="191395" y="71768"/>
                  </a:lnTo>
                  <a:close/>
                  <a:moveTo>
                    <a:pt x="287093" y="35884"/>
                  </a:moveTo>
                  <a:lnTo>
                    <a:pt x="334941" y="39186"/>
                  </a:lnTo>
                  <a:lnTo>
                    <a:pt x="331872" y="35884"/>
                  </a:lnTo>
                  <a:close/>
                  <a:moveTo>
                    <a:pt x="334941" y="71768"/>
                  </a:moveTo>
                  <a:lnTo>
                    <a:pt x="334941" y="39186"/>
                  </a:lnTo>
                  <a:lnTo>
                    <a:pt x="287093" y="35884"/>
                  </a:lnTo>
                  <a:close/>
                  <a:moveTo>
                    <a:pt x="334941" y="71768"/>
                  </a:moveTo>
                  <a:lnTo>
                    <a:pt x="349687" y="71768"/>
                  </a:lnTo>
                  <a:lnTo>
                    <a:pt x="334941" y="39186"/>
                  </a:lnTo>
                  <a:close/>
                  <a:moveTo>
                    <a:pt x="239244" y="20149"/>
                  </a:moveTo>
                  <a:lnTo>
                    <a:pt x="206472" y="35884"/>
                  </a:lnTo>
                  <a:lnTo>
                    <a:pt x="239244" y="35884"/>
                  </a:lnTo>
                  <a:close/>
                  <a:moveTo>
                    <a:pt x="239244" y="35884"/>
                  </a:moveTo>
                  <a:lnTo>
                    <a:pt x="287093" y="17282"/>
                  </a:lnTo>
                  <a:lnTo>
                    <a:pt x="239244" y="20149"/>
                  </a:lnTo>
                  <a:close/>
                  <a:moveTo>
                    <a:pt x="239244" y="35884"/>
                  </a:moveTo>
                  <a:lnTo>
                    <a:pt x="287093" y="35884"/>
                  </a:lnTo>
                  <a:lnTo>
                    <a:pt x="287093" y="17282"/>
                  </a:lnTo>
                  <a:close/>
                  <a:moveTo>
                    <a:pt x="287093" y="35884"/>
                  </a:moveTo>
                  <a:lnTo>
                    <a:pt x="331872" y="35884"/>
                  </a:lnTo>
                  <a:lnTo>
                    <a:pt x="287093" y="17282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3949" name="Candidate_B1__3948">
              <a:extLst>
                <a:ext uri="{FF2B5EF4-FFF2-40B4-BE49-F238E27FC236}">
                  <a16:creationId xmlns:a16="http://schemas.microsoft.com/office/drawing/2014/main" id="{6E2E392E-472D-56A4-7AAE-B7B84631FACB}"/>
                </a:ext>
              </a:extLst>
            </p:cNvPr>
            <p:cNvSpPr>
              <a:spLocks noGrp="1"/>
            </p:cNvSpPr>
            <p:nvPr/>
          </p:nvSpPr>
          <p:spPr>
            <a:xfrm>
              <a:off x="4156913" y="2339619"/>
              <a:ext cx="312676" cy="574147"/>
            </a:xfrm>
            <a:custGeom>
              <a:avLst/>
              <a:gdLst/>
              <a:ahLst/>
              <a:cxnLst/>
              <a:rect l="0" t="0" r="0" b="0"/>
              <a:pathLst>
                <a:path w="312676" h="574147">
                  <a:moveTo>
                    <a:pt x="73432" y="538263"/>
                  </a:moveTo>
                  <a:lnTo>
                    <a:pt x="25583" y="538263"/>
                  </a:lnTo>
                  <a:lnTo>
                    <a:pt x="73432" y="574147"/>
                  </a:lnTo>
                  <a:close/>
                  <a:moveTo>
                    <a:pt x="73432" y="574147"/>
                  </a:moveTo>
                  <a:lnTo>
                    <a:pt x="121281" y="574147"/>
                  </a:lnTo>
                  <a:lnTo>
                    <a:pt x="121281" y="538263"/>
                  </a:lnTo>
                  <a:close/>
                  <a:moveTo>
                    <a:pt x="73432" y="574147"/>
                  </a:moveTo>
                  <a:lnTo>
                    <a:pt x="121281" y="538263"/>
                  </a:lnTo>
                  <a:lnTo>
                    <a:pt x="73432" y="538263"/>
                  </a:lnTo>
                  <a:close/>
                  <a:moveTo>
                    <a:pt x="121281" y="538263"/>
                  </a:moveTo>
                  <a:lnTo>
                    <a:pt x="121281" y="574147"/>
                  </a:lnTo>
                  <a:lnTo>
                    <a:pt x="169130" y="538263"/>
                  </a:lnTo>
                  <a:close/>
                  <a:moveTo>
                    <a:pt x="0" y="502379"/>
                  </a:moveTo>
                  <a:lnTo>
                    <a:pt x="25583" y="538263"/>
                  </a:lnTo>
                  <a:lnTo>
                    <a:pt x="25583" y="502379"/>
                  </a:lnTo>
                  <a:close/>
                  <a:moveTo>
                    <a:pt x="25583" y="538263"/>
                  </a:moveTo>
                  <a:lnTo>
                    <a:pt x="73432" y="538263"/>
                  </a:lnTo>
                  <a:lnTo>
                    <a:pt x="73432" y="502379"/>
                  </a:lnTo>
                  <a:close/>
                  <a:moveTo>
                    <a:pt x="25583" y="538263"/>
                  </a:moveTo>
                  <a:lnTo>
                    <a:pt x="73432" y="502379"/>
                  </a:lnTo>
                  <a:lnTo>
                    <a:pt x="25583" y="502379"/>
                  </a:lnTo>
                  <a:close/>
                  <a:moveTo>
                    <a:pt x="121281" y="538263"/>
                  </a:moveTo>
                  <a:lnTo>
                    <a:pt x="169130" y="538263"/>
                  </a:lnTo>
                  <a:lnTo>
                    <a:pt x="169130" y="502379"/>
                  </a:lnTo>
                  <a:close/>
                  <a:moveTo>
                    <a:pt x="169130" y="502379"/>
                  </a:moveTo>
                  <a:lnTo>
                    <a:pt x="169130" y="538263"/>
                  </a:lnTo>
                  <a:lnTo>
                    <a:pt x="216978" y="502379"/>
                  </a:lnTo>
                  <a:close/>
                  <a:moveTo>
                    <a:pt x="25583" y="502379"/>
                  </a:moveTo>
                  <a:lnTo>
                    <a:pt x="73432" y="502379"/>
                  </a:lnTo>
                  <a:lnTo>
                    <a:pt x="73432" y="466495"/>
                  </a:lnTo>
                  <a:close/>
                  <a:moveTo>
                    <a:pt x="25583" y="502379"/>
                  </a:moveTo>
                  <a:lnTo>
                    <a:pt x="73432" y="466495"/>
                  </a:lnTo>
                  <a:lnTo>
                    <a:pt x="25583" y="466495"/>
                  </a:lnTo>
                  <a:close/>
                  <a:moveTo>
                    <a:pt x="169130" y="502379"/>
                  </a:moveTo>
                  <a:lnTo>
                    <a:pt x="216978" y="502379"/>
                  </a:lnTo>
                  <a:lnTo>
                    <a:pt x="216978" y="466495"/>
                  </a:lnTo>
                  <a:close/>
                  <a:moveTo>
                    <a:pt x="169130" y="502379"/>
                  </a:moveTo>
                  <a:lnTo>
                    <a:pt x="216978" y="466495"/>
                  </a:lnTo>
                  <a:lnTo>
                    <a:pt x="169130" y="466495"/>
                  </a:lnTo>
                  <a:close/>
                  <a:moveTo>
                    <a:pt x="73432" y="466495"/>
                  </a:moveTo>
                  <a:lnTo>
                    <a:pt x="73432" y="430610"/>
                  </a:lnTo>
                  <a:lnTo>
                    <a:pt x="25583" y="466495"/>
                  </a:lnTo>
                  <a:close/>
                  <a:moveTo>
                    <a:pt x="73432" y="466495"/>
                  </a:moveTo>
                  <a:lnTo>
                    <a:pt x="121281" y="466495"/>
                  </a:lnTo>
                  <a:lnTo>
                    <a:pt x="121281" y="430610"/>
                  </a:lnTo>
                  <a:close/>
                  <a:moveTo>
                    <a:pt x="73432" y="466495"/>
                  </a:moveTo>
                  <a:lnTo>
                    <a:pt x="121281" y="430610"/>
                  </a:lnTo>
                  <a:lnTo>
                    <a:pt x="73432" y="430610"/>
                  </a:lnTo>
                  <a:close/>
                  <a:moveTo>
                    <a:pt x="121281" y="466495"/>
                  </a:moveTo>
                  <a:lnTo>
                    <a:pt x="169130" y="466495"/>
                  </a:lnTo>
                  <a:lnTo>
                    <a:pt x="169130" y="430610"/>
                  </a:lnTo>
                  <a:close/>
                  <a:moveTo>
                    <a:pt x="121281" y="466495"/>
                  </a:moveTo>
                  <a:lnTo>
                    <a:pt x="169130" y="430610"/>
                  </a:lnTo>
                  <a:lnTo>
                    <a:pt x="121281" y="430610"/>
                  </a:lnTo>
                  <a:close/>
                  <a:moveTo>
                    <a:pt x="169130" y="466495"/>
                  </a:moveTo>
                  <a:lnTo>
                    <a:pt x="216978" y="466495"/>
                  </a:lnTo>
                  <a:lnTo>
                    <a:pt x="216978" y="430610"/>
                  </a:lnTo>
                  <a:close/>
                  <a:moveTo>
                    <a:pt x="169130" y="466495"/>
                  </a:moveTo>
                  <a:lnTo>
                    <a:pt x="216978" y="430610"/>
                  </a:lnTo>
                  <a:lnTo>
                    <a:pt x="169130" y="430610"/>
                  </a:lnTo>
                  <a:close/>
                  <a:moveTo>
                    <a:pt x="121281" y="430610"/>
                  </a:moveTo>
                  <a:lnTo>
                    <a:pt x="121281" y="394726"/>
                  </a:lnTo>
                  <a:lnTo>
                    <a:pt x="73432" y="430610"/>
                  </a:lnTo>
                  <a:close/>
                  <a:moveTo>
                    <a:pt x="121281" y="430610"/>
                  </a:moveTo>
                  <a:lnTo>
                    <a:pt x="169130" y="430610"/>
                  </a:lnTo>
                  <a:lnTo>
                    <a:pt x="169130" y="394726"/>
                  </a:lnTo>
                  <a:close/>
                  <a:moveTo>
                    <a:pt x="121281" y="430610"/>
                  </a:moveTo>
                  <a:lnTo>
                    <a:pt x="169130" y="394726"/>
                  </a:lnTo>
                  <a:lnTo>
                    <a:pt x="121281" y="394726"/>
                  </a:lnTo>
                  <a:close/>
                  <a:moveTo>
                    <a:pt x="169130" y="430610"/>
                  </a:moveTo>
                  <a:lnTo>
                    <a:pt x="216978" y="430610"/>
                  </a:lnTo>
                  <a:lnTo>
                    <a:pt x="216978" y="394726"/>
                  </a:lnTo>
                  <a:close/>
                  <a:moveTo>
                    <a:pt x="169130" y="430610"/>
                  </a:moveTo>
                  <a:lnTo>
                    <a:pt x="216978" y="394726"/>
                  </a:lnTo>
                  <a:lnTo>
                    <a:pt x="169130" y="394726"/>
                  </a:lnTo>
                  <a:close/>
                  <a:moveTo>
                    <a:pt x="121281" y="394726"/>
                  </a:moveTo>
                  <a:lnTo>
                    <a:pt x="169130" y="394726"/>
                  </a:lnTo>
                  <a:lnTo>
                    <a:pt x="169130" y="358842"/>
                  </a:lnTo>
                  <a:close/>
                  <a:moveTo>
                    <a:pt x="169130" y="394726"/>
                  </a:moveTo>
                  <a:lnTo>
                    <a:pt x="216978" y="394726"/>
                  </a:lnTo>
                  <a:lnTo>
                    <a:pt x="216978" y="358842"/>
                  </a:lnTo>
                  <a:close/>
                  <a:moveTo>
                    <a:pt x="169130" y="394726"/>
                  </a:moveTo>
                  <a:lnTo>
                    <a:pt x="216978" y="358842"/>
                  </a:lnTo>
                  <a:lnTo>
                    <a:pt x="169130" y="358842"/>
                  </a:lnTo>
                  <a:close/>
                  <a:moveTo>
                    <a:pt x="169130" y="358842"/>
                  </a:moveTo>
                  <a:lnTo>
                    <a:pt x="216978" y="358842"/>
                  </a:lnTo>
                  <a:lnTo>
                    <a:pt x="216978" y="322958"/>
                  </a:lnTo>
                  <a:close/>
                  <a:moveTo>
                    <a:pt x="169130" y="358842"/>
                  </a:moveTo>
                  <a:lnTo>
                    <a:pt x="216978" y="322958"/>
                  </a:lnTo>
                  <a:lnTo>
                    <a:pt x="169130" y="322958"/>
                  </a:lnTo>
                  <a:close/>
                  <a:moveTo>
                    <a:pt x="121281" y="322958"/>
                  </a:moveTo>
                  <a:lnTo>
                    <a:pt x="169130" y="322958"/>
                  </a:lnTo>
                  <a:lnTo>
                    <a:pt x="169130" y="287074"/>
                  </a:lnTo>
                  <a:close/>
                  <a:moveTo>
                    <a:pt x="121281" y="322958"/>
                  </a:moveTo>
                  <a:lnTo>
                    <a:pt x="169130" y="287074"/>
                  </a:lnTo>
                  <a:lnTo>
                    <a:pt x="121281" y="287074"/>
                  </a:lnTo>
                  <a:close/>
                  <a:moveTo>
                    <a:pt x="169130" y="322958"/>
                  </a:moveTo>
                  <a:lnTo>
                    <a:pt x="216978" y="322958"/>
                  </a:lnTo>
                  <a:lnTo>
                    <a:pt x="216978" y="287074"/>
                  </a:lnTo>
                  <a:close/>
                  <a:moveTo>
                    <a:pt x="169130" y="322958"/>
                  </a:moveTo>
                  <a:lnTo>
                    <a:pt x="216978" y="287074"/>
                  </a:lnTo>
                  <a:lnTo>
                    <a:pt x="169130" y="287074"/>
                  </a:lnTo>
                  <a:close/>
                  <a:moveTo>
                    <a:pt x="216978" y="287074"/>
                  </a:moveTo>
                  <a:lnTo>
                    <a:pt x="216978" y="322958"/>
                  </a:lnTo>
                  <a:lnTo>
                    <a:pt x="264827" y="287074"/>
                  </a:lnTo>
                  <a:close/>
                  <a:moveTo>
                    <a:pt x="77649" y="251189"/>
                  </a:moveTo>
                  <a:lnTo>
                    <a:pt x="121281" y="287074"/>
                  </a:lnTo>
                  <a:lnTo>
                    <a:pt x="121281" y="251189"/>
                  </a:lnTo>
                  <a:close/>
                  <a:moveTo>
                    <a:pt x="121281" y="287074"/>
                  </a:moveTo>
                  <a:lnTo>
                    <a:pt x="169130" y="287074"/>
                  </a:lnTo>
                  <a:lnTo>
                    <a:pt x="169130" y="251189"/>
                  </a:lnTo>
                  <a:close/>
                  <a:moveTo>
                    <a:pt x="121281" y="287074"/>
                  </a:moveTo>
                  <a:lnTo>
                    <a:pt x="169130" y="251189"/>
                  </a:lnTo>
                  <a:lnTo>
                    <a:pt x="121281" y="251189"/>
                  </a:lnTo>
                  <a:close/>
                  <a:moveTo>
                    <a:pt x="169130" y="287074"/>
                  </a:moveTo>
                  <a:lnTo>
                    <a:pt x="216978" y="287074"/>
                  </a:lnTo>
                  <a:lnTo>
                    <a:pt x="216978" y="251189"/>
                  </a:lnTo>
                  <a:close/>
                  <a:moveTo>
                    <a:pt x="169130" y="287074"/>
                  </a:moveTo>
                  <a:lnTo>
                    <a:pt x="216978" y="251189"/>
                  </a:lnTo>
                  <a:lnTo>
                    <a:pt x="169130" y="251189"/>
                  </a:lnTo>
                  <a:close/>
                  <a:moveTo>
                    <a:pt x="216978" y="287074"/>
                  </a:moveTo>
                  <a:lnTo>
                    <a:pt x="264827" y="251189"/>
                  </a:lnTo>
                  <a:lnTo>
                    <a:pt x="216978" y="251189"/>
                  </a:lnTo>
                  <a:close/>
                  <a:moveTo>
                    <a:pt x="121281" y="215305"/>
                  </a:moveTo>
                  <a:lnTo>
                    <a:pt x="73432" y="215305"/>
                  </a:lnTo>
                  <a:lnTo>
                    <a:pt x="121281" y="251189"/>
                  </a:lnTo>
                  <a:close/>
                  <a:moveTo>
                    <a:pt x="121281" y="251189"/>
                  </a:moveTo>
                  <a:lnTo>
                    <a:pt x="169130" y="251189"/>
                  </a:lnTo>
                  <a:lnTo>
                    <a:pt x="169130" y="215305"/>
                  </a:lnTo>
                  <a:close/>
                  <a:moveTo>
                    <a:pt x="169130" y="251189"/>
                  </a:moveTo>
                  <a:lnTo>
                    <a:pt x="216978" y="251189"/>
                  </a:lnTo>
                  <a:lnTo>
                    <a:pt x="216978" y="215305"/>
                  </a:lnTo>
                  <a:close/>
                  <a:moveTo>
                    <a:pt x="216978" y="251189"/>
                  </a:moveTo>
                  <a:lnTo>
                    <a:pt x="264827" y="251189"/>
                  </a:lnTo>
                  <a:lnTo>
                    <a:pt x="264827" y="215305"/>
                  </a:lnTo>
                  <a:close/>
                  <a:moveTo>
                    <a:pt x="216978" y="251189"/>
                  </a:moveTo>
                  <a:lnTo>
                    <a:pt x="264827" y="215305"/>
                  </a:lnTo>
                  <a:lnTo>
                    <a:pt x="216978" y="215305"/>
                  </a:lnTo>
                  <a:close/>
                  <a:moveTo>
                    <a:pt x="73432" y="215305"/>
                  </a:moveTo>
                  <a:lnTo>
                    <a:pt x="121281" y="215305"/>
                  </a:lnTo>
                  <a:lnTo>
                    <a:pt x="121281" y="179421"/>
                  </a:lnTo>
                  <a:close/>
                  <a:moveTo>
                    <a:pt x="73432" y="215305"/>
                  </a:moveTo>
                  <a:lnTo>
                    <a:pt x="121281" y="179421"/>
                  </a:lnTo>
                  <a:lnTo>
                    <a:pt x="73432" y="179421"/>
                  </a:lnTo>
                  <a:close/>
                  <a:moveTo>
                    <a:pt x="216978" y="215305"/>
                  </a:moveTo>
                  <a:lnTo>
                    <a:pt x="264827" y="215305"/>
                  </a:lnTo>
                  <a:lnTo>
                    <a:pt x="264827" y="179421"/>
                  </a:lnTo>
                  <a:close/>
                  <a:moveTo>
                    <a:pt x="216978" y="215305"/>
                  </a:moveTo>
                  <a:lnTo>
                    <a:pt x="264827" y="179421"/>
                  </a:lnTo>
                  <a:lnTo>
                    <a:pt x="216978" y="179421"/>
                  </a:lnTo>
                  <a:close/>
                  <a:moveTo>
                    <a:pt x="73432" y="179421"/>
                  </a:moveTo>
                  <a:lnTo>
                    <a:pt x="121281" y="179421"/>
                  </a:lnTo>
                  <a:lnTo>
                    <a:pt x="121281" y="143537"/>
                  </a:lnTo>
                  <a:close/>
                  <a:moveTo>
                    <a:pt x="73432" y="179421"/>
                  </a:moveTo>
                  <a:lnTo>
                    <a:pt x="121281" y="143537"/>
                  </a:lnTo>
                  <a:lnTo>
                    <a:pt x="73432" y="143537"/>
                  </a:lnTo>
                  <a:close/>
                  <a:moveTo>
                    <a:pt x="216978" y="179421"/>
                  </a:moveTo>
                  <a:lnTo>
                    <a:pt x="264827" y="179421"/>
                  </a:lnTo>
                  <a:lnTo>
                    <a:pt x="264827" y="143537"/>
                  </a:lnTo>
                  <a:close/>
                  <a:moveTo>
                    <a:pt x="264827" y="143537"/>
                  </a:moveTo>
                  <a:lnTo>
                    <a:pt x="264827" y="179421"/>
                  </a:lnTo>
                  <a:lnTo>
                    <a:pt x="290411" y="179421"/>
                  </a:lnTo>
                  <a:close/>
                  <a:moveTo>
                    <a:pt x="121281" y="143537"/>
                  </a:moveTo>
                  <a:lnTo>
                    <a:pt x="121281" y="107653"/>
                  </a:lnTo>
                  <a:lnTo>
                    <a:pt x="73432" y="143537"/>
                  </a:lnTo>
                  <a:close/>
                  <a:moveTo>
                    <a:pt x="121281" y="143537"/>
                  </a:moveTo>
                  <a:lnTo>
                    <a:pt x="169130" y="107653"/>
                  </a:lnTo>
                  <a:lnTo>
                    <a:pt x="121281" y="107653"/>
                  </a:lnTo>
                  <a:close/>
                  <a:moveTo>
                    <a:pt x="216978" y="143537"/>
                  </a:moveTo>
                  <a:lnTo>
                    <a:pt x="264827" y="143537"/>
                  </a:lnTo>
                  <a:lnTo>
                    <a:pt x="264827" y="107653"/>
                  </a:lnTo>
                  <a:close/>
                  <a:moveTo>
                    <a:pt x="264827" y="107653"/>
                  </a:moveTo>
                  <a:lnTo>
                    <a:pt x="264827" y="143537"/>
                  </a:lnTo>
                  <a:lnTo>
                    <a:pt x="298508" y="143537"/>
                  </a:lnTo>
                  <a:close/>
                  <a:moveTo>
                    <a:pt x="121281" y="107653"/>
                  </a:moveTo>
                  <a:lnTo>
                    <a:pt x="169130" y="107653"/>
                  </a:lnTo>
                  <a:lnTo>
                    <a:pt x="169130" y="71768"/>
                  </a:lnTo>
                  <a:close/>
                  <a:moveTo>
                    <a:pt x="121281" y="107653"/>
                  </a:moveTo>
                  <a:lnTo>
                    <a:pt x="169130" y="71768"/>
                  </a:lnTo>
                  <a:lnTo>
                    <a:pt x="121281" y="71768"/>
                  </a:lnTo>
                  <a:close/>
                  <a:moveTo>
                    <a:pt x="169130" y="107653"/>
                  </a:moveTo>
                  <a:lnTo>
                    <a:pt x="216978" y="71768"/>
                  </a:lnTo>
                  <a:lnTo>
                    <a:pt x="169130" y="71768"/>
                  </a:lnTo>
                  <a:close/>
                  <a:moveTo>
                    <a:pt x="216978" y="107653"/>
                  </a:moveTo>
                  <a:lnTo>
                    <a:pt x="264827" y="107653"/>
                  </a:lnTo>
                  <a:lnTo>
                    <a:pt x="264827" y="71768"/>
                  </a:lnTo>
                  <a:close/>
                  <a:moveTo>
                    <a:pt x="216978" y="107653"/>
                  </a:moveTo>
                  <a:lnTo>
                    <a:pt x="264827" y="71768"/>
                  </a:lnTo>
                  <a:lnTo>
                    <a:pt x="216978" y="71768"/>
                  </a:lnTo>
                  <a:close/>
                  <a:moveTo>
                    <a:pt x="264827" y="71768"/>
                  </a:moveTo>
                  <a:lnTo>
                    <a:pt x="264827" y="107653"/>
                  </a:lnTo>
                  <a:lnTo>
                    <a:pt x="312676" y="71768"/>
                  </a:lnTo>
                  <a:close/>
                  <a:moveTo>
                    <a:pt x="169130" y="71768"/>
                  </a:moveTo>
                  <a:lnTo>
                    <a:pt x="169130" y="35884"/>
                  </a:lnTo>
                  <a:lnTo>
                    <a:pt x="121281" y="71768"/>
                  </a:lnTo>
                  <a:close/>
                  <a:moveTo>
                    <a:pt x="169130" y="71768"/>
                  </a:moveTo>
                  <a:lnTo>
                    <a:pt x="216978" y="71768"/>
                  </a:lnTo>
                  <a:lnTo>
                    <a:pt x="216978" y="35884"/>
                  </a:lnTo>
                  <a:close/>
                  <a:moveTo>
                    <a:pt x="169130" y="71768"/>
                  </a:moveTo>
                  <a:lnTo>
                    <a:pt x="216978" y="35884"/>
                  </a:lnTo>
                  <a:lnTo>
                    <a:pt x="169130" y="35884"/>
                  </a:lnTo>
                  <a:close/>
                  <a:moveTo>
                    <a:pt x="216978" y="71768"/>
                  </a:moveTo>
                  <a:lnTo>
                    <a:pt x="264827" y="71768"/>
                  </a:lnTo>
                  <a:lnTo>
                    <a:pt x="264827" y="35884"/>
                  </a:lnTo>
                  <a:close/>
                  <a:moveTo>
                    <a:pt x="216978" y="71768"/>
                  </a:moveTo>
                  <a:lnTo>
                    <a:pt x="264827" y="35884"/>
                  </a:lnTo>
                  <a:lnTo>
                    <a:pt x="216978" y="35884"/>
                  </a:lnTo>
                  <a:close/>
                  <a:moveTo>
                    <a:pt x="264827" y="71768"/>
                  </a:moveTo>
                  <a:lnTo>
                    <a:pt x="312676" y="71768"/>
                  </a:lnTo>
                  <a:lnTo>
                    <a:pt x="312676" y="35884"/>
                  </a:lnTo>
                  <a:close/>
                  <a:moveTo>
                    <a:pt x="264827" y="71768"/>
                  </a:moveTo>
                  <a:lnTo>
                    <a:pt x="312676" y="35884"/>
                  </a:lnTo>
                  <a:lnTo>
                    <a:pt x="264827" y="35884"/>
                  </a:lnTo>
                  <a:close/>
                  <a:moveTo>
                    <a:pt x="216978" y="35884"/>
                  </a:moveTo>
                  <a:lnTo>
                    <a:pt x="216978" y="0"/>
                  </a:lnTo>
                  <a:lnTo>
                    <a:pt x="169130" y="35884"/>
                  </a:lnTo>
                  <a:close/>
                  <a:moveTo>
                    <a:pt x="216978" y="35884"/>
                  </a:moveTo>
                  <a:lnTo>
                    <a:pt x="264827" y="35884"/>
                  </a:lnTo>
                  <a:lnTo>
                    <a:pt x="264827" y="0"/>
                  </a:lnTo>
                  <a:close/>
                  <a:moveTo>
                    <a:pt x="216978" y="35884"/>
                  </a:moveTo>
                  <a:lnTo>
                    <a:pt x="264827" y="0"/>
                  </a:lnTo>
                  <a:lnTo>
                    <a:pt x="216978" y="0"/>
                  </a:lnTo>
                  <a:close/>
                  <a:moveTo>
                    <a:pt x="264827" y="35884"/>
                  </a:moveTo>
                  <a:lnTo>
                    <a:pt x="312676" y="35884"/>
                  </a:lnTo>
                  <a:lnTo>
                    <a:pt x="264827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3950" name="Candidate_B1__3949">
              <a:extLst>
                <a:ext uri="{FF2B5EF4-FFF2-40B4-BE49-F238E27FC236}">
                  <a16:creationId xmlns:a16="http://schemas.microsoft.com/office/drawing/2014/main" id="{78D89C79-CDBF-C9AF-6CE0-B2DB2FC94422}"/>
                </a:ext>
              </a:extLst>
            </p:cNvPr>
            <p:cNvSpPr>
              <a:spLocks noGrp="1"/>
            </p:cNvSpPr>
            <p:nvPr/>
          </p:nvSpPr>
          <p:spPr>
            <a:xfrm>
              <a:off x="4230345" y="2411388"/>
              <a:ext cx="191395" cy="466495"/>
            </a:xfrm>
            <a:custGeom>
              <a:avLst/>
              <a:gdLst/>
              <a:ahLst/>
              <a:cxnLst/>
              <a:rect l="0" t="0" r="0" b="0"/>
              <a:pathLst>
                <a:path w="191395" h="466495">
                  <a:moveTo>
                    <a:pt x="0" y="466495"/>
                  </a:moveTo>
                  <a:lnTo>
                    <a:pt x="47849" y="466495"/>
                  </a:lnTo>
                  <a:lnTo>
                    <a:pt x="47849" y="430610"/>
                  </a:lnTo>
                  <a:close/>
                  <a:moveTo>
                    <a:pt x="0" y="466495"/>
                  </a:moveTo>
                  <a:lnTo>
                    <a:pt x="47849" y="430610"/>
                  </a:lnTo>
                  <a:lnTo>
                    <a:pt x="0" y="430610"/>
                  </a:lnTo>
                  <a:close/>
                  <a:moveTo>
                    <a:pt x="47849" y="466495"/>
                  </a:moveTo>
                  <a:lnTo>
                    <a:pt x="95698" y="430610"/>
                  </a:lnTo>
                  <a:lnTo>
                    <a:pt x="47849" y="430610"/>
                  </a:lnTo>
                  <a:close/>
                  <a:moveTo>
                    <a:pt x="0" y="430610"/>
                  </a:moveTo>
                  <a:lnTo>
                    <a:pt x="47849" y="430610"/>
                  </a:lnTo>
                  <a:lnTo>
                    <a:pt x="47849" y="394726"/>
                  </a:lnTo>
                  <a:close/>
                  <a:moveTo>
                    <a:pt x="0" y="430610"/>
                  </a:moveTo>
                  <a:lnTo>
                    <a:pt x="47849" y="394726"/>
                  </a:lnTo>
                  <a:lnTo>
                    <a:pt x="0" y="394726"/>
                  </a:lnTo>
                  <a:close/>
                  <a:moveTo>
                    <a:pt x="47849" y="430610"/>
                  </a:moveTo>
                  <a:lnTo>
                    <a:pt x="95698" y="430610"/>
                  </a:lnTo>
                  <a:lnTo>
                    <a:pt x="95698" y="394726"/>
                  </a:lnTo>
                  <a:close/>
                  <a:moveTo>
                    <a:pt x="47849" y="430610"/>
                  </a:moveTo>
                  <a:lnTo>
                    <a:pt x="95698" y="394726"/>
                  </a:lnTo>
                  <a:lnTo>
                    <a:pt x="47849" y="394726"/>
                  </a:lnTo>
                  <a:close/>
                  <a:moveTo>
                    <a:pt x="47849" y="179421"/>
                  </a:moveTo>
                  <a:lnTo>
                    <a:pt x="95698" y="143537"/>
                  </a:lnTo>
                  <a:lnTo>
                    <a:pt x="47849" y="143537"/>
                  </a:lnTo>
                  <a:close/>
                  <a:moveTo>
                    <a:pt x="95698" y="179421"/>
                  </a:moveTo>
                  <a:lnTo>
                    <a:pt x="143546" y="143537"/>
                  </a:lnTo>
                  <a:lnTo>
                    <a:pt x="95698" y="143537"/>
                  </a:lnTo>
                  <a:close/>
                  <a:moveTo>
                    <a:pt x="47849" y="143537"/>
                  </a:moveTo>
                  <a:lnTo>
                    <a:pt x="95698" y="143537"/>
                  </a:lnTo>
                  <a:lnTo>
                    <a:pt x="95698" y="107653"/>
                  </a:lnTo>
                  <a:close/>
                  <a:moveTo>
                    <a:pt x="47849" y="143537"/>
                  </a:moveTo>
                  <a:lnTo>
                    <a:pt x="95698" y="107653"/>
                  </a:lnTo>
                  <a:lnTo>
                    <a:pt x="47849" y="107653"/>
                  </a:lnTo>
                  <a:close/>
                  <a:moveTo>
                    <a:pt x="95698" y="143537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95698" y="143537"/>
                  </a:moveTo>
                  <a:lnTo>
                    <a:pt x="143546" y="107653"/>
                  </a:lnTo>
                  <a:lnTo>
                    <a:pt x="95698" y="107653"/>
                  </a:lnTo>
                  <a:close/>
                  <a:moveTo>
                    <a:pt x="47849" y="107653"/>
                  </a:moveTo>
                  <a:lnTo>
                    <a:pt x="95698" y="107653"/>
                  </a:lnTo>
                  <a:lnTo>
                    <a:pt x="95698" y="71768"/>
                  </a:lnTo>
                  <a:close/>
                  <a:moveTo>
                    <a:pt x="47849" y="107653"/>
                  </a:moveTo>
                  <a:lnTo>
                    <a:pt x="95698" y="71768"/>
                  </a:lnTo>
                  <a:lnTo>
                    <a:pt x="47849" y="71768"/>
                  </a:lnTo>
                  <a:close/>
                  <a:moveTo>
                    <a:pt x="95698" y="107653"/>
                  </a:moveTo>
                  <a:lnTo>
                    <a:pt x="143546" y="107653"/>
                  </a:lnTo>
                  <a:lnTo>
                    <a:pt x="143546" y="71768"/>
                  </a:lnTo>
                  <a:close/>
                  <a:moveTo>
                    <a:pt x="95698" y="107653"/>
                  </a:moveTo>
                  <a:lnTo>
                    <a:pt x="143546" y="71768"/>
                  </a:lnTo>
                  <a:lnTo>
                    <a:pt x="95698" y="71768"/>
                  </a:lnTo>
                  <a:close/>
                  <a:moveTo>
                    <a:pt x="143546" y="107653"/>
                  </a:moveTo>
                  <a:lnTo>
                    <a:pt x="191395" y="71768"/>
                  </a:lnTo>
                  <a:lnTo>
                    <a:pt x="143546" y="71768"/>
                  </a:lnTo>
                  <a:close/>
                  <a:moveTo>
                    <a:pt x="47849" y="71768"/>
                  </a:moveTo>
                  <a:lnTo>
                    <a:pt x="95698" y="71768"/>
                  </a:lnTo>
                  <a:lnTo>
                    <a:pt x="95698" y="35884"/>
                  </a:lnTo>
                  <a:close/>
                  <a:moveTo>
                    <a:pt x="95698" y="71768"/>
                  </a:moveTo>
                  <a:lnTo>
                    <a:pt x="143546" y="71768"/>
                  </a:lnTo>
                  <a:lnTo>
                    <a:pt x="143546" y="35884"/>
                  </a:lnTo>
                  <a:close/>
                  <a:moveTo>
                    <a:pt x="95698" y="71768"/>
                  </a:moveTo>
                  <a:lnTo>
                    <a:pt x="143546" y="35884"/>
                  </a:lnTo>
                  <a:lnTo>
                    <a:pt x="95698" y="35884"/>
                  </a:lnTo>
                  <a:close/>
                  <a:moveTo>
                    <a:pt x="143546" y="71768"/>
                  </a:moveTo>
                  <a:lnTo>
                    <a:pt x="191395" y="35884"/>
                  </a:lnTo>
                  <a:lnTo>
                    <a:pt x="143546" y="35884"/>
                  </a:lnTo>
                  <a:close/>
                  <a:moveTo>
                    <a:pt x="95698" y="35884"/>
                  </a:moveTo>
                  <a:lnTo>
                    <a:pt x="143546" y="35884"/>
                  </a:lnTo>
                  <a:lnTo>
                    <a:pt x="143546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3951" name="label__3950">
            <a:extLst>
              <a:ext uri="{FF2B5EF4-FFF2-40B4-BE49-F238E27FC236}">
                <a16:creationId xmlns:a16="http://schemas.microsoft.com/office/drawing/2014/main" id="{7A56397E-2AEB-4EE2-C040-F392CA579551}"/>
              </a:ext>
            </a:extLst>
          </p:cNvPr>
          <p:cNvSpPr>
            <a:spLocks noGrp="1"/>
          </p:cNvSpPr>
          <p:nvPr/>
        </p:nvSpPr>
        <p:spPr>
          <a:xfrm>
            <a:off x="4675116" y="2071585"/>
            <a:ext cx="96212" cy="714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469872"/>
                </a:solidFill>
                <a:latin typeface="Arial"/>
                <a:ea typeface="Arial"/>
                <a:cs typeface="Arial"/>
              </a:defRPr>
            </a:pPr>
            <a:r>
              <a:rPr sz="416" b="1" dirty="0">
                <a:solidFill>
                  <a:srgbClr val="469872"/>
                </a:solidFill>
                <a:latin typeface="Arial"/>
                <a:ea typeface="Arial"/>
                <a:cs typeface="Arial"/>
              </a:rPr>
              <a:t>B1</a:t>
            </a:r>
          </a:p>
        </p:txBody>
      </p:sp>
      <p:grpSp>
        <p:nvGrpSpPr>
          <p:cNvPr id="6218" name="Candidate_B2">
            <a:extLst>
              <a:ext uri="{FF2B5EF4-FFF2-40B4-BE49-F238E27FC236}">
                <a16:creationId xmlns:a16="http://schemas.microsoft.com/office/drawing/2014/main" id="{4CB23180-B747-59C4-C4EB-229892B54127}"/>
              </a:ext>
            </a:extLst>
          </p:cNvPr>
          <p:cNvGrpSpPr/>
          <p:nvPr/>
        </p:nvGrpSpPr>
        <p:grpSpPr>
          <a:xfrm>
            <a:off x="5037698" y="2431693"/>
            <a:ext cx="134697" cy="203420"/>
            <a:chOff x="5805488" y="3743325"/>
            <a:chExt cx="466725" cy="704850"/>
          </a:xfrm>
        </p:grpSpPr>
        <p:sp>
          <p:nvSpPr>
            <p:cNvPr id="3952" name="Candidate_B2__3951">
              <a:extLst>
                <a:ext uri="{FF2B5EF4-FFF2-40B4-BE49-F238E27FC236}">
                  <a16:creationId xmlns:a16="http://schemas.microsoft.com/office/drawing/2014/main" id="{29368BB5-70D4-81D9-4E37-7D9372995C21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33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129832" y="704404"/>
                  </a:moveTo>
                  <a:lnTo>
                    <a:pt x="81983" y="692757"/>
                  </a:lnTo>
                  <a:lnTo>
                    <a:pt x="129832" y="693382"/>
                  </a:lnTo>
                  <a:close/>
                  <a:moveTo>
                    <a:pt x="129832" y="704404"/>
                  </a:moveTo>
                  <a:lnTo>
                    <a:pt x="129832" y="693382"/>
                  </a:lnTo>
                  <a:lnTo>
                    <a:pt x="177681" y="704850"/>
                  </a:lnTo>
                  <a:close/>
                  <a:moveTo>
                    <a:pt x="177681" y="704850"/>
                  </a:moveTo>
                  <a:lnTo>
                    <a:pt x="177681" y="694035"/>
                  </a:lnTo>
                  <a:lnTo>
                    <a:pt x="225530" y="694518"/>
                  </a:lnTo>
                  <a:close/>
                  <a:moveTo>
                    <a:pt x="276610" y="656342"/>
                  </a:moveTo>
                  <a:lnTo>
                    <a:pt x="293701" y="656342"/>
                  </a:lnTo>
                  <a:lnTo>
                    <a:pt x="273379" y="671513"/>
                  </a:lnTo>
                  <a:close/>
                  <a:moveTo>
                    <a:pt x="315843" y="620457"/>
                  </a:moveTo>
                  <a:lnTo>
                    <a:pt x="321227" y="628671"/>
                  </a:lnTo>
                  <a:lnTo>
                    <a:pt x="293701" y="656342"/>
                  </a:lnTo>
                  <a:close/>
                  <a:moveTo>
                    <a:pt x="3309" y="620457"/>
                  </a:moveTo>
                  <a:lnTo>
                    <a:pt x="18540" y="620457"/>
                  </a:lnTo>
                  <a:lnTo>
                    <a:pt x="24946" y="656342"/>
                  </a:lnTo>
                  <a:close/>
                  <a:moveTo>
                    <a:pt x="13874" y="584573"/>
                  </a:moveTo>
                  <a:lnTo>
                    <a:pt x="3309" y="620457"/>
                  </a:lnTo>
                  <a:lnTo>
                    <a:pt x="0" y="584573"/>
                  </a:lnTo>
                  <a:close/>
                  <a:moveTo>
                    <a:pt x="23823" y="548689"/>
                  </a:moveTo>
                  <a:lnTo>
                    <a:pt x="0" y="584573"/>
                  </a:lnTo>
                  <a:lnTo>
                    <a:pt x="10555" y="548689"/>
                  </a:lnTo>
                  <a:close/>
                  <a:moveTo>
                    <a:pt x="355764" y="584573"/>
                  </a:moveTo>
                  <a:lnTo>
                    <a:pt x="328549" y="620457"/>
                  </a:lnTo>
                  <a:lnTo>
                    <a:pt x="347311" y="584573"/>
                  </a:lnTo>
                  <a:close/>
                  <a:moveTo>
                    <a:pt x="355764" y="584573"/>
                  </a:moveTo>
                  <a:lnTo>
                    <a:pt x="347311" y="584573"/>
                  </a:lnTo>
                  <a:lnTo>
                    <a:pt x="369076" y="566498"/>
                  </a:lnTo>
                  <a:close/>
                  <a:moveTo>
                    <a:pt x="10555" y="548689"/>
                  </a:moveTo>
                  <a:lnTo>
                    <a:pt x="32179" y="512805"/>
                  </a:lnTo>
                  <a:lnTo>
                    <a:pt x="23823" y="548689"/>
                  </a:lnTo>
                  <a:close/>
                  <a:moveTo>
                    <a:pt x="377739" y="548689"/>
                  </a:moveTo>
                  <a:lnTo>
                    <a:pt x="382585" y="548689"/>
                  </a:lnTo>
                  <a:lnTo>
                    <a:pt x="369076" y="566498"/>
                  </a:lnTo>
                  <a:close/>
                  <a:moveTo>
                    <a:pt x="407065" y="512805"/>
                  </a:moveTo>
                  <a:lnTo>
                    <a:pt x="382585" y="548689"/>
                  </a:lnTo>
                  <a:lnTo>
                    <a:pt x="405273" y="512805"/>
                  </a:lnTo>
                  <a:close/>
                  <a:moveTo>
                    <a:pt x="43163" y="512805"/>
                  </a:moveTo>
                  <a:lnTo>
                    <a:pt x="34135" y="509993"/>
                  </a:lnTo>
                  <a:lnTo>
                    <a:pt x="54572" y="476921"/>
                  </a:lnTo>
                  <a:close/>
                  <a:moveTo>
                    <a:pt x="407065" y="512805"/>
                  </a:moveTo>
                  <a:lnTo>
                    <a:pt x="405273" y="512805"/>
                  </a:lnTo>
                  <a:lnTo>
                    <a:pt x="416925" y="492776"/>
                  </a:lnTo>
                  <a:close/>
                  <a:moveTo>
                    <a:pt x="77429" y="441036"/>
                  </a:moveTo>
                  <a:lnTo>
                    <a:pt x="54572" y="476921"/>
                  </a:lnTo>
                  <a:lnTo>
                    <a:pt x="71053" y="441036"/>
                  </a:lnTo>
                  <a:close/>
                  <a:moveTo>
                    <a:pt x="424545" y="476921"/>
                  </a:moveTo>
                  <a:lnTo>
                    <a:pt x="425067" y="476921"/>
                  </a:lnTo>
                  <a:lnTo>
                    <a:pt x="416925" y="492776"/>
                  </a:lnTo>
                  <a:close/>
                  <a:moveTo>
                    <a:pt x="433095" y="441036"/>
                  </a:moveTo>
                  <a:lnTo>
                    <a:pt x="425067" y="476921"/>
                  </a:lnTo>
                  <a:lnTo>
                    <a:pt x="432783" y="441036"/>
                  </a:lnTo>
                  <a:close/>
                  <a:moveTo>
                    <a:pt x="71053" y="441036"/>
                  </a:moveTo>
                  <a:lnTo>
                    <a:pt x="77677" y="405152"/>
                  </a:lnTo>
                  <a:lnTo>
                    <a:pt x="77429" y="441036"/>
                  </a:lnTo>
                  <a:close/>
                  <a:moveTo>
                    <a:pt x="430903" y="405152"/>
                  </a:moveTo>
                  <a:lnTo>
                    <a:pt x="433095" y="441036"/>
                  </a:lnTo>
                  <a:lnTo>
                    <a:pt x="429788" y="405152"/>
                  </a:lnTo>
                  <a:close/>
                  <a:moveTo>
                    <a:pt x="421806" y="369268"/>
                  </a:moveTo>
                  <a:lnTo>
                    <a:pt x="430903" y="405152"/>
                  </a:lnTo>
                  <a:lnTo>
                    <a:pt x="418538" y="369268"/>
                  </a:lnTo>
                  <a:close/>
                  <a:moveTo>
                    <a:pt x="416925" y="364720"/>
                  </a:moveTo>
                  <a:lnTo>
                    <a:pt x="416925" y="351482"/>
                  </a:lnTo>
                  <a:lnTo>
                    <a:pt x="421806" y="369268"/>
                  </a:lnTo>
                  <a:close/>
                  <a:moveTo>
                    <a:pt x="416925" y="351482"/>
                  </a:moveTo>
                  <a:lnTo>
                    <a:pt x="416925" y="364720"/>
                  </a:lnTo>
                  <a:lnTo>
                    <a:pt x="412675" y="333384"/>
                  </a:lnTo>
                  <a:close/>
                  <a:moveTo>
                    <a:pt x="65716" y="333384"/>
                  </a:moveTo>
                  <a:lnTo>
                    <a:pt x="77004" y="333384"/>
                  </a:lnTo>
                  <a:lnTo>
                    <a:pt x="74239" y="369268"/>
                  </a:lnTo>
                  <a:close/>
                  <a:moveTo>
                    <a:pt x="71970" y="297499"/>
                  </a:moveTo>
                  <a:lnTo>
                    <a:pt x="65716" y="333384"/>
                  </a:lnTo>
                  <a:lnTo>
                    <a:pt x="59345" y="297499"/>
                  </a:lnTo>
                  <a:close/>
                  <a:moveTo>
                    <a:pt x="409196" y="297499"/>
                  </a:moveTo>
                  <a:lnTo>
                    <a:pt x="412675" y="333384"/>
                  </a:lnTo>
                  <a:lnTo>
                    <a:pt x="400824" y="297499"/>
                  </a:lnTo>
                  <a:close/>
                  <a:moveTo>
                    <a:pt x="73541" y="261615"/>
                  </a:moveTo>
                  <a:lnTo>
                    <a:pt x="59345" y="297499"/>
                  </a:lnTo>
                  <a:lnTo>
                    <a:pt x="60057" y="261615"/>
                  </a:lnTo>
                  <a:close/>
                  <a:moveTo>
                    <a:pt x="412689" y="261615"/>
                  </a:moveTo>
                  <a:lnTo>
                    <a:pt x="409196" y="297499"/>
                  </a:lnTo>
                  <a:lnTo>
                    <a:pt x="402930" y="261615"/>
                  </a:lnTo>
                  <a:close/>
                  <a:moveTo>
                    <a:pt x="60057" y="261615"/>
                  </a:moveTo>
                  <a:lnTo>
                    <a:pt x="69701" y="225731"/>
                  </a:lnTo>
                  <a:lnTo>
                    <a:pt x="73541" y="261615"/>
                  </a:lnTo>
                  <a:close/>
                  <a:moveTo>
                    <a:pt x="414041" y="225731"/>
                  </a:moveTo>
                  <a:lnTo>
                    <a:pt x="416925" y="247369"/>
                  </a:lnTo>
                  <a:lnTo>
                    <a:pt x="412689" y="261615"/>
                  </a:lnTo>
                  <a:close/>
                  <a:moveTo>
                    <a:pt x="83723" y="225731"/>
                  </a:moveTo>
                  <a:lnTo>
                    <a:pt x="81983" y="200163"/>
                  </a:lnTo>
                  <a:lnTo>
                    <a:pt x="86762" y="189847"/>
                  </a:lnTo>
                  <a:close/>
                  <a:moveTo>
                    <a:pt x="116357" y="153963"/>
                  </a:moveTo>
                  <a:lnTo>
                    <a:pt x="86762" y="189847"/>
                  </a:lnTo>
                  <a:lnTo>
                    <a:pt x="105028" y="153963"/>
                  </a:lnTo>
                  <a:close/>
                  <a:moveTo>
                    <a:pt x="442757" y="189847"/>
                  </a:moveTo>
                  <a:lnTo>
                    <a:pt x="424800" y="225731"/>
                  </a:lnTo>
                  <a:lnTo>
                    <a:pt x="433345" y="189847"/>
                  </a:lnTo>
                  <a:close/>
                  <a:moveTo>
                    <a:pt x="458848" y="153963"/>
                  </a:moveTo>
                  <a:lnTo>
                    <a:pt x="442757" y="189847"/>
                  </a:lnTo>
                  <a:lnTo>
                    <a:pt x="450850" y="153963"/>
                  </a:lnTo>
                  <a:close/>
                  <a:moveTo>
                    <a:pt x="105028" y="153963"/>
                  </a:moveTo>
                  <a:lnTo>
                    <a:pt x="123642" y="118079"/>
                  </a:lnTo>
                  <a:lnTo>
                    <a:pt x="116357" y="153963"/>
                  </a:lnTo>
                  <a:close/>
                  <a:moveTo>
                    <a:pt x="459070" y="118079"/>
                  </a:moveTo>
                  <a:lnTo>
                    <a:pt x="464774" y="126234"/>
                  </a:lnTo>
                  <a:lnTo>
                    <a:pt x="458848" y="153963"/>
                  </a:lnTo>
                  <a:close/>
                  <a:moveTo>
                    <a:pt x="133551" y="118079"/>
                  </a:moveTo>
                  <a:lnTo>
                    <a:pt x="129832" y="107319"/>
                  </a:lnTo>
                  <a:lnTo>
                    <a:pt x="144348" y="82194"/>
                  </a:lnTo>
                  <a:close/>
                  <a:moveTo>
                    <a:pt x="144348" y="82194"/>
                  </a:moveTo>
                  <a:lnTo>
                    <a:pt x="175793" y="46310"/>
                  </a:lnTo>
                  <a:lnTo>
                    <a:pt x="153160" y="82194"/>
                  </a:lnTo>
                  <a:close/>
                  <a:moveTo>
                    <a:pt x="436976" y="46310"/>
                  </a:moveTo>
                  <a:lnTo>
                    <a:pt x="461104" y="82194"/>
                  </a:lnTo>
                  <a:lnTo>
                    <a:pt x="427658" y="46310"/>
                  </a:lnTo>
                  <a:close/>
                  <a:moveTo>
                    <a:pt x="225530" y="16032"/>
                  </a:moveTo>
                  <a:lnTo>
                    <a:pt x="225530" y="22216"/>
                  </a:lnTo>
                  <a:lnTo>
                    <a:pt x="177681" y="44751"/>
                  </a:lnTo>
                  <a:close/>
                  <a:moveTo>
                    <a:pt x="225530" y="16032"/>
                  </a:moveTo>
                  <a:lnTo>
                    <a:pt x="244186" y="10426"/>
                  </a:lnTo>
                  <a:lnTo>
                    <a:pt x="264429" y="10426"/>
                  </a:lnTo>
                  <a:close/>
                  <a:moveTo>
                    <a:pt x="369076" y="14233"/>
                  </a:moveTo>
                  <a:lnTo>
                    <a:pt x="374412" y="10426"/>
                  </a:lnTo>
                  <a:lnTo>
                    <a:pt x="416925" y="30615"/>
                  </a:lnTo>
                  <a:close/>
                  <a:moveTo>
                    <a:pt x="416925" y="37902"/>
                  </a:moveTo>
                  <a:lnTo>
                    <a:pt x="416925" y="30615"/>
                  </a:lnTo>
                  <a:lnTo>
                    <a:pt x="436976" y="46310"/>
                  </a:lnTo>
                  <a:close/>
                  <a:moveTo>
                    <a:pt x="273379" y="2397"/>
                  </a:moveTo>
                  <a:lnTo>
                    <a:pt x="264429" y="10426"/>
                  </a:lnTo>
                  <a:lnTo>
                    <a:pt x="244186" y="10426"/>
                  </a:lnTo>
                  <a:close/>
                  <a:moveTo>
                    <a:pt x="321227" y="0"/>
                  </a:moveTo>
                  <a:lnTo>
                    <a:pt x="273379" y="7957"/>
                  </a:lnTo>
                  <a:lnTo>
                    <a:pt x="273379" y="2397"/>
                  </a:lnTo>
                  <a:close/>
                  <a:moveTo>
                    <a:pt x="321227" y="0"/>
                  </a:moveTo>
                  <a:lnTo>
                    <a:pt x="369076" y="8357"/>
                  </a:lnTo>
                  <a:lnTo>
                    <a:pt x="321227" y="5408"/>
                  </a:lnTo>
                  <a:close/>
                  <a:moveTo>
                    <a:pt x="77677" y="405152"/>
                  </a:moveTo>
                  <a:lnTo>
                    <a:pt x="74239" y="369268"/>
                  </a:lnTo>
                  <a:lnTo>
                    <a:pt x="81983" y="369268"/>
                  </a:lnTo>
                  <a:close/>
                  <a:moveTo>
                    <a:pt x="81983" y="200163"/>
                  </a:moveTo>
                  <a:lnTo>
                    <a:pt x="81983" y="225731"/>
                  </a:lnTo>
                  <a:lnTo>
                    <a:pt x="69701" y="225731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3953" name="Candidate_B2__3952">
              <a:extLst>
                <a:ext uri="{FF2B5EF4-FFF2-40B4-BE49-F238E27FC236}">
                  <a16:creationId xmlns:a16="http://schemas.microsoft.com/office/drawing/2014/main" id="{C644913F-1C2D-EDFA-4D80-ABA32600805E}"/>
                </a:ext>
              </a:extLst>
            </p:cNvPr>
            <p:cNvSpPr>
              <a:spLocks noGrp="1"/>
            </p:cNvSpPr>
            <p:nvPr/>
          </p:nvSpPr>
          <p:spPr>
            <a:xfrm>
              <a:off x="5830434" y="3751682"/>
              <a:ext cx="441779" cy="686161"/>
            </a:xfrm>
            <a:custGeom>
              <a:avLst/>
              <a:gdLst/>
              <a:ahLst/>
              <a:cxnLst/>
              <a:rect l="0" t="0" r="0" b="0"/>
              <a:pathLst>
                <a:path w="441779" h="686161">
                  <a:moveTo>
                    <a:pt x="9188" y="647984"/>
                  </a:moveTo>
                  <a:lnTo>
                    <a:pt x="55866" y="683868"/>
                  </a:lnTo>
                  <a:lnTo>
                    <a:pt x="9188" y="656150"/>
                  </a:lnTo>
                  <a:close/>
                  <a:moveTo>
                    <a:pt x="9188" y="647984"/>
                  </a:moveTo>
                  <a:lnTo>
                    <a:pt x="57037" y="683868"/>
                  </a:lnTo>
                  <a:lnTo>
                    <a:pt x="55866" y="683868"/>
                  </a:lnTo>
                  <a:close/>
                  <a:moveTo>
                    <a:pt x="205993" y="683868"/>
                  </a:moveTo>
                  <a:lnTo>
                    <a:pt x="200583" y="683868"/>
                  </a:lnTo>
                  <a:lnTo>
                    <a:pt x="248432" y="663156"/>
                  </a:lnTo>
                  <a:close/>
                  <a:moveTo>
                    <a:pt x="439827" y="97478"/>
                  </a:moveTo>
                  <a:lnTo>
                    <a:pt x="439827" y="109721"/>
                  </a:lnTo>
                  <a:lnTo>
                    <a:pt x="436158" y="73837"/>
                  </a:lnTo>
                  <a:close/>
                  <a:moveTo>
                    <a:pt x="55866" y="683868"/>
                  </a:moveTo>
                  <a:lnTo>
                    <a:pt x="57037" y="683868"/>
                  </a:lnTo>
                  <a:lnTo>
                    <a:pt x="57037" y="684400"/>
                  </a:lnTo>
                  <a:close/>
                  <a:moveTo>
                    <a:pt x="205993" y="683868"/>
                  </a:moveTo>
                  <a:lnTo>
                    <a:pt x="200583" y="686161"/>
                  </a:lnTo>
                  <a:lnTo>
                    <a:pt x="200583" y="683868"/>
                  </a:lnTo>
                  <a:close/>
                  <a:moveTo>
                    <a:pt x="0" y="647984"/>
                  </a:moveTo>
                  <a:lnTo>
                    <a:pt x="9188" y="647984"/>
                  </a:lnTo>
                  <a:lnTo>
                    <a:pt x="9188" y="656150"/>
                  </a:lnTo>
                  <a:close/>
                  <a:moveTo>
                    <a:pt x="303603" y="612100"/>
                  </a:moveTo>
                  <a:lnTo>
                    <a:pt x="296281" y="620314"/>
                  </a:lnTo>
                  <a:lnTo>
                    <a:pt x="296281" y="612100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7232" y="504447"/>
                  </a:lnTo>
                  <a:close/>
                  <a:moveTo>
                    <a:pt x="399853" y="217374"/>
                  </a:moveTo>
                  <a:lnTo>
                    <a:pt x="391978" y="239011"/>
                  </a:lnTo>
                  <a:lnTo>
                    <a:pt x="391978" y="217374"/>
                  </a:lnTo>
                  <a:close/>
                  <a:moveTo>
                    <a:pt x="104886" y="98962"/>
                  </a:moveTo>
                  <a:lnTo>
                    <a:pt x="104886" y="109721"/>
                  </a:lnTo>
                  <a:lnTo>
                    <a:pt x="98696" y="109721"/>
                  </a:lnTo>
                  <a:close/>
                  <a:moveTo>
                    <a:pt x="441779" y="109721"/>
                  </a:moveTo>
                  <a:lnTo>
                    <a:pt x="439827" y="117877"/>
                  </a:lnTo>
                  <a:lnTo>
                    <a:pt x="439827" y="109721"/>
                  </a:lnTo>
                  <a:close/>
                  <a:moveTo>
                    <a:pt x="439827" y="97478"/>
                  </a:moveTo>
                  <a:lnTo>
                    <a:pt x="441779" y="109721"/>
                  </a:lnTo>
                  <a:lnTo>
                    <a:pt x="439827" y="109721"/>
                  </a:lnTo>
                  <a:close/>
                  <a:moveTo>
                    <a:pt x="152735" y="36393"/>
                  </a:moveTo>
                  <a:lnTo>
                    <a:pt x="152735" y="37953"/>
                  </a:lnTo>
                  <a:lnTo>
                    <a:pt x="150847" y="37953"/>
                  </a:lnTo>
                  <a:close/>
                  <a:moveTo>
                    <a:pt x="344130" y="0"/>
                  </a:moveTo>
                  <a:lnTo>
                    <a:pt x="349465" y="2069"/>
                  </a:lnTo>
                  <a:lnTo>
                    <a:pt x="344130" y="2069"/>
                  </a:lnTo>
                  <a:close/>
                  <a:moveTo>
                    <a:pt x="9188" y="501636"/>
                  </a:moveTo>
                  <a:lnTo>
                    <a:pt x="7232" y="504447"/>
                  </a:lnTo>
                  <a:lnTo>
                    <a:pt x="9188" y="504447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29626" y="468563"/>
                  </a:lnTo>
                  <a:close/>
                  <a:moveTo>
                    <a:pt x="391978" y="360911"/>
                  </a:moveTo>
                  <a:lnTo>
                    <a:pt x="405956" y="396795"/>
                  </a:lnTo>
                  <a:lnTo>
                    <a:pt x="396859" y="360911"/>
                  </a:lnTo>
                  <a:close/>
                  <a:moveTo>
                    <a:pt x="391978" y="360911"/>
                  </a:moveTo>
                  <a:lnTo>
                    <a:pt x="396859" y="360911"/>
                  </a:lnTo>
                  <a:lnTo>
                    <a:pt x="391978" y="343124"/>
                  </a:lnTo>
                  <a:close/>
                  <a:moveTo>
                    <a:pt x="439827" y="117877"/>
                  </a:moveTo>
                  <a:lnTo>
                    <a:pt x="439827" y="109721"/>
                  </a:lnTo>
                  <a:lnTo>
                    <a:pt x="433901" y="145605"/>
                  </a:lnTo>
                  <a:close/>
                  <a:moveTo>
                    <a:pt x="439827" y="109721"/>
                  </a:moveTo>
                  <a:lnTo>
                    <a:pt x="439827" y="117877"/>
                  </a:lnTo>
                  <a:lnTo>
                    <a:pt x="441779" y="109721"/>
                  </a:lnTo>
                  <a:close/>
                  <a:moveTo>
                    <a:pt x="439827" y="109721"/>
                  </a:moveTo>
                  <a:lnTo>
                    <a:pt x="441779" y="109721"/>
                  </a:lnTo>
                  <a:lnTo>
                    <a:pt x="439827" y="97478"/>
                  </a:lnTo>
                  <a:close/>
                  <a:moveTo>
                    <a:pt x="152735" y="36393"/>
                  </a:moveTo>
                  <a:lnTo>
                    <a:pt x="150847" y="37953"/>
                  </a:lnTo>
                  <a:lnTo>
                    <a:pt x="152735" y="37953"/>
                  </a:lnTo>
                  <a:close/>
                  <a:moveTo>
                    <a:pt x="349465" y="2069"/>
                  </a:moveTo>
                  <a:lnTo>
                    <a:pt x="344130" y="2069"/>
                  </a:lnTo>
                  <a:lnTo>
                    <a:pt x="391978" y="22257"/>
                  </a:lnTo>
                  <a:close/>
                  <a:moveTo>
                    <a:pt x="344130" y="2069"/>
                  </a:moveTo>
                  <a:lnTo>
                    <a:pt x="349465" y="2069"/>
                  </a:lnTo>
                  <a:lnTo>
                    <a:pt x="344130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3954" name="Candidate_B2__3953">
              <a:extLst>
                <a:ext uri="{FF2B5EF4-FFF2-40B4-BE49-F238E27FC236}">
                  <a16:creationId xmlns:a16="http://schemas.microsoft.com/office/drawing/2014/main" id="{16B0BD28-B914-6FE5-3209-7884854EAC26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33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81111" y="692226"/>
                  </a:moveTo>
                  <a:lnTo>
                    <a:pt x="80813" y="692226"/>
                  </a:lnTo>
                  <a:lnTo>
                    <a:pt x="81983" y="692757"/>
                  </a:lnTo>
                  <a:close/>
                  <a:moveTo>
                    <a:pt x="80813" y="692226"/>
                  </a:moveTo>
                  <a:lnTo>
                    <a:pt x="81111" y="692226"/>
                  </a:lnTo>
                  <a:lnTo>
                    <a:pt x="34135" y="664507"/>
                  </a:lnTo>
                  <a:close/>
                  <a:moveTo>
                    <a:pt x="81983" y="692757"/>
                  </a:moveTo>
                  <a:lnTo>
                    <a:pt x="129832" y="704404"/>
                  </a:lnTo>
                  <a:lnTo>
                    <a:pt x="129832" y="704255"/>
                  </a:lnTo>
                  <a:close/>
                  <a:moveTo>
                    <a:pt x="129832" y="704404"/>
                  </a:moveTo>
                  <a:lnTo>
                    <a:pt x="177681" y="704850"/>
                  </a:lnTo>
                  <a:lnTo>
                    <a:pt x="177681" y="704643"/>
                  </a:lnTo>
                  <a:close/>
                  <a:moveTo>
                    <a:pt x="177681" y="704850"/>
                  </a:moveTo>
                  <a:lnTo>
                    <a:pt x="225530" y="694518"/>
                  </a:lnTo>
                  <a:lnTo>
                    <a:pt x="225530" y="694155"/>
                  </a:lnTo>
                  <a:close/>
                  <a:moveTo>
                    <a:pt x="230939" y="692226"/>
                  </a:moveTo>
                  <a:lnTo>
                    <a:pt x="225530" y="694155"/>
                  </a:lnTo>
                  <a:lnTo>
                    <a:pt x="225530" y="694518"/>
                  </a:lnTo>
                  <a:close/>
                  <a:moveTo>
                    <a:pt x="230939" y="692226"/>
                  </a:moveTo>
                  <a:lnTo>
                    <a:pt x="273379" y="671513"/>
                  </a:lnTo>
                  <a:lnTo>
                    <a:pt x="273379" y="670495"/>
                  </a:lnTo>
                  <a:close/>
                  <a:moveTo>
                    <a:pt x="25230" y="656342"/>
                  </a:moveTo>
                  <a:lnTo>
                    <a:pt x="24946" y="656342"/>
                  </a:lnTo>
                  <a:lnTo>
                    <a:pt x="34135" y="664507"/>
                  </a:lnTo>
                  <a:close/>
                  <a:moveTo>
                    <a:pt x="3309" y="620457"/>
                  </a:moveTo>
                  <a:lnTo>
                    <a:pt x="24946" y="656342"/>
                  </a:lnTo>
                  <a:lnTo>
                    <a:pt x="25230" y="656342"/>
                  </a:lnTo>
                  <a:close/>
                  <a:moveTo>
                    <a:pt x="293701" y="656342"/>
                  </a:moveTo>
                  <a:lnTo>
                    <a:pt x="273379" y="670495"/>
                  </a:lnTo>
                  <a:lnTo>
                    <a:pt x="273379" y="671513"/>
                  </a:lnTo>
                  <a:close/>
                  <a:moveTo>
                    <a:pt x="293701" y="656342"/>
                  </a:moveTo>
                  <a:lnTo>
                    <a:pt x="321227" y="628671"/>
                  </a:lnTo>
                  <a:lnTo>
                    <a:pt x="321227" y="624629"/>
                  </a:lnTo>
                  <a:close/>
                  <a:moveTo>
                    <a:pt x="0" y="584573"/>
                  </a:moveTo>
                  <a:lnTo>
                    <a:pt x="3309" y="620457"/>
                  </a:lnTo>
                  <a:lnTo>
                    <a:pt x="3743" y="620457"/>
                  </a:lnTo>
                  <a:close/>
                  <a:moveTo>
                    <a:pt x="328549" y="620457"/>
                  </a:moveTo>
                  <a:lnTo>
                    <a:pt x="321227" y="624629"/>
                  </a:lnTo>
                  <a:lnTo>
                    <a:pt x="321227" y="628671"/>
                  </a:lnTo>
                  <a:close/>
                  <a:moveTo>
                    <a:pt x="324727" y="620457"/>
                  </a:moveTo>
                  <a:lnTo>
                    <a:pt x="328549" y="620457"/>
                  </a:lnTo>
                  <a:lnTo>
                    <a:pt x="355764" y="584573"/>
                  </a:lnTo>
                  <a:close/>
                  <a:moveTo>
                    <a:pt x="10555" y="548689"/>
                  </a:moveTo>
                  <a:lnTo>
                    <a:pt x="0" y="584573"/>
                  </a:lnTo>
                  <a:lnTo>
                    <a:pt x="819" y="584573"/>
                  </a:lnTo>
                  <a:close/>
                  <a:moveTo>
                    <a:pt x="355764" y="584573"/>
                  </a:moveTo>
                  <a:lnTo>
                    <a:pt x="369076" y="566498"/>
                  </a:lnTo>
                  <a:lnTo>
                    <a:pt x="369076" y="552501"/>
                  </a:lnTo>
                  <a:close/>
                  <a:moveTo>
                    <a:pt x="32179" y="512805"/>
                  </a:moveTo>
                  <a:lnTo>
                    <a:pt x="34135" y="515715"/>
                  </a:lnTo>
                  <a:lnTo>
                    <a:pt x="34135" y="512805"/>
                  </a:lnTo>
                  <a:close/>
                  <a:moveTo>
                    <a:pt x="10555" y="548689"/>
                  </a:moveTo>
                  <a:lnTo>
                    <a:pt x="12380" y="548689"/>
                  </a:lnTo>
                  <a:lnTo>
                    <a:pt x="32179" y="512805"/>
                  </a:lnTo>
                  <a:close/>
                  <a:moveTo>
                    <a:pt x="382585" y="548689"/>
                  </a:moveTo>
                  <a:lnTo>
                    <a:pt x="369076" y="552501"/>
                  </a:lnTo>
                  <a:lnTo>
                    <a:pt x="369076" y="566498"/>
                  </a:lnTo>
                  <a:close/>
                  <a:moveTo>
                    <a:pt x="371611" y="548689"/>
                  </a:moveTo>
                  <a:lnTo>
                    <a:pt x="382585" y="548689"/>
                  </a:lnTo>
                  <a:lnTo>
                    <a:pt x="407065" y="512805"/>
                  </a:lnTo>
                  <a:close/>
                  <a:moveTo>
                    <a:pt x="54572" y="476921"/>
                  </a:moveTo>
                  <a:lnTo>
                    <a:pt x="34135" y="512805"/>
                  </a:lnTo>
                  <a:lnTo>
                    <a:pt x="36062" y="512805"/>
                  </a:lnTo>
                  <a:close/>
                  <a:moveTo>
                    <a:pt x="416925" y="492776"/>
                  </a:moveTo>
                  <a:lnTo>
                    <a:pt x="416925" y="476921"/>
                  </a:lnTo>
                  <a:lnTo>
                    <a:pt x="407065" y="512805"/>
                  </a:lnTo>
                  <a:close/>
                  <a:moveTo>
                    <a:pt x="407065" y="512805"/>
                  </a:moveTo>
                  <a:lnTo>
                    <a:pt x="416925" y="476921"/>
                  </a:lnTo>
                  <a:lnTo>
                    <a:pt x="410583" y="476921"/>
                  </a:lnTo>
                  <a:close/>
                  <a:moveTo>
                    <a:pt x="71053" y="441036"/>
                  </a:moveTo>
                  <a:lnTo>
                    <a:pt x="54572" y="476921"/>
                  </a:lnTo>
                  <a:lnTo>
                    <a:pt x="61416" y="476921"/>
                  </a:lnTo>
                  <a:close/>
                  <a:moveTo>
                    <a:pt x="416925" y="476921"/>
                  </a:moveTo>
                  <a:lnTo>
                    <a:pt x="416925" y="492776"/>
                  </a:lnTo>
                  <a:lnTo>
                    <a:pt x="425067" y="476921"/>
                  </a:lnTo>
                  <a:close/>
                  <a:moveTo>
                    <a:pt x="425067" y="476921"/>
                  </a:moveTo>
                  <a:lnTo>
                    <a:pt x="416925" y="446747"/>
                  </a:lnTo>
                  <a:lnTo>
                    <a:pt x="416925" y="476921"/>
                  </a:lnTo>
                  <a:close/>
                  <a:moveTo>
                    <a:pt x="433095" y="441036"/>
                  </a:moveTo>
                  <a:lnTo>
                    <a:pt x="418226" y="441036"/>
                  </a:lnTo>
                  <a:lnTo>
                    <a:pt x="425067" y="476921"/>
                  </a:lnTo>
                  <a:close/>
                  <a:moveTo>
                    <a:pt x="77677" y="405152"/>
                  </a:moveTo>
                  <a:lnTo>
                    <a:pt x="81983" y="431635"/>
                  </a:lnTo>
                  <a:lnTo>
                    <a:pt x="81983" y="405152"/>
                  </a:lnTo>
                  <a:close/>
                  <a:moveTo>
                    <a:pt x="71053" y="441036"/>
                  </a:moveTo>
                  <a:lnTo>
                    <a:pt x="80284" y="441036"/>
                  </a:lnTo>
                  <a:lnTo>
                    <a:pt x="77677" y="405152"/>
                  </a:lnTo>
                  <a:close/>
                  <a:moveTo>
                    <a:pt x="433095" y="441036"/>
                  </a:moveTo>
                  <a:lnTo>
                    <a:pt x="430903" y="405152"/>
                  </a:lnTo>
                  <a:lnTo>
                    <a:pt x="418226" y="441036"/>
                  </a:lnTo>
                  <a:close/>
                  <a:moveTo>
                    <a:pt x="77677" y="405152"/>
                  </a:moveTo>
                  <a:lnTo>
                    <a:pt x="81983" y="405152"/>
                  </a:lnTo>
                  <a:lnTo>
                    <a:pt x="80659" y="369268"/>
                  </a:lnTo>
                  <a:close/>
                  <a:moveTo>
                    <a:pt x="74239" y="369268"/>
                  </a:moveTo>
                  <a:lnTo>
                    <a:pt x="77677" y="405152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405152"/>
                  </a:lnTo>
                  <a:lnTo>
                    <a:pt x="430903" y="405152"/>
                  </a:lnTo>
                  <a:close/>
                  <a:moveTo>
                    <a:pt x="65716" y="333384"/>
                  </a:moveTo>
                  <a:lnTo>
                    <a:pt x="74239" y="369268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351482"/>
                  </a:lnTo>
                  <a:lnTo>
                    <a:pt x="410521" y="369268"/>
                  </a:lnTo>
                  <a:close/>
                  <a:moveTo>
                    <a:pt x="410521" y="369268"/>
                  </a:moveTo>
                  <a:lnTo>
                    <a:pt x="416925" y="351482"/>
                  </a:lnTo>
                  <a:lnTo>
                    <a:pt x="412675" y="333384"/>
                  </a:lnTo>
                  <a:close/>
                  <a:moveTo>
                    <a:pt x="59345" y="297499"/>
                  </a:moveTo>
                  <a:lnTo>
                    <a:pt x="65716" y="333384"/>
                  </a:lnTo>
                  <a:lnTo>
                    <a:pt x="69396" y="333384"/>
                  </a:lnTo>
                  <a:close/>
                  <a:moveTo>
                    <a:pt x="404922" y="333384"/>
                  </a:moveTo>
                  <a:lnTo>
                    <a:pt x="412675" y="333384"/>
                  </a:lnTo>
                  <a:lnTo>
                    <a:pt x="409196" y="297499"/>
                  </a:lnTo>
                  <a:close/>
                  <a:moveTo>
                    <a:pt x="60057" y="261615"/>
                  </a:moveTo>
                  <a:lnTo>
                    <a:pt x="59345" y="297499"/>
                  </a:lnTo>
                  <a:lnTo>
                    <a:pt x="61378" y="297499"/>
                  </a:lnTo>
                  <a:close/>
                  <a:moveTo>
                    <a:pt x="403949" y="297499"/>
                  </a:moveTo>
                  <a:lnTo>
                    <a:pt x="409196" y="297499"/>
                  </a:lnTo>
                  <a:lnTo>
                    <a:pt x="412689" y="261615"/>
                  </a:lnTo>
                  <a:close/>
                  <a:moveTo>
                    <a:pt x="69701" y="225731"/>
                  </a:moveTo>
                  <a:lnTo>
                    <a:pt x="60057" y="261615"/>
                  </a:lnTo>
                  <a:lnTo>
                    <a:pt x="61488" y="261615"/>
                  </a:lnTo>
                  <a:close/>
                  <a:moveTo>
                    <a:pt x="412689" y="261615"/>
                  </a:moveTo>
                  <a:lnTo>
                    <a:pt x="416925" y="247369"/>
                  </a:lnTo>
                  <a:lnTo>
                    <a:pt x="416925" y="233344"/>
                  </a:lnTo>
                  <a:close/>
                  <a:moveTo>
                    <a:pt x="81983" y="204397"/>
                  </a:moveTo>
                  <a:lnTo>
                    <a:pt x="81983" y="200163"/>
                  </a:lnTo>
                  <a:lnTo>
                    <a:pt x="69701" y="225731"/>
                  </a:lnTo>
                  <a:close/>
                  <a:moveTo>
                    <a:pt x="81983" y="200163"/>
                  </a:moveTo>
                  <a:lnTo>
                    <a:pt x="81983" y="204397"/>
                  </a:lnTo>
                  <a:lnTo>
                    <a:pt x="86762" y="189847"/>
                  </a:lnTo>
                  <a:close/>
                  <a:moveTo>
                    <a:pt x="424800" y="225731"/>
                  </a:moveTo>
                  <a:lnTo>
                    <a:pt x="416925" y="233344"/>
                  </a:lnTo>
                  <a:lnTo>
                    <a:pt x="416925" y="247369"/>
                  </a:lnTo>
                  <a:close/>
                  <a:moveTo>
                    <a:pt x="419691" y="225731"/>
                  </a:moveTo>
                  <a:lnTo>
                    <a:pt x="424800" y="225731"/>
                  </a:lnTo>
                  <a:lnTo>
                    <a:pt x="442757" y="189847"/>
                  </a:lnTo>
                  <a:close/>
                  <a:moveTo>
                    <a:pt x="105028" y="153963"/>
                  </a:moveTo>
                  <a:lnTo>
                    <a:pt x="86762" y="189847"/>
                  </a:lnTo>
                  <a:lnTo>
                    <a:pt x="89066" y="189847"/>
                  </a:lnTo>
                  <a:close/>
                  <a:moveTo>
                    <a:pt x="437026" y="189847"/>
                  </a:moveTo>
                  <a:lnTo>
                    <a:pt x="442757" y="189847"/>
                  </a:lnTo>
                  <a:lnTo>
                    <a:pt x="458848" y="153963"/>
                  </a:lnTo>
                  <a:close/>
                  <a:moveTo>
                    <a:pt x="123642" y="118079"/>
                  </a:moveTo>
                  <a:lnTo>
                    <a:pt x="105028" y="153963"/>
                  </a:lnTo>
                  <a:lnTo>
                    <a:pt x="108855" y="153963"/>
                  </a:lnTo>
                  <a:close/>
                  <a:moveTo>
                    <a:pt x="458848" y="153963"/>
                  </a:moveTo>
                  <a:lnTo>
                    <a:pt x="464774" y="118079"/>
                  </a:lnTo>
                  <a:lnTo>
                    <a:pt x="459851" y="118079"/>
                  </a:lnTo>
                  <a:close/>
                  <a:moveTo>
                    <a:pt x="129832" y="117132"/>
                  </a:moveTo>
                  <a:lnTo>
                    <a:pt x="129832" y="107319"/>
                  </a:lnTo>
                  <a:lnTo>
                    <a:pt x="123642" y="118079"/>
                  </a:lnTo>
                  <a:close/>
                  <a:moveTo>
                    <a:pt x="129832" y="107319"/>
                  </a:moveTo>
                  <a:lnTo>
                    <a:pt x="129832" y="117132"/>
                  </a:lnTo>
                  <a:lnTo>
                    <a:pt x="144348" y="82194"/>
                  </a:lnTo>
                  <a:close/>
                  <a:moveTo>
                    <a:pt x="464774" y="118079"/>
                  </a:moveTo>
                  <a:lnTo>
                    <a:pt x="464774" y="105835"/>
                  </a:lnTo>
                  <a:lnTo>
                    <a:pt x="459851" y="118079"/>
                  </a:lnTo>
                  <a:close/>
                  <a:moveTo>
                    <a:pt x="459851" y="118079"/>
                  </a:moveTo>
                  <a:lnTo>
                    <a:pt x="464774" y="105835"/>
                  </a:lnTo>
                  <a:lnTo>
                    <a:pt x="461104" y="82194"/>
                  </a:lnTo>
                  <a:close/>
                  <a:moveTo>
                    <a:pt x="175793" y="46310"/>
                  </a:moveTo>
                  <a:lnTo>
                    <a:pt x="177681" y="52589"/>
                  </a:lnTo>
                  <a:lnTo>
                    <a:pt x="177681" y="46310"/>
                  </a:lnTo>
                  <a:close/>
                  <a:moveTo>
                    <a:pt x="144348" y="82194"/>
                  </a:moveTo>
                  <a:lnTo>
                    <a:pt x="151032" y="82194"/>
                  </a:lnTo>
                  <a:lnTo>
                    <a:pt x="175793" y="46310"/>
                  </a:lnTo>
                  <a:close/>
                  <a:moveTo>
                    <a:pt x="453680" y="82194"/>
                  </a:moveTo>
                  <a:lnTo>
                    <a:pt x="461104" y="82194"/>
                  </a:lnTo>
                  <a:lnTo>
                    <a:pt x="436976" y="46310"/>
                  </a:lnTo>
                  <a:close/>
                  <a:moveTo>
                    <a:pt x="177681" y="44751"/>
                  </a:moveTo>
                  <a:lnTo>
                    <a:pt x="177681" y="46310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177681" y="44751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225530" y="21863"/>
                  </a:lnTo>
                  <a:lnTo>
                    <a:pt x="244186" y="10426"/>
                  </a:lnTo>
                  <a:close/>
                  <a:moveTo>
                    <a:pt x="416925" y="30615"/>
                  </a:moveTo>
                  <a:lnTo>
                    <a:pt x="427904" y="46310"/>
                  </a:lnTo>
                  <a:lnTo>
                    <a:pt x="436976" y="46310"/>
                  </a:lnTo>
                  <a:close/>
                  <a:moveTo>
                    <a:pt x="416925" y="30615"/>
                  </a:moveTo>
                  <a:lnTo>
                    <a:pt x="369076" y="10426"/>
                  </a:lnTo>
                  <a:lnTo>
                    <a:pt x="369076" y="14121"/>
                  </a:lnTo>
                  <a:close/>
                  <a:moveTo>
                    <a:pt x="273379" y="7803"/>
                  </a:moveTo>
                  <a:lnTo>
                    <a:pt x="273379" y="2397"/>
                  </a:lnTo>
                  <a:lnTo>
                    <a:pt x="244186" y="10426"/>
                  </a:lnTo>
                  <a:close/>
                  <a:moveTo>
                    <a:pt x="321227" y="5298"/>
                  </a:moveTo>
                  <a:lnTo>
                    <a:pt x="321227" y="0"/>
                  </a:lnTo>
                  <a:lnTo>
                    <a:pt x="273379" y="2397"/>
                  </a:lnTo>
                  <a:close/>
                  <a:moveTo>
                    <a:pt x="369076" y="8357"/>
                  </a:moveTo>
                  <a:lnTo>
                    <a:pt x="349932" y="10426"/>
                  </a:lnTo>
                  <a:lnTo>
                    <a:pt x="369076" y="10426"/>
                  </a:lnTo>
                  <a:close/>
                  <a:moveTo>
                    <a:pt x="321227" y="0"/>
                  </a:moveTo>
                  <a:lnTo>
                    <a:pt x="321227" y="5298"/>
                  </a:lnTo>
                  <a:lnTo>
                    <a:pt x="369076" y="8357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3955" name="Candidate_B2__3954">
              <a:extLst>
                <a:ext uri="{FF2B5EF4-FFF2-40B4-BE49-F238E27FC236}">
                  <a16:creationId xmlns:a16="http://schemas.microsoft.com/office/drawing/2014/main" id="{6734B000-C2F5-4A0E-9BD5-BFF6819F6134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5722"/>
              <a:ext cx="461104" cy="702453"/>
            </a:xfrm>
            <a:custGeom>
              <a:avLst/>
              <a:gdLst/>
              <a:ahLst/>
              <a:cxnLst/>
              <a:rect l="0" t="0" r="0" b="0"/>
              <a:pathLst>
                <a:path w="461104" h="702453">
                  <a:moveTo>
                    <a:pt x="81111" y="689829"/>
                  </a:moveTo>
                  <a:lnTo>
                    <a:pt x="81983" y="690360"/>
                  </a:lnTo>
                  <a:lnTo>
                    <a:pt x="81983" y="690225"/>
                  </a:lnTo>
                  <a:close/>
                  <a:moveTo>
                    <a:pt x="81111" y="689829"/>
                  </a:moveTo>
                  <a:lnTo>
                    <a:pt x="34135" y="661872"/>
                  </a:lnTo>
                  <a:lnTo>
                    <a:pt x="34135" y="662110"/>
                  </a:lnTo>
                  <a:close/>
                  <a:moveTo>
                    <a:pt x="81983" y="690225"/>
                  </a:moveTo>
                  <a:lnTo>
                    <a:pt x="81983" y="690360"/>
                  </a:lnTo>
                  <a:lnTo>
                    <a:pt x="129832" y="701858"/>
                  </a:lnTo>
                  <a:close/>
                  <a:moveTo>
                    <a:pt x="129832" y="701858"/>
                  </a:moveTo>
                  <a:lnTo>
                    <a:pt x="129832" y="702007"/>
                  </a:lnTo>
                  <a:lnTo>
                    <a:pt x="177681" y="702246"/>
                  </a:lnTo>
                  <a:close/>
                  <a:moveTo>
                    <a:pt x="177681" y="702246"/>
                  </a:moveTo>
                  <a:lnTo>
                    <a:pt x="177681" y="702453"/>
                  </a:lnTo>
                  <a:lnTo>
                    <a:pt x="225530" y="691758"/>
                  </a:lnTo>
                  <a:close/>
                  <a:moveTo>
                    <a:pt x="230939" y="689829"/>
                  </a:moveTo>
                  <a:lnTo>
                    <a:pt x="230042" y="689829"/>
                  </a:lnTo>
                  <a:lnTo>
                    <a:pt x="225530" y="691758"/>
                  </a:lnTo>
                  <a:close/>
                  <a:moveTo>
                    <a:pt x="230042" y="689829"/>
                  </a:moveTo>
                  <a:lnTo>
                    <a:pt x="230939" y="689829"/>
                  </a:lnTo>
                  <a:lnTo>
                    <a:pt x="273379" y="668098"/>
                  </a:lnTo>
                  <a:close/>
                  <a:moveTo>
                    <a:pt x="25230" y="653944"/>
                  </a:moveTo>
                  <a:lnTo>
                    <a:pt x="34135" y="662110"/>
                  </a:lnTo>
                  <a:lnTo>
                    <a:pt x="34135" y="661872"/>
                  </a:lnTo>
                  <a:close/>
                  <a:moveTo>
                    <a:pt x="3309" y="618060"/>
                  </a:moveTo>
                  <a:lnTo>
                    <a:pt x="25230" y="653944"/>
                  </a:lnTo>
                  <a:lnTo>
                    <a:pt x="3743" y="618060"/>
                  </a:lnTo>
                  <a:close/>
                  <a:moveTo>
                    <a:pt x="293701" y="653944"/>
                  </a:moveTo>
                  <a:lnTo>
                    <a:pt x="291897" y="653944"/>
                  </a:lnTo>
                  <a:lnTo>
                    <a:pt x="273379" y="668098"/>
                  </a:lnTo>
                  <a:close/>
                  <a:moveTo>
                    <a:pt x="291897" y="653944"/>
                  </a:moveTo>
                  <a:lnTo>
                    <a:pt x="293701" y="653944"/>
                  </a:lnTo>
                  <a:lnTo>
                    <a:pt x="321227" y="622232"/>
                  </a:lnTo>
                  <a:close/>
                  <a:moveTo>
                    <a:pt x="0" y="582176"/>
                  </a:moveTo>
                  <a:lnTo>
                    <a:pt x="3743" y="618060"/>
                  </a:lnTo>
                  <a:lnTo>
                    <a:pt x="819" y="582176"/>
                  </a:lnTo>
                  <a:close/>
                  <a:moveTo>
                    <a:pt x="328549" y="618060"/>
                  </a:moveTo>
                  <a:lnTo>
                    <a:pt x="324727" y="618060"/>
                  </a:lnTo>
                  <a:lnTo>
                    <a:pt x="321227" y="622232"/>
                  </a:lnTo>
                  <a:close/>
                  <a:moveTo>
                    <a:pt x="349184" y="582176"/>
                  </a:moveTo>
                  <a:lnTo>
                    <a:pt x="324727" y="618060"/>
                  </a:lnTo>
                  <a:lnTo>
                    <a:pt x="355764" y="582176"/>
                  </a:lnTo>
                  <a:close/>
                  <a:moveTo>
                    <a:pt x="10555" y="546292"/>
                  </a:moveTo>
                  <a:lnTo>
                    <a:pt x="819" y="582176"/>
                  </a:lnTo>
                  <a:lnTo>
                    <a:pt x="12380" y="546292"/>
                  </a:lnTo>
                  <a:close/>
                  <a:moveTo>
                    <a:pt x="349184" y="582176"/>
                  </a:moveTo>
                  <a:lnTo>
                    <a:pt x="355764" y="582176"/>
                  </a:lnTo>
                  <a:lnTo>
                    <a:pt x="369076" y="550104"/>
                  </a:lnTo>
                  <a:close/>
                  <a:moveTo>
                    <a:pt x="12380" y="546292"/>
                  </a:moveTo>
                  <a:lnTo>
                    <a:pt x="34135" y="513318"/>
                  </a:lnTo>
                  <a:lnTo>
                    <a:pt x="32179" y="510408"/>
                  </a:lnTo>
                  <a:close/>
                  <a:moveTo>
                    <a:pt x="382585" y="546292"/>
                  </a:moveTo>
                  <a:lnTo>
                    <a:pt x="371611" y="546292"/>
                  </a:lnTo>
                  <a:lnTo>
                    <a:pt x="369076" y="550104"/>
                  </a:lnTo>
                  <a:close/>
                  <a:moveTo>
                    <a:pt x="394205" y="510408"/>
                  </a:moveTo>
                  <a:lnTo>
                    <a:pt x="371611" y="546292"/>
                  </a:lnTo>
                  <a:lnTo>
                    <a:pt x="407065" y="510408"/>
                  </a:lnTo>
                  <a:close/>
                  <a:moveTo>
                    <a:pt x="54572" y="474523"/>
                  </a:moveTo>
                  <a:lnTo>
                    <a:pt x="36062" y="510408"/>
                  </a:lnTo>
                  <a:lnTo>
                    <a:pt x="61416" y="474523"/>
                  </a:lnTo>
                  <a:close/>
                  <a:moveTo>
                    <a:pt x="34135" y="510408"/>
                  </a:moveTo>
                  <a:lnTo>
                    <a:pt x="34135" y="513318"/>
                  </a:lnTo>
                  <a:lnTo>
                    <a:pt x="36062" y="510408"/>
                  </a:lnTo>
                  <a:close/>
                  <a:moveTo>
                    <a:pt x="407065" y="510408"/>
                  </a:moveTo>
                  <a:lnTo>
                    <a:pt x="410583" y="474523"/>
                  </a:lnTo>
                  <a:lnTo>
                    <a:pt x="394205" y="510408"/>
                  </a:lnTo>
                  <a:close/>
                  <a:moveTo>
                    <a:pt x="71053" y="438639"/>
                  </a:moveTo>
                  <a:lnTo>
                    <a:pt x="61416" y="474523"/>
                  </a:lnTo>
                  <a:lnTo>
                    <a:pt x="80284" y="438639"/>
                  </a:lnTo>
                  <a:close/>
                  <a:moveTo>
                    <a:pt x="418226" y="438639"/>
                  </a:moveTo>
                  <a:lnTo>
                    <a:pt x="416925" y="444350"/>
                  </a:lnTo>
                  <a:lnTo>
                    <a:pt x="425067" y="474523"/>
                  </a:lnTo>
                  <a:close/>
                  <a:moveTo>
                    <a:pt x="410583" y="474523"/>
                  </a:moveTo>
                  <a:lnTo>
                    <a:pt x="416925" y="474523"/>
                  </a:lnTo>
                  <a:lnTo>
                    <a:pt x="416925" y="444350"/>
                  </a:lnTo>
                  <a:close/>
                  <a:moveTo>
                    <a:pt x="80284" y="438639"/>
                  </a:moveTo>
                  <a:lnTo>
                    <a:pt x="81983" y="429238"/>
                  </a:lnTo>
                  <a:lnTo>
                    <a:pt x="77677" y="402755"/>
                  </a:lnTo>
                  <a:close/>
                  <a:moveTo>
                    <a:pt x="418226" y="438639"/>
                  </a:moveTo>
                  <a:lnTo>
                    <a:pt x="416925" y="402755"/>
                  </a:lnTo>
                  <a:lnTo>
                    <a:pt x="416925" y="405792"/>
                  </a:lnTo>
                  <a:close/>
                  <a:moveTo>
                    <a:pt x="430903" y="402755"/>
                  </a:moveTo>
                  <a:lnTo>
                    <a:pt x="416925" y="402755"/>
                  </a:lnTo>
                  <a:lnTo>
                    <a:pt x="418226" y="438639"/>
                  </a:lnTo>
                  <a:close/>
                  <a:moveTo>
                    <a:pt x="80659" y="366871"/>
                  </a:moveTo>
                  <a:lnTo>
                    <a:pt x="8198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597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1983" y="429238"/>
                  </a:lnTo>
                  <a:lnTo>
                    <a:pt x="85973" y="402755"/>
                  </a:lnTo>
                  <a:close/>
                  <a:moveTo>
                    <a:pt x="416925" y="402755"/>
                  </a:moveTo>
                  <a:lnTo>
                    <a:pt x="416925" y="366871"/>
                  </a:lnTo>
                  <a:lnTo>
                    <a:pt x="416820" y="402755"/>
                  </a:lnTo>
                  <a:close/>
                  <a:moveTo>
                    <a:pt x="416925" y="366871"/>
                  </a:moveTo>
                  <a:lnTo>
                    <a:pt x="410521" y="366871"/>
                  </a:lnTo>
                  <a:lnTo>
                    <a:pt x="416820" y="402755"/>
                  </a:lnTo>
                  <a:close/>
                  <a:moveTo>
                    <a:pt x="416925" y="405792"/>
                  </a:moveTo>
                  <a:lnTo>
                    <a:pt x="416925" y="402755"/>
                  </a:lnTo>
                  <a:lnTo>
                    <a:pt x="416820" y="402755"/>
                  </a:lnTo>
                  <a:close/>
                  <a:moveTo>
                    <a:pt x="65716" y="330987"/>
                  </a:moveTo>
                  <a:lnTo>
                    <a:pt x="80659" y="366871"/>
                  </a:lnTo>
                  <a:lnTo>
                    <a:pt x="69396" y="330987"/>
                  </a:lnTo>
                  <a:close/>
                  <a:moveTo>
                    <a:pt x="410521" y="366871"/>
                  </a:moveTo>
                  <a:lnTo>
                    <a:pt x="412675" y="330987"/>
                  </a:lnTo>
                  <a:lnTo>
                    <a:pt x="404922" y="330987"/>
                  </a:lnTo>
                  <a:close/>
                  <a:moveTo>
                    <a:pt x="59345" y="295102"/>
                  </a:moveTo>
                  <a:lnTo>
                    <a:pt x="69396" y="330987"/>
                  </a:lnTo>
                  <a:lnTo>
                    <a:pt x="61378" y="295102"/>
                  </a:lnTo>
                  <a:close/>
                  <a:moveTo>
                    <a:pt x="403949" y="295102"/>
                  </a:moveTo>
                  <a:lnTo>
                    <a:pt x="404922" y="330987"/>
                  </a:lnTo>
                  <a:lnTo>
                    <a:pt x="409196" y="295102"/>
                  </a:lnTo>
                  <a:close/>
                  <a:moveTo>
                    <a:pt x="60057" y="259218"/>
                  </a:moveTo>
                  <a:lnTo>
                    <a:pt x="61378" y="295102"/>
                  </a:lnTo>
                  <a:lnTo>
                    <a:pt x="61488" y="259218"/>
                  </a:lnTo>
                  <a:close/>
                  <a:moveTo>
                    <a:pt x="408593" y="259218"/>
                  </a:moveTo>
                  <a:lnTo>
                    <a:pt x="403949" y="295102"/>
                  </a:lnTo>
                  <a:lnTo>
                    <a:pt x="412689" y="259218"/>
                  </a:lnTo>
                  <a:close/>
                  <a:moveTo>
                    <a:pt x="69701" y="223334"/>
                  </a:moveTo>
                  <a:lnTo>
                    <a:pt x="61488" y="259218"/>
                  </a:lnTo>
                  <a:lnTo>
                    <a:pt x="71332" y="223334"/>
                  </a:lnTo>
                  <a:close/>
                  <a:moveTo>
                    <a:pt x="408593" y="259218"/>
                  </a:moveTo>
                  <a:lnTo>
                    <a:pt x="412689" y="259218"/>
                  </a:lnTo>
                  <a:lnTo>
                    <a:pt x="416925" y="230947"/>
                  </a:lnTo>
                  <a:close/>
                  <a:moveTo>
                    <a:pt x="81983" y="202000"/>
                  </a:moveTo>
                  <a:lnTo>
                    <a:pt x="69701" y="223334"/>
                  </a:lnTo>
                  <a:lnTo>
                    <a:pt x="71332" y="223334"/>
                  </a:lnTo>
                  <a:close/>
                  <a:moveTo>
                    <a:pt x="81983" y="202000"/>
                  </a:moveTo>
                  <a:lnTo>
                    <a:pt x="89066" y="187450"/>
                  </a:lnTo>
                  <a:lnTo>
                    <a:pt x="86762" y="187450"/>
                  </a:lnTo>
                  <a:close/>
                  <a:moveTo>
                    <a:pt x="424800" y="223334"/>
                  </a:moveTo>
                  <a:lnTo>
                    <a:pt x="419691" y="223334"/>
                  </a:lnTo>
                  <a:lnTo>
                    <a:pt x="416925" y="230947"/>
                  </a:lnTo>
                  <a:close/>
                  <a:moveTo>
                    <a:pt x="437026" y="187450"/>
                  </a:moveTo>
                  <a:lnTo>
                    <a:pt x="419691" y="223334"/>
                  </a:lnTo>
                  <a:lnTo>
                    <a:pt x="442757" y="187450"/>
                  </a:lnTo>
                  <a:close/>
                  <a:moveTo>
                    <a:pt x="105028" y="151566"/>
                  </a:moveTo>
                  <a:lnTo>
                    <a:pt x="89066" y="187450"/>
                  </a:lnTo>
                  <a:lnTo>
                    <a:pt x="108855" y="151566"/>
                  </a:lnTo>
                  <a:close/>
                  <a:moveTo>
                    <a:pt x="452592" y="151566"/>
                  </a:moveTo>
                  <a:lnTo>
                    <a:pt x="437026" y="187450"/>
                  </a:lnTo>
                  <a:lnTo>
                    <a:pt x="458848" y="151566"/>
                  </a:lnTo>
                  <a:close/>
                  <a:moveTo>
                    <a:pt x="123642" y="115681"/>
                  </a:moveTo>
                  <a:lnTo>
                    <a:pt x="108855" y="151566"/>
                  </a:lnTo>
                  <a:lnTo>
                    <a:pt x="129265" y="115681"/>
                  </a:lnTo>
                  <a:close/>
                  <a:moveTo>
                    <a:pt x="458848" y="151566"/>
                  </a:moveTo>
                  <a:lnTo>
                    <a:pt x="459851" y="115681"/>
                  </a:lnTo>
                  <a:lnTo>
                    <a:pt x="452592" y="151566"/>
                  </a:lnTo>
                  <a:close/>
                  <a:moveTo>
                    <a:pt x="129832" y="114735"/>
                  </a:moveTo>
                  <a:lnTo>
                    <a:pt x="123642" y="115681"/>
                  </a:lnTo>
                  <a:lnTo>
                    <a:pt x="129265" y="115681"/>
                  </a:lnTo>
                  <a:close/>
                  <a:moveTo>
                    <a:pt x="129832" y="114735"/>
                  </a:moveTo>
                  <a:lnTo>
                    <a:pt x="151032" y="79797"/>
                  </a:lnTo>
                  <a:lnTo>
                    <a:pt x="144348" y="79797"/>
                  </a:lnTo>
                  <a:close/>
                  <a:moveTo>
                    <a:pt x="459851" y="115681"/>
                  </a:moveTo>
                  <a:lnTo>
                    <a:pt x="461104" y="79797"/>
                  </a:lnTo>
                  <a:lnTo>
                    <a:pt x="453680" y="79797"/>
                  </a:lnTo>
                  <a:close/>
                  <a:moveTo>
                    <a:pt x="151032" y="79797"/>
                  </a:moveTo>
                  <a:lnTo>
                    <a:pt x="177681" y="50192"/>
                  </a:lnTo>
                  <a:lnTo>
                    <a:pt x="175793" y="43913"/>
                  </a:lnTo>
                  <a:close/>
                  <a:moveTo>
                    <a:pt x="427904" y="43913"/>
                  </a:moveTo>
                  <a:lnTo>
                    <a:pt x="453680" y="79797"/>
                  </a:lnTo>
                  <a:lnTo>
                    <a:pt x="436976" y="43913"/>
                  </a:lnTo>
                  <a:close/>
                  <a:moveTo>
                    <a:pt x="225530" y="19466"/>
                  </a:moveTo>
                  <a:lnTo>
                    <a:pt x="177681" y="43913"/>
                  </a:lnTo>
                  <a:lnTo>
                    <a:pt x="185054" y="43913"/>
                  </a:lnTo>
                  <a:close/>
                  <a:moveTo>
                    <a:pt x="177681" y="43913"/>
                  </a:moveTo>
                  <a:lnTo>
                    <a:pt x="177681" y="50192"/>
                  </a:lnTo>
                  <a:lnTo>
                    <a:pt x="185054" y="43913"/>
                  </a:lnTo>
                  <a:close/>
                  <a:moveTo>
                    <a:pt x="225530" y="19466"/>
                  </a:moveTo>
                  <a:lnTo>
                    <a:pt x="263821" y="8029"/>
                  </a:lnTo>
                  <a:lnTo>
                    <a:pt x="244186" y="8029"/>
                  </a:lnTo>
                  <a:close/>
                  <a:moveTo>
                    <a:pt x="416925" y="28218"/>
                  </a:moveTo>
                  <a:lnTo>
                    <a:pt x="416925" y="35323"/>
                  </a:lnTo>
                  <a:lnTo>
                    <a:pt x="427904" y="43913"/>
                  </a:lnTo>
                  <a:close/>
                  <a:moveTo>
                    <a:pt x="416925" y="28218"/>
                  </a:moveTo>
                  <a:lnTo>
                    <a:pt x="369076" y="11724"/>
                  </a:lnTo>
                  <a:lnTo>
                    <a:pt x="416925" y="35323"/>
                  </a:lnTo>
                  <a:close/>
                  <a:moveTo>
                    <a:pt x="273379" y="5405"/>
                  </a:moveTo>
                  <a:lnTo>
                    <a:pt x="244186" y="8029"/>
                  </a:lnTo>
                  <a:lnTo>
                    <a:pt x="263821" y="8029"/>
                  </a:lnTo>
                  <a:close/>
                  <a:moveTo>
                    <a:pt x="321227" y="2901"/>
                  </a:moveTo>
                  <a:lnTo>
                    <a:pt x="273379" y="0"/>
                  </a:lnTo>
                  <a:lnTo>
                    <a:pt x="273379" y="5405"/>
                  </a:lnTo>
                  <a:close/>
                  <a:moveTo>
                    <a:pt x="321227" y="2901"/>
                  </a:moveTo>
                  <a:lnTo>
                    <a:pt x="349932" y="8029"/>
                  </a:lnTo>
                  <a:lnTo>
                    <a:pt x="369076" y="5960"/>
                  </a:lnTo>
                  <a:close/>
                  <a:moveTo>
                    <a:pt x="369076" y="11724"/>
                  </a:moveTo>
                  <a:lnTo>
                    <a:pt x="369076" y="8029"/>
                  </a:lnTo>
                  <a:lnTo>
                    <a:pt x="349932" y="8029"/>
                  </a:lnTo>
                  <a:close/>
                  <a:moveTo>
                    <a:pt x="81111" y="689829"/>
                  </a:moveTo>
                  <a:lnTo>
                    <a:pt x="81983" y="690225"/>
                  </a:lnTo>
                  <a:lnTo>
                    <a:pt x="81983" y="689829"/>
                  </a:lnTo>
                  <a:close/>
                  <a:moveTo>
                    <a:pt x="369076" y="550104"/>
                  </a:moveTo>
                  <a:lnTo>
                    <a:pt x="369076" y="546292"/>
                  </a:lnTo>
                  <a:lnTo>
                    <a:pt x="349184" y="582176"/>
                  </a:lnTo>
                  <a:close/>
                  <a:moveTo>
                    <a:pt x="369076" y="546292"/>
                  </a:moveTo>
                  <a:lnTo>
                    <a:pt x="369076" y="550104"/>
                  </a:lnTo>
                  <a:lnTo>
                    <a:pt x="371611" y="546292"/>
                  </a:lnTo>
                  <a:close/>
                  <a:moveTo>
                    <a:pt x="416925" y="444350"/>
                  </a:moveTo>
                  <a:lnTo>
                    <a:pt x="416925" y="438639"/>
                  </a:lnTo>
                  <a:lnTo>
                    <a:pt x="410583" y="474523"/>
                  </a:lnTo>
                  <a:close/>
                  <a:moveTo>
                    <a:pt x="81983" y="429238"/>
                  </a:moveTo>
                  <a:lnTo>
                    <a:pt x="80284" y="438639"/>
                  </a:lnTo>
                  <a:lnTo>
                    <a:pt x="81983" y="438639"/>
                  </a:lnTo>
                  <a:close/>
                  <a:moveTo>
                    <a:pt x="81983" y="429238"/>
                  </a:moveTo>
                  <a:lnTo>
                    <a:pt x="81983" y="438639"/>
                  </a:lnTo>
                  <a:lnTo>
                    <a:pt x="85973" y="402755"/>
                  </a:lnTo>
                  <a:close/>
                  <a:moveTo>
                    <a:pt x="416925" y="438639"/>
                  </a:moveTo>
                  <a:lnTo>
                    <a:pt x="416925" y="444350"/>
                  </a:lnTo>
                  <a:lnTo>
                    <a:pt x="418226" y="438639"/>
                  </a:lnTo>
                  <a:close/>
                  <a:moveTo>
                    <a:pt x="416925" y="438639"/>
                  </a:moveTo>
                  <a:lnTo>
                    <a:pt x="418226" y="438639"/>
                  </a:lnTo>
                  <a:lnTo>
                    <a:pt x="416925" y="405792"/>
                  </a:lnTo>
                  <a:close/>
                  <a:moveTo>
                    <a:pt x="80659" y="366871"/>
                  </a:moveTo>
                  <a:lnTo>
                    <a:pt x="81983" y="375237"/>
                  </a:lnTo>
                  <a:lnTo>
                    <a:pt x="81983" y="366871"/>
                  </a:lnTo>
                  <a:close/>
                  <a:moveTo>
                    <a:pt x="69396" y="330987"/>
                  </a:moveTo>
                  <a:lnTo>
                    <a:pt x="80659" y="366871"/>
                  </a:lnTo>
                  <a:lnTo>
                    <a:pt x="81983" y="366871"/>
                  </a:lnTo>
                  <a:close/>
                  <a:moveTo>
                    <a:pt x="416925" y="230947"/>
                  </a:moveTo>
                  <a:lnTo>
                    <a:pt x="416925" y="223334"/>
                  </a:lnTo>
                  <a:lnTo>
                    <a:pt x="408593" y="259218"/>
                  </a:lnTo>
                  <a:close/>
                  <a:moveTo>
                    <a:pt x="416925" y="223334"/>
                  </a:moveTo>
                  <a:lnTo>
                    <a:pt x="416925" y="230947"/>
                  </a:lnTo>
                  <a:lnTo>
                    <a:pt x="419691" y="223334"/>
                  </a:lnTo>
                  <a:close/>
                  <a:moveTo>
                    <a:pt x="129832" y="114735"/>
                  </a:moveTo>
                  <a:lnTo>
                    <a:pt x="129265" y="115681"/>
                  </a:lnTo>
                  <a:lnTo>
                    <a:pt x="129832" y="115681"/>
                  </a:lnTo>
                  <a:close/>
                  <a:moveTo>
                    <a:pt x="129832" y="114735"/>
                  </a:moveTo>
                  <a:lnTo>
                    <a:pt x="129832" y="115681"/>
                  </a:lnTo>
                  <a:lnTo>
                    <a:pt x="151032" y="79797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3956" name="Candidate_B2__3955">
              <a:extLst>
                <a:ext uri="{FF2B5EF4-FFF2-40B4-BE49-F238E27FC236}">
                  <a16:creationId xmlns:a16="http://schemas.microsoft.com/office/drawing/2014/main" id="{B2210482-2084-4C4B-4B53-CB850943E6E0}"/>
                </a:ext>
              </a:extLst>
            </p:cNvPr>
            <p:cNvSpPr>
              <a:spLocks noGrp="1"/>
            </p:cNvSpPr>
            <p:nvPr/>
          </p:nvSpPr>
          <p:spPr>
            <a:xfrm>
              <a:off x="5806307" y="3748623"/>
              <a:ext cx="459032" cy="699346"/>
            </a:xfrm>
            <a:custGeom>
              <a:avLst/>
              <a:gdLst/>
              <a:ahLst/>
              <a:cxnLst/>
              <a:rect l="0" t="0" r="0" b="0"/>
              <a:pathLst>
                <a:path w="459032" h="699346">
                  <a:moveTo>
                    <a:pt x="33315" y="658971"/>
                  </a:moveTo>
                  <a:lnTo>
                    <a:pt x="80291" y="686928"/>
                  </a:lnTo>
                  <a:lnTo>
                    <a:pt x="44602" y="651044"/>
                  </a:lnTo>
                  <a:close/>
                  <a:moveTo>
                    <a:pt x="81164" y="674101"/>
                  </a:moveTo>
                  <a:lnTo>
                    <a:pt x="80291" y="686928"/>
                  </a:lnTo>
                  <a:lnTo>
                    <a:pt x="81164" y="686928"/>
                  </a:lnTo>
                  <a:close/>
                  <a:moveTo>
                    <a:pt x="81164" y="687324"/>
                  </a:moveTo>
                  <a:lnTo>
                    <a:pt x="126609" y="686928"/>
                  </a:lnTo>
                  <a:lnTo>
                    <a:pt x="81164" y="686928"/>
                  </a:lnTo>
                  <a:close/>
                  <a:moveTo>
                    <a:pt x="129013" y="698957"/>
                  </a:moveTo>
                  <a:lnTo>
                    <a:pt x="129013" y="687513"/>
                  </a:lnTo>
                  <a:lnTo>
                    <a:pt x="81164" y="687324"/>
                  </a:lnTo>
                  <a:close/>
                  <a:moveTo>
                    <a:pt x="129013" y="698957"/>
                  </a:moveTo>
                  <a:lnTo>
                    <a:pt x="176862" y="699346"/>
                  </a:lnTo>
                  <a:lnTo>
                    <a:pt x="176862" y="687943"/>
                  </a:lnTo>
                  <a:close/>
                  <a:moveTo>
                    <a:pt x="224710" y="688858"/>
                  </a:moveTo>
                  <a:lnTo>
                    <a:pt x="224710" y="686928"/>
                  </a:lnTo>
                  <a:lnTo>
                    <a:pt x="176862" y="687943"/>
                  </a:lnTo>
                  <a:close/>
                  <a:moveTo>
                    <a:pt x="176862" y="699346"/>
                  </a:moveTo>
                  <a:lnTo>
                    <a:pt x="224710" y="688858"/>
                  </a:lnTo>
                  <a:lnTo>
                    <a:pt x="176862" y="687943"/>
                  </a:lnTo>
                  <a:close/>
                  <a:moveTo>
                    <a:pt x="224710" y="686928"/>
                  </a:moveTo>
                  <a:lnTo>
                    <a:pt x="224710" y="688858"/>
                  </a:lnTo>
                  <a:lnTo>
                    <a:pt x="229222" y="686928"/>
                  </a:lnTo>
                  <a:close/>
                  <a:moveTo>
                    <a:pt x="224710" y="686928"/>
                  </a:moveTo>
                  <a:lnTo>
                    <a:pt x="272559" y="665197"/>
                  </a:lnTo>
                  <a:lnTo>
                    <a:pt x="224710" y="676276"/>
                  </a:lnTo>
                  <a:close/>
                  <a:moveTo>
                    <a:pt x="229222" y="686928"/>
                  </a:moveTo>
                  <a:lnTo>
                    <a:pt x="272559" y="665197"/>
                  </a:lnTo>
                  <a:lnTo>
                    <a:pt x="224710" y="686928"/>
                  </a:lnTo>
                  <a:close/>
                  <a:moveTo>
                    <a:pt x="24410" y="651044"/>
                  </a:moveTo>
                  <a:lnTo>
                    <a:pt x="33315" y="658971"/>
                  </a:lnTo>
                  <a:lnTo>
                    <a:pt x="33315" y="651044"/>
                  </a:lnTo>
                  <a:close/>
                  <a:moveTo>
                    <a:pt x="2924" y="615160"/>
                  </a:moveTo>
                  <a:lnTo>
                    <a:pt x="24410" y="651044"/>
                  </a:lnTo>
                  <a:lnTo>
                    <a:pt x="19354" y="615160"/>
                  </a:lnTo>
                  <a:close/>
                  <a:moveTo>
                    <a:pt x="272559" y="651044"/>
                  </a:moveTo>
                  <a:lnTo>
                    <a:pt x="272559" y="665197"/>
                  </a:lnTo>
                  <a:lnTo>
                    <a:pt x="291078" y="651044"/>
                  </a:lnTo>
                  <a:close/>
                  <a:moveTo>
                    <a:pt x="272559" y="648972"/>
                  </a:moveTo>
                  <a:lnTo>
                    <a:pt x="320408" y="619331"/>
                  </a:lnTo>
                  <a:lnTo>
                    <a:pt x="320408" y="615160"/>
                  </a:lnTo>
                  <a:close/>
                  <a:moveTo>
                    <a:pt x="291078" y="651044"/>
                  </a:moveTo>
                  <a:lnTo>
                    <a:pt x="320408" y="619331"/>
                  </a:lnTo>
                  <a:lnTo>
                    <a:pt x="272559" y="651044"/>
                  </a:lnTo>
                  <a:close/>
                  <a:moveTo>
                    <a:pt x="0" y="579275"/>
                  </a:moveTo>
                  <a:lnTo>
                    <a:pt x="2924" y="615160"/>
                  </a:lnTo>
                  <a:lnTo>
                    <a:pt x="19354" y="615160"/>
                  </a:lnTo>
                  <a:close/>
                  <a:moveTo>
                    <a:pt x="320408" y="615160"/>
                  </a:moveTo>
                  <a:lnTo>
                    <a:pt x="320408" y="619331"/>
                  </a:lnTo>
                  <a:lnTo>
                    <a:pt x="323907" y="615160"/>
                  </a:lnTo>
                  <a:close/>
                  <a:moveTo>
                    <a:pt x="323907" y="615160"/>
                  </a:moveTo>
                  <a:lnTo>
                    <a:pt x="320408" y="588061"/>
                  </a:lnTo>
                  <a:lnTo>
                    <a:pt x="320408" y="615160"/>
                  </a:lnTo>
                  <a:close/>
                  <a:moveTo>
                    <a:pt x="348364" y="579275"/>
                  </a:moveTo>
                  <a:lnTo>
                    <a:pt x="325696" y="579275"/>
                  </a:lnTo>
                  <a:lnTo>
                    <a:pt x="323907" y="615160"/>
                  </a:lnTo>
                  <a:close/>
                  <a:moveTo>
                    <a:pt x="11560" y="543391"/>
                  </a:moveTo>
                  <a:lnTo>
                    <a:pt x="0" y="579275"/>
                  </a:lnTo>
                  <a:lnTo>
                    <a:pt x="16139" y="579275"/>
                  </a:lnTo>
                  <a:close/>
                  <a:moveTo>
                    <a:pt x="348364" y="579275"/>
                  </a:moveTo>
                  <a:lnTo>
                    <a:pt x="368257" y="543391"/>
                  </a:lnTo>
                  <a:lnTo>
                    <a:pt x="343929" y="543391"/>
                  </a:lnTo>
                  <a:close/>
                  <a:moveTo>
                    <a:pt x="33315" y="538307"/>
                  </a:moveTo>
                  <a:lnTo>
                    <a:pt x="33315" y="510417"/>
                  </a:lnTo>
                  <a:lnTo>
                    <a:pt x="11560" y="543391"/>
                  </a:lnTo>
                  <a:close/>
                  <a:moveTo>
                    <a:pt x="33315" y="510417"/>
                  </a:moveTo>
                  <a:lnTo>
                    <a:pt x="33315" y="538307"/>
                  </a:lnTo>
                  <a:lnTo>
                    <a:pt x="35243" y="507507"/>
                  </a:lnTo>
                  <a:close/>
                  <a:moveTo>
                    <a:pt x="368257" y="507507"/>
                  </a:moveTo>
                  <a:lnTo>
                    <a:pt x="370791" y="543391"/>
                  </a:lnTo>
                  <a:lnTo>
                    <a:pt x="393385" y="507507"/>
                  </a:lnTo>
                  <a:close/>
                  <a:moveTo>
                    <a:pt x="368257" y="507507"/>
                  </a:moveTo>
                  <a:lnTo>
                    <a:pt x="368257" y="543391"/>
                  </a:lnTo>
                  <a:lnTo>
                    <a:pt x="370791" y="543391"/>
                  </a:lnTo>
                  <a:close/>
                  <a:moveTo>
                    <a:pt x="35243" y="507507"/>
                  </a:moveTo>
                  <a:lnTo>
                    <a:pt x="56258" y="507507"/>
                  </a:lnTo>
                  <a:lnTo>
                    <a:pt x="60597" y="471623"/>
                  </a:lnTo>
                  <a:close/>
                  <a:moveTo>
                    <a:pt x="409764" y="471623"/>
                  </a:moveTo>
                  <a:lnTo>
                    <a:pt x="377608" y="471623"/>
                  </a:lnTo>
                  <a:lnTo>
                    <a:pt x="393385" y="507507"/>
                  </a:lnTo>
                  <a:close/>
                  <a:moveTo>
                    <a:pt x="79465" y="435739"/>
                  </a:moveTo>
                  <a:lnTo>
                    <a:pt x="81164" y="471623"/>
                  </a:lnTo>
                  <a:lnTo>
                    <a:pt x="81164" y="435739"/>
                  </a:lnTo>
                  <a:close/>
                  <a:moveTo>
                    <a:pt x="79465" y="435739"/>
                  </a:moveTo>
                  <a:lnTo>
                    <a:pt x="60597" y="471623"/>
                  </a:lnTo>
                  <a:lnTo>
                    <a:pt x="81164" y="471623"/>
                  </a:lnTo>
                  <a:close/>
                  <a:moveTo>
                    <a:pt x="409764" y="471623"/>
                  </a:moveTo>
                  <a:lnTo>
                    <a:pt x="416106" y="435739"/>
                  </a:lnTo>
                  <a:lnTo>
                    <a:pt x="385499" y="435739"/>
                  </a:lnTo>
                  <a:close/>
                  <a:moveTo>
                    <a:pt x="85154" y="399854"/>
                  </a:moveTo>
                  <a:lnTo>
                    <a:pt x="81164" y="435739"/>
                  </a:lnTo>
                  <a:lnTo>
                    <a:pt x="106209" y="435739"/>
                  </a:lnTo>
                  <a:close/>
                  <a:moveTo>
                    <a:pt x="416106" y="435739"/>
                  </a:moveTo>
                  <a:lnTo>
                    <a:pt x="416106" y="402891"/>
                  </a:lnTo>
                  <a:lnTo>
                    <a:pt x="385499" y="435739"/>
                  </a:lnTo>
                  <a:close/>
                  <a:moveTo>
                    <a:pt x="385499" y="435739"/>
                  </a:moveTo>
                  <a:lnTo>
                    <a:pt x="416106" y="402891"/>
                  </a:lnTo>
                  <a:lnTo>
                    <a:pt x="416001" y="399854"/>
                  </a:lnTo>
                  <a:close/>
                  <a:moveTo>
                    <a:pt x="81164" y="363970"/>
                  </a:moveTo>
                  <a:lnTo>
                    <a:pt x="81164" y="372336"/>
                  </a:lnTo>
                  <a:lnTo>
                    <a:pt x="102235" y="363970"/>
                  </a:lnTo>
                  <a:close/>
                  <a:moveTo>
                    <a:pt x="102235" y="363970"/>
                  </a:moveTo>
                  <a:lnTo>
                    <a:pt x="81164" y="372336"/>
                  </a:lnTo>
                  <a:lnTo>
                    <a:pt x="85154" y="399854"/>
                  </a:lnTo>
                  <a:close/>
                  <a:moveTo>
                    <a:pt x="385600" y="399854"/>
                  </a:moveTo>
                  <a:lnTo>
                    <a:pt x="416001" y="399854"/>
                  </a:lnTo>
                  <a:lnTo>
                    <a:pt x="409702" y="363970"/>
                  </a:lnTo>
                  <a:close/>
                  <a:moveTo>
                    <a:pt x="68577" y="328086"/>
                  </a:moveTo>
                  <a:lnTo>
                    <a:pt x="81164" y="363970"/>
                  </a:lnTo>
                  <a:lnTo>
                    <a:pt x="81164" y="328086"/>
                  </a:lnTo>
                  <a:close/>
                  <a:moveTo>
                    <a:pt x="382088" y="363970"/>
                  </a:moveTo>
                  <a:lnTo>
                    <a:pt x="409702" y="363970"/>
                  </a:lnTo>
                  <a:lnTo>
                    <a:pt x="404103" y="328086"/>
                  </a:lnTo>
                  <a:close/>
                  <a:moveTo>
                    <a:pt x="60559" y="292202"/>
                  </a:moveTo>
                  <a:lnTo>
                    <a:pt x="68577" y="328086"/>
                  </a:lnTo>
                  <a:lnTo>
                    <a:pt x="78485" y="292202"/>
                  </a:lnTo>
                  <a:close/>
                  <a:moveTo>
                    <a:pt x="380294" y="328086"/>
                  </a:moveTo>
                  <a:lnTo>
                    <a:pt x="404103" y="328086"/>
                  </a:lnTo>
                  <a:lnTo>
                    <a:pt x="403129" y="292202"/>
                  </a:lnTo>
                  <a:close/>
                  <a:moveTo>
                    <a:pt x="60668" y="256318"/>
                  </a:moveTo>
                  <a:lnTo>
                    <a:pt x="60559" y="292202"/>
                  </a:lnTo>
                  <a:lnTo>
                    <a:pt x="78485" y="292202"/>
                  </a:lnTo>
                  <a:close/>
                  <a:moveTo>
                    <a:pt x="382518" y="292202"/>
                  </a:moveTo>
                  <a:lnTo>
                    <a:pt x="403129" y="292202"/>
                  </a:lnTo>
                  <a:lnTo>
                    <a:pt x="407774" y="256318"/>
                  </a:lnTo>
                  <a:close/>
                  <a:moveTo>
                    <a:pt x="60668" y="256318"/>
                  </a:moveTo>
                  <a:lnTo>
                    <a:pt x="77897" y="256318"/>
                  </a:lnTo>
                  <a:lnTo>
                    <a:pt x="70512" y="220433"/>
                  </a:lnTo>
                  <a:close/>
                  <a:moveTo>
                    <a:pt x="407774" y="256318"/>
                  </a:moveTo>
                  <a:lnTo>
                    <a:pt x="416106" y="220433"/>
                  </a:lnTo>
                  <a:lnTo>
                    <a:pt x="398686" y="220433"/>
                  </a:lnTo>
                  <a:close/>
                  <a:moveTo>
                    <a:pt x="81164" y="199100"/>
                  </a:moveTo>
                  <a:lnTo>
                    <a:pt x="70512" y="220433"/>
                  </a:lnTo>
                  <a:lnTo>
                    <a:pt x="81164" y="220433"/>
                  </a:lnTo>
                  <a:close/>
                  <a:moveTo>
                    <a:pt x="81164" y="199100"/>
                  </a:moveTo>
                  <a:lnTo>
                    <a:pt x="81164" y="220433"/>
                  </a:lnTo>
                  <a:lnTo>
                    <a:pt x="88247" y="184549"/>
                  </a:lnTo>
                  <a:close/>
                  <a:moveTo>
                    <a:pt x="416106" y="184549"/>
                  </a:moveTo>
                  <a:lnTo>
                    <a:pt x="418872" y="220433"/>
                  </a:lnTo>
                  <a:lnTo>
                    <a:pt x="436206" y="184549"/>
                  </a:lnTo>
                  <a:close/>
                  <a:moveTo>
                    <a:pt x="416106" y="184549"/>
                  </a:moveTo>
                  <a:lnTo>
                    <a:pt x="416106" y="220433"/>
                  </a:lnTo>
                  <a:lnTo>
                    <a:pt x="418872" y="220433"/>
                  </a:lnTo>
                  <a:close/>
                  <a:moveTo>
                    <a:pt x="108035" y="148665"/>
                  </a:moveTo>
                  <a:lnTo>
                    <a:pt x="88247" y="184549"/>
                  </a:lnTo>
                  <a:lnTo>
                    <a:pt x="106647" y="184549"/>
                  </a:lnTo>
                  <a:close/>
                  <a:moveTo>
                    <a:pt x="451773" y="148665"/>
                  </a:moveTo>
                  <a:lnTo>
                    <a:pt x="429027" y="148665"/>
                  </a:lnTo>
                  <a:lnTo>
                    <a:pt x="436206" y="184549"/>
                  </a:lnTo>
                  <a:close/>
                  <a:moveTo>
                    <a:pt x="128445" y="112781"/>
                  </a:moveTo>
                  <a:lnTo>
                    <a:pt x="129013" y="148642"/>
                  </a:lnTo>
                  <a:lnTo>
                    <a:pt x="129013" y="112781"/>
                  </a:lnTo>
                  <a:close/>
                  <a:moveTo>
                    <a:pt x="108035" y="148665"/>
                  </a:moveTo>
                  <a:lnTo>
                    <a:pt x="128999" y="148665"/>
                  </a:lnTo>
                  <a:lnTo>
                    <a:pt x="128445" y="112781"/>
                  </a:lnTo>
                  <a:close/>
                  <a:moveTo>
                    <a:pt x="429027" y="148665"/>
                  </a:moveTo>
                  <a:lnTo>
                    <a:pt x="451773" y="148665"/>
                  </a:lnTo>
                  <a:lnTo>
                    <a:pt x="459032" y="112781"/>
                  </a:lnTo>
                  <a:close/>
                  <a:moveTo>
                    <a:pt x="150213" y="76896"/>
                  </a:moveTo>
                  <a:lnTo>
                    <a:pt x="129013" y="112781"/>
                  </a:lnTo>
                  <a:lnTo>
                    <a:pt x="150607" y="112781"/>
                  </a:lnTo>
                  <a:close/>
                  <a:moveTo>
                    <a:pt x="435799" y="112781"/>
                  </a:moveTo>
                  <a:lnTo>
                    <a:pt x="459032" y="112781"/>
                  </a:lnTo>
                  <a:lnTo>
                    <a:pt x="452860" y="76896"/>
                  </a:lnTo>
                  <a:close/>
                  <a:moveTo>
                    <a:pt x="176862" y="75035"/>
                  </a:moveTo>
                  <a:lnTo>
                    <a:pt x="176862" y="47291"/>
                  </a:lnTo>
                  <a:lnTo>
                    <a:pt x="150213" y="76896"/>
                  </a:lnTo>
                  <a:close/>
                  <a:moveTo>
                    <a:pt x="176862" y="47291"/>
                  </a:moveTo>
                  <a:lnTo>
                    <a:pt x="176862" y="75035"/>
                  </a:lnTo>
                  <a:lnTo>
                    <a:pt x="184235" y="41012"/>
                  </a:lnTo>
                  <a:close/>
                  <a:moveTo>
                    <a:pt x="427085" y="41012"/>
                  </a:moveTo>
                  <a:lnTo>
                    <a:pt x="416106" y="41012"/>
                  </a:lnTo>
                  <a:lnTo>
                    <a:pt x="427428" y="76896"/>
                  </a:lnTo>
                  <a:close/>
                  <a:moveTo>
                    <a:pt x="452860" y="76896"/>
                  </a:moveTo>
                  <a:lnTo>
                    <a:pt x="427085" y="41012"/>
                  </a:lnTo>
                  <a:lnTo>
                    <a:pt x="427428" y="76896"/>
                  </a:lnTo>
                  <a:close/>
                  <a:moveTo>
                    <a:pt x="224710" y="36498"/>
                  </a:moveTo>
                  <a:lnTo>
                    <a:pt x="224710" y="16565"/>
                  </a:lnTo>
                  <a:lnTo>
                    <a:pt x="184235" y="41012"/>
                  </a:lnTo>
                  <a:close/>
                  <a:moveTo>
                    <a:pt x="272559" y="5128"/>
                  </a:moveTo>
                  <a:lnTo>
                    <a:pt x="263001" y="5128"/>
                  </a:lnTo>
                  <a:lnTo>
                    <a:pt x="272559" y="20264"/>
                  </a:lnTo>
                  <a:close/>
                  <a:moveTo>
                    <a:pt x="272559" y="20264"/>
                  </a:moveTo>
                  <a:lnTo>
                    <a:pt x="263001" y="5128"/>
                  </a:lnTo>
                  <a:lnTo>
                    <a:pt x="224710" y="16565"/>
                  </a:lnTo>
                  <a:close/>
                  <a:moveTo>
                    <a:pt x="349113" y="5128"/>
                  </a:moveTo>
                  <a:lnTo>
                    <a:pt x="320408" y="5128"/>
                  </a:lnTo>
                  <a:lnTo>
                    <a:pt x="368257" y="8823"/>
                  </a:lnTo>
                  <a:close/>
                  <a:moveTo>
                    <a:pt x="368257" y="8823"/>
                  </a:moveTo>
                  <a:lnTo>
                    <a:pt x="320408" y="5128"/>
                  </a:lnTo>
                  <a:lnTo>
                    <a:pt x="320408" y="17637"/>
                  </a:lnTo>
                  <a:close/>
                  <a:moveTo>
                    <a:pt x="416106" y="32423"/>
                  </a:moveTo>
                  <a:lnTo>
                    <a:pt x="392431" y="41012"/>
                  </a:lnTo>
                  <a:lnTo>
                    <a:pt x="416106" y="41012"/>
                  </a:lnTo>
                  <a:close/>
                  <a:moveTo>
                    <a:pt x="368257" y="8823"/>
                  </a:moveTo>
                  <a:lnTo>
                    <a:pt x="368257" y="28244"/>
                  </a:lnTo>
                  <a:lnTo>
                    <a:pt x="416106" y="32423"/>
                  </a:lnTo>
                  <a:close/>
                  <a:moveTo>
                    <a:pt x="416106" y="41012"/>
                  </a:moveTo>
                  <a:lnTo>
                    <a:pt x="427085" y="41012"/>
                  </a:lnTo>
                  <a:lnTo>
                    <a:pt x="416106" y="32423"/>
                  </a:lnTo>
                  <a:close/>
                  <a:moveTo>
                    <a:pt x="272559" y="2505"/>
                  </a:moveTo>
                  <a:lnTo>
                    <a:pt x="263001" y="5128"/>
                  </a:lnTo>
                  <a:lnTo>
                    <a:pt x="272559" y="5128"/>
                  </a:lnTo>
                  <a:close/>
                  <a:moveTo>
                    <a:pt x="272559" y="5128"/>
                  </a:moveTo>
                  <a:lnTo>
                    <a:pt x="320408" y="0"/>
                  </a:lnTo>
                  <a:lnTo>
                    <a:pt x="272559" y="2505"/>
                  </a:lnTo>
                  <a:close/>
                  <a:moveTo>
                    <a:pt x="272559" y="5128"/>
                  </a:moveTo>
                  <a:lnTo>
                    <a:pt x="320408" y="5128"/>
                  </a:lnTo>
                  <a:lnTo>
                    <a:pt x="320408" y="0"/>
                  </a:lnTo>
                  <a:close/>
                  <a:moveTo>
                    <a:pt x="320408" y="5128"/>
                  </a:moveTo>
                  <a:lnTo>
                    <a:pt x="349113" y="5128"/>
                  </a:lnTo>
                  <a:lnTo>
                    <a:pt x="320408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3957" name="Candidate_B2__3956">
              <a:extLst>
                <a:ext uri="{FF2B5EF4-FFF2-40B4-BE49-F238E27FC236}">
                  <a16:creationId xmlns:a16="http://schemas.microsoft.com/office/drawing/2014/main" id="{BB6E5E18-E9E4-3A51-D819-F7465B14BC4A}"/>
                </a:ext>
              </a:extLst>
            </p:cNvPr>
            <p:cNvSpPr>
              <a:spLocks noGrp="1"/>
            </p:cNvSpPr>
            <p:nvPr/>
          </p:nvSpPr>
          <p:spPr>
            <a:xfrm>
              <a:off x="5806307" y="3753751"/>
              <a:ext cx="459032" cy="693829"/>
            </a:xfrm>
            <a:custGeom>
              <a:avLst/>
              <a:gdLst/>
              <a:ahLst/>
              <a:cxnLst/>
              <a:rect l="0" t="0" r="0" b="0"/>
              <a:pathLst>
                <a:path w="459032" h="693829">
                  <a:moveTo>
                    <a:pt x="33315" y="645916"/>
                  </a:moveTo>
                  <a:lnTo>
                    <a:pt x="33315" y="653843"/>
                  </a:lnTo>
                  <a:lnTo>
                    <a:pt x="44602" y="645916"/>
                  </a:lnTo>
                  <a:close/>
                  <a:moveTo>
                    <a:pt x="44602" y="645916"/>
                  </a:moveTo>
                  <a:lnTo>
                    <a:pt x="80291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6609" y="681800"/>
                  </a:lnTo>
                  <a:lnTo>
                    <a:pt x="81164" y="682196"/>
                  </a:lnTo>
                  <a:close/>
                  <a:moveTo>
                    <a:pt x="81164" y="681800"/>
                  </a:moveTo>
                  <a:lnTo>
                    <a:pt x="126609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9013" y="693829"/>
                  </a:lnTo>
                  <a:lnTo>
                    <a:pt x="176862" y="682815"/>
                  </a:lnTo>
                  <a:close/>
                  <a:moveTo>
                    <a:pt x="176862" y="682815"/>
                  </a:moveTo>
                  <a:lnTo>
                    <a:pt x="224710" y="681800"/>
                  </a:lnTo>
                  <a:lnTo>
                    <a:pt x="181357" y="681800"/>
                  </a:lnTo>
                  <a:close/>
                  <a:moveTo>
                    <a:pt x="224710" y="671148"/>
                  </a:moveTo>
                  <a:lnTo>
                    <a:pt x="272559" y="660069"/>
                  </a:lnTo>
                  <a:lnTo>
                    <a:pt x="272559" y="645916"/>
                  </a:lnTo>
                  <a:close/>
                  <a:moveTo>
                    <a:pt x="181357" y="681800"/>
                  </a:moveTo>
                  <a:lnTo>
                    <a:pt x="224710" y="681800"/>
                  </a:lnTo>
                  <a:lnTo>
                    <a:pt x="224710" y="671148"/>
                  </a:lnTo>
                  <a:close/>
                  <a:moveTo>
                    <a:pt x="19354" y="610032"/>
                  </a:moveTo>
                  <a:lnTo>
                    <a:pt x="33315" y="645916"/>
                  </a:lnTo>
                  <a:lnTo>
                    <a:pt x="33315" y="632139"/>
                  </a:lnTo>
                  <a:close/>
                  <a:moveTo>
                    <a:pt x="24410" y="645916"/>
                  </a:moveTo>
                  <a:lnTo>
                    <a:pt x="33315" y="645916"/>
                  </a:lnTo>
                  <a:lnTo>
                    <a:pt x="19354" y="610032"/>
                  </a:lnTo>
                  <a:close/>
                  <a:moveTo>
                    <a:pt x="33315" y="645916"/>
                  </a:moveTo>
                  <a:lnTo>
                    <a:pt x="44602" y="645916"/>
                  </a:lnTo>
                  <a:lnTo>
                    <a:pt x="33315" y="632139"/>
                  </a:lnTo>
                  <a:close/>
                  <a:moveTo>
                    <a:pt x="272559" y="643844"/>
                  </a:moveTo>
                  <a:lnTo>
                    <a:pt x="320408" y="610032"/>
                  </a:lnTo>
                  <a:lnTo>
                    <a:pt x="303927" y="610032"/>
                  </a:lnTo>
                  <a:close/>
                  <a:moveTo>
                    <a:pt x="272559" y="645916"/>
                  </a:moveTo>
                  <a:lnTo>
                    <a:pt x="320408" y="614203"/>
                  </a:lnTo>
                  <a:lnTo>
                    <a:pt x="272559" y="643844"/>
                  </a:lnTo>
                  <a:close/>
                  <a:moveTo>
                    <a:pt x="0" y="574147"/>
                  </a:moveTo>
                  <a:lnTo>
                    <a:pt x="19354" y="610032"/>
                  </a:lnTo>
                  <a:lnTo>
                    <a:pt x="16139" y="574147"/>
                  </a:lnTo>
                  <a:close/>
                  <a:moveTo>
                    <a:pt x="325696" y="574147"/>
                  </a:moveTo>
                  <a:lnTo>
                    <a:pt x="320408" y="582932"/>
                  </a:lnTo>
                  <a:lnTo>
                    <a:pt x="323907" y="610032"/>
                  </a:lnTo>
                  <a:close/>
                  <a:moveTo>
                    <a:pt x="303927" y="610032"/>
                  </a:moveTo>
                  <a:lnTo>
                    <a:pt x="320408" y="610032"/>
                  </a:lnTo>
                  <a:lnTo>
                    <a:pt x="320408" y="582932"/>
                  </a:lnTo>
                  <a:close/>
                  <a:moveTo>
                    <a:pt x="11560" y="538263"/>
                  </a:moveTo>
                  <a:lnTo>
                    <a:pt x="16139" y="574147"/>
                  </a:lnTo>
                  <a:lnTo>
                    <a:pt x="29691" y="538263"/>
                  </a:lnTo>
                  <a:close/>
                  <a:moveTo>
                    <a:pt x="348364" y="574147"/>
                  </a:moveTo>
                  <a:lnTo>
                    <a:pt x="343929" y="538263"/>
                  </a:lnTo>
                  <a:lnTo>
                    <a:pt x="325696" y="574147"/>
                  </a:lnTo>
                  <a:close/>
                  <a:moveTo>
                    <a:pt x="33315" y="533179"/>
                  </a:moveTo>
                  <a:lnTo>
                    <a:pt x="11560" y="538263"/>
                  </a:lnTo>
                  <a:lnTo>
                    <a:pt x="29691" y="538263"/>
                  </a:lnTo>
                  <a:close/>
                  <a:moveTo>
                    <a:pt x="33315" y="533179"/>
                  </a:moveTo>
                  <a:lnTo>
                    <a:pt x="56258" y="502379"/>
                  </a:lnTo>
                  <a:lnTo>
                    <a:pt x="35243" y="502379"/>
                  </a:lnTo>
                  <a:close/>
                  <a:moveTo>
                    <a:pt x="368257" y="538263"/>
                  </a:moveTo>
                  <a:lnTo>
                    <a:pt x="368257" y="502379"/>
                  </a:lnTo>
                  <a:lnTo>
                    <a:pt x="343929" y="538263"/>
                  </a:lnTo>
                  <a:close/>
                  <a:moveTo>
                    <a:pt x="60597" y="466495"/>
                  </a:moveTo>
                  <a:lnTo>
                    <a:pt x="81164" y="472566"/>
                  </a:lnTo>
                  <a:lnTo>
                    <a:pt x="81164" y="466495"/>
                  </a:lnTo>
                  <a:close/>
                  <a:moveTo>
                    <a:pt x="56258" y="502379"/>
                  </a:moveTo>
                  <a:lnTo>
                    <a:pt x="81164" y="472566"/>
                  </a:lnTo>
                  <a:lnTo>
                    <a:pt x="60597" y="466495"/>
                  </a:lnTo>
                  <a:close/>
                  <a:moveTo>
                    <a:pt x="393385" y="502379"/>
                  </a:moveTo>
                  <a:lnTo>
                    <a:pt x="368257" y="488155"/>
                  </a:lnTo>
                  <a:lnTo>
                    <a:pt x="368257" y="502379"/>
                  </a:lnTo>
                  <a:close/>
                  <a:moveTo>
                    <a:pt x="377608" y="466495"/>
                  </a:moveTo>
                  <a:lnTo>
                    <a:pt x="368257" y="488155"/>
                  </a:lnTo>
                  <a:lnTo>
                    <a:pt x="393385" y="502379"/>
                  </a:lnTo>
                  <a:close/>
                  <a:moveTo>
                    <a:pt x="106209" y="430610"/>
                  </a:moveTo>
                  <a:lnTo>
                    <a:pt x="81164" y="430610"/>
                  </a:lnTo>
                  <a:lnTo>
                    <a:pt x="81164" y="466495"/>
                  </a:lnTo>
                  <a:close/>
                  <a:moveTo>
                    <a:pt x="409764" y="466495"/>
                  </a:moveTo>
                  <a:lnTo>
                    <a:pt x="385499" y="430610"/>
                  </a:lnTo>
                  <a:lnTo>
                    <a:pt x="377608" y="466495"/>
                  </a:lnTo>
                  <a:close/>
                  <a:moveTo>
                    <a:pt x="85154" y="394726"/>
                  </a:moveTo>
                  <a:lnTo>
                    <a:pt x="106209" y="430610"/>
                  </a:lnTo>
                  <a:lnTo>
                    <a:pt x="110676" y="394726"/>
                  </a:lnTo>
                  <a:close/>
                  <a:moveTo>
                    <a:pt x="385499" y="430610"/>
                  </a:moveTo>
                  <a:lnTo>
                    <a:pt x="416001" y="394726"/>
                  </a:lnTo>
                  <a:lnTo>
                    <a:pt x="385600" y="394726"/>
                  </a:lnTo>
                  <a:close/>
                  <a:moveTo>
                    <a:pt x="102235" y="358842"/>
                  </a:moveTo>
                  <a:lnTo>
                    <a:pt x="85154" y="394726"/>
                  </a:lnTo>
                  <a:lnTo>
                    <a:pt x="110676" y="394726"/>
                  </a:lnTo>
                  <a:close/>
                  <a:moveTo>
                    <a:pt x="382088" y="358842"/>
                  </a:moveTo>
                  <a:lnTo>
                    <a:pt x="385600" y="394726"/>
                  </a:lnTo>
                  <a:lnTo>
                    <a:pt x="409702" y="358842"/>
                  </a:lnTo>
                  <a:close/>
                  <a:moveTo>
                    <a:pt x="102235" y="358842"/>
                  </a:moveTo>
                  <a:lnTo>
                    <a:pt x="88534" y="322958"/>
                  </a:lnTo>
                  <a:lnTo>
                    <a:pt x="81164" y="358842"/>
                  </a:lnTo>
                  <a:close/>
                  <a:moveTo>
                    <a:pt x="88534" y="322958"/>
                  </a:moveTo>
                  <a:lnTo>
                    <a:pt x="81164" y="322958"/>
                  </a:lnTo>
                  <a:lnTo>
                    <a:pt x="81164" y="358842"/>
                  </a:lnTo>
                  <a:close/>
                  <a:moveTo>
                    <a:pt x="380294" y="322958"/>
                  </a:moveTo>
                  <a:lnTo>
                    <a:pt x="382088" y="358842"/>
                  </a:lnTo>
                  <a:lnTo>
                    <a:pt x="404103" y="322958"/>
                  </a:lnTo>
                  <a:close/>
                  <a:moveTo>
                    <a:pt x="78485" y="287074"/>
                  </a:moveTo>
                  <a:lnTo>
                    <a:pt x="81164" y="322958"/>
                  </a:lnTo>
                  <a:lnTo>
                    <a:pt x="81164" y="296483"/>
                  </a:lnTo>
                  <a:close/>
                  <a:moveTo>
                    <a:pt x="68577" y="322958"/>
                  </a:moveTo>
                  <a:lnTo>
                    <a:pt x="81164" y="322958"/>
                  </a:lnTo>
                  <a:lnTo>
                    <a:pt x="78485" y="287074"/>
                  </a:lnTo>
                  <a:close/>
                  <a:moveTo>
                    <a:pt x="81164" y="322958"/>
                  </a:moveTo>
                  <a:lnTo>
                    <a:pt x="88534" y="322958"/>
                  </a:lnTo>
                  <a:lnTo>
                    <a:pt x="81164" y="296483"/>
                  </a:lnTo>
                  <a:close/>
                  <a:moveTo>
                    <a:pt x="382518" y="287074"/>
                  </a:moveTo>
                  <a:lnTo>
                    <a:pt x="380294" y="322958"/>
                  </a:lnTo>
                  <a:lnTo>
                    <a:pt x="403129" y="287074"/>
                  </a:lnTo>
                  <a:close/>
                  <a:moveTo>
                    <a:pt x="60668" y="251189"/>
                  </a:moveTo>
                  <a:lnTo>
                    <a:pt x="78485" y="287074"/>
                  </a:lnTo>
                  <a:lnTo>
                    <a:pt x="77897" y="251189"/>
                  </a:lnTo>
                  <a:close/>
                  <a:moveTo>
                    <a:pt x="388534" y="251189"/>
                  </a:moveTo>
                  <a:lnTo>
                    <a:pt x="382518" y="287074"/>
                  </a:lnTo>
                  <a:lnTo>
                    <a:pt x="407774" y="251189"/>
                  </a:lnTo>
                  <a:close/>
                  <a:moveTo>
                    <a:pt x="70512" y="215305"/>
                  </a:moveTo>
                  <a:lnTo>
                    <a:pt x="81164" y="240047"/>
                  </a:lnTo>
                  <a:lnTo>
                    <a:pt x="81164" y="215305"/>
                  </a:lnTo>
                  <a:close/>
                  <a:moveTo>
                    <a:pt x="77897" y="251189"/>
                  </a:moveTo>
                  <a:lnTo>
                    <a:pt x="81164" y="240047"/>
                  </a:lnTo>
                  <a:lnTo>
                    <a:pt x="70512" y="215305"/>
                  </a:lnTo>
                  <a:close/>
                  <a:moveTo>
                    <a:pt x="407774" y="251189"/>
                  </a:moveTo>
                  <a:lnTo>
                    <a:pt x="398686" y="215305"/>
                  </a:lnTo>
                  <a:lnTo>
                    <a:pt x="388534" y="251189"/>
                  </a:lnTo>
                  <a:close/>
                  <a:moveTo>
                    <a:pt x="88247" y="179421"/>
                  </a:moveTo>
                  <a:lnTo>
                    <a:pt x="81164" y="215305"/>
                  </a:lnTo>
                  <a:lnTo>
                    <a:pt x="88176" y="215305"/>
                  </a:lnTo>
                  <a:close/>
                  <a:moveTo>
                    <a:pt x="88247" y="179421"/>
                  </a:moveTo>
                  <a:lnTo>
                    <a:pt x="88176" y="215305"/>
                  </a:lnTo>
                  <a:lnTo>
                    <a:pt x="106647" y="179421"/>
                  </a:lnTo>
                  <a:close/>
                  <a:moveTo>
                    <a:pt x="81164" y="215305"/>
                  </a:moveTo>
                  <a:lnTo>
                    <a:pt x="81164" y="240047"/>
                  </a:lnTo>
                  <a:lnTo>
                    <a:pt x="88176" y="215305"/>
                  </a:lnTo>
                  <a:close/>
                  <a:moveTo>
                    <a:pt x="416106" y="215305"/>
                  </a:moveTo>
                  <a:lnTo>
                    <a:pt x="416106" y="179421"/>
                  </a:lnTo>
                  <a:lnTo>
                    <a:pt x="398686" y="215305"/>
                  </a:lnTo>
                  <a:close/>
                  <a:moveTo>
                    <a:pt x="108035" y="143537"/>
                  </a:moveTo>
                  <a:lnTo>
                    <a:pt x="106647" y="179421"/>
                  </a:lnTo>
                  <a:lnTo>
                    <a:pt x="128999" y="143537"/>
                  </a:lnTo>
                  <a:close/>
                  <a:moveTo>
                    <a:pt x="436206" y="179421"/>
                  </a:moveTo>
                  <a:lnTo>
                    <a:pt x="416106" y="173106"/>
                  </a:lnTo>
                  <a:lnTo>
                    <a:pt x="416106" y="179421"/>
                  </a:lnTo>
                  <a:close/>
                  <a:moveTo>
                    <a:pt x="429027" y="143537"/>
                  </a:moveTo>
                  <a:lnTo>
                    <a:pt x="416106" y="173106"/>
                  </a:lnTo>
                  <a:lnTo>
                    <a:pt x="436206" y="179421"/>
                  </a:lnTo>
                  <a:close/>
                  <a:moveTo>
                    <a:pt x="128999" y="143537"/>
                  </a:moveTo>
                  <a:lnTo>
                    <a:pt x="129013" y="143514"/>
                  </a:lnTo>
                  <a:lnTo>
                    <a:pt x="128445" y="107653"/>
                  </a:lnTo>
                  <a:close/>
                  <a:moveTo>
                    <a:pt x="435799" y="107653"/>
                  </a:moveTo>
                  <a:lnTo>
                    <a:pt x="429027" y="143537"/>
                  </a:lnTo>
                  <a:lnTo>
                    <a:pt x="459032" y="107653"/>
                  </a:lnTo>
                  <a:close/>
                  <a:moveTo>
                    <a:pt x="150213" y="71768"/>
                  </a:moveTo>
                  <a:lnTo>
                    <a:pt x="150607" y="107653"/>
                  </a:lnTo>
                  <a:lnTo>
                    <a:pt x="175172" y="71768"/>
                  </a:lnTo>
                  <a:close/>
                  <a:moveTo>
                    <a:pt x="129013" y="107653"/>
                  </a:moveTo>
                  <a:lnTo>
                    <a:pt x="129013" y="143514"/>
                  </a:lnTo>
                  <a:lnTo>
                    <a:pt x="150607" y="107653"/>
                  </a:lnTo>
                  <a:close/>
                  <a:moveTo>
                    <a:pt x="427428" y="71768"/>
                  </a:moveTo>
                  <a:lnTo>
                    <a:pt x="435799" y="107653"/>
                  </a:lnTo>
                  <a:lnTo>
                    <a:pt x="452860" y="71768"/>
                  </a:lnTo>
                  <a:close/>
                  <a:moveTo>
                    <a:pt x="176862" y="69907"/>
                  </a:moveTo>
                  <a:lnTo>
                    <a:pt x="150213" y="71768"/>
                  </a:lnTo>
                  <a:lnTo>
                    <a:pt x="175172" y="71768"/>
                  </a:lnTo>
                  <a:close/>
                  <a:moveTo>
                    <a:pt x="176862" y="69907"/>
                  </a:moveTo>
                  <a:lnTo>
                    <a:pt x="217216" y="35884"/>
                  </a:lnTo>
                  <a:lnTo>
                    <a:pt x="184235" y="35884"/>
                  </a:lnTo>
                  <a:close/>
                  <a:moveTo>
                    <a:pt x="427428" y="71768"/>
                  </a:moveTo>
                  <a:lnTo>
                    <a:pt x="416106" y="35884"/>
                  </a:lnTo>
                  <a:lnTo>
                    <a:pt x="416106" y="57119"/>
                  </a:lnTo>
                  <a:close/>
                  <a:moveTo>
                    <a:pt x="224710" y="31370"/>
                  </a:moveTo>
                  <a:lnTo>
                    <a:pt x="184235" y="35884"/>
                  </a:lnTo>
                  <a:lnTo>
                    <a:pt x="217216" y="35884"/>
                  </a:lnTo>
                  <a:close/>
                  <a:moveTo>
                    <a:pt x="272559" y="15136"/>
                  </a:moveTo>
                  <a:lnTo>
                    <a:pt x="224710" y="11437"/>
                  </a:lnTo>
                  <a:lnTo>
                    <a:pt x="224710" y="31370"/>
                  </a:lnTo>
                  <a:close/>
                  <a:moveTo>
                    <a:pt x="368257" y="3695"/>
                  </a:moveTo>
                  <a:lnTo>
                    <a:pt x="320408" y="12509"/>
                  </a:lnTo>
                  <a:lnTo>
                    <a:pt x="368257" y="23116"/>
                  </a:lnTo>
                  <a:close/>
                  <a:moveTo>
                    <a:pt x="368257" y="23116"/>
                  </a:moveTo>
                  <a:lnTo>
                    <a:pt x="392431" y="35884"/>
                  </a:lnTo>
                  <a:lnTo>
                    <a:pt x="416106" y="27294"/>
                  </a:lnTo>
                  <a:close/>
                  <a:moveTo>
                    <a:pt x="416106" y="57119"/>
                  </a:moveTo>
                  <a:lnTo>
                    <a:pt x="416106" y="35884"/>
                  </a:lnTo>
                  <a:lnTo>
                    <a:pt x="392431" y="35884"/>
                  </a:lnTo>
                  <a:close/>
                  <a:moveTo>
                    <a:pt x="320408" y="0"/>
                  </a:moveTo>
                  <a:lnTo>
                    <a:pt x="272559" y="0"/>
                  </a:lnTo>
                  <a:lnTo>
                    <a:pt x="320408" y="12509"/>
                  </a:lnTo>
                  <a:close/>
                  <a:moveTo>
                    <a:pt x="272559" y="0"/>
                  </a:moveTo>
                  <a:lnTo>
                    <a:pt x="272559" y="15136"/>
                  </a:lnTo>
                  <a:lnTo>
                    <a:pt x="320408" y="12509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3958" name="Candidate_B2__3957">
              <a:extLst>
                <a:ext uri="{FF2B5EF4-FFF2-40B4-BE49-F238E27FC236}">
                  <a16:creationId xmlns:a16="http://schemas.microsoft.com/office/drawing/2014/main" id="{0FF71950-9222-AD9C-12D3-0AE1B8D27B9F}"/>
                </a:ext>
              </a:extLst>
            </p:cNvPr>
            <p:cNvSpPr>
              <a:spLocks noGrp="1"/>
            </p:cNvSpPr>
            <p:nvPr/>
          </p:nvSpPr>
          <p:spPr>
            <a:xfrm>
              <a:off x="5822446" y="3766260"/>
              <a:ext cx="419659" cy="670306"/>
            </a:xfrm>
            <a:custGeom>
              <a:avLst/>
              <a:gdLst/>
              <a:ahLst/>
              <a:cxnLst/>
              <a:rect l="0" t="0" r="0" b="0"/>
              <a:pathLst>
                <a:path w="419659" h="670306">
                  <a:moveTo>
                    <a:pt x="208571" y="658639"/>
                  </a:moveTo>
                  <a:lnTo>
                    <a:pt x="256420" y="633407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3407"/>
                  </a:lnTo>
                  <a:lnTo>
                    <a:pt x="256420" y="631335"/>
                  </a:lnTo>
                  <a:close/>
                  <a:moveTo>
                    <a:pt x="352118" y="489870"/>
                  </a:moveTo>
                  <a:lnTo>
                    <a:pt x="345795" y="489870"/>
                  </a:lnTo>
                  <a:lnTo>
                    <a:pt x="327789" y="525754"/>
                  </a:lnTo>
                  <a:close/>
                  <a:moveTo>
                    <a:pt x="345795" y="489870"/>
                  </a:moveTo>
                  <a:lnTo>
                    <a:pt x="352118" y="489870"/>
                  </a:lnTo>
                  <a:lnTo>
                    <a:pt x="352118" y="475646"/>
                  </a:lnTo>
                  <a:close/>
                  <a:moveTo>
                    <a:pt x="70267" y="453986"/>
                  </a:moveTo>
                  <a:lnTo>
                    <a:pt x="90070" y="418102"/>
                  </a:lnTo>
                  <a:lnTo>
                    <a:pt x="65025" y="453986"/>
                  </a:lnTo>
                  <a:close/>
                  <a:moveTo>
                    <a:pt x="65025" y="453986"/>
                  </a:moveTo>
                  <a:lnTo>
                    <a:pt x="65025" y="460057"/>
                  </a:lnTo>
                  <a:lnTo>
                    <a:pt x="70267" y="453986"/>
                  </a:lnTo>
                  <a:close/>
                  <a:moveTo>
                    <a:pt x="399966" y="166912"/>
                  </a:moveTo>
                  <a:lnTo>
                    <a:pt x="397328" y="166912"/>
                  </a:lnTo>
                  <a:lnTo>
                    <a:pt x="382547" y="202796"/>
                  </a:lnTo>
                  <a:close/>
                  <a:moveTo>
                    <a:pt x="397328" y="166912"/>
                  </a:moveTo>
                  <a:lnTo>
                    <a:pt x="399966" y="166912"/>
                  </a:lnTo>
                  <a:lnTo>
                    <a:pt x="399966" y="160597"/>
                  </a:lnTo>
                  <a:close/>
                  <a:moveTo>
                    <a:pt x="110470" y="669291"/>
                  </a:moveTo>
                  <a:lnTo>
                    <a:pt x="112874" y="669876"/>
                  </a:lnTo>
                  <a:lnTo>
                    <a:pt x="112874" y="669291"/>
                  </a:lnTo>
                  <a:close/>
                  <a:moveTo>
                    <a:pt x="65025" y="656464"/>
                  </a:moveTo>
                  <a:lnTo>
                    <a:pt x="110470" y="669291"/>
                  </a:lnTo>
                  <a:lnTo>
                    <a:pt x="87484" y="633407"/>
                  </a:lnTo>
                  <a:close/>
                  <a:moveTo>
                    <a:pt x="112874" y="642072"/>
                  </a:moveTo>
                  <a:lnTo>
                    <a:pt x="110470" y="669291"/>
                  </a:lnTo>
                  <a:lnTo>
                    <a:pt x="112874" y="669291"/>
                  </a:lnTo>
                  <a:close/>
                  <a:moveTo>
                    <a:pt x="160723" y="669291"/>
                  </a:moveTo>
                  <a:lnTo>
                    <a:pt x="112874" y="669876"/>
                  </a:lnTo>
                  <a:lnTo>
                    <a:pt x="160723" y="670306"/>
                  </a:lnTo>
                  <a:close/>
                  <a:moveTo>
                    <a:pt x="160723" y="669291"/>
                  </a:moveTo>
                  <a:lnTo>
                    <a:pt x="112874" y="669291"/>
                  </a:lnTo>
                  <a:lnTo>
                    <a:pt x="112874" y="669876"/>
                  </a:lnTo>
                  <a:close/>
                  <a:moveTo>
                    <a:pt x="112874" y="669291"/>
                  </a:moveTo>
                  <a:lnTo>
                    <a:pt x="160723" y="669291"/>
                  </a:lnTo>
                  <a:lnTo>
                    <a:pt x="112874" y="642072"/>
                  </a:lnTo>
                  <a:close/>
                  <a:moveTo>
                    <a:pt x="160723" y="669291"/>
                  </a:moveTo>
                  <a:lnTo>
                    <a:pt x="160723" y="670306"/>
                  </a:lnTo>
                  <a:lnTo>
                    <a:pt x="165218" y="669291"/>
                  </a:lnTo>
                  <a:close/>
                  <a:moveTo>
                    <a:pt x="160723" y="669291"/>
                  </a:moveTo>
                  <a:lnTo>
                    <a:pt x="208571" y="658639"/>
                  </a:lnTo>
                  <a:lnTo>
                    <a:pt x="160723" y="642971"/>
                  </a:lnTo>
                  <a:close/>
                  <a:moveTo>
                    <a:pt x="165218" y="669291"/>
                  </a:moveTo>
                  <a:lnTo>
                    <a:pt x="208571" y="658639"/>
                  </a:lnTo>
                  <a:lnTo>
                    <a:pt x="160723" y="669291"/>
                  </a:lnTo>
                  <a:close/>
                  <a:moveTo>
                    <a:pt x="28463" y="633407"/>
                  </a:moveTo>
                  <a:lnTo>
                    <a:pt x="65025" y="656464"/>
                  </a:lnTo>
                  <a:lnTo>
                    <a:pt x="65025" y="633407"/>
                  </a:lnTo>
                  <a:close/>
                  <a:moveTo>
                    <a:pt x="17176" y="619630"/>
                  </a:moveTo>
                  <a:lnTo>
                    <a:pt x="28463" y="633407"/>
                  </a:lnTo>
                  <a:lnTo>
                    <a:pt x="44528" y="597523"/>
                  </a:lnTo>
                  <a:close/>
                  <a:moveTo>
                    <a:pt x="208571" y="633407"/>
                  </a:moveTo>
                  <a:lnTo>
                    <a:pt x="208571" y="658639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1335"/>
                  </a:lnTo>
                  <a:lnTo>
                    <a:pt x="208571" y="633407"/>
                  </a:lnTo>
                  <a:close/>
                  <a:moveTo>
                    <a:pt x="3215" y="597523"/>
                  </a:moveTo>
                  <a:lnTo>
                    <a:pt x="17176" y="619630"/>
                  </a:lnTo>
                  <a:lnTo>
                    <a:pt x="17176" y="597523"/>
                  </a:lnTo>
                  <a:close/>
                  <a:moveTo>
                    <a:pt x="0" y="561638"/>
                  </a:moveTo>
                  <a:lnTo>
                    <a:pt x="17176" y="597523"/>
                  </a:lnTo>
                  <a:lnTo>
                    <a:pt x="17176" y="561638"/>
                  </a:lnTo>
                  <a:close/>
                  <a:moveTo>
                    <a:pt x="0" y="561638"/>
                  </a:moveTo>
                  <a:lnTo>
                    <a:pt x="3215" y="597523"/>
                  </a:lnTo>
                  <a:lnTo>
                    <a:pt x="17176" y="597523"/>
                  </a:lnTo>
                  <a:close/>
                  <a:moveTo>
                    <a:pt x="256420" y="597523"/>
                  </a:moveTo>
                  <a:lnTo>
                    <a:pt x="256420" y="631335"/>
                  </a:lnTo>
                  <a:lnTo>
                    <a:pt x="287787" y="597523"/>
                  </a:lnTo>
                  <a:close/>
                  <a:moveTo>
                    <a:pt x="287787" y="597523"/>
                  </a:moveTo>
                  <a:lnTo>
                    <a:pt x="304269" y="570424"/>
                  </a:lnTo>
                  <a:lnTo>
                    <a:pt x="256420" y="597523"/>
                  </a:lnTo>
                  <a:close/>
                  <a:moveTo>
                    <a:pt x="13552" y="525754"/>
                  </a:moveTo>
                  <a:lnTo>
                    <a:pt x="17176" y="561638"/>
                  </a:lnTo>
                  <a:lnTo>
                    <a:pt x="17176" y="525754"/>
                  </a:lnTo>
                  <a:close/>
                  <a:moveTo>
                    <a:pt x="13552" y="525754"/>
                  </a:moveTo>
                  <a:lnTo>
                    <a:pt x="0" y="561638"/>
                  </a:lnTo>
                  <a:lnTo>
                    <a:pt x="17176" y="561638"/>
                  </a:lnTo>
                  <a:close/>
                  <a:moveTo>
                    <a:pt x="304269" y="561638"/>
                  </a:moveTo>
                  <a:lnTo>
                    <a:pt x="304269" y="570424"/>
                  </a:lnTo>
                  <a:lnTo>
                    <a:pt x="309556" y="561638"/>
                  </a:lnTo>
                  <a:close/>
                  <a:moveTo>
                    <a:pt x="304269" y="525754"/>
                  </a:moveTo>
                  <a:lnTo>
                    <a:pt x="309556" y="561638"/>
                  </a:lnTo>
                  <a:lnTo>
                    <a:pt x="327789" y="525754"/>
                  </a:lnTo>
                  <a:close/>
                  <a:moveTo>
                    <a:pt x="304269" y="525754"/>
                  </a:moveTo>
                  <a:lnTo>
                    <a:pt x="304269" y="561638"/>
                  </a:lnTo>
                  <a:lnTo>
                    <a:pt x="309556" y="561638"/>
                  </a:lnTo>
                  <a:close/>
                  <a:moveTo>
                    <a:pt x="17176" y="520670"/>
                  </a:moveTo>
                  <a:lnTo>
                    <a:pt x="13552" y="525754"/>
                  </a:lnTo>
                  <a:lnTo>
                    <a:pt x="17176" y="525754"/>
                  </a:lnTo>
                  <a:close/>
                  <a:moveTo>
                    <a:pt x="40119" y="489870"/>
                  </a:moveTo>
                  <a:lnTo>
                    <a:pt x="17176" y="520670"/>
                  </a:lnTo>
                  <a:lnTo>
                    <a:pt x="65025" y="515575"/>
                  </a:lnTo>
                  <a:close/>
                  <a:moveTo>
                    <a:pt x="304269" y="489870"/>
                  </a:moveTo>
                  <a:lnTo>
                    <a:pt x="327789" y="525754"/>
                  </a:lnTo>
                  <a:lnTo>
                    <a:pt x="345795" y="489870"/>
                  </a:lnTo>
                  <a:close/>
                  <a:moveTo>
                    <a:pt x="65025" y="460057"/>
                  </a:moveTo>
                  <a:lnTo>
                    <a:pt x="40119" y="489870"/>
                  </a:lnTo>
                  <a:lnTo>
                    <a:pt x="65025" y="489870"/>
                  </a:lnTo>
                  <a:close/>
                  <a:moveTo>
                    <a:pt x="70267" y="453986"/>
                  </a:moveTo>
                  <a:lnTo>
                    <a:pt x="65025" y="460057"/>
                  </a:lnTo>
                  <a:lnTo>
                    <a:pt x="112874" y="470550"/>
                  </a:lnTo>
                  <a:close/>
                  <a:moveTo>
                    <a:pt x="352118" y="453986"/>
                  </a:moveTo>
                  <a:lnTo>
                    <a:pt x="345795" y="489870"/>
                  </a:lnTo>
                  <a:lnTo>
                    <a:pt x="352118" y="475646"/>
                  </a:lnTo>
                  <a:close/>
                  <a:moveTo>
                    <a:pt x="304269" y="489870"/>
                  </a:moveTo>
                  <a:lnTo>
                    <a:pt x="345795" y="489870"/>
                  </a:lnTo>
                  <a:lnTo>
                    <a:pt x="352118" y="453986"/>
                  </a:lnTo>
                  <a:close/>
                  <a:moveTo>
                    <a:pt x="90070" y="418102"/>
                  </a:moveTo>
                  <a:lnTo>
                    <a:pt x="70267" y="453986"/>
                  </a:lnTo>
                  <a:lnTo>
                    <a:pt x="112874" y="453986"/>
                  </a:lnTo>
                  <a:close/>
                  <a:moveTo>
                    <a:pt x="352118" y="453986"/>
                  </a:moveTo>
                  <a:lnTo>
                    <a:pt x="352118" y="475646"/>
                  </a:lnTo>
                  <a:lnTo>
                    <a:pt x="361469" y="453986"/>
                  </a:lnTo>
                  <a:close/>
                  <a:moveTo>
                    <a:pt x="352118" y="418102"/>
                  </a:moveTo>
                  <a:lnTo>
                    <a:pt x="361469" y="453986"/>
                  </a:lnTo>
                  <a:lnTo>
                    <a:pt x="369359" y="418102"/>
                  </a:lnTo>
                  <a:close/>
                  <a:moveTo>
                    <a:pt x="352118" y="418102"/>
                  </a:moveTo>
                  <a:lnTo>
                    <a:pt x="352118" y="453986"/>
                  </a:lnTo>
                  <a:lnTo>
                    <a:pt x="361469" y="453986"/>
                  </a:lnTo>
                  <a:close/>
                  <a:moveTo>
                    <a:pt x="94537" y="382217"/>
                  </a:moveTo>
                  <a:lnTo>
                    <a:pt x="112874" y="418102"/>
                  </a:lnTo>
                  <a:lnTo>
                    <a:pt x="112874" y="382217"/>
                  </a:lnTo>
                  <a:close/>
                  <a:moveTo>
                    <a:pt x="94537" y="382217"/>
                  </a:moveTo>
                  <a:lnTo>
                    <a:pt x="90070" y="418102"/>
                  </a:lnTo>
                  <a:lnTo>
                    <a:pt x="112874" y="418102"/>
                  </a:lnTo>
                  <a:close/>
                  <a:moveTo>
                    <a:pt x="352118" y="382217"/>
                  </a:moveTo>
                  <a:lnTo>
                    <a:pt x="369359" y="418102"/>
                  </a:lnTo>
                  <a:lnTo>
                    <a:pt x="369461" y="382217"/>
                  </a:lnTo>
                  <a:close/>
                  <a:moveTo>
                    <a:pt x="352118" y="382217"/>
                  </a:moveTo>
                  <a:lnTo>
                    <a:pt x="352118" y="418102"/>
                  </a:lnTo>
                  <a:lnTo>
                    <a:pt x="369359" y="418102"/>
                  </a:lnTo>
                  <a:close/>
                  <a:moveTo>
                    <a:pt x="86096" y="346333"/>
                  </a:moveTo>
                  <a:lnTo>
                    <a:pt x="112874" y="382217"/>
                  </a:lnTo>
                  <a:lnTo>
                    <a:pt x="112874" y="346333"/>
                  </a:lnTo>
                  <a:close/>
                  <a:moveTo>
                    <a:pt x="86096" y="346333"/>
                  </a:moveTo>
                  <a:lnTo>
                    <a:pt x="94537" y="382217"/>
                  </a:lnTo>
                  <a:lnTo>
                    <a:pt x="112874" y="382217"/>
                  </a:lnTo>
                  <a:close/>
                  <a:moveTo>
                    <a:pt x="352118" y="346333"/>
                  </a:moveTo>
                  <a:lnTo>
                    <a:pt x="369461" y="382217"/>
                  </a:lnTo>
                  <a:lnTo>
                    <a:pt x="365949" y="346333"/>
                  </a:lnTo>
                  <a:close/>
                  <a:moveTo>
                    <a:pt x="352118" y="346333"/>
                  </a:moveTo>
                  <a:lnTo>
                    <a:pt x="352118" y="382217"/>
                  </a:lnTo>
                  <a:lnTo>
                    <a:pt x="369461" y="382217"/>
                  </a:lnTo>
                  <a:close/>
                  <a:moveTo>
                    <a:pt x="72395" y="310449"/>
                  </a:moveTo>
                  <a:lnTo>
                    <a:pt x="86096" y="346333"/>
                  </a:lnTo>
                  <a:lnTo>
                    <a:pt x="112874" y="346333"/>
                  </a:lnTo>
                  <a:close/>
                  <a:moveTo>
                    <a:pt x="352118" y="310449"/>
                  </a:moveTo>
                  <a:lnTo>
                    <a:pt x="365949" y="346333"/>
                  </a:lnTo>
                  <a:lnTo>
                    <a:pt x="364155" y="310449"/>
                  </a:lnTo>
                  <a:close/>
                  <a:moveTo>
                    <a:pt x="352118" y="310449"/>
                  </a:moveTo>
                  <a:lnTo>
                    <a:pt x="352118" y="346333"/>
                  </a:lnTo>
                  <a:lnTo>
                    <a:pt x="365949" y="346333"/>
                  </a:lnTo>
                  <a:close/>
                  <a:moveTo>
                    <a:pt x="65025" y="283974"/>
                  </a:moveTo>
                  <a:lnTo>
                    <a:pt x="72395" y="310449"/>
                  </a:lnTo>
                  <a:lnTo>
                    <a:pt x="102013" y="274565"/>
                  </a:lnTo>
                  <a:close/>
                  <a:moveTo>
                    <a:pt x="352118" y="274565"/>
                  </a:moveTo>
                  <a:lnTo>
                    <a:pt x="364155" y="310449"/>
                  </a:lnTo>
                  <a:lnTo>
                    <a:pt x="366379" y="274565"/>
                  </a:lnTo>
                  <a:close/>
                  <a:moveTo>
                    <a:pt x="352118" y="274565"/>
                  </a:moveTo>
                  <a:lnTo>
                    <a:pt x="352118" y="310449"/>
                  </a:lnTo>
                  <a:lnTo>
                    <a:pt x="364155" y="310449"/>
                  </a:lnTo>
                  <a:close/>
                  <a:moveTo>
                    <a:pt x="62345" y="274565"/>
                  </a:moveTo>
                  <a:lnTo>
                    <a:pt x="65025" y="283974"/>
                  </a:lnTo>
                  <a:lnTo>
                    <a:pt x="65025" y="274565"/>
                  </a:lnTo>
                  <a:close/>
                  <a:moveTo>
                    <a:pt x="61758" y="238681"/>
                  </a:moveTo>
                  <a:lnTo>
                    <a:pt x="65025" y="274565"/>
                  </a:lnTo>
                  <a:lnTo>
                    <a:pt x="65025" y="238681"/>
                  </a:lnTo>
                  <a:close/>
                  <a:moveTo>
                    <a:pt x="61758" y="238681"/>
                  </a:moveTo>
                  <a:lnTo>
                    <a:pt x="62345" y="274565"/>
                  </a:lnTo>
                  <a:lnTo>
                    <a:pt x="65025" y="274565"/>
                  </a:lnTo>
                  <a:close/>
                  <a:moveTo>
                    <a:pt x="352118" y="238681"/>
                  </a:moveTo>
                  <a:lnTo>
                    <a:pt x="366379" y="274565"/>
                  </a:lnTo>
                  <a:lnTo>
                    <a:pt x="372395" y="238681"/>
                  </a:lnTo>
                  <a:close/>
                  <a:moveTo>
                    <a:pt x="352118" y="238681"/>
                  </a:moveTo>
                  <a:lnTo>
                    <a:pt x="352118" y="274565"/>
                  </a:lnTo>
                  <a:lnTo>
                    <a:pt x="366379" y="274565"/>
                  </a:lnTo>
                  <a:close/>
                  <a:moveTo>
                    <a:pt x="65025" y="227538"/>
                  </a:moveTo>
                  <a:lnTo>
                    <a:pt x="61758" y="238681"/>
                  </a:lnTo>
                  <a:lnTo>
                    <a:pt x="65025" y="238681"/>
                  </a:lnTo>
                  <a:close/>
                  <a:moveTo>
                    <a:pt x="65025" y="227538"/>
                  </a:moveTo>
                  <a:lnTo>
                    <a:pt x="65025" y="238681"/>
                  </a:lnTo>
                  <a:lnTo>
                    <a:pt x="72036" y="202796"/>
                  </a:lnTo>
                  <a:close/>
                  <a:moveTo>
                    <a:pt x="352118" y="202796"/>
                  </a:moveTo>
                  <a:lnTo>
                    <a:pt x="372395" y="238681"/>
                  </a:lnTo>
                  <a:lnTo>
                    <a:pt x="382547" y="202796"/>
                  </a:lnTo>
                  <a:close/>
                  <a:moveTo>
                    <a:pt x="72036" y="202796"/>
                  </a:moveTo>
                  <a:lnTo>
                    <a:pt x="111683" y="202796"/>
                  </a:lnTo>
                  <a:lnTo>
                    <a:pt x="90508" y="166912"/>
                  </a:lnTo>
                  <a:close/>
                  <a:moveTo>
                    <a:pt x="352118" y="166912"/>
                  </a:moveTo>
                  <a:lnTo>
                    <a:pt x="382547" y="202796"/>
                  </a:lnTo>
                  <a:lnTo>
                    <a:pt x="397328" y="166912"/>
                  </a:lnTo>
                  <a:close/>
                  <a:moveTo>
                    <a:pt x="112860" y="131028"/>
                  </a:moveTo>
                  <a:lnTo>
                    <a:pt x="112874" y="166912"/>
                  </a:lnTo>
                  <a:lnTo>
                    <a:pt x="112874" y="131028"/>
                  </a:lnTo>
                  <a:close/>
                  <a:moveTo>
                    <a:pt x="112860" y="131028"/>
                  </a:moveTo>
                  <a:lnTo>
                    <a:pt x="90508" y="166912"/>
                  </a:lnTo>
                  <a:lnTo>
                    <a:pt x="112874" y="166912"/>
                  </a:lnTo>
                  <a:close/>
                  <a:moveTo>
                    <a:pt x="397328" y="166912"/>
                  </a:moveTo>
                  <a:lnTo>
                    <a:pt x="399966" y="160597"/>
                  </a:lnTo>
                  <a:lnTo>
                    <a:pt x="352118" y="166912"/>
                  </a:lnTo>
                  <a:close/>
                  <a:moveTo>
                    <a:pt x="112874" y="131005"/>
                  </a:moveTo>
                  <a:lnTo>
                    <a:pt x="112860" y="131028"/>
                  </a:lnTo>
                  <a:lnTo>
                    <a:pt x="112874" y="131028"/>
                  </a:lnTo>
                  <a:close/>
                  <a:moveTo>
                    <a:pt x="134468" y="95144"/>
                  </a:moveTo>
                  <a:lnTo>
                    <a:pt x="112874" y="131005"/>
                  </a:lnTo>
                  <a:lnTo>
                    <a:pt x="160723" y="129598"/>
                  </a:lnTo>
                  <a:close/>
                  <a:moveTo>
                    <a:pt x="159827" y="131028"/>
                  </a:moveTo>
                  <a:lnTo>
                    <a:pt x="112874" y="131005"/>
                  </a:lnTo>
                  <a:lnTo>
                    <a:pt x="112874" y="131028"/>
                  </a:lnTo>
                  <a:close/>
                  <a:moveTo>
                    <a:pt x="399966" y="131028"/>
                  </a:moveTo>
                  <a:lnTo>
                    <a:pt x="399966" y="160597"/>
                  </a:lnTo>
                  <a:lnTo>
                    <a:pt x="412888" y="131028"/>
                  </a:lnTo>
                  <a:close/>
                  <a:moveTo>
                    <a:pt x="399966" y="95144"/>
                  </a:moveTo>
                  <a:lnTo>
                    <a:pt x="412888" y="131028"/>
                  </a:lnTo>
                  <a:lnTo>
                    <a:pt x="419659" y="95144"/>
                  </a:lnTo>
                  <a:close/>
                  <a:moveTo>
                    <a:pt x="399966" y="95144"/>
                  </a:moveTo>
                  <a:lnTo>
                    <a:pt x="399966" y="131028"/>
                  </a:lnTo>
                  <a:lnTo>
                    <a:pt x="412888" y="131028"/>
                  </a:lnTo>
                  <a:close/>
                  <a:moveTo>
                    <a:pt x="159032" y="59259"/>
                  </a:moveTo>
                  <a:lnTo>
                    <a:pt x="160723" y="95144"/>
                  </a:lnTo>
                  <a:lnTo>
                    <a:pt x="160723" y="59259"/>
                  </a:lnTo>
                  <a:close/>
                  <a:moveTo>
                    <a:pt x="159032" y="59259"/>
                  </a:moveTo>
                  <a:lnTo>
                    <a:pt x="134468" y="95144"/>
                  </a:lnTo>
                  <a:lnTo>
                    <a:pt x="160723" y="95144"/>
                  </a:lnTo>
                  <a:close/>
                  <a:moveTo>
                    <a:pt x="399966" y="59259"/>
                  </a:moveTo>
                  <a:lnTo>
                    <a:pt x="419659" y="95144"/>
                  </a:lnTo>
                  <a:lnTo>
                    <a:pt x="411289" y="59259"/>
                  </a:lnTo>
                  <a:close/>
                  <a:moveTo>
                    <a:pt x="399966" y="59259"/>
                  </a:moveTo>
                  <a:lnTo>
                    <a:pt x="399966" y="95144"/>
                  </a:lnTo>
                  <a:lnTo>
                    <a:pt x="419659" y="95144"/>
                  </a:lnTo>
                  <a:close/>
                  <a:moveTo>
                    <a:pt x="160723" y="57398"/>
                  </a:moveTo>
                  <a:lnTo>
                    <a:pt x="159032" y="59259"/>
                  </a:lnTo>
                  <a:lnTo>
                    <a:pt x="160723" y="59259"/>
                  </a:lnTo>
                  <a:close/>
                  <a:moveTo>
                    <a:pt x="160723" y="59259"/>
                  </a:moveTo>
                  <a:lnTo>
                    <a:pt x="201077" y="23375"/>
                  </a:lnTo>
                  <a:lnTo>
                    <a:pt x="160723" y="57398"/>
                  </a:lnTo>
                  <a:close/>
                  <a:moveTo>
                    <a:pt x="208571" y="23375"/>
                  </a:moveTo>
                  <a:lnTo>
                    <a:pt x="201077" y="23375"/>
                  </a:lnTo>
                  <a:lnTo>
                    <a:pt x="160723" y="59259"/>
                  </a:lnTo>
                  <a:close/>
                  <a:moveTo>
                    <a:pt x="208571" y="59259"/>
                  </a:moveTo>
                  <a:lnTo>
                    <a:pt x="208571" y="23375"/>
                  </a:lnTo>
                  <a:lnTo>
                    <a:pt x="160723" y="59259"/>
                  </a:lnTo>
                  <a:close/>
                  <a:moveTo>
                    <a:pt x="352118" y="23375"/>
                  </a:moveTo>
                  <a:lnTo>
                    <a:pt x="399966" y="44610"/>
                  </a:lnTo>
                  <a:lnTo>
                    <a:pt x="376291" y="23375"/>
                  </a:lnTo>
                  <a:close/>
                  <a:moveTo>
                    <a:pt x="399966" y="59259"/>
                  </a:moveTo>
                  <a:lnTo>
                    <a:pt x="399966" y="44610"/>
                  </a:lnTo>
                  <a:lnTo>
                    <a:pt x="352118" y="23375"/>
                  </a:lnTo>
                  <a:close/>
                  <a:moveTo>
                    <a:pt x="399966" y="59259"/>
                  </a:moveTo>
                  <a:lnTo>
                    <a:pt x="411289" y="59259"/>
                  </a:lnTo>
                  <a:lnTo>
                    <a:pt x="399966" y="44610"/>
                  </a:lnTo>
                  <a:close/>
                  <a:moveTo>
                    <a:pt x="208571" y="18861"/>
                  </a:moveTo>
                  <a:lnTo>
                    <a:pt x="201077" y="23375"/>
                  </a:lnTo>
                  <a:lnTo>
                    <a:pt x="208571" y="23375"/>
                  </a:lnTo>
                  <a:close/>
                  <a:moveTo>
                    <a:pt x="208571" y="23375"/>
                  </a:moveTo>
                  <a:lnTo>
                    <a:pt x="256420" y="2627"/>
                  </a:lnTo>
                  <a:lnTo>
                    <a:pt x="208571" y="18861"/>
                  </a:lnTo>
                  <a:close/>
                  <a:moveTo>
                    <a:pt x="208571" y="23375"/>
                  </a:moveTo>
                  <a:lnTo>
                    <a:pt x="256420" y="23375"/>
                  </a:lnTo>
                  <a:lnTo>
                    <a:pt x="256420" y="2627"/>
                  </a:lnTo>
                  <a:close/>
                  <a:moveTo>
                    <a:pt x="256420" y="23375"/>
                  </a:moveTo>
                  <a:lnTo>
                    <a:pt x="304269" y="0"/>
                  </a:lnTo>
                  <a:lnTo>
                    <a:pt x="256420" y="2627"/>
                  </a:lnTo>
                  <a:close/>
                  <a:moveTo>
                    <a:pt x="304269" y="23375"/>
                  </a:moveTo>
                  <a:lnTo>
                    <a:pt x="352118" y="10607"/>
                  </a:lnTo>
                  <a:lnTo>
                    <a:pt x="304269" y="0"/>
                  </a:lnTo>
                  <a:close/>
                  <a:moveTo>
                    <a:pt x="304269" y="23375"/>
                  </a:moveTo>
                  <a:lnTo>
                    <a:pt x="352118" y="23375"/>
                  </a:lnTo>
                  <a:lnTo>
                    <a:pt x="352118" y="10607"/>
                  </a:lnTo>
                  <a:close/>
                  <a:moveTo>
                    <a:pt x="352118" y="23375"/>
                  </a:moveTo>
                  <a:lnTo>
                    <a:pt x="376291" y="23375"/>
                  </a:lnTo>
                  <a:lnTo>
                    <a:pt x="352118" y="10607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3959" name="Candidate_B2__3958">
              <a:extLst>
                <a:ext uri="{FF2B5EF4-FFF2-40B4-BE49-F238E27FC236}">
                  <a16:creationId xmlns:a16="http://schemas.microsoft.com/office/drawing/2014/main" id="{B6845D99-2215-42F3-E147-B43B4F59DF4E}"/>
                </a:ext>
              </a:extLst>
            </p:cNvPr>
            <p:cNvSpPr>
              <a:spLocks noGrp="1"/>
            </p:cNvSpPr>
            <p:nvPr/>
          </p:nvSpPr>
          <p:spPr>
            <a:xfrm>
              <a:off x="5839622" y="3766260"/>
              <a:ext cx="382790" cy="669291"/>
            </a:xfrm>
            <a:custGeom>
              <a:avLst/>
              <a:gdLst/>
              <a:ahLst/>
              <a:cxnLst/>
              <a:rect l="0" t="0" r="0" b="0"/>
              <a:pathLst>
                <a:path w="382790" h="669291">
                  <a:moveTo>
                    <a:pt x="47849" y="633407"/>
                  </a:moveTo>
                  <a:lnTo>
                    <a:pt x="47849" y="656464"/>
                  </a:lnTo>
                  <a:lnTo>
                    <a:pt x="70308" y="633407"/>
                  </a:lnTo>
                  <a:close/>
                  <a:moveTo>
                    <a:pt x="70308" y="633407"/>
                  </a:moveTo>
                  <a:lnTo>
                    <a:pt x="93293" y="669291"/>
                  </a:lnTo>
                  <a:lnTo>
                    <a:pt x="95698" y="642072"/>
                  </a:lnTo>
                  <a:close/>
                  <a:moveTo>
                    <a:pt x="143546" y="669291"/>
                  </a:moveTo>
                  <a:lnTo>
                    <a:pt x="143546" y="642971"/>
                  </a:lnTo>
                  <a:lnTo>
                    <a:pt x="95698" y="642072"/>
                  </a:lnTo>
                  <a:close/>
                  <a:moveTo>
                    <a:pt x="143546" y="642971"/>
                  </a:moveTo>
                  <a:lnTo>
                    <a:pt x="191395" y="658639"/>
                  </a:lnTo>
                  <a:lnTo>
                    <a:pt x="191395" y="633407"/>
                  </a:lnTo>
                  <a:close/>
                  <a:moveTo>
                    <a:pt x="0" y="597523"/>
                  </a:moveTo>
                  <a:lnTo>
                    <a:pt x="0" y="619630"/>
                  </a:lnTo>
                  <a:lnTo>
                    <a:pt x="27351" y="597523"/>
                  </a:lnTo>
                  <a:close/>
                  <a:moveTo>
                    <a:pt x="27351" y="597523"/>
                  </a:moveTo>
                  <a:lnTo>
                    <a:pt x="11286" y="633407"/>
                  </a:lnTo>
                  <a:lnTo>
                    <a:pt x="47849" y="620408"/>
                  </a:lnTo>
                  <a:close/>
                  <a:moveTo>
                    <a:pt x="47849" y="620408"/>
                  </a:moveTo>
                  <a:lnTo>
                    <a:pt x="11286" y="633407"/>
                  </a:lnTo>
                  <a:lnTo>
                    <a:pt x="47849" y="633407"/>
                  </a:lnTo>
                  <a:close/>
                  <a:moveTo>
                    <a:pt x="191395" y="626824"/>
                  </a:moveTo>
                  <a:lnTo>
                    <a:pt x="239244" y="631335"/>
                  </a:lnTo>
                  <a:lnTo>
                    <a:pt x="239244" y="597523"/>
                  </a:lnTo>
                  <a:close/>
                  <a:moveTo>
                    <a:pt x="191395" y="633407"/>
                  </a:moveTo>
                  <a:lnTo>
                    <a:pt x="239244" y="631335"/>
                  </a:lnTo>
                  <a:lnTo>
                    <a:pt x="191395" y="626824"/>
                  </a:lnTo>
                  <a:close/>
                  <a:moveTo>
                    <a:pt x="22265" y="561638"/>
                  </a:moveTo>
                  <a:lnTo>
                    <a:pt x="0" y="561638"/>
                  </a:lnTo>
                  <a:lnTo>
                    <a:pt x="0" y="597523"/>
                  </a:lnTo>
                  <a:close/>
                  <a:moveTo>
                    <a:pt x="239244" y="576927"/>
                  </a:moveTo>
                  <a:lnTo>
                    <a:pt x="287093" y="561638"/>
                  </a:lnTo>
                  <a:lnTo>
                    <a:pt x="247325" y="561638"/>
                  </a:lnTo>
                  <a:close/>
                  <a:moveTo>
                    <a:pt x="239244" y="576927"/>
                  </a:moveTo>
                  <a:lnTo>
                    <a:pt x="287093" y="570424"/>
                  </a:lnTo>
                  <a:lnTo>
                    <a:pt x="287093" y="561638"/>
                  </a:lnTo>
                  <a:close/>
                  <a:moveTo>
                    <a:pt x="239244" y="597523"/>
                  </a:moveTo>
                  <a:lnTo>
                    <a:pt x="287093" y="570424"/>
                  </a:lnTo>
                  <a:lnTo>
                    <a:pt x="239244" y="576927"/>
                  </a:lnTo>
                  <a:close/>
                  <a:moveTo>
                    <a:pt x="38989" y="525754"/>
                  </a:moveTo>
                  <a:lnTo>
                    <a:pt x="0" y="525754"/>
                  </a:lnTo>
                  <a:lnTo>
                    <a:pt x="0" y="561638"/>
                  </a:lnTo>
                  <a:close/>
                  <a:moveTo>
                    <a:pt x="287093" y="561638"/>
                  </a:moveTo>
                  <a:lnTo>
                    <a:pt x="287093" y="525754"/>
                  </a:lnTo>
                  <a:lnTo>
                    <a:pt x="247325" y="561638"/>
                  </a:lnTo>
                  <a:close/>
                  <a:moveTo>
                    <a:pt x="47849" y="489870"/>
                  </a:moveTo>
                  <a:lnTo>
                    <a:pt x="22943" y="489870"/>
                  </a:lnTo>
                  <a:lnTo>
                    <a:pt x="47849" y="515575"/>
                  </a:lnTo>
                  <a:close/>
                  <a:moveTo>
                    <a:pt x="47849" y="515575"/>
                  </a:moveTo>
                  <a:lnTo>
                    <a:pt x="0" y="520670"/>
                  </a:lnTo>
                  <a:lnTo>
                    <a:pt x="38989" y="525754"/>
                  </a:lnTo>
                  <a:close/>
                  <a:moveTo>
                    <a:pt x="38989" y="525754"/>
                  </a:moveTo>
                  <a:lnTo>
                    <a:pt x="0" y="520670"/>
                  </a:lnTo>
                  <a:lnTo>
                    <a:pt x="0" y="525754"/>
                  </a:lnTo>
                  <a:close/>
                  <a:moveTo>
                    <a:pt x="287093" y="489870"/>
                  </a:moveTo>
                  <a:lnTo>
                    <a:pt x="287093" y="525754"/>
                  </a:lnTo>
                  <a:lnTo>
                    <a:pt x="310613" y="525754"/>
                  </a:lnTo>
                  <a:close/>
                  <a:moveTo>
                    <a:pt x="287093" y="525754"/>
                  </a:moveTo>
                  <a:lnTo>
                    <a:pt x="287093" y="489870"/>
                  </a:lnTo>
                  <a:lnTo>
                    <a:pt x="257488" y="525754"/>
                  </a:lnTo>
                  <a:close/>
                  <a:moveTo>
                    <a:pt x="95698" y="453986"/>
                  </a:moveTo>
                  <a:lnTo>
                    <a:pt x="53091" y="453986"/>
                  </a:lnTo>
                  <a:lnTo>
                    <a:pt x="95698" y="470550"/>
                  </a:lnTo>
                  <a:close/>
                  <a:moveTo>
                    <a:pt x="95698" y="470550"/>
                  </a:moveTo>
                  <a:lnTo>
                    <a:pt x="47849" y="460057"/>
                  </a:lnTo>
                  <a:lnTo>
                    <a:pt x="75733" y="489870"/>
                  </a:lnTo>
                  <a:close/>
                  <a:moveTo>
                    <a:pt x="75733" y="489870"/>
                  </a:moveTo>
                  <a:lnTo>
                    <a:pt x="47849" y="460057"/>
                  </a:lnTo>
                  <a:lnTo>
                    <a:pt x="47849" y="489870"/>
                  </a:lnTo>
                  <a:close/>
                  <a:moveTo>
                    <a:pt x="287093" y="453986"/>
                  </a:moveTo>
                  <a:lnTo>
                    <a:pt x="287093" y="489870"/>
                  </a:lnTo>
                  <a:lnTo>
                    <a:pt x="334941" y="453986"/>
                  </a:lnTo>
                  <a:close/>
                  <a:moveTo>
                    <a:pt x="72893" y="418102"/>
                  </a:moveTo>
                  <a:lnTo>
                    <a:pt x="95698" y="453986"/>
                  </a:lnTo>
                  <a:lnTo>
                    <a:pt x="95698" y="418102"/>
                  </a:lnTo>
                  <a:close/>
                  <a:moveTo>
                    <a:pt x="138727" y="418102"/>
                  </a:moveTo>
                  <a:lnTo>
                    <a:pt x="95698" y="418102"/>
                  </a:lnTo>
                  <a:lnTo>
                    <a:pt x="95698" y="453986"/>
                  </a:lnTo>
                  <a:close/>
                  <a:moveTo>
                    <a:pt x="287093" y="453986"/>
                  </a:moveTo>
                  <a:lnTo>
                    <a:pt x="334941" y="453986"/>
                  </a:lnTo>
                  <a:lnTo>
                    <a:pt x="334941" y="418102"/>
                  </a:lnTo>
                  <a:close/>
                  <a:moveTo>
                    <a:pt x="287093" y="453986"/>
                  </a:moveTo>
                  <a:lnTo>
                    <a:pt x="334941" y="418102"/>
                  </a:lnTo>
                  <a:lnTo>
                    <a:pt x="287093" y="418102"/>
                  </a:lnTo>
                  <a:close/>
                  <a:moveTo>
                    <a:pt x="139378" y="382217"/>
                  </a:moveTo>
                  <a:lnTo>
                    <a:pt x="95698" y="382217"/>
                  </a:lnTo>
                  <a:lnTo>
                    <a:pt x="95698" y="418102"/>
                  </a:lnTo>
                  <a:close/>
                  <a:moveTo>
                    <a:pt x="287093" y="418102"/>
                  </a:moveTo>
                  <a:lnTo>
                    <a:pt x="334941" y="418102"/>
                  </a:lnTo>
                  <a:lnTo>
                    <a:pt x="334941" y="382217"/>
                  </a:lnTo>
                  <a:close/>
                  <a:moveTo>
                    <a:pt x="287093" y="418102"/>
                  </a:moveTo>
                  <a:lnTo>
                    <a:pt x="334941" y="382217"/>
                  </a:lnTo>
                  <a:lnTo>
                    <a:pt x="287093" y="382217"/>
                  </a:lnTo>
                  <a:close/>
                  <a:moveTo>
                    <a:pt x="123550" y="346333"/>
                  </a:moveTo>
                  <a:lnTo>
                    <a:pt x="95698" y="346333"/>
                  </a:lnTo>
                  <a:lnTo>
                    <a:pt x="95698" y="382217"/>
                  </a:lnTo>
                  <a:close/>
                  <a:moveTo>
                    <a:pt x="290219" y="346333"/>
                  </a:moveTo>
                  <a:lnTo>
                    <a:pt x="287093" y="374306"/>
                  </a:lnTo>
                  <a:lnTo>
                    <a:pt x="334941" y="346333"/>
                  </a:lnTo>
                  <a:close/>
                  <a:moveTo>
                    <a:pt x="334941" y="346333"/>
                  </a:moveTo>
                  <a:lnTo>
                    <a:pt x="287093" y="374306"/>
                  </a:lnTo>
                  <a:lnTo>
                    <a:pt x="287093" y="382217"/>
                  </a:lnTo>
                  <a:close/>
                  <a:moveTo>
                    <a:pt x="334941" y="346333"/>
                  </a:moveTo>
                  <a:lnTo>
                    <a:pt x="287093" y="382217"/>
                  </a:lnTo>
                  <a:lnTo>
                    <a:pt x="334941" y="382217"/>
                  </a:lnTo>
                  <a:close/>
                  <a:moveTo>
                    <a:pt x="55219" y="310449"/>
                  </a:moveTo>
                  <a:lnTo>
                    <a:pt x="95698" y="346333"/>
                  </a:lnTo>
                  <a:lnTo>
                    <a:pt x="95698" y="310449"/>
                  </a:lnTo>
                  <a:close/>
                  <a:moveTo>
                    <a:pt x="334941" y="346333"/>
                  </a:moveTo>
                  <a:lnTo>
                    <a:pt x="334941" y="310449"/>
                  </a:lnTo>
                  <a:lnTo>
                    <a:pt x="290219" y="346333"/>
                  </a:lnTo>
                  <a:close/>
                  <a:moveTo>
                    <a:pt x="334941" y="310449"/>
                  </a:moveTo>
                  <a:lnTo>
                    <a:pt x="297237" y="310449"/>
                  </a:lnTo>
                  <a:lnTo>
                    <a:pt x="290219" y="346333"/>
                  </a:lnTo>
                  <a:close/>
                  <a:moveTo>
                    <a:pt x="47849" y="274565"/>
                  </a:moveTo>
                  <a:lnTo>
                    <a:pt x="47849" y="283974"/>
                  </a:lnTo>
                  <a:lnTo>
                    <a:pt x="84836" y="274565"/>
                  </a:lnTo>
                  <a:close/>
                  <a:moveTo>
                    <a:pt x="84836" y="274565"/>
                  </a:moveTo>
                  <a:lnTo>
                    <a:pt x="55219" y="310449"/>
                  </a:lnTo>
                  <a:lnTo>
                    <a:pt x="95698" y="302267"/>
                  </a:lnTo>
                  <a:close/>
                  <a:moveTo>
                    <a:pt x="95698" y="302267"/>
                  </a:moveTo>
                  <a:lnTo>
                    <a:pt x="55219" y="310449"/>
                  </a:lnTo>
                  <a:lnTo>
                    <a:pt x="95698" y="310449"/>
                  </a:lnTo>
                  <a:close/>
                  <a:moveTo>
                    <a:pt x="334941" y="310449"/>
                  </a:moveTo>
                  <a:lnTo>
                    <a:pt x="334941" y="274565"/>
                  </a:lnTo>
                  <a:lnTo>
                    <a:pt x="297237" y="310449"/>
                  </a:lnTo>
                  <a:close/>
                  <a:moveTo>
                    <a:pt x="334941" y="274565"/>
                  </a:moveTo>
                  <a:lnTo>
                    <a:pt x="305264" y="274565"/>
                  </a:lnTo>
                  <a:lnTo>
                    <a:pt x="297237" y="310449"/>
                  </a:lnTo>
                  <a:close/>
                  <a:moveTo>
                    <a:pt x="84836" y="274565"/>
                  </a:moveTo>
                  <a:lnTo>
                    <a:pt x="82984" y="238681"/>
                  </a:lnTo>
                  <a:lnTo>
                    <a:pt x="47849" y="274565"/>
                  </a:lnTo>
                  <a:close/>
                  <a:moveTo>
                    <a:pt x="82984" y="238681"/>
                  </a:moveTo>
                  <a:lnTo>
                    <a:pt x="47849" y="238681"/>
                  </a:lnTo>
                  <a:lnTo>
                    <a:pt x="47849" y="274565"/>
                  </a:lnTo>
                  <a:close/>
                  <a:moveTo>
                    <a:pt x="334941" y="274565"/>
                  </a:moveTo>
                  <a:lnTo>
                    <a:pt x="334941" y="238681"/>
                  </a:lnTo>
                  <a:lnTo>
                    <a:pt x="305264" y="274565"/>
                  </a:lnTo>
                  <a:close/>
                  <a:moveTo>
                    <a:pt x="54860" y="202796"/>
                  </a:moveTo>
                  <a:lnTo>
                    <a:pt x="47849" y="238681"/>
                  </a:lnTo>
                  <a:lnTo>
                    <a:pt x="82984" y="238681"/>
                  </a:lnTo>
                  <a:close/>
                  <a:moveTo>
                    <a:pt x="54860" y="202796"/>
                  </a:moveTo>
                  <a:lnTo>
                    <a:pt x="82984" y="238681"/>
                  </a:lnTo>
                  <a:lnTo>
                    <a:pt x="94507" y="202796"/>
                  </a:lnTo>
                  <a:close/>
                  <a:moveTo>
                    <a:pt x="334941" y="202796"/>
                  </a:moveTo>
                  <a:lnTo>
                    <a:pt x="334941" y="238681"/>
                  </a:lnTo>
                  <a:lnTo>
                    <a:pt x="355219" y="238681"/>
                  </a:lnTo>
                  <a:close/>
                  <a:moveTo>
                    <a:pt x="334941" y="238681"/>
                  </a:moveTo>
                  <a:lnTo>
                    <a:pt x="334941" y="202796"/>
                  </a:lnTo>
                  <a:lnTo>
                    <a:pt x="312677" y="238681"/>
                  </a:lnTo>
                  <a:close/>
                  <a:moveTo>
                    <a:pt x="73331" y="166912"/>
                  </a:moveTo>
                  <a:lnTo>
                    <a:pt x="95698" y="200680"/>
                  </a:lnTo>
                  <a:lnTo>
                    <a:pt x="95698" y="166912"/>
                  </a:lnTo>
                  <a:close/>
                  <a:moveTo>
                    <a:pt x="94507" y="202796"/>
                  </a:moveTo>
                  <a:lnTo>
                    <a:pt x="95698" y="200680"/>
                  </a:lnTo>
                  <a:lnTo>
                    <a:pt x="73331" y="166912"/>
                  </a:lnTo>
                  <a:close/>
                  <a:moveTo>
                    <a:pt x="334941" y="166912"/>
                  </a:moveTo>
                  <a:lnTo>
                    <a:pt x="334941" y="202796"/>
                  </a:lnTo>
                  <a:lnTo>
                    <a:pt x="365371" y="202796"/>
                  </a:lnTo>
                  <a:close/>
                  <a:moveTo>
                    <a:pt x="142651" y="131028"/>
                  </a:moveTo>
                  <a:lnTo>
                    <a:pt x="95698" y="131028"/>
                  </a:lnTo>
                  <a:lnTo>
                    <a:pt x="95698" y="166912"/>
                  </a:lnTo>
                  <a:close/>
                  <a:moveTo>
                    <a:pt x="334941" y="161843"/>
                  </a:moveTo>
                  <a:lnTo>
                    <a:pt x="382790" y="131028"/>
                  </a:lnTo>
                  <a:lnTo>
                    <a:pt x="345683" y="131028"/>
                  </a:lnTo>
                  <a:close/>
                  <a:moveTo>
                    <a:pt x="334941" y="161843"/>
                  </a:moveTo>
                  <a:lnTo>
                    <a:pt x="382790" y="160597"/>
                  </a:lnTo>
                  <a:lnTo>
                    <a:pt x="382790" y="131028"/>
                  </a:lnTo>
                  <a:close/>
                  <a:moveTo>
                    <a:pt x="334941" y="166912"/>
                  </a:moveTo>
                  <a:lnTo>
                    <a:pt x="382790" y="160597"/>
                  </a:lnTo>
                  <a:lnTo>
                    <a:pt x="334941" y="161843"/>
                  </a:lnTo>
                  <a:close/>
                  <a:moveTo>
                    <a:pt x="143546" y="95144"/>
                  </a:moveTo>
                  <a:lnTo>
                    <a:pt x="117292" y="95144"/>
                  </a:lnTo>
                  <a:lnTo>
                    <a:pt x="143546" y="129598"/>
                  </a:lnTo>
                  <a:close/>
                  <a:moveTo>
                    <a:pt x="143546" y="129598"/>
                  </a:moveTo>
                  <a:lnTo>
                    <a:pt x="95698" y="131005"/>
                  </a:lnTo>
                  <a:lnTo>
                    <a:pt x="142651" y="131028"/>
                  </a:lnTo>
                  <a:close/>
                  <a:moveTo>
                    <a:pt x="382790" y="131028"/>
                  </a:moveTo>
                  <a:lnTo>
                    <a:pt x="382790" y="95144"/>
                  </a:lnTo>
                  <a:lnTo>
                    <a:pt x="345683" y="131028"/>
                  </a:lnTo>
                  <a:close/>
                  <a:moveTo>
                    <a:pt x="143546" y="95144"/>
                  </a:moveTo>
                  <a:lnTo>
                    <a:pt x="191395" y="59259"/>
                  </a:lnTo>
                  <a:lnTo>
                    <a:pt x="143546" y="59259"/>
                  </a:lnTo>
                  <a:close/>
                  <a:moveTo>
                    <a:pt x="334941" y="59259"/>
                  </a:moveTo>
                  <a:lnTo>
                    <a:pt x="382790" y="95144"/>
                  </a:lnTo>
                  <a:lnTo>
                    <a:pt x="382790" y="59259"/>
                  </a:lnTo>
                  <a:close/>
                  <a:moveTo>
                    <a:pt x="191395" y="59259"/>
                  </a:moveTo>
                  <a:lnTo>
                    <a:pt x="239244" y="23375"/>
                  </a:lnTo>
                  <a:lnTo>
                    <a:pt x="191395" y="23375"/>
                  </a:lnTo>
                  <a:close/>
                  <a:moveTo>
                    <a:pt x="334941" y="59259"/>
                  </a:moveTo>
                  <a:lnTo>
                    <a:pt x="382790" y="59259"/>
                  </a:lnTo>
                  <a:lnTo>
                    <a:pt x="334941" y="23375"/>
                  </a:lnTo>
                  <a:close/>
                  <a:moveTo>
                    <a:pt x="287093" y="23375"/>
                  </a:moveTo>
                  <a:lnTo>
                    <a:pt x="334941" y="59259"/>
                  </a:lnTo>
                  <a:lnTo>
                    <a:pt x="334941" y="23375"/>
                  </a:lnTo>
                  <a:close/>
                  <a:moveTo>
                    <a:pt x="239244" y="23375"/>
                  </a:moveTo>
                  <a:lnTo>
                    <a:pt x="287093" y="23375"/>
                  </a:lnTo>
                  <a:lnTo>
                    <a:pt x="287093" y="0"/>
                  </a:lnTo>
                  <a:close/>
                  <a:moveTo>
                    <a:pt x="287093" y="23375"/>
                  </a:moveTo>
                  <a:lnTo>
                    <a:pt x="239244" y="23375"/>
                  </a:lnTo>
                  <a:lnTo>
                    <a:pt x="287093" y="4065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3960" name="Candidate_B2__3959">
              <a:extLst>
                <a:ext uri="{FF2B5EF4-FFF2-40B4-BE49-F238E27FC236}">
                  <a16:creationId xmlns:a16="http://schemas.microsoft.com/office/drawing/2014/main" id="{8E4DEC27-C3F3-62D3-D7C3-F24303EFE404}"/>
                </a:ext>
              </a:extLst>
            </p:cNvPr>
            <p:cNvSpPr>
              <a:spLocks noGrp="1"/>
            </p:cNvSpPr>
            <p:nvPr/>
          </p:nvSpPr>
          <p:spPr>
            <a:xfrm>
              <a:off x="5839622" y="3789635"/>
              <a:ext cx="382790" cy="619596"/>
            </a:xfrm>
            <a:custGeom>
              <a:avLst/>
              <a:gdLst/>
              <a:ahLst/>
              <a:cxnLst/>
              <a:rect l="0" t="0" r="0" b="0"/>
              <a:pathLst>
                <a:path w="382790" h="619596">
                  <a:moveTo>
                    <a:pt x="143546" y="619596"/>
                  </a:moveTo>
                  <a:lnTo>
                    <a:pt x="191395" y="610031"/>
                  </a:lnTo>
                  <a:lnTo>
                    <a:pt x="175859" y="610031"/>
                  </a:lnTo>
                  <a:close/>
                  <a:moveTo>
                    <a:pt x="47849" y="610031"/>
                  </a:moveTo>
                  <a:lnTo>
                    <a:pt x="70308" y="610031"/>
                  </a:lnTo>
                  <a:lnTo>
                    <a:pt x="47849" y="597033"/>
                  </a:lnTo>
                  <a:close/>
                  <a:moveTo>
                    <a:pt x="191395" y="603448"/>
                  </a:moveTo>
                  <a:lnTo>
                    <a:pt x="239244" y="574147"/>
                  </a:lnTo>
                  <a:lnTo>
                    <a:pt x="226171" y="574147"/>
                  </a:lnTo>
                  <a:close/>
                  <a:moveTo>
                    <a:pt x="175859" y="610031"/>
                  </a:moveTo>
                  <a:lnTo>
                    <a:pt x="191395" y="610031"/>
                  </a:lnTo>
                  <a:lnTo>
                    <a:pt x="191395" y="603448"/>
                  </a:lnTo>
                  <a:close/>
                  <a:moveTo>
                    <a:pt x="27351" y="574147"/>
                  </a:moveTo>
                  <a:lnTo>
                    <a:pt x="22265" y="538263"/>
                  </a:lnTo>
                  <a:lnTo>
                    <a:pt x="0" y="574147"/>
                  </a:lnTo>
                  <a:close/>
                  <a:moveTo>
                    <a:pt x="226171" y="574147"/>
                  </a:moveTo>
                  <a:lnTo>
                    <a:pt x="239244" y="574147"/>
                  </a:lnTo>
                  <a:lnTo>
                    <a:pt x="239244" y="553552"/>
                  </a:lnTo>
                  <a:close/>
                  <a:moveTo>
                    <a:pt x="22265" y="538263"/>
                  </a:moveTo>
                  <a:lnTo>
                    <a:pt x="38989" y="502379"/>
                  </a:lnTo>
                  <a:lnTo>
                    <a:pt x="0" y="538263"/>
                  </a:lnTo>
                  <a:close/>
                  <a:moveTo>
                    <a:pt x="287093" y="502379"/>
                  </a:moveTo>
                  <a:lnTo>
                    <a:pt x="257488" y="502379"/>
                  </a:lnTo>
                  <a:lnTo>
                    <a:pt x="247325" y="538263"/>
                  </a:lnTo>
                  <a:close/>
                  <a:moveTo>
                    <a:pt x="287093" y="466495"/>
                  </a:moveTo>
                  <a:lnTo>
                    <a:pt x="265025" y="466495"/>
                  </a:lnTo>
                  <a:lnTo>
                    <a:pt x="257488" y="502379"/>
                  </a:lnTo>
                  <a:close/>
                  <a:moveTo>
                    <a:pt x="47849" y="466495"/>
                  </a:moveTo>
                  <a:lnTo>
                    <a:pt x="47849" y="492200"/>
                  </a:lnTo>
                  <a:lnTo>
                    <a:pt x="75733" y="466495"/>
                  </a:lnTo>
                  <a:close/>
                  <a:moveTo>
                    <a:pt x="287093" y="466495"/>
                  </a:moveTo>
                  <a:lnTo>
                    <a:pt x="287093" y="430610"/>
                  </a:lnTo>
                  <a:lnTo>
                    <a:pt x="265025" y="466495"/>
                  </a:lnTo>
                  <a:close/>
                  <a:moveTo>
                    <a:pt x="287093" y="430610"/>
                  </a:moveTo>
                  <a:lnTo>
                    <a:pt x="273149" y="430610"/>
                  </a:lnTo>
                  <a:lnTo>
                    <a:pt x="265025" y="466495"/>
                  </a:lnTo>
                  <a:close/>
                  <a:moveTo>
                    <a:pt x="116791" y="430610"/>
                  </a:moveTo>
                  <a:lnTo>
                    <a:pt x="138727" y="394726"/>
                  </a:lnTo>
                  <a:lnTo>
                    <a:pt x="95698" y="430610"/>
                  </a:lnTo>
                  <a:close/>
                  <a:moveTo>
                    <a:pt x="95698" y="430610"/>
                  </a:moveTo>
                  <a:lnTo>
                    <a:pt x="95698" y="447175"/>
                  </a:lnTo>
                  <a:lnTo>
                    <a:pt x="116791" y="430610"/>
                  </a:lnTo>
                  <a:close/>
                  <a:moveTo>
                    <a:pt x="287093" y="430610"/>
                  </a:moveTo>
                  <a:lnTo>
                    <a:pt x="287093" y="394726"/>
                  </a:lnTo>
                  <a:lnTo>
                    <a:pt x="273149" y="430610"/>
                  </a:lnTo>
                  <a:close/>
                  <a:moveTo>
                    <a:pt x="287093" y="394726"/>
                  </a:moveTo>
                  <a:lnTo>
                    <a:pt x="280562" y="394726"/>
                  </a:lnTo>
                  <a:lnTo>
                    <a:pt x="273149" y="430610"/>
                  </a:lnTo>
                  <a:close/>
                  <a:moveTo>
                    <a:pt x="138727" y="394726"/>
                  </a:moveTo>
                  <a:lnTo>
                    <a:pt x="139378" y="358842"/>
                  </a:lnTo>
                  <a:lnTo>
                    <a:pt x="95698" y="394726"/>
                  </a:lnTo>
                  <a:close/>
                  <a:moveTo>
                    <a:pt x="287093" y="394726"/>
                  </a:moveTo>
                  <a:lnTo>
                    <a:pt x="287093" y="358842"/>
                  </a:lnTo>
                  <a:lnTo>
                    <a:pt x="280562" y="394726"/>
                  </a:lnTo>
                  <a:close/>
                  <a:moveTo>
                    <a:pt x="287093" y="358842"/>
                  </a:moveTo>
                  <a:lnTo>
                    <a:pt x="285522" y="358842"/>
                  </a:lnTo>
                  <a:lnTo>
                    <a:pt x="280562" y="394726"/>
                  </a:lnTo>
                  <a:close/>
                  <a:moveTo>
                    <a:pt x="139378" y="358842"/>
                  </a:moveTo>
                  <a:lnTo>
                    <a:pt x="123550" y="322958"/>
                  </a:lnTo>
                  <a:lnTo>
                    <a:pt x="95698" y="358842"/>
                  </a:lnTo>
                  <a:close/>
                  <a:moveTo>
                    <a:pt x="285522" y="358842"/>
                  </a:moveTo>
                  <a:lnTo>
                    <a:pt x="287093" y="358842"/>
                  </a:lnTo>
                  <a:lnTo>
                    <a:pt x="287093" y="350930"/>
                  </a:lnTo>
                  <a:close/>
                  <a:moveTo>
                    <a:pt x="123550" y="322958"/>
                  </a:moveTo>
                  <a:lnTo>
                    <a:pt x="99914" y="287074"/>
                  </a:lnTo>
                  <a:lnTo>
                    <a:pt x="95698" y="322958"/>
                  </a:lnTo>
                  <a:close/>
                  <a:moveTo>
                    <a:pt x="99914" y="287074"/>
                  </a:moveTo>
                  <a:lnTo>
                    <a:pt x="95698" y="287074"/>
                  </a:lnTo>
                  <a:lnTo>
                    <a:pt x="95698" y="322958"/>
                  </a:lnTo>
                  <a:close/>
                  <a:moveTo>
                    <a:pt x="95698" y="287074"/>
                  </a:moveTo>
                  <a:lnTo>
                    <a:pt x="99914" y="287074"/>
                  </a:lnTo>
                  <a:lnTo>
                    <a:pt x="95698" y="278891"/>
                  </a:lnTo>
                  <a:close/>
                  <a:moveTo>
                    <a:pt x="334941" y="215305"/>
                  </a:moveTo>
                  <a:lnTo>
                    <a:pt x="312677" y="215305"/>
                  </a:lnTo>
                  <a:lnTo>
                    <a:pt x="305264" y="251189"/>
                  </a:lnTo>
                  <a:close/>
                  <a:moveTo>
                    <a:pt x="334941" y="179421"/>
                  </a:moveTo>
                  <a:lnTo>
                    <a:pt x="320773" y="179421"/>
                  </a:lnTo>
                  <a:lnTo>
                    <a:pt x="312677" y="215305"/>
                  </a:lnTo>
                  <a:close/>
                  <a:moveTo>
                    <a:pt x="334941" y="179421"/>
                  </a:moveTo>
                  <a:lnTo>
                    <a:pt x="334941" y="143537"/>
                  </a:lnTo>
                  <a:lnTo>
                    <a:pt x="320773" y="179421"/>
                  </a:lnTo>
                  <a:close/>
                  <a:moveTo>
                    <a:pt x="334941" y="143537"/>
                  </a:moveTo>
                  <a:lnTo>
                    <a:pt x="333015" y="143537"/>
                  </a:lnTo>
                  <a:lnTo>
                    <a:pt x="320773" y="179421"/>
                  </a:lnTo>
                  <a:close/>
                  <a:moveTo>
                    <a:pt x="118145" y="143537"/>
                  </a:moveTo>
                  <a:lnTo>
                    <a:pt x="142651" y="107653"/>
                  </a:lnTo>
                  <a:lnTo>
                    <a:pt x="95698" y="143537"/>
                  </a:lnTo>
                  <a:close/>
                  <a:moveTo>
                    <a:pt x="95698" y="143537"/>
                  </a:moveTo>
                  <a:lnTo>
                    <a:pt x="95698" y="177305"/>
                  </a:lnTo>
                  <a:lnTo>
                    <a:pt x="118145" y="143537"/>
                  </a:lnTo>
                  <a:close/>
                  <a:moveTo>
                    <a:pt x="333015" y="143537"/>
                  </a:moveTo>
                  <a:lnTo>
                    <a:pt x="334941" y="143537"/>
                  </a:lnTo>
                  <a:lnTo>
                    <a:pt x="334941" y="138467"/>
                  </a:lnTo>
                  <a:close/>
                  <a:moveTo>
                    <a:pt x="382790" y="71768"/>
                  </a:moveTo>
                  <a:lnTo>
                    <a:pt x="349687" y="71768"/>
                  </a:lnTo>
                  <a:lnTo>
                    <a:pt x="345683" y="107653"/>
                  </a:lnTo>
                  <a:close/>
                  <a:moveTo>
                    <a:pt x="169676" y="71768"/>
                  </a:moveTo>
                  <a:lnTo>
                    <a:pt x="191395" y="46456"/>
                  </a:lnTo>
                  <a:lnTo>
                    <a:pt x="143546" y="71768"/>
                  </a:lnTo>
                  <a:close/>
                  <a:moveTo>
                    <a:pt x="143546" y="71768"/>
                  </a:moveTo>
                  <a:lnTo>
                    <a:pt x="191395" y="46456"/>
                  </a:lnTo>
                  <a:lnTo>
                    <a:pt x="191395" y="35884"/>
                  </a:lnTo>
                  <a:close/>
                  <a:moveTo>
                    <a:pt x="143546" y="71768"/>
                  </a:moveTo>
                  <a:lnTo>
                    <a:pt x="143546" y="106223"/>
                  </a:lnTo>
                  <a:lnTo>
                    <a:pt x="169676" y="71768"/>
                  </a:lnTo>
                  <a:close/>
                  <a:moveTo>
                    <a:pt x="334941" y="39186"/>
                  </a:moveTo>
                  <a:lnTo>
                    <a:pt x="349687" y="71768"/>
                  </a:lnTo>
                  <a:lnTo>
                    <a:pt x="334941" y="35884"/>
                  </a:lnTo>
                  <a:close/>
                  <a:moveTo>
                    <a:pt x="334941" y="35884"/>
                  </a:moveTo>
                  <a:lnTo>
                    <a:pt x="349687" y="71768"/>
                  </a:lnTo>
                  <a:lnTo>
                    <a:pt x="382790" y="71768"/>
                  </a:lnTo>
                  <a:close/>
                  <a:moveTo>
                    <a:pt x="206472" y="35884"/>
                  </a:moveTo>
                  <a:lnTo>
                    <a:pt x="239244" y="20149"/>
                  </a:lnTo>
                  <a:lnTo>
                    <a:pt x="191395" y="35884"/>
                  </a:lnTo>
                  <a:close/>
                  <a:moveTo>
                    <a:pt x="191395" y="35884"/>
                  </a:moveTo>
                  <a:lnTo>
                    <a:pt x="239244" y="20149"/>
                  </a:lnTo>
                  <a:lnTo>
                    <a:pt x="239244" y="0"/>
                  </a:lnTo>
                  <a:close/>
                  <a:moveTo>
                    <a:pt x="191395" y="35884"/>
                  </a:moveTo>
                  <a:lnTo>
                    <a:pt x="191395" y="46456"/>
                  </a:lnTo>
                  <a:lnTo>
                    <a:pt x="206472" y="35884"/>
                  </a:lnTo>
                  <a:close/>
                  <a:moveTo>
                    <a:pt x="287093" y="17282"/>
                  </a:moveTo>
                  <a:lnTo>
                    <a:pt x="331872" y="35884"/>
                  </a:lnTo>
                  <a:lnTo>
                    <a:pt x="287093" y="0"/>
                  </a:lnTo>
                  <a:close/>
                  <a:moveTo>
                    <a:pt x="287093" y="0"/>
                  </a:moveTo>
                  <a:lnTo>
                    <a:pt x="331872" y="35884"/>
                  </a:lnTo>
                  <a:lnTo>
                    <a:pt x="334941" y="35884"/>
                  </a:lnTo>
                  <a:close/>
                  <a:moveTo>
                    <a:pt x="334941" y="39186"/>
                  </a:moveTo>
                  <a:lnTo>
                    <a:pt x="334941" y="35884"/>
                  </a:lnTo>
                  <a:lnTo>
                    <a:pt x="331872" y="35884"/>
                  </a:lnTo>
                  <a:close/>
                  <a:moveTo>
                    <a:pt x="239244" y="0"/>
                  </a:moveTo>
                  <a:lnTo>
                    <a:pt x="239244" y="20149"/>
                  </a:lnTo>
                  <a:lnTo>
                    <a:pt x="287093" y="17282"/>
                  </a:lnTo>
                  <a:close/>
                  <a:moveTo>
                    <a:pt x="70308" y="610031"/>
                  </a:moveTo>
                  <a:lnTo>
                    <a:pt x="95698" y="618697"/>
                  </a:lnTo>
                  <a:lnTo>
                    <a:pt x="95698" y="610031"/>
                  </a:lnTo>
                  <a:close/>
                  <a:moveTo>
                    <a:pt x="95698" y="610031"/>
                  </a:moveTo>
                  <a:lnTo>
                    <a:pt x="47849" y="597033"/>
                  </a:lnTo>
                  <a:lnTo>
                    <a:pt x="70308" y="610031"/>
                  </a:lnTo>
                  <a:close/>
                  <a:moveTo>
                    <a:pt x="47849" y="574147"/>
                  </a:moveTo>
                  <a:lnTo>
                    <a:pt x="47849" y="597033"/>
                  </a:lnTo>
                  <a:lnTo>
                    <a:pt x="95698" y="610031"/>
                  </a:lnTo>
                  <a:close/>
                  <a:moveTo>
                    <a:pt x="143546" y="610031"/>
                  </a:moveTo>
                  <a:lnTo>
                    <a:pt x="95698" y="618697"/>
                  </a:lnTo>
                  <a:lnTo>
                    <a:pt x="143546" y="619596"/>
                  </a:lnTo>
                  <a:close/>
                  <a:moveTo>
                    <a:pt x="143546" y="610031"/>
                  </a:moveTo>
                  <a:lnTo>
                    <a:pt x="95698" y="610031"/>
                  </a:lnTo>
                  <a:lnTo>
                    <a:pt x="95698" y="618697"/>
                  </a:lnTo>
                  <a:close/>
                  <a:moveTo>
                    <a:pt x="143546" y="610031"/>
                  </a:moveTo>
                  <a:lnTo>
                    <a:pt x="143546" y="619596"/>
                  </a:lnTo>
                  <a:lnTo>
                    <a:pt x="175859" y="610031"/>
                  </a:lnTo>
                  <a:close/>
                  <a:moveTo>
                    <a:pt x="191395" y="574147"/>
                  </a:moveTo>
                  <a:lnTo>
                    <a:pt x="175859" y="610031"/>
                  </a:lnTo>
                  <a:lnTo>
                    <a:pt x="191395" y="603448"/>
                  </a:lnTo>
                  <a:close/>
                  <a:moveTo>
                    <a:pt x="143546" y="610031"/>
                  </a:moveTo>
                  <a:lnTo>
                    <a:pt x="175859" y="610031"/>
                  </a:lnTo>
                  <a:lnTo>
                    <a:pt x="191395" y="574147"/>
                  </a:lnTo>
                  <a:close/>
                  <a:moveTo>
                    <a:pt x="27351" y="574147"/>
                  </a:moveTo>
                  <a:lnTo>
                    <a:pt x="47849" y="597033"/>
                  </a:lnTo>
                  <a:lnTo>
                    <a:pt x="47849" y="574147"/>
                  </a:lnTo>
                  <a:close/>
                  <a:moveTo>
                    <a:pt x="22265" y="538263"/>
                  </a:moveTo>
                  <a:lnTo>
                    <a:pt x="27351" y="574147"/>
                  </a:lnTo>
                  <a:lnTo>
                    <a:pt x="47849" y="574147"/>
                  </a:lnTo>
                  <a:close/>
                  <a:moveTo>
                    <a:pt x="191395" y="574147"/>
                  </a:moveTo>
                  <a:lnTo>
                    <a:pt x="191395" y="603448"/>
                  </a:lnTo>
                  <a:lnTo>
                    <a:pt x="226171" y="574147"/>
                  </a:lnTo>
                  <a:close/>
                  <a:moveTo>
                    <a:pt x="239244" y="538263"/>
                  </a:moveTo>
                  <a:lnTo>
                    <a:pt x="226171" y="574147"/>
                  </a:lnTo>
                  <a:lnTo>
                    <a:pt x="239244" y="553552"/>
                  </a:lnTo>
                  <a:close/>
                  <a:moveTo>
                    <a:pt x="191395" y="574147"/>
                  </a:moveTo>
                  <a:lnTo>
                    <a:pt x="226171" y="574147"/>
                  </a:lnTo>
                  <a:lnTo>
                    <a:pt x="239244" y="538263"/>
                  </a:lnTo>
                  <a:close/>
                  <a:moveTo>
                    <a:pt x="38989" y="502379"/>
                  </a:moveTo>
                  <a:lnTo>
                    <a:pt x="47849" y="538263"/>
                  </a:lnTo>
                  <a:lnTo>
                    <a:pt x="47849" y="502379"/>
                  </a:lnTo>
                  <a:close/>
                  <a:moveTo>
                    <a:pt x="38989" y="502379"/>
                  </a:moveTo>
                  <a:lnTo>
                    <a:pt x="22265" y="538263"/>
                  </a:lnTo>
                  <a:lnTo>
                    <a:pt x="47849" y="538263"/>
                  </a:lnTo>
                  <a:close/>
                  <a:moveTo>
                    <a:pt x="239244" y="538263"/>
                  </a:moveTo>
                  <a:lnTo>
                    <a:pt x="239244" y="553552"/>
                  </a:lnTo>
                  <a:lnTo>
                    <a:pt x="247325" y="538263"/>
                  </a:lnTo>
                  <a:close/>
                  <a:moveTo>
                    <a:pt x="239244" y="502379"/>
                  </a:moveTo>
                  <a:lnTo>
                    <a:pt x="247325" y="538263"/>
                  </a:lnTo>
                  <a:lnTo>
                    <a:pt x="257488" y="502379"/>
                  </a:lnTo>
                  <a:close/>
                  <a:moveTo>
                    <a:pt x="239244" y="502379"/>
                  </a:moveTo>
                  <a:lnTo>
                    <a:pt x="239244" y="538263"/>
                  </a:lnTo>
                  <a:lnTo>
                    <a:pt x="247325" y="538263"/>
                  </a:lnTo>
                  <a:close/>
                  <a:moveTo>
                    <a:pt x="47849" y="492200"/>
                  </a:moveTo>
                  <a:lnTo>
                    <a:pt x="38989" y="502379"/>
                  </a:lnTo>
                  <a:lnTo>
                    <a:pt x="47849" y="502379"/>
                  </a:lnTo>
                  <a:close/>
                  <a:moveTo>
                    <a:pt x="47849" y="502379"/>
                  </a:moveTo>
                  <a:lnTo>
                    <a:pt x="75733" y="466495"/>
                  </a:lnTo>
                  <a:lnTo>
                    <a:pt x="47849" y="492200"/>
                  </a:lnTo>
                  <a:close/>
                  <a:moveTo>
                    <a:pt x="95698" y="466495"/>
                  </a:moveTo>
                  <a:lnTo>
                    <a:pt x="75733" y="466495"/>
                  </a:lnTo>
                  <a:lnTo>
                    <a:pt x="47849" y="502379"/>
                  </a:lnTo>
                  <a:close/>
                  <a:moveTo>
                    <a:pt x="239244" y="466495"/>
                  </a:moveTo>
                  <a:lnTo>
                    <a:pt x="257488" y="502379"/>
                  </a:lnTo>
                  <a:lnTo>
                    <a:pt x="265025" y="466495"/>
                  </a:lnTo>
                  <a:close/>
                  <a:moveTo>
                    <a:pt x="239244" y="466495"/>
                  </a:moveTo>
                  <a:lnTo>
                    <a:pt x="239244" y="502379"/>
                  </a:lnTo>
                  <a:lnTo>
                    <a:pt x="257488" y="502379"/>
                  </a:lnTo>
                  <a:close/>
                  <a:moveTo>
                    <a:pt x="95698" y="447175"/>
                  </a:moveTo>
                  <a:lnTo>
                    <a:pt x="75733" y="466495"/>
                  </a:lnTo>
                  <a:lnTo>
                    <a:pt x="95698" y="466495"/>
                  </a:lnTo>
                  <a:close/>
                  <a:moveTo>
                    <a:pt x="95698" y="466495"/>
                  </a:moveTo>
                  <a:lnTo>
                    <a:pt x="116791" y="430610"/>
                  </a:lnTo>
                  <a:lnTo>
                    <a:pt x="95698" y="447175"/>
                  </a:lnTo>
                  <a:close/>
                  <a:moveTo>
                    <a:pt x="143546" y="430610"/>
                  </a:moveTo>
                  <a:lnTo>
                    <a:pt x="116791" y="430610"/>
                  </a:lnTo>
                  <a:lnTo>
                    <a:pt x="95698" y="466495"/>
                  </a:lnTo>
                  <a:close/>
                  <a:moveTo>
                    <a:pt x="239244" y="430610"/>
                  </a:moveTo>
                  <a:lnTo>
                    <a:pt x="265025" y="466495"/>
                  </a:lnTo>
                  <a:lnTo>
                    <a:pt x="273149" y="430610"/>
                  </a:lnTo>
                  <a:close/>
                  <a:moveTo>
                    <a:pt x="239244" y="430610"/>
                  </a:moveTo>
                  <a:lnTo>
                    <a:pt x="239244" y="466495"/>
                  </a:lnTo>
                  <a:lnTo>
                    <a:pt x="265025" y="466495"/>
                  </a:lnTo>
                  <a:close/>
                  <a:moveTo>
                    <a:pt x="138727" y="394726"/>
                  </a:moveTo>
                  <a:lnTo>
                    <a:pt x="143546" y="430610"/>
                  </a:lnTo>
                  <a:lnTo>
                    <a:pt x="143546" y="394726"/>
                  </a:lnTo>
                  <a:close/>
                  <a:moveTo>
                    <a:pt x="138727" y="394726"/>
                  </a:moveTo>
                  <a:lnTo>
                    <a:pt x="116791" y="430610"/>
                  </a:lnTo>
                  <a:lnTo>
                    <a:pt x="143546" y="430610"/>
                  </a:lnTo>
                  <a:close/>
                  <a:moveTo>
                    <a:pt x="143546" y="430610"/>
                  </a:moveTo>
                  <a:lnTo>
                    <a:pt x="191395" y="394726"/>
                  </a:lnTo>
                  <a:lnTo>
                    <a:pt x="143546" y="394726"/>
                  </a:lnTo>
                  <a:close/>
                  <a:moveTo>
                    <a:pt x="239244" y="394726"/>
                  </a:moveTo>
                  <a:lnTo>
                    <a:pt x="273149" y="430610"/>
                  </a:lnTo>
                  <a:lnTo>
                    <a:pt x="280562" y="394726"/>
                  </a:lnTo>
                  <a:close/>
                  <a:moveTo>
                    <a:pt x="239244" y="394726"/>
                  </a:moveTo>
                  <a:lnTo>
                    <a:pt x="239244" y="430610"/>
                  </a:lnTo>
                  <a:lnTo>
                    <a:pt x="273149" y="430610"/>
                  </a:lnTo>
                  <a:close/>
                  <a:moveTo>
                    <a:pt x="139378" y="358842"/>
                  </a:moveTo>
                  <a:lnTo>
                    <a:pt x="143546" y="394726"/>
                  </a:lnTo>
                  <a:lnTo>
                    <a:pt x="143546" y="358842"/>
                  </a:lnTo>
                  <a:close/>
                  <a:moveTo>
                    <a:pt x="139378" y="358842"/>
                  </a:moveTo>
                  <a:lnTo>
                    <a:pt x="138727" y="394726"/>
                  </a:lnTo>
                  <a:lnTo>
                    <a:pt x="143546" y="394726"/>
                  </a:lnTo>
                  <a:close/>
                  <a:moveTo>
                    <a:pt x="143546" y="394726"/>
                  </a:moveTo>
                  <a:lnTo>
                    <a:pt x="191395" y="394726"/>
                  </a:lnTo>
                  <a:lnTo>
                    <a:pt x="191395" y="358842"/>
                  </a:lnTo>
                  <a:close/>
                  <a:moveTo>
                    <a:pt x="143546" y="394726"/>
                  </a:moveTo>
                  <a:lnTo>
                    <a:pt x="191395" y="358842"/>
                  </a:lnTo>
                  <a:lnTo>
                    <a:pt x="143546" y="358842"/>
                  </a:lnTo>
                  <a:close/>
                  <a:moveTo>
                    <a:pt x="239244" y="358842"/>
                  </a:moveTo>
                  <a:lnTo>
                    <a:pt x="280562" y="394726"/>
                  </a:lnTo>
                  <a:lnTo>
                    <a:pt x="285522" y="358842"/>
                  </a:lnTo>
                  <a:close/>
                  <a:moveTo>
                    <a:pt x="239244" y="358842"/>
                  </a:moveTo>
                  <a:lnTo>
                    <a:pt x="239244" y="394726"/>
                  </a:lnTo>
                  <a:lnTo>
                    <a:pt x="280562" y="394726"/>
                  </a:lnTo>
                  <a:close/>
                  <a:moveTo>
                    <a:pt x="123550" y="322958"/>
                  </a:moveTo>
                  <a:lnTo>
                    <a:pt x="143546" y="358842"/>
                  </a:lnTo>
                  <a:lnTo>
                    <a:pt x="143546" y="322958"/>
                  </a:lnTo>
                  <a:close/>
                  <a:moveTo>
                    <a:pt x="123550" y="322958"/>
                  </a:moveTo>
                  <a:lnTo>
                    <a:pt x="139378" y="358842"/>
                  </a:lnTo>
                  <a:lnTo>
                    <a:pt x="143546" y="358842"/>
                  </a:lnTo>
                  <a:close/>
                  <a:moveTo>
                    <a:pt x="287093" y="322958"/>
                  </a:moveTo>
                  <a:lnTo>
                    <a:pt x="285522" y="358842"/>
                  </a:lnTo>
                  <a:lnTo>
                    <a:pt x="287093" y="350930"/>
                  </a:lnTo>
                  <a:close/>
                  <a:moveTo>
                    <a:pt x="239244" y="358842"/>
                  </a:moveTo>
                  <a:lnTo>
                    <a:pt x="285522" y="358842"/>
                  </a:lnTo>
                  <a:lnTo>
                    <a:pt x="287093" y="322958"/>
                  </a:lnTo>
                  <a:close/>
                  <a:moveTo>
                    <a:pt x="99914" y="287074"/>
                  </a:moveTo>
                  <a:lnTo>
                    <a:pt x="123550" y="322958"/>
                  </a:lnTo>
                  <a:lnTo>
                    <a:pt x="143546" y="322958"/>
                  </a:lnTo>
                  <a:close/>
                  <a:moveTo>
                    <a:pt x="239244" y="322958"/>
                  </a:moveTo>
                  <a:lnTo>
                    <a:pt x="287093" y="322958"/>
                  </a:lnTo>
                  <a:lnTo>
                    <a:pt x="287093" y="287074"/>
                  </a:lnTo>
                  <a:close/>
                  <a:moveTo>
                    <a:pt x="287093" y="322958"/>
                  </a:moveTo>
                  <a:lnTo>
                    <a:pt x="287093" y="350930"/>
                  </a:lnTo>
                  <a:lnTo>
                    <a:pt x="290219" y="322958"/>
                  </a:lnTo>
                  <a:close/>
                  <a:moveTo>
                    <a:pt x="287093" y="287074"/>
                  </a:moveTo>
                  <a:lnTo>
                    <a:pt x="290219" y="322958"/>
                  </a:lnTo>
                  <a:lnTo>
                    <a:pt x="297237" y="287074"/>
                  </a:lnTo>
                  <a:close/>
                  <a:moveTo>
                    <a:pt x="287093" y="287074"/>
                  </a:moveTo>
                  <a:lnTo>
                    <a:pt x="287093" y="322958"/>
                  </a:lnTo>
                  <a:lnTo>
                    <a:pt x="290219" y="322958"/>
                  </a:lnTo>
                  <a:close/>
                  <a:moveTo>
                    <a:pt x="143546" y="287074"/>
                  </a:moveTo>
                  <a:lnTo>
                    <a:pt x="95698" y="278891"/>
                  </a:lnTo>
                  <a:lnTo>
                    <a:pt x="99914" y="287074"/>
                  </a:lnTo>
                  <a:close/>
                  <a:moveTo>
                    <a:pt x="95698" y="251189"/>
                  </a:moveTo>
                  <a:lnTo>
                    <a:pt x="95698" y="278891"/>
                  </a:lnTo>
                  <a:lnTo>
                    <a:pt x="143546" y="287074"/>
                  </a:lnTo>
                  <a:close/>
                  <a:moveTo>
                    <a:pt x="287093" y="251189"/>
                  </a:moveTo>
                  <a:lnTo>
                    <a:pt x="297237" y="287074"/>
                  </a:lnTo>
                  <a:lnTo>
                    <a:pt x="305264" y="251189"/>
                  </a:lnTo>
                  <a:close/>
                  <a:moveTo>
                    <a:pt x="287093" y="251189"/>
                  </a:moveTo>
                  <a:lnTo>
                    <a:pt x="287093" y="287074"/>
                  </a:lnTo>
                  <a:lnTo>
                    <a:pt x="297237" y="287074"/>
                  </a:lnTo>
                  <a:close/>
                  <a:moveTo>
                    <a:pt x="84836" y="251189"/>
                  </a:moveTo>
                  <a:lnTo>
                    <a:pt x="95698" y="278891"/>
                  </a:lnTo>
                  <a:lnTo>
                    <a:pt x="95698" y="251189"/>
                  </a:lnTo>
                  <a:close/>
                  <a:moveTo>
                    <a:pt x="82984" y="215305"/>
                  </a:moveTo>
                  <a:lnTo>
                    <a:pt x="95698" y="251189"/>
                  </a:lnTo>
                  <a:lnTo>
                    <a:pt x="95698" y="215305"/>
                  </a:lnTo>
                  <a:close/>
                  <a:moveTo>
                    <a:pt x="82984" y="215305"/>
                  </a:moveTo>
                  <a:lnTo>
                    <a:pt x="84836" y="251189"/>
                  </a:lnTo>
                  <a:lnTo>
                    <a:pt x="95698" y="251189"/>
                  </a:lnTo>
                  <a:close/>
                  <a:moveTo>
                    <a:pt x="287093" y="215305"/>
                  </a:moveTo>
                  <a:lnTo>
                    <a:pt x="305264" y="251189"/>
                  </a:lnTo>
                  <a:lnTo>
                    <a:pt x="312677" y="215305"/>
                  </a:lnTo>
                  <a:close/>
                  <a:moveTo>
                    <a:pt x="287093" y="215305"/>
                  </a:moveTo>
                  <a:lnTo>
                    <a:pt x="287093" y="251189"/>
                  </a:lnTo>
                  <a:lnTo>
                    <a:pt x="305264" y="251189"/>
                  </a:lnTo>
                  <a:close/>
                  <a:moveTo>
                    <a:pt x="94507" y="179421"/>
                  </a:moveTo>
                  <a:lnTo>
                    <a:pt x="95698" y="215305"/>
                  </a:lnTo>
                  <a:lnTo>
                    <a:pt x="95698" y="179421"/>
                  </a:lnTo>
                  <a:close/>
                  <a:moveTo>
                    <a:pt x="94507" y="179421"/>
                  </a:moveTo>
                  <a:lnTo>
                    <a:pt x="82984" y="215305"/>
                  </a:lnTo>
                  <a:lnTo>
                    <a:pt x="95698" y="215305"/>
                  </a:lnTo>
                  <a:close/>
                  <a:moveTo>
                    <a:pt x="287093" y="179421"/>
                  </a:moveTo>
                  <a:lnTo>
                    <a:pt x="312677" y="215305"/>
                  </a:lnTo>
                  <a:lnTo>
                    <a:pt x="320773" y="179421"/>
                  </a:lnTo>
                  <a:close/>
                  <a:moveTo>
                    <a:pt x="95698" y="177305"/>
                  </a:moveTo>
                  <a:lnTo>
                    <a:pt x="94507" y="179421"/>
                  </a:lnTo>
                  <a:lnTo>
                    <a:pt x="95698" y="179421"/>
                  </a:lnTo>
                  <a:close/>
                  <a:moveTo>
                    <a:pt x="95698" y="179421"/>
                  </a:moveTo>
                  <a:lnTo>
                    <a:pt x="118145" y="143537"/>
                  </a:lnTo>
                  <a:lnTo>
                    <a:pt x="95698" y="177305"/>
                  </a:lnTo>
                  <a:close/>
                  <a:moveTo>
                    <a:pt x="143546" y="143537"/>
                  </a:moveTo>
                  <a:lnTo>
                    <a:pt x="118145" y="143537"/>
                  </a:lnTo>
                  <a:lnTo>
                    <a:pt x="95698" y="179421"/>
                  </a:lnTo>
                  <a:close/>
                  <a:moveTo>
                    <a:pt x="287093" y="143537"/>
                  </a:moveTo>
                  <a:lnTo>
                    <a:pt x="320773" y="179421"/>
                  </a:lnTo>
                  <a:lnTo>
                    <a:pt x="333015" y="143537"/>
                  </a:lnTo>
                  <a:close/>
                  <a:moveTo>
                    <a:pt x="142651" y="107653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142651" y="107653"/>
                  </a:moveTo>
                  <a:lnTo>
                    <a:pt x="118145" y="143537"/>
                  </a:lnTo>
                  <a:lnTo>
                    <a:pt x="143546" y="143537"/>
                  </a:lnTo>
                  <a:close/>
                  <a:moveTo>
                    <a:pt x="334941" y="107653"/>
                  </a:moveTo>
                  <a:lnTo>
                    <a:pt x="333015" y="143537"/>
                  </a:lnTo>
                  <a:lnTo>
                    <a:pt x="334941" y="138467"/>
                  </a:lnTo>
                  <a:close/>
                  <a:moveTo>
                    <a:pt x="287093" y="143537"/>
                  </a:moveTo>
                  <a:lnTo>
                    <a:pt x="333015" y="143537"/>
                  </a:lnTo>
                  <a:lnTo>
                    <a:pt x="334941" y="107653"/>
                  </a:lnTo>
                  <a:close/>
                  <a:moveTo>
                    <a:pt x="143546" y="106223"/>
                  </a:moveTo>
                  <a:lnTo>
                    <a:pt x="142651" y="107653"/>
                  </a:lnTo>
                  <a:lnTo>
                    <a:pt x="143546" y="107653"/>
                  </a:lnTo>
                  <a:close/>
                  <a:moveTo>
                    <a:pt x="143546" y="107653"/>
                  </a:moveTo>
                  <a:lnTo>
                    <a:pt x="169676" y="71768"/>
                  </a:lnTo>
                  <a:lnTo>
                    <a:pt x="143546" y="106223"/>
                  </a:lnTo>
                  <a:close/>
                  <a:moveTo>
                    <a:pt x="191395" y="71768"/>
                  </a:moveTo>
                  <a:lnTo>
                    <a:pt x="169676" y="71768"/>
                  </a:lnTo>
                  <a:lnTo>
                    <a:pt x="143546" y="107653"/>
                  </a:lnTo>
                  <a:close/>
                  <a:moveTo>
                    <a:pt x="334941" y="107653"/>
                  </a:moveTo>
                  <a:lnTo>
                    <a:pt x="334941" y="138467"/>
                  </a:lnTo>
                  <a:lnTo>
                    <a:pt x="345683" y="107653"/>
                  </a:lnTo>
                  <a:close/>
                  <a:moveTo>
                    <a:pt x="334941" y="71768"/>
                  </a:moveTo>
                  <a:lnTo>
                    <a:pt x="345683" y="107653"/>
                  </a:lnTo>
                  <a:lnTo>
                    <a:pt x="349687" y="71768"/>
                  </a:lnTo>
                  <a:close/>
                  <a:moveTo>
                    <a:pt x="334941" y="71768"/>
                  </a:moveTo>
                  <a:lnTo>
                    <a:pt x="334941" y="107653"/>
                  </a:lnTo>
                  <a:lnTo>
                    <a:pt x="345683" y="107653"/>
                  </a:lnTo>
                  <a:close/>
                  <a:moveTo>
                    <a:pt x="191395" y="46456"/>
                  </a:moveTo>
                  <a:lnTo>
                    <a:pt x="169676" y="71768"/>
                  </a:lnTo>
                  <a:lnTo>
                    <a:pt x="191395" y="71768"/>
                  </a:lnTo>
                  <a:close/>
                  <a:moveTo>
                    <a:pt x="191395" y="71768"/>
                  </a:moveTo>
                  <a:lnTo>
                    <a:pt x="206472" y="35884"/>
                  </a:lnTo>
                  <a:lnTo>
                    <a:pt x="191395" y="46456"/>
                  </a:lnTo>
                  <a:close/>
                  <a:moveTo>
                    <a:pt x="239244" y="35884"/>
                  </a:moveTo>
                  <a:lnTo>
                    <a:pt x="206472" y="35884"/>
                  </a:lnTo>
                  <a:lnTo>
                    <a:pt x="191395" y="71768"/>
                  </a:lnTo>
                  <a:close/>
                  <a:moveTo>
                    <a:pt x="287093" y="35884"/>
                  </a:moveTo>
                  <a:lnTo>
                    <a:pt x="334941" y="39186"/>
                  </a:lnTo>
                  <a:lnTo>
                    <a:pt x="331872" y="35884"/>
                  </a:lnTo>
                  <a:close/>
                  <a:moveTo>
                    <a:pt x="334941" y="71768"/>
                  </a:moveTo>
                  <a:lnTo>
                    <a:pt x="334941" y="39186"/>
                  </a:lnTo>
                  <a:lnTo>
                    <a:pt x="287093" y="35884"/>
                  </a:lnTo>
                  <a:close/>
                  <a:moveTo>
                    <a:pt x="334941" y="71768"/>
                  </a:moveTo>
                  <a:lnTo>
                    <a:pt x="349687" y="71768"/>
                  </a:lnTo>
                  <a:lnTo>
                    <a:pt x="334941" y="39186"/>
                  </a:lnTo>
                  <a:close/>
                  <a:moveTo>
                    <a:pt x="239244" y="20149"/>
                  </a:moveTo>
                  <a:lnTo>
                    <a:pt x="206472" y="35884"/>
                  </a:lnTo>
                  <a:lnTo>
                    <a:pt x="239244" y="35884"/>
                  </a:lnTo>
                  <a:close/>
                  <a:moveTo>
                    <a:pt x="239244" y="35884"/>
                  </a:moveTo>
                  <a:lnTo>
                    <a:pt x="287093" y="17282"/>
                  </a:lnTo>
                  <a:lnTo>
                    <a:pt x="239244" y="20149"/>
                  </a:lnTo>
                  <a:close/>
                  <a:moveTo>
                    <a:pt x="239244" y="35884"/>
                  </a:moveTo>
                  <a:lnTo>
                    <a:pt x="287093" y="35884"/>
                  </a:lnTo>
                  <a:lnTo>
                    <a:pt x="287093" y="17282"/>
                  </a:lnTo>
                  <a:close/>
                  <a:moveTo>
                    <a:pt x="287093" y="35884"/>
                  </a:moveTo>
                  <a:lnTo>
                    <a:pt x="331872" y="35884"/>
                  </a:lnTo>
                  <a:lnTo>
                    <a:pt x="287093" y="17282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3961" name="Candidate_B2__3960">
              <a:extLst>
                <a:ext uri="{FF2B5EF4-FFF2-40B4-BE49-F238E27FC236}">
                  <a16:creationId xmlns:a16="http://schemas.microsoft.com/office/drawing/2014/main" id="{D11A726E-3A2B-F723-5A0F-D70985E09472}"/>
                </a:ext>
              </a:extLst>
            </p:cNvPr>
            <p:cNvSpPr>
              <a:spLocks noGrp="1"/>
            </p:cNvSpPr>
            <p:nvPr/>
          </p:nvSpPr>
          <p:spPr>
            <a:xfrm>
              <a:off x="5861888" y="3825519"/>
              <a:ext cx="312676" cy="574147"/>
            </a:xfrm>
            <a:custGeom>
              <a:avLst/>
              <a:gdLst/>
              <a:ahLst/>
              <a:cxnLst/>
              <a:rect l="0" t="0" r="0" b="0"/>
              <a:pathLst>
                <a:path w="312676" h="574147">
                  <a:moveTo>
                    <a:pt x="73432" y="538263"/>
                  </a:moveTo>
                  <a:lnTo>
                    <a:pt x="25583" y="538263"/>
                  </a:lnTo>
                  <a:lnTo>
                    <a:pt x="73432" y="574147"/>
                  </a:lnTo>
                  <a:close/>
                  <a:moveTo>
                    <a:pt x="73432" y="574147"/>
                  </a:moveTo>
                  <a:lnTo>
                    <a:pt x="121281" y="574147"/>
                  </a:lnTo>
                  <a:lnTo>
                    <a:pt x="121281" y="538263"/>
                  </a:lnTo>
                  <a:close/>
                  <a:moveTo>
                    <a:pt x="73432" y="574147"/>
                  </a:moveTo>
                  <a:lnTo>
                    <a:pt x="121281" y="538263"/>
                  </a:lnTo>
                  <a:lnTo>
                    <a:pt x="73432" y="538263"/>
                  </a:lnTo>
                  <a:close/>
                  <a:moveTo>
                    <a:pt x="121281" y="538263"/>
                  </a:moveTo>
                  <a:lnTo>
                    <a:pt x="121281" y="574147"/>
                  </a:lnTo>
                  <a:lnTo>
                    <a:pt x="169130" y="538263"/>
                  </a:lnTo>
                  <a:close/>
                  <a:moveTo>
                    <a:pt x="0" y="502379"/>
                  </a:moveTo>
                  <a:lnTo>
                    <a:pt x="25583" y="538263"/>
                  </a:lnTo>
                  <a:lnTo>
                    <a:pt x="25583" y="502379"/>
                  </a:lnTo>
                  <a:close/>
                  <a:moveTo>
                    <a:pt x="25583" y="538263"/>
                  </a:moveTo>
                  <a:lnTo>
                    <a:pt x="73432" y="538263"/>
                  </a:lnTo>
                  <a:lnTo>
                    <a:pt x="73432" y="502379"/>
                  </a:lnTo>
                  <a:close/>
                  <a:moveTo>
                    <a:pt x="25583" y="538263"/>
                  </a:moveTo>
                  <a:lnTo>
                    <a:pt x="73432" y="502379"/>
                  </a:lnTo>
                  <a:lnTo>
                    <a:pt x="25583" y="502379"/>
                  </a:lnTo>
                  <a:close/>
                  <a:moveTo>
                    <a:pt x="121281" y="538263"/>
                  </a:moveTo>
                  <a:lnTo>
                    <a:pt x="169130" y="538263"/>
                  </a:lnTo>
                  <a:lnTo>
                    <a:pt x="169130" y="502379"/>
                  </a:lnTo>
                  <a:close/>
                  <a:moveTo>
                    <a:pt x="169130" y="502379"/>
                  </a:moveTo>
                  <a:lnTo>
                    <a:pt x="169130" y="538263"/>
                  </a:lnTo>
                  <a:lnTo>
                    <a:pt x="216978" y="502379"/>
                  </a:lnTo>
                  <a:close/>
                  <a:moveTo>
                    <a:pt x="25583" y="502379"/>
                  </a:moveTo>
                  <a:lnTo>
                    <a:pt x="73432" y="502379"/>
                  </a:lnTo>
                  <a:lnTo>
                    <a:pt x="73432" y="466495"/>
                  </a:lnTo>
                  <a:close/>
                  <a:moveTo>
                    <a:pt x="25583" y="502379"/>
                  </a:moveTo>
                  <a:lnTo>
                    <a:pt x="73432" y="466495"/>
                  </a:lnTo>
                  <a:lnTo>
                    <a:pt x="25583" y="466495"/>
                  </a:lnTo>
                  <a:close/>
                  <a:moveTo>
                    <a:pt x="169130" y="502379"/>
                  </a:moveTo>
                  <a:lnTo>
                    <a:pt x="216978" y="502379"/>
                  </a:lnTo>
                  <a:lnTo>
                    <a:pt x="216978" y="466495"/>
                  </a:lnTo>
                  <a:close/>
                  <a:moveTo>
                    <a:pt x="169130" y="502379"/>
                  </a:moveTo>
                  <a:lnTo>
                    <a:pt x="216978" y="466495"/>
                  </a:lnTo>
                  <a:lnTo>
                    <a:pt x="169130" y="466495"/>
                  </a:lnTo>
                  <a:close/>
                  <a:moveTo>
                    <a:pt x="73432" y="466495"/>
                  </a:moveTo>
                  <a:lnTo>
                    <a:pt x="73432" y="430610"/>
                  </a:lnTo>
                  <a:lnTo>
                    <a:pt x="25583" y="466495"/>
                  </a:lnTo>
                  <a:close/>
                  <a:moveTo>
                    <a:pt x="73432" y="466495"/>
                  </a:moveTo>
                  <a:lnTo>
                    <a:pt x="121281" y="466495"/>
                  </a:lnTo>
                  <a:lnTo>
                    <a:pt x="121281" y="430610"/>
                  </a:lnTo>
                  <a:close/>
                  <a:moveTo>
                    <a:pt x="73432" y="466495"/>
                  </a:moveTo>
                  <a:lnTo>
                    <a:pt x="121281" y="430610"/>
                  </a:lnTo>
                  <a:lnTo>
                    <a:pt x="73432" y="430610"/>
                  </a:lnTo>
                  <a:close/>
                  <a:moveTo>
                    <a:pt x="121281" y="466495"/>
                  </a:moveTo>
                  <a:lnTo>
                    <a:pt x="169130" y="466495"/>
                  </a:lnTo>
                  <a:lnTo>
                    <a:pt x="169130" y="430610"/>
                  </a:lnTo>
                  <a:close/>
                  <a:moveTo>
                    <a:pt x="121281" y="466495"/>
                  </a:moveTo>
                  <a:lnTo>
                    <a:pt x="169130" y="430610"/>
                  </a:lnTo>
                  <a:lnTo>
                    <a:pt x="121281" y="430610"/>
                  </a:lnTo>
                  <a:close/>
                  <a:moveTo>
                    <a:pt x="169130" y="466495"/>
                  </a:moveTo>
                  <a:lnTo>
                    <a:pt x="216978" y="466495"/>
                  </a:lnTo>
                  <a:lnTo>
                    <a:pt x="216978" y="430610"/>
                  </a:lnTo>
                  <a:close/>
                  <a:moveTo>
                    <a:pt x="169130" y="466495"/>
                  </a:moveTo>
                  <a:lnTo>
                    <a:pt x="216978" y="430610"/>
                  </a:lnTo>
                  <a:lnTo>
                    <a:pt x="169130" y="430610"/>
                  </a:lnTo>
                  <a:close/>
                  <a:moveTo>
                    <a:pt x="121281" y="430610"/>
                  </a:moveTo>
                  <a:lnTo>
                    <a:pt x="121281" y="394726"/>
                  </a:lnTo>
                  <a:lnTo>
                    <a:pt x="73432" y="430610"/>
                  </a:lnTo>
                  <a:close/>
                  <a:moveTo>
                    <a:pt x="121281" y="430610"/>
                  </a:moveTo>
                  <a:lnTo>
                    <a:pt x="169130" y="430610"/>
                  </a:lnTo>
                  <a:lnTo>
                    <a:pt x="169130" y="394726"/>
                  </a:lnTo>
                  <a:close/>
                  <a:moveTo>
                    <a:pt x="121281" y="430610"/>
                  </a:moveTo>
                  <a:lnTo>
                    <a:pt x="169130" y="394726"/>
                  </a:lnTo>
                  <a:lnTo>
                    <a:pt x="121281" y="394726"/>
                  </a:lnTo>
                  <a:close/>
                  <a:moveTo>
                    <a:pt x="169130" y="430610"/>
                  </a:moveTo>
                  <a:lnTo>
                    <a:pt x="216978" y="430610"/>
                  </a:lnTo>
                  <a:lnTo>
                    <a:pt x="216978" y="394726"/>
                  </a:lnTo>
                  <a:close/>
                  <a:moveTo>
                    <a:pt x="169130" y="430610"/>
                  </a:moveTo>
                  <a:lnTo>
                    <a:pt x="216978" y="394726"/>
                  </a:lnTo>
                  <a:lnTo>
                    <a:pt x="169130" y="394726"/>
                  </a:lnTo>
                  <a:close/>
                  <a:moveTo>
                    <a:pt x="121281" y="394726"/>
                  </a:moveTo>
                  <a:lnTo>
                    <a:pt x="169130" y="394726"/>
                  </a:lnTo>
                  <a:lnTo>
                    <a:pt x="169130" y="358842"/>
                  </a:lnTo>
                  <a:close/>
                  <a:moveTo>
                    <a:pt x="169130" y="394726"/>
                  </a:moveTo>
                  <a:lnTo>
                    <a:pt x="216978" y="394726"/>
                  </a:lnTo>
                  <a:lnTo>
                    <a:pt x="216978" y="358842"/>
                  </a:lnTo>
                  <a:close/>
                  <a:moveTo>
                    <a:pt x="169130" y="394726"/>
                  </a:moveTo>
                  <a:lnTo>
                    <a:pt x="216978" y="358842"/>
                  </a:lnTo>
                  <a:lnTo>
                    <a:pt x="169130" y="358842"/>
                  </a:lnTo>
                  <a:close/>
                  <a:moveTo>
                    <a:pt x="169130" y="358842"/>
                  </a:moveTo>
                  <a:lnTo>
                    <a:pt x="216978" y="358842"/>
                  </a:lnTo>
                  <a:lnTo>
                    <a:pt x="216978" y="322958"/>
                  </a:lnTo>
                  <a:close/>
                  <a:moveTo>
                    <a:pt x="169130" y="358842"/>
                  </a:moveTo>
                  <a:lnTo>
                    <a:pt x="216978" y="322958"/>
                  </a:lnTo>
                  <a:lnTo>
                    <a:pt x="169130" y="322958"/>
                  </a:lnTo>
                  <a:close/>
                  <a:moveTo>
                    <a:pt x="121281" y="322958"/>
                  </a:moveTo>
                  <a:lnTo>
                    <a:pt x="169130" y="322958"/>
                  </a:lnTo>
                  <a:lnTo>
                    <a:pt x="169130" y="287074"/>
                  </a:lnTo>
                  <a:close/>
                  <a:moveTo>
                    <a:pt x="121281" y="322958"/>
                  </a:moveTo>
                  <a:lnTo>
                    <a:pt x="169130" y="287074"/>
                  </a:lnTo>
                  <a:lnTo>
                    <a:pt x="121281" y="287074"/>
                  </a:lnTo>
                  <a:close/>
                  <a:moveTo>
                    <a:pt x="169130" y="322958"/>
                  </a:moveTo>
                  <a:lnTo>
                    <a:pt x="216978" y="322958"/>
                  </a:lnTo>
                  <a:lnTo>
                    <a:pt x="216978" y="287074"/>
                  </a:lnTo>
                  <a:close/>
                  <a:moveTo>
                    <a:pt x="169130" y="322958"/>
                  </a:moveTo>
                  <a:lnTo>
                    <a:pt x="216978" y="287074"/>
                  </a:lnTo>
                  <a:lnTo>
                    <a:pt x="169130" y="287074"/>
                  </a:lnTo>
                  <a:close/>
                  <a:moveTo>
                    <a:pt x="216978" y="287074"/>
                  </a:moveTo>
                  <a:lnTo>
                    <a:pt x="216978" y="322958"/>
                  </a:lnTo>
                  <a:lnTo>
                    <a:pt x="264827" y="287074"/>
                  </a:lnTo>
                  <a:close/>
                  <a:moveTo>
                    <a:pt x="77649" y="251189"/>
                  </a:moveTo>
                  <a:lnTo>
                    <a:pt x="121281" y="287074"/>
                  </a:lnTo>
                  <a:lnTo>
                    <a:pt x="121281" y="251189"/>
                  </a:lnTo>
                  <a:close/>
                  <a:moveTo>
                    <a:pt x="121281" y="287074"/>
                  </a:moveTo>
                  <a:lnTo>
                    <a:pt x="169130" y="287074"/>
                  </a:lnTo>
                  <a:lnTo>
                    <a:pt x="169130" y="251189"/>
                  </a:lnTo>
                  <a:close/>
                  <a:moveTo>
                    <a:pt x="121281" y="287074"/>
                  </a:moveTo>
                  <a:lnTo>
                    <a:pt x="169130" y="251189"/>
                  </a:lnTo>
                  <a:lnTo>
                    <a:pt x="121281" y="251189"/>
                  </a:lnTo>
                  <a:close/>
                  <a:moveTo>
                    <a:pt x="169130" y="287074"/>
                  </a:moveTo>
                  <a:lnTo>
                    <a:pt x="216978" y="287074"/>
                  </a:lnTo>
                  <a:lnTo>
                    <a:pt x="216978" y="251189"/>
                  </a:lnTo>
                  <a:close/>
                  <a:moveTo>
                    <a:pt x="169130" y="287074"/>
                  </a:moveTo>
                  <a:lnTo>
                    <a:pt x="216978" y="251189"/>
                  </a:lnTo>
                  <a:lnTo>
                    <a:pt x="169130" y="251189"/>
                  </a:lnTo>
                  <a:close/>
                  <a:moveTo>
                    <a:pt x="216978" y="287074"/>
                  </a:moveTo>
                  <a:lnTo>
                    <a:pt x="264827" y="251189"/>
                  </a:lnTo>
                  <a:lnTo>
                    <a:pt x="216978" y="251189"/>
                  </a:lnTo>
                  <a:close/>
                  <a:moveTo>
                    <a:pt x="121281" y="215305"/>
                  </a:moveTo>
                  <a:lnTo>
                    <a:pt x="73432" y="215305"/>
                  </a:lnTo>
                  <a:lnTo>
                    <a:pt x="121281" y="251189"/>
                  </a:lnTo>
                  <a:close/>
                  <a:moveTo>
                    <a:pt x="121281" y="251189"/>
                  </a:moveTo>
                  <a:lnTo>
                    <a:pt x="169130" y="251189"/>
                  </a:lnTo>
                  <a:lnTo>
                    <a:pt x="169130" y="215305"/>
                  </a:lnTo>
                  <a:close/>
                  <a:moveTo>
                    <a:pt x="169130" y="251189"/>
                  </a:moveTo>
                  <a:lnTo>
                    <a:pt x="216978" y="251189"/>
                  </a:lnTo>
                  <a:lnTo>
                    <a:pt x="216978" y="215305"/>
                  </a:lnTo>
                  <a:close/>
                  <a:moveTo>
                    <a:pt x="216978" y="251189"/>
                  </a:moveTo>
                  <a:lnTo>
                    <a:pt x="264827" y="251189"/>
                  </a:lnTo>
                  <a:lnTo>
                    <a:pt x="264827" y="215305"/>
                  </a:lnTo>
                  <a:close/>
                  <a:moveTo>
                    <a:pt x="216978" y="251189"/>
                  </a:moveTo>
                  <a:lnTo>
                    <a:pt x="264827" y="215305"/>
                  </a:lnTo>
                  <a:lnTo>
                    <a:pt x="216978" y="215305"/>
                  </a:lnTo>
                  <a:close/>
                  <a:moveTo>
                    <a:pt x="73432" y="215305"/>
                  </a:moveTo>
                  <a:lnTo>
                    <a:pt x="121281" y="215305"/>
                  </a:lnTo>
                  <a:lnTo>
                    <a:pt x="121281" y="179421"/>
                  </a:lnTo>
                  <a:close/>
                  <a:moveTo>
                    <a:pt x="73432" y="215305"/>
                  </a:moveTo>
                  <a:lnTo>
                    <a:pt x="121281" y="179421"/>
                  </a:lnTo>
                  <a:lnTo>
                    <a:pt x="73432" y="179421"/>
                  </a:lnTo>
                  <a:close/>
                  <a:moveTo>
                    <a:pt x="216978" y="215305"/>
                  </a:moveTo>
                  <a:lnTo>
                    <a:pt x="264827" y="215305"/>
                  </a:lnTo>
                  <a:lnTo>
                    <a:pt x="264827" y="179421"/>
                  </a:lnTo>
                  <a:close/>
                  <a:moveTo>
                    <a:pt x="216978" y="215305"/>
                  </a:moveTo>
                  <a:lnTo>
                    <a:pt x="264827" y="179421"/>
                  </a:lnTo>
                  <a:lnTo>
                    <a:pt x="216978" y="179421"/>
                  </a:lnTo>
                  <a:close/>
                  <a:moveTo>
                    <a:pt x="73432" y="179421"/>
                  </a:moveTo>
                  <a:lnTo>
                    <a:pt x="121281" y="179421"/>
                  </a:lnTo>
                  <a:lnTo>
                    <a:pt x="121281" y="143537"/>
                  </a:lnTo>
                  <a:close/>
                  <a:moveTo>
                    <a:pt x="73432" y="179421"/>
                  </a:moveTo>
                  <a:lnTo>
                    <a:pt x="121281" y="143537"/>
                  </a:lnTo>
                  <a:lnTo>
                    <a:pt x="73432" y="143537"/>
                  </a:lnTo>
                  <a:close/>
                  <a:moveTo>
                    <a:pt x="216978" y="179421"/>
                  </a:moveTo>
                  <a:lnTo>
                    <a:pt x="264827" y="179421"/>
                  </a:lnTo>
                  <a:lnTo>
                    <a:pt x="264827" y="143537"/>
                  </a:lnTo>
                  <a:close/>
                  <a:moveTo>
                    <a:pt x="264827" y="143537"/>
                  </a:moveTo>
                  <a:lnTo>
                    <a:pt x="264827" y="179421"/>
                  </a:lnTo>
                  <a:lnTo>
                    <a:pt x="290411" y="179421"/>
                  </a:lnTo>
                  <a:close/>
                  <a:moveTo>
                    <a:pt x="121281" y="143537"/>
                  </a:moveTo>
                  <a:lnTo>
                    <a:pt x="121281" y="107653"/>
                  </a:lnTo>
                  <a:lnTo>
                    <a:pt x="73432" y="143537"/>
                  </a:lnTo>
                  <a:close/>
                  <a:moveTo>
                    <a:pt x="121281" y="143537"/>
                  </a:moveTo>
                  <a:lnTo>
                    <a:pt x="169130" y="107653"/>
                  </a:lnTo>
                  <a:lnTo>
                    <a:pt x="121281" y="107653"/>
                  </a:lnTo>
                  <a:close/>
                  <a:moveTo>
                    <a:pt x="216978" y="143537"/>
                  </a:moveTo>
                  <a:lnTo>
                    <a:pt x="264827" y="143537"/>
                  </a:lnTo>
                  <a:lnTo>
                    <a:pt x="264827" y="107653"/>
                  </a:lnTo>
                  <a:close/>
                  <a:moveTo>
                    <a:pt x="264827" y="107653"/>
                  </a:moveTo>
                  <a:lnTo>
                    <a:pt x="264827" y="143537"/>
                  </a:lnTo>
                  <a:lnTo>
                    <a:pt x="298508" y="143537"/>
                  </a:lnTo>
                  <a:close/>
                  <a:moveTo>
                    <a:pt x="121281" y="107653"/>
                  </a:moveTo>
                  <a:lnTo>
                    <a:pt x="169130" y="107653"/>
                  </a:lnTo>
                  <a:lnTo>
                    <a:pt x="169130" y="71768"/>
                  </a:lnTo>
                  <a:close/>
                  <a:moveTo>
                    <a:pt x="121281" y="107653"/>
                  </a:moveTo>
                  <a:lnTo>
                    <a:pt x="169130" y="71768"/>
                  </a:lnTo>
                  <a:lnTo>
                    <a:pt x="121281" y="71768"/>
                  </a:lnTo>
                  <a:close/>
                  <a:moveTo>
                    <a:pt x="169130" y="107653"/>
                  </a:moveTo>
                  <a:lnTo>
                    <a:pt x="216978" y="71768"/>
                  </a:lnTo>
                  <a:lnTo>
                    <a:pt x="169130" y="71768"/>
                  </a:lnTo>
                  <a:close/>
                  <a:moveTo>
                    <a:pt x="216978" y="107653"/>
                  </a:moveTo>
                  <a:lnTo>
                    <a:pt x="264827" y="107653"/>
                  </a:lnTo>
                  <a:lnTo>
                    <a:pt x="264827" y="71768"/>
                  </a:lnTo>
                  <a:close/>
                  <a:moveTo>
                    <a:pt x="216978" y="107653"/>
                  </a:moveTo>
                  <a:lnTo>
                    <a:pt x="264827" y="71768"/>
                  </a:lnTo>
                  <a:lnTo>
                    <a:pt x="216978" y="71768"/>
                  </a:lnTo>
                  <a:close/>
                  <a:moveTo>
                    <a:pt x="264827" y="71768"/>
                  </a:moveTo>
                  <a:lnTo>
                    <a:pt x="264827" y="107653"/>
                  </a:lnTo>
                  <a:lnTo>
                    <a:pt x="312676" y="71768"/>
                  </a:lnTo>
                  <a:close/>
                  <a:moveTo>
                    <a:pt x="169130" y="71768"/>
                  </a:moveTo>
                  <a:lnTo>
                    <a:pt x="169130" y="35884"/>
                  </a:lnTo>
                  <a:lnTo>
                    <a:pt x="121281" y="71768"/>
                  </a:lnTo>
                  <a:close/>
                  <a:moveTo>
                    <a:pt x="169130" y="71768"/>
                  </a:moveTo>
                  <a:lnTo>
                    <a:pt x="216978" y="71768"/>
                  </a:lnTo>
                  <a:lnTo>
                    <a:pt x="216978" y="35884"/>
                  </a:lnTo>
                  <a:close/>
                  <a:moveTo>
                    <a:pt x="169130" y="71768"/>
                  </a:moveTo>
                  <a:lnTo>
                    <a:pt x="216978" y="35884"/>
                  </a:lnTo>
                  <a:lnTo>
                    <a:pt x="169130" y="35884"/>
                  </a:lnTo>
                  <a:close/>
                  <a:moveTo>
                    <a:pt x="216978" y="71768"/>
                  </a:moveTo>
                  <a:lnTo>
                    <a:pt x="264827" y="71768"/>
                  </a:lnTo>
                  <a:lnTo>
                    <a:pt x="264827" y="35884"/>
                  </a:lnTo>
                  <a:close/>
                  <a:moveTo>
                    <a:pt x="216978" y="71768"/>
                  </a:moveTo>
                  <a:lnTo>
                    <a:pt x="264827" y="35884"/>
                  </a:lnTo>
                  <a:lnTo>
                    <a:pt x="216978" y="35884"/>
                  </a:lnTo>
                  <a:close/>
                  <a:moveTo>
                    <a:pt x="264827" y="71768"/>
                  </a:moveTo>
                  <a:lnTo>
                    <a:pt x="312676" y="71768"/>
                  </a:lnTo>
                  <a:lnTo>
                    <a:pt x="312676" y="35884"/>
                  </a:lnTo>
                  <a:close/>
                  <a:moveTo>
                    <a:pt x="264827" y="71768"/>
                  </a:moveTo>
                  <a:lnTo>
                    <a:pt x="312676" y="35884"/>
                  </a:lnTo>
                  <a:lnTo>
                    <a:pt x="264827" y="35884"/>
                  </a:lnTo>
                  <a:close/>
                  <a:moveTo>
                    <a:pt x="216978" y="35884"/>
                  </a:moveTo>
                  <a:lnTo>
                    <a:pt x="216978" y="0"/>
                  </a:lnTo>
                  <a:lnTo>
                    <a:pt x="169130" y="35884"/>
                  </a:lnTo>
                  <a:close/>
                  <a:moveTo>
                    <a:pt x="216978" y="35884"/>
                  </a:moveTo>
                  <a:lnTo>
                    <a:pt x="264827" y="35884"/>
                  </a:lnTo>
                  <a:lnTo>
                    <a:pt x="264827" y="0"/>
                  </a:lnTo>
                  <a:close/>
                  <a:moveTo>
                    <a:pt x="216978" y="35884"/>
                  </a:moveTo>
                  <a:lnTo>
                    <a:pt x="264827" y="0"/>
                  </a:lnTo>
                  <a:lnTo>
                    <a:pt x="216978" y="0"/>
                  </a:lnTo>
                  <a:close/>
                  <a:moveTo>
                    <a:pt x="264827" y="35884"/>
                  </a:moveTo>
                  <a:lnTo>
                    <a:pt x="312676" y="35884"/>
                  </a:lnTo>
                  <a:lnTo>
                    <a:pt x="264827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3962" name="Candidate_B2__3961">
              <a:extLst>
                <a:ext uri="{FF2B5EF4-FFF2-40B4-BE49-F238E27FC236}">
                  <a16:creationId xmlns:a16="http://schemas.microsoft.com/office/drawing/2014/main" id="{608F209C-643A-80F3-B2C1-C77FCA794315}"/>
                </a:ext>
              </a:extLst>
            </p:cNvPr>
            <p:cNvSpPr>
              <a:spLocks noGrp="1"/>
            </p:cNvSpPr>
            <p:nvPr/>
          </p:nvSpPr>
          <p:spPr>
            <a:xfrm>
              <a:off x="5935320" y="3897288"/>
              <a:ext cx="191395" cy="466495"/>
            </a:xfrm>
            <a:custGeom>
              <a:avLst/>
              <a:gdLst/>
              <a:ahLst/>
              <a:cxnLst/>
              <a:rect l="0" t="0" r="0" b="0"/>
              <a:pathLst>
                <a:path w="191395" h="466495">
                  <a:moveTo>
                    <a:pt x="0" y="466495"/>
                  </a:moveTo>
                  <a:lnTo>
                    <a:pt x="47849" y="466495"/>
                  </a:lnTo>
                  <a:lnTo>
                    <a:pt x="47849" y="430610"/>
                  </a:lnTo>
                  <a:close/>
                  <a:moveTo>
                    <a:pt x="0" y="466495"/>
                  </a:moveTo>
                  <a:lnTo>
                    <a:pt x="47849" y="430610"/>
                  </a:lnTo>
                  <a:lnTo>
                    <a:pt x="0" y="430610"/>
                  </a:lnTo>
                  <a:close/>
                  <a:moveTo>
                    <a:pt x="47849" y="466495"/>
                  </a:moveTo>
                  <a:lnTo>
                    <a:pt x="95698" y="430610"/>
                  </a:lnTo>
                  <a:lnTo>
                    <a:pt x="47849" y="430610"/>
                  </a:lnTo>
                  <a:close/>
                  <a:moveTo>
                    <a:pt x="0" y="430610"/>
                  </a:moveTo>
                  <a:lnTo>
                    <a:pt x="47849" y="430610"/>
                  </a:lnTo>
                  <a:lnTo>
                    <a:pt x="47849" y="394726"/>
                  </a:lnTo>
                  <a:close/>
                  <a:moveTo>
                    <a:pt x="0" y="430610"/>
                  </a:moveTo>
                  <a:lnTo>
                    <a:pt x="47849" y="394726"/>
                  </a:lnTo>
                  <a:lnTo>
                    <a:pt x="0" y="394726"/>
                  </a:lnTo>
                  <a:close/>
                  <a:moveTo>
                    <a:pt x="47849" y="430610"/>
                  </a:moveTo>
                  <a:lnTo>
                    <a:pt x="95698" y="430610"/>
                  </a:lnTo>
                  <a:lnTo>
                    <a:pt x="95698" y="394726"/>
                  </a:lnTo>
                  <a:close/>
                  <a:moveTo>
                    <a:pt x="47849" y="430610"/>
                  </a:moveTo>
                  <a:lnTo>
                    <a:pt x="95698" y="394726"/>
                  </a:lnTo>
                  <a:lnTo>
                    <a:pt x="47849" y="394726"/>
                  </a:lnTo>
                  <a:close/>
                  <a:moveTo>
                    <a:pt x="47849" y="179421"/>
                  </a:moveTo>
                  <a:lnTo>
                    <a:pt x="95698" y="143537"/>
                  </a:lnTo>
                  <a:lnTo>
                    <a:pt x="47849" y="143537"/>
                  </a:lnTo>
                  <a:close/>
                  <a:moveTo>
                    <a:pt x="95698" y="179421"/>
                  </a:moveTo>
                  <a:lnTo>
                    <a:pt x="143546" y="143537"/>
                  </a:lnTo>
                  <a:lnTo>
                    <a:pt x="95698" y="143537"/>
                  </a:lnTo>
                  <a:close/>
                  <a:moveTo>
                    <a:pt x="47849" y="143537"/>
                  </a:moveTo>
                  <a:lnTo>
                    <a:pt x="95698" y="143537"/>
                  </a:lnTo>
                  <a:lnTo>
                    <a:pt x="95698" y="107653"/>
                  </a:lnTo>
                  <a:close/>
                  <a:moveTo>
                    <a:pt x="47849" y="143537"/>
                  </a:moveTo>
                  <a:lnTo>
                    <a:pt x="95698" y="107653"/>
                  </a:lnTo>
                  <a:lnTo>
                    <a:pt x="47849" y="107653"/>
                  </a:lnTo>
                  <a:close/>
                  <a:moveTo>
                    <a:pt x="95698" y="143537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95698" y="143537"/>
                  </a:moveTo>
                  <a:lnTo>
                    <a:pt x="143546" y="107653"/>
                  </a:lnTo>
                  <a:lnTo>
                    <a:pt x="95698" y="107653"/>
                  </a:lnTo>
                  <a:close/>
                  <a:moveTo>
                    <a:pt x="47849" y="107653"/>
                  </a:moveTo>
                  <a:lnTo>
                    <a:pt x="95698" y="107653"/>
                  </a:lnTo>
                  <a:lnTo>
                    <a:pt x="95698" y="71768"/>
                  </a:lnTo>
                  <a:close/>
                  <a:moveTo>
                    <a:pt x="47849" y="107653"/>
                  </a:moveTo>
                  <a:lnTo>
                    <a:pt x="95698" y="71768"/>
                  </a:lnTo>
                  <a:lnTo>
                    <a:pt x="47849" y="71768"/>
                  </a:lnTo>
                  <a:close/>
                  <a:moveTo>
                    <a:pt x="95698" y="107653"/>
                  </a:moveTo>
                  <a:lnTo>
                    <a:pt x="143546" y="107653"/>
                  </a:lnTo>
                  <a:lnTo>
                    <a:pt x="143546" y="71768"/>
                  </a:lnTo>
                  <a:close/>
                  <a:moveTo>
                    <a:pt x="95698" y="107653"/>
                  </a:moveTo>
                  <a:lnTo>
                    <a:pt x="143546" y="71768"/>
                  </a:lnTo>
                  <a:lnTo>
                    <a:pt x="95698" y="71768"/>
                  </a:lnTo>
                  <a:close/>
                  <a:moveTo>
                    <a:pt x="143546" y="107653"/>
                  </a:moveTo>
                  <a:lnTo>
                    <a:pt x="191395" y="71768"/>
                  </a:lnTo>
                  <a:lnTo>
                    <a:pt x="143546" y="71768"/>
                  </a:lnTo>
                  <a:close/>
                  <a:moveTo>
                    <a:pt x="47849" y="71768"/>
                  </a:moveTo>
                  <a:lnTo>
                    <a:pt x="95698" y="71768"/>
                  </a:lnTo>
                  <a:lnTo>
                    <a:pt x="95698" y="35884"/>
                  </a:lnTo>
                  <a:close/>
                  <a:moveTo>
                    <a:pt x="95698" y="71768"/>
                  </a:moveTo>
                  <a:lnTo>
                    <a:pt x="143546" y="71768"/>
                  </a:lnTo>
                  <a:lnTo>
                    <a:pt x="143546" y="35884"/>
                  </a:lnTo>
                  <a:close/>
                  <a:moveTo>
                    <a:pt x="95698" y="71768"/>
                  </a:moveTo>
                  <a:lnTo>
                    <a:pt x="143546" y="35884"/>
                  </a:lnTo>
                  <a:lnTo>
                    <a:pt x="95698" y="35884"/>
                  </a:lnTo>
                  <a:close/>
                  <a:moveTo>
                    <a:pt x="143546" y="71768"/>
                  </a:moveTo>
                  <a:lnTo>
                    <a:pt x="191395" y="35884"/>
                  </a:lnTo>
                  <a:lnTo>
                    <a:pt x="143546" y="35884"/>
                  </a:lnTo>
                  <a:close/>
                  <a:moveTo>
                    <a:pt x="95698" y="35884"/>
                  </a:moveTo>
                  <a:lnTo>
                    <a:pt x="143546" y="35884"/>
                  </a:lnTo>
                  <a:lnTo>
                    <a:pt x="143546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3963" name="label__3962">
            <a:extLst>
              <a:ext uri="{FF2B5EF4-FFF2-40B4-BE49-F238E27FC236}">
                <a16:creationId xmlns:a16="http://schemas.microsoft.com/office/drawing/2014/main" id="{CB727693-443A-8839-97A3-28C85E3A2354}"/>
              </a:ext>
            </a:extLst>
          </p:cNvPr>
          <p:cNvSpPr>
            <a:spLocks noGrp="1"/>
          </p:cNvSpPr>
          <p:nvPr/>
        </p:nvSpPr>
        <p:spPr>
          <a:xfrm>
            <a:off x="5167172" y="2500416"/>
            <a:ext cx="96212" cy="714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469872"/>
                </a:solidFill>
                <a:latin typeface="Arial"/>
                <a:ea typeface="Arial"/>
                <a:cs typeface="Arial"/>
              </a:defRPr>
            </a:pPr>
            <a:r>
              <a:rPr sz="416" b="1" dirty="0">
                <a:solidFill>
                  <a:srgbClr val="469872"/>
                </a:solidFill>
                <a:latin typeface="Arial"/>
                <a:ea typeface="Arial"/>
                <a:cs typeface="Arial"/>
              </a:rPr>
              <a:t>B2</a:t>
            </a:r>
          </a:p>
        </p:txBody>
      </p:sp>
      <p:grpSp>
        <p:nvGrpSpPr>
          <p:cNvPr id="6219" name="Candidate_B3">
            <a:extLst>
              <a:ext uri="{FF2B5EF4-FFF2-40B4-BE49-F238E27FC236}">
                <a16:creationId xmlns:a16="http://schemas.microsoft.com/office/drawing/2014/main" id="{801EC41A-11E7-9729-33CE-861646EFD367}"/>
              </a:ext>
            </a:extLst>
          </p:cNvPr>
          <p:cNvGrpSpPr/>
          <p:nvPr/>
        </p:nvGrpSpPr>
        <p:grpSpPr>
          <a:xfrm>
            <a:off x="4713326" y="2526531"/>
            <a:ext cx="134697" cy="162186"/>
            <a:chOff x="4681538" y="4071938"/>
            <a:chExt cx="466725" cy="561975"/>
          </a:xfrm>
        </p:grpSpPr>
        <p:sp>
          <p:nvSpPr>
            <p:cNvPr id="3964" name="Candidate_B3__3963">
              <a:extLst>
                <a:ext uri="{FF2B5EF4-FFF2-40B4-BE49-F238E27FC236}">
                  <a16:creationId xmlns:a16="http://schemas.microsoft.com/office/drawing/2014/main" id="{0F03D8F7-63A0-E8F3-E149-238A1627A370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6725" cy="561975"/>
            </a:xfrm>
            <a:custGeom>
              <a:avLst/>
              <a:gdLst/>
              <a:ahLst/>
              <a:cxnLst/>
              <a:rect l="0" t="0" r="0" b="0"/>
              <a:pathLst>
                <a:path w="466725" h="561975">
                  <a:moveTo>
                    <a:pt x="68960" y="541669"/>
                  </a:moveTo>
                  <a:lnTo>
                    <a:pt x="75330" y="545163"/>
                  </a:lnTo>
                  <a:lnTo>
                    <a:pt x="75330" y="541669"/>
                  </a:lnTo>
                  <a:close/>
                  <a:moveTo>
                    <a:pt x="68960" y="541669"/>
                  </a:moveTo>
                  <a:lnTo>
                    <a:pt x="75330" y="541669"/>
                  </a:lnTo>
                  <a:lnTo>
                    <a:pt x="36563" y="519563"/>
                  </a:lnTo>
                  <a:close/>
                  <a:moveTo>
                    <a:pt x="114096" y="557755"/>
                  </a:moveTo>
                  <a:lnTo>
                    <a:pt x="114096" y="553368"/>
                  </a:lnTo>
                  <a:lnTo>
                    <a:pt x="75330" y="545163"/>
                  </a:lnTo>
                  <a:close/>
                  <a:moveTo>
                    <a:pt x="114096" y="557755"/>
                  </a:moveTo>
                  <a:lnTo>
                    <a:pt x="152862" y="561975"/>
                  </a:lnTo>
                  <a:lnTo>
                    <a:pt x="152862" y="558245"/>
                  </a:lnTo>
                  <a:close/>
                  <a:moveTo>
                    <a:pt x="152862" y="561975"/>
                  </a:moveTo>
                  <a:lnTo>
                    <a:pt x="191629" y="560586"/>
                  </a:lnTo>
                  <a:lnTo>
                    <a:pt x="191629" y="557370"/>
                  </a:lnTo>
                  <a:close/>
                  <a:moveTo>
                    <a:pt x="191629" y="560586"/>
                  </a:moveTo>
                  <a:lnTo>
                    <a:pt x="230395" y="555126"/>
                  </a:lnTo>
                  <a:lnTo>
                    <a:pt x="230395" y="552422"/>
                  </a:lnTo>
                  <a:close/>
                  <a:moveTo>
                    <a:pt x="230395" y="555126"/>
                  </a:moveTo>
                  <a:lnTo>
                    <a:pt x="269162" y="546279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69162" y="544116"/>
                  </a:lnTo>
                  <a:lnTo>
                    <a:pt x="269162" y="546279"/>
                  </a:lnTo>
                  <a:close/>
                  <a:moveTo>
                    <a:pt x="284238" y="541669"/>
                  </a:moveTo>
                  <a:lnTo>
                    <a:pt x="307928" y="535070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22036" y="504707"/>
                  </a:lnTo>
                  <a:lnTo>
                    <a:pt x="36563" y="519563"/>
                  </a:lnTo>
                  <a:close/>
                  <a:moveTo>
                    <a:pt x="3170" y="467745"/>
                  </a:moveTo>
                  <a:lnTo>
                    <a:pt x="22036" y="504707"/>
                  </a:lnTo>
                  <a:lnTo>
                    <a:pt x="28853" y="504707"/>
                  </a:lnTo>
                  <a:close/>
                  <a:moveTo>
                    <a:pt x="307928" y="535070"/>
                  </a:moveTo>
                  <a:lnTo>
                    <a:pt x="346694" y="519983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46694" y="519004"/>
                  </a:lnTo>
                  <a:lnTo>
                    <a:pt x="346694" y="519983"/>
                  </a:lnTo>
                  <a:close/>
                  <a:moveTo>
                    <a:pt x="373116" y="504707"/>
                  </a:moveTo>
                  <a:lnTo>
                    <a:pt x="385461" y="496232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3170" y="467745"/>
                  </a:lnTo>
                  <a:lnTo>
                    <a:pt x="8802" y="467745"/>
                  </a:lnTo>
                  <a:close/>
                  <a:moveTo>
                    <a:pt x="415693" y="467745"/>
                  </a:moveTo>
                  <a:lnTo>
                    <a:pt x="385461" y="495425"/>
                  </a:lnTo>
                  <a:lnTo>
                    <a:pt x="385461" y="496232"/>
                  </a:lnTo>
                  <a:close/>
                  <a:moveTo>
                    <a:pt x="415693" y="467745"/>
                  </a:moveTo>
                  <a:lnTo>
                    <a:pt x="424227" y="45516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0" y="430783"/>
                  </a:lnTo>
                  <a:lnTo>
                    <a:pt x="5333" y="430783"/>
                  </a:lnTo>
                  <a:close/>
                  <a:moveTo>
                    <a:pt x="439031" y="430783"/>
                  </a:moveTo>
                  <a:lnTo>
                    <a:pt x="424227" y="453666"/>
                  </a:lnTo>
                  <a:lnTo>
                    <a:pt x="424227" y="455165"/>
                  </a:lnTo>
                  <a:close/>
                  <a:moveTo>
                    <a:pt x="437852" y="430783"/>
                  </a:moveTo>
                  <a:lnTo>
                    <a:pt x="439031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36563" y="356995"/>
                  </a:lnTo>
                  <a:lnTo>
                    <a:pt x="10201" y="393821"/>
                  </a:lnTo>
                  <a:close/>
                  <a:moveTo>
                    <a:pt x="36563" y="356995"/>
                  </a:moveTo>
                  <a:lnTo>
                    <a:pt x="36563" y="364710"/>
                  </a:lnTo>
                  <a:lnTo>
                    <a:pt x="36677" y="356860"/>
                  </a:lnTo>
                  <a:close/>
                  <a:moveTo>
                    <a:pt x="449388" y="393821"/>
                  </a:moveTo>
                  <a:lnTo>
                    <a:pt x="45136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75330" y="322550"/>
                  </a:lnTo>
                  <a:lnTo>
                    <a:pt x="36677" y="356860"/>
                  </a:lnTo>
                  <a:close/>
                  <a:moveTo>
                    <a:pt x="75330" y="322550"/>
                  </a:moveTo>
                  <a:lnTo>
                    <a:pt x="75330" y="327662"/>
                  </a:lnTo>
                  <a:lnTo>
                    <a:pt x="78937" y="319898"/>
                  </a:lnTo>
                  <a:close/>
                  <a:moveTo>
                    <a:pt x="454712" y="356860"/>
                  </a:moveTo>
                  <a:lnTo>
                    <a:pt x="4581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114096" y="286589"/>
                  </a:lnTo>
                  <a:lnTo>
                    <a:pt x="78937" y="319898"/>
                  </a:lnTo>
                  <a:close/>
                  <a:moveTo>
                    <a:pt x="114096" y="286589"/>
                  </a:moveTo>
                  <a:lnTo>
                    <a:pt x="114096" y="292120"/>
                  </a:lnTo>
                  <a:lnTo>
                    <a:pt x="117752" y="282936"/>
                  </a:lnTo>
                  <a:close/>
                  <a:moveTo>
                    <a:pt x="462994" y="317872"/>
                  </a:moveTo>
                  <a:lnTo>
                    <a:pt x="462994" y="282936"/>
                  </a:lnTo>
                  <a:lnTo>
                    <a:pt x="462806" y="319898"/>
                  </a:lnTo>
                  <a:close/>
                  <a:moveTo>
                    <a:pt x="126785" y="245974"/>
                  </a:moveTo>
                  <a:lnTo>
                    <a:pt x="117752" y="282936"/>
                  </a:lnTo>
                  <a:lnTo>
                    <a:pt x="123224" y="282936"/>
                  </a:lnTo>
                  <a:close/>
                  <a:moveTo>
                    <a:pt x="462994" y="282936"/>
                  </a:moveTo>
                  <a:lnTo>
                    <a:pt x="462994" y="317872"/>
                  </a:lnTo>
                  <a:lnTo>
                    <a:pt x="466725" y="282936"/>
                  </a:lnTo>
                  <a:close/>
                  <a:moveTo>
                    <a:pt x="462994" y="245974"/>
                  </a:moveTo>
                  <a:lnTo>
                    <a:pt x="466725" y="282936"/>
                  </a:lnTo>
                  <a:lnTo>
                    <a:pt x="466629" y="245974"/>
                  </a:lnTo>
                  <a:close/>
                  <a:moveTo>
                    <a:pt x="462994" y="245974"/>
                  </a:moveTo>
                  <a:lnTo>
                    <a:pt x="462994" y="282936"/>
                  </a:lnTo>
                  <a:lnTo>
                    <a:pt x="466725" y="282936"/>
                  </a:lnTo>
                  <a:close/>
                  <a:moveTo>
                    <a:pt x="126785" y="245974"/>
                  </a:moveTo>
                  <a:lnTo>
                    <a:pt x="130561" y="245974"/>
                  </a:lnTo>
                  <a:lnTo>
                    <a:pt x="114096" y="220071"/>
                  </a:lnTo>
                  <a:close/>
                  <a:moveTo>
                    <a:pt x="462994" y="245974"/>
                  </a:moveTo>
                  <a:lnTo>
                    <a:pt x="466629" y="245974"/>
                  </a:lnTo>
                  <a:lnTo>
                    <a:pt x="462994" y="228493"/>
                  </a:lnTo>
                  <a:close/>
                  <a:moveTo>
                    <a:pt x="462994" y="245974"/>
                  </a:moveTo>
                  <a:lnTo>
                    <a:pt x="462994" y="228493"/>
                  </a:lnTo>
                  <a:lnTo>
                    <a:pt x="457256" y="245974"/>
                  </a:lnTo>
                  <a:close/>
                  <a:moveTo>
                    <a:pt x="457256" y="245974"/>
                  </a:moveTo>
                  <a:lnTo>
                    <a:pt x="462994" y="228493"/>
                  </a:lnTo>
                  <a:lnTo>
                    <a:pt x="459323" y="209012"/>
                  </a:lnTo>
                  <a:close/>
                  <a:moveTo>
                    <a:pt x="108529" y="209012"/>
                  </a:moveTo>
                  <a:lnTo>
                    <a:pt x="108483" y="209012"/>
                  </a:lnTo>
                  <a:lnTo>
                    <a:pt x="114096" y="220071"/>
                  </a:lnTo>
                  <a:close/>
                  <a:moveTo>
                    <a:pt x="78969" y="172050"/>
                  </a:moveTo>
                  <a:lnTo>
                    <a:pt x="108483" y="209012"/>
                  </a:lnTo>
                  <a:lnTo>
                    <a:pt x="108529" y="209012"/>
                  </a:lnTo>
                  <a:close/>
                  <a:moveTo>
                    <a:pt x="448796" y="209012"/>
                  </a:moveTo>
                  <a:lnTo>
                    <a:pt x="459323" y="209012"/>
                  </a:lnTo>
                  <a:lnTo>
                    <a:pt x="441435" y="172050"/>
                  </a:lnTo>
                  <a:close/>
                  <a:moveTo>
                    <a:pt x="78969" y="172050"/>
                  </a:moveTo>
                  <a:lnTo>
                    <a:pt x="76541" y="172050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8470" y="172050"/>
                  </a:lnTo>
                  <a:lnTo>
                    <a:pt x="441435" y="172050"/>
                  </a:lnTo>
                  <a:close/>
                  <a:moveTo>
                    <a:pt x="424227" y="152100"/>
                  </a:moveTo>
                  <a:lnTo>
                    <a:pt x="405686" y="135089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58030" y="135089"/>
                  </a:lnTo>
                  <a:lnTo>
                    <a:pt x="75330" y="166296"/>
                  </a:lnTo>
                  <a:close/>
                  <a:moveTo>
                    <a:pt x="51924" y="98127"/>
                  </a:moveTo>
                  <a:lnTo>
                    <a:pt x="58030" y="135089"/>
                  </a:lnTo>
                  <a:lnTo>
                    <a:pt x="55137" y="135089"/>
                  </a:lnTo>
                  <a:close/>
                  <a:moveTo>
                    <a:pt x="385461" y="119762"/>
                  </a:moveTo>
                  <a:lnTo>
                    <a:pt x="390926" y="135089"/>
                  </a:lnTo>
                  <a:lnTo>
                    <a:pt x="405686" y="135089"/>
                  </a:lnTo>
                  <a:close/>
                  <a:moveTo>
                    <a:pt x="350128" y="98127"/>
                  </a:moveTo>
                  <a:lnTo>
                    <a:pt x="346694" y="98127"/>
                  </a:lnTo>
                  <a:lnTo>
                    <a:pt x="385461" y="119762"/>
                  </a:lnTo>
                  <a:close/>
                  <a:moveTo>
                    <a:pt x="385461" y="119762"/>
                  </a:moveTo>
                  <a:lnTo>
                    <a:pt x="346694" y="98127"/>
                  </a:lnTo>
                  <a:lnTo>
                    <a:pt x="346694" y="103266"/>
                  </a:lnTo>
                  <a:close/>
                  <a:moveTo>
                    <a:pt x="61453" y="61165"/>
                  </a:moveTo>
                  <a:lnTo>
                    <a:pt x="51924" y="98127"/>
                  </a:lnTo>
                  <a:lnTo>
                    <a:pt x="48886" y="98127"/>
                  </a:lnTo>
                  <a:close/>
                  <a:moveTo>
                    <a:pt x="307928" y="69293"/>
                  </a:moveTo>
                  <a:lnTo>
                    <a:pt x="297051" y="61165"/>
                  </a:lnTo>
                  <a:lnTo>
                    <a:pt x="295081" y="61165"/>
                  </a:lnTo>
                  <a:close/>
                  <a:moveTo>
                    <a:pt x="346694" y="95826"/>
                  </a:moveTo>
                  <a:lnTo>
                    <a:pt x="339644" y="98127"/>
                  </a:lnTo>
                  <a:lnTo>
                    <a:pt x="346694" y="98127"/>
                  </a:lnTo>
                  <a:close/>
                  <a:moveTo>
                    <a:pt x="307928" y="69293"/>
                  </a:moveTo>
                  <a:lnTo>
                    <a:pt x="307928" y="72593"/>
                  </a:lnTo>
                  <a:lnTo>
                    <a:pt x="346694" y="95826"/>
                  </a:lnTo>
                  <a:close/>
                  <a:moveTo>
                    <a:pt x="346694" y="98127"/>
                  </a:moveTo>
                  <a:lnTo>
                    <a:pt x="350128" y="98127"/>
                  </a:lnTo>
                  <a:lnTo>
                    <a:pt x="346694" y="95826"/>
                  </a:lnTo>
                  <a:close/>
                  <a:moveTo>
                    <a:pt x="75330" y="37779"/>
                  </a:moveTo>
                  <a:lnTo>
                    <a:pt x="75330" y="42493"/>
                  </a:lnTo>
                  <a:lnTo>
                    <a:pt x="61453" y="61165"/>
                  </a:lnTo>
                  <a:close/>
                  <a:moveTo>
                    <a:pt x="75330" y="42493"/>
                  </a:moveTo>
                  <a:lnTo>
                    <a:pt x="75330" y="37779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95081" y="61165"/>
                  </a:lnTo>
                  <a:lnTo>
                    <a:pt x="297051" y="61165"/>
                  </a:lnTo>
                  <a:close/>
                  <a:moveTo>
                    <a:pt x="269162" y="40091"/>
                  </a:moveTo>
                  <a:lnTo>
                    <a:pt x="243505" y="24203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114096" y="12800"/>
                  </a:lnTo>
                  <a:lnTo>
                    <a:pt x="95306" y="24203"/>
                  </a:lnTo>
                  <a:close/>
                  <a:moveTo>
                    <a:pt x="152862" y="0"/>
                  </a:moveTo>
                  <a:lnTo>
                    <a:pt x="152862" y="2642"/>
                  </a:lnTo>
                  <a:lnTo>
                    <a:pt x="114096" y="12800"/>
                  </a:lnTo>
                  <a:close/>
                  <a:moveTo>
                    <a:pt x="191629" y="1774"/>
                  </a:moveTo>
                  <a:lnTo>
                    <a:pt x="191629" y="4203"/>
                  </a:lnTo>
                  <a:lnTo>
                    <a:pt x="152862" y="2642"/>
                  </a:lnTo>
                  <a:close/>
                  <a:moveTo>
                    <a:pt x="230395" y="14580"/>
                  </a:moveTo>
                  <a:lnTo>
                    <a:pt x="230395" y="16732"/>
                  </a:lnTo>
                  <a:lnTo>
                    <a:pt x="191629" y="4203"/>
                  </a:lnTo>
                  <a:close/>
                  <a:moveTo>
                    <a:pt x="230395" y="16732"/>
                  </a:moveTo>
                  <a:lnTo>
                    <a:pt x="246565" y="24203"/>
                  </a:lnTo>
                  <a:lnTo>
                    <a:pt x="243505" y="24203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3965" name="Candidate_B3__3964">
              <a:extLst>
                <a:ext uri="{FF2B5EF4-FFF2-40B4-BE49-F238E27FC236}">
                  <a16:creationId xmlns:a16="http://schemas.microsoft.com/office/drawing/2014/main" id="{1B7F1565-5901-1B0B-78B5-BD7D125D1293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2994" cy="561975"/>
            </a:xfrm>
            <a:custGeom>
              <a:avLst/>
              <a:gdLst/>
              <a:ahLst/>
              <a:cxnLst/>
              <a:rect l="0" t="0" r="0" b="0"/>
              <a:pathLst>
                <a:path w="462994" h="561975">
                  <a:moveTo>
                    <a:pt x="36563" y="519563"/>
                  </a:moveTo>
                  <a:lnTo>
                    <a:pt x="75330" y="541669"/>
                  </a:lnTo>
                  <a:lnTo>
                    <a:pt x="75330" y="539832"/>
                  </a:lnTo>
                  <a:close/>
                  <a:moveTo>
                    <a:pt x="36563" y="519563"/>
                  </a:moveTo>
                  <a:lnTo>
                    <a:pt x="75330" y="539832"/>
                  </a:lnTo>
                  <a:lnTo>
                    <a:pt x="36563" y="512608"/>
                  </a:lnTo>
                  <a:close/>
                  <a:moveTo>
                    <a:pt x="75330" y="545163"/>
                  </a:moveTo>
                  <a:lnTo>
                    <a:pt x="80108" y="541669"/>
                  </a:lnTo>
                  <a:lnTo>
                    <a:pt x="75330" y="541669"/>
                  </a:lnTo>
                  <a:close/>
                  <a:moveTo>
                    <a:pt x="114096" y="553368"/>
                  </a:moveTo>
                  <a:lnTo>
                    <a:pt x="80108" y="541669"/>
                  </a:lnTo>
                  <a:lnTo>
                    <a:pt x="75330" y="545163"/>
                  </a:lnTo>
                  <a:close/>
                  <a:moveTo>
                    <a:pt x="75330" y="541669"/>
                  </a:moveTo>
                  <a:lnTo>
                    <a:pt x="80108" y="541669"/>
                  </a:lnTo>
                  <a:lnTo>
                    <a:pt x="75330" y="539832"/>
                  </a:lnTo>
                  <a:close/>
                  <a:moveTo>
                    <a:pt x="114096" y="553368"/>
                  </a:moveTo>
                  <a:lnTo>
                    <a:pt x="114096" y="557755"/>
                  </a:lnTo>
                  <a:lnTo>
                    <a:pt x="152862" y="558245"/>
                  </a:lnTo>
                  <a:close/>
                  <a:moveTo>
                    <a:pt x="152862" y="558245"/>
                  </a:moveTo>
                  <a:lnTo>
                    <a:pt x="152862" y="561975"/>
                  </a:lnTo>
                  <a:lnTo>
                    <a:pt x="191629" y="557370"/>
                  </a:lnTo>
                  <a:close/>
                  <a:moveTo>
                    <a:pt x="191629" y="557370"/>
                  </a:moveTo>
                  <a:lnTo>
                    <a:pt x="191629" y="560586"/>
                  </a:lnTo>
                  <a:lnTo>
                    <a:pt x="230395" y="552422"/>
                  </a:lnTo>
                  <a:close/>
                  <a:moveTo>
                    <a:pt x="230395" y="552422"/>
                  </a:moveTo>
                  <a:lnTo>
                    <a:pt x="230395" y="555126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77621" y="541669"/>
                  </a:lnTo>
                  <a:lnTo>
                    <a:pt x="269162" y="544116"/>
                  </a:lnTo>
                  <a:close/>
                  <a:moveTo>
                    <a:pt x="277621" y="541669"/>
                  </a:moveTo>
                  <a:lnTo>
                    <a:pt x="284238" y="541669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36563" y="519563"/>
                  </a:lnTo>
                  <a:lnTo>
                    <a:pt x="36563" y="512608"/>
                  </a:lnTo>
                  <a:close/>
                  <a:moveTo>
                    <a:pt x="3170" y="467745"/>
                  </a:moveTo>
                  <a:lnTo>
                    <a:pt x="28853" y="504707"/>
                  </a:lnTo>
                  <a:lnTo>
                    <a:pt x="8802" y="467745"/>
                  </a:lnTo>
                  <a:close/>
                  <a:moveTo>
                    <a:pt x="307928" y="533751"/>
                  </a:moveTo>
                  <a:lnTo>
                    <a:pt x="307928" y="535070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71779" y="504707"/>
                  </a:lnTo>
                  <a:lnTo>
                    <a:pt x="346694" y="519004"/>
                  </a:lnTo>
                  <a:close/>
                  <a:moveTo>
                    <a:pt x="371779" y="504707"/>
                  </a:moveTo>
                  <a:lnTo>
                    <a:pt x="373116" y="504707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8802" y="467745"/>
                  </a:lnTo>
                  <a:lnTo>
                    <a:pt x="5333" y="430783"/>
                  </a:lnTo>
                  <a:close/>
                  <a:moveTo>
                    <a:pt x="415693" y="467745"/>
                  </a:moveTo>
                  <a:lnTo>
                    <a:pt x="414858" y="467745"/>
                  </a:lnTo>
                  <a:lnTo>
                    <a:pt x="385461" y="495425"/>
                  </a:lnTo>
                  <a:close/>
                  <a:moveTo>
                    <a:pt x="414858" y="467745"/>
                  </a:moveTo>
                  <a:lnTo>
                    <a:pt x="415693" y="46774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5333" y="430783"/>
                  </a:lnTo>
                  <a:lnTo>
                    <a:pt x="15924" y="393821"/>
                  </a:lnTo>
                  <a:close/>
                  <a:moveTo>
                    <a:pt x="439031" y="430783"/>
                  </a:moveTo>
                  <a:lnTo>
                    <a:pt x="437852" y="430783"/>
                  </a:lnTo>
                  <a:lnTo>
                    <a:pt x="424227" y="453666"/>
                  </a:lnTo>
                  <a:close/>
                  <a:moveTo>
                    <a:pt x="449388" y="393821"/>
                  </a:moveTo>
                  <a:lnTo>
                    <a:pt x="437852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10201" y="393821"/>
                  </a:lnTo>
                  <a:lnTo>
                    <a:pt x="15924" y="393821"/>
                  </a:lnTo>
                  <a:close/>
                  <a:moveTo>
                    <a:pt x="36563" y="364710"/>
                  </a:moveTo>
                  <a:lnTo>
                    <a:pt x="43028" y="356860"/>
                  </a:lnTo>
                  <a:lnTo>
                    <a:pt x="36677" y="356860"/>
                  </a:lnTo>
                  <a:close/>
                  <a:moveTo>
                    <a:pt x="454712" y="356860"/>
                  </a:moveTo>
                  <a:lnTo>
                    <a:pt x="44938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36677" y="356860"/>
                  </a:lnTo>
                  <a:lnTo>
                    <a:pt x="43028" y="356860"/>
                  </a:lnTo>
                  <a:close/>
                  <a:moveTo>
                    <a:pt x="75330" y="327662"/>
                  </a:moveTo>
                  <a:lnTo>
                    <a:pt x="85653" y="319898"/>
                  </a:lnTo>
                  <a:lnTo>
                    <a:pt x="78937" y="319898"/>
                  </a:lnTo>
                  <a:close/>
                  <a:moveTo>
                    <a:pt x="457521" y="319898"/>
                  </a:moveTo>
                  <a:lnTo>
                    <a:pt x="4547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78937" y="319898"/>
                  </a:lnTo>
                  <a:lnTo>
                    <a:pt x="85653" y="319898"/>
                  </a:lnTo>
                  <a:close/>
                  <a:moveTo>
                    <a:pt x="114096" y="292120"/>
                  </a:moveTo>
                  <a:lnTo>
                    <a:pt x="123224" y="282936"/>
                  </a:lnTo>
                  <a:lnTo>
                    <a:pt x="117752" y="282936"/>
                  </a:lnTo>
                  <a:close/>
                  <a:moveTo>
                    <a:pt x="462806" y="319898"/>
                  </a:moveTo>
                  <a:lnTo>
                    <a:pt x="462994" y="282936"/>
                  </a:lnTo>
                  <a:lnTo>
                    <a:pt x="458956" y="282936"/>
                  </a:lnTo>
                  <a:close/>
                  <a:moveTo>
                    <a:pt x="462806" y="319898"/>
                  </a:moveTo>
                  <a:lnTo>
                    <a:pt x="458956" y="282936"/>
                  </a:lnTo>
                  <a:lnTo>
                    <a:pt x="457521" y="319898"/>
                  </a:lnTo>
                  <a:close/>
                  <a:moveTo>
                    <a:pt x="126785" y="245974"/>
                  </a:moveTo>
                  <a:lnTo>
                    <a:pt x="123224" y="282936"/>
                  </a:lnTo>
                  <a:lnTo>
                    <a:pt x="130561" y="245974"/>
                  </a:lnTo>
                  <a:close/>
                  <a:moveTo>
                    <a:pt x="462994" y="282936"/>
                  </a:moveTo>
                  <a:lnTo>
                    <a:pt x="462994" y="245974"/>
                  </a:lnTo>
                  <a:lnTo>
                    <a:pt x="458956" y="282936"/>
                  </a:lnTo>
                  <a:close/>
                  <a:moveTo>
                    <a:pt x="462994" y="245974"/>
                  </a:moveTo>
                  <a:lnTo>
                    <a:pt x="457256" y="245974"/>
                  </a:lnTo>
                  <a:lnTo>
                    <a:pt x="458956" y="282936"/>
                  </a:lnTo>
                  <a:close/>
                  <a:moveTo>
                    <a:pt x="130561" y="245974"/>
                  </a:moveTo>
                  <a:lnTo>
                    <a:pt x="114096" y="218444"/>
                  </a:lnTo>
                  <a:lnTo>
                    <a:pt x="114096" y="220071"/>
                  </a:lnTo>
                  <a:close/>
                  <a:moveTo>
                    <a:pt x="457256" y="245974"/>
                  </a:moveTo>
                  <a:lnTo>
                    <a:pt x="459323" y="209012"/>
                  </a:lnTo>
                  <a:lnTo>
                    <a:pt x="448796" y="209012"/>
                  </a:lnTo>
                  <a:close/>
                  <a:moveTo>
                    <a:pt x="108529" y="209012"/>
                  </a:moveTo>
                  <a:lnTo>
                    <a:pt x="114096" y="220071"/>
                  </a:lnTo>
                  <a:lnTo>
                    <a:pt x="114096" y="218444"/>
                  </a:lnTo>
                  <a:close/>
                  <a:moveTo>
                    <a:pt x="78969" y="172050"/>
                  </a:moveTo>
                  <a:lnTo>
                    <a:pt x="108529" y="209012"/>
                  </a:lnTo>
                  <a:lnTo>
                    <a:pt x="76541" y="172050"/>
                  </a:lnTo>
                  <a:close/>
                  <a:moveTo>
                    <a:pt x="428470" y="172050"/>
                  </a:moveTo>
                  <a:lnTo>
                    <a:pt x="448796" y="209012"/>
                  </a:lnTo>
                  <a:lnTo>
                    <a:pt x="441435" y="172050"/>
                  </a:lnTo>
                  <a:close/>
                  <a:moveTo>
                    <a:pt x="76541" y="172050"/>
                  </a:moveTo>
                  <a:lnTo>
                    <a:pt x="75330" y="170257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4227" y="167074"/>
                  </a:lnTo>
                  <a:lnTo>
                    <a:pt x="428470" y="172050"/>
                  </a:lnTo>
                  <a:close/>
                  <a:moveTo>
                    <a:pt x="424227" y="167074"/>
                  </a:moveTo>
                  <a:lnTo>
                    <a:pt x="424227" y="152100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75330" y="166296"/>
                  </a:lnTo>
                  <a:lnTo>
                    <a:pt x="75330" y="170257"/>
                  </a:lnTo>
                  <a:close/>
                  <a:moveTo>
                    <a:pt x="51924" y="98127"/>
                  </a:moveTo>
                  <a:lnTo>
                    <a:pt x="55137" y="135089"/>
                  </a:lnTo>
                  <a:lnTo>
                    <a:pt x="48886" y="98127"/>
                  </a:lnTo>
                  <a:close/>
                  <a:moveTo>
                    <a:pt x="385461" y="119762"/>
                  </a:moveTo>
                  <a:lnTo>
                    <a:pt x="385461" y="130711"/>
                  </a:lnTo>
                  <a:lnTo>
                    <a:pt x="390926" y="135089"/>
                  </a:lnTo>
                  <a:close/>
                  <a:moveTo>
                    <a:pt x="385461" y="119762"/>
                  </a:moveTo>
                  <a:lnTo>
                    <a:pt x="346694" y="103266"/>
                  </a:lnTo>
                  <a:lnTo>
                    <a:pt x="385461" y="130711"/>
                  </a:lnTo>
                  <a:close/>
                  <a:moveTo>
                    <a:pt x="61453" y="61165"/>
                  </a:moveTo>
                  <a:lnTo>
                    <a:pt x="48886" y="98127"/>
                  </a:lnTo>
                  <a:lnTo>
                    <a:pt x="57968" y="61165"/>
                  </a:lnTo>
                  <a:close/>
                  <a:moveTo>
                    <a:pt x="307928" y="72593"/>
                  </a:moveTo>
                  <a:lnTo>
                    <a:pt x="307928" y="69293"/>
                  </a:lnTo>
                  <a:lnTo>
                    <a:pt x="295081" y="61165"/>
                  </a:lnTo>
                  <a:close/>
                  <a:moveTo>
                    <a:pt x="307928" y="72593"/>
                  </a:moveTo>
                  <a:lnTo>
                    <a:pt x="339644" y="98127"/>
                  </a:lnTo>
                  <a:lnTo>
                    <a:pt x="346694" y="95826"/>
                  </a:lnTo>
                  <a:close/>
                  <a:moveTo>
                    <a:pt x="346694" y="103266"/>
                  </a:moveTo>
                  <a:lnTo>
                    <a:pt x="346694" y="98127"/>
                  </a:lnTo>
                  <a:lnTo>
                    <a:pt x="339644" y="98127"/>
                  </a:lnTo>
                  <a:close/>
                  <a:moveTo>
                    <a:pt x="75330" y="37779"/>
                  </a:moveTo>
                  <a:lnTo>
                    <a:pt x="61453" y="61165"/>
                  </a:lnTo>
                  <a:lnTo>
                    <a:pt x="57968" y="61165"/>
                  </a:lnTo>
                  <a:close/>
                  <a:moveTo>
                    <a:pt x="75330" y="37779"/>
                  </a:moveTo>
                  <a:lnTo>
                    <a:pt x="90163" y="24203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69162" y="39540"/>
                  </a:lnTo>
                  <a:lnTo>
                    <a:pt x="295081" y="61165"/>
                  </a:lnTo>
                  <a:close/>
                  <a:moveTo>
                    <a:pt x="269162" y="39540"/>
                  </a:moveTo>
                  <a:lnTo>
                    <a:pt x="269162" y="40091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95306" y="24203"/>
                  </a:lnTo>
                  <a:lnTo>
                    <a:pt x="90163" y="24203"/>
                  </a:lnTo>
                  <a:close/>
                  <a:moveTo>
                    <a:pt x="152862" y="0"/>
                  </a:moveTo>
                  <a:lnTo>
                    <a:pt x="114096" y="12800"/>
                  </a:lnTo>
                  <a:lnTo>
                    <a:pt x="114096" y="9702"/>
                  </a:lnTo>
                  <a:close/>
                  <a:moveTo>
                    <a:pt x="191629" y="1774"/>
                  </a:moveTo>
                  <a:lnTo>
                    <a:pt x="152862" y="2642"/>
                  </a:lnTo>
                  <a:lnTo>
                    <a:pt x="152862" y="0"/>
                  </a:lnTo>
                  <a:close/>
                  <a:moveTo>
                    <a:pt x="230395" y="14580"/>
                  </a:moveTo>
                  <a:lnTo>
                    <a:pt x="191629" y="4203"/>
                  </a:lnTo>
                  <a:lnTo>
                    <a:pt x="191629" y="1774"/>
                  </a:lnTo>
                  <a:close/>
                  <a:moveTo>
                    <a:pt x="230395" y="16732"/>
                  </a:moveTo>
                  <a:lnTo>
                    <a:pt x="230395" y="14580"/>
                  </a:lnTo>
                  <a:lnTo>
                    <a:pt x="246565" y="24203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3966" name="Candidate_B3__3965">
              <a:extLst>
                <a:ext uri="{FF2B5EF4-FFF2-40B4-BE49-F238E27FC236}">
                  <a16:creationId xmlns:a16="http://schemas.microsoft.com/office/drawing/2014/main" id="{9EBF60CB-6B16-3B2F-40B5-8AF1CF2C452B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74775" y="541669"/>
                  </a:moveTo>
                  <a:lnTo>
                    <a:pt x="108763" y="553368"/>
                  </a:lnTo>
                  <a:lnTo>
                    <a:pt x="108763" y="541669"/>
                  </a:lnTo>
                  <a:close/>
                  <a:moveTo>
                    <a:pt x="74775" y="541669"/>
                  </a:moveTo>
                  <a:lnTo>
                    <a:pt x="108763" y="541669"/>
                  </a:lnTo>
                  <a:lnTo>
                    <a:pt x="69997" y="539832"/>
                  </a:lnTo>
                  <a:close/>
                  <a:moveTo>
                    <a:pt x="147530" y="558245"/>
                  </a:moveTo>
                  <a:lnTo>
                    <a:pt x="147530" y="543916"/>
                  </a:lnTo>
                  <a:lnTo>
                    <a:pt x="108763" y="553368"/>
                  </a:lnTo>
                  <a:close/>
                  <a:moveTo>
                    <a:pt x="147530" y="558245"/>
                  </a:moveTo>
                  <a:lnTo>
                    <a:pt x="186296" y="557370"/>
                  </a:lnTo>
                  <a:lnTo>
                    <a:pt x="186296" y="543918"/>
                  </a:lnTo>
                  <a:close/>
                  <a:moveTo>
                    <a:pt x="186296" y="557370"/>
                  </a:moveTo>
                  <a:lnTo>
                    <a:pt x="225062" y="552422"/>
                  </a:lnTo>
                  <a:lnTo>
                    <a:pt x="186296" y="543918"/>
                  </a:lnTo>
                  <a:close/>
                  <a:moveTo>
                    <a:pt x="263829" y="541669"/>
                  </a:moveTo>
                  <a:lnTo>
                    <a:pt x="225062" y="552422"/>
                  </a:lnTo>
                  <a:lnTo>
                    <a:pt x="263829" y="544116"/>
                  </a:lnTo>
                  <a:close/>
                  <a:moveTo>
                    <a:pt x="263829" y="541669"/>
                  </a:moveTo>
                  <a:lnTo>
                    <a:pt x="225062" y="541669"/>
                  </a:lnTo>
                  <a:lnTo>
                    <a:pt x="225062" y="552422"/>
                  </a:lnTo>
                  <a:close/>
                  <a:moveTo>
                    <a:pt x="263829" y="541669"/>
                  </a:moveTo>
                  <a:lnTo>
                    <a:pt x="263829" y="544116"/>
                  </a:lnTo>
                  <a:lnTo>
                    <a:pt x="272288" y="541669"/>
                  </a:lnTo>
                  <a:close/>
                  <a:moveTo>
                    <a:pt x="263829" y="532925"/>
                  </a:moveTo>
                  <a:lnTo>
                    <a:pt x="272288" y="541669"/>
                  </a:lnTo>
                  <a:lnTo>
                    <a:pt x="302595" y="533751"/>
                  </a:lnTo>
                  <a:close/>
                  <a:moveTo>
                    <a:pt x="23521" y="504707"/>
                  </a:moveTo>
                  <a:lnTo>
                    <a:pt x="31230" y="512608"/>
                  </a:lnTo>
                  <a:lnTo>
                    <a:pt x="31230" y="504707"/>
                  </a:lnTo>
                  <a:close/>
                  <a:moveTo>
                    <a:pt x="3469" y="467745"/>
                  </a:moveTo>
                  <a:lnTo>
                    <a:pt x="23521" y="504707"/>
                  </a:lnTo>
                  <a:lnTo>
                    <a:pt x="22963" y="467745"/>
                  </a:lnTo>
                  <a:close/>
                  <a:moveTo>
                    <a:pt x="69997" y="539832"/>
                  </a:moveTo>
                  <a:lnTo>
                    <a:pt x="69997" y="521522"/>
                  </a:lnTo>
                  <a:lnTo>
                    <a:pt x="31230" y="512608"/>
                  </a:lnTo>
                  <a:close/>
                  <a:moveTo>
                    <a:pt x="302595" y="533751"/>
                  </a:moveTo>
                  <a:lnTo>
                    <a:pt x="341362" y="519004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1362" y="507045"/>
                  </a:lnTo>
                  <a:lnTo>
                    <a:pt x="341362" y="519004"/>
                  </a:lnTo>
                  <a:close/>
                  <a:moveTo>
                    <a:pt x="366446" y="504707"/>
                  </a:moveTo>
                  <a:lnTo>
                    <a:pt x="380128" y="495425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3469" y="467745"/>
                  </a:lnTo>
                  <a:lnTo>
                    <a:pt x="22963" y="467745"/>
                  </a:lnTo>
                  <a:close/>
                  <a:moveTo>
                    <a:pt x="409525" y="467745"/>
                  </a:moveTo>
                  <a:lnTo>
                    <a:pt x="380128" y="481571"/>
                  </a:lnTo>
                  <a:lnTo>
                    <a:pt x="380128" y="495425"/>
                  </a:lnTo>
                  <a:close/>
                  <a:moveTo>
                    <a:pt x="409525" y="467745"/>
                  </a:moveTo>
                  <a:lnTo>
                    <a:pt x="418894" y="453666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0" y="430783"/>
                  </a:lnTo>
                  <a:lnTo>
                    <a:pt x="18478" y="430783"/>
                  </a:lnTo>
                  <a:close/>
                  <a:moveTo>
                    <a:pt x="432520" y="430783"/>
                  </a:moveTo>
                  <a:lnTo>
                    <a:pt x="418894" y="430859"/>
                  </a:lnTo>
                  <a:lnTo>
                    <a:pt x="418894" y="453666"/>
                  </a:lnTo>
                  <a:close/>
                  <a:moveTo>
                    <a:pt x="418939" y="430783"/>
                  </a:moveTo>
                  <a:lnTo>
                    <a:pt x="432520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31230" y="364710"/>
                  </a:lnTo>
                  <a:lnTo>
                    <a:pt x="10591" y="393821"/>
                  </a:lnTo>
                  <a:close/>
                  <a:moveTo>
                    <a:pt x="31230" y="364710"/>
                  </a:moveTo>
                  <a:lnTo>
                    <a:pt x="31230" y="393005"/>
                  </a:lnTo>
                  <a:lnTo>
                    <a:pt x="37695" y="356860"/>
                  </a:lnTo>
                  <a:close/>
                  <a:moveTo>
                    <a:pt x="430784" y="393821"/>
                  </a:moveTo>
                  <a:lnTo>
                    <a:pt x="444055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69997" y="327662"/>
                  </a:lnTo>
                  <a:lnTo>
                    <a:pt x="37695" y="356860"/>
                  </a:lnTo>
                  <a:close/>
                  <a:moveTo>
                    <a:pt x="69997" y="327662"/>
                  </a:moveTo>
                  <a:lnTo>
                    <a:pt x="69997" y="347971"/>
                  </a:lnTo>
                  <a:lnTo>
                    <a:pt x="80320" y="319898"/>
                  </a:lnTo>
                  <a:close/>
                  <a:moveTo>
                    <a:pt x="434785" y="356860"/>
                  </a:moveTo>
                  <a:lnTo>
                    <a:pt x="449379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108763" y="292120"/>
                  </a:lnTo>
                  <a:lnTo>
                    <a:pt x="80320" y="319898"/>
                  </a:lnTo>
                  <a:close/>
                  <a:moveTo>
                    <a:pt x="108763" y="292120"/>
                  </a:moveTo>
                  <a:lnTo>
                    <a:pt x="108763" y="317540"/>
                  </a:lnTo>
                  <a:lnTo>
                    <a:pt x="117891" y="282936"/>
                  </a:lnTo>
                  <a:close/>
                  <a:moveTo>
                    <a:pt x="435133" y="319898"/>
                  </a:moveTo>
                  <a:lnTo>
                    <a:pt x="452188" y="319898"/>
                  </a:lnTo>
                  <a:lnTo>
                    <a:pt x="453623" y="282936"/>
                  </a:lnTo>
                  <a:close/>
                  <a:moveTo>
                    <a:pt x="117891" y="282936"/>
                  </a:moveTo>
                  <a:lnTo>
                    <a:pt x="143169" y="282936"/>
                  </a:lnTo>
                  <a:lnTo>
                    <a:pt x="125228" y="245974"/>
                  </a:lnTo>
                  <a:close/>
                  <a:moveTo>
                    <a:pt x="433696" y="282936"/>
                  </a:moveTo>
                  <a:lnTo>
                    <a:pt x="453623" y="282936"/>
                  </a:lnTo>
                  <a:lnTo>
                    <a:pt x="451923" y="245974"/>
                  </a:lnTo>
                  <a:close/>
                  <a:moveTo>
                    <a:pt x="108763" y="218444"/>
                  </a:moveTo>
                  <a:lnTo>
                    <a:pt x="125228" y="245974"/>
                  </a:lnTo>
                  <a:lnTo>
                    <a:pt x="123826" y="209012"/>
                  </a:lnTo>
                  <a:close/>
                  <a:moveTo>
                    <a:pt x="451923" y="245974"/>
                  </a:moveTo>
                  <a:lnTo>
                    <a:pt x="443463" y="209012"/>
                  </a:lnTo>
                  <a:lnTo>
                    <a:pt x="429020" y="245974"/>
                  </a:lnTo>
                  <a:close/>
                  <a:moveTo>
                    <a:pt x="103196" y="209012"/>
                  </a:moveTo>
                  <a:lnTo>
                    <a:pt x="108763" y="218444"/>
                  </a:lnTo>
                  <a:lnTo>
                    <a:pt x="108763" y="209012"/>
                  </a:lnTo>
                  <a:close/>
                  <a:moveTo>
                    <a:pt x="71208" y="172050"/>
                  </a:moveTo>
                  <a:lnTo>
                    <a:pt x="103196" y="209012"/>
                  </a:lnTo>
                  <a:lnTo>
                    <a:pt x="85672" y="172050"/>
                  </a:lnTo>
                  <a:close/>
                  <a:moveTo>
                    <a:pt x="418894" y="172050"/>
                  </a:moveTo>
                  <a:lnTo>
                    <a:pt x="443463" y="209012"/>
                  </a:lnTo>
                  <a:lnTo>
                    <a:pt x="423137" y="172050"/>
                  </a:lnTo>
                  <a:close/>
                  <a:moveTo>
                    <a:pt x="418894" y="172050"/>
                  </a:moveTo>
                  <a:lnTo>
                    <a:pt x="418894" y="209012"/>
                  </a:lnTo>
                  <a:lnTo>
                    <a:pt x="443463" y="209012"/>
                  </a:lnTo>
                  <a:close/>
                  <a:moveTo>
                    <a:pt x="71208" y="172050"/>
                  </a:moveTo>
                  <a:lnTo>
                    <a:pt x="85672" y="172050"/>
                  </a:lnTo>
                  <a:lnTo>
                    <a:pt x="69997" y="170257"/>
                  </a:lnTo>
                  <a:close/>
                  <a:moveTo>
                    <a:pt x="418894" y="172050"/>
                  </a:moveTo>
                  <a:lnTo>
                    <a:pt x="423137" y="172050"/>
                  </a:lnTo>
                  <a:lnTo>
                    <a:pt x="418894" y="167074"/>
                  </a:lnTo>
                  <a:close/>
                  <a:moveTo>
                    <a:pt x="380128" y="135089"/>
                  </a:moveTo>
                  <a:lnTo>
                    <a:pt x="418894" y="172050"/>
                  </a:lnTo>
                  <a:lnTo>
                    <a:pt x="385593" y="135089"/>
                  </a:lnTo>
                  <a:close/>
                  <a:moveTo>
                    <a:pt x="385593" y="135089"/>
                  </a:moveTo>
                  <a:lnTo>
                    <a:pt x="418894" y="172050"/>
                  </a:lnTo>
                  <a:lnTo>
                    <a:pt x="418894" y="167074"/>
                  </a:lnTo>
                  <a:close/>
                  <a:moveTo>
                    <a:pt x="61163" y="135089"/>
                  </a:moveTo>
                  <a:lnTo>
                    <a:pt x="49804" y="135089"/>
                  </a:lnTo>
                  <a:lnTo>
                    <a:pt x="69997" y="170257"/>
                  </a:lnTo>
                  <a:close/>
                  <a:moveTo>
                    <a:pt x="43554" y="98127"/>
                  </a:moveTo>
                  <a:lnTo>
                    <a:pt x="49804" y="135089"/>
                  </a:lnTo>
                  <a:lnTo>
                    <a:pt x="61163" y="135089"/>
                  </a:lnTo>
                  <a:close/>
                  <a:moveTo>
                    <a:pt x="341362" y="103266"/>
                  </a:moveTo>
                  <a:lnTo>
                    <a:pt x="334311" y="98127"/>
                  </a:lnTo>
                  <a:lnTo>
                    <a:pt x="306658" y="98127"/>
                  </a:lnTo>
                  <a:close/>
                  <a:moveTo>
                    <a:pt x="341362" y="103266"/>
                  </a:moveTo>
                  <a:lnTo>
                    <a:pt x="341362" y="128683"/>
                  </a:lnTo>
                  <a:lnTo>
                    <a:pt x="380128" y="130711"/>
                  </a:lnTo>
                  <a:close/>
                  <a:moveTo>
                    <a:pt x="380128" y="135089"/>
                  </a:moveTo>
                  <a:lnTo>
                    <a:pt x="385593" y="135089"/>
                  </a:lnTo>
                  <a:lnTo>
                    <a:pt x="380128" y="130711"/>
                  </a:lnTo>
                  <a:close/>
                  <a:moveTo>
                    <a:pt x="52635" y="61165"/>
                  </a:moveTo>
                  <a:lnTo>
                    <a:pt x="43554" y="98127"/>
                  </a:lnTo>
                  <a:lnTo>
                    <a:pt x="54085" y="98127"/>
                  </a:lnTo>
                  <a:close/>
                  <a:moveTo>
                    <a:pt x="302595" y="72593"/>
                  </a:moveTo>
                  <a:lnTo>
                    <a:pt x="306658" y="98127"/>
                  </a:lnTo>
                  <a:lnTo>
                    <a:pt x="334311" y="98127"/>
                  </a:lnTo>
                  <a:close/>
                  <a:moveTo>
                    <a:pt x="302595" y="72593"/>
                  </a:moveTo>
                  <a:lnTo>
                    <a:pt x="289748" y="61165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69997" y="37779"/>
                  </a:lnTo>
                  <a:lnTo>
                    <a:pt x="52635" y="61165"/>
                  </a:lnTo>
                  <a:close/>
                  <a:moveTo>
                    <a:pt x="69997" y="37779"/>
                  </a:moveTo>
                  <a:lnTo>
                    <a:pt x="69997" y="53356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70932" y="61165"/>
                  </a:lnTo>
                  <a:lnTo>
                    <a:pt x="289748" y="61165"/>
                  </a:lnTo>
                  <a:close/>
                  <a:moveTo>
                    <a:pt x="241233" y="24203"/>
                  </a:moveTo>
                  <a:lnTo>
                    <a:pt x="225062" y="24203"/>
                  </a:lnTo>
                  <a:lnTo>
                    <a:pt x="263829" y="39540"/>
                  </a:lnTo>
                  <a:close/>
                  <a:moveTo>
                    <a:pt x="108763" y="20027"/>
                  </a:moveTo>
                  <a:lnTo>
                    <a:pt x="108763" y="9702"/>
                  </a:lnTo>
                  <a:lnTo>
                    <a:pt x="84830" y="24203"/>
                  </a:lnTo>
                  <a:close/>
                  <a:moveTo>
                    <a:pt x="147530" y="9224"/>
                  </a:moveTo>
                  <a:lnTo>
                    <a:pt x="147530" y="0"/>
                  </a:lnTo>
                  <a:lnTo>
                    <a:pt x="108763" y="9702"/>
                  </a:lnTo>
                  <a:close/>
                  <a:moveTo>
                    <a:pt x="186296" y="11263"/>
                  </a:moveTo>
                  <a:lnTo>
                    <a:pt x="186296" y="1774"/>
                  </a:lnTo>
                  <a:lnTo>
                    <a:pt x="147530" y="0"/>
                  </a:lnTo>
                  <a:close/>
                  <a:moveTo>
                    <a:pt x="186296" y="1774"/>
                  </a:moveTo>
                  <a:lnTo>
                    <a:pt x="186296" y="11263"/>
                  </a:lnTo>
                  <a:lnTo>
                    <a:pt x="225062" y="14580"/>
                  </a:lnTo>
                  <a:close/>
                  <a:moveTo>
                    <a:pt x="225062" y="24203"/>
                  </a:moveTo>
                  <a:lnTo>
                    <a:pt x="241233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3967" name="Candidate_B3__3966">
              <a:extLst>
                <a:ext uri="{FF2B5EF4-FFF2-40B4-BE49-F238E27FC236}">
                  <a16:creationId xmlns:a16="http://schemas.microsoft.com/office/drawing/2014/main" id="{0C7F8155-672A-2E18-B882-9263CC9FDF86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69997" y="539832"/>
                  </a:moveTo>
                  <a:lnTo>
                    <a:pt x="108763" y="541669"/>
                  </a:lnTo>
                  <a:lnTo>
                    <a:pt x="108763" y="537612"/>
                  </a:lnTo>
                  <a:close/>
                  <a:moveTo>
                    <a:pt x="69997" y="539832"/>
                  </a:moveTo>
                  <a:lnTo>
                    <a:pt x="108763" y="537612"/>
                  </a:lnTo>
                  <a:lnTo>
                    <a:pt x="69997" y="521522"/>
                  </a:lnTo>
                  <a:close/>
                  <a:moveTo>
                    <a:pt x="108763" y="553368"/>
                  </a:moveTo>
                  <a:lnTo>
                    <a:pt x="133584" y="541669"/>
                  </a:lnTo>
                  <a:lnTo>
                    <a:pt x="108763" y="541669"/>
                  </a:lnTo>
                  <a:close/>
                  <a:moveTo>
                    <a:pt x="147530" y="543916"/>
                  </a:moveTo>
                  <a:lnTo>
                    <a:pt x="133584" y="541669"/>
                  </a:lnTo>
                  <a:lnTo>
                    <a:pt x="108763" y="553368"/>
                  </a:lnTo>
                  <a:close/>
                  <a:moveTo>
                    <a:pt x="147530" y="543916"/>
                  </a:moveTo>
                  <a:lnTo>
                    <a:pt x="147530" y="558245"/>
                  </a:lnTo>
                  <a:lnTo>
                    <a:pt x="186296" y="543918"/>
                  </a:lnTo>
                  <a:close/>
                  <a:moveTo>
                    <a:pt x="225062" y="552422"/>
                  </a:moveTo>
                  <a:lnTo>
                    <a:pt x="225062" y="541669"/>
                  </a:lnTo>
                  <a:lnTo>
                    <a:pt x="186296" y="543918"/>
                  </a:lnTo>
                  <a:close/>
                  <a:moveTo>
                    <a:pt x="225062" y="541669"/>
                  </a:moveTo>
                  <a:lnTo>
                    <a:pt x="263829" y="541669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63829" y="532925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72288" y="541669"/>
                  </a:lnTo>
                  <a:lnTo>
                    <a:pt x="263829" y="532925"/>
                  </a:lnTo>
                  <a:close/>
                  <a:moveTo>
                    <a:pt x="263829" y="532925"/>
                  </a:moveTo>
                  <a:lnTo>
                    <a:pt x="302595" y="533751"/>
                  </a:lnTo>
                  <a:lnTo>
                    <a:pt x="302595" y="522834"/>
                  </a:lnTo>
                  <a:close/>
                  <a:moveTo>
                    <a:pt x="22963" y="467745"/>
                  </a:moveTo>
                  <a:lnTo>
                    <a:pt x="31230" y="504707"/>
                  </a:lnTo>
                  <a:lnTo>
                    <a:pt x="31230" y="482024"/>
                  </a:lnTo>
                  <a:close/>
                  <a:moveTo>
                    <a:pt x="23521" y="504707"/>
                  </a:moveTo>
                  <a:lnTo>
                    <a:pt x="31230" y="504707"/>
                  </a:lnTo>
                  <a:lnTo>
                    <a:pt x="22963" y="467745"/>
                  </a:lnTo>
                  <a:close/>
                  <a:moveTo>
                    <a:pt x="31230" y="512608"/>
                  </a:moveTo>
                  <a:lnTo>
                    <a:pt x="47761" y="504707"/>
                  </a:lnTo>
                  <a:lnTo>
                    <a:pt x="31230" y="504707"/>
                  </a:lnTo>
                  <a:close/>
                  <a:moveTo>
                    <a:pt x="69997" y="521522"/>
                  </a:moveTo>
                  <a:lnTo>
                    <a:pt x="47761" y="504707"/>
                  </a:lnTo>
                  <a:lnTo>
                    <a:pt x="31230" y="512608"/>
                  </a:lnTo>
                  <a:close/>
                  <a:moveTo>
                    <a:pt x="31230" y="504707"/>
                  </a:moveTo>
                  <a:lnTo>
                    <a:pt x="47761" y="504707"/>
                  </a:lnTo>
                  <a:lnTo>
                    <a:pt x="31230" y="482024"/>
                  </a:lnTo>
                  <a:close/>
                  <a:moveTo>
                    <a:pt x="302595" y="522834"/>
                  </a:moveTo>
                  <a:lnTo>
                    <a:pt x="302595" y="533751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5532" y="504707"/>
                  </a:lnTo>
                  <a:lnTo>
                    <a:pt x="341362" y="507045"/>
                  </a:lnTo>
                  <a:close/>
                  <a:moveTo>
                    <a:pt x="345532" y="504707"/>
                  </a:moveTo>
                  <a:lnTo>
                    <a:pt x="366446" y="504707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22963" y="467745"/>
                  </a:lnTo>
                  <a:lnTo>
                    <a:pt x="18478" y="430783"/>
                  </a:lnTo>
                  <a:close/>
                  <a:moveTo>
                    <a:pt x="409525" y="467745"/>
                  </a:moveTo>
                  <a:lnTo>
                    <a:pt x="394832" y="467745"/>
                  </a:lnTo>
                  <a:lnTo>
                    <a:pt x="380128" y="481571"/>
                  </a:lnTo>
                  <a:close/>
                  <a:moveTo>
                    <a:pt x="394832" y="467745"/>
                  </a:moveTo>
                  <a:lnTo>
                    <a:pt x="409525" y="467745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18478" y="430783"/>
                  </a:lnTo>
                  <a:lnTo>
                    <a:pt x="30658" y="393821"/>
                  </a:lnTo>
                  <a:close/>
                  <a:moveTo>
                    <a:pt x="432520" y="430783"/>
                  </a:moveTo>
                  <a:lnTo>
                    <a:pt x="418939" y="430783"/>
                  </a:lnTo>
                  <a:lnTo>
                    <a:pt x="418894" y="430859"/>
                  </a:lnTo>
                  <a:close/>
                  <a:moveTo>
                    <a:pt x="430784" y="393821"/>
                  </a:moveTo>
                  <a:lnTo>
                    <a:pt x="418939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10591" y="393821"/>
                  </a:lnTo>
                  <a:lnTo>
                    <a:pt x="30658" y="393821"/>
                  </a:lnTo>
                  <a:close/>
                  <a:moveTo>
                    <a:pt x="31230" y="393005"/>
                  </a:moveTo>
                  <a:lnTo>
                    <a:pt x="60351" y="356860"/>
                  </a:lnTo>
                  <a:lnTo>
                    <a:pt x="37695" y="356860"/>
                  </a:lnTo>
                  <a:close/>
                  <a:moveTo>
                    <a:pt x="434785" y="356860"/>
                  </a:moveTo>
                  <a:lnTo>
                    <a:pt x="430784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37695" y="356860"/>
                  </a:lnTo>
                  <a:lnTo>
                    <a:pt x="60351" y="356860"/>
                  </a:lnTo>
                  <a:close/>
                  <a:moveTo>
                    <a:pt x="69997" y="347971"/>
                  </a:moveTo>
                  <a:lnTo>
                    <a:pt x="106410" y="319898"/>
                  </a:lnTo>
                  <a:lnTo>
                    <a:pt x="80320" y="319898"/>
                  </a:lnTo>
                  <a:close/>
                  <a:moveTo>
                    <a:pt x="435133" y="319898"/>
                  </a:moveTo>
                  <a:lnTo>
                    <a:pt x="434785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80320" y="319898"/>
                  </a:lnTo>
                  <a:lnTo>
                    <a:pt x="106410" y="319898"/>
                  </a:lnTo>
                  <a:close/>
                  <a:moveTo>
                    <a:pt x="108763" y="317540"/>
                  </a:moveTo>
                  <a:lnTo>
                    <a:pt x="143169" y="282936"/>
                  </a:lnTo>
                  <a:lnTo>
                    <a:pt x="117891" y="282936"/>
                  </a:lnTo>
                  <a:close/>
                  <a:moveTo>
                    <a:pt x="433696" y="282936"/>
                  </a:moveTo>
                  <a:lnTo>
                    <a:pt x="435133" y="319898"/>
                  </a:lnTo>
                  <a:lnTo>
                    <a:pt x="453623" y="282936"/>
                  </a:lnTo>
                  <a:close/>
                  <a:moveTo>
                    <a:pt x="125228" y="245974"/>
                  </a:moveTo>
                  <a:lnTo>
                    <a:pt x="147530" y="258134"/>
                  </a:lnTo>
                  <a:lnTo>
                    <a:pt x="147530" y="245974"/>
                  </a:lnTo>
                  <a:close/>
                  <a:moveTo>
                    <a:pt x="143169" y="282936"/>
                  </a:moveTo>
                  <a:lnTo>
                    <a:pt x="147530" y="258134"/>
                  </a:lnTo>
                  <a:lnTo>
                    <a:pt x="125228" y="245974"/>
                  </a:lnTo>
                  <a:close/>
                  <a:moveTo>
                    <a:pt x="429020" y="245974"/>
                  </a:moveTo>
                  <a:lnTo>
                    <a:pt x="433696" y="282936"/>
                  </a:lnTo>
                  <a:lnTo>
                    <a:pt x="451923" y="245974"/>
                  </a:lnTo>
                  <a:close/>
                  <a:moveTo>
                    <a:pt x="108763" y="209012"/>
                  </a:moveTo>
                  <a:lnTo>
                    <a:pt x="108763" y="218444"/>
                  </a:lnTo>
                  <a:lnTo>
                    <a:pt x="123826" y="209012"/>
                  </a:lnTo>
                  <a:close/>
                  <a:moveTo>
                    <a:pt x="123826" y="209012"/>
                  </a:moveTo>
                  <a:lnTo>
                    <a:pt x="125228" y="245974"/>
                  </a:lnTo>
                  <a:lnTo>
                    <a:pt x="147530" y="242911"/>
                  </a:lnTo>
                  <a:close/>
                  <a:moveTo>
                    <a:pt x="147530" y="242911"/>
                  </a:moveTo>
                  <a:lnTo>
                    <a:pt x="125228" y="245974"/>
                  </a:lnTo>
                  <a:lnTo>
                    <a:pt x="147530" y="245974"/>
                  </a:lnTo>
                  <a:close/>
                  <a:moveTo>
                    <a:pt x="443463" y="209012"/>
                  </a:moveTo>
                  <a:lnTo>
                    <a:pt x="418894" y="209012"/>
                  </a:lnTo>
                  <a:lnTo>
                    <a:pt x="429020" y="245974"/>
                  </a:lnTo>
                  <a:close/>
                  <a:moveTo>
                    <a:pt x="85672" y="172050"/>
                  </a:moveTo>
                  <a:lnTo>
                    <a:pt x="108763" y="209012"/>
                  </a:lnTo>
                  <a:lnTo>
                    <a:pt x="108763" y="196432"/>
                  </a:lnTo>
                  <a:close/>
                  <a:moveTo>
                    <a:pt x="103196" y="209012"/>
                  </a:moveTo>
                  <a:lnTo>
                    <a:pt x="108763" y="209012"/>
                  </a:lnTo>
                  <a:lnTo>
                    <a:pt x="85672" y="172050"/>
                  </a:lnTo>
                  <a:close/>
                  <a:moveTo>
                    <a:pt x="108763" y="209012"/>
                  </a:moveTo>
                  <a:lnTo>
                    <a:pt x="123826" y="209012"/>
                  </a:lnTo>
                  <a:lnTo>
                    <a:pt x="108763" y="196432"/>
                  </a:lnTo>
                  <a:close/>
                  <a:moveTo>
                    <a:pt x="418894" y="209012"/>
                  </a:moveTo>
                  <a:lnTo>
                    <a:pt x="418894" y="172050"/>
                  </a:lnTo>
                  <a:lnTo>
                    <a:pt x="416738" y="209012"/>
                  </a:lnTo>
                  <a:close/>
                  <a:moveTo>
                    <a:pt x="418894" y="172050"/>
                  </a:moveTo>
                  <a:lnTo>
                    <a:pt x="391328" y="172050"/>
                  </a:lnTo>
                  <a:lnTo>
                    <a:pt x="416738" y="209012"/>
                  </a:lnTo>
                  <a:close/>
                  <a:moveTo>
                    <a:pt x="85672" y="172050"/>
                  </a:moveTo>
                  <a:lnTo>
                    <a:pt x="69997" y="150060"/>
                  </a:lnTo>
                  <a:lnTo>
                    <a:pt x="69997" y="170257"/>
                  </a:lnTo>
                  <a:close/>
                  <a:moveTo>
                    <a:pt x="380128" y="160882"/>
                  </a:moveTo>
                  <a:lnTo>
                    <a:pt x="391328" y="172050"/>
                  </a:lnTo>
                  <a:lnTo>
                    <a:pt x="380128" y="135089"/>
                  </a:lnTo>
                  <a:close/>
                  <a:moveTo>
                    <a:pt x="391328" y="172050"/>
                  </a:moveTo>
                  <a:lnTo>
                    <a:pt x="418894" y="172050"/>
                  </a:lnTo>
                  <a:lnTo>
                    <a:pt x="380128" y="135089"/>
                  </a:lnTo>
                  <a:close/>
                  <a:moveTo>
                    <a:pt x="61163" y="135089"/>
                  </a:moveTo>
                  <a:lnTo>
                    <a:pt x="69997" y="170257"/>
                  </a:lnTo>
                  <a:lnTo>
                    <a:pt x="69997" y="150060"/>
                  </a:lnTo>
                  <a:close/>
                  <a:moveTo>
                    <a:pt x="43554" y="98127"/>
                  </a:moveTo>
                  <a:lnTo>
                    <a:pt x="61163" y="135089"/>
                  </a:lnTo>
                  <a:lnTo>
                    <a:pt x="54085" y="98127"/>
                  </a:lnTo>
                  <a:close/>
                  <a:moveTo>
                    <a:pt x="341362" y="128683"/>
                  </a:moveTo>
                  <a:lnTo>
                    <a:pt x="341362" y="103266"/>
                  </a:lnTo>
                  <a:lnTo>
                    <a:pt x="306658" y="98127"/>
                  </a:lnTo>
                  <a:close/>
                  <a:moveTo>
                    <a:pt x="380128" y="130711"/>
                  </a:moveTo>
                  <a:lnTo>
                    <a:pt x="349293" y="135089"/>
                  </a:lnTo>
                  <a:lnTo>
                    <a:pt x="380128" y="135089"/>
                  </a:lnTo>
                  <a:close/>
                  <a:moveTo>
                    <a:pt x="341362" y="128683"/>
                  </a:moveTo>
                  <a:lnTo>
                    <a:pt x="349293" y="135089"/>
                  </a:lnTo>
                  <a:lnTo>
                    <a:pt x="380128" y="130711"/>
                  </a:lnTo>
                  <a:close/>
                  <a:moveTo>
                    <a:pt x="380128" y="160882"/>
                  </a:moveTo>
                  <a:lnTo>
                    <a:pt x="380128" y="135089"/>
                  </a:lnTo>
                  <a:lnTo>
                    <a:pt x="349293" y="135089"/>
                  </a:lnTo>
                  <a:close/>
                  <a:moveTo>
                    <a:pt x="52635" y="61165"/>
                  </a:moveTo>
                  <a:lnTo>
                    <a:pt x="54085" y="98127"/>
                  </a:lnTo>
                  <a:lnTo>
                    <a:pt x="64205" y="61165"/>
                  </a:lnTo>
                  <a:close/>
                  <a:moveTo>
                    <a:pt x="302595" y="72593"/>
                  </a:moveTo>
                  <a:lnTo>
                    <a:pt x="302595" y="94323"/>
                  </a:lnTo>
                  <a:lnTo>
                    <a:pt x="306658" y="98127"/>
                  </a:lnTo>
                  <a:close/>
                  <a:moveTo>
                    <a:pt x="302595" y="94323"/>
                  </a:moveTo>
                  <a:lnTo>
                    <a:pt x="302595" y="72593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52635" y="61165"/>
                  </a:lnTo>
                  <a:lnTo>
                    <a:pt x="64205" y="61165"/>
                  </a:lnTo>
                  <a:close/>
                  <a:moveTo>
                    <a:pt x="69997" y="53356"/>
                  </a:moveTo>
                  <a:lnTo>
                    <a:pt x="101862" y="24203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63829" y="54706"/>
                  </a:lnTo>
                  <a:lnTo>
                    <a:pt x="270932" y="61165"/>
                  </a:lnTo>
                  <a:close/>
                  <a:moveTo>
                    <a:pt x="263829" y="39540"/>
                  </a:moveTo>
                  <a:lnTo>
                    <a:pt x="225062" y="24203"/>
                  </a:lnTo>
                  <a:lnTo>
                    <a:pt x="225062" y="25929"/>
                  </a:lnTo>
                  <a:close/>
                  <a:moveTo>
                    <a:pt x="263829" y="39540"/>
                  </a:moveTo>
                  <a:lnTo>
                    <a:pt x="225062" y="25929"/>
                  </a:lnTo>
                  <a:lnTo>
                    <a:pt x="263829" y="54706"/>
                  </a:lnTo>
                  <a:close/>
                  <a:moveTo>
                    <a:pt x="108763" y="20027"/>
                  </a:moveTo>
                  <a:lnTo>
                    <a:pt x="84830" y="24203"/>
                  </a:lnTo>
                  <a:lnTo>
                    <a:pt x="101862" y="24203"/>
                  </a:lnTo>
                  <a:close/>
                  <a:moveTo>
                    <a:pt x="147530" y="9224"/>
                  </a:moveTo>
                  <a:lnTo>
                    <a:pt x="108763" y="9702"/>
                  </a:lnTo>
                  <a:lnTo>
                    <a:pt x="108763" y="20027"/>
                  </a:lnTo>
                  <a:close/>
                  <a:moveTo>
                    <a:pt x="186296" y="11263"/>
                  </a:moveTo>
                  <a:lnTo>
                    <a:pt x="147530" y="0"/>
                  </a:lnTo>
                  <a:lnTo>
                    <a:pt x="147530" y="9224"/>
                  </a:lnTo>
                  <a:close/>
                  <a:moveTo>
                    <a:pt x="225062" y="14580"/>
                  </a:moveTo>
                  <a:lnTo>
                    <a:pt x="221109" y="24203"/>
                  </a:lnTo>
                  <a:lnTo>
                    <a:pt x="225062" y="24203"/>
                  </a:lnTo>
                  <a:close/>
                  <a:moveTo>
                    <a:pt x="186296" y="11263"/>
                  </a:moveTo>
                  <a:lnTo>
                    <a:pt x="221109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3968" name="Candidate_B3__3967">
              <a:extLst>
                <a:ext uri="{FF2B5EF4-FFF2-40B4-BE49-F238E27FC236}">
                  <a16:creationId xmlns:a16="http://schemas.microsoft.com/office/drawing/2014/main" id="{DDCF44A6-EAEA-FB98-7C7D-706BDE12EF9A}"/>
                </a:ext>
              </a:extLst>
            </p:cNvPr>
            <p:cNvSpPr>
              <a:spLocks noGrp="1"/>
            </p:cNvSpPr>
            <p:nvPr/>
          </p:nvSpPr>
          <p:spPr>
            <a:xfrm>
              <a:off x="4705349" y="4081162"/>
              <a:ext cx="416655" cy="534694"/>
            </a:xfrm>
            <a:custGeom>
              <a:avLst/>
              <a:gdLst/>
              <a:ahLst/>
              <a:cxnLst/>
              <a:rect l="0" t="0" r="0" b="0"/>
              <a:pathLst>
                <a:path w="416655" h="534694">
                  <a:moveTo>
                    <a:pt x="90285" y="532444"/>
                  </a:moveTo>
                  <a:lnTo>
                    <a:pt x="115106" y="532444"/>
                  </a:lnTo>
                  <a:lnTo>
                    <a:pt x="90285" y="528388"/>
                  </a:lnTo>
                  <a:close/>
                  <a:moveTo>
                    <a:pt x="167818" y="534694"/>
                  </a:moveTo>
                  <a:lnTo>
                    <a:pt x="206584" y="532444"/>
                  </a:lnTo>
                  <a:lnTo>
                    <a:pt x="187278" y="532444"/>
                  </a:lnTo>
                  <a:close/>
                  <a:moveTo>
                    <a:pt x="187278" y="532444"/>
                  </a:moveTo>
                  <a:lnTo>
                    <a:pt x="206584" y="532444"/>
                  </a:lnTo>
                  <a:lnTo>
                    <a:pt x="206584" y="530484"/>
                  </a:lnTo>
                  <a:close/>
                  <a:moveTo>
                    <a:pt x="129051" y="236750"/>
                  </a:moveTo>
                  <a:lnTo>
                    <a:pt x="131104" y="236750"/>
                  </a:lnTo>
                  <a:lnTo>
                    <a:pt x="129051" y="233687"/>
                  </a:lnTo>
                  <a:close/>
                  <a:moveTo>
                    <a:pt x="129051" y="236750"/>
                  </a:moveTo>
                  <a:lnTo>
                    <a:pt x="129051" y="248909"/>
                  </a:lnTo>
                  <a:lnTo>
                    <a:pt x="131104" y="236750"/>
                  </a:lnTo>
                  <a:close/>
                  <a:moveTo>
                    <a:pt x="410541" y="236750"/>
                  </a:moveTo>
                  <a:lnTo>
                    <a:pt x="400416" y="199788"/>
                  </a:lnTo>
                  <a:lnTo>
                    <a:pt x="400416" y="205645"/>
                  </a:lnTo>
                  <a:close/>
                  <a:moveTo>
                    <a:pt x="400416" y="205645"/>
                  </a:moveTo>
                  <a:lnTo>
                    <a:pt x="400416" y="199788"/>
                  </a:lnTo>
                  <a:lnTo>
                    <a:pt x="398260" y="199788"/>
                  </a:lnTo>
                  <a:close/>
                  <a:moveTo>
                    <a:pt x="206584" y="16705"/>
                  </a:moveTo>
                  <a:lnTo>
                    <a:pt x="206584" y="14978"/>
                  </a:lnTo>
                  <a:lnTo>
                    <a:pt x="202631" y="14978"/>
                  </a:lnTo>
                  <a:close/>
                  <a:moveTo>
                    <a:pt x="115106" y="532444"/>
                  </a:moveTo>
                  <a:lnTo>
                    <a:pt x="129051" y="534691"/>
                  </a:lnTo>
                  <a:lnTo>
                    <a:pt x="129051" y="532444"/>
                  </a:lnTo>
                  <a:close/>
                  <a:moveTo>
                    <a:pt x="115106" y="532444"/>
                  </a:moveTo>
                  <a:lnTo>
                    <a:pt x="129051" y="532444"/>
                  </a:lnTo>
                  <a:lnTo>
                    <a:pt x="90285" y="528388"/>
                  </a:lnTo>
                  <a:close/>
                  <a:moveTo>
                    <a:pt x="167818" y="532444"/>
                  </a:moveTo>
                  <a:lnTo>
                    <a:pt x="129051" y="534691"/>
                  </a:lnTo>
                  <a:lnTo>
                    <a:pt x="167818" y="534694"/>
                  </a:lnTo>
                  <a:close/>
                  <a:moveTo>
                    <a:pt x="167818" y="532444"/>
                  </a:moveTo>
                  <a:lnTo>
                    <a:pt x="129051" y="532444"/>
                  </a:lnTo>
                  <a:lnTo>
                    <a:pt x="129051" y="534691"/>
                  </a:lnTo>
                  <a:close/>
                  <a:moveTo>
                    <a:pt x="167818" y="532444"/>
                  </a:moveTo>
                  <a:lnTo>
                    <a:pt x="167818" y="534694"/>
                  </a:lnTo>
                  <a:lnTo>
                    <a:pt x="187278" y="532444"/>
                  </a:lnTo>
                  <a:close/>
                  <a:moveTo>
                    <a:pt x="29283" y="495482"/>
                  </a:moveTo>
                  <a:lnTo>
                    <a:pt x="51518" y="512298"/>
                  </a:lnTo>
                  <a:lnTo>
                    <a:pt x="51518" y="495482"/>
                  </a:lnTo>
                  <a:close/>
                  <a:moveTo>
                    <a:pt x="322883" y="495482"/>
                  </a:moveTo>
                  <a:lnTo>
                    <a:pt x="284117" y="513610"/>
                  </a:lnTo>
                  <a:lnTo>
                    <a:pt x="322883" y="497820"/>
                  </a:lnTo>
                  <a:close/>
                  <a:moveTo>
                    <a:pt x="322883" y="495482"/>
                  </a:moveTo>
                  <a:lnTo>
                    <a:pt x="322883" y="497820"/>
                  </a:lnTo>
                  <a:lnTo>
                    <a:pt x="327054" y="495482"/>
                  </a:lnTo>
                  <a:close/>
                  <a:moveTo>
                    <a:pt x="327054" y="495482"/>
                  </a:moveTo>
                  <a:lnTo>
                    <a:pt x="361650" y="472347"/>
                  </a:lnTo>
                  <a:lnTo>
                    <a:pt x="322883" y="495482"/>
                  </a:lnTo>
                  <a:close/>
                  <a:moveTo>
                    <a:pt x="4485" y="458521"/>
                  </a:moveTo>
                  <a:lnTo>
                    <a:pt x="12752" y="472799"/>
                  </a:lnTo>
                  <a:lnTo>
                    <a:pt x="12752" y="458521"/>
                  </a:lnTo>
                  <a:close/>
                  <a:moveTo>
                    <a:pt x="0" y="421559"/>
                  </a:moveTo>
                  <a:lnTo>
                    <a:pt x="12752" y="458521"/>
                  </a:lnTo>
                  <a:lnTo>
                    <a:pt x="12752" y="421559"/>
                  </a:lnTo>
                  <a:close/>
                  <a:moveTo>
                    <a:pt x="0" y="421559"/>
                  </a:moveTo>
                  <a:lnTo>
                    <a:pt x="4485" y="458521"/>
                  </a:lnTo>
                  <a:lnTo>
                    <a:pt x="12752" y="458521"/>
                  </a:lnTo>
                  <a:close/>
                  <a:moveTo>
                    <a:pt x="361650" y="458521"/>
                  </a:moveTo>
                  <a:lnTo>
                    <a:pt x="361650" y="472347"/>
                  </a:lnTo>
                  <a:lnTo>
                    <a:pt x="376354" y="458521"/>
                  </a:lnTo>
                  <a:close/>
                  <a:moveTo>
                    <a:pt x="376354" y="458521"/>
                  </a:moveTo>
                  <a:lnTo>
                    <a:pt x="400416" y="421634"/>
                  </a:lnTo>
                  <a:lnTo>
                    <a:pt x="361650" y="458521"/>
                  </a:lnTo>
                  <a:close/>
                  <a:moveTo>
                    <a:pt x="12179" y="384597"/>
                  </a:moveTo>
                  <a:lnTo>
                    <a:pt x="12752" y="421559"/>
                  </a:lnTo>
                  <a:lnTo>
                    <a:pt x="12752" y="384597"/>
                  </a:lnTo>
                  <a:close/>
                  <a:moveTo>
                    <a:pt x="12179" y="384597"/>
                  </a:moveTo>
                  <a:lnTo>
                    <a:pt x="0" y="421559"/>
                  </a:lnTo>
                  <a:lnTo>
                    <a:pt x="12752" y="421559"/>
                  </a:lnTo>
                  <a:close/>
                  <a:moveTo>
                    <a:pt x="400416" y="421559"/>
                  </a:moveTo>
                  <a:lnTo>
                    <a:pt x="400416" y="421634"/>
                  </a:lnTo>
                  <a:lnTo>
                    <a:pt x="400460" y="421559"/>
                  </a:lnTo>
                  <a:close/>
                  <a:moveTo>
                    <a:pt x="400416" y="384597"/>
                  </a:moveTo>
                  <a:lnTo>
                    <a:pt x="400460" y="421559"/>
                  </a:lnTo>
                  <a:lnTo>
                    <a:pt x="412306" y="384597"/>
                  </a:lnTo>
                  <a:close/>
                  <a:moveTo>
                    <a:pt x="400416" y="384597"/>
                  </a:moveTo>
                  <a:lnTo>
                    <a:pt x="400416" y="421559"/>
                  </a:lnTo>
                  <a:lnTo>
                    <a:pt x="400460" y="421559"/>
                  </a:lnTo>
                  <a:close/>
                  <a:moveTo>
                    <a:pt x="12752" y="383780"/>
                  </a:moveTo>
                  <a:lnTo>
                    <a:pt x="12179" y="384597"/>
                  </a:lnTo>
                  <a:lnTo>
                    <a:pt x="12752" y="384597"/>
                  </a:lnTo>
                  <a:close/>
                  <a:moveTo>
                    <a:pt x="12752" y="384597"/>
                  </a:moveTo>
                  <a:lnTo>
                    <a:pt x="41873" y="347635"/>
                  </a:lnTo>
                  <a:lnTo>
                    <a:pt x="12752" y="383780"/>
                  </a:lnTo>
                  <a:close/>
                  <a:moveTo>
                    <a:pt x="51518" y="347635"/>
                  </a:moveTo>
                  <a:lnTo>
                    <a:pt x="41873" y="347635"/>
                  </a:lnTo>
                  <a:lnTo>
                    <a:pt x="12752" y="384597"/>
                  </a:lnTo>
                  <a:close/>
                  <a:moveTo>
                    <a:pt x="400416" y="347635"/>
                  </a:moveTo>
                  <a:lnTo>
                    <a:pt x="412306" y="384597"/>
                  </a:lnTo>
                  <a:lnTo>
                    <a:pt x="416307" y="347635"/>
                  </a:lnTo>
                  <a:close/>
                  <a:moveTo>
                    <a:pt x="51518" y="338747"/>
                  </a:moveTo>
                  <a:lnTo>
                    <a:pt x="41873" y="347635"/>
                  </a:lnTo>
                  <a:lnTo>
                    <a:pt x="51518" y="347635"/>
                  </a:lnTo>
                  <a:close/>
                  <a:moveTo>
                    <a:pt x="400416" y="310673"/>
                  </a:moveTo>
                  <a:lnTo>
                    <a:pt x="416307" y="347635"/>
                  </a:lnTo>
                  <a:lnTo>
                    <a:pt x="416655" y="310673"/>
                  </a:lnTo>
                  <a:close/>
                  <a:moveTo>
                    <a:pt x="90285" y="308316"/>
                  </a:moveTo>
                  <a:lnTo>
                    <a:pt x="87932" y="310673"/>
                  </a:lnTo>
                  <a:lnTo>
                    <a:pt x="90285" y="310673"/>
                  </a:lnTo>
                  <a:close/>
                  <a:moveTo>
                    <a:pt x="90285" y="310673"/>
                  </a:moveTo>
                  <a:lnTo>
                    <a:pt x="124691" y="273711"/>
                  </a:lnTo>
                  <a:lnTo>
                    <a:pt x="90285" y="308316"/>
                  </a:lnTo>
                  <a:close/>
                  <a:moveTo>
                    <a:pt x="129051" y="273711"/>
                  </a:moveTo>
                  <a:lnTo>
                    <a:pt x="124691" y="273711"/>
                  </a:lnTo>
                  <a:lnTo>
                    <a:pt x="90285" y="310673"/>
                  </a:lnTo>
                  <a:close/>
                  <a:moveTo>
                    <a:pt x="400416" y="273711"/>
                  </a:moveTo>
                  <a:lnTo>
                    <a:pt x="416655" y="310673"/>
                  </a:lnTo>
                  <a:lnTo>
                    <a:pt x="415218" y="273711"/>
                  </a:lnTo>
                  <a:close/>
                  <a:moveTo>
                    <a:pt x="129051" y="248909"/>
                  </a:moveTo>
                  <a:lnTo>
                    <a:pt x="124691" y="273711"/>
                  </a:lnTo>
                  <a:lnTo>
                    <a:pt x="129051" y="273711"/>
                  </a:lnTo>
                  <a:close/>
                  <a:moveTo>
                    <a:pt x="129051" y="273711"/>
                  </a:moveTo>
                  <a:lnTo>
                    <a:pt x="131104" y="236750"/>
                  </a:lnTo>
                  <a:lnTo>
                    <a:pt x="129051" y="248909"/>
                  </a:lnTo>
                  <a:close/>
                  <a:moveTo>
                    <a:pt x="167818" y="236750"/>
                  </a:moveTo>
                  <a:lnTo>
                    <a:pt x="131104" y="236750"/>
                  </a:lnTo>
                  <a:lnTo>
                    <a:pt x="129051" y="273711"/>
                  </a:lnTo>
                  <a:close/>
                  <a:moveTo>
                    <a:pt x="400416" y="236750"/>
                  </a:moveTo>
                  <a:lnTo>
                    <a:pt x="415218" y="273711"/>
                  </a:lnTo>
                  <a:lnTo>
                    <a:pt x="410541" y="236750"/>
                  </a:lnTo>
                  <a:close/>
                  <a:moveTo>
                    <a:pt x="400416" y="236750"/>
                  </a:moveTo>
                  <a:lnTo>
                    <a:pt x="400416" y="273711"/>
                  </a:lnTo>
                  <a:lnTo>
                    <a:pt x="415218" y="273711"/>
                  </a:lnTo>
                  <a:close/>
                  <a:moveTo>
                    <a:pt x="167818" y="236750"/>
                  </a:moveTo>
                  <a:lnTo>
                    <a:pt x="129051" y="233687"/>
                  </a:lnTo>
                  <a:lnTo>
                    <a:pt x="131104" y="236750"/>
                  </a:lnTo>
                  <a:close/>
                  <a:moveTo>
                    <a:pt x="400416" y="236750"/>
                  </a:moveTo>
                  <a:lnTo>
                    <a:pt x="410541" y="236750"/>
                  </a:lnTo>
                  <a:lnTo>
                    <a:pt x="400416" y="205645"/>
                  </a:lnTo>
                  <a:close/>
                  <a:moveTo>
                    <a:pt x="398260" y="199788"/>
                  </a:moveTo>
                  <a:lnTo>
                    <a:pt x="400416" y="236750"/>
                  </a:lnTo>
                  <a:lnTo>
                    <a:pt x="400416" y="205645"/>
                  </a:lnTo>
                  <a:close/>
                  <a:moveTo>
                    <a:pt x="105348" y="199788"/>
                  </a:moveTo>
                  <a:lnTo>
                    <a:pt x="129051" y="233687"/>
                  </a:lnTo>
                  <a:lnTo>
                    <a:pt x="129051" y="199788"/>
                  </a:lnTo>
                  <a:close/>
                  <a:moveTo>
                    <a:pt x="361650" y="162826"/>
                  </a:moveTo>
                  <a:lnTo>
                    <a:pt x="398260" y="199788"/>
                  </a:lnTo>
                  <a:lnTo>
                    <a:pt x="372850" y="162826"/>
                  </a:lnTo>
                  <a:close/>
                  <a:moveTo>
                    <a:pt x="67194" y="162826"/>
                  </a:moveTo>
                  <a:lnTo>
                    <a:pt x="90285" y="187207"/>
                  </a:lnTo>
                  <a:lnTo>
                    <a:pt x="90285" y="162826"/>
                  </a:lnTo>
                  <a:close/>
                  <a:moveTo>
                    <a:pt x="322883" y="125864"/>
                  </a:moveTo>
                  <a:lnTo>
                    <a:pt x="361650" y="151657"/>
                  </a:lnTo>
                  <a:lnTo>
                    <a:pt x="330814" y="125864"/>
                  </a:lnTo>
                  <a:close/>
                  <a:moveTo>
                    <a:pt x="361650" y="162826"/>
                  </a:moveTo>
                  <a:lnTo>
                    <a:pt x="361650" y="151657"/>
                  </a:lnTo>
                  <a:lnTo>
                    <a:pt x="322883" y="125864"/>
                  </a:lnTo>
                  <a:close/>
                  <a:moveTo>
                    <a:pt x="361650" y="162826"/>
                  </a:moveTo>
                  <a:lnTo>
                    <a:pt x="372850" y="162826"/>
                  </a:lnTo>
                  <a:lnTo>
                    <a:pt x="361650" y="151657"/>
                  </a:lnTo>
                  <a:close/>
                  <a:moveTo>
                    <a:pt x="42685" y="125864"/>
                  </a:moveTo>
                  <a:lnTo>
                    <a:pt x="51518" y="140835"/>
                  </a:lnTo>
                  <a:lnTo>
                    <a:pt x="51518" y="125864"/>
                  </a:lnTo>
                  <a:close/>
                  <a:moveTo>
                    <a:pt x="35607" y="88902"/>
                  </a:moveTo>
                  <a:lnTo>
                    <a:pt x="42685" y="125864"/>
                  </a:lnTo>
                  <a:lnTo>
                    <a:pt x="51518" y="125864"/>
                  </a:lnTo>
                  <a:close/>
                  <a:moveTo>
                    <a:pt x="284117" y="88902"/>
                  </a:moveTo>
                  <a:lnTo>
                    <a:pt x="322883" y="119459"/>
                  </a:lnTo>
                  <a:lnTo>
                    <a:pt x="288179" y="88902"/>
                  </a:lnTo>
                  <a:close/>
                  <a:moveTo>
                    <a:pt x="322883" y="125864"/>
                  </a:moveTo>
                  <a:lnTo>
                    <a:pt x="322883" y="119459"/>
                  </a:lnTo>
                  <a:lnTo>
                    <a:pt x="284117" y="88902"/>
                  </a:lnTo>
                  <a:close/>
                  <a:moveTo>
                    <a:pt x="322883" y="125864"/>
                  </a:moveTo>
                  <a:lnTo>
                    <a:pt x="330814" y="125864"/>
                  </a:lnTo>
                  <a:lnTo>
                    <a:pt x="322883" y="119459"/>
                  </a:lnTo>
                  <a:close/>
                  <a:moveTo>
                    <a:pt x="45726" y="51940"/>
                  </a:moveTo>
                  <a:lnTo>
                    <a:pt x="51518" y="88902"/>
                  </a:lnTo>
                  <a:lnTo>
                    <a:pt x="51518" y="51940"/>
                  </a:lnTo>
                  <a:close/>
                  <a:moveTo>
                    <a:pt x="45726" y="51940"/>
                  </a:moveTo>
                  <a:lnTo>
                    <a:pt x="35607" y="88902"/>
                  </a:lnTo>
                  <a:lnTo>
                    <a:pt x="51518" y="88902"/>
                  </a:lnTo>
                  <a:close/>
                  <a:moveTo>
                    <a:pt x="245350" y="51940"/>
                  </a:moveTo>
                  <a:lnTo>
                    <a:pt x="284117" y="85099"/>
                  </a:lnTo>
                  <a:lnTo>
                    <a:pt x="252453" y="51940"/>
                  </a:lnTo>
                  <a:close/>
                  <a:moveTo>
                    <a:pt x="284117" y="88902"/>
                  </a:moveTo>
                  <a:lnTo>
                    <a:pt x="284117" y="85099"/>
                  </a:lnTo>
                  <a:lnTo>
                    <a:pt x="245350" y="51940"/>
                  </a:lnTo>
                  <a:close/>
                  <a:moveTo>
                    <a:pt x="284117" y="88902"/>
                  </a:moveTo>
                  <a:lnTo>
                    <a:pt x="288179" y="88902"/>
                  </a:lnTo>
                  <a:lnTo>
                    <a:pt x="284117" y="85099"/>
                  </a:lnTo>
                  <a:close/>
                  <a:moveTo>
                    <a:pt x="51518" y="44131"/>
                  </a:moveTo>
                  <a:lnTo>
                    <a:pt x="45726" y="51940"/>
                  </a:lnTo>
                  <a:lnTo>
                    <a:pt x="51518" y="51940"/>
                  </a:lnTo>
                  <a:close/>
                  <a:moveTo>
                    <a:pt x="202631" y="14978"/>
                  </a:moveTo>
                  <a:lnTo>
                    <a:pt x="167818" y="14978"/>
                  </a:lnTo>
                  <a:lnTo>
                    <a:pt x="206584" y="16705"/>
                  </a:lnTo>
                  <a:close/>
                  <a:moveTo>
                    <a:pt x="245350" y="51940"/>
                  </a:moveTo>
                  <a:lnTo>
                    <a:pt x="252453" y="51940"/>
                  </a:lnTo>
                  <a:lnTo>
                    <a:pt x="245350" y="45481"/>
                  </a:lnTo>
                  <a:close/>
                  <a:moveTo>
                    <a:pt x="90285" y="10803"/>
                  </a:moveTo>
                  <a:lnTo>
                    <a:pt x="83383" y="14978"/>
                  </a:lnTo>
                  <a:lnTo>
                    <a:pt x="90285" y="14978"/>
                  </a:lnTo>
                  <a:close/>
                  <a:moveTo>
                    <a:pt x="90285" y="14978"/>
                  </a:moveTo>
                  <a:lnTo>
                    <a:pt x="129051" y="0"/>
                  </a:lnTo>
                  <a:lnTo>
                    <a:pt x="90285" y="10803"/>
                  </a:lnTo>
                  <a:close/>
                  <a:moveTo>
                    <a:pt x="90285" y="14978"/>
                  </a:moveTo>
                  <a:lnTo>
                    <a:pt x="129051" y="14978"/>
                  </a:lnTo>
                  <a:lnTo>
                    <a:pt x="129051" y="0"/>
                  </a:lnTo>
                  <a:close/>
                  <a:moveTo>
                    <a:pt x="129051" y="14978"/>
                  </a:moveTo>
                  <a:lnTo>
                    <a:pt x="167818" y="2038"/>
                  </a:lnTo>
                  <a:lnTo>
                    <a:pt x="129051" y="0"/>
                  </a:lnTo>
                  <a:close/>
                  <a:moveTo>
                    <a:pt x="167818" y="14978"/>
                  </a:moveTo>
                  <a:lnTo>
                    <a:pt x="202631" y="14978"/>
                  </a:lnTo>
                  <a:lnTo>
                    <a:pt x="167818" y="2038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3969" name="Candidate_B3__3968">
              <a:extLst>
                <a:ext uri="{FF2B5EF4-FFF2-40B4-BE49-F238E27FC236}">
                  <a16:creationId xmlns:a16="http://schemas.microsoft.com/office/drawing/2014/main" id="{5A058BCB-17D5-C9C4-8931-C71192983B70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83200"/>
              <a:ext cx="403903" cy="530406"/>
            </a:xfrm>
            <a:custGeom>
              <a:avLst/>
              <a:gdLst/>
              <a:ahLst/>
              <a:cxnLst/>
              <a:rect l="0" t="0" r="0" b="0"/>
              <a:pathLst>
                <a:path w="403903" h="530406">
                  <a:moveTo>
                    <a:pt x="77533" y="526349"/>
                  </a:moveTo>
                  <a:lnTo>
                    <a:pt x="116299" y="530406"/>
                  </a:lnTo>
                  <a:lnTo>
                    <a:pt x="116299" y="504450"/>
                  </a:lnTo>
                  <a:close/>
                  <a:moveTo>
                    <a:pt x="77533" y="526349"/>
                  </a:moveTo>
                  <a:lnTo>
                    <a:pt x="116299" y="504450"/>
                  </a:lnTo>
                  <a:lnTo>
                    <a:pt x="77533" y="494286"/>
                  </a:lnTo>
                  <a:close/>
                  <a:moveTo>
                    <a:pt x="116299" y="530406"/>
                  </a:moveTo>
                  <a:lnTo>
                    <a:pt x="155066" y="53040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55066" y="50678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74526" y="530406"/>
                  </a:lnTo>
                  <a:lnTo>
                    <a:pt x="155066" y="506786"/>
                  </a:lnTo>
                  <a:close/>
                  <a:moveTo>
                    <a:pt x="155066" y="506786"/>
                  </a:moveTo>
                  <a:lnTo>
                    <a:pt x="174526" y="530406"/>
                  </a:lnTo>
                  <a:lnTo>
                    <a:pt x="193832" y="528446"/>
                  </a:lnTo>
                  <a:close/>
                  <a:moveTo>
                    <a:pt x="155066" y="506786"/>
                  </a:moveTo>
                  <a:lnTo>
                    <a:pt x="193832" y="528446"/>
                  </a:lnTo>
                  <a:lnTo>
                    <a:pt x="193832" y="504223"/>
                  </a:lnTo>
                  <a:close/>
                  <a:moveTo>
                    <a:pt x="0" y="456482"/>
                  </a:moveTo>
                  <a:lnTo>
                    <a:pt x="0" y="470761"/>
                  </a:lnTo>
                  <a:lnTo>
                    <a:pt x="33346" y="456482"/>
                  </a:lnTo>
                  <a:close/>
                  <a:moveTo>
                    <a:pt x="0" y="470761"/>
                  </a:moveTo>
                  <a:lnTo>
                    <a:pt x="16531" y="493444"/>
                  </a:lnTo>
                  <a:lnTo>
                    <a:pt x="33346" y="456482"/>
                  </a:lnTo>
                  <a:close/>
                  <a:moveTo>
                    <a:pt x="33346" y="456482"/>
                  </a:moveTo>
                  <a:lnTo>
                    <a:pt x="16531" y="493444"/>
                  </a:lnTo>
                  <a:lnTo>
                    <a:pt x="38766" y="463383"/>
                  </a:lnTo>
                  <a:close/>
                  <a:moveTo>
                    <a:pt x="38766" y="463383"/>
                  </a:moveTo>
                  <a:lnTo>
                    <a:pt x="16531" y="493444"/>
                  </a:lnTo>
                  <a:lnTo>
                    <a:pt x="38766" y="493444"/>
                  </a:lnTo>
                  <a:close/>
                  <a:moveTo>
                    <a:pt x="38766" y="510259"/>
                  </a:moveTo>
                  <a:lnTo>
                    <a:pt x="75849" y="493444"/>
                  </a:lnTo>
                  <a:lnTo>
                    <a:pt x="38766" y="493444"/>
                  </a:lnTo>
                  <a:close/>
                  <a:moveTo>
                    <a:pt x="77533" y="494286"/>
                  </a:moveTo>
                  <a:lnTo>
                    <a:pt x="75849" y="493444"/>
                  </a:lnTo>
                  <a:lnTo>
                    <a:pt x="38766" y="510259"/>
                  </a:lnTo>
                  <a:close/>
                  <a:moveTo>
                    <a:pt x="77533" y="526349"/>
                  </a:moveTo>
                  <a:lnTo>
                    <a:pt x="77533" y="494286"/>
                  </a:lnTo>
                  <a:lnTo>
                    <a:pt x="38766" y="510259"/>
                  </a:lnTo>
                  <a:close/>
                  <a:moveTo>
                    <a:pt x="193832" y="528446"/>
                  </a:moveTo>
                  <a:lnTo>
                    <a:pt x="232598" y="521662"/>
                  </a:lnTo>
                  <a:lnTo>
                    <a:pt x="232598" y="497892"/>
                  </a:lnTo>
                  <a:close/>
                  <a:moveTo>
                    <a:pt x="193832" y="504223"/>
                  </a:moveTo>
                  <a:lnTo>
                    <a:pt x="193832" y="528446"/>
                  </a:lnTo>
                  <a:lnTo>
                    <a:pt x="232598" y="497892"/>
                  </a:lnTo>
                  <a:close/>
                  <a:moveTo>
                    <a:pt x="271365" y="511571"/>
                  </a:moveTo>
                  <a:lnTo>
                    <a:pt x="271365" y="493444"/>
                  </a:lnTo>
                  <a:lnTo>
                    <a:pt x="232598" y="497892"/>
                  </a:lnTo>
                  <a:close/>
                  <a:moveTo>
                    <a:pt x="232598" y="521662"/>
                  </a:moveTo>
                  <a:lnTo>
                    <a:pt x="271365" y="511571"/>
                  </a:lnTo>
                  <a:lnTo>
                    <a:pt x="232598" y="497892"/>
                  </a:lnTo>
                  <a:close/>
                  <a:moveTo>
                    <a:pt x="310131" y="493444"/>
                  </a:moveTo>
                  <a:lnTo>
                    <a:pt x="271365" y="493444"/>
                  </a:lnTo>
                  <a:lnTo>
                    <a:pt x="271365" y="511571"/>
                  </a:lnTo>
                  <a:close/>
                  <a:moveTo>
                    <a:pt x="271365" y="493444"/>
                  </a:moveTo>
                  <a:lnTo>
                    <a:pt x="310131" y="493444"/>
                  </a:lnTo>
                  <a:lnTo>
                    <a:pt x="271365" y="486930"/>
                  </a:lnTo>
                  <a:close/>
                  <a:moveTo>
                    <a:pt x="310131" y="493444"/>
                  </a:moveTo>
                  <a:lnTo>
                    <a:pt x="310131" y="468889"/>
                  </a:lnTo>
                  <a:lnTo>
                    <a:pt x="271365" y="486930"/>
                  </a:lnTo>
                  <a:close/>
                  <a:moveTo>
                    <a:pt x="310131" y="468889"/>
                  </a:moveTo>
                  <a:lnTo>
                    <a:pt x="348898" y="470308"/>
                  </a:lnTo>
                  <a:lnTo>
                    <a:pt x="348898" y="456482"/>
                  </a:lnTo>
                  <a:close/>
                  <a:moveTo>
                    <a:pt x="310131" y="493444"/>
                  </a:moveTo>
                  <a:lnTo>
                    <a:pt x="348898" y="470308"/>
                  </a:lnTo>
                  <a:lnTo>
                    <a:pt x="310131" y="468889"/>
                  </a:lnTo>
                  <a:close/>
                  <a:moveTo>
                    <a:pt x="26005" y="419520"/>
                  </a:moveTo>
                  <a:lnTo>
                    <a:pt x="0" y="419520"/>
                  </a:lnTo>
                  <a:lnTo>
                    <a:pt x="0" y="456482"/>
                  </a:lnTo>
                  <a:close/>
                  <a:moveTo>
                    <a:pt x="348898" y="433225"/>
                  </a:moveTo>
                  <a:lnTo>
                    <a:pt x="387664" y="419520"/>
                  </a:lnTo>
                  <a:lnTo>
                    <a:pt x="358603" y="419520"/>
                  </a:lnTo>
                  <a:close/>
                  <a:moveTo>
                    <a:pt x="348898" y="433225"/>
                  </a:moveTo>
                  <a:lnTo>
                    <a:pt x="387664" y="419596"/>
                  </a:lnTo>
                  <a:lnTo>
                    <a:pt x="387664" y="419520"/>
                  </a:lnTo>
                  <a:close/>
                  <a:moveTo>
                    <a:pt x="348898" y="456482"/>
                  </a:moveTo>
                  <a:lnTo>
                    <a:pt x="387664" y="419596"/>
                  </a:lnTo>
                  <a:lnTo>
                    <a:pt x="348898" y="433225"/>
                  </a:lnTo>
                  <a:close/>
                  <a:moveTo>
                    <a:pt x="0" y="419520"/>
                  </a:moveTo>
                  <a:lnTo>
                    <a:pt x="38766" y="382559"/>
                  </a:lnTo>
                  <a:lnTo>
                    <a:pt x="0" y="382559"/>
                  </a:lnTo>
                  <a:close/>
                  <a:moveTo>
                    <a:pt x="387664" y="419520"/>
                  </a:moveTo>
                  <a:lnTo>
                    <a:pt x="387664" y="382559"/>
                  </a:lnTo>
                  <a:lnTo>
                    <a:pt x="358603" y="419520"/>
                  </a:lnTo>
                  <a:close/>
                  <a:moveTo>
                    <a:pt x="38766" y="382559"/>
                  </a:moveTo>
                  <a:lnTo>
                    <a:pt x="38766" y="345597"/>
                  </a:lnTo>
                  <a:lnTo>
                    <a:pt x="0" y="382559"/>
                  </a:lnTo>
                  <a:close/>
                  <a:moveTo>
                    <a:pt x="387664" y="345597"/>
                  </a:moveTo>
                  <a:lnTo>
                    <a:pt x="387664" y="382559"/>
                  </a:lnTo>
                  <a:lnTo>
                    <a:pt x="399554" y="382559"/>
                  </a:lnTo>
                  <a:close/>
                  <a:moveTo>
                    <a:pt x="387664" y="382559"/>
                  </a:moveTo>
                  <a:lnTo>
                    <a:pt x="387664" y="345597"/>
                  </a:lnTo>
                  <a:lnTo>
                    <a:pt x="370802" y="382559"/>
                  </a:lnTo>
                  <a:close/>
                  <a:moveTo>
                    <a:pt x="77533" y="308635"/>
                  </a:moveTo>
                  <a:lnTo>
                    <a:pt x="75180" y="308635"/>
                  </a:lnTo>
                  <a:lnTo>
                    <a:pt x="77533" y="345332"/>
                  </a:lnTo>
                  <a:close/>
                  <a:moveTo>
                    <a:pt x="75180" y="308635"/>
                  </a:moveTo>
                  <a:lnTo>
                    <a:pt x="38766" y="336709"/>
                  </a:lnTo>
                  <a:lnTo>
                    <a:pt x="77533" y="345332"/>
                  </a:lnTo>
                  <a:close/>
                  <a:moveTo>
                    <a:pt x="77533" y="345332"/>
                  </a:moveTo>
                  <a:lnTo>
                    <a:pt x="38766" y="336709"/>
                  </a:lnTo>
                  <a:lnTo>
                    <a:pt x="77208" y="345597"/>
                  </a:lnTo>
                  <a:close/>
                  <a:moveTo>
                    <a:pt x="77208" y="345597"/>
                  </a:moveTo>
                  <a:lnTo>
                    <a:pt x="38766" y="336709"/>
                  </a:lnTo>
                  <a:lnTo>
                    <a:pt x="38766" y="345597"/>
                  </a:lnTo>
                  <a:close/>
                  <a:moveTo>
                    <a:pt x="387664" y="308635"/>
                  </a:moveTo>
                  <a:lnTo>
                    <a:pt x="387664" y="345597"/>
                  </a:lnTo>
                  <a:lnTo>
                    <a:pt x="403555" y="345597"/>
                  </a:lnTo>
                  <a:close/>
                  <a:moveTo>
                    <a:pt x="387664" y="345597"/>
                  </a:moveTo>
                  <a:lnTo>
                    <a:pt x="387664" y="308635"/>
                  </a:lnTo>
                  <a:lnTo>
                    <a:pt x="372577" y="345597"/>
                  </a:lnTo>
                  <a:close/>
                  <a:moveTo>
                    <a:pt x="116299" y="308635"/>
                  </a:moveTo>
                  <a:lnTo>
                    <a:pt x="116299" y="271673"/>
                  </a:lnTo>
                  <a:lnTo>
                    <a:pt x="77533" y="308635"/>
                  </a:lnTo>
                  <a:close/>
                  <a:moveTo>
                    <a:pt x="116299" y="308635"/>
                  </a:moveTo>
                  <a:lnTo>
                    <a:pt x="77533" y="308635"/>
                  </a:lnTo>
                  <a:lnTo>
                    <a:pt x="116299" y="317104"/>
                  </a:lnTo>
                  <a:close/>
                  <a:moveTo>
                    <a:pt x="77533" y="308635"/>
                  </a:moveTo>
                  <a:lnTo>
                    <a:pt x="77533" y="345332"/>
                  </a:lnTo>
                  <a:lnTo>
                    <a:pt x="116299" y="317104"/>
                  </a:lnTo>
                  <a:close/>
                  <a:moveTo>
                    <a:pt x="116299" y="308635"/>
                  </a:moveTo>
                  <a:lnTo>
                    <a:pt x="155066" y="271673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308635"/>
                  </a:lnTo>
                  <a:lnTo>
                    <a:pt x="403903" y="308635"/>
                  </a:lnTo>
                  <a:close/>
                  <a:moveTo>
                    <a:pt x="387664" y="308635"/>
                  </a:moveTo>
                  <a:lnTo>
                    <a:pt x="387664" y="271673"/>
                  </a:lnTo>
                  <a:lnTo>
                    <a:pt x="368254" y="308635"/>
                  </a:lnTo>
                  <a:close/>
                  <a:moveTo>
                    <a:pt x="155066" y="271673"/>
                  </a:moveTo>
                  <a:lnTo>
                    <a:pt x="155066" y="234711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234711"/>
                  </a:lnTo>
                  <a:lnTo>
                    <a:pt x="360544" y="271673"/>
                  </a:lnTo>
                  <a:close/>
                  <a:moveTo>
                    <a:pt x="116299" y="197749"/>
                  </a:moveTo>
                  <a:lnTo>
                    <a:pt x="116299" y="231648"/>
                  </a:lnTo>
                  <a:lnTo>
                    <a:pt x="155066" y="234711"/>
                  </a:lnTo>
                  <a:close/>
                  <a:moveTo>
                    <a:pt x="155066" y="197749"/>
                  </a:moveTo>
                  <a:lnTo>
                    <a:pt x="116299" y="197749"/>
                  </a:lnTo>
                  <a:lnTo>
                    <a:pt x="155066" y="234711"/>
                  </a:lnTo>
                  <a:close/>
                  <a:moveTo>
                    <a:pt x="348962" y="234711"/>
                  </a:moveTo>
                  <a:lnTo>
                    <a:pt x="387664" y="234711"/>
                  </a:lnTo>
                  <a:lnTo>
                    <a:pt x="348898" y="197749"/>
                  </a:lnTo>
                  <a:close/>
                  <a:moveTo>
                    <a:pt x="348898" y="197749"/>
                  </a:moveTo>
                  <a:lnTo>
                    <a:pt x="387664" y="234711"/>
                  </a:lnTo>
                  <a:lnTo>
                    <a:pt x="385508" y="197749"/>
                  </a:lnTo>
                  <a:close/>
                  <a:moveTo>
                    <a:pt x="77533" y="160787"/>
                  </a:moveTo>
                  <a:lnTo>
                    <a:pt x="77533" y="185169"/>
                  </a:lnTo>
                  <a:lnTo>
                    <a:pt x="98842" y="160787"/>
                  </a:lnTo>
                  <a:close/>
                  <a:moveTo>
                    <a:pt x="77533" y="185169"/>
                  </a:moveTo>
                  <a:lnTo>
                    <a:pt x="92596" y="197749"/>
                  </a:lnTo>
                  <a:lnTo>
                    <a:pt x="98842" y="160787"/>
                  </a:lnTo>
                  <a:close/>
                  <a:moveTo>
                    <a:pt x="98842" y="160787"/>
                  </a:moveTo>
                  <a:lnTo>
                    <a:pt x="92596" y="197749"/>
                  </a:lnTo>
                  <a:lnTo>
                    <a:pt x="116299" y="174030"/>
                  </a:lnTo>
                  <a:close/>
                  <a:moveTo>
                    <a:pt x="116299" y="174030"/>
                  </a:moveTo>
                  <a:lnTo>
                    <a:pt x="92596" y="197749"/>
                  </a:lnTo>
                  <a:lnTo>
                    <a:pt x="116299" y="197749"/>
                  </a:lnTo>
                  <a:close/>
                  <a:moveTo>
                    <a:pt x="348898" y="160787"/>
                  </a:moveTo>
                  <a:lnTo>
                    <a:pt x="348898" y="197749"/>
                  </a:lnTo>
                  <a:lnTo>
                    <a:pt x="385508" y="197749"/>
                  </a:lnTo>
                  <a:close/>
                  <a:moveTo>
                    <a:pt x="310131" y="160787"/>
                  </a:moveTo>
                  <a:lnTo>
                    <a:pt x="348898" y="197749"/>
                  </a:lnTo>
                  <a:lnTo>
                    <a:pt x="348898" y="160787"/>
                  </a:lnTo>
                  <a:close/>
                  <a:moveTo>
                    <a:pt x="38766" y="123826"/>
                  </a:moveTo>
                  <a:lnTo>
                    <a:pt x="38766" y="138797"/>
                  </a:lnTo>
                  <a:lnTo>
                    <a:pt x="62663" y="123826"/>
                  </a:lnTo>
                  <a:close/>
                  <a:moveTo>
                    <a:pt x="38766" y="138797"/>
                  </a:moveTo>
                  <a:lnTo>
                    <a:pt x="54442" y="160787"/>
                  </a:lnTo>
                  <a:lnTo>
                    <a:pt x="62663" y="123826"/>
                  </a:lnTo>
                  <a:close/>
                  <a:moveTo>
                    <a:pt x="62663" y="123826"/>
                  </a:moveTo>
                  <a:lnTo>
                    <a:pt x="54442" y="160787"/>
                  </a:lnTo>
                  <a:lnTo>
                    <a:pt x="77533" y="142771"/>
                  </a:lnTo>
                  <a:close/>
                  <a:moveTo>
                    <a:pt x="77533" y="142771"/>
                  </a:moveTo>
                  <a:lnTo>
                    <a:pt x="54442" y="160787"/>
                  </a:lnTo>
                  <a:lnTo>
                    <a:pt x="77533" y="160787"/>
                  </a:lnTo>
                  <a:close/>
                  <a:moveTo>
                    <a:pt x="310131" y="160787"/>
                  </a:moveTo>
                  <a:lnTo>
                    <a:pt x="348898" y="160787"/>
                  </a:lnTo>
                  <a:lnTo>
                    <a:pt x="310131" y="123826"/>
                  </a:lnTo>
                  <a:close/>
                  <a:moveTo>
                    <a:pt x="271365" y="123826"/>
                  </a:moveTo>
                  <a:lnTo>
                    <a:pt x="310131" y="160787"/>
                  </a:lnTo>
                  <a:lnTo>
                    <a:pt x="310131" y="123826"/>
                  </a:lnTo>
                  <a:close/>
                  <a:moveTo>
                    <a:pt x="22855" y="86864"/>
                  </a:moveTo>
                  <a:lnTo>
                    <a:pt x="38766" y="123826"/>
                  </a:lnTo>
                  <a:lnTo>
                    <a:pt x="38766" y="86864"/>
                  </a:lnTo>
                  <a:close/>
                  <a:moveTo>
                    <a:pt x="53412" y="86864"/>
                  </a:moveTo>
                  <a:lnTo>
                    <a:pt x="38766" y="86864"/>
                  </a:lnTo>
                  <a:lnTo>
                    <a:pt x="38766" y="123826"/>
                  </a:lnTo>
                  <a:close/>
                  <a:moveTo>
                    <a:pt x="271365" y="123826"/>
                  </a:moveTo>
                  <a:lnTo>
                    <a:pt x="310131" y="123826"/>
                  </a:lnTo>
                  <a:lnTo>
                    <a:pt x="271365" y="86864"/>
                  </a:lnTo>
                  <a:close/>
                  <a:moveTo>
                    <a:pt x="232598" y="86864"/>
                  </a:moveTo>
                  <a:lnTo>
                    <a:pt x="271365" y="123826"/>
                  </a:lnTo>
                  <a:lnTo>
                    <a:pt x="271365" y="86864"/>
                  </a:lnTo>
                  <a:close/>
                  <a:moveTo>
                    <a:pt x="68325" y="49902"/>
                  </a:moveTo>
                  <a:lnTo>
                    <a:pt x="38766" y="49902"/>
                  </a:lnTo>
                  <a:lnTo>
                    <a:pt x="38766" y="86864"/>
                  </a:lnTo>
                  <a:close/>
                  <a:moveTo>
                    <a:pt x="232598" y="86864"/>
                  </a:moveTo>
                  <a:lnTo>
                    <a:pt x="271365" y="86864"/>
                  </a:lnTo>
                  <a:lnTo>
                    <a:pt x="232598" y="49902"/>
                  </a:lnTo>
                  <a:close/>
                  <a:moveTo>
                    <a:pt x="232598" y="86864"/>
                  </a:moveTo>
                  <a:lnTo>
                    <a:pt x="232598" y="49902"/>
                  </a:lnTo>
                  <a:lnTo>
                    <a:pt x="228763" y="86864"/>
                  </a:lnTo>
                  <a:close/>
                  <a:moveTo>
                    <a:pt x="232598" y="49902"/>
                  </a:moveTo>
                  <a:lnTo>
                    <a:pt x="197802" y="49902"/>
                  </a:lnTo>
                  <a:lnTo>
                    <a:pt x="228763" y="86864"/>
                  </a:lnTo>
                  <a:close/>
                  <a:moveTo>
                    <a:pt x="77533" y="12940"/>
                  </a:moveTo>
                  <a:lnTo>
                    <a:pt x="70632" y="12940"/>
                  </a:lnTo>
                  <a:lnTo>
                    <a:pt x="77533" y="41398"/>
                  </a:lnTo>
                  <a:close/>
                  <a:moveTo>
                    <a:pt x="70632" y="12940"/>
                  </a:moveTo>
                  <a:lnTo>
                    <a:pt x="38766" y="42093"/>
                  </a:lnTo>
                  <a:lnTo>
                    <a:pt x="77533" y="41398"/>
                  </a:lnTo>
                  <a:close/>
                  <a:moveTo>
                    <a:pt x="77533" y="41398"/>
                  </a:moveTo>
                  <a:lnTo>
                    <a:pt x="38766" y="42093"/>
                  </a:lnTo>
                  <a:lnTo>
                    <a:pt x="68325" y="49902"/>
                  </a:lnTo>
                  <a:close/>
                  <a:moveTo>
                    <a:pt x="68325" y="49902"/>
                  </a:moveTo>
                  <a:lnTo>
                    <a:pt x="38766" y="42093"/>
                  </a:lnTo>
                  <a:lnTo>
                    <a:pt x="38766" y="49902"/>
                  </a:lnTo>
                  <a:close/>
                  <a:moveTo>
                    <a:pt x="193832" y="14666"/>
                  </a:moveTo>
                  <a:lnTo>
                    <a:pt x="155066" y="12940"/>
                  </a:lnTo>
                  <a:lnTo>
                    <a:pt x="155066" y="27496"/>
                  </a:lnTo>
                  <a:close/>
                  <a:moveTo>
                    <a:pt x="193832" y="14666"/>
                  </a:moveTo>
                  <a:lnTo>
                    <a:pt x="155066" y="27496"/>
                  </a:lnTo>
                  <a:lnTo>
                    <a:pt x="193832" y="46672"/>
                  </a:lnTo>
                  <a:close/>
                  <a:moveTo>
                    <a:pt x="232598" y="43443"/>
                  </a:moveTo>
                  <a:lnTo>
                    <a:pt x="197802" y="49902"/>
                  </a:lnTo>
                  <a:lnTo>
                    <a:pt x="232598" y="49902"/>
                  </a:lnTo>
                  <a:close/>
                  <a:moveTo>
                    <a:pt x="193832" y="46672"/>
                  </a:moveTo>
                  <a:lnTo>
                    <a:pt x="197802" y="49902"/>
                  </a:lnTo>
                  <a:lnTo>
                    <a:pt x="232598" y="43443"/>
                  </a:lnTo>
                  <a:close/>
                  <a:moveTo>
                    <a:pt x="193832" y="14666"/>
                  </a:moveTo>
                  <a:lnTo>
                    <a:pt x="193832" y="46672"/>
                  </a:lnTo>
                  <a:lnTo>
                    <a:pt x="232598" y="43443"/>
                  </a:lnTo>
                  <a:close/>
                  <a:moveTo>
                    <a:pt x="116299" y="12940"/>
                  </a:moveTo>
                  <a:lnTo>
                    <a:pt x="77533" y="12940"/>
                  </a:lnTo>
                  <a:lnTo>
                    <a:pt x="116299" y="25013"/>
                  </a:lnTo>
                  <a:close/>
                  <a:moveTo>
                    <a:pt x="77533" y="12940"/>
                  </a:moveTo>
                  <a:lnTo>
                    <a:pt x="77533" y="41398"/>
                  </a:lnTo>
                  <a:lnTo>
                    <a:pt x="116299" y="25013"/>
                  </a:lnTo>
                  <a:close/>
                  <a:moveTo>
                    <a:pt x="116299" y="12940"/>
                  </a:moveTo>
                  <a:lnTo>
                    <a:pt x="155066" y="12940"/>
                  </a:lnTo>
                  <a:lnTo>
                    <a:pt x="155066" y="0"/>
                  </a:lnTo>
                  <a:close/>
                  <a:moveTo>
                    <a:pt x="155066" y="12940"/>
                  </a:moveTo>
                  <a:lnTo>
                    <a:pt x="116299" y="12940"/>
                  </a:lnTo>
                  <a:lnTo>
                    <a:pt x="155066" y="27496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3970" name="Candidate_B3__3969">
              <a:extLst>
                <a:ext uri="{FF2B5EF4-FFF2-40B4-BE49-F238E27FC236}">
                  <a16:creationId xmlns:a16="http://schemas.microsoft.com/office/drawing/2014/main" id="{58B8F477-A017-08BB-3925-6452119CB017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96140"/>
              <a:ext cx="387664" cy="493846"/>
            </a:xfrm>
            <a:custGeom>
              <a:avLst/>
              <a:gdLst/>
              <a:ahLst/>
              <a:cxnLst/>
              <a:rect l="0" t="0" r="0" b="0"/>
              <a:pathLst>
                <a:path w="387664" h="493846">
                  <a:moveTo>
                    <a:pt x="38766" y="480504"/>
                  </a:moveTo>
                  <a:lnTo>
                    <a:pt x="75849" y="480504"/>
                  </a:lnTo>
                  <a:lnTo>
                    <a:pt x="38766" y="450443"/>
                  </a:lnTo>
                  <a:close/>
                  <a:moveTo>
                    <a:pt x="232598" y="484952"/>
                  </a:moveTo>
                  <a:lnTo>
                    <a:pt x="271365" y="480504"/>
                  </a:lnTo>
                  <a:lnTo>
                    <a:pt x="249044" y="480504"/>
                  </a:lnTo>
                  <a:close/>
                  <a:moveTo>
                    <a:pt x="249044" y="480504"/>
                  </a:moveTo>
                  <a:lnTo>
                    <a:pt x="271365" y="480504"/>
                  </a:lnTo>
                  <a:lnTo>
                    <a:pt x="271365" y="473990"/>
                  </a:lnTo>
                  <a:close/>
                  <a:moveTo>
                    <a:pt x="310131" y="455949"/>
                  </a:moveTo>
                  <a:lnTo>
                    <a:pt x="348898" y="443542"/>
                  </a:lnTo>
                  <a:lnTo>
                    <a:pt x="327571" y="443542"/>
                  </a:lnTo>
                  <a:close/>
                  <a:moveTo>
                    <a:pt x="33346" y="443542"/>
                  </a:moveTo>
                  <a:lnTo>
                    <a:pt x="26005" y="406580"/>
                  </a:lnTo>
                  <a:lnTo>
                    <a:pt x="0" y="443542"/>
                  </a:lnTo>
                  <a:close/>
                  <a:moveTo>
                    <a:pt x="327571" y="443542"/>
                  </a:moveTo>
                  <a:lnTo>
                    <a:pt x="348898" y="443542"/>
                  </a:lnTo>
                  <a:lnTo>
                    <a:pt x="348898" y="420285"/>
                  </a:lnTo>
                  <a:close/>
                  <a:moveTo>
                    <a:pt x="26005" y="406580"/>
                  </a:moveTo>
                  <a:lnTo>
                    <a:pt x="38766" y="372850"/>
                  </a:lnTo>
                  <a:lnTo>
                    <a:pt x="0" y="406580"/>
                  </a:lnTo>
                  <a:close/>
                  <a:moveTo>
                    <a:pt x="0" y="406580"/>
                  </a:moveTo>
                  <a:lnTo>
                    <a:pt x="38766" y="372850"/>
                  </a:lnTo>
                  <a:lnTo>
                    <a:pt x="38766" y="369618"/>
                  </a:lnTo>
                  <a:close/>
                  <a:moveTo>
                    <a:pt x="387664" y="369618"/>
                  </a:moveTo>
                  <a:lnTo>
                    <a:pt x="370802" y="369618"/>
                  </a:lnTo>
                  <a:lnTo>
                    <a:pt x="358603" y="406580"/>
                  </a:lnTo>
                  <a:close/>
                  <a:moveTo>
                    <a:pt x="40176" y="369618"/>
                  </a:moveTo>
                  <a:lnTo>
                    <a:pt x="77208" y="332657"/>
                  </a:lnTo>
                  <a:lnTo>
                    <a:pt x="38766" y="369618"/>
                  </a:lnTo>
                  <a:close/>
                  <a:moveTo>
                    <a:pt x="77208" y="332657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38766" y="369618"/>
                  </a:moveTo>
                  <a:lnTo>
                    <a:pt x="38766" y="372850"/>
                  </a:lnTo>
                  <a:lnTo>
                    <a:pt x="40176" y="369618"/>
                  </a:lnTo>
                  <a:close/>
                  <a:moveTo>
                    <a:pt x="387664" y="332657"/>
                  </a:moveTo>
                  <a:lnTo>
                    <a:pt x="372577" y="332657"/>
                  </a:lnTo>
                  <a:lnTo>
                    <a:pt x="370802" y="369618"/>
                  </a:lnTo>
                  <a:close/>
                  <a:moveTo>
                    <a:pt x="387664" y="295695"/>
                  </a:moveTo>
                  <a:lnTo>
                    <a:pt x="368254" y="295695"/>
                  </a:lnTo>
                  <a:lnTo>
                    <a:pt x="372577" y="332657"/>
                  </a:lnTo>
                  <a:close/>
                  <a:moveTo>
                    <a:pt x="128328" y="295695"/>
                  </a:moveTo>
                  <a:lnTo>
                    <a:pt x="155066" y="268812"/>
                  </a:lnTo>
                  <a:lnTo>
                    <a:pt x="116299" y="295695"/>
                  </a:lnTo>
                  <a:close/>
                  <a:moveTo>
                    <a:pt x="116299" y="295695"/>
                  </a:moveTo>
                  <a:lnTo>
                    <a:pt x="155066" y="268812"/>
                  </a:lnTo>
                  <a:lnTo>
                    <a:pt x="155066" y="258733"/>
                  </a:lnTo>
                  <a:close/>
                  <a:moveTo>
                    <a:pt x="116299" y="295695"/>
                  </a:moveTo>
                  <a:lnTo>
                    <a:pt x="116299" y="304164"/>
                  </a:lnTo>
                  <a:lnTo>
                    <a:pt x="128328" y="295695"/>
                  </a:lnTo>
                  <a:close/>
                  <a:moveTo>
                    <a:pt x="387664" y="258733"/>
                  </a:moveTo>
                  <a:lnTo>
                    <a:pt x="360544" y="258733"/>
                  </a:lnTo>
                  <a:lnTo>
                    <a:pt x="368254" y="295695"/>
                  </a:lnTo>
                  <a:close/>
                  <a:moveTo>
                    <a:pt x="165294" y="258733"/>
                  </a:moveTo>
                  <a:lnTo>
                    <a:pt x="177828" y="221771"/>
                  </a:lnTo>
                  <a:lnTo>
                    <a:pt x="155066" y="258733"/>
                  </a:lnTo>
                  <a:close/>
                  <a:moveTo>
                    <a:pt x="177828" y="221771"/>
                  </a:moveTo>
                  <a:lnTo>
                    <a:pt x="155066" y="221771"/>
                  </a:lnTo>
                  <a:lnTo>
                    <a:pt x="155066" y="258733"/>
                  </a:lnTo>
                  <a:close/>
                  <a:moveTo>
                    <a:pt x="155066" y="258733"/>
                  </a:moveTo>
                  <a:lnTo>
                    <a:pt x="155066" y="268812"/>
                  </a:lnTo>
                  <a:lnTo>
                    <a:pt x="165294" y="258733"/>
                  </a:lnTo>
                  <a:close/>
                  <a:moveTo>
                    <a:pt x="387664" y="221771"/>
                  </a:moveTo>
                  <a:lnTo>
                    <a:pt x="348962" y="221771"/>
                  </a:lnTo>
                  <a:lnTo>
                    <a:pt x="360544" y="258733"/>
                  </a:lnTo>
                  <a:close/>
                  <a:moveTo>
                    <a:pt x="177828" y="221771"/>
                  </a:moveTo>
                  <a:lnTo>
                    <a:pt x="155866" y="184809"/>
                  </a:lnTo>
                  <a:lnTo>
                    <a:pt x="155066" y="221771"/>
                  </a:lnTo>
                  <a:close/>
                  <a:moveTo>
                    <a:pt x="155866" y="184809"/>
                  </a:moveTo>
                  <a:lnTo>
                    <a:pt x="155066" y="184809"/>
                  </a:lnTo>
                  <a:lnTo>
                    <a:pt x="155066" y="221771"/>
                  </a:lnTo>
                  <a:close/>
                  <a:moveTo>
                    <a:pt x="348898" y="221638"/>
                  </a:moveTo>
                  <a:lnTo>
                    <a:pt x="348962" y="221771"/>
                  </a:lnTo>
                  <a:lnTo>
                    <a:pt x="348898" y="184809"/>
                  </a:lnTo>
                  <a:close/>
                  <a:moveTo>
                    <a:pt x="116299" y="184809"/>
                  </a:moveTo>
                  <a:lnTo>
                    <a:pt x="155066" y="184809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066" y="184364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866" y="184809"/>
                  </a:lnTo>
                  <a:lnTo>
                    <a:pt x="155066" y="184364"/>
                  </a:lnTo>
                  <a:close/>
                  <a:moveTo>
                    <a:pt x="310131" y="170524"/>
                  </a:moveTo>
                  <a:lnTo>
                    <a:pt x="323418" y="184809"/>
                  </a:lnTo>
                  <a:lnTo>
                    <a:pt x="310131" y="147847"/>
                  </a:lnTo>
                  <a:close/>
                  <a:moveTo>
                    <a:pt x="310131" y="147847"/>
                  </a:moveTo>
                  <a:lnTo>
                    <a:pt x="323418" y="184809"/>
                  </a:lnTo>
                  <a:lnTo>
                    <a:pt x="348898" y="184809"/>
                  </a:lnTo>
                  <a:close/>
                  <a:moveTo>
                    <a:pt x="348898" y="221638"/>
                  </a:moveTo>
                  <a:lnTo>
                    <a:pt x="348898" y="184809"/>
                  </a:lnTo>
                  <a:lnTo>
                    <a:pt x="323418" y="184809"/>
                  </a:lnTo>
                  <a:close/>
                  <a:moveTo>
                    <a:pt x="77533" y="147847"/>
                  </a:moveTo>
                  <a:lnTo>
                    <a:pt x="98842" y="147847"/>
                  </a:lnTo>
                  <a:lnTo>
                    <a:pt x="77533" y="129831"/>
                  </a:lnTo>
                  <a:close/>
                  <a:moveTo>
                    <a:pt x="271365" y="136101"/>
                  </a:moveTo>
                  <a:lnTo>
                    <a:pt x="283489" y="147847"/>
                  </a:lnTo>
                  <a:lnTo>
                    <a:pt x="271365" y="110886"/>
                  </a:lnTo>
                  <a:close/>
                  <a:moveTo>
                    <a:pt x="271365" y="110886"/>
                  </a:moveTo>
                  <a:lnTo>
                    <a:pt x="283489" y="147847"/>
                  </a:lnTo>
                  <a:lnTo>
                    <a:pt x="310131" y="147847"/>
                  </a:lnTo>
                  <a:close/>
                  <a:moveTo>
                    <a:pt x="310131" y="170524"/>
                  </a:moveTo>
                  <a:lnTo>
                    <a:pt x="310131" y="147847"/>
                  </a:lnTo>
                  <a:lnTo>
                    <a:pt x="283489" y="147847"/>
                  </a:lnTo>
                  <a:close/>
                  <a:moveTo>
                    <a:pt x="62663" y="110886"/>
                  </a:moveTo>
                  <a:lnTo>
                    <a:pt x="53412" y="73924"/>
                  </a:lnTo>
                  <a:lnTo>
                    <a:pt x="38766" y="110886"/>
                  </a:lnTo>
                  <a:close/>
                  <a:moveTo>
                    <a:pt x="232598" y="81169"/>
                  </a:moveTo>
                  <a:lnTo>
                    <a:pt x="251672" y="110886"/>
                  </a:lnTo>
                  <a:lnTo>
                    <a:pt x="232598" y="73924"/>
                  </a:lnTo>
                  <a:close/>
                  <a:moveTo>
                    <a:pt x="232598" y="73924"/>
                  </a:moveTo>
                  <a:lnTo>
                    <a:pt x="251672" y="110886"/>
                  </a:lnTo>
                  <a:lnTo>
                    <a:pt x="271365" y="110886"/>
                  </a:lnTo>
                  <a:close/>
                  <a:moveTo>
                    <a:pt x="271365" y="136101"/>
                  </a:moveTo>
                  <a:lnTo>
                    <a:pt x="271365" y="110886"/>
                  </a:lnTo>
                  <a:lnTo>
                    <a:pt x="251672" y="110886"/>
                  </a:lnTo>
                  <a:close/>
                  <a:moveTo>
                    <a:pt x="53412" y="73924"/>
                  </a:moveTo>
                  <a:lnTo>
                    <a:pt x="68325" y="36962"/>
                  </a:lnTo>
                  <a:lnTo>
                    <a:pt x="38766" y="73924"/>
                  </a:lnTo>
                  <a:close/>
                  <a:moveTo>
                    <a:pt x="232598" y="81169"/>
                  </a:moveTo>
                  <a:lnTo>
                    <a:pt x="232598" y="73924"/>
                  </a:lnTo>
                  <a:lnTo>
                    <a:pt x="228763" y="73924"/>
                  </a:lnTo>
                  <a:close/>
                  <a:moveTo>
                    <a:pt x="116299" y="0"/>
                  </a:moveTo>
                  <a:lnTo>
                    <a:pt x="116299" y="12073"/>
                  </a:lnTo>
                  <a:lnTo>
                    <a:pt x="155066" y="14556"/>
                  </a:lnTo>
                  <a:close/>
                  <a:moveTo>
                    <a:pt x="75849" y="480504"/>
                  </a:moveTo>
                  <a:lnTo>
                    <a:pt x="77533" y="481346"/>
                  </a:lnTo>
                  <a:lnTo>
                    <a:pt x="77533" y="480504"/>
                  </a:lnTo>
                  <a:close/>
                  <a:moveTo>
                    <a:pt x="77533" y="480504"/>
                  </a:moveTo>
                  <a:lnTo>
                    <a:pt x="38766" y="450443"/>
                  </a:lnTo>
                  <a:lnTo>
                    <a:pt x="75849" y="480504"/>
                  </a:lnTo>
                  <a:close/>
                  <a:moveTo>
                    <a:pt x="38766" y="443542"/>
                  </a:moveTo>
                  <a:lnTo>
                    <a:pt x="38766" y="450443"/>
                  </a:lnTo>
                  <a:lnTo>
                    <a:pt x="77533" y="480504"/>
                  </a:lnTo>
                  <a:close/>
                  <a:moveTo>
                    <a:pt x="116299" y="480504"/>
                  </a:moveTo>
                  <a:lnTo>
                    <a:pt x="77533" y="481346"/>
                  </a:lnTo>
                  <a:lnTo>
                    <a:pt x="116299" y="491510"/>
                  </a:lnTo>
                  <a:close/>
                  <a:moveTo>
                    <a:pt x="116299" y="480504"/>
                  </a:moveTo>
                  <a:lnTo>
                    <a:pt x="77533" y="480504"/>
                  </a:lnTo>
                  <a:lnTo>
                    <a:pt x="77533" y="481346"/>
                  </a:lnTo>
                  <a:close/>
                  <a:moveTo>
                    <a:pt x="155066" y="480504"/>
                  </a:moveTo>
                  <a:lnTo>
                    <a:pt x="116299" y="491510"/>
                  </a:lnTo>
                  <a:lnTo>
                    <a:pt x="155066" y="493846"/>
                  </a:lnTo>
                  <a:close/>
                  <a:moveTo>
                    <a:pt x="193832" y="480504"/>
                  </a:moveTo>
                  <a:lnTo>
                    <a:pt x="155066" y="493846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193832" y="491283"/>
                  </a:lnTo>
                  <a:lnTo>
                    <a:pt x="232598" y="484952"/>
                  </a:lnTo>
                  <a:close/>
                  <a:moveTo>
                    <a:pt x="232598" y="480504"/>
                  </a:moveTo>
                  <a:lnTo>
                    <a:pt x="193832" y="480504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232598" y="484952"/>
                  </a:lnTo>
                  <a:lnTo>
                    <a:pt x="249044" y="480504"/>
                  </a:lnTo>
                  <a:close/>
                  <a:moveTo>
                    <a:pt x="33346" y="443542"/>
                  </a:moveTo>
                  <a:lnTo>
                    <a:pt x="38766" y="450443"/>
                  </a:lnTo>
                  <a:lnTo>
                    <a:pt x="38766" y="443542"/>
                  </a:lnTo>
                  <a:close/>
                  <a:moveTo>
                    <a:pt x="26005" y="406580"/>
                  </a:moveTo>
                  <a:lnTo>
                    <a:pt x="38766" y="443542"/>
                  </a:lnTo>
                  <a:lnTo>
                    <a:pt x="38766" y="406580"/>
                  </a:lnTo>
                  <a:close/>
                  <a:moveTo>
                    <a:pt x="26005" y="406580"/>
                  </a:moveTo>
                  <a:lnTo>
                    <a:pt x="33346" y="443542"/>
                  </a:lnTo>
                  <a:lnTo>
                    <a:pt x="38766" y="443542"/>
                  </a:lnTo>
                  <a:close/>
                  <a:moveTo>
                    <a:pt x="310131" y="443542"/>
                  </a:moveTo>
                  <a:lnTo>
                    <a:pt x="271365" y="473990"/>
                  </a:lnTo>
                  <a:lnTo>
                    <a:pt x="310131" y="455949"/>
                  </a:lnTo>
                  <a:close/>
                  <a:moveTo>
                    <a:pt x="310131" y="443542"/>
                  </a:moveTo>
                  <a:lnTo>
                    <a:pt x="310131" y="455949"/>
                  </a:lnTo>
                  <a:lnTo>
                    <a:pt x="327571" y="443542"/>
                  </a:lnTo>
                  <a:close/>
                  <a:moveTo>
                    <a:pt x="348898" y="406580"/>
                  </a:moveTo>
                  <a:lnTo>
                    <a:pt x="327571" y="443542"/>
                  </a:lnTo>
                  <a:lnTo>
                    <a:pt x="348898" y="420285"/>
                  </a:lnTo>
                  <a:close/>
                  <a:moveTo>
                    <a:pt x="310131" y="443542"/>
                  </a:moveTo>
                  <a:lnTo>
                    <a:pt x="327571" y="443542"/>
                  </a:lnTo>
                  <a:lnTo>
                    <a:pt x="348898" y="406580"/>
                  </a:lnTo>
                  <a:close/>
                  <a:moveTo>
                    <a:pt x="38766" y="372850"/>
                  </a:moveTo>
                  <a:lnTo>
                    <a:pt x="26005" y="406580"/>
                  </a:lnTo>
                  <a:lnTo>
                    <a:pt x="38766" y="406580"/>
                  </a:lnTo>
                  <a:close/>
                  <a:moveTo>
                    <a:pt x="38766" y="406580"/>
                  </a:moveTo>
                  <a:lnTo>
                    <a:pt x="40176" y="369618"/>
                  </a:lnTo>
                  <a:lnTo>
                    <a:pt x="38766" y="372850"/>
                  </a:lnTo>
                  <a:close/>
                  <a:moveTo>
                    <a:pt x="348898" y="406580"/>
                  </a:moveTo>
                  <a:lnTo>
                    <a:pt x="348898" y="420285"/>
                  </a:lnTo>
                  <a:lnTo>
                    <a:pt x="358603" y="406580"/>
                  </a:lnTo>
                  <a:close/>
                  <a:moveTo>
                    <a:pt x="348898" y="369618"/>
                  </a:moveTo>
                  <a:lnTo>
                    <a:pt x="358603" y="406580"/>
                  </a:lnTo>
                  <a:lnTo>
                    <a:pt x="370802" y="369618"/>
                  </a:lnTo>
                  <a:close/>
                  <a:moveTo>
                    <a:pt x="77208" y="332657"/>
                  </a:moveTo>
                  <a:lnTo>
                    <a:pt x="77533" y="369618"/>
                  </a:lnTo>
                  <a:lnTo>
                    <a:pt x="77533" y="332657"/>
                  </a:lnTo>
                  <a:close/>
                  <a:moveTo>
                    <a:pt x="77208" y="332657"/>
                  </a:moveTo>
                  <a:lnTo>
                    <a:pt x="40176" y="369618"/>
                  </a:lnTo>
                  <a:lnTo>
                    <a:pt x="77533" y="369618"/>
                  </a:lnTo>
                  <a:close/>
                  <a:moveTo>
                    <a:pt x="348898" y="332657"/>
                  </a:moveTo>
                  <a:lnTo>
                    <a:pt x="370802" y="369618"/>
                  </a:lnTo>
                  <a:lnTo>
                    <a:pt x="372577" y="332657"/>
                  </a:lnTo>
                  <a:close/>
                  <a:moveTo>
                    <a:pt x="77533" y="332392"/>
                  </a:moveTo>
                  <a:lnTo>
                    <a:pt x="77208" y="332657"/>
                  </a:lnTo>
                  <a:lnTo>
                    <a:pt x="77533" y="332657"/>
                  </a:lnTo>
                  <a:close/>
                  <a:moveTo>
                    <a:pt x="77533" y="332657"/>
                  </a:moveTo>
                  <a:lnTo>
                    <a:pt x="116299" y="304164"/>
                  </a:lnTo>
                  <a:lnTo>
                    <a:pt x="77533" y="332392"/>
                  </a:lnTo>
                  <a:close/>
                  <a:moveTo>
                    <a:pt x="77533" y="332657"/>
                  </a:moveTo>
                  <a:lnTo>
                    <a:pt x="116299" y="332657"/>
                  </a:lnTo>
                  <a:lnTo>
                    <a:pt x="116299" y="304164"/>
                  </a:lnTo>
                  <a:close/>
                  <a:moveTo>
                    <a:pt x="116299" y="332657"/>
                  </a:moveTo>
                  <a:lnTo>
                    <a:pt x="128328" y="295695"/>
                  </a:lnTo>
                  <a:lnTo>
                    <a:pt x="116299" y="304164"/>
                  </a:lnTo>
                  <a:close/>
                  <a:moveTo>
                    <a:pt x="348898" y="295695"/>
                  </a:moveTo>
                  <a:lnTo>
                    <a:pt x="372577" y="332657"/>
                  </a:lnTo>
                  <a:lnTo>
                    <a:pt x="368254" y="295695"/>
                  </a:lnTo>
                  <a:close/>
                  <a:moveTo>
                    <a:pt x="155066" y="268812"/>
                  </a:moveTo>
                  <a:lnTo>
                    <a:pt x="128328" y="295695"/>
                  </a:lnTo>
                  <a:lnTo>
                    <a:pt x="155066" y="295695"/>
                  </a:lnTo>
                  <a:close/>
                  <a:moveTo>
                    <a:pt x="155066" y="295695"/>
                  </a:moveTo>
                  <a:lnTo>
                    <a:pt x="165294" y="258733"/>
                  </a:lnTo>
                  <a:lnTo>
                    <a:pt x="155066" y="268812"/>
                  </a:lnTo>
                  <a:close/>
                  <a:moveTo>
                    <a:pt x="348898" y="258733"/>
                  </a:moveTo>
                  <a:lnTo>
                    <a:pt x="368254" y="295695"/>
                  </a:lnTo>
                  <a:lnTo>
                    <a:pt x="360544" y="258733"/>
                  </a:lnTo>
                  <a:close/>
                  <a:moveTo>
                    <a:pt x="348898" y="258733"/>
                  </a:moveTo>
                  <a:lnTo>
                    <a:pt x="348898" y="295695"/>
                  </a:lnTo>
                  <a:lnTo>
                    <a:pt x="368254" y="295695"/>
                  </a:lnTo>
                  <a:close/>
                  <a:moveTo>
                    <a:pt x="177828" y="221771"/>
                  </a:moveTo>
                  <a:lnTo>
                    <a:pt x="193832" y="258733"/>
                  </a:lnTo>
                  <a:lnTo>
                    <a:pt x="193832" y="221771"/>
                  </a:lnTo>
                  <a:close/>
                  <a:moveTo>
                    <a:pt x="177828" y="221771"/>
                  </a:moveTo>
                  <a:lnTo>
                    <a:pt x="165294" y="258733"/>
                  </a:lnTo>
                  <a:lnTo>
                    <a:pt x="193832" y="258733"/>
                  </a:lnTo>
                  <a:close/>
                  <a:moveTo>
                    <a:pt x="348898" y="221771"/>
                  </a:moveTo>
                  <a:lnTo>
                    <a:pt x="360544" y="258733"/>
                  </a:lnTo>
                  <a:lnTo>
                    <a:pt x="348962" y="221771"/>
                  </a:lnTo>
                  <a:close/>
                  <a:moveTo>
                    <a:pt x="348898" y="221771"/>
                  </a:moveTo>
                  <a:lnTo>
                    <a:pt x="348898" y="258733"/>
                  </a:lnTo>
                  <a:lnTo>
                    <a:pt x="360544" y="258733"/>
                  </a:lnTo>
                  <a:close/>
                  <a:moveTo>
                    <a:pt x="155866" y="184809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866" y="184809"/>
                  </a:moveTo>
                  <a:lnTo>
                    <a:pt x="177828" y="221771"/>
                  </a:lnTo>
                  <a:lnTo>
                    <a:pt x="193832" y="221771"/>
                  </a:lnTo>
                  <a:close/>
                  <a:moveTo>
                    <a:pt x="310131" y="184809"/>
                  </a:moveTo>
                  <a:lnTo>
                    <a:pt x="348898" y="221638"/>
                  </a:lnTo>
                  <a:lnTo>
                    <a:pt x="323418" y="184809"/>
                  </a:lnTo>
                  <a:close/>
                  <a:moveTo>
                    <a:pt x="348898" y="221771"/>
                  </a:moveTo>
                  <a:lnTo>
                    <a:pt x="348898" y="221638"/>
                  </a:lnTo>
                  <a:lnTo>
                    <a:pt x="310131" y="184809"/>
                  </a:lnTo>
                  <a:close/>
                  <a:moveTo>
                    <a:pt x="310131" y="221771"/>
                  </a:moveTo>
                  <a:lnTo>
                    <a:pt x="348898" y="221771"/>
                  </a:lnTo>
                  <a:lnTo>
                    <a:pt x="310131" y="184809"/>
                  </a:lnTo>
                  <a:close/>
                  <a:moveTo>
                    <a:pt x="348898" y="221771"/>
                  </a:moveTo>
                  <a:lnTo>
                    <a:pt x="348962" y="221771"/>
                  </a:lnTo>
                  <a:lnTo>
                    <a:pt x="348898" y="221638"/>
                  </a:lnTo>
                  <a:close/>
                  <a:moveTo>
                    <a:pt x="193832" y="184809"/>
                  </a:moveTo>
                  <a:lnTo>
                    <a:pt x="155066" y="184364"/>
                  </a:lnTo>
                  <a:lnTo>
                    <a:pt x="155866" y="184809"/>
                  </a:lnTo>
                  <a:close/>
                  <a:moveTo>
                    <a:pt x="271365" y="147847"/>
                  </a:moveTo>
                  <a:lnTo>
                    <a:pt x="310131" y="170524"/>
                  </a:lnTo>
                  <a:lnTo>
                    <a:pt x="283489" y="147847"/>
                  </a:lnTo>
                  <a:close/>
                  <a:moveTo>
                    <a:pt x="310131" y="184809"/>
                  </a:moveTo>
                  <a:lnTo>
                    <a:pt x="310131" y="170524"/>
                  </a:lnTo>
                  <a:lnTo>
                    <a:pt x="271365" y="147847"/>
                  </a:lnTo>
                  <a:close/>
                  <a:moveTo>
                    <a:pt x="271365" y="184809"/>
                  </a:moveTo>
                  <a:lnTo>
                    <a:pt x="310131" y="184809"/>
                  </a:lnTo>
                  <a:lnTo>
                    <a:pt x="271365" y="147847"/>
                  </a:lnTo>
                  <a:close/>
                  <a:moveTo>
                    <a:pt x="310131" y="184809"/>
                  </a:moveTo>
                  <a:lnTo>
                    <a:pt x="323418" y="184809"/>
                  </a:lnTo>
                  <a:lnTo>
                    <a:pt x="310131" y="170524"/>
                  </a:lnTo>
                  <a:close/>
                  <a:moveTo>
                    <a:pt x="98842" y="147847"/>
                  </a:moveTo>
                  <a:lnTo>
                    <a:pt x="116299" y="161090"/>
                  </a:lnTo>
                  <a:lnTo>
                    <a:pt x="116299" y="147847"/>
                  </a:lnTo>
                  <a:close/>
                  <a:moveTo>
                    <a:pt x="116299" y="147847"/>
                  </a:moveTo>
                  <a:lnTo>
                    <a:pt x="77533" y="129831"/>
                  </a:lnTo>
                  <a:lnTo>
                    <a:pt x="98842" y="147847"/>
                  </a:lnTo>
                  <a:close/>
                  <a:moveTo>
                    <a:pt x="77533" y="110886"/>
                  </a:moveTo>
                  <a:lnTo>
                    <a:pt x="77533" y="129831"/>
                  </a:lnTo>
                  <a:lnTo>
                    <a:pt x="116299" y="147847"/>
                  </a:lnTo>
                  <a:close/>
                  <a:moveTo>
                    <a:pt x="155066" y="147847"/>
                  </a:moveTo>
                  <a:lnTo>
                    <a:pt x="116299" y="161090"/>
                  </a:lnTo>
                  <a:lnTo>
                    <a:pt x="155066" y="184364"/>
                  </a:lnTo>
                  <a:close/>
                  <a:moveTo>
                    <a:pt x="232598" y="110886"/>
                  </a:moveTo>
                  <a:lnTo>
                    <a:pt x="271365" y="136101"/>
                  </a:lnTo>
                  <a:lnTo>
                    <a:pt x="251672" y="110886"/>
                  </a:lnTo>
                  <a:close/>
                  <a:moveTo>
                    <a:pt x="271365" y="147847"/>
                  </a:moveTo>
                  <a:lnTo>
                    <a:pt x="271365" y="136101"/>
                  </a:lnTo>
                  <a:lnTo>
                    <a:pt x="232598" y="110886"/>
                  </a:lnTo>
                  <a:close/>
                  <a:moveTo>
                    <a:pt x="271365" y="147847"/>
                  </a:moveTo>
                  <a:lnTo>
                    <a:pt x="283489" y="147847"/>
                  </a:lnTo>
                  <a:lnTo>
                    <a:pt x="271365" y="136101"/>
                  </a:lnTo>
                  <a:close/>
                  <a:moveTo>
                    <a:pt x="62663" y="110886"/>
                  </a:moveTo>
                  <a:lnTo>
                    <a:pt x="77533" y="129831"/>
                  </a:lnTo>
                  <a:lnTo>
                    <a:pt x="77533" y="110886"/>
                  </a:lnTo>
                  <a:close/>
                  <a:moveTo>
                    <a:pt x="53412" y="73924"/>
                  </a:moveTo>
                  <a:lnTo>
                    <a:pt x="62663" y="110886"/>
                  </a:lnTo>
                  <a:lnTo>
                    <a:pt x="77533" y="110886"/>
                  </a:lnTo>
                  <a:close/>
                  <a:moveTo>
                    <a:pt x="193832" y="73924"/>
                  </a:moveTo>
                  <a:lnTo>
                    <a:pt x="232598" y="81169"/>
                  </a:lnTo>
                  <a:lnTo>
                    <a:pt x="228763" y="73924"/>
                  </a:lnTo>
                  <a:close/>
                  <a:moveTo>
                    <a:pt x="232598" y="110886"/>
                  </a:moveTo>
                  <a:lnTo>
                    <a:pt x="251672" y="110886"/>
                  </a:lnTo>
                  <a:lnTo>
                    <a:pt x="232598" y="81169"/>
                  </a:lnTo>
                  <a:close/>
                  <a:moveTo>
                    <a:pt x="68325" y="36962"/>
                  </a:moveTo>
                  <a:lnTo>
                    <a:pt x="53412" y="73924"/>
                  </a:lnTo>
                  <a:lnTo>
                    <a:pt x="77533" y="73924"/>
                  </a:lnTo>
                  <a:close/>
                  <a:moveTo>
                    <a:pt x="193832" y="36962"/>
                  </a:moveTo>
                  <a:lnTo>
                    <a:pt x="228763" y="73924"/>
                  </a:lnTo>
                  <a:lnTo>
                    <a:pt x="197802" y="36962"/>
                  </a:lnTo>
                  <a:close/>
                  <a:moveTo>
                    <a:pt x="193832" y="36962"/>
                  </a:moveTo>
                  <a:lnTo>
                    <a:pt x="193832" y="73924"/>
                  </a:lnTo>
                  <a:lnTo>
                    <a:pt x="228763" y="73924"/>
                  </a:lnTo>
                  <a:close/>
                  <a:moveTo>
                    <a:pt x="77533" y="28458"/>
                  </a:moveTo>
                  <a:lnTo>
                    <a:pt x="68325" y="36962"/>
                  </a:lnTo>
                  <a:lnTo>
                    <a:pt x="77533" y="36962"/>
                  </a:lnTo>
                  <a:close/>
                  <a:moveTo>
                    <a:pt x="77533" y="36962"/>
                  </a:moveTo>
                  <a:lnTo>
                    <a:pt x="116299" y="12073"/>
                  </a:lnTo>
                  <a:lnTo>
                    <a:pt x="77533" y="28458"/>
                  </a:lnTo>
                  <a:close/>
                  <a:moveTo>
                    <a:pt x="116299" y="36962"/>
                  </a:moveTo>
                  <a:lnTo>
                    <a:pt x="155066" y="14556"/>
                  </a:lnTo>
                  <a:lnTo>
                    <a:pt x="116299" y="12073"/>
                  </a:lnTo>
                  <a:close/>
                  <a:moveTo>
                    <a:pt x="155066" y="36962"/>
                  </a:moveTo>
                  <a:lnTo>
                    <a:pt x="193832" y="33732"/>
                  </a:lnTo>
                  <a:lnTo>
                    <a:pt x="155066" y="14556"/>
                  </a:lnTo>
                  <a:close/>
                  <a:moveTo>
                    <a:pt x="155066" y="36962"/>
                  </a:moveTo>
                  <a:lnTo>
                    <a:pt x="193832" y="36962"/>
                  </a:lnTo>
                  <a:lnTo>
                    <a:pt x="193832" y="33732"/>
                  </a:lnTo>
                  <a:close/>
                  <a:moveTo>
                    <a:pt x="193832" y="36962"/>
                  </a:moveTo>
                  <a:lnTo>
                    <a:pt x="197802" y="36962"/>
                  </a:lnTo>
                  <a:lnTo>
                    <a:pt x="193832" y="33732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3971" name="Candidate_B3__3970">
              <a:extLst>
                <a:ext uri="{FF2B5EF4-FFF2-40B4-BE49-F238E27FC236}">
                  <a16:creationId xmlns:a16="http://schemas.microsoft.com/office/drawing/2014/main" id="{EC66805D-783A-B74A-63ED-9BB487305127}"/>
                </a:ext>
              </a:extLst>
            </p:cNvPr>
            <p:cNvSpPr>
              <a:spLocks noGrp="1"/>
            </p:cNvSpPr>
            <p:nvPr/>
          </p:nvSpPr>
          <p:spPr>
            <a:xfrm>
              <a:off x="4756867" y="4108214"/>
              <a:ext cx="333810" cy="481772"/>
            </a:xfrm>
            <a:custGeom>
              <a:avLst/>
              <a:gdLst/>
              <a:ahLst/>
              <a:cxnLst/>
              <a:rect l="0" t="0" r="0" b="0"/>
              <a:pathLst>
                <a:path w="333810" h="481772">
                  <a:moveTo>
                    <a:pt x="38766" y="431469"/>
                  </a:moveTo>
                  <a:lnTo>
                    <a:pt x="0" y="431469"/>
                  </a:lnTo>
                  <a:lnTo>
                    <a:pt x="38766" y="468431"/>
                  </a:lnTo>
                  <a:close/>
                  <a:moveTo>
                    <a:pt x="38766" y="468431"/>
                  </a:moveTo>
                  <a:lnTo>
                    <a:pt x="77533" y="468431"/>
                  </a:lnTo>
                  <a:lnTo>
                    <a:pt x="77533" y="431469"/>
                  </a:lnTo>
                  <a:close/>
                  <a:moveTo>
                    <a:pt x="38766" y="468431"/>
                  </a:moveTo>
                  <a:lnTo>
                    <a:pt x="77533" y="431469"/>
                  </a:lnTo>
                  <a:lnTo>
                    <a:pt x="38766" y="431469"/>
                  </a:lnTo>
                  <a:close/>
                  <a:moveTo>
                    <a:pt x="116299" y="468431"/>
                  </a:moveTo>
                  <a:lnTo>
                    <a:pt x="77533" y="468431"/>
                  </a:lnTo>
                  <a:lnTo>
                    <a:pt x="77533" y="479437"/>
                  </a:lnTo>
                  <a:close/>
                  <a:moveTo>
                    <a:pt x="77533" y="468431"/>
                  </a:moveTo>
                  <a:lnTo>
                    <a:pt x="116299" y="468431"/>
                  </a:lnTo>
                  <a:lnTo>
                    <a:pt x="116299" y="431469"/>
                  </a:lnTo>
                  <a:close/>
                  <a:moveTo>
                    <a:pt x="155066" y="468431"/>
                  </a:moveTo>
                  <a:lnTo>
                    <a:pt x="116299" y="468431"/>
                  </a:lnTo>
                  <a:lnTo>
                    <a:pt x="116299" y="481772"/>
                  </a:lnTo>
                  <a:close/>
                  <a:moveTo>
                    <a:pt x="116299" y="468431"/>
                  </a:moveTo>
                  <a:lnTo>
                    <a:pt x="155066" y="468431"/>
                  </a:lnTo>
                  <a:lnTo>
                    <a:pt x="155066" y="431469"/>
                  </a:lnTo>
                  <a:close/>
                  <a:moveTo>
                    <a:pt x="155066" y="468431"/>
                  </a:moveTo>
                  <a:lnTo>
                    <a:pt x="193832" y="468431"/>
                  </a:lnTo>
                  <a:lnTo>
                    <a:pt x="193832" y="431469"/>
                  </a:lnTo>
                  <a:close/>
                  <a:moveTo>
                    <a:pt x="232599" y="431469"/>
                  </a:moveTo>
                  <a:lnTo>
                    <a:pt x="210278" y="468431"/>
                  </a:lnTo>
                  <a:lnTo>
                    <a:pt x="232599" y="461916"/>
                  </a:lnTo>
                  <a:close/>
                  <a:moveTo>
                    <a:pt x="193832" y="468431"/>
                  </a:moveTo>
                  <a:lnTo>
                    <a:pt x="210278" y="468431"/>
                  </a:lnTo>
                  <a:lnTo>
                    <a:pt x="232599" y="431469"/>
                  </a:lnTo>
                  <a:close/>
                  <a:moveTo>
                    <a:pt x="193832" y="431469"/>
                  </a:moveTo>
                  <a:lnTo>
                    <a:pt x="193832" y="468431"/>
                  </a:lnTo>
                  <a:lnTo>
                    <a:pt x="232599" y="431469"/>
                  </a:lnTo>
                  <a:close/>
                  <a:moveTo>
                    <a:pt x="0" y="431469"/>
                  </a:moveTo>
                  <a:lnTo>
                    <a:pt x="38766" y="431469"/>
                  </a:lnTo>
                  <a:lnTo>
                    <a:pt x="38766" y="394507"/>
                  </a:lnTo>
                  <a:close/>
                  <a:moveTo>
                    <a:pt x="0" y="431469"/>
                  </a:moveTo>
                  <a:lnTo>
                    <a:pt x="38766" y="394507"/>
                  </a:lnTo>
                  <a:lnTo>
                    <a:pt x="0" y="394507"/>
                  </a:lnTo>
                  <a:close/>
                  <a:moveTo>
                    <a:pt x="271365" y="431469"/>
                  </a:moveTo>
                  <a:lnTo>
                    <a:pt x="232599" y="431469"/>
                  </a:lnTo>
                  <a:lnTo>
                    <a:pt x="232599" y="461916"/>
                  </a:lnTo>
                  <a:close/>
                  <a:moveTo>
                    <a:pt x="271365" y="394507"/>
                  </a:moveTo>
                  <a:lnTo>
                    <a:pt x="232599" y="431469"/>
                  </a:lnTo>
                  <a:lnTo>
                    <a:pt x="271365" y="431469"/>
                  </a:lnTo>
                  <a:close/>
                  <a:moveTo>
                    <a:pt x="271365" y="394507"/>
                  </a:moveTo>
                  <a:lnTo>
                    <a:pt x="271365" y="431469"/>
                  </a:lnTo>
                  <a:lnTo>
                    <a:pt x="310131" y="394507"/>
                  </a:lnTo>
                  <a:close/>
                  <a:moveTo>
                    <a:pt x="38766" y="357545"/>
                  </a:moveTo>
                  <a:lnTo>
                    <a:pt x="1410" y="357545"/>
                  </a:lnTo>
                  <a:lnTo>
                    <a:pt x="0" y="394507"/>
                  </a:lnTo>
                  <a:close/>
                  <a:moveTo>
                    <a:pt x="38766" y="394507"/>
                  </a:moveTo>
                  <a:lnTo>
                    <a:pt x="38766" y="357545"/>
                  </a:lnTo>
                  <a:lnTo>
                    <a:pt x="0" y="394507"/>
                  </a:lnTo>
                  <a:close/>
                  <a:moveTo>
                    <a:pt x="271365" y="394507"/>
                  </a:moveTo>
                  <a:lnTo>
                    <a:pt x="310131" y="394507"/>
                  </a:lnTo>
                  <a:lnTo>
                    <a:pt x="310131" y="357545"/>
                  </a:lnTo>
                  <a:close/>
                  <a:moveTo>
                    <a:pt x="310131" y="357545"/>
                  </a:moveTo>
                  <a:lnTo>
                    <a:pt x="310131" y="394507"/>
                  </a:lnTo>
                  <a:lnTo>
                    <a:pt x="319837" y="394507"/>
                  </a:lnTo>
                  <a:close/>
                  <a:moveTo>
                    <a:pt x="38766" y="357545"/>
                  </a:moveTo>
                  <a:lnTo>
                    <a:pt x="77533" y="357545"/>
                  </a:lnTo>
                  <a:lnTo>
                    <a:pt x="77533" y="320583"/>
                  </a:lnTo>
                  <a:close/>
                  <a:moveTo>
                    <a:pt x="38766" y="357545"/>
                  </a:moveTo>
                  <a:lnTo>
                    <a:pt x="77533" y="320583"/>
                  </a:lnTo>
                  <a:lnTo>
                    <a:pt x="38766" y="320583"/>
                  </a:lnTo>
                  <a:close/>
                  <a:moveTo>
                    <a:pt x="271365" y="357545"/>
                  </a:moveTo>
                  <a:lnTo>
                    <a:pt x="310131" y="357545"/>
                  </a:lnTo>
                  <a:lnTo>
                    <a:pt x="310131" y="320583"/>
                  </a:lnTo>
                  <a:close/>
                  <a:moveTo>
                    <a:pt x="310131" y="320583"/>
                  </a:moveTo>
                  <a:lnTo>
                    <a:pt x="310131" y="357545"/>
                  </a:lnTo>
                  <a:lnTo>
                    <a:pt x="332035" y="357545"/>
                  </a:lnTo>
                  <a:close/>
                  <a:moveTo>
                    <a:pt x="116299" y="283622"/>
                  </a:moveTo>
                  <a:lnTo>
                    <a:pt x="89561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16299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55066" y="283622"/>
                  </a:lnTo>
                  <a:lnTo>
                    <a:pt x="116299" y="283622"/>
                  </a:lnTo>
                  <a:close/>
                  <a:moveTo>
                    <a:pt x="271365" y="320583"/>
                  </a:moveTo>
                  <a:lnTo>
                    <a:pt x="310131" y="320583"/>
                  </a:lnTo>
                  <a:lnTo>
                    <a:pt x="310131" y="283622"/>
                  </a:lnTo>
                  <a:close/>
                  <a:moveTo>
                    <a:pt x="310131" y="283622"/>
                  </a:moveTo>
                  <a:lnTo>
                    <a:pt x="310131" y="320583"/>
                  </a:lnTo>
                  <a:lnTo>
                    <a:pt x="333810" y="320583"/>
                  </a:lnTo>
                  <a:close/>
                  <a:moveTo>
                    <a:pt x="155066" y="246660"/>
                  </a:moveTo>
                  <a:lnTo>
                    <a:pt x="126528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55066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93832" y="246660"/>
                  </a:lnTo>
                  <a:lnTo>
                    <a:pt x="155066" y="246660"/>
                  </a:lnTo>
                  <a:close/>
                  <a:moveTo>
                    <a:pt x="271365" y="283622"/>
                  </a:moveTo>
                  <a:lnTo>
                    <a:pt x="310131" y="283622"/>
                  </a:lnTo>
                  <a:lnTo>
                    <a:pt x="310131" y="246660"/>
                  </a:lnTo>
                  <a:close/>
                  <a:moveTo>
                    <a:pt x="271365" y="283622"/>
                  </a:moveTo>
                  <a:lnTo>
                    <a:pt x="310131" y="246660"/>
                  </a:lnTo>
                  <a:lnTo>
                    <a:pt x="271365" y="246660"/>
                  </a:lnTo>
                  <a:close/>
                  <a:moveTo>
                    <a:pt x="155066" y="246660"/>
                  </a:moveTo>
                  <a:lnTo>
                    <a:pt x="193832" y="246660"/>
                  </a:lnTo>
                  <a:lnTo>
                    <a:pt x="193832" y="209698"/>
                  </a:lnTo>
                  <a:close/>
                  <a:moveTo>
                    <a:pt x="155066" y="246660"/>
                  </a:moveTo>
                  <a:lnTo>
                    <a:pt x="193832" y="209698"/>
                  </a:lnTo>
                  <a:lnTo>
                    <a:pt x="155066" y="209698"/>
                  </a:lnTo>
                  <a:close/>
                  <a:moveTo>
                    <a:pt x="193832" y="246660"/>
                  </a:moveTo>
                  <a:lnTo>
                    <a:pt x="232599" y="246660"/>
                  </a:lnTo>
                  <a:lnTo>
                    <a:pt x="232599" y="209698"/>
                  </a:lnTo>
                  <a:close/>
                  <a:moveTo>
                    <a:pt x="193832" y="246660"/>
                  </a:moveTo>
                  <a:lnTo>
                    <a:pt x="232599" y="209698"/>
                  </a:lnTo>
                  <a:lnTo>
                    <a:pt x="193832" y="209698"/>
                  </a:lnTo>
                  <a:close/>
                  <a:moveTo>
                    <a:pt x="232599" y="246660"/>
                  </a:moveTo>
                  <a:lnTo>
                    <a:pt x="271365" y="246660"/>
                  </a:lnTo>
                  <a:lnTo>
                    <a:pt x="271365" y="209698"/>
                  </a:lnTo>
                  <a:close/>
                  <a:moveTo>
                    <a:pt x="232599" y="246660"/>
                  </a:moveTo>
                  <a:lnTo>
                    <a:pt x="271365" y="209698"/>
                  </a:lnTo>
                  <a:lnTo>
                    <a:pt x="232599" y="209698"/>
                  </a:lnTo>
                  <a:close/>
                  <a:moveTo>
                    <a:pt x="271365" y="246660"/>
                  </a:moveTo>
                  <a:lnTo>
                    <a:pt x="310131" y="246660"/>
                  </a:lnTo>
                  <a:lnTo>
                    <a:pt x="310131" y="209698"/>
                  </a:lnTo>
                  <a:close/>
                  <a:moveTo>
                    <a:pt x="271365" y="246660"/>
                  </a:moveTo>
                  <a:lnTo>
                    <a:pt x="310131" y="209698"/>
                  </a:lnTo>
                  <a:lnTo>
                    <a:pt x="271365" y="209698"/>
                  </a:lnTo>
                  <a:close/>
                  <a:moveTo>
                    <a:pt x="155066" y="209698"/>
                  </a:moveTo>
                  <a:lnTo>
                    <a:pt x="193832" y="209698"/>
                  </a:lnTo>
                  <a:lnTo>
                    <a:pt x="193832" y="172736"/>
                  </a:lnTo>
                  <a:close/>
                  <a:moveTo>
                    <a:pt x="155066" y="209698"/>
                  </a:moveTo>
                  <a:lnTo>
                    <a:pt x="193832" y="172736"/>
                  </a:lnTo>
                  <a:lnTo>
                    <a:pt x="155066" y="172736"/>
                  </a:lnTo>
                  <a:close/>
                  <a:moveTo>
                    <a:pt x="193832" y="209698"/>
                  </a:moveTo>
                  <a:lnTo>
                    <a:pt x="232599" y="209698"/>
                  </a:lnTo>
                  <a:lnTo>
                    <a:pt x="232599" y="172736"/>
                  </a:lnTo>
                  <a:close/>
                  <a:moveTo>
                    <a:pt x="193832" y="209698"/>
                  </a:moveTo>
                  <a:lnTo>
                    <a:pt x="232599" y="172736"/>
                  </a:lnTo>
                  <a:lnTo>
                    <a:pt x="193832" y="172736"/>
                  </a:lnTo>
                  <a:close/>
                  <a:moveTo>
                    <a:pt x="232599" y="209698"/>
                  </a:moveTo>
                  <a:lnTo>
                    <a:pt x="271365" y="209698"/>
                  </a:lnTo>
                  <a:lnTo>
                    <a:pt x="271365" y="172736"/>
                  </a:lnTo>
                  <a:close/>
                  <a:moveTo>
                    <a:pt x="232599" y="209698"/>
                  </a:moveTo>
                  <a:lnTo>
                    <a:pt x="271365" y="172736"/>
                  </a:lnTo>
                  <a:lnTo>
                    <a:pt x="232599" y="172736"/>
                  </a:lnTo>
                  <a:close/>
                  <a:moveTo>
                    <a:pt x="116299" y="135774"/>
                  </a:moveTo>
                  <a:lnTo>
                    <a:pt x="116299" y="172291"/>
                  </a:lnTo>
                  <a:lnTo>
                    <a:pt x="155066" y="172736"/>
                  </a:lnTo>
                  <a:close/>
                  <a:moveTo>
                    <a:pt x="155066" y="135774"/>
                  </a:moveTo>
                  <a:lnTo>
                    <a:pt x="116299" y="135774"/>
                  </a:lnTo>
                  <a:lnTo>
                    <a:pt x="155066" y="172736"/>
                  </a:lnTo>
                  <a:close/>
                  <a:moveTo>
                    <a:pt x="155066" y="172736"/>
                  </a:moveTo>
                  <a:lnTo>
                    <a:pt x="193832" y="172736"/>
                  </a:lnTo>
                  <a:lnTo>
                    <a:pt x="193832" y="135774"/>
                  </a:lnTo>
                  <a:close/>
                  <a:moveTo>
                    <a:pt x="155066" y="172736"/>
                  </a:moveTo>
                  <a:lnTo>
                    <a:pt x="193832" y="135774"/>
                  </a:lnTo>
                  <a:lnTo>
                    <a:pt x="155066" y="135774"/>
                  </a:lnTo>
                  <a:close/>
                  <a:moveTo>
                    <a:pt x="193832" y="172736"/>
                  </a:moveTo>
                  <a:lnTo>
                    <a:pt x="232599" y="172736"/>
                  </a:lnTo>
                  <a:lnTo>
                    <a:pt x="232599" y="135774"/>
                  </a:lnTo>
                  <a:close/>
                  <a:moveTo>
                    <a:pt x="193832" y="172736"/>
                  </a:moveTo>
                  <a:lnTo>
                    <a:pt x="232599" y="135774"/>
                  </a:lnTo>
                  <a:lnTo>
                    <a:pt x="193832" y="135774"/>
                  </a:lnTo>
                  <a:close/>
                  <a:moveTo>
                    <a:pt x="77533" y="98812"/>
                  </a:moveTo>
                  <a:lnTo>
                    <a:pt x="38766" y="98812"/>
                  </a:lnTo>
                  <a:lnTo>
                    <a:pt x="77533" y="135774"/>
                  </a:lnTo>
                  <a:close/>
                  <a:moveTo>
                    <a:pt x="116299" y="135774"/>
                  </a:moveTo>
                  <a:lnTo>
                    <a:pt x="77533" y="135774"/>
                  </a:lnTo>
                  <a:lnTo>
                    <a:pt x="77533" y="149017"/>
                  </a:lnTo>
                  <a:close/>
                  <a:moveTo>
                    <a:pt x="77533" y="135774"/>
                  </a:moveTo>
                  <a:lnTo>
                    <a:pt x="116299" y="135774"/>
                  </a:lnTo>
                  <a:lnTo>
                    <a:pt x="116299" y="98812"/>
                  </a:lnTo>
                  <a:close/>
                  <a:moveTo>
                    <a:pt x="77533" y="135774"/>
                  </a:moveTo>
                  <a:lnTo>
                    <a:pt x="116299" y="98812"/>
                  </a:lnTo>
                  <a:lnTo>
                    <a:pt x="77533" y="98812"/>
                  </a:lnTo>
                  <a:close/>
                  <a:moveTo>
                    <a:pt x="116299" y="135774"/>
                  </a:moveTo>
                  <a:lnTo>
                    <a:pt x="155066" y="135774"/>
                  </a:lnTo>
                  <a:lnTo>
                    <a:pt x="155066" y="98812"/>
                  </a:lnTo>
                  <a:close/>
                  <a:moveTo>
                    <a:pt x="116299" y="135774"/>
                  </a:moveTo>
                  <a:lnTo>
                    <a:pt x="155066" y="98812"/>
                  </a:lnTo>
                  <a:lnTo>
                    <a:pt x="116299" y="98812"/>
                  </a:lnTo>
                  <a:close/>
                  <a:moveTo>
                    <a:pt x="155066" y="135774"/>
                  </a:moveTo>
                  <a:lnTo>
                    <a:pt x="193832" y="135774"/>
                  </a:lnTo>
                  <a:lnTo>
                    <a:pt x="193832" y="98812"/>
                  </a:lnTo>
                  <a:close/>
                  <a:moveTo>
                    <a:pt x="155066" y="135774"/>
                  </a:moveTo>
                  <a:lnTo>
                    <a:pt x="193832" y="98812"/>
                  </a:lnTo>
                  <a:lnTo>
                    <a:pt x="155066" y="98812"/>
                  </a:lnTo>
                  <a:close/>
                  <a:moveTo>
                    <a:pt x="193832" y="135774"/>
                  </a:moveTo>
                  <a:lnTo>
                    <a:pt x="232599" y="135774"/>
                  </a:lnTo>
                  <a:lnTo>
                    <a:pt x="193832" y="98812"/>
                  </a:lnTo>
                  <a:close/>
                  <a:moveTo>
                    <a:pt x="14645" y="61850"/>
                  </a:moveTo>
                  <a:lnTo>
                    <a:pt x="38766" y="98812"/>
                  </a:lnTo>
                  <a:lnTo>
                    <a:pt x="38766" y="61850"/>
                  </a:lnTo>
                  <a:close/>
                  <a:moveTo>
                    <a:pt x="38766" y="98812"/>
                  </a:moveTo>
                  <a:lnTo>
                    <a:pt x="77533" y="98812"/>
                  </a:lnTo>
                  <a:lnTo>
                    <a:pt x="77533" y="61850"/>
                  </a:lnTo>
                  <a:close/>
                  <a:moveTo>
                    <a:pt x="38766" y="98812"/>
                  </a:moveTo>
                  <a:lnTo>
                    <a:pt x="77533" y="61850"/>
                  </a:lnTo>
                  <a:lnTo>
                    <a:pt x="38766" y="61850"/>
                  </a:lnTo>
                  <a:close/>
                  <a:moveTo>
                    <a:pt x="116299" y="98812"/>
                  </a:moveTo>
                  <a:lnTo>
                    <a:pt x="155066" y="98812"/>
                  </a:lnTo>
                  <a:lnTo>
                    <a:pt x="155066" y="61850"/>
                  </a:lnTo>
                  <a:close/>
                  <a:moveTo>
                    <a:pt x="116299" y="98812"/>
                  </a:moveTo>
                  <a:lnTo>
                    <a:pt x="155066" y="61850"/>
                  </a:lnTo>
                  <a:lnTo>
                    <a:pt x="116299" y="61850"/>
                  </a:lnTo>
                  <a:close/>
                  <a:moveTo>
                    <a:pt x="193832" y="98812"/>
                  </a:moveTo>
                  <a:lnTo>
                    <a:pt x="193832" y="69096"/>
                  </a:lnTo>
                  <a:lnTo>
                    <a:pt x="155066" y="61850"/>
                  </a:lnTo>
                  <a:close/>
                  <a:moveTo>
                    <a:pt x="155066" y="98812"/>
                  </a:moveTo>
                  <a:lnTo>
                    <a:pt x="193832" y="98812"/>
                  </a:lnTo>
                  <a:lnTo>
                    <a:pt x="155066" y="61850"/>
                  </a:lnTo>
                  <a:close/>
                  <a:moveTo>
                    <a:pt x="29559" y="24889"/>
                  </a:moveTo>
                  <a:lnTo>
                    <a:pt x="38766" y="61850"/>
                  </a:lnTo>
                  <a:lnTo>
                    <a:pt x="38766" y="24889"/>
                  </a:lnTo>
                  <a:close/>
                  <a:moveTo>
                    <a:pt x="38766" y="61850"/>
                  </a:moveTo>
                  <a:lnTo>
                    <a:pt x="77533" y="61850"/>
                  </a:lnTo>
                  <a:lnTo>
                    <a:pt x="77533" y="24889"/>
                  </a:lnTo>
                  <a:close/>
                  <a:moveTo>
                    <a:pt x="38766" y="61850"/>
                  </a:moveTo>
                  <a:lnTo>
                    <a:pt x="77533" y="24889"/>
                  </a:lnTo>
                  <a:lnTo>
                    <a:pt x="38766" y="24889"/>
                  </a:lnTo>
                  <a:close/>
                  <a:moveTo>
                    <a:pt x="77533" y="61850"/>
                  </a:moveTo>
                  <a:lnTo>
                    <a:pt x="116299" y="61850"/>
                  </a:lnTo>
                  <a:lnTo>
                    <a:pt x="116299" y="24889"/>
                  </a:lnTo>
                  <a:close/>
                  <a:moveTo>
                    <a:pt x="77533" y="61850"/>
                  </a:moveTo>
                  <a:lnTo>
                    <a:pt x="116299" y="24889"/>
                  </a:lnTo>
                  <a:lnTo>
                    <a:pt x="77533" y="24889"/>
                  </a:lnTo>
                  <a:close/>
                  <a:moveTo>
                    <a:pt x="116299" y="61850"/>
                  </a:moveTo>
                  <a:lnTo>
                    <a:pt x="155066" y="61850"/>
                  </a:lnTo>
                  <a:lnTo>
                    <a:pt x="155066" y="24889"/>
                  </a:lnTo>
                  <a:close/>
                  <a:moveTo>
                    <a:pt x="116299" y="61850"/>
                  </a:moveTo>
                  <a:lnTo>
                    <a:pt x="155066" y="24889"/>
                  </a:lnTo>
                  <a:lnTo>
                    <a:pt x="116299" y="24889"/>
                  </a:lnTo>
                  <a:close/>
                  <a:moveTo>
                    <a:pt x="38766" y="24889"/>
                  </a:moveTo>
                  <a:lnTo>
                    <a:pt x="77533" y="24889"/>
                  </a:lnTo>
                  <a:lnTo>
                    <a:pt x="77533" y="0"/>
                  </a:lnTo>
                  <a:close/>
                  <a:moveTo>
                    <a:pt x="77533" y="24889"/>
                  </a:moveTo>
                  <a:lnTo>
                    <a:pt x="116299" y="24889"/>
                  </a:lnTo>
                  <a:lnTo>
                    <a:pt x="116299" y="2483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3972" name="Candidate_B3__3971">
              <a:extLst>
                <a:ext uri="{FF2B5EF4-FFF2-40B4-BE49-F238E27FC236}">
                  <a16:creationId xmlns:a16="http://schemas.microsoft.com/office/drawing/2014/main" id="{37D1EC97-43BB-BECD-ED2A-41128E3D014B}"/>
                </a:ext>
              </a:extLst>
            </p:cNvPr>
            <p:cNvSpPr>
              <a:spLocks noGrp="1"/>
            </p:cNvSpPr>
            <p:nvPr/>
          </p:nvSpPr>
          <p:spPr>
            <a:xfrm>
              <a:off x="4795633" y="4170064"/>
              <a:ext cx="271365" cy="406580"/>
            </a:xfrm>
            <a:custGeom>
              <a:avLst/>
              <a:gdLst/>
              <a:ahLst/>
              <a:cxnLst/>
              <a:rect l="0" t="0" r="0" b="0"/>
              <a:pathLst>
                <a:path w="271365" h="406580">
                  <a:moveTo>
                    <a:pt x="38766" y="406580"/>
                  </a:moveTo>
                  <a:lnTo>
                    <a:pt x="77533" y="369618"/>
                  </a:lnTo>
                  <a:lnTo>
                    <a:pt x="38766" y="369618"/>
                  </a:lnTo>
                  <a:close/>
                  <a:moveTo>
                    <a:pt x="77533" y="406580"/>
                  </a:moveTo>
                  <a:lnTo>
                    <a:pt x="116299" y="369618"/>
                  </a:lnTo>
                  <a:lnTo>
                    <a:pt x="77533" y="369618"/>
                  </a:lnTo>
                  <a:close/>
                  <a:moveTo>
                    <a:pt x="116299" y="406580"/>
                  </a:moveTo>
                  <a:lnTo>
                    <a:pt x="155066" y="369618"/>
                  </a:lnTo>
                  <a:lnTo>
                    <a:pt x="116299" y="369618"/>
                  </a:lnTo>
                  <a:close/>
                  <a:moveTo>
                    <a:pt x="0" y="369618"/>
                  </a:moveTo>
                  <a:lnTo>
                    <a:pt x="38766" y="369618"/>
                  </a:lnTo>
                  <a:lnTo>
                    <a:pt x="38766" y="332657"/>
                  </a:lnTo>
                  <a:close/>
                  <a:moveTo>
                    <a:pt x="0" y="369618"/>
                  </a:moveTo>
                  <a:lnTo>
                    <a:pt x="38766" y="332657"/>
                  </a:lnTo>
                  <a:lnTo>
                    <a:pt x="0" y="332657"/>
                  </a:lnTo>
                  <a:close/>
                  <a:moveTo>
                    <a:pt x="77533" y="357257"/>
                  </a:moveTo>
                  <a:lnTo>
                    <a:pt x="43492" y="332657"/>
                  </a:lnTo>
                  <a:lnTo>
                    <a:pt x="77533" y="369618"/>
                  </a:lnTo>
                  <a:close/>
                  <a:moveTo>
                    <a:pt x="77533" y="369618"/>
                  </a:moveTo>
                  <a:lnTo>
                    <a:pt x="43492" y="332657"/>
                  </a:lnTo>
                  <a:lnTo>
                    <a:pt x="38766" y="332657"/>
                  </a:lnTo>
                  <a:close/>
                  <a:moveTo>
                    <a:pt x="77533" y="369618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77533" y="369618"/>
                  </a:moveTo>
                  <a:lnTo>
                    <a:pt x="116299" y="369618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16299" y="363551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55066" y="369618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55066" y="358596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93832" y="369618"/>
                  </a:lnTo>
                  <a:lnTo>
                    <a:pt x="155066" y="358596"/>
                  </a:lnTo>
                  <a:close/>
                  <a:moveTo>
                    <a:pt x="193832" y="369618"/>
                  </a:moveTo>
                  <a:lnTo>
                    <a:pt x="193832" y="343913"/>
                  </a:lnTo>
                  <a:lnTo>
                    <a:pt x="155066" y="358596"/>
                  </a:lnTo>
                  <a:close/>
                  <a:moveTo>
                    <a:pt x="209641" y="332657"/>
                  </a:moveTo>
                  <a:lnTo>
                    <a:pt x="193832" y="343913"/>
                  </a:lnTo>
                  <a:lnTo>
                    <a:pt x="232598" y="332657"/>
                  </a:lnTo>
                  <a:close/>
                  <a:moveTo>
                    <a:pt x="232598" y="332657"/>
                  </a:moveTo>
                  <a:lnTo>
                    <a:pt x="193832" y="343913"/>
                  </a:lnTo>
                  <a:lnTo>
                    <a:pt x="193832" y="369618"/>
                  </a:lnTo>
                  <a:close/>
                  <a:moveTo>
                    <a:pt x="0" y="332657"/>
                  </a:moveTo>
                  <a:lnTo>
                    <a:pt x="38766" y="332657"/>
                  </a:lnTo>
                  <a:lnTo>
                    <a:pt x="38766" y="295695"/>
                  </a:lnTo>
                  <a:close/>
                  <a:moveTo>
                    <a:pt x="0" y="332657"/>
                  </a:moveTo>
                  <a:lnTo>
                    <a:pt x="38766" y="295695"/>
                  </a:lnTo>
                  <a:lnTo>
                    <a:pt x="0" y="295695"/>
                  </a:lnTo>
                  <a:close/>
                  <a:moveTo>
                    <a:pt x="43492" y="332657"/>
                  </a:moveTo>
                  <a:lnTo>
                    <a:pt x="59748" y="295695"/>
                  </a:lnTo>
                  <a:lnTo>
                    <a:pt x="38766" y="332657"/>
                  </a:lnTo>
                  <a:close/>
                  <a:moveTo>
                    <a:pt x="59748" y="295695"/>
                  </a:moveTo>
                  <a:lnTo>
                    <a:pt x="38766" y="295695"/>
                  </a:lnTo>
                  <a:lnTo>
                    <a:pt x="38766" y="332657"/>
                  </a:lnTo>
                  <a:close/>
                  <a:moveTo>
                    <a:pt x="232598" y="332657"/>
                  </a:moveTo>
                  <a:lnTo>
                    <a:pt x="271365" y="295695"/>
                  </a:lnTo>
                  <a:lnTo>
                    <a:pt x="232598" y="295695"/>
                  </a:lnTo>
                  <a:close/>
                  <a:moveTo>
                    <a:pt x="232598" y="332657"/>
                  </a:moveTo>
                  <a:lnTo>
                    <a:pt x="232598" y="295695"/>
                  </a:lnTo>
                  <a:lnTo>
                    <a:pt x="209641" y="332657"/>
                  </a:lnTo>
                  <a:close/>
                  <a:moveTo>
                    <a:pt x="232598" y="295695"/>
                  </a:moveTo>
                  <a:lnTo>
                    <a:pt x="230826" y="295695"/>
                  </a:lnTo>
                  <a:lnTo>
                    <a:pt x="209641" y="332657"/>
                  </a:lnTo>
                  <a:close/>
                  <a:moveTo>
                    <a:pt x="59748" y="295695"/>
                  </a:moveTo>
                  <a:lnTo>
                    <a:pt x="77533" y="281627"/>
                  </a:lnTo>
                  <a:lnTo>
                    <a:pt x="38766" y="295695"/>
                  </a:lnTo>
                  <a:close/>
                  <a:moveTo>
                    <a:pt x="38766" y="295695"/>
                  </a:moveTo>
                  <a:lnTo>
                    <a:pt x="77533" y="281627"/>
                  </a:lnTo>
                  <a:lnTo>
                    <a:pt x="77533" y="258733"/>
                  </a:lnTo>
                  <a:close/>
                  <a:moveTo>
                    <a:pt x="38766" y="295695"/>
                  </a:moveTo>
                  <a:lnTo>
                    <a:pt x="77533" y="258733"/>
                  </a:lnTo>
                  <a:lnTo>
                    <a:pt x="38766" y="258733"/>
                  </a:lnTo>
                  <a:close/>
                  <a:moveTo>
                    <a:pt x="232598" y="295695"/>
                  </a:moveTo>
                  <a:lnTo>
                    <a:pt x="271365" y="258733"/>
                  </a:lnTo>
                  <a:lnTo>
                    <a:pt x="232598" y="258733"/>
                  </a:lnTo>
                  <a:close/>
                  <a:moveTo>
                    <a:pt x="232598" y="295695"/>
                  </a:moveTo>
                  <a:lnTo>
                    <a:pt x="232598" y="258733"/>
                  </a:lnTo>
                  <a:lnTo>
                    <a:pt x="230826" y="295695"/>
                  </a:lnTo>
                  <a:close/>
                  <a:moveTo>
                    <a:pt x="232598" y="258733"/>
                  </a:moveTo>
                  <a:lnTo>
                    <a:pt x="221854" y="258733"/>
                  </a:lnTo>
                  <a:lnTo>
                    <a:pt x="230826" y="295695"/>
                  </a:lnTo>
                  <a:close/>
                  <a:moveTo>
                    <a:pt x="108315" y="258733"/>
                  </a:moveTo>
                  <a:lnTo>
                    <a:pt x="116299" y="253676"/>
                  </a:lnTo>
                  <a:lnTo>
                    <a:pt x="77533" y="258733"/>
                  </a:lnTo>
                  <a:close/>
                  <a:moveTo>
                    <a:pt x="77533" y="258733"/>
                  </a:moveTo>
                  <a:lnTo>
                    <a:pt x="116299" y="253676"/>
                  </a:lnTo>
                  <a:lnTo>
                    <a:pt x="116299" y="221771"/>
                  </a:lnTo>
                  <a:close/>
                  <a:moveTo>
                    <a:pt x="77533" y="258733"/>
                  </a:moveTo>
                  <a:lnTo>
                    <a:pt x="77533" y="281627"/>
                  </a:lnTo>
                  <a:lnTo>
                    <a:pt x="108315" y="258733"/>
                  </a:lnTo>
                  <a:close/>
                  <a:moveTo>
                    <a:pt x="232598" y="258733"/>
                  </a:moveTo>
                  <a:lnTo>
                    <a:pt x="271365" y="221771"/>
                  </a:lnTo>
                  <a:lnTo>
                    <a:pt x="232598" y="221771"/>
                  </a:lnTo>
                  <a:close/>
                  <a:moveTo>
                    <a:pt x="193832" y="233980"/>
                  </a:moveTo>
                  <a:lnTo>
                    <a:pt x="221854" y="258733"/>
                  </a:lnTo>
                  <a:lnTo>
                    <a:pt x="193832" y="221771"/>
                  </a:lnTo>
                  <a:close/>
                  <a:moveTo>
                    <a:pt x="193832" y="221771"/>
                  </a:moveTo>
                  <a:lnTo>
                    <a:pt x="221854" y="258733"/>
                  </a:lnTo>
                  <a:lnTo>
                    <a:pt x="232598" y="258733"/>
                  </a:lnTo>
                  <a:close/>
                  <a:moveTo>
                    <a:pt x="193832" y="221771"/>
                  </a:moveTo>
                  <a:lnTo>
                    <a:pt x="232598" y="258733"/>
                  </a:lnTo>
                  <a:lnTo>
                    <a:pt x="232598" y="221771"/>
                  </a:lnTo>
                  <a:close/>
                  <a:moveTo>
                    <a:pt x="116299" y="221771"/>
                  </a:moveTo>
                  <a:lnTo>
                    <a:pt x="155066" y="221771"/>
                  </a:lnTo>
                  <a:lnTo>
                    <a:pt x="155066" y="184809"/>
                  </a:lnTo>
                  <a:close/>
                  <a:moveTo>
                    <a:pt x="155066" y="221771"/>
                  </a:moveTo>
                  <a:lnTo>
                    <a:pt x="116299" y="221771"/>
                  </a:lnTo>
                  <a:lnTo>
                    <a:pt x="155066" y="236080"/>
                  </a:lnTo>
                  <a:close/>
                  <a:moveTo>
                    <a:pt x="116299" y="221771"/>
                  </a:moveTo>
                  <a:lnTo>
                    <a:pt x="116299" y="253676"/>
                  </a:lnTo>
                  <a:lnTo>
                    <a:pt x="155066" y="236080"/>
                  </a:lnTo>
                  <a:close/>
                  <a:moveTo>
                    <a:pt x="155066" y="221771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066" y="221771"/>
                  </a:moveTo>
                  <a:lnTo>
                    <a:pt x="193832" y="184809"/>
                  </a:lnTo>
                  <a:lnTo>
                    <a:pt x="155066" y="184809"/>
                  </a:lnTo>
                  <a:close/>
                  <a:moveTo>
                    <a:pt x="193832" y="221771"/>
                  </a:moveTo>
                  <a:lnTo>
                    <a:pt x="155066" y="221771"/>
                  </a:lnTo>
                  <a:lnTo>
                    <a:pt x="193832" y="233980"/>
                  </a:lnTo>
                  <a:close/>
                  <a:moveTo>
                    <a:pt x="155066" y="221771"/>
                  </a:moveTo>
                  <a:lnTo>
                    <a:pt x="155066" y="236080"/>
                  </a:lnTo>
                  <a:lnTo>
                    <a:pt x="193832" y="233980"/>
                  </a:lnTo>
                  <a:close/>
                  <a:moveTo>
                    <a:pt x="193832" y="221771"/>
                  </a:moveTo>
                  <a:lnTo>
                    <a:pt x="232598" y="221771"/>
                  </a:lnTo>
                  <a:lnTo>
                    <a:pt x="232598" y="184809"/>
                  </a:lnTo>
                  <a:close/>
                  <a:moveTo>
                    <a:pt x="193832" y="221771"/>
                  </a:moveTo>
                  <a:lnTo>
                    <a:pt x="232598" y="184809"/>
                  </a:lnTo>
                  <a:lnTo>
                    <a:pt x="193832" y="184809"/>
                  </a:lnTo>
                  <a:close/>
                  <a:moveTo>
                    <a:pt x="38766" y="36962"/>
                  </a:moveTo>
                  <a:lnTo>
                    <a:pt x="77533" y="36962"/>
                  </a:lnTo>
                  <a:lnTo>
                    <a:pt x="77533" y="0"/>
                  </a:lnTo>
                  <a:close/>
                  <a:moveTo>
                    <a:pt x="38766" y="36962"/>
                  </a:moveTo>
                  <a:lnTo>
                    <a:pt x="77533" y="0"/>
                  </a:lnTo>
                  <a:lnTo>
                    <a:pt x="38766" y="0"/>
                  </a:lnTo>
                  <a:close/>
                  <a:moveTo>
                    <a:pt x="43492" y="332657"/>
                  </a:moveTo>
                  <a:lnTo>
                    <a:pt x="77533" y="357257"/>
                  </a:lnTo>
                  <a:lnTo>
                    <a:pt x="77533" y="332657"/>
                  </a:lnTo>
                  <a:close/>
                  <a:moveTo>
                    <a:pt x="59748" y="295695"/>
                  </a:moveTo>
                  <a:lnTo>
                    <a:pt x="77533" y="332657"/>
                  </a:lnTo>
                  <a:lnTo>
                    <a:pt x="77533" y="295695"/>
                  </a:lnTo>
                  <a:close/>
                  <a:moveTo>
                    <a:pt x="59748" y="295695"/>
                  </a:moveTo>
                  <a:lnTo>
                    <a:pt x="43492" y="332657"/>
                  </a:lnTo>
                  <a:lnTo>
                    <a:pt x="77533" y="332657"/>
                  </a:lnTo>
                  <a:close/>
                  <a:moveTo>
                    <a:pt x="116299" y="332657"/>
                  </a:moveTo>
                  <a:lnTo>
                    <a:pt x="77533" y="357257"/>
                  </a:lnTo>
                  <a:lnTo>
                    <a:pt x="116299" y="363551"/>
                  </a:lnTo>
                  <a:close/>
                  <a:moveTo>
                    <a:pt x="155066" y="332657"/>
                  </a:moveTo>
                  <a:lnTo>
                    <a:pt x="116299" y="363551"/>
                  </a:lnTo>
                  <a:lnTo>
                    <a:pt x="155066" y="358596"/>
                  </a:lnTo>
                  <a:close/>
                  <a:moveTo>
                    <a:pt x="193832" y="332657"/>
                  </a:moveTo>
                  <a:lnTo>
                    <a:pt x="155066" y="358596"/>
                  </a:lnTo>
                  <a:lnTo>
                    <a:pt x="193832" y="343913"/>
                  </a:lnTo>
                  <a:close/>
                  <a:moveTo>
                    <a:pt x="193832" y="332657"/>
                  </a:moveTo>
                  <a:lnTo>
                    <a:pt x="193832" y="343913"/>
                  </a:lnTo>
                  <a:lnTo>
                    <a:pt x="209641" y="332657"/>
                  </a:lnTo>
                  <a:close/>
                  <a:moveTo>
                    <a:pt x="193832" y="295695"/>
                  </a:moveTo>
                  <a:lnTo>
                    <a:pt x="209641" y="332657"/>
                  </a:lnTo>
                  <a:lnTo>
                    <a:pt x="230826" y="295695"/>
                  </a:lnTo>
                  <a:close/>
                  <a:moveTo>
                    <a:pt x="77533" y="281627"/>
                  </a:moveTo>
                  <a:lnTo>
                    <a:pt x="59748" y="295695"/>
                  </a:lnTo>
                  <a:lnTo>
                    <a:pt x="77533" y="295695"/>
                  </a:lnTo>
                  <a:close/>
                  <a:moveTo>
                    <a:pt x="77533" y="295695"/>
                  </a:moveTo>
                  <a:lnTo>
                    <a:pt x="108315" y="258733"/>
                  </a:lnTo>
                  <a:lnTo>
                    <a:pt x="77533" y="281627"/>
                  </a:lnTo>
                  <a:close/>
                  <a:moveTo>
                    <a:pt x="116299" y="258733"/>
                  </a:moveTo>
                  <a:lnTo>
                    <a:pt x="108315" y="258733"/>
                  </a:lnTo>
                  <a:lnTo>
                    <a:pt x="77533" y="295695"/>
                  </a:lnTo>
                  <a:close/>
                  <a:moveTo>
                    <a:pt x="193832" y="258733"/>
                  </a:moveTo>
                  <a:lnTo>
                    <a:pt x="230826" y="295695"/>
                  </a:lnTo>
                  <a:lnTo>
                    <a:pt x="221854" y="258733"/>
                  </a:lnTo>
                  <a:close/>
                  <a:moveTo>
                    <a:pt x="116299" y="253676"/>
                  </a:moveTo>
                  <a:lnTo>
                    <a:pt x="108315" y="258733"/>
                  </a:lnTo>
                  <a:lnTo>
                    <a:pt x="116299" y="258733"/>
                  </a:lnTo>
                  <a:close/>
                  <a:moveTo>
                    <a:pt x="116299" y="258733"/>
                  </a:moveTo>
                  <a:lnTo>
                    <a:pt x="155066" y="236080"/>
                  </a:lnTo>
                  <a:lnTo>
                    <a:pt x="116299" y="253676"/>
                  </a:lnTo>
                  <a:close/>
                  <a:moveTo>
                    <a:pt x="116299" y="258733"/>
                  </a:moveTo>
                  <a:lnTo>
                    <a:pt x="155066" y="258733"/>
                  </a:lnTo>
                  <a:lnTo>
                    <a:pt x="155066" y="236080"/>
                  </a:lnTo>
                  <a:close/>
                  <a:moveTo>
                    <a:pt x="155066" y="258733"/>
                  </a:moveTo>
                  <a:lnTo>
                    <a:pt x="193832" y="233980"/>
                  </a:lnTo>
                  <a:lnTo>
                    <a:pt x="155066" y="236080"/>
                  </a:lnTo>
                  <a:close/>
                  <a:moveTo>
                    <a:pt x="193832" y="258733"/>
                  </a:moveTo>
                  <a:lnTo>
                    <a:pt x="221854" y="258733"/>
                  </a:lnTo>
                  <a:lnTo>
                    <a:pt x="193832" y="233980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3973" name="Candidate_B3__3972">
              <a:extLst>
                <a:ext uri="{FF2B5EF4-FFF2-40B4-BE49-F238E27FC236}">
                  <a16:creationId xmlns:a16="http://schemas.microsoft.com/office/drawing/2014/main" id="{BF3B118D-217D-3EC5-260A-F9BA211EEABF}"/>
                </a:ext>
              </a:extLst>
            </p:cNvPr>
            <p:cNvSpPr>
              <a:spLocks noGrp="1"/>
            </p:cNvSpPr>
            <p:nvPr/>
          </p:nvSpPr>
          <p:spPr>
            <a:xfrm>
              <a:off x="4873166" y="4404045"/>
              <a:ext cx="153293" cy="129570"/>
            </a:xfrm>
            <a:custGeom>
              <a:avLst/>
              <a:gdLst/>
              <a:ahLst/>
              <a:cxnLst/>
              <a:rect l="0" t="0" r="0" b="0"/>
              <a:pathLst>
                <a:path w="153293" h="129570">
                  <a:moveTo>
                    <a:pt x="38766" y="98676"/>
                  </a:moveTo>
                  <a:lnTo>
                    <a:pt x="0" y="98676"/>
                  </a:lnTo>
                  <a:lnTo>
                    <a:pt x="0" y="123277"/>
                  </a:lnTo>
                  <a:close/>
                  <a:moveTo>
                    <a:pt x="0" y="98676"/>
                  </a:moveTo>
                  <a:lnTo>
                    <a:pt x="38766" y="98676"/>
                  </a:lnTo>
                  <a:lnTo>
                    <a:pt x="38766" y="61714"/>
                  </a:lnTo>
                  <a:close/>
                  <a:moveTo>
                    <a:pt x="0" y="98676"/>
                  </a:moveTo>
                  <a:lnTo>
                    <a:pt x="38766" y="61714"/>
                  </a:lnTo>
                  <a:lnTo>
                    <a:pt x="0" y="61714"/>
                  </a:lnTo>
                  <a:close/>
                  <a:moveTo>
                    <a:pt x="77533" y="98676"/>
                  </a:moveTo>
                  <a:lnTo>
                    <a:pt x="38766" y="98676"/>
                  </a:lnTo>
                  <a:lnTo>
                    <a:pt x="38766" y="129570"/>
                  </a:lnTo>
                  <a:close/>
                  <a:moveTo>
                    <a:pt x="38766" y="98676"/>
                  </a:moveTo>
                  <a:lnTo>
                    <a:pt x="77533" y="98676"/>
                  </a:lnTo>
                  <a:lnTo>
                    <a:pt x="77533" y="61714"/>
                  </a:lnTo>
                  <a:close/>
                  <a:moveTo>
                    <a:pt x="38766" y="98676"/>
                  </a:moveTo>
                  <a:lnTo>
                    <a:pt x="77533" y="61714"/>
                  </a:lnTo>
                  <a:lnTo>
                    <a:pt x="38766" y="61714"/>
                  </a:lnTo>
                  <a:close/>
                  <a:moveTo>
                    <a:pt x="116299" y="98676"/>
                  </a:moveTo>
                  <a:lnTo>
                    <a:pt x="77533" y="98676"/>
                  </a:lnTo>
                  <a:lnTo>
                    <a:pt x="77533" y="124615"/>
                  </a:lnTo>
                  <a:close/>
                  <a:moveTo>
                    <a:pt x="77533" y="98676"/>
                  </a:moveTo>
                  <a:lnTo>
                    <a:pt x="116299" y="98676"/>
                  </a:lnTo>
                  <a:lnTo>
                    <a:pt x="116299" y="61714"/>
                  </a:lnTo>
                  <a:close/>
                  <a:moveTo>
                    <a:pt x="77533" y="98676"/>
                  </a:moveTo>
                  <a:lnTo>
                    <a:pt x="116299" y="61714"/>
                  </a:lnTo>
                  <a:lnTo>
                    <a:pt x="77533" y="61714"/>
                  </a:lnTo>
                  <a:close/>
                  <a:moveTo>
                    <a:pt x="116299" y="61714"/>
                  </a:moveTo>
                  <a:lnTo>
                    <a:pt x="116299" y="98676"/>
                  </a:lnTo>
                  <a:lnTo>
                    <a:pt x="132108" y="98676"/>
                  </a:lnTo>
                  <a:close/>
                  <a:moveTo>
                    <a:pt x="38766" y="61714"/>
                  </a:moveTo>
                  <a:lnTo>
                    <a:pt x="38766" y="24753"/>
                  </a:lnTo>
                  <a:lnTo>
                    <a:pt x="0" y="61714"/>
                  </a:lnTo>
                  <a:close/>
                  <a:moveTo>
                    <a:pt x="38766" y="61714"/>
                  </a:moveTo>
                  <a:lnTo>
                    <a:pt x="77533" y="61714"/>
                  </a:lnTo>
                  <a:lnTo>
                    <a:pt x="77533" y="24753"/>
                  </a:lnTo>
                  <a:close/>
                  <a:moveTo>
                    <a:pt x="38766" y="61714"/>
                  </a:moveTo>
                  <a:lnTo>
                    <a:pt x="77533" y="24753"/>
                  </a:lnTo>
                  <a:lnTo>
                    <a:pt x="38766" y="24753"/>
                  </a:lnTo>
                  <a:close/>
                  <a:moveTo>
                    <a:pt x="77533" y="61714"/>
                  </a:moveTo>
                  <a:lnTo>
                    <a:pt x="116299" y="61714"/>
                  </a:lnTo>
                  <a:lnTo>
                    <a:pt x="116299" y="24753"/>
                  </a:lnTo>
                  <a:close/>
                  <a:moveTo>
                    <a:pt x="77533" y="61714"/>
                  </a:moveTo>
                  <a:lnTo>
                    <a:pt x="116299" y="24753"/>
                  </a:lnTo>
                  <a:lnTo>
                    <a:pt x="77533" y="24753"/>
                  </a:lnTo>
                  <a:close/>
                  <a:moveTo>
                    <a:pt x="116299" y="24753"/>
                  </a:moveTo>
                  <a:lnTo>
                    <a:pt x="116299" y="61714"/>
                  </a:lnTo>
                  <a:lnTo>
                    <a:pt x="153293" y="61714"/>
                  </a:lnTo>
                  <a:close/>
                  <a:moveTo>
                    <a:pt x="77533" y="24753"/>
                  </a:moveTo>
                  <a:lnTo>
                    <a:pt x="116299" y="24753"/>
                  </a:lnTo>
                  <a:lnTo>
                    <a:pt x="116299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sp>
        <p:nvSpPr>
          <p:cNvPr id="3974" name="label__3973">
            <a:extLst>
              <a:ext uri="{FF2B5EF4-FFF2-40B4-BE49-F238E27FC236}">
                <a16:creationId xmlns:a16="http://schemas.microsoft.com/office/drawing/2014/main" id="{30C352BF-14E3-1E73-A83D-526AE0DDDAC7}"/>
              </a:ext>
            </a:extLst>
          </p:cNvPr>
          <p:cNvSpPr>
            <a:spLocks noGrp="1"/>
          </p:cNvSpPr>
          <p:nvPr/>
        </p:nvSpPr>
        <p:spPr>
          <a:xfrm>
            <a:off x="4852695" y="2564740"/>
            <a:ext cx="96212" cy="714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AF9039"/>
                </a:solidFill>
                <a:latin typeface="Arial"/>
                <a:ea typeface="Arial"/>
                <a:cs typeface="Arial"/>
              </a:defRPr>
            </a:pPr>
            <a:r>
              <a:rPr sz="416" b="1" dirty="0">
                <a:solidFill>
                  <a:srgbClr val="AF9039"/>
                </a:solidFill>
                <a:latin typeface="Arial"/>
                <a:ea typeface="Arial"/>
                <a:cs typeface="Arial"/>
              </a:rPr>
              <a:t>B3</a:t>
            </a:r>
          </a:p>
        </p:txBody>
      </p:sp>
      <p:grpSp>
        <p:nvGrpSpPr>
          <p:cNvPr id="6220" name="Candidate_B4">
            <a:extLst>
              <a:ext uri="{FF2B5EF4-FFF2-40B4-BE49-F238E27FC236}">
                <a16:creationId xmlns:a16="http://schemas.microsoft.com/office/drawing/2014/main" id="{8788C3EB-92D2-D3AF-0F8F-F6369A5E075D}"/>
              </a:ext>
            </a:extLst>
          </p:cNvPr>
          <p:cNvGrpSpPr/>
          <p:nvPr/>
        </p:nvGrpSpPr>
        <p:grpSpPr>
          <a:xfrm>
            <a:off x="4956605" y="1895010"/>
            <a:ext cx="120952" cy="188945"/>
            <a:chOff x="5524500" y="1883718"/>
            <a:chExt cx="419100" cy="654694"/>
          </a:xfrm>
        </p:grpSpPr>
        <p:sp>
          <p:nvSpPr>
            <p:cNvPr id="3975" name="Candidate_B4__3974">
              <a:extLst>
                <a:ext uri="{FF2B5EF4-FFF2-40B4-BE49-F238E27FC236}">
                  <a16:creationId xmlns:a16="http://schemas.microsoft.com/office/drawing/2014/main" id="{4168D1E7-F8CC-12B4-5847-672AC0098ED9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1883718"/>
              <a:ext cx="337319" cy="653632"/>
            </a:xfrm>
            <a:custGeom>
              <a:avLst/>
              <a:gdLst/>
              <a:ahLst/>
              <a:cxnLst/>
              <a:rect l="0" t="0" r="0" b="0"/>
              <a:pathLst>
                <a:path w="337319" h="653632">
                  <a:moveTo>
                    <a:pt x="38391" y="652932"/>
                  </a:moveTo>
                  <a:lnTo>
                    <a:pt x="41040" y="653632"/>
                  </a:lnTo>
                  <a:lnTo>
                    <a:pt x="41040" y="652932"/>
                  </a:lnTo>
                  <a:close/>
                  <a:moveTo>
                    <a:pt x="38391" y="652932"/>
                  </a:moveTo>
                  <a:lnTo>
                    <a:pt x="41040" y="652932"/>
                  </a:lnTo>
                  <a:lnTo>
                    <a:pt x="0" y="642348"/>
                  </a:lnTo>
                  <a:close/>
                  <a:moveTo>
                    <a:pt x="246243" y="552121"/>
                  </a:moveTo>
                  <a:lnTo>
                    <a:pt x="246243" y="551820"/>
                  </a:lnTo>
                  <a:lnTo>
                    <a:pt x="215876" y="585524"/>
                  </a:lnTo>
                  <a:close/>
                  <a:moveTo>
                    <a:pt x="246243" y="551820"/>
                  </a:moveTo>
                  <a:lnTo>
                    <a:pt x="246243" y="552121"/>
                  </a:lnTo>
                  <a:lnTo>
                    <a:pt x="246541" y="551820"/>
                  </a:lnTo>
                  <a:close/>
                  <a:moveTo>
                    <a:pt x="328323" y="450708"/>
                  </a:moveTo>
                  <a:lnTo>
                    <a:pt x="327742" y="450708"/>
                  </a:lnTo>
                  <a:lnTo>
                    <a:pt x="328323" y="448589"/>
                  </a:lnTo>
                  <a:close/>
                  <a:moveTo>
                    <a:pt x="337319" y="417004"/>
                  </a:moveTo>
                  <a:lnTo>
                    <a:pt x="328323" y="450708"/>
                  </a:lnTo>
                  <a:lnTo>
                    <a:pt x="328323" y="448589"/>
                  </a:lnTo>
                  <a:close/>
                  <a:moveTo>
                    <a:pt x="205202" y="79963"/>
                  </a:moveTo>
                  <a:lnTo>
                    <a:pt x="214964" y="113667"/>
                  </a:lnTo>
                  <a:lnTo>
                    <a:pt x="209539" y="79963"/>
                  </a:lnTo>
                  <a:close/>
                  <a:moveTo>
                    <a:pt x="205202" y="79963"/>
                  </a:moveTo>
                  <a:lnTo>
                    <a:pt x="209539" y="79963"/>
                  </a:lnTo>
                  <a:lnTo>
                    <a:pt x="205202" y="71138"/>
                  </a:lnTo>
                  <a:close/>
                  <a:moveTo>
                    <a:pt x="41040" y="8808"/>
                  </a:moveTo>
                  <a:lnTo>
                    <a:pt x="33408" y="12555"/>
                  </a:lnTo>
                  <a:lnTo>
                    <a:pt x="41040" y="12555"/>
                  </a:lnTo>
                  <a:close/>
                  <a:moveTo>
                    <a:pt x="41040" y="12555"/>
                  </a:moveTo>
                  <a:lnTo>
                    <a:pt x="82081" y="0"/>
                  </a:lnTo>
                  <a:lnTo>
                    <a:pt x="41040" y="8808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3976" name="Candidate_B4__3975">
              <a:extLst>
                <a:ext uri="{FF2B5EF4-FFF2-40B4-BE49-F238E27FC236}">
                  <a16:creationId xmlns:a16="http://schemas.microsoft.com/office/drawing/2014/main" id="{CA3D7623-7EF1-75F2-1058-B7898DE88C29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83718"/>
              <a:ext cx="419100" cy="654694"/>
            </a:xfrm>
            <a:custGeom>
              <a:avLst/>
              <a:gdLst/>
              <a:ahLst/>
              <a:cxnLst/>
              <a:rect l="0" t="0" r="0" b="0"/>
              <a:pathLst>
                <a:path w="419100" h="654694">
                  <a:moveTo>
                    <a:pt x="79188" y="642348"/>
                  </a:moveTo>
                  <a:lnTo>
                    <a:pt x="12022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20229" y="653632"/>
                  </a:lnTo>
                  <a:lnTo>
                    <a:pt x="161269" y="654694"/>
                  </a:lnTo>
                  <a:close/>
                  <a:moveTo>
                    <a:pt x="161269" y="652932"/>
                  </a:moveTo>
                  <a:lnTo>
                    <a:pt x="120229" y="652932"/>
                  </a:lnTo>
                  <a:lnTo>
                    <a:pt x="120229" y="653632"/>
                  </a:lnTo>
                  <a:close/>
                  <a:moveTo>
                    <a:pt x="120229" y="652932"/>
                  </a:moveTo>
                  <a:lnTo>
                    <a:pt x="16126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61269" y="654694"/>
                  </a:lnTo>
                  <a:lnTo>
                    <a:pt x="169595" y="652932"/>
                  </a:lnTo>
                  <a:close/>
                  <a:moveTo>
                    <a:pt x="161269" y="652932"/>
                  </a:moveTo>
                  <a:lnTo>
                    <a:pt x="169595" y="652932"/>
                  </a:lnTo>
                  <a:lnTo>
                    <a:pt x="161269" y="650033"/>
                  </a:lnTo>
                  <a:close/>
                  <a:moveTo>
                    <a:pt x="161269" y="650033"/>
                  </a:moveTo>
                  <a:lnTo>
                    <a:pt x="169595" y="652932"/>
                  </a:lnTo>
                  <a:lnTo>
                    <a:pt x="202309" y="646361"/>
                  </a:lnTo>
                  <a:close/>
                  <a:moveTo>
                    <a:pt x="51464" y="619228"/>
                  </a:moveTo>
                  <a:lnTo>
                    <a:pt x="42740" y="619228"/>
                  </a:lnTo>
                  <a:lnTo>
                    <a:pt x="79188" y="642348"/>
                  </a:lnTo>
                  <a:close/>
                  <a:moveTo>
                    <a:pt x="42740" y="619228"/>
                  </a:moveTo>
                  <a:lnTo>
                    <a:pt x="51464" y="619228"/>
                  </a:lnTo>
                  <a:lnTo>
                    <a:pt x="38148" y="614324"/>
                  </a:lnTo>
                  <a:close/>
                  <a:moveTo>
                    <a:pt x="202309" y="646361"/>
                  </a:moveTo>
                  <a:lnTo>
                    <a:pt x="243350" y="627588"/>
                  </a:lnTo>
                  <a:lnTo>
                    <a:pt x="243350" y="622600"/>
                  </a:lnTo>
                  <a:close/>
                  <a:moveTo>
                    <a:pt x="255741" y="619228"/>
                  </a:moveTo>
                  <a:lnTo>
                    <a:pt x="243350" y="622600"/>
                  </a:lnTo>
                  <a:lnTo>
                    <a:pt x="243350" y="627588"/>
                  </a:lnTo>
                  <a:close/>
                  <a:moveTo>
                    <a:pt x="255741" y="619228"/>
                  </a:moveTo>
                  <a:lnTo>
                    <a:pt x="284390" y="595395"/>
                  </a:lnTo>
                  <a:lnTo>
                    <a:pt x="284390" y="590876"/>
                  </a:lnTo>
                  <a:close/>
                  <a:moveTo>
                    <a:pt x="24138" y="585524"/>
                  </a:moveTo>
                  <a:lnTo>
                    <a:pt x="17651" y="585524"/>
                  </a:lnTo>
                  <a:lnTo>
                    <a:pt x="38148" y="614324"/>
                  </a:lnTo>
                  <a:close/>
                  <a:moveTo>
                    <a:pt x="10772" y="551820"/>
                  </a:moveTo>
                  <a:lnTo>
                    <a:pt x="17651" y="585524"/>
                  </a:lnTo>
                  <a:lnTo>
                    <a:pt x="24138" y="585524"/>
                  </a:lnTo>
                  <a:close/>
                  <a:moveTo>
                    <a:pt x="295064" y="585524"/>
                  </a:moveTo>
                  <a:lnTo>
                    <a:pt x="284390" y="590876"/>
                  </a:lnTo>
                  <a:lnTo>
                    <a:pt x="284390" y="595395"/>
                  </a:lnTo>
                  <a:close/>
                  <a:moveTo>
                    <a:pt x="295064" y="585524"/>
                  </a:moveTo>
                  <a:lnTo>
                    <a:pt x="325431" y="551820"/>
                  </a:lnTo>
                  <a:lnTo>
                    <a:pt x="323786" y="551820"/>
                  </a:lnTo>
                  <a:close/>
                  <a:moveTo>
                    <a:pt x="16524" y="518116"/>
                  </a:moveTo>
                  <a:lnTo>
                    <a:pt x="10772" y="551820"/>
                  </a:lnTo>
                  <a:lnTo>
                    <a:pt x="16431" y="551820"/>
                  </a:lnTo>
                  <a:close/>
                  <a:moveTo>
                    <a:pt x="325729" y="551820"/>
                  </a:moveTo>
                  <a:lnTo>
                    <a:pt x="325431" y="550074"/>
                  </a:lnTo>
                  <a:lnTo>
                    <a:pt x="325431" y="551820"/>
                  </a:lnTo>
                  <a:close/>
                  <a:moveTo>
                    <a:pt x="357411" y="518116"/>
                  </a:moveTo>
                  <a:lnTo>
                    <a:pt x="357723" y="518116"/>
                  </a:lnTo>
                  <a:lnTo>
                    <a:pt x="325729" y="551820"/>
                  </a:lnTo>
                  <a:close/>
                  <a:moveTo>
                    <a:pt x="32710" y="484412"/>
                  </a:moveTo>
                  <a:lnTo>
                    <a:pt x="16524" y="518116"/>
                  </a:lnTo>
                  <a:lnTo>
                    <a:pt x="21829" y="518116"/>
                  </a:lnTo>
                  <a:close/>
                  <a:moveTo>
                    <a:pt x="357411" y="518116"/>
                  </a:moveTo>
                  <a:lnTo>
                    <a:pt x="366471" y="507540"/>
                  </a:lnTo>
                  <a:lnTo>
                    <a:pt x="366471" y="508613"/>
                  </a:lnTo>
                  <a:close/>
                  <a:moveTo>
                    <a:pt x="38148" y="483507"/>
                  </a:moveTo>
                  <a:lnTo>
                    <a:pt x="38148" y="475298"/>
                  </a:lnTo>
                  <a:lnTo>
                    <a:pt x="32710" y="484412"/>
                  </a:lnTo>
                  <a:close/>
                  <a:moveTo>
                    <a:pt x="38148" y="475298"/>
                  </a:moveTo>
                  <a:lnTo>
                    <a:pt x="38148" y="483507"/>
                  </a:lnTo>
                  <a:lnTo>
                    <a:pt x="52840" y="450708"/>
                  </a:lnTo>
                  <a:close/>
                  <a:moveTo>
                    <a:pt x="386769" y="484412"/>
                  </a:moveTo>
                  <a:lnTo>
                    <a:pt x="366471" y="508613"/>
                  </a:lnTo>
                  <a:lnTo>
                    <a:pt x="366471" y="507540"/>
                  </a:lnTo>
                  <a:close/>
                  <a:moveTo>
                    <a:pt x="407512" y="450708"/>
                  </a:moveTo>
                  <a:lnTo>
                    <a:pt x="407512" y="453848"/>
                  </a:lnTo>
                  <a:lnTo>
                    <a:pt x="406930" y="450708"/>
                  </a:lnTo>
                  <a:close/>
                  <a:moveTo>
                    <a:pt x="406930" y="450708"/>
                  </a:moveTo>
                  <a:lnTo>
                    <a:pt x="388620" y="484412"/>
                  </a:lnTo>
                  <a:lnTo>
                    <a:pt x="386769" y="484412"/>
                  </a:lnTo>
                  <a:close/>
                  <a:moveTo>
                    <a:pt x="67415" y="417004"/>
                  </a:moveTo>
                  <a:lnTo>
                    <a:pt x="52840" y="450708"/>
                  </a:lnTo>
                  <a:lnTo>
                    <a:pt x="56136" y="450708"/>
                  </a:lnTo>
                  <a:close/>
                  <a:moveTo>
                    <a:pt x="68599" y="383300"/>
                  </a:moveTo>
                  <a:lnTo>
                    <a:pt x="67415" y="417004"/>
                  </a:lnTo>
                  <a:lnTo>
                    <a:pt x="69583" y="417004"/>
                  </a:lnTo>
                  <a:close/>
                  <a:moveTo>
                    <a:pt x="409445" y="450708"/>
                  </a:moveTo>
                  <a:lnTo>
                    <a:pt x="407512" y="450708"/>
                  </a:lnTo>
                  <a:lnTo>
                    <a:pt x="416507" y="417004"/>
                  </a:lnTo>
                  <a:close/>
                  <a:moveTo>
                    <a:pt x="419100" y="417004"/>
                  </a:moveTo>
                  <a:lnTo>
                    <a:pt x="416507" y="417004"/>
                  </a:lnTo>
                  <a:lnTo>
                    <a:pt x="413693" y="383300"/>
                  </a:lnTo>
                  <a:close/>
                  <a:moveTo>
                    <a:pt x="54665" y="349596"/>
                  </a:moveTo>
                  <a:lnTo>
                    <a:pt x="68599" y="383300"/>
                  </a:lnTo>
                  <a:lnTo>
                    <a:pt x="70761" y="383300"/>
                  </a:lnTo>
                  <a:close/>
                  <a:moveTo>
                    <a:pt x="407512" y="369106"/>
                  </a:moveTo>
                  <a:lnTo>
                    <a:pt x="416307" y="383300"/>
                  </a:lnTo>
                  <a:lnTo>
                    <a:pt x="413693" y="383300"/>
                  </a:lnTo>
                  <a:close/>
                  <a:moveTo>
                    <a:pt x="407512" y="369106"/>
                  </a:moveTo>
                  <a:lnTo>
                    <a:pt x="399019" y="349596"/>
                  </a:lnTo>
                  <a:lnTo>
                    <a:pt x="401314" y="349596"/>
                  </a:lnTo>
                  <a:close/>
                  <a:moveTo>
                    <a:pt x="54665" y="349596"/>
                  </a:moveTo>
                  <a:lnTo>
                    <a:pt x="58084" y="349596"/>
                  </a:lnTo>
                  <a:lnTo>
                    <a:pt x="38148" y="325162"/>
                  </a:lnTo>
                  <a:close/>
                  <a:moveTo>
                    <a:pt x="401314" y="349596"/>
                  </a:moveTo>
                  <a:lnTo>
                    <a:pt x="399019" y="349596"/>
                  </a:lnTo>
                  <a:lnTo>
                    <a:pt x="373990" y="315892"/>
                  </a:lnTo>
                  <a:close/>
                  <a:moveTo>
                    <a:pt x="37028" y="315892"/>
                  </a:moveTo>
                  <a:lnTo>
                    <a:pt x="31904" y="315892"/>
                  </a:lnTo>
                  <a:lnTo>
                    <a:pt x="38148" y="325162"/>
                  </a:lnTo>
                  <a:close/>
                  <a:moveTo>
                    <a:pt x="11700" y="282188"/>
                  </a:moveTo>
                  <a:lnTo>
                    <a:pt x="31904" y="315892"/>
                  </a:lnTo>
                  <a:lnTo>
                    <a:pt x="37028" y="315892"/>
                  </a:lnTo>
                  <a:close/>
                  <a:moveTo>
                    <a:pt x="366471" y="307471"/>
                  </a:moveTo>
                  <a:lnTo>
                    <a:pt x="375550" y="315892"/>
                  </a:lnTo>
                  <a:lnTo>
                    <a:pt x="373990" y="315892"/>
                  </a:lnTo>
                  <a:close/>
                  <a:moveTo>
                    <a:pt x="366471" y="307471"/>
                  </a:moveTo>
                  <a:lnTo>
                    <a:pt x="344806" y="282188"/>
                  </a:lnTo>
                  <a:lnTo>
                    <a:pt x="344197" y="282188"/>
                  </a:lnTo>
                  <a:close/>
                  <a:moveTo>
                    <a:pt x="1004" y="248484"/>
                  </a:moveTo>
                  <a:lnTo>
                    <a:pt x="11700" y="282188"/>
                  </a:lnTo>
                  <a:lnTo>
                    <a:pt x="17208" y="282188"/>
                  </a:lnTo>
                  <a:close/>
                  <a:moveTo>
                    <a:pt x="325431" y="256627"/>
                  </a:moveTo>
                  <a:lnTo>
                    <a:pt x="344197" y="282188"/>
                  </a:lnTo>
                  <a:lnTo>
                    <a:pt x="344806" y="282188"/>
                  </a:lnTo>
                  <a:close/>
                  <a:moveTo>
                    <a:pt x="325431" y="256627"/>
                  </a:moveTo>
                  <a:lnTo>
                    <a:pt x="320195" y="248484"/>
                  </a:lnTo>
                  <a:lnTo>
                    <a:pt x="317066" y="248484"/>
                  </a:lnTo>
                  <a:close/>
                  <a:moveTo>
                    <a:pt x="0" y="214780"/>
                  </a:moveTo>
                  <a:lnTo>
                    <a:pt x="1004" y="248484"/>
                  </a:lnTo>
                  <a:lnTo>
                    <a:pt x="6750" y="248484"/>
                  </a:lnTo>
                  <a:close/>
                  <a:moveTo>
                    <a:pt x="317066" y="248484"/>
                  </a:moveTo>
                  <a:lnTo>
                    <a:pt x="320195" y="248484"/>
                  </a:lnTo>
                  <a:lnTo>
                    <a:pt x="304807" y="214780"/>
                  </a:lnTo>
                  <a:close/>
                  <a:moveTo>
                    <a:pt x="6671" y="181076"/>
                  </a:moveTo>
                  <a:lnTo>
                    <a:pt x="0" y="214780"/>
                  </a:lnTo>
                  <a:lnTo>
                    <a:pt x="6373" y="214780"/>
                  </a:lnTo>
                  <a:close/>
                  <a:moveTo>
                    <a:pt x="298741" y="214780"/>
                  </a:moveTo>
                  <a:lnTo>
                    <a:pt x="304807" y="214780"/>
                  </a:lnTo>
                  <a:lnTo>
                    <a:pt x="296387" y="181076"/>
                  </a:lnTo>
                  <a:close/>
                  <a:moveTo>
                    <a:pt x="17168" y="147371"/>
                  </a:moveTo>
                  <a:lnTo>
                    <a:pt x="6671" y="181076"/>
                  </a:lnTo>
                  <a:lnTo>
                    <a:pt x="14591" y="181076"/>
                  </a:lnTo>
                  <a:close/>
                  <a:moveTo>
                    <a:pt x="296387" y="181076"/>
                  </a:moveTo>
                  <a:lnTo>
                    <a:pt x="294332" y="147371"/>
                  </a:lnTo>
                  <a:lnTo>
                    <a:pt x="286814" y="181076"/>
                  </a:lnTo>
                  <a:close/>
                  <a:moveTo>
                    <a:pt x="28781" y="113667"/>
                  </a:moveTo>
                  <a:lnTo>
                    <a:pt x="38148" y="124784"/>
                  </a:lnTo>
                  <a:lnTo>
                    <a:pt x="38148" y="113667"/>
                  </a:lnTo>
                  <a:close/>
                  <a:moveTo>
                    <a:pt x="17168" y="147371"/>
                  </a:moveTo>
                  <a:lnTo>
                    <a:pt x="27914" y="147371"/>
                  </a:lnTo>
                  <a:lnTo>
                    <a:pt x="28781" y="113667"/>
                  </a:lnTo>
                  <a:close/>
                  <a:moveTo>
                    <a:pt x="284390" y="113667"/>
                  </a:moveTo>
                  <a:lnTo>
                    <a:pt x="294332" y="147371"/>
                  </a:lnTo>
                  <a:lnTo>
                    <a:pt x="294152" y="113667"/>
                  </a:lnTo>
                  <a:close/>
                  <a:moveTo>
                    <a:pt x="284390" y="113667"/>
                  </a:moveTo>
                  <a:lnTo>
                    <a:pt x="284390" y="147371"/>
                  </a:lnTo>
                  <a:lnTo>
                    <a:pt x="294332" y="147371"/>
                  </a:lnTo>
                  <a:close/>
                  <a:moveTo>
                    <a:pt x="38148" y="92477"/>
                  </a:moveTo>
                  <a:lnTo>
                    <a:pt x="28781" y="113667"/>
                  </a:lnTo>
                  <a:lnTo>
                    <a:pt x="38148" y="113667"/>
                  </a:lnTo>
                  <a:close/>
                  <a:moveTo>
                    <a:pt x="38148" y="92477"/>
                  </a:moveTo>
                  <a:lnTo>
                    <a:pt x="38148" y="113667"/>
                  </a:lnTo>
                  <a:lnTo>
                    <a:pt x="42969" y="79963"/>
                  </a:lnTo>
                  <a:close/>
                  <a:moveTo>
                    <a:pt x="42969" y="79963"/>
                  </a:moveTo>
                  <a:lnTo>
                    <a:pt x="38148" y="113667"/>
                  </a:lnTo>
                  <a:lnTo>
                    <a:pt x="42696" y="113667"/>
                  </a:lnTo>
                  <a:close/>
                  <a:moveTo>
                    <a:pt x="284390" y="79963"/>
                  </a:moveTo>
                  <a:lnTo>
                    <a:pt x="284390" y="113667"/>
                  </a:lnTo>
                  <a:lnTo>
                    <a:pt x="294152" y="113667"/>
                  </a:lnTo>
                  <a:close/>
                  <a:moveTo>
                    <a:pt x="64731" y="46259"/>
                  </a:moveTo>
                  <a:lnTo>
                    <a:pt x="79188" y="54159"/>
                  </a:lnTo>
                  <a:lnTo>
                    <a:pt x="79188" y="46259"/>
                  </a:lnTo>
                  <a:close/>
                  <a:moveTo>
                    <a:pt x="42969" y="79963"/>
                  </a:moveTo>
                  <a:lnTo>
                    <a:pt x="59044" y="79963"/>
                  </a:lnTo>
                  <a:lnTo>
                    <a:pt x="64731" y="46259"/>
                  </a:lnTo>
                  <a:close/>
                  <a:moveTo>
                    <a:pt x="284390" y="79963"/>
                  </a:moveTo>
                  <a:lnTo>
                    <a:pt x="284390" y="71138"/>
                  </a:lnTo>
                  <a:lnTo>
                    <a:pt x="271195" y="79963"/>
                  </a:lnTo>
                  <a:close/>
                  <a:moveTo>
                    <a:pt x="271195" y="79963"/>
                  </a:moveTo>
                  <a:lnTo>
                    <a:pt x="284390" y="71138"/>
                  </a:lnTo>
                  <a:lnTo>
                    <a:pt x="271636" y="46259"/>
                  </a:lnTo>
                  <a:close/>
                  <a:moveTo>
                    <a:pt x="79188" y="32829"/>
                  </a:moveTo>
                  <a:lnTo>
                    <a:pt x="64731" y="46259"/>
                  </a:lnTo>
                  <a:lnTo>
                    <a:pt x="79188" y="46259"/>
                  </a:lnTo>
                  <a:close/>
                  <a:moveTo>
                    <a:pt x="120229" y="12555"/>
                  </a:moveTo>
                  <a:lnTo>
                    <a:pt x="112596" y="12555"/>
                  </a:lnTo>
                  <a:lnTo>
                    <a:pt x="120229" y="25299"/>
                  </a:lnTo>
                  <a:close/>
                  <a:moveTo>
                    <a:pt x="112596" y="12555"/>
                  </a:moveTo>
                  <a:lnTo>
                    <a:pt x="79188" y="32829"/>
                  </a:lnTo>
                  <a:lnTo>
                    <a:pt x="120229" y="25299"/>
                  </a:lnTo>
                  <a:close/>
                  <a:moveTo>
                    <a:pt x="87252" y="46259"/>
                  </a:moveTo>
                  <a:lnTo>
                    <a:pt x="79188" y="32829"/>
                  </a:lnTo>
                  <a:lnTo>
                    <a:pt x="79188" y="46259"/>
                  </a:lnTo>
                  <a:close/>
                  <a:moveTo>
                    <a:pt x="243350" y="20997"/>
                  </a:moveTo>
                  <a:lnTo>
                    <a:pt x="249570" y="46259"/>
                  </a:lnTo>
                  <a:lnTo>
                    <a:pt x="271636" y="46259"/>
                  </a:lnTo>
                  <a:close/>
                  <a:moveTo>
                    <a:pt x="225715" y="12555"/>
                  </a:moveTo>
                  <a:lnTo>
                    <a:pt x="202309" y="12555"/>
                  </a:lnTo>
                  <a:lnTo>
                    <a:pt x="243350" y="20997"/>
                  </a:lnTo>
                  <a:close/>
                  <a:moveTo>
                    <a:pt x="243350" y="20997"/>
                  </a:moveTo>
                  <a:lnTo>
                    <a:pt x="202309" y="12555"/>
                  </a:lnTo>
                  <a:lnTo>
                    <a:pt x="202309" y="19718"/>
                  </a:lnTo>
                  <a:close/>
                  <a:moveTo>
                    <a:pt x="120229" y="12555"/>
                  </a:moveTo>
                  <a:lnTo>
                    <a:pt x="161269" y="12555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3412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12555"/>
                  </a:lnTo>
                  <a:lnTo>
                    <a:pt x="202309" y="3412"/>
                  </a:lnTo>
                  <a:close/>
                  <a:moveTo>
                    <a:pt x="202309" y="12555"/>
                  </a:moveTo>
                  <a:lnTo>
                    <a:pt x="225715" y="12555"/>
                  </a:lnTo>
                  <a:lnTo>
                    <a:pt x="202309" y="3412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3977" name="Candidate_B4__3976">
              <a:extLst>
                <a:ext uri="{FF2B5EF4-FFF2-40B4-BE49-F238E27FC236}">
                  <a16:creationId xmlns:a16="http://schemas.microsoft.com/office/drawing/2014/main" id="{09CD0D20-7B16-6BAA-4C04-8BFAEC68C05A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96274"/>
              <a:ext cx="419100" cy="640377"/>
            </a:xfrm>
            <a:custGeom>
              <a:avLst/>
              <a:gdLst/>
              <a:ahLst/>
              <a:cxnLst/>
              <a:rect l="0" t="0" r="0" b="0"/>
              <a:pathLst>
                <a:path w="419100" h="640377">
                  <a:moveTo>
                    <a:pt x="79188" y="629793"/>
                  </a:moveTo>
                  <a:lnTo>
                    <a:pt x="120229" y="636302"/>
                  </a:lnTo>
                  <a:lnTo>
                    <a:pt x="79188" y="624253"/>
                  </a:lnTo>
                  <a:close/>
                  <a:moveTo>
                    <a:pt x="161269" y="640377"/>
                  </a:moveTo>
                  <a:lnTo>
                    <a:pt x="161269" y="637478"/>
                  </a:lnTo>
                  <a:lnTo>
                    <a:pt x="120229" y="636302"/>
                  </a:lnTo>
                  <a:close/>
                  <a:moveTo>
                    <a:pt x="161269" y="637478"/>
                  </a:moveTo>
                  <a:lnTo>
                    <a:pt x="202309" y="633806"/>
                  </a:lnTo>
                  <a:lnTo>
                    <a:pt x="202309" y="629228"/>
                  </a:lnTo>
                  <a:close/>
                  <a:moveTo>
                    <a:pt x="51464" y="606673"/>
                  </a:moveTo>
                  <a:lnTo>
                    <a:pt x="79188" y="629793"/>
                  </a:lnTo>
                  <a:lnTo>
                    <a:pt x="79188" y="624253"/>
                  </a:lnTo>
                  <a:close/>
                  <a:moveTo>
                    <a:pt x="51464" y="606673"/>
                  </a:moveTo>
                  <a:lnTo>
                    <a:pt x="38148" y="592539"/>
                  </a:lnTo>
                  <a:lnTo>
                    <a:pt x="38148" y="601769"/>
                  </a:lnTo>
                  <a:close/>
                  <a:moveTo>
                    <a:pt x="202309" y="629228"/>
                  </a:moveTo>
                  <a:lnTo>
                    <a:pt x="202309" y="633806"/>
                  </a:lnTo>
                  <a:lnTo>
                    <a:pt x="243350" y="610044"/>
                  </a:lnTo>
                  <a:close/>
                  <a:moveTo>
                    <a:pt x="255741" y="606673"/>
                  </a:moveTo>
                  <a:lnTo>
                    <a:pt x="248469" y="606673"/>
                  </a:lnTo>
                  <a:lnTo>
                    <a:pt x="243350" y="610044"/>
                  </a:lnTo>
                  <a:close/>
                  <a:moveTo>
                    <a:pt x="248469" y="606673"/>
                  </a:moveTo>
                  <a:lnTo>
                    <a:pt x="255741" y="606673"/>
                  </a:lnTo>
                  <a:lnTo>
                    <a:pt x="284390" y="578321"/>
                  </a:lnTo>
                  <a:close/>
                  <a:moveTo>
                    <a:pt x="24138" y="572969"/>
                  </a:moveTo>
                  <a:lnTo>
                    <a:pt x="38148" y="601769"/>
                  </a:lnTo>
                  <a:lnTo>
                    <a:pt x="38148" y="592539"/>
                  </a:lnTo>
                  <a:close/>
                  <a:moveTo>
                    <a:pt x="10772" y="539265"/>
                  </a:moveTo>
                  <a:lnTo>
                    <a:pt x="24138" y="572969"/>
                  </a:lnTo>
                  <a:lnTo>
                    <a:pt x="16431" y="539265"/>
                  </a:lnTo>
                  <a:close/>
                  <a:moveTo>
                    <a:pt x="295064" y="572969"/>
                  </a:moveTo>
                  <a:lnTo>
                    <a:pt x="290442" y="572969"/>
                  </a:lnTo>
                  <a:lnTo>
                    <a:pt x="284390" y="578321"/>
                  </a:lnTo>
                  <a:close/>
                  <a:moveTo>
                    <a:pt x="295064" y="572969"/>
                  </a:moveTo>
                  <a:lnTo>
                    <a:pt x="323786" y="539265"/>
                  </a:lnTo>
                  <a:lnTo>
                    <a:pt x="290442" y="572969"/>
                  </a:lnTo>
                  <a:close/>
                  <a:moveTo>
                    <a:pt x="16524" y="505561"/>
                  </a:moveTo>
                  <a:lnTo>
                    <a:pt x="16431" y="539265"/>
                  </a:lnTo>
                  <a:lnTo>
                    <a:pt x="21829" y="505561"/>
                  </a:lnTo>
                  <a:close/>
                  <a:moveTo>
                    <a:pt x="357723" y="505561"/>
                  </a:moveTo>
                  <a:lnTo>
                    <a:pt x="325431" y="537519"/>
                  </a:lnTo>
                  <a:lnTo>
                    <a:pt x="325729" y="539265"/>
                  </a:lnTo>
                  <a:close/>
                  <a:moveTo>
                    <a:pt x="323786" y="539265"/>
                  </a:moveTo>
                  <a:lnTo>
                    <a:pt x="325431" y="539265"/>
                  </a:lnTo>
                  <a:lnTo>
                    <a:pt x="325431" y="537519"/>
                  </a:lnTo>
                  <a:close/>
                  <a:moveTo>
                    <a:pt x="32710" y="471857"/>
                  </a:moveTo>
                  <a:lnTo>
                    <a:pt x="21829" y="505561"/>
                  </a:lnTo>
                  <a:lnTo>
                    <a:pt x="37640" y="471857"/>
                  </a:lnTo>
                  <a:close/>
                  <a:moveTo>
                    <a:pt x="357723" y="505561"/>
                  </a:moveTo>
                  <a:lnTo>
                    <a:pt x="357411" y="505561"/>
                  </a:lnTo>
                  <a:lnTo>
                    <a:pt x="366471" y="496058"/>
                  </a:lnTo>
                  <a:close/>
                  <a:moveTo>
                    <a:pt x="38148" y="470951"/>
                  </a:moveTo>
                  <a:lnTo>
                    <a:pt x="32710" y="471857"/>
                  </a:lnTo>
                  <a:lnTo>
                    <a:pt x="37640" y="471857"/>
                  </a:lnTo>
                  <a:close/>
                  <a:moveTo>
                    <a:pt x="38148" y="470951"/>
                  </a:moveTo>
                  <a:lnTo>
                    <a:pt x="56136" y="438153"/>
                  </a:lnTo>
                  <a:lnTo>
                    <a:pt x="52840" y="438153"/>
                  </a:lnTo>
                  <a:close/>
                  <a:moveTo>
                    <a:pt x="386769" y="471857"/>
                  </a:moveTo>
                  <a:lnTo>
                    <a:pt x="388620" y="471857"/>
                  </a:lnTo>
                  <a:lnTo>
                    <a:pt x="366471" y="496058"/>
                  </a:lnTo>
                  <a:close/>
                  <a:moveTo>
                    <a:pt x="406930" y="438153"/>
                  </a:moveTo>
                  <a:lnTo>
                    <a:pt x="407512" y="441293"/>
                  </a:lnTo>
                  <a:lnTo>
                    <a:pt x="388620" y="471857"/>
                  </a:lnTo>
                  <a:close/>
                  <a:moveTo>
                    <a:pt x="67415" y="404449"/>
                  </a:moveTo>
                  <a:lnTo>
                    <a:pt x="56136" y="438153"/>
                  </a:lnTo>
                  <a:lnTo>
                    <a:pt x="69583" y="404449"/>
                  </a:lnTo>
                  <a:close/>
                  <a:moveTo>
                    <a:pt x="68599" y="370745"/>
                  </a:moveTo>
                  <a:lnTo>
                    <a:pt x="69583" y="404449"/>
                  </a:lnTo>
                  <a:lnTo>
                    <a:pt x="70761" y="370745"/>
                  </a:lnTo>
                  <a:close/>
                  <a:moveTo>
                    <a:pt x="419100" y="404449"/>
                  </a:moveTo>
                  <a:lnTo>
                    <a:pt x="409445" y="438153"/>
                  </a:lnTo>
                  <a:lnTo>
                    <a:pt x="416507" y="404449"/>
                  </a:lnTo>
                  <a:close/>
                  <a:moveTo>
                    <a:pt x="416307" y="370745"/>
                  </a:moveTo>
                  <a:lnTo>
                    <a:pt x="419100" y="404449"/>
                  </a:lnTo>
                  <a:lnTo>
                    <a:pt x="413693" y="370745"/>
                  </a:lnTo>
                  <a:close/>
                  <a:moveTo>
                    <a:pt x="54665" y="337041"/>
                  </a:moveTo>
                  <a:lnTo>
                    <a:pt x="70761" y="370745"/>
                  </a:lnTo>
                  <a:lnTo>
                    <a:pt x="58084" y="337041"/>
                  </a:lnTo>
                  <a:close/>
                  <a:moveTo>
                    <a:pt x="407512" y="356550"/>
                  </a:moveTo>
                  <a:lnTo>
                    <a:pt x="407512" y="350897"/>
                  </a:lnTo>
                  <a:lnTo>
                    <a:pt x="416307" y="370745"/>
                  </a:lnTo>
                  <a:close/>
                  <a:moveTo>
                    <a:pt x="407512" y="350897"/>
                  </a:moveTo>
                  <a:lnTo>
                    <a:pt x="407512" y="356550"/>
                  </a:lnTo>
                  <a:lnTo>
                    <a:pt x="401314" y="337041"/>
                  </a:lnTo>
                  <a:close/>
                  <a:moveTo>
                    <a:pt x="58084" y="337041"/>
                  </a:moveTo>
                  <a:lnTo>
                    <a:pt x="38148" y="305095"/>
                  </a:lnTo>
                  <a:lnTo>
                    <a:pt x="38148" y="312607"/>
                  </a:lnTo>
                  <a:close/>
                  <a:moveTo>
                    <a:pt x="375550" y="303337"/>
                  </a:moveTo>
                  <a:lnTo>
                    <a:pt x="401314" y="337041"/>
                  </a:lnTo>
                  <a:lnTo>
                    <a:pt x="373990" y="303337"/>
                  </a:lnTo>
                  <a:close/>
                  <a:moveTo>
                    <a:pt x="37028" y="303337"/>
                  </a:moveTo>
                  <a:lnTo>
                    <a:pt x="38148" y="312607"/>
                  </a:lnTo>
                  <a:lnTo>
                    <a:pt x="38148" y="305095"/>
                  </a:lnTo>
                  <a:close/>
                  <a:moveTo>
                    <a:pt x="11700" y="269632"/>
                  </a:moveTo>
                  <a:lnTo>
                    <a:pt x="37028" y="303337"/>
                  </a:lnTo>
                  <a:lnTo>
                    <a:pt x="17208" y="269632"/>
                  </a:lnTo>
                  <a:close/>
                  <a:moveTo>
                    <a:pt x="366471" y="294915"/>
                  </a:moveTo>
                  <a:lnTo>
                    <a:pt x="366471" y="293654"/>
                  </a:lnTo>
                  <a:lnTo>
                    <a:pt x="375550" y="303337"/>
                  </a:lnTo>
                  <a:close/>
                  <a:moveTo>
                    <a:pt x="366471" y="293654"/>
                  </a:moveTo>
                  <a:lnTo>
                    <a:pt x="366471" y="294915"/>
                  </a:lnTo>
                  <a:lnTo>
                    <a:pt x="344197" y="269632"/>
                  </a:lnTo>
                  <a:close/>
                  <a:moveTo>
                    <a:pt x="1004" y="235928"/>
                  </a:moveTo>
                  <a:lnTo>
                    <a:pt x="17208" y="269632"/>
                  </a:lnTo>
                  <a:lnTo>
                    <a:pt x="6750" y="235928"/>
                  </a:lnTo>
                  <a:close/>
                  <a:moveTo>
                    <a:pt x="325431" y="244072"/>
                  </a:moveTo>
                  <a:lnTo>
                    <a:pt x="325431" y="247306"/>
                  </a:lnTo>
                  <a:lnTo>
                    <a:pt x="344197" y="269632"/>
                  </a:lnTo>
                  <a:close/>
                  <a:moveTo>
                    <a:pt x="325431" y="247306"/>
                  </a:moveTo>
                  <a:lnTo>
                    <a:pt x="325431" y="244072"/>
                  </a:lnTo>
                  <a:lnTo>
                    <a:pt x="317066" y="235928"/>
                  </a:lnTo>
                  <a:close/>
                  <a:moveTo>
                    <a:pt x="0" y="202224"/>
                  </a:moveTo>
                  <a:lnTo>
                    <a:pt x="6750" y="235928"/>
                  </a:lnTo>
                  <a:lnTo>
                    <a:pt x="6373" y="202224"/>
                  </a:lnTo>
                  <a:close/>
                  <a:moveTo>
                    <a:pt x="298741" y="202224"/>
                  </a:moveTo>
                  <a:lnTo>
                    <a:pt x="317066" y="235928"/>
                  </a:lnTo>
                  <a:lnTo>
                    <a:pt x="304807" y="202224"/>
                  </a:lnTo>
                  <a:close/>
                  <a:moveTo>
                    <a:pt x="6671" y="168520"/>
                  </a:moveTo>
                  <a:lnTo>
                    <a:pt x="6373" y="202224"/>
                  </a:lnTo>
                  <a:lnTo>
                    <a:pt x="14591" y="168520"/>
                  </a:lnTo>
                  <a:close/>
                  <a:moveTo>
                    <a:pt x="286814" y="168520"/>
                  </a:moveTo>
                  <a:lnTo>
                    <a:pt x="298741" y="202224"/>
                  </a:lnTo>
                  <a:lnTo>
                    <a:pt x="296387" y="168520"/>
                  </a:lnTo>
                  <a:close/>
                  <a:moveTo>
                    <a:pt x="17168" y="134816"/>
                  </a:moveTo>
                  <a:lnTo>
                    <a:pt x="14591" y="168520"/>
                  </a:lnTo>
                  <a:lnTo>
                    <a:pt x="27914" y="134816"/>
                  </a:lnTo>
                  <a:close/>
                  <a:moveTo>
                    <a:pt x="286814" y="168520"/>
                  </a:moveTo>
                  <a:lnTo>
                    <a:pt x="284390" y="134816"/>
                  </a:lnTo>
                  <a:lnTo>
                    <a:pt x="284390" y="154429"/>
                  </a:lnTo>
                  <a:close/>
                  <a:moveTo>
                    <a:pt x="294332" y="134816"/>
                  </a:moveTo>
                  <a:lnTo>
                    <a:pt x="284390" y="134816"/>
                  </a:lnTo>
                  <a:lnTo>
                    <a:pt x="286814" y="168520"/>
                  </a:lnTo>
                  <a:close/>
                  <a:moveTo>
                    <a:pt x="27914" y="134816"/>
                  </a:moveTo>
                  <a:lnTo>
                    <a:pt x="38148" y="112229"/>
                  </a:lnTo>
                  <a:lnTo>
                    <a:pt x="28781" y="101112"/>
                  </a:lnTo>
                  <a:close/>
                  <a:moveTo>
                    <a:pt x="284390" y="134816"/>
                  </a:moveTo>
                  <a:lnTo>
                    <a:pt x="284390" y="101112"/>
                  </a:lnTo>
                  <a:lnTo>
                    <a:pt x="281534" y="134816"/>
                  </a:lnTo>
                  <a:close/>
                  <a:moveTo>
                    <a:pt x="284390" y="101112"/>
                  </a:moveTo>
                  <a:lnTo>
                    <a:pt x="278752" y="101112"/>
                  </a:lnTo>
                  <a:lnTo>
                    <a:pt x="281534" y="134816"/>
                  </a:lnTo>
                  <a:close/>
                  <a:moveTo>
                    <a:pt x="284390" y="154429"/>
                  </a:moveTo>
                  <a:lnTo>
                    <a:pt x="284390" y="134816"/>
                  </a:lnTo>
                  <a:lnTo>
                    <a:pt x="281534" y="134816"/>
                  </a:lnTo>
                  <a:close/>
                  <a:moveTo>
                    <a:pt x="42969" y="67408"/>
                  </a:moveTo>
                  <a:lnTo>
                    <a:pt x="42696" y="101112"/>
                  </a:lnTo>
                  <a:lnTo>
                    <a:pt x="59044" y="67408"/>
                  </a:lnTo>
                  <a:close/>
                  <a:moveTo>
                    <a:pt x="38148" y="101112"/>
                  </a:moveTo>
                  <a:lnTo>
                    <a:pt x="38148" y="112229"/>
                  </a:lnTo>
                  <a:lnTo>
                    <a:pt x="42696" y="101112"/>
                  </a:lnTo>
                  <a:close/>
                  <a:moveTo>
                    <a:pt x="284390" y="101112"/>
                  </a:moveTo>
                  <a:lnTo>
                    <a:pt x="284390" y="67408"/>
                  </a:lnTo>
                  <a:lnTo>
                    <a:pt x="278752" y="101112"/>
                  </a:lnTo>
                  <a:close/>
                  <a:moveTo>
                    <a:pt x="284390" y="67408"/>
                  </a:moveTo>
                  <a:lnTo>
                    <a:pt x="271195" y="67408"/>
                  </a:lnTo>
                  <a:lnTo>
                    <a:pt x="278752" y="101112"/>
                  </a:lnTo>
                  <a:close/>
                  <a:moveTo>
                    <a:pt x="59044" y="67408"/>
                  </a:moveTo>
                  <a:lnTo>
                    <a:pt x="79188" y="41604"/>
                  </a:lnTo>
                  <a:lnTo>
                    <a:pt x="64731" y="33704"/>
                  </a:lnTo>
                  <a:close/>
                  <a:moveTo>
                    <a:pt x="271195" y="67408"/>
                  </a:moveTo>
                  <a:lnTo>
                    <a:pt x="271636" y="33704"/>
                  </a:lnTo>
                  <a:lnTo>
                    <a:pt x="249570" y="33704"/>
                  </a:lnTo>
                  <a:close/>
                  <a:moveTo>
                    <a:pt x="120229" y="12744"/>
                  </a:moveTo>
                  <a:lnTo>
                    <a:pt x="79188" y="20273"/>
                  </a:lnTo>
                  <a:lnTo>
                    <a:pt x="87252" y="33704"/>
                  </a:lnTo>
                  <a:close/>
                  <a:moveTo>
                    <a:pt x="79188" y="33704"/>
                  </a:moveTo>
                  <a:lnTo>
                    <a:pt x="79188" y="41604"/>
                  </a:lnTo>
                  <a:lnTo>
                    <a:pt x="87252" y="33704"/>
                  </a:lnTo>
                  <a:close/>
                  <a:moveTo>
                    <a:pt x="243350" y="8442"/>
                  </a:moveTo>
                  <a:lnTo>
                    <a:pt x="243350" y="28254"/>
                  </a:lnTo>
                  <a:lnTo>
                    <a:pt x="249570" y="33704"/>
                  </a:lnTo>
                  <a:close/>
                  <a:moveTo>
                    <a:pt x="243350" y="8442"/>
                  </a:moveTo>
                  <a:lnTo>
                    <a:pt x="202309" y="7162"/>
                  </a:lnTo>
                  <a:lnTo>
                    <a:pt x="243350" y="28254"/>
                  </a:lnTo>
                  <a:close/>
                  <a:moveTo>
                    <a:pt x="161269" y="0"/>
                  </a:moveTo>
                  <a:lnTo>
                    <a:pt x="120229" y="0"/>
                  </a:lnTo>
                  <a:lnTo>
                    <a:pt x="161269" y="2997"/>
                  </a:lnTo>
                  <a:close/>
                  <a:moveTo>
                    <a:pt x="120229" y="0"/>
                  </a:moveTo>
                  <a:lnTo>
                    <a:pt x="120229" y="12744"/>
                  </a:lnTo>
                  <a:lnTo>
                    <a:pt x="161269" y="2997"/>
                  </a:lnTo>
                  <a:close/>
                  <a:moveTo>
                    <a:pt x="202309" y="0"/>
                  </a:moveTo>
                  <a:lnTo>
                    <a:pt x="161269" y="0"/>
                  </a:lnTo>
                  <a:lnTo>
                    <a:pt x="202309" y="7162"/>
                  </a:lnTo>
                  <a:close/>
                  <a:moveTo>
                    <a:pt x="161269" y="0"/>
                  </a:moveTo>
                  <a:lnTo>
                    <a:pt x="161269" y="2997"/>
                  </a:lnTo>
                  <a:lnTo>
                    <a:pt x="202309" y="7162"/>
                  </a:lnTo>
                  <a:close/>
                  <a:moveTo>
                    <a:pt x="409445" y="438153"/>
                  </a:moveTo>
                  <a:lnTo>
                    <a:pt x="407512" y="441293"/>
                  </a:lnTo>
                  <a:lnTo>
                    <a:pt x="407512" y="438153"/>
                  </a:lnTo>
                  <a:close/>
                  <a:moveTo>
                    <a:pt x="38148" y="470951"/>
                  </a:moveTo>
                  <a:lnTo>
                    <a:pt x="37640" y="471857"/>
                  </a:lnTo>
                  <a:lnTo>
                    <a:pt x="38148" y="471857"/>
                  </a:lnTo>
                  <a:close/>
                  <a:moveTo>
                    <a:pt x="38148" y="470951"/>
                  </a:moveTo>
                  <a:lnTo>
                    <a:pt x="38148" y="471857"/>
                  </a:lnTo>
                  <a:lnTo>
                    <a:pt x="56136" y="438153"/>
                  </a:lnTo>
                  <a:close/>
                  <a:moveTo>
                    <a:pt x="37028" y="303337"/>
                  </a:moveTo>
                  <a:lnTo>
                    <a:pt x="38148" y="305095"/>
                  </a:lnTo>
                  <a:lnTo>
                    <a:pt x="38148" y="303337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3978" name="Candidate_B4__3977">
              <a:extLst>
                <a:ext uri="{FF2B5EF4-FFF2-40B4-BE49-F238E27FC236}">
                  <a16:creationId xmlns:a16="http://schemas.microsoft.com/office/drawing/2014/main" id="{5B68526F-DBE7-A770-726B-8FC74976B0A8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12727" cy="634481"/>
            </a:xfrm>
            <a:custGeom>
              <a:avLst/>
              <a:gdLst/>
              <a:ahLst/>
              <a:cxnLst/>
              <a:rect l="0" t="0" r="0" b="0"/>
              <a:pathLst>
                <a:path w="412727" h="634481">
                  <a:moveTo>
                    <a:pt x="45091" y="603676"/>
                  </a:moveTo>
                  <a:lnTo>
                    <a:pt x="72815" y="621256"/>
                  </a:lnTo>
                  <a:lnTo>
                    <a:pt x="72815" y="603676"/>
                  </a:lnTo>
                  <a:close/>
                  <a:moveTo>
                    <a:pt x="31775" y="589543"/>
                  </a:moveTo>
                  <a:lnTo>
                    <a:pt x="45091" y="603676"/>
                  </a:lnTo>
                  <a:lnTo>
                    <a:pt x="40835" y="569972"/>
                  </a:lnTo>
                  <a:close/>
                  <a:moveTo>
                    <a:pt x="113856" y="633305"/>
                  </a:moveTo>
                  <a:lnTo>
                    <a:pt x="113856" y="616992"/>
                  </a:lnTo>
                  <a:lnTo>
                    <a:pt x="72815" y="621256"/>
                  </a:lnTo>
                  <a:close/>
                  <a:moveTo>
                    <a:pt x="113856" y="633305"/>
                  </a:moveTo>
                  <a:lnTo>
                    <a:pt x="154896" y="634481"/>
                  </a:lnTo>
                  <a:lnTo>
                    <a:pt x="154896" y="619003"/>
                  </a:lnTo>
                  <a:close/>
                  <a:moveTo>
                    <a:pt x="154896" y="634481"/>
                  </a:moveTo>
                  <a:lnTo>
                    <a:pt x="195937" y="626232"/>
                  </a:lnTo>
                  <a:lnTo>
                    <a:pt x="195937" y="609977"/>
                  </a:lnTo>
                  <a:close/>
                  <a:moveTo>
                    <a:pt x="236977" y="607047"/>
                  </a:moveTo>
                  <a:lnTo>
                    <a:pt x="236977" y="603676"/>
                  </a:lnTo>
                  <a:lnTo>
                    <a:pt x="195937" y="609977"/>
                  </a:lnTo>
                  <a:close/>
                  <a:moveTo>
                    <a:pt x="195937" y="626232"/>
                  </a:moveTo>
                  <a:lnTo>
                    <a:pt x="236977" y="607047"/>
                  </a:lnTo>
                  <a:lnTo>
                    <a:pt x="195937" y="609977"/>
                  </a:lnTo>
                  <a:close/>
                  <a:moveTo>
                    <a:pt x="236977" y="603676"/>
                  </a:moveTo>
                  <a:lnTo>
                    <a:pt x="236977" y="607047"/>
                  </a:lnTo>
                  <a:lnTo>
                    <a:pt x="242096" y="603676"/>
                  </a:lnTo>
                  <a:close/>
                  <a:moveTo>
                    <a:pt x="236977" y="588941"/>
                  </a:moveTo>
                  <a:lnTo>
                    <a:pt x="278018" y="575324"/>
                  </a:lnTo>
                  <a:lnTo>
                    <a:pt x="278018" y="569972"/>
                  </a:lnTo>
                  <a:close/>
                  <a:moveTo>
                    <a:pt x="236977" y="603676"/>
                  </a:moveTo>
                  <a:lnTo>
                    <a:pt x="278018" y="575324"/>
                  </a:lnTo>
                  <a:lnTo>
                    <a:pt x="236977" y="588941"/>
                  </a:lnTo>
                  <a:close/>
                  <a:moveTo>
                    <a:pt x="242096" y="603676"/>
                  </a:moveTo>
                  <a:lnTo>
                    <a:pt x="278018" y="575324"/>
                  </a:lnTo>
                  <a:lnTo>
                    <a:pt x="236977" y="603676"/>
                  </a:lnTo>
                  <a:close/>
                  <a:moveTo>
                    <a:pt x="17765" y="569972"/>
                  </a:moveTo>
                  <a:lnTo>
                    <a:pt x="31775" y="589543"/>
                  </a:lnTo>
                  <a:lnTo>
                    <a:pt x="31775" y="569972"/>
                  </a:lnTo>
                  <a:close/>
                  <a:moveTo>
                    <a:pt x="10058" y="536268"/>
                  </a:moveTo>
                  <a:lnTo>
                    <a:pt x="17765" y="569972"/>
                  </a:lnTo>
                  <a:lnTo>
                    <a:pt x="30366" y="536268"/>
                  </a:lnTo>
                  <a:close/>
                  <a:moveTo>
                    <a:pt x="278018" y="569972"/>
                  </a:moveTo>
                  <a:lnTo>
                    <a:pt x="278018" y="575324"/>
                  </a:lnTo>
                  <a:lnTo>
                    <a:pt x="284069" y="569972"/>
                  </a:lnTo>
                  <a:close/>
                  <a:moveTo>
                    <a:pt x="284069" y="569972"/>
                  </a:moveTo>
                  <a:lnTo>
                    <a:pt x="278018" y="556379"/>
                  </a:lnTo>
                  <a:lnTo>
                    <a:pt x="278018" y="569972"/>
                  </a:lnTo>
                  <a:close/>
                  <a:moveTo>
                    <a:pt x="317413" y="536268"/>
                  </a:moveTo>
                  <a:lnTo>
                    <a:pt x="300344" y="536268"/>
                  </a:lnTo>
                  <a:lnTo>
                    <a:pt x="284069" y="569972"/>
                  </a:lnTo>
                  <a:close/>
                  <a:moveTo>
                    <a:pt x="10058" y="536268"/>
                  </a:moveTo>
                  <a:lnTo>
                    <a:pt x="30366" y="536268"/>
                  </a:lnTo>
                  <a:lnTo>
                    <a:pt x="15456" y="502564"/>
                  </a:lnTo>
                  <a:close/>
                  <a:moveTo>
                    <a:pt x="317413" y="536268"/>
                  </a:moveTo>
                  <a:lnTo>
                    <a:pt x="319058" y="534522"/>
                  </a:lnTo>
                  <a:lnTo>
                    <a:pt x="319058" y="518867"/>
                  </a:lnTo>
                  <a:close/>
                  <a:moveTo>
                    <a:pt x="31267" y="468860"/>
                  </a:moveTo>
                  <a:lnTo>
                    <a:pt x="31775" y="502564"/>
                  </a:lnTo>
                  <a:lnTo>
                    <a:pt x="31775" y="468860"/>
                  </a:lnTo>
                  <a:close/>
                  <a:moveTo>
                    <a:pt x="31267" y="468860"/>
                  </a:moveTo>
                  <a:lnTo>
                    <a:pt x="15456" y="502564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19058" y="518867"/>
                  </a:lnTo>
                  <a:lnTo>
                    <a:pt x="319058" y="534522"/>
                  </a:lnTo>
                  <a:close/>
                  <a:moveTo>
                    <a:pt x="351350" y="502564"/>
                  </a:moveTo>
                  <a:lnTo>
                    <a:pt x="360098" y="493061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31775" y="468860"/>
                  </a:lnTo>
                  <a:lnTo>
                    <a:pt x="49399" y="468860"/>
                  </a:lnTo>
                  <a:close/>
                  <a:moveTo>
                    <a:pt x="382247" y="468860"/>
                  </a:moveTo>
                  <a:lnTo>
                    <a:pt x="360098" y="479820"/>
                  </a:lnTo>
                  <a:lnTo>
                    <a:pt x="360098" y="493061"/>
                  </a:lnTo>
                  <a:close/>
                  <a:moveTo>
                    <a:pt x="401139" y="438296"/>
                  </a:moveTo>
                  <a:lnTo>
                    <a:pt x="401139" y="435156"/>
                  </a:lnTo>
                  <a:lnTo>
                    <a:pt x="382247" y="468860"/>
                  </a:lnTo>
                  <a:close/>
                  <a:moveTo>
                    <a:pt x="382247" y="468860"/>
                  </a:moveTo>
                  <a:lnTo>
                    <a:pt x="401139" y="435156"/>
                  </a:lnTo>
                  <a:lnTo>
                    <a:pt x="393356" y="435156"/>
                  </a:lnTo>
                  <a:close/>
                  <a:moveTo>
                    <a:pt x="49764" y="435156"/>
                  </a:moveTo>
                  <a:lnTo>
                    <a:pt x="66705" y="435156"/>
                  </a:lnTo>
                  <a:lnTo>
                    <a:pt x="63211" y="401452"/>
                  </a:lnTo>
                  <a:close/>
                  <a:moveTo>
                    <a:pt x="401139" y="435156"/>
                  </a:moveTo>
                  <a:lnTo>
                    <a:pt x="401139" y="438296"/>
                  </a:lnTo>
                  <a:lnTo>
                    <a:pt x="403072" y="435156"/>
                  </a:lnTo>
                  <a:close/>
                  <a:moveTo>
                    <a:pt x="403072" y="435156"/>
                  </a:moveTo>
                  <a:lnTo>
                    <a:pt x="401139" y="408557"/>
                  </a:lnTo>
                  <a:lnTo>
                    <a:pt x="401139" y="435156"/>
                  </a:lnTo>
                  <a:close/>
                  <a:moveTo>
                    <a:pt x="412727" y="401452"/>
                  </a:moveTo>
                  <a:lnTo>
                    <a:pt x="403250" y="401452"/>
                  </a:lnTo>
                  <a:lnTo>
                    <a:pt x="403072" y="435156"/>
                  </a:lnTo>
                  <a:close/>
                  <a:moveTo>
                    <a:pt x="64388" y="367748"/>
                  </a:moveTo>
                  <a:lnTo>
                    <a:pt x="72815" y="401452"/>
                  </a:lnTo>
                  <a:lnTo>
                    <a:pt x="72815" y="367748"/>
                  </a:lnTo>
                  <a:close/>
                  <a:moveTo>
                    <a:pt x="64388" y="367748"/>
                  </a:moveTo>
                  <a:lnTo>
                    <a:pt x="63211" y="401452"/>
                  </a:lnTo>
                  <a:lnTo>
                    <a:pt x="72815" y="401452"/>
                  </a:lnTo>
                  <a:close/>
                  <a:moveTo>
                    <a:pt x="412727" y="401452"/>
                  </a:moveTo>
                  <a:lnTo>
                    <a:pt x="409934" y="367748"/>
                  </a:lnTo>
                  <a:lnTo>
                    <a:pt x="403250" y="401452"/>
                  </a:lnTo>
                  <a:close/>
                  <a:moveTo>
                    <a:pt x="51712" y="334044"/>
                  </a:moveTo>
                  <a:lnTo>
                    <a:pt x="64388" y="367748"/>
                  </a:lnTo>
                  <a:lnTo>
                    <a:pt x="69260" y="334044"/>
                  </a:lnTo>
                  <a:close/>
                  <a:moveTo>
                    <a:pt x="401139" y="367748"/>
                  </a:moveTo>
                  <a:lnTo>
                    <a:pt x="409934" y="367748"/>
                  </a:lnTo>
                  <a:lnTo>
                    <a:pt x="401139" y="347900"/>
                  </a:lnTo>
                  <a:close/>
                  <a:moveTo>
                    <a:pt x="400275" y="367748"/>
                  </a:moveTo>
                  <a:lnTo>
                    <a:pt x="401139" y="347900"/>
                  </a:lnTo>
                  <a:lnTo>
                    <a:pt x="394941" y="334044"/>
                  </a:lnTo>
                  <a:close/>
                  <a:moveTo>
                    <a:pt x="31775" y="300340"/>
                  </a:moveTo>
                  <a:lnTo>
                    <a:pt x="31775" y="302098"/>
                  </a:lnTo>
                  <a:lnTo>
                    <a:pt x="49858" y="300340"/>
                  </a:lnTo>
                  <a:close/>
                  <a:moveTo>
                    <a:pt x="49858" y="300340"/>
                  </a:moveTo>
                  <a:lnTo>
                    <a:pt x="31775" y="302098"/>
                  </a:lnTo>
                  <a:lnTo>
                    <a:pt x="51712" y="334044"/>
                  </a:lnTo>
                  <a:close/>
                  <a:moveTo>
                    <a:pt x="394941" y="334044"/>
                  </a:moveTo>
                  <a:lnTo>
                    <a:pt x="369177" y="300340"/>
                  </a:lnTo>
                  <a:lnTo>
                    <a:pt x="384660" y="334044"/>
                  </a:lnTo>
                  <a:close/>
                  <a:moveTo>
                    <a:pt x="30656" y="300340"/>
                  </a:moveTo>
                  <a:lnTo>
                    <a:pt x="31775" y="300340"/>
                  </a:lnTo>
                  <a:lnTo>
                    <a:pt x="30656" y="266636"/>
                  </a:lnTo>
                  <a:close/>
                  <a:moveTo>
                    <a:pt x="10835" y="266636"/>
                  </a:moveTo>
                  <a:lnTo>
                    <a:pt x="30656" y="300340"/>
                  </a:lnTo>
                  <a:lnTo>
                    <a:pt x="30656" y="266636"/>
                  </a:lnTo>
                  <a:close/>
                  <a:moveTo>
                    <a:pt x="360098" y="300340"/>
                  </a:moveTo>
                  <a:lnTo>
                    <a:pt x="369177" y="300340"/>
                  </a:lnTo>
                  <a:lnTo>
                    <a:pt x="360098" y="290657"/>
                  </a:lnTo>
                  <a:close/>
                  <a:moveTo>
                    <a:pt x="356319" y="300340"/>
                  </a:moveTo>
                  <a:lnTo>
                    <a:pt x="360098" y="290657"/>
                  </a:lnTo>
                  <a:lnTo>
                    <a:pt x="337824" y="266636"/>
                  </a:lnTo>
                  <a:close/>
                  <a:moveTo>
                    <a:pt x="377" y="232932"/>
                  </a:moveTo>
                  <a:lnTo>
                    <a:pt x="10835" y="266636"/>
                  </a:lnTo>
                  <a:lnTo>
                    <a:pt x="30656" y="266636"/>
                  </a:lnTo>
                  <a:close/>
                  <a:moveTo>
                    <a:pt x="319058" y="244310"/>
                  </a:moveTo>
                  <a:lnTo>
                    <a:pt x="321921" y="266636"/>
                  </a:lnTo>
                  <a:lnTo>
                    <a:pt x="337824" y="266636"/>
                  </a:lnTo>
                  <a:close/>
                  <a:moveTo>
                    <a:pt x="319058" y="244310"/>
                  </a:moveTo>
                  <a:lnTo>
                    <a:pt x="310693" y="232932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377" y="232932"/>
                  </a:lnTo>
                  <a:lnTo>
                    <a:pt x="19934" y="232932"/>
                  </a:lnTo>
                  <a:close/>
                  <a:moveTo>
                    <a:pt x="310693" y="232932"/>
                  </a:moveTo>
                  <a:lnTo>
                    <a:pt x="292368" y="199228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20615" y="199228"/>
                  </a:lnTo>
                  <a:lnTo>
                    <a:pt x="8218" y="165523"/>
                  </a:lnTo>
                  <a:close/>
                  <a:moveTo>
                    <a:pt x="278018" y="165523"/>
                  </a:moveTo>
                  <a:lnTo>
                    <a:pt x="292368" y="199228"/>
                  </a:lnTo>
                  <a:lnTo>
                    <a:pt x="280441" y="165523"/>
                  </a:lnTo>
                  <a:close/>
                  <a:moveTo>
                    <a:pt x="278018" y="165523"/>
                  </a:moveTo>
                  <a:lnTo>
                    <a:pt x="278018" y="199228"/>
                  </a:lnTo>
                  <a:lnTo>
                    <a:pt x="292368" y="199228"/>
                  </a:lnTo>
                  <a:close/>
                  <a:moveTo>
                    <a:pt x="21541" y="131819"/>
                  </a:moveTo>
                  <a:lnTo>
                    <a:pt x="31775" y="165523"/>
                  </a:lnTo>
                  <a:lnTo>
                    <a:pt x="31775" y="131819"/>
                  </a:lnTo>
                  <a:close/>
                  <a:moveTo>
                    <a:pt x="21541" y="131819"/>
                  </a:moveTo>
                  <a:lnTo>
                    <a:pt x="8218" y="165523"/>
                  </a:lnTo>
                  <a:lnTo>
                    <a:pt x="31775" y="165523"/>
                  </a:lnTo>
                  <a:close/>
                  <a:moveTo>
                    <a:pt x="278018" y="165523"/>
                  </a:moveTo>
                  <a:lnTo>
                    <a:pt x="280441" y="165523"/>
                  </a:lnTo>
                  <a:lnTo>
                    <a:pt x="278018" y="151432"/>
                  </a:lnTo>
                  <a:close/>
                  <a:moveTo>
                    <a:pt x="278018" y="165523"/>
                  </a:moveTo>
                  <a:lnTo>
                    <a:pt x="278018" y="151432"/>
                  </a:lnTo>
                  <a:lnTo>
                    <a:pt x="255952" y="165523"/>
                  </a:lnTo>
                  <a:close/>
                  <a:moveTo>
                    <a:pt x="255952" y="165523"/>
                  </a:moveTo>
                  <a:lnTo>
                    <a:pt x="278018" y="151432"/>
                  </a:lnTo>
                  <a:lnTo>
                    <a:pt x="275161" y="131819"/>
                  </a:lnTo>
                  <a:close/>
                  <a:moveTo>
                    <a:pt x="31775" y="109232"/>
                  </a:moveTo>
                  <a:lnTo>
                    <a:pt x="21541" y="131819"/>
                  </a:lnTo>
                  <a:lnTo>
                    <a:pt x="31775" y="131819"/>
                  </a:lnTo>
                  <a:close/>
                  <a:moveTo>
                    <a:pt x="31775" y="109232"/>
                  </a:moveTo>
                  <a:lnTo>
                    <a:pt x="31775" y="131819"/>
                  </a:lnTo>
                  <a:lnTo>
                    <a:pt x="36323" y="98115"/>
                  </a:lnTo>
                  <a:close/>
                  <a:moveTo>
                    <a:pt x="36323" y="98115"/>
                  </a:moveTo>
                  <a:lnTo>
                    <a:pt x="31775" y="131819"/>
                  </a:lnTo>
                  <a:lnTo>
                    <a:pt x="50142" y="131819"/>
                  </a:lnTo>
                  <a:close/>
                  <a:moveTo>
                    <a:pt x="245695" y="131819"/>
                  </a:moveTo>
                  <a:lnTo>
                    <a:pt x="275161" y="131819"/>
                  </a:lnTo>
                  <a:lnTo>
                    <a:pt x="272380" y="98115"/>
                  </a:lnTo>
                  <a:close/>
                  <a:moveTo>
                    <a:pt x="36323" y="98115"/>
                  </a:moveTo>
                  <a:lnTo>
                    <a:pt x="69794" y="98115"/>
                  </a:lnTo>
                  <a:lnTo>
                    <a:pt x="52671" y="64411"/>
                  </a:lnTo>
                  <a:close/>
                  <a:moveTo>
                    <a:pt x="272380" y="98115"/>
                  </a:moveTo>
                  <a:lnTo>
                    <a:pt x="264822" y="64411"/>
                  </a:lnTo>
                  <a:lnTo>
                    <a:pt x="237492" y="98115"/>
                  </a:lnTo>
                  <a:close/>
                  <a:moveTo>
                    <a:pt x="72815" y="38607"/>
                  </a:moveTo>
                  <a:lnTo>
                    <a:pt x="52671" y="64411"/>
                  </a:lnTo>
                  <a:lnTo>
                    <a:pt x="72815" y="64411"/>
                  </a:lnTo>
                  <a:close/>
                  <a:moveTo>
                    <a:pt x="80879" y="30707"/>
                  </a:moveTo>
                  <a:lnTo>
                    <a:pt x="72815" y="38607"/>
                  </a:lnTo>
                  <a:lnTo>
                    <a:pt x="113856" y="50194"/>
                  </a:lnTo>
                  <a:close/>
                  <a:moveTo>
                    <a:pt x="236977" y="30707"/>
                  </a:moveTo>
                  <a:lnTo>
                    <a:pt x="264822" y="64411"/>
                  </a:lnTo>
                  <a:lnTo>
                    <a:pt x="243197" y="30707"/>
                  </a:lnTo>
                  <a:close/>
                  <a:moveTo>
                    <a:pt x="236977" y="30707"/>
                  </a:moveTo>
                  <a:lnTo>
                    <a:pt x="236977" y="64411"/>
                  </a:lnTo>
                  <a:lnTo>
                    <a:pt x="264822" y="64411"/>
                  </a:lnTo>
                  <a:close/>
                  <a:moveTo>
                    <a:pt x="113856" y="9747"/>
                  </a:moveTo>
                  <a:lnTo>
                    <a:pt x="80879" y="30707"/>
                  </a:lnTo>
                  <a:lnTo>
                    <a:pt x="113856" y="30707"/>
                  </a:lnTo>
                  <a:close/>
                  <a:moveTo>
                    <a:pt x="113856" y="30707"/>
                  </a:moveTo>
                  <a:lnTo>
                    <a:pt x="154896" y="0"/>
                  </a:lnTo>
                  <a:lnTo>
                    <a:pt x="113856" y="9747"/>
                  </a:lnTo>
                  <a:close/>
                  <a:moveTo>
                    <a:pt x="154896" y="30707"/>
                  </a:moveTo>
                  <a:lnTo>
                    <a:pt x="195937" y="4166"/>
                  </a:lnTo>
                  <a:lnTo>
                    <a:pt x="154896" y="0"/>
                  </a:lnTo>
                  <a:close/>
                  <a:moveTo>
                    <a:pt x="195937" y="30707"/>
                  </a:moveTo>
                  <a:lnTo>
                    <a:pt x="236977" y="2525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236977" y="30707"/>
                  </a:lnTo>
                  <a:lnTo>
                    <a:pt x="236977" y="25257"/>
                  </a:lnTo>
                  <a:close/>
                  <a:moveTo>
                    <a:pt x="236977" y="30707"/>
                  </a:moveTo>
                  <a:lnTo>
                    <a:pt x="243197" y="30707"/>
                  </a:lnTo>
                  <a:lnTo>
                    <a:pt x="236977" y="25257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3979" name="Candidate_B4__3978">
              <a:extLst>
                <a:ext uri="{FF2B5EF4-FFF2-40B4-BE49-F238E27FC236}">
                  <a16:creationId xmlns:a16="http://schemas.microsoft.com/office/drawing/2014/main" id="{8F744E42-3F35-8BA3-7FC4-2868610D83A2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09934" cy="634481"/>
            </a:xfrm>
            <a:custGeom>
              <a:avLst/>
              <a:gdLst/>
              <a:ahLst/>
              <a:cxnLst/>
              <a:rect l="0" t="0" r="0" b="0"/>
              <a:pathLst>
                <a:path w="409934" h="634481">
                  <a:moveTo>
                    <a:pt x="31775" y="569972"/>
                  </a:moveTo>
                  <a:lnTo>
                    <a:pt x="31775" y="589543"/>
                  </a:lnTo>
                  <a:lnTo>
                    <a:pt x="40835" y="569972"/>
                  </a:lnTo>
                  <a:close/>
                  <a:moveTo>
                    <a:pt x="40835" y="569972"/>
                  </a:moveTo>
                  <a:lnTo>
                    <a:pt x="45091" y="603676"/>
                  </a:lnTo>
                  <a:lnTo>
                    <a:pt x="72815" y="601614"/>
                  </a:lnTo>
                  <a:close/>
                  <a:moveTo>
                    <a:pt x="72815" y="601614"/>
                  </a:moveTo>
                  <a:lnTo>
                    <a:pt x="45091" y="603676"/>
                  </a:lnTo>
                  <a:lnTo>
                    <a:pt x="72815" y="603676"/>
                  </a:lnTo>
                  <a:close/>
                  <a:moveTo>
                    <a:pt x="72815" y="621256"/>
                  </a:moveTo>
                  <a:lnTo>
                    <a:pt x="76831" y="603676"/>
                  </a:lnTo>
                  <a:lnTo>
                    <a:pt x="72815" y="603676"/>
                  </a:lnTo>
                  <a:close/>
                  <a:moveTo>
                    <a:pt x="113856" y="616992"/>
                  </a:moveTo>
                  <a:lnTo>
                    <a:pt x="76831" y="603676"/>
                  </a:lnTo>
                  <a:lnTo>
                    <a:pt x="72815" y="621256"/>
                  </a:lnTo>
                  <a:close/>
                  <a:moveTo>
                    <a:pt x="113856" y="616992"/>
                  </a:moveTo>
                  <a:lnTo>
                    <a:pt x="113856" y="633305"/>
                  </a:lnTo>
                  <a:lnTo>
                    <a:pt x="154896" y="619003"/>
                  </a:lnTo>
                  <a:close/>
                  <a:moveTo>
                    <a:pt x="154896" y="619003"/>
                  </a:moveTo>
                  <a:lnTo>
                    <a:pt x="154896" y="634481"/>
                  </a:lnTo>
                  <a:lnTo>
                    <a:pt x="195937" y="609977"/>
                  </a:lnTo>
                  <a:close/>
                  <a:moveTo>
                    <a:pt x="195937" y="609977"/>
                  </a:moveTo>
                  <a:lnTo>
                    <a:pt x="236977" y="603676"/>
                  </a:lnTo>
                  <a:lnTo>
                    <a:pt x="209506" y="603676"/>
                  </a:lnTo>
                  <a:close/>
                  <a:moveTo>
                    <a:pt x="236977" y="588941"/>
                  </a:moveTo>
                  <a:lnTo>
                    <a:pt x="278018" y="569972"/>
                  </a:lnTo>
                  <a:lnTo>
                    <a:pt x="262423" y="569972"/>
                  </a:lnTo>
                  <a:close/>
                  <a:moveTo>
                    <a:pt x="209506" y="603676"/>
                  </a:moveTo>
                  <a:lnTo>
                    <a:pt x="236977" y="603676"/>
                  </a:lnTo>
                  <a:lnTo>
                    <a:pt x="236977" y="588941"/>
                  </a:lnTo>
                  <a:close/>
                  <a:moveTo>
                    <a:pt x="30366" y="536268"/>
                  </a:moveTo>
                  <a:lnTo>
                    <a:pt x="31775" y="569972"/>
                  </a:lnTo>
                  <a:lnTo>
                    <a:pt x="31775" y="541294"/>
                  </a:lnTo>
                  <a:close/>
                  <a:moveTo>
                    <a:pt x="17765" y="569972"/>
                  </a:moveTo>
                  <a:lnTo>
                    <a:pt x="31775" y="569972"/>
                  </a:lnTo>
                  <a:lnTo>
                    <a:pt x="30366" y="536268"/>
                  </a:lnTo>
                  <a:close/>
                  <a:moveTo>
                    <a:pt x="31775" y="569972"/>
                  </a:moveTo>
                  <a:lnTo>
                    <a:pt x="40835" y="569972"/>
                  </a:lnTo>
                  <a:lnTo>
                    <a:pt x="31775" y="541294"/>
                  </a:lnTo>
                  <a:close/>
                  <a:moveTo>
                    <a:pt x="300344" y="536268"/>
                  </a:moveTo>
                  <a:lnTo>
                    <a:pt x="278018" y="556379"/>
                  </a:lnTo>
                  <a:lnTo>
                    <a:pt x="284069" y="569972"/>
                  </a:lnTo>
                  <a:close/>
                  <a:moveTo>
                    <a:pt x="262423" y="569972"/>
                  </a:moveTo>
                  <a:lnTo>
                    <a:pt x="278018" y="569972"/>
                  </a:lnTo>
                  <a:lnTo>
                    <a:pt x="278018" y="556379"/>
                  </a:lnTo>
                  <a:close/>
                  <a:moveTo>
                    <a:pt x="15456" y="502564"/>
                  </a:moveTo>
                  <a:lnTo>
                    <a:pt x="31775" y="526513"/>
                  </a:lnTo>
                  <a:lnTo>
                    <a:pt x="31775" y="502564"/>
                  </a:lnTo>
                  <a:close/>
                  <a:moveTo>
                    <a:pt x="30366" y="536268"/>
                  </a:moveTo>
                  <a:lnTo>
                    <a:pt x="31775" y="526513"/>
                  </a:lnTo>
                  <a:lnTo>
                    <a:pt x="15456" y="502564"/>
                  </a:lnTo>
                  <a:close/>
                  <a:moveTo>
                    <a:pt x="300344" y="536268"/>
                  </a:moveTo>
                  <a:lnTo>
                    <a:pt x="317413" y="536268"/>
                  </a:lnTo>
                  <a:lnTo>
                    <a:pt x="319058" y="518867"/>
                  </a:lnTo>
                  <a:close/>
                  <a:moveTo>
                    <a:pt x="49399" y="468860"/>
                  </a:moveTo>
                  <a:lnTo>
                    <a:pt x="31775" y="468860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37125" y="502564"/>
                  </a:lnTo>
                  <a:lnTo>
                    <a:pt x="319058" y="518867"/>
                  </a:lnTo>
                  <a:close/>
                  <a:moveTo>
                    <a:pt x="337125" y="502564"/>
                  </a:moveTo>
                  <a:lnTo>
                    <a:pt x="351350" y="502564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49399" y="468860"/>
                  </a:lnTo>
                  <a:lnTo>
                    <a:pt x="66705" y="435156"/>
                  </a:lnTo>
                  <a:close/>
                  <a:moveTo>
                    <a:pt x="382247" y="468860"/>
                  </a:moveTo>
                  <a:lnTo>
                    <a:pt x="370667" y="468860"/>
                  </a:lnTo>
                  <a:lnTo>
                    <a:pt x="360098" y="479820"/>
                  </a:lnTo>
                  <a:close/>
                  <a:moveTo>
                    <a:pt x="382247" y="468860"/>
                  </a:moveTo>
                  <a:lnTo>
                    <a:pt x="393356" y="435156"/>
                  </a:lnTo>
                  <a:lnTo>
                    <a:pt x="370667" y="468860"/>
                  </a:lnTo>
                  <a:close/>
                  <a:moveTo>
                    <a:pt x="63211" y="401452"/>
                  </a:moveTo>
                  <a:lnTo>
                    <a:pt x="72815" y="418123"/>
                  </a:lnTo>
                  <a:lnTo>
                    <a:pt x="72815" y="401452"/>
                  </a:lnTo>
                  <a:close/>
                  <a:moveTo>
                    <a:pt x="66705" y="435156"/>
                  </a:moveTo>
                  <a:lnTo>
                    <a:pt x="72815" y="418123"/>
                  </a:lnTo>
                  <a:lnTo>
                    <a:pt x="63211" y="401452"/>
                  </a:lnTo>
                  <a:close/>
                  <a:moveTo>
                    <a:pt x="403250" y="401452"/>
                  </a:moveTo>
                  <a:lnTo>
                    <a:pt x="401139" y="408557"/>
                  </a:lnTo>
                  <a:lnTo>
                    <a:pt x="403072" y="435156"/>
                  </a:lnTo>
                  <a:close/>
                  <a:moveTo>
                    <a:pt x="393356" y="435156"/>
                  </a:moveTo>
                  <a:lnTo>
                    <a:pt x="401139" y="435156"/>
                  </a:lnTo>
                  <a:lnTo>
                    <a:pt x="401139" y="408557"/>
                  </a:lnTo>
                  <a:close/>
                  <a:moveTo>
                    <a:pt x="78610" y="401452"/>
                  </a:moveTo>
                  <a:lnTo>
                    <a:pt x="79869" y="367748"/>
                  </a:lnTo>
                  <a:lnTo>
                    <a:pt x="72815" y="401452"/>
                  </a:lnTo>
                  <a:close/>
                  <a:moveTo>
                    <a:pt x="79869" y="367748"/>
                  </a:moveTo>
                  <a:lnTo>
                    <a:pt x="72815" y="367748"/>
                  </a:lnTo>
                  <a:lnTo>
                    <a:pt x="72815" y="401452"/>
                  </a:lnTo>
                  <a:close/>
                  <a:moveTo>
                    <a:pt x="72815" y="401452"/>
                  </a:moveTo>
                  <a:lnTo>
                    <a:pt x="72815" y="418123"/>
                  </a:lnTo>
                  <a:lnTo>
                    <a:pt x="78610" y="401452"/>
                  </a:lnTo>
                  <a:close/>
                  <a:moveTo>
                    <a:pt x="409934" y="367748"/>
                  </a:moveTo>
                  <a:lnTo>
                    <a:pt x="401139" y="367748"/>
                  </a:lnTo>
                  <a:lnTo>
                    <a:pt x="403250" y="401452"/>
                  </a:lnTo>
                  <a:close/>
                  <a:moveTo>
                    <a:pt x="69260" y="334044"/>
                  </a:moveTo>
                  <a:lnTo>
                    <a:pt x="72815" y="367748"/>
                  </a:lnTo>
                  <a:lnTo>
                    <a:pt x="72815" y="344716"/>
                  </a:lnTo>
                  <a:close/>
                  <a:moveTo>
                    <a:pt x="64388" y="367748"/>
                  </a:moveTo>
                  <a:lnTo>
                    <a:pt x="72815" y="367748"/>
                  </a:lnTo>
                  <a:lnTo>
                    <a:pt x="69260" y="334044"/>
                  </a:lnTo>
                  <a:close/>
                  <a:moveTo>
                    <a:pt x="72815" y="367748"/>
                  </a:moveTo>
                  <a:lnTo>
                    <a:pt x="79869" y="367748"/>
                  </a:lnTo>
                  <a:lnTo>
                    <a:pt x="72815" y="344716"/>
                  </a:lnTo>
                  <a:close/>
                  <a:moveTo>
                    <a:pt x="401139" y="367748"/>
                  </a:moveTo>
                  <a:lnTo>
                    <a:pt x="401139" y="347900"/>
                  </a:lnTo>
                  <a:lnTo>
                    <a:pt x="400275" y="367748"/>
                  </a:lnTo>
                  <a:close/>
                  <a:moveTo>
                    <a:pt x="400275" y="367748"/>
                  </a:moveTo>
                  <a:lnTo>
                    <a:pt x="394941" y="334044"/>
                  </a:lnTo>
                  <a:lnTo>
                    <a:pt x="384660" y="334044"/>
                  </a:lnTo>
                  <a:close/>
                  <a:moveTo>
                    <a:pt x="49858" y="300340"/>
                  </a:moveTo>
                  <a:lnTo>
                    <a:pt x="51712" y="334044"/>
                  </a:lnTo>
                  <a:lnTo>
                    <a:pt x="69260" y="334044"/>
                  </a:lnTo>
                  <a:close/>
                  <a:moveTo>
                    <a:pt x="384660" y="334044"/>
                  </a:moveTo>
                  <a:lnTo>
                    <a:pt x="360098" y="300340"/>
                  </a:lnTo>
                  <a:lnTo>
                    <a:pt x="360098" y="304408"/>
                  </a:lnTo>
                  <a:close/>
                  <a:moveTo>
                    <a:pt x="369177" y="300340"/>
                  </a:moveTo>
                  <a:lnTo>
                    <a:pt x="360098" y="300340"/>
                  </a:lnTo>
                  <a:lnTo>
                    <a:pt x="384660" y="334044"/>
                  </a:lnTo>
                  <a:close/>
                  <a:moveTo>
                    <a:pt x="30656" y="266636"/>
                  </a:moveTo>
                  <a:lnTo>
                    <a:pt x="31775" y="300340"/>
                  </a:lnTo>
                  <a:lnTo>
                    <a:pt x="31775" y="268660"/>
                  </a:lnTo>
                  <a:close/>
                  <a:moveTo>
                    <a:pt x="31775" y="300340"/>
                  </a:moveTo>
                  <a:lnTo>
                    <a:pt x="49858" y="300340"/>
                  </a:lnTo>
                  <a:lnTo>
                    <a:pt x="31775" y="268660"/>
                  </a:lnTo>
                  <a:close/>
                  <a:moveTo>
                    <a:pt x="360098" y="300340"/>
                  </a:moveTo>
                  <a:lnTo>
                    <a:pt x="360098" y="290657"/>
                  </a:lnTo>
                  <a:lnTo>
                    <a:pt x="356319" y="300340"/>
                  </a:lnTo>
                  <a:close/>
                  <a:moveTo>
                    <a:pt x="356319" y="300340"/>
                  </a:moveTo>
                  <a:lnTo>
                    <a:pt x="337824" y="266636"/>
                  </a:lnTo>
                  <a:lnTo>
                    <a:pt x="321921" y="266636"/>
                  </a:lnTo>
                  <a:close/>
                  <a:moveTo>
                    <a:pt x="360098" y="304408"/>
                  </a:moveTo>
                  <a:lnTo>
                    <a:pt x="360098" y="300340"/>
                  </a:lnTo>
                  <a:lnTo>
                    <a:pt x="356319" y="300340"/>
                  </a:lnTo>
                  <a:close/>
                  <a:moveTo>
                    <a:pt x="377" y="232932"/>
                  </a:moveTo>
                  <a:lnTo>
                    <a:pt x="30656" y="266636"/>
                  </a:lnTo>
                  <a:lnTo>
                    <a:pt x="19934" y="232932"/>
                  </a:lnTo>
                  <a:close/>
                  <a:moveTo>
                    <a:pt x="319058" y="244310"/>
                  </a:moveTo>
                  <a:lnTo>
                    <a:pt x="319058" y="263597"/>
                  </a:lnTo>
                  <a:lnTo>
                    <a:pt x="321921" y="266636"/>
                  </a:lnTo>
                  <a:close/>
                  <a:moveTo>
                    <a:pt x="319058" y="263597"/>
                  </a:moveTo>
                  <a:lnTo>
                    <a:pt x="319058" y="244310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19934" y="232932"/>
                  </a:lnTo>
                  <a:lnTo>
                    <a:pt x="20615" y="199228"/>
                  </a:lnTo>
                  <a:close/>
                  <a:moveTo>
                    <a:pt x="292794" y="232932"/>
                  </a:moveTo>
                  <a:lnTo>
                    <a:pt x="278018" y="199228"/>
                  </a:lnTo>
                  <a:lnTo>
                    <a:pt x="278018" y="210532"/>
                  </a:lnTo>
                  <a:close/>
                  <a:moveTo>
                    <a:pt x="292368" y="199228"/>
                  </a:moveTo>
                  <a:lnTo>
                    <a:pt x="278018" y="199228"/>
                  </a:lnTo>
                  <a:lnTo>
                    <a:pt x="292794" y="232932"/>
                  </a:lnTo>
                  <a:close/>
                  <a:moveTo>
                    <a:pt x="8218" y="165523"/>
                  </a:moveTo>
                  <a:lnTo>
                    <a:pt x="31775" y="165943"/>
                  </a:lnTo>
                  <a:lnTo>
                    <a:pt x="31775" y="165523"/>
                  </a:lnTo>
                  <a:close/>
                  <a:moveTo>
                    <a:pt x="20615" y="199228"/>
                  </a:moveTo>
                  <a:lnTo>
                    <a:pt x="31775" y="165943"/>
                  </a:lnTo>
                  <a:lnTo>
                    <a:pt x="8218" y="165523"/>
                  </a:lnTo>
                  <a:close/>
                  <a:moveTo>
                    <a:pt x="278018" y="199228"/>
                  </a:moveTo>
                  <a:lnTo>
                    <a:pt x="278018" y="165523"/>
                  </a:lnTo>
                  <a:lnTo>
                    <a:pt x="271200" y="199228"/>
                  </a:lnTo>
                  <a:close/>
                  <a:moveTo>
                    <a:pt x="278018" y="165523"/>
                  </a:moveTo>
                  <a:lnTo>
                    <a:pt x="255952" y="165523"/>
                  </a:lnTo>
                  <a:lnTo>
                    <a:pt x="271200" y="199228"/>
                  </a:lnTo>
                  <a:close/>
                  <a:moveTo>
                    <a:pt x="278018" y="210532"/>
                  </a:moveTo>
                  <a:lnTo>
                    <a:pt x="278018" y="199228"/>
                  </a:lnTo>
                  <a:lnTo>
                    <a:pt x="271200" y="199228"/>
                  </a:lnTo>
                  <a:close/>
                  <a:moveTo>
                    <a:pt x="50142" y="131819"/>
                  </a:moveTo>
                  <a:lnTo>
                    <a:pt x="31775" y="131819"/>
                  </a:lnTo>
                  <a:lnTo>
                    <a:pt x="31775" y="165523"/>
                  </a:lnTo>
                  <a:close/>
                  <a:moveTo>
                    <a:pt x="255952" y="165523"/>
                  </a:moveTo>
                  <a:lnTo>
                    <a:pt x="275161" y="131819"/>
                  </a:lnTo>
                  <a:lnTo>
                    <a:pt x="245695" y="131819"/>
                  </a:lnTo>
                  <a:close/>
                  <a:moveTo>
                    <a:pt x="36323" y="98115"/>
                  </a:moveTo>
                  <a:lnTo>
                    <a:pt x="50142" y="131819"/>
                  </a:lnTo>
                  <a:lnTo>
                    <a:pt x="69794" y="98115"/>
                  </a:lnTo>
                  <a:close/>
                  <a:moveTo>
                    <a:pt x="237492" y="98115"/>
                  </a:moveTo>
                  <a:lnTo>
                    <a:pt x="245695" y="131819"/>
                  </a:lnTo>
                  <a:lnTo>
                    <a:pt x="272380" y="98115"/>
                  </a:lnTo>
                  <a:close/>
                  <a:moveTo>
                    <a:pt x="52671" y="64411"/>
                  </a:moveTo>
                  <a:lnTo>
                    <a:pt x="72815" y="93613"/>
                  </a:lnTo>
                  <a:lnTo>
                    <a:pt x="72815" y="64411"/>
                  </a:lnTo>
                  <a:close/>
                  <a:moveTo>
                    <a:pt x="69794" y="98115"/>
                  </a:moveTo>
                  <a:lnTo>
                    <a:pt x="72815" y="93613"/>
                  </a:lnTo>
                  <a:lnTo>
                    <a:pt x="52671" y="64411"/>
                  </a:lnTo>
                  <a:close/>
                  <a:moveTo>
                    <a:pt x="237492" y="98115"/>
                  </a:moveTo>
                  <a:lnTo>
                    <a:pt x="236977" y="64411"/>
                  </a:lnTo>
                  <a:lnTo>
                    <a:pt x="236977" y="96813"/>
                  </a:lnTo>
                  <a:close/>
                  <a:moveTo>
                    <a:pt x="264822" y="64411"/>
                  </a:moveTo>
                  <a:lnTo>
                    <a:pt x="236977" y="64411"/>
                  </a:lnTo>
                  <a:lnTo>
                    <a:pt x="237492" y="98115"/>
                  </a:lnTo>
                  <a:close/>
                  <a:moveTo>
                    <a:pt x="113856" y="30707"/>
                  </a:moveTo>
                  <a:lnTo>
                    <a:pt x="80879" y="30707"/>
                  </a:lnTo>
                  <a:lnTo>
                    <a:pt x="113856" y="50194"/>
                  </a:lnTo>
                  <a:close/>
                  <a:moveTo>
                    <a:pt x="113856" y="50194"/>
                  </a:moveTo>
                  <a:lnTo>
                    <a:pt x="72815" y="38607"/>
                  </a:lnTo>
                  <a:lnTo>
                    <a:pt x="96846" y="64411"/>
                  </a:lnTo>
                  <a:close/>
                  <a:moveTo>
                    <a:pt x="96846" y="64411"/>
                  </a:moveTo>
                  <a:lnTo>
                    <a:pt x="72815" y="38607"/>
                  </a:lnTo>
                  <a:lnTo>
                    <a:pt x="72815" y="64411"/>
                  </a:lnTo>
                  <a:close/>
                  <a:moveTo>
                    <a:pt x="72815" y="64411"/>
                  </a:moveTo>
                  <a:lnTo>
                    <a:pt x="72815" y="93613"/>
                  </a:lnTo>
                  <a:lnTo>
                    <a:pt x="96846" y="64411"/>
                  </a:lnTo>
                  <a:close/>
                  <a:moveTo>
                    <a:pt x="195937" y="44402"/>
                  </a:moveTo>
                  <a:lnTo>
                    <a:pt x="219570" y="64411"/>
                  </a:lnTo>
                  <a:lnTo>
                    <a:pt x="195937" y="30707"/>
                  </a:lnTo>
                  <a:close/>
                  <a:moveTo>
                    <a:pt x="195937" y="30707"/>
                  </a:moveTo>
                  <a:lnTo>
                    <a:pt x="219570" y="64411"/>
                  </a:lnTo>
                  <a:lnTo>
                    <a:pt x="236977" y="64411"/>
                  </a:lnTo>
                  <a:close/>
                  <a:moveTo>
                    <a:pt x="195937" y="30707"/>
                  </a:moveTo>
                  <a:lnTo>
                    <a:pt x="236977" y="64411"/>
                  </a:lnTo>
                  <a:lnTo>
                    <a:pt x="236977" y="30707"/>
                  </a:lnTo>
                  <a:close/>
                  <a:moveTo>
                    <a:pt x="236977" y="96813"/>
                  </a:moveTo>
                  <a:lnTo>
                    <a:pt x="236977" y="64411"/>
                  </a:lnTo>
                  <a:lnTo>
                    <a:pt x="219570" y="64411"/>
                  </a:lnTo>
                  <a:close/>
                  <a:moveTo>
                    <a:pt x="113856" y="30707"/>
                  </a:moveTo>
                  <a:lnTo>
                    <a:pt x="154896" y="30707"/>
                  </a:lnTo>
                  <a:lnTo>
                    <a:pt x="154896" y="0"/>
                  </a:lnTo>
                  <a:close/>
                  <a:moveTo>
                    <a:pt x="154896" y="30707"/>
                  </a:moveTo>
                  <a:lnTo>
                    <a:pt x="113856" y="30707"/>
                  </a:lnTo>
                  <a:lnTo>
                    <a:pt x="154896" y="35792"/>
                  </a:lnTo>
                  <a:close/>
                  <a:moveTo>
                    <a:pt x="113856" y="30707"/>
                  </a:moveTo>
                  <a:lnTo>
                    <a:pt x="113856" y="50194"/>
                  </a:lnTo>
                  <a:lnTo>
                    <a:pt x="154896" y="35792"/>
                  </a:lnTo>
                  <a:close/>
                  <a:moveTo>
                    <a:pt x="154896" y="30707"/>
                  </a:moveTo>
                  <a:lnTo>
                    <a:pt x="195937" y="3070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154896" y="30707"/>
                  </a:lnTo>
                  <a:lnTo>
                    <a:pt x="195937" y="44402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3980" name="Candidate_B4__3979">
              <a:extLst>
                <a:ext uri="{FF2B5EF4-FFF2-40B4-BE49-F238E27FC236}">
                  <a16:creationId xmlns:a16="http://schemas.microsoft.com/office/drawing/2014/main" id="{D15F1497-6766-AC94-88BD-14152112AFB2}"/>
                </a:ext>
              </a:extLst>
            </p:cNvPr>
            <p:cNvSpPr>
              <a:spLocks noGrp="1"/>
            </p:cNvSpPr>
            <p:nvPr/>
          </p:nvSpPr>
          <p:spPr>
            <a:xfrm>
              <a:off x="5550807" y="1929978"/>
              <a:ext cx="383316" cy="588296"/>
            </a:xfrm>
            <a:custGeom>
              <a:avLst/>
              <a:gdLst/>
              <a:ahLst/>
              <a:cxnLst/>
              <a:rect l="0" t="0" r="0" b="0"/>
              <a:pathLst>
                <a:path w="383316" h="588296">
                  <a:moveTo>
                    <a:pt x="52881" y="572969"/>
                  </a:moveTo>
                  <a:lnTo>
                    <a:pt x="56896" y="572969"/>
                  </a:lnTo>
                  <a:lnTo>
                    <a:pt x="52881" y="570907"/>
                  </a:lnTo>
                  <a:close/>
                  <a:moveTo>
                    <a:pt x="15171" y="471857"/>
                  </a:moveTo>
                  <a:lnTo>
                    <a:pt x="29464" y="438153"/>
                  </a:lnTo>
                  <a:lnTo>
                    <a:pt x="11841" y="471857"/>
                  </a:lnTo>
                  <a:close/>
                  <a:moveTo>
                    <a:pt x="11841" y="471857"/>
                  </a:moveTo>
                  <a:lnTo>
                    <a:pt x="11841" y="495806"/>
                  </a:lnTo>
                  <a:lnTo>
                    <a:pt x="15171" y="471857"/>
                  </a:lnTo>
                  <a:close/>
                  <a:moveTo>
                    <a:pt x="383316" y="370745"/>
                  </a:moveTo>
                  <a:lnTo>
                    <a:pt x="381205" y="337041"/>
                  </a:lnTo>
                  <a:lnTo>
                    <a:pt x="381205" y="347121"/>
                  </a:lnTo>
                  <a:close/>
                  <a:moveTo>
                    <a:pt x="381205" y="347121"/>
                  </a:moveTo>
                  <a:lnTo>
                    <a:pt x="381205" y="337041"/>
                  </a:lnTo>
                  <a:lnTo>
                    <a:pt x="380341" y="337041"/>
                  </a:lnTo>
                  <a:close/>
                  <a:moveTo>
                    <a:pt x="11993" y="134816"/>
                  </a:moveTo>
                  <a:lnTo>
                    <a:pt x="30207" y="101112"/>
                  </a:lnTo>
                  <a:lnTo>
                    <a:pt x="11841" y="134816"/>
                  </a:lnTo>
                  <a:close/>
                  <a:moveTo>
                    <a:pt x="11841" y="134816"/>
                  </a:moveTo>
                  <a:lnTo>
                    <a:pt x="11841" y="135236"/>
                  </a:lnTo>
                  <a:lnTo>
                    <a:pt x="11993" y="134816"/>
                  </a:lnTo>
                  <a:close/>
                  <a:moveTo>
                    <a:pt x="134962" y="0"/>
                  </a:moveTo>
                  <a:lnTo>
                    <a:pt x="134962" y="5085"/>
                  </a:lnTo>
                  <a:lnTo>
                    <a:pt x="176002" y="13695"/>
                  </a:lnTo>
                  <a:close/>
                  <a:moveTo>
                    <a:pt x="56896" y="572969"/>
                  </a:moveTo>
                  <a:lnTo>
                    <a:pt x="93922" y="586285"/>
                  </a:lnTo>
                  <a:lnTo>
                    <a:pt x="93922" y="572969"/>
                  </a:lnTo>
                  <a:close/>
                  <a:moveTo>
                    <a:pt x="52881" y="570907"/>
                  </a:moveTo>
                  <a:lnTo>
                    <a:pt x="56896" y="572969"/>
                  </a:lnTo>
                  <a:lnTo>
                    <a:pt x="78257" y="539265"/>
                  </a:lnTo>
                  <a:close/>
                  <a:moveTo>
                    <a:pt x="134962" y="572969"/>
                  </a:moveTo>
                  <a:lnTo>
                    <a:pt x="93922" y="586285"/>
                  </a:lnTo>
                  <a:lnTo>
                    <a:pt x="134962" y="588296"/>
                  </a:lnTo>
                  <a:close/>
                  <a:moveTo>
                    <a:pt x="134962" y="572969"/>
                  </a:moveTo>
                  <a:lnTo>
                    <a:pt x="93922" y="572969"/>
                  </a:lnTo>
                  <a:lnTo>
                    <a:pt x="93922" y="586285"/>
                  </a:lnTo>
                  <a:close/>
                  <a:moveTo>
                    <a:pt x="176002" y="572969"/>
                  </a:moveTo>
                  <a:lnTo>
                    <a:pt x="134962" y="588296"/>
                  </a:lnTo>
                  <a:lnTo>
                    <a:pt x="176002" y="579270"/>
                  </a:lnTo>
                  <a:close/>
                  <a:moveTo>
                    <a:pt x="176002" y="572969"/>
                  </a:moveTo>
                  <a:lnTo>
                    <a:pt x="134962" y="572969"/>
                  </a:lnTo>
                  <a:lnTo>
                    <a:pt x="134962" y="588296"/>
                  </a:lnTo>
                  <a:close/>
                  <a:moveTo>
                    <a:pt x="176002" y="572969"/>
                  </a:moveTo>
                  <a:lnTo>
                    <a:pt x="176002" y="579270"/>
                  </a:lnTo>
                  <a:lnTo>
                    <a:pt x="189571" y="572969"/>
                  </a:lnTo>
                  <a:close/>
                  <a:moveTo>
                    <a:pt x="189571" y="572969"/>
                  </a:moveTo>
                  <a:lnTo>
                    <a:pt x="217043" y="558234"/>
                  </a:lnTo>
                  <a:lnTo>
                    <a:pt x="176002" y="572969"/>
                  </a:lnTo>
                  <a:close/>
                  <a:moveTo>
                    <a:pt x="20901" y="539265"/>
                  </a:moveTo>
                  <a:lnTo>
                    <a:pt x="52881" y="570907"/>
                  </a:lnTo>
                  <a:lnTo>
                    <a:pt x="52881" y="539265"/>
                  </a:lnTo>
                  <a:close/>
                  <a:moveTo>
                    <a:pt x="52881" y="539265"/>
                  </a:moveTo>
                  <a:lnTo>
                    <a:pt x="11841" y="510587"/>
                  </a:lnTo>
                  <a:lnTo>
                    <a:pt x="20901" y="539265"/>
                  </a:lnTo>
                  <a:close/>
                  <a:moveTo>
                    <a:pt x="11841" y="505561"/>
                  </a:moveTo>
                  <a:lnTo>
                    <a:pt x="11841" y="510587"/>
                  </a:lnTo>
                  <a:lnTo>
                    <a:pt x="52881" y="539265"/>
                  </a:lnTo>
                  <a:close/>
                  <a:moveTo>
                    <a:pt x="217043" y="539265"/>
                  </a:moveTo>
                  <a:lnTo>
                    <a:pt x="217043" y="558234"/>
                  </a:lnTo>
                  <a:lnTo>
                    <a:pt x="242488" y="539265"/>
                  </a:lnTo>
                  <a:close/>
                  <a:moveTo>
                    <a:pt x="242488" y="539265"/>
                  </a:moveTo>
                  <a:lnTo>
                    <a:pt x="258083" y="525672"/>
                  </a:lnTo>
                  <a:lnTo>
                    <a:pt x="217043" y="539265"/>
                  </a:lnTo>
                  <a:close/>
                  <a:moveTo>
                    <a:pt x="10432" y="505561"/>
                  </a:moveTo>
                  <a:lnTo>
                    <a:pt x="11841" y="510587"/>
                  </a:lnTo>
                  <a:lnTo>
                    <a:pt x="11841" y="505561"/>
                  </a:lnTo>
                  <a:close/>
                  <a:moveTo>
                    <a:pt x="11841" y="495806"/>
                  </a:moveTo>
                  <a:lnTo>
                    <a:pt x="10432" y="505561"/>
                  </a:lnTo>
                  <a:lnTo>
                    <a:pt x="11841" y="505561"/>
                  </a:lnTo>
                  <a:close/>
                  <a:moveTo>
                    <a:pt x="11841" y="505561"/>
                  </a:moveTo>
                  <a:lnTo>
                    <a:pt x="15171" y="471857"/>
                  </a:lnTo>
                  <a:lnTo>
                    <a:pt x="11841" y="495806"/>
                  </a:lnTo>
                  <a:close/>
                  <a:moveTo>
                    <a:pt x="52881" y="471857"/>
                  </a:moveTo>
                  <a:lnTo>
                    <a:pt x="15171" y="471857"/>
                  </a:lnTo>
                  <a:lnTo>
                    <a:pt x="11841" y="505561"/>
                  </a:lnTo>
                  <a:close/>
                  <a:moveTo>
                    <a:pt x="258083" y="505561"/>
                  </a:moveTo>
                  <a:lnTo>
                    <a:pt x="258083" y="525672"/>
                  </a:lnTo>
                  <a:lnTo>
                    <a:pt x="280410" y="505561"/>
                  </a:lnTo>
                  <a:close/>
                  <a:moveTo>
                    <a:pt x="280410" y="505561"/>
                  </a:moveTo>
                  <a:lnTo>
                    <a:pt x="299124" y="488159"/>
                  </a:lnTo>
                  <a:lnTo>
                    <a:pt x="258083" y="505561"/>
                  </a:lnTo>
                  <a:close/>
                  <a:moveTo>
                    <a:pt x="29464" y="438153"/>
                  </a:moveTo>
                  <a:lnTo>
                    <a:pt x="15171" y="471857"/>
                  </a:lnTo>
                  <a:lnTo>
                    <a:pt x="52881" y="471857"/>
                  </a:lnTo>
                  <a:close/>
                  <a:moveTo>
                    <a:pt x="299124" y="471857"/>
                  </a:moveTo>
                  <a:lnTo>
                    <a:pt x="299124" y="488159"/>
                  </a:lnTo>
                  <a:lnTo>
                    <a:pt x="317191" y="471857"/>
                  </a:lnTo>
                  <a:close/>
                  <a:moveTo>
                    <a:pt x="317191" y="471857"/>
                  </a:moveTo>
                  <a:lnTo>
                    <a:pt x="340164" y="449113"/>
                  </a:lnTo>
                  <a:lnTo>
                    <a:pt x="299124" y="471857"/>
                  </a:lnTo>
                  <a:close/>
                  <a:moveTo>
                    <a:pt x="46770" y="404449"/>
                  </a:moveTo>
                  <a:lnTo>
                    <a:pt x="52881" y="438153"/>
                  </a:lnTo>
                  <a:lnTo>
                    <a:pt x="52881" y="404449"/>
                  </a:lnTo>
                  <a:close/>
                  <a:moveTo>
                    <a:pt x="46770" y="404449"/>
                  </a:moveTo>
                  <a:lnTo>
                    <a:pt x="29464" y="438153"/>
                  </a:lnTo>
                  <a:lnTo>
                    <a:pt x="52881" y="438153"/>
                  </a:lnTo>
                  <a:close/>
                  <a:moveTo>
                    <a:pt x="340164" y="438153"/>
                  </a:moveTo>
                  <a:lnTo>
                    <a:pt x="340164" y="449113"/>
                  </a:lnTo>
                  <a:lnTo>
                    <a:pt x="350733" y="438153"/>
                  </a:lnTo>
                  <a:close/>
                  <a:moveTo>
                    <a:pt x="373421" y="404449"/>
                  </a:moveTo>
                  <a:lnTo>
                    <a:pt x="348368" y="404449"/>
                  </a:lnTo>
                  <a:lnTo>
                    <a:pt x="350733" y="438153"/>
                  </a:lnTo>
                  <a:close/>
                  <a:moveTo>
                    <a:pt x="52881" y="387416"/>
                  </a:moveTo>
                  <a:lnTo>
                    <a:pt x="46770" y="404449"/>
                  </a:lnTo>
                  <a:lnTo>
                    <a:pt x="52881" y="404449"/>
                  </a:lnTo>
                  <a:close/>
                  <a:moveTo>
                    <a:pt x="52881" y="387416"/>
                  </a:moveTo>
                  <a:lnTo>
                    <a:pt x="52881" y="404449"/>
                  </a:lnTo>
                  <a:lnTo>
                    <a:pt x="58676" y="370745"/>
                  </a:lnTo>
                  <a:close/>
                  <a:moveTo>
                    <a:pt x="58676" y="370745"/>
                  </a:moveTo>
                  <a:lnTo>
                    <a:pt x="52881" y="404449"/>
                  </a:lnTo>
                  <a:lnTo>
                    <a:pt x="80823" y="404449"/>
                  </a:lnTo>
                  <a:close/>
                  <a:moveTo>
                    <a:pt x="381205" y="377850"/>
                  </a:moveTo>
                  <a:lnTo>
                    <a:pt x="381205" y="370745"/>
                  </a:lnTo>
                  <a:lnTo>
                    <a:pt x="373421" y="404449"/>
                  </a:lnTo>
                  <a:close/>
                  <a:moveTo>
                    <a:pt x="373421" y="404449"/>
                  </a:moveTo>
                  <a:lnTo>
                    <a:pt x="381205" y="370745"/>
                  </a:lnTo>
                  <a:lnTo>
                    <a:pt x="359824" y="370745"/>
                  </a:lnTo>
                  <a:close/>
                  <a:moveTo>
                    <a:pt x="59934" y="337041"/>
                  </a:moveTo>
                  <a:lnTo>
                    <a:pt x="58676" y="370745"/>
                  </a:lnTo>
                  <a:lnTo>
                    <a:pt x="89290" y="370745"/>
                  </a:lnTo>
                  <a:close/>
                  <a:moveTo>
                    <a:pt x="381205" y="370745"/>
                  </a:moveTo>
                  <a:lnTo>
                    <a:pt x="381205" y="377850"/>
                  </a:lnTo>
                  <a:lnTo>
                    <a:pt x="383316" y="370745"/>
                  </a:lnTo>
                  <a:close/>
                  <a:moveTo>
                    <a:pt x="381205" y="370745"/>
                  </a:moveTo>
                  <a:lnTo>
                    <a:pt x="383316" y="370745"/>
                  </a:lnTo>
                  <a:lnTo>
                    <a:pt x="381205" y="347121"/>
                  </a:lnTo>
                  <a:close/>
                  <a:moveTo>
                    <a:pt x="381205" y="370745"/>
                  </a:moveTo>
                  <a:lnTo>
                    <a:pt x="381205" y="347121"/>
                  </a:lnTo>
                  <a:lnTo>
                    <a:pt x="359824" y="370745"/>
                  </a:lnTo>
                  <a:close/>
                  <a:moveTo>
                    <a:pt x="359824" y="370745"/>
                  </a:moveTo>
                  <a:lnTo>
                    <a:pt x="381205" y="347121"/>
                  </a:lnTo>
                  <a:lnTo>
                    <a:pt x="380341" y="337041"/>
                  </a:lnTo>
                  <a:close/>
                  <a:moveTo>
                    <a:pt x="52881" y="303337"/>
                  </a:moveTo>
                  <a:lnTo>
                    <a:pt x="52881" y="314009"/>
                  </a:lnTo>
                  <a:lnTo>
                    <a:pt x="84911" y="303337"/>
                  </a:lnTo>
                  <a:close/>
                  <a:moveTo>
                    <a:pt x="84911" y="303337"/>
                  </a:moveTo>
                  <a:lnTo>
                    <a:pt x="52881" y="314009"/>
                  </a:lnTo>
                  <a:lnTo>
                    <a:pt x="59934" y="337041"/>
                  </a:lnTo>
                  <a:close/>
                  <a:moveTo>
                    <a:pt x="380341" y="337041"/>
                  </a:moveTo>
                  <a:lnTo>
                    <a:pt x="364726" y="303337"/>
                  </a:lnTo>
                  <a:lnTo>
                    <a:pt x="356457" y="337041"/>
                  </a:lnTo>
                  <a:close/>
                  <a:moveTo>
                    <a:pt x="49326" y="303337"/>
                  </a:moveTo>
                  <a:lnTo>
                    <a:pt x="52881" y="314009"/>
                  </a:lnTo>
                  <a:lnTo>
                    <a:pt x="52881" y="303337"/>
                  </a:lnTo>
                  <a:close/>
                  <a:moveTo>
                    <a:pt x="29924" y="269632"/>
                  </a:moveTo>
                  <a:lnTo>
                    <a:pt x="52881" y="303337"/>
                  </a:lnTo>
                  <a:lnTo>
                    <a:pt x="52881" y="269632"/>
                  </a:lnTo>
                  <a:close/>
                  <a:moveTo>
                    <a:pt x="29924" y="269632"/>
                  </a:moveTo>
                  <a:lnTo>
                    <a:pt x="49326" y="303337"/>
                  </a:lnTo>
                  <a:lnTo>
                    <a:pt x="52881" y="303337"/>
                  </a:lnTo>
                  <a:close/>
                  <a:moveTo>
                    <a:pt x="340164" y="303337"/>
                  </a:moveTo>
                  <a:lnTo>
                    <a:pt x="364726" y="303337"/>
                  </a:lnTo>
                  <a:lnTo>
                    <a:pt x="340164" y="273701"/>
                  </a:lnTo>
                  <a:close/>
                  <a:moveTo>
                    <a:pt x="337873" y="303337"/>
                  </a:moveTo>
                  <a:lnTo>
                    <a:pt x="340164" y="273701"/>
                  </a:lnTo>
                  <a:lnTo>
                    <a:pt x="336385" y="269632"/>
                  </a:lnTo>
                  <a:close/>
                  <a:moveTo>
                    <a:pt x="11841" y="235928"/>
                  </a:moveTo>
                  <a:lnTo>
                    <a:pt x="11841" y="237953"/>
                  </a:lnTo>
                  <a:lnTo>
                    <a:pt x="51788" y="235928"/>
                  </a:lnTo>
                  <a:close/>
                  <a:moveTo>
                    <a:pt x="11841" y="237953"/>
                  </a:moveTo>
                  <a:lnTo>
                    <a:pt x="29924" y="269632"/>
                  </a:lnTo>
                  <a:lnTo>
                    <a:pt x="51788" y="235928"/>
                  </a:lnTo>
                  <a:close/>
                  <a:moveTo>
                    <a:pt x="301987" y="235928"/>
                  </a:moveTo>
                  <a:lnTo>
                    <a:pt x="299124" y="235928"/>
                  </a:lnTo>
                  <a:lnTo>
                    <a:pt x="303954" y="269632"/>
                  </a:lnTo>
                  <a:close/>
                  <a:moveTo>
                    <a:pt x="336385" y="269632"/>
                  </a:moveTo>
                  <a:lnTo>
                    <a:pt x="301987" y="235928"/>
                  </a:lnTo>
                  <a:lnTo>
                    <a:pt x="303954" y="269632"/>
                  </a:lnTo>
                  <a:close/>
                  <a:moveTo>
                    <a:pt x="10721" y="235928"/>
                  </a:moveTo>
                  <a:lnTo>
                    <a:pt x="11841" y="237953"/>
                  </a:lnTo>
                  <a:lnTo>
                    <a:pt x="11841" y="235928"/>
                  </a:lnTo>
                  <a:close/>
                  <a:moveTo>
                    <a:pt x="0" y="202224"/>
                  </a:moveTo>
                  <a:lnTo>
                    <a:pt x="11841" y="235928"/>
                  </a:lnTo>
                  <a:lnTo>
                    <a:pt x="11841" y="202224"/>
                  </a:lnTo>
                  <a:close/>
                  <a:moveTo>
                    <a:pt x="0" y="202224"/>
                  </a:moveTo>
                  <a:lnTo>
                    <a:pt x="10721" y="235928"/>
                  </a:lnTo>
                  <a:lnTo>
                    <a:pt x="11841" y="235928"/>
                  </a:lnTo>
                  <a:close/>
                  <a:moveTo>
                    <a:pt x="299124" y="235928"/>
                  </a:moveTo>
                  <a:lnTo>
                    <a:pt x="301987" y="235928"/>
                  </a:lnTo>
                  <a:lnTo>
                    <a:pt x="299124" y="232890"/>
                  </a:lnTo>
                  <a:close/>
                  <a:moveTo>
                    <a:pt x="258083" y="202224"/>
                  </a:moveTo>
                  <a:lnTo>
                    <a:pt x="299124" y="235928"/>
                  </a:lnTo>
                  <a:lnTo>
                    <a:pt x="272860" y="202224"/>
                  </a:lnTo>
                  <a:close/>
                  <a:moveTo>
                    <a:pt x="272860" y="202224"/>
                  </a:moveTo>
                  <a:lnTo>
                    <a:pt x="299124" y="235928"/>
                  </a:lnTo>
                  <a:lnTo>
                    <a:pt x="299124" y="232890"/>
                  </a:lnTo>
                  <a:close/>
                  <a:moveTo>
                    <a:pt x="681" y="168520"/>
                  </a:moveTo>
                  <a:lnTo>
                    <a:pt x="11841" y="202224"/>
                  </a:lnTo>
                  <a:lnTo>
                    <a:pt x="11841" y="168520"/>
                  </a:lnTo>
                  <a:close/>
                  <a:moveTo>
                    <a:pt x="681" y="168520"/>
                  </a:moveTo>
                  <a:lnTo>
                    <a:pt x="0" y="202224"/>
                  </a:lnTo>
                  <a:lnTo>
                    <a:pt x="11841" y="202224"/>
                  </a:lnTo>
                  <a:close/>
                  <a:moveTo>
                    <a:pt x="258083" y="202224"/>
                  </a:moveTo>
                  <a:lnTo>
                    <a:pt x="272860" y="202224"/>
                  </a:lnTo>
                  <a:lnTo>
                    <a:pt x="258083" y="179824"/>
                  </a:lnTo>
                  <a:close/>
                  <a:moveTo>
                    <a:pt x="251266" y="168520"/>
                  </a:moveTo>
                  <a:lnTo>
                    <a:pt x="258083" y="202224"/>
                  </a:lnTo>
                  <a:lnTo>
                    <a:pt x="258083" y="179824"/>
                  </a:lnTo>
                  <a:close/>
                  <a:moveTo>
                    <a:pt x="11841" y="135236"/>
                  </a:moveTo>
                  <a:lnTo>
                    <a:pt x="681" y="168520"/>
                  </a:lnTo>
                  <a:lnTo>
                    <a:pt x="11841" y="168520"/>
                  </a:lnTo>
                  <a:close/>
                  <a:moveTo>
                    <a:pt x="11993" y="134816"/>
                  </a:moveTo>
                  <a:lnTo>
                    <a:pt x="11841" y="135236"/>
                  </a:lnTo>
                  <a:lnTo>
                    <a:pt x="52881" y="155989"/>
                  </a:lnTo>
                  <a:close/>
                  <a:moveTo>
                    <a:pt x="217043" y="134816"/>
                  </a:moveTo>
                  <a:lnTo>
                    <a:pt x="251266" y="168520"/>
                  </a:lnTo>
                  <a:lnTo>
                    <a:pt x="236018" y="134816"/>
                  </a:lnTo>
                  <a:close/>
                  <a:moveTo>
                    <a:pt x="30207" y="101112"/>
                  </a:moveTo>
                  <a:lnTo>
                    <a:pt x="11993" y="134816"/>
                  </a:lnTo>
                  <a:lnTo>
                    <a:pt x="52881" y="134816"/>
                  </a:lnTo>
                  <a:close/>
                  <a:moveTo>
                    <a:pt x="217043" y="101112"/>
                  </a:moveTo>
                  <a:lnTo>
                    <a:pt x="236018" y="134816"/>
                  </a:lnTo>
                  <a:lnTo>
                    <a:pt x="225761" y="101112"/>
                  </a:lnTo>
                  <a:close/>
                  <a:moveTo>
                    <a:pt x="217043" y="101112"/>
                  </a:moveTo>
                  <a:lnTo>
                    <a:pt x="217043" y="134816"/>
                  </a:lnTo>
                  <a:lnTo>
                    <a:pt x="236018" y="134816"/>
                  </a:lnTo>
                  <a:close/>
                  <a:moveTo>
                    <a:pt x="49860" y="67408"/>
                  </a:moveTo>
                  <a:lnTo>
                    <a:pt x="52881" y="101112"/>
                  </a:lnTo>
                  <a:lnTo>
                    <a:pt x="52881" y="67408"/>
                  </a:lnTo>
                  <a:close/>
                  <a:moveTo>
                    <a:pt x="49860" y="67408"/>
                  </a:moveTo>
                  <a:lnTo>
                    <a:pt x="30207" y="101112"/>
                  </a:lnTo>
                  <a:lnTo>
                    <a:pt x="52881" y="101112"/>
                  </a:lnTo>
                  <a:close/>
                  <a:moveTo>
                    <a:pt x="52881" y="101112"/>
                  </a:moveTo>
                  <a:lnTo>
                    <a:pt x="93922" y="67408"/>
                  </a:lnTo>
                  <a:lnTo>
                    <a:pt x="52881" y="67408"/>
                  </a:lnTo>
                  <a:close/>
                  <a:moveTo>
                    <a:pt x="176002" y="101112"/>
                  </a:moveTo>
                  <a:lnTo>
                    <a:pt x="217043" y="101112"/>
                  </a:lnTo>
                  <a:lnTo>
                    <a:pt x="217043" y="67408"/>
                  </a:lnTo>
                  <a:close/>
                  <a:moveTo>
                    <a:pt x="217043" y="67408"/>
                  </a:moveTo>
                  <a:lnTo>
                    <a:pt x="225761" y="101112"/>
                  </a:lnTo>
                  <a:lnTo>
                    <a:pt x="217557" y="67408"/>
                  </a:lnTo>
                  <a:close/>
                  <a:moveTo>
                    <a:pt x="217043" y="67408"/>
                  </a:moveTo>
                  <a:lnTo>
                    <a:pt x="217043" y="101112"/>
                  </a:lnTo>
                  <a:lnTo>
                    <a:pt x="225761" y="101112"/>
                  </a:lnTo>
                  <a:close/>
                  <a:moveTo>
                    <a:pt x="52881" y="62905"/>
                  </a:moveTo>
                  <a:lnTo>
                    <a:pt x="49860" y="67408"/>
                  </a:lnTo>
                  <a:lnTo>
                    <a:pt x="52881" y="67408"/>
                  </a:lnTo>
                  <a:close/>
                  <a:moveTo>
                    <a:pt x="52881" y="67408"/>
                  </a:moveTo>
                  <a:lnTo>
                    <a:pt x="76912" y="33704"/>
                  </a:lnTo>
                  <a:lnTo>
                    <a:pt x="52881" y="62905"/>
                  </a:lnTo>
                  <a:close/>
                  <a:moveTo>
                    <a:pt x="93922" y="33704"/>
                  </a:moveTo>
                  <a:lnTo>
                    <a:pt x="76912" y="33704"/>
                  </a:lnTo>
                  <a:lnTo>
                    <a:pt x="52881" y="67408"/>
                  </a:lnTo>
                  <a:close/>
                  <a:moveTo>
                    <a:pt x="93922" y="67408"/>
                  </a:moveTo>
                  <a:lnTo>
                    <a:pt x="93922" y="33704"/>
                  </a:lnTo>
                  <a:lnTo>
                    <a:pt x="52881" y="67408"/>
                  </a:lnTo>
                  <a:close/>
                  <a:moveTo>
                    <a:pt x="176002" y="33704"/>
                  </a:moveTo>
                  <a:lnTo>
                    <a:pt x="217043" y="66106"/>
                  </a:lnTo>
                  <a:lnTo>
                    <a:pt x="199636" y="33704"/>
                  </a:lnTo>
                  <a:close/>
                  <a:moveTo>
                    <a:pt x="217043" y="67408"/>
                  </a:moveTo>
                  <a:lnTo>
                    <a:pt x="217043" y="66106"/>
                  </a:lnTo>
                  <a:lnTo>
                    <a:pt x="176002" y="33704"/>
                  </a:lnTo>
                  <a:close/>
                  <a:moveTo>
                    <a:pt x="176002" y="67408"/>
                  </a:moveTo>
                  <a:lnTo>
                    <a:pt x="217043" y="67408"/>
                  </a:lnTo>
                  <a:lnTo>
                    <a:pt x="176002" y="33704"/>
                  </a:lnTo>
                  <a:close/>
                  <a:moveTo>
                    <a:pt x="217043" y="67408"/>
                  </a:moveTo>
                  <a:lnTo>
                    <a:pt x="217557" y="67408"/>
                  </a:lnTo>
                  <a:lnTo>
                    <a:pt x="217043" y="66106"/>
                  </a:lnTo>
                  <a:close/>
                  <a:moveTo>
                    <a:pt x="93922" y="19486"/>
                  </a:moveTo>
                  <a:lnTo>
                    <a:pt x="76912" y="33704"/>
                  </a:lnTo>
                  <a:lnTo>
                    <a:pt x="93922" y="33704"/>
                  </a:lnTo>
                  <a:close/>
                  <a:moveTo>
                    <a:pt x="93922" y="33704"/>
                  </a:moveTo>
                  <a:lnTo>
                    <a:pt x="134962" y="5085"/>
                  </a:lnTo>
                  <a:lnTo>
                    <a:pt x="93922" y="19486"/>
                  </a:lnTo>
                  <a:close/>
                  <a:moveTo>
                    <a:pt x="93922" y="33704"/>
                  </a:moveTo>
                  <a:lnTo>
                    <a:pt x="134962" y="33704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13695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33704"/>
                  </a:lnTo>
                  <a:lnTo>
                    <a:pt x="176002" y="13695"/>
                  </a:lnTo>
                  <a:close/>
                  <a:moveTo>
                    <a:pt x="176002" y="33704"/>
                  </a:moveTo>
                  <a:lnTo>
                    <a:pt x="199636" y="33704"/>
                  </a:lnTo>
                  <a:lnTo>
                    <a:pt x="176002" y="13695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3981" name="Candidate_B4__3980">
              <a:extLst>
                <a:ext uri="{FF2B5EF4-FFF2-40B4-BE49-F238E27FC236}">
                  <a16:creationId xmlns:a16="http://schemas.microsoft.com/office/drawing/2014/main" id="{62CDD6A1-9B91-2095-EA1C-5765F87CCDCD}"/>
                </a:ext>
              </a:extLst>
            </p:cNvPr>
            <p:cNvSpPr>
              <a:spLocks noGrp="1"/>
            </p:cNvSpPr>
            <p:nvPr/>
          </p:nvSpPr>
          <p:spPr>
            <a:xfrm>
              <a:off x="5562648" y="1963682"/>
              <a:ext cx="368500" cy="539265"/>
            </a:xfrm>
            <a:custGeom>
              <a:avLst/>
              <a:gdLst/>
              <a:ahLst/>
              <a:cxnLst/>
              <a:rect l="0" t="0" r="0" b="0"/>
              <a:pathLst>
                <a:path w="368500" h="539265">
                  <a:moveTo>
                    <a:pt x="41040" y="505561"/>
                  </a:moveTo>
                  <a:lnTo>
                    <a:pt x="41040" y="537203"/>
                  </a:lnTo>
                  <a:lnTo>
                    <a:pt x="66416" y="505561"/>
                  </a:lnTo>
                  <a:close/>
                  <a:moveTo>
                    <a:pt x="66416" y="505561"/>
                  </a:moveTo>
                  <a:lnTo>
                    <a:pt x="45056" y="539265"/>
                  </a:lnTo>
                  <a:lnTo>
                    <a:pt x="82081" y="514472"/>
                  </a:lnTo>
                  <a:close/>
                  <a:moveTo>
                    <a:pt x="82081" y="514472"/>
                  </a:moveTo>
                  <a:lnTo>
                    <a:pt x="45056" y="539265"/>
                  </a:lnTo>
                  <a:lnTo>
                    <a:pt x="82081" y="539265"/>
                  </a:lnTo>
                  <a:close/>
                  <a:moveTo>
                    <a:pt x="82081" y="539265"/>
                  </a:moveTo>
                  <a:lnTo>
                    <a:pt x="123121" y="539265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23121" y="520078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64162" y="539265"/>
                  </a:lnTo>
                  <a:lnTo>
                    <a:pt x="123121" y="520078"/>
                  </a:lnTo>
                  <a:close/>
                  <a:moveTo>
                    <a:pt x="164162" y="539265"/>
                  </a:moveTo>
                  <a:lnTo>
                    <a:pt x="164162" y="510661"/>
                  </a:lnTo>
                  <a:lnTo>
                    <a:pt x="123121" y="520078"/>
                  </a:lnTo>
                  <a:close/>
                  <a:moveTo>
                    <a:pt x="164162" y="510661"/>
                  </a:moveTo>
                  <a:lnTo>
                    <a:pt x="205202" y="524530"/>
                  </a:lnTo>
                  <a:lnTo>
                    <a:pt x="205202" y="505561"/>
                  </a:lnTo>
                  <a:close/>
                  <a:moveTo>
                    <a:pt x="164162" y="539265"/>
                  </a:moveTo>
                  <a:lnTo>
                    <a:pt x="205202" y="524530"/>
                  </a:lnTo>
                  <a:lnTo>
                    <a:pt x="164162" y="510661"/>
                  </a:lnTo>
                  <a:close/>
                  <a:moveTo>
                    <a:pt x="41040" y="471857"/>
                  </a:moveTo>
                  <a:lnTo>
                    <a:pt x="0" y="471857"/>
                  </a:lnTo>
                  <a:lnTo>
                    <a:pt x="41040" y="505561"/>
                  </a:lnTo>
                  <a:close/>
                  <a:moveTo>
                    <a:pt x="205202" y="486987"/>
                  </a:moveTo>
                  <a:lnTo>
                    <a:pt x="246243" y="491968"/>
                  </a:lnTo>
                  <a:lnTo>
                    <a:pt x="246243" y="471857"/>
                  </a:lnTo>
                  <a:close/>
                  <a:moveTo>
                    <a:pt x="205202" y="505561"/>
                  </a:moveTo>
                  <a:lnTo>
                    <a:pt x="246243" y="491968"/>
                  </a:lnTo>
                  <a:lnTo>
                    <a:pt x="205202" y="486987"/>
                  </a:lnTo>
                  <a:close/>
                  <a:moveTo>
                    <a:pt x="41040" y="471857"/>
                  </a:moveTo>
                  <a:lnTo>
                    <a:pt x="41040" y="438153"/>
                  </a:lnTo>
                  <a:lnTo>
                    <a:pt x="0" y="471857"/>
                  </a:lnTo>
                  <a:close/>
                  <a:moveTo>
                    <a:pt x="246243" y="456082"/>
                  </a:moveTo>
                  <a:lnTo>
                    <a:pt x="287283" y="438153"/>
                  </a:lnTo>
                  <a:lnTo>
                    <a:pt x="268921" y="438153"/>
                  </a:lnTo>
                  <a:close/>
                  <a:moveTo>
                    <a:pt x="246243" y="456082"/>
                  </a:moveTo>
                  <a:lnTo>
                    <a:pt x="287283" y="454455"/>
                  </a:lnTo>
                  <a:lnTo>
                    <a:pt x="287283" y="438153"/>
                  </a:lnTo>
                  <a:close/>
                  <a:moveTo>
                    <a:pt x="246243" y="471857"/>
                  </a:moveTo>
                  <a:lnTo>
                    <a:pt x="287283" y="454455"/>
                  </a:lnTo>
                  <a:lnTo>
                    <a:pt x="246243" y="456082"/>
                  </a:lnTo>
                  <a:close/>
                  <a:moveTo>
                    <a:pt x="17624" y="404449"/>
                  </a:moveTo>
                  <a:lnTo>
                    <a:pt x="41040" y="438153"/>
                  </a:lnTo>
                  <a:lnTo>
                    <a:pt x="41040" y="404449"/>
                  </a:lnTo>
                  <a:close/>
                  <a:moveTo>
                    <a:pt x="287283" y="423608"/>
                  </a:moveTo>
                  <a:lnTo>
                    <a:pt x="328323" y="404449"/>
                  </a:lnTo>
                  <a:lnTo>
                    <a:pt x="308981" y="404449"/>
                  </a:lnTo>
                  <a:close/>
                  <a:moveTo>
                    <a:pt x="287283" y="423608"/>
                  </a:moveTo>
                  <a:lnTo>
                    <a:pt x="328323" y="415409"/>
                  </a:lnTo>
                  <a:lnTo>
                    <a:pt x="328323" y="404449"/>
                  </a:lnTo>
                  <a:close/>
                  <a:moveTo>
                    <a:pt x="287283" y="438153"/>
                  </a:moveTo>
                  <a:lnTo>
                    <a:pt x="328323" y="415409"/>
                  </a:lnTo>
                  <a:lnTo>
                    <a:pt x="287283" y="423608"/>
                  </a:lnTo>
                  <a:close/>
                  <a:moveTo>
                    <a:pt x="268921" y="438153"/>
                  </a:moveTo>
                  <a:lnTo>
                    <a:pt x="287283" y="438153"/>
                  </a:lnTo>
                  <a:lnTo>
                    <a:pt x="287283" y="423608"/>
                  </a:lnTo>
                  <a:close/>
                  <a:moveTo>
                    <a:pt x="68983" y="370745"/>
                  </a:moveTo>
                  <a:lnTo>
                    <a:pt x="41040" y="370745"/>
                  </a:lnTo>
                  <a:lnTo>
                    <a:pt x="41040" y="404449"/>
                  </a:lnTo>
                  <a:close/>
                  <a:moveTo>
                    <a:pt x="338892" y="404449"/>
                  </a:moveTo>
                  <a:lnTo>
                    <a:pt x="328323" y="381800"/>
                  </a:lnTo>
                  <a:lnTo>
                    <a:pt x="328323" y="404449"/>
                  </a:lnTo>
                  <a:close/>
                  <a:moveTo>
                    <a:pt x="336527" y="370745"/>
                  </a:moveTo>
                  <a:lnTo>
                    <a:pt x="328323" y="381800"/>
                  </a:lnTo>
                  <a:lnTo>
                    <a:pt x="338892" y="404449"/>
                  </a:lnTo>
                  <a:close/>
                  <a:moveTo>
                    <a:pt x="308981" y="404449"/>
                  </a:moveTo>
                  <a:lnTo>
                    <a:pt x="328323" y="404449"/>
                  </a:lnTo>
                  <a:lnTo>
                    <a:pt x="328323" y="381800"/>
                  </a:lnTo>
                  <a:close/>
                  <a:moveTo>
                    <a:pt x="46835" y="337041"/>
                  </a:moveTo>
                  <a:lnTo>
                    <a:pt x="68983" y="370745"/>
                  </a:lnTo>
                  <a:lnTo>
                    <a:pt x="77449" y="337041"/>
                  </a:lnTo>
                  <a:close/>
                  <a:moveTo>
                    <a:pt x="361581" y="370745"/>
                  </a:moveTo>
                  <a:lnTo>
                    <a:pt x="347983" y="337041"/>
                  </a:lnTo>
                  <a:lnTo>
                    <a:pt x="336527" y="370745"/>
                  </a:lnTo>
                  <a:close/>
                  <a:moveTo>
                    <a:pt x="48094" y="303337"/>
                  </a:moveTo>
                  <a:lnTo>
                    <a:pt x="77449" y="337041"/>
                  </a:lnTo>
                  <a:lnTo>
                    <a:pt x="79176" y="303337"/>
                  </a:lnTo>
                  <a:close/>
                  <a:moveTo>
                    <a:pt x="347983" y="337041"/>
                  </a:moveTo>
                  <a:lnTo>
                    <a:pt x="368500" y="303337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48094" y="303337"/>
                  </a:lnTo>
                  <a:lnTo>
                    <a:pt x="79176" y="303337"/>
                  </a:lnTo>
                  <a:close/>
                  <a:moveTo>
                    <a:pt x="352885" y="269633"/>
                  </a:moveTo>
                  <a:lnTo>
                    <a:pt x="328323" y="269633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58688" y="235928"/>
                  </a:lnTo>
                  <a:lnTo>
                    <a:pt x="41040" y="269633"/>
                  </a:lnTo>
                  <a:close/>
                  <a:moveTo>
                    <a:pt x="58688" y="235928"/>
                  </a:moveTo>
                  <a:lnTo>
                    <a:pt x="41040" y="235928"/>
                  </a:lnTo>
                  <a:lnTo>
                    <a:pt x="41040" y="269633"/>
                  </a:lnTo>
                  <a:close/>
                  <a:moveTo>
                    <a:pt x="328323" y="269633"/>
                  </a:moveTo>
                  <a:lnTo>
                    <a:pt x="328323" y="239997"/>
                  </a:lnTo>
                  <a:lnTo>
                    <a:pt x="326032" y="269633"/>
                  </a:lnTo>
                  <a:close/>
                  <a:moveTo>
                    <a:pt x="326032" y="269633"/>
                  </a:moveTo>
                  <a:lnTo>
                    <a:pt x="324544" y="235928"/>
                  </a:lnTo>
                  <a:lnTo>
                    <a:pt x="292113" y="235928"/>
                  </a:lnTo>
                  <a:close/>
                  <a:moveTo>
                    <a:pt x="39947" y="202224"/>
                  </a:moveTo>
                  <a:lnTo>
                    <a:pt x="18083" y="235928"/>
                  </a:lnTo>
                  <a:lnTo>
                    <a:pt x="41040" y="204369"/>
                  </a:lnTo>
                  <a:close/>
                  <a:moveTo>
                    <a:pt x="41040" y="204369"/>
                  </a:moveTo>
                  <a:lnTo>
                    <a:pt x="18083" y="235928"/>
                  </a:lnTo>
                  <a:lnTo>
                    <a:pt x="41040" y="235928"/>
                  </a:lnTo>
                  <a:close/>
                  <a:moveTo>
                    <a:pt x="292113" y="235928"/>
                  </a:moveTo>
                  <a:lnTo>
                    <a:pt x="287283" y="202224"/>
                  </a:lnTo>
                  <a:lnTo>
                    <a:pt x="287283" y="231646"/>
                  </a:lnTo>
                  <a:close/>
                  <a:moveTo>
                    <a:pt x="39947" y="202224"/>
                  </a:moveTo>
                  <a:lnTo>
                    <a:pt x="30540" y="168520"/>
                  </a:lnTo>
                  <a:lnTo>
                    <a:pt x="0" y="202224"/>
                  </a:lnTo>
                  <a:close/>
                  <a:moveTo>
                    <a:pt x="30540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246243" y="196794"/>
                  </a:moveTo>
                  <a:lnTo>
                    <a:pt x="251667" y="202224"/>
                  </a:lnTo>
                  <a:lnTo>
                    <a:pt x="246243" y="168520"/>
                  </a:lnTo>
                  <a:close/>
                  <a:moveTo>
                    <a:pt x="251667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87283" y="231646"/>
                  </a:moveTo>
                  <a:lnTo>
                    <a:pt x="287283" y="202224"/>
                  </a:lnTo>
                  <a:lnTo>
                    <a:pt x="251667" y="202224"/>
                  </a:lnTo>
                  <a:close/>
                  <a:moveTo>
                    <a:pt x="30540" y="168520"/>
                  </a:moveTo>
                  <a:lnTo>
                    <a:pt x="34528" y="134816"/>
                  </a:lnTo>
                  <a:lnTo>
                    <a:pt x="0" y="168520"/>
                  </a:lnTo>
                  <a:close/>
                  <a:moveTo>
                    <a:pt x="34528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218863" y="168520"/>
                  </a:moveTo>
                  <a:lnTo>
                    <a:pt x="246243" y="168520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39425" y="134816"/>
                  </a:lnTo>
                  <a:close/>
                  <a:moveTo>
                    <a:pt x="246243" y="196794"/>
                  </a:moveTo>
                  <a:lnTo>
                    <a:pt x="246243" y="168520"/>
                  </a:lnTo>
                  <a:lnTo>
                    <a:pt x="218863" y="168520"/>
                  </a:lnTo>
                  <a:close/>
                  <a:moveTo>
                    <a:pt x="41040" y="101112"/>
                  </a:moveTo>
                  <a:lnTo>
                    <a:pt x="153" y="101112"/>
                  </a:lnTo>
                  <a:lnTo>
                    <a:pt x="41040" y="122285"/>
                  </a:lnTo>
                  <a:close/>
                  <a:moveTo>
                    <a:pt x="41040" y="122285"/>
                  </a:moveTo>
                  <a:lnTo>
                    <a:pt x="0" y="101532"/>
                  </a:lnTo>
                  <a:lnTo>
                    <a:pt x="34528" y="134816"/>
                  </a:lnTo>
                  <a:close/>
                  <a:moveTo>
                    <a:pt x="34528" y="134816"/>
                  </a:moveTo>
                  <a:lnTo>
                    <a:pt x="0" y="10153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205202" y="134816"/>
                  </a:lnTo>
                  <a:lnTo>
                    <a:pt x="239425" y="134816"/>
                  </a:lnTo>
                  <a:close/>
                  <a:moveTo>
                    <a:pt x="205202" y="134816"/>
                  </a:moveTo>
                  <a:lnTo>
                    <a:pt x="205202" y="101112"/>
                  </a:lnTo>
                  <a:lnTo>
                    <a:pt x="192621" y="134816"/>
                  </a:lnTo>
                  <a:close/>
                  <a:moveTo>
                    <a:pt x="205202" y="101112"/>
                  </a:moveTo>
                  <a:lnTo>
                    <a:pt x="167022" y="101112"/>
                  </a:lnTo>
                  <a:lnTo>
                    <a:pt x="192621" y="134816"/>
                  </a:lnTo>
                  <a:close/>
                  <a:moveTo>
                    <a:pt x="18367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64162" y="67408"/>
                  </a:moveTo>
                  <a:lnTo>
                    <a:pt x="167022" y="101112"/>
                  </a:lnTo>
                  <a:lnTo>
                    <a:pt x="205202" y="101112"/>
                  </a:lnTo>
                  <a:close/>
                  <a:moveTo>
                    <a:pt x="164162" y="67408"/>
                  </a:moveTo>
                  <a:lnTo>
                    <a:pt x="205202" y="101112"/>
                  </a:lnTo>
                  <a:lnTo>
                    <a:pt x="205202" y="6740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64162" y="33704"/>
                  </a:lnTo>
                  <a:close/>
                  <a:moveTo>
                    <a:pt x="123121" y="67408"/>
                  </a:moveTo>
                  <a:lnTo>
                    <a:pt x="164162" y="33704"/>
                  </a:lnTo>
                  <a:lnTo>
                    <a:pt x="123121" y="33704"/>
                  </a:lnTo>
                  <a:close/>
                  <a:moveTo>
                    <a:pt x="164162" y="67408"/>
                  </a:moveTo>
                  <a:lnTo>
                    <a:pt x="205202" y="33704"/>
                  </a:lnTo>
                  <a:lnTo>
                    <a:pt x="164162" y="33704"/>
                  </a:lnTo>
                  <a:close/>
                  <a:moveTo>
                    <a:pt x="82081" y="33704"/>
                  </a:moveTo>
                  <a:lnTo>
                    <a:pt x="123121" y="33704"/>
                  </a:lnTo>
                  <a:lnTo>
                    <a:pt x="123121" y="0"/>
                  </a:lnTo>
                  <a:close/>
                  <a:moveTo>
                    <a:pt x="82081" y="33704"/>
                  </a:moveTo>
                  <a:lnTo>
                    <a:pt x="123121" y="0"/>
                  </a:lnTo>
                  <a:lnTo>
                    <a:pt x="82081" y="0"/>
                  </a:lnTo>
                  <a:close/>
                  <a:moveTo>
                    <a:pt x="123121" y="33704"/>
                  </a:moveTo>
                  <a:lnTo>
                    <a:pt x="164162" y="33704"/>
                  </a:lnTo>
                  <a:lnTo>
                    <a:pt x="164162" y="0"/>
                  </a:lnTo>
                  <a:close/>
                  <a:moveTo>
                    <a:pt x="123121" y="33704"/>
                  </a:moveTo>
                  <a:lnTo>
                    <a:pt x="164162" y="0"/>
                  </a:lnTo>
                  <a:lnTo>
                    <a:pt x="123121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3982" name="Candidate_B4__3981">
              <a:extLst>
                <a:ext uri="{FF2B5EF4-FFF2-40B4-BE49-F238E27FC236}">
                  <a16:creationId xmlns:a16="http://schemas.microsoft.com/office/drawing/2014/main" id="{7CFF1DB0-255D-5582-3D26-2D2D08E92C50}"/>
                </a:ext>
              </a:extLst>
            </p:cNvPr>
            <p:cNvSpPr>
              <a:spLocks noGrp="1"/>
            </p:cNvSpPr>
            <p:nvPr/>
          </p:nvSpPr>
          <p:spPr>
            <a:xfrm>
              <a:off x="5593187" y="1997386"/>
              <a:ext cx="317444" cy="486374"/>
            </a:xfrm>
            <a:custGeom>
              <a:avLst/>
              <a:gdLst/>
              <a:ahLst/>
              <a:cxnLst/>
              <a:rect l="0" t="0" r="0" b="0"/>
              <a:pathLst>
                <a:path w="317444" h="486374">
                  <a:moveTo>
                    <a:pt x="133622" y="476957"/>
                  </a:moveTo>
                  <a:lnTo>
                    <a:pt x="174663" y="471857"/>
                  </a:lnTo>
                  <a:lnTo>
                    <a:pt x="143591" y="471857"/>
                  </a:lnTo>
                  <a:close/>
                  <a:moveTo>
                    <a:pt x="35877" y="471857"/>
                  </a:moveTo>
                  <a:lnTo>
                    <a:pt x="10991" y="438153"/>
                  </a:lnTo>
                  <a:lnTo>
                    <a:pt x="10501" y="471857"/>
                  </a:lnTo>
                  <a:close/>
                  <a:moveTo>
                    <a:pt x="10991" y="438153"/>
                  </a:moveTo>
                  <a:lnTo>
                    <a:pt x="10501" y="438153"/>
                  </a:lnTo>
                  <a:lnTo>
                    <a:pt x="10501" y="471857"/>
                  </a:lnTo>
                  <a:close/>
                  <a:moveTo>
                    <a:pt x="174663" y="453283"/>
                  </a:moveTo>
                  <a:lnTo>
                    <a:pt x="215703" y="438153"/>
                  </a:lnTo>
                  <a:lnTo>
                    <a:pt x="194901" y="438153"/>
                  </a:lnTo>
                  <a:close/>
                  <a:moveTo>
                    <a:pt x="143591" y="471857"/>
                  </a:moveTo>
                  <a:lnTo>
                    <a:pt x="174663" y="471857"/>
                  </a:lnTo>
                  <a:lnTo>
                    <a:pt x="174663" y="453283"/>
                  </a:lnTo>
                  <a:close/>
                  <a:moveTo>
                    <a:pt x="10991" y="438153"/>
                  </a:moveTo>
                  <a:lnTo>
                    <a:pt x="12509" y="404449"/>
                  </a:lnTo>
                  <a:lnTo>
                    <a:pt x="10501" y="438153"/>
                  </a:lnTo>
                  <a:close/>
                  <a:moveTo>
                    <a:pt x="12509" y="404449"/>
                  </a:moveTo>
                  <a:lnTo>
                    <a:pt x="10501" y="404449"/>
                  </a:lnTo>
                  <a:lnTo>
                    <a:pt x="10501" y="438153"/>
                  </a:lnTo>
                  <a:close/>
                  <a:moveTo>
                    <a:pt x="194901" y="438153"/>
                  </a:moveTo>
                  <a:lnTo>
                    <a:pt x="215703" y="438153"/>
                  </a:lnTo>
                  <a:lnTo>
                    <a:pt x="215703" y="422378"/>
                  </a:lnTo>
                  <a:close/>
                  <a:moveTo>
                    <a:pt x="12509" y="404449"/>
                  </a:moveTo>
                  <a:lnTo>
                    <a:pt x="25154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10501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38443" y="337041"/>
                  </a:lnTo>
                  <a:lnTo>
                    <a:pt x="10501" y="370745"/>
                  </a:lnTo>
                  <a:close/>
                  <a:moveTo>
                    <a:pt x="314077" y="269632"/>
                  </a:moveTo>
                  <a:lnTo>
                    <a:pt x="297784" y="235928"/>
                  </a:lnTo>
                  <a:lnTo>
                    <a:pt x="297784" y="239481"/>
                  </a:lnTo>
                  <a:close/>
                  <a:moveTo>
                    <a:pt x="297784" y="239481"/>
                  </a:moveTo>
                  <a:lnTo>
                    <a:pt x="297784" y="235928"/>
                  </a:lnTo>
                  <a:lnTo>
                    <a:pt x="295492" y="235928"/>
                  </a:lnTo>
                  <a:close/>
                  <a:moveTo>
                    <a:pt x="10501" y="202224"/>
                  </a:moveTo>
                  <a:lnTo>
                    <a:pt x="28148" y="202224"/>
                  </a:lnTo>
                  <a:lnTo>
                    <a:pt x="10501" y="170664"/>
                  </a:lnTo>
                  <a:close/>
                  <a:moveTo>
                    <a:pt x="174663" y="116358"/>
                  </a:moveTo>
                  <a:lnTo>
                    <a:pt x="188324" y="134816"/>
                  </a:lnTo>
                  <a:lnTo>
                    <a:pt x="174663" y="101112"/>
                  </a:lnTo>
                  <a:close/>
                  <a:moveTo>
                    <a:pt x="174663" y="116358"/>
                  </a:moveTo>
                  <a:lnTo>
                    <a:pt x="174663" y="101112"/>
                  </a:lnTo>
                  <a:lnTo>
                    <a:pt x="162081" y="101112"/>
                  </a:lnTo>
                  <a:close/>
                  <a:moveTo>
                    <a:pt x="27846" y="67408"/>
                  </a:moveTo>
                  <a:lnTo>
                    <a:pt x="51541" y="46214"/>
                  </a:lnTo>
                  <a:lnTo>
                    <a:pt x="10501" y="67408"/>
                  </a:lnTo>
                  <a:close/>
                  <a:moveTo>
                    <a:pt x="10501" y="67408"/>
                  </a:moveTo>
                  <a:lnTo>
                    <a:pt x="51541" y="46214"/>
                  </a:lnTo>
                  <a:lnTo>
                    <a:pt x="51541" y="33704"/>
                  </a:lnTo>
                  <a:close/>
                  <a:moveTo>
                    <a:pt x="10501" y="67408"/>
                  </a:moveTo>
                  <a:lnTo>
                    <a:pt x="10501" y="88581"/>
                  </a:lnTo>
                  <a:lnTo>
                    <a:pt x="27846" y="67408"/>
                  </a:lnTo>
                  <a:close/>
                  <a:moveTo>
                    <a:pt x="133622" y="63382"/>
                  </a:moveTo>
                  <a:lnTo>
                    <a:pt x="136482" y="67408"/>
                  </a:lnTo>
                  <a:lnTo>
                    <a:pt x="133622" y="33704"/>
                  </a:lnTo>
                  <a:close/>
                  <a:moveTo>
                    <a:pt x="51541" y="33704"/>
                  </a:moveTo>
                  <a:lnTo>
                    <a:pt x="92582" y="33704"/>
                  </a:lnTo>
                  <a:lnTo>
                    <a:pt x="92582" y="0"/>
                  </a:lnTo>
                  <a:close/>
                  <a:moveTo>
                    <a:pt x="92582" y="33704"/>
                  </a:moveTo>
                  <a:lnTo>
                    <a:pt x="51541" y="33704"/>
                  </a:lnTo>
                  <a:lnTo>
                    <a:pt x="92582" y="36810"/>
                  </a:lnTo>
                  <a:close/>
                  <a:moveTo>
                    <a:pt x="51541" y="33704"/>
                  </a:moveTo>
                  <a:lnTo>
                    <a:pt x="51541" y="46214"/>
                  </a:lnTo>
                  <a:lnTo>
                    <a:pt x="92582" y="36810"/>
                  </a:lnTo>
                  <a:close/>
                  <a:moveTo>
                    <a:pt x="133622" y="33704"/>
                  </a:moveTo>
                  <a:lnTo>
                    <a:pt x="92582" y="33704"/>
                  </a:lnTo>
                  <a:lnTo>
                    <a:pt x="133622" y="63382"/>
                  </a:lnTo>
                  <a:close/>
                  <a:moveTo>
                    <a:pt x="92582" y="33704"/>
                  </a:moveTo>
                  <a:lnTo>
                    <a:pt x="92582" y="36810"/>
                  </a:lnTo>
                  <a:lnTo>
                    <a:pt x="133622" y="63382"/>
                  </a:lnTo>
                  <a:close/>
                  <a:moveTo>
                    <a:pt x="35877" y="471857"/>
                  </a:moveTo>
                  <a:lnTo>
                    <a:pt x="51541" y="480768"/>
                  </a:lnTo>
                  <a:lnTo>
                    <a:pt x="51541" y="471857"/>
                  </a:lnTo>
                  <a:close/>
                  <a:moveTo>
                    <a:pt x="10991" y="438153"/>
                  </a:moveTo>
                  <a:lnTo>
                    <a:pt x="51541" y="471857"/>
                  </a:lnTo>
                  <a:lnTo>
                    <a:pt x="51541" y="438153"/>
                  </a:lnTo>
                  <a:close/>
                  <a:moveTo>
                    <a:pt x="10991" y="438153"/>
                  </a:moveTo>
                  <a:lnTo>
                    <a:pt x="35877" y="471857"/>
                  </a:lnTo>
                  <a:lnTo>
                    <a:pt x="51541" y="471857"/>
                  </a:lnTo>
                  <a:close/>
                  <a:moveTo>
                    <a:pt x="92582" y="471857"/>
                  </a:moveTo>
                  <a:lnTo>
                    <a:pt x="51541" y="480768"/>
                  </a:lnTo>
                  <a:lnTo>
                    <a:pt x="92582" y="486374"/>
                  </a:lnTo>
                  <a:close/>
                  <a:moveTo>
                    <a:pt x="92582" y="471857"/>
                  </a:moveTo>
                  <a:lnTo>
                    <a:pt x="51541" y="471857"/>
                  </a:lnTo>
                  <a:lnTo>
                    <a:pt x="51541" y="480768"/>
                  </a:lnTo>
                  <a:close/>
                  <a:moveTo>
                    <a:pt x="133622" y="471857"/>
                  </a:moveTo>
                  <a:lnTo>
                    <a:pt x="92582" y="486374"/>
                  </a:lnTo>
                  <a:lnTo>
                    <a:pt x="133622" y="476957"/>
                  </a:lnTo>
                  <a:close/>
                  <a:moveTo>
                    <a:pt x="133622" y="471857"/>
                  </a:moveTo>
                  <a:lnTo>
                    <a:pt x="92582" y="471857"/>
                  </a:lnTo>
                  <a:lnTo>
                    <a:pt x="92582" y="486374"/>
                  </a:lnTo>
                  <a:close/>
                  <a:moveTo>
                    <a:pt x="133622" y="471857"/>
                  </a:moveTo>
                  <a:lnTo>
                    <a:pt x="133622" y="476957"/>
                  </a:lnTo>
                  <a:lnTo>
                    <a:pt x="143591" y="471857"/>
                  </a:lnTo>
                  <a:close/>
                  <a:moveTo>
                    <a:pt x="174663" y="438153"/>
                  </a:moveTo>
                  <a:lnTo>
                    <a:pt x="143591" y="471857"/>
                  </a:lnTo>
                  <a:lnTo>
                    <a:pt x="174663" y="453283"/>
                  </a:lnTo>
                  <a:close/>
                  <a:moveTo>
                    <a:pt x="133622" y="471857"/>
                  </a:moveTo>
                  <a:lnTo>
                    <a:pt x="143591" y="471857"/>
                  </a:lnTo>
                  <a:lnTo>
                    <a:pt x="174663" y="438153"/>
                  </a:lnTo>
                  <a:close/>
                  <a:moveTo>
                    <a:pt x="12509" y="404449"/>
                  </a:moveTo>
                  <a:lnTo>
                    <a:pt x="10991" y="438153"/>
                  </a:lnTo>
                  <a:lnTo>
                    <a:pt x="51541" y="438153"/>
                  </a:lnTo>
                  <a:close/>
                  <a:moveTo>
                    <a:pt x="174663" y="438153"/>
                  </a:moveTo>
                  <a:lnTo>
                    <a:pt x="174663" y="453283"/>
                  </a:lnTo>
                  <a:lnTo>
                    <a:pt x="194901" y="438153"/>
                  </a:lnTo>
                  <a:close/>
                  <a:moveTo>
                    <a:pt x="215703" y="404449"/>
                  </a:moveTo>
                  <a:lnTo>
                    <a:pt x="194901" y="438153"/>
                  </a:lnTo>
                  <a:lnTo>
                    <a:pt x="215703" y="422378"/>
                  </a:lnTo>
                  <a:close/>
                  <a:moveTo>
                    <a:pt x="174663" y="438153"/>
                  </a:moveTo>
                  <a:lnTo>
                    <a:pt x="194901" y="438153"/>
                  </a:lnTo>
                  <a:lnTo>
                    <a:pt x="215703" y="404449"/>
                  </a:lnTo>
                  <a:close/>
                  <a:moveTo>
                    <a:pt x="25154" y="370745"/>
                  </a:moveTo>
                  <a:lnTo>
                    <a:pt x="12509" y="404449"/>
                  </a:lnTo>
                  <a:lnTo>
                    <a:pt x="51541" y="404449"/>
                  </a:lnTo>
                  <a:close/>
                  <a:moveTo>
                    <a:pt x="215703" y="404449"/>
                  </a:moveTo>
                  <a:lnTo>
                    <a:pt x="215703" y="422378"/>
                  </a:lnTo>
                  <a:lnTo>
                    <a:pt x="238382" y="404449"/>
                  </a:lnTo>
                  <a:close/>
                  <a:moveTo>
                    <a:pt x="256743" y="370745"/>
                  </a:moveTo>
                  <a:lnTo>
                    <a:pt x="238382" y="404449"/>
                  </a:lnTo>
                  <a:lnTo>
                    <a:pt x="256743" y="389904"/>
                  </a:lnTo>
                  <a:close/>
                  <a:moveTo>
                    <a:pt x="215703" y="404449"/>
                  </a:moveTo>
                  <a:lnTo>
                    <a:pt x="238382" y="404449"/>
                  </a:lnTo>
                  <a:lnTo>
                    <a:pt x="256743" y="370745"/>
                  </a:lnTo>
                  <a:close/>
                  <a:moveTo>
                    <a:pt x="38443" y="337041"/>
                  </a:moveTo>
                  <a:lnTo>
                    <a:pt x="51541" y="370745"/>
                  </a:lnTo>
                  <a:lnTo>
                    <a:pt x="51541" y="337041"/>
                  </a:lnTo>
                  <a:close/>
                  <a:moveTo>
                    <a:pt x="38443" y="337041"/>
                  </a:moveTo>
                  <a:lnTo>
                    <a:pt x="25154" y="370745"/>
                  </a:lnTo>
                  <a:lnTo>
                    <a:pt x="51541" y="370745"/>
                  </a:lnTo>
                  <a:close/>
                  <a:moveTo>
                    <a:pt x="256743" y="370745"/>
                  </a:moveTo>
                  <a:lnTo>
                    <a:pt x="256743" y="389904"/>
                  </a:lnTo>
                  <a:lnTo>
                    <a:pt x="278441" y="370745"/>
                  </a:lnTo>
                  <a:close/>
                  <a:moveTo>
                    <a:pt x="297784" y="337041"/>
                  </a:moveTo>
                  <a:lnTo>
                    <a:pt x="278441" y="370745"/>
                  </a:lnTo>
                  <a:lnTo>
                    <a:pt x="297784" y="348096"/>
                  </a:lnTo>
                  <a:close/>
                  <a:moveTo>
                    <a:pt x="256743" y="370745"/>
                  </a:moveTo>
                  <a:lnTo>
                    <a:pt x="278441" y="370745"/>
                  </a:lnTo>
                  <a:lnTo>
                    <a:pt x="297784" y="337041"/>
                  </a:lnTo>
                  <a:close/>
                  <a:moveTo>
                    <a:pt x="46910" y="303337"/>
                  </a:moveTo>
                  <a:lnTo>
                    <a:pt x="51541" y="337041"/>
                  </a:lnTo>
                  <a:lnTo>
                    <a:pt x="51541" y="303337"/>
                  </a:lnTo>
                  <a:close/>
                  <a:moveTo>
                    <a:pt x="46910" y="303337"/>
                  </a:moveTo>
                  <a:lnTo>
                    <a:pt x="38443" y="337041"/>
                  </a:lnTo>
                  <a:lnTo>
                    <a:pt x="51541" y="337041"/>
                  </a:lnTo>
                  <a:close/>
                  <a:moveTo>
                    <a:pt x="297784" y="337041"/>
                  </a:moveTo>
                  <a:lnTo>
                    <a:pt x="297784" y="348096"/>
                  </a:lnTo>
                  <a:lnTo>
                    <a:pt x="305988" y="337041"/>
                  </a:lnTo>
                  <a:close/>
                  <a:moveTo>
                    <a:pt x="297784" y="303337"/>
                  </a:moveTo>
                  <a:lnTo>
                    <a:pt x="305988" y="337041"/>
                  </a:lnTo>
                  <a:lnTo>
                    <a:pt x="317444" y="303337"/>
                  </a:lnTo>
                  <a:close/>
                  <a:moveTo>
                    <a:pt x="297784" y="303337"/>
                  </a:moveTo>
                  <a:lnTo>
                    <a:pt x="297784" y="337041"/>
                  </a:lnTo>
                  <a:lnTo>
                    <a:pt x="305988" y="337041"/>
                  </a:lnTo>
                  <a:close/>
                  <a:moveTo>
                    <a:pt x="48637" y="269632"/>
                  </a:moveTo>
                  <a:lnTo>
                    <a:pt x="51541" y="303337"/>
                  </a:lnTo>
                  <a:lnTo>
                    <a:pt x="51541" y="269632"/>
                  </a:lnTo>
                  <a:close/>
                  <a:moveTo>
                    <a:pt x="48637" y="269632"/>
                  </a:moveTo>
                  <a:lnTo>
                    <a:pt x="46910" y="303337"/>
                  </a:lnTo>
                  <a:lnTo>
                    <a:pt x="51541" y="303337"/>
                  </a:lnTo>
                  <a:close/>
                  <a:moveTo>
                    <a:pt x="297784" y="269632"/>
                  </a:moveTo>
                  <a:lnTo>
                    <a:pt x="317444" y="303337"/>
                  </a:lnTo>
                  <a:lnTo>
                    <a:pt x="314077" y="269632"/>
                  </a:lnTo>
                  <a:close/>
                  <a:moveTo>
                    <a:pt x="297784" y="269632"/>
                  </a:moveTo>
                  <a:lnTo>
                    <a:pt x="297784" y="303337"/>
                  </a:lnTo>
                  <a:lnTo>
                    <a:pt x="317444" y="303337"/>
                  </a:lnTo>
                  <a:close/>
                  <a:moveTo>
                    <a:pt x="42531" y="235928"/>
                  </a:moveTo>
                  <a:lnTo>
                    <a:pt x="51541" y="269632"/>
                  </a:lnTo>
                  <a:lnTo>
                    <a:pt x="51541" y="235928"/>
                  </a:lnTo>
                  <a:close/>
                  <a:moveTo>
                    <a:pt x="42531" y="235928"/>
                  </a:moveTo>
                  <a:lnTo>
                    <a:pt x="48637" y="269632"/>
                  </a:lnTo>
                  <a:lnTo>
                    <a:pt x="51541" y="269632"/>
                  </a:lnTo>
                  <a:close/>
                  <a:moveTo>
                    <a:pt x="297784" y="269632"/>
                  </a:moveTo>
                  <a:lnTo>
                    <a:pt x="314077" y="269632"/>
                  </a:lnTo>
                  <a:lnTo>
                    <a:pt x="297784" y="239481"/>
                  </a:lnTo>
                  <a:close/>
                  <a:moveTo>
                    <a:pt x="295492" y="235928"/>
                  </a:moveTo>
                  <a:lnTo>
                    <a:pt x="297784" y="269632"/>
                  </a:lnTo>
                  <a:lnTo>
                    <a:pt x="297784" y="239481"/>
                  </a:lnTo>
                  <a:close/>
                  <a:moveTo>
                    <a:pt x="28148" y="202224"/>
                  </a:moveTo>
                  <a:lnTo>
                    <a:pt x="51541" y="235928"/>
                  </a:lnTo>
                  <a:lnTo>
                    <a:pt x="51541" y="202224"/>
                  </a:lnTo>
                  <a:close/>
                  <a:moveTo>
                    <a:pt x="28148" y="202224"/>
                  </a:moveTo>
                  <a:lnTo>
                    <a:pt x="42531" y="235928"/>
                  </a:lnTo>
                  <a:lnTo>
                    <a:pt x="51541" y="235928"/>
                  </a:lnTo>
                  <a:close/>
                  <a:moveTo>
                    <a:pt x="256743" y="202224"/>
                  </a:moveTo>
                  <a:lnTo>
                    <a:pt x="295492" y="235928"/>
                  </a:lnTo>
                  <a:lnTo>
                    <a:pt x="261574" y="202224"/>
                  </a:lnTo>
                  <a:close/>
                  <a:moveTo>
                    <a:pt x="256743" y="202224"/>
                  </a:moveTo>
                  <a:lnTo>
                    <a:pt x="256743" y="235928"/>
                  </a:lnTo>
                  <a:lnTo>
                    <a:pt x="295492" y="235928"/>
                  </a:lnTo>
                  <a:close/>
                  <a:moveTo>
                    <a:pt x="51541" y="202224"/>
                  </a:moveTo>
                  <a:lnTo>
                    <a:pt x="10501" y="170664"/>
                  </a:lnTo>
                  <a:lnTo>
                    <a:pt x="28148" y="202224"/>
                  </a:lnTo>
                  <a:close/>
                  <a:moveTo>
                    <a:pt x="10501" y="168520"/>
                  </a:moveTo>
                  <a:lnTo>
                    <a:pt x="10501" y="170664"/>
                  </a:lnTo>
                  <a:lnTo>
                    <a:pt x="51541" y="202224"/>
                  </a:lnTo>
                  <a:close/>
                  <a:moveTo>
                    <a:pt x="51541" y="168520"/>
                  </a:moveTo>
                  <a:lnTo>
                    <a:pt x="10501" y="168520"/>
                  </a:lnTo>
                  <a:lnTo>
                    <a:pt x="51541" y="202224"/>
                  </a:lnTo>
                  <a:close/>
                  <a:moveTo>
                    <a:pt x="215703" y="168520"/>
                  </a:moveTo>
                  <a:lnTo>
                    <a:pt x="256743" y="197942"/>
                  </a:lnTo>
                  <a:lnTo>
                    <a:pt x="221128" y="168520"/>
                  </a:lnTo>
                  <a:close/>
                  <a:moveTo>
                    <a:pt x="256743" y="202224"/>
                  </a:moveTo>
                  <a:lnTo>
                    <a:pt x="256743" y="197942"/>
                  </a:lnTo>
                  <a:lnTo>
                    <a:pt x="215703" y="168520"/>
                  </a:lnTo>
                  <a:close/>
                  <a:moveTo>
                    <a:pt x="215703" y="202224"/>
                  </a:moveTo>
                  <a:lnTo>
                    <a:pt x="256743" y="202224"/>
                  </a:lnTo>
                  <a:lnTo>
                    <a:pt x="215703" y="168520"/>
                  </a:lnTo>
                  <a:close/>
                  <a:moveTo>
                    <a:pt x="256743" y="202224"/>
                  </a:moveTo>
                  <a:lnTo>
                    <a:pt x="261574" y="202224"/>
                  </a:lnTo>
                  <a:lnTo>
                    <a:pt x="256743" y="197942"/>
                  </a:lnTo>
                  <a:close/>
                  <a:moveTo>
                    <a:pt x="9408" y="168520"/>
                  </a:moveTo>
                  <a:lnTo>
                    <a:pt x="10501" y="170664"/>
                  </a:lnTo>
                  <a:lnTo>
                    <a:pt x="10501" y="168520"/>
                  </a:lnTo>
                  <a:close/>
                  <a:moveTo>
                    <a:pt x="0" y="134816"/>
                  </a:moveTo>
                  <a:lnTo>
                    <a:pt x="10501" y="168520"/>
                  </a:lnTo>
                  <a:lnTo>
                    <a:pt x="10501" y="134816"/>
                  </a:lnTo>
                  <a:close/>
                  <a:moveTo>
                    <a:pt x="0" y="134816"/>
                  </a:moveTo>
                  <a:lnTo>
                    <a:pt x="9408" y="168520"/>
                  </a:lnTo>
                  <a:lnTo>
                    <a:pt x="10501" y="168520"/>
                  </a:lnTo>
                  <a:close/>
                  <a:moveTo>
                    <a:pt x="10501" y="168520"/>
                  </a:moveTo>
                  <a:lnTo>
                    <a:pt x="51541" y="134816"/>
                  </a:lnTo>
                  <a:lnTo>
                    <a:pt x="10501" y="134816"/>
                  </a:lnTo>
                  <a:close/>
                  <a:moveTo>
                    <a:pt x="174663" y="134816"/>
                  </a:moveTo>
                  <a:lnTo>
                    <a:pt x="215703" y="163090"/>
                  </a:lnTo>
                  <a:lnTo>
                    <a:pt x="188324" y="134816"/>
                  </a:lnTo>
                  <a:close/>
                  <a:moveTo>
                    <a:pt x="215703" y="168520"/>
                  </a:moveTo>
                  <a:lnTo>
                    <a:pt x="215703" y="163090"/>
                  </a:lnTo>
                  <a:lnTo>
                    <a:pt x="174663" y="134816"/>
                  </a:lnTo>
                  <a:close/>
                  <a:moveTo>
                    <a:pt x="174663" y="168520"/>
                  </a:moveTo>
                  <a:lnTo>
                    <a:pt x="215703" y="168520"/>
                  </a:lnTo>
                  <a:lnTo>
                    <a:pt x="174663" y="134816"/>
                  </a:lnTo>
                  <a:close/>
                  <a:moveTo>
                    <a:pt x="215703" y="168520"/>
                  </a:moveTo>
                  <a:lnTo>
                    <a:pt x="221128" y="168520"/>
                  </a:lnTo>
                  <a:lnTo>
                    <a:pt x="215703" y="163090"/>
                  </a:lnTo>
                  <a:close/>
                  <a:moveTo>
                    <a:pt x="3988" y="101112"/>
                  </a:moveTo>
                  <a:lnTo>
                    <a:pt x="10501" y="134816"/>
                  </a:lnTo>
                  <a:lnTo>
                    <a:pt x="10501" y="101112"/>
                  </a:lnTo>
                  <a:close/>
                  <a:moveTo>
                    <a:pt x="3988" y="101112"/>
                  </a:moveTo>
                  <a:lnTo>
                    <a:pt x="0" y="134816"/>
                  </a:lnTo>
                  <a:lnTo>
                    <a:pt x="10501" y="134816"/>
                  </a:lnTo>
                  <a:close/>
                  <a:moveTo>
                    <a:pt x="10501" y="134816"/>
                  </a:moveTo>
                  <a:lnTo>
                    <a:pt x="51541" y="101112"/>
                  </a:lnTo>
                  <a:lnTo>
                    <a:pt x="10501" y="101112"/>
                  </a:lnTo>
                  <a:close/>
                  <a:moveTo>
                    <a:pt x="133622" y="101112"/>
                  </a:moveTo>
                  <a:lnTo>
                    <a:pt x="174663" y="116358"/>
                  </a:lnTo>
                  <a:lnTo>
                    <a:pt x="162081" y="101112"/>
                  </a:lnTo>
                  <a:close/>
                  <a:moveTo>
                    <a:pt x="174663" y="134816"/>
                  </a:moveTo>
                  <a:lnTo>
                    <a:pt x="174663" y="116358"/>
                  </a:lnTo>
                  <a:lnTo>
                    <a:pt x="133622" y="101112"/>
                  </a:lnTo>
                  <a:close/>
                  <a:moveTo>
                    <a:pt x="174663" y="134816"/>
                  </a:moveTo>
                  <a:lnTo>
                    <a:pt x="188324" y="134816"/>
                  </a:lnTo>
                  <a:lnTo>
                    <a:pt x="174663" y="116358"/>
                  </a:lnTo>
                  <a:close/>
                  <a:moveTo>
                    <a:pt x="10501" y="88581"/>
                  </a:moveTo>
                  <a:lnTo>
                    <a:pt x="3988" y="101112"/>
                  </a:lnTo>
                  <a:lnTo>
                    <a:pt x="10501" y="101112"/>
                  </a:lnTo>
                  <a:close/>
                  <a:moveTo>
                    <a:pt x="10501" y="101112"/>
                  </a:moveTo>
                  <a:lnTo>
                    <a:pt x="27846" y="67408"/>
                  </a:lnTo>
                  <a:lnTo>
                    <a:pt x="10501" y="88581"/>
                  </a:lnTo>
                  <a:close/>
                  <a:moveTo>
                    <a:pt x="51541" y="67408"/>
                  </a:moveTo>
                  <a:lnTo>
                    <a:pt x="27846" y="67408"/>
                  </a:lnTo>
                  <a:lnTo>
                    <a:pt x="10501" y="101112"/>
                  </a:lnTo>
                  <a:close/>
                  <a:moveTo>
                    <a:pt x="51541" y="101112"/>
                  </a:moveTo>
                  <a:lnTo>
                    <a:pt x="51541" y="67408"/>
                  </a:lnTo>
                  <a:lnTo>
                    <a:pt x="10501" y="101112"/>
                  </a:lnTo>
                  <a:close/>
                  <a:moveTo>
                    <a:pt x="92582" y="101112"/>
                  </a:moveTo>
                  <a:lnTo>
                    <a:pt x="133622" y="101112"/>
                  </a:lnTo>
                  <a:lnTo>
                    <a:pt x="133622" y="67408"/>
                  </a:lnTo>
                  <a:close/>
                  <a:moveTo>
                    <a:pt x="92582" y="101112"/>
                  </a:moveTo>
                  <a:lnTo>
                    <a:pt x="133622" y="67408"/>
                  </a:lnTo>
                  <a:lnTo>
                    <a:pt x="92582" y="67408"/>
                  </a:lnTo>
                  <a:close/>
                  <a:moveTo>
                    <a:pt x="133622" y="67408"/>
                  </a:moveTo>
                  <a:lnTo>
                    <a:pt x="162081" y="101112"/>
                  </a:lnTo>
                  <a:lnTo>
                    <a:pt x="136482" y="67408"/>
                  </a:lnTo>
                  <a:close/>
                  <a:moveTo>
                    <a:pt x="133622" y="67408"/>
                  </a:moveTo>
                  <a:lnTo>
                    <a:pt x="133622" y="101112"/>
                  </a:lnTo>
                  <a:lnTo>
                    <a:pt x="162081" y="101112"/>
                  </a:lnTo>
                  <a:close/>
                  <a:moveTo>
                    <a:pt x="51541" y="46214"/>
                  </a:moveTo>
                  <a:lnTo>
                    <a:pt x="27846" y="67408"/>
                  </a:lnTo>
                  <a:lnTo>
                    <a:pt x="51541" y="67408"/>
                  </a:lnTo>
                  <a:close/>
                  <a:moveTo>
                    <a:pt x="51541" y="67408"/>
                  </a:moveTo>
                  <a:lnTo>
                    <a:pt x="92582" y="36810"/>
                  </a:lnTo>
                  <a:lnTo>
                    <a:pt x="51541" y="46214"/>
                  </a:lnTo>
                  <a:close/>
                  <a:moveTo>
                    <a:pt x="51541" y="67408"/>
                  </a:moveTo>
                  <a:lnTo>
                    <a:pt x="92582" y="67408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3382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7408"/>
                  </a:lnTo>
                  <a:lnTo>
                    <a:pt x="133622" y="63382"/>
                  </a:lnTo>
                  <a:close/>
                  <a:moveTo>
                    <a:pt x="133622" y="67408"/>
                  </a:moveTo>
                  <a:lnTo>
                    <a:pt x="136482" y="67408"/>
                  </a:lnTo>
                  <a:lnTo>
                    <a:pt x="133622" y="6338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3983" name="Candidate_B4__3982">
              <a:extLst>
                <a:ext uri="{FF2B5EF4-FFF2-40B4-BE49-F238E27FC236}">
                  <a16:creationId xmlns:a16="http://schemas.microsoft.com/office/drawing/2014/main" id="{8D47C828-14D2-5D2A-6971-F4265997C0C6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2064794"/>
              <a:ext cx="287283" cy="404449"/>
            </a:xfrm>
            <a:custGeom>
              <a:avLst/>
              <a:gdLst/>
              <a:ahLst/>
              <a:cxnLst/>
              <a:rect l="0" t="0" r="0" b="0"/>
              <a:pathLst>
                <a:path w="287283" h="404449">
                  <a:moveTo>
                    <a:pt x="41040" y="404449"/>
                  </a:moveTo>
                  <a:lnTo>
                    <a:pt x="82081" y="404449"/>
                  </a:lnTo>
                  <a:lnTo>
                    <a:pt x="82081" y="370745"/>
                  </a:lnTo>
                  <a:close/>
                  <a:moveTo>
                    <a:pt x="41040" y="404449"/>
                  </a:moveTo>
                  <a:lnTo>
                    <a:pt x="82081" y="370745"/>
                  </a:lnTo>
                  <a:lnTo>
                    <a:pt x="41040" y="370745"/>
                  </a:lnTo>
                  <a:close/>
                  <a:moveTo>
                    <a:pt x="82081" y="404449"/>
                  </a:moveTo>
                  <a:lnTo>
                    <a:pt x="123121" y="404449"/>
                  </a:lnTo>
                  <a:lnTo>
                    <a:pt x="123121" y="370745"/>
                  </a:lnTo>
                  <a:close/>
                  <a:moveTo>
                    <a:pt x="82081" y="404449"/>
                  </a:moveTo>
                  <a:lnTo>
                    <a:pt x="123121" y="370745"/>
                  </a:lnTo>
                  <a:lnTo>
                    <a:pt x="82081" y="370745"/>
                  </a:lnTo>
                  <a:close/>
                  <a:moveTo>
                    <a:pt x="123121" y="370745"/>
                  </a:moveTo>
                  <a:lnTo>
                    <a:pt x="123121" y="404449"/>
                  </a:lnTo>
                  <a:lnTo>
                    <a:pt x="164162" y="370745"/>
                  </a:lnTo>
                  <a:close/>
                  <a:moveTo>
                    <a:pt x="2008" y="337041"/>
                  </a:moveTo>
                  <a:lnTo>
                    <a:pt x="41040" y="370745"/>
                  </a:lnTo>
                  <a:lnTo>
                    <a:pt x="41040" y="337041"/>
                  </a:lnTo>
                  <a:close/>
                  <a:moveTo>
                    <a:pt x="41040" y="370745"/>
                  </a:moveTo>
                  <a:lnTo>
                    <a:pt x="82081" y="370745"/>
                  </a:lnTo>
                  <a:lnTo>
                    <a:pt x="82081" y="337041"/>
                  </a:lnTo>
                  <a:close/>
                  <a:moveTo>
                    <a:pt x="41040" y="370745"/>
                  </a:moveTo>
                  <a:lnTo>
                    <a:pt x="82081" y="337041"/>
                  </a:lnTo>
                  <a:lnTo>
                    <a:pt x="41040" y="337041"/>
                  </a:lnTo>
                  <a:close/>
                  <a:moveTo>
                    <a:pt x="82081" y="370745"/>
                  </a:moveTo>
                  <a:lnTo>
                    <a:pt x="123121" y="370745"/>
                  </a:lnTo>
                  <a:lnTo>
                    <a:pt x="123121" y="337041"/>
                  </a:lnTo>
                  <a:close/>
                  <a:moveTo>
                    <a:pt x="123121" y="370745"/>
                  </a:moveTo>
                  <a:lnTo>
                    <a:pt x="164162" y="370745"/>
                  </a:lnTo>
                  <a:lnTo>
                    <a:pt x="164162" y="337041"/>
                  </a:lnTo>
                  <a:close/>
                  <a:moveTo>
                    <a:pt x="123121" y="370745"/>
                  </a:moveTo>
                  <a:lnTo>
                    <a:pt x="164162" y="337041"/>
                  </a:lnTo>
                  <a:lnTo>
                    <a:pt x="123121" y="337041"/>
                  </a:lnTo>
                  <a:close/>
                  <a:moveTo>
                    <a:pt x="164162" y="337041"/>
                  </a:moveTo>
                  <a:lnTo>
                    <a:pt x="164162" y="370745"/>
                  </a:lnTo>
                  <a:lnTo>
                    <a:pt x="205202" y="337041"/>
                  </a:lnTo>
                  <a:close/>
                  <a:moveTo>
                    <a:pt x="14654" y="303337"/>
                  </a:moveTo>
                  <a:lnTo>
                    <a:pt x="41040" y="337041"/>
                  </a:lnTo>
                  <a:lnTo>
                    <a:pt x="41040" y="303337"/>
                  </a:lnTo>
                  <a:close/>
                  <a:moveTo>
                    <a:pt x="41040" y="337041"/>
                  </a:moveTo>
                  <a:lnTo>
                    <a:pt x="82081" y="337041"/>
                  </a:lnTo>
                  <a:lnTo>
                    <a:pt x="82081" y="303337"/>
                  </a:lnTo>
                  <a:close/>
                  <a:moveTo>
                    <a:pt x="41040" y="337041"/>
                  </a:moveTo>
                  <a:lnTo>
                    <a:pt x="82081" y="303337"/>
                  </a:lnTo>
                  <a:lnTo>
                    <a:pt x="41040" y="303337"/>
                  </a:lnTo>
                  <a:close/>
                  <a:moveTo>
                    <a:pt x="205202" y="303337"/>
                  </a:moveTo>
                  <a:lnTo>
                    <a:pt x="164162" y="337041"/>
                  </a:lnTo>
                  <a:lnTo>
                    <a:pt x="205202" y="337041"/>
                  </a:lnTo>
                  <a:close/>
                  <a:moveTo>
                    <a:pt x="205202" y="303337"/>
                  </a:moveTo>
                  <a:lnTo>
                    <a:pt x="205202" y="337041"/>
                  </a:lnTo>
                  <a:lnTo>
                    <a:pt x="246243" y="303337"/>
                  </a:lnTo>
                  <a:close/>
                  <a:moveTo>
                    <a:pt x="41040" y="303337"/>
                  </a:moveTo>
                  <a:lnTo>
                    <a:pt x="82081" y="303337"/>
                  </a:lnTo>
                  <a:lnTo>
                    <a:pt x="82081" y="269632"/>
                  </a:lnTo>
                  <a:close/>
                  <a:moveTo>
                    <a:pt x="41040" y="303337"/>
                  </a:moveTo>
                  <a:lnTo>
                    <a:pt x="82081" y="269632"/>
                  </a:lnTo>
                  <a:lnTo>
                    <a:pt x="41040" y="269632"/>
                  </a:lnTo>
                  <a:close/>
                  <a:moveTo>
                    <a:pt x="246243" y="269632"/>
                  </a:moveTo>
                  <a:lnTo>
                    <a:pt x="205202" y="303337"/>
                  </a:lnTo>
                  <a:lnTo>
                    <a:pt x="246243" y="303337"/>
                  </a:lnTo>
                  <a:close/>
                  <a:moveTo>
                    <a:pt x="246243" y="269632"/>
                  </a:moveTo>
                  <a:lnTo>
                    <a:pt x="246243" y="303337"/>
                  </a:lnTo>
                  <a:lnTo>
                    <a:pt x="287283" y="269632"/>
                  </a:lnTo>
                  <a:close/>
                  <a:moveTo>
                    <a:pt x="41040" y="269632"/>
                  </a:moveTo>
                  <a:lnTo>
                    <a:pt x="82081" y="269632"/>
                  </a:lnTo>
                  <a:lnTo>
                    <a:pt x="82081" y="235928"/>
                  </a:lnTo>
                  <a:close/>
                  <a:moveTo>
                    <a:pt x="41040" y="269632"/>
                  </a:moveTo>
                  <a:lnTo>
                    <a:pt x="82081" y="235928"/>
                  </a:lnTo>
                  <a:lnTo>
                    <a:pt x="41040" y="235928"/>
                  </a:lnTo>
                  <a:close/>
                  <a:moveTo>
                    <a:pt x="287283" y="235928"/>
                  </a:moveTo>
                  <a:lnTo>
                    <a:pt x="246243" y="269632"/>
                  </a:lnTo>
                  <a:lnTo>
                    <a:pt x="287283" y="269632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82081" y="202224"/>
                  </a:lnTo>
                  <a:close/>
                  <a:moveTo>
                    <a:pt x="41040" y="235928"/>
                  </a:moveTo>
                  <a:lnTo>
                    <a:pt x="82081" y="202224"/>
                  </a:lnTo>
                  <a:lnTo>
                    <a:pt x="41040" y="202224"/>
                  </a:lnTo>
                  <a:close/>
                  <a:moveTo>
                    <a:pt x="287283" y="235928"/>
                  </a:moveTo>
                  <a:lnTo>
                    <a:pt x="287283" y="202224"/>
                  </a:lnTo>
                  <a:lnTo>
                    <a:pt x="256025" y="235928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251132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46243" y="168520"/>
                  </a:moveTo>
                  <a:lnTo>
                    <a:pt x="287283" y="202224"/>
                  </a:lnTo>
                  <a:lnTo>
                    <a:pt x="284992" y="168520"/>
                  </a:lnTo>
                  <a:close/>
                  <a:moveTo>
                    <a:pt x="41040" y="168520"/>
                  </a:moveTo>
                  <a:lnTo>
                    <a:pt x="82081" y="168520"/>
                  </a:lnTo>
                  <a:lnTo>
                    <a:pt x="82081" y="134816"/>
                  </a:lnTo>
                  <a:close/>
                  <a:moveTo>
                    <a:pt x="41040" y="168520"/>
                  </a:moveTo>
                  <a:lnTo>
                    <a:pt x="82081" y="134816"/>
                  </a:lnTo>
                  <a:lnTo>
                    <a:pt x="41040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46243" y="134816"/>
                  </a:lnTo>
                  <a:close/>
                  <a:moveTo>
                    <a:pt x="41040" y="134816"/>
                  </a:moveTo>
                  <a:lnTo>
                    <a:pt x="82081" y="134816"/>
                  </a:lnTo>
                  <a:lnTo>
                    <a:pt x="82081" y="101112"/>
                  </a:lnTo>
                  <a:close/>
                  <a:moveTo>
                    <a:pt x="41040" y="134816"/>
                  </a:moveTo>
                  <a:lnTo>
                    <a:pt x="82081" y="101112"/>
                  </a:lnTo>
                  <a:lnTo>
                    <a:pt x="41040" y="101112"/>
                  </a:lnTo>
                  <a:close/>
                  <a:moveTo>
                    <a:pt x="82081" y="134816"/>
                  </a:moveTo>
                  <a:lnTo>
                    <a:pt x="123121" y="101112"/>
                  </a:lnTo>
                  <a:lnTo>
                    <a:pt x="82081" y="101112"/>
                  </a:lnTo>
                  <a:close/>
                  <a:moveTo>
                    <a:pt x="123121" y="134816"/>
                  </a:moveTo>
                  <a:lnTo>
                    <a:pt x="164162" y="101112"/>
                  </a:lnTo>
                  <a:lnTo>
                    <a:pt x="123121" y="101112"/>
                  </a:lnTo>
                  <a:close/>
                  <a:moveTo>
                    <a:pt x="164162" y="134816"/>
                  </a:moveTo>
                  <a:lnTo>
                    <a:pt x="205202" y="134816"/>
                  </a:lnTo>
                  <a:lnTo>
                    <a:pt x="205202" y="101112"/>
                  </a:lnTo>
                  <a:close/>
                  <a:moveTo>
                    <a:pt x="164162" y="134816"/>
                  </a:moveTo>
                  <a:lnTo>
                    <a:pt x="205202" y="101112"/>
                  </a:lnTo>
                  <a:lnTo>
                    <a:pt x="164162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101112"/>
                  </a:moveTo>
                  <a:lnTo>
                    <a:pt x="123121" y="101112"/>
                  </a:lnTo>
                  <a:lnTo>
                    <a:pt x="123121" y="67408"/>
                  </a:lnTo>
                  <a:close/>
                  <a:moveTo>
                    <a:pt x="82081" y="101112"/>
                  </a:moveTo>
                  <a:lnTo>
                    <a:pt x="123121" y="67408"/>
                  </a:lnTo>
                  <a:lnTo>
                    <a:pt x="8208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64162" y="67408"/>
                  </a:lnTo>
                  <a:close/>
                  <a:moveTo>
                    <a:pt x="123121" y="101112"/>
                  </a:moveTo>
                  <a:lnTo>
                    <a:pt x="164162" y="67408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23121" y="33704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3984" name="Candidate_B4__3983">
              <a:extLst>
                <a:ext uri="{FF2B5EF4-FFF2-40B4-BE49-F238E27FC236}">
                  <a16:creationId xmlns:a16="http://schemas.microsoft.com/office/drawing/2014/main" id="{DE14D027-46C1-E1B0-95D8-06EAE7FF51A5}"/>
                </a:ext>
              </a:extLst>
            </p:cNvPr>
            <p:cNvSpPr>
              <a:spLocks noGrp="1"/>
            </p:cNvSpPr>
            <p:nvPr/>
          </p:nvSpPr>
          <p:spPr>
            <a:xfrm>
              <a:off x="5685769" y="2165906"/>
              <a:ext cx="205202" cy="269632"/>
            </a:xfrm>
            <a:custGeom>
              <a:avLst/>
              <a:gdLst/>
              <a:ahLst/>
              <a:cxnLst/>
              <a:rect l="0" t="0" r="0" b="0"/>
              <a:pathLst>
                <a:path w="205202" h="269632">
                  <a:moveTo>
                    <a:pt x="0" y="269632"/>
                  </a:moveTo>
                  <a:lnTo>
                    <a:pt x="41040" y="235928"/>
                  </a:lnTo>
                  <a:lnTo>
                    <a:pt x="0" y="235928"/>
                  </a:lnTo>
                  <a:close/>
                  <a:moveTo>
                    <a:pt x="41040" y="214670"/>
                  </a:moveTo>
                  <a:lnTo>
                    <a:pt x="26226" y="202224"/>
                  </a:lnTo>
                  <a:lnTo>
                    <a:pt x="41040" y="235928"/>
                  </a:lnTo>
                  <a:close/>
                  <a:moveTo>
                    <a:pt x="41040" y="235928"/>
                  </a:moveTo>
                  <a:lnTo>
                    <a:pt x="26226" y="202224"/>
                  </a:lnTo>
                  <a:lnTo>
                    <a:pt x="0" y="202224"/>
                  </a:lnTo>
                  <a:close/>
                  <a:moveTo>
                    <a:pt x="41040" y="235928"/>
                  </a:moveTo>
                  <a:lnTo>
                    <a:pt x="0" y="202224"/>
                  </a:lnTo>
                  <a:lnTo>
                    <a:pt x="0" y="235928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41040" y="214670"/>
                  </a:lnTo>
                  <a:close/>
                  <a:moveTo>
                    <a:pt x="82081" y="235928"/>
                  </a:moveTo>
                  <a:lnTo>
                    <a:pt x="82081" y="211153"/>
                  </a:lnTo>
                  <a:lnTo>
                    <a:pt x="41040" y="214670"/>
                  </a:lnTo>
                  <a:close/>
                  <a:moveTo>
                    <a:pt x="102421" y="202224"/>
                  </a:moveTo>
                  <a:lnTo>
                    <a:pt x="82081" y="211153"/>
                  </a:lnTo>
                  <a:lnTo>
                    <a:pt x="123121" y="202224"/>
                  </a:lnTo>
                  <a:close/>
                  <a:moveTo>
                    <a:pt x="123121" y="202224"/>
                  </a:moveTo>
                  <a:lnTo>
                    <a:pt x="82081" y="211153"/>
                  </a:lnTo>
                  <a:lnTo>
                    <a:pt x="82081" y="235928"/>
                  </a:lnTo>
                  <a:close/>
                  <a:moveTo>
                    <a:pt x="26226" y="202224"/>
                  </a:moveTo>
                  <a:lnTo>
                    <a:pt x="15386" y="168520"/>
                  </a:lnTo>
                  <a:lnTo>
                    <a:pt x="0" y="202224"/>
                  </a:lnTo>
                  <a:close/>
                  <a:moveTo>
                    <a:pt x="15386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155305" y="168520"/>
                  </a:moveTo>
                  <a:lnTo>
                    <a:pt x="123121" y="193041"/>
                  </a:lnTo>
                  <a:lnTo>
                    <a:pt x="164162" y="168520"/>
                  </a:lnTo>
                  <a:close/>
                  <a:moveTo>
                    <a:pt x="164162" y="168520"/>
                  </a:moveTo>
                  <a:lnTo>
                    <a:pt x="123121" y="193041"/>
                  </a:lnTo>
                  <a:lnTo>
                    <a:pt x="123121" y="202224"/>
                  </a:lnTo>
                  <a:close/>
                  <a:moveTo>
                    <a:pt x="102421" y="202224"/>
                  </a:moveTo>
                  <a:lnTo>
                    <a:pt x="123121" y="202224"/>
                  </a:lnTo>
                  <a:lnTo>
                    <a:pt x="123121" y="193041"/>
                  </a:lnTo>
                  <a:close/>
                  <a:moveTo>
                    <a:pt x="15386" y="168520"/>
                  </a:moveTo>
                  <a:lnTo>
                    <a:pt x="14615" y="134816"/>
                  </a:lnTo>
                  <a:lnTo>
                    <a:pt x="0" y="168520"/>
                  </a:lnTo>
                  <a:close/>
                  <a:moveTo>
                    <a:pt x="14615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173944" y="134816"/>
                  </a:moveTo>
                  <a:lnTo>
                    <a:pt x="164162" y="155909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164162" y="155909"/>
                  </a:lnTo>
                  <a:lnTo>
                    <a:pt x="164162" y="168520"/>
                  </a:lnTo>
                  <a:close/>
                  <a:moveTo>
                    <a:pt x="155305" y="168520"/>
                  </a:moveTo>
                  <a:lnTo>
                    <a:pt x="164162" y="168520"/>
                  </a:lnTo>
                  <a:lnTo>
                    <a:pt x="164162" y="155909"/>
                  </a:lnTo>
                  <a:close/>
                  <a:moveTo>
                    <a:pt x="14615" y="134816"/>
                  </a:moveTo>
                  <a:lnTo>
                    <a:pt x="18527" y="101112"/>
                  </a:lnTo>
                  <a:lnTo>
                    <a:pt x="0" y="134816"/>
                  </a:lnTo>
                  <a:close/>
                  <a:moveTo>
                    <a:pt x="18527" y="101112"/>
                  </a:moveTo>
                  <a:lnTo>
                    <a:pt x="0" y="10111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169051" y="101112"/>
                  </a:lnTo>
                  <a:lnTo>
                    <a:pt x="173944" y="134816"/>
                  </a:lnTo>
                  <a:close/>
                  <a:moveTo>
                    <a:pt x="18527" y="101112"/>
                  </a:moveTo>
                  <a:lnTo>
                    <a:pt x="28508" y="67408"/>
                  </a:lnTo>
                  <a:lnTo>
                    <a:pt x="0" y="101112"/>
                  </a:lnTo>
                  <a:close/>
                  <a:moveTo>
                    <a:pt x="28508" y="67408"/>
                  </a:moveTo>
                  <a:lnTo>
                    <a:pt x="0" y="67408"/>
                  </a:lnTo>
                  <a:lnTo>
                    <a:pt x="0" y="101112"/>
                  </a:lnTo>
                  <a:close/>
                  <a:moveTo>
                    <a:pt x="164162" y="94236"/>
                  </a:moveTo>
                  <a:lnTo>
                    <a:pt x="169051" y="101112"/>
                  </a:lnTo>
                  <a:lnTo>
                    <a:pt x="164162" y="67408"/>
                  </a:lnTo>
                  <a:close/>
                  <a:moveTo>
                    <a:pt x="28508" y="67408"/>
                  </a:moveTo>
                  <a:lnTo>
                    <a:pt x="41040" y="47628"/>
                  </a:lnTo>
                  <a:lnTo>
                    <a:pt x="0" y="67408"/>
                  </a:lnTo>
                  <a:close/>
                  <a:moveTo>
                    <a:pt x="0" y="67408"/>
                  </a:moveTo>
                  <a:lnTo>
                    <a:pt x="41040" y="4762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123121" y="59240"/>
                  </a:moveTo>
                  <a:lnTo>
                    <a:pt x="135169" y="67408"/>
                  </a:lnTo>
                  <a:lnTo>
                    <a:pt x="123121" y="33704"/>
                  </a:lnTo>
                  <a:close/>
                  <a:moveTo>
                    <a:pt x="123121" y="33704"/>
                  </a:moveTo>
                  <a:lnTo>
                    <a:pt x="135169" y="67408"/>
                  </a:lnTo>
                  <a:lnTo>
                    <a:pt x="164162" y="67408"/>
                  </a:lnTo>
                  <a:close/>
                  <a:moveTo>
                    <a:pt x="164162" y="94236"/>
                  </a:moveTo>
                  <a:lnTo>
                    <a:pt x="164162" y="67408"/>
                  </a:lnTo>
                  <a:lnTo>
                    <a:pt x="135169" y="67408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82081" y="33704"/>
                  </a:moveTo>
                  <a:lnTo>
                    <a:pt x="41040" y="33704"/>
                  </a:lnTo>
                  <a:lnTo>
                    <a:pt x="82081" y="43812"/>
                  </a:lnTo>
                  <a:close/>
                  <a:moveTo>
                    <a:pt x="41040" y="33704"/>
                  </a:moveTo>
                  <a:lnTo>
                    <a:pt x="41040" y="47628"/>
                  </a:lnTo>
                  <a:lnTo>
                    <a:pt x="82081" y="43812"/>
                  </a:lnTo>
                  <a:close/>
                  <a:moveTo>
                    <a:pt x="123121" y="33704"/>
                  </a:moveTo>
                  <a:lnTo>
                    <a:pt x="82081" y="33704"/>
                  </a:lnTo>
                  <a:lnTo>
                    <a:pt x="123121" y="59240"/>
                  </a:lnTo>
                  <a:close/>
                  <a:moveTo>
                    <a:pt x="82081" y="33704"/>
                  </a:moveTo>
                  <a:lnTo>
                    <a:pt x="82081" y="43812"/>
                  </a:lnTo>
                  <a:lnTo>
                    <a:pt x="123121" y="59240"/>
                  </a:lnTo>
                  <a:close/>
                  <a:moveTo>
                    <a:pt x="26226" y="202224"/>
                  </a:moveTo>
                  <a:lnTo>
                    <a:pt x="41040" y="214670"/>
                  </a:lnTo>
                  <a:lnTo>
                    <a:pt x="41040" y="202224"/>
                  </a:lnTo>
                  <a:close/>
                  <a:moveTo>
                    <a:pt x="15386" y="168520"/>
                  </a:moveTo>
                  <a:lnTo>
                    <a:pt x="41040" y="202224"/>
                  </a:lnTo>
                  <a:lnTo>
                    <a:pt x="41040" y="168520"/>
                  </a:lnTo>
                  <a:close/>
                  <a:moveTo>
                    <a:pt x="15386" y="168520"/>
                  </a:moveTo>
                  <a:lnTo>
                    <a:pt x="26226" y="202224"/>
                  </a:lnTo>
                  <a:lnTo>
                    <a:pt x="41040" y="202224"/>
                  </a:lnTo>
                  <a:close/>
                  <a:moveTo>
                    <a:pt x="82081" y="202224"/>
                  </a:moveTo>
                  <a:lnTo>
                    <a:pt x="41040" y="214670"/>
                  </a:lnTo>
                  <a:lnTo>
                    <a:pt x="82081" y="211153"/>
                  </a:lnTo>
                  <a:close/>
                  <a:moveTo>
                    <a:pt x="82081" y="202224"/>
                  </a:moveTo>
                  <a:lnTo>
                    <a:pt x="41040" y="202224"/>
                  </a:lnTo>
                  <a:lnTo>
                    <a:pt x="41040" y="214670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82081" y="202224"/>
                  </a:moveTo>
                  <a:lnTo>
                    <a:pt x="82081" y="211153"/>
                  </a:lnTo>
                  <a:lnTo>
                    <a:pt x="102421" y="202224"/>
                  </a:lnTo>
                  <a:close/>
                  <a:moveTo>
                    <a:pt x="123121" y="168520"/>
                  </a:moveTo>
                  <a:lnTo>
                    <a:pt x="102421" y="202224"/>
                  </a:lnTo>
                  <a:lnTo>
                    <a:pt x="123121" y="193041"/>
                  </a:lnTo>
                  <a:close/>
                  <a:moveTo>
                    <a:pt x="82081" y="202224"/>
                  </a:moveTo>
                  <a:lnTo>
                    <a:pt x="102421" y="202224"/>
                  </a:lnTo>
                  <a:lnTo>
                    <a:pt x="123121" y="168520"/>
                  </a:lnTo>
                  <a:close/>
                  <a:moveTo>
                    <a:pt x="14615" y="134816"/>
                  </a:moveTo>
                  <a:lnTo>
                    <a:pt x="41040" y="168520"/>
                  </a:lnTo>
                  <a:lnTo>
                    <a:pt x="41040" y="134816"/>
                  </a:lnTo>
                  <a:close/>
                  <a:moveTo>
                    <a:pt x="14615" y="134816"/>
                  </a:moveTo>
                  <a:lnTo>
                    <a:pt x="15386" y="168520"/>
                  </a:lnTo>
                  <a:lnTo>
                    <a:pt x="41040" y="168520"/>
                  </a:lnTo>
                  <a:close/>
                  <a:moveTo>
                    <a:pt x="123121" y="168520"/>
                  </a:moveTo>
                  <a:lnTo>
                    <a:pt x="123121" y="193041"/>
                  </a:lnTo>
                  <a:lnTo>
                    <a:pt x="155305" y="168520"/>
                  </a:lnTo>
                  <a:close/>
                  <a:moveTo>
                    <a:pt x="164162" y="134816"/>
                  </a:moveTo>
                  <a:lnTo>
                    <a:pt x="155305" y="168520"/>
                  </a:lnTo>
                  <a:lnTo>
                    <a:pt x="164162" y="155909"/>
                  </a:lnTo>
                  <a:close/>
                  <a:moveTo>
                    <a:pt x="123121" y="168520"/>
                  </a:moveTo>
                  <a:lnTo>
                    <a:pt x="155305" y="168520"/>
                  </a:lnTo>
                  <a:lnTo>
                    <a:pt x="164162" y="134816"/>
                  </a:lnTo>
                  <a:close/>
                  <a:moveTo>
                    <a:pt x="18527" y="101112"/>
                  </a:moveTo>
                  <a:lnTo>
                    <a:pt x="41040" y="134816"/>
                  </a:lnTo>
                  <a:lnTo>
                    <a:pt x="41040" y="101112"/>
                  </a:lnTo>
                  <a:close/>
                  <a:moveTo>
                    <a:pt x="18527" y="101112"/>
                  </a:moveTo>
                  <a:lnTo>
                    <a:pt x="14615" y="134816"/>
                  </a:lnTo>
                  <a:lnTo>
                    <a:pt x="41040" y="134816"/>
                  </a:lnTo>
                  <a:close/>
                  <a:moveTo>
                    <a:pt x="123121" y="134816"/>
                  </a:moveTo>
                  <a:lnTo>
                    <a:pt x="164162" y="134816"/>
                  </a:lnTo>
                  <a:lnTo>
                    <a:pt x="164162" y="101112"/>
                  </a:lnTo>
                  <a:close/>
                  <a:moveTo>
                    <a:pt x="164162" y="134816"/>
                  </a:moveTo>
                  <a:lnTo>
                    <a:pt x="164162" y="155909"/>
                  </a:lnTo>
                  <a:lnTo>
                    <a:pt x="173944" y="134816"/>
                  </a:lnTo>
                  <a:close/>
                  <a:moveTo>
                    <a:pt x="164162" y="101112"/>
                  </a:moveTo>
                  <a:lnTo>
                    <a:pt x="173944" y="134816"/>
                  </a:lnTo>
                  <a:lnTo>
                    <a:pt x="169051" y="101112"/>
                  </a:lnTo>
                  <a:close/>
                  <a:moveTo>
                    <a:pt x="164162" y="101112"/>
                  </a:moveTo>
                  <a:lnTo>
                    <a:pt x="164162" y="134816"/>
                  </a:lnTo>
                  <a:lnTo>
                    <a:pt x="173944" y="134816"/>
                  </a:lnTo>
                  <a:close/>
                  <a:moveTo>
                    <a:pt x="28508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28508" y="67408"/>
                  </a:moveTo>
                  <a:lnTo>
                    <a:pt x="18527" y="101112"/>
                  </a:lnTo>
                  <a:lnTo>
                    <a:pt x="41040" y="101112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23121" y="67408"/>
                  </a:moveTo>
                  <a:lnTo>
                    <a:pt x="164162" y="94236"/>
                  </a:lnTo>
                  <a:lnTo>
                    <a:pt x="135169" y="67408"/>
                  </a:lnTo>
                  <a:close/>
                  <a:moveTo>
                    <a:pt x="164162" y="101112"/>
                  </a:moveTo>
                  <a:lnTo>
                    <a:pt x="164162" y="94236"/>
                  </a:lnTo>
                  <a:lnTo>
                    <a:pt x="12312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23121" y="67408"/>
                  </a:lnTo>
                  <a:close/>
                  <a:moveTo>
                    <a:pt x="164162" y="101112"/>
                  </a:moveTo>
                  <a:lnTo>
                    <a:pt x="169051" y="101112"/>
                  </a:lnTo>
                  <a:lnTo>
                    <a:pt x="164162" y="94236"/>
                  </a:lnTo>
                  <a:close/>
                  <a:moveTo>
                    <a:pt x="41040" y="47628"/>
                  </a:moveTo>
                  <a:lnTo>
                    <a:pt x="28508" y="67408"/>
                  </a:lnTo>
                  <a:lnTo>
                    <a:pt x="41040" y="67408"/>
                  </a:lnTo>
                  <a:close/>
                  <a:moveTo>
                    <a:pt x="41040" y="67408"/>
                  </a:moveTo>
                  <a:lnTo>
                    <a:pt x="82081" y="43812"/>
                  </a:lnTo>
                  <a:lnTo>
                    <a:pt x="41040" y="4762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59240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59240"/>
                  </a:lnTo>
                  <a:close/>
                  <a:moveTo>
                    <a:pt x="123121" y="67408"/>
                  </a:moveTo>
                  <a:lnTo>
                    <a:pt x="135169" y="67408"/>
                  </a:lnTo>
                  <a:lnTo>
                    <a:pt x="123121" y="5924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3985" name="Candidate_B4__3984">
              <a:extLst>
                <a:ext uri="{FF2B5EF4-FFF2-40B4-BE49-F238E27FC236}">
                  <a16:creationId xmlns:a16="http://schemas.microsoft.com/office/drawing/2014/main" id="{F6E2E9EE-FFD5-5165-FA62-DE60A0CAB45B}"/>
                </a:ext>
              </a:extLst>
            </p:cNvPr>
            <p:cNvSpPr>
              <a:spLocks noGrp="1"/>
            </p:cNvSpPr>
            <p:nvPr/>
          </p:nvSpPr>
          <p:spPr>
            <a:xfrm>
              <a:off x="5726809" y="2233314"/>
              <a:ext cx="123121" cy="134816"/>
            </a:xfrm>
            <a:custGeom>
              <a:avLst/>
              <a:gdLst/>
              <a:ahLst/>
              <a:cxnLst/>
              <a:rect l="0" t="0" r="0" b="0"/>
              <a:pathLst>
                <a:path w="123121" h="134816">
                  <a:moveTo>
                    <a:pt x="41040" y="101112"/>
                  </a:moveTo>
                  <a:lnTo>
                    <a:pt x="41040" y="134816"/>
                  </a:lnTo>
                  <a:lnTo>
                    <a:pt x="82081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0" y="101112"/>
                  </a:moveTo>
                  <a:lnTo>
                    <a:pt x="41040" y="67408"/>
                  </a:lnTo>
                  <a:lnTo>
                    <a:pt x="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67408"/>
                  </a:moveTo>
                  <a:lnTo>
                    <a:pt x="82081" y="101112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sp>
        <p:nvSpPr>
          <p:cNvPr id="3986" name="label__3985">
            <a:extLst>
              <a:ext uri="{FF2B5EF4-FFF2-40B4-BE49-F238E27FC236}">
                <a16:creationId xmlns:a16="http://schemas.microsoft.com/office/drawing/2014/main" id="{55F4B71F-EA8E-4370-B025-F9225EA7A833}"/>
              </a:ext>
            </a:extLst>
          </p:cNvPr>
          <p:cNvSpPr>
            <a:spLocks noGrp="1"/>
          </p:cNvSpPr>
          <p:nvPr/>
        </p:nvSpPr>
        <p:spPr>
          <a:xfrm>
            <a:off x="5077007" y="1946234"/>
            <a:ext cx="96212" cy="714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B45D6E"/>
                </a:solidFill>
                <a:latin typeface="Arial"/>
                <a:ea typeface="Arial"/>
                <a:cs typeface="Arial"/>
              </a:defRPr>
            </a:pPr>
            <a:r>
              <a:rPr sz="416" b="1" dirty="0">
                <a:solidFill>
                  <a:srgbClr val="B45D6E"/>
                </a:solidFill>
                <a:latin typeface="Arial"/>
                <a:ea typeface="Arial"/>
                <a:cs typeface="Arial"/>
              </a:rPr>
              <a:t>B4</a:t>
            </a:r>
          </a:p>
        </p:txBody>
      </p:sp>
      <p:grpSp>
        <p:nvGrpSpPr>
          <p:cNvPr id="6221" name="Candidate_B5">
            <a:extLst>
              <a:ext uri="{FF2B5EF4-FFF2-40B4-BE49-F238E27FC236}">
                <a16:creationId xmlns:a16="http://schemas.microsoft.com/office/drawing/2014/main" id="{5E225C6D-7780-7299-6A46-43980B682069}"/>
              </a:ext>
            </a:extLst>
          </p:cNvPr>
          <p:cNvGrpSpPr/>
          <p:nvPr/>
        </p:nvGrpSpPr>
        <p:grpSpPr>
          <a:xfrm>
            <a:off x="4453161" y="2390459"/>
            <a:ext cx="120952" cy="140195"/>
            <a:chOff x="3990975" y="3519488"/>
            <a:chExt cx="419100" cy="485775"/>
          </a:xfrm>
        </p:grpSpPr>
        <p:sp>
          <p:nvSpPr>
            <p:cNvPr id="3987" name="Candidate_B5__3986">
              <a:extLst>
                <a:ext uri="{FF2B5EF4-FFF2-40B4-BE49-F238E27FC236}">
                  <a16:creationId xmlns:a16="http://schemas.microsoft.com/office/drawing/2014/main" id="{7B526E77-534C-34E6-3B86-D4A5D6C00D57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9100" cy="485775"/>
            </a:xfrm>
            <a:custGeom>
              <a:avLst/>
              <a:gdLst/>
              <a:ahLst/>
              <a:cxnLst/>
              <a:rect l="0" t="0" r="0" b="0"/>
              <a:pathLst>
                <a:path w="419100" h="485775">
                  <a:moveTo>
                    <a:pt x="61923" y="468222"/>
                  </a:moveTo>
                  <a:lnTo>
                    <a:pt x="67643" y="471243"/>
                  </a:lnTo>
                  <a:lnTo>
                    <a:pt x="67643" y="468222"/>
                  </a:lnTo>
                  <a:close/>
                  <a:moveTo>
                    <a:pt x="61923" y="468222"/>
                  </a:moveTo>
                  <a:lnTo>
                    <a:pt x="67643" y="468222"/>
                  </a:lnTo>
                  <a:lnTo>
                    <a:pt x="32832" y="449114"/>
                  </a:lnTo>
                  <a:close/>
                  <a:moveTo>
                    <a:pt x="102453" y="482127"/>
                  </a:moveTo>
                  <a:lnTo>
                    <a:pt x="102453" y="478335"/>
                  </a:lnTo>
                  <a:lnTo>
                    <a:pt x="67643" y="471243"/>
                  </a:lnTo>
                  <a:close/>
                  <a:moveTo>
                    <a:pt x="102453" y="482127"/>
                  </a:moveTo>
                  <a:lnTo>
                    <a:pt x="137264" y="485775"/>
                  </a:lnTo>
                  <a:lnTo>
                    <a:pt x="137264" y="482550"/>
                  </a:lnTo>
                  <a:close/>
                  <a:moveTo>
                    <a:pt x="137264" y="485775"/>
                  </a:moveTo>
                  <a:lnTo>
                    <a:pt x="172075" y="484575"/>
                  </a:lnTo>
                  <a:lnTo>
                    <a:pt x="172075" y="481795"/>
                  </a:lnTo>
                  <a:close/>
                  <a:moveTo>
                    <a:pt x="172075" y="484575"/>
                  </a:moveTo>
                  <a:lnTo>
                    <a:pt x="206885" y="479855"/>
                  </a:lnTo>
                  <a:lnTo>
                    <a:pt x="206885" y="477517"/>
                  </a:lnTo>
                  <a:close/>
                  <a:moveTo>
                    <a:pt x="206885" y="479855"/>
                  </a:moveTo>
                  <a:lnTo>
                    <a:pt x="241696" y="472207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1696" y="470337"/>
                  </a:lnTo>
                  <a:lnTo>
                    <a:pt x="241696" y="472207"/>
                  </a:lnTo>
                  <a:close/>
                  <a:moveTo>
                    <a:pt x="255234" y="468222"/>
                  </a:moveTo>
                  <a:lnTo>
                    <a:pt x="276507" y="462518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19788" y="436272"/>
                  </a:lnTo>
                  <a:lnTo>
                    <a:pt x="32832" y="449114"/>
                  </a:lnTo>
                  <a:close/>
                  <a:moveTo>
                    <a:pt x="2846" y="404322"/>
                  </a:moveTo>
                  <a:lnTo>
                    <a:pt x="19788" y="436272"/>
                  </a:lnTo>
                  <a:lnTo>
                    <a:pt x="25909" y="436272"/>
                  </a:lnTo>
                  <a:close/>
                  <a:moveTo>
                    <a:pt x="276507" y="462518"/>
                  </a:moveTo>
                  <a:lnTo>
                    <a:pt x="311317" y="449477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11317" y="448631"/>
                  </a:lnTo>
                  <a:lnTo>
                    <a:pt x="311317" y="449477"/>
                  </a:lnTo>
                  <a:close/>
                  <a:moveTo>
                    <a:pt x="335043" y="436272"/>
                  </a:moveTo>
                  <a:lnTo>
                    <a:pt x="346128" y="428946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2846" y="404322"/>
                  </a:lnTo>
                  <a:lnTo>
                    <a:pt x="7904" y="404322"/>
                  </a:lnTo>
                  <a:close/>
                  <a:moveTo>
                    <a:pt x="373275" y="404322"/>
                  </a:moveTo>
                  <a:lnTo>
                    <a:pt x="346128" y="428249"/>
                  </a:lnTo>
                  <a:lnTo>
                    <a:pt x="346128" y="428946"/>
                  </a:lnTo>
                  <a:close/>
                  <a:moveTo>
                    <a:pt x="373275" y="404322"/>
                  </a:moveTo>
                  <a:lnTo>
                    <a:pt x="380939" y="393448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0" y="372372"/>
                  </a:lnTo>
                  <a:lnTo>
                    <a:pt x="4789" y="372372"/>
                  </a:lnTo>
                  <a:close/>
                  <a:moveTo>
                    <a:pt x="394232" y="372372"/>
                  </a:moveTo>
                  <a:lnTo>
                    <a:pt x="380939" y="392152"/>
                  </a:lnTo>
                  <a:lnTo>
                    <a:pt x="380939" y="393448"/>
                  </a:lnTo>
                  <a:close/>
                  <a:moveTo>
                    <a:pt x="393174" y="372372"/>
                  </a:moveTo>
                  <a:lnTo>
                    <a:pt x="394232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32832" y="308589"/>
                  </a:lnTo>
                  <a:lnTo>
                    <a:pt x="9160" y="340422"/>
                  </a:lnTo>
                  <a:close/>
                  <a:moveTo>
                    <a:pt x="32832" y="308589"/>
                  </a:moveTo>
                  <a:lnTo>
                    <a:pt x="32832" y="315258"/>
                  </a:lnTo>
                  <a:lnTo>
                    <a:pt x="32934" y="308472"/>
                  </a:lnTo>
                  <a:close/>
                  <a:moveTo>
                    <a:pt x="403532" y="340422"/>
                  </a:moveTo>
                  <a:lnTo>
                    <a:pt x="405310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67643" y="278815"/>
                  </a:lnTo>
                  <a:lnTo>
                    <a:pt x="32934" y="308472"/>
                  </a:lnTo>
                  <a:close/>
                  <a:moveTo>
                    <a:pt x="67643" y="278815"/>
                  </a:moveTo>
                  <a:lnTo>
                    <a:pt x="67643" y="283233"/>
                  </a:lnTo>
                  <a:lnTo>
                    <a:pt x="70882" y="276522"/>
                  </a:lnTo>
                  <a:close/>
                  <a:moveTo>
                    <a:pt x="408313" y="308472"/>
                  </a:moveTo>
                  <a:lnTo>
                    <a:pt x="411366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102453" y="247729"/>
                  </a:lnTo>
                  <a:lnTo>
                    <a:pt x="70882" y="276522"/>
                  </a:lnTo>
                  <a:close/>
                  <a:moveTo>
                    <a:pt x="102453" y="247729"/>
                  </a:moveTo>
                  <a:lnTo>
                    <a:pt x="102453" y="252510"/>
                  </a:lnTo>
                  <a:lnTo>
                    <a:pt x="105736" y="244572"/>
                  </a:lnTo>
                  <a:close/>
                  <a:moveTo>
                    <a:pt x="415749" y="274770"/>
                  </a:moveTo>
                  <a:lnTo>
                    <a:pt x="415749" y="244572"/>
                  </a:lnTo>
                  <a:lnTo>
                    <a:pt x="415581" y="276522"/>
                  </a:lnTo>
                  <a:close/>
                  <a:moveTo>
                    <a:pt x="113848" y="212622"/>
                  </a:moveTo>
                  <a:lnTo>
                    <a:pt x="105736" y="244572"/>
                  </a:lnTo>
                  <a:lnTo>
                    <a:pt x="110650" y="244572"/>
                  </a:lnTo>
                  <a:close/>
                  <a:moveTo>
                    <a:pt x="415749" y="244572"/>
                  </a:moveTo>
                  <a:lnTo>
                    <a:pt x="415749" y="274770"/>
                  </a:lnTo>
                  <a:lnTo>
                    <a:pt x="419100" y="244572"/>
                  </a:lnTo>
                  <a:close/>
                  <a:moveTo>
                    <a:pt x="415749" y="212622"/>
                  </a:moveTo>
                  <a:lnTo>
                    <a:pt x="419100" y="244572"/>
                  </a:lnTo>
                  <a:lnTo>
                    <a:pt x="419014" y="212622"/>
                  </a:lnTo>
                  <a:close/>
                  <a:moveTo>
                    <a:pt x="415749" y="212622"/>
                  </a:moveTo>
                  <a:lnTo>
                    <a:pt x="415749" y="244572"/>
                  </a:lnTo>
                  <a:lnTo>
                    <a:pt x="419100" y="244572"/>
                  </a:lnTo>
                  <a:close/>
                  <a:moveTo>
                    <a:pt x="113848" y="212622"/>
                  </a:moveTo>
                  <a:lnTo>
                    <a:pt x="117238" y="212622"/>
                  </a:lnTo>
                  <a:lnTo>
                    <a:pt x="102453" y="190231"/>
                  </a:lnTo>
                  <a:close/>
                  <a:moveTo>
                    <a:pt x="415749" y="212622"/>
                  </a:moveTo>
                  <a:lnTo>
                    <a:pt x="419014" y="212622"/>
                  </a:lnTo>
                  <a:lnTo>
                    <a:pt x="415749" y="197511"/>
                  </a:lnTo>
                  <a:close/>
                  <a:moveTo>
                    <a:pt x="415749" y="212622"/>
                  </a:moveTo>
                  <a:lnTo>
                    <a:pt x="415749" y="197511"/>
                  </a:lnTo>
                  <a:lnTo>
                    <a:pt x="410597" y="212622"/>
                  </a:lnTo>
                  <a:close/>
                  <a:moveTo>
                    <a:pt x="410597" y="212622"/>
                  </a:moveTo>
                  <a:lnTo>
                    <a:pt x="415749" y="197511"/>
                  </a:lnTo>
                  <a:lnTo>
                    <a:pt x="412454" y="180672"/>
                  </a:lnTo>
                  <a:close/>
                  <a:moveTo>
                    <a:pt x="97455" y="180672"/>
                  </a:moveTo>
                  <a:lnTo>
                    <a:pt x="97414" y="180672"/>
                  </a:lnTo>
                  <a:lnTo>
                    <a:pt x="102453" y="190231"/>
                  </a:lnTo>
                  <a:close/>
                  <a:moveTo>
                    <a:pt x="70911" y="148722"/>
                  </a:moveTo>
                  <a:lnTo>
                    <a:pt x="97414" y="180672"/>
                  </a:lnTo>
                  <a:lnTo>
                    <a:pt x="97455" y="180672"/>
                  </a:lnTo>
                  <a:close/>
                  <a:moveTo>
                    <a:pt x="403000" y="180672"/>
                  </a:moveTo>
                  <a:lnTo>
                    <a:pt x="412454" y="180672"/>
                  </a:lnTo>
                  <a:lnTo>
                    <a:pt x="396391" y="148722"/>
                  </a:lnTo>
                  <a:close/>
                  <a:moveTo>
                    <a:pt x="70911" y="148722"/>
                  </a:moveTo>
                  <a:lnTo>
                    <a:pt x="68731" y="148722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4748" y="148722"/>
                  </a:lnTo>
                  <a:lnTo>
                    <a:pt x="396391" y="148722"/>
                  </a:lnTo>
                  <a:close/>
                  <a:moveTo>
                    <a:pt x="380939" y="131476"/>
                  </a:moveTo>
                  <a:lnTo>
                    <a:pt x="364289" y="116771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52109" y="116771"/>
                  </a:lnTo>
                  <a:lnTo>
                    <a:pt x="67643" y="143747"/>
                  </a:lnTo>
                  <a:close/>
                  <a:moveTo>
                    <a:pt x="46626" y="84821"/>
                  </a:moveTo>
                  <a:lnTo>
                    <a:pt x="52109" y="116771"/>
                  </a:lnTo>
                  <a:lnTo>
                    <a:pt x="49511" y="116771"/>
                  </a:lnTo>
                  <a:close/>
                  <a:moveTo>
                    <a:pt x="346128" y="103523"/>
                  </a:moveTo>
                  <a:lnTo>
                    <a:pt x="351036" y="116771"/>
                  </a:lnTo>
                  <a:lnTo>
                    <a:pt x="364289" y="116771"/>
                  </a:lnTo>
                  <a:close/>
                  <a:moveTo>
                    <a:pt x="314401" y="84821"/>
                  </a:moveTo>
                  <a:lnTo>
                    <a:pt x="311317" y="84821"/>
                  </a:lnTo>
                  <a:lnTo>
                    <a:pt x="346128" y="103523"/>
                  </a:lnTo>
                  <a:close/>
                  <a:moveTo>
                    <a:pt x="346128" y="103523"/>
                  </a:moveTo>
                  <a:lnTo>
                    <a:pt x="311317" y="84821"/>
                  </a:lnTo>
                  <a:lnTo>
                    <a:pt x="311317" y="89264"/>
                  </a:lnTo>
                  <a:close/>
                  <a:moveTo>
                    <a:pt x="55182" y="52871"/>
                  </a:moveTo>
                  <a:lnTo>
                    <a:pt x="46626" y="84821"/>
                  </a:lnTo>
                  <a:lnTo>
                    <a:pt x="43898" y="84821"/>
                  </a:lnTo>
                  <a:close/>
                  <a:moveTo>
                    <a:pt x="276507" y="59897"/>
                  </a:moveTo>
                  <a:lnTo>
                    <a:pt x="266739" y="52871"/>
                  </a:lnTo>
                  <a:lnTo>
                    <a:pt x="264971" y="52871"/>
                  </a:lnTo>
                  <a:close/>
                  <a:moveTo>
                    <a:pt x="311317" y="82833"/>
                  </a:moveTo>
                  <a:lnTo>
                    <a:pt x="304987" y="84821"/>
                  </a:lnTo>
                  <a:lnTo>
                    <a:pt x="311317" y="84821"/>
                  </a:lnTo>
                  <a:close/>
                  <a:moveTo>
                    <a:pt x="276507" y="59897"/>
                  </a:moveTo>
                  <a:lnTo>
                    <a:pt x="276507" y="62750"/>
                  </a:lnTo>
                  <a:lnTo>
                    <a:pt x="311317" y="82833"/>
                  </a:lnTo>
                  <a:close/>
                  <a:moveTo>
                    <a:pt x="311317" y="84821"/>
                  </a:moveTo>
                  <a:lnTo>
                    <a:pt x="314401" y="84821"/>
                  </a:lnTo>
                  <a:lnTo>
                    <a:pt x="311317" y="82833"/>
                  </a:lnTo>
                  <a:close/>
                  <a:moveTo>
                    <a:pt x="67643" y="32656"/>
                  </a:moveTo>
                  <a:lnTo>
                    <a:pt x="67643" y="36731"/>
                  </a:lnTo>
                  <a:lnTo>
                    <a:pt x="55182" y="52871"/>
                  </a:lnTo>
                  <a:close/>
                  <a:moveTo>
                    <a:pt x="67643" y="36731"/>
                  </a:moveTo>
                  <a:lnTo>
                    <a:pt x="67643" y="32656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64971" y="52871"/>
                  </a:lnTo>
                  <a:lnTo>
                    <a:pt x="266739" y="52871"/>
                  </a:lnTo>
                  <a:close/>
                  <a:moveTo>
                    <a:pt x="241696" y="34655"/>
                  </a:moveTo>
                  <a:lnTo>
                    <a:pt x="218658" y="20921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102453" y="11064"/>
                  </a:lnTo>
                  <a:lnTo>
                    <a:pt x="85581" y="20921"/>
                  </a:lnTo>
                  <a:close/>
                  <a:moveTo>
                    <a:pt x="137264" y="0"/>
                  </a:moveTo>
                  <a:lnTo>
                    <a:pt x="137264" y="2284"/>
                  </a:lnTo>
                  <a:lnTo>
                    <a:pt x="102453" y="11064"/>
                  </a:lnTo>
                  <a:close/>
                  <a:moveTo>
                    <a:pt x="172075" y="1533"/>
                  </a:moveTo>
                  <a:lnTo>
                    <a:pt x="172075" y="3633"/>
                  </a:lnTo>
                  <a:lnTo>
                    <a:pt x="137264" y="2284"/>
                  </a:lnTo>
                  <a:close/>
                  <a:moveTo>
                    <a:pt x="206885" y="12603"/>
                  </a:moveTo>
                  <a:lnTo>
                    <a:pt x="206885" y="14463"/>
                  </a:lnTo>
                  <a:lnTo>
                    <a:pt x="172075" y="3633"/>
                  </a:lnTo>
                  <a:close/>
                  <a:moveTo>
                    <a:pt x="206885" y="14463"/>
                  </a:moveTo>
                  <a:lnTo>
                    <a:pt x="221406" y="20921"/>
                  </a:lnTo>
                  <a:lnTo>
                    <a:pt x="218658" y="20921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3988" name="Candidate_B5__3987">
              <a:extLst>
                <a:ext uri="{FF2B5EF4-FFF2-40B4-BE49-F238E27FC236}">
                  <a16:creationId xmlns:a16="http://schemas.microsoft.com/office/drawing/2014/main" id="{9921AC66-A12D-51A9-E2A5-7423BC66DD42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5749" cy="485775"/>
            </a:xfrm>
            <a:custGeom>
              <a:avLst/>
              <a:gdLst/>
              <a:ahLst/>
              <a:cxnLst/>
              <a:rect l="0" t="0" r="0" b="0"/>
              <a:pathLst>
                <a:path w="415749" h="485775">
                  <a:moveTo>
                    <a:pt x="32832" y="449114"/>
                  </a:moveTo>
                  <a:lnTo>
                    <a:pt x="67643" y="468222"/>
                  </a:lnTo>
                  <a:lnTo>
                    <a:pt x="67643" y="466634"/>
                  </a:lnTo>
                  <a:close/>
                  <a:moveTo>
                    <a:pt x="32832" y="449114"/>
                  </a:moveTo>
                  <a:lnTo>
                    <a:pt x="67643" y="466634"/>
                  </a:lnTo>
                  <a:lnTo>
                    <a:pt x="32832" y="443102"/>
                  </a:lnTo>
                  <a:close/>
                  <a:moveTo>
                    <a:pt x="67643" y="471243"/>
                  </a:moveTo>
                  <a:lnTo>
                    <a:pt x="71934" y="468222"/>
                  </a:lnTo>
                  <a:lnTo>
                    <a:pt x="67643" y="468222"/>
                  </a:lnTo>
                  <a:close/>
                  <a:moveTo>
                    <a:pt x="102453" y="478335"/>
                  </a:moveTo>
                  <a:lnTo>
                    <a:pt x="71934" y="468222"/>
                  </a:lnTo>
                  <a:lnTo>
                    <a:pt x="67643" y="471243"/>
                  </a:lnTo>
                  <a:close/>
                  <a:moveTo>
                    <a:pt x="67643" y="468222"/>
                  </a:moveTo>
                  <a:lnTo>
                    <a:pt x="71934" y="468222"/>
                  </a:lnTo>
                  <a:lnTo>
                    <a:pt x="67643" y="466634"/>
                  </a:lnTo>
                  <a:close/>
                  <a:moveTo>
                    <a:pt x="102453" y="478335"/>
                  </a:moveTo>
                  <a:lnTo>
                    <a:pt x="102453" y="482127"/>
                  </a:lnTo>
                  <a:lnTo>
                    <a:pt x="137264" y="482550"/>
                  </a:lnTo>
                  <a:close/>
                  <a:moveTo>
                    <a:pt x="137264" y="482550"/>
                  </a:moveTo>
                  <a:lnTo>
                    <a:pt x="137264" y="485775"/>
                  </a:lnTo>
                  <a:lnTo>
                    <a:pt x="172075" y="481795"/>
                  </a:lnTo>
                  <a:close/>
                  <a:moveTo>
                    <a:pt x="172075" y="481795"/>
                  </a:moveTo>
                  <a:lnTo>
                    <a:pt x="172075" y="484575"/>
                  </a:lnTo>
                  <a:lnTo>
                    <a:pt x="206885" y="477517"/>
                  </a:lnTo>
                  <a:close/>
                  <a:moveTo>
                    <a:pt x="206885" y="477517"/>
                  </a:moveTo>
                  <a:lnTo>
                    <a:pt x="206885" y="479855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9292" y="468222"/>
                  </a:lnTo>
                  <a:lnTo>
                    <a:pt x="241696" y="470337"/>
                  </a:lnTo>
                  <a:close/>
                  <a:moveTo>
                    <a:pt x="249292" y="468222"/>
                  </a:moveTo>
                  <a:lnTo>
                    <a:pt x="255234" y="468222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32832" y="449114"/>
                  </a:lnTo>
                  <a:lnTo>
                    <a:pt x="32832" y="443102"/>
                  </a:lnTo>
                  <a:close/>
                  <a:moveTo>
                    <a:pt x="2846" y="404322"/>
                  </a:moveTo>
                  <a:lnTo>
                    <a:pt x="25909" y="436272"/>
                  </a:lnTo>
                  <a:lnTo>
                    <a:pt x="7904" y="404322"/>
                  </a:lnTo>
                  <a:close/>
                  <a:moveTo>
                    <a:pt x="276507" y="461378"/>
                  </a:moveTo>
                  <a:lnTo>
                    <a:pt x="276507" y="462518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33842" y="436272"/>
                  </a:lnTo>
                  <a:lnTo>
                    <a:pt x="311317" y="448631"/>
                  </a:lnTo>
                  <a:close/>
                  <a:moveTo>
                    <a:pt x="333842" y="436272"/>
                  </a:moveTo>
                  <a:lnTo>
                    <a:pt x="335043" y="436272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7904" y="404322"/>
                  </a:lnTo>
                  <a:lnTo>
                    <a:pt x="4789" y="372372"/>
                  </a:lnTo>
                  <a:close/>
                  <a:moveTo>
                    <a:pt x="373275" y="404322"/>
                  </a:moveTo>
                  <a:lnTo>
                    <a:pt x="372525" y="404322"/>
                  </a:lnTo>
                  <a:lnTo>
                    <a:pt x="346128" y="428249"/>
                  </a:lnTo>
                  <a:close/>
                  <a:moveTo>
                    <a:pt x="372525" y="404322"/>
                  </a:moveTo>
                  <a:lnTo>
                    <a:pt x="373275" y="404322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4789" y="372372"/>
                  </a:lnTo>
                  <a:lnTo>
                    <a:pt x="14299" y="340422"/>
                  </a:lnTo>
                  <a:close/>
                  <a:moveTo>
                    <a:pt x="394232" y="372372"/>
                  </a:moveTo>
                  <a:lnTo>
                    <a:pt x="393174" y="372372"/>
                  </a:lnTo>
                  <a:lnTo>
                    <a:pt x="380939" y="392152"/>
                  </a:lnTo>
                  <a:close/>
                  <a:moveTo>
                    <a:pt x="403532" y="340422"/>
                  </a:moveTo>
                  <a:lnTo>
                    <a:pt x="393174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9160" y="340422"/>
                  </a:lnTo>
                  <a:lnTo>
                    <a:pt x="14299" y="340422"/>
                  </a:lnTo>
                  <a:close/>
                  <a:moveTo>
                    <a:pt x="32832" y="315258"/>
                  </a:moveTo>
                  <a:lnTo>
                    <a:pt x="38637" y="308472"/>
                  </a:lnTo>
                  <a:lnTo>
                    <a:pt x="32934" y="308472"/>
                  </a:lnTo>
                  <a:close/>
                  <a:moveTo>
                    <a:pt x="408313" y="308472"/>
                  </a:moveTo>
                  <a:lnTo>
                    <a:pt x="403532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32934" y="308472"/>
                  </a:lnTo>
                  <a:lnTo>
                    <a:pt x="38637" y="308472"/>
                  </a:lnTo>
                  <a:close/>
                  <a:moveTo>
                    <a:pt x="67643" y="283233"/>
                  </a:moveTo>
                  <a:lnTo>
                    <a:pt x="76913" y="276522"/>
                  </a:lnTo>
                  <a:lnTo>
                    <a:pt x="70882" y="276522"/>
                  </a:lnTo>
                  <a:close/>
                  <a:moveTo>
                    <a:pt x="410835" y="276522"/>
                  </a:moveTo>
                  <a:lnTo>
                    <a:pt x="408313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70882" y="276522"/>
                  </a:lnTo>
                  <a:lnTo>
                    <a:pt x="76913" y="276522"/>
                  </a:lnTo>
                  <a:close/>
                  <a:moveTo>
                    <a:pt x="102453" y="252510"/>
                  </a:moveTo>
                  <a:lnTo>
                    <a:pt x="110650" y="244572"/>
                  </a:lnTo>
                  <a:lnTo>
                    <a:pt x="105736" y="244572"/>
                  </a:lnTo>
                  <a:close/>
                  <a:moveTo>
                    <a:pt x="415581" y="276522"/>
                  </a:moveTo>
                  <a:lnTo>
                    <a:pt x="415749" y="244572"/>
                  </a:lnTo>
                  <a:lnTo>
                    <a:pt x="412124" y="244572"/>
                  </a:lnTo>
                  <a:close/>
                  <a:moveTo>
                    <a:pt x="415581" y="276522"/>
                  </a:moveTo>
                  <a:lnTo>
                    <a:pt x="412124" y="244572"/>
                  </a:lnTo>
                  <a:lnTo>
                    <a:pt x="410835" y="276522"/>
                  </a:lnTo>
                  <a:close/>
                  <a:moveTo>
                    <a:pt x="113848" y="212622"/>
                  </a:moveTo>
                  <a:lnTo>
                    <a:pt x="110650" y="244572"/>
                  </a:lnTo>
                  <a:lnTo>
                    <a:pt x="117238" y="212622"/>
                  </a:lnTo>
                  <a:close/>
                  <a:moveTo>
                    <a:pt x="415749" y="244572"/>
                  </a:moveTo>
                  <a:lnTo>
                    <a:pt x="415749" y="212622"/>
                  </a:lnTo>
                  <a:lnTo>
                    <a:pt x="412124" y="244572"/>
                  </a:lnTo>
                  <a:close/>
                  <a:moveTo>
                    <a:pt x="415749" y="212622"/>
                  </a:moveTo>
                  <a:lnTo>
                    <a:pt x="410597" y="212622"/>
                  </a:lnTo>
                  <a:lnTo>
                    <a:pt x="412124" y="244572"/>
                  </a:lnTo>
                  <a:close/>
                  <a:moveTo>
                    <a:pt x="117238" y="212622"/>
                  </a:moveTo>
                  <a:lnTo>
                    <a:pt x="102453" y="188825"/>
                  </a:lnTo>
                  <a:lnTo>
                    <a:pt x="102453" y="190231"/>
                  </a:lnTo>
                  <a:close/>
                  <a:moveTo>
                    <a:pt x="410597" y="212622"/>
                  </a:moveTo>
                  <a:lnTo>
                    <a:pt x="412454" y="180672"/>
                  </a:lnTo>
                  <a:lnTo>
                    <a:pt x="403000" y="180672"/>
                  </a:lnTo>
                  <a:close/>
                  <a:moveTo>
                    <a:pt x="97455" y="180672"/>
                  </a:moveTo>
                  <a:lnTo>
                    <a:pt x="102453" y="190231"/>
                  </a:lnTo>
                  <a:lnTo>
                    <a:pt x="102453" y="188825"/>
                  </a:lnTo>
                  <a:close/>
                  <a:moveTo>
                    <a:pt x="70911" y="148722"/>
                  </a:moveTo>
                  <a:lnTo>
                    <a:pt x="97455" y="180672"/>
                  </a:lnTo>
                  <a:lnTo>
                    <a:pt x="68731" y="148722"/>
                  </a:lnTo>
                  <a:close/>
                  <a:moveTo>
                    <a:pt x="384748" y="148722"/>
                  </a:moveTo>
                  <a:lnTo>
                    <a:pt x="403000" y="180672"/>
                  </a:lnTo>
                  <a:lnTo>
                    <a:pt x="396391" y="148722"/>
                  </a:lnTo>
                  <a:close/>
                  <a:moveTo>
                    <a:pt x="68731" y="148722"/>
                  </a:moveTo>
                  <a:lnTo>
                    <a:pt x="67643" y="147171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0939" y="144420"/>
                  </a:lnTo>
                  <a:lnTo>
                    <a:pt x="384748" y="148722"/>
                  </a:lnTo>
                  <a:close/>
                  <a:moveTo>
                    <a:pt x="380939" y="144420"/>
                  </a:moveTo>
                  <a:lnTo>
                    <a:pt x="380939" y="131476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67643" y="143747"/>
                  </a:lnTo>
                  <a:lnTo>
                    <a:pt x="67643" y="147171"/>
                  </a:lnTo>
                  <a:close/>
                  <a:moveTo>
                    <a:pt x="46626" y="84821"/>
                  </a:moveTo>
                  <a:lnTo>
                    <a:pt x="49511" y="116771"/>
                  </a:lnTo>
                  <a:lnTo>
                    <a:pt x="43898" y="84821"/>
                  </a:lnTo>
                  <a:close/>
                  <a:moveTo>
                    <a:pt x="346128" y="103523"/>
                  </a:moveTo>
                  <a:lnTo>
                    <a:pt x="346128" y="112987"/>
                  </a:lnTo>
                  <a:lnTo>
                    <a:pt x="351036" y="116771"/>
                  </a:lnTo>
                  <a:close/>
                  <a:moveTo>
                    <a:pt x="346128" y="103523"/>
                  </a:moveTo>
                  <a:lnTo>
                    <a:pt x="311317" y="89264"/>
                  </a:lnTo>
                  <a:lnTo>
                    <a:pt x="346128" y="112987"/>
                  </a:lnTo>
                  <a:close/>
                  <a:moveTo>
                    <a:pt x="55182" y="52871"/>
                  </a:moveTo>
                  <a:lnTo>
                    <a:pt x="43898" y="84821"/>
                  </a:lnTo>
                  <a:lnTo>
                    <a:pt x="52053" y="52871"/>
                  </a:lnTo>
                  <a:close/>
                  <a:moveTo>
                    <a:pt x="276507" y="62750"/>
                  </a:moveTo>
                  <a:lnTo>
                    <a:pt x="276507" y="59897"/>
                  </a:lnTo>
                  <a:lnTo>
                    <a:pt x="264971" y="52871"/>
                  </a:lnTo>
                  <a:close/>
                  <a:moveTo>
                    <a:pt x="276507" y="62750"/>
                  </a:moveTo>
                  <a:lnTo>
                    <a:pt x="304987" y="84821"/>
                  </a:lnTo>
                  <a:lnTo>
                    <a:pt x="311317" y="82833"/>
                  </a:lnTo>
                  <a:close/>
                  <a:moveTo>
                    <a:pt x="311317" y="89264"/>
                  </a:moveTo>
                  <a:lnTo>
                    <a:pt x="311317" y="84821"/>
                  </a:lnTo>
                  <a:lnTo>
                    <a:pt x="304987" y="84821"/>
                  </a:lnTo>
                  <a:close/>
                  <a:moveTo>
                    <a:pt x="67643" y="32656"/>
                  </a:moveTo>
                  <a:lnTo>
                    <a:pt x="55182" y="52871"/>
                  </a:lnTo>
                  <a:lnTo>
                    <a:pt x="52053" y="52871"/>
                  </a:lnTo>
                  <a:close/>
                  <a:moveTo>
                    <a:pt x="67643" y="32656"/>
                  </a:moveTo>
                  <a:lnTo>
                    <a:pt x="80963" y="20921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41696" y="34178"/>
                  </a:lnTo>
                  <a:lnTo>
                    <a:pt x="264971" y="52871"/>
                  </a:lnTo>
                  <a:close/>
                  <a:moveTo>
                    <a:pt x="241696" y="34178"/>
                  </a:moveTo>
                  <a:lnTo>
                    <a:pt x="241696" y="34655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85581" y="20921"/>
                  </a:lnTo>
                  <a:lnTo>
                    <a:pt x="80963" y="20921"/>
                  </a:lnTo>
                  <a:close/>
                  <a:moveTo>
                    <a:pt x="137264" y="0"/>
                  </a:moveTo>
                  <a:lnTo>
                    <a:pt x="102453" y="11064"/>
                  </a:lnTo>
                  <a:lnTo>
                    <a:pt x="102453" y="8387"/>
                  </a:lnTo>
                  <a:close/>
                  <a:moveTo>
                    <a:pt x="172075" y="1533"/>
                  </a:moveTo>
                  <a:lnTo>
                    <a:pt x="137264" y="2284"/>
                  </a:lnTo>
                  <a:lnTo>
                    <a:pt x="137264" y="0"/>
                  </a:lnTo>
                  <a:close/>
                  <a:moveTo>
                    <a:pt x="206885" y="12603"/>
                  </a:moveTo>
                  <a:lnTo>
                    <a:pt x="172075" y="3633"/>
                  </a:lnTo>
                  <a:lnTo>
                    <a:pt x="172075" y="1533"/>
                  </a:lnTo>
                  <a:close/>
                  <a:moveTo>
                    <a:pt x="206885" y="14463"/>
                  </a:moveTo>
                  <a:lnTo>
                    <a:pt x="206885" y="12603"/>
                  </a:lnTo>
                  <a:lnTo>
                    <a:pt x="221406" y="20921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3989" name="Candidate_B5__3988">
              <a:extLst>
                <a:ext uri="{FF2B5EF4-FFF2-40B4-BE49-F238E27FC236}">
                  <a16:creationId xmlns:a16="http://schemas.microsoft.com/office/drawing/2014/main" id="{C1B4FAF2-6EF5-C351-1417-222D8E77391C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7145" y="468222"/>
                  </a:moveTo>
                  <a:lnTo>
                    <a:pt x="97665" y="478335"/>
                  </a:lnTo>
                  <a:lnTo>
                    <a:pt x="97665" y="468222"/>
                  </a:lnTo>
                  <a:close/>
                  <a:moveTo>
                    <a:pt x="67145" y="468222"/>
                  </a:moveTo>
                  <a:lnTo>
                    <a:pt x="97665" y="468222"/>
                  </a:lnTo>
                  <a:lnTo>
                    <a:pt x="62854" y="466634"/>
                  </a:lnTo>
                  <a:close/>
                  <a:moveTo>
                    <a:pt x="132476" y="482550"/>
                  </a:moveTo>
                  <a:lnTo>
                    <a:pt x="132476" y="470164"/>
                  </a:lnTo>
                  <a:lnTo>
                    <a:pt x="97665" y="478335"/>
                  </a:lnTo>
                  <a:close/>
                  <a:moveTo>
                    <a:pt x="132476" y="482550"/>
                  </a:moveTo>
                  <a:lnTo>
                    <a:pt x="167286" y="481795"/>
                  </a:lnTo>
                  <a:lnTo>
                    <a:pt x="167286" y="470167"/>
                  </a:lnTo>
                  <a:close/>
                  <a:moveTo>
                    <a:pt x="167286" y="481795"/>
                  </a:moveTo>
                  <a:lnTo>
                    <a:pt x="202097" y="477517"/>
                  </a:lnTo>
                  <a:lnTo>
                    <a:pt x="167286" y="470167"/>
                  </a:lnTo>
                  <a:close/>
                  <a:moveTo>
                    <a:pt x="236907" y="468222"/>
                  </a:moveTo>
                  <a:lnTo>
                    <a:pt x="202097" y="477517"/>
                  </a:lnTo>
                  <a:lnTo>
                    <a:pt x="236907" y="470337"/>
                  </a:lnTo>
                  <a:close/>
                  <a:moveTo>
                    <a:pt x="236907" y="468222"/>
                  </a:moveTo>
                  <a:lnTo>
                    <a:pt x="202097" y="468222"/>
                  </a:lnTo>
                  <a:lnTo>
                    <a:pt x="202097" y="477517"/>
                  </a:lnTo>
                  <a:close/>
                  <a:moveTo>
                    <a:pt x="236907" y="468222"/>
                  </a:moveTo>
                  <a:lnTo>
                    <a:pt x="236907" y="470337"/>
                  </a:lnTo>
                  <a:lnTo>
                    <a:pt x="244503" y="468222"/>
                  </a:lnTo>
                  <a:close/>
                  <a:moveTo>
                    <a:pt x="236907" y="460664"/>
                  </a:moveTo>
                  <a:lnTo>
                    <a:pt x="244503" y="468222"/>
                  </a:lnTo>
                  <a:lnTo>
                    <a:pt x="271718" y="461378"/>
                  </a:lnTo>
                  <a:close/>
                  <a:moveTo>
                    <a:pt x="21121" y="436272"/>
                  </a:moveTo>
                  <a:lnTo>
                    <a:pt x="28044" y="443102"/>
                  </a:lnTo>
                  <a:lnTo>
                    <a:pt x="28044" y="436272"/>
                  </a:lnTo>
                  <a:close/>
                  <a:moveTo>
                    <a:pt x="3115" y="404322"/>
                  </a:moveTo>
                  <a:lnTo>
                    <a:pt x="21121" y="436272"/>
                  </a:lnTo>
                  <a:lnTo>
                    <a:pt x="20620" y="404322"/>
                  </a:lnTo>
                  <a:close/>
                  <a:moveTo>
                    <a:pt x="62854" y="466634"/>
                  </a:moveTo>
                  <a:lnTo>
                    <a:pt x="62854" y="450807"/>
                  </a:lnTo>
                  <a:lnTo>
                    <a:pt x="28044" y="443102"/>
                  </a:lnTo>
                  <a:close/>
                  <a:moveTo>
                    <a:pt x="271718" y="461378"/>
                  </a:moveTo>
                  <a:lnTo>
                    <a:pt x="306529" y="448631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06529" y="438293"/>
                  </a:lnTo>
                  <a:lnTo>
                    <a:pt x="306529" y="448631"/>
                  </a:lnTo>
                  <a:close/>
                  <a:moveTo>
                    <a:pt x="329054" y="436272"/>
                  </a:moveTo>
                  <a:lnTo>
                    <a:pt x="341339" y="428249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3115" y="404322"/>
                  </a:lnTo>
                  <a:lnTo>
                    <a:pt x="20620" y="404322"/>
                  </a:lnTo>
                  <a:close/>
                  <a:moveTo>
                    <a:pt x="367737" y="404322"/>
                  </a:moveTo>
                  <a:lnTo>
                    <a:pt x="341339" y="416273"/>
                  </a:lnTo>
                  <a:lnTo>
                    <a:pt x="341339" y="428249"/>
                  </a:lnTo>
                  <a:close/>
                  <a:moveTo>
                    <a:pt x="367737" y="404322"/>
                  </a:moveTo>
                  <a:lnTo>
                    <a:pt x="376150" y="39215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0" y="372372"/>
                  </a:lnTo>
                  <a:lnTo>
                    <a:pt x="16593" y="372372"/>
                  </a:lnTo>
                  <a:close/>
                  <a:moveTo>
                    <a:pt x="388385" y="372372"/>
                  </a:moveTo>
                  <a:lnTo>
                    <a:pt x="376150" y="372437"/>
                  </a:lnTo>
                  <a:lnTo>
                    <a:pt x="376150" y="392152"/>
                  </a:lnTo>
                  <a:close/>
                  <a:moveTo>
                    <a:pt x="376190" y="372372"/>
                  </a:moveTo>
                  <a:lnTo>
                    <a:pt x="388385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28044" y="315258"/>
                  </a:lnTo>
                  <a:lnTo>
                    <a:pt x="9510" y="340422"/>
                  </a:lnTo>
                  <a:close/>
                  <a:moveTo>
                    <a:pt x="28044" y="315258"/>
                  </a:moveTo>
                  <a:lnTo>
                    <a:pt x="28044" y="339716"/>
                  </a:lnTo>
                  <a:lnTo>
                    <a:pt x="33849" y="308472"/>
                  </a:lnTo>
                  <a:close/>
                  <a:moveTo>
                    <a:pt x="386826" y="340422"/>
                  </a:moveTo>
                  <a:lnTo>
                    <a:pt x="398743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62854" y="283233"/>
                  </a:lnTo>
                  <a:lnTo>
                    <a:pt x="33849" y="308472"/>
                  </a:lnTo>
                  <a:close/>
                  <a:moveTo>
                    <a:pt x="62854" y="283233"/>
                  </a:moveTo>
                  <a:lnTo>
                    <a:pt x="62854" y="300789"/>
                  </a:lnTo>
                  <a:lnTo>
                    <a:pt x="72124" y="276522"/>
                  </a:lnTo>
                  <a:close/>
                  <a:moveTo>
                    <a:pt x="390419" y="308472"/>
                  </a:moveTo>
                  <a:lnTo>
                    <a:pt x="403524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97665" y="252510"/>
                  </a:lnTo>
                  <a:lnTo>
                    <a:pt x="72124" y="276522"/>
                  </a:lnTo>
                  <a:close/>
                  <a:moveTo>
                    <a:pt x="97665" y="252510"/>
                  </a:moveTo>
                  <a:lnTo>
                    <a:pt x="97665" y="274484"/>
                  </a:lnTo>
                  <a:lnTo>
                    <a:pt x="105861" y="244572"/>
                  </a:lnTo>
                  <a:close/>
                  <a:moveTo>
                    <a:pt x="390732" y="276522"/>
                  </a:moveTo>
                  <a:lnTo>
                    <a:pt x="406047" y="276522"/>
                  </a:lnTo>
                  <a:lnTo>
                    <a:pt x="407335" y="244572"/>
                  </a:lnTo>
                  <a:close/>
                  <a:moveTo>
                    <a:pt x="105861" y="244572"/>
                  </a:moveTo>
                  <a:lnTo>
                    <a:pt x="128560" y="244572"/>
                  </a:lnTo>
                  <a:lnTo>
                    <a:pt x="112449" y="212622"/>
                  </a:lnTo>
                  <a:close/>
                  <a:moveTo>
                    <a:pt x="389441" y="244572"/>
                  </a:moveTo>
                  <a:lnTo>
                    <a:pt x="407335" y="244572"/>
                  </a:lnTo>
                  <a:lnTo>
                    <a:pt x="405809" y="212622"/>
                  </a:lnTo>
                  <a:close/>
                  <a:moveTo>
                    <a:pt x="97665" y="188825"/>
                  </a:moveTo>
                  <a:lnTo>
                    <a:pt x="112449" y="212622"/>
                  </a:lnTo>
                  <a:lnTo>
                    <a:pt x="111191" y="180672"/>
                  </a:lnTo>
                  <a:close/>
                  <a:moveTo>
                    <a:pt x="405809" y="212622"/>
                  </a:moveTo>
                  <a:lnTo>
                    <a:pt x="398212" y="180672"/>
                  </a:lnTo>
                  <a:lnTo>
                    <a:pt x="385242" y="212622"/>
                  </a:lnTo>
                  <a:close/>
                  <a:moveTo>
                    <a:pt x="92666" y="180672"/>
                  </a:moveTo>
                  <a:lnTo>
                    <a:pt x="97665" y="188825"/>
                  </a:lnTo>
                  <a:lnTo>
                    <a:pt x="97665" y="180672"/>
                  </a:lnTo>
                  <a:close/>
                  <a:moveTo>
                    <a:pt x="63942" y="148722"/>
                  </a:moveTo>
                  <a:lnTo>
                    <a:pt x="92666" y="180672"/>
                  </a:lnTo>
                  <a:lnTo>
                    <a:pt x="76930" y="148722"/>
                  </a:lnTo>
                  <a:close/>
                  <a:moveTo>
                    <a:pt x="376150" y="148722"/>
                  </a:moveTo>
                  <a:lnTo>
                    <a:pt x="398212" y="180672"/>
                  </a:lnTo>
                  <a:lnTo>
                    <a:pt x="379960" y="148722"/>
                  </a:lnTo>
                  <a:close/>
                  <a:moveTo>
                    <a:pt x="376150" y="148722"/>
                  </a:moveTo>
                  <a:lnTo>
                    <a:pt x="376150" y="180672"/>
                  </a:lnTo>
                  <a:lnTo>
                    <a:pt x="398212" y="180672"/>
                  </a:lnTo>
                  <a:close/>
                  <a:moveTo>
                    <a:pt x="63942" y="148722"/>
                  </a:moveTo>
                  <a:lnTo>
                    <a:pt x="76930" y="148722"/>
                  </a:lnTo>
                  <a:lnTo>
                    <a:pt x="62854" y="147171"/>
                  </a:lnTo>
                  <a:close/>
                  <a:moveTo>
                    <a:pt x="376150" y="148722"/>
                  </a:moveTo>
                  <a:lnTo>
                    <a:pt x="379960" y="148722"/>
                  </a:lnTo>
                  <a:lnTo>
                    <a:pt x="376150" y="144420"/>
                  </a:lnTo>
                  <a:close/>
                  <a:moveTo>
                    <a:pt x="341339" y="116771"/>
                  </a:moveTo>
                  <a:lnTo>
                    <a:pt x="376150" y="148722"/>
                  </a:lnTo>
                  <a:lnTo>
                    <a:pt x="346247" y="116771"/>
                  </a:lnTo>
                  <a:close/>
                  <a:moveTo>
                    <a:pt x="346247" y="116771"/>
                  </a:moveTo>
                  <a:lnTo>
                    <a:pt x="376150" y="148722"/>
                  </a:lnTo>
                  <a:lnTo>
                    <a:pt x="376150" y="144420"/>
                  </a:lnTo>
                  <a:close/>
                  <a:moveTo>
                    <a:pt x="54922" y="116771"/>
                  </a:moveTo>
                  <a:lnTo>
                    <a:pt x="44722" y="116771"/>
                  </a:lnTo>
                  <a:lnTo>
                    <a:pt x="62854" y="147171"/>
                  </a:lnTo>
                  <a:close/>
                  <a:moveTo>
                    <a:pt x="39109" y="84821"/>
                  </a:moveTo>
                  <a:lnTo>
                    <a:pt x="44722" y="116771"/>
                  </a:lnTo>
                  <a:lnTo>
                    <a:pt x="54922" y="116771"/>
                  </a:lnTo>
                  <a:close/>
                  <a:moveTo>
                    <a:pt x="306529" y="89264"/>
                  </a:moveTo>
                  <a:lnTo>
                    <a:pt x="300198" y="84821"/>
                  </a:lnTo>
                  <a:lnTo>
                    <a:pt x="275366" y="84821"/>
                  </a:lnTo>
                  <a:close/>
                  <a:moveTo>
                    <a:pt x="306529" y="89264"/>
                  </a:moveTo>
                  <a:lnTo>
                    <a:pt x="306529" y="111235"/>
                  </a:lnTo>
                  <a:lnTo>
                    <a:pt x="341339" y="112987"/>
                  </a:lnTo>
                  <a:close/>
                  <a:moveTo>
                    <a:pt x="341339" y="116771"/>
                  </a:moveTo>
                  <a:lnTo>
                    <a:pt x="346247" y="116771"/>
                  </a:lnTo>
                  <a:lnTo>
                    <a:pt x="341339" y="112987"/>
                  </a:lnTo>
                  <a:close/>
                  <a:moveTo>
                    <a:pt x="47264" y="52871"/>
                  </a:moveTo>
                  <a:lnTo>
                    <a:pt x="39109" y="84821"/>
                  </a:lnTo>
                  <a:lnTo>
                    <a:pt x="48566" y="84821"/>
                  </a:lnTo>
                  <a:close/>
                  <a:moveTo>
                    <a:pt x="271718" y="62750"/>
                  </a:moveTo>
                  <a:lnTo>
                    <a:pt x="275366" y="84821"/>
                  </a:lnTo>
                  <a:lnTo>
                    <a:pt x="300198" y="84821"/>
                  </a:lnTo>
                  <a:close/>
                  <a:moveTo>
                    <a:pt x="271718" y="62750"/>
                  </a:moveTo>
                  <a:lnTo>
                    <a:pt x="260182" y="52871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62854" y="32656"/>
                  </a:lnTo>
                  <a:lnTo>
                    <a:pt x="47264" y="52871"/>
                  </a:lnTo>
                  <a:close/>
                  <a:moveTo>
                    <a:pt x="62854" y="32656"/>
                  </a:moveTo>
                  <a:lnTo>
                    <a:pt x="62854" y="461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43286" y="52871"/>
                  </a:lnTo>
                  <a:lnTo>
                    <a:pt x="260182" y="52871"/>
                  </a:lnTo>
                  <a:close/>
                  <a:moveTo>
                    <a:pt x="216617" y="20921"/>
                  </a:moveTo>
                  <a:lnTo>
                    <a:pt x="202097" y="20921"/>
                  </a:lnTo>
                  <a:lnTo>
                    <a:pt x="236907" y="34178"/>
                  </a:lnTo>
                  <a:close/>
                  <a:moveTo>
                    <a:pt x="97665" y="17312"/>
                  </a:moveTo>
                  <a:lnTo>
                    <a:pt x="97665" y="8387"/>
                  </a:lnTo>
                  <a:lnTo>
                    <a:pt x="76174" y="20921"/>
                  </a:lnTo>
                  <a:close/>
                  <a:moveTo>
                    <a:pt x="132476" y="7974"/>
                  </a:moveTo>
                  <a:lnTo>
                    <a:pt x="132476" y="0"/>
                  </a:lnTo>
                  <a:lnTo>
                    <a:pt x="97665" y="8387"/>
                  </a:lnTo>
                  <a:close/>
                  <a:moveTo>
                    <a:pt x="167286" y="9736"/>
                  </a:moveTo>
                  <a:lnTo>
                    <a:pt x="167286" y="1533"/>
                  </a:lnTo>
                  <a:lnTo>
                    <a:pt x="132476" y="0"/>
                  </a:lnTo>
                  <a:close/>
                  <a:moveTo>
                    <a:pt x="167286" y="1533"/>
                  </a:moveTo>
                  <a:lnTo>
                    <a:pt x="167286" y="9736"/>
                  </a:lnTo>
                  <a:lnTo>
                    <a:pt x="202097" y="12603"/>
                  </a:lnTo>
                  <a:close/>
                  <a:moveTo>
                    <a:pt x="202097" y="20921"/>
                  </a:moveTo>
                  <a:lnTo>
                    <a:pt x="21661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3990" name="Candidate_B5__3989">
              <a:extLst>
                <a:ext uri="{FF2B5EF4-FFF2-40B4-BE49-F238E27FC236}">
                  <a16:creationId xmlns:a16="http://schemas.microsoft.com/office/drawing/2014/main" id="{64F5749C-3703-7431-7ED1-E7D16C65E30A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2854" y="466634"/>
                  </a:moveTo>
                  <a:lnTo>
                    <a:pt x="97665" y="468222"/>
                  </a:lnTo>
                  <a:lnTo>
                    <a:pt x="97665" y="464715"/>
                  </a:lnTo>
                  <a:close/>
                  <a:moveTo>
                    <a:pt x="62854" y="466634"/>
                  </a:moveTo>
                  <a:lnTo>
                    <a:pt x="97665" y="464715"/>
                  </a:lnTo>
                  <a:lnTo>
                    <a:pt x="62854" y="450807"/>
                  </a:lnTo>
                  <a:close/>
                  <a:moveTo>
                    <a:pt x="97665" y="478335"/>
                  </a:moveTo>
                  <a:lnTo>
                    <a:pt x="119953" y="468222"/>
                  </a:lnTo>
                  <a:lnTo>
                    <a:pt x="97665" y="468222"/>
                  </a:lnTo>
                  <a:close/>
                  <a:moveTo>
                    <a:pt x="132476" y="470164"/>
                  </a:moveTo>
                  <a:lnTo>
                    <a:pt x="119953" y="468222"/>
                  </a:lnTo>
                  <a:lnTo>
                    <a:pt x="97665" y="478335"/>
                  </a:lnTo>
                  <a:close/>
                  <a:moveTo>
                    <a:pt x="132476" y="470164"/>
                  </a:moveTo>
                  <a:lnTo>
                    <a:pt x="132476" y="482550"/>
                  </a:lnTo>
                  <a:lnTo>
                    <a:pt x="167286" y="470167"/>
                  </a:lnTo>
                  <a:close/>
                  <a:moveTo>
                    <a:pt x="202097" y="477517"/>
                  </a:moveTo>
                  <a:lnTo>
                    <a:pt x="202097" y="468222"/>
                  </a:lnTo>
                  <a:lnTo>
                    <a:pt x="167286" y="470167"/>
                  </a:lnTo>
                  <a:close/>
                  <a:moveTo>
                    <a:pt x="202097" y="468222"/>
                  </a:moveTo>
                  <a:lnTo>
                    <a:pt x="236907" y="468222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36907" y="460664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44503" y="468222"/>
                  </a:lnTo>
                  <a:lnTo>
                    <a:pt x="236907" y="460664"/>
                  </a:lnTo>
                  <a:close/>
                  <a:moveTo>
                    <a:pt x="236907" y="460664"/>
                  </a:moveTo>
                  <a:lnTo>
                    <a:pt x="271718" y="461378"/>
                  </a:lnTo>
                  <a:lnTo>
                    <a:pt x="271718" y="451942"/>
                  </a:lnTo>
                  <a:close/>
                  <a:moveTo>
                    <a:pt x="20620" y="404322"/>
                  </a:moveTo>
                  <a:lnTo>
                    <a:pt x="28044" y="436272"/>
                  </a:lnTo>
                  <a:lnTo>
                    <a:pt x="28044" y="416665"/>
                  </a:lnTo>
                  <a:close/>
                  <a:moveTo>
                    <a:pt x="21121" y="436272"/>
                  </a:moveTo>
                  <a:lnTo>
                    <a:pt x="28044" y="436272"/>
                  </a:lnTo>
                  <a:lnTo>
                    <a:pt x="20620" y="404322"/>
                  </a:lnTo>
                  <a:close/>
                  <a:moveTo>
                    <a:pt x="28044" y="443102"/>
                  </a:moveTo>
                  <a:lnTo>
                    <a:pt x="42888" y="436272"/>
                  </a:lnTo>
                  <a:lnTo>
                    <a:pt x="28044" y="436272"/>
                  </a:lnTo>
                  <a:close/>
                  <a:moveTo>
                    <a:pt x="62854" y="450807"/>
                  </a:moveTo>
                  <a:lnTo>
                    <a:pt x="42888" y="436272"/>
                  </a:lnTo>
                  <a:lnTo>
                    <a:pt x="28044" y="443102"/>
                  </a:lnTo>
                  <a:close/>
                  <a:moveTo>
                    <a:pt x="28044" y="436272"/>
                  </a:moveTo>
                  <a:lnTo>
                    <a:pt x="42888" y="436272"/>
                  </a:lnTo>
                  <a:lnTo>
                    <a:pt x="28044" y="416665"/>
                  </a:lnTo>
                  <a:close/>
                  <a:moveTo>
                    <a:pt x="271718" y="451942"/>
                  </a:moveTo>
                  <a:lnTo>
                    <a:pt x="271718" y="461378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10274" y="436272"/>
                  </a:lnTo>
                  <a:lnTo>
                    <a:pt x="306529" y="438293"/>
                  </a:lnTo>
                  <a:close/>
                  <a:moveTo>
                    <a:pt x="310274" y="436272"/>
                  </a:moveTo>
                  <a:lnTo>
                    <a:pt x="329054" y="436272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20620" y="404322"/>
                  </a:lnTo>
                  <a:lnTo>
                    <a:pt x="16593" y="372372"/>
                  </a:lnTo>
                  <a:close/>
                  <a:moveTo>
                    <a:pt x="367737" y="404322"/>
                  </a:moveTo>
                  <a:lnTo>
                    <a:pt x="354543" y="404322"/>
                  </a:lnTo>
                  <a:lnTo>
                    <a:pt x="341339" y="416273"/>
                  </a:lnTo>
                  <a:close/>
                  <a:moveTo>
                    <a:pt x="354543" y="404322"/>
                  </a:moveTo>
                  <a:lnTo>
                    <a:pt x="367737" y="40432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16593" y="372372"/>
                  </a:lnTo>
                  <a:lnTo>
                    <a:pt x="27529" y="340422"/>
                  </a:lnTo>
                  <a:close/>
                  <a:moveTo>
                    <a:pt x="388385" y="372372"/>
                  </a:moveTo>
                  <a:lnTo>
                    <a:pt x="376190" y="372372"/>
                  </a:lnTo>
                  <a:lnTo>
                    <a:pt x="376150" y="372437"/>
                  </a:lnTo>
                  <a:close/>
                  <a:moveTo>
                    <a:pt x="386826" y="340422"/>
                  </a:moveTo>
                  <a:lnTo>
                    <a:pt x="376190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9510" y="340422"/>
                  </a:lnTo>
                  <a:lnTo>
                    <a:pt x="27529" y="340422"/>
                  </a:lnTo>
                  <a:close/>
                  <a:moveTo>
                    <a:pt x="28044" y="339716"/>
                  </a:moveTo>
                  <a:lnTo>
                    <a:pt x="54193" y="308472"/>
                  </a:lnTo>
                  <a:lnTo>
                    <a:pt x="33849" y="308472"/>
                  </a:lnTo>
                  <a:close/>
                  <a:moveTo>
                    <a:pt x="390419" y="308472"/>
                  </a:moveTo>
                  <a:lnTo>
                    <a:pt x="386826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33849" y="308472"/>
                  </a:lnTo>
                  <a:lnTo>
                    <a:pt x="54193" y="308472"/>
                  </a:lnTo>
                  <a:close/>
                  <a:moveTo>
                    <a:pt x="62854" y="300789"/>
                  </a:moveTo>
                  <a:lnTo>
                    <a:pt x="95552" y="276522"/>
                  </a:lnTo>
                  <a:lnTo>
                    <a:pt x="72124" y="276522"/>
                  </a:lnTo>
                  <a:close/>
                  <a:moveTo>
                    <a:pt x="390732" y="276522"/>
                  </a:moveTo>
                  <a:lnTo>
                    <a:pt x="390419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72124" y="276522"/>
                  </a:lnTo>
                  <a:lnTo>
                    <a:pt x="95552" y="276522"/>
                  </a:lnTo>
                  <a:close/>
                  <a:moveTo>
                    <a:pt x="97665" y="274484"/>
                  </a:moveTo>
                  <a:lnTo>
                    <a:pt x="128560" y="244572"/>
                  </a:lnTo>
                  <a:lnTo>
                    <a:pt x="105861" y="244572"/>
                  </a:lnTo>
                  <a:close/>
                  <a:moveTo>
                    <a:pt x="389441" y="244572"/>
                  </a:moveTo>
                  <a:lnTo>
                    <a:pt x="390732" y="276522"/>
                  </a:lnTo>
                  <a:lnTo>
                    <a:pt x="407335" y="244572"/>
                  </a:lnTo>
                  <a:close/>
                  <a:moveTo>
                    <a:pt x="112449" y="212622"/>
                  </a:moveTo>
                  <a:lnTo>
                    <a:pt x="132476" y="223133"/>
                  </a:lnTo>
                  <a:lnTo>
                    <a:pt x="132476" y="212622"/>
                  </a:lnTo>
                  <a:close/>
                  <a:moveTo>
                    <a:pt x="128560" y="244572"/>
                  </a:moveTo>
                  <a:lnTo>
                    <a:pt x="132476" y="223133"/>
                  </a:lnTo>
                  <a:lnTo>
                    <a:pt x="112449" y="212622"/>
                  </a:lnTo>
                  <a:close/>
                  <a:moveTo>
                    <a:pt x="385242" y="212622"/>
                  </a:moveTo>
                  <a:lnTo>
                    <a:pt x="389441" y="244572"/>
                  </a:lnTo>
                  <a:lnTo>
                    <a:pt x="405809" y="212622"/>
                  </a:lnTo>
                  <a:close/>
                  <a:moveTo>
                    <a:pt x="97665" y="180672"/>
                  </a:moveTo>
                  <a:lnTo>
                    <a:pt x="97665" y="188825"/>
                  </a:lnTo>
                  <a:lnTo>
                    <a:pt x="111191" y="180672"/>
                  </a:lnTo>
                  <a:close/>
                  <a:moveTo>
                    <a:pt x="111191" y="180672"/>
                  </a:moveTo>
                  <a:lnTo>
                    <a:pt x="112449" y="212622"/>
                  </a:lnTo>
                  <a:lnTo>
                    <a:pt x="132476" y="209974"/>
                  </a:lnTo>
                  <a:close/>
                  <a:moveTo>
                    <a:pt x="132476" y="209974"/>
                  </a:moveTo>
                  <a:lnTo>
                    <a:pt x="112449" y="212622"/>
                  </a:lnTo>
                  <a:lnTo>
                    <a:pt x="132476" y="212622"/>
                  </a:lnTo>
                  <a:close/>
                  <a:moveTo>
                    <a:pt x="398212" y="180672"/>
                  </a:moveTo>
                  <a:lnTo>
                    <a:pt x="376150" y="180672"/>
                  </a:lnTo>
                  <a:lnTo>
                    <a:pt x="385242" y="212622"/>
                  </a:lnTo>
                  <a:close/>
                  <a:moveTo>
                    <a:pt x="76930" y="148722"/>
                  </a:moveTo>
                  <a:lnTo>
                    <a:pt x="97665" y="180672"/>
                  </a:lnTo>
                  <a:lnTo>
                    <a:pt x="97665" y="169797"/>
                  </a:lnTo>
                  <a:close/>
                  <a:moveTo>
                    <a:pt x="92666" y="180672"/>
                  </a:moveTo>
                  <a:lnTo>
                    <a:pt x="97665" y="180672"/>
                  </a:lnTo>
                  <a:lnTo>
                    <a:pt x="76930" y="148722"/>
                  </a:lnTo>
                  <a:close/>
                  <a:moveTo>
                    <a:pt x="97665" y="180672"/>
                  </a:moveTo>
                  <a:lnTo>
                    <a:pt x="111191" y="180672"/>
                  </a:lnTo>
                  <a:lnTo>
                    <a:pt x="97665" y="169797"/>
                  </a:lnTo>
                  <a:close/>
                  <a:moveTo>
                    <a:pt x="376150" y="180672"/>
                  </a:moveTo>
                  <a:lnTo>
                    <a:pt x="376150" y="148722"/>
                  </a:lnTo>
                  <a:lnTo>
                    <a:pt x="374214" y="180672"/>
                  </a:lnTo>
                  <a:close/>
                  <a:moveTo>
                    <a:pt x="376150" y="148722"/>
                  </a:moveTo>
                  <a:lnTo>
                    <a:pt x="351396" y="148722"/>
                  </a:lnTo>
                  <a:lnTo>
                    <a:pt x="374214" y="180672"/>
                  </a:lnTo>
                  <a:close/>
                  <a:moveTo>
                    <a:pt x="76930" y="148722"/>
                  </a:moveTo>
                  <a:lnTo>
                    <a:pt x="62854" y="129713"/>
                  </a:lnTo>
                  <a:lnTo>
                    <a:pt x="62854" y="147171"/>
                  </a:lnTo>
                  <a:close/>
                  <a:moveTo>
                    <a:pt x="341339" y="139067"/>
                  </a:moveTo>
                  <a:lnTo>
                    <a:pt x="351396" y="148722"/>
                  </a:lnTo>
                  <a:lnTo>
                    <a:pt x="341339" y="116771"/>
                  </a:lnTo>
                  <a:close/>
                  <a:moveTo>
                    <a:pt x="351396" y="148722"/>
                  </a:moveTo>
                  <a:lnTo>
                    <a:pt x="376150" y="148722"/>
                  </a:lnTo>
                  <a:lnTo>
                    <a:pt x="341339" y="116771"/>
                  </a:lnTo>
                  <a:close/>
                  <a:moveTo>
                    <a:pt x="54922" y="116771"/>
                  </a:moveTo>
                  <a:lnTo>
                    <a:pt x="62854" y="147171"/>
                  </a:lnTo>
                  <a:lnTo>
                    <a:pt x="62854" y="129713"/>
                  </a:lnTo>
                  <a:close/>
                  <a:moveTo>
                    <a:pt x="39109" y="84821"/>
                  </a:moveTo>
                  <a:lnTo>
                    <a:pt x="54922" y="116771"/>
                  </a:lnTo>
                  <a:lnTo>
                    <a:pt x="48566" y="84821"/>
                  </a:lnTo>
                  <a:close/>
                  <a:moveTo>
                    <a:pt x="306529" y="111235"/>
                  </a:moveTo>
                  <a:lnTo>
                    <a:pt x="306529" y="89264"/>
                  </a:lnTo>
                  <a:lnTo>
                    <a:pt x="275366" y="84821"/>
                  </a:lnTo>
                  <a:close/>
                  <a:moveTo>
                    <a:pt x="341339" y="112987"/>
                  </a:moveTo>
                  <a:lnTo>
                    <a:pt x="313651" y="116771"/>
                  </a:lnTo>
                  <a:lnTo>
                    <a:pt x="341339" y="116771"/>
                  </a:lnTo>
                  <a:close/>
                  <a:moveTo>
                    <a:pt x="306529" y="111235"/>
                  </a:moveTo>
                  <a:lnTo>
                    <a:pt x="313651" y="116771"/>
                  </a:lnTo>
                  <a:lnTo>
                    <a:pt x="341339" y="112987"/>
                  </a:lnTo>
                  <a:close/>
                  <a:moveTo>
                    <a:pt x="341339" y="139067"/>
                  </a:moveTo>
                  <a:lnTo>
                    <a:pt x="341339" y="116771"/>
                  </a:lnTo>
                  <a:lnTo>
                    <a:pt x="313651" y="116771"/>
                  </a:lnTo>
                  <a:close/>
                  <a:moveTo>
                    <a:pt x="47264" y="52871"/>
                  </a:moveTo>
                  <a:lnTo>
                    <a:pt x="48566" y="84821"/>
                  </a:lnTo>
                  <a:lnTo>
                    <a:pt x="57653" y="52871"/>
                  </a:lnTo>
                  <a:close/>
                  <a:moveTo>
                    <a:pt x="271718" y="62750"/>
                  </a:moveTo>
                  <a:lnTo>
                    <a:pt x="271718" y="81534"/>
                  </a:lnTo>
                  <a:lnTo>
                    <a:pt x="275366" y="84821"/>
                  </a:lnTo>
                  <a:close/>
                  <a:moveTo>
                    <a:pt x="271718" y="81534"/>
                  </a:moveTo>
                  <a:lnTo>
                    <a:pt x="271718" y="62750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47264" y="52871"/>
                  </a:lnTo>
                  <a:lnTo>
                    <a:pt x="57653" y="52871"/>
                  </a:lnTo>
                  <a:close/>
                  <a:moveTo>
                    <a:pt x="62854" y="46121"/>
                  </a:moveTo>
                  <a:lnTo>
                    <a:pt x="91468" y="209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36907" y="47288"/>
                  </a:lnTo>
                  <a:lnTo>
                    <a:pt x="243286" y="52871"/>
                  </a:lnTo>
                  <a:close/>
                  <a:moveTo>
                    <a:pt x="236907" y="34178"/>
                  </a:moveTo>
                  <a:lnTo>
                    <a:pt x="202097" y="20921"/>
                  </a:lnTo>
                  <a:lnTo>
                    <a:pt x="202097" y="22413"/>
                  </a:lnTo>
                  <a:close/>
                  <a:moveTo>
                    <a:pt x="236907" y="34178"/>
                  </a:moveTo>
                  <a:lnTo>
                    <a:pt x="202097" y="22413"/>
                  </a:lnTo>
                  <a:lnTo>
                    <a:pt x="236907" y="47288"/>
                  </a:lnTo>
                  <a:close/>
                  <a:moveTo>
                    <a:pt x="97665" y="17312"/>
                  </a:moveTo>
                  <a:lnTo>
                    <a:pt x="76174" y="20921"/>
                  </a:lnTo>
                  <a:lnTo>
                    <a:pt x="91468" y="20921"/>
                  </a:lnTo>
                  <a:close/>
                  <a:moveTo>
                    <a:pt x="132476" y="7974"/>
                  </a:moveTo>
                  <a:lnTo>
                    <a:pt x="97665" y="8387"/>
                  </a:lnTo>
                  <a:lnTo>
                    <a:pt x="97665" y="17312"/>
                  </a:lnTo>
                  <a:close/>
                  <a:moveTo>
                    <a:pt x="167286" y="9736"/>
                  </a:moveTo>
                  <a:lnTo>
                    <a:pt x="132476" y="0"/>
                  </a:lnTo>
                  <a:lnTo>
                    <a:pt x="132476" y="7974"/>
                  </a:lnTo>
                  <a:close/>
                  <a:moveTo>
                    <a:pt x="202097" y="12603"/>
                  </a:moveTo>
                  <a:lnTo>
                    <a:pt x="198547" y="20921"/>
                  </a:lnTo>
                  <a:lnTo>
                    <a:pt x="202097" y="20921"/>
                  </a:lnTo>
                  <a:close/>
                  <a:moveTo>
                    <a:pt x="167286" y="9736"/>
                  </a:moveTo>
                  <a:lnTo>
                    <a:pt x="19854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3991" name="Candidate_B5__3990">
              <a:extLst>
                <a:ext uri="{FF2B5EF4-FFF2-40B4-BE49-F238E27FC236}">
                  <a16:creationId xmlns:a16="http://schemas.microsoft.com/office/drawing/2014/main" id="{164EDA31-4595-076A-AA3E-9596292B54ED}"/>
                </a:ext>
              </a:extLst>
            </p:cNvPr>
            <p:cNvSpPr>
              <a:spLocks noGrp="1"/>
            </p:cNvSpPr>
            <p:nvPr/>
          </p:nvSpPr>
          <p:spPr>
            <a:xfrm>
              <a:off x="4012356" y="3527461"/>
              <a:ext cx="374139" cy="462193"/>
            </a:xfrm>
            <a:custGeom>
              <a:avLst/>
              <a:gdLst/>
              <a:ahLst/>
              <a:cxnLst/>
              <a:rect l="0" t="0" r="0" b="0"/>
              <a:pathLst>
                <a:path w="374139" h="462193">
                  <a:moveTo>
                    <a:pt x="81072" y="460248"/>
                  </a:moveTo>
                  <a:lnTo>
                    <a:pt x="103360" y="460248"/>
                  </a:lnTo>
                  <a:lnTo>
                    <a:pt x="81072" y="456742"/>
                  </a:lnTo>
                  <a:close/>
                  <a:moveTo>
                    <a:pt x="150693" y="462193"/>
                  </a:moveTo>
                  <a:lnTo>
                    <a:pt x="185504" y="460248"/>
                  </a:lnTo>
                  <a:lnTo>
                    <a:pt x="168168" y="460248"/>
                  </a:lnTo>
                  <a:close/>
                  <a:moveTo>
                    <a:pt x="168168" y="460248"/>
                  </a:moveTo>
                  <a:lnTo>
                    <a:pt x="185504" y="460248"/>
                  </a:lnTo>
                  <a:lnTo>
                    <a:pt x="185504" y="458554"/>
                  </a:lnTo>
                  <a:close/>
                  <a:moveTo>
                    <a:pt x="115883" y="204648"/>
                  </a:moveTo>
                  <a:lnTo>
                    <a:pt x="117726" y="204648"/>
                  </a:lnTo>
                  <a:lnTo>
                    <a:pt x="115883" y="202001"/>
                  </a:lnTo>
                  <a:close/>
                  <a:moveTo>
                    <a:pt x="115883" y="204648"/>
                  </a:moveTo>
                  <a:lnTo>
                    <a:pt x="115883" y="215159"/>
                  </a:lnTo>
                  <a:lnTo>
                    <a:pt x="117726" y="204648"/>
                  </a:lnTo>
                  <a:close/>
                  <a:moveTo>
                    <a:pt x="368649" y="204648"/>
                  </a:moveTo>
                  <a:lnTo>
                    <a:pt x="359557" y="172698"/>
                  </a:lnTo>
                  <a:lnTo>
                    <a:pt x="359557" y="177761"/>
                  </a:lnTo>
                  <a:close/>
                  <a:moveTo>
                    <a:pt x="359557" y="177761"/>
                  </a:moveTo>
                  <a:lnTo>
                    <a:pt x="359557" y="172698"/>
                  </a:lnTo>
                  <a:lnTo>
                    <a:pt x="357621" y="172698"/>
                  </a:lnTo>
                  <a:close/>
                  <a:moveTo>
                    <a:pt x="185504" y="14440"/>
                  </a:moveTo>
                  <a:lnTo>
                    <a:pt x="185504" y="12948"/>
                  </a:lnTo>
                  <a:lnTo>
                    <a:pt x="181954" y="12948"/>
                  </a:lnTo>
                  <a:close/>
                  <a:moveTo>
                    <a:pt x="103360" y="460248"/>
                  </a:moveTo>
                  <a:lnTo>
                    <a:pt x="115883" y="462191"/>
                  </a:lnTo>
                  <a:lnTo>
                    <a:pt x="115883" y="460248"/>
                  </a:lnTo>
                  <a:close/>
                  <a:moveTo>
                    <a:pt x="103360" y="460248"/>
                  </a:moveTo>
                  <a:lnTo>
                    <a:pt x="115883" y="460248"/>
                  </a:lnTo>
                  <a:lnTo>
                    <a:pt x="81072" y="456742"/>
                  </a:lnTo>
                  <a:close/>
                  <a:moveTo>
                    <a:pt x="150693" y="460248"/>
                  </a:moveTo>
                  <a:lnTo>
                    <a:pt x="115883" y="462191"/>
                  </a:lnTo>
                  <a:lnTo>
                    <a:pt x="150693" y="462193"/>
                  </a:lnTo>
                  <a:close/>
                  <a:moveTo>
                    <a:pt x="150693" y="460248"/>
                  </a:moveTo>
                  <a:lnTo>
                    <a:pt x="115883" y="460248"/>
                  </a:lnTo>
                  <a:lnTo>
                    <a:pt x="115883" y="462191"/>
                  </a:lnTo>
                  <a:close/>
                  <a:moveTo>
                    <a:pt x="150693" y="460248"/>
                  </a:moveTo>
                  <a:lnTo>
                    <a:pt x="150693" y="462193"/>
                  </a:lnTo>
                  <a:lnTo>
                    <a:pt x="168168" y="460248"/>
                  </a:lnTo>
                  <a:close/>
                  <a:moveTo>
                    <a:pt x="26295" y="428298"/>
                  </a:moveTo>
                  <a:lnTo>
                    <a:pt x="46261" y="442833"/>
                  </a:lnTo>
                  <a:lnTo>
                    <a:pt x="46261" y="428298"/>
                  </a:lnTo>
                  <a:close/>
                  <a:moveTo>
                    <a:pt x="289936" y="428298"/>
                  </a:moveTo>
                  <a:lnTo>
                    <a:pt x="255125" y="443968"/>
                  </a:lnTo>
                  <a:lnTo>
                    <a:pt x="289936" y="430319"/>
                  </a:lnTo>
                  <a:close/>
                  <a:moveTo>
                    <a:pt x="289936" y="428298"/>
                  </a:moveTo>
                  <a:lnTo>
                    <a:pt x="289936" y="430319"/>
                  </a:lnTo>
                  <a:lnTo>
                    <a:pt x="293681" y="428298"/>
                  </a:lnTo>
                  <a:close/>
                  <a:moveTo>
                    <a:pt x="293681" y="428298"/>
                  </a:moveTo>
                  <a:lnTo>
                    <a:pt x="324747" y="408300"/>
                  </a:lnTo>
                  <a:lnTo>
                    <a:pt x="289936" y="428298"/>
                  </a:lnTo>
                  <a:close/>
                  <a:moveTo>
                    <a:pt x="4027" y="396348"/>
                  </a:moveTo>
                  <a:lnTo>
                    <a:pt x="11451" y="408691"/>
                  </a:lnTo>
                  <a:lnTo>
                    <a:pt x="11451" y="396348"/>
                  </a:lnTo>
                  <a:close/>
                  <a:moveTo>
                    <a:pt x="0" y="364398"/>
                  </a:moveTo>
                  <a:lnTo>
                    <a:pt x="11451" y="396348"/>
                  </a:lnTo>
                  <a:lnTo>
                    <a:pt x="11451" y="364398"/>
                  </a:lnTo>
                  <a:close/>
                  <a:moveTo>
                    <a:pt x="0" y="364398"/>
                  </a:moveTo>
                  <a:lnTo>
                    <a:pt x="4027" y="396348"/>
                  </a:lnTo>
                  <a:lnTo>
                    <a:pt x="11451" y="396348"/>
                  </a:lnTo>
                  <a:close/>
                  <a:moveTo>
                    <a:pt x="324747" y="396348"/>
                  </a:moveTo>
                  <a:lnTo>
                    <a:pt x="324747" y="408300"/>
                  </a:lnTo>
                  <a:lnTo>
                    <a:pt x="337950" y="396348"/>
                  </a:lnTo>
                  <a:close/>
                  <a:moveTo>
                    <a:pt x="337950" y="396348"/>
                  </a:moveTo>
                  <a:lnTo>
                    <a:pt x="359557" y="364464"/>
                  </a:lnTo>
                  <a:lnTo>
                    <a:pt x="324747" y="396348"/>
                  </a:lnTo>
                  <a:close/>
                  <a:moveTo>
                    <a:pt x="10937" y="332448"/>
                  </a:moveTo>
                  <a:lnTo>
                    <a:pt x="11451" y="364398"/>
                  </a:lnTo>
                  <a:lnTo>
                    <a:pt x="11451" y="332448"/>
                  </a:lnTo>
                  <a:close/>
                  <a:moveTo>
                    <a:pt x="10937" y="332448"/>
                  </a:moveTo>
                  <a:lnTo>
                    <a:pt x="0" y="364398"/>
                  </a:lnTo>
                  <a:lnTo>
                    <a:pt x="11451" y="364398"/>
                  </a:lnTo>
                  <a:close/>
                  <a:moveTo>
                    <a:pt x="359557" y="364398"/>
                  </a:moveTo>
                  <a:lnTo>
                    <a:pt x="359557" y="364464"/>
                  </a:lnTo>
                  <a:lnTo>
                    <a:pt x="359597" y="364398"/>
                  </a:lnTo>
                  <a:close/>
                  <a:moveTo>
                    <a:pt x="359557" y="332448"/>
                  </a:moveTo>
                  <a:lnTo>
                    <a:pt x="359597" y="364398"/>
                  </a:lnTo>
                  <a:lnTo>
                    <a:pt x="370234" y="332448"/>
                  </a:lnTo>
                  <a:close/>
                  <a:moveTo>
                    <a:pt x="359557" y="332448"/>
                  </a:moveTo>
                  <a:lnTo>
                    <a:pt x="359557" y="364398"/>
                  </a:lnTo>
                  <a:lnTo>
                    <a:pt x="359597" y="364398"/>
                  </a:lnTo>
                  <a:close/>
                  <a:moveTo>
                    <a:pt x="11451" y="331742"/>
                  </a:moveTo>
                  <a:lnTo>
                    <a:pt x="10937" y="332448"/>
                  </a:lnTo>
                  <a:lnTo>
                    <a:pt x="11451" y="332448"/>
                  </a:lnTo>
                  <a:close/>
                  <a:moveTo>
                    <a:pt x="11451" y="332448"/>
                  </a:moveTo>
                  <a:lnTo>
                    <a:pt x="37600" y="300498"/>
                  </a:lnTo>
                  <a:lnTo>
                    <a:pt x="11451" y="331742"/>
                  </a:lnTo>
                  <a:close/>
                  <a:moveTo>
                    <a:pt x="46261" y="300498"/>
                  </a:moveTo>
                  <a:lnTo>
                    <a:pt x="37600" y="300498"/>
                  </a:lnTo>
                  <a:lnTo>
                    <a:pt x="11451" y="332448"/>
                  </a:lnTo>
                  <a:close/>
                  <a:moveTo>
                    <a:pt x="359557" y="300498"/>
                  </a:moveTo>
                  <a:lnTo>
                    <a:pt x="370234" y="332448"/>
                  </a:lnTo>
                  <a:lnTo>
                    <a:pt x="373826" y="300498"/>
                  </a:lnTo>
                  <a:close/>
                  <a:moveTo>
                    <a:pt x="46261" y="292815"/>
                  </a:moveTo>
                  <a:lnTo>
                    <a:pt x="37600" y="300498"/>
                  </a:lnTo>
                  <a:lnTo>
                    <a:pt x="46261" y="300498"/>
                  </a:lnTo>
                  <a:close/>
                  <a:moveTo>
                    <a:pt x="359557" y="268548"/>
                  </a:moveTo>
                  <a:lnTo>
                    <a:pt x="373826" y="300498"/>
                  </a:lnTo>
                  <a:lnTo>
                    <a:pt x="374139" y="268548"/>
                  </a:lnTo>
                  <a:close/>
                  <a:moveTo>
                    <a:pt x="81072" y="266510"/>
                  </a:moveTo>
                  <a:lnTo>
                    <a:pt x="78959" y="268548"/>
                  </a:lnTo>
                  <a:lnTo>
                    <a:pt x="81072" y="268548"/>
                  </a:lnTo>
                  <a:close/>
                  <a:moveTo>
                    <a:pt x="81072" y="268548"/>
                  </a:moveTo>
                  <a:lnTo>
                    <a:pt x="111967" y="236598"/>
                  </a:lnTo>
                  <a:lnTo>
                    <a:pt x="81072" y="266510"/>
                  </a:lnTo>
                  <a:close/>
                  <a:moveTo>
                    <a:pt x="115883" y="236598"/>
                  </a:moveTo>
                  <a:lnTo>
                    <a:pt x="111967" y="236598"/>
                  </a:lnTo>
                  <a:lnTo>
                    <a:pt x="81072" y="268548"/>
                  </a:lnTo>
                  <a:close/>
                  <a:moveTo>
                    <a:pt x="359557" y="236598"/>
                  </a:moveTo>
                  <a:lnTo>
                    <a:pt x="374139" y="268548"/>
                  </a:lnTo>
                  <a:lnTo>
                    <a:pt x="372849" y="236598"/>
                  </a:lnTo>
                  <a:close/>
                  <a:moveTo>
                    <a:pt x="115883" y="215159"/>
                  </a:moveTo>
                  <a:lnTo>
                    <a:pt x="111967" y="236598"/>
                  </a:lnTo>
                  <a:lnTo>
                    <a:pt x="115883" y="236598"/>
                  </a:lnTo>
                  <a:close/>
                  <a:moveTo>
                    <a:pt x="115883" y="236598"/>
                  </a:moveTo>
                  <a:lnTo>
                    <a:pt x="117726" y="204648"/>
                  </a:lnTo>
                  <a:lnTo>
                    <a:pt x="115883" y="215159"/>
                  </a:lnTo>
                  <a:close/>
                  <a:moveTo>
                    <a:pt x="150693" y="204648"/>
                  </a:moveTo>
                  <a:lnTo>
                    <a:pt x="117726" y="204648"/>
                  </a:lnTo>
                  <a:lnTo>
                    <a:pt x="115883" y="236598"/>
                  </a:lnTo>
                  <a:close/>
                  <a:moveTo>
                    <a:pt x="359557" y="204648"/>
                  </a:moveTo>
                  <a:lnTo>
                    <a:pt x="372849" y="236598"/>
                  </a:lnTo>
                  <a:lnTo>
                    <a:pt x="368649" y="204648"/>
                  </a:lnTo>
                  <a:close/>
                  <a:moveTo>
                    <a:pt x="359557" y="204648"/>
                  </a:moveTo>
                  <a:lnTo>
                    <a:pt x="359557" y="236598"/>
                  </a:lnTo>
                  <a:lnTo>
                    <a:pt x="372849" y="236598"/>
                  </a:lnTo>
                  <a:close/>
                  <a:moveTo>
                    <a:pt x="150693" y="204648"/>
                  </a:moveTo>
                  <a:lnTo>
                    <a:pt x="115883" y="202001"/>
                  </a:lnTo>
                  <a:lnTo>
                    <a:pt x="117726" y="204648"/>
                  </a:lnTo>
                  <a:close/>
                  <a:moveTo>
                    <a:pt x="359557" y="204648"/>
                  </a:moveTo>
                  <a:lnTo>
                    <a:pt x="368649" y="204648"/>
                  </a:lnTo>
                  <a:lnTo>
                    <a:pt x="359557" y="177761"/>
                  </a:lnTo>
                  <a:close/>
                  <a:moveTo>
                    <a:pt x="357621" y="172698"/>
                  </a:moveTo>
                  <a:lnTo>
                    <a:pt x="359557" y="204648"/>
                  </a:lnTo>
                  <a:lnTo>
                    <a:pt x="359557" y="177761"/>
                  </a:lnTo>
                  <a:close/>
                  <a:moveTo>
                    <a:pt x="94598" y="172698"/>
                  </a:moveTo>
                  <a:lnTo>
                    <a:pt x="115883" y="202001"/>
                  </a:lnTo>
                  <a:lnTo>
                    <a:pt x="115883" y="172698"/>
                  </a:lnTo>
                  <a:close/>
                  <a:moveTo>
                    <a:pt x="324747" y="140748"/>
                  </a:moveTo>
                  <a:lnTo>
                    <a:pt x="357621" y="172698"/>
                  </a:lnTo>
                  <a:lnTo>
                    <a:pt x="334804" y="140748"/>
                  </a:lnTo>
                  <a:close/>
                  <a:moveTo>
                    <a:pt x="60337" y="140748"/>
                  </a:moveTo>
                  <a:lnTo>
                    <a:pt x="81072" y="161823"/>
                  </a:lnTo>
                  <a:lnTo>
                    <a:pt x="81072" y="140748"/>
                  </a:lnTo>
                  <a:close/>
                  <a:moveTo>
                    <a:pt x="289936" y="108798"/>
                  </a:moveTo>
                  <a:lnTo>
                    <a:pt x="324747" y="131094"/>
                  </a:lnTo>
                  <a:lnTo>
                    <a:pt x="297058" y="108798"/>
                  </a:lnTo>
                  <a:close/>
                  <a:moveTo>
                    <a:pt x="324747" y="140748"/>
                  </a:moveTo>
                  <a:lnTo>
                    <a:pt x="324747" y="131094"/>
                  </a:lnTo>
                  <a:lnTo>
                    <a:pt x="289936" y="108798"/>
                  </a:lnTo>
                  <a:close/>
                  <a:moveTo>
                    <a:pt x="324747" y="140748"/>
                  </a:moveTo>
                  <a:lnTo>
                    <a:pt x="334804" y="140748"/>
                  </a:lnTo>
                  <a:lnTo>
                    <a:pt x="324747" y="131094"/>
                  </a:lnTo>
                  <a:close/>
                  <a:moveTo>
                    <a:pt x="38329" y="108798"/>
                  </a:moveTo>
                  <a:lnTo>
                    <a:pt x="46261" y="121739"/>
                  </a:lnTo>
                  <a:lnTo>
                    <a:pt x="46261" y="108798"/>
                  </a:lnTo>
                  <a:close/>
                  <a:moveTo>
                    <a:pt x="31973" y="76848"/>
                  </a:moveTo>
                  <a:lnTo>
                    <a:pt x="38329" y="108798"/>
                  </a:lnTo>
                  <a:lnTo>
                    <a:pt x="46261" y="108798"/>
                  </a:lnTo>
                  <a:close/>
                  <a:moveTo>
                    <a:pt x="255125" y="76848"/>
                  </a:moveTo>
                  <a:lnTo>
                    <a:pt x="289936" y="103261"/>
                  </a:lnTo>
                  <a:lnTo>
                    <a:pt x="258773" y="76848"/>
                  </a:lnTo>
                  <a:close/>
                  <a:moveTo>
                    <a:pt x="289936" y="108798"/>
                  </a:moveTo>
                  <a:lnTo>
                    <a:pt x="289936" y="103261"/>
                  </a:lnTo>
                  <a:lnTo>
                    <a:pt x="255125" y="76848"/>
                  </a:lnTo>
                  <a:close/>
                  <a:moveTo>
                    <a:pt x="289936" y="108798"/>
                  </a:moveTo>
                  <a:lnTo>
                    <a:pt x="297058" y="108798"/>
                  </a:lnTo>
                  <a:lnTo>
                    <a:pt x="289936" y="103261"/>
                  </a:lnTo>
                  <a:close/>
                  <a:moveTo>
                    <a:pt x="41060" y="44898"/>
                  </a:moveTo>
                  <a:lnTo>
                    <a:pt x="46261" y="76848"/>
                  </a:lnTo>
                  <a:lnTo>
                    <a:pt x="46261" y="44898"/>
                  </a:lnTo>
                  <a:close/>
                  <a:moveTo>
                    <a:pt x="41060" y="44898"/>
                  </a:moveTo>
                  <a:lnTo>
                    <a:pt x="31973" y="76848"/>
                  </a:lnTo>
                  <a:lnTo>
                    <a:pt x="46261" y="76848"/>
                  </a:lnTo>
                  <a:close/>
                  <a:moveTo>
                    <a:pt x="220315" y="44898"/>
                  </a:moveTo>
                  <a:lnTo>
                    <a:pt x="255125" y="73560"/>
                  </a:lnTo>
                  <a:lnTo>
                    <a:pt x="226693" y="44898"/>
                  </a:lnTo>
                  <a:close/>
                  <a:moveTo>
                    <a:pt x="255125" y="76848"/>
                  </a:moveTo>
                  <a:lnTo>
                    <a:pt x="255125" y="73560"/>
                  </a:lnTo>
                  <a:lnTo>
                    <a:pt x="220315" y="44898"/>
                  </a:lnTo>
                  <a:close/>
                  <a:moveTo>
                    <a:pt x="255125" y="76848"/>
                  </a:moveTo>
                  <a:lnTo>
                    <a:pt x="258773" y="76848"/>
                  </a:lnTo>
                  <a:lnTo>
                    <a:pt x="255125" y="73560"/>
                  </a:lnTo>
                  <a:close/>
                  <a:moveTo>
                    <a:pt x="46261" y="38148"/>
                  </a:moveTo>
                  <a:lnTo>
                    <a:pt x="41060" y="44898"/>
                  </a:lnTo>
                  <a:lnTo>
                    <a:pt x="46261" y="44898"/>
                  </a:lnTo>
                  <a:close/>
                  <a:moveTo>
                    <a:pt x="181954" y="12948"/>
                  </a:moveTo>
                  <a:lnTo>
                    <a:pt x="150693" y="12948"/>
                  </a:lnTo>
                  <a:lnTo>
                    <a:pt x="185504" y="14440"/>
                  </a:lnTo>
                  <a:close/>
                  <a:moveTo>
                    <a:pt x="220315" y="44898"/>
                  </a:moveTo>
                  <a:lnTo>
                    <a:pt x="226693" y="44898"/>
                  </a:lnTo>
                  <a:lnTo>
                    <a:pt x="220315" y="39314"/>
                  </a:lnTo>
                  <a:close/>
                  <a:moveTo>
                    <a:pt x="81072" y="9338"/>
                  </a:moveTo>
                  <a:lnTo>
                    <a:pt x="74875" y="12948"/>
                  </a:lnTo>
                  <a:lnTo>
                    <a:pt x="81072" y="12948"/>
                  </a:lnTo>
                  <a:close/>
                  <a:moveTo>
                    <a:pt x="81072" y="12948"/>
                  </a:moveTo>
                  <a:lnTo>
                    <a:pt x="115883" y="0"/>
                  </a:lnTo>
                  <a:lnTo>
                    <a:pt x="81072" y="9338"/>
                  </a:lnTo>
                  <a:close/>
                  <a:moveTo>
                    <a:pt x="81072" y="12948"/>
                  </a:moveTo>
                  <a:lnTo>
                    <a:pt x="115883" y="12948"/>
                  </a:lnTo>
                  <a:lnTo>
                    <a:pt x="115883" y="0"/>
                  </a:lnTo>
                  <a:close/>
                  <a:moveTo>
                    <a:pt x="115883" y="12948"/>
                  </a:moveTo>
                  <a:lnTo>
                    <a:pt x="150693" y="1762"/>
                  </a:lnTo>
                  <a:lnTo>
                    <a:pt x="115883" y="0"/>
                  </a:lnTo>
                  <a:close/>
                  <a:moveTo>
                    <a:pt x="150693" y="12948"/>
                  </a:moveTo>
                  <a:lnTo>
                    <a:pt x="181954" y="12948"/>
                  </a:lnTo>
                  <a:lnTo>
                    <a:pt x="150693" y="1762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3992" name="Candidate_B5__3991">
              <a:extLst>
                <a:ext uri="{FF2B5EF4-FFF2-40B4-BE49-F238E27FC236}">
                  <a16:creationId xmlns:a16="http://schemas.microsoft.com/office/drawing/2014/main" id="{C22A3107-238E-B240-3F08-3D5E2E3E954D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29223"/>
              <a:ext cx="362688" cy="458486"/>
            </a:xfrm>
            <a:custGeom>
              <a:avLst/>
              <a:gdLst/>
              <a:ahLst/>
              <a:cxnLst/>
              <a:rect l="0" t="0" r="0" b="0"/>
              <a:pathLst>
                <a:path w="362688" h="458486">
                  <a:moveTo>
                    <a:pt x="69621" y="454980"/>
                  </a:moveTo>
                  <a:lnTo>
                    <a:pt x="104432" y="458486"/>
                  </a:lnTo>
                  <a:lnTo>
                    <a:pt x="104432" y="436050"/>
                  </a:lnTo>
                  <a:close/>
                  <a:moveTo>
                    <a:pt x="69621" y="454980"/>
                  </a:moveTo>
                  <a:lnTo>
                    <a:pt x="104432" y="436050"/>
                  </a:lnTo>
                  <a:lnTo>
                    <a:pt x="69621" y="427264"/>
                  </a:lnTo>
                  <a:close/>
                  <a:moveTo>
                    <a:pt x="104432" y="458486"/>
                  </a:moveTo>
                  <a:lnTo>
                    <a:pt x="139243" y="458486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39243" y="438069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56717" y="458486"/>
                  </a:lnTo>
                  <a:lnTo>
                    <a:pt x="139243" y="438069"/>
                  </a:lnTo>
                  <a:close/>
                  <a:moveTo>
                    <a:pt x="139243" y="438069"/>
                  </a:moveTo>
                  <a:lnTo>
                    <a:pt x="156717" y="458486"/>
                  </a:lnTo>
                  <a:lnTo>
                    <a:pt x="174053" y="456792"/>
                  </a:lnTo>
                  <a:close/>
                  <a:moveTo>
                    <a:pt x="139243" y="438069"/>
                  </a:moveTo>
                  <a:lnTo>
                    <a:pt x="174053" y="456792"/>
                  </a:lnTo>
                  <a:lnTo>
                    <a:pt x="174053" y="435853"/>
                  </a:lnTo>
                  <a:close/>
                  <a:moveTo>
                    <a:pt x="0" y="394586"/>
                  </a:moveTo>
                  <a:lnTo>
                    <a:pt x="0" y="406929"/>
                  </a:lnTo>
                  <a:lnTo>
                    <a:pt x="29944" y="394586"/>
                  </a:lnTo>
                  <a:close/>
                  <a:moveTo>
                    <a:pt x="0" y="406929"/>
                  </a:moveTo>
                  <a:lnTo>
                    <a:pt x="14844" y="426536"/>
                  </a:lnTo>
                  <a:lnTo>
                    <a:pt x="29944" y="394586"/>
                  </a:lnTo>
                  <a:close/>
                  <a:moveTo>
                    <a:pt x="29944" y="394586"/>
                  </a:moveTo>
                  <a:lnTo>
                    <a:pt x="14844" y="426536"/>
                  </a:lnTo>
                  <a:lnTo>
                    <a:pt x="34811" y="400552"/>
                  </a:lnTo>
                  <a:close/>
                  <a:moveTo>
                    <a:pt x="34811" y="400552"/>
                  </a:moveTo>
                  <a:lnTo>
                    <a:pt x="14844" y="426536"/>
                  </a:lnTo>
                  <a:lnTo>
                    <a:pt x="34811" y="426536"/>
                  </a:lnTo>
                  <a:close/>
                  <a:moveTo>
                    <a:pt x="34811" y="441071"/>
                  </a:moveTo>
                  <a:lnTo>
                    <a:pt x="68109" y="426536"/>
                  </a:lnTo>
                  <a:lnTo>
                    <a:pt x="34811" y="426536"/>
                  </a:lnTo>
                  <a:close/>
                  <a:moveTo>
                    <a:pt x="69621" y="427264"/>
                  </a:moveTo>
                  <a:lnTo>
                    <a:pt x="68109" y="426536"/>
                  </a:lnTo>
                  <a:lnTo>
                    <a:pt x="34811" y="441071"/>
                  </a:lnTo>
                  <a:close/>
                  <a:moveTo>
                    <a:pt x="69621" y="454980"/>
                  </a:moveTo>
                  <a:lnTo>
                    <a:pt x="69621" y="427264"/>
                  </a:lnTo>
                  <a:lnTo>
                    <a:pt x="34811" y="441071"/>
                  </a:lnTo>
                  <a:close/>
                  <a:moveTo>
                    <a:pt x="174053" y="456792"/>
                  </a:moveTo>
                  <a:lnTo>
                    <a:pt x="208864" y="450928"/>
                  </a:lnTo>
                  <a:lnTo>
                    <a:pt x="208864" y="430381"/>
                  </a:lnTo>
                  <a:close/>
                  <a:moveTo>
                    <a:pt x="174053" y="435853"/>
                  </a:moveTo>
                  <a:lnTo>
                    <a:pt x="174053" y="456792"/>
                  </a:lnTo>
                  <a:lnTo>
                    <a:pt x="208864" y="430381"/>
                  </a:lnTo>
                  <a:close/>
                  <a:moveTo>
                    <a:pt x="243675" y="442206"/>
                  </a:moveTo>
                  <a:lnTo>
                    <a:pt x="243675" y="426536"/>
                  </a:lnTo>
                  <a:lnTo>
                    <a:pt x="208864" y="430381"/>
                  </a:lnTo>
                  <a:close/>
                  <a:moveTo>
                    <a:pt x="208864" y="450928"/>
                  </a:moveTo>
                  <a:lnTo>
                    <a:pt x="243675" y="442206"/>
                  </a:lnTo>
                  <a:lnTo>
                    <a:pt x="208864" y="430381"/>
                  </a:lnTo>
                  <a:close/>
                  <a:moveTo>
                    <a:pt x="278485" y="426536"/>
                  </a:moveTo>
                  <a:lnTo>
                    <a:pt x="243675" y="426536"/>
                  </a:lnTo>
                  <a:lnTo>
                    <a:pt x="243675" y="442206"/>
                  </a:lnTo>
                  <a:close/>
                  <a:moveTo>
                    <a:pt x="243675" y="426536"/>
                  </a:moveTo>
                  <a:lnTo>
                    <a:pt x="278485" y="426536"/>
                  </a:lnTo>
                  <a:lnTo>
                    <a:pt x="243675" y="420905"/>
                  </a:lnTo>
                  <a:close/>
                  <a:moveTo>
                    <a:pt x="278485" y="426536"/>
                  </a:moveTo>
                  <a:lnTo>
                    <a:pt x="278485" y="405311"/>
                  </a:lnTo>
                  <a:lnTo>
                    <a:pt x="243675" y="420905"/>
                  </a:lnTo>
                  <a:close/>
                  <a:moveTo>
                    <a:pt x="278485" y="405311"/>
                  </a:moveTo>
                  <a:lnTo>
                    <a:pt x="313296" y="406538"/>
                  </a:lnTo>
                  <a:lnTo>
                    <a:pt x="313296" y="394586"/>
                  </a:lnTo>
                  <a:close/>
                  <a:moveTo>
                    <a:pt x="278485" y="426536"/>
                  </a:moveTo>
                  <a:lnTo>
                    <a:pt x="313296" y="406538"/>
                  </a:lnTo>
                  <a:lnTo>
                    <a:pt x="278485" y="405311"/>
                  </a:lnTo>
                  <a:close/>
                  <a:moveTo>
                    <a:pt x="23351" y="362636"/>
                  </a:moveTo>
                  <a:lnTo>
                    <a:pt x="0" y="362636"/>
                  </a:lnTo>
                  <a:lnTo>
                    <a:pt x="0" y="394586"/>
                  </a:lnTo>
                  <a:close/>
                  <a:moveTo>
                    <a:pt x="313296" y="374482"/>
                  </a:moveTo>
                  <a:lnTo>
                    <a:pt x="348107" y="362636"/>
                  </a:lnTo>
                  <a:lnTo>
                    <a:pt x="322011" y="362636"/>
                  </a:lnTo>
                  <a:close/>
                  <a:moveTo>
                    <a:pt x="313296" y="374482"/>
                  </a:moveTo>
                  <a:lnTo>
                    <a:pt x="348107" y="362702"/>
                  </a:lnTo>
                  <a:lnTo>
                    <a:pt x="348107" y="362636"/>
                  </a:lnTo>
                  <a:close/>
                  <a:moveTo>
                    <a:pt x="313296" y="394586"/>
                  </a:moveTo>
                  <a:lnTo>
                    <a:pt x="348107" y="362702"/>
                  </a:lnTo>
                  <a:lnTo>
                    <a:pt x="313296" y="374482"/>
                  </a:lnTo>
                  <a:close/>
                  <a:moveTo>
                    <a:pt x="0" y="362636"/>
                  </a:moveTo>
                  <a:lnTo>
                    <a:pt x="34811" y="330686"/>
                  </a:lnTo>
                  <a:lnTo>
                    <a:pt x="0" y="330686"/>
                  </a:lnTo>
                  <a:close/>
                  <a:moveTo>
                    <a:pt x="348107" y="362636"/>
                  </a:moveTo>
                  <a:lnTo>
                    <a:pt x="348107" y="330686"/>
                  </a:lnTo>
                  <a:lnTo>
                    <a:pt x="322011" y="362636"/>
                  </a:lnTo>
                  <a:close/>
                  <a:moveTo>
                    <a:pt x="34811" y="330686"/>
                  </a:moveTo>
                  <a:lnTo>
                    <a:pt x="34811" y="298736"/>
                  </a:lnTo>
                  <a:lnTo>
                    <a:pt x="0" y="330686"/>
                  </a:lnTo>
                  <a:close/>
                  <a:moveTo>
                    <a:pt x="348107" y="298736"/>
                  </a:moveTo>
                  <a:lnTo>
                    <a:pt x="348107" y="330686"/>
                  </a:lnTo>
                  <a:lnTo>
                    <a:pt x="358783" y="330686"/>
                  </a:lnTo>
                  <a:close/>
                  <a:moveTo>
                    <a:pt x="348107" y="330686"/>
                  </a:moveTo>
                  <a:lnTo>
                    <a:pt x="348107" y="298736"/>
                  </a:lnTo>
                  <a:lnTo>
                    <a:pt x="332965" y="330686"/>
                  </a:lnTo>
                  <a:close/>
                  <a:moveTo>
                    <a:pt x="69621" y="266786"/>
                  </a:moveTo>
                  <a:lnTo>
                    <a:pt x="67509" y="266786"/>
                  </a:lnTo>
                  <a:lnTo>
                    <a:pt x="69621" y="298508"/>
                  </a:lnTo>
                  <a:close/>
                  <a:moveTo>
                    <a:pt x="67509" y="266786"/>
                  </a:moveTo>
                  <a:lnTo>
                    <a:pt x="34811" y="291053"/>
                  </a:lnTo>
                  <a:lnTo>
                    <a:pt x="69621" y="298508"/>
                  </a:lnTo>
                  <a:close/>
                  <a:moveTo>
                    <a:pt x="69621" y="298508"/>
                  </a:moveTo>
                  <a:lnTo>
                    <a:pt x="34811" y="291053"/>
                  </a:lnTo>
                  <a:lnTo>
                    <a:pt x="69329" y="298736"/>
                  </a:lnTo>
                  <a:close/>
                  <a:moveTo>
                    <a:pt x="69329" y="298736"/>
                  </a:moveTo>
                  <a:lnTo>
                    <a:pt x="34811" y="291053"/>
                  </a:lnTo>
                  <a:lnTo>
                    <a:pt x="34811" y="298736"/>
                  </a:lnTo>
                  <a:close/>
                  <a:moveTo>
                    <a:pt x="348107" y="266786"/>
                  </a:moveTo>
                  <a:lnTo>
                    <a:pt x="348107" y="298736"/>
                  </a:lnTo>
                  <a:lnTo>
                    <a:pt x="362376" y="298736"/>
                  </a:lnTo>
                  <a:close/>
                  <a:moveTo>
                    <a:pt x="348107" y="298736"/>
                  </a:moveTo>
                  <a:lnTo>
                    <a:pt x="348107" y="266786"/>
                  </a:lnTo>
                  <a:lnTo>
                    <a:pt x="334559" y="298736"/>
                  </a:lnTo>
                  <a:close/>
                  <a:moveTo>
                    <a:pt x="104432" y="266786"/>
                  </a:moveTo>
                  <a:lnTo>
                    <a:pt x="104432" y="234836"/>
                  </a:lnTo>
                  <a:lnTo>
                    <a:pt x="69621" y="266786"/>
                  </a:lnTo>
                  <a:close/>
                  <a:moveTo>
                    <a:pt x="104432" y="266786"/>
                  </a:moveTo>
                  <a:lnTo>
                    <a:pt x="69621" y="266786"/>
                  </a:lnTo>
                  <a:lnTo>
                    <a:pt x="104432" y="274107"/>
                  </a:lnTo>
                  <a:close/>
                  <a:moveTo>
                    <a:pt x="69621" y="266786"/>
                  </a:moveTo>
                  <a:lnTo>
                    <a:pt x="69621" y="298508"/>
                  </a:lnTo>
                  <a:lnTo>
                    <a:pt x="104432" y="274107"/>
                  </a:lnTo>
                  <a:close/>
                  <a:moveTo>
                    <a:pt x="104432" y="266786"/>
                  </a:moveTo>
                  <a:lnTo>
                    <a:pt x="139243" y="23483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66786"/>
                  </a:lnTo>
                  <a:lnTo>
                    <a:pt x="362688" y="266786"/>
                  </a:lnTo>
                  <a:close/>
                  <a:moveTo>
                    <a:pt x="348107" y="266786"/>
                  </a:moveTo>
                  <a:lnTo>
                    <a:pt x="348107" y="234836"/>
                  </a:lnTo>
                  <a:lnTo>
                    <a:pt x="330677" y="266786"/>
                  </a:lnTo>
                  <a:close/>
                  <a:moveTo>
                    <a:pt x="139243" y="234836"/>
                  </a:moveTo>
                  <a:lnTo>
                    <a:pt x="139243" y="20288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02886"/>
                  </a:lnTo>
                  <a:lnTo>
                    <a:pt x="323754" y="234836"/>
                  </a:lnTo>
                  <a:close/>
                  <a:moveTo>
                    <a:pt x="104432" y="170936"/>
                  </a:moveTo>
                  <a:lnTo>
                    <a:pt x="104432" y="200239"/>
                  </a:lnTo>
                  <a:lnTo>
                    <a:pt x="139243" y="202886"/>
                  </a:lnTo>
                  <a:close/>
                  <a:moveTo>
                    <a:pt x="139243" y="170936"/>
                  </a:moveTo>
                  <a:lnTo>
                    <a:pt x="104432" y="170936"/>
                  </a:lnTo>
                  <a:lnTo>
                    <a:pt x="139243" y="202886"/>
                  </a:lnTo>
                  <a:close/>
                  <a:moveTo>
                    <a:pt x="313354" y="202886"/>
                  </a:moveTo>
                  <a:lnTo>
                    <a:pt x="348107" y="202886"/>
                  </a:lnTo>
                  <a:lnTo>
                    <a:pt x="313296" y="170936"/>
                  </a:lnTo>
                  <a:close/>
                  <a:moveTo>
                    <a:pt x="313296" y="170936"/>
                  </a:moveTo>
                  <a:lnTo>
                    <a:pt x="348107" y="202886"/>
                  </a:lnTo>
                  <a:lnTo>
                    <a:pt x="346170" y="170936"/>
                  </a:lnTo>
                  <a:close/>
                  <a:moveTo>
                    <a:pt x="69621" y="138986"/>
                  </a:moveTo>
                  <a:lnTo>
                    <a:pt x="69621" y="160061"/>
                  </a:lnTo>
                  <a:lnTo>
                    <a:pt x="88756" y="138986"/>
                  </a:lnTo>
                  <a:close/>
                  <a:moveTo>
                    <a:pt x="69621" y="160061"/>
                  </a:moveTo>
                  <a:lnTo>
                    <a:pt x="83147" y="170936"/>
                  </a:lnTo>
                  <a:lnTo>
                    <a:pt x="88756" y="138986"/>
                  </a:lnTo>
                  <a:close/>
                  <a:moveTo>
                    <a:pt x="88756" y="138986"/>
                  </a:moveTo>
                  <a:lnTo>
                    <a:pt x="83147" y="170936"/>
                  </a:lnTo>
                  <a:lnTo>
                    <a:pt x="104432" y="150433"/>
                  </a:lnTo>
                  <a:close/>
                  <a:moveTo>
                    <a:pt x="104432" y="150433"/>
                  </a:moveTo>
                  <a:lnTo>
                    <a:pt x="83147" y="170936"/>
                  </a:lnTo>
                  <a:lnTo>
                    <a:pt x="104432" y="170936"/>
                  </a:lnTo>
                  <a:close/>
                  <a:moveTo>
                    <a:pt x="313296" y="138986"/>
                  </a:moveTo>
                  <a:lnTo>
                    <a:pt x="313296" y="170936"/>
                  </a:lnTo>
                  <a:lnTo>
                    <a:pt x="346170" y="170936"/>
                  </a:lnTo>
                  <a:close/>
                  <a:moveTo>
                    <a:pt x="278485" y="138986"/>
                  </a:moveTo>
                  <a:lnTo>
                    <a:pt x="313296" y="170936"/>
                  </a:lnTo>
                  <a:lnTo>
                    <a:pt x="313296" y="138986"/>
                  </a:lnTo>
                  <a:close/>
                  <a:moveTo>
                    <a:pt x="34811" y="107036"/>
                  </a:moveTo>
                  <a:lnTo>
                    <a:pt x="34811" y="119977"/>
                  </a:lnTo>
                  <a:lnTo>
                    <a:pt x="56269" y="107036"/>
                  </a:lnTo>
                  <a:close/>
                  <a:moveTo>
                    <a:pt x="34811" y="119977"/>
                  </a:moveTo>
                  <a:lnTo>
                    <a:pt x="48887" y="138986"/>
                  </a:lnTo>
                  <a:lnTo>
                    <a:pt x="56269" y="107036"/>
                  </a:lnTo>
                  <a:close/>
                  <a:moveTo>
                    <a:pt x="56269" y="107036"/>
                  </a:moveTo>
                  <a:lnTo>
                    <a:pt x="48887" y="138986"/>
                  </a:lnTo>
                  <a:lnTo>
                    <a:pt x="69621" y="123412"/>
                  </a:lnTo>
                  <a:close/>
                  <a:moveTo>
                    <a:pt x="69621" y="123412"/>
                  </a:moveTo>
                  <a:lnTo>
                    <a:pt x="48887" y="138986"/>
                  </a:lnTo>
                  <a:lnTo>
                    <a:pt x="69621" y="138986"/>
                  </a:lnTo>
                  <a:close/>
                  <a:moveTo>
                    <a:pt x="278485" y="138986"/>
                  </a:moveTo>
                  <a:lnTo>
                    <a:pt x="313296" y="138986"/>
                  </a:lnTo>
                  <a:lnTo>
                    <a:pt x="278485" y="107036"/>
                  </a:lnTo>
                  <a:close/>
                  <a:moveTo>
                    <a:pt x="243675" y="107036"/>
                  </a:moveTo>
                  <a:lnTo>
                    <a:pt x="278485" y="138986"/>
                  </a:lnTo>
                  <a:lnTo>
                    <a:pt x="278485" y="107036"/>
                  </a:lnTo>
                  <a:close/>
                  <a:moveTo>
                    <a:pt x="20522" y="75086"/>
                  </a:moveTo>
                  <a:lnTo>
                    <a:pt x="34811" y="107036"/>
                  </a:lnTo>
                  <a:lnTo>
                    <a:pt x="34811" y="75086"/>
                  </a:lnTo>
                  <a:close/>
                  <a:moveTo>
                    <a:pt x="47961" y="75086"/>
                  </a:moveTo>
                  <a:lnTo>
                    <a:pt x="34811" y="75086"/>
                  </a:lnTo>
                  <a:lnTo>
                    <a:pt x="34811" y="107036"/>
                  </a:lnTo>
                  <a:close/>
                  <a:moveTo>
                    <a:pt x="243675" y="107036"/>
                  </a:moveTo>
                  <a:lnTo>
                    <a:pt x="278485" y="107036"/>
                  </a:lnTo>
                  <a:lnTo>
                    <a:pt x="243675" y="75086"/>
                  </a:lnTo>
                  <a:close/>
                  <a:moveTo>
                    <a:pt x="208864" y="75086"/>
                  </a:moveTo>
                  <a:lnTo>
                    <a:pt x="243675" y="107036"/>
                  </a:lnTo>
                  <a:lnTo>
                    <a:pt x="243675" y="75086"/>
                  </a:lnTo>
                  <a:close/>
                  <a:moveTo>
                    <a:pt x="61353" y="43136"/>
                  </a:moveTo>
                  <a:lnTo>
                    <a:pt x="34811" y="43136"/>
                  </a:lnTo>
                  <a:lnTo>
                    <a:pt x="34811" y="75086"/>
                  </a:lnTo>
                  <a:close/>
                  <a:moveTo>
                    <a:pt x="208864" y="75086"/>
                  </a:moveTo>
                  <a:lnTo>
                    <a:pt x="243675" y="75086"/>
                  </a:lnTo>
                  <a:lnTo>
                    <a:pt x="208864" y="43136"/>
                  </a:lnTo>
                  <a:close/>
                  <a:moveTo>
                    <a:pt x="208864" y="75086"/>
                  </a:moveTo>
                  <a:lnTo>
                    <a:pt x="208864" y="43136"/>
                  </a:lnTo>
                  <a:lnTo>
                    <a:pt x="205420" y="75086"/>
                  </a:lnTo>
                  <a:close/>
                  <a:moveTo>
                    <a:pt x="208864" y="43136"/>
                  </a:moveTo>
                  <a:lnTo>
                    <a:pt x="177618" y="43136"/>
                  </a:lnTo>
                  <a:lnTo>
                    <a:pt x="205420" y="75086"/>
                  </a:lnTo>
                  <a:close/>
                  <a:moveTo>
                    <a:pt x="69621" y="11186"/>
                  </a:moveTo>
                  <a:lnTo>
                    <a:pt x="63424" y="11186"/>
                  </a:lnTo>
                  <a:lnTo>
                    <a:pt x="69621" y="35785"/>
                  </a:lnTo>
                  <a:close/>
                  <a:moveTo>
                    <a:pt x="63424" y="11186"/>
                  </a:moveTo>
                  <a:lnTo>
                    <a:pt x="34811" y="36386"/>
                  </a:lnTo>
                  <a:lnTo>
                    <a:pt x="69621" y="35785"/>
                  </a:lnTo>
                  <a:close/>
                  <a:moveTo>
                    <a:pt x="69621" y="35785"/>
                  </a:moveTo>
                  <a:lnTo>
                    <a:pt x="34811" y="36386"/>
                  </a:lnTo>
                  <a:lnTo>
                    <a:pt x="61353" y="43136"/>
                  </a:lnTo>
                  <a:close/>
                  <a:moveTo>
                    <a:pt x="61353" y="43136"/>
                  </a:moveTo>
                  <a:lnTo>
                    <a:pt x="34811" y="36386"/>
                  </a:lnTo>
                  <a:lnTo>
                    <a:pt x="34811" y="43136"/>
                  </a:lnTo>
                  <a:close/>
                  <a:moveTo>
                    <a:pt x="174053" y="12678"/>
                  </a:moveTo>
                  <a:lnTo>
                    <a:pt x="139243" y="11186"/>
                  </a:lnTo>
                  <a:lnTo>
                    <a:pt x="139243" y="23768"/>
                  </a:lnTo>
                  <a:close/>
                  <a:moveTo>
                    <a:pt x="174053" y="12678"/>
                  </a:moveTo>
                  <a:lnTo>
                    <a:pt x="139243" y="23768"/>
                  </a:lnTo>
                  <a:lnTo>
                    <a:pt x="174053" y="40343"/>
                  </a:lnTo>
                  <a:close/>
                  <a:moveTo>
                    <a:pt x="208864" y="37552"/>
                  </a:moveTo>
                  <a:lnTo>
                    <a:pt x="177618" y="43136"/>
                  </a:lnTo>
                  <a:lnTo>
                    <a:pt x="208864" y="43136"/>
                  </a:lnTo>
                  <a:close/>
                  <a:moveTo>
                    <a:pt x="174053" y="40343"/>
                  </a:moveTo>
                  <a:lnTo>
                    <a:pt x="177618" y="43136"/>
                  </a:lnTo>
                  <a:lnTo>
                    <a:pt x="208864" y="37552"/>
                  </a:lnTo>
                  <a:close/>
                  <a:moveTo>
                    <a:pt x="174053" y="12678"/>
                  </a:moveTo>
                  <a:lnTo>
                    <a:pt x="174053" y="40343"/>
                  </a:lnTo>
                  <a:lnTo>
                    <a:pt x="208864" y="37552"/>
                  </a:lnTo>
                  <a:close/>
                  <a:moveTo>
                    <a:pt x="104432" y="11186"/>
                  </a:moveTo>
                  <a:lnTo>
                    <a:pt x="69621" y="11186"/>
                  </a:lnTo>
                  <a:lnTo>
                    <a:pt x="104432" y="21622"/>
                  </a:lnTo>
                  <a:close/>
                  <a:moveTo>
                    <a:pt x="69621" y="11186"/>
                  </a:moveTo>
                  <a:lnTo>
                    <a:pt x="69621" y="35785"/>
                  </a:lnTo>
                  <a:lnTo>
                    <a:pt x="104432" y="21622"/>
                  </a:lnTo>
                  <a:close/>
                  <a:moveTo>
                    <a:pt x="104432" y="11186"/>
                  </a:moveTo>
                  <a:lnTo>
                    <a:pt x="139243" y="11186"/>
                  </a:lnTo>
                  <a:lnTo>
                    <a:pt x="139243" y="0"/>
                  </a:lnTo>
                  <a:close/>
                  <a:moveTo>
                    <a:pt x="139243" y="11186"/>
                  </a:moveTo>
                  <a:lnTo>
                    <a:pt x="104432" y="11186"/>
                  </a:lnTo>
                  <a:lnTo>
                    <a:pt x="139243" y="23768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3993" name="Candidate_B5__3992">
              <a:extLst>
                <a:ext uri="{FF2B5EF4-FFF2-40B4-BE49-F238E27FC236}">
                  <a16:creationId xmlns:a16="http://schemas.microsoft.com/office/drawing/2014/main" id="{36BC8EB2-52A1-439F-8149-2FAFE6B9CCB8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40409"/>
              <a:ext cx="348107" cy="426883"/>
            </a:xfrm>
            <a:custGeom>
              <a:avLst/>
              <a:gdLst/>
              <a:ahLst/>
              <a:cxnLst/>
              <a:rect l="0" t="0" r="0" b="0"/>
              <a:pathLst>
                <a:path w="348107" h="426883">
                  <a:moveTo>
                    <a:pt x="34811" y="415351"/>
                  </a:moveTo>
                  <a:lnTo>
                    <a:pt x="68109" y="415351"/>
                  </a:lnTo>
                  <a:lnTo>
                    <a:pt x="34811" y="389366"/>
                  </a:lnTo>
                  <a:close/>
                  <a:moveTo>
                    <a:pt x="208864" y="419195"/>
                  </a:moveTo>
                  <a:lnTo>
                    <a:pt x="243675" y="415351"/>
                  </a:lnTo>
                  <a:lnTo>
                    <a:pt x="223631" y="415351"/>
                  </a:lnTo>
                  <a:close/>
                  <a:moveTo>
                    <a:pt x="223631" y="415351"/>
                  </a:moveTo>
                  <a:lnTo>
                    <a:pt x="243675" y="415351"/>
                  </a:lnTo>
                  <a:lnTo>
                    <a:pt x="243675" y="409720"/>
                  </a:lnTo>
                  <a:close/>
                  <a:moveTo>
                    <a:pt x="278485" y="394125"/>
                  </a:moveTo>
                  <a:lnTo>
                    <a:pt x="313296" y="383401"/>
                  </a:lnTo>
                  <a:lnTo>
                    <a:pt x="294146" y="383401"/>
                  </a:lnTo>
                  <a:close/>
                  <a:moveTo>
                    <a:pt x="29944" y="383401"/>
                  </a:moveTo>
                  <a:lnTo>
                    <a:pt x="23351" y="351451"/>
                  </a:lnTo>
                  <a:lnTo>
                    <a:pt x="0" y="383401"/>
                  </a:lnTo>
                  <a:close/>
                  <a:moveTo>
                    <a:pt x="294146" y="383401"/>
                  </a:moveTo>
                  <a:lnTo>
                    <a:pt x="313296" y="383401"/>
                  </a:lnTo>
                  <a:lnTo>
                    <a:pt x="313296" y="363297"/>
                  </a:lnTo>
                  <a:close/>
                  <a:moveTo>
                    <a:pt x="23351" y="351451"/>
                  </a:moveTo>
                  <a:lnTo>
                    <a:pt x="34811" y="322294"/>
                  </a:lnTo>
                  <a:lnTo>
                    <a:pt x="0" y="351451"/>
                  </a:lnTo>
                  <a:close/>
                  <a:moveTo>
                    <a:pt x="0" y="351451"/>
                  </a:moveTo>
                  <a:lnTo>
                    <a:pt x="34811" y="322294"/>
                  </a:lnTo>
                  <a:lnTo>
                    <a:pt x="34811" y="319501"/>
                  </a:lnTo>
                  <a:close/>
                  <a:moveTo>
                    <a:pt x="348107" y="319501"/>
                  </a:moveTo>
                  <a:lnTo>
                    <a:pt x="332965" y="319501"/>
                  </a:lnTo>
                  <a:lnTo>
                    <a:pt x="322011" y="351451"/>
                  </a:lnTo>
                  <a:close/>
                  <a:moveTo>
                    <a:pt x="36076" y="319501"/>
                  </a:moveTo>
                  <a:lnTo>
                    <a:pt x="69329" y="287551"/>
                  </a:lnTo>
                  <a:lnTo>
                    <a:pt x="34811" y="319501"/>
                  </a:lnTo>
                  <a:close/>
                  <a:moveTo>
                    <a:pt x="69329" y="28755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34811" y="319501"/>
                  </a:moveTo>
                  <a:lnTo>
                    <a:pt x="34811" y="322294"/>
                  </a:lnTo>
                  <a:lnTo>
                    <a:pt x="36076" y="319501"/>
                  </a:lnTo>
                  <a:close/>
                  <a:moveTo>
                    <a:pt x="348107" y="287551"/>
                  </a:moveTo>
                  <a:lnTo>
                    <a:pt x="334559" y="287551"/>
                  </a:lnTo>
                  <a:lnTo>
                    <a:pt x="332965" y="319501"/>
                  </a:lnTo>
                  <a:close/>
                  <a:moveTo>
                    <a:pt x="348107" y="255601"/>
                  </a:moveTo>
                  <a:lnTo>
                    <a:pt x="330677" y="255601"/>
                  </a:lnTo>
                  <a:lnTo>
                    <a:pt x="334559" y="287551"/>
                  </a:lnTo>
                  <a:close/>
                  <a:moveTo>
                    <a:pt x="115233" y="255601"/>
                  </a:moveTo>
                  <a:lnTo>
                    <a:pt x="139243" y="232363"/>
                  </a:lnTo>
                  <a:lnTo>
                    <a:pt x="104432" y="255601"/>
                  </a:lnTo>
                  <a:close/>
                  <a:moveTo>
                    <a:pt x="104432" y="255601"/>
                  </a:moveTo>
                  <a:lnTo>
                    <a:pt x="139243" y="232363"/>
                  </a:lnTo>
                  <a:lnTo>
                    <a:pt x="139243" y="223650"/>
                  </a:lnTo>
                  <a:close/>
                  <a:moveTo>
                    <a:pt x="104432" y="255601"/>
                  </a:moveTo>
                  <a:lnTo>
                    <a:pt x="104432" y="262921"/>
                  </a:lnTo>
                  <a:lnTo>
                    <a:pt x="115233" y="255601"/>
                  </a:lnTo>
                  <a:close/>
                  <a:moveTo>
                    <a:pt x="348107" y="223650"/>
                  </a:moveTo>
                  <a:lnTo>
                    <a:pt x="323754" y="223650"/>
                  </a:lnTo>
                  <a:lnTo>
                    <a:pt x="330677" y="255601"/>
                  </a:lnTo>
                  <a:close/>
                  <a:moveTo>
                    <a:pt x="148428" y="223650"/>
                  </a:moveTo>
                  <a:lnTo>
                    <a:pt x="159683" y="191700"/>
                  </a:lnTo>
                  <a:lnTo>
                    <a:pt x="139243" y="223650"/>
                  </a:lnTo>
                  <a:close/>
                  <a:moveTo>
                    <a:pt x="159683" y="191700"/>
                  </a:moveTo>
                  <a:lnTo>
                    <a:pt x="139243" y="191700"/>
                  </a:lnTo>
                  <a:lnTo>
                    <a:pt x="139243" y="223650"/>
                  </a:lnTo>
                  <a:close/>
                  <a:moveTo>
                    <a:pt x="139243" y="223650"/>
                  </a:moveTo>
                  <a:lnTo>
                    <a:pt x="139243" y="232363"/>
                  </a:lnTo>
                  <a:lnTo>
                    <a:pt x="148428" y="223650"/>
                  </a:lnTo>
                  <a:close/>
                  <a:moveTo>
                    <a:pt x="348107" y="191700"/>
                  </a:moveTo>
                  <a:lnTo>
                    <a:pt x="313354" y="191700"/>
                  </a:lnTo>
                  <a:lnTo>
                    <a:pt x="323754" y="223650"/>
                  </a:lnTo>
                  <a:close/>
                  <a:moveTo>
                    <a:pt x="159683" y="191700"/>
                  </a:moveTo>
                  <a:lnTo>
                    <a:pt x="139961" y="159750"/>
                  </a:lnTo>
                  <a:lnTo>
                    <a:pt x="139243" y="191700"/>
                  </a:lnTo>
                  <a:close/>
                  <a:moveTo>
                    <a:pt x="139961" y="159750"/>
                  </a:moveTo>
                  <a:lnTo>
                    <a:pt x="139243" y="159750"/>
                  </a:lnTo>
                  <a:lnTo>
                    <a:pt x="139243" y="191700"/>
                  </a:lnTo>
                  <a:close/>
                  <a:moveTo>
                    <a:pt x="313296" y="191586"/>
                  </a:moveTo>
                  <a:lnTo>
                    <a:pt x="313354" y="191700"/>
                  </a:lnTo>
                  <a:lnTo>
                    <a:pt x="313296" y="159750"/>
                  </a:lnTo>
                  <a:close/>
                  <a:moveTo>
                    <a:pt x="104432" y="159750"/>
                  </a:moveTo>
                  <a:lnTo>
                    <a:pt x="139243" y="159750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243" y="159365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961" y="159750"/>
                  </a:lnTo>
                  <a:lnTo>
                    <a:pt x="139243" y="159365"/>
                  </a:lnTo>
                  <a:close/>
                  <a:moveTo>
                    <a:pt x="278485" y="147402"/>
                  </a:moveTo>
                  <a:lnTo>
                    <a:pt x="290416" y="159750"/>
                  </a:lnTo>
                  <a:lnTo>
                    <a:pt x="278485" y="127800"/>
                  </a:lnTo>
                  <a:close/>
                  <a:moveTo>
                    <a:pt x="278485" y="127800"/>
                  </a:moveTo>
                  <a:lnTo>
                    <a:pt x="290416" y="159750"/>
                  </a:lnTo>
                  <a:lnTo>
                    <a:pt x="313296" y="159750"/>
                  </a:lnTo>
                  <a:close/>
                  <a:moveTo>
                    <a:pt x="313296" y="191586"/>
                  </a:moveTo>
                  <a:lnTo>
                    <a:pt x="313296" y="159750"/>
                  </a:lnTo>
                  <a:lnTo>
                    <a:pt x="290416" y="159750"/>
                  </a:lnTo>
                  <a:close/>
                  <a:moveTo>
                    <a:pt x="69621" y="127800"/>
                  </a:moveTo>
                  <a:lnTo>
                    <a:pt x="88756" y="127800"/>
                  </a:lnTo>
                  <a:lnTo>
                    <a:pt x="69621" y="112227"/>
                  </a:lnTo>
                  <a:close/>
                  <a:moveTo>
                    <a:pt x="243675" y="117647"/>
                  </a:moveTo>
                  <a:lnTo>
                    <a:pt x="254562" y="127800"/>
                  </a:lnTo>
                  <a:lnTo>
                    <a:pt x="243675" y="95850"/>
                  </a:lnTo>
                  <a:close/>
                  <a:moveTo>
                    <a:pt x="243675" y="95850"/>
                  </a:moveTo>
                  <a:lnTo>
                    <a:pt x="254562" y="127800"/>
                  </a:lnTo>
                  <a:lnTo>
                    <a:pt x="278485" y="127800"/>
                  </a:lnTo>
                  <a:close/>
                  <a:moveTo>
                    <a:pt x="278485" y="147402"/>
                  </a:moveTo>
                  <a:lnTo>
                    <a:pt x="278485" y="127800"/>
                  </a:lnTo>
                  <a:lnTo>
                    <a:pt x="254562" y="127800"/>
                  </a:lnTo>
                  <a:close/>
                  <a:moveTo>
                    <a:pt x="56269" y="95850"/>
                  </a:moveTo>
                  <a:lnTo>
                    <a:pt x="47961" y="63900"/>
                  </a:lnTo>
                  <a:lnTo>
                    <a:pt x="34811" y="95850"/>
                  </a:lnTo>
                  <a:close/>
                  <a:moveTo>
                    <a:pt x="208864" y="70163"/>
                  </a:moveTo>
                  <a:lnTo>
                    <a:pt x="225991" y="95850"/>
                  </a:lnTo>
                  <a:lnTo>
                    <a:pt x="208864" y="63900"/>
                  </a:lnTo>
                  <a:close/>
                  <a:moveTo>
                    <a:pt x="208864" y="63900"/>
                  </a:moveTo>
                  <a:lnTo>
                    <a:pt x="225991" y="95850"/>
                  </a:lnTo>
                  <a:lnTo>
                    <a:pt x="243675" y="95850"/>
                  </a:lnTo>
                  <a:close/>
                  <a:moveTo>
                    <a:pt x="243675" y="117647"/>
                  </a:moveTo>
                  <a:lnTo>
                    <a:pt x="243675" y="95850"/>
                  </a:lnTo>
                  <a:lnTo>
                    <a:pt x="225991" y="95850"/>
                  </a:lnTo>
                  <a:close/>
                  <a:moveTo>
                    <a:pt x="47961" y="63900"/>
                  </a:moveTo>
                  <a:lnTo>
                    <a:pt x="61353" y="31950"/>
                  </a:lnTo>
                  <a:lnTo>
                    <a:pt x="34811" y="63900"/>
                  </a:lnTo>
                  <a:close/>
                  <a:moveTo>
                    <a:pt x="208864" y="70163"/>
                  </a:moveTo>
                  <a:lnTo>
                    <a:pt x="208864" y="63900"/>
                  </a:lnTo>
                  <a:lnTo>
                    <a:pt x="205420" y="63900"/>
                  </a:lnTo>
                  <a:close/>
                  <a:moveTo>
                    <a:pt x="104432" y="0"/>
                  </a:moveTo>
                  <a:lnTo>
                    <a:pt x="104432" y="10436"/>
                  </a:lnTo>
                  <a:lnTo>
                    <a:pt x="139243" y="12582"/>
                  </a:lnTo>
                  <a:close/>
                  <a:moveTo>
                    <a:pt x="68109" y="415351"/>
                  </a:moveTo>
                  <a:lnTo>
                    <a:pt x="69621" y="416079"/>
                  </a:lnTo>
                  <a:lnTo>
                    <a:pt x="69621" y="415351"/>
                  </a:lnTo>
                  <a:close/>
                  <a:moveTo>
                    <a:pt x="69621" y="415351"/>
                  </a:moveTo>
                  <a:lnTo>
                    <a:pt x="34811" y="389366"/>
                  </a:lnTo>
                  <a:lnTo>
                    <a:pt x="68109" y="415351"/>
                  </a:lnTo>
                  <a:close/>
                  <a:moveTo>
                    <a:pt x="34811" y="383401"/>
                  </a:moveTo>
                  <a:lnTo>
                    <a:pt x="34811" y="389366"/>
                  </a:lnTo>
                  <a:lnTo>
                    <a:pt x="69621" y="415351"/>
                  </a:lnTo>
                  <a:close/>
                  <a:moveTo>
                    <a:pt x="104432" y="415351"/>
                  </a:moveTo>
                  <a:lnTo>
                    <a:pt x="69621" y="416079"/>
                  </a:lnTo>
                  <a:lnTo>
                    <a:pt x="104432" y="424865"/>
                  </a:lnTo>
                  <a:close/>
                  <a:moveTo>
                    <a:pt x="104432" y="415351"/>
                  </a:moveTo>
                  <a:lnTo>
                    <a:pt x="69621" y="415351"/>
                  </a:lnTo>
                  <a:lnTo>
                    <a:pt x="69621" y="416079"/>
                  </a:lnTo>
                  <a:close/>
                  <a:moveTo>
                    <a:pt x="139243" y="415351"/>
                  </a:moveTo>
                  <a:lnTo>
                    <a:pt x="104432" y="424865"/>
                  </a:lnTo>
                  <a:lnTo>
                    <a:pt x="139243" y="426883"/>
                  </a:lnTo>
                  <a:close/>
                  <a:moveTo>
                    <a:pt x="174053" y="415351"/>
                  </a:moveTo>
                  <a:lnTo>
                    <a:pt x="139243" y="426883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174053" y="424668"/>
                  </a:lnTo>
                  <a:lnTo>
                    <a:pt x="208864" y="419195"/>
                  </a:lnTo>
                  <a:close/>
                  <a:moveTo>
                    <a:pt x="208864" y="415351"/>
                  </a:moveTo>
                  <a:lnTo>
                    <a:pt x="174053" y="415351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208864" y="419195"/>
                  </a:lnTo>
                  <a:lnTo>
                    <a:pt x="223631" y="415351"/>
                  </a:lnTo>
                  <a:close/>
                  <a:moveTo>
                    <a:pt x="29944" y="383401"/>
                  </a:moveTo>
                  <a:lnTo>
                    <a:pt x="34811" y="389366"/>
                  </a:lnTo>
                  <a:lnTo>
                    <a:pt x="34811" y="383401"/>
                  </a:lnTo>
                  <a:close/>
                  <a:moveTo>
                    <a:pt x="23351" y="351451"/>
                  </a:moveTo>
                  <a:lnTo>
                    <a:pt x="34811" y="383401"/>
                  </a:lnTo>
                  <a:lnTo>
                    <a:pt x="34811" y="351451"/>
                  </a:lnTo>
                  <a:close/>
                  <a:moveTo>
                    <a:pt x="23351" y="351451"/>
                  </a:moveTo>
                  <a:lnTo>
                    <a:pt x="29944" y="383401"/>
                  </a:lnTo>
                  <a:lnTo>
                    <a:pt x="34811" y="383401"/>
                  </a:lnTo>
                  <a:close/>
                  <a:moveTo>
                    <a:pt x="278485" y="383401"/>
                  </a:moveTo>
                  <a:lnTo>
                    <a:pt x="243675" y="409720"/>
                  </a:lnTo>
                  <a:lnTo>
                    <a:pt x="278485" y="394125"/>
                  </a:lnTo>
                  <a:close/>
                  <a:moveTo>
                    <a:pt x="278485" y="383401"/>
                  </a:moveTo>
                  <a:lnTo>
                    <a:pt x="278485" y="394125"/>
                  </a:lnTo>
                  <a:lnTo>
                    <a:pt x="294146" y="383401"/>
                  </a:lnTo>
                  <a:close/>
                  <a:moveTo>
                    <a:pt x="313296" y="351451"/>
                  </a:moveTo>
                  <a:lnTo>
                    <a:pt x="294146" y="383401"/>
                  </a:lnTo>
                  <a:lnTo>
                    <a:pt x="313296" y="363297"/>
                  </a:lnTo>
                  <a:close/>
                  <a:moveTo>
                    <a:pt x="278485" y="383401"/>
                  </a:moveTo>
                  <a:lnTo>
                    <a:pt x="294146" y="383401"/>
                  </a:lnTo>
                  <a:lnTo>
                    <a:pt x="313296" y="351451"/>
                  </a:lnTo>
                  <a:close/>
                  <a:moveTo>
                    <a:pt x="34811" y="322294"/>
                  </a:moveTo>
                  <a:lnTo>
                    <a:pt x="23351" y="351451"/>
                  </a:lnTo>
                  <a:lnTo>
                    <a:pt x="34811" y="351451"/>
                  </a:lnTo>
                  <a:close/>
                  <a:moveTo>
                    <a:pt x="34811" y="351451"/>
                  </a:moveTo>
                  <a:lnTo>
                    <a:pt x="36076" y="319501"/>
                  </a:lnTo>
                  <a:lnTo>
                    <a:pt x="34811" y="322294"/>
                  </a:lnTo>
                  <a:close/>
                  <a:moveTo>
                    <a:pt x="313296" y="351451"/>
                  </a:moveTo>
                  <a:lnTo>
                    <a:pt x="313296" y="363297"/>
                  </a:lnTo>
                  <a:lnTo>
                    <a:pt x="322011" y="351451"/>
                  </a:lnTo>
                  <a:close/>
                  <a:moveTo>
                    <a:pt x="313296" y="319501"/>
                  </a:moveTo>
                  <a:lnTo>
                    <a:pt x="322011" y="351451"/>
                  </a:lnTo>
                  <a:lnTo>
                    <a:pt x="332965" y="319501"/>
                  </a:lnTo>
                  <a:close/>
                  <a:moveTo>
                    <a:pt x="69329" y="287551"/>
                  </a:moveTo>
                  <a:lnTo>
                    <a:pt x="69621" y="319501"/>
                  </a:lnTo>
                  <a:lnTo>
                    <a:pt x="69621" y="287551"/>
                  </a:lnTo>
                  <a:close/>
                  <a:moveTo>
                    <a:pt x="69329" y="287551"/>
                  </a:moveTo>
                  <a:lnTo>
                    <a:pt x="36076" y="319501"/>
                  </a:lnTo>
                  <a:lnTo>
                    <a:pt x="69621" y="319501"/>
                  </a:lnTo>
                  <a:close/>
                  <a:moveTo>
                    <a:pt x="313296" y="287551"/>
                  </a:moveTo>
                  <a:lnTo>
                    <a:pt x="332965" y="319501"/>
                  </a:lnTo>
                  <a:lnTo>
                    <a:pt x="334559" y="287551"/>
                  </a:lnTo>
                  <a:close/>
                  <a:moveTo>
                    <a:pt x="69621" y="287322"/>
                  </a:moveTo>
                  <a:lnTo>
                    <a:pt x="69329" y="287551"/>
                  </a:lnTo>
                  <a:lnTo>
                    <a:pt x="69621" y="287551"/>
                  </a:lnTo>
                  <a:close/>
                  <a:moveTo>
                    <a:pt x="69621" y="287551"/>
                  </a:moveTo>
                  <a:lnTo>
                    <a:pt x="104432" y="262921"/>
                  </a:lnTo>
                  <a:lnTo>
                    <a:pt x="69621" y="287322"/>
                  </a:lnTo>
                  <a:close/>
                  <a:moveTo>
                    <a:pt x="69621" y="287551"/>
                  </a:moveTo>
                  <a:lnTo>
                    <a:pt x="104432" y="287551"/>
                  </a:lnTo>
                  <a:lnTo>
                    <a:pt x="104432" y="262921"/>
                  </a:lnTo>
                  <a:close/>
                  <a:moveTo>
                    <a:pt x="104432" y="287551"/>
                  </a:moveTo>
                  <a:lnTo>
                    <a:pt x="115233" y="255601"/>
                  </a:lnTo>
                  <a:lnTo>
                    <a:pt x="104432" y="262921"/>
                  </a:lnTo>
                  <a:close/>
                  <a:moveTo>
                    <a:pt x="313296" y="255601"/>
                  </a:moveTo>
                  <a:lnTo>
                    <a:pt x="334559" y="287551"/>
                  </a:lnTo>
                  <a:lnTo>
                    <a:pt x="330677" y="255601"/>
                  </a:lnTo>
                  <a:close/>
                  <a:moveTo>
                    <a:pt x="139243" y="232363"/>
                  </a:moveTo>
                  <a:lnTo>
                    <a:pt x="115233" y="255601"/>
                  </a:lnTo>
                  <a:lnTo>
                    <a:pt x="139243" y="255601"/>
                  </a:lnTo>
                  <a:close/>
                  <a:moveTo>
                    <a:pt x="139243" y="255601"/>
                  </a:moveTo>
                  <a:lnTo>
                    <a:pt x="148428" y="223650"/>
                  </a:lnTo>
                  <a:lnTo>
                    <a:pt x="139243" y="232363"/>
                  </a:lnTo>
                  <a:close/>
                  <a:moveTo>
                    <a:pt x="313296" y="223650"/>
                  </a:moveTo>
                  <a:lnTo>
                    <a:pt x="330677" y="255601"/>
                  </a:lnTo>
                  <a:lnTo>
                    <a:pt x="323754" y="223650"/>
                  </a:lnTo>
                  <a:close/>
                  <a:moveTo>
                    <a:pt x="313296" y="223650"/>
                  </a:moveTo>
                  <a:lnTo>
                    <a:pt x="313296" y="255601"/>
                  </a:lnTo>
                  <a:lnTo>
                    <a:pt x="330677" y="255601"/>
                  </a:lnTo>
                  <a:close/>
                  <a:moveTo>
                    <a:pt x="159683" y="191700"/>
                  </a:moveTo>
                  <a:lnTo>
                    <a:pt x="174053" y="223650"/>
                  </a:lnTo>
                  <a:lnTo>
                    <a:pt x="174053" y="191700"/>
                  </a:lnTo>
                  <a:close/>
                  <a:moveTo>
                    <a:pt x="159683" y="191700"/>
                  </a:moveTo>
                  <a:lnTo>
                    <a:pt x="148428" y="223650"/>
                  </a:lnTo>
                  <a:lnTo>
                    <a:pt x="174053" y="223650"/>
                  </a:lnTo>
                  <a:close/>
                  <a:moveTo>
                    <a:pt x="313296" y="191700"/>
                  </a:moveTo>
                  <a:lnTo>
                    <a:pt x="323754" y="223650"/>
                  </a:lnTo>
                  <a:lnTo>
                    <a:pt x="313354" y="191700"/>
                  </a:lnTo>
                  <a:close/>
                  <a:moveTo>
                    <a:pt x="313296" y="191700"/>
                  </a:moveTo>
                  <a:lnTo>
                    <a:pt x="313296" y="223650"/>
                  </a:lnTo>
                  <a:lnTo>
                    <a:pt x="323754" y="223650"/>
                  </a:lnTo>
                  <a:close/>
                  <a:moveTo>
                    <a:pt x="139961" y="15975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961" y="159750"/>
                  </a:moveTo>
                  <a:lnTo>
                    <a:pt x="159683" y="191700"/>
                  </a:lnTo>
                  <a:lnTo>
                    <a:pt x="174053" y="191700"/>
                  </a:lnTo>
                  <a:close/>
                  <a:moveTo>
                    <a:pt x="278485" y="159750"/>
                  </a:moveTo>
                  <a:lnTo>
                    <a:pt x="313296" y="191586"/>
                  </a:lnTo>
                  <a:lnTo>
                    <a:pt x="290416" y="159750"/>
                  </a:lnTo>
                  <a:close/>
                  <a:moveTo>
                    <a:pt x="313296" y="191700"/>
                  </a:moveTo>
                  <a:lnTo>
                    <a:pt x="313296" y="191586"/>
                  </a:lnTo>
                  <a:lnTo>
                    <a:pt x="278485" y="159750"/>
                  </a:lnTo>
                  <a:close/>
                  <a:moveTo>
                    <a:pt x="278485" y="191700"/>
                  </a:moveTo>
                  <a:lnTo>
                    <a:pt x="313296" y="191700"/>
                  </a:lnTo>
                  <a:lnTo>
                    <a:pt x="278485" y="159750"/>
                  </a:lnTo>
                  <a:close/>
                  <a:moveTo>
                    <a:pt x="313296" y="191700"/>
                  </a:moveTo>
                  <a:lnTo>
                    <a:pt x="313354" y="191700"/>
                  </a:lnTo>
                  <a:lnTo>
                    <a:pt x="313296" y="191586"/>
                  </a:lnTo>
                  <a:close/>
                  <a:moveTo>
                    <a:pt x="174053" y="159750"/>
                  </a:moveTo>
                  <a:lnTo>
                    <a:pt x="139243" y="159365"/>
                  </a:lnTo>
                  <a:lnTo>
                    <a:pt x="139961" y="159750"/>
                  </a:lnTo>
                  <a:close/>
                  <a:moveTo>
                    <a:pt x="243675" y="127800"/>
                  </a:moveTo>
                  <a:lnTo>
                    <a:pt x="278485" y="147402"/>
                  </a:lnTo>
                  <a:lnTo>
                    <a:pt x="254562" y="127800"/>
                  </a:lnTo>
                  <a:close/>
                  <a:moveTo>
                    <a:pt x="278485" y="159750"/>
                  </a:moveTo>
                  <a:lnTo>
                    <a:pt x="278485" y="147402"/>
                  </a:lnTo>
                  <a:lnTo>
                    <a:pt x="243675" y="127800"/>
                  </a:lnTo>
                  <a:close/>
                  <a:moveTo>
                    <a:pt x="243675" y="159750"/>
                  </a:moveTo>
                  <a:lnTo>
                    <a:pt x="278485" y="159750"/>
                  </a:lnTo>
                  <a:lnTo>
                    <a:pt x="243675" y="127800"/>
                  </a:lnTo>
                  <a:close/>
                  <a:moveTo>
                    <a:pt x="278485" y="159750"/>
                  </a:moveTo>
                  <a:lnTo>
                    <a:pt x="290416" y="159750"/>
                  </a:lnTo>
                  <a:lnTo>
                    <a:pt x="278485" y="147402"/>
                  </a:lnTo>
                  <a:close/>
                  <a:moveTo>
                    <a:pt x="88756" y="127800"/>
                  </a:moveTo>
                  <a:lnTo>
                    <a:pt x="104432" y="139247"/>
                  </a:lnTo>
                  <a:lnTo>
                    <a:pt x="104432" y="127800"/>
                  </a:lnTo>
                  <a:close/>
                  <a:moveTo>
                    <a:pt x="104432" y="127800"/>
                  </a:moveTo>
                  <a:lnTo>
                    <a:pt x="69621" y="112227"/>
                  </a:lnTo>
                  <a:lnTo>
                    <a:pt x="88756" y="127800"/>
                  </a:lnTo>
                  <a:close/>
                  <a:moveTo>
                    <a:pt x="69621" y="95850"/>
                  </a:moveTo>
                  <a:lnTo>
                    <a:pt x="69621" y="112227"/>
                  </a:lnTo>
                  <a:lnTo>
                    <a:pt x="104432" y="127800"/>
                  </a:lnTo>
                  <a:close/>
                  <a:moveTo>
                    <a:pt x="139243" y="127800"/>
                  </a:moveTo>
                  <a:lnTo>
                    <a:pt x="104432" y="139247"/>
                  </a:lnTo>
                  <a:lnTo>
                    <a:pt x="139243" y="159365"/>
                  </a:lnTo>
                  <a:close/>
                  <a:moveTo>
                    <a:pt x="208864" y="95850"/>
                  </a:moveTo>
                  <a:lnTo>
                    <a:pt x="243675" y="117647"/>
                  </a:lnTo>
                  <a:lnTo>
                    <a:pt x="225991" y="95850"/>
                  </a:lnTo>
                  <a:close/>
                  <a:moveTo>
                    <a:pt x="243675" y="127800"/>
                  </a:moveTo>
                  <a:lnTo>
                    <a:pt x="243675" y="117647"/>
                  </a:lnTo>
                  <a:lnTo>
                    <a:pt x="208864" y="95850"/>
                  </a:lnTo>
                  <a:close/>
                  <a:moveTo>
                    <a:pt x="243675" y="127800"/>
                  </a:moveTo>
                  <a:lnTo>
                    <a:pt x="254562" y="127800"/>
                  </a:lnTo>
                  <a:lnTo>
                    <a:pt x="243675" y="117647"/>
                  </a:lnTo>
                  <a:close/>
                  <a:moveTo>
                    <a:pt x="56269" y="95850"/>
                  </a:moveTo>
                  <a:lnTo>
                    <a:pt x="69621" y="112227"/>
                  </a:lnTo>
                  <a:lnTo>
                    <a:pt x="69621" y="95850"/>
                  </a:lnTo>
                  <a:close/>
                  <a:moveTo>
                    <a:pt x="47961" y="63900"/>
                  </a:moveTo>
                  <a:lnTo>
                    <a:pt x="56269" y="95850"/>
                  </a:lnTo>
                  <a:lnTo>
                    <a:pt x="69621" y="95850"/>
                  </a:lnTo>
                  <a:close/>
                  <a:moveTo>
                    <a:pt x="174053" y="63900"/>
                  </a:moveTo>
                  <a:lnTo>
                    <a:pt x="208864" y="70163"/>
                  </a:lnTo>
                  <a:lnTo>
                    <a:pt x="205420" y="63900"/>
                  </a:lnTo>
                  <a:close/>
                  <a:moveTo>
                    <a:pt x="208864" y="95850"/>
                  </a:moveTo>
                  <a:lnTo>
                    <a:pt x="225991" y="95850"/>
                  </a:lnTo>
                  <a:lnTo>
                    <a:pt x="208864" y="70163"/>
                  </a:lnTo>
                  <a:close/>
                  <a:moveTo>
                    <a:pt x="61353" y="31950"/>
                  </a:moveTo>
                  <a:lnTo>
                    <a:pt x="47961" y="63900"/>
                  </a:lnTo>
                  <a:lnTo>
                    <a:pt x="69621" y="63900"/>
                  </a:lnTo>
                  <a:close/>
                  <a:moveTo>
                    <a:pt x="174053" y="31950"/>
                  </a:moveTo>
                  <a:lnTo>
                    <a:pt x="205420" y="63900"/>
                  </a:lnTo>
                  <a:lnTo>
                    <a:pt x="177618" y="31950"/>
                  </a:lnTo>
                  <a:close/>
                  <a:moveTo>
                    <a:pt x="174053" y="31950"/>
                  </a:moveTo>
                  <a:lnTo>
                    <a:pt x="174053" y="63900"/>
                  </a:lnTo>
                  <a:lnTo>
                    <a:pt x="205420" y="63900"/>
                  </a:lnTo>
                  <a:close/>
                  <a:moveTo>
                    <a:pt x="69621" y="24599"/>
                  </a:moveTo>
                  <a:lnTo>
                    <a:pt x="61353" y="31950"/>
                  </a:lnTo>
                  <a:lnTo>
                    <a:pt x="69621" y="31950"/>
                  </a:lnTo>
                  <a:close/>
                  <a:moveTo>
                    <a:pt x="69621" y="31950"/>
                  </a:moveTo>
                  <a:lnTo>
                    <a:pt x="104432" y="10436"/>
                  </a:lnTo>
                  <a:lnTo>
                    <a:pt x="69621" y="24599"/>
                  </a:lnTo>
                  <a:close/>
                  <a:moveTo>
                    <a:pt x="104432" y="31950"/>
                  </a:moveTo>
                  <a:lnTo>
                    <a:pt x="139243" y="12582"/>
                  </a:lnTo>
                  <a:lnTo>
                    <a:pt x="104432" y="10436"/>
                  </a:lnTo>
                  <a:close/>
                  <a:moveTo>
                    <a:pt x="139243" y="31950"/>
                  </a:moveTo>
                  <a:lnTo>
                    <a:pt x="174053" y="29158"/>
                  </a:lnTo>
                  <a:lnTo>
                    <a:pt x="139243" y="12582"/>
                  </a:lnTo>
                  <a:close/>
                  <a:moveTo>
                    <a:pt x="139243" y="31950"/>
                  </a:moveTo>
                  <a:lnTo>
                    <a:pt x="174053" y="31950"/>
                  </a:lnTo>
                  <a:lnTo>
                    <a:pt x="174053" y="29158"/>
                  </a:lnTo>
                  <a:close/>
                  <a:moveTo>
                    <a:pt x="174053" y="31950"/>
                  </a:moveTo>
                  <a:lnTo>
                    <a:pt x="177618" y="31950"/>
                  </a:lnTo>
                  <a:lnTo>
                    <a:pt x="174053" y="29158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3994" name="Candidate_B5__3993">
              <a:extLst>
                <a:ext uri="{FF2B5EF4-FFF2-40B4-BE49-F238E27FC236}">
                  <a16:creationId xmlns:a16="http://schemas.microsoft.com/office/drawing/2014/main" id="{BAD2A07B-14A0-2E5B-4D25-2D09AAD71C47}"/>
                </a:ext>
              </a:extLst>
            </p:cNvPr>
            <p:cNvSpPr>
              <a:spLocks noGrp="1"/>
            </p:cNvSpPr>
            <p:nvPr/>
          </p:nvSpPr>
          <p:spPr>
            <a:xfrm>
              <a:off x="4058618" y="3550845"/>
              <a:ext cx="299748" cy="416447"/>
            </a:xfrm>
            <a:custGeom>
              <a:avLst/>
              <a:gdLst/>
              <a:ahLst/>
              <a:cxnLst/>
              <a:rect l="0" t="0" r="0" b="0"/>
              <a:pathLst>
                <a:path w="299748" h="416447">
                  <a:moveTo>
                    <a:pt x="34811" y="372965"/>
                  </a:moveTo>
                  <a:lnTo>
                    <a:pt x="0" y="372965"/>
                  </a:lnTo>
                  <a:lnTo>
                    <a:pt x="34811" y="404915"/>
                  </a:lnTo>
                  <a:close/>
                  <a:moveTo>
                    <a:pt x="34811" y="404915"/>
                  </a:moveTo>
                  <a:lnTo>
                    <a:pt x="69621" y="404915"/>
                  </a:lnTo>
                  <a:lnTo>
                    <a:pt x="69621" y="372965"/>
                  </a:lnTo>
                  <a:close/>
                  <a:moveTo>
                    <a:pt x="34811" y="404915"/>
                  </a:moveTo>
                  <a:lnTo>
                    <a:pt x="69621" y="372965"/>
                  </a:lnTo>
                  <a:lnTo>
                    <a:pt x="34811" y="372965"/>
                  </a:lnTo>
                  <a:close/>
                  <a:moveTo>
                    <a:pt x="104432" y="404915"/>
                  </a:moveTo>
                  <a:lnTo>
                    <a:pt x="69621" y="404915"/>
                  </a:lnTo>
                  <a:lnTo>
                    <a:pt x="69621" y="414428"/>
                  </a:lnTo>
                  <a:close/>
                  <a:moveTo>
                    <a:pt x="69621" y="404915"/>
                  </a:moveTo>
                  <a:lnTo>
                    <a:pt x="104432" y="404915"/>
                  </a:lnTo>
                  <a:lnTo>
                    <a:pt x="104432" y="372965"/>
                  </a:lnTo>
                  <a:close/>
                  <a:moveTo>
                    <a:pt x="139243" y="404915"/>
                  </a:moveTo>
                  <a:lnTo>
                    <a:pt x="104432" y="404915"/>
                  </a:lnTo>
                  <a:lnTo>
                    <a:pt x="104432" y="416447"/>
                  </a:lnTo>
                  <a:close/>
                  <a:moveTo>
                    <a:pt x="104432" y="404915"/>
                  </a:moveTo>
                  <a:lnTo>
                    <a:pt x="139243" y="404915"/>
                  </a:lnTo>
                  <a:lnTo>
                    <a:pt x="139243" y="372965"/>
                  </a:lnTo>
                  <a:close/>
                  <a:moveTo>
                    <a:pt x="139243" y="404915"/>
                  </a:moveTo>
                  <a:lnTo>
                    <a:pt x="174053" y="404915"/>
                  </a:lnTo>
                  <a:lnTo>
                    <a:pt x="174053" y="372965"/>
                  </a:lnTo>
                  <a:close/>
                  <a:moveTo>
                    <a:pt x="208864" y="372965"/>
                  </a:moveTo>
                  <a:lnTo>
                    <a:pt x="188821" y="404915"/>
                  </a:lnTo>
                  <a:lnTo>
                    <a:pt x="208864" y="399284"/>
                  </a:lnTo>
                  <a:close/>
                  <a:moveTo>
                    <a:pt x="174053" y="404915"/>
                  </a:moveTo>
                  <a:lnTo>
                    <a:pt x="188821" y="404915"/>
                  </a:lnTo>
                  <a:lnTo>
                    <a:pt x="208864" y="372965"/>
                  </a:lnTo>
                  <a:close/>
                  <a:moveTo>
                    <a:pt x="174053" y="372965"/>
                  </a:moveTo>
                  <a:lnTo>
                    <a:pt x="174053" y="404915"/>
                  </a:lnTo>
                  <a:lnTo>
                    <a:pt x="208864" y="372965"/>
                  </a:lnTo>
                  <a:close/>
                  <a:moveTo>
                    <a:pt x="0" y="372965"/>
                  </a:moveTo>
                  <a:lnTo>
                    <a:pt x="34811" y="372965"/>
                  </a:lnTo>
                  <a:lnTo>
                    <a:pt x="34811" y="341015"/>
                  </a:lnTo>
                  <a:close/>
                  <a:moveTo>
                    <a:pt x="0" y="372965"/>
                  </a:moveTo>
                  <a:lnTo>
                    <a:pt x="34811" y="341015"/>
                  </a:lnTo>
                  <a:lnTo>
                    <a:pt x="0" y="341015"/>
                  </a:lnTo>
                  <a:close/>
                  <a:moveTo>
                    <a:pt x="243675" y="372965"/>
                  </a:moveTo>
                  <a:lnTo>
                    <a:pt x="208864" y="372965"/>
                  </a:lnTo>
                  <a:lnTo>
                    <a:pt x="208864" y="399284"/>
                  </a:lnTo>
                  <a:close/>
                  <a:moveTo>
                    <a:pt x="243675" y="341015"/>
                  </a:moveTo>
                  <a:lnTo>
                    <a:pt x="208864" y="372965"/>
                  </a:lnTo>
                  <a:lnTo>
                    <a:pt x="243675" y="372965"/>
                  </a:lnTo>
                  <a:close/>
                  <a:moveTo>
                    <a:pt x="243675" y="341015"/>
                  </a:moveTo>
                  <a:lnTo>
                    <a:pt x="243675" y="372965"/>
                  </a:lnTo>
                  <a:lnTo>
                    <a:pt x="278485" y="341015"/>
                  </a:lnTo>
                  <a:close/>
                  <a:moveTo>
                    <a:pt x="34811" y="309065"/>
                  </a:moveTo>
                  <a:lnTo>
                    <a:pt x="1266" y="309065"/>
                  </a:lnTo>
                  <a:lnTo>
                    <a:pt x="0" y="341015"/>
                  </a:lnTo>
                  <a:close/>
                  <a:moveTo>
                    <a:pt x="34811" y="341015"/>
                  </a:moveTo>
                  <a:lnTo>
                    <a:pt x="34811" y="309065"/>
                  </a:lnTo>
                  <a:lnTo>
                    <a:pt x="0" y="341015"/>
                  </a:lnTo>
                  <a:close/>
                  <a:moveTo>
                    <a:pt x="243675" y="341015"/>
                  </a:moveTo>
                  <a:lnTo>
                    <a:pt x="278485" y="341015"/>
                  </a:lnTo>
                  <a:lnTo>
                    <a:pt x="278485" y="309065"/>
                  </a:lnTo>
                  <a:close/>
                  <a:moveTo>
                    <a:pt x="278485" y="309065"/>
                  </a:moveTo>
                  <a:lnTo>
                    <a:pt x="278485" y="341015"/>
                  </a:lnTo>
                  <a:lnTo>
                    <a:pt x="287200" y="341015"/>
                  </a:lnTo>
                  <a:close/>
                  <a:moveTo>
                    <a:pt x="34811" y="309065"/>
                  </a:moveTo>
                  <a:lnTo>
                    <a:pt x="69621" y="309065"/>
                  </a:lnTo>
                  <a:lnTo>
                    <a:pt x="69621" y="277114"/>
                  </a:lnTo>
                  <a:close/>
                  <a:moveTo>
                    <a:pt x="34811" y="309065"/>
                  </a:moveTo>
                  <a:lnTo>
                    <a:pt x="69621" y="277114"/>
                  </a:lnTo>
                  <a:lnTo>
                    <a:pt x="34811" y="277114"/>
                  </a:lnTo>
                  <a:close/>
                  <a:moveTo>
                    <a:pt x="243675" y="309065"/>
                  </a:moveTo>
                  <a:lnTo>
                    <a:pt x="278485" y="309065"/>
                  </a:lnTo>
                  <a:lnTo>
                    <a:pt x="278485" y="277114"/>
                  </a:lnTo>
                  <a:close/>
                  <a:moveTo>
                    <a:pt x="278485" y="277114"/>
                  </a:moveTo>
                  <a:lnTo>
                    <a:pt x="278485" y="309065"/>
                  </a:lnTo>
                  <a:lnTo>
                    <a:pt x="298154" y="309065"/>
                  </a:lnTo>
                  <a:close/>
                  <a:moveTo>
                    <a:pt x="104432" y="245164"/>
                  </a:moveTo>
                  <a:lnTo>
                    <a:pt x="80423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04432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39243" y="245164"/>
                  </a:lnTo>
                  <a:lnTo>
                    <a:pt x="104432" y="245164"/>
                  </a:lnTo>
                  <a:close/>
                  <a:moveTo>
                    <a:pt x="243675" y="277114"/>
                  </a:moveTo>
                  <a:lnTo>
                    <a:pt x="278485" y="277114"/>
                  </a:lnTo>
                  <a:lnTo>
                    <a:pt x="278485" y="245164"/>
                  </a:lnTo>
                  <a:close/>
                  <a:moveTo>
                    <a:pt x="278485" y="245164"/>
                  </a:moveTo>
                  <a:lnTo>
                    <a:pt x="278485" y="277114"/>
                  </a:lnTo>
                  <a:lnTo>
                    <a:pt x="299748" y="277114"/>
                  </a:lnTo>
                  <a:close/>
                  <a:moveTo>
                    <a:pt x="139243" y="213214"/>
                  </a:moveTo>
                  <a:lnTo>
                    <a:pt x="113617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39243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74053" y="213214"/>
                  </a:lnTo>
                  <a:lnTo>
                    <a:pt x="139243" y="213214"/>
                  </a:lnTo>
                  <a:close/>
                  <a:moveTo>
                    <a:pt x="243675" y="245164"/>
                  </a:moveTo>
                  <a:lnTo>
                    <a:pt x="278485" y="245164"/>
                  </a:lnTo>
                  <a:lnTo>
                    <a:pt x="278485" y="213214"/>
                  </a:lnTo>
                  <a:close/>
                  <a:moveTo>
                    <a:pt x="243675" y="245164"/>
                  </a:moveTo>
                  <a:lnTo>
                    <a:pt x="278485" y="213214"/>
                  </a:lnTo>
                  <a:lnTo>
                    <a:pt x="243675" y="213214"/>
                  </a:lnTo>
                  <a:close/>
                  <a:moveTo>
                    <a:pt x="139243" y="213214"/>
                  </a:moveTo>
                  <a:lnTo>
                    <a:pt x="174053" y="213214"/>
                  </a:lnTo>
                  <a:lnTo>
                    <a:pt x="174053" y="181264"/>
                  </a:lnTo>
                  <a:close/>
                  <a:moveTo>
                    <a:pt x="139243" y="213214"/>
                  </a:moveTo>
                  <a:lnTo>
                    <a:pt x="174053" y="181264"/>
                  </a:lnTo>
                  <a:lnTo>
                    <a:pt x="139243" y="181264"/>
                  </a:lnTo>
                  <a:close/>
                  <a:moveTo>
                    <a:pt x="174053" y="213214"/>
                  </a:moveTo>
                  <a:lnTo>
                    <a:pt x="208864" y="213214"/>
                  </a:lnTo>
                  <a:lnTo>
                    <a:pt x="208864" y="181264"/>
                  </a:lnTo>
                  <a:close/>
                  <a:moveTo>
                    <a:pt x="174053" y="213214"/>
                  </a:moveTo>
                  <a:lnTo>
                    <a:pt x="208864" y="181264"/>
                  </a:lnTo>
                  <a:lnTo>
                    <a:pt x="174053" y="181264"/>
                  </a:lnTo>
                  <a:close/>
                  <a:moveTo>
                    <a:pt x="208864" y="213214"/>
                  </a:moveTo>
                  <a:lnTo>
                    <a:pt x="243675" y="213214"/>
                  </a:lnTo>
                  <a:lnTo>
                    <a:pt x="243675" y="181264"/>
                  </a:lnTo>
                  <a:close/>
                  <a:moveTo>
                    <a:pt x="208864" y="213214"/>
                  </a:moveTo>
                  <a:lnTo>
                    <a:pt x="243675" y="181264"/>
                  </a:lnTo>
                  <a:lnTo>
                    <a:pt x="208864" y="181264"/>
                  </a:lnTo>
                  <a:close/>
                  <a:moveTo>
                    <a:pt x="243675" y="213214"/>
                  </a:moveTo>
                  <a:lnTo>
                    <a:pt x="278485" y="213214"/>
                  </a:lnTo>
                  <a:lnTo>
                    <a:pt x="278485" y="181264"/>
                  </a:lnTo>
                  <a:close/>
                  <a:moveTo>
                    <a:pt x="243675" y="213214"/>
                  </a:moveTo>
                  <a:lnTo>
                    <a:pt x="278485" y="181264"/>
                  </a:lnTo>
                  <a:lnTo>
                    <a:pt x="243675" y="181264"/>
                  </a:lnTo>
                  <a:close/>
                  <a:moveTo>
                    <a:pt x="139243" y="181264"/>
                  </a:moveTo>
                  <a:lnTo>
                    <a:pt x="174053" y="181264"/>
                  </a:lnTo>
                  <a:lnTo>
                    <a:pt x="174053" y="149314"/>
                  </a:lnTo>
                  <a:close/>
                  <a:moveTo>
                    <a:pt x="139243" y="181264"/>
                  </a:moveTo>
                  <a:lnTo>
                    <a:pt x="174053" y="149314"/>
                  </a:lnTo>
                  <a:lnTo>
                    <a:pt x="139243" y="149314"/>
                  </a:lnTo>
                  <a:close/>
                  <a:moveTo>
                    <a:pt x="174053" y="181264"/>
                  </a:moveTo>
                  <a:lnTo>
                    <a:pt x="208864" y="181264"/>
                  </a:lnTo>
                  <a:lnTo>
                    <a:pt x="208864" y="149314"/>
                  </a:lnTo>
                  <a:close/>
                  <a:moveTo>
                    <a:pt x="174053" y="181264"/>
                  </a:moveTo>
                  <a:lnTo>
                    <a:pt x="208864" y="149314"/>
                  </a:lnTo>
                  <a:lnTo>
                    <a:pt x="174053" y="149314"/>
                  </a:lnTo>
                  <a:close/>
                  <a:moveTo>
                    <a:pt x="208864" y="181264"/>
                  </a:moveTo>
                  <a:lnTo>
                    <a:pt x="243675" y="181264"/>
                  </a:lnTo>
                  <a:lnTo>
                    <a:pt x="243675" y="149314"/>
                  </a:lnTo>
                  <a:close/>
                  <a:moveTo>
                    <a:pt x="208864" y="181264"/>
                  </a:moveTo>
                  <a:lnTo>
                    <a:pt x="243675" y="149314"/>
                  </a:lnTo>
                  <a:lnTo>
                    <a:pt x="208864" y="149314"/>
                  </a:lnTo>
                  <a:close/>
                  <a:moveTo>
                    <a:pt x="104432" y="117364"/>
                  </a:moveTo>
                  <a:lnTo>
                    <a:pt x="104432" y="148929"/>
                  </a:lnTo>
                  <a:lnTo>
                    <a:pt x="139243" y="149314"/>
                  </a:lnTo>
                  <a:close/>
                  <a:moveTo>
                    <a:pt x="139243" y="117364"/>
                  </a:moveTo>
                  <a:lnTo>
                    <a:pt x="104432" y="117364"/>
                  </a:lnTo>
                  <a:lnTo>
                    <a:pt x="139243" y="149314"/>
                  </a:lnTo>
                  <a:close/>
                  <a:moveTo>
                    <a:pt x="139243" y="149314"/>
                  </a:moveTo>
                  <a:lnTo>
                    <a:pt x="174053" y="149314"/>
                  </a:lnTo>
                  <a:lnTo>
                    <a:pt x="174053" y="117364"/>
                  </a:lnTo>
                  <a:close/>
                  <a:moveTo>
                    <a:pt x="139243" y="149314"/>
                  </a:moveTo>
                  <a:lnTo>
                    <a:pt x="174053" y="117364"/>
                  </a:lnTo>
                  <a:lnTo>
                    <a:pt x="139243" y="117364"/>
                  </a:lnTo>
                  <a:close/>
                  <a:moveTo>
                    <a:pt x="174053" y="149314"/>
                  </a:moveTo>
                  <a:lnTo>
                    <a:pt x="208864" y="149314"/>
                  </a:lnTo>
                  <a:lnTo>
                    <a:pt x="208864" y="117364"/>
                  </a:lnTo>
                  <a:close/>
                  <a:moveTo>
                    <a:pt x="174053" y="149314"/>
                  </a:moveTo>
                  <a:lnTo>
                    <a:pt x="208864" y="117364"/>
                  </a:lnTo>
                  <a:lnTo>
                    <a:pt x="174053" y="117364"/>
                  </a:lnTo>
                  <a:close/>
                  <a:moveTo>
                    <a:pt x="69621" y="85414"/>
                  </a:moveTo>
                  <a:lnTo>
                    <a:pt x="34811" y="85414"/>
                  </a:lnTo>
                  <a:lnTo>
                    <a:pt x="69621" y="117364"/>
                  </a:lnTo>
                  <a:close/>
                  <a:moveTo>
                    <a:pt x="104432" y="117364"/>
                  </a:moveTo>
                  <a:lnTo>
                    <a:pt x="69621" y="117364"/>
                  </a:lnTo>
                  <a:lnTo>
                    <a:pt x="69621" y="128811"/>
                  </a:lnTo>
                  <a:close/>
                  <a:moveTo>
                    <a:pt x="69621" y="117364"/>
                  </a:moveTo>
                  <a:lnTo>
                    <a:pt x="104432" y="117364"/>
                  </a:lnTo>
                  <a:lnTo>
                    <a:pt x="104432" y="85414"/>
                  </a:lnTo>
                  <a:close/>
                  <a:moveTo>
                    <a:pt x="69621" y="117364"/>
                  </a:moveTo>
                  <a:lnTo>
                    <a:pt x="104432" y="85414"/>
                  </a:lnTo>
                  <a:lnTo>
                    <a:pt x="69621" y="85414"/>
                  </a:lnTo>
                  <a:close/>
                  <a:moveTo>
                    <a:pt x="104432" y="117364"/>
                  </a:moveTo>
                  <a:lnTo>
                    <a:pt x="139243" y="117364"/>
                  </a:lnTo>
                  <a:lnTo>
                    <a:pt x="139243" y="85414"/>
                  </a:lnTo>
                  <a:close/>
                  <a:moveTo>
                    <a:pt x="104432" y="117364"/>
                  </a:moveTo>
                  <a:lnTo>
                    <a:pt x="139243" y="85414"/>
                  </a:lnTo>
                  <a:lnTo>
                    <a:pt x="104432" y="85414"/>
                  </a:lnTo>
                  <a:close/>
                  <a:moveTo>
                    <a:pt x="139243" y="117364"/>
                  </a:moveTo>
                  <a:lnTo>
                    <a:pt x="174053" y="117364"/>
                  </a:lnTo>
                  <a:lnTo>
                    <a:pt x="174053" y="85414"/>
                  </a:lnTo>
                  <a:close/>
                  <a:moveTo>
                    <a:pt x="139243" y="117364"/>
                  </a:moveTo>
                  <a:lnTo>
                    <a:pt x="174053" y="85414"/>
                  </a:lnTo>
                  <a:lnTo>
                    <a:pt x="139243" y="85414"/>
                  </a:lnTo>
                  <a:close/>
                  <a:moveTo>
                    <a:pt x="174053" y="117364"/>
                  </a:moveTo>
                  <a:lnTo>
                    <a:pt x="208864" y="117364"/>
                  </a:lnTo>
                  <a:lnTo>
                    <a:pt x="174053" y="85414"/>
                  </a:lnTo>
                  <a:close/>
                  <a:moveTo>
                    <a:pt x="13151" y="53464"/>
                  </a:moveTo>
                  <a:lnTo>
                    <a:pt x="34811" y="85414"/>
                  </a:lnTo>
                  <a:lnTo>
                    <a:pt x="34811" y="53464"/>
                  </a:lnTo>
                  <a:close/>
                  <a:moveTo>
                    <a:pt x="34811" y="85414"/>
                  </a:moveTo>
                  <a:lnTo>
                    <a:pt x="69621" y="85414"/>
                  </a:lnTo>
                  <a:lnTo>
                    <a:pt x="69621" y="53464"/>
                  </a:lnTo>
                  <a:close/>
                  <a:moveTo>
                    <a:pt x="34811" y="85414"/>
                  </a:moveTo>
                  <a:lnTo>
                    <a:pt x="69621" y="53464"/>
                  </a:lnTo>
                  <a:lnTo>
                    <a:pt x="34811" y="53464"/>
                  </a:lnTo>
                  <a:close/>
                  <a:moveTo>
                    <a:pt x="104432" y="85414"/>
                  </a:moveTo>
                  <a:lnTo>
                    <a:pt x="139243" y="85414"/>
                  </a:lnTo>
                  <a:lnTo>
                    <a:pt x="139243" y="53464"/>
                  </a:lnTo>
                  <a:close/>
                  <a:moveTo>
                    <a:pt x="104432" y="85414"/>
                  </a:moveTo>
                  <a:lnTo>
                    <a:pt x="139243" y="53464"/>
                  </a:lnTo>
                  <a:lnTo>
                    <a:pt x="104432" y="53464"/>
                  </a:lnTo>
                  <a:close/>
                  <a:moveTo>
                    <a:pt x="174053" y="85414"/>
                  </a:moveTo>
                  <a:lnTo>
                    <a:pt x="174053" y="59727"/>
                  </a:lnTo>
                  <a:lnTo>
                    <a:pt x="139243" y="53464"/>
                  </a:lnTo>
                  <a:close/>
                  <a:moveTo>
                    <a:pt x="139243" y="85414"/>
                  </a:moveTo>
                  <a:lnTo>
                    <a:pt x="174053" y="85414"/>
                  </a:lnTo>
                  <a:lnTo>
                    <a:pt x="139243" y="53464"/>
                  </a:lnTo>
                  <a:close/>
                  <a:moveTo>
                    <a:pt x="26543" y="21514"/>
                  </a:moveTo>
                  <a:lnTo>
                    <a:pt x="34811" y="53464"/>
                  </a:lnTo>
                  <a:lnTo>
                    <a:pt x="34811" y="21514"/>
                  </a:lnTo>
                  <a:close/>
                  <a:moveTo>
                    <a:pt x="34811" y="53464"/>
                  </a:moveTo>
                  <a:lnTo>
                    <a:pt x="69621" y="53464"/>
                  </a:lnTo>
                  <a:lnTo>
                    <a:pt x="69621" y="21514"/>
                  </a:lnTo>
                  <a:close/>
                  <a:moveTo>
                    <a:pt x="34811" y="53464"/>
                  </a:moveTo>
                  <a:lnTo>
                    <a:pt x="69621" y="21514"/>
                  </a:lnTo>
                  <a:lnTo>
                    <a:pt x="34811" y="21514"/>
                  </a:lnTo>
                  <a:close/>
                  <a:moveTo>
                    <a:pt x="69621" y="53464"/>
                  </a:moveTo>
                  <a:lnTo>
                    <a:pt x="104432" y="53464"/>
                  </a:lnTo>
                  <a:lnTo>
                    <a:pt x="104432" y="21514"/>
                  </a:lnTo>
                  <a:close/>
                  <a:moveTo>
                    <a:pt x="69621" y="53464"/>
                  </a:moveTo>
                  <a:lnTo>
                    <a:pt x="104432" y="21514"/>
                  </a:lnTo>
                  <a:lnTo>
                    <a:pt x="69621" y="21514"/>
                  </a:lnTo>
                  <a:close/>
                  <a:moveTo>
                    <a:pt x="104432" y="53464"/>
                  </a:moveTo>
                  <a:lnTo>
                    <a:pt x="139243" y="53464"/>
                  </a:lnTo>
                  <a:lnTo>
                    <a:pt x="139243" y="21514"/>
                  </a:lnTo>
                  <a:close/>
                  <a:moveTo>
                    <a:pt x="104432" y="53464"/>
                  </a:moveTo>
                  <a:lnTo>
                    <a:pt x="139243" y="21514"/>
                  </a:lnTo>
                  <a:lnTo>
                    <a:pt x="104432" y="21514"/>
                  </a:lnTo>
                  <a:close/>
                  <a:moveTo>
                    <a:pt x="34811" y="21514"/>
                  </a:moveTo>
                  <a:lnTo>
                    <a:pt x="69621" y="21514"/>
                  </a:lnTo>
                  <a:lnTo>
                    <a:pt x="69621" y="0"/>
                  </a:lnTo>
                  <a:close/>
                  <a:moveTo>
                    <a:pt x="69621" y="21514"/>
                  </a:moveTo>
                  <a:lnTo>
                    <a:pt x="104432" y="21514"/>
                  </a:lnTo>
                  <a:lnTo>
                    <a:pt x="104432" y="2146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3995" name="Candidate_B5__3994">
              <a:extLst>
                <a:ext uri="{FF2B5EF4-FFF2-40B4-BE49-F238E27FC236}">
                  <a16:creationId xmlns:a16="http://schemas.microsoft.com/office/drawing/2014/main" id="{84867C60-82F1-886A-9A3E-A761972EA5F7}"/>
                </a:ext>
              </a:extLst>
            </p:cNvPr>
            <p:cNvSpPr>
              <a:spLocks noGrp="1"/>
            </p:cNvSpPr>
            <p:nvPr/>
          </p:nvSpPr>
          <p:spPr>
            <a:xfrm>
              <a:off x="4093428" y="3604309"/>
              <a:ext cx="243675" cy="351451"/>
            </a:xfrm>
            <a:custGeom>
              <a:avLst/>
              <a:gdLst/>
              <a:ahLst/>
              <a:cxnLst/>
              <a:rect l="0" t="0" r="0" b="0"/>
              <a:pathLst>
                <a:path w="243675" h="351451">
                  <a:moveTo>
                    <a:pt x="34811" y="351451"/>
                  </a:moveTo>
                  <a:lnTo>
                    <a:pt x="69621" y="319501"/>
                  </a:lnTo>
                  <a:lnTo>
                    <a:pt x="34811" y="319501"/>
                  </a:lnTo>
                  <a:close/>
                  <a:moveTo>
                    <a:pt x="69621" y="351451"/>
                  </a:moveTo>
                  <a:lnTo>
                    <a:pt x="104432" y="319501"/>
                  </a:lnTo>
                  <a:lnTo>
                    <a:pt x="69621" y="319501"/>
                  </a:lnTo>
                  <a:close/>
                  <a:moveTo>
                    <a:pt x="104432" y="351451"/>
                  </a:moveTo>
                  <a:lnTo>
                    <a:pt x="139243" y="319501"/>
                  </a:lnTo>
                  <a:lnTo>
                    <a:pt x="104432" y="319501"/>
                  </a:lnTo>
                  <a:close/>
                  <a:moveTo>
                    <a:pt x="0" y="319501"/>
                  </a:moveTo>
                  <a:lnTo>
                    <a:pt x="34811" y="319501"/>
                  </a:lnTo>
                  <a:lnTo>
                    <a:pt x="34811" y="287551"/>
                  </a:lnTo>
                  <a:close/>
                  <a:moveTo>
                    <a:pt x="0" y="319501"/>
                  </a:moveTo>
                  <a:lnTo>
                    <a:pt x="34811" y="287551"/>
                  </a:lnTo>
                  <a:lnTo>
                    <a:pt x="0" y="287551"/>
                  </a:lnTo>
                  <a:close/>
                  <a:moveTo>
                    <a:pt x="69621" y="308816"/>
                  </a:moveTo>
                  <a:lnTo>
                    <a:pt x="39054" y="287551"/>
                  </a:lnTo>
                  <a:lnTo>
                    <a:pt x="69621" y="319501"/>
                  </a:lnTo>
                  <a:close/>
                  <a:moveTo>
                    <a:pt x="69621" y="319501"/>
                  </a:moveTo>
                  <a:lnTo>
                    <a:pt x="39054" y="287551"/>
                  </a:lnTo>
                  <a:lnTo>
                    <a:pt x="34811" y="287551"/>
                  </a:lnTo>
                  <a:close/>
                  <a:moveTo>
                    <a:pt x="69621" y="31950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69621" y="319501"/>
                  </a:moveTo>
                  <a:lnTo>
                    <a:pt x="104432" y="319501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04432" y="314256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39243" y="319501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39243" y="309972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74053" y="319501"/>
                  </a:lnTo>
                  <a:lnTo>
                    <a:pt x="139243" y="309972"/>
                  </a:lnTo>
                  <a:close/>
                  <a:moveTo>
                    <a:pt x="174053" y="319501"/>
                  </a:moveTo>
                  <a:lnTo>
                    <a:pt x="174053" y="297281"/>
                  </a:lnTo>
                  <a:lnTo>
                    <a:pt x="139243" y="309972"/>
                  </a:lnTo>
                  <a:close/>
                  <a:moveTo>
                    <a:pt x="188249" y="287551"/>
                  </a:moveTo>
                  <a:lnTo>
                    <a:pt x="174053" y="297281"/>
                  </a:lnTo>
                  <a:lnTo>
                    <a:pt x="208864" y="287551"/>
                  </a:lnTo>
                  <a:close/>
                  <a:moveTo>
                    <a:pt x="208864" y="287551"/>
                  </a:moveTo>
                  <a:lnTo>
                    <a:pt x="174053" y="297281"/>
                  </a:lnTo>
                  <a:lnTo>
                    <a:pt x="174053" y="319501"/>
                  </a:lnTo>
                  <a:close/>
                  <a:moveTo>
                    <a:pt x="0" y="287551"/>
                  </a:moveTo>
                  <a:lnTo>
                    <a:pt x="34811" y="287551"/>
                  </a:lnTo>
                  <a:lnTo>
                    <a:pt x="34811" y="255601"/>
                  </a:lnTo>
                  <a:close/>
                  <a:moveTo>
                    <a:pt x="0" y="287551"/>
                  </a:moveTo>
                  <a:lnTo>
                    <a:pt x="34811" y="255601"/>
                  </a:lnTo>
                  <a:lnTo>
                    <a:pt x="0" y="255601"/>
                  </a:lnTo>
                  <a:close/>
                  <a:moveTo>
                    <a:pt x="39054" y="287551"/>
                  </a:moveTo>
                  <a:lnTo>
                    <a:pt x="53651" y="255601"/>
                  </a:lnTo>
                  <a:lnTo>
                    <a:pt x="34811" y="287551"/>
                  </a:lnTo>
                  <a:close/>
                  <a:moveTo>
                    <a:pt x="53651" y="255601"/>
                  </a:moveTo>
                  <a:lnTo>
                    <a:pt x="34811" y="255601"/>
                  </a:lnTo>
                  <a:lnTo>
                    <a:pt x="34811" y="287551"/>
                  </a:lnTo>
                  <a:close/>
                  <a:moveTo>
                    <a:pt x="208864" y="287551"/>
                  </a:moveTo>
                  <a:lnTo>
                    <a:pt x="243675" y="255601"/>
                  </a:lnTo>
                  <a:lnTo>
                    <a:pt x="208864" y="255601"/>
                  </a:lnTo>
                  <a:close/>
                  <a:moveTo>
                    <a:pt x="208864" y="287551"/>
                  </a:moveTo>
                  <a:lnTo>
                    <a:pt x="208864" y="255601"/>
                  </a:lnTo>
                  <a:lnTo>
                    <a:pt x="188249" y="287551"/>
                  </a:lnTo>
                  <a:close/>
                  <a:moveTo>
                    <a:pt x="208864" y="255601"/>
                  </a:moveTo>
                  <a:lnTo>
                    <a:pt x="207272" y="255601"/>
                  </a:lnTo>
                  <a:lnTo>
                    <a:pt x="188249" y="287551"/>
                  </a:lnTo>
                  <a:close/>
                  <a:moveTo>
                    <a:pt x="53651" y="255601"/>
                  </a:moveTo>
                  <a:lnTo>
                    <a:pt x="69621" y="243440"/>
                  </a:lnTo>
                  <a:lnTo>
                    <a:pt x="34811" y="255601"/>
                  </a:lnTo>
                  <a:close/>
                  <a:moveTo>
                    <a:pt x="34811" y="255601"/>
                  </a:moveTo>
                  <a:lnTo>
                    <a:pt x="69621" y="243440"/>
                  </a:lnTo>
                  <a:lnTo>
                    <a:pt x="69621" y="223650"/>
                  </a:lnTo>
                  <a:close/>
                  <a:moveTo>
                    <a:pt x="34811" y="255601"/>
                  </a:moveTo>
                  <a:lnTo>
                    <a:pt x="69621" y="223650"/>
                  </a:lnTo>
                  <a:lnTo>
                    <a:pt x="34811" y="223650"/>
                  </a:lnTo>
                  <a:close/>
                  <a:moveTo>
                    <a:pt x="208864" y="255601"/>
                  </a:moveTo>
                  <a:lnTo>
                    <a:pt x="243675" y="223650"/>
                  </a:lnTo>
                  <a:lnTo>
                    <a:pt x="208864" y="223650"/>
                  </a:lnTo>
                  <a:close/>
                  <a:moveTo>
                    <a:pt x="208864" y="255601"/>
                  </a:moveTo>
                  <a:lnTo>
                    <a:pt x="208864" y="223650"/>
                  </a:lnTo>
                  <a:lnTo>
                    <a:pt x="207272" y="255601"/>
                  </a:lnTo>
                  <a:close/>
                  <a:moveTo>
                    <a:pt x="208864" y="223650"/>
                  </a:moveTo>
                  <a:lnTo>
                    <a:pt x="199216" y="223650"/>
                  </a:lnTo>
                  <a:lnTo>
                    <a:pt x="207272" y="255601"/>
                  </a:lnTo>
                  <a:close/>
                  <a:moveTo>
                    <a:pt x="97263" y="223650"/>
                  </a:moveTo>
                  <a:lnTo>
                    <a:pt x="104432" y="219279"/>
                  </a:lnTo>
                  <a:lnTo>
                    <a:pt x="69621" y="223650"/>
                  </a:lnTo>
                  <a:close/>
                  <a:moveTo>
                    <a:pt x="69621" y="223650"/>
                  </a:moveTo>
                  <a:lnTo>
                    <a:pt x="104432" y="219279"/>
                  </a:lnTo>
                  <a:lnTo>
                    <a:pt x="104432" y="191700"/>
                  </a:lnTo>
                  <a:close/>
                  <a:moveTo>
                    <a:pt x="69621" y="223650"/>
                  </a:moveTo>
                  <a:lnTo>
                    <a:pt x="69621" y="243440"/>
                  </a:lnTo>
                  <a:lnTo>
                    <a:pt x="97263" y="223650"/>
                  </a:lnTo>
                  <a:close/>
                  <a:moveTo>
                    <a:pt x="208864" y="223650"/>
                  </a:moveTo>
                  <a:lnTo>
                    <a:pt x="243675" y="191700"/>
                  </a:lnTo>
                  <a:lnTo>
                    <a:pt x="208864" y="191700"/>
                  </a:lnTo>
                  <a:close/>
                  <a:moveTo>
                    <a:pt x="174053" y="202254"/>
                  </a:moveTo>
                  <a:lnTo>
                    <a:pt x="199216" y="223650"/>
                  </a:lnTo>
                  <a:lnTo>
                    <a:pt x="174053" y="191700"/>
                  </a:lnTo>
                  <a:close/>
                  <a:moveTo>
                    <a:pt x="174053" y="191700"/>
                  </a:moveTo>
                  <a:lnTo>
                    <a:pt x="199216" y="223650"/>
                  </a:lnTo>
                  <a:lnTo>
                    <a:pt x="208864" y="223650"/>
                  </a:lnTo>
                  <a:close/>
                  <a:moveTo>
                    <a:pt x="174053" y="191700"/>
                  </a:moveTo>
                  <a:lnTo>
                    <a:pt x="208864" y="223650"/>
                  </a:lnTo>
                  <a:lnTo>
                    <a:pt x="208864" y="191700"/>
                  </a:lnTo>
                  <a:close/>
                  <a:moveTo>
                    <a:pt x="104432" y="191700"/>
                  </a:moveTo>
                  <a:lnTo>
                    <a:pt x="139243" y="191700"/>
                  </a:lnTo>
                  <a:lnTo>
                    <a:pt x="139243" y="159750"/>
                  </a:lnTo>
                  <a:close/>
                  <a:moveTo>
                    <a:pt x="139243" y="191700"/>
                  </a:moveTo>
                  <a:lnTo>
                    <a:pt x="104432" y="191700"/>
                  </a:lnTo>
                  <a:lnTo>
                    <a:pt x="139243" y="204070"/>
                  </a:lnTo>
                  <a:close/>
                  <a:moveTo>
                    <a:pt x="104432" y="191700"/>
                  </a:moveTo>
                  <a:lnTo>
                    <a:pt x="104432" y="219279"/>
                  </a:lnTo>
                  <a:lnTo>
                    <a:pt x="139243" y="204070"/>
                  </a:lnTo>
                  <a:close/>
                  <a:moveTo>
                    <a:pt x="139243" y="19170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243" y="191700"/>
                  </a:moveTo>
                  <a:lnTo>
                    <a:pt x="174053" y="159750"/>
                  </a:lnTo>
                  <a:lnTo>
                    <a:pt x="139243" y="159750"/>
                  </a:lnTo>
                  <a:close/>
                  <a:moveTo>
                    <a:pt x="174053" y="191700"/>
                  </a:moveTo>
                  <a:lnTo>
                    <a:pt x="139243" y="191700"/>
                  </a:lnTo>
                  <a:lnTo>
                    <a:pt x="174053" y="202254"/>
                  </a:lnTo>
                  <a:close/>
                  <a:moveTo>
                    <a:pt x="139243" y="191700"/>
                  </a:moveTo>
                  <a:lnTo>
                    <a:pt x="139243" y="204070"/>
                  </a:lnTo>
                  <a:lnTo>
                    <a:pt x="174053" y="202254"/>
                  </a:lnTo>
                  <a:close/>
                  <a:moveTo>
                    <a:pt x="174053" y="191700"/>
                  </a:moveTo>
                  <a:lnTo>
                    <a:pt x="208864" y="191700"/>
                  </a:lnTo>
                  <a:lnTo>
                    <a:pt x="208864" y="159750"/>
                  </a:lnTo>
                  <a:close/>
                  <a:moveTo>
                    <a:pt x="174053" y="191700"/>
                  </a:moveTo>
                  <a:lnTo>
                    <a:pt x="208864" y="159750"/>
                  </a:lnTo>
                  <a:lnTo>
                    <a:pt x="174053" y="159750"/>
                  </a:lnTo>
                  <a:close/>
                  <a:moveTo>
                    <a:pt x="34811" y="31950"/>
                  </a:moveTo>
                  <a:lnTo>
                    <a:pt x="69621" y="31950"/>
                  </a:lnTo>
                  <a:lnTo>
                    <a:pt x="69621" y="0"/>
                  </a:lnTo>
                  <a:close/>
                  <a:moveTo>
                    <a:pt x="34811" y="31950"/>
                  </a:moveTo>
                  <a:lnTo>
                    <a:pt x="69621" y="0"/>
                  </a:lnTo>
                  <a:lnTo>
                    <a:pt x="34811" y="0"/>
                  </a:lnTo>
                  <a:close/>
                  <a:moveTo>
                    <a:pt x="39054" y="287551"/>
                  </a:moveTo>
                  <a:lnTo>
                    <a:pt x="69621" y="308816"/>
                  </a:lnTo>
                  <a:lnTo>
                    <a:pt x="69621" y="287551"/>
                  </a:lnTo>
                  <a:close/>
                  <a:moveTo>
                    <a:pt x="53651" y="255601"/>
                  </a:moveTo>
                  <a:lnTo>
                    <a:pt x="69621" y="287551"/>
                  </a:lnTo>
                  <a:lnTo>
                    <a:pt x="69621" y="255601"/>
                  </a:lnTo>
                  <a:close/>
                  <a:moveTo>
                    <a:pt x="53651" y="255601"/>
                  </a:moveTo>
                  <a:lnTo>
                    <a:pt x="39054" y="287551"/>
                  </a:lnTo>
                  <a:lnTo>
                    <a:pt x="69621" y="287551"/>
                  </a:lnTo>
                  <a:close/>
                  <a:moveTo>
                    <a:pt x="104432" y="287551"/>
                  </a:moveTo>
                  <a:lnTo>
                    <a:pt x="69621" y="308816"/>
                  </a:lnTo>
                  <a:lnTo>
                    <a:pt x="104432" y="314256"/>
                  </a:lnTo>
                  <a:close/>
                  <a:moveTo>
                    <a:pt x="139243" y="287551"/>
                  </a:moveTo>
                  <a:lnTo>
                    <a:pt x="104432" y="314256"/>
                  </a:lnTo>
                  <a:lnTo>
                    <a:pt x="139243" y="309972"/>
                  </a:lnTo>
                  <a:close/>
                  <a:moveTo>
                    <a:pt x="174053" y="287551"/>
                  </a:moveTo>
                  <a:lnTo>
                    <a:pt x="139243" y="309972"/>
                  </a:lnTo>
                  <a:lnTo>
                    <a:pt x="174053" y="297281"/>
                  </a:lnTo>
                  <a:close/>
                  <a:moveTo>
                    <a:pt x="174053" y="287551"/>
                  </a:moveTo>
                  <a:lnTo>
                    <a:pt x="174053" y="297281"/>
                  </a:lnTo>
                  <a:lnTo>
                    <a:pt x="188249" y="287551"/>
                  </a:lnTo>
                  <a:close/>
                  <a:moveTo>
                    <a:pt x="174053" y="255601"/>
                  </a:moveTo>
                  <a:lnTo>
                    <a:pt x="188249" y="287551"/>
                  </a:lnTo>
                  <a:lnTo>
                    <a:pt x="207272" y="255601"/>
                  </a:lnTo>
                  <a:close/>
                  <a:moveTo>
                    <a:pt x="69621" y="243440"/>
                  </a:moveTo>
                  <a:lnTo>
                    <a:pt x="53651" y="255601"/>
                  </a:lnTo>
                  <a:lnTo>
                    <a:pt x="69621" y="255601"/>
                  </a:lnTo>
                  <a:close/>
                  <a:moveTo>
                    <a:pt x="69621" y="255601"/>
                  </a:moveTo>
                  <a:lnTo>
                    <a:pt x="97263" y="223650"/>
                  </a:lnTo>
                  <a:lnTo>
                    <a:pt x="69621" y="243440"/>
                  </a:lnTo>
                  <a:close/>
                  <a:moveTo>
                    <a:pt x="104432" y="223650"/>
                  </a:moveTo>
                  <a:lnTo>
                    <a:pt x="97263" y="223650"/>
                  </a:lnTo>
                  <a:lnTo>
                    <a:pt x="69621" y="255601"/>
                  </a:lnTo>
                  <a:close/>
                  <a:moveTo>
                    <a:pt x="174053" y="223650"/>
                  </a:moveTo>
                  <a:lnTo>
                    <a:pt x="207272" y="255601"/>
                  </a:lnTo>
                  <a:lnTo>
                    <a:pt x="199216" y="223650"/>
                  </a:lnTo>
                  <a:close/>
                  <a:moveTo>
                    <a:pt x="104432" y="219279"/>
                  </a:moveTo>
                  <a:lnTo>
                    <a:pt x="97263" y="223650"/>
                  </a:lnTo>
                  <a:lnTo>
                    <a:pt x="104432" y="223650"/>
                  </a:lnTo>
                  <a:close/>
                  <a:moveTo>
                    <a:pt x="104432" y="223650"/>
                  </a:moveTo>
                  <a:lnTo>
                    <a:pt x="139243" y="204070"/>
                  </a:lnTo>
                  <a:lnTo>
                    <a:pt x="104432" y="219279"/>
                  </a:lnTo>
                  <a:close/>
                  <a:moveTo>
                    <a:pt x="104432" y="223650"/>
                  </a:moveTo>
                  <a:lnTo>
                    <a:pt x="139243" y="223650"/>
                  </a:lnTo>
                  <a:lnTo>
                    <a:pt x="139243" y="204070"/>
                  </a:lnTo>
                  <a:close/>
                  <a:moveTo>
                    <a:pt x="139243" y="223650"/>
                  </a:moveTo>
                  <a:lnTo>
                    <a:pt x="174053" y="202254"/>
                  </a:lnTo>
                  <a:lnTo>
                    <a:pt x="139243" y="204070"/>
                  </a:lnTo>
                  <a:close/>
                  <a:moveTo>
                    <a:pt x="174053" y="223650"/>
                  </a:moveTo>
                  <a:lnTo>
                    <a:pt x="199216" y="223650"/>
                  </a:lnTo>
                  <a:lnTo>
                    <a:pt x="174053" y="202254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3996" name="Candidate_B5__3995">
              <a:extLst>
                <a:ext uri="{FF2B5EF4-FFF2-40B4-BE49-F238E27FC236}">
                  <a16:creationId xmlns:a16="http://schemas.microsoft.com/office/drawing/2014/main" id="{7D60235D-F73E-A058-D353-3487D611A857}"/>
                </a:ext>
              </a:extLst>
            </p:cNvPr>
            <p:cNvSpPr>
              <a:spLocks noGrp="1"/>
            </p:cNvSpPr>
            <p:nvPr/>
          </p:nvSpPr>
          <p:spPr>
            <a:xfrm>
              <a:off x="4163050" y="3806563"/>
              <a:ext cx="137651" cy="112001"/>
            </a:xfrm>
            <a:custGeom>
              <a:avLst/>
              <a:gdLst/>
              <a:ahLst/>
              <a:cxnLst/>
              <a:rect l="0" t="0" r="0" b="0"/>
              <a:pathLst>
                <a:path w="137651" h="112001">
                  <a:moveTo>
                    <a:pt x="34811" y="85296"/>
                  </a:moveTo>
                  <a:lnTo>
                    <a:pt x="0" y="85296"/>
                  </a:lnTo>
                  <a:lnTo>
                    <a:pt x="0" y="106561"/>
                  </a:lnTo>
                  <a:close/>
                  <a:moveTo>
                    <a:pt x="0" y="85296"/>
                  </a:moveTo>
                  <a:lnTo>
                    <a:pt x="34811" y="85296"/>
                  </a:lnTo>
                  <a:lnTo>
                    <a:pt x="34811" y="53346"/>
                  </a:lnTo>
                  <a:close/>
                  <a:moveTo>
                    <a:pt x="0" y="85296"/>
                  </a:moveTo>
                  <a:lnTo>
                    <a:pt x="34811" y="53346"/>
                  </a:lnTo>
                  <a:lnTo>
                    <a:pt x="0" y="53346"/>
                  </a:lnTo>
                  <a:close/>
                  <a:moveTo>
                    <a:pt x="69621" y="85296"/>
                  </a:moveTo>
                  <a:lnTo>
                    <a:pt x="34811" y="85296"/>
                  </a:lnTo>
                  <a:lnTo>
                    <a:pt x="34811" y="112001"/>
                  </a:lnTo>
                  <a:close/>
                  <a:moveTo>
                    <a:pt x="34811" y="85296"/>
                  </a:moveTo>
                  <a:lnTo>
                    <a:pt x="69621" y="85296"/>
                  </a:lnTo>
                  <a:lnTo>
                    <a:pt x="69621" y="53346"/>
                  </a:lnTo>
                  <a:close/>
                  <a:moveTo>
                    <a:pt x="34811" y="85296"/>
                  </a:moveTo>
                  <a:lnTo>
                    <a:pt x="69621" y="53346"/>
                  </a:lnTo>
                  <a:lnTo>
                    <a:pt x="34811" y="53346"/>
                  </a:lnTo>
                  <a:close/>
                  <a:moveTo>
                    <a:pt x="104432" y="85296"/>
                  </a:moveTo>
                  <a:lnTo>
                    <a:pt x="69621" y="85296"/>
                  </a:lnTo>
                  <a:lnTo>
                    <a:pt x="69621" y="107718"/>
                  </a:lnTo>
                  <a:close/>
                  <a:moveTo>
                    <a:pt x="69621" y="85296"/>
                  </a:moveTo>
                  <a:lnTo>
                    <a:pt x="104432" y="85296"/>
                  </a:lnTo>
                  <a:lnTo>
                    <a:pt x="104432" y="53346"/>
                  </a:lnTo>
                  <a:close/>
                  <a:moveTo>
                    <a:pt x="69621" y="85296"/>
                  </a:moveTo>
                  <a:lnTo>
                    <a:pt x="104432" y="53346"/>
                  </a:lnTo>
                  <a:lnTo>
                    <a:pt x="69621" y="53346"/>
                  </a:lnTo>
                  <a:close/>
                  <a:moveTo>
                    <a:pt x="104432" y="53346"/>
                  </a:moveTo>
                  <a:lnTo>
                    <a:pt x="104432" y="85296"/>
                  </a:lnTo>
                  <a:lnTo>
                    <a:pt x="118628" y="85296"/>
                  </a:lnTo>
                  <a:close/>
                  <a:moveTo>
                    <a:pt x="34811" y="53346"/>
                  </a:moveTo>
                  <a:lnTo>
                    <a:pt x="34811" y="21396"/>
                  </a:lnTo>
                  <a:lnTo>
                    <a:pt x="0" y="53346"/>
                  </a:lnTo>
                  <a:close/>
                  <a:moveTo>
                    <a:pt x="34811" y="53346"/>
                  </a:moveTo>
                  <a:lnTo>
                    <a:pt x="69621" y="53346"/>
                  </a:lnTo>
                  <a:lnTo>
                    <a:pt x="69621" y="21396"/>
                  </a:lnTo>
                  <a:close/>
                  <a:moveTo>
                    <a:pt x="34811" y="53346"/>
                  </a:moveTo>
                  <a:lnTo>
                    <a:pt x="69621" y="21396"/>
                  </a:lnTo>
                  <a:lnTo>
                    <a:pt x="34811" y="21396"/>
                  </a:lnTo>
                  <a:close/>
                  <a:moveTo>
                    <a:pt x="69621" y="53346"/>
                  </a:moveTo>
                  <a:lnTo>
                    <a:pt x="104432" y="53346"/>
                  </a:lnTo>
                  <a:lnTo>
                    <a:pt x="104432" y="21396"/>
                  </a:lnTo>
                  <a:close/>
                  <a:moveTo>
                    <a:pt x="69621" y="53346"/>
                  </a:moveTo>
                  <a:lnTo>
                    <a:pt x="104432" y="21396"/>
                  </a:lnTo>
                  <a:lnTo>
                    <a:pt x="69621" y="21396"/>
                  </a:lnTo>
                  <a:close/>
                  <a:moveTo>
                    <a:pt x="104432" y="21396"/>
                  </a:moveTo>
                  <a:lnTo>
                    <a:pt x="104432" y="53346"/>
                  </a:lnTo>
                  <a:lnTo>
                    <a:pt x="137651" y="53346"/>
                  </a:lnTo>
                  <a:close/>
                  <a:moveTo>
                    <a:pt x="69621" y="21396"/>
                  </a:moveTo>
                  <a:lnTo>
                    <a:pt x="104432" y="21396"/>
                  </a:lnTo>
                  <a:lnTo>
                    <a:pt x="104432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sp>
        <p:nvSpPr>
          <p:cNvPr id="3997" name="label__3996">
            <a:extLst>
              <a:ext uri="{FF2B5EF4-FFF2-40B4-BE49-F238E27FC236}">
                <a16:creationId xmlns:a16="http://schemas.microsoft.com/office/drawing/2014/main" id="{C7BEE66F-9CEE-483B-DCDA-902F59C5A73E}"/>
              </a:ext>
            </a:extLst>
          </p:cNvPr>
          <p:cNvSpPr>
            <a:spLocks noGrp="1"/>
          </p:cNvSpPr>
          <p:nvPr/>
        </p:nvSpPr>
        <p:spPr>
          <a:xfrm>
            <a:off x="4579766" y="2486671"/>
            <a:ext cx="96212" cy="714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4F5965"/>
                </a:solidFill>
                <a:latin typeface="Arial"/>
                <a:ea typeface="Arial"/>
                <a:cs typeface="Arial"/>
              </a:defRPr>
            </a:pPr>
            <a:r>
              <a:rPr sz="347" b="1" dirty="0">
                <a:solidFill>
                  <a:srgbClr val="4F5965"/>
                </a:solidFill>
                <a:latin typeface="Arial"/>
                <a:ea typeface="Arial"/>
                <a:cs typeface="Arial"/>
              </a:rPr>
              <a:t>B5</a:t>
            </a:r>
          </a:p>
        </p:txBody>
      </p:sp>
      <p:grpSp>
        <p:nvGrpSpPr>
          <p:cNvPr id="6223" name="flow_Match">
            <a:extLst>
              <a:ext uri="{FF2B5EF4-FFF2-40B4-BE49-F238E27FC236}">
                <a16:creationId xmlns:a16="http://schemas.microsoft.com/office/drawing/2014/main" id="{A9A32585-026C-338C-7D2A-764558098EBD}"/>
              </a:ext>
            </a:extLst>
          </p:cNvPr>
          <p:cNvGrpSpPr/>
          <p:nvPr/>
        </p:nvGrpSpPr>
        <p:grpSpPr>
          <a:xfrm>
            <a:off x="5290402" y="2280110"/>
            <a:ext cx="244654" cy="32987"/>
            <a:chOff x="7162800" y="3209925"/>
            <a:chExt cx="847725" cy="114300"/>
          </a:xfrm>
        </p:grpSpPr>
        <p:sp>
          <p:nvSpPr>
            <p:cNvPr id="3999" name="flow_Match__3998">
              <a:extLst>
                <a:ext uri="{FF2B5EF4-FFF2-40B4-BE49-F238E27FC236}">
                  <a16:creationId xmlns:a16="http://schemas.microsoft.com/office/drawing/2014/main" id="{852ABC8F-5864-9807-6159-3BD772DB650D}"/>
                </a:ext>
              </a:extLst>
            </p:cNvPr>
            <p:cNvSpPr>
              <a:spLocks noGrp="1"/>
            </p:cNvSpPr>
            <p:nvPr/>
          </p:nvSpPr>
          <p:spPr>
            <a:xfrm>
              <a:off x="7162800" y="3267075"/>
              <a:ext cx="752475" cy="95"/>
            </a:xfrm>
            <a:custGeom>
              <a:avLst/>
              <a:gdLst/>
              <a:ahLst/>
              <a:cxnLst/>
              <a:rect l="0" t="0" r="0" b="0"/>
              <a:pathLst>
                <a:path w="752475" h="95">
                  <a:moveTo>
                    <a:pt x="0" y="0"/>
                  </a:moveTo>
                  <a:lnTo>
                    <a:pt x="752475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000" name="flow_Match__3999">
              <a:extLst>
                <a:ext uri="{FF2B5EF4-FFF2-40B4-BE49-F238E27FC236}">
                  <a16:creationId xmlns:a16="http://schemas.microsoft.com/office/drawing/2014/main" id="{B3AB4620-E160-2AF2-D1AD-63A5502436F4}"/>
                </a:ext>
              </a:extLst>
            </p:cNvPr>
            <p:cNvSpPr>
              <a:spLocks noGrp="1"/>
            </p:cNvSpPr>
            <p:nvPr/>
          </p:nvSpPr>
          <p:spPr>
            <a:xfrm>
              <a:off x="7896225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sp>
        <p:nvSpPr>
          <p:cNvPr id="4001" name="label__4000">
            <a:extLst>
              <a:ext uri="{FF2B5EF4-FFF2-40B4-BE49-F238E27FC236}">
                <a16:creationId xmlns:a16="http://schemas.microsoft.com/office/drawing/2014/main" id="{BA22BC6C-6038-8943-C882-42E8A0C2C6CC}"/>
              </a:ext>
            </a:extLst>
          </p:cNvPr>
          <p:cNvSpPr>
            <a:spLocks noGrp="1"/>
          </p:cNvSpPr>
          <p:nvPr/>
        </p:nvSpPr>
        <p:spPr>
          <a:xfrm>
            <a:off x="5262913" y="2178400"/>
            <a:ext cx="299632" cy="879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95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63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Match</a:t>
            </a:r>
          </a:p>
        </p:txBody>
      </p:sp>
      <p:sp>
        <p:nvSpPr>
          <p:cNvPr id="4004" name="Matching_B1__4003">
            <a:extLst>
              <a:ext uri="{FF2B5EF4-FFF2-40B4-BE49-F238E27FC236}">
                <a16:creationId xmlns:a16="http://schemas.microsoft.com/office/drawing/2014/main" id="{8134BF7D-9F0B-16D3-B55A-A4250E43BB62}"/>
              </a:ext>
            </a:extLst>
          </p:cNvPr>
          <p:cNvSpPr>
            <a:spLocks noGrp="1"/>
          </p:cNvSpPr>
          <p:nvPr/>
        </p:nvSpPr>
        <p:spPr>
          <a:xfrm>
            <a:off x="5790625" y="1931390"/>
            <a:ext cx="365606" cy="288554"/>
          </a:xfrm>
          <a:custGeom>
            <a:avLst/>
            <a:gdLst/>
            <a:ahLst/>
            <a:cxnLst/>
            <a:rect l="0" t="0" r="0" b="0"/>
            <a:pathLst>
              <a:path w="1266825" h="904875">
                <a:moveTo>
                  <a:pt x="0" y="0"/>
                </a:moveTo>
                <a:lnTo>
                  <a:pt x="504825" y="452438"/>
                </a:lnTo>
                <a:lnTo>
                  <a:pt x="1266825" y="904875"/>
                </a:lnTo>
              </a:path>
            </a:pathLst>
          </a:custGeom>
          <a:noFill/>
          <a:ln w="20955">
            <a:solidFill>
              <a:srgbClr val="65C191"/>
            </a:solidFill>
          </a:ln>
        </p:spPr>
      </p:sp>
      <p:sp>
        <p:nvSpPr>
          <p:cNvPr id="4005" name="Matching_B4__4004">
            <a:extLst>
              <a:ext uri="{FF2B5EF4-FFF2-40B4-BE49-F238E27FC236}">
                <a16:creationId xmlns:a16="http://schemas.microsoft.com/office/drawing/2014/main" id="{DC8357FE-2B24-C126-4CAE-23FACB1282AC}"/>
              </a:ext>
            </a:extLst>
          </p:cNvPr>
          <p:cNvSpPr>
            <a:spLocks noGrp="1"/>
          </p:cNvSpPr>
          <p:nvPr/>
        </p:nvSpPr>
        <p:spPr>
          <a:xfrm>
            <a:off x="5790625" y="2137559"/>
            <a:ext cx="365606" cy="436995"/>
          </a:xfrm>
          <a:custGeom>
            <a:avLst/>
            <a:gdLst/>
            <a:ahLst/>
            <a:cxnLst/>
            <a:rect l="0" t="0" r="0" b="0"/>
            <a:pathLst>
              <a:path w="1266825" h="1714500">
                <a:moveTo>
                  <a:pt x="0" y="0"/>
                </a:moveTo>
                <a:lnTo>
                  <a:pt x="504825" y="857250"/>
                </a:lnTo>
                <a:lnTo>
                  <a:pt x="1266825" y="1714500"/>
                </a:lnTo>
              </a:path>
            </a:pathLst>
          </a:custGeom>
          <a:noFill/>
          <a:ln w="20955">
            <a:solidFill>
              <a:srgbClr val="E67C8C"/>
            </a:solidFill>
          </a:ln>
        </p:spPr>
      </p:sp>
      <p:sp>
        <p:nvSpPr>
          <p:cNvPr id="4006" name="Matching_B3__4005">
            <a:extLst>
              <a:ext uri="{FF2B5EF4-FFF2-40B4-BE49-F238E27FC236}">
                <a16:creationId xmlns:a16="http://schemas.microsoft.com/office/drawing/2014/main" id="{DB06CE5A-AA9D-EA9B-AB0B-541347F0E9AD}"/>
              </a:ext>
            </a:extLst>
          </p:cNvPr>
          <p:cNvSpPr>
            <a:spLocks noGrp="1"/>
          </p:cNvSpPr>
          <p:nvPr/>
        </p:nvSpPr>
        <p:spPr>
          <a:xfrm>
            <a:off x="5790625" y="1950633"/>
            <a:ext cx="365606" cy="420584"/>
          </a:xfrm>
          <a:custGeom>
            <a:avLst/>
            <a:gdLst/>
            <a:ahLst/>
            <a:cxnLst/>
            <a:rect l="0" t="0" r="0" b="0"/>
            <a:pathLst>
              <a:path w="1266825" h="1457325">
                <a:moveTo>
                  <a:pt x="0" y="1457325"/>
                </a:moveTo>
                <a:lnTo>
                  <a:pt x="504825" y="728663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E1B94E"/>
            </a:solidFill>
          </a:ln>
        </p:spPr>
      </p:sp>
      <p:sp>
        <p:nvSpPr>
          <p:cNvPr id="4007" name="Matching_B2__4006">
            <a:extLst>
              <a:ext uri="{FF2B5EF4-FFF2-40B4-BE49-F238E27FC236}">
                <a16:creationId xmlns:a16="http://schemas.microsoft.com/office/drawing/2014/main" id="{83D5FE21-570C-F11E-EFF9-10A6D5FC8789}"/>
              </a:ext>
            </a:extLst>
          </p:cNvPr>
          <p:cNvSpPr>
            <a:spLocks noGrp="1"/>
          </p:cNvSpPr>
          <p:nvPr/>
        </p:nvSpPr>
        <p:spPr>
          <a:xfrm>
            <a:off x="5790625" y="2219943"/>
            <a:ext cx="365606" cy="384931"/>
          </a:xfrm>
          <a:custGeom>
            <a:avLst/>
            <a:gdLst/>
            <a:ahLst/>
            <a:cxnLst/>
            <a:rect l="0" t="0" r="0" b="0"/>
            <a:pathLst>
              <a:path w="1266825" h="1428750">
                <a:moveTo>
                  <a:pt x="0" y="1428750"/>
                </a:moveTo>
                <a:lnTo>
                  <a:pt x="676275" y="714375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65C191"/>
            </a:solidFill>
          </a:ln>
        </p:spPr>
      </p:sp>
      <p:sp>
        <p:nvSpPr>
          <p:cNvPr id="4008" name="Matching_B5__4007">
            <a:extLst>
              <a:ext uri="{FF2B5EF4-FFF2-40B4-BE49-F238E27FC236}">
                <a16:creationId xmlns:a16="http://schemas.microsoft.com/office/drawing/2014/main" id="{5ACE9969-F38E-9817-FC52-F0486B377C7E}"/>
              </a:ext>
            </a:extLst>
          </p:cNvPr>
          <p:cNvSpPr>
            <a:spLocks noGrp="1"/>
          </p:cNvSpPr>
          <p:nvPr/>
        </p:nvSpPr>
        <p:spPr>
          <a:xfrm>
            <a:off x="5790625" y="2857775"/>
            <a:ext cx="365606" cy="28"/>
          </a:xfrm>
          <a:custGeom>
            <a:avLst/>
            <a:gdLst/>
            <a:ahLst/>
            <a:cxnLst/>
            <a:rect l="0" t="0" r="0" b="0"/>
            <a:pathLst>
              <a:path w="1266825" h="95">
                <a:moveTo>
                  <a:pt x="0" y="0"/>
                </a:moveTo>
                <a:lnTo>
                  <a:pt x="504825" y="0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707781"/>
            </a:solidFill>
          </a:ln>
        </p:spPr>
      </p:sp>
      <p:grpSp>
        <p:nvGrpSpPr>
          <p:cNvPr id="6225" name="Match_B1">
            <a:extLst>
              <a:ext uri="{FF2B5EF4-FFF2-40B4-BE49-F238E27FC236}">
                <a16:creationId xmlns:a16="http://schemas.microsoft.com/office/drawing/2014/main" id="{8209940B-2F6A-70E5-8305-93DC5DFEDE09}"/>
              </a:ext>
            </a:extLst>
          </p:cNvPr>
          <p:cNvGrpSpPr/>
          <p:nvPr/>
        </p:nvGrpSpPr>
        <p:grpSpPr>
          <a:xfrm>
            <a:off x="5673796" y="1855795"/>
            <a:ext cx="101710" cy="151191"/>
            <a:chOff x="8386763" y="1747838"/>
            <a:chExt cx="352425" cy="523875"/>
          </a:xfrm>
        </p:grpSpPr>
        <p:sp>
          <p:nvSpPr>
            <p:cNvPr id="4009" name="Match_B1__4008">
              <a:extLst>
                <a:ext uri="{FF2B5EF4-FFF2-40B4-BE49-F238E27FC236}">
                  <a16:creationId xmlns:a16="http://schemas.microsoft.com/office/drawing/2014/main" id="{B2D1575D-6E4B-0179-6283-542D21EC51AE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98037" y="523543"/>
                  </a:moveTo>
                  <a:lnTo>
                    <a:pt x="61906" y="514887"/>
                  </a:lnTo>
                  <a:lnTo>
                    <a:pt x="98037" y="515352"/>
                  </a:lnTo>
                  <a:close/>
                  <a:moveTo>
                    <a:pt x="98037" y="523543"/>
                  </a:moveTo>
                  <a:lnTo>
                    <a:pt x="98037" y="515352"/>
                  </a:lnTo>
                  <a:lnTo>
                    <a:pt x="134167" y="523875"/>
                  </a:lnTo>
                  <a:close/>
                  <a:moveTo>
                    <a:pt x="134167" y="523875"/>
                  </a:moveTo>
                  <a:lnTo>
                    <a:pt x="134167" y="515837"/>
                  </a:lnTo>
                  <a:lnTo>
                    <a:pt x="170298" y="516196"/>
                  </a:lnTo>
                  <a:close/>
                  <a:moveTo>
                    <a:pt x="208869" y="487821"/>
                  </a:moveTo>
                  <a:lnTo>
                    <a:pt x="221774" y="487821"/>
                  </a:lnTo>
                  <a:lnTo>
                    <a:pt x="206429" y="499097"/>
                  </a:lnTo>
                  <a:close/>
                  <a:moveTo>
                    <a:pt x="238494" y="461151"/>
                  </a:moveTo>
                  <a:lnTo>
                    <a:pt x="242559" y="467256"/>
                  </a:lnTo>
                  <a:lnTo>
                    <a:pt x="221774" y="487821"/>
                  </a:lnTo>
                  <a:close/>
                  <a:moveTo>
                    <a:pt x="2499" y="461151"/>
                  </a:moveTo>
                  <a:lnTo>
                    <a:pt x="14000" y="461151"/>
                  </a:lnTo>
                  <a:lnTo>
                    <a:pt x="18837" y="487821"/>
                  </a:lnTo>
                  <a:close/>
                  <a:moveTo>
                    <a:pt x="10476" y="434480"/>
                  </a:moveTo>
                  <a:lnTo>
                    <a:pt x="2499" y="461151"/>
                  </a:lnTo>
                  <a:lnTo>
                    <a:pt x="0" y="434480"/>
                  </a:lnTo>
                  <a:close/>
                  <a:moveTo>
                    <a:pt x="17989" y="407809"/>
                  </a:moveTo>
                  <a:lnTo>
                    <a:pt x="0" y="434480"/>
                  </a:lnTo>
                  <a:lnTo>
                    <a:pt x="7970" y="407809"/>
                  </a:lnTo>
                  <a:close/>
                  <a:moveTo>
                    <a:pt x="268638" y="434480"/>
                  </a:moveTo>
                  <a:lnTo>
                    <a:pt x="248088" y="461151"/>
                  </a:lnTo>
                  <a:lnTo>
                    <a:pt x="262255" y="434480"/>
                  </a:lnTo>
                  <a:close/>
                  <a:moveTo>
                    <a:pt x="268638" y="434480"/>
                  </a:moveTo>
                  <a:lnTo>
                    <a:pt x="262255" y="434480"/>
                  </a:lnTo>
                  <a:lnTo>
                    <a:pt x="278690" y="421046"/>
                  </a:lnTo>
                  <a:close/>
                  <a:moveTo>
                    <a:pt x="7970" y="407809"/>
                  </a:moveTo>
                  <a:lnTo>
                    <a:pt x="24298" y="381139"/>
                  </a:lnTo>
                  <a:lnTo>
                    <a:pt x="17989" y="407809"/>
                  </a:lnTo>
                  <a:close/>
                  <a:moveTo>
                    <a:pt x="285231" y="407809"/>
                  </a:moveTo>
                  <a:lnTo>
                    <a:pt x="288891" y="407809"/>
                  </a:lnTo>
                  <a:lnTo>
                    <a:pt x="278690" y="421046"/>
                  </a:lnTo>
                  <a:close/>
                  <a:moveTo>
                    <a:pt x="307376" y="381139"/>
                  </a:moveTo>
                  <a:lnTo>
                    <a:pt x="288891" y="407809"/>
                  </a:lnTo>
                  <a:lnTo>
                    <a:pt x="306023" y="381139"/>
                  </a:lnTo>
                  <a:close/>
                  <a:moveTo>
                    <a:pt x="32592" y="381139"/>
                  </a:moveTo>
                  <a:lnTo>
                    <a:pt x="25775" y="379049"/>
                  </a:lnTo>
                  <a:lnTo>
                    <a:pt x="41208" y="354468"/>
                  </a:lnTo>
                  <a:close/>
                  <a:moveTo>
                    <a:pt x="307376" y="381139"/>
                  </a:moveTo>
                  <a:lnTo>
                    <a:pt x="306023" y="381139"/>
                  </a:lnTo>
                  <a:lnTo>
                    <a:pt x="314821" y="366252"/>
                  </a:lnTo>
                  <a:close/>
                  <a:moveTo>
                    <a:pt x="58466" y="327797"/>
                  </a:moveTo>
                  <a:lnTo>
                    <a:pt x="41208" y="354468"/>
                  </a:lnTo>
                  <a:lnTo>
                    <a:pt x="53652" y="327797"/>
                  </a:lnTo>
                  <a:close/>
                  <a:moveTo>
                    <a:pt x="320575" y="354468"/>
                  </a:moveTo>
                  <a:lnTo>
                    <a:pt x="320969" y="354468"/>
                  </a:lnTo>
                  <a:lnTo>
                    <a:pt x="314821" y="366252"/>
                  </a:lnTo>
                  <a:close/>
                  <a:moveTo>
                    <a:pt x="327031" y="327797"/>
                  </a:moveTo>
                  <a:lnTo>
                    <a:pt x="320969" y="354468"/>
                  </a:lnTo>
                  <a:lnTo>
                    <a:pt x="326795" y="327797"/>
                  </a:lnTo>
                  <a:close/>
                  <a:moveTo>
                    <a:pt x="53652" y="327797"/>
                  </a:moveTo>
                  <a:lnTo>
                    <a:pt x="58654" y="301127"/>
                  </a:lnTo>
                  <a:lnTo>
                    <a:pt x="58466" y="327797"/>
                  </a:lnTo>
                  <a:close/>
                  <a:moveTo>
                    <a:pt x="325376" y="301127"/>
                  </a:moveTo>
                  <a:lnTo>
                    <a:pt x="327031" y="327797"/>
                  </a:lnTo>
                  <a:lnTo>
                    <a:pt x="324534" y="301127"/>
                  </a:lnTo>
                  <a:close/>
                  <a:moveTo>
                    <a:pt x="318506" y="274456"/>
                  </a:moveTo>
                  <a:lnTo>
                    <a:pt x="325376" y="301127"/>
                  </a:lnTo>
                  <a:lnTo>
                    <a:pt x="316039" y="274456"/>
                  </a:lnTo>
                  <a:close/>
                  <a:moveTo>
                    <a:pt x="314821" y="271076"/>
                  </a:moveTo>
                  <a:lnTo>
                    <a:pt x="314821" y="261236"/>
                  </a:lnTo>
                  <a:lnTo>
                    <a:pt x="318506" y="274456"/>
                  </a:lnTo>
                  <a:close/>
                  <a:moveTo>
                    <a:pt x="314821" y="261236"/>
                  </a:moveTo>
                  <a:lnTo>
                    <a:pt x="314821" y="271076"/>
                  </a:lnTo>
                  <a:lnTo>
                    <a:pt x="311612" y="247785"/>
                  </a:lnTo>
                  <a:close/>
                  <a:moveTo>
                    <a:pt x="49622" y="247785"/>
                  </a:moveTo>
                  <a:lnTo>
                    <a:pt x="58146" y="247785"/>
                  </a:lnTo>
                  <a:lnTo>
                    <a:pt x="56058" y="274456"/>
                  </a:lnTo>
                  <a:close/>
                  <a:moveTo>
                    <a:pt x="54345" y="221114"/>
                  </a:moveTo>
                  <a:lnTo>
                    <a:pt x="49622" y="247785"/>
                  </a:lnTo>
                  <a:lnTo>
                    <a:pt x="44811" y="221114"/>
                  </a:lnTo>
                  <a:close/>
                  <a:moveTo>
                    <a:pt x="308985" y="221114"/>
                  </a:moveTo>
                  <a:lnTo>
                    <a:pt x="311612" y="247785"/>
                  </a:lnTo>
                  <a:lnTo>
                    <a:pt x="302663" y="221114"/>
                  </a:lnTo>
                  <a:close/>
                  <a:moveTo>
                    <a:pt x="55531" y="194444"/>
                  </a:moveTo>
                  <a:lnTo>
                    <a:pt x="44811" y="221114"/>
                  </a:lnTo>
                  <a:lnTo>
                    <a:pt x="45349" y="194444"/>
                  </a:lnTo>
                  <a:close/>
                  <a:moveTo>
                    <a:pt x="311622" y="194444"/>
                  </a:moveTo>
                  <a:lnTo>
                    <a:pt x="308985" y="221114"/>
                  </a:lnTo>
                  <a:lnTo>
                    <a:pt x="304253" y="194444"/>
                  </a:lnTo>
                  <a:close/>
                  <a:moveTo>
                    <a:pt x="45349" y="194444"/>
                  </a:moveTo>
                  <a:lnTo>
                    <a:pt x="52631" y="167773"/>
                  </a:lnTo>
                  <a:lnTo>
                    <a:pt x="55531" y="194444"/>
                  </a:lnTo>
                  <a:close/>
                  <a:moveTo>
                    <a:pt x="312644" y="167773"/>
                  </a:moveTo>
                  <a:lnTo>
                    <a:pt x="314821" y="183855"/>
                  </a:lnTo>
                  <a:lnTo>
                    <a:pt x="311622" y="194444"/>
                  </a:lnTo>
                  <a:close/>
                  <a:moveTo>
                    <a:pt x="63219" y="167773"/>
                  </a:moveTo>
                  <a:lnTo>
                    <a:pt x="61906" y="148770"/>
                  </a:lnTo>
                  <a:lnTo>
                    <a:pt x="65514" y="141102"/>
                  </a:lnTo>
                  <a:close/>
                  <a:moveTo>
                    <a:pt x="87862" y="114432"/>
                  </a:moveTo>
                  <a:lnTo>
                    <a:pt x="65514" y="141102"/>
                  </a:lnTo>
                  <a:lnTo>
                    <a:pt x="79307" y="114432"/>
                  </a:lnTo>
                  <a:close/>
                  <a:moveTo>
                    <a:pt x="334327" y="141102"/>
                  </a:moveTo>
                  <a:lnTo>
                    <a:pt x="320767" y="167773"/>
                  </a:lnTo>
                  <a:lnTo>
                    <a:pt x="327220" y="141102"/>
                  </a:lnTo>
                  <a:close/>
                  <a:moveTo>
                    <a:pt x="346477" y="114432"/>
                  </a:moveTo>
                  <a:lnTo>
                    <a:pt x="334327" y="141102"/>
                  </a:lnTo>
                  <a:lnTo>
                    <a:pt x="340438" y="114432"/>
                  </a:lnTo>
                  <a:close/>
                  <a:moveTo>
                    <a:pt x="79307" y="114432"/>
                  </a:moveTo>
                  <a:lnTo>
                    <a:pt x="93362" y="87761"/>
                  </a:lnTo>
                  <a:lnTo>
                    <a:pt x="87862" y="114432"/>
                  </a:lnTo>
                  <a:close/>
                  <a:moveTo>
                    <a:pt x="346645" y="87761"/>
                  </a:moveTo>
                  <a:lnTo>
                    <a:pt x="350951" y="93823"/>
                  </a:lnTo>
                  <a:lnTo>
                    <a:pt x="346477" y="114432"/>
                  </a:lnTo>
                  <a:close/>
                  <a:moveTo>
                    <a:pt x="100845" y="87761"/>
                  </a:moveTo>
                  <a:lnTo>
                    <a:pt x="98037" y="79764"/>
                  </a:lnTo>
                  <a:lnTo>
                    <a:pt x="108998" y="61090"/>
                  </a:lnTo>
                  <a:close/>
                  <a:moveTo>
                    <a:pt x="108998" y="61090"/>
                  </a:moveTo>
                  <a:lnTo>
                    <a:pt x="132742" y="34420"/>
                  </a:lnTo>
                  <a:lnTo>
                    <a:pt x="115652" y="61090"/>
                  </a:lnTo>
                  <a:close/>
                  <a:moveTo>
                    <a:pt x="329961" y="34420"/>
                  </a:moveTo>
                  <a:lnTo>
                    <a:pt x="348181" y="61090"/>
                  </a:lnTo>
                  <a:lnTo>
                    <a:pt x="322926" y="34420"/>
                  </a:lnTo>
                  <a:close/>
                  <a:moveTo>
                    <a:pt x="170298" y="11916"/>
                  </a:moveTo>
                  <a:lnTo>
                    <a:pt x="170298" y="16512"/>
                  </a:lnTo>
                  <a:lnTo>
                    <a:pt x="134167" y="33261"/>
                  </a:lnTo>
                  <a:close/>
                  <a:moveTo>
                    <a:pt x="170298" y="11916"/>
                  </a:moveTo>
                  <a:lnTo>
                    <a:pt x="184385" y="7749"/>
                  </a:lnTo>
                  <a:lnTo>
                    <a:pt x="199671" y="7749"/>
                  </a:lnTo>
                  <a:close/>
                  <a:moveTo>
                    <a:pt x="278690" y="10578"/>
                  </a:moveTo>
                  <a:lnTo>
                    <a:pt x="282719" y="7749"/>
                  </a:lnTo>
                  <a:lnTo>
                    <a:pt x="314821" y="22754"/>
                  </a:lnTo>
                  <a:close/>
                  <a:moveTo>
                    <a:pt x="314821" y="28170"/>
                  </a:moveTo>
                  <a:lnTo>
                    <a:pt x="314821" y="22754"/>
                  </a:lnTo>
                  <a:lnTo>
                    <a:pt x="329961" y="34420"/>
                  </a:lnTo>
                  <a:close/>
                  <a:moveTo>
                    <a:pt x="206429" y="1782"/>
                  </a:moveTo>
                  <a:lnTo>
                    <a:pt x="199671" y="7749"/>
                  </a:lnTo>
                  <a:lnTo>
                    <a:pt x="184385" y="7749"/>
                  </a:lnTo>
                  <a:close/>
                  <a:moveTo>
                    <a:pt x="242559" y="0"/>
                  </a:moveTo>
                  <a:lnTo>
                    <a:pt x="206429" y="5914"/>
                  </a:lnTo>
                  <a:lnTo>
                    <a:pt x="206429" y="1782"/>
                  </a:lnTo>
                  <a:close/>
                  <a:moveTo>
                    <a:pt x="242559" y="0"/>
                  </a:moveTo>
                  <a:lnTo>
                    <a:pt x="278690" y="6211"/>
                  </a:lnTo>
                  <a:lnTo>
                    <a:pt x="242559" y="4020"/>
                  </a:lnTo>
                  <a:close/>
                  <a:moveTo>
                    <a:pt x="58654" y="301127"/>
                  </a:moveTo>
                  <a:lnTo>
                    <a:pt x="56058" y="274456"/>
                  </a:lnTo>
                  <a:lnTo>
                    <a:pt x="61906" y="274456"/>
                  </a:lnTo>
                  <a:close/>
                  <a:moveTo>
                    <a:pt x="61906" y="148770"/>
                  </a:moveTo>
                  <a:lnTo>
                    <a:pt x="61906" y="167773"/>
                  </a:lnTo>
                  <a:lnTo>
                    <a:pt x="52631" y="167773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4010" name="Match_B1__4009">
              <a:extLst>
                <a:ext uri="{FF2B5EF4-FFF2-40B4-BE49-F238E27FC236}">
                  <a16:creationId xmlns:a16="http://schemas.microsoft.com/office/drawing/2014/main" id="{CE755BAE-2381-4B78-E61E-EC59BD692BB5}"/>
                </a:ext>
              </a:extLst>
            </p:cNvPr>
            <p:cNvSpPr>
              <a:spLocks noGrp="1"/>
            </p:cNvSpPr>
            <p:nvPr/>
          </p:nvSpPr>
          <p:spPr>
            <a:xfrm>
              <a:off x="8405600" y="1754049"/>
              <a:ext cx="333588" cy="509984"/>
            </a:xfrm>
            <a:custGeom>
              <a:avLst/>
              <a:gdLst/>
              <a:ahLst/>
              <a:cxnLst/>
              <a:rect l="0" t="0" r="0" b="0"/>
              <a:pathLst>
                <a:path w="333588" h="509984">
                  <a:moveTo>
                    <a:pt x="6938" y="481610"/>
                  </a:moveTo>
                  <a:lnTo>
                    <a:pt x="42185" y="508281"/>
                  </a:lnTo>
                  <a:lnTo>
                    <a:pt x="6938" y="487679"/>
                  </a:lnTo>
                  <a:close/>
                  <a:moveTo>
                    <a:pt x="6938" y="481610"/>
                  </a:moveTo>
                  <a:lnTo>
                    <a:pt x="43069" y="508281"/>
                  </a:lnTo>
                  <a:lnTo>
                    <a:pt x="42185" y="508281"/>
                  </a:lnTo>
                  <a:close/>
                  <a:moveTo>
                    <a:pt x="155545" y="508281"/>
                  </a:moveTo>
                  <a:lnTo>
                    <a:pt x="151461" y="508281"/>
                  </a:lnTo>
                  <a:lnTo>
                    <a:pt x="187592" y="492886"/>
                  </a:lnTo>
                  <a:close/>
                  <a:moveTo>
                    <a:pt x="332114" y="72450"/>
                  </a:moveTo>
                  <a:lnTo>
                    <a:pt x="332114" y="81550"/>
                  </a:lnTo>
                  <a:lnTo>
                    <a:pt x="329344" y="54879"/>
                  </a:lnTo>
                  <a:close/>
                  <a:moveTo>
                    <a:pt x="42185" y="508281"/>
                  </a:moveTo>
                  <a:lnTo>
                    <a:pt x="43069" y="508281"/>
                  </a:lnTo>
                  <a:lnTo>
                    <a:pt x="43069" y="508675"/>
                  </a:lnTo>
                  <a:close/>
                  <a:moveTo>
                    <a:pt x="155545" y="508281"/>
                  </a:moveTo>
                  <a:lnTo>
                    <a:pt x="151461" y="509984"/>
                  </a:lnTo>
                  <a:lnTo>
                    <a:pt x="151461" y="508281"/>
                  </a:lnTo>
                  <a:close/>
                  <a:moveTo>
                    <a:pt x="0" y="481610"/>
                  </a:moveTo>
                  <a:lnTo>
                    <a:pt x="6938" y="481610"/>
                  </a:lnTo>
                  <a:lnTo>
                    <a:pt x="6938" y="487679"/>
                  </a:lnTo>
                  <a:close/>
                  <a:moveTo>
                    <a:pt x="229251" y="454939"/>
                  </a:moveTo>
                  <a:lnTo>
                    <a:pt x="223722" y="461044"/>
                  </a:lnTo>
                  <a:lnTo>
                    <a:pt x="223722" y="454939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5461" y="374927"/>
                  </a:lnTo>
                  <a:close/>
                  <a:moveTo>
                    <a:pt x="301930" y="161562"/>
                  </a:moveTo>
                  <a:lnTo>
                    <a:pt x="295984" y="177644"/>
                  </a:lnTo>
                  <a:lnTo>
                    <a:pt x="295984" y="161562"/>
                  </a:lnTo>
                  <a:close/>
                  <a:moveTo>
                    <a:pt x="79199" y="73553"/>
                  </a:moveTo>
                  <a:lnTo>
                    <a:pt x="79199" y="81550"/>
                  </a:lnTo>
                  <a:lnTo>
                    <a:pt x="74525" y="81550"/>
                  </a:lnTo>
                  <a:close/>
                  <a:moveTo>
                    <a:pt x="333588" y="81550"/>
                  </a:moveTo>
                  <a:lnTo>
                    <a:pt x="332114" y="87611"/>
                  </a:lnTo>
                  <a:lnTo>
                    <a:pt x="332114" y="81550"/>
                  </a:lnTo>
                  <a:close/>
                  <a:moveTo>
                    <a:pt x="332114" y="72450"/>
                  </a:moveTo>
                  <a:lnTo>
                    <a:pt x="333588" y="81550"/>
                  </a:lnTo>
                  <a:lnTo>
                    <a:pt x="332114" y="81550"/>
                  </a:lnTo>
                  <a:close/>
                  <a:moveTo>
                    <a:pt x="115330" y="27049"/>
                  </a:moveTo>
                  <a:lnTo>
                    <a:pt x="115330" y="28208"/>
                  </a:lnTo>
                  <a:lnTo>
                    <a:pt x="113905" y="28208"/>
                  </a:lnTo>
                  <a:close/>
                  <a:moveTo>
                    <a:pt x="259853" y="0"/>
                  </a:moveTo>
                  <a:lnTo>
                    <a:pt x="263882" y="1537"/>
                  </a:lnTo>
                  <a:lnTo>
                    <a:pt x="259853" y="1537"/>
                  </a:lnTo>
                  <a:close/>
                  <a:moveTo>
                    <a:pt x="6938" y="372837"/>
                  </a:moveTo>
                  <a:lnTo>
                    <a:pt x="5461" y="374927"/>
                  </a:lnTo>
                  <a:lnTo>
                    <a:pt x="6938" y="374927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22371" y="348256"/>
                  </a:lnTo>
                  <a:close/>
                  <a:moveTo>
                    <a:pt x="295984" y="268244"/>
                  </a:moveTo>
                  <a:lnTo>
                    <a:pt x="306538" y="294915"/>
                  </a:lnTo>
                  <a:lnTo>
                    <a:pt x="299669" y="268244"/>
                  </a:lnTo>
                  <a:close/>
                  <a:moveTo>
                    <a:pt x="295984" y="268244"/>
                  </a:moveTo>
                  <a:lnTo>
                    <a:pt x="299669" y="268244"/>
                  </a:lnTo>
                  <a:lnTo>
                    <a:pt x="295984" y="255025"/>
                  </a:lnTo>
                  <a:close/>
                  <a:moveTo>
                    <a:pt x="332114" y="87611"/>
                  </a:moveTo>
                  <a:lnTo>
                    <a:pt x="332114" y="81550"/>
                  </a:lnTo>
                  <a:lnTo>
                    <a:pt x="327640" y="108220"/>
                  </a:lnTo>
                  <a:close/>
                  <a:moveTo>
                    <a:pt x="332114" y="81550"/>
                  </a:moveTo>
                  <a:lnTo>
                    <a:pt x="332114" y="87611"/>
                  </a:lnTo>
                  <a:lnTo>
                    <a:pt x="333588" y="81550"/>
                  </a:lnTo>
                  <a:close/>
                  <a:moveTo>
                    <a:pt x="332114" y="81550"/>
                  </a:moveTo>
                  <a:lnTo>
                    <a:pt x="333588" y="81550"/>
                  </a:lnTo>
                  <a:lnTo>
                    <a:pt x="332114" y="72450"/>
                  </a:lnTo>
                  <a:close/>
                  <a:moveTo>
                    <a:pt x="115330" y="27049"/>
                  </a:moveTo>
                  <a:lnTo>
                    <a:pt x="113905" y="28208"/>
                  </a:lnTo>
                  <a:lnTo>
                    <a:pt x="115330" y="28208"/>
                  </a:lnTo>
                  <a:close/>
                  <a:moveTo>
                    <a:pt x="263882" y="1537"/>
                  </a:moveTo>
                  <a:lnTo>
                    <a:pt x="259853" y="1537"/>
                  </a:lnTo>
                  <a:lnTo>
                    <a:pt x="295984" y="16543"/>
                  </a:lnTo>
                  <a:close/>
                  <a:moveTo>
                    <a:pt x="259853" y="1537"/>
                  </a:moveTo>
                  <a:lnTo>
                    <a:pt x="263882" y="1537"/>
                  </a:lnTo>
                  <a:lnTo>
                    <a:pt x="259853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4011" name="Match_B1__4010">
              <a:extLst>
                <a:ext uri="{FF2B5EF4-FFF2-40B4-BE49-F238E27FC236}">
                  <a16:creationId xmlns:a16="http://schemas.microsoft.com/office/drawing/2014/main" id="{AA0386F9-DDE1-0B70-1767-419926257F73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61247" y="514492"/>
                  </a:moveTo>
                  <a:lnTo>
                    <a:pt x="61022" y="514492"/>
                  </a:lnTo>
                  <a:lnTo>
                    <a:pt x="61906" y="514887"/>
                  </a:lnTo>
                  <a:close/>
                  <a:moveTo>
                    <a:pt x="61022" y="514492"/>
                  </a:moveTo>
                  <a:lnTo>
                    <a:pt x="61247" y="514492"/>
                  </a:lnTo>
                  <a:lnTo>
                    <a:pt x="25775" y="493891"/>
                  </a:lnTo>
                  <a:close/>
                  <a:moveTo>
                    <a:pt x="61906" y="514887"/>
                  </a:moveTo>
                  <a:lnTo>
                    <a:pt x="98037" y="523543"/>
                  </a:lnTo>
                  <a:lnTo>
                    <a:pt x="98037" y="523433"/>
                  </a:lnTo>
                  <a:close/>
                  <a:moveTo>
                    <a:pt x="98037" y="523543"/>
                  </a:moveTo>
                  <a:lnTo>
                    <a:pt x="134167" y="523875"/>
                  </a:lnTo>
                  <a:lnTo>
                    <a:pt x="134167" y="523721"/>
                  </a:lnTo>
                  <a:close/>
                  <a:moveTo>
                    <a:pt x="134167" y="523875"/>
                  </a:moveTo>
                  <a:lnTo>
                    <a:pt x="170298" y="516196"/>
                  </a:lnTo>
                  <a:lnTo>
                    <a:pt x="170298" y="515926"/>
                  </a:lnTo>
                  <a:close/>
                  <a:moveTo>
                    <a:pt x="174383" y="514492"/>
                  </a:moveTo>
                  <a:lnTo>
                    <a:pt x="170298" y="515926"/>
                  </a:lnTo>
                  <a:lnTo>
                    <a:pt x="170298" y="516196"/>
                  </a:lnTo>
                  <a:close/>
                  <a:moveTo>
                    <a:pt x="174383" y="514492"/>
                  </a:moveTo>
                  <a:lnTo>
                    <a:pt x="206429" y="499097"/>
                  </a:lnTo>
                  <a:lnTo>
                    <a:pt x="206429" y="498341"/>
                  </a:lnTo>
                  <a:close/>
                  <a:moveTo>
                    <a:pt x="19051" y="487821"/>
                  </a:moveTo>
                  <a:lnTo>
                    <a:pt x="18837" y="487821"/>
                  </a:lnTo>
                  <a:lnTo>
                    <a:pt x="25775" y="493891"/>
                  </a:lnTo>
                  <a:close/>
                  <a:moveTo>
                    <a:pt x="2499" y="461151"/>
                  </a:moveTo>
                  <a:lnTo>
                    <a:pt x="18837" y="487821"/>
                  </a:lnTo>
                  <a:lnTo>
                    <a:pt x="19051" y="487821"/>
                  </a:lnTo>
                  <a:close/>
                  <a:moveTo>
                    <a:pt x="221774" y="487821"/>
                  </a:moveTo>
                  <a:lnTo>
                    <a:pt x="206429" y="498341"/>
                  </a:lnTo>
                  <a:lnTo>
                    <a:pt x="206429" y="499097"/>
                  </a:lnTo>
                  <a:close/>
                  <a:moveTo>
                    <a:pt x="221774" y="487821"/>
                  </a:moveTo>
                  <a:lnTo>
                    <a:pt x="242559" y="467256"/>
                  </a:lnTo>
                  <a:lnTo>
                    <a:pt x="242559" y="464251"/>
                  </a:lnTo>
                  <a:close/>
                  <a:moveTo>
                    <a:pt x="0" y="434480"/>
                  </a:moveTo>
                  <a:lnTo>
                    <a:pt x="2499" y="461151"/>
                  </a:lnTo>
                  <a:lnTo>
                    <a:pt x="2826" y="461151"/>
                  </a:lnTo>
                  <a:close/>
                  <a:moveTo>
                    <a:pt x="248088" y="461151"/>
                  </a:moveTo>
                  <a:lnTo>
                    <a:pt x="242559" y="464251"/>
                  </a:lnTo>
                  <a:lnTo>
                    <a:pt x="242559" y="467256"/>
                  </a:lnTo>
                  <a:close/>
                  <a:moveTo>
                    <a:pt x="245202" y="461151"/>
                  </a:moveTo>
                  <a:lnTo>
                    <a:pt x="248088" y="461151"/>
                  </a:lnTo>
                  <a:lnTo>
                    <a:pt x="268638" y="434480"/>
                  </a:lnTo>
                  <a:close/>
                  <a:moveTo>
                    <a:pt x="7970" y="407809"/>
                  </a:moveTo>
                  <a:lnTo>
                    <a:pt x="0" y="434480"/>
                  </a:lnTo>
                  <a:lnTo>
                    <a:pt x="619" y="434480"/>
                  </a:lnTo>
                  <a:close/>
                  <a:moveTo>
                    <a:pt x="268638" y="434480"/>
                  </a:moveTo>
                  <a:lnTo>
                    <a:pt x="278690" y="421046"/>
                  </a:lnTo>
                  <a:lnTo>
                    <a:pt x="278690" y="410643"/>
                  </a:lnTo>
                  <a:close/>
                  <a:moveTo>
                    <a:pt x="24298" y="381139"/>
                  </a:moveTo>
                  <a:lnTo>
                    <a:pt x="25775" y="383302"/>
                  </a:lnTo>
                  <a:lnTo>
                    <a:pt x="25775" y="381139"/>
                  </a:lnTo>
                  <a:close/>
                  <a:moveTo>
                    <a:pt x="7970" y="407809"/>
                  </a:moveTo>
                  <a:lnTo>
                    <a:pt x="9348" y="407809"/>
                  </a:lnTo>
                  <a:lnTo>
                    <a:pt x="24298" y="381139"/>
                  </a:lnTo>
                  <a:close/>
                  <a:moveTo>
                    <a:pt x="288891" y="407809"/>
                  </a:moveTo>
                  <a:lnTo>
                    <a:pt x="278690" y="410643"/>
                  </a:lnTo>
                  <a:lnTo>
                    <a:pt x="278690" y="421046"/>
                  </a:lnTo>
                  <a:close/>
                  <a:moveTo>
                    <a:pt x="280604" y="407809"/>
                  </a:moveTo>
                  <a:lnTo>
                    <a:pt x="288891" y="407809"/>
                  </a:lnTo>
                  <a:lnTo>
                    <a:pt x="307376" y="381139"/>
                  </a:lnTo>
                  <a:close/>
                  <a:moveTo>
                    <a:pt x="41208" y="354468"/>
                  </a:moveTo>
                  <a:lnTo>
                    <a:pt x="25775" y="381139"/>
                  </a:lnTo>
                  <a:lnTo>
                    <a:pt x="27230" y="381139"/>
                  </a:lnTo>
                  <a:close/>
                  <a:moveTo>
                    <a:pt x="314821" y="366252"/>
                  </a:moveTo>
                  <a:lnTo>
                    <a:pt x="314821" y="354468"/>
                  </a:lnTo>
                  <a:lnTo>
                    <a:pt x="307376" y="381139"/>
                  </a:lnTo>
                  <a:close/>
                  <a:moveTo>
                    <a:pt x="307376" y="381139"/>
                  </a:moveTo>
                  <a:lnTo>
                    <a:pt x="314821" y="354468"/>
                  </a:lnTo>
                  <a:lnTo>
                    <a:pt x="310032" y="354468"/>
                  </a:lnTo>
                  <a:close/>
                  <a:moveTo>
                    <a:pt x="53652" y="327797"/>
                  </a:moveTo>
                  <a:lnTo>
                    <a:pt x="41208" y="354468"/>
                  </a:lnTo>
                  <a:lnTo>
                    <a:pt x="46375" y="354468"/>
                  </a:lnTo>
                  <a:close/>
                  <a:moveTo>
                    <a:pt x="314821" y="354468"/>
                  </a:moveTo>
                  <a:lnTo>
                    <a:pt x="314821" y="366252"/>
                  </a:lnTo>
                  <a:lnTo>
                    <a:pt x="320969" y="354468"/>
                  </a:lnTo>
                  <a:close/>
                  <a:moveTo>
                    <a:pt x="320969" y="354468"/>
                  </a:moveTo>
                  <a:lnTo>
                    <a:pt x="314821" y="332042"/>
                  </a:lnTo>
                  <a:lnTo>
                    <a:pt x="314821" y="354468"/>
                  </a:lnTo>
                  <a:close/>
                  <a:moveTo>
                    <a:pt x="327031" y="327797"/>
                  </a:moveTo>
                  <a:lnTo>
                    <a:pt x="315803" y="327797"/>
                  </a:lnTo>
                  <a:lnTo>
                    <a:pt x="320969" y="354468"/>
                  </a:lnTo>
                  <a:close/>
                  <a:moveTo>
                    <a:pt x="58654" y="301127"/>
                  </a:moveTo>
                  <a:lnTo>
                    <a:pt x="61906" y="320810"/>
                  </a:lnTo>
                  <a:lnTo>
                    <a:pt x="61906" y="301127"/>
                  </a:lnTo>
                  <a:close/>
                  <a:moveTo>
                    <a:pt x="53652" y="327797"/>
                  </a:moveTo>
                  <a:lnTo>
                    <a:pt x="60622" y="327797"/>
                  </a:lnTo>
                  <a:lnTo>
                    <a:pt x="58654" y="301127"/>
                  </a:lnTo>
                  <a:close/>
                  <a:moveTo>
                    <a:pt x="327031" y="327797"/>
                  </a:moveTo>
                  <a:lnTo>
                    <a:pt x="325376" y="301127"/>
                  </a:lnTo>
                  <a:lnTo>
                    <a:pt x="315803" y="327797"/>
                  </a:lnTo>
                  <a:close/>
                  <a:moveTo>
                    <a:pt x="58654" y="301127"/>
                  </a:moveTo>
                  <a:lnTo>
                    <a:pt x="61906" y="301127"/>
                  </a:lnTo>
                  <a:lnTo>
                    <a:pt x="60906" y="274456"/>
                  </a:lnTo>
                  <a:close/>
                  <a:moveTo>
                    <a:pt x="56058" y="274456"/>
                  </a:moveTo>
                  <a:lnTo>
                    <a:pt x="58654" y="301127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301127"/>
                  </a:lnTo>
                  <a:lnTo>
                    <a:pt x="325376" y="301127"/>
                  </a:lnTo>
                  <a:close/>
                  <a:moveTo>
                    <a:pt x="49622" y="247785"/>
                  </a:moveTo>
                  <a:lnTo>
                    <a:pt x="56058" y="274456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261236"/>
                  </a:lnTo>
                  <a:lnTo>
                    <a:pt x="309985" y="274456"/>
                  </a:lnTo>
                  <a:close/>
                  <a:moveTo>
                    <a:pt x="309985" y="274456"/>
                  </a:moveTo>
                  <a:lnTo>
                    <a:pt x="314821" y="261236"/>
                  </a:lnTo>
                  <a:lnTo>
                    <a:pt x="311612" y="247785"/>
                  </a:lnTo>
                  <a:close/>
                  <a:moveTo>
                    <a:pt x="44811" y="221114"/>
                  </a:moveTo>
                  <a:lnTo>
                    <a:pt x="49622" y="247785"/>
                  </a:lnTo>
                  <a:lnTo>
                    <a:pt x="52401" y="247785"/>
                  </a:lnTo>
                  <a:close/>
                  <a:moveTo>
                    <a:pt x="305758" y="247785"/>
                  </a:moveTo>
                  <a:lnTo>
                    <a:pt x="311612" y="247785"/>
                  </a:lnTo>
                  <a:lnTo>
                    <a:pt x="308985" y="221114"/>
                  </a:lnTo>
                  <a:close/>
                  <a:moveTo>
                    <a:pt x="45349" y="194444"/>
                  </a:moveTo>
                  <a:lnTo>
                    <a:pt x="44811" y="221114"/>
                  </a:lnTo>
                  <a:lnTo>
                    <a:pt x="46347" y="221114"/>
                  </a:lnTo>
                  <a:close/>
                  <a:moveTo>
                    <a:pt x="305022" y="221114"/>
                  </a:moveTo>
                  <a:lnTo>
                    <a:pt x="308985" y="221114"/>
                  </a:lnTo>
                  <a:lnTo>
                    <a:pt x="311622" y="194444"/>
                  </a:lnTo>
                  <a:close/>
                  <a:moveTo>
                    <a:pt x="52631" y="167773"/>
                  </a:moveTo>
                  <a:lnTo>
                    <a:pt x="45349" y="194444"/>
                  </a:lnTo>
                  <a:lnTo>
                    <a:pt x="46429" y="194444"/>
                  </a:lnTo>
                  <a:close/>
                  <a:moveTo>
                    <a:pt x="311622" y="194444"/>
                  </a:moveTo>
                  <a:lnTo>
                    <a:pt x="314821" y="183855"/>
                  </a:lnTo>
                  <a:lnTo>
                    <a:pt x="314821" y="173431"/>
                  </a:lnTo>
                  <a:close/>
                  <a:moveTo>
                    <a:pt x="61906" y="151917"/>
                  </a:moveTo>
                  <a:lnTo>
                    <a:pt x="61906" y="148770"/>
                  </a:lnTo>
                  <a:lnTo>
                    <a:pt x="52631" y="167773"/>
                  </a:lnTo>
                  <a:close/>
                  <a:moveTo>
                    <a:pt x="61906" y="148770"/>
                  </a:moveTo>
                  <a:lnTo>
                    <a:pt x="61906" y="151917"/>
                  </a:lnTo>
                  <a:lnTo>
                    <a:pt x="65514" y="141102"/>
                  </a:lnTo>
                  <a:close/>
                  <a:moveTo>
                    <a:pt x="320767" y="167773"/>
                  </a:moveTo>
                  <a:lnTo>
                    <a:pt x="314821" y="173431"/>
                  </a:lnTo>
                  <a:lnTo>
                    <a:pt x="314821" y="183855"/>
                  </a:lnTo>
                  <a:close/>
                  <a:moveTo>
                    <a:pt x="316910" y="167773"/>
                  </a:moveTo>
                  <a:lnTo>
                    <a:pt x="320767" y="167773"/>
                  </a:lnTo>
                  <a:lnTo>
                    <a:pt x="334327" y="141102"/>
                  </a:lnTo>
                  <a:close/>
                  <a:moveTo>
                    <a:pt x="79307" y="114432"/>
                  </a:moveTo>
                  <a:lnTo>
                    <a:pt x="65514" y="141102"/>
                  </a:lnTo>
                  <a:lnTo>
                    <a:pt x="67254" y="141102"/>
                  </a:lnTo>
                  <a:close/>
                  <a:moveTo>
                    <a:pt x="329999" y="141102"/>
                  </a:moveTo>
                  <a:lnTo>
                    <a:pt x="334327" y="141102"/>
                  </a:lnTo>
                  <a:lnTo>
                    <a:pt x="346477" y="114432"/>
                  </a:lnTo>
                  <a:close/>
                  <a:moveTo>
                    <a:pt x="93362" y="87761"/>
                  </a:moveTo>
                  <a:lnTo>
                    <a:pt x="79307" y="114432"/>
                  </a:lnTo>
                  <a:lnTo>
                    <a:pt x="82196" y="114432"/>
                  </a:lnTo>
                  <a:close/>
                  <a:moveTo>
                    <a:pt x="346477" y="114432"/>
                  </a:moveTo>
                  <a:lnTo>
                    <a:pt x="350951" y="87761"/>
                  </a:lnTo>
                  <a:lnTo>
                    <a:pt x="347235" y="87761"/>
                  </a:lnTo>
                  <a:close/>
                  <a:moveTo>
                    <a:pt x="98037" y="87057"/>
                  </a:moveTo>
                  <a:lnTo>
                    <a:pt x="98037" y="79764"/>
                  </a:lnTo>
                  <a:lnTo>
                    <a:pt x="93362" y="87761"/>
                  </a:lnTo>
                  <a:close/>
                  <a:moveTo>
                    <a:pt x="98037" y="79764"/>
                  </a:moveTo>
                  <a:lnTo>
                    <a:pt x="98037" y="87057"/>
                  </a:lnTo>
                  <a:lnTo>
                    <a:pt x="108998" y="61090"/>
                  </a:lnTo>
                  <a:close/>
                  <a:moveTo>
                    <a:pt x="350951" y="87761"/>
                  </a:moveTo>
                  <a:lnTo>
                    <a:pt x="350951" y="78661"/>
                  </a:lnTo>
                  <a:lnTo>
                    <a:pt x="347235" y="87761"/>
                  </a:lnTo>
                  <a:close/>
                  <a:moveTo>
                    <a:pt x="347235" y="87761"/>
                  </a:moveTo>
                  <a:lnTo>
                    <a:pt x="350951" y="78661"/>
                  </a:lnTo>
                  <a:lnTo>
                    <a:pt x="348181" y="61090"/>
                  </a:lnTo>
                  <a:close/>
                  <a:moveTo>
                    <a:pt x="132742" y="34420"/>
                  </a:moveTo>
                  <a:lnTo>
                    <a:pt x="134167" y="39086"/>
                  </a:lnTo>
                  <a:lnTo>
                    <a:pt x="134167" y="34420"/>
                  </a:lnTo>
                  <a:close/>
                  <a:moveTo>
                    <a:pt x="108998" y="61090"/>
                  </a:moveTo>
                  <a:lnTo>
                    <a:pt x="114044" y="61090"/>
                  </a:lnTo>
                  <a:lnTo>
                    <a:pt x="132742" y="34420"/>
                  </a:lnTo>
                  <a:close/>
                  <a:moveTo>
                    <a:pt x="342574" y="61090"/>
                  </a:moveTo>
                  <a:lnTo>
                    <a:pt x="348181" y="61090"/>
                  </a:lnTo>
                  <a:lnTo>
                    <a:pt x="329961" y="34420"/>
                  </a:lnTo>
                  <a:close/>
                  <a:moveTo>
                    <a:pt x="134167" y="33261"/>
                  </a:moveTo>
                  <a:lnTo>
                    <a:pt x="134167" y="34420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34167" y="33261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70298" y="16249"/>
                  </a:lnTo>
                  <a:lnTo>
                    <a:pt x="184385" y="7749"/>
                  </a:lnTo>
                  <a:close/>
                  <a:moveTo>
                    <a:pt x="314821" y="22754"/>
                  </a:moveTo>
                  <a:lnTo>
                    <a:pt x="323112" y="34420"/>
                  </a:lnTo>
                  <a:lnTo>
                    <a:pt x="329961" y="34420"/>
                  </a:lnTo>
                  <a:close/>
                  <a:moveTo>
                    <a:pt x="314821" y="22754"/>
                  </a:moveTo>
                  <a:lnTo>
                    <a:pt x="278690" y="7749"/>
                  </a:lnTo>
                  <a:lnTo>
                    <a:pt x="278690" y="10495"/>
                  </a:lnTo>
                  <a:close/>
                  <a:moveTo>
                    <a:pt x="206429" y="5799"/>
                  </a:moveTo>
                  <a:lnTo>
                    <a:pt x="206429" y="1782"/>
                  </a:lnTo>
                  <a:lnTo>
                    <a:pt x="184385" y="7749"/>
                  </a:lnTo>
                  <a:close/>
                  <a:moveTo>
                    <a:pt x="242559" y="3938"/>
                  </a:moveTo>
                  <a:lnTo>
                    <a:pt x="242559" y="0"/>
                  </a:lnTo>
                  <a:lnTo>
                    <a:pt x="206429" y="1782"/>
                  </a:lnTo>
                  <a:close/>
                  <a:moveTo>
                    <a:pt x="278690" y="6211"/>
                  </a:moveTo>
                  <a:lnTo>
                    <a:pt x="264234" y="7749"/>
                  </a:lnTo>
                  <a:lnTo>
                    <a:pt x="278690" y="7749"/>
                  </a:lnTo>
                  <a:close/>
                  <a:moveTo>
                    <a:pt x="242559" y="0"/>
                  </a:moveTo>
                  <a:lnTo>
                    <a:pt x="242559" y="3938"/>
                  </a:lnTo>
                  <a:lnTo>
                    <a:pt x="278690" y="6211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4012" name="Match_B1__4011">
              <a:extLst>
                <a:ext uri="{FF2B5EF4-FFF2-40B4-BE49-F238E27FC236}">
                  <a16:creationId xmlns:a16="http://schemas.microsoft.com/office/drawing/2014/main" id="{1C640B84-78CC-B532-2598-83C5F94AE1EC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9619"/>
              <a:ext cx="348181" cy="522093"/>
            </a:xfrm>
            <a:custGeom>
              <a:avLst/>
              <a:gdLst/>
              <a:ahLst/>
              <a:cxnLst/>
              <a:rect l="0" t="0" r="0" b="0"/>
              <a:pathLst>
                <a:path w="348181" h="522093">
                  <a:moveTo>
                    <a:pt x="61247" y="512711"/>
                  </a:moveTo>
                  <a:lnTo>
                    <a:pt x="61906" y="513105"/>
                  </a:lnTo>
                  <a:lnTo>
                    <a:pt x="61906" y="513005"/>
                  </a:lnTo>
                  <a:close/>
                  <a:moveTo>
                    <a:pt x="61247" y="512711"/>
                  </a:moveTo>
                  <a:lnTo>
                    <a:pt x="25775" y="491932"/>
                  </a:lnTo>
                  <a:lnTo>
                    <a:pt x="25775" y="492109"/>
                  </a:lnTo>
                  <a:close/>
                  <a:moveTo>
                    <a:pt x="61906" y="513005"/>
                  </a:moveTo>
                  <a:lnTo>
                    <a:pt x="61906" y="513105"/>
                  </a:lnTo>
                  <a:lnTo>
                    <a:pt x="98037" y="521651"/>
                  </a:lnTo>
                  <a:close/>
                  <a:moveTo>
                    <a:pt x="98037" y="521651"/>
                  </a:moveTo>
                  <a:lnTo>
                    <a:pt x="98037" y="521762"/>
                  </a:lnTo>
                  <a:lnTo>
                    <a:pt x="134167" y="521940"/>
                  </a:lnTo>
                  <a:close/>
                  <a:moveTo>
                    <a:pt x="134167" y="521940"/>
                  </a:moveTo>
                  <a:lnTo>
                    <a:pt x="134167" y="522093"/>
                  </a:lnTo>
                  <a:lnTo>
                    <a:pt x="170298" y="514145"/>
                  </a:lnTo>
                  <a:close/>
                  <a:moveTo>
                    <a:pt x="174383" y="512711"/>
                  </a:moveTo>
                  <a:lnTo>
                    <a:pt x="173705" y="512711"/>
                  </a:lnTo>
                  <a:lnTo>
                    <a:pt x="170298" y="514145"/>
                  </a:lnTo>
                  <a:close/>
                  <a:moveTo>
                    <a:pt x="173705" y="512711"/>
                  </a:moveTo>
                  <a:lnTo>
                    <a:pt x="174383" y="512711"/>
                  </a:lnTo>
                  <a:lnTo>
                    <a:pt x="206429" y="496559"/>
                  </a:lnTo>
                  <a:close/>
                  <a:moveTo>
                    <a:pt x="19051" y="486040"/>
                  </a:moveTo>
                  <a:lnTo>
                    <a:pt x="25775" y="492109"/>
                  </a:lnTo>
                  <a:lnTo>
                    <a:pt x="25775" y="491932"/>
                  </a:lnTo>
                  <a:close/>
                  <a:moveTo>
                    <a:pt x="2499" y="459369"/>
                  </a:moveTo>
                  <a:lnTo>
                    <a:pt x="19051" y="486040"/>
                  </a:lnTo>
                  <a:lnTo>
                    <a:pt x="2826" y="459369"/>
                  </a:lnTo>
                  <a:close/>
                  <a:moveTo>
                    <a:pt x="221774" y="486040"/>
                  </a:moveTo>
                  <a:lnTo>
                    <a:pt x="220412" y="486040"/>
                  </a:lnTo>
                  <a:lnTo>
                    <a:pt x="206429" y="496559"/>
                  </a:lnTo>
                  <a:close/>
                  <a:moveTo>
                    <a:pt x="220412" y="486040"/>
                  </a:moveTo>
                  <a:lnTo>
                    <a:pt x="221774" y="486040"/>
                  </a:lnTo>
                  <a:lnTo>
                    <a:pt x="242559" y="462470"/>
                  </a:lnTo>
                  <a:close/>
                  <a:moveTo>
                    <a:pt x="0" y="432698"/>
                  </a:moveTo>
                  <a:lnTo>
                    <a:pt x="2826" y="459369"/>
                  </a:lnTo>
                  <a:lnTo>
                    <a:pt x="619" y="432698"/>
                  </a:lnTo>
                  <a:close/>
                  <a:moveTo>
                    <a:pt x="248088" y="459369"/>
                  </a:moveTo>
                  <a:lnTo>
                    <a:pt x="245202" y="459369"/>
                  </a:lnTo>
                  <a:lnTo>
                    <a:pt x="242559" y="462470"/>
                  </a:lnTo>
                  <a:close/>
                  <a:moveTo>
                    <a:pt x="263669" y="432698"/>
                  </a:moveTo>
                  <a:lnTo>
                    <a:pt x="245202" y="459369"/>
                  </a:lnTo>
                  <a:lnTo>
                    <a:pt x="268638" y="432698"/>
                  </a:lnTo>
                  <a:close/>
                  <a:moveTo>
                    <a:pt x="7970" y="406028"/>
                  </a:moveTo>
                  <a:lnTo>
                    <a:pt x="619" y="432698"/>
                  </a:lnTo>
                  <a:lnTo>
                    <a:pt x="9348" y="406028"/>
                  </a:lnTo>
                  <a:close/>
                  <a:moveTo>
                    <a:pt x="263669" y="432698"/>
                  </a:moveTo>
                  <a:lnTo>
                    <a:pt x="268638" y="432698"/>
                  </a:lnTo>
                  <a:lnTo>
                    <a:pt x="278690" y="408861"/>
                  </a:lnTo>
                  <a:close/>
                  <a:moveTo>
                    <a:pt x="9348" y="406028"/>
                  </a:moveTo>
                  <a:lnTo>
                    <a:pt x="25775" y="381520"/>
                  </a:lnTo>
                  <a:lnTo>
                    <a:pt x="24298" y="379357"/>
                  </a:lnTo>
                  <a:close/>
                  <a:moveTo>
                    <a:pt x="288891" y="406028"/>
                  </a:moveTo>
                  <a:lnTo>
                    <a:pt x="280604" y="406028"/>
                  </a:lnTo>
                  <a:lnTo>
                    <a:pt x="278690" y="408861"/>
                  </a:lnTo>
                  <a:close/>
                  <a:moveTo>
                    <a:pt x="297665" y="379357"/>
                  </a:moveTo>
                  <a:lnTo>
                    <a:pt x="280604" y="406028"/>
                  </a:lnTo>
                  <a:lnTo>
                    <a:pt x="307376" y="379357"/>
                  </a:lnTo>
                  <a:close/>
                  <a:moveTo>
                    <a:pt x="41208" y="352686"/>
                  </a:moveTo>
                  <a:lnTo>
                    <a:pt x="27230" y="379357"/>
                  </a:lnTo>
                  <a:lnTo>
                    <a:pt x="46375" y="352686"/>
                  </a:lnTo>
                  <a:close/>
                  <a:moveTo>
                    <a:pt x="25775" y="379357"/>
                  </a:moveTo>
                  <a:lnTo>
                    <a:pt x="25775" y="381520"/>
                  </a:lnTo>
                  <a:lnTo>
                    <a:pt x="27230" y="379357"/>
                  </a:lnTo>
                  <a:close/>
                  <a:moveTo>
                    <a:pt x="307376" y="379357"/>
                  </a:moveTo>
                  <a:lnTo>
                    <a:pt x="310032" y="352686"/>
                  </a:lnTo>
                  <a:lnTo>
                    <a:pt x="297665" y="379357"/>
                  </a:lnTo>
                  <a:close/>
                  <a:moveTo>
                    <a:pt x="53652" y="326016"/>
                  </a:moveTo>
                  <a:lnTo>
                    <a:pt x="46375" y="352686"/>
                  </a:lnTo>
                  <a:lnTo>
                    <a:pt x="60622" y="326016"/>
                  </a:lnTo>
                  <a:close/>
                  <a:moveTo>
                    <a:pt x="315803" y="326016"/>
                  </a:moveTo>
                  <a:lnTo>
                    <a:pt x="314821" y="330260"/>
                  </a:lnTo>
                  <a:lnTo>
                    <a:pt x="320969" y="352686"/>
                  </a:lnTo>
                  <a:close/>
                  <a:moveTo>
                    <a:pt x="310032" y="352686"/>
                  </a:moveTo>
                  <a:lnTo>
                    <a:pt x="314821" y="352686"/>
                  </a:lnTo>
                  <a:lnTo>
                    <a:pt x="314821" y="330260"/>
                  </a:lnTo>
                  <a:close/>
                  <a:moveTo>
                    <a:pt x="60622" y="326016"/>
                  </a:moveTo>
                  <a:lnTo>
                    <a:pt x="61906" y="319028"/>
                  </a:lnTo>
                  <a:lnTo>
                    <a:pt x="58654" y="299345"/>
                  </a:lnTo>
                  <a:close/>
                  <a:moveTo>
                    <a:pt x="315803" y="326016"/>
                  </a:moveTo>
                  <a:lnTo>
                    <a:pt x="314821" y="299345"/>
                  </a:lnTo>
                  <a:lnTo>
                    <a:pt x="314821" y="301602"/>
                  </a:lnTo>
                  <a:close/>
                  <a:moveTo>
                    <a:pt x="325376" y="299345"/>
                  </a:moveTo>
                  <a:lnTo>
                    <a:pt x="314821" y="299345"/>
                  </a:lnTo>
                  <a:lnTo>
                    <a:pt x="315803" y="326016"/>
                  </a:lnTo>
                  <a:close/>
                  <a:moveTo>
                    <a:pt x="60906" y="272674"/>
                  </a:moveTo>
                  <a:lnTo>
                    <a:pt x="61906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4919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1906" y="319028"/>
                  </a:lnTo>
                  <a:lnTo>
                    <a:pt x="64919" y="299345"/>
                  </a:lnTo>
                  <a:close/>
                  <a:moveTo>
                    <a:pt x="314821" y="299345"/>
                  </a:moveTo>
                  <a:lnTo>
                    <a:pt x="314821" y="272674"/>
                  </a:lnTo>
                  <a:lnTo>
                    <a:pt x="314741" y="299345"/>
                  </a:lnTo>
                  <a:close/>
                  <a:moveTo>
                    <a:pt x="314821" y="272674"/>
                  </a:moveTo>
                  <a:lnTo>
                    <a:pt x="309985" y="272674"/>
                  </a:lnTo>
                  <a:lnTo>
                    <a:pt x="314741" y="299345"/>
                  </a:lnTo>
                  <a:close/>
                  <a:moveTo>
                    <a:pt x="314821" y="301602"/>
                  </a:moveTo>
                  <a:lnTo>
                    <a:pt x="314821" y="299345"/>
                  </a:lnTo>
                  <a:lnTo>
                    <a:pt x="314741" y="299345"/>
                  </a:lnTo>
                  <a:close/>
                  <a:moveTo>
                    <a:pt x="49622" y="246004"/>
                  </a:moveTo>
                  <a:lnTo>
                    <a:pt x="60906" y="272674"/>
                  </a:lnTo>
                  <a:lnTo>
                    <a:pt x="52401" y="246004"/>
                  </a:lnTo>
                  <a:close/>
                  <a:moveTo>
                    <a:pt x="309985" y="272674"/>
                  </a:moveTo>
                  <a:lnTo>
                    <a:pt x="311612" y="246004"/>
                  </a:lnTo>
                  <a:lnTo>
                    <a:pt x="305758" y="246004"/>
                  </a:lnTo>
                  <a:close/>
                  <a:moveTo>
                    <a:pt x="44811" y="219333"/>
                  </a:moveTo>
                  <a:lnTo>
                    <a:pt x="52401" y="246004"/>
                  </a:lnTo>
                  <a:lnTo>
                    <a:pt x="46347" y="219333"/>
                  </a:lnTo>
                  <a:close/>
                  <a:moveTo>
                    <a:pt x="305022" y="219333"/>
                  </a:moveTo>
                  <a:lnTo>
                    <a:pt x="305758" y="246004"/>
                  </a:lnTo>
                  <a:lnTo>
                    <a:pt x="308985" y="219333"/>
                  </a:lnTo>
                  <a:close/>
                  <a:moveTo>
                    <a:pt x="45349" y="192662"/>
                  </a:moveTo>
                  <a:lnTo>
                    <a:pt x="46347" y="219333"/>
                  </a:lnTo>
                  <a:lnTo>
                    <a:pt x="46429" y="192662"/>
                  </a:lnTo>
                  <a:close/>
                  <a:moveTo>
                    <a:pt x="308530" y="192662"/>
                  </a:moveTo>
                  <a:lnTo>
                    <a:pt x="305022" y="219333"/>
                  </a:lnTo>
                  <a:lnTo>
                    <a:pt x="311622" y="192662"/>
                  </a:lnTo>
                  <a:close/>
                  <a:moveTo>
                    <a:pt x="52631" y="165992"/>
                  </a:moveTo>
                  <a:lnTo>
                    <a:pt x="46429" y="192662"/>
                  </a:lnTo>
                  <a:lnTo>
                    <a:pt x="53863" y="165992"/>
                  </a:lnTo>
                  <a:close/>
                  <a:moveTo>
                    <a:pt x="308530" y="192662"/>
                  </a:moveTo>
                  <a:lnTo>
                    <a:pt x="311622" y="192662"/>
                  </a:lnTo>
                  <a:lnTo>
                    <a:pt x="314821" y="171650"/>
                  </a:lnTo>
                  <a:close/>
                  <a:moveTo>
                    <a:pt x="61906" y="150135"/>
                  </a:moveTo>
                  <a:lnTo>
                    <a:pt x="52631" y="165992"/>
                  </a:lnTo>
                  <a:lnTo>
                    <a:pt x="53863" y="165992"/>
                  </a:lnTo>
                  <a:close/>
                  <a:moveTo>
                    <a:pt x="61906" y="150135"/>
                  </a:moveTo>
                  <a:lnTo>
                    <a:pt x="67254" y="139321"/>
                  </a:lnTo>
                  <a:lnTo>
                    <a:pt x="65514" y="139321"/>
                  </a:lnTo>
                  <a:close/>
                  <a:moveTo>
                    <a:pt x="320767" y="165992"/>
                  </a:moveTo>
                  <a:lnTo>
                    <a:pt x="316910" y="165992"/>
                  </a:lnTo>
                  <a:lnTo>
                    <a:pt x="314821" y="171650"/>
                  </a:lnTo>
                  <a:close/>
                  <a:moveTo>
                    <a:pt x="329999" y="139321"/>
                  </a:moveTo>
                  <a:lnTo>
                    <a:pt x="316910" y="165992"/>
                  </a:lnTo>
                  <a:lnTo>
                    <a:pt x="334327" y="139321"/>
                  </a:lnTo>
                  <a:close/>
                  <a:moveTo>
                    <a:pt x="79307" y="112650"/>
                  </a:moveTo>
                  <a:lnTo>
                    <a:pt x="67254" y="139321"/>
                  </a:lnTo>
                  <a:lnTo>
                    <a:pt x="82196" y="112650"/>
                  </a:lnTo>
                  <a:close/>
                  <a:moveTo>
                    <a:pt x="341753" y="112650"/>
                  </a:moveTo>
                  <a:lnTo>
                    <a:pt x="329999" y="139321"/>
                  </a:lnTo>
                  <a:lnTo>
                    <a:pt x="346477" y="112650"/>
                  </a:lnTo>
                  <a:close/>
                  <a:moveTo>
                    <a:pt x="93362" y="85979"/>
                  </a:moveTo>
                  <a:lnTo>
                    <a:pt x="82196" y="112650"/>
                  </a:lnTo>
                  <a:lnTo>
                    <a:pt x="97608" y="85979"/>
                  </a:lnTo>
                  <a:close/>
                  <a:moveTo>
                    <a:pt x="346477" y="112650"/>
                  </a:moveTo>
                  <a:lnTo>
                    <a:pt x="347235" y="85979"/>
                  </a:lnTo>
                  <a:lnTo>
                    <a:pt x="341753" y="112650"/>
                  </a:lnTo>
                  <a:close/>
                  <a:moveTo>
                    <a:pt x="98037" y="85276"/>
                  </a:moveTo>
                  <a:lnTo>
                    <a:pt x="93362" y="85979"/>
                  </a:lnTo>
                  <a:lnTo>
                    <a:pt x="97608" y="85979"/>
                  </a:lnTo>
                  <a:close/>
                  <a:moveTo>
                    <a:pt x="98037" y="85276"/>
                  </a:moveTo>
                  <a:lnTo>
                    <a:pt x="114044" y="59309"/>
                  </a:lnTo>
                  <a:lnTo>
                    <a:pt x="108998" y="59309"/>
                  </a:lnTo>
                  <a:close/>
                  <a:moveTo>
                    <a:pt x="347235" y="85979"/>
                  </a:moveTo>
                  <a:lnTo>
                    <a:pt x="348181" y="59309"/>
                  </a:lnTo>
                  <a:lnTo>
                    <a:pt x="342574" y="59309"/>
                  </a:lnTo>
                  <a:close/>
                  <a:moveTo>
                    <a:pt x="114044" y="59309"/>
                  </a:moveTo>
                  <a:lnTo>
                    <a:pt x="134167" y="37305"/>
                  </a:lnTo>
                  <a:lnTo>
                    <a:pt x="132742" y="32638"/>
                  </a:lnTo>
                  <a:close/>
                  <a:moveTo>
                    <a:pt x="323112" y="32638"/>
                  </a:moveTo>
                  <a:lnTo>
                    <a:pt x="342574" y="59309"/>
                  </a:lnTo>
                  <a:lnTo>
                    <a:pt x="329961" y="32638"/>
                  </a:lnTo>
                  <a:close/>
                  <a:moveTo>
                    <a:pt x="170298" y="14468"/>
                  </a:moveTo>
                  <a:lnTo>
                    <a:pt x="134167" y="32638"/>
                  </a:lnTo>
                  <a:lnTo>
                    <a:pt x="139735" y="32638"/>
                  </a:lnTo>
                  <a:close/>
                  <a:moveTo>
                    <a:pt x="134167" y="32638"/>
                  </a:moveTo>
                  <a:lnTo>
                    <a:pt x="134167" y="37305"/>
                  </a:lnTo>
                  <a:lnTo>
                    <a:pt x="139735" y="32638"/>
                  </a:lnTo>
                  <a:close/>
                  <a:moveTo>
                    <a:pt x="170298" y="14468"/>
                  </a:moveTo>
                  <a:lnTo>
                    <a:pt x="199212" y="5967"/>
                  </a:lnTo>
                  <a:lnTo>
                    <a:pt x="184385" y="5967"/>
                  </a:lnTo>
                  <a:close/>
                  <a:moveTo>
                    <a:pt x="314821" y="20973"/>
                  </a:moveTo>
                  <a:lnTo>
                    <a:pt x="314821" y="26254"/>
                  </a:lnTo>
                  <a:lnTo>
                    <a:pt x="323112" y="32638"/>
                  </a:lnTo>
                  <a:close/>
                  <a:moveTo>
                    <a:pt x="314821" y="20973"/>
                  </a:moveTo>
                  <a:lnTo>
                    <a:pt x="278690" y="8714"/>
                  </a:lnTo>
                  <a:lnTo>
                    <a:pt x="314821" y="26254"/>
                  </a:lnTo>
                  <a:close/>
                  <a:moveTo>
                    <a:pt x="206429" y="4018"/>
                  </a:moveTo>
                  <a:lnTo>
                    <a:pt x="184385" y="5967"/>
                  </a:lnTo>
                  <a:lnTo>
                    <a:pt x="199212" y="5967"/>
                  </a:lnTo>
                  <a:close/>
                  <a:moveTo>
                    <a:pt x="242559" y="2156"/>
                  </a:moveTo>
                  <a:lnTo>
                    <a:pt x="206429" y="0"/>
                  </a:lnTo>
                  <a:lnTo>
                    <a:pt x="206429" y="4018"/>
                  </a:lnTo>
                  <a:close/>
                  <a:moveTo>
                    <a:pt x="242559" y="2156"/>
                  </a:moveTo>
                  <a:lnTo>
                    <a:pt x="264234" y="5967"/>
                  </a:lnTo>
                  <a:lnTo>
                    <a:pt x="278690" y="4430"/>
                  </a:lnTo>
                  <a:close/>
                  <a:moveTo>
                    <a:pt x="278690" y="8714"/>
                  </a:moveTo>
                  <a:lnTo>
                    <a:pt x="278690" y="5967"/>
                  </a:lnTo>
                  <a:lnTo>
                    <a:pt x="264234" y="5967"/>
                  </a:lnTo>
                  <a:close/>
                  <a:moveTo>
                    <a:pt x="61247" y="512711"/>
                  </a:moveTo>
                  <a:lnTo>
                    <a:pt x="61906" y="513005"/>
                  </a:lnTo>
                  <a:lnTo>
                    <a:pt x="61906" y="512711"/>
                  </a:lnTo>
                  <a:close/>
                  <a:moveTo>
                    <a:pt x="278690" y="408861"/>
                  </a:moveTo>
                  <a:lnTo>
                    <a:pt x="278690" y="406028"/>
                  </a:lnTo>
                  <a:lnTo>
                    <a:pt x="263669" y="432698"/>
                  </a:lnTo>
                  <a:close/>
                  <a:moveTo>
                    <a:pt x="278690" y="406028"/>
                  </a:moveTo>
                  <a:lnTo>
                    <a:pt x="278690" y="408861"/>
                  </a:lnTo>
                  <a:lnTo>
                    <a:pt x="280604" y="406028"/>
                  </a:lnTo>
                  <a:close/>
                  <a:moveTo>
                    <a:pt x="314821" y="330260"/>
                  </a:moveTo>
                  <a:lnTo>
                    <a:pt x="314821" y="326016"/>
                  </a:lnTo>
                  <a:lnTo>
                    <a:pt x="310032" y="352686"/>
                  </a:lnTo>
                  <a:close/>
                  <a:moveTo>
                    <a:pt x="61906" y="319028"/>
                  </a:moveTo>
                  <a:lnTo>
                    <a:pt x="60622" y="326016"/>
                  </a:lnTo>
                  <a:lnTo>
                    <a:pt x="61906" y="326016"/>
                  </a:lnTo>
                  <a:close/>
                  <a:moveTo>
                    <a:pt x="61906" y="319028"/>
                  </a:moveTo>
                  <a:lnTo>
                    <a:pt x="61906" y="326016"/>
                  </a:lnTo>
                  <a:lnTo>
                    <a:pt x="64919" y="299345"/>
                  </a:lnTo>
                  <a:close/>
                  <a:moveTo>
                    <a:pt x="314821" y="326016"/>
                  </a:moveTo>
                  <a:lnTo>
                    <a:pt x="314821" y="330260"/>
                  </a:lnTo>
                  <a:lnTo>
                    <a:pt x="315803" y="326016"/>
                  </a:lnTo>
                  <a:close/>
                  <a:moveTo>
                    <a:pt x="314821" y="326016"/>
                  </a:moveTo>
                  <a:lnTo>
                    <a:pt x="315803" y="326016"/>
                  </a:lnTo>
                  <a:lnTo>
                    <a:pt x="314821" y="301602"/>
                  </a:lnTo>
                  <a:close/>
                  <a:moveTo>
                    <a:pt x="60906" y="272674"/>
                  </a:moveTo>
                  <a:lnTo>
                    <a:pt x="61906" y="278892"/>
                  </a:lnTo>
                  <a:lnTo>
                    <a:pt x="61906" y="272674"/>
                  </a:lnTo>
                  <a:close/>
                  <a:moveTo>
                    <a:pt x="52401" y="246004"/>
                  </a:moveTo>
                  <a:lnTo>
                    <a:pt x="60906" y="272674"/>
                  </a:lnTo>
                  <a:lnTo>
                    <a:pt x="61906" y="272674"/>
                  </a:lnTo>
                  <a:close/>
                  <a:moveTo>
                    <a:pt x="314821" y="171650"/>
                  </a:moveTo>
                  <a:lnTo>
                    <a:pt x="314821" y="165992"/>
                  </a:lnTo>
                  <a:lnTo>
                    <a:pt x="308530" y="192662"/>
                  </a:lnTo>
                  <a:close/>
                  <a:moveTo>
                    <a:pt x="314821" y="165992"/>
                  </a:moveTo>
                  <a:lnTo>
                    <a:pt x="314821" y="171650"/>
                  </a:lnTo>
                  <a:lnTo>
                    <a:pt x="316910" y="165992"/>
                  </a:lnTo>
                  <a:close/>
                  <a:moveTo>
                    <a:pt x="98037" y="85276"/>
                  </a:moveTo>
                  <a:lnTo>
                    <a:pt x="97608" y="85979"/>
                  </a:lnTo>
                  <a:lnTo>
                    <a:pt x="98037" y="85979"/>
                  </a:lnTo>
                  <a:close/>
                  <a:moveTo>
                    <a:pt x="98037" y="85276"/>
                  </a:moveTo>
                  <a:lnTo>
                    <a:pt x="98037" y="85979"/>
                  </a:lnTo>
                  <a:lnTo>
                    <a:pt x="114044" y="59309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4013" name="Match_B1__4012">
              <a:extLst>
                <a:ext uri="{FF2B5EF4-FFF2-40B4-BE49-F238E27FC236}">
                  <a16:creationId xmlns:a16="http://schemas.microsoft.com/office/drawing/2014/main" id="{785495D5-D8E7-7D54-197D-3340EA388E4E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1775"/>
              <a:ext cx="346616" cy="519784"/>
            </a:xfrm>
            <a:custGeom>
              <a:avLst/>
              <a:gdLst/>
              <a:ahLst/>
              <a:cxnLst/>
              <a:rect l="0" t="0" r="0" b="0"/>
              <a:pathLst>
                <a:path w="346616" h="519784">
                  <a:moveTo>
                    <a:pt x="25157" y="489776"/>
                  </a:moveTo>
                  <a:lnTo>
                    <a:pt x="60628" y="510555"/>
                  </a:lnTo>
                  <a:lnTo>
                    <a:pt x="33679" y="483884"/>
                  </a:lnTo>
                  <a:close/>
                  <a:moveTo>
                    <a:pt x="61287" y="501021"/>
                  </a:moveTo>
                  <a:lnTo>
                    <a:pt x="60628" y="510555"/>
                  </a:lnTo>
                  <a:lnTo>
                    <a:pt x="61287" y="510555"/>
                  </a:lnTo>
                  <a:close/>
                  <a:moveTo>
                    <a:pt x="61287" y="510849"/>
                  </a:moveTo>
                  <a:lnTo>
                    <a:pt x="95603" y="510555"/>
                  </a:lnTo>
                  <a:lnTo>
                    <a:pt x="61287" y="510555"/>
                  </a:lnTo>
                  <a:close/>
                  <a:moveTo>
                    <a:pt x="97418" y="519495"/>
                  </a:moveTo>
                  <a:lnTo>
                    <a:pt x="97418" y="510990"/>
                  </a:lnTo>
                  <a:lnTo>
                    <a:pt x="61287" y="510849"/>
                  </a:lnTo>
                  <a:close/>
                  <a:moveTo>
                    <a:pt x="97418" y="519495"/>
                  </a:moveTo>
                  <a:lnTo>
                    <a:pt x="133549" y="519784"/>
                  </a:lnTo>
                  <a:lnTo>
                    <a:pt x="133549" y="511309"/>
                  </a:lnTo>
                  <a:close/>
                  <a:moveTo>
                    <a:pt x="169679" y="511989"/>
                  </a:moveTo>
                  <a:lnTo>
                    <a:pt x="169679" y="510555"/>
                  </a:lnTo>
                  <a:lnTo>
                    <a:pt x="133549" y="511309"/>
                  </a:lnTo>
                  <a:close/>
                  <a:moveTo>
                    <a:pt x="133549" y="519784"/>
                  </a:moveTo>
                  <a:lnTo>
                    <a:pt x="169679" y="511989"/>
                  </a:lnTo>
                  <a:lnTo>
                    <a:pt x="133549" y="511309"/>
                  </a:lnTo>
                  <a:close/>
                  <a:moveTo>
                    <a:pt x="169679" y="510555"/>
                  </a:moveTo>
                  <a:lnTo>
                    <a:pt x="169679" y="511989"/>
                  </a:lnTo>
                  <a:lnTo>
                    <a:pt x="173086" y="510555"/>
                  </a:lnTo>
                  <a:close/>
                  <a:moveTo>
                    <a:pt x="169679" y="510555"/>
                  </a:moveTo>
                  <a:lnTo>
                    <a:pt x="205810" y="494403"/>
                  </a:lnTo>
                  <a:lnTo>
                    <a:pt x="169679" y="502638"/>
                  </a:lnTo>
                  <a:close/>
                  <a:moveTo>
                    <a:pt x="173086" y="510555"/>
                  </a:moveTo>
                  <a:lnTo>
                    <a:pt x="205810" y="494403"/>
                  </a:lnTo>
                  <a:lnTo>
                    <a:pt x="169679" y="510555"/>
                  </a:lnTo>
                  <a:close/>
                  <a:moveTo>
                    <a:pt x="18432" y="483884"/>
                  </a:moveTo>
                  <a:lnTo>
                    <a:pt x="25157" y="489776"/>
                  </a:lnTo>
                  <a:lnTo>
                    <a:pt x="25157" y="483884"/>
                  </a:lnTo>
                  <a:close/>
                  <a:moveTo>
                    <a:pt x="2208" y="457213"/>
                  </a:moveTo>
                  <a:lnTo>
                    <a:pt x="18432" y="483884"/>
                  </a:lnTo>
                  <a:lnTo>
                    <a:pt x="14614" y="457213"/>
                  </a:lnTo>
                  <a:close/>
                  <a:moveTo>
                    <a:pt x="205810" y="483884"/>
                  </a:moveTo>
                  <a:lnTo>
                    <a:pt x="205810" y="494403"/>
                  </a:lnTo>
                  <a:lnTo>
                    <a:pt x="219794" y="483884"/>
                  </a:lnTo>
                  <a:close/>
                  <a:moveTo>
                    <a:pt x="205810" y="482344"/>
                  </a:moveTo>
                  <a:lnTo>
                    <a:pt x="241941" y="460314"/>
                  </a:lnTo>
                  <a:lnTo>
                    <a:pt x="241941" y="457213"/>
                  </a:lnTo>
                  <a:close/>
                  <a:moveTo>
                    <a:pt x="219794" y="483884"/>
                  </a:moveTo>
                  <a:lnTo>
                    <a:pt x="241941" y="460314"/>
                  </a:lnTo>
                  <a:lnTo>
                    <a:pt x="205810" y="483884"/>
                  </a:lnTo>
                  <a:close/>
                  <a:moveTo>
                    <a:pt x="0" y="430543"/>
                  </a:moveTo>
                  <a:lnTo>
                    <a:pt x="2208" y="457213"/>
                  </a:lnTo>
                  <a:lnTo>
                    <a:pt x="14614" y="457213"/>
                  </a:lnTo>
                  <a:close/>
                  <a:moveTo>
                    <a:pt x="241941" y="457213"/>
                  </a:moveTo>
                  <a:lnTo>
                    <a:pt x="241941" y="460314"/>
                  </a:lnTo>
                  <a:lnTo>
                    <a:pt x="244583" y="457213"/>
                  </a:lnTo>
                  <a:close/>
                  <a:moveTo>
                    <a:pt x="244583" y="457213"/>
                  </a:moveTo>
                  <a:lnTo>
                    <a:pt x="241941" y="437072"/>
                  </a:lnTo>
                  <a:lnTo>
                    <a:pt x="241941" y="457213"/>
                  </a:lnTo>
                  <a:close/>
                  <a:moveTo>
                    <a:pt x="263051" y="430543"/>
                  </a:moveTo>
                  <a:lnTo>
                    <a:pt x="245933" y="430543"/>
                  </a:lnTo>
                  <a:lnTo>
                    <a:pt x="244583" y="457213"/>
                  </a:lnTo>
                  <a:close/>
                  <a:moveTo>
                    <a:pt x="8729" y="403872"/>
                  </a:moveTo>
                  <a:lnTo>
                    <a:pt x="0" y="430543"/>
                  </a:lnTo>
                  <a:lnTo>
                    <a:pt x="12187" y="430543"/>
                  </a:lnTo>
                  <a:close/>
                  <a:moveTo>
                    <a:pt x="263051" y="430543"/>
                  </a:moveTo>
                  <a:lnTo>
                    <a:pt x="278071" y="403872"/>
                  </a:lnTo>
                  <a:lnTo>
                    <a:pt x="259701" y="403872"/>
                  </a:lnTo>
                  <a:close/>
                  <a:moveTo>
                    <a:pt x="25157" y="400093"/>
                  </a:moveTo>
                  <a:lnTo>
                    <a:pt x="25157" y="379364"/>
                  </a:lnTo>
                  <a:lnTo>
                    <a:pt x="8729" y="403872"/>
                  </a:lnTo>
                  <a:close/>
                  <a:moveTo>
                    <a:pt x="25157" y="379364"/>
                  </a:moveTo>
                  <a:lnTo>
                    <a:pt x="25157" y="400093"/>
                  </a:lnTo>
                  <a:lnTo>
                    <a:pt x="26612" y="377201"/>
                  </a:lnTo>
                  <a:close/>
                  <a:moveTo>
                    <a:pt x="278071" y="377201"/>
                  </a:moveTo>
                  <a:lnTo>
                    <a:pt x="279985" y="403872"/>
                  </a:lnTo>
                  <a:lnTo>
                    <a:pt x="297046" y="377201"/>
                  </a:lnTo>
                  <a:close/>
                  <a:moveTo>
                    <a:pt x="278071" y="377201"/>
                  </a:moveTo>
                  <a:lnTo>
                    <a:pt x="278071" y="403872"/>
                  </a:lnTo>
                  <a:lnTo>
                    <a:pt x="279985" y="403872"/>
                  </a:lnTo>
                  <a:close/>
                  <a:moveTo>
                    <a:pt x="26612" y="377201"/>
                  </a:moveTo>
                  <a:lnTo>
                    <a:pt x="42481" y="377201"/>
                  </a:lnTo>
                  <a:lnTo>
                    <a:pt x="45757" y="350530"/>
                  </a:lnTo>
                  <a:close/>
                  <a:moveTo>
                    <a:pt x="309413" y="350530"/>
                  </a:moveTo>
                  <a:lnTo>
                    <a:pt x="285133" y="350530"/>
                  </a:lnTo>
                  <a:lnTo>
                    <a:pt x="297046" y="377201"/>
                  </a:lnTo>
                  <a:close/>
                  <a:moveTo>
                    <a:pt x="60004" y="323860"/>
                  </a:moveTo>
                  <a:lnTo>
                    <a:pt x="61287" y="350530"/>
                  </a:lnTo>
                  <a:lnTo>
                    <a:pt x="61287" y="323860"/>
                  </a:lnTo>
                  <a:close/>
                  <a:moveTo>
                    <a:pt x="60004" y="323860"/>
                  </a:moveTo>
                  <a:lnTo>
                    <a:pt x="45757" y="350530"/>
                  </a:lnTo>
                  <a:lnTo>
                    <a:pt x="61287" y="350530"/>
                  </a:lnTo>
                  <a:close/>
                  <a:moveTo>
                    <a:pt x="309413" y="350530"/>
                  </a:moveTo>
                  <a:lnTo>
                    <a:pt x="314202" y="323860"/>
                  </a:lnTo>
                  <a:lnTo>
                    <a:pt x="291091" y="323860"/>
                  </a:lnTo>
                  <a:close/>
                  <a:moveTo>
                    <a:pt x="64300" y="297189"/>
                  </a:moveTo>
                  <a:lnTo>
                    <a:pt x="61287" y="323860"/>
                  </a:lnTo>
                  <a:lnTo>
                    <a:pt x="80198" y="323860"/>
                  </a:lnTo>
                  <a:close/>
                  <a:moveTo>
                    <a:pt x="314202" y="323860"/>
                  </a:moveTo>
                  <a:lnTo>
                    <a:pt x="314202" y="299446"/>
                  </a:lnTo>
                  <a:lnTo>
                    <a:pt x="291091" y="323860"/>
                  </a:lnTo>
                  <a:close/>
                  <a:moveTo>
                    <a:pt x="291091" y="323860"/>
                  </a:moveTo>
                  <a:lnTo>
                    <a:pt x="314202" y="299446"/>
                  </a:lnTo>
                  <a:lnTo>
                    <a:pt x="314123" y="297189"/>
                  </a:lnTo>
                  <a:close/>
                  <a:moveTo>
                    <a:pt x="61287" y="270518"/>
                  </a:moveTo>
                  <a:lnTo>
                    <a:pt x="61287" y="276736"/>
                  </a:lnTo>
                  <a:lnTo>
                    <a:pt x="77198" y="270518"/>
                  </a:lnTo>
                  <a:close/>
                  <a:moveTo>
                    <a:pt x="77198" y="270518"/>
                  </a:moveTo>
                  <a:lnTo>
                    <a:pt x="61287" y="276736"/>
                  </a:lnTo>
                  <a:lnTo>
                    <a:pt x="64300" y="297189"/>
                  </a:lnTo>
                  <a:close/>
                  <a:moveTo>
                    <a:pt x="291167" y="297189"/>
                  </a:moveTo>
                  <a:lnTo>
                    <a:pt x="314123" y="297189"/>
                  </a:lnTo>
                  <a:lnTo>
                    <a:pt x="309367" y="270518"/>
                  </a:lnTo>
                  <a:close/>
                  <a:moveTo>
                    <a:pt x="51783" y="243848"/>
                  </a:moveTo>
                  <a:lnTo>
                    <a:pt x="61287" y="270518"/>
                  </a:lnTo>
                  <a:lnTo>
                    <a:pt x="61287" y="243848"/>
                  </a:lnTo>
                  <a:close/>
                  <a:moveTo>
                    <a:pt x="288515" y="270518"/>
                  </a:moveTo>
                  <a:lnTo>
                    <a:pt x="309367" y="270518"/>
                  </a:lnTo>
                  <a:lnTo>
                    <a:pt x="305139" y="243848"/>
                  </a:lnTo>
                  <a:close/>
                  <a:moveTo>
                    <a:pt x="45728" y="217177"/>
                  </a:moveTo>
                  <a:lnTo>
                    <a:pt x="51783" y="243848"/>
                  </a:lnTo>
                  <a:lnTo>
                    <a:pt x="59264" y="217177"/>
                  </a:lnTo>
                  <a:close/>
                  <a:moveTo>
                    <a:pt x="287161" y="243848"/>
                  </a:moveTo>
                  <a:lnTo>
                    <a:pt x="305139" y="243848"/>
                  </a:lnTo>
                  <a:lnTo>
                    <a:pt x="304404" y="217177"/>
                  </a:lnTo>
                  <a:close/>
                  <a:moveTo>
                    <a:pt x="45811" y="190506"/>
                  </a:moveTo>
                  <a:lnTo>
                    <a:pt x="45728" y="217177"/>
                  </a:lnTo>
                  <a:lnTo>
                    <a:pt x="59264" y="217177"/>
                  </a:lnTo>
                  <a:close/>
                  <a:moveTo>
                    <a:pt x="288840" y="217177"/>
                  </a:moveTo>
                  <a:lnTo>
                    <a:pt x="304404" y="217177"/>
                  </a:lnTo>
                  <a:lnTo>
                    <a:pt x="307911" y="190506"/>
                  </a:lnTo>
                  <a:close/>
                  <a:moveTo>
                    <a:pt x="45811" y="190506"/>
                  </a:moveTo>
                  <a:lnTo>
                    <a:pt x="58820" y="190506"/>
                  </a:lnTo>
                  <a:lnTo>
                    <a:pt x="53244" y="163836"/>
                  </a:lnTo>
                  <a:close/>
                  <a:moveTo>
                    <a:pt x="307911" y="190506"/>
                  </a:moveTo>
                  <a:lnTo>
                    <a:pt x="314202" y="163836"/>
                  </a:lnTo>
                  <a:lnTo>
                    <a:pt x="301049" y="163836"/>
                  </a:lnTo>
                  <a:close/>
                  <a:moveTo>
                    <a:pt x="61287" y="147979"/>
                  </a:moveTo>
                  <a:lnTo>
                    <a:pt x="53244" y="163836"/>
                  </a:lnTo>
                  <a:lnTo>
                    <a:pt x="61287" y="163836"/>
                  </a:lnTo>
                  <a:close/>
                  <a:moveTo>
                    <a:pt x="61287" y="147979"/>
                  </a:moveTo>
                  <a:lnTo>
                    <a:pt x="61287" y="163836"/>
                  </a:lnTo>
                  <a:lnTo>
                    <a:pt x="66635" y="137165"/>
                  </a:lnTo>
                  <a:close/>
                  <a:moveTo>
                    <a:pt x="314202" y="137165"/>
                  </a:moveTo>
                  <a:lnTo>
                    <a:pt x="316291" y="163836"/>
                  </a:lnTo>
                  <a:lnTo>
                    <a:pt x="329380" y="137165"/>
                  </a:lnTo>
                  <a:close/>
                  <a:moveTo>
                    <a:pt x="314202" y="137165"/>
                  </a:moveTo>
                  <a:lnTo>
                    <a:pt x="314202" y="163836"/>
                  </a:lnTo>
                  <a:lnTo>
                    <a:pt x="316291" y="163836"/>
                  </a:lnTo>
                  <a:close/>
                  <a:moveTo>
                    <a:pt x="81578" y="110494"/>
                  </a:moveTo>
                  <a:lnTo>
                    <a:pt x="66635" y="137165"/>
                  </a:lnTo>
                  <a:lnTo>
                    <a:pt x="80529" y="137165"/>
                  </a:lnTo>
                  <a:close/>
                  <a:moveTo>
                    <a:pt x="341135" y="110494"/>
                  </a:moveTo>
                  <a:lnTo>
                    <a:pt x="323960" y="110494"/>
                  </a:lnTo>
                  <a:lnTo>
                    <a:pt x="329380" y="137165"/>
                  </a:lnTo>
                  <a:close/>
                  <a:moveTo>
                    <a:pt x="96989" y="83824"/>
                  </a:moveTo>
                  <a:lnTo>
                    <a:pt x="97418" y="110477"/>
                  </a:lnTo>
                  <a:lnTo>
                    <a:pt x="97418" y="83824"/>
                  </a:lnTo>
                  <a:close/>
                  <a:moveTo>
                    <a:pt x="81578" y="110494"/>
                  </a:moveTo>
                  <a:lnTo>
                    <a:pt x="97408" y="110494"/>
                  </a:lnTo>
                  <a:lnTo>
                    <a:pt x="96989" y="83824"/>
                  </a:lnTo>
                  <a:close/>
                  <a:moveTo>
                    <a:pt x="323960" y="110494"/>
                  </a:moveTo>
                  <a:lnTo>
                    <a:pt x="341135" y="110494"/>
                  </a:lnTo>
                  <a:lnTo>
                    <a:pt x="346616" y="83824"/>
                  </a:lnTo>
                  <a:close/>
                  <a:moveTo>
                    <a:pt x="113426" y="57153"/>
                  </a:moveTo>
                  <a:lnTo>
                    <a:pt x="97418" y="83824"/>
                  </a:lnTo>
                  <a:lnTo>
                    <a:pt x="113724" y="83824"/>
                  </a:lnTo>
                  <a:close/>
                  <a:moveTo>
                    <a:pt x="329072" y="83824"/>
                  </a:moveTo>
                  <a:lnTo>
                    <a:pt x="346616" y="83824"/>
                  </a:lnTo>
                  <a:lnTo>
                    <a:pt x="341956" y="57153"/>
                  </a:lnTo>
                  <a:close/>
                  <a:moveTo>
                    <a:pt x="133549" y="55769"/>
                  </a:moveTo>
                  <a:lnTo>
                    <a:pt x="133549" y="35149"/>
                  </a:lnTo>
                  <a:lnTo>
                    <a:pt x="113426" y="57153"/>
                  </a:lnTo>
                  <a:close/>
                  <a:moveTo>
                    <a:pt x="133549" y="35149"/>
                  </a:moveTo>
                  <a:lnTo>
                    <a:pt x="133549" y="55769"/>
                  </a:lnTo>
                  <a:lnTo>
                    <a:pt x="139116" y="30482"/>
                  </a:lnTo>
                  <a:close/>
                  <a:moveTo>
                    <a:pt x="322493" y="30482"/>
                  </a:moveTo>
                  <a:lnTo>
                    <a:pt x="314202" y="30482"/>
                  </a:lnTo>
                  <a:lnTo>
                    <a:pt x="322752" y="57153"/>
                  </a:lnTo>
                  <a:close/>
                  <a:moveTo>
                    <a:pt x="341956" y="57153"/>
                  </a:moveTo>
                  <a:lnTo>
                    <a:pt x="322493" y="30482"/>
                  </a:lnTo>
                  <a:lnTo>
                    <a:pt x="322752" y="57153"/>
                  </a:lnTo>
                  <a:close/>
                  <a:moveTo>
                    <a:pt x="169679" y="27127"/>
                  </a:moveTo>
                  <a:lnTo>
                    <a:pt x="169679" y="12312"/>
                  </a:lnTo>
                  <a:lnTo>
                    <a:pt x="139116" y="30482"/>
                  </a:lnTo>
                  <a:close/>
                  <a:moveTo>
                    <a:pt x="205810" y="3811"/>
                  </a:moveTo>
                  <a:lnTo>
                    <a:pt x="198593" y="3811"/>
                  </a:lnTo>
                  <a:lnTo>
                    <a:pt x="205810" y="15061"/>
                  </a:lnTo>
                  <a:close/>
                  <a:moveTo>
                    <a:pt x="205810" y="15061"/>
                  </a:moveTo>
                  <a:lnTo>
                    <a:pt x="198593" y="3811"/>
                  </a:lnTo>
                  <a:lnTo>
                    <a:pt x="169679" y="12312"/>
                  </a:lnTo>
                  <a:close/>
                  <a:moveTo>
                    <a:pt x="263616" y="3811"/>
                  </a:moveTo>
                  <a:lnTo>
                    <a:pt x="241941" y="3811"/>
                  </a:lnTo>
                  <a:lnTo>
                    <a:pt x="278071" y="6558"/>
                  </a:lnTo>
                  <a:close/>
                  <a:moveTo>
                    <a:pt x="278071" y="6558"/>
                  </a:moveTo>
                  <a:lnTo>
                    <a:pt x="241941" y="3811"/>
                  </a:lnTo>
                  <a:lnTo>
                    <a:pt x="241941" y="13109"/>
                  </a:lnTo>
                  <a:close/>
                  <a:moveTo>
                    <a:pt x="314202" y="24098"/>
                  </a:moveTo>
                  <a:lnTo>
                    <a:pt x="296325" y="30482"/>
                  </a:lnTo>
                  <a:lnTo>
                    <a:pt x="314202" y="30482"/>
                  </a:lnTo>
                  <a:close/>
                  <a:moveTo>
                    <a:pt x="278071" y="6558"/>
                  </a:moveTo>
                  <a:lnTo>
                    <a:pt x="278071" y="20992"/>
                  </a:lnTo>
                  <a:lnTo>
                    <a:pt x="314202" y="24098"/>
                  </a:lnTo>
                  <a:close/>
                  <a:moveTo>
                    <a:pt x="314202" y="30482"/>
                  </a:moveTo>
                  <a:lnTo>
                    <a:pt x="322493" y="30482"/>
                  </a:lnTo>
                  <a:lnTo>
                    <a:pt x="314202" y="24098"/>
                  </a:lnTo>
                  <a:close/>
                  <a:moveTo>
                    <a:pt x="205810" y="1862"/>
                  </a:moveTo>
                  <a:lnTo>
                    <a:pt x="198593" y="3811"/>
                  </a:lnTo>
                  <a:lnTo>
                    <a:pt x="205810" y="3811"/>
                  </a:lnTo>
                  <a:close/>
                  <a:moveTo>
                    <a:pt x="205810" y="3811"/>
                  </a:moveTo>
                  <a:lnTo>
                    <a:pt x="241941" y="0"/>
                  </a:lnTo>
                  <a:lnTo>
                    <a:pt x="205810" y="1862"/>
                  </a:lnTo>
                  <a:close/>
                  <a:moveTo>
                    <a:pt x="205810" y="3811"/>
                  </a:moveTo>
                  <a:lnTo>
                    <a:pt x="241941" y="3811"/>
                  </a:lnTo>
                  <a:lnTo>
                    <a:pt x="241941" y="0"/>
                  </a:lnTo>
                  <a:close/>
                  <a:moveTo>
                    <a:pt x="241941" y="3811"/>
                  </a:moveTo>
                  <a:lnTo>
                    <a:pt x="263616" y="3811"/>
                  </a:lnTo>
                  <a:lnTo>
                    <a:pt x="241941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4014" name="Match_B1__4013">
              <a:extLst>
                <a:ext uri="{FF2B5EF4-FFF2-40B4-BE49-F238E27FC236}">
                  <a16:creationId xmlns:a16="http://schemas.microsoft.com/office/drawing/2014/main" id="{21D47B23-CAA7-F781-A9EF-469A1AAEC143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5586"/>
              <a:ext cx="346616" cy="515684"/>
            </a:xfrm>
            <a:custGeom>
              <a:avLst/>
              <a:gdLst/>
              <a:ahLst/>
              <a:cxnLst/>
              <a:rect l="0" t="0" r="0" b="0"/>
              <a:pathLst>
                <a:path w="346616" h="515684">
                  <a:moveTo>
                    <a:pt x="25157" y="480073"/>
                  </a:moveTo>
                  <a:lnTo>
                    <a:pt x="25157" y="485964"/>
                  </a:lnTo>
                  <a:lnTo>
                    <a:pt x="33679" y="480073"/>
                  </a:lnTo>
                  <a:close/>
                  <a:moveTo>
                    <a:pt x="33679" y="480073"/>
                  </a:moveTo>
                  <a:lnTo>
                    <a:pt x="60628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5603" y="506743"/>
                  </a:lnTo>
                  <a:lnTo>
                    <a:pt x="61287" y="507038"/>
                  </a:lnTo>
                  <a:close/>
                  <a:moveTo>
                    <a:pt x="61287" y="506743"/>
                  </a:moveTo>
                  <a:lnTo>
                    <a:pt x="95603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7418" y="515684"/>
                  </a:lnTo>
                  <a:lnTo>
                    <a:pt x="133549" y="507497"/>
                  </a:lnTo>
                  <a:close/>
                  <a:moveTo>
                    <a:pt x="133549" y="507497"/>
                  </a:moveTo>
                  <a:lnTo>
                    <a:pt x="169679" y="506743"/>
                  </a:lnTo>
                  <a:lnTo>
                    <a:pt x="136943" y="506743"/>
                  </a:lnTo>
                  <a:close/>
                  <a:moveTo>
                    <a:pt x="169679" y="498826"/>
                  </a:moveTo>
                  <a:lnTo>
                    <a:pt x="205810" y="490592"/>
                  </a:lnTo>
                  <a:lnTo>
                    <a:pt x="205810" y="480073"/>
                  </a:lnTo>
                  <a:close/>
                  <a:moveTo>
                    <a:pt x="136943" y="506743"/>
                  </a:moveTo>
                  <a:lnTo>
                    <a:pt x="169679" y="506743"/>
                  </a:lnTo>
                  <a:lnTo>
                    <a:pt x="169679" y="498826"/>
                  </a:lnTo>
                  <a:close/>
                  <a:moveTo>
                    <a:pt x="14614" y="453402"/>
                  </a:moveTo>
                  <a:lnTo>
                    <a:pt x="25157" y="480073"/>
                  </a:lnTo>
                  <a:lnTo>
                    <a:pt x="25157" y="469833"/>
                  </a:lnTo>
                  <a:close/>
                  <a:moveTo>
                    <a:pt x="18432" y="480073"/>
                  </a:moveTo>
                  <a:lnTo>
                    <a:pt x="25157" y="480073"/>
                  </a:lnTo>
                  <a:lnTo>
                    <a:pt x="14614" y="453402"/>
                  </a:lnTo>
                  <a:close/>
                  <a:moveTo>
                    <a:pt x="25157" y="480073"/>
                  </a:moveTo>
                  <a:lnTo>
                    <a:pt x="33679" y="480073"/>
                  </a:lnTo>
                  <a:lnTo>
                    <a:pt x="25157" y="469833"/>
                  </a:lnTo>
                  <a:close/>
                  <a:moveTo>
                    <a:pt x="205810" y="478533"/>
                  </a:moveTo>
                  <a:lnTo>
                    <a:pt x="241941" y="453402"/>
                  </a:lnTo>
                  <a:lnTo>
                    <a:pt x="229496" y="453402"/>
                  </a:lnTo>
                  <a:close/>
                  <a:moveTo>
                    <a:pt x="205810" y="480073"/>
                  </a:moveTo>
                  <a:lnTo>
                    <a:pt x="241941" y="456502"/>
                  </a:lnTo>
                  <a:lnTo>
                    <a:pt x="205810" y="478533"/>
                  </a:lnTo>
                  <a:close/>
                  <a:moveTo>
                    <a:pt x="0" y="426731"/>
                  </a:moveTo>
                  <a:lnTo>
                    <a:pt x="14614" y="453402"/>
                  </a:lnTo>
                  <a:lnTo>
                    <a:pt x="12187" y="426731"/>
                  </a:lnTo>
                  <a:close/>
                  <a:moveTo>
                    <a:pt x="245933" y="426731"/>
                  </a:moveTo>
                  <a:lnTo>
                    <a:pt x="241941" y="433261"/>
                  </a:lnTo>
                  <a:lnTo>
                    <a:pt x="244583" y="453402"/>
                  </a:lnTo>
                  <a:close/>
                  <a:moveTo>
                    <a:pt x="229496" y="453402"/>
                  </a:moveTo>
                  <a:lnTo>
                    <a:pt x="241941" y="453402"/>
                  </a:lnTo>
                  <a:lnTo>
                    <a:pt x="241941" y="433261"/>
                  </a:lnTo>
                  <a:close/>
                  <a:moveTo>
                    <a:pt x="8729" y="400060"/>
                  </a:moveTo>
                  <a:lnTo>
                    <a:pt x="12187" y="426731"/>
                  </a:lnTo>
                  <a:lnTo>
                    <a:pt x="22420" y="400060"/>
                  </a:lnTo>
                  <a:close/>
                  <a:moveTo>
                    <a:pt x="263051" y="426731"/>
                  </a:moveTo>
                  <a:lnTo>
                    <a:pt x="259701" y="400060"/>
                  </a:lnTo>
                  <a:lnTo>
                    <a:pt x="245933" y="426731"/>
                  </a:lnTo>
                  <a:close/>
                  <a:moveTo>
                    <a:pt x="25157" y="396282"/>
                  </a:moveTo>
                  <a:lnTo>
                    <a:pt x="8729" y="400060"/>
                  </a:lnTo>
                  <a:lnTo>
                    <a:pt x="22420" y="400060"/>
                  </a:lnTo>
                  <a:close/>
                  <a:moveTo>
                    <a:pt x="25157" y="396282"/>
                  </a:moveTo>
                  <a:lnTo>
                    <a:pt x="42481" y="373390"/>
                  </a:lnTo>
                  <a:lnTo>
                    <a:pt x="26612" y="373390"/>
                  </a:lnTo>
                  <a:close/>
                  <a:moveTo>
                    <a:pt x="278071" y="400060"/>
                  </a:moveTo>
                  <a:lnTo>
                    <a:pt x="278071" y="373390"/>
                  </a:lnTo>
                  <a:lnTo>
                    <a:pt x="259701" y="400060"/>
                  </a:lnTo>
                  <a:close/>
                  <a:moveTo>
                    <a:pt x="45757" y="346719"/>
                  </a:moveTo>
                  <a:lnTo>
                    <a:pt x="61287" y="351232"/>
                  </a:lnTo>
                  <a:lnTo>
                    <a:pt x="61287" y="346719"/>
                  </a:lnTo>
                  <a:close/>
                  <a:moveTo>
                    <a:pt x="42481" y="373390"/>
                  </a:moveTo>
                  <a:lnTo>
                    <a:pt x="61287" y="351232"/>
                  </a:lnTo>
                  <a:lnTo>
                    <a:pt x="45757" y="346719"/>
                  </a:lnTo>
                  <a:close/>
                  <a:moveTo>
                    <a:pt x="297046" y="373390"/>
                  </a:moveTo>
                  <a:lnTo>
                    <a:pt x="278071" y="362818"/>
                  </a:lnTo>
                  <a:lnTo>
                    <a:pt x="278071" y="373390"/>
                  </a:lnTo>
                  <a:close/>
                  <a:moveTo>
                    <a:pt x="285133" y="346719"/>
                  </a:moveTo>
                  <a:lnTo>
                    <a:pt x="278071" y="362818"/>
                  </a:lnTo>
                  <a:lnTo>
                    <a:pt x="297046" y="373390"/>
                  </a:lnTo>
                  <a:close/>
                  <a:moveTo>
                    <a:pt x="80198" y="320048"/>
                  </a:moveTo>
                  <a:lnTo>
                    <a:pt x="61287" y="320048"/>
                  </a:lnTo>
                  <a:lnTo>
                    <a:pt x="61287" y="346719"/>
                  </a:lnTo>
                  <a:close/>
                  <a:moveTo>
                    <a:pt x="309413" y="346719"/>
                  </a:moveTo>
                  <a:lnTo>
                    <a:pt x="291091" y="320048"/>
                  </a:lnTo>
                  <a:lnTo>
                    <a:pt x="285133" y="346719"/>
                  </a:lnTo>
                  <a:close/>
                  <a:moveTo>
                    <a:pt x="64300" y="293378"/>
                  </a:moveTo>
                  <a:lnTo>
                    <a:pt x="80198" y="320048"/>
                  </a:lnTo>
                  <a:lnTo>
                    <a:pt x="83572" y="293378"/>
                  </a:lnTo>
                  <a:close/>
                  <a:moveTo>
                    <a:pt x="291091" y="320048"/>
                  </a:moveTo>
                  <a:lnTo>
                    <a:pt x="314123" y="293378"/>
                  </a:lnTo>
                  <a:lnTo>
                    <a:pt x="291167" y="293378"/>
                  </a:lnTo>
                  <a:close/>
                  <a:moveTo>
                    <a:pt x="77198" y="266707"/>
                  </a:moveTo>
                  <a:lnTo>
                    <a:pt x="64300" y="293378"/>
                  </a:lnTo>
                  <a:lnTo>
                    <a:pt x="83572" y="293378"/>
                  </a:lnTo>
                  <a:close/>
                  <a:moveTo>
                    <a:pt x="288515" y="266707"/>
                  </a:moveTo>
                  <a:lnTo>
                    <a:pt x="291167" y="293378"/>
                  </a:lnTo>
                  <a:lnTo>
                    <a:pt x="309367" y="266707"/>
                  </a:lnTo>
                  <a:close/>
                  <a:moveTo>
                    <a:pt x="77198" y="266707"/>
                  </a:moveTo>
                  <a:lnTo>
                    <a:pt x="66852" y="240036"/>
                  </a:lnTo>
                  <a:lnTo>
                    <a:pt x="61287" y="266707"/>
                  </a:lnTo>
                  <a:close/>
                  <a:moveTo>
                    <a:pt x="66852" y="240036"/>
                  </a:moveTo>
                  <a:lnTo>
                    <a:pt x="61287" y="240036"/>
                  </a:lnTo>
                  <a:lnTo>
                    <a:pt x="61287" y="266707"/>
                  </a:lnTo>
                  <a:close/>
                  <a:moveTo>
                    <a:pt x="287161" y="240036"/>
                  </a:moveTo>
                  <a:lnTo>
                    <a:pt x="288515" y="266707"/>
                  </a:lnTo>
                  <a:lnTo>
                    <a:pt x="305139" y="240036"/>
                  </a:lnTo>
                  <a:close/>
                  <a:moveTo>
                    <a:pt x="59264" y="213366"/>
                  </a:moveTo>
                  <a:lnTo>
                    <a:pt x="61287" y="240036"/>
                  </a:lnTo>
                  <a:lnTo>
                    <a:pt x="61287" y="220359"/>
                  </a:lnTo>
                  <a:close/>
                  <a:moveTo>
                    <a:pt x="51783" y="240036"/>
                  </a:moveTo>
                  <a:lnTo>
                    <a:pt x="61287" y="240036"/>
                  </a:lnTo>
                  <a:lnTo>
                    <a:pt x="59264" y="213366"/>
                  </a:lnTo>
                  <a:close/>
                  <a:moveTo>
                    <a:pt x="61287" y="240036"/>
                  </a:moveTo>
                  <a:lnTo>
                    <a:pt x="66852" y="240036"/>
                  </a:lnTo>
                  <a:lnTo>
                    <a:pt x="61287" y="220359"/>
                  </a:lnTo>
                  <a:close/>
                  <a:moveTo>
                    <a:pt x="288840" y="213366"/>
                  </a:moveTo>
                  <a:lnTo>
                    <a:pt x="287161" y="240036"/>
                  </a:lnTo>
                  <a:lnTo>
                    <a:pt x="304404" y="213366"/>
                  </a:lnTo>
                  <a:close/>
                  <a:moveTo>
                    <a:pt x="45811" y="186695"/>
                  </a:moveTo>
                  <a:lnTo>
                    <a:pt x="59264" y="213366"/>
                  </a:lnTo>
                  <a:lnTo>
                    <a:pt x="58820" y="186695"/>
                  </a:lnTo>
                  <a:close/>
                  <a:moveTo>
                    <a:pt x="293383" y="186695"/>
                  </a:moveTo>
                  <a:lnTo>
                    <a:pt x="288840" y="213366"/>
                  </a:lnTo>
                  <a:lnTo>
                    <a:pt x="307911" y="186695"/>
                  </a:lnTo>
                  <a:close/>
                  <a:moveTo>
                    <a:pt x="53244" y="160024"/>
                  </a:moveTo>
                  <a:lnTo>
                    <a:pt x="61287" y="178414"/>
                  </a:lnTo>
                  <a:lnTo>
                    <a:pt x="61287" y="160024"/>
                  </a:lnTo>
                  <a:close/>
                  <a:moveTo>
                    <a:pt x="58820" y="186695"/>
                  </a:moveTo>
                  <a:lnTo>
                    <a:pt x="61287" y="178414"/>
                  </a:lnTo>
                  <a:lnTo>
                    <a:pt x="53244" y="160024"/>
                  </a:lnTo>
                  <a:close/>
                  <a:moveTo>
                    <a:pt x="307911" y="186695"/>
                  </a:moveTo>
                  <a:lnTo>
                    <a:pt x="301049" y="160024"/>
                  </a:lnTo>
                  <a:lnTo>
                    <a:pt x="293383" y="186695"/>
                  </a:lnTo>
                  <a:close/>
                  <a:moveTo>
                    <a:pt x="66635" y="133354"/>
                  </a:moveTo>
                  <a:lnTo>
                    <a:pt x="61287" y="160024"/>
                  </a:lnTo>
                  <a:lnTo>
                    <a:pt x="66582" y="160024"/>
                  </a:lnTo>
                  <a:close/>
                  <a:moveTo>
                    <a:pt x="66635" y="133354"/>
                  </a:moveTo>
                  <a:lnTo>
                    <a:pt x="66582" y="160024"/>
                  </a:lnTo>
                  <a:lnTo>
                    <a:pt x="80529" y="133354"/>
                  </a:lnTo>
                  <a:close/>
                  <a:moveTo>
                    <a:pt x="61287" y="160024"/>
                  </a:moveTo>
                  <a:lnTo>
                    <a:pt x="61287" y="178414"/>
                  </a:lnTo>
                  <a:lnTo>
                    <a:pt x="66582" y="160024"/>
                  </a:lnTo>
                  <a:close/>
                  <a:moveTo>
                    <a:pt x="314202" y="160024"/>
                  </a:moveTo>
                  <a:lnTo>
                    <a:pt x="314202" y="133354"/>
                  </a:lnTo>
                  <a:lnTo>
                    <a:pt x="301049" y="160024"/>
                  </a:lnTo>
                  <a:close/>
                  <a:moveTo>
                    <a:pt x="81578" y="106683"/>
                  </a:moveTo>
                  <a:lnTo>
                    <a:pt x="80529" y="133354"/>
                  </a:lnTo>
                  <a:lnTo>
                    <a:pt x="97408" y="106683"/>
                  </a:lnTo>
                  <a:close/>
                  <a:moveTo>
                    <a:pt x="329380" y="133354"/>
                  </a:moveTo>
                  <a:lnTo>
                    <a:pt x="314202" y="128660"/>
                  </a:lnTo>
                  <a:lnTo>
                    <a:pt x="314202" y="133354"/>
                  </a:lnTo>
                  <a:close/>
                  <a:moveTo>
                    <a:pt x="323960" y="106683"/>
                  </a:moveTo>
                  <a:lnTo>
                    <a:pt x="314202" y="128660"/>
                  </a:lnTo>
                  <a:lnTo>
                    <a:pt x="329380" y="133354"/>
                  </a:lnTo>
                  <a:close/>
                  <a:moveTo>
                    <a:pt x="97408" y="106683"/>
                  </a:moveTo>
                  <a:lnTo>
                    <a:pt x="97418" y="106666"/>
                  </a:lnTo>
                  <a:lnTo>
                    <a:pt x="96989" y="80012"/>
                  </a:lnTo>
                  <a:close/>
                  <a:moveTo>
                    <a:pt x="329072" y="80012"/>
                  </a:moveTo>
                  <a:lnTo>
                    <a:pt x="323960" y="106683"/>
                  </a:lnTo>
                  <a:lnTo>
                    <a:pt x="346616" y="80012"/>
                  </a:lnTo>
                  <a:close/>
                  <a:moveTo>
                    <a:pt x="113426" y="53341"/>
                  </a:moveTo>
                  <a:lnTo>
                    <a:pt x="113724" y="80012"/>
                  </a:lnTo>
                  <a:lnTo>
                    <a:pt x="132272" y="53341"/>
                  </a:lnTo>
                  <a:close/>
                  <a:moveTo>
                    <a:pt x="97418" y="80012"/>
                  </a:moveTo>
                  <a:lnTo>
                    <a:pt x="97418" y="106666"/>
                  </a:lnTo>
                  <a:lnTo>
                    <a:pt x="113724" y="80012"/>
                  </a:lnTo>
                  <a:close/>
                  <a:moveTo>
                    <a:pt x="322752" y="53341"/>
                  </a:moveTo>
                  <a:lnTo>
                    <a:pt x="329072" y="80012"/>
                  </a:lnTo>
                  <a:lnTo>
                    <a:pt x="341956" y="53341"/>
                  </a:lnTo>
                  <a:close/>
                  <a:moveTo>
                    <a:pt x="133549" y="51958"/>
                  </a:moveTo>
                  <a:lnTo>
                    <a:pt x="113426" y="53341"/>
                  </a:lnTo>
                  <a:lnTo>
                    <a:pt x="132272" y="53341"/>
                  </a:lnTo>
                  <a:close/>
                  <a:moveTo>
                    <a:pt x="133549" y="51958"/>
                  </a:moveTo>
                  <a:lnTo>
                    <a:pt x="164021" y="26671"/>
                  </a:lnTo>
                  <a:lnTo>
                    <a:pt x="139116" y="26671"/>
                  </a:lnTo>
                  <a:close/>
                  <a:moveTo>
                    <a:pt x="322752" y="53341"/>
                  </a:moveTo>
                  <a:lnTo>
                    <a:pt x="314202" y="26671"/>
                  </a:lnTo>
                  <a:lnTo>
                    <a:pt x="314202" y="42453"/>
                  </a:lnTo>
                  <a:close/>
                  <a:moveTo>
                    <a:pt x="169679" y="23316"/>
                  </a:moveTo>
                  <a:lnTo>
                    <a:pt x="139116" y="26671"/>
                  </a:lnTo>
                  <a:lnTo>
                    <a:pt x="164021" y="26671"/>
                  </a:lnTo>
                  <a:close/>
                  <a:moveTo>
                    <a:pt x="205810" y="11250"/>
                  </a:moveTo>
                  <a:lnTo>
                    <a:pt x="169679" y="8500"/>
                  </a:lnTo>
                  <a:lnTo>
                    <a:pt x="169679" y="23316"/>
                  </a:lnTo>
                  <a:close/>
                  <a:moveTo>
                    <a:pt x="278071" y="2746"/>
                  </a:moveTo>
                  <a:lnTo>
                    <a:pt x="241941" y="9297"/>
                  </a:lnTo>
                  <a:lnTo>
                    <a:pt x="278071" y="17180"/>
                  </a:lnTo>
                  <a:close/>
                  <a:moveTo>
                    <a:pt x="278071" y="17180"/>
                  </a:moveTo>
                  <a:lnTo>
                    <a:pt x="296325" y="26671"/>
                  </a:lnTo>
                  <a:lnTo>
                    <a:pt x="314202" y="20286"/>
                  </a:lnTo>
                  <a:close/>
                  <a:moveTo>
                    <a:pt x="314202" y="42453"/>
                  </a:moveTo>
                  <a:lnTo>
                    <a:pt x="314202" y="26671"/>
                  </a:lnTo>
                  <a:lnTo>
                    <a:pt x="296325" y="26671"/>
                  </a:lnTo>
                  <a:close/>
                  <a:moveTo>
                    <a:pt x="241941" y="0"/>
                  </a:moveTo>
                  <a:lnTo>
                    <a:pt x="205810" y="0"/>
                  </a:lnTo>
                  <a:lnTo>
                    <a:pt x="241941" y="9297"/>
                  </a:lnTo>
                  <a:close/>
                  <a:moveTo>
                    <a:pt x="205810" y="0"/>
                  </a:moveTo>
                  <a:lnTo>
                    <a:pt x="205810" y="11250"/>
                  </a:lnTo>
                  <a:lnTo>
                    <a:pt x="241941" y="9297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4015" name="Match_B1__4014">
              <a:extLst>
                <a:ext uri="{FF2B5EF4-FFF2-40B4-BE49-F238E27FC236}">
                  <a16:creationId xmlns:a16="http://schemas.microsoft.com/office/drawing/2014/main" id="{A88A0123-60C6-18BF-EBBE-A32A32108D45}"/>
                </a:ext>
              </a:extLst>
            </p:cNvPr>
            <p:cNvSpPr>
              <a:spLocks noGrp="1"/>
            </p:cNvSpPr>
            <p:nvPr/>
          </p:nvSpPr>
          <p:spPr>
            <a:xfrm>
              <a:off x="8399568" y="1764884"/>
              <a:ext cx="316886" cy="498200"/>
            </a:xfrm>
            <a:custGeom>
              <a:avLst/>
              <a:gdLst/>
              <a:ahLst/>
              <a:cxnLst/>
              <a:rect l="0" t="0" r="0" b="0"/>
              <a:pathLst>
                <a:path w="316886" h="498200">
                  <a:moveTo>
                    <a:pt x="157493" y="489529"/>
                  </a:moveTo>
                  <a:lnTo>
                    <a:pt x="193623" y="470775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70775"/>
                  </a:lnTo>
                  <a:lnTo>
                    <a:pt x="193623" y="469235"/>
                  </a:lnTo>
                  <a:close/>
                  <a:moveTo>
                    <a:pt x="265885" y="364093"/>
                  </a:moveTo>
                  <a:lnTo>
                    <a:pt x="261111" y="364093"/>
                  </a:lnTo>
                  <a:lnTo>
                    <a:pt x="247514" y="390763"/>
                  </a:lnTo>
                  <a:close/>
                  <a:moveTo>
                    <a:pt x="261111" y="364093"/>
                  </a:moveTo>
                  <a:lnTo>
                    <a:pt x="265885" y="364093"/>
                  </a:lnTo>
                  <a:lnTo>
                    <a:pt x="265885" y="353521"/>
                  </a:lnTo>
                  <a:close/>
                  <a:moveTo>
                    <a:pt x="53059" y="337422"/>
                  </a:moveTo>
                  <a:lnTo>
                    <a:pt x="68012" y="310751"/>
                  </a:lnTo>
                  <a:lnTo>
                    <a:pt x="49101" y="337422"/>
                  </a:lnTo>
                  <a:close/>
                  <a:moveTo>
                    <a:pt x="49101" y="337422"/>
                  </a:moveTo>
                  <a:lnTo>
                    <a:pt x="49101" y="341935"/>
                  </a:lnTo>
                  <a:lnTo>
                    <a:pt x="53059" y="337422"/>
                  </a:lnTo>
                  <a:close/>
                  <a:moveTo>
                    <a:pt x="302015" y="124056"/>
                  </a:moveTo>
                  <a:lnTo>
                    <a:pt x="300023" y="124056"/>
                  </a:lnTo>
                  <a:lnTo>
                    <a:pt x="288862" y="150727"/>
                  </a:lnTo>
                  <a:close/>
                  <a:moveTo>
                    <a:pt x="300023" y="124056"/>
                  </a:moveTo>
                  <a:lnTo>
                    <a:pt x="302015" y="124056"/>
                  </a:lnTo>
                  <a:lnTo>
                    <a:pt x="302015" y="119363"/>
                  </a:lnTo>
                  <a:close/>
                  <a:moveTo>
                    <a:pt x="83416" y="497446"/>
                  </a:moveTo>
                  <a:lnTo>
                    <a:pt x="85231" y="497881"/>
                  </a:lnTo>
                  <a:lnTo>
                    <a:pt x="85231" y="497446"/>
                  </a:lnTo>
                  <a:close/>
                  <a:moveTo>
                    <a:pt x="49101" y="487912"/>
                  </a:moveTo>
                  <a:lnTo>
                    <a:pt x="83416" y="497446"/>
                  </a:lnTo>
                  <a:lnTo>
                    <a:pt x="66060" y="470775"/>
                  </a:lnTo>
                  <a:close/>
                  <a:moveTo>
                    <a:pt x="85231" y="477216"/>
                  </a:moveTo>
                  <a:lnTo>
                    <a:pt x="83416" y="497446"/>
                  </a:lnTo>
                  <a:lnTo>
                    <a:pt x="85231" y="497446"/>
                  </a:lnTo>
                  <a:close/>
                  <a:moveTo>
                    <a:pt x="121362" y="497446"/>
                  </a:moveTo>
                  <a:lnTo>
                    <a:pt x="85231" y="497881"/>
                  </a:lnTo>
                  <a:lnTo>
                    <a:pt x="121362" y="498200"/>
                  </a:lnTo>
                  <a:close/>
                  <a:moveTo>
                    <a:pt x="121362" y="497446"/>
                  </a:moveTo>
                  <a:lnTo>
                    <a:pt x="85231" y="497446"/>
                  </a:lnTo>
                  <a:lnTo>
                    <a:pt x="85231" y="497881"/>
                  </a:lnTo>
                  <a:close/>
                  <a:moveTo>
                    <a:pt x="85231" y="497446"/>
                  </a:moveTo>
                  <a:lnTo>
                    <a:pt x="121362" y="497446"/>
                  </a:lnTo>
                  <a:lnTo>
                    <a:pt x="85231" y="477216"/>
                  </a:lnTo>
                  <a:close/>
                  <a:moveTo>
                    <a:pt x="121362" y="497446"/>
                  </a:moveTo>
                  <a:lnTo>
                    <a:pt x="121362" y="498200"/>
                  </a:lnTo>
                  <a:lnTo>
                    <a:pt x="124757" y="497446"/>
                  </a:lnTo>
                  <a:close/>
                  <a:moveTo>
                    <a:pt x="121362" y="497446"/>
                  </a:moveTo>
                  <a:lnTo>
                    <a:pt x="157493" y="489529"/>
                  </a:lnTo>
                  <a:lnTo>
                    <a:pt x="121362" y="477884"/>
                  </a:lnTo>
                  <a:close/>
                  <a:moveTo>
                    <a:pt x="124757" y="497446"/>
                  </a:moveTo>
                  <a:lnTo>
                    <a:pt x="157493" y="489529"/>
                  </a:lnTo>
                  <a:lnTo>
                    <a:pt x="121362" y="497446"/>
                  </a:lnTo>
                  <a:close/>
                  <a:moveTo>
                    <a:pt x="21492" y="470775"/>
                  </a:moveTo>
                  <a:lnTo>
                    <a:pt x="49101" y="487912"/>
                  </a:lnTo>
                  <a:lnTo>
                    <a:pt x="49101" y="470775"/>
                  </a:lnTo>
                  <a:close/>
                  <a:moveTo>
                    <a:pt x="12970" y="460536"/>
                  </a:moveTo>
                  <a:lnTo>
                    <a:pt x="21492" y="470775"/>
                  </a:lnTo>
                  <a:lnTo>
                    <a:pt x="33623" y="444105"/>
                  </a:lnTo>
                  <a:close/>
                  <a:moveTo>
                    <a:pt x="157493" y="470775"/>
                  </a:moveTo>
                  <a:lnTo>
                    <a:pt x="157493" y="489529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69235"/>
                  </a:lnTo>
                  <a:lnTo>
                    <a:pt x="157493" y="470775"/>
                  </a:lnTo>
                  <a:close/>
                  <a:moveTo>
                    <a:pt x="2428" y="444105"/>
                  </a:moveTo>
                  <a:lnTo>
                    <a:pt x="12970" y="460536"/>
                  </a:lnTo>
                  <a:lnTo>
                    <a:pt x="12970" y="444105"/>
                  </a:lnTo>
                  <a:close/>
                  <a:moveTo>
                    <a:pt x="0" y="417434"/>
                  </a:moveTo>
                  <a:lnTo>
                    <a:pt x="12970" y="444105"/>
                  </a:lnTo>
                  <a:lnTo>
                    <a:pt x="12970" y="417434"/>
                  </a:lnTo>
                  <a:close/>
                  <a:moveTo>
                    <a:pt x="0" y="417434"/>
                  </a:moveTo>
                  <a:lnTo>
                    <a:pt x="2428" y="444105"/>
                  </a:lnTo>
                  <a:lnTo>
                    <a:pt x="12970" y="444105"/>
                  </a:lnTo>
                  <a:close/>
                  <a:moveTo>
                    <a:pt x="193623" y="444105"/>
                  </a:moveTo>
                  <a:lnTo>
                    <a:pt x="193623" y="469235"/>
                  </a:lnTo>
                  <a:lnTo>
                    <a:pt x="217309" y="444105"/>
                  </a:lnTo>
                  <a:close/>
                  <a:moveTo>
                    <a:pt x="217309" y="444105"/>
                  </a:moveTo>
                  <a:lnTo>
                    <a:pt x="229754" y="423963"/>
                  </a:lnTo>
                  <a:lnTo>
                    <a:pt x="193623" y="444105"/>
                  </a:lnTo>
                  <a:close/>
                  <a:moveTo>
                    <a:pt x="10233" y="390763"/>
                  </a:moveTo>
                  <a:lnTo>
                    <a:pt x="12970" y="417434"/>
                  </a:lnTo>
                  <a:lnTo>
                    <a:pt x="12970" y="390763"/>
                  </a:lnTo>
                  <a:close/>
                  <a:moveTo>
                    <a:pt x="10233" y="390763"/>
                  </a:moveTo>
                  <a:lnTo>
                    <a:pt x="0" y="417434"/>
                  </a:lnTo>
                  <a:lnTo>
                    <a:pt x="12970" y="417434"/>
                  </a:lnTo>
                  <a:close/>
                  <a:moveTo>
                    <a:pt x="229754" y="417434"/>
                  </a:moveTo>
                  <a:lnTo>
                    <a:pt x="229754" y="423963"/>
                  </a:lnTo>
                  <a:lnTo>
                    <a:pt x="233747" y="417434"/>
                  </a:lnTo>
                  <a:close/>
                  <a:moveTo>
                    <a:pt x="229754" y="390763"/>
                  </a:moveTo>
                  <a:lnTo>
                    <a:pt x="233747" y="417434"/>
                  </a:lnTo>
                  <a:lnTo>
                    <a:pt x="247514" y="390763"/>
                  </a:lnTo>
                  <a:close/>
                  <a:moveTo>
                    <a:pt x="229754" y="390763"/>
                  </a:moveTo>
                  <a:lnTo>
                    <a:pt x="229754" y="417434"/>
                  </a:lnTo>
                  <a:lnTo>
                    <a:pt x="233747" y="417434"/>
                  </a:lnTo>
                  <a:close/>
                  <a:moveTo>
                    <a:pt x="12970" y="386984"/>
                  </a:moveTo>
                  <a:lnTo>
                    <a:pt x="10233" y="390763"/>
                  </a:lnTo>
                  <a:lnTo>
                    <a:pt x="12970" y="390763"/>
                  </a:lnTo>
                  <a:close/>
                  <a:moveTo>
                    <a:pt x="30294" y="364093"/>
                  </a:moveTo>
                  <a:lnTo>
                    <a:pt x="12970" y="386984"/>
                  </a:lnTo>
                  <a:lnTo>
                    <a:pt x="49101" y="383198"/>
                  </a:lnTo>
                  <a:close/>
                  <a:moveTo>
                    <a:pt x="229754" y="364093"/>
                  </a:moveTo>
                  <a:lnTo>
                    <a:pt x="247514" y="390763"/>
                  </a:lnTo>
                  <a:lnTo>
                    <a:pt x="261111" y="364093"/>
                  </a:lnTo>
                  <a:close/>
                  <a:moveTo>
                    <a:pt x="49101" y="341935"/>
                  </a:moveTo>
                  <a:lnTo>
                    <a:pt x="30294" y="364093"/>
                  </a:lnTo>
                  <a:lnTo>
                    <a:pt x="49101" y="364093"/>
                  </a:lnTo>
                  <a:close/>
                  <a:moveTo>
                    <a:pt x="53059" y="337422"/>
                  </a:moveTo>
                  <a:lnTo>
                    <a:pt x="49101" y="341935"/>
                  </a:lnTo>
                  <a:lnTo>
                    <a:pt x="85231" y="349733"/>
                  </a:lnTo>
                  <a:close/>
                  <a:moveTo>
                    <a:pt x="265885" y="337422"/>
                  </a:moveTo>
                  <a:lnTo>
                    <a:pt x="261111" y="364093"/>
                  </a:lnTo>
                  <a:lnTo>
                    <a:pt x="265885" y="353521"/>
                  </a:lnTo>
                  <a:close/>
                  <a:moveTo>
                    <a:pt x="229754" y="364093"/>
                  </a:moveTo>
                  <a:lnTo>
                    <a:pt x="261111" y="364093"/>
                  </a:lnTo>
                  <a:lnTo>
                    <a:pt x="265885" y="337422"/>
                  </a:lnTo>
                  <a:close/>
                  <a:moveTo>
                    <a:pt x="68012" y="310751"/>
                  </a:moveTo>
                  <a:lnTo>
                    <a:pt x="53059" y="337422"/>
                  </a:lnTo>
                  <a:lnTo>
                    <a:pt x="85231" y="337422"/>
                  </a:lnTo>
                  <a:close/>
                  <a:moveTo>
                    <a:pt x="265885" y="337422"/>
                  </a:moveTo>
                  <a:lnTo>
                    <a:pt x="265885" y="353521"/>
                  </a:lnTo>
                  <a:lnTo>
                    <a:pt x="272946" y="337422"/>
                  </a:lnTo>
                  <a:close/>
                  <a:moveTo>
                    <a:pt x="265885" y="310751"/>
                  </a:moveTo>
                  <a:lnTo>
                    <a:pt x="272946" y="337422"/>
                  </a:lnTo>
                  <a:lnTo>
                    <a:pt x="278904" y="310751"/>
                  </a:lnTo>
                  <a:close/>
                  <a:moveTo>
                    <a:pt x="265885" y="310751"/>
                  </a:moveTo>
                  <a:lnTo>
                    <a:pt x="265885" y="337422"/>
                  </a:lnTo>
                  <a:lnTo>
                    <a:pt x="272946" y="337422"/>
                  </a:lnTo>
                  <a:close/>
                  <a:moveTo>
                    <a:pt x="71385" y="284080"/>
                  </a:moveTo>
                  <a:lnTo>
                    <a:pt x="85231" y="310751"/>
                  </a:lnTo>
                  <a:lnTo>
                    <a:pt x="85231" y="284080"/>
                  </a:lnTo>
                  <a:close/>
                  <a:moveTo>
                    <a:pt x="71385" y="284080"/>
                  </a:moveTo>
                  <a:lnTo>
                    <a:pt x="68012" y="310751"/>
                  </a:lnTo>
                  <a:lnTo>
                    <a:pt x="85231" y="310751"/>
                  </a:lnTo>
                  <a:close/>
                  <a:moveTo>
                    <a:pt x="265885" y="284080"/>
                  </a:moveTo>
                  <a:lnTo>
                    <a:pt x="278904" y="310751"/>
                  </a:lnTo>
                  <a:lnTo>
                    <a:pt x="278981" y="284080"/>
                  </a:lnTo>
                  <a:close/>
                  <a:moveTo>
                    <a:pt x="265885" y="284080"/>
                  </a:moveTo>
                  <a:lnTo>
                    <a:pt x="265885" y="310751"/>
                  </a:lnTo>
                  <a:lnTo>
                    <a:pt x="278904" y="310751"/>
                  </a:lnTo>
                  <a:close/>
                  <a:moveTo>
                    <a:pt x="65011" y="257410"/>
                  </a:moveTo>
                  <a:lnTo>
                    <a:pt x="85231" y="284080"/>
                  </a:lnTo>
                  <a:lnTo>
                    <a:pt x="85231" y="257410"/>
                  </a:lnTo>
                  <a:close/>
                  <a:moveTo>
                    <a:pt x="65011" y="257410"/>
                  </a:moveTo>
                  <a:lnTo>
                    <a:pt x="71385" y="284080"/>
                  </a:lnTo>
                  <a:lnTo>
                    <a:pt x="85231" y="284080"/>
                  </a:lnTo>
                  <a:close/>
                  <a:moveTo>
                    <a:pt x="265885" y="257410"/>
                  </a:moveTo>
                  <a:lnTo>
                    <a:pt x="278981" y="284080"/>
                  </a:lnTo>
                  <a:lnTo>
                    <a:pt x="276329" y="257410"/>
                  </a:lnTo>
                  <a:close/>
                  <a:moveTo>
                    <a:pt x="265885" y="257410"/>
                  </a:moveTo>
                  <a:lnTo>
                    <a:pt x="265885" y="284080"/>
                  </a:lnTo>
                  <a:lnTo>
                    <a:pt x="278981" y="284080"/>
                  </a:lnTo>
                  <a:close/>
                  <a:moveTo>
                    <a:pt x="54666" y="230739"/>
                  </a:moveTo>
                  <a:lnTo>
                    <a:pt x="65011" y="257410"/>
                  </a:lnTo>
                  <a:lnTo>
                    <a:pt x="85231" y="257410"/>
                  </a:lnTo>
                  <a:close/>
                  <a:moveTo>
                    <a:pt x="265885" y="230739"/>
                  </a:moveTo>
                  <a:lnTo>
                    <a:pt x="276329" y="257410"/>
                  </a:lnTo>
                  <a:lnTo>
                    <a:pt x="274974" y="230739"/>
                  </a:lnTo>
                  <a:close/>
                  <a:moveTo>
                    <a:pt x="265885" y="230739"/>
                  </a:moveTo>
                  <a:lnTo>
                    <a:pt x="265885" y="257410"/>
                  </a:lnTo>
                  <a:lnTo>
                    <a:pt x="276329" y="257410"/>
                  </a:lnTo>
                  <a:close/>
                  <a:moveTo>
                    <a:pt x="49101" y="211062"/>
                  </a:moveTo>
                  <a:lnTo>
                    <a:pt x="54666" y="230739"/>
                  </a:lnTo>
                  <a:lnTo>
                    <a:pt x="77030" y="204068"/>
                  </a:lnTo>
                  <a:close/>
                  <a:moveTo>
                    <a:pt x="265885" y="204068"/>
                  </a:moveTo>
                  <a:lnTo>
                    <a:pt x="274974" y="230739"/>
                  </a:lnTo>
                  <a:lnTo>
                    <a:pt x="276653" y="204068"/>
                  </a:lnTo>
                  <a:close/>
                  <a:moveTo>
                    <a:pt x="265885" y="204068"/>
                  </a:moveTo>
                  <a:lnTo>
                    <a:pt x="265885" y="230739"/>
                  </a:lnTo>
                  <a:lnTo>
                    <a:pt x="274974" y="230739"/>
                  </a:lnTo>
                  <a:close/>
                  <a:moveTo>
                    <a:pt x="47077" y="204068"/>
                  </a:moveTo>
                  <a:lnTo>
                    <a:pt x="49101" y="211062"/>
                  </a:lnTo>
                  <a:lnTo>
                    <a:pt x="49101" y="204068"/>
                  </a:lnTo>
                  <a:close/>
                  <a:moveTo>
                    <a:pt x="46634" y="177398"/>
                  </a:moveTo>
                  <a:lnTo>
                    <a:pt x="49101" y="204068"/>
                  </a:lnTo>
                  <a:lnTo>
                    <a:pt x="49101" y="177398"/>
                  </a:lnTo>
                  <a:close/>
                  <a:moveTo>
                    <a:pt x="46634" y="177398"/>
                  </a:moveTo>
                  <a:lnTo>
                    <a:pt x="47077" y="204068"/>
                  </a:lnTo>
                  <a:lnTo>
                    <a:pt x="49101" y="204068"/>
                  </a:lnTo>
                  <a:close/>
                  <a:moveTo>
                    <a:pt x="265885" y="177398"/>
                  </a:moveTo>
                  <a:lnTo>
                    <a:pt x="276653" y="204068"/>
                  </a:lnTo>
                  <a:lnTo>
                    <a:pt x="281196" y="177398"/>
                  </a:lnTo>
                  <a:close/>
                  <a:moveTo>
                    <a:pt x="265885" y="177398"/>
                  </a:moveTo>
                  <a:lnTo>
                    <a:pt x="265885" y="204068"/>
                  </a:lnTo>
                  <a:lnTo>
                    <a:pt x="276653" y="204068"/>
                  </a:lnTo>
                  <a:close/>
                  <a:moveTo>
                    <a:pt x="49101" y="169116"/>
                  </a:moveTo>
                  <a:lnTo>
                    <a:pt x="46634" y="177398"/>
                  </a:lnTo>
                  <a:lnTo>
                    <a:pt x="49101" y="177398"/>
                  </a:lnTo>
                  <a:close/>
                  <a:moveTo>
                    <a:pt x="49101" y="169116"/>
                  </a:moveTo>
                  <a:lnTo>
                    <a:pt x="49101" y="177398"/>
                  </a:lnTo>
                  <a:lnTo>
                    <a:pt x="54395" y="150727"/>
                  </a:lnTo>
                  <a:close/>
                  <a:moveTo>
                    <a:pt x="265885" y="150727"/>
                  </a:moveTo>
                  <a:lnTo>
                    <a:pt x="281196" y="177398"/>
                  </a:lnTo>
                  <a:lnTo>
                    <a:pt x="288862" y="150727"/>
                  </a:lnTo>
                  <a:close/>
                  <a:moveTo>
                    <a:pt x="54395" y="150727"/>
                  </a:moveTo>
                  <a:lnTo>
                    <a:pt x="84332" y="150727"/>
                  </a:lnTo>
                  <a:lnTo>
                    <a:pt x="68343" y="124056"/>
                  </a:lnTo>
                  <a:close/>
                  <a:moveTo>
                    <a:pt x="265885" y="124056"/>
                  </a:moveTo>
                  <a:lnTo>
                    <a:pt x="288862" y="150727"/>
                  </a:lnTo>
                  <a:lnTo>
                    <a:pt x="300023" y="124056"/>
                  </a:lnTo>
                  <a:close/>
                  <a:moveTo>
                    <a:pt x="85221" y="97386"/>
                  </a:moveTo>
                  <a:lnTo>
                    <a:pt x="85231" y="124056"/>
                  </a:lnTo>
                  <a:lnTo>
                    <a:pt x="85231" y="97386"/>
                  </a:lnTo>
                  <a:close/>
                  <a:moveTo>
                    <a:pt x="85221" y="97386"/>
                  </a:moveTo>
                  <a:lnTo>
                    <a:pt x="68343" y="124056"/>
                  </a:lnTo>
                  <a:lnTo>
                    <a:pt x="85231" y="124056"/>
                  </a:lnTo>
                  <a:close/>
                  <a:moveTo>
                    <a:pt x="300023" y="124056"/>
                  </a:moveTo>
                  <a:lnTo>
                    <a:pt x="302015" y="119363"/>
                  </a:lnTo>
                  <a:lnTo>
                    <a:pt x="265885" y="124056"/>
                  </a:lnTo>
                  <a:close/>
                  <a:moveTo>
                    <a:pt x="85231" y="97368"/>
                  </a:moveTo>
                  <a:lnTo>
                    <a:pt x="85221" y="97386"/>
                  </a:lnTo>
                  <a:lnTo>
                    <a:pt x="85231" y="97386"/>
                  </a:lnTo>
                  <a:close/>
                  <a:moveTo>
                    <a:pt x="101537" y="70715"/>
                  </a:moveTo>
                  <a:lnTo>
                    <a:pt x="85231" y="97368"/>
                  </a:lnTo>
                  <a:lnTo>
                    <a:pt x="121362" y="96323"/>
                  </a:lnTo>
                  <a:close/>
                  <a:moveTo>
                    <a:pt x="120686" y="97386"/>
                  </a:moveTo>
                  <a:lnTo>
                    <a:pt x="85231" y="97368"/>
                  </a:lnTo>
                  <a:lnTo>
                    <a:pt x="85231" y="97386"/>
                  </a:lnTo>
                  <a:close/>
                  <a:moveTo>
                    <a:pt x="302015" y="97386"/>
                  </a:moveTo>
                  <a:lnTo>
                    <a:pt x="302015" y="119363"/>
                  </a:lnTo>
                  <a:lnTo>
                    <a:pt x="311773" y="97386"/>
                  </a:lnTo>
                  <a:close/>
                  <a:moveTo>
                    <a:pt x="302015" y="70715"/>
                  </a:moveTo>
                  <a:lnTo>
                    <a:pt x="311773" y="97386"/>
                  </a:lnTo>
                  <a:lnTo>
                    <a:pt x="316886" y="70715"/>
                  </a:lnTo>
                  <a:close/>
                  <a:moveTo>
                    <a:pt x="302015" y="70715"/>
                  </a:moveTo>
                  <a:lnTo>
                    <a:pt x="302015" y="97386"/>
                  </a:lnTo>
                  <a:lnTo>
                    <a:pt x="311773" y="97386"/>
                  </a:lnTo>
                  <a:close/>
                  <a:moveTo>
                    <a:pt x="120086" y="44044"/>
                  </a:moveTo>
                  <a:lnTo>
                    <a:pt x="121362" y="70715"/>
                  </a:lnTo>
                  <a:lnTo>
                    <a:pt x="121362" y="44044"/>
                  </a:lnTo>
                  <a:close/>
                  <a:moveTo>
                    <a:pt x="120086" y="44044"/>
                  </a:moveTo>
                  <a:lnTo>
                    <a:pt x="101537" y="70715"/>
                  </a:lnTo>
                  <a:lnTo>
                    <a:pt x="121362" y="70715"/>
                  </a:lnTo>
                  <a:close/>
                  <a:moveTo>
                    <a:pt x="302015" y="44044"/>
                  </a:moveTo>
                  <a:lnTo>
                    <a:pt x="316886" y="70715"/>
                  </a:lnTo>
                  <a:lnTo>
                    <a:pt x="310565" y="44044"/>
                  </a:lnTo>
                  <a:close/>
                  <a:moveTo>
                    <a:pt x="302015" y="44044"/>
                  </a:moveTo>
                  <a:lnTo>
                    <a:pt x="302015" y="70715"/>
                  </a:lnTo>
                  <a:lnTo>
                    <a:pt x="316886" y="70715"/>
                  </a:lnTo>
                  <a:close/>
                  <a:moveTo>
                    <a:pt x="121362" y="42660"/>
                  </a:moveTo>
                  <a:lnTo>
                    <a:pt x="120086" y="44044"/>
                  </a:lnTo>
                  <a:lnTo>
                    <a:pt x="121362" y="44044"/>
                  </a:lnTo>
                  <a:close/>
                  <a:moveTo>
                    <a:pt x="121362" y="44044"/>
                  </a:moveTo>
                  <a:lnTo>
                    <a:pt x="151834" y="17374"/>
                  </a:lnTo>
                  <a:lnTo>
                    <a:pt x="121362" y="42660"/>
                  </a:lnTo>
                  <a:close/>
                  <a:moveTo>
                    <a:pt x="157493" y="17374"/>
                  </a:moveTo>
                  <a:lnTo>
                    <a:pt x="151834" y="17374"/>
                  </a:lnTo>
                  <a:lnTo>
                    <a:pt x="121362" y="44044"/>
                  </a:lnTo>
                  <a:close/>
                  <a:moveTo>
                    <a:pt x="157493" y="44044"/>
                  </a:moveTo>
                  <a:lnTo>
                    <a:pt x="157493" y="17374"/>
                  </a:lnTo>
                  <a:lnTo>
                    <a:pt x="121362" y="44044"/>
                  </a:lnTo>
                  <a:close/>
                  <a:moveTo>
                    <a:pt x="265885" y="17374"/>
                  </a:moveTo>
                  <a:lnTo>
                    <a:pt x="302015" y="33156"/>
                  </a:lnTo>
                  <a:lnTo>
                    <a:pt x="284138" y="17374"/>
                  </a:lnTo>
                  <a:close/>
                  <a:moveTo>
                    <a:pt x="302015" y="44044"/>
                  </a:moveTo>
                  <a:lnTo>
                    <a:pt x="302015" y="33156"/>
                  </a:lnTo>
                  <a:lnTo>
                    <a:pt x="265885" y="17374"/>
                  </a:lnTo>
                  <a:close/>
                  <a:moveTo>
                    <a:pt x="302015" y="44044"/>
                  </a:moveTo>
                  <a:lnTo>
                    <a:pt x="310565" y="44044"/>
                  </a:lnTo>
                  <a:lnTo>
                    <a:pt x="302015" y="33156"/>
                  </a:lnTo>
                  <a:close/>
                  <a:moveTo>
                    <a:pt x="157493" y="14018"/>
                  </a:moveTo>
                  <a:lnTo>
                    <a:pt x="151834" y="17374"/>
                  </a:lnTo>
                  <a:lnTo>
                    <a:pt x="157493" y="17374"/>
                  </a:lnTo>
                  <a:close/>
                  <a:moveTo>
                    <a:pt x="157493" y="17374"/>
                  </a:moveTo>
                  <a:lnTo>
                    <a:pt x="193623" y="1953"/>
                  </a:lnTo>
                  <a:lnTo>
                    <a:pt x="157493" y="14018"/>
                  </a:lnTo>
                  <a:close/>
                  <a:moveTo>
                    <a:pt x="157493" y="17374"/>
                  </a:moveTo>
                  <a:lnTo>
                    <a:pt x="193623" y="17374"/>
                  </a:lnTo>
                  <a:lnTo>
                    <a:pt x="193623" y="1953"/>
                  </a:lnTo>
                  <a:close/>
                  <a:moveTo>
                    <a:pt x="193623" y="17374"/>
                  </a:moveTo>
                  <a:lnTo>
                    <a:pt x="229754" y="0"/>
                  </a:lnTo>
                  <a:lnTo>
                    <a:pt x="193623" y="1953"/>
                  </a:lnTo>
                  <a:close/>
                  <a:moveTo>
                    <a:pt x="229754" y="17374"/>
                  </a:moveTo>
                  <a:lnTo>
                    <a:pt x="265885" y="7883"/>
                  </a:lnTo>
                  <a:lnTo>
                    <a:pt x="229754" y="0"/>
                  </a:lnTo>
                  <a:close/>
                  <a:moveTo>
                    <a:pt x="229754" y="17374"/>
                  </a:moveTo>
                  <a:lnTo>
                    <a:pt x="265885" y="17374"/>
                  </a:lnTo>
                  <a:lnTo>
                    <a:pt x="265885" y="7883"/>
                  </a:lnTo>
                  <a:close/>
                  <a:moveTo>
                    <a:pt x="265885" y="17374"/>
                  </a:moveTo>
                  <a:lnTo>
                    <a:pt x="284138" y="17374"/>
                  </a:lnTo>
                  <a:lnTo>
                    <a:pt x="265885" y="7883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4016" name="Match_B1__4015">
              <a:extLst>
                <a:ext uri="{FF2B5EF4-FFF2-40B4-BE49-F238E27FC236}">
                  <a16:creationId xmlns:a16="http://schemas.microsoft.com/office/drawing/2014/main" id="{4E227BD3-CA92-FCC4-36C5-F56B7C6B7233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64884"/>
              <a:ext cx="289046" cy="497446"/>
            </a:xfrm>
            <a:custGeom>
              <a:avLst/>
              <a:gdLst/>
              <a:ahLst/>
              <a:cxnLst/>
              <a:rect l="0" t="0" r="0" b="0"/>
              <a:pathLst>
                <a:path w="289046" h="497446">
                  <a:moveTo>
                    <a:pt x="36131" y="470775"/>
                  </a:moveTo>
                  <a:lnTo>
                    <a:pt x="36131" y="487912"/>
                  </a:lnTo>
                  <a:lnTo>
                    <a:pt x="53090" y="470775"/>
                  </a:lnTo>
                  <a:close/>
                  <a:moveTo>
                    <a:pt x="53090" y="470775"/>
                  </a:moveTo>
                  <a:lnTo>
                    <a:pt x="70446" y="497446"/>
                  </a:lnTo>
                  <a:lnTo>
                    <a:pt x="72261" y="477216"/>
                  </a:lnTo>
                  <a:close/>
                  <a:moveTo>
                    <a:pt x="108392" y="497446"/>
                  </a:moveTo>
                  <a:lnTo>
                    <a:pt x="108392" y="477884"/>
                  </a:lnTo>
                  <a:lnTo>
                    <a:pt x="72261" y="477216"/>
                  </a:lnTo>
                  <a:close/>
                  <a:moveTo>
                    <a:pt x="108392" y="477884"/>
                  </a:moveTo>
                  <a:lnTo>
                    <a:pt x="144523" y="489529"/>
                  </a:lnTo>
                  <a:lnTo>
                    <a:pt x="144523" y="470775"/>
                  </a:lnTo>
                  <a:close/>
                  <a:moveTo>
                    <a:pt x="0" y="444105"/>
                  </a:moveTo>
                  <a:lnTo>
                    <a:pt x="0" y="460536"/>
                  </a:lnTo>
                  <a:lnTo>
                    <a:pt x="20653" y="444105"/>
                  </a:lnTo>
                  <a:close/>
                  <a:moveTo>
                    <a:pt x="20653" y="444105"/>
                  </a:moveTo>
                  <a:lnTo>
                    <a:pt x="8522" y="470775"/>
                  </a:lnTo>
                  <a:lnTo>
                    <a:pt x="36131" y="461114"/>
                  </a:lnTo>
                  <a:close/>
                  <a:moveTo>
                    <a:pt x="36131" y="461114"/>
                  </a:moveTo>
                  <a:lnTo>
                    <a:pt x="8522" y="470775"/>
                  </a:lnTo>
                  <a:lnTo>
                    <a:pt x="36131" y="470775"/>
                  </a:lnTo>
                  <a:close/>
                  <a:moveTo>
                    <a:pt x="144523" y="465882"/>
                  </a:moveTo>
                  <a:lnTo>
                    <a:pt x="180654" y="469235"/>
                  </a:lnTo>
                  <a:lnTo>
                    <a:pt x="180654" y="444105"/>
                  </a:lnTo>
                  <a:close/>
                  <a:moveTo>
                    <a:pt x="144523" y="470775"/>
                  </a:moveTo>
                  <a:lnTo>
                    <a:pt x="180654" y="469235"/>
                  </a:lnTo>
                  <a:lnTo>
                    <a:pt x="144523" y="465882"/>
                  </a:lnTo>
                  <a:close/>
                  <a:moveTo>
                    <a:pt x="16813" y="417434"/>
                  </a:moveTo>
                  <a:lnTo>
                    <a:pt x="0" y="417434"/>
                  </a:lnTo>
                  <a:lnTo>
                    <a:pt x="0" y="444105"/>
                  </a:lnTo>
                  <a:close/>
                  <a:moveTo>
                    <a:pt x="180654" y="428797"/>
                  </a:moveTo>
                  <a:lnTo>
                    <a:pt x="216784" y="417434"/>
                  </a:lnTo>
                  <a:lnTo>
                    <a:pt x="186755" y="417434"/>
                  </a:lnTo>
                  <a:close/>
                  <a:moveTo>
                    <a:pt x="180654" y="428797"/>
                  </a:moveTo>
                  <a:lnTo>
                    <a:pt x="216784" y="423963"/>
                  </a:lnTo>
                  <a:lnTo>
                    <a:pt x="216784" y="417434"/>
                  </a:lnTo>
                  <a:close/>
                  <a:moveTo>
                    <a:pt x="180654" y="444105"/>
                  </a:moveTo>
                  <a:lnTo>
                    <a:pt x="216784" y="423963"/>
                  </a:lnTo>
                  <a:lnTo>
                    <a:pt x="180654" y="428797"/>
                  </a:lnTo>
                  <a:close/>
                  <a:moveTo>
                    <a:pt x="29440" y="390763"/>
                  </a:moveTo>
                  <a:lnTo>
                    <a:pt x="0" y="390763"/>
                  </a:lnTo>
                  <a:lnTo>
                    <a:pt x="0" y="417434"/>
                  </a:lnTo>
                  <a:close/>
                  <a:moveTo>
                    <a:pt x="216784" y="417434"/>
                  </a:moveTo>
                  <a:lnTo>
                    <a:pt x="216784" y="390763"/>
                  </a:lnTo>
                  <a:lnTo>
                    <a:pt x="186755" y="417434"/>
                  </a:lnTo>
                  <a:close/>
                  <a:moveTo>
                    <a:pt x="36131" y="364093"/>
                  </a:moveTo>
                  <a:lnTo>
                    <a:pt x="17324" y="364093"/>
                  </a:lnTo>
                  <a:lnTo>
                    <a:pt x="36131" y="383198"/>
                  </a:lnTo>
                  <a:close/>
                  <a:moveTo>
                    <a:pt x="36131" y="383198"/>
                  </a:moveTo>
                  <a:lnTo>
                    <a:pt x="0" y="386984"/>
                  </a:lnTo>
                  <a:lnTo>
                    <a:pt x="29440" y="390763"/>
                  </a:lnTo>
                  <a:close/>
                  <a:moveTo>
                    <a:pt x="29440" y="390763"/>
                  </a:moveTo>
                  <a:lnTo>
                    <a:pt x="0" y="386984"/>
                  </a:lnTo>
                  <a:lnTo>
                    <a:pt x="0" y="390763"/>
                  </a:lnTo>
                  <a:close/>
                  <a:moveTo>
                    <a:pt x="216784" y="364093"/>
                  </a:moveTo>
                  <a:lnTo>
                    <a:pt x="216784" y="390763"/>
                  </a:lnTo>
                  <a:lnTo>
                    <a:pt x="234545" y="390763"/>
                  </a:lnTo>
                  <a:close/>
                  <a:moveTo>
                    <a:pt x="216784" y="390763"/>
                  </a:moveTo>
                  <a:lnTo>
                    <a:pt x="216784" y="364093"/>
                  </a:lnTo>
                  <a:lnTo>
                    <a:pt x="194430" y="390763"/>
                  </a:lnTo>
                  <a:close/>
                  <a:moveTo>
                    <a:pt x="72261" y="337422"/>
                  </a:moveTo>
                  <a:lnTo>
                    <a:pt x="40089" y="337422"/>
                  </a:lnTo>
                  <a:lnTo>
                    <a:pt x="72261" y="349733"/>
                  </a:lnTo>
                  <a:close/>
                  <a:moveTo>
                    <a:pt x="72261" y="349733"/>
                  </a:moveTo>
                  <a:lnTo>
                    <a:pt x="36131" y="341935"/>
                  </a:lnTo>
                  <a:lnTo>
                    <a:pt x="57186" y="364093"/>
                  </a:lnTo>
                  <a:close/>
                  <a:moveTo>
                    <a:pt x="57186" y="364093"/>
                  </a:moveTo>
                  <a:lnTo>
                    <a:pt x="36131" y="341935"/>
                  </a:lnTo>
                  <a:lnTo>
                    <a:pt x="36131" y="364093"/>
                  </a:lnTo>
                  <a:close/>
                  <a:moveTo>
                    <a:pt x="216784" y="337422"/>
                  </a:moveTo>
                  <a:lnTo>
                    <a:pt x="216784" y="364093"/>
                  </a:lnTo>
                  <a:lnTo>
                    <a:pt x="252915" y="337422"/>
                  </a:lnTo>
                  <a:close/>
                  <a:moveTo>
                    <a:pt x="55042" y="310751"/>
                  </a:moveTo>
                  <a:lnTo>
                    <a:pt x="72261" y="337422"/>
                  </a:lnTo>
                  <a:lnTo>
                    <a:pt x="72261" y="310751"/>
                  </a:lnTo>
                  <a:close/>
                  <a:moveTo>
                    <a:pt x="104753" y="310751"/>
                  </a:moveTo>
                  <a:lnTo>
                    <a:pt x="72261" y="310751"/>
                  </a:lnTo>
                  <a:lnTo>
                    <a:pt x="72261" y="337422"/>
                  </a:lnTo>
                  <a:close/>
                  <a:moveTo>
                    <a:pt x="216784" y="337422"/>
                  </a:moveTo>
                  <a:lnTo>
                    <a:pt x="252915" y="337422"/>
                  </a:lnTo>
                  <a:lnTo>
                    <a:pt x="252915" y="310751"/>
                  </a:lnTo>
                  <a:close/>
                  <a:moveTo>
                    <a:pt x="216784" y="337422"/>
                  </a:moveTo>
                  <a:lnTo>
                    <a:pt x="252915" y="310751"/>
                  </a:lnTo>
                  <a:lnTo>
                    <a:pt x="216784" y="310751"/>
                  </a:lnTo>
                  <a:close/>
                  <a:moveTo>
                    <a:pt x="105245" y="284080"/>
                  </a:moveTo>
                  <a:lnTo>
                    <a:pt x="72261" y="284080"/>
                  </a:lnTo>
                  <a:lnTo>
                    <a:pt x="72261" y="310751"/>
                  </a:lnTo>
                  <a:close/>
                  <a:moveTo>
                    <a:pt x="216784" y="310751"/>
                  </a:moveTo>
                  <a:lnTo>
                    <a:pt x="252915" y="310751"/>
                  </a:lnTo>
                  <a:lnTo>
                    <a:pt x="252915" y="284080"/>
                  </a:lnTo>
                  <a:close/>
                  <a:moveTo>
                    <a:pt x="216784" y="310751"/>
                  </a:moveTo>
                  <a:lnTo>
                    <a:pt x="252915" y="284080"/>
                  </a:lnTo>
                  <a:lnTo>
                    <a:pt x="216784" y="284080"/>
                  </a:lnTo>
                  <a:close/>
                  <a:moveTo>
                    <a:pt x="93293" y="257410"/>
                  </a:moveTo>
                  <a:lnTo>
                    <a:pt x="72261" y="257410"/>
                  </a:lnTo>
                  <a:lnTo>
                    <a:pt x="72261" y="284080"/>
                  </a:lnTo>
                  <a:close/>
                  <a:moveTo>
                    <a:pt x="219145" y="257410"/>
                  </a:moveTo>
                  <a:lnTo>
                    <a:pt x="216784" y="278200"/>
                  </a:lnTo>
                  <a:lnTo>
                    <a:pt x="252915" y="257410"/>
                  </a:lnTo>
                  <a:close/>
                  <a:moveTo>
                    <a:pt x="252915" y="257410"/>
                  </a:moveTo>
                  <a:lnTo>
                    <a:pt x="216784" y="278200"/>
                  </a:lnTo>
                  <a:lnTo>
                    <a:pt x="216784" y="284080"/>
                  </a:lnTo>
                  <a:close/>
                  <a:moveTo>
                    <a:pt x="252915" y="257410"/>
                  </a:moveTo>
                  <a:lnTo>
                    <a:pt x="216784" y="284080"/>
                  </a:lnTo>
                  <a:lnTo>
                    <a:pt x="252915" y="284080"/>
                  </a:lnTo>
                  <a:close/>
                  <a:moveTo>
                    <a:pt x="41696" y="230739"/>
                  </a:moveTo>
                  <a:lnTo>
                    <a:pt x="72261" y="257410"/>
                  </a:lnTo>
                  <a:lnTo>
                    <a:pt x="72261" y="230739"/>
                  </a:lnTo>
                  <a:close/>
                  <a:moveTo>
                    <a:pt x="252915" y="257410"/>
                  </a:moveTo>
                  <a:lnTo>
                    <a:pt x="252915" y="230739"/>
                  </a:lnTo>
                  <a:lnTo>
                    <a:pt x="219145" y="257410"/>
                  </a:lnTo>
                  <a:close/>
                  <a:moveTo>
                    <a:pt x="252915" y="230739"/>
                  </a:moveTo>
                  <a:lnTo>
                    <a:pt x="224444" y="230739"/>
                  </a:lnTo>
                  <a:lnTo>
                    <a:pt x="219145" y="257410"/>
                  </a:lnTo>
                  <a:close/>
                  <a:moveTo>
                    <a:pt x="36131" y="204068"/>
                  </a:moveTo>
                  <a:lnTo>
                    <a:pt x="36131" y="211062"/>
                  </a:lnTo>
                  <a:lnTo>
                    <a:pt x="64060" y="204068"/>
                  </a:lnTo>
                  <a:close/>
                  <a:moveTo>
                    <a:pt x="64060" y="204068"/>
                  </a:moveTo>
                  <a:lnTo>
                    <a:pt x="41696" y="230739"/>
                  </a:lnTo>
                  <a:lnTo>
                    <a:pt x="72261" y="224658"/>
                  </a:lnTo>
                  <a:close/>
                  <a:moveTo>
                    <a:pt x="72261" y="224658"/>
                  </a:moveTo>
                  <a:lnTo>
                    <a:pt x="41696" y="230739"/>
                  </a:lnTo>
                  <a:lnTo>
                    <a:pt x="72261" y="230739"/>
                  </a:lnTo>
                  <a:close/>
                  <a:moveTo>
                    <a:pt x="252915" y="230739"/>
                  </a:moveTo>
                  <a:lnTo>
                    <a:pt x="252915" y="204068"/>
                  </a:lnTo>
                  <a:lnTo>
                    <a:pt x="224444" y="230739"/>
                  </a:lnTo>
                  <a:close/>
                  <a:moveTo>
                    <a:pt x="252915" y="204068"/>
                  </a:moveTo>
                  <a:lnTo>
                    <a:pt x="230505" y="204068"/>
                  </a:lnTo>
                  <a:lnTo>
                    <a:pt x="224444" y="230739"/>
                  </a:lnTo>
                  <a:close/>
                  <a:moveTo>
                    <a:pt x="64060" y="204068"/>
                  </a:moveTo>
                  <a:lnTo>
                    <a:pt x="62661" y="177398"/>
                  </a:lnTo>
                  <a:lnTo>
                    <a:pt x="36131" y="204068"/>
                  </a:lnTo>
                  <a:close/>
                  <a:moveTo>
                    <a:pt x="62661" y="177398"/>
                  </a:moveTo>
                  <a:lnTo>
                    <a:pt x="36131" y="177398"/>
                  </a:lnTo>
                  <a:lnTo>
                    <a:pt x="36131" y="204068"/>
                  </a:lnTo>
                  <a:close/>
                  <a:moveTo>
                    <a:pt x="252915" y="204068"/>
                  </a:moveTo>
                  <a:lnTo>
                    <a:pt x="252915" y="177398"/>
                  </a:lnTo>
                  <a:lnTo>
                    <a:pt x="230505" y="204068"/>
                  </a:lnTo>
                  <a:close/>
                  <a:moveTo>
                    <a:pt x="41425" y="150727"/>
                  </a:moveTo>
                  <a:lnTo>
                    <a:pt x="36131" y="177398"/>
                  </a:lnTo>
                  <a:lnTo>
                    <a:pt x="62661" y="177398"/>
                  </a:lnTo>
                  <a:close/>
                  <a:moveTo>
                    <a:pt x="41425" y="150727"/>
                  </a:moveTo>
                  <a:lnTo>
                    <a:pt x="62661" y="177398"/>
                  </a:lnTo>
                  <a:lnTo>
                    <a:pt x="71362" y="150727"/>
                  </a:lnTo>
                  <a:close/>
                  <a:moveTo>
                    <a:pt x="252915" y="150727"/>
                  </a:moveTo>
                  <a:lnTo>
                    <a:pt x="252915" y="177398"/>
                  </a:lnTo>
                  <a:lnTo>
                    <a:pt x="268226" y="177398"/>
                  </a:lnTo>
                  <a:close/>
                  <a:moveTo>
                    <a:pt x="252915" y="177398"/>
                  </a:moveTo>
                  <a:lnTo>
                    <a:pt x="252915" y="150727"/>
                  </a:lnTo>
                  <a:lnTo>
                    <a:pt x="236103" y="177398"/>
                  </a:lnTo>
                  <a:close/>
                  <a:moveTo>
                    <a:pt x="55373" y="124056"/>
                  </a:moveTo>
                  <a:lnTo>
                    <a:pt x="72261" y="149154"/>
                  </a:lnTo>
                  <a:lnTo>
                    <a:pt x="72261" y="124056"/>
                  </a:lnTo>
                  <a:close/>
                  <a:moveTo>
                    <a:pt x="71362" y="150727"/>
                  </a:moveTo>
                  <a:lnTo>
                    <a:pt x="72261" y="149154"/>
                  </a:lnTo>
                  <a:lnTo>
                    <a:pt x="55373" y="124056"/>
                  </a:lnTo>
                  <a:close/>
                  <a:moveTo>
                    <a:pt x="252915" y="124056"/>
                  </a:moveTo>
                  <a:lnTo>
                    <a:pt x="252915" y="150727"/>
                  </a:lnTo>
                  <a:lnTo>
                    <a:pt x="275892" y="150727"/>
                  </a:lnTo>
                  <a:close/>
                  <a:moveTo>
                    <a:pt x="107716" y="97386"/>
                  </a:moveTo>
                  <a:lnTo>
                    <a:pt x="72261" y="97386"/>
                  </a:lnTo>
                  <a:lnTo>
                    <a:pt x="72261" y="124056"/>
                  </a:lnTo>
                  <a:close/>
                  <a:moveTo>
                    <a:pt x="252915" y="120289"/>
                  </a:moveTo>
                  <a:lnTo>
                    <a:pt x="289046" y="97386"/>
                  </a:lnTo>
                  <a:lnTo>
                    <a:pt x="261026" y="97386"/>
                  </a:lnTo>
                  <a:close/>
                  <a:moveTo>
                    <a:pt x="252915" y="120289"/>
                  </a:moveTo>
                  <a:lnTo>
                    <a:pt x="289046" y="119363"/>
                  </a:lnTo>
                  <a:lnTo>
                    <a:pt x="289046" y="97386"/>
                  </a:lnTo>
                  <a:close/>
                  <a:moveTo>
                    <a:pt x="252915" y="124056"/>
                  </a:moveTo>
                  <a:lnTo>
                    <a:pt x="289046" y="119363"/>
                  </a:lnTo>
                  <a:lnTo>
                    <a:pt x="252915" y="120289"/>
                  </a:lnTo>
                  <a:close/>
                  <a:moveTo>
                    <a:pt x="108392" y="70715"/>
                  </a:moveTo>
                  <a:lnTo>
                    <a:pt x="88567" y="70715"/>
                  </a:lnTo>
                  <a:lnTo>
                    <a:pt x="108392" y="96323"/>
                  </a:lnTo>
                  <a:close/>
                  <a:moveTo>
                    <a:pt x="108392" y="96323"/>
                  </a:moveTo>
                  <a:lnTo>
                    <a:pt x="72261" y="97368"/>
                  </a:lnTo>
                  <a:lnTo>
                    <a:pt x="107716" y="97386"/>
                  </a:lnTo>
                  <a:close/>
                  <a:moveTo>
                    <a:pt x="289046" y="97386"/>
                  </a:moveTo>
                  <a:lnTo>
                    <a:pt x="289046" y="70715"/>
                  </a:lnTo>
                  <a:lnTo>
                    <a:pt x="261026" y="97386"/>
                  </a:lnTo>
                  <a:close/>
                  <a:moveTo>
                    <a:pt x="108392" y="70715"/>
                  </a:moveTo>
                  <a:lnTo>
                    <a:pt x="144523" y="44044"/>
                  </a:lnTo>
                  <a:lnTo>
                    <a:pt x="108392" y="44044"/>
                  </a:lnTo>
                  <a:close/>
                  <a:moveTo>
                    <a:pt x="252915" y="44044"/>
                  </a:moveTo>
                  <a:lnTo>
                    <a:pt x="289046" y="70715"/>
                  </a:lnTo>
                  <a:lnTo>
                    <a:pt x="289046" y="44044"/>
                  </a:lnTo>
                  <a:close/>
                  <a:moveTo>
                    <a:pt x="144523" y="44044"/>
                  </a:moveTo>
                  <a:lnTo>
                    <a:pt x="180654" y="17374"/>
                  </a:lnTo>
                  <a:lnTo>
                    <a:pt x="144523" y="17374"/>
                  </a:lnTo>
                  <a:close/>
                  <a:moveTo>
                    <a:pt x="252915" y="44044"/>
                  </a:moveTo>
                  <a:lnTo>
                    <a:pt x="289046" y="44044"/>
                  </a:lnTo>
                  <a:lnTo>
                    <a:pt x="252915" y="17374"/>
                  </a:lnTo>
                  <a:close/>
                  <a:moveTo>
                    <a:pt x="216784" y="17374"/>
                  </a:moveTo>
                  <a:lnTo>
                    <a:pt x="252915" y="44044"/>
                  </a:lnTo>
                  <a:lnTo>
                    <a:pt x="252915" y="17374"/>
                  </a:lnTo>
                  <a:close/>
                  <a:moveTo>
                    <a:pt x="180654" y="17374"/>
                  </a:moveTo>
                  <a:lnTo>
                    <a:pt x="216784" y="17374"/>
                  </a:lnTo>
                  <a:lnTo>
                    <a:pt x="216784" y="0"/>
                  </a:lnTo>
                  <a:close/>
                  <a:moveTo>
                    <a:pt x="216784" y="17374"/>
                  </a:moveTo>
                  <a:lnTo>
                    <a:pt x="180654" y="17374"/>
                  </a:lnTo>
                  <a:lnTo>
                    <a:pt x="216784" y="3021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4017" name="Match_B1__4016">
              <a:extLst>
                <a:ext uri="{FF2B5EF4-FFF2-40B4-BE49-F238E27FC236}">
                  <a16:creationId xmlns:a16="http://schemas.microsoft.com/office/drawing/2014/main" id="{46490362-5E2F-A349-256F-4AD2994A6787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82257"/>
              <a:ext cx="289046" cy="460510"/>
            </a:xfrm>
            <a:custGeom>
              <a:avLst/>
              <a:gdLst/>
              <a:ahLst/>
              <a:cxnLst/>
              <a:rect l="0" t="0" r="0" b="0"/>
              <a:pathLst>
                <a:path w="289046" h="460510">
                  <a:moveTo>
                    <a:pt x="108392" y="460510"/>
                  </a:moveTo>
                  <a:lnTo>
                    <a:pt x="144523" y="453402"/>
                  </a:lnTo>
                  <a:lnTo>
                    <a:pt x="132792" y="453402"/>
                  </a:lnTo>
                  <a:close/>
                  <a:moveTo>
                    <a:pt x="36131" y="453402"/>
                  </a:moveTo>
                  <a:lnTo>
                    <a:pt x="53090" y="453402"/>
                  </a:lnTo>
                  <a:lnTo>
                    <a:pt x="36131" y="443741"/>
                  </a:lnTo>
                  <a:close/>
                  <a:moveTo>
                    <a:pt x="144523" y="448509"/>
                  </a:moveTo>
                  <a:lnTo>
                    <a:pt x="180654" y="426731"/>
                  </a:lnTo>
                  <a:lnTo>
                    <a:pt x="170782" y="426731"/>
                  </a:lnTo>
                  <a:close/>
                  <a:moveTo>
                    <a:pt x="132792" y="453402"/>
                  </a:moveTo>
                  <a:lnTo>
                    <a:pt x="144523" y="453402"/>
                  </a:lnTo>
                  <a:lnTo>
                    <a:pt x="144523" y="448509"/>
                  </a:lnTo>
                  <a:close/>
                  <a:moveTo>
                    <a:pt x="20653" y="426731"/>
                  </a:moveTo>
                  <a:lnTo>
                    <a:pt x="16813" y="400060"/>
                  </a:lnTo>
                  <a:lnTo>
                    <a:pt x="0" y="426731"/>
                  </a:lnTo>
                  <a:close/>
                  <a:moveTo>
                    <a:pt x="170782" y="426731"/>
                  </a:moveTo>
                  <a:lnTo>
                    <a:pt x="180654" y="426731"/>
                  </a:lnTo>
                  <a:lnTo>
                    <a:pt x="180654" y="411424"/>
                  </a:lnTo>
                  <a:close/>
                  <a:moveTo>
                    <a:pt x="16813" y="400060"/>
                  </a:moveTo>
                  <a:lnTo>
                    <a:pt x="29440" y="373390"/>
                  </a:lnTo>
                  <a:lnTo>
                    <a:pt x="0" y="400060"/>
                  </a:lnTo>
                  <a:close/>
                  <a:moveTo>
                    <a:pt x="216784" y="373390"/>
                  </a:moveTo>
                  <a:lnTo>
                    <a:pt x="194430" y="373390"/>
                  </a:lnTo>
                  <a:lnTo>
                    <a:pt x="186755" y="400060"/>
                  </a:lnTo>
                  <a:close/>
                  <a:moveTo>
                    <a:pt x="216784" y="346719"/>
                  </a:moveTo>
                  <a:lnTo>
                    <a:pt x="200121" y="346719"/>
                  </a:lnTo>
                  <a:lnTo>
                    <a:pt x="194430" y="373390"/>
                  </a:lnTo>
                  <a:close/>
                  <a:moveTo>
                    <a:pt x="36131" y="346719"/>
                  </a:moveTo>
                  <a:lnTo>
                    <a:pt x="36131" y="365824"/>
                  </a:lnTo>
                  <a:lnTo>
                    <a:pt x="57186" y="346719"/>
                  </a:lnTo>
                  <a:close/>
                  <a:moveTo>
                    <a:pt x="216784" y="346719"/>
                  </a:moveTo>
                  <a:lnTo>
                    <a:pt x="216784" y="320048"/>
                  </a:lnTo>
                  <a:lnTo>
                    <a:pt x="200121" y="346719"/>
                  </a:lnTo>
                  <a:close/>
                  <a:moveTo>
                    <a:pt x="216784" y="320048"/>
                  </a:moveTo>
                  <a:lnTo>
                    <a:pt x="206255" y="320048"/>
                  </a:lnTo>
                  <a:lnTo>
                    <a:pt x="200121" y="346719"/>
                  </a:lnTo>
                  <a:close/>
                  <a:moveTo>
                    <a:pt x="88189" y="320048"/>
                  </a:moveTo>
                  <a:lnTo>
                    <a:pt x="104753" y="293378"/>
                  </a:lnTo>
                  <a:lnTo>
                    <a:pt x="72261" y="320048"/>
                  </a:lnTo>
                  <a:close/>
                  <a:moveTo>
                    <a:pt x="72261" y="320048"/>
                  </a:moveTo>
                  <a:lnTo>
                    <a:pt x="72261" y="332360"/>
                  </a:lnTo>
                  <a:lnTo>
                    <a:pt x="88189" y="320048"/>
                  </a:lnTo>
                  <a:close/>
                  <a:moveTo>
                    <a:pt x="216784" y="320048"/>
                  </a:moveTo>
                  <a:lnTo>
                    <a:pt x="216784" y="293378"/>
                  </a:lnTo>
                  <a:lnTo>
                    <a:pt x="206255" y="320048"/>
                  </a:lnTo>
                  <a:close/>
                  <a:moveTo>
                    <a:pt x="216784" y="293378"/>
                  </a:moveTo>
                  <a:lnTo>
                    <a:pt x="211853" y="293378"/>
                  </a:lnTo>
                  <a:lnTo>
                    <a:pt x="206255" y="320048"/>
                  </a:lnTo>
                  <a:close/>
                  <a:moveTo>
                    <a:pt x="104753" y="293378"/>
                  </a:moveTo>
                  <a:lnTo>
                    <a:pt x="105245" y="266707"/>
                  </a:lnTo>
                  <a:lnTo>
                    <a:pt x="72261" y="293378"/>
                  </a:lnTo>
                  <a:close/>
                  <a:moveTo>
                    <a:pt x="216784" y="293378"/>
                  </a:moveTo>
                  <a:lnTo>
                    <a:pt x="216784" y="266707"/>
                  </a:lnTo>
                  <a:lnTo>
                    <a:pt x="211853" y="293378"/>
                  </a:lnTo>
                  <a:close/>
                  <a:moveTo>
                    <a:pt x="216784" y="266707"/>
                  </a:moveTo>
                  <a:lnTo>
                    <a:pt x="215598" y="266707"/>
                  </a:lnTo>
                  <a:lnTo>
                    <a:pt x="211853" y="293378"/>
                  </a:lnTo>
                  <a:close/>
                  <a:moveTo>
                    <a:pt x="105245" y="266707"/>
                  </a:moveTo>
                  <a:lnTo>
                    <a:pt x="93293" y="240036"/>
                  </a:lnTo>
                  <a:lnTo>
                    <a:pt x="72261" y="266707"/>
                  </a:lnTo>
                  <a:close/>
                  <a:moveTo>
                    <a:pt x="215598" y="266707"/>
                  </a:moveTo>
                  <a:lnTo>
                    <a:pt x="216784" y="266707"/>
                  </a:lnTo>
                  <a:lnTo>
                    <a:pt x="216784" y="260827"/>
                  </a:lnTo>
                  <a:close/>
                  <a:moveTo>
                    <a:pt x="93293" y="240036"/>
                  </a:moveTo>
                  <a:lnTo>
                    <a:pt x="75445" y="213366"/>
                  </a:lnTo>
                  <a:lnTo>
                    <a:pt x="72261" y="240036"/>
                  </a:lnTo>
                  <a:close/>
                  <a:moveTo>
                    <a:pt x="75445" y="213366"/>
                  </a:moveTo>
                  <a:lnTo>
                    <a:pt x="72261" y="213366"/>
                  </a:lnTo>
                  <a:lnTo>
                    <a:pt x="72261" y="240036"/>
                  </a:lnTo>
                  <a:close/>
                  <a:moveTo>
                    <a:pt x="72261" y="213366"/>
                  </a:moveTo>
                  <a:lnTo>
                    <a:pt x="75445" y="213366"/>
                  </a:lnTo>
                  <a:lnTo>
                    <a:pt x="72261" y="207284"/>
                  </a:lnTo>
                  <a:close/>
                  <a:moveTo>
                    <a:pt x="252915" y="160024"/>
                  </a:moveTo>
                  <a:lnTo>
                    <a:pt x="236103" y="160024"/>
                  </a:lnTo>
                  <a:lnTo>
                    <a:pt x="230505" y="186695"/>
                  </a:lnTo>
                  <a:close/>
                  <a:moveTo>
                    <a:pt x="252915" y="133353"/>
                  </a:moveTo>
                  <a:lnTo>
                    <a:pt x="242217" y="133353"/>
                  </a:lnTo>
                  <a:lnTo>
                    <a:pt x="236103" y="160024"/>
                  </a:lnTo>
                  <a:close/>
                  <a:moveTo>
                    <a:pt x="252915" y="133353"/>
                  </a:moveTo>
                  <a:lnTo>
                    <a:pt x="252915" y="106683"/>
                  </a:lnTo>
                  <a:lnTo>
                    <a:pt x="242217" y="133353"/>
                  </a:lnTo>
                  <a:close/>
                  <a:moveTo>
                    <a:pt x="252915" y="106683"/>
                  </a:moveTo>
                  <a:lnTo>
                    <a:pt x="251460" y="106683"/>
                  </a:lnTo>
                  <a:lnTo>
                    <a:pt x="242217" y="133353"/>
                  </a:lnTo>
                  <a:close/>
                  <a:moveTo>
                    <a:pt x="89211" y="106683"/>
                  </a:moveTo>
                  <a:lnTo>
                    <a:pt x="107716" y="80012"/>
                  </a:lnTo>
                  <a:lnTo>
                    <a:pt x="72261" y="106683"/>
                  </a:lnTo>
                  <a:close/>
                  <a:moveTo>
                    <a:pt x="72261" y="106683"/>
                  </a:moveTo>
                  <a:lnTo>
                    <a:pt x="72261" y="131781"/>
                  </a:lnTo>
                  <a:lnTo>
                    <a:pt x="89211" y="106683"/>
                  </a:lnTo>
                  <a:close/>
                  <a:moveTo>
                    <a:pt x="251460" y="106683"/>
                  </a:moveTo>
                  <a:lnTo>
                    <a:pt x="252915" y="106683"/>
                  </a:lnTo>
                  <a:lnTo>
                    <a:pt x="252915" y="102915"/>
                  </a:lnTo>
                  <a:close/>
                  <a:moveTo>
                    <a:pt x="289046" y="53341"/>
                  </a:moveTo>
                  <a:lnTo>
                    <a:pt x="264049" y="53341"/>
                  </a:lnTo>
                  <a:lnTo>
                    <a:pt x="261026" y="80012"/>
                  </a:lnTo>
                  <a:close/>
                  <a:moveTo>
                    <a:pt x="128123" y="53341"/>
                  </a:moveTo>
                  <a:lnTo>
                    <a:pt x="144523" y="34528"/>
                  </a:lnTo>
                  <a:lnTo>
                    <a:pt x="108392" y="53341"/>
                  </a:lnTo>
                  <a:close/>
                  <a:moveTo>
                    <a:pt x="108392" y="53341"/>
                  </a:moveTo>
                  <a:lnTo>
                    <a:pt x="144523" y="34528"/>
                  </a:lnTo>
                  <a:lnTo>
                    <a:pt x="144523" y="26671"/>
                  </a:lnTo>
                  <a:close/>
                  <a:moveTo>
                    <a:pt x="108392" y="53341"/>
                  </a:moveTo>
                  <a:lnTo>
                    <a:pt x="108392" y="78949"/>
                  </a:lnTo>
                  <a:lnTo>
                    <a:pt x="128123" y="53341"/>
                  </a:lnTo>
                  <a:close/>
                  <a:moveTo>
                    <a:pt x="252915" y="29125"/>
                  </a:moveTo>
                  <a:lnTo>
                    <a:pt x="264049" y="53341"/>
                  </a:lnTo>
                  <a:lnTo>
                    <a:pt x="252915" y="26671"/>
                  </a:lnTo>
                  <a:close/>
                  <a:moveTo>
                    <a:pt x="252915" y="26671"/>
                  </a:moveTo>
                  <a:lnTo>
                    <a:pt x="264049" y="53341"/>
                  </a:lnTo>
                  <a:lnTo>
                    <a:pt x="289046" y="53341"/>
                  </a:lnTo>
                  <a:close/>
                  <a:moveTo>
                    <a:pt x="155908" y="26671"/>
                  </a:moveTo>
                  <a:lnTo>
                    <a:pt x="180654" y="14976"/>
                  </a:lnTo>
                  <a:lnTo>
                    <a:pt x="144523" y="26671"/>
                  </a:lnTo>
                  <a:close/>
                  <a:moveTo>
                    <a:pt x="144523" y="26671"/>
                  </a:moveTo>
                  <a:lnTo>
                    <a:pt x="180654" y="14976"/>
                  </a:lnTo>
                  <a:lnTo>
                    <a:pt x="180654" y="0"/>
                  </a:lnTo>
                  <a:close/>
                  <a:moveTo>
                    <a:pt x="144523" y="26671"/>
                  </a:moveTo>
                  <a:lnTo>
                    <a:pt x="144523" y="34528"/>
                  </a:lnTo>
                  <a:lnTo>
                    <a:pt x="155908" y="26671"/>
                  </a:lnTo>
                  <a:close/>
                  <a:moveTo>
                    <a:pt x="216784" y="12845"/>
                  </a:moveTo>
                  <a:lnTo>
                    <a:pt x="250597" y="26671"/>
                  </a:lnTo>
                  <a:lnTo>
                    <a:pt x="216784" y="0"/>
                  </a:lnTo>
                  <a:close/>
                  <a:moveTo>
                    <a:pt x="216784" y="0"/>
                  </a:moveTo>
                  <a:lnTo>
                    <a:pt x="250597" y="26671"/>
                  </a:lnTo>
                  <a:lnTo>
                    <a:pt x="252915" y="26671"/>
                  </a:lnTo>
                  <a:close/>
                  <a:moveTo>
                    <a:pt x="252915" y="29125"/>
                  </a:moveTo>
                  <a:lnTo>
                    <a:pt x="252915" y="26671"/>
                  </a:lnTo>
                  <a:lnTo>
                    <a:pt x="250597" y="26671"/>
                  </a:lnTo>
                  <a:close/>
                  <a:moveTo>
                    <a:pt x="180654" y="0"/>
                  </a:moveTo>
                  <a:lnTo>
                    <a:pt x="180654" y="14976"/>
                  </a:lnTo>
                  <a:lnTo>
                    <a:pt x="216784" y="12845"/>
                  </a:lnTo>
                  <a:close/>
                  <a:moveTo>
                    <a:pt x="53090" y="453402"/>
                  </a:moveTo>
                  <a:lnTo>
                    <a:pt x="72261" y="459842"/>
                  </a:lnTo>
                  <a:lnTo>
                    <a:pt x="72261" y="453402"/>
                  </a:lnTo>
                  <a:close/>
                  <a:moveTo>
                    <a:pt x="72261" y="453402"/>
                  </a:moveTo>
                  <a:lnTo>
                    <a:pt x="36131" y="443741"/>
                  </a:lnTo>
                  <a:lnTo>
                    <a:pt x="53090" y="453402"/>
                  </a:lnTo>
                  <a:close/>
                  <a:moveTo>
                    <a:pt x="36131" y="426731"/>
                  </a:moveTo>
                  <a:lnTo>
                    <a:pt x="36131" y="443741"/>
                  </a:lnTo>
                  <a:lnTo>
                    <a:pt x="72261" y="453402"/>
                  </a:lnTo>
                  <a:close/>
                  <a:moveTo>
                    <a:pt x="108392" y="453402"/>
                  </a:moveTo>
                  <a:lnTo>
                    <a:pt x="72261" y="459842"/>
                  </a:lnTo>
                  <a:lnTo>
                    <a:pt x="108392" y="460510"/>
                  </a:lnTo>
                  <a:close/>
                  <a:moveTo>
                    <a:pt x="108392" y="453402"/>
                  </a:moveTo>
                  <a:lnTo>
                    <a:pt x="72261" y="453402"/>
                  </a:lnTo>
                  <a:lnTo>
                    <a:pt x="72261" y="459842"/>
                  </a:lnTo>
                  <a:close/>
                  <a:moveTo>
                    <a:pt x="108392" y="453402"/>
                  </a:moveTo>
                  <a:lnTo>
                    <a:pt x="108392" y="460510"/>
                  </a:lnTo>
                  <a:lnTo>
                    <a:pt x="132792" y="453402"/>
                  </a:lnTo>
                  <a:close/>
                  <a:moveTo>
                    <a:pt x="144523" y="426731"/>
                  </a:moveTo>
                  <a:lnTo>
                    <a:pt x="132792" y="453402"/>
                  </a:lnTo>
                  <a:lnTo>
                    <a:pt x="144523" y="448509"/>
                  </a:lnTo>
                  <a:close/>
                  <a:moveTo>
                    <a:pt x="108392" y="453402"/>
                  </a:moveTo>
                  <a:lnTo>
                    <a:pt x="132792" y="453402"/>
                  </a:lnTo>
                  <a:lnTo>
                    <a:pt x="144523" y="426731"/>
                  </a:lnTo>
                  <a:close/>
                  <a:moveTo>
                    <a:pt x="20653" y="426731"/>
                  </a:moveTo>
                  <a:lnTo>
                    <a:pt x="36131" y="443741"/>
                  </a:lnTo>
                  <a:lnTo>
                    <a:pt x="36131" y="426731"/>
                  </a:lnTo>
                  <a:close/>
                  <a:moveTo>
                    <a:pt x="16813" y="400060"/>
                  </a:moveTo>
                  <a:lnTo>
                    <a:pt x="20653" y="426731"/>
                  </a:lnTo>
                  <a:lnTo>
                    <a:pt x="36131" y="426731"/>
                  </a:lnTo>
                  <a:close/>
                  <a:moveTo>
                    <a:pt x="144523" y="426731"/>
                  </a:moveTo>
                  <a:lnTo>
                    <a:pt x="144523" y="448509"/>
                  </a:lnTo>
                  <a:lnTo>
                    <a:pt x="170782" y="426731"/>
                  </a:lnTo>
                  <a:close/>
                  <a:moveTo>
                    <a:pt x="180654" y="400060"/>
                  </a:moveTo>
                  <a:lnTo>
                    <a:pt x="170782" y="426731"/>
                  </a:lnTo>
                  <a:lnTo>
                    <a:pt x="180654" y="411424"/>
                  </a:lnTo>
                  <a:close/>
                  <a:moveTo>
                    <a:pt x="144523" y="426731"/>
                  </a:moveTo>
                  <a:lnTo>
                    <a:pt x="170782" y="426731"/>
                  </a:lnTo>
                  <a:lnTo>
                    <a:pt x="180654" y="400060"/>
                  </a:lnTo>
                  <a:close/>
                  <a:moveTo>
                    <a:pt x="29440" y="373390"/>
                  </a:moveTo>
                  <a:lnTo>
                    <a:pt x="36131" y="400060"/>
                  </a:lnTo>
                  <a:lnTo>
                    <a:pt x="36131" y="373390"/>
                  </a:lnTo>
                  <a:close/>
                  <a:moveTo>
                    <a:pt x="29440" y="373390"/>
                  </a:moveTo>
                  <a:lnTo>
                    <a:pt x="16813" y="400060"/>
                  </a:lnTo>
                  <a:lnTo>
                    <a:pt x="36131" y="400060"/>
                  </a:lnTo>
                  <a:close/>
                  <a:moveTo>
                    <a:pt x="180654" y="400060"/>
                  </a:moveTo>
                  <a:lnTo>
                    <a:pt x="180654" y="411424"/>
                  </a:lnTo>
                  <a:lnTo>
                    <a:pt x="186755" y="400060"/>
                  </a:lnTo>
                  <a:close/>
                  <a:moveTo>
                    <a:pt x="180654" y="373390"/>
                  </a:moveTo>
                  <a:lnTo>
                    <a:pt x="186755" y="400060"/>
                  </a:lnTo>
                  <a:lnTo>
                    <a:pt x="194430" y="373390"/>
                  </a:lnTo>
                  <a:close/>
                  <a:moveTo>
                    <a:pt x="180654" y="373390"/>
                  </a:moveTo>
                  <a:lnTo>
                    <a:pt x="180654" y="400060"/>
                  </a:lnTo>
                  <a:lnTo>
                    <a:pt x="186755" y="400060"/>
                  </a:lnTo>
                  <a:close/>
                  <a:moveTo>
                    <a:pt x="36131" y="365824"/>
                  </a:moveTo>
                  <a:lnTo>
                    <a:pt x="29440" y="373390"/>
                  </a:lnTo>
                  <a:lnTo>
                    <a:pt x="36131" y="373390"/>
                  </a:lnTo>
                  <a:close/>
                  <a:moveTo>
                    <a:pt x="36131" y="373390"/>
                  </a:moveTo>
                  <a:lnTo>
                    <a:pt x="57186" y="346719"/>
                  </a:lnTo>
                  <a:lnTo>
                    <a:pt x="36131" y="365824"/>
                  </a:lnTo>
                  <a:close/>
                  <a:moveTo>
                    <a:pt x="72261" y="346719"/>
                  </a:moveTo>
                  <a:lnTo>
                    <a:pt x="57186" y="346719"/>
                  </a:lnTo>
                  <a:lnTo>
                    <a:pt x="36131" y="373390"/>
                  </a:lnTo>
                  <a:close/>
                  <a:moveTo>
                    <a:pt x="180654" y="346719"/>
                  </a:moveTo>
                  <a:lnTo>
                    <a:pt x="194430" y="373390"/>
                  </a:lnTo>
                  <a:lnTo>
                    <a:pt x="200121" y="346719"/>
                  </a:lnTo>
                  <a:close/>
                  <a:moveTo>
                    <a:pt x="180654" y="346719"/>
                  </a:moveTo>
                  <a:lnTo>
                    <a:pt x="180654" y="373390"/>
                  </a:lnTo>
                  <a:lnTo>
                    <a:pt x="194430" y="373390"/>
                  </a:lnTo>
                  <a:close/>
                  <a:moveTo>
                    <a:pt x="72261" y="332360"/>
                  </a:moveTo>
                  <a:lnTo>
                    <a:pt x="57186" y="346719"/>
                  </a:lnTo>
                  <a:lnTo>
                    <a:pt x="72261" y="346719"/>
                  </a:lnTo>
                  <a:close/>
                  <a:moveTo>
                    <a:pt x="72261" y="346719"/>
                  </a:moveTo>
                  <a:lnTo>
                    <a:pt x="88189" y="320048"/>
                  </a:lnTo>
                  <a:lnTo>
                    <a:pt x="72261" y="332360"/>
                  </a:lnTo>
                  <a:close/>
                  <a:moveTo>
                    <a:pt x="108392" y="320048"/>
                  </a:moveTo>
                  <a:lnTo>
                    <a:pt x="88189" y="320048"/>
                  </a:lnTo>
                  <a:lnTo>
                    <a:pt x="72261" y="346719"/>
                  </a:lnTo>
                  <a:close/>
                  <a:moveTo>
                    <a:pt x="180654" y="320048"/>
                  </a:moveTo>
                  <a:lnTo>
                    <a:pt x="200121" y="346719"/>
                  </a:lnTo>
                  <a:lnTo>
                    <a:pt x="206255" y="320048"/>
                  </a:lnTo>
                  <a:close/>
                  <a:moveTo>
                    <a:pt x="180654" y="320048"/>
                  </a:moveTo>
                  <a:lnTo>
                    <a:pt x="180654" y="346719"/>
                  </a:lnTo>
                  <a:lnTo>
                    <a:pt x="200121" y="346719"/>
                  </a:lnTo>
                  <a:close/>
                  <a:moveTo>
                    <a:pt x="104753" y="293378"/>
                  </a:moveTo>
                  <a:lnTo>
                    <a:pt x="108392" y="320048"/>
                  </a:lnTo>
                  <a:lnTo>
                    <a:pt x="108392" y="293378"/>
                  </a:lnTo>
                  <a:close/>
                  <a:moveTo>
                    <a:pt x="104753" y="293378"/>
                  </a:moveTo>
                  <a:lnTo>
                    <a:pt x="88189" y="320048"/>
                  </a:lnTo>
                  <a:lnTo>
                    <a:pt x="108392" y="320048"/>
                  </a:lnTo>
                  <a:close/>
                  <a:moveTo>
                    <a:pt x="108392" y="320048"/>
                  </a:moveTo>
                  <a:lnTo>
                    <a:pt x="144523" y="293378"/>
                  </a:lnTo>
                  <a:lnTo>
                    <a:pt x="108392" y="293378"/>
                  </a:lnTo>
                  <a:close/>
                  <a:moveTo>
                    <a:pt x="180654" y="293378"/>
                  </a:moveTo>
                  <a:lnTo>
                    <a:pt x="206255" y="320048"/>
                  </a:lnTo>
                  <a:lnTo>
                    <a:pt x="211853" y="293378"/>
                  </a:lnTo>
                  <a:close/>
                  <a:moveTo>
                    <a:pt x="180654" y="293378"/>
                  </a:moveTo>
                  <a:lnTo>
                    <a:pt x="180654" y="320048"/>
                  </a:lnTo>
                  <a:lnTo>
                    <a:pt x="206255" y="320048"/>
                  </a:lnTo>
                  <a:close/>
                  <a:moveTo>
                    <a:pt x="105245" y="266707"/>
                  </a:moveTo>
                  <a:lnTo>
                    <a:pt x="108392" y="293378"/>
                  </a:lnTo>
                  <a:lnTo>
                    <a:pt x="108392" y="266707"/>
                  </a:lnTo>
                  <a:close/>
                  <a:moveTo>
                    <a:pt x="105245" y="266707"/>
                  </a:moveTo>
                  <a:lnTo>
                    <a:pt x="104753" y="293378"/>
                  </a:lnTo>
                  <a:lnTo>
                    <a:pt x="108392" y="293378"/>
                  </a:lnTo>
                  <a:close/>
                  <a:moveTo>
                    <a:pt x="108392" y="293378"/>
                  </a:moveTo>
                  <a:lnTo>
                    <a:pt x="144523" y="293378"/>
                  </a:lnTo>
                  <a:lnTo>
                    <a:pt x="144523" y="266707"/>
                  </a:lnTo>
                  <a:close/>
                  <a:moveTo>
                    <a:pt x="108392" y="293378"/>
                  </a:moveTo>
                  <a:lnTo>
                    <a:pt x="144523" y="266707"/>
                  </a:lnTo>
                  <a:lnTo>
                    <a:pt x="108392" y="266707"/>
                  </a:lnTo>
                  <a:close/>
                  <a:moveTo>
                    <a:pt x="180654" y="266707"/>
                  </a:moveTo>
                  <a:lnTo>
                    <a:pt x="211853" y="293378"/>
                  </a:lnTo>
                  <a:lnTo>
                    <a:pt x="215598" y="266707"/>
                  </a:lnTo>
                  <a:close/>
                  <a:moveTo>
                    <a:pt x="180654" y="266707"/>
                  </a:moveTo>
                  <a:lnTo>
                    <a:pt x="180654" y="293378"/>
                  </a:lnTo>
                  <a:lnTo>
                    <a:pt x="211853" y="293378"/>
                  </a:lnTo>
                  <a:close/>
                  <a:moveTo>
                    <a:pt x="93293" y="240036"/>
                  </a:moveTo>
                  <a:lnTo>
                    <a:pt x="108392" y="266707"/>
                  </a:lnTo>
                  <a:lnTo>
                    <a:pt x="108392" y="240036"/>
                  </a:lnTo>
                  <a:close/>
                  <a:moveTo>
                    <a:pt x="93293" y="240036"/>
                  </a:moveTo>
                  <a:lnTo>
                    <a:pt x="105245" y="266707"/>
                  </a:lnTo>
                  <a:lnTo>
                    <a:pt x="108392" y="266707"/>
                  </a:lnTo>
                  <a:close/>
                  <a:moveTo>
                    <a:pt x="216784" y="240036"/>
                  </a:moveTo>
                  <a:lnTo>
                    <a:pt x="215598" y="266707"/>
                  </a:lnTo>
                  <a:lnTo>
                    <a:pt x="216784" y="260827"/>
                  </a:lnTo>
                  <a:close/>
                  <a:moveTo>
                    <a:pt x="180654" y="266707"/>
                  </a:moveTo>
                  <a:lnTo>
                    <a:pt x="215598" y="266707"/>
                  </a:lnTo>
                  <a:lnTo>
                    <a:pt x="216784" y="240036"/>
                  </a:lnTo>
                  <a:close/>
                  <a:moveTo>
                    <a:pt x="75445" y="213366"/>
                  </a:moveTo>
                  <a:lnTo>
                    <a:pt x="93293" y="240036"/>
                  </a:lnTo>
                  <a:lnTo>
                    <a:pt x="108392" y="240036"/>
                  </a:lnTo>
                  <a:close/>
                  <a:moveTo>
                    <a:pt x="180654" y="240036"/>
                  </a:moveTo>
                  <a:lnTo>
                    <a:pt x="216784" y="240036"/>
                  </a:lnTo>
                  <a:lnTo>
                    <a:pt x="216784" y="213366"/>
                  </a:lnTo>
                  <a:close/>
                  <a:moveTo>
                    <a:pt x="216784" y="240036"/>
                  </a:moveTo>
                  <a:lnTo>
                    <a:pt x="216784" y="260827"/>
                  </a:lnTo>
                  <a:lnTo>
                    <a:pt x="219145" y="240036"/>
                  </a:lnTo>
                  <a:close/>
                  <a:moveTo>
                    <a:pt x="216784" y="213366"/>
                  </a:moveTo>
                  <a:lnTo>
                    <a:pt x="219145" y="240036"/>
                  </a:lnTo>
                  <a:lnTo>
                    <a:pt x="224444" y="213366"/>
                  </a:lnTo>
                  <a:close/>
                  <a:moveTo>
                    <a:pt x="216784" y="213366"/>
                  </a:moveTo>
                  <a:lnTo>
                    <a:pt x="216784" y="240036"/>
                  </a:lnTo>
                  <a:lnTo>
                    <a:pt x="219145" y="240036"/>
                  </a:lnTo>
                  <a:close/>
                  <a:moveTo>
                    <a:pt x="108392" y="213366"/>
                  </a:moveTo>
                  <a:lnTo>
                    <a:pt x="72261" y="207284"/>
                  </a:lnTo>
                  <a:lnTo>
                    <a:pt x="75445" y="213366"/>
                  </a:lnTo>
                  <a:close/>
                  <a:moveTo>
                    <a:pt x="72261" y="186695"/>
                  </a:moveTo>
                  <a:lnTo>
                    <a:pt x="72261" y="207284"/>
                  </a:lnTo>
                  <a:lnTo>
                    <a:pt x="108392" y="213366"/>
                  </a:lnTo>
                  <a:close/>
                  <a:moveTo>
                    <a:pt x="216784" y="186695"/>
                  </a:moveTo>
                  <a:lnTo>
                    <a:pt x="224444" y="213366"/>
                  </a:lnTo>
                  <a:lnTo>
                    <a:pt x="230505" y="186695"/>
                  </a:lnTo>
                  <a:close/>
                  <a:moveTo>
                    <a:pt x="216784" y="186695"/>
                  </a:moveTo>
                  <a:lnTo>
                    <a:pt x="216784" y="213366"/>
                  </a:lnTo>
                  <a:lnTo>
                    <a:pt x="224444" y="213366"/>
                  </a:lnTo>
                  <a:close/>
                  <a:moveTo>
                    <a:pt x="64060" y="186695"/>
                  </a:moveTo>
                  <a:lnTo>
                    <a:pt x="72261" y="207284"/>
                  </a:lnTo>
                  <a:lnTo>
                    <a:pt x="72261" y="186695"/>
                  </a:lnTo>
                  <a:close/>
                  <a:moveTo>
                    <a:pt x="62661" y="160024"/>
                  </a:moveTo>
                  <a:lnTo>
                    <a:pt x="72261" y="186695"/>
                  </a:lnTo>
                  <a:lnTo>
                    <a:pt x="72261" y="160024"/>
                  </a:lnTo>
                  <a:close/>
                  <a:moveTo>
                    <a:pt x="62661" y="160024"/>
                  </a:moveTo>
                  <a:lnTo>
                    <a:pt x="64060" y="186695"/>
                  </a:lnTo>
                  <a:lnTo>
                    <a:pt x="72261" y="186695"/>
                  </a:lnTo>
                  <a:close/>
                  <a:moveTo>
                    <a:pt x="216784" y="160024"/>
                  </a:moveTo>
                  <a:lnTo>
                    <a:pt x="230505" y="186695"/>
                  </a:lnTo>
                  <a:lnTo>
                    <a:pt x="236103" y="160024"/>
                  </a:lnTo>
                  <a:close/>
                  <a:moveTo>
                    <a:pt x="216784" y="160024"/>
                  </a:moveTo>
                  <a:lnTo>
                    <a:pt x="216784" y="186695"/>
                  </a:lnTo>
                  <a:lnTo>
                    <a:pt x="230505" y="186695"/>
                  </a:lnTo>
                  <a:close/>
                  <a:moveTo>
                    <a:pt x="71362" y="133353"/>
                  </a:moveTo>
                  <a:lnTo>
                    <a:pt x="72261" y="160024"/>
                  </a:lnTo>
                  <a:lnTo>
                    <a:pt x="72261" y="133353"/>
                  </a:lnTo>
                  <a:close/>
                  <a:moveTo>
                    <a:pt x="71362" y="133353"/>
                  </a:moveTo>
                  <a:lnTo>
                    <a:pt x="62661" y="160024"/>
                  </a:lnTo>
                  <a:lnTo>
                    <a:pt x="72261" y="160024"/>
                  </a:lnTo>
                  <a:close/>
                  <a:moveTo>
                    <a:pt x="216784" y="133353"/>
                  </a:moveTo>
                  <a:lnTo>
                    <a:pt x="236103" y="160024"/>
                  </a:lnTo>
                  <a:lnTo>
                    <a:pt x="242217" y="133353"/>
                  </a:lnTo>
                  <a:close/>
                  <a:moveTo>
                    <a:pt x="72261" y="131781"/>
                  </a:moveTo>
                  <a:lnTo>
                    <a:pt x="71362" y="133353"/>
                  </a:lnTo>
                  <a:lnTo>
                    <a:pt x="72261" y="133353"/>
                  </a:lnTo>
                  <a:close/>
                  <a:moveTo>
                    <a:pt x="72261" y="133353"/>
                  </a:moveTo>
                  <a:lnTo>
                    <a:pt x="89211" y="106683"/>
                  </a:lnTo>
                  <a:lnTo>
                    <a:pt x="72261" y="131781"/>
                  </a:lnTo>
                  <a:close/>
                  <a:moveTo>
                    <a:pt x="108392" y="106683"/>
                  </a:moveTo>
                  <a:lnTo>
                    <a:pt x="89211" y="106683"/>
                  </a:lnTo>
                  <a:lnTo>
                    <a:pt x="72261" y="133353"/>
                  </a:lnTo>
                  <a:close/>
                  <a:moveTo>
                    <a:pt x="216784" y="106683"/>
                  </a:moveTo>
                  <a:lnTo>
                    <a:pt x="242217" y="133353"/>
                  </a:lnTo>
                  <a:lnTo>
                    <a:pt x="251460" y="106683"/>
                  </a:lnTo>
                  <a:close/>
                  <a:moveTo>
                    <a:pt x="107716" y="80012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107716" y="80012"/>
                  </a:moveTo>
                  <a:lnTo>
                    <a:pt x="89211" y="106683"/>
                  </a:lnTo>
                  <a:lnTo>
                    <a:pt x="108392" y="106683"/>
                  </a:lnTo>
                  <a:close/>
                  <a:moveTo>
                    <a:pt x="252915" y="80012"/>
                  </a:moveTo>
                  <a:lnTo>
                    <a:pt x="251460" y="106683"/>
                  </a:lnTo>
                  <a:lnTo>
                    <a:pt x="252915" y="102915"/>
                  </a:lnTo>
                  <a:close/>
                  <a:moveTo>
                    <a:pt x="216784" y="106683"/>
                  </a:moveTo>
                  <a:lnTo>
                    <a:pt x="251460" y="106683"/>
                  </a:lnTo>
                  <a:lnTo>
                    <a:pt x="252915" y="80012"/>
                  </a:lnTo>
                  <a:close/>
                  <a:moveTo>
                    <a:pt x="108392" y="78949"/>
                  </a:moveTo>
                  <a:lnTo>
                    <a:pt x="107716" y="80012"/>
                  </a:lnTo>
                  <a:lnTo>
                    <a:pt x="108392" y="80012"/>
                  </a:lnTo>
                  <a:close/>
                  <a:moveTo>
                    <a:pt x="108392" y="80012"/>
                  </a:moveTo>
                  <a:lnTo>
                    <a:pt x="128123" y="53341"/>
                  </a:lnTo>
                  <a:lnTo>
                    <a:pt x="108392" y="78949"/>
                  </a:lnTo>
                  <a:close/>
                  <a:moveTo>
                    <a:pt x="144523" y="53341"/>
                  </a:moveTo>
                  <a:lnTo>
                    <a:pt x="128123" y="53341"/>
                  </a:lnTo>
                  <a:lnTo>
                    <a:pt x="108392" y="80012"/>
                  </a:lnTo>
                  <a:close/>
                  <a:moveTo>
                    <a:pt x="252915" y="80012"/>
                  </a:moveTo>
                  <a:lnTo>
                    <a:pt x="252915" y="102915"/>
                  </a:lnTo>
                  <a:lnTo>
                    <a:pt x="261026" y="80012"/>
                  </a:lnTo>
                  <a:close/>
                  <a:moveTo>
                    <a:pt x="252915" y="53341"/>
                  </a:moveTo>
                  <a:lnTo>
                    <a:pt x="261026" y="80012"/>
                  </a:lnTo>
                  <a:lnTo>
                    <a:pt x="264049" y="53341"/>
                  </a:lnTo>
                  <a:close/>
                  <a:moveTo>
                    <a:pt x="252915" y="53341"/>
                  </a:moveTo>
                  <a:lnTo>
                    <a:pt x="252915" y="80012"/>
                  </a:lnTo>
                  <a:lnTo>
                    <a:pt x="261026" y="80012"/>
                  </a:lnTo>
                  <a:close/>
                  <a:moveTo>
                    <a:pt x="144523" y="34528"/>
                  </a:moveTo>
                  <a:lnTo>
                    <a:pt x="128123" y="53341"/>
                  </a:lnTo>
                  <a:lnTo>
                    <a:pt x="144523" y="53341"/>
                  </a:lnTo>
                  <a:close/>
                  <a:moveTo>
                    <a:pt x="144523" y="53341"/>
                  </a:moveTo>
                  <a:lnTo>
                    <a:pt x="155908" y="26671"/>
                  </a:lnTo>
                  <a:lnTo>
                    <a:pt x="144523" y="34528"/>
                  </a:lnTo>
                  <a:close/>
                  <a:moveTo>
                    <a:pt x="180654" y="26671"/>
                  </a:moveTo>
                  <a:lnTo>
                    <a:pt x="155908" y="26671"/>
                  </a:lnTo>
                  <a:lnTo>
                    <a:pt x="144523" y="53341"/>
                  </a:lnTo>
                  <a:close/>
                  <a:moveTo>
                    <a:pt x="216784" y="26671"/>
                  </a:moveTo>
                  <a:lnTo>
                    <a:pt x="252915" y="29125"/>
                  </a:lnTo>
                  <a:lnTo>
                    <a:pt x="250597" y="26671"/>
                  </a:lnTo>
                  <a:close/>
                  <a:moveTo>
                    <a:pt x="252915" y="53341"/>
                  </a:moveTo>
                  <a:lnTo>
                    <a:pt x="252915" y="29125"/>
                  </a:lnTo>
                  <a:lnTo>
                    <a:pt x="216784" y="26671"/>
                  </a:lnTo>
                  <a:close/>
                  <a:moveTo>
                    <a:pt x="252915" y="53341"/>
                  </a:moveTo>
                  <a:lnTo>
                    <a:pt x="264049" y="53341"/>
                  </a:lnTo>
                  <a:lnTo>
                    <a:pt x="252915" y="29125"/>
                  </a:lnTo>
                  <a:close/>
                  <a:moveTo>
                    <a:pt x="180654" y="14976"/>
                  </a:moveTo>
                  <a:lnTo>
                    <a:pt x="155908" y="26671"/>
                  </a:lnTo>
                  <a:lnTo>
                    <a:pt x="180654" y="26671"/>
                  </a:lnTo>
                  <a:close/>
                  <a:moveTo>
                    <a:pt x="180654" y="26671"/>
                  </a:moveTo>
                  <a:lnTo>
                    <a:pt x="216784" y="12845"/>
                  </a:lnTo>
                  <a:lnTo>
                    <a:pt x="180654" y="14976"/>
                  </a:lnTo>
                  <a:close/>
                  <a:moveTo>
                    <a:pt x="180654" y="26671"/>
                  </a:moveTo>
                  <a:lnTo>
                    <a:pt x="216784" y="26671"/>
                  </a:lnTo>
                  <a:lnTo>
                    <a:pt x="216784" y="12845"/>
                  </a:lnTo>
                  <a:close/>
                  <a:moveTo>
                    <a:pt x="216784" y="26671"/>
                  </a:moveTo>
                  <a:lnTo>
                    <a:pt x="250597" y="26671"/>
                  </a:lnTo>
                  <a:lnTo>
                    <a:pt x="216784" y="12845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4018" name="Match_B1__4017">
              <a:extLst>
                <a:ext uri="{FF2B5EF4-FFF2-40B4-BE49-F238E27FC236}">
                  <a16:creationId xmlns:a16="http://schemas.microsoft.com/office/drawing/2014/main" id="{9C9BFFA3-9C63-E83C-E987-49E87D5A6B0F}"/>
                </a:ext>
              </a:extLst>
            </p:cNvPr>
            <p:cNvSpPr>
              <a:spLocks noGrp="1"/>
            </p:cNvSpPr>
            <p:nvPr/>
          </p:nvSpPr>
          <p:spPr>
            <a:xfrm>
              <a:off x="8429350" y="1808928"/>
              <a:ext cx="236102" cy="426731"/>
            </a:xfrm>
            <a:custGeom>
              <a:avLst/>
              <a:gdLst/>
              <a:ahLst/>
              <a:cxnLst/>
              <a:rect l="0" t="0" r="0" b="0"/>
              <a:pathLst>
                <a:path w="236102" h="426731">
                  <a:moveTo>
                    <a:pt x="55449" y="400060"/>
                  </a:moveTo>
                  <a:lnTo>
                    <a:pt x="19318" y="400060"/>
                  </a:lnTo>
                  <a:lnTo>
                    <a:pt x="55449" y="426731"/>
                  </a:lnTo>
                  <a:close/>
                  <a:moveTo>
                    <a:pt x="55449" y="426731"/>
                  </a:moveTo>
                  <a:lnTo>
                    <a:pt x="91579" y="426731"/>
                  </a:lnTo>
                  <a:lnTo>
                    <a:pt x="91579" y="400060"/>
                  </a:lnTo>
                  <a:close/>
                  <a:moveTo>
                    <a:pt x="55449" y="426731"/>
                  </a:moveTo>
                  <a:lnTo>
                    <a:pt x="91579" y="400060"/>
                  </a:lnTo>
                  <a:lnTo>
                    <a:pt x="55449" y="400060"/>
                  </a:lnTo>
                  <a:close/>
                  <a:moveTo>
                    <a:pt x="91579" y="400060"/>
                  </a:moveTo>
                  <a:lnTo>
                    <a:pt x="91579" y="426731"/>
                  </a:lnTo>
                  <a:lnTo>
                    <a:pt x="127710" y="400060"/>
                  </a:lnTo>
                  <a:close/>
                  <a:moveTo>
                    <a:pt x="0" y="373390"/>
                  </a:moveTo>
                  <a:lnTo>
                    <a:pt x="19318" y="400060"/>
                  </a:lnTo>
                  <a:lnTo>
                    <a:pt x="19318" y="373390"/>
                  </a:lnTo>
                  <a:close/>
                  <a:moveTo>
                    <a:pt x="19318" y="400060"/>
                  </a:moveTo>
                  <a:lnTo>
                    <a:pt x="55449" y="400060"/>
                  </a:lnTo>
                  <a:lnTo>
                    <a:pt x="55449" y="373390"/>
                  </a:lnTo>
                  <a:close/>
                  <a:moveTo>
                    <a:pt x="19318" y="400060"/>
                  </a:moveTo>
                  <a:lnTo>
                    <a:pt x="55449" y="373390"/>
                  </a:lnTo>
                  <a:lnTo>
                    <a:pt x="19318" y="373390"/>
                  </a:lnTo>
                  <a:close/>
                  <a:moveTo>
                    <a:pt x="91579" y="400060"/>
                  </a:moveTo>
                  <a:lnTo>
                    <a:pt x="127710" y="400060"/>
                  </a:lnTo>
                  <a:lnTo>
                    <a:pt x="127710" y="373390"/>
                  </a:lnTo>
                  <a:close/>
                  <a:moveTo>
                    <a:pt x="127710" y="373390"/>
                  </a:moveTo>
                  <a:lnTo>
                    <a:pt x="127710" y="400060"/>
                  </a:lnTo>
                  <a:lnTo>
                    <a:pt x="163841" y="373390"/>
                  </a:lnTo>
                  <a:close/>
                  <a:moveTo>
                    <a:pt x="19318" y="373390"/>
                  </a:moveTo>
                  <a:lnTo>
                    <a:pt x="55449" y="373390"/>
                  </a:lnTo>
                  <a:lnTo>
                    <a:pt x="55449" y="346719"/>
                  </a:lnTo>
                  <a:close/>
                  <a:moveTo>
                    <a:pt x="19318" y="373390"/>
                  </a:moveTo>
                  <a:lnTo>
                    <a:pt x="55449" y="346719"/>
                  </a:lnTo>
                  <a:lnTo>
                    <a:pt x="19318" y="346719"/>
                  </a:lnTo>
                  <a:close/>
                  <a:moveTo>
                    <a:pt x="127710" y="373390"/>
                  </a:moveTo>
                  <a:lnTo>
                    <a:pt x="163841" y="373390"/>
                  </a:lnTo>
                  <a:lnTo>
                    <a:pt x="163841" y="346719"/>
                  </a:lnTo>
                  <a:close/>
                  <a:moveTo>
                    <a:pt x="127710" y="373390"/>
                  </a:moveTo>
                  <a:lnTo>
                    <a:pt x="163841" y="346719"/>
                  </a:lnTo>
                  <a:lnTo>
                    <a:pt x="127710" y="346719"/>
                  </a:lnTo>
                  <a:close/>
                  <a:moveTo>
                    <a:pt x="55449" y="346719"/>
                  </a:moveTo>
                  <a:lnTo>
                    <a:pt x="55449" y="320048"/>
                  </a:lnTo>
                  <a:lnTo>
                    <a:pt x="19318" y="346719"/>
                  </a:lnTo>
                  <a:close/>
                  <a:moveTo>
                    <a:pt x="55449" y="346719"/>
                  </a:moveTo>
                  <a:lnTo>
                    <a:pt x="91579" y="346719"/>
                  </a:lnTo>
                  <a:lnTo>
                    <a:pt x="91579" y="320048"/>
                  </a:lnTo>
                  <a:close/>
                  <a:moveTo>
                    <a:pt x="55449" y="346719"/>
                  </a:moveTo>
                  <a:lnTo>
                    <a:pt x="91579" y="320048"/>
                  </a:lnTo>
                  <a:lnTo>
                    <a:pt x="55449" y="320048"/>
                  </a:lnTo>
                  <a:close/>
                  <a:moveTo>
                    <a:pt x="91579" y="346719"/>
                  </a:moveTo>
                  <a:lnTo>
                    <a:pt x="127710" y="346719"/>
                  </a:lnTo>
                  <a:lnTo>
                    <a:pt x="127710" y="320048"/>
                  </a:lnTo>
                  <a:close/>
                  <a:moveTo>
                    <a:pt x="91579" y="346719"/>
                  </a:moveTo>
                  <a:lnTo>
                    <a:pt x="127710" y="320048"/>
                  </a:lnTo>
                  <a:lnTo>
                    <a:pt x="91579" y="320048"/>
                  </a:lnTo>
                  <a:close/>
                  <a:moveTo>
                    <a:pt x="127710" y="346719"/>
                  </a:moveTo>
                  <a:lnTo>
                    <a:pt x="163841" y="346719"/>
                  </a:lnTo>
                  <a:lnTo>
                    <a:pt x="163841" y="320048"/>
                  </a:lnTo>
                  <a:close/>
                  <a:moveTo>
                    <a:pt x="127710" y="346719"/>
                  </a:moveTo>
                  <a:lnTo>
                    <a:pt x="163841" y="320048"/>
                  </a:lnTo>
                  <a:lnTo>
                    <a:pt x="127710" y="320048"/>
                  </a:lnTo>
                  <a:close/>
                  <a:moveTo>
                    <a:pt x="91579" y="320048"/>
                  </a:moveTo>
                  <a:lnTo>
                    <a:pt x="91579" y="293378"/>
                  </a:lnTo>
                  <a:lnTo>
                    <a:pt x="55449" y="320048"/>
                  </a:lnTo>
                  <a:close/>
                  <a:moveTo>
                    <a:pt x="91579" y="320048"/>
                  </a:moveTo>
                  <a:lnTo>
                    <a:pt x="127710" y="320048"/>
                  </a:lnTo>
                  <a:lnTo>
                    <a:pt x="127710" y="293378"/>
                  </a:lnTo>
                  <a:close/>
                  <a:moveTo>
                    <a:pt x="91579" y="320048"/>
                  </a:moveTo>
                  <a:lnTo>
                    <a:pt x="127710" y="293378"/>
                  </a:lnTo>
                  <a:lnTo>
                    <a:pt x="91579" y="293378"/>
                  </a:lnTo>
                  <a:close/>
                  <a:moveTo>
                    <a:pt x="127710" y="320048"/>
                  </a:moveTo>
                  <a:lnTo>
                    <a:pt x="163841" y="320048"/>
                  </a:lnTo>
                  <a:lnTo>
                    <a:pt x="163841" y="293378"/>
                  </a:lnTo>
                  <a:close/>
                  <a:moveTo>
                    <a:pt x="127710" y="320048"/>
                  </a:moveTo>
                  <a:lnTo>
                    <a:pt x="163841" y="293378"/>
                  </a:lnTo>
                  <a:lnTo>
                    <a:pt x="127710" y="293378"/>
                  </a:lnTo>
                  <a:close/>
                  <a:moveTo>
                    <a:pt x="91579" y="293378"/>
                  </a:moveTo>
                  <a:lnTo>
                    <a:pt x="127710" y="293378"/>
                  </a:lnTo>
                  <a:lnTo>
                    <a:pt x="127710" y="266707"/>
                  </a:lnTo>
                  <a:close/>
                  <a:moveTo>
                    <a:pt x="127710" y="293378"/>
                  </a:moveTo>
                  <a:lnTo>
                    <a:pt x="163841" y="293378"/>
                  </a:lnTo>
                  <a:lnTo>
                    <a:pt x="163841" y="266707"/>
                  </a:lnTo>
                  <a:close/>
                  <a:moveTo>
                    <a:pt x="127710" y="293378"/>
                  </a:moveTo>
                  <a:lnTo>
                    <a:pt x="163841" y="266707"/>
                  </a:lnTo>
                  <a:lnTo>
                    <a:pt x="127710" y="266707"/>
                  </a:lnTo>
                  <a:close/>
                  <a:moveTo>
                    <a:pt x="127710" y="266707"/>
                  </a:moveTo>
                  <a:lnTo>
                    <a:pt x="163841" y="266707"/>
                  </a:lnTo>
                  <a:lnTo>
                    <a:pt x="163841" y="240036"/>
                  </a:lnTo>
                  <a:close/>
                  <a:moveTo>
                    <a:pt x="127710" y="266707"/>
                  </a:moveTo>
                  <a:lnTo>
                    <a:pt x="163841" y="240036"/>
                  </a:lnTo>
                  <a:lnTo>
                    <a:pt x="127710" y="240036"/>
                  </a:lnTo>
                  <a:close/>
                  <a:moveTo>
                    <a:pt x="91579" y="240036"/>
                  </a:moveTo>
                  <a:lnTo>
                    <a:pt x="127710" y="240036"/>
                  </a:lnTo>
                  <a:lnTo>
                    <a:pt x="127710" y="213366"/>
                  </a:lnTo>
                  <a:close/>
                  <a:moveTo>
                    <a:pt x="91579" y="240036"/>
                  </a:moveTo>
                  <a:lnTo>
                    <a:pt x="127710" y="213366"/>
                  </a:lnTo>
                  <a:lnTo>
                    <a:pt x="91579" y="213366"/>
                  </a:lnTo>
                  <a:close/>
                  <a:moveTo>
                    <a:pt x="127710" y="240036"/>
                  </a:moveTo>
                  <a:lnTo>
                    <a:pt x="163841" y="240036"/>
                  </a:lnTo>
                  <a:lnTo>
                    <a:pt x="163841" y="213366"/>
                  </a:lnTo>
                  <a:close/>
                  <a:moveTo>
                    <a:pt x="127710" y="240036"/>
                  </a:moveTo>
                  <a:lnTo>
                    <a:pt x="163841" y="213366"/>
                  </a:lnTo>
                  <a:lnTo>
                    <a:pt x="127710" y="213366"/>
                  </a:lnTo>
                  <a:close/>
                  <a:moveTo>
                    <a:pt x="163841" y="213366"/>
                  </a:moveTo>
                  <a:lnTo>
                    <a:pt x="163841" y="240036"/>
                  </a:lnTo>
                  <a:lnTo>
                    <a:pt x="199972" y="213366"/>
                  </a:lnTo>
                  <a:close/>
                  <a:moveTo>
                    <a:pt x="58633" y="186695"/>
                  </a:moveTo>
                  <a:lnTo>
                    <a:pt x="91579" y="213366"/>
                  </a:lnTo>
                  <a:lnTo>
                    <a:pt x="91579" y="186695"/>
                  </a:lnTo>
                  <a:close/>
                  <a:moveTo>
                    <a:pt x="91579" y="213366"/>
                  </a:moveTo>
                  <a:lnTo>
                    <a:pt x="127710" y="213366"/>
                  </a:lnTo>
                  <a:lnTo>
                    <a:pt x="127710" y="186695"/>
                  </a:lnTo>
                  <a:close/>
                  <a:moveTo>
                    <a:pt x="91579" y="213366"/>
                  </a:moveTo>
                  <a:lnTo>
                    <a:pt x="127710" y="186695"/>
                  </a:lnTo>
                  <a:lnTo>
                    <a:pt x="91579" y="186695"/>
                  </a:lnTo>
                  <a:close/>
                  <a:moveTo>
                    <a:pt x="127710" y="213366"/>
                  </a:moveTo>
                  <a:lnTo>
                    <a:pt x="163841" y="213366"/>
                  </a:lnTo>
                  <a:lnTo>
                    <a:pt x="163841" y="186695"/>
                  </a:lnTo>
                  <a:close/>
                  <a:moveTo>
                    <a:pt x="127710" y="213366"/>
                  </a:moveTo>
                  <a:lnTo>
                    <a:pt x="163841" y="186695"/>
                  </a:lnTo>
                  <a:lnTo>
                    <a:pt x="127710" y="186695"/>
                  </a:lnTo>
                  <a:close/>
                  <a:moveTo>
                    <a:pt x="163841" y="213366"/>
                  </a:moveTo>
                  <a:lnTo>
                    <a:pt x="199972" y="186695"/>
                  </a:lnTo>
                  <a:lnTo>
                    <a:pt x="163841" y="186695"/>
                  </a:lnTo>
                  <a:close/>
                  <a:moveTo>
                    <a:pt x="91579" y="160024"/>
                  </a:moveTo>
                  <a:lnTo>
                    <a:pt x="55449" y="160024"/>
                  </a:lnTo>
                  <a:lnTo>
                    <a:pt x="91579" y="186695"/>
                  </a:lnTo>
                  <a:close/>
                  <a:moveTo>
                    <a:pt x="91579" y="186695"/>
                  </a:moveTo>
                  <a:lnTo>
                    <a:pt x="127710" y="186695"/>
                  </a:lnTo>
                  <a:lnTo>
                    <a:pt x="127710" y="160024"/>
                  </a:lnTo>
                  <a:close/>
                  <a:moveTo>
                    <a:pt x="127710" y="186695"/>
                  </a:moveTo>
                  <a:lnTo>
                    <a:pt x="163841" y="186695"/>
                  </a:lnTo>
                  <a:lnTo>
                    <a:pt x="163841" y="160024"/>
                  </a:lnTo>
                  <a:close/>
                  <a:moveTo>
                    <a:pt x="163841" y="186695"/>
                  </a:moveTo>
                  <a:lnTo>
                    <a:pt x="199972" y="186695"/>
                  </a:lnTo>
                  <a:lnTo>
                    <a:pt x="199972" y="160024"/>
                  </a:lnTo>
                  <a:close/>
                  <a:moveTo>
                    <a:pt x="163841" y="186695"/>
                  </a:moveTo>
                  <a:lnTo>
                    <a:pt x="199972" y="160024"/>
                  </a:lnTo>
                  <a:lnTo>
                    <a:pt x="163841" y="160024"/>
                  </a:lnTo>
                  <a:close/>
                  <a:moveTo>
                    <a:pt x="55449" y="160024"/>
                  </a:moveTo>
                  <a:lnTo>
                    <a:pt x="91579" y="160024"/>
                  </a:lnTo>
                  <a:lnTo>
                    <a:pt x="91579" y="133353"/>
                  </a:lnTo>
                  <a:close/>
                  <a:moveTo>
                    <a:pt x="55449" y="160024"/>
                  </a:moveTo>
                  <a:lnTo>
                    <a:pt x="91579" y="133353"/>
                  </a:lnTo>
                  <a:lnTo>
                    <a:pt x="55449" y="133353"/>
                  </a:lnTo>
                  <a:close/>
                  <a:moveTo>
                    <a:pt x="163841" y="160024"/>
                  </a:moveTo>
                  <a:lnTo>
                    <a:pt x="199972" y="160024"/>
                  </a:lnTo>
                  <a:lnTo>
                    <a:pt x="199972" y="133353"/>
                  </a:lnTo>
                  <a:close/>
                  <a:moveTo>
                    <a:pt x="163841" y="160024"/>
                  </a:moveTo>
                  <a:lnTo>
                    <a:pt x="199972" y="133353"/>
                  </a:lnTo>
                  <a:lnTo>
                    <a:pt x="163841" y="133353"/>
                  </a:lnTo>
                  <a:close/>
                  <a:moveTo>
                    <a:pt x="55449" y="133353"/>
                  </a:moveTo>
                  <a:lnTo>
                    <a:pt x="91579" y="133353"/>
                  </a:lnTo>
                  <a:lnTo>
                    <a:pt x="91579" y="106683"/>
                  </a:lnTo>
                  <a:close/>
                  <a:moveTo>
                    <a:pt x="55449" y="133353"/>
                  </a:moveTo>
                  <a:lnTo>
                    <a:pt x="91579" y="106683"/>
                  </a:lnTo>
                  <a:lnTo>
                    <a:pt x="55449" y="106683"/>
                  </a:lnTo>
                  <a:close/>
                  <a:moveTo>
                    <a:pt x="163841" y="133353"/>
                  </a:moveTo>
                  <a:lnTo>
                    <a:pt x="199972" y="133353"/>
                  </a:lnTo>
                  <a:lnTo>
                    <a:pt x="199972" y="106683"/>
                  </a:lnTo>
                  <a:close/>
                  <a:moveTo>
                    <a:pt x="199972" y="106683"/>
                  </a:moveTo>
                  <a:lnTo>
                    <a:pt x="199972" y="133353"/>
                  </a:lnTo>
                  <a:lnTo>
                    <a:pt x="219290" y="133353"/>
                  </a:lnTo>
                  <a:close/>
                  <a:moveTo>
                    <a:pt x="91579" y="106683"/>
                  </a:moveTo>
                  <a:lnTo>
                    <a:pt x="91579" y="80012"/>
                  </a:lnTo>
                  <a:lnTo>
                    <a:pt x="55449" y="106683"/>
                  </a:lnTo>
                  <a:close/>
                  <a:moveTo>
                    <a:pt x="91579" y="106683"/>
                  </a:moveTo>
                  <a:lnTo>
                    <a:pt x="127710" y="80012"/>
                  </a:lnTo>
                  <a:lnTo>
                    <a:pt x="91579" y="80012"/>
                  </a:lnTo>
                  <a:close/>
                  <a:moveTo>
                    <a:pt x="163841" y="106683"/>
                  </a:moveTo>
                  <a:lnTo>
                    <a:pt x="199972" y="106683"/>
                  </a:lnTo>
                  <a:lnTo>
                    <a:pt x="199972" y="80012"/>
                  </a:lnTo>
                  <a:close/>
                  <a:moveTo>
                    <a:pt x="199972" y="80012"/>
                  </a:moveTo>
                  <a:lnTo>
                    <a:pt x="199972" y="106683"/>
                  </a:lnTo>
                  <a:lnTo>
                    <a:pt x="225404" y="106683"/>
                  </a:lnTo>
                  <a:close/>
                  <a:moveTo>
                    <a:pt x="91579" y="80012"/>
                  </a:moveTo>
                  <a:lnTo>
                    <a:pt x="127710" y="80012"/>
                  </a:lnTo>
                  <a:lnTo>
                    <a:pt x="127710" y="53341"/>
                  </a:lnTo>
                  <a:close/>
                  <a:moveTo>
                    <a:pt x="91579" y="80012"/>
                  </a:moveTo>
                  <a:lnTo>
                    <a:pt x="127710" y="53341"/>
                  </a:lnTo>
                  <a:lnTo>
                    <a:pt x="91579" y="53341"/>
                  </a:lnTo>
                  <a:close/>
                  <a:moveTo>
                    <a:pt x="127710" y="80012"/>
                  </a:moveTo>
                  <a:lnTo>
                    <a:pt x="163841" y="53341"/>
                  </a:lnTo>
                  <a:lnTo>
                    <a:pt x="127710" y="53341"/>
                  </a:lnTo>
                  <a:close/>
                  <a:moveTo>
                    <a:pt x="163841" y="80012"/>
                  </a:moveTo>
                  <a:lnTo>
                    <a:pt x="199972" y="80012"/>
                  </a:lnTo>
                  <a:lnTo>
                    <a:pt x="199972" y="53341"/>
                  </a:lnTo>
                  <a:close/>
                  <a:moveTo>
                    <a:pt x="163841" y="80012"/>
                  </a:moveTo>
                  <a:lnTo>
                    <a:pt x="199972" y="53341"/>
                  </a:lnTo>
                  <a:lnTo>
                    <a:pt x="163841" y="53341"/>
                  </a:lnTo>
                  <a:close/>
                  <a:moveTo>
                    <a:pt x="199972" y="53341"/>
                  </a:moveTo>
                  <a:lnTo>
                    <a:pt x="199972" y="80012"/>
                  </a:lnTo>
                  <a:lnTo>
                    <a:pt x="236102" y="53341"/>
                  </a:lnTo>
                  <a:close/>
                  <a:moveTo>
                    <a:pt x="127710" y="53341"/>
                  </a:moveTo>
                  <a:lnTo>
                    <a:pt x="127710" y="26671"/>
                  </a:lnTo>
                  <a:lnTo>
                    <a:pt x="91579" y="53341"/>
                  </a:lnTo>
                  <a:close/>
                  <a:moveTo>
                    <a:pt x="127710" y="53341"/>
                  </a:moveTo>
                  <a:lnTo>
                    <a:pt x="163841" y="53341"/>
                  </a:lnTo>
                  <a:lnTo>
                    <a:pt x="163841" y="26671"/>
                  </a:lnTo>
                  <a:close/>
                  <a:moveTo>
                    <a:pt x="127710" y="53341"/>
                  </a:moveTo>
                  <a:lnTo>
                    <a:pt x="163841" y="26671"/>
                  </a:lnTo>
                  <a:lnTo>
                    <a:pt x="127710" y="26671"/>
                  </a:lnTo>
                  <a:close/>
                  <a:moveTo>
                    <a:pt x="163841" y="53341"/>
                  </a:moveTo>
                  <a:lnTo>
                    <a:pt x="199972" y="53341"/>
                  </a:lnTo>
                  <a:lnTo>
                    <a:pt x="199972" y="26671"/>
                  </a:lnTo>
                  <a:close/>
                  <a:moveTo>
                    <a:pt x="163841" y="53341"/>
                  </a:moveTo>
                  <a:lnTo>
                    <a:pt x="199972" y="26671"/>
                  </a:lnTo>
                  <a:lnTo>
                    <a:pt x="163841" y="26671"/>
                  </a:lnTo>
                  <a:close/>
                  <a:moveTo>
                    <a:pt x="199972" y="53341"/>
                  </a:moveTo>
                  <a:lnTo>
                    <a:pt x="236102" y="53341"/>
                  </a:lnTo>
                  <a:lnTo>
                    <a:pt x="236102" y="26671"/>
                  </a:lnTo>
                  <a:close/>
                  <a:moveTo>
                    <a:pt x="199972" y="53341"/>
                  </a:moveTo>
                  <a:lnTo>
                    <a:pt x="236102" y="26671"/>
                  </a:lnTo>
                  <a:lnTo>
                    <a:pt x="199972" y="26671"/>
                  </a:lnTo>
                  <a:close/>
                  <a:moveTo>
                    <a:pt x="163841" y="26671"/>
                  </a:moveTo>
                  <a:lnTo>
                    <a:pt x="163841" y="0"/>
                  </a:lnTo>
                  <a:lnTo>
                    <a:pt x="127710" y="26671"/>
                  </a:lnTo>
                  <a:close/>
                  <a:moveTo>
                    <a:pt x="163841" y="26671"/>
                  </a:moveTo>
                  <a:lnTo>
                    <a:pt x="199972" y="26671"/>
                  </a:lnTo>
                  <a:lnTo>
                    <a:pt x="199972" y="0"/>
                  </a:lnTo>
                  <a:close/>
                  <a:moveTo>
                    <a:pt x="163841" y="26671"/>
                  </a:moveTo>
                  <a:lnTo>
                    <a:pt x="199972" y="0"/>
                  </a:lnTo>
                  <a:lnTo>
                    <a:pt x="163841" y="0"/>
                  </a:lnTo>
                  <a:close/>
                  <a:moveTo>
                    <a:pt x="199972" y="26671"/>
                  </a:moveTo>
                  <a:lnTo>
                    <a:pt x="236102" y="26671"/>
                  </a:lnTo>
                  <a:lnTo>
                    <a:pt x="199972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4019" name="Match_B1__4018">
              <a:extLst>
                <a:ext uri="{FF2B5EF4-FFF2-40B4-BE49-F238E27FC236}">
                  <a16:creationId xmlns:a16="http://schemas.microsoft.com/office/drawing/2014/main" id="{63F788A0-12BF-95DF-E34B-F51C7E71FD4B}"/>
                </a:ext>
              </a:extLst>
            </p:cNvPr>
            <p:cNvSpPr>
              <a:spLocks noGrp="1"/>
            </p:cNvSpPr>
            <p:nvPr/>
          </p:nvSpPr>
          <p:spPr>
            <a:xfrm>
              <a:off x="8484799" y="1862269"/>
              <a:ext cx="144523" cy="346719"/>
            </a:xfrm>
            <a:custGeom>
              <a:avLst/>
              <a:gdLst/>
              <a:ahLst/>
              <a:cxnLst/>
              <a:rect l="0" t="0" r="0" b="0"/>
              <a:pathLst>
                <a:path w="144523" h="346719">
                  <a:moveTo>
                    <a:pt x="0" y="346719"/>
                  </a:moveTo>
                  <a:lnTo>
                    <a:pt x="36131" y="346719"/>
                  </a:lnTo>
                  <a:lnTo>
                    <a:pt x="36131" y="320048"/>
                  </a:lnTo>
                  <a:close/>
                  <a:moveTo>
                    <a:pt x="0" y="346719"/>
                  </a:moveTo>
                  <a:lnTo>
                    <a:pt x="36131" y="320048"/>
                  </a:lnTo>
                  <a:lnTo>
                    <a:pt x="0" y="320048"/>
                  </a:lnTo>
                  <a:close/>
                  <a:moveTo>
                    <a:pt x="36131" y="346719"/>
                  </a:moveTo>
                  <a:lnTo>
                    <a:pt x="72261" y="320048"/>
                  </a:lnTo>
                  <a:lnTo>
                    <a:pt x="36131" y="320048"/>
                  </a:lnTo>
                  <a:close/>
                  <a:moveTo>
                    <a:pt x="0" y="320048"/>
                  </a:moveTo>
                  <a:lnTo>
                    <a:pt x="36131" y="320048"/>
                  </a:lnTo>
                  <a:lnTo>
                    <a:pt x="36131" y="293378"/>
                  </a:lnTo>
                  <a:close/>
                  <a:moveTo>
                    <a:pt x="0" y="320048"/>
                  </a:moveTo>
                  <a:lnTo>
                    <a:pt x="36131" y="293378"/>
                  </a:lnTo>
                  <a:lnTo>
                    <a:pt x="0" y="293378"/>
                  </a:lnTo>
                  <a:close/>
                  <a:moveTo>
                    <a:pt x="36131" y="320048"/>
                  </a:moveTo>
                  <a:lnTo>
                    <a:pt x="72261" y="320048"/>
                  </a:lnTo>
                  <a:lnTo>
                    <a:pt x="72261" y="293378"/>
                  </a:lnTo>
                  <a:close/>
                  <a:moveTo>
                    <a:pt x="36131" y="320048"/>
                  </a:moveTo>
                  <a:lnTo>
                    <a:pt x="72261" y="293378"/>
                  </a:lnTo>
                  <a:lnTo>
                    <a:pt x="36131" y="293378"/>
                  </a:lnTo>
                  <a:close/>
                  <a:moveTo>
                    <a:pt x="36131" y="133353"/>
                  </a:moveTo>
                  <a:lnTo>
                    <a:pt x="72261" y="106683"/>
                  </a:lnTo>
                  <a:lnTo>
                    <a:pt x="36131" y="106683"/>
                  </a:lnTo>
                  <a:close/>
                  <a:moveTo>
                    <a:pt x="72261" y="133353"/>
                  </a:moveTo>
                  <a:lnTo>
                    <a:pt x="108392" y="106683"/>
                  </a:lnTo>
                  <a:lnTo>
                    <a:pt x="72261" y="106683"/>
                  </a:lnTo>
                  <a:close/>
                  <a:moveTo>
                    <a:pt x="36131" y="106683"/>
                  </a:moveTo>
                  <a:lnTo>
                    <a:pt x="72261" y="106683"/>
                  </a:lnTo>
                  <a:lnTo>
                    <a:pt x="72261" y="80012"/>
                  </a:lnTo>
                  <a:close/>
                  <a:moveTo>
                    <a:pt x="36131" y="106683"/>
                  </a:moveTo>
                  <a:lnTo>
                    <a:pt x="72261" y="80012"/>
                  </a:lnTo>
                  <a:lnTo>
                    <a:pt x="36131" y="80012"/>
                  </a:lnTo>
                  <a:close/>
                  <a:moveTo>
                    <a:pt x="72261" y="106683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72261" y="106683"/>
                  </a:moveTo>
                  <a:lnTo>
                    <a:pt x="108392" y="80012"/>
                  </a:lnTo>
                  <a:lnTo>
                    <a:pt x="72261" y="80012"/>
                  </a:lnTo>
                  <a:close/>
                  <a:moveTo>
                    <a:pt x="36131" y="80012"/>
                  </a:moveTo>
                  <a:lnTo>
                    <a:pt x="72261" y="80012"/>
                  </a:lnTo>
                  <a:lnTo>
                    <a:pt x="72261" y="53341"/>
                  </a:lnTo>
                  <a:close/>
                  <a:moveTo>
                    <a:pt x="36131" y="80012"/>
                  </a:moveTo>
                  <a:lnTo>
                    <a:pt x="72261" y="53341"/>
                  </a:lnTo>
                  <a:lnTo>
                    <a:pt x="36131" y="53341"/>
                  </a:lnTo>
                  <a:close/>
                  <a:moveTo>
                    <a:pt x="72261" y="80012"/>
                  </a:moveTo>
                  <a:lnTo>
                    <a:pt x="108392" y="80012"/>
                  </a:lnTo>
                  <a:lnTo>
                    <a:pt x="108392" y="53341"/>
                  </a:lnTo>
                  <a:close/>
                  <a:moveTo>
                    <a:pt x="72261" y="80012"/>
                  </a:moveTo>
                  <a:lnTo>
                    <a:pt x="108392" y="53341"/>
                  </a:lnTo>
                  <a:lnTo>
                    <a:pt x="72261" y="53341"/>
                  </a:lnTo>
                  <a:close/>
                  <a:moveTo>
                    <a:pt x="108392" y="80012"/>
                  </a:moveTo>
                  <a:lnTo>
                    <a:pt x="144523" y="53341"/>
                  </a:lnTo>
                  <a:lnTo>
                    <a:pt x="108392" y="53341"/>
                  </a:lnTo>
                  <a:close/>
                  <a:moveTo>
                    <a:pt x="36131" y="53341"/>
                  </a:moveTo>
                  <a:lnTo>
                    <a:pt x="72261" y="53341"/>
                  </a:lnTo>
                  <a:lnTo>
                    <a:pt x="72261" y="26671"/>
                  </a:lnTo>
                  <a:close/>
                  <a:moveTo>
                    <a:pt x="72261" y="53341"/>
                  </a:moveTo>
                  <a:lnTo>
                    <a:pt x="108392" y="53341"/>
                  </a:lnTo>
                  <a:lnTo>
                    <a:pt x="108392" y="26671"/>
                  </a:lnTo>
                  <a:close/>
                  <a:moveTo>
                    <a:pt x="72261" y="53341"/>
                  </a:moveTo>
                  <a:lnTo>
                    <a:pt x="108392" y="26671"/>
                  </a:lnTo>
                  <a:lnTo>
                    <a:pt x="72261" y="26671"/>
                  </a:lnTo>
                  <a:close/>
                  <a:moveTo>
                    <a:pt x="108392" y="53341"/>
                  </a:moveTo>
                  <a:lnTo>
                    <a:pt x="144523" y="26671"/>
                  </a:lnTo>
                  <a:lnTo>
                    <a:pt x="108392" y="26671"/>
                  </a:lnTo>
                  <a:close/>
                  <a:moveTo>
                    <a:pt x="72261" y="26671"/>
                  </a:moveTo>
                  <a:lnTo>
                    <a:pt x="108392" y="26671"/>
                  </a:lnTo>
                  <a:lnTo>
                    <a:pt x="108392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4020" name="label__4019">
            <a:extLst>
              <a:ext uri="{FF2B5EF4-FFF2-40B4-BE49-F238E27FC236}">
                <a16:creationId xmlns:a16="http://schemas.microsoft.com/office/drawing/2014/main" id="{53BF098D-8703-652B-7DA9-85D27B8C5B3C}"/>
              </a:ext>
            </a:extLst>
          </p:cNvPr>
          <p:cNvSpPr>
            <a:spLocks noGrp="1"/>
          </p:cNvSpPr>
          <p:nvPr/>
        </p:nvSpPr>
        <p:spPr>
          <a:xfrm>
            <a:off x="5589954" y="1898403"/>
            <a:ext cx="87965" cy="659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442">
                <a:solidFill>
                  <a:srgbClr val="687780"/>
                </a:solidFill>
                <a:latin typeface="Arial"/>
                <a:ea typeface="Arial"/>
                <a:cs typeface="Arial"/>
              </a:rPr>
              <a:t>B1</a:t>
            </a:r>
          </a:p>
        </p:txBody>
      </p:sp>
      <p:grpSp>
        <p:nvGrpSpPr>
          <p:cNvPr id="6226" name="Match_B4">
            <a:extLst>
              <a:ext uri="{FF2B5EF4-FFF2-40B4-BE49-F238E27FC236}">
                <a16:creationId xmlns:a16="http://schemas.microsoft.com/office/drawing/2014/main" id="{0F97FD84-1325-E2C5-5C88-80A81F2FAE71}"/>
              </a:ext>
            </a:extLst>
          </p:cNvPr>
          <p:cNvGrpSpPr/>
          <p:nvPr/>
        </p:nvGrpSpPr>
        <p:grpSpPr>
          <a:xfrm>
            <a:off x="5673796" y="2062546"/>
            <a:ext cx="101710" cy="150608"/>
            <a:chOff x="8386763" y="2464230"/>
            <a:chExt cx="352425" cy="521858"/>
          </a:xfrm>
        </p:grpSpPr>
        <p:sp>
          <p:nvSpPr>
            <p:cNvPr id="4021" name="Match_B4__4020">
              <a:extLst>
                <a:ext uri="{FF2B5EF4-FFF2-40B4-BE49-F238E27FC236}">
                  <a16:creationId xmlns:a16="http://schemas.microsoft.com/office/drawing/2014/main" id="{B19F67B6-4386-B186-DF4C-9ACC6D0BEE3E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464230"/>
              <a:ext cx="283655" cy="521011"/>
            </a:xfrm>
            <a:custGeom>
              <a:avLst/>
              <a:gdLst/>
              <a:ahLst/>
              <a:cxnLst/>
              <a:rect l="0" t="0" r="0" b="0"/>
              <a:pathLst>
                <a:path w="283655" h="521011">
                  <a:moveTo>
                    <a:pt x="32283" y="520453"/>
                  </a:moveTo>
                  <a:lnTo>
                    <a:pt x="34511" y="521011"/>
                  </a:lnTo>
                  <a:lnTo>
                    <a:pt x="34511" y="520453"/>
                  </a:lnTo>
                  <a:close/>
                  <a:moveTo>
                    <a:pt x="32283" y="520453"/>
                  </a:moveTo>
                  <a:lnTo>
                    <a:pt x="34511" y="520453"/>
                  </a:lnTo>
                  <a:lnTo>
                    <a:pt x="0" y="512017"/>
                  </a:lnTo>
                  <a:close/>
                  <a:moveTo>
                    <a:pt x="207068" y="440097"/>
                  </a:moveTo>
                  <a:lnTo>
                    <a:pt x="207068" y="439857"/>
                  </a:lnTo>
                  <a:lnTo>
                    <a:pt x="181532" y="466722"/>
                  </a:lnTo>
                  <a:close/>
                  <a:moveTo>
                    <a:pt x="207068" y="439857"/>
                  </a:moveTo>
                  <a:lnTo>
                    <a:pt x="207068" y="440097"/>
                  </a:lnTo>
                  <a:lnTo>
                    <a:pt x="207319" y="439857"/>
                  </a:lnTo>
                  <a:close/>
                  <a:moveTo>
                    <a:pt x="276090" y="359260"/>
                  </a:moveTo>
                  <a:lnTo>
                    <a:pt x="275601" y="359260"/>
                  </a:lnTo>
                  <a:lnTo>
                    <a:pt x="276090" y="357571"/>
                  </a:lnTo>
                  <a:close/>
                  <a:moveTo>
                    <a:pt x="283655" y="332394"/>
                  </a:moveTo>
                  <a:lnTo>
                    <a:pt x="276090" y="359260"/>
                  </a:lnTo>
                  <a:lnTo>
                    <a:pt x="276090" y="357571"/>
                  </a:lnTo>
                  <a:close/>
                  <a:moveTo>
                    <a:pt x="172556" y="63739"/>
                  </a:moveTo>
                  <a:lnTo>
                    <a:pt x="180765" y="90604"/>
                  </a:lnTo>
                  <a:lnTo>
                    <a:pt x="176203" y="63739"/>
                  </a:lnTo>
                  <a:close/>
                  <a:moveTo>
                    <a:pt x="172556" y="63739"/>
                  </a:moveTo>
                  <a:lnTo>
                    <a:pt x="176203" y="63739"/>
                  </a:lnTo>
                  <a:lnTo>
                    <a:pt x="172556" y="56704"/>
                  </a:lnTo>
                  <a:close/>
                  <a:moveTo>
                    <a:pt x="34511" y="7021"/>
                  </a:moveTo>
                  <a:lnTo>
                    <a:pt x="28093" y="10008"/>
                  </a:lnTo>
                  <a:lnTo>
                    <a:pt x="34511" y="10008"/>
                  </a:lnTo>
                  <a:close/>
                  <a:moveTo>
                    <a:pt x="34511" y="10008"/>
                  </a:moveTo>
                  <a:lnTo>
                    <a:pt x="69023" y="0"/>
                  </a:lnTo>
                  <a:lnTo>
                    <a:pt x="34511" y="7021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4022" name="Match_B4__4021">
              <a:extLst>
                <a:ext uri="{FF2B5EF4-FFF2-40B4-BE49-F238E27FC236}">
                  <a16:creationId xmlns:a16="http://schemas.microsoft.com/office/drawing/2014/main" id="{838E8E19-653F-F602-8E44-F6F7016112F7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64230"/>
              <a:ext cx="352425" cy="521858"/>
            </a:xfrm>
            <a:custGeom>
              <a:avLst/>
              <a:gdLst/>
              <a:ahLst/>
              <a:cxnLst/>
              <a:rect l="0" t="0" r="0" b="0"/>
              <a:pathLst>
                <a:path w="352425" h="521858">
                  <a:moveTo>
                    <a:pt x="66590" y="512017"/>
                  </a:moveTo>
                  <a:lnTo>
                    <a:pt x="101101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01101" y="521011"/>
                  </a:lnTo>
                  <a:lnTo>
                    <a:pt x="135613" y="521858"/>
                  </a:lnTo>
                  <a:close/>
                  <a:moveTo>
                    <a:pt x="135613" y="520453"/>
                  </a:moveTo>
                  <a:lnTo>
                    <a:pt x="101101" y="520453"/>
                  </a:lnTo>
                  <a:lnTo>
                    <a:pt x="101101" y="521011"/>
                  </a:lnTo>
                  <a:close/>
                  <a:moveTo>
                    <a:pt x="101101" y="520453"/>
                  </a:moveTo>
                  <a:lnTo>
                    <a:pt x="135613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35613" y="521858"/>
                  </a:lnTo>
                  <a:lnTo>
                    <a:pt x="142614" y="520453"/>
                  </a:lnTo>
                  <a:close/>
                  <a:moveTo>
                    <a:pt x="135613" y="520453"/>
                  </a:moveTo>
                  <a:lnTo>
                    <a:pt x="142614" y="520453"/>
                  </a:lnTo>
                  <a:lnTo>
                    <a:pt x="135613" y="518143"/>
                  </a:lnTo>
                  <a:close/>
                  <a:moveTo>
                    <a:pt x="135613" y="518143"/>
                  </a:moveTo>
                  <a:lnTo>
                    <a:pt x="142614" y="520453"/>
                  </a:lnTo>
                  <a:lnTo>
                    <a:pt x="170124" y="515216"/>
                  </a:lnTo>
                  <a:close/>
                  <a:moveTo>
                    <a:pt x="43276" y="493588"/>
                  </a:moveTo>
                  <a:lnTo>
                    <a:pt x="35941" y="493588"/>
                  </a:lnTo>
                  <a:lnTo>
                    <a:pt x="66590" y="512017"/>
                  </a:lnTo>
                  <a:close/>
                  <a:moveTo>
                    <a:pt x="35941" y="493588"/>
                  </a:moveTo>
                  <a:lnTo>
                    <a:pt x="43276" y="493588"/>
                  </a:lnTo>
                  <a:lnTo>
                    <a:pt x="32079" y="489679"/>
                  </a:lnTo>
                  <a:close/>
                  <a:moveTo>
                    <a:pt x="170124" y="515216"/>
                  </a:moveTo>
                  <a:lnTo>
                    <a:pt x="204635" y="500251"/>
                  </a:lnTo>
                  <a:lnTo>
                    <a:pt x="204635" y="496275"/>
                  </a:lnTo>
                  <a:close/>
                  <a:moveTo>
                    <a:pt x="215055" y="493588"/>
                  </a:moveTo>
                  <a:lnTo>
                    <a:pt x="204635" y="496275"/>
                  </a:lnTo>
                  <a:lnTo>
                    <a:pt x="204635" y="500251"/>
                  </a:lnTo>
                  <a:close/>
                  <a:moveTo>
                    <a:pt x="215055" y="493588"/>
                  </a:moveTo>
                  <a:lnTo>
                    <a:pt x="239146" y="474590"/>
                  </a:lnTo>
                  <a:lnTo>
                    <a:pt x="239146" y="470988"/>
                  </a:lnTo>
                  <a:close/>
                  <a:moveTo>
                    <a:pt x="20298" y="466722"/>
                  </a:moveTo>
                  <a:lnTo>
                    <a:pt x="14843" y="466722"/>
                  </a:lnTo>
                  <a:lnTo>
                    <a:pt x="32079" y="489679"/>
                  </a:lnTo>
                  <a:close/>
                  <a:moveTo>
                    <a:pt x="9058" y="439857"/>
                  </a:moveTo>
                  <a:lnTo>
                    <a:pt x="14843" y="466722"/>
                  </a:lnTo>
                  <a:lnTo>
                    <a:pt x="20298" y="466722"/>
                  </a:lnTo>
                  <a:close/>
                  <a:moveTo>
                    <a:pt x="248122" y="466722"/>
                  </a:moveTo>
                  <a:lnTo>
                    <a:pt x="239146" y="470988"/>
                  </a:lnTo>
                  <a:lnTo>
                    <a:pt x="239146" y="474590"/>
                  </a:lnTo>
                  <a:close/>
                  <a:moveTo>
                    <a:pt x="248122" y="466722"/>
                  </a:moveTo>
                  <a:lnTo>
                    <a:pt x="273658" y="439857"/>
                  </a:lnTo>
                  <a:lnTo>
                    <a:pt x="272275" y="439857"/>
                  </a:lnTo>
                  <a:close/>
                  <a:moveTo>
                    <a:pt x="13895" y="412991"/>
                  </a:moveTo>
                  <a:lnTo>
                    <a:pt x="9058" y="439857"/>
                  </a:lnTo>
                  <a:lnTo>
                    <a:pt x="13817" y="439857"/>
                  </a:lnTo>
                  <a:close/>
                  <a:moveTo>
                    <a:pt x="273909" y="439857"/>
                  </a:moveTo>
                  <a:lnTo>
                    <a:pt x="273658" y="438465"/>
                  </a:lnTo>
                  <a:lnTo>
                    <a:pt x="273658" y="439857"/>
                  </a:lnTo>
                  <a:close/>
                  <a:moveTo>
                    <a:pt x="300550" y="412991"/>
                  </a:moveTo>
                  <a:lnTo>
                    <a:pt x="300812" y="412991"/>
                  </a:lnTo>
                  <a:lnTo>
                    <a:pt x="273909" y="439857"/>
                  </a:lnTo>
                  <a:close/>
                  <a:moveTo>
                    <a:pt x="27506" y="386126"/>
                  </a:moveTo>
                  <a:lnTo>
                    <a:pt x="13895" y="412991"/>
                  </a:lnTo>
                  <a:lnTo>
                    <a:pt x="18356" y="412991"/>
                  </a:lnTo>
                  <a:close/>
                  <a:moveTo>
                    <a:pt x="300550" y="412991"/>
                  </a:moveTo>
                  <a:lnTo>
                    <a:pt x="308169" y="404561"/>
                  </a:lnTo>
                  <a:lnTo>
                    <a:pt x="308169" y="405416"/>
                  </a:lnTo>
                  <a:close/>
                  <a:moveTo>
                    <a:pt x="32079" y="385404"/>
                  </a:moveTo>
                  <a:lnTo>
                    <a:pt x="32079" y="378860"/>
                  </a:lnTo>
                  <a:lnTo>
                    <a:pt x="27506" y="386126"/>
                  </a:lnTo>
                  <a:close/>
                  <a:moveTo>
                    <a:pt x="32079" y="378860"/>
                  </a:moveTo>
                  <a:lnTo>
                    <a:pt x="32079" y="385404"/>
                  </a:lnTo>
                  <a:lnTo>
                    <a:pt x="44433" y="359260"/>
                  </a:lnTo>
                  <a:close/>
                  <a:moveTo>
                    <a:pt x="325237" y="386126"/>
                  </a:moveTo>
                  <a:lnTo>
                    <a:pt x="308169" y="405416"/>
                  </a:lnTo>
                  <a:lnTo>
                    <a:pt x="308169" y="404561"/>
                  </a:lnTo>
                  <a:close/>
                  <a:moveTo>
                    <a:pt x="342680" y="359260"/>
                  </a:moveTo>
                  <a:lnTo>
                    <a:pt x="342680" y="361763"/>
                  </a:lnTo>
                  <a:lnTo>
                    <a:pt x="342191" y="359260"/>
                  </a:lnTo>
                  <a:close/>
                  <a:moveTo>
                    <a:pt x="342191" y="359260"/>
                  </a:moveTo>
                  <a:lnTo>
                    <a:pt x="326794" y="386126"/>
                  </a:lnTo>
                  <a:lnTo>
                    <a:pt x="325237" y="386126"/>
                  </a:lnTo>
                  <a:close/>
                  <a:moveTo>
                    <a:pt x="56690" y="332394"/>
                  </a:moveTo>
                  <a:lnTo>
                    <a:pt x="44433" y="359260"/>
                  </a:lnTo>
                  <a:lnTo>
                    <a:pt x="47206" y="359260"/>
                  </a:lnTo>
                  <a:close/>
                  <a:moveTo>
                    <a:pt x="57685" y="305529"/>
                  </a:moveTo>
                  <a:lnTo>
                    <a:pt x="56690" y="332394"/>
                  </a:lnTo>
                  <a:lnTo>
                    <a:pt x="58513" y="332394"/>
                  </a:lnTo>
                  <a:close/>
                  <a:moveTo>
                    <a:pt x="344306" y="359260"/>
                  </a:moveTo>
                  <a:lnTo>
                    <a:pt x="342680" y="359260"/>
                  </a:lnTo>
                  <a:lnTo>
                    <a:pt x="350245" y="332394"/>
                  </a:lnTo>
                  <a:close/>
                  <a:moveTo>
                    <a:pt x="352425" y="332394"/>
                  </a:moveTo>
                  <a:lnTo>
                    <a:pt x="350245" y="332394"/>
                  </a:lnTo>
                  <a:lnTo>
                    <a:pt x="347878" y="305529"/>
                  </a:lnTo>
                  <a:close/>
                  <a:moveTo>
                    <a:pt x="45969" y="278663"/>
                  </a:moveTo>
                  <a:lnTo>
                    <a:pt x="57685" y="305529"/>
                  </a:lnTo>
                  <a:lnTo>
                    <a:pt x="59504" y="305529"/>
                  </a:lnTo>
                  <a:close/>
                  <a:moveTo>
                    <a:pt x="342680" y="294215"/>
                  </a:moveTo>
                  <a:lnTo>
                    <a:pt x="350077" y="305529"/>
                  </a:lnTo>
                  <a:lnTo>
                    <a:pt x="347878" y="305529"/>
                  </a:lnTo>
                  <a:close/>
                  <a:moveTo>
                    <a:pt x="342680" y="294215"/>
                  </a:moveTo>
                  <a:lnTo>
                    <a:pt x="335539" y="278663"/>
                  </a:lnTo>
                  <a:lnTo>
                    <a:pt x="337469" y="278663"/>
                  </a:lnTo>
                  <a:close/>
                  <a:moveTo>
                    <a:pt x="45969" y="278663"/>
                  </a:moveTo>
                  <a:lnTo>
                    <a:pt x="48844" y="278663"/>
                  </a:lnTo>
                  <a:lnTo>
                    <a:pt x="32079" y="259187"/>
                  </a:lnTo>
                  <a:close/>
                  <a:moveTo>
                    <a:pt x="337469" y="278663"/>
                  </a:moveTo>
                  <a:lnTo>
                    <a:pt x="335539" y="278663"/>
                  </a:lnTo>
                  <a:lnTo>
                    <a:pt x="314492" y="251798"/>
                  </a:lnTo>
                  <a:close/>
                  <a:moveTo>
                    <a:pt x="31137" y="251798"/>
                  </a:moveTo>
                  <a:lnTo>
                    <a:pt x="26829" y="251798"/>
                  </a:lnTo>
                  <a:lnTo>
                    <a:pt x="32079" y="259187"/>
                  </a:lnTo>
                  <a:close/>
                  <a:moveTo>
                    <a:pt x="9838" y="224932"/>
                  </a:moveTo>
                  <a:lnTo>
                    <a:pt x="26829" y="251798"/>
                  </a:lnTo>
                  <a:lnTo>
                    <a:pt x="31137" y="251798"/>
                  </a:lnTo>
                  <a:close/>
                  <a:moveTo>
                    <a:pt x="308169" y="245085"/>
                  </a:moveTo>
                  <a:lnTo>
                    <a:pt x="315803" y="251798"/>
                  </a:lnTo>
                  <a:lnTo>
                    <a:pt x="314492" y="251798"/>
                  </a:lnTo>
                  <a:close/>
                  <a:moveTo>
                    <a:pt x="308169" y="245085"/>
                  </a:moveTo>
                  <a:lnTo>
                    <a:pt x="289950" y="224932"/>
                  </a:lnTo>
                  <a:lnTo>
                    <a:pt x="289438" y="224932"/>
                  </a:lnTo>
                  <a:close/>
                  <a:moveTo>
                    <a:pt x="844" y="198067"/>
                  </a:moveTo>
                  <a:lnTo>
                    <a:pt x="9838" y="224932"/>
                  </a:lnTo>
                  <a:lnTo>
                    <a:pt x="14470" y="224932"/>
                  </a:lnTo>
                  <a:close/>
                  <a:moveTo>
                    <a:pt x="273658" y="204558"/>
                  </a:moveTo>
                  <a:lnTo>
                    <a:pt x="289438" y="224932"/>
                  </a:lnTo>
                  <a:lnTo>
                    <a:pt x="289950" y="224932"/>
                  </a:lnTo>
                  <a:close/>
                  <a:moveTo>
                    <a:pt x="273658" y="204558"/>
                  </a:moveTo>
                  <a:lnTo>
                    <a:pt x="269255" y="198067"/>
                  </a:lnTo>
                  <a:lnTo>
                    <a:pt x="266624" y="198067"/>
                  </a:lnTo>
                  <a:close/>
                  <a:moveTo>
                    <a:pt x="0" y="171201"/>
                  </a:moveTo>
                  <a:lnTo>
                    <a:pt x="844" y="198067"/>
                  </a:lnTo>
                  <a:lnTo>
                    <a:pt x="5676" y="198067"/>
                  </a:lnTo>
                  <a:close/>
                  <a:moveTo>
                    <a:pt x="266624" y="198067"/>
                  </a:moveTo>
                  <a:lnTo>
                    <a:pt x="269255" y="198067"/>
                  </a:lnTo>
                  <a:lnTo>
                    <a:pt x="256315" y="171201"/>
                  </a:lnTo>
                  <a:close/>
                  <a:moveTo>
                    <a:pt x="5610" y="144336"/>
                  </a:moveTo>
                  <a:lnTo>
                    <a:pt x="0" y="171201"/>
                  </a:lnTo>
                  <a:lnTo>
                    <a:pt x="5359" y="171201"/>
                  </a:lnTo>
                  <a:close/>
                  <a:moveTo>
                    <a:pt x="251214" y="171201"/>
                  </a:moveTo>
                  <a:lnTo>
                    <a:pt x="256315" y="171201"/>
                  </a:lnTo>
                  <a:lnTo>
                    <a:pt x="249234" y="144336"/>
                  </a:lnTo>
                  <a:close/>
                  <a:moveTo>
                    <a:pt x="14436" y="117470"/>
                  </a:moveTo>
                  <a:lnTo>
                    <a:pt x="5610" y="144336"/>
                  </a:lnTo>
                  <a:lnTo>
                    <a:pt x="12270" y="144336"/>
                  </a:lnTo>
                  <a:close/>
                  <a:moveTo>
                    <a:pt x="249234" y="144336"/>
                  </a:moveTo>
                  <a:lnTo>
                    <a:pt x="247506" y="117470"/>
                  </a:lnTo>
                  <a:lnTo>
                    <a:pt x="241184" y="144336"/>
                  </a:lnTo>
                  <a:close/>
                  <a:moveTo>
                    <a:pt x="24202" y="90604"/>
                  </a:moveTo>
                  <a:lnTo>
                    <a:pt x="32079" y="99466"/>
                  </a:lnTo>
                  <a:lnTo>
                    <a:pt x="32079" y="90604"/>
                  </a:lnTo>
                  <a:close/>
                  <a:moveTo>
                    <a:pt x="14436" y="117470"/>
                  </a:moveTo>
                  <a:lnTo>
                    <a:pt x="23473" y="117470"/>
                  </a:lnTo>
                  <a:lnTo>
                    <a:pt x="24202" y="90604"/>
                  </a:lnTo>
                  <a:close/>
                  <a:moveTo>
                    <a:pt x="239146" y="90604"/>
                  </a:moveTo>
                  <a:lnTo>
                    <a:pt x="247506" y="117470"/>
                  </a:lnTo>
                  <a:lnTo>
                    <a:pt x="247355" y="90604"/>
                  </a:lnTo>
                  <a:close/>
                  <a:moveTo>
                    <a:pt x="239146" y="90604"/>
                  </a:moveTo>
                  <a:lnTo>
                    <a:pt x="239146" y="117470"/>
                  </a:lnTo>
                  <a:lnTo>
                    <a:pt x="247506" y="117470"/>
                  </a:lnTo>
                  <a:close/>
                  <a:moveTo>
                    <a:pt x="32079" y="73714"/>
                  </a:moveTo>
                  <a:lnTo>
                    <a:pt x="24202" y="90604"/>
                  </a:lnTo>
                  <a:lnTo>
                    <a:pt x="32079" y="90604"/>
                  </a:lnTo>
                  <a:close/>
                  <a:moveTo>
                    <a:pt x="32079" y="73714"/>
                  </a:moveTo>
                  <a:lnTo>
                    <a:pt x="32079" y="90604"/>
                  </a:lnTo>
                  <a:lnTo>
                    <a:pt x="36133" y="63739"/>
                  </a:lnTo>
                  <a:close/>
                  <a:moveTo>
                    <a:pt x="36133" y="63739"/>
                  </a:moveTo>
                  <a:lnTo>
                    <a:pt x="32079" y="90604"/>
                  </a:lnTo>
                  <a:lnTo>
                    <a:pt x="35904" y="90604"/>
                  </a:lnTo>
                  <a:close/>
                  <a:moveTo>
                    <a:pt x="239146" y="63739"/>
                  </a:moveTo>
                  <a:lnTo>
                    <a:pt x="239146" y="90604"/>
                  </a:lnTo>
                  <a:lnTo>
                    <a:pt x="247355" y="90604"/>
                  </a:lnTo>
                  <a:close/>
                  <a:moveTo>
                    <a:pt x="54433" y="36873"/>
                  </a:moveTo>
                  <a:lnTo>
                    <a:pt x="66590" y="43170"/>
                  </a:lnTo>
                  <a:lnTo>
                    <a:pt x="66590" y="36873"/>
                  </a:lnTo>
                  <a:close/>
                  <a:moveTo>
                    <a:pt x="36133" y="63739"/>
                  </a:moveTo>
                  <a:lnTo>
                    <a:pt x="49651" y="63739"/>
                  </a:lnTo>
                  <a:lnTo>
                    <a:pt x="54433" y="36873"/>
                  </a:lnTo>
                  <a:close/>
                  <a:moveTo>
                    <a:pt x="239146" y="63739"/>
                  </a:moveTo>
                  <a:lnTo>
                    <a:pt x="239146" y="56704"/>
                  </a:lnTo>
                  <a:lnTo>
                    <a:pt x="228050" y="63739"/>
                  </a:lnTo>
                  <a:close/>
                  <a:moveTo>
                    <a:pt x="228050" y="63739"/>
                  </a:moveTo>
                  <a:lnTo>
                    <a:pt x="239146" y="56704"/>
                  </a:lnTo>
                  <a:lnTo>
                    <a:pt x="228421" y="36873"/>
                  </a:lnTo>
                  <a:close/>
                  <a:moveTo>
                    <a:pt x="66590" y="26168"/>
                  </a:moveTo>
                  <a:lnTo>
                    <a:pt x="54433" y="36873"/>
                  </a:lnTo>
                  <a:lnTo>
                    <a:pt x="66590" y="36873"/>
                  </a:lnTo>
                  <a:close/>
                  <a:moveTo>
                    <a:pt x="101101" y="10008"/>
                  </a:moveTo>
                  <a:lnTo>
                    <a:pt x="94683" y="10008"/>
                  </a:lnTo>
                  <a:lnTo>
                    <a:pt x="101101" y="20166"/>
                  </a:lnTo>
                  <a:close/>
                  <a:moveTo>
                    <a:pt x="94683" y="10008"/>
                  </a:moveTo>
                  <a:lnTo>
                    <a:pt x="66590" y="26168"/>
                  </a:lnTo>
                  <a:lnTo>
                    <a:pt x="101101" y="20166"/>
                  </a:lnTo>
                  <a:close/>
                  <a:moveTo>
                    <a:pt x="73371" y="36873"/>
                  </a:moveTo>
                  <a:lnTo>
                    <a:pt x="66590" y="26168"/>
                  </a:lnTo>
                  <a:lnTo>
                    <a:pt x="66590" y="36873"/>
                  </a:lnTo>
                  <a:close/>
                  <a:moveTo>
                    <a:pt x="204635" y="16737"/>
                  </a:moveTo>
                  <a:lnTo>
                    <a:pt x="209866" y="36873"/>
                  </a:lnTo>
                  <a:lnTo>
                    <a:pt x="228421" y="36873"/>
                  </a:lnTo>
                  <a:close/>
                  <a:moveTo>
                    <a:pt x="189806" y="10008"/>
                  </a:moveTo>
                  <a:lnTo>
                    <a:pt x="170124" y="10008"/>
                  </a:lnTo>
                  <a:lnTo>
                    <a:pt x="204635" y="16737"/>
                  </a:lnTo>
                  <a:close/>
                  <a:moveTo>
                    <a:pt x="204635" y="16737"/>
                  </a:moveTo>
                  <a:lnTo>
                    <a:pt x="170124" y="10008"/>
                  </a:lnTo>
                  <a:lnTo>
                    <a:pt x="170124" y="15717"/>
                  </a:lnTo>
                  <a:close/>
                  <a:moveTo>
                    <a:pt x="101101" y="10008"/>
                  </a:moveTo>
                  <a:lnTo>
                    <a:pt x="135613" y="10008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2719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10008"/>
                  </a:lnTo>
                  <a:lnTo>
                    <a:pt x="170124" y="2719"/>
                  </a:lnTo>
                  <a:close/>
                  <a:moveTo>
                    <a:pt x="170124" y="10008"/>
                  </a:moveTo>
                  <a:lnTo>
                    <a:pt x="189806" y="10008"/>
                  </a:lnTo>
                  <a:lnTo>
                    <a:pt x="170124" y="2719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4023" name="Match_B4__4022">
              <a:extLst>
                <a:ext uri="{FF2B5EF4-FFF2-40B4-BE49-F238E27FC236}">
                  <a16:creationId xmlns:a16="http://schemas.microsoft.com/office/drawing/2014/main" id="{CAE5FB47-F2C4-13C7-8DD8-84C4B54CA936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74238"/>
              <a:ext cx="352425" cy="510446"/>
            </a:xfrm>
            <a:custGeom>
              <a:avLst/>
              <a:gdLst/>
              <a:ahLst/>
              <a:cxnLst/>
              <a:rect l="0" t="0" r="0" b="0"/>
              <a:pathLst>
                <a:path w="352425" h="510446">
                  <a:moveTo>
                    <a:pt x="66590" y="502009"/>
                  </a:moveTo>
                  <a:lnTo>
                    <a:pt x="101101" y="507197"/>
                  </a:lnTo>
                  <a:lnTo>
                    <a:pt x="66590" y="497593"/>
                  </a:lnTo>
                  <a:close/>
                  <a:moveTo>
                    <a:pt x="135613" y="510446"/>
                  </a:moveTo>
                  <a:lnTo>
                    <a:pt x="135613" y="508135"/>
                  </a:lnTo>
                  <a:lnTo>
                    <a:pt x="101101" y="507197"/>
                  </a:lnTo>
                  <a:close/>
                  <a:moveTo>
                    <a:pt x="135613" y="508135"/>
                  </a:moveTo>
                  <a:lnTo>
                    <a:pt x="170124" y="505208"/>
                  </a:lnTo>
                  <a:lnTo>
                    <a:pt x="170124" y="501559"/>
                  </a:lnTo>
                  <a:close/>
                  <a:moveTo>
                    <a:pt x="43276" y="483580"/>
                  </a:moveTo>
                  <a:lnTo>
                    <a:pt x="66590" y="502009"/>
                  </a:lnTo>
                  <a:lnTo>
                    <a:pt x="66590" y="497593"/>
                  </a:lnTo>
                  <a:close/>
                  <a:moveTo>
                    <a:pt x="43276" y="483580"/>
                  </a:moveTo>
                  <a:lnTo>
                    <a:pt x="32079" y="472314"/>
                  </a:lnTo>
                  <a:lnTo>
                    <a:pt x="32079" y="479671"/>
                  </a:lnTo>
                  <a:close/>
                  <a:moveTo>
                    <a:pt x="170124" y="501559"/>
                  </a:moveTo>
                  <a:lnTo>
                    <a:pt x="170124" y="505208"/>
                  </a:lnTo>
                  <a:lnTo>
                    <a:pt x="204635" y="486267"/>
                  </a:lnTo>
                  <a:close/>
                  <a:moveTo>
                    <a:pt x="215055" y="483580"/>
                  </a:moveTo>
                  <a:lnTo>
                    <a:pt x="208940" y="483580"/>
                  </a:lnTo>
                  <a:lnTo>
                    <a:pt x="204635" y="486267"/>
                  </a:lnTo>
                  <a:close/>
                  <a:moveTo>
                    <a:pt x="208940" y="483580"/>
                  </a:moveTo>
                  <a:lnTo>
                    <a:pt x="215055" y="483580"/>
                  </a:lnTo>
                  <a:lnTo>
                    <a:pt x="239146" y="460980"/>
                  </a:lnTo>
                  <a:close/>
                  <a:moveTo>
                    <a:pt x="20298" y="456714"/>
                  </a:moveTo>
                  <a:lnTo>
                    <a:pt x="32079" y="479671"/>
                  </a:lnTo>
                  <a:lnTo>
                    <a:pt x="32079" y="472314"/>
                  </a:lnTo>
                  <a:close/>
                  <a:moveTo>
                    <a:pt x="9058" y="429849"/>
                  </a:moveTo>
                  <a:lnTo>
                    <a:pt x="20298" y="456714"/>
                  </a:lnTo>
                  <a:lnTo>
                    <a:pt x="13817" y="429849"/>
                  </a:lnTo>
                  <a:close/>
                  <a:moveTo>
                    <a:pt x="248122" y="456714"/>
                  </a:moveTo>
                  <a:lnTo>
                    <a:pt x="244235" y="456714"/>
                  </a:lnTo>
                  <a:lnTo>
                    <a:pt x="239146" y="460980"/>
                  </a:lnTo>
                  <a:close/>
                  <a:moveTo>
                    <a:pt x="248122" y="456714"/>
                  </a:moveTo>
                  <a:lnTo>
                    <a:pt x="272275" y="429849"/>
                  </a:lnTo>
                  <a:lnTo>
                    <a:pt x="244235" y="456714"/>
                  </a:lnTo>
                  <a:close/>
                  <a:moveTo>
                    <a:pt x="13895" y="402983"/>
                  </a:moveTo>
                  <a:lnTo>
                    <a:pt x="13817" y="429849"/>
                  </a:lnTo>
                  <a:lnTo>
                    <a:pt x="18356" y="402983"/>
                  </a:lnTo>
                  <a:close/>
                  <a:moveTo>
                    <a:pt x="300812" y="402983"/>
                  </a:moveTo>
                  <a:lnTo>
                    <a:pt x="273658" y="428457"/>
                  </a:lnTo>
                  <a:lnTo>
                    <a:pt x="273909" y="429849"/>
                  </a:lnTo>
                  <a:close/>
                  <a:moveTo>
                    <a:pt x="272275" y="429849"/>
                  </a:moveTo>
                  <a:lnTo>
                    <a:pt x="273658" y="429849"/>
                  </a:lnTo>
                  <a:lnTo>
                    <a:pt x="273658" y="428457"/>
                  </a:lnTo>
                  <a:close/>
                  <a:moveTo>
                    <a:pt x="27506" y="376118"/>
                  </a:moveTo>
                  <a:lnTo>
                    <a:pt x="18356" y="402983"/>
                  </a:lnTo>
                  <a:lnTo>
                    <a:pt x="31652" y="376118"/>
                  </a:lnTo>
                  <a:close/>
                  <a:moveTo>
                    <a:pt x="300812" y="402983"/>
                  </a:moveTo>
                  <a:lnTo>
                    <a:pt x="300550" y="402983"/>
                  </a:lnTo>
                  <a:lnTo>
                    <a:pt x="308169" y="395408"/>
                  </a:lnTo>
                  <a:close/>
                  <a:moveTo>
                    <a:pt x="32079" y="375396"/>
                  </a:moveTo>
                  <a:lnTo>
                    <a:pt x="27506" y="376118"/>
                  </a:lnTo>
                  <a:lnTo>
                    <a:pt x="31652" y="376118"/>
                  </a:lnTo>
                  <a:close/>
                  <a:moveTo>
                    <a:pt x="32079" y="375396"/>
                  </a:moveTo>
                  <a:lnTo>
                    <a:pt x="47206" y="349252"/>
                  </a:lnTo>
                  <a:lnTo>
                    <a:pt x="44433" y="349252"/>
                  </a:lnTo>
                  <a:close/>
                  <a:moveTo>
                    <a:pt x="325237" y="376118"/>
                  </a:moveTo>
                  <a:lnTo>
                    <a:pt x="326794" y="376118"/>
                  </a:lnTo>
                  <a:lnTo>
                    <a:pt x="308169" y="395408"/>
                  </a:lnTo>
                  <a:close/>
                  <a:moveTo>
                    <a:pt x="342191" y="349252"/>
                  </a:moveTo>
                  <a:lnTo>
                    <a:pt x="342680" y="351755"/>
                  </a:lnTo>
                  <a:lnTo>
                    <a:pt x="326794" y="376118"/>
                  </a:lnTo>
                  <a:close/>
                  <a:moveTo>
                    <a:pt x="56690" y="322387"/>
                  </a:moveTo>
                  <a:lnTo>
                    <a:pt x="47206" y="349252"/>
                  </a:lnTo>
                  <a:lnTo>
                    <a:pt x="58513" y="322387"/>
                  </a:lnTo>
                  <a:close/>
                  <a:moveTo>
                    <a:pt x="57685" y="295521"/>
                  </a:moveTo>
                  <a:lnTo>
                    <a:pt x="58513" y="322387"/>
                  </a:lnTo>
                  <a:lnTo>
                    <a:pt x="59504" y="295521"/>
                  </a:lnTo>
                  <a:close/>
                  <a:moveTo>
                    <a:pt x="352425" y="322387"/>
                  </a:moveTo>
                  <a:lnTo>
                    <a:pt x="344306" y="349252"/>
                  </a:lnTo>
                  <a:lnTo>
                    <a:pt x="350245" y="322387"/>
                  </a:lnTo>
                  <a:close/>
                  <a:moveTo>
                    <a:pt x="350077" y="295521"/>
                  </a:moveTo>
                  <a:lnTo>
                    <a:pt x="352425" y="322387"/>
                  </a:lnTo>
                  <a:lnTo>
                    <a:pt x="347878" y="295521"/>
                  </a:lnTo>
                  <a:close/>
                  <a:moveTo>
                    <a:pt x="45969" y="268656"/>
                  </a:moveTo>
                  <a:lnTo>
                    <a:pt x="59504" y="295521"/>
                  </a:lnTo>
                  <a:lnTo>
                    <a:pt x="48844" y="268656"/>
                  </a:lnTo>
                  <a:close/>
                  <a:moveTo>
                    <a:pt x="342680" y="284207"/>
                  </a:moveTo>
                  <a:lnTo>
                    <a:pt x="342680" y="279700"/>
                  </a:lnTo>
                  <a:lnTo>
                    <a:pt x="350077" y="295521"/>
                  </a:lnTo>
                  <a:close/>
                  <a:moveTo>
                    <a:pt x="342680" y="279700"/>
                  </a:moveTo>
                  <a:lnTo>
                    <a:pt x="342680" y="284207"/>
                  </a:lnTo>
                  <a:lnTo>
                    <a:pt x="337469" y="268656"/>
                  </a:lnTo>
                  <a:close/>
                  <a:moveTo>
                    <a:pt x="48844" y="268656"/>
                  </a:moveTo>
                  <a:lnTo>
                    <a:pt x="32079" y="243192"/>
                  </a:lnTo>
                  <a:lnTo>
                    <a:pt x="32079" y="249180"/>
                  </a:lnTo>
                  <a:close/>
                  <a:moveTo>
                    <a:pt x="315803" y="241790"/>
                  </a:moveTo>
                  <a:lnTo>
                    <a:pt x="337469" y="268656"/>
                  </a:lnTo>
                  <a:lnTo>
                    <a:pt x="314492" y="241790"/>
                  </a:lnTo>
                  <a:close/>
                  <a:moveTo>
                    <a:pt x="31137" y="241790"/>
                  </a:moveTo>
                  <a:lnTo>
                    <a:pt x="32079" y="249180"/>
                  </a:lnTo>
                  <a:lnTo>
                    <a:pt x="32079" y="243192"/>
                  </a:lnTo>
                  <a:close/>
                  <a:moveTo>
                    <a:pt x="9838" y="214924"/>
                  </a:moveTo>
                  <a:lnTo>
                    <a:pt x="31137" y="241790"/>
                  </a:lnTo>
                  <a:lnTo>
                    <a:pt x="14470" y="214924"/>
                  </a:lnTo>
                  <a:close/>
                  <a:moveTo>
                    <a:pt x="308169" y="235078"/>
                  </a:moveTo>
                  <a:lnTo>
                    <a:pt x="308169" y="234072"/>
                  </a:lnTo>
                  <a:lnTo>
                    <a:pt x="315803" y="241790"/>
                  </a:lnTo>
                  <a:close/>
                  <a:moveTo>
                    <a:pt x="308169" y="234072"/>
                  </a:moveTo>
                  <a:lnTo>
                    <a:pt x="308169" y="235078"/>
                  </a:lnTo>
                  <a:lnTo>
                    <a:pt x="289438" y="214924"/>
                  </a:lnTo>
                  <a:close/>
                  <a:moveTo>
                    <a:pt x="844" y="188059"/>
                  </a:moveTo>
                  <a:lnTo>
                    <a:pt x="14470" y="214924"/>
                  </a:lnTo>
                  <a:lnTo>
                    <a:pt x="5676" y="188059"/>
                  </a:lnTo>
                  <a:close/>
                  <a:moveTo>
                    <a:pt x="273658" y="194550"/>
                  </a:moveTo>
                  <a:lnTo>
                    <a:pt x="273658" y="197128"/>
                  </a:lnTo>
                  <a:lnTo>
                    <a:pt x="289438" y="214924"/>
                  </a:lnTo>
                  <a:close/>
                  <a:moveTo>
                    <a:pt x="273658" y="197128"/>
                  </a:moveTo>
                  <a:lnTo>
                    <a:pt x="273658" y="194550"/>
                  </a:lnTo>
                  <a:lnTo>
                    <a:pt x="266624" y="188059"/>
                  </a:lnTo>
                  <a:close/>
                  <a:moveTo>
                    <a:pt x="0" y="161193"/>
                  </a:moveTo>
                  <a:lnTo>
                    <a:pt x="5676" y="188059"/>
                  </a:lnTo>
                  <a:lnTo>
                    <a:pt x="5359" y="161193"/>
                  </a:lnTo>
                  <a:close/>
                  <a:moveTo>
                    <a:pt x="251214" y="161193"/>
                  </a:moveTo>
                  <a:lnTo>
                    <a:pt x="266624" y="188059"/>
                  </a:lnTo>
                  <a:lnTo>
                    <a:pt x="256315" y="161193"/>
                  </a:lnTo>
                  <a:close/>
                  <a:moveTo>
                    <a:pt x="5610" y="134328"/>
                  </a:moveTo>
                  <a:lnTo>
                    <a:pt x="5359" y="161193"/>
                  </a:lnTo>
                  <a:lnTo>
                    <a:pt x="12270" y="134328"/>
                  </a:lnTo>
                  <a:close/>
                  <a:moveTo>
                    <a:pt x="241184" y="134328"/>
                  </a:moveTo>
                  <a:lnTo>
                    <a:pt x="251214" y="161193"/>
                  </a:lnTo>
                  <a:lnTo>
                    <a:pt x="249234" y="134328"/>
                  </a:lnTo>
                  <a:close/>
                  <a:moveTo>
                    <a:pt x="14436" y="107462"/>
                  </a:moveTo>
                  <a:lnTo>
                    <a:pt x="12270" y="134328"/>
                  </a:lnTo>
                  <a:lnTo>
                    <a:pt x="23473" y="107462"/>
                  </a:lnTo>
                  <a:close/>
                  <a:moveTo>
                    <a:pt x="241184" y="134328"/>
                  </a:moveTo>
                  <a:lnTo>
                    <a:pt x="239146" y="107462"/>
                  </a:lnTo>
                  <a:lnTo>
                    <a:pt x="239146" y="123096"/>
                  </a:lnTo>
                  <a:close/>
                  <a:moveTo>
                    <a:pt x="247506" y="107462"/>
                  </a:moveTo>
                  <a:lnTo>
                    <a:pt x="239146" y="107462"/>
                  </a:lnTo>
                  <a:lnTo>
                    <a:pt x="241184" y="134328"/>
                  </a:lnTo>
                  <a:close/>
                  <a:moveTo>
                    <a:pt x="23473" y="107462"/>
                  </a:moveTo>
                  <a:lnTo>
                    <a:pt x="32079" y="89458"/>
                  </a:lnTo>
                  <a:lnTo>
                    <a:pt x="24202" y="80597"/>
                  </a:lnTo>
                  <a:close/>
                  <a:moveTo>
                    <a:pt x="239146" y="107462"/>
                  </a:moveTo>
                  <a:lnTo>
                    <a:pt x="239146" y="80597"/>
                  </a:lnTo>
                  <a:lnTo>
                    <a:pt x="236744" y="107462"/>
                  </a:lnTo>
                  <a:close/>
                  <a:moveTo>
                    <a:pt x="239146" y="80597"/>
                  </a:moveTo>
                  <a:lnTo>
                    <a:pt x="234405" y="80597"/>
                  </a:lnTo>
                  <a:lnTo>
                    <a:pt x="236744" y="107462"/>
                  </a:lnTo>
                  <a:close/>
                  <a:moveTo>
                    <a:pt x="239146" y="123096"/>
                  </a:moveTo>
                  <a:lnTo>
                    <a:pt x="239146" y="107462"/>
                  </a:lnTo>
                  <a:lnTo>
                    <a:pt x="236744" y="107462"/>
                  </a:lnTo>
                  <a:close/>
                  <a:moveTo>
                    <a:pt x="36133" y="53731"/>
                  </a:moveTo>
                  <a:lnTo>
                    <a:pt x="35904" y="80597"/>
                  </a:lnTo>
                  <a:lnTo>
                    <a:pt x="49651" y="53731"/>
                  </a:lnTo>
                  <a:close/>
                  <a:moveTo>
                    <a:pt x="32079" y="80597"/>
                  </a:moveTo>
                  <a:lnTo>
                    <a:pt x="32079" y="89458"/>
                  </a:lnTo>
                  <a:lnTo>
                    <a:pt x="35904" y="80597"/>
                  </a:lnTo>
                  <a:close/>
                  <a:moveTo>
                    <a:pt x="239146" y="80597"/>
                  </a:moveTo>
                  <a:lnTo>
                    <a:pt x="239146" y="53731"/>
                  </a:lnTo>
                  <a:lnTo>
                    <a:pt x="234405" y="80597"/>
                  </a:lnTo>
                  <a:close/>
                  <a:moveTo>
                    <a:pt x="239146" y="53731"/>
                  </a:moveTo>
                  <a:lnTo>
                    <a:pt x="228050" y="53731"/>
                  </a:lnTo>
                  <a:lnTo>
                    <a:pt x="234405" y="80597"/>
                  </a:lnTo>
                  <a:close/>
                  <a:moveTo>
                    <a:pt x="49651" y="53731"/>
                  </a:moveTo>
                  <a:lnTo>
                    <a:pt x="66590" y="33163"/>
                  </a:lnTo>
                  <a:lnTo>
                    <a:pt x="54433" y="26866"/>
                  </a:lnTo>
                  <a:close/>
                  <a:moveTo>
                    <a:pt x="228050" y="53731"/>
                  </a:moveTo>
                  <a:lnTo>
                    <a:pt x="228421" y="26866"/>
                  </a:lnTo>
                  <a:lnTo>
                    <a:pt x="209866" y="26866"/>
                  </a:lnTo>
                  <a:close/>
                  <a:moveTo>
                    <a:pt x="101101" y="10158"/>
                  </a:moveTo>
                  <a:lnTo>
                    <a:pt x="66590" y="16160"/>
                  </a:lnTo>
                  <a:lnTo>
                    <a:pt x="73371" y="26866"/>
                  </a:lnTo>
                  <a:close/>
                  <a:moveTo>
                    <a:pt x="66590" y="26866"/>
                  </a:moveTo>
                  <a:lnTo>
                    <a:pt x="66590" y="33163"/>
                  </a:lnTo>
                  <a:lnTo>
                    <a:pt x="73371" y="26866"/>
                  </a:lnTo>
                  <a:close/>
                  <a:moveTo>
                    <a:pt x="204635" y="6729"/>
                  </a:moveTo>
                  <a:lnTo>
                    <a:pt x="204635" y="22521"/>
                  </a:lnTo>
                  <a:lnTo>
                    <a:pt x="209866" y="26866"/>
                  </a:lnTo>
                  <a:close/>
                  <a:moveTo>
                    <a:pt x="204635" y="6729"/>
                  </a:moveTo>
                  <a:lnTo>
                    <a:pt x="170124" y="5709"/>
                  </a:lnTo>
                  <a:lnTo>
                    <a:pt x="204635" y="22521"/>
                  </a:lnTo>
                  <a:close/>
                  <a:moveTo>
                    <a:pt x="135613" y="0"/>
                  </a:moveTo>
                  <a:lnTo>
                    <a:pt x="101101" y="0"/>
                  </a:lnTo>
                  <a:lnTo>
                    <a:pt x="135613" y="2389"/>
                  </a:lnTo>
                  <a:close/>
                  <a:moveTo>
                    <a:pt x="101101" y="0"/>
                  </a:moveTo>
                  <a:lnTo>
                    <a:pt x="101101" y="10158"/>
                  </a:lnTo>
                  <a:lnTo>
                    <a:pt x="135613" y="2389"/>
                  </a:lnTo>
                  <a:close/>
                  <a:moveTo>
                    <a:pt x="170124" y="0"/>
                  </a:moveTo>
                  <a:lnTo>
                    <a:pt x="135613" y="0"/>
                  </a:lnTo>
                  <a:lnTo>
                    <a:pt x="170124" y="5709"/>
                  </a:lnTo>
                  <a:close/>
                  <a:moveTo>
                    <a:pt x="135613" y="0"/>
                  </a:moveTo>
                  <a:lnTo>
                    <a:pt x="135613" y="2389"/>
                  </a:lnTo>
                  <a:lnTo>
                    <a:pt x="170124" y="5709"/>
                  </a:lnTo>
                  <a:close/>
                  <a:moveTo>
                    <a:pt x="344306" y="349252"/>
                  </a:moveTo>
                  <a:lnTo>
                    <a:pt x="342680" y="351755"/>
                  </a:lnTo>
                  <a:lnTo>
                    <a:pt x="342680" y="349252"/>
                  </a:lnTo>
                  <a:close/>
                  <a:moveTo>
                    <a:pt x="32079" y="375396"/>
                  </a:moveTo>
                  <a:lnTo>
                    <a:pt x="31652" y="376118"/>
                  </a:lnTo>
                  <a:lnTo>
                    <a:pt x="32079" y="376118"/>
                  </a:lnTo>
                  <a:close/>
                  <a:moveTo>
                    <a:pt x="32079" y="375396"/>
                  </a:moveTo>
                  <a:lnTo>
                    <a:pt x="32079" y="376118"/>
                  </a:lnTo>
                  <a:lnTo>
                    <a:pt x="47206" y="349252"/>
                  </a:lnTo>
                  <a:close/>
                  <a:moveTo>
                    <a:pt x="31137" y="241790"/>
                  </a:moveTo>
                  <a:lnTo>
                    <a:pt x="32079" y="243192"/>
                  </a:lnTo>
                  <a:lnTo>
                    <a:pt x="32079" y="241790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4024" name="Match_B4__4023">
              <a:extLst>
                <a:ext uri="{FF2B5EF4-FFF2-40B4-BE49-F238E27FC236}">
                  <a16:creationId xmlns:a16="http://schemas.microsoft.com/office/drawing/2014/main" id="{6CCC0454-B0B8-8A0E-4F17-E9D7BEA08ADF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7066" cy="505746"/>
            </a:xfrm>
            <a:custGeom>
              <a:avLst/>
              <a:gdLst/>
              <a:ahLst/>
              <a:cxnLst/>
              <a:rect l="0" t="0" r="0" b="0"/>
              <a:pathLst>
                <a:path w="347066" h="505746">
                  <a:moveTo>
                    <a:pt x="37917" y="481191"/>
                  </a:moveTo>
                  <a:lnTo>
                    <a:pt x="61231" y="495204"/>
                  </a:lnTo>
                  <a:lnTo>
                    <a:pt x="61231" y="481191"/>
                  </a:lnTo>
                  <a:close/>
                  <a:moveTo>
                    <a:pt x="26720" y="469925"/>
                  </a:moveTo>
                  <a:lnTo>
                    <a:pt x="37917" y="481191"/>
                  </a:lnTo>
                  <a:lnTo>
                    <a:pt x="34339" y="454326"/>
                  </a:lnTo>
                  <a:close/>
                  <a:moveTo>
                    <a:pt x="95742" y="504808"/>
                  </a:moveTo>
                  <a:lnTo>
                    <a:pt x="95742" y="491805"/>
                  </a:lnTo>
                  <a:lnTo>
                    <a:pt x="61231" y="495204"/>
                  </a:lnTo>
                  <a:close/>
                  <a:moveTo>
                    <a:pt x="95742" y="504808"/>
                  </a:moveTo>
                  <a:lnTo>
                    <a:pt x="130254" y="505746"/>
                  </a:lnTo>
                  <a:lnTo>
                    <a:pt x="130254" y="493408"/>
                  </a:lnTo>
                  <a:close/>
                  <a:moveTo>
                    <a:pt x="130254" y="505746"/>
                  </a:moveTo>
                  <a:lnTo>
                    <a:pt x="164765" y="499170"/>
                  </a:lnTo>
                  <a:lnTo>
                    <a:pt x="164765" y="486214"/>
                  </a:lnTo>
                  <a:close/>
                  <a:moveTo>
                    <a:pt x="199276" y="483878"/>
                  </a:moveTo>
                  <a:lnTo>
                    <a:pt x="199276" y="481191"/>
                  </a:lnTo>
                  <a:lnTo>
                    <a:pt x="164765" y="486214"/>
                  </a:lnTo>
                  <a:close/>
                  <a:moveTo>
                    <a:pt x="164765" y="499170"/>
                  </a:moveTo>
                  <a:lnTo>
                    <a:pt x="199276" y="483878"/>
                  </a:lnTo>
                  <a:lnTo>
                    <a:pt x="164765" y="486214"/>
                  </a:lnTo>
                  <a:close/>
                  <a:moveTo>
                    <a:pt x="199276" y="481191"/>
                  </a:moveTo>
                  <a:lnTo>
                    <a:pt x="199276" y="483878"/>
                  </a:lnTo>
                  <a:lnTo>
                    <a:pt x="203581" y="481191"/>
                  </a:lnTo>
                  <a:close/>
                  <a:moveTo>
                    <a:pt x="199276" y="469446"/>
                  </a:moveTo>
                  <a:lnTo>
                    <a:pt x="233787" y="458592"/>
                  </a:lnTo>
                  <a:lnTo>
                    <a:pt x="233787" y="454326"/>
                  </a:lnTo>
                  <a:close/>
                  <a:moveTo>
                    <a:pt x="199276" y="481191"/>
                  </a:moveTo>
                  <a:lnTo>
                    <a:pt x="233787" y="458592"/>
                  </a:lnTo>
                  <a:lnTo>
                    <a:pt x="199276" y="469446"/>
                  </a:lnTo>
                  <a:close/>
                  <a:moveTo>
                    <a:pt x="203581" y="481191"/>
                  </a:moveTo>
                  <a:lnTo>
                    <a:pt x="233787" y="458592"/>
                  </a:lnTo>
                  <a:lnTo>
                    <a:pt x="199276" y="481191"/>
                  </a:lnTo>
                  <a:close/>
                  <a:moveTo>
                    <a:pt x="14939" y="454326"/>
                  </a:moveTo>
                  <a:lnTo>
                    <a:pt x="26720" y="469925"/>
                  </a:lnTo>
                  <a:lnTo>
                    <a:pt x="26720" y="454326"/>
                  </a:lnTo>
                  <a:close/>
                  <a:moveTo>
                    <a:pt x="8458" y="427460"/>
                  </a:moveTo>
                  <a:lnTo>
                    <a:pt x="14939" y="454326"/>
                  </a:lnTo>
                  <a:lnTo>
                    <a:pt x="25535" y="427460"/>
                  </a:lnTo>
                  <a:close/>
                  <a:moveTo>
                    <a:pt x="233787" y="454326"/>
                  </a:moveTo>
                  <a:lnTo>
                    <a:pt x="233787" y="458592"/>
                  </a:lnTo>
                  <a:lnTo>
                    <a:pt x="238876" y="454326"/>
                  </a:lnTo>
                  <a:close/>
                  <a:moveTo>
                    <a:pt x="238876" y="454326"/>
                  </a:moveTo>
                  <a:lnTo>
                    <a:pt x="233787" y="443490"/>
                  </a:lnTo>
                  <a:lnTo>
                    <a:pt x="233787" y="454326"/>
                  </a:lnTo>
                  <a:close/>
                  <a:moveTo>
                    <a:pt x="266916" y="427460"/>
                  </a:moveTo>
                  <a:lnTo>
                    <a:pt x="252562" y="427460"/>
                  </a:lnTo>
                  <a:lnTo>
                    <a:pt x="238876" y="454326"/>
                  </a:lnTo>
                  <a:close/>
                  <a:moveTo>
                    <a:pt x="8458" y="427460"/>
                  </a:moveTo>
                  <a:lnTo>
                    <a:pt x="25535" y="427460"/>
                  </a:lnTo>
                  <a:lnTo>
                    <a:pt x="12997" y="400595"/>
                  </a:lnTo>
                  <a:close/>
                  <a:moveTo>
                    <a:pt x="266916" y="427460"/>
                  </a:moveTo>
                  <a:lnTo>
                    <a:pt x="268299" y="426068"/>
                  </a:lnTo>
                  <a:lnTo>
                    <a:pt x="268299" y="413589"/>
                  </a:lnTo>
                  <a:close/>
                  <a:moveTo>
                    <a:pt x="26293" y="373729"/>
                  </a:moveTo>
                  <a:lnTo>
                    <a:pt x="26720" y="400595"/>
                  </a:lnTo>
                  <a:lnTo>
                    <a:pt x="26720" y="373729"/>
                  </a:lnTo>
                  <a:close/>
                  <a:moveTo>
                    <a:pt x="26293" y="373729"/>
                  </a:moveTo>
                  <a:lnTo>
                    <a:pt x="12997" y="400595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68299" y="413589"/>
                  </a:lnTo>
                  <a:lnTo>
                    <a:pt x="268299" y="426068"/>
                  </a:lnTo>
                  <a:close/>
                  <a:moveTo>
                    <a:pt x="295453" y="400595"/>
                  </a:moveTo>
                  <a:lnTo>
                    <a:pt x="302810" y="393019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26720" y="373729"/>
                  </a:lnTo>
                  <a:lnTo>
                    <a:pt x="41540" y="373729"/>
                  </a:lnTo>
                  <a:close/>
                  <a:moveTo>
                    <a:pt x="321435" y="373729"/>
                  </a:moveTo>
                  <a:lnTo>
                    <a:pt x="302810" y="382465"/>
                  </a:lnTo>
                  <a:lnTo>
                    <a:pt x="302810" y="393019"/>
                  </a:lnTo>
                  <a:close/>
                  <a:moveTo>
                    <a:pt x="337321" y="349367"/>
                  </a:moveTo>
                  <a:lnTo>
                    <a:pt x="337321" y="346863"/>
                  </a:lnTo>
                  <a:lnTo>
                    <a:pt x="321435" y="373729"/>
                  </a:lnTo>
                  <a:close/>
                  <a:moveTo>
                    <a:pt x="321435" y="373729"/>
                  </a:moveTo>
                  <a:lnTo>
                    <a:pt x="337321" y="346863"/>
                  </a:lnTo>
                  <a:lnTo>
                    <a:pt x="330776" y="346863"/>
                  </a:lnTo>
                  <a:close/>
                  <a:moveTo>
                    <a:pt x="41847" y="346863"/>
                  </a:moveTo>
                  <a:lnTo>
                    <a:pt x="56093" y="346863"/>
                  </a:lnTo>
                  <a:lnTo>
                    <a:pt x="53154" y="319998"/>
                  </a:lnTo>
                  <a:close/>
                  <a:moveTo>
                    <a:pt x="337321" y="346863"/>
                  </a:moveTo>
                  <a:lnTo>
                    <a:pt x="337321" y="349367"/>
                  </a:lnTo>
                  <a:lnTo>
                    <a:pt x="338947" y="346863"/>
                  </a:lnTo>
                  <a:close/>
                  <a:moveTo>
                    <a:pt x="338947" y="346863"/>
                  </a:moveTo>
                  <a:lnTo>
                    <a:pt x="337321" y="325662"/>
                  </a:lnTo>
                  <a:lnTo>
                    <a:pt x="337321" y="346863"/>
                  </a:lnTo>
                  <a:close/>
                  <a:moveTo>
                    <a:pt x="347066" y="319998"/>
                  </a:moveTo>
                  <a:lnTo>
                    <a:pt x="339097" y="319998"/>
                  </a:lnTo>
                  <a:lnTo>
                    <a:pt x="338947" y="346863"/>
                  </a:lnTo>
                  <a:close/>
                  <a:moveTo>
                    <a:pt x="54145" y="293132"/>
                  </a:moveTo>
                  <a:lnTo>
                    <a:pt x="61231" y="319998"/>
                  </a:lnTo>
                  <a:lnTo>
                    <a:pt x="61231" y="293132"/>
                  </a:lnTo>
                  <a:close/>
                  <a:moveTo>
                    <a:pt x="54145" y="293132"/>
                  </a:moveTo>
                  <a:lnTo>
                    <a:pt x="53154" y="319998"/>
                  </a:lnTo>
                  <a:lnTo>
                    <a:pt x="61231" y="319998"/>
                  </a:lnTo>
                  <a:close/>
                  <a:moveTo>
                    <a:pt x="347066" y="319998"/>
                  </a:moveTo>
                  <a:lnTo>
                    <a:pt x="344718" y="293132"/>
                  </a:lnTo>
                  <a:lnTo>
                    <a:pt x="339097" y="319998"/>
                  </a:lnTo>
                  <a:close/>
                  <a:moveTo>
                    <a:pt x="43485" y="266267"/>
                  </a:moveTo>
                  <a:lnTo>
                    <a:pt x="54145" y="293132"/>
                  </a:lnTo>
                  <a:lnTo>
                    <a:pt x="58241" y="266267"/>
                  </a:lnTo>
                  <a:close/>
                  <a:moveTo>
                    <a:pt x="337321" y="293132"/>
                  </a:moveTo>
                  <a:lnTo>
                    <a:pt x="344718" y="293132"/>
                  </a:lnTo>
                  <a:lnTo>
                    <a:pt x="337321" y="277311"/>
                  </a:lnTo>
                  <a:close/>
                  <a:moveTo>
                    <a:pt x="336595" y="293132"/>
                  </a:moveTo>
                  <a:lnTo>
                    <a:pt x="337321" y="277311"/>
                  </a:lnTo>
                  <a:lnTo>
                    <a:pt x="332110" y="266267"/>
                  </a:lnTo>
                  <a:close/>
                  <a:moveTo>
                    <a:pt x="26720" y="239401"/>
                  </a:moveTo>
                  <a:lnTo>
                    <a:pt x="26720" y="240803"/>
                  </a:lnTo>
                  <a:lnTo>
                    <a:pt x="41926" y="239401"/>
                  </a:lnTo>
                  <a:close/>
                  <a:moveTo>
                    <a:pt x="41926" y="239401"/>
                  </a:moveTo>
                  <a:lnTo>
                    <a:pt x="26720" y="240803"/>
                  </a:lnTo>
                  <a:lnTo>
                    <a:pt x="43485" y="266267"/>
                  </a:lnTo>
                  <a:close/>
                  <a:moveTo>
                    <a:pt x="332110" y="266267"/>
                  </a:moveTo>
                  <a:lnTo>
                    <a:pt x="310444" y="239401"/>
                  </a:lnTo>
                  <a:lnTo>
                    <a:pt x="323464" y="266267"/>
                  </a:lnTo>
                  <a:close/>
                  <a:moveTo>
                    <a:pt x="25778" y="239401"/>
                  </a:moveTo>
                  <a:lnTo>
                    <a:pt x="26720" y="239401"/>
                  </a:lnTo>
                  <a:lnTo>
                    <a:pt x="25779" y="212536"/>
                  </a:lnTo>
                  <a:close/>
                  <a:moveTo>
                    <a:pt x="9111" y="212536"/>
                  </a:moveTo>
                  <a:lnTo>
                    <a:pt x="25778" y="239401"/>
                  </a:lnTo>
                  <a:lnTo>
                    <a:pt x="25779" y="212536"/>
                  </a:lnTo>
                  <a:close/>
                  <a:moveTo>
                    <a:pt x="302810" y="239401"/>
                  </a:moveTo>
                  <a:lnTo>
                    <a:pt x="310444" y="239401"/>
                  </a:lnTo>
                  <a:lnTo>
                    <a:pt x="302810" y="231683"/>
                  </a:lnTo>
                  <a:close/>
                  <a:moveTo>
                    <a:pt x="299632" y="239401"/>
                  </a:moveTo>
                  <a:lnTo>
                    <a:pt x="302810" y="231683"/>
                  </a:lnTo>
                  <a:lnTo>
                    <a:pt x="284080" y="212536"/>
                  </a:lnTo>
                  <a:close/>
                  <a:moveTo>
                    <a:pt x="317" y="185670"/>
                  </a:moveTo>
                  <a:lnTo>
                    <a:pt x="9111" y="212536"/>
                  </a:lnTo>
                  <a:lnTo>
                    <a:pt x="25779" y="212536"/>
                  </a:lnTo>
                  <a:close/>
                  <a:moveTo>
                    <a:pt x="268299" y="194740"/>
                  </a:moveTo>
                  <a:lnTo>
                    <a:pt x="270706" y="212536"/>
                  </a:lnTo>
                  <a:lnTo>
                    <a:pt x="284080" y="212536"/>
                  </a:lnTo>
                  <a:close/>
                  <a:moveTo>
                    <a:pt x="268299" y="194740"/>
                  </a:moveTo>
                  <a:lnTo>
                    <a:pt x="261265" y="18567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317" y="185670"/>
                  </a:lnTo>
                  <a:lnTo>
                    <a:pt x="16763" y="185670"/>
                  </a:lnTo>
                  <a:close/>
                  <a:moveTo>
                    <a:pt x="261265" y="185670"/>
                  </a:moveTo>
                  <a:lnTo>
                    <a:pt x="245855" y="158805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7336" y="158805"/>
                  </a:lnTo>
                  <a:lnTo>
                    <a:pt x="6911" y="131939"/>
                  </a:lnTo>
                  <a:close/>
                  <a:moveTo>
                    <a:pt x="233787" y="131939"/>
                  </a:moveTo>
                  <a:lnTo>
                    <a:pt x="245855" y="158805"/>
                  </a:lnTo>
                  <a:lnTo>
                    <a:pt x="235825" y="131939"/>
                  </a:lnTo>
                  <a:close/>
                  <a:moveTo>
                    <a:pt x="233787" y="131939"/>
                  </a:moveTo>
                  <a:lnTo>
                    <a:pt x="233787" y="158805"/>
                  </a:lnTo>
                  <a:lnTo>
                    <a:pt x="245855" y="158805"/>
                  </a:lnTo>
                  <a:close/>
                  <a:moveTo>
                    <a:pt x="18114" y="105073"/>
                  </a:moveTo>
                  <a:lnTo>
                    <a:pt x="26720" y="131939"/>
                  </a:lnTo>
                  <a:lnTo>
                    <a:pt x="26720" y="105073"/>
                  </a:lnTo>
                  <a:close/>
                  <a:moveTo>
                    <a:pt x="18114" y="105073"/>
                  </a:moveTo>
                  <a:lnTo>
                    <a:pt x="6911" y="131939"/>
                  </a:lnTo>
                  <a:lnTo>
                    <a:pt x="26720" y="131939"/>
                  </a:lnTo>
                  <a:close/>
                  <a:moveTo>
                    <a:pt x="233787" y="131939"/>
                  </a:moveTo>
                  <a:lnTo>
                    <a:pt x="235825" y="131939"/>
                  </a:lnTo>
                  <a:lnTo>
                    <a:pt x="233787" y="120707"/>
                  </a:lnTo>
                  <a:close/>
                  <a:moveTo>
                    <a:pt x="233787" y="131939"/>
                  </a:moveTo>
                  <a:lnTo>
                    <a:pt x="233787" y="120707"/>
                  </a:lnTo>
                  <a:lnTo>
                    <a:pt x="215233" y="131939"/>
                  </a:lnTo>
                  <a:close/>
                  <a:moveTo>
                    <a:pt x="215233" y="131939"/>
                  </a:moveTo>
                  <a:lnTo>
                    <a:pt x="233787" y="120707"/>
                  </a:lnTo>
                  <a:lnTo>
                    <a:pt x="231385" y="105073"/>
                  </a:lnTo>
                  <a:close/>
                  <a:moveTo>
                    <a:pt x="26720" y="87069"/>
                  </a:moveTo>
                  <a:lnTo>
                    <a:pt x="18114" y="105073"/>
                  </a:lnTo>
                  <a:lnTo>
                    <a:pt x="26720" y="105073"/>
                  </a:lnTo>
                  <a:close/>
                  <a:moveTo>
                    <a:pt x="26720" y="87069"/>
                  </a:moveTo>
                  <a:lnTo>
                    <a:pt x="26720" y="105073"/>
                  </a:lnTo>
                  <a:lnTo>
                    <a:pt x="30545" y="78208"/>
                  </a:lnTo>
                  <a:close/>
                  <a:moveTo>
                    <a:pt x="30545" y="78208"/>
                  </a:moveTo>
                  <a:lnTo>
                    <a:pt x="26720" y="105073"/>
                  </a:lnTo>
                  <a:lnTo>
                    <a:pt x="42165" y="105073"/>
                  </a:lnTo>
                  <a:close/>
                  <a:moveTo>
                    <a:pt x="206607" y="105073"/>
                  </a:moveTo>
                  <a:lnTo>
                    <a:pt x="231385" y="105073"/>
                  </a:lnTo>
                  <a:lnTo>
                    <a:pt x="229046" y="78208"/>
                  </a:lnTo>
                  <a:close/>
                  <a:moveTo>
                    <a:pt x="30545" y="78208"/>
                  </a:moveTo>
                  <a:lnTo>
                    <a:pt x="58690" y="78208"/>
                  </a:lnTo>
                  <a:lnTo>
                    <a:pt x="44292" y="51342"/>
                  </a:lnTo>
                  <a:close/>
                  <a:moveTo>
                    <a:pt x="229046" y="78208"/>
                  </a:moveTo>
                  <a:lnTo>
                    <a:pt x="222691" y="51342"/>
                  </a:lnTo>
                  <a:lnTo>
                    <a:pt x="199709" y="78208"/>
                  </a:lnTo>
                  <a:close/>
                  <a:moveTo>
                    <a:pt x="61231" y="30774"/>
                  </a:moveTo>
                  <a:lnTo>
                    <a:pt x="44292" y="51342"/>
                  </a:lnTo>
                  <a:lnTo>
                    <a:pt x="61231" y="51342"/>
                  </a:lnTo>
                  <a:close/>
                  <a:moveTo>
                    <a:pt x="68012" y="24477"/>
                  </a:moveTo>
                  <a:lnTo>
                    <a:pt x="61231" y="30774"/>
                  </a:lnTo>
                  <a:lnTo>
                    <a:pt x="95742" y="40009"/>
                  </a:lnTo>
                  <a:close/>
                  <a:moveTo>
                    <a:pt x="199276" y="24477"/>
                  </a:moveTo>
                  <a:lnTo>
                    <a:pt x="222691" y="51342"/>
                  </a:lnTo>
                  <a:lnTo>
                    <a:pt x="204507" y="24477"/>
                  </a:lnTo>
                  <a:close/>
                  <a:moveTo>
                    <a:pt x="199276" y="24477"/>
                  </a:moveTo>
                  <a:lnTo>
                    <a:pt x="199276" y="51342"/>
                  </a:lnTo>
                  <a:lnTo>
                    <a:pt x="222691" y="51342"/>
                  </a:lnTo>
                  <a:close/>
                  <a:moveTo>
                    <a:pt x="95742" y="7769"/>
                  </a:moveTo>
                  <a:lnTo>
                    <a:pt x="68012" y="24477"/>
                  </a:lnTo>
                  <a:lnTo>
                    <a:pt x="95742" y="24477"/>
                  </a:lnTo>
                  <a:close/>
                  <a:moveTo>
                    <a:pt x="95742" y="24477"/>
                  </a:moveTo>
                  <a:lnTo>
                    <a:pt x="130254" y="0"/>
                  </a:lnTo>
                  <a:lnTo>
                    <a:pt x="95742" y="7769"/>
                  </a:lnTo>
                  <a:close/>
                  <a:moveTo>
                    <a:pt x="130254" y="24477"/>
                  </a:moveTo>
                  <a:lnTo>
                    <a:pt x="164765" y="3320"/>
                  </a:lnTo>
                  <a:lnTo>
                    <a:pt x="130254" y="0"/>
                  </a:lnTo>
                  <a:close/>
                  <a:moveTo>
                    <a:pt x="164765" y="24477"/>
                  </a:moveTo>
                  <a:lnTo>
                    <a:pt x="199276" y="20132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99276" y="24477"/>
                  </a:lnTo>
                  <a:lnTo>
                    <a:pt x="199276" y="20132"/>
                  </a:lnTo>
                  <a:close/>
                  <a:moveTo>
                    <a:pt x="199276" y="24477"/>
                  </a:moveTo>
                  <a:lnTo>
                    <a:pt x="204507" y="24477"/>
                  </a:lnTo>
                  <a:lnTo>
                    <a:pt x="199276" y="20132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4025" name="Match_B4__4024">
              <a:extLst>
                <a:ext uri="{FF2B5EF4-FFF2-40B4-BE49-F238E27FC236}">
                  <a16:creationId xmlns:a16="http://schemas.microsoft.com/office/drawing/2014/main" id="{C9D2C5DB-EE21-7A70-EB5A-1C542C98C878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4718" cy="505746"/>
            </a:xfrm>
            <a:custGeom>
              <a:avLst/>
              <a:gdLst/>
              <a:ahLst/>
              <a:cxnLst/>
              <a:rect l="0" t="0" r="0" b="0"/>
              <a:pathLst>
                <a:path w="344718" h="505746">
                  <a:moveTo>
                    <a:pt x="26720" y="454326"/>
                  </a:moveTo>
                  <a:lnTo>
                    <a:pt x="26720" y="469925"/>
                  </a:lnTo>
                  <a:lnTo>
                    <a:pt x="34339" y="454326"/>
                  </a:lnTo>
                  <a:close/>
                  <a:moveTo>
                    <a:pt x="34339" y="454326"/>
                  </a:moveTo>
                  <a:lnTo>
                    <a:pt x="37917" y="481191"/>
                  </a:lnTo>
                  <a:lnTo>
                    <a:pt x="61231" y="479548"/>
                  </a:lnTo>
                  <a:close/>
                  <a:moveTo>
                    <a:pt x="61231" y="479548"/>
                  </a:moveTo>
                  <a:lnTo>
                    <a:pt x="37917" y="481191"/>
                  </a:lnTo>
                  <a:lnTo>
                    <a:pt x="61231" y="481191"/>
                  </a:lnTo>
                  <a:close/>
                  <a:moveTo>
                    <a:pt x="61231" y="495204"/>
                  </a:moveTo>
                  <a:lnTo>
                    <a:pt x="64608" y="481191"/>
                  </a:lnTo>
                  <a:lnTo>
                    <a:pt x="61231" y="481191"/>
                  </a:lnTo>
                  <a:close/>
                  <a:moveTo>
                    <a:pt x="95742" y="491805"/>
                  </a:moveTo>
                  <a:lnTo>
                    <a:pt x="64608" y="481191"/>
                  </a:lnTo>
                  <a:lnTo>
                    <a:pt x="61231" y="495204"/>
                  </a:lnTo>
                  <a:close/>
                  <a:moveTo>
                    <a:pt x="95742" y="491805"/>
                  </a:moveTo>
                  <a:lnTo>
                    <a:pt x="95742" y="504808"/>
                  </a:lnTo>
                  <a:lnTo>
                    <a:pt x="130254" y="493408"/>
                  </a:lnTo>
                  <a:close/>
                  <a:moveTo>
                    <a:pt x="130254" y="493408"/>
                  </a:moveTo>
                  <a:lnTo>
                    <a:pt x="130254" y="505746"/>
                  </a:lnTo>
                  <a:lnTo>
                    <a:pt x="164765" y="486214"/>
                  </a:lnTo>
                  <a:close/>
                  <a:moveTo>
                    <a:pt x="164765" y="486214"/>
                  </a:moveTo>
                  <a:lnTo>
                    <a:pt x="199276" y="481191"/>
                  </a:lnTo>
                  <a:lnTo>
                    <a:pt x="176175" y="481191"/>
                  </a:lnTo>
                  <a:close/>
                  <a:moveTo>
                    <a:pt x="199276" y="469446"/>
                  </a:moveTo>
                  <a:lnTo>
                    <a:pt x="233787" y="454326"/>
                  </a:lnTo>
                  <a:lnTo>
                    <a:pt x="220674" y="454326"/>
                  </a:lnTo>
                  <a:close/>
                  <a:moveTo>
                    <a:pt x="176175" y="481191"/>
                  </a:moveTo>
                  <a:lnTo>
                    <a:pt x="199276" y="481191"/>
                  </a:lnTo>
                  <a:lnTo>
                    <a:pt x="199276" y="469446"/>
                  </a:lnTo>
                  <a:close/>
                  <a:moveTo>
                    <a:pt x="25535" y="427460"/>
                  </a:moveTo>
                  <a:lnTo>
                    <a:pt x="26720" y="454326"/>
                  </a:lnTo>
                  <a:lnTo>
                    <a:pt x="26720" y="431466"/>
                  </a:lnTo>
                  <a:close/>
                  <a:moveTo>
                    <a:pt x="14939" y="454326"/>
                  </a:moveTo>
                  <a:lnTo>
                    <a:pt x="26720" y="454326"/>
                  </a:lnTo>
                  <a:lnTo>
                    <a:pt x="25535" y="427460"/>
                  </a:lnTo>
                  <a:close/>
                  <a:moveTo>
                    <a:pt x="26720" y="454326"/>
                  </a:moveTo>
                  <a:lnTo>
                    <a:pt x="34339" y="454326"/>
                  </a:lnTo>
                  <a:lnTo>
                    <a:pt x="26720" y="431466"/>
                  </a:lnTo>
                  <a:close/>
                  <a:moveTo>
                    <a:pt x="252562" y="427460"/>
                  </a:moveTo>
                  <a:lnTo>
                    <a:pt x="233787" y="443490"/>
                  </a:lnTo>
                  <a:lnTo>
                    <a:pt x="238876" y="454326"/>
                  </a:lnTo>
                  <a:close/>
                  <a:moveTo>
                    <a:pt x="220674" y="454326"/>
                  </a:moveTo>
                  <a:lnTo>
                    <a:pt x="233787" y="454326"/>
                  </a:lnTo>
                  <a:lnTo>
                    <a:pt x="233787" y="443490"/>
                  </a:lnTo>
                  <a:close/>
                  <a:moveTo>
                    <a:pt x="12997" y="400595"/>
                  </a:moveTo>
                  <a:lnTo>
                    <a:pt x="26720" y="419684"/>
                  </a:lnTo>
                  <a:lnTo>
                    <a:pt x="26720" y="400595"/>
                  </a:lnTo>
                  <a:close/>
                  <a:moveTo>
                    <a:pt x="25535" y="427460"/>
                  </a:moveTo>
                  <a:lnTo>
                    <a:pt x="26720" y="419684"/>
                  </a:lnTo>
                  <a:lnTo>
                    <a:pt x="12997" y="400595"/>
                  </a:lnTo>
                  <a:close/>
                  <a:moveTo>
                    <a:pt x="252562" y="427460"/>
                  </a:moveTo>
                  <a:lnTo>
                    <a:pt x="266916" y="427460"/>
                  </a:lnTo>
                  <a:lnTo>
                    <a:pt x="268299" y="413589"/>
                  </a:lnTo>
                  <a:close/>
                  <a:moveTo>
                    <a:pt x="41540" y="373729"/>
                  </a:moveTo>
                  <a:lnTo>
                    <a:pt x="26720" y="373729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83492" y="400595"/>
                  </a:lnTo>
                  <a:lnTo>
                    <a:pt x="268299" y="413589"/>
                  </a:lnTo>
                  <a:close/>
                  <a:moveTo>
                    <a:pt x="283492" y="400595"/>
                  </a:moveTo>
                  <a:lnTo>
                    <a:pt x="295453" y="400595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41540" y="373729"/>
                  </a:lnTo>
                  <a:lnTo>
                    <a:pt x="56093" y="346863"/>
                  </a:lnTo>
                  <a:close/>
                  <a:moveTo>
                    <a:pt x="321435" y="373729"/>
                  </a:moveTo>
                  <a:lnTo>
                    <a:pt x="311697" y="373729"/>
                  </a:lnTo>
                  <a:lnTo>
                    <a:pt x="302810" y="382465"/>
                  </a:lnTo>
                  <a:close/>
                  <a:moveTo>
                    <a:pt x="321435" y="373729"/>
                  </a:moveTo>
                  <a:lnTo>
                    <a:pt x="330776" y="346863"/>
                  </a:lnTo>
                  <a:lnTo>
                    <a:pt x="311697" y="373729"/>
                  </a:lnTo>
                  <a:close/>
                  <a:moveTo>
                    <a:pt x="53154" y="319998"/>
                  </a:moveTo>
                  <a:lnTo>
                    <a:pt x="61231" y="333286"/>
                  </a:lnTo>
                  <a:lnTo>
                    <a:pt x="61231" y="319998"/>
                  </a:lnTo>
                  <a:close/>
                  <a:moveTo>
                    <a:pt x="56093" y="346863"/>
                  </a:moveTo>
                  <a:lnTo>
                    <a:pt x="61231" y="333286"/>
                  </a:lnTo>
                  <a:lnTo>
                    <a:pt x="53154" y="319998"/>
                  </a:lnTo>
                  <a:close/>
                  <a:moveTo>
                    <a:pt x="339097" y="319998"/>
                  </a:moveTo>
                  <a:lnTo>
                    <a:pt x="337321" y="325662"/>
                  </a:lnTo>
                  <a:lnTo>
                    <a:pt x="338947" y="346863"/>
                  </a:lnTo>
                  <a:close/>
                  <a:moveTo>
                    <a:pt x="330776" y="346863"/>
                  </a:moveTo>
                  <a:lnTo>
                    <a:pt x="337321" y="346863"/>
                  </a:lnTo>
                  <a:lnTo>
                    <a:pt x="337321" y="325662"/>
                  </a:lnTo>
                  <a:close/>
                  <a:moveTo>
                    <a:pt x="66104" y="319998"/>
                  </a:moveTo>
                  <a:lnTo>
                    <a:pt x="67162" y="293132"/>
                  </a:lnTo>
                  <a:lnTo>
                    <a:pt x="61231" y="319998"/>
                  </a:lnTo>
                  <a:close/>
                  <a:moveTo>
                    <a:pt x="67162" y="293132"/>
                  </a:moveTo>
                  <a:lnTo>
                    <a:pt x="61231" y="293132"/>
                  </a:lnTo>
                  <a:lnTo>
                    <a:pt x="61231" y="319998"/>
                  </a:lnTo>
                  <a:close/>
                  <a:moveTo>
                    <a:pt x="61231" y="319998"/>
                  </a:moveTo>
                  <a:lnTo>
                    <a:pt x="61231" y="333286"/>
                  </a:lnTo>
                  <a:lnTo>
                    <a:pt x="66104" y="319998"/>
                  </a:lnTo>
                  <a:close/>
                  <a:moveTo>
                    <a:pt x="344718" y="293132"/>
                  </a:moveTo>
                  <a:lnTo>
                    <a:pt x="337321" y="293132"/>
                  </a:lnTo>
                  <a:lnTo>
                    <a:pt x="339097" y="319998"/>
                  </a:lnTo>
                  <a:close/>
                  <a:moveTo>
                    <a:pt x="58241" y="266267"/>
                  </a:moveTo>
                  <a:lnTo>
                    <a:pt x="61231" y="293132"/>
                  </a:lnTo>
                  <a:lnTo>
                    <a:pt x="61231" y="274773"/>
                  </a:lnTo>
                  <a:close/>
                  <a:moveTo>
                    <a:pt x="54145" y="293132"/>
                  </a:moveTo>
                  <a:lnTo>
                    <a:pt x="61231" y="293132"/>
                  </a:lnTo>
                  <a:lnTo>
                    <a:pt x="58241" y="266267"/>
                  </a:lnTo>
                  <a:close/>
                  <a:moveTo>
                    <a:pt x="61231" y="293132"/>
                  </a:moveTo>
                  <a:lnTo>
                    <a:pt x="67162" y="293132"/>
                  </a:lnTo>
                  <a:lnTo>
                    <a:pt x="61231" y="274773"/>
                  </a:lnTo>
                  <a:close/>
                  <a:moveTo>
                    <a:pt x="337321" y="293132"/>
                  </a:moveTo>
                  <a:lnTo>
                    <a:pt x="337321" y="277311"/>
                  </a:lnTo>
                  <a:lnTo>
                    <a:pt x="336595" y="293132"/>
                  </a:lnTo>
                  <a:close/>
                  <a:moveTo>
                    <a:pt x="336595" y="293132"/>
                  </a:moveTo>
                  <a:lnTo>
                    <a:pt x="332110" y="266267"/>
                  </a:lnTo>
                  <a:lnTo>
                    <a:pt x="323464" y="266267"/>
                  </a:lnTo>
                  <a:close/>
                  <a:moveTo>
                    <a:pt x="41926" y="239401"/>
                  </a:moveTo>
                  <a:lnTo>
                    <a:pt x="43485" y="266267"/>
                  </a:lnTo>
                  <a:lnTo>
                    <a:pt x="58241" y="266267"/>
                  </a:lnTo>
                  <a:close/>
                  <a:moveTo>
                    <a:pt x="323464" y="266267"/>
                  </a:moveTo>
                  <a:lnTo>
                    <a:pt x="302810" y="239401"/>
                  </a:lnTo>
                  <a:lnTo>
                    <a:pt x="302810" y="242644"/>
                  </a:lnTo>
                  <a:close/>
                  <a:moveTo>
                    <a:pt x="310444" y="239401"/>
                  </a:moveTo>
                  <a:lnTo>
                    <a:pt x="302810" y="239401"/>
                  </a:lnTo>
                  <a:lnTo>
                    <a:pt x="323464" y="266267"/>
                  </a:lnTo>
                  <a:close/>
                  <a:moveTo>
                    <a:pt x="25779" y="212536"/>
                  </a:moveTo>
                  <a:lnTo>
                    <a:pt x="26720" y="239401"/>
                  </a:lnTo>
                  <a:lnTo>
                    <a:pt x="26720" y="214149"/>
                  </a:lnTo>
                  <a:close/>
                  <a:moveTo>
                    <a:pt x="26720" y="239401"/>
                  </a:moveTo>
                  <a:lnTo>
                    <a:pt x="41926" y="239401"/>
                  </a:lnTo>
                  <a:lnTo>
                    <a:pt x="26720" y="214149"/>
                  </a:lnTo>
                  <a:close/>
                  <a:moveTo>
                    <a:pt x="302810" y="239401"/>
                  </a:moveTo>
                  <a:lnTo>
                    <a:pt x="302810" y="231683"/>
                  </a:lnTo>
                  <a:lnTo>
                    <a:pt x="299632" y="239401"/>
                  </a:lnTo>
                  <a:close/>
                  <a:moveTo>
                    <a:pt x="299632" y="239401"/>
                  </a:moveTo>
                  <a:lnTo>
                    <a:pt x="284080" y="212536"/>
                  </a:lnTo>
                  <a:lnTo>
                    <a:pt x="270706" y="212536"/>
                  </a:lnTo>
                  <a:close/>
                  <a:moveTo>
                    <a:pt x="302810" y="242644"/>
                  </a:moveTo>
                  <a:lnTo>
                    <a:pt x="302810" y="239401"/>
                  </a:lnTo>
                  <a:lnTo>
                    <a:pt x="299632" y="239401"/>
                  </a:lnTo>
                  <a:close/>
                  <a:moveTo>
                    <a:pt x="317" y="185670"/>
                  </a:moveTo>
                  <a:lnTo>
                    <a:pt x="25779" y="212536"/>
                  </a:lnTo>
                  <a:lnTo>
                    <a:pt x="16763" y="185670"/>
                  </a:lnTo>
                  <a:close/>
                  <a:moveTo>
                    <a:pt x="268299" y="194740"/>
                  </a:moveTo>
                  <a:lnTo>
                    <a:pt x="268299" y="210114"/>
                  </a:lnTo>
                  <a:lnTo>
                    <a:pt x="270706" y="212536"/>
                  </a:lnTo>
                  <a:close/>
                  <a:moveTo>
                    <a:pt x="268299" y="210114"/>
                  </a:moveTo>
                  <a:lnTo>
                    <a:pt x="268299" y="19474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6763" y="185670"/>
                  </a:lnTo>
                  <a:lnTo>
                    <a:pt x="17336" y="158805"/>
                  </a:lnTo>
                  <a:close/>
                  <a:moveTo>
                    <a:pt x="246213" y="185670"/>
                  </a:moveTo>
                  <a:lnTo>
                    <a:pt x="233787" y="158805"/>
                  </a:lnTo>
                  <a:lnTo>
                    <a:pt x="233787" y="167815"/>
                  </a:lnTo>
                  <a:close/>
                  <a:moveTo>
                    <a:pt x="245855" y="158805"/>
                  </a:moveTo>
                  <a:lnTo>
                    <a:pt x="233787" y="158805"/>
                  </a:lnTo>
                  <a:lnTo>
                    <a:pt x="246213" y="185670"/>
                  </a:lnTo>
                  <a:close/>
                  <a:moveTo>
                    <a:pt x="6911" y="131939"/>
                  </a:moveTo>
                  <a:lnTo>
                    <a:pt x="26720" y="132274"/>
                  </a:lnTo>
                  <a:lnTo>
                    <a:pt x="26720" y="131939"/>
                  </a:lnTo>
                  <a:close/>
                  <a:moveTo>
                    <a:pt x="17336" y="158805"/>
                  </a:moveTo>
                  <a:lnTo>
                    <a:pt x="26720" y="132274"/>
                  </a:lnTo>
                  <a:lnTo>
                    <a:pt x="6911" y="131939"/>
                  </a:lnTo>
                  <a:close/>
                  <a:moveTo>
                    <a:pt x="233787" y="158805"/>
                  </a:moveTo>
                  <a:lnTo>
                    <a:pt x="233787" y="131939"/>
                  </a:lnTo>
                  <a:lnTo>
                    <a:pt x="228055" y="158805"/>
                  </a:lnTo>
                  <a:close/>
                  <a:moveTo>
                    <a:pt x="233787" y="131939"/>
                  </a:moveTo>
                  <a:lnTo>
                    <a:pt x="215233" y="131939"/>
                  </a:lnTo>
                  <a:lnTo>
                    <a:pt x="228055" y="158805"/>
                  </a:lnTo>
                  <a:close/>
                  <a:moveTo>
                    <a:pt x="233787" y="167815"/>
                  </a:moveTo>
                  <a:lnTo>
                    <a:pt x="233787" y="158805"/>
                  </a:lnTo>
                  <a:lnTo>
                    <a:pt x="228055" y="158805"/>
                  </a:lnTo>
                  <a:close/>
                  <a:moveTo>
                    <a:pt x="42165" y="105073"/>
                  </a:moveTo>
                  <a:lnTo>
                    <a:pt x="26720" y="105073"/>
                  </a:lnTo>
                  <a:lnTo>
                    <a:pt x="26720" y="131939"/>
                  </a:lnTo>
                  <a:close/>
                  <a:moveTo>
                    <a:pt x="215233" y="131939"/>
                  </a:moveTo>
                  <a:lnTo>
                    <a:pt x="231385" y="105073"/>
                  </a:lnTo>
                  <a:lnTo>
                    <a:pt x="206607" y="105073"/>
                  </a:lnTo>
                  <a:close/>
                  <a:moveTo>
                    <a:pt x="30545" y="78208"/>
                  </a:moveTo>
                  <a:lnTo>
                    <a:pt x="42165" y="105073"/>
                  </a:lnTo>
                  <a:lnTo>
                    <a:pt x="58690" y="78208"/>
                  </a:lnTo>
                  <a:close/>
                  <a:moveTo>
                    <a:pt x="199709" y="78208"/>
                  </a:moveTo>
                  <a:lnTo>
                    <a:pt x="206607" y="105073"/>
                  </a:lnTo>
                  <a:lnTo>
                    <a:pt x="229046" y="78208"/>
                  </a:lnTo>
                  <a:close/>
                  <a:moveTo>
                    <a:pt x="44292" y="51342"/>
                  </a:moveTo>
                  <a:lnTo>
                    <a:pt x="61231" y="74619"/>
                  </a:lnTo>
                  <a:lnTo>
                    <a:pt x="61231" y="51342"/>
                  </a:lnTo>
                  <a:close/>
                  <a:moveTo>
                    <a:pt x="58690" y="78208"/>
                  </a:moveTo>
                  <a:lnTo>
                    <a:pt x="61231" y="74619"/>
                  </a:lnTo>
                  <a:lnTo>
                    <a:pt x="44292" y="51342"/>
                  </a:lnTo>
                  <a:close/>
                  <a:moveTo>
                    <a:pt x="199709" y="78208"/>
                  </a:moveTo>
                  <a:lnTo>
                    <a:pt x="199276" y="51342"/>
                  </a:lnTo>
                  <a:lnTo>
                    <a:pt x="199276" y="77170"/>
                  </a:lnTo>
                  <a:close/>
                  <a:moveTo>
                    <a:pt x="222691" y="51342"/>
                  </a:moveTo>
                  <a:lnTo>
                    <a:pt x="199276" y="51342"/>
                  </a:lnTo>
                  <a:lnTo>
                    <a:pt x="199709" y="78208"/>
                  </a:lnTo>
                  <a:close/>
                  <a:moveTo>
                    <a:pt x="95742" y="24477"/>
                  </a:moveTo>
                  <a:lnTo>
                    <a:pt x="68012" y="24477"/>
                  </a:lnTo>
                  <a:lnTo>
                    <a:pt x="95742" y="40009"/>
                  </a:lnTo>
                  <a:close/>
                  <a:moveTo>
                    <a:pt x="95742" y="40009"/>
                  </a:moveTo>
                  <a:lnTo>
                    <a:pt x="61231" y="30774"/>
                  </a:lnTo>
                  <a:lnTo>
                    <a:pt x="81439" y="51342"/>
                  </a:lnTo>
                  <a:close/>
                  <a:moveTo>
                    <a:pt x="81439" y="51342"/>
                  </a:moveTo>
                  <a:lnTo>
                    <a:pt x="61231" y="30774"/>
                  </a:lnTo>
                  <a:lnTo>
                    <a:pt x="61231" y="51342"/>
                  </a:lnTo>
                  <a:close/>
                  <a:moveTo>
                    <a:pt x="61231" y="51342"/>
                  </a:moveTo>
                  <a:lnTo>
                    <a:pt x="61231" y="74619"/>
                  </a:lnTo>
                  <a:lnTo>
                    <a:pt x="81439" y="51342"/>
                  </a:lnTo>
                  <a:close/>
                  <a:moveTo>
                    <a:pt x="164765" y="35393"/>
                  </a:moveTo>
                  <a:lnTo>
                    <a:pt x="184639" y="51342"/>
                  </a:lnTo>
                  <a:lnTo>
                    <a:pt x="164765" y="24477"/>
                  </a:lnTo>
                  <a:close/>
                  <a:moveTo>
                    <a:pt x="164765" y="24477"/>
                  </a:moveTo>
                  <a:lnTo>
                    <a:pt x="184639" y="51342"/>
                  </a:lnTo>
                  <a:lnTo>
                    <a:pt x="199276" y="51342"/>
                  </a:lnTo>
                  <a:close/>
                  <a:moveTo>
                    <a:pt x="164765" y="24477"/>
                  </a:moveTo>
                  <a:lnTo>
                    <a:pt x="199276" y="51342"/>
                  </a:lnTo>
                  <a:lnTo>
                    <a:pt x="199276" y="24477"/>
                  </a:lnTo>
                  <a:close/>
                  <a:moveTo>
                    <a:pt x="199276" y="77170"/>
                  </a:moveTo>
                  <a:lnTo>
                    <a:pt x="199276" y="51342"/>
                  </a:lnTo>
                  <a:lnTo>
                    <a:pt x="184639" y="51342"/>
                  </a:lnTo>
                  <a:close/>
                  <a:moveTo>
                    <a:pt x="95742" y="24477"/>
                  </a:moveTo>
                  <a:lnTo>
                    <a:pt x="130254" y="24477"/>
                  </a:lnTo>
                  <a:lnTo>
                    <a:pt x="130254" y="0"/>
                  </a:lnTo>
                  <a:close/>
                  <a:moveTo>
                    <a:pt x="130254" y="24477"/>
                  </a:moveTo>
                  <a:lnTo>
                    <a:pt x="95742" y="24477"/>
                  </a:lnTo>
                  <a:lnTo>
                    <a:pt x="130254" y="28530"/>
                  </a:lnTo>
                  <a:close/>
                  <a:moveTo>
                    <a:pt x="95742" y="24477"/>
                  </a:moveTo>
                  <a:lnTo>
                    <a:pt x="95742" y="40009"/>
                  </a:lnTo>
                  <a:lnTo>
                    <a:pt x="130254" y="28530"/>
                  </a:lnTo>
                  <a:close/>
                  <a:moveTo>
                    <a:pt x="130254" y="24477"/>
                  </a:moveTo>
                  <a:lnTo>
                    <a:pt x="164765" y="24477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30254" y="24477"/>
                  </a:lnTo>
                  <a:lnTo>
                    <a:pt x="164765" y="35393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4026" name="Match_B4__4025">
              <a:extLst>
                <a:ext uri="{FF2B5EF4-FFF2-40B4-BE49-F238E27FC236}">
                  <a16:creationId xmlns:a16="http://schemas.microsoft.com/office/drawing/2014/main" id="{9149B46B-5AEF-70A6-A7F7-D0CDA231D9C1}"/>
                </a:ext>
              </a:extLst>
            </p:cNvPr>
            <p:cNvSpPr>
              <a:spLocks noGrp="1"/>
            </p:cNvSpPr>
            <p:nvPr/>
          </p:nvSpPr>
          <p:spPr>
            <a:xfrm>
              <a:off x="8408884" y="2501103"/>
              <a:ext cx="322334" cy="468931"/>
            </a:xfrm>
            <a:custGeom>
              <a:avLst/>
              <a:gdLst/>
              <a:ahLst/>
              <a:cxnLst/>
              <a:rect l="0" t="0" r="0" b="0"/>
              <a:pathLst>
                <a:path w="322334" h="468931">
                  <a:moveTo>
                    <a:pt x="44468" y="456714"/>
                  </a:moveTo>
                  <a:lnTo>
                    <a:pt x="47845" y="456714"/>
                  </a:lnTo>
                  <a:lnTo>
                    <a:pt x="44468" y="455071"/>
                  </a:lnTo>
                  <a:close/>
                  <a:moveTo>
                    <a:pt x="12758" y="376118"/>
                  </a:moveTo>
                  <a:lnTo>
                    <a:pt x="24777" y="349252"/>
                  </a:lnTo>
                  <a:lnTo>
                    <a:pt x="9957" y="376118"/>
                  </a:lnTo>
                  <a:close/>
                  <a:moveTo>
                    <a:pt x="9957" y="376118"/>
                  </a:moveTo>
                  <a:lnTo>
                    <a:pt x="9957" y="395208"/>
                  </a:lnTo>
                  <a:lnTo>
                    <a:pt x="12758" y="376118"/>
                  </a:lnTo>
                  <a:close/>
                  <a:moveTo>
                    <a:pt x="322334" y="295521"/>
                  </a:moveTo>
                  <a:lnTo>
                    <a:pt x="320558" y="268656"/>
                  </a:lnTo>
                  <a:lnTo>
                    <a:pt x="320558" y="276690"/>
                  </a:lnTo>
                  <a:close/>
                  <a:moveTo>
                    <a:pt x="320558" y="276690"/>
                  </a:moveTo>
                  <a:lnTo>
                    <a:pt x="320558" y="268656"/>
                  </a:lnTo>
                  <a:lnTo>
                    <a:pt x="319832" y="268656"/>
                  </a:lnTo>
                  <a:close/>
                  <a:moveTo>
                    <a:pt x="10085" y="107462"/>
                  </a:moveTo>
                  <a:lnTo>
                    <a:pt x="25402" y="80597"/>
                  </a:lnTo>
                  <a:lnTo>
                    <a:pt x="9957" y="107462"/>
                  </a:lnTo>
                  <a:close/>
                  <a:moveTo>
                    <a:pt x="9957" y="107462"/>
                  </a:moveTo>
                  <a:lnTo>
                    <a:pt x="9957" y="107797"/>
                  </a:lnTo>
                  <a:lnTo>
                    <a:pt x="10085" y="107462"/>
                  </a:lnTo>
                  <a:close/>
                  <a:moveTo>
                    <a:pt x="113491" y="0"/>
                  </a:moveTo>
                  <a:lnTo>
                    <a:pt x="113491" y="4053"/>
                  </a:lnTo>
                  <a:lnTo>
                    <a:pt x="148002" y="10916"/>
                  </a:lnTo>
                  <a:close/>
                  <a:moveTo>
                    <a:pt x="47845" y="456714"/>
                  </a:moveTo>
                  <a:lnTo>
                    <a:pt x="78979" y="467329"/>
                  </a:lnTo>
                  <a:lnTo>
                    <a:pt x="78979" y="456714"/>
                  </a:lnTo>
                  <a:close/>
                  <a:moveTo>
                    <a:pt x="44468" y="455071"/>
                  </a:moveTo>
                  <a:lnTo>
                    <a:pt x="47845" y="456714"/>
                  </a:lnTo>
                  <a:lnTo>
                    <a:pt x="65807" y="429849"/>
                  </a:lnTo>
                  <a:close/>
                  <a:moveTo>
                    <a:pt x="113491" y="456714"/>
                  </a:moveTo>
                  <a:lnTo>
                    <a:pt x="78979" y="467329"/>
                  </a:lnTo>
                  <a:lnTo>
                    <a:pt x="113491" y="468931"/>
                  </a:lnTo>
                  <a:close/>
                  <a:moveTo>
                    <a:pt x="113491" y="456714"/>
                  </a:moveTo>
                  <a:lnTo>
                    <a:pt x="78979" y="456714"/>
                  </a:lnTo>
                  <a:lnTo>
                    <a:pt x="78979" y="467329"/>
                  </a:lnTo>
                  <a:close/>
                  <a:moveTo>
                    <a:pt x="148002" y="456714"/>
                  </a:moveTo>
                  <a:lnTo>
                    <a:pt x="113491" y="468931"/>
                  </a:lnTo>
                  <a:lnTo>
                    <a:pt x="148002" y="461737"/>
                  </a:lnTo>
                  <a:close/>
                  <a:moveTo>
                    <a:pt x="148002" y="456714"/>
                  </a:moveTo>
                  <a:lnTo>
                    <a:pt x="113491" y="456714"/>
                  </a:lnTo>
                  <a:lnTo>
                    <a:pt x="113491" y="468931"/>
                  </a:lnTo>
                  <a:close/>
                  <a:moveTo>
                    <a:pt x="148002" y="456714"/>
                  </a:moveTo>
                  <a:lnTo>
                    <a:pt x="148002" y="461737"/>
                  </a:lnTo>
                  <a:lnTo>
                    <a:pt x="159412" y="456714"/>
                  </a:lnTo>
                  <a:close/>
                  <a:moveTo>
                    <a:pt x="159412" y="456714"/>
                  </a:moveTo>
                  <a:lnTo>
                    <a:pt x="182513" y="444969"/>
                  </a:lnTo>
                  <a:lnTo>
                    <a:pt x="148002" y="456714"/>
                  </a:lnTo>
                  <a:close/>
                  <a:moveTo>
                    <a:pt x="17576" y="429849"/>
                  </a:moveTo>
                  <a:lnTo>
                    <a:pt x="44468" y="455071"/>
                  </a:lnTo>
                  <a:lnTo>
                    <a:pt x="44468" y="429849"/>
                  </a:lnTo>
                  <a:close/>
                  <a:moveTo>
                    <a:pt x="44468" y="429849"/>
                  </a:moveTo>
                  <a:lnTo>
                    <a:pt x="9957" y="406990"/>
                  </a:lnTo>
                  <a:lnTo>
                    <a:pt x="17576" y="429849"/>
                  </a:lnTo>
                  <a:close/>
                  <a:moveTo>
                    <a:pt x="9957" y="402983"/>
                  </a:moveTo>
                  <a:lnTo>
                    <a:pt x="9957" y="406990"/>
                  </a:lnTo>
                  <a:lnTo>
                    <a:pt x="44468" y="429849"/>
                  </a:lnTo>
                  <a:close/>
                  <a:moveTo>
                    <a:pt x="182513" y="429849"/>
                  </a:moveTo>
                  <a:lnTo>
                    <a:pt x="182513" y="444969"/>
                  </a:lnTo>
                  <a:lnTo>
                    <a:pt x="203911" y="429849"/>
                  </a:lnTo>
                  <a:close/>
                  <a:moveTo>
                    <a:pt x="203911" y="429849"/>
                  </a:moveTo>
                  <a:lnTo>
                    <a:pt x="217025" y="419014"/>
                  </a:lnTo>
                  <a:lnTo>
                    <a:pt x="182513" y="429849"/>
                  </a:lnTo>
                  <a:close/>
                  <a:moveTo>
                    <a:pt x="8772" y="402983"/>
                  </a:moveTo>
                  <a:lnTo>
                    <a:pt x="9957" y="406990"/>
                  </a:lnTo>
                  <a:lnTo>
                    <a:pt x="9957" y="402983"/>
                  </a:lnTo>
                  <a:close/>
                  <a:moveTo>
                    <a:pt x="9957" y="395208"/>
                  </a:moveTo>
                  <a:lnTo>
                    <a:pt x="8772" y="402983"/>
                  </a:lnTo>
                  <a:lnTo>
                    <a:pt x="9957" y="402983"/>
                  </a:lnTo>
                  <a:close/>
                  <a:moveTo>
                    <a:pt x="9957" y="402983"/>
                  </a:moveTo>
                  <a:lnTo>
                    <a:pt x="12758" y="376118"/>
                  </a:lnTo>
                  <a:lnTo>
                    <a:pt x="9957" y="395208"/>
                  </a:lnTo>
                  <a:close/>
                  <a:moveTo>
                    <a:pt x="44468" y="376118"/>
                  </a:moveTo>
                  <a:lnTo>
                    <a:pt x="12758" y="376118"/>
                  </a:lnTo>
                  <a:lnTo>
                    <a:pt x="9957" y="402983"/>
                  </a:lnTo>
                  <a:close/>
                  <a:moveTo>
                    <a:pt x="217025" y="402983"/>
                  </a:moveTo>
                  <a:lnTo>
                    <a:pt x="217025" y="419014"/>
                  </a:lnTo>
                  <a:lnTo>
                    <a:pt x="235799" y="402983"/>
                  </a:lnTo>
                  <a:close/>
                  <a:moveTo>
                    <a:pt x="235799" y="402983"/>
                  </a:moveTo>
                  <a:lnTo>
                    <a:pt x="251536" y="389113"/>
                  </a:lnTo>
                  <a:lnTo>
                    <a:pt x="217025" y="402983"/>
                  </a:lnTo>
                  <a:close/>
                  <a:moveTo>
                    <a:pt x="24777" y="349252"/>
                  </a:moveTo>
                  <a:lnTo>
                    <a:pt x="12758" y="376118"/>
                  </a:lnTo>
                  <a:lnTo>
                    <a:pt x="44468" y="376118"/>
                  </a:lnTo>
                  <a:close/>
                  <a:moveTo>
                    <a:pt x="251536" y="376118"/>
                  </a:moveTo>
                  <a:lnTo>
                    <a:pt x="251536" y="389113"/>
                  </a:lnTo>
                  <a:lnTo>
                    <a:pt x="266729" y="376118"/>
                  </a:lnTo>
                  <a:close/>
                  <a:moveTo>
                    <a:pt x="266729" y="376118"/>
                  </a:moveTo>
                  <a:lnTo>
                    <a:pt x="286047" y="357989"/>
                  </a:lnTo>
                  <a:lnTo>
                    <a:pt x="251536" y="376118"/>
                  </a:lnTo>
                  <a:close/>
                  <a:moveTo>
                    <a:pt x="39330" y="322387"/>
                  </a:moveTo>
                  <a:lnTo>
                    <a:pt x="44468" y="349252"/>
                  </a:lnTo>
                  <a:lnTo>
                    <a:pt x="44468" y="322387"/>
                  </a:lnTo>
                  <a:close/>
                  <a:moveTo>
                    <a:pt x="39330" y="322387"/>
                  </a:moveTo>
                  <a:lnTo>
                    <a:pt x="24777" y="349252"/>
                  </a:lnTo>
                  <a:lnTo>
                    <a:pt x="44468" y="349252"/>
                  </a:lnTo>
                  <a:close/>
                  <a:moveTo>
                    <a:pt x="286047" y="349252"/>
                  </a:moveTo>
                  <a:lnTo>
                    <a:pt x="286047" y="357989"/>
                  </a:lnTo>
                  <a:lnTo>
                    <a:pt x="294935" y="349252"/>
                  </a:lnTo>
                  <a:close/>
                  <a:moveTo>
                    <a:pt x="314013" y="322387"/>
                  </a:moveTo>
                  <a:lnTo>
                    <a:pt x="292946" y="322387"/>
                  </a:lnTo>
                  <a:lnTo>
                    <a:pt x="294935" y="349252"/>
                  </a:lnTo>
                  <a:close/>
                  <a:moveTo>
                    <a:pt x="44468" y="308810"/>
                  </a:moveTo>
                  <a:lnTo>
                    <a:pt x="39330" y="322387"/>
                  </a:lnTo>
                  <a:lnTo>
                    <a:pt x="44468" y="322387"/>
                  </a:lnTo>
                  <a:close/>
                  <a:moveTo>
                    <a:pt x="44468" y="308810"/>
                  </a:moveTo>
                  <a:lnTo>
                    <a:pt x="44468" y="322387"/>
                  </a:lnTo>
                  <a:lnTo>
                    <a:pt x="49341" y="295521"/>
                  </a:lnTo>
                  <a:close/>
                  <a:moveTo>
                    <a:pt x="49341" y="295521"/>
                  </a:moveTo>
                  <a:lnTo>
                    <a:pt x="44468" y="322387"/>
                  </a:lnTo>
                  <a:lnTo>
                    <a:pt x="67965" y="322387"/>
                  </a:lnTo>
                  <a:close/>
                  <a:moveTo>
                    <a:pt x="320558" y="301185"/>
                  </a:moveTo>
                  <a:lnTo>
                    <a:pt x="320558" y="295521"/>
                  </a:lnTo>
                  <a:lnTo>
                    <a:pt x="314013" y="322387"/>
                  </a:lnTo>
                  <a:close/>
                  <a:moveTo>
                    <a:pt x="314013" y="322387"/>
                  </a:moveTo>
                  <a:lnTo>
                    <a:pt x="320558" y="295521"/>
                  </a:lnTo>
                  <a:lnTo>
                    <a:pt x="302579" y="295521"/>
                  </a:lnTo>
                  <a:close/>
                  <a:moveTo>
                    <a:pt x="50399" y="268656"/>
                  </a:moveTo>
                  <a:lnTo>
                    <a:pt x="49341" y="295521"/>
                  </a:lnTo>
                  <a:lnTo>
                    <a:pt x="75085" y="295521"/>
                  </a:lnTo>
                  <a:close/>
                  <a:moveTo>
                    <a:pt x="320558" y="295521"/>
                  </a:moveTo>
                  <a:lnTo>
                    <a:pt x="320558" y="301185"/>
                  </a:lnTo>
                  <a:lnTo>
                    <a:pt x="322334" y="295521"/>
                  </a:lnTo>
                  <a:close/>
                  <a:moveTo>
                    <a:pt x="320558" y="295521"/>
                  </a:moveTo>
                  <a:lnTo>
                    <a:pt x="322334" y="295521"/>
                  </a:lnTo>
                  <a:lnTo>
                    <a:pt x="320558" y="276690"/>
                  </a:lnTo>
                  <a:close/>
                  <a:moveTo>
                    <a:pt x="320558" y="295521"/>
                  </a:moveTo>
                  <a:lnTo>
                    <a:pt x="320558" y="276690"/>
                  </a:lnTo>
                  <a:lnTo>
                    <a:pt x="302579" y="295521"/>
                  </a:lnTo>
                  <a:close/>
                  <a:moveTo>
                    <a:pt x="302579" y="295521"/>
                  </a:moveTo>
                  <a:lnTo>
                    <a:pt x="320558" y="276690"/>
                  </a:lnTo>
                  <a:lnTo>
                    <a:pt x="319832" y="268656"/>
                  </a:lnTo>
                  <a:close/>
                  <a:moveTo>
                    <a:pt x="44468" y="241790"/>
                  </a:moveTo>
                  <a:lnTo>
                    <a:pt x="44468" y="250297"/>
                  </a:lnTo>
                  <a:lnTo>
                    <a:pt x="71403" y="241790"/>
                  </a:lnTo>
                  <a:close/>
                  <a:moveTo>
                    <a:pt x="71403" y="241790"/>
                  </a:moveTo>
                  <a:lnTo>
                    <a:pt x="44468" y="250297"/>
                  </a:lnTo>
                  <a:lnTo>
                    <a:pt x="50399" y="268656"/>
                  </a:lnTo>
                  <a:close/>
                  <a:moveTo>
                    <a:pt x="319832" y="268656"/>
                  </a:moveTo>
                  <a:lnTo>
                    <a:pt x="306701" y="241790"/>
                  </a:lnTo>
                  <a:lnTo>
                    <a:pt x="299748" y="268656"/>
                  </a:lnTo>
                  <a:close/>
                  <a:moveTo>
                    <a:pt x="41478" y="241790"/>
                  </a:moveTo>
                  <a:lnTo>
                    <a:pt x="44468" y="250297"/>
                  </a:lnTo>
                  <a:lnTo>
                    <a:pt x="44468" y="241790"/>
                  </a:lnTo>
                  <a:close/>
                  <a:moveTo>
                    <a:pt x="25163" y="214924"/>
                  </a:moveTo>
                  <a:lnTo>
                    <a:pt x="44468" y="241790"/>
                  </a:lnTo>
                  <a:lnTo>
                    <a:pt x="44468" y="214924"/>
                  </a:lnTo>
                  <a:close/>
                  <a:moveTo>
                    <a:pt x="25163" y="214924"/>
                  </a:moveTo>
                  <a:lnTo>
                    <a:pt x="41478" y="241790"/>
                  </a:lnTo>
                  <a:lnTo>
                    <a:pt x="44468" y="241790"/>
                  </a:lnTo>
                  <a:close/>
                  <a:moveTo>
                    <a:pt x="286047" y="241790"/>
                  </a:moveTo>
                  <a:lnTo>
                    <a:pt x="306701" y="241790"/>
                  </a:lnTo>
                  <a:lnTo>
                    <a:pt x="286047" y="218168"/>
                  </a:lnTo>
                  <a:close/>
                  <a:moveTo>
                    <a:pt x="284120" y="241790"/>
                  </a:moveTo>
                  <a:lnTo>
                    <a:pt x="286047" y="218168"/>
                  </a:lnTo>
                  <a:lnTo>
                    <a:pt x="282869" y="214924"/>
                  </a:lnTo>
                  <a:close/>
                  <a:moveTo>
                    <a:pt x="9957" y="188059"/>
                  </a:moveTo>
                  <a:lnTo>
                    <a:pt x="9957" y="189673"/>
                  </a:lnTo>
                  <a:lnTo>
                    <a:pt x="43549" y="188059"/>
                  </a:lnTo>
                  <a:close/>
                  <a:moveTo>
                    <a:pt x="9957" y="189673"/>
                  </a:moveTo>
                  <a:lnTo>
                    <a:pt x="25163" y="214924"/>
                  </a:lnTo>
                  <a:lnTo>
                    <a:pt x="43549" y="188059"/>
                  </a:lnTo>
                  <a:close/>
                  <a:moveTo>
                    <a:pt x="253944" y="188059"/>
                  </a:moveTo>
                  <a:lnTo>
                    <a:pt x="251536" y="188059"/>
                  </a:lnTo>
                  <a:lnTo>
                    <a:pt x="255598" y="214924"/>
                  </a:lnTo>
                  <a:close/>
                  <a:moveTo>
                    <a:pt x="282869" y="214924"/>
                  </a:moveTo>
                  <a:lnTo>
                    <a:pt x="253944" y="188059"/>
                  </a:lnTo>
                  <a:lnTo>
                    <a:pt x="255598" y="214924"/>
                  </a:lnTo>
                  <a:close/>
                  <a:moveTo>
                    <a:pt x="9016" y="188059"/>
                  </a:moveTo>
                  <a:lnTo>
                    <a:pt x="9957" y="189673"/>
                  </a:lnTo>
                  <a:lnTo>
                    <a:pt x="9957" y="188059"/>
                  </a:lnTo>
                  <a:close/>
                  <a:moveTo>
                    <a:pt x="0" y="161193"/>
                  </a:moveTo>
                  <a:lnTo>
                    <a:pt x="9957" y="188059"/>
                  </a:lnTo>
                  <a:lnTo>
                    <a:pt x="9957" y="161193"/>
                  </a:lnTo>
                  <a:close/>
                  <a:moveTo>
                    <a:pt x="0" y="161193"/>
                  </a:moveTo>
                  <a:lnTo>
                    <a:pt x="9016" y="188059"/>
                  </a:lnTo>
                  <a:lnTo>
                    <a:pt x="9957" y="188059"/>
                  </a:lnTo>
                  <a:close/>
                  <a:moveTo>
                    <a:pt x="251536" y="188059"/>
                  </a:moveTo>
                  <a:lnTo>
                    <a:pt x="253944" y="188059"/>
                  </a:lnTo>
                  <a:lnTo>
                    <a:pt x="251536" y="185637"/>
                  </a:lnTo>
                  <a:close/>
                  <a:moveTo>
                    <a:pt x="217025" y="161193"/>
                  </a:moveTo>
                  <a:lnTo>
                    <a:pt x="251536" y="188059"/>
                  </a:lnTo>
                  <a:lnTo>
                    <a:pt x="229450" y="161193"/>
                  </a:lnTo>
                  <a:close/>
                  <a:moveTo>
                    <a:pt x="229450" y="161193"/>
                  </a:moveTo>
                  <a:lnTo>
                    <a:pt x="251536" y="188059"/>
                  </a:lnTo>
                  <a:lnTo>
                    <a:pt x="251536" y="185637"/>
                  </a:lnTo>
                  <a:close/>
                  <a:moveTo>
                    <a:pt x="573" y="134328"/>
                  </a:moveTo>
                  <a:lnTo>
                    <a:pt x="9957" y="161193"/>
                  </a:lnTo>
                  <a:lnTo>
                    <a:pt x="9957" y="134328"/>
                  </a:lnTo>
                  <a:close/>
                  <a:moveTo>
                    <a:pt x="573" y="134328"/>
                  </a:moveTo>
                  <a:lnTo>
                    <a:pt x="0" y="161193"/>
                  </a:lnTo>
                  <a:lnTo>
                    <a:pt x="9957" y="161193"/>
                  </a:lnTo>
                  <a:close/>
                  <a:moveTo>
                    <a:pt x="217025" y="161193"/>
                  </a:moveTo>
                  <a:lnTo>
                    <a:pt x="229450" y="161193"/>
                  </a:lnTo>
                  <a:lnTo>
                    <a:pt x="217025" y="143338"/>
                  </a:lnTo>
                  <a:close/>
                  <a:moveTo>
                    <a:pt x="211292" y="134328"/>
                  </a:moveTo>
                  <a:lnTo>
                    <a:pt x="217025" y="161193"/>
                  </a:lnTo>
                  <a:lnTo>
                    <a:pt x="217025" y="143338"/>
                  </a:lnTo>
                  <a:close/>
                  <a:moveTo>
                    <a:pt x="9957" y="107797"/>
                  </a:moveTo>
                  <a:lnTo>
                    <a:pt x="573" y="134328"/>
                  </a:lnTo>
                  <a:lnTo>
                    <a:pt x="9957" y="134328"/>
                  </a:lnTo>
                  <a:close/>
                  <a:moveTo>
                    <a:pt x="10085" y="107462"/>
                  </a:moveTo>
                  <a:lnTo>
                    <a:pt x="9957" y="107797"/>
                  </a:lnTo>
                  <a:lnTo>
                    <a:pt x="44468" y="124339"/>
                  </a:lnTo>
                  <a:close/>
                  <a:moveTo>
                    <a:pt x="182513" y="107462"/>
                  </a:moveTo>
                  <a:lnTo>
                    <a:pt x="211292" y="134328"/>
                  </a:lnTo>
                  <a:lnTo>
                    <a:pt x="198470" y="107462"/>
                  </a:lnTo>
                  <a:close/>
                  <a:moveTo>
                    <a:pt x="25402" y="80597"/>
                  </a:moveTo>
                  <a:lnTo>
                    <a:pt x="10085" y="107462"/>
                  </a:lnTo>
                  <a:lnTo>
                    <a:pt x="44468" y="107462"/>
                  </a:lnTo>
                  <a:close/>
                  <a:moveTo>
                    <a:pt x="182513" y="80597"/>
                  </a:moveTo>
                  <a:lnTo>
                    <a:pt x="198470" y="107462"/>
                  </a:lnTo>
                  <a:lnTo>
                    <a:pt x="189844" y="80597"/>
                  </a:lnTo>
                  <a:close/>
                  <a:moveTo>
                    <a:pt x="182513" y="80597"/>
                  </a:moveTo>
                  <a:lnTo>
                    <a:pt x="182513" y="107462"/>
                  </a:lnTo>
                  <a:lnTo>
                    <a:pt x="198470" y="107462"/>
                  </a:lnTo>
                  <a:close/>
                  <a:moveTo>
                    <a:pt x="41927" y="53731"/>
                  </a:moveTo>
                  <a:lnTo>
                    <a:pt x="44468" y="80597"/>
                  </a:lnTo>
                  <a:lnTo>
                    <a:pt x="44468" y="53731"/>
                  </a:lnTo>
                  <a:close/>
                  <a:moveTo>
                    <a:pt x="41927" y="53731"/>
                  </a:moveTo>
                  <a:lnTo>
                    <a:pt x="25402" y="80597"/>
                  </a:lnTo>
                  <a:lnTo>
                    <a:pt x="44468" y="80597"/>
                  </a:lnTo>
                  <a:close/>
                  <a:moveTo>
                    <a:pt x="44468" y="80597"/>
                  </a:moveTo>
                  <a:lnTo>
                    <a:pt x="78979" y="53731"/>
                  </a:lnTo>
                  <a:lnTo>
                    <a:pt x="44468" y="53731"/>
                  </a:lnTo>
                  <a:close/>
                  <a:moveTo>
                    <a:pt x="148002" y="80597"/>
                  </a:moveTo>
                  <a:lnTo>
                    <a:pt x="182513" y="80597"/>
                  </a:lnTo>
                  <a:lnTo>
                    <a:pt x="182513" y="53731"/>
                  </a:lnTo>
                  <a:close/>
                  <a:moveTo>
                    <a:pt x="182513" y="53731"/>
                  </a:moveTo>
                  <a:lnTo>
                    <a:pt x="189844" y="80597"/>
                  </a:lnTo>
                  <a:lnTo>
                    <a:pt x="182946" y="53731"/>
                  </a:lnTo>
                  <a:close/>
                  <a:moveTo>
                    <a:pt x="182513" y="53731"/>
                  </a:moveTo>
                  <a:lnTo>
                    <a:pt x="182513" y="80597"/>
                  </a:lnTo>
                  <a:lnTo>
                    <a:pt x="189844" y="80597"/>
                  </a:lnTo>
                  <a:close/>
                  <a:moveTo>
                    <a:pt x="44468" y="50142"/>
                  </a:moveTo>
                  <a:lnTo>
                    <a:pt x="41927" y="53731"/>
                  </a:lnTo>
                  <a:lnTo>
                    <a:pt x="44468" y="53731"/>
                  </a:lnTo>
                  <a:close/>
                  <a:moveTo>
                    <a:pt x="44468" y="53731"/>
                  </a:moveTo>
                  <a:lnTo>
                    <a:pt x="64676" y="26866"/>
                  </a:lnTo>
                  <a:lnTo>
                    <a:pt x="44468" y="50142"/>
                  </a:lnTo>
                  <a:close/>
                  <a:moveTo>
                    <a:pt x="78979" y="26866"/>
                  </a:moveTo>
                  <a:lnTo>
                    <a:pt x="64676" y="26866"/>
                  </a:lnTo>
                  <a:lnTo>
                    <a:pt x="44468" y="53731"/>
                  </a:lnTo>
                  <a:close/>
                  <a:moveTo>
                    <a:pt x="78979" y="53731"/>
                  </a:moveTo>
                  <a:lnTo>
                    <a:pt x="78979" y="26866"/>
                  </a:lnTo>
                  <a:lnTo>
                    <a:pt x="44468" y="53731"/>
                  </a:lnTo>
                  <a:close/>
                  <a:moveTo>
                    <a:pt x="148002" y="26866"/>
                  </a:moveTo>
                  <a:lnTo>
                    <a:pt x="182513" y="52693"/>
                  </a:lnTo>
                  <a:lnTo>
                    <a:pt x="167876" y="26866"/>
                  </a:lnTo>
                  <a:close/>
                  <a:moveTo>
                    <a:pt x="182513" y="53731"/>
                  </a:moveTo>
                  <a:lnTo>
                    <a:pt x="182513" y="52693"/>
                  </a:lnTo>
                  <a:lnTo>
                    <a:pt x="148002" y="26866"/>
                  </a:lnTo>
                  <a:close/>
                  <a:moveTo>
                    <a:pt x="148002" y="53731"/>
                  </a:moveTo>
                  <a:lnTo>
                    <a:pt x="182513" y="53731"/>
                  </a:lnTo>
                  <a:lnTo>
                    <a:pt x="148002" y="26866"/>
                  </a:lnTo>
                  <a:close/>
                  <a:moveTo>
                    <a:pt x="182513" y="53731"/>
                  </a:moveTo>
                  <a:lnTo>
                    <a:pt x="182946" y="53731"/>
                  </a:lnTo>
                  <a:lnTo>
                    <a:pt x="182513" y="52693"/>
                  </a:lnTo>
                  <a:close/>
                  <a:moveTo>
                    <a:pt x="78979" y="15533"/>
                  </a:moveTo>
                  <a:lnTo>
                    <a:pt x="64676" y="26866"/>
                  </a:lnTo>
                  <a:lnTo>
                    <a:pt x="78979" y="26866"/>
                  </a:lnTo>
                  <a:close/>
                  <a:moveTo>
                    <a:pt x="78979" y="26866"/>
                  </a:moveTo>
                  <a:lnTo>
                    <a:pt x="113491" y="4053"/>
                  </a:lnTo>
                  <a:lnTo>
                    <a:pt x="78979" y="15533"/>
                  </a:lnTo>
                  <a:close/>
                  <a:moveTo>
                    <a:pt x="78979" y="26866"/>
                  </a:moveTo>
                  <a:lnTo>
                    <a:pt x="113491" y="2686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1091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26866"/>
                  </a:lnTo>
                  <a:lnTo>
                    <a:pt x="148002" y="10916"/>
                  </a:lnTo>
                  <a:close/>
                  <a:moveTo>
                    <a:pt x="148002" y="26866"/>
                  </a:moveTo>
                  <a:lnTo>
                    <a:pt x="167876" y="26866"/>
                  </a:lnTo>
                  <a:lnTo>
                    <a:pt x="148002" y="10916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4027" name="Match_B4__4026">
              <a:extLst>
                <a:ext uri="{FF2B5EF4-FFF2-40B4-BE49-F238E27FC236}">
                  <a16:creationId xmlns:a16="http://schemas.microsoft.com/office/drawing/2014/main" id="{8F98848D-DF0E-EF37-D4B4-A3C8D15A11EA}"/>
                </a:ext>
              </a:extLst>
            </p:cNvPr>
            <p:cNvSpPr>
              <a:spLocks noGrp="1"/>
            </p:cNvSpPr>
            <p:nvPr/>
          </p:nvSpPr>
          <p:spPr>
            <a:xfrm>
              <a:off x="8418841" y="2527969"/>
              <a:ext cx="309875" cy="429849"/>
            </a:xfrm>
            <a:custGeom>
              <a:avLst/>
              <a:gdLst/>
              <a:ahLst/>
              <a:cxnLst/>
              <a:rect l="0" t="0" r="0" b="0"/>
              <a:pathLst>
                <a:path w="309875" h="429849">
                  <a:moveTo>
                    <a:pt x="34511" y="402983"/>
                  </a:moveTo>
                  <a:lnTo>
                    <a:pt x="34511" y="428205"/>
                  </a:lnTo>
                  <a:lnTo>
                    <a:pt x="55850" y="402983"/>
                  </a:lnTo>
                  <a:close/>
                  <a:moveTo>
                    <a:pt x="55850" y="402983"/>
                  </a:moveTo>
                  <a:lnTo>
                    <a:pt x="37888" y="429849"/>
                  </a:lnTo>
                  <a:lnTo>
                    <a:pt x="69023" y="410087"/>
                  </a:lnTo>
                  <a:close/>
                  <a:moveTo>
                    <a:pt x="69023" y="410087"/>
                  </a:moveTo>
                  <a:lnTo>
                    <a:pt x="37888" y="429849"/>
                  </a:lnTo>
                  <a:lnTo>
                    <a:pt x="69023" y="429849"/>
                  </a:lnTo>
                  <a:close/>
                  <a:moveTo>
                    <a:pt x="69023" y="429849"/>
                  </a:moveTo>
                  <a:lnTo>
                    <a:pt x="103534" y="429849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03534" y="414555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38045" y="429849"/>
                  </a:lnTo>
                  <a:lnTo>
                    <a:pt x="103534" y="414555"/>
                  </a:lnTo>
                  <a:close/>
                  <a:moveTo>
                    <a:pt x="138045" y="429849"/>
                  </a:moveTo>
                  <a:lnTo>
                    <a:pt x="138045" y="407049"/>
                  </a:lnTo>
                  <a:lnTo>
                    <a:pt x="103534" y="414555"/>
                  </a:lnTo>
                  <a:close/>
                  <a:moveTo>
                    <a:pt x="138045" y="407049"/>
                  </a:moveTo>
                  <a:lnTo>
                    <a:pt x="172556" y="418104"/>
                  </a:lnTo>
                  <a:lnTo>
                    <a:pt x="172556" y="402983"/>
                  </a:lnTo>
                  <a:close/>
                  <a:moveTo>
                    <a:pt x="138045" y="429849"/>
                  </a:moveTo>
                  <a:lnTo>
                    <a:pt x="172556" y="418104"/>
                  </a:lnTo>
                  <a:lnTo>
                    <a:pt x="138045" y="407049"/>
                  </a:lnTo>
                  <a:close/>
                  <a:moveTo>
                    <a:pt x="34511" y="376118"/>
                  </a:moveTo>
                  <a:lnTo>
                    <a:pt x="0" y="376118"/>
                  </a:lnTo>
                  <a:lnTo>
                    <a:pt x="34511" y="402983"/>
                  </a:lnTo>
                  <a:close/>
                  <a:moveTo>
                    <a:pt x="172556" y="388178"/>
                  </a:moveTo>
                  <a:lnTo>
                    <a:pt x="207068" y="392148"/>
                  </a:lnTo>
                  <a:lnTo>
                    <a:pt x="207068" y="376118"/>
                  </a:lnTo>
                  <a:close/>
                  <a:moveTo>
                    <a:pt x="172556" y="402983"/>
                  </a:moveTo>
                  <a:lnTo>
                    <a:pt x="207068" y="392148"/>
                  </a:lnTo>
                  <a:lnTo>
                    <a:pt x="172556" y="388178"/>
                  </a:lnTo>
                  <a:close/>
                  <a:moveTo>
                    <a:pt x="34511" y="376118"/>
                  </a:moveTo>
                  <a:lnTo>
                    <a:pt x="34511" y="349252"/>
                  </a:lnTo>
                  <a:lnTo>
                    <a:pt x="0" y="376118"/>
                  </a:lnTo>
                  <a:close/>
                  <a:moveTo>
                    <a:pt x="207068" y="363544"/>
                  </a:moveTo>
                  <a:lnTo>
                    <a:pt x="241579" y="349252"/>
                  </a:lnTo>
                  <a:lnTo>
                    <a:pt x="226139" y="349252"/>
                  </a:lnTo>
                  <a:close/>
                  <a:moveTo>
                    <a:pt x="207068" y="363544"/>
                  </a:moveTo>
                  <a:lnTo>
                    <a:pt x="241579" y="362247"/>
                  </a:lnTo>
                  <a:lnTo>
                    <a:pt x="241579" y="349252"/>
                  </a:lnTo>
                  <a:close/>
                  <a:moveTo>
                    <a:pt x="207068" y="376118"/>
                  </a:moveTo>
                  <a:lnTo>
                    <a:pt x="241579" y="362247"/>
                  </a:lnTo>
                  <a:lnTo>
                    <a:pt x="207068" y="363544"/>
                  </a:lnTo>
                  <a:close/>
                  <a:moveTo>
                    <a:pt x="14820" y="322387"/>
                  </a:moveTo>
                  <a:lnTo>
                    <a:pt x="34511" y="349252"/>
                  </a:lnTo>
                  <a:lnTo>
                    <a:pt x="34511" y="322387"/>
                  </a:lnTo>
                  <a:close/>
                  <a:moveTo>
                    <a:pt x="241579" y="337659"/>
                  </a:moveTo>
                  <a:lnTo>
                    <a:pt x="276090" y="322387"/>
                  </a:lnTo>
                  <a:lnTo>
                    <a:pt x="259825" y="322387"/>
                  </a:lnTo>
                  <a:close/>
                  <a:moveTo>
                    <a:pt x="241579" y="337659"/>
                  </a:moveTo>
                  <a:lnTo>
                    <a:pt x="276090" y="331123"/>
                  </a:lnTo>
                  <a:lnTo>
                    <a:pt x="276090" y="322387"/>
                  </a:lnTo>
                  <a:close/>
                  <a:moveTo>
                    <a:pt x="241579" y="349252"/>
                  </a:moveTo>
                  <a:lnTo>
                    <a:pt x="276090" y="331123"/>
                  </a:lnTo>
                  <a:lnTo>
                    <a:pt x="241579" y="337659"/>
                  </a:lnTo>
                  <a:close/>
                  <a:moveTo>
                    <a:pt x="226139" y="349252"/>
                  </a:moveTo>
                  <a:lnTo>
                    <a:pt x="241579" y="349252"/>
                  </a:lnTo>
                  <a:lnTo>
                    <a:pt x="241579" y="337659"/>
                  </a:lnTo>
                  <a:close/>
                  <a:moveTo>
                    <a:pt x="58008" y="295521"/>
                  </a:moveTo>
                  <a:lnTo>
                    <a:pt x="34511" y="295521"/>
                  </a:lnTo>
                  <a:lnTo>
                    <a:pt x="34511" y="322387"/>
                  </a:lnTo>
                  <a:close/>
                  <a:moveTo>
                    <a:pt x="284978" y="322387"/>
                  </a:moveTo>
                  <a:lnTo>
                    <a:pt x="276090" y="304334"/>
                  </a:lnTo>
                  <a:lnTo>
                    <a:pt x="276090" y="322387"/>
                  </a:lnTo>
                  <a:close/>
                  <a:moveTo>
                    <a:pt x="282989" y="295521"/>
                  </a:moveTo>
                  <a:lnTo>
                    <a:pt x="276090" y="304334"/>
                  </a:lnTo>
                  <a:lnTo>
                    <a:pt x="284978" y="322387"/>
                  </a:lnTo>
                  <a:close/>
                  <a:moveTo>
                    <a:pt x="259825" y="322387"/>
                  </a:moveTo>
                  <a:lnTo>
                    <a:pt x="276090" y="322387"/>
                  </a:lnTo>
                  <a:lnTo>
                    <a:pt x="276090" y="304334"/>
                  </a:lnTo>
                  <a:close/>
                  <a:moveTo>
                    <a:pt x="39384" y="268656"/>
                  </a:moveTo>
                  <a:lnTo>
                    <a:pt x="58008" y="295521"/>
                  </a:lnTo>
                  <a:lnTo>
                    <a:pt x="65128" y="268656"/>
                  </a:lnTo>
                  <a:close/>
                  <a:moveTo>
                    <a:pt x="304056" y="295521"/>
                  </a:moveTo>
                  <a:lnTo>
                    <a:pt x="292622" y="268656"/>
                  </a:lnTo>
                  <a:lnTo>
                    <a:pt x="282989" y="295521"/>
                  </a:lnTo>
                  <a:close/>
                  <a:moveTo>
                    <a:pt x="40442" y="241790"/>
                  </a:moveTo>
                  <a:lnTo>
                    <a:pt x="65128" y="268656"/>
                  </a:lnTo>
                  <a:lnTo>
                    <a:pt x="66580" y="241790"/>
                  </a:lnTo>
                  <a:close/>
                  <a:moveTo>
                    <a:pt x="292622" y="268656"/>
                  </a:moveTo>
                  <a:lnTo>
                    <a:pt x="309875" y="241790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0442" y="241790"/>
                  </a:lnTo>
                  <a:lnTo>
                    <a:pt x="66580" y="241790"/>
                  </a:lnTo>
                  <a:close/>
                  <a:moveTo>
                    <a:pt x="296744" y="214924"/>
                  </a:moveTo>
                  <a:lnTo>
                    <a:pt x="276090" y="214924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9351" y="188059"/>
                  </a:lnTo>
                  <a:lnTo>
                    <a:pt x="34511" y="214924"/>
                  </a:lnTo>
                  <a:close/>
                  <a:moveTo>
                    <a:pt x="49351" y="188059"/>
                  </a:moveTo>
                  <a:lnTo>
                    <a:pt x="34511" y="188059"/>
                  </a:lnTo>
                  <a:lnTo>
                    <a:pt x="34511" y="214924"/>
                  </a:lnTo>
                  <a:close/>
                  <a:moveTo>
                    <a:pt x="276090" y="214924"/>
                  </a:moveTo>
                  <a:lnTo>
                    <a:pt x="276090" y="191302"/>
                  </a:lnTo>
                  <a:lnTo>
                    <a:pt x="274163" y="214924"/>
                  </a:lnTo>
                  <a:close/>
                  <a:moveTo>
                    <a:pt x="274163" y="214924"/>
                  </a:moveTo>
                  <a:lnTo>
                    <a:pt x="272912" y="188059"/>
                  </a:lnTo>
                  <a:lnTo>
                    <a:pt x="245641" y="188059"/>
                  </a:lnTo>
                  <a:close/>
                  <a:moveTo>
                    <a:pt x="33592" y="161193"/>
                  </a:moveTo>
                  <a:lnTo>
                    <a:pt x="15207" y="188059"/>
                  </a:lnTo>
                  <a:lnTo>
                    <a:pt x="34511" y="162902"/>
                  </a:lnTo>
                  <a:close/>
                  <a:moveTo>
                    <a:pt x="34511" y="162902"/>
                  </a:moveTo>
                  <a:lnTo>
                    <a:pt x="15207" y="188059"/>
                  </a:lnTo>
                  <a:lnTo>
                    <a:pt x="34511" y="188059"/>
                  </a:lnTo>
                  <a:close/>
                  <a:moveTo>
                    <a:pt x="245641" y="188059"/>
                  </a:moveTo>
                  <a:lnTo>
                    <a:pt x="241579" y="161193"/>
                  </a:lnTo>
                  <a:lnTo>
                    <a:pt x="241579" y="184645"/>
                  </a:lnTo>
                  <a:close/>
                  <a:moveTo>
                    <a:pt x="33592" y="161193"/>
                  </a:moveTo>
                  <a:lnTo>
                    <a:pt x="25681" y="134328"/>
                  </a:lnTo>
                  <a:lnTo>
                    <a:pt x="0" y="161193"/>
                  </a:lnTo>
                  <a:close/>
                  <a:moveTo>
                    <a:pt x="25681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207068" y="156865"/>
                  </a:moveTo>
                  <a:lnTo>
                    <a:pt x="211629" y="161193"/>
                  </a:lnTo>
                  <a:lnTo>
                    <a:pt x="207068" y="134328"/>
                  </a:lnTo>
                  <a:close/>
                  <a:moveTo>
                    <a:pt x="21162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41579" y="184645"/>
                  </a:moveTo>
                  <a:lnTo>
                    <a:pt x="241579" y="161193"/>
                  </a:lnTo>
                  <a:lnTo>
                    <a:pt x="211629" y="161193"/>
                  </a:lnTo>
                  <a:close/>
                  <a:moveTo>
                    <a:pt x="25681" y="134328"/>
                  </a:moveTo>
                  <a:lnTo>
                    <a:pt x="29035" y="107462"/>
                  </a:lnTo>
                  <a:lnTo>
                    <a:pt x="0" y="134328"/>
                  </a:lnTo>
                  <a:close/>
                  <a:moveTo>
                    <a:pt x="29035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84044" y="134328"/>
                  </a:moveTo>
                  <a:lnTo>
                    <a:pt x="207068" y="134328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1335" y="107462"/>
                  </a:lnTo>
                  <a:close/>
                  <a:moveTo>
                    <a:pt x="207068" y="156865"/>
                  </a:moveTo>
                  <a:lnTo>
                    <a:pt x="207068" y="134328"/>
                  </a:lnTo>
                  <a:lnTo>
                    <a:pt x="184044" y="134328"/>
                  </a:lnTo>
                  <a:close/>
                  <a:moveTo>
                    <a:pt x="34511" y="80597"/>
                  </a:moveTo>
                  <a:lnTo>
                    <a:pt x="128" y="80597"/>
                  </a:lnTo>
                  <a:lnTo>
                    <a:pt x="34511" y="97474"/>
                  </a:lnTo>
                  <a:close/>
                  <a:moveTo>
                    <a:pt x="34511" y="97474"/>
                  </a:moveTo>
                  <a:lnTo>
                    <a:pt x="0" y="80931"/>
                  </a:lnTo>
                  <a:lnTo>
                    <a:pt x="29035" y="107462"/>
                  </a:lnTo>
                  <a:close/>
                  <a:moveTo>
                    <a:pt x="29035" y="107462"/>
                  </a:moveTo>
                  <a:lnTo>
                    <a:pt x="0" y="80931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72556" y="107462"/>
                  </a:lnTo>
                  <a:lnTo>
                    <a:pt x="201335" y="107462"/>
                  </a:lnTo>
                  <a:close/>
                  <a:moveTo>
                    <a:pt x="172556" y="107462"/>
                  </a:moveTo>
                  <a:lnTo>
                    <a:pt x="172556" y="80597"/>
                  </a:lnTo>
                  <a:lnTo>
                    <a:pt x="161976" y="107462"/>
                  </a:lnTo>
                  <a:close/>
                  <a:moveTo>
                    <a:pt x="172556" y="80597"/>
                  </a:moveTo>
                  <a:lnTo>
                    <a:pt x="140450" y="80597"/>
                  </a:lnTo>
                  <a:lnTo>
                    <a:pt x="161976" y="107462"/>
                  </a:lnTo>
                  <a:close/>
                  <a:moveTo>
                    <a:pt x="15445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38045" y="53731"/>
                  </a:moveTo>
                  <a:lnTo>
                    <a:pt x="140450" y="80597"/>
                  </a:lnTo>
                  <a:lnTo>
                    <a:pt x="172556" y="80597"/>
                  </a:lnTo>
                  <a:close/>
                  <a:moveTo>
                    <a:pt x="138045" y="53731"/>
                  </a:moveTo>
                  <a:lnTo>
                    <a:pt x="172556" y="80597"/>
                  </a:lnTo>
                  <a:lnTo>
                    <a:pt x="172556" y="53731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38045" y="26866"/>
                  </a:lnTo>
                  <a:close/>
                  <a:moveTo>
                    <a:pt x="103534" y="53731"/>
                  </a:moveTo>
                  <a:lnTo>
                    <a:pt x="138045" y="26866"/>
                  </a:lnTo>
                  <a:lnTo>
                    <a:pt x="103534" y="26866"/>
                  </a:lnTo>
                  <a:close/>
                  <a:moveTo>
                    <a:pt x="138045" y="53731"/>
                  </a:moveTo>
                  <a:lnTo>
                    <a:pt x="172556" y="26866"/>
                  </a:lnTo>
                  <a:lnTo>
                    <a:pt x="138045" y="26866"/>
                  </a:lnTo>
                  <a:close/>
                  <a:moveTo>
                    <a:pt x="69023" y="26866"/>
                  </a:moveTo>
                  <a:lnTo>
                    <a:pt x="103534" y="26866"/>
                  </a:lnTo>
                  <a:lnTo>
                    <a:pt x="103534" y="0"/>
                  </a:lnTo>
                  <a:close/>
                  <a:moveTo>
                    <a:pt x="69023" y="26866"/>
                  </a:moveTo>
                  <a:lnTo>
                    <a:pt x="103534" y="0"/>
                  </a:lnTo>
                  <a:lnTo>
                    <a:pt x="69023" y="0"/>
                  </a:lnTo>
                  <a:close/>
                  <a:moveTo>
                    <a:pt x="103534" y="26866"/>
                  </a:moveTo>
                  <a:lnTo>
                    <a:pt x="138045" y="26866"/>
                  </a:lnTo>
                  <a:lnTo>
                    <a:pt x="138045" y="0"/>
                  </a:lnTo>
                  <a:close/>
                  <a:moveTo>
                    <a:pt x="103534" y="26866"/>
                  </a:moveTo>
                  <a:lnTo>
                    <a:pt x="138045" y="0"/>
                  </a:lnTo>
                  <a:lnTo>
                    <a:pt x="103534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4028" name="Match_B4__4027">
              <a:extLst>
                <a:ext uri="{FF2B5EF4-FFF2-40B4-BE49-F238E27FC236}">
                  <a16:creationId xmlns:a16="http://schemas.microsoft.com/office/drawing/2014/main" id="{4777F5EB-5BE9-75A4-784F-562505A59220}"/>
                </a:ext>
              </a:extLst>
            </p:cNvPr>
            <p:cNvSpPr>
              <a:spLocks noGrp="1"/>
            </p:cNvSpPr>
            <p:nvPr/>
          </p:nvSpPr>
          <p:spPr>
            <a:xfrm>
              <a:off x="8444522" y="2554834"/>
              <a:ext cx="266941" cy="387689"/>
            </a:xfrm>
            <a:custGeom>
              <a:avLst/>
              <a:gdLst/>
              <a:ahLst/>
              <a:cxnLst/>
              <a:rect l="0" t="0" r="0" b="0"/>
              <a:pathLst>
                <a:path w="266941" h="387689">
                  <a:moveTo>
                    <a:pt x="112364" y="380183"/>
                  </a:moveTo>
                  <a:lnTo>
                    <a:pt x="146875" y="376118"/>
                  </a:lnTo>
                  <a:lnTo>
                    <a:pt x="120747" y="376118"/>
                  </a:lnTo>
                  <a:close/>
                  <a:moveTo>
                    <a:pt x="30169" y="376118"/>
                  </a:moveTo>
                  <a:lnTo>
                    <a:pt x="9242" y="349252"/>
                  </a:lnTo>
                  <a:lnTo>
                    <a:pt x="8830" y="376118"/>
                  </a:lnTo>
                  <a:close/>
                  <a:moveTo>
                    <a:pt x="9242" y="349252"/>
                  </a:moveTo>
                  <a:lnTo>
                    <a:pt x="8830" y="349252"/>
                  </a:lnTo>
                  <a:lnTo>
                    <a:pt x="8830" y="376118"/>
                  </a:lnTo>
                  <a:close/>
                  <a:moveTo>
                    <a:pt x="146875" y="361313"/>
                  </a:moveTo>
                  <a:lnTo>
                    <a:pt x="181387" y="349252"/>
                  </a:lnTo>
                  <a:lnTo>
                    <a:pt x="163894" y="349252"/>
                  </a:lnTo>
                  <a:close/>
                  <a:moveTo>
                    <a:pt x="120747" y="376118"/>
                  </a:moveTo>
                  <a:lnTo>
                    <a:pt x="146875" y="376118"/>
                  </a:lnTo>
                  <a:lnTo>
                    <a:pt x="146875" y="361313"/>
                  </a:lnTo>
                  <a:close/>
                  <a:moveTo>
                    <a:pt x="9242" y="349252"/>
                  </a:moveTo>
                  <a:lnTo>
                    <a:pt x="10519" y="322387"/>
                  </a:lnTo>
                  <a:lnTo>
                    <a:pt x="8830" y="349252"/>
                  </a:lnTo>
                  <a:close/>
                  <a:moveTo>
                    <a:pt x="10519" y="322387"/>
                  </a:moveTo>
                  <a:lnTo>
                    <a:pt x="8830" y="322387"/>
                  </a:lnTo>
                  <a:lnTo>
                    <a:pt x="8830" y="349252"/>
                  </a:lnTo>
                  <a:close/>
                  <a:moveTo>
                    <a:pt x="163894" y="349252"/>
                  </a:moveTo>
                  <a:lnTo>
                    <a:pt x="181387" y="349252"/>
                  </a:lnTo>
                  <a:lnTo>
                    <a:pt x="181387" y="336678"/>
                  </a:lnTo>
                  <a:close/>
                  <a:moveTo>
                    <a:pt x="10519" y="322387"/>
                  </a:moveTo>
                  <a:lnTo>
                    <a:pt x="21153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8830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32327" y="268656"/>
                  </a:lnTo>
                  <a:lnTo>
                    <a:pt x="8830" y="295521"/>
                  </a:lnTo>
                  <a:close/>
                  <a:moveTo>
                    <a:pt x="264110" y="214924"/>
                  </a:moveTo>
                  <a:lnTo>
                    <a:pt x="250409" y="188059"/>
                  </a:lnTo>
                  <a:lnTo>
                    <a:pt x="250409" y="190891"/>
                  </a:lnTo>
                  <a:close/>
                  <a:moveTo>
                    <a:pt x="250409" y="190891"/>
                  </a:moveTo>
                  <a:lnTo>
                    <a:pt x="250409" y="188059"/>
                  </a:lnTo>
                  <a:lnTo>
                    <a:pt x="248482" y="188059"/>
                  </a:lnTo>
                  <a:close/>
                  <a:moveTo>
                    <a:pt x="8830" y="161193"/>
                  </a:moveTo>
                  <a:lnTo>
                    <a:pt x="23670" y="161193"/>
                  </a:lnTo>
                  <a:lnTo>
                    <a:pt x="8830" y="136037"/>
                  </a:lnTo>
                  <a:close/>
                  <a:moveTo>
                    <a:pt x="146875" y="92749"/>
                  </a:moveTo>
                  <a:lnTo>
                    <a:pt x="158363" y="107462"/>
                  </a:lnTo>
                  <a:lnTo>
                    <a:pt x="146875" y="80597"/>
                  </a:lnTo>
                  <a:close/>
                  <a:moveTo>
                    <a:pt x="146875" y="92749"/>
                  </a:moveTo>
                  <a:lnTo>
                    <a:pt x="146875" y="80597"/>
                  </a:lnTo>
                  <a:lnTo>
                    <a:pt x="136295" y="80597"/>
                  </a:lnTo>
                  <a:close/>
                  <a:moveTo>
                    <a:pt x="23416" y="53731"/>
                  </a:moveTo>
                  <a:lnTo>
                    <a:pt x="43342" y="36837"/>
                  </a:lnTo>
                  <a:lnTo>
                    <a:pt x="8830" y="53731"/>
                  </a:lnTo>
                  <a:close/>
                  <a:moveTo>
                    <a:pt x="8830" y="53731"/>
                  </a:moveTo>
                  <a:lnTo>
                    <a:pt x="43342" y="36837"/>
                  </a:lnTo>
                  <a:lnTo>
                    <a:pt x="43342" y="26866"/>
                  </a:lnTo>
                  <a:close/>
                  <a:moveTo>
                    <a:pt x="8830" y="53731"/>
                  </a:moveTo>
                  <a:lnTo>
                    <a:pt x="8830" y="70608"/>
                  </a:lnTo>
                  <a:lnTo>
                    <a:pt x="23416" y="53731"/>
                  </a:lnTo>
                  <a:close/>
                  <a:moveTo>
                    <a:pt x="112364" y="50522"/>
                  </a:moveTo>
                  <a:lnTo>
                    <a:pt x="114769" y="53731"/>
                  </a:lnTo>
                  <a:lnTo>
                    <a:pt x="112364" y="26866"/>
                  </a:lnTo>
                  <a:close/>
                  <a:moveTo>
                    <a:pt x="43342" y="26866"/>
                  </a:moveTo>
                  <a:lnTo>
                    <a:pt x="77853" y="26866"/>
                  </a:lnTo>
                  <a:lnTo>
                    <a:pt x="77853" y="0"/>
                  </a:lnTo>
                  <a:close/>
                  <a:moveTo>
                    <a:pt x="77853" y="26866"/>
                  </a:moveTo>
                  <a:lnTo>
                    <a:pt x="43342" y="26866"/>
                  </a:lnTo>
                  <a:lnTo>
                    <a:pt x="77853" y="29341"/>
                  </a:lnTo>
                  <a:close/>
                  <a:moveTo>
                    <a:pt x="43342" y="26866"/>
                  </a:moveTo>
                  <a:lnTo>
                    <a:pt x="43342" y="36837"/>
                  </a:lnTo>
                  <a:lnTo>
                    <a:pt x="77853" y="29341"/>
                  </a:lnTo>
                  <a:close/>
                  <a:moveTo>
                    <a:pt x="112364" y="26866"/>
                  </a:moveTo>
                  <a:lnTo>
                    <a:pt x="77853" y="26866"/>
                  </a:lnTo>
                  <a:lnTo>
                    <a:pt x="112364" y="50522"/>
                  </a:lnTo>
                  <a:close/>
                  <a:moveTo>
                    <a:pt x="77853" y="26866"/>
                  </a:moveTo>
                  <a:lnTo>
                    <a:pt x="77853" y="29341"/>
                  </a:lnTo>
                  <a:lnTo>
                    <a:pt x="112364" y="50522"/>
                  </a:lnTo>
                  <a:close/>
                  <a:moveTo>
                    <a:pt x="30169" y="376118"/>
                  </a:moveTo>
                  <a:lnTo>
                    <a:pt x="43342" y="383221"/>
                  </a:lnTo>
                  <a:lnTo>
                    <a:pt x="43342" y="376118"/>
                  </a:lnTo>
                  <a:close/>
                  <a:moveTo>
                    <a:pt x="9242" y="349252"/>
                  </a:moveTo>
                  <a:lnTo>
                    <a:pt x="43342" y="376118"/>
                  </a:lnTo>
                  <a:lnTo>
                    <a:pt x="43342" y="349252"/>
                  </a:lnTo>
                  <a:close/>
                  <a:moveTo>
                    <a:pt x="9242" y="349252"/>
                  </a:moveTo>
                  <a:lnTo>
                    <a:pt x="30169" y="376118"/>
                  </a:lnTo>
                  <a:lnTo>
                    <a:pt x="43342" y="376118"/>
                  </a:lnTo>
                  <a:close/>
                  <a:moveTo>
                    <a:pt x="77853" y="376118"/>
                  </a:moveTo>
                  <a:lnTo>
                    <a:pt x="43342" y="383221"/>
                  </a:lnTo>
                  <a:lnTo>
                    <a:pt x="77853" y="387689"/>
                  </a:lnTo>
                  <a:close/>
                  <a:moveTo>
                    <a:pt x="77853" y="376118"/>
                  </a:moveTo>
                  <a:lnTo>
                    <a:pt x="43342" y="376118"/>
                  </a:lnTo>
                  <a:lnTo>
                    <a:pt x="43342" y="383221"/>
                  </a:lnTo>
                  <a:close/>
                  <a:moveTo>
                    <a:pt x="112364" y="376118"/>
                  </a:moveTo>
                  <a:lnTo>
                    <a:pt x="77853" y="387689"/>
                  </a:lnTo>
                  <a:lnTo>
                    <a:pt x="112364" y="380183"/>
                  </a:lnTo>
                  <a:close/>
                  <a:moveTo>
                    <a:pt x="112364" y="376118"/>
                  </a:moveTo>
                  <a:lnTo>
                    <a:pt x="77853" y="376118"/>
                  </a:lnTo>
                  <a:lnTo>
                    <a:pt x="77853" y="387689"/>
                  </a:lnTo>
                  <a:close/>
                  <a:moveTo>
                    <a:pt x="112364" y="376118"/>
                  </a:moveTo>
                  <a:lnTo>
                    <a:pt x="112364" y="380183"/>
                  </a:lnTo>
                  <a:lnTo>
                    <a:pt x="120747" y="376118"/>
                  </a:lnTo>
                  <a:close/>
                  <a:moveTo>
                    <a:pt x="146875" y="349252"/>
                  </a:moveTo>
                  <a:lnTo>
                    <a:pt x="120747" y="376118"/>
                  </a:lnTo>
                  <a:lnTo>
                    <a:pt x="146875" y="361313"/>
                  </a:lnTo>
                  <a:close/>
                  <a:moveTo>
                    <a:pt x="112364" y="376118"/>
                  </a:moveTo>
                  <a:lnTo>
                    <a:pt x="120747" y="376118"/>
                  </a:lnTo>
                  <a:lnTo>
                    <a:pt x="146875" y="349252"/>
                  </a:lnTo>
                  <a:close/>
                  <a:moveTo>
                    <a:pt x="10519" y="322387"/>
                  </a:moveTo>
                  <a:lnTo>
                    <a:pt x="9242" y="349252"/>
                  </a:lnTo>
                  <a:lnTo>
                    <a:pt x="43342" y="349252"/>
                  </a:lnTo>
                  <a:close/>
                  <a:moveTo>
                    <a:pt x="146875" y="349252"/>
                  </a:moveTo>
                  <a:lnTo>
                    <a:pt x="146875" y="361313"/>
                  </a:lnTo>
                  <a:lnTo>
                    <a:pt x="163894" y="349252"/>
                  </a:lnTo>
                  <a:close/>
                  <a:moveTo>
                    <a:pt x="181387" y="322387"/>
                  </a:moveTo>
                  <a:lnTo>
                    <a:pt x="163894" y="349252"/>
                  </a:lnTo>
                  <a:lnTo>
                    <a:pt x="181387" y="336678"/>
                  </a:lnTo>
                  <a:close/>
                  <a:moveTo>
                    <a:pt x="146875" y="349252"/>
                  </a:moveTo>
                  <a:lnTo>
                    <a:pt x="163894" y="349252"/>
                  </a:lnTo>
                  <a:lnTo>
                    <a:pt x="181387" y="322387"/>
                  </a:lnTo>
                  <a:close/>
                  <a:moveTo>
                    <a:pt x="21153" y="295521"/>
                  </a:moveTo>
                  <a:lnTo>
                    <a:pt x="10519" y="322387"/>
                  </a:lnTo>
                  <a:lnTo>
                    <a:pt x="43342" y="322387"/>
                  </a:lnTo>
                  <a:close/>
                  <a:moveTo>
                    <a:pt x="181387" y="322387"/>
                  </a:moveTo>
                  <a:lnTo>
                    <a:pt x="181387" y="336678"/>
                  </a:lnTo>
                  <a:lnTo>
                    <a:pt x="200458" y="322387"/>
                  </a:lnTo>
                  <a:close/>
                  <a:moveTo>
                    <a:pt x="215898" y="295521"/>
                  </a:moveTo>
                  <a:lnTo>
                    <a:pt x="200458" y="322387"/>
                  </a:lnTo>
                  <a:lnTo>
                    <a:pt x="215898" y="310793"/>
                  </a:lnTo>
                  <a:close/>
                  <a:moveTo>
                    <a:pt x="181387" y="322387"/>
                  </a:moveTo>
                  <a:lnTo>
                    <a:pt x="200458" y="322387"/>
                  </a:lnTo>
                  <a:lnTo>
                    <a:pt x="215898" y="295521"/>
                  </a:lnTo>
                  <a:close/>
                  <a:moveTo>
                    <a:pt x="32327" y="268656"/>
                  </a:moveTo>
                  <a:lnTo>
                    <a:pt x="43342" y="295521"/>
                  </a:lnTo>
                  <a:lnTo>
                    <a:pt x="43342" y="268656"/>
                  </a:lnTo>
                  <a:close/>
                  <a:moveTo>
                    <a:pt x="32327" y="268656"/>
                  </a:moveTo>
                  <a:lnTo>
                    <a:pt x="21153" y="295521"/>
                  </a:lnTo>
                  <a:lnTo>
                    <a:pt x="43342" y="295521"/>
                  </a:lnTo>
                  <a:close/>
                  <a:moveTo>
                    <a:pt x="215898" y="295521"/>
                  </a:moveTo>
                  <a:lnTo>
                    <a:pt x="215898" y="310793"/>
                  </a:lnTo>
                  <a:lnTo>
                    <a:pt x="234144" y="295521"/>
                  </a:lnTo>
                  <a:close/>
                  <a:moveTo>
                    <a:pt x="250409" y="268656"/>
                  </a:moveTo>
                  <a:lnTo>
                    <a:pt x="234144" y="295521"/>
                  </a:lnTo>
                  <a:lnTo>
                    <a:pt x="250409" y="277468"/>
                  </a:lnTo>
                  <a:close/>
                  <a:moveTo>
                    <a:pt x="215898" y="295521"/>
                  </a:moveTo>
                  <a:lnTo>
                    <a:pt x="234144" y="295521"/>
                  </a:lnTo>
                  <a:lnTo>
                    <a:pt x="250409" y="268656"/>
                  </a:lnTo>
                  <a:close/>
                  <a:moveTo>
                    <a:pt x="39447" y="241790"/>
                  </a:moveTo>
                  <a:lnTo>
                    <a:pt x="43342" y="268656"/>
                  </a:lnTo>
                  <a:lnTo>
                    <a:pt x="43342" y="241790"/>
                  </a:lnTo>
                  <a:close/>
                  <a:moveTo>
                    <a:pt x="39447" y="241790"/>
                  </a:moveTo>
                  <a:lnTo>
                    <a:pt x="32327" y="268656"/>
                  </a:lnTo>
                  <a:lnTo>
                    <a:pt x="43342" y="268656"/>
                  </a:lnTo>
                  <a:close/>
                  <a:moveTo>
                    <a:pt x="250409" y="268656"/>
                  </a:moveTo>
                  <a:lnTo>
                    <a:pt x="250409" y="277468"/>
                  </a:lnTo>
                  <a:lnTo>
                    <a:pt x="257308" y="268656"/>
                  </a:lnTo>
                  <a:close/>
                  <a:moveTo>
                    <a:pt x="250409" y="241790"/>
                  </a:moveTo>
                  <a:lnTo>
                    <a:pt x="257308" y="268656"/>
                  </a:lnTo>
                  <a:lnTo>
                    <a:pt x="266941" y="241790"/>
                  </a:lnTo>
                  <a:close/>
                  <a:moveTo>
                    <a:pt x="250409" y="241790"/>
                  </a:moveTo>
                  <a:lnTo>
                    <a:pt x="250409" y="268656"/>
                  </a:lnTo>
                  <a:lnTo>
                    <a:pt x="257308" y="268656"/>
                  </a:lnTo>
                  <a:close/>
                  <a:moveTo>
                    <a:pt x="40899" y="214924"/>
                  </a:moveTo>
                  <a:lnTo>
                    <a:pt x="43342" y="241790"/>
                  </a:lnTo>
                  <a:lnTo>
                    <a:pt x="43342" y="214924"/>
                  </a:lnTo>
                  <a:close/>
                  <a:moveTo>
                    <a:pt x="40899" y="214924"/>
                  </a:moveTo>
                  <a:lnTo>
                    <a:pt x="39447" y="241790"/>
                  </a:lnTo>
                  <a:lnTo>
                    <a:pt x="43342" y="241790"/>
                  </a:lnTo>
                  <a:close/>
                  <a:moveTo>
                    <a:pt x="250409" y="214924"/>
                  </a:moveTo>
                  <a:lnTo>
                    <a:pt x="266941" y="241790"/>
                  </a:lnTo>
                  <a:lnTo>
                    <a:pt x="264110" y="214924"/>
                  </a:lnTo>
                  <a:close/>
                  <a:moveTo>
                    <a:pt x="250409" y="214924"/>
                  </a:moveTo>
                  <a:lnTo>
                    <a:pt x="250409" y="241790"/>
                  </a:lnTo>
                  <a:lnTo>
                    <a:pt x="266941" y="241790"/>
                  </a:lnTo>
                  <a:close/>
                  <a:moveTo>
                    <a:pt x="35765" y="188059"/>
                  </a:moveTo>
                  <a:lnTo>
                    <a:pt x="43342" y="214924"/>
                  </a:lnTo>
                  <a:lnTo>
                    <a:pt x="43342" y="188059"/>
                  </a:lnTo>
                  <a:close/>
                  <a:moveTo>
                    <a:pt x="35765" y="188059"/>
                  </a:moveTo>
                  <a:lnTo>
                    <a:pt x="40899" y="214924"/>
                  </a:lnTo>
                  <a:lnTo>
                    <a:pt x="43342" y="214924"/>
                  </a:lnTo>
                  <a:close/>
                  <a:moveTo>
                    <a:pt x="250409" y="214924"/>
                  </a:moveTo>
                  <a:lnTo>
                    <a:pt x="264110" y="214924"/>
                  </a:lnTo>
                  <a:lnTo>
                    <a:pt x="250409" y="190891"/>
                  </a:lnTo>
                  <a:close/>
                  <a:moveTo>
                    <a:pt x="248482" y="188059"/>
                  </a:moveTo>
                  <a:lnTo>
                    <a:pt x="250409" y="214924"/>
                  </a:lnTo>
                  <a:lnTo>
                    <a:pt x="250409" y="190891"/>
                  </a:lnTo>
                  <a:close/>
                  <a:moveTo>
                    <a:pt x="23670" y="161193"/>
                  </a:moveTo>
                  <a:lnTo>
                    <a:pt x="43342" y="188059"/>
                  </a:lnTo>
                  <a:lnTo>
                    <a:pt x="43342" y="161193"/>
                  </a:lnTo>
                  <a:close/>
                  <a:moveTo>
                    <a:pt x="23670" y="161193"/>
                  </a:moveTo>
                  <a:lnTo>
                    <a:pt x="35765" y="188059"/>
                  </a:lnTo>
                  <a:lnTo>
                    <a:pt x="43342" y="188059"/>
                  </a:lnTo>
                  <a:close/>
                  <a:moveTo>
                    <a:pt x="215898" y="161193"/>
                  </a:moveTo>
                  <a:lnTo>
                    <a:pt x="248482" y="188059"/>
                  </a:lnTo>
                  <a:lnTo>
                    <a:pt x="219960" y="161193"/>
                  </a:lnTo>
                  <a:close/>
                  <a:moveTo>
                    <a:pt x="215898" y="161193"/>
                  </a:moveTo>
                  <a:lnTo>
                    <a:pt x="215898" y="188059"/>
                  </a:lnTo>
                  <a:lnTo>
                    <a:pt x="248482" y="188059"/>
                  </a:lnTo>
                  <a:close/>
                  <a:moveTo>
                    <a:pt x="43342" y="161193"/>
                  </a:moveTo>
                  <a:lnTo>
                    <a:pt x="8830" y="136037"/>
                  </a:lnTo>
                  <a:lnTo>
                    <a:pt x="23670" y="161193"/>
                  </a:lnTo>
                  <a:close/>
                  <a:moveTo>
                    <a:pt x="8830" y="134328"/>
                  </a:moveTo>
                  <a:lnTo>
                    <a:pt x="8830" y="136037"/>
                  </a:lnTo>
                  <a:lnTo>
                    <a:pt x="43342" y="161193"/>
                  </a:lnTo>
                  <a:close/>
                  <a:moveTo>
                    <a:pt x="43342" y="134328"/>
                  </a:moveTo>
                  <a:lnTo>
                    <a:pt x="8830" y="134328"/>
                  </a:lnTo>
                  <a:lnTo>
                    <a:pt x="43342" y="161193"/>
                  </a:lnTo>
                  <a:close/>
                  <a:moveTo>
                    <a:pt x="181387" y="134328"/>
                  </a:moveTo>
                  <a:lnTo>
                    <a:pt x="215898" y="157780"/>
                  </a:lnTo>
                  <a:lnTo>
                    <a:pt x="185948" y="134328"/>
                  </a:lnTo>
                  <a:close/>
                  <a:moveTo>
                    <a:pt x="215898" y="161193"/>
                  </a:moveTo>
                  <a:lnTo>
                    <a:pt x="215898" y="157780"/>
                  </a:lnTo>
                  <a:lnTo>
                    <a:pt x="181387" y="134328"/>
                  </a:lnTo>
                  <a:close/>
                  <a:moveTo>
                    <a:pt x="181387" y="161193"/>
                  </a:moveTo>
                  <a:lnTo>
                    <a:pt x="215898" y="161193"/>
                  </a:lnTo>
                  <a:lnTo>
                    <a:pt x="181387" y="134328"/>
                  </a:lnTo>
                  <a:close/>
                  <a:moveTo>
                    <a:pt x="215898" y="161193"/>
                  </a:moveTo>
                  <a:lnTo>
                    <a:pt x="219960" y="161193"/>
                  </a:lnTo>
                  <a:lnTo>
                    <a:pt x="215898" y="157780"/>
                  </a:lnTo>
                  <a:close/>
                  <a:moveTo>
                    <a:pt x="7911" y="134328"/>
                  </a:moveTo>
                  <a:lnTo>
                    <a:pt x="8830" y="136037"/>
                  </a:lnTo>
                  <a:lnTo>
                    <a:pt x="8830" y="134328"/>
                  </a:lnTo>
                  <a:close/>
                  <a:moveTo>
                    <a:pt x="0" y="107462"/>
                  </a:moveTo>
                  <a:lnTo>
                    <a:pt x="8830" y="134328"/>
                  </a:lnTo>
                  <a:lnTo>
                    <a:pt x="8830" y="107462"/>
                  </a:lnTo>
                  <a:close/>
                  <a:moveTo>
                    <a:pt x="0" y="107462"/>
                  </a:moveTo>
                  <a:lnTo>
                    <a:pt x="7911" y="134328"/>
                  </a:lnTo>
                  <a:lnTo>
                    <a:pt x="8830" y="134328"/>
                  </a:lnTo>
                  <a:close/>
                  <a:moveTo>
                    <a:pt x="8830" y="134328"/>
                  </a:moveTo>
                  <a:lnTo>
                    <a:pt x="43342" y="107462"/>
                  </a:lnTo>
                  <a:lnTo>
                    <a:pt x="8830" y="107462"/>
                  </a:lnTo>
                  <a:close/>
                  <a:moveTo>
                    <a:pt x="146875" y="107462"/>
                  </a:moveTo>
                  <a:lnTo>
                    <a:pt x="181387" y="129999"/>
                  </a:lnTo>
                  <a:lnTo>
                    <a:pt x="158363" y="107462"/>
                  </a:lnTo>
                  <a:close/>
                  <a:moveTo>
                    <a:pt x="181387" y="134328"/>
                  </a:moveTo>
                  <a:lnTo>
                    <a:pt x="181387" y="129999"/>
                  </a:lnTo>
                  <a:lnTo>
                    <a:pt x="146875" y="107462"/>
                  </a:lnTo>
                  <a:close/>
                  <a:moveTo>
                    <a:pt x="146875" y="134328"/>
                  </a:moveTo>
                  <a:lnTo>
                    <a:pt x="181387" y="134328"/>
                  </a:lnTo>
                  <a:lnTo>
                    <a:pt x="146875" y="107462"/>
                  </a:lnTo>
                  <a:close/>
                  <a:moveTo>
                    <a:pt x="181387" y="134328"/>
                  </a:moveTo>
                  <a:lnTo>
                    <a:pt x="185948" y="134328"/>
                  </a:lnTo>
                  <a:lnTo>
                    <a:pt x="181387" y="129999"/>
                  </a:lnTo>
                  <a:close/>
                  <a:moveTo>
                    <a:pt x="3354" y="80597"/>
                  </a:moveTo>
                  <a:lnTo>
                    <a:pt x="8830" y="107462"/>
                  </a:lnTo>
                  <a:lnTo>
                    <a:pt x="8830" y="80597"/>
                  </a:lnTo>
                  <a:close/>
                  <a:moveTo>
                    <a:pt x="3354" y="80597"/>
                  </a:moveTo>
                  <a:lnTo>
                    <a:pt x="0" y="107462"/>
                  </a:lnTo>
                  <a:lnTo>
                    <a:pt x="8830" y="107462"/>
                  </a:lnTo>
                  <a:close/>
                  <a:moveTo>
                    <a:pt x="8830" y="107462"/>
                  </a:moveTo>
                  <a:lnTo>
                    <a:pt x="43342" y="80597"/>
                  </a:lnTo>
                  <a:lnTo>
                    <a:pt x="8830" y="80597"/>
                  </a:lnTo>
                  <a:close/>
                  <a:moveTo>
                    <a:pt x="112364" y="80597"/>
                  </a:moveTo>
                  <a:lnTo>
                    <a:pt x="146875" y="92749"/>
                  </a:lnTo>
                  <a:lnTo>
                    <a:pt x="136295" y="80597"/>
                  </a:lnTo>
                  <a:close/>
                  <a:moveTo>
                    <a:pt x="146875" y="107462"/>
                  </a:moveTo>
                  <a:lnTo>
                    <a:pt x="146875" y="92749"/>
                  </a:lnTo>
                  <a:lnTo>
                    <a:pt x="112364" y="80597"/>
                  </a:lnTo>
                  <a:close/>
                  <a:moveTo>
                    <a:pt x="146875" y="107462"/>
                  </a:moveTo>
                  <a:lnTo>
                    <a:pt x="158363" y="107462"/>
                  </a:lnTo>
                  <a:lnTo>
                    <a:pt x="146875" y="92749"/>
                  </a:lnTo>
                  <a:close/>
                  <a:moveTo>
                    <a:pt x="8830" y="70608"/>
                  </a:moveTo>
                  <a:lnTo>
                    <a:pt x="3354" y="80597"/>
                  </a:lnTo>
                  <a:lnTo>
                    <a:pt x="8830" y="80597"/>
                  </a:lnTo>
                  <a:close/>
                  <a:moveTo>
                    <a:pt x="8830" y="80597"/>
                  </a:moveTo>
                  <a:lnTo>
                    <a:pt x="23416" y="53731"/>
                  </a:lnTo>
                  <a:lnTo>
                    <a:pt x="8830" y="70608"/>
                  </a:lnTo>
                  <a:close/>
                  <a:moveTo>
                    <a:pt x="43342" y="53731"/>
                  </a:moveTo>
                  <a:lnTo>
                    <a:pt x="23416" y="53731"/>
                  </a:lnTo>
                  <a:lnTo>
                    <a:pt x="8830" y="80597"/>
                  </a:lnTo>
                  <a:close/>
                  <a:moveTo>
                    <a:pt x="43342" y="80597"/>
                  </a:moveTo>
                  <a:lnTo>
                    <a:pt x="43342" y="53731"/>
                  </a:lnTo>
                  <a:lnTo>
                    <a:pt x="8830" y="80597"/>
                  </a:lnTo>
                  <a:close/>
                  <a:moveTo>
                    <a:pt x="77853" y="80597"/>
                  </a:moveTo>
                  <a:lnTo>
                    <a:pt x="112364" y="80597"/>
                  </a:lnTo>
                  <a:lnTo>
                    <a:pt x="112364" y="53731"/>
                  </a:lnTo>
                  <a:close/>
                  <a:moveTo>
                    <a:pt x="77853" y="80597"/>
                  </a:moveTo>
                  <a:lnTo>
                    <a:pt x="112364" y="53731"/>
                  </a:lnTo>
                  <a:lnTo>
                    <a:pt x="77853" y="53731"/>
                  </a:lnTo>
                  <a:close/>
                  <a:moveTo>
                    <a:pt x="112364" y="53731"/>
                  </a:moveTo>
                  <a:lnTo>
                    <a:pt x="136295" y="80597"/>
                  </a:lnTo>
                  <a:lnTo>
                    <a:pt x="114769" y="53731"/>
                  </a:lnTo>
                  <a:close/>
                  <a:moveTo>
                    <a:pt x="112364" y="53731"/>
                  </a:moveTo>
                  <a:lnTo>
                    <a:pt x="112364" y="80597"/>
                  </a:lnTo>
                  <a:lnTo>
                    <a:pt x="136295" y="80597"/>
                  </a:lnTo>
                  <a:close/>
                  <a:moveTo>
                    <a:pt x="43342" y="36837"/>
                  </a:moveTo>
                  <a:lnTo>
                    <a:pt x="23416" y="53731"/>
                  </a:lnTo>
                  <a:lnTo>
                    <a:pt x="43342" y="53731"/>
                  </a:lnTo>
                  <a:close/>
                  <a:moveTo>
                    <a:pt x="43342" y="53731"/>
                  </a:moveTo>
                  <a:lnTo>
                    <a:pt x="77853" y="29341"/>
                  </a:lnTo>
                  <a:lnTo>
                    <a:pt x="43342" y="36837"/>
                  </a:lnTo>
                  <a:close/>
                  <a:moveTo>
                    <a:pt x="43342" y="53731"/>
                  </a:moveTo>
                  <a:lnTo>
                    <a:pt x="77853" y="53731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0522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3731"/>
                  </a:lnTo>
                  <a:lnTo>
                    <a:pt x="112364" y="50522"/>
                  </a:lnTo>
                  <a:close/>
                  <a:moveTo>
                    <a:pt x="112364" y="53731"/>
                  </a:moveTo>
                  <a:lnTo>
                    <a:pt x="114769" y="53731"/>
                  </a:lnTo>
                  <a:lnTo>
                    <a:pt x="112364" y="5052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4029" name="Match_B4__4028">
              <a:extLst>
                <a:ext uri="{FF2B5EF4-FFF2-40B4-BE49-F238E27FC236}">
                  <a16:creationId xmlns:a16="http://schemas.microsoft.com/office/drawing/2014/main" id="{5AB2BE91-DD31-84E6-91E1-0717EA64EA0B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608566"/>
              <a:ext cx="241579" cy="322387"/>
            </a:xfrm>
            <a:custGeom>
              <a:avLst/>
              <a:gdLst/>
              <a:ahLst/>
              <a:cxnLst/>
              <a:rect l="0" t="0" r="0" b="0"/>
              <a:pathLst>
                <a:path w="241579" h="322387">
                  <a:moveTo>
                    <a:pt x="34511" y="322387"/>
                  </a:moveTo>
                  <a:lnTo>
                    <a:pt x="69023" y="322387"/>
                  </a:lnTo>
                  <a:lnTo>
                    <a:pt x="69023" y="295521"/>
                  </a:lnTo>
                  <a:close/>
                  <a:moveTo>
                    <a:pt x="34511" y="322387"/>
                  </a:moveTo>
                  <a:lnTo>
                    <a:pt x="69023" y="295521"/>
                  </a:lnTo>
                  <a:lnTo>
                    <a:pt x="34511" y="295521"/>
                  </a:lnTo>
                  <a:close/>
                  <a:moveTo>
                    <a:pt x="69023" y="322387"/>
                  </a:moveTo>
                  <a:lnTo>
                    <a:pt x="103534" y="322387"/>
                  </a:lnTo>
                  <a:lnTo>
                    <a:pt x="103534" y="295521"/>
                  </a:lnTo>
                  <a:close/>
                  <a:moveTo>
                    <a:pt x="69023" y="322387"/>
                  </a:moveTo>
                  <a:lnTo>
                    <a:pt x="103534" y="295521"/>
                  </a:lnTo>
                  <a:lnTo>
                    <a:pt x="69023" y="295521"/>
                  </a:lnTo>
                  <a:close/>
                  <a:moveTo>
                    <a:pt x="103534" y="295521"/>
                  </a:moveTo>
                  <a:lnTo>
                    <a:pt x="103534" y="322387"/>
                  </a:lnTo>
                  <a:lnTo>
                    <a:pt x="138045" y="295521"/>
                  </a:lnTo>
                  <a:close/>
                  <a:moveTo>
                    <a:pt x="1689" y="268656"/>
                  </a:moveTo>
                  <a:lnTo>
                    <a:pt x="34511" y="295521"/>
                  </a:lnTo>
                  <a:lnTo>
                    <a:pt x="34511" y="268656"/>
                  </a:lnTo>
                  <a:close/>
                  <a:moveTo>
                    <a:pt x="34511" y="295521"/>
                  </a:moveTo>
                  <a:lnTo>
                    <a:pt x="69023" y="295521"/>
                  </a:lnTo>
                  <a:lnTo>
                    <a:pt x="69023" y="268656"/>
                  </a:lnTo>
                  <a:close/>
                  <a:moveTo>
                    <a:pt x="34511" y="295521"/>
                  </a:moveTo>
                  <a:lnTo>
                    <a:pt x="69023" y="268656"/>
                  </a:lnTo>
                  <a:lnTo>
                    <a:pt x="34511" y="268656"/>
                  </a:lnTo>
                  <a:close/>
                  <a:moveTo>
                    <a:pt x="69023" y="295521"/>
                  </a:moveTo>
                  <a:lnTo>
                    <a:pt x="103534" y="295521"/>
                  </a:lnTo>
                  <a:lnTo>
                    <a:pt x="103534" y="268656"/>
                  </a:lnTo>
                  <a:close/>
                  <a:moveTo>
                    <a:pt x="103534" y="295521"/>
                  </a:moveTo>
                  <a:lnTo>
                    <a:pt x="138045" y="295521"/>
                  </a:lnTo>
                  <a:lnTo>
                    <a:pt x="138045" y="268656"/>
                  </a:lnTo>
                  <a:close/>
                  <a:moveTo>
                    <a:pt x="103534" y="295521"/>
                  </a:moveTo>
                  <a:lnTo>
                    <a:pt x="138045" y="268656"/>
                  </a:lnTo>
                  <a:lnTo>
                    <a:pt x="103534" y="268656"/>
                  </a:lnTo>
                  <a:close/>
                  <a:moveTo>
                    <a:pt x="138045" y="268656"/>
                  </a:moveTo>
                  <a:lnTo>
                    <a:pt x="138045" y="295521"/>
                  </a:lnTo>
                  <a:lnTo>
                    <a:pt x="172556" y="268656"/>
                  </a:lnTo>
                  <a:close/>
                  <a:moveTo>
                    <a:pt x="12322" y="241790"/>
                  </a:moveTo>
                  <a:lnTo>
                    <a:pt x="34511" y="268656"/>
                  </a:lnTo>
                  <a:lnTo>
                    <a:pt x="34511" y="241790"/>
                  </a:lnTo>
                  <a:close/>
                  <a:moveTo>
                    <a:pt x="34511" y="268656"/>
                  </a:moveTo>
                  <a:lnTo>
                    <a:pt x="69023" y="268656"/>
                  </a:lnTo>
                  <a:lnTo>
                    <a:pt x="69023" y="241790"/>
                  </a:lnTo>
                  <a:close/>
                  <a:moveTo>
                    <a:pt x="34511" y="268656"/>
                  </a:moveTo>
                  <a:lnTo>
                    <a:pt x="69023" y="241790"/>
                  </a:lnTo>
                  <a:lnTo>
                    <a:pt x="34511" y="241790"/>
                  </a:lnTo>
                  <a:close/>
                  <a:moveTo>
                    <a:pt x="172556" y="241790"/>
                  </a:moveTo>
                  <a:lnTo>
                    <a:pt x="138045" y="268656"/>
                  </a:lnTo>
                  <a:lnTo>
                    <a:pt x="172556" y="268656"/>
                  </a:lnTo>
                  <a:close/>
                  <a:moveTo>
                    <a:pt x="172556" y="241790"/>
                  </a:moveTo>
                  <a:lnTo>
                    <a:pt x="172556" y="268656"/>
                  </a:lnTo>
                  <a:lnTo>
                    <a:pt x="207068" y="241790"/>
                  </a:lnTo>
                  <a:close/>
                  <a:moveTo>
                    <a:pt x="34511" y="241790"/>
                  </a:moveTo>
                  <a:lnTo>
                    <a:pt x="69023" y="241790"/>
                  </a:lnTo>
                  <a:lnTo>
                    <a:pt x="69023" y="214924"/>
                  </a:lnTo>
                  <a:close/>
                  <a:moveTo>
                    <a:pt x="34511" y="241790"/>
                  </a:moveTo>
                  <a:lnTo>
                    <a:pt x="69023" y="214924"/>
                  </a:lnTo>
                  <a:lnTo>
                    <a:pt x="34511" y="214924"/>
                  </a:lnTo>
                  <a:close/>
                  <a:moveTo>
                    <a:pt x="207068" y="214924"/>
                  </a:moveTo>
                  <a:lnTo>
                    <a:pt x="172556" y="241790"/>
                  </a:lnTo>
                  <a:lnTo>
                    <a:pt x="207068" y="241790"/>
                  </a:lnTo>
                  <a:close/>
                  <a:moveTo>
                    <a:pt x="207068" y="214924"/>
                  </a:moveTo>
                  <a:lnTo>
                    <a:pt x="207068" y="241790"/>
                  </a:lnTo>
                  <a:lnTo>
                    <a:pt x="241579" y="214924"/>
                  </a:lnTo>
                  <a:close/>
                  <a:moveTo>
                    <a:pt x="34511" y="214924"/>
                  </a:moveTo>
                  <a:lnTo>
                    <a:pt x="69023" y="214924"/>
                  </a:lnTo>
                  <a:lnTo>
                    <a:pt x="69023" y="188059"/>
                  </a:lnTo>
                  <a:close/>
                  <a:moveTo>
                    <a:pt x="34511" y="214924"/>
                  </a:moveTo>
                  <a:lnTo>
                    <a:pt x="69023" y="188059"/>
                  </a:lnTo>
                  <a:lnTo>
                    <a:pt x="34511" y="188059"/>
                  </a:lnTo>
                  <a:close/>
                  <a:moveTo>
                    <a:pt x="241579" y="188059"/>
                  </a:moveTo>
                  <a:lnTo>
                    <a:pt x="207068" y="214924"/>
                  </a:lnTo>
                  <a:lnTo>
                    <a:pt x="241579" y="214924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69023" y="161193"/>
                  </a:lnTo>
                  <a:close/>
                  <a:moveTo>
                    <a:pt x="34511" y="188059"/>
                  </a:moveTo>
                  <a:lnTo>
                    <a:pt x="69023" y="161193"/>
                  </a:lnTo>
                  <a:lnTo>
                    <a:pt x="34511" y="161193"/>
                  </a:lnTo>
                  <a:close/>
                  <a:moveTo>
                    <a:pt x="241579" y="188059"/>
                  </a:moveTo>
                  <a:lnTo>
                    <a:pt x="241579" y="161193"/>
                  </a:lnTo>
                  <a:lnTo>
                    <a:pt x="215294" y="188059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21117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07068" y="134328"/>
                  </a:moveTo>
                  <a:lnTo>
                    <a:pt x="241579" y="161193"/>
                  </a:lnTo>
                  <a:lnTo>
                    <a:pt x="239652" y="134328"/>
                  </a:lnTo>
                  <a:close/>
                  <a:moveTo>
                    <a:pt x="34511" y="134328"/>
                  </a:moveTo>
                  <a:lnTo>
                    <a:pt x="69023" y="134328"/>
                  </a:lnTo>
                  <a:lnTo>
                    <a:pt x="69023" y="107462"/>
                  </a:lnTo>
                  <a:close/>
                  <a:moveTo>
                    <a:pt x="34511" y="134328"/>
                  </a:moveTo>
                  <a:lnTo>
                    <a:pt x="69023" y="107462"/>
                  </a:lnTo>
                  <a:lnTo>
                    <a:pt x="34511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7068" y="107462"/>
                  </a:lnTo>
                  <a:close/>
                  <a:moveTo>
                    <a:pt x="34511" y="107462"/>
                  </a:moveTo>
                  <a:lnTo>
                    <a:pt x="69023" y="107462"/>
                  </a:lnTo>
                  <a:lnTo>
                    <a:pt x="69023" y="80597"/>
                  </a:lnTo>
                  <a:close/>
                  <a:moveTo>
                    <a:pt x="34511" y="107462"/>
                  </a:moveTo>
                  <a:lnTo>
                    <a:pt x="69023" y="80597"/>
                  </a:lnTo>
                  <a:lnTo>
                    <a:pt x="34511" y="80597"/>
                  </a:lnTo>
                  <a:close/>
                  <a:moveTo>
                    <a:pt x="69023" y="107462"/>
                  </a:moveTo>
                  <a:lnTo>
                    <a:pt x="103534" y="80597"/>
                  </a:lnTo>
                  <a:lnTo>
                    <a:pt x="69023" y="80597"/>
                  </a:lnTo>
                  <a:close/>
                  <a:moveTo>
                    <a:pt x="103534" y="107462"/>
                  </a:moveTo>
                  <a:lnTo>
                    <a:pt x="138045" y="80597"/>
                  </a:lnTo>
                  <a:lnTo>
                    <a:pt x="103534" y="80597"/>
                  </a:lnTo>
                  <a:close/>
                  <a:moveTo>
                    <a:pt x="138045" y="107462"/>
                  </a:moveTo>
                  <a:lnTo>
                    <a:pt x="172556" y="107462"/>
                  </a:lnTo>
                  <a:lnTo>
                    <a:pt x="172556" y="80597"/>
                  </a:lnTo>
                  <a:close/>
                  <a:moveTo>
                    <a:pt x="138045" y="107462"/>
                  </a:moveTo>
                  <a:lnTo>
                    <a:pt x="172556" y="80597"/>
                  </a:lnTo>
                  <a:lnTo>
                    <a:pt x="138045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80597"/>
                  </a:moveTo>
                  <a:lnTo>
                    <a:pt x="103534" y="80597"/>
                  </a:lnTo>
                  <a:lnTo>
                    <a:pt x="103534" y="53731"/>
                  </a:lnTo>
                  <a:close/>
                  <a:moveTo>
                    <a:pt x="69023" y="80597"/>
                  </a:moveTo>
                  <a:lnTo>
                    <a:pt x="103534" y="53731"/>
                  </a:lnTo>
                  <a:lnTo>
                    <a:pt x="69023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38045" y="53731"/>
                  </a:lnTo>
                  <a:close/>
                  <a:moveTo>
                    <a:pt x="103534" y="80597"/>
                  </a:moveTo>
                  <a:lnTo>
                    <a:pt x="138045" y="53731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03534" y="26866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4030" name="Match_B4__4029">
              <a:extLst>
                <a:ext uri="{FF2B5EF4-FFF2-40B4-BE49-F238E27FC236}">
                  <a16:creationId xmlns:a16="http://schemas.microsoft.com/office/drawing/2014/main" id="{E2189B34-1FC2-DC27-F5FC-6F79DB97BEA3}"/>
                </a:ext>
              </a:extLst>
            </p:cNvPr>
            <p:cNvSpPr>
              <a:spLocks noGrp="1"/>
            </p:cNvSpPr>
            <p:nvPr/>
          </p:nvSpPr>
          <p:spPr>
            <a:xfrm>
              <a:off x="8522375" y="2689162"/>
              <a:ext cx="172556" cy="214924"/>
            </a:xfrm>
            <a:custGeom>
              <a:avLst/>
              <a:gdLst/>
              <a:ahLst/>
              <a:cxnLst/>
              <a:rect l="0" t="0" r="0" b="0"/>
              <a:pathLst>
                <a:path w="172556" h="214924">
                  <a:moveTo>
                    <a:pt x="0" y="214924"/>
                  </a:moveTo>
                  <a:lnTo>
                    <a:pt x="34511" y="188059"/>
                  </a:lnTo>
                  <a:lnTo>
                    <a:pt x="0" y="188059"/>
                  </a:lnTo>
                  <a:close/>
                  <a:moveTo>
                    <a:pt x="34511" y="171114"/>
                  </a:moveTo>
                  <a:lnTo>
                    <a:pt x="22053" y="161193"/>
                  </a:lnTo>
                  <a:lnTo>
                    <a:pt x="34511" y="188059"/>
                  </a:lnTo>
                  <a:close/>
                  <a:moveTo>
                    <a:pt x="34511" y="188059"/>
                  </a:moveTo>
                  <a:lnTo>
                    <a:pt x="22053" y="161193"/>
                  </a:lnTo>
                  <a:lnTo>
                    <a:pt x="0" y="161193"/>
                  </a:lnTo>
                  <a:close/>
                  <a:moveTo>
                    <a:pt x="34511" y="188059"/>
                  </a:moveTo>
                  <a:lnTo>
                    <a:pt x="0" y="161193"/>
                  </a:lnTo>
                  <a:lnTo>
                    <a:pt x="0" y="188059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34511" y="171114"/>
                  </a:lnTo>
                  <a:close/>
                  <a:moveTo>
                    <a:pt x="69023" y="188059"/>
                  </a:moveTo>
                  <a:lnTo>
                    <a:pt x="69023" y="168310"/>
                  </a:lnTo>
                  <a:lnTo>
                    <a:pt x="34511" y="171114"/>
                  </a:lnTo>
                  <a:close/>
                  <a:moveTo>
                    <a:pt x="86127" y="161193"/>
                  </a:moveTo>
                  <a:lnTo>
                    <a:pt x="69023" y="168310"/>
                  </a:lnTo>
                  <a:lnTo>
                    <a:pt x="103534" y="161193"/>
                  </a:lnTo>
                  <a:close/>
                  <a:moveTo>
                    <a:pt x="103534" y="161193"/>
                  </a:moveTo>
                  <a:lnTo>
                    <a:pt x="69023" y="168310"/>
                  </a:lnTo>
                  <a:lnTo>
                    <a:pt x="69023" y="188059"/>
                  </a:lnTo>
                  <a:close/>
                  <a:moveTo>
                    <a:pt x="22053" y="161193"/>
                  </a:moveTo>
                  <a:lnTo>
                    <a:pt x="12938" y="134328"/>
                  </a:lnTo>
                  <a:lnTo>
                    <a:pt x="0" y="161193"/>
                  </a:lnTo>
                  <a:close/>
                  <a:moveTo>
                    <a:pt x="12938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130597" y="134328"/>
                  </a:moveTo>
                  <a:lnTo>
                    <a:pt x="103534" y="153873"/>
                  </a:lnTo>
                  <a:lnTo>
                    <a:pt x="138045" y="134328"/>
                  </a:lnTo>
                  <a:close/>
                  <a:moveTo>
                    <a:pt x="138045" y="134328"/>
                  </a:moveTo>
                  <a:lnTo>
                    <a:pt x="103534" y="153873"/>
                  </a:lnTo>
                  <a:lnTo>
                    <a:pt x="103534" y="161193"/>
                  </a:lnTo>
                  <a:close/>
                  <a:moveTo>
                    <a:pt x="86127" y="161193"/>
                  </a:moveTo>
                  <a:lnTo>
                    <a:pt x="103534" y="161193"/>
                  </a:lnTo>
                  <a:lnTo>
                    <a:pt x="103534" y="153873"/>
                  </a:lnTo>
                  <a:close/>
                  <a:moveTo>
                    <a:pt x="12938" y="134328"/>
                  </a:moveTo>
                  <a:lnTo>
                    <a:pt x="12290" y="107462"/>
                  </a:lnTo>
                  <a:lnTo>
                    <a:pt x="0" y="134328"/>
                  </a:lnTo>
                  <a:close/>
                  <a:moveTo>
                    <a:pt x="12290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46271" y="107462"/>
                  </a:moveTo>
                  <a:lnTo>
                    <a:pt x="138045" y="124275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138045" y="124275"/>
                  </a:lnTo>
                  <a:lnTo>
                    <a:pt x="138045" y="134328"/>
                  </a:lnTo>
                  <a:close/>
                  <a:moveTo>
                    <a:pt x="130597" y="134328"/>
                  </a:moveTo>
                  <a:lnTo>
                    <a:pt x="138045" y="134328"/>
                  </a:lnTo>
                  <a:lnTo>
                    <a:pt x="138045" y="124275"/>
                  </a:lnTo>
                  <a:close/>
                  <a:moveTo>
                    <a:pt x="12290" y="107462"/>
                  </a:moveTo>
                  <a:lnTo>
                    <a:pt x="15580" y="80597"/>
                  </a:lnTo>
                  <a:lnTo>
                    <a:pt x="0" y="107462"/>
                  </a:lnTo>
                  <a:close/>
                  <a:moveTo>
                    <a:pt x="15580" y="80597"/>
                  </a:moveTo>
                  <a:lnTo>
                    <a:pt x="0" y="80597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42157" y="80597"/>
                  </a:lnTo>
                  <a:lnTo>
                    <a:pt x="146271" y="107462"/>
                  </a:lnTo>
                  <a:close/>
                  <a:moveTo>
                    <a:pt x="15580" y="80597"/>
                  </a:moveTo>
                  <a:lnTo>
                    <a:pt x="23973" y="53731"/>
                  </a:lnTo>
                  <a:lnTo>
                    <a:pt x="0" y="80597"/>
                  </a:lnTo>
                  <a:close/>
                  <a:moveTo>
                    <a:pt x="23973" y="53731"/>
                  </a:moveTo>
                  <a:lnTo>
                    <a:pt x="0" y="53731"/>
                  </a:lnTo>
                  <a:lnTo>
                    <a:pt x="0" y="80597"/>
                  </a:lnTo>
                  <a:close/>
                  <a:moveTo>
                    <a:pt x="138045" y="75116"/>
                  </a:moveTo>
                  <a:lnTo>
                    <a:pt x="142157" y="80597"/>
                  </a:lnTo>
                  <a:lnTo>
                    <a:pt x="138045" y="53731"/>
                  </a:lnTo>
                  <a:close/>
                  <a:moveTo>
                    <a:pt x="23973" y="53731"/>
                  </a:moveTo>
                  <a:lnTo>
                    <a:pt x="34511" y="37964"/>
                  </a:lnTo>
                  <a:lnTo>
                    <a:pt x="0" y="53731"/>
                  </a:lnTo>
                  <a:close/>
                  <a:moveTo>
                    <a:pt x="0" y="53731"/>
                  </a:moveTo>
                  <a:lnTo>
                    <a:pt x="34511" y="37964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103534" y="47220"/>
                  </a:moveTo>
                  <a:lnTo>
                    <a:pt x="113664" y="53731"/>
                  </a:lnTo>
                  <a:lnTo>
                    <a:pt x="103534" y="26866"/>
                  </a:lnTo>
                  <a:close/>
                  <a:moveTo>
                    <a:pt x="103534" y="26866"/>
                  </a:moveTo>
                  <a:lnTo>
                    <a:pt x="113664" y="53731"/>
                  </a:lnTo>
                  <a:lnTo>
                    <a:pt x="138045" y="53731"/>
                  </a:lnTo>
                  <a:close/>
                  <a:moveTo>
                    <a:pt x="138045" y="75116"/>
                  </a:moveTo>
                  <a:lnTo>
                    <a:pt x="138045" y="53731"/>
                  </a:lnTo>
                  <a:lnTo>
                    <a:pt x="113664" y="53731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69023" y="26866"/>
                  </a:moveTo>
                  <a:lnTo>
                    <a:pt x="34511" y="26866"/>
                  </a:lnTo>
                  <a:lnTo>
                    <a:pt x="69023" y="34922"/>
                  </a:lnTo>
                  <a:close/>
                  <a:moveTo>
                    <a:pt x="34511" y="26866"/>
                  </a:moveTo>
                  <a:lnTo>
                    <a:pt x="34511" y="37964"/>
                  </a:lnTo>
                  <a:lnTo>
                    <a:pt x="69023" y="34922"/>
                  </a:lnTo>
                  <a:close/>
                  <a:moveTo>
                    <a:pt x="103534" y="26866"/>
                  </a:moveTo>
                  <a:lnTo>
                    <a:pt x="69023" y="26866"/>
                  </a:lnTo>
                  <a:lnTo>
                    <a:pt x="103534" y="47220"/>
                  </a:lnTo>
                  <a:close/>
                  <a:moveTo>
                    <a:pt x="69023" y="26866"/>
                  </a:moveTo>
                  <a:lnTo>
                    <a:pt x="69023" y="34922"/>
                  </a:lnTo>
                  <a:lnTo>
                    <a:pt x="103534" y="47220"/>
                  </a:lnTo>
                  <a:close/>
                  <a:moveTo>
                    <a:pt x="22053" y="161193"/>
                  </a:moveTo>
                  <a:lnTo>
                    <a:pt x="34511" y="171114"/>
                  </a:lnTo>
                  <a:lnTo>
                    <a:pt x="34511" y="161193"/>
                  </a:lnTo>
                  <a:close/>
                  <a:moveTo>
                    <a:pt x="12938" y="134328"/>
                  </a:moveTo>
                  <a:lnTo>
                    <a:pt x="34511" y="161193"/>
                  </a:lnTo>
                  <a:lnTo>
                    <a:pt x="34511" y="134328"/>
                  </a:lnTo>
                  <a:close/>
                  <a:moveTo>
                    <a:pt x="12938" y="134328"/>
                  </a:moveTo>
                  <a:lnTo>
                    <a:pt x="22053" y="161193"/>
                  </a:lnTo>
                  <a:lnTo>
                    <a:pt x="34511" y="161193"/>
                  </a:lnTo>
                  <a:close/>
                  <a:moveTo>
                    <a:pt x="69023" y="161193"/>
                  </a:moveTo>
                  <a:lnTo>
                    <a:pt x="34511" y="171114"/>
                  </a:lnTo>
                  <a:lnTo>
                    <a:pt x="69023" y="168310"/>
                  </a:lnTo>
                  <a:close/>
                  <a:moveTo>
                    <a:pt x="69023" y="161193"/>
                  </a:moveTo>
                  <a:lnTo>
                    <a:pt x="34511" y="161193"/>
                  </a:lnTo>
                  <a:lnTo>
                    <a:pt x="34511" y="171114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69023" y="161193"/>
                  </a:moveTo>
                  <a:lnTo>
                    <a:pt x="69023" y="168310"/>
                  </a:lnTo>
                  <a:lnTo>
                    <a:pt x="86127" y="161193"/>
                  </a:lnTo>
                  <a:close/>
                  <a:moveTo>
                    <a:pt x="103534" y="134328"/>
                  </a:moveTo>
                  <a:lnTo>
                    <a:pt x="86127" y="161193"/>
                  </a:lnTo>
                  <a:lnTo>
                    <a:pt x="103534" y="153873"/>
                  </a:lnTo>
                  <a:close/>
                  <a:moveTo>
                    <a:pt x="69023" y="161193"/>
                  </a:moveTo>
                  <a:lnTo>
                    <a:pt x="86127" y="161193"/>
                  </a:lnTo>
                  <a:lnTo>
                    <a:pt x="103534" y="134328"/>
                  </a:lnTo>
                  <a:close/>
                  <a:moveTo>
                    <a:pt x="12290" y="107462"/>
                  </a:moveTo>
                  <a:lnTo>
                    <a:pt x="34511" y="134328"/>
                  </a:lnTo>
                  <a:lnTo>
                    <a:pt x="34511" y="107462"/>
                  </a:lnTo>
                  <a:close/>
                  <a:moveTo>
                    <a:pt x="12290" y="107462"/>
                  </a:moveTo>
                  <a:lnTo>
                    <a:pt x="12938" y="134328"/>
                  </a:lnTo>
                  <a:lnTo>
                    <a:pt x="34511" y="134328"/>
                  </a:lnTo>
                  <a:close/>
                  <a:moveTo>
                    <a:pt x="103534" y="134328"/>
                  </a:moveTo>
                  <a:lnTo>
                    <a:pt x="103534" y="153873"/>
                  </a:lnTo>
                  <a:lnTo>
                    <a:pt x="130597" y="134328"/>
                  </a:lnTo>
                  <a:close/>
                  <a:moveTo>
                    <a:pt x="138045" y="107462"/>
                  </a:moveTo>
                  <a:lnTo>
                    <a:pt x="130597" y="134328"/>
                  </a:lnTo>
                  <a:lnTo>
                    <a:pt x="138045" y="124275"/>
                  </a:lnTo>
                  <a:close/>
                  <a:moveTo>
                    <a:pt x="103534" y="134328"/>
                  </a:moveTo>
                  <a:lnTo>
                    <a:pt x="130597" y="134328"/>
                  </a:lnTo>
                  <a:lnTo>
                    <a:pt x="138045" y="107462"/>
                  </a:lnTo>
                  <a:close/>
                  <a:moveTo>
                    <a:pt x="15580" y="80597"/>
                  </a:moveTo>
                  <a:lnTo>
                    <a:pt x="34511" y="107462"/>
                  </a:lnTo>
                  <a:lnTo>
                    <a:pt x="34511" y="80597"/>
                  </a:lnTo>
                  <a:close/>
                  <a:moveTo>
                    <a:pt x="15580" y="80597"/>
                  </a:moveTo>
                  <a:lnTo>
                    <a:pt x="12290" y="107462"/>
                  </a:lnTo>
                  <a:lnTo>
                    <a:pt x="34511" y="107462"/>
                  </a:lnTo>
                  <a:close/>
                  <a:moveTo>
                    <a:pt x="103534" y="107462"/>
                  </a:moveTo>
                  <a:lnTo>
                    <a:pt x="138045" y="107462"/>
                  </a:lnTo>
                  <a:lnTo>
                    <a:pt x="138045" y="80597"/>
                  </a:lnTo>
                  <a:close/>
                  <a:moveTo>
                    <a:pt x="138045" y="107462"/>
                  </a:moveTo>
                  <a:lnTo>
                    <a:pt x="138045" y="124275"/>
                  </a:lnTo>
                  <a:lnTo>
                    <a:pt x="146271" y="107462"/>
                  </a:lnTo>
                  <a:close/>
                  <a:moveTo>
                    <a:pt x="138045" y="80597"/>
                  </a:moveTo>
                  <a:lnTo>
                    <a:pt x="146271" y="107462"/>
                  </a:lnTo>
                  <a:lnTo>
                    <a:pt x="142157" y="80597"/>
                  </a:lnTo>
                  <a:close/>
                  <a:moveTo>
                    <a:pt x="138045" y="80597"/>
                  </a:moveTo>
                  <a:lnTo>
                    <a:pt x="138045" y="107462"/>
                  </a:lnTo>
                  <a:lnTo>
                    <a:pt x="146271" y="107462"/>
                  </a:lnTo>
                  <a:close/>
                  <a:moveTo>
                    <a:pt x="23973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23973" y="53731"/>
                  </a:moveTo>
                  <a:lnTo>
                    <a:pt x="15580" y="80597"/>
                  </a:lnTo>
                  <a:lnTo>
                    <a:pt x="34511" y="80597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03534" y="53731"/>
                  </a:moveTo>
                  <a:lnTo>
                    <a:pt x="138045" y="75116"/>
                  </a:lnTo>
                  <a:lnTo>
                    <a:pt x="113664" y="53731"/>
                  </a:lnTo>
                  <a:close/>
                  <a:moveTo>
                    <a:pt x="138045" y="80597"/>
                  </a:moveTo>
                  <a:lnTo>
                    <a:pt x="138045" y="75116"/>
                  </a:lnTo>
                  <a:lnTo>
                    <a:pt x="103534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03534" y="53731"/>
                  </a:lnTo>
                  <a:close/>
                  <a:moveTo>
                    <a:pt x="138045" y="80597"/>
                  </a:moveTo>
                  <a:lnTo>
                    <a:pt x="142157" y="80597"/>
                  </a:lnTo>
                  <a:lnTo>
                    <a:pt x="138045" y="75116"/>
                  </a:lnTo>
                  <a:close/>
                  <a:moveTo>
                    <a:pt x="34511" y="37964"/>
                  </a:moveTo>
                  <a:lnTo>
                    <a:pt x="23973" y="53731"/>
                  </a:lnTo>
                  <a:lnTo>
                    <a:pt x="34511" y="53731"/>
                  </a:lnTo>
                  <a:close/>
                  <a:moveTo>
                    <a:pt x="34511" y="53731"/>
                  </a:moveTo>
                  <a:lnTo>
                    <a:pt x="69023" y="34922"/>
                  </a:lnTo>
                  <a:lnTo>
                    <a:pt x="34511" y="37964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47220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47220"/>
                  </a:lnTo>
                  <a:close/>
                  <a:moveTo>
                    <a:pt x="103534" y="53731"/>
                  </a:moveTo>
                  <a:lnTo>
                    <a:pt x="113664" y="53731"/>
                  </a:lnTo>
                  <a:lnTo>
                    <a:pt x="103534" y="4722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4031" name="Match_B4__4030">
              <a:extLst>
                <a:ext uri="{FF2B5EF4-FFF2-40B4-BE49-F238E27FC236}">
                  <a16:creationId xmlns:a16="http://schemas.microsoft.com/office/drawing/2014/main" id="{0B3BFA2E-77F6-298D-2175-80D435DA4DEE}"/>
                </a:ext>
              </a:extLst>
            </p:cNvPr>
            <p:cNvSpPr>
              <a:spLocks noGrp="1"/>
            </p:cNvSpPr>
            <p:nvPr/>
          </p:nvSpPr>
          <p:spPr>
            <a:xfrm>
              <a:off x="8556886" y="2742893"/>
              <a:ext cx="103534" cy="107462"/>
            </a:xfrm>
            <a:custGeom>
              <a:avLst/>
              <a:gdLst/>
              <a:ahLst/>
              <a:cxnLst/>
              <a:rect l="0" t="0" r="0" b="0"/>
              <a:pathLst>
                <a:path w="103534" h="107462">
                  <a:moveTo>
                    <a:pt x="34511" y="80597"/>
                  </a:moveTo>
                  <a:lnTo>
                    <a:pt x="34511" y="107462"/>
                  </a:lnTo>
                  <a:lnTo>
                    <a:pt x="69023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0" y="80597"/>
                  </a:moveTo>
                  <a:lnTo>
                    <a:pt x="34511" y="53731"/>
                  </a:lnTo>
                  <a:lnTo>
                    <a:pt x="0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53731"/>
                  </a:moveTo>
                  <a:lnTo>
                    <a:pt x="69023" y="80597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sp>
        <p:nvSpPr>
          <p:cNvPr id="4032" name="label__4031">
            <a:extLst>
              <a:ext uri="{FF2B5EF4-FFF2-40B4-BE49-F238E27FC236}">
                <a16:creationId xmlns:a16="http://schemas.microsoft.com/office/drawing/2014/main" id="{599F6E9C-7B10-FEEE-F12F-020B5F866356}"/>
              </a:ext>
            </a:extLst>
          </p:cNvPr>
          <p:cNvSpPr>
            <a:spLocks noGrp="1"/>
          </p:cNvSpPr>
          <p:nvPr/>
        </p:nvSpPr>
        <p:spPr>
          <a:xfrm>
            <a:off x="5589954" y="2104571"/>
            <a:ext cx="87965" cy="659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442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B4</a:t>
            </a:r>
          </a:p>
        </p:txBody>
      </p:sp>
      <p:grpSp>
        <p:nvGrpSpPr>
          <p:cNvPr id="6227" name="Match_B3">
            <a:extLst>
              <a:ext uri="{FF2B5EF4-FFF2-40B4-BE49-F238E27FC236}">
                <a16:creationId xmlns:a16="http://schemas.microsoft.com/office/drawing/2014/main" id="{330BA1B8-BADA-ADE0-0586-C740DA4D97D9}"/>
              </a:ext>
            </a:extLst>
          </p:cNvPr>
          <p:cNvGrpSpPr/>
          <p:nvPr/>
        </p:nvGrpSpPr>
        <p:grpSpPr>
          <a:xfrm>
            <a:off x="5673796" y="2312115"/>
            <a:ext cx="101710" cy="118204"/>
            <a:chOff x="8386763" y="3328988"/>
            <a:chExt cx="352425" cy="409575"/>
          </a:xfrm>
        </p:grpSpPr>
        <p:sp>
          <p:nvSpPr>
            <p:cNvPr id="4033" name="Match_B3__4032">
              <a:extLst>
                <a:ext uri="{FF2B5EF4-FFF2-40B4-BE49-F238E27FC236}">
                  <a16:creationId xmlns:a16="http://schemas.microsoft.com/office/drawing/2014/main" id="{B0B27853-7555-F7C4-6DBD-245BD450255B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4034" name="Match_B3__4033">
              <a:extLst>
                <a:ext uri="{FF2B5EF4-FFF2-40B4-BE49-F238E27FC236}">
                  <a16:creationId xmlns:a16="http://schemas.microsoft.com/office/drawing/2014/main" id="{67ABD126-5872-DC89-2960-4FBE21157B92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4035" name="Match_B3__4034">
              <a:extLst>
                <a:ext uri="{FF2B5EF4-FFF2-40B4-BE49-F238E27FC236}">
                  <a16:creationId xmlns:a16="http://schemas.microsoft.com/office/drawing/2014/main" id="{B578EF91-F358-F303-9025-DA0DBE9B6FF4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4036" name="Match_B3__4035">
              <a:extLst>
                <a:ext uri="{FF2B5EF4-FFF2-40B4-BE49-F238E27FC236}">
                  <a16:creationId xmlns:a16="http://schemas.microsoft.com/office/drawing/2014/main" id="{FDA75837-DBA0-F22A-1195-182C4D77174E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4037" name="Match_B3__4036">
              <a:extLst>
                <a:ext uri="{FF2B5EF4-FFF2-40B4-BE49-F238E27FC236}">
                  <a16:creationId xmlns:a16="http://schemas.microsoft.com/office/drawing/2014/main" id="{48EAF361-8D47-C739-9148-17E673E9FC58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3335710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4038" name="Match_B3__4037">
              <a:extLst>
                <a:ext uri="{FF2B5EF4-FFF2-40B4-BE49-F238E27FC236}">
                  <a16:creationId xmlns:a16="http://schemas.microsoft.com/office/drawing/2014/main" id="{5E487379-E22E-9D35-7641-7B0167DE32E5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37196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4039" name="Match_B3__4038">
              <a:extLst>
                <a:ext uri="{FF2B5EF4-FFF2-40B4-BE49-F238E27FC236}">
                  <a16:creationId xmlns:a16="http://schemas.microsoft.com/office/drawing/2014/main" id="{A25F98CA-047D-D5FB-EAED-D39726CF5B79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46627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4040" name="Match_B3__4039">
              <a:extLst>
                <a:ext uri="{FF2B5EF4-FFF2-40B4-BE49-F238E27FC236}">
                  <a16:creationId xmlns:a16="http://schemas.microsoft.com/office/drawing/2014/main" id="{669A50D3-D587-5385-968A-C6AB5F31D6BB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3355426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4041" name="Match_B3__4040">
              <a:extLst>
                <a:ext uri="{FF2B5EF4-FFF2-40B4-BE49-F238E27FC236}">
                  <a16:creationId xmlns:a16="http://schemas.microsoft.com/office/drawing/2014/main" id="{C9F357EC-65E4-95DB-FDFE-55A0E535B5F6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3400504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4042" name="Match_B3__4041">
              <a:extLst>
                <a:ext uri="{FF2B5EF4-FFF2-40B4-BE49-F238E27FC236}">
                  <a16:creationId xmlns:a16="http://schemas.microsoft.com/office/drawing/2014/main" id="{8D55993E-E444-C246-6C97-C4EE71C4E32D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3571032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sp>
        <p:nvSpPr>
          <p:cNvPr id="4043" name="label__4042">
            <a:extLst>
              <a:ext uri="{FF2B5EF4-FFF2-40B4-BE49-F238E27FC236}">
                <a16:creationId xmlns:a16="http://schemas.microsoft.com/office/drawing/2014/main" id="{C0E7006B-0B1C-8BFF-5EEF-ED195F43F60A}"/>
              </a:ext>
            </a:extLst>
          </p:cNvPr>
          <p:cNvSpPr>
            <a:spLocks noGrp="1"/>
          </p:cNvSpPr>
          <p:nvPr/>
        </p:nvSpPr>
        <p:spPr>
          <a:xfrm>
            <a:off x="5589954" y="2338230"/>
            <a:ext cx="87965" cy="659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442" dirty="0">
                <a:solidFill>
                  <a:srgbClr val="687780"/>
                </a:solidFill>
                <a:latin typeface="Arial"/>
                <a:cs typeface="Arial"/>
              </a:rPr>
              <a:t>B3</a:t>
            </a:r>
          </a:p>
        </p:txBody>
      </p:sp>
      <p:grpSp>
        <p:nvGrpSpPr>
          <p:cNvPr id="6228" name="Match_B2">
            <a:extLst>
              <a:ext uri="{FF2B5EF4-FFF2-40B4-BE49-F238E27FC236}">
                <a16:creationId xmlns:a16="http://schemas.microsoft.com/office/drawing/2014/main" id="{D33BDB89-6DCA-663D-D4BA-36BB243FDBE1}"/>
              </a:ext>
            </a:extLst>
          </p:cNvPr>
          <p:cNvGrpSpPr/>
          <p:nvPr/>
        </p:nvGrpSpPr>
        <p:grpSpPr>
          <a:xfrm>
            <a:off x="5673796" y="2529279"/>
            <a:ext cx="101710" cy="151191"/>
            <a:chOff x="8386763" y="4081463"/>
            <a:chExt cx="352425" cy="523875"/>
          </a:xfrm>
        </p:grpSpPr>
        <p:sp>
          <p:nvSpPr>
            <p:cNvPr id="4044" name="Match_B2__4043">
              <a:extLst>
                <a:ext uri="{FF2B5EF4-FFF2-40B4-BE49-F238E27FC236}">
                  <a16:creationId xmlns:a16="http://schemas.microsoft.com/office/drawing/2014/main" id="{6DD024AB-D1A6-4661-EA25-BBC49B60A5D6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1463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98037" y="523543"/>
                  </a:moveTo>
                  <a:lnTo>
                    <a:pt x="61906" y="514887"/>
                  </a:lnTo>
                  <a:lnTo>
                    <a:pt x="98037" y="515352"/>
                  </a:lnTo>
                  <a:close/>
                  <a:moveTo>
                    <a:pt x="98037" y="523543"/>
                  </a:moveTo>
                  <a:lnTo>
                    <a:pt x="98037" y="515352"/>
                  </a:lnTo>
                  <a:lnTo>
                    <a:pt x="134167" y="523875"/>
                  </a:lnTo>
                  <a:close/>
                  <a:moveTo>
                    <a:pt x="134167" y="523875"/>
                  </a:moveTo>
                  <a:lnTo>
                    <a:pt x="134167" y="515837"/>
                  </a:lnTo>
                  <a:lnTo>
                    <a:pt x="170298" y="516196"/>
                  </a:lnTo>
                  <a:close/>
                  <a:moveTo>
                    <a:pt x="208869" y="487821"/>
                  </a:moveTo>
                  <a:lnTo>
                    <a:pt x="221774" y="487821"/>
                  </a:lnTo>
                  <a:lnTo>
                    <a:pt x="206429" y="499097"/>
                  </a:lnTo>
                  <a:close/>
                  <a:moveTo>
                    <a:pt x="238494" y="461151"/>
                  </a:moveTo>
                  <a:lnTo>
                    <a:pt x="242559" y="467256"/>
                  </a:lnTo>
                  <a:lnTo>
                    <a:pt x="221774" y="487821"/>
                  </a:lnTo>
                  <a:close/>
                  <a:moveTo>
                    <a:pt x="2499" y="461151"/>
                  </a:moveTo>
                  <a:lnTo>
                    <a:pt x="14000" y="461151"/>
                  </a:lnTo>
                  <a:lnTo>
                    <a:pt x="18837" y="487821"/>
                  </a:lnTo>
                  <a:close/>
                  <a:moveTo>
                    <a:pt x="10476" y="434480"/>
                  </a:moveTo>
                  <a:lnTo>
                    <a:pt x="2499" y="461151"/>
                  </a:lnTo>
                  <a:lnTo>
                    <a:pt x="0" y="434480"/>
                  </a:lnTo>
                  <a:close/>
                  <a:moveTo>
                    <a:pt x="17989" y="407809"/>
                  </a:moveTo>
                  <a:lnTo>
                    <a:pt x="0" y="434480"/>
                  </a:lnTo>
                  <a:lnTo>
                    <a:pt x="7970" y="407809"/>
                  </a:lnTo>
                  <a:close/>
                  <a:moveTo>
                    <a:pt x="268638" y="434480"/>
                  </a:moveTo>
                  <a:lnTo>
                    <a:pt x="248088" y="461151"/>
                  </a:lnTo>
                  <a:lnTo>
                    <a:pt x="262255" y="434480"/>
                  </a:lnTo>
                  <a:close/>
                  <a:moveTo>
                    <a:pt x="268638" y="434480"/>
                  </a:moveTo>
                  <a:lnTo>
                    <a:pt x="262255" y="434480"/>
                  </a:lnTo>
                  <a:lnTo>
                    <a:pt x="278690" y="421046"/>
                  </a:lnTo>
                  <a:close/>
                  <a:moveTo>
                    <a:pt x="7970" y="407809"/>
                  </a:moveTo>
                  <a:lnTo>
                    <a:pt x="24298" y="381139"/>
                  </a:lnTo>
                  <a:lnTo>
                    <a:pt x="17989" y="407809"/>
                  </a:lnTo>
                  <a:close/>
                  <a:moveTo>
                    <a:pt x="285231" y="407809"/>
                  </a:moveTo>
                  <a:lnTo>
                    <a:pt x="288891" y="407809"/>
                  </a:lnTo>
                  <a:lnTo>
                    <a:pt x="278690" y="421046"/>
                  </a:lnTo>
                  <a:close/>
                  <a:moveTo>
                    <a:pt x="307376" y="381139"/>
                  </a:moveTo>
                  <a:lnTo>
                    <a:pt x="288891" y="407809"/>
                  </a:lnTo>
                  <a:lnTo>
                    <a:pt x="306023" y="381139"/>
                  </a:lnTo>
                  <a:close/>
                  <a:moveTo>
                    <a:pt x="32592" y="381139"/>
                  </a:moveTo>
                  <a:lnTo>
                    <a:pt x="25775" y="379049"/>
                  </a:lnTo>
                  <a:lnTo>
                    <a:pt x="41208" y="354468"/>
                  </a:lnTo>
                  <a:close/>
                  <a:moveTo>
                    <a:pt x="307376" y="381139"/>
                  </a:moveTo>
                  <a:lnTo>
                    <a:pt x="306023" y="381139"/>
                  </a:lnTo>
                  <a:lnTo>
                    <a:pt x="314821" y="366252"/>
                  </a:lnTo>
                  <a:close/>
                  <a:moveTo>
                    <a:pt x="58466" y="327797"/>
                  </a:moveTo>
                  <a:lnTo>
                    <a:pt x="41208" y="354468"/>
                  </a:lnTo>
                  <a:lnTo>
                    <a:pt x="53652" y="327797"/>
                  </a:lnTo>
                  <a:close/>
                  <a:moveTo>
                    <a:pt x="320575" y="354468"/>
                  </a:moveTo>
                  <a:lnTo>
                    <a:pt x="320969" y="354468"/>
                  </a:lnTo>
                  <a:lnTo>
                    <a:pt x="314821" y="366252"/>
                  </a:lnTo>
                  <a:close/>
                  <a:moveTo>
                    <a:pt x="327031" y="327797"/>
                  </a:moveTo>
                  <a:lnTo>
                    <a:pt x="320969" y="354468"/>
                  </a:lnTo>
                  <a:lnTo>
                    <a:pt x="326795" y="327797"/>
                  </a:lnTo>
                  <a:close/>
                  <a:moveTo>
                    <a:pt x="53652" y="327797"/>
                  </a:moveTo>
                  <a:lnTo>
                    <a:pt x="58654" y="301127"/>
                  </a:lnTo>
                  <a:lnTo>
                    <a:pt x="58466" y="327797"/>
                  </a:lnTo>
                  <a:close/>
                  <a:moveTo>
                    <a:pt x="325376" y="301127"/>
                  </a:moveTo>
                  <a:lnTo>
                    <a:pt x="327031" y="327797"/>
                  </a:lnTo>
                  <a:lnTo>
                    <a:pt x="324534" y="301127"/>
                  </a:lnTo>
                  <a:close/>
                  <a:moveTo>
                    <a:pt x="318506" y="274456"/>
                  </a:moveTo>
                  <a:lnTo>
                    <a:pt x="325376" y="301127"/>
                  </a:lnTo>
                  <a:lnTo>
                    <a:pt x="316039" y="274456"/>
                  </a:lnTo>
                  <a:close/>
                  <a:moveTo>
                    <a:pt x="314821" y="271076"/>
                  </a:moveTo>
                  <a:lnTo>
                    <a:pt x="314821" y="261236"/>
                  </a:lnTo>
                  <a:lnTo>
                    <a:pt x="318506" y="274456"/>
                  </a:lnTo>
                  <a:close/>
                  <a:moveTo>
                    <a:pt x="314821" y="261236"/>
                  </a:moveTo>
                  <a:lnTo>
                    <a:pt x="314821" y="271076"/>
                  </a:lnTo>
                  <a:lnTo>
                    <a:pt x="311612" y="247785"/>
                  </a:lnTo>
                  <a:close/>
                  <a:moveTo>
                    <a:pt x="49622" y="247785"/>
                  </a:moveTo>
                  <a:lnTo>
                    <a:pt x="58146" y="247785"/>
                  </a:lnTo>
                  <a:lnTo>
                    <a:pt x="56058" y="274456"/>
                  </a:lnTo>
                  <a:close/>
                  <a:moveTo>
                    <a:pt x="54345" y="221114"/>
                  </a:moveTo>
                  <a:lnTo>
                    <a:pt x="49622" y="247785"/>
                  </a:lnTo>
                  <a:lnTo>
                    <a:pt x="44811" y="221114"/>
                  </a:lnTo>
                  <a:close/>
                  <a:moveTo>
                    <a:pt x="308985" y="221114"/>
                  </a:moveTo>
                  <a:lnTo>
                    <a:pt x="311612" y="247785"/>
                  </a:lnTo>
                  <a:lnTo>
                    <a:pt x="302663" y="221114"/>
                  </a:lnTo>
                  <a:close/>
                  <a:moveTo>
                    <a:pt x="55531" y="194444"/>
                  </a:moveTo>
                  <a:lnTo>
                    <a:pt x="44811" y="221114"/>
                  </a:lnTo>
                  <a:lnTo>
                    <a:pt x="45349" y="194444"/>
                  </a:lnTo>
                  <a:close/>
                  <a:moveTo>
                    <a:pt x="311622" y="194444"/>
                  </a:moveTo>
                  <a:lnTo>
                    <a:pt x="308985" y="221114"/>
                  </a:lnTo>
                  <a:lnTo>
                    <a:pt x="304253" y="194444"/>
                  </a:lnTo>
                  <a:close/>
                  <a:moveTo>
                    <a:pt x="45349" y="194444"/>
                  </a:moveTo>
                  <a:lnTo>
                    <a:pt x="52631" y="167773"/>
                  </a:lnTo>
                  <a:lnTo>
                    <a:pt x="55531" y="194444"/>
                  </a:lnTo>
                  <a:close/>
                  <a:moveTo>
                    <a:pt x="312644" y="167773"/>
                  </a:moveTo>
                  <a:lnTo>
                    <a:pt x="314821" y="183855"/>
                  </a:lnTo>
                  <a:lnTo>
                    <a:pt x="311622" y="194444"/>
                  </a:lnTo>
                  <a:close/>
                  <a:moveTo>
                    <a:pt x="63219" y="167773"/>
                  </a:moveTo>
                  <a:lnTo>
                    <a:pt x="61906" y="148770"/>
                  </a:lnTo>
                  <a:lnTo>
                    <a:pt x="65514" y="141102"/>
                  </a:lnTo>
                  <a:close/>
                  <a:moveTo>
                    <a:pt x="87862" y="114432"/>
                  </a:moveTo>
                  <a:lnTo>
                    <a:pt x="65514" y="141102"/>
                  </a:lnTo>
                  <a:lnTo>
                    <a:pt x="79307" y="114432"/>
                  </a:lnTo>
                  <a:close/>
                  <a:moveTo>
                    <a:pt x="334327" y="141102"/>
                  </a:moveTo>
                  <a:lnTo>
                    <a:pt x="320767" y="167773"/>
                  </a:lnTo>
                  <a:lnTo>
                    <a:pt x="327220" y="141102"/>
                  </a:lnTo>
                  <a:close/>
                  <a:moveTo>
                    <a:pt x="346477" y="114432"/>
                  </a:moveTo>
                  <a:lnTo>
                    <a:pt x="334327" y="141102"/>
                  </a:lnTo>
                  <a:lnTo>
                    <a:pt x="340438" y="114432"/>
                  </a:lnTo>
                  <a:close/>
                  <a:moveTo>
                    <a:pt x="79307" y="114432"/>
                  </a:moveTo>
                  <a:lnTo>
                    <a:pt x="93362" y="87761"/>
                  </a:lnTo>
                  <a:lnTo>
                    <a:pt x="87862" y="114432"/>
                  </a:lnTo>
                  <a:close/>
                  <a:moveTo>
                    <a:pt x="346645" y="87761"/>
                  </a:moveTo>
                  <a:lnTo>
                    <a:pt x="350951" y="93823"/>
                  </a:lnTo>
                  <a:lnTo>
                    <a:pt x="346477" y="114432"/>
                  </a:lnTo>
                  <a:close/>
                  <a:moveTo>
                    <a:pt x="100845" y="87761"/>
                  </a:moveTo>
                  <a:lnTo>
                    <a:pt x="98037" y="79764"/>
                  </a:lnTo>
                  <a:lnTo>
                    <a:pt x="108998" y="61090"/>
                  </a:lnTo>
                  <a:close/>
                  <a:moveTo>
                    <a:pt x="108998" y="61090"/>
                  </a:moveTo>
                  <a:lnTo>
                    <a:pt x="132742" y="34420"/>
                  </a:lnTo>
                  <a:lnTo>
                    <a:pt x="115652" y="61090"/>
                  </a:lnTo>
                  <a:close/>
                  <a:moveTo>
                    <a:pt x="329961" y="34420"/>
                  </a:moveTo>
                  <a:lnTo>
                    <a:pt x="348181" y="61090"/>
                  </a:lnTo>
                  <a:lnTo>
                    <a:pt x="322926" y="34420"/>
                  </a:lnTo>
                  <a:close/>
                  <a:moveTo>
                    <a:pt x="170298" y="11916"/>
                  </a:moveTo>
                  <a:lnTo>
                    <a:pt x="170298" y="16512"/>
                  </a:lnTo>
                  <a:lnTo>
                    <a:pt x="134167" y="33261"/>
                  </a:lnTo>
                  <a:close/>
                  <a:moveTo>
                    <a:pt x="170298" y="11916"/>
                  </a:moveTo>
                  <a:lnTo>
                    <a:pt x="184385" y="7749"/>
                  </a:lnTo>
                  <a:lnTo>
                    <a:pt x="199671" y="7749"/>
                  </a:lnTo>
                  <a:close/>
                  <a:moveTo>
                    <a:pt x="278690" y="10578"/>
                  </a:moveTo>
                  <a:lnTo>
                    <a:pt x="282719" y="7749"/>
                  </a:lnTo>
                  <a:lnTo>
                    <a:pt x="314821" y="22754"/>
                  </a:lnTo>
                  <a:close/>
                  <a:moveTo>
                    <a:pt x="314821" y="28170"/>
                  </a:moveTo>
                  <a:lnTo>
                    <a:pt x="314821" y="22754"/>
                  </a:lnTo>
                  <a:lnTo>
                    <a:pt x="329961" y="34420"/>
                  </a:lnTo>
                  <a:close/>
                  <a:moveTo>
                    <a:pt x="206429" y="1782"/>
                  </a:moveTo>
                  <a:lnTo>
                    <a:pt x="199671" y="7749"/>
                  </a:lnTo>
                  <a:lnTo>
                    <a:pt x="184385" y="7749"/>
                  </a:lnTo>
                  <a:close/>
                  <a:moveTo>
                    <a:pt x="242559" y="0"/>
                  </a:moveTo>
                  <a:lnTo>
                    <a:pt x="206429" y="5914"/>
                  </a:lnTo>
                  <a:lnTo>
                    <a:pt x="206429" y="1782"/>
                  </a:lnTo>
                  <a:close/>
                  <a:moveTo>
                    <a:pt x="242559" y="0"/>
                  </a:moveTo>
                  <a:lnTo>
                    <a:pt x="278690" y="6211"/>
                  </a:lnTo>
                  <a:lnTo>
                    <a:pt x="242559" y="4020"/>
                  </a:lnTo>
                  <a:close/>
                  <a:moveTo>
                    <a:pt x="58654" y="301127"/>
                  </a:moveTo>
                  <a:lnTo>
                    <a:pt x="56058" y="274456"/>
                  </a:lnTo>
                  <a:lnTo>
                    <a:pt x="61906" y="274456"/>
                  </a:lnTo>
                  <a:close/>
                  <a:moveTo>
                    <a:pt x="61906" y="148770"/>
                  </a:moveTo>
                  <a:lnTo>
                    <a:pt x="61906" y="167773"/>
                  </a:lnTo>
                  <a:lnTo>
                    <a:pt x="52631" y="167773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4045" name="Match_B2__4044">
              <a:extLst>
                <a:ext uri="{FF2B5EF4-FFF2-40B4-BE49-F238E27FC236}">
                  <a16:creationId xmlns:a16="http://schemas.microsoft.com/office/drawing/2014/main" id="{09E9F892-5ABD-8427-B995-66ECCCEFD354}"/>
                </a:ext>
              </a:extLst>
            </p:cNvPr>
            <p:cNvSpPr>
              <a:spLocks noGrp="1"/>
            </p:cNvSpPr>
            <p:nvPr/>
          </p:nvSpPr>
          <p:spPr>
            <a:xfrm>
              <a:off x="8405600" y="4087674"/>
              <a:ext cx="333588" cy="509984"/>
            </a:xfrm>
            <a:custGeom>
              <a:avLst/>
              <a:gdLst/>
              <a:ahLst/>
              <a:cxnLst/>
              <a:rect l="0" t="0" r="0" b="0"/>
              <a:pathLst>
                <a:path w="333588" h="509984">
                  <a:moveTo>
                    <a:pt x="6938" y="481610"/>
                  </a:moveTo>
                  <a:lnTo>
                    <a:pt x="42185" y="508281"/>
                  </a:lnTo>
                  <a:lnTo>
                    <a:pt x="6938" y="487679"/>
                  </a:lnTo>
                  <a:close/>
                  <a:moveTo>
                    <a:pt x="6938" y="481610"/>
                  </a:moveTo>
                  <a:lnTo>
                    <a:pt x="43069" y="508281"/>
                  </a:lnTo>
                  <a:lnTo>
                    <a:pt x="42185" y="508281"/>
                  </a:lnTo>
                  <a:close/>
                  <a:moveTo>
                    <a:pt x="155545" y="508281"/>
                  </a:moveTo>
                  <a:lnTo>
                    <a:pt x="151461" y="508281"/>
                  </a:lnTo>
                  <a:lnTo>
                    <a:pt x="187592" y="492886"/>
                  </a:lnTo>
                  <a:close/>
                  <a:moveTo>
                    <a:pt x="332114" y="72450"/>
                  </a:moveTo>
                  <a:lnTo>
                    <a:pt x="332114" y="81550"/>
                  </a:lnTo>
                  <a:lnTo>
                    <a:pt x="329344" y="54879"/>
                  </a:lnTo>
                  <a:close/>
                  <a:moveTo>
                    <a:pt x="42185" y="508281"/>
                  </a:moveTo>
                  <a:lnTo>
                    <a:pt x="43069" y="508281"/>
                  </a:lnTo>
                  <a:lnTo>
                    <a:pt x="43069" y="508675"/>
                  </a:lnTo>
                  <a:close/>
                  <a:moveTo>
                    <a:pt x="155545" y="508281"/>
                  </a:moveTo>
                  <a:lnTo>
                    <a:pt x="151461" y="509984"/>
                  </a:lnTo>
                  <a:lnTo>
                    <a:pt x="151461" y="508281"/>
                  </a:lnTo>
                  <a:close/>
                  <a:moveTo>
                    <a:pt x="0" y="481610"/>
                  </a:moveTo>
                  <a:lnTo>
                    <a:pt x="6938" y="481610"/>
                  </a:lnTo>
                  <a:lnTo>
                    <a:pt x="6938" y="487679"/>
                  </a:lnTo>
                  <a:close/>
                  <a:moveTo>
                    <a:pt x="229251" y="454939"/>
                  </a:moveTo>
                  <a:lnTo>
                    <a:pt x="223722" y="461044"/>
                  </a:lnTo>
                  <a:lnTo>
                    <a:pt x="223722" y="454939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5461" y="374927"/>
                  </a:lnTo>
                  <a:close/>
                  <a:moveTo>
                    <a:pt x="301930" y="161562"/>
                  </a:moveTo>
                  <a:lnTo>
                    <a:pt x="295984" y="177644"/>
                  </a:lnTo>
                  <a:lnTo>
                    <a:pt x="295984" y="161562"/>
                  </a:lnTo>
                  <a:close/>
                  <a:moveTo>
                    <a:pt x="79199" y="73553"/>
                  </a:moveTo>
                  <a:lnTo>
                    <a:pt x="79199" y="81550"/>
                  </a:lnTo>
                  <a:lnTo>
                    <a:pt x="74525" y="81550"/>
                  </a:lnTo>
                  <a:close/>
                  <a:moveTo>
                    <a:pt x="333588" y="81550"/>
                  </a:moveTo>
                  <a:lnTo>
                    <a:pt x="332114" y="87611"/>
                  </a:lnTo>
                  <a:lnTo>
                    <a:pt x="332114" y="81550"/>
                  </a:lnTo>
                  <a:close/>
                  <a:moveTo>
                    <a:pt x="332114" y="72450"/>
                  </a:moveTo>
                  <a:lnTo>
                    <a:pt x="333588" y="81550"/>
                  </a:lnTo>
                  <a:lnTo>
                    <a:pt x="332114" y="81550"/>
                  </a:lnTo>
                  <a:close/>
                  <a:moveTo>
                    <a:pt x="115330" y="27049"/>
                  </a:moveTo>
                  <a:lnTo>
                    <a:pt x="115330" y="28208"/>
                  </a:lnTo>
                  <a:lnTo>
                    <a:pt x="113905" y="28208"/>
                  </a:lnTo>
                  <a:close/>
                  <a:moveTo>
                    <a:pt x="259853" y="0"/>
                  </a:moveTo>
                  <a:lnTo>
                    <a:pt x="263882" y="1537"/>
                  </a:lnTo>
                  <a:lnTo>
                    <a:pt x="259853" y="1537"/>
                  </a:lnTo>
                  <a:close/>
                  <a:moveTo>
                    <a:pt x="6938" y="372837"/>
                  </a:moveTo>
                  <a:lnTo>
                    <a:pt x="5461" y="374927"/>
                  </a:lnTo>
                  <a:lnTo>
                    <a:pt x="6938" y="374927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22371" y="348256"/>
                  </a:lnTo>
                  <a:close/>
                  <a:moveTo>
                    <a:pt x="295984" y="268244"/>
                  </a:moveTo>
                  <a:lnTo>
                    <a:pt x="306538" y="294915"/>
                  </a:lnTo>
                  <a:lnTo>
                    <a:pt x="299669" y="268244"/>
                  </a:lnTo>
                  <a:close/>
                  <a:moveTo>
                    <a:pt x="295984" y="268244"/>
                  </a:moveTo>
                  <a:lnTo>
                    <a:pt x="299669" y="268244"/>
                  </a:lnTo>
                  <a:lnTo>
                    <a:pt x="295984" y="255025"/>
                  </a:lnTo>
                  <a:close/>
                  <a:moveTo>
                    <a:pt x="332114" y="87611"/>
                  </a:moveTo>
                  <a:lnTo>
                    <a:pt x="332114" y="81550"/>
                  </a:lnTo>
                  <a:lnTo>
                    <a:pt x="327640" y="108220"/>
                  </a:lnTo>
                  <a:close/>
                  <a:moveTo>
                    <a:pt x="332114" y="81550"/>
                  </a:moveTo>
                  <a:lnTo>
                    <a:pt x="332114" y="87611"/>
                  </a:lnTo>
                  <a:lnTo>
                    <a:pt x="333588" y="81550"/>
                  </a:lnTo>
                  <a:close/>
                  <a:moveTo>
                    <a:pt x="332114" y="81550"/>
                  </a:moveTo>
                  <a:lnTo>
                    <a:pt x="333588" y="81550"/>
                  </a:lnTo>
                  <a:lnTo>
                    <a:pt x="332114" y="72450"/>
                  </a:lnTo>
                  <a:close/>
                  <a:moveTo>
                    <a:pt x="115330" y="27049"/>
                  </a:moveTo>
                  <a:lnTo>
                    <a:pt x="113905" y="28208"/>
                  </a:lnTo>
                  <a:lnTo>
                    <a:pt x="115330" y="28208"/>
                  </a:lnTo>
                  <a:close/>
                  <a:moveTo>
                    <a:pt x="263882" y="1537"/>
                  </a:moveTo>
                  <a:lnTo>
                    <a:pt x="259853" y="1537"/>
                  </a:lnTo>
                  <a:lnTo>
                    <a:pt x="295984" y="16543"/>
                  </a:lnTo>
                  <a:close/>
                  <a:moveTo>
                    <a:pt x="259853" y="1537"/>
                  </a:moveTo>
                  <a:lnTo>
                    <a:pt x="263882" y="1537"/>
                  </a:lnTo>
                  <a:lnTo>
                    <a:pt x="259853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4046" name="Match_B2__4045">
              <a:extLst>
                <a:ext uri="{FF2B5EF4-FFF2-40B4-BE49-F238E27FC236}">
                  <a16:creationId xmlns:a16="http://schemas.microsoft.com/office/drawing/2014/main" id="{A6D2F27A-A87D-E767-3BD1-F09162071512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1463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61247" y="514492"/>
                  </a:moveTo>
                  <a:lnTo>
                    <a:pt x="61022" y="514492"/>
                  </a:lnTo>
                  <a:lnTo>
                    <a:pt x="61906" y="514887"/>
                  </a:lnTo>
                  <a:close/>
                  <a:moveTo>
                    <a:pt x="61022" y="514492"/>
                  </a:moveTo>
                  <a:lnTo>
                    <a:pt x="61247" y="514492"/>
                  </a:lnTo>
                  <a:lnTo>
                    <a:pt x="25775" y="493891"/>
                  </a:lnTo>
                  <a:close/>
                  <a:moveTo>
                    <a:pt x="61906" y="514887"/>
                  </a:moveTo>
                  <a:lnTo>
                    <a:pt x="98037" y="523543"/>
                  </a:lnTo>
                  <a:lnTo>
                    <a:pt x="98037" y="523433"/>
                  </a:lnTo>
                  <a:close/>
                  <a:moveTo>
                    <a:pt x="98037" y="523543"/>
                  </a:moveTo>
                  <a:lnTo>
                    <a:pt x="134167" y="523875"/>
                  </a:lnTo>
                  <a:lnTo>
                    <a:pt x="134167" y="523721"/>
                  </a:lnTo>
                  <a:close/>
                  <a:moveTo>
                    <a:pt x="134167" y="523875"/>
                  </a:moveTo>
                  <a:lnTo>
                    <a:pt x="170298" y="516196"/>
                  </a:lnTo>
                  <a:lnTo>
                    <a:pt x="170298" y="515926"/>
                  </a:lnTo>
                  <a:close/>
                  <a:moveTo>
                    <a:pt x="174383" y="514492"/>
                  </a:moveTo>
                  <a:lnTo>
                    <a:pt x="170298" y="515926"/>
                  </a:lnTo>
                  <a:lnTo>
                    <a:pt x="170298" y="516196"/>
                  </a:lnTo>
                  <a:close/>
                  <a:moveTo>
                    <a:pt x="174383" y="514492"/>
                  </a:moveTo>
                  <a:lnTo>
                    <a:pt x="206429" y="499097"/>
                  </a:lnTo>
                  <a:lnTo>
                    <a:pt x="206429" y="498341"/>
                  </a:lnTo>
                  <a:close/>
                  <a:moveTo>
                    <a:pt x="19051" y="487821"/>
                  </a:moveTo>
                  <a:lnTo>
                    <a:pt x="18837" y="487821"/>
                  </a:lnTo>
                  <a:lnTo>
                    <a:pt x="25775" y="493891"/>
                  </a:lnTo>
                  <a:close/>
                  <a:moveTo>
                    <a:pt x="2499" y="461151"/>
                  </a:moveTo>
                  <a:lnTo>
                    <a:pt x="18837" y="487821"/>
                  </a:lnTo>
                  <a:lnTo>
                    <a:pt x="19051" y="487821"/>
                  </a:lnTo>
                  <a:close/>
                  <a:moveTo>
                    <a:pt x="221774" y="487821"/>
                  </a:moveTo>
                  <a:lnTo>
                    <a:pt x="206429" y="498341"/>
                  </a:lnTo>
                  <a:lnTo>
                    <a:pt x="206429" y="499097"/>
                  </a:lnTo>
                  <a:close/>
                  <a:moveTo>
                    <a:pt x="221774" y="487821"/>
                  </a:moveTo>
                  <a:lnTo>
                    <a:pt x="242559" y="467256"/>
                  </a:lnTo>
                  <a:lnTo>
                    <a:pt x="242559" y="464251"/>
                  </a:lnTo>
                  <a:close/>
                  <a:moveTo>
                    <a:pt x="0" y="434480"/>
                  </a:moveTo>
                  <a:lnTo>
                    <a:pt x="2499" y="461151"/>
                  </a:lnTo>
                  <a:lnTo>
                    <a:pt x="2826" y="461151"/>
                  </a:lnTo>
                  <a:close/>
                  <a:moveTo>
                    <a:pt x="248088" y="461151"/>
                  </a:moveTo>
                  <a:lnTo>
                    <a:pt x="242559" y="464251"/>
                  </a:lnTo>
                  <a:lnTo>
                    <a:pt x="242559" y="467256"/>
                  </a:lnTo>
                  <a:close/>
                  <a:moveTo>
                    <a:pt x="245202" y="461151"/>
                  </a:moveTo>
                  <a:lnTo>
                    <a:pt x="248088" y="461151"/>
                  </a:lnTo>
                  <a:lnTo>
                    <a:pt x="268638" y="434480"/>
                  </a:lnTo>
                  <a:close/>
                  <a:moveTo>
                    <a:pt x="7970" y="407809"/>
                  </a:moveTo>
                  <a:lnTo>
                    <a:pt x="0" y="434480"/>
                  </a:lnTo>
                  <a:lnTo>
                    <a:pt x="619" y="434480"/>
                  </a:lnTo>
                  <a:close/>
                  <a:moveTo>
                    <a:pt x="268638" y="434480"/>
                  </a:moveTo>
                  <a:lnTo>
                    <a:pt x="278690" y="421046"/>
                  </a:lnTo>
                  <a:lnTo>
                    <a:pt x="278690" y="410643"/>
                  </a:lnTo>
                  <a:close/>
                  <a:moveTo>
                    <a:pt x="24298" y="381139"/>
                  </a:moveTo>
                  <a:lnTo>
                    <a:pt x="25775" y="383302"/>
                  </a:lnTo>
                  <a:lnTo>
                    <a:pt x="25775" y="381139"/>
                  </a:lnTo>
                  <a:close/>
                  <a:moveTo>
                    <a:pt x="7970" y="407809"/>
                  </a:moveTo>
                  <a:lnTo>
                    <a:pt x="9348" y="407809"/>
                  </a:lnTo>
                  <a:lnTo>
                    <a:pt x="24298" y="381139"/>
                  </a:lnTo>
                  <a:close/>
                  <a:moveTo>
                    <a:pt x="288891" y="407809"/>
                  </a:moveTo>
                  <a:lnTo>
                    <a:pt x="278690" y="410643"/>
                  </a:lnTo>
                  <a:lnTo>
                    <a:pt x="278690" y="421046"/>
                  </a:lnTo>
                  <a:close/>
                  <a:moveTo>
                    <a:pt x="280604" y="407809"/>
                  </a:moveTo>
                  <a:lnTo>
                    <a:pt x="288891" y="407809"/>
                  </a:lnTo>
                  <a:lnTo>
                    <a:pt x="307376" y="381139"/>
                  </a:lnTo>
                  <a:close/>
                  <a:moveTo>
                    <a:pt x="41208" y="354468"/>
                  </a:moveTo>
                  <a:lnTo>
                    <a:pt x="25775" y="381139"/>
                  </a:lnTo>
                  <a:lnTo>
                    <a:pt x="27230" y="381139"/>
                  </a:lnTo>
                  <a:close/>
                  <a:moveTo>
                    <a:pt x="314821" y="366252"/>
                  </a:moveTo>
                  <a:lnTo>
                    <a:pt x="314821" y="354468"/>
                  </a:lnTo>
                  <a:lnTo>
                    <a:pt x="307376" y="381139"/>
                  </a:lnTo>
                  <a:close/>
                  <a:moveTo>
                    <a:pt x="307376" y="381139"/>
                  </a:moveTo>
                  <a:lnTo>
                    <a:pt x="314821" y="354468"/>
                  </a:lnTo>
                  <a:lnTo>
                    <a:pt x="310032" y="354468"/>
                  </a:lnTo>
                  <a:close/>
                  <a:moveTo>
                    <a:pt x="53652" y="327797"/>
                  </a:moveTo>
                  <a:lnTo>
                    <a:pt x="41208" y="354468"/>
                  </a:lnTo>
                  <a:lnTo>
                    <a:pt x="46375" y="354468"/>
                  </a:lnTo>
                  <a:close/>
                  <a:moveTo>
                    <a:pt x="314821" y="354468"/>
                  </a:moveTo>
                  <a:lnTo>
                    <a:pt x="314821" y="366252"/>
                  </a:lnTo>
                  <a:lnTo>
                    <a:pt x="320969" y="354468"/>
                  </a:lnTo>
                  <a:close/>
                  <a:moveTo>
                    <a:pt x="320969" y="354468"/>
                  </a:moveTo>
                  <a:lnTo>
                    <a:pt x="314821" y="332042"/>
                  </a:lnTo>
                  <a:lnTo>
                    <a:pt x="314821" y="354468"/>
                  </a:lnTo>
                  <a:close/>
                  <a:moveTo>
                    <a:pt x="327031" y="327797"/>
                  </a:moveTo>
                  <a:lnTo>
                    <a:pt x="315803" y="327797"/>
                  </a:lnTo>
                  <a:lnTo>
                    <a:pt x="320969" y="354468"/>
                  </a:lnTo>
                  <a:close/>
                  <a:moveTo>
                    <a:pt x="58654" y="301127"/>
                  </a:moveTo>
                  <a:lnTo>
                    <a:pt x="61906" y="320810"/>
                  </a:lnTo>
                  <a:lnTo>
                    <a:pt x="61906" y="301127"/>
                  </a:lnTo>
                  <a:close/>
                  <a:moveTo>
                    <a:pt x="53652" y="327797"/>
                  </a:moveTo>
                  <a:lnTo>
                    <a:pt x="60622" y="327797"/>
                  </a:lnTo>
                  <a:lnTo>
                    <a:pt x="58654" y="301127"/>
                  </a:lnTo>
                  <a:close/>
                  <a:moveTo>
                    <a:pt x="327031" y="327797"/>
                  </a:moveTo>
                  <a:lnTo>
                    <a:pt x="325376" y="301127"/>
                  </a:lnTo>
                  <a:lnTo>
                    <a:pt x="315803" y="327797"/>
                  </a:lnTo>
                  <a:close/>
                  <a:moveTo>
                    <a:pt x="58654" y="301127"/>
                  </a:moveTo>
                  <a:lnTo>
                    <a:pt x="61906" y="301127"/>
                  </a:lnTo>
                  <a:lnTo>
                    <a:pt x="60906" y="274456"/>
                  </a:lnTo>
                  <a:close/>
                  <a:moveTo>
                    <a:pt x="56058" y="274456"/>
                  </a:moveTo>
                  <a:lnTo>
                    <a:pt x="58654" y="301127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301127"/>
                  </a:lnTo>
                  <a:lnTo>
                    <a:pt x="325376" y="301127"/>
                  </a:lnTo>
                  <a:close/>
                  <a:moveTo>
                    <a:pt x="49622" y="247785"/>
                  </a:moveTo>
                  <a:lnTo>
                    <a:pt x="56058" y="274456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261236"/>
                  </a:lnTo>
                  <a:lnTo>
                    <a:pt x="309985" y="274456"/>
                  </a:lnTo>
                  <a:close/>
                  <a:moveTo>
                    <a:pt x="309985" y="274456"/>
                  </a:moveTo>
                  <a:lnTo>
                    <a:pt x="314821" y="261236"/>
                  </a:lnTo>
                  <a:lnTo>
                    <a:pt x="311612" y="247785"/>
                  </a:lnTo>
                  <a:close/>
                  <a:moveTo>
                    <a:pt x="44811" y="221114"/>
                  </a:moveTo>
                  <a:lnTo>
                    <a:pt x="49622" y="247785"/>
                  </a:lnTo>
                  <a:lnTo>
                    <a:pt x="52401" y="247785"/>
                  </a:lnTo>
                  <a:close/>
                  <a:moveTo>
                    <a:pt x="305758" y="247785"/>
                  </a:moveTo>
                  <a:lnTo>
                    <a:pt x="311612" y="247785"/>
                  </a:lnTo>
                  <a:lnTo>
                    <a:pt x="308985" y="221114"/>
                  </a:lnTo>
                  <a:close/>
                  <a:moveTo>
                    <a:pt x="45349" y="194444"/>
                  </a:moveTo>
                  <a:lnTo>
                    <a:pt x="44811" y="221114"/>
                  </a:lnTo>
                  <a:lnTo>
                    <a:pt x="46347" y="221114"/>
                  </a:lnTo>
                  <a:close/>
                  <a:moveTo>
                    <a:pt x="305022" y="221114"/>
                  </a:moveTo>
                  <a:lnTo>
                    <a:pt x="308985" y="221114"/>
                  </a:lnTo>
                  <a:lnTo>
                    <a:pt x="311622" y="194444"/>
                  </a:lnTo>
                  <a:close/>
                  <a:moveTo>
                    <a:pt x="52631" y="167773"/>
                  </a:moveTo>
                  <a:lnTo>
                    <a:pt x="45349" y="194444"/>
                  </a:lnTo>
                  <a:lnTo>
                    <a:pt x="46429" y="194444"/>
                  </a:lnTo>
                  <a:close/>
                  <a:moveTo>
                    <a:pt x="311622" y="194444"/>
                  </a:moveTo>
                  <a:lnTo>
                    <a:pt x="314821" y="183855"/>
                  </a:lnTo>
                  <a:lnTo>
                    <a:pt x="314821" y="173431"/>
                  </a:lnTo>
                  <a:close/>
                  <a:moveTo>
                    <a:pt x="61906" y="151917"/>
                  </a:moveTo>
                  <a:lnTo>
                    <a:pt x="61906" y="148770"/>
                  </a:lnTo>
                  <a:lnTo>
                    <a:pt x="52631" y="167773"/>
                  </a:lnTo>
                  <a:close/>
                  <a:moveTo>
                    <a:pt x="61906" y="148770"/>
                  </a:moveTo>
                  <a:lnTo>
                    <a:pt x="61906" y="151917"/>
                  </a:lnTo>
                  <a:lnTo>
                    <a:pt x="65514" y="141102"/>
                  </a:lnTo>
                  <a:close/>
                  <a:moveTo>
                    <a:pt x="320767" y="167773"/>
                  </a:moveTo>
                  <a:lnTo>
                    <a:pt x="314821" y="173431"/>
                  </a:lnTo>
                  <a:lnTo>
                    <a:pt x="314821" y="183855"/>
                  </a:lnTo>
                  <a:close/>
                  <a:moveTo>
                    <a:pt x="316910" y="167773"/>
                  </a:moveTo>
                  <a:lnTo>
                    <a:pt x="320767" y="167773"/>
                  </a:lnTo>
                  <a:lnTo>
                    <a:pt x="334327" y="141102"/>
                  </a:lnTo>
                  <a:close/>
                  <a:moveTo>
                    <a:pt x="79307" y="114432"/>
                  </a:moveTo>
                  <a:lnTo>
                    <a:pt x="65514" y="141102"/>
                  </a:lnTo>
                  <a:lnTo>
                    <a:pt x="67254" y="141102"/>
                  </a:lnTo>
                  <a:close/>
                  <a:moveTo>
                    <a:pt x="329999" y="141102"/>
                  </a:moveTo>
                  <a:lnTo>
                    <a:pt x="334327" y="141102"/>
                  </a:lnTo>
                  <a:lnTo>
                    <a:pt x="346477" y="114432"/>
                  </a:lnTo>
                  <a:close/>
                  <a:moveTo>
                    <a:pt x="93362" y="87761"/>
                  </a:moveTo>
                  <a:lnTo>
                    <a:pt x="79307" y="114432"/>
                  </a:lnTo>
                  <a:lnTo>
                    <a:pt x="82196" y="114432"/>
                  </a:lnTo>
                  <a:close/>
                  <a:moveTo>
                    <a:pt x="346477" y="114432"/>
                  </a:moveTo>
                  <a:lnTo>
                    <a:pt x="350951" y="87761"/>
                  </a:lnTo>
                  <a:lnTo>
                    <a:pt x="347235" y="87761"/>
                  </a:lnTo>
                  <a:close/>
                  <a:moveTo>
                    <a:pt x="98037" y="87057"/>
                  </a:moveTo>
                  <a:lnTo>
                    <a:pt x="98037" y="79764"/>
                  </a:lnTo>
                  <a:lnTo>
                    <a:pt x="93362" y="87761"/>
                  </a:lnTo>
                  <a:close/>
                  <a:moveTo>
                    <a:pt x="98037" y="79764"/>
                  </a:moveTo>
                  <a:lnTo>
                    <a:pt x="98037" y="87057"/>
                  </a:lnTo>
                  <a:lnTo>
                    <a:pt x="108998" y="61090"/>
                  </a:lnTo>
                  <a:close/>
                  <a:moveTo>
                    <a:pt x="350951" y="87761"/>
                  </a:moveTo>
                  <a:lnTo>
                    <a:pt x="350951" y="78661"/>
                  </a:lnTo>
                  <a:lnTo>
                    <a:pt x="347235" y="87761"/>
                  </a:lnTo>
                  <a:close/>
                  <a:moveTo>
                    <a:pt x="347235" y="87761"/>
                  </a:moveTo>
                  <a:lnTo>
                    <a:pt x="350951" y="78661"/>
                  </a:lnTo>
                  <a:lnTo>
                    <a:pt x="348181" y="61090"/>
                  </a:lnTo>
                  <a:close/>
                  <a:moveTo>
                    <a:pt x="132742" y="34420"/>
                  </a:moveTo>
                  <a:lnTo>
                    <a:pt x="134167" y="39086"/>
                  </a:lnTo>
                  <a:lnTo>
                    <a:pt x="134167" y="34420"/>
                  </a:lnTo>
                  <a:close/>
                  <a:moveTo>
                    <a:pt x="108998" y="61090"/>
                  </a:moveTo>
                  <a:lnTo>
                    <a:pt x="114044" y="61090"/>
                  </a:lnTo>
                  <a:lnTo>
                    <a:pt x="132742" y="34420"/>
                  </a:lnTo>
                  <a:close/>
                  <a:moveTo>
                    <a:pt x="342574" y="61090"/>
                  </a:moveTo>
                  <a:lnTo>
                    <a:pt x="348181" y="61090"/>
                  </a:lnTo>
                  <a:lnTo>
                    <a:pt x="329961" y="34420"/>
                  </a:lnTo>
                  <a:close/>
                  <a:moveTo>
                    <a:pt x="134167" y="33261"/>
                  </a:moveTo>
                  <a:lnTo>
                    <a:pt x="134167" y="34420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34167" y="33261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70298" y="16249"/>
                  </a:lnTo>
                  <a:lnTo>
                    <a:pt x="184385" y="7749"/>
                  </a:lnTo>
                  <a:close/>
                  <a:moveTo>
                    <a:pt x="314821" y="22754"/>
                  </a:moveTo>
                  <a:lnTo>
                    <a:pt x="323112" y="34420"/>
                  </a:lnTo>
                  <a:lnTo>
                    <a:pt x="329961" y="34420"/>
                  </a:lnTo>
                  <a:close/>
                  <a:moveTo>
                    <a:pt x="314821" y="22754"/>
                  </a:moveTo>
                  <a:lnTo>
                    <a:pt x="278690" y="7749"/>
                  </a:lnTo>
                  <a:lnTo>
                    <a:pt x="278690" y="10495"/>
                  </a:lnTo>
                  <a:close/>
                  <a:moveTo>
                    <a:pt x="206429" y="5799"/>
                  </a:moveTo>
                  <a:lnTo>
                    <a:pt x="206429" y="1782"/>
                  </a:lnTo>
                  <a:lnTo>
                    <a:pt x="184385" y="7749"/>
                  </a:lnTo>
                  <a:close/>
                  <a:moveTo>
                    <a:pt x="242559" y="3938"/>
                  </a:moveTo>
                  <a:lnTo>
                    <a:pt x="242559" y="0"/>
                  </a:lnTo>
                  <a:lnTo>
                    <a:pt x="206429" y="1782"/>
                  </a:lnTo>
                  <a:close/>
                  <a:moveTo>
                    <a:pt x="278690" y="6211"/>
                  </a:moveTo>
                  <a:lnTo>
                    <a:pt x="264234" y="7749"/>
                  </a:lnTo>
                  <a:lnTo>
                    <a:pt x="278690" y="7749"/>
                  </a:lnTo>
                  <a:close/>
                  <a:moveTo>
                    <a:pt x="242559" y="0"/>
                  </a:moveTo>
                  <a:lnTo>
                    <a:pt x="242559" y="3938"/>
                  </a:lnTo>
                  <a:lnTo>
                    <a:pt x="278690" y="6211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4047" name="Match_B2__4046">
              <a:extLst>
                <a:ext uri="{FF2B5EF4-FFF2-40B4-BE49-F238E27FC236}">
                  <a16:creationId xmlns:a16="http://schemas.microsoft.com/office/drawing/2014/main" id="{6C7D1BC0-7A44-B72E-E08A-BB2BBDDE01D9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3244"/>
              <a:ext cx="348181" cy="522093"/>
            </a:xfrm>
            <a:custGeom>
              <a:avLst/>
              <a:gdLst/>
              <a:ahLst/>
              <a:cxnLst/>
              <a:rect l="0" t="0" r="0" b="0"/>
              <a:pathLst>
                <a:path w="348181" h="522093">
                  <a:moveTo>
                    <a:pt x="61247" y="512711"/>
                  </a:moveTo>
                  <a:lnTo>
                    <a:pt x="61906" y="513105"/>
                  </a:lnTo>
                  <a:lnTo>
                    <a:pt x="61906" y="513005"/>
                  </a:lnTo>
                  <a:close/>
                  <a:moveTo>
                    <a:pt x="61247" y="512711"/>
                  </a:moveTo>
                  <a:lnTo>
                    <a:pt x="25775" y="491932"/>
                  </a:lnTo>
                  <a:lnTo>
                    <a:pt x="25775" y="492109"/>
                  </a:lnTo>
                  <a:close/>
                  <a:moveTo>
                    <a:pt x="61906" y="513005"/>
                  </a:moveTo>
                  <a:lnTo>
                    <a:pt x="61906" y="513105"/>
                  </a:lnTo>
                  <a:lnTo>
                    <a:pt x="98037" y="521651"/>
                  </a:lnTo>
                  <a:close/>
                  <a:moveTo>
                    <a:pt x="98037" y="521651"/>
                  </a:moveTo>
                  <a:lnTo>
                    <a:pt x="98037" y="521762"/>
                  </a:lnTo>
                  <a:lnTo>
                    <a:pt x="134167" y="521940"/>
                  </a:lnTo>
                  <a:close/>
                  <a:moveTo>
                    <a:pt x="134167" y="521940"/>
                  </a:moveTo>
                  <a:lnTo>
                    <a:pt x="134167" y="522093"/>
                  </a:lnTo>
                  <a:lnTo>
                    <a:pt x="170298" y="514145"/>
                  </a:lnTo>
                  <a:close/>
                  <a:moveTo>
                    <a:pt x="174383" y="512711"/>
                  </a:moveTo>
                  <a:lnTo>
                    <a:pt x="173705" y="512711"/>
                  </a:lnTo>
                  <a:lnTo>
                    <a:pt x="170298" y="514145"/>
                  </a:lnTo>
                  <a:close/>
                  <a:moveTo>
                    <a:pt x="173705" y="512711"/>
                  </a:moveTo>
                  <a:lnTo>
                    <a:pt x="174383" y="512711"/>
                  </a:lnTo>
                  <a:lnTo>
                    <a:pt x="206429" y="496559"/>
                  </a:lnTo>
                  <a:close/>
                  <a:moveTo>
                    <a:pt x="19051" y="486040"/>
                  </a:moveTo>
                  <a:lnTo>
                    <a:pt x="25775" y="492109"/>
                  </a:lnTo>
                  <a:lnTo>
                    <a:pt x="25775" y="491932"/>
                  </a:lnTo>
                  <a:close/>
                  <a:moveTo>
                    <a:pt x="2499" y="459369"/>
                  </a:moveTo>
                  <a:lnTo>
                    <a:pt x="19051" y="486040"/>
                  </a:lnTo>
                  <a:lnTo>
                    <a:pt x="2826" y="459369"/>
                  </a:lnTo>
                  <a:close/>
                  <a:moveTo>
                    <a:pt x="221774" y="486040"/>
                  </a:moveTo>
                  <a:lnTo>
                    <a:pt x="220412" y="486040"/>
                  </a:lnTo>
                  <a:lnTo>
                    <a:pt x="206429" y="496559"/>
                  </a:lnTo>
                  <a:close/>
                  <a:moveTo>
                    <a:pt x="220412" y="486040"/>
                  </a:moveTo>
                  <a:lnTo>
                    <a:pt x="221774" y="486040"/>
                  </a:lnTo>
                  <a:lnTo>
                    <a:pt x="242559" y="462470"/>
                  </a:lnTo>
                  <a:close/>
                  <a:moveTo>
                    <a:pt x="0" y="432698"/>
                  </a:moveTo>
                  <a:lnTo>
                    <a:pt x="2826" y="459369"/>
                  </a:lnTo>
                  <a:lnTo>
                    <a:pt x="619" y="432698"/>
                  </a:lnTo>
                  <a:close/>
                  <a:moveTo>
                    <a:pt x="248088" y="459369"/>
                  </a:moveTo>
                  <a:lnTo>
                    <a:pt x="245202" y="459369"/>
                  </a:lnTo>
                  <a:lnTo>
                    <a:pt x="242559" y="462470"/>
                  </a:lnTo>
                  <a:close/>
                  <a:moveTo>
                    <a:pt x="263669" y="432698"/>
                  </a:moveTo>
                  <a:lnTo>
                    <a:pt x="245202" y="459369"/>
                  </a:lnTo>
                  <a:lnTo>
                    <a:pt x="268638" y="432698"/>
                  </a:lnTo>
                  <a:close/>
                  <a:moveTo>
                    <a:pt x="7970" y="406028"/>
                  </a:moveTo>
                  <a:lnTo>
                    <a:pt x="619" y="432698"/>
                  </a:lnTo>
                  <a:lnTo>
                    <a:pt x="9348" y="406028"/>
                  </a:lnTo>
                  <a:close/>
                  <a:moveTo>
                    <a:pt x="263669" y="432698"/>
                  </a:moveTo>
                  <a:lnTo>
                    <a:pt x="268638" y="432698"/>
                  </a:lnTo>
                  <a:lnTo>
                    <a:pt x="278690" y="408861"/>
                  </a:lnTo>
                  <a:close/>
                  <a:moveTo>
                    <a:pt x="9348" y="406028"/>
                  </a:moveTo>
                  <a:lnTo>
                    <a:pt x="25775" y="381520"/>
                  </a:lnTo>
                  <a:lnTo>
                    <a:pt x="24298" y="379357"/>
                  </a:lnTo>
                  <a:close/>
                  <a:moveTo>
                    <a:pt x="288891" y="406028"/>
                  </a:moveTo>
                  <a:lnTo>
                    <a:pt x="280604" y="406028"/>
                  </a:lnTo>
                  <a:lnTo>
                    <a:pt x="278690" y="408861"/>
                  </a:lnTo>
                  <a:close/>
                  <a:moveTo>
                    <a:pt x="297665" y="379357"/>
                  </a:moveTo>
                  <a:lnTo>
                    <a:pt x="280604" y="406028"/>
                  </a:lnTo>
                  <a:lnTo>
                    <a:pt x="307376" y="379357"/>
                  </a:lnTo>
                  <a:close/>
                  <a:moveTo>
                    <a:pt x="41208" y="352686"/>
                  </a:moveTo>
                  <a:lnTo>
                    <a:pt x="27230" y="379357"/>
                  </a:lnTo>
                  <a:lnTo>
                    <a:pt x="46375" y="352686"/>
                  </a:lnTo>
                  <a:close/>
                  <a:moveTo>
                    <a:pt x="25775" y="379357"/>
                  </a:moveTo>
                  <a:lnTo>
                    <a:pt x="25775" y="381520"/>
                  </a:lnTo>
                  <a:lnTo>
                    <a:pt x="27230" y="379357"/>
                  </a:lnTo>
                  <a:close/>
                  <a:moveTo>
                    <a:pt x="307376" y="379357"/>
                  </a:moveTo>
                  <a:lnTo>
                    <a:pt x="310032" y="352686"/>
                  </a:lnTo>
                  <a:lnTo>
                    <a:pt x="297665" y="379357"/>
                  </a:lnTo>
                  <a:close/>
                  <a:moveTo>
                    <a:pt x="53652" y="326016"/>
                  </a:moveTo>
                  <a:lnTo>
                    <a:pt x="46375" y="352686"/>
                  </a:lnTo>
                  <a:lnTo>
                    <a:pt x="60622" y="326016"/>
                  </a:lnTo>
                  <a:close/>
                  <a:moveTo>
                    <a:pt x="315803" y="326016"/>
                  </a:moveTo>
                  <a:lnTo>
                    <a:pt x="314821" y="330260"/>
                  </a:lnTo>
                  <a:lnTo>
                    <a:pt x="320969" y="352686"/>
                  </a:lnTo>
                  <a:close/>
                  <a:moveTo>
                    <a:pt x="310032" y="352686"/>
                  </a:moveTo>
                  <a:lnTo>
                    <a:pt x="314821" y="352686"/>
                  </a:lnTo>
                  <a:lnTo>
                    <a:pt x="314821" y="330260"/>
                  </a:lnTo>
                  <a:close/>
                  <a:moveTo>
                    <a:pt x="60622" y="326016"/>
                  </a:moveTo>
                  <a:lnTo>
                    <a:pt x="61906" y="319028"/>
                  </a:lnTo>
                  <a:lnTo>
                    <a:pt x="58654" y="299345"/>
                  </a:lnTo>
                  <a:close/>
                  <a:moveTo>
                    <a:pt x="315803" y="326016"/>
                  </a:moveTo>
                  <a:lnTo>
                    <a:pt x="314821" y="299345"/>
                  </a:lnTo>
                  <a:lnTo>
                    <a:pt x="314821" y="301602"/>
                  </a:lnTo>
                  <a:close/>
                  <a:moveTo>
                    <a:pt x="325376" y="299345"/>
                  </a:moveTo>
                  <a:lnTo>
                    <a:pt x="314821" y="299345"/>
                  </a:lnTo>
                  <a:lnTo>
                    <a:pt x="315803" y="326016"/>
                  </a:lnTo>
                  <a:close/>
                  <a:moveTo>
                    <a:pt x="60906" y="272674"/>
                  </a:moveTo>
                  <a:lnTo>
                    <a:pt x="61906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4919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1906" y="319028"/>
                  </a:lnTo>
                  <a:lnTo>
                    <a:pt x="64919" y="299345"/>
                  </a:lnTo>
                  <a:close/>
                  <a:moveTo>
                    <a:pt x="314821" y="299345"/>
                  </a:moveTo>
                  <a:lnTo>
                    <a:pt x="314821" y="272674"/>
                  </a:lnTo>
                  <a:lnTo>
                    <a:pt x="314741" y="299345"/>
                  </a:lnTo>
                  <a:close/>
                  <a:moveTo>
                    <a:pt x="314821" y="272674"/>
                  </a:moveTo>
                  <a:lnTo>
                    <a:pt x="309985" y="272674"/>
                  </a:lnTo>
                  <a:lnTo>
                    <a:pt x="314741" y="299345"/>
                  </a:lnTo>
                  <a:close/>
                  <a:moveTo>
                    <a:pt x="314821" y="301602"/>
                  </a:moveTo>
                  <a:lnTo>
                    <a:pt x="314821" y="299345"/>
                  </a:lnTo>
                  <a:lnTo>
                    <a:pt x="314741" y="299345"/>
                  </a:lnTo>
                  <a:close/>
                  <a:moveTo>
                    <a:pt x="49622" y="246004"/>
                  </a:moveTo>
                  <a:lnTo>
                    <a:pt x="60906" y="272674"/>
                  </a:lnTo>
                  <a:lnTo>
                    <a:pt x="52401" y="246004"/>
                  </a:lnTo>
                  <a:close/>
                  <a:moveTo>
                    <a:pt x="309985" y="272674"/>
                  </a:moveTo>
                  <a:lnTo>
                    <a:pt x="311612" y="246004"/>
                  </a:lnTo>
                  <a:lnTo>
                    <a:pt x="305758" y="246004"/>
                  </a:lnTo>
                  <a:close/>
                  <a:moveTo>
                    <a:pt x="44811" y="219333"/>
                  </a:moveTo>
                  <a:lnTo>
                    <a:pt x="52401" y="246004"/>
                  </a:lnTo>
                  <a:lnTo>
                    <a:pt x="46347" y="219333"/>
                  </a:lnTo>
                  <a:close/>
                  <a:moveTo>
                    <a:pt x="305022" y="219333"/>
                  </a:moveTo>
                  <a:lnTo>
                    <a:pt x="305758" y="246004"/>
                  </a:lnTo>
                  <a:lnTo>
                    <a:pt x="308985" y="219333"/>
                  </a:lnTo>
                  <a:close/>
                  <a:moveTo>
                    <a:pt x="45349" y="192662"/>
                  </a:moveTo>
                  <a:lnTo>
                    <a:pt x="46347" y="219333"/>
                  </a:lnTo>
                  <a:lnTo>
                    <a:pt x="46429" y="192662"/>
                  </a:lnTo>
                  <a:close/>
                  <a:moveTo>
                    <a:pt x="308530" y="192662"/>
                  </a:moveTo>
                  <a:lnTo>
                    <a:pt x="305022" y="219333"/>
                  </a:lnTo>
                  <a:lnTo>
                    <a:pt x="311622" y="192662"/>
                  </a:lnTo>
                  <a:close/>
                  <a:moveTo>
                    <a:pt x="52631" y="165992"/>
                  </a:moveTo>
                  <a:lnTo>
                    <a:pt x="46429" y="192662"/>
                  </a:lnTo>
                  <a:lnTo>
                    <a:pt x="53863" y="165992"/>
                  </a:lnTo>
                  <a:close/>
                  <a:moveTo>
                    <a:pt x="308530" y="192662"/>
                  </a:moveTo>
                  <a:lnTo>
                    <a:pt x="311622" y="192662"/>
                  </a:lnTo>
                  <a:lnTo>
                    <a:pt x="314821" y="171650"/>
                  </a:lnTo>
                  <a:close/>
                  <a:moveTo>
                    <a:pt x="61906" y="150135"/>
                  </a:moveTo>
                  <a:lnTo>
                    <a:pt x="52631" y="165992"/>
                  </a:lnTo>
                  <a:lnTo>
                    <a:pt x="53863" y="165992"/>
                  </a:lnTo>
                  <a:close/>
                  <a:moveTo>
                    <a:pt x="61906" y="150135"/>
                  </a:moveTo>
                  <a:lnTo>
                    <a:pt x="67254" y="139321"/>
                  </a:lnTo>
                  <a:lnTo>
                    <a:pt x="65514" y="139321"/>
                  </a:lnTo>
                  <a:close/>
                  <a:moveTo>
                    <a:pt x="320767" y="165992"/>
                  </a:moveTo>
                  <a:lnTo>
                    <a:pt x="316910" y="165992"/>
                  </a:lnTo>
                  <a:lnTo>
                    <a:pt x="314821" y="171650"/>
                  </a:lnTo>
                  <a:close/>
                  <a:moveTo>
                    <a:pt x="329999" y="139321"/>
                  </a:moveTo>
                  <a:lnTo>
                    <a:pt x="316910" y="165992"/>
                  </a:lnTo>
                  <a:lnTo>
                    <a:pt x="334327" y="139321"/>
                  </a:lnTo>
                  <a:close/>
                  <a:moveTo>
                    <a:pt x="79307" y="112650"/>
                  </a:moveTo>
                  <a:lnTo>
                    <a:pt x="67254" y="139321"/>
                  </a:lnTo>
                  <a:lnTo>
                    <a:pt x="82196" y="112650"/>
                  </a:lnTo>
                  <a:close/>
                  <a:moveTo>
                    <a:pt x="341753" y="112650"/>
                  </a:moveTo>
                  <a:lnTo>
                    <a:pt x="329999" y="139321"/>
                  </a:lnTo>
                  <a:lnTo>
                    <a:pt x="346477" y="112650"/>
                  </a:lnTo>
                  <a:close/>
                  <a:moveTo>
                    <a:pt x="93362" y="85979"/>
                  </a:moveTo>
                  <a:lnTo>
                    <a:pt x="82196" y="112650"/>
                  </a:lnTo>
                  <a:lnTo>
                    <a:pt x="97608" y="85979"/>
                  </a:lnTo>
                  <a:close/>
                  <a:moveTo>
                    <a:pt x="346477" y="112650"/>
                  </a:moveTo>
                  <a:lnTo>
                    <a:pt x="347235" y="85979"/>
                  </a:lnTo>
                  <a:lnTo>
                    <a:pt x="341753" y="112650"/>
                  </a:lnTo>
                  <a:close/>
                  <a:moveTo>
                    <a:pt x="98037" y="85276"/>
                  </a:moveTo>
                  <a:lnTo>
                    <a:pt x="93362" y="85979"/>
                  </a:lnTo>
                  <a:lnTo>
                    <a:pt x="97608" y="85979"/>
                  </a:lnTo>
                  <a:close/>
                  <a:moveTo>
                    <a:pt x="98037" y="85276"/>
                  </a:moveTo>
                  <a:lnTo>
                    <a:pt x="114044" y="59309"/>
                  </a:lnTo>
                  <a:lnTo>
                    <a:pt x="108998" y="59309"/>
                  </a:lnTo>
                  <a:close/>
                  <a:moveTo>
                    <a:pt x="347235" y="85979"/>
                  </a:moveTo>
                  <a:lnTo>
                    <a:pt x="348181" y="59309"/>
                  </a:lnTo>
                  <a:lnTo>
                    <a:pt x="342574" y="59309"/>
                  </a:lnTo>
                  <a:close/>
                  <a:moveTo>
                    <a:pt x="114044" y="59309"/>
                  </a:moveTo>
                  <a:lnTo>
                    <a:pt x="134167" y="37305"/>
                  </a:lnTo>
                  <a:lnTo>
                    <a:pt x="132742" y="32638"/>
                  </a:lnTo>
                  <a:close/>
                  <a:moveTo>
                    <a:pt x="323112" y="32638"/>
                  </a:moveTo>
                  <a:lnTo>
                    <a:pt x="342574" y="59309"/>
                  </a:lnTo>
                  <a:lnTo>
                    <a:pt x="329961" y="32638"/>
                  </a:lnTo>
                  <a:close/>
                  <a:moveTo>
                    <a:pt x="170298" y="14468"/>
                  </a:moveTo>
                  <a:lnTo>
                    <a:pt x="134167" y="32638"/>
                  </a:lnTo>
                  <a:lnTo>
                    <a:pt x="139735" y="32638"/>
                  </a:lnTo>
                  <a:close/>
                  <a:moveTo>
                    <a:pt x="134167" y="32638"/>
                  </a:moveTo>
                  <a:lnTo>
                    <a:pt x="134167" y="37305"/>
                  </a:lnTo>
                  <a:lnTo>
                    <a:pt x="139735" y="32638"/>
                  </a:lnTo>
                  <a:close/>
                  <a:moveTo>
                    <a:pt x="170298" y="14468"/>
                  </a:moveTo>
                  <a:lnTo>
                    <a:pt x="199212" y="5967"/>
                  </a:lnTo>
                  <a:lnTo>
                    <a:pt x="184385" y="5967"/>
                  </a:lnTo>
                  <a:close/>
                  <a:moveTo>
                    <a:pt x="314821" y="20973"/>
                  </a:moveTo>
                  <a:lnTo>
                    <a:pt x="314821" y="26254"/>
                  </a:lnTo>
                  <a:lnTo>
                    <a:pt x="323112" y="32638"/>
                  </a:lnTo>
                  <a:close/>
                  <a:moveTo>
                    <a:pt x="314821" y="20973"/>
                  </a:moveTo>
                  <a:lnTo>
                    <a:pt x="278690" y="8714"/>
                  </a:lnTo>
                  <a:lnTo>
                    <a:pt x="314821" y="26254"/>
                  </a:lnTo>
                  <a:close/>
                  <a:moveTo>
                    <a:pt x="206429" y="4018"/>
                  </a:moveTo>
                  <a:lnTo>
                    <a:pt x="184385" y="5967"/>
                  </a:lnTo>
                  <a:lnTo>
                    <a:pt x="199212" y="5967"/>
                  </a:lnTo>
                  <a:close/>
                  <a:moveTo>
                    <a:pt x="242559" y="2156"/>
                  </a:moveTo>
                  <a:lnTo>
                    <a:pt x="206429" y="0"/>
                  </a:lnTo>
                  <a:lnTo>
                    <a:pt x="206429" y="4018"/>
                  </a:lnTo>
                  <a:close/>
                  <a:moveTo>
                    <a:pt x="242559" y="2156"/>
                  </a:moveTo>
                  <a:lnTo>
                    <a:pt x="264234" y="5967"/>
                  </a:lnTo>
                  <a:lnTo>
                    <a:pt x="278690" y="4430"/>
                  </a:lnTo>
                  <a:close/>
                  <a:moveTo>
                    <a:pt x="278690" y="8714"/>
                  </a:moveTo>
                  <a:lnTo>
                    <a:pt x="278690" y="5967"/>
                  </a:lnTo>
                  <a:lnTo>
                    <a:pt x="264234" y="5967"/>
                  </a:lnTo>
                  <a:close/>
                  <a:moveTo>
                    <a:pt x="61247" y="512711"/>
                  </a:moveTo>
                  <a:lnTo>
                    <a:pt x="61906" y="513005"/>
                  </a:lnTo>
                  <a:lnTo>
                    <a:pt x="61906" y="512711"/>
                  </a:lnTo>
                  <a:close/>
                  <a:moveTo>
                    <a:pt x="278690" y="408861"/>
                  </a:moveTo>
                  <a:lnTo>
                    <a:pt x="278690" y="406028"/>
                  </a:lnTo>
                  <a:lnTo>
                    <a:pt x="263669" y="432698"/>
                  </a:lnTo>
                  <a:close/>
                  <a:moveTo>
                    <a:pt x="278690" y="406028"/>
                  </a:moveTo>
                  <a:lnTo>
                    <a:pt x="278690" y="408861"/>
                  </a:lnTo>
                  <a:lnTo>
                    <a:pt x="280604" y="406028"/>
                  </a:lnTo>
                  <a:close/>
                  <a:moveTo>
                    <a:pt x="314821" y="330260"/>
                  </a:moveTo>
                  <a:lnTo>
                    <a:pt x="314821" y="326016"/>
                  </a:lnTo>
                  <a:lnTo>
                    <a:pt x="310032" y="352686"/>
                  </a:lnTo>
                  <a:close/>
                  <a:moveTo>
                    <a:pt x="61906" y="319028"/>
                  </a:moveTo>
                  <a:lnTo>
                    <a:pt x="60622" y="326016"/>
                  </a:lnTo>
                  <a:lnTo>
                    <a:pt x="61906" y="326016"/>
                  </a:lnTo>
                  <a:close/>
                  <a:moveTo>
                    <a:pt x="61906" y="319028"/>
                  </a:moveTo>
                  <a:lnTo>
                    <a:pt x="61906" y="326016"/>
                  </a:lnTo>
                  <a:lnTo>
                    <a:pt x="64919" y="299345"/>
                  </a:lnTo>
                  <a:close/>
                  <a:moveTo>
                    <a:pt x="314821" y="326016"/>
                  </a:moveTo>
                  <a:lnTo>
                    <a:pt x="314821" y="330260"/>
                  </a:lnTo>
                  <a:lnTo>
                    <a:pt x="315803" y="326016"/>
                  </a:lnTo>
                  <a:close/>
                  <a:moveTo>
                    <a:pt x="314821" y="326016"/>
                  </a:moveTo>
                  <a:lnTo>
                    <a:pt x="315803" y="326016"/>
                  </a:lnTo>
                  <a:lnTo>
                    <a:pt x="314821" y="301602"/>
                  </a:lnTo>
                  <a:close/>
                  <a:moveTo>
                    <a:pt x="60906" y="272674"/>
                  </a:moveTo>
                  <a:lnTo>
                    <a:pt x="61906" y="278892"/>
                  </a:lnTo>
                  <a:lnTo>
                    <a:pt x="61906" y="272674"/>
                  </a:lnTo>
                  <a:close/>
                  <a:moveTo>
                    <a:pt x="52401" y="246004"/>
                  </a:moveTo>
                  <a:lnTo>
                    <a:pt x="60906" y="272674"/>
                  </a:lnTo>
                  <a:lnTo>
                    <a:pt x="61906" y="272674"/>
                  </a:lnTo>
                  <a:close/>
                  <a:moveTo>
                    <a:pt x="314821" y="171650"/>
                  </a:moveTo>
                  <a:lnTo>
                    <a:pt x="314821" y="165992"/>
                  </a:lnTo>
                  <a:lnTo>
                    <a:pt x="308530" y="192662"/>
                  </a:lnTo>
                  <a:close/>
                  <a:moveTo>
                    <a:pt x="314821" y="165992"/>
                  </a:moveTo>
                  <a:lnTo>
                    <a:pt x="314821" y="171650"/>
                  </a:lnTo>
                  <a:lnTo>
                    <a:pt x="316910" y="165992"/>
                  </a:lnTo>
                  <a:close/>
                  <a:moveTo>
                    <a:pt x="98037" y="85276"/>
                  </a:moveTo>
                  <a:lnTo>
                    <a:pt x="97608" y="85979"/>
                  </a:lnTo>
                  <a:lnTo>
                    <a:pt x="98037" y="85979"/>
                  </a:lnTo>
                  <a:close/>
                  <a:moveTo>
                    <a:pt x="98037" y="85276"/>
                  </a:moveTo>
                  <a:lnTo>
                    <a:pt x="98037" y="85979"/>
                  </a:lnTo>
                  <a:lnTo>
                    <a:pt x="114044" y="59309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4048" name="Match_B2__4047">
              <a:extLst>
                <a:ext uri="{FF2B5EF4-FFF2-40B4-BE49-F238E27FC236}">
                  <a16:creationId xmlns:a16="http://schemas.microsoft.com/office/drawing/2014/main" id="{0EFC79B2-0273-EB90-95D1-1FCE136F2A84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4085400"/>
              <a:ext cx="346616" cy="519784"/>
            </a:xfrm>
            <a:custGeom>
              <a:avLst/>
              <a:gdLst/>
              <a:ahLst/>
              <a:cxnLst/>
              <a:rect l="0" t="0" r="0" b="0"/>
              <a:pathLst>
                <a:path w="346616" h="519784">
                  <a:moveTo>
                    <a:pt x="25157" y="489776"/>
                  </a:moveTo>
                  <a:lnTo>
                    <a:pt x="60628" y="510555"/>
                  </a:lnTo>
                  <a:lnTo>
                    <a:pt x="33679" y="483884"/>
                  </a:lnTo>
                  <a:close/>
                  <a:moveTo>
                    <a:pt x="61287" y="501021"/>
                  </a:moveTo>
                  <a:lnTo>
                    <a:pt x="60628" y="510555"/>
                  </a:lnTo>
                  <a:lnTo>
                    <a:pt x="61287" y="510555"/>
                  </a:lnTo>
                  <a:close/>
                  <a:moveTo>
                    <a:pt x="61287" y="510849"/>
                  </a:moveTo>
                  <a:lnTo>
                    <a:pt x="95603" y="510555"/>
                  </a:lnTo>
                  <a:lnTo>
                    <a:pt x="61287" y="510555"/>
                  </a:lnTo>
                  <a:close/>
                  <a:moveTo>
                    <a:pt x="97418" y="519495"/>
                  </a:moveTo>
                  <a:lnTo>
                    <a:pt x="97418" y="510990"/>
                  </a:lnTo>
                  <a:lnTo>
                    <a:pt x="61287" y="510849"/>
                  </a:lnTo>
                  <a:close/>
                  <a:moveTo>
                    <a:pt x="97418" y="519495"/>
                  </a:moveTo>
                  <a:lnTo>
                    <a:pt x="133549" y="519784"/>
                  </a:lnTo>
                  <a:lnTo>
                    <a:pt x="133549" y="511309"/>
                  </a:lnTo>
                  <a:close/>
                  <a:moveTo>
                    <a:pt x="169679" y="511989"/>
                  </a:moveTo>
                  <a:lnTo>
                    <a:pt x="169679" y="510555"/>
                  </a:lnTo>
                  <a:lnTo>
                    <a:pt x="133549" y="511309"/>
                  </a:lnTo>
                  <a:close/>
                  <a:moveTo>
                    <a:pt x="133549" y="519784"/>
                  </a:moveTo>
                  <a:lnTo>
                    <a:pt x="169679" y="511989"/>
                  </a:lnTo>
                  <a:lnTo>
                    <a:pt x="133549" y="511309"/>
                  </a:lnTo>
                  <a:close/>
                  <a:moveTo>
                    <a:pt x="169679" y="510555"/>
                  </a:moveTo>
                  <a:lnTo>
                    <a:pt x="169679" y="511989"/>
                  </a:lnTo>
                  <a:lnTo>
                    <a:pt x="173086" y="510555"/>
                  </a:lnTo>
                  <a:close/>
                  <a:moveTo>
                    <a:pt x="169679" y="510555"/>
                  </a:moveTo>
                  <a:lnTo>
                    <a:pt x="205810" y="494403"/>
                  </a:lnTo>
                  <a:lnTo>
                    <a:pt x="169679" y="502638"/>
                  </a:lnTo>
                  <a:close/>
                  <a:moveTo>
                    <a:pt x="173086" y="510555"/>
                  </a:moveTo>
                  <a:lnTo>
                    <a:pt x="205810" y="494403"/>
                  </a:lnTo>
                  <a:lnTo>
                    <a:pt x="169679" y="510555"/>
                  </a:lnTo>
                  <a:close/>
                  <a:moveTo>
                    <a:pt x="18432" y="483884"/>
                  </a:moveTo>
                  <a:lnTo>
                    <a:pt x="25157" y="489776"/>
                  </a:lnTo>
                  <a:lnTo>
                    <a:pt x="25157" y="483884"/>
                  </a:lnTo>
                  <a:close/>
                  <a:moveTo>
                    <a:pt x="2208" y="457213"/>
                  </a:moveTo>
                  <a:lnTo>
                    <a:pt x="18432" y="483884"/>
                  </a:lnTo>
                  <a:lnTo>
                    <a:pt x="14614" y="457213"/>
                  </a:lnTo>
                  <a:close/>
                  <a:moveTo>
                    <a:pt x="205810" y="483884"/>
                  </a:moveTo>
                  <a:lnTo>
                    <a:pt x="205810" y="494403"/>
                  </a:lnTo>
                  <a:lnTo>
                    <a:pt x="219794" y="483884"/>
                  </a:lnTo>
                  <a:close/>
                  <a:moveTo>
                    <a:pt x="205810" y="482344"/>
                  </a:moveTo>
                  <a:lnTo>
                    <a:pt x="241941" y="460314"/>
                  </a:lnTo>
                  <a:lnTo>
                    <a:pt x="241941" y="457213"/>
                  </a:lnTo>
                  <a:close/>
                  <a:moveTo>
                    <a:pt x="219794" y="483884"/>
                  </a:moveTo>
                  <a:lnTo>
                    <a:pt x="241941" y="460314"/>
                  </a:lnTo>
                  <a:lnTo>
                    <a:pt x="205810" y="483884"/>
                  </a:lnTo>
                  <a:close/>
                  <a:moveTo>
                    <a:pt x="0" y="430543"/>
                  </a:moveTo>
                  <a:lnTo>
                    <a:pt x="2208" y="457213"/>
                  </a:lnTo>
                  <a:lnTo>
                    <a:pt x="14614" y="457213"/>
                  </a:lnTo>
                  <a:close/>
                  <a:moveTo>
                    <a:pt x="241941" y="457213"/>
                  </a:moveTo>
                  <a:lnTo>
                    <a:pt x="241941" y="460314"/>
                  </a:lnTo>
                  <a:lnTo>
                    <a:pt x="244583" y="457213"/>
                  </a:lnTo>
                  <a:close/>
                  <a:moveTo>
                    <a:pt x="244583" y="457213"/>
                  </a:moveTo>
                  <a:lnTo>
                    <a:pt x="241941" y="437072"/>
                  </a:lnTo>
                  <a:lnTo>
                    <a:pt x="241941" y="457213"/>
                  </a:lnTo>
                  <a:close/>
                  <a:moveTo>
                    <a:pt x="263051" y="430543"/>
                  </a:moveTo>
                  <a:lnTo>
                    <a:pt x="245933" y="430543"/>
                  </a:lnTo>
                  <a:lnTo>
                    <a:pt x="244583" y="457213"/>
                  </a:lnTo>
                  <a:close/>
                  <a:moveTo>
                    <a:pt x="8729" y="403872"/>
                  </a:moveTo>
                  <a:lnTo>
                    <a:pt x="0" y="430543"/>
                  </a:lnTo>
                  <a:lnTo>
                    <a:pt x="12187" y="430543"/>
                  </a:lnTo>
                  <a:close/>
                  <a:moveTo>
                    <a:pt x="263051" y="430543"/>
                  </a:moveTo>
                  <a:lnTo>
                    <a:pt x="278071" y="403872"/>
                  </a:lnTo>
                  <a:lnTo>
                    <a:pt x="259701" y="403872"/>
                  </a:lnTo>
                  <a:close/>
                  <a:moveTo>
                    <a:pt x="25157" y="400093"/>
                  </a:moveTo>
                  <a:lnTo>
                    <a:pt x="25157" y="379364"/>
                  </a:lnTo>
                  <a:lnTo>
                    <a:pt x="8729" y="403872"/>
                  </a:lnTo>
                  <a:close/>
                  <a:moveTo>
                    <a:pt x="25157" y="379364"/>
                  </a:moveTo>
                  <a:lnTo>
                    <a:pt x="25157" y="400093"/>
                  </a:lnTo>
                  <a:lnTo>
                    <a:pt x="26612" y="377201"/>
                  </a:lnTo>
                  <a:close/>
                  <a:moveTo>
                    <a:pt x="278071" y="377201"/>
                  </a:moveTo>
                  <a:lnTo>
                    <a:pt x="279985" y="403872"/>
                  </a:lnTo>
                  <a:lnTo>
                    <a:pt x="297046" y="377201"/>
                  </a:lnTo>
                  <a:close/>
                  <a:moveTo>
                    <a:pt x="278071" y="377201"/>
                  </a:moveTo>
                  <a:lnTo>
                    <a:pt x="278071" y="403872"/>
                  </a:lnTo>
                  <a:lnTo>
                    <a:pt x="279985" y="403872"/>
                  </a:lnTo>
                  <a:close/>
                  <a:moveTo>
                    <a:pt x="26612" y="377201"/>
                  </a:moveTo>
                  <a:lnTo>
                    <a:pt x="42481" y="377201"/>
                  </a:lnTo>
                  <a:lnTo>
                    <a:pt x="45757" y="350530"/>
                  </a:lnTo>
                  <a:close/>
                  <a:moveTo>
                    <a:pt x="309413" y="350530"/>
                  </a:moveTo>
                  <a:lnTo>
                    <a:pt x="285133" y="350530"/>
                  </a:lnTo>
                  <a:lnTo>
                    <a:pt x="297046" y="377201"/>
                  </a:lnTo>
                  <a:close/>
                  <a:moveTo>
                    <a:pt x="60004" y="323860"/>
                  </a:moveTo>
                  <a:lnTo>
                    <a:pt x="61287" y="350530"/>
                  </a:lnTo>
                  <a:lnTo>
                    <a:pt x="61287" y="323860"/>
                  </a:lnTo>
                  <a:close/>
                  <a:moveTo>
                    <a:pt x="60004" y="323860"/>
                  </a:moveTo>
                  <a:lnTo>
                    <a:pt x="45757" y="350530"/>
                  </a:lnTo>
                  <a:lnTo>
                    <a:pt x="61287" y="350530"/>
                  </a:lnTo>
                  <a:close/>
                  <a:moveTo>
                    <a:pt x="309413" y="350530"/>
                  </a:moveTo>
                  <a:lnTo>
                    <a:pt x="314202" y="323860"/>
                  </a:lnTo>
                  <a:lnTo>
                    <a:pt x="291091" y="323860"/>
                  </a:lnTo>
                  <a:close/>
                  <a:moveTo>
                    <a:pt x="64300" y="297189"/>
                  </a:moveTo>
                  <a:lnTo>
                    <a:pt x="61287" y="323860"/>
                  </a:lnTo>
                  <a:lnTo>
                    <a:pt x="80198" y="323860"/>
                  </a:lnTo>
                  <a:close/>
                  <a:moveTo>
                    <a:pt x="314202" y="323860"/>
                  </a:moveTo>
                  <a:lnTo>
                    <a:pt x="314202" y="299446"/>
                  </a:lnTo>
                  <a:lnTo>
                    <a:pt x="291091" y="323860"/>
                  </a:lnTo>
                  <a:close/>
                  <a:moveTo>
                    <a:pt x="291091" y="323860"/>
                  </a:moveTo>
                  <a:lnTo>
                    <a:pt x="314202" y="299446"/>
                  </a:lnTo>
                  <a:lnTo>
                    <a:pt x="314123" y="297189"/>
                  </a:lnTo>
                  <a:close/>
                  <a:moveTo>
                    <a:pt x="61287" y="270518"/>
                  </a:moveTo>
                  <a:lnTo>
                    <a:pt x="61287" y="276736"/>
                  </a:lnTo>
                  <a:lnTo>
                    <a:pt x="77198" y="270518"/>
                  </a:lnTo>
                  <a:close/>
                  <a:moveTo>
                    <a:pt x="77198" y="270518"/>
                  </a:moveTo>
                  <a:lnTo>
                    <a:pt x="61287" y="276736"/>
                  </a:lnTo>
                  <a:lnTo>
                    <a:pt x="64300" y="297189"/>
                  </a:lnTo>
                  <a:close/>
                  <a:moveTo>
                    <a:pt x="291167" y="297189"/>
                  </a:moveTo>
                  <a:lnTo>
                    <a:pt x="314123" y="297189"/>
                  </a:lnTo>
                  <a:lnTo>
                    <a:pt x="309367" y="270518"/>
                  </a:lnTo>
                  <a:close/>
                  <a:moveTo>
                    <a:pt x="51783" y="243848"/>
                  </a:moveTo>
                  <a:lnTo>
                    <a:pt x="61287" y="270518"/>
                  </a:lnTo>
                  <a:lnTo>
                    <a:pt x="61287" y="243848"/>
                  </a:lnTo>
                  <a:close/>
                  <a:moveTo>
                    <a:pt x="288515" y="270518"/>
                  </a:moveTo>
                  <a:lnTo>
                    <a:pt x="309367" y="270518"/>
                  </a:lnTo>
                  <a:lnTo>
                    <a:pt x="305139" y="243848"/>
                  </a:lnTo>
                  <a:close/>
                  <a:moveTo>
                    <a:pt x="45728" y="217177"/>
                  </a:moveTo>
                  <a:lnTo>
                    <a:pt x="51783" y="243848"/>
                  </a:lnTo>
                  <a:lnTo>
                    <a:pt x="59264" y="217177"/>
                  </a:lnTo>
                  <a:close/>
                  <a:moveTo>
                    <a:pt x="287161" y="243848"/>
                  </a:moveTo>
                  <a:lnTo>
                    <a:pt x="305139" y="243848"/>
                  </a:lnTo>
                  <a:lnTo>
                    <a:pt x="304404" y="217177"/>
                  </a:lnTo>
                  <a:close/>
                  <a:moveTo>
                    <a:pt x="45811" y="190506"/>
                  </a:moveTo>
                  <a:lnTo>
                    <a:pt x="45728" y="217177"/>
                  </a:lnTo>
                  <a:lnTo>
                    <a:pt x="59264" y="217177"/>
                  </a:lnTo>
                  <a:close/>
                  <a:moveTo>
                    <a:pt x="288840" y="217177"/>
                  </a:moveTo>
                  <a:lnTo>
                    <a:pt x="304404" y="217177"/>
                  </a:lnTo>
                  <a:lnTo>
                    <a:pt x="307911" y="190506"/>
                  </a:lnTo>
                  <a:close/>
                  <a:moveTo>
                    <a:pt x="45811" y="190506"/>
                  </a:moveTo>
                  <a:lnTo>
                    <a:pt x="58820" y="190506"/>
                  </a:lnTo>
                  <a:lnTo>
                    <a:pt x="53244" y="163836"/>
                  </a:lnTo>
                  <a:close/>
                  <a:moveTo>
                    <a:pt x="307911" y="190506"/>
                  </a:moveTo>
                  <a:lnTo>
                    <a:pt x="314202" y="163836"/>
                  </a:lnTo>
                  <a:lnTo>
                    <a:pt x="301049" y="163836"/>
                  </a:lnTo>
                  <a:close/>
                  <a:moveTo>
                    <a:pt x="61287" y="147979"/>
                  </a:moveTo>
                  <a:lnTo>
                    <a:pt x="53244" y="163836"/>
                  </a:lnTo>
                  <a:lnTo>
                    <a:pt x="61287" y="163836"/>
                  </a:lnTo>
                  <a:close/>
                  <a:moveTo>
                    <a:pt x="61287" y="147979"/>
                  </a:moveTo>
                  <a:lnTo>
                    <a:pt x="61287" y="163836"/>
                  </a:lnTo>
                  <a:lnTo>
                    <a:pt x="66635" y="137165"/>
                  </a:lnTo>
                  <a:close/>
                  <a:moveTo>
                    <a:pt x="314202" y="137165"/>
                  </a:moveTo>
                  <a:lnTo>
                    <a:pt x="316291" y="163836"/>
                  </a:lnTo>
                  <a:lnTo>
                    <a:pt x="329380" y="137165"/>
                  </a:lnTo>
                  <a:close/>
                  <a:moveTo>
                    <a:pt x="314202" y="137165"/>
                  </a:moveTo>
                  <a:lnTo>
                    <a:pt x="314202" y="163836"/>
                  </a:lnTo>
                  <a:lnTo>
                    <a:pt x="316291" y="163836"/>
                  </a:lnTo>
                  <a:close/>
                  <a:moveTo>
                    <a:pt x="81578" y="110494"/>
                  </a:moveTo>
                  <a:lnTo>
                    <a:pt x="66635" y="137165"/>
                  </a:lnTo>
                  <a:lnTo>
                    <a:pt x="80529" y="137165"/>
                  </a:lnTo>
                  <a:close/>
                  <a:moveTo>
                    <a:pt x="341135" y="110494"/>
                  </a:moveTo>
                  <a:lnTo>
                    <a:pt x="323960" y="110494"/>
                  </a:lnTo>
                  <a:lnTo>
                    <a:pt x="329380" y="137165"/>
                  </a:lnTo>
                  <a:close/>
                  <a:moveTo>
                    <a:pt x="96989" y="83824"/>
                  </a:moveTo>
                  <a:lnTo>
                    <a:pt x="97418" y="110477"/>
                  </a:lnTo>
                  <a:lnTo>
                    <a:pt x="97418" y="83824"/>
                  </a:lnTo>
                  <a:close/>
                  <a:moveTo>
                    <a:pt x="81578" y="110494"/>
                  </a:moveTo>
                  <a:lnTo>
                    <a:pt x="97408" y="110494"/>
                  </a:lnTo>
                  <a:lnTo>
                    <a:pt x="96989" y="83824"/>
                  </a:lnTo>
                  <a:close/>
                  <a:moveTo>
                    <a:pt x="323960" y="110494"/>
                  </a:moveTo>
                  <a:lnTo>
                    <a:pt x="341135" y="110494"/>
                  </a:lnTo>
                  <a:lnTo>
                    <a:pt x="346616" y="83824"/>
                  </a:lnTo>
                  <a:close/>
                  <a:moveTo>
                    <a:pt x="113426" y="57153"/>
                  </a:moveTo>
                  <a:lnTo>
                    <a:pt x="97418" y="83824"/>
                  </a:lnTo>
                  <a:lnTo>
                    <a:pt x="113724" y="83824"/>
                  </a:lnTo>
                  <a:close/>
                  <a:moveTo>
                    <a:pt x="329072" y="83824"/>
                  </a:moveTo>
                  <a:lnTo>
                    <a:pt x="346616" y="83824"/>
                  </a:lnTo>
                  <a:lnTo>
                    <a:pt x="341956" y="57153"/>
                  </a:lnTo>
                  <a:close/>
                  <a:moveTo>
                    <a:pt x="133549" y="55769"/>
                  </a:moveTo>
                  <a:lnTo>
                    <a:pt x="133549" y="35149"/>
                  </a:lnTo>
                  <a:lnTo>
                    <a:pt x="113426" y="57153"/>
                  </a:lnTo>
                  <a:close/>
                  <a:moveTo>
                    <a:pt x="133549" y="35149"/>
                  </a:moveTo>
                  <a:lnTo>
                    <a:pt x="133549" y="55769"/>
                  </a:lnTo>
                  <a:lnTo>
                    <a:pt x="139116" y="30482"/>
                  </a:lnTo>
                  <a:close/>
                  <a:moveTo>
                    <a:pt x="322493" y="30482"/>
                  </a:moveTo>
                  <a:lnTo>
                    <a:pt x="314202" y="30482"/>
                  </a:lnTo>
                  <a:lnTo>
                    <a:pt x="322752" y="57153"/>
                  </a:lnTo>
                  <a:close/>
                  <a:moveTo>
                    <a:pt x="341956" y="57153"/>
                  </a:moveTo>
                  <a:lnTo>
                    <a:pt x="322493" y="30482"/>
                  </a:lnTo>
                  <a:lnTo>
                    <a:pt x="322752" y="57153"/>
                  </a:lnTo>
                  <a:close/>
                  <a:moveTo>
                    <a:pt x="169679" y="27127"/>
                  </a:moveTo>
                  <a:lnTo>
                    <a:pt x="169679" y="12312"/>
                  </a:lnTo>
                  <a:lnTo>
                    <a:pt x="139116" y="30482"/>
                  </a:lnTo>
                  <a:close/>
                  <a:moveTo>
                    <a:pt x="205810" y="3811"/>
                  </a:moveTo>
                  <a:lnTo>
                    <a:pt x="198593" y="3811"/>
                  </a:lnTo>
                  <a:lnTo>
                    <a:pt x="205810" y="15061"/>
                  </a:lnTo>
                  <a:close/>
                  <a:moveTo>
                    <a:pt x="205810" y="15061"/>
                  </a:moveTo>
                  <a:lnTo>
                    <a:pt x="198593" y="3811"/>
                  </a:lnTo>
                  <a:lnTo>
                    <a:pt x="169679" y="12312"/>
                  </a:lnTo>
                  <a:close/>
                  <a:moveTo>
                    <a:pt x="263616" y="3811"/>
                  </a:moveTo>
                  <a:lnTo>
                    <a:pt x="241941" y="3811"/>
                  </a:lnTo>
                  <a:lnTo>
                    <a:pt x="278071" y="6558"/>
                  </a:lnTo>
                  <a:close/>
                  <a:moveTo>
                    <a:pt x="278071" y="6558"/>
                  </a:moveTo>
                  <a:lnTo>
                    <a:pt x="241941" y="3811"/>
                  </a:lnTo>
                  <a:lnTo>
                    <a:pt x="241941" y="13109"/>
                  </a:lnTo>
                  <a:close/>
                  <a:moveTo>
                    <a:pt x="314202" y="24098"/>
                  </a:moveTo>
                  <a:lnTo>
                    <a:pt x="296325" y="30482"/>
                  </a:lnTo>
                  <a:lnTo>
                    <a:pt x="314202" y="30482"/>
                  </a:lnTo>
                  <a:close/>
                  <a:moveTo>
                    <a:pt x="278071" y="6558"/>
                  </a:moveTo>
                  <a:lnTo>
                    <a:pt x="278071" y="20992"/>
                  </a:lnTo>
                  <a:lnTo>
                    <a:pt x="314202" y="24098"/>
                  </a:lnTo>
                  <a:close/>
                  <a:moveTo>
                    <a:pt x="314202" y="30482"/>
                  </a:moveTo>
                  <a:lnTo>
                    <a:pt x="322493" y="30482"/>
                  </a:lnTo>
                  <a:lnTo>
                    <a:pt x="314202" y="24098"/>
                  </a:lnTo>
                  <a:close/>
                  <a:moveTo>
                    <a:pt x="205810" y="1862"/>
                  </a:moveTo>
                  <a:lnTo>
                    <a:pt x="198593" y="3811"/>
                  </a:lnTo>
                  <a:lnTo>
                    <a:pt x="205810" y="3811"/>
                  </a:lnTo>
                  <a:close/>
                  <a:moveTo>
                    <a:pt x="205810" y="3811"/>
                  </a:moveTo>
                  <a:lnTo>
                    <a:pt x="241941" y="0"/>
                  </a:lnTo>
                  <a:lnTo>
                    <a:pt x="205810" y="1862"/>
                  </a:lnTo>
                  <a:close/>
                  <a:moveTo>
                    <a:pt x="205810" y="3811"/>
                  </a:moveTo>
                  <a:lnTo>
                    <a:pt x="241941" y="3811"/>
                  </a:lnTo>
                  <a:lnTo>
                    <a:pt x="241941" y="0"/>
                  </a:lnTo>
                  <a:close/>
                  <a:moveTo>
                    <a:pt x="241941" y="3811"/>
                  </a:moveTo>
                  <a:lnTo>
                    <a:pt x="263616" y="3811"/>
                  </a:lnTo>
                  <a:lnTo>
                    <a:pt x="241941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4049" name="Match_B2__4048">
              <a:extLst>
                <a:ext uri="{FF2B5EF4-FFF2-40B4-BE49-F238E27FC236}">
                  <a16:creationId xmlns:a16="http://schemas.microsoft.com/office/drawing/2014/main" id="{C8634DE4-6940-22DD-C5EF-615D0F372C11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4089211"/>
              <a:ext cx="346616" cy="515684"/>
            </a:xfrm>
            <a:custGeom>
              <a:avLst/>
              <a:gdLst/>
              <a:ahLst/>
              <a:cxnLst/>
              <a:rect l="0" t="0" r="0" b="0"/>
              <a:pathLst>
                <a:path w="346616" h="515684">
                  <a:moveTo>
                    <a:pt x="25157" y="480073"/>
                  </a:moveTo>
                  <a:lnTo>
                    <a:pt x="25157" y="485964"/>
                  </a:lnTo>
                  <a:lnTo>
                    <a:pt x="33679" y="480073"/>
                  </a:lnTo>
                  <a:close/>
                  <a:moveTo>
                    <a:pt x="33679" y="480073"/>
                  </a:moveTo>
                  <a:lnTo>
                    <a:pt x="60628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5603" y="506743"/>
                  </a:lnTo>
                  <a:lnTo>
                    <a:pt x="61287" y="507038"/>
                  </a:lnTo>
                  <a:close/>
                  <a:moveTo>
                    <a:pt x="61287" y="506743"/>
                  </a:moveTo>
                  <a:lnTo>
                    <a:pt x="95603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7418" y="515684"/>
                  </a:lnTo>
                  <a:lnTo>
                    <a:pt x="133549" y="507497"/>
                  </a:lnTo>
                  <a:close/>
                  <a:moveTo>
                    <a:pt x="133549" y="507497"/>
                  </a:moveTo>
                  <a:lnTo>
                    <a:pt x="169679" y="506743"/>
                  </a:lnTo>
                  <a:lnTo>
                    <a:pt x="136943" y="506743"/>
                  </a:lnTo>
                  <a:close/>
                  <a:moveTo>
                    <a:pt x="169679" y="498826"/>
                  </a:moveTo>
                  <a:lnTo>
                    <a:pt x="205810" y="490592"/>
                  </a:lnTo>
                  <a:lnTo>
                    <a:pt x="205810" y="480073"/>
                  </a:lnTo>
                  <a:close/>
                  <a:moveTo>
                    <a:pt x="136943" y="506743"/>
                  </a:moveTo>
                  <a:lnTo>
                    <a:pt x="169679" y="506743"/>
                  </a:lnTo>
                  <a:lnTo>
                    <a:pt x="169679" y="498826"/>
                  </a:lnTo>
                  <a:close/>
                  <a:moveTo>
                    <a:pt x="14614" y="453402"/>
                  </a:moveTo>
                  <a:lnTo>
                    <a:pt x="25157" y="480073"/>
                  </a:lnTo>
                  <a:lnTo>
                    <a:pt x="25157" y="469833"/>
                  </a:lnTo>
                  <a:close/>
                  <a:moveTo>
                    <a:pt x="18432" y="480073"/>
                  </a:moveTo>
                  <a:lnTo>
                    <a:pt x="25157" y="480073"/>
                  </a:lnTo>
                  <a:lnTo>
                    <a:pt x="14614" y="453402"/>
                  </a:lnTo>
                  <a:close/>
                  <a:moveTo>
                    <a:pt x="25157" y="480073"/>
                  </a:moveTo>
                  <a:lnTo>
                    <a:pt x="33679" y="480073"/>
                  </a:lnTo>
                  <a:lnTo>
                    <a:pt x="25157" y="469833"/>
                  </a:lnTo>
                  <a:close/>
                  <a:moveTo>
                    <a:pt x="205810" y="478533"/>
                  </a:moveTo>
                  <a:lnTo>
                    <a:pt x="241941" y="453402"/>
                  </a:lnTo>
                  <a:lnTo>
                    <a:pt x="229496" y="453402"/>
                  </a:lnTo>
                  <a:close/>
                  <a:moveTo>
                    <a:pt x="205810" y="480073"/>
                  </a:moveTo>
                  <a:lnTo>
                    <a:pt x="241941" y="456502"/>
                  </a:lnTo>
                  <a:lnTo>
                    <a:pt x="205810" y="478533"/>
                  </a:lnTo>
                  <a:close/>
                  <a:moveTo>
                    <a:pt x="0" y="426731"/>
                  </a:moveTo>
                  <a:lnTo>
                    <a:pt x="14614" y="453402"/>
                  </a:lnTo>
                  <a:lnTo>
                    <a:pt x="12187" y="426731"/>
                  </a:lnTo>
                  <a:close/>
                  <a:moveTo>
                    <a:pt x="245933" y="426731"/>
                  </a:moveTo>
                  <a:lnTo>
                    <a:pt x="241941" y="433261"/>
                  </a:lnTo>
                  <a:lnTo>
                    <a:pt x="244583" y="453402"/>
                  </a:lnTo>
                  <a:close/>
                  <a:moveTo>
                    <a:pt x="229496" y="453402"/>
                  </a:moveTo>
                  <a:lnTo>
                    <a:pt x="241941" y="453402"/>
                  </a:lnTo>
                  <a:lnTo>
                    <a:pt x="241941" y="433261"/>
                  </a:lnTo>
                  <a:close/>
                  <a:moveTo>
                    <a:pt x="8729" y="400060"/>
                  </a:moveTo>
                  <a:lnTo>
                    <a:pt x="12187" y="426731"/>
                  </a:lnTo>
                  <a:lnTo>
                    <a:pt x="22420" y="400060"/>
                  </a:lnTo>
                  <a:close/>
                  <a:moveTo>
                    <a:pt x="263051" y="426731"/>
                  </a:moveTo>
                  <a:lnTo>
                    <a:pt x="259701" y="400060"/>
                  </a:lnTo>
                  <a:lnTo>
                    <a:pt x="245933" y="426731"/>
                  </a:lnTo>
                  <a:close/>
                  <a:moveTo>
                    <a:pt x="25157" y="396282"/>
                  </a:moveTo>
                  <a:lnTo>
                    <a:pt x="8729" y="400060"/>
                  </a:lnTo>
                  <a:lnTo>
                    <a:pt x="22420" y="400060"/>
                  </a:lnTo>
                  <a:close/>
                  <a:moveTo>
                    <a:pt x="25157" y="396282"/>
                  </a:moveTo>
                  <a:lnTo>
                    <a:pt x="42481" y="373390"/>
                  </a:lnTo>
                  <a:lnTo>
                    <a:pt x="26612" y="373390"/>
                  </a:lnTo>
                  <a:close/>
                  <a:moveTo>
                    <a:pt x="278071" y="400060"/>
                  </a:moveTo>
                  <a:lnTo>
                    <a:pt x="278071" y="373390"/>
                  </a:lnTo>
                  <a:lnTo>
                    <a:pt x="259701" y="400060"/>
                  </a:lnTo>
                  <a:close/>
                  <a:moveTo>
                    <a:pt x="45757" y="346719"/>
                  </a:moveTo>
                  <a:lnTo>
                    <a:pt x="61287" y="351232"/>
                  </a:lnTo>
                  <a:lnTo>
                    <a:pt x="61287" y="346719"/>
                  </a:lnTo>
                  <a:close/>
                  <a:moveTo>
                    <a:pt x="42481" y="373390"/>
                  </a:moveTo>
                  <a:lnTo>
                    <a:pt x="61287" y="351232"/>
                  </a:lnTo>
                  <a:lnTo>
                    <a:pt x="45757" y="346719"/>
                  </a:lnTo>
                  <a:close/>
                  <a:moveTo>
                    <a:pt x="297046" y="373390"/>
                  </a:moveTo>
                  <a:lnTo>
                    <a:pt x="278071" y="362818"/>
                  </a:lnTo>
                  <a:lnTo>
                    <a:pt x="278071" y="373390"/>
                  </a:lnTo>
                  <a:close/>
                  <a:moveTo>
                    <a:pt x="285133" y="346719"/>
                  </a:moveTo>
                  <a:lnTo>
                    <a:pt x="278071" y="362818"/>
                  </a:lnTo>
                  <a:lnTo>
                    <a:pt x="297046" y="373390"/>
                  </a:lnTo>
                  <a:close/>
                  <a:moveTo>
                    <a:pt x="80198" y="320048"/>
                  </a:moveTo>
                  <a:lnTo>
                    <a:pt x="61287" y="320048"/>
                  </a:lnTo>
                  <a:lnTo>
                    <a:pt x="61287" y="346719"/>
                  </a:lnTo>
                  <a:close/>
                  <a:moveTo>
                    <a:pt x="309413" y="346719"/>
                  </a:moveTo>
                  <a:lnTo>
                    <a:pt x="291091" y="320048"/>
                  </a:lnTo>
                  <a:lnTo>
                    <a:pt x="285133" y="346719"/>
                  </a:lnTo>
                  <a:close/>
                  <a:moveTo>
                    <a:pt x="64300" y="293378"/>
                  </a:moveTo>
                  <a:lnTo>
                    <a:pt x="80198" y="320048"/>
                  </a:lnTo>
                  <a:lnTo>
                    <a:pt x="83572" y="293378"/>
                  </a:lnTo>
                  <a:close/>
                  <a:moveTo>
                    <a:pt x="291091" y="320048"/>
                  </a:moveTo>
                  <a:lnTo>
                    <a:pt x="314123" y="293378"/>
                  </a:lnTo>
                  <a:lnTo>
                    <a:pt x="291167" y="293378"/>
                  </a:lnTo>
                  <a:close/>
                  <a:moveTo>
                    <a:pt x="77198" y="266707"/>
                  </a:moveTo>
                  <a:lnTo>
                    <a:pt x="64300" y="293378"/>
                  </a:lnTo>
                  <a:lnTo>
                    <a:pt x="83572" y="293378"/>
                  </a:lnTo>
                  <a:close/>
                  <a:moveTo>
                    <a:pt x="288515" y="266707"/>
                  </a:moveTo>
                  <a:lnTo>
                    <a:pt x="291167" y="293378"/>
                  </a:lnTo>
                  <a:lnTo>
                    <a:pt x="309367" y="266707"/>
                  </a:lnTo>
                  <a:close/>
                  <a:moveTo>
                    <a:pt x="77198" y="266707"/>
                  </a:moveTo>
                  <a:lnTo>
                    <a:pt x="66852" y="240036"/>
                  </a:lnTo>
                  <a:lnTo>
                    <a:pt x="61287" y="266707"/>
                  </a:lnTo>
                  <a:close/>
                  <a:moveTo>
                    <a:pt x="66852" y="240036"/>
                  </a:moveTo>
                  <a:lnTo>
                    <a:pt x="61287" y="240036"/>
                  </a:lnTo>
                  <a:lnTo>
                    <a:pt x="61287" y="266707"/>
                  </a:lnTo>
                  <a:close/>
                  <a:moveTo>
                    <a:pt x="287161" y="240036"/>
                  </a:moveTo>
                  <a:lnTo>
                    <a:pt x="288515" y="266707"/>
                  </a:lnTo>
                  <a:lnTo>
                    <a:pt x="305139" y="240036"/>
                  </a:lnTo>
                  <a:close/>
                  <a:moveTo>
                    <a:pt x="59264" y="213366"/>
                  </a:moveTo>
                  <a:lnTo>
                    <a:pt x="61287" y="240036"/>
                  </a:lnTo>
                  <a:lnTo>
                    <a:pt x="61287" y="220359"/>
                  </a:lnTo>
                  <a:close/>
                  <a:moveTo>
                    <a:pt x="51783" y="240036"/>
                  </a:moveTo>
                  <a:lnTo>
                    <a:pt x="61287" y="240036"/>
                  </a:lnTo>
                  <a:lnTo>
                    <a:pt x="59264" y="213366"/>
                  </a:lnTo>
                  <a:close/>
                  <a:moveTo>
                    <a:pt x="61287" y="240036"/>
                  </a:moveTo>
                  <a:lnTo>
                    <a:pt x="66852" y="240036"/>
                  </a:lnTo>
                  <a:lnTo>
                    <a:pt x="61287" y="220359"/>
                  </a:lnTo>
                  <a:close/>
                  <a:moveTo>
                    <a:pt x="288840" y="213366"/>
                  </a:moveTo>
                  <a:lnTo>
                    <a:pt x="287161" y="240036"/>
                  </a:lnTo>
                  <a:lnTo>
                    <a:pt x="304404" y="213366"/>
                  </a:lnTo>
                  <a:close/>
                  <a:moveTo>
                    <a:pt x="45811" y="186695"/>
                  </a:moveTo>
                  <a:lnTo>
                    <a:pt x="59264" y="213366"/>
                  </a:lnTo>
                  <a:lnTo>
                    <a:pt x="58820" y="186695"/>
                  </a:lnTo>
                  <a:close/>
                  <a:moveTo>
                    <a:pt x="293383" y="186695"/>
                  </a:moveTo>
                  <a:lnTo>
                    <a:pt x="288840" y="213366"/>
                  </a:lnTo>
                  <a:lnTo>
                    <a:pt x="307911" y="186695"/>
                  </a:lnTo>
                  <a:close/>
                  <a:moveTo>
                    <a:pt x="53244" y="160024"/>
                  </a:moveTo>
                  <a:lnTo>
                    <a:pt x="61287" y="178414"/>
                  </a:lnTo>
                  <a:lnTo>
                    <a:pt x="61287" y="160024"/>
                  </a:lnTo>
                  <a:close/>
                  <a:moveTo>
                    <a:pt x="58820" y="186695"/>
                  </a:moveTo>
                  <a:lnTo>
                    <a:pt x="61287" y="178414"/>
                  </a:lnTo>
                  <a:lnTo>
                    <a:pt x="53244" y="160024"/>
                  </a:lnTo>
                  <a:close/>
                  <a:moveTo>
                    <a:pt x="307911" y="186695"/>
                  </a:moveTo>
                  <a:lnTo>
                    <a:pt x="301049" y="160024"/>
                  </a:lnTo>
                  <a:lnTo>
                    <a:pt x="293383" y="186695"/>
                  </a:lnTo>
                  <a:close/>
                  <a:moveTo>
                    <a:pt x="66635" y="133354"/>
                  </a:moveTo>
                  <a:lnTo>
                    <a:pt x="61287" y="160024"/>
                  </a:lnTo>
                  <a:lnTo>
                    <a:pt x="66582" y="160024"/>
                  </a:lnTo>
                  <a:close/>
                  <a:moveTo>
                    <a:pt x="66635" y="133354"/>
                  </a:moveTo>
                  <a:lnTo>
                    <a:pt x="66582" y="160024"/>
                  </a:lnTo>
                  <a:lnTo>
                    <a:pt x="80529" y="133354"/>
                  </a:lnTo>
                  <a:close/>
                  <a:moveTo>
                    <a:pt x="61287" y="160024"/>
                  </a:moveTo>
                  <a:lnTo>
                    <a:pt x="61287" y="178414"/>
                  </a:lnTo>
                  <a:lnTo>
                    <a:pt x="66582" y="160024"/>
                  </a:lnTo>
                  <a:close/>
                  <a:moveTo>
                    <a:pt x="314202" y="160024"/>
                  </a:moveTo>
                  <a:lnTo>
                    <a:pt x="314202" y="133354"/>
                  </a:lnTo>
                  <a:lnTo>
                    <a:pt x="301049" y="160024"/>
                  </a:lnTo>
                  <a:close/>
                  <a:moveTo>
                    <a:pt x="81578" y="106683"/>
                  </a:moveTo>
                  <a:lnTo>
                    <a:pt x="80529" y="133354"/>
                  </a:lnTo>
                  <a:lnTo>
                    <a:pt x="97408" y="106683"/>
                  </a:lnTo>
                  <a:close/>
                  <a:moveTo>
                    <a:pt x="329380" y="133354"/>
                  </a:moveTo>
                  <a:lnTo>
                    <a:pt x="314202" y="128660"/>
                  </a:lnTo>
                  <a:lnTo>
                    <a:pt x="314202" y="133354"/>
                  </a:lnTo>
                  <a:close/>
                  <a:moveTo>
                    <a:pt x="323960" y="106683"/>
                  </a:moveTo>
                  <a:lnTo>
                    <a:pt x="314202" y="128660"/>
                  </a:lnTo>
                  <a:lnTo>
                    <a:pt x="329380" y="133354"/>
                  </a:lnTo>
                  <a:close/>
                  <a:moveTo>
                    <a:pt x="97408" y="106683"/>
                  </a:moveTo>
                  <a:lnTo>
                    <a:pt x="97418" y="106666"/>
                  </a:lnTo>
                  <a:lnTo>
                    <a:pt x="96989" y="80012"/>
                  </a:lnTo>
                  <a:close/>
                  <a:moveTo>
                    <a:pt x="329072" y="80012"/>
                  </a:moveTo>
                  <a:lnTo>
                    <a:pt x="323960" y="106683"/>
                  </a:lnTo>
                  <a:lnTo>
                    <a:pt x="346616" y="80012"/>
                  </a:lnTo>
                  <a:close/>
                  <a:moveTo>
                    <a:pt x="113426" y="53341"/>
                  </a:moveTo>
                  <a:lnTo>
                    <a:pt x="113724" y="80012"/>
                  </a:lnTo>
                  <a:lnTo>
                    <a:pt x="132272" y="53341"/>
                  </a:lnTo>
                  <a:close/>
                  <a:moveTo>
                    <a:pt x="97418" y="80012"/>
                  </a:moveTo>
                  <a:lnTo>
                    <a:pt x="97418" y="106666"/>
                  </a:lnTo>
                  <a:lnTo>
                    <a:pt x="113724" y="80012"/>
                  </a:lnTo>
                  <a:close/>
                  <a:moveTo>
                    <a:pt x="322752" y="53341"/>
                  </a:moveTo>
                  <a:lnTo>
                    <a:pt x="329072" y="80012"/>
                  </a:lnTo>
                  <a:lnTo>
                    <a:pt x="341956" y="53341"/>
                  </a:lnTo>
                  <a:close/>
                  <a:moveTo>
                    <a:pt x="133549" y="51958"/>
                  </a:moveTo>
                  <a:lnTo>
                    <a:pt x="113426" y="53341"/>
                  </a:lnTo>
                  <a:lnTo>
                    <a:pt x="132272" y="53341"/>
                  </a:lnTo>
                  <a:close/>
                  <a:moveTo>
                    <a:pt x="133549" y="51958"/>
                  </a:moveTo>
                  <a:lnTo>
                    <a:pt x="164021" y="26671"/>
                  </a:lnTo>
                  <a:lnTo>
                    <a:pt x="139116" y="26671"/>
                  </a:lnTo>
                  <a:close/>
                  <a:moveTo>
                    <a:pt x="322752" y="53341"/>
                  </a:moveTo>
                  <a:lnTo>
                    <a:pt x="314202" y="26671"/>
                  </a:lnTo>
                  <a:lnTo>
                    <a:pt x="314202" y="42453"/>
                  </a:lnTo>
                  <a:close/>
                  <a:moveTo>
                    <a:pt x="169679" y="23316"/>
                  </a:moveTo>
                  <a:lnTo>
                    <a:pt x="139116" y="26671"/>
                  </a:lnTo>
                  <a:lnTo>
                    <a:pt x="164021" y="26671"/>
                  </a:lnTo>
                  <a:close/>
                  <a:moveTo>
                    <a:pt x="205810" y="11250"/>
                  </a:moveTo>
                  <a:lnTo>
                    <a:pt x="169679" y="8500"/>
                  </a:lnTo>
                  <a:lnTo>
                    <a:pt x="169679" y="23316"/>
                  </a:lnTo>
                  <a:close/>
                  <a:moveTo>
                    <a:pt x="278071" y="2746"/>
                  </a:moveTo>
                  <a:lnTo>
                    <a:pt x="241941" y="9297"/>
                  </a:lnTo>
                  <a:lnTo>
                    <a:pt x="278071" y="17180"/>
                  </a:lnTo>
                  <a:close/>
                  <a:moveTo>
                    <a:pt x="278071" y="17180"/>
                  </a:moveTo>
                  <a:lnTo>
                    <a:pt x="296325" y="26671"/>
                  </a:lnTo>
                  <a:lnTo>
                    <a:pt x="314202" y="20286"/>
                  </a:lnTo>
                  <a:close/>
                  <a:moveTo>
                    <a:pt x="314202" y="42453"/>
                  </a:moveTo>
                  <a:lnTo>
                    <a:pt x="314202" y="26671"/>
                  </a:lnTo>
                  <a:lnTo>
                    <a:pt x="296325" y="26671"/>
                  </a:lnTo>
                  <a:close/>
                  <a:moveTo>
                    <a:pt x="241941" y="0"/>
                  </a:moveTo>
                  <a:lnTo>
                    <a:pt x="205810" y="0"/>
                  </a:lnTo>
                  <a:lnTo>
                    <a:pt x="241941" y="9297"/>
                  </a:lnTo>
                  <a:close/>
                  <a:moveTo>
                    <a:pt x="205810" y="0"/>
                  </a:moveTo>
                  <a:lnTo>
                    <a:pt x="205810" y="11250"/>
                  </a:lnTo>
                  <a:lnTo>
                    <a:pt x="241941" y="9297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4050" name="Match_B2__4049">
              <a:extLst>
                <a:ext uri="{FF2B5EF4-FFF2-40B4-BE49-F238E27FC236}">
                  <a16:creationId xmlns:a16="http://schemas.microsoft.com/office/drawing/2014/main" id="{1FE4625F-E79A-928C-5BB0-CB876DF29782}"/>
                </a:ext>
              </a:extLst>
            </p:cNvPr>
            <p:cNvSpPr>
              <a:spLocks noGrp="1"/>
            </p:cNvSpPr>
            <p:nvPr/>
          </p:nvSpPr>
          <p:spPr>
            <a:xfrm>
              <a:off x="8399568" y="4098509"/>
              <a:ext cx="316886" cy="498200"/>
            </a:xfrm>
            <a:custGeom>
              <a:avLst/>
              <a:gdLst/>
              <a:ahLst/>
              <a:cxnLst/>
              <a:rect l="0" t="0" r="0" b="0"/>
              <a:pathLst>
                <a:path w="316886" h="498200">
                  <a:moveTo>
                    <a:pt x="157493" y="489529"/>
                  </a:moveTo>
                  <a:lnTo>
                    <a:pt x="193623" y="470775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70775"/>
                  </a:lnTo>
                  <a:lnTo>
                    <a:pt x="193623" y="469235"/>
                  </a:lnTo>
                  <a:close/>
                  <a:moveTo>
                    <a:pt x="265885" y="364093"/>
                  </a:moveTo>
                  <a:lnTo>
                    <a:pt x="261111" y="364093"/>
                  </a:lnTo>
                  <a:lnTo>
                    <a:pt x="247514" y="390763"/>
                  </a:lnTo>
                  <a:close/>
                  <a:moveTo>
                    <a:pt x="261111" y="364093"/>
                  </a:moveTo>
                  <a:lnTo>
                    <a:pt x="265885" y="364093"/>
                  </a:lnTo>
                  <a:lnTo>
                    <a:pt x="265885" y="353521"/>
                  </a:lnTo>
                  <a:close/>
                  <a:moveTo>
                    <a:pt x="53059" y="337422"/>
                  </a:moveTo>
                  <a:lnTo>
                    <a:pt x="68012" y="310751"/>
                  </a:lnTo>
                  <a:lnTo>
                    <a:pt x="49101" y="337422"/>
                  </a:lnTo>
                  <a:close/>
                  <a:moveTo>
                    <a:pt x="49101" y="337422"/>
                  </a:moveTo>
                  <a:lnTo>
                    <a:pt x="49101" y="341935"/>
                  </a:lnTo>
                  <a:lnTo>
                    <a:pt x="53059" y="337422"/>
                  </a:lnTo>
                  <a:close/>
                  <a:moveTo>
                    <a:pt x="302015" y="124056"/>
                  </a:moveTo>
                  <a:lnTo>
                    <a:pt x="300023" y="124056"/>
                  </a:lnTo>
                  <a:lnTo>
                    <a:pt x="288862" y="150727"/>
                  </a:lnTo>
                  <a:close/>
                  <a:moveTo>
                    <a:pt x="300023" y="124056"/>
                  </a:moveTo>
                  <a:lnTo>
                    <a:pt x="302015" y="124056"/>
                  </a:lnTo>
                  <a:lnTo>
                    <a:pt x="302015" y="119363"/>
                  </a:lnTo>
                  <a:close/>
                  <a:moveTo>
                    <a:pt x="83416" y="497446"/>
                  </a:moveTo>
                  <a:lnTo>
                    <a:pt x="85231" y="497881"/>
                  </a:lnTo>
                  <a:lnTo>
                    <a:pt x="85231" y="497446"/>
                  </a:lnTo>
                  <a:close/>
                  <a:moveTo>
                    <a:pt x="49101" y="487912"/>
                  </a:moveTo>
                  <a:lnTo>
                    <a:pt x="83416" y="497446"/>
                  </a:lnTo>
                  <a:lnTo>
                    <a:pt x="66060" y="470775"/>
                  </a:lnTo>
                  <a:close/>
                  <a:moveTo>
                    <a:pt x="85231" y="477216"/>
                  </a:moveTo>
                  <a:lnTo>
                    <a:pt x="83416" y="497446"/>
                  </a:lnTo>
                  <a:lnTo>
                    <a:pt x="85231" y="497446"/>
                  </a:lnTo>
                  <a:close/>
                  <a:moveTo>
                    <a:pt x="121362" y="497446"/>
                  </a:moveTo>
                  <a:lnTo>
                    <a:pt x="85231" y="497881"/>
                  </a:lnTo>
                  <a:lnTo>
                    <a:pt x="121362" y="498200"/>
                  </a:lnTo>
                  <a:close/>
                  <a:moveTo>
                    <a:pt x="121362" y="497446"/>
                  </a:moveTo>
                  <a:lnTo>
                    <a:pt x="85231" y="497446"/>
                  </a:lnTo>
                  <a:lnTo>
                    <a:pt x="85231" y="497881"/>
                  </a:lnTo>
                  <a:close/>
                  <a:moveTo>
                    <a:pt x="85231" y="497446"/>
                  </a:moveTo>
                  <a:lnTo>
                    <a:pt x="121362" y="497446"/>
                  </a:lnTo>
                  <a:lnTo>
                    <a:pt x="85231" y="477216"/>
                  </a:lnTo>
                  <a:close/>
                  <a:moveTo>
                    <a:pt x="121362" y="497446"/>
                  </a:moveTo>
                  <a:lnTo>
                    <a:pt x="121362" y="498200"/>
                  </a:lnTo>
                  <a:lnTo>
                    <a:pt x="124757" y="497446"/>
                  </a:lnTo>
                  <a:close/>
                  <a:moveTo>
                    <a:pt x="121362" y="497446"/>
                  </a:moveTo>
                  <a:lnTo>
                    <a:pt x="157493" y="489529"/>
                  </a:lnTo>
                  <a:lnTo>
                    <a:pt x="121362" y="477884"/>
                  </a:lnTo>
                  <a:close/>
                  <a:moveTo>
                    <a:pt x="124757" y="497446"/>
                  </a:moveTo>
                  <a:lnTo>
                    <a:pt x="157493" y="489529"/>
                  </a:lnTo>
                  <a:lnTo>
                    <a:pt x="121362" y="497446"/>
                  </a:lnTo>
                  <a:close/>
                  <a:moveTo>
                    <a:pt x="21492" y="470775"/>
                  </a:moveTo>
                  <a:lnTo>
                    <a:pt x="49101" y="487912"/>
                  </a:lnTo>
                  <a:lnTo>
                    <a:pt x="49101" y="470775"/>
                  </a:lnTo>
                  <a:close/>
                  <a:moveTo>
                    <a:pt x="12970" y="460536"/>
                  </a:moveTo>
                  <a:lnTo>
                    <a:pt x="21492" y="470775"/>
                  </a:lnTo>
                  <a:lnTo>
                    <a:pt x="33623" y="444105"/>
                  </a:lnTo>
                  <a:close/>
                  <a:moveTo>
                    <a:pt x="157493" y="470775"/>
                  </a:moveTo>
                  <a:lnTo>
                    <a:pt x="157493" y="489529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69235"/>
                  </a:lnTo>
                  <a:lnTo>
                    <a:pt x="157493" y="470775"/>
                  </a:lnTo>
                  <a:close/>
                  <a:moveTo>
                    <a:pt x="2428" y="444105"/>
                  </a:moveTo>
                  <a:lnTo>
                    <a:pt x="12970" y="460536"/>
                  </a:lnTo>
                  <a:lnTo>
                    <a:pt x="12970" y="444105"/>
                  </a:lnTo>
                  <a:close/>
                  <a:moveTo>
                    <a:pt x="0" y="417434"/>
                  </a:moveTo>
                  <a:lnTo>
                    <a:pt x="12970" y="444105"/>
                  </a:lnTo>
                  <a:lnTo>
                    <a:pt x="12970" y="417434"/>
                  </a:lnTo>
                  <a:close/>
                  <a:moveTo>
                    <a:pt x="0" y="417434"/>
                  </a:moveTo>
                  <a:lnTo>
                    <a:pt x="2428" y="444105"/>
                  </a:lnTo>
                  <a:lnTo>
                    <a:pt x="12970" y="444105"/>
                  </a:lnTo>
                  <a:close/>
                  <a:moveTo>
                    <a:pt x="193623" y="444105"/>
                  </a:moveTo>
                  <a:lnTo>
                    <a:pt x="193623" y="469235"/>
                  </a:lnTo>
                  <a:lnTo>
                    <a:pt x="217309" y="444105"/>
                  </a:lnTo>
                  <a:close/>
                  <a:moveTo>
                    <a:pt x="217309" y="444105"/>
                  </a:moveTo>
                  <a:lnTo>
                    <a:pt x="229754" y="423963"/>
                  </a:lnTo>
                  <a:lnTo>
                    <a:pt x="193623" y="444105"/>
                  </a:lnTo>
                  <a:close/>
                  <a:moveTo>
                    <a:pt x="10233" y="390763"/>
                  </a:moveTo>
                  <a:lnTo>
                    <a:pt x="12970" y="417434"/>
                  </a:lnTo>
                  <a:lnTo>
                    <a:pt x="12970" y="390763"/>
                  </a:lnTo>
                  <a:close/>
                  <a:moveTo>
                    <a:pt x="10233" y="390763"/>
                  </a:moveTo>
                  <a:lnTo>
                    <a:pt x="0" y="417434"/>
                  </a:lnTo>
                  <a:lnTo>
                    <a:pt x="12970" y="417434"/>
                  </a:lnTo>
                  <a:close/>
                  <a:moveTo>
                    <a:pt x="229754" y="417434"/>
                  </a:moveTo>
                  <a:lnTo>
                    <a:pt x="229754" y="423963"/>
                  </a:lnTo>
                  <a:lnTo>
                    <a:pt x="233747" y="417434"/>
                  </a:lnTo>
                  <a:close/>
                  <a:moveTo>
                    <a:pt x="229754" y="390763"/>
                  </a:moveTo>
                  <a:lnTo>
                    <a:pt x="233747" y="417434"/>
                  </a:lnTo>
                  <a:lnTo>
                    <a:pt x="247514" y="390763"/>
                  </a:lnTo>
                  <a:close/>
                  <a:moveTo>
                    <a:pt x="229754" y="390763"/>
                  </a:moveTo>
                  <a:lnTo>
                    <a:pt x="229754" y="417434"/>
                  </a:lnTo>
                  <a:lnTo>
                    <a:pt x="233747" y="417434"/>
                  </a:lnTo>
                  <a:close/>
                  <a:moveTo>
                    <a:pt x="12970" y="386984"/>
                  </a:moveTo>
                  <a:lnTo>
                    <a:pt x="10233" y="390763"/>
                  </a:lnTo>
                  <a:lnTo>
                    <a:pt x="12970" y="390763"/>
                  </a:lnTo>
                  <a:close/>
                  <a:moveTo>
                    <a:pt x="30294" y="364093"/>
                  </a:moveTo>
                  <a:lnTo>
                    <a:pt x="12970" y="386984"/>
                  </a:lnTo>
                  <a:lnTo>
                    <a:pt x="49101" y="383198"/>
                  </a:lnTo>
                  <a:close/>
                  <a:moveTo>
                    <a:pt x="229754" y="364093"/>
                  </a:moveTo>
                  <a:lnTo>
                    <a:pt x="247514" y="390763"/>
                  </a:lnTo>
                  <a:lnTo>
                    <a:pt x="261111" y="364093"/>
                  </a:lnTo>
                  <a:close/>
                  <a:moveTo>
                    <a:pt x="49101" y="341935"/>
                  </a:moveTo>
                  <a:lnTo>
                    <a:pt x="30294" y="364093"/>
                  </a:lnTo>
                  <a:lnTo>
                    <a:pt x="49101" y="364093"/>
                  </a:lnTo>
                  <a:close/>
                  <a:moveTo>
                    <a:pt x="53059" y="337422"/>
                  </a:moveTo>
                  <a:lnTo>
                    <a:pt x="49101" y="341935"/>
                  </a:lnTo>
                  <a:lnTo>
                    <a:pt x="85231" y="349733"/>
                  </a:lnTo>
                  <a:close/>
                  <a:moveTo>
                    <a:pt x="265885" y="337422"/>
                  </a:moveTo>
                  <a:lnTo>
                    <a:pt x="261111" y="364093"/>
                  </a:lnTo>
                  <a:lnTo>
                    <a:pt x="265885" y="353521"/>
                  </a:lnTo>
                  <a:close/>
                  <a:moveTo>
                    <a:pt x="229754" y="364093"/>
                  </a:moveTo>
                  <a:lnTo>
                    <a:pt x="261111" y="364093"/>
                  </a:lnTo>
                  <a:lnTo>
                    <a:pt x="265885" y="337422"/>
                  </a:lnTo>
                  <a:close/>
                  <a:moveTo>
                    <a:pt x="68012" y="310751"/>
                  </a:moveTo>
                  <a:lnTo>
                    <a:pt x="53059" y="337422"/>
                  </a:lnTo>
                  <a:lnTo>
                    <a:pt x="85231" y="337422"/>
                  </a:lnTo>
                  <a:close/>
                  <a:moveTo>
                    <a:pt x="265885" y="337422"/>
                  </a:moveTo>
                  <a:lnTo>
                    <a:pt x="265885" y="353521"/>
                  </a:lnTo>
                  <a:lnTo>
                    <a:pt x="272946" y="337422"/>
                  </a:lnTo>
                  <a:close/>
                  <a:moveTo>
                    <a:pt x="265885" y="310751"/>
                  </a:moveTo>
                  <a:lnTo>
                    <a:pt x="272946" y="337422"/>
                  </a:lnTo>
                  <a:lnTo>
                    <a:pt x="278904" y="310751"/>
                  </a:lnTo>
                  <a:close/>
                  <a:moveTo>
                    <a:pt x="265885" y="310751"/>
                  </a:moveTo>
                  <a:lnTo>
                    <a:pt x="265885" y="337422"/>
                  </a:lnTo>
                  <a:lnTo>
                    <a:pt x="272946" y="337422"/>
                  </a:lnTo>
                  <a:close/>
                  <a:moveTo>
                    <a:pt x="71385" y="284080"/>
                  </a:moveTo>
                  <a:lnTo>
                    <a:pt x="85231" y="310751"/>
                  </a:lnTo>
                  <a:lnTo>
                    <a:pt x="85231" y="284080"/>
                  </a:lnTo>
                  <a:close/>
                  <a:moveTo>
                    <a:pt x="71385" y="284080"/>
                  </a:moveTo>
                  <a:lnTo>
                    <a:pt x="68012" y="310751"/>
                  </a:lnTo>
                  <a:lnTo>
                    <a:pt x="85231" y="310751"/>
                  </a:lnTo>
                  <a:close/>
                  <a:moveTo>
                    <a:pt x="265885" y="284080"/>
                  </a:moveTo>
                  <a:lnTo>
                    <a:pt x="278904" y="310751"/>
                  </a:lnTo>
                  <a:lnTo>
                    <a:pt x="278981" y="284080"/>
                  </a:lnTo>
                  <a:close/>
                  <a:moveTo>
                    <a:pt x="265885" y="284080"/>
                  </a:moveTo>
                  <a:lnTo>
                    <a:pt x="265885" y="310751"/>
                  </a:lnTo>
                  <a:lnTo>
                    <a:pt x="278904" y="310751"/>
                  </a:lnTo>
                  <a:close/>
                  <a:moveTo>
                    <a:pt x="65011" y="257410"/>
                  </a:moveTo>
                  <a:lnTo>
                    <a:pt x="85231" y="284080"/>
                  </a:lnTo>
                  <a:lnTo>
                    <a:pt x="85231" y="257410"/>
                  </a:lnTo>
                  <a:close/>
                  <a:moveTo>
                    <a:pt x="65011" y="257410"/>
                  </a:moveTo>
                  <a:lnTo>
                    <a:pt x="71385" y="284080"/>
                  </a:lnTo>
                  <a:lnTo>
                    <a:pt x="85231" y="284080"/>
                  </a:lnTo>
                  <a:close/>
                  <a:moveTo>
                    <a:pt x="265885" y="257410"/>
                  </a:moveTo>
                  <a:lnTo>
                    <a:pt x="278981" y="284080"/>
                  </a:lnTo>
                  <a:lnTo>
                    <a:pt x="276329" y="257410"/>
                  </a:lnTo>
                  <a:close/>
                  <a:moveTo>
                    <a:pt x="265885" y="257410"/>
                  </a:moveTo>
                  <a:lnTo>
                    <a:pt x="265885" y="284080"/>
                  </a:lnTo>
                  <a:lnTo>
                    <a:pt x="278981" y="284080"/>
                  </a:lnTo>
                  <a:close/>
                  <a:moveTo>
                    <a:pt x="54666" y="230739"/>
                  </a:moveTo>
                  <a:lnTo>
                    <a:pt x="65011" y="257410"/>
                  </a:lnTo>
                  <a:lnTo>
                    <a:pt x="85231" y="257410"/>
                  </a:lnTo>
                  <a:close/>
                  <a:moveTo>
                    <a:pt x="265885" y="230739"/>
                  </a:moveTo>
                  <a:lnTo>
                    <a:pt x="276329" y="257410"/>
                  </a:lnTo>
                  <a:lnTo>
                    <a:pt x="274974" y="230739"/>
                  </a:lnTo>
                  <a:close/>
                  <a:moveTo>
                    <a:pt x="265885" y="230739"/>
                  </a:moveTo>
                  <a:lnTo>
                    <a:pt x="265885" y="257410"/>
                  </a:lnTo>
                  <a:lnTo>
                    <a:pt x="276329" y="257410"/>
                  </a:lnTo>
                  <a:close/>
                  <a:moveTo>
                    <a:pt x="49101" y="211062"/>
                  </a:moveTo>
                  <a:lnTo>
                    <a:pt x="54666" y="230739"/>
                  </a:lnTo>
                  <a:lnTo>
                    <a:pt x="77030" y="204068"/>
                  </a:lnTo>
                  <a:close/>
                  <a:moveTo>
                    <a:pt x="265885" y="204068"/>
                  </a:moveTo>
                  <a:lnTo>
                    <a:pt x="274974" y="230739"/>
                  </a:lnTo>
                  <a:lnTo>
                    <a:pt x="276653" y="204068"/>
                  </a:lnTo>
                  <a:close/>
                  <a:moveTo>
                    <a:pt x="265885" y="204068"/>
                  </a:moveTo>
                  <a:lnTo>
                    <a:pt x="265885" y="230739"/>
                  </a:lnTo>
                  <a:lnTo>
                    <a:pt x="274974" y="230739"/>
                  </a:lnTo>
                  <a:close/>
                  <a:moveTo>
                    <a:pt x="47077" y="204068"/>
                  </a:moveTo>
                  <a:lnTo>
                    <a:pt x="49101" y="211062"/>
                  </a:lnTo>
                  <a:lnTo>
                    <a:pt x="49101" y="204068"/>
                  </a:lnTo>
                  <a:close/>
                  <a:moveTo>
                    <a:pt x="46634" y="177398"/>
                  </a:moveTo>
                  <a:lnTo>
                    <a:pt x="49101" y="204068"/>
                  </a:lnTo>
                  <a:lnTo>
                    <a:pt x="49101" y="177398"/>
                  </a:lnTo>
                  <a:close/>
                  <a:moveTo>
                    <a:pt x="46634" y="177398"/>
                  </a:moveTo>
                  <a:lnTo>
                    <a:pt x="47077" y="204068"/>
                  </a:lnTo>
                  <a:lnTo>
                    <a:pt x="49101" y="204068"/>
                  </a:lnTo>
                  <a:close/>
                  <a:moveTo>
                    <a:pt x="265885" y="177398"/>
                  </a:moveTo>
                  <a:lnTo>
                    <a:pt x="276653" y="204068"/>
                  </a:lnTo>
                  <a:lnTo>
                    <a:pt x="281196" y="177398"/>
                  </a:lnTo>
                  <a:close/>
                  <a:moveTo>
                    <a:pt x="265885" y="177398"/>
                  </a:moveTo>
                  <a:lnTo>
                    <a:pt x="265885" y="204068"/>
                  </a:lnTo>
                  <a:lnTo>
                    <a:pt x="276653" y="204068"/>
                  </a:lnTo>
                  <a:close/>
                  <a:moveTo>
                    <a:pt x="49101" y="169116"/>
                  </a:moveTo>
                  <a:lnTo>
                    <a:pt x="46634" y="177398"/>
                  </a:lnTo>
                  <a:lnTo>
                    <a:pt x="49101" y="177398"/>
                  </a:lnTo>
                  <a:close/>
                  <a:moveTo>
                    <a:pt x="49101" y="169116"/>
                  </a:moveTo>
                  <a:lnTo>
                    <a:pt x="49101" y="177398"/>
                  </a:lnTo>
                  <a:lnTo>
                    <a:pt x="54395" y="150727"/>
                  </a:lnTo>
                  <a:close/>
                  <a:moveTo>
                    <a:pt x="265885" y="150727"/>
                  </a:moveTo>
                  <a:lnTo>
                    <a:pt x="281196" y="177398"/>
                  </a:lnTo>
                  <a:lnTo>
                    <a:pt x="288862" y="150727"/>
                  </a:lnTo>
                  <a:close/>
                  <a:moveTo>
                    <a:pt x="54395" y="150727"/>
                  </a:moveTo>
                  <a:lnTo>
                    <a:pt x="84332" y="150727"/>
                  </a:lnTo>
                  <a:lnTo>
                    <a:pt x="68343" y="124056"/>
                  </a:lnTo>
                  <a:close/>
                  <a:moveTo>
                    <a:pt x="265885" y="124056"/>
                  </a:moveTo>
                  <a:lnTo>
                    <a:pt x="288862" y="150727"/>
                  </a:lnTo>
                  <a:lnTo>
                    <a:pt x="300023" y="124056"/>
                  </a:lnTo>
                  <a:close/>
                  <a:moveTo>
                    <a:pt x="85221" y="97386"/>
                  </a:moveTo>
                  <a:lnTo>
                    <a:pt x="85231" y="124056"/>
                  </a:lnTo>
                  <a:lnTo>
                    <a:pt x="85231" y="97386"/>
                  </a:lnTo>
                  <a:close/>
                  <a:moveTo>
                    <a:pt x="85221" y="97386"/>
                  </a:moveTo>
                  <a:lnTo>
                    <a:pt x="68343" y="124056"/>
                  </a:lnTo>
                  <a:lnTo>
                    <a:pt x="85231" y="124056"/>
                  </a:lnTo>
                  <a:close/>
                  <a:moveTo>
                    <a:pt x="300023" y="124056"/>
                  </a:moveTo>
                  <a:lnTo>
                    <a:pt x="302015" y="119363"/>
                  </a:lnTo>
                  <a:lnTo>
                    <a:pt x="265885" y="124056"/>
                  </a:lnTo>
                  <a:close/>
                  <a:moveTo>
                    <a:pt x="85231" y="97368"/>
                  </a:moveTo>
                  <a:lnTo>
                    <a:pt x="85221" y="97386"/>
                  </a:lnTo>
                  <a:lnTo>
                    <a:pt x="85231" y="97386"/>
                  </a:lnTo>
                  <a:close/>
                  <a:moveTo>
                    <a:pt x="101537" y="70715"/>
                  </a:moveTo>
                  <a:lnTo>
                    <a:pt x="85231" y="97368"/>
                  </a:lnTo>
                  <a:lnTo>
                    <a:pt x="121362" y="96323"/>
                  </a:lnTo>
                  <a:close/>
                  <a:moveTo>
                    <a:pt x="120686" y="97386"/>
                  </a:moveTo>
                  <a:lnTo>
                    <a:pt x="85231" y="97368"/>
                  </a:lnTo>
                  <a:lnTo>
                    <a:pt x="85231" y="97386"/>
                  </a:lnTo>
                  <a:close/>
                  <a:moveTo>
                    <a:pt x="302015" y="97386"/>
                  </a:moveTo>
                  <a:lnTo>
                    <a:pt x="302015" y="119363"/>
                  </a:lnTo>
                  <a:lnTo>
                    <a:pt x="311773" y="97386"/>
                  </a:lnTo>
                  <a:close/>
                  <a:moveTo>
                    <a:pt x="302015" y="70715"/>
                  </a:moveTo>
                  <a:lnTo>
                    <a:pt x="311773" y="97386"/>
                  </a:lnTo>
                  <a:lnTo>
                    <a:pt x="316886" y="70715"/>
                  </a:lnTo>
                  <a:close/>
                  <a:moveTo>
                    <a:pt x="302015" y="70715"/>
                  </a:moveTo>
                  <a:lnTo>
                    <a:pt x="302015" y="97386"/>
                  </a:lnTo>
                  <a:lnTo>
                    <a:pt x="311773" y="97386"/>
                  </a:lnTo>
                  <a:close/>
                  <a:moveTo>
                    <a:pt x="120086" y="44044"/>
                  </a:moveTo>
                  <a:lnTo>
                    <a:pt x="121362" y="70715"/>
                  </a:lnTo>
                  <a:lnTo>
                    <a:pt x="121362" y="44044"/>
                  </a:lnTo>
                  <a:close/>
                  <a:moveTo>
                    <a:pt x="120086" y="44044"/>
                  </a:moveTo>
                  <a:lnTo>
                    <a:pt x="101537" y="70715"/>
                  </a:lnTo>
                  <a:lnTo>
                    <a:pt x="121362" y="70715"/>
                  </a:lnTo>
                  <a:close/>
                  <a:moveTo>
                    <a:pt x="302015" y="44044"/>
                  </a:moveTo>
                  <a:lnTo>
                    <a:pt x="316886" y="70715"/>
                  </a:lnTo>
                  <a:lnTo>
                    <a:pt x="310565" y="44044"/>
                  </a:lnTo>
                  <a:close/>
                  <a:moveTo>
                    <a:pt x="302015" y="44044"/>
                  </a:moveTo>
                  <a:lnTo>
                    <a:pt x="302015" y="70715"/>
                  </a:lnTo>
                  <a:lnTo>
                    <a:pt x="316886" y="70715"/>
                  </a:lnTo>
                  <a:close/>
                  <a:moveTo>
                    <a:pt x="121362" y="42660"/>
                  </a:moveTo>
                  <a:lnTo>
                    <a:pt x="120086" y="44044"/>
                  </a:lnTo>
                  <a:lnTo>
                    <a:pt x="121362" y="44044"/>
                  </a:lnTo>
                  <a:close/>
                  <a:moveTo>
                    <a:pt x="121362" y="44044"/>
                  </a:moveTo>
                  <a:lnTo>
                    <a:pt x="151834" y="17374"/>
                  </a:lnTo>
                  <a:lnTo>
                    <a:pt x="121362" y="42660"/>
                  </a:lnTo>
                  <a:close/>
                  <a:moveTo>
                    <a:pt x="157493" y="17374"/>
                  </a:moveTo>
                  <a:lnTo>
                    <a:pt x="151834" y="17374"/>
                  </a:lnTo>
                  <a:lnTo>
                    <a:pt x="121362" y="44044"/>
                  </a:lnTo>
                  <a:close/>
                  <a:moveTo>
                    <a:pt x="157493" y="44044"/>
                  </a:moveTo>
                  <a:lnTo>
                    <a:pt x="157493" y="17374"/>
                  </a:lnTo>
                  <a:lnTo>
                    <a:pt x="121362" y="44044"/>
                  </a:lnTo>
                  <a:close/>
                  <a:moveTo>
                    <a:pt x="265885" y="17374"/>
                  </a:moveTo>
                  <a:lnTo>
                    <a:pt x="302015" y="33156"/>
                  </a:lnTo>
                  <a:lnTo>
                    <a:pt x="284138" y="17374"/>
                  </a:lnTo>
                  <a:close/>
                  <a:moveTo>
                    <a:pt x="302015" y="44044"/>
                  </a:moveTo>
                  <a:lnTo>
                    <a:pt x="302015" y="33156"/>
                  </a:lnTo>
                  <a:lnTo>
                    <a:pt x="265885" y="17374"/>
                  </a:lnTo>
                  <a:close/>
                  <a:moveTo>
                    <a:pt x="302015" y="44044"/>
                  </a:moveTo>
                  <a:lnTo>
                    <a:pt x="310565" y="44044"/>
                  </a:lnTo>
                  <a:lnTo>
                    <a:pt x="302015" y="33156"/>
                  </a:lnTo>
                  <a:close/>
                  <a:moveTo>
                    <a:pt x="157493" y="14018"/>
                  </a:moveTo>
                  <a:lnTo>
                    <a:pt x="151834" y="17374"/>
                  </a:lnTo>
                  <a:lnTo>
                    <a:pt x="157493" y="17374"/>
                  </a:lnTo>
                  <a:close/>
                  <a:moveTo>
                    <a:pt x="157493" y="17374"/>
                  </a:moveTo>
                  <a:lnTo>
                    <a:pt x="193623" y="1953"/>
                  </a:lnTo>
                  <a:lnTo>
                    <a:pt x="157493" y="14018"/>
                  </a:lnTo>
                  <a:close/>
                  <a:moveTo>
                    <a:pt x="157493" y="17374"/>
                  </a:moveTo>
                  <a:lnTo>
                    <a:pt x="193623" y="17374"/>
                  </a:lnTo>
                  <a:lnTo>
                    <a:pt x="193623" y="1953"/>
                  </a:lnTo>
                  <a:close/>
                  <a:moveTo>
                    <a:pt x="193623" y="17374"/>
                  </a:moveTo>
                  <a:lnTo>
                    <a:pt x="229754" y="0"/>
                  </a:lnTo>
                  <a:lnTo>
                    <a:pt x="193623" y="1953"/>
                  </a:lnTo>
                  <a:close/>
                  <a:moveTo>
                    <a:pt x="229754" y="17374"/>
                  </a:moveTo>
                  <a:lnTo>
                    <a:pt x="265885" y="7883"/>
                  </a:lnTo>
                  <a:lnTo>
                    <a:pt x="229754" y="0"/>
                  </a:lnTo>
                  <a:close/>
                  <a:moveTo>
                    <a:pt x="229754" y="17374"/>
                  </a:moveTo>
                  <a:lnTo>
                    <a:pt x="265885" y="17374"/>
                  </a:lnTo>
                  <a:lnTo>
                    <a:pt x="265885" y="7883"/>
                  </a:lnTo>
                  <a:close/>
                  <a:moveTo>
                    <a:pt x="265885" y="17374"/>
                  </a:moveTo>
                  <a:lnTo>
                    <a:pt x="284138" y="17374"/>
                  </a:lnTo>
                  <a:lnTo>
                    <a:pt x="265885" y="7883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4051" name="Match_B2__4050">
              <a:extLst>
                <a:ext uri="{FF2B5EF4-FFF2-40B4-BE49-F238E27FC236}">
                  <a16:creationId xmlns:a16="http://schemas.microsoft.com/office/drawing/2014/main" id="{B4AC02B0-A56E-CA87-6EB8-3B0A16231EE5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4098509"/>
              <a:ext cx="289046" cy="497446"/>
            </a:xfrm>
            <a:custGeom>
              <a:avLst/>
              <a:gdLst/>
              <a:ahLst/>
              <a:cxnLst/>
              <a:rect l="0" t="0" r="0" b="0"/>
              <a:pathLst>
                <a:path w="289046" h="497446">
                  <a:moveTo>
                    <a:pt x="36131" y="470775"/>
                  </a:moveTo>
                  <a:lnTo>
                    <a:pt x="36131" y="487912"/>
                  </a:lnTo>
                  <a:lnTo>
                    <a:pt x="53090" y="470775"/>
                  </a:lnTo>
                  <a:close/>
                  <a:moveTo>
                    <a:pt x="53090" y="470775"/>
                  </a:moveTo>
                  <a:lnTo>
                    <a:pt x="70446" y="497446"/>
                  </a:lnTo>
                  <a:lnTo>
                    <a:pt x="72261" y="477216"/>
                  </a:lnTo>
                  <a:close/>
                  <a:moveTo>
                    <a:pt x="108392" y="497446"/>
                  </a:moveTo>
                  <a:lnTo>
                    <a:pt x="108392" y="477884"/>
                  </a:lnTo>
                  <a:lnTo>
                    <a:pt x="72261" y="477216"/>
                  </a:lnTo>
                  <a:close/>
                  <a:moveTo>
                    <a:pt x="108392" y="477884"/>
                  </a:moveTo>
                  <a:lnTo>
                    <a:pt x="144523" y="489529"/>
                  </a:lnTo>
                  <a:lnTo>
                    <a:pt x="144523" y="470775"/>
                  </a:lnTo>
                  <a:close/>
                  <a:moveTo>
                    <a:pt x="0" y="444105"/>
                  </a:moveTo>
                  <a:lnTo>
                    <a:pt x="0" y="460536"/>
                  </a:lnTo>
                  <a:lnTo>
                    <a:pt x="20653" y="444105"/>
                  </a:lnTo>
                  <a:close/>
                  <a:moveTo>
                    <a:pt x="20653" y="444105"/>
                  </a:moveTo>
                  <a:lnTo>
                    <a:pt x="8522" y="470775"/>
                  </a:lnTo>
                  <a:lnTo>
                    <a:pt x="36131" y="461114"/>
                  </a:lnTo>
                  <a:close/>
                  <a:moveTo>
                    <a:pt x="36131" y="461114"/>
                  </a:moveTo>
                  <a:lnTo>
                    <a:pt x="8522" y="470775"/>
                  </a:lnTo>
                  <a:lnTo>
                    <a:pt x="36131" y="470775"/>
                  </a:lnTo>
                  <a:close/>
                  <a:moveTo>
                    <a:pt x="144523" y="465882"/>
                  </a:moveTo>
                  <a:lnTo>
                    <a:pt x="180654" y="469235"/>
                  </a:lnTo>
                  <a:lnTo>
                    <a:pt x="180654" y="444105"/>
                  </a:lnTo>
                  <a:close/>
                  <a:moveTo>
                    <a:pt x="144523" y="470775"/>
                  </a:moveTo>
                  <a:lnTo>
                    <a:pt x="180654" y="469235"/>
                  </a:lnTo>
                  <a:lnTo>
                    <a:pt x="144523" y="465882"/>
                  </a:lnTo>
                  <a:close/>
                  <a:moveTo>
                    <a:pt x="16813" y="417434"/>
                  </a:moveTo>
                  <a:lnTo>
                    <a:pt x="0" y="417434"/>
                  </a:lnTo>
                  <a:lnTo>
                    <a:pt x="0" y="444105"/>
                  </a:lnTo>
                  <a:close/>
                  <a:moveTo>
                    <a:pt x="180654" y="428797"/>
                  </a:moveTo>
                  <a:lnTo>
                    <a:pt x="216784" y="417434"/>
                  </a:lnTo>
                  <a:lnTo>
                    <a:pt x="186755" y="417434"/>
                  </a:lnTo>
                  <a:close/>
                  <a:moveTo>
                    <a:pt x="180654" y="428797"/>
                  </a:moveTo>
                  <a:lnTo>
                    <a:pt x="216784" y="423963"/>
                  </a:lnTo>
                  <a:lnTo>
                    <a:pt x="216784" y="417434"/>
                  </a:lnTo>
                  <a:close/>
                  <a:moveTo>
                    <a:pt x="180654" y="444105"/>
                  </a:moveTo>
                  <a:lnTo>
                    <a:pt x="216784" y="423963"/>
                  </a:lnTo>
                  <a:lnTo>
                    <a:pt x="180654" y="428797"/>
                  </a:lnTo>
                  <a:close/>
                  <a:moveTo>
                    <a:pt x="29440" y="390763"/>
                  </a:moveTo>
                  <a:lnTo>
                    <a:pt x="0" y="390763"/>
                  </a:lnTo>
                  <a:lnTo>
                    <a:pt x="0" y="417434"/>
                  </a:lnTo>
                  <a:close/>
                  <a:moveTo>
                    <a:pt x="216784" y="417434"/>
                  </a:moveTo>
                  <a:lnTo>
                    <a:pt x="216784" y="390763"/>
                  </a:lnTo>
                  <a:lnTo>
                    <a:pt x="186755" y="417434"/>
                  </a:lnTo>
                  <a:close/>
                  <a:moveTo>
                    <a:pt x="36131" y="364093"/>
                  </a:moveTo>
                  <a:lnTo>
                    <a:pt x="17324" y="364093"/>
                  </a:lnTo>
                  <a:lnTo>
                    <a:pt x="36131" y="383198"/>
                  </a:lnTo>
                  <a:close/>
                  <a:moveTo>
                    <a:pt x="36131" y="383198"/>
                  </a:moveTo>
                  <a:lnTo>
                    <a:pt x="0" y="386984"/>
                  </a:lnTo>
                  <a:lnTo>
                    <a:pt x="29440" y="390763"/>
                  </a:lnTo>
                  <a:close/>
                  <a:moveTo>
                    <a:pt x="29440" y="390763"/>
                  </a:moveTo>
                  <a:lnTo>
                    <a:pt x="0" y="386984"/>
                  </a:lnTo>
                  <a:lnTo>
                    <a:pt x="0" y="390763"/>
                  </a:lnTo>
                  <a:close/>
                  <a:moveTo>
                    <a:pt x="216784" y="364093"/>
                  </a:moveTo>
                  <a:lnTo>
                    <a:pt x="216784" y="390763"/>
                  </a:lnTo>
                  <a:lnTo>
                    <a:pt x="234545" y="390763"/>
                  </a:lnTo>
                  <a:close/>
                  <a:moveTo>
                    <a:pt x="216784" y="390763"/>
                  </a:moveTo>
                  <a:lnTo>
                    <a:pt x="216784" y="364093"/>
                  </a:lnTo>
                  <a:lnTo>
                    <a:pt x="194430" y="390763"/>
                  </a:lnTo>
                  <a:close/>
                  <a:moveTo>
                    <a:pt x="72261" y="337422"/>
                  </a:moveTo>
                  <a:lnTo>
                    <a:pt x="40089" y="337422"/>
                  </a:lnTo>
                  <a:lnTo>
                    <a:pt x="72261" y="349733"/>
                  </a:lnTo>
                  <a:close/>
                  <a:moveTo>
                    <a:pt x="72261" y="349733"/>
                  </a:moveTo>
                  <a:lnTo>
                    <a:pt x="36131" y="341935"/>
                  </a:lnTo>
                  <a:lnTo>
                    <a:pt x="57186" y="364093"/>
                  </a:lnTo>
                  <a:close/>
                  <a:moveTo>
                    <a:pt x="57186" y="364093"/>
                  </a:moveTo>
                  <a:lnTo>
                    <a:pt x="36131" y="341935"/>
                  </a:lnTo>
                  <a:lnTo>
                    <a:pt x="36131" y="364093"/>
                  </a:lnTo>
                  <a:close/>
                  <a:moveTo>
                    <a:pt x="216784" y="337422"/>
                  </a:moveTo>
                  <a:lnTo>
                    <a:pt x="216784" y="364093"/>
                  </a:lnTo>
                  <a:lnTo>
                    <a:pt x="252915" y="337422"/>
                  </a:lnTo>
                  <a:close/>
                  <a:moveTo>
                    <a:pt x="55042" y="310751"/>
                  </a:moveTo>
                  <a:lnTo>
                    <a:pt x="72261" y="337422"/>
                  </a:lnTo>
                  <a:lnTo>
                    <a:pt x="72261" y="310751"/>
                  </a:lnTo>
                  <a:close/>
                  <a:moveTo>
                    <a:pt x="104753" y="310751"/>
                  </a:moveTo>
                  <a:lnTo>
                    <a:pt x="72261" y="310751"/>
                  </a:lnTo>
                  <a:lnTo>
                    <a:pt x="72261" y="337422"/>
                  </a:lnTo>
                  <a:close/>
                  <a:moveTo>
                    <a:pt x="216784" y="337422"/>
                  </a:moveTo>
                  <a:lnTo>
                    <a:pt x="252915" y="337422"/>
                  </a:lnTo>
                  <a:lnTo>
                    <a:pt x="252915" y="310751"/>
                  </a:lnTo>
                  <a:close/>
                  <a:moveTo>
                    <a:pt x="216784" y="337422"/>
                  </a:moveTo>
                  <a:lnTo>
                    <a:pt x="252915" y="310751"/>
                  </a:lnTo>
                  <a:lnTo>
                    <a:pt x="216784" y="310751"/>
                  </a:lnTo>
                  <a:close/>
                  <a:moveTo>
                    <a:pt x="105245" y="284080"/>
                  </a:moveTo>
                  <a:lnTo>
                    <a:pt x="72261" y="284080"/>
                  </a:lnTo>
                  <a:lnTo>
                    <a:pt x="72261" y="310751"/>
                  </a:lnTo>
                  <a:close/>
                  <a:moveTo>
                    <a:pt x="216784" y="310751"/>
                  </a:moveTo>
                  <a:lnTo>
                    <a:pt x="252915" y="310751"/>
                  </a:lnTo>
                  <a:lnTo>
                    <a:pt x="252915" y="284080"/>
                  </a:lnTo>
                  <a:close/>
                  <a:moveTo>
                    <a:pt x="216784" y="310751"/>
                  </a:moveTo>
                  <a:lnTo>
                    <a:pt x="252915" y="284080"/>
                  </a:lnTo>
                  <a:lnTo>
                    <a:pt x="216784" y="284080"/>
                  </a:lnTo>
                  <a:close/>
                  <a:moveTo>
                    <a:pt x="93293" y="257410"/>
                  </a:moveTo>
                  <a:lnTo>
                    <a:pt x="72261" y="257410"/>
                  </a:lnTo>
                  <a:lnTo>
                    <a:pt x="72261" y="284080"/>
                  </a:lnTo>
                  <a:close/>
                  <a:moveTo>
                    <a:pt x="219145" y="257410"/>
                  </a:moveTo>
                  <a:lnTo>
                    <a:pt x="216784" y="278200"/>
                  </a:lnTo>
                  <a:lnTo>
                    <a:pt x="252915" y="257410"/>
                  </a:lnTo>
                  <a:close/>
                  <a:moveTo>
                    <a:pt x="252915" y="257410"/>
                  </a:moveTo>
                  <a:lnTo>
                    <a:pt x="216784" y="278200"/>
                  </a:lnTo>
                  <a:lnTo>
                    <a:pt x="216784" y="284080"/>
                  </a:lnTo>
                  <a:close/>
                  <a:moveTo>
                    <a:pt x="252915" y="257410"/>
                  </a:moveTo>
                  <a:lnTo>
                    <a:pt x="216784" y="284080"/>
                  </a:lnTo>
                  <a:lnTo>
                    <a:pt x="252915" y="284080"/>
                  </a:lnTo>
                  <a:close/>
                  <a:moveTo>
                    <a:pt x="41696" y="230739"/>
                  </a:moveTo>
                  <a:lnTo>
                    <a:pt x="72261" y="257410"/>
                  </a:lnTo>
                  <a:lnTo>
                    <a:pt x="72261" y="230739"/>
                  </a:lnTo>
                  <a:close/>
                  <a:moveTo>
                    <a:pt x="252915" y="257410"/>
                  </a:moveTo>
                  <a:lnTo>
                    <a:pt x="252915" y="230739"/>
                  </a:lnTo>
                  <a:lnTo>
                    <a:pt x="219145" y="257410"/>
                  </a:lnTo>
                  <a:close/>
                  <a:moveTo>
                    <a:pt x="252915" y="230739"/>
                  </a:moveTo>
                  <a:lnTo>
                    <a:pt x="224444" y="230739"/>
                  </a:lnTo>
                  <a:lnTo>
                    <a:pt x="219145" y="257410"/>
                  </a:lnTo>
                  <a:close/>
                  <a:moveTo>
                    <a:pt x="36131" y="204068"/>
                  </a:moveTo>
                  <a:lnTo>
                    <a:pt x="36131" y="211062"/>
                  </a:lnTo>
                  <a:lnTo>
                    <a:pt x="64060" y="204068"/>
                  </a:lnTo>
                  <a:close/>
                  <a:moveTo>
                    <a:pt x="64060" y="204068"/>
                  </a:moveTo>
                  <a:lnTo>
                    <a:pt x="41696" y="230739"/>
                  </a:lnTo>
                  <a:lnTo>
                    <a:pt x="72261" y="224658"/>
                  </a:lnTo>
                  <a:close/>
                  <a:moveTo>
                    <a:pt x="72261" y="224658"/>
                  </a:moveTo>
                  <a:lnTo>
                    <a:pt x="41696" y="230739"/>
                  </a:lnTo>
                  <a:lnTo>
                    <a:pt x="72261" y="230739"/>
                  </a:lnTo>
                  <a:close/>
                  <a:moveTo>
                    <a:pt x="252915" y="230739"/>
                  </a:moveTo>
                  <a:lnTo>
                    <a:pt x="252915" y="204068"/>
                  </a:lnTo>
                  <a:lnTo>
                    <a:pt x="224444" y="230739"/>
                  </a:lnTo>
                  <a:close/>
                  <a:moveTo>
                    <a:pt x="252915" y="204068"/>
                  </a:moveTo>
                  <a:lnTo>
                    <a:pt x="230505" y="204068"/>
                  </a:lnTo>
                  <a:lnTo>
                    <a:pt x="224444" y="230739"/>
                  </a:lnTo>
                  <a:close/>
                  <a:moveTo>
                    <a:pt x="64060" y="204068"/>
                  </a:moveTo>
                  <a:lnTo>
                    <a:pt x="62661" y="177398"/>
                  </a:lnTo>
                  <a:lnTo>
                    <a:pt x="36131" y="204068"/>
                  </a:lnTo>
                  <a:close/>
                  <a:moveTo>
                    <a:pt x="62661" y="177398"/>
                  </a:moveTo>
                  <a:lnTo>
                    <a:pt x="36131" y="177398"/>
                  </a:lnTo>
                  <a:lnTo>
                    <a:pt x="36131" y="204068"/>
                  </a:lnTo>
                  <a:close/>
                  <a:moveTo>
                    <a:pt x="252915" y="204068"/>
                  </a:moveTo>
                  <a:lnTo>
                    <a:pt x="252915" y="177398"/>
                  </a:lnTo>
                  <a:lnTo>
                    <a:pt x="230505" y="204068"/>
                  </a:lnTo>
                  <a:close/>
                  <a:moveTo>
                    <a:pt x="41425" y="150727"/>
                  </a:moveTo>
                  <a:lnTo>
                    <a:pt x="36131" y="177398"/>
                  </a:lnTo>
                  <a:lnTo>
                    <a:pt x="62661" y="177398"/>
                  </a:lnTo>
                  <a:close/>
                  <a:moveTo>
                    <a:pt x="41425" y="150727"/>
                  </a:moveTo>
                  <a:lnTo>
                    <a:pt x="62661" y="177398"/>
                  </a:lnTo>
                  <a:lnTo>
                    <a:pt x="71362" y="150727"/>
                  </a:lnTo>
                  <a:close/>
                  <a:moveTo>
                    <a:pt x="252915" y="150727"/>
                  </a:moveTo>
                  <a:lnTo>
                    <a:pt x="252915" y="177398"/>
                  </a:lnTo>
                  <a:lnTo>
                    <a:pt x="268226" y="177398"/>
                  </a:lnTo>
                  <a:close/>
                  <a:moveTo>
                    <a:pt x="252915" y="177398"/>
                  </a:moveTo>
                  <a:lnTo>
                    <a:pt x="252915" y="150727"/>
                  </a:lnTo>
                  <a:lnTo>
                    <a:pt x="236103" y="177398"/>
                  </a:lnTo>
                  <a:close/>
                  <a:moveTo>
                    <a:pt x="55373" y="124056"/>
                  </a:moveTo>
                  <a:lnTo>
                    <a:pt x="72261" y="149154"/>
                  </a:lnTo>
                  <a:lnTo>
                    <a:pt x="72261" y="124056"/>
                  </a:lnTo>
                  <a:close/>
                  <a:moveTo>
                    <a:pt x="71362" y="150727"/>
                  </a:moveTo>
                  <a:lnTo>
                    <a:pt x="72261" y="149154"/>
                  </a:lnTo>
                  <a:lnTo>
                    <a:pt x="55373" y="124056"/>
                  </a:lnTo>
                  <a:close/>
                  <a:moveTo>
                    <a:pt x="252915" y="124056"/>
                  </a:moveTo>
                  <a:lnTo>
                    <a:pt x="252915" y="150727"/>
                  </a:lnTo>
                  <a:lnTo>
                    <a:pt x="275892" y="150727"/>
                  </a:lnTo>
                  <a:close/>
                  <a:moveTo>
                    <a:pt x="107716" y="97386"/>
                  </a:moveTo>
                  <a:lnTo>
                    <a:pt x="72261" y="97386"/>
                  </a:lnTo>
                  <a:lnTo>
                    <a:pt x="72261" y="124056"/>
                  </a:lnTo>
                  <a:close/>
                  <a:moveTo>
                    <a:pt x="252915" y="120289"/>
                  </a:moveTo>
                  <a:lnTo>
                    <a:pt x="289046" y="97386"/>
                  </a:lnTo>
                  <a:lnTo>
                    <a:pt x="261026" y="97386"/>
                  </a:lnTo>
                  <a:close/>
                  <a:moveTo>
                    <a:pt x="252915" y="120289"/>
                  </a:moveTo>
                  <a:lnTo>
                    <a:pt x="289046" y="119363"/>
                  </a:lnTo>
                  <a:lnTo>
                    <a:pt x="289046" y="97386"/>
                  </a:lnTo>
                  <a:close/>
                  <a:moveTo>
                    <a:pt x="252915" y="124056"/>
                  </a:moveTo>
                  <a:lnTo>
                    <a:pt x="289046" y="119363"/>
                  </a:lnTo>
                  <a:lnTo>
                    <a:pt x="252915" y="120289"/>
                  </a:lnTo>
                  <a:close/>
                  <a:moveTo>
                    <a:pt x="108392" y="70715"/>
                  </a:moveTo>
                  <a:lnTo>
                    <a:pt x="88567" y="70715"/>
                  </a:lnTo>
                  <a:lnTo>
                    <a:pt x="108392" y="96323"/>
                  </a:lnTo>
                  <a:close/>
                  <a:moveTo>
                    <a:pt x="108392" y="96323"/>
                  </a:moveTo>
                  <a:lnTo>
                    <a:pt x="72261" y="97368"/>
                  </a:lnTo>
                  <a:lnTo>
                    <a:pt x="107716" y="97386"/>
                  </a:lnTo>
                  <a:close/>
                  <a:moveTo>
                    <a:pt x="289046" y="97386"/>
                  </a:moveTo>
                  <a:lnTo>
                    <a:pt x="289046" y="70715"/>
                  </a:lnTo>
                  <a:lnTo>
                    <a:pt x="261026" y="97386"/>
                  </a:lnTo>
                  <a:close/>
                  <a:moveTo>
                    <a:pt x="108392" y="70715"/>
                  </a:moveTo>
                  <a:lnTo>
                    <a:pt x="144523" y="44044"/>
                  </a:lnTo>
                  <a:lnTo>
                    <a:pt x="108392" y="44044"/>
                  </a:lnTo>
                  <a:close/>
                  <a:moveTo>
                    <a:pt x="252915" y="44044"/>
                  </a:moveTo>
                  <a:lnTo>
                    <a:pt x="289046" y="70715"/>
                  </a:lnTo>
                  <a:lnTo>
                    <a:pt x="289046" y="44044"/>
                  </a:lnTo>
                  <a:close/>
                  <a:moveTo>
                    <a:pt x="144523" y="44044"/>
                  </a:moveTo>
                  <a:lnTo>
                    <a:pt x="180654" y="17374"/>
                  </a:lnTo>
                  <a:lnTo>
                    <a:pt x="144523" y="17374"/>
                  </a:lnTo>
                  <a:close/>
                  <a:moveTo>
                    <a:pt x="252915" y="44044"/>
                  </a:moveTo>
                  <a:lnTo>
                    <a:pt x="289046" y="44044"/>
                  </a:lnTo>
                  <a:lnTo>
                    <a:pt x="252915" y="17374"/>
                  </a:lnTo>
                  <a:close/>
                  <a:moveTo>
                    <a:pt x="216784" y="17374"/>
                  </a:moveTo>
                  <a:lnTo>
                    <a:pt x="252915" y="44044"/>
                  </a:lnTo>
                  <a:lnTo>
                    <a:pt x="252915" y="17374"/>
                  </a:lnTo>
                  <a:close/>
                  <a:moveTo>
                    <a:pt x="180654" y="17374"/>
                  </a:moveTo>
                  <a:lnTo>
                    <a:pt x="216784" y="17374"/>
                  </a:lnTo>
                  <a:lnTo>
                    <a:pt x="216784" y="0"/>
                  </a:lnTo>
                  <a:close/>
                  <a:moveTo>
                    <a:pt x="216784" y="17374"/>
                  </a:moveTo>
                  <a:lnTo>
                    <a:pt x="180654" y="17374"/>
                  </a:lnTo>
                  <a:lnTo>
                    <a:pt x="216784" y="3021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4052" name="Match_B2__4051">
              <a:extLst>
                <a:ext uri="{FF2B5EF4-FFF2-40B4-BE49-F238E27FC236}">
                  <a16:creationId xmlns:a16="http://schemas.microsoft.com/office/drawing/2014/main" id="{64ED86DB-3D3A-AFED-7C8A-CF540635F537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4115882"/>
              <a:ext cx="289046" cy="460510"/>
            </a:xfrm>
            <a:custGeom>
              <a:avLst/>
              <a:gdLst/>
              <a:ahLst/>
              <a:cxnLst/>
              <a:rect l="0" t="0" r="0" b="0"/>
              <a:pathLst>
                <a:path w="289046" h="460510">
                  <a:moveTo>
                    <a:pt x="108392" y="460510"/>
                  </a:moveTo>
                  <a:lnTo>
                    <a:pt x="144523" y="453402"/>
                  </a:lnTo>
                  <a:lnTo>
                    <a:pt x="132792" y="453402"/>
                  </a:lnTo>
                  <a:close/>
                  <a:moveTo>
                    <a:pt x="36131" y="453402"/>
                  </a:moveTo>
                  <a:lnTo>
                    <a:pt x="53090" y="453402"/>
                  </a:lnTo>
                  <a:lnTo>
                    <a:pt x="36131" y="443741"/>
                  </a:lnTo>
                  <a:close/>
                  <a:moveTo>
                    <a:pt x="144523" y="448509"/>
                  </a:moveTo>
                  <a:lnTo>
                    <a:pt x="180654" y="426731"/>
                  </a:lnTo>
                  <a:lnTo>
                    <a:pt x="170782" y="426731"/>
                  </a:lnTo>
                  <a:close/>
                  <a:moveTo>
                    <a:pt x="132792" y="453402"/>
                  </a:moveTo>
                  <a:lnTo>
                    <a:pt x="144523" y="453402"/>
                  </a:lnTo>
                  <a:lnTo>
                    <a:pt x="144523" y="448509"/>
                  </a:lnTo>
                  <a:close/>
                  <a:moveTo>
                    <a:pt x="20653" y="426731"/>
                  </a:moveTo>
                  <a:lnTo>
                    <a:pt x="16813" y="400060"/>
                  </a:lnTo>
                  <a:lnTo>
                    <a:pt x="0" y="426731"/>
                  </a:lnTo>
                  <a:close/>
                  <a:moveTo>
                    <a:pt x="170782" y="426731"/>
                  </a:moveTo>
                  <a:lnTo>
                    <a:pt x="180654" y="426731"/>
                  </a:lnTo>
                  <a:lnTo>
                    <a:pt x="180654" y="411424"/>
                  </a:lnTo>
                  <a:close/>
                  <a:moveTo>
                    <a:pt x="16813" y="400060"/>
                  </a:moveTo>
                  <a:lnTo>
                    <a:pt x="29440" y="373390"/>
                  </a:lnTo>
                  <a:lnTo>
                    <a:pt x="0" y="400060"/>
                  </a:lnTo>
                  <a:close/>
                  <a:moveTo>
                    <a:pt x="216784" y="373390"/>
                  </a:moveTo>
                  <a:lnTo>
                    <a:pt x="194430" y="373390"/>
                  </a:lnTo>
                  <a:lnTo>
                    <a:pt x="186755" y="400060"/>
                  </a:lnTo>
                  <a:close/>
                  <a:moveTo>
                    <a:pt x="216784" y="346719"/>
                  </a:moveTo>
                  <a:lnTo>
                    <a:pt x="200121" y="346719"/>
                  </a:lnTo>
                  <a:lnTo>
                    <a:pt x="194430" y="373390"/>
                  </a:lnTo>
                  <a:close/>
                  <a:moveTo>
                    <a:pt x="36131" y="346719"/>
                  </a:moveTo>
                  <a:lnTo>
                    <a:pt x="36131" y="365824"/>
                  </a:lnTo>
                  <a:lnTo>
                    <a:pt x="57186" y="346719"/>
                  </a:lnTo>
                  <a:close/>
                  <a:moveTo>
                    <a:pt x="216784" y="346719"/>
                  </a:moveTo>
                  <a:lnTo>
                    <a:pt x="216784" y="320048"/>
                  </a:lnTo>
                  <a:lnTo>
                    <a:pt x="200121" y="346719"/>
                  </a:lnTo>
                  <a:close/>
                  <a:moveTo>
                    <a:pt x="216784" y="320048"/>
                  </a:moveTo>
                  <a:lnTo>
                    <a:pt x="206255" y="320048"/>
                  </a:lnTo>
                  <a:lnTo>
                    <a:pt x="200121" y="346719"/>
                  </a:lnTo>
                  <a:close/>
                  <a:moveTo>
                    <a:pt x="88189" y="320048"/>
                  </a:moveTo>
                  <a:lnTo>
                    <a:pt x="104753" y="293378"/>
                  </a:lnTo>
                  <a:lnTo>
                    <a:pt x="72261" y="320048"/>
                  </a:lnTo>
                  <a:close/>
                  <a:moveTo>
                    <a:pt x="72261" y="320048"/>
                  </a:moveTo>
                  <a:lnTo>
                    <a:pt x="72261" y="332360"/>
                  </a:lnTo>
                  <a:lnTo>
                    <a:pt x="88189" y="320048"/>
                  </a:lnTo>
                  <a:close/>
                  <a:moveTo>
                    <a:pt x="216784" y="320048"/>
                  </a:moveTo>
                  <a:lnTo>
                    <a:pt x="216784" y="293378"/>
                  </a:lnTo>
                  <a:lnTo>
                    <a:pt x="206255" y="320048"/>
                  </a:lnTo>
                  <a:close/>
                  <a:moveTo>
                    <a:pt x="216784" y="293378"/>
                  </a:moveTo>
                  <a:lnTo>
                    <a:pt x="211853" y="293378"/>
                  </a:lnTo>
                  <a:lnTo>
                    <a:pt x="206255" y="320048"/>
                  </a:lnTo>
                  <a:close/>
                  <a:moveTo>
                    <a:pt x="104753" y="293378"/>
                  </a:moveTo>
                  <a:lnTo>
                    <a:pt x="105245" y="266707"/>
                  </a:lnTo>
                  <a:lnTo>
                    <a:pt x="72261" y="293378"/>
                  </a:lnTo>
                  <a:close/>
                  <a:moveTo>
                    <a:pt x="216784" y="293378"/>
                  </a:moveTo>
                  <a:lnTo>
                    <a:pt x="216784" y="266707"/>
                  </a:lnTo>
                  <a:lnTo>
                    <a:pt x="211853" y="293378"/>
                  </a:lnTo>
                  <a:close/>
                  <a:moveTo>
                    <a:pt x="216784" y="266707"/>
                  </a:moveTo>
                  <a:lnTo>
                    <a:pt x="215598" y="266707"/>
                  </a:lnTo>
                  <a:lnTo>
                    <a:pt x="211853" y="293378"/>
                  </a:lnTo>
                  <a:close/>
                  <a:moveTo>
                    <a:pt x="105245" y="266707"/>
                  </a:moveTo>
                  <a:lnTo>
                    <a:pt x="93293" y="240036"/>
                  </a:lnTo>
                  <a:lnTo>
                    <a:pt x="72261" y="266707"/>
                  </a:lnTo>
                  <a:close/>
                  <a:moveTo>
                    <a:pt x="215598" y="266707"/>
                  </a:moveTo>
                  <a:lnTo>
                    <a:pt x="216784" y="266707"/>
                  </a:lnTo>
                  <a:lnTo>
                    <a:pt x="216784" y="260827"/>
                  </a:lnTo>
                  <a:close/>
                  <a:moveTo>
                    <a:pt x="93293" y="240036"/>
                  </a:moveTo>
                  <a:lnTo>
                    <a:pt x="75445" y="213366"/>
                  </a:lnTo>
                  <a:lnTo>
                    <a:pt x="72261" y="240036"/>
                  </a:lnTo>
                  <a:close/>
                  <a:moveTo>
                    <a:pt x="75445" y="213366"/>
                  </a:moveTo>
                  <a:lnTo>
                    <a:pt x="72261" y="213366"/>
                  </a:lnTo>
                  <a:lnTo>
                    <a:pt x="72261" y="240036"/>
                  </a:lnTo>
                  <a:close/>
                  <a:moveTo>
                    <a:pt x="72261" y="213366"/>
                  </a:moveTo>
                  <a:lnTo>
                    <a:pt x="75445" y="213366"/>
                  </a:lnTo>
                  <a:lnTo>
                    <a:pt x="72261" y="207284"/>
                  </a:lnTo>
                  <a:close/>
                  <a:moveTo>
                    <a:pt x="252915" y="160024"/>
                  </a:moveTo>
                  <a:lnTo>
                    <a:pt x="236103" y="160024"/>
                  </a:lnTo>
                  <a:lnTo>
                    <a:pt x="230505" y="186695"/>
                  </a:lnTo>
                  <a:close/>
                  <a:moveTo>
                    <a:pt x="252915" y="133353"/>
                  </a:moveTo>
                  <a:lnTo>
                    <a:pt x="242217" y="133353"/>
                  </a:lnTo>
                  <a:lnTo>
                    <a:pt x="236103" y="160024"/>
                  </a:lnTo>
                  <a:close/>
                  <a:moveTo>
                    <a:pt x="252915" y="133353"/>
                  </a:moveTo>
                  <a:lnTo>
                    <a:pt x="252915" y="106683"/>
                  </a:lnTo>
                  <a:lnTo>
                    <a:pt x="242217" y="133353"/>
                  </a:lnTo>
                  <a:close/>
                  <a:moveTo>
                    <a:pt x="252915" y="106683"/>
                  </a:moveTo>
                  <a:lnTo>
                    <a:pt x="251460" y="106683"/>
                  </a:lnTo>
                  <a:lnTo>
                    <a:pt x="242217" y="133353"/>
                  </a:lnTo>
                  <a:close/>
                  <a:moveTo>
                    <a:pt x="89211" y="106683"/>
                  </a:moveTo>
                  <a:lnTo>
                    <a:pt x="107716" y="80012"/>
                  </a:lnTo>
                  <a:lnTo>
                    <a:pt x="72261" y="106683"/>
                  </a:lnTo>
                  <a:close/>
                  <a:moveTo>
                    <a:pt x="72261" y="106683"/>
                  </a:moveTo>
                  <a:lnTo>
                    <a:pt x="72261" y="131781"/>
                  </a:lnTo>
                  <a:lnTo>
                    <a:pt x="89211" y="106683"/>
                  </a:lnTo>
                  <a:close/>
                  <a:moveTo>
                    <a:pt x="251460" y="106683"/>
                  </a:moveTo>
                  <a:lnTo>
                    <a:pt x="252915" y="106683"/>
                  </a:lnTo>
                  <a:lnTo>
                    <a:pt x="252915" y="102915"/>
                  </a:lnTo>
                  <a:close/>
                  <a:moveTo>
                    <a:pt x="289046" y="53341"/>
                  </a:moveTo>
                  <a:lnTo>
                    <a:pt x="264049" y="53341"/>
                  </a:lnTo>
                  <a:lnTo>
                    <a:pt x="261026" y="80012"/>
                  </a:lnTo>
                  <a:close/>
                  <a:moveTo>
                    <a:pt x="128123" y="53341"/>
                  </a:moveTo>
                  <a:lnTo>
                    <a:pt x="144523" y="34528"/>
                  </a:lnTo>
                  <a:lnTo>
                    <a:pt x="108392" y="53341"/>
                  </a:lnTo>
                  <a:close/>
                  <a:moveTo>
                    <a:pt x="108392" y="53341"/>
                  </a:moveTo>
                  <a:lnTo>
                    <a:pt x="144523" y="34528"/>
                  </a:lnTo>
                  <a:lnTo>
                    <a:pt x="144523" y="26671"/>
                  </a:lnTo>
                  <a:close/>
                  <a:moveTo>
                    <a:pt x="108392" y="53341"/>
                  </a:moveTo>
                  <a:lnTo>
                    <a:pt x="108392" y="78949"/>
                  </a:lnTo>
                  <a:lnTo>
                    <a:pt x="128123" y="53341"/>
                  </a:lnTo>
                  <a:close/>
                  <a:moveTo>
                    <a:pt x="252915" y="29125"/>
                  </a:moveTo>
                  <a:lnTo>
                    <a:pt x="264049" y="53341"/>
                  </a:lnTo>
                  <a:lnTo>
                    <a:pt x="252915" y="26671"/>
                  </a:lnTo>
                  <a:close/>
                  <a:moveTo>
                    <a:pt x="252915" y="26671"/>
                  </a:moveTo>
                  <a:lnTo>
                    <a:pt x="264049" y="53341"/>
                  </a:lnTo>
                  <a:lnTo>
                    <a:pt x="289046" y="53341"/>
                  </a:lnTo>
                  <a:close/>
                  <a:moveTo>
                    <a:pt x="155908" y="26671"/>
                  </a:moveTo>
                  <a:lnTo>
                    <a:pt x="180654" y="14976"/>
                  </a:lnTo>
                  <a:lnTo>
                    <a:pt x="144523" y="26671"/>
                  </a:lnTo>
                  <a:close/>
                  <a:moveTo>
                    <a:pt x="144523" y="26671"/>
                  </a:moveTo>
                  <a:lnTo>
                    <a:pt x="180654" y="14976"/>
                  </a:lnTo>
                  <a:lnTo>
                    <a:pt x="180654" y="0"/>
                  </a:lnTo>
                  <a:close/>
                  <a:moveTo>
                    <a:pt x="144523" y="26671"/>
                  </a:moveTo>
                  <a:lnTo>
                    <a:pt x="144523" y="34528"/>
                  </a:lnTo>
                  <a:lnTo>
                    <a:pt x="155908" y="26671"/>
                  </a:lnTo>
                  <a:close/>
                  <a:moveTo>
                    <a:pt x="216784" y="12845"/>
                  </a:moveTo>
                  <a:lnTo>
                    <a:pt x="250597" y="26671"/>
                  </a:lnTo>
                  <a:lnTo>
                    <a:pt x="216784" y="0"/>
                  </a:lnTo>
                  <a:close/>
                  <a:moveTo>
                    <a:pt x="216784" y="0"/>
                  </a:moveTo>
                  <a:lnTo>
                    <a:pt x="250597" y="26671"/>
                  </a:lnTo>
                  <a:lnTo>
                    <a:pt x="252915" y="26671"/>
                  </a:lnTo>
                  <a:close/>
                  <a:moveTo>
                    <a:pt x="252915" y="29125"/>
                  </a:moveTo>
                  <a:lnTo>
                    <a:pt x="252915" y="26671"/>
                  </a:lnTo>
                  <a:lnTo>
                    <a:pt x="250597" y="26671"/>
                  </a:lnTo>
                  <a:close/>
                  <a:moveTo>
                    <a:pt x="180654" y="0"/>
                  </a:moveTo>
                  <a:lnTo>
                    <a:pt x="180654" y="14976"/>
                  </a:lnTo>
                  <a:lnTo>
                    <a:pt x="216784" y="12845"/>
                  </a:lnTo>
                  <a:close/>
                  <a:moveTo>
                    <a:pt x="53090" y="453402"/>
                  </a:moveTo>
                  <a:lnTo>
                    <a:pt x="72261" y="459842"/>
                  </a:lnTo>
                  <a:lnTo>
                    <a:pt x="72261" y="453402"/>
                  </a:lnTo>
                  <a:close/>
                  <a:moveTo>
                    <a:pt x="72261" y="453402"/>
                  </a:moveTo>
                  <a:lnTo>
                    <a:pt x="36131" y="443741"/>
                  </a:lnTo>
                  <a:lnTo>
                    <a:pt x="53090" y="453402"/>
                  </a:lnTo>
                  <a:close/>
                  <a:moveTo>
                    <a:pt x="36131" y="426731"/>
                  </a:moveTo>
                  <a:lnTo>
                    <a:pt x="36131" y="443741"/>
                  </a:lnTo>
                  <a:lnTo>
                    <a:pt x="72261" y="453402"/>
                  </a:lnTo>
                  <a:close/>
                  <a:moveTo>
                    <a:pt x="108392" y="453402"/>
                  </a:moveTo>
                  <a:lnTo>
                    <a:pt x="72261" y="459842"/>
                  </a:lnTo>
                  <a:lnTo>
                    <a:pt x="108392" y="460510"/>
                  </a:lnTo>
                  <a:close/>
                  <a:moveTo>
                    <a:pt x="108392" y="453402"/>
                  </a:moveTo>
                  <a:lnTo>
                    <a:pt x="72261" y="453402"/>
                  </a:lnTo>
                  <a:lnTo>
                    <a:pt x="72261" y="459842"/>
                  </a:lnTo>
                  <a:close/>
                  <a:moveTo>
                    <a:pt x="108392" y="453402"/>
                  </a:moveTo>
                  <a:lnTo>
                    <a:pt x="108392" y="460510"/>
                  </a:lnTo>
                  <a:lnTo>
                    <a:pt x="132792" y="453402"/>
                  </a:lnTo>
                  <a:close/>
                  <a:moveTo>
                    <a:pt x="144523" y="426731"/>
                  </a:moveTo>
                  <a:lnTo>
                    <a:pt x="132792" y="453402"/>
                  </a:lnTo>
                  <a:lnTo>
                    <a:pt x="144523" y="448509"/>
                  </a:lnTo>
                  <a:close/>
                  <a:moveTo>
                    <a:pt x="108392" y="453402"/>
                  </a:moveTo>
                  <a:lnTo>
                    <a:pt x="132792" y="453402"/>
                  </a:lnTo>
                  <a:lnTo>
                    <a:pt x="144523" y="426731"/>
                  </a:lnTo>
                  <a:close/>
                  <a:moveTo>
                    <a:pt x="20653" y="426731"/>
                  </a:moveTo>
                  <a:lnTo>
                    <a:pt x="36131" y="443741"/>
                  </a:lnTo>
                  <a:lnTo>
                    <a:pt x="36131" y="426731"/>
                  </a:lnTo>
                  <a:close/>
                  <a:moveTo>
                    <a:pt x="16813" y="400060"/>
                  </a:moveTo>
                  <a:lnTo>
                    <a:pt x="20653" y="426731"/>
                  </a:lnTo>
                  <a:lnTo>
                    <a:pt x="36131" y="426731"/>
                  </a:lnTo>
                  <a:close/>
                  <a:moveTo>
                    <a:pt x="144523" y="426731"/>
                  </a:moveTo>
                  <a:lnTo>
                    <a:pt x="144523" y="448509"/>
                  </a:lnTo>
                  <a:lnTo>
                    <a:pt x="170782" y="426731"/>
                  </a:lnTo>
                  <a:close/>
                  <a:moveTo>
                    <a:pt x="180654" y="400060"/>
                  </a:moveTo>
                  <a:lnTo>
                    <a:pt x="170782" y="426731"/>
                  </a:lnTo>
                  <a:lnTo>
                    <a:pt x="180654" y="411424"/>
                  </a:lnTo>
                  <a:close/>
                  <a:moveTo>
                    <a:pt x="144523" y="426731"/>
                  </a:moveTo>
                  <a:lnTo>
                    <a:pt x="170782" y="426731"/>
                  </a:lnTo>
                  <a:lnTo>
                    <a:pt x="180654" y="400060"/>
                  </a:lnTo>
                  <a:close/>
                  <a:moveTo>
                    <a:pt x="29440" y="373390"/>
                  </a:moveTo>
                  <a:lnTo>
                    <a:pt x="36131" y="400060"/>
                  </a:lnTo>
                  <a:lnTo>
                    <a:pt x="36131" y="373390"/>
                  </a:lnTo>
                  <a:close/>
                  <a:moveTo>
                    <a:pt x="29440" y="373390"/>
                  </a:moveTo>
                  <a:lnTo>
                    <a:pt x="16813" y="400060"/>
                  </a:lnTo>
                  <a:lnTo>
                    <a:pt x="36131" y="400060"/>
                  </a:lnTo>
                  <a:close/>
                  <a:moveTo>
                    <a:pt x="180654" y="400060"/>
                  </a:moveTo>
                  <a:lnTo>
                    <a:pt x="180654" y="411424"/>
                  </a:lnTo>
                  <a:lnTo>
                    <a:pt x="186755" y="400060"/>
                  </a:lnTo>
                  <a:close/>
                  <a:moveTo>
                    <a:pt x="180654" y="373390"/>
                  </a:moveTo>
                  <a:lnTo>
                    <a:pt x="186755" y="400060"/>
                  </a:lnTo>
                  <a:lnTo>
                    <a:pt x="194430" y="373390"/>
                  </a:lnTo>
                  <a:close/>
                  <a:moveTo>
                    <a:pt x="180654" y="373390"/>
                  </a:moveTo>
                  <a:lnTo>
                    <a:pt x="180654" y="400060"/>
                  </a:lnTo>
                  <a:lnTo>
                    <a:pt x="186755" y="400060"/>
                  </a:lnTo>
                  <a:close/>
                  <a:moveTo>
                    <a:pt x="36131" y="365824"/>
                  </a:moveTo>
                  <a:lnTo>
                    <a:pt x="29440" y="373390"/>
                  </a:lnTo>
                  <a:lnTo>
                    <a:pt x="36131" y="373390"/>
                  </a:lnTo>
                  <a:close/>
                  <a:moveTo>
                    <a:pt x="36131" y="373390"/>
                  </a:moveTo>
                  <a:lnTo>
                    <a:pt x="57186" y="346719"/>
                  </a:lnTo>
                  <a:lnTo>
                    <a:pt x="36131" y="365824"/>
                  </a:lnTo>
                  <a:close/>
                  <a:moveTo>
                    <a:pt x="72261" y="346719"/>
                  </a:moveTo>
                  <a:lnTo>
                    <a:pt x="57186" y="346719"/>
                  </a:lnTo>
                  <a:lnTo>
                    <a:pt x="36131" y="373390"/>
                  </a:lnTo>
                  <a:close/>
                  <a:moveTo>
                    <a:pt x="180654" y="346719"/>
                  </a:moveTo>
                  <a:lnTo>
                    <a:pt x="194430" y="373390"/>
                  </a:lnTo>
                  <a:lnTo>
                    <a:pt x="200121" y="346719"/>
                  </a:lnTo>
                  <a:close/>
                  <a:moveTo>
                    <a:pt x="180654" y="346719"/>
                  </a:moveTo>
                  <a:lnTo>
                    <a:pt x="180654" y="373390"/>
                  </a:lnTo>
                  <a:lnTo>
                    <a:pt x="194430" y="373390"/>
                  </a:lnTo>
                  <a:close/>
                  <a:moveTo>
                    <a:pt x="72261" y="332360"/>
                  </a:moveTo>
                  <a:lnTo>
                    <a:pt x="57186" y="346719"/>
                  </a:lnTo>
                  <a:lnTo>
                    <a:pt x="72261" y="346719"/>
                  </a:lnTo>
                  <a:close/>
                  <a:moveTo>
                    <a:pt x="72261" y="346719"/>
                  </a:moveTo>
                  <a:lnTo>
                    <a:pt x="88189" y="320048"/>
                  </a:lnTo>
                  <a:lnTo>
                    <a:pt x="72261" y="332360"/>
                  </a:lnTo>
                  <a:close/>
                  <a:moveTo>
                    <a:pt x="108392" y="320048"/>
                  </a:moveTo>
                  <a:lnTo>
                    <a:pt x="88189" y="320048"/>
                  </a:lnTo>
                  <a:lnTo>
                    <a:pt x="72261" y="346719"/>
                  </a:lnTo>
                  <a:close/>
                  <a:moveTo>
                    <a:pt x="180654" y="320048"/>
                  </a:moveTo>
                  <a:lnTo>
                    <a:pt x="200121" y="346719"/>
                  </a:lnTo>
                  <a:lnTo>
                    <a:pt x="206255" y="320048"/>
                  </a:lnTo>
                  <a:close/>
                  <a:moveTo>
                    <a:pt x="180654" y="320048"/>
                  </a:moveTo>
                  <a:lnTo>
                    <a:pt x="180654" y="346719"/>
                  </a:lnTo>
                  <a:lnTo>
                    <a:pt x="200121" y="346719"/>
                  </a:lnTo>
                  <a:close/>
                  <a:moveTo>
                    <a:pt x="104753" y="293378"/>
                  </a:moveTo>
                  <a:lnTo>
                    <a:pt x="108392" y="320048"/>
                  </a:lnTo>
                  <a:lnTo>
                    <a:pt x="108392" y="293378"/>
                  </a:lnTo>
                  <a:close/>
                  <a:moveTo>
                    <a:pt x="104753" y="293378"/>
                  </a:moveTo>
                  <a:lnTo>
                    <a:pt x="88189" y="320048"/>
                  </a:lnTo>
                  <a:lnTo>
                    <a:pt x="108392" y="320048"/>
                  </a:lnTo>
                  <a:close/>
                  <a:moveTo>
                    <a:pt x="108392" y="320048"/>
                  </a:moveTo>
                  <a:lnTo>
                    <a:pt x="144523" y="293378"/>
                  </a:lnTo>
                  <a:lnTo>
                    <a:pt x="108392" y="293378"/>
                  </a:lnTo>
                  <a:close/>
                  <a:moveTo>
                    <a:pt x="180654" y="293378"/>
                  </a:moveTo>
                  <a:lnTo>
                    <a:pt x="206255" y="320048"/>
                  </a:lnTo>
                  <a:lnTo>
                    <a:pt x="211853" y="293378"/>
                  </a:lnTo>
                  <a:close/>
                  <a:moveTo>
                    <a:pt x="180654" y="293378"/>
                  </a:moveTo>
                  <a:lnTo>
                    <a:pt x="180654" y="320048"/>
                  </a:lnTo>
                  <a:lnTo>
                    <a:pt x="206255" y="320048"/>
                  </a:lnTo>
                  <a:close/>
                  <a:moveTo>
                    <a:pt x="105245" y="266707"/>
                  </a:moveTo>
                  <a:lnTo>
                    <a:pt x="108392" y="293378"/>
                  </a:lnTo>
                  <a:lnTo>
                    <a:pt x="108392" y="266707"/>
                  </a:lnTo>
                  <a:close/>
                  <a:moveTo>
                    <a:pt x="105245" y="266707"/>
                  </a:moveTo>
                  <a:lnTo>
                    <a:pt x="104753" y="293378"/>
                  </a:lnTo>
                  <a:lnTo>
                    <a:pt x="108392" y="293378"/>
                  </a:lnTo>
                  <a:close/>
                  <a:moveTo>
                    <a:pt x="108392" y="293378"/>
                  </a:moveTo>
                  <a:lnTo>
                    <a:pt x="144523" y="293378"/>
                  </a:lnTo>
                  <a:lnTo>
                    <a:pt x="144523" y="266707"/>
                  </a:lnTo>
                  <a:close/>
                  <a:moveTo>
                    <a:pt x="108392" y="293378"/>
                  </a:moveTo>
                  <a:lnTo>
                    <a:pt x="144523" y="266707"/>
                  </a:lnTo>
                  <a:lnTo>
                    <a:pt x="108392" y="266707"/>
                  </a:lnTo>
                  <a:close/>
                  <a:moveTo>
                    <a:pt x="180654" y="266707"/>
                  </a:moveTo>
                  <a:lnTo>
                    <a:pt x="211853" y="293378"/>
                  </a:lnTo>
                  <a:lnTo>
                    <a:pt x="215598" y="266707"/>
                  </a:lnTo>
                  <a:close/>
                  <a:moveTo>
                    <a:pt x="180654" y="266707"/>
                  </a:moveTo>
                  <a:lnTo>
                    <a:pt x="180654" y="293378"/>
                  </a:lnTo>
                  <a:lnTo>
                    <a:pt x="211853" y="293378"/>
                  </a:lnTo>
                  <a:close/>
                  <a:moveTo>
                    <a:pt x="93293" y="240036"/>
                  </a:moveTo>
                  <a:lnTo>
                    <a:pt x="108392" y="266707"/>
                  </a:lnTo>
                  <a:lnTo>
                    <a:pt x="108392" y="240036"/>
                  </a:lnTo>
                  <a:close/>
                  <a:moveTo>
                    <a:pt x="93293" y="240036"/>
                  </a:moveTo>
                  <a:lnTo>
                    <a:pt x="105245" y="266707"/>
                  </a:lnTo>
                  <a:lnTo>
                    <a:pt x="108392" y="266707"/>
                  </a:lnTo>
                  <a:close/>
                  <a:moveTo>
                    <a:pt x="216784" y="240036"/>
                  </a:moveTo>
                  <a:lnTo>
                    <a:pt x="215598" y="266707"/>
                  </a:lnTo>
                  <a:lnTo>
                    <a:pt x="216784" y="260827"/>
                  </a:lnTo>
                  <a:close/>
                  <a:moveTo>
                    <a:pt x="180654" y="266707"/>
                  </a:moveTo>
                  <a:lnTo>
                    <a:pt x="215598" y="266707"/>
                  </a:lnTo>
                  <a:lnTo>
                    <a:pt x="216784" y="240036"/>
                  </a:lnTo>
                  <a:close/>
                  <a:moveTo>
                    <a:pt x="75445" y="213366"/>
                  </a:moveTo>
                  <a:lnTo>
                    <a:pt x="93293" y="240036"/>
                  </a:lnTo>
                  <a:lnTo>
                    <a:pt x="108392" y="240036"/>
                  </a:lnTo>
                  <a:close/>
                  <a:moveTo>
                    <a:pt x="180654" y="240036"/>
                  </a:moveTo>
                  <a:lnTo>
                    <a:pt x="216784" y="240036"/>
                  </a:lnTo>
                  <a:lnTo>
                    <a:pt x="216784" y="213366"/>
                  </a:lnTo>
                  <a:close/>
                  <a:moveTo>
                    <a:pt x="216784" y="240036"/>
                  </a:moveTo>
                  <a:lnTo>
                    <a:pt x="216784" y="260827"/>
                  </a:lnTo>
                  <a:lnTo>
                    <a:pt x="219145" y="240036"/>
                  </a:lnTo>
                  <a:close/>
                  <a:moveTo>
                    <a:pt x="216784" y="213366"/>
                  </a:moveTo>
                  <a:lnTo>
                    <a:pt x="219145" y="240036"/>
                  </a:lnTo>
                  <a:lnTo>
                    <a:pt x="224444" y="213366"/>
                  </a:lnTo>
                  <a:close/>
                  <a:moveTo>
                    <a:pt x="216784" y="213366"/>
                  </a:moveTo>
                  <a:lnTo>
                    <a:pt x="216784" y="240036"/>
                  </a:lnTo>
                  <a:lnTo>
                    <a:pt x="219145" y="240036"/>
                  </a:lnTo>
                  <a:close/>
                  <a:moveTo>
                    <a:pt x="108392" y="213366"/>
                  </a:moveTo>
                  <a:lnTo>
                    <a:pt x="72261" y="207284"/>
                  </a:lnTo>
                  <a:lnTo>
                    <a:pt x="75445" y="213366"/>
                  </a:lnTo>
                  <a:close/>
                  <a:moveTo>
                    <a:pt x="72261" y="186695"/>
                  </a:moveTo>
                  <a:lnTo>
                    <a:pt x="72261" y="207284"/>
                  </a:lnTo>
                  <a:lnTo>
                    <a:pt x="108392" y="213366"/>
                  </a:lnTo>
                  <a:close/>
                  <a:moveTo>
                    <a:pt x="216784" y="186695"/>
                  </a:moveTo>
                  <a:lnTo>
                    <a:pt x="224444" y="213366"/>
                  </a:lnTo>
                  <a:lnTo>
                    <a:pt x="230505" y="186695"/>
                  </a:lnTo>
                  <a:close/>
                  <a:moveTo>
                    <a:pt x="216784" y="186695"/>
                  </a:moveTo>
                  <a:lnTo>
                    <a:pt x="216784" y="213366"/>
                  </a:lnTo>
                  <a:lnTo>
                    <a:pt x="224444" y="213366"/>
                  </a:lnTo>
                  <a:close/>
                  <a:moveTo>
                    <a:pt x="64060" y="186695"/>
                  </a:moveTo>
                  <a:lnTo>
                    <a:pt x="72261" y="207284"/>
                  </a:lnTo>
                  <a:lnTo>
                    <a:pt x="72261" y="186695"/>
                  </a:lnTo>
                  <a:close/>
                  <a:moveTo>
                    <a:pt x="62661" y="160024"/>
                  </a:moveTo>
                  <a:lnTo>
                    <a:pt x="72261" y="186695"/>
                  </a:lnTo>
                  <a:lnTo>
                    <a:pt x="72261" y="160024"/>
                  </a:lnTo>
                  <a:close/>
                  <a:moveTo>
                    <a:pt x="62661" y="160024"/>
                  </a:moveTo>
                  <a:lnTo>
                    <a:pt x="64060" y="186695"/>
                  </a:lnTo>
                  <a:lnTo>
                    <a:pt x="72261" y="186695"/>
                  </a:lnTo>
                  <a:close/>
                  <a:moveTo>
                    <a:pt x="216784" y="160024"/>
                  </a:moveTo>
                  <a:lnTo>
                    <a:pt x="230505" y="186695"/>
                  </a:lnTo>
                  <a:lnTo>
                    <a:pt x="236103" y="160024"/>
                  </a:lnTo>
                  <a:close/>
                  <a:moveTo>
                    <a:pt x="216784" y="160024"/>
                  </a:moveTo>
                  <a:lnTo>
                    <a:pt x="216784" y="186695"/>
                  </a:lnTo>
                  <a:lnTo>
                    <a:pt x="230505" y="186695"/>
                  </a:lnTo>
                  <a:close/>
                  <a:moveTo>
                    <a:pt x="71362" y="133353"/>
                  </a:moveTo>
                  <a:lnTo>
                    <a:pt x="72261" y="160024"/>
                  </a:lnTo>
                  <a:lnTo>
                    <a:pt x="72261" y="133353"/>
                  </a:lnTo>
                  <a:close/>
                  <a:moveTo>
                    <a:pt x="71362" y="133353"/>
                  </a:moveTo>
                  <a:lnTo>
                    <a:pt x="62661" y="160024"/>
                  </a:lnTo>
                  <a:lnTo>
                    <a:pt x="72261" y="160024"/>
                  </a:lnTo>
                  <a:close/>
                  <a:moveTo>
                    <a:pt x="216784" y="133353"/>
                  </a:moveTo>
                  <a:lnTo>
                    <a:pt x="236103" y="160024"/>
                  </a:lnTo>
                  <a:lnTo>
                    <a:pt x="242217" y="133353"/>
                  </a:lnTo>
                  <a:close/>
                  <a:moveTo>
                    <a:pt x="72261" y="131781"/>
                  </a:moveTo>
                  <a:lnTo>
                    <a:pt x="71362" y="133353"/>
                  </a:lnTo>
                  <a:lnTo>
                    <a:pt x="72261" y="133353"/>
                  </a:lnTo>
                  <a:close/>
                  <a:moveTo>
                    <a:pt x="72261" y="133353"/>
                  </a:moveTo>
                  <a:lnTo>
                    <a:pt x="89211" y="106683"/>
                  </a:lnTo>
                  <a:lnTo>
                    <a:pt x="72261" y="131781"/>
                  </a:lnTo>
                  <a:close/>
                  <a:moveTo>
                    <a:pt x="108392" y="106683"/>
                  </a:moveTo>
                  <a:lnTo>
                    <a:pt x="89211" y="106683"/>
                  </a:lnTo>
                  <a:lnTo>
                    <a:pt x="72261" y="133353"/>
                  </a:lnTo>
                  <a:close/>
                  <a:moveTo>
                    <a:pt x="216784" y="106683"/>
                  </a:moveTo>
                  <a:lnTo>
                    <a:pt x="242217" y="133353"/>
                  </a:lnTo>
                  <a:lnTo>
                    <a:pt x="251460" y="106683"/>
                  </a:lnTo>
                  <a:close/>
                  <a:moveTo>
                    <a:pt x="107716" y="80012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107716" y="80012"/>
                  </a:moveTo>
                  <a:lnTo>
                    <a:pt x="89211" y="106683"/>
                  </a:lnTo>
                  <a:lnTo>
                    <a:pt x="108392" y="106683"/>
                  </a:lnTo>
                  <a:close/>
                  <a:moveTo>
                    <a:pt x="252915" y="80012"/>
                  </a:moveTo>
                  <a:lnTo>
                    <a:pt x="251460" y="106683"/>
                  </a:lnTo>
                  <a:lnTo>
                    <a:pt x="252915" y="102915"/>
                  </a:lnTo>
                  <a:close/>
                  <a:moveTo>
                    <a:pt x="216784" y="106683"/>
                  </a:moveTo>
                  <a:lnTo>
                    <a:pt x="251460" y="106683"/>
                  </a:lnTo>
                  <a:lnTo>
                    <a:pt x="252915" y="80012"/>
                  </a:lnTo>
                  <a:close/>
                  <a:moveTo>
                    <a:pt x="108392" y="78949"/>
                  </a:moveTo>
                  <a:lnTo>
                    <a:pt x="107716" y="80012"/>
                  </a:lnTo>
                  <a:lnTo>
                    <a:pt x="108392" y="80012"/>
                  </a:lnTo>
                  <a:close/>
                  <a:moveTo>
                    <a:pt x="108392" y="80012"/>
                  </a:moveTo>
                  <a:lnTo>
                    <a:pt x="128123" y="53341"/>
                  </a:lnTo>
                  <a:lnTo>
                    <a:pt x="108392" y="78949"/>
                  </a:lnTo>
                  <a:close/>
                  <a:moveTo>
                    <a:pt x="144523" y="53341"/>
                  </a:moveTo>
                  <a:lnTo>
                    <a:pt x="128123" y="53341"/>
                  </a:lnTo>
                  <a:lnTo>
                    <a:pt x="108392" y="80012"/>
                  </a:lnTo>
                  <a:close/>
                  <a:moveTo>
                    <a:pt x="252915" y="80012"/>
                  </a:moveTo>
                  <a:lnTo>
                    <a:pt x="252915" y="102915"/>
                  </a:lnTo>
                  <a:lnTo>
                    <a:pt x="261026" y="80012"/>
                  </a:lnTo>
                  <a:close/>
                  <a:moveTo>
                    <a:pt x="252915" y="53341"/>
                  </a:moveTo>
                  <a:lnTo>
                    <a:pt x="261026" y="80012"/>
                  </a:lnTo>
                  <a:lnTo>
                    <a:pt x="264049" y="53341"/>
                  </a:lnTo>
                  <a:close/>
                  <a:moveTo>
                    <a:pt x="252915" y="53341"/>
                  </a:moveTo>
                  <a:lnTo>
                    <a:pt x="252915" y="80012"/>
                  </a:lnTo>
                  <a:lnTo>
                    <a:pt x="261026" y="80012"/>
                  </a:lnTo>
                  <a:close/>
                  <a:moveTo>
                    <a:pt x="144523" y="34528"/>
                  </a:moveTo>
                  <a:lnTo>
                    <a:pt x="128123" y="53341"/>
                  </a:lnTo>
                  <a:lnTo>
                    <a:pt x="144523" y="53341"/>
                  </a:lnTo>
                  <a:close/>
                  <a:moveTo>
                    <a:pt x="144523" y="53341"/>
                  </a:moveTo>
                  <a:lnTo>
                    <a:pt x="155908" y="26671"/>
                  </a:lnTo>
                  <a:lnTo>
                    <a:pt x="144523" y="34528"/>
                  </a:lnTo>
                  <a:close/>
                  <a:moveTo>
                    <a:pt x="180654" y="26671"/>
                  </a:moveTo>
                  <a:lnTo>
                    <a:pt x="155908" y="26671"/>
                  </a:lnTo>
                  <a:lnTo>
                    <a:pt x="144523" y="53341"/>
                  </a:lnTo>
                  <a:close/>
                  <a:moveTo>
                    <a:pt x="216784" y="26671"/>
                  </a:moveTo>
                  <a:lnTo>
                    <a:pt x="252915" y="29125"/>
                  </a:lnTo>
                  <a:lnTo>
                    <a:pt x="250597" y="26671"/>
                  </a:lnTo>
                  <a:close/>
                  <a:moveTo>
                    <a:pt x="252915" y="53341"/>
                  </a:moveTo>
                  <a:lnTo>
                    <a:pt x="252915" y="29125"/>
                  </a:lnTo>
                  <a:lnTo>
                    <a:pt x="216784" y="26671"/>
                  </a:lnTo>
                  <a:close/>
                  <a:moveTo>
                    <a:pt x="252915" y="53341"/>
                  </a:moveTo>
                  <a:lnTo>
                    <a:pt x="264049" y="53341"/>
                  </a:lnTo>
                  <a:lnTo>
                    <a:pt x="252915" y="29125"/>
                  </a:lnTo>
                  <a:close/>
                  <a:moveTo>
                    <a:pt x="180654" y="14976"/>
                  </a:moveTo>
                  <a:lnTo>
                    <a:pt x="155908" y="26671"/>
                  </a:lnTo>
                  <a:lnTo>
                    <a:pt x="180654" y="26671"/>
                  </a:lnTo>
                  <a:close/>
                  <a:moveTo>
                    <a:pt x="180654" y="26671"/>
                  </a:moveTo>
                  <a:lnTo>
                    <a:pt x="216784" y="12845"/>
                  </a:lnTo>
                  <a:lnTo>
                    <a:pt x="180654" y="14976"/>
                  </a:lnTo>
                  <a:close/>
                  <a:moveTo>
                    <a:pt x="180654" y="26671"/>
                  </a:moveTo>
                  <a:lnTo>
                    <a:pt x="216784" y="26671"/>
                  </a:lnTo>
                  <a:lnTo>
                    <a:pt x="216784" y="12845"/>
                  </a:lnTo>
                  <a:close/>
                  <a:moveTo>
                    <a:pt x="216784" y="26671"/>
                  </a:moveTo>
                  <a:lnTo>
                    <a:pt x="250597" y="26671"/>
                  </a:lnTo>
                  <a:lnTo>
                    <a:pt x="216784" y="12845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4053" name="Match_B2__4052">
              <a:extLst>
                <a:ext uri="{FF2B5EF4-FFF2-40B4-BE49-F238E27FC236}">
                  <a16:creationId xmlns:a16="http://schemas.microsoft.com/office/drawing/2014/main" id="{D2E11F35-E947-64F5-1184-FEB46C1AA683}"/>
                </a:ext>
              </a:extLst>
            </p:cNvPr>
            <p:cNvSpPr>
              <a:spLocks noGrp="1"/>
            </p:cNvSpPr>
            <p:nvPr/>
          </p:nvSpPr>
          <p:spPr>
            <a:xfrm>
              <a:off x="8429350" y="4142553"/>
              <a:ext cx="236102" cy="426731"/>
            </a:xfrm>
            <a:custGeom>
              <a:avLst/>
              <a:gdLst/>
              <a:ahLst/>
              <a:cxnLst/>
              <a:rect l="0" t="0" r="0" b="0"/>
              <a:pathLst>
                <a:path w="236102" h="426731">
                  <a:moveTo>
                    <a:pt x="55449" y="400060"/>
                  </a:moveTo>
                  <a:lnTo>
                    <a:pt x="19318" y="400060"/>
                  </a:lnTo>
                  <a:lnTo>
                    <a:pt x="55449" y="426731"/>
                  </a:lnTo>
                  <a:close/>
                  <a:moveTo>
                    <a:pt x="55449" y="426731"/>
                  </a:moveTo>
                  <a:lnTo>
                    <a:pt x="91579" y="426731"/>
                  </a:lnTo>
                  <a:lnTo>
                    <a:pt x="91579" y="400060"/>
                  </a:lnTo>
                  <a:close/>
                  <a:moveTo>
                    <a:pt x="55449" y="426731"/>
                  </a:moveTo>
                  <a:lnTo>
                    <a:pt x="91579" y="400060"/>
                  </a:lnTo>
                  <a:lnTo>
                    <a:pt x="55449" y="400060"/>
                  </a:lnTo>
                  <a:close/>
                  <a:moveTo>
                    <a:pt x="91579" y="400060"/>
                  </a:moveTo>
                  <a:lnTo>
                    <a:pt x="91579" y="426731"/>
                  </a:lnTo>
                  <a:lnTo>
                    <a:pt x="127710" y="400060"/>
                  </a:lnTo>
                  <a:close/>
                  <a:moveTo>
                    <a:pt x="0" y="373390"/>
                  </a:moveTo>
                  <a:lnTo>
                    <a:pt x="19318" y="400060"/>
                  </a:lnTo>
                  <a:lnTo>
                    <a:pt x="19318" y="373390"/>
                  </a:lnTo>
                  <a:close/>
                  <a:moveTo>
                    <a:pt x="19318" y="400060"/>
                  </a:moveTo>
                  <a:lnTo>
                    <a:pt x="55449" y="400060"/>
                  </a:lnTo>
                  <a:lnTo>
                    <a:pt x="55449" y="373390"/>
                  </a:lnTo>
                  <a:close/>
                  <a:moveTo>
                    <a:pt x="19318" y="400060"/>
                  </a:moveTo>
                  <a:lnTo>
                    <a:pt x="55449" y="373390"/>
                  </a:lnTo>
                  <a:lnTo>
                    <a:pt x="19318" y="373390"/>
                  </a:lnTo>
                  <a:close/>
                  <a:moveTo>
                    <a:pt x="91579" y="400060"/>
                  </a:moveTo>
                  <a:lnTo>
                    <a:pt x="127710" y="400060"/>
                  </a:lnTo>
                  <a:lnTo>
                    <a:pt x="127710" y="373390"/>
                  </a:lnTo>
                  <a:close/>
                  <a:moveTo>
                    <a:pt x="127710" y="373390"/>
                  </a:moveTo>
                  <a:lnTo>
                    <a:pt x="127710" y="400060"/>
                  </a:lnTo>
                  <a:lnTo>
                    <a:pt x="163841" y="373390"/>
                  </a:lnTo>
                  <a:close/>
                  <a:moveTo>
                    <a:pt x="19318" y="373390"/>
                  </a:moveTo>
                  <a:lnTo>
                    <a:pt x="55449" y="373390"/>
                  </a:lnTo>
                  <a:lnTo>
                    <a:pt x="55449" y="346719"/>
                  </a:lnTo>
                  <a:close/>
                  <a:moveTo>
                    <a:pt x="19318" y="373390"/>
                  </a:moveTo>
                  <a:lnTo>
                    <a:pt x="55449" y="346719"/>
                  </a:lnTo>
                  <a:lnTo>
                    <a:pt x="19318" y="346719"/>
                  </a:lnTo>
                  <a:close/>
                  <a:moveTo>
                    <a:pt x="127710" y="373390"/>
                  </a:moveTo>
                  <a:lnTo>
                    <a:pt x="163841" y="373390"/>
                  </a:lnTo>
                  <a:lnTo>
                    <a:pt x="163841" y="346719"/>
                  </a:lnTo>
                  <a:close/>
                  <a:moveTo>
                    <a:pt x="127710" y="373390"/>
                  </a:moveTo>
                  <a:lnTo>
                    <a:pt x="163841" y="346719"/>
                  </a:lnTo>
                  <a:lnTo>
                    <a:pt x="127710" y="346719"/>
                  </a:lnTo>
                  <a:close/>
                  <a:moveTo>
                    <a:pt x="55449" y="346719"/>
                  </a:moveTo>
                  <a:lnTo>
                    <a:pt x="55449" y="320048"/>
                  </a:lnTo>
                  <a:lnTo>
                    <a:pt x="19318" y="346719"/>
                  </a:lnTo>
                  <a:close/>
                  <a:moveTo>
                    <a:pt x="55449" y="346719"/>
                  </a:moveTo>
                  <a:lnTo>
                    <a:pt x="91579" y="346719"/>
                  </a:lnTo>
                  <a:lnTo>
                    <a:pt x="91579" y="320048"/>
                  </a:lnTo>
                  <a:close/>
                  <a:moveTo>
                    <a:pt x="55449" y="346719"/>
                  </a:moveTo>
                  <a:lnTo>
                    <a:pt x="91579" y="320048"/>
                  </a:lnTo>
                  <a:lnTo>
                    <a:pt x="55449" y="320048"/>
                  </a:lnTo>
                  <a:close/>
                  <a:moveTo>
                    <a:pt x="91579" y="346719"/>
                  </a:moveTo>
                  <a:lnTo>
                    <a:pt x="127710" y="346719"/>
                  </a:lnTo>
                  <a:lnTo>
                    <a:pt x="127710" y="320048"/>
                  </a:lnTo>
                  <a:close/>
                  <a:moveTo>
                    <a:pt x="91579" y="346719"/>
                  </a:moveTo>
                  <a:lnTo>
                    <a:pt x="127710" y="320048"/>
                  </a:lnTo>
                  <a:lnTo>
                    <a:pt x="91579" y="320048"/>
                  </a:lnTo>
                  <a:close/>
                  <a:moveTo>
                    <a:pt x="127710" y="346719"/>
                  </a:moveTo>
                  <a:lnTo>
                    <a:pt x="163841" y="346719"/>
                  </a:lnTo>
                  <a:lnTo>
                    <a:pt x="163841" y="320048"/>
                  </a:lnTo>
                  <a:close/>
                  <a:moveTo>
                    <a:pt x="127710" y="346719"/>
                  </a:moveTo>
                  <a:lnTo>
                    <a:pt x="163841" y="320048"/>
                  </a:lnTo>
                  <a:lnTo>
                    <a:pt x="127710" y="320048"/>
                  </a:lnTo>
                  <a:close/>
                  <a:moveTo>
                    <a:pt x="91579" y="320048"/>
                  </a:moveTo>
                  <a:lnTo>
                    <a:pt x="91579" y="293378"/>
                  </a:lnTo>
                  <a:lnTo>
                    <a:pt x="55449" y="320048"/>
                  </a:lnTo>
                  <a:close/>
                  <a:moveTo>
                    <a:pt x="91579" y="320048"/>
                  </a:moveTo>
                  <a:lnTo>
                    <a:pt x="127710" y="320048"/>
                  </a:lnTo>
                  <a:lnTo>
                    <a:pt x="127710" y="293378"/>
                  </a:lnTo>
                  <a:close/>
                  <a:moveTo>
                    <a:pt x="91579" y="320048"/>
                  </a:moveTo>
                  <a:lnTo>
                    <a:pt x="127710" y="293378"/>
                  </a:lnTo>
                  <a:lnTo>
                    <a:pt x="91579" y="293378"/>
                  </a:lnTo>
                  <a:close/>
                  <a:moveTo>
                    <a:pt x="127710" y="320048"/>
                  </a:moveTo>
                  <a:lnTo>
                    <a:pt x="163841" y="320048"/>
                  </a:lnTo>
                  <a:lnTo>
                    <a:pt x="163841" y="293378"/>
                  </a:lnTo>
                  <a:close/>
                  <a:moveTo>
                    <a:pt x="127710" y="320048"/>
                  </a:moveTo>
                  <a:lnTo>
                    <a:pt x="163841" y="293378"/>
                  </a:lnTo>
                  <a:lnTo>
                    <a:pt x="127710" y="293378"/>
                  </a:lnTo>
                  <a:close/>
                  <a:moveTo>
                    <a:pt x="91579" y="293378"/>
                  </a:moveTo>
                  <a:lnTo>
                    <a:pt x="127710" y="293378"/>
                  </a:lnTo>
                  <a:lnTo>
                    <a:pt x="127710" y="266707"/>
                  </a:lnTo>
                  <a:close/>
                  <a:moveTo>
                    <a:pt x="127710" y="293378"/>
                  </a:moveTo>
                  <a:lnTo>
                    <a:pt x="163841" y="293378"/>
                  </a:lnTo>
                  <a:lnTo>
                    <a:pt x="163841" y="266707"/>
                  </a:lnTo>
                  <a:close/>
                  <a:moveTo>
                    <a:pt x="127710" y="293378"/>
                  </a:moveTo>
                  <a:lnTo>
                    <a:pt x="163841" y="266707"/>
                  </a:lnTo>
                  <a:lnTo>
                    <a:pt x="127710" y="266707"/>
                  </a:lnTo>
                  <a:close/>
                  <a:moveTo>
                    <a:pt x="127710" y="266707"/>
                  </a:moveTo>
                  <a:lnTo>
                    <a:pt x="163841" y="266707"/>
                  </a:lnTo>
                  <a:lnTo>
                    <a:pt x="163841" y="240036"/>
                  </a:lnTo>
                  <a:close/>
                  <a:moveTo>
                    <a:pt x="127710" y="266707"/>
                  </a:moveTo>
                  <a:lnTo>
                    <a:pt x="163841" y="240036"/>
                  </a:lnTo>
                  <a:lnTo>
                    <a:pt x="127710" y="240036"/>
                  </a:lnTo>
                  <a:close/>
                  <a:moveTo>
                    <a:pt x="91579" y="240036"/>
                  </a:moveTo>
                  <a:lnTo>
                    <a:pt x="127710" y="240036"/>
                  </a:lnTo>
                  <a:lnTo>
                    <a:pt x="127710" y="213366"/>
                  </a:lnTo>
                  <a:close/>
                  <a:moveTo>
                    <a:pt x="91579" y="240036"/>
                  </a:moveTo>
                  <a:lnTo>
                    <a:pt x="127710" y="213366"/>
                  </a:lnTo>
                  <a:lnTo>
                    <a:pt x="91579" y="213366"/>
                  </a:lnTo>
                  <a:close/>
                  <a:moveTo>
                    <a:pt x="127710" y="240036"/>
                  </a:moveTo>
                  <a:lnTo>
                    <a:pt x="163841" y="240036"/>
                  </a:lnTo>
                  <a:lnTo>
                    <a:pt x="163841" y="213366"/>
                  </a:lnTo>
                  <a:close/>
                  <a:moveTo>
                    <a:pt x="127710" y="240036"/>
                  </a:moveTo>
                  <a:lnTo>
                    <a:pt x="163841" y="213366"/>
                  </a:lnTo>
                  <a:lnTo>
                    <a:pt x="127710" y="213366"/>
                  </a:lnTo>
                  <a:close/>
                  <a:moveTo>
                    <a:pt x="163841" y="213366"/>
                  </a:moveTo>
                  <a:lnTo>
                    <a:pt x="163841" y="240036"/>
                  </a:lnTo>
                  <a:lnTo>
                    <a:pt x="199972" y="213366"/>
                  </a:lnTo>
                  <a:close/>
                  <a:moveTo>
                    <a:pt x="58633" y="186695"/>
                  </a:moveTo>
                  <a:lnTo>
                    <a:pt x="91579" y="213366"/>
                  </a:lnTo>
                  <a:lnTo>
                    <a:pt x="91579" y="186695"/>
                  </a:lnTo>
                  <a:close/>
                  <a:moveTo>
                    <a:pt x="91579" y="213366"/>
                  </a:moveTo>
                  <a:lnTo>
                    <a:pt x="127710" y="213366"/>
                  </a:lnTo>
                  <a:lnTo>
                    <a:pt x="127710" y="186695"/>
                  </a:lnTo>
                  <a:close/>
                  <a:moveTo>
                    <a:pt x="91579" y="213366"/>
                  </a:moveTo>
                  <a:lnTo>
                    <a:pt x="127710" y="186695"/>
                  </a:lnTo>
                  <a:lnTo>
                    <a:pt x="91579" y="186695"/>
                  </a:lnTo>
                  <a:close/>
                  <a:moveTo>
                    <a:pt x="127710" y="213366"/>
                  </a:moveTo>
                  <a:lnTo>
                    <a:pt x="163841" y="213366"/>
                  </a:lnTo>
                  <a:lnTo>
                    <a:pt x="163841" y="186695"/>
                  </a:lnTo>
                  <a:close/>
                  <a:moveTo>
                    <a:pt x="127710" y="213366"/>
                  </a:moveTo>
                  <a:lnTo>
                    <a:pt x="163841" y="186695"/>
                  </a:lnTo>
                  <a:lnTo>
                    <a:pt x="127710" y="186695"/>
                  </a:lnTo>
                  <a:close/>
                  <a:moveTo>
                    <a:pt x="163841" y="213366"/>
                  </a:moveTo>
                  <a:lnTo>
                    <a:pt x="199972" y="186695"/>
                  </a:lnTo>
                  <a:lnTo>
                    <a:pt x="163841" y="186695"/>
                  </a:lnTo>
                  <a:close/>
                  <a:moveTo>
                    <a:pt x="91579" y="160024"/>
                  </a:moveTo>
                  <a:lnTo>
                    <a:pt x="55449" y="160024"/>
                  </a:lnTo>
                  <a:lnTo>
                    <a:pt x="91579" y="186695"/>
                  </a:lnTo>
                  <a:close/>
                  <a:moveTo>
                    <a:pt x="91579" y="186695"/>
                  </a:moveTo>
                  <a:lnTo>
                    <a:pt x="127710" y="186695"/>
                  </a:lnTo>
                  <a:lnTo>
                    <a:pt x="127710" y="160024"/>
                  </a:lnTo>
                  <a:close/>
                  <a:moveTo>
                    <a:pt x="127710" y="186695"/>
                  </a:moveTo>
                  <a:lnTo>
                    <a:pt x="163841" y="186695"/>
                  </a:lnTo>
                  <a:lnTo>
                    <a:pt x="163841" y="160024"/>
                  </a:lnTo>
                  <a:close/>
                  <a:moveTo>
                    <a:pt x="163841" y="186695"/>
                  </a:moveTo>
                  <a:lnTo>
                    <a:pt x="199972" y="186695"/>
                  </a:lnTo>
                  <a:lnTo>
                    <a:pt x="199972" y="160024"/>
                  </a:lnTo>
                  <a:close/>
                  <a:moveTo>
                    <a:pt x="163841" y="186695"/>
                  </a:moveTo>
                  <a:lnTo>
                    <a:pt x="199972" y="160024"/>
                  </a:lnTo>
                  <a:lnTo>
                    <a:pt x="163841" y="160024"/>
                  </a:lnTo>
                  <a:close/>
                  <a:moveTo>
                    <a:pt x="55449" y="160024"/>
                  </a:moveTo>
                  <a:lnTo>
                    <a:pt x="91579" y="160024"/>
                  </a:lnTo>
                  <a:lnTo>
                    <a:pt x="91579" y="133353"/>
                  </a:lnTo>
                  <a:close/>
                  <a:moveTo>
                    <a:pt x="55449" y="160024"/>
                  </a:moveTo>
                  <a:lnTo>
                    <a:pt x="91579" y="133353"/>
                  </a:lnTo>
                  <a:lnTo>
                    <a:pt x="55449" y="133353"/>
                  </a:lnTo>
                  <a:close/>
                  <a:moveTo>
                    <a:pt x="163841" y="160024"/>
                  </a:moveTo>
                  <a:lnTo>
                    <a:pt x="199972" y="160024"/>
                  </a:lnTo>
                  <a:lnTo>
                    <a:pt x="199972" y="133353"/>
                  </a:lnTo>
                  <a:close/>
                  <a:moveTo>
                    <a:pt x="163841" y="160024"/>
                  </a:moveTo>
                  <a:lnTo>
                    <a:pt x="199972" y="133353"/>
                  </a:lnTo>
                  <a:lnTo>
                    <a:pt x="163841" y="133353"/>
                  </a:lnTo>
                  <a:close/>
                  <a:moveTo>
                    <a:pt x="55449" y="133353"/>
                  </a:moveTo>
                  <a:lnTo>
                    <a:pt x="91579" y="133353"/>
                  </a:lnTo>
                  <a:lnTo>
                    <a:pt x="91579" y="106683"/>
                  </a:lnTo>
                  <a:close/>
                  <a:moveTo>
                    <a:pt x="55449" y="133353"/>
                  </a:moveTo>
                  <a:lnTo>
                    <a:pt x="91579" y="106683"/>
                  </a:lnTo>
                  <a:lnTo>
                    <a:pt x="55449" y="106683"/>
                  </a:lnTo>
                  <a:close/>
                  <a:moveTo>
                    <a:pt x="163841" y="133353"/>
                  </a:moveTo>
                  <a:lnTo>
                    <a:pt x="199972" y="133353"/>
                  </a:lnTo>
                  <a:lnTo>
                    <a:pt x="199972" y="106683"/>
                  </a:lnTo>
                  <a:close/>
                  <a:moveTo>
                    <a:pt x="199972" y="106683"/>
                  </a:moveTo>
                  <a:lnTo>
                    <a:pt x="199972" y="133353"/>
                  </a:lnTo>
                  <a:lnTo>
                    <a:pt x="219290" y="133353"/>
                  </a:lnTo>
                  <a:close/>
                  <a:moveTo>
                    <a:pt x="91579" y="106683"/>
                  </a:moveTo>
                  <a:lnTo>
                    <a:pt x="91579" y="80012"/>
                  </a:lnTo>
                  <a:lnTo>
                    <a:pt x="55449" y="106683"/>
                  </a:lnTo>
                  <a:close/>
                  <a:moveTo>
                    <a:pt x="91579" y="106683"/>
                  </a:moveTo>
                  <a:lnTo>
                    <a:pt x="127710" y="80012"/>
                  </a:lnTo>
                  <a:lnTo>
                    <a:pt x="91579" y="80012"/>
                  </a:lnTo>
                  <a:close/>
                  <a:moveTo>
                    <a:pt x="163841" y="106683"/>
                  </a:moveTo>
                  <a:lnTo>
                    <a:pt x="199972" y="106683"/>
                  </a:lnTo>
                  <a:lnTo>
                    <a:pt x="199972" y="80012"/>
                  </a:lnTo>
                  <a:close/>
                  <a:moveTo>
                    <a:pt x="199972" y="80012"/>
                  </a:moveTo>
                  <a:lnTo>
                    <a:pt x="199972" y="106683"/>
                  </a:lnTo>
                  <a:lnTo>
                    <a:pt x="225404" y="106683"/>
                  </a:lnTo>
                  <a:close/>
                  <a:moveTo>
                    <a:pt x="91579" y="80012"/>
                  </a:moveTo>
                  <a:lnTo>
                    <a:pt x="127710" y="80012"/>
                  </a:lnTo>
                  <a:lnTo>
                    <a:pt x="127710" y="53341"/>
                  </a:lnTo>
                  <a:close/>
                  <a:moveTo>
                    <a:pt x="91579" y="80012"/>
                  </a:moveTo>
                  <a:lnTo>
                    <a:pt x="127710" y="53341"/>
                  </a:lnTo>
                  <a:lnTo>
                    <a:pt x="91579" y="53341"/>
                  </a:lnTo>
                  <a:close/>
                  <a:moveTo>
                    <a:pt x="127710" y="80012"/>
                  </a:moveTo>
                  <a:lnTo>
                    <a:pt x="163841" y="53341"/>
                  </a:lnTo>
                  <a:lnTo>
                    <a:pt x="127710" y="53341"/>
                  </a:lnTo>
                  <a:close/>
                  <a:moveTo>
                    <a:pt x="163841" y="80012"/>
                  </a:moveTo>
                  <a:lnTo>
                    <a:pt x="199972" y="80012"/>
                  </a:lnTo>
                  <a:lnTo>
                    <a:pt x="199972" y="53341"/>
                  </a:lnTo>
                  <a:close/>
                  <a:moveTo>
                    <a:pt x="163841" y="80012"/>
                  </a:moveTo>
                  <a:lnTo>
                    <a:pt x="199972" y="53341"/>
                  </a:lnTo>
                  <a:lnTo>
                    <a:pt x="163841" y="53341"/>
                  </a:lnTo>
                  <a:close/>
                  <a:moveTo>
                    <a:pt x="199972" y="53341"/>
                  </a:moveTo>
                  <a:lnTo>
                    <a:pt x="199972" y="80012"/>
                  </a:lnTo>
                  <a:lnTo>
                    <a:pt x="236102" y="53341"/>
                  </a:lnTo>
                  <a:close/>
                  <a:moveTo>
                    <a:pt x="127710" y="53341"/>
                  </a:moveTo>
                  <a:lnTo>
                    <a:pt x="127710" y="26671"/>
                  </a:lnTo>
                  <a:lnTo>
                    <a:pt x="91579" y="53341"/>
                  </a:lnTo>
                  <a:close/>
                  <a:moveTo>
                    <a:pt x="127710" y="53341"/>
                  </a:moveTo>
                  <a:lnTo>
                    <a:pt x="163841" y="53341"/>
                  </a:lnTo>
                  <a:lnTo>
                    <a:pt x="163841" y="26671"/>
                  </a:lnTo>
                  <a:close/>
                  <a:moveTo>
                    <a:pt x="127710" y="53341"/>
                  </a:moveTo>
                  <a:lnTo>
                    <a:pt x="163841" y="26671"/>
                  </a:lnTo>
                  <a:lnTo>
                    <a:pt x="127710" y="26671"/>
                  </a:lnTo>
                  <a:close/>
                  <a:moveTo>
                    <a:pt x="163841" y="53341"/>
                  </a:moveTo>
                  <a:lnTo>
                    <a:pt x="199972" y="53341"/>
                  </a:lnTo>
                  <a:lnTo>
                    <a:pt x="199972" y="26671"/>
                  </a:lnTo>
                  <a:close/>
                  <a:moveTo>
                    <a:pt x="163841" y="53341"/>
                  </a:moveTo>
                  <a:lnTo>
                    <a:pt x="199972" y="26671"/>
                  </a:lnTo>
                  <a:lnTo>
                    <a:pt x="163841" y="26671"/>
                  </a:lnTo>
                  <a:close/>
                  <a:moveTo>
                    <a:pt x="199972" y="53341"/>
                  </a:moveTo>
                  <a:lnTo>
                    <a:pt x="236102" y="53341"/>
                  </a:lnTo>
                  <a:lnTo>
                    <a:pt x="236102" y="26671"/>
                  </a:lnTo>
                  <a:close/>
                  <a:moveTo>
                    <a:pt x="199972" y="53341"/>
                  </a:moveTo>
                  <a:lnTo>
                    <a:pt x="236102" y="26671"/>
                  </a:lnTo>
                  <a:lnTo>
                    <a:pt x="199972" y="26671"/>
                  </a:lnTo>
                  <a:close/>
                  <a:moveTo>
                    <a:pt x="163841" y="26671"/>
                  </a:moveTo>
                  <a:lnTo>
                    <a:pt x="163841" y="0"/>
                  </a:lnTo>
                  <a:lnTo>
                    <a:pt x="127710" y="26671"/>
                  </a:lnTo>
                  <a:close/>
                  <a:moveTo>
                    <a:pt x="163841" y="26671"/>
                  </a:moveTo>
                  <a:lnTo>
                    <a:pt x="199972" y="26671"/>
                  </a:lnTo>
                  <a:lnTo>
                    <a:pt x="199972" y="0"/>
                  </a:lnTo>
                  <a:close/>
                  <a:moveTo>
                    <a:pt x="163841" y="26671"/>
                  </a:moveTo>
                  <a:lnTo>
                    <a:pt x="199972" y="0"/>
                  </a:lnTo>
                  <a:lnTo>
                    <a:pt x="163841" y="0"/>
                  </a:lnTo>
                  <a:close/>
                  <a:moveTo>
                    <a:pt x="199972" y="26671"/>
                  </a:moveTo>
                  <a:lnTo>
                    <a:pt x="236102" y="26671"/>
                  </a:lnTo>
                  <a:lnTo>
                    <a:pt x="199972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4054" name="Match_B2__4053">
              <a:extLst>
                <a:ext uri="{FF2B5EF4-FFF2-40B4-BE49-F238E27FC236}">
                  <a16:creationId xmlns:a16="http://schemas.microsoft.com/office/drawing/2014/main" id="{B06443A4-462A-155C-7F8B-585CA0E49366}"/>
                </a:ext>
              </a:extLst>
            </p:cNvPr>
            <p:cNvSpPr>
              <a:spLocks noGrp="1"/>
            </p:cNvSpPr>
            <p:nvPr/>
          </p:nvSpPr>
          <p:spPr>
            <a:xfrm>
              <a:off x="8484799" y="4195894"/>
              <a:ext cx="144523" cy="346719"/>
            </a:xfrm>
            <a:custGeom>
              <a:avLst/>
              <a:gdLst/>
              <a:ahLst/>
              <a:cxnLst/>
              <a:rect l="0" t="0" r="0" b="0"/>
              <a:pathLst>
                <a:path w="144523" h="346719">
                  <a:moveTo>
                    <a:pt x="0" y="346719"/>
                  </a:moveTo>
                  <a:lnTo>
                    <a:pt x="36131" y="346719"/>
                  </a:lnTo>
                  <a:lnTo>
                    <a:pt x="36131" y="320048"/>
                  </a:lnTo>
                  <a:close/>
                  <a:moveTo>
                    <a:pt x="0" y="346719"/>
                  </a:moveTo>
                  <a:lnTo>
                    <a:pt x="36131" y="320048"/>
                  </a:lnTo>
                  <a:lnTo>
                    <a:pt x="0" y="320048"/>
                  </a:lnTo>
                  <a:close/>
                  <a:moveTo>
                    <a:pt x="36131" y="346719"/>
                  </a:moveTo>
                  <a:lnTo>
                    <a:pt x="72261" y="320048"/>
                  </a:lnTo>
                  <a:lnTo>
                    <a:pt x="36131" y="320048"/>
                  </a:lnTo>
                  <a:close/>
                  <a:moveTo>
                    <a:pt x="0" y="320048"/>
                  </a:moveTo>
                  <a:lnTo>
                    <a:pt x="36131" y="320048"/>
                  </a:lnTo>
                  <a:lnTo>
                    <a:pt x="36131" y="293378"/>
                  </a:lnTo>
                  <a:close/>
                  <a:moveTo>
                    <a:pt x="0" y="320048"/>
                  </a:moveTo>
                  <a:lnTo>
                    <a:pt x="36131" y="293378"/>
                  </a:lnTo>
                  <a:lnTo>
                    <a:pt x="0" y="293378"/>
                  </a:lnTo>
                  <a:close/>
                  <a:moveTo>
                    <a:pt x="36131" y="320048"/>
                  </a:moveTo>
                  <a:lnTo>
                    <a:pt x="72261" y="320048"/>
                  </a:lnTo>
                  <a:lnTo>
                    <a:pt x="72261" y="293378"/>
                  </a:lnTo>
                  <a:close/>
                  <a:moveTo>
                    <a:pt x="36131" y="320048"/>
                  </a:moveTo>
                  <a:lnTo>
                    <a:pt x="72261" y="293378"/>
                  </a:lnTo>
                  <a:lnTo>
                    <a:pt x="36131" y="293378"/>
                  </a:lnTo>
                  <a:close/>
                  <a:moveTo>
                    <a:pt x="36131" y="133353"/>
                  </a:moveTo>
                  <a:lnTo>
                    <a:pt x="72261" y="106683"/>
                  </a:lnTo>
                  <a:lnTo>
                    <a:pt x="36131" y="106683"/>
                  </a:lnTo>
                  <a:close/>
                  <a:moveTo>
                    <a:pt x="72261" y="133353"/>
                  </a:moveTo>
                  <a:lnTo>
                    <a:pt x="108392" y="106683"/>
                  </a:lnTo>
                  <a:lnTo>
                    <a:pt x="72261" y="106683"/>
                  </a:lnTo>
                  <a:close/>
                  <a:moveTo>
                    <a:pt x="36131" y="106683"/>
                  </a:moveTo>
                  <a:lnTo>
                    <a:pt x="72261" y="106683"/>
                  </a:lnTo>
                  <a:lnTo>
                    <a:pt x="72261" y="80012"/>
                  </a:lnTo>
                  <a:close/>
                  <a:moveTo>
                    <a:pt x="36131" y="106683"/>
                  </a:moveTo>
                  <a:lnTo>
                    <a:pt x="72261" y="80012"/>
                  </a:lnTo>
                  <a:lnTo>
                    <a:pt x="36131" y="80012"/>
                  </a:lnTo>
                  <a:close/>
                  <a:moveTo>
                    <a:pt x="72261" y="106683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72261" y="106683"/>
                  </a:moveTo>
                  <a:lnTo>
                    <a:pt x="108392" y="80012"/>
                  </a:lnTo>
                  <a:lnTo>
                    <a:pt x="72261" y="80012"/>
                  </a:lnTo>
                  <a:close/>
                  <a:moveTo>
                    <a:pt x="36131" y="80012"/>
                  </a:moveTo>
                  <a:lnTo>
                    <a:pt x="72261" y="80012"/>
                  </a:lnTo>
                  <a:lnTo>
                    <a:pt x="72261" y="53341"/>
                  </a:lnTo>
                  <a:close/>
                  <a:moveTo>
                    <a:pt x="36131" y="80012"/>
                  </a:moveTo>
                  <a:lnTo>
                    <a:pt x="72261" y="53341"/>
                  </a:lnTo>
                  <a:lnTo>
                    <a:pt x="36131" y="53341"/>
                  </a:lnTo>
                  <a:close/>
                  <a:moveTo>
                    <a:pt x="72261" y="80012"/>
                  </a:moveTo>
                  <a:lnTo>
                    <a:pt x="108392" y="80012"/>
                  </a:lnTo>
                  <a:lnTo>
                    <a:pt x="108392" y="53341"/>
                  </a:lnTo>
                  <a:close/>
                  <a:moveTo>
                    <a:pt x="72261" y="80012"/>
                  </a:moveTo>
                  <a:lnTo>
                    <a:pt x="108392" y="53341"/>
                  </a:lnTo>
                  <a:lnTo>
                    <a:pt x="72261" y="53341"/>
                  </a:lnTo>
                  <a:close/>
                  <a:moveTo>
                    <a:pt x="108392" y="80012"/>
                  </a:moveTo>
                  <a:lnTo>
                    <a:pt x="144523" y="53341"/>
                  </a:lnTo>
                  <a:lnTo>
                    <a:pt x="108392" y="53341"/>
                  </a:lnTo>
                  <a:close/>
                  <a:moveTo>
                    <a:pt x="36131" y="53341"/>
                  </a:moveTo>
                  <a:lnTo>
                    <a:pt x="72261" y="53341"/>
                  </a:lnTo>
                  <a:lnTo>
                    <a:pt x="72261" y="26671"/>
                  </a:lnTo>
                  <a:close/>
                  <a:moveTo>
                    <a:pt x="72261" y="53341"/>
                  </a:moveTo>
                  <a:lnTo>
                    <a:pt x="108392" y="53341"/>
                  </a:lnTo>
                  <a:lnTo>
                    <a:pt x="108392" y="26671"/>
                  </a:lnTo>
                  <a:close/>
                  <a:moveTo>
                    <a:pt x="72261" y="53341"/>
                  </a:moveTo>
                  <a:lnTo>
                    <a:pt x="108392" y="26671"/>
                  </a:lnTo>
                  <a:lnTo>
                    <a:pt x="72261" y="26671"/>
                  </a:lnTo>
                  <a:close/>
                  <a:moveTo>
                    <a:pt x="108392" y="53341"/>
                  </a:moveTo>
                  <a:lnTo>
                    <a:pt x="144523" y="26671"/>
                  </a:lnTo>
                  <a:lnTo>
                    <a:pt x="108392" y="26671"/>
                  </a:lnTo>
                  <a:close/>
                  <a:moveTo>
                    <a:pt x="72261" y="26671"/>
                  </a:moveTo>
                  <a:lnTo>
                    <a:pt x="108392" y="26671"/>
                  </a:lnTo>
                  <a:lnTo>
                    <a:pt x="108392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4055" name="label__4054">
            <a:extLst>
              <a:ext uri="{FF2B5EF4-FFF2-40B4-BE49-F238E27FC236}">
                <a16:creationId xmlns:a16="http://schemas.microsoft.com/office/drawing/2014/main" id="{E577FCB8-707A-7159-76D0-B1E0BA737C71}"/>
              </a:ext>
            </a:extLst>
          </p:cNvPr>
          <p:cNvSpPr>
            <a:spLocks noGrp="1"/>
          </p:cNvSpPr>
          <p:nvPr/>
        </p:nvSpPr>
        <p:spPr>
          <a:xfrm>
            <a:off x="5589954" y="2571887"/>
            <a:ext cx="87965" cy="659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442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B2</a:t>
            </a:r>
          </a:p>
        </p:txBody>
      </p:sp>
      <p:grpSp>
        <p:nvGrpSpPr>
          <p:cNvPr id="6229" name="Match_B5">
            <a:extLst>
              <a:ext uri="{FF2B5EF4-FFF2-40B4-BE49-F238E27FC236}">
                <a16:creationId xmlns:a16="http://schemas.microsoft.com/office/drawing/2014/main" id="{2A963DF5-2F0F-C49C-F58E-185B7C88887D}"/>
              </a:ext>
            </a:extLst>
          </p:cNvPr>
          <p:cNvGrpSpPr/>
          <p:nvPr/>
        </p:nvGrpSpPr>
        <p:grpSpPr>
          <a:xfrm>
            <a:off x="5673796" y="2798673"/>
            <a:ext cx="101710" cy="118204"/>
            <a:chOff x="8386763" y="5014913"/>
            <a:chExt cx="352425" cy="409575"/>
          </a:xfrm>
        </p:grpSpPr>
        <p:sp>
          <p:nvSpPr>
            <p:cNvPr id="4056" name="Match_B5__4055">
              <a:extLst>
                <a:ext uri="{FF2B5EF4-FFF2-40B4-BE49-F238E27FC236}">
                  <a16:creationId xmlns:a16="http://schemas.microsoft.com/office/drawing/2014/main" id="{E00F0C09-33E8-68FA-45D9-AD06A3FF6FB5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4057" name="Match_B5__4056">
              <a:extLst>
                <a:ext uri="{FF2B5EF4-FFF2-40B4-BE49-F238E27FC236}">
                  <a16:creationId xmlns:a16="http://schemas.microsoft.com/office/drawing/2014/main" id="{02E7DAA7-D4A1-714F-F67D-FCDFB11079B5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4058" name="Match_B5__4057">
              <a:extLst>
                <a:ext uri="{FF2B5EF4-FFF2-40B4-BE49-F238E27FC236}">
                  <a16:creationId xmlns:a16="http://schemas.microsoft.com/office/drawing/2014/main" id="{19ECC3A0-214B-0D76-A6CA-D397AF561FAC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4059" name="Match_B5__4058">
              <a:extLst>
                <a:ext uri="{FF2B5EF4-FFF2-40B4-BE49-F238E27FC236}">
                  <a16:creationId xmlns:a16="http://schemas.microsoft.com/office/drawing/2014/main" id="{6581107E-DA34-9418-8D3E-96F649D8C965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4060" name="Match_B5__4059">
              <a:extLst>
                <a:ext uri="{FF2B5EF4-FFF2-40B4-BE49-F238E27FC236}">
                  <a16:creationId xmlns:a16="http://schemas.microsoft.com/office/drawing/2014/main" id="{B4CFA6AF-FF39-5CE3-26CC-D41A8A9EE1FB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5021635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4061" name="Match_B5__4060">
              <a:extLst>
                <a:ext uri="{FF2B5EF4-FFF2-40B4-BE49-F238E27FC236}">
                  <a16:creationId xmlns:a16="http://schemas.microsoft.com/office/drawing/2014/main" id="{505E9EC4-3C88-B0BF-3FEA-959D3EB9AE0A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23121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4062" name="Match_B5__4061">
              <a:extLst>
                <a:ext uri="{FF2B5EF4-FFF2-40B4-BE49-F238E27FC236}">
                  <a16:creationId xmlns:a16="http://schemas.microsoft.com/office/drawing/2014/main" id="{26D6E6E2-E7D0-2A1F-661A-136EE876F56A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32552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4063" name="Match_B5__4062">
              <a:extLst>
                <a:ext uri="{FF2B5EF4-FFF2-40B4-BE49-F238E27FC236}">
                  <a16:creationId xmlns:a16="http://schemas.microsoft.com/office/drawing/2014/main" id="{03C1690F-CC51-5007-BB72-D8A777262CA6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5041351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4064" name="Match_B5__4063">
              <a:extLst>
                <a:ext uri="{FF2B5EF4-FFF2-40B4-BE49-F238E27FC236}">
                  <a16:creationId xmlns:a16="http://schemas.microsoft.com/office/drawing/2014/main" id="{9518143C-6D18-9991-0CBA-BE06E6EFC81B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5086429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4065" name="Match_B5__4064">
              <a:extLst>
                <a:ext uri="{FF2B5EF4-FFF2-40B4-BE49-F238E27FC236}">
                  <a16:creationId xmlns:a16="http://schemas.microsoft.com/office/drawing/2014/main" id="{29CBEC6C-A903-AB9D-4611-8768B9604F87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5256957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grpSp>
        <p:nvGrpSpPr>
          <p:cNvPr id="6230" name="label">
            <a:extLst>
              <a:ext uri="{FF2B5EF4-FFF2-40B4-BE49-F238E27FC236}">
                <a16:creationId xmlns:a16="http://schemas.microsoft.com/office/drawing/2014/main" id="{E63EBB03-4A87-0F3F-FA2C-B7250353EDE3}"/>
              </a:ext>
            </a:extLst>
          </p:cNvPr>
          <p:cNvGrpSpPr/>
          <p:nvPr/>
        </p:nvGrpSpPr>
        <p:grpSpPr>
          <a:xfrm>
            <a:off x="5589954" y="1758208"/>
            <a:ext cx="1109384" cy="1132554"/>
            <a:chOff x="8096250" y="1409700"/>
            <a:chExt cx="3844015" cy="3924300"/>
          </a:xfrm>
        </p:grpSpPr>
        <p:sp>
          <p:nvSpPr>
            <p:cNvPr id="4066" name="label__4065">
              <a:extLst>
                <a:ext uri="{FF2B5EF4-FFF2-40B4-BE49-F238E27FC236}">
                  <a16:creationId xmlns:a16="http://schemas.microsoft.com/office/drawing/2014/main" id="{C74191E7-171C-9EBB-8ED2-6B228CA2BCB3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5105400"/>
              <a:ext cx="304800" cy="2286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442" dirty="0">
                  <a:solidFill>
                    <a:srgbClr val="687780"/>
                  </a:solidFill>
                  <a:latin typeface="Arial"/>
                  <a:cs typeface="Arial"/>
                </a:rPr>
                <a:t>B5</a:t>
              </a:r>
            </a:p>
          </p:txBody>
        </p:sp>
        <p:sp>
          <p:nvSpPr>
            <p:cNvPr id="4067" name="label__4066">
              <a:extLst>
                <a:ext uri="{FF2B5EF4-FFF2-40B4-BE49-F238E27FC236}">
                  <a16:creationId xmlns:a16="http://schemas.microsoft.com/office/drawing/2014/main" id="{7B38EB5C-A5F9-5993-B8B6-6A33DF7598DA}"/>
                </a:ext>
              </a:extLst>
            </p:cNvPr>
            <p:cNvSpPr>
              <a:spLocks noGrp="1"/>
            </p:cNvSpPr>
            <p:nvPr/>
          </p:nvSpPr>
          <p:spPr>
            <a:xfrm>
              <a:off x="9825715" y="1409700"/>
              <a:ext cx="2114550" cy="2476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425" b="0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520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SMILES</a:t>
              </a:r>
              <a:endParaRPr sz="520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6231" name="Identity_yellow">
            <a:extLst>
              <a:ext uri="{FF2B5EF4-FFF2-40B4-BE49-F238E27FC236}">
                <a16:creationId xmlns:a16="http://schemas.microsoft.com/office/drawing/2014/main" id="{1E276507-7FAB-38D7-C5F1-2B98A69805AD}"/>
              </a:ext>
            </a:extLst>
          </p:cNvPr>
          <p:cNvGrpSpPr/>
          <p:nvPr/>
        </p:nvGrpSpPr>
        <p:grpSpPr>
          <a:xfrm>
            <a:off x="6220144" y="1890486"/>
            <a:ext cx="340316" cy="154434"/>
            <a:chOff x="10279856" y="1868043"/>
            <a:chExt cx="1179195" cy="535115"/>
          </a:xfrm>
        </p:grpSpPr>
        <p:sp>
          <p:nvSpPr>
            <p:cNvPr id="4068" name="Identity_yellow__4067">
              <a:extLst>
                <a:ext uri="{FF2B5EF4-FFF2-40B4-BE49-F238E27FC236}">
                  <a16:creationId xmlns:a16="http://schemas.microsoft.com/office/drawing/2014/main" id="{C8E78F41-A0C2-9CB8-BBDB-89BDE077516B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1888046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0" y="188405"/>
                  </a:moveTo>
                  <a:lnTo>
                    <a:pt x="109538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69" name="Identity_yellow__4068">
              <a:extLst>
                <a:ext uri="{FF2B5EF4-FFF2-40B4-BE49-F238E27FC236}">
                  <a16:creationId xmlns:a16="http://schemas.microsoft.com/office/drawing/2014/main" id="{65105A75-FCFF-84BB-4F88-C38F5E2C6CD7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1888046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0" y="0"/>
                  </a:moveTo>
                  <a:lnTo>
                    <a:pt x="219075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0" name="Identity_yellow__4069">
              <a:extLst>
                <a:ext uri="{FF2B5EF4-FFF2-40B4-BE49-F238E27FC236}">
                  <a16:creationId xmlns:a16="http://schemas.microsoft.com/office/drawing/2014/main" id="{A1E33692-FB52-4D15-4093-7BE883F709EF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1888046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0" y="0"/>
                  </a:moveTo>
                  <a:lnTo>
                    <a:pt x="109538" y="18840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1" name="Identity_yellow__4070">
              <a:extLst>
                <a:ext uri="{FF2B5EF4-FFF2-40B4-BE49-F238E27FC236}">
                  <a16:creationId xmlns:a16="http://schemas.microsoft.com/office/drawing/2014/main" id="{3E6C8710-DA30-6F48-EF61-B08030E8FC5B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076450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109538" y="0"/>
                  </a:moveTo>
                  <a:lnTo>
                    <a:pt x="0" y="18840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2" name="Identity_yellow__4071">
              <a:extLst>
                <a:ext uri="{FF2B5EF4-FFF2-40B4-BE49-F238E27FC236}">
                  <a16:creationId xmlns:a16="http://schemas.microsoft.com/office/drawing/2014/main" id="{4D75A15E-3D97-FA72-2FA4-9D9E94BDDB99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2264855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219075" y="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3" name="Identity_yellow__4072">
              <a:extLst>
                <a:ext uri="{FF2B5EF4-FFF2-40B4-BE49-F238E27FC236}">
                  <a16:creationId xmlns:a16="http://schemas.microsoft.com/office/drawing/2014/main" id="{E8A6E74B-84D4-B6D3-CFEC-6F5E676E99AD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076450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109538" y="188405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4" name="Identity_yellow__4073">
              <a:extLst>
                <a:ext uri="{FF2B5EF4-FFF2-40B4-BE49-F238E27FC236}">
                  <a16:creationId xmlns:a16="http://schemas.microsoft.com/office/drawing/2014/main" id="{D7081234-1F74-7147-D741-E5359E8E302D}"/>
                </a:ext>
              </a:extLst>
            </p:cNvPr>
            <p:cNvSpPr>
              <a:spLocks noGrp="1"/>
            </p:cNvSpPr>
            <p:nvPr/>
          </p:nvSpPr>
          <p:spPr>
            <a:xfrm>
              <a:off x="11077575" y="1966913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0" y="109538"/>
                  </a:moveTo>
                  <a:lnTo>
                    <a:pt x="17526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5" name="Identity_yellow__4074">
              <a:extLst>
                <a:ext uri="{FF2B5EF4-FFF2-40B4-BE49-F238E27FC236}">
                  <a16:creationId xmlns:a16="http://schemas.microsoft.com/office/drawing/2014/main" id="{8AD99EF6-6771-F7B2-936A-57076399F7DE}"/>
                </a:ext>
              </a:extLst>
            </p:cNvPr>
            <p:cNvSpPr>
              <a:spLocks noGrp="1"/>
            </p:cNvSpPr>
            <p:nvPr/>
          </p:nvSpPr>
          <p:spPr>
            <a:xfrm>
              <a:off x="11252835" y="1966913"/>
              <a:ext cx="186214" cy="109538"/>
            </a:xfrm>
            <a:custGeom>
              <a:avLst/>
              <a:gdLst/>
              <a:ahLst/>
              <a:cxnLst/>
              <a:rect l="0" t="0" r="0" b="0"/>
              <a:pathLst>
                <a:path w="186214" h="109538">
                  <a:moveTo>
                    <a:pt x="0" y="0"/>
                  </a:moveTo>
                  <a:lnTo>
                    <a:pt x="186214" y="109538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6" name="Identity_yellow__4075">
              <a:extLst>
                <a:ext uri="{FF2B5EF4-FFF2-40B4-BE49-F238E27FC236}">
                  <a16:creationId xmlns:a16="http://schemas.microsoft.com/office/drawing/2014/main" id="{C29DE565-4EB1-257A-EE28-E3128E93A965}"/>
                </a:ext>
              </a:extLst>
            </p:cNvPr>
            <p:cNvSpPr>
              <a:spLocks noGrp="1"/>
            </p:cNvSpPr>
            <p:nvPr/>
          </p:nvSpPr>
          <p:spPr>
            <a:xfrm>
              <a:off x="11439049" y="2076450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7" name="Identity_yellow__4076">
              <a:extLst>
                <a:ext uri="{FF2B5EF4-FFF2-40B4-BE49-F238E27FC236}">
                  <a16:creationId xmlns:a16="http://schemas.microsoft.com/office/drawing/2014/main" id="{97891BAC-1007-E549-4E71-B092AD8FB4CB}"/>
                </a:ext>
              </a:extLst>
            </p:cNvPr>
            <p:cNvSpPr>
              <a:spLocks noGrp="1"/>
            </p:cNvSpPr>
            <p:nvPr/>
          </p:nvSpPr>
          <p:spPr>
            <a:xfrm>
              <a:off x="11252835" y="2295525"/>
              <a:ext cx="186214" cy="87630"/>
            </a:xfrm>
            <a:custGeom>
              <a:avLst/>
              <a:gdLst/>
              <a:ahLst/>
              <a:cxnLst/>
              <a:rect l="0" t="0" r="0" b="0"/>
              <a:pathLst>
                <a:path w="186214" h="87630">
                  <a:moveTo>
                    <a:pt x="186214" y="0"/>
                  </a:moveTo>
                  <a:lnTo>
                    <a:pt x="0" y="8763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8" name="Identity_yellow__4077">
              <a:extLst>
                <a:ext uri="{FF2B5EF4-FFF2-40B4-BE49-F238E27FC236}">
                  <a16:creationId xmlns:a16="http://schemas.microsoft.com/office/drawing/2014/main" id="{518619E3-F859-4BD5-4D44-E1CE92D358B3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264855"/>
              <a:ext cx="284798" cy="118300"/>
            </a:xfrm>
            <a:custGeom>
              <a:avLst/>
              <a:gdLst/>
              <a:ahLst/>
              <a:cxnLst/>
              <a:rect l="0" t="0" r="0" b="0"/>
              <a:pathLst>
                <a:path w="284798" h="118300">
                  <a:moveTo>
                    <a:pt x="284798" y="11830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9" name="Identity_yellow__4078">
              <a:extLst>
                <a:ext uri="{FF2B5EF4-FFF2-40B4-BE49-F238E27FC236}">
                  <a16:creationId xmlns:a16="http://schemas.microsoft.com/office/drawing/2014/main" id="{D085297A-72A0-2312-1221-13738FCD90AD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1966913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80" name="Identity_yellow__4079">
              <a:extLst>
                <a:ext uri="{FF2B5EF4-FFF2-40B4-BE49-F238E27FC236}">
                  <a16:creationId xmlns:a16="http://schemas.microsoft.com/office/drawing/2014/main" id="{A5AEF0B5-816C-A5A0-35F1-2C419AACF612}"/>
                </a:ext>
              </a:extLst>
            </p:cNvPr>
            <p:cNvSpPr>
              <a:spLocks noGrp="1"/>
            </p:cNvSpPr>
            <p:nvPr/>
          </p:nvSpPr>
          <p:spPr>
            <a:xfrm>
              <a:off x="10299859" y="1966913"/>
              <a:ext cx="164306" cy="87630"/>
            </a:xfrm>
            <a:custGeom>
              <a:avLst/>
              <a:gdLst/>
              <a:ahLst/>
              <a:cxnLst/>
              <a:rect l="0" t="0" r="0" b="0"/>
              <a:pathLst>
                <a:path w="164306" h="87630">
                  <a:moveTo>
                    <a:pt x="164306" y="0"/>
                  </a:moveTo>
                  <a:lnTo>
                    <a:pt x="0" y="8763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81" name="Identity_yellow__4080">
              <a:extLst>
                <a:ext uri="{FF2B5EF4-FFF2-40B4-BE49-F238E27FC236}">
                  <a16:creationId xmlns:a16="http://schemas.microsoft.com/office/drawing/2014/main" id="{59CC67A7-23B2-B616-43AA-A15F4CEB692C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2056448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82" name="Identity_yellow__4081">
              <a:extLst>
                <a:ext uri="{FF2B5EF4-FFF2-40B4-BE49-F238E27FC236}">
                  <a16:creationId xmlns:a16="http://schemas.microsoft.com/office/drawing/2014/main" id="{695BE471-6FD0-7979-C949-3DCA0CFEA56E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186804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3" name="Identity_yellow__4082">
              <a:extLst>
                <a:ext uri="{FF2B5EF4-FFF2-40B4-BE49-F238E27FC236}">
                  <a16:creationId xmlns:a16="http://schemas.microsoft.com/office/drawing/2014/main" id="{C514B270-644C-CF6C-7494-F9AD6DE7A8CD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186804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4" name="Identity_yellow__4083">
              <a:extLst>
                <a:ext uri="{FF2B5EF4-FFF2-40B4-BE49-F238E27FC236}">
                  <a16:creationId xmlns:a16="http://schemas.microsoft.com/office/drawing/2014/main" id="{D4A764F9-D3E8-B745-4829-5992E622EECA}"/>
                </a:ext>
              </a:extLst>
            </p:cNvPr>
            <p:cNvSpPr>
              <a:spLocks noGrp="1"/>
            </p:cNvSpPr>
            <p:nvPr/>
          </p:nvSpPr>
          <p:spPr>
            <a:xfrm>
              <a:off x="11057573" y="2056448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5" name="Identity_yellow__4084">
              <a:extLst>
                <a:ext uri="{FF2B5EF4-FFF2-40B4-BE49-F238E27FC236}">
                  <a16:creationId xmlns:a16="http://schemas.microsoft.com/office/drawing/2014/main" id="{4CD283E5-0D1F-87A5-292A-A624F899715F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2244852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6" name="Identity_yellow__4085">
              <a:extLst>
                <a:ext uri="{FF2B5EF4-FFF2-40B4-BE49-F238E27FC236}">
                  <a16:creationId xmlns:a16="http://schemas.microsoft.com/office/drawing/2014/main" id="{E08BFE2F-4E01-34C6-FA1F-D2343471FD18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2244852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87" name="Identity_yellow__4086">
              <a:extLst>
                <a:ext uri="{FF2B5EF4-FFF2-40B4-BE49-F238E27FC236}">
                  <a16:creationId xmlns:a16="http://schemas.microsoft.com/office/drawing/2014/main" id="{5FC74ADD-C115-395D-0E29-CBA88E6BB875}"/>
                </a:ext>
              </a:extLst>
            </p:cNvPr>
            <p:cNvSpPr>
              <a:spLocks noGrp="1"/>
            </p:cNvSpPr>
            <p:nvPr/>
          </p:nvSpPr>
          <p:spPr>
            <a:xfrm>
              <a:off x="11232833" y="1946910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8" name="Identity_yellow__4087">
              <a:extLst>
                <a:ext uri="{FF2B5EF4-FFF2-40B4-BE49-F238E27FC236}">
                  <a16:creationId xmlns:a16="http://schemas.microsoft.com/office/drawing/2014/main" id="{E44EBF09-0499-0D07-323A-30C58A71B8E9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056448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9" name="Identity_yellow__4088">
              <a:extLst>
                <a:ext uri="{FF2B5EF4-FFF2-40B4-BE49-F238E27FC236}">
                  <a16:creationId xmlns:a16="http://schemas.microsoft.com/office/drawing/2014/main" id="{D8B1B3EA-76AD-6A38-0315-ACEFCFD7BFFE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27552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90" name="Identity_yellow__4089">
              <a:extLst>
                <a:ext uri="{FF2B5EF4-FFF2-40B4-BE49-F238E27FC236}">
                  <a16:creationId xmlns:a16="http://schemas.microsoft.com/office/drawing/2014/main" id="{AE183CCE-7053-BA75-1219-06D743D94244}"/>
                </a:ext>
              </a:extLst>
            </p:cNvPr>
            <p:cNvSpPr>
              <a:spLocks noGrp="1"/>
            </p:cNvSpPr>
            <p:nvPr/>
          </p:nvSpPr>
          <p:spPr>
            <a:xfrm>
              <a:off x="11232833" y="236315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91" name="Identity_yellow__4090">
              <a:extLst>
                <a:ext uri="{FF2B5EF4-FFF2-40B4-BE49-F238E27FC236}">
                  <a16:creationId xmlns:a16="http://schemas.microsoft.com/office/drawing/2014/main" id="{BC4E4407-812E-55A2-2CEA-25A0349F19EB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1946910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92" name="Identity_yellow__4091">
              <a:extLst>
                <a:ext uri="{FF2B5EF4-FFF2-40B4-BE49-F238E27FC236}">
                  <a16:creationId xmlns:a16="http://schemas.microsoft.com/office/drawing/2014/main" id="{1A0ED203-4CA2-5B6C-CF4B-810A34223C37}"/>
                </a:ext>
              </a:extLst>
            </p:cNvPr>
            <p:cNvSpPr>
              <a:spLocks noGrp="1"/>
            </p:cNvSpPr>
            <p:nvPr/>
          </p:nvSpPr>
          <p:spPr>
            <a:xfrm>
              <a:off x="10279856" y="2034540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2" name="Identity_green">
            <a:extLst>
              <a:ext uri="{FF2B5EF4-FFF2-40B4-BE49-F238E27FC236}">
                <a16:creationId xmlns:a16="http://schemas.microsoft.com/office/drawing/2014/main" id="{413B7E7D-22C2-1E87-861B-8F35D5301DB8}"/>
              </a:ext>
            </a:extLst>
          </p:cNvPr>
          <p:cNvGrpSpPr/>
          <p:nvPr/>
        </p:nvGrpSpPr>
        <p:grpSpPr>
          <a:xfrm>
            <a:off x="6228017" y="2165377"/>
            <a:ext cx="378251" cy="120292"/>
            <a:chOff x="10290810" y="2706243"/>
            <a:chExt cx="1310640" cy="416814"/>
          </a:xfrm>
        </p:grpSpPr>
        <p:sp>
          <p:nvSpPr>
            <p:cNvPr id="4093" name="Identity_green__4092">
              <a:extLst>
                <a:ext uri="{FF2B5EF4-FFF2-40B4-BE49-F238E27FC236}">
                  <a16:creationId xmlns:a16="http://schemas.microsoft.com/office/drawing/2014/main" id="{18CF6C70-FBDD-7008-5A06-7775FC1A52B4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726246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0" y="188404"/>
                  </a:moveTo>
                  <a:lnTo>
                    <a:pt x="109538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4" name="Identity_green__4093">
              <a:extLst>
                <a:ext uri="{FF2B5EF4-FFF2-40B4-BE49-F238E27FC236}">
                  <a16:creationId xmlns:a16="http://schemas.microsoft.com/office/drawing/2014/main" id="{5E11363B-A240-0BFE-4FB0-8C0AC6B0C1E5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2726246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0" y="0"/>
                  </a:moveTo>
                  <a:lnTo>
                    <a:pt x="219075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5" name="Identity_green__4094">
              <a:extLst>
                <a:ext uri="{FF2B5EF4-FFF2-40B4-BE49-F238E27FC236}">
                  <a16:creationId xmlns:a16="http://schemas.microsoft.com/office/drawing/2014/main" id="{066B98B9-9FD2-5702-A013-27E9E920AB64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726246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0" y="0"/>
                  </a:moveTo>
                  <a:lnTo>
                    <a:pt x="109538" y="188404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6" name="Identity_green__4095">
              <a:extLst>
                <a:ext uri="{FF2B5EF4-FFF2-40B4-BE49-F238E27FC236}">
                  <a16:creationId xmlns:a16="http://schemas.microsoft.com/office/drawing/2014/main" id="{20FECEBA-442C-E246-C29B-40641AF98F17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914650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109538" y="0"/>
                  </a:moveTo>
                  <a:lnTo>
                    <a:pt x="0" y="188404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7" name="Identity_green__4096">
              <a:extLst>
                <a:ext uri="{FF2B5EF4-FFF2-40B4-BE49-F238E27FC236}">
                  <a16:creationId xmlns:a16="http://schemas.microsoft.com/office/drawing/2014/main" id="{F509F3A5-A978-583B-1F00-5BA0196F05CB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3103054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219075" y="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8" name="Identity_green__4097">
              <a:extLst>
                <a:ext uri="{FF2B5EF4-FFF2-40B4-BE49-F238E27FC236}">
                  <a16:creationId xmlns:a16="http://schemas.microsoft.com/office/drawing/2014/main" id="{D3CEDF70-EFCB-0F14-D707-86548D5119FB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914650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109538" y="188404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9" name="Identity_green__4098">
              <a:extLst>
                <a:ext uri="{FF2B5EF4-FFF2-40B4-BE49-F238E27FC236}">
                  <a16:creationId xmlns:a16="http://schemas.microsoft.com/office/drawing/2014/main" id="{C6AC8D7C-EDE2-C1D8-C9C5-6FB619F11B05}"/>
                </a:ext>
              </a:extLst>
            </p:cNvPr>
            <p:cNvSpPr>
              <a:spLocks noGrp="1"/>
            </p:cNvSpPr>
            <p:nvPr/>
          </p:nvSpPr>
          <p:spPr>
            <a:xfrm>
              <a:off x="11077575" y="2827020"/>
              <a:ext cx="186214" cy="87630"/>
            </a:xfrm>
            <a:custGeom>
              <a:avLst/>
              <a:gdLst/>
              <a:ahLst/>
              <a:cxnLst/>
              <a:rect l="0" t="0" r="0" b="0"/>
              <a:pathLst>
                <a:path w="186214" h="87630">
                  <a:moveTo>
                    <a:pt x="0" y="87630"/>
                  </a:moveTo>
                  <a:lnTo>
                    <a:pt x="186214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0" name="Identity_green__4099">
              <a:extLst>
                <a:ext uri="{FF2B5EF4-FFF2-40B4-BE49-F238E27FC236}">
                  <a16:creationId xmlns:a16="http://schemas.microsoft.com/office/drawing/2014/main" id="{ADBFE56F-0B9F-957B-0A0A-B7C4CF77D5C4}"/>
                </a:ext>
              </a:extLst>
            </p:cNvPr>
            <p:cNvSpPr>
              <a:spLocks noGrp="1"/>
            </p:cNvSpPr>
            <p:nvPr/>
          </p:nvSpPr>
          <p:spPr>
            <a:xfrm>
              <a:off x="11263789" y="2827020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0" y="0"/>
                  </a:moveTo>
                  <a:lnTo>
                    <a:pt x="175260" y="109538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1" name="Identity_green__4100">
              <a:extLst>
                <a:ext uri="{FF2B5EF4-FFF2-40B4-BE49-F238E27FC236}">
                  <a16:creationId xmlns:a16="http://schemas.microsoft.com/office/drawing/2014/main" id="{89A4E768-88D9-186C-FFB8-41FBFA215CAF}"/>
                </a:ext>
              </a:extLst>
            </p:cNvPr>
            <p:cNvSpPr>
              <a:spLocks noGrp="1"/>
            </p:cNvSpPr>
            <p:nvPr/>
          </p:nvSpPr>
          <p:spPr>
            <a:xfrm>
              <a:off x="11439049" y="2794159"/>
              <a:ext cx="142399" cy="142399"/>
            </a:xfrm>
            <a:custGeom>
              <a:avLst/>
              <a:gdLst/>
              <a:ahLst/>
              <a:cxnLst/>
              <a:rect l="0" t="0" r="0" b="0"/>
              <a:pathLst>
                <a:path w="142399" h="142399">
                  <a:moveTo>
                    <a:pt x="0" y="142399"/>
                  </a:moveTo>
                  <a:lnTo>
                    <a:pt x="142399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2" name="Identity_green__4101">
              <a:extLst>
                <a:ext uri="{FF2B5EF4-FFF2-40B4-BE49-F238E27FC236}">
                  <a16:creationId xmlns:a16="http://schemas.microsoft.com/office/drawing/2014/main" id="{C75BB4A8-D633-A106-0836-32BF7C97E680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2914650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0"/>
                  </a:moveTo>
                  <a:lnTo>
                    <a:pt x="0" y="109538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3" name="Identity_green__4102">
              <a:extLst>
                <a:ext uri="{FF2B5EF4-FFF2-40B4-BE49-F238E27FC236}">
                  <a16:creationId xmlns:a16="http://schemas.microsoft.com/office/drawing/2014/main" id="{9A548DEA-5DD7-BBD7-41B4-1C4B51BE9A1F}"/>
                </a:ext>
              </a:extLst>
            </p:cNvPr>
            <p:cNvSpPr>
              <a:spLocks noGrp="1"/>
            </p:cNvSpPr>
            <p:nvPr/>
          </p:nvSpPr>
          <p:spPr>
            <a:xfrm>
              <a:off x="10310813" y="2936558"/>
              <a:ext cx="153352" cy="87630"/>
            </a:xfrm>
            <a:custGeom>
              <a:avLst/>
              <a:gdLst/>
              <a:ahLst/>
              <a:cxnLst/>
              <a:rect l="0" t="0" r="0" b="0"/>
              <a:pathLst>
                <a:path w="153352" h="87630">
                  <a:moveTo>
                    <a:pt x="153352" y="8763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4" name="Identity_green__4103">
              <a:extLst>
                <a:ext uri="{FF2B5EF4-FFF2-40B4-BE49-F238E27FC236}">
                  <a16:creationId xmlns:a16="http://schemas.microsoft.com/office/drawing/2014/main" id="{4098CD9C-1ED7-38D4-7838-0B4B2401E03B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2894648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  <p:sp>
          <p:nvSpPr>
            <p:cNvPr id="4105" name="Identity_green__4104">
              <a:extLst>
                <a:ext uri="{FF2B5EF4-FFF2-40B4-BE49-F238E27FC236}">
                  <a16:creationId xmlns:a16="http://schemas.microsoft.com/office/drawing/2014/main" id="{46EA30C3-7547-53F7-3B97-AC88C7CC89A7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2706243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6" name="Identity_green__4105">
              <a:extLst>
                <a:ext uri="{FF2B5EF4-FFF2-40B4-BE49-F238E27FC236}">
                  <a16:creationId xmlns:a16="http://schemas.microsoft.com/office/drawing/2014/main" id="{650CBCFF-6906-B71D-929F-F0F9F1245169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2706243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7" name="Identity_green__4106">
              <a:extLst>
                <a:ext uri="{FF2B5EF4-FFF2-40B4-BE49-F238E27FC236}">
                  <a16:creationId xmlns:a16="http://schemas.microsoft.com/office/drawing/2014/main" id="{3796CA96-E4DF-9EE5-C45F-1AB95310F28B}"/>
                </a:ext>
              </a:extLst>
            </p:cNvPr>
            <p:cNvSpPr>
              <a:spLocks noGrp="1"/>
            </p:cNvSpPr>
            <p:nvPr/>
          </p:nvSpPr>
          <p:spPr>
            <a:xfrm>
              <a:off x="11057573" y="2894648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8" name="Identity_green__4107">
              <a:extLst>
                <a:ext uri="{FF2B5EF4-FFF2-40B4-BE49-F238E27FC236}">
                  <a16:creationId xmlns:a16="http://schemas.microsoft.com/office/drawing/2014/main" id="{3EC85001-A4F3-8250-C433-02E7D57A2E68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3083052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9" name="Identity_green__4108">
              <a:extLst>
                <a:ext uri="{FF2B5EF4-FFF2-40B4-BE49-F238E27FC236}">
                  <a16:creationId xmlns:a16="http://schemas.microsoft.com/office/drawing/2014/main" id="{74773C1B-8DF5-2177-8260-C3289BF43C61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3083052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  <p:sp>
          <p:nvSpPr>
            <p:cNvPr id="4110" name="Identity_green__4109">
              <a:extLst>
                <a:ext uri="{FF2B5EF4-FFF2-40B4-BE49-F238E27FC236}">
                  <a16:creationId xmlns:a16="http://schemas.microsoft.com/office/drawing/2014/main" id="{FB6ECB5F-E396-F4B7-7022-DB26E28F250F}"/>
                </a:ext>
              </a:extLst>
            </p:cNvPr>
            <p:cNvSpPr>
              <a:spLocks noGrp="1"/>
            </p:cNvSpPr>
            <p:nvPr/>
          </p:nvSpPr>
          <p:spPr>
            <a:xfrm>
              <a:off x="11243786" y="2807018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1" name="Identity_green__4110">
              <a:extLst>
                <a:ext uri="{FF2B5EF4-FFF2-40B4-BE49-F238E27FC236}">
                  <a16:creationId xmlns:a16="http://schemas.microsoft.com/office/drawing/2014/main" id="{6E9C2AE4-5E03-9A47-FBCC-C5234D6ACC27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916555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2" name="Identity_green__4111">
              <a:extLst>
                <a:ext uri="{FF2B5EF4-FFF2-40B4-BE49-F238E27FC236}">
                  <a16:creationId xmlns:a16="http://schemas.microsoft.com/office/drawing/2014/main" id="{BF92BE09-CD62-6F1B-6F73-F47D191078FB}"/>
                </a:ext>
              </a:extLst>
            </p:cNvPr>
            <p:cNvSpPr>
              <a:spLocks noGrp="1"/>
            </p:cNvSpPr>
            <p:nvPr/>
          </p:nvSpPr>
          <p:spPr>
            <a:xfrm>
              <a:off x="11561445" y="2774156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3" name="Identity_green__4112">
              <a:extLst>
                <a:ext uri="{FF2B5EF4-FFF2-40B4-BE49-F238E27FC236}">
                  <a16:creationId xmlns:a16="http://schemas.microsoft.com/office/drawing/2014/main" id="{39142CA4-4AE4-C006-28E4-BE12D1AFA6E1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3004185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4" name="Identity_green__4113">
              <a:extLst>
                <a:ext uri="{FF2B5EF4-FFF2-40B4-BE49-F238E27FC236}">
                  <a16:creationId xmlns:a16="http://schemas.microsoft.com/office/drawing/2014/main" id="{D7A28039-6D27-4095-EF9F-71E7EFBD0CEB}"/>
                </a:ext>
              </a:extLst>
            </p:cNvPr>
            <p:cNvSpPr>
              <a:spLocks noGrp="1"/>
            </p:cNvSpPr>
            <p:nvPr/>
          </p:nvSpPr>
          <p:spPr>
            <a:xfrm>
              <a:off x="10290810" y="2916555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3" name="Identity_red">
            <a:extLst>
              <a:ext uri="{FF2B5EF4-FFF2-40B4-BE49-F238E27FC236}">
                <a16:creationId xmlns:a16="http://schemas.microsoft.com/office/drawing/2014/main" id="{1A4AD1C5-2575-4A7A-128B-CCF66B7D0344}"/>
              </a:ext>
            </a:extLst>
          </p:cNvPr>
          <p:cNvGrpSpPr/>
          <p:nvPr/>
        </p:nvGrpSpPr>
        <p:grpSpPr>
          <a:xfrm>
            <a:off x="6223304" y="2539038"/>
            <a:ext cx="327671" cy="131673"/>
            <a:chOff x="10268903" y="4221480"/>
            <a:chExt cx="1135380" cy="456248"/>
          </a:xfrm>
        </p:grpSpPr>
        <p:sp>
          <p:nvSpPr>
            <p:cNvPr id="4115" name="Identity_red__4114">
              <a:extLst>
                <a:ext uri="{FF2B5EF4-FFF2-40B4-BE49-F238E27FC236}">
                  <a16:creationId xmlns:a16="http://schemas.microsoft.com/office/drawing/2014/main" id="{4EEA61A2-867E-8A44-1705-51E41912275D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4263390"/>
              <a:ext cx="153352" cy="175260"/>
            </a:xfrm>
            <a:custGeom>
              <a:avLst/>
              <a:gdLst/>
              <a:ahLst/>
              <a:cxnLst/>
              <a:rect l="0" t="0" r="0" b="0"/>
              <a:pathLst>
                <a:path w="153352" h="175260">
                  <a:moveTo>
                    <a:pt x="0" y="175260"/>
                  </a:moveTo>
                  <a:lnTo>
                    <a:pt x="153352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6" name="Identity_red__4115">
              <a:extLst>
                <a:ext uri="{FF2B5EF4-FFF2-40B4-BE49-F238E27FC236}">
                  <a16:creationId xmlns:a16="http://schemas.microsoft.com/office/drawing/2014/main" id="{1FB6391C-4D30-B4A8-3474-344DF9579503}"/>
                </a:ext>
              </a:extLst>
            </p:cNvPr>
            <p:cNvSpPr>
              <a:spLocks noGrp="1"/>
            </p:cNvSpPr>
            <p:nvPr/>
          </p:nvSpPr>
          <p:spPr>
            <a:xfrm>
              <a:off x="10792778" y="4263390"/>
              <a:ext cx="197168" cy="65722"/>
            </a:xfrm>
            <a:custGeom>
              <a:avLst/>
              <a:gdLst/>
              <a:ahLst/>
              <a:cxnLst/>
              <a:rect l="0" t="0" r="0" b="0"/>
              <a:pathLst>
                <a:path w="197168" h="65722">
                  <a:moveTo>
                    <a:pt x="0" y="0"/>
                  </a:moveTo>
                  <a:lnTo>
                    <a:pt x="197168" y="65722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7" name="Identity_red__4116">
              <a:extLst>
                <a:ext uri="{FF2B5EF4-FFF2-40B4-BE49-F238E27FC236}">
                  <a16:creationId xmlns:a16="http://schemas.microsoft.com/office/drawing/2014/main" id="{11B5F2B1-ED42-E369-466E-B5184082968D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329113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8" name="Identity_red__4117">
              <a:extLst>
                <a:ext uri="{FF2B5EF4-FFF2-40B4-BE49-F238E27FC236}">
                  <a16:creationId xmlns:a16="http://schemas.microsoft.com/office/drawing/2014/main" id="{4F3C8F16-DB29-3BB8-F60E-4B34937A7D3A}"/>
                </a:ext>
              </a:extLst>
            </p:cNvPr>
            <p:cNvSpPr>
              <a:spLocks noGrp="1"/>
            </p:cNvSpPr>
            <p:nvPr/>
          </p:nvSpPr>
          <p:spPr>
            <a:xfrm>
              <a:off x="10792778" y="4548188"/>
              <a:ext cx="197168" cy="65722"/>
            </a:xfrm>
            <a:custGeom>
              <a:avLst/>
              <a:gdLst/>
              <a:ahLst/>
              <a:cxnLst/>
              <a:rect l="0" t="0" r="0" b="0"/>
              <a:pathLst>
                <a:path w="197168" h="65722">
                  <a:moveTo>
                    <a:pt x="197168" y="0"/>
                  </a:moveTo>
                  <a:lnTo>
                    <a:pt x="0" y="65722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9" name="Identity_red__4118">
              <a:extLst>
                <a:ext uri="{FF2B5EF4-FFF2-40B4-BE49-F238E27FC236}">
                  <a16:creationId xmlns:a16="http://schemas.microsoft.com/office/drawing/2014/main" id="{2D0C0ACD-DB9A-B05E-6F39-1F38F5B136E0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4438650"/>
              <a:ext cx="153352" cy="175260"/>
            </a:xfrm>
            <a:custGeom>
              <a:avLst/>
              <a:gdLst/>
              <a:ahLst/>
              <a:cxnLst/>
              <a:rect l="0" t="0" r="0" b="0"/>
              <a:pathLst>
                <a:path w="153352" h="175260">
                  <a:moveTo>
                    <a:pt x="153352" y="17526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0" name="Identity_red__4119">
              <a:extLst>
                <a:ext uri="{FF2B5EF4-FFF2-40B4-BE49-F238E27FC236}">
                  <a16:creationId xmlns:a16="http://schemas.microsoft.com/office/drawing/2014/main" id="{C21A7B22-3C4D-0A11-64AE-DAEAC4A99E4A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241483"/>
              <a:ext cx="208121" cy="87630"/>
            </a:xfrm>
            <a:custGeom>
              <a:avLst/>
              <a:gdLst/>
              <a:ahLst/>
              <a:cxnLst/>
              <a:rect l="0" t="0" r="0" b="0"/>
              <a:pathLst>
                <a:path w="208121" h="87630">
                  <a:moveTo>
                    <a:pt x="0" y="87630"/>
                  </a:moveTo>
                  <a:lnTo>
                    <a:pt x="208121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1" name="Identity_red__4120">
              <a:extLst>
                <a:ext uri="{FF2B5EF4-FFF2-40B4-BE49-F238E27FC236}">
                  <a16:creationId xmlns:a16="http://schemas.microsoft.com/office/drawing/2014/main" id="{78EC96A5-5F12-4EFB-C2D2-CF86E8D5303E}"/>
                </a:ext>
              </a:extLst>
            </p:cNvPr>
            <p:cNvSpPr>
              <a:spLocks noGrp="1"/>
            </p:cNvSpPr>
            <p:nvPr/>
          </p:nvSpPr>
          <p:spPr>
            <a:xfrm>
              <a:off x="11198066" y="4241483"/>
              <a:ext cx="186214" cy="98584"/>
            </a:xfrm>
            <a:custGeom>
              <a:avLst/>
              <a:gdLst/>
              <a:ahLst/>
              <a:cxnLst/>
              <a:rect l="0" t="0" r="0" b="0"/>
              <a:pathLst>
                <a:path w="186214" h="98584">
                  <a:moveTo>
                    <a:pt x="0" y="0"/>
                  </a:moveTo>
                  <a:lnTo>
                    <a:pt x="186214" y="98584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2" name="Identity_red__4121">
              <a:extLst>
                <a:ext uri="{FF2B5EF4-FFF2-40B4-BE49-F238E27FC236}">
                  <a16:creationId xmlns:a16="http://schemas.microsoft.com/office/drawing/2014/main" id="{A971A6E5-8A9C-3BB3-04D4-BAF356D1C2EE}"/>
                </a:ext>
              </a:extLst>
            </p:cNvPr>
            <p:cNvSpPr>
              <a:spLocks noGrp="1"/>
            </p:cNvSpPr>
            <p:nvPr/>
          </p:nvSpPr>
          <p:spPr>
            <a:xfrm>
              <a:off x="11384280" y="4340066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3" name="Identity_red__4122">
              <a:extLst>
                <a:ext uri="{FF2B5EF4-FFF2-40B4-BE49-F238E27FC236}">
                  <a16:creationId xmlns:a16="http://schemas.microsoft.com/office/drawing/2014/main" id="{C45BB8A5-D15F-5368-9F80-B0D5E2B46796}"/>
                </a:ext>
              </a:extLst>
            </p:cNvPr>
            <p:cNvSpPr>
              <a:spLocks noGrp="1"/>
            </p:cNvSpPr>
            <p:nvPr/>
          </p:nvSpPr>
          <p:spPr>
            <a:xfrm>
              <a:off x="11198066" y="4559141"/>
              <a:ext cx="186214" cy="98584"/>
            </a:xfrm>
            <a:custGeom>
              <a:avLst/>
              <a:gdLst/>
              <a:ahLst/>
              <a:cxnLst/>
              <a:rect l="0" t="0" r="0" b="0"/>
              <a:pathLst>
                <a:path w="186214" h="98584">
                  <a:moveTo>
                    <a:pt x="186214" y="0"/>
                  </a:moveTo>
                  <a:lnTo>
                    <a:pt x="0" y="98584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4" name="Identity_red__4123">
              <a:extLst>
                <a:ext uri="{FF2B5EF4-FFF2-40B4-BE49-F238E27FC236}">
                  <a16:creationId xmlns:a16="http://schemas.microsoft.com/office/drawing/2014/main" id="{C9EFBB65-0AC7-9380-1794-BDCEC8533700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548188"/>
              <a:ext cx="208121" cy="109538"/>
            </a:xfrm>
            <a:custGeom>
              <a:avLst/>
              <a:gdLst/>
              <a:ahLst/>
              <a:cxnLst/>
              <a:rect l="0" t="0" r="0" b="0"/>
              <a:pathLst>
                <a:path w="208121" h="109538">
                  <a:moveTo>
                    <a:pt x="208121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5" name="Identity_red__4124">
              <a:extLst>
                <a:ext uri="{FF2B5EF4-FFF2-40B4-BE49-F238E27FC236}">
                  <a16:creationId xmlns:a16="http://schemas.microsoft.com/office/drawing/2014/main" id="{CBE7B1C5-BDC6-649F-B7A4-9AE81CC3A65A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4438650"/>
              <a:ext cx="175260" cy="131445"/>
            </a:xfrm>
            <a:custGeom>
              <a:avLst/>
              <a:gdLst/>
              <a:ahLst/>
              <a:cxnLst/>
              <a:rect l="0" t="0" r="0" b="0"/>
              <a:pathLst>
                <a:path w="175260" h="131445">
                  <a:moveTo>
                    <a:pt x="175260" y="0"/>
                  </a:moveTo>
                  <a:lnTo>
                    <a:pt x="0" y="13144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6" name="Identity_red__4125">
              <a:extLst>
                <a:ext uri="{FF2B5EF4-FFF2-40B4-BE49-F238E27FC236}">
                  <a16:creationId xmlns:a16="http://schemas.microsoft.com/office/drawing/2014/main" id="{E86E951B-83C0-5324-93C4-771DA6AA54DB}"/>
                </a:ext>
              </a:extLst>
            </p:cNvPr>
            <p:cNvSpPr>
              <a:spLocks noGrp="1"/>
            </p:cNvSpPr>
            <p:nvPr/>
          </p:nvSpPr>
          <p:spPr>
            <a:xfrm>
              <a:off x="10288905" y="4460558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7" name="Identity_red__4126">
              <a:extLst>
                <a:ext uri="{FF2B5EF4-FFF2-40B4-BE49-F238E27FC236}">
                  <a16:creationId xmlns:a16="http://schemas.microsoft.com/office/drawing/2014/main" id="{D44FCDDB-521D-0DCE-079E-EE08EE526452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4418648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  <p:sp>
          <p:nvSpPr>
            <p:cNvPr id="4128" name="Identity_red__4127">
              <a:extLst>
                <a:ext uri="{FF2B5EF4-FFF2-40B4-BE49-F238E27FC236}">
                  <a16:creationId xmlns:a16="http://schemas.microsoft.com/office/drawing/2014/main" id="{DA7415F9-D247-96D9-2F17-F910F7157FA8}"/>
                </a:ext>
              </a:extLst>
            </p:cNvPr>
            <p:cNvSpPr>
              <a:spLocks noGrp="1"/>
            </p:cNvSpPr>
            <p:nvPr/>
          </p:nvSpPr>
          <p:spPr>
            <a:xfrm>
              <a:off x="10772775" y="4243388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29" name="Identity_red__4128">
              <a:extLst>
                <a:ext uri="{FF2B5EF4-FFF2-40B4-BE49-F238E27FC236}">
                  <a16:creationId xmlns:a16="http://schemas.microsoft.com/office/drawing/2014/main" id="{E3025A1E-364E-018D-C919-F8D76C5B3002}"/>
                </a:ext>
              </a:extLst>
            </p:cNvPr>
            <p:cNvSpPr>
              <a:spLocks noGrp="1"/>
            </p:cNvSpPr>
            <p:nvPr/>
          </p:nvSpPr>
          <p:spPr>
            <a:xfrm>
              <a:off x="10969943" y="4309110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0" name="Identity_red__4129">
              <a:extLst>
                <a:ext uri="{FF2B5EF4-FFF2-40B4-BE49-F238E27FC236}">
                  <a16:creationId xmlns:a16="http://schemas.microsoft.com/office/drawing/2014/main" id="{7A10B1C9-B2AE-BB40-D90A-8EA37433B1FF}"/>
                </a:ext>
              </a:extLst>
            </p:cNvPr>
            <p:cNvSpPr>
              <a:spLocks noGrp="1"/>
            </p:cNvSpPr>
            <p:nvPr/>
          </p:nvSpPr>
          <p:spPr>
            <a:xfrm>
              <a:off x="10969943" y="4528185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1" name="Identity_red__4130">
              <a:extLst>
                <a:ext uri="{FF2B5EF4-FFF2-40B4-BE49-F238E27FC236}">
                  <a16:creationId xmlns:a16="http://schemas.microsoft.com/office/drawing/2014/main" id="{3AE0D123-0329-E786-C989-BB9C165CB062}"/>
                </a:ext>
              </a:extLst>
            </p:cNvPr>
            <p:cNvSpPr>
              <a:spLocks noGrp="1"/>
            </p:cNvSpPr>
            <p:nvPr/>
          </p:nvSpPr>
          <p:spPr>
            <a:xfrm>
              <a:off x="10772775" y="4593908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2" name="Identity_red__4131">
              <a:extLst>
                <a:ext uri="{FF2B5EF4-FFF2-40B4-BE49-F238E27FC236}">
                  <a16:creationId xmlns:a16="http://schemas.microsoft.com/office/drawing/2014/main" id="{5A7970EE-E096-A290-BAC1-922DDF422696}"/>
                </a:ext>
              </a:extLst>
            </p:cNvPr>
            <p:cNvSpPr>
              <a:spLocks noGrp="1"/>
            </p:cNvSpPr>
            <p:nvPr/>
          </p:nvSpPr>
          <p:spPr>
            <a:xfrm>
              <a:off x="11178064" y="4221480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  <p:sp>
          <p:nvSpPr>
            <p:cNvPr id="4133" name="Identity_red__4132">
              <a:extLst>
                <a:ext uri="{FF2B5EF4-FFF2-40B4-BE49-F238E27FC236}">
                  <a16:creationId xmlns:a16="http://schemas.microsoft.com/office/drawing/2014/main" id="{0B9E1BA0-35F2-1EAD-EC8D-3F5E5D05DAA0}"/>
                </a:ext>
              </a:extLst>
            </p:cNvPr>
            <p:cNvSpPr>
              <a:spLocks noGrp="1"/>
            </p:cNvSpPr>
            <p:nvPr/>
          </p:nvSpPr>
          <p:spPr>
            <a:xfrm>
              <a:off x="11364278" y="4320064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4" name="Identity_red__4133">
              <a:extLst>
                <a:ext uri="{FF2B5EF4-FFF2-40B4-BE49-F238E27FC236}">
                  <a16:creationId xmlns:a16="http://schemas.microsoft.com/office/drawing/2014/main" id="{A21BECE4-6E9C-7534-E473-14E369509567}"/>
                </a:ext>
              </a:extLst>
            </p:cNvPr>
            <p:cNvSpPr>
              <a:spLocks noGrp="1"/>
            </p:cNvSpPr>
            <p:nvPr/>
          </p:nvSpPr>
          <p:spPr>
            <a:xfrm>
              <a:off x="11364278" y="4539139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5" name="Identity_red__4134">
              <a:extLst>
                <a:ext uri="{FF2B5EF4-FFF2-40B4-BE49-F238E27FC236}">
                  <a16:creationId xmlns:a16="http://schemas.microsoft.com/office/drawing/2014/main" id="{2F8167F8-6FAA-D252-98CF-05B411A5B17C}"/>
                </a:ext>
              </a:extLst>
            </p:cNvPr>
            <p:cNvSpPr>
              <a:spLocks noGrp="1"/>
            </p:cNvSpPr>
            <p:nvPr/>
          </p:nvSpPr>
          <p:spPr>
            <a:xfrm>
              <a:off x="11178064" y="4637723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6" name="Identity_red__4135">
              <a:extLst>
                <a:ext uri="{FF2B5EF4-FFF2-40B4-BE49-F238E27FC236}">
                  <a16:creationId xmlns:a16="http://schemas.microsoft.com/office/drawing/2014/main" id="{945B7C97-38D5-4C43-5462-956A0DBCB589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4550093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7" name="Identity_red__4136">
              <a:extLst>
                <a:ext uri="{FF2B5EF4-FFF2-40B4-BE49-F238E27FC236}">
                  <a16:creationId xmlns:a16="http://schemas.microsoft.com/office/drawing/2014/main" id="{549E3CA6-3388-9EEE-6226-E91C6460FE4D}"/>
                </a:ext>
              </a:extLst>
            </p:cNvPr>
            <p:cNvSpPr>
              <a:spLocks noGrp="1"/>
            </p:cNvSpPr>
            <p:nvPr/>
          </p:nvSpPr>
          <p:spPr>
            <a:xfrm>
              <a:off x="10268903" y="4440555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4" name="label">
            <a:extLst>
              <a:ext uri="{FF2B5EF4-FFF2-40B4-BE49-F238E27FC236}">
                <a16:creationId xmlns:a16="http://schemas.microsoft.com/office/drawing/2014/main" id="{E2C0ED76-F9AA-FC7A-8DCB-8BB02C7B1DDF}"/>
              </a:ext>
            </a:extLst>
          </p:cNvPr>
          <p:cNvGrpSpPr/>
          <p:nvPr/>
        </p:nvGrpSpPr>
        <p:grpSpPr>
          <a:xfrm>
            <a:off x="6067896" y="2311918"/>
            <a:ext cx="594449" cy="753083"/>
            <a:chOff x="9752317" y="3328303"/>
            <a:chExt cx="2059767" cy="2609433"/>
          </a:xfrm>
        </p:grpSpPr>
        <p:sp>
          <p:nvSpPr>
            <p:cNvPr id="4138" name="label__4137">
              <a:extLst>
                <a:ext uri="{FF2B5EF4-FFF2-40B4-BE49-F238E27FC236}">
                  <a16:creationId xmlns:a16="http://schemas.microsoft.com/office/drawing/2014/main" id="{DAC5B051-F797-45BE-061C-4AD1A884FEF9}"/>
                </a:ext>
              </a:extLst>
            </p:cNvPr>
            <p:cNvSpPr>
              <a:spLocks noGrp="1"/>
            </p:cNvSpPr>
            <p:nvPr/>
          </p:nvSpPr>
          <p:spPr>
            <a:xfrm>
              <a:off x="10210798" y="3328303"/>
              <a:ext cx="1428750" cy="2571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350" b="0">
                  <a:solidFill>
                    <a:srgbClr val="50B98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468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(</a:t>
              </a:r>
              <a:r>
                <a:rPr sz="468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Same identity</a:t>
              </a:r>
              <a:r>
                <a:rPr lang="en-US" sz="468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)</a:t>
              </a:r>
              <a:endParaRPr sz="468" dirty="0">
                <a:solidFill>
                  <a:srgbClr val="50B982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4139" name="label__4138">
              <a:extLst>
                <a:ext uri="{FF2B5EF4-FFF2-40B4-BE49-F238E27FC236}">
                  <a16:creationId xmlns:a16="http://schemas.microsoft.com/office/drawing/2014/main" id="{32917BDA-EC55-7FFF-453F-B896B6594BC9}"/>
                </a:ext>
              </a:extLst>
            </p:cNvPr>
            <p:cNvSpPr>
              <a:spLocks noGrp="1"/>
            </p:cNvSpPr>
            <p:nvPr/>
          </p:nvSpPr>
          <p:spPr>
            <a:xfrm>
              <a:off x="9752317" y="4501663"/>
              <a:ext cx="1801842" cy="143607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700" b="0">
                  <a:solidFill>
                    <a:srgbClr val="5C6570"/>
                  </a:solidFill>
                  <a:latin typeface="Arial"/>
                  <a:ea typeface="Arial"/>
                  <a:cs typeface="Arial"/>
                </a:defRPr>
              </a:pPr>
              <a:r>
                <a:rPr sz="779" dirty="0">
                  <a:solidFill>
                    <a:srgbClr val="5C6570"/>
                  </a:solidFill>
                  <a:latin typeface="Arial"/>
                  <a:ea typeface="Arial"/>
                  <a:cs typeface="Arial"/>
                </a:rPr>
                <a:t>∅</a:t>
              </a:r>
            </a:p>
          </p:txBody>
        </p:sp>
        <p:sp>
          <p:nvSpPr>
            <p:cNvPr id="4140" name="label__4139">
              <a:extLst>
                <a:ext uri="{FF2B5EF4-FFF2-40B4-BE49-F238E27FC236}">
                  <a16:creationId xmlns:a16="http://schemas.microsoft.com/office/drawing/2014/main" id="{62A7C41A-6FDE-3B36-2613-ECB6192A9EE4}"/>
                </a:ext>
              </a:extLst>
            </p:cNvPr>
            <p:cNvSpPr>
              <a:spLocks noGrp="1"/>
            </p:cNvSpPr>
            <p:nvPr/>
          </p:nvSpPr>
          <p:spPr>
            <a:xfrm>
              <a:off x="10271761" y="5406120"/>
              <a:ext cx="1540323" cy="25717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425" b="0">
                  <a:solidFill>
                    <a:srgbClr val="5C6570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468" dirty="0">
                  <a:solidFill>
                    <a:srgbClr val="5C6570"/>
                  </a:solidFill>
                  <a:latin typeface="Arial"/>
                  <a:ea typeface="Arial"/>
                  <a:cs typeface="Arial"/>
                </a:rPr>
                <a:t>(False positive)</a:t>
              </a:r>
              <a:endParaRPr sz="468" dirty="0">
                <a:solidFill>
                  <a:srgbClr val="5C6570"/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4145" name="label__4144">
            <a:extLst>
              <a:ext uri="{FF2B5EF4-FFF2-40B4-BE49-F238E27FC236}">
                <a16:creationId xmlns:a16="http://schemas.microsoft.com/office/drawing/2014/main" id="{42B7B582-4E61-94D7-FCAC-3EC648521BF5}"/>
              </a:ext>
            </a:extLst>
          </p:cNvPr>
          <p:cNvSpPr>
            <a:spLocks noGrp="1"/>
          </p:cNvSpPr>
          <p:nvPr/>
        </p:nvSpPr>
        <p:spPr>
          <a:xfrm>
            <a:off x="6685437" y="2176044"/>
            <a:ext cx="219913" cy="879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95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63" b="1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4146" name="label__4145">
            <a:extLst>
              <a:ext uri="{FF2B5EF4-FFF2-40B4-BE49-F238E27FC236}">
                <a16:creationId xmlns:a16="http://schemas.microsoft.com/office/drawing/2014/main" id="{D4B6AAED-A4D4-E170-17F8-1273924781EF}"/>
              </a:ext>
            </a:extLst>
          </p:cNvPr>
          <p:cNvSpPr>
            <a:spLocks noGrp="1"/>
          </p:cNvSpPr>
          <p:nvPr/>
        </p:nvSpPr>
        <p:spPr>
          <a:xfrm>
            <a:off x="6894668" y="1967126"/>
            <a:ext cx="514048" cy="18417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72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520" b="1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 </a:t>
            </a:r>
          </a:p>
          <a:p>
            <a:pPr algn="ctr">
              <a:defRPr sz="172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520" b="1" dirty="0">
                <a:solidFill>
                  <a:srgbClr val="263442"/>
                </a:solidFill>
                <a:latin typeface="Arial"/>
                <a:cs typeface="Arial"/>
              </a:rPr>
              <a:t>Docking tools</a:t>
            </a:r>
            <a:endParaRPr sz="520" b="1" dirty="0">
              <a:solidFill>
                <a:srgbClr val="263442"/>
              </a:solidFill>
              <a:latin typeface="Arial"/>
              <a:cs typeface="Arial"/>
            </a:endParaRPr>
          </a:p>
        </p:txBody>
      </p:sp>
      <p:sp>
        <p:nvSpPr>
          <p:cNvPr id="4147" name="Builder_divider__4146">
            <a:extLst>
              <a:ext uri="{FF2B5EF4-FFF2-40B4-BE49-F238E27FC236}">
                <a16:creationId xmlns:a16="http://schemas.microsoft.com/office/drawing/2014/main" id="{8D883126-D6C8-8EB4-50EE-5FA7106EED0A}"/>
              </a:ext>
            </a:extLst>
          </p:cNvPr>
          <p:cNvSpPr>
            <a:spLocks noGrp="1"/>
          </p:cNvSpPr>
          <p:nvPr/>
        </p:nvSpPr>
        <p:spPr>
          <a:xfrm>
            <a:off x="6912732" y="2187039"/>
            <a:ext cx="456321" cy="28"/>
          </a:xfrm>
          <a:custGeom>
            <a:avLst/>
            <a:gdLst/>
            <a:ahLst/>
            <a:cxnLst/>
            <a:rect l="0" t="0" r="0" b="0"/>
            <a:pathLst>
              <a:path w="1581150" h="95">
                <a:moveTo>
                  <a:pt x="0" y="0"/>
                </a:moveTo>
                <a:lnTo>
                  <a:pt x="1581150" y="0"/>
                </a:lnTo>
              </a:path>
            </a:pathLst>
          </a:custGeom>
          <a:noFill/>
          <a:ln w="9525">
            <a:solidFill>
              <a:srgbClr val="D2D9DE"/>
            </a:solidFill>
          </a:ln>
        </p:spPr>
      </p:sp>
      <p:sp>
        <p:nvSpPr>
          <p:cNvPr id="4148" name="label__4147">
            <a:extLst>
              <a:ext uri="{FF2B5EF4-FFF2-40B4-BE49-F238E27FC236}">
                <a16:creationId xmlns:a16="http://schemas.microsoft.com/office/drawing/2014/main" id="{CBB58BC5-8BB4-D2DC-ADDE-05B0EC7ABBB9}"/>
              </a:ext>
            </a:extLst>
          </p:cNvPr>
          <p:cNvSpPr>
            <a:spLocks noGrp="1"/>
          </p:cNvSpPr>
          <p:nvPr/>
        </p:nvSpPr>
        <p:spPr>
          <a:xfrm>
            <a:off x="6879745" y="2157039"/>
            <a:ext cx="525043" cy="49755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468" dirty="0" err="1">
                <a:solidFill>
                  <a:srgbClr val="687780"/>
                </a:solidFill>
                <a:latin typeface="Arial"/>
                <a:ea typeface="Arial"/>
                <a:cs typeface="Arial"/>
              </a:rPr>
              <a:t>PocketXMol</a:t>
            </a:r>
            <a:endParaRPr sz="468" dirty="0">
              <a:solidFill>
                <a:srgbClr val="687780"/>
              </a:solidFill>
              <a:latin typeface="Arial"/>
              <a:ea typeface="Arial"/>
              <a:cs typeface="Arial"/>
            </a:endParaRPr>
          </a:p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468" dirty="0" err="1">
                <a:solidFill>
                  <a:srgbClr val="687780"/>
                </a:solidFill>
                <a:latin typeface="Arial"/>
                <a:ea typeface="Arial"/>
                <a:cs typeface="Arial"/>
              </a:rPr>
              <a:t>Surflex</a:t>
            </a:r>
            <a:r>
              <a:rPr sz="468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-Dock</a:t>
            </a:r>
          </a:p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468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EMERALD</a:t>
            </a:r>
          </a:p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468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Vina</a:t>
            </a:r>
          </a:p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468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…</a:t>
            </a:r>
          </a:p>
        </p:txBody>
      </p:sp>
      <p:grpSp>
        <p:nvGrpSpPr>
          <p:cNvPr id="6239" name="Build：输出背景密度">
            <a:extLst>
              <a:ext uri="{FF2B5EF4-FFF2-40B4-BE49-F238E27FC236}">
                <a16:creationId xmlns:a16="http://schemas.microsoft.com/office/drawing/2014/main" id="{47751F03-6B66-5D17-0890-E7C3C47E0B09}"/>
              </a:ext>
            </a:extLst>
          </p:cNvPr>
          <p:cNvGrpSpPr/>
          <p:nvPr/>
        </p:nvGrpSpPr>
        <p:grpSpPr>
          <a:xfrm>
            <a:off x="7411466" y="1987177"/>
            <a:ext cx="615757" cy="732344"/>
            <a:chOff x="14763750" y="2203077"/>
            <a:chExt cx="2133600" cy="2537571"/>
          </a:xfrm>
        </p:grpSpPr>
        <p:sp>
          <p:nvSpPr>
            <p:cNvPr id="4152" name="Output_density__4151">
              <a:extLst>
                <a:ext uri="{FF2B5EF4-FFF2-40B4-BE49-F238E27FC236}">
                  <a16:creationId xmlns:a16="http://schemas.microsoft.com/office/drawing/2014/main" id="{FAFED2E8-E5B1-EFE0-B281-5B6AF64BB25F}"/>
                </a:ext>
              </a:extLst>
            </p:cNvPr>
            <p:cNvSpPr>
              <a:spLocks noGrp="1"/>
            </p:cNvSpPr>
            <p:nvPr/>
          </p:nvSpPr>
          <p:spPr>
            <a:xfrm>
              <a:off x="15779168" y="4413937"/>
              <a:ext cx="64603" cy="34371"/>
            </a:xfrm>
            <a:custGeom>
              <a:avLst/>
              <a:gdLst/>
              <a:ahLst/>
              <a:cxnLst/>
              <a:rect l="0" t="0" r="0" b="0"/>
              <a:pathLst>
                <a:path w="64603" h="34371">
                  <a:moveTo>
                    <a:pt x="0" y="2953"/>
                  </a:moveTo>
                  <a:lnTo>
                    <a:pt x="8841" y="3472"/>
                  </a:lnTo>
                  <a:lnTo>
                    <a:pt x="9876" y="4434"/>
                  </a:lnTo>
                  <a:close/>
                  <a:moveTo>
                    <a:pt x="64603" y="34371"/>
                  </a:moveTo>
                  <a:lnTo>
                    <a:pt x="44771" y="0"/>
                  </a:lnTo>
                  <a:lnTo>
                    <a:pt x="9876" y="443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53" name="Output_density__4152">
              <a:extLst>
                <a:ext uri="{FF2B5EF4-FFF2-40B4-BE49-F238E27FC236}">
                  <a16:creationId xmlns:a16="http://schemas.microsoft.com/office/drawing/2014/main" id="{812F70DF-FEA5-4EFD-9A9B-82F3ACF2613A}"/>
                </a:ext>
              </a:extLst>
            </p:cNvPr>
            <p:cNvSpPr>
              <a:spLocks noGrp="1"/>
            </p:cNvSpPr>
            <p:nvPr/>
          </p:nvSpPr>
          <p:spPr>
            <a:xfrm>
              <a:off x="15717360" y="4374121"/>
              <a:ext cx="70649" cy="43289"/>
            </a:xfrm>
            <a:custGeom>
              <a:avLst/>
              <a:gdLst/>
              <a:ahLst/>
              <a:cxnLst/>
              <a:rect l="0" t="0" r="0" b="0"/>
              <a:pathLst>
                <a:path w="70649" h="43289">
                  <a:moveTo>
                    <a:pt x="0" y="0"/>
                  </a:moveTo>
                  <a:lnTo>
                    <a:pt x="61808" y="42769"/>
                  </a:lnTo>
                  <a:lnTo>
                    <a:pt x="23044" y="37068"/>
                  </a:lnTo>
                  <a:close/>
                  <a:moveTo>
                    <a:pt x="70649" y="43289"/>
                  </a:moveTo>
                  <a:lnTo>
                    <a:pt x="61808" y="427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54" name="Output_density__4153">
              <a:extLst>
                <a:ext uri="{FF2B5EF4-FFF2-40B4-BE49-F238E27FC236}">
                  <a16:creationId xmlns:a16="http://schemas.microsoft.com/office/drawing/2014/main" id="{174AEDCC-FCB9-138C-8079-11F35E51C6BF}"/>
                </a:ext>
              </a:extLst>
            </p:cNvPr>
            <p:cNvSpPr>
              <a:spLocks noGrp="1"/>
            </p:cNvSpPr>
            <p:nvPr/>
          </p:nvSpPr>
          <p:spPr>
            <a:xfrm>
              <a:off x="15870597" y="4270840"/>
              <a:ext cx="44588" cy="54666"/>
            </a:xfrm>
            <a:custGeom>
              <a:avLst/>
              <a:gdLst/>
              <a:ahLst/>
              <a:cxnLst/>
              <a:rect l="0" t="0" r="0" b="0"/>
              <a:pathLst>
                <a:path w="44588" h="54666">
                  <a:moveTo>
                    <a:pt x="44588" y="0"/>
                  </a:moveTo>
                  <a:lnTo>
                    <a:pt x="0" y="54666"/>
                  </a:lnTo>
                  <a:lnTo>
                    <a:pt x="37662" y="46325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55" name="Output_density__4154">
              <a:extLst>
                <a:ext uri="{FF2B5EF4-FFF2-40B4-BE49-F238E27FC236}">
                  <a16:creationId xmlns:a16="http://schemas.microsoft.com/office/drawing/2014/main" id="{710E72BE-01A4-23F5-C30E-AD57834D4AC8}"/>
                </a:ext>
              </a:extLst>
            </p:cNvPr>
            <p:cNvSpPr>
              <a:spLocks noGrp="1"/>
            </p:cNvSpPr>
            <p:nvPr/>
          </p:nvSpPr>
          <p:spPr>
            <a:xfrm>
              <a:off x="15701780" y="4049656"/>
              <a:ext cx="908187" cy="368715"/>
            </a:xfrm>
            <a:custGeom>
              <a:avLst/>
              <a:gdLst/>
              <a:ahLst/>
              <a:cxnLst/>
              <a:rect l="0" t="0" r="0" b="0"/>
              <a:pathLst>
                <a:path w="908187" h="368715">
                  <a:moveTo>
                    <a:pt x="15580" y="324465"/>
                  </a:moveTo>
                  <a:lnTo>
                    <a:pt x="38623" y="361533"/>
                  </a:lnTo>
                  <a:lnTo>
                    <a:pt x="0" y="315697"/>
                  </a:lnTo>
                  <a:close/>
                  <a:moveTo>
                    <a:pt x="106377" y="343140"/>
                  </a:moveTo>
                  <a:lnTo>
                    <a:pt x="77388" y="367234"/>
                  </a:lnTo>
                  <a:lnTo>
                    <a:pt x="87264" y="368715"/>
                  </a:lnTo>
                  <a:close/>
                  <a:moveTo>
                    <a:pt x="77388" y="367234"/>
                  </a:moveTo>
                  <a:lnTo>
                    <a:pt x="106377" y="343140"/>
                  </a:lnTo>
                  <a:lnTo>
                    <a:pt x="38623" y="361533"/>
                  </a:lnTo>
                  <a:close/>
                  <a:moveTo>
                    <a:pt x="908187" y="32668"/>
                  </a:moveTo>
                  <a:lnTo>
                    <a:pt x="852730" y="0"/>
                  </a:lnTo>
                  <a:lnTo>
                    <a:pt x="869592" y="23267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56" name="Output_density__4155">
              <a:extLst>
                <a:ext uri="{FF2B5EF4-FFF2-40B4-BE49-F238E27FC236}">
                  <a16:creationId xmlns:a16="http://schemas.microsoft.com/office/drawing/2014/main" id="{3020CCB5-950B-C2EF-80C5-932744DDAEFD}"/>
                </a:ext>
              </a:extLst>
            </p:cNvPr>
            <p:cNvSpPr>
              <a:spLocks noGrp="1"/>
            </p:cNvSpPr>
            <p:nvPr/>
          </p:nvSpPr>
          <p:spPr>
            <a:xfrm>
              <a:off x="15691457" y="3997247"/>
              <a:ext cx="879821" cy="447086"/>
            </a:xfrm>
            <a:custGeom>
              <a:avLst/>
              <a:gdLst/>
              <a:ahLst/>
              <a:cxnLst/>
              <a:rect l="0" t="0" r="0" b="0"/>
              <a:pathLst>
                <a:path w="879821" h="447086">
                  <a:moveTo>
                    <a:pt x="17680" y="345577"/>
                  </a:moveTo>
                  <a:lnTo>
                    <a:pt x="36409" y="419643"/>
                  </a:lnTo>
                  <a:lnTo>
                    <a:pt x="0" y="405613"/>
                  </a:lnTo>
                  <a:close/>
                  <a:moveTo>
                    <a:pt x="17680" y="345577"/>
                  </a:moveTo>
                  <a:lnTo>
                    <a:pt x="10324" y="368106"/>
                  </a:lnTo>
                  <a:lnTo>
                    <a:pt x="48947" y="413943"/>
                  </a:lnTo>
                  <a:close/>
                  <a:moveTo>
                    <a:pt x="48947" y="413943"/>
                  </a:moveTo>
                  <a:lnTo>
                    <a:pt x="69651" y="356451"/>
                  </a:lnTo>
                  <a:lnTo>
                    <a:pt x="17680" y="345577"/>
                  </a:lnTo>
                  <a:close/>
                  <a:moveTo>
                    <a:pt x="116700" y="395549"/>
                  </a:moveTo>
                  <a:lnTo>
                    <a:pt x="97588" y="421124"/>
                  </a:lnTo>
                  <a:lnTo>
                    <a:pt x="132482" y="416691"/>
                  </a:lnTo>
                  <a:close/>
                  <a:moveTo>
                    <a:pt x="116700" y="395549"/>
                  </a:moveTo>
                  <a:lnTo>
                    <a:pt x="69651" y="356451"/>
                  </a:lnTo>
                  <a:lnTo>
                    <a:pt x="48947" y="413943"/>
                  </a:lnTo>
                  <a:close/>
                  <a:moveTo>
                    <a:pt x="23005" y="316487"/>
                  </a:moveTo>
                  <a:lnTo>
                    <a:pt x="10324" y="368106"/>
                  </a:lnTo>
                  <a:lnTo>
                    <a:pt x="17680" y="345577"/>
                  </a:lnTo>
                  <a:close/>
                  <a:moveTo>
                    <a:pt x="200725" y="373454"/>
                  </a:moveTo>
                  <a:lnTo>
                    <a:pt x="149414" y="377187"/>
                  </a:lnTo>
                  <a:lnTo>
                    <a:pt x="170559" y="447086"/>
                  </a:lnTo>
                  <a:close/>
                  <a:moveTo>
                    <a:pt x="170559" y="447086"/>
                  </a:moveTo>
                  <a:lnTo>
                    <a:pt x="149414" y="377187"/>
                  </a:lnTo>
                  <a:lnTo>
                    <a:pt x="132482" y="416691"/>
                  </a:lnTo>
                  <a:close/>
                  <a:moveTo>
                    <a:pt x="157752" y="376269"/>
                  </a:moveTo>
                  <a:lnTo>
                    <a:pt x="204188" y="375208"/>
                  </a:lnTo>
                  <a:lnTo>
                    <a:pt x="170559" y="447086"/>
                  </a:lnTo>
                  <a:close/>
                  <a:moveTo>
                    <a:pt x="204188" y="375208"/>
                  </a:moveTo>
                  <a:lnTo>
                    <a:pt x="218422" y="395549"/>
                  </a:lnTo>
                  <a:lnTo>
                    <a:pt x="200725" y="373454"/>
                  </a:lnTo>
                  <a:close/>
                  <a:moveTo>
                    <a:pt x="204188" y="375208"/>
                  </a:moveTo>
                  <a:lnTo>
                    <a:pt x="207256" y="371455"/>
                  </a:lnTo>
                  <a:lnTo>
                    <a:pt x="221499" y="394547"/>
                  </a:lnTo>
                  <a:close/>
                  <a:moveTo>
                    <a:pt x="179141" y="328259"/>
                  </a:moveTo>
                  <a:lnTo>
                    <a:pt x="200725" y="373454"/>
                  </a:lnTo>
                  <a:lnTo>
                    <a:pt x="217993" y="387046"/>
                  </a:lnTo>
                  <a:close/>
                  <a:moveTo>
                    <a:pt x="81684" y="268782"/>
                  </a:moveTo>
                  <a:lnTo>
                    <a:pt x="120001" y="275614"/>
                  </a:lnTo>
                  <a:lnTo>
                    <a:pt x="94685" y="275372"/>
                  </a:lnTo>
                  <a:close/>
                  <a:moveTo>
                    <a:pt x="207660" y="253289"/>
                  </a:moveTo>
                  <a:lnTo>
                    <a:pt x="200283" y="244288"/>
                  </a:lnTo>
                  <a:lnTo>
                    <a:pt x="201941" y="246980"/>
                  </a:lnTo>
                  <a:close/>
                  <a:moveTo>
                    <a:pt x="201941" y="246980"/>
                  </a:moveTo>
                  <a:lnTo>
                    <a:pt x="223729" y="273593"/>
                  </a:lnTo>
                  <a:lnTo>
                    <a:pt x="253427" y="295825"/>
                  </a:lnTo>
                  <a:close/>
                  <a:moveTo>
                    <a:pt x="200283" y="244288"/>
                  </a:moveTo>
                  <a:lnTo>
                    <a:pt x="186783" y="196561"/>
                  </a:lnTo>
                  <a:lnTo>
                    <a:pt x="201941" y="246980"/>
                  </a:lnTo>
                  <a:close/>
                  <a:moveTo>
                    <a:pt x="879821" y="75631"/>
                  </a:moveTo>
                  <a:lnTo>
                    <a:pt x="861539" y="46747"/>
                  </a:lnTo>
                  <a:lnTo>
                    <a:pt x="85727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57" name="Output_density__4156">
              <a:extLst>
                <a:ext uri="{FF2B5EF4-FFF2-40B4-BE49-F238E27FC236}">
                  <a16:creationId xmlns:a16="http://schemas.microsoft.com/office/drawing/2014/main" id="{7760E5C1-2908-6AD4-310A-36D714A4ACA5}"/>
                </a:ext>
              </a:extLst>
            </p:cNvPr>
            <p:cNvSpPr>
              <a:spLocks noGrp="1"/>
            </p:cNvSpPr>
            <p:nvPr/>
          </p:nvSpPr>
          <p:spPr>
            <a:xfrm>
              <a:off x="15761108" y="4244226"/>
              <a:ext cx="183776" cy="200106"/>
            </a:xfrm>
            <a:custGeom>
              <a:avLst/>
              <a:gdLst/>
              <a:ahLst/>
              <a:cxnLst/>
              <a:rect l="0" t="0" r="0" b="0"/>
              <a:pathLst>
                <a:path w="183776" h="200106">
                  <a:moveTo>
                    <a:pt x="134537" y="128229"/>
                  </a:moveTo>
                  <a:lnTo>
                    <a:pt x="131074" y="126474"/>
                  </a:lnTo>
                  <a:lnTo>
                    <a:pt x="100908" y="200106"/>
                  </a:lnTo>
                  <a:close/>
                  <a:moveTo>
                    <a:pt x="47050" y="148569"/>
                  </a:moveTo>
                  <a:lnTo>
                    <a:pt x="62832" y="169711"/>
                  </a:lnTo>
                  <a:lnTo>
                    <a:pt x="79763" y="130207"/>
                  </a:lnTo>
                  <a:close/>
                  <a:moveTo>
                    <a:pt x="0" y="109471"/>
                  </a:moveTo>
                  <a:lnTo>
                    <a:pt x="47050" y="148569"/>
                  </a:lnTo>
                  <a:lnTo>
                    <a:pt x="59473" y="72939"/>
                  </a:lnTo>
                  <a:close/>
                  <a:moveTo>
                    <a:pt x="84725" y="116667"/>
                  </a:moveTo>
                  <a:lnTo>
                    <a:pt x="47050" y="148569"/>
                  </a:lnTo>
                  <a:lnTo>
                    <a:pt x="79763" y="130207"/>
                  </a:lnTo>
                  <a:close/>
                  <a:moveTo>
                    <a:pt x="109490" y="81279"/>
                  </a:moveTo>
                  <a:lnTo>
                    <a:pt x="84725" y="116667"/>
                  </a:lnTo>
                  <a:lnTo>
                    <a:pt x="79763" y="130207"/>
                  </a:lnTo>
                  <a:close/>
                  <a:moveTo>
                    <a:pt x="2952" y="91928"/>
                  </a:moveTo>
                  <a:lnTo>
                    <a:pt x="63398" y="36929"/>
                  </a:lnTo>
                  <a:lnTo>
                    <a:pt x="50350" y="28634"/>
                  </a:lnTo>
                  <a:close/>
                  <a:moveTo>
                    <a:pt x="2952" y="91928"/>
                  </a:moveTo>
                  <a:lnTo>
                    <a:pt x="50350" y="28634"/>
                  </a:lnTo>
                  <a:lnTo>
                    <a:pt x="12033" y="21802"/>
                  </a:lnTo>
                  <a:close/>
                  <a:moveTo>
                    <a:pt x="63398" y="36929"/>
                  </a:moveTo>
                  <a:lnTo>
                    <a:pt x="92480" y="72939"/>
                  </a:lnTo>
                  <a:lnTo>
                    <a:pt x="50350" y="28634"/>
                  </a:lnTo>
                  <a:close/>
                  <a:moveTo>
                    <a:pt x="92480" y="72939"/>
                  </a:moveTo>
                  <a:lnTo>
                    <a:pt x="109490" y="81279"/>
                  </a:lnTo>
                  <a:lnTo>
                    <a:pt x="50350" y="28634"/>
                  </a:lnTo>
                  <a:close/>
                  <a:moveTo>
                    <a:pt x="147152" y="72939"/>
                  </a:moveTo>
                  <a:lnTo>
                    <a:pt x="172479" y="100381"/>
                  </a:lnTo>
                  <a:lnTo>
                    <a:pt x="183776" y="48845"/>
                  </a:lnTo>
                  <a:close/>
                  <a:moveTo>
                    <a:pt x="183776" y="48845"/>
                  </a:moveTo>
                  <a:lnTo>
                    <a:pt x="154078" y="26613"/>
                  </a:lnTo>
                  <a:lnTo>
                    <a:pt x="147152" y="72939"/>
                  </a:lnTo>
                  <a:close/>
                  <a:moveTo>
                    <a:pt x="183776" y="48845"/>
                  </a:moveTo>
                  <a:lnTo>
                    <a:pt x="138009" y="6309"/>
                  </a:lnTo>
                  <a:lnTo>
                    <a:pt x="132290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58" name="Output_density__4157">
              <a:extLst>
                <a:ext uri="{FF2B5EF4-FFF2-40B4-BE49-F238E27FC236}">
                  <a16:creationId xmlns:a16="http://schemas.microsoft.com/office/drawing/2014/main" id="{06D9485F-E77E-C6B0-3574-58B438DBFC63}"/>
                </a:ext>
              </a:extLst>
            </p:cNvPr>
            <p:cNvSpPr>
              <a:spLocks noGrp="1"/>
            </p:cNvSpPr>
            <p:nvPr/>
          </p:nvSpPr>
          <p:spPr>
            <a:xfrm>
              <a:off x="15761108" y="4250536"/>
              <a:ext cx="221290" cy="142260"/>
            </a:xfrm>
            <a:custGeom>
              <a:avLst/>
              <a:gdLst/>
              <a:ahLst/>
              <a:cxnLst/>
              <a:rect l="0" t="0" r="0" b="0"/>
              <a:pathLst>
                <a:path w="221290" h="142260">
                  <a:moveTo>
                    <a:pt x="2952" y="85619"/>
                  </a:moveTo>
                  <a:lnTo>
                    <a:pt x="0" y="103162"/>
                  </a:lnTo>
                  <a:lnTo>
                    <a:pt x="59473" y="66630"/>
                  </a:lnTo>
                  <a:close/>
                  <a:moveTo>
                    <a:pt x="59473" y="66630"/>
                  </a:moveTo>
                  <a:lnTo>
                    <a:pt x="47050" y="142260"/>
                  </a:lnTo>
                  <a:lnTo>
                    <a:pt x="84725" y="110358"/>
                  </a:lnTo>
                  <a:close/>
                  <a:moveTo>
                    <a:pt x="92480" y="66630"/>
                  </a:moveTo>
                  <a:lnTo>
                    <a:pt x="84725" y="110358"/>
                  </a:lnTo>
                  <a:lnTo>
                    <a:pt x="109490" y="74970"/>
                  </a:lnTo>
                  <a:close/>
                  <a:moveTo>
                    <a:pt x="109490" y="74970"/>
                  </a:moveTo>
                  <a:lnTo>
                    <a:pt x="79763" y="123898"/>
                  </a:lnTo>
                  <a:lnTo>
                    <a:pt x="131074" y="120165"/>
                  </a:lnTo>
                  <a:close/>
                  <a:moveTo>
                    <a:pt x="59473" y="66630"/>
                  </a:moveTo>
                  <a:lnTo>
                    <a:pt x="63398" y="30619"/>
                  </a:lnTo>
                  <a:lnTo>
                    <a:pt x="2952" y="85619"/>
                  </a:lnTo>
                  <a:close/>
                  <a:moveTo>
                    <a:pt x="134537" y="121919"/>
                  </a:moveTo>
                  <a:lnTo>
                    <a:pt x="164072" y="97447"/>
                  </a:lnTo>
                  <a:lnTo>
                    <a:pt x="137605" y="118166"/>
                  </a:lnTo>
                  <a:close/>
                  <a:moveTo>
                    <a:pt x="147152" y="66630"/>
                  </a:moveTo>
                  <a:lnTo>
                    <a:pt x="137605" y="118166"/>
                  </a:lnTo>
                  <a:lnTo>
                    <a:pt x="172479" y="94072"/>
                  </a:lnTo>
                  <a:close/>
                  <a:moveTo>
                    <a:pt x="63398" y="30619"/>
                  </a:moveTo>
                  <a:lnTo>
                    <a:pt x="117413" y="42535"/>
                  </a:lnTo>
                  <a:lnTo>
                    <a:pt x="92480" y="66630"/>
                  </a:lnTo>
                  <a:close/>
                  <a:moveTo>
                    <a:pt x="183776" y="42535"/>
                  </a:moveTo>
                  <a:lnTo>
                    <a:pt x="221290" y="18442"/>
                  </a:lnTo>
                  <a:lnTo>
                    <a:pt x="138009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59" name="Output_density__4158">
              <a:extLst>
                <a:ext uri="{FF2B5EF4-FFF2-40B4-BE49-F238E27FC236}">
                  <a16:creationId xmlns:a16="http://schemas.microsoft.com/office/drawing/2014/main" id="{19C05739-2FD4-879C-10D1-DC3E2018E028}"/>
                </a:ext>
              </a:extLst>
            </p:cNvPr>
            <p:cNvSpPr>
              <a:spLocks noGrp="1"/>
            </p:cNvSpPr>
            <p:nvPr/>
          </p:nvSpPr>
          <p:spPr>
            <a:xfrm>
              <a:off x="16035208" y="4382688"/>
              <a:ext cx="28774" cy="27319"/>
            </a:xfrm>
            <a:custGeom>
              <a:avLst/>
              <a:gdLst/>
              <a:ahLst/>
              <a:cxnLst/>
              <a:rect l="0" t="0" r="0" b="0"/>
              <a:pathLst>
                <a:path w="28774" h="27319">
                  <a:moveTo>
                    <a:pt x="11632" y="13457"/>
                  </a:moveTo>
                  <a:lnTo>
                    <a:pt x="28774" y="0"/>
                  </a:lnTo>
                  <a:lnTo>
                    <a:pt x="0" y="2731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60" name="Output_density__4159">
              <a:extLst>
                <a:ext uri="{FF2B5EF4-FFF2-40B4-BE49-F238E27FC236}">
                  <a16:creationId xmlns:a16="http://schemas.microsoft.com/office/drawing/2014/main" id="{B3A5AD4D-DB59-D51C-7A52-BD54464334E2}"/>
                </a:ext>
              </a:extLst>
            </p:cNvPr>
            <p:cNvSpPr>
              <a:spLocks noGrp="1"/>
            </p:cNvSpPr>
            <p:nvPr/>
          </p:nvSpPr>
          <p:spPr>
            <a:xfrm>
              <a:off x="15710752" y="4055104"/>
              <a:ext cx="977313" cy="413322"/>
            </a:xfrm>
            <a:custGeom>
              <a:avLst/>
              <a:gdLst/>
              <a:ahLst/>
              <a:cxnLst/>
              <a:rect l="0" t="0" r="0" b="0"/>
              <a:pathLst>
                <a:path w="977313" h="413322">
                  <a:moveTo>
                    <a:pt x="17114" y="361786"/>
                  </a:moveTo>
                  <a:lnTo>
                    <a:pt x="18327" y="337692"/>
                  </a:lnTo>
                  <a:lnTo>
                    <a:pt x="0" y="413322"/>
                  </a:lnTo>
                  <a:close/>
                  <a:moveTo>
                    <a:pt x="309313" y="338064"/>
                  </a:moveTo>
                  <a:lnTo>
                    <a:pt x="284358" y="379660"/>
                  </a:lnTo>
                  <a:lnTo>
                    <a:pt x="353230" y="327584"/>
                  </a:lnTo>
                  <a:close/>
                  <a:moveTo>
                    <a:pt x="336088" y="341041"/>
                  </a:moveTo>
                  <a:lnTo>
                    <a:pt x="359860" y="316947"/>
                  </a:lnTo>
                  <a:lnTo>
                    <a:pt x="353230" y="327584"/>
                  </a:lnTo>
                  <a:close/>
                  <a:moveTo>
                    <a:pt x="392740" y="241316"/>
                  </a:moveTo>
                  <a:lnTo>
                    <a:pt x="370865" y="258619"/>
                  </a:lnTo>
                  <a:lnTo>
                    <a:pt x="359860" y="316947"/>
                  </a:lnTo>
                  <a:close/>
                  <a:moveTo>
                    <a:pt x="370865" y="258619"/>
                  </a:moveTo>
                  <a:lnTo>
                    <a:pt x="392740" y="241316"/>
                  </a:lnTo>
                  <a:lnTo>
                    <a:pt x="448083" y="237747"/>
                  </a:lnTo>
                  <a:close/>
                  <a:moveTo>
                    <a:pt x="467762" y="176425"/>
                  </a:moveTo>
                  <a:lnTo>
                    <a:pt x="460790" y="217222"/>
                  </a:lnTo>
                  <a:lnTo>
                    <a:pt x="478387" y="176374"/>
                  </a:lnTo>
                  <a:close/>
                  <a:moveTo>
                    <a:pt x="942143" y="13044"/>
                  </a:moveTo>
                  <a:lnTo>
                    <a:pt x="977313" y="21122"/>
                  </a:lnTo>
                  <a:lnTo>
                    <a:pt x="928016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61" name="Output_density__4160">
              <a:extLst>
                <a:ext uri="{FF2B5EF4-FFF2-40B4-BE49-F238E27FC236}">
                  <a16:creationId xmlns:a16="http://schemas.microsoft.com/office/drawing/2014/main" id="{66014EC7-4DA4-D8CD-4BF0-9750ADC7B76D}"/>
                </a:ext>
              </a:extLst>
            </p:cNvPr>
            <p:cNvSpPr>
              <a:spLocks noGrp="1"/>
            </p:cNvSpPr>
            <p:nvPr/>
          </p:nvSpPr>
          <p:spPr>
            <a:xfrm>
              <a:off x="15633971" y="3845986"/>
              <a:ext cx="1004797" cy="556874"/>
            </a:xfrm>
            <a:custGeom>
              <a:avLst/>
              <a:gdLst/>
              <a:ahLst/>
              <a:cxnLst/>
              <a:rect l="0" t="0" r="0" b="0"/>
              <a:pathLst>
                <a:path w="1004797" h="556874">
                  <a:moveTo>
                    <a:pt x="70960" y="495273"/>
                  </a:moveTo>
                  <a:lnTo>
                    <a:pt x="75166" y="496838"/>
                  </a:lnTo>
                  <a:lnTo>
                    <a:pt x="33786" y="508040"/>
                  </a:lnTo>
                  <a:close/>
                  <a:moveTo>
                    <a:pt x="75166" y="496838"/>
                  </a:moveTo>
                  <a:lnTo>
                    <a:pt x="57486" y="556874"/>
                  </a:lnTo>
                  <a:lnTo>
                    <a:pt x="33786" y="508040"/>
                  </a:lnTo>
                  <a:close/>
                  <a:moveTo>
                    <a:pt x="11190" y="448124"/>
                  </a:moveTo>
                  <a:lnTo>
                    <a:pt x="70960" y="495273"/>
                  </a:lnTo>
                  <a:lnTo>
                    <a:pt x="24402" y="472957"/>
                  </a:lnTo>
                  <a:close/>
                  <a:moveTo>
                    <a:pt x="75166" y="496838"/>
                  </a:moveTo>
                  <a:lnTo>
                    <a:pt x="70960" y="495273"/>
                  </a:lnTo>
                  <a:lnTo>
                    <a:pt x="11190" y="448124"/>
                  </a:lnTo>
                  <a:close/>
                  <a:moveTo>
                    <a:pt x="70960" y="495273"/>
                  </a:moveTo>
                  <a:lnTo>
                    <a:pt x="77637" y="494829"/>
                  </a:lnTo>
                  <a:lnTo>
                    <a:pt x="24402" y="472957"/>
                  </a:lnTo>
                  <a:close/>
                  <a:moveTo>
                    <a:pt x="24402" y="472957"/>
                  </a:moveTo>
                  <a:lnTo>
                    <a:pt x="77637" y="494829"/>
                  </a:lnTo>
                  <a:lnTo>
                    <a:pt x="95730" y="430063"/>
                  </a:lnTo>
                  <a:close/>
                  <a:moveTo>
                    <a:pt x="24402" y="472957"/>
                  </a:moveTo>
                  <a:lnTo>
                    <a:pt x="95730" y="430063"/>
                  </a:lnTo>
                  <a:lnTo>
                    <a:pt x="48331" y="427522"/>
                  </a:lnTo>
                  <a:close/>
                  <a:moveTo>
                    <a:pt x="136799" y="419643"/>
                  </a:moveTo>
                  <a:lnTo>
                    <a:pt x="95730" y="430063"/>
                  </a:lnTo>
                  <a:lnTo>
                    <a:pt x="139170" y="420043"/>
                  </a:lnTo>
                  <a:close/>
                  <a:moveTo>
                    <a:pt x="139170" y="420043"/>
                  </a:moveTo>
                  <a:lnTo>
                    <a:pt x="95730" y="430063"/>
                  </a:lnTo>
                  <a:lnTo>
                    <a:pt x="77637" y="494829"/>
                  </a:lnTo>
                  <a:close/>
                  <a:moveTo>
                    <a:pt x="139170" y="420043"/>
                  </a:moveTo>
                  <a:lnTo>
                    <a:pt x="77637" y="494829"/>
                  </a:lnTo>
                  <a:lnTo>
                    <a:pt x="130089" y="490169"/>
                  </a:lnTo>
                  <a:close/>
                  <a:moveTo>
                    <a:pt x="40252" y="419643"/>
                  </a:moveTo>
                  <a:lnTo>
                    <a:pt x="0" y="443737"/>
                  </a:lnTo>
                  <a:lnTo>
                    <a:pt x="24402" y="472957"/>
                  </a:lnTo>
                  <a:close/>
                  <a:moveTo>
                    <a:pt x="215862" y="521162"/>
                  </a:moveTo>
                  <a:lnTo>
                    <a:pt x="215238" y="527530"/>
                  </a:lnTo>
                  <a:lnTo>
                    <a:pt x="209080" y="544283"/>
                  </a:lnTo>
                  <a:close/>
                  <a:moveTo>
                    <a:pt x="186610" y="471179"/>
                  </a:moveTo>
                  <a:lnTo>
                    <a:pt x="211862" y="514908"/>
                  </a:lnTo>
                  <a:lnTo>
                    <a:pt x="200937" y="498622"/>
                  </a:lnTo>
                  <a:close/>
                  <a:moveTo>
                    <a:pt x="219341" y="447085"/>
                  </a:moveTo>
                  <a:lnTo>
                    <a:pt x="186610" y="471179"/>
                  </a:lnTo>
                  <a:lnTo>
                    <a:pt x="200937" y="498622"/>
                  </a:lnTo>
                  <a:close/>
                  <a:moveTo>
                    <a:pt x="286983" y="498622"/>
                  </a:moveTo>
                  <a:lnTo>
                    <a:pt x="215862" y="521162"/>
                  </a:lnTo>
                  <a:lnTo>
                    <a:pt x="219617" y="471179"/>
                  </a:lnTo>
                  <a:close/>
                  <a:moveTo>
                    <a:pt x="244550" y="447085"/>
                  </a:moveTo>
                  <a:lnTo>
                    <a:pt x="286983" y="498622"/>
                  </a:lnTo>
                  <a:lnTo>
                    <a:pt x="219617" y="471179"/>
                  </a:lnTo>
                  <a:close/>
                  <a:moveTo>
                    <a:pt x="226964" y="436471"/>
                  </a:moveTo>
                  <a:lnTo>
                    <a:pt x="244550" y="447085"/>
                  </a:lnTo>
                  <a:lnTo>
                    <a:pt x="190535" y="435169"/>
                  </a:lnTo>
                  <a:close/>
                  <a:moveTo>
                    <a:pt x="98815" y="414869"/>
                  </a:moveTo>
                  <a:lnTo>
                    <a:pt x="95730" y="430063"/>
                  </a:lnTo>
                  <a:lnTo>
                    <a:pt x="136799" y="419643"/>
                  </a:lnTo>
                  <a:close/>
                  <a:moveTo>
                    <a:pt x="310913" y="447085"/>
                  </a:moveTo>
                  <a:lnTo>
                    <a:pt x="299616" y="498622"/>
                  </a:lnTo>
                  <a:lnTo>
                    <a:pt x="325498" y="474528"/>
                  </a:lnTo>
                  <a:close/>
                  <a:moveTo>
                    <a:pt x="310913" y="447085"/>
                  </a:moveTo>
                  <a:lnTo>
                    <a:pt x="325498" y="474528"/>
                  </a:lnTo>
                  <a:lnTo>
                    <a:pt x="348427" y="422992"/>
                  </a:lnTo>
                  <a:close/>
                  <a:moveTo>
                    <a:pt x="257770" y="395549"/>
                  </a:moveTo>
                  <a:lnTo>
                    <a:pt x="265146" y="404550"/>
                  </a:lnTo>
                  <a:lnTo>
                    <a:pt x="297369" y="390126"/>
                  </a:lnTo>
                  <a:close/>
                  <a:moveTo>
                    <a:pt x="257770" y="395549"/>
                  </a:moveTo>
                  <a:lnTo>
                    <a:pt x="297369" y="390126"/>
                  </a:lnTo>
                  <a:lnTo>
                    <a:pt x="269453" y="371455"/>
                  </a:lnTo>
                  <a:close/>
                  <a:moveTo>
                    <a:pt x="348427" y="422992"/>
                  </a:moveTo>
                  <a:lnTo>
                    <a:pt x="297369" y="390126"/>
                  </a:lnTo>
                  <a:lnTo>
                    <a:pt x="265146" y="404550"/>
                  </a:lnTo>
                  <a:close/>
                  <a:moveTo>
                    <a:pt x="244183" y="344012"/>
                  </a:moveTo>
                  <a:lnTo>
                    <a:pt x="257770" y="395549"/>
                  </a:lnTo>
                  <a:lnTo>
                    <a:pt x="269453" y="371455"/>
                  </a:lnTo>
                  <a:close/>
                  <a:moveTo>
                    <a:pt x="244183" y="344012"/>
                  </a:moveTo>
                  <a:lnTo>
                    <a:pt x="269453" y="371455"/>
                  </a:lnTo>
                  <a:lnTo>
                    <a:pt x="236202" y="319918"/>
                  </a:lnTo>
                  <a:close/>
                  <a:moveTo>
                    <a:pt x="430341" y="403035"/>
                  </a:moveTo>
                  <a:lnTo>
                    <a:pt x="444431" y="422992"/>
                  </a:lnTo>
                  <a:lnTo>
                    <a:pt x="428666" y="399360"/>
                  </a:lnTo>
                  <a:close/>
                  <a:moveTo>
                    <a:pt x="269453" y="371455"/>
                  </a:moveTo>
                  <a:lnTo>
                    <a:pt x="297369" y="390126"/>
                  </a:lnTo>
                  <a:lnTo>
                    <a:pt x="306138" y="360266"/>
                  </a:lnTo>
                  <a:close/>
                  <a:moveTo>
                    <a:pt x="306138" y="360266"/>
                  </a:moveTo>
                  <a:lnTo>
                    <a:pt x="297369" y="390126"/>
                  </a:lnTo>
                  <a:lnTo>
                    <a:pt x="357702" y="419070"/>
                  </a:lnTo>
                  <a:close/>
                  <a:moveTo>
                    <a:pt x="269453" y="371455"/>
                  </a:moveTo>
                  <a:lnTo>
                    <a:pt x="306138" y="360266"/>
                  </a:lnTo>
                  <a:lnTo>
                    <a:pt x="236202" y="319918"/>
                  </a:lnTo>
                  <a:close/>
                  <a:moveTo>
                    <a:pt x="347080" y="302220"/>
                  </a:moveTo>
                  <a:lnTo>
                    <a:pt x="306138" y="360266"/>
                  </a:lnTo>
                  <a:lnTo>
                    <a:pt x="362827" y="352160"/>
                  </a:lnTo>
                  <a:close/>
                  <a:moveTo>
                    <a:pt x="501700" y="440710"/>
                  </a:moveTo>
                  <a:lnTo>
                    <a:pt x="430341" y="403035"/>
                  </a:lnTo>
                  <a:lnTo>
                    <a:pt x="431077" y="397400"/>
                  </a:lnTo>
                  <a:close/>
                  <a:moveTo>
                    <a:pt x="431077" y="397400"/>
                  </a:moveTo>
                  <a:lnTo>
                    <a:pt x="448755" y="398898"/>
                  </a:lnTo>
                  <a:lnTo>
                    <a:pt x="501700" y="440710"/>
                  </a:lnTo>
                  <a:close/>
                  <a:moveTo>
                    <a:pt x="1004797" y="209118"/>
                  </a:moveTo>
                  <a:lnTo>
                    <a:pt x="964334" y="178704"/>
                  </a:lnTo>
                  <a:lnTo>
                    <a:pt x="920540" y="203670"/>
                  </a:lnTo>
                  <a:close/>
                  <a:moveTo>
                    <a:pt x="914587" y="81961"/>
                  </a:moveTo>
                  <a:lnTo>
                    <a:pt x="945215" y="121247"/>
                  </a:lnTo>
                  <a:lnTo>
                    <a:pt x="942521" y="127167"/>
                  </a:lnTo>
                  <a:close/>
                  <a:moveTo>
                    <a:pt x="942521" y="127167"/>
                  </a:moveTo>
                  <a:lnTo>
                    <a:pt x="945215" y="121247"/>
                  </a:lnTo>
                  <a:lnTo>
                    <a:pt x="914763" y="151261"/>
                  </a:lnTo>
                  <a:close/>
                  <a:moveTo>
                    <a:pt x="914845" y="47479"/>
                  </a:moveTo>
                  <a:lnTo>
                    <a:pt x="914587" y="81961"/>
                  </a:lnTo>
                  <a:lnTo>
                    <a:pt x="913622" y="75631"/>
                  </a:lnTo>
                  <a:close/>
                  <a:moveTo>
                    <a:pt x="920550" y="0"/>
                  </a:moveTo>
                  <a:lnTo>
                    <a:pt x="915752" y="18272"/>
                  </a:lnTo>
                  <a:lnTo>
                    <a:pt x="913622" y="756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62" name="Output_density__4161">
              <a:extLst>
                <a:ext uri="{FF2B5EF4-FFF2-40B4-BE49-F238E27FC236}">
                  <a16:creationId xmlns:a16="http://schemas.microsoft.com/office/drawing/2014/main" id="{BA8A211C-C1CA-5002-C844-70C19EDE043C}"/>
                </a:ext>
              </a:extLst>
            </p:cNvPr>
            <p:cNvSpPr>
              <a:spLocks noGrp="1"/>
            </p:cNvSpPr>
            <p:nvPr/>
          </p:nvSpPr>
          <p:spPr>
            <a:xfrm>
              <a:off x="15698453" y="4052132"/>
              <a:ext cx="997006" cy="364758"/>
            </a:xfrm>
            <a:custGeom>
              <a:avLst/>
              <a:gdLst/>
              <a:ahLst/>
              <a:cxnLst/>
              <a:rect l="0" t="0" r="0" b="0"/>
              <a:pathLst>
                <a:path w="997006" h="364758">
                  <a:moveTo>
                    <a:pt x="30627" y="340664"/>
                  </a:moveTo>
                  <a:lnTo>
                    <a:pt x="29413" y="364758"/>
                  </a:lnTo>
                  <a:lnTo>
                    <a:pt x="10684" y="290692"/>
                  </a:lnTo>
                  <a:close/>
                  <a:moveTo>
                    <a:pt x="29565" y="338085"/>
                  </a:moveTo>
                  <a:lnTo>
                    <a:pt x="6478" y="289127"/>
                  </a:lnTo>
                  <a:lnTo>
                    <a:pt x="0" y="281762"/>
                  </a:lnTo>
                  <a:close/>
                  <a:moveTo>
                    <a:pt x="29565" y="338085"/>
                  </a:moveTo>
                  <a:lnTo>
                    <a:pt x="30627" y="340664"/>
                  </a:lnTo>
                  <a:lnTo>
                    <a:pt x="65607" y="284023"/>
                  </a:lnTo>
                  <a:close/>
                  <a:moveTo>
                    <a:pt x="19675" y="157897"/>
                  </a:moveTo>
                  <a:lnTo>
                    <a:pt x="72317" y="213497"/>
                  </a:lnTo>
                  <a:lnTo>
                    <a:pt x="22993" y="161960"/>
                  </a:lnTo>
                  <a:close/>
                  <a:moveTo>
                    <a:pt x="365859" y="196889"/>
                  </a:moveTo>
                  <a:lnTo>
                    <a:pt x="405039" y="244288"/>
                  </a:lnTo>
                  <a:lnTo>
                    <a:pt x="379949" y="216845"/>
                  </a:lnTo>
                  <a:close/>
                  <a:moveTo>
                    <a:pt x="280042" y="89678"/>
                  </a:moveTo>
                  <a:lnTo>
                    <a:pt x="250725" y="115773"/>
                  </a:lnTo>
                  <a:lnTo>
                    <a:pt x="282598" y="96074"/>
                  </a:lnTo>
                  <a:close/>
                  <a:moveTo>
                    <a:pt x="258752" y="14735"/>
                  </a:moveTo>
                  <a:lnTo>
                    <a:pt x="256408" y="79384"/>
                  </a:lnTo>
                  <a:lnTo>
                    <a:pt x="280042" y="89678"/>
                  </a:lnTo>
                  <a:close/>
                  <a:moveTo>
                    <a:pt x="989613" y="24094"/>
                  </a:moveTo>
                  <a:lnTo>
                    <a:pt x="997006" y="0"/>
                  </a:lnTo>
                  <a:lnTo>
                    <a:pt x="940315" y="2972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63" name="Output_density__4162">
              <a:extLst>
                <a:ext uri="{FF2B5EF4-FFF2-40B4-BE49-F238E27FC236}">
                  <a16:creationId xmlns:a16="http://schemas.microsoft.com/office/drawing/2014/main" id="{7D3970F4-9D4D-02A9-E655-2ADD1950470C}"/>
                </a:ext>
              </a:extLst>
            </p:cNvPr>
            <p:cNvSpPr>
              <a:spLocks noGrp="1"/>
            </p:cNvSpPr>
            <p:nvPr/>
          </p:nvSpPr>
          <p:spPr>
            <a:xfrm>
              <a:off x="15595341" y="4043993"/>
              <a:ext cx="1043427" cy="348803"/>
            </a:xfrm>
            <a:custGeom>
              <a:avLst/>
              <a:gdLst/>
              <a:ahLst/>
              <a:cxnLst/>
              <a:rect l="0" t="0" r="0" b="0"/>
              <a:pathLst>
                <a:path w="1043427" h="348803">
                  <a:moveTo>
                    <a:pt x="165767" y="309705"/>
                  </a:moveTo>
                  <a:lnTo>
                    <a:pt x="133739" y="348803"/>
                  </a:lnTo>
                  <a:lnTo>
                    <a:pt x="113796" y="298830"/>
                  </a:lnTo>
                  <a:close/>
                  <a:moveTo>
                    <a:pt x="77258" y="265792"/>
                  </a:moveTo>
                  <a:lnTo>
                    <a:pt x="113796" y="298830"/>
                  </a:lnTo>
                  <a:lnTo>
                    <a:pt x="49820" y="250117"/>
                  </a:lnTo>
                  <a:close/>
                  <a:moveTo>
                    <a:pt x="38630" y="245729"/>
                  </a:moveTo>
                  <a:lnTo>
                    <a:pt x="49820" y="250117"/>
                  </a:lnTo>
                  <a:lnTo>
                    <a:pt x="63032" y="274950"/>
                  </a:lnTo>
                  <a:close/>
                  <a:moveTo>
                    <a:pt x="116267" y="296822"/>
                  </a:moveTo>
                  <a:lnTo>
                    <a:pt x="109590" y="297266"/>
                  </a:lnTo>
                  <a:lnTo>
                    <a:pt x="132677" y="346224"/>
                  </a:lnTo>
                  <a:close/>
                  <a:moveTo>
                    <a:pt x="168719" y="292162"/>
                  </a:moveTo>
                  <a:lnTo>
                    <a:pt x="133739" y="348803"/>
                  </a:lnTo>
                  <a:lnTo>
                    <a:pt x="165767" y="309705"/>
                  </a:lnTo>
                  <a:close/>
                  <a:moveTo>
                    <a:pt x="116267" y="296822"/>
                  </a:moveTo>
                  <a:lnTo>
                    <a:pt x="132677" y="346224"/>
                  </a:lnTo>
                  <a:lnTo>
                    <a:pt x="168719" y="292162"/>
                  </a:lnTo>
                  <a:close/>
                  <a:moveTo>
                    <a:pt x="78881" y="221636"/>
                  </a:moveTo>
                  <a:lnTo>
                    <a:pt x="0" y="189895"/>
                  </a:lnTo>
                  <a:lnTo>
                    <a:pt x="8102" y="194193"/>
                  </a:lnTo>
                  <a:close/>
                  <a:moveTo>
                    <a:pt x="78881" y="221636"/>
                  </a:moveTo>
                  <a:lnTo>
                    <a:pt x="8102" y="194193"/>
                  </a:lnTo>
                  <a:lnTo>
                    <a:pt x="38630" y="245729"/>
                  </a:lnTo>
                  <a:close/>
                  <a:moveTo>
                    <a:pt x="175429" y="221636"/>
                  </a:moveTo>
                  <a:lnTo>
                    <a:pt x="177800" y="222036"/>
                  </a:lnTo>
                  <a:lnTo>
                    <a:pt x="126105" y="170099"/>
                  </a:lnTo>
                  <a:close/>
                  <a:moveTo>
                    <a:pt x="86929" y="219947"/>
                  </a:moveTo>
                  <a:lnTo>
                    <a:pt x="137445" y="216862"/>
                  </a:lnTo>
                  <a:lnTo>
                    <a:pt x="122787" y="166036"/>
                  </a:lnTo>
                  <a:close/>
                  <a:moveTo>
                    <a:pt x="122787" y="166036"/>
                  </a:moveTo>
                  <a:lnTo>
                    <a:pt x="137445" y="216862"/>
                  </a:lnTo>
                  <a:lnTo>
                    <a:pt x="175429" y="221636"/>
                  </a:lnTo>
                  <a:close/>
                  <a:moveTo>
                    <a:pt x="385710" y="104213"/>
                  </a:moveTo>
                  <a:lnTo>
                    <a:pt x="353836" y="123912"/>
                  </a:lnTo>
                  <a:lnTo>
                    <a:pt x="344768" y="162258"/>
                  </a:lnTo>
                  <a:close/>
                  <a:moveTo>
                    <a:pt x="401457" y="154153"/>
                  </a:moveTo>
                  <a:lnTo>
                    <a:pt x="449106" y="153397"/>
                  </a:lnTo>
                  <a:lnTo>
                    <a:pt x="385710" y="104213"/>
                  </a:lnTo>
                  <a:close/>
                  <a:moveTo>
                    <a:pt x="274832" y="121911"/>
                  </a:moveTo>
                  <a:lnTo>
                    <a:pt x="275944" y="117486"/>
                  </a:lnTo>
                  <a:lnTo>
                    <a:pt x="269372" y="60086"/>
                  </a:lnTo>
                  <a:close/>
                  <a:moveTo>
                    <a:pt x="353836" y="123912"/>
                  </a:moveTo>
                  <a:lnTo>
                    <a:pt x="383153" y="97817"/>
                  </a:lnTo>
                  <a:lnTo>
                    <a:pt x="359520" y="87522"/>
                  </a:lnTo>
                  <a:close/>
                  <a:moveTo>
                    <a:pt x="959170" y="5663"/>
                  </a:moveTo>
                  <a:lnTo>
                    <a:pt x="958236" y="5359"/>
                  </a:lnTo>
                  <a:lnTo>
                    <a:pt x="976032" y="28930"/>
                  </a:lnTo>
                  <a:close/>
                  <a:moveTo>
                    <a:pt x="958236" y="5359"/>
                  </a:moveTo>
                  <a:lnTo>
                    <a:pt x="957655" y="0"/>
                  </a:lnTo>
                  <a:lnTo>
                    <a:pt x="975937" y="28884"/>
                  </a:lnTo>
                  <a:close/>
                  <a:moveTo>
                    <a:pt x="1014627" y="38330"/>
                  </a:moveTo>
                  <a:lnTo>
                    <a:pt x="1043427" y="11111"/>
                  </a:lnTo>
                  <a:lnTo>
                    <a:pt x="959170" y="566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64" name="Output_density__4163">
              <a:extLst>
                <a:ext uri="{FF2B5EF4-FFF2-40B4-BE49-F238E27FC236}">
                  <a16:creationId xmlns:a16="http://schemas.microsoft.com/office/drawing/2014/main" id="{CC14450E-E07C-3350-AB53-320DA621DDCD}"/>
                </a:ext>
              </a:extLst>
            </p:cNvPr>
            <p:cNvSpPr>
              <a:spLocks noGrp="1"/>
            </p:cNvSpPr>
            <p:nvPr/>
          </p:nvSpPr>
          <p:spPr>
            <a:xfrm>
              <a:off x="15820580" y="3897522"/>
              <a:ext cx="777725" cy="469626"/>
            </a:xfrm>
            <a:custGeom>
              <a:avLst/>
              <a:gdLst/>
              <a:ahLst/>
              <a:cxnLst/>
              <a:rect l="0" t="0" r="0" b="0"/>
              <a:pathLst>
                <a:path w="777725" h="469626">
                  <a:moveTo>
                    <a:pt x="40354" y="384934"/>
                  </a:moveTo>
                  <a:lnTo>
                    <a:pt x="0" y="419643"/>
                  </a:lnTo>
                  <a:lnTo>
                    <a:pt x="32732" y="395549"/>
                  </a:lnTo>
                  <a:close/>
                  <a:moveTo>
                    <a:pt x="40354" y="384934"/>
                  </a:moveTo>
                  <a:lnTo>
                    <a:pt x="3925" y="383633"/>
                  </a:lnTo>
                  <a:lnTo>
                    <a:pt x="0" y="419643"/>
                  </a:lnTo>
                  <a:close/>
                  <a:moveTo>
                    <a:pt x="33007" y="419643"/>
                  </a:moveTo>
                  <a:lnTo>
                    <a:pt x="29252" y="469626"/>
                  </a:lnTo>
                  <a:lnTo>
                    <a:pt x="25253" y="463371"/>
                  </a:lnTo>
                  <a:close/>
                  <a:moveTo>
                    <a:pt x="171092" y="367534"/>
                  </a:moveTo>
                  <a:lnTo>
                    <a:pt x="110759" y="338590"/>
                  </a:lnTo>
                  <a:lnTo>
                    <a:pt x="161817" y="371455"/>
                  </a:lnTo>
                  <a:close/>
                  <a:moveTo>
                    <a:pt x="176218" y="300624"/>
                  </a:moveTo>
                  <a:lnTo>
                    <a:pt x="119529" y="308729"/>
                  </a:lnTo>
                  <a:lnTo>
                    <a:pt x="171092" y="367534"/>
                  </a:lnTo>
                  <a:close/>
                  <a:moveTo>
                    <a:pt x="171092" y="367534"/>
                  </a:moveTo>
                  <a:lnTo>
                    <a:pt x="242057" y="347824"/>
                  </a:lnTo>
                  <a:lnTo>
                    <a:pt x="223867" y="299868"/>
                  </a:lnTo>
                  <a:close/>
                  <a:moveTo>
                    <a:pt x="171092" y="367534"/>
                  </a:moveTo>
                  <a:lnTo>
                    <a:pt x="223867" y="299868"/>
                  </a:lnTo>
                  <a:lnTo>
                    <a:pt x="176218" y="300624"/>
                  </a:lnTo>
                  <a:close/>
                  <a:moveTo>
                    <a:pt x="243732" y="351499"/>
                  </a:moveTo>
                  <a:lnTo>
                    <a:pt x="248169" y="323267"/>
                  </a:lnTo>
                  <a:lnTo>
                    <a:pt x="244467" y="345864"/>
                  </a:lnTo>
                  <a:close/>
                  <a:moveTo>
                    <a:pt x="262146" y="347361"/>
                  </a:moveTo>
                  <a:lnTo>
                    <a:pt x="244467" y="345864"/>
                  </a:lnTo>
                  <a:lnTo>
                    <a:pt x="231631" y="293556"/>
                  </a:lnTo>
                  <a:close/>
                  <a:moveTo>
                    <a:pt x="231631" y="293556"/>
                  </a:moveTo>
                  <a:lnTo>
                    <a:pt x="244467" y="345864"/>
                  </a:lnTo>
                  <a:lnTo>
                    <a:pt x="203711" y="278273"/>
                  </a:lnTo>
                  <a:close/>
                  <a:moveTo>
                    <a:pt x="501468" y="211727"/>
                  </a:moveTo>
                  <a:lnTo>
                    <a:pt x="471663" y="223543"/>
                  </a:lnTo>
                  <a:lnTo>
                    <a:pt x="512281" y="217321"/>
                  </a:lnTo>
                  <a:close/>
                  <a:moveTo>
                    <a:pt x="733930" y="152134"/>
                  </a:moveTo>
                  <a:lnTo>
                    <a:pt x="732236" y="151261"/>
                  </a:lnTo>
                  <a:lnTo>
                    <a:pt x="732997" y="151830"/>
                  </a:lnTo>
                  <a:close/>
                  <a:moveTo>
                    <a:pt x="732416" y="146471"/>
                  </a:moveTo>
                  <a:lnTo>
                    <a:pt x="732997" y="151830"/>
                  </a:lnTo>
                  <a:lnTo>
                    <a:pt x="732236" y="151261"/>
                  </a:lnTo>
                  <a:close/>
                  <a:moveTo>
                    <a:pt x="732236" y="151261"/>
                  </a:moveTo>
                  <a:lnTo>
                    <a:pt x="733930" y="152134"/>
                  </a:lnTo>
                  <a:lnTo>
                    <a:pt x="734340" y="150738"/>
                  </a:lnTo>
                  <a:close/>
                  <a:moveTo>
                    <a:pt x="732416" y="146471"/>
                  </a:moveTo>
                  <a:lnTo>
                    <a:pt x="732236" y="151261"/>
                  </a:lnTo>
                  <a:lnTo>
                    <a:pt x="734340" y="150738"/>
                  </a:lnTo>
                  <a:close/>
                  <a:moveTo>
                    <a:pt x="733930" y="152134"/>
                  </a:moveTo>
                  <a:lnTo>
                    <a:pt x="777725" y="127167"/>
                  </a:lnTo>
                  <a:lnTo>
                    <a:pt x="734340" y="150738"/>
                  </a:lnTo>
                  <a:close/>
                  <a:moveTo>
                    <a:pt x="732416" y="146471"/>
                  </a:moveTo>
                  <a:lnTo>
                    <a:pt x="734340" y="150738"/>
                  </a:lnTo>
                  <a:lnTo>
                    <a:pt x="728153" y="99724"/>
                  </a:lnTo>
                  <a:close/>
                  <a:moveTo>
                    <a:pt x="728153" y="99724"/>
                  </a:moveTo>
                  <a:lnTo>
                    <a:pt x="734340" y="150738"/>
                  </a:lnTo>
                  <a:lnTo>
                    <a:pt x="777725" y="127167"/>
                  </a:lnTo>
                  <a:close/>
                  <a:moveTo>
                    <a:pt x="728153" y="99724"/>
                  </a:moveTo>
                  <a:lnTo>
                    <a:pt x="777725" y="127167"/>
                  </a:lnTo>
                  <a:lnTo>
                    <a:pt x="755911" y="75630"/>
                  </a:lnTo>
                  <a:close/>
                  <a:moveTo>
                    <a:pt x="755911" y="75630"/>
                  </a:moveTo>
                  <a:lnTo>
                    <a:pt x="742257" y="48367"/>
                  </a:lnTo>
                  <a:lnTo>
                    <a:pt x="727978" y="30425"/>
                  </a:lnTo>
                  <a:close/>
                  <a:moveTo>
                    <a:pt x="727013" y="24094"/>
                  </a:moveTo>
                  <a:lnTo>
                    <a:pt x="727978" y="30425"/>
                  </a:lnTo>
                  <a:lnTo>
                    <a:pt x="742257" y="48367"/>
                  </a:lnTo>
                  <a:close/>
                  <a:moveTo>
                    <a:pt x="755703" y="0"/>
                  </a:moveTo>
                  <a:lnTo>
                    <a:pt x="727013" y="24094"/>
                  </a:lnTo>
                  <a:lnTo>
                    <a:pt x="742257" y="48367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65" name="Output_density__4164">
              <a:extLst>
                <a:ext uri="{FF2B5EF4-FFF2-40B4-BE49-F238E27FC236}">
                  <a16:creationId xmlns:a16="http://schemas.microsoft.com/office/drawing/2014/main" id="{5879C2C9-A2E4-6F6E-22CE-FE51ED2EFDD9}"/>
                </a:ext>
              </a:extLst>
            </p:cNvPr>
            <p:cNvSpPr>
              <a:spLocks noGrp="1"/>
            </p:cNvSpPr>
            <p:nvPr/>
          </p:nvSpPr>
          <p:spPr>
            <a:xfrm>
              <a:off x="15733887" y="3748173"/>
              <a:ext cx="961572" cy="644995"/>
            </a:xfrm>
            <a:custGeom>
              <a:avLst/>
              <a:gdLst/>
              <a:ahLst/>
              <a:cxnLst/>
              <a:rect l="0" t="0" r="0" b="0"/>
              <a:pathLst>
                <a:path w="961572" h="644995">
                  <a:moveTo>
                    <a:pt x="334935" y="617630"/>
                  </a:moveTo>
                  <a:lnTo>
                    <a:pt x="286179" y="644995"/>
                  </a:lnTo>
                  <a:lnTo>
                    <a:pt x="330095" y="634515"/>
                  </a:lnTo>
                  <a:close/>
                  <a:moveTo>
                    <a:pt x="334935" y="617630"/>
                  </a:moveTo>
                  <a:lnTo>
                    <a:pt x="292849" y="613863"/>
                  </a:lnTo>
                  <a:lnTo>
                    <a:pt x="286179" y="644995"/>
                  </a:lnTo>
                  <a:close/>
                  <a:moveTo>
                    <a:pt x="334935" y="617630"/>
                  </a:moveTo>
                  <a:lnTo>
                    <a:pt x="330095" y="634515"/>
                  </a:lnTo>
                  <a:lnTo>
                    <a:pt x="336725" y="623878"/>
                  </a:lnTo>
                  <a:close/>
                  <a:moveTo>
                    <a:pt x="336725" y="623878"/>
                  </a:moveTo>
                  <a:lnTo>
                    <a:pt x="347730" y="565550"/>
                  </a:lnTo>
                  <a:lnTo>
                    <a:pt x="334935" y="617630"/>
                  </a:lnTo>
                  <a:close/>
                  <a:moveTo>
                    <a:pt x="369605" y="548247"/>
                  </a:moveTo>
                  <a:lnTo>
                    <a:pt x="330425" y="500848"/>
                  </a:lnTo>
                  <a:lnTo>
                    <a:pt x="401784" y="538523"/>
                  </a:lnTo>
                  <a:close/>
                  <a:moveTo>
                    <a:pt x="19710" y="135955"/>
                  </a:moveTo>
                  <a:lnTo>
                    <a:pt x="16712" y="121743"/>
                  </a:lnTo>
                  <a:lnTo>
                    <a:pt x="0" y="138828"/>
                  </a:lnTo>
                  <a:close/>
                  <a:moveTo>
                    <a:pt x="919008" y="319975"/>
                  </a:moveTo>
                  <a:lnTo>
                    <a:pt x="904881" y="306931"/>
                  </a:lnTo>
                  <a:lnTo>
                    <a:pt x="876081" y="334151"/>
                  </a:lnTo>
                  <a:close/>
                  <a:moveTo>
                    <a:pt x="961572" y="303959"/>
                  </a:moveTo>
                  <a:lnTo>
                    <a:pt x="954178" y="328053"/>
                  </a:lnTo>
                  <a:lnTo>
                    <a:pt x="957785" y="330054"/>
                  </a:lnTo>
                  <a:close/>
                  <a:moveTo>
                    <a:pt x="932517" y="149350"/>
                  </a:moveTo>
                  <a:lnTo>
                    <a:pt x="940631" y="125256"/>
                  </a:lnTo>
                  <a:lnTo>
                    <a:pt x="947636" y="200886"/>
                  </a:lnTo>
                  <a:close/>
                  <a:moveTo>
                    <a:pt x="928168" y="0"/>
                  </a:moveTo>
                  <a:lnTo>
                    <a:pt x="941248" y="73719"/>
                  </a:lnTo>
                  <a:lnTo>
                    <a:pt x="928829" y="22183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66" name="Output_density__4165">
              <a:extLst>
                <a:ext uri="{FF2B5EF4-FFF2-40B4-BE49-F238E27FC236}">
                  <a16:creationId xmlns:a16="http://schemas.microsoft.com/office/drawing/2014/main" id="{D213174A-9910-BA05-B4D7-4AA26EB31CF2}"/>
                </a:ext>
              </a:extLst>
            </p:cNvPr>
            <p:cNvSpPr>
              <a:spLocks noGrp="1"/>
            </p:cNvSpPr>
            <p:nvPr/>
          </p:nvSpPr>
          <p:spPr>
            <a:xfrm>
              <a:off x="15982397" y="4245346"/>
              <a:ext cx="81915" cy="23632"/>
            </a:xfrm>
            <a:custGeom>
              <a:avLst/>
              <a:gdLst/>
              <a:ahLst/>
              <a:cxnLst/>
              <a:rect l="0" t="0" r="0" b="0"/>
              <a:pathLst>
                <a:path w="81915" h="23632">
                  <a:moveTo>
                    <a:pt x="0" y="23632"/>
                  </a:moveTo>
                  <a:lnTo>
                    <a:pt x="40100" y="22013"/>
                  </a:lnTo>
                  <a:lnTo>
                    <a:pt x="9275" y="19710"/>
                  </a:lnTo>
                  <a:close/>
                  <a:moveTo>
                    <a:pt x="80240" y="0"/>
                  </a:moveTo>
                  <a:lnTo>
                    <a:pt x="9275" y="19710"/>
                  </a:lnTo>
                  <a:lnTo>
                    <a:pt x="81915" y="3675"/>
                  </a:lnTo>
                  <a:close/>
                  <a:moveTo>
                    <a:pt x="9275" y="19710"/>
                  </a:moveTo>
                  <a:lnTo>
                    <a:pt x="40100" y="22013"/>
                  </a:lnTo>
                  <a:lnTo>
                    <a:pt x="81915" y="3675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67" name="Output_density__4166">
              <a:extLst>
                <a:ext uri="{FF2B5EF4-FFF2-40B4-BE49-F238E27FC236}">
                  <a16:creationId xmlns:a16="http://schemas.microsoft.com/office/drawing/2014/main" id="{9C9F4B07-D273-6A1C-5F33-4665E1207E52}"/>
                </a:ext>
              </a:extLst>
            </p:cNvPr>
            <p:cNvSpPr>
              <a:spLocks noGrp="1"/>
            </p:cNvSpPr>
            <p:nvPr/>
          </p:nvSpPr>
          <p:spPr>
            <a:xfrm>
              <a:off x="15539140" y="3564719"/>
              <a:ext cx="1188640" cy="1052081"/>
            </a:xfrm>
            <a:custGeom>
              <a:avLst/>
              <a:gdLst/>
              <a:ahLst/>
              <a:cxnLst/>
              <a:rect l="0" t="0" r="0" b="0"/>
              <a:pathLst>
                <a:path w="1188640" h="1052081">
                  <a:moveTo>
                    <a:pt x="206057" y="1034223"/>
                  </a:moveTo>
                  <a:lnTo>
                    <a:pt x="204946" y="1034911"/>
                  </a:lnTo>
                  <a:lnTo>
                    <a:pt x="218877" y="1052081"/>
                  </a:lnTo>
                  <a:close/>
                  <a:moveTo>
                    <a:pt x="0" y="614135"/>
                  </a:moveTo>
                  <a:lnTo>
                    <a:pt x="44437" y="649373"/>
                  </a:lnTo>
                  <a:lnTo>
                    <a:pt x="31683" y="641343"/>
                  </a:lnTo>
                  <a:close/>
                  <a:moveTo>
                    <a:pt x="347443" y="1010130"/>
                  </a:moveTo>
                  <a:lnTo>
                    <a:pt x="359338" y="951110"/>
                  </a:lnTo>
                  <a:lnTo>
                    <a:pt x="338173" y="934499"/>
                  </a:lnTo>
                  <a:close/>
                  <a:moveTo>
                    <a:pt x="359338" y="951110"/>
                  </a:moveTo>
                  <a:lnTo>
                    <a:pt x="391006" y="958593"/>
                  </a:lnTo>
                  <a:lnTo>
                    <a:pt x="370992" y="901679"/>
                  </a:lnTo>
                  <a:close/>
                  <a:moveTo>
                    <a:pt x="153135" y="628346"/>
                  </a:moveTo>
                  <a:lnTo>
                    <a:pt x="142410" y="625279"/>
                  </a:lnTo>
                  <a:lnTo>
                    <a:pt x="115657" y="645731"/>
                  </a:lnTo>
                  <a:close/>
                  <a:moveTo>
                    <a:pt x="143131" y="699222"/>
                  </a:moveTo>
                  <a:lnTo>
                    <a:pt x="178988" y="645310"/>
                  </a:lnTo>
                  <a:lnTo>
                    <a:pt x="153135" y="628346"/>
                  </a:lnTo>
                  <a:close/>
                  <a:moveTo>
                    <a:pt x="153135" y="628346"/>
                  </a:moveTo>
                  <a:lnTo>
                    <a:pt x="116188" y="607939"/>
                  </a:lnTo>
                  <a:lnTo>
                    <a:pt x="142410" y="625279"/>
                  </a:lnTo>
                  <a:close/>
                  <a:moveTo>
                    <a:pt x="454508" y="882962"/>
                  </a:moveTo>
                  <a:lnTo>
                    <a:pt x="455877" y="858869"/>
                  </a:lnTo>
                  <a:lnTo>
                    <a:pt x="444754" y="867887"/>
                  </a:lnTo>
                  <a:close/>
                  <a:moveTo>
                    <a:pt x="487596" y="797317"/>
                  </a:moveTo>
                  <a:lnTo>
                    <a:pt x="455877" y="858869"/>
                  </a:lnTo>
                  <a:lnTo>
                    <a:pt x="480926" y="828449"/>
                  </a:lnTo>
                  <a:close/>
                  <a:moveTo>
                    <a:pt x="487596" y="797317"/>
                  </a:moveTo>
                  <a:lnTo>
                    <a:pt x="529682" y="801084"/>
                  </a:lnTo>
                  <a:lnTo>
                    <a:pt x="500670" y="767370"/>
                  </a:lnTo>
                  <a:close/>
                  <a:moveTo>
                    <a:pt x="529682" y="801084"/>
                  </a:moveTo>
                  <a:lnTo>
                    <a:pt x="542478" y="749005"/>
                  </a:lnTo>
                  <a:lnTo>
                    <a:pt x="500670" y="767370"/>
                  </a:lnTo>
                  <a:close/>
                  <a:moveTo>
                    <a:pt x="542478" y="749005"/>
                  </a:moveTo>
                  <a:lnTo>
                    <a:pt x="575693" y="738291"/>
                  </a:lnTo>
                  <a:lnTo>
                    <a:pt x="500670" y="767370"/>
                  </a:lnTo>
                  <a:close/>
                  <a:moveTo>
                    <a:pt x="418065" y="502148"/>
                  </a:moveTo>
                  <a:lnTo>
                    <a:pt x="377525" y="521406"/>
                  </a:lnTo>
                  <a:lnTo>
                    <a:pt x="364796" y="570216"/>
                  </a:lnTo>
                  <a:close/>
                  <a:moveTo>
                    <a:pt x="418065" y="502148"/>
                  </a:moveTo>
                  <a:lnTo>
                    <a:pt x="364796" y="570216"/>
                  </a:lnTo>
                  <a:lnTo>
                    <a:pt x="415721" y="566797"/>
                  </a:lnTo>
                  <a:close/>
                  <a:moveTo>
                    <a:pt x="316931" y="525555"/>
                  </a:moveTo>
                  <a:lnTo>
                    <a:pt x="317380" y="508039"/>
                  </a:lnTo>
                  <a:lnTo>
                    <a:pt x="289327" y="468103"/>
                  </a:lnTo>
                  <a:close/>
                  <a:moveTo>
                    <a:pt x="185499" y="319409"/>
                  </a:moveTo>
                  <a:lnTo>
                    <a:pt x="194747" y="322282"/>
                  </a:lnTo>
                  <a:lnTo>
                    <a:pt x="211459" y="305198"/>
                  </a:lnTo>
                  <a:close/>
                  <a:moveTo>
                    <a:pt x="192533" y="314002"/>
                  </a:moveTo>
                  <a:lnTo>
                    <a:pt x="185499" y="319409"/>
                  </a:lnTo>
                  <a:lnTo>
                    <a:pt x="211459" y="305198"/>
                  </a:lnTo>
                  <a:close/>
                  <a:moveTo>
                    <a:pt x="586271" y="692335"/>
                  </a:moveTo>
                  <a:lnTo>
                    <a:pt x="575693" y="738291"/>
                  </a:lnTo>
                  <a:lnTo>
                    <a:pt x="630845" y="694080"/>
                  </a:lnTo>
                  <a:close/>
                  <a:moveTo>
                    <a:pt x="630845" y="694080"/>
                  </a:moveTo>
                  <a:lnTo>
                    <a:pt x="639375" y="666810"/>
                  </a:lnTo>
                  <a:lnTo>
                    <a:pt x="593446" y="669768"/>
                  </a:lnTo>
                  <a:close/>
                  <a:moveTo>
                    <a:pt x="1180866" y="463319"/>
                  </a:moveTo>
                  <a:lnTo>
                    <a:pt x="1156319" y="487413"/>
                  </a:lnTo>
                  <a:lnTo>
                    <a:pt x="1188640" y="513610"/>
                  </a:lnTo>
                  <a:close/>
                  <a:moveTo>
                    <a:pt x="1122915" y="183454"/>
                  </a:moveTo>
                  <a:lnTo>
                    <a:pt x="1129873" y="240540"/>
                  </a:lnTo>
                  <a:lnTo>
                    <a:pt x="1135995" y="257173"/>
                  </a:lnTo>
                  <a:close/>
                  <a:moveTo>
                    <a:pt x="1129960" y="114983"/>
                  </a:moveTo>
                  <a:lnTo>
                    <a:pt x="1128795" y="59836"/>
                  </a:lnTo>
                  <a:lnTo>
                    <a:pt x="1087634" y="80618"/>
                  </a:lnTo>
                  <a:close/>
                  <a:moveTo>
                    <a:pt x="1129139" y="52908"/>
                  </a:moveTo>
                  <a:lnTo>
                    <a:pt x="1087634" y="80618"/>
                  </a:lnTo>
                  <a:lnTo>
                    <a:pt x="1128795" y="59836"/>
                  </a:lnTo>
                  <a:close/>
                  <a:moveTo>
                    <a:pt x="1091068" y="45877"/>
                  </a:moveTo>
                  <a:lnTo>
                    <a:pt x="1129139" y="52908"/>
                  </a:lnTo>
                  <a:lnTo>
                    <a:pt x="1117042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68" name="Output_density__4167">
              <a:extLst>
                <a:ext uri="{FF2B5EF4-FFF2-40B4-BE49-F238E27FC236}">
                  <a16:creationId xmlns:a16="http://schemas.microsoft.com/office/drawing/2014/main" id="{57F90F67-1CAC-124C-D01F-74B69664FF7F}"/>
                </a:ext>
              </a:extLst>
            </p:cNvPr>
            <p:cNvSpPr>
              <a:spLocks noGrp="1"/>
            </p:cNvSpPr>
            <p:nvPr/>
          </p:nvSpPr>
          <p:spPr>
            <a:xfrm>
              <a:off x="15583577" y="3583883"/>
              <a:ext cx="1115651" cy="1015746"/>
            </a:xfrm>
            <a:custGeom>
              <a:avLst/>
              <a:gdLst/>
              <a:ahLst/>
              <a:cxnLst/>
              <a:rect l="0" t="0" r="0" b="0"/>
              <a:pathLst>
                <a:path w="1115651" h="1015746">
                  <a:moveTo>
                    <a:pt x="142523" y="987616"/>
                  </a:moveTo>
                  <a:lnTo>
                    <a:pt x="160509" y="1015746"/>
                  </a:lnTo>
                  <a:lnTo>
                    <a:pt x="161620" y="1015059"/>
                  </a:lnTo>
                  <a:close/>
                  <a:moveTo>
                    <a:pt x="109594" y="922167"/>
                  </a:moveTo>
                  <a:lnTo>
                    <a:pt x="140854" y="942262"/>
                  </a:lnTo>
                  <a:lnTo>
                    <a:pt x="138803" y="963522"/>
                  </a:lnTo>
                  <a:close/>
                  <a:moveTo>
                    <a:pt x="107753" y="911986"/>
                  </a:moveTo>
                  <a:lnTo>
                    <a:pt x="99797" y="867389"/>
                  </a:lnTo>
                  <a:lnTo>
                    <a:pt x="109594" y="922167"/>
                  </a:lnTo>
                  <a:close/>
                  <a:moveTo>
                    <a:pt x="114876" y="750011"/>
                  </a:moveTo>
                  <a:lnTo>
                    <a:pt x="121354" y="757376"/>
                  </a:lnTo>
                  <a:lnTo>
                    <a:pt x="84180" y="770143"/>
                  </a:lnTo>
                  <a:close/>
                  <a:moveTo>
                    <a:pt x="44629" y="662047"/>
                  </a:moveTo>
                  <a:lnTo>
                    <a:pt x="11764" y="650004"/>
                  </a:lnTo>
                  <a:lnTo>
                    <a:pt x="90646" y="681745"/>
                  </a:lnTo>
                  <a:close/>
                  <a:moveTo>
                    <a:pt x="0" y="630209"/>
                  </a:moveTo>
                  <a:lnTo>
                    <a:pt x="11764" y="650004"/>
                  </a:lnTo>
                  <a:lnTo>
                    <a:pt x="44629" y="662047"/>
                  </a:lnTo>
                  <a:close/>
                  <a:moveTo>
                    <a:pt x="248987" y="902074"/>
                  </a:moveTo>
                  <a:lnTo>
                    <a:pt x="233707" y="887892"/>
                  </a:lnTo>
                  <a:lnTo>
                    <a:pt x="287169" y="909932"/>
                  </a:lnTo>
                  <a:close/>
                  <a:moveTo>
                    <a:pt x="248987" y="902074"/>
                  </a:moveTo>
                  <a:lnTo>
                    <a:pt x="287169" y="909932"/>
                  </a:lnTo>
                  <a:lnTo>
                    <a:pt x="314901" y="931945"/>
                  </a:lnTo>
                  <a:close/>
                  <a:moveTo>
                    <a:pt x="314901" y="931945"/>
                  </a:moveTo>
                  <a:lnTo>
                    <a:pt x="326556" y="882515"/>
                  </a:lnTo>
                  <a:lnTo>
                    <a:pt x="305120" y="863798"/>
                  </a:lnTo>
                  <a:close/>
                  <a:moveTo>
                    <a:pt x="44629" y="662047"/>
                  </a:moveTo>
                  <a:lnTo>
                    <a:pt x="90646" y="681745"/>
                  </a:lnTo>
                  <a:lnTo>
                    <a:pt x="71220" y="626566"/>
                  </a:lnTo>
                  <a:close/>
                  <a:moveTo>
                    <a:pt x="71220" y="626566"/>
                  </a:moveTo>
                  <a:lnTo>
                    <a:pt x="90646" y="681745"/>
                  </a:lnTo>
                  <a:lnTo>
                    <a:pt x="108698" y="609181"/>
                  </a:lnTo>
                  <a:close/>
                  <a:moveTo>
                    <a:pt x="108698" y="609181"/>
                  </a:moveTo>
                  <a:lnTo>
                    <a:pt x="90646" y="681745"/>
                  </a:lnTo>
                  <a:lnTo>
                    <a:pt x="98694" y="680057"/>
                  </a:lnTo>
                  <a:close/>
                  <a:moveTo>
                    <a:pt x="149209" y="676971"/>
                  </a:moveTo>
                  <a:lnTo>
                    <a:pt x="98725" y="689625"/>
                  </a:lnTo>
                  <a:lnTo>
                    <a:pt x="146124" y="692165"/>
                  </a:lnTo>
                  <a:close/>
                  <a:moveTo>
                    <a:pt x="400318" y="848722"/>
                  </a:moveTo>
                  <a:lnTo>
                    <a:pt x="380653" y="839704"/>
                  </a:lnTo>
                  <a:lnTo>
                    <a:pt x="326556" y="882515"/>
                  </a:lnTo>
                  <a:close/>
                  <a:moveTo>
                    <a:pt x="379173" y="904566"/>
                  </a:moveTo>
                  <a:lnTo>
                    <a:pt x="400318" y="848722"/>
                  </a:lnTo>
                  <a:lnTo>
                    <a:pt x="326556" y="882515"/>
                  </a:lnTo>
                  <a:close/>
                  <a:moveTo>
                    <a:pt x="290814" y="788167"/>
                  </a:moveTo>
                  <a:lnTo>
                    <a:pt x="248802" y="759472"/>
                  </a:lnTo>
                  <a:lnTo>
                    <a:pt x="251331" y="760725"/>
                  </a:lnTo>
                  <a:close/>
                  <a:moveTo>
                    <a:pt x="401887" y="836467"/>
                  </a:moveTo>
                  <a:lnTo>
                    <a:pt x="400318" y="848722"/>
                  </a:lnTo>
                  <a:lnTo>
                    <a:pt x="411440" y="839704"/>
                  </a:lnTo>
                  <a:close/>
                  <a:moveTo>
                    <a:pt x="401887" y="836467"/>
                  </a:moveTo>
                  <a:lnTo>
                    <a:pt x="411440" y="839704"/>
                  </a:lnTo>
                  <a:lnTo>
                    <a:pt x="443159" y="778153"/>
                  </a:lnTo>
                  <a:close/>
                  <a:moveTo>
                    <a:pt x="400627" y="774748"/>
                  </a:moveTo>
                  <a:lnTo>
                    <a:pt x="401887" y="836467"/>
                  </a:lnTo>
                  <a:lnTo>
                    <a:pt x="443159" y="778153"/>
                  </a:lnTo>
                  <a:close/>
                  <a:moveTo>
                    <a:pt x="400627" y="774748"/>
                  </a:moveTo>
                  <a:lnTo>
                    <a:pt x="371939" y="742618"/>
                  </a:lnTo>
                  <a:lnTo>
                    <a:pt x="358327" y="771155"/>
                  </a:lnTo>
                  <a:close/>
                  <a:moveTo>
                    <a:pt x="443159" y="778153"/>
                  </a:moveTo>
                  <a:lnTo>
                    <a:pt x="456233" y="748205"/>
                  </a:lnTo>
                  <a:lnTo>
                    <a:pt x="400627" y="774748"/>
                  </a:lnTo>
                  <a:close/>
                  <a:moveTo>
                    <a:pt x="400627" y="774748"/>
                  </a:moveTo>
                  <a:lnTo>
                    <a:pt x="456233" y="748205"/>
                  </a:lnTo>
                  <a:lnTo>
                    <a:pt x="375892" y="736631"/>
                  </a:lnTo>
                  <a:close/>
                  <a:moveTo>
                    <a:pt x="375892" y="736631"/>
                  </a:moveTo>
                  <a:lnTo>
                    <a:pt x="371939" y="742618"/>
                  </a:lnTo>
                  <a:lnTo>
                    <a:pt x="400627" y="774748"/>
                  </a:lnTo>
                  <a:close/>
                  <a:moveTo>
                    <a:pt x="300391" y="557927"/>
                  </a:moveTo>
                  <a:lnTo>
                    <a:pt x="272494" y="506390"/>
                  </a:lnTo>
                  <a:lnTo>
                    <a:pt x="281136" y="520196"/>
                  </a:lnTo>
                  <a:close/>
                  <a:moveTo>
                    <a:pt x="531256" y="719126"/>
                  </a:moveTo>
                  <a:lnTo>
                    <a:pt x="490673" y="688443"/>
                  </a:lnTo>
                  <a:lnTo>
                    <a:pt x="456233" y="748205"/>
                  </a:lnTo>
                  <a:close/>
                  <a:moveTo>
                    <a:pt x="272494" y="506390"/>
                  </a:moveTo>
                  <a:lnTo>
                    <a:pt x="320359" y="551051"/>
                  </a:lnTo>
                  <a:lnTo>
                    <a:pt x="282452" y="487598"/>
                  </a:lnTo>
                  <a:close/>
                  <a:moveTo>
                    <a:pt x="541834" y="673171"/>
                  </a:moveTo>
                  <a:lnTo>
                    <a:pt x="586408" y="674915"/>
                  </a:lnTo>
                  <a:lnTo>
                    <a:pt x="549010" y="650603"/>
                  </a:lnTo>
                  <a:close/>
                  <a:moveTo>
                    <a:pt x="485173" y="636906"/>
                  </a:moveTo>
                  <a:lnTo>
                    <a:pt x="511673" y="612812"/>
                  </a:lnTo>
                  <a:lnTo>
                    <a:pt x="451981" y="597408"/>
                  </a:lnTo>
                  <a:close/>
                  <a:moveTo>
                    <a:pt x="488592" y="599390"/>
                  </a:moveTo>
                  <a:lnTo>
                    <a:pt x="436195" y="585369"/>
                  </a:lnTo>
                  <a:lnTo>
                    <a:pt x="451981" y="597408"/>
                  </a:lnTo>
                  <a:close/>
                  <a:moveTo>
                    <a:pt x="1111882" y="468249"/>
                  </a:moveTo>
                  <a:lnTo>
                    <a:pt x="1081927" y="436280"/>
                  </a:lnTo>
                  <a:lnTo>
                    <a:pt x="1055191" y="471220"/>
                  </a:lnTo>
                  <a:close/>
                  <a:moveTo>
                    <a:pt x="1097946" y="365175"/>
                  </a:moveTo>
                  <a:lnTo>
                    <a:pt x="1090811" y="342491"/>
                  </a:lnTo>
                  <a:lnTo>
                    <a:pt x="1115651" y="387693"/>
                  </a:lnTo>
                  <a:close/>
                  <a:moveTo>
                    <a:pt x="1090941" y="289545"/>
                  </a:moveTo>
                  <a:lnTo>
                    <a:pt x="1089881" y="331118"/>
                  </a:lnTo>
                  <a:lnTo>
                    <a:pt x="1097946" y="365175"/>
                  </a:lnTo>
                  <a:close/>
                  <a:moveTo>
                    <a:pt x="1021324" y="235516"/>
                  </a:moveTo>
                  <a:lnTo>
                    <a:pt x="1100711" y="236711"/>
                  </a:lnTo>
                  <a:lnTo>
                    <a:pt x="1085436" y="221376"/>
                  </a:lnTo>
                  <a:close/>
                  <a:moveTo>
                    <a:pt x="1021324" y="235516"/>
                  </a:moveTo>
                  <a:lnTo>
                    <a:pt x="1085436" y="221376"/>
                  </a:lnTo>
                  <a:lnTo>
                    <a:pt x="1078478" y="164289"/>
                  </a:lnTo>
                  <a:close/>
                  <a:moveTo>
                    <a:pt x="1078478" y="164289"/>
                  </a:moveTo>
                  <a:lnTo>
                    <a:pt x="1078824" y="154880"/>
                  </a:lnTo>
                  <a:lnTo>
                    <a:pt x="1031484" y="152562"/>
                  </a:lnTo>
                  <a:close/>
                  <a:moveTo>
                    <a:pt x="959068" y="83399"/>
                  </a:moveTo>
                  <a:lnTo>
                    <a:pt x="966630" y="134935"/>
                  </a:lnTo>
                  <a:lnTo>
                    <a:pt x="993971" y="110841"/>
                  </a:lnTo>
                  <a:close/>
                  <a:moveTo>
                    <a:pt x="943960" y="0"/>
                  </a:moveTo>
                  <a:lnTo>
                    <a:pt x="970186" y="26118"/>
                  </a:lnTo>
                  <a:lnTo>
                    <a:pt x="944290" y="9188"/>
                  </a:lnTo>
                  <a:close/>
                  <a:moveTo>
                    <a:pt x="1085524" y="95819"/>
                  </a:moveTo>
                  <a:lnTo>
                    <a:pt x="1031484" y="152562"/>
                  </a:lnTo>
                  <a:lnTo>
                    <a:pt x="1078824" y="15488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69" name="Output_density__4168">
              <a:extLst>
                <a:ext uri="{FF2B5EF4-FFF2-40B4-BE49-F238E27FC236}">
                  <a16:creationId xmlns:a16="http://schemas.microsoft.com/office/drawing/2014/main" id="{C058ECDB-1DB7-4A9C-A6E2-D7E0DCE21AF7}"/>
                </a:ext>
              </a:extLst>
            </p:cNvPr>
            <p:cNvSpPr>
              <a:spLocks noGrp="1"/>
            </p:cNvSpPr>
            <p:nvPr/>
          </p:nvSpPr>
          <p:spPr>
            <a:xfrm>
              <a:off x="15590419" y="3474301"/>
              <a:ext cx="1129586" cy="1124641"/>
            </a:xfrm>
            <a:custGeom>
              <a:avLst/>
              <a:gdLst/>
              <a:ahLst/>
              <a:cxnLst/>
              <a:rect l="0" t="0" r="0" b="0"/>
              <a:pathLst>
                <a:path w="1129586" h="1124641">
                  <a:moveTo>
                    <a:pt x="131960" y="1073104"/>
                  </a:moveTo>
                  <a:lnTo>
                    <a:pt x="135680" y="1097198"/>
                  </a:lnTo>
                  <a:lnTo>
                    <a:pt x="154778" y="1124641"/>
                  </a:lnTo>
                  <a:close/>
                  <a:moveTo>
                    <a:pt x="100911" y="1021568"/>
                  </a:moveTo>
                  <a:lnTo>
                    <a:pt x="102752" y="1031749"/>
                  </a:lnTo>
                  <a:lnTo>
                    <a:pt x="126470" y="1063423"/>
                  </a:lnTo>
                  <a:close/>
                  <a:moveTo>
                    <a:pt x="72001" y="918494"/>
                  </a:moveTo>
                  <a:lnTo>
                    <a:pt x="94382" y="970031"/>
                  </a:lnTo>
                  <a:lnTo>
                    <a:pt x="96967" y="945937"/>
                  </a:lnTo>
                  <a:close/>
                  <a:moveTo>
                    <a:pt x="83803" y="791327"/>
                  </a:moveTo>
                  <a:lnTo>
                    <a:pt x="67954" y="844642"/>
                  </a:lnTo>
                  <a:lnTo>
                    <a:pt x="91883" y="799207"/>
                  </a:lnTo>
                  <a:close/>
                  <a:moveTo>
                    <a:pt x="262028" y="997474"/>
                  </a:moveTo>
                  <a:lnTo>
                    <a:pt x="242144" y="1011656"/>
                  </a:lnTo>
                  <a:lnTo>
                    <a:pt x="308059" y="1041527"/>
                  </a:lnTo>
                  <a:close/>
                  <a:moveTo>
                    <a:pt x="298278" y="973380"/>
                  </a:moveTo>
                  <a:lnTo>
                    <a:pt x="262028" y="997474"/>
                  </a:lnTo>
                  <a:lnTo>
                    <a:pt x="308059" y="1041527"/>
                  </a:lnTo>
                  <a:close/>
                  <a:moveTo>
                    <a:pt x="252684" y="921843"/>
                  </a:moveTo>
                  <a:lnTo>
                    <a:pt x="253720" y="922236"/>
                  </a:lnTo>
                  <a:lnTo>
                    <a:pt x="254499" y="922950"/>
                  </a:lnTo>
                  <a:close/>
                  <a:moveTo>
                    <a:pt x="254499" y="922950"/>
                  </a:moveTo>
                  <a:lnTo>
                    <a:pt x="253720" y="922236"/>
                  </a:lnTo>
                  <a:lnTo>
                    <a:pt x="298278" y="973380"/>
                  </a:lnTo>
                  <a:close/>
                  <a:moveTo>
                    <a:pt x="298278" y="973380"/>
                  </a:moveTo>
                  <a:lnTo>
                    <a:pt x="253720" y="922236"/>
                  </a:lnTo>
                  <a:lnTo>
                    <a:pt x="249112" y="945937"/>
                  </a:lnTo>
                  <a:close/>
                  <a:moveTo>
                    <a:pt x="298278" y="973380"/>
                  </a:moveTo>
                  <a:lnTo>
                    <a:pt x="249112" y="945937"/>
                  </a:lnTo>
                  <a:lnTo>
                    <a:pt x="262028" y="997474"/>
                  </a:lnTo>
                  <a:close/>
                  <a:moveTo>
                    <a:pt x="252631" y="915967"/>
                  </a:moveTo>
                  <a:lnTo>
                    <a:pt x="253720" y="922236"/>
                  </a:lnTo>
                  <a:lnTo>
                    <a:pt x="252684" y="921843"/>
                  </a:lnTo>
                  <a:close/>
                  <a:moveTo>
                    <a:pt x="252631" y="915967"/>
                  </a:moveTo>
                  <a:lnTo>
                    <a:pt x="258790" y="899214"/>
                  </a:lnTo>
                  <a:lnTo>
                    <a:pt x="253720" y="922236"/>
                  </a:lnTo>
                  <a:close/>
                  <a:moveTo>
                    <a:pt x="253720" y="922236"/>
                  </a:moveTo>
                  <a:lnTo>
                    <a:pt x="258790" y="899214"/>
                  </a:lnTo>
                  <a:lnTo>
                    <a:pt x="249112" y="945937"/>
                  </a:lnTo>
                  <a:close/>
                  <a:moveTo>
                    <a:pt x="91883" y="799207"/>
                  </a:moveTo>
                  <a:lnTo>
                    <a:pt x="91851" y="789639"/>
                  </a:lnTo>
                  <a:lnTo>
                    <a:pt x="83803" y="791327"/>
                  </a:lnTo>
                  <a:close/>
                  <a:moveTo>
                    <a:pt x="91851" y="789639"/>
                  </a:moveTo>
                  <a:lnTo>
                    <a:pt x="91883" y="799207"/>
                  </a:lnTo>
                  <a:lnTo>
                    <a:pt x="142367" y="786553"/>
                  </a:lnTo>
                  <a:close/>
                  <a:moveTo>
                    <a:pt x="298278" y="973380"/>
                  </a:moveTo>
                  <a:lnTo>
                    <a:pt x="319713" y="992097"/>
                  </a:lnTo>
                  <a:lnTo>
                    <a:pt x="331374" y="959830"/>
                  </a:lnTo>
                  <a:close/>
                  <a:moveTo>
                    <a:pt x="369049" y="846213"/>
                  </a:moveTo>
                  <a:lnTo>
                    <a:pt x="449391" y="857787"/>
                  </a:lnTo>
                  <a:lnTo>
                    <a:pt x="413710" y="822119"/>
                  </a:lnTo>
                  <a:close/>
                  <a:moveTo>
                    <a:pt x="308782" y="681428"/>
                  </a:moveTo>
                  <a:lnTo>
                    <a:pt x="349690" y="731950"/>
                  </a:lnTo>
                  <a:lnTo>
                    <a:pt x="358758" y="693604"/>
                  </a:lnTo>
                  <a:close/>
                  <a:moveTo>
                    <a:pt x="279753" y="691603"/>
                  </a:moveTo>
                  <a:lnTo>
                    <a:pt x="349690" y="731950"/>
                  </a:lnTo>
                  <a:lnTo>
                    <a:pt x="308782" y="681428"/>
                  </a:lnTo>
                  <a:close/>
                  <a:moveTo>
                    <a:pt x="280865" y="687178"/>
                  </a:moveTo>
                  <a:lnTo>
                    <a:pt x="279753" y="691603"/>
                  </a:lnTo>
                  <a:lnTo>
                    <a:pt x="308782" y="681428"/>
                  </a:lnTo>
                  <a:close/>
                  <a:moveTo>
                    <a:pt x="26369" y="459139"/>
                  </a:moveTo>
                  <a:lnTo>
                    <a:pt x="0" y="485457"/>
                  </a:lnTo>
                  <a:lnTo>
                    <a:pt x="39911" y="480169"/>
                  </a:lnTo>
                  <a:close/>
                  <a:moveTo>
                    <a:pt x="39911" y="480169"/>
                  </a:moveTo>
                  <a:lnTo>
                    <a:pt x="45335" y="485457"/>
                  </a:lnTo>
                  <a:lnTo>
                    <a:pt x="26369" y="459139"/>
                  </a:lnTo>
                  <a:close/>
                  <a:moveTo>
                    <a:pt x="293549" y="667509"/>
                  </a:moveTo>
                  <a:lnTo>
                    <a:pt x="280865" y="687178"/>
                  </a:lnTo>
                  <a:lnTo>
                    <a:pt x="308782" y="681428"/>
                  </a:lnTo>
                  <a:close/>
                  <a:moveTo>
                    <a:pt x="293549" y="667509"/>
                  </a:moveTo>
                  <a:lnTo>
                    <a:pt x="274293" y="629778"/>
                  </a:lnTo>
                  <a:lnTo>
                    <a:pt x="280865" y="687178"/>
                  </a:lnTo>
                  <a:close/>
                  <a:moveTo>
                    <a:pt x="293549" y="667509"/>
                  </a:moveTo>
                  <a:lnTo>
                    <a:pt x="308782" y="681428"/>
                  </a:lnTo>
                  <a:lnTo>
                    <a:pt x="313517" y="660633"/>
                  </a:lnTo>
                  <a:close/>
                  <a:moveTo>
                    <a:pt x="293549" y="667509"/>
                  </a:moveTo>
                  <a:lnTo>
                    <a:pt x="313517" y="660633"/>
                  </a:lnTo>
                  <a:lnTo>
                    <a:pt x="265652" y="615972"/>
                  </a:lnTo>
                  <a:close/>
                  <a:moveTo>
                    <a:pt x="364441" y="657214"/>
                  </a:moveTo>
                  <a:lnTo>
                    <a:pt x="308782" y="681428"/>
                  </a:lnTo>
                  <a:lnTo>
                    <a:pt x="358758" y="693604"/>
                  </a:lnTo>
                  <a:close/>
                  <a:moveTo>
                    <a:pt x="364441" y="657214"/>
                  </a:moveTo>
                  <a:lnTo>
                    <a:pt x="313517" y="660633"/>
                  </a:lnTo>
                  <a:lnTo>
                    <a:pt x="308782" y="681428"/>
                  </a:lnTo>
                  <a:close/>
                  <a:moveTo>
                    <a:pt x="439533" y="686032"/>
                  </a:moveTo>
                  <a:lnTo>
                    <a:pt x="433872" y="701493"/>
                  </a:lnTo>
                  <a:lnTo>
                    <a:pt x="429353" y="694951"/>
                  </a:lnTo>
                  <a:close/>
                  <a:moveTo>
                    <a:pt x="433872" y="701493"/>
                  </a:moveTo>
                  <a:lnTo>
                    <a:pt x="478330" y="746488"/>
                  </a:lnTo>
                  <a:lnTo>
                    <a:pt x="445139" y="706990"/>
                  </a:lnTo>
                  <a:close/>
                  <a:moveTo>
                    <a:pt x="429353" y="694951"/>
                  </a:moveTo>
                  <a:lnTo>
                    <a:pt x="433872" y="701493"/>
                  </a:lnTo>
                  <a:lnTo>
                    <a:pt x="445139" y="706990"/>
                  </a:lnTo>
                  <a:close/>
                  <a:moveTo>
                    <a:pt x="524413" y="828708"/>
                  </a:moveTo>
                  <a:lnTo>
                    <a:pt x="534992" y="782753"/>
                  </a:lnTo>
                  <a:lnTo>
                    <a:pt x="483831" y="798025"/>
                  </a:lnTo>
                  <a:close/>
                  <a:moveTo>
                    <a:pt x="478330" y="746488"/>
                  </a:moveTo>
                  <a:lnTo>
                    <a:pt x="483831" y="798025"/>
                  </a:lnTo>
                  <a:lnTo>
                    <a:pt x="504831" y="722394"/>
                  </a:lnTo>
                  <a:close/>
                  <a:moveTo>
                    <a:pt x="201032" y="437268"/>
                  </a:moveTo>
                  <a:lnTo>
                    <a:pt x="226872" y="361638"/>
                  </a:lnTo>
                  <a:lnTo>
                    <a:pt x="179616" y="385732"/>
                  </a:lnTo>
                  <a:close/>
                  <a:moveTo>
                    <a:pt x="219824" y="310101"/>
                  </a:moveTo>
                  <a:lnTo>
                    <a:pt x="223462" y="319406"/>
                  </a:lnTo>
                  <a:lnTo>
                    <a:pt x="179616" y="385732"/>
                  </a:lnTo>
                  <a:close/>
                  <a:moveTo>
                    <a:pt x="727693" y="660010"/>
                  </a:moveTo>
                  <a:lnTo>
                    <a:pt x="746545" y="661968"/>
                  </a:lnTo>
                  <a:lnTo>
                    <a:pt x="805488" y="641294"/>
                  </a:lnTo>
                  <a:close/>
                  <a:moveTo>
                    <a:pt x="1059299" y="526294"/>
                  </a:moveTo>
                  <a:lnTo>
                    <a:pt x="1048349" y="580803"/>
                  </a:lnTo>
                  <a:lnTo>
                    <a:pt x="1075084" y="545862"/>
                  </a:lnTo>
                  <a:close/>
                  <a:moveTo>
                    <a:pt x="1059299" y="526294"/>
                  </a:moveTo>
                  <a:lnTo>
                    <a:pt x="1007886" y="550388"/>
                  </a:lnTo>
                  <a:lnTo>
                    <a:pt x="1048349" y="580803"/>
                  </a:lnTo>
                  <a:close/>
                  <a:moveTo>
                    <a:pt x="1105039" y="577831"/>
                  </a:moveTo>
                  <a:lnTo>
                    <a:pt x="1129586" y="553737"/>
                  </a:lnTo>
                  <a:lnTo>
                    <a:pt x="1075084" y="545862"/>
                  </a:lnTo>
                  <a:close/>
                  <a:moveTo>
                    <a:pt x="1108808" y="497275"/>
                  </a:moveTo>
                  <a:lnTo>
                    <a:pt x="1083969" y="452073"/>
                  </a:lnTo>
                  <a:lnTo>
                    <a:pt x="1088500" y="461122"/>
                  </a:lnTo>
                  <a:close/>
                  <a:moveTo>
                    <a:pt x="1000652" y="442251"/>
                  </a:moveTo>
                  <a:lnTo>
                    <a:pt x="1028202" y="474757"/>
                  </a:lnTo>
                  <a:lnTo>
                    <a:pt x="1061358" y="399127"/>
                  </a:lnTo>
                  <a:close/>
                  <a:moveTo>
                    <a:pt x="1061358" y="399127"/>
                  </a:moveTo>
                  <a:lnTo>
                    <a:pt x="1028202" y="474757"/>
                  </a:lnTo>
                  <a:lnTo>
                    <a:pt x="1083038" y="440700"/>
                  </a:lnTo>
                  <a:close/>
                  <a:moveTo>
                    <a:pt x="1091104" y="474757"/>
                  </a:moveTo>
                  <a:lnTo>
                    <a:pt x="1083038" y="440700"/>
                  </a:lnTo>
                  <a:lnTo>
                    <a:pt x="1083969" y="452073"/>
                  </a:lnTo>
                  <a:close/>
                  <a:moveTo>
                    <a:pt x="975496" y="296054"/>
                  </a:moveTo>
                  <a:lnTo>
                    <a:pt x="959787" y="244517"/>
                  </a:lnTo>
                  <a:lnTo>
                    <a:pt x="952418" y="320148"/>
                  </a:lnTo>
                  <a:close/>
                  <a:moveTo>
                    <a:pt x="1061358" y="399127"/>
                  </a:moveTo>
                  <a:lnTo>
                    <a:pt x="1093868" y="346293"/>
                  </a:lnTo>
                  <a:lnTo>
                    <a:pt x="1014481" y="345098"/>
                  </a:lnTo>
                  <a:close/>
                  <a:moveTo>
                    <a:pt x="1061358" y="399127"/>
                  </a:moveTo>
                  <a:lnTo>
                    <a:pt x="1014481" y="345098"/>
                  </a:lnTo>
                  <a:lnTo>
                    <a:pt x="1012342" y="351057"/>
                  </a:lnTo>
                  <a:close/>
                  <a:moveTo>
                    <a:pt x="1087242" y="449412"/>
                  </a:moveTo>
                  <a:lnTo>
                    <a:pt x="1083038" y="440700"/>
                  </a:lnTo>
                  <a:lnTo>
                    <a:pt x="1084099" y="399127"/>
                  </a:lnTo>
                  <a:close/>
                  <a:moveTo>
                    <a:pt x="1014481" y="345098"/>
                  </a:moveTo>
                  <a:lnTo>
                    <a:pt x="1071636" y="273871"/>
                  </a:lnTo>
                  <a:lnTo>
                    <a:pt x="1020881" y="277152"/>
                  </a:lnTo>
                  <a:close/>
                  <a:moveTo>
                    <a:pt x="1020881" y="277152"/>
                  </a:moveTo>
                  <a:lnTo>
                    <a:pt x="1071636" y="273871"/>
                  </a:lnTo>
                  <a:lnTo>
                    <a:pt x="1024642" y="262144"/>
                  </a:lnTo>
                  <a:close/>
                  <a:moveTo>
                    <a:pt x="952225" y="192981"/>
                  </a:moveTo>
                  <a:lnTo>
                    <a:pt x="987129" y="220423"/>
                  </a:lnTo>
                  <a:lnTo>
                    <a:pt x="972638" y="168887"/>
                  </a:lnTo>
                  <a:close/>
                  <a:moveTo>
                    <a:pt x="937447" y="118770"/>
                  </a:moveTo>
                  <a:lnTo>
                    <a:pt x="964523" y="172271"/>
                  </a:lnTo>
                  <a:lnTo>
                    <a:pt x="972638" y="168887"/>
                  </a:lnTo>
                  <a:close/>
                  <a:moveTo>
                    <a:pt x="972302" y="66454"/>
                  </a:moveTo>
                  <a:lnTo>
                    <a:pt x="937117" y="109582"/>
                  </a:lnTo>
                  <a:lnTo>
                    <a:pt x="980801" y="93256"/>
                  </a:lnTo>
                  <a:close/>
                  <a:moveTo>
                    <a:pt x="946348" y="48792"/>
                  </a:moveTo>
                  <a:lnTo>
                    <a:pt x="972459" y="65547"/>
                  </a:lnTo>
                  <a:lnTo>
                    <a:pt x="980801" y="93256"/>
                  </a:lnTo>
                  <a:close/>
                  <a:moveTo>
                    <a:pt x="949836" y="22234"/>
                  </a:moveTo>
                  <a:lnTo>
                    <a:pt x="972459" y="65547"/>
                  </a:lnTo>
                  <a:lnTo>
                    <a:pt x="946348" y="48792"/>
                  </a:lnTo>
                  <a:close/>
                  <a:moveTo>
                    <a:pt x="949836" y="22234"/>
                  </a:moveTo>
                  <a:lnTo>
                    <a:pt x="965549" y="33182"/>
                  </a:lnTo>
                  <a:lnTo>
                    <a:pt x="990609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70" name="Output_density__4169">
              <a:extLst>
                <a:ext uri="{FF2B5EF4-FFF2-40B4-BE49-F238E27FC236}">
                  <a16:creationId xmlns:a16="http://schemas.microsoft.com/office/drawing/2014/main" id="{BB4F461B-4375-1256-BAAC-7E9583585FDA}"/>
                </a:ext>
              </a:extLst>
            </p:cNvPr>
            <p:cNvSpPr>
              <a:spLocks noGrp="1"/>
            </p:cNvSpPr>
            <p:nvPr/>
          </p:nvSpPr>
          <p:spPr>
            <a:xfrm>
              <a:off x="15504659" y="3617627"/>
              <a:ext cx="1256156" cy="1006948"/>
            </a:xfrm>
            <a:custGeom>
              <a:avLst/>
              <a:gdLst/>
              <a:ahLst/>
              <a:cxnLst/>
              <a:rect l="0" t="0" r="0" b="0"/>
              <a:pathLst>
                <a:path w="1256156" h="1006948">
                  <a:moveTo>
                    <a:pt x="328898" y="1006948"/>
                  </a:moveTo>
                  <a:lnTo>
                    <a:pt x="281751" y="1005351"/>
                  </a:lnTo>
                  <a:lnTo>
                    <a:pt x="253357" y="999173"/>
                  </a:lnTo>
                  <a:close/>
                  <a:moveTo>
                    <a:pt x="66164" y="588434"/>
                  </a:moveTo>
                  <a:lnTo>
                    <a:pt x="0" y="551276"/>
                  </a:lnTo>
                  <a:lnTo>
                    <a:pt x="34480" y="561226"/>
                  </a:lnTo>
                  <a:close/>
                  <a:moveTo>
                    <a:pt x="392542" y="935327"/>
                  </a:moveTo>
                  <a:lnTo>
                    <a:pt x="393818" y="898202"/>
                  </a:lnTo>
                  <a:lnTo>
                    <a:pt x="381923" y="957221"/>
                  </a:lnTo>
                  <a:close/>
                  <a:moveTo>
                    <a:pt x="405473" y="848771"/>
                  </a:moveTo>
                  <a:lnTo>
                    <a:pt x="425486" y="905685"/>
                  </a:lnTo>
                  <a:lnTo>
                    <a:pt x="430831" y="903807"/>
                  </a:lnTo>
                  <a:close/>
                  <a:moveTo>
                    <a:pt x="405473" y="848771"/>
                  </a:moveTo>
                  <a:lnTo>
                    <a:pt x="430831" y="903807"/>
                  </a:lnTo>
                  <a:lnTo>
                    <a:pt x="458090" y="870823"/>
                  </a:lnTo>
                  <a:close/>
                  <a:moveTo>
                    <a:pt x="488989" y="830054"/>
                  </a:moveTo>
                  <a:lnTo>
                    <a:pt x="479235" y="814979"/>
                  </a:lnTo>
                  <a:lnTo>
                    <a:pt x="458090" y="870823"/>
                  </a:lnTo>
                  <a:close/>
                  <a:moveTo>
                    <a:pt x="490357" y="805960"/>
                  </a:moveTo>
                  <a:lnTo>
                    <a:pt x="488989" y="830054"/>
                  </a:lnTo>
                  <a:lnTo>
                    <a:pt x="515406" y="775541"/>
                  </a:lnTo>
                  <a:close/>
                  <a:moveTo>
                    <a:pt x="610173" y="685382"/>
                  </a:moveTo>
                  <a:lnTo>
                    <a:pt x="576958" y="696096"/>
                  </a:lnTo>
                  <a:lnTo>
                    <a:pt x="654176" y="675224"/>
                  </a:lnTo>
                  <a:close/>
                  <a:moveTo>
                    <a:pt x="452971" y="448553"/>
                  </a:moveTo>
                  <a:lnTo>
                    <a:pt x="412005" y="468498"/>
                  </a:lnTo>
                  <a:lnTo>
                    <a:pt x="452545" y="449240"/>
                  </a:lnTo>
                  <a:close/>
                  <a:moveTo>
                    <a:pt x="412005" y="468498"/>
                  </a:moveTo>
                  <a:lnTo>
                    <a:pt x="452971" y="448553"/>
                  </a:lnTo>
                  <a:lnTo>
                    <a:pt x="424357" y="434174"/>
                  </a:lnTo>
                  <a:close/>
                  <a:moveTo>
                    <a:pt x="831173" y="582935"/>
                  </a:moveTo>
                  <a:lnTo>
                    <a:pt x="879999" y="590810"/>
                  </a:lnTo>
                  <a:lnTo>
                    <a:pt x="910881" y="571373"/>
                  </a:lnTo>
                  <a:close/>
                  <a:moveTo>
                    <a:pt x="910881" y="571373"/>
                  </a:moveTo>
                  <a:lnTo>
                    <a:pt x="879999" y="590810"/>
                  </a:lnTo>
                  <a:lnTo>
                    <a:pt x="962734" y="590569"/>
                  </a:lnTo>
                  <a:close/>
                  <a:moveTo>
                    <a:pt x="1190799" y="434505"/>
                  </a:moveTo>
                  <a:lnTo>
                    <a:pt x="1187012" y="460600"/>
                  </a:lnTo>
                  <a:lnTo>
                    <a:pt x="1223120" y="460701"/>
                  </a:lnTo>
                  <a:close/>
                  <a:moveTo>
                    <a:pt x="1215346" y="410411"/>
                  </a:moveTo>
                  <a:lnTo>
                    <a:pt x="1223120" y="460701"/>
                  </a:lnTo>
                  <a:lnTo>
                    <a:pt x="1256156" y="449318"/>
                  </a:lnTo>
                  <a:close/>
                  <a:moveTo>
                    <a:pt x="1158056" y="152728"/>
                  </a:moveTo>
                  <a:lnTo>
                    <a:pt x="1157741" y="121136"/>
                  </a:lnTo>
                  <a:lnTo>
                    <a:pt x="1157395" y="130546"/>
                  </a:lnTo>
                  <a:close/>
                  <a:moveTo>
                    <a:pt x="1164441" y="62075"/>
                  </a:moveTo>
                  <a:lnTo>
                    <a:pt x="1157741" y="121136"/>
                  </a:lnTo>
                  <a:lnTo>
                    <a:pt x="1162383" y="77098"/>
                  </a:lnTo>
                  <a:close/>
                  <a:moveTo>
                    <a:pt x="1162383" y="77098"/>
                  </a:moveTo>
                  <a:lnTo>
                    <a:pt x="1163275" y="6927"/>
                  </a:lnTo>
                  <a:lnTo>
                    <a:pt x="1164441" y="62075"/>
                  </a:lnTo>
                  <a:close/>
                  <a:moveTo>
                    <a:pt x="1163519" y="1467"/>
                  </a:moveTo>
                  <a:lnTo>
                    <a:pt x="1163275" y="6927"/>
                  </a:lnTo>
                  <a:lnTo>
                    <a:pt x="1162383" y="77098"/>
                  </a:lnTo>
                  <a:close/>
                  <a:moveTo>
                    <a:pt x="1163619" y="0"/>
                  </a:moveTo>
                  <a:lnTo>
                    <a:pt x="1163275" y="6927"/>
                  </a:lnTo>
                  <a:lnTo>
                    <a:pt x="1163519" y="146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71" name="Output_density__4170">
              <a:extLst>
                <a:ext uri="{FF2B5EF4-FFF2-40B4-BE49-F238E27FC236}">
                  <a16:creationId xmlns:a16="http://schemas.microsoft.com/office/drawing/2014/main" id="{37E3076F-FEA8-17AD-94AF-5FDAF8B11D3B}"/>
                </a:ext>
              </a:extLst>
            </p:cNvPr>
            <p:cNvSpPr>
              <a:spLocks noGrp="1"/>
            </p:cNvSpPr>
            <p:nvPr/>
          </p:nvSpPr>
          <p:spPr>
            <a:xfrm>
              <a:off x="15833557" y="3811845"/>
              <a:ext cx="423905" cy="812729"/>
            </a:xfrm>
            <a:custGeom>
              <a:avLst/>
              <a:gdLst/>
              <a:ahLst/>
              <a:cxnLst/>
              <a:rect l="0" t="0" r="0" b="0"/>
              <a:pathLst>
                <a:path w="423905" h="812729">
                  <a:moveTo>
                    <a:pt x="27547" y="780822"/>
                  </a:moveTo>
                  <a:lnTo>
                    <a:pt x="51305" y="777795"/>
                  </a:lnTo>
                  <a:lnTo>
                    <a:pt x="53025" y="763003"/>
                  </a:lnTo>
                  <a:close/>
                  <a:moveTo>
                    <a:pt x="0" y="812729"/>
                  </a:moveTo>
                  <a:lnTo>
                    <a:pt x="41091" y="791684"/>
                  </a:lnTo>
                  <a:lnTo>
                    <a:pt x="27547" y="780822"/>
                  </a:lnTo>
                  <a:close/>
                  <a:moveTo>
                    <a:pt x="53025" y="763003"/>
                  </a:moveTo>
                  <a:lnTo>
                    <a:pt x="51305" y="777795"/>
                  </a:lnTo>
                  <a:lnTo>
                    <a:pt x="63645" y="741109"/>
                  </a:lnTo>
                  <a:close/>
                  <a:moveTo>
                    <a:pt x="64921" y="703983"/>
                  </a:moveTo>
                  <a:lnTo>
                    <a:pt x="63645" y="741109"/>
                  </a:lnTo>
                  <a:lnTo>
                    <a:pt x="96588" y="711466"/>
                  </a:lnTo>
                  <a:close/>
                  <a:moveTo>
                    <a:pt x="336428" y="446953"/>
                  </a:moveTo>
                  <a:lnTo>
                    <a:pt x="281275" y="491164"/>
                  </a:lnTo>
                  <a:lnTo>
                    <a:pt x="325278" y="481006"/>
                  </a:lnTo>
                  <a:close/>
                  <a:moveTo>
                    <a:pt x="336428" y="446953"/>
                  </a:moveTo>
                  <a:lnTo>
                    <a:pt x="325278" y="481006"/>
                  </a:lnTo>
                  <a:lnTo>
                    <a:pt x="337985" y="460481"/>
                  </a:lnTo>
                  <a:close/>
                  <a:moveTo>
                    <a:pt x="336428" y="446953"/>
                  </a:moveTo>
                  <a:lnTo>
                    <a:pt x="337985" y="460481"/>
                  </a:lnTo>
                  <a:lnTo>
                    <a:pt x="344957" y="419683"/>
                  </a:lnTo>
                  <a:close/>
                  <a:moveTo>
                    <a:pt x="344957" y="419683"/>
                  </a:moveTo>
                  <a:lnTo>
                    <a:pt x="387299" y="403314"/>
                  </a:lnTo>
                  <a:lnTo>
                    <a:pt x="423905" y="405280"/>
                  </a:lnTo>
                  <a:close/>
                  <a:moveTo>
                    <a:pt x="377400" y="406083"/>
                  </a:moveTo>
                  <a:lnTo>
                    <a:pt x="344957" y="419683"/>
                  </a:lnTo>
                  <a:lnTo>
                    <a:pt x="423905" y="405280"/>
                  </a:lnTo>
                  <a:close/>
                  <a:moveTo>
                    <a:pt x="98020" y="0"/>
                  </a:moveTo>
                  <a:lnTo>
                    <a:pt x="86302" y="16424"/>
                  </a:lnTo>
                  <a:lnTo>
                    <a:pt x="80507" y="756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72" name="Output_density__4171">
              <a:extLst>
                <a:ext uri="{FF2B5EF4-FFF2-40B4-BE49-F238E27FC236}">
                  <a16:creationId xmlns:a16="http://schemas.microsoft.com/office/drawing/2014/main" id="{7AB13904-D828-DD8D-1A61-5794BF092783}"/>
                </a:ext>
              </a:extLst>
            </p:cNvPr>
            <p:cNvSpPr>
              <a:spLocks noGrp="1"/>
            </p:cNvSpPr>
            <p:nvPr/>
          </p:nvSpPr>
          <p:spPr>
            <a:xfrm>
              <a:off x="15573165" y="3496535"/>
              <a:ext cx="1111123" cy="835553"/>
            </a:xfrm>
            <a:custGeom>
              <a:avLst/>
              <a:gdLst/>
              <a:ahLst/>
              <a:cxnLst/>
              <a:rect l="0" t="0" r="0" b="0"/>
              <a:pathLst>
                <a:path w="1111123" h="835553">
                  <a:moveTo>
                    <a:pt x="7201" y="475407"/>
                  </a:moveTo>
                  <a:lnTo>
                    <a:pt x="17254" y="463223"/>
                  </a:lnTo>
                  <a:lnTo>
                    <a:pt x="0" y="487316"/>
                  </a:lnTo>
                  <a:close/>
                  <a:moveTo>
                    <a:pt x="386303" y="823979"/>
                  </a:moveTo>
                  <a:lnTo>
                    <a:pt x="430964" y="799885"/>
                  </a:lnTo>
                  <a:lnTo>
                    <a:pt x="409232" y="772442"/>
                  </a:lnTo>
                  <a:close/>
                  <a:moveTo>
                    <a:pt x="430964" y="799885"/>
                  </a:moveTo>
                  <a:lnTo>
                    <a:pt x="466645" y="835553"/>
                  </a:lnTo>
                  <a:lnTo>
                    <a:pt x="481747" y="779851"/>
                  </a:lnTo>
                  <a:close/>
                  <a:moveTo>
                    <a:pt x="466645" y="835553"/>
                  </a:moveTo>
                  <a:lnTo>
                    <a:pt x="501084" y="775791"/>
                  </a:lnTo>
                  <a:lnTo>
                    <a:pt x="481747" y="779851"/>
                  </a:lnTo>
                  <a:close/>
                  <a:moveTo>
                    <a:pt x="491147" y="752486"/>
                  </a:moveTo>
                  <a:lnTo>
                    <a:pt x="481747" y="779851"/>
                  </a:lnTo>
                  <a:lnTo>
                    <a:pt x="495584" y="724254"/>
                  </a:lnTo>
                  <a:close/>
                  <a:moveTo>
                    <a:pt x="495584" y="724254"/>
                  </a:moveTo>
                  <a:lnTo>
                    <a:pt x="481747" y="779851"/>
                  </a:lnTo>
                  <a:lnTo>
                    <a:pt x="501084" y="775791"/>
                  </a:lnTo>
                  <a:close/>
                  <a:moveTo>
                    <a:pt x="491882" y="746851"/>
                  </a:moveTo>
                  <a:lnTo>
                    <a:pt x="495584" y="724254"/>
                  </a:lnTo>
                  <a:lnTo>
                    <a:pt x="451126" y="679259"/>
                  </a:lnTo>
                  <a:close/>
                  <a:moveTo>
                    <a:pt x="244126" y="339404"/>
                  </a:moveTo>
                  <a:lnTo>
                    <a:pt x="237077" y="287867"/>
                  </a:lnTo>
                  <a:lnTo>
                    <a:pt x="196870" y="363498"/>
                  </a:lnTo>
                  <a:close/>
                  <a:moveTo>
                    <a:pt x="744947" y="637776"/>
                  </a:moveTo>
                  <a:lnTo>
                    <a:pt x="786004" y="616603"/>
                  </a:lnTo>
                  <a:lnTo>
                    <a:pt x="707361" y="632148"/>
                  </a:lnTo>
                  <a:close/>
                  <a:moveTo>
                    <a:pt x="822742" y="619060"/>
                  </a:moveTo>
                  <a:lnTo>
                    <a:pt x="763798" y="639734"/>
                  </a:lnTo>
                  <a:lnTo>
                    <a:pt x="809091" y="627878"/>
                  </a:lnTo>
                  <a:close/>
                  <a:moveTo>
                    <a:pt x="786004" y="616603"/>
                  </a:moveTo>
                  <a:lnTo>
                    <a:pt x="744947" y="637776"/>
                  </a:lnTo>
                  <a:lnTo>
                    <a:pt x="822742" y="619060"/>
                  </a:lnTo>
                  <a:close/>
                  <a:moveTo>
                    <a:pt x="861053" y="587620"/>
                  </a:moveTo>
                  <a:lnTo>
                    <a:pt x="786004" y="616603"/>
                  </a:lnTo>
                  <a:lnTo>
                    <a:pt x="822742" y="619060"/>
                  </a:lnTo>
                  <a:close/>
                  <a:moveTo>
                    <a:pt x="847213" y="575653"/>
                  </a:moveTo>
                  <a:lnTo>
                    <a:pt x="861053" y="587620"/>
                  </a:lnTo>
                  <a:lnTo>
                    <a:pt x="822742" y="619060"/>
                  </a:lnTo>
                  <a:close/>
                  <a:moveTo>
                    <a:pt x="1003326" y="476617"/>
                  </a:moveTo>
                  <a:lnTo>
                    <a:pt x="1025140" y="528154"/>
                  </a:lnTo>
                  <a:lnTo>
                    <a:pt x="1076553" y="504060"/>
                  </a:lnTo>
                  <a:close/>
                  <a:moveTo>
                    <a:pt x="1003326" y="476617"/>
                  </a:moveTo>
                  <a:lnTo>
                    <a:pt x="1076553" y="504060"/>
                  </a:lnTo>
                  <a:lnTo>
                    <a:pt x="1045456" y="452523"/>
                  </a:lnTo>
                  <a:close/>
                  <a:moveTo>
                    <a:pt x="1003326" y="476617"/>
                  </a:moveTo>
                  <a:lnTo>
                    <a:pt x="1045456" y="452523"/>
                  </a:lnTo>
                  <a:lnTo>
                    <a:pt x="989672" y="449353"/>
                  </a:lnTo>
                  <a:close/>
                  <a:moveTo>
                    <a:pt x="1045456" y="452523"/>
                  </a:moveTo>
                  <a:lnTo>
                    <a:pt x="1017906" y="420017"/>
                  </a:lnTo>
                  <a:lnTo>
                    <a:pt x="989672" y="449353"/>
                  </a:lnTo>
                  <a:close/>
                  <a:moveTo>
                    <a:pt x="1003118" y="400987"/>
                  </a:moveTo>
                  <a:lnTo>
                    <a:pt x="989672" y="449353"/>
                  </a:lnTo>
                  <a:lnTo>
                    <a:pt x="1017906" y="420017"/>
                  </a:lnTo>
                  <a:close/>
                  <a:moveTo>
                    <a:pt x="1003118" y="400987"/>
                  </a:moveTo>
                  <a:lnTo>
                    <a:pt x="981355" y="349450"/>
                  </a:lnTo>
                  <a:lnTo>
                    <a:pt x="974428" y="425081"/>
                  </a:lnTo>
                  <a:close/>
                  <a:moveTo>
                    <a:pt x="1111123" y="479966"/>
                  </a:moveTo>
                  <a:lnTo>
                    <a:pt x="1076553" y="504060"/>
                  </a:lnTo>
                  <a:lnTo>
                    <a:pt x="1092338" y="523628"/>
                  </a:lnTo>
                  <a:close/>
                  <a:moveTo>
                    <a:pt x="1045456" y="452523"/>
                  </a:moveTo>
                  <a:lnTo>
                    <a:pt x="1105754" y="438888"/>
                  </a:lnTo>
                  <a:lnTo>
                    <a:pt x="1101223" y="429839"/>
                  </a:lnTo>
                  <a:close/>
                  <a:moveTo>
                    <a:pt x="1111123" y="479966"/>
                  </a:moveTo>
                  <a:lnTo>
                    <a:pt x="1105754" y="438888"/>
                  </a:lnTo>
                  <a:lnTo>
                    <a:pt x="1045456" y="452523"/>
                  </a:lnTo>
                  <a:close/>
                  <a:moveTo>
                    <a:pt x="1076553" y="504060"/>
                  </a:moveTo>
                  <a:lnTo>
                    <a:pt x="1111123" y="479966"/>
                  </a:lnTo>
                  <a:lnTo>
                    <a:pt x="1045456" y="452523"/>
                  </a:lnTo>
                  <a:close/>
                  <a:moveTo>
                    <a:pt x="1021959" y="393554"/>
                  </a:moveTo>
                  <a:lnTo>
                    <a:pt x="1017906" y="420017"/>
                  </a:lnTo>
                  <a:lnTo>
                    <a:pt x="1078612" y="376893"/>
                  </a:lnTo>
                  <a:close/>
                  <a:moveTo>
                    <a:pt x="1100292" y="418466"/>
                  </a:moveTo>
                  <a:lnTo>
                    <a:pt x="1045456" y="452523"/>
                  </a:lnTo>
                  <a:lnTo>
                    <a:pt x="1101223" y="429839"/>
                  </a:lnTo>
                  <a:close/>
                  <a:moveTo>
                    <a:pt x="1003118" y="400987"/>
                  </a:moveTo>
                  <a:lnTo>
                    <a:pt x="1017906" y="420017"/>
                  </a:lnTo>
                  <a:lnTo>
                    <a:pt x="1021959" y="393554"/>
                  </a:lnTo>
                  <a:close/>
                  <a:moveTo>
                    <a:pt x="1026911" y="325356"/>
                  </a:moveTo>
                  <a:lnTo>
                    <a:pt x="1021959" y="393554"/>
                  </a:lnTo>
                  <a:lnTo>
                    <a:pt x="1029596" y="328823"/>
                  </a:lnTo>
                  <a:close/>
                  <a:moveTo>
                    <a:pt x="1003118" y="400987"/>
                  </a:moveTo>
                  <a:lnTo>
                    <a:pt x="1021959" y="393554"/>
                  </a:lnTo>
                  <a:lnTo>
                    <a:pt x="1026911" y="325356"/>
                  </a:lnTo>
                  <a:close/>
                  <a:moveTo>
                    <a:pt x="981355" y="349450"/>
                  </a:moveTo>
                  <a:lnTo>
                    <a:pt x="1003118" y="400987"/>
                  </a:lnTo>
                  <a:lnTo>
                    <a:pt x="1026911" y="325356"/>
                  </a:lnTo>
                  <a:close/>
                  <a:moveTo>
                    <a:pt x="1021959" y="393554"/>
                  </a:moveTo>
                  <a:lnTo>
                    <a:pt x="1078612" y="376893"/>
                  </a:lnTo>
                  <a:lnTo>
                    <a:pt x="1029596" y="328823"/>
                  </a:lnTo>
                  <a:close/>
                  <a:moveTo>
                    <a:pt x="969672" y="297914"/>
                  </a:moveTo>
                  <a:lnTo>
                    <a:pt x="981355" y="349450"/>
                  </a:lnTo>
                  <a:lnTo>
                    <a:pt x="1026911" y="325356"/>
                  </a:lnTo>
                  <a:close/>
                  <a:moveTo>
                    <a:pt x="969672" y="297914"/>
                  </a:moveTo>
                  <a:lnTo>
                    <a:pt x="1026911" y="325356"/>
                  </a:lnTo>
                  <a:lnTo>
                    <a:pt x="992749" y="273820"/>
                  </a:lnTo>
                  <a:close/>
                  <a:moveTo>
                    <a:pt x="1026911" y="325356"/>
                  </a:moveTo>
                  <a:lnTo>
                    <a:pt x="1029596" y="328823"/>
                  </a:lnTo>
                  <a:lnTo>
                    <a:pt x="1031735" y="322864"/>
                  </a:lnTo>
                  <a:close/>
                  <a:moveTo>
                    <a:pt x="992749" y="273820"/>
                  </a:moveTo>
                  <a:lnTo>
                    <a:pt x="1031735" y="322864"/>
                  </a:lnTo>
                  <a:lnTo>
                    <a:pt x="1038135" y="254918"/>
                  </a:lnTo>
                  <a:close/>
                  <a:moveTo>
                    <a:pt x="992749" y="273820"/>
                  </a:moveTo>
                  <a:lnTo>
                    <a:pt x="1026911" y="325356"/>
                  </a:lnTo>
                  <a:lnTo>
                    <a:pt x="1031735" y="322864"/>
                  </a:lnTo>
                  <a:close/>
                  <a:moveTo>
                    <a:pt x="992749" y="273820"/>
                  </a:moveTo>
                  <a:lnTo>
                    <a:pt x="1038135" y="254918"/>
                  </a:lnTo>
                  <a:lnTo>
                    <a:pt x="1004382" y="198189"/>
                  </a:lnTo>
                  <a:close/>
                  <a:moveTo>
                    <a:pt x="977041" y="222283"/>
                  </a:moveTo>
                  <a:lnTo>
                    <a:pt x="992749" y="273820"/>
                  </a:lnTo>
                  <a:lnTo>
                    <a:pt x="1004382" y="198189"/>
                  </a:lnTo>
                  <a:close/>
                  <a:moveTo>
                    <a:pt x="989892" y="146653"/>
                  </a:moveTo>
                  <a:lnTo>
                    <a:pt x="957028" y="97280"/>
                  </a:lnTo>
                  <a:lnTo>
                    <a:pt x="954701" y="96536"/>
                  </a:lnTo>
                  <a:close/>
                  <a:moveTo>
                    <a:pt x="955077" y="95116"/>
                  </a:moveTo>
                  <a:lnTo>
                    <a:pt x="954701" y="96536"/>
                  </a:lnTo>
                  <a:lnTo>
                    <a:pt x="957028" y="97280"/>
                  </a:lnTo>
                  <a:close/>
                  <a:moveTo>
                    <a:pt x="954371" y="87348"/>
                  </a:moveTo>
                  <a:lnTo>
                    <a:pt x="954701" y="96536"/>
                  </a:lnTo>
                  <a:lnTo>
                    <a:pt x="955077" y="95116"/>
                  </a:lnTo>
                  <a:close/>
                  <a:moveTo>
                    <a:pt x="958726" y="93264"/>
                  </a:moveTo>
                  <a:lnTo>
                    <a:pt x="957028" y="97280"/>
                  </a:lnTo>
                  <a:lnTo>
                    <a:pt x="998055" y="71022"/>
                  </a:lnTo>
                  <a:close/>
                  <a:moveTo>
                    <a:pt x="998055" y="71022"/>
                  </a:moveTo>
                  <a:lnTo>
                    <a:pt x="957028" y="97280"/>
                  </a:lnTo>
                  <a:lnTo>
                    <a:pt x="989892" y="146653"/>
                  </a:lnTo>
                  <a:close/>
                  <a:moveTo>
                    <a:pt x="955077" y="95116"/>
                  </a:moveTo>
                  <a:lnTo>
                    <a:pt x="957028" y="97280"/>
                  </a:lnTo>
                  <a:lnTo>
                    <a:pt x="958726" y="93264"/>
                  </a:lnTo>
                  <a:close/>
                  <a:moveTo>
                    <a:pt x="955077" y="95116"/>
                  </a:moveTo>
                  <a:lnTo>
                    <a:pt x="958726" y="93264"/>
                  </a:lnTo>
                  <a:lnTo>
                    <a:pt x="954371" y="87348"/>
                  </a:lnTo>
                  <a:close/>
                  <a:moveTo>
                    <a:pt x="998055" y="71022"/>
                  </a:moveTo>
                  <a:lnTo>
                    <a:pt x="954371" y="87348"/>
                  </a:lnTo>
                  <a:lnTo>
                    <a:pt x="958726" y="93264"/>
                  </a:lnTo>
                  <a:close/>
                  <a:moveTo>
                    <a:pt x="967089" y="0"/>
                  </a:moveTo>
                  <a:lnTo>
                    <a:pt x="963601" y="26558"/>
                  </a:lnTo>
                  <a:lnTo>
                    <a:pt x="969769" y="1948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73" name="Output_density__4172">
              <a:extLst>
                <a:ext uri="{FF2B5EF4-FFF2-40B4-BE49-F238E27FC236}">
                  <a16:creationId xmlns:a16="http://schemas.microsoft.com/office/drawing/2014/main" id="{A2EC0B52-7FBE-BB6D-C672-16C4CDECB145}"/>
                </a:ext>
              </a:extLst>
            </p:cNvPr>
            <p:cNvSpPr>
              <a:spLocks noGrp="1"/>
            </p:cNvSpPr>
            <p:nvPr/>
          </p:nvSpPr>
          <p:spPr>
            <a:xfrm>
              <a:off x="15982397" y="4249021"/>
              <a:ext cx="81915" cy="47399"/>
            </a:xfrm>
            <a:custGeom>
              <a:avLst/>
              <a:gdLst/>
              <a:ahLst/>
              <a:cxnLst/>
              <a:rect l="0" t="0" r="0" b="0"/>
              <a:pathLst>
                <a:path w="81915" h="47399">
                  <a:moveTo>
                    <a:pt x="21732" y="47399"/>
                  </a:moveTo>
                  <a:lnTo>
                    <a:pt x="40100" y="18338"/>
                  </a:lnTo>
                  <a:lnTo>
                    <a:pt x="0" y="19956"/>
                  </a:lnTo>
                  <a:close/>
                  <a:moveTo>
                    <a:pt x="40100" y="18338"/>
                  </a:moveTo>
                  <a:lnTo>
                    <a:pt x="21732" y="47399"/>
                  </a:lnTo>
                  <a:lnTo>
                    <a:pt x="72515" y="27365"/>
                  </a:lnTo>
                  <a:close/>
                  <a:moveTo>
                    <a:pt x="40100" y="18338"/>
                  </a:moveTo>
                  <a:lnTo>
                    <a:pt x="72515" y="27365"/>
                  </a:lnTo>
                  <a:lnTo>
                    <a:pt x="81915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74" name="Output_density__4173">
              <a:extLst>
                <a:ext uri="{FF2B5EF4-FFF2-40B4-BE49-F238E27FC236}">
                  <a16:creationId xmlns:a16="http://schemas.microsoft.com/office/drawing/2014/main" id="{2DF5F190-9A94-C900-309D-3AF2AAC90116}"/>
                </a:ext>
              </a:extLst>
            </p:cNvPr>
            <p:cNvSpPr>
              <a:spLocks noGrp="1"/>
            </p:cNvSpPr>
            <p:nvPr/>
          </p:nvSpPr>
          <p:spPr>
            <a:xfrm>
              <a:off x="15590419" y="3424816"/>
              <a:ext cx="1155122" cy="1174126"/>
            </a:xfrm>
            <a:custGeom>
              <a:avLst/>
              <a:gdLst/>
              <a:ahLst/>
              <a:cxnLst/>
              <a:rect l="0" t="0" r="0" b="0"/>
              <a:pathLst>
                <a:path w="1155122" h="1174126">
                  <a:moveTo>
                    <a:pt x="131960" y="1122589"/>
                  </a:moveTo>
                  <a:lnTo>
                    <a:pt x="126470" y="1112908"/>
                  </a:lnTo>
                  <a:lnTo>
                    <a:pt x="102752" y="1081234"/>
                  </a:lnTo>
                  <a:close/>
                  <a:moveTo>
                    <a:pt x="160405" y="1098495"/>
                  </a:moveTo>
                  <a:lnTo>
                    <a:pt x="212836" y="1155206"/>
                  </a:lnTo>
                  <a:lnTo>
                    <a:pt x="217008" y="1141836"/>
                  </a:lnTo>
                  <a:close/>
                  <a:moveTo>
                    <a:pt x="154778" y="1174126"/>
                  </a:moveTo>
                  <a:lnTo>
                    <a:pt x="212836" y="1155206"/>
                  </a:lnTo>
                  <a:lnTo>
                    <a:pt x="160405" y="1098495"/>
                  </a:lnTo>
                  <a:close/>
                  <a:moveTo>
                    <a:pt x="131960" y="1122589"/>
                  </a:moveTo>
                  <a:lnTo>
                    <a:pt x="154778" y="1174126"/>
                  </a:lnTo>
                  <a:lnTo>
                    <a:pt x="160405" y="1098495"/>
                  </a:lnTo>
                  <a:close/>
                  <a:moveTo>
                    <a:pt x="212836" y="1155206"/>
                  </a:moveTo>
                  <a:lnTo>
                    <a:pt x="231337" y="1150032"/>
                  </a:lnTo>
                  <a:lnTo>
                    <a:pt x="217008" y="1141836"/>
                  </a:lnTo>
                  <a:close/>
                  <a:moveTo>
                    <a:pt x="131960" y="1122589"/>
                  </a:moveTo>
                  <a:lnTo>
                    <a:pt x="160405" y="1098495"/>
                  </a:lnTo>
                  <a:lnTo>
                    <a:pt x="126470" y="1112908"/>
                  </a:lnTo>
                  <a:close/>
                  <a:moveTo>
                    <a:pt x="160405" y="1098495"/>
                  </a:moveTo>
                  <a:lnTo>
                    <a:pt x="158209" y="1096677"/>
                  </a:lnTo>
                  <a:lnTo>
                    <a:pt x="126470" y="1112908"/>
                  </a:lnTo>
                  <a:close/>
                  <a:moveTo>
                    <a:pt x="94382" y="1019516"/>
                  </a:moveTo>
                  <a:lnTo>
                    <a:pt x="100911" y="1071053"/>
                  </a:lnTo>
                  <a:lnTo>
                    <a:pt x="124447" y="1046959"/>
                  </a:lnTo>
                  <a:close/>
                  <a:moveTo>
                    <a:pt x="94382" y="1019516"/>
                  </a:moveTo>
                  <a:lnTo>
                    <a:pt x="124447" y="1046959"/>
                  </a:lnTo>
                  <a:lnTo>
                    <a:pt x="96967" y="995422"/>
                  </a:lnTo>
                  <a:close/>
                  <a:moveTo>
                    <a:pt x="72001" y="967979"/>
                  </a:moveTo>
                  <a:lnTo>
                    <a:pt x="96967" y="995422"/>
                  </a:lnTo>
                  <a:lnTo>
                    <a:pt x="92037" y="943885"/>
                  </a:lnTo>
                  <a:close/>
                  <a:moveTo>
                    <a:pt x="265206" y="1074401"/>
                  </a:moveTo>
                  <a:lnTo>
                    <a:pt x="231337" y="1150032"/>
                  </a:lnTo>
                  <a:lnTo>
                    <a:pt x="291746" y="1125938"/>
                  </a:lnTo>
                  <a:close/>
                  <a:moveTo>
                    <a:pt x="160405" y="1098495"/>
                  </a:moveTo>
                  <a:lnTo>
                    <a:pt x="217008" y="1141836"/>
                  </a:lnTo>
                  <a:lnTo>
                    <a:pt x="230160" y="1078378"/>
                  </a:lnTo>
                  <a:close/>
                  <a:moveTo>
                    <a:pt x="230160" y="1078378"/>
                  </a:moveTo>
                  <a:lnTo>
                    <a:pt x="265206" y="1074401"/>
                  </a:lnTo>
                  <a:lnTo>
                    <a:pt x="280327" y="1068999"/>
                  </a:lnTo>
                  <a:close/>
                  <a:moveTo>
                    <a:pt x="191857" y="984032"/>
                  </a:moveTo>
                  <a:lnTo>
                    <a:pt x="168260" y="999356"/>
                  </a:lnTo>
                  <a:lnTo>
                    <a:pt x="167662" y="1028463"/>
                  </a:lnTo>
                  <a:close/>
                  <a:moveTo>
                    <a:pt x="149058" y="971328"/>
                  </a:moveTo>
                  <a:lnTo>
                    <a:pt x="96582" y="922782"/>
                  </a:lnTo>
                  <a:lnTo>
                    <a:pt x="92037" y="943885"/>
                  </a:lnTo>
                  <a:close/>
                  <a:moveTo>
                    <a:pt x="149058" y="971328"/>
                  </a:moveTo>
                  <a:lnTo>
                    <a:pt x="92037" y="943885"/>
                  </a:lnTo>
                  <a:lnTo>
                    <a:pt x="96967" y="995422"/>
                  </a:lnTo>
                  <a:close/>
                  <a:moveTo>
                    <a:pt x="97222" y="919792"/>
                  </a:moveTo>
                  <a:lnTo>
                    <a:pt x="72030" y="868255"/>
                  </a:lnTo>
                  <a:lnTo>
                    <a:pt x="66961" y="884120"/>
                  </a:lnTo>
                  <a:close/>
                  <a:moveTo>
                    <a:pt x="280327" y="1068999"/>
                  </a:moveTo>
                  <a:lnTo>
                    <a:pt x="265206" y="1074401"/>
                  </a:lnTo>
                  <a:lnTo>
                    <a:pt x="307940" y="1037341"/>
                  </a:lnTo>
                  <a:close/>
                  <a:moveTo>
                    <a:pt x="275844" y="953734"/>
                  </a:moveTo>
                  <a:lnTo>
                    <a:pt x="254499" y="972435"/>
                  </a:lnTo>
                  <a:lnTo>
                    <a:pt x="283972" y="947234"/>
                  </a:lnTo>
                  <a:close/>
                  <a:moveTo>
                    <a:pt x="254499" y="972435"/>
                  </a:moveTo>
                  <a:lnTo>
                    <a:pt x="298278" y="1022865"/>
                  </a:lnTo>
                  <a:lnTo>
                    <a:pt x="283972" y="947234"/>
                  </a:lnTo>
                  <a:close/>
                  <a:moveTo>
                    <a:pt x="283972" y="947234"/>
                  </a:moveTo>
                  <a:lnTo>
                    <a:pt x="298278" y="1022865"/>
                  </a:lnTo>
                  <a:lnTo>
                    <a:pt x="342572" y="992148"/>
                  </a:lnTo>
                  <a:close/>
                  <a:moveTo>
                    <a:pt x="342572" y="992148"/>
                  </a:moveTo>
                  <a:lnTo>
                    <a:pt x="298278" y="1022865"/>
                  </a:lnTo>
                  <a:lnTo>
                    <a:pt x="331374" y="1009315"/>
                  </a:lnTo>
                  <a:close/>
                  <a:moveTo>
                    <a:pt x="331374" y="1009315"/>
                  </a:moveTo>
                  <a:lnTo>
                    <a:pt x="373810" y="998771"/>
                  </a:lnTo>
                  <a:lnTo>
                    <a:pt x="342572" y="992148"/>
                  </a:lnTo>
                  <a:close/>
                  <a:moveTo>
                    <a:pt x="252684" y="971328"/>
                  </a:moveTo>
                  <a:lnTo>
                    <a:pt x="254499" y="972435"/>
                  </a:lnTo>
                  <a:lnTo>
                    <a:pt x="275844" y="953734"/>
                  </a:lnTo>
                  <a:close/>
                  <a:moveTo>
                    <a:pt x="252684" y="971328"/>
                  </a:moveTo>
                  <a:lnTo>
                    <a:pt x="275844" y="953734"/>
                  </a:lnTo>
                  <a:lnTo>
                    <a:pt x="252631" y="965452"/>
                  </a:lnTo>
                  <a:close/>
                  <a:moveTo>
                    <a:pt x="241959" y="918539"/>
                  </a:moveTo>
                  <a:lnTo>
                    <a:pt x="283804" y="947100"/>
                  </a:lnTo>
                  <a:lnTo>
                    <a:pt x="227655" y="895698"/>
                  </a:lnTo>
                  <a:close/>
                  <a:moveTo>
                    <a:pt x="283804" y="947100"/>
                  </a:moveTo>
                  <a:lnTo>
                    <a:pt x="241959" y="918539"/>
                  </a:lnTo>
                  <a:lnTo>
                    <a:pt x="283972" y="947234"/>
                  </a:lnTo>
                  <a:close/>
                  <a:moveTo>
                    <a:pt x="252631" y="965452"/>
                  </a:moveTo>
                  <a:lnTo>
                    <a:pt x="275844" y="953734"/>
                  </a:lnTo>
                  <a:lnTo>
                    <a:pt x="283972" y="947234"/>
                  </a:lnTo>
                  <a:close/>
                  <a:moveTo>
                    <a:pt x="244488" y="919792"/>
                  </a:moveTo>
                  <a:lnTo>
                    <a:pt x="252631" y="965452"/>
                  </a:lnTo>
                  <a:lnTo>
                    <a:pt x="283972" y="947234"/>
                  </a:lnTo>
                  <a:close/>
                  <a:moveTo>
                    <a:pt x="395044" y="995534"/>
                  </a:moveTo>
                  <a:lnTo>
                    <a:pt x="342572" y="992148"/>
                  </a:lnTo>
                  <a:lnTo>
                    <a:pt x="373810" y="998771"/>
                  </a:lnTo>
                  <a:close/>
                  <a:moveTo>
                    <a:pt x="351485" y="930222"/>
                  </a:moveTo>
                  <a:lnTo>
                    <a:pt x="342572" y="992148"/>
                  </a:lnTo>
                  <a:lnTo>
                    <a:pt x="395044" y="995534"/>
                  </a:lnTo>
                  <a:close/>
                  <a:moveTo>
                    <a:pt x="393785" y="933815"/>
                  </a:moveTo>
                  <a:lnTo>
                    <a:pt x="351485" y="930222"/>
                  </a:lnTo>
                  <a:lnTo>
                    <a:pt x="395044" y="995534"/>
                  </a:lnTo>
                  <a:close/>
                  <a:moveTo>
                    <a:pt x="283972" y="947234"/>
                  </a:moveTo>
                  <a:lnTo>
                    <a:pt x="342572" y="992148"/>
                  </a:lnTo>
                  <a:lnTo>
                    <a:pt x="351485" y="930222"/>
                  </a:lnTo>
                  <a:close/>
                  <a:moveTo>
                    <a:pt x="283972" y="947234"/>
                  </a:moveTo>
                  <a:lnTo>
                    <a:pt x="351485" y="930222"/>
                  </a:lnTo>
                  <a:lnTo>
                    <a:pt x="283804" y="947100"/>
                  </a:lnTo>
                  <a:close/>
                  <a:moveTo>
                    <a:pt x="283804" y="947100"/>
                  </a:moveTo>
                  <a:lnTo>
                    <a:pt x="351485" y="930222"/>
                  </a:lnTo>
                  <a:lnTo>
                    <a:pt x="347780" y="876718"/>
                  </a:lnTo>
                  <a:close/>
                  <a:moveTo>
                    <a:pt x="275498" y="871604"/>
                  </a:moveTo>
                  <a:lnTo>
                    <a:pt x="227655" y="895698"/>
                  </a:lnTo>
                  <a:lnTo>
                    <a:pt x="283804" y="947100"/>
                  </a:lnTo>
                  <a:close/>
                  <a:moveTo>
                    <a:pt x="275498" y="871604"/>
                  </a:moveTo>
                  <a:lnTo>
                    <a:pt x="223803" y="844161"/>
                  </a:lnTo>
                  <a:lnTo>
                    <a:pt x="227655" y="895698"/>
                  </a:lnTo>
                  <a:close/>
                  <a:moveTo>
                    <a:pt x="39911" y="529654"/>
                  </a:moveTo>
                  <a:lnTo>
                    <a:pt x="0" y="534942"/>
                  </a:lnTo>
                  <a:lnTo>
                    <a:pt x="73466" y="549811"/>
                  </a:lnTo>
                  <a:close/>
                  <a:moveTo>
                    <a:pt x="483831" y="847510"/>
                  </a:moveTo>
                  <a:lnTo>
                    <a:pt x="534992" y="832238"/>
                  </a:lnTo>
                  <a:lnTo>
                    <a:pt x="504831" y="771879"/>
                  </a:lnTo>
                  <a:close/>
                  <a:moveTo>
                    <a:pt x="481750" y="758457"/>
                  </a:moveTo>
                  <a:lnTo>
                    <a:pt x="502121" y="699724"/>
                  </a:lnTo>
                  <a:lnTo>
                    <a:pt x="438123" y="709540"/>
                  </a:lnTo>
                  <a:close/>
                  <a:moveTo>
                    <a:pt x="438123" y="709540"/>
                  </a:moveTo>
                  <a:lnTo>
                    <a:pt x="502121" y="699724"/>
                  </a:lnTo>
                  <a:lnTo>
                    <a:pt x="497680" y="696249"/>
                  </a:lnTo>
                  <a:close/>
                  <a:moveTo>
                    <a:pt x="558892" y="747785"/>
                  </a:moveTo>
                  <a:lnTo>
                    <a:pt x="504831" y="771879"/>
                  </a:lnTo>
                  <a:lnTo>
                    <a:pt x="542167" y="809670"/>
                  </a:lnTo>
                  <a:close/>
                  <a:moveTo>
                    <a:pt x="559987" y="686431"/>
                  </a:moveTo>
                  <a:lnTo>
                    <a:pt x="538314" y="660364"/>
                  </a:lnTo>
                  <a:lnTo>
                    <a:pt x="537681" y="672155"/>
                  </a:lnTo>
                  <a:close/>
                  <a:moveTo>
                    <a:pt x="538314" y="660364"/>
                  </a:moveTo>
                  <a:lnTo>
                    <a:pt x="559987" y="686431"/>
                  </a:lnTo>
                  <a:lnTo>
                    <a:pt x="620564" y="658308"/>
                  </a:lnTo>
                  <a:close/>
                  <a:moveTo>
                    <a:pt x="335270" y="378719"/>
                  </a:moveTo>
                  <a:lnTo>
                    <a:pt x="302715" y="311399"/>
                  </a:lnTo>
                  <a:lnTo>
                    <a:pt x="289388" y="315295"/>
                  </a:lnTo>
                  <a:close/>
                  <a:moveTo>
                    <a:pt x="358061" y="287305"/>
                  </a:moveTo>
                  <a:lnTo>
                    <a:pt x="346663" y="332943"/>
                  </a:lnTo>
                  <a:lnTo>
                    <a:pt x="373741" y="299287"/>
                  </a:lnTo>
                  <a:close/>
                  <a:moveTo>
                    <a:pt x="358061" y="287305"/>
                  </a:moveTo>
                  <a:lnTo>
                    <a:pt x="302715" y="311399"/>
                  </a:lnTo>
                  <a:lnTo>
                    <a:pt x="346663" y="332943"/>
                  </a:lnTo>
                  <a:close/>
                  <a:moveTo>
                    <a:pt x="834134" y="740969"/>
                  </a:moveTo>
                  <a:lnTo>
                    <a:pt x="848473" y="716592"/>
                  </a:lnTo>
                  <a:lnTo>
                    <a:pt x="790496" y="738464"/>
                  </a:lnTo>
                  <a:close/>
                  <a:moveTo>
                    <a:pt x="790496" y="738464"/>
                  </a:moveTo>
                  <a:lnTo>
                    <a:pt x="848473" y="716592"/>
                  </a:lnTo>
                  <a:lnTo>
                    <a:pt x="791837" y="699597"/>
                  </a:lnTo>
                  <a:close/>
                  <a:moveTo>
                    <a:pt x="857462" y="727040"/>
                  </a:moveTo>
                  <a:lnTo>
                    <a:pt x="834134" y="740969"/>
                  </a:lnTo>
                  <a:lnTo>
                    <a:pt x="825122" y="764184"/>
                  </a:lnTo>
                  <a:close/>
                  <a:moveTo>
                    <a:pt x="857462" y="727040"/>
                  </a:moveTo>
                  <a:lnTo>
                    <a:pt x="919218" y="702946"/>
                  </a:lnTo>
                  <a:lnTo>
                    <a:pt x="848473" y="716592"/>
                  </a:lnTo>
                  <a:close/>
                  <a:moveTo>
                    <a:pt x="848045" y="580092"/>
                  </a:moveTo>
                  <a:lnTo>
                    <a:pt x="838113" y="612249"/>
                  </a:lnTo>
                  <a:lnTo>
                    <a:pt x="839183" y="599873"/>
                  </a:lnTo>
                  <a:close/>
                  <a:moveTo>
                    <a:pt x="1129586" y="603222"/>
                  </a:moveTo>
                  <a:lnTo>
                    <a:pt x="1103816" y="567869"/>
                  </a:lnTo>
                  <a:lnTo>
                    <a:pt x="1075084" y="595347"/>
                  </a:lnTo>
                  <a:close/>
                  <a:moveTo>
                    <a:pt x="1129586" y="603222"/>
                  </a:moveTo>
                  <a:lnTo>
                    <a:pt x="1155122" y="579128"/>
                  </a:lnTo>
                  <a:lnTo>
                    <a:pt x="1103816" y="567869"/>
                  </a:lnTo>
                  <a:close/>
                  <a:moveTo>
                    <a:pt x="1087242" y="498897"/>
                  </a:moveTo>
                  <a:lnTo>
                    <a:pt x="1088500" y="510607"/>
                  </a:lnTo>
                  <a:lnTo>
                    <a:pt x="1062169" y="481299"/>
                  </a:lnTo>
                  <a:close/>
                  <a:moveTo>
                    <a:pt x="1062169" y="481299"/>
                  </a:moveTo>
                  <a:lnTo>
                    <a:pt x="1088500" y="510607"/>
                  </a:lnTo>
                  <a:lnTo>
                    <a:pt x="1110848" y="527591"/>
                  </a:lnTo>
                  <a:close/>
                  <a:moveTo>
                    <a:pt x="1061358" y="448612"/>
                  </a:moveTo>
                  <a:lnTo>
                    <a:pt x="1083038" y="490185"/>
                  </a:lnTo>
                  <a:lnTo>
                    <a:pt x="1063856" y="424518"/>
                  </a:lnTo>
                  <a:close/>
                  <a:moveTo>
                    <a:pt x="1063856" y="424518"/>
                  </a:moveTo>
                  <a:lnTo>
                    <a:pt x="1083038" y="490185"/>
                  </a:lnTo>
                  <a:lnTo>
                    <a:pt x="1062169" y="481299"/>
                  </a:lnTo>
                  <a:close/>
                  <a:moveTo>
                    <a:pt x="1062169" y="481299"/>
                  </a:moveTo>
                  <a:lnTo>
                    <a:pt x="1083038" y="490185"/>
                  </a:lnTo>
                  <a:lnTo>
                    <a:pt x="1087242" y="498897"/>
                  </a:lnTo>
                  <a:close/>
                  <a:moveTo>
                    <a:pt x="1017445" y="194278"/>
                  </a:moveTo>
                  <a:lnTo>
                    <a:pt x="1036608" y="251108"/>
                  </a:lnTo>
                  <a:lnTo>
                    <a:pt x="1036354" y="220521"/>
                  </a:lnTo>
                  <a:close/>
                  <a:moveTo>
                    <a:pt x="980801" y="142741"/>
                  </a:moveTo>
                  <a:lnTo>
                    <a:pt x="1039788" y="185780"/>
                  </a:lnTo>
                  <a:lnTo>
                    <a:pt x="1038321" y="124229"/>
                  </a:lnTo>
                  <a:close/>
                  <a:moveTo>
                    <a:pt x="1041740" y="105758"/>
                  </a:moveTo>
                  <a:lnTo>
                    <a:pt x="980801" y="142741"/>
                  </a:lnTo>
                  <a:lnTo>
                    <a:pt x="1038321" y="124229"/>
                  </a:lnTo>
                  <a:close/>
                  <a:moveTo>
                    <a:pt x="1022918" y="43016"/>
                  </a:moveTo>
                  <a:lnTo>
                    <a:pt x="990252" y="67110"/>
                  </a:lnTo>
                  <a:lnTo>
                    <a:pt x="1041740" y="105758"/>
                  </a:lnTo>
                  <a:close/>
                  <a:moveTo>
                    <a:pt x="1022918" y="43016"/>
                  </a:moveTo>
                  <a:lnTo>
                    <a:pt x="990056" y="0"/>
                  </a:lnTo>
                  <a:lnTo>
                    <a:pt x="989848" y="15574"/>
                  </a:lnTo>
                  <a:close/>
                  <a:moveTo>
                    <a:pt x="1022918" y="43016"/>
                  </a:moveTo>
                  <a:lnTo>
                    <a:pt x="989848" y="15574"/>
                  </a:lnTo>
                  <a:lnTo>
                    <a:pt x="990252" y="6711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75" name="Output_density__4174">
              <a:extLst>
                <a:ext uri="{FF2B5EF4-FFF2-40B4-BE49-F238E27FC236}">
                  <a16:creationId xmlns:a16="http://schemas.microsoft.com/office/drawing/2014/main" id="{252BBEC2-DD35-DDE8-6D6A-9EAB79C487E4}"/>
                </a:ext>
              </a:extLst>
            </p:cNvPr>
            <p:cNvSpPr>
              <a:spLocks noGrp="1"/>
            </p:cNvSpPr>
            <p:nvPr/>
          </p:nvSpPr>
          <p:spPr>
            <a:xfrm>
              <a:off x="15424217" y="3490171"/>
              <a:ext cx="1421812" cy="1132807"/>
            </a:xfrm>
            <a:custGeom>
              <a:avLst/>
              <a:gdLst/>
              <a:ahLst/>
              <a:cxnLst/>
              <a:rect l="0" t="0" r="0" b="0"/>
              <a:pathLst>
                <a:path w="1421812" h="1132807">
                  <a:moveTo>
                    <a:pt x="320980" y="1108771"/>
                  </a:moveTo>
                  <a:lnTo>
                    <a:pt x="333799" y="1126629"/>
                  </a:lnTo>
                  <a:lnTo>
                    <a:pt x="362194" y="1132807"/>
                  </a:lnTo>
                  <a:close/>
                  <a:moveTo>
                    <a:pt x="436887" y="1102497"/>
                  </a:moveTo>
                  <a:lnTo>
                    <a:pt x="397539" y="1084678"/>
                  </a:lnTo>
                  <a:lnTo>
                    <a:pt x="362194" y="1132807"/>
                  </a:lnTo>
                  <a:close/>
                  <a:moveTo>
                    <a:pt x="0" y="643405"/>
                  </a:moveTo>
                  <a:lnTo>
                    <a:pt x="62856" y="672385"/>
                  </a:lnTo>
                  <a:lnTo>
                    <a:pt x="37792" y="658410"/>
                  </a:lnTo>
                  <a:close/>
                  <a:moveTo>
                    <a:pt x="0" y="643405"/>
                  </a:moveTo>
                  <a:lnTo>
                    <a:pt x="80442" y="678732"/>
                  </a:lnTo>
                  <a:lnTo>
                    <a:pt x="62856" y="672385"/>
                  </a:lnTo>
                  <a:close/>
                  <a:moveTo>
                    <a:pt x="62856" y="672385"/>
                  </a:moveTo>
                  <a:lnTo>
                    <a:pt x="80442" y="678732"/>
                  </a:lnTo>
                  <a:lnTo>
                    <a:pt x="92486" y="688222"/>
                  </a:lnTo>
                  <a:close/>
                  <a:moveTo>
                    <a:pt x="146606" y="715891"/>
                  </a:moveTo>
                  <a:lnTo>
                    <a:pt x="92486" y="688222"/>
                  </a:lnTo>
                  <a:lnTo>
                    <a:pt x="80442" y="678732"/>
                  </a:lnTo>
                  <a:close/>
                  <a:moveTo>
                    <a:pt x="397539" y="1084678"/>
                  </a:moveTo>
                  <a:lnTo>
                    <a:pt x="436887" y="1102497"/>
                  </a:lnTo>
                  <a:lnTo>
                    <a:pt x="455968" y="1112120"/>
                  </a:lnTo>
                  <a:close/>
                  <a:moveTo>
                    <a:pt x="159359" y="723921"/>
                  </a:moveTo>
                  <a:lnTo>
                    <a:pt x="211358" y="699827"/>
                  </a:lnTo>
                  <a:lnTo>
                    <a:pt x="146606" y="715891"/>
                  </a:lnTo>
                  <a:close/>
                  <a:moveTo>
                    <a:pt x="211358" y="699827"/>
                  </a:moveTo>
                  <a:lnTo>
                    <a:pt x="172256" y="676894"/>
                  </a:lnTo>
                  <a:lnTo>
                    <a:pt x="146606" y="715891"/>
                  </a:lnTo>
                  <a:close/>
                  <a:moveTo>
                    <a:pt x="92486" y="688222"/>
                  </a:moveTo>
                  <a:lnTo>
                    <a:pt x="62224" y="655561"/>
                  </a:lnTo>
                  <a:lnTo>
                    <a:pt x="62856" y="672385"/>
                  </a:lnTo>
                  <a:close/>
                  <a:moveTo>
                    <a:pt x="37792" y="658410"/>
                  </a:moveTo>
                  <a:lnTo>
                    <a:pt x="62856" y="672385"/>
                  </a:lnTo>
                  <a:lnTo>
                    <a:pt x="62224" y="655561"/>
                  </a:lnTo>
                  <a:close/>
                  <a:moveTo>
                    <a:pt x="92486" y="688222"/>
                  </a:moveTo>
                  <a:lnTo>
                    <a:pt x="146606" y="715891"/>
                  </a:lnTo>
                  <a:lnTo>
                    <a:pt x="172256" y="676894"/>
                  </a:lnTo>
                  <a:close/>
                  <a:moveTo>
                    <a:pt x="124881" y="674441"/>
                  </a:moveTo>
                  <a:lnTo>
                    <a:pt x="92486" y="688222"/>
                  </a:lnTo>
                  <a:lnTo>
                    <a:pt x="172256" y="676894"/>
                  </a:lnTo>
                  <a:close/>
                  <a:moveTo>
                    <a:pt x="344220" y="854437"/>
                  </a:moveTo>
                  <a:lnTo>
                    <a:pt x="330384" y="783856"/>
                  </a:lnTo>
                  <a:lnTo>
                    <a:pt x="335942" y="835933"/>
                  </a:lnTo>
                  <a:close/>
                  <a:moveTo>
                    <a:pt x="211358" y="699827"/>
                  </a:moveTo>
                  <a:lnTo>
                    <a:pt x="223769" y="675733"/>
                  </a:lnTo>
                  <a:lnTo>
                    <a:pt x="172256" y="676894"/>
                  </a:lnTo>
                  <a:close/>
                  <a:moveTo>
                    <a:pt x="249236" y="742956"/>
                  </a:moveTo>
                  <a:lnTo>
                    <a:pt x="230580" y="720279"/>
                  </a:lnTo>
                  <a:lnTo>
                    <a:pt x="257332" y="699827"/>
                  </a:lnTo>
                  <a:close/>
                  <a:moveTo>
                    <a:pt x="517821" y="806249"/>
                  </a:moveTo>
                  <a:lnTo>
                    <a:pt x="484335" y="766497"/>
                  </a:lnTo>
                  <a:lnTo>
                    <a:pt x="509256" y="793697"/>
                  </a:lnTo>
                  <a:close/>
                  <a:moveTo>
                    <a:pt x="515464" y="803932"/>
                  </a:moveTo>
                  <a:lnTo>
                    <a:pt x="509256" y="793697"/>
                  </a:lnTo>
                  <a:lnTo>
                    <a:pt x="475951" y="735330"/>
                  </a:lnTo>
                  <a:close/>
                  <a:moveTo>
                    <a:pt x="515464" y="803932"/>
                  </a:moveTo>
                  <a:lnTo>
                    <a:pt x="513982" y="811364"/>
                  </a:lnTo>
                  <a:lnTo>
                    <a:pt x="517821" y="806249"/>
                  </a:lnTo>
                  <a:close/>
                  <a:moveTo>
                    <a:pt x="515464" y="803932"/>
                  </a:moveTo>
                  <a:lnTo>
                    <a:pt x="517821" y="806249"/>
                  </a:lnTo>
                  <a:lnTo>
                    <a:pt x="509256" y="793697"/>
                  </a:lnTo>
                  <a:close/>
                  <a:moveTo>
                    <a:pt x="432302" y="582587"/>
                  </a:moveTo>
                  <a:lnTo>
                    <a:pt x="431854" y="600103"/>
                  </a:lnTo>
                  <a:lnTo>
                    <a:pt x="441812" y="581310"/>
                  </a:lnTo>
                  <a:close/>
                  <a:moveTo>
                    <a:pt x="425786" y="576009"/>
                  </a:moveTo>
                  <a:lnTo>
                    <a:pt x="432302" y="582587"/>
                  </a:lnTo>
                  <a:lnTo>
                    <a:pt x="441812" y="581310"/>
                  </a:lnTo>
                  <a:close/>
                  <a:moveTo>
                    <a:pt x="425786" y="576009"/>
                  </a:moveTo>
                  <a:lnTo>
                    <a:pt x="404249" y="542651"/>
                  </a:lnTo>
                  <a:lnTo>
                    <a:pt x="432302" y="582587"/>
                  </a:lnTo>
                  <a:close/>
                  <a:moveTo>
                    <a:pt x="425786" y="576009"/>
                  </a:moveTo>
                  <a:lnTo>
                    <a:pt x="441812" y="581310"/>
                  </a:lnTo>
                  <a:lnTo>
                    <a:pt x="448209" y="569656"/>
                  </a:lnTo>
                  <a:close/>
                  <a:moveTo>
                    <a:pt x="504800" y="561630"/>
                  </a:moveTo>
                  <a:lnTo>
                    <a:pt x="441812" y="581310"/>
                  </a:lnTo>
                  <a:lnTo>
                    <a:pt x="492448" y="595954"/>
                  </a:lnTo>
                  <a:close/>
                  <a:moveTo>
                    <a:pt x="504800" y="561630"/>
                  </a:moveTo>
                  <a:lnTo>
                    <a:pt x="448209" y="569656"/>
                  </a:lnTo>
                  <a:lnTo>
                    <a:pt x="441812" y="581310"/>
                  </a:lnTo>
                  <a:close/>
                  <a:moveTo>
                    <a:pt x="708369" y="744316"/>
                  </a:moveTo>
                  <a:lnTo>
                    <a:pt x="754297" y="741358"/>
                  </a:lnTo>
                  <a:lnTo>
                    <a:pt x="786741" y="727758"/>
                  </a:lnTo>
                  <a:close/>
                  <a:moveTo>
                    <a:pt x="703883" y="606801"/>
                  </a:moveTo>
                  <a:lnTo>
                    <a:pt x="704516" y="595010"/>
                  </a:lnTo>
                  <a:lnTo>
                    <a:pt x="697064" y="579358"/>
                  </a:lnTo>
                  <a:close/>
                  <a:moveTo>
                    <a:pt x="703883" y="606801"/>
                  </a:moveTo>
                  <a:lnTo>
                    <a:pt x="697064" y="579358"/>
                  </a:lnTo>
                  <a:lnTo>
                    <a:pt x="711648" y="555264"/>
                  </a:lnTo>
                  <a:close/>
                  <a:moveTo>
                    <a:pt x="1000336" y="675615"/>
                  </a:moveTo>
                  <a:lnTo>
                    <a:pt x="952964" y="730088"/>
                  </a:lnTo>
                  <a:lnTo>
                    <a:pt x="991324" y="698830"/>
                  </a:lnTo>
                  <a:close/>
                  <a:moveTo>
                    <a:pt x="1000336" y="675615"/>
                  </a:moveTo>
                  <a:lnTo>
                    <a:pt x="956698" y="673110"/>
                  </a:lnTo>
                  <a:lnTo>
                    <a:pt x="952964" y="730088"/>
                  </a:lnTo>
                  <a:close/>
                  <a:moveTo>
                    <a:pt x="1064838" y="713222"/>
                  </a:moveTo>
                  <a:lnTo>
                    <a:pt x="1066076" y="722894"/>
                  </a:lnTo>
                  <a:lnTo>
                    <a:pt x="1080931" y="724280"/>
                  </a:lnTo>
                  <a:close/>
                  <a:moveTo>
                    <a:pt x="1124294" y="561961"/>
                  </a:moveTo>
                  <a:lnTo>
                    <a:pt x="1112118" y="534519"/>
                  </a:lnTo>
                  <a:lnTo>
                    <a:pt x="1129075" y="510425"/>
                  </a:lnTo>
                  <a:close/>
                  <a:moveTo>
                    <a:pt x="1321324" y="513773"/>
                  </a:moveTo>
                  <a:lnTo>
                    <a:pt x="1336599" y="576774"/>
                  </a:lnTo>
                  <a:lnTo>
                    <a:pt x="1366767" y="554667"/>
                  </a:lnTo>
                  <a:close/>
                  <a:moveTo>
                    <a:pt x="1421812" y="498113"/>
                  </a:moveTo>
                  <a:lnTo>
                    <a:pt x="1379672" y="494389"/>
                  </a:lnTo>
                  <a:lnTo>
                    <a:pt x="1366767" y="554667"/>
                  </a:lnTo>
                  <a:close/>
                  <a:moveTo>
                    <a:pt x="1409241" y="445590"/>
                  </a:moveTo>
                  <a:lnTo>
                    <a:pt x="1383102" y="480842"/>
                  </a:lnTo>
                  <a:lnTo>
                    <a:pt x="1379672" y="494389"/>
                  </a:lnTo>
                  <a:close/>
                  <a:moveTo>
                    <a:pt x="1207942" y="40403"/>
                  </a:moveTo>
                  <a:lnTo>
                    <a:pt x="1204523" y="58875"/>
                  </a:lnTo>
                  <a:lnTo>
                    <a:pt x="1227790" y="1756"/>
                  </a:lnTo>
                  <a:close/>
                  <a:moveTo>
                    <a:pt x="1227790" y="1756"/>
                  </a:moveTo>
                  <a:lnTo>
                    <a:pt x="1233217" y="0"/>
                  </a:lnTo>
                  <a:lnTo>
                    <a:pt x="1207942" y="4040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76" name="Output_density__4175">
              <a:extLst>
                <a:ext uri="{FF2B5EF4-FFF2-40B4-BE49-F238E27FC236}">
                  <a16:creationId xmlns:a16="http://schemas.microsoft.com/office/drawing/2014/main" id="{C1F8987B-3A81-8C55-55AE-D212414B5E21}"/>
                </a:ext>
              </a:extLst>
            </p:cNvPr>
            <p:cNvSpPr>
              <a:spLocks noGrp="1"/>
            </p:cNvSpPr>
            <p:nvPr/>
          </p:nvSpPr>
          <p:spPr>
            <a:xfrm>
              <a:off x="15583577" y="3549046"/>
              <a:ext cx="1177239" cy="1073932"/>
            </a:xfrm>
            <a:custGeom>
              <a:avLst/>
              <a:gdLst/>
              <a:ahLst/>
              <a:cxnLst/>
              <a:rect l="0" t="0" r="0" b="0"/>
              <a:pathLst>
                <a:path w="1177239" h="1073932">
                  <a:moveTo>
                    <a:pt x="161620" y="1049896"/>
                  </a:moveTo>
                  <a:lnTo>
                    <a:pt x="202834" y="1073932"/>
                  </a:lnTo>
                  <a:lnTo>
                    <a:pt x="219678" y="1030976"/>
                  </a:lnTo>
                  <a:close/>
                  <a:moveTo>
                    <a:pt x="202834" y="1073932"/>
                  </a:moveTo>
                  <a:lnTo>
                    <a:pt x="238180" y="1025803"/>
                  </a:lnTo>
                  <a:lnTo>
                    <a:pt x="219678" y="1030976"/>
                  </a:lnTo>
                  <a:close/>
                  <a:moveTo>
                    <a:pt x="287169" y="944770"/>
                  </a:moveTo>
                  <a:lnTo>
                    <a:pt x="233707" y="922729"/>
                  </a:lnTo>
                  <a:lnTo>
                    <a:pt x="237003" y="954149"/>
                  </a:lnTo>
                  <a:close/>
                  <a:moveTo>
                    <a:pt x="237003" y="954149"/>
                  </a:moveTo>
                  <a:lnTo>
                    <a:pt x="233707" y="922729"/>
                  </a:lnTo>
                  <a:lnTo>
                    <a:pt x="225276" y="900940"/>
                  </a:lnTo>
                  <a:close/>
                  <a:moveTo>
                    <a:pt x="314901" y="966783"/>
                  </a:moveTo>
                  <a:lnTo>
                    <a:pt x="287169" y="944770"/>
                  </a:lnTo>
                  <a:lnTo>
                    <a:pt x="293736" y="950172"/>
                  </a:lnTo>
                  <a:close/>
                  <a:moveTo>
                    <a:pt x="185467" y="847099"/>
                  </a:moveTo>
                  <a:lnTo>
                    <a:pt x="175103" y="875127"/>
                  </a:lnTo>
                  <a:lnTo>
                    <a:pt x="198700" y="859803"/>
                  </a:lnTo>
                  <a:close/>
                  <a:moveTo>
                    <a:pt x="198700" y="859803"/>
                  </a:moveTo>
                  <a:lnTo>
                    <a:pt x="174504" y="904234"/>
                  </a:lnTo>
                  <a:lnTo>
                    <a:pt x="225276" y="900940"/>
                  </a:lnTo>
                  <a:close/>
                  <a:moveTo>
                    <a:pt x="233707" y="922729"/>
                  </a:moveTo>
                  <a:lnTo>
                    <a:pt x="198700" y="859803"/>
                  </a:lnTo>
                  <a:lnTo>
                    <a:pt x="225276" y="900940"/>
                  </a:lnTo>
                  <a:close/>
                  <a:moveTo>
                    <a:pt x="198700" y="859803"/>
                  </a:moveTo>
                  <a:lnTo>
                    <a:pt x="180135" y="854163"/>
                  </a:lnTo>
                  <a:lnTo>
                    <a:pt x="185467" y="847099"/>
                  </a:lnTo>
                  <a:close/>
                  <a:moveTo>
                    <a:pt x="51999" y="640952"/>
                  </a:moveTo>
                  <a:lnTo>
                    <a:pt x="44629" y="696885"/>
                  </a:lnTo>
                  <a:lnTo>
                    <a:pt x="71220" y="661404"/>
                  </a:lnTo>
                  <a:close/>
                  <a:moveTo>
                    <a:pt x="51999" y="640952"/>
                  </a:moveTo>
                  <a:lnTo>
                    <a:pt x="0" y="665046"/>
                  </a:lnTo>
                  <a:lnTo>
                    <a:pt x="44629" y="696885"/>
                  </a:lnTo>
                  <a:close/>
                  <a:moveTo>
                    <a:pt x="326556" y="917352"/>
                  </a:moveTo>
                  <a:lnTo>
                    <a:pt x="380653" y="874541"/>
                  </a:lnTo>
                  <a:lnTo>
                    <a:pt x="338216" y="885086"/>
                  </a:lnTo>
                  <a:close/>
                  <a:moveTo>
                    <a:pt x="176583" y="777058"/>
                  </a:moveTo>
                  <a:lnTo>
                    <a:pt x="185467" y="847099"/>
                  </a:lnTo>
                  <a:lnTo>
                    <a:pt x="184861" y="795562"/>
                  </a:lnTo>
                  <a:close/>
                  <a:moveTo>
                    <a:pt x="51999" y="640952"/>
                  </a:moveTo>
                  <a:lnTo>
                    <a:pt x="71220" y="661404"/>
                  </a:lnTo>
                  <a:lnTo>
                    <a:pt x="79818" y="668395"/>
                  </a:lnTo>
                  <a:close/>
                  <a:moveTo>
                    <a:pt x="380653" y="874541"/>
                  </a:moveTo>
                  <a:lnTo>
                    <a:pt x="400318" y="883560"/>
                  </a:lnTo>
                  <a:lnTo>
                    <a:pt x="401887" y="871305"/>
                  </a:lnTo>
                  <a:close/>
                  <a:moveTo>
                    <a:pt x="290646" y="822871"/>
                  </a:moveTo>
                  <a:lnTo>
                    <a:pt x="354622" y="752489"/>
                  </a:lnTo>
                  <a:lnTo>
                    <a:pt x="311930" y="767547"/>
                  </a:lnTo>
                  <a:close/>
                  <a:moveTo>
                    <a:pt x="358327" y="805993"/>
                  </a:moveTo>
                  <a:lnTo>
                    <a:pt x="371939" y="777456"/>
                  </a:lnTo>
                  <a:lnTo>
                    <a:pt x="358461" y="747374"/>
                  </a:lnTo>
                  <a:close/>
                  <a:moveTo>
                    <a:pt x="354622" y="752489"/>
                  </a:moveTo>
                  <a:lnTo>
                    <a:pt x="358327" y="805993"/>
                  </a:lnTo>
                  <a:lnTo>
                    <a:pt x="358461" y="747374"/>
                  </a:lnTo>
                  <a:close/>
                  <a:moveTo>
                    <a:pt x="356105" y="745057"/>
                  </a:moveTo>
                  <a:lnTo>
                    <a:pt x="311930" y="767547"/>
                  </a:lnTo>
                  <a:lnTo>
                    <a:pt x="354622" y="752489"/>
                  </a:lnTo>
                  <a:close/>
                  <a:moveTo>
                    <a:pt x="282452" y="522435"/>
                  </a:moveTo>
                  <a:lnTo>
                    <a:pt x="320359" y="585889"/>
                  </a:lnTo>
                  <a:lnTo>
                    <a:pt x="333088" y="537079"/>
                  </a:lnTo>
                  <a:close/>
                  <a:moveTo>
                    <a:pt x="266427" y="517134"/>
                  </a:moveTo>
                  <a:lnTo>
                    <a:pt x="234204" y="465597"/>
                  </a:lnTo>
                  <a:lnTo>
                    <a:pt x="244890" y="483776"/>
                  </a:lnTo>
                  <a:close/>
                  <a:moveTo>
                    <a:pt x="511673" y="647650"/>
                  </a:moveTo>
                  <a:lnTo>
                    <a:pt x="541834" y="708008"/>
                  </a:lnTo>
                  <a:lnTo>
                    <a:pt x="549010" y="685441"/>
                  </a:lnTo>
                  <a:close/>
                  <a:moveTo>
                    <a:pt x="511673" y="647650"/>
                  </a:moveTo>
                  <a:lnTo>
                    <a:pt x="488592" y="634228"/>
                  </a:lnTo>
                  <a:lnTo>
                    <a:pt x="451981" y="632246"/>
                  </a:lnTo>
                  <a:close/>
                  <a:moveTo>
                    <a:pt x="234204" y="465597"/>
                  </a:moveTo>
                  <a:lnTo>
                    <a:pt x="288849" y="510781"/>
                  </a:lnTo>
                  <a:lnTo>
                    <a:pt x="253076" y="452379"/>
                  </a:lnTo>
                  <a:close/>
                  <a:moveTo>
                    <a:pt x="266427" y="517134"/>
                  </a:moveTo>
                  <a:lnTo>
                    <a:pt x="288849" y="510781"/>
                  </a:lnTo>
                  <a:lnTo>
                    <a:pt x="234204" y="465597"/>
                  </a:lnTo>
                  <a:close/>
                  <a:moveTo>
                    <a:pt x="234204" y="465597"/>
                  </a:moveTo>
                  <a:lnTo>
                    <a:pt x="237804" y="451555"/>
                  </a:lnTo>
                  <a:lnTo>
                    <a:pt x="214871" y="407456"/>
                  </a:lnTo>
                  <a:close/>
                  <a:moveTo>
                    <a:pt x="477690" y="647650"/>
                  </a:moveTo>
                  <a:lnTo>
                    <a:pt x="488592" y="634228"/>
                  </a:lnTo>
                  <a:lnTo>
                    <a:pt x="444966" y="585311"/>
                  </a:lnTo>
                  <a:close/>
                  <a:moveTo>
                    <a:pt x="511673" y="647650"/>
                  </a:moveTo>
                  <a:lnTo>
                    <a:pt x="565734" y="623556"/>
                  </a:lnTo>
                  <a:lnTo>
                    <a:pt x="488592" y="634228"/>
                  </a:lnTo>
                  <a:close/>
                  <a:moveTo>
                    <a:pt x="565734" y="623556"/>
                  </a:moveTo>
                  <a:lnTo>
                    <a:pt x="508964" y="575495"/>
                  </a:lnTo>
                  <a:lnTo>
                    <a:pt x="488592" y="634228"/>
                  </a:lnTo>
                  <a:close/>
                  <a:moveTo>
                    <a:pt x="570304" y="630160"/>
                  </a:moveTo>
                  <a:lnTo>
                    <a:pt x="549010" y="685441"/>
                  </a:lnTo>
                  <a:lnTo>
                    <a:pt x="627381" y="668883"/>
                  </a:lnTo>
                  <a:close/>
                  <a:moveTo>
                    <a:pt x="627381" y="668883"/>
                  </a:moveTo>
                  <a:lnTo>
                    <a:pt x="604803" y="624243"/>
                  </a:lnTo>
                  <a:lnTo>
                    <a:pt x="570304" y="630160"/>
                  </a:lnTo>
                  <a:close/>
                  <a:moveTo>
                    <a:pt x="353505" y="208714"/>
                  </a:moveTo>
                  <a:lnTo>
                    <a:pt x="309558" y="187169"/>
                  </a:lnTo>
                  <a:lnTo>
                    <a:pt x="342112" y="254490"/>
                  </a:lnTo>
                  <a:close/>
                  <a:moveTo>
                    <a:pt x="342112" y="254490"/>
                  </a:moveTo>
                  <a:lnTo>
                    <a:pt x="296230" y="191066"/>
                  </a:lnTo>
                  <a:lnTo>
                    <a:pt x="312106" y="240902"/>
                  </a:lnTo>
                  <a:close/>
                  <a:moveTo>
                    <a:pt x="734536" y="585265"/>
                  </a:moveTo>
                  <a:lnTo>
                    <a:pt x="760718" y="575368"/>
                  </a:lnTo>
                  <a:lnTo>
                    <a:pt x="753387" y="587223"/>
                  </a:lnTo>
                  <a:close/>
                  <a:moveTo>
                    <a:pt x="753387" y="587223"/>
                  </a:moveTo>
                  <a:lnTo>
                    <a:pt x="774567" y="600034"/>
                  </a:lnTo>
                  <a:lnTo>
                    <a:pt x="798679" y="575368"/>
                  </a:lnTo>
                  <a:close/>
                  <a:moveTo>
                    <a:pt x="864305" y="602811"/>
                  </a:moveTo>
                  <a:lnTo>
                    <a:pt x="906717" y="664019"/>
                  </a:lnTo>
                  <a:lnTo>
                    <a:pt x="905478" y="654347"/>
                  </a:lnTo>
                  <a:close/>
                  <a:moveTo>
                    <a:pt x="831964" y="639955"/>
                  </a:moveTo>
                  <a:lnTo>
                    <a:pt x="906717" y="664019"/>
                  </a:lnTo>
                  <a:lnTo>
                    <a:pt x="864305" y="602811"/>
                  </a:lnTo>
                  <a:close/>
                  <a:moveTo>
                    <a:pt x="864305" y="602811"/>
                  </a:moveTo>
                  <a:lnTo>
                    <a:pt x="905478" y="654347"/>
                  </a:lnTo>
                  <a:lnTo>
                    <a:pt x="926060" y="578717"/>
                  </a:lnTo>
                  <a:close/>
                  <a:moveTo>
                    <a:pt x="1161965" y="454898"/>
                  </a:moveTo>
                  <a:lnTo>
                    <a:pt x="1136429" y="478992"/>
                  </a:lnTo>
                  <a:lnTo>
                    <a:pt x="1177239" y="517899"/>
                  </a:lnTo>
                  <a:close/>
                  <a:moveTo>
                    <a:pt x="1070699" y="300288"/>
                  </a:moveTo>
                  <a:lnTo>
                    <a:pt x="1069011" y="357070"/>
                  </a:lnTo>
                  <a:lnTo>
                    <a:pt x="1065360" y="314057"/>
                  </a:lnTo>
                  <a:close/>
                  <a:moveTo>
                    <a:pt x="1070699" y="300288"/>
                  </a:moveTo>
                  <a:lnTo>
                    <a:pt x="1100711" y="271549"/>
                  </a:lnTo>
                  <a:lnTo>
                    <a:pt x="1068201" y="324383"/>
                  </a:lnTo>
                  <a:close/>
                  <a:moveTo>
                    <a:pt x="1085524" y="130656"/>
                  </a:moveTo>
                  <a:lnTo>
                    <a:pt x="1043450" y="126879"/>
                  </a:lnTo>
                  <a:lnTo>
                    <a:pt x="1031484" y="187400"/>
                  </a:lnTo>
                  <a:close/>
                  <a:moveTo>
                    <a:pt x="1043450" y="126879"/>
                  </a:moveTo>
                  <a:lnTo>
                    <a:pt x="1085524" y="130656"/>
                  </a:lnTo>
                  <a:lnTo>
                    <a:pt x="1043197" y="96291"/>
                  </a:lnTo>
                  <a:close/>
                  <a:moveTo>
                    <a:pt x="1084702" y="68581"/>
                  </a:moveTo>
                  <a:lnTo>
                    <a:pt x="1046631" y="61550"/>
                  </a:lnTo>
                  <a:lnTo>
                    <a:pt x="1043197" y="96291"/>
                  </a:lnTo>
                  <a:close/>
                  <a:moveTo>
                    <a:pt x="1046631" y="61550"/>
                  </a:moveTo>
                  <a:lnTo>
                    <a:pt x="1072605" y="15673"/>
                  </a:lnTo>
                  <a:lnTo>
                    <a:pt x="1045164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77" name="Output_density__4176">
              <a:extLst>
                <a:ext uri="{FF2B5EF4-FFF2-40B4-BE49-F238E27FC236}">
                  <a16:creationId xmlns:a16="http://schemas.microsoft.com/office/drawing/2014/main" id="{97C6AE0E-AECB-2C7A-65B7-208EA3BE26F8}"/>
                </a:ext>
              </a:extLst>
            </p:cNvPr>
            <p:cNvSpPr>
              <a:spLocks noGrp="1"/>
            </p:cNvSpPr>
            <p:nvPr/>
          </p:nvSpPr>
          <p:spPr>
            <a:xfrm>
              <a:off x="15754601" y="3757759"/>
              <a:ext cx="1091428" cy="866815"/>
            </a:xfrm>
            <a:custGeom>
              <a:avLst/>
              <a:gdLst/>
              <a:ahLst/>
              <a:cxnLst/>
              <a:rect l="0" t="0" r="0" b="0"/>
              <a:pathLst>
                <a:path w="1091428" h="866815">
                  <a:moveTo>
                    <a:pt x="78956" y="866815"/>
                  </a:moveTo>
                  <a:lnTo>
                    <a:pt x="106503" y="834908"/>
                  </a:lnTo>
                  <a:lnTo>
                    <a:pt x="31809" y="865218"/>
                  </a:lnTo>
                  <a:close/>
                  <a:moveTo>
                    <a:pt x="3142" y="511218"/>
                  </a:moveTo>
                  <a:lnTo>
                    <a:pt x="0" y="516267"/>
                  </a:lnTo>
                  <a:lnTo>
                    <a:pt x="13836" y="586849"/>
                  </a:lnTo>
                  <a:close/>
                  <a:moveTo>
                    <a:pt x="317567" y="425514"/>
                  </a:moveTo>
                  <a:lnTo>
                    <a:pt x="306665" y="438936"/>
                  </a:lnTo>
                  <a:lnTo>
                    <a:pt x="254691" y="454990"/>
                  </a:lnTo>
                  <a:close/>
                  <a:moveTo>
                    <a:pt x="166245" y="237941"/>
                  </a:moveTo>
                  <a:lnTo>
                    <a:pt x="133182" y="260160"/>
                  </a:lnTo>
                  <a:lnTo>
                    <a:pt x="117824" y="302067"/>
                  </a:lnTo>
                  <a:close/>
                  <a:moveTo>
                    <a:pt x="166245" y="237941"/>
                  </a:moveTo>
                  <a:lnTo>
                    <a:pt x="117824" y="302067"/>
                  </a:lnTo>
                  <a:lnTo>
                    <a:pt x="174415" y="294041"/>
                  </a:lnTo>
                  <a:close/>
                  <a:moveTo>
                    <a:pt x="176975" y="54086"/>
                  </a:moveTo>
                  <a:lnTo>
                    <a:pt x="182480" y="0"/>
                  </a:lnTo>
                  <a:lnTo>
                    <a:pt x="171087" y="45776"/>
                  </a:lnTo>
                  <a:close/>
                  <a:moveTo>
                    <a:pt x="712792" y="450436"/>
                  </a:moveTo>
                  <a:lnTo>
                    <a:pt x="735692" y="455305"/>
                  </a:lnTo>
                  <a:lnTo>
                    <a:pt x="660939" y="431241"/>
                  </a:lnTo>
                  <a:close/>
                  <a:moveTo>
                    <a:pt x="797797" y="458678"/>
                  </a:moveTo>
                  <a:lnTo>
                    <a:pt x="750546" y="456691"/>
                  </a:lnTo>
                  <a:lnTo>
                    <a:pt x="735692" y="455305"/>
                  </a:lnTo>
                  <a:close/>
                  <a:moveTo>
                    <a:pt x="1083472" y="170554"/>
                  </a:moveTo>
                  <a:lnTo>
                    <a:pt x="1052717" y="213253"/>
                  </a:lnTo>
                  <a:lnTo>
                    <a:pt x="1078857" y="178001"/>
                  </a:lnTo>
                  <a:close/>
                  <a:moveTo>
                    <a:pt x="1078857" y="178001"/>
                  </a:moveTo>
                  <a:lnTo>
                    <a:pt x="1049288" y="226801"/>
                  </a:lnTo>
                  <a:lnTo>
                    <a:pt x="1091428" y="23052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78" name="Output_density__4177">
              <a:extLst>
                <a:ext uri="{FF2B5EF4-FFF2-40B4-BE49-F238E27FC236}">
                  <a16:creationId xmlns:a16="http://schemas.microsoft.com/office/drawing/2014/main" id="{1B2A4602-EAF2-5DE6-0D51-32F33ACFE5F3}"/>
                </a:ext>
              </a:extLst>
            </p:cNvPr>
            <p:cNvSpPr>
              <a:spLocks noGrp="1"/>
            </p:cNvSpPr>
            <p:nvPr/>
          </p:nvSpPr>
          <p:spPr>
            <a:xfrm>
              <a:off x="15580366" y="3440390"/>
              <a:ext cx="1165175" cy="1134458"/>
            </a:xfrm>
            <a:custGeom>
              <a:avLst/>
              <a:gdLst/>
              <a:ahLst/>
              <a:cxnLst/>
              <a:rect l="0" t="0" r="0" b="0"/>
              <a:pathLst>
                <a:path w="1165175" h="1134458">
                  <a:moveTo>
                    <a:pt x="134500" y="1031385"/>
                  </a:moveTo>
                  <a:lnTo>
                    <a:pt x="136523" y="1097334"/>
                  </a:lnTo>
                  <a:lnTo>
                    <a:pt x="168262" y="1081103"/>
                  </a:lnTo>
                  <a:close/>
                  <a:moveTo>
                    <a:pt x="134500" y="1031385"/>
                  </a:moveTo>
                  <a:lnTo>
                    <a:pt x="110963" y="1055479"/>
                  </a:lnTo>
                  <a:lnTo>
                    <a:pt x="136523" y="1097334"/>
                  </a:lnTo>
                  <a:close/>
                  <a:moveTo>
                    <a:pt x="240213" y="1062804"/>
                  </a:moveTo>
                  <a:lnTo>
                    <a:pt x="227060" y="1126262"/>
                  </a:lnTo>
                  <a:lnTo>
                    <a:pt x="275258" y="1058827"/>
                  </a:lnTo>
                  <a:close/>
                  <a:moveTo>
                    <a:pt x="275258" y="1058827"/>
                  </a:moveTo>
                  <a:lnTo>
                    <a:pt x="227060" y="1126262"/>
                  </a:lnTo>
                  <a:lnTo>
                    <a:pt x="241390" y="1134458"/>
                  </a:lnTo>
                  <a:close/>
                  <a:moveTo>
                    <a:pt x="107019" y="979848"/>
                  </a:moveTo>
                  <a:lnTo>
                    <a:pt x="134500" y="1031385"/>
                  </a:lnTo>
                  <a:lnTo>
                    <a:pt x="159111" y="955754"/>
                  </a:lnTo>
                  <a:close/>
                  <a:moveTo>
                    <a:pt x="83518" y="534237"/>
                  </a:moveTo>
                  <a:lnTo>
                    <a:pt x="10053" y="519368"/>
                  </a:lnTo>
                  <a:lnTo>
                    <a:pt x="0" y="531552"/>
                  </a:lnTo>
                  <a:close/>
                  <a:moveTo>
                    <a:pt x="414199" y="721589"/>
                  </a:moveTo>
                  <a:lnTo>
                    <a:pt x="398207" y="742298"/>
                  </a:lnTo>
                  <a:lnTo>
                    <a:pt x="418630" y="704768"/>
                  </a:lnTo>
                  <a:close/>
                  <a:moveTo>
                    <a:pt x="418630" y="704768"/>
                  </a:moveTo>
                  <a:lnTo>
                    <a:pt x="409756" y="662458"/>
                  </a:lnTo>
                  <a:lnTo>
                    <a:pt x="414199" y="721589"/>
                  </a:lnTo>
                  <a:close/>
                  <a:moveTo>
                    <a:pt x="418630" y="704768"/>
                  </a:moveTo>
                  <a:lnTo>
                    <a:pt x="407152" y="653232"/>
                  </a:lnTo>
                  <a:lnTo>
                    <a:pt x="409756" y="662458"/>
                  </a:lnTo>
                  <a:close/>
                  <a:moveTo>
                    <a:pt x="568945" y="732211"/>
                  </a:moveTo>
                  <a:lnTo>
                    <a:pt x="552220" y="794096"/>
                  </a:lnTo>
                  <a:lnTo>
                    <a:pt x="573515" y="738816"/>
                  </a:lnTo>
                  <a:close/>
                  <a:moveTo>
                    <a:pt x="418630" y="704768"/>
                  </a:moveTo>
                  <a:lnTo>
                    <a:pt x="448176" y="693966"/>
                  </a:lnTo>
                  <a:lnTo>
                    <a:pt x="407152" y="653232"/>
                  </a:lnTo>
                  <a:close/>
                  <a:moveTo>
                    <a:pt x="226957" y="316478"/>
                  </a:moveTo>
                  <a:lnTo>
                    <a:pt x="229876" y="344012"/>
                  </a:lnTo>
                  <a:lnTo>
                    <a:pt x="223426" y="323537"/>
                  </a:lnTo>
                  <a:close/>
                  <a:moveTo>
                    <a:pt x="226957" y="316478"/>
                  </a:moveTo>
                  <a:lnTo>
                    <a:pt x="223426" y="323537"/>
                  </a:lnTo>
                  <a:lnTo>
                    <a:pt x="223364" y="319918"/>
                  </a:lnTo>
                  <a:close/>
                  <a:moveTo>
                    <a:pt x="592152" y="708117"/>
                  </a:moveTo>
                  <a:lnTo>
                    <a:pt x="568945" y="732211"/>
                  </a:lnTo>
                  <a:lnTo>
                    <a:pt x="573515" y="738816"/>
                  </a:lnTo>
                  <a:close/>
                  <a:moveTo>
                    <a:pt x="568945" y="732211"/>
                  </a:moveTo>
                  <a:lnTo>
                    <a:pt x="592152" y="708117"/>
                  </a:lnTo>
                  <a:lnTo>
                    <a:pt x="570040" y="670857"/>
                  </a:lnTo>
                  <a:close/>
                  <a:moveTo>
                    <a:pt x="512174" y="684150"/>
                  </a:moveTo>
                  <a:lnTo>
                    <a:pt x="568945" y="732211"/>
                  </a:lnTo>
                  <a:lnTo>
                    <a:pt x="570040" y="670857"/>
                  </a:lnTo>
                  <a:close/>
                  <a:moveTo>
                    <a:pt x="630617" y="642734"/>
                  </a:moveTo>
                  <a:lnTo>
                    <a:pt x="570040" y="670857"/>
                  </a:lnTo>
                  <a:lnTo>
                    <a:pt x="609802" y="656581"/>
                  </a:lnTo>
                  <a:close/>
                  <a:moveTo>
                    <a:pt x="570040" y="670857"/>
                  </a:moveTo>
                  <a:lnTo>
                    <a:pt x="597708" y="694369"/>
                  </a:lnTo>
                  <a:lnTo>
                    <a:pt x="609802" y="656581"/>
                  </a:lnTo>
                  <a:close/>
                  <a:moveTo>
                    <a:pt x="231896" y="316651"/>
                  </a:moveTo>
                  <a:lnTo>
                    <a:pt x="315316" y="349557"/>
                  </a:lnTo>
                  <a:lnTo>
                    <a:pt x="299440" y="299721"/>
                  </a:lnTo>
                  <a:close/>
                  <a:moveTo>
                    <a:pt x="226957" y="316478"/>
                  </a:moveTo>
                  <a:lnTo>
                    <a:pt x="223364" y="319918"/>
                  </a:lnTo>
                  <a:lnTo>
                    <a:pt x="231896" y="316651"/>
                  </a:lnTo>
                  <a:close/>
                  <a:moveTo>
                    <a:pt x="231896" y="316651"/>
                  </a:moveTo>
                  <a:lnTo>
                    <a:pt x="268466" y="296996"/>
                  </a:lnTo>
                  <a:lnTo>
                    <a:pt x="226957" y="316478"/>
                  </a:lnTo>
                  <a:close/>
                  <a:moveTo>
                    <a:pt x="231896" y="316651"/>
                  </a:moveTo>
                  <a:lnTo>
                    <a:pt x="299440" y="299721"/>
                  </a:lnTo>
                  <a:lnTo>
                    <a:pt x="268466" y="296996"/>
                  </a:lnTo>
                  <a:close/>
                  <a:moveTo>
                    <a:pt x="346639" y="279694"/>
                  </a:moveTo>
                  <a:lnTo>
                    <a:pt x="299440" y="299721"/>
                  </a:lnTo>
                  <a:lnTo>
                    <a:pt x="312768" y="295825"/>
                  </a:lnTo>
                  <a:close/>
                  <a:moveTo>
                    <a:pt x="268466" y="296996"/>
                  </a:moveTo>
                  <a:lnTo>
                    <a:pt x="299440" y="299721"/>
                  </a:lnTo>
                  <a:lnTo>
                    <a:pt x="346639" y="279694"/>
                  </a:lnTo>
                  <a:close/>
                  <a:moveTo>
                    <a:pt x="379482" y="267592"/>
                  </a:moveTo>
                  <a:lnTo>
                    <a:pt x="346639" y="279694"/>
                  </a:lnTo>
                  <a:lnTo>
                    <a:pt x="312768" y="295825"/>
                  </a:lnTo>
                  <a:close/>
                  <a:moveTo>
                    <a:pt x="801889" y="684023"/>
                  </a:moveTo>
                  <a:lnTo>
                    <a:pt x="858526" y="701018"/>
                  </a:lnTo>
                  <a:lnTo>
                    <a:pt x="831518" y="659930"/>
                  </a:lnTo>
                  <a:close/>
                  <a:moveTo>
                    <a:pt x="844187" y="725395"/>
                  </a:moveTo>
                  <a:lnTo>
                    <a:pt x="867515" y="711466"/>
                  </a:lnTo>
                  <a:lnTo>
                    <a:pt x="858526" y="701018"/>
                  </a:lnTo>
                  <a:close/>
                  <a:moveTo>
                    <a:pt x="840012" y="631798"/>
                  </a:moveTo>
                  <a:lnTo>
                    <a:pt x="815541" y="675205"/>
                  </a:lnTo>
                  <a:lnTo>
                    <a:pt x="801889" y="684023"/>
                  </a:lnTo>
                  <a:close/>
                  <a:moveTo>
                    <a:pt x="831518" y="659930"/>
                  </a:moveTo>
                  <a:lnTo>
                    <a:pt x="848166" y="596675"/>
                  </a:lnTo>
                  <a:lnTo>
                    <a:pt x="840012" y="631798"/>
                  </a:lnTo>
                  <a:close/>
                  <a:moveTo>
                    <a:pt x="849236" y="584299"/>
                  </a:moveTo>
                  <a:lnTo>
                    <a:pt x="848166" y="596675"/>
                  </a:lnTo>
                  <a:lnTo>
                    <a:pt x="831518" y="659930"/>
                  </a:lnTo>
                  <a:close/>
                  <a:moveTo>
                    <a:pt x="1103922" y="536111"/>
                  </a:moveTo>
                  <a:lnTo>
                    <a:pt x="1085137" y="579773"/>
                  </a:lnTo>
                  <a:lnTo>
                    <a:pt x="1113868" y="552295"/>
                  </a:lnTo>
                  <a:close/>
                  <a:moveTo>
                    <a:pt x="1165175" y="563554"/>
                  </a:moveTo>
                  <a:lnTo>
                    <a:pt x="1149258" y="549711"/>
                  </a:lnTo>
                  <a:lnTo>
                    <a:pt x="1113868" y="552295"/>
                  </a:lnTo>
                  <a:close/>
                  <a:moveTo>
                    <a:pt x="1120901" y="512017"/>
                  </a:moveTo>
                  <a:lnTo>
                    <a:pt x="1113868" y="552295"/>
                  </a:lnTo>
                  <a:lnTo>
                    <a:pt x="1149258" y="549711"/>
                  </a:lnTo>
                  <a:close/>
                  <a:moveTo>
                    <a:pt x="1120901" y="512017"/>
                  </a:moveTo>
                  <a:lnTo>
                    <a:pt x="1103922" y="536111"/>
                  </a:lnTo>
                  <a:lnTo>
                    <a:pt x="1113868" y="552295"/>
                  </a:lnTo>
                  <a:close/>
                  <a:moveTo>
                    <a:pt x="1120901" y="512017"/>
                  </a:moveTo>
                  <a:lnTo>
                    <a:pt x="1098553" y="495033"/>
                  </a:lnTo>
                  <a:lnTo>
                    <a:pt x="1103922" y="536111"/>
                  </a:lnTo>
                  <a:close/>
                  <a:moveTo>
                    <a:pt x="997181" y="254334"/>
                  </a:moveTo>
                  <a:lnTo>
                    <a:pt x="1030933" y="311063"/>
                  </a:lnTo>
                  <a:lnTo>
                    <a:pt x="1034695" y="296055"/>
                  </a:lnTo>
                  <a:close/>
                  <a:moveTo>
                    <a:pt x="997181" y="254334"/>
                  </a:moveTo>
                  <a:lnTo>
                    <a:pt x="1034695" y="296055"/>
                  </a:lnTo>
                  <a:lnTo>
                    <a:pt x="1046660" y="235534"/>
                  </a:lnTo>
                  <a:close/>
                  <a:moveTo>
                    <a:pt x="997181" y="254334"/>
                  </a:moveTo>
                  <a:lnTo>
                    <a:pt x="1046660" y="235534"/>
                  </a:lnTo>
                  <a:lnTo>
                    <a:pt x="1027497" y="178704"/>
                  </a:lnTo>
                  <a:close/>
                  <a:moveTo>
                    <a:pt x="982690" y="202798"/>
                  </a:moveTo>
                  <a:lnTo>
                    <a:pt x="997181" y="254334"/>
                  </a:lnTo>
                  <a:lnTo>
                    <a:pt x="1027497" y="178704"/>
                  </a:lnTo>
                  <a:close/>
                  <a:moveTo>
                    <a:pt x="990854" y="127167"/>
                  </a:moveTo>
                  <a:lnTo>
                    <a:pt x="982690" y="202798"/>
                  </a:lnTo>
                  <a:lnTo>
                    <a:pt x="1027497" y="178704"/>
                  </a:lnTo>
                  <a:close/>
                  <a:moveTo>
                    <a:pt x="956400" y="82703"/>
                  </a:moveTo>
                  <a:lnTo>
                    <a:pt x="967349" y="84038"/>
                  </a:lnTo>
                  <a:lnTo>
                    <a:pt x="962568" y="75630"/>
                  </a:lnTo>
                  <a:close/>
                  <a:moveTo>
                    <a:pt x="990854" y="127167"/>
                  </a:moveTo>
                  <a:lnTo>
                    <a:pt x="967349" y="84038"/>
                  </a:lnTo>
                  <a:lnTo>
                    <a:pt x="956400" y="82703"/>
                  </a:lnTo>
                  <a:close/>
                  <a:moveTo>
                    <a:pt x="1027497" y="178704"/>
                  </a:moveTo>
                  <a:lnTo>
                    <a:pt x="1046407" y="204947"/>
                  </a:lnTo>
                  <a:lnTo>
                    <a:pt x="1049841" y="170206"/>
                  </a:lnTo>
                  <a:close/>
                  <a:moveTo>
                    <a:pt x="990854" y="127167"/>
                  </a:moveTo>
                  <a:lnTo>
                    <a:pt x="1027497" y="178704"/>
                  </a:lnTo>
                  <a:lnTo>
                    <a:pt x="1049841" y="170206"/>
                  </a:lnTo>
                  <a:close/>
                  <a:moveTo>
                    <a:pt x="975602" y="67093"/>
                  </a:moveTo>
                  <a:lnTo>
                    <a:pt x="967349" y="84038"/>
                  </a:lnTo>
                  <a:lnTo>
                    <a:pt x="1000304" y="51536"/>
                  </a:lnTo>
                  <a:close/>
                  <a:moveTo>
                    <a:pt x="967349" y="84038"/>
                  </a:moveTo>
                  <a:lnTo>
                    <a:pt x="990854" y="127167"/>
                  </a:lnTo>
                  <a:lnTo>
                    <a:pt x="1000304" y="51536"/>
                  </a:lnTo>
                  <a:close/>
                  <a:moveTo>
                    <a:pt x="1000304" y="51536"/>
                  </a:moveTo>
                  <a:lnTo>
                    <a:pt x="990854" y="127167"/>
                  </a:lnTo>
                  <a:lnTo>
                    <a:pt x="1051793" y="90184"/>
                  </a:lnTo>
                  <a:close/>
                  <a:moveTo>
                    <a:pt x="962568" y="75630"/>
                  </a:moveTo>
                  <a:lnTo>
                    <a:pt x="967349" y="84038"/>
                  </a:lnTo>
                  <a:lnTo>
                    <a:pt x="975602" y="67093"/>
                  </a:lnTo>
                  <a:close/>
                  <a:moveTo>
                    <a:pt x="959888" y="56145"/>
                  </a:moveTo>
                  <a:lnTo>
                    <a:pt x="962568" y="75630"/>
                  </a:lnTo>
                  <a:lnTo>
                    <a:pt x="975602" y="67093"/>
                  </a:lnTo>
                  <a:close/>
                  <a:moveTo>
                    <a:pt x="999901" y="0"/>
                  </a:moveTo>
                  <a:lnTo>
                    <a:pt x="975602" y="67093"/>
                  </a:lnTo>
                  <a:lnTo>
                    <a:pt x="1000304" y="515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79" name="Output_density__4178">
              <a:extLst>
                <a:ext uri="{FF2B5EF4-FFF2-40B4-BE49-F238E27FC236}">
                  <a16:creationId xmlns:a16="http://schemas.microsoft.com/office/drawing/2014/main" id="{207E768F-E81E-B26B-04E7-5FC24533B59B}"/>
                </a:ext>
              </a:extLst>
            </p:cNvPr>
            <p:cNvSpPr>
              <a:spLocks noGrp="1"/>
            </p:cNvSpPr>
            <p:nvPr/>
          </p:nvSpPr>
          <p:spPr>
            <a:xfrm>
              <a:off x="15861104" y="3603108"/>
              <a:ext cx="984925" cy="1005777"/>
            </a:xfrm>
            <a:custGeom>
              <a:avLst/>
              <a:gdLst/>
              <a:ahLst/>
              <a:cxnLst/>
              <a:rect l="0" t="0" r="0" b="0"/>
              <a:pathLst>
                <a:path w="984925" h="1005777">
                  <a:moveTo>
                    <a:pt x="25479" y="971740"/>
                  </a:moveTo>
                  <a:lnTo>
                    <a:pt x="30544" y="1005777"/>
                  </a:lnTo>
                  <a:lnTo>
                    <a:pt x="0" y="989560"/>
                  </a:lnTo>
                  <a:close/>
                  <a:moveTo>
                    <a:pt x="64585" y="200427"/>
                  </a:moveTo>
                  <a:lnTo>
                    <a:pt x="58756" y="225161"/>
                  </a:lnTo>
                  <a:lnTo>
                    <a:pt x="70473" y="208737"/>
                  </a:lnTo>
                  <a:close/>
                  <a:moveTo>
                    <a:pt x="516077" y="617151"/>
                  </a:moveTo>
                  <a:lnTo>
                    <a:pt x="474728" y="597454"/>
                  </a:lnTo>
                  <a:lnTo>
                    <a:pt x="554437" y="585892"/>
                  </a:lnTo>
                  <a:close/>
                  <a:moveTo>
                    <a:pt x="449699" y="4053"/>
                  </a:moveTo>
                  <a:lnTo>
                    <a:pt x="417636" y="19075"/>
                  </a:lnTo>
                  <a:lnTo>
                    <a:pt x="495335" y="0"/>
                  </a:lnTo>
                  <a:close/>
                  <a:moveTo>
                    <a:pt x="929880" y="441729"/>
                  </a:moveTo>
                  <a:lnTo>
                    <a:pt x="899712" y="463837"/>
                  </a:lnTo>
                  <a:lnTo>
                    <a:pt x="972454" y="426230"/>
                  </a:lnTo>
                  <a:close/>
                  <a:moveTo>
                    <a:pt x="984925" y="385175"/>
                  </a:moveTo>
                  <a:lnTo>
                    <a:pt x="929880" y="441729"/>
                  </a:lnTo>
                  <a:lnTo>
                    <a:pt x="972454" y="42623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80" name="Output_density__4179">
              <a:extLst>
                <a:ext uri="{FF2B5EF4-FFF2-40B4-BE49-F238E27FC236}">
                  <a16:creationId xmlns:a16="http://schemas.microsoft.com/office/drawing/2014/main" id="{016DED40-B872-573A-EDF5-3613796F720F}"/>
                </a:ext>
              </a:extLst>
            </p:cNvPr>
            <p:cNvSpPr>
              <a:spLocks noGrp="1"/>
            </p:cNvSpPr>
            <p:nvPr/>
          </p:nvSpPr>
          <p:spPr>
            <a:xfrm>
              <a:off x="16382256" y="4072188"/>
              <a:ext cx="38122" cy="52226"/>
            </a:xfrm>
            <a:custGeom>
              <a:avLst/>
              <a:gdLst/>
              <a:ahLst/>
              <a:cxnLst/>
              <a:rect l="0" t="0" r="0" b="0"/>
              <a:pathLst>
                <a:path w="38122" h="52226">
                  <a:moveTo>
                    <a:pt x="38122" y="0"/>
                  </a:moveTo>
                  <a:lnTo>
                    <a:pt x="0" y="52226"/>
                  </a:lnTo>
                  <a:lnTo>
                    <a:pt x="29629" y="2813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81" name="Output_density__4180">
              <a:extLst>
                <a:ext uri="{FF2B5EF4-FFF2-40B4-BE49-F238E27FC236}">
                  <a16:creationId xmlns:a16="http://schemas.microsoft.com/office/drawing/2014/main" id="{092717B9-DA4F-8F5B-316B-E273960EFD89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388559"/>
              <a:ext cx="1462394" cy="1213731"/>
            </a:xfrm>
            <a:custGeom>
              <a:avLst/>
              <a:gdLst/>
              <a:ahLst/>
              <a:cxnLst/>
              <a:rect l="0" t="0" r="0" b="0"/>
              <a:pathLst>
                <a:path w="1462394" h="1213731">
                  <a:moveTo>
                    <a:pt x="506486" y="1162195"/>
                  </a:moveTo>
                  <a:lnTo>
                    <a:pt x="446077" y="1186289"/>
                  </a:lnTo>
                  <a:lnTo>
                    <a:pt x="504505" y="1213731"/>
                  </a:lnTo>
                  <a:close/>
                  <a:moveTo>
                    <a:pt x="122174" y="759135"/>
                  </a:moveTo>
                  <a:lnTo>
                    <a:pt x="110762" y="757172"/>
                  </a:lnTo>
                  <a:lnTo>
                    <a:pt x="141023" y="789834"/>
                  </a:lnTo>
                  <a:close/>
                  <a:moveTo>
                    <a:pt x="34700" y="718284"/>
                  </a:moveTo>
                  <a:lnTo>
                    <a:pt x="108538" y="749902"/>
                  </a:lnTo>
                  <a:lnTo>
                    <a:pt x="66917" y="727216"/>
                  </a:lnTo>
                  <a:close/>
                  <a:moveTo>
                    <a:pt x="34700" y="718284"/>
                  </a:moveTo>
                  <a:lnTo>
                    <a:pt x="110762" y="757172"/>
                  </a:lnTo>
                  <a:lnTo>
                    <a:pt x="108538" y="749902"/>
                  </a:lnTo>
                  <a:close/>
                  <a:moveTo>
                    <a:pt x="35174" y="722460"/>
                  </a:moveTo>
                  <a:lnTo>
                    <a:pt x="110762" y="757172"/>
                  </a:lnTo>
                  <a:lnTo>
                    <a:pt x="34700" y="718284"/>
                  </a:lnTo>
                  <a:close/>
                  <a:moveTo>
                    <a:pt x="108538" y="749902"/>
                  </a:moveTo>
                  <a:lnTo>
                    <a:pt x="110762" y="757172"/>
                  </a:lnTo>
                  <a:lnTo>
                    <a:pt x="122174" y="759135"/>
                  </a:lnTo>
                  <a:close/>
                  <a:moveTo>
                    <a:pt x="66917" y="727216"/>
                  </a:moveTo>
                  <a:lnTo>
                    <a:pt x="0" y="708513"/>
                  </a:lnTo>
                  <a:lnTo>
                    <a:pt x="34700" y="718284"/>
                  </a:lnTo>
                  <a:close/>
                  <a:moveTo>
                    <a:pt x="504505" y="1213731"/>
                  </a:moveTo>
                  <a:lnTo>
                    <a:pt x="493420" y="1200674"/>
                  </a:lnTo>
                  <a:lnTo>
                    <a:pt x="478596" y="1149983"/>
                  </a:lnTo>
                  <a:close/>
                  <a:moveTo>
                    <a:pt x="506486" y="1162195"/>
                  </a:moveTo>
                  <a:lnTo>
                    <a:pt x="478596" y="1149983"/>
                  </a:lnTo>
                  <a:lnTo>
                    <a:pt x="452767" y="1108240"/>
                  </a:lnTo>
                  <a:close/>
                  <a:moveTo>
                    <a:pt x="452690" y="1045559"/>
                  </a:moveTo>
                  <a:lnTo>
                    <a:pt x="479945" y="1110658"/>
                  </a:lnTo>
                  <a:lnTo>
                    <a:pt x="452767" y="1108240"/>
                  </a:lnTo>
                  <a:close/>
                  <a:moveTo>
                    <a:pt x="296053" y="880418"/>
                  </a:moveTo>
                  <a:lnTo>
                    <a:pt x="320428" y="951635"/>
                  </a:lnTo>
                  <a:lnTo>
                    <a:pt x="339556" y="912961"/>
                  </a:lnTo>
                  <a:close/>
                  <a:moveTo>
                    <a:pt x="384480" y="937544"/>
                  </a:moveTo>
                  <a:lnTo>
                    <a:pt x="378922" y="885467"/>
                  </a:lnTo>
                  <a:lnTo>
                    <a:pt x="339556" y="912961"/>
                  </a:lnTo>
                  <a:close/>
                  <a:moveTo>
                    <a:pt x="272307" y="777345"/>
                  </a:moveTo>
                  <a:lnTo>
                    <a:pt x="259896" y="801438"/>
                  </a:lnTo>
                  <a:lnTo>
                    <a:pt x="287715" y="828881"/>
                  </a:lnTo>
                  <a:close/>
                  <a:moveTo>
                    <a:pt x="272307" y="777345"/>
                  </a:moveTo>
                  <a:lnTo>
                    <a:pt x="245045" y="734277"/>
                  </a:lnTo>
                  <a:lnTo>
                    <a:pt x="220794" y="778505"/>
                  </a:lnTo>
                  <a:close/>
                  <a:moveTo>
                    <a:pt x="108538" y="749902"/>
                  </a:moveTo>
                  <a:lnTo>
                    <a:pt x="122174" y="759135"/>
                  </a:lnTo>
                  <a:lnTo>
                    <a:pt x="123556" y="746771"/>
                  </a:lnTo>
                  <a:close/>
                  <a:moveTo>
                    <a:pt x="108538" y="749902"/>
                  </a:moveTo>
                  <a:lnTo>
                    <a:pt x="123556" y="746771"/>
                  </a:lnTo>
                  <a:lnTo>
                    <a:pt x="66917" y="727216"/>
                  </a:lnTo>
                  <a:close/>
                  <a:moveTo>
                    <a:pt x="187434" y="732821"/>
                  </a:moveTo>
                  <a:lnTo>
                    <a:pt x="122174" y="759135"/>
                  </a:lnTo>
                  <a:lnTo>
                    <a:pt x="173418" y="776052"/>
                  </a:lnTo>
                  <a:close/>
                  <a:moveTo>
                    <a:pt x="187434" y="732821"/>
                  </a:moveTo>
                  <a:lnTo>
                    <a:pt x="123556" y="746771"/>
                  </a:lnTo>
                  <a:lnTo>
                    <a:pt x="122174" y="759135"/>
                  </a:lnTo>
                  <a:close/>
                  <a:moveTo>
                    <a:pt x="123556" y="746771"/>
                  </a:moveTo>
                  <a:lnTo>
                    <a:pt x="187434" y="732821"/>
                  </a:lnTo>
                  <a:lnTo>
                    <a:pt x="142920" y="701803"/>
                  </a:lnTo>
                  <a:close/>
                  <a:moveTo>
                    <a:pt x="187434" y="732821"/>
                  </a:moveTo>
                  <a:lnTo>
                    <a:pt x="191801" y="709885"/>
                  </a:lnTo>
                  <a:lnTo>
                    <a:pt x="142920" y="701803"/>
                  </a:lnTo>
                  <a:close/>
                  <a:moveTo>
                    <a:pt x="173418" y="776052"/>
                  </a:moveTo>
                  <a:lnTo>
                    <a:pt x="230811" y="725808"/>
                  </a:lnTo>
                  <a:lnTo>
                    <a:pt x="187434" y="732821"/>
                  </a:lnTo>
                  <a:close/>
                  <a:moveTo>
                    <a:pt x="245045" y="734277"/>
                  </a:moveTo>
                  <a:lnTo>
                    <a:pt x="230811" y="725808"/>
                  </a:lnTo>
                  <a:lnTo>
                    <a:pt x="173418" y="776052"/>
                  </a:lnTo>
                  <a:close/>
                  <a:moveTo>
                    <a:pt x="187434" y="732821"/>
                  </a:moveTo>
                  <a:lnTo>
                    <a:pt x="230811" y="725808"/>
                  </a:lnTo>
                  <a:lnTo>
                    <a:pt x="191801" y="709885"/>
                  </a:lnTo>
                  <a:close/>
                  <a:moveTo>
                    <a:pt x="475484" y="1138101"/>
                  </a:moveTo>
                  <a:lnTo>
                    <a:pt x="452767" y="1108240"/>
                  </a:lnTo>
                  <a:lnTo>
                    <a:pt x="478596" y="1149983"/>
                  </a:lnTo>
                  <a:close/>
                  <a:moveTo>
                    <a:pt x="452767" y="1108240"/>
                  </a:moveTo>
                  <a:lnTo>
                    <a:pt x="448860" y="1086565"/>
                  </a:lnTo>
                  <a:lnTo>
                    <a:pt x="399105" y="1051141"/>
                  </a:lnTo>
                  <a:close/>
                  <a:moveTo>
                    <a:pt x="452690" y="1045559"/>
                  </a:moveTo>
                  <a:lnTo>
                    <a:pt x="452767" y="1108240"/>
                  </a:lnTo>
                  <a:lnTo>
                    <a:pt x="399105" y="1051141"/>
                  </a:lnTo>
                  <a:close/>
                  <a:moveTo>
                    <a:pt x="463186" y="890941"/>
                  </a:moveTo>
                  <a:lnTo>
                    <a:pt x="430384" y="875465"/>
                  </a:lnTo>
                  <a:lnTo>
                    <a:pt x="490238" y="907861"/>
                  </a:lnTo>
                  <a:close/>
                  <a:moveTo>
                    <a:pt x="341350" y="871883"/>
                  </a:moveTo>
                  <a:lnTo>
                    <a:pt x="339556" y="912961"/>
                  </a:lnTo>
                  <a:lnTo>
                    <a:pt x="379602" y="878767"/>
                  </a:lnTo>
                  <a:close/>
                  <a:moveTo>
                    <a:pt x="419930" y="856324"/>
                  </a:moveTo>
                  <a:lnTo>
                    <a:pt x="430384" y="875465"/>
                  </a:lnTo>
                  <a:lnTo>
                    <a:pt x="463186" y="890941"/>
                  </a:lnTo>
                  <a:close/>
                  <a:moveTo>
                    <a:pt x="309426" y="804787"/>
                  </a:moveTo>
                  <a:lnTo>
                    <a:pt x="272307" y="777345"/>
                  </a:lnTo>
                  <a:lnTo>
                    <a:pt x="287715" y="828881"/>
                  </a:lnTo>
                  <a:close/>
                  <a:moveTo>
                    <a:pt x="245045" y="734277"/>
                  </a:moveTo>
                  <a:lnTo>
                    <a:pt x="272307" y="777345"/>
                  </a:lnTo>
                  <a:lnTo>
                    <a:pt x="280195" y="758134"/>
                  </a:lnTo>
                  <a:close/>
                  <a:moveTo>
                    <a:pt x="463186" y="890941"/>
                  </a:moveTo>
                  <a:lnTo>
                    <a:pt x="490238" y="907861"/>
                  </a:lnTo>
                  <a:lnTo>
                    <a:pt x="490974" y="859934"/>
                  </a:lnTo>
                  <a:close/>
                  <a:moveTo>
                    <a:pt x="524489" y="836941"/>
                  </a:moveTo>
                  <a:lnTo>
                    <a:pt x="490238" y="907861"/>
                  </a:lnTo>
                  <a:lnTo>
                    <a:pt x="526504" y="898046"/>
                  </a:lnTo>
                  <a:close/>
                  <a:moveTo>
                    <a:pt x="564002" y="905543"/>
                  </a:moveTo>
                  <a:lnTo>
                    <a:pt x="526504" y="898046"/>
                  </a:lnTo>
                  <a:lnTo>
                    <a:pt x="519827" y="928033"/>
                  </a:lnTo>
                  <a:close/>
                  <a:moveTo>
                    <a:pt x="437931" y="832230"/>
                  </a:moveTo>
                  <a:lnTo>
                    <a:pt x="410666" y="804787"/>
                  </a:lnTo>
                  <a:lnTo>
                    <a:pt x="419930" y="856324"/>
                  </a:lnTo>
                  <a:close/>
                  <a:moveTo>
                    <a:pt x="445701" y="612041"/>
                  </a:moveTo>
                  <a:lnTo>
                    <a:pt x="442102" y="626084"/>
                  </a:lnTo>
                  <a:lnTo>
                    <a:pt x="460973" y="612865"/>
                  </a:lnTo>
                  <a:close/>
                  <a:moveTo>
                    <a:pt x="445701" y="612041"/>
                  </a:moveTo>
                  <a:lnTo>
                    <a:pt x="460973" y="612865"/>
                  </a:lnTo>
                  <a:lnTo>
                    <a:pt x="440478" y="601990"/>
                  </a:lnTo>
                  <a:close/>
                  <a:moveTo>
                    <a:pt x="440478" y="601990"/>
                  </a:moveTo>
                  <a:lnTo>
                    <a:pt x="422768" y="567942"/>
                  </a:lnTo>
                  <a:lnTo>
                    <a:pt x="445701" y="612041"/>
                  </a:lnTo>
                  <a:close/>
                  <a:moveTo>
                    <a:pt x="440478" y="601990"/>
                  </a:moveTo>
                  <a:lnTo>
                    <a:pt x="398394" y="550453"/>
                  </a:lnTo>
                  <a:lnTo>
                    <a:pt x="422768" y="567942"/>
                  </a:lnTo>
                  <a:close/>
                  <a:moveTo>
                    <a:pt x="692050" y="784042"/>
                  </a:moveTo>
                  <a:lnTo>
                    <a:pt x="685587" y="808136"/>
                  </a:lnTo>
                  <a:lnTo>
                    <a:pt x="652863" y="745797"/>
                  </a:lnTo>
                  <a:close/>
                  <a:moveTo>
                    <a:pt x="608068" y="681489"/>
                  </a:moveTo>
                  <a:lnTo>
                    <a:pt x="611838" y="705063"/>
                  </a:lnTo>
                  <a:lnTo>
                    <a:pt x="609093" y="682410"/>
                  </a:lnTo>
                  <a:close/>
                  <a:moveTo>
                    <a:pt x="440478" y="601990"/>
                  </a:moveTo>
                  <a:lnTo>
                    <a:pt x="460973" y="612865"/>
                  </a:lnTo>
                  <a:lnTo>
                    <a:pt x="476933" y="586650"/>
                  </a:lnTo>
                  <a:close/>
                  <a:moveTo>
                    <a:pt x="440478" y="601990"/>
                  </a:moveTo>
                  <a:lnTo>
                    <a:pt x="476933" y="586650"/>
                  </a:lnTo>
                  <a:lnTo>
                    <a:pt x="398394" y="550453"/>
                  </a:lnTo>
                  <a:close/>
                  <a:moveTo>
                    <a:pt x="398248" y="549894"/>
                  </a:moveTo>
                  <a:lnTo>
                    <a:pt x="398394" y="550453"/>
                  </a:lnTo>
                  <a:lnTo>
                    <a:pt x="432579" y="546483"/>
                  </a:lnTo>
                  <a:close/>
                  <a:moveTo>
                    <a:pt x="516010" y="577896"/>
                  </a:moveTo>
                  <a:lnTo>
                    <a:pt x="546448" y="630860"/>
                  </a:lnTo>
                  <a:lnTo>
                    <a:pt x="546664" y="629433"/>
                  </a:lnTo>
                  <a:close/>
                  <a:moveTo>
                    <a:pt x="460973" y="612865"/>
                  </a:moveTo>
                  <a:lnTo>
                    <a:pt x="546448" y="630860"/>
                  </a:lnTo>
                  <a:lnTo>
                    <a:pt x="516010" y="577896"/>
                  </a:lnTo>
                  <a:close/>
                  <a:moveTo>
                    <a:pt x="516010" y="577896"/>
                  </a:moveTo>
                  <a:lnTo>
                    <a:pt x="476933" y="586650"/>
                  </a:lnTo>
                  <a:lnTo>
                    <a:pt x="460973" y="612865"/>
                  </a:lnTo>
                  <a:close/>
                  <a:moveTo>
                    <a:pt x="476933" y="586650"/>
                  </a:moveTo>
                  <a:lnTo>
                    <a:pt x="516010" y="577896"/>
                  </a:lnTo>
                  <a:lnTo>
                    <a:pt x="486114" y="571962"/>
                  </a:lnTo>
                  <a:close/>
                  <a:moveTo>
                    <a:pt x="398394" y="550453"/>
                  </a:moveTo>
                  <a:lnTo>
                    <a:pt x="398248" y="549894"/>
                  </a:lnTo>
                  <a:lnTo>
                    <a:pt x="386341" y="496832"/>
                  </a:lnTo>
                  <a:close/>
                  <a:moveTo>
                    <a:pt x="606378" y="680969"/>
                  </a:moveTo>
                  <a:lnTo>
                    <a:pt x="608068" y="681489"/>
                  </a:lnTo>
                  <a:lnTo>
                    <a:pt x="609093" y="682410"/>
                  </a:lnTo>
                  <a:close/>
                  <a:moveTo>
                    <a:pt x="546448" y="630860"/>
                  </a:moveTo>
                  <a:lnTo>
                    <a:pt x="606378" y="680969"/>
                  </a:lnTo>
                  <a:lnTo>
                    <a:pt x="549187" y="633105"/>
                  </a:lnTo>
                  <a:close/>
                  <a:moveTo>
                    <a:pt x="608068" y="681489"/>
                  </a:moveTo>
                  <a:lnTo>
                    <a:pt x="606378" y="680969"/>
                  </a:lnTo>
                  <a:lnTo>
                    <a:pt x="546448" y="630860"/>
                  </a:lnTo>
                  <a:close/>
                  <a:moveTo>
                    <a:pt x="386501" y="526359"/>
                  </a:moveTo>
                  <a:lnTo>
                    <a:pt x="386341" y="496832"/>
                  </a:lnTo>
                  <a:lnTo>
                    <a:pt x="398248" y="549894"/>
                  </a:lnTo>
                  <a:close/>
                  <a:moveTo>
                    <a:pt x="743174" y="708412"/>
                  </a:moveTo>
                  <a:lnTo>
                    <a:pt x="716861" y="735981"/>
                  </a:lnTo>
                  <a:lnTo>
                    <a:pt x="747004" y="713783"/>
                  </a:lnTo>
                  <a:close/>
                  <a:moveTo>
                    <a:pt x="712420" y="732506"/>
                  </a:moveTo>
                  <a:lnTo>
                    <a:pt x="716861" y="735981"/>
                  </a:lnTo>
                  <a:lnTo>
                    <a:pt x="743174" y="708412"/>
                  </a:lnTo>
                  <a:close/>
                  <a:moveTo>
                    <a:pt x="696872" y="656875"/>
                  </a:moveTo>
                  <a:lnTo>
                    <a:pt x="712420" y="732506"/>
                  </a:lnTo>
                  <a:lnTo>
                    <a:pt x="743174" y="708412"/>
                  </a:lnTo>
                  <a:close/>
                  <a:moveTo>
                    <a:pt x="606378" y="680969"/>
                  </a:moveTo>
                  <a:lnTo>
                    <a:pt x="609093" y="682410"/>
                  </a:lnTo>
                  <a:lnTo>
                    <a:pt x="612034" y="678266"/>
                  </a:lnTo>
                  <a:close/>
                  <a:moveTo>
                    <a:pt x="606378" y="680969"/>
                  </a:moveTo>
                  <a:lnTo>
                    <a:pt x="612034" y="678266"/>
                  </a:lnTo>
                  <a:lnTo>
                    <a:pt x="549187" y="633105"/>
                  </a:lnTo>
                  <a:close/>
                  <a:moveTo>
                    <a:pt x="679252" y="661600"/>
                  </a:moveTo>
                  <a:lnTo>
                    <a:pt x="612034" y="678266"/>
                  </a:lnTo>
                  <a:lnTo>
                    <a:pt x="609093" y="682410"/>
                  </a:lnTo>
                  <a:close/>
                  <a:moveTo>
                    <a:pt x="612034" y="678266"/>
                  </a:moveTo>
                  <a:lnTo>
                    <a:pt x="679252" y="661600"/>
                  </a:lnTo>
                  <a:lnTo>
                    <a:pt x="636929" y="651580"/>
                  </a:lnTo>
                  <a:close/>
                  <a:moveTo>
                    <a:pt x="695358" y="623746"/>
                  </a:moveTo>
                  <a:lnTo>
                    <a:pt x="681102" y="642059"/>
                  </a:lnTo>
                  <a:lnTo>
                    <a:pt x="679252" y="661600"/>
                  </a:lnTo>
                  <a:close/>
                  <a:moveTo>
                    <a:pt x="696872" y="656875"/>
                  </a:moveTo>
                  <a:lnTo>
                    <a:pt x="723859" y="627246"/>
                  </a:lnTo>
                  <a:lnTo>
                    <a:pt x="695358" y="623746"/>
                  </a:lnTo>
                  <a:close/>
                  <a:moveTo>
                    <a:pt x="679252" y="661600"/>
                  </a:moveTo>
                  <a:lnTo>
                    <a:pt x="696872" y="656875"/>
                  </a:lnTo>
                  <a:lnTo>
                    <a:pt x="695358" y="623746"/>
                  </a:lnTo>
                  <a:close/>
                  <a:moveTo>
                    <a:pt x="812700" y="784730"/>
                  </a:moveTo>
                  <a:lnTo>
                    <a:pt x="827909" y="811485"/>
                  </a:lnTo>
                  <a:lnTo>
                    <a:pt x="823900" y="808197"/>
                  </a:lnTo>
                  <a:close/>
                  <a:moveTo>
                    <a:pt x="747004" y="713783"/>
                  </a:moveTo>
                  <a:lnTo>
                    <a:pt x="752420" y="708412"/>
                  </a:lnTo>
                  <a:lnTo>
                    <a:pt x="780610" y="742666"/>
                  </a:lnTo>
                  <a:close/>
                  <a:moveTo>
                    <a:pt x="780610" y="742666"/>
                  </a:moveTo>
                  <a:lnTo>
                    <a:pt x="752420" y="708412"/>
                  </a:lnTo>
                  <a:lnTo>
                    <a:pt x="803619" y="699199"/>
                  </a:lnTo>
                  <a:close/>
                  <a:moveTo>
                    <a:pt x="752534" y="640005"/>
                  </a:moveTo>
                  <a:lnTo>
                    <a:pt x="760185" y="656875"/>
                  </a:lnTo>
                  <a:lnTo>
                    <a:pt x="723859" y="627246"/>
                  </a:lnTo>
                  <a:close/>
                  <a:moveTo>
                    <a:pt x="1113375" y="814833"/>
                  </a:moveTo>
                  <a:lnTo>
                    <a:pt x="1129468" y="825891"/>
                  </a:lnTo>
                  <a:lnTo>
                    <a:pt x="1153717" y="792716"/>
                  </a:lnTo>
                  <a:close/>
                  <a:moveTo>
                    <a:pt x="1113375" y="814833"/>
                  </a:moveTo>
                  <a:lnTo>
                    <a:pt x="1153717" y="792716"/>
                  </a:lnTo>
                  <a:lnTo>
                    <a:pt x="1133957" y="739203"/>
                  </a:lnTo>
                  <a:close/>
                  <a:moveTo>
                    <a:pt x="1210885" y="820719"/>
                  </a:moveTo>
                  <a:lnTo>
                    <a:pt x="1163689" y="784609"/>
                  </a:lnTo>
                  <a:lnTo>
                    <a:pt x="1157530" y="790740"/>
                  </a:lnTo>
                  <a:close/>
                  <a:moveTo>
                    <a:pt x="1186852" y="770640"/>
                  </a:moveTo>
                  <a:lnTo>
                    <a:pt x="1163689" y="784609"/>
                  </a:lnTo>
                  <a:lnTo>
                    <a:pt x="1210885" y="820719"/>
                  </a:lnTo>
                  <a:close/>
                  <a:moveTo>
                    <a:pt x="1139177" y="715109"/>
                  </a:moveTo>
                  <a:lnTo>
                    <a:pt x="1133957" y="739203"/>
                  </a:lnTo>
                  <a:lnTo>
                    <a:pt x="1181653" y="766646"/>
                  </a:lnTo>
                  <a:close/>
                  <a:moveTo>
                    <a:pt x="1142257" y="663573"/>
                  </a:moveTo>
                  <a:lnTo>
                    <a:pt x="1133957" y="739203"/>
                  </a:lnTo>
                  <a:lnTo>
                    <a:pt x="1139177" y="715109"/>
                  </a:lnTo>
                  <a:close/>
                  <a:moveTo>
                    <a:pt x="1107257" y="647722"/>
                  </a:moveTo>
                  <a:lnTo>
                    <a:pt x="1142257" y="663573"/>
                  </a:lnTo>
                  <a:lnTo>
                    <a:pt x="1156686" y="587942"/>
                  </a:lnTo>
                  <a:close/>
                  <a:moveTo>
                    <a:pt x="1156686" y="587942"/>
                  </a:moveTo>
                  <a:lnTo>
                    <a:pt x="1142257" y="663573"/>
                  </a:lnTo>
                  <a:lnTo>
                    <a:pt x="1175782" y="594352"/>
                  </a:lnTo>
                  <a:close/>
                  <a:moveTo>
                    <a:pt x="1175782" y="594352"/>
                  </a:moveTo>
                  <a:lnTo>
                    <a:pt x="1142257" y="663573"/>
                  </a:lnTo>
                  <a:lnTo>
                    <a:pt x="1166408" y="656913"/>
                  </a:lnTo>
                  <a:close/>
                  <a:moveTo>
                    <a:pt x="1172832" y="663573"/>
                  </a:moveTo>
                  <a:lnTo>
                    <a:pt x="1175782" y="594352"/>
                  </a:lnTo>
                  <a:lnTo>
                    <a:pt x="1166408" y="656913"/>
                  </a:lnTo>
                  <a:close/>
                  <a:moveTo>
                    <a:pt x="1274977" y="512311"/>
                  </a:moveTo>
                  <a:lnTo>
                    <a:pt x="1276908" y="517556"/>
                  </a:lnTo>
                  <a:lnTo>
                    <a:pt x="1285539" y="520461"/>
                  </a:lnTo>
                  <a:close/>
                  <a:moveTo>
                    <a:pt x="1273258" y="474543"/>
                  </a:moveTo>
                  <a:lnTo>
                    <a:pt x="1276908" y="517556"/>
                  </a:lnTo>
                  <a:lnTo>
                    <a:pt x="1274977" y="512311"/>
                  </a:lnTo>
                  <a:close/>
                  <a:moveTo>
                    <a:pt x="1369862" y="615385"/>
                  </a:moveTo>
                  <a:lnTo>
                    <a:pt x="1415304" y="656278"/>
                  </a:lnTo>
                  <a:lnTo>
                    <a:pt x="1428210" y="596001"/>
                  </a:lnTo>
                  <a:close/>
                  <a:moveTo>
                    <a:pt x="1274977" y="512311"/>
                  </a:moveTo>
                  <a:lnTo>
                    <a:pt x="1273032" y="457965"/>
                  </a:lnTo>
                  <a:lnTo>
                    <a:pt x="1273258" y="474543"/>
                  </a:lnTo>
                  <a:close/>
                  <a:moveTo>
                    <a:pt x="1421334" y="464124"/>
                  </a:moveTo>
                  <a:lnTo>
                    <a:pt x="1399654" y="502640"/>
                  </a:lnTo>
                  <a:lnTo>
                    <a:pt x="1430552" y="468611"/>
                  </a:lnTo>
                  <a:close/>
                  <a:moveTo>
                    <a:pt x="1430552" y="468611"/>
                  </a:moveTo>
                  <a:lnTo>
                    <a:pt x="1399654" y="502640"/>
                  </a:lnTo>
                  <a:lnTo>
                    <a:pt x="1393217" y="523724"/>
                  </a:lnTo>
                  <a:close/>
                  <a:moveTo>
                    <a:pt x="1441907" y="515660"/>
                  </a:moveTo>
                  <a:lnTo>
                    <a:pt x="1448054" y="508923"/>
                  </a:lnTo>
                  <a:lnTo>
                    <a:pt x="1430552" y="468611"/>
                  </a:lnTo>
                  <a:close/>
                  <a:moveTo>
                    <a:pt x="1393217" y="523724"/>
                  </a:moveTo>
                  <a:lnTo>
                    <a:pt x="1441907" y="515660"/>
                  </a:lnTo>
                  <a:lnTo>
                    <a:pt x="1430552" y="468611"/>
                  </a:lnTo>
                  <a:close/>
                  <a:moveTo>
                    <a:pt x="1462394" y="539754"/>
                  </a:moveTo>
                  <a:lnTo>
                    <a:pt x="1452212" y="524469"/>
                  </a:lnTo>
                  <a:lnTo>
                    <a:pt x="1431639" y="582453"/>
                  </a:lnTo>
                  <a:close/>
                  <a:moveTo>
                    <a:pt x="1462394" y="539754"/>
                  </a:moveTo>
                  <a:lnTo>
                    <a:pt x="1452895" y="515660"/>
                  </a:lnTo>
                  <a:lnTo>
                    <a:pt x="1452212" y="524469"/>
                  </a:lnTo>
                  <a:close/>
                  <a:moveTo>
                    <a:pt x="1452895" y="515660"/>
                  </a:moveTo>
                  <a:lnTo>
                    <a:pt x="1430552" y="468611"/>
                  </a:lnTo>
                  <a:lnTo>
                    <a:pt x="1448054" y="508923"/>
                  </a:lnTo>
                  <a:close/>
                  <a:moveTo>
                    <a:pt x="1298840" y="412587"/>
                  </a:moveTo>
                  <a:lnTo>
                    <a:pt x="1270460" y="385145"/>
                  </a:lnTo>
                  <a:lnTo>
                    <a:pt x="1282795" y="436681"/>
                  </a:lnTo>
                  <a:close/>
                  <a:moveTo>
                    <a:pt x="1397961" y="394382"/>
                  </a:moveTo>
                  <a:lnTo>
                    <a:pt x="1421334" y="464124"/>
                  </a:lnTo>
                  <a:lnTo>
                    <a:pt x="1405378" y="412587"/>
                  </a:lnTo>
                  <a:close/>
                  <a:moveTo>
                    <a:pt x="1237657" y="79273"/>
                  </a:moveTo>
                  <a:lnTo>
                    <a:pt x="1256480" y="142015"/>
                  </a:lnTo>
                  <a:lnTo>
                    <a:pt x="1281754" y="101611"/>
                  </a:lnTo>
                  <a:close/>
                  <a:moveTo>
                    <a:pt x="1281173" y="55180"/>
                  </a:moveTo>
                  <a:lnTo>
                    <a:pt x="1281754" y="101611"/>
                  </a:lnTo>
                  <a:lnTo>
                    <a:pt x="1313816" y="86584"/>
                  </a:lnTo>
                  <a:close/>
                  <a:moveTo>
                    <a:pt x="1281173" y="55180"/>
                  </a:moveTo>
                  <a:lnTo>
                    <a:pt x="1237657" y="79273"/>
                  </a:lnTo>
                  <a:lnTo>
                    <a:pt x="1281754" y="101611"/>
                  </a:lnTo>
                  <a:close/>
                  <a:moveTo>
                    <a:pt x="1339750" y="31086"/>
                  </a:moveTo>
                  <a:lnTo>
                    <a:pt x="1354817" y="53000"/>
                  </a:lnTo>
                  <a:lnTo>
                    <a:pt x="1296113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82" name="Output_density__4181">
              <a:extLst>
                <a:ext uri="{FF2B5EF4-FFF2-40B4-BE49-F238E27FC236}">
                  <a16:creationId xmlns:a16="http://schemas.microsoft.com/office/drawing/2014/main" id="{FCF3A6DB-061A-370B-02CE-AB5C260CEC39}"/>
                </a:ext>
              </a:extLst>
            </p:cNvPr>
            <p:cNvSpPr>
              <a:spLocks noGrp="1"/>
            </p:cNvSpPr>
            <p:nvPr/>
          </p:nvSpPr>
          <p:spPr>
            <a:xfrm>
              <a:off x="15567481" y="3387959"/>
              <a:ext cx="1261093" cy="1162795"/>
            </a:xfrm>
            <a:custGeom>
              <a:avLst/>
              <a:gdLst/>
              <a:ahLst/>
              <a:cxnLst/>
              <a:rect l="0" t="0" r="0" b="0"/>
              <a:pathLst>
                <a:path w="1261093" h="1162795">
                  <a:moveTo>
                    <a:pt x="253099" y="1115236"/>
                  </a:moveTo>
                  <a:lnTo>
                    <a:pt x="181148" y="1133535"/>
                  </a:lnTo>
                  <a:lnTo>
                    <a:pt x="183343" y="1135353"/>
                  </a:lnTo>
                  <a:close/>
                  <a:moveTo>
                    <a:pt x="190600" y="1065321"/>
                  </a:moveTo>
                  <a:lnTo>
                    <a:pt x="181148" y="1133535"/>
                  </a:lnTo>
                  <a:lnTo>
                    <a:pt x="253099" y="1115236"/>
                  </a:lnTo>
                  <a:close/>
                  <a:moveTo>
                    <a:pt x="241372" y="1062027"/>
                  </a:moveTo>
                  <a:lnTo>
                    <a:pt x="190600" y="1065321"/>
                  </a:lnTo>
                  <a:lnTo>
                    <a:pt x="253099" y="1115236"/>
                  </a:lnTo>
                  <a:close/>
                  <a:moveTo>
                    <a:pt x="171997" y="1008185"/>
                  </a:moveTo>
                  <a:lnTo>
                    <a:pt x="190600" y="1065321"/>
                  </a:lnTo>
                  <a:lnTo>
                    <a:pt x="191199" y="1036213"/>
                  </a:lnTo>
                  <a:close/>
                  <a:moveTo>
                    <a:pt x="147385" y="1083816"/>
                  </a:moveTo>
                  <a:lnTo>
                    <a:pt x="190600" y="1065321"/>
                  </a:lnTo>
                  <a:lnTo>
                    <a:pt x="171997" y="1008185"/>
                  </a:lnTo>
                  <a:close/>
                  <a:moveTo>
                    <a:pt x="124624" y="961977"/>
                  </a:moveTo>
                  <a:lnTo>
                    <a:pt x="119521" y="959639"/>
                  </a:lnTo>
                  <a:lnTo>
                    <a:pt x="171997" y="1008185"/>
                  </a:lnTo>
                  <a:close/>
                  <a:moveTo>
                    <a:pt x="120160" y="956649"/>
                  </a:moveTo>
                  <a:lnTo>
                    <a:pt x="119521" y="959639"/>
                  </a:lnTo>
                  <a:lnTo>
                    <a:pt x="124624" y="961977"/>
                  </a:lnTo>
                  <a:close/>
                  <a:moveTo>
                    <a:pt x="120160" y="956649"/>
                  </a:moveTo>
                  <a:lnTo>
                    <a:pt x="89899" y="920978"/>
                  </a:lnTo>
                  <a:lnTo>
                    <a:pt x="119521" y="959639"/>
                  </a:lnTo>
                  <a:close/>
                  <a:moveTo>
                    <a:pt x="288144" y="1111259"/>
                  </a:moveTo>
                  <a:lnTo>
                    <a:pt x="314684" y="1162795"/>
                  </a:lnTo>
                  <a:lnTo>
                    <a:pt x="260965" y="1108840"/>
                  </a:lnTo>
                  <a:close/>
                  <a:moveTo>
                    <a:pt x="171997" y="1008185"/>
                  </a:moveTo>
                  <a:lnTo>
                    <a:pt x="191199" y="1036213"/>
                  </a:lnTo>
                  <a:lnTo>
                    <a:pt x="195156" y="998874"/>
                  </a:lnTo>
                  <a:close/>
                  <a:moveTo>
                    <a:pt x="195156" y="998874"/>
                  </a:moveTo>
                  <a:lnTo>
                    <a:pt x="124624" y="961977"/>
                  </a:lnTo>
                  <a:lnTo>
                    <a:pt x="171997" y="1008185"/>
                  </a:lnTo>
                  <a:close/>
                  <a:moveTo>
                    <a:pt x="128627" y="952236"/>
                  </a:moveTo>
                  <a:lnTo>
                    <a:pt x="124624" y="961977"/>
                  </a:lnTo>
                  <a:lnTo>
                    <a:pt x="195156" y="998874"/>
                  </a:lnTo>
                  <a:close/>
                  <a:moveTo>
                    <a:pt x="192679" y="938145"/>
                  </a:moveTo>
                  <a:lnTo>
                    <a:pt x="128627" y="952236"/>
                  </a:lnTo>
                  <a:lnTo>
                    <a:pt x="195156" y="998874"/>
                  </a:lnTo>
                  <a:close/>
                  <a:moveTo>
                    <a:pt x="195156" y="998874"/>
                  </a:moveTo>
                  <a:lnTo>
                    <a:pt x="191199" y="1036213"/>
                  </a:lnTo>
                  <a:lnTo>
                    <a:pt x="201563" y="1008185"/>
                  </a:lnTo>
                  <a:close/>
                  <a:moveTo>
                    <a:pt x="192679" y="938145"/>
                  </a:moveTo>
                  <a:lnTo>
                    <a:pt x="195156" y="998874"/>
                  </a:lnTo>
                  <a:lnTo>
                    <a:pt x="201563" y="1008185"/>
                  </a:lnTo>
                  <a:close/>
                  <a:moveTo>
                    <a:pt x="120160" y="956649"/>
                  </a:moveTo>
                  <a:lnTo>
                    <a:pt x="124624" y="961977"/>
                  </a:lnTo>
                  <a:lnTo>
                    <a:pt x="128627" y="952236"/>
                  </a:lnTo>
                  <a:close/>
                  <a:moveTo>
                    <a:pt x="120160" y="956649"/>
                  </a:moveTo>
                  <a:lnTo>
                    <a:pt x="128627" y="952236"/>
                  </a:lnTo>
                  <a:lnTo>
                    <a:pt x="104252" y="881018"/>
                  </a:lnTo>
                  <a:close/>
                  <a:moveTo>
                    <a:pt x="94968" y="905112"/>
                  </a:moveTo>
                  <a:lnTo>
                    <a:pt x="120160" y="956649"/>
                  </a:lnTo>
                  <a:lnTo>
                    <a:pt x="104252" y="881018"/>
                  </a:lnTo>
                  <a:close/>
                  <a:moveTo>
                    <a:pt x="128627" y="952236"/>
                  </a:moveTo>
                  <a:lnTo>
                    <a:pt x="192679" y="938145"/>
                  </a:lnTo>
                  <a:lnTo>
                    <a:pt x="147755" y="913561"/>
                  </a:lnTo>
                  <a:close/>
                  <a:moveTo>
                    <a:pt x="104252" y="881018"/>
                  </a:moveTo>
                  <a:lnTo>
                    <a:pt x="95913" y="829482"/>
                  </a:lnTo>
                  <a:lnTo>
                    <a:pt x="94968" y="905112"/>
                  </a:lnTo>
                  <a:close/>
                  <a:moveTo>
                    <a:pt x="298437" y="908461"/>
                  </a:moveTo>
                  <a:lnTo>
                    <a:pt x="306742" y="983958"/>
                  </a:lnTo>
                  <a:lnTo>
                    <a:pt x="328026" y="928634"/>
                  </a:lnTo>
                  <a:close/>
                  <a:moveTo>
                    <a:pt x="39010" y="726409"/>
                  </a:moveTo>
                  <a:lnTo>
                    <a:pt x="53244" y="734877"/>
                  </a:lnTo>
                  <a:lnTo>
                    <a:pt x="44781" y="702315"/>
                  </a:lnTo>
                  <a:close/>
                  <a:moveTo>
                    <a:pt x="39010" y="726409"/>
                  </a:moveTo>
                  <a:lnTo>
                    <a:pt x="44781" y="702315"/>
                  </a:lnTo>
                  <a:lnTo>
                    <a:pt x="0" y="710485"/>
                  </a:lnTo>
                  <a:close/>
                  <a:moveTo>
                    <a:pt x="298437" y="908461"/>
                  </a:moveTo>
                  <a:lnTo>
                    <a:pt x="328026" y="928634"/>
                  </a:lnTo>
                  <a:lnTo>
                    <a:pt x="334703" y="898646"/>
                  </a:lnTo>
                  <a:close/>
                  <a:moveTo>
                    <a:pt x="246130" y="832831"/>
                  </a:moveTo>
                  <a:lnTo>
                    <a:pt x="228129" y="856924"/>
                  </a:lnTo>
                  <a:lnTo>
                    <a:pt x="271385" y="891541"/>
                  </a:lnTo>
                  <a:close/>
                  <a:moveTo>
                    <a:pt x="488263" y="773681"/>
                  </a:moveTo>
                  <a:lnTo>
                    <a:pt x="431516" y="757200"/>
                  </a:lnTo>
                  <a:lnTo>
                    <a:pt x="411092" y="794729"/>
                  </a:lnTo>
                  <a:close/>
                  <a:moveTo>
                    <a:pt x="461062" y="746397"/>
                  </a:moveTo>
                  <a:lnTo>
                    <a:pt x="488263" y="773681"/>
                  </a:lnTo>
                  <a:lnTo>
                    <a:pt x="500249" y="784643"/>
                  </a:lnTo>
                  <a:close/>
                  <a:moveTo>
                    <a:pt x="417292" y="683010"/>
                  </a:moveTo>
                  <a:lnTo>
                    <a:pt x="461062" y="746397"/>
                  </a:lnTo>
                  <a:lnTo>
                    <a:pt x="472029" y="712983"/>
                  </a:lnTo>
                  <a:close/>
                  <a:moveTo>
                    <a:pt x="420037" y="705663"/>
                  </a:moveTo>
                  <a:lnTo>
                    <a:pt x="461062" y="746397"/>
                  </a:lnTo>
                  <a:lnTo>
                    <a:pt x="417292" y="683010"/>
                  </a:lnTo>
                  <a:close/>
                  <a:moveTo>
                    <a:pt x="605038" y="760549"/>
                  </a:moveTo>
                  <a:lnTo>
                    <a:pt x="586400" y="791247"/>
                  </a:lnTo>
                  <a:lnTo>
                    <a:pt x="620899" y="785330"/>
                  </a:lnTo>
                  <a:close/>
                  <a:moveTo>
                    <a:pt x="582926" y="723288"/>
                  </a:moveTo>
                  <a:lnTo>
                    <a:pt x="560619" y="709012"/>
                  </a:lnTo>
                  <a:lnTo>
                    <a:pt x="555203" y="714384"/>
                  </a:lnTo>
                  <a:close/>
                  <a:moveTo>
                    <a:pt x="555203" y="714384"/>
                  </a:moveTo>
                  <a:lnTo>
                    <a:pt x="525060" y="736582"/>
                  </a:lnTo>
                  <a:lnTo>
                    <a:pt x="582926" y="723288"/>
                  </a:lnTo>
                  <a:close/>
                  <a:moveTo>
                    <a:pt x="487451" y="662201"/>
                  </a:moveTo>
                  <a:lnTo>
                    <a:pt x="472029" y="712983"/>
                  </a:lnTo>
                  <a:lnTo>
                    <a:pt x="505070" y="657475"/>
                  </a:lnTo>
                  <a:close/>
                  <a:moveTo>
                    <a:pt x="505070" y="657475"/>
                  </a:moveTo>
                  <a:lnTo>
                    <a:pt x="472029" y="712983"/>
                  </a:lnTo>
                  <a:lnTo>
                    <a:pt x="520619" y="733106"/>
                  </a:lnTo>
                  <a:close/>
                  <a:moveTo>
                    <a:pt x="487451" y="662201"/>
                  </a:moveTo>
                  <a:lnTo>
                    <a:pt x="417292" y="683010"/>
                  </a:lnTo>
                  <a:lnTo>
                    <a:pt x="472029" y="712983"/>
                  </a:lnTo>
                  <a:close/>
                  <a:moveTo>
                    <a:pt x="487451" y="662201"/>
                  </a:moveTo>
                  <a:lnTo>
                    <a:pt x="489300" y="642660"/>
                  </a:lnTo>
                  <a:lnTo>
                    <a:pt x="445127" y="652181"/>
                  </a:lnTo>
                  <a:close/>
                  <a:moveTo>
                    <a:pt x="605038" y="760549"/>
                  </a:moveTo>
                  <a:lnTo>
                    <a:pt x="632099" y="808797"/>
                  </a:lnTo>
                  <a:lnTo>
                    <a:pt x="588809" y="743266"/>
                  </a:lnTo>
                  <a:close/>
                  <a:moveTo>
                    <a:pt x="620899" y="785330"/>
                  </a:moveTo>
                  <a:lnTo>
                    <a:pt x="632099" y="808797"/>
                  </a:lnTo>
                  <a:lnTo>
                    <a:pt x="605038" y="760549"/>
                  </a:lnTo>
                  <a:close/>
                  <a:moveTo>
                    <a:pt x="610593" y="746801"/>
                  </a:moveTo>
                  <a:lnTo>
                    <a:pt x="605038" y="760549"/>
                  </a:lnTo>
                  <a:lnTo>
                    <a:pt x="588809" y="743266"/>
                  </a:lnTo>
                  <a:close/>
                  <a:moveTo>
                    <a:pt x="551373" y="709012"/>
                  </a:moveTo>
                  <a:lnTo>
                    <a:pt x="571178" y="684918"/>
                  </a:lnTo>
                  <a:lnTo>
                    <a:pt x="505070" y="657475"/>
                  </a:lnTo>
                  <a:close/>
                  <a:moveTo>
                    <a:pt x="575865" y="656736"/>
                  </a:moveTo>
                  <a:lnTo>
                    <a:pt x="568384" y="657475"/>
                  </a:lnTo>
                  <a:lnTo>
                    <a:pt x="560733" y="640606"/>
                  </a:lnTo>
                  <a:close/>
                  <a:moveTo>
                    <a:pt x="560733" y="640606"/>
                  </a:moveTo>
                  <a:lnTo>
                    <a:pt x="532058" y="627846"/>
                  </a:lnTo>
                  <a:lnTo>
                    <a:pt x="505070" y="657475"/>
                  </a:lnTo>
                  <a:close/>
                  <a:moveTo>
                    <a:pt x="392368" y="320023"/>
                  </a:moveTo>
                  <a:lnTo>
                    <a:pt x="380999" y="324162"/>
                  </a:lnTo>
                  <a:lnTo>
                    <a:pt x="416762" y="305230"/>
                  </a:lnTo>
                  <a:close/>
                  <a:moveTo>
                    <a:pt x="942156" y="739804"/>
                  </a:moveTo>
                  <a:lnTo>
                    <a:pt x="961915" y="793316"/>
                  </a:lnTo>
                  <a:lnTo>
                    <a:pt x="962497" y="784426"/>
                  </a:lnTo>
                  <a:close/>
                  <a:moveTo>
                    <a:pt x="937667" y="826492"/>
                  </a:moveTo>
                  <a:lnTo>
                    <a:pt x="965729" y="791340"/>
                  </a:lnTo>
                  <a:lnTo>
                    <a:pt x="961915" y="793316"/>
                  </a:lnTo>
                  <a:close/>
                  <a:moveTo>
                    <a:pt x="942156" y="739804"/>
                  </a:moveTo>
                  <a:lnTo>
                    <a:pt x="891355" y="693116"/>
                  </a:lnTo>
                  <a:lnTo>
                    <a:pt x="871411" y="753449"/>
                  </a:lnTo>
                  <a:close/>
                  <a:moveTo>
                    <a:pt x="989851" y="767246"/>
                  </a:moveTo>
                  <a:lnTo>
                    <a:pt x="962497" y="784426"/>
                  </a:lnTo>
                  <a:lnTo>
                    <a:pt x="971887" y="785209"/>
                  </a:lnTo>
                  <a:close/>
                  <a:moveTo>
                    <a:pt x="942156" y="739804"/>
                  </a:moveTo>
                  <a:lnTo>
                    <a:pt x="962497" y="784426"/>
                  </a:lnTo>
                  <a:lnTo>
                    <a:pt x="989851" y="767246"/>
                  </a:lnTo>
                  <a:close/>
                  <a:moveTo>
                    <a:pt x="950455" y="664173"/>
                  </a:moveTo>
                  <a:lnTo>
                    <a:pt x="891355" y="693116"/>
                  </a:lnTo>
                  <a:lnTo>
                    <a:pt x="942156" y="739804"/>
                  </a:lnTo>
                  <a:close/>
                  <a:moveTo>
                    <a:pt x="876495" y="612637"/>
                  </a:moveTo>
                  <a:lnTo>
                    <a:pt x="886861" y="688267"/>
                  </a:lnTo>
                  <a:lnTo>
                    <a:pt x="915455" y="648323"/>
                  </a:lnTo>
                  <a:close/>
                  <a:moveTo>
                    <a:pt x="893578" y="685405"/>
                  </a:moveTo>
                  <a:lnTo>
                    <a:pt x="950455" y="664173"/>
                  </a:lnTo>
                  <a:lnTo>
                    <a:pt x="915455" y="648323"/>
                  </a:lnTo>
                  <a:close/>
                  <a:moveTo>
                    <a:pt x="876495" y="612637"/>
                  </a:moveTo>
                  <a:lnTo>
                    <a:pt x="866862" y="561100"/>
                  </a:lnTo>
                  <a:lnTo>
                    <a:pt x="862121" y="636730"/>
                  </a:lnTo>
                  <a:close/>
                  <a:moveTo>
                    <a:pt x="1047255" y="656848"/>
                  </a:moveTo>
                  <a:lnTo>
                    <a:pt x="981030" y="664173"/>
                  </a:lnTo>
                  <a:lnTo>
                    <a:pt x="1007338" y="693646"/>
                  </a:lnTo>
                  <a:close/>
                  <a:moveTo>
                    <a:pt x="1133787" y="564448"/>
                  </a:moveTo>
                  <a:lnTo>
                    <a:pt x="1093738" y="521062"/>
                  </a:lnTo>
                  <a:lnTo>
                    <a:pt x="1085107" y="518157"/>
                  </a:lnTo>
                  <a:close/>
                  <a:moveTo>
                    <a:pt x="1178060" y="615985"/>
                  </a:moveTo>
                  <a:lnTo>
                    <a:pt x="1236409" y="596601"/>
                  </a:lnTo>
                  <a:lnTo>
                    <a:pt x="1162144" y="602143"/>
                  </a:lnTo>
                  <a:close/>
                  <a:moveTo>
                    <a:pt x="1162144" y="602143"/>
                  </a:moveTo>
                  <a:lnTo>
                    <a:pt x="1236409" y="596601"/>
                  </a:lnTo>
                  <a:lnTo>
                    <a:pt x="1239838" y="583053"/>
                  </a:lnTo>
                  <a:close/>
                  <a:moveTo>
                    <a:pt x="1162144" y="602143"/>
                  </a:moveTo>
                  <a:lnTo>
                    <a:pt x="1239838" y="583053"/>
                  </a:lnTo>
                  <a:lnTo>
                    <a:pt x="1185466" y="554442"/>
                  </a:lnTo>
                  <a:close/>
                  <a:moveTo>
                    <a:pt x="1170814" y="540355"/>
                  </a:moveTo>
                  <a:lnTo>
                    <a:pt x="1162144" y="602143"/>
                  </a:lnTo>
                  <a:lnTo>
                    <a:pt x="1185466" y="554442"/>
                  </a:lnTo>
                  <a:close/>
                  <a:moveTo>
                    <a:pt x="1170814" y="540355"/>
                  </a:moveTo>
                  <a:lnTo>
                    <a:pt x="1133787" y="564448"/>
                  </a:lnTo>
                  <a:lnTo>
                    <a:pt x="1162144" y="602143"/>
                  </a:lnTo>
                  <a:close/>
                  <a:moveTo>
                    <a:pt x="1133787" y="564448"/>
                  </a:moveTo>
                  <a:lnTo>
                    <a:pt x="1170814" y="540355"/>
                  </a:lnTo>
                  <a:lnTo>
                    <a:pt x="1093738" y="521062"/>
                  </a:lnTo>
                  <a:close/>
                  <a:moveTo>
                    <a:pt x="1170814" y="540355"/>
                  </a:moveTo>
                  <a:lnTo>
                    <a:pt x="1123753" y="498386"/>
                  </a:lnTo>
                  <a:lnTo>
                    <a:pt x="1093738" y="521062"/>
                  </a:lnTo>
                  <a:close/>
                  <a:moveTo>
                    <a:pt x="1109000" y="488818"/>
                  </a:moveTo>
                  <a:lnTo>
                    <a:pt x="1093738" y="521062"/>
                  </a:lnTo>
                  <a:lnTo>
                    <a:pt x="1123753" y="498386"/>
                  </a:lnTo>
                  <a:close/>
                  <a:moveTo>
                    <a:pt x="1109000" y="488818"/>
                  </a:moveTo>
                  <a:lnTo>
                    <a:pt x="1083176" y="512912"/>
                  </a:lnTo>
                  <a:lnTo>
                    <a:pt x="1093738" y="521062"/>
                  </a:lnTo>
                  <a:close/>
                  <a:moveTo>
                    <a:pt x="1090993" y="437281"/>
                  </a:moveTo>
                  <a:lnTo>
                    <a:pt x="1081230" y="458565"/>
                  </a:lnTo>
                  <a:lnTo>
                    <a:pt x="1083176" y="512912"/>
                  </a:lnTo>
                  <a:close/>
                  <a:moveTo>
                    <a:pt x="1109000" y="488818"/>
                  </a:moveTo>
                  <a:lnTo>
                    <a:pt x="1090993" y="437281"/>
                  </a:lnTo>
                  <a:lnTo>
                    <a:pt x="1083176" y="512912"/>
                  </a:lnTo>
                  <a:close/>
                  <a:moveTo>
                    <a:pt x="1090993" y="437281"/>
                  </a:moveTo>
                  <a:lnTo>
                    <a:pt x="1079557" y="397183"/>
                  </a:lnTo>
                  <a:lnTo>
                    <a:pt x="1081230" y="458565"/>
                  </a:lnTo>
                  <a:close/>
                  <a:moveTo>
                    <a:pt x="1170814" y="540355"/>
                  </a:moveTo>
                  <a:lnTo>
                    <a:pt x="1185466" y="554442"/>
                  </a:lnTo>
                  <a:lnTo>
                    <a:pt x="1201415" y="524325"/>
                  </a:lnTo>
                  <a:close/>
                  <a:moveTo>
                    <a:pt x="1170814" y="540355"/>
                  </a:moveTo>
                  <a:lnTo>
                    <a:pt x="1201415" y="524325"/>
                  </a:lnTo>
                  <a:lnTo>
                    <a:pt x="1123753" y="498386"/>
                  </a:lnTo>
                  <a:close/>
                  <a:moveTo>
                    <a:pt x="1185466" y="554442"/>
                  </a:moveTo>
                  <a:lnTo>
                    <a:pt x="1250106" y="516261"/>
                  </a:lnTo>
                  <a:lnTo>
                    <a:pt x="1201415" y="524325"/>
                  </a:lnTo>
                  <a:close/>
                  <a:moveTo>
                    <a:pt x="1260410" y="525070"/>
                  </a:moveTo>
                  <a:lnTo>
                    <a:pt x="1250106" y="516261"/>
                  </a:lnTo>
                  <a:lnTo>
                    <a:pt x="1185466" y="554442"/>
                  </a:lnTo>
                  <a:close/>
                  <a:moveTo>
                    <a:pt x="1239838" y="583053"/>
                  </a:moveTo>
                  <a:lnTo>
                    <a:pt x="1260410" y="525070"/>
                  </a:lnTo>
                  <a:lnTo>
                    <a:pt x="1185466" y="554442"/>
                  </a:lnTo>
                  <a:close/>
                  <a:moveTo>
                    <a:pt x="1250106" y="516261"/>
                  </a:moveTo>
                  <a:lnTo>
                    <a:pt x="1260410" y="525070"/>
                  </a:lnTo>
                  <a:lnTo>
                    <a:pt x="1260551" y="514231"/>
                  </a:lnTo>
                  <a:close/>
                  <a:moveTo>
                    <a:pt x="1260551" y="514231"/>
                  </a:moveTo>
                  <a:lnTo>
                    <a:pt x="1256252" y="509523"/>
                  </a:lnTo>
                  <a:lnTo>
                    <a:pt x="1250106" y="516261"/>
                  </a:lnTo>
                  <a:close/>
                  <a:moveTo>
                    <a:pt x="1260551" y="514231"/>
                  </a:moveTo>
                  <a:lnTo>
                    <a:pt x="1260410" y="525070"/>
                  </a:lnTo>
                  <a:lnTo>
                    <a:pt x="1261093" y="516261"/>
                  </a:lnTo>
                  <a:close/>
                  <a:moveTo>
                    <a:pt x="1260551" y="514231"/>
                  </a:moveTo>
                  <a:lnTo>
                    <a:pt x="1261093" y="516261"/>
                  </a:lnTo>
                  <a:lnTo>
                    <a:pt x="1256252" y="509523"/>
                  </a:lnTo>
                  <a:close/>
                  <a:moveTo>
                    <a:pt x="1045856" y="79874"/>
                  </a:moveTo>
                  <a:lnTo>
                    <a:pt x="1089371" y="55780"/>
                  </a:lnTo>
                  <a:lnTo>
                    <a:pt x="1028689" y="47834"/>
                  </a:lnTo>
                  <a:close/>
                  <a:moveTo>
                    <a:pt x="1058330" y="0"/>
                  </a:moveTo>
                  <a:lnTo>
                    <a:pt x="1141974" y="26910"/>
                  </a:lnTo>
                  <a:lnTo>
                    <a:pt x="1104312" y="600"/>
                  </a:lnTo>
                  <a:close/>
                  <a:moveTo>
                    <a:pt x="1058330" y="0"/>
                  </a:moveTo>
                  <a:lnTo>
                    <a:pt x="1098926" y="862"/>
                  </a:lnTo>
                  <a:lnTo>
                    <a:pt x="1052234" y="963"/>
                  </a:lnTo>
                  <a:close/>
                  <a:moveTo>
                    <a:pt x="1058330" y="0"/>
                  </a:moveTo>
                  <a:lnTo>
                    <a:pt x="1104312" y="600"/>
                  </a:lnTo>
                  <a:lnTo>
                    <a:pt x="1098926" y="862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83" name="Output_density__4182">
              <a:extLst>
                <a:ext uri="{FF2B5EF4-FFF2-40B4-BE49-F238E27FC236}">
                  <a16:creationId xmlns:a16="http://schemas.microsoft.com/office/drawing/2014/main" id="{DF76DC75-72C3-89CE-E12E-80C264E388A3}"/>
                </a:ext>
              </a:extLst>
            </p:cNvPr>
            <p:cNvSpPr>
              <a:spLocks noGrp="1"/>
            </p:cNvSpPr>
            <p:nvPr/>
          </p:nvSpPr>
          <p:spPr>
            <a:xfrm>
              <a:off x="15714866" y="3388821"/>
              <a:ext cx="951541" cy="1132673"/>
            </a:xfrm>
            <a:custGeom>
              <a:avLst/>
              <a:gdLst/>
              <a:ahLst/>
              <a:cxnLst/>
              <a:rect l="0" t="0" r="0" b="0"/>
              <a:pathLst>
                <a:path w="951541" h="1132673">
                  <a:moveTo>
                    <a:pt x="0" y="1082954"/>
                  </a:moveTo>
                  <a:lnTo>
                    <a:pt x="33762" y="1132673"/>
                  </a:lnTo>
                  <a:lnTo>
                    <a:pt x="43215" y="1064459"/>
                  </a:lnTo>
                  <a:close/>
                  <a:moveTo>
                    <a:pt x="313676" y="745536"/>
                  </a:moveTo>
                  <a:lnTo>
                    <a:pt x="284131" y="756338"/>
                  </a:lnTo>
                  <a:lnTo>
                    <a:pt x="340878" y="772820"/>
                  </a:lnTo>
                  <a:close/>
                  <a:moveTo>
                    <a:pt x="313676" y="745536"/>
                  </a:moveTo>
                  <a:lnTo>
                    <a:pt x="373233" y="732244"/>
                  </a:lnTo>
                  <a:lnTo>
                    <a:pt x="324643" y="712122"/>
                  </a:lnTo>
                  <a:close/>
                  <a:moveTo>
                    <a:pt x="485049" y="827598"/>
                  </a:moveTo>
                  <a:lnTo>
                    <a:pt x="457120" y="858078"/>
                  </a:lnTo>
                  <a:lnTo>
                    <a:pt x="445164" y="853155"/>
                  </a:lnTo>
                  <a:close/>
                  <a:moveTo>
                    <a:pt x="435540" y="722427"/>
                  </a:moveTo>
                  <a:lnTo>
                    <a:pt x="457652" y="759687"/>
                  </a:lnTo>
                  <a:lnTo>
                    <a:pt x="463208" y="745939"/>
                  </a:lnTo>
                  <a:close/>
                  <a:moveTo>
                    <a:pt x="357685" y="656614"/>
                  </a:moveTo>
                  <a:lnTo>
                    <a:pt x="428480" y="655875"/>
                  </a:lnTo>
                  <a:lnTo>
                    <a:pt x="413348" y="639744"/>
                  </a:lnTo>
                  <a:close/>
                  <a:moveTo>
                    <a:pt x="244982" y="319161"/>
                  </a:moveTo>
                  <a:lnTo>
                    <a:pt x="178268" y="347394"/>
                  </a:lnTo>
                  <a:lnTo>
                    <a:pt x="233614" y="323300"/>
                  </a:lnTo>
                  <a:close/>
                  <a:moveTo>
                    <a:pt x="814530" y="792455"/>
                  </a:moveTo>
                  <a:lnTo>
                    <a:pt x="818344" y="790479"/>
                  </a:lnTo>
                  <a:lnTo>
                    <a:pt x="815111" y="783565"/>
                  </a:lnTo>
                  <a:close/>
                  <a:moveTo>
                    <a:pt x="739476" y="687406"/>
                  </a:moveTo>
                  <a:lnTo>
                    <a:pt x="724026" y="752587"/>
                  </a:lnTo>
                  <a:lnTo>
                    <a:pt x="743969" y="692254"/>
                  </a:lnTo>
                  <a:close/>
                  <a:moveTo>
                    <a:pt x="739476" y="687406"/>
                  </a:moveTo>
                  <a:lnTo>
                    <a:pt x="697019" y="711499"/>
                  </a:lnTo>
                  <a:lnTo>
                    <a:pt x="724026" y="752587"/>
                  </a:lnTo>
                  <a:close/>
                  <a:moveTo>
                    <a:pt x="739476" y="687406"/>
                  </a:moveTo>
                  <a:lnTo>
                    <a:pt x="714736" y="635869"/>
                  </a:lnTo>
                  <a:lnTo>
                    <a:pt x="697019" y="711499"/>
                  </a:lnTo>
                  <a:close/>
                  <a:moveTo>
                    <a:pt x="815111" y="783565"/>
                  </a:moveTo>
                  <a:lnTo>
                    <a:pt x="818344" y="790479"/>
                  </a:lnTo>
                  <a:lnTo>
                    <a:pt x="824502" y="784347"/>
                  </a:lnTo>
                  <a:close/>
                  <a:moveTo>
                    <a:pt x="746193" y="684543"/>
                  </a:moveTo>
                  <a:lnTo>
                    <a:pt x="743969" y="692254"/>
                  </a:lnTo>
                  <a:lnTo>
                    <a:pt x="803070" y="663311"/>
                  </a:lnTo>
                  <a:close/>
                  <a:moveTo>
                    <a:pt x="746193" y="684543"/>
                  </a:moveTo>
                  <a:lnTo>
                    <a:pt x="739476" y="687406"/>
                  </a:lnTo>
                  <a:lnTo>
                    <a:pt x="743969" y="692254"/>
                  </a:lnTo>
                  <a:close/>
                  <a:moveTo>
                    <a:pt x="739476" y="687406"/>
                  </a:moveTo>
                  <a:lnTo>
                    <a:pt x="746193" y="684543"/>
                  </a:lnTo>
                  <a:lnTo>
                    <a:pt x="768070" y="647461"/>
                  </a:lnTo>
                  <a:close/>
                  <a:moveTo>
                    <a:pt x="714736" y="635869"/>
                  </a:moveTo>
                  <a:lnTo>
                    <a:pt x="739476" y="687406"/>
                  </a:lnTo>
                  <a:lnTo>
                    <a:pt x="729109" y="611775"/>
                  </a:lnTo>
                  <a:close/>
                  <a:moveTo>
                    <a:pt x="803070" y="663311"/>
                  </a:moveTo>
                  <a:lnTo>
                    <a:pt x="859952" y="692784"/>
                  </a:lnTo>
                  <a:lnTo>
                    <a:pt x="827221" y="656651"/>
                  </a:lnTo>
                  <a:close/>
                  <a:moveTo>
                    <a:pt x="859952" y="692784"/>
                  </a:moveTo>
                  <a:lnTo>
                    <a:pt x="833645" y="663311"/>
                  </a:lnTo>
                  <a:lnTo>
                    <a:pt x="827221" y="656651"/>
                  </a:lnTo>
                  <a:close/>
                  <a:moveTo>
                    <a:pt x="881304" y="46972"/>
                  </a:moveTo>
                  <a:lnTo>
                    <a:pt x="865609" y="35996"/>
                  </a:lnTo>
                  <a:lnTo>
                    <a:pt x="898470" y="79012"/>
                  </a:lnTo>
                  <a:close/>
                  <a:moveTo>
                    <a:pt x="870531" y="27476"/>
                  </a:moveTo>
                  <a:lnTo>
                    <a:pt x="865609" y="35996"/>
                  </a:lnTo>
                  <a:lnTo>
                    <a:pt x="881304" y="46972"/>
                  </a:lnTo>
                  <a:close/>
                  <a:moveTo>
                    <a:pt x="875200" y="24153"/>
                  </a:moveTo>
                  <a:lnTo>
                    <a:pt x="865609" y="35996"/>
                  </a:lnTo>
                  <a:lnTo>
                    <a:pt x="870531" y="27476"/>
                  </a:lnTo>
                  <a:close/>
                  <a:moveTo>
                    <a:pt x="941986" y="54918"/>
                  </a:moveTo>
                  <a:lnTo>
                    <a:pt x="908597" y="14117"/>
                  </a:lnTo>
                  <a:lnTo>
                    <a:pt x="881304" y="46972"/>
                  </a:lnTo>
                  <a:close/>
                  <a:moveTo>
                    <a:pt x="908597" y="14117"/>
                  </a:moveTo>
                  <a:lnTo>
                    <a:pt x="870531" y="27476"/>
                  </a:lnTo>
                  <a:lnTo>
                    <a:pt x="881304" y="46972"/>
                  </a:lnTo>
                  <a:close/>
                  <a:moveTo>
                    <a:pt x="951541" y="0"/>
                  </a:moveTo>
                  <a:lnTo>
                    <a:pt x="875200" y="24153"/>
                  </a:lnTo>
                  <a:lnTo>
                    <a:pt x="904848" y="10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84" name="Output_density__4183">
              <a:extLst>
                <a:ext uri="{FF2B5EF4-FFF2-40B4-BE49-F238E27FC236}">
                  <a16:creationId xmlns:a16="http://schemas.microsoft.com/office/drawing/2014/main" id="{EAB82193-A21A-9700-8B95-5509D3210E31}"/>
                </a:ext>
              </a:extLst>
            </p:cNvPr>
            <p:cNvSpPr>
              <a:spLocks noGrp="1"/>
            </p:cNvSpPr>
            <p:nvPr/>
          </p:nvSpPr>
          <p:spPr>
            <a:xfrm>
              <a:off x="15410854" y="3424620"/>
              <a:ext cx="1417720" cy="876900"/>
            </a:xfrm>
            <a:custGeom>
              <a:avLst/>
              <a:gdLst/>
              <a:ahLst/>
              <a:cxnLst/>
              <a:rect l="0" t="0" r="0" b="0"/>
              <a:pathLst>
                <a:path w="1417720" h="876900">
                  <a:moveTo>
                    <a:pt x="138244" y="739992"/>
                  </a:moveTo>
                  <a:lnTo>
                    <a:pt x="86999" y="723075"/>
                  </a:lnTo>
                  <a:lnTo>
                    <a:pt x="105849" y="753773"/>
                  </a:lnTo>
                  <a:close/>
                  <a:moveTo>
                    <a:pt x="51156" y="723961"/>
                  </a:moveTo>
                  <a:lnTo>
                    <a:pt x="75587" y="721112"/>
                  </a:lnTo>
                  <a:lnTo>
                    <a:pt x="0" y="686399"/>
                  </a:lnTo>
                  <a:close/>
                  <a:moveTo>
                    <a:pt x="185620" y="742445"/>
                  </a:moveTo>
                  <a:lnTo>
                    <a:pt x="209871" y="698217"/>
                  </a:lnTo>
                  <a:lnTo>
                    <a:pt x="138244" y="739992"/>
                  </a:lnTo>
                  <a:close/>
                  <a:moveTo>
                    <a:pt x="344428" y="842707"/>
                  </a:moveTo>
                  <a:lnTo>
                    <a:pt x="304382" y="876900"/>
                  </a:lnTo>
                  <a:lnTo>
                    <a:pt x="343747" y="849406"/>
                  </a:lnTo>
                  <a:close/>
                  <a:moveTo>
                    <a:pt x="343747" y="849406"/>
                  </a:moveTo>
                  <a:lnTo>
                    <a:pt x="346889" y="844358"/>
                  </a:lnTo>
                  <a:lnTo>
                    <a:pt x="344428" y="842707"/>
                  </a:lnTo>
                  <a:close/>
                  <a:moveTo>
                    <a:pt x="455800" y="823874"/>
                  </a:moveTo>
                  <a:lnTo>
                    <a:pt x="455063" y="871800"/>
                  </a:lnTo>
                  <a:lnTo>
                    <a:pt x="489314" y="800881"/>
                  </a:lnTo>
                  <a:close/>
                  <a:moveTo>
                    <a:pt x="489314" y="800881"/>
                  </a:moveTo>
                  <a:lnTo>
                    <a:pt x="484270" y="796170"/>
                  </a:lnTo>
                  <a:lnTo>
                    <a:pt x="455800" y="823874"/>
                  </a:lnTo>
                  <a:close/>
                  <a:moveTo>
                    <a:pt x="491330" y="861986"/>
                  </a:moveTo>
                  <a:lnTo>
                    <a:pt x="528827" y="869483"/>
                  </a:lnTo>
                  <a:lnTo>
                    <a:pt x="489314" y="800881"/>
                  </a:lnTo>
                  <a:close/>
                  <a:moveTo>
                    <a:pt x="425799" y="576805"/>
                  </a:moveTo>
                  <a:lnTo>
                    <a:pt x="461572" y="635207"/>
                  </a:lnTo>
                  <a:lnTo>
                    <a:pt x="476930" y="593299"/>
                  </a:lnTo>
                  <a:close/>
                  <a:moveTo>
                    <a:pt x="476930" y="593299"/>
                  </a:moveTo>
                  <a:lnTo>
                    <a:pt x="511274" y="594800"/>
                  </a:lnTo>
                  <a:lnTo>
                    <a:pt x="425799" y="576805"/>
                  </a:lnTo>
                  <a:close/>
                  <a:moveTo>
                    <a:pt x="540432" y="609077"/>
                  </a:moveTo>
                  <a:lnTo>
                    <a:pt x="572894" y="645429"/>
                  </a:lnTo>
                  <a:lnTo>
                    <a:pt x="511274" y="594800"/>
                  </a:lnTo>
                  <a:close/>
                  <a:moveTo>
                    <a:pt x="660928" y="569278"/>
                  </a:moveTo>
                  <a:lnTo>
                    <a:pt x="645927" y="605999"/>
                  </a:lnTo>
                  <a:lnTo>
                    <a:pt x="660183" y="587686"/>
                  </a:lnTo>
                  <a:close/>
                  <a:moveTo>
                    <a:pt x="645927" y="605999"/>
                  </a:moveTo>
                  <a:lnTo>
                    <a:pt x="660928" y="569278"/>
                  </a:lnTo>
                  <a:lnTo>
                    <a:pt x="653294" y="555305"/>
                  </a:lnTo>
                  <a:close/>
                  <a:moveTo>
                    <a:pt x="1175710" y="784658"/>
                  </a:moveTo>
                  <a:lnTo>
                    <a:pt x="1122356" y="754679"/>
                  </a:lnTo>
                  <a:lnTo>
                    <a:pt x="1094294" y="789831"/>
                  </a:lnTo>
                  <a:close/>
                  <a:moveTo>
                    <a:pt x="1142291" y="551882"/>
                  </a:moveTo>
                  <a:lnTo>
                    <a:pt x="1140608" y="558292"/>
                  </a:lnTo>
                  <a:lnTo>
                    <a:pt x="1137657" y="627512"/>
                  </a:lnTo>
                  <a:close/>
                  <a:moveTo>
                    <a:pt x="1142438" y="575976"/>
                  </a:moveTo>
                  <a:lnTo>
                    <a:pt x="1142291" y="551882"/>
                  </a:lnTo>
                  <a:lnTo>
                    <a:pt x="1137657" y="627512"/>
                  </a:lnTo>
                  <a:close/>
                  <a:moveTo>
                    <a:pt x="1142159" y="549227"/>
                  </a:moveTo>
                  <a:lnTo>
                    <a:pt x="1140608" y="558292"/>
                  </a:lnTo>
                  <a:lnTo>
                    <a:pt x="1142291" y="551882"/>
                  </a:lnTo>
                  <a:close/>
                  <a:moveTo>
                    <a:pt x="1405159" y="452157"/>
                  </a:moveTo>
                  <a:lnTo>
                    <a:pt x="1395378" y="432550"/>
                  </a:lnTo>
                  <a:lnTo>
                    <a:pt x="1417720" y="479600"/>
                  </a:lnTo>
                  <a:close/>
                  <a:moveTo>
                    <a:pt x="1395378" y="432550"/>
                  </a:moveTo>
                  <a:lnTo>
                    <a:pt x="1369549" y="390806"/>
                  </a:lnTo>
                  <a:lnTo>
                    <a:pt x="1386159" y="428063"/>
                  </a:lnTo>
                  <a:close/>
                  <a:moveTo>
                    <a:pt x="1369549" y="390806"/>
                  </a:moveTo>
                  <a:lnTo>
                    <a:pt x="1370203" y="376527"/>
                  </a:lnTo>
                  <a:lnTo>
                    <a:pt x="1386159" y="428063"/>
                  </a:lnTo>
                  <a:close/>
                  <a:moveTo>
                    <a:pt x="1331957" y="320642"/>
                  </a:moveTo>
                  <a:lnTo>
                    <a:pt x="1362786" y="358322"/>
                  </a:lnTo>
                  <a:lnTo>
                    <a:pt x="1370203" y="376527"/>
                  </a:lnTo>
                  <a:close/>
                  <a:moveTo>
                    <a:pt x="1278641" y="50523"/>
                  </a:moveTo>
                  <a:lnTo>
                    <a:pt x="1246580" y="65551"/>
                  </a:lnTo>
                  <a:lnTo>
                    <a:pt x="1320804" y="33488"/>
                  </a:lnTo>
                  <a:close/>
                  <a:moveTo>
                    <a:pt x="1278641" y="50523"/>
                  </a:moveTo>
                  <a:lnTo>
                    <a:pt x="1320804" y="33488"/>
                  </a:lnTo>
                  <a:lnTo>
                    <a:pt x="1301209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85" name="Output_density__4184">
              <a:extLst>
                <a:ext uri="{FF2B5EF4-FFF2-40B4-BE49-F238E27FC236}">
                  <a16:creationId xmlns:a16="http://schemas.microsoft.com/office/drawing/2014/main" id="{DBB96772-9C3C-7FB5-EDC8-DD10B35FDF24}"/>
                </a:ext>
              </a:extLst>
            </p:cNvPr>
            <p:cNvSpPr>
              <a:spLocks noGrp="1"/>
            </p:cNvSpPr>
            <p:nvPr/>
          </p:nvSpPr>
          <p:spPr>
            <a:xfrm>
              <a:off x="15717030" y="3424620"/>
              <a:ext cx="1014629" cy="842707"/>
            </a:xfrm>
            <a:custGeom>
              <a:avLst/>
              <a:gdLst/>
              <a:ahLst/>
              <a:cxnLst/>
              <a:rect l="0" t="0" r="0" b="0"/>
              <a:pathLst>
                <a:path w="1014629" h="842707">
                  <a:moveTo>
                    <a:pt x="31251" y="785656"/>
                  </a:moveTo>
                  <a:lnTo>
                    <a:pt x="11162" y="790442"/>
                  </a:lnTo>
                  <a:lnTo>
                    <a:pt x="0" y="835823"/>
                  </a:lnTo>
                  <a:close/>
                  <a:moveTo>
                    <a:pt x="31251" y="785656"/>
                  </a:moveTo>
                  <a:lnTo>
                    <a:pt x="0" y="835823"/>
                  </a:lnTo>
                  <a:lnTo>
                    <a:pt x="38252" y="842707"/>
                  </a:lnTo>
                  <a:close/>
                  <a:moveTo>
                    <a:pt x="350700" y="747982"/>
                  </a:moveTo>
                  <a:lnTo>
                    <a:pt x="385405" y="799519"/>
                  </a:lnTo>
                  <a:lnTo>
                    <a:pt x="344237" y="772076"/>
                  </a:lnTo>
                  <a:close/>
                  <a:moveTo>
                    <a:pt x="170754" y="593299"/>
                  </a:moveTo>
                  <a:lnTo>
                    <a:pt x="200516" y="565929"/>
                  </a:lnTo>
                  <a:lnTo>
                    <a:pt x="205098" y="594800"/>
                  </a:lnTo>
                  <a:close/>
                  <a:moveTo>
                    <a:pt x="302406" y="314944"/>
                  </a:moveTo>
                  <a:lnTo>
                    <a:pt x="274988" y="324991"/>
                  </a:lnTo>
                  <a:lnTo>
                    <a:pt x="274990" y="268743"/>
                  </a:lnTo>
                  <a:close/>
                  <a:moveTo>
                    <a:pt x="903880" y="778171"/>
                  </a:moveTo>
                  <a:lnTo>
                    <a:pt x="845502" y="734580"/>
                  </a:lnTo>
                  <a:lnTo>
                    <a:pt x="869535" y="784658"/>
                  </a:lnTo>
                  <a:close/>
                  <a:moveTo>
                    <a:pt x="938137" y="731573"/>
                  </a:moveTo>
                  <a:lnTo>
                    <a:pt x="931622" y="746993"/>
                  </a:lnTo>
                  <a:lnTo>
                    <a:pt x="903880" y="778171"/>
                  </a:lnTo>
                  <a:close/>
                  <a:moveTo>
                    <a:pt x="852954" y="500345"/>
                  </a:moveTo>
                  <a:lnTo>
                    <a:pt x="856468" y="476251"/>
                  </a:lnTo>
                  <a:lnTo>
                    <a:pt x="836115" y="551882"/>
                  </a:lnTo>
                  <a:close/>
                  <a:moveTo>
                    <a:pt x="593774" y="182541"/>
                  </a:moveTo>
                  <a:lnTo>
                    <a:pt x="619195" y="167031"/>
                  </a:lnTo>
                  <a:lnTo>
                    <a:pt x="578771" y="166225"/>
                  </a:lnTo>
                  <a:close/>
                  <a:moveTo>
                    <a:pt x="593774" y="182541"/>
                  </a:moveTo>
                  <a:lnTo>
                    <a:pt x="578771" y="166225"/>
                  </a:lnTo>
                  <a:lnTo>
                    <a:pt x="547689" y="184915"/>
                  </a:lnTo>
                  <a:close/>
                  <a:moveTo>
                    <a:pt x="1014629" y="33488"/>
                  </a:moveTo>
                  <a:lnTo>
                    <a:pt x="1013467" y="16939"/>
                  </a:lnTo>
                  <a:lnTo>
                    <a:pt x="995033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86" name="Output_density__4185">
              <a:extLst>
                <a:ext uri="{FF2B5EF4-FFF2-40B4-BE49-F238E27FC236}">
                  <a16:creationId xmlns:a16="http://schemas.microsoft.com/office/drawing/2014/main" id="{B381CA54-9790-95AA-774F-D8AB09CDBB2E}"/>
                </a:ext>
              </a:extLst>
            </p:cNvPr>
            <p:cNvSpPr>
              <a:spLocks noGrp="1"/>
            </p:cNvSpPr>
            <p:nvPr/>
          </p:nvSpPr>
          <p:spPr>
            <a:xfrm>
              <a:off x="16231326" y="3583346"/>
              <a:ext cx="191989" cy="36238"/>
            </a:xfrm>
            <a:custGeom>
              <a:avLst/>
              <a:gdLst/>
              <a:ahLst/>
              <a:cxnLst/>
              <a:rect l="0" t="0" r="0" b="0"/>
              <a:pathLst>
                <a:path w="191989" h="36238">
                  <a:moveTo>
                    <a:pt x="33393" y="26189"/>
                  </a:moveTo>
                  <a:lnTo>
                    <a:pt x="0" y="36238"/>
                  </a:lnTo>
                  <a:lnTo>
                    <a:pt x="79478" y="23815"/>
                  </a:lnTo>
                  <a:close/>
                  <a:moveTo>
                    <a:pt x="110255" y="9244"/>
                  </a:moveTo>
                  <a:lnTo>
                    <a:pt x="104899" y="8305"/>
                  </a:lnTo>
                  <a:lnTo>
                    <a:pt x="79478" y="23815"/>
                  </a:lnTo>
                  <a:close/>
                  <a:moveTo>
                    <a:pt x="113016" y="8305"/>
                  </a:moveTo>
                  <a:lnTo>
                    <a:pt x="110255" y="9244"/>
                  </a:lnTo>
                  <a:lnTo>
                    <a:pt x="156429" y="1947"/>
                  </a:lnTo>
                  <a:close/>
                  <a:moveTo>
                    <a:pt x="156429" y="1947"/>
                  </a:moveTo>
                  <a:lnTo>
                    <a:pt x="110255" y="9244"/>
                  </a:lnTo>
                  <a:lnTo>
                    <a:pt x="79478" y="23815"/>
                  </a:lnTo>
                  <a:close/>
                  <a:moveTo>
                    <a:pt x="156429" y="1947"/>
                  </a:moveTo>
                  <a:lnTo>
                    <a:pt x="79478" y="23815"/>
                  </a:lnTo>
                  <a:lnTo>
                    <a:pt x="125113" y="19762"/>
                  </a:lnTo>
                  <a:close/>
                  <a:moveTo>
                    <a:pt x="104899" y="8305"/>
                  </a:moveTo>
                  <a:lnTo>
                    <a:pt x="110255" y="9244"/>
                  </a:lnTo>
                  <a:lnTo>
                    <a:pt x="111459" y="8487"/>
                  </a:lnTo>
                  <a:close/>
                  <a:moveTo>
                    <a:pt x="113016" y="8305"/>
                  </a:moveTo>
                  <a:lnTo>
                    <a:pt x="111459" y="8487"/>
                  </a:lnTo>
                  <a:lnTo>
                    <a:pt x="110255" y="9244"/>
                  </a:lnTo>
                  <a:close/>
                  <a:moveTo>
                    <a:pt x="191989" y="0"/>
                  </a:moveTo>
                  <a:lnTo>
                    <a:pt x="113016" y="8305"/>
                  </a:lnTo>
                  <a:lnTo>
                    <a:pt x="163192" y="4190"/>
                  </a:lnTo>
                  <a:close/>
                  <a:moveTo>
                    <a:pt x="163192" y="4190"/>
                  </a:moveTo>
                  <a:lnTo>
                    <a:pt x="113016" y="8305"/>
                  </a:lnTo>
                  <a:lnTo>
                    <a:pt x="156429" y="194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87" name="Output_density__4186">
              <a:extLst>
                <a:ext uri="{FF2B5EF4-FFF2-40B4-BE49-F238E27FC236}">
                  <a16:creationId xmlns:a16="http://schemas.microsoft.com/office/drawing/2014/main" id="{89DD7FC6-ACB2-8491-9D2A-E013D447D2C5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368109"/>
              <a:ext cx="1413907" cy="1221125"/>
            </a:xfrm>
            <a:custGeom>
              <a:avLst/>
              <a:gdLst/>
              <a:ahLst/>
              <a:cxnLst/>
              <a:rect l="0" t="0" r="0" b="0"/>
              <a:pathLst>
                <a:path w="1413907" h="1221125">
                  <a:moveTo>
                    <a:pt x="3581" y="718816"/>
                  </a:moveTo>
                  <a:lnTo>
                    <a:pt x="0" y="728963"/>
                  </a:lnTo>
                  <a:lnTo>
                    <a:pt x="18047" y="739626"/>
                  </a:lnTo>
                  <a:close/>
                  <a:moveTo>
                    <a:pt x="3528" y="685340"/>
                  </a:moveTo>
                  <a:lnTo>
                    <a:pt x="0" y="728963"/>
                  </a:lnTo>
                  <a:lnTo>
                    <a:pt x="3581" y="718816"/>
                  </a:lnTo>
                  <a:close/>
                  <a:moveTo>
                    <a:pt x="24394" y="694722"/>
                  </a:moveTo>
                  <a:lnTo>
                    <a:pt x="3581" y="718816"/>
                  </a:lnTo>
                  <a:lnTo>
                    <a:pt x="18047" y="739626"/>
                  </a:lnTo>
                  <a:close/>
                  <a:moveTo>
                    <a:pt x="3581" y="718816"/>
                  </a:moveTo>
                  <a:lnTo>
                    <a:pt x="1966" y="664623"/>
                  </a:lnTo>
                  <a:lnTo>
                    <a:pt x="3528" y="685340"/>
                  </a:lnTo>
                  <a:close/>
                  <a:moveTo>
                    <a:pt x="2458" y="667280"/>
                  </a:moveTo>
                  <a:lnTo>
                    <a:pt x="3528" y="685340"/>
                  </a:lnTo>
                  <a:lnTo>
                    <a:pt x="1966" y="664623"/>
                  </a:lnTo>
                  <a:close/>
                  <a:moveTo>
                    <a:pt x="498041" y="1210088"/>
                  </a:moveTo>
                  <a:lnTo>
                    <a:pt x="478596" y="1170434"/>
                  </a:lnTo>
                  <a:lnTo>
                    <a:pt x="493420" y="1221125"/>
                  </a:lnTo>
                  <a:close/>
                  <a:moveTo>
                    <a:pt x="498041" y="1210088"/>
                  </a:moveTo>
                  <a:lnTo>
                    <a:pt x="475484" y="1158551"/>
                  </a:lnTo>
                  <a:lnTo>
                    <a:pt x="478596" y="1170434"/>
                  </a:lnTo>
                  <a:close/>
                  <a:moveTo>
                    <a:pt x="475484" y="1158551"/>
                  </a:moveTo>
                  <a:lnTo>
                    <a:pt x="498041" y="1210088"/>
                  </a:lnTo>
                  <a:lnTo>
                    <a:pt x="533889" y="1185994"/>
                  </a:lnTo>
                  <a:close/>
                  <a:moveTo>
                    <a:pt x="497459" y="1134458"/>
                  </a:moveTo>
                  <a:lnTo>
                    <a:pt x="452930" y="1090575"/>
                  </a:lnTo>
                  <a:lnTo>
                    <a:pt x="448860" y="1107015"/>
                  </a:lnTo>
                  <a:close/>
                  <a:moveTo>
                    <a:pt x="497459" y="1134458"/>
                  </a:moveTo>
                  <a:lnTo>
                    <a:pt x="448860" y="1107015"/>
                  </a:lnTo>
                  <a:lnTo>
                    <a:pt x="475484" y="1158551"/>
                  </a:lnTo>
                  <a:close/>
                  <a:moveTo>
                    <a:pt x="236583" y="722165"/>
                  </a:moveTo>
                  <a:lnTo>
                    <a:pt x="225513" y="785058"/>
                  </a:lnTo>
                  <a:lnTo>
                    <a:pt x="229861" y="737734"/>
                  </a:lnTo>
                  <a:close/>
                  <a:moveTo>
                    <a:pt x="142920" y="722254"/>
                  </a:moveTo>
                  <a:lnTo>
                    <a:pt x="197649" y="670628"/>
                  </a:lnTo>
                  <a:lnTo>
                    <a:pt x="147184" y="685270"/>
                  </a:lnTo>
                  <a:close/>
                  <a:moveTo>
                    <a:pt x="191801" y="730335"/>
                  </a:moveTo>
                  <a:lnTo>
                    <a:pt x="219917" y="700554"/>
                  </a:lnTo>
                  <a:lnTo>
                    <a:pt x="142920" y="722254"/>
                  </a:lnTo>
                  <a:close/>
                  <a:moveTo>
                    <a:pt x="592443" y="1115861"/>
                  </a:moveTo>
                  <a:lnTo>
                    <a:pt x="556606" y="1085995"/>
                  </a:lnTo>
                  <a:lnTo>
                    <a:pt x="537133" y="1060102"/>
                  </a:lnTo>
                  <a:close/>
                  <a:moveTo>
                    <a:pt x="556606" y="1085995"/>
                  </a:moveTo>
                  <a:lnTo>
                    <a:pt x="592443" y="1115861"/>
                  </a:lnTo>
                  <a:lnTo>
                    <a:pt x="644710" y="1105824"/>
                  </a:lnTo>
                  <a:close/>
                  <a:moveTo>
                    <a:pt x="290853" y="769919"/>
                  </a:moveTo>
                  <a:lnTo>
                    <a:pt x="291088" y="791975"/>
                  </a:lnTo>
                  <a:lnTo>
                    <a:pt x="338419" y="749608"/>
                  </a:lnTo>
                  <a:close/>
                  <a:moveTo>
                    <a:pt x="257158" y="759331"/>
                  </a:moveTo>
                  <a:lnTo>
                    <a:pt x="309221" y="724872"/>
                  </a:lnTo>
                  <a:lnTo>
                    <a:pt x="236583" y="722165"/>
                  </a:lnTo>
                  <a:close/>
                  <a:moveTo>
                    <a:pt x="236583" y="722165"/>
                  </a:moveTo>
                  <a:lnTo>
                    <a:pt x="309221" y="724872"/>
                  </a:lnTo>
                  <a:lnTo>
                    <a:pt x="282809" y="698071"/>
                  </a:lnTo>
                  <a:close/>
                  <a:moveTo>
                    <a:pt x="290853" y="769919"/>
                  </a:moveTo>
                  <a:lnTo>
                    <a:pt x="338419" y="749608"/>
                  </a:lnTo>
                  <a:lnTo>
                    <a:pt x="309221" y="724872"/>
                  </a:lnTo>
                  <a:close/>
                  <a:moveTo>
                    <a:pt x="282809" y="698071"/>
                  </a:moveTo>
                  <a:lnTo>
                    <a:pt x="249408" y="675916"/>
                  </a:lnTo>
                  <a:lnTo>
                    <a:pt x="219917" y="700554"/>
                  </a:lnTo>
                  <a:close/>
                  <a:moveTo>
                    <a:pt x="211148" y="646534"/>
                  </a:moveTo>
                  <a:lnTo>
                    <a:pt x="219917" y="700554"/>
                  </a:lnTo>
                  <a:lnTo>
                    <a:pt x="249408" y="675916"/>
                  </a:lnTo>
                  <a:close/>
                  <a:moveTo>
                    <a:pt x="437931" y="852681"/>
                  </a:moveTo>
                  <a:lnTo>
                    <a:pt x="500749" y="838710"/>
                  </a:lnTo>
                  <a:lnTo>
                    <a:pt x="436410" y="851056"/>
                  </a:lnTo>
                  <a:close/>
                  <a:moveTo>
                    <a:pt x="766653" y="942595"/>
                  </a:moveTo>
                  <a:lnTo>
                    <a:pt x="761744" y="959103"/>
                  </a:lnTo>
                  <a:lnTo>
                    <a:pt x="776847" y="883472"/>
                  </a:lnTo>
                  <a:close/>
                  <a:moveTo>
                    <a:pt x="776847" y="883472"/>
                  </a:moveTo>
                  <a:lnTo>
                    <a:pt x="761744" y="959103"/>
                  </a:lnTo>
                  <a:lnTo>
                    <a:pt x="773729" y="935009"/>
                  </a:lnTo>
                  <a:close/>
                  <a:moveTo>
                    <a:pt x="823900" y="828648"/>
                  </a:moveTo>
                  <a:lnTo>
                    <a:pt x="860835" y="850250"/>
                  </a:lnTo>
                  <a:lnTo>
                    <a:pt x="825499" y="807842"/>
                  </a:lnTo>
                  <a:close/>
                  <a:moveTo>
                    <a:pt x="780610" y="763116"/>
                  </a:moveTo>
                  <a:lnTo>
                    <a:pt x="825499" y="807842"/>
                  </a:lnTo>
                  <a:lnTo>
                    <a:pt x="791721" y="766523"/>
                  </a:lnTo>
                  <a:close/>
                  <a:moveTo>
                    <a:pt x="780610" y="763116"/>
                  </a:moveTo>
                  <a:lnTo>
                    <a:pt x="823900" y="828648"/>
                  </a:lnTo>
                  <a:lnTo>
                    <a:pt x="825499" y="807842"/>
                  </a:lnTo>
                  <a:close/>
                  <a:moveTo>
                    <a:pt x="762980" y="704768"/>
                  </a:moveTo>
                  <a:lnTo>
                    <a:pt x="767667" y="676587"/>
                  </a:lnTo>
                  <a:lnTo>
                    <a:pt x="696872" y="677326"/>
                  </a:lnTo>
                  <a:close/>
                  <a:moveTo>
                    <a:pt x="782129" y="756305"/>
                  </a:moveTo>
                  <a:lnTo>
                    <a:pt x="780610" y="763116"/>
                  </a:lnTo>
                  <a:lnTo>
                    <a:pt x="791721" y="766523"/>
                  </a:lnTo>
                  <a:close/>
                  <a:moveTo>
                    <a:pt x="825499" y="807842"/>
                  </a:moveTo>
                  <a:lnTo>
                    <a:pt x="872651" y="783748"/>
                  </a:lnTo>
                  <a:lnTo>
                    <a:pt x="791721" y="766523"/>
                  </a:lnTo>
                  <a:close/>
                  <a:moveTo>
                    <a:pt x="761140" y="680674"/>
                  </a:moveTo>
                  <a:lnTo>
                    <a:pt x="767667" y="676587"/>
                  </a:lnTo>
                  <a:lnTo>
                    <a:pt x="762980" y="704768"/>
                  </a:lnTo>
                  <a:close/>
                  <a:moveTo>
                    <a:pt x="884735" y="779190"/>
                  </a:moveTo>
                  <a:lnTo>
                    <a:pt x="935222" y="776127"/>
                  </a:lnTo>
                  <a:lnTo>
                    <a:pt x="924528" y="722079"/>
                  </a:lnTo>
                  <a:close/>
                  <a:moveTo>
                    <a:pt x="1181653" y="787097"/>
                  </a:moveTo>
                  <a:lnTo>
                    <a:pt x="1163689" y="805059"/>
                  </a:lnTo>
                  <a:lnTo>
                    <a:pt x="1186852" y="791091"/>
                  </a:lnTo>
                  <a:close/>
                  <a:moveTo>
                    <a:pt x="1181653" y="787097"/>
                  </a:moveTo>
                  <a:lnTo>
                    <a:pt x="1186852" y="791091"/>
                  </a:lnTo>
                  <a:lnTo>
                    <a:pt x="1192443" y="781683"/>
                  </a:lnTo>
                  <a:close/>
                  <a:moveTo>
                    <a:pt x="1139177" y="735560"/>
                  </a:moveTo>
                  <a:lnTo>
                    <a:pt x="1192443" y="781683"/>
                  </a:lnTo>
                  <a:lnTo>
                    <a:pt x="1199139" y="713496"/>
                  </a:lnTo>
                  <a:close/>
                  <a:moveTo>
                    <a:pt x="1186852" y="791091"/>
                  </a:moveTo>
                  <a:lnTo>
                    <a:pt x="1226164" y="763003"/>
                  </a:lnTo>
                  <a:lnTo>
                    <a:pt x="1192443" y="781683"/>
                  </a:lnTo>
                  <a:close/>
                  <a:moveTo>
                    <a:pt x="1272972" y="803504"/>
                  </a:moveTo>
                  <a:lnTo>
                    <a:pt x="1226164" y="763003"/>
                  </a:lnTo>
                  <a:lnTo>
                    <a:pt x="1186852" y="791091"/>
                  </a:lnTo>
                  <a:close/>
                  <a:moveTo>
                    <a:pt x="1142257" y="684023"/>
                  </a:moveTo>
                  <a:lnTo>
                    <a:pt x="1139177" y="735560"/>
                  </a:lnTo>
                  <a:lnTo>
                    <a:pt x="1199139" y="713496"/>
                  </a:lnTo>
                  <a:close/>
                  <a:moveTo>
                    <a:pt x="1068296" y="632487"/>
                  </a:moveTo>
                  <a:lnTo>
                    <a:pt x="1107257" y="668173"/>
                  </a:lnTo>
                  <a:lnTo>
                    <a:pt x="1123604" y="611437"/>
                  </a:lnTo>
                  <a:close/>
                  <a:moveTo>
                    <a:pt x="1067078" y="556856"/>
                  </a:moveTo>
                  <a:lnTo>
                    <a:pt x="1068296" y="632487"/>
                  </a:lnTo>
                  <a:lnTo>
                    <a:pt x="1125449" y="601291"/>
                  </a:lnTo>
                  <a:close/>
                  <a:moveTo>
                    <a:pt x="1058664" y="580950"/>
                  </a:moveTo>
                  <a:lnTo>
                    <a:pt x="1068296" y="632487"/>
                  </a:lnTo>
                  <a:lnTo>
                    <a:pt x="1067078" y="556856"/>
                  </a:lnTo>
                  <a:close/>
                  <a:moveTo>
                    <a:pt x="755185" y="196100"/>
                  </a:moveTo>
                  <a:lnTo>
                    <a:pt x="766661" y="209771"/>
                  </a:lnTo>
                  <a:lnTo>
                    <a:pt x="790805" y="223498"/>
                  </a:lnTo>
                  <a:close/>
                  <a:moveTo>
                    <a:pt x="1067078" y="556856"/>
                  </a:moveTo>
                  <a:lnTo>
                    <a:pt x="1125449" y="601291"/>
                  </a:lnTo>
                  <a:lnTo>
                    <a:pt x="1124654" y="532762"/>
                  </a:lnTo>
                  <a:close/>
                  <a:moveTo>
                    <a:pt x="1089619" y="505319"/>
                  </a:moveTo>
                  <a:lnTo>
                    <a:pt x="1067078" y="556856"/>
                  </a:lnTo>
                  <a:lnTo>
                    <a:pt x="1124654" y="532762"/>
                  </a:lnTo>
                  <a:close/>
                  <a:moveTo>
                    <a:pt x="776632" y="170506"/>
                  </a:moveTo>
                  <a:lnTo>
                    <a:pt x="797926" y="184353"/>
                  </a:lnTo>
                  <a:lnTo>
                    <a:pt x="822990" y="169154"/>
                  </a:lnTo>
                  <a:close/>
                  <a:moveTo>
                    <a:pt x="845126" y="120469"/>
                  </a:moveTo>
                  <a:lnTo>
                    <a:pt x="797926" y="184353"/>
                  </a:lnTo>
                  <a:lnTo>
                    <a:pt x="822995" y="172006"/>
                  </a:lnTo>
                  <a:close/>
                  <a:moveTo>
                    <a:pt x="1216780" y="687372"/>
                  </a:moveTo>
                  <a:lnTo>
                    <a:pt x="1201335" y="648967"/>
                  </a:lnTo>
                  <a:lnTo>
                    <a:pt x="1205304" y="708484"/>
                  </a:lnTo>
                  <a:close/>
                  <a:moveTo>
                    <a:pt x="1315555" y="518236"/>
                  </a:moveTo>
                  <a:lnTo>
                    <a:pt x="1399654" y="523091"/>
                  </a:lnTo>
                  <a:lnTo>
                    <a:pt x="1343385" y="487388"/>
                  </a:lnTo>
                  <a:close/>
                  <a:moveTo>
                    <a:pt x="1341652" y="484574"/>
                  </a:moveTo>
                  <a:lnTo>
                    <a:pt x="1315555" y="518236"/>
                  </a:lnTo>
                  <a:lnTo>
                    <a:pt x="1343385" y="487388"/>
                  </a:lnTo>
                  <a:close/>
                  <a:moveTo>
                    <a:pt x="1341652" y="484574"/>
                  </a:moveTo>
                  <a:lnTo>
                    <a:pt x="1300801" y="508668"/>
                  </a:lnTo>
                  <a:lnTo>
                    <a:pt x="1315555" y="518236"/>
                  </a:lnTo>
                  <a:close/>
                  <a:moveTo>
                    <a:pt x="1282795" y="457132"/>
                  </a:moveTo>
                  <a:lnTo>
                    <a:pt x="1341652" y="484574"/>
                  </a:lnTo>
                  <a:lnTo>
                    <a:pt x="1298840" y="433038"/>
                  </a:lnTo>
                  <a:close/>
                  <a:moveTo>
                    <a:pt x="1298840" y="433038"/>
                  </a:moveTo>
                  <a:lnTo>
                    <a:pt x="1344245" y="483263"/>
                  </a:lnTo>
                  <a:lnTo>
                    <a:pt x="1349171" y="416516"/>
                  </a:lnTo>
                  <a:close/>
                  <a:moveTo>
                    <a:pt x="1298840" y="433038"/>
                  </a:moveTo>
                  <a:lnTo>
                    <a:pt x="1341652" y="484574"/>
                  </a:lnTo>
                  <a:lnTo>
                    <a:pt x="1344245" y="483263"/>
                  </a:lnTo>
                  <a:close/>
                  <a:moveTo>
                    <a:pt x="1413907" y="464611"/>
                  </a:moveTo>
                  <a:lnTo>
                    <a:pt x="1343385" y="487388"/>
                  </a:lnTo>
                  <a:lnTo>
                    <a:pt x="1399654" y="523091"/>
                  </a:lnTo>
                  <a:close/>
                  <a:moveTo>
                    <a:pt x="1344245" y="483263"/>
                  </a:moveTo>
                  <a:lnTo>
                    <a:pt x="1413907" y="464611"/>
                  </a:lnTo>
                  <a:lnTo>
                    <a:pt x="1397961" y="414833"/>
                  </a:lnTo>
                  <a:close/>
                  <a:moveTo>
                    <a:pt x="1344245" y="483263"/>
                  </a:moveTo>
                  <a:lnTo>
                    <a:pt x="1397961" y="414833"/>
                  </a:lnTo>
                  <a:lnTo>
                    <a:pt x="1349171" y="416516"/>
                  </a:lnTo>
                  <a:close/>
                  <a:moveTo>
                    <a:pt x="1294082" y="360577"/>
                  </a:moveTo>
                  <a:lnTo>
                    <a:pt x="1276660" y="412593"/>
                  </a:lnTo>
                  <a:lnTo>
                    <a:pt x="1349171" y="416516"/>
                  </a:lnTo>
                  <a:close/>
                  <a:moveTo>
                    <a:pt x="1340607" y="360735"/>
                  </a:moveTo>
                  <a:lnTo>
                    <a:pt x="1294082" y="360577"/>
                  </a:lnTo>
                  <a:lnTo>
                    <a:pt x="1349171" y="416516"/>
                  </a:lnTo>
                  <a:close/>
                  <a:moveTo>
                    <a:pt x="1209316" y="329965"/>
                  </a:moveTo>
                  <a:lnTo>
                    <a:pt x="1247868" y="305871"/>
                  </a:lnTo>
                  <a:lnTo>
                    <a:pt x="1206375" y="324486"/>
                  </a:lnTo>
                  <a:close/>
                  <a:moveTo>
                    <a:pt x="1197463" y="254334"/>
                  </a:moveTo>
                  <a:lnTo>
                    <a:pt x="1179245" y="278428"/>
                  </a:lnTo>
                  <a:lnTo>
                    <a:pt x="1206375" y="324486"/>
                  </a:lnTo>
                  <a:close/>
                  <a:moveTo>
                    <a:pt x="1330057" y="51536"/>
                  </a:moveTo>
                  <a:lnTo>
                    <a:pt x="1313816" y="107034"/>
                  </a:lnTo>
                  <a:lnTo>
                    <a:pt x="1336383" y="56511"/>
                  </a:lnTo>
                  <a:close/>
                  <a:moveTo>
                    <a:pt x="1330057" y="51536"/>
                  </a:moveTo>
                  <a:lnTo>
                    <a:pt x="1333775" y="46760"/>
                  </a:lnTo>
                  <a:lnTo>
                    <a:pt x="1281173" y="75630"/>
                  </a:lnTo>
                  <a:close/>
                  <a:moveTo>
                    <a:pt x="1281173" y="75630"/>
                  </a:moveTo>
                  <a:lnTo>
                    <a:pt x="1333775" y="46760"/>
                  </a:lnTo>
                  <a:lnTo>
                    <a:pt x="1250132" y="19850"/>
                  </a:lnTo>
                  <a:close/>
                  <a:moveTo>
                    <a:pt x="1281173" y="75630"/>
                  </a:moveTo>
                  <a:lnTo>
                    <a:pt x="1250132" y="19850"/>
                  </a:lnTo>
                  <a:lnTo>
                    <a:pt x="1247784" y="34829"/>
                  </a:lnTo>
                  <a:close/>
                  <a:moveTo>
                    <a:pt x="1333775" y="46760"/>
                  </a:moveTo>
                  <a:lnTo>
                    <a:pt x="1339750" y="51536"/>
                  </a:lnTo>
                  <a:lnTo>
                    <a:pt x="1296113" y="20451"/>
                  </a:lnTo>
                  <a:close/>
                  <a:moveTo>
                    <a:pt x="1244035" y="20813"/>
                  </a:moveTo>
                  <a:lnTo>
                    <a:pt x="1236045" y="0"/>
                  </a:lnTo>
                  <a:lnTo>
                    <a:pt x="1250132" y="19850"/>
                  </a:lnTo>
                  <a:close/>
                  <a:moveTo>
                    <a:pt x="1330057" y="51536"/>
                  </a:moveTo>
                  <a:lnTo>
                    <a:pt x="1336383" y="56511"/>
                  </a:lnTo>
                  <a:lnTo>
                    <a:pt x="1339742" y="47724"/>
                  </a:lnTo>
                  <a:close/>
                  <a:moveTo>
                    <a:pt x="1333775" y="46760"/>
                  </a:moveTo>
                  <a:lnTo>
                    <a:pt x="1330057" y="51536"/>
                  </a:lnTo>
                  <a:lnTo>
                    <a:pt x="1339742" y="47724"/>
                  </a:lnTo>
                  <a:close/>
                  <a:moveTo>
                    <a:pt x="1339742" y="47724"/>
                  </a:moveTo>
                  <a:lnTo>
                    <a:pt x="1336383" y="56511"/>
                  </a:lnTo>
                  <a:lnTo>
                    <a:pt x="1339750" y="51536"/>
                  </a:lnTo>
                  <a:close/>
                  <a:moveTo>
                    <a:pt x="1339742" y="47724"/>
                  </a:moveTo>
                  <a:lnTo>
                    <a:pt x="1339750" y="51536"/>
                  </a:lnTo>
                  <a:lnTo>
                    <a:pt x="1333775" y="4676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88" name="Output_density__4187">
              <a:extLst>
                <a:ext uri="{FF2B5EF4-FFF2-40B4-BE49-F238E27FC236}">
                  <a16:creationId xmlns:a16="http://schemas.microsoft.com/office/drawing/2014/main" id="{BBCA59FF-20F1-D028-81CF-48A002CCAD87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419645"/>
              <a:ext cx="1421334" cy="1206528"/>
            </a:xfrm>
            <a:custGeom>
              <a:avLst/>
              <a:gdLst/>
              <a:ahLst/>
              <a:cxnLst/>
              <a:rect l="0" t="0" r="0" b="0"/>
              <a:pathLst>
                <a:path w="1421334" h="1206528">
                  <a:moveTo>
                    <a:pt x="66917" y="696131"/>
                  </a:moveTo>
                  <a:lnTo>
                    <a:pt x="18047" y="688090"/>
                  </a:lnTo>
                  <a:lnTo>
                    <a:pt x="0" y="677427"/>
                  </a:lnTo>
                  <a:close/>
                  <a:moveTo>
                    <a:pt x="512598" y="1179497"/>
                  </a:moveTo>
                  <a:lnTo>
                    <a:pt x="493420" y="1169589"/>
                  </a:lnTo>
                  <a:lnTo>
                    <a:pt x="528302" y="1198435"/>
                  </a:lnTo>
                  <a:close/>
                  <a:moveTo>
                    <a:pt x="411809" y="977342"/>
                  </a:moveTo>
                  <a:lnTo>
                    <a:pt x="399105" y="1020055"/>
                  </a:lnTo>
                  <a:lnTo>
                    <a:pt x="405865" y="1003942"/>
                  </a:lnTo>
                  <a:close/>
                  <a:moveTo>
                    <a:pt x="66917" y="696131"/>
                  </a:moveTo>
                  <a:lnTo>
                    <a:pt x="123556" y="715685"/>
                  </a:lnTo>
                  <a:lnTo>
                    <a:pt x="142920" y="670717"/>
                  </a:lnTo>
                  <a:close/>
                  <a:moveTo>
                    <a:pt x="18047" y="688090"/>
                  </a:moveTo>
                  <a:lnTo>
                    <a:pt x="66917" y="696131"/>
                  </a:lnTo>
                  <a:lnTo>
                    <a:pt x="97426" y="675299"/>
                  </a:lnTo>
                  <a:close/>
                  <a:moveTo>
                    <a:pt x="47459" y="663154"/>
                  </a:moveTo>
                  <a:lnTo>
                    <a:pt x="18047" y="688090"/>
                  </a:lnTo>
                  <a:lnTo>
                    <a:pt x="97426" y="675299"/>
                  </a:lnTo>
                  <a:close/>
                  <a:moveTo>
                    <a:pt x="475484" y="1107015"/>
                  </a:moveTo>
                  <a:lnTo>
                    <a:pt x="448860" y="1055479"/>
                  </a:lnTo>
                  <a:lnTo>
                    <a:pt x="452767" y="1077154"/>
                  </a:lnTo>
                  <a:close/>
                  <a:moveTo>
                    <a:pt x="399105" y="1020055"/>
                  </a:moveTo>
                  <a:lnTo>
                    <a:pt x="448860" y="1055479"/>
                  </a:lnTo>
                  <a:lnTo>
                    <a:pt x="424493" y="1024765"/>
                  </a:lnTo>
                  <a:close/>
                  <a:moveTo>
                    <a:pt x="405865" y="1003942"/>
                  </a:moveTo>
                  <a:lnTo>
                    <a:pt x="399105" y="1020055"/>
                  </a:lnTo>
                  <a:lnTo>
                    <a:pt x="424493" y="1024765"/>
                  </a:lnTo>
                  <a:close/>
                  <a:moveTo>
                    <a:pt x="512598" y="1179497"/>
                  </a:moveTo>
                  <a:lnTo>
                    <a:pt x="566548" y="1206528"/>
                  </a:lnTo>
                  <a:lnTo>
                    <a:pt x="590887" y="1162628"/>
                  </a:lnTo>
                  <a:close/>
                  <a:moveTo>
                    <a:pt x="424493" y="1024765"/>
                  </a:moveTo>
                  <a:lnTo>
                    <a:pt x="448860" y="1055479"/>
                  </a:lnTo>
                  <a:lnTo>
                    <a:pt x="452930" y="1039039"/>
                  </a:lnTo>
                  <a:close/>
                  <a:moveTo>
                    <a:pt x="405865" y="1003942"/>
                  </a:moveTo>
                  <a:lnTo>
                    <a:pt x="452930" y="1039039"/>
                  </a:lnTo>
                  <a:lnTo>
                    <a:pt x="399686" y="981600"/>
                  </a:lnTo>
                  <a:close/>
                  <a:moveTo>
                    <a:pt x="424493" y="1024765"/>
                  </a:moveTo>
                  <a:lnTo>
                    <a:pt x="452930" y="1039039"/>
                  </a:lnTo>
                  <a:lnTo>
                    <a:pt x="405865" y="1003942"/>
                  </a:lnTo>
                  <a:close/>
                  <a:moveTo>
                    <a:pt x="339556" y="881875"/>
                  </a:moveTo>
                  <a:lnTo>
                    <a:pt x="341350" y="840798"/>
                  </a:lnTo>
                  <a:lnTo>
                    <a:pt x="296053" y="849332"/>
                  </a:lnTo>
                  <a:close/>
                  <a:moveTo>
                    <a:pt x="287715" y="797796"/>
                  </a:moveTo>
                  <a:lnTo>
                    <a:pt x="296053" y="849332"/>
                  </a:lnTo>
                  <a:lnTo>
                    <a:pt x="309426" y="773702"/>
                  </a:lnTo>
                  <a:close/>
                  <a:moveTo>
                    <a:pt x="291088" y="740439"/>
                  </a:moveTo>
                  <a:lnTo>
                    <a:pt x="280195" y="727048"/>
                  </a:lnTo>
                  <a:lnTo>
                    <a:pt x="309426" y="773702"/>
                  </a:lnTo>
                  <a:close/>
                  <a:moveTo>
                    <a:pt x="309426" y="773702"/>
                  </a:moveTo>
                  <a:lnTo>
                    <a:pt x="280195" y="727048"/>
                  </a:lnTo>
                  <a:lnTo>
                    <a:pt x="272307" y="746259"/>
                  </a:lnTo>
                  <a:close/>
                  <a:moveTo>
                    <a:pt x="236583" y="670629"/>
                  </a:moveTo>
                  <a:lnTo>
                    <a:pt x="245045" y="703191"/>
                  </a:lnTo>
                  <a:lnTo>
                    <a:pt x="225513" y="733521"/>
                  </a:lnTo>
                  <a:close/>
                  <a:moveTo>
                    <a:pt x="225513" y="733521"/>
                  </a:moveTo>
                  <a:lnTo>
                    <a:pt x="245045" y="703191"/>
                  </a:lnTo>
                  <a:lnTo>
                    <a:pt x="280195" y="727048"/>
                  </a:lnTo>
                  <a:close/>
                  <a:moveTo>
                    <a:pt x="147184" y="633733"/>
                  </a:moveTo>
                  <a:lnTo>
                    <a:pt x="97426" y="675299"/>
                  </a:lnTo>
                  <a:lnTo>
                    <a:pt x="142920" y="670717"/>
                  </a:lnTo>
                  <a:close/>
                  <a:moveTo>
                    <a:pt x="197649" y="619092"/>
                  </a:moveTo>
                  <a:lnTo>
                    <a:pt x="174008" y="567556"/>
                  </a:lnTo>
                  <a:lnTo>
                    <a:pt x="147184" y="633733"/>
                  </a:lnTo>
                  <a:close/>
                  <a:moveTo>
                    <a:pt x="174008" y="567556"/>
                  </a:moveTo>
                  <a:lnTo>
                    <a:pt x="148500" y="569921"/>
                  </a:lnTo>
                  <a:lnTo>
                    <a:pt x="147184" y="633733"/>
                  </a:lnTo>
                  <a:close/>
                  <a:moveTo>
                    <a:pt x="108931" y="543637"/>
                  </a:moveTo>
                  <a:lnTo>
                    <a:pt x="141080" y="567556"/>
                  </a:lnTo>
                  <a:lnTo>
                    <a:pt x="148500" y="569921"/>
                  </a:lnTo>
                  <a:close/>
                  <a:moveTo>
                    <a:pt x="96992" y="538777"/>
                  </a:moveTo>
                  <a:lnTo>
                    <a:pt x="141080" y="567556"/>
                  </a:lnTo>
                  <a:lnTo>
                    <a:pt x="108931" y="543637"/>
                  </a:lnTo>
                  <a:close/>
                  <a:moveTo>
                    <a:pt x="537133" y="1008566"/>
                  </a:moveTo>
                  <a:lnTo>
                    <a:pt x="556606" y="1034459"/>
                  </a:lnTo>
                  <a:lnTo>
                    <a:pt x="553077" y="1031385"/>
                  </a:lnTo>
                  <a:close/>
                  <a:moveTo>
                    <a:pt x="515024" y="963797"/>
                  </a:moveTo>
                  <a:lnTo>
                    <a:pt x="537133" y="1008566"/>
                  </a:lnTo>
                  <a:lnTo>
                    <a:pt x="553077" y="1031385"/>
                  </a:lnTo>
                  <a:close/>
                  <a:moveTo>
                    <a:pt x="437931" y="801145"/>
                  </a:moveTo>
                  <a:lnTo>
                    <a:pt x="463186" y="859855"/>
                  </a:lnTo>
                  <a:lnTo>
                    <a:pt x="490974" y="828849"/>
                  </a:lnTo>
                  <a:close/>
                  <a:moveTo>
                    <a:pt x="257158" y="707794"/>
                  </a:moveTo>
                  <a:lnTo>
                    <a:pt x="291088" y="740439"/>
                  </a:lnTo>
                  <a:lnTo>
                    <a:pt x="290853" y="718383"/>
                  </a:lnTo>
                  <a:close/>
                  <a:moveTo>
                    <a:pt x="338419" y="698071"/>
                  </a:moveTo>
                  <a:lnTo>
                    <a:pt x="291088" y="740439"/>
                  </a:lnTo>
                  <a:lnTo>
                    <a:pt x="309426" y="773702"/>
                  </a:lnTo>
                  <a:close/>
                  <a:moveTo>
                    <a:pt x="290853" y="718383"/>
                  </a:moveTo>
                  <a:lnTo>
                    <a:pt x="309221" y="673336"/>
                  </a:lnTo>
                  <a:lnTo>
                    <a:pt x="257158" y="707794"/>
                  </a:lnTo>
                  <a:close/>
                  <a:moveTo>
                    <a:pt x="211148" y="594998"/>
                  </a:moveTo>
                  <a:lnTo>
                    <a:pt x="174008" y="567556"/>
                  </a:lnTo>
                  <a:lnTo>
                    <a:pt x="197649" y="619092"/>
                  </a:lnTo>
                  <a:close/>
                  <a:moveTo>
                    <a:pt x="182482" y="548830"/>
                  </a:moveTo>
                  <a:lnTo>
                    <a:pt x="141080" y="567556"/>
                  </a:lnTo>
                  <a:lnTo>
                    <a:pt x="168385" y="553755"/>
                  </a:lnTo>
                  <a:close/>
                  <a:moveTo>
                    <a:pt x="168385" y="553755"/>
                  </a:moveTo>
                  <a:lnTo>
                    <a:pt x="141080" y="567556"/>
                  </a:lnTo>
                  <a:lnTo>
                    <a:pt x="146109" y="509122"/>
                  </a:lnTo>
                  <a:close/>
                  <a:moveTo>
                    <a:pt x="437931" y="801145"/>
                  </a:moveTo>
                  <a:lnTo>
                    <a:pt x="490974" y="828849"/>
                  </a:lnTo>
                  <a:lnTo>
                    <a:pt x="500749" y="787174"/>
                  </a:lnTo>
                  <a:close/>
                  <a:moveTo>
                    <a:pt x="436410" y="799519"/>
                  </a:moveTo>
                  <a:lnTo>
                    <a:pt x="500749" y="787174"/>
                  </a:lnTo>
                  <a:lnTo>
                    <a:pt x="501707" y="734078"/>
                  </a:lnTo>
                  <a:close/>
                  <a:moveTo>
                    <a:pt x="346347" y="570904"/>
                  </a:moveTo>
                  <a:lnTo>
                    <a:pt x="330349" y="617429"/>
                  </a:lnTo>
                  <a:lnTo>
                    <a:pt x="353228" y="580169"/>
                  </a:lnTo>
                  <a:close/>
                  <a:moveTo>
                    <a:pt x="336241" y="622441"/>
                  </a:moveTo>
                  <a:lnTo>
                    <a:pt x="370024" y="591089"/>
                  </a:lnTo>
                  <a:lnTo>
                    <a:pt x="353228" y="580169"/>
                  </a:lnTo>
                  <a:close/>
                  <a:moveTo>
                    <a:pt x="432579" y="515398"/>
                  </a:moveTo>
                  <a:lnTo>
                    <a:pt x="476933" y="555565"/>
                  </a:lnTo>
                  <a:lnTo>
                    <a:pt x="486114" y="540876"/>
                  </a:lnTo>
                  <a:close/>
                  <a:moveTo>
                    <a:pt x="398394" y="519368"/>
                  </a:moveTo>
                  <a:lnTo>
                    <a:pt x="476933" y="555565"/>
                  </a:lnTo>
                  <a:lnTo>
                    <a:pt x="432579" y="515398"/>
                  </a:lnTo>
                  <a:close/>
                  <a:moveTo>
                    <a:pt x="386501" y="495274"/>
                  </a:moveTo>
                  <a:lnTo>
                    <a:pt x="398248" y="518808"/>
                  </a:lnTo>
                  <a:lnTo>
                    <a:pt x="432579" y="515398"/>
                  </a:lnTo>
                  <a:close/>
                  <a:moveTo>
                    <a:pt x="386501" y="495274"/>
                  </a:moveTo>
                  <a:lnTo>
                    <a:pt x="375504" y="443737"/>
                  </a:lnTo>
                  <a:lnTo>
                    <a:pt x="386341" y="465746"/>
                  </a:lnTo>
                  <a:close/>
                  <a:moveTo>
                    <a:pt x="720308" y="848108"/>
                  </a:moveTo>
                  <a:lnTo>
                    <a:pt x="718262" y="884810"/>
                  </a:lnTo>
                  <a:lnTo>
                    <a:pt x="743503" y="856030"/>
                  </a:lnTo>
                  <a:close/>
                  <a:moveTo>
                    <a:pt x="714251" y="790290"/>
                  </a:moveTo>
                  <a:lnTo>
                    <a:pt x="743503" y="856030"/>
                  </a:lnTo>
                  <a:lnTo>
                    <a:pt x="726756" y="804493"/>
                  </a:lnTo>
                  <a:close/>
                  <a:moveTo>
                    <a:pt x="720308" y="848108"/>
                  </a:moveTo>
                  <a:lnTo>
                    <a:pt x="743503" y="856030"/>
                  </a:lnTo>
                  <a:lnTo>
                    <a:pt x="714251" y="790290"/>
                  </a:lnTo>
                  <a:close/>
                  <a:moveTo>
                    <a:pt x="720308" y="848108"/>
                  </a:moveTo>
                  <a:lnTo>
                    <a:pt x="714251" y="790290"/>
                  </a:lnTo>
                  <a:lnTo>
                    <a:pt x="712306" y="831936"/>
                  </a:lnTo>
                  <a:close/>
                  <a:moveTo>
                    <a:pt x="664313" y="730163"/>
                  </a:moveTo>
                  <a:lnTo>
                    <a:pt x="714251" y="790290"/>
                  </a:lnTo>
                  <a:lnTo>
                    <a:pt x="687574" y="749235"/>
                  </a:lnTo>
                  <a:close/>
                  <a:moveTo>
                    <a:pt x="664313" y="730163"/>
                  </a:moveTo>
                  <a:lnTo>
                    <a:pt x="687574" y="749235"/>
                  </a:lnTo>
                  <a:lnTo>
                    <a:pt x="680065" y="741995"/>
                  </a:lnTo>
                  <a:close/>
                  <a:moveTo>
                    <a:pt x="549187" y="602020"/>
                  </a:moveTo>
                  <a:lnTo>
                    <a:pt x="612034" y="647180"/>
                  </a:lnTo>
                  <a:lnTo>
                    <a:pt x="636929" y="620495"/>
                  </a:lnTo>
                  <a:close/>
                  <a:moveTo>
                    <a:pt x="549187" y="602020"/>
                  </a:moveTo>
                  <a:lnTo>
                    <a:pt x="636929" y="620495"/>
                  </a:lnTo>
                  <a:lnTo>
                    <a:pt x="586139" y="605279"/>
                  </a:lnTo>
                  <a:close/>
                  <a:moveTo>
                    <a:pt x="545012" y="574253"/>
                  </a:moveTo>
                  <a:lnTo>
                    <a:pt x="549187" y="602020"/>
                  </a:lnTo>
                  <a:lnTo>
                    <a:pt x="586139" y="605279"/>
                  </a:lnTo>
                  <a:close/>
                  <a:moveTo>
                    <a:pt x="545012" y="574253"/>
                  </a:moveTo>
                  <a:lnTo>
                    <a:pt x="546664" y="598347"/>
                  </a:lnTo>
                  <a:lnTo>
                    <a:pt x="549187" y="602020"/>
                  </a:lnTo>
                  <a:close/>
                  <a:moveTo>
                    <a:pt x="516010" y="546810"/>
                  </a:moveTo>
                  <a:lnTo>
                    <a:pt x="546664" y="598347"/>
                  </a:lnTo>
                  <a:lnTo>
                    <a:pt x="545012" y="574253"/>
                  </a:lnTo>
                  <a:close/>
                  <a:moveTo>
                    <a:pt x="516010" y="546810"/>
                  </a:moveTo>
                  <a:lnTo>
                    <a:pt x="545012" y="574253"/>
                  </a:lnTo>
                  <a:lnTo>
                    <a:pt x="522262" y="522716"/>
                  </a:lnTo>
                  <a:close/>
                  <a:moveTo>
                    <a:pt x="516010" y="546810"/>
                  </a:moveTo>
                  <a:lnTo>
                    <a:pt x="522262" y="522716"/>
                  </a:lnTo>
                  <a:lnTo>
                    <a:pt x="486114" y="540876"/>
                  </a:lnTo>
                  <a:close/>
                  <a:moveTo>
                    <a:pt x="522262" y="522716"/>
                  </a:moveTo>
                  <a:lnTo>
                    <a:pt x="511778" y="501930"/>
                  </a:lnTo>
                  <a:lnTo>
                    <a:pt x="486114" y="540876"/>
                  </a:lnTo>
                  <a:close/>
                  <a:moveTo>
                    <a:pt x="437615" y="471180"/>
                  </a:moveTo>
                  <a:lnTo>
                    <a:pt x="386501" y="495274"/>
                  </a:lnTo>
                  <a:lnTo>
                    <a:pt x="432579" y="515398"/>
                  </a:lnTo>
                  <a:close/>
                  <a:moveTo>
                    <a:pt x="437615" y="471180"/>
                  </a:moveTo>
                  <a:lnTo>
                    <a:pt x="375504" y="443737"/>
                  </a:lnTo>
                  <a:lnTo>
                    <a:pt x="386501" y="495274"/>
                  </a:lnTo>
                  <a:close/>
                  <a:moveTo>
                    <a:pt x="432579" y="515398"/>
                  </a:moveTo>
                  <a:lnTo>
                    <a:pt x="486114" y="540876"/>
                  </a:lnTo>
                  <a:lnTo>
                    <a:pt x="511778" y="501930"/>
                  </a:lnTo>
                  <a:close/>
                  <a:moveTo>
                    <a:pt x="869303" y="830375"/>
                  </a:moveTo>
                  <a:lnTo>
                    <a:pt x="874022" y="831936"/>
                  </a:lnTo>
                  <a:lnTo>
                    <a:pt x="851775" y="817192"/>
                  </a:lnTo>
                  <a:close/>
                  <a:moveTo>
                    <a:pt x="869303" y="830375"/>
                  </a:moveTo>
                  <a:lnTo>
                    <a:pt x="873409" y="807842"/>
                  </a:lnTo>
                  <a:lnTo>
                    <a:pt x="882261" y="830390"/>
                  </a:lnTo>
                  <a:close/>
                  <a:moveTo>
                    <a:pt x="860835" y="798714"/>
                  </a:moveTo>
                  <a:lnTo>
                    <a:pt x="882261" y="830390"/>
                  </a:lnTo>
                  <a:lnTo>
                    <a:pt x="873409" y="807842"/>
                  </a:lnTo>
                  <a:close/>
                  <a:moveTo>
                    <a:pt x="823900" y="777111"/>
                  </a:moveTo>
                  <a:lnTo>
                    <a:pt x="882261" y="830390"/>
                  </a:lnTo>
                  <a:lnTo>
                    <a:pt x="860835" y="798714"/>
                  </a:lnTo>
                  <a:close/>
                  <a:moveTo>
                    <a:pt x="851775" y="817192"/>
                  </a:moveTo>
                  <a:lnTo>
                    <a:pt x="874022" y="831936"/>
                  </a:lnTo>
                  <a:lnTo>
                    <a:pt x="824236" y="796774"/>
                  </a:lnTo>
                  <a:close/>
                  <a:moveTo>
                    <a:pt x="782129" y="704769"/>
                  </a:moveTo>
                  <a:lnTo>
                    <a:pt x="747004" y="682698"/>
                  </a:lnTo>
                  <a:lnTo>
                    <a:pt x="780610" y="711580"/>
                  </a:lnTo>
                  <a:close/>
                  <a:moveTo>
                    <a:pt x="743174" y="677326"/>
                  </a:moveTo>
                  <a:lnTo>
                    <a:pt x="747004" y="682698"/>
                  </a:lnTo>
                  <a:lnTo>
                    <a:pt x="782129" y="704769"/>
                  </a:lnTo>
                  <a:close/>
                  <a:moveTo>
                    <a:pt x="762980" y="653232"/>
                  </a:moveTo>
                  <a:lnTo>
                    <a:pt x="743174" y="677326"/>
                  </a:lnTo>
                  <a:lnTo>
                    <a:pt x="782129" y="704769"/>
                  </a:lnTo>
                  <a:close/>
                  <a:moveTo>
                    <a:pt x="636929" y="620495"/>
                  </a:moveTo>
                  <a:lnTo>
                    <a:pt x="681102" y="610974"/>
                  </a:lnTo>
                  <a:lnTo>
                    <a:pt x="655173" y="553808"/>
                  </a:lnTo>
                  <a:close/>
                  <a:moveTo>
                    <a:pt x="511778" y="501930"/>
                  </a:moveTo>
                  <a:lnTo>
                    <a:pt x="522262" y="522716"/>
                  </a:lnTo>
                  <a:lnTo>
                    <a:pt x="519533" y="520931"/>
                  </a:lnTo>
                  <a:close/>
                  <a:moveTo>
                    <a:pt x="564020" y="397260"/>
                  </a:moveTo>
                  <a:lnTo>
                    <a:pt x="523003" y="369224"/>
                  </a:lnTo>
                  <a:lnTo>
                    <a:pt x="559640" y="395549"/>
                  </a:lnTo>
                  <a:close/>
                  <a:moveTo>
                    <a:pt x="567983" y="402499"/>
                  </a:moveTo>
                  <a:lnTo>
                    <a:pt x="564020" y="397260"/>
                  </a:lnTo>
                  <a:lnTo>
                    <a:pt x="559640" y="395549"/>
                  </a:lnTo>
                  <a:close/>
                  <a:moveTo>
                    <a:pt x="935222" y="724591"/>
                  </a:moveTo>
                  <a:lnTo>
                    <a:pt x="998999" y="710723"/>
                  </a:lnTo>
                  <a:lnTo>
                    <a:pt x="924528" y="670542"/>
                  </a:lnTo>
                  <a:close/>
                  <a:moveTo>
                    <a:pt x="998999" y="710723"/>
                  </a:moveTo>
                  <a:lnTo>
                    <a:pt x="1007095" y="732211"/>
                  </a:lnTo>
                  <a:lnTo>
                    <a:pt x="965883" y="707217"/>
                  </a:lnTo>
                  <a:close/>
                  <a:moveTo>
                    <a:pt x="1139177" y="684024"/>
                  </a:moveTo>
                  <a:lnTo>
                    <a:pt x="1181653" y="735560"/>
                  </a:lnTo>
                  <a:lnTo>
                    <a:pt x="1192443" y="730146"/>
                  </a:lnTo>
                  <a:close/>
                  <a:moveTo>
                    <a:pt x="1245231" y="783146"/>
                  </a:moveTo>
                  <a:lnTo>
                    <a:pt x="1272972" y="751967"/>
                  </a:lnTo>
                  <a:lnTo>
                    <a:pt x="1186852" y="739555"/>
                  </a:lnTo>
                  <a:close/>
                  <a:moveTo>
                    <a:pt x="1123604" y="559901"/>
                  </a:moveTo>
                  <a:lnTo>
                    <a:pt x="1107257" y="616637"/>
                  </a:lnTo>
                  <a:lnTo>
                    <a:pt x="1156686" y="556857"/>
                  </a:lnTo>
                  <a:close/>
                  <a:moveTo>
                    <a:pt x="1068296" y="580951"/>
                  </a:moveTo>
                  <a:lnTo>
                    <a:pt x="1123604" y="559901"/>
                  </a:lnTo>
                  <a:lnTo>
                    <a:pt x="1125449" y="549754"/>
                  </a:lnTo>
                  <a:close/>
                  <a:moveTo>
                    <a:pt x="1124654" y="481226"/>
                  </a:moveTo>
                  <a:lnTo>
                    <a:pt x="1125449" y="549754"/>
                  </a:lnTo>
                  <a:lnTo>
                    <a:pt x="1147476" y="497212"/>
                  </a:lnTo>
                  <a:close/>
                  <a:moveTo>
                    <a:pt x="1118603" y="556857"/>
                  </a:moveTo>
                  <a:lnTo>
                    <a:pt x="1066943" y="505690"/>
                  </a:lnTo>
                  <a:lnTo>
                    <a:pt x="1101320" y="540034"/>
                  </a:lnTo>
                  <a:close/>
                  <a:moveTo>
                    <a:pt x="1089619" y="453783"/>
                  </a:moveTo>
                  <a:lnTo>
                    <a:pt x="1124654" y="481226"/>
                  </a:lnTo>
                  <a:lnTo>
                    <a:pt x="1089374" y="429689"/>
                  </a:lnTo>
                  <a:close/>
                  <a:moveTo>
                    <a:pt x="836702" y="168885"/>
                  </a:moveTo>
                  <a:lnTo>
                    <a:pt x="869858" y="157950"/>
                  </a:lnTo>
                  <a:lnTo>
                    <a:pt x="790805" y="171962"/>
                  </a:lnTo>
                  <a:close/>
                  <a:moveTo>
                    <a:pt x="1152920" y="473324"/>
                  </a:moveTo>
                  <a:lnTo>
                    <a:pt x="1147476" y="497212"/>
                  </a:lnTo>
                  <a:lnTo>
                    <a:pt x="1197356" y="475180"/>
                  </a:lnTo>
                  <a:close/>
                  <a:moveTo>
                    <a:pt x="958471" y="147912"/>
                  </a:moveTo>
                  <a:lnTo>
                    <a:pt x="948434" y="142156"/>
                  </a:lnTo>
                  <a:lnTo>
                    <a:pt x="920121" y="171200"/>
                  </a:lnTo>
                  <a:close/>
                  <a:moveTo>
                    <a:pt x="869858" y="157950"/>
                  </a:moveTo>
                  <a:lnTo>
                    <a:pt x="920121" y="171200"/>
                  </a:lnTo>
                  <a:lnTo>
                    <a:pt x="948434" y="142156"/>
                  </a:lnTo>
                  <a:close/>
                  <a:moveTo>
                    <a:pt x="1315555" y="466700"/>
                  </a:moveTo>
                  <a:lnTo>
                    <a:pt x="1393217" y="492639"/>
                  </a:lnTo>
                  <a:lnTo>
                    <a:pt x="1399654" y="471555"/>
                  </a:lnTo>
                  <a:close/>
                  <a:moveTo>
                    <a:pt x="1298840" y="381501"/>
                  </a:moveTo>
                  <a:lnTo>
                    <a:pt x="1253723" y="341852"/>
                  </a:lnTo>
                  <a:lnTo>
                    <a:pt x="1270460" y="354059"/>
                  </a:lnTo>
                  <a:close/>
                  <a:moveTo>
                    <a:pt x="1180229" y="238133"/>
                  </a:moveTo>
                  <a:lnTo>
                    <a:pt x="1209316" y="278428"/>
                  </a:lnTo>
                  <a:lnTo>
                    <a:pt x="1206375" y="272949"/>
                  </a:lnTo>
                  <a:close/>
                  <a:moveTo>
                    <a:pt x="1179245" y="226892"/>
                  </a:moveTo>
                  <a:lnTo>
                    <a:pt x="1180229" y="238133"/>
                  </a:lnTo>
                  <a:lnTo>
                    <a:pt x="1206375" y="272949"/>
                  </a:lnTo>
                  <a:close/>
                  <a:moveTo>
                    <a:pt x="1399654" y="471555"/>
                  </a:moveTo>
                  <a:lnTo>
                    <a:pt x="1421334" y="433038"/>
                  </a:lnTo>
                  <a:lnTo>
                    <a:pt x="1413907" y="413075"/>
                  </a:lnTo>
                  <a:close/>
                  <a:moveTo>
                    <a:pt x="1397961" y="363296"/>
                  </a:moveTo>
                  <a:lnTo>
                    <a:pt x="1413907" y="413075"/>
                  </a:lnTo>
                  <a:lnTo>
                    <a:pt x="1421334" y="433038"/>
                  </a:lnTo>
                  <a:close/>
                  <a:moveTo>
                    <a:pt x="1349171" y="364979"/>
                  </a:moveTo>
                  <a:lnTo>
                    <a:pt x="1276660" y="361057"/>
                  </a:lnTo>
                  <a:lnTo>
                    <a:pt x="1298840" y="381501"/>
                  </a:lnTo>
                  <a:close/>
                  <a:moveTo>
                    <a:pt x="1349171" y="364979"/>
                  </a:moveTo>
                  <a:lnTo>
                    <a:pt x="1397961" y="363296"/>
                  </a:lnTo>
                  <a:lnTo>
                    <a:pt x="1367132" y="325617"/>
                  </a:lnTo>
                  <a:close/>
                  <a:moveTo>
                    <a:pt x="1349171" y="364979"/>
                  </a:moveTo>
                  <a:lnTo>
                    <a:pt x="1367132" y="325617"/>
                  </a:lnTo>
                  <a:lnTo>
                    <a:pt x="1340607" y="309199"/>
                  </a:lnTo>
                  <a:close/>
                  <a:moveTo>
                    <a:pt x="1323599" y="260283"/>
                  </a:moveTo>
                  <a:lnTo>
                    <a:pt x="1296035" y="298595"/>
                  </a:lnTo>
                  <a:lnTo>
                    <a:pt x="1294082" y="309041"/>
                  </a:lnTo>
                  <a:close/>
                  <a:moveTo>
                    <a:pt x="1197463" y="202798"/>
                  </a:moveTo>
                  <a:lnTo>
                    <a:pt x="1137821" y="171885"/>
                  </a:lnTo>
                  <a:lnTo>
                    <a:pt x="1147447" y="175355"/>
                  </a:lnTo>
                  <a:close/>
                  <a:moveTo>
                    <a:pt x="1197463" y="202798"/>
                  </a:moveTo>
                  <a:lnTo>
                    <a:pt x="1147447" y="175355"/>
                  </a:lnTo>
                  <a:lnTo>
                    <a:pt x="1179245" y="226892"/>
                  </a:lnTo>
                  <a:close/>
                  <a:moveTo>
                    <a:pt x="1330057" y="0"/>
                  </a:moveTo>
                  <a:lnTo>
                    <a:pt x="1281173" y="24094"/>
                  </a:lnTo>
                  <a:lnTo>
                    <a:pt x="1313816" y="55498"/>
                  </a:lnTo>
                  <a:close/>
                  <a:moveTo>
                    <a:pt x="1336383" y="4975"/>
                  </a:moveTo>
                  <a:lnTo>
                    <a:pt x="1354817" y="21914"/>
                  </a:lnTo>
                  <a:lnTo>
                    <a:pt x="1339750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89" name="Output_density__4188">
              <a:extLst>
                <a:ext uri="{FF2B5EF4-FFF2-40B4-BE49-F238E27FC236}">
                  <a16:creationId xmlns:a16="http://schemas.microsoft.com/office/drawing/2014/main" id="{10904A33-906D-E138-E501-C952764F5796}"/>
                </a:ext>
              </a:extLst>
            </p:cNvPr>
            <p:cNvSpPr>
              <a:spLocks noGrp="1"/>
            </p:cNvSpPr>
            <p:nvPr/>
          </p:nvSpPr>
          <p:spPr>
            <a:xfrm>
              <a:off x="15442597" y="3567557"/>
              <a:ext cx="1300215" cy="1058616"/>
            </a:xfrm>
            <a:custGeom>
              <a:avLst/>
              <a:gdLst/>
              <a:ahLst/>
              <a:cxnLst/>
              <a:rect l="0" t="0" r="0" b="0"/>
              <a:pathLst>
                <a:path w="1300215" h="1058616">
                  <a:moveTo>
                    <a:pt x="499630" y="1058616"/>
                  </a:moveTo>
                  <a:lnTo>
                    <a:pt x="445681" y="1031584"/>
                  </a:lnTo>
                  <a:lnTo>
                    <a:pt x="461385" y="1050523"/>
                  </a:lnTo>
                  <a:close/>
                  <a:moveTo>
                    <a:pt x="0" y="548219"/>
                  </a:moveTo>
                  <a:lnTo>
                    <a:pt x="76003" y="522805"/>
                  </a:lnTo>
                  <a:lnTo>
                    <a:pt x="30509" y="527386"/>
                  </a:lnTo>
                  <a:close/>
                  <a:moveTo>
                    <a:pt x="523969" y="1014716"/>
                  </a:moveTo>
                  <a:lnTo>
                    <a:pt x="499630" y="1058616"/>
                  </a:lnTo>
                  <a:lnTo>
                    <a:pt x="573920" y="1026797"/>
                  </a:lnTo>
                  <a:close/>
                  <a:moveTo>
                    <a:pt x="229136" y="701420"/>
                  </a:moveTo>
                  <a:lnTo>
                    <a:pt x="274433" y="692886"/>
                  </a:lnTo>
                  <a:lnTo>
                    <a:pt x="285595" y="647504"/>
                  </a:lnTo>
                  <a:close/>
                  <a:moveTo>
                    <a:pt x="242509" y="625789"/>
                  </a:moveTo>
                  <a:lnTo>
                    <a:pt x="229136" y="701420"/>
                  </a:lnTo>
                  <a:lnTo>
                    <a:pt x="285595" y="647504"/>
                  </a:lnTo>
                  <a:close/>
                  <a:moveTo>
                    <a:pt x="42963" y="478166"/>
                  </a:moveTo>
                  <a:lnTo>
                    <a:pt x="30509" y="527386"/>
                  </a:lnTo>
                  <a:lnTo>
                    <a:pt x="80267" y="485821"/>
                  </a:lnTo>
                  <a:close/>
                  <a:moveTo>
                    <a:pt x="74163" y="419643"/>
                  </a:moveTo>
                  <a:lnTo>
                    <a:pt x="46798" y="453389"/>
                  </a:lnTo>
                  <a:lnTo>
                    <a:pt x="81583" y="422008"/>
                  </a:lnTo>
                  <a:close/>
                  <a:moveTo>
                    <a:pt x="81583" y="422008"/>
                  </a:moveTo>
                  <a:lnTo>
                    <a:pt x="42963" y="478166"/>
                  </a:lnTo>
                  <a:lnTo>
                    <a:pt x="80267" y="485821"/>
                  </a:lnTo>
                  <a:close/>
                  <a:moveTo>
                    <a:pt x="213277" y="579136"/>
                  </a:moveTo>
                  <a:lnTo>
                    <a:pt x="224171" y="592526"/>
                  </a:lnTo>
                  <a:lnTo>
                    <a:pt x="175524" y="634589"/>
                  </a:lnTo>
                  <a:close/>
                  <a:moveTo>
                    <a:pt x="573920" y="1026797"/>
                  </a:moveTo>
                  <a:lnTo>
                    <a:pt x="603361" y="1001970"/>
                  </a:lnTo>
                  <a:lnTo>
                    <a:pt x="523969" y="1014716"/>
                  </a:lnTo>
                  <a:close/>
                  <a:moveTo>
                    <a:pt x="242509" y="625789"/>
                  </a:moveTo>
                  <a:lnTo>
                    <a:pt x="285595" y="647504"/>
                  </a:lnTo>
                  <a:lnTo>
                    <a:pt x="315797" y="625525"/>
                  </a:lnTo>
                  <a:close/>
                  <a:moveTo>
                    <a:pt x="369493" y="651607"/>
                  </a:moveTo>
                  <a:lnTo>
                    <a:pt x="331853" y="621443"/>
                  </a:lnTo>
                  <a:lnTo>
                    <a:pt x="371014" y="653232"/>
                  </a:lnTo>
                  <a:close/>
                  <a:moveTo>
                    <a:pt x="315797" y="625525"/>
                  </a:moveTo>
                  <a:lnTo>
                    <a:pt x="285595" y="647504"/>
                  </a:lnTo>
                  <a:lnTo>
                    <a:pt x="369493" y="651607"/>
                  </a:lnTo>
                  <a:close/>
                  <a:moveTo>
                    <a:pt x="144231" y="447086"/>
                  </a:moveTo>
                  <a:lnTo>
                    <a:pt x="101468" y="405842"/>
                  </a:lnTo>
                  <a:lnTo>
                    <a:pt x="107091" y="419643"/>
                  </a:lnTo>
                  <a:close/>
                  <a:moveTo>
                    <a:pt x="369493" y="651607"/>
                  </a:moveTo>
                  <a:lnTo>
                    <a:pt x="434790" y="586166"/>
                  </a:lnTo>
                  <a:lnTo>
                    <a:pt x="396472" y="617579"/>
                  </a:lnTo>
                  <a:close/>
                  <a:moveTo>
                    <a:pt x="424057" y="680936"/>
                  </a:moveTo>
                  <a:lnTo>
                    <a:pt x="452527" y="653232"/>
                  </a:lnTo>
                  <a:lnTo>
                    <a:pt x="433832" y="639261"/>
                  </a:lnTo>
                  <a:close/>
                  <a:moveTo>
                    <a:pt x="452527" y="653232"/>
                  </a:moveTo>
                  <a:lnTo>
                    <a:pt x="434790" y="586166"/>
                  </a:lnTo>
                  <a:lnTo>
                    <a:pt x="433832" y="639261"/>
                  </a:lnTo>
                  <a:close/>
                  <a:moveTo>
                    <a:pt x="396472" y="617579"/>
                  </a:moveTo>
                  <a:lnTo>
                    <a:pt x="315797" y="625525"/>
                  </a:lnTo>
                  <a:lnTo>
                    <a:pt x="369493" y="651607"/>
                  </a:lnTo>
                  <a:close/>
                  <a:moveTo>
                    <a:pt x="256275" y="355951"/>
                  </a:moveTo>
                  <a:lnTo>
                    <a:pt x="279430" y="422992"/>
                  </a:lnTo>
                  <a:lnTo>
                    <a:pt x="264413" y="371455"/>
                  </a:lnTo>
                  <a:close/>
                  <a:moveTo>
                    <a:pt x="651345" y="736897"/>
                  </a:moveTo>
                  <a:lnTo>
                    <a:pt x="653391" y="700196"/>
                  </a:lnTo>
                  <a:lnTo>
                    <a:pt x="649844" y="759654"/>
                  </a:lnTo>
                  <a:close/>
                  <a:moveTo>
                    <a:pt x="620657" y="601323"/>
                  </a:moveTo>
                  <a:lnTo>
                    <a:pt x="647334" y="642377"/>
                  </a:lnTo>
                  <a:lnTo>
                    <a:pt x="659838" y="656581"/>
                  </a:lnTo>
                  <a:close/>
                  <a:moveTo>
                    <a:pt x="370698" y="323267"/>
                  </a:moveTo>
                  <a:lnTo>
                    <a:pt x="310373" y="287209"/>
                  </a:lnTo>
                  <a:lnTo>
                    <a:pt x="308587" y="295825"/>
                  </a:lnTo>
                  <a:close/>
                  <a:moveTo>
                    <a:pt x="393218" y="335611"/>
                  </a:moveTo>
                  <a:lnTo>
                    <a:pt x="365662" y="367485"/>
                  </a:lnTo>
                  <a:lnTo>
                    <a:pt x="444861" y="354017"/>
                  </a:lnTo>
                  <a:close/>
                  <a:moveTo>
                    <a:pt x="519222" y="457367"/>
                  </a:moveTo>
                  <a:lnTo>
                    <a:pt x="570011" y="472582"/>
                  </a:lnTo>
                  <a:lnTo>
                    <a:pt x="588256" y="405896"/>
                  </a:lnTo>
                  <a:close/>
                  <a:moveTo>
                    <a:pt x="614185" y="463061"/>
                  </a:moveTo>
                  <a:lnTo>
                    <a:pt x="621551" y="412367"/>
                  </a:lnTo>
                  <a:lnTo>
                    <a:pt x="588256" y="405896"/>
                  </a:lnTo>
                  <a:close/>
                  <a:moveTo>
                    <a:pt x="497103" y="249348"/>
                  </a:moveTo>
                  <a:lnTo>
                    <a:pt x="501066" y="254586"/>
                  </a:lnTo>
                  <a:lnTo>
                    <a:pt x="529189" y="299174"/>
                  </a:lnTo>
                  <a:close/>
                  <a:moveTo>
                    <a:pt x="549209" y="332472"/>
                  </a:moveTo>
                  <a:lnTo>
                    <a:pt x="582518" y="384442"/>
                  </a:lnTo>
                  <a:lnTo>
                    <a:pt x="567257" y="350710"/>
                  </a:lnTo>
                  <a:close/>
                  <a:moveTo>
                    <a:pt x="513966" y="275079"/>
                  </a:moveTo>
                  <a:lnTo>
                    <a:pt x="501066" y="254586"/>
                  </a:lnTo>
                  <a:lnTo>
                    <a:pt x="492723" y="247637"/>
                  </a:lnTo>
                  <a:close/>
                  <a:moveTo>
                    <a:pt x="549423" y="125805"/>
                  </a:moveTo>
                  <a:lnTo>
                    <a:pt x="549421" y="182053"/>
                  </a:lnTo>
                  <a:lnTo>
                    <a:pt x="545026" y="172006"/>
                  </a:lnTo>
                  <a:close/>
                  <a:moveTo>
                    <a:pt x="932082" y="562811"/>
                  </a:moveTo>
                  <a:lnTo>
                    <a:pt x="960695" y="635835"/>
                  </a:lnTo>
                  <a:lnTo>
                    <a:pt x="940178" y="584299"/>
                  </a:lnTo>
                  <a:close/>
                  <a:moveTo>
                    <a:pt x="868305" y="576679"/>
                  </a:moveTo>
                  <a:lnTo>
                    <a:pt x="936413" y="622032"/>
                  </a:lnTo>
                  <a:lnTo>
                    <a:pt x="932082" y="562811"/>
                  </a:lnTo>
                  <a:close/>
                  <a:moveTo>
                    <a:pt x="857610" y="522630"/>
                  </a:moveTo>
                  <a:lnTo>
                    <a:pt x="898966" y="559305"/>
                  </a:lnTo>
                  <a:lnTo>
                    <a:pt x="868425" y="532763"/>
                  </a:lnTo>
                  <a:close/>
                  <a:moveTo>
                    <a:pt x="932082" y="562811"/>
                  </a:moveTo>
                  <a:lnTo>
                    <a:pt x="898966" y="559305"/>
                  </a:lnTo>
                  <a:lnTo>
                    <a:pt x="857610" y="522630"/>
                  </a:lnTo>
                  <a:close/>
                  <a:moveTo>
                    <a:pt x="826265" y="510131"/>
                  </a:moveTo>
                  <a:lnTo>
                    <a:pt x="838636" y="508419"/>
                  </a:lnTo>
                  <a:lnTo>
                    <a:pt x="829775" y="457132"/>
                  </a:lnTo>
                  <a:close/>
                  <a:moveTo>
                    <a:pt x="857610" y="522630"/>
                  </a:moveTo>
                  <a:lnTo>
                    <a:pt x="838636" y="508419"/>
                  </a:lnTo>
                  <a:lnTo>
                    <a:pt x="826265" y="510131"/>
                  </a:lnTo>
                  <a:close/>
                  <a:moveTo>
                    <a:pt x="549423" y="125805"/>
                  </a:moveTo>
                  <a:lnTo>
                    <a:pt x="545026" y="172006"/>
                  </a:lnTo>
                  <a:lnTo>
                    <a:pt x="573043" y="162850"/>
                  </a:lnTo>
                  <a:close/>
                  <a:moveTo>
                    <a:pt x="1056687" y="411988"/>
                  </a:moveTo>
                  <a:lnTo>
                    <a:pt x="1089769" y="408944"/>
                  </a:lnTo>
                  <a:lnTo>
                    <a:pt x="1058532" y="401842"/>
                  </a:lnTo>
                  <a:close/>
                  <a:moveTo>
                    <a:pt x="723888" y="24050"/>
                  </a:moveTo>
                  <a:lnTo>
                    <a:pt x="699744" y="10323"/>
                  </a:lnTo>
                  <a:lnTo>
                    <a:pt x="741716" y="50929"/>
                  </a:lnTo>
                  <a:close/>
                  <a:moveTo>
                    <a:pt x="769785" y="20972"/>
                  </a:moveTo>
                  <a:lnTo>
                    <a:pt x="723888" y="24050"/>
                  </a:lnTo>
                  <a:lnTo>
                    <a:pt x="741716" y="50929"/>
                  </a:lnTo>
                  <a:close/>
                  <a:moveTo>
                    <a:pt x="1229529" y="615090"/>
                  </a:moveTo>
                  <a:lnTo>
                    <a:pt x="1246410" y="590996"/>
                  </a:lnTo>
                  <a:lnTo>
                    <a:pt x="1206055" y="604055"/>
                  </a:lnTo>
                  <a:close/>
                  <a:moveTo>
                    <a:pt x="1089769" y="408944"/>
                  </a:moveTo>
                  <a:lnTo>
                    <a:pt x="1108865" y="415354"/>
                  </a:lnTo>
                  <a:lnTo>
                    <a:pt x="1110416" y="406289"/>
                  </a:lnTo>
                  <a:close/>
                  <a:moveTo>
                    <a:pt x="1089769" y="408944"/>
                  </a:moveTo>
                  <a:lnTo>
                    <a:pt x="1110416" y="406289"/>
                  </a:lnTo>
                  <a:lnTo>
                    <a:pt x="1058532" y="401842"/>
                  </a:lnTo>
                  <a:close/>
                  <a:moveTo>
                    <a:pt x="1058532" y="401842"/>
                  </a:moveTo>
                  <a:lnTo>
                    <a:pt x="1110416" y="406289"/>
                  </a:lnTo>
                  <a:lnTo>
                    <a:pt x="1125984" y="344458"/>
                  </a:lnTo>
                  <a:close/>
                  <a:moveTo>
                    <a:pt x="1058532" y="401842"/>
                  </a:moveTo>
                  <a:lnTo>
                    <a:pt x="1125984" y="344458"/>
                  </a:lnTo>
                  <a:lnTo>
                    <a:pt x="1080559" y="349300"/>
                  </a:lnTo>
                  <a:close/>
                  <a:moveTo>
                    <a:pt x="1110548" y="408944"/>
                  </a:moveTo>
                  <a:lnTo>
                    <a:pt x="1125984" y="344458"/>
                  </a:lnTo>
                  <a:lnTo>
                    <a:pt x="1110416" y="406289"/>
                  </a:lnTo>
                  <a:close/>
                  <a:moveTo>
                    <a:pt x="1130901" y="333313"/>
                  </a:moveTo>
                  <a:lnTo>
                    <a:pt x="1125984" y="344458"/>
                  </a:lnTo>
                  <a:lnTo>
                    <a:pt x="1110548" y="408944"/>
                  </a:lnTo>
                  <a:close/>
                  <a:moveTo>
                    <a:pt x="802941" y="10038"/>
                  </a:moveTo>
                  <a:lnTo>
                    <a:pt x="769785" y="20972"/>
                  </a:lnTo>
                  <a:lnTo>
                    <a:pt x="853204" y="23288"/>
                  </a:lnTo>
                  <a:close/>
                  <a:moveTo>
                    <a:pt x="1130439" y="327268"/>
                  </a:moveTo>
                  <a:lnTo>
                    <a:pt x="1080559" y="349300"/>
                  </a:lnTo>
                  <a:lnTo>
                    <a:pt x="1125984" y="344458"/>
                  </a:lnTo>
                  <a:close/>
                  <a:moveTo>
                    <a:pt x="1136043" y="257683"/>
                  </a:moveTo>
                  <a:lnTo>
                    <a:pt x="1100415" y="288637"/>
                  </a:lnTo>
                  <a:lnTo>
                    <a:pt x="1135987" y="260014"/>
                  </a:lnTo>
                  <a:close/>
                  <a:moveTo>
                    <a:pt x="1135987" y="260014"/>
                  </a:moveTo>
                  <a:lnTo>
                    <a:pt x="1086003" y="325412"/>
                  </a:lnTo>
                  <a:lnTo>
                    <a:pt x="1130439" y="327268"/>
                  </a:lnTo>
                  <a:close/>
                  <a:moveTo>
                    <a:pt x="1130439" y="327268"/>
                  </a:moveTo>
                  <a:lnTo>
                    <a:pt x="1125984" y="344458"/>
                  </a:lnTo>
                  <a:lnTo>
                    <a:pt x="1130901" y="333313"/>
                  </a:lnTo>
                  <a:close/>
                  <a:moveTo>
                    <a:pt x="891554" y="0"/>
                  </a:moveTo>
                  <a:lnTo>
                    <a:pt x="900188" y="24275"/>
                  </a:lnTo>
                  <a:lnTo>
                    <a:pt x="935235" y="20413"/>
                  </a:lnTo>
                  <a:close/>
                  <a:moveTo>
                    <a:pt x="893628" y="24094"/>
                  </a:moveTo>
                  <a:lnTo>
                    <a:pt x="891554" y="0"/>
                  </a:lnTo>
                  <a:lnTo>
                    <a:pt x="853204" y="23288"/>
                  </a:lnTo>
                  <a:close/>
                  <a:moveTo>
                    <a:pt x="1209743" y="213145"/>
                  </a:moveTo>
                  <a:lnTo>
                    <a:pt x="1186806" y="193939"/>
                  </a:lnTo>
                  <a:lnTo>
                    <a:pt x="1231923" y="233589"/>
                  </a:lnTo>
                  <a:close/>
                  <a:moveTo>
                    <a:pt x="1160348" y="182052"/>
                  </a:moveTo>
                  <a:lnTo>
                    <a:pt x="1209743" y="213145"/>
                  </a:lnTo>
                  <a:lnTo>
                    <a:pt x="1227165" y="161128"/>
                  </a:lnTo>
                  <a:close/>
                  <a:moveTo>
                    <a:pt x="1254758" y="106422"/>
                  </a:moveTo>
                  <a:lnTo>
                    <a:pt x="1229118" y="150683"/>
                  </a:lnTo>
                  <a:lnTo>
                    <a:pt x="1256682" y="112370"/>
                  </a:lnTo>
                  <a:close/>
                  <a:moveTo>
                    <a:pt x="1256682" y="112370"/>
                  </a:moveTo>
                  <a:lnTo>
                    <a:pt x="1227165" y="161128"/>
                  </a:lnTo>
                  <a:lnTo>
                    <a:pt x="1273690" y="161286"/>
                  </a:lnTo>
                  <a:close/>
                  <a:moveTo>
                    <a:pt x="1273690" y="161286"/>
                  </a:moveTo>
                  <a:lnTo>
                    <a:pt x="1300215" y="177705"/>
                  </a:lnTo>
                  <a:lnTo>
                    <a:pt x="1256682" y="11237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90" name="Output_density__4189">
              <a:extLst>
                <a:ext uri="{FF2B5EF4-FFF2-40B4-BE49-F238E27FC236}">
                  <a16:creationId xmlns:a16="http://schemas.microsoft.com/office/drawing/2014/main" id="{687D0894-5CF4-C748-2A41-077FE032782D}"/>
                </a:ext>
              </a:extLst>
            </p:cNvPr>
            <p:cNvSpPr>
              <a:spLocks noGrp="1"/>
            </p:cNvSpPr>
            <p:nvPr/>
          </p:nvSpPr>
          <p:spPr>
            <a:xfrm>
              <a:off x="15377645" y="3538615"/>
              <a:ext cx="1411941" cy="1060527"/>
            </a:xfrm>
            <a:custGeom>
              <a:avLst/>
              <a:gdLst/>
              <a:ahLst/>
              <a:cxnLst/>
              <a:rect l="0" t="0" r="0" b="0"/>
              <a:pathLst>
                <a:path w="1411941" h="1060527">
                  <a:moveTo>
                    <a:pt x="7678" y="472680"/>
                  </a:moveTo>
                  <a:lnTo>
                    <a:pt x="0" y="494116"/>
                  </a:lnTo>
                  <a:lnTo>
                    <a:pt x="1615" y="548310"/>
                  </a:lnTo>
                  <a:close/>
                  <a:moveTo>
                    <a:pt x="491455" y="1050619"/>
                  </a:moveTo>
                  <a:lnTo>
                    <a:pt x="510632" y="1060527"/>
                  </a:lnTo>
                  <a:lnTo>
                    <a:pt x="496075" y="1039582"/>
                  </a:lnTo>
                  <a:close/>
                  <a:moveTo>
                    <a:pt x="20101" y="449246"/>
                  </a:moveTo>
                  <a:lnTo>
                    <a:pt x="0" y="494116"/>
                  </a:lnTo>
                  <a:lnTo>
                    <a:pt x="7678" y="472680"/>
                  </a:lnTo>
                  <a:close/>
                  <a:moveTo>
                    <a:pt x="496075" y="1039582"/>
                  </a:moveTo>
                  <a:lnTo>
                    <a:pt x="510632" y="1060527"/>
                  </a:lnTo>
                  <a:lnTo>
                    <a:pt x="536036" y="1020605"/>
                  </a:lnTo>
                  <a:close/>
                  <a:moveTo>
                    <a:pt x="234617" y="551659"/>
                  </a:moveTo>
                  <a:lnTo>
                    <a:pt x="217951" y="530047"/>
                  </a:lnTo>
                  <a:lnTo>
                    <a:pt x="189836" y="559829"/>
                  </a:lnTo>
                  <a:close/>
                  <a:moveTo>
                    <a:pt x="217951" y="530047"/>
                  </a:moveTo>
                  <a:lnTo>
                    <a:pt x="195683" y="500122"/>
                  </a:lnTo>
                  <a:lnTo>
                    <a:pt x="140955" y="551747"/>
                  </a:lnTo>
                  <a:close/>
                  <a:moveTo>
                    <a:pt x="642744" y="935317"/>
                  </a:moveTo>
                  <a:lnTo>
                    <a:pt x="590477" y="945354"/>
                  </a:lnTo>
                  <a:lnTo>
                    <a:pt x="637665" y="939857"/>
                  </a:lnTo>
                  <a:close/>
                  <a:moveTo>
                    <a:pt x="234617" y="551659"/>
                  </a:moveTo>
                  <a:lnTo>
                    <a:pt x="227896" y="567227"/>
                  </a:lnTo>
                  <a:lnTo>
                    <a:pt x="255192" y="588824"/>
                  </a:lnTo>
                  <a:close/>
                  <a:moveTo>
                    <a:pt x="234617" y="551659"/>
                  </a:moveTo>
                  <a:lnTo>
                    <a:pt x="280844" y="527565"/>
                  </a:lnTo>
                  <a:lnTo>
                    <a:pt x="217951" y="530047"/>
                  </a:lnTo>
                  <a:close/>
                  <a:moveTo>
                    <a:pt x="209182" y="476028"/>
                  </a:moveTo>
                  <a:lnTo>
                    <a:pt x="195683" y="500122"/>
                  </a:lnTo>
                  <a:lnTo>
                    <a:pt x="217951" y="530047"/>
                  </a:lnTo>
                  <a:close/>
                  <a:moveTo>
                    <a:pt x="764687" y="772089"/>
                  </a:moveTo>
                  <a:lnTo>
                    <a:pt x="774881" y="712966"/>
                  </a:lnTo>
                  <a:lnTo>
                    <a:pt x="767976" y="726769"/>
                  </a:lnTo>
                  <a:close/>
                  <a:moveTo>
                    <a:pt x="767976" y="726769"/>
                  </a:moveTo>
                  <a:lnTo>
                    <a:pt x="774881" y="712966"/>
                  </a:lnTo>
                  <a:lnTo>
                    <a:pt x="782386" y="703360"/>
                  </a:lnTo>
                  <a:close/>
                  <a:moveTo>
                    <a:pt x="782386" y="703360"/>
                  </a:moveTo>
                  <a:lnTo>
                    <a:pt x="774881" y="712966"/>
                  </a:lnTo>
                  <a:lnTo>
                    <a:pt x="793488" y="706029"/>
                  </a:lnTo>
                  <a:close/>
                  <a:moveTo>
                    <a:pt x="793488" y="706029"/>
                  </a:moveTo>
                  <a:lnTo>
                    <a:pt x="822270" y="677804"/>
                  </a:lnTo>
                  <a:lnTo>
                    <a:pt x="782386" y="703360"/>
                  </a:lnTo>
                  <a:close/>
                  <a:moveTo>
                    <a:pt x="849809" y="698222"/>
                  </a:moveTo>
                  <a:lnTo>
                    <a:pt x="822270" y="677804"/>
                  </a:lnTo>
                  <a:lnTo>
                    <a:pt x="793488" y="706029"/>
                  </a:lnTo>
                  <a:close/>
                  <a:moveTo>
                    <a:pt x="870685" y="613241"/>
                  </a:moveTo>
                  <a:lnTo>
                    <a:pt x="823533" y="637335"/>
                  </a:lnTo>
                  <a:lnTo>
                    <a:pt x="858869" y="679744"/>
                  </a:lnTo>
                  <a:close/>
                  <a:moveTo>
                    <a:pt x="1224199" y="592496"/>
                  </a:moveTo>
                  <a:lnTo>
                    <a:pt x="1202846" y="540960"/>
                  </a:lnTo>
                  <a:lnTo>
                    <a:pt x="1190477" y="611176"/>
                  </a:lnTo>
                  <a:close/>
                  <a:moveTo>
                    <a:pt x="1202846" y="540960"/>
                  </a:moveTo>
                  <a:lnTo>
                    <a:pt x="1197173" y="542990"/>
                  </a:lnTo>
                  <a:lnTo>
                    <a:pt x="1190477" y="611176"/>
                  </a:lnTo>
                  <a:close/>
                  <a:moveTo>
                    <a:pt x="1197173" y="542990"/>
                  </a:moveTo>
                  <a:lnTo>
                    <a:pt x="1202846" y="540960"/>
                  </a:lnTo>
                  <a:lnTo>
                    <a:pt x="1237091" y="506192"/>
                  </a:lnTo>
                  <a:close/>
                  <a:moveTo>
                    <a:pt x="1250283" y="568402"/>
                  </a:moveTo>
                  <a:lnTo>
                    <a:pt x="1202846" y="540960"/>
                  </a:lnTo>
                  <a:lnTo>
                    <a:pt x="1224199" y="592496"/>
                  </a:lnTo>
                  <a:close/>
                  <a:moveTo>
                    <a:pt x="1252208" y="473487"/>
                  </a:moveTo>
                  <a:lnTo>
                    <a:pt x="1202846" y="540960"/>
                  </a:lnTo>
                  <a:lnTo>
                    <a:pt x="1203338" y="537978"/>
                  </a:lnTo>
                  <a:close/>
                  <a:moveTo>
                    <a:pt x="753219" y="25594"/>
                  </a:moveTo>
                  <a:lnTo>
                    <a:pt x="788840" y="52992"/>
                  </a:lnTo>
                  <a:lnTo>
                    <a:pt x="795961" y="13846"/>
                  </a:lnTo>
                  <a:close/>
                  <a:moveTo>
                    <a:pt x="774666" y="0"/>
                  </a:moveTo>
                  <a:lnTo>
                    <a:pt x="753219" y="25594"/>
                  </a:lnTo>
                  <a:lnTo>
                    <a:pt x="795961" y="13846"/>
                  </a:lnTo>
                  <a:close/>
                  <a:moveTo>
                    <a:pt x="788840" y="52992"/>
                  </a:moveTo>
                  <a:lnTo>
                    <a:pt x="821029" y="1500"/>
                  </a:lnTo>
                  <a:lnTo>
                    <a:pt x="795961" y="13846"/>
                  </a:lnTo>
                  <a:close/>
                  <a:moveTo>
                    <a:pt x="1280829" y="286625"/>
                  </a:moveTo>
                  <a:lnTo>
                    <a:pt x="1298836" y="338162"/>
                  </a:lnTo>
                  <a:lnTo>
                    <a:pt x="1339686" y="314068"/>
                  </a:lnTo>
                  <a:close/>
                  <a:moveTo>
                    <a:pt x="1339686" y="314068"/>
                  </a:moveTo>
                  <a:lnTo>
                    <a:pt x="1341419" y="316882"/>
                  </a:lnTo>
                  <a:lnTo>
                    <a:pt x="1342280" y="312757"/>
                  </a:lnTo>
                  <a:close/>
                  <a:moveTo>
                    <a:pt x="1411941" y="294105"/>
                  </a:moveTo>
                  <a:lnTo>
                    <a:pt x="1342280" y="312757"/>
                  </a:lnTo>
                  <a:lnTo>
                    <a:pt x="1341419" y="31688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91" name="Output_density__4190">
              <a:extLst>
                <a:ext uri="{FF2B5EF4-FFF2-40B4-BE49-F238E27FC236}">
                  <a16:creationId xmlns:a16="http://schemas.microsoft.com/office/drawing/2014/main" id="{28FF0390-56CA-2282-6DEC-4DD3081B28AE}"/>
                </a:ext>
              </a:extLst>
            </p:cNvPr>
            <p:cNvSpPr>
              <a:spLocks noGrp="1"/>
            </p:cNvSpPr>
            <p:nvPr/>
          </p:nvSpPr>
          <p:spPr>
            <a:xfrm>
              <a:off x="15942227" y="3551451"/>
              <a:ext cx="793323" cy="1074722"/>
            </a:xfrm>
            <a:custGeom>
              <a:avLst/>
              <a:gdLst/>
              <a:ahLst/>
              <a:cxnLst/>
              <a:rect l="0" t="0" r="0" b="0"/>
              <a:pathLst>
                <a:path w="793323" h="1074722">
                  <a:moveTo>
                    <a:pt x="0" y="1074722"/>
                  </a:moveTo>
                  <a:lnTo>
                    <a:pt x="44119" y="1064997"/>
                  </a:lnTo>
                  <a:lnTo>
                    <a:pt x="74290" y="1042903"/>
                  </a:lnTo>
                  <a:close/>
                  <a:moveTo>
                    <a:pt x="85291" y="859470"/>
                  </a:moveTo>
                  <a:lnTo>
                    <a:pt x="135888" y="828731"/>
                  </a:lnTo>
                  <a:lnTo>
                    <a:pt x="111190" y="851391"/>
                  </a:lnTo>
                  <a:close/>
                  <a:moveTo>
                    <a:pt x="111190" y="851391"/>
                  </a:moveTo>
                  <a:lnTo>
                    <a:pt x="135888" y="828731"/>
                  </a:lnTo>
                  <a:lnTo>
                    <a:pt x="116220" y="834325"/>
                  </a:lnTo>
                  <a:close/>
                  <a:moveTo>
                    <a:pt x="151714" y="753003"/>
                  </a:moveTo>
                  <a:lnTo>
                    <a:pt x="149922" y="782165"/>
                  </a:lnTo>
                  <a:lnTo>
                    <a:pt x="169250" y="799854"/>
                  </a:lnTo>
                  <a:close/>
                  <a:moveTo>
                    <a:pt x="77209" y="188112"/>
                  </a:moveTo>
                  <a:lnTo>
                    <a:pt x="65743" y="201548"/>
                  </a:lnTo>
                  <a:lnTo>
                    <a:pt x="49791" y="198159"/>
                  </a:lnTo>
                  <a:close/>
                  <a:moveTo>
                    <a:pt x="73412" y="178955"/>
                  </a:moveTo>
                  <a:lnTo>
                    <a:pt x="65743" y="201548"/>
                  </a:lnTo>
                  <a:lnTo>
                    <a:pt x="77209" y="188112"/>
                  </a:lnTo>
                  <a:close/>
                  <a:moveTo>
                    <a:pt x="793323" y="635484"/>
                  </a:moveTo>
                  <a:lnTo>
                    <a:pt x="746780" y="607102"/>
                  </a:lnTo>
                  <a:lnTo>
                    <a:pt x="758516" y="640244"/>
                  </a:lnTo>
                  <a:close/>
                  <a:moveTo>
                    <a:pt x="400557" y="40381"/>
                  </a:moveTo>
                  <a:lnTo>
                    <a:pt x="402115" y="40200"/>
                  </a:lnTo>
                  <a:lnTo>
                    <a:pt x="481087" y="31894"/>
                  </a:lnTo>
                  <a:close/>
                  <a:moveTo>
                    <a:pt x="494629" y="16106"/>
                  </a:moveTo>
                  <a:lnTo>
                    <a:pt x="508638" y="0"/>
                  </a:lnTo>
                  <a:lnTo>
                    <a:pt x="481087" y="3189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92" name="Output_density__4191">
              <a:extLst>
                <a:ext uri="{FF2B5EF4-FFF2-40B4-BE49-F238E27FC236}">
                  <a16:creationId xmlns:a16="http://schemas.microsoft.com/office/drawing/2014/main" id="{5F1B7487-0DC1-07AB-1763-288D307CBA2F}"/>
                </a:ext>
              </a:extLst>
            </p:cNvPr>
            <p:cNvSpPr>
              <a:spLocks noGrp="1"/>
            </p:cNvSpPr>
            <p:nvPr/>
          </p:nvSpPr>
          <p:spPr>
            <a:xfrm>
              <a:off x="15485560" y="3551451"/>
              <a:ext cx="1215183" cy="1042903"/>
            </a:xfrm>
            <a:custGeom>
              <a:avLst/>
              <a:gdLst/>
              <a:ahLst/>
              <a:cxnLst/>
              <a:rect l="0" t="0" r="0" b="0"/>
              <a:pathLst>
                <a:path w="1215183" h="1042903">
                  <a:moveTo>
                    <a:pt x="38620" y="438114"/>
                  </a:moveTo>
                  <a:lnTo>
                    <a:pt x="3835" y="469495"/>
                  </a:lnTo>
                  <a:lnTo>
                    <a:pt x="0" y="494272"/>
                  </a:lnTo>
                  <a:close/>
                  <a:moveTo>
                    <a:pt x="574915" y="1032576"/>
                  </a:moveTo>
                  <a:lnTo>
                    <a:pt x="560398" y="1018076"/>
                  </a:lnTo>
                  <a:lnTo>
                    <a:pt x="530957" y="1042903"/>
                  </a:lnTo>
                  <a:close/>
                  <a:moveTo>
                    <a:pt x="242633" y="663610"/>
                  </a:moveTo>
                  <a:lnTo>
                    <a:pt x="273508" y="641895"/>
                  </a:lnTo>
                  <a:lnTo>
                    <a:pt x="326530" y="667713"/>
                  </a:lnTo>
                  <a:close/>
                  <a:moveTo>
                    <a:pt x="395695" y="593707"/>
                  </a:moveTo>
                  <a:lnTo>
                    <a:pt x="391827" y="602272"/>
                  </a:lnTo>
                  <a:lnTo>
                    <a:pt x="409564" y="669338"/>
                  </a:lnTo>
                  <a:close/>
                  <a:moveTo>
                    <a:pt x="580397" y="823050"/>
                  </a:moveTo>
                  <a:lnTo>
                    <a:pt x="592556" y="828731"/>
                  </a:lnTo>
                  <a:lnTo>
                    <a:pt x="606590" y="782165"/>
                  </a:lnTo>
                  <a:close/>
                  <a:moveTo>
                    <a:pt x="608382" y="753003"/>
                  </a:moveTo>
                  <a:lnTo>
                    <a:pt x="625695" y="777956"/>
                  </a:lnTo>
                  <a:lnTo>
                    <a:pt x="633623" y="724223"/>
                  </a:lnTo>
                  <a:close/>
                  <a:moveTo>
                    <a:pt x="606881" y="775760"/>
                  </a:moveTo>
                  <a:lnTo>
                    <a:pt x="606590" y="782165"/>
                  </a:lnTo>
                  <a:lnTo>
                    <a:pt x="608382" y="753003"/>
                  </a:lnTo>
                  <a:close/>
                  <a:moveTo>
                    <a:pt x="395517" y="588845"/>
                  </a:moveTo>
                  <a:lnTo>
                    <a:pt x="387551" y="586283"/>
                  </a:lnTo>
                  <a:lnTo>
                    <a:pt x="392673" y="569613"/>
                  </a:lnTo>
                  <a:close/>
                  <a:moveTo>
                    <a:pt x="204835" y="316205"/>
                  </a:moveTo>
                  <a:lnTo>
                    <a:pt x="213312" y="372057"/>
                  </a:lnTo>
                  <a:lnTo>
                    <a:pt x="221450" y="387561"/>
                  </a:lnTo>
                  <a:close/>
                  <a:moveTo>
                    <a:pt x="776954" y="751666"/>
                  </a:moveTo>
                  <a:lnTo>
                    <a:pt x="764142" y="700129"/>
                  </a:lnTo>
                  <a:lnTo>
                    <a:pt x="759423" y="698569"/>
                  </a:lnTo>
                  <a:close/>
                  <a:moveTo>
                    <a:pt x="808893" y="731643"/>
                  </a:moveTo>
                  <a:lnTo>
                    <a:pt x="776954" y="751666"/>
                  </a:lnTo>
                  <a:lnTo>
                    <a:pt x="759423" y="698569"/>
                  </a:lnTo>
                  <a:close/>
                  <a:moveTo>
                    <a:pt x="772381" y="698584"/>
                  </a:moveTo>
                  <a:lnTo>
                    <a:pt x="808893" y="731643"/>
                  </a:lnTo>
                  <a:lnTo>
                    <a:pt x="759423" y="698569"/>
                  </a:lnTo>
                  <a:close/>
                  <a:moveTo>
                    <a:pt x="545293" y="422002"/>
                  </a:moveTo>
                  <a:lnTo>
                    <a:pt x="578588" y="428473"/>
                  </a:lnTo>
                  <a:lnTo>
                    <a:pt x="552701" y="418352"/>
                  </a:lnTo>
                  <a:close/>
                  <a:moveTo>
                    <a:pt x="539555" y="400548"/>
                  </a:moveTo>
                  <a:lnTo>
                    <a:pt x="552701" y="418352"/>
                  </a:lnTo>
                  <a:lnTo>
                    <a:pt x="524381" y="371817"/>
                  </a:lnTo>
                  <a:close/>
                  <a:moveTo>
                    <a:pt x="552701" y="418352"/>
                  </a:moveTo>
                  <a:lnTo>
                    <a:pt x="578588" y="428473"/>
                  </a:lnTo>
                  <a:lnTo>
                    <a:pt x="524381" y="371817"/>
                  </a:lnTo>
                  <a:close/>
                  <a:moveTo>
                    <a:pt x="545293" y="422002"/>
                  </a:moveTo>
                  <a:lnTo>
                    <a:pt x="552701" y="418352"/>
                  </a:lnTo>
                  <a:lnTo>
                    <a:pt x="555367" y="409369"/>
                  </a:lnTo>
                  <a:close/>
                  <a:moveTo>
                    <a:pt x="555367" y="409369"/>
                  </a:moveTo>
                  <a:lnTo>
                    <a:pt x="552701" y="418352"/>
                  </a:lnTo>
                  <a:lnTo>
                    <a:pt x="539555" y="400548"/>
                  </a:lnTo>
                  <a:close/>
                  <a:moveTo>
                    <a:pt x="502063" y="188112"/>
                  </a:moveTo>
                  <a:lnTo>
                    <a:pt x="506458" y="198159"/>
                  </a:lnTo>
                  <a:lnTo>
                    <a:pt x="522410" y="201548"/>
                  </a:lnTo>
                  <a:close/>
                  <a:moveTo>
                    <a:pt x="502063" y="188112"/>
                  </a:moveTo>
                  <a:lnTo>
                    <a:pt x="522410" y="201548"/>
                  </a:lnTo>
                  <a:lnTo>
                    <a:pt x="530080" y="178955"/>
                  </a:lnTo>
                  <a:close/>
                  <a:moveTo>
                    <a:pt x="530080" y="178955"/>
                  </a:moveTo>
                  <a:lnTo>
                    <a:pt x="533876" y="188112"/>
                  </a:lnTo>
                  <a:lnTo>
                    <a:pt x="506460" y="141911"/>
                  </a:lnTo>
                  <a:close/>
                  <a:moveTo>
                    <a:pt x="1169607" y="604742"/>
                  </a:moveTo>
                  <a:lnTo>
                    <a:pt x="1186567" y="631196"/>
                  </a:lnTo>
                  <a:lnTo>
                    <a:pt x="1163092" y="620161"/>
                  </a:lnTo>
                  <a:close/>
                  <a:moveTo>
                    <a:pt x="1215183" y="640244"/>
                  </a:moveTo>
                  <a:lnTo>
                    <a:pt x="1203447" y="607102"/>
                  </a:lnTo>
                  <a:lnTo>
                    <a:pt x="1186567" y="631196"/>
                  </a:lnTo>
                  <a:close/>
                  <a:moveTo>
                    <a:pt x="726822" y="37078"/>
                  </a:moveTo>
                  <a:lnTo>
                    <a:pt x="779159" y="58083"/>
                  </a:lnTo>
                  <a:lnTo>
                    <a:pt x="810241" y="39394"/>
                  </a:lnTo>
                  <a:close/>
                  <a:moveTo>
                    <a:pt x="1093024" y="276120"/>
                  </a:moveTo>
                  <a:lnTo>
                    <a:pt x="1087476" y="343374"/>
                  </a:lnTo>
                  <a:lnTo>
                    <a:pt x="1087938" y="349419"/>
                  </a:lnTo>
                  <a:close/>
                  <a:moveTo>
                    <a:pt x="848591" y="16106"/>
                  </a:moveTo>
                  <a:lnTo>
                    <a:pt x="850665" y="40200"/>
                  </a:lnTo>
                  <a:lnTo>
                    <a:pt x="857225" y="40381"/>
                  </a:lnTo>
                  <a:close/>
                  <a:moveTo>
                    <a:pt x="892273" y="36519"/>
                  </a:moveTo>
                  <a:lnTo>
                    <a:pt x="857225" y="40381"/>
                  </a:lnTo>
                  <a:lnTo>
                    <a:pt x="937755" y="31894"/>
                  </a:lnTo>
                  <a:close/>
                  <a:moveTo>
                    <a:pt x="937755" y="31894"/>
                  </a:moveTo>
                  <a:lnTo>
                    <a:pt x="965305" y="0"/>
                  </a:lnTo>
                  <a:lnTo>
                    <a:pt x="892273" y="36519"/>
                  </a:lnTo>
                  <a:close/>
                  <a:moveTo>
                    <a:pt x="1117385" y="198158"/>
                  </a:moveTo>
                  <a:lnTo>
                    <a:pt x="1143843" y="210045"/>
                  </a:lnTo>
                  <a:lnTo>
                    <a:pt x="1166780" y="22925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93" name="Output_density__4192">
              <a:extLst>
                <a:ext uri="{FF2B5EF4-FFF2-40B4-BE49-F238E27FC236}">
                  <a16:creationId xmlns:a16="http://schemas.microsoft.com/office/drawing/2014/main" id="{BE2ABAE7-3D5F-00C8-DFF9-E06F1968788D}"/>
                </a:ext>
              </a:extLst>
            </p:cNvPr>
            <p:cNvSpPr>
              <a:spLocks noGrp="1"/>
            </p:cNvSpPr>
            <p:nvPr/>
          </p:nvSpPr>
          <p:spPr>
            <a:xfrm>
              <a:off x="16171133" y="4076593"/>
              <a:ext cx="456795" cy="173427"/>
            </a:xfrm>
            <a:custGeom>
              <a:avLst/>
              <a:gdLst/>
              <a:ahLst/>
              <a:cxnLst/>
              <a:rect l="0" t="0" r="0" b="0"/>
              <a:pathLst>
                <a:path w="456795" h="173427">
                  <a:moveTo>
                    <a:pt x="56321" y="160244"/>
                  </a:moveTo>
                  <a:lnTo>
                    <a:pt x="0" y="168051"/>
                  </a:lnTo>
                  <a:lnTo>
                    <a:pt x="73850" y="173427"/>
                  </a:lnTo>
                  <a:close/>
                  <a:moveTo>
                    <a:pt x="456795" y="30424"/>
                  </a:moveTo>
                  <a:lnTo>
                    <a:pt x="409850" y="0"/>
                  </a:lnTo>
                  <a:lnTo>
                    <a:pt x="409358" y="298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94" name="Output_density__4193">
              <a:extLst>
                <a:ext uri="{FF2B5EF4-FFF2-40B4-BE49-F238E27FC236}">
                  <a16:creationId xmlns:a16="http://schemas.microsoft.com/office/drawing/2014/main" id="{1BD2E2E6-22A8-A4A4-314B-43DE977B6BB4}"/>
                </a:ext>
              </a:extLst>
            </p:cNvPr>
            <p:cNvSpPr>
              <a:spLocks noGrp="1"/>
            </p:cNvSpPr>
            <p:nvPr/>
          </p:nvSpPr>
          <p:spPr>
            <a:xfrm>
              <a:off x="15385323" y="3419987"/>
              <a:ext cx="1381863" cy="1179155"/>
            </a:xfrm>
            <a:custGeom>
              <a:avLst/>
              <a:gdLst/>
              <a:ahLst/>
              <a:cxnLst/>
              <a:rect l="0" t="0" r="0" b="0"/>
              <a:pathLst>
                <a:path w="1381863" h="1179155">
                  <a:moveTo>
                    <a:pt x="14751" y="642844"/>
                  </a:moveTo>
                  <a:lnTo>
                    <a:pt x="8404" y="687748"/>
                  </a:lnTo>
                  <a:lnTo>
                    <a:pt x="37815" y="662813"/>
                  </a:lnTo>
                  <a:close/>
                  <a:moveTo>
                    <a:pt x="465840" y="1106673"/>
                  </a:moveTo>
                  <a:lnTo>
                    <a:pt x="524245" y="1134116"/>
                  </a:lnTo>
                  <a:lnTo>
                    <a:pt x="487816" y="1082580"/>
                  </a:lnTo>
                  <a:close/>
                  <a:moveTo>
                    <a:pt x="528358" y="1139233"/>
                  </a:moveTo>
                  <a:lnTo>
                    <a:pt x="502955" y="1179155"/>
                  </a:lnTo>
                  <a:lnTo>
                    <a:pt x="581243" y="1162286"/>
                  </a:lnTo>
                  <a:close/>
                  <a:moveTo>
                    <a:pt x="456535" y="1045376"/>
                  </a:moveTo>
                  <a:lnTo>
                    <a:pt x="443287" y="1038697"/>
                  </a:lnTo>
                  <a:lnTo>
                    <a:pt x="487816" y="1082580"/>
                  </a:lnTo>
                  <a:close/>
                  <a:moveTo>
                    <a:pt x="390043" y="981258"/>
                  </a:moveTo>
                  <a:lnTo>
                    <a:pt x="441857" y="1031043"/>
                  </a:lnTo>
                  <a:lnTo>
                    <a:pt x="393324" y="983717"/>
                  </a:lnTo>
                  <a:close/>
                  <a:moveTo>
                    <a:pt x="390043" y="981258"/>
                  </a:moveTo>
                  <a:lnTo>
                    <a:pt x="443287" y="1038697"/>
                  </a:lnTo>
                  <a:lnTo>
                    <a:pt x="441857" y="1031043"/>
                  </a:lnTo>
                  <a:close/>
                  <a:moveTo>
                    <a:pt x="0" y="591308"/>
                  </a:moveTo>
                  <a:lnTo>
                    <a:pt x="14751" y="642844"/>
                  </a:lnTo>
                  <a:lnTo>
                    <a:pt x="30257" y="618750"/>
                  </a:lnTo>
                  <a:close/>
                  <a:moveTo>
                    <a:pt x="441857" y="1031043"/>
                  </a:moveTo>
                  <a:lnTo>
                    <a:pt x="443287" y="1038697"/>
                  </a:lnTo>
                  <a:lnTo>
                    <a:pt x="456535" y="1045376"/>
                  </a:lnTo>
                  <a:close/>
                  <a:moveTo>
                    <a:pt x="389370" y="979506"/>
                  </a:moveTo>
                  <a:lnTo>
                    <a:pt x="390043" y="981258"/>
                  </a:lnTo>
                  <a:lnTo>
                    <a:pt x="393324" y="983717"/>
                  </a:lnTo>
                  <a:close/>
                  <a:moveTo>
                    <a:pt x="660635" y="1149541"/>
                  </a:moveTo>
                  <a:lnTo>
                    <a:pt x="617766" y="1110022"/>
                  </a:lnTo>
                  <a:lnTo>
                    <a:pt x="581243" y="1162286"/>
                  </a:lnTo>
                  <a:close/>
                  <a:moveTo>
                    <a:pt x="527687" y="1070806"/>
                  </a:moveTo>
                  <a:lnTo>
                    <a:pt x="456535" y="1045376"/>
                  </a:lnTo>
                  <a:lnTo>
                    <a:pt x="487816" y="1082580"/>
                  </a:lnTo>
                  <a:close/>
                  <a:moveTo>
                    <a:pt x="460770" y="1024484"/>
                  </a:moveTo>
                  <a:lnTo>
                    <a:pt x="456535" y="1045376"/>
                  </a:lnTo>
                  <a:lnTo>
                    <a:pt x="527687" y="1070806"/>
                  </a:lnTo>
                  <a:close/>
                  <a:moveTo>
                    <a:pt x="527490" y="1008224"/>
                  </a:moveTo>
                  <a:lnTo>
                    <a:pt x="460770" y="1024484"/>
                  </a:lnTo>
                  <a:lnTo>
                    <a:pt x="527687" y="1070806"/>
                  </a:lnTo>
                  <a:close/>
                  <a:moveTo>
                    <a:pt x="441857" y="1031043"/>
                  </a:moveTo>
                  <a:lnTo>
                    <a:pt x="456535" y="1045376"/>
                  </a:lnTo>
                  <a:lnTo>
                    <a:pt x="460770" y="1024484"/>
                  </a:lnTo>
                  <a:close/>
                  <a:moveTo>
                    <a:pt x="395584" y="976753"/>
                  </a:moveTo>
                  <a:lnTo>
                    <a:pt x="393324" y="983717"/>
                  </a:lnTo>
                  <a:lnTo>
                    <a:pt x="466234" y="955413"/>
                  </a:lnTo>
                  <a:close/>
                  <a:moveTo>
                    <a:pt x="393324" y="983717"/>
                  </a:moveTo>
                  <a:lnTo>
                    <a:pt x="441857" y="1031043"/>
                  </a:lnTo>
                  <a:lnTo>
                    <a:pt x="466234" y="955413"/>
                  </a:lnTo>
                  <a:close/>
                  <a:moveTo>
                    <a:pt x="466234" y="955413"/>
                  </a:moveTo>
                  <a:lnTo>
                    <a:pt x="441857" y="1031043"/>
                  </a:lnTo>
                  <a:lnTo>
                    <a:pt x="469142" y="957613"/>
                  </a:lnTo>
                  <a:close/>
                  <a:moveTo>
                    <a:pt x="469142" y="957613"/>
                  </a:moveTo>
                  <a:lnTo>
                    <a:pt x="441857" y="1031043"/>
                  </a:lnTo>
                  <a:lnTo>
                    <a:pt x="460770" y="1024484"/>
                  </a:lnTo>
                  <a:close/>
                  <a:moveTo>
                    <a:pt x="389370" y="979506"/>
                  </a:moveTo>
                  <a:lnTo>
                    <a:pt x="393324" y="983717"/>
                  </a:lnTo>
                  <a:lnTo>
                    <a:pt x="395584" y="976753"/>
                  </a:lnTo>
                  <a:close/>
                  <a:moveTo>
                    <a:pt x="401641" y="903876"/>
                  </a:moveTo>
                  <a:lnTo>
                    <a:pt x="395584" y="976753"/>
                  </a:lnTo>
                  <a:lnTo>
                    <a:pt x="408705" y="906326"/>
                  </a:lnTo>
                  <a:close/>
                  <a:moveTo>
                    <a:pt x="389370" y="979506"/>
                  </a:moveTo>
                  <a:lnTo>
                    <a:pt x="395584" y="976753"/>
                  </a:lnTo>
                  <a:lnTo>
                    <a:pt x="401641" y="903876"/>
                  </a:lnTo>
                  <a:close/>
                  <a:moveTo>
                    <a:pt x="220218" y="685856"/>
                  </a:moveTo>
                  <a:lnTo>
                    <a:pt x="249728" y="697729"/>
                  </a:lnTo>
                  <a:lnTo>
                    <a:pt x="247515" y="707452"/>
                  </a:lnTo>
                  <a:close/>
                  <a:moveTo>
                    <a:pt x="617766" y="1110022"/>
                  </a:moveTo>
                  <a:lnTo>
                    <a:pt x="676283" y="1151450"/>
                  </a:lnTo>
                  <a:lnTo>
                    <a:pt x="611998" y="1102988"/>
                  </a:lnTo>
                  <a:close/>
                  <a:moveTo>
                    <a:pt x="466234" y="955413"/>
                  </a:moveTo>
                  <a:lnTo>
                    <a:pt x="469142" y="957613"/>
                  </a:lnTo>
                  <a:lnTo>
                    <a:pt x="469284" y="954819"/>
                  </a:lnTo>
                  <a:close/>
                  <a:moveTo>
                    <a:pt x="469284" y="954819"/>
                  </a:moveTo>
                  <a:lnTo>
                    <a:pt x="460717" y="926111"/>
                  </a:lnTo>
                  <a:lnTo>
                    <a:pt x="466234" y="955413"/>
                  </a:lnTo>
                  <a:close/>
                  <a:moveTo>
                    <a:pt x="408705" y="906326"/>
                  </a:moveTo>
                  <a:lnTo>
                    <a:pt x="434086" y="903876"/>
                  </a:lnTo>
                  <a:lnTo>
                    <a:pt x="408615" y="903416"/>
                  </a:lnTo>
                  <a:close/>
                  <a:moveTo>
                    <a:pt x="469284" y="954819"/>
                  </a:moveTo>
                  <a:lnTo>
                    <a:pt x="469142" y="957613"/>
                  </a:lnTo>
                  <a:lnTo>
                    <a:pt x="471226" y="955413"/>
                  </a:lnTo>
                  <a:close/>
                  <a:moveTo>
                    <a:pt x="469284" y="954819"/>
                  </a:moveTo>
                  <a:lnTo>
                    <a:pt x="471226" y="955413"/>
                  </a:lnTo>
                  <a:lnTo>
                    <a:pt x="460717" y="926111"/>
                  </a:lnTo>
                  <a:close/>
                  <a:moveTo>
                    <a:pt x="401641" y="903876"/>
                  </a:moveTo>
                  <a:lnTo>
                    <a:pt x="408705" y="906326"/>
                  </a:lnTo>
                  <a:lnTo>
                    <a:pt x="408615" y="903416"/>
                  </a:lnTo>
                  <a:close/>
                  <a:moveTo>
                    <a:pt x="320095" y="686429"/>
                  </a:moveTo>
                  <a:lnTo>
                    <a:pt x="324141" y="629930"/>
                  </a:lnTo>
                  <a:lnTo>
                    <a:pt x="328776" y="697729"/>
                  </a:lnTo>
                  <a:close/>
                  <a:moveTo>
                    <a:pt x="328776" y="697729"/>
                  </a:moveTo>
                  <a:lnTo>
                    <a:pt x="324141" y="629930"/>
                  </a:lnTo>
                  <a:lnTo>
                    <a:pt x="326598" y="622099"/>
                  </a:lnTo>
                  <a:close/>
                  <a:moveTo>
                    <a:pt x="317374" y="625898"/>
                  </a:moveTo>
                  <a:lnTo>
                    <a:pt x="299578" y="672994"/>
                  </a:lnTo>
                  <a:lnTo>
                    <a:pt x="328776" y="697729"/>
                  </a:lnTo>
                  <a:close/>
                  <a:moveTo>
                    <a:pt x="326598" y="622099"/>
                  </a:moveTo>
                  <a:lnTo>
                    <a:pt x="317374" y="625898"/>
                  </a:lnTo>
                  <a:lnTo>
                    <a:pt x="328776" y="697729"/>
                  </a:lnTo>
                  <a:close/>
                  <a:moveTo>
                    <a:pt x="273166" y="646193"/>
                  </a:moveTo>
                  <a:lnTo>
                    <a:pt x="299578" y="672994"/>
                  </a:lnTo>
                  <a:lnTo>
                    <a:pt x="317374" y="625898"/>
                  </a:lnTo>
                  <a:close/>
                  <a:moveTo>
                    <a:pt x="324141" y="629930"/>
                  </a:moveTo>
                  <a:lnTo>
                    <a:pt x="320095" y="686429"/>
                  </a:lnTo>
                  <a:lnTo>
                    <a:pt x="314798" y="673635"/>
                  </a:lnTo>
                  <a:close/>
                  <a:moveTo>
                    <a:pt x="273166" y="646193"/>
                  </a:moveTo>
                  <a:lnTo>
                    <a:pt x="317374" y="625898"/>
                  </a:lnTo>
                  <a:lnTo>
                    <a:pt x="239765" y="624038"/>
                  </a:lnTo>
                  <a:close/>
                  <a:moveTo>
                    <a:pt x="239765" y="624038"/>
                  </a:moveTo>
                  <a:lnTo>
                    <a:pt x="317374" y="625898"/>
                  </a:lnTo>
                  <a:lnTo>
                    <a:pt x="320706" y="617087"/>
                  </a:lnTo>
                  <a:close/>
                  <a:moveTo>
                    <a:pt x="317374" y="625898"/>
                  </a:moveTo>
                  <a:lnTo>
                    <a:pt x="326598" y="622099"/>
                  </a:lnTo>
                  <a:lnTo>
                    <a:pt x="343585" y="579828"/>
                  </a:lnTo>
                  <a:close/>
                  <a:moveTo>
                    <a:pt x="324141" y="629930"/>
                  </a:moveTo>
                  <a:lnTo>
                    <a:pt x="314798" y="673635"/>
                  </a:lnTo>
                  <a:lnTo>
                    <a:pt x="324189" y="620357"/>
                  </a:lnTo>
                  <a:close/>
                  <a:moveTo>
                    <a:pt x="326598" y="622099"/>
                  </a:moveTo>
                  <a:lnTo>
                    <a:pt x="324141" y="629930"/>
                  </a:lnTo>
                  <a:lnTo>
                    <a:pt x="324189" y="620357"/>
                  </a:lnTo>
                  <a:close/>
                  <a:moveTo>
                    <a:pt x="360381" y="590747"/>
                  </a:moveTo>
                  <a:lnTo>
                    <a:pt x="326598" y="622099"/>
                  </a:lnTo>
                  <a:lnTo>
                    <a:pt x="324189" y="620357"/>
                  </a:lnTo>
                  <a:close/>
                  <a:moveTo>
                    <a:pt x="764086" y="883131"/>
                  </a:moveTo>
                  <a:lnTo>
                    <a:pt x="777945" y="859037"/>
                  </a:lnTo>
                  <a:lnTo>
                    <a:pt x="767204" y="831594"/>
                  </a:lnTo>
                  <a:close/>
                  <a:moveTo>
                    <a:pt x="379480" y="395207"/>
                  </a:moveTo>
                  <a:lnTo>
                    <a:pt x="333787" y="361583"/>
                  </a:lnTo>
                  <a:lnTo>
                    <a:pt x="328607" y="367765"/>
                  </a:lnTo>
                  <a:close/>
                  <a:moveTo>
                    <a:pt x="379480" y="395207"/>
                  </a:moveTo>
                  <a:lnTo>
                    <a:pt x="328607" y="367765"/>
                  </a:lnTo>
                  <a:lnTo>
                    <a:pt x="344814" y="419301"/>
                  </a:lnTo>
                  <a:close/>
                  <a:moveTo>
                    <a:pt x="863008" y="731870"/>
                  </a:moveTo>
                  <a:lnTo>
                    <a:pt x="814635" y="701469"/>
                  </a:lnTo>
                  <a:lnTo>
                    <a:pt x="782078" y="714645"/>
                  </a:lnTo>
                  <a:close/>
                  <a:moveTo>
                    <a:pt x="790318" y="680333"/>
                  </a:moveTo>
                  <a:lnTo>
                    <a:pt x="782078" y="714645"/>
                  </a:lnTo>
                  <a:lnTo>
                    <a:pt x="814635" y="701469"/>
                  </a:lnTo>
                  <a:close/>
                  <a:moveTo>
                    <a:pt x="790318" y="680333"/>
                  </a:moveTo>
                  <a:lnTo>
                    <a:pt x="772486" y="704427"/>
                  </a:lnTo>
                  <a:lnTo>
                    <a:pt x="782078" y="714645"/>
                  </a:lnTo>
                  <a:close/>
                  <a:moveTo>
                    <a:pt x="753336" y="652890"/>
                  </a:moveTo>
                  <a:lnTo>
                    <a:pt x="772486" y="704427"/>
                  </a:lnTo>
                  <a:lnTo>
                    <a:pt x="790318" y="680333"/>
                  </a:lnTo>
                  <a:close/>
                  <a:moveTo>
                    <a:pt x="753336" y="652890"/>
                  </a:moveTo>
                  <a:lnTo>
                    <a:pt x="790318" y="680333"/>
                  </a:lnTo>
                  <a:lnTo>
                    <a:pt x="751497" y="628796"/>
                  </a:lnTo>
                  <a:close/>
                  <a:moveTo>
                    <a:pt x="956884" y="749060"/>
                  </a:moveTo>
                  <a:lnTo>
                    <a:pt x="973892" y="759312"/>
                  </a:lnTo>
                  <a:lnTo>
                    <a:pt x="925579" y="724249"/>
                  </a:lnTo>
                  <a:close/>
                  <a:moveTo>
                    <a:pt x="883539" y="657702"/>
                  </a:moveTo>
                  <a:lnTo>
                    <a:pt x="863008" y="731870"/>
                  </a:lnTo>
                  <a:lnTo>
                    <a:pt x="875091" y="727312"/>
                  </a:lnTo>
                  <a:close/>
                  <a:moveTo>
                    <a:pt x="820644" y="656239"/>
                  </a:moveTo>
                  <a:lnTo>
                    <a:pt x="790318" y="680333"/>
                  </a:lnTo>
                  <a:lnTo>
                    <a:pt x="814635" y="701469"/>
                  </a:lnTo>
                  <a:close/>
                  <a:moveTo>
                    <a:pt x="820644" y="656239"/>
                  </a:moveTo>
                  <a:lnTo>
                    <a:pt x="751497" y="628796"/>
                  </a:lnTo>
                  <a:lnTo>
                    <a:pt x="790318" y="680333"/>
                  </a:lnTo>
                  <a:close/>
                  <a:moveTo>
                    <a:pt x="969093" y="683682"/>
                  </a:moveTo>
                  <a:lnTo>
                    <a:pt x="960582" y="632145"/>
                  </a:lnTo>
                  <a:lnTo>
                    <a:pt x="960949" y="632751"/>
                  </a:lnTo>
                  <a:close/>
                  <a:moveTo>
                    <a:pt x="1242606" y="687030"/>
                  </a:moveTo>
                  <a:lnTo>
                    <a:pt x="1263329" y="751625"/>
                  </a:lnTo>
                  <a:lnTo>
                    <a:pt x="1294498" y="733261"/>
                  </a:lnTo>
                  <a:close/>
                  <a:moveTo>
                    <a:pt x="1242606" y="687030"/>
                  </a:moveTo>
                  <a:lnTo>
                    <a:pt x="1216521" y="711124"/>
                  </a:lnTo>
                  <a:lnTo>
                    <a:pt x="1263329" y="751625"/>
                  </a:lnTo>
                  <a:close/>
                  <a:moveTo>
                    <a:pt x="1091932" y="532421"/>
                  </a:moveTo>
                  <a:lnTo>
                    <a:pt x="1057300" y="505348"/>
                  </a:lnTo>
                  <a:lnTo>
                    <a:pt x="1056074" y="504978"/>
                  </a:lnTo>
                  <a:close/>
                  <a:moveTo>
                    <a:pt x="860215" y="157608"/>
                  </a:moveTo>
                  <a:lnTo>
                    <a:pt x="813352" y="120128"/>
                  </a:lnTo>
                  <a:lnTo>
                    <a:pt x="781162" y="171620"/>
                  </a:lnTo>
                  <a:close/>
                  <a:moveTo>
                    <a:pt x="1303684" y="738567"/>
                  </a:moveTo>
                  <a:lnTo>
                    <a:pt x="1345088" y="714473"/>
                  </a:lnTo>
                  <a:lnTo>
                    <a:pt x="1294498" y="733261"/>
                  </a:lnTo>
                  <a:close/>
                  <a:moveTo>
                    <a:pt x="1294498" y="733261"/>
                  </a:moveTo>
                  <a:lnTo>
                    <a:pt x="1287409" y="662937"/>
                  </a:lnTo>
                  <a:lnTo>
                    <a:pt x="1242606" y="687030"/>
                  </a:lnTo>
                  <a:close/>
                  <a:moveTo>
                    <a:pt x="1232186" y="674962"/>
                  </a:moveTo>
                  <a:lnTo>
                    <a:pt x="1197274" y="617313"/>
                  </a:lnTo>
                  <a:lnTo>
                    <a:pt x="1207137" y="635494"/>
                  </a:lnTo>
                  <a:close/>
                  <a:moveTo>
                    <a:pt x="1118753" y="405254"/>
                  </a:moveTo>
                  <a:lnTo>
                    <a:pt x="1143277" y="472982"/>
                  </a:lnTo>
                  <a:lnTo>
                    <a:pt x="1157689" y="436207"/>
                  </a:lnTo>
                  <a:close/>
                  <a:moveTo>
                    <a:pt x="1115010" y="480884"/>
                  </a:moveTo>
                  <a:lnTo>
                    <a:pt x="1143277" y="472982"/>
                  </a:lnTo>
                  <a:lnTo>
                    <a:pt x="1118753" y="405254"/>
                  </a:lnTo>
                  <a:close/>
                  <a:moveTo>
                    <a:pt x="862049" y="96034"/>
                  </a:moveTo>
                  <a:lnTo>
                    <a:pt x="860215" y="157608"/>
                  </a:lnTo>
                  <a:lnTo>
                    <a:pt x="880426" y="98274"/>
                  </a:lnTo>
                  <a:close/>
                  <a:moveTo>
                    <a:pt x="862049" y="96034"/>
                  </a:moveTo>
                  <a:lnTo>
                    <a:pt x="813352" y="120128"/>
                  </a:lnTo>
                  <a:lnTo>
                    <a:pt x="860215" y="157608"/>
                  </a:lnTo>
                  <a:close/>
                  <a:moveTo>
                    <a:pt x="862049" y="96034"/>
                  </a:moveTo>
                  <a:lnTo>
                    <a:pt x="835482" y="68591"/>
                  </a:lnTo>
                  <a:lnTo>
                    <a:pt x="813352" y="120128"/>
                  </a:lnTo>
                  <a:close/>
                  <a:moveTo>
                    <a:pt x="880426" y="98274"/>
                  </a:moveTo>
                  <a:lnTo>
                    <a:pt x="860215" y="157608"/>
                  </a:lnTo>
                  <a:lnTo>
                    <a:pt x="938791" y="141814"/>
                  </a:lnTo>
                  <a:close/>
                  <a:moveTo>
                    <a:pt x="1381863" y="615426"/>
                  </a:moveTo>
                  <a:lnTo>
                    <a:pt x="1333596" y="611400"/>
                  </a:lnTo>
                  <a:lnTo>
                    <a:pt x="1335228" y="643865"/>
                  </a:lnTo>
                  <a:close/>
                  <a:moveTo>
                    <a:pt x="1157331" y="381160"/>
                  </a:moveTo>
                  <a:lnTo>
                    <a:pt x="1118753" y="405254"/>
                  </a:lnTo>
                  <a:lnTo>
                    <a:pt x="1157689" y="436207"/>
                  </a:lnTo>
                  <a:close/>
                  <a:moveTo>
                    <a:pt x="948828" y="147571"/>
                  </a:moveTo>
                  <a:lnTo>
                    <a:pt x="1013318" y="126215"/>
                  </a:lnTo>
                  <a:lnTo>
                    <a:pt x="938791" y="141814"/>
                  </a:lnTo>
                  <a:close/>
                  <a:moveTo>
                    <a:pt x="938791" y="141814"/>
                  </a:moveTo>
                  <a:lnTo>
                    <a:pt x="1013318" y="126215"/>
                  </a:lnTo>
                  <a:lnTo>
                    <a:pt x="1015876" y="120449"/>
                  </a:lnTo>
                  <a:close/>
                  <a:moveTo>
                    <a:pt x="938791" y="141814"/>
                  </a:moveTo>
                  <a:lnTo>
                    <a:pt x="1015876" y="120449"/>
                  </a:lnTo>
                  <a:lnTo>
                    <a:pt x="958350" y="80043"/>
                  </a:lnTo>
                  <a:close/>
                  <a:moveTo>
                    <a:pt x="882370" y="93966"/>
                  </a:moveTo>
                  <a:lnTo>
                    <a:pt x="862049" y="96034"/>
                  </a:lnTo>
                  <a:lnTo>
                    <a:pt x="880426" y="98274"/>
                  </a:lnTo>
                  <a:close/>
                  <a:moveTo>
                    <a:pt x="880426" y="98274"/>
                  </a:moveTo>
                  <a:lnTo>
                    <a:pt x="945082" y="71940"/>
                  </a:lnTo>
                  <a:lnTo>
                    <a:pt x="882370" y="93966"/>
                  </a:lnTo>
                  <a:close/>
                  <a:moveTo>
                    <a:pt x="938791" y="141814"/>
                  </a:moveTo>
                  <a:lnTo>
                    <a:pt x="958350" y="80043"/>
                  </a:lnTo>
                  <a:lnTo>
                    <a:pt x="880426" y="98274"/>
                  </a:lnTo>
                  <a:close/>
                  <a:moveTo>
                    <a:pt x="1238225" y="253993"/>
                  </a:moveTo>
                  <a:lnTo>
                    <a:pt x="1284439" y="308699"/>
                  </a:lnTo>
                  <a:lnTo>
                    <a:pt x="1286392" y="298253"/>
                  </a:lnTo>
                  <a:close/>
                  <a:moveTo>
                    <a:pt x="1238225" y="253993"/>
                  </a:moveTo>
                  <a:lnTo>
                    <a:pt x="1225376" y="244802"/>
                  </a:lnTo>
                  <a:lnTo>
                    <a:pt x="1196732" y="272607"/>
                  </a:lnTo>
                  <a:close/>
                  <a:moveTo>
                    <a:pt x="1187820" y="202456"/>
                  </a:moveTo>
                  <a:lnTo>
                    <a:pt x="1196732" y="272607"/>
                  </a:lnTo>
                  <a:lnTo>
                    <a:pt x="1225376" y="244802"/>
                  </a:lnTo>
                  <a:close/>
                  <a:moveTo>
                    <a:pt x="1158416" y="169125"/>
                  </a:moveTo>
                  <a:lnTo>
                    <a:pt x="1128178" y="171543"/>
                  </a:lnTo>
                  <a:lnTo>
                    <a:pt x="1187820" y="202456"/>
                  </a:lnTo>
                  <a:close/>
                  <a:moveTo>
                    <a:pt x="1065994" y="47846"/>
                  </a:moveTo>
                  <a:lnTo>
                    <a:pt x="1015876" y="120449"/>
                  </a:lnTo>
                  <a:lnTo>
                    <a:pt x="1033129" y="123477"/>
                  </a:lnTo>
                  <a:close/>
                  <a:moveTo>
                    <a:pt x="1065994" y="47846"/>
                  </a:moveTo>
                  <a:lnTo>
                    <a:pt x="1033129" y="123477"/>
                  </a:lnTo>
                  <a:lnTo>
                    <a:pt x="1070197" y="99382"/>
                  </a:lnTo>
                  <a:close/>
                  <a:moveTo>
                    <a:pt x="963219" y="66220"/>
                  </a:moveTo>
                  <a:lnTo>
                    <a:pt x="903703" y="50404"/>
                  </a:lnTo>
                  <a:lnTo>
                    <a:pt x="945082" y="71940"/>
                  </a:lnTo>
                  <a:close/>
                  <a:moveTo>
                    <a:pt x="963219" y="66220"/>
                  </a:moveTo>
                  <a:lnTo>
                    <a:pt x="1000528" y="11127"/>
                  </a:lnTo>
                  <a:lnTo>
                    <a:pt x="961714" y="4700"/>
                  </a:lnTo>
                  <a:close/>
                  <a:moveTo>
                    <a:pt x="961714" y="4700"/>
                  </a:moveTo>
                  <a:lnTo>
                    <a:pt x="983661" y="0"/>
                  </a:lnTo>
                  <a:lnTo>
                    <a:pt x="938370" y="5341"/>
                  </a:lnTo>
                  <a:close/>
                  <a:moveTo>
                    <a:pt x="961714" y="4700"/>
                  </a:moveTo>
                  <a:lnTo>
                    <a:pt x="1000528" y="11127"/>
                  </a:lnTo>
                  <a:lnTo>
                    <a:pt x="983661" y="0"/>
                  </a:lnTo>
                  <a:close/>
                  <a:moveTo>
                    <a:pt x="1238225" y="253993"/>
                  </a:moveTo>
                  <a:lnTo>
                    <a:pt x="1286392" y="298253"/>
                  </a:lnTo>
                  <a:lnTo>
                    <a:pt x="1303300" y="230622"/>
                  </a:lnTo>
                  <a:close/>
                  <a:moveTo>
                    <a:pt x="1241087" y="180475"/>
                  </a:moveTo>
                  <a:lnTo>
                    <a:pt x="1225376" y="244802"/>
                  </a:lnTo>
                  <a:lnTo>
                    <a:pt x="1273934" y="178362"/>
                  </a:lnTo>
                  <a:close/>
                  <a:moveTo>
                    <a:pt x="1225376" y="244802"/>
                  </a:moveTo>
                  <a:lnTo>
                    <a:pt x="1238225" y="253993"/>
                  </a:lnTo>
                  <a:lnTo>
                    <a:pt x="1273934" y="178362"/>
                  </a:lnTo>
                  <a:close/>
                  <a:moveTo>
                    <a:pt x="1273934" y="178362"/>
                  </a:moveTo>
                  <a:lnTo>
                    <a:pt x="1238225" y="253993"/>
                  </a:lnTo>
                  <a:lnTo>
                    <a:pt x="1299922" y="213943"/>
                  </a:lnTo>
                  <a:close/>
                  <a:moveTo>
                    <a:pt x="1187820" y="202456"/>
                  </a:moveTo>
                  <a:lnTo>
                    <a:pt x="1225376" y="244802"/>
                  </a:lnTo>
                  <a:lnTo>
                    <a:pt x="1241087" y="180475"/>
                  </a:lnTo>
                  <a:close/>
                  <a:moveTo>
                    <a:pt x="1179896" y="129497"/>
                  </a:moveTo>
                  <a:lnTo>
                    <a:pt x="1158416" y="169125"/>
                  </a:lnTo>
                  <a:lnTo>
                    <a:pt x="1192815" y="126825"/>
                  </a:lnTo>
                  <a:close/>
                  <a:moveTo>
                    <a:pt x="1158416" y="169125"/>
                  </a:moveTo>
                  <a:lnTo>
                    <a:pt x="1187820" y="202456"/>
                  </a:lnTo>
                  <a:lnTo>
                    <a:pt x="1192815" y="126825"/>
                  </a:lnTo>
                  <a:close/>
                  <a:moveTo>
                    <a:pt x="1192815" y="126825"/>
                  </a:moveTo>
                  <a:lnTo>
                    <a:pt x="1187820" y="202456"/>
                  </a:lnTo>
                  <a:lnTo>
                    <a:pt x="1239284" y="161904"/>
                  </a:lnTo>
                  <a:close/>
                  <a:moveTo>
                    <a:pt x="1239284" y="161904"/>
                  </a:moveTo>
                  <a:lnTo>
                    <a:pt x="1187820" y="202456"/>
                  </a:lnTo>
                  <a:lnTo>
                    <a:pt x="1241087" y="180475"/>
                  </a:lnTo>
                  <a:close/>
                  <a:moveTo>
                    <a:pt x="1137494" y="150919"/>
                  </a:moveTo>
                  <a:lnTo>
                    <a:pt x="1158416" y="169125"/>
                  </a:lnTo>
                  <a:lnTo>
                    <a:pt x="1179896" y="129497"/>
                  </a:lnTo>
                  <a:close/>
                  <a:moveTo>
                    <a:pt x="1137494" y="150919"/>
                  </a:moveTo>
                  <a:lnTo>
                    <a:pt x="1179896" y="129497"/>
                  </a:lnTo>
                  <a:lnTo>
                    <a:pt x="1098612" y="120206"/>
                  </a:lnTo>
                  <a:close/>
                  <a:moveTo>
                    <a:pt x="1098612" y="120206"/>
                  </a:moveTo>
                  <a:lnTo>
                    <a:pt x="1179896" y="129497"/>
                  </a:lnTo>
                  <a:lnTo>
                    <a:pt x="1182515" y="12432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95" name="Output_density__4194">
              <a:extLst>
                <a:ext uri="{FF2B5EF4-FFF2-40B4-BE49-F238E27FC236}">
                  <a16:creationId xmlns:a16="http://schemas.microsoft.com/office/drawing/2014/main" id="{57AF6C02-2502-324A-478A-06B7B9B64249}"/>
                </a:ext>
              </a:extLst>
            </p:cNvPr>
            <p:cNvSpPr>
              <a:spLocks noGrp="1"/>
            </p:cNvSpPr>
            <p:nvPr/>
          </p:nvSpPr>
          <p:spPr>
            <a:xfrm>
              <a:off x="15379260" y="3420567"/>
              <a:ext cx="1351150" cy="1161706"/>
            </a:xfrm>
            <a:custGeom>
              <a:avLst/>
              <a:gdLst/>
              <a:ahLst/>
              <a:cxnLst/>
              <a:rect l="0" t="0" r="0" b="0"/>
              <a:pathLst>
                <a:path w="1351150" h="1161706">
                  <a:moveTo>
                    <a:pt x="20813" y="642264"/>
                  </a:moveTo>
                  <a:lnTo>
                    <a:pt x="6062" y="590728"/>
                  </a:lnTo>
                  <a:lnTo>
                    <a:pt x="0" y="666358"/>
                  </a:lnTo>
                  <a:close/>
                  <a:moveTo>
                    <a:pt x="494460" y="1157630"/>
                  </a:moveTo>
                  <a:lnTo>
                    <a:pt x="534421" y="1138653"/>
                  </a:lnTo>
                  <a:lnTo>
                    <a:pt x="530308" y="1133536"/>
                  </a:lnTo>
                  <a:close/>
                  <a:moveTo>
                    <a:pt x="6062" y="590728"/>
                  </a:moveTo>
                  <a:lnTo>
                    <a:pt x="36320" y="618170"/>
                  </a:lnTo>
                  <a:lnTo>
                    <a:pt x="24198" y="566634"/>
                  </a:lnTo>
                  <a:close/>
                  <a:moveTo>
                    <a:pt x="44269" y="528793"/>
                  </a:moveTo>
                  <a:lnTo>
                    <a:pt x="6062" y="590728"/>
                  </a:lnTo>
                  <a:lnTo>
                    <a:pt x="24198" y="566634"/>
                  </a:lnTo>
                  <a:close/>
                  <a:moveTo>
                    <a:pt x="44269" y="528793"/>
                  </a:moveTo>
                  <a:lnTo>
                    <a:pt x="18485" y="567294"/>
                  </a:lnTo>
                  <a:lnTo>
                    <a:pt x="6062" y="590728"/>
                  </a:lnTo>
                  <a:close/>
                  <a:moveTo>
                    <a:pt x="530308" y="1133536"/>
                  </a:moveTo>
                  <a:lnTo>
                    <a:pt x="534421" y="1138653"/>
                  </a:lnTo>
                  <a:lnTo>
                    <a:pt x="535070" y="1131896"/>
                  </a:lnTo>
                  <a:close/>
                  <a:moveTo>
                    <a:pt x="493879" y="1081999"/>
                  </a:moveTo>
                  <a:lnTo>
                    <a:pt x="535070" y="1131896"/>
                  </a:lnTo>
                  <a:lnTo>
                    <a:pt x="533749" y="1070226"/>
                  </a:lnTo>
                  <a:close/>
                  <a:moveTo>
                    <a:pt x="493879" y="1081999"/>
                  </a:moveTo>
                  <a:lnTo>
                    <a:pt x="530308" y="1133536"/>
                  </a:lnTo>
                  <a:lnTo>
                    <a:pt x="535070" y="1131896"/>
                  </a:lnTo>
                  <a:close/>
                  <a:moveTo>
                    <a:pt x="600821" y="1116423"/>
                  </a:moveTo>
                  <a:lnTo>
                    <a:pt x="534421" y="1138653"/>
                  </a:lnTo>
                  <a:lnTo>
                    <a:pt x="587306" y="1161706"/>
                  </a:lnTo>
                  <a:close/>
                  <a:moveTo>
                    <a:pt x="600821" y="1116423"/>
                  </a:moveTo>
                  <a:lnTo>
                    <a:pt x="535070" y="1131896"/>
                  </a:lnTo>
                  <a:lnTo>
                    <a:pt x="534421" y="1138653"/>
                  </a:lnTo>
                  <a:close/>
                  <a:moveTo>
                    <a:pt x="535070" y="1131896"/>
                  </a:moveTo>
                  <a:lnTo>
                    <a:pt x="600821" y="1116423"/>
                  </a:lnTo>
                  <a:lnTo>
                    <a:pt x="588862" y="1063402"/>
                  </a:lnTo>
                  <a:close/>
                  <a:moveTo>
                    <a:pt x="535070" y="1131896"/>
                  </a:moveTo>
                  <a:lnTo>
                    <a:pt x="588862" y="1063402"/>
                  </a:lnTo>
                  <a:lnTo>
                    <a:pt x="533749" y="1070226"/>
                  </a:lnTo>
                  <a:close/>
                  <a:moveTo>
                    <a:pt x="587306" y="1161706"/>
                  </a:moveTo>
                  <a:lnTo>
                    <a:pt x="623829" y="1109442"/>
                  </a:lnTo>
                  <a:lnTo>
                    <a:pt x="600821" y="1116423"/>
                  </a:lnTo>
                  <a:close/>
                  <a:moveTo>
                    <a:pt x="623829" y="1109442"/>
                  </a:moveTo>
                  <a:lnTo>
                    <a:pt x="636050" y="1057905"/>
                  </a:lnTo>
                  <a:lnTo>
                    <a:pt x="600821" y="1116423"/>
                  </a:lnTo>
                  <a:close/>
                  <a:moveTo>
                    <a:pt x="636050" y="1057905"/>
                  </a:moveTo>
                  <a:lnTo>
                    <a:pt x="588862" y="1063402"/>
                  </a:lnTo>
                  <a:lnTo>
                    <a:pt x="600821" y="1116423"/>
                  </a:lnTo>
                  <a:close/>
                  <a:moveTo>
                    <a:pt x="533749" y="1070226"/>
                  </a:moveTo>
                  <a:lnTo>
                    <a:pt x="588862" y="1063402"/>
                  </a:lnTo>
                  <a:lnTo>
                    <a:pt x="533552" y="1007643"/>
                  </a:lnTo>
                  <a:close/>
                  <a:moveTo>
                    <a:pt x="70093" y="490447"/>
                  </a:moveTo>
                  <a:lnTo>
                    <a:pt x="69045" y="491976"/>
                  </a:lnTo>
                  <a:lnTo>
                    <a:pt x="69732" y="491003"/>
                  </a:lnTo>
                  <a:close/>
                  <a:moveTo>
                    <a:pt x="70093" y="490447"/>
                  </a:moveTo>
                  <a:lnTo>
                    <a:pt x="73813" y="491003"/>
                  </a:lnTo>
                  <a:lnTo>
                    <a:pt x="69045" y="491976"/>
                  </a:lnTo>
                  <a:close/>
                  <a:moveTo>
                    <a:pt x="623829" y="1109442"/>
                  </a:moveTo>
                  <a:lnTo>
                    <a:pt x="618060" y="1102408"/>
                  </a:lnTo>
                  <a:lnTo>
                    <a:pt x="636050" y="1057905"/>
                  </a:lnTo>
                  <a:close/>
                  <a:moveTo>
                    <a:pt x="131206" y="466909"/>
                  </a:moveTo>
                  <a:lnTo>
                    <a:pt x="130154" y="480278"/>
                  </a:lnTo>
                  <a:lnTo>
                    <a:pt x="122227" y="510691"/>
                  </a:lnTo>
                  <a:close/>
                  <a:moveTo>
                    <a:pt x="71178" y="490242"/>
                  </a:moveTo>
                  <a:lnTo>
                    <a:pt x="73813" y="491003"/>
                  </a:lnTo>
                  <a:lnTo>
                    <a:pt x="70093" y="490447"/>
                  </a:lnTo>
                  <a:close/>
                  <a:moveTo>
                    <a:pt x="773266" y="831014"/>
                  </a:moveTo>
                  <a:lnTo>
                    <a:pt x="817931" y="825445"/>
                  </a:lnTo>
                  <a:lnTo>
                    <a:pt x="791873" y="824077"/>
                  </a:lnTo>
                  <a:close/>
                  <a:moveTo>
                    <a:pt x="791873" y="824077"/>
                  </a:moveTo>
                  <a:lnTo>
                    <a:pt x="817931" y="825445"/>
                  </a:lnTo>
                  <a:lnTo>
                    <a:pt x="865723" y="829453"/>
                  </a:lnTo>
                  <a:close/>
                  <a:moveTo>
                    <a:pt x="894773" y="803167"/>
                  </a:moveTo>
                  <a:lnTo>
                    <a:pt x="865723" y="829453"/>
                  </a:lnTo>
                  <a:lnTo>
                    <a:pt x="817931" y="825445"/>
                  </a:lnTo>
                  <a:close/>
                  <a:moveTo>
                    <a:pt x="865723" y="829453"/>
                  </a:moveTo>
                  <a:lnTo>
                    <a:pt x="894773" y="803167"/>
                  </a:lnTo>
                  <a:lnTo>
                    <a:pt x="869829" y="806920"/>
                  </a:lnTo>
                  <a:close/>
                  <a:moveTo>
                    <a:pt x="894773" y="803167"/>
                  </a:moveTo>
                  <a:lnTo>
                    <a:pt x="896387" y="782826"/>
                  </a:lnTo>
                  <a:lnTo>
                    <a:pt x="869829" y="806920"/>
                  </a:lnTo>
                  <a:close/>
                  <a:moveTo>
                    <a:pt x="869829" y="806920"/>
                  </a:moveTo>
                  <a:lnTo>
                    <a:pt x="896387" y="782826"/>
                  </a:lnTo>
                  <a:lnTo>
                    <a:pt x="857254" y="797792"/>
                  </a:lnTo>
                  <a:close/>
                  <a:moveTo>
                    <a:pt x="896387" y="782826"/>
                  </a:moveTo>
                  <a:lnTo>
                    <a:pt x="882228" y="756266"/>
                  </a:lnTo>
                  <a:lnTo>
                    <a:pt x="857254" y="797792"/>
                  </a:lnTo>
                  <a:close/>
                  <a:moveTo>
                    <a:pt x="869070" y="731289"/>
                  </a:moveTo>
                  <a:lnTo>
                    <a:pt x="857254" y="797792"/>
                  </a:lnTo>
                  <a:lnTo>
                    <a:pt x="882228" y="756266"/>
                  </a:lnTo>
                  <a:close/>
                  <a:moveTo>
                    <a:pt x="894773" y="803167"/>
                  </a:moveTo>
                  <a:lnTo>
                    <a:pt x="923863" y="817496"/>
                  </a:lnTo>
                  <a:lnTo>
                    <a:pt x="896387" y="782826"/>
                  </a:lnTo>
                  <a:close/>
                  <a:moveTo>
                    <a:pt x="896387" y="782826"/>
                  </a:moveTo>
                  <a:lnTo>
                    <a:pt x="966673" y="810269"/>
                  </a:lnTo>
                  <a:lnTo>
                    <a:pt x="941057" y="758732"/>
                  </a:lnTo>
                  <a:close/>
                  <a:moveTo>
                    <a:pt x="941057" y="758732"/>
                  </a:moveTo>
                  <a:lnTo>
                    <a:pt x="962946" y="748480"/>
                  </a:lnTo>
                  <a:lnTo>
                    <a:pt x="896387" y="782826"/>
                  </a:lnTo>
                  <a:close/>
                  <a:moveTo>
                    <a:pt x="896387" y="782826"/>
                  </a:moveTo>
                  <a:lnTo>
                    <a:pt x="962946" y="748480"/>
                  </a:lnTo>
                  <a:lnTo>
                    <a:pt x="881154" y="726732"/>
                  </a:lnTo>
                  <a:close/>
                  <a:moveTo>
                    <a:pt x="881154" y="726732"/>
                  </a:moveTo>
                  <a:lnTo>
                    <a:pt x="962946" y="748480"/>
                  </a:lnTo>
                  <a:lnTo>
                    <a:pt x="931641" y="723669"/>
                  </a:lnTo>
                  <a:close/>
                  <a:moveTo>
                    <a:pt x="896387" y="782826"/>
                  </a:moveTo>
                  <a:lnTo>
                    <a:pt x="881154" y="726732"/>
                  </a:lnTo>
                  <a:lnTo>
                    <a:pt x="882228" y="756266"/>
                  </a:lnTo>
                  <a:close/>
                  <a:moveTo>
                    <a:pt x="869070" y="731289"/>
                  </a:moveTo>
                  <a:lnTo>
                    <a:pt x="882228" y="756266"/>
                  </a:lnTo>
                  <a:lnTo>
                    <a:pt x="881154" y="726732"/>
                  </a:lnTo>
                  <a:close/>
                  <a:moveTo>
                    <a:pt x="967354" y="630062"/>
                  </a:moveTo>
                  <a:lnTo>
                    <a:pt x="967012" y="632170"/>
                  </a:lnTo>
                  <a:lnTo>
                    <a:pt x="966644" y="631565"/>
                  </a:lnTo>
                  <a:close/>
                  <a:moveTo>
                    <a:pt x="1238248" y="674381"/>
                  </a:moveTo>
                  <a:lnTo>
                    <a:pt x="1201723" y="656026"/>
                  </a:lnTo>
                  <a:lnTo>
                    <a:pt x="1248668" y="686450"/>
                  </a:lnTo>
                  <a:close/>
                  <a:moveTo>
                    <a:pt x="1213200" y="634914"/>
                  </a:moveTo>
                  <a:lnTo>
                    <a:pt x="1201723" y="656026"/>
                  </a:lnTo>
                  <a:lnTo>
                    <a:pt x="1238248" y="674381"/>
                  </a:lnTo>
                  <a:close/>
                  <a:moveTo>
                    <a:pt x="1351150" y="713893"/>
                  </a:moveTo>
                  <a:lnTo>
                    <a:pt x="1326604" y="695156"/>
                  </a:lnTo>
                  <a:lnTo>
                    <a:pt x="1300560" y="732681"/>
                  </a:lnTo>
                  <a:close/>
                  <a:moveTo>
                    <a:pt x="1326604" y="695156"/>
                  </a:moveTo>
                  <a:lnTo>
                    <a:pt x="1293471" y="662356"/>
                  </a:lnTo>
                  <a:lnTo>
                    <a:pt x="1300560" y="732681"/>
                  </a:lnTo>
                  <a:close/>
                  <a:moveTo>
                    <a:pt x="1248668" y="686450"/>
                  </a:moveTo>
                  <a:lnTo>
                    <a:pt x="1293471" y="662356"/>
                  </a:lnTo>
                  <a:lnTo>
                    <a:pt x="1238248" y="674381"/>
                  </a:lnTo>
                  <a:close/>
                  <a:moveTo>
                    <a:pt x="964412" y="79463"/>
                  </a:moveTo>
                  <a:lnTo>
                    <a:pt x="951145" y="71360"/>
                  </a:lnTo>
                  <a:lnTo>
                    <a:pt x="886488" y="97693"/>
                  </a:lnTo>
                  <a:close/>
                  <a:moveTo>
                    <a:pt x="1033143" y="51703"/>
                  </a:moveTo>
                  <a:lnTo>
                    <a:pt x="1021939" y="119869"/>
                  </a:lnTo>
                  <a:lnTo>
                    <a:pt x="1072056" y="47266"/>
                  </a:lnTo>
                  <a:close/>
                  <a:moveTo>
                    <a:pt x="951145" y="71360"/>
                  </a:moveTo>
                  <a:lnTo>
                    <a:pt x="964412" y="79463"/>
                  </a:lnTo>
                  <a:lnTo>
                    <a:pt x="969281" y="65640"/>
                  </a:lnTo>
                  <a:close/>
                  <a:moveTo>
                    <a:pt x="1033143" y="51703"/>
                  </a:moveTo>
                  <a:lnTo>
                    <a:pt x="964412" y="79463"/>
                  </a:lnTo>
                  <a:lnTo>
                    <a:pt x="1021939" y="119869"/>
                  </a:lnTo>
                  <a:close/>
                  <a:moveTo>
                    <a:pt x="1033143" y="51703"/>
                  </a:moveTo>
                  <a:lnTo>
                    <a:pt x="969281" y="65640"/>
                  </a:lnTo>
                  <a:lnTo>
                    <a:pt x="964412" y="79463"/>
                  </a:lnTo>
                  <a:close/>
                  <a:moveTo>
                    <a:pt x="969281" y="65640"/>
                  </a:moveTo>
                  <a:lnTo>
                    <a:pt x="1033143" y="51703"/>
                  </a:lnTo>
                  <a:lnTo>
                    <a:pt x="1006591" y="10547"/>
                  </a:lnTo>
                  <a:close/>
                  <a:moveTo>
                    <a:pt x="1033143" y="51703"/>
                  </a:moveTo>
                  <a:lnTo>
                    <a:pt x="1079317" y="24821"/>
                  </a:lnTo>
                  <a:lnTo>
                    <a:pt x="1056989" y="7556"/>
                  </a:lnTo>
                  <a:close/>
                  <a:moveTo>
                    <a:pt x="1033143" y="51703"/>
                  </a:moveTo>
                  <a:lnTo>
                    <a:pt x="1056989" y="7556"/>
                  </a:lnTo>
                  <a:lnTo>
                    <a:pt x="1006591" y="10547"/>
                  </a:lnTo>
                  <a:close/>
                  <a:moveTo>
                    <a:pt x="1079317" y="24821"/>
                  </a:moveTo>
                  <a:lnTo>
                    <a:pt x="1072056" y="47266"/>
                  </a:lnTo>
                  <a:lnTo>
                    <a:pt x="1062040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96" name="Output_density__4195">
              <a:extLst>
                <a:ext uri="{FF2B5EF4-FFF2-40B4-BE49-F238E27FC236}">
                  <a16:creationId xmlns:a16="http://schemas.microsoft.com/office/drawing/2014/main" id="{F08682DE-5C25-C8C4-E078-2BDDB1F63E4F}"/>
                </a:ext>
              </a:extLst>
            </p:cNvPr>
            <p:cNvSpPr>
              <a:spLocks noGrp="1"/>
            </p:cNvSpPr>
            <p:nvPr/>
          </p:nvSpPr>
          <p:spPr>
            <a:xfrm>
              <a:off x="15415580" y="3346649"/>
              <a:ext cx="1254181" cy="1056193"/>
            </a:xfrm>
            <a:custGeom>
              <a:avLst/>
              <a:gdLst/>
              <a:ahLst/>
              <a:cxnLst/>
              <a:rect l="0" t="0" r="0" b="0"/>
              <a:pathLst>
                <a:path w="1254181" h="1056193">
                  <a:moveTo>
                    <a:pt x="0" y="692088"/>
                  </a:moveTo>
                  <a:lnTo>
                    <a:pt x="7558" y="736151"/>
                  </a:lnTo>
                  <a:lnTo>
                    <a:pt x="40126" y="723017"/>
                  </a:lnTo>
                  <a:close/>
                  <a:moveTo>
                    <a:pt x="371384" y="977214"/>
                  </a:moveTo>
                  <a:lnTo>
                    <a:pt x="292621" y="945732"/>
                  </a:lnTo>
                  <a:lnTo>
                    <a:pt x="317684" y="949771"/>
                  </a:lnTo>
                  <a:close/>
                  <a:moveTo>
                    <a:pt x="371384" y="977214"/>
                  </a:moveTo>
                  <a:lnTo>
                    <a:pt x="317684" y="949771"/>
                  </a:lnTo>
                  <a:lnTo>
                    <a:pt x="314153" y="1001308"/>
                  </a:lnTo>
                  <a:close/>
                  <a:moveTo>
                    <a:pt x="292621" y="945732"/>
                  </a:moveTo>
                  <a:lnTo>
                    <a:pt x="292354" y="925677"/>
                  </a:lnTo>
                  <a:lnTo>
                    <a:pt x="285198" y="940594"/>
                  </a:lnTo>
                  <a:close/>
                  <a:moveTo>
                    <a:pt x="142581" y="621826"/>
                  </a:moveTo>
                  <a:lnTo>
                    <a:pt x="73815" y="674298"/>
                  </a:lnTo>
                  <a:lnTo>
                    <a:pt x="101179" y="640552"/>
                  </a:lnTo>
                  <a:close/>
                  <a:moveTo>
                    <a:pt x="195833" y="643900"/>
                  </a:moveTo>
                  <a:lnTo>
                    <a:pt x="209507" y="697376"/>
                  </a:lnTo>
                  <a:lnTo>
                    <a:pt x="237798" y="668249"/>
                  </a:lnTo>
                  <a:close/>
                  <a:moveTo>
                    <a:pt x="171248" y="667994"/>
                  </a:moveTo>
                  <a:lnTo>
                    <a:pt x="195833" y="643900"/>
                  </a:lnTo>
                  <a:lnTo>
                    <a:pt x="142581" y="621826"/>
                  </a:lnTo>
                  <a:close/>
                  <a:moveTo>
                    <a:pt x="195833" y="643900"/>
                  </a:moveTo>
                  <a:lnTo>
                    <a:pt x="181892" y="633903"/>
                  </a:lnTo>
                  <a:lnTo>
                    <a:pt x="142581" y="621826"/>
                  </a:lnTo>
                  <a:close/>
                  <a:moveTo>
                    <a:pt x="606819" y="1056193"/>
                  </a:moveTo>
                  <a:lnTo>
                    <a:pt x="642867" y="1039128"/>
                  </a:lnTo>
                  <a:lnTo>
                    <a:pt x="566412" y="1023499"/>
                  </a:lnTo>
                  <a:close/>
                  <a:moveTo>
                    <a:pt x="566412" y="1023499"/>
                  </a:moveTo>
                  <a:lnTo>
                    <a:pt x="642867" y="1039128"/>
                  </a:lnTo>
                  <a:lnTo>
                    <a:pt x="650377" y="1027853"/>
                  </a:lnTo>
                  <a:close/>
                  <a:moveTo>
                    <a:pt x="566412" y="1023499"/>
                  </a:moveTo>
                  <a:lnTo>
                    <a:pt x="650377" y="1027853"/>
                  </a:lnTo>
                  <a:lnTo>
                    <a:pt x="602897" y="1025009"/>
                  </a:lnTo>
                  <a:close/>
                  <a:moveTo>
                    <a:pt x="602897" y="1025009"/>
                  </a:moveTo>
                  <a:lnTo>
                    <a:pt x="522373" y="1004657"/>
                  </a:lnTo>
                  <a:lnTo>
                    <a:pt x="566412" y="1023499"/>
                  </a:lnTo>
                  <a:close/>
                  <a:moveTo>
                    <a:pt x="283292" y="576860"/>
                  </a:moveTo>
                  <a:lnTo>
                    <a:pt x="274815" y="521008"/>
                  </a:lnTo>
                  <a:lnTo>
                    <a:pt x="262264" y="568270"/>
                  </a:lnTo>
                  <a:close/>
                  <a:moveTo>
                    <a:pt x="676860" y="980563"/>
                  </a:moveTo>
                  <a:lnTo>
                    <a:pt x="668753" y="961660"/>
                  </a:lnTo>
                  <a:lnTo>
                    <a:pt x="650377" y="1027853"/>
                  </a:lnTo>
                  <a:close/>
                  <a:moveTo>
                    <a:pt x="676860" y="980563"/>
                  </a:moveTo>
                  <a:lnTo>
                    <a:pt x="673344" y="956469"/>
                  </a:lnTo>
                  <a:lnTo>
                    <a:pt x="668753" y="961660"/>
                  </a:lnTo>
                  <a:close/>
                  <a:moveTo>
                    <a:pt x="676860" y="980563"/>
                  </a:moveTo>
                  <a:lnTo>
                    <a:pt x="680408" y="921104"/>
                  </a:lnTo>
                  <a:lnTo>
                    <a:pt x="672406" y="904932"/>
                  </a:lnTo>
                  <a:close/>
                  <a:moveTo>
                    <a:pt x="676860" y="980563"/>
                  </a:moveTo>
                  <a:lnTo>
                    <a:pt x="672406" y="904932"/>
                  </a:lnTo>
                  <a:lnTo>
                    <a:pt x="673344" y="956469"/>
                  </a:lnTo>
                  <a:close/>
                  <a:moveTo>
                    <a:pt x="468803" y="752978"/>
                  </a:moveTo>
                  <a:lnTo>
                    <a:pt x="447592" y="793705"/>
                  </a:lnTo>
                  <a:lnTo>
                    <a:pt x="462652" y="774416"/>
                  </a:lnTo>
                  <a:close/>
                  <a:moveTo>
                    <a:pt x="447539" y="707522"/>
                  </a:moveTo>
                  <a:lnTo>
                    <a:pt x="462652" y="774416"/>
                  </a:lnTo>
                  <a:lnTo>
                    <a:pt x="460903" y="722880"/>
                  </a:lnTo>
                  <a:close/>
                  <a:moveTo>
                    <a:pt x="447539" y="707522"/>
                  </a:moveTo>
                  <a:lnTo>
                    <a:pt x="468803" y="752978"/>
                  </a:lnTo>
                  <a:lnTo>
                    <a:pt x="462652" y="774416"/>
                  </a:lnTo>
                  <a:close/>
                  <a:moveTo>
                    <a:pt x="397715" y="544176"/>
                  </a:moveTo>
                  <a:lnTo>
                    <a:pt x="392679" y="588394"/>
                  </a:lnTo>
                  <a:lnTo>
                    <a:pt x="420234" y="556520"/>
                  </a:lnTo>
                  <a:close/>
                  <a:moveTo>
                    <a:pt x="364478" y="522730"/>
                  </a:moveTo>
                  <a:lnTo>
                    <a:pt x="337390" y="508118"/>
                  </a:lnTo>
                  <a:lnTo>
                    <a:pt x="397715" y="544176"/>
                  </a:lnTo>
                  <a:close/>
                  <a:moveTo>
                    <a:pt x="314557" y="492639"/>
                  </a:moveTo>
                  <a:lnTo>
                    <a:pt x="337390" y="508118"/>
                  </a:lnTo>
                  <a:lnTo>
                    <a:pt x="364478" y="522730"/>
                  </a:lnTo>
                  <a:close/>
                  <a:moveTo>
                    <a:pt x="314557" y="492639"/>
                  </a:moveTo>
                  <a:lnTo>
                    <a:pt x="314831" y="463716"/>
                  </a:lnTo>
                  <a:lnTo>
                    <a:pt x="337390" y="508118"/>
                  </a:lnTo>
                  <a:close/>
                  <a:moveTo>
                    <a:pt x="647501" y="847132"/>
                  </a:moveTo>
                  <a:lnTo>
                    <a:pt x="628921" y="812734"/>
                  </a:lnTo>
                  <a:lnTo>
                    <a:pt x="599270" y="785617"/>
                  </a:lnTo>
                  <a:close/>
                  <a:moveTo>
                    <a:pt x="574345" y="648460"/>
                  </a:moveTo>
                  <a:lnTo>
                    <a:pt x="546239" y="678276"/>
                  </a:lnTo>
                  <a:lnTo>
                    <a:pt x="615272" y="626804"/>
                  </a:lnTo>
                  <a:close/>
                  <a:moveTo>
                    <a:pt x="397715" y="544176"/>
                  </a:moveTo>
                  <a:lnTo>
                    <a:pt x="444075" y="584853"/>
                  </a:lnTo>
                  <a:lnTo>
                    <a:pt x="379045" y="536996"/>
                  </a:lnTo>
                  <a:close/>
                  <a:moveTo>
                    <a:pt x="420234" y="556520"/>
                  </a:moveTo>
                  <a:lnTo>
                    <a:pt x="444075" y="584853"/>
                  </a:lnTo>
                  <a:lnTo>
                    <a:pt x="397715" y="544176"/>
                  </a:lnTo>
                  <a:close/>
                  <a:moveTo>
                    <a:pt x="364478" y="522730"/>
                  </a:moveTo>
                  <a:lnTo>
                    <a:pt x="397715" y="544176"/>
                  </a:lnTo>
                  <a:lnTo>
                    <a:pt x="379045" y="536996"/>
                  </a:lnTo>
                  <a:close/>
                  <a:moveTo>
                    <a:pt x="420234" y="556520"/>
                  </a:moveTo>
                  <a:lnTo>
                    <a:pt x="471877" y="574926"/>
                  </a:lnTo>
                  <a:lnTo>
                    <a:pt x="444075" y="584853"/>
                  </a:lnTo>
                  <a:close/>
                  <a:moveTo>
                    <a:pt x="471877" y="574926"/>
                  </a:moveTo>
                  <a:lnTo>
                    <a:pt x="479632" y="593928"/>
                  </a:lnTo>
                  <a:lnTo>
                    <a:pt x="444075" y="584853"/>
                  </a:lnTo>
                  <a:close/>
                  <a:moveTo>
                    <a:pt x="518829" y="615570"/>
                  </a:moveTo>
                  <a:lnTo>
                    <a:pt x="444075" y="584853"/>
                  </a:lnTo>
                  <a:lnTo>
                    <a:pt x="479632" y="593928"/>
                  </a:lnTo>
                  <a:close/>
                  <a:moveTo>
                    <a:pt x="625346" y="614172"/>
                  </a:moveTo>
                  <a:lnTo>
                    <a:pt x="590241" y="604730"/>
                  </a:lnTo>
                  <a:lnTo>
                    <a:pt x="574345" y="648460"/>
                  </a:lnTo>
                  <a:close/>
                  <a:moveTo>
                    <a:pt x="590241" y="604730"/>
                  </a:moveTo>
                  <a:lnTo>
                    <a:pt x="625346" y="614172"/>
                  </a:lnTo>
                  <a:lnTo>
                    <a:pt x="576226" y="553381"/>
                  </a:lnTo>
                  <a:close/>
                  <a:moveTo>
                    <a:pt x="576226" y="553381"/>
                  </a:moveTo>
                  <a:lnTo>
                    <a:pt x="551894" y="510419"/>
                  </a:lnTo>
                  <a:lnTo>
                    <a:pt x="560162" y="547525"/>
                  </a:lnTo>
                  <a:close/>
                  <a:moveTo>
                    <a:pt x="945956" y="894667"/>
                  </a:moveTo>
                  <a:lnTo>
                    <a:pt x="968169" y="901831"/>
                  </a:lnTo>
                  <a:lnTo>
                    <a:pt x="949312" y="884187"/>
                  </a:lnTo>
                  <a:close/>
                  <a:moveTo>
                    <a:pt x="963430" y="842941"/>
                  </a:moveTo>
                  <a:lnTo>
                    <a:pt x="943635" y="832650"/>
                  </a:lnTo>
                  <a:lnTo>
                    <a:pt x="949312" y="884187"/>
                  </a:lnTo>
                  <a:close/>
                  <a:moveTo>
                    <a:pt x="853282" y="731040"/>
                  </a:moveTo>
                  <a:lnTo>
                    <a:pt x="849961" y="729577"/>
                  </a:lnTo>
                  <a:lnTo>
                    <a:pt x="815402" y="755904"/>
                  </a:lnTo>
                  <a:close/>
                  <a:moveTo>
                    <a:pt x="852027" y="718161"/>
                  </a:moveTo>
                  <a:lnTo>
                    <a:pt x="853282" y="731040"/>
                  </a:lnTo>
                  <a:lnTo>
                    <a:pt x="856792" y="678041"/>
                  </a:lnTo>
                  <a:close/>
                  <a:moveTo>
                    <a:pt x="849961" y="729577"/>
                  </a:moveTo>
                  <a:lnTo>
                    <a:pt x="853282" y="731040"/>
                  </a:lnTo>
                  <a:lnTo>
                    <a:pt x="852027" y="718161"/>
                  </a:lnTo>
                  <a:close/>
                  <a:moveTo>
                    <a:pt x="943635" y="832650"/>
                  </a:moveTo>
                  <a:lnTo>
                    <a:pt x="926626" y="822398"/>
                  </a:lnTo>
                  <a:lnTo>
                    <a:pt x="986128" y="824488"/>
                  </a:lnTo>
                  <a:close/>
                  <a:moveTo>
                    <a:pt x="849740" y="671176"/>
                  </a:moveTo>
                  <a:lnTo>
                    <a:pt x="849961" y="729577"/>
                  </a:lnTo>
                  <a:lnTo>
                    <a:pt x="852027" y="718161"/>
                  </a:lnTo>
                  <a:close/>
                  <a:moveTo>
                    <a:pt x="821198" y="719141"/>
                  </a:moveTo>
                  <a:lnTo>
                    <a:pt x="849961" y="729577"/>
                  </a:lnTo>
                  <a:lnTo>
                    <a:pt x="849740" y="671176"/>
                  </a:lnTo>
                  <a:close/>
                  <a:moveTo>
                    <a:pt x="1076151" y="726540"/>
                  </a:moveTo>
                  <a:lnTo>
                    <a:pt x="1102767" y="784463"/>
                  </a:lnTo>
                  <a:lnTo>
                    <a:pt x="1086201" y="732926"/>
                  </a:lnTo>
                  <a:close/>
                  <a:moveTo>
                    <a:pt x="1082816" y="658378"/>
                  </a:moveTo>
                  <a:lnTo>
                    <a:pt x="1086201" y="732926"/>
                  </a:lnTo>
                  <a:lnTo>
                    <a:pt x="1081517" y="681389"/>
                  </a:lnTo>
                  <a:close/>
                  <a:moveTo>
                    <a:pt x="1163059" y="478592"/>
                  </a:moveTo>
                  <a:lnTo>
                    <a:pt x="1158289" y="490017"/>
                  </a:lnTo>
                  <a:lnTo>
                    <a:pt x="1127431" y="509545"/>
                  </a:lnTo>
                  <a:close/>
                  <a:moveTo>
                    <a:pt x="1035285" y="204803"/>
                  </a:moveTo>
                  <a:lnTo>
                    <a:pt x="1002872" y="196815"/>
                  </a:lnTo>
                  <a:lnTo>
                    <a:pt x="962252" y="241322"/>
                  </a:lnTo>
                  <a:close/>
                  <a:moveTo>
                    <a:pt x="1187364" y="402961"/>
                  </a:moveTo>
                  <a:lnTo>
                    <a:pt x="1254181" y="382037"/>
                  </a:lnTo>
                  <a:lnTo>
                    <a:pt x="1207968" y="327331"/>
                  </a:lnTo>
                  <a:close/>
                  <a:moveTo>
                    <a:pt x="1068354" y="193544"/>
                  </a:moveTo>
                  <a:lnTo>
                    <a:pt x="1062491" y="196815"/>
                  </a:lnTo>
                  <a:lnTo>
                    <a:pt x="1097920" y="244882"/>
                  </a:lnTo>
                  <a:close/>
                  <a:moveTo>
                    <a:pt x="1203776" y="134062"/>
                  </a:moveTo>
                  <a:lnTo>
                    <a:pt x="1215516" y="187260"/>
                  </a:lnTo>
                  <a:lnTo>
                    <a:pt x="1212589" y="200164"/>
                  </a:lnTo>
                  <a:close/>
                  <a:moveTo>
                    <a:pt x="1190196" y="19617"/>
                  </a:moveTo>
                  <a:lnTo>
                    <a:pt x="1222095" y="72996"/>
                  </a:lnTo>
                  <a:lnTo>
                    <a:pt x="1196144" y="21460"/>
                  </a:lnTo>
                  <a:close/>
                  <a:moveTo>
                    <a:pt x="1190196" y="19617"/>
                  </a:moveTo>
                  <a:lnTo>
                    <a:pt x="1213522" y="63396"/>
                  </a:lnTo>
                  <a:lnTo>
                    <a:pt x="1222095" y="72996"/>
                  </a:lnTo>
                  <a:close/>
                  <a:moveTo>
                    <a:pt x="1167606" y="0"/>
                  </a:moveTo>
                  <a:lnTo>
                    <a:pt x="1213522" y="63396"/>
                  </a:lnTo>
                  <a:lnTo>
                    <a:pt x="1190196" y="19617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97" name="Output_density__4196">
              <a:extLst>
                <a:ext uri="{FF2B5EF4-FFF2-40B4-BE49-F238E27FC236}">
                  <a16:creationId xmlns:a16="http://schemas.microsoft.com/office/drawing/2014/main" id="{57D20C9F-54A2-3F98-41C2-7768987A4F6A}"/>
                </a:ext>
              </a:extLst>
            </p:cNvPr>
            <p:cNvSpPr>
              <a:spLocks noGrp="1"/>
            </p:cNvSpPr>
            <p:nvPr/>
          </p:nvSpPr>
          <p:spPr>
            <a:xfrm>
              <a:off x="15400074" y="3418218"/>
              <a:ext cx="1320477" cy="1153219"/>
            </a:xfrm>
            <a:custGeom>
              <a:avLst/>
              <a:gdLst/>
              <a:ahLst/>
              <a:cxnLst/>
              <a:rect l="0" t="0" r="0" b="0"/>
              <a:pathLst>
                <a:path w="1320477" h="1153219">
                  <a:moveTo>
                    <a:pt x="15506" y="620519"/>
                  </a:moveTo>
                  <a:lnTo>
                    <a:pt x="0" y="644613"/>
                  </a:lnTo>
                  <a:lnTo>
                    <a:pt x="23064" y="664581"/>
                  </a:lnTo>
                  <a:close/>
                  <a:moveTo>
                    <a:pt x="374619" y="981275"/>
                  </a:moveTo>
                  <a:lnTo>
                    <a:pt x="347222" y="943105"/>
                  </a:lnTo>
                  <a:lnTo>
                    <a:pt x="375292" y="983027"/>
                  </a:lnTo>
                  <a:close/>
                  <a:moveTo>
                    <a:pt x="374619" y="981275"/>
                  </a:moveTo>
                  <a:lnTo>
                    <a:pt x="329659" y="929739"/>
                  </a:lnTo>
                  <a:lnTo>
                    <a:pt x="347222" y="943105"/>
                  </a:lnTo>
                  <a:close/>
                  <a:moveTo>
                    <a:pt x="456475" y="957181"/>
                  </a:moveTo>
                  <a:lnTo>
                    <a:pt x="454391" y="959382"/>
                  </a:lnTo>
                  <a:lnTo>
                    <a:pt x="490630" y="965224"/>
                  </a:lnTo>
                  <a:close/>
                  <a:moveTo>
                    <a:pt x="490630" y="965224"/>
                  </a:moveTo>
                  <a:lnTo>
                    <a:pt x="454391" y="959382"/>
                  </a:lnTo>
                  <a:lnTo>
                    <a:pt x="446019" y="1026253"/>
                  </a:lnTo>
                  <a:close/>
                  <a:moveTo>
                    <a:pt x="490630" y="965224"/>
                  </a:moveTo>
                  <a:lnTo>
                    <a:pt x="446019" y="1026253"/>
                  </a:lnTo>
                  <a:lnTo>
                    <a:pt x="512739" y="1009993"/>
                  </a:lnTo>
                  <a:close/>
                  <a:moveTo>
                    <a:pt x="329659" y="929739"/>
                  </a:moveTo>
                  <a:lnTo>
                    <a:pt x="374619" y="981275"/>
                  </a:lnTo>
                  <a:lnTo>
                    <a:pt x="386890" y="905645"/>
                  </a:lnTo>
                  <a:close/>
                  <a:moveTo>
                    <a:pt x="419335" y="905645"/>
                  </a:moveTo>
                  <a:lnTo>
                    <a:pt x="393954" y="908094"/>
                  </a:lnTo>
                  <a:lnTo>
                    <a:pt x="438478" y="906897"/>
                  </a:lnTo>
                  <a:close/>
                  <a:moveTo>
                    <a:pt x="438478" y="906897"/>
                  </a:moveTo>
                  <a:lnTo>
                    <a:pt x="393954" y="908094"/>
                  </a:lnTo>
                  <a:lnTo>
                    <a:pt x="380833" y="978522"/>
                  </a:lnTo>
                  <a:close/>
                  <a:moveTo>
                    <a:pt x="451483" y="957181"/>
                  </a:moveTo>
                  <a:lnTo>
                    <a:pt x="445966" y="927880"/>
                  </a:lnTo>
                  <a:lnTo>
                    <a:pt x="438478" y="906897"/>
                  </a:lnTo>
                  <a:close/>
                  <a:moveTo>
                    <a:pt x="380833" y="978522"/>
                  </a:moveTo>
                  <a:lnTo>
                    <a:pt x="451483" y="957181"/>
                  </a:lnTo>
                  <a:lnTo>
                    <a:pt x="438478" y="906897"/>
                  </a:lnTo>
                  <a:close/>
                  <a:moveTo>
                    <a:pt x="445966" y="927880"/>
                  </a:moveTo>
                  <a:lnTo>
                    <a:pt x="456475" y="957181"/>
                  </a:lnTo>
                  <a:lnTo>
                    <a:pt x="438478" y="906897"/>
                  </a:lnTo>
                  <a:close/>
                  <a:moveTo>
                    <a:pt x="456475" y="957181"/>
                  </a:moveTo>
                  <a:lnTo>
                    <a:pt x="490630" y="965224"/>
                  </a:lnTo>
                  <a:lnTo>
                    <a:pt x="438478" y="906897"/>
                  </a:lnTo>
                  <a:close/>
                  <a:moveTo>
                    <a:pt x="342250" y="889455"/>
                  </a:moveTo>
                  <a:lnTo>
                    <a:pt x="308127" y="874163"/>
                  </a:lnTo>
                  <a:lnTo>
                    <a:pt x="386890" y="905645"/>
                  </a:lnTo>
                  <a:close/>
                  <a:moveTo>
                    <a:pt x="158087" y="550257"/>
                  </a:moveTo>
                  <a:lnTo>
                    <a:pt x="143991" y="555182"/>
                  </a:lnTo>
                  <a:lnTo>
                    <a:pt x="186754" y="596425"/>
                  </a:lnTo>
                  <a:close/>
                  <a:moveTo>
                    <a:pt x="597247" y="1104757"/>
                  </a:moveTo>
                  <a:lnTo>
                    <a:pt x="661532" y="1153219"/>
                  </a:lnTo>
                  <a:lnTo>
                    <a:pt x="647393" y="1139234"/>
                  </a:lnTo>
                  <a:close/>
                  <a:moveTo>
                    <a:pt x="645884" y="1151309"/>
                  </a:moveTo>
                  <a:lnTo>
                    <a:pt x="661532" y="1153219"/>
                  </a:lnTo>
                  <a:lnTo>
                    <a:pt x="603015" y="1111791"/>
                  </a:lnTo>
                  <a:close/>
                  <a:moveTo>
                    <a:pt x="387681" y="847469"/>
                  </a:moveTo>
                  <a:lnTo>
                    <a:pt x="393864" y="905185"/>
                  </a:lnTo>
                  <a:lnTo>
                    <a:pt x="419335" y="905645"/>
                  </a:lnTo>
                  <a:close/>
                  <a:moveTo>
                    <a:pt x="225014" y="625807"/>
                  </a:moveTo>
                  <a:lnTo>
                    <a:pt x="305955" y="618856"/>
                  </a:lnTo>
                  <a:lnTo>
                    <a:pt x="253304" y="596680"/>
                  </a:lnTo>
                  <a:close/>
                  <a:moveTo>
                    <a:pt x="328834" y="581596"/>
                  </a:moveTo>
                  <a:lnTo>
                    <a:pt x="305955" y="618856"/>
                  </a:lnTo>
                  <a:lnTo>
                    <a:pt x="302623" y="627667"/>
                  </a:lnTo>
                  <a:close/>
                  <a:moveTo>
                    <a:pt x="211339" y="572331"/>
                  </a:moveTo>
                  <a:lnTo>
                    <a:pt x="186754" y="596425"/>
                  </a:lnTo>
                  <a:lnTo>
                    <a:pt x="225014" y="625807"/>
                  </a:lnTo>
                  <a:close/>
                  <a:moveTo>
                    <a:pt x="305955" y="618856"/>
                  </a:moveTo>
                  <a:lnTo>
                    <a:pt x="321953" y="572331"/>
                  </a:lnTo>
                  <a:lnTo>
                    <a:pt x="319697" y="551043"/>
                  </a:lnTo>
                  <a:close/>
                  <a:moveTo>
                    <a:pt x="324348" y="552723"/>
                  </a:moveTo>
                  <a:lnTo>
                    <a:pt x="345630" y="592516"/>
                  </a:lnTo>
                  <a:lnTo>
                    <a:pt x="309438" y="622126"/>
                  </a:lnTo>
                  <a:close/>
                  <a:moveTo>
                    <a:pt x="253304" y="596680"/>
                  </a:moveTo>
                  <a:lnTo>
                    <a:pt x="305955" y="618856"/>
                  </a:lnTo>
                  <a:lnTo>
                    <a:pt x="301498" y="548237"/>
                  </a:lnTo>
                  <a:close/>
                  <a:moveTo>
                    <a:pt x="301498" y="548237"/>
                  </a:moveTo>
                  <a:lnTo>
                    <a:pt x="305955" y="618856"/>
                  </a:lnTo>
                  <a:lnTo>
                    <a:pt x="319697" y="551043"/>
                  </a:lnTo>
                  <a:close/>
                  <a:moveTo>
                    <a:pt x="298798" y="505290"/>
                  </a:moveTo>
                  <a:lnTo>
                    <a:pt x="319697" y="551043"/>
                  </a:lnTo>
                  <a:lnTo>
                    <a:pt x="321953" y="572331"/>
                  </a:lnTo>
                  <a:close/>
                  <a:moveTo>
                    <a:pt x="319697" y="551043"/>
                  </a:moveTo>
                  <a:lnTo>
                    <a:pt x="298798" y="505290"/>
                  </a:lnTo>
                  <a:lnTo>
                    <a:pt x="301498" y="548237"/>
                  </a:lnTo>
                  <a:close/>
                  <a:moveTo>
                    <a:pt x="298798" y="505290"/>
                  </a:moveTo>
                  <a:lnTo>
                    <a:pt x="277770" y="496701"/>
                  </a:lnTo>
                  <a:lnTo>
                    <a:pt x="301498" y="548237"/>
                  </a:lnTo>
                  <a:close/>
                  <a:moveTo>
                    <a:pt x="749335" y="884900"/>
                  </a:moveTo>
                  <a:lnTo>
                    <a:pt x="737350" y="908994"/>
                  </a:lnTo>
                  <a:lnTo>
                    <a:pt x="773750" y="936436"/>
                  </a:lnTo>
                  <a:close/>
                  <a:moveTo>
                    <a:pt x="689857" y="791717"/>
                  </a:moveTo>
                  <a:lnTo>
                    <a:pt x="666477" y="781826"/>
                  </a:lnTo>
                  <a:lnTo>
                    <a:pt x="687912" y="833363"/>
                  </a:lnTo>
                  <a:close/>
                  <a:moveTo>
                    <a:pt x="644428" y="741165"/>
                  </a:moveTo>
                  <a:lnTo>
                    <a:pt x="666477" y="781826"/>
                  </a:lnTo>
                  <a:lnTo>
                    <a:pt x="639919" y="731590"/>
                  </a:lnTo>
                  <a:close/>
                  <a:moveTo>
                    <a:pt x="639919" y="731590"/>
                  </a:moveTo>
                  <a:lnTo>
                    <a:pt x="666477" y="781826"/>
                  </a:lnTo>
                  <a:lnTo>
                    <a:pt x="689857" y="791717"/>
                  </a:lnTo>
                  <a:close/>
                  <a:moveTo>
                    <a:pt x="644428" y="741165"/>
                  </a:moveTo>
                  <a:lnTo>
                    <a:pt x="639919" y="731590"/>
                  </a:lnTo>
                  <a:lnTo>
                    <a:pt x="638958" y="730290"/>
                  </a:lnTo>
                  <a:close/>
                  <a:moveTo>
                    <a:pt x="304900" y="369534"/>
                  </a:moveTo>
                  <a:lnTo>
                    <a:pt x="305456" y="421070"/>
                  </a:lnTo>
                  <a:lnTo>
                    <a:pt x="274780" y="393628"/>
                  </a:lnTo>
                  <a:close/>
                  <a:moveTo>
                    <a:pt x="330063" y="421070"/>
                  </a:moveTo>
                  <a:lnTo>
                    <a:pt x="313856" y="369534"/>
                  </a:lnTo>
                  <a:lnTo>
                    <a:pt x="330337" y="392146"/>
                  </a:lnTo>
                  <a:close/>
                  <a:moveTo>
                    <a:pt x="686620" y="819109"/>
                  </a:moveTo>
                  <a:lnTo>
                    <a:pt x="688851" y="884900"/>
                  </a:lnTo>
                  <a:lnTo>
                    <a:pt x="687912" y="833363"/>
                  </a:lnTo>
                  <a:close/>
                  <a:moveTo>
                    <a:pt x="663007" y="775563"/>
                  </a:moveTo>
                  <a:lnTo>
                    <a:pt x="687912" y="833363"/>
                  </a:lnTo>
                  <a:lnTo>
                    <a:pt x="666477" y="781826"/>
                  </a:lnTo>
                  <a:close/>
                  <a:moveTo>
                    <a:pt x="663007" y="775563"/>
                  </a:moveTo>
                  <a:lnTo>
                    <a:pt x="686620" y="819109"/>
                  </a:lnTo>
                  <a:lnTo>
                    <a:pt x="687912" y="833363"/>
                  </a:lnTo>
                  <a:close/>
                  <a:moveTo>
                    <a:pt x="663007" y="775563"/>
                  </a:moveTo>
                  <a:lnTo>
                    <a:pt x="666477" y="781826"/>
                  </a:lnTo>
                  <a:lnTo>
                    <a:pt x="644428" y="741165"/>
                  </a:lnTo>
                  <a:close/>
                  <a:moveTo>
                    <a:pt x="545127" y="551586"/>
                  </a:moveTo>
                  <a:lnTo>
                    <a:pt x="561745" y="606706"/>
                  </a:lnTo>
                  <a:lnTo>
                    <a:pt x="589851" y="576891"/>
                  </a:lnTo>
                  <a:close/>
                  <a:moveTo>
                    <a:pt x="545127" y="551586"/>
                  </a:moveTo>
                  <a:lnTo>
                    <a:pt x="520618" y="575680"/>
                  </a:lnTo>
                  <a:lnTo>
                    <a:pt x="561745" y="606706"/>
                  </a:lnTo>
                  <a:close/>
                  <a:moveTo>
                    <a:pt x="534335" y="544001"/>
                  </a:moveTo>
                  <a:lnTo>
                    <a:pt x="495139" y="522358"/>
                  </a:lnTo>
                  <a:lnTo>
                    <a:pt x="545127" y="551586"/>
                  </a:lnTo>
                  <a:close/>
                  <a:moveTo>
                    <a:pt x="545127" y="551586"/>
                  </a:moveTo>
                  <a:lnTo>
                    <a:pt x="495139" y="522358"/>
                  </a:lnTo>
                  <a:lnTo>
                    <a:pt x="497868" y="524144"/>
                  </a:lnTo>
                  <a:close/>
                  <a:moveTo>
                    <a:pt x="545127" y="551586"/>
                  </a:moveTo>
                  <a:lnTo>
                    <a:pt x="497868" y="524144"/>
                  </a:lnTo>
                  <a:lnTo>
                    <a:pt x="520618" y="575680"/>
                  </a:lnTo>
                  <a:close/>
                  <a:moveTo>
                    <a:pt x="545127" y="551586"/>
                  </a:moveTo>
                  <a:lnTo>
                    <a:pt x="589851" y="576891"/>
                  </a:lnTo>
                  <a:lnTo>
                    <a:pt x="605747" y="533160"/>
                  </a:lnTo>
                  <a:close/>
                  <a:moveTo>
                    <a:pt x="591732" y="481812"/>
                  </a:moveTo>
                  <a:lnTo>
                    <a:pt x="545127" y="551586"/>
                  </a:lnTo>
                  <a:lnTo>
                    <a:pt x="605747" y="533160"/>
                  </a:lnTo>
                  <a:close/>
                  <a:moveTo>
                    <a:pt x="910828" y="726018"/>
                  </a:moveTo>
                  <a:lnTo>
                    <a:pt x="959141" y="761081"/>
                  </a:lnTo>
                  <a:lnTo>
                    <a:pt x="978936" y="771372"/>
                  </a:lnTo>
                  <a:close/>
                  <a:moveTo>
                    <a:pt x="799884" y="703238"/>
                  </a:moveTo>
                  <a:lnTo>
                    <a:pt x="848257" y="733638"/>
                  </a:lnTo>
                  <a:lnTo>
                    <a:pt x="830908" y="684335"/>
                  </a:lnTo>
                  <a:close/>
                  <a:moveTo>
                    <a:pt x="830908" y="684335"/>
                  </a:moveTo>
                  <a:lnTo>
                    <a:pt x="848257" y="733638"/>
                  </a:lnTo>
                  <a:lnTo>
                    <a:pt x="868788" y="659471"/>
                  </a:lnTo>
                  <a:close/>
                  <a:moveTo>
                    <a:pt x="860340" y="729081"/>
                  </a:moveTo>
                  <a:lnTo>
                    <a:pt x="900133" y="671969"/>
                  </a:lnTo>
                  <a:lnTo>
                    <a:pt x="868788" y="659471"/>
                  </a:lnTo>
                  <a:close/>
                  <a:moveTo>
                    <a:pt x="805893" y="658008"/>
                  </a:moveTo>
                  <a:lnTo>
                    <a:pt x="736751" y="628107"/>
                  </a:lnTo>
                  <a:lnTo>
                    <a:pt x="736746" y="630565"/>
                  </a:lnTo>
                  <a:close/>
                  <a:moveTo>
                    <a:pt x="720435" y="580870"/>
                  </a:moveTo>
                  <a:lnTo>
                    <a:pt x="736746" y="630565"/>
                  </a:lnTo>
                  <a:lnTo>
                    <a:pt x="736751" y="628107"/>
                  </a:lnTo>
                  <a:close/>
                  <a:moveTo>
                    <a:pt x="739540" y="606471"/>
                  </a:moveTo>
                  <a:lnTo>
                    <a:pt x="720435" y="580870"/>
                  </a:lnTo>
                  <a:lnTo>
                    <a:pt x="736751" y="628107"/>
                  </a:lnTo>
                  <a:close/>
                  <a:moveTo>
                    <a:pt x="959141" y="761081"/>
                  </a:moveTo>
                  <a:lnTo>
                    <a:pt x="961757" y="810099"/>
                  </a:lnTo>
                  <a:lnTo>
                    <a:pt x="964819" y="812618"/>
                  </a:lnTo>
                  <a:close/>
                  <a:moveTo>
                    <a:pt x="1031156" y="774096"/>
                  </a:moveTo>
                  <a:lnTo>
                    <a:pt x="961757" y="810099"/>
                  </a:lnTo>
                  <a:lnTo>
                    <a:pt x="959141" y="761081"/>
                  </a:lnTo>
                  <a:close/>
                  <a:moveTo>
                    <a:pt x="1288933" y="740336"/>
                  </a:moveTo>
                  <a:lnTo>
                    <a:pt x="1279747" y="735030"/>
                  </a:lnTo>
                  <a:lnTo>
                    <a:pt x="1248578" y="753394"/>
                  </a:lnTo>
                  <a:close/>
                  <a:moveTo>
                    <a:pt x="1098323" y="586809"/>
                  </a:moveTo>
                  <a:lnTo>
                    <a:pt x="1091657" y="654971"/>
                  </a:lnTo>
                  <a:lnTo>
                    <a:pt x="1101707" y="661357"/>
                  </a:lnTo>
                  <a:close/>
                  <a:moveTo>
                    <a:pt x="1077181" y="534190"/>
                  </a:moveTo>
                  <a:lnTo>
                    <a:pt x="1041323" y="506747"/>
                  </a:lnTo>
                  <a:lnTo>
                    <a:pt x="1059919" y="482653"/>
                  </a:lnTo>
                  <a:close/>
                  <a:moveTo>
                    <a:pt x="1192386" y="637263"/>
                  </a:moveTo>
                  <a:lnTo>
                    <a:pt x="1182523" y="619081"/>
                  </a:lnTo>
                  <a:lnTo>
                    <a:pt x="1155300" y="578470"/>
                  </a:lnTo>
                  <a:close/>
                  <a:moveTo>
                    <a:pt x="1100259" y="482653"/>
                  </a:moveTo>
                  <a:lnTo>
                    <a:pt x="1123082" y="498639"/>
                  </a:lnTo>
                  <a:lnTo>
                    <a:pt x="1128526" y="474751"/>
                  </a:lnTo>
                  <a:close/>
                  <a:moveTo>
                    <a:pt x="1064980" y="431116"/>
                  </a:moveTo>
                  <a:lnTo>
                    <a:pt x="1100259" y="482653"/>
                  </a:lnTo>
                  <a:lnTo>
                    <a:pt x="1104002" y="407023"/>
                  </a:lnTo>
                  <a:close/>
                  <a:moveTo>
                    <a:pt x="1178510" y="409354"/>
                  </a:moveTo>
                  <a:lnTo>
                    <a:pt x="1142938" y="437976"/>
                  </a:lnTo>
                  <a:lnTo>
                    <a:pt x="1128526" y="474751"/>
                  </a:lnTo>
                  <a:close/>
                  <a:moveTo>
                    <a:pt x="1123482" y="365232"/>
                  </a:moveTo>
                  <a:lnTo>
                    <a:pt x="1064980" y="431116"/>
                  </a:lnTo>
                  <a:lnTo>
                    <a:pt x="1104002" y="407023"/>
                  </a:lnTo>
                  <a:close/>
                  <a:moveTo>
                    <a:pt x="1320477" y="645634"/>
                  </a:moveTo>
                  <a:lnTo>
                    <a:pt x="1318845" y="613169"/>
                  </a:lnTo>
                  <a:lnTo>
                    <a:pt x="1303610" y="596604"/>
                  </a:lnTo>
                  <a:close/>
                  <a:moveTo>
                    <a:pt x="1107520" y="331392"/>
                  </a:moveTo>
                  <a:lnTo>
                    <a:pt x="1127298" y="350264"/>
                  </a:lnTo>
                  <a:lnTo>
                    <a:pt x="1104002" y="407023"/>
                  </a:lnTo>
                  <a:close/>
                  <a:moveTo>
                    <a:pt x="934077" y="149339"/>
                  </a:moveTo>
                  <a:lnTo>
                    <a:pt x="977759" y="169753"/>
                  </a:lnTo>
                  <a:lnTo>
                    <a:pt x="998567" y="127984"/>
                  </a:lnTo>
                  <a:close/>
                  <a:moveTo>
                    <a:pt x="977759" y="169753"/>
                  </a:moveTo>
                  <a:lnTo>
                    <a:pt x="1018378" y="125245"/>
                  </a:lnTo>
                  <a:lnTo>
                    <a:pt x="998567" y="127984"/>
                  </a:lnTo>
                  <a:close/>
                  <a:moveTo>
                    <a:pt x="998567" y="127984"/>
                  </a:moveTo>
                  <a:lnTo>
                    <a:pt x="1018378" y="125245"/>
                  </a:lnTo>
                  <a:lnTo>
                    <a:pt x="1001125" y="122218"/>
                  </a:lnTo>
                  <a:close/>
                  <a:moveTo>
                    <a:pt x="847298" y="97803"/>
                  </a:moveTo>
                  <a:lnTo>
                    <a:pt x="867619" y="95735"/>
                  </a:lnTo>
                  <a:lnTo>
                    <a:pt x="888952" y="52173"/>
                  </a:lnTo>
                  <a:close/>
                  <a:moveTo>
                    <a:pt x="867619" y="95735"/>
                  </a:moveTo>
                  <a:lnTo>
                    <a:pt x="930331" y="73709"/>
                  </a:lnTo>
                  <a:lnTo>
                    <a:pt x="888952" y="52173"/>
                  </a:lnTo>
                  <a:close/>
                  <a:moveTo>
                    <a:pt x="1184922" y="279855"/>
                  </a:moveTo>
                  <a:lnTo>
                    <a:pt x="1202871" y="331392"/>
                  </a:lnTo>
                  <a:lnTo>
                    <a:pt x="1223474" y="255761"/>
                  </a:lnTo>
                  <a:close/>
                  <a:moveTo>
                    <a:pt x="1055446" y="101151"/>
                  </a:moveTo>
                  <a:lnTo>
                    <a:pt x="1050791" y="133234"/>
                  </a:lnTo>
                  <a:lnTo>
                    <a:pt x="1083861" y="121975"/>
                  </a:lnTo>
                  <a:close/>
                  <a:moveTo>
                    <a:pt x="1055446" y="101151"/>
                  </a:moveTo>
                  <a:lnTo>
                    <a:pt x="1018378" y="125245"/>
                  </a:lnTo>
                  <a:lnTo>
                    <a:pt x="1050791" y="133234"/>
                  </a:lnTo>
                  <a:close/>
                  <a:moveTo>
                    <a:pt x="1122743" y="152688"/>
                  </a:moveTo>
                  <a:lnTo>
                    <a:pt x="1083861" y="121975"/>
                  </a:lnTo>
                  <a:lnTo>
                    <a:pt x="1113427" y="173312"/>
                  </a:lnTo>
                  <a:close/>
                  <a:moveTo>
                    <a:pt x="908201" y="0"/>
                  </a:moveTo>
                  <a:lnTo>
                    <a:pt x="946963" y="6469"/>
                  </a:lnTo>
                  <a:lnTo>
                    <a:pt x="923619" y="7110"/>
                  </a:lnTo>
                  <a:close/>
                  <a:moveTo>
                    <a:pt x="1122743" y="152688"/>
                  </a:moveTo>
                  <a:lnTo>
                    <a:pt x="1113427" y="173312"/>
                  </a:lnTo>
                  <a:lnTo>
                    <a:pt x="1143665" y="170894"/>
                  </a:lnTo>
                  <a:close/>
                  <a:moveTo>
                    <a:pt x="1285171" y="215712"/>
                  </a:moveTo>
                  <a:lnTo>
                    <a:pt x="1223474" y="255761"/>
                  </a:lnTo>
                  <a:lnTo>
                    <a:pt x="1288549" y="232390"/>
                  </a:lnTo>
                  <a:close/>
                  <a:moveTo>
                    <a:pt x="1288549" y="232390"/>
                  </a:moveTo>
                  <a:lnTo>
                    <a:pt x="1271641" y="300022"/>
                  </a:lnTo>
                  <a:lnTo>
                    <a:pt x="1297281" y="255761"/>
                  </a:lnTo>
                  <a:close/>
                  <a:moveTo>
                    <a:pt x="1297281" y="255761"/>
                  </a:moveTo>
                  <a:lnTo>
                    <a:pt x="1285171" y="215712"/>
                  </a:lnTo>
                  <a:lnTo>
                    <a:pt x="1288549" y="232390"/>
                  </a:lnTo>
                  <a:close/>
                  <a:moveTo>
                    <a:pt x="1278304" y="180131"/>
                  </a:moveTo>
                  <a:lnTo>
                    <a:pt x="1285171" y="215712"/>
                  </a:lnTo>
                  <a:lnTo>
                    <a:pt x="1297281" y="255761"/>
                  </a:lnTo>
                  <a:close/>
                  <a:moveTo>
                    <a:pt x="1228095" y="128594"/>
                  </a:moveTo>
                  <a:lnTo>
                    <a:pt x="1224533" y="163673"/>
                  </a:lnTo>
                  <a:lnTo>
                    <a:pt x="1239837" y="146507"/>
                  </a:lnTo>
                  <a:close/>
                  <a:moveTo>
                    <a:pt x="1239837" y="146507"/>
                  </a:moveTo>
                  <a:lnTo>
                    <a:pt x="1224533" y="163673"/>
                  </a:lnTo>
                  <a:lnTo>
                    <a:pt x="1226336" y="182244"/>
                  </a:lnTo>
                  <a:close/>
                  <a:moveTo>
                    <a:pt x="1259183" y="180131"/>
                  </a:moveTo>
                  <a:lnTo>
                    <a:pt x="1274425" y="175535"/>
                  </a:lnTo>
                  <a:lnTo>
                    <a:pt x="1239837" y="146507"/>
                  </a:lnTo>
                  <a:close/>
                  <a:moveTo>
                    <a:pt x="1226336" y="182244"/>
                  </a:moveTo>
                  <a:lnTo>
                    <a:pt x="1259183" y="180131"/>
                  </a:lnTo>
                  <a:lnTo>
                    <a:pt x="1239837" y="146507"/>
                  </a:lnTo>
                  <a:close/>
                  <a:moveTo>
                    <a:pt x="1259183" y="180131"/>
                  </a:moveTo>
                  <a:lnTo>
                    <a:pt x="1285171" y="215712"/>
                  </a:lnTo>
                  <a:lnTo>
                    <a:pt x="1277913" y="178295"/>
                  </a:lnTo>
                  <a:close/>
                  <a:moveTo>
                    <a:pt x="1277913" y="178295"/>
                  </a:moveTo>
                  <a:lnTo>
                    <a:pt x="1274425" y="175535"/>
                  </a:lnTo>
                  <a:lnTo>
                    <a:pt x="1259183" y="180131"/>
                  </a:lnTo>
                  <a:close/>
                  <a:moveTo>
                    <a:pt x="1224533" y="163673"/>
                  </a:moveTo>
                  <a:lnTo>
                    <a:pt x="1228095" y="128594"/>
                  </a:lnTo>
                  <a:lnTo>
                    <a:pt x="1231023" y="115691"/>
                  </a:lnTo>
                  <a:close/>
                  <a:moveTo>
                    <a:pt x="1277913" y="178295"/>
                  </a:moveTo>
                  <a:lnTo>
                    <a:pt x="1285171" y="215712"/>
                  </a:lnTo>
                  <a:lnTo>
                    <a:pt x="1278304" y="180131"/>
                  </a:lnTo>
                  <a:close/>
                  <a:moveTo>
                    <a:pt x="1277913" y="178295"/>
                  </a:moveTo>
                  <a:lnTo>
                    <a:pt x="1278304" y="180131"/>
                  </a:lnTo>
                  <a:lnTo>
                    <a:pt x="1274425" y="175535"/>
                  </a:lnTo>
                  <a:close/>
                  <a:moveTo>
                    <a:pt x="1178064" y="128594"/>
                  </a:moveTo>
                  <a:lnTo>
                    <a:pt x="1224533" y="163673"/>
                  </a:lnTo>
                  <a:lnTo>
                    <a:pt x="1231023" y="11569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98" name="Output_density__4197">
              <a:extLst>
                <a:ext uri="{FF2B5EF4-FFF2-40B4-BE49-F238E27FC236}">
                  <a16:creationId xmlns:a16="http://schemas.microsoft.com/office/drawing/2014/main" id="{08D5518B-2795-393A-CB63-75B0A7012AD7}"/>
                </a:ext>
              </a:extLst>
            </p:cNvPr>
            <p:cNvSpPr>
              <a:spLocks noGrp="1"/>
            </p:cNvSpPr>
            <p:nvPr/>
          </p:nvSpPr>
          <p:spPr>
            <a:xfrm>
              <a:off x="15473105" y="3419645"/>
              <a:ext cx="1164570" cy="794901"/>
            </a:xfrm>
            <a:custGeom>
              <a:avLst/>
              <a:gdLst/>
              <a:ahLst/>
              <a:cxnLst/>
              <a:rect l="0" t="0" r="0" b="0"/>
              <a:pathLst>
                <a:path w="1164570" h="794901">
                  <a:moveTo>
                    <a:pt x="0" y="675299"/>
                  </a:moveTo>
                  <a:lnTo>
                    <a:pt x="12454" y="626079"/>
                  </a:lnTo>
                  <a:lnTo>
                    <a:pt x="3055" y="619092"/>
                  </a:lnTo>
                  <a:close/>
                  <a:moveTo>
                    <a:pt x="327110" y="794901"/>
                  </a:moveTo>
                  <a:lnTo>
                    <a:pt x="309694" y="787328"/>
                  </a:lnTo>
                  <a:lnTo>
                    <a:pt x="342090" y="777051"/>
                  </a:lnTo>
                  <a:close/>
                  <a:moveTo>
                    <a:pt x="342090" y="777051"/>
                  </a:moveTo>
                  <a:lnTo>
                    <a:pt x="309694" y="787328"/>
                  </a:lnTo>
                  <a:lnTo>
                    <a:pt x="365964" y="765492"/>
                  </a:lnTo>
                  <a:close/>
                  <a:moveTo>
                    <a:pt x="217290" y="448012"/>
                  </a:moveTo>
                  <a:lnTo>
                    <a:pt x="219915" y="443737"/>
                  </a:lnTo>
                  <a:lnTo>
                    <a:pt x="204738" y="495274"/>
                  </a:lnTo>
                  <a:close/>
                  <a:moveTo>
                    <a:pt x="1019437" y="735560"/>
                  </a:moveTo>
                  <a:lnTo>
                    <a:pt x="1045242" y="711466"/>
                  </a:lnTo>
                  <a:lnTo>
                    <a:pt x="1031252" y="736506"/>
                  </a:lnTo>
                  <a:close/>
                  <a:moveTo>
                    <a:pt x="1150506" y="75631"/>
                  </a:moveTo>
                  <a:lnTo>
                    <a:pt x="1148800" y="17247"/>
                  </a:lnTo>
                  <a:lnTo>
                    <a:pt x="1146251" y="61065"/>
                  </a:lnTo>
                  <a:close/>
                  <a:moveTo>
                    <a:pt x="1164570" y="0"/>
                  </a:moveTo>
                  <a:lnTo>
                    <a:pt x="1148800" y="17247"/>
                  </a:lnTo>
                  <a:lnTo>
                    <a:pt x="1150506" y="756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99" name="Output_density__4198">
              <a:extLst>
                <a:ext uri="{FF2B5EF4-FFF2-40B4-BE49-F238E27FC236}">
                  <a16:creationId xmlns:a16="http://schemas.microsoft.com/office/drawing/2014/main" id="{FE406506-32D7-C0FB-0E9A-292963DE4399}"/>
                </a:ext>
              </a:extLst>
            </p:cNvPr>
            <p:cNvSpPr>
              <a:spLocks noGrp="1"/>
            </p:cNvSpPr>
            <p:nvPr/>
          </p:nvSpPr>
          <p:spPr>
            <a:xfrm>
              <a:off x="15423138" y="3410044"/>
              <a:ext cx="1214537" cy="1171501"/>
            </a:xfrm>
            <a:custGeom>
              <a:avLst/>
              <a:gdLst/>
              <a:ahLst/>
              <a:cxnLst/>
              <a:rect l="0" t="0" r="0" b="0"/>
              <a:pathLst>
                <a:path w="1214537" h="1171501">
                  <a:moveTo>
                    <a:pt x="0" y="672755"/>
                  </a:moveTo>
                  <a:lnTo>
                    <a:pt x="49967" y="684899"/>
                  </a:lnTo>
                  <a:lnTo>
                    <a:pt x="32568" y="659622"/>
                  </a:lnTo>
                  <a:close/>
                  <a:moveTo>
                    <a:pt x="277640" y="877199"/>
                  </a:moveTo>
                  <a:lnTo>
                    <a:pt x="259833" y="850397"/>
                  </a:lnTo>
                  <a:lnTo>
                    <a:pt x="221943" y="843634"/>
                  </a:lnTo>
                  <a:close/>
                  <a:moveTo>
                    <a:pt x="622819" y="1159483"/>
                  </a:moveTo>
                  <a:lnTo>
                    <a:pt x="663550" y="1171501"/>
                  </a:lnTo>
                  <a:lnTo>
                    <a:pt x="638468" y="1161393"/>
                  </a:lnTo>
                  <a:close/>
                  <a:moveTo>
                    <a:pt x="364617" y="855643"/>
                  </a:moveTo>
                  <a:lnTo>
                    <a:pt x="396271" y="913818"/>
                  </a:lnTo>
                  <a:lnTo>
                    <a:pt x="367674" y="862282"/>
                  </a:lnTo>
                  <a:close/>
                  <a:moveTo>
                    <a:pt x="642819" y="964458"/>
                  </a:moveTo>
                  <a:lnTo>
                    <a:pt x="669011" y="923572"/>
                  </a:lnTo>
                  <a:lnTo>
                    <a:pt x="669302" y="917167"/>
                  </a:lnTo>
                  <a:close/>
                  <a:moveTo>
                    <a:pt x="635309" y="975732"/>
                  </a:moveTo>
                  <a:lnTo>
                    <a:pt x="654977" y="970139"/>
                  </a:lnTo>
                  <a:lnTo>
                    <a:pt x="642819" y="964458"/>
                  </a:lnTo>
                  <a:close/>
                  <a:moveTo>
                    <a:pt x="394943" y="736398"/>
                  </a:moveTo>
                  <a:lnTo>
                    <a:pt x="392058" y="786651"/>
                  </a:lnTo>
                  <a:lnTo>
                    <a:pt x="415931" y="775093"/>
                  </a:lnTo>
                  <a:close/>
                  <a:moveTo>
                    <a:pt x="394943" y="736398"/>
                  </a:moveTo>
                  <a:lnTo>
                    <a:pt x="415931" y="775093"/>
                  </a:lnTo>
                  <a:lnTo>
                    <a:pt x="440034" y="730309"/>
                  </a:lnTo>
                  <a:close/>
                  <a:moveTo>
                    <a:pt x="440034" y="730309"/>
                  </a:moveTo>
                  <a:lnTo>
                    <a:pt x="457939" y="730252"/>
                  </a:lnTo>
                  <a:lnTo>
                    <a:pt x="455094" y="711021"/>
                  </a:lnTo>
                  <a:close/>
                  <a:moveTo>
                    <a:pt x="454249" y="743679"/>
                  </a:moveTo>
                  <a:lnTo>
                    <a:pt x="457939" y="730252"/>
                  </a:lnTo>
                  <a:lnTo>
                    <a:pt x="440034" y="730309"/>
                  </a:lnTo>
                  <a:close/>
                  <a:moveTo>
                    <a:pt x="415931" y="775093"/>
                  </a:moveTo>
                  <a:lnTo>
                    <a:pt x="454249" y="743679"/>
                  </a:lnTo>
                  <a:lnTo>
                    <a:pt x="440034" y="730309"/>
                  </a:lnTo>
                  <a:close/>
                  <a:moveTo>
                    <a:pt x="282391" y="429244"/>
                  </a:moveTo>
                  <a:lnTo>
                    <a:pt x="269883" y="453338"/>
                  </a:lnTo>
                  <a:lnTo>
                    <a:pt x="251716" y="401801"/>
                  </a:lnTo>
                  <a:close/>
                  <a:moveTo>
                    <a:pt x="617788" y="550776"/>
                  </a:moveTo>
                  <a:lnTo>
                    <a:pt x="566787" y="585065"/>
                  </a:lnTo>
                  <a:lnTo>
                    <a:pt x="607714" y="563409"/>
                  </a:lnTo>
                  <a:close/>
                  <a:moveTo>
                    <a:pt x="617788" y="550776"/>
                  </a:moveTo>
                  <a:lnTo>
                    <a:pt x="601976" y="541955"/>
                  </a:lnTo>
                  <a:lnTo>
                    <a:pt x="568668" y="489985"/>
                  </a:lnTo>
                  <a:close/>
                  <a:moveTo>
                    <a:pt x="938398" y="831271"/>
                  </a:moveTo>
                  <a:lnTo>
                    <a:pt x="955013" y="853616"/>
                  </a:lnTo>
                  <a:lnTo>
                    <a:pt x="960611" y="838435"/>
                  </a:lnTo>
                  <a:close/>
                  <a:moveTo>
                    <a:pt x="936384" y="882893"/>
                  </a:moveTo>
                  <a:lnTo>
                    <a:pt x="955013" y="853616"/>
                  </a:lnTo>
                  <a:lnTo>
                    <a:pt x="938398" y="831271"/>
                  </a:lnTo>
                  <a:close/>
                  <a:moveTo>
                    <a:pt x="960611" y="838435"/>
                  </a:moveTo>
                  <a:lnTo>
                    <a:pt x="955872" y="779545"/>
                  </a:lnTo>
                  <a:lnTo>
                    <a:pt x="941754" y="820792"/>
                  </a:lnTo>
                  <a:close/>
                  <a:moveTo>
                    <a:pt x="810159" y="595833"/>
                  </a:moveTo>
                  <a:lnTo>
                    <a:pt x="842182" y="607780"/>
                  </a:lnTo>
                  <a:lnTo>
                    <a:pt x="825549" y="558560"/>
                  </a:lnTo>
                  <a:close/>
                  <a:moveTo>
                    <a:pt x="844469" y="654765"/>
                  </a:moveTo>
                  <a:lnTo>
                    <a:pt x="849234" y="614645"/>
                  </a:lnTo>
                  <a:lnTo>
                    <a:pt x="842182" y="607780"/>
                  </a:lnTo>
                  <a:close/>
                  <a:moveTo>
                    <a:pt x="1078643" y="669530"/>
                  </a:moveTo>
                  <a:lnTo>
                    <a:pt x="1095209" y="721067"/>
                  </a:lnTo>
                  <a:lnTo>
                    <a:pt x="1069216" y="693624"/>
                  </a:lnTo>
                  <a:close/>
                  <a:moveTo>
                    <a:pt x="1053862" y="549635"/>
                  </a:moveTo>
                  <a:lnTo>
                    <a:pt x="1075258" y="594983"/>
                  </a:lnTo>
                  <a:lnTo>
                    <a:pt x="1073959" y="617994"/>
                  </a:lnTo>
                  <a:close/>
                  <a:moveTo>
                    <a:pt x="791409" y="91462"/>
                  </a:moveTo>
                  <a:lnTo>
                    <a:pt x="824233" y="105976"/>
                  </a:lnTo>
                  <a:lnTo>
                    <a:pt x="865888" y="60347"/>
                  </a:lnTo>
                  <a:close/>
                  <a:moveTo>
                    <a:pt x="1027727" y="141407"/>
                  </a:moveTo>
                  <a:lnTo>
                    <a:pt x="1054933" y="133419"/>
                  </a:lnTo>
                  <a:lnTo>
                    <a:pt x="1060796" y="130149"/>
                  </a:lnTo>
                  <a:close/>
                  <a:moveTo>
                    <a:pt x="1196218" y="70666"/>
                  </a:moveTo>
                  <a:lnTo>
                    <a:pt x="1205030" y="136768"/>
                  </a:lnTo>
                  <a:lnTo>
                    <a:pt x="1200474" y="85231"/>
                  </a:lnTo>
                  <a:close/>
                  <a:moveTo>
                    <a:pt x="1196218" y="70666"/>
                  </a:moveTo>
                  <a:lnTo>
                    <a:pt x="1198768" y="26848"/>
                  </a:lnTo>
                  <a:lnTo>
                    <a:pt x="1159296" y="53944"/>
                  </a:lnTo>
                  <a:close/>
                  <a:moveTo>
                    <a:pt x="1205964" y="0"/>
                  </a:moveTo>
                  <a:lnTo>
                    <a:pt x="1198768" y="26848"/>
                  </a:lnTo>
                  <a:lnTo>
                    <a:pt x="1214537" y="960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00" name="Output_density__4199">
              <a:extLst>
                <a:ext uri="{FF2B5EF4-FFF2-40B4-BE49-F238E27FC236}">
                  <a16:creationId xmlns:a16="http://schemas.microsoft.com/office/drawing/2014/main" id="{2A0AB0BC-DCCB-F84C-8AEF-3D7404392226}"/>
                </a:ext>
              </a:extLst>
            </p:cNvPr>
            <p:cNvSpPr>
              <a:spLocks noGrp="1"/>
            </p:cNvSpPr>
            <p:nvPr/>
          </p:nvSpPr>
          <p:spPr>
            <a:xfrm>
              <a:off x="16412404" y="3445388"/>
              <a:ext cx="46174" cy="26882"/>
            </a:xfrm>
            <a:custGeom>
              <a:avLst/>
              <a:gdLst/>
              <a:ahLst/>
              <a:cxnLst/>
              <a:rect l="0" t="0" r="0" b="0"/>
              <a:pathLst>
                <a:path w="46174" h="26882">
                  <a:moveTo>
                    <a:pt x="38913" y="22445"/>
                  </a:moveTo>
                  <a:lnTo>
                    <a:pt x="46174" y="0"/>
                  </a:lnTo>
                  <a:lnTo>
                    <a:pt x="0" y="2688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01" name="Output_density__4200">
              <a:extLst>
                <a:ext uri="{FF2B5EF4-FFF2-40B4-BE49-F238E27FC236}">
                  <a16:creationId xmlns:a16="http://schemas.microsoft.com/office/drawing/2014/main" id="{096F1D52-EE09-1399-C28C-9DED041FFB00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3153354"/>
              <a:ext cx="1309036" cy="1572364"/>
            </a:xfrm>
            <a:custGeom>
              <a:avLst/>
              <a:gdLst/>
              <a:ahLst/>
              <a:cxnLst/>
              <a:rect l="0" t="0" r="0" b="0"/>
              <a:pathLst>
                <a:path w="1309036" h="1572364">
                  <a:moveTo>
                    <a:pt x="381098" y="1572364"/>
                  </a:moveTo>
                  <a:lnTo>
                    <a:pt x="350713" y="1534304"/>
                  </a:lnTo>
                  <a:lnTo>
                    <a:pt x="357073" y="1552010"/>
                  </a:lnTo>
                  <a:close/>
                  <a:moveTo>
                    <a:pt x="362227" y="1541585"/>
                  </a:moveTo>
                  <a:lnTo>
                    <a:pt x="350713" y="1534304"/>
                  </a:lnTo>
                  <a:lnTo>
                    <a:pt x="381098" y="1572364"/>
                  </a:lnTo>
                  <a:close/>
                  <a:moveTo>
                    <a:pt x="357073" y="1552010"/>
                  </a:moveTo>
                  <a:lnTo>
                    <a:pt x="350713" y="1534304"/>
                  </a:lnTo>
                  <a:lnTo>
                    <a:pt x="322054" y="1494861"/>
                  </a:lnTo>
                  <a:close/>
                  <a:moveTo>
                    <a:pt x="348999" y="1527916"/>
                  </a:moveTo>
                  <a:lnTo>
                    <a:pt x="322054" y="1494861"/>
                  </a:lnTo>
                  <a:lnTo>
                    <a:pt x="350713" y="1534304"/>
                  </a:lnTo>
                  <a:close/>
                  <a:moveTo>
                    <a:pt x="348999" y="1527916"/>
                  </a:moveTo>
                  <a:lnTo>
                    <a:pt x="305936" y="1476379"/>
                  </a:lnTo>
                  <a:lnTo>
                    <a:pt x="322054" y="1494861"/>
                  </a:lnTo>
                  <a:close/>
                  <a:moveTo>
                    <a:pt x="330809" y="1154319"/>
                  </a:moveTo>
                  <a:lnTo>
                    <a:pt x="296419" y="1118972"/>
                  </a:lnTo>
                  <a:lnTo>
                    <a:pt x="296686" y="1139027"/>
                  </a:lnTo>
                  <a:close/>
                  <a:moveTo>
                    <a:pt x="218745" y="1067435"/>
                  </a:moveTo>
                  <a:lnTo>
                    <a:pt x="213124" y="1063669"/>
                  </a:lnTo>
                  <a:lnTo>
                    <a:pt x="178739" y="1070010"/>
                  </a:lnTo>
                  <a:close/>
                  <a:moveTo>
                    <a:pt x="4065" y="885383"/>
                  </a:moveTo>
                  <a:lnTo>
                    <a:pt x="54228" y="933241"/>
                  </a:lnTo>
                  <a:lnTo>
                    <a:pt x="0" y="876602"/>
                  </a:lnTo>
                  <a:close/>
                  <a:moveTo>
                    <a:pt x="585806" y="1369621"/>
                  </a:moveTo>
                  <a:lnTo>
                    <a:pt x="635952" y="1404098"/>
                  </a:lnTo>
                  <a:lnTo>
                    <a:pt x="618367" y="1395845"/>
                  </a:lnTo>
                  <a:close/>
                  <a:moveTo>
                    <a:pt x="296419" y="1118972"/>
                  </a:moveTo>
                  <a:lnTo>
                    <a:pt x="330809" y="1154319"/>
                  </a:lnTo>
                  <a:lnTo>
                    <a:pt x="333060" y="1109456"/>
                  </a:lnTo>
                  <a:close/>
                  <a:moveTo>
                    <a:pt x="333060" y="1109456"/>
                  </a:moveTo>
                  <a:lnTo>
                    <a:pt x="330809" y="1154319"/>
                  </a:lnTo>
                  <a:lnTo>
                    <a:pt x="382423" y="1170049"/>
                  </a:lnTo>
                  <a:close/>
                  <a:moveTo>
                    <a:pt x="218745" y="1067435"/>
                  </a:moveTo>
                  <a:lnTo>
                    <a:pt x="271456" y="1107088"/>
                  </a:lnTo>
                  <a:lnTo>
                    <a:pt x="260446" y="1043341"/>
                  </a:lnTo>
                  <a:close/>
                  <a:moveTo>
                    <a:pt x="296419" y="1118972"/>
                  </a:moveTo>
                  <a:lnTo>
                    <a:pt x="333060" y="1109456"/>
                  </a:lnTo>
                  <a:lnTo>
                    <a:pt x="271456" y="1107088"/>
                  </a:lnTo>
                  <a:close/>
                  <a:moveTo>
                    <a:pt x="574195" y="1352561"/>
                  </a:moveTo>
                  <a:lnTo>
                    <a:pt x="585806" y="1369621"/>
                  </a:lnTo>
                  <a:lnTo>
                    <a:pt x="618367" y="1395845"/>
                  </a:lnTo>
                  <a:close/>
                  <a:moveTo>
                    <a:pt x="618367" y="1395845"/>
                  </a:moveTo>
                  <a:lnTo>
                    <a:pt x="635952" y="1404098"/>
                  </a:lnTo>
                  <a:lnTo>
                    <a:pt x="633960" y="1393215"/>
                  </a:lnTo>
                  <a:close/>
                  <a:moveTo>
                    <a:pt x="618367" y="1395845"/>
                  </a:moveTo>
                  <a:lnTo>
                    <a:pt x="633960" y="1393215"/>
                  </a:lnTo>
                  <a:lnTo>
                    <a:pt x="574195" y="1352561"/>
                  </a:lnTo>
                  <a:close/>
                  <a:moveTo>
                    <a:pt x="233944" y="925842"/>
                  </a:moveTo>
                  <a:lnTo>
                    <a:pt x="237523" y="940268"/>
                  </a:lnTo>
                  <a:lnTo>
                    <a:pt x="210350" y="918398"/>
                  </a:lnTo>
                  <a:close/>
                  <a:moveTo>
                    <a:pt x="297997" y="886990"/>
                  </a:moveTo>
                  <a:lnTo>
                    <a:pt x="288606" y="940268"/>
                  </a:lnTo>
                  <a:lnTo>
                    <a:pt x="289037" y="919035"/>
                  </a:lnTo>
                  <a:close/>
                  <a:moveTo>
                    <a:pt x="297997" y="886990"/>
                  </a:moveTo>
                  <a:lnTo>
                    <a:pt x="289037" y="919035"/>
                  </a:lnTo>
                  <a:lnTo>
                    <a:pt x="259940" y="879947"/>
                  </a:lnTo>
                  <a:close/>
                  <a:moveTo>
                    <a:pt x="185957" y="827198"/>
                  </a:moveTo>
                  <a:lnTo>
                    <a:pt x="197013" y="813101"/>
                  </a:lnTo>
                  <a:lnTo>
                    <a:pt x="162529" y="779381"/>
                  </a:lnTo>
                  <a:close/>
                  <a:moveTo>
                    <a:pt x="520473" y="1196525"/>
                  </a:moveTo>
                  <a:lnTo>
                    <a:pt x="503547" y="1181005"/>
                  </a:lnTo>
                  <a:lnTo>
                    <a:pt x="504683" y="1173857"/>
                  </a:lnTo>
                  <a:close/>
                  <a:moveTo>
                    <a:pt x="466827" y="1139413"/>
                  </a:moveTo>
                  <a:lnTo>
                    <a:pt x="504683" y="1173857"/>
                  </a:lnTo>
                  <a:lnTo>
                    <a:pt x="500792" y="1170705"/>
                  </a:lnTo>
                  <a:close/>
                  <a:moveTo>
                    <a:pt x="645780" y="1258120"/>
                  </a:moveTo>
                  <a:lnTo>
                    <a:pt x="676747" y="1270926"/>
                  </a:lnTo>
                  <a:lnTo>
                    <a:pt x="661555" y="1247741"/>
                  </a:lnTo>
                  <a:close/>
                  <a:moveTo>
                    <a:pt x="580542" y="1159301"/>
                  </a:moveTo>
                  <a:lnTo>
                    <a:pt x="606962" y="1218304"/>
                  </a:lnTo>
                  <a:lnTo>
                    <a:pt x="621750" y="1152170"/>
                  </a:lnTo>
                  <a:close/>
                  <a:moveTo>
                    <a:pt x="606962" y="1218304"/>
                  </a:moveTo>
                  <a:lnTo>
                    <a:pt x="651663" y="1149763"/>
                  </a:lnTo>
                  <a:lnTo>
                    <a:pt x="621750" y="1152170"/>
                  </a:lnTo>
                  <a:close/>
                  <a:moveTo>
                    <a:pt x="416816" y="953860"/>
                  </a:moveTo>
                  <a:lnTo>
                    <a:pt x="365444" y="1014017"/>
                  </a:lnTo>
                  <a:lnTo>
                    <a:pt x="406566" y="993088"/>
                  </a:lnTo>
                  <a:close/>
                  <a:moveTo>
                    <a:pt x="406566" y="993088"/>
                  </a:moveTo>
                  <a:lnTo>
                    <a:pt x="472868" y="946273"/>
                  </a:lnTo>
                  <a:lnTo>
                    <a:pt x="416816" y="953860"/>
                  </a:lnTo>
                  <a:close/>
                  <a:moveTo>
                    <a:pt x="416816" y="953860"/>
                  </a:moveTo>
                  <a:lnTo>
                    <a:pt x="472868" y="946273"/>
                  </a:lnTo>
                  <a:lnTo>
                    <a:pt x="451605" y="900817"/>
                  </a:lnTo>
                  <a:close/>
                  <a:moveTo>
                    <a:pt x="414105" y="893322"/>
                  </a:moveTo>
                  <a:lnTo>
                    <a:pt x="451605" y="900817"/>
                  </a:lnTo>
                  <a:lnTo>
                    <a:pt x="373778" y="863364"/>
                  </a:lnTo>
                  <a:close/>
                  <a:moveTo>
                    <a:pt x="414105" y="893322"/>
                  </a:moveTo>
                  <a:lnTo>
                    <a:pt x="373778" y="863364"/>
                  </a:lnTo>
                  <a:lnTo>
                    <a:pt x="400723" y="892080"/>
                  </a:lnTo>
                  <a:close/>
                  <a:moveTo>
                    <a:pt x="651663" y="1149763"/>
                  </a:moveTo>
                  <a:lnTo>
                    <a:pt x="672818" y="1154954"/>
                  </a:lnTo>
                  <a:lnTo>
                    <a:pt x="675040" y="1146829"/>
                  </a:lnTo>
                  <a:close/>
                  <a:moveTo>
                    <a:pt x="672818" y="1154954"/>
                  </a:moveTo>
                  <a:lnTo>
                    <a:pt x="677410" y="1149763"/>
                  </a:lnTo>
                  <a:lnTo>
                    <a:pt x="675040" y="1146829"/>
                  </a:lnTo>
                  <a:close/>
                  <a:moveTo>
                    <a:pt x="675179" y="1083972"/>
                  </a:moveTo>
                  <a:lnTo>
                    <a:pt x="675040" y="1146829"/>
                  </a:lnTo>
                  <a:lnTo>
                    <a:pt x="677410" y="1149763"/>
                  </a:lnTo>
                  <a:close/>
                  <a:moveTo>
                    <a:pt x="581725" y="1028824"/>
                  </a:moveTo>
                  <a:lnTo>
                    <a:pt x="604211" y="1073119"/>
                  </a:lnTo>
                  <a:lnTo>
                    <a:pt x="604477" y="1040727"/>
                  </a:lnTo>
                  <a:close/>
                  <a:moveTo>
                    <a:pt x="564708" y="1097819"/>
                  </a:moveTo>
                  <a:lnTo>
                    <a:pt x="604211" y="1073119"/>
                  </a:lnTo>
                  <a:lnTo>
                    <a:pt x="581725" y="1028824"/>
                  </a:lnTo>
                  <a:close/>
                  <a:moveTo>
                    <a:pt x="604477" y="1040727"/>
                  </a:moveTo>
                  <a:lnTo>
                    <a:pt x="604211" y="1073119"/>
                  </a:lnTo>
                  <a:lnTo>
                    <a:pt x="675179" y="1083972"/>
                  </a:lnTo>
                  <a:close/>
                  <a:moveTo>
                    <a:pt x="651566" y="1040427"/>
                  </a:moveTo>
                  <a:lnTo>
                    <a:pt x="604477" y="1040727"/>
                  </a:lnTo>
                  <a:lnTo>
                    <a:pt x="675179" y="1083972"/>
                  </a:lnTo>
                  <a:close/>
                  <a:moveTo>
                    <a:pt x="254804" y="685934"/>
                  </a:moveTo>
                  <a:lnTo>
                    <a:pt x="310119" y="713666"/>
                  </a:lnTo>
                  <a:lnTo>
                    <a:pt x="272419" y="681574"/>
                  </a:lnTo>
                  <a:close/>
                  <a:moveTo>
                    <a:pt x="272419" y="681574"/>
                  </a:moveTo>
                  <a:lnTo>
                    <a:pt x="283917" y="737470"/>
                  </a:lnTo>
                  <a:lnTo>
                    <a:pt x="294015" y="685934"/>
                  </a:lnTo>
                  <a:close/>
                  <a:moveTo>
                    <a:pt x="318622" y="685934"/>
                  </a:moveTo>
                  <a:lnTo>
                    <a:pt x="368543" y="716025"/>
                  </a:lnTo>
                  <a:lnTo>
                    <a:pt x="381086" y="713377"/>
                  </a:lnTo>
                  <a:close/>
                  <a:moveTo>
                    <a:pt x="353288" y="661840"/>
                  </a:moveTo>
                  <a:lnTo>
                    <a:pt x="318622" y="685934"/>
                  </a:lnTo>
                  <a:lnTo>
                    <a:pt x="381086" y="713377"/>
                  </a:lnTo>
                  <a:close/>
                  <a:moveTo>
                    <a:pt x="335267" y="631389"/>
                  </a:moveTo>
                  <a:lnTo>
                    <a:pt x="307595" y="628215"/>
                  </a:lnTo>
                  <a:lnTo>
                    <a:pt x="353288" y="661840"/>
                  </a:lnTo>
                  <a:close/>
                  <a:moveTo>
                    <a:pt x="279049" y="613441"/>
                  </a:moveTo>
                  <a:lnTo>
                    <a:pt x="293459" y="634397"/>
                  </a:lnTo>
                  <a:lnTo>
                    <a:pt x="253252" y="571670"/>
                  </a:lnTo>
                  <a:close/>
                  <a:moveTo>
                    <a:pt x="218952" y="561573"/>
                  </a:moveTo>
                  <a:lnTo>
                    <a:pt x="279049" y="613441"/>
                  </a:lnTo>
                  <a:lnTo>
                    <a:pt x="253252" y="571670"/>
                  </a:lnTo>
                  <a:close/>
                  <a:moveTo>
                    <a:pt x="381086" y="713377"/>
                  </a:moveTo>
                  <a:lnTo>
                    <a:pt x="383111" y="730291"/>
                  </a:lnTo>
                  <a:lnTo>
                    <a:pt x="413023" y="747429"/>
                  </a:lnTo>
                  <a:close/>
                  <a:moveTo>
                    <a:pt x="748860" y="1124797"/>
                  </a:moveTo>
                  <a:lnTo>
                    <a:pt x="760944" y="1174864"/>
                  </a:lnTo>
                  <a:lnTo>
                    <a:pt x="723491" y="1107439"/>
                  </a:lnTo>
                  <a:close/>
                  <a:moveTo>
                    <a:pt x="460214" y="740819"/>
                  </a:moveTo>
                  <a:lnTo>
                    <a:pt x="432139" y="764913"/>
                  </a:lnTo>
                  <a:lnTo>
                    <a:pt x="478043" y="815853"/>
                  </a:lnTo>
                  <a:close/>
                  <a:moveTo>
                    <a:pt x="432139" y="764913"/>
                  </a:moveTo>
                  <a:lnTo>
                    <a:pt x="460214" y="740819"/>
                  </a:lnTo>
                  <a:lnTo>
                    <a:pt x="413023" y="747429"/>
                  </a:lnTo>
                  <a:close/>
                  <a:moveTo>
                    <a:pt x="353288" y="661840"/>
                  </a:moveTo>
                  <a:lnTo>
                    <a:pt x="381086" y="713377"/>
                  </a:lnTo>
                  <a:lnTo>
                    <a:pt x="352048" y="654818"/>
                  </a:lnTo>
                  <a:close/>
                  <a:moveTo>
                    <a:pt x="335267" y="631389"/>
                  </a:moveTo>
                  <a:lnTo>
                    <a:pt x="353288" y="661840"/>
                  </a:lnTo>
                  <a:lnTo>
                    <a:pt x="352048" y="654818"/>
                  </a:lnTo>
                  <a:close/>
                  <a:moveTo>
                    <a:pt x="794452" y="922872"/>
                  </a:moveTo>
                  <a:lnTo>
                    <a:pt x="788443" y="968102"/>
                  </a:lnTo>
                  <a:lnTo>
                    <a:pt x="819467" y="949198"/>
                  </a:lnTo>
                  <a:close/>
                  <a:moveTo>
                    <a:pt x="757463" y="892049"/>
                  </a:moveTo>
                  <a:lnTo>
                    <a:pt x="725310" y="892970"/>
                  </a:lnTo>
                  <a:lnTo>
                    <a:pt x="794452" y="922872"/>
                  </a:lnTo>
                  <a:close/>
                  <a:moveTo>
                    <a:pt x="696674" y="819798"/>
                  </a:moveTo>
                  <a:lnTo>
                    <a:pt x="708367" y="843892"/>
                  </a:lnTo>
                  <a:lnTo>
                    <a:pt x="728099" y="871335"/>
                  </a:lnTo>
                  <a:close/>
                  <a:moveTo>
                    <a:pt x="569347" y="665189"/>
                  </a:moveTo>
                  <a:lnTo>
                    <a:pt x="561240" y="682434"/>
                  </a:lnTo>
                  <a:lnTo>
                    <a:pt x="564227" y="740819"/>
                  </a:lnTo>
                  <a:close/>
                  <a:moveTo>
                    <a:pt x="569347" y="665189"/>
                  </a:moveTo>
                  <a:lnTo>
                    <a:pt x="522232" y="630409"/>
                  </a:lnTo>
                  <a:lnTo>
                    <a:pt x="552873" y="651151"/>
                  </a:lnTo>
                  <a:close/>
                  <a:moveTo>
                    <a:pt x="493798" y="615542"/>
                  </a:moveTo>
                  <a:lnTo>
                    <a:pt x="506430" y="652189"/>
                  </a:lnTo>
                  <a:lnTo>
                    <a:pt x="552873" y="651151"/>
                  </a:lnTo>
                  <a:close/>
                  <a:moveTo>
                    <a:pt x="426584" y="528331"/>
                  </a:moveTo>
                  <a:lnTo>
                    <a:pt x="464382" y="562116"/>
                  </a:lnTo>
                  <a:lnTo>
                    <a:pt x="409802" y="520362"/>
                  </a:lnTo>
                  <a:close/>
                  <a:moveTo>
                    <a:pt x="728099" y="871335"/>
                  </a:moveTo>
                  <a:lnTo>
                    <a:pt x="725310" y="892970"/>
                  </a:lnTo>
                  <a:lnTo>
                    <a:pt x="757463" y="892049"/>
                  </a:lnTo>
                  <a:close/>
                  <a:moveTo>
                    <a:pt x="757463" y="892049"/>
                  </a:moveTo>
                  <a:lnTo>
                    <a:pt x="794452" y="922872"/>
                  </a:lnTo>
                  <a:lnTo>
                    <a:pt x="784368" y="857744"/>
                  </a:lnTo>
                  <a:close/>
                  <a:moveTo>
                    <a:pt x="784368" y="857744"/>
                  </a:moveTo>
                  <a:lnTo>
                    <a:pt x="794452" y="922872"/>
                  </a:lnTo>
                  <a:lnTo>
                    <a:pt x="821782" y="852523"/>
                  </a:lnTo>
                  <a:close/>
                  <a:moveTo>
                    <a:pt x="821782" y="852523"/>
                  </a:moveTo>
                  <a:lnTo>
                    <a:pt x="794452" y="922872"/>
                  </a:lnTo>
                  <a:lnTo>
                    <a:pt x="825264" y="912435"/>
                  </a:lnTo>
                  <a:close/>
                  <a:moveTo>
                    <a:pt x="825264" y="912435"/>
                  </a:moveTo>
                  <a:lnTo>
                    <a:pt x="819467" y="949198"/>
                  </a:lnTo>
                  <a:lnTo>
                    <a:pt x="854027" y="922872"/>
                  </a:lnTo>
                  <a:close/>
                  <a:moveTo>
                    <a:pt x="769347" y="847241"/>
                  </a:moveTo>
                  <a:lnTo>
                    <a:pt x="728099" y="871335"/>
                  </a:lnTo>
                  <a:lnTo>
                    <a:pt x="757463" y="892049"/>
                  </a:lnTo>
                  <a:close/>
                  <a:moveTo>
                    <a:pt x="769347" y="847241"/>
                  </a:moveTo>
                  <a:lnTo>
                    <a:pt x="696674" y="819798"/>
                  </a:lnTo>
                  <a:lnTo>
                    <a:pt x="728099" y="871335"/>
                  </a:lnTo>
                  <a:close/>
                  <a:moveTo>
                    <a:pt x="561874" y="660923"/>
                  </a:moveTo>
                  <a:lnTo>
                    <a:pt x="561240" y="682434"/>
                  </a:lnTo>
                  <a:lnTo>
                    <a:pt x="569347" y="665189"/>
                  </a:lnTo>
                  <a:close/>
                  <a:moveTo>
                    <a:pt x="561874" y="660923"/>
                  </a:moveTo>
                  <a:lnTo>
                    <a:pt x="569347" y="665189"/>
                  </a:lnTo>
                  <a:lnTo>
                    <a:pt x="552873" y="651151"/>
                  </a:lnTo>
                  <a:close/>
                  <a:moveTo>
                    <a:pt x="1034955" y="918649"/>
                  </a:moveTo>
                  <a:lnTo>
                    <a:pt x="1080216" y="919835"/>
                  </a:lnTo>
                  <a:lnTo>
                    <a:pt x="1086882" y="851673"/>
                  </a:lnTo>
                  <a:close/>
                  <a:moveTo>
                    <a:pt x="1034955" y="918649"/>
                  </a:moveTo>
                  <a:lnTo>
                    <a:pt x="1086882" y="851673"/>
                  </a:lnTo>
                  <a:lnTo>
                    <a:pt x="1032509" y="857895"/>
                  </a:lnTo>
                  <a:close/>
                  <a:moveTo>
                    <a:pt x="984166" y="859215"/>
                  </a:moveTo>
                  <a:lnTo>
                    <a:pt x="1034955" y="918649"/>
                  </a:lnTo>
                  <a:lnTo>
                    <a:pt x="1032509" y="857895"/>
                  </a:lnTo>
                  <a:close/>
                  <a:moveTo>
                    <a:pt x="974443" y="804376"/>
                  </a:moveTo>
                  <a:lnTo>
                    <a:pt x="991402" y="837979"/>
                  </a:lnTo>
                  <a:lnTo>
                    <a:pt x="913961" y="823147"/>
                  </a:lnTo>
                  <a:close/>
                  <a:moveTo>
                    <a:pt x="1037222" y="834617"/>
                  </a:moveTo>
                  <a:lnTo>
                    <a:pt x="991402" y="837979"/>
                  </a:lnTo>
                  <a:lnTo>
                    <a:pt x="963806" y="823147"/>
                  </a:lnTo>
                  <a:close/>
                  <a:moveTo>
                    <a:pt x="984166" y="859215"/>
                  </a:moveTo>
                  <a:lnTo>
                    <a:pt x="1032509" y="857895"/>
                  </a:lnTo>
                  <a:lnTo>
                    <a:pt x="963806" y="823147"/>
                  </a:lnTo>
                  <a:close/>
                  <a:moveTo>
                    <a:pt x="1065485" y="806325"/>
                  </a:moveTo>
                  <a:lnTo>
                    <a:pt x="1032509" y="857895"/>
                  </a:lnTo>
                  <a:lnTo>
                    <a:pt x="1086882" y="851673"/>
                  </a:lnTo>
                  <a:close/>
                  <a:moveTo>
                    <a:pt x="1051938" y="779357"/>
                  </a:moveTo>
                  <a:lnTo>
                    <a:pt x="991402" y="837979"/>
                  </a:lnTo>
                  <a:lnTo>
                    <a:pt x="1037222" y="834617"/>
                  </a:lnTo>
                  <a:close/>
                  <a:moveTo>
                    <a:pt x="1051938" y="779357"/>
                  </a:moveTo>
                  <a:lnTo>
                    <a:pt x="1037222" y="834617"/>
                  </a:lnTo>
                  <a:lnTo>
                    <a:pt x="1065740" y="799053"/>
                  </a:lnTo>
                  <a:close/>
                  <a:moveTo>
                    <a:pt x="1167727" y="878032"/>
                  </a:moveTo>
                  <a:lnTo>
                    <a:pt x="1143859" y="843334"/>
                  </a:lnTo>
                  <a:lnTo>
                    <a:pt x="1171082" y="883945"/>
                  </a:lnTo>
                  <a:close/>
                  <a:moveTo>
                    <a:pt x="1292169" y="861467"/>
                  </a:moveTo>
                  <a:lnTo>
                    <a:pt x="1251489" y="856558"/>
                  </a:lnTo>
                  <a:lnTo>
                    <a:pt x="1309036" y="910498"/>
                  </a:lnTo>
                  <a:close/>
                  <a:moveTo>
                    <a:pt x="1251489" y="856558"/>
                  </a:moveTo>
                  <a:lnTo>
                    <a:pt x="1183789" y="898351"/>
                  </a:lnTo>
                  <a:lnTo>
                    <a:pt x="1233093" y="908016"/>
                  </a:lnTo>
                  <a:close/>
                  <a:moveTo>
                    <a:pt x="1251489" y="856558"/>
                  </a:moveTo>
                  <a:lnTo>
                    <a:pt x="1189513" y="868961"/>
                  </a:lnTo>
                  <a:lnTo>
                    <a:pt x="1183789" y="898351"/>
                  </a:lnTo>
                  <a:close/>
                  <a:moveTo>
                    <a:pt x="1189513" y="868961"/>
                  </a:moveTo>
                  <a:lnTo>
                    <a:pt x="1251489" y="856558"/>
                  </a:lnTo>
                  <a:lnTo>
                    <a:pt x="1203184" y="835966"/>
                  </a:lnTo>
                  <a:close/>
                  <a:moveTo>
                    <a:pt x="1251489" y="856558"/>
                  </a:moveTo>
                  <a:lnTo>
                    <a:pt x="1252365" y="845167"/>
                  </a:lnTo>
                  <a:lnTo>
                    <a:pt x="1203184" y="835966"/>
                  </a:lnTo>
                  <a:close/>
                  <a:moveTo>
                    <a:pt x="1156797" y="802402"/>
                  </a:moveTo>
                  <a:lnTo>
                    <a:pt x="1122806" y="759724"/>
                  </a:lnTo>
                  <a:lnTo>
                    <a:pt x="1134831" y="774959"/>
                  </a:lnTo>
                  <a:close/>
                  <a:moveTo>
                    <a:pt x="1156797" y="802402"/>
                  </a:moveTo>
                  <a:lnTo>
                    <a:pt x="1134831" y="774959"/>
                  </a:lnTo>
                  <a:lnTo>
                    <a:pt x="1141858" y="826496"/>
                  </a:lnTo>
                  <a:close/>
                  <a:moveTo>
                    <a:pt x="1131139" y="647792"/>
                  </a:moveTo>
                  <a:lnTo>
                    <a:pt x="1131497" y="702840"/>
                  </a:lnTo>
                  <a:lnTo>
                    <a:pt x="1162354" y="683312"/>
                  </a:lnTo>
                  <a:close/>
                  <a:moveTo>
                    <a:pt x="681702" y="132426"/>
                  </a:moveTo>
                  <a:lnTo>
                    <a:pt x="662922" y="90052"/>
                  </a:lnTo>
                  <a:lnTo>
                    <a:pt x="683346" y="136190"/>
                  </a:lnTo>
                  <a:close/>
                  <a:moveTo>
                    <a:pt x="1252365" y="845167"/>
                  </a:moveTo>
                  <a:lnTo>
                    <a:pt x="1248943" y="795884"/>
                  </a:lnTo>
                  <a:lnTo>
                    <a:pt x="1203184" y="835966"/>
                  </a:lnTo>
                  <a:close/>
                  <a:moveTo>
                    <a:pt x="1131139" y="647792"/>
                  </a:moveTo>
                  <a:lnTo>
                    <a:pt x="1162354" y="683312"/>
                  </a:lnTo>
                  <a:lnTo>
                    <a:pt x="1148181" y="623698"/>
                  </a:lnTo>
                  <a:close/>
                  <a:moveTo>
                    <a:pt x="896760" y="264864"/>
                  </a:moveTo>
                  <a:lnTo>
                    <a:pt x="877511" y="317037"/>
                  </a:lnTo>
                  <a:lnTo>
                    <a:pt x="937027" y="332853"/>
                  </a:lnTo>
                  <a:close/>
                  <a:moveTo>
                    <a:pt x="842223" y="224877"/>
                  </a:moveTo>
                  <a:lnTo>
                    <a:pt x="894619" y="262942"/>
                  </a:lnTo>
                  <a:lnTo>
                    <a:pt x="824304" y="223043"/>
                  </a:lnTo>
                  <a:close/>
                  <a:moveTo>
                    <a:pt x="894619" y="262942"/>
                  </a:moveTo>
                  <a:lnTo>
                    <a:pt x="896760" y="264864"/>
                  </a:lnTo>
                  <a:lnTo>
                    <a:pt x="824304" y="223043"/>
                  </a:lnTo>
                  <a:close/>
                  <a:moveTo>
                    <a:pt x="842223" y="224877"/>
                  </a:moveTo>
                  <a:lnTo>
                    <a:pt x="824304" y="223043"/>
                  </a:lnTo>
                  <a:lnTo>
                    <a:pt x="820175" y="211405"/>
                  </a:lnTo>
                  <a:close/>
                  <a:moveTo>
                    <a:pt x="689369" y="108332"/>
                  </a:moveTo>
                  <a:lnTo>
                    <a:pt x="656489" y="80890"/>
                  </a:lnTo>
                  <a:lnTo>
                    <a:pt x="681702" y="132426"/>
                  </a:lnTo>
                  <a:close/>
                  <a:moveTo>
                    <a:pt x="1058393" y="341921"/>
                  </a:moveTo>
                  <a:lnTo>
                    <a:pt x="1044005" y="366015"/>
                  </a:lnTo>
                  <a:lnTo>
                    <a:pt x="1072420" y="386839"/>
                  </a:lnTo>
                  <a:close/>
                  <a:moveTo>
                    <a:pt x="849952" y="32702"/>
                  </a:moveTo>
                  <a:lnTo>
                    <a:pt x="789952" y="0"/>
                  </a:lnTo>
                  <a:lnTo>
                    <a:pt x="822825" y="17452"/>
                  </a:lnTo>
                  <a:close/>
                  <a:moveTo>
                    <a:pt x="1219582" y="380554"/>
                  </a:moveTo>
                  <a:lnTo>
                    <a:pt x="1156323" y="390962"/>
                  </a:lnTo>
                  <a:lnTo>
                    <a:pt x="1166623" y="393458"/>
                  </a:lnTo>
                  <a:close/>
                  <a:moveTo>
                    <a:pt x="1171535" y="318891"/>
                  </a:moveTo>
                  <a:lnTo>
                    <a:pt x="1156323" y="390962"/>
                  </a:lnTo>
                  <a:lnTo>
                    <a:pt x="1219582" y="380554"/>
                  </a:lnTo>
                  <a:close/>
                  <a:moveTo>
                    <a:pt x="1156323" y="390962"/>
                  </a:moveTo>
                  <a:lnTo>
                    <a:pt x="1171535" y="318891"/>
                  </a:lnTo>
                  <a:lnTo>
                    <a:pt x="1128169" y="325475"/>
                  </a:lnTo>
                  <a:close/>
                  <a:moveTo>
                    <a:pt x="1101548" y="360844"/>
                  </a:moveTo>
                  <a:lnTo>
                    <a:pt x="1156323" y="390962"/>
                  </a:lnTo>
                  <a:lnTo>
                    <a:pt x="1128169" y="325475"/>
                  </a:lnTo>
                  <a:close/>
                  <a:moveTo>
                    <a:pt x="1157529" y="317828"/>
                  </a:moveTo>
                  <a:lnTo>
                    <a:pt x="1171535" y="318891"/>
                  </a:lnTo>
                  <a:lnTo>
                    <a:pt x="1170919" y="310634"/>
                  </a:lnTo>
                  <a:close/>
                  <a:moveTo>
                    <a:pt x="837041" y="24460"/>
                  </a:moveTo>
                  <a:lnTo>
                    <a:pt x="852019" y="84239"/>
                  </a:lnTo>
                  <a:lnTo>
                    <a:pt x="849952" y="32702"/>
                  </a:lnTo>
                  <a:close/>
                  <a:moveTo>
                    <a:pt x="837041" y="24460"/>
                  </a:moveTo>
                  <a:lnTo>
                    <a:pt x="845446" y="80370"/>
                  </a:lnTo>
                  <a:lnTo>
                    <a:pt x="852019" y="84239"/>
                  </a:lnTo>
                  <a:close/>
                  <a:moveTo>
                    <a:pt x="788922" y="25598"/>
                  </a:moveTo>
                  <a:lnTo>
                    <a:pt x="822825" y="17452"/>
                  </a:lnTo>
                  <a:lnTo>
                    <a:pt x="777078" y="21090"/>
                  </a:lnTo>
                  <a:close/>
                  <a:moveTo>
                    <a:pt x="788922" y="25598"/>
                  </a:moveTo>
                  <a:lnTo>
                    <a:pt x="837041" y="24460"/>
                  </a:lnTo>
                  <a:lnTo>
                    <a:pt x="822825" y="17452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02" name="Output_density__4201">
              <a:extLst>
                <a:ext uri="{FF2B5EF4-FFF2-40B4-BE49-F238E27FC236}">
                  <a16:creationId xmlns:a16="http://schemas.microsoft.com/office/drawing/2014/main" id="{8958E534-9425-E136-4CFD-F784AF554FA2}"/>
                </a:ext>
              </a:extLst>
            </p:cNvPr>
            <p:cNvSpPr>
              <a:spLocks noGrp="1"/>
            </p:cNvSpPr>
            <p:nvPr/>
          </p:nvSpPr>
          <p:spPr>
            <a:xfrm>
              <a:off x="15576988" y="2594157"/>
              <a:ext cx="1320362" cy="2134573"/>
            </a:xfrm>
            <a:custGeom>
              <a:avLst/>
              <a:gdLst/>
              <a:ahLst/>
              <a:cxnLst/>
              <a:rect l="0" t="0" r="0" b="0"/>
              <a:pathLst>
                <a:path w="1320362" h="2134573">
                  <a:moveTo>
                    <a:pt x="252373" y="2134056"/>
                  </a:moveTo>
                  <a:lnTo>
                    <a:pt x="196754" y="2100782"/>
                  </a:lnTo>
                  <a:lnTo>
                    <a:pt x="215625" y="2131561"/>
                  </a:lnTo>
                  <a:close/>
                  <a:moveTo>
                    <a:pt x="299230" y="2134573"/>
                  </a:moveTo>
                  <a:lnTo>
                    <a:pt x="319375" y="2114555"/>
                  </a:lnTo>
                  <a:lnTo>
                    <a:pt x="276365" y="2088860"/>
                  </a:lnTo>
                  <a:close/>
                  <a:moveTo>
                    <a:pt x="299230" y="2134573"/>
                  </a:moveTo>
                  <a:lnTo>
                    <a:pt x="276365" y="2088860"/>
                  </a:lnTo>
                  <a:lnTo>
                    <a:pt x="252373" y="2134056"/>
                  </a:lnTo>
                  <a:close/>
                  <a:moveTo>
                    <a:pt x="319375" y="2114555"/>
                  </a:moveTo>
                  <a:lnTo>
                    <a:pt x="308576" y="2131938"/>
                  </a:lnTo>
                  <a:lnTo>
                    <a:pt x="332808" y="2125214"/>
                  </a:lnTo>
                  <a:close/>
                  <a:moveTo>
                    <a:pt x="68094" y="1659521"/>
                  </a:moveTo>
                  <a:lnTo>
                    <a:pt x="53272" y="1626632"/>
                  </a:lnTo>
                  <a:lnTo>
                    <a:pt x="56758" y="1650726"/>
                  </a:lnTo>
                  <a:close/>
                  <a:moveTo>
                    <a:pt x="105983" y="1666285"/>
                  </a:moveTo>
                  <a:lnTo>
                    <a:pt x="53272" y="1626632"/>
                  </a:lnTo>
                  <a:lnTo>
                    <a:pt x="68094" y="1659521"/>
                  </a:lnTo>
                  <a:close/>
                  <a:moveTo>
                    <a:pt x="56758" y="1650726"/>
                  </a:moveTo>
                  <a:lnTo>
                    <a:pt x="53272" y="1626632"/>
                  </a:lnTo>
                  <a:lnTo>
                    <a:pt x="13266" y="1629207"/>
                  </a:lnTo>
                  <a:close/>
                  <a:moveTo>
                    <a:pt x="123790" y="1693086"/>
                  </a:moveTo>
                  <a:lnTo>
                    <a:pt x="130946" y="1678169"/>
                  </a:lnTo>
                  <a:lnTo>
                    <a:pt x="105983" y="1666285"/>
                  </a:lnTo>
                  <a:close/>
                  <a:moveTo>
                    <a:pt x="210767" y="1671530"/>
                  </a:moveTo>
                  <a:lnTo>
                    <a:pt x="167587" y="1668653"/>
                  </a:lnTo>
                  <a:lnTo>
                    <a:pt x="216950" y="1729246"/>
                  </a:lnTo>
                  <a:close/>
                  <a:moveTo>
                    <a:pt x="105983" y="1666285"/>
                  </a:moveTo>
                  <a:lnTo>
                    <a:pt x="167587" y="1668653"/>
                  </a:lnTo>
                  <a:lnTo>
                    <a:pt x="176789" y="1621439"/>
                  </a:lnTo>
                  <a:close/>
                  <a:moveTo>
                    <a:pt x="105983" y="1666285"/>
                  </a:moveTo>
                  <a:lnTo>
                    <a:pt x="176789" y="1621439"/>
                  </a:lnTo>
                  <a:lnTo>
                    <a:pt x="131456" y="1626622"/>
                  </a:lnTo>
                  <a:close/>
                  <a:moveTo>
                    <a:pt x="470479" y="1963295"/>
                  </a:moveTo>
                  <a:lnTo>
                    <a:pt x="484618" y="1977280"/>
                  </a:lnTo>
                  <a:lnTo>
                    <a:pt x="506420" y="1980489"/>
                  </a:lnTo>
                  <a:close/>
                  <a:moveTo>
                    <a:pt x="408721" y="1911758"/>
                  </a:moveTo>
                  <a:lnTo>
                    <a:pt x="468487" y="1952412"/>
                  </a:lnTo>
                  <a:lnTo>
                    <a:pt x="403297" y="1904685"/>
                  </a:lnTo>
                  <a:close/>
                  <a:moveTo>
                    <a:pt x="233073" y="1590653"/>
                  </a:moveTo>
                  <a:lnTo>
                    <a:pt x="241093" y="1552285"/>
                  </a:lnTo>
                  <a:lnTo>
                    <a:pt x="199971" y="1573214"/>
                  </a:lnTo>
                  <a:close/>
                  <a:moveTo>
                    <a:pt x="94467" y="1439144"/>
                  </a:moveTo>
                  <a:lnTo>
                    <a:pt x="118057" y="1475371"/>
                  </a:lnTo>
                  <a:lnTo>
                    <a:pt x="83287" y="1423835"/>
                  </a:lnTo>
                  <a:close/>
                  <a:moveTo>
                    <a:pt x="123564" y="1478232"/>
                  </a:moveTo>
                  <a:lnTo>
                    <a:pt x="118057" y="1475371"/>
                  </a:lnTo>
                  <a:lnTo>
                    <a:pt x="94467" y="1439144"/>
                  </a:lnTo>
                  <a:close/>
                  <a:moveTo>
                    <a:pt x="11318" y="1396392"/>
                  </a:moveTo>
                  <a:lnTo>
                    <a:pt x="0" y="1377237"/>
                  </a:lnTo>
                  <a:lnTo>
                    <a:pt x="8581" y="1447929"/>
                  </a:lnTo>
                  <a:close/>
                  <a:moveTo>
                    <a:pt x="0" y="1377237"/>
                  </a:moveTo>
                  <a:lnTo>
                    <a:pt x="11318" y="1396392"/>
                  </a:lnTo>
                  <a:lnTo>
                    <a:pt x="20484" y="1386395"/>
                  </a:lnTo>
                  <a:close/>
                  <a:moveTo>
                    <a:pt x="76390" y="1420741"/>
                  </a:moveTo>
                  <a:lnTo>
                    <a:pt x="94467" y="1439144"/>
                  </a:lnTo>
                  <a:lnTo>
                    <a:pt x="34425" y="1396392"/>
                  </a:lnTo>
                  <a:close/>
                  <a:moveTo>
                    <a:pt x="480307" y="1817317"/>
                  </a:moveTo>
                  <a:lnTo>
                    <a:pt x="496082" y="1806938"/>
                  </a:lnTo>
                  <a:lnTo>
                    <a:pt x="445988" y="1794324"/>
                  </a:lnTo>
                  <a:close/>
                  <a:moveTo>
                    <a:pt x="399654" y="1782161"/>
                  </a:moveTo>
                  <a:lnTo>
                    <a:pt x="441489" y="1777501"/>
                  </a:lnTo>
                  <a:lnTo>
                    <a:pt x="415069" y="1718497"/>
                  </a:lnTo>
                  <a:close/>
                  <a:moveTo>
                    <a:pt x="507345" y="1714151"/>
                  </a:moveTo>
                  <a:lnTo>
                    <a:pt x="486190" y="1708960"/>
                  </a:lnTo>
                  <a:lnTo>
                    <a:pt x="441489" y="1777501"/>
                  </a:lnTo>
                  <a:close/>
                  <a:moveTo>
                    <a:pt x="488969" y="1780345"/>
                  </a:moveTo>
                  <a:lnTo>
                    <a:pt x="507345" y="1714151"/>
                  </a:lnTo>
                  <a:lnTo>
                    <a:pt x="441489" y="1777501"/>
                  </a:lnTo>
                  <a:close/>
                  <a:moveTo>
                    <a:pt x="286184" y="1546196"/>
                  </a:moveTo>
                  <a:lnTo>
                    <a:pt x="307395" y="1505470"/>
                  </a:lnTo>
                  <a:lnTo>
                    <a:pt x="241093" y="1552285"/>
                  </a:lnTo>
                  <a:close/>
                  <a:moveTo>
                    <a:pt x="208304" y="1422561"/>
                  </a:moveTo>
                  <a:lnTo>
                    <a:pt x="205876" y="1399741"/>
                  </a:lnTo>
                  <a:lnTo>
                    <a:pt x="235250" y="1451277"/>
                  </a:lnTo>
                  <a:close/>
                  <a:moveTo>
                    <a:pt x="128542" y="1245131"/>
                  </a:moveTo>
                  <a:lnTo>
                    <a:pt x="118443" y="1296667"/>
                  </a:lnTo>
                  <a:lnTo>
                    <a:pt x="116033" y="1269225"/>
                  </a:lnTo>
                  <a:close/>
                  <a:moveTo>
                    <a:pt x="416252" y="1588021"/>
                  </a:moveTo>
                  <a:lnTo>
                    <a:pt x="439003" y="1599924"/>
                  </a:lnTo>
                  <a:lnTo>
                    <a:pt x="422406" y="1581793"/>
                  </a:lnTo>
                  <a:close/>
                  <a:moveTo>
                    <a:pt x="439003" y="1599924"/>
                  </a:moveTo>
                  <a:lnTo>
                    <a:pt x="486093" y="1599624"/>
                  </a:lnTo>
                  <a:lnTo>
                    <a:pt x="437862" y="1538109"/>
                  </a:lnTo>
                  <a:close/>
                  <a:moveTo>
                    <a:pt x="217638" y="1289488"/>
                  </a:moveTo>
                  <a:lnTo>
                    <a:pt x="266666" y="1324110"/>
                  </a:lnTo>
                  <a:lnTo>
                    <a:pt x="247550" y="1306626"/>
                  </a:lnTo>
                  <a:close/>
                  <a:moveTo>
                    <a:pt x="217638" y="1289488"/>
                  </a:moveTo>
                  <a:lnTo>
                    <a:pt x="282667" y="1337344"/>
                  </a:lnTo>
                  <a:lnTo>
                    <a:pt x="266666" y="1324110"/>
                  </a:lnTo>
                  <a:close/>
                  <a:moveTo>
                    <a:pt x="215613" y="1272574"/>
                  </a:moveTo>
                  <a:lnTo>
                    <a:pt x="203070" y="1275222"/>
                  </a:lnTo>
                  <a:lnTo>
                    <a:pt x="217638" y="1289488"/>
                  </a:lnTo>
                  <a:close/>
                  <a:moveTo>
                    <a:pt x="266666" y="1324110"/>
                  </a:moveTo>
                  <a:lnTo>
                    <a:pt x="282667" y="1337344"/>
                  </a:lnTo>
                  <a:lnTo>
                    <a:pt x="312570" y="1375050"/>
                  </a:lnTo>
                  <a:close/>
                  <a:moveTo>
                    <a:pt x="357421" y="1368061"/>
                  </a:moveTo>
                  <a:lnTo>
                    <a:pt x="312570" y="1375050"/>
                  </a:lnTo>
                  <a:lnTo>
                    <a:pt x="282667" y="1337344"/>
                  </a:lnTo>
                  <a:close/>
                  <a:moveTo>
                    <a:pt x="357421" y="1368061"/>
                  </a:moveTo>
                  <a:lnTo>
                    <a:pt x="368213" y="1375647"/>
                  </a:lnTo>
                  <a:lnTo>
                    <a:pt x="379598" y="1316078"/>
                  </a:lnTo>
                  <a:close/>
                  <a:moveTo>
                    <a:pt x="379598" y="1316078"/>
                  </a:moveTo>
                  <a:lnTo>
                    <a:pt x="368213" y="1375647"/>
                  </a:lnTo>
                  <a:lnTo>
                    <a:pt x="414818" y="1305872"/>
                  </a:lnTo>
                  <a:close/>
                  <a:moveTo>
                    <a:pt x="414818" y="1305872"/>
                  </a:moveTo>
                  <a:lnTo>
                    <a:pt x="398754" y="1300016"/>
                  </a:lnTo>
                  <a:lnTo>
                    <a:pt x="379598" y="1316078"/>
                  </a:lnTo>
                  <a:close/>
                  <a:moveTo>
                    <a:pt x="312570" y="1375050"/>
                  </a:moveTo>
                  <a:lnTo>
                    <a:pt x="357421" y="1368061"/>
                  </a:lnTo>
                  <a:lnTo>
                    <a:pt x="379598" y="1316078"/>
                  </a:lnTo>
                  <a:close/>
                  <a:moveTo>
                    <a:pt x="336398" y="1329236"/>
                  </a:moveTo>
                  <a:lnTo>
                    <a:pt x="312570" y="1375050"/>
                  </a:lnTo>
                  <a:lnTo>
                    <a:pt x="379598" y="1316078"/>
                  </a:lnTo>
                  <a:close/>
                  <a:moveTo>
                    <a:pt x="784548" y="1647158"/>
                  </a:moveTo>
                  <a:lnTo>
                    <a:pt x="768945" y="1636679"/>
                  </a:lnTo>
                  <a:lnTo>
                    <a:pt x="782534" y="1698780"/>
                  </a:lnTo>
                  <a:close/>
                  <a:moveTo>
                    <a:pt x="782534" y="1698780"/>
                  </a:moveTo>
                  <a:lnTo>
                    <a:pt x="768945" y="1636679"/>
                  </a:lnTo>
                  <a:lnTo>
                    <a:pt x="726136" y="1643906"/>
                  </a:lnTo>
                  <a:close/>
                  <a:moveTo>
                    <a:pt x="726136" y="1643906"/>
                  </a:moveTo>
                  <a:lnTo>
                    <a:pt x="724760" y="1636679"/>
                  </a:lnTo>
                  <a:lnTo>
                    <a:pt x="748138" y="1688215"/>
                  </a:lnTo>
                  <a:close/>
                  <a:moveTo>
                    <a:pt x="394562" y="1284359"/>
                  </a:moveTo>
                  <a:lnTo>
                    <a:pt x="336398" y="1329236"/>
                  </a:lnTo>
                  <a:lnTo>
                    <a:pt x="379598" y="1316078"/>
                  </a:lnTo>
                  <a:close/>
                  <a:moveTo>
                    <a:pt x="394562" y="1284359"/>
                  </a:moveTo>
                  <a:lnTo>
                    <a:pt x="379598" y="1316078"/>
                  </a:lnTo>
                  <a:lnTo>
                    <a:pt x="398754" y="1300016"/>
                  </a:lnTo>
                  <a:close/>
                  <a:moveTo>
                    <a:pt x="398754" y="1300016"/>
                  </a:moveTo>
                  <a:lnTo>
                    <a:pt x="395767" y="1241631"/>
                  </a:lnTo>
                  <a:lnTo>
                    <a:pt x="394562" y="1284359"/>
                  </a:lnTo>
                  <a:close/>
                  <a:moveTo>
                    <a:pt x="379575" y="1248480"/>
                  </a:moveTo>
                  <a:lnTo>
                    <a:pt x="403874" y="1224386"/>
                  </a:lnTo>
                  <a:lnTo>
                    <a:pt x="398754" y="1300016"/>
                  </a:lnTo>
                  <a:close/>
                  <a:moveTo>
                    <a:pt x="359946" y="1196943"/>
                  </a:moveTo>
                  <a:lnTo>
                    <a:pt x="356759" y="1189606"/>
                  </a:lnTo>
                  <a:lnTo>
                    <a:pt x="403874" y="1224386"/>
                  </a:lnTo>
                  <a:close/>
                  <a:moveTo>
                    <a:pt x="356759" y="1189606"/>
                  </a:moveTo>
                  <a:lnTo>
                    <a:pt x="328325" y="1174739"/>
                  </a:lnTo>
                  <a:lnTo>
                    <a:pt x="387400" y="1210348"/>
                  </a:lnTo>
                  <a:close/>
                  <a:moveTo>
                    <a:pt x="755042" y="1576619"/>
                  </a:moveTo>
                  <a:lnTo>
                    <a:pt x="784843" y="1634159"/>
                  </a:lnTo>
                  <a:lnTo>
                    <a:pt x="802426" y="1579103"/>
                  </a:lnTo>
                  <a:close/>
                  <a:moveTo>
                    <a:pt x="802426" y="1579103"/>
                  </a:moveTo>
                  <a:lnTo>
                    <a:pt x="784843" y="1634159"/>
                  </a:lnTo>
                  <a:lnTo>
                    <a:pt x="854242" y="1598157"/>
                  </a:lnTo>
                  <a:close/>
                  <a:moveTo>
                    <a:pt x="656309" y="1411720"/>
                  </a:moveTo>
                  <a:lnTo>
                    <a:pt x="638020" y="1406438"/>
                  </a:lnTo>
                  <a:lnTo>
                    <a:pt x="618895" y="1416941"/>
                  </a:lnTo>
                  <a:close/>
                  <a:moveTo>
                    <a:pt x="656309" y="1411720"/>
                  </a:moveTo>
                  <a:lnTo>
                    <a:pt x="659790" y="1471632"/>
                  </a:lnTo>
                  <a:lnTo>
                    <a:pt x="688332" y="1423668"/>
                  </a:lnTo>
                  <a:close/>
                  <a:moveTo>
                    <a:pt x="603874" y="1406438"/>
                  </a:moveTo>
                  <a:lnTo>
                    <a:pt x="531279" y="1374660"/>
                  </a:lnTo>
                  <a:lnTo>
                    <a:pt x="531201" y="1378995"/>
                  </a:lnTo>
                  <a:close/>
                  <a:moveTo>
                    <a:pt x="656309" y="1411720"/>
                  </a:moveTo>
                  <a:lnTo>
                    <a:pt x="640678" y="1361684"/>
                  </a:lnTo>
                  <a:lnTo>
                    <a:pt x="638020" y="1406438"/>
                  </a:lnTo>
                  <a:close/>
                  <a:moveTo>
                    <a:pt x="624838" y="1399323"/>
                  </a:moveTo>
                  <a:lnTo>
                    <a:pt x="638020" y="1406438"/>
                  </a:lnTo>
                  <a:lnTo>
                    <a:pt x="638756" y="1354902"/>
                  </a:lnTo>
                  <a:close/>
                  <a:moveTo>
                    <a:pt x="626031" y="1335610"/>
                  </a:moveTo>
                  <a:lnTo>
                    <a:pt x="638756" y="1354902"/>
                  </a:lnTo>
                  <a:lnTo>
                    <a:pt x="601541" y="1292777"/>
                  </a:lnTo>
                  <a:close/>
                  <a:moveTo>
                    <a:pt x="888751" y="1524924"/>
                  </a:moveTo>
                  <a:lnTo>
                    <a:pt x="930127" y="1529268"/>
                  </a:lnTo>
                  <a:lnTo>
                    <a:pt x="914743" y="1479032"/>
                  </a:lnTo>
                  <a:close/>
                  <a:moveTo>
                    <a:pt x="888751" y="1524924"/>
                  </a:moveTo>
                  <a:lnTo>
                    <a:pt x="914743" y="1479032"/>
                  </a:lnTo>
                  <a:lnTo>
                    <a:pt x="869482" y="1477846"/>
                  </a:lnTo>
                  <a:close/>
                  <a:moveTo>
                    <a:pt x="914743" y="1479032"/>
                  </a:moveTo>
                  <a:lnTo>
                    <a:pt x="930127" y="1529268"/>
                  </a:lnTo>
                  <a:lnTo>
                    <a:pt x="941359" y="1536954"/>
                  </a:lnTo>
                  <a:close/>
                  <a:moveTo>
                    <a:pt x="818693" y="1418412"/>
                  </a:moveTo>
                  <a:lnTo>
                    <a:pt x="865580" y="1461323"/>
                  </a:lnTo>
                  <a:lnTo>
                    <a:pt x="869482" y="1477846"/>
                  </a:lnTo>
                  <a:close/>
                  <a:moveTo>
                    <a:pt x="900266" y="1358250"/>
                  </a:moveTo>
                  <a:lnTo>
                    <a:pt x="871749" y="1393814"/>
                  </a:lnTo>
                  <a:lnTo>
                    <a:pt x="900012" y="1365522"/>
                  </a:lnTo>
                  <a:close/>
                  <a:moveTo>
                    <a:pt x="900012" y="1365522"/>
                  </a:moveTo>
                  <a:lnTo>
                    <a:pt x="871749" y="1393814"/>
                  </a:lnTo>
                  <a:lnTo>
                    <a:pt x="867036" y="1417092"/>
                  </a:lnTo>
                  <a:close/>
                  <a:moveTo>
                    <a:pt x="900266" y="1358250"/>
                  </a:moveTo>
                  <a:lnTo>
                    <a:pt x="882309" y="1298395"/>
                  </a:lnTo>
                  <a:lnTo>
                    <a:pt x="886465" y="1338554"/>
                  </a:lnTo>
                  <a:close/>
                  <a:moveTo>
                    <a:pt x="881706" y="1282620"/>
                  </a:moveTo>
                  <a:lnTo>
                    <a:pt x="882309" y="1298395"/>
                  </a:lnTo>
                  <a:lnTo>
                    <a:pt x="900266" y="1358250"/>
                  </a:lnTo>
                  <a:close/>
                  <a:moveTo>
                    <a:pt x="1089011" y="1361599"/>
                  </a:moveTo>
                  <a:lnTo>
                    <a:pt x="1086891" y="1404364"/>
                  </a:lnTo>
                  <a:lnTo>
                    <a:pt x="1096123" y="1382777"/>
                  </a:lnTo>
                  <a:close/>
                  <a:moveTo>
                    <a:pt x="1096123" y="1382777"/>
                  </a:moveTo>
                  <a:lnTo>
                    <a:pt x="1086891" y="1404364"/>
                  </a:lnTo>
                  <a:lnTo>
                    <a:pt x="1086016" y="1415755"/>
                  </a:lnTo>
                  <a:close/>
                  <a:moveTo>
                    <a:pt x="1096123" y="1382777"/>
                  </a:moveTo>
                  <a:lnTo>
                    <a:pt x="1086016" y="1415755"/>
                  </a:lnTo>
                  <a:lnTo>
                    <a:pt x="1126696" y="1420664"/>
                  </a:lnTo>
                  <a:close/>
                  <a:moveTo>
                    <a:pt x="882309" y="1298395"/>
                  </a:moveTo>
                  <a:lnTo>
                    <a:pt x="881706" y="1282620"/>
                  </a:lnTo>
                  <a:lnTo>
                    <a:pt x="888601" y="1274074"/>
                  </a:lnTo>
                  <a:close/>
                  <a:moveTo>
                    <a:pt x="1040492" y="1289296"/>
                  </a:moveTo>
                  <a:lnTo>
                    <a:pt x="1066921" y="1329701"/>
                  </a:lnTo>
                  <a:lnTo>
                    <a:pt x="1051980" y="1310062"/>
                  </a:lnTo>
                  <a:close/>
                  <a:moveTo>
                    <a:pt x="1083470" y="1355081"/>
                  </a:moveTo>
                  <a:lnTo>
                    <a:pt x="1066921" y="1329701"/>
                  </a:lnTo>
                  <a:lnTo>
                    <a:pt x="1040492" y="1289296"/>
                  </a:lnTo>
                  <a:close/>
                  <a:moveTo>
                    <a:pt x="1083470" y="1355081"/>
                  </a:moveTo>
                  <a:lnTo>
                    <a:pt x="1086891" y="1404364"/>
                  </a:lnTo>
                  <a:lnTo>
                    <a:pt x="1089011" y="1361599"/>
                  </a:lnTo>
                  <a:close/>
                  <a:moveTo>
                    <a:pt x="1083470" y="1355081"/>
                  </a:moveTo>
                  <a:lnTo>
                    <a:pt x="1089011" y="1361599"/>
                  </a:lnTo>
                  <a:lnTo>
                    <a:pt x="1066921" y="1329701"/>
                  </a:lnTo>
                  <a:close/>
                  <a:moveTo>
                    <a:pt x="902829" y="1105317"/>
                  </a:moveTo>
                  <a:lnTo>
                    <a:pt x="890577" y="1103916"/>
                  </a:lnTo>
                  <a:lnTo>
                    <a:pt x="934729" y="1149069"/>
                  </a:lnTo>
                  <a:close/>
                  <a:moveTo>
                    <a:pt x="690991" y="897770"/>
                  </a:moveTo>
                  <a:lnTo>
                    <a:pt x="731287" y="824061"/>
                  </a:lnTo>
                  <a:lnTo>
                    <a:pt x="729146" y="822139"/>
                  </a:lnTo>
                  <a:close/>
                  <a:moveTo>
                    <a:pt x="42899" y="0"/>
                  </a:moveTo>
                  <a:lnTo>
                    <a:pt x="55865" y="52202"/>
                  </a:lnTo>
                  <a:lnTo>
                    <a:pt x="72308" y="14073"/>
                  </a:lnTo>
                  <a:close/>
                  <a:moveTo>
                    <a:pt x="1297771" y="1420291"/>
                  </a:moveTo>
                  <a:lnTo>
                    <a:pt x="1314181" y="1469693"/>
                  </a:lnTo>
                  <a:lnTo>
                    <a:pt x="1320362" y="1492115"/>
                  </a:lnTo>
                  <a:close/>
                  <a:moveTo>
                    <a:pt x="892920" y="901118"/>
                  </a:moveTo>
                  <a:lnTo>
                    <a:pt x="906946" y="946036"/>
                  </a:lnTo>
                  <a:lnTo>
                    <a:pt x="936075" y="920041"/>
                  </a:lnTo>
                  <a:close/>
                  <a:moveTo>
                    <a:pt x="881462" y="890529"/>
                  </a:moveTo>
                  <a:lnTo>
                    <a:pt x="853187" y="863665"/>
                  </a:lnTo>
                  <a:lnTo>
                    <a:pt x="892920" y="901118"/>
                  </a:lnTo>
                  <a:close/>
                  <a:moveTo>
                    <a:pt x="1042369" y="886553"/>
                  </a:moveTo>
                  <a:lnTo>
                    <a:pt x="1006062" y="878088"/>
                  </a:lnTo>
                  <a:lnTo>
                    <a:pt x="1054109" y="939751"/>
                  </a:lnTo>
                  <a:close/>
                  <a:moveTo>
                    <a:pt x="962696" y="884672"/>
                  </a:moveTo>
                  <a:lnTo>
                    <a:pt x="1006062" y="878088"/>
                  </a:lnTo>
                  <a:lnTo>
                    <a:pt x="992056" y="877024"/>
                  </a:lnTo>
                  <a:close/>
                  <a:moveTo>
                    <a:pt x="1006062" y="878088"/>
                  </a:moveTo>
                  <a:lnTo>
                    <a:pt x="1042369" y="886553"/>
                  </a:lnTo>
                  <a:lnTo>
                    <a:pt x="1005446" y="869831"/>
                  </a:lnTo>
                  <a:close/>
                  <a:moveTo>
                    <a:pt x="679973" y="639567"/>
                  </a:moveTo>
                  <a:lnTo>
                    <a:pt x="676872" y="649634"/>
                  </a:lnTo>
                  <a:lnTo>
                    <a:pt x="686546" y="64343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03" name="Output_density__4202">
              <a:extLst>
                <a:ext uri="{FF2B5EF4-FFF2-40B4-BE49-F238E27FC236}">
                  <a16:creationId xmlns:a16="http://schemas.microsoft.com/office/drawing/2014/main" id="{524DF03E-CECD-8193-9F59-8C1AADA296A8}"/>
                </a:ext>
              </a:extLst>
            </p:cNvPr>
            <p:cNvSpPr>
              <a:spLocks noGrp="1"/>
            </p:cNvSpPr>
            <p:nvPr/>
          </p:nvSpPr>
          <p:spPr>
            <a:xfrm>
              <a:off x="15597472" y="2770414"/>
              <a:ext cx="1299878" cy="1958316"/>
            </a:xfrm>
            <a:custGeom>
              <a:avLst/>
              <a:gdLst/>
              <a:ahLst/>
              <a:cxnLst/>
              <a:rect l="0" t="0" r="0" b="0"/>
              <a:pathLst>
                <a:path w="1299878" h="1958316">
                  <a:moveTo>
                    <a:pt x="231888" y="1957799"/>
                  </a:moveTo>
                  <a:lnTo>
                    <a:pt x="195141" y="1955304"/>
                  </a:lnTo>
                  <a:lnTo>
                    <a:pt x="278746" y="1958316"/>
                  </a:lnTo>
                  <a:close/>
                  <a:moveTo>
                    <a:pt x="288092" y="1955680"/>
                  </a:moveTo>
                  <a:lnTo>
                    <a:pt x="298891" y="1938298"/>
                  </a:lnTo>
                  <a:lnTo>
                    <a:pt x="278746" y="1958316"/>
                  </a:lnTo>
                  <a:close/>
                  <a:moveTo>
                    <a:pt x="361337" y="1957531"/>
                  </a:moveTo>
                  <a:lnTo>
                    <a:pt x="312324" y="1948957"/>
                  </a:lnTo>
                  <a:lnTo>
                    <a:pt x="288092" y="1955680"/>
                  </a:lnTo>
                  <a:close/>
                  <a:moveTo>
                    <a:pt x="94945" y="1525345"/>
                  </a:moveTo>
                  <a:lnTo>
                    <a:pt x="134969" y="1553448"/>
                  </a:lnTo>
                  <a:lnTo>
                    <a:pt x="69145" y="1563782"/>
                  </a:lnTo>
                  <a:close/>
                  <a:moveTo>
                    <a:pt x="156305" y="1445182"/>
                  </a:moveTo>
                  <a:lnTo>
                    <a:pt x="147103" y="1492395"/>
                  </a:lnTo>
                  <a:lnTo>
                    <a:pt x="138464" y="1450375"/>
                  </a:lnTo>
                  <a:close/>
                  <a:moveTo>
                    <a:pt x="524145" y="1812193"/>
                  </a:moveTo>
                  <a:lnTo>
                    <a:pt x="449995" y="1787037"/>
                  </a:lnTo>
                  <a:lnTo>
                    <a:pt x="485935" y="1804232"/>
                  </a:lnTo>
                  <a:close/>
                  <a:moveTo>
                    <a:pt x="156305" y="1445182"/>
                  </a:moveTo>
                  <a:lnTo>
                    <a:pt x="212589" y="1414396"/>
                  </a:lnTo>
                  <a:lnTo>
                    <a:pt x="179287" y="1403487"/>
                  </a:lnTo>
                  <a:close/>
                  <a:moveTo>
                    <a:pt x="212589" y="1414396"/>
                  </a:moveTo>
                  <a:lnTo>
                    <a:pt x="217724" y="1426281"/>
                  </a:lnTo>
                  <a:lnTo>
                    <a:pt x="220609" y="1376028"/>
                  </a:lnTo>
                  <a:close/>
                  <a:moveTo>
                    <a:pt x="20812" y="1205389"/>
                  </a:moveTo>
                  <a:lnTo>
                    <a:pt x="11056" y="1196041"/>
                  </a:lnTo>
                  <a:lnTo>
                    <a:pt x="0" y="1210138"/>
                  </a:lnTo>
                  <a:close/>
                  <a:moveTo>
                    <a:pt x="13941" y="1220134"/>
                  </a:moveTo>
                  <a:lnTo>
                    <a:pt x="73983" y="1262887"/>
                  </a:lnTo>
                  <a:lnTo>
                    <a:pt x="20812" y="1205389"/>
                  </a:lnTo>
                  <a:close/>
                  <a:moveTo>
                    <a:pt x="0" y="1210138"/>
                  </a:moveTo>
                  <a:lnTo>
                    <a:pt x="13941" y="1220134"/>
                  </a:lnTo>
                  <a:lnTo>
                    <a:pt x="20812" y="1205389"/>
                  </a:lnTo>
                  <a:close/>
                  <a:moveTo>
                    <a:pt x="418519" y="1423667"/>
                  </a:moveTo>
                  <a:lnTo>
                    <a:pt x="417378" y="1361852"/>
                  </a:lnTo>
                  <a:lnTo>
                    <a:pt x="401922" y="1405536"/>
                  </a:lnTo>
                  <a:close/>
                  <a:moveTo>
                    <a:pt x="762050" y="1522522"/>
                  </a:moveTo>
                  <a:lnTo>
                    <a:pt x="705651" y="1467648"/>
                  </a:lnTo>
                  <a:lnTo>
                    <a:pt x="727098" y="1512956"/>
                  </a:lnTo>
                  <a:close/>
                  <a:moveTo>
                    <a:pt x="359090" y="1072222"/>
                  </a:moveTo>
                  <a:lnTo>
                    <a:pt x="339462" y="1020686"/>
                  </a:lnTo>
                  <a:lnTo>
                    <a:pt x="383390" y="1048129"/>
                  </a:lnTo>
                  <a:close/>
                  <a:moveTo>
                    <a:pt x="620194" y="1185427"/>
                  </a:moveTo>
                  <a:lnTo>
                    <a:pt x="618272" y="1178644"/>
                  </a:lnTo>
                  <a:lnTo>
                    <a:pt x="617536" y="1230181"/>
                  </a:lnTo>
                  <a:close/>
                  <a:moveTo>
                    <a:pt x="781942" y="1402846"/>
                  </a:moveTo>
                  <a:lnTo>
                    <a:pt x="833758" y="1421900"/>
                  </a:lnTo>
                  <a:lnTo>
                    <a:pt x="864225" y="1400911"/>
                  </a:lnTo>
                  <a:close/>
                  <a:moveTo>
                    <a:pt x="864225" y="1400911"/>
                  </a:moveTo>
                  <a:lnTo>
                    <a:pt x="833758" y="1421900"/>
                  </a:lnTo>
                  <a:lnTo>
                    <a:pt x="906886" y="1385736"/>
                  </a:lnTo>
                  <a:close/>
                  <a:moveTo>
                    <a:pt x="909643" y="1353011"/>
                  </a:moveTo>
                  <a:lnTo>
                    <a:pt x="864225" y="1400911"/>
                  </a:lnTo>
                  <a:lnTo>
                    <a:pt x="906886" y="1385736"/>
                  </a:lnTo>
                  <a:close/>
                  <a:moveTo>
                    <a:pt x="909643" y="1353011"/>
                  </a:moveTo>
                  <a:lnTo>
                    <a:pt x="868266" y="1348667"/>
                  </a:lnTo>
                  <a:lnTo>
                    <a:pt x="864225" y="1400911"/>
                  </a:lnTo>
                  <a:close/>
                  <a:moveTo>
                    <a:pt x="909643" y="1353011"/>
                  </a:moveTo>
                  <a:lnTo>
                    <a:pt x="906886" y="1385736"/>
                  </a:lnTo>
                  <a:lnTo>
                    <a:pt x="920875" y="1360697"/>
                  </a:lnTo>
                  <a:close/>
                  <a:moveTo>
                    <a:pt x="862521" y="1130456"/>
                  </a:moveTo>
                  <a:lnTo>
                    <a:pt x="861222" y="1106362"/>
                  </a:lnTo>
                  <a:lnTo>
                    <a:pt x="879782" y="1181993"/>
                  </a:lnTo>
                  <a:close/>
                  <a:moveTo>
                    <a:pt x="865585" y="1054826"/>
                  </a:moveTo>
                  <a:lnTo>
                    <a:pt x="861222" y="1106362"/>
                  </a:lnTo>
                  <a:lnTo>
                    <a:pt x="851804" y="1078920"/>
                  </a:lnTo>
                  <a:close/>
                  <a:moveTo>
                    <a:pt x="865430" y="1037259"/>
                  </a:moveTo>
                  <a:lnTo>
                    <a:pt x="861222" y="1106362"/>
                  </a:lnTo>
                  <a:lnTo>
                    <a:pt x="865585" y="1054826"/>
                  </a:lnTo>
                  <a:close/>
                  <a:moveTo>
                    <a:pt x="865430" y="1037259"/>
                  </a:moveTo>
                  <a:lnTo>
                    <a:pt x="868117" y="1097816"/>
                  </a:lnTo>
                  <a:lnTo>
                    <a:pt x="861222" y="1106362"/>
                  </a:lnTo>
                  <a:close/>
                  <a:moveTo>
                    <a:pt x="854722" y="983221"/>
                  </a:moveTo>
                  <a:lnTo>
                    <a:pt x="865430" y="1037259"/>
                  </a:lnTo>
                  <a:lnTo>
                    <a:pt x="865585" y="1054826"/>
                  </a:lnTo>
                  <a:close/>
                  <a:moveTo>
                    <a:pt x="854238" y="979195"/>
                  </a:moveTo>
                  <a:lnTo>
                    <a:pt x="854722" y="983221"/>
                  </a:lnTo>
                  <a:lnTo>
                    <a:pt x="856729" y="968187"/>
                  </a:lnTo>
                  <a:close/>
                  <a:moveTo>
                    <a:pt x="40428" y="75630"/>
                  </a:moveTo>
                  <a:lnTo>
                    <a:pt x="63454" y="0"/>
                  </a:lnTo>
                  <a:lnTo>
                    <a:pt x="67674" y="51536"/>
                  </a:lnTo>
                  <a:close/>
                  <a:moveTo>
                    <a:pt x="691554" y="699976"/>
                  </a:moveTo>
                  <a:lnTo>
                    <a:pt x="710803" y="647803"/>
                  </a:lnTo>
                  <a:lnTo>
                    <a:pt x="670507" y="721512"/>
                  </a:lnTo>
                  <a:close/>
                  <a:moveTo>
                    <a:pt x="670507" y="721512"/>
                  </a:moveTo>
                  <a:lnTo>
                    <a:pt x="708662" y="645882"/>
                  </a:lnTo>
                  <a:lnTo>
                    <a:pt x="690104" y="697418"/>
                  </a:lnTo>
                  <a:close/>
                  <a:moveTo>
                    <a:pt x="1293696" y="1293436"/>
                  </a:moveTo>
                  <a:lnTo>
                    <a:pt x="1289380" y="1367394"/>
                  </a:lnTo>
                  <a:lnTo>
                    <a:pt x="1299878" y="1315858"/>
                  </a:lnTo>
                  <a:close/>
                  <a:moveTo>
                    <a:pt x="1025575" y="1006638"/>
                  </a:moveTo>
                  <a:lnTo>
                    <a:pt x="1035855" y="982544"/>
                  </a:lnTo>
                  <a:lnTo>
                    <a:pt x="1012129" y="1058175"/>
                  </a:lnTo>
                  <a:close/>
                  <a:moveTo>
                    <a:pt x="1035855" y="982544"/>
                  </a:moveTo>
                  <a:lnTo>
                    <a:pt x="1025575" y="1006638"/>
                  </a:lnTo>
                  <a:lnTo>
                    <a:pt x="1012444" y="955101"/>
                  </a:lnTo>
                  <a:close/>
                  <a:moveTo>
                    <a:pt x="611484" y="480163"/>
                  </a:moveTo>
                  <a:lnTo>
                    <a:pt x="625701" y="542809"/>
                  </a:lnTo>
                  <a:lnTo>
                    <a:pt x="637535" y="537788"/>
                  </a:lnTo>
                  <a:close/>
                  <a:moveTo>
                    <a:pt x="661119" y="491272"/>
                  </a:moveTo>
                  <a:lnTo>
                    <a:pt x="666062" y="467178"/>
                  </a:lnTo>
                  <a:lnTo>
                    <a:pt x="656388" y="473377"/>
                  </a:lnTo>
                  <a:close/>
                  <a:moveTo>
                    <a:pt x="663995" y="415641"/>
                  </a:moveTo>
                  <a:lnTo>
                    <a:pt x="666062" y="467178"/>
                  </a:lnTo>
                  <a:lnTo>
                    <a:pt x="653588" y="439735"/>
                  </a:lnTo>
                  <a:close/>
                  <a:moveTo>
                    <a:pt x="915590" y="743783"/>
                  </a:moveTo>
                  <a:lnTo>
                    <a:pt x="889596" y="703897"/>
                  </a:lnTo>
                  <a:lnTo>
                    <a:pt x="872436" y="724861"/>
                  </a:lnTo>
                  <a:close/>
                  <a:moveTo>
                    <a:pt x="984962" y="693574"/>
                  </a:moveTo>
                  <a:lnTo>
                    <a:pt x="1024434" y="666478"/>
                  </a:lnTo>
                  <a:lnTo>
                    <a:pt x="1011606" y="65829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04" name="Output_density__4203">
              <a:extLst>
                <a:ext uri="{FF2B5EF4-FFF2-40B4-BE49-F238E27FC236}">
                  <a16:creationId xmlns:a16="http://schemas.microsoft.com/office/drawing/2014/main" id="{46B4DC94-465B-FD96-E42D-C0F0C639DCF7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2578104"/>
              <a:ext cx="1355671" cy="1851548"/>
            </a:xfrm>
            <a:custGeom>
              <a:avLst/>
              <a:gdLst/>
              <a:ahLst/>
              <a:cxnLst/>
              <a:rect l="0" t="0" r="0" b="0"/>
              <a:pathLst>
                <a:path w="1355671" h="1851548">
                  <a:moveTo>
                    <a:pt x="0" y="1451852"/>
                  </a:moveTo>
                  <a:lnTo>
                    <a:pt x="54228" y="1508490"/>
                  </a:lnTo>
                  <a:lnTo>
                    <a:pt x="36607" y="1488075"/>
                  </a:lnTo>
                  <a:close/>
                  <a:moveTo>
                    <a:pt x="382423" y="1745298"/>
                  </a:moveTo>
                  <a:lnTo>
                    <a:pt x="330809" y="1729568"/>
                  </a:lnTo>
                  <a:lnTo>
                    <a:pt x="375449" y="1745758"/>
                  </a:lnTo>
                  <a:close/>
                  <a:moveTo>
                    <a:pt x="271260" y="1546702"/>
                  </a:moveTo>
                  <a:lnTo>
                    <a:pt x="288606" y="1515518"/>
                  </a:lnTo>
                  <a:lnTo>
                    <a:pt x="293903" y="1528311"/>
                  </a:lnTo>
                  <a:close/>
                  <a:moveTo>
                    <a:pt x="292506" y="1554207"/>
                  </a:moveTo>
                  <a:lnTo>
                    <a:pt x="271260" y="1546702"/>
                  </a:lnTo>
                  <a:lnTo>
                    <a:pt x="237523" y="1515518"/>
                  </a:lnTo>
                  <a:close/>
                  <a:moveTo>
                    <a:pt x="339845" y="1542960"/>
                  </a:moveTo>
                  <a:lnTo>
                    <a:pt x="289037" y="1494285"/>
                  </a:lnTo>
                  <a:lnTo>
                    <a:pt x="288606" y="1515518"/>
                  </a:lnTo>
                  <a:close/>
                  <a:moveTo>
                    <a:pt x="288606" y="1515518"/>
                  </a:moveTo>
                  <a:lnTo>
                    <a:pt x="271260" y="1546702"/>
                  </a:lnTo>
                  <a:lnTo>
                    <a:pt x="339845" y="1542960"/>
                  </a:lnTo>
                  <a:close/>
                  <a:moveTo>
                    <a:pt x="676747" y="1846176"/>
                  </a:moveTo>
                  <a:lnTo>
                    <a:pt x="645780" y="1833369"/>
                  </a:lnTo>
                  <a:lnTo>
                    <a:pt x="705274" y="1851548"/>
                  </a:lnTo>
                  <a:close/>
                  <a:moveTo>
                    <a:pt x="651663" y="1725013"/>
                  </a:moveTo>
                  <a:lnTo>
                    <a:pt x="629726" y="1673476"/>
                  </a:lnTo>
                  <a:lnTo>
                    <a:pt x="621750" y="1727420"/>
                  </a:lnTo>
                  <a:close/>
                  <a:moveTo>
                    <a:pt x="629726" y="1673476"/>
                  </a:moveTo>
                  <a:lnTo>
                    <a:pt x="601376" y="1681240"/>
                  </a:lnTo>
                  <a:lnTo>
                    <a:pt x="621750" y="1727420"/>
                  </a:lnTo>
                  <a:close/>
                  <a:moveTo>
                    <a:pt x="621750" y="1727420"/>
                  </a:moveTo>
                  <a:lnTo>
                    <a:pt x="601376" y="1681240"/>
                  </a:lnTo>
                  <a:lnTo>
                    <a:pt x="597776" y="1725013"/>
                  </a:lnTo>
                  <a:close/>
                  <a:moveTo>
                    <a:pt x="601376" y="1681240"/>
                  </a:moveTo>
                  <a:lnTo>
                    <a:pt x="567690" y="1673476"/>
                  </a:lnTo>
                  <a:lnTo>
                    <a:pt x="597776" y="1725013"/>
                  </a:lnTo>
                  <a:close/>
                  <a:moveTo>
                    <a:pt x="601376" y="1681240"/>
                  </a:moveTo>
                  <a:lnTo>
                    <a:pt x="629726" y="1673476"/>
                  </a:lnTo>
                  <a:lnTo>
                    <a:pt x="604211" y="1648369"/>
                  </a:lnTo>
                  <a:close/>
                  <a:moveTo>
                    <a:pt x="567690" y="1673476"/>
                  </a:moveTo>
                  <a:lnTo>
                    <a:pt x="601376" y="1681240"/>
                  </a:lnTo>
                  <a:lnTo>
                    <a:pt x="604211" y="1648369"/>
                  </a:lnTo>
                  <a:close/>
                  <a:moveTo>
                    <a:pt x="414105" y="1468571"/>
                  </a:moveTo>
                  <a:lnTo>
                    <a:pt x="357677" y="1539207"/>
                  </a:lnTo>
                  <a:lnTo>
                    <a:pt x="416816" y="1529110"/>
                  </a:lnTo>
                  <a:close/>
                  <a:moveTo>
                    <a:pt x="416816" y="1529110"/>
                  </a:moveTo>
                  <a:lnTo>
                    <a:pt x="451605" y="1476066"/>
                  </a:lnTo>
                  <a:lnTo>
                    <a:pt x="414105" y="1468571"/>
                  </a:lnTo>
                  <a:close/>
                  <a:moveTo>
                    <a:pt x="747780" y="1835796"/>
                  </a:moveTo>
                  <a:lnTo>
                    <a:pt x="771620" y="1803992"/>
                  </a:lnTo>
                  <a:lnTo>
                    <a:pt x="761931" y="1814906"/>
                  </a:lnTo>
                  <a:close/>
                  <a:moveTo>
                    <a:pt x="629726" y="1673476"/>
                  </a:moveTo>
                  <a:lnTo>
                    <a:pt x="675040" y="1722078"/>
                  </a:lnTo>
                  <a:lnTo>
                    <a:pt x="675179" y="1659222"/>
                  </a:lnTo>
                  <a:close/>
                  <a:moveTo>
                    <a:pt x="629726" y="1673476"/>
                  </a:moveTo>
                  <a:lnTo>
                    <a:pt x="651663" y="1725013"/>
                  </a:lnTo>
                  <a:lnTo>
                    <a:pt x="675040" y="1722078"/>
                  </a:lnTo>
                  <a:close/>
                  <a:moveTo>
                    <a:pt x="760944" y="1750113"/>
                  </a:moveTo>
                  <a:lnTo>
                    <a:pt x="761365" y="1752623"/>
                  </a:lnTo>
                  <a:lnTo>
                    <a:pt x="761317" y="1752456"/>
                  </a:lnTo>
                  <a:close/>
                  <a:moveTo>
                    <a:pt x="567690" y="1673476"/>
                  </a:moveTo>
                  <a:lnTo>
                    <a:pt x="604211" y="1648369"/>
                  </a:lnTo>
                  <a:lnTo>
                    <a:pt x="564708" y="1673069"/>
                  </a:lnTo>
                  <a:close/>
                  <a:moveTo>
                    <a:pt x="675179" y="1659222"/>
                  </a:moveTo>
                  <a:lnTo>
                    <a:pt x="604211" y="1648369"/>
                  </a:lnTo>
                  <a:lnTo>
                    <a:pt x="629726" y="1673476"/>
                  </a:lnTo>
                  <a:close/>
                  <a:moveTo>
                    <a:pt x="279049" y="1188690"/>
                  </a:moveTo>
                  <a:lnTo>
                    <a:pt x="254804" y="1261183"/>
                  </a:lnTo>
                  <a:lnTo>
                    <a:pt x="272419" y="1256823"/>
                  </a:lnTo>
                  <a:close/>
                  <a:moveTo>
                    <a:pt x="294015" y="1261183"/>
                  </a:moveTo>
                  <a:lnTo>
                    <a:pt x="279049" y="1188690"/>
                  </a:lnTo>
                  <a:lnTo>
                    <a:pt x="272419" y="1256823"/>
                  </a:lnTo>
                  <a:close/>
                  <a:moveTo>
                    <a:pt x="293459" y="1209647"/>
                  </a:moveTo>
                  <a:lnTo>
                    <a:pt x="279049" y="1188690"/>
                  </a:lnTo>
                  <a:lnTo>
                    <a:pt x="294015" y="1261183"/>
                  </a:lnTo>
                  <a:close/>
                  <a:moveTo>
                    <a:pt x="294177" y="1185553"/>
                  </a:moveTo>
                  <a:lnTo>
                    <a:pt x="307595" y="1203465"/>
                  </a:lnTo>
                  <a:lnTo>
                    <a:pt x="335267" y="1206639"/>
                  </a:lnTo>
                  <a:close/>
                  <a:moveTo>
                    <a:pt x="307595" y="1203465"/>
                  </a:moveTo>
                  <a:lnTo>
                    <a:pt x="294177" y="1185553"/>
                  </a:lnTo>
                  <a:lnTo>
                    <a:pt x="322577" y="1159191"/>
                  </a:lnTo>
                  <a:close/>
                  <a:moveTo>
                    <a:pt x="218952" y="1136823"/>
                  </a:moveTo>
                  <a:lnTo>
                    <a:pt x="274398" y="1185553"/>
                  </a:lnTo>
                  <a:lnTo>
                    <a:pt x="279049" y="1188690"/>
                  </a:lnTo>
                  <a:close/>
                  <a:moveTo>
                    <a:pt x="771620" y="1803992"/>
                  </a:moveTo>
                  <a:lnTo>
                    <a:pt x="761365" y="1752623"/>
                  </a:lnTo>
                  <a:lnTo>
                    <a:pt x="761931" y="1814906"/>
                  </a:lnTo>
                  <a:close/>
                  <a:moveTo>
                    <a:pt x="771620" y="1803992"/>
                  </a:moveTo>
                  <a:lnTo>
                    <a:pt x="761317" y="1752456"/>
                  </a:lnTo>
                  <a:lnTo>
                    <a:pt x="761365" y="1752623"/>
                  </a:lnTo>
                  <a:close/>
                  <a:moveTo>
                    <a:pt x="294177" y="1185553"/>
                  </a:moveTo>
                  <a:lnTo>
                    <a:pt x="336115" y="1117536"/>
                  </a:lnTo>
                  <a:lnTo>
                    <a:pt x="322577" y="1159191"/>
                  </a:lnTo>
                  <a:close/>
                  <a:moveTo>
                    <a:pt x="862518" y="1645629"/>
                  </a:moveTo>
                  <a:lnTo>
                    <a:pt x="890233" y="1652731"/>
                  </a:lnTo>
                  <a:lnTo>
                    <a:pt x="891609" y="1659958"/>
                  </a:lnTo>
                  <a:close/>
                  <a:moveTo>
                    <a:pt x="847804" y="1630392"/>
                  </a:moveTo>
                  <a:lnTo>
                    <a:pt x="890233" y="1652731"/>
                  </a:lnTo>
                  <a:lnTo>
                    <a:pt x="862518" y="1645629"/>
                  </a:lnTo>
                  <a:close/>
                  <a:moveTo>
                    <a:pt x="864133" y="1625288"/>
                  </a:moveTo>
                  <a:lnTo>
                    <a:pt x="891609" y="1659958"/>
                  </a:lnTo>
                  <a:lnTo>
                    <a:pt x="934418" y="1652731"/>
                  </a:lnTo>
                  <a:close/>
                  <a:moveTo>
                    <a:pt x="409802" y="1095612"/>
                  </a:moveTo>
                  <a:lnTo>
                    <a:pt x="349974" y="1106269"/>
                  </a:lnTo>
                  <a:lnTo>
                    <a:pt x="426584" y="1103581"/>
                  </a:lnTo>
                  <a:close/>
                  <a:moveTo>
                    <a:pt x="934418" y="1652731"/>
                  </a:moveTo>
                  <a:lnTo>
                    <a:pt x="950021" y="1663211"/>
                  </a:lnTo>
                  <a:lnTo>
                    <a:pt x="950316" y="1650212"/>
                  </a:lnTo>
                  <a:close/>
                  <a:moveTo>
                    <a:pt x="908802" y="1601195"/>
                  </a:moveTo>
                  <a:lnTo>
                    <a:pt x="950316" y="1650212"/>
                  </a:lnTo>
                  <a:lnTo>
                    <a:pt x="920515" y="1592671"/>
                  </a:lnTo>
                  <a:close/>
                  <a:moveTo>
                    <a:pt x="934418" y="1652731"/>
                  </a:moveTo>
                  <a:lnTo>
                    <a:pt x="950316" y="1650212"/>
                  </a:lnTo>
                  <a:lnTo>
                    <a:pt x="908802" y="1601195"/>
                  </a:lnTo>
                  <a:close/>
                  <a:moveTo>
                    <a:pt x="950316" y="1650212"/>
                  </a:moveTo>
                  <a:lnTo>
                    <a:pt x="950021" y="1663211"/>
                  </a:lnTo>
                  <a:lnTo>
                    <a:pt x="953378" y="1652731"/>
                  </a:lnTo>
                  <a:close/>
                  <a:moveTo>
                    <a:pt x="898569" y="1591557"/>
                  </a:moveTo>
                  <a:lnTo>
                    <a:pt x="930692" y="1590942"/>
                  </a:lnTo>
                  <a:lnTo>
                    <a:pt x="908802" y="1601195"/>
                  </a:lnTo>
                  <a:close/>
                  <a:moveTo>
                    <a:pt x="794452" y="1498122"/>
                  </a:moveTo>
                  <a:lnTo>
                    <a:pt x="819467" y="1524448"/>
                  </a:lnTo>
                  <a:lnTo>
                    <a:pt x="825264" y="1487685"/>
                  </a:lnTo>
                  <a:close/>
                  <a:moveTo>
                    <a:pt x="510536" y="1239927"/>
                  </a:moveTo>
                  <a:lnTo>
                    <a:pt x="561874" y="1236173"/>
                  </a:lnTo>
                  <a:lnTo>
                    <a:pt x="552873" y="1226400"/>
                  </a:lnTo>
                  <a:close/>
                  <a:moveTo>
                    <a:pt x="935100" y="1472524"/>
                  </a:moveTo>
                  <a:lnTo>
                    <a:pt x="934390" y="1474028"/>
                  </a:lnTo>
                  <a:lnTo>
                    <a:pt x="963189" y="1442644"/>
                  </a:lnTo>
                  <a:close/>
                  <a:moveTo>
                    <a:pt x="963806" y="1398397"/>
                  </a:moveTo>
                  <a:lnTo>
                    <a:pt x="991402" y="1413229"/>
                  </a:lnTo>
                  <a:lnTo>
                    <a:pt x="974443" y="1379626"/>
                  </a:lnTo>
                  <a:close/>
                  <a:moveTo>
                    <a:pt x="1032509" y="1433145"/>
                  </a:moveTo>
                  <a:lnTo>
                    <a:pt x="1037222" y="1409866"/>
                  </a:lnTo>
                  <a:lnTo>
                    <a:pt x="963806" y="1398397"/>
                  </a:lnTo>
                  <a:close/>
                  <a:moveTo>
                    <a:pt x="963806" y="1398397"/>
                  </a:moveTo>
                  <a:lnTo>
                    <a:pt x="974443" y="1379626"/>
                  </a:lnTo>
                  <a:lnTo>
                    <a:pt x="954336" y="1333230"/>
                  </a:lnTo>
                  <a:close/>
                  <a:moveTo>
                    <a:pt x="1183789" y="1473600"/>
                  </a:moveTo>
                  <a:lnTo>
                    <a:pt x="1171082" y="1459195"/>
                  </a:lnTo>
                  <a:lnTo>
                    <a:pt x="1205994" y="1516844"/>
                  </a:lnTo>
                  <a:close/>
                  <a:moveTo>
                    <a:pt x="1233093" y="1483266"/>
                  </a:moveTo>
                  <a:lnTo>
                    <a:pt x="1183789" y="1473600"/>
                  </a:lnTo>
                  <a:lnTo>
                    <a:pt x="1205994" y="1516844"/>
                  </a:lnTo>
                  <a:close/>
                  <a:moveTo>
                    <a:pt x="1167727" y="1453282"/>
                  </a:moveTo>
                  <a:lnTo>
                    <a:pt x="1171082" y="1459195"/>
                  </a:lnTo>
                  <a:lnTo>
                    <a:pt x="1183789" y="1473600"/>
                  </a:lnTo>
                  <a:close/>
                  <a:moveTo>
                    <a:pt x="1167727" y="1453282"/>
                  </a:moveTo>
                  <a:lnTo>
                    <a:pt x="1141858" y="1401746"/>
                  </a:lnTo>
                  <a:lnTo>
                    <a:pt x="1143859" y="1418584"/>
                  </a:lnTo>
                  <a:close/>
                  <a:moveTo>
                    <a:pt x="1336251" y="1559380"/>
                  </a:moveTo>
                  <a:lnTo>
                    <a:pt x="1302489" y="1568047"/>
                  </a:lnTo>
                  <a:lnTo>
                    <a:pt x="1311976" y="1532261"/>
                  </a:lnTo>
                  <a:close/>
                  <a:moveTo>
                    <a:pt x="1302489" y="1568047"/>
                  </a:moveTo>
                  <a:lnTo>
                    <a:pt x="1336251" y="1559380"/>
                  </a:lnTo>
                  <a:lnTo>
                    <a:pt x="1318896" y="1556355"/>
                  </a:lnTo>
                  <a:close/>
                  <a:moveTo>
                    <a:pt x="1336251" y="1559380"/>
                  </a:moveTo>
                  <a:lnTo>
                    <a:pt x="1338523" y="1532261"/>
                  </a:lnTo>
                  <a:lnTo>
                    <a:pt x="1318896" y="1556355"/>
                  </a:lnTo>
                  <a:close/>
                  <a:moveTo>
                    <a:pt x="1251489" y="1431808"/>
                  </a:moveTo>
                  <a:lnTo>
                    <a:pt x="1233093" y="1483266"/>
                  </a:lnTo>
                  <a:lnTo>
                    <a:pt x="1309036" y="1485747"/>
                  </a:lnTo>
                  <a:close/>
                  <a:moveTo>
                    <a:pt x="1309036" y="1485747"/>
                  </a:moveTo>
                  <a:lnTo>
                    <a:pt x="1323741" y="1480725"/>
                  </a:lnTo>
                  <a:lnTo>
                    <a:pt x="1355671" y="1457309"/>
                  </a:lnTo>
                  <a:close/>
                  <a:moveTo>
                    <a:pt x="1167727" y="1453282"/>
                  </a:moveTo>
                  <a:lnTo>
                    <a:pt x="1183789" y="1473600"/>
                  </a:lnTo>
                  <a:lnTo>
                    <a:pt x="1189513" y="1444211"/>
                  </a:lnTo>
                  <a:close/>
                  <a:moveTo>
                    <a:pt x="1141858" y="1401746"/>
                  </a:moveTo>
                  <a:lnTo>
                    <a:pt x="1167727" y="1453282"/>
                  </a:lnTo>
                  <a:lnTo>
                    <a:pt x="1156797" y="1377652"/>
                  </a:lnTo>
                  <a:close/>
                  <a:moveTo>
                    <a:pt x="1131139" y="1223042"/>
                  </a:moveTo>
                  <a:lnTo>
                    <a:pt x="1096079" y="1171505"/>
                  </a:lnTo>
                  <a:lnTo>
                    <a:pt x="1092561" y="1247136"/>
                  </a:lnTo>
                  <a:close/>
                  <a:moveTo>
                    <a:pt x="742324" y="910875"/>
                  </a:moveTo>
                  <a:lnTo>
                    <a:pt x="750146" y="883344"/>
                  </a:lnTo>
                  <a:lnTo>
                    <a:pt x="747990" y="892284"/>
                  </a:lnTo>
                  <a:close/>
                  <a:moveTo>
                    <a:pt x="697433" y="759213"/>
                  </a:moveTo>
                  <a:lnTo>
                    <a:pt x="683346" y="711440"/>
                  </a:lnTo>
                  <a:lnTo>
                    <a:pt x="698572" y="761804"/>
                  </a:lnTo>
                  <a:close/>
                  <a:moveTo>
                    <a:pt x="697433" y="759213"/>
                  </a:moveTo>
                  <a:lnTo>
                    <a:pt x="681702" y="707676"/>
                  </a:lnTo>
                  <a:lnTo>
                    <a:pt x="683346" y="711440"/>
                  </a:lnTo>
                  <a:close/>
                  <a:moveTo>
                    <a:pt x="1313666" y="1419241"/>
                  </a:moveTo>
                  <a:lnTo>
                    <a:pt x="1323741" y="1480725"/>
                  </a:lnTo>
                  <a:lnTo>
                    <a:pt x="1319075" y="1477586"/>
                  </a:lnTo>
                  <a:close/>
                  <a:moveTo>
                    <a:pt x="1126686" y="1164979"/>
                  </a:moveTo>
                  <a:lnTo>
                    <a:pt x="1100202" y="1165122"/>
                  </a:lnTo>
                  <a:lnTo>
                    <a:pt x="1148181" y="1198948"/>
                  </a:lnTo>
                  <a:close/>
                  <a:moveTo>
                    <a:pt x="1148181" y="1198948"/>
                  </a:moveTo>
                  <a:lnTo>
                    <a:pt x="1100202" y="1165122"/>
                  </a:lnTo>
                  <a:lnTo>
                    <a:pt x="1096079" y="1171505"/>
                  </a:lnTo>
                  <a:close/>
                  <a:moveTo>
                    <a:pt x="1148181" y="1198948"/>
                  </a:moveTo>
                  <a:lnTo>
                    <a:pt x="1096079" y="1171505"/>
                  </a:lnTo>
                  <a:lnTo>
                    <a:pt x="1131139" y="1223042"/>
                  </a:lnTo>
                  <a:close/>
                  <a:moveTo>
                    <a:pt x="935522" y="846582"/>
                  </a:moveTo>
                  <a:lnTo>
                    <a:pt x="896760" y="840113"/>
                  </a:lnTo>
                  <a:lnTo>
                    <a:pt x="937027" y="908102"/>
                  </a:lnTo>
                  <a:close/>
                  <a:moveTo>
                    <a:pt x="656489" y="656139"/>
                  </a:moveTo>
                  <a:lnTo>
                    <a:pt x="653608" y="618961"/>
                  </a:lnTo>
                  <a:lnTo>
                    <a:pt x="673231" y="580509"/>
                  </a:lnTo>
                  <a:close/>
                  <a:moveTo>
                    <a:pt x="656489" y="656139"/>
                  </a:moveTo>
                  <a:lnTo>
                    <a:pt x="673231" y="580509"/>
                  </a:lnTo>
                  <a:lnTo>
                    <a:pt x="651839" y="604603"/>
                  </a:lnTo>
                  <a:close/>
                  <a:moveTo>
                    <a:pt x="158229" y="18836"/>
                  </a:moveTo>
                  <a:lnTo>
                    <a:pt x="208372" y="16053"/>
                  </a:lnTo>
                  <a:lnTo>
                    <a:pt x="171661" y="0"/>
                  </a:lnTo>
                  <a:close/>
                  <a:moveTo>
                    <a:pt x="1107158" y="1147411"/>
                  </a:moveTo>
                  <a:lnTo>
                    <a:pt x="1100202" y="1165122"/>
                  </a:lnTo>
                  <a:lnTo>
                    <a:pt x="1126686" y="1164979"/>
                  </a:lnTo>
                  <a:close/>
                  <a:moveTo>
                    <a:pt x="1072420" y="962088"/>
                  </a:moveTo>
                  <a:lnTo>
                    <a:pt x="1156323" y="966211"/>
                  </a:lnTo>
                  <a:lnTo>
                    <a:pt x="1101548" y="936093"/>
                  </a:lnTo>
                  <a:close/>
                  <a:moveTo>
                    <a:pt x="1153704" y="971380"/>
                  </a:moveTo>
                  <a:lnTo>
                    <a:pt x="1166623" y="968708"/>
                  </a:lnTo>
                  <a:lnTo>
                    <a:pt x="1156323" y="966211"/>
                  </a:lnTo>
                  <a:close/>
                  <a:moveTo>
                    <a:pt x="1058393" y="917171"/>
                  </a:moveTo>
                  <a:lnTo>
                    <a:pt x="1018660" y="879718"/>
                  </a:lnTo>
                  <a:lnTo>
                    <a:pt x="1039802" y="889728"/>
                  </a:lnTo>
                  <a:close/>
                  <a:moveTo>
                    <a:pt x="1058393" y="917171"/>
                  </a:moveTo>
                  <a:lnTo>
                    <a:pt x="1039802" y="889728"/>
                  </a:lnTo>
                  <a:lnTo>
                    <a:pt x="1044005" y="941265"/>
                  </a:lnTo>
                  <a:close/>
                  <a:moveTo>
                    <a:pt x="752667" y="567580"/>
                  </a:moveTo>
                  <a:lnTo>
                    <a:pt x="705104" y="568265"/>
                  </a:lnTo>
                  <a:lnTo>
                    <a:pt x="777078" y="596340"/>
                  </a:lnTo>
                  <a:close/>
                  <a:moveTo>
                    <a:pt x="789952" y="575250"/>
                  </a:moveTo>
                  <a:lnTo>
                    <a:pt x="752667" y="567580"/>
                  </a:lnTo>
                  <a:lnTo>
                    <a:pt x="822825" y="592702"/>
                  </a:lnTo>
                  <a:close/>
                  <a:moveTo>
                    <a:pt x="752667" y="567580"/>
                  </a:moveTo>
                  <a:lnTo>
                    <a:pt x="777078" y="596340"/>
                  </a:lnTo>
                  <a:lnTo>
                    <a:pt x="822825" y="592702"/>
                  </a:lnTo>
                  <a:close/>
                  <a:moveTo>
                    <a:pt x="984114" y="846382"/>
                  </a:moveTo>
                  <a:lnTo>
                    <a:pt x="1018660" y="879718"/>
                  </a:lnTo>
                  <a:lnTo>
                    <a:pt x="976903" y="875683"/>
                  </a:lnTo>
                  <a:close/>
                  <a:moveTo>
                    <a:pt x="837041" y="599710"/>
                  </a:moveTo>
                  <a:lnTo>
                    <a:pt x="849952" y="607951"/>
                  </a:lnTo>
                  <a:lnTo>
                    <a:pt x="822825" y="592702"/>
                  </a:lnTo>
                  <a:close/>
                  <a:moveTo>
                    <a:pt x="1152081" y="855229"/>
                  </a:moveTo>
                  <a:lnTo>
                    <a:pt x="1157529" y="893077"/>
                  </a:lnTo>
                  <a:lnTo>
                    <a:pt x="1170919" y="885884"/>
                  </a:lnTo>
                  <a:close/>
                  <a:moveTo>
                    <a:pt x="1123987" y="769328"/>
                  </a:moveTo>
                  <a:lnTo>
                    <a:pt x="1171671" y="768544"/>
                  </a:lnTo>
                  <a:lnTo>
                    <a:pt x="1139867" y="769784"/>
                  </a:lnTo>
                  <a:close/>
                  <a:moveTo>
                    <a:pt x="1171671" y="768544"/>
                  </a:moveTo>
                  <a:lnTo>
                    <a:pt x="1123987" y="769328"/>
                  </a:lnTo>
                  <a:lnTo>
                    <a:pt x="1178631" y="77981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05" name="Output_density__4204">
              <a:extLst>
                <a:ext uri="{FF2B5EF4-FFF2-40B4-BE49-F238E27FC236}">
                  <a16:creationId xmlns:a16="http://schemas.microsoft.com/office/drawing/2014/main" id="{7C328B9B-DE9D-72B2-5053-B18A86EA80AA}"/>
                </a:ext>
              </a:extLst>
            </p:cNvPr>
            <p:cNvSpPr>
              <a:spLocks noGrp="1"/>
            </p:cNvSpPr>
            <p:nvPr/>
          </p:nvSpPr>
          <p:spPr>
            <a:xfrm>
              <a:off x="15403458" y="3139662"/>
              <a:ext cx="1368326" cy="994797"/>
            </a:xfrm>
            <a:custGeom>
              <a:avLst/>
              <a:gdLst/>
              <a:ahLst/>
              <a:cxnLst/>
              <a:rect l="0" t="0" r="0" b="0"/>
              <a:pathLst>
                <a:path w="1368326" h="994797">
                  <a:moveTo>
                    <a:pt x="0" y="847538"/>
                  </a:moveTo>
                  <a:lnTo>
                    <a:pt x="12122" y="899075"/>
                  </a:lnTo>
                  <a:lnTo>
                    <a:pt x="12134" y="824235"/>
                  </a:lnTo>
                  <a:close/>
                  <a:moveTo>
                    <a:pt x="12122" y="899075"/>
                  </a:moveTo>
                  <a:lnTo>
                    <a:pt x="8056" y="890294"/>
                  </a:lnTo>
                  <a:lnTo>
                    <a:pt x="12134" y="824235"/>
                  </a:lnTo>
                  <a:close/>
                  <a:moveTo>
                    <a:pt x="45534" y="771907"/>
                  </a:moveTo>
                  <a:lnTo>
                    <a:pt x="44847" y="772880"/>
                  </a:lnTo>
                  <a:lnTo>
                    <a:pt x="12925" y="822759"/>
                  </a:lnTo>
                  <a:close/>
                  <a:moveTo>
                    <a:pt x="44847" y="772880"/>
                  </a:moveTo>
                  <a:lnTo>
                    <a:pt x="20070" y="809698"/>
                  </a:lnTo>
                  <a:lnTo>
                    <a:pt x="12925" y="822759"/>
                  </a:lnTo>
                  <a:close/>
                  <a:moveTo>
                    <a:pt x="12925" y="822759"/>
                  </a:moveTo>
                  <a:lnTo>
                    <a:pt x="20070" y="809698"/>
                  </a:lnTo>
                  <a:lnTo>
                    <a:pt x="12134" y="824235"/>
                  </a:lnTo>
                  <a:close/>
                  <a:moveTo>
                    <a:pt x="12134" y="824235"/>
                  </a:moveTo>
                  <a:lnTo>
                    <a:pt x="20070" y="809698"/>
                  </a:lnTo>
                  <a:lnTo>
                    <a:pt x="0" y="847538"/>
                  </a:lnTo>
                  <a:close/>
                  <a:moveTo>
                    <a:pt x="98029" y="791596"/>
                  </a:moveTo>
                  <a:lnTo>
                    <a:pt x="46980" y="771146"/>
                  </a:lnTo>
                  <a:lnTo>
                    <a:pt x="85143" y="783192"/>
                  </a:lnTo>
                  <a:close/>
                  <a:moveTo>
                    <a:pt x="85143" y="783192"/>
                  </a:moveTo>
                  <a:lnTo>
                    <a:pt x="107008" y="747813"/>
                  </a:lnTo>
                  <a:lnTo>
                    <a:pt x="98029" y="791596"/>
                  </a:lnTo>
                  <a:close/>
                  <a:moveTo>
                    <a:pt x="45895" y="771351"/>
                  </a:moveTo>
                  <a:lnTo>
                    <a:pt x="45534" y="771907"/>
                  </a:lnTo>
                  <a:lnTo>
                    <a:pt x="46980" y="771146"/>
                  </a:lnTo>
                  <a:close/>
                  <a:moveTo>
                    <a:pt x="279316" y="985144"/>
                  </a:moveTo>
                  <a:lnTo>
                    <a:pt x="300562" y="992649"/>
                  </a:lnTo>
                  <a:lnTo>
                    <a:pt x="347902" y="981402"/>
                  </a:lnTo>
                  <a:close/>
                  <a:moveTo>
                    <a:pt x="115896" y="723499"/>
                  </a:moveTo>
                  <a:lnTo>
                    <a:pt x="137485" y="735549"/>
                  </a:lnTo>
                  <a:lnTo>
                    <a:pt x="132038" y="696277"/>
                  </a:lnTo>
                  <a:close/>
                  <a:moveTo>
                    <a:pt x="132038" y="696277"/>
                  </a:moveTo>
                  <a:lnTo>
                    <a:pt x="137485" y="735549"/>
                  </a:lnTo>
                  <a:lnTo>
                    <a:pt x="161347" y="723719"/>
                  </a:lnTo>
                  <a:close/>
                  <a:moveTo>
                    <a:pt x="132038" y="696277"/>
                  </a:moveTo>
                  <a:lnTo>
                    <a:pt x="161347" y="723719"/>
                  </a:lnTo>
                  <a:lnTo>
                    <a:pt x="139462" y="672183"/>
                  </a:lnTo>
                  <a:close/>
                  <a:moveTo>
                    <a:pt x="262860" y="699625"/>
                  </a:moveTo>
                  <a:lnTo>
                    <a:pt x="219722" y="706674"/>
                  </a:lnTo>
                  <a:lnTo>
                    <a:pt x="240349" y="752648"/>
                  </a:lnTo>
                  <a:close/>
                  <a:moveTo>
                    <a:pt x="219722" y="706674"/>
                  </a:moveTo>
                  <a:lnTo>
                    <a:pt x="262860" y="699625"/>
                  </a:lnTo>
                  <a:lnTo>
                    <a:pt x="225522" y="688897"/>
                  </a:lnTo>
                  <a:close/>
                  <a:moveTo>
                    <a:pt x="161803" y="620646"/>
                  </a:moveTo>
                  <a:lnTo>
                    <a:pt x="139462" y="672183"/>
                  </a:lnTo>
                  <a:lnTo>
                    <a:pt x="178588" y="648089"/>
                  </a:lnTo>
                  <a:close/>
                  <a:moveTo>
                    <a:pt x="161803" y="620646"/>
                  </a:moveTo>
                  <a:lnTo>
                    <a:pt x="178588" y="648089"/>
                  </a:lnTo>
                  <a:lnTo>
                    <a:pt x="172280" y="596552"/>
                  </a:lnTo>
                  <a:close/>
                  <a:moveTo>
                    <a:pt x="191110" y="560234"/>
                  </a:moveTo>
                  <a:lnTo>
                    <a:pt x="172280" y="596552"/>
                  </a:lnTo>
                  <a:lnTo>
                    <a:pt x="227008" y="575265"/>
                  </a:lnTo>
                  <a:close/>
                  <a:moveTo>
                    <a:pt x="343097" y="548364"/>
                  </a:moveTo>
                  <a:lnTo>
                    <a:pt x="344171" y="555978"/>
                  </a:lnTo>
                  <a:lnTo>
                    <a:pt x="302234" y="623995"/>
                  </a:lnTo>
                  <a:close/>
                  <a:moveTo>
                    <a:pt x="1269273" y="943261"/>
                  </a:moveTo>
                  <a:lnTo>
                    <a:pt x="1241149" y="921708"/>
                  </a:lnTo>
                  <a:lnTo>
                    <a:pt x="1214050" y="955286"/>
                  </a:lnTo>
                  <a:close/>
                  <a:moveTo>
                    <a:pt x="1269273" y="943261"/>
                  </a:moveTo>
                  <a:lnTo>
                    <a:pt x="1302406" y="976060"/>
                  </a:lnTo>
                  <a:lnTo>
                    <a:pt x="1317092" y="924189"/>
                  </a:lnTo>
                  <a:close/>
                  <a:moveTo>
                    <a:pt x="1317092" y="924189"/>
                  </a:moveTo>
                  <a:lnTo>
                    <a:pt x="1302406" y="976060"/>
                  </a:lnTo>
                  <a:lnTo>
                    <a:pt x="1331797" y="919167"/>
                  </a:lnTo>
                  <a:close/>
                  <a:moveTo>
                    <a:pt x="1331797" y="919167"/>
                  </a:moveTo>
                  <a:lnTo>
                    <a:pt x="1302406" y="976060"/>
                  </a:lnTo>
                  <a:lnTo>
                    <a:pt x="1326952" y="994797"/>
                  </a:lnTo>
                  <a:close/>
                  <a:moveTo>
                    <a:pt x="1331797" y="919167"/>
                  </a:moveTo>
                  <a:lnTo>
                    <a:pt x="1326952" y="994797"/>
                  </a:lnTo>
                  <a:lnTo>
                    <a:pt x="1346579" y="970703"/>
                  </a:lnTo>
                  <a:close/>
                  <a:moveTo>
                    <a:pt x="1317092" y="924189"/>
                  </a:moveTo>
                  <a:lnTo>
                    <a:pt x="1241149" y="921708"/>
                  </a:lnTo>
                  <a:lnTo>
                    <a:pt x="1269273" y="943261"/>
                  </a:lnTo>
                  <a:close/>
                  <a:moveTo>
                    <a:pt x="1368326" y="946610"/>
                  </a:moveTo>
                  <a:lnTo>
                    <a:pt x="1327131" y="916028"/>
                  </a:lnTo>
                  <a:lnTo>
                    <a:pt x="1331797" y="919167"/>
                  </a:lnTo>
                  <a:close/>
                  <a:moveTo>
                    <a:pt x="693609" y="2159"/>
                  </a:moveTo>
                  <a:lnTo>
                    <a:pt x="659895" y="43045"/>
                  </a:lnTo>
                  <a:lnTo>
                    <a:pt x="681287" y="18951"/>
                  </a:lnTo>
                  <a:close/>
                  <a:moveTo>
                    <a:pt x="1037841" y="280904"/>
                  </a:moveTo>
                  <a:lnTo>
                    <a:pt x="1047858" y="328170"/>
                  </a:lnTo>
                  <a:lnTo>
                    <a:pt x="1026716" y="318160"/>
                  </a:lnTo>
                  <a:close/>
                  <a:moveTo>
                    <a:pt x="713160" y="6707"/>
                  </a:moveTo>
                  <a:lnTo>
                    <a:pt x="739751" y="0"/>
                  </a:lnTo>
                  <a:lnTo>
                    <a:pt x="693609" y="2159"/>
                  </a:lnTo>
                  <a:close/>
                  <a:moveTo>
                    <a:pt x="713160" y="6707"/>
                  </a:moveTo>
                  <a:lnTo>
                    <a:pt x="760723" y="6022"/>
                  </a:lnTo>
                  <a:lnTo>
                    <a:pt x="739751" y="0"/>
                  </a:lnTo>
                  <a:close/>
                  <a:moveTo>
                    <a:pt x="992170" y="284824"/>
                  </a:moveTo>
                  <a:lnTo>
                    <a:pt x="1037841" y="280904"/>
                  </a:lnTo>
                  <a:lnTo>
                    <a:pt x="1026716" y="318160"/>
                  </a:lnTo>
                  <a:close/>
                  <a:moveTo>
                    <a:pt x="1097057" y="228446"/>
                  </a:moveTo>
                  <a:lnTo>
                    <a:pt x="1094430" y="238349"/>
                  </a:lnTo>
                  <a:lnTo>
                    <a:pt x="1065339" y="248814"/>
                  </a:lnTo>
                  <a:close/>
                  <a:moveTo>
                    <a:pt x="1065339" y="248814"/>
                  </a:moveTo>
                  <a:lnTo>
                    <a:pt x="1094430" y="238349"/>
                  </a:lnTo>
                  <a:lnTo>
                    <a:pt x="1079245" y="261030"/>
                  </a:lnTo>
                  <a:close/>
                  <a:moveTo>
                    <a:pt x="1105064" y="222660"/>
                  </a:moveTo>
                  <a:lnTo>
                    <a:pt x="1094430" y="238349"/>
                  </a:lnTo>
                  <a:lnTo>
                    <a:pt x="1097057" y="228446"/>
                  </a:lnTo>
                  <a:close/>
                  <a:moveTo>
                    <a:pt x="1105064" y="222660"/>
                  </a:moveTo>
                  <a:lnTo>
                    <a:pt x="1097057" y="228446"/>
                  </a:lnTo>
                  <a:lnTo>
                    <a:pt x="1132043" y="207770"/>
                  </a:lnTo>
                  <a:close/>
                  <a:moveTo>
                    <a:pt x="1132043" y="207770"/>
                  </a:moveTo>
                  <a:lnTo>
                    <a:pt x="1147923" y="208226"/>
                  </a:lnTo>
                  <a:lnTo>
                    <a:pt x="1105064" y="222660"/>
                  </a:lnTo>
                  <a:close/>
                  <a:moveTo>
                    <a:pt x="1132043" y="207770"/>
                  </a:moveTo>
                  <a:lnTo>
                    <a:pt x="1136924" y="206881"/>
                  </a:lnTo>
                  <a:lnTo>
                    <a:pt x="1186687" y="218259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06" name="Output_density__4205">
              <a:extLst>
                <a:ext uri="{FF2B5EF4-FFF2-40B4-BE49-F238E27FC236}">
                  <a16:creationId xmlns:a16="http://schemas.microsoft.com/office/drawing/2014/main" id="{ADA7456F-0562-DE21-F306-704EB25196BD}"/>
                </a:ext>
              </a:extLst>
            </p:cNvPr>
            <p:cNvSpPr>
              <a:spLocks noGrp="1"/>
            </p:cNvSpPr>
            <p:nvPr/>
          </p:nvSpPr>
          <p:spPr>
            <a:xfrm>
              <a:off x="15415593" y="3141821"/>
              <a:ext cx="1124790" cy="822077"/>
            </a:xfrm>
            <a:custGeom>
              <a:avLst/>
              <a:gdLst/>
              <a:ahLst/>
              <a:cxnLst/>
              <a:rect l="0" t="0" r="0" b="0"/>
              <a:pathLst>
                <a:path w="1124790" h="822077">
                  <a:moveTo>
                    <a:pt x="790" y="820600"/>
                  </a:moveTo>
                  <a:lnTo>
                    <a:pt x="0" y="822077"/>
                  </a:lnTo>
                  <a:lnTo>
                    <a:pt x="502" y="821285"/>
                  </a:lnTo>
                  <a:close/>
                  <a:moveTo>
                    <a:pt x="790" y="820600"/>
                  </a:moveTo>
                  <a:lnTo>
                    <a:pt x="502" y="821285"/>
                  </a:lnTo>
                  <a:lnTo>
                    <a:pt x="1741" y="820662"/>
                  </a:lnTo>
                  <a:close/>
                  <a:moveTo>
                    <a:pt x="34845" y="768987"/>
                  </a:moveTo>
                  <a:lnTo>
                    <a:pt x="33399" y="769748"/>
                  </a:lnTo>
                  <a:lnTo>
                    <a:pt x="73008" y="781034"/>
                  </a:lnTo>
                  <a:close/>
                  <a:moveTo>
                    <a:pt x="33399" y="769748"/>
                  </a:moveTo>
                  <a:lnTo>
                    <a:pt x="790" y="820600"/>
                  </a:lnTo>
                  <a:lnTo>
                    <a:pt x="73008" y="781034"/>
                  </a:lnTo>
                  <a:close/>
                  <a:moveTo>
                    <a:pt x="103762" y="721341"/>
                  </a:moveTo>
                  <a:lnTo>
                    <a:pt x="93821" y="759023"/>
                  </a:lnTo>
                  <a:lnTo>
                    <a:pt x="94874" y="745655"/>
                  </a:lnTo>
                  <a:close/>
                  <a:moveTo>
                    <a:pt x="125350" y="733390"/>
                  </a:moveTo>
                  <a:lnTo>
                    <a:pt x="94874" y="745655"/>
                  </a:lnTo>
                  <a:lnTo>
                    <a:pt x="148800" y="754831"/>
                  </a:lnTo>
                  <a:close/>
                  <a:moveTo>
                    <a:pt x="94874" y="745655"/>
                  </a:moveTo>
                  <a:lnTo>
                    <a:pt x="73008" y="781034"/>
                  </a:lnTo>
                  <a:lnTo>
                    <a:pt x="148800" y="754831"/>
                  </a:lnTo>
                  <a:close/>
                  <a:moveTo>
                    <a:pt x="103762" y="721341"/>
                  </a:moveTo>
                  <a:lnTo>
                    <a:pt x="94874" y="745655"/>
                  </a:lnTo>
                  <a:lnTo>
                    <a:pt x="125350" y="733390"/>
                  </a:lnTo>
                  <a:close/>
                  <a:moveTo>
                    <a:pt x="125350" y="733390"/>
                  </a:moveTo>
                  <a:lnTo>
                    <a:pt x="148800" y="754831"/>
                  </a:lnTo>
                  <a:lnTo>
                    <a:pt x="149213" y="721561"/>
                  </a:lnTo>
                  <a:close/>
                  <a:moveTo>
                    <a:pt x="149213" y="721561"/>
                  </a:moveTo>
                  <a:lnTo>
                    <a:pt x="207587" y="704515"/>
                  </a:lnTo>
                  <a:lnTo>
                    <a:pt x="166454" y="645930"/>
                  </a:lnTo>
                  <a:close/>
                  <a:moveTo>
                    <a:pt x="127328" y="670024"/>
                  </a:moveTo>
                  <a:lnTo>
                    <a:pt x="149213" y="721561"/>
                  </a:lnTo>
                  <a:lnTo>
                    <a:pt x="166454" y="645930"/>
                  </a:lnTo>
                  <a:close/>
                  <a:moveTo>
                    <a:pt x="681474" y="0"/>
                  </a:moveTo>
                  <a:lnTo>
                    <a:pt x="669153" y="16792"/>
                  </a:lnTo>
                  <a:lnTo>
                    <a:pt x="701026" y="4549"/>
                  </a:lnTo>
                  <a:close/>
                  <a:moveTo>
                    <a:pt x="1119909" y="205611"/>
                  </a:moveTo>
                  <a:lnTo>
                    <a:pt x="1084923" y="226287"/>
                  </a:lnTo>
                  <a:lnTo>
                    <a:pt x="1124790" y="204723"/>
                  </a:lnTo>
                  <a:close/>
                  <a:moveTo>
                    <a:pt x="1084923" y="226287"/>
                  </a:moveTo>
                  <a:lnTo>
                    <a:pt x="1053205" y="246655"/>
                  </a:lnTo>
                  <a:lnTo>
                    <a:pt x="1124790" y="204723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07" name="Output_density__4206">
              <a:extLst>
                <a:ext uri="{FF2B5EF4-FFF2-40B4-BE49-F238E27FC236}">
                  <a16:creationId xmlns:a16="http://schemas.microsoft.com/office/drawing/2014/main" id="{D1C42F07-1479-40A7-7F73-D812EF615685}"/>
                </a:ext>
              </a:extLst>
            </p:cNvPr>
            <p:cNvSpPr>
              <a:spLocks noGrp="1"/>
            </p:cNvSpPr>
            <p:nvPr/>
          </p:nvSpPr>
          <p:spPr>
            <a:xfrm>
              <a:off x="15753777" y="3243791"/>
              <a:ext cx="1137828" cy="1338816"/>
            </a:xfrm>
            <a:custGeom>
              <a:avLst/>
              <a:gdLst/>
              <a:ahLst/>
              <a:cxnLst/>
              <a:rect l="0" t="0" r="0" b="0"/>
              <a:pathLst>
                <a:path w="1137828" h="1338816">
                  <a:moveTo>
                    <a:pt x="367840" y="1338816"/>
                  </a:moveTo>
                  <a:lnTo>
                    <a:pt x="329631" y="1330855"/>
                  </a:lnTo>
                  <a:lnTo>
                    <a:pt x="411783" y="1328434"/>
                  </a:lnTo>
                  <a:close/>
                  <a:moveTo>
                    <a:pt x="46439" y="970755"/>
                  </a:moveTo>
                  <a:lnTo>
                    <a:pt x="56284" y="941019"/>
                  </a:lnTo>
                  <a:lnTo>
                    <a:pt x="0" y="971805"/>
                  </a:lnTo>
                  <a:close/>
                  <a:moveTo>
                    <a:pt x="56284" y="941019"/>
                  </a:moveTo>
                  <a:lnTo>
                    <a:pt x="46439" y="970755"/>
                  </a:lnTo>
                  <a:lnTo>
                    <a:pt x="61419" y="952904"/>
                  </a:lnTo>
                  <a:close/>
                  <a:moveTo>
                    <a:pt x="440267" y="1300031"/>
                  </a:moveTo>
                  <a:lnTo>
                    <a:pt x="367840" y="1338816"/>
                  </a:lnTo>
                  <a:lnTo>
                    <a:pt x="411783" y="1328434"/>
                  </a:lnTo>
                  <a:close/>
                  <a:moveTo>
                    <a:pt x="677453" y="948523"/>
                  </a:moveTo>
                  <a:lnTo>
                    <a:pt x="722510" y="942306"/>
                  </a:lnTo>
                  <a:lnTo>
                    <a:pt x="750581" y="912359"/>
                  </a:lnTo>
                  <a:close/>
                  <a:moveTo>
                    <a:pt x="1056381" y="952288"/>
                  </a:moveTo>
                  <a:lnTo>
                    <a:pt x="1100159" y="941292"/>
                  </a:lnTo>
                  <a:lnTo>
                    <a:pt x="1126660" y="905476"/>
                  </a:lnTo>
                  <a:close/>
                  <a:moveTo>
                    <a:pt x="1111832" y="918111"/>
                  </a:moveTo>
                  <a:lnTo>
                    <a:pt x="1133075" y="894017"/>
                  </a:lnTo>
                  <a:lnTo>
                    <a:pt x="1126660" y="905476"/>
                  </a:lnTo>
                  <a:close/>
                  <a:moveTo>
                    <a:pt x="855824" y="584798"/>
                  </a:moveTo>
                  <a:lnTo>
                    <a:pt x="850757" y="587445"/>
                  </a:lnTo>
                  <a:lnTo>
                    <a:pt x="851843" y="557355"/>
                  </a:lnTo>
                  <a:close/>
                  <a:moveTo>
                    <a:pt x="869270" y="533261"/>
                  </a:moveTo>
                  <a:lnTo>
                    <a:pt x="855824" y="584798"/>
                  </a:lnTo>
                  <a:lnTo>
                    <a:pt x="851843" y="557355"/>
                  </a:lnTo>
                  <a:close/>
                  <a:moveTo>
                    <a:pt x="1137828" y="882447"/>
                  </a:moveTo>
                  <a:lnTo>
                    <a:pt x="1126660" y="905476"/>
                  </a:lnTo>
                  <a:lnTo>
                    <a:pt x="1133075" y="894017"/>
                  </a:lnTo>
                  <a:close/>
                  <a:moveTo>
                    <a:pt x="504814" y="17895"/>
                  </a:moveTo>
                  <a:lnTo>
                    <a:pt x="500083" y="0"/>
                  </a:lnTo>
                  <a:lnTo>
                    <a:pt x="481230" y="6441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08" name="Output_density__4207">
              <a:extLst>
                <a:ext uri="{FF2B5EF4-FFF2-40B4-BE49-F238E27FC236}">
                  <a16:creationId xmlns:a16="http://schemas.microsoft.com/office/drawing/2014/main" id="{AA0BE097-2223-714C-371C-CB2E38FF3027}"/>
                </a:ext>
              </a:extLst>
            </p:cNvPr>
            <p:cNvSpPr>
              <a:spLocks noGrp="1"/>
            </p:cNvSpPr>
            <p:nvPr/>
          </p:nvSpPr>
          <p:spPr>
            <a:xfrm>
              <a:off x="15583229" y="2636791"/>
              <a:ext cx="1307940" cy="2091422"/>
            </a:xfrm>
            <a:custGeom>
              <a:avLst/>
              <a:gdLst/>
              <a:ahLst/>
              <a:cxnLst/>
              <a:rect l="0" t="0" r="0" b="0"/>
              <a:pathLst>
                <a:path w="1307940" h="2091422">
                  <a:moveTo>
                    <a:pt x="177285" y="2044479"/>
                  </a:moveTo>
                  <a:lnTo>
                    <a:pt x="178999" y="2050867"/>
                  </a:lnTo>
                  <a:lnTo>
                    <a:pt x="190513" y="2058148"/>
                  </a:lnTo>
                  <a:close/>
                  <a:moveTo>
                    <a:pt x="197945" y="2020385"/>
                  </a:moveTo>
                  <a:lnTo>
                    <a:pt x="190513" y="2058148"/>
                  </a:lnTo>
                  <a:lnTo>
                    <a:pt x="220187" y="2034195"/>
                  </a:lnTo>
                  <a:close/>
                  <a:moveTo>
                    <a:pt x="197945" y="2020385"/>
                  </a:moveTo>
                  <a:lnTo>
                    <a:pt x="177285" y="2044479"/>
                  </a:lnTo>
                  <a:lnTo>
                    <a:pt x="190513" y="2058148"/>
                  </a:lnTo>
                  <a:close/>
                  <a:moveTo>
                    <a:pt x="163683" y="1997616"/>
                  </a:moveTo>
                  <a:lnTo>
                    <a:pt x="133086" y="1987468"/>
                  </a:lnTo>
                  <a:lnTo>
                    <a:pt x="197945" y="2020385"/>
                  </a:lnTo>
                  <a:close/>
                  <a:moveTo>
                    <a:pt x="197945" y="2020385"/>
                  </a:moveTo>
                  <a:lnTo>
                    <a:pt x="133086" y="1987468"/>
                  </a:lnTo>
                  <a:lnTo>
                    <a:pt x="134222" y="1992942"/>
                  </a:lnTo>
                  <a:close/>
                  <a:moveTo>
                    <a:pt x="197945" y="2020385"/>
                  </a:moveTo>
                  <a:lnTo>
                    <a:pt x="134222" y="1992942"/>
                  </a:lnTo>
                  <a:lnTo>
                    <a:pt x="177285" y="2044479"/>
                  </a:lnTo>
                  <a:close/>
                  <a:moveTo>
                    <a:pt x="190513" y="2058148"/>
                  </a:moveTo>
                  <a:lnTo>
                    <a:pt x="246132" y="2091422"/>
                  </a:lnTo>
                  <a:lnTo>
                    <a:pt x="270124" y="2046226"/>
                  </a:lnTo>
                  <a:close/>
                  <a:moveTo>
                    <a:pt x="220187" y="2034195"/>
                  </a:moveTo>
                  <a:lnTo>
                    <a:pt x="190513" y="2058148"/>
                  </a:lnTo>
                  <a:lnTo>
                    <a:pt x="270124" y="2046226"/>
                  </a:lnTo>
                  <a:close/>
                  <a:moveTo>
                    <a:pt x="118030" y="1961824"/>
                  </a:moveTo>
                  <a:lnTo>
                    <a:pt x="134222" y="1992942"/>
                  </a:lnTo>
                  <a:lnTo>
                    <a:pt x="133086" y="1987468"/>
                  </a:lnTo>
                  <a:close/>
                  <a:moveTo>
                    <a:pt x="85549" y="1925390"/>
                  </a:moveTo>
                  <a:lnTo>
                    <a:pt x="133086" y="1987468"/>
                  </a:lnTo>
                  <a:lnTo>
                    <a:pt x="130677" y="1968848"/>
                  </a:lnTo>
                  <a:close/>
                  <a:moveTo>
                    <a:pt x="104199" y="1941406"/>
                  </a:moveTo>
                  <a:lnTo>
                    <a:pt x="133086" y="1987468"/>
                  </a:lnTo>
                  <a:lnTo>
                    <a:pt x="85549" y="1925390"/>
                  </a:lnTo>
                  <a:close/>
                  <a:moveTo>
                    <a:pt x="336484" y="2047828"/>
                  </a:moveTo>
                  <a:lnTo>
                    <a:pt x="326567" y="2082580"/>
                  </a:lnTo>
                  <a:lnTo>
                    <a:pt x="360042" y="2072837"/>
                  </a:lnTo>
                  <a:close/>
                  <a:moveTo>
                    <a:pt x="336484" y="2047828"/>
                  </a:moveTo>
                  <a:lnTo>
                    <a:pt x="313134" y="2071921"/>
                  </a:lnTo>
                  <a:lnTo>
                    <a:pt x="326567" y="2082580"/>
                  </a:lnTo>
                  <a:close/>
                  <a:moveTo>
                    <a:pt x="290784" y="1997969"/>
                  </a:moveTo>
                  <a:lnTo>
                    <a:pt x="270124" y="2046226"/>
                  </a:lnTo>
                  <a:lnTo>
                    <a:pt x="296968" y="1996291"/>
                  </a:lnTo>
                  <a:close/>
                  <a:moveTo>
                    <a:pt x="296968" y="1996291"/>
                  </a:moveTo>
                  <a:lnTo>
                    <a:pt x="270124" y="2046226"/>
                  </a:lnTo>
                  <a:lnTo>
                    <a:pt x="313134" y="2071921"/>
                  </a:lnTo>
                  <a:close/>
                  <a:moveTo>
                    <a:pt x="296968" y="1996291"/>
                  </a:moveTo>
                  <a:lnTo>
                    <a:pt x="313134" y="2071921"/>
                  </a:lnTo>
                  <a:lnTo>
                    <a:pt x="336484" y="2047828"/>
                  </a:lnTo>
                  <a:close/>
                  <a:moveTo>
                    <a:pt x="270124" y="2046226"/>
                  </a:moveTo>
                  <a:lnTo>
                    <a:pt x="290784" y="1997969"/>
                  </a:lnTo>
                  <a:lnTo>
                    <a:pt x="246646" y="1998221"/>
                  </a:lnTo>
                  <a:close/>
                  <a:moveTo>
                    <a:pt x="220187" y="2034195"/>
                  </a:moveTo>
                  <a:lnTo>
                    <a:pt x="270124" y="2046226"/>
                  </a:lnTo>
                  <a:lnTo>
                    <a:pt x="246646" y="1998221"/>
                  </a:lnTo>
                  <a:close/>
                  <a:moveTo>
                    <a:pt x="296968" y="1996291"/>
                  </a:moveTo>
                  <a:lnTo>
                    <a:pt x="334682" y="1978022"/>
                  </a:lnTo>
                  <a:lnTo>
                    <a:pt x="290784" y="1997969"/>
                  </a:lnTo>
                  <a:close/>
                  <a:moveTo>
                    <a:pt x="290784" y="1997969"/>
                  </a:moveTo>
                  <a:lnTo>
                    <a:pt x="275299" y="1947816"/>
                  </a:lnTo>
                  <a:lnTo>
                    <a:pt x="267962" y="1996291"/>
                  </a:lnTo>
                  <a:close/>
                  <a:moveTo>
                    <a:pt x="275299" y="1947816"/>
                  </a:moveTo>
                  <a:lnTo>
                    <a:pt x="267093" y="1944754"/>
                  </a:lnTo>
                  <a:lnTo>
                    <a:pt x="267962" y="1996291"/>
                  </a:lnTo>
                  <a:close/>
                  <a:moveTo>
                    <a:pt x="219239" y="1895751"/>
                  </a:moveTo>
                  <a:lnTo>
                    <a:pt x="267093" y="1944754"/>
                  </a:lnTo>
                  <a:lnTo>
                    <a:pt x="218043" y="1893639"/>
                  </a:lnTo>
                  <a:close/>
                  <a:moveTo>
                    <a:pt x="267093" y="1944754"/>
                  </a:moveTo>
                  <a:lnTo>
                    <a:pt x="275299" y="1947816"/>
                  </a:lnTo>
                  <a:lnTo>
                    <a:pt x="218043" y="1893639"/>
                  </a:lnTo>
                  <a:close/>
                  <a:moveTo>
                    <a:pt x="219239" y="1895751"/>
                  </a:moveTo>
                  <a:lnTo>
                    <a:pt x="218043" y="1893639"/>
                  </a:lnTo>
                  <a:lnTo>
                    <a:pt x="217332" y="1893218"/>
                  </a:lnTo>
                  <a:close/>
                  <a:moveTo>
                    <a:pt x="296968" y="1996291"/>
                  </a:moveTo>
                  <a:lnTo>
                    <a:pt x="336484" y="2047828"/>
                  </a:lnTo>
                  <a:lnTo>
                    <a:pt x="294336" y="1995082"/>
                  </a:lnTo>
                  <a:close/>
                  <a:moveTo>
                    <a:pt x="109188" y="1658968"/>
                  </a:moveTo>
                  <a:lnTo>
                    <a:pt x="97366" y="1654544"/>
                  </a:lnTo>
                  <a:lnTo>
                    <a:pt x="145137" y="1658475"/>
                  </a:lnTo>
                  <a:close/>
                  <a:moveTo>
                    <a:pt x="88732" y="1559904"/>
                  </a:moveTo>
                  <a:lnTo>
                    <a:pt x="99742" y="1623650"/>
                  </a:lnTo>
                  <a:lnTo>
                    <a:pt x="125215" y="1583988"/>
                  </a:lnTo>
                  <a:close/>
                  <a:moveTo>
                    <a:pt x="397056" y="1862051"/>
                  </a:moveTo>
                  <a:lnTo>
                    <a:pt x="469172" y="1896566"/>
                  </a:lnTo>
                  <a:lnTo>
                    <a:pt x="425286" y="1872297"/>
                  </a:lnTo>
                  <a:close/>
                  <a:moveTo>
                    <a:pt x="397056" y="1862051"/>
                  </a:moveTo>
                  <a:lnTo>
                    <a:pt x="462246" y="1909778"/>
                  </a:lnTo>
                  <a:lnTo>
                    <a:pt x="469172" y="1896566"/>
                  </a:lnTo>
                  <a:close/>
                  <a:moveTo>
                    <a:pt x="311980" y="1798020"/>
                  </a:moveTo>
                  <a:lnTo>
                    <a:pt x="298176" y="1803732"/>
                  </a:lnTo>
                  <a:lnTo>
                    <a:pt x="333623" y="1839162"/>
                  </a:lnTo>
                  <a:close/>
                  <a:moveTo>
                    <a:pt x="369017" y="1836594"/>
                  </a:moveTo>
                  <a:lnTo>
                    <a:pt x="311980" y="1798020"/>
                  </a:lnTo>
                  <a:lnTo>
                    <a:pt x="333623" y="1839162"/>
                  </a:lnTo>
                  <a:close/>
                  <a:moveTo>
                    <a:pt x="382547" y="1847403"/>
                  </a:moveTo>
                  <a:lnTo>
                    <a:pt x="382809" y="1845030"/>
                  </a:lnTo>
                  <a:lnTo>
                    <a:pt x="369017" y="1836594"/>
                  </a:lnTo>
                  <a:close/>
                  <a:moveTo>
                    <a:pt x="193730" y="1530579"/>
                  </a:moveTo>
                  <a:lnTo>
                    <a:pt x="168131" y="1484274"/>
                  </a:lnTo>
                  <a:lnTo>
                    <a:pt x="193531" y="1537110"/>
                  </a:lnTo>
                  <a:close/>
                  <a:moveTo>
                    <a:pt x="142117" y="1512284"/>
                  </a:moveTo>
                  <a:lnTo>
                    <a:pt x="192776" y="1535810"/>
                  </a:lnTo>
                  <a:lnTo>
                    <a:pt x="193531" y="1537110"/>
                  </a:lnTo>
                  <a:close/>
                  <a:moveTo>
                    <a:pt x="117323" y="1435598"/>
                  </a:moveTo>
                  <a:lnTo>
                    <a:pt x="123472" y="1442571"/>
                  </a:lnTo>
                  <a:lnTo>
                    <a:pt x="111816" y="1432737"/>
                  </a:lnTo>
                  <a:close/>
                  <a:moveTo>
                    <a:pt x="123472" y="1442571"/>
                  </a:moveTo>
                  <a:lnTo>
                    <a:pt x="117323" y="1435598"/>
                  </a:lnTo>
                  <a:lnTo>
                    <a:pt x="168131" y="1484274"/>
                  </a:lnTo>
                  <a:close/>
                  <a:moveTo>
                    <a:pt x="62230" y="1442405"/>
                  </a:moveTo>
                  <a:lnTo>
                    <a:pt x="38636" y="1434960"/>
                  </a:lnTo>
                  <a:lnTo>
                    <a:pt x="0" y="1392272"/>
                  </a:lnTo>
                  <a:close/>
                  <a:moveTo>
                    <a:pt x="14280" y="1443405"/>
                  </a:moveTo>
                  <a:lnTo>
                    <a:pt x="62230" y="1442405"/>
                  </a:lnTo>
                  <a:lnTo>
                    <a:pt x="0" y="1392272"/>
                  </a:lnTo>
                  <a:close/>
                  <a:moveTo>
                    <a:pt x="382809" y="1845030"/>
                  </a:moveTo>
                  <a:lnTo>
                    <a:pt x="397056" y="1862051"/>
                  </a:lnTo>
                  <a:lnTo>
                    <a:pt x="425286" y="1872297"/>
                  </a:lnTo>
                  <a:close/>
                  <a:moveTo>
                    <a:pt x="381910" y="1773639"/>
                  </a:moveTo>
                  <a:lnTo>
                    <a:pt x="432958" y="1770120"/>
                  </a:lnTo>
                  <a:lnTo>
                    <a:pt x="393413" y="1739527"/>
                  </a:lnTo>
                  <a:close/>
                  <a:moveTo>
                    <a:pt x="381910" y="1773639"/>
                  </a:moveTo>
                  <a:lnTo>
                    <a:pt x="393413" y="1739527"/>
                  </a:lnTo>
                  <a:lnTo>
                    <a:pt x="359763" y="1728902"/>
                  </a:lnTo>
                  <a:close/>
                  <a:moveTo>
                    <a:pt x="432958" y="1770120"/>
                  </a:moveTo>
                  <a:lnTo>
                    <a:pt x="474066" y="1774682"/>
                  </a:lnTo>
                  <a:lnTo>
                    <a:pt x="393413" y="1739527"/>
                  </a:lnTo>
                  <a:close/>
                  <a:moveTo>
                    <a:pt x="332969" y="1690420"/>
                  </a:moveTo>
                  <a:lnTo>
                    <a:pt x="331833" y="1697568"/>
                  </a:lnTo>
                  <a:lnTo>
                    <a:pt x="359763" y="1728902"/>
                  </a:lnTo>
                  <a:close/>
                  <a:moveTo>
                    <a:pt x="359763" y="1728902"/>
                  </a:moveTo>
                  <a:lnTo>
                    <a:pt x="393413" y="1739527"/>
                  </a:lnTo>
                  <a:lnTo>
                    <a:pt x="332969" y="1690420"/>
                  </a:lnTo>
                  <a:close/>
                  <a:moveTo>
                    <a:pt x="329078" y="1687268"/>
                  </a:moveTo>
                  <a:lnTo>
                    <a:pt x="332969" y="1690420"/>
                  </a:lnTo>
                  <a:lnTo>
                    <a:pt x="337540" y="1684226"/>
                  </a:lnTo>
                  <a:close/>
                  <a:moveTo>
                    <a:pt x="337540" y="1684226"/>
                  </a:moveTo>
                  <a:lnTo>
                    <a:pt x="347807" y="1666326"/>
                  </a:lnTo>
                  <a:lnTo>
                    <a:pt x="329078" y="1687268"/>
                  </a:lnTo>
                  <a:close/>
                  <a:moveTo>
                    <a:pt x="329078" y="1687268"/>
                  </a:moveTo>
                  <a:lnTo>
                    <a:pt x="347807" y="1666326"/>
                  </a:lnTo>
                  <a:lnTo>
                    <a:pt x="305774" y="1639917"/>
                  </a:lnTo>
                  <a:close/>
                  <a:moveTo>
                    <a:pt x="123472" y="1442571"/>
                  </a:moveTo>
                  <a:lnTo>
                    <a:pt x="185963" y="1480520"/>
                  </a:lnTo>
                  <a:lnTo>
                    <a:pt x="199421" y="1416955"/>
                  </a:lnTo>
                  <a:close/>
                  <a:moveTo>
                    <a:pt x="185963" y="1480520"/>
                  </a:moveTo>
                  <a:lnTo>
                    <a:pt x="193730" y="1530579"/>
                  </a:lnTo>
                  <a:lnTo>
                    <a:pt x="245102" y="1470423"/>
                  </a:lnTo>
                  <a:close/>
                  <a:moveTo>
                    <a:pt x="229009" y="1408643"/>
                  </a:moveTo>
                  <a:lnTo>
                    <a:pt x="199421" y="1416955"/>
                  </a:lnTo>
                  <a:lnTo>
                    <a:pt x="242390" y="1409884"/>
                  </a:lnTo>
                  <a:close/>
                  <a:moveTo>
                    <a:pt x="77046" y="1381201"/>
                  </a:moveTo>
                  <a:lnTo>
                    <a:pt x="111816" y="1432737"/>
                  </a:lnTo>
                  <a:lnTo>
                    <a:pt x="74282" y="1369864"/>
                  </a:lnTo>
                  <a:close/>
                  <a:moveTo>
                    <a:pt x="313621" y="1602947"/>
                  </a:moveTo>
                  <a:lnTo>
                    <a:pt x="356340" y="1606199"/>
                  </a:lnTo>
                  <a:lnTo>
                    <a:pt x="338214" y="1558192"/>
                  </a:lnTo>
                  <a:close/>
                  <a:moveTo>
                    <a:pt x="392994" y="1614382"/>
                  </a:moveTo>
                  <a:lnTo>
                    <a:pt x="396690" y="1539159"/>
                  </a:lnTo>
                  <a:lnTo>
                    <a:pt x="338214" y="1558192"/>
                  </a:lnTo>
                  <a:close/>
                  <a:moveTo>
                    <a:pt x="392994" y="1614382"/>
                  </a:moveTo>
                  <a:lnTo>
                    <a:pt x="338214" y="1558192"/>
                  </a:lnTo>
                  <a:lnTo>
                    <a:pt x="356340" y="1606199"/>
                  </a:lnTo>
                  <a:close/>
                  <a:moveTo>
                    <a:pt x="338214" y="1558192"/>
                  </a:moveTo>
                  <a:lnTo>
                    <a:pt x="356871" y="1521384"/>
                  </a:lnTo>
                  <a:lnTo>
                    <a:pt x="301157" y="1511716"/>
                  </a:lnTo>
                  <a:close/>
                  <a:moveTo>
                    <a:pt x="309533" y="1543527"/>
                  </a:moveTo>
                  <a:lnTo>
                    <a:pt x="338214" y="1558192"/>
                  </a:lnTo>
                  <a:lnTo>
                    <a:pt x="301157" y="1511716"/>
                  </a:lnTo>
                  <a:close/>
                  <a:moveTo>
                    <a:pt x="338214" y="1558192"/>
                  </a:moveTo>
                  <a:lnTo>
                    <a:pt x="396690" y="1539159"/>
                  </a:lnTo>
                  <a:lnTo>
                    <a:pt x="356871" y="1521384"/>
                  </a:lnTo>
                  <a:close/>
                  <a:moveTo>
                    <a:pt x="200615" y="1405864"/>
                  </a:moveTo>
                  <a:lnTo>
                    <a:pt x="199421" y="1416955"/>
                  </a:lnTo>
                  <a:lnTo>
                    <a:pt x="229009" y="1408643"/>
                  </a:lnTo>
                  <a:close/>
                  <a:moveTo>
                    <a:pt x="229009" y="1408643"/>
                  </a:moveTo>
                  <a:lnTo>
                    <a:pt x="213952" y="1336387"/>
                  </a:lnTo>
                  <a:lnTo>
                    <a:pt x="200615" y="1405864"/>
                  </a:lnTo>
                  <a:close/>
                  <a:moveTo>
                    <a:pt x="78697" y="1254033"/>
                  </a:moveTo>
                  <a:lnTo>
                    <a:pt x="138405" y="1230229"/>
                  </a:lnTo>
                  <a:lnTo>
                    <a:pt x="83090" y="1202497"/>
                  </a:lnTo>
                  <a:close/>
                  <a:moveTo>
                    <a:pt x="356871" y="1521384"/>
                  </a:moveTo>
                  <a:lnTo>
                    <a:pt x="396690" y="1539159"/>
                  </a:lnTo>
                  <a:lnTo>
                    <a:pt x="399643" y="1463529"/>
                  </a:lnTo>
                  <a:close/>
                  <a:moveTo>
                    <a:pt x="399643" y="1463529"/>
                  </a:moveTo>
                  <a:lnTo>
                    <a:pt x="396690" y="1539159"/>
                  </a:lnTo>
                  <a:lnTo>
                    <a:pt x="428771" y="1480627"/>
                  </a:lnTo>
                  <a:close/>
                  <a:moveTo>
                    <a:pt x="428771" y="1480627"/>
                  </a:moveTo>
                  <a:lnTo>
                    <a:pt x="396690" y="1539159"/>
                  </a:lnTo>
                  <a:lnTo>
                    <a:pt x="414875" y="1533850"/>
                  </a:lnTo>
                  <a:close/>
                  <a:moveTo>
                    <a:pt x="479172" y="1566602"/>
                  </a:moveTo>
                  <a:lnTo>
                    <a:pt x="474880" y="1523049"/>
                  </a:lnTo>
                  <a:lnTo>
                    <a:pt x="484494" y="1577976"/>
                  </a:lnTo>
                  <a:close/>
                  <a:moveTo>
                    <a:pt x="465517" y="1515065"/>
                  </a:moveTo>
                  <a:lnTo>
                    <a:pt x="474880" y="1523049"/>
                  </a:lnTo>
                  <a:lnTo>
                    <a:pt x="479172" y="1566602"/>
                  </a:lnTo>
                  <a:close/>
                  <a:moveTo>
                    <a:pt x="428771" y="1480627"/>
                  </a:moveTo>
                  <a:lnTo>
                    <a:pt x="474880" y="1523049"/>
                  </a:lnTo>
                  <a:lnTo>
                    <a:pt x="465517" y="1515065"/>
                  </a:lnTo>
                  <a:close/>
                  <a:moveTo>
                    <a:pt x="288500" y="1257382"/>
                  </a:moveTo>
                  <a:lnTo>
                    <a:pt x="272675" y="1246364"/>
                  </a:lnTo>
                  <a:lnTo>
                    <a:pt x="241309" y="1263992"/>
                  </a:lnTo>
                  <a:close/>
                  <a:moveTo>
                    <a:pt x="59259" y="1068363"/>
                  </a:moveTo>
                  <a:lnTo>
                    <a:pt x="83280" y="1062280"/>
                  </a:lnTo>
                  <a:lnTo>
                    <a:pt x="65923" y="1051235"/>
                  </a:lnTo>
                  <a:close/>
                  <a:moveTo>
                    <a:pt x="83280" y="1062280"/>
                  </a:moveTo>
                  <a:lnTo>
                    <a:pt x="59259" y="1068363"/>
                  </a:lnTo>
                  <a:lnTo>
                    <a:pt x="97297" y="1051235"/>
                  </a:lnTo>
                  <a:close/>
                  <a:moveTo>
                    <a:pt x="549753" y="1618138"/>
                  </a:moveTo>
                  <a:lnTo>
                    <a:pt x="551777" y="1624002"/>
                  </a:lnTo>
                  <a:lnTo>
                    <a:pt x="562009" y="1629431"/>
                  </a:lnTo>
                  <a:close/>
                  <a:moveTo>
                    <a:pt x="484494" y="1577976"/>
                  </a:moveTo>
                  <a:lnTo>
                    <a:pt x="549753" y="1618138"/>
                  </a:lnTo>
                  <a:lnTo>
                    <a:pt x="504493" y="1589065"/>
                  </a:lnTo>
                  <a:close/>
                  <a:moveTo>
                    <a:pt x="551777" y="1624002"/>
                  </a:moveTo>
                  <a:lnTo>
                    <a:pt x="549753" y="1618138"/>
                  </a:lnTo>
                  <a:lnTo>
                    <a:pt x="484494" y="1577976"/>
                  </a:lnTo>
                  <a:close/>
                  <a:moveTo>
                    <a:pt x="479172" y="1566602"/>
                  </a:moveTo>
                  <a:lnTo>
                    <a:pt x="484494" y="1577976"/>
                  </a:lnTo>
                  <a:lnTo>
                    <a:pt x="504493" y="1589065"/>
                  </a:lnTo>
                  <a:close/>
                  <a:moveTo>
                    <a:pt x="330157" y="1286602"/>
                  </a:moveTo>
                  <a:lnTo>
                    <a:pt x="343286" y="1240355"/>
                  </a:lnTo>
                  <a:lnTo>
                    <a:pt x="288500" y="1257382"/>
                  </a:lnTo>
                  <a:close/>
                  <a:moveTo>
                    <a:pt x="272675" y="1246364"/>
                  </a:moveTo>
                  <a:lnTo>
                    <a:pt x="338766" y="1183893"/>
                  </a:lnTo>
                  <a:lnTo>
                    <a:pt x="297660" y="1204879"/>
                  </a:lnTo>
                  <a:close/>
                  <a:moveTo>
                    <a:pt x="343286" y="1240355"/>
                  </a:moveTo>
                  <a:lnTo>
                    <a:pt x="330157" y="1286602"/>
                  </a:lnTo>
                  <a:lnTo>
                    <a:pt x="388321" y="1241724"/>
                  </a:lnTo>
                  <a:close/>
                  <a:moveTo>
                    <a:pt x="388321" y="1241724"/>
                  </a:moveTo>
                  <a:lnTo>
                    <a:pt x="389526" y="1198997"/>
                  </a:lnTo>
                  <a:lnTo>
                    <a:pt x="338766" y="1183893"/>
                  </a:lnTo>
                  <a:close/>
                  <a:moveTo>
                    <a:pt x="667593" y="1518414"/>
                  </a:moveTo>
                  <a:lnTo>
                    <a:pt x="676090" y="1571705"/>
                  </a:lnTo>
                  <a:lnTo>
                    <a:pt x="655683" y="1542508"/>
                  </a:lnTo>
                  <a:close/>
                  <a:moveTo>
                    <a:pt x="655975" y="1577273"/>
                  </a:moveTo>
                  <a:lnTo>
                    <a:pt x="676090" y="1571705"/>
                  </a:lnTo>
                  <a:lnTo>
                    <a:pt x="667593" y="1518414"/>
                  </a:lnTo>
                  <a:close/>
                  <a:moveTo>
                    <a:pt x="694156" y="1584215"/>
                  </a:moveTo>
                  <a:lnTo>
                    <a:pt x="676090" y="1571705"/>
                  </a:lnTo>
                  <a:lnTo>
                    <a:pt x="655975" y="1577273"/>
                  </a:lnTo>
                  <a:close/>
                  <a:moveTo>
                    <a:pt x="694156" y="1584215"/>
                  </a:moveTo>
                  <a:lnTo>
                    <a:pt x="718519" y="1594045"/>
                  </a:lnTo>
                  <a:lnTo>
                    <a:pt x="676090" y="1571705"/>
                  </a:lnTo>
                  <a:close/>
                  <a:moveTo>
                    <a:pt x="610917" y="1502711"/>
                  </a:moveTo>
                  <a:lnTo>
                    <a:pt x="591933" y="1490971"/>
                  </a:lnTo>
                  <a:lnTo>
                    <a:pt x="649402" y="1511702"/>
                  </a:lnTo>
                  <a:close/>
                  <a:moveTo>
                    <a:pt x="597633" y="1363804"/>
                  </a:moveTo>
                  <a:lnTo>
                    <a:pt x="585749" y="1408612"/>
                  </a:lnTo>
                  <a:lnTo>
                    <a:pt x="612654" y="1374307"/>
                  </a:lnTo>
                  <a:close/>
                  <a:moveTo>
                    <a:pt x="555434" y="1335046"/>
                  </a:moveTo>
                  <a:lnTo>
                    <a:pt x="525038" y="1332026"/>
                  </a:lnTo>
                  <a:lnTo>
                    <a:pt x="597633" y="1363804"/>
                  </a:lnTo>
                  <a:close/>
                  <a:moveTo>
                    <a:pt x="489783" y="1260731"/>
                  </a:moveTo>
                  <a:lnTo>
                    <a:pt x="517413" y="1327794"/>
                  </a:lnTo>
                  <a:lnTo>
                    <a:pt x="501469" y="1313205"/>
                  </a:lnTo>
                  <a:close/>
                  <a:moveTo>
                    <a:pt x="501469" y="1313205"/>
                  </a:moveTo>
                  <a:lnTo>
                    <a:pt x="517413" y="1327794"/>
                  </a:lnTo>
                  <a:lnTo>
                    <a:pt x="525038" y="1332026"/>
                  </a:lnTo>
                  <a:close/>
                  <a:moveTo>
                    <a:pt x="338822" y="1181241"/>
                  </a:moveTo>
                  <a:lnTo>
                    <a:pt x="297660" y="1204879"/>
                  </a:lnTo>
                  <a:lnTo>
                    <a:pt x="338766" y="1183893"/>
                  </a:lnTo>
                  <a:close/>
                  <a:moveTo>
                    <a:pt x="338822" y="1181241"/>
                  </a:moveTo>
                  <a:lnTo>
                    <a:pt x="312731" y="1164470"/>
                  </a:lnTo>
                  <a:lnTo>
                    <a:pt x="297660" y="1204879"/>
                  </a:lnTo>
                  <a:close/>
                  <a:moveTo>
                    <a:pt x="312731" y="1164470"/>
                  </a:moveTo>
                  <a:lnTo>
                    <a:pt x="334716" y="1168752"/>
                  </a:lnTo>
                  <a:lnTo>
                    <a:pt x="331624" y="1106121"/>
                  </a:lnTo>
                  <a:close/>
                  <a:moveTo>
                    <a:pt x="338822" y="1181241"/>
                  </a:moveTo>
                  <a:lnTo>
                    <a:pt x="334716" y="1168752"/>
                  </a:lnTo>
                  <a:lnTo>
                    <a:pt x="312731" y="1164470"/>
                  </a:lnTo>
                  <a:close/>
                  <a:moveTo>
                    <a:pt x="292668" y="1078678"/>
                  </a:moveTo>
                  <a:lnTo>
                    <a:pt x="287250" y="1059700"/>
                  </a:lnTo>
                  <a:lnTo>
                    <a:pt x="331624" y="1106121"/>
                  </a:lnTo>
                  <a:close/>
                  <a:moveTo>
                    <a:pt x="555434" y="1335046"/>
                  </a:moveTo>
                  <a:lnTo>
                    <a:pt x="501469" y="1313205"/>
                  </a:lnTo>
                  <a:lnTo>
                    <a:pt x="525038" y="1332026"/>
                  </a:lnTo>
                  <a:close/>
                  <a:moveTo>
                    <a:pt x="750784" y="1494320"/>
                  </a:moveTo>
                  <a:lnTo>
                    <a:pt x="748801" y="1533985"/>
                  </a:lnTo>
                  <a:lnTo>
                    <a:pt x="783610" y="1529231"/>
                  </a:lnTo>
                  <a:close/>
                  <a:moveTo>
                    <a:pt x="750784" y="1494320"/>
                  </a:moveTo>
                  <a:lnTo>
                    <a:pt x="726996" y="1518414"/>
                  </a:lnTo>
                  <a:lnTo>
                    <a:pt x="748801" y="1533985"/>
                  </a:lnTo>
                  <a:close/>
                  <a:moveTo>
                    <a:pt x="597633" y="1363804"/>
                  </a:moveTo>
                  <a:lnTo>
                    <a:pt x="612654" y="1374307"/>
                  </a:lnTo>
                  <a:lnTo>
                    <a:pt x="618597" y="1356689"/>
                  </a:lnTo>
                  <a:close/>
                  <a:moveTo>
                    <a:pt x="555434" y="1335046"/>
                  </a:moveTo>
                  <a:lnTo>
                    <a:pt x="597633" y="1363804"/>
                  </a:lnTo>
                  <a:lnTo>
                    <a:pt x="580700" y="1294611"/>
                  </a:lnTo>
                  <a:close/>
                  <a:moveTo>
                    <a:pt x="580700" y="1294611"/>
                  </a:moveTo>
                  <a:lnTo>
                    <a:pt x="597633" y="1363804"/>
                  </a:lnTo>
                  <a:lnTo>
                    <a:pt x="619790" y="1292976"/>
                  </a:lnTo>
                  <a:close/>
                  <a:moveTo>
                    <a:pt x="619790" y="1292976"/>
                  </a:moveTo>
                  <a:lnTo>
                    <a:pt x="597633" y="1363804"/>
                  </a:lnTo>
                  <a:lnTo>
                    <a:pt x="618597" y="1356689"/>
                  </a:lnTo>
                  <a:close/>
                  <a:moveTo>
                    <a:pt x="619790" y="1292976"/>
                  </a:moveTo>
                  <a:lnTo>
                    <a:pt x="597146" y="1288173"/>
                  </a:lnTo>
                  <a:lnTo>
                    <a:pt x="580700" y="1294611"/>
                  </a:lnTo>
                  <a:close/>
                  <a:moveTo>
                    <a:pt x="685738" y="1339710"/>
                  </a:moveTo>
                  <a:lnTo>
                    <a:pt x="685587" y="1340209"/>
                  </a:lnTo>
                  <a:lnTo>
                    <a:pt x="688376" y="1391247"/>
                  </a:lnTo>
                  <a:close/>
                  <a:moveTo>
                    <a:pt x="631779" y="1363804"/>
                  </a:moveTo>
                  <a:lnTo>
                    <a:pt x="618597" y="1356689"/>
                  </a:lnTo>
                  <a:lnTo>
                    <a:pt x="612654" y="1374307"/>
                  </a:lnTo>
                  <a:close/>
                  <a:moveTo>
                    <a:pt x="618597" y="1356689"/>
                  </a:moveTo>
                  <a:lnTo>
                    <a:pt x="632515" y="1312267"/>
                  </a:lnTo>
                  <a:lnTo>
                    <a:pt x="619790" y="1292976"/>
                  </a:lnTo>
                  <a:close/>
                  <a:moveTo>
                    <a:pt x="555434" y="1335046"/>
                  </a:moveTo>
                  <a:lnTo>
                    <a:pt x="580700" y="1294611"/>
                  </a:lnTo>
                  <a:lnTo>
                    <a:pt x="503376" y="1315089"/>
                  </a:lnTo>
                  <a:close/>
                  <a:moveTo>
                    <a:pt x="551593" y="1288173"/>
                  </a:moveTo>
                  <a:lnTo>
                    <a:pt x="489448" y="1260234"/>
                  </a:lnTo>
                  <a:lnTo>
                    <a:pt x="489783" y="1260731"/>
                  </a:lnTo>
                  <a:close/>
                  <a:moveTo>
                    <a:pt x="489783" y="1260731"/>
                  </a:moveTo>
                  <a:lnTo>
                    <a:pt x="496933" y="1291000"/>
                  </a:lnTo>
                  <a:lnTo>
                    <a:pt x="551593" y="1288173"/>
                  </a:lnTo>
                  <a:close/>
                  <a:moveTo>
                    <a:pt x="619790" y="1292976"/>
                  </a:moveTo>
                  <a:lnTo>
                    <a:pt x="595300" y="1250143"/>
                  </a:lnTo>
                  <a:lnTo>
                    <a:pt x="597146" y="1288173"/>
                  </a:lnTo>
                  <a:close/>
                  <a:moveTo>
                    <a:pt x="650463" y="1288173"/>
                  </a:moveTo>
                  <a:lnTo>
                    <a:pt x="685738" y="1339710"/>
                  </a:lnTo>
                  <a:lnTo>
                    <a:pt x="686933" y="1315616"/>
                  </a:lnTo>
                  <a:close/>
                  <a:moveTo>
                    <a:pt x="792806" y="1353767"/>
                  </a:moveTo>
                  <a:lnTo>
                    <a:pt x="823739" y="1369689"/>
                  </a:lnTo>
                  <a:lnTo>
                    <a:pt x="820985" y="1367153"/>
                  </a:lnTo>
                  <a:close/>
                  <a:moveTo>
                    <a:pt x="812233" y="1313212"/>
                  </a:moveTo>
                  <a:lnTo>
                    <a:pt x="820985" y="1367153"/>
                  </a:lnTo>
                  <a:lnTo>
                    <a:pt x="819688" y="1354542"/>
                  </a:lnTo>
                  <a:close/>
                  <a:moveTo>
                    <a:pt x="792806" y="1353767"/>
                  </a:moveTo>
                  <a:lnTo>
                    <a:pt x="820985" y="1367153"/>
                  </a:lnTo>
                  <a:lnTo>
                    <a:pt x="812233" y="1313212"/>
                  </a:lnTo>
                  <a:close/>
                  <a:moveTo>
                    <a:pt x="825308" y="1240655"/>
                  </a:moveTo>
                  <a:lnTo>
                    <a:pt x="823105" y="1239986"/>
                  </a:lnTo>
                  <a:lnTo>
                    <a:pt x="812233" y="1313212"/>
                  </a:lnTo>
                  <a:close/>
                  <a:moveTo>
                    <a:pt x="880224" y="1295920"/>
                  </a:moveTo>
                  <a:lnTo>
                    <a:pt x="812233" y="1313212"/>
                  </a:lnTo>
                  <a:lnTo>
                    <a:pt x="819688" y="1354542"/>
                  </a:lnTo>
                  <a:close/>
                  <a:moveTo>
                    <a:pt x="812233" y="1313212"/>
                  </a:moveTo>
                  <a:lnTo>
                    <a:pt x="880224" y="1295920"/>
                  </a:lnTo>
                  <a:lnTo>
                    <a:pt x="825308" y="1240655"/>
                  </a:lnTo>
                  <a:close/>
                  <a:moveTo>
                    <a:pt x="880224" y="1295920"/>
                  </a:moveTo>
                  <a:lnTo>
                    <a:pt x="876068" y="1255761"/>
                  </a:lnTo>
                  <a:lnTo>
                    <a:pt x="825308" y="1240655"/>
                  </a:lnTo>
                  <a:close/>
                  <a:moveTo>
                    <a:pt x="765626" y="1250379"/>
                  </a:moveTo>
                  <a:lnTo>
                    <a:pt x="823105" y="1239986"/>
                  </a:lnTo>
                  <a:lnTo>
                    <a:pt x="766597" y="1195819"/>
                  </a:lnTo>
                  <a:close/>
                  <a:moveTo>
                    <a:pt x="760159" y="1239986"/>
                  </a:moveTo>
                  <a:lnTo>
                    <a:pt x="765626" y="1250379"/>
                  </a:lnTo>
                  <a:lnTo>
                    <a:pt x="766597" y="1195819"/>
                  </a:lnTo>
                  <a:close/>
                  <a:moveTo>
                    <a:pt x="623183" y="1143872"/>
                  </a:moveTo>
                  <a:lnTo>
                    <a:pt x="631977" y="1161006"/>
                  </a:lnTo>
                  <a:lnTo>
                    <a:pt x="635162" y="1154993"/>
                  </a:lnTo>
                  <a:close/>
                  <a:moveTo>
                    <a:pt x="644010" y="1136913"/>
                  </a:moveTo>
                  <a:lnTo>
                    <a:pt x="623183" y="1143872"/>
                  </a:lnTo>
                  <a:lnTo>
                    <a:pt x="635162" y="1154993"/>
                  </a:lnTo>
                  <a:close/>
                  <a:moveTo>
                    <a:pt x="600530" y="1109470"/>
                  </a:moveTo>
                  <a:lnTo>
                    <a:pt x="623183" y="1143872"/>
                  </a:lnTo>
                  <a:lnTo>
                    <a:pt x="644010" y="1136913"/>
                  </a:lnTo>
                  <a:close/>
                  <a:moveTo>
                    <a:pt x="594618" y="1057933"/>
                  </a:moveTo>
                  <a:lnTo>
                    <a:pt x="600530" y="1109470"/>
                  </a:lnTo>
                  <a:lnTo>
                    <a:pt x="622020" y="1085376"/>
                  </a:lnTo>
                  <a:close/>
                  <a:moveTo>
                    <a:pt x="823105" y="1239986"/>
                  </a:moveTo>
                  <a:lnTo>
                    <a:pt x="825308" y="1240655"/>
                  </a:lnTo>
                  <a:lnTo>
                    <a:pt x="826106" y="1239191"/>
                  </a:lnTo>
                  <a:close/>
                  <a:moveTo>
                    <a:pt x="766597" y="1195819"/>
                  </a:moveTo>
                  <a:lnTo>
                    <a:pt x="823105" y="1239986"/>
                  </a:lnTo>
                  <a:lnTo>
                    <a:pt x="835815" y="1164355"/>
                  </a:lnTo>
                  <a:close/>
                  <a:moveTo>
                    <a:pt x="835815" y="1164355"/>
                  </a:moveTo>
                  <a:lnTo>
                    <a:pt x="823105" y="1239986"/>
                  </a:lnTo>
                  <a:lnTo>
                    <a:pt x="843883" y="1175205"/>
                  </a:lnTo>
                  <a:close/>
                  <a:moveTo>
                    <a:pt x="843883" y="1175205"/>
                  </a:moveTo>
                  <a:lnTo>
                    <a:pt x="823105" y="1239986"/>
                  </a:lnTo>
                  <a:lnTo>
                    <a:pt x="826106" y="1239191"/>
                  </a:lnTo>
                  <a:close/>
                  <a:moveTo>
                    <a:pt x="538034" y="756774"/>
                  </a:moveTo>
                  <a:lnTo>
                    <a:pt x="573405" y="803599"/>
                  </a:lnTo>
                  <a:lnTo>
                    <a:pt x="549681" y="773940"/>
                  </a:lnTo>
                  <a:close/>
                  <a:moveTo>
                    <a:pt x="1179541" y="1518223"/>
                  </a:moveTo>
                  <a:lnTo>
                    <a:pt x="1254885" y="1528912"/>
                  </a:lnTo>
                  <a:lnTo>
                    <a:pt x="1231898" y="1501017"/>
                  </a:lnTo>
                  <a:close/>
                  <a:moveTo>
                    <a:pt x="1084417" y="1456851"/>
                  </a:moveTo>
                  <a:lnTo>
                    <a:pt x="1122736" y="1463680"/>
                  </a:lnTo>
                  <a:lnTo>
                    <a:pt x="1105596" y="1454997"/>
                  </a:lnTo>
                  <a:close/>
                  <a:moveTo>
                    <a:pt x="969233" y="1294514"/>
                  </a:moveTo>
                  <a:lnTo>
                    <a:pt x="985083" y="1318965"/>
                  </a:lnTo>
                  <a:lnTo>
                    <a:pt x="995514" y="1257875"/>
                  </a:lnTo>
                  <a:close/>
                  <a:moveTo>
                    <a:pt x="995514" y="1257875"/>
                  </a:moveTo>
                  <a:lnTo>
                    <a:pt x="985083" y="1318965"/>
                  </a:lnTo>
                  <a:lnTo>
                    <a:pt x="1034251" y="1246662"/>
                  </a:lnTo>
                  <a:close/>
                  <a:moveTo>
                    <a:pt x="1034251" y="1246662"/>
                  </a:moveTo>
                  <a:lnTo>
                    <a:pt x="985083" y="1318965"/>
                  </a:lnTo>
                  <a:lnTo>
                    <a:pt x="1042975" y="1302313"/>
                  </a:lnTo>
                  <a:close/>
                  <a:moveTo>
                    <a:pt x="1031470" y="1352529"/>
                  </a:moveTo>
                  <a:lnTo>
                    <a:pt x="1077229" y="1312447"/>
                  </a:lnTo>
                  <a:lnTo>
                    <a:pt x="1042975" y="1302313"/>
                  </a:lnTo>
                  <a:close/>
                  <a:moveTo>
                    <a:pt x="1042975" y="1302313"/>
                  </a:moveTo>
                  <a:lnTo>
                    <a:pt x="1077229" y="1312447"/>
                  </a:lnTo>
                  <a:lnTo>
                    <a:pt x="1034251" y="1246662"/>
                  </a:lnTo>
                  <a:close/>
                  <a:moveTo>
                    <a:pt x="970036" y="1243334"/>
                  </a:moveTo>
                  <a:lnTo>
                    <a:pt x="969233" y="1294514"/>
                  </a:lnTo>
                  <a:lnTo>
                    <a:pt x="995514" y="1257875"/>
                  </a:lnTo>
                  <a:close/>
                  <a:moveTo>
                    <a:pt x="970036" y="1243334"/>
                  </a:moveTo>
                  <a:lnTo>
                    <a:pt x="951627" y="1267428"/>
                  </a:lnTo>
                  <a:lnTo>
                    <a:pt x="969233" y="1294514"/>
                  </a:lnTo>
                  <a:close/>
                  <a:moveTo>
                    <a:pt x="970036" y="1243334"/>
                  </a:moveTo>
                  <a:lnTo>
                    <a:pt x="957567" y="1250897"/>
                  </a:lnTo>
                  <a:lnTo>
                    <a:pt x="951627" y="1267428"/>
                  </a:lnTo>
                  <a:close/>
                  <a:moveTo>
                    <a:pt x="935444" y="1088724"/>
                  </a:moveTo>
                  <a:lnTo>
                    <a:pt x="896588" y="1062683"/>
                  </a:lnTo>
                  <a:lnTo>
                    <a:pt x="928488" y="1106435"/>
                  </a:lnTo>
                  <a:close/>
                  <a:moveTo>
                    <a:pt x="490652" y="593015"/>
                  </a:moveTo>
                  <a:lnTo>
                    <a:pt x="477982" y="579384"/>
                  </a:lnTo>
                  <a:lnTo>
                    <a:pt x="517655" y="624895"/>
                  </a:lnTo>
                  <a:close/>
                  <a:moveTo>
                    <a:pt x="517655" y="624895"/>
                  </a:moveTo>
                  <a:lnTo>
                    <a:pt x="477982" y="579384"/>
                  </a:lnTo>
                  <a:lnTo>
                    <a:pt x="484775" y="597452"/>
                  </a:lnTo>
                  <a:close/>
                  <a:moveTo>
                    <a:pt x="46859" y="185160"/>
                  </a:moveTo>
                  <a:lnTo>
                    <a:pt x="92477" y="225700"/>
                  </a:lnTo>
                  <a:lnTo>
                    <a:pt x="74866" y="177275"/>
                  </a:lnTo>
                  <a:close/>
                  <a:moveTo>
                    <a:pt x="17644" y="133623"/>
                  </a:moveTo>
                  <a:lnTo>
                    <a:pt x="74866" y="177275"/>
                  </a:lnTo>
                  <a:lnTo>
                    <a:pt x="60059" y="126570"/>
                  </a:lnTo>
                  <a:close/>
                  <a:moveTo>
                    <a:pt x="60059" y="126570"/>
                  </a:moveTo>
                  <a:lnTo>
                    <a:pt x="81917" y="185160"/>
                  </a:lnTo>
                  <a:lnTo>
                    <a:pt x="77697" y="133623"/>
                  </a:lnTo>
                  <a:close/>
                  <a:moveTo>
                    <a:pt x="1231898" y="1501017"/>
                  </a:moveTo>
                  <a:lnTo>
                    <a:pt x="1254885" y="1528912"/>
                  </a:lnTo>
                  <a:lnTo>
                    <a:pt x="1266916" y="1485171"/>
                  </a:lnTo>
                  <a:close/>
                  <a:moveTo>
                    <a:pt x="1301213" y="1425387"/>
                  </a:moveTo>
                  <a:lnTo>
                    <a:pt x="1272243" y="1458911"/>
                  </a:lnTo>
                  <a:lnTo>
                    <a:pt x="1307940" y="1427059"/>
                  </a:lnTo>
                  <a:close/>
                  <a:moveTo>
                    <a:pt x="1307940" y="1427059"/>
                  </a:moveTo>
                  <a:lnTo>
                    <a:pt x="1272243" y="1458911"/>
                  </a:lnTo>
                  <a:lnTo>
                    <a:pt x="1266916" y="1485171"/>
                  </a:lnTo>
                  <a:close/>
                  <a:moveTo>
                    <a:pt x="1307940" y="1427059"/>
                  </a:moveTo>
                  <a:lnTo>
                    <a:pt x="1291530" y="1377657"/>
                  </a:lnTo>
                  <a:lnTo>
                    <a:pt x="1301213" y="1425387"/>
                  </a:lnTo>
                  <a:close/>
                  <a:moveTo>
                    <a:pt x="1291530" y="1377657"/>
                  </a:moveTo>
                  <a:lnTo>
                    <a:pt x="1283622" y="1373850"/>
                  </a:lnTo>
                  <a:lnTo>
                    <a:pt x="1301213" y="1425387"/>
                  </a:lnTo>
                  <a:close/>
                  <a:moveTo>
                    <a:pt x="1186335" y="1447289"/>
                  </a:moveTo>
                  <a:lnTo>
                    <a:pt x="1129140" y="1395730"/>
                  </a:lnTo>
                  <a:lnTo>
                    <a:pt x="1130281" y="1397944"/>
                  </a:lnTo>
                  <a:close/>
                  <a:moveTo>
                    <a:pt x="1291530" y="1377657"/>
                  </a:moveTo>
                  <a:lnTo>
                    <a:pt x="1240145" y="1338903"/>
                  </a:lnTo>
                  <a:lnTo>
                    <a:pt x="1283622" y="1373850"/>
                  </a:lnTo>
                  <a:close/>
                  <a:moveTo>
                    <a:pt x="983358" y="1187312"/>
                  </a:moveTo>
                  <a:lnTo>
                    <a:pt x="1045752" y="1136128"/>
                  </a:lnTo>
                  <a:lnTo>
                    <a:pt x="976467" y="1140261"/>
                  </a:lnTo>
                  <a:close/>
                  <a:moveTo>
                    <a:pt x="976467" y="1140261"/>
                  </a:moveTo>
                  <a:lnTo>
                    <a:pt x="1045752" y="1136128"/>
                  </a:lnTo>
                  <a:lnTo>
                    <a:pt x="1028561" y="1116168"/>
                  </a:lnTo>
                  <a:close/>
                  <a:moveTo>
                    <a:pt x="1028561" y="1116168"/>
                  </a:moveTo>
                  <a:lnTo>
                    <a:pt x="986434" y="1089026"/>
                  </a:lnTo>
                  <a:lnTo>
                    <a:pt x="954971" y="1106292"/>
                  </a:lnTo>
                  <a:close/>
                  <a:moveTo>
                    <a:pt x="899986" y="1028882"/>
                  </a:moveTo>
                  <a:lnTo>
                    <a:pt x="881992" y="1088724"/>
                  </a:lnTo>
                  <a:lnTo>
                    <a:pt x="896588" y="1062683"/>
                  </a:lnTo>
                  <a:close/>
                  <a:moveTo>
                    <a:pt x="899986" y="1028882"/>
                  </a:moveTo>
                  <a:lnTo>
                    <a:pt x="879709" y="999576"/>
                  </a:lnTo>
                  <a:lnTo>
                    <a:pt x="867298" y="1017475"/>
                  </a:lnTo>
                  <a:close/>
                  <a:moveTo>
                    <a:pt x="879709" y="999576"/>
                  </a:moveTo>
                  <a:lnTo>
                    <a:pt x="899986" y="1028882"/>
                  </a:lnTo>
                  <a:lnTo>
                    <a:pt x="961798" y="996914"/>
                  </a:lnTo>
                  <a:close/>
                  <a:moveTo>
                    <a:pt x="720334" y="872760"/>
                  </a:moveTo>
                  <a:lnTo>
                    <a:pt x="704348" y="831041"/>
                  </a:lnTo>
                  <a:lnTo>
                    <a:pt x="700943" y="825782"/>
                  </a:lnTo>
                  <a:close/>
                  <a:moveTo>
                    <a:pt x="694283" y="768454"/>
                  </a:moveTo>
                  <a:lnTo>
                    <a:pt x="704348" y="831041"/>
                  </a:lnTo>
                  <a:lnTo>
                    <a:pt x="722905" y="779505"/>
                  </a:lnTo>
                  <a:close/>
                  <a:moveTo>
                    <a:pt x="694283" y="768454"/>
                  </a:moveTo>
                  <a:lnTo>
                    <a:pt x="700943" y="825782"/>
                  </a:lnTo>
                  <a:lnTo>
                    <a:pt x="704348" y="831041"/>
                  </a:lnTo>
                  <a:close/>
                  <a:moveTo>
                    <a:pt x="694283" y="768454"/>
                  </a:moveTo>
                  <a:lnTo>
                    <a:pt x="670509" y="741440"/>
                  </a:lnTo>
                  <a:lnTo>
                    <a:pt x="632921" y="717615"/>
                  </a:lnTo>
                  <a:close/>
                  <a:moveTo>
                    <a:pt x="616453" y="668261"/>
                  </a:moveTo>
                  <a:lnTo>
                    <a:pt x="582216" y="676432"/>
                  </a:lnTo>
                  <a:lnTo>
                    <a:pt x="592730" y="712308"/>
                  </a:lnTo>
                  <a:close/>
                  <a:moveTo>
                    <a:pt x="554890" y="658513"/>
                  </a:moveTo>
                  <a:lnTo>
                    <a:pt x="625727" y="613787"/>
                  </a:lnTo>
                  <a:lnTo>
                    <a:pt x="580682" y="620047"/>
                  </a:lnTo>
                  <a:close/>
                  <a:moveTo>
                    <a:pt x="490652" y="593015"/>
                  </a:moveTo>
                  <a:lnTo>
                    <a:pt x="517655" y="624895"/>
                  </a:lnTo>
                  <a:lnTo>
                    <a:pt x="517512" y="609991"/>
                  </a:lnTo>
                  <a:close/>
                  <a:moveTo>
                    <a:pt x="14672" y="0"/>
                  </a:moveTo>
                  <a:lnTo>
                    <a:pt x="41528" y="57993"/>
                  </a:lnTo>
                  <a:lnTo>
                    <a:pt x="36332" y="6456"/>
                  </a:lnTo>
                  <a:close/>
                  <a:moveTo>
                    <a:pt x="1269309" y="1357739"/>
                  </a:moveTo>
                  <a:lnTo>
                    <a:pt x="1301213" y="1425387"/>
                  </a:lnTo>
                  <a:lnTo>
                    <a:pt x="1283622" y="1373850"/>
                  </a:lnTo>
                  <a:close/>
                  <a:moveTo>
                    <a:pt x="1192256" y="1319658"/>
                  </a:moveTo>
                  <a:lnTo>
                    <a:pt x="1240145" y="1338903"/>
                  </a:lnTo>
                  <a:lnTo>
                    <a:pt x="1204031" y="1322314"/>
                  </a:lnTo>
                  <a:close/>
                  <a:moveTo>
                    <a:pt x="1269309" y="1357739"/>
                  </a:moveTo>
                  <a:lnTo>
                    <a:pt x="1240145" y="1338903"/>
                  </a:lnTo>
                  <a:lnTo>
                    <a:pt x="1192256" y="1319658"/>
                  </a:lnTo>
                  <a:close/>
                  <a:moveTo>
                    <a:pt x="1269309" y="1357739"/>
                  </a:moveTo>
                  <a:lnTo>
                    <a:pt x="1283622" y="1373850"/>
                  </a:lnTo>
                  <a:lnTo>
                    <a:pt x="1240145" y="1338903"/>
                  </a:lnTo>
                  <a:close/>
                  <a:moveTo>
                    <a:pt x="1192256" y="1319658"/>
                  </a:moveTo>
                  <a:lnTo>
                    <a:pt x="1204031" y="1322314"/>
                  </a:lnTo>
                  <a:lnTo>
                    <a:pt x="1187627" y="1317221"/>
                  </a:lnTo>
                  <a:close/>
                  <a:moveTo>
                    <a:pt x="1028561" y="1116168"/>
                  </a:moveTo>
                  <a:lnTo>
                    <a:pt x="1045752" y="1136128"/>
                  </a:lnTo>
                  <a:lnTo>
                    <a:pt x="1051247" y="1107359"/>
                  </a:lnTo>
                  <a:close/>
                  <a:moveTo>
                    <a:pt x="1028561" y="1116168"/>
                  </a:moveTo>
                  <a:lnTo>
                    <a:pt x="1051247" y="1107359"/>
                  </a:lnTo>
                  <a:lnTo>
                    <a:pt x="986434" y="1089026"/>
                  </a:lnTo>
                  <a:close/>
                  <a:moveTo>
                    <a:pt x="986434" y="1089026"/>
                  </a:moveTo>
                  <a:lnTo>
                    <a:pt x="1051247" y="1107359"/>
                  </a:lnTo>
                  <a:lnTo>
                    <a:pt x="1065253" y="1074140"/>
                  </a:lnTo>
                  <a:close/>
                  <a:moveTo>
                    <a:pt x="1051247" y="1107359"/>
                  </a:moveTo>
                  <a:lnTo>
                    <a:pt x="1045752" y="1136128"/>
                  </a:lnTo>
                  <a:lnTo>
                    <a:pt x="1050098" y="1116168"/>
                  </a:lnTo>
                  <a:close/>
                  <a:moveTo>
                    <a:pt x="673732" y="596933"/>
                  </a:moveTo>
                  <a:lnTo>
                    <a:pt x="625727" y="613787"/>
                  </a:lnTo>
                  <a:lnTo>
                    <a:pt x="670632" y="607000"/>
                  </a:lnTo>
                  <a:close/>
                  <a:moveTo>
                    <a:pt x="967649" y="823626"/>
                  </a:moveTo>
                  <a:lnTo>
                    <a:pt x="956455" y="842038"/>
                  </a:lnTo>
                  <a:lnTo>
                    <a:pt x="985815" y="834390"/>
                  </a:lnTo>
                  <a:close/>
                  <a:moveTo>
                    <a:pt x="980367" y="796542"/>
                  </a:moveTo>
                  <a:lnTo>
                    <a:pt x="999205" y="827197"/>
                  </a:lnTo>
                  <a:lnTo>
                    <a:pt x="1025849" y="79191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09" name="Output_density__4208">
              <a:extLst>
                <a:ext uri="{FF2B5EF4-FFF2-40B4-BE49-F238E27FC236}">
                  <a16:creationId xmlns:a16="http://schemas.microsoft.com/office/drawing/2014/main" id="{DE00E993-78AA-2F3F-BF08-5EF920CCD956}"/>
                </a:ext>
              </a:extLst>
            </p:cNvPr>
            <p:cNvSpPr>
              <a:spLocks noGrp="1"/>
            </p:cNvSpPr>
            <p:nvPr/>
          </p:nvSpPr>
          <p:spPr>
            <a:xfrm>
              <a:off x="15582560" y="2646359"/>
              <a:ext cx="1309045" cy="2094289"/>
            </a:xfrm>
            <a:custGeom>
              <a:avLst/>
              <a:gdLst/>
              <a:ahLst/>
              <a:cxnLst/>
              <a:rect l="0" t="0" r="0" b="0"/>
              <a:pathLst>
                <a:path w="1309045" h="2094289">
                  <a:moveTo>
                    <a:pt x="376249" y="2081587"/>
                  </a:moveTo>
                  <a:lnTo>
                    <a:pt x="360710" y="2063269"/>
                  </a:lnTo>
                  <a:lnTo>
                    <a:pt x="327235" y="2073013"/>
                  </a:lnTo>
                  <a:close/>
                  <a:moveTo>
                    <a:pt x="83463" y="1725392"/>
                  </a:moveTo>
                  <a:lnTo>
                    <a:pt x="33805" y="1714409"/>
                  </a:lnTo>
                  <a:lnTo>
                    <a:pt x="0" y="1696962"/>
                  </a:lnTo>
                  <a:close/>
                  <a:moveTo>
                    <a:pt x="409670" y="2065703"/>
                  </a:moveTo>
                  <a:lnTo>
                    <a:pt x="403630" y="2089796"/>
                  </a:lnTo>
                  <a:lnTo>
                    <a:pt x="415727" y="2094289"/>
                  </a:lnTo>
                  <a:close/>
                  <a:moveTo>
                    <a:pt x="125883" y="1574420"/>
                  </a:moveTo>
                  <a:lnTo>
                    <a:pt x="171217" y="1569237"/>
                  </a:lnTo>
                  <a:lnTo>
                    <a:pt x="193445" y="1526243"/>
                  </a:lnTo>
                  <a:close/>
                  <a:moveTo>
                    <a:pt x="557529" y="1924016"/>
                  </a:moveTo>
                  <a:lnTo>
                    <a:pt x="571124" y="1921242"/>
                  </a:lnTo>
                  <a:lnTo>
                    <a:pt x="556999" y="1914442"/>
                  </a:lnTo>
                  <a:close/>
                  <a:moveTo>
                    <a:pt x="576253" y="1908793"/>
                  </a:moveTo>
                  <a:lnTo>
                    <a:pt x="571124" y="1921242"/>
                  </a:lnTo>
                  <a:lnTo>
                    <a:pt x="575231" y="1914442"/>
                  </a:lnTo>
                  <a:close/>
                  <a:moveTo>
                    <a:pt x="201284" y="1396297"/>
                  </a:moveTo>
                  <a:lnTo>
                    <a:pt x="167982" y="1385388"/>
                  </a:lnTo>
                  <a:lnTo>
                    <a:pt x="157175" y="1421615"/>
                  </a:lnTo>
                  <a:close/>
                  <a:moveTo>
                    <a:pt x="177822" y="1324132"/>
                  </a:moveTo>
                  <a:lnTo>
                    <a:pt x="210866" y="1312779"/>
                  </a:lnTo>
                  <a:lnTo>
                    <a:pt x="217062" y="1323445"/>
                  </a:lnTo>
                  <a:close/>
                  <a:moveTo>
                    <a:pt x="216112" y="1321499"/>
                  </a:moveTo>
                  <a:lnTo>
                    <a:pt x="210866" y="1312779"/>
                  </a:lnTo>
                  <a:lnTo>
                    <a:pt x="176831" y="1315452"/>
                  </a:lnTo>
                  <a:close/>
                  <a:moveTo>
                    <a:pt x="216112" y="1321499"/>
                  </a:moveTo>
                  <a:lnTo>
                    <a:pt x="214621" y="1326820"/>
                  </a:lnTo>
                  <a:lnTo>
                    <a:pt x="217062" y="1323445"/>
                  </a:lnTo>
                  <a:close/>
                  <a:moveTo>
                    <a:pt x="216112" y="1321499"/>
                  </a:moveTo>
                  <a:lnTo>
                    <a:pt x="217062" y="1323445"/>
                  </a:lnTo>
                  <a:lnTo>
                    <a:pt x="210866" y="1312779"/>
                  </a:lnTo>
                  <a:close/>
                  <a:moveTo>
                    <a:pt x="749470" y="1524417"/>
                  </a:moveTo>
                  <a:lnTo>
                    <a:pt x="796854" y="1526901"/>
                  </a:lnTo>
                  <a:lnTo>
                    <a:pt x="833850" y="1530324"/>
                  </a:lnTo>
                  <a:close/>
                  <a:moveTo>
                    <a:pt x="833850" y="1530324"/>
                  </a:moveTo>
                  <a:lnTo>
                    <a:pt x="796854" y="1526901"/>
                  </a:lnTo>
                  <a:lnTo>
                    <a:pt x="879137" y="1524966"/>
                  </a:lnTo>
                  <a:close/>
                  <a:moveTo>
                    <a:pt x="861949" y="1500483"/>
                  </a:moveTo>
                  <a:lnTo>
                    <a:pt x="784279" y="1519663"/>
                  </a:lnTo>
                  <a:lnTo>
                    <a:pt x="833850" y="1530324"/>
                  </a:lnTo>
                  <a:close/>
                  <a:moveTo>
                    <a:pt x="861949" y="1500483"/>
                  </a:moveTo>
                  <a:lnTo>
                    <a:pt x="883178" y="1472722"/>
                  </a:lnTo>
                  <a:lnTo>
                    <a:pt x="862723" y="1460658"/>
                  </a:lnTo>
                  <a:close/>
                  <a:moveTo>
                    <a:pt x="879137" y="1524966"/>
                  </a:moveTo>
                  <a:lnTo>
                    <a:pt x="883178" y="1472722"/>
                  </a:lnTo>
                  <a:lnTo>
                    <a:pt x="861949" y="1500483"/>
                  </a:lnTo>
                  <a:close/>
                  <a:moveTo>
                    <a:pt x="833850" y="1530324"/>
                  </a:moveTo>
                  <a:lnTo>
                    <a:pt x="879137" y="1524966"/>
                  </a:lnTo>
                  <a:lnTo>
                    <a:pt x="861949" y="1500483"/>
                  </a:lnTo>
                  <a:close/>
                  <a:moveTo>
                    <a:pt x="573684" y="1157967"/>
                  </a:moveTo>
                  <a:lnTo>
                    <a:pt x="588826" y="1208400"/>
                  </a:lnTo>
                  <a:lnTo>
                    <a:pt x="595277" y="1227069"/>
                  </a:lnTo>
                  <a:close/>
                  <a:moveTo>
                    <a:pt x="812902" y="1303645"/>
                  </a:moveTo>
                  <a:lnTo>
                    <a:pt x="766295" y="1240811"/>
                  </a:lnTo>
                  <a:lnTo>
                    <a:pt x="782088" y="1290714"/>
                  </a:lnTo>
                  <a:close/>
                  <a:moveTo>
                    <a:pt x="880342" y="1161314"/>
                  </a:moveTo>
                  <a:lnTo>
                    <a:pt x="826775" y="1229624"/>
                  </a:lnTo>
                  <a:lnTo>
                    <a:pt x="883029" y="1221872"/>
                  </a:lnTo>
                  <a:close/>
                  <a:moveTo>
                    <a:pt x="880342" y="1161314"/>
                  </a:moveTo>
                  <a:lnTo>
                    <a:pt x="869634" y="1107277"/>
                  </a:lnTo>
                  <a:lnTo>
                    <a:pt x="860727" y="1154787"/>
                  </a:lnTo>
                  <a:close/>
                  <a:moveTo>
                    <a:pt x="869634" y="1107277"/>
                  </a:moveTo>
                  <a:lnTo>
                    <a:pt x="869150" y="1103251"/>
                  </a:lnTo>
                  <a:lnTo>
                    <a:pt x="860727" y="1154787"/>
                  </a:lnTo>
                  <a:close/>
                  <a:moveTo>
                    <a:pt x="1173809" y="1567080"/>
                  </a:moveTo>
                  <a:lnTo>
                    <a:pt x="1177879" y="1538508"/>
                  </a:lnTo>
                  <a:lnTo>
                    <a:pt x="1180209" y="1508656"/>
                  </a:lnTo>
                  <a:close/>
                  <a:moveTo>
                    <a:pt x="1255554" y="1519345"/>
                  </a:moveTo>
                  <a:lnTo>
                    <a:pt x="1177879" y="1538508"/>
                  </a:lnTo>
                  <a:lnTo>
                    <a:pt x="1227597" y="1549721"/>
                  </a:lnTo>
                  <a:close/>
                  <a:moveTo>
                    <a:pt x="1255554" y="1519345"/>
                  </a:moveTo>
                  <a:lnTo>
                    <a:pt x="1227597" y="1549721"/>
                  </a:lnTo>
                  <a:lnTo>
                    <a:pt x="1297877" y="1502908"/>
                  </a:lnTo>
                  <a:close/>
                  <a:moveTo>
                    <a:pt x="911034" y="1199105"/>
                  </a:moveTo>
                  <a:lnTo>
                    <a:pt x="958236" y="1241329"/>
                  </a:lnTo>
                  <a:lnTo>
                    <a:pt x="970705" y="1233767"/>
                  </a:lnTo>
                  <a:close/>
                  <a:moveTo>
                    <a:pt x="906500" y="1130694"/>
                  </a:moveTo>
                  <a:lnTo>
                    <a:pt x="860727" y="1154787"/>
                  </a:lnTo>
                  <a:lnTo>
                    <a:pt x="869150" y="1103251"/>
                  </a:lnTo>
                  <a:close/>
                  <a:moveTo>
                    <a:pt x="882661" y="1079157"/>
                  </a:moveTo>
                  <a:lnTo>
                    <a:pt x="906500" y="1130694"/>
                  </a:lnTo>
                  <a:lnTo>
                    <a:pt x="869150" y="1103251"/>
                  </a:lnTo>
                  <a:close/>
                  <a:moveTo>
                    <a:pt x="869150" y="1103251"/>
                  </a:moveTo>
                  <a:lnTo>
                    <a:pt x="871641" y="1092242"/>
                  </a:lnTo>
                  <a:lnTo>
                    <a:pt x="897257" y="1053115"/>
                  </a:lnTo>
                  <a:close/>
                  <a:moveTo>
                    <a:pt x="4261" y="120053"/>
                  </a:moveTo>
                  <a:lnTo>
                    <a:pt x="18313" y="124056"/>
                  </a:lnTo>
                  <a:lnTo>
                    <a:pt x="23695" y="57810"/>
                  </a:lnTo>
                  <a:close/>
                  <a:moveTo>
                    <a:pt x="53199" y="60380"/>
                  </a:moveTo>
                  <a:lnTo>
                    <a:pt x="50293" y="0"/>
                  </a:lnTo>
                  <a:lnTo>
                    <a:pt x="42196" y="48425"/>
                  </a:lnTo>
                  <a:close/>
                  <a:moveTo>
                    <a:pt x="1309045" y="1479879"/>
                  </a:moveTo>
                  <a:lnTo>
                    <a:pt x="1255554" y="1519345"/>
                  </a:lnTo>
                  <a:lnTo>
                    <a:pt x="1297877" y="1502908"/>
                  </a:lnTo>
                  <a:close/>
                  <a:moveTo>
                    <a:pt x="1308608" y="1417491"/>
                  </a:moveTo>
                  <a:lnTo>
                    <a:pt x="1309045" y="1479879"/>
                  </a:lnTo>
                  <a:lnTo>
                    <a:pt x="1304292" y="1491450"/>
                  </a:lnTo>
                  <a:close/>
                  <a:moveTo>
                    <a:pt x="1028187" y="1179826"/>
                  </a:moveTo>
                  <a:lnTo>
                    <a:pt x="1018131" y="1233767"/>
                  </a:lnTo>
                  <a:lnTo>
                    <a:pt x="1028175" y="1193244"/>
                  </a:lnTo>
                  <a:close/>
                  <a:moveTo>
                    <a:pt x="1005637" y="1222919"/>
                  </a:moveTo>
                  <a:lnTo>
                    <a:pt x="1018131" y="1233767"/>
                  </a:lnTo>
                  <a:lnTo>
                    <a:pt x="1028187" y="1179826"/>
                  </a:lnTo>
                  <a:close/>
                  <a:moveTo>
                    <a:pt x="1050767" y="1106600"/>
                  </a:moveTo>
                  <a:lnTo>
                    <a:pt x="1046421" y="1126561"/>
                  </a:lnTo>
                  <a:lnTo>
                    <a:pt x="1027041" y="1182230"/>
                  </a:lnTo>
                  <a:close/>
                  <a:moveTo>
                    <a:pt x="1063963" y="1055063"/>
                  </a:moveTo>
                  <a:lnTo>
                    <a:pt x="1080158" y="1030969"/>
                  </a:lnTo>
                  <a:lnTo>
                    <a:pt x="1050767" y="1106600"/>
                  </a:lnTo>
                  <a:close/>
                  <a:moveTo>
                    <a:pt x="908855" y="826679"/>
                  </a:moveTo>
                  <a:lnTo>
                    <a:pt x="904508" y="827953"/>
                  </a:lnTo>
                  <a:lnTo>
                    <a:pt x="930502" y="867839"/>
                  </a:lnTo>
                  <a:close/>
                  <a:moveTo>
                    <a:pt x="636859" y="579904"/>
                  </a:moveTo>
                  <a:lnTo>
                    <a:pt x="645538" y="567140"/>
                  </a:lnTo>
                  <a:lnTo>
                    <a:pt x="626396" y="604219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10" name="Output_density__4209">
              <a:extLst>
                <a:ext uri="{FF2B5EF4-FFF2-40B4-BE49-F238E27FC236}">
                  <a16:creationId xmlns:a16="http://schemas.microsoft.com/office/drawing/2014/main" id="{459DD87F-C576-5024-F386-751F2A00D34D}"/>
                </a:ext>
              </a:extLst>
            </p:cNvPr>
            <p:cNvSpPr>
              <a:spLocks noGrp="1"/>
            </p:cNvSpPr>
            <p:nvPr/>
          </p:nvSpPr>
          <p:spPr>
            <a:xfrm>
              <a:off x="15528482" y="2643247"/>
              <a:ext cx="1363123" cy="1991514"/>
            </a:xfrm>
            <a:custGeom>
              <a:avLst/>
              <a:gdLst/>
              <a:ahLst/>
              <a:cxnLst/>
              <a:rect l="0" t="0" r="0" b="0"/>
              <a:pathLst>
                <a:path w="1363123" h="1991514">
                  <a:moveTo>
                    <a:pt x="345531" y="1991514"/>
                  </a:moveTo>
                  <a:lnTo>
                    <a:pt x="352627" y="1960984"/>
                  </a:lnTo>
                  <a:lnTo>
                    <a:pt x="330046" y="1941360"/>
                  </a:lnTo>
                  <a:close/>
                  <a:moveTo>
                    <a:pt x="179575" y="1708058"/>
                  </a:moveTo>
                  <a:lnTo>
                    <a:pt x="146550" y="1732152"/>
                  </a:lnTo>
                  <a:lnTo>
                    <a:pt x="188913" y="1745899"/>
                  </a:lnTo>
                  <a:close/>
                  <a:moveTo>
                    <a:pt x="203959" y="1680615"/>
                  </a:moveTo>
                  <a:lnTo>
                    <a:pt x="163935" y="1652512"/>
                  </a:lnTo>
                  <a:lnTo>
                    <a:pt x="204403" y="1656521"/>
                  </a:lnTo>
                  <a:close/>
                  <a:moveTo>
                    <a:pt x="163935" y="1652512"/>
                  </a:moveTo>
                  <a:lnTo>
                    <a:pt x="118950" y="1622574"/>
                  </a:lnTo>
                  <a:lnTo>
                    <a:pt x="152113" y="1648088"/>
                  </a:lnTo>
                  <a:close/>
                  <a:moveTo>
                    <a:pt x="0" y="1517828"/>
                  </a:moveTo>
                  <a:lnTo>
                    <a:pt x="40896" y="1577542"/>
                  </a:lnTo>
                  <a:lnTo>
                    <a:pt x="70073" y="1516031"/>
                  </a:lnTo>
                  <a:close/>
                  <a:moveTo>
                    <a:pt x="45866" y="1560426"/>
                  </a:moveTo>
                  <a:lnTo>
                    <a:pt x="96157" y="1573776"/>
                  </a:lnTo>
                  <a:lnTo>
                    <a:pt x="120609" y="1530300"/>
                  </a:lnTo>
                  <a:close/>
                  <a:moveTo>
                    <a:pt x="70073" y="1516031"/>
                  </a:moveTo>
                  <a:lnTo>
                    <a:pt x="45866" y="1560426"/>
                  </a:lnTo>
                  <a:lnTo>
                    <a:pt x="120609" y="1530300"/>
                  </a:lnTo>
                  <a:close/>
                  <a:moveTo>
                    <a:pt x="241297" y="1759595"/>
                  </a:moveTo>
                  <a:lnTo>
                    <a:pt x="256600" y="1774860"/>
                  </a:lnTo>
                  <a:lnTo>
                    <a:pt x="283963" y="1791698"/>
                  </a:lnTo>
                  <a:close/>
                  <a:moveTo>
                    <a:pt x="388370" y="1832706"/>
                  </a:moveTo>
                  <a:lnTo>
                    <a:pt x="352923" y="1797276"/>
                  </a:lnTo>
                  <a:lnTo>
                    <a:pt x="346769" y="1811131"/>
                  </a:lnTo>
                  <a:close/>
                  <a:moveTo>
                    <a:pt x="451803" y="1855595"/>
                  </a:moveTo>
                  <a:lnTo>
                    <a:pt x="437556" y="1838574"/>
                  </a:lnTo>
                  <a:lnTo>
                    <a:pt x="437294" y="1840947"/>
                  </a:lnTo>
                  <a:close/>
                  <a:moveTo>
                    <a:pt x="437294" y="1840947"/>
                  </a:moveTo>
                  <a:lnTo>
                    <a:pt x="423764" y="1830139"/>
                  </a:lnTo>
                  <a:lnTo>
                    <a:pt x="388370" y="1832706"/>
                  </a:lnTo>
                  <a:close/>
                  <a:moveTo>
                    <a:pt x="143479" y="1553448"/>
                  </a:moveTo>
                  <a:lnTo>
                    <a:pt x="179962" y="1577532"/>
                  </a:lnTo>
                  <a:lnTo>
                    <a:pt x="171218" y="1529355"/>
                  </a:lnTo>
                  <a:close/>
                  <a:moveTo>
                    <a:pt x="57087" y="1398839"/>
                  </a:moveTo>
                  <a:lnTo>
                    <a:pt x="48506" y="1328147"/>
                  </a:lnTo>
                  <a:lnTo>
                    <a:pt x="54747" y="1385816"/>
                  </a:lnTo>
                  <a:close/>
                  <a:moveTo>
                    <a:pt x="611078" y="1917553"/>
                  </a:moveTo>
                  <a:lnTo>
                    <a:pt x="573088" y="1866017"/>
                  </a:lnTo>
                  <a:lnTo>
                    <a:pt x="593135" y="1939360"/>
                  </a:lnTo>
                  <a:close/>
                  <a:moveTo>
                    <a:pt x="448160" y="1733071"/>
                  </a:moveTo>
                  <a:lnTo>
                    <a:pt x="463575" y="1669408"/>
                  </a:lnTo>
                  <a:lnTo>
                    <a:pt x="387716" y="1683964"/>
                  </a:lnTo>
                  <a:close/>
                  <a:moveTo>
                    <a:pt x="383825" y="1680812"/>
                  </a:moveTo>
                  <a:lnTo>
                    <a:pt x="360521" y="1633461"/>
                  </a:lnTo>
                  <a:lnTo>
                    <a:pt x="329707" y="1653152"/>
                  </a:lnTo>
                  <a:close/>
                  <a:moveTo>
                    <a:pt x="178218" y="1436115"/>
                  </a:moveTo>
                  <a:lnTo>
                    <a:pt x="254168" y="1410499"/>
                  </a:lnTo>
                  <a:lnTo>
                    <a:pt x="211253" y="1424727"/>
                  </a:lnTo>
                  <a:close/>
                  <a:moveTo>
                    <a:pt x="211253" y="1424727"/>
                  </a:moveTo>
                  <a:lnTo>
                    <a:pt x="166563" y="1426281"/>
                  </a:lnTo>
                  <a:lnTo>
                    <a:pt x="178218" y="1436115"/>
                  </a:lnTo>
                  <a:close/>
                  <a:moveTo>
                    <a:pt x="163430" y="1460926"/>
                  </a:moveTo>
                  <a:lnTo>
                    <a:pt x="166563" y="1426281"/>
                  </a:lnTo>
                  <a:lnTo>
                    <a:pt x="211253" y="1424727"/>
                  </a:lnTo>
                  <a:close/>
                  <a:moveTo>
                    <a:pt x="105484" y="1350651"/>
                  </a:moveTo>
                  <a:lnTo>
                    <a:pt x="103462" y="1331290"/>
                  </a:lnTo>
                  <a:lnTo>
                    <a:pt x="129029" y="1363408"/>
                  </a:lnTo>
                  <a:close/>
                  <a:moveTo>
                    <a:pt x="80046" y="1323208"/>
                  </a:moveTo>
                  <a:lnTo>
                    <a:pt x="103462" y="1331290"/>
                  </a:lnTo>
                  <a:lnTo>
                    <a:pt x="105484" y="1350651"/>
                  </a:lnTo>
                  <a:close/>
                  <a:moveTo>
                    <a:pt x="464758" y="1538931"/>
                  </a:moveTo>
                  <a:lnTo>
                    <a:pt x="451437" y="1532703"/>
                  </a:lnTo>
                  <a:lnTo>
                    <a:pt x="447741" y="1607926"/>
                  </a:lnTo>
                  <a:close/>
                  <a:moveTo>
                    <a:pt x="411618" y="1514928"/>
                  </a:moveTo>
                  <a:lnTo>
                    <a:pt x="367699" y="1525397"/>
                  </a:lnTo>
                  <a:lnTo>
                    <a:pt x="355904" y="1505261"/>
                  </a:lnTo>
                  <a:close/>
                  <a:moveTo>
                    <a:pt x="255362" y="1399408"/>
                  </a:moveTo>
                  <a:lnTo>
                    <a:pt x="211253" y="1424727"/>
                  </a:lnTo>
                  <a:lnTo>
                    <a:pt x="254168" y="1410499"/>
                  </a:lnTo>
                  <a:close/>
                  <a:moveTo>
                    <a:pt x="255362" y="1399408"/>
                  </a:moveTo>
                  <a:lnTo>
                    <a:pt x="268699" y="1329931"/>
                  </a:lnTo>
                  <a:lnTo>
                    <a:pt x="228656" y="1354891"/>
                  </a:lnTo>
                  <a:close/>
                  <a:moveTo>
                    <a:pt x="271140" y="1326557"/>
                  </a:moveTo>
                  <a:lnTo>
                    <a:pt x="268699" y="1329931"/>
                  </a:lnTo>
                  <a:lnTo>
                    <a:pt x="283756" y="1402187"/>
                  </a:lnTo>
                  <a:close/>
                  <a:moveTo>
                    <a:pt x="254382" y="1350651"/>
                  </a:moveTo>
                  <a:lnTo>
                    <a:pt x="271140" y="1326557"/>
                  </a:lnTo>
                  <a:lnTo>
                    <a:pt x="283756" y="1402187"/>
                  </a:lnTo>
                  <a:close/>
                  <a:moveTo>
                    <a:pt x="451437" y="1532703"/>
                  </a:moveTo>
                  <a:lnTo>
                    <a:pt x="464758" y="1538931"/>
                  </a:lnTo>
                  <a:lnTo>
                    <a:pt x="469622" y="1527394"/>
                  </a:lnTo>
                  <a:close/>
                  <a:moveTo>
                    <a:pt x="470912" y="1532703"/>
                  </a:moveTo>
                  <a:lnTo>
                    <a:pt x="469622" y="1527394"/>
                  </a:lnTo>
                  <a:lnTo>
                    <a:pt x="464758" y="1538931"/>
                  </a:lnTo>
                  <a:close/>
                  <a:moveTo>
                    <a:pt x="483518" y="1474171"/>
                  </a:moveTo>
                  <a:lnTo>
                    <a:pt x="469622" y="1527394"/>
                  </a:lnTo>
                  <a:lnTo>
                    <a:pt x="470912" y="1532703"/>
                  </a:lnTo>
                  <a:close/>
                  <a:moveTo>
                    <a:pt x="470912" y="1532703"/>
                  </a:moveTo>
                  <a:lnTo>
                    <a:pt x="478246" y="1481166"/>
                  </a:lnTo>
                  <a:lnTo>
                    <a:pt x="483518" y="1474171"/>
                  </a:lnTo>
                  <a:close/>
                  <a:moveTo>
                    <a:pt x="454390" y="1457073"/>
                  </a:moveTo>
                  <a:lnTo>
                    <a:pt x="472178" y="1431773"/>
                  </a:lnTo>
                  <a:lnTo>
                    <a:pt x="425787" y="1462307"/>
                  </a:lnTo>
                  <a:close/>
                  <a:moveTo>
                    <a:pt x="343247" y="1250926"/>
                  </a:moveTo>
                  <a:lnTo>
                    <a:pt x="361076" y="1325960"/>
                  </a:lnTo>
                  <a:lnTo>
                    <a:pt x="384904" y="1280146"/>
                  </a:lnTo>
                  <a:close/>
                  <a:moveTo>
                    <a:pt x="296056" y="1257536"/>
                  </a:moveTo>
                  <a:lnTo>
                    <a:pt x="269627" y="1199583"/>
                  </a:lnTo>
                  <a:lnTo>
                    <a:pt x="264119" y="1223484"/>
                  </a:lnTo>
                  <a:close/>
                  <a:moveTo>
                    <a:pt x="270016" y="1199956"/>
                  </a:moveTo>
                  <a:lnTo>
                    <a:pt x="269627" y="1199583"/>
                  </a:lnTo>
                  <a:lnTo>
                    <a:pt x="296056" y="1257536"/>
                  </a:lnTo>
                  <a:close/>
                  <a:moveTo>
                    <a:pt x="327421" y="1239908"/>
                  </a:moveTo>
                  <a:lnTo>
                    <a:pt x="270016" y="1199956"/>
                  </a:lnTo>
                  <a:lnTo>
                    <a:pt x="296056" y="1257536"/>
                  </a:lnTo>
                  <a:close/>
                  <a:moveTo>
                    <a:pt x="264119" y="1223484"/>
                  </a:moveTo>
                  <a:lnTo>
                    <a:pt x="269627" y="1199583"/>
                  </a:lnTo>
                  <a:lnTo>
                    <a:pt x="235081" y="1164925"/>
                  </a:lnTo>
                  <a:close/>
                  <a:moveTo>
                    <a:pt x="576291" y="1579382"/>
                  </a:moveTo>
                  <a:lnTo>
                    <a:pt x="606524" y="1617546"/>
                  </a:lnTo>
                  <a:lnTo>
                    <a:pt x="539241" y="1571520"/>
                  </a:lnTo>
                  <a:close/>
                  <a:moveTo>
                    <a:pt x="270016" y="1199956"/>
                  </a:moveTo>
                  <a:lnTo>
                    <a:pt x="327421" y="1239908"/>
                  </a:lnTo>
                  <a:lnTo>
                    <a:pt x="352407" y="1198423"/>
                  </a:lnTo>
                  <a:close/>
                  <a:moveTo>
                    <a:pt x="389463" y="1162296"/>
                  </a:moveTo>
                  <a:lnTo>
                    <a:pt x="376831" y="1125650"/>
                  </a:lnTo>
                  <a:lnTo>
                    <a:pt x="377298" y="1123759"/>
                  </a:lnTo>
                  <a:close/>
                  <a:moveTo>
                    <a:pt x="386371" y="1099665"/>
                  </a:moveTo>
                  <a:lnTo>
                    <a:pt x="389463" y="1162296"/>
                  </a:lnTo>
                  <a:lnTo>
                    <a:pt x="377298" y="1123759"/>
                  </a:lnTo>
                  <a:close/>
                  <a:moveTo>
                    <a:pt x="377298" y="1123759"/>
                  </a:moveTo>
                  <a:lnTo>
                    <a:pt x="347415" y="1072223"/>
                  </a:lnTo>
                  <a:lnTo>
                    <a:pt x="386371" y="1099665"/>
                  </a:lnTo>
                  <a:close/>
                  <a:moveTo>
                    <a:pt x="838357" y="1522775"/>
                  </a:moveTo>
                  <a:lnTo>
                    <a:pt x="803548" y="1527529"/>
                  </a:lnTo>
                  <a:lnTo>
                    <a:pt x="887928" y="1533436"/>
                  </a:lnTo>
                  <a:close/>
                  <a:moveTo>
                    <a:pt x="650047" y="1243687"/>
                  </a:moveTo>
                  <a:lnTo>
                    <a:pt x="649356" y="1230181"/>
                  </a:lnTo>
                  <a:lnTo>
                    <a:pt x="651893" y="1281718"/>
                  </a:lnTo>
                  <a:close/>
                  <a:moveTo>
                    <a:pt x="937257" y="1475834"/>
                  </a:moveTo>
                  <a:lnTo>
                    <a:pt x="917988" y="1428756"/>
                  </a:lnTo>
                  <a:lnTo>
                    <a:pt x="916802" y="1463770"/>
                  </a:lnTo>
                  <a:close/>
                  <a:moveTo>
                    <a:pt x="917988" y="1428756"/>
                  </a:moveTo>
                  <a:lnTo>
                    <a:pt x="914086" y="1412234"/>
                  </a:lnTo>
                  <a:lnTo>
                    <a:pt x="916802" y="1463770"/>
                  </a:lnTo>
                  <a:close/>
                  <a:moveTo>
                    <a:pt x="878486" y="1363233"/>
                  </a:moveTo>
                  <a:lnTo>
                    <a:pt x="867199" y="1369322"/>
                  </a:lnTo>
                  <a:lnTo>
                    <a:pt x="875732" y="1360697"/>
                  </a:lnTo>
                  <a:close/>
                  <a:moveTo>
                    <a:pt x="642904" y="1211512"/>
                  </a:moveTo>
                  <a:lnTo>
                    <a:pt x="651893" y="1281718"/>
                  </a:lnTo>
                  <a:lnTo>
                    <a:pt x="649356" y="1230181"/>
                  </a:lnTo>
                  <a:close/>
                  <a:moveTo>
                    <a:pt x="836167" y="1293825"/>
                  </a:moveTo>
                  <a:lnTo>
                    <a:pt x="847553" y="1347312"/>
                  </a:lnTo>
                  <a:lnTo>
                    <a:pt x="866980" y="1306757"/>
                  </a:lnTo>
                  <a:close/>
                  <a:moveTo>
                    <a:pt x="866980" y="1306757"/>
                  </a:moveTo>
                  <a:lnTo>
                    <a:pt x="877852" y="1233530"/>
                  </a:lnTo>
                  <a:lnTo>
                    <a:pt x="820373" y="1243923"/>
                  </a:lnTo>
                  <a:close/>
                  <a:moveTo>
                    <a:pt x="937107" y="1224984"/>
                  </a:moveTo>
                  <a:lnTo>
                    <a:pt x="880055" y="1234199"/>
                  </a:lnTo>
                  <a:lnTo>
                    <a:pt x="930815" y="1249305"/>
                  </a:lnTo>
                  <a:close/>
                  <a:moveTo>
                    <a:pt x="937107" y="1224984"/>
                  </a:moveTo>
                  <a:lnTo>
                    <a:pt x="880853" y="1232736"/>
                  </a:lnTo>
                  <a:lnTo>
                    <a:pt x="880055" y="1234199"/>
                  </a:lnTo>
                  <a:close/>
                  <a:moveTo>
                    <a:pt x="914805" y="1157899"/>
                  </a:moveTo>
                  <a:lnTo>
                    <a:pt x="898630" y="1168749"/>
                  </a:lnTo>
                  <a:lnTo>
                    <a:pt x="934420" y="1164426"/>
                  </a:lnTo>
                  <a:close/>
                  <a:moveTo>
                    <a:pt x="934420" y="1164426"/>
                  </a:moveTo>
                  <a:lnTo>
                    <a:pt x="898630" y="1168749"/>
                  </a:lnTo>
                  <a:lnTo>
                    <a:pt x="880853" y="1232736"/>
                  </a:lnTo>
                  <a:close/>
                  <a:moveTo>
                    <a:pt x="101606" y="178704"/>
                  </a:moveTo>
                  <a:lnTo>
                    <a:pt x="71609" y="202798"/>
                  </a:lnTo>
                  <a:lnTo>
                    <a:pt x="108201" y="230241"/>
                  </a:lnTo>
                  <a:close/>
                  <a:moveTo>
                    <a:pt x="39606" y="151261"/>
                  </a:moveTo>
                  <a:lnTo>
                    <a:pt x="71609" y="202798"/>
                  </a:lnTo>
                  <a:lnTo>
                    <a:pt x="101606" y="178704"/>
                  </a:lnTo>
                  <a:close/>
                  <a:moveTo>
                    <a:pt x="39606" y="151261"/>
                  </a:moveTo>
                  <a:lnTo>
                    <a:pt x="101606" y="178704"/>
                  </a:lnTo>
                  <a:lnTo>
                    <a:pt x="72391" y="127167"/>
                  </a:lnTo>
                  <a:close/>
                  <a:moveTo>
                    <a:pt x="1234288" y="1511768"/>
                  </a:moveTo>
                  <a:lnTo>
                    <a:pt x="1199656" y="1501940"/>
                  </a:lnTo>
                  <a:lnTo>
                    <a:pt x="1227887" y="1570192"/>
                  </a:lnTo>
                  <a:close/>
                  <a:moveTo>
                    <a:pt x="1234288" y="1511768"/>
                  </a:moveTo>
                  <a:lnTo>
                    <a:pt x="1231957" y="1541620"/>
                  </a:lnTo>
                  <a:lnTo>
                    <a:pt x="1309632" y="1522457"/>
                  </a:lnTo>
                  <a:close/>
                  <a:moveTo>
                    <a:pt x="1088998" y="1240206"/>
                  </a:moveTo>
                  <a:lnTo>
                    <a:pt x="1072209" y="1236878"/>
                  </a:lnTo>
                  <a:lnTo>
                    <a:pt x="1050261" y="1251419"/>
                  </a:lnTo>
                  <a:close/>
                  <a:moveTo>
                    <a:pt x="926090" y="1195959"/>
                  </a:moveTo>
                  <a:lnTo>
                    <a:pt x="898630" y="1168749"/>
                  </a:lnTo>
                  <a:lnTo>
                    <a:pt x="914805" y="1157899"/>
                  </a:lnTo>
                  <a:close/>
                  <a:moveTo>
                    <a:pt x="936739" y="1082269"/>
                  </a:moveTo>
                  <a:lnTo>
                    <a:pt x="923228" y="1106363"/>
                  </a:lnTo>
                  <a:lnTo>
                    <a:pt x="951335" y="1056227"/>
                  </a:lnTo>
                  <a:close/>
                  <a:moveTo>
                    <a:pt x="129613" y="170819"/>
                  </a:moveTo>
                  <a:lnTo>
                    <a:pt x="141809" y="230241"/>
                  </a:lnTo>
                  <a:lnTo>
                    <a:pt x="136664" y="178704"/>
                  </a:lnTo>
                  <a:close/>
                  <a:moveTo>
                    <a:pt x="107277" y="63492"/>
                  </a:moveTo>
                  <a:lnTo>
                    <a:pt x="72391" y="127167"/>
                  </a:lnTo>
                  <a:lnTo>
                    <a:pt x="114805" y="120114"/>
                  </a:lnTo>
                  <a:close/>
                  <a:moveTo>
                    <a:pt x="107277" y="63492"/>
                  </a:moveTo>
                  <a:lnTo>
                    <a:pt x="114805" y="120114"/>
                  </a:lnTo>
                  <a:lnTo>
                    <a:pt x="132444" y="127167"/>
                  </a:lnTo>
                  <a:close/>
                  <a:moveTo>
                    <a:pt x="104371" y="3112"/>
                  </a:moveTo>
                  <a:lnTo>
                    <a:pt x="91079" y="0"/>
                  </a:lnTo>
                  <a:lnTo>
                    <a:pt x="96275" y="51537"/>
                  </a:lnTo>
                  <a:close/>
                  <a:moveTo>
                    <a:pt x="1363123" y="1482991"/>
                  </a:moveTo>
                  <a:lnTo>
                    <a:pt x="1321663" y="1478715"/>
                  </a:lnTo>
                  <a:lnTo>
                    <a:pt x="1309632" y="1522457"/>
                  </a:lnTo>
                  <a:close/>
                  <a:moveTo>
                    <a:pt x="1362687" y="1420603"/>
                  </a:moveTo>
                  <a:lnTo>
                    <a:pt x="1321663" y="1478715"/>
                  </a:lnTo>
                  <a:lnTo>
                    <a:pt x="1363123" y="1482991"/>
                  </a:lnTo>
                  <a:close/>
                  <a:moveTo>
                    <a:pt x="923478" y="955102"/>
                  </a:moveTo>
                  <a:lnTo>
                    <a:pt x="934456" y="993120"/>
                  </a:lnTo>
                  <a:lnTo>
                    <a:pt x="925154" y="979195"/>
                  </a:lnTo>
                  <a:close/>
                  <a:moveTo>
                    <a:pt x="922044" y="1011019"/>
                  </a:moveTo>
                  <a:lnTo>
                    <a:pt x="934456" y="993120"/>
                  </a:lnTo>
                  <a:lnTo>
                    <a:pt x="923478" y="955102"/>
                  </a:lnTo>
                  <a:close/>
                  <a:moveTo>
                    <a:pt x="687668" y="711159"/>
                  </a:moveTo>
                  <a:lnTo>
                    <a:pt x="725256" y="734984"/>
                  </a:lnTo>
                  <a:lnTo>
                    <a:pt x="703208" y="721512"/>
                  </a:lnTo>
                  <a:close/>
                  <a:moveTo>
                    <a:pt x="687668" y="711159"/>
                  </a:moveTo>
                  <a:lnTo>
                    <a:pt x="671200" y="661805"/>
                  </a:lnTo>
                  <a:lnTo>
                    <a:pt x="647477" y="705852"/>
                  </a:lnTo>
                  <a:close/>
                  <a:moveTo>
                    <a:pt x="671200" y="661805"/>
                  </a:moveTo>
                  <a:lnTo>
                    <a:pt x="703208" y="721512"/>
                  </a:lnTo>
                  <a:lnTo>
                    <a:pt x="694691" y="669976"/>
                  </a:lnTo>
                  <a:close/>
                  <a:moveTo>
                    <a:pt x="671200" y="661805"/>
                  </a:moveTo>
                  <a:lnTo>
                    <a:pt x="687668" y="711159"/>
                  </a:lnTo>
                  <a:lnTo>
                    <a:pt x="703208" y="721512"/>
                  </a:lnTo>
                  <a:close/>
                  <a:moveTo>
                    <a:pt x="671200" y="661805"/>
                  </a:moveTo>
                  <a:lnTo>
                    <a:pt x="694691" y="669976"/>
                  </a:lnTo>
                  <a:lnTo>
                    <a:pt x="680474" y="607331"/>
                  </a:lnTo>
                  <a:close/>
                  <a:moveTo>
                    <a:pt x="680474" y="607331"/>
                  </a:moveTo>
                  <a:lnTo>
                    <a:pt x="706525" y="664955"/>
                  </a:lnTo>
                  <a:lnTo>
                    <a:pt x="725378" y="600544"/>
                  </a:lnTo>
                  <a:close/>
                  <a:moveTo>
                    <a:pt x="1104845" y="1109712"/>
                  </a:moveTo>
                  <a:lnTo>
                    <a:pt x="1120000" y="1067684"/>
                  </a:lnTo>
                  <a:lnTo>
                    <a:pt x="1105994" y="1100904"/>
                  </a:lnTo>
                  <a:close/>
                  <a:moveTo>
                    <a:pt x="1134236" y="1034081"/>
                  </a:moveTo>
                  <a:lnTo>
                    <a:pt x="1120000" y="1067684"/>
                  </a:lnTo>
                  <a:lnTo>
                    <a:pt x="1104845" y="1109712"/>
                  </a:lnTo>
                  <a:close/>
                  <a:moveTo>
                    <a:pt x="1011202" y="835582"/>
                  </a:moveTo>
                  <a:lnTo>
                    <a:pt x="962933" y="829791"/>
                  </a:lnTo>
                  <a:lnTo>
                    <a:pt x="984580" y="870951"/>
                  </a:lnTo>
                  <a:close/>
                  <a:moveTo>
                    <a:pt x="728479" y="590477"/>
                  </a:moveTo>
                  <a:lnTo>
                    <a:pt x="690938" y="583015"/>
                  </a:lnTo>
                  <a:lnTo>
                    <a:pt x="680474" y="607331"/>
                  </a:lnTo>
                  <a:close/>
                  <a:moveTo>
                    <a:pt x="690938" y="583015"/>
                  </a:moveTo>
                  <a:lnTo>
                    <a:pt x="728479" y="590477"/>
                  </a:lnTo>
                  <a:lnTo>
                    <a:pt x="720074" y="534567"/>
                  </a:lnTo>
                  <a:close/>
                  <a:moveTo>
                    <a:pt x="690938" y="583015"/>
                  </a:moveTo>
                  <a:lnTo>
                    <a:pt x="720074" y="534567"/>
                  </a:lnTo>
                  <a:lnTo>
                    <a:pt x="671955" y="535705"/>
                  </a:lnTo>
                  <a:close/>
                  <a:moveTo>
                    <a:pt x="1011202" y="835582"/>
                  </a:moveTo>
                  <a:lnTo>
                    <a:pt x="1022396" y="817170"/>
                  </a:lnTo>
                  <a:lnTo>
                    <a:pt x="962933" y="829791"/>
                  </a:lnTo>
                  <a:close/>
                  <a:moveTo>
                    <a:pt x="962933" y="829791"/>
                  </a:moveTo>
                  <a:lnTo>
                    <a:pt x="1022396" y="817170"/>
                  </a:lnTo>
                  <a:lnTo>
                    <a:pt x="963352" y="82719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11" name="Output_density__4210">
              <a:extLst>
                <a:ext uri="{FF2B5EF4-FFF2-40B4-BE49-F238E27FC236}">
                  <a16:creationId xmlns:a16="http://schemas.microsoft.com/office/drawing/2014/main" id="{A88134D6-14D1-181C-8DB1-56F91ABB1361}"/>
                </a:ext>
              </a:extLst>
            </p:cNvPr>
            <p:cNvSpPr>
              <a:spLocks noGrp="1"/>
            </p:cNvSpPr>
            <p:nvPr/>
          </p:nvSpPr>
          <p:spPr>
            <a:xfrm>
              <a:off x="15382761" y="2588835"/>
              <a:ext cx="1257515" cy="1944522"/>
            </a:xfrm>
            <a:custGeom>
              <a:avLst/>
              <a:gdLst/>
              <a:ahLst/>
              <a:cxnLst/>
              <a:rect l="0" t="0" r="0" b="0"/>
              <a:pathLst>
                <a:path w="1257515" h="1944522">
                  <a:moveTo>
                    <a:pt x="0" y="1557454"/>
                  </a:moveTo>
                  <a:lnTo>
                    <a:pt x="34479" y="1551465"/>
                  </a:lnTo>
                  <a:lnTo>
                    <a:pt x="28959" y="1552975"/>
                  </a:lnTo>
                  <a:close/>
                  <a:moveTo>
                    <a:pt x="65147" y="1491449"/>
                  </a:moveTo>
                  <a:lnTo>
                    <a:pt x="28959" y="1552975"/>
                  </a:lnTo>
                  <a:lnTo>
                    <a:pt x="53833" y="1528881"/>
                  </a:lnTo>
                  <a:close/>
                  <a:moveTo>
                    <a:pt x="28754" y="1441121"/>
                  </a:moveTo>
                  <a:lnTo>
                    <a:pt x="65361" y="1477344"/>
                  </a:lnTo>
                  <a:lnTo>
                    <a:pt x="57270" y="1462002"/>
                  </a:lnTo>
                  <a:close/>
                  <a:moveTo>
                    <a:pt x="38354" y="1425808"/>
                  </a:moveTo>
                  <a:lnTo>
                    <a:pt x="28754" y="1441121"/>
                  </a:lnTo>
                  <a:lnTo>
                    <a:pt x="57270" y="1462002"/>
                  </a:lnTo>
                  <a:close/>
                  <a:moveTo>
                    <a:pt x="289200" y="1607860"/>
                  </a:moveTo>
                  <a:lnTo>
                    <a:pt x="342585" y="1560239"/>
                  </a:lnTo>
                  <a:lnTo>
                    <a:pt x="273727" y="1544138"/>
                  </a:lnTo>
                  <a:close/>
                  <a:moveTo>
                    <a:pt x="273727" y="1544138"/>
                  </a:moveTo>
                  <a:lnTo>
                    <a:pt x="342585" y="1560239"/>
                  </a:lnTo>
                  <a:lnTo>
                    <a:pt x="321260" y="1543476"/>
                  </a:lnTo>
                  <a:close/>
                  <a:moveTo>
                    <a:pt x="273727" y="1544138"/>
                  </a:moveTo>
                  <a:lnTo>
                    <a:pt x="321260" y="1543476"/>
                  </a:lnTo>
                  <a:lnTo>
                    <a:pt x="262698" y="1490361"/>
                  </a:lnTo>
                  <a:close/>
                  <a:moveTo>
                    <a:pt x="161647" y="1433806"/>
                  </a:moveTo>
                  <a:lnTo>
                    <a:pt x="194227" y="1382559"/>
                  </a:lnTo>
                  <a:lnTo>
                    <a:pt x="140819" y="1387997"/>
                  </a:lnTo>
                  <a:close/>
                  <a:moveTo>
                    <a:pt x="637906" y="1877178"/>
                  </a:moveTo>
                  <a:lnTo>
                    <a:pt x="625754" y="1920252"/>
                  </a:lnTo>
                  <a:lnTo>
                    <a:pt x="692738" y="1868892"/>
                  </a:lnTo>
                  <a:close/>
                  <a:moveTo>
                    <a:pt x="692738" y="1868892"/>
                  </a:moveTo>
                  <a:lnTo>
                    <a:pt x="669640" y="1944522"/>
                  </a:lnTo>
                  <a:lnTo>
                    <a:pt x="696063" y="1873553"/>
                  </a:lnTo>
                  <a:close/>
                  <a:moveTo>
                    <a:pt x="696063" y="1873553"/>
                  </a:moveTo>
                  <a:lnTo>
                    <a:pt x="669640" y="1944522"/>
                  </a:lnTo>
                  <a:lnTo>
                    <a:pt x="693037" y="1933081"/>
                  </a:lnTo>
                  <a:close/>
                  <a:moveTo>
                    <a:pt x="693037" y="1933081"/>
                  </a:moveTo>
                  <a:lnTo>
                    <a:pt x="718809" y="1920428"/>
                  </a:lnTo>
                  <a:lnTo>
                    <a:pt x="696063" y="1873553"/>
                  </a:lnTo>
                  <a:close/>
                  <a:moveTo>
                    <a:pt x="692738" y="1868892"/>
                  </a:moveTo>
                  <a:lnTo>
                    <a:pt x="693909" y="1865496"/>
                  </a:lnTo>
                  <a:lnTo>
                    <a:pt x="637906" y="1877178"/>
                  </a:lnTo>
                  <a:close/>
                  <a:moveTo>
                    <a:pt x="637906" y="1877178"/>
                  </a:moveTo>
                  <a:lnTo>
                    <a:pt x="693909" y="1865496"/>
                  </a:lnTo>
                  <a:lnTo>
                    <a:pt x="674534" y="1822638"/>
                  </a:lnTo>
                  <a:close/>
                  <a:moveTo>
                    <a:pt x="674534" y="1822638"/>
                  </a:moveTo>
                  <a:lnTo>
                    <a:pt x="693909" y="1865496"/>
                  </a:lnTo>
                  <a:lnTo>
                    <a:pt x="734028" y="1840817"/>
                  </a:lnTo>
                  <a:close/>
                  <a:moveTo>
                    <a:pt x="225767" y="1377620"/>
                  </a:moveTo>
                  <a:lnTo>
                    <a:pt x="189553" y="1323616"/>
                  </a:lnTo>
                  <a:lnTo>
                    <a:pt x="191283" y="1343900"/>
                  </a:lnTo>
                  <a:close/>
                  <a:moveTo>
                    <a:pt x="279165" y="1301989"/>
                  </a:moveTo>
                  <a:lnTo>
                    <a:pt x="283558" y="1250452"/>
                  </a:lnTo>
                  <a:lnTo>
                    <a:pt x="261047" y="1303475"/>
                  </a:lnTo>
                  <a:close/>
                  <a:moveTo>
                    <a:pt x="261047" y="1303475"/>
                  </a:moveTo>
                  <a:lnTo>
                    <a:pt x="263249" y="1303391"/>
                  </a:lnTo>
                  <a:lnTo>
                    <a:pt x="279165" y="1301989"/>
                  </a:lnTo>
                  <a:close/>
                  <a:moveTo>
                    <a:pt x="199286" y="1198916"/>
                  </a:moveTo>
                  <a:lnTo>
                    <a:pt x="240420" y="1257501"/>
                  </a:lnTo>
                  <a:lnTo>
                    <a:pt x="246220" y="1239724"/>
                  </a:lnTo>
                  <a:close/>
                  <a:moveTo>
                    <a:pt x="734028" y="1840817"/>
                  </a:moveTo>
                  <a:lnTo>
                    <a:pt x="758607" y="1855014"/>
                  </a:lnTo>
                  <a:lnTo>
                    <a:pt x="776534" y="1825066"/>
                  </a:lnTo>
                  <a:close/>
                  <a:moveTo>
                    <a:pt x="776534" y="1825066"/>
                  </a:moveTo>
                  <a:lnTo>
                    <a:pt x="758607" y="1855014"/>
                  </a:lnTo>
                  <a:lnTo>
                    <a:pt x="800374" y="1793261"/>
                  </a:lnTo>
                  <a:close/>
                  <a:moveTo>
                    <a:pt x="246220" y="1239724"/>
                  </a:moveTo>
                  <a:lnTo>
                    <a:pt x="283558" y="1250452"/>
                  </a:lnTo>
                  <a:lnTo>
                    <a:pt x="273828" y="1208047"/>
                  </a:lnTo>
                  <a:close/>
                  <a:moveTo>
                    <a:pt x="273828" y="1208047"/>
                  </a:moveTo>
                  <a:lnTo>
                    <a:pt x="283558" y="1250452"/>
                  </a:lnTo>
                  <a:lnTo>
                    <a:pt x="307802" y="1177959"/>
                  </a:lnTo>
                  <a:close/>
                  <a:moveTo>
                    <a:pt x="249979" y="1174822"/>
                  </a:moveTo>
                  <a:lnTo>
                    <a:pt x="246220" y="1239724"/>
                  </a:lnTo>
                  <a:lnTo>
                    <a:pt x="273828" y="1208047"/>
                  </a:lnTo>
                  <a:close/>
                  <a:moveTo>
                    <a:pt x="249979" y="1174822"/>
                  </a:moveTo>
                  <a:lnTo>
                    <a:pt x="199286" y="1198916"/>
                  </a:lnTo>
                  <a:lnTo>
                    <a:pt x="246220" y="1239724"/>
                  </a:lnTo>
                  <a:close/>
                  <a:moveTo>
                    <a:pt x="192978" y="1147379"/>
                  </a:moveTo>
                  <a:lnTo>
                    <a:pt x="253908" y="1133567"/>
                  </a:lnTo>
                  <a:lnTo>
                    <a:pt x="247706" y="1126092"/>
                  </a:lnTo>
                  <a:close/>
                  <a:moveTo>
                    <a:pt x="253908" y="1133567"/>
                  </a:moveTo>
                  <a:lnTo>
                    <a:pt x="303152" y="1174822"/>
                  </a:lnTo>
                  <a:lnTo>
                    <a:pt x="247706" y="1126092"/>
                  </a:lnTo>
                  <a:close/>
                  <a:moveTo>
                    <a:pt x="800374" y="1793261"/>
                  </a:moveTo>
                  <a:lnTo>
                    <a:pt x="802690" y="1844798"/>
                  </a:lnTo>
                  <a:lnTo>
                    <a:pt x="841139" y="1820704"/>
                  </a:lnTo>
                  <a:close/>
                  <a:moveTo>
                    <a:pt x="800374" y="1793261"/>
                  </a:moveTo>
                  <a:lnTo>
                    <a:pt x="841139" y="1820704"/>
                  </a:lnTo>
                  <a:lnTo>
                    <a:pt x="813101" y="1769167"/>
                  </a:lnTo>
                  <a:close/>
                  <a:moveTo>
                    <a:pt x="274070" y="1167401"/>
                  </a:moveTo>
                  <a:lnTo>
                    <a:pt x="273828" y="1208047"/>
                  </a:lnTo>
                  <a:lnTo>
                    <a:pt x="303152" y="1174822"/>
                  </a:lnTo>
                  <a:close/>
                  <a:moveTo>
                    <a:pt x="303152" y="1174822"/>
                  </a:moveTo>
                  <a:lnTo>
                    <a:pt x="253908" y="1133567"/>
                  </a:lnTo>
                  <a:lnTo>
                    <a:pt x="274070" y="1167401"/>
                  </a:lnTo>
                  <a:close/>
                  <a:moveTo>
                    <a:pt x="341526" y="1150728"/>
                  </a:moveTo>
                  <a:lnTo>
                    <a:pt x="322931" y="1174822"/>
                  </a:lnTo>
                  <a:lnTo>
                    <a:pt x="355243" y="1202265"/>
                  </a:lnTo>
                  <a:close/>
                  <a:moveTo>
                    <a:pt x="341526" y="1150728"/>
                  </a:moveTo>
                  <a:lnTo>
                    <a:pt x="363795" y="1099191"/>
                  </a:lnTo>
                  <a:lnTo>
                    <a:pt x="322931" y="1174822"/>
                  </a:lnTo>
                  <a:close/>
                  <a:moveTo>
                    <a:pt x="363795" y="1099191"/>
                  </a:moveTo>
                  <a:lnTo>
                    <a:pt x="409216" y="1095086"/>
                  </a:lnTo>
                  <a:lnTo>
                    <a:pt x="378728" y="1095538"/>
                  </a:lnTo>
                  <a:close/>
                  <a:moveTo>
                    <a:pt x="378728" y="1095538"/>
                  </a:moveTo>
                  <a:lnTo>
                    <a:pt x="409216" y="1095086"/>
                  </a:lnTo>
                  <a:lnTo>
                    <a:pt x="455338" y="1092850"/>
                  </a:lnTo>
                  <a:close/>
                  <a:moveTo>
                    <a:pt x="438729" y="1109501"/>
                  </a:moveTo>
                  <a:lnTo>
                    <a:pt x="455338" y="1092850"/>
                  </a:lnTo>
                  <a:lnTo>
                    <a:pt x="409216" y="1095086"/>
                  </a:lnTo>
                  <a:close/>
                  <a:moveTo>
                    <a:pt x="438729" y="1109501"/>
                  </a:moveTo>
                  <a:lnTo>
                    <a:pt x="487718" y="1107656"/>
                  </a:lnTo>
                  <a:lnTo>
                    <a:pt x="455338" y="1092850"/>
                  </a:lnTo>
                  <a:close/>
                  <a:moveTo>
                    <a:pt x="1124829" y="1619178"/>
                  </a:moveTo>
                  <a:lnTo>
                    <a:pt x="1126208" y="1620586"/>
                  </a:lnTo>
                  <a:lnTo>
                    <a:pt x="1171671" y="1619635"/>
                  </a:lnTo>
                  <a:close/>
                  <a:moveTo>
                    <a:pt x="771798" y="1037736"/>
                  </a:moveTo>
                  <a:lnTo>
                    <a:pt x="765314" y="1033904"/>
                  </a:lnTo>
                  <a:lnTo>
                    <a:pt x="796535" y="1081795"/>
                  </a:lnTo>
                  <a:close/>
                  <a:moveTo>
                    <a:pt x="765924" y="1030259"/>
                  </a:moveTo>
                  <a:lnTo>
                    <a:pt x="765314" y="1033904"/>
                  </a:lnTo>
                  <a:lnTo>
                    <a:pt x="771798" y="1037736"/>
                  </a:lnTo>
                  <a:close/>
                  <a:moveTo>
                    <a:pt x="764942" y="1012103"/>
                  </a:moveTo>
                  <a:lnTo>
                    <a:pt x="765314" y="1033904"/>
                  </a:lnTo>
                  <a:lnTo>
                    <a:pt x="765924" y="1030259"/>
                  </a:lnTo>
                  <a:close/>
                  <a:moveTo>
                    <a:pt x="729938" y="937178"/>
                  </a:moveTo>
                  <a:lnTo>
                    <a:pt x="765867" y="978722"/>
                  </a:lnTo>
                  <a:lnTo>
                    <a:pt x="751310" y="961133"/>
                  </a:lnTo>
                  <a:close/>
                  <a:moveTo>
                    <a:pt x="730814" y="927185"/>
                  </a:moveTo>
                  <a:lnTo>
                    <a:pt x="729938" y="937178"/>
                  </a:lnTo>
                  <a:lnTo>
                    <a:pt x="751310" y="961133"/>
                  </a:lnTo>
                  <a:close/>
                  <a:moveTo>
                    <a:pt x="737065" y="907874"/>
                  </a:moveTo>
                  <a:lnTo>
                    <a:pt x="729938" y="937178"/>
                  </a:lnTo>
                  <a:lnTo>
                    <a:pt x="730814" y="927185"/>
                  </a:lnTo>
                  <a:close/>
                  <a:moveTo>
                    <a:pt x="1158035" y="1298853"/>
                  </a:moveTo>
                  <a:lnTo>
                    <a:pt x="1151559" y="1324243"/>
                  </a:lnTo>
                  <a:lnTo>
                    <a:pt x="1152095" y="1315384"/>
                  </a:lnTo>
                  <a:close/>
                  <a:moveTo>
                    <a:pt x="984849" y="1175368"/>
                  </a:moveTo>
                  <a:lnTo>
                    <a:pt x="960398" y="1160774"/>
                  </a:lnTo>
                  <a:lnTo>
                    <a:pt x="966734" y="1235071"/>
                  </a:lnTo>
                  <a:close/>
                  <a:moveTo>
                    <a:pt x="764942" y="1012103"/>
                  </a:moveTo>
                  <a:lnTo>
                    <a:pt x="765924" y="1030259"/>
                  </a:lnTo>
                  <a:lnTo>
                    <a:pt x="779916" y="1022033"/>
                  </a:lnTo>
                  <a:close/>
                  <a:moveTo>
                    <a:pt x="764942" y="1012103"/>
                  </a:moveTo>
                  <a:lnTo>
                    <a:pt x="779916" y="1022033"/>
                  </a:lnTo>
                  <a:lnTo>
                    <a:pt x="765867" y="978722"/>
                  </a:lnTo>
                  <a:close/>
                  <a:moveTo>
                    <a:pt x="771078" y="900144"/>
                  </a:moveTo>
                  <a:lnTo>
                    <a:pt x="737065" y="907874"/>
                  </a:lnTo>
                  <a:lnTo>
                    <a:pt x="730814" y="927185"/>
                  </a:lnTo>
                  <a:close/>
                  <a:moveTo>
                    <a:pt x="773873" y="851555"/>
                  </a:moveTo>
                  <a:lnTo>
                    <a:pt x="778900" y="872613"/>
                  </a:lnTo>
                  <a:lnTo>
                    <a:pt x="771078" y="900144"/>
                  </a:lnTo>
                  <a:close/>
                  <a:moveTo>
                    <a:pt x="771078" y="900144"/>
                  </a:moveTo>
                  <a:lnTo>
                    <a:pt x="776744" y="881553"/>
                  </a:lnTo>
                  <a:lnTo>
                    <a:pt x="737065" y="907874"/>
                  </a:lnTo>
                  <a:close/>
                  <a:moveTo>
                    <a:pt x="110486" y="26969"/>
                  </a:moveTo>
                  <a:lnTo>
                    <a:pt x="105079" y="36710"/>
                  </a:lnTo>
                  <a:lnTo>
                    <a:pt x="78645" y="58021"/>
                  </a:lnTo>
                  <a:close/>
                  <a:moveTo>
                    <a:pt x="1152095" y="1315384"/>
                  </a:moveTo>
                  <a:lnTo>
                    <a:pt x="1151559" y="1324243"/>
                  </a:lnTo>
                  <a:lnTo>
                    <a:pt x="1169701" y="1342470"/>
                  </a:lnTo>
                  <a:close/>
                  <a:moveTo>
                    <a:pt x="115504" y="21151"/>
                  </a:moveTo>
                  <a:lnTo>
                    <a:pt x="105079" y="36710"/>
                  </a:lnTo>
                  <a:lnTo>
                    <a:pt x="110486" y="26969"/>
                  </a:lnTo>
                  <a:close/>
                  <a:moveTo>
                    <a:pt x="773873" y="851555"/>
                  </a:moveTo>
                  <a:lnTo>
                    <a:pt x="825351" y="827461"/>
                  </a:lnTo>
                  <a:lnTo>
                    <a:pt x="750149" y="821896"/>
                  </a:lnTo>
                  <a:close/>
                  <a:moveTo>
                    <a:pt x="726187" y="748482"/>
                  </a:moveTo>
                  <a:lnTo>
                    <a:pt x="714001" y="786667"/>
                  </a:lnTo>
                  <a:lnTo>
                    <a:pt x="763441" y="736694"/>
                  </a:lnTo>
                  <a:close/>
                  <a:moveTo>
                    <a:pt x="763441" y="736694"/>
                  </a:moveTo>
                  <a:lnTo>
                    <a:pt x="739392" y="741264"/>
                  </a:lnTo>
                  <a:lnTo>
                    <a:pt x="726187" y="748482"/>
                  </a:lnTo>
                  <a:close/>
                  <a:moveTo>
                    <a:pt x="718123" y="672851"/>
                  </a:moveTo>
                  <a:lnTo>
                    <a:pt x="739392" y="741264"/>
                  </a:lnTo>
                  <a:lnTo>
                    <a:pt x="755358" y="706469"/>
                  </a:lnTo>
                  <a:close/>
                  <a:moveTo>
                    <a:pt x="123296" y="21899"/>
                  </a:moveTo>
                  <a:lnTo>
                    <a:pt x="110486" y="26969"/>
                  </a:lnTo>
                  <a:lnTo>
                    <a:pt x="155932" y="37405"/>
                  </a:lnTo>
                  <a:close/>
                  <a:moveTo>
                    <a:pt x="155932" y="37405"/>
                  </a:moveTo>
                  <a:lnTo>
                    <a:pt x="110486" y="26969"/>
                  </a:lnTo>
                  <a:lnTo>
                    <a:pt x="78645" y="58021"/>
                  </a:lnTo>
                  <a:close/>
                  <a:moveTo>
                    <a:pt x="200412" y="29036"/>
                  </a:moveTo>
                  <a:lnTo>
                    <a:pt x="236800" y="54412"/>
                  </a:lnTo>
                  <a:lnTo>
                    <a:pt x="186983" y="8105"/>
                  </a:lnTo>
                  <a:close/>
                  <a:moveTo>
                    <a:pt x="115504" y="21151"/>
                  </a:moveTo>
                  <a:lnTo>
                    <a:pt x="110486" y="26969"/>
                  </a:lnTo>
                  <a:lnTo>
                    <a:pt x="123296" y="21899"/>
                  </a:lnTo>
                  <a:close/>
                  <a:moveTo>
                    <a:pt x="123296" y="21899"/>
                  </a:moveTo>
                  <a:lnTo>
                    <a:pt x="156566" y="0"/>
                  </a:lnTo>
                  <a:lnTo>
                    <a:pt x="115504" y="21151"/>
                  </a:lnTo>
                  <a:close/>
                  <a:moveTo>
                    <a:pt x="123296" y="21899"/>
                  </a:moveTo>
                  <a:lnTo>
                    <a:pt x="186983" y="8105"/>
                  </a:lnTo>
                  <a:lnTo>
                    <a:pt x="156566" y="0"/>
                  </a:lnTo>
                  <a:close/>
                  <a:moveTo>
                    <a:pt x="186983" y="8105"/>
                  </a:moveTo>
                  <a:lnTo>
                    <a:pt x="123296" y="21899"/>
                  </a:lnTo>
                  <a:lnTo>
                    <a:pt x="200412" y="29036"/>
                  </a:lnTo>
                  <a:close/>
                  <a:moveTo>
                    <a:pt x="123296" y="21899"/>
                  </a:moveTo>
                  <a:lnTo>
                    <a:pt x="155932" y="37405"/>
                  </a:lnTo>
                  <a:lnTo>
                    <a:pt x="200412" y="29036"/>
                  </a:lnTo>
                  <a:close/>
                  <a:moveTo>
                    <a:pt x="1149364" y="1061050"/>
                  </a:moveTo>
                  <a:lnTo>
                    <a:pt x="1135912" y="1136680"/>
                  </a:lnTo>
                  <a:lnTo>
                    <a:pt x="1157286" y="1112587"/>
                  </a:lnTo>
                  <a:close/>
                  <a:moveTo>
                    <a:pt x="853042" y="875079"/>
                  </a:moveTo>
                  <a:lnTo>
                    <a:pt x="894751" y="816409"/>
                  </a:lnTo>
                  <a:lnTo>
                    <a:pt x="837488" y="824981"/>
                  </a:lnTo>
                  <a:close/>
                  <a:moveTo>
                    <a:pt x="782684" y="724388"/>
                  </a:moveTo>
                  <a:lnTo>
                    <a:pt x="816921" y="716217"/>
                  </a:lnTo>
                  <a:lnTo>
                    <a:pt x="755358" y="706469"/>
                  </a:lnTo>
                  <a:close/>
                  <a:moveTo>
                    <a:pt x="733858" y="557535"/>
                  </a:moveTo>
                  <a:lnTo>
                    <a:pt x="701985" y="569778"/>
                  </a:lnTo>
                  <a:lnTo>
                    <a:pt x="751805" y="558288"/>
                  </a:lnTo>
                  <a:close/>
                  <a:moveTo>
                    <a:pt x="751805" y="558288"/>
                  </a:moveTo>
                  <a:lnTo>
                    <a:pt x="701985" y="569778"/>
                  </a:lnTo>
                  <a:lnTo>
                    <a:pt x="682362" y="608230"/>
                  </a:lnTo>
                  <a:close/>
                  <a:moveTo>
                    <a:pt x="751805" y="558288"/>
                  </a:moveTo>
                  <a:lnTo>
                    <a:pt x="682362" y="608230"/>
                  </a:lnTo>
                  <a:lnTo>
                    <a:pt x="710277" y="577700"/>
                  </a:lnTo>
                  <a:close/>
                  <a:moveTo>
                    <a:pt x="1042559" y="811761"/>
                  </a:moveTo>
                  <a:lnTo>
                    <a:pt x="1012868" y="835651"/>
                  </a:lnTo>
                  <a:lnTo>
                    <a:pt x="985537" y="854904"/>
                  </a:lnTo>
                  <a:close/>
                  <a:moveTo>
                    <a:pt x="1086037" y="799641"/>
                  </a:moveTo>
                  <a:lnTo>
                    <a:pt x="1012868" y="835651"/>
                  </a:lnTo>
                  <a:lnTo>
                    <a:pt x="1042559" y="811761"/>
                  </a:lnTo>
                  <a:close/>
                  <a:moveTo>
                    <a:pt x="1242721" y="766301"/>
                  </a:moveTo>
                  <a:lnTo>
                    <a:pt x="1203777" y="782622"/>
                  </a:lnTo>
                  <a:lnTo>
                    <a:pt x="1257515" y="774143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12" name="Output_density__4211">
              <a:extLst>
                <a:ext uri="{FF2B5EF4-FFF2-40B4-BE49-F238E27FC236}">
                  <a16:creationId xmlns:a16="http://schemas.microsoft.com/office/drawing/2014/main" id="{2829802D-5808-9404-BE72-E526F9C93DEC}"/>
                </a:ext>
              </a:extLst>
            </p:cNvPr>
            <p:cNvSpPr>
              <a:spLocks noGrp="1"/>
            </p:cNvSpPr>
            <p:nvPr/>
          </p:nvSpPr>
          <p:spPr>
            <a:xfrm>
              <a:off x="15447907" y="2594157"/>
              <a:ext cx="1436535" cy="1988450"/>
            </a:xfrm>
            <a:custGeom>
              <a:avLst/>
              <a:gdLst/>
              <a:ahLst/>
              <a:cxnLst/>
              <a:rect l="0" t="0" r="0" b="0"/>
              <a:pathLst>
                <a:path w="1436535" h="1988450">
                  <a:moveTo>
                    <a:pt x="0" y="1486128"/>
                  </a:moveTo>
                  <a:lnTo>
                    <a:pt x="215" y="1472023"/>
                  </a:lnTo>
                  <a:lnTo>
                    <a:pt x="17836" y="1492438"/>
                  </a:lnTo>
                  <a:close/>
                  <a:moveTo>
                    <a:pt x="182353" y="1626632"/>
                  </a:moveTo>
                  <a:lnTo>
                    <a:pt x="224053" y="1602538"/>
                  </a:lnTo>
                  <a:lnTo>
                    <a:pt x="176731" y="1622866"/>
                  </a:lnTo>
                  <a:close/>
                  <a:moveTo>
                    <a:pt x="224053" y="1602538"/>
                  </a:moveTo>
                  <a:lnTo>
                    <a:pt x="201184" y="1579390"/>
                  </a:lnTo>
                  <a:lnTo>
                    <a:pt x="176731" y="1622866"/>
                  </a:lnTo>
                  <a:close/>
                  <a:moveTo>
                    <a:pt x="577955" y="1979792"/>
                  </a:moveTo>
                  <a:lnTo>
                    <a:pt x="604493" y="1939201"/>
                  </a:lnTo>
                  <a:lnTo>
                    <a:pt x="597567" y="1952412"/>
                  </a:lnTo>
                  <a:close/>
                  <a:moveTo>
                    <a:pt x="251793" y="1578445"/>
                  </a:moveTo>
                  <a:lnTo>
                    <a:pt x="277439" y="1554918"/>
                  </a:lnTo>
                  <a:lnTo>
                    <a:pt x="224053" y="1602538"/>
                  </a:lnTo>
                  <a:close/>
                  <a:moveTo>
                    <a:pt x="224053" y="1602538"/>
                  </a:moveTo>
                  <a:lnTo>
                    <a:pt x="208580" y="1538816"/>
                  </a:lnTo>
                  <a:lnTo>
                    <a:pt x="201184" y="1579390"/>
                  </a:lnTo>
                  <a:close/>
                  <a:moveTo>
                    <a:pt x="328852" y="1579744"/>
                  </a:moveTo>
                  <a:lnTo>
                    <a:pt x="303453" y="1526908"/>
                  </a:lnTo>
                  <a:lnTo>
                    <a:pt x="256113" y="1538155"/>
                  </a:lnTo>
                  <a:close/>
                  <a:moveTo>
                    <a:pt x="256113" y="1538155"/>
                  </a:moveTo>
                  <a:lnTo>
                    <a:pt x="277439" y="1554918"/>
                  </a:lnTo>
                  <a:lnTo>
                    <a:pt x="328852" y="1579744"/>
                  </a:lnTo>
                  <a:close/>
                  <a:moveTo>
                    <a:pt x="208580" y="1538816"/>
                  </a:moveTo>
                  <a:lnTo>
                    <a:pt x="182379" y="1526908"/>
                  </a:lnTo>
                  <a:lnTo>
                    <a:pt x="201184" y="1579390"/>
                  </a:lnTo>
                  <a:close/>
                  <a:moveTo>
                    <a:pt x="197552" y="1485039"/>
                  </a:moveTo>
                  <a:lnTo>
                    <a:pt x="256113" y="1538155"/>
                  </a:lnTo>
                  <a:lnTo>
                    <a:pt x="201131" y="1499465"/>
                  </a:lnTo>
                  <a:close/>
                  <a:moveTo>
                    <a:pt x="149602" y="1486039"/>
                  </a:moveTo>
                  <a:lnTo>
                    <a:pt x="208580" y="1538816"/>
                  </a:lnTo>
                  <a:lnTo>
                    <a:pt x="197552" y="1485039"/>
                  </a:lnTo>
                  <a:close/>
                  <a:moveTo>
                    <a:pt x="96501" y="1428484"/>
                  </a:moveTo>
                  <a:lnTo>
                    <a:pt x="135322" y="1434906"/>
                  </a:lnTo>
                  <a:lnTo>
                    <a:pt x="129081" y="1377237"/>
                  </a:lnTo>
                  <a:close/>
                  <a:moveTo>
                    <a:pt x="126137" y="1338578"/>
                  </a:moveTo>
                  <a:lnTo>
                    <a:pt x="129081" y="1377237"/>
                  </a:lnTo>
                  <a:lnTo>
                    <a:pt x="149565" y="1386395"/>
                  </a:lnTo>
                  <a:close/>
                  <a:moveTo>
                    <a:pt x="627891" y="1927760"/>
                  </a:moveTo>
                  <a:lnTo>
                    <a:pt x="604493" y="1939201"/>
                  </a:lnTo>
                  <a:lnTo>
                    <a:pt x="592517" y="1981279"/>
                  </a:lnTo>
                  <a:close/>
                  <a:moveTo>
                    <a:pt x="653663" y="1915106"/>
                  </a:moveTo>
                  <a:lnTo>
                    <a:pt x="627891" y="1927760"/>
                  </a:lnTo>
                  <a:lnTo>
                    <a:pt x="673710" y="1988450"/>
                  </a:lnTo>
                  <a:close/>
                  <a:moveTo>
                    <a:pt x="560608" y="1914931"/>
                  </a:moveTo>
                  <a:lnTo>
                    <a:pt x="604493" y="1939201"/>
                  </a:lnTo>
                  <a:lnTo>
                    <a:pt x="627592" y="1863570"/>
                  </a:lnTo>
                  <a:close/>
                  <a:moveTo>
                    <a:pt x="518131" y="1887664"/>
                  </a:moveTo>
                  <a:lnTo>
                    <a:pt x="560608" y="1914931"/>
                  </a:lnTo>
                  <a:lnTo>
                    <a:pt x="572759" y="1871856"/>
                  </a:lnTo>
                  <a:close/>
                  <a:moveTo>
                    <a:pt x="572759" y="1871856"/>
                  </a:moveTo>
                  <a:lnTo>
                    <a:pt x="609388" y="1817317"/>
                  </a:lnTo>
                  <a:lnTo>
                    <a:pt x="568280" y="1812754"/>
                  </a:lnTo>
                  <a:close/>
                  <a:moveTo>
                    <a:pt x="446598" y="1772973"/>
                  </a:moveTo>
                  <a:lnTo>
                    <a:pt x="467154" y="1740202"/>
                  </a:lnTo>
                  <a:lnTo>
                    <a:pt x="423743" y="1752571"/>
                  </a:lnTo>
                  <a:close/>
                  <a:moveTo>
                    <a:pt x="495084" y="1771536"/>
                  </a:moveTo>
                  <a:lnTo>
                    <a:pt x="467154" y="1740202"/>
                  </a:lnTo>
                  <a:lnTo>
                    <a:pt x="446598" y="1772973"/>
                  </a:lnTo>
                  <a:close/>
                  <a:moveTo>
                    <a:pt x="472862" y="1726860"/>
                  </a:moveTo>
                  <a:lnTo>
                    <a:pt x="499771" y="1727253"/>
                  </a:lnTo>
                  <a:lnTo>
                    <a:pt x="483129" y="1708960"/>
                  </a:lnTo>
                  <a:close/>
                  <a:moveTo>
                    <a:pt x="544150" y="1718497"/>
                  </a:moveTo>
                  <a:lnTo>
                    <a:pt x="499771" y="1727253"/>
                  </a:lnTo>
                  <a:lnTo>
                    <a:pt x="468291" y="1733054"/>
                  </a:lnTo>
                  <a:close/>
                  <a:moveTo>
                    <a:pt x="468291" y="1733054"/>
                  </a:moveTo>
                  <a:lnTo>
                    <a:pt x="499771" y="1727253"/>
                  </a:lnTo>
                  <a:lnTo>
                    <a:pt x="472862" y="1726860"/>
                  </a:lnTo>
                  <a:close/>
                  <a:moveTo>
                    <a:pt x="544150" y="1718497"/>
                  </a:moveTo>
                  <a:lnTo>
                    <a:pt x="585357" y="1711367"/>
                  </a:lnTo>
                  <a:lnTo>
                    <a:pt x="561384" y="1708960"/>
                  </a:lnTo>
                  <a:close/>
                  <a:moveTo>
                    <a:pt x="329052" y="1573214"/>
                  </a:moveTo>
                  <a:lnTo>
                    <a:pt x="321284" y="1523154"/>
                  </a:lnTo>
                  <a:lnTo>
                    <a:pt x="303453" y="1526908"/>
                  </a:lnTo>
                  <a:close/>
                  <a:moveTo>
                    <a:pt x="303453" y="1526908"/>
                  </a:moveTo>
                  <a:lnTo>
                    <a:pt x="321284" y="1523154"/>
                  </a:lnTo>
                  <a:lnTo>
                    <a:pt x="258793" y="1485205"/>
                  </a:lnTo>
                  <a:close/>
                  <a:moveTo>
                    <a:pt x="377712" y="1452519"/>
                  </a:moveTo>
                  <a:lnTo>
                    <a:pt x="334742" y="1459589"/>
                  </a:lnTo>
                  <a:lnTo>
                    <a:pt x="321284" y="1523154"/>
                  </a:lnTo>
                  <a:close/>
                  <a:moveTo>
                    <a:pt x="247138" y="1475371"/>
                  </a:moveTo>
                  <a:lnTo>
                    <a:pt x="226835" y="1461232"/>
                  </a:lnTo>
                  <a:lnTo>
                    <a:pt x="209604" y="1412498"/>
                  </a:lnTo>
                  <a:close/>
                  <a:moveTo>
                    <a:pt x="168265" y="1348204"/>
                  </a:moveTo>
                  <a:lnTo>
                    <a:pt x="198102" y="1298069"/>
                  </a:lnTo>
                  <a:lnTo>
                    <a:pt x="160621" y="1372298"/>
                  </a:lnTo>
                  <a:close/>
                  <a:moveTo>
                    <a:pt x="160621" y="1372298"/>
                  </a:moveTo>
                  <a:lnTo>
                    <a:pt x="198102" y="1298069"/>
                  </a:lnTo>
                  <a:lnTo>
                    <a:pt x="124406" y="1318294"/>
                  </a:lnTo>
                  <a:close/>
                  <a:moveTo>
                    <a:pt x="543870" y="1707114"/>
                  </a:moveTo>
                  <a:lnTo>
                    <a:pt x="499771" y="1727253"/>
                  </a:lnTo>
                  <a:lnTo>
                    <a:pt x="544150" y="1718497"/>
                  </a:lnTo>
                  <a:close/>
                  <a:moveTo>
                    <a:pt x="543870" y="1707114"/>
                  </a:moveTo>
                  <a:lnTo>
                    <a:pt x="499694" y="1705046"/>
                  </a:lnTo>
                  <a:lnTo>
                    <a:pt x="499771" y="1727253"/>
                  </a:lnTo>
                  <a:close/>
                  <a:moveTo>
                    <a:pt x="499694" y="1705046"/>
                  </a:moveTo>
                  <a:lnTo>
                    <a:pt x="543870" y="1707114"/>
                  </a:lnTo>
                  <a:lnTo>
                    <a:pt x="528316" y="1657016"/>
                  </a:lnTo>
                  <a:close/>
                  <a:moveTo>
                    <a:pt x="499694" y="1705046"/>
                  </a:moveTo>
                  <a:lnTo>
                    <a:pt x="528316" y="1657016"/>
                  </a:lnTo>
                  <a:lnTo>
                    <a:pt x="491661" y="1648833"/>
                  </a:lnTo>
                  <a:close/>
                  <a:moveTo>
                    <a:pt x="543870" y="1707114"/>
                  </a:moveTo>
                  <a:lnTo>
                    <a:pt x="544150" y="1718497"/>
                  </a:lnTo>
                  <a:lnTo>
                    <a:pt x="561384" y="1708960"/>
                  </a:lnTo>
                  <a:close/>
                  <a:moveTo>
                    <a:pt x="528316" y="1657016"/>
                  </a:moveTo>
                  <a:lnTo>
                    <a:pt x="561384" y="1708960"/>
                  </a:lnTo>
                  <a:lnTo>
                    <a:pt x="531297" y="1657424"/>
                  </a:lnTo>
                  <a:close/>
                  <a:moveTo>
                    <a:pt x="528316" y="1657016"/>
                  </a:moveTo>
                  <a:lnTo>
                    <a:pt x="543870" y="1707114"/>
                  </a:lnTo>
                  <a:lnTo>
                    <a:pt x="561384" y="1708960"/>
                  </a:lnTo>
                  <a:close/>
                  <a:moveTo>
                    <a:pt x="242656" y="1172638"/>
                  </a:moveTo>
                  <a:lnTo>
                    <a:pt x="238005" y="1169500"/>
                  </a:lnTo>
                  <a:lnTo>
                    <a:pt x="208682" y="1202725"/>
                  </a:lnTo>
                  <a:close/>
                  <a:moveTo>
                    <a:pt x="724925" y="1736403"/>
                  </a:moveTo>
                  <a:lnTo>
                    <a:pt x="735227" y="1787939"/>
                  </a:lnTo>
                  <a:lnTo>
                    <a:pt x="747955" y="1763845"/>
                  </a:lnTo>
                  <a:close/>
                  <a:moveTo>
                    <a:pt x="724925" y="1736403"/>
                  </a:moveTo>
                  <a:lnTo>
                    <a:pt x="747955" y="1763845"/>
                  </a:lnTo>
                  <a:lnTo>
                    <a:pt x="731067" y="1712309"/>
                  </a:lnTo>
                  <a:close/>
                  <a:moveTo>
                    <a:pt x="687099" y="1666636"/>
                  </a:moveTo>
                  <a:lnTo>
                    <a:pt x="724552" y="1734061"/>
                  </a:lnTo>
                  <a:lnTo>
                    <a:pt x="731067" y="1712309"/>
                  </a:lnTo>
                  <a:close/>
                  <a:moveTo>
                    <a:pt x="731067" y="1712309"/>
                  </a:moveTo>
                  <a:lnTo>
                    <a:pt x="724552" y="1734061"/>
                  </a:lnTo>
                  <a:lnTo>
                    <a:pt x="724925" y="1736403"/>
                  </a:lnTo>
                  <a:close/>
                  <a:moveTo>
                    <a:pt x="731067" y="1712309"/>
                  </a:moveTo>
                  <a:lnTo>
                    <a:pt x="697331" y="1672065"/>
                  </a:lnTo>
                  <a:lnTo>
                    <a:pt x="687099" y="1666636"/>
                  </a:lnTo>
                  <a:close/>
                  <a:moveTo>
                    <a:pt x="486327" y="1464941"/>
                  </a:moveTo>
                  <a:lnTo>
                    <a:pt x="433148" y="1478720"/>
                  </a:lnTo>
                  <a:lnTo>
                    <a:pt x="506361" y="1511396"/>
                  </a:lnTo>
                  <a:close/>
                  <a:moveTo>
                    <a:pt x="290096" y="1196943"/>
                  </a:moveTo>
                  <a:lnTo>
                    <a:pt x="298875" y="1190586"/>
                  </a:lnTo>
                  <a:lnTo>
                    <a:pt x="315656" y="1214015"/>
                  </a:lnTo>
                  <a:close/>
                  <a:moveTo>
                    <a:pt x="257785" y="1169500"/>
                  </a:moveTo>
                  <a:lnTo>
                    <a:pt x="298875" y="1190586"/>
                  </a:lnTo>
                  <a:lnTo>
                    <a:pt x="290096" y="1196943"/>
                  </a:lnTo>
                  <a:close/>
                  <a:moveTo>
                    <a:pt x="315656" y="1214015"/>
                  </a:moveTo>
                  <a:lnTo>
                    <a:pt x="289987" y="1197135"/>
                  </a:lnTo>
                  <a:lnTo>
                    <a:pt x="290096" y="1196943"/>
                  </a:lnTo>
                  <a:close/>
                  <a:moveTo>
                    <a:pt x="731067" y="1712309"/>
                  </a:moveTo>
                  <a:lnTo>
                    <a:pt x="774076" y="1688215"/>
                  </a:lnTo>
                  <a:lnTo>
                    <a:pt x="697331" y="1672065"/>
                  </a:lnTo>
                  <a:close/>
                  <a:moveTo>
                    <a:pt x="423821" y="1300016"/>
                  </a:moveTo>
                  <a:lnTo>
                    <a:pt x="478607" y="1282989"/>
                  </a:lnTo>
                  <a:lnTo>
                    <a:pt x="407996" y="1288998"/>
                  </a:lnTo>
                  <a:close/>
                  <a:moveTo>
                    <a:pt x="407996" y="1288998"/>
                  </a:moveTo>
                  <a:lnTo>
                    <a:pt x="478607" y="1282989"/>
                  </a:lnTo>
                  <a:lnTo>
                    <a:pt x="474088" y="1226528"/>
                  </a:lnTo>
                  <a:close/>
                  <a:moveTo>
                    <a:pt x="478607" y="1282989"/>
                  </a:moveTo>
                  <a:lnTo>
                    <a:pt x="523642" y="1284359"/>
                  </a:lnTo>
                  <a:lnTo>
                    <a:pt x="474088" y="1226528"/>
                  </a:lnTo>
                  <a:close/>
                  <a:moveTo>
                    <a:pt x="746238" y="1545345"/>
                  </a:moveTo>
                  <a:lnTo>
                    <a:pt x="784724" y="1554336"/>
                  </a:lnTo>
                  <a:lnTo>
                    <a:pt x="802914" y="1561048"/>
                  </a:lnTo>
                  <a:close/>
                  <a:moveTo>
                    <a:pt x="625104" y="1303365"/>
                  </a:moveTo>
                  <a:lnTo>
                    <a:pt x="636791" y="1355839"/>
                  </a:lnTo>
                  <a:lnTo>
                    <a:pt x="632255" y="1333634"/>
                  </a:lnTo>
                  <a:close/>
                  <a:moveTo>
                    <a:pt x="525482" y="1220120"/>
                  </a:moveTo>
                  <a:lnTo>
                    <a:pt x="474088" y="1226528"/>
                  </a:lnTo>
                  <a:lnTo>
                    <a:pt x="524847" y="1241631"/>
                  </a:lnTo>
                  <a:close/>
                  <a:moveTo>
                    <a:pt x="525482" y="1220120"/>
                  </a:moveTo>
                  <a:lnTo>
                    <a:pt x="474143" y="1223875"/>
                  </a:lnTo>
                  <a:lnTo>
                    <a:pt x="474088" y="1226528"/>
                  </a:lnTo>
                  <a:close/>
                  <a:moveTo>
                    <a:pt x="474143" y="1223875"/>
                  </a:moveTo>
                  <a:lnTo>
                    <a:pt x="516480" y="1210348"/>
                  </a:lnTo>
                  <a:lnTo>
                    <a:pt x="470038" y="1211386"/>
                  </a:lnTo>
                  <a:close/>
                  <a:moveTo>
                    <a:pt x="466946" y="1148755"/>
                  </a:moveTo>
                  <a:lnTo>
                    <a:pt x="422571" y="1102334"/>
                  </a:lnTo>
                  <a:lnTo>
                    <a:pt x="433338" y="1113947"/>
                  </a:lnTo>
                  <a:close/>
                  <a:moveTo>
                    <a:pt x="422571" y="1102334"/>
                  </a:moveTo>
                  <a:lnTo>
                    <a:pt x="427989" y="1121313"/>
                  </a:lnTo>
                  <a:lnTo>
                    <a:pt x="390191" y="1087528"/>
                  </a:lnTo>
                  <a:close/>
                  <a:moveTo>
                    <a:pt x="632255" y="1333634"/>
                  </a:moveTo>
                  <a:lnTo>
                    <a:pt x="636791" y="1355839"/>
                  </a:lnTo>
                  <a:lnTo>
                    <a:pt x="636274" y="1354902"/>
                  </a:lnTo>
                  <a:close/>
                  <a:moveTo>
                    <a:pt x="690755" y="1377680"/>
                  </a:moveTo>
                  <a:lnTo>
                    <a:pt x="638698" y="1357723"/>
                  </a:lnTo>
                  <a:lnTo>
                    <a:pt x="636791" y="1355839"/>
                  </a:lnTo>
                  <a:close/>
                  <a:moveTo>
                    <a:pt x="886106" y="1536954"/>
                  </a:moveTo>
                  <a:lnTo>
                    <a:pt x="866599" y="1485418"/>
                  </a:lnTo>
                  <a:lnTo>
                    <a:pt x="862318" y="1561048"/>
                  </a:lnTo>
                  <a:close/>
                  <a:moveTo>
                    <a:pt x="823697" y="1433881"/>
                  </a:moveTo>
                  <a:lnTo>
                    <a:pt x="820908" y="1382843"/>
                  </a:lnTo>
                  <a:lnTo>
                    <a:pt x="824798" y="1442425"/>
                  </a:lnTo>
                  <a:close/>
                  <a:moveTo>
                    <a:pt x="640947" y="1352459"/>
                  </a:moveTo>
                  <a:lnTo>
                    <a:pt x="632255" y="1333634"/>
                  </a:lnTo>
                  <a:lnTo>
                    <a:pt x="636274" y="1354902"/>
                  </a:lnTo>
                  <a:close/>
                  <a:moveTo>
                    <a:pt x="824798" y="1442425"/>
                  </a:moveTo>
                  <a:lnTo>
                    <a:pt x="866599" y="1485418"/>
                  </a:lnTo>
                  <a:lnTo>
                    <a:pt x="841057" y="1455382"/>
                  </a:lnTo>
                  <a:close/>
                  <a:moveTo>
                    <a:pt x="870139" y="1506288"/>
                  </a:moveTo>
                  <a:lnTo>
                    <a:pt x="866599" y="1485418"/>
                  </a:lnTo>
                  <a:lnTo>
                    <a:pt x="824798" y="1442425"/>
                  </a:lnTo>
                  <a:close/>
                  <a:moveTo>
                    <a:pt x="823697" y="1433881"/>
                  </a:moveTo>
                  <a:lnTo>
                    <a:pt x="824798" y="1442425"/>
                  </a:lnTo>
                  <a:lnTo>
                    <a:pt x="841057" y="1455382"/>
                  </a:lnTo>
                  <a:close/>
                  <a:moveTo>
                    <a:pt x="821059" y="1382344"/>
                  </a:moveTo>
                  <a:lnTo>
                    <a:pt x="823697" y="1433881"/>
                  </a:lnTo>
                  <a:lnTo>
                    <a:pt x="859034" y="1409787"/>
                  </a:lnTo>
                  <a:close/>
                  <a:moveTo>
                    <a:pt x="791895" y="1306713"/>
                  </a:moveTo>
                  <a:lnTo>
                    <a:pt x="795362" y="1255177"/>
                  </a:lnTo>
                  <a:lnTo>
                    <a:pt x="785785" y="1330807"/>
                  </a:lnTo>
                  <a:close/>
                  <a:moveTo>
                    <a:pt x="832547" y="1231083"/>
                  </a:moveTo>
                  <a:lnTo>
                    <a:pt x="770483" y="1197627"/>
                  </a:lnTo>
                  <a:lnTo>
                    <a:pt x="767299" y="1203640"/>
                  </a:lnTo>
                  <a:close/>
                  <a:moveTo>
                    <a:pt x="832547" y="1231083"/>
                  </a:moveTo>
                  <a:lnTo>
                    <a:pt x="767299" y="1203640"/>
                  </a:lnTo>
                  <a:lnTo>
                    <a:pt x="795362" y="1255177"/>
                  </a:lnTo>
                  <a:close/>
                  <a:moveTo>
                    <a:pt x="729939" y="1100567"/>
                  </a:moveTo>
                  <a:lnTo>
                    <a:pt x="757341" y="1128010"/>
                  </a:lnTo>
                  <a:lnTo>
                    <a:pt x="731388" y="1076473"/>
                  </a:lnTo>
                  <a:close/>
                  <a:moveTo>
                    <a:pt x="731388" y="1076473"/>
                  </a:moveTo>
                  <a:lnTo>
                    <a:pt x="700167" y="1028582"/>
                  </a:lnTo>
                  <a:lnTo>
                    <a:pt x="711041" y="1049031"/>
                  </a:lnTo>
                  <a:close/>
                  <a:moveTo>
                    <a:pt x="700721" y="973400"/>
                  </a:moveTo>
                  <a:lnTo>
                    <a:pt x="720878" y="986985"/>
                  </a:lnTo>
                  <a:lnTo>
                    <a:pt x="699795" y="1006781"/>
                  </a:lnTo>
                  <a:close/>
                  <a:moveTo>
                    <a:pt x="699795" y="1006781"/>
                  </a:moveTo>
                  <a:lnTo>
                    <a:pt x="718450" y="1036750"/>
                  </a:lnTo>
                  <a:lnTo>
                    <a:pt x="700167" y="1028582"/>
                  </a:lnTo>
                  <a:close/>
                  <a:moveTo>
                    <a:pt x="1120404" y="1361599"/>
                  </a:moveTo>
                  <a:lnTo>
                    <a:pt x="1153121" y="1428158"/>
                  </a:lnTo>
                  <a:lnTo>
                    <a:pt x="1166791" y="1395163"/>
                  </a:lnTo>
                  <a:close/>
                  <a:moveTo>
                    <a:pt x="1131334" y="1437229"/>
                  </a:moveTo>
                  <a:lnTo>
                    <a:pt x="1153121" y="1428158"/>
                  </a:lnTo>
                  <a:lnTo>
                    <a:pt x="1120404" y="1361599"/>
                  </a:lnTo>
                  <a:close/>
                  <a:moveTo>
                    <a:pt x="1104555" y="1337148"/>
                  </a:moveTo>
                  <a:lnTo>
                    <a:pt x="1086413" y="1318921"/>
                  </a:lnTo>
                  <a:lnTo>
                    <a:pt x="1120404" y="1361599"/>
                  </a:lnTo>
                  <a:close/>
                  <a:moveTo>
                    <a:pt x="901587" y="1229750"/>
                  </a:moveTo>
                  <a:lnTo>
                    <a:pt x="895481" y="1282620"/>
                  </a:lnTo>
                  <a:lnTo>
                    <a:pt x="901918" y="1238454"/>
                  </a:lnTo>
                  <a:close/>
                  <a:moveTo>
                    <a:pt x="901587" y="1229750"/>
                  </a:moveTo>
                  <a:lnTo>
                    <a:pt x="901918" y="1238454"/>
                  </a:lnTo>
                  <a:lnTo>
                    <a:pt x="971136" y="1206989"/>
                  </a:lnTo>
                  <a:close/>
                  <a:moveTo>
                    <a:pt x="901587" y="1229750"/>
                  </a:moveTo>
                  <a:lnTo>
                    <a:pt x="971136" y="1206989"/>
                  </a:lnTo>
                  <a:lnTo>
                    <a:pt x="919702" y="1170046"/>
                  </a:lnTo>
                  <a:close/>
                  <a:moveTo>
                    <a:pt x="664542" y="794696"/>
                  </a:moveTo>
                  <a:lnTo>
                    <a:pt x="661041" y="743160"/>
                  </a:lnTo>
                  <a:lnTo>
                    <a:pt x="662179" y="745752"/>
                  </a:lnTo>
                  <a:close/>
                  <a:moveTo>
                    <a:pt x="1258057" y="1506314"/>
                  </a:moveTo>
                  <a:lnTo>
                    <a:pt x="1299859" y="1543327"/>
                  </a:lnTo>
                  <a:lnTo>
                    <a:pt x="1275584" y="1516209"/>
                  </a:lnTo>
                  <a:close/>
                  <a:moveTo>
                    <a:pt x="1314862" y="1560857"/>
                  </a:moveTo>
                  <a:lnTo>
                    <a:pt x="1299859" y="1543327"/>
                  </a:lnTo>
                  <a:lnTo>
                    <a:pt x="1258057" y="1506314"/>
                  </a:lnTo>
                  <a:close/>
                  <a:moveTo>
                    <a:pt x="1280231" y="1551030"/>
                  </a:moveTo>
                  <a:lnTo>
                    <a:pt x="1314862" y="1560857"/>
                  </a:lnTo>
                  <a:lnTo>
                    <a:pt x="1258057" y="1506314"/>
                  </a:lnTo>
                  <a:close/>
                  <a:moveTo>
                    <a:pt x="1299859" y="1543327"/>
                  </a:moveTo>
                  <a:lnTo>
                    <a:pt x="1314862" y="1560857"/>
                  </a:lnTo>
                  <a:lnTo>
                    <a:pt x="1302131" y="1516209"/>
                  </a:lnTo>
                  <a:close/>
                  <a:moveTo>
                    <a:pt x="1302131" y="1516209"/>
                  </a:moveTo>
                  <a:lnTo>
                    <a:pt x="1314862" y="1560857"/>
                  </a:lnTo>
                  <a:lnTo>
                    <a:pt x="1367219" y="1543651"/>
                  </a:lnTo>
                  <a:close/>
                  <a:moveTo>
                    <a:pt x="1302131" y="1516209"/>
                  </a:moveTo>
                  <a:lnTo>
                    <a:pt x="1367219" y="1543651"/>
                  </a:lnTo>
                  <a:lnTo>
                    <a:pt x="1323877" y="1492115"/>
                  </a:lnTo>
                  <a:close/>
                  <a:moveTo>
                    <a:pt x="1282683" y="1461533"/>
                  </a:moveTo>
                  <a:lnTo>
                    <a:pt x="1321656" y="1489923"/>
                  </a:lnTo>
                  <a:lnTo>
                    <a:pt x="1265602" y="1440578"/>
                  </a:lnTo>
                  <a:close/>
                  <a:moveTo>
                    <a:pt x="1321656" y="1489923"/>
                  </a:moveTo>
                  <a:lnTo>
                    <a:pt x="1282683" y="1461533"/>
                  </a:lnTo>
                  <a:lnTo>
                    <a:pt x="1323877" y="1492115"/>
                  </a:lnTo>
                  <a:close/>
                  <a:moveTo>
                    <a:pt x="1323877" y="1492115"/>
                  </a:moveTo>
                  <a:lnTo>
                    <a:pt x="1287348" y="1464672"/>
                  </a:lnTo>
                  <a:lnTo>
                    <a:pt x="1302131" y="1516209"/>
                  </a:lnTo>
                  <a:close/>
                  <a:moveTo>
                    <a:pt x="1120404" y="1361599"/>
                  </a:moveTo>
                  <a:lnTo>
                    <a:pt x="1166791" y="1395163"/>
                  </a:lnTo>
                  <a:lnTo>
                    <a:pt x="1178296" y="1344948"/>
                  </a:lnTo>
                  <a:close/>
                  <a:moveTo>
                    <a:pt x="760205" y="822139"/>
                  </a:moveTo>
                  <a:lnTo>
                    <a:pt x="717512" y="803221"/>
                  </a:lnTo>
                  <a:lnTo>
                    <a:pt x="685003" y="816574"/>
                  </a:lnTo>
                  <a:close/>
                  <a:moveTo>
                    <a:pt x="661041" y="743160"/>
                  </a:moveTo>
                  <a:lnTo>
                    <a:pt x="674245" y="735942"/>
                  </a:lnTo>
                  <a:lnTo>
                    <a:pt x="652977" y="667529"/>
                  </a:lnTo>
                  <a:close/>
                  <a:moveTo>
                    <a:pt x="645309" y="691623"/>
                  </a:moveTo>
                  <a:lnTo>
                    <a:pt x="661041" y="743160"/>
                  </a:lnTo>
                  <a:lnTo>
                    <a:pt x="652977" y="667529"/>
                  </a:lnTo>
                  <a:close/>
                  <a:moveTo>
                    <a:pt x="613303" y="622019"/>
                  </a:moveTo>
                  <a:lnTo>
                    <a:pt x="617216" y="602908"/>
                  </a:lnTo>
                  <a:lnTo>
                    <a:pt x="620097" y="640087"/>
                  </a:lnTo>
                  <a:close/>
                  <a:moveTo>
                    <a:pt x="152966" y="176257"/>
                  </a:moveTo>
                  <a:lnTo>
                    <a:pt x="182181" y="227794"/>
                  </a:lnTo>
                  <a:lnTo>
                    <a:pt x="210188" y="219909"/>
                  </a:lnTo>
                  <a:close/>
                  <a:moveTo>
                    <a:pt x="195380" y="169204"/>
                  </a:moveTo>
                  <a:lnTo>
                    <a:pt x="210188" y="219909"/>
                  </a:lnTo>
                  <a:lnTo>
                    <a:pt x="217239" y="227794"/>
                  </a:lnTo>
                  <a:close/>
                  <a:moveTo>
                    <a:pt x="121836" y="2783"/>
                  </a:moveTo>
                  <a:lnTo>
                    <a:pt x="171653" y="49090"/>
                  </a:lnTo>
                  <a:lnTo>
                    <a:pt x="184945" y="52202"/>
                  </a:lnTo>
                  <a:close/>
                  <a:moveTo>
                    <a:pt x="121836" y="2783"/>
                  </a:moveTo>
                  <a:lnTo>
                    <a:pt x="184945" y="52202"/>
                  </a:lnTo>
                  <a:lnTo>
                    <a:pt x="171980" y="0"/>
                  </a:lnTo>
                  <a:close/>
                  <a:moveTo>
                    <a:pt x="1282683" y="1461533"/>
                  </a:moveTo>
                  <a:lnTo>
                    <a:pt x="1265602" y="1440578"/>
                  </a:lnTo>
                  <a:lnTo>
                    <a:pt x="1238927" y="1396381"/>
                  </a:lnTo>
                  <a:close/>
                  <a:moveTo>
                    <a:pt x="608960" y="615992"/>
                  </a:moveTo>
                  <a:lnTo>
                    <a:pt x="613303" y="622019"/>
                  </a:lnTo>
                  <a:lnTo>
                    <a:pt x="625973" y="635649"/>
                  </a:lnTo>
                  <a:close/>
                  <a:moveTo>
                    <a:pt x="617216" y="602908"/>
                  </a:moveTo>
                  <a:lnTo>
                    <a:pt x="613303" y="622019"/>
                  </a:lnTo>
                  <a:lnTo>
                    <a:pt x="608960" y="615992"/>
                  </a:lnTo>
                  <a:close/>
                  <a:moveTo>
                    <a:pt x="1367219" y="1543651"/>
                  </a:moveTo>
                  <a:lnTo>
                    <a:pt x="1402238" y="1527805"/>
                  </a:lnTo>
                  <a:lnTo>
                    <a:pt x="1378103" y="1468021"/>
                  </a:lnTo>
                  <a:close/>
                  <a:moveTo>
                    <a:pt x="1323877" y="1492115"/>
                  </a:moveTo>
                  <a:lnTo>
                    <a:pt x="1367219" y="1543651"/>
                  </a:lnTo>
                  <a:lnTo>
                    <a:pt x="1378103" y="1468021"/>
                  </a:lnTo>
                  <a:close/>
                  <a:moveTo>
                    <a:pt x="1323877" y="1492115"/>
                  </a:moveTo>
                  <a:lnTo>
                    <a:pt x="1378103" y="1468021"/>
                  </a:lnTo>
                  <a:lnTo>
                    <a:pt x="1321656" y="1489923"/>
                  </a:lnTo>
                  <a:close/>
                  <a:moveTo>
                    <a:pt x="1111789" y="1182895"/>
                  </a:moveTo>
                  <a:lnTo>
                    <a:pt x="1163883" y="1158802"/>
                  </a:lnTo>
                  <a:lnTo>
                    <a:pt x="1090293" y="1148927"/>
                  </a:lnTo>
                  <a:close/>
                  <a:moveTo>
                    <a:pt x="1090293" y="1148927"/>
                  </a:moveTo>
                  <a:lnTo>
                    <a:pt x="1092140" y="1107265"/>
                  </a:lnTo>
                  <a:lnTo>
                    <a:pt x="1070765" y="1131359"/>
                  </a:lnTo>
                  <a:close/>
                  <a:moveTo>
                    <a:pt x="1121755" y="1131660"/>
                  </a:moveTo>
                  <a:lnTo>
                    <a:pt x="1092140" y="1107265"/>
                  </a:lnTo>
                  <a:lnTo>
                    <a:pt x="1090293" y="1148927"/>
                  </a:lnTo>
                  <a:close/>
                  <a:moveTo>
                    <a:pt x="1035308" y="1071516"/>
                  </a:moveTo>
                  <a:lnTo>
                    <a:pt x="1031910" y="1105317"/>
                  </a:lnTo>
                  <a:lnTo>
                    <a:pt x="1084217" y="1055728"/>
                  </a:lnTo>
                  <a:close/>
                  <a:moveTo>
                    <a:pt x="1084217" y="1055728"/>
                  </a:moveTo>
                  <a:lnTo>
                    <a:pt x="1031910" y="1105317"/>
                  </a:lnTo>
                  <a:lnTo>
                    <a:pt x="1070765" y="1131359"/>
                  </a:lnTo>
                  <a:close/>
                  <a:moveTo>
                    <a:pt x="1097119" y="1039548"/>
                  </a:moveTo>
                  <a:lnTo>
                    <a:pt x="1035308" y="1071516"/>
                  </a:lnTo>
                  <a:lnTo>
                    <a:pt x="1084217" y="1055728"/>
                  </a:lnTo>
                  <a:close/>
                  <a:moveTo>
                    <a:pt x="911024" y="867800"/>
                  </a:moveTo>
                  <a:lnTo>
                    <a:pt x="839669" y="873676"/>
                  </a:lnTo>
                  <a:lnTo>
                    <a:pt x="855656" y="915394"/>
                  </a:lnTo>
                  <a:close/>
                  <a:moveTo>
                    <a:pt x="787895" y="869758"/>
                  </a:moveTo>
                  <a:lnTo>
                    <a:pt x="836264" y="868417"/>
                  </a:lnTo>
                  <a:lnTo>
                    <a:pt x="829605" y="811088"/>
                  </a:lnTo>
                  <a:close/>
                  <a:moveTo>
                    <a:pt x="772342" y="819659"/>
                  </a:moveTo>
                  <a:lnTo>
                    <a:pt x="829605" y="811088"/>
                  </a:lnTo>
                  <a:lnTo>
                    <a:pt x="768242" y="760249"/>
                  </a:lnTo>
                  <a:close/>
                  <a:moveTo>
                    <a:pt x="829605" y="811088"/>
                  </a:moveTo>
                  <a:lnTo>
                    <a:pt x="858226" y="822139"/>
                  </a:lnTo>
                  <a:lnTo>
                    <a:pt x="805830" y="784074"/>
                  </a:lnTo>
                  <a:close/>
                  <a:moveTo>
                    <a:pt x="728051" y="754942"/>
                  </a:moveTo>
                  <a:lnTo>
                    <a:pt x="717537" y="719066"/>
                  </a:lnTo>
                  <a:lnTo>
                    <a:pt x="698295" y="731372"/>
                  </a:lnTo>
                  <a:close/>
                  <a:moveTo>
                    <a:pt x="690211" y="701148"/>
                  </a:moveTo>
                  <a:lnTo>
                    <a:pt x="751774" y="710895"/>
                  </a:lnTo>
                  <a:lnTo>
                    <a:pt x="761049" y="656421"/>
                  </a:lnTo>
                  <a:close/>
                  <a:moveTo>
                    <a:pt x="690211" y="701148"/>
                  </a:moveTo>
                  <a:lnTo>
                    <a:pt x="652833" y="652625"/>
                  </a:lnTo>
                  <a:lnTo>
                    <a:pt x="652977" y="667529"/>
                  </a:lnTo>
                  <a:close/>
                  <a:moveTo>
                    <a:pt x="645131" y="572378"/>
                  </a:moveTo>
                  <a:lnTo>
                    <a:pt x="617216" y="602908"/>
                  </a:lnTo>
                  <a:lnTo>
                    <a:pt x="608960" y="615992"/>
                  </a:lnTo>
                  <a:close/>
                  <a:moveTo>
                    <a:pt x="668711" y="552213"/>
                  </a:moveTo>
                  <a:lnTo>
                    <a:pt x="686659" y="552966"/>
                  </a:lnTo>
                  <a:lnTo>
                    <a:pt x="740686" y="580287"/>
                  </a:lnTo>
                  <a:close/>
                  <a:moveTo>
                    <a:pt x="149994" y="42634"/>
                  </a:moveTo>
                  <a:lnTo>
                    <a:pt x="171653" y="49090"/>
                  </a:lnTo>
                  <a:lnTo>
                    <a:pt x="135266" y="23714"/>
                  </a:lnTo>
                  <a:close/>
                  <a:moveTo>
                    <a:pt x="1420284" y="1450390"/>
                  </a:moveTo>
                  <a:lnTo>
                    <a:pt x="1407565" y="1501545"/>
                  </a:lnTo>
                  <a:lnTo>
                    <a:pt x="1436535" y="1468021"/>
                  </a:lnTo>
                  <a:close/>
                  <a:moveTo>
                    <a:pt x="1404631" y="1400373"/>
                  </a:moveTo>
                  <a:lnTo>
                    <a:pt x="1420284" y="1450390"/>
                  </a:lnTo>
                  <a:lnTo>
                    <a:pt x="1436535" y="1468021"/>
                  </a:lnTo>
                  <a:close/>
                  <a:moveTo>
                    <a:pt x="1102971" y="866260"/>
                  </a:moveTo>
                  <a:lnTo>
                    <a:pt x="1048881" y="809509"/>
                  </a:lnTo>
                  <a:lnTo>
                    <a:pt x="1043927" y="876279"/>
                  </a:lnTo>
                  <a:close/>
                  <a:moveTo>
                    <a:pt x="1102971" y="866260"/>
                  </a:moveTo>
                  <a:lnTo>
                    <a:pt x="1121137" y="877024"/>
                  </a:lnTo>
                  <a:lnTo>
                    <a:pt x="1115688" y="839176"/>
                  </a:lnTo>
                  <a:close/>
                  <a:moveTo>
                    <a:pt x="1169079" y="850498"/>
                  </a:moveTo>
                  <a:lnTo>
                    <a:pt x="1135387" y="839906"/>
                  </a:lnTo>
                  <a:lnTo>
                    <a:pt x="1138631" y="777300"/>
                  </a:lnTo>
                  <a:close/>
                  <a:moveTo>
                    <a:pt x="1115688" y="839176"/>
                  </a:moveTo>
                  <a:lnTo>
                    <a:pt x="1161170" y="834549"/>
                  </a:lnTo>
                  <a:lnTo>
                    <a:pt x="1138631" y="777300"/>
                  </a:lnTo>
                  <a:close/>
                  <a:moveTo>
                    <a:pt x="1142238" y="763764"/>
                  </a:moveTo>
                  <a:lnTo>
                    <a:pt x="1092475" y="752387"/>
                  </a:lnTo>
                  <a:lnTo>
                    <a:pt x="1177574" y="760980"/>
                  </a:lnTo>
                  <a:close/>
                  <a:moveTo>
                    <a:pt x="1192369" y="768821"/>
                  </a:moveTo>
                  <a:lnTo>
                    <a:pt x="1210013" y="777300"/>
                  </a:lnTo>
                  <a:lnTo>
                    <a:pt x="1177574" y="76098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13" name="Output_density__4212">
              <a:extLst>
                <a:ext uri="{FF2B5EF4-FFF2-40B4-BE49-F238E27FC236}">
                  <a16:creationId xmlns:a16="http://schemas.microsoft.com/office/drawing/2014/main" id="{A87BF23E-344C-DEB5-4640-0E3814037349}"/>
                </a:ext>
              </a:extLst>
            </p:cNvPr>
            <p:cNvSpPr>
              <a:spLocks noGrp="1"/>
            </p:cNvSpPr>
            <p:nvPr/>
          </p:nvSpPr>
          <p:spPr>
            <a:xfrm>
              <a:off x="15517313" y="2694784"/>
              <a:ext cx="1292845" cy="2045864"/>
            </a:xfrm>
            <a:custGeom>
              <a:avLst/>
              <a:gdLst/>
              <a:ahLst/>
              <a:cxnLst/>
              <a:rect l="0" t="0" r="0" b="0"/>
              <a:pathLst>
                <a:path w="1292845" h="2045864">
                  <a:moveTo>
                    <a:pt x="468877" y="2041371"/>
                  </a:moveTo>
                  <a:lnTo>
                    <a:pt x="475580" y="2044780"/>
                  </a:lnTo>
                  <a:lnTo>
                    <a:pt x="480974" y="2045864"/>
                  </a:lnTo>
                  <a:close/>
                  <a:moveTo>
                    <a:pt x="486591" y="2041371"/>
                  </a:moveTo>
                  <a:lnTo>
                    <a:pt x="512890" y="2030292"/>
                  </a:lnTo>
                  <a:lnTo>
                    <a:pt x="480974" y="2045864"/>
                  </a:lnTo>
                  <a:close/>
                  <a:moveTo>
                    <a:pt x="486591" y="2041371"/>
                  </a:moveTo>
                  <a:lnTo>
                    <a:pt x="539548" y="2017278"/>
                  </a:lnTo>
                  <a:lnTo>
                    <a:pt x="512890" y="2030292"/>
                  </a:lnTo>
                  <a:close/>
                  <a:moveTo>
                    <a:pt x="604305" y="1887823"/>
                  </a:moveTo>
                  <a:lnTo>
                    <a:pt x="622776" y="1875591"/>
                  </a:lnTo>
                  <a:lnTo>
                    <a:pt x="622247" y="1866017"/>
                  </a:lnTo>
                  <a:close/>
                  <a:moveTo>
                    <a:pt x="640478" y="1866017"/>
                  </a:moveTo>
                  <a:lnTo>
                    <a:pt x="622776" y="1875591"/>
                  </a:lnTo>
                  <a:lnTo>
                    <a:pt x="676732" y="1849038"/>
                  </a:lnTo>
                  <a:close/>
                  <a:moveTo>
                    <a:pt x="676732" y="1849038"/>
                  </a:moveTo>
                  <a:lnTo>
                    <a:pt x="622776" y="1875591"/>
                  </a:lnTo>
                  <a:lnTo>
                    <a:pt x="604305" y="1887823"/>
                  </a:lnTo>
                  <a:close/>
                  <a:moveTo>
                    <a:pt x="640478" y="1866017"/>
                  </a:moveTo>
                  <a:lnTo>
                    <a:pt x="636372" y="1872817"/>
                  </a:lnTo>
                  <a:lnTo>
                    <a:pt x="622776" y="1875591"/>
                  </a:lnTo>
                  <a:close/>
                  <a:moveTo>
                    <a:pt x="706015" y="1823624"/>
                  </a:moveTo>
                  <a:lnTo>
                    <a:pt x="640478" y="1866017"/>
                  </a:lnTo>
                  <a:lnTo>
                    <a:pt x="676732" y="1849038"/>
                  </a:lnTo>
                  <a:close/>
                  <a:moveTo>
                    <a:pt x="1220364" y="1542749"/>
                  </a:moveTo>
                  <a:lnTo>
                    <a:pt x="1220987" y="1542208"/>
                  </a:lnTo>
                  <a:lnTo>
                    <a:pt x="1243126" y="1490083"/>
                  </a:lnTo>
                  <a:close/>
                  <a:moveTo>
                    <a:pt x="1243126" y="1490083"/>
                  </a:moveTo>
                  <a:lnTo>
                    <a:pt x="1220987" y="1542208"/>
                  </a:lnTo>
                  <a:lnTo>
                    <a:pt x="1292845" y="1501296"/>
                  </a:lnTo>
                  <a:close/>
                  <a:moveTo>
                    <a:pt x="67352" y="75631"/>
                  </a:moveTo>
                  <a:lnTo>
                    <a:pt x="0" y="95028"/>
                  </a:lnTo>
                  <a:lnTo>
                    <a:pt x="69509" y="71628"/>
                  </a:lnTo>
                  <a:close/>
                  <a:moveTo>
                    <a:pt x="1083378" y="1185342"/>
                  </a:moveTo>
                  <a:lnTo>
                    <a:pt x="1087221" y="1136452"/>
                  </a:lnTo>
                  <a:lnTo>
                    <a:pt x="1093423" y="1144819"/>
                  </a:lnTo>
                  <a:close/>
                  <a:moveTo>
                    <a:pt x="67352" y="75631"/>
                  </a:moveTo>
                  <a:lnTo>
                    <a:pt x="69509" y="71628"/>
                  </a:lnTo>
                  <a:lnTo>
                    <a:pt x="88942" y="9385"/>
                  </a:lnTo>
                  <a:close/>
                  <a:moveTo>
                    <a:pt x="88942" y="9385"/>
                  </a:moveTo>
                  <a:lnTo>
                    <a:pt x="83560" y="75631"/>
                  </a:lnTo>
                  <a:lnTo>
                    <a:pt x="118447" y="11955"/>
                  </a:lnTo>
                  <a:close/>
                  <a:moveTo>
                    <a:pt x="118447" y="11955"/>
                  </a:moveTo>
                  <a:lnTo>
                    <a:pt x="107444" y="0"/>
                  </a:lnTo>
                  <a:lnTo>
                    <a:pt x="88942" y="9385"/>
                  </a:lnTo>
                  <a:close/>
                  <a:moveTo>
                    <a:pt x="1093435" y="1131401"/>
                  </a:moveTo>
                  <a:lnTo>
                    <a:pt x="1093423" y="1144819"/>
                  </a:lnTo>
                  <a:lnTo>
                    <a:pt x="1092288" y="1133805"/>
                  </a:lnTo>
                  <a:close/>
                  <a:moveTo>
                    <a:pt x="1092288" y="1133805"/>
                  </a:moveTo>
                  <a:lnTo>
                    <a:pt x="1111668" y="1078136"/>
                  </a:lnTo>
                  <a:lnTo>
                    <a:pt x="1093435" y="1131401"/>
                  </a:lnTo>
                  <a:close/>
                  <a:moveTo>
                    <a:pt x="937221" y="852028"/>
                  </a:moveTo>
                  <a:lnTo>
                    <a:pt x="959990" y="827935"/>
                  </a:lnTo>
                  <a:lnTo>
                    <a:pt x="934647" y="903565"/>
                  </a:lnTo>
                  <a:close/>
                  <a:moveTo>
                    <a:pt x="969756" y="779528"/>
                  </a:moveTo>
                  <a:lnTo>
                    <a:pt x="974102" y="778254"/>
                  </a:lnTo>
                  <a:lnTo>
                    <a:pt x="938356" y="800492"/>
                  </a:lnTo>
                  <a:close/>
                  <a:moveTo>
                    <a:pt x="938356" y="800492"/>
                  </a:moveTo>
                  <a:lnTo>
                    <a:pt x="974102" y="778254"/>
                  </a:lnTo>
                  <a:lnTo>
                    <a:pt x="959990" y="827935"/>
                  </a:lnTo>
                  <a:close/>
                  <a:moveTo>
                    <a:pt x="941137" y="789902"/>
                  </a:moveTo>
                  <a:lnTo>
                    <a:pt x="952595" y="800492"/>
                  </a:lnTo>
                  <a:lnTo>
                    <a:pt x="969756" y="779528"/>
                  </a:lnTo>
                  <a:close/>
                  <a:moveTo>
                    <a:pt x="1143523" y="931008"/>
                  </a:moveTo>
                  <a:lnTo>
                    <a:pt x="1141383" y="906914"/>
                  </a:lnTo>
                  <a:lnTo>
                    <a:pt x="1145405" y="98254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14" name="Output_density__4213">
              <a:extLst>
                <a:ext uri="{FF2B5EF4-FFF2-40B4-BE49-F238E27FC236}">
                  <a16:creationId xmlns:a16="http://schemas.microsoft.com/office/drawing/2014/main" id="{637523DB-7DEC-33A1-92FA-C1B1A9A77ACF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3295305"/>
              <a:ext cx="1213967" cy="1192504"/>
            </a:xfrm>
            <a:custGeom>
              <a:avLst/>
              <a:gdLst/>
              <a:ahLst/>
              <a:cxnLst/>
              <a:rect l="0" t="0" r="0" b="0"/>
              <a:pathLst>
                <a:path w="1213967" h="1192504">
                  <a:moveTo>
                    <a:pt x="9600" y="719338"/>
                  </a:moveTo>
                  <a:lnTo>
                    <a:pt x="4078" y="668593"/>
                  </a:lnTo>
                  <a:lnTo>
                    <a:pt x="0" y="734651"/>
                  </a:lnTo>
                  <a:close/>
                  <a:moveTo>
                    <a:pt x="9600" y="719338"/>
                  </a:moveTo>
                  <a:lnTo>
                    <a:pt x="4580" y="667802"/>
                  </a:lnTo>
                  <a:lnTo>
                    <a:pt x="4078" y="668593"/>
                  </a:lnTo>
                  <a:close/>
                  <a:moveTo>
                    <a:pt x="36393" y="784980"/>
                  </a:moveTo>
                  <a:lnTo>
                    <a:pt x="65443" y="806933"/>
                  </a:lnTo>
                  <a:lnTo>
                    <a:pt x="36607" y="770875"/>
                  </a:lnTo>
                  <a:close/>
                  <a:moveTo>
                    <a:pt x="31978" y="708654"/>
                  </a:moveTo>
                  <a:lnTo>
                    <a:pt x="28516" y="755532"/>
                  </a:lnTo>
                  <a:lnTo>
                    <a:pt x="62440" y="695244"/>
                  </a:lnTo>
                  <a:close/>
                  <a:moveTo>
                    <a:pt x="62440" y="695244"/>
                  </a:moveTo>
                  <a:lnTo>
                    <a:pt x="28516" y="755532"/>
                  </a:lnTo>
                  <a:lnTo>
                    <a:pt x="36607" y="770875"/>
                  </a:lnTo>
                  <a:close/>
                  <a:moveTo>
                    <a:pt x="62440" y="695244"/>
                  </a:moveTo>
                  <a:lnTo>
                    <a:pt x="36607" y="770875"/>
                  </a:lnTo>
                  <a:lnTo>
                    <a:pt x="71563" y="746781"/>
                  </a:lnTo>
                  <a:close/>
                  <a:moveTo>
                    <a:pt x="9600" y="719338"/>
                  </a:moveTo>
                  <a:lnTo>
                    <a:pt x="28516" y="755532"/>
                  </a:lnTo>
                  <a:lnTo>
                    <a:pt x="31978" y="708654"/>
                  </a:lnTo>
                  <a:close/>
                  <a:moveTo>
                    <a:pt x="4580" y="667802"/>
                  </a:moveTo>
                  <a:lnTo>
                    <a:pt x="31978" y="708654"/>
                  </a:lnTo>
                  <a:lnTo>
                    <a:pt x="5819" y="667178"/>
                  </a:lnTo>
                  <a:close/>
                  <a:moveTo>
                    <a:pt x="4580" y="667802"/>
                  </a:moveTo>
                  <a:lnTo>
                    <a:pt x="9600" y="719338"/>
                  </a:lnTo>
                  <a:lnTo>
                    <a:pt x="31978" y="708654"/>
                  </a:lnTo>
                  <a:close/>
                  <a:moveTo>
                    <a:pt x="62440" y="695244"/>
                  </a:moveTo>
                  <a:lnTo>
                    <a:pt x="70501" y="643708"/>
                  </a:lnTo>
                  <a:lnTo>
                    <a:pt x="31978" y="708654"/>
                  </a:lnTo>
                  <a:close/>
                  <a:moveTo>
                    <a:pt x="70501" y="643708"/>
                  </a:moveTo>
                  <a:lnTo>
                    <a:pt x="5819" y="667178"/>
                  </a:lnTo>
                  <a:lnTo>
                    <a:pt x="31978" y="708654"/>
                  </a:lnTo>
                  <a:close/>
                  <a:moveTo>
                    <a:pt x="77087" y="627550"/>
                  </a:moveTo>
                  <a:lnTo>
                    <a:pt x="4869" y="667117"/>
                  </a:lnTo>
                  <a:lnTo>
                    <a:pt x="70501" y="643708"/>
                  </a:lnTo>
                  <a:close/>
                  <a:moveTo>
                    <a:pt x="70501" y="643708"/>
                  </a:moveTo>
                  <a:lnTo>
                    <a:pt x="4869" y="667117"/>
                  </a:lnTo>
                  <a:lnTo>
                    <a:pt x="5819" y="667178"/>
                  </a:lnTo>
                  <a:close/>
                  <a:moveTo>
                    <a:pt x="70501" y="643708"/>
                  </a:moveTo>
                  <a:lnTo>
                    <a:pt x="112065" y="681527"/>
                  </a:lnTo>
                  <a:lnTo>
                    <a:pt x="86905" y="639239"/>
                  </a:lnTo>
                  <a:close/>
                  <a:moveTo>
                    <a:pt x="70501" y="643708"/>
                  </a:moveTo>
                  <a:lnTo>
                    <a:pt x="62440" y="695244"/>
                  </a:lnTo>
                  <a:lnTo>
                    <a:pt x="112065" y="681527"/>
                  </a:lnTo>
                  <a:close/>
                  <a:moveTo>
                    <a:pt x="162529" y="637431"/>
                  </a:moveTo>
                  <a:lnTo>
                    <a:pt x="152399" y="619614"/>
                  </a:lnTo>
                  <a:lnTo>
                    <a:pt x="165473" y="676089"/>
                  </a:lnTo>
                  <a:close/>
                  <a:moveTo>
                    <a:pt x="165473" y="676089"/>
                  </a:moveTo>
                  <a:lnTo>
                    <a:pt x="152399" y="619614"/>
                  </a:lnTo>
                  <a:lnTo>
                    <a:pt x="86905" y="639239"/>
                  </a:lnTo>
                  <a:close/>
                  <a:moveTo>
                    <a:pt x="165473" y="676089"/>
                  </a:moveTo>
                  <a:lnTo>
                    <a:pt x="86905" y="639239"/>
                  </a:lnTo>
                  <a:lnTo>
                    <a:pt x="112065" y="681527"/>
                  </a:lnTo>
                  <a:close/>
                  <a:moveTo>
                    <a:pt x="77087" y="627550"/>
                  </a:moveTo>
                  <a:lnTo>
                    <a:pt x="70501" y="643708"/>
                  </a:lnTo>
                  <a:lnTo>
                    <a:pt x="86905" y="639239"/>
                  </a:lnTo>
                  <a:close/>
                  <a:moveTo>
                    <a:pt x="152878" y="601347"/>
                  </a:moveTo>
                  <a:lnTo>
                    <a:pt x="77087" y="627550"/>
                  </a:lnTo>
                  <a:lnTo>
                    <a:pt x="152399" y="619614"/>
                  </a:lnTo>
                  <a:close/>
                  <a:moveTo>
                    <a:pt x="152399" y="619614"/>
                  </a:moveTo>
                  <a:lnTo>
                    <a:pt x="77087" y="627550"/>
                  </a:lnTo>
                  <a:lnTo>
                    <a:pt x="86905" y="639239"/>
                  </a:lnTo>
                  <a:close/>
                  <a:moveTo>
                    <a:pt x="160799" y="617147"/>
                  </a:moveTo>
                  <a:lnTo>
                    <a:pt x="234495" y="596921"/>
                  </a:lnTo>
                  <a:lnTo>
                    <a:pt x="232293" y="597005"/>
                  </a:lnTo>
                  <a:close/>
                  <a:moveTo>
                    <a:pt x="152399" y="619614"/>
                  </a:moveTo>
                  <a:lnTo>
                    <a:pt x="162529" y="637431"/>
                  </a:lnTo>
                  <a:lnTo>
                    <a:pt x="160799" y="617147"/>
                  </a:lnTo>
                  <a:close/>
                  <a:moveTo>
                    <a:pt x="152878" y="601347"/>
                  </a:moveTo>
                  <a:lnTo>
                    <a:pt x="152399" y="619614"/>
                  </a:lnTo>
                  <a:lnTo>
                    <a:pt x="160799" y="617147"/>
                  </a:lnTo>
                  <a:close/>
                  <a:moveTo>
                    <a:pt x="160799" y="617147"/>
                  </a:moveTo>
                  <a:lnTo>
                    <a:pt x="153291" y="568077"/>
                  </a:lnTo>
                  <a:lnTo>
                    <a:pt x="152878" y="601347"/>
                  </a:lnTo>
                  <a:close/>
                  <a:moveTo>
                    <a:pt x="211666" y="551032"/>
                  </a:moveTo>
                  <a:lnTo>
                    <a:pt x="153291" y="568077"/>
                  </a:lnTo>
                  <a:lnTo>
                    <a:pt x="160799" y="617147"/>
                  </a:lnTo>
                  <a:close/>
                  <a:moveTo>
                    <a:pt x="232293" y="597005"/>
                  </a:moveTo>
                  <a:lnTo>
                    <a:pt x="211666" y="551032"/>
                  </a:lnTo>
                  <a:lnTo>
                    <a:pt x="160799" y="617147"/>
                  </a:lnTo>
                  <a:close/>
                  <a:moveTo>
                    <a:pt x="666698" y="1161906"/>
                  </a:moveTo>
                  <a:lnTo>
                    <a:pt x="667309" y="1167083"/>
                  </a:lnTo>
                  <a:lnTo>
                    <a:pt x="752957" y="1192504"/>
                  </a:lnTo>
                  <a:close/>
                  <a:moveTo>
                    <a:pt x="729853" y="1148544"/>
                  </a:moveTo>
                  <a:lnTo>
                    <a:pt x="666698" y="1161906"/>
                  </a:lnTo>
                  <a:lnTo>
                    <a:pt x="752957" y="1192504"/>
                  </a:lnTo>
                  <a:close/>
                  <a:moveTo>
                    <a:pt x="768368" y="1189865"/>
                  </a:moveTo>
                  <a:lnTo>
                    <a:pt x="773936" y="1138328"/>
                  </a:lnTo>
                  <a:lnTo>
                    <a:pt x="752957" y="1192504"/>
                  </a:lnTo>
                  <a:close/>
                  <a:moveTo>
                    <a:pt x="773936" y="1138328"/>
                  </a:moveTo>
                  <a:lnTo>
                    <a:pt x="729853" y="1148544"/>
                  </a:lnTo>
                  <a:lnTo>
                    <a:pt x="752957" y="1192504"/>
                  </a:lnTo>
                  <a:close/>
                  <a:moveTo>
                    <a:pt x="663984" y="1162422"/>
                  </a:moveTo>
                  <a:lnTo>
                    <a:pt x="667309" y="1167083"/>
                  </a:lnTo>
                  <a:lnTo>
                    <a:pt x="666698" y="1161906"/>
                  </a:lnTo>
                  <a:close/>
                  <a:moveTo>
                    <a:pt x="665155" y="1159027"/>
                  </a:moveTo>
                  <a:lnTo>
                    <a:pt x="663984" y="1162422"/>
                  </a:lnTo>
                  <a:lnTo>
                    <a:pt x="666698" y="1161906"/>
                  </a:lnTo>
                  <a:close/>
                  <a:moveTo>
                    <a:pt x="666698" y="1161906"/>
                  </a:moveTo>
                  <a:lnTo>
                    <a:pt x="705274" y="1134348"/>
                  </a:lnTo>
                  <a:lnTo>
                    <a:pt x="665155" y="1159027"/>
                  </a:lnTo>
                  <a:close/>
                  <a:moveTo>
                    <a:pt x="666698" y="1161906"/>
                  </a:moveTo>
                  <a:lnTo>
                    <a:pt x="729853" y="1148544"/>
                  </a:lnTo>
                  <a:lnTo>
                    <a:pt x="705274" y="1134348"/>
                  </a:lnTo>
                  <a:close/>
                  <a:moveTo>
                    <a:pt x="771620" y="1086792"/>
                  </a:moveTo>
                  <a:lnTo>
                    <a:pt x="729853" y="1148544"/>
                  </a:lnTo>
                  <a:lnTo>
                    <a:pt x="773936" y="1138328"/>
                  </a:lnTo>
                  <a:close/>
                  <a:moveTo>
                    <a:pt x="221225" y="468353"/>
                  </a:moveTo>
                  <a:lnTo>
                    <a:pt x="225154" y="427097"/>
                  </a:lnTo>
                  <a:lnTo>
                    <a:pt x="164224" y="440910"/>
                  </a:lnTo>
                  <a:close/>
                  <a:moveTo>
                    <a:pt x="170532" y="492447"/>
                  </a:moveTo>
                  <a:lnTo>
                    <a:pt x="221225" y="468353"/>
                  </a:lnTo>
                  <a:lnTo>
                    <a:pt x="164224" y="440910"/>
                  </a:lnTo>
                  <a:close/>
                  <a:moveTo>
                    <a:pt x="221225" y="468353"/>
                  </a:moveTo>
                  <a:lnTo>
                    <a:pt x="245074" y="501577"/>
                  </a:lnTo>
                  <a:lnTo>
                    <a:pt x="245317" y="460932"/>
                  </a:lnTo>
                  <a:close/>
                  <a:moveTo>
                    <a:pt x="221225" y="468353"/>
                  </a:moveTo>
                  <a:lnTo>
                    <a:pt x="245317" y="460932"/>
                  </a:lnTo>
                  <a:lnTo>
                    <a:pt x="225154" y="427097"/>
                  </a:lnTo>
                  <a:close/>
                  <a:moveTo>
                    <a:pt x="358820" y="420165"/>
                  </a:moveTo>
                  <a:lnTo>
                    <a:pt x="380463" y="388617"/>
                  </a:lnTo>
                  <a:lnTo>
                    <a:pt x="335041" y="392722"/>
                  </a:lnTo>
                  <a:close/>
                  <a:moveTo>
                    <a:pt x="312772" y="444259"/>
                  </a:moveTo>
                  <a:lnTo>
                    <a:pt x="358820" y="420165"/>
                  </a:lnTo>
                  <a:lnTo>
                    <a:pt x="335041" y="392722"/>
                  </a:lnTo>
                  <a:close/>
                  <a:moveTo>
                    <a:pt x="737114" y="272253"/>
                  </a:moveTo>
                  <a:lnTo>
                    <a:pt x="770066" y="248159"/>
                  </a:lnTo>
                  <a:lnTo>
                    <a:pt x="722556" y="254664"/>
                  </a:lnTo>
                  <a:close/>
                  <a:moveTo>
                    <a:pt x="770066" y="248159"/>
                  </a:moveTo>
                  <a:lnTo>
                    <a:pt x="743568" y="198325"/>
                  </a:lnTo>
                  <a:lnTo>
                    <a:pt x="722556" y="254664"/>
                  </a:lnTo>
                  <a:close/>
                  <a:moveTo>
                    <a:pt x="742393" y="196622"/>
                  </a:moveTo>
                  <a:lnTo>
                    <a:pt x="722556" y="254664"/>
                  </a:lnTo>
                  <a:lnTo>
                    <a:pt x="743568" y="198325"/>
                  </a:lnTo>
                  <a:close/>
                  <a:moveTo>
                    <a:pt x="742393" y="196622"/>
                  </a:moveTo>
                  <a:lnTo>
                    <a:pt x="702060" y="220716"/>
                  </a:lnTo>
                  <a:lnTo>
                    <a:pt x="722556" y="254664"/>
                  </a:lnTo>
                  <a:close/>
                  <a:moveTo>
                    <a:pt x="742324" y="193675"/>
                  </a:moveTo>
                  <a:lnTo>
                    <a:pt x="702060" y="220716"/>
                  </a:lnTo>
                  <a:lnTo>
                    <a:pt x="742393" y="196622"/>
                  </a:lnTo>
                  <a:close/>
                  <a:moveTo>
                    <a:pt x="742393" y="196622"/>
                  </a:moveTo>
                  <a:lnTo>
                    <a:pt x="743568" y="198325"/>
                  </a:lnTo>
                  <a:lnTo>
                    <a:pt x="743720" y="196128"/>
                  </a:lnTo>
                  <a:close/>
                  <a:moveTo>
                    <a:pt x="742324" y="193675"/>
                  </a:moveTo>
                  <a:lnTo>
                    <a:pt x="742393" y="196622"/>
                  </a:lnTo>
                  <a:lnTo>
                    <a:pt x="743720" y="196128"/>
                  </a:lnTo>
                  <a:close/>
                  <a:moveTo>
                    <a:pt x="742324" y="193675"/>
                  </a:moveTo>
                  <a:lnTo>
                    <a:pt x="743720" y="196128"/>
                  </a:lnTo>
                  <a:lnTo>
                    <a:pt x="745119" y="145086"/>
                  </a:lnTo>
                  <a:close/>
                  <a:moveTo>
                    <a:pt x="745119" y="145086"/>
                  </a:moveTo>
                  <a:lnTo>
                    <a:pt x="743720" y="196128"/>
                  </a:lnTo>
                  <a:lnTo>
                    <a:pt x="812440" y="172528"/>
                  </a:lnTo>
                  <a:close/>
                  <a:moveTo>
                    <a:pt x="745119" y="145086"/>
                  </a:moveTo>
                  <a:lnTo>
                    <a:pt x="812440" y="172528"/>
                  </a:lnTo>
                  <a:lnTo>
                    <a:pt x="796597" y="120991"/>
                  </a:lnTo>
                  <a:close/>
                  <a:moveTo>
                    <a:pt x="710638" y="34795"/>
                  </a:moveTo>
                  <a:lnTo>
                    <a:pt x="753930" y="17918"/>
                  </a:lnTo>
                  <a:lnTo>
                    <a:pt x="726604" y="0"/>
                  </a:lnTo>
                  <a:close/>
                  <a:moveTo>
                    <a:pt x="710638" y="34795"/>
                  </a:moveTo>
                  <a:lnTo>
                    <a:pt x="734687" y="30224"/>
                  </a:lnTo>
                  <a:lnTo>
                    <a:pt x="753930" y="17918"/>
                  </a:lnTo>
                  <a:close/>
                  <a:moveTo>
                    <a:pt x="1013805" y="105292"/>
                  </a:moveTo>
                  <a:lnTo>
                    <a:pt x="956783" y="148434"/>
                  </a:lnTo>
                  <a:lnTo>
                    <a:pt x="998142" y="124340"/>
                  </a:lnTo>
                  <a:close/>
                  <a:moveTo>
                    <a:pt x="1152081" y="138029"/>
                  </a:moveTo>
                  <a:lnTo>
                    <a:pt x="1117944" y="100246"/>
                  </a:lnTo>
                  <a:lnTo>
                    <a:pt x="1139364" y="165112"/>
                  </a:lnTo>
                  <a:close/>
                  <a:moveTo>
                    <a:pt x="1139364" y="165112"/>
                  </a:moveTo>
                  <a:lnTo>
                    <a:pt x="1117944" y="100246"/>
                  </a:lnTo>
                  <a:lnTo>
                    <a:pt x="1085274" y="108362"/>
                  </a:lnTo>
                  <a:close/>
                  <a:moveTo>
                    <a:pt x="1032370" y="113389"/>
                  </a:moveTo>
                  <a:lnTo>
                    <a:pt x="1057283" y="93171"/>
                  </a:lnTo>
                  <a:lnTo>
                    <a:pt x="1013805" y="105292"/>
                  </a:lnTo>
                  <a:close/>
                  <a:moveTo>
                    <a:pt x="1032370" y="113389"/>
                  </a:moveTo>
                  <a:lnTo>
                    <a:pt x="1085274" y="108362"/>
                  </a:lnTo>
                  <a:lnTo>
                    <a:pt x="1057283" y="93171"/>
                  </a:lnTo>
                  <a:close/>
                  <a:moveTo>
                    <a:pt x="1128868" y="51239"/>
                  </a:moveTo>
                  <a:lnTo>
                    <a:pt x="1057283" y="93171"/>
                  </a:lnTo>
                  <a:lnTo>
                    <a:pt x="1117944" y="100246"/>
                  </a:lnTo>
                  <a:close/>
                  <a:moveTo>
                    <a:pt x="1117944" y="100246"/>
                  </a:moveTo>
                  <a:lnTo>
                    <a:pt x="1057283" y="93171"/>
                  </a:lnTo>
                  <a:lnTo>
                    <a:pt x="1085274" y="108362"/>
                  </a:lnTo>
                  <a:close/>
                  <a:moveTo>
                    <a:pt x="1117944" y="100246"/>
                  </a:moveTo>
                  <a:lnTo>
                    <a:pt x="1152081" y="138029"/>
                  </a:lnTo>
                  <a:lnTo>
                    <a:pt x="1169569" y="77813"/>
                  </a:lnTo>
                  <a:close/>
                  <a:moveTo>
                    <a:pt x="1128868" y="51239"/>
                  </a:moveTo>
                  <a:lnTo>
                    <a:pt x="1117944" y="100246"/>
                  </a:lnTo>
                  <a:lnTo>
                    <a:pt x="1169569" y="77813"/>
                  </a:lnTo>
                  <a:close/>
                  <a:moveTo>
                    <a:pt x="1213967" y="59832"/>
                  </a:moveTo>
                  <a:lnTo>
                    <a:pt x="1169569" y="77813"/>
                  </a:lnTo>
                  <a:lnTo>
                    <a:pt x="1175023" y="76152"/>
                  </a:lnTo>
                  <a:close/>
                  <a:moveTo>
                    <a:pt x="1128868" y="51239"/>
                  </a:moveTo>
                  <a:lnTo>
                    <a:pt x="1169569" y="77813"/>
                  </a:lnTo>
                  <a:lnTo>
                    <a:pt x="1213967" y="5983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15" name="Output_density__4214">
              <a:extLst>
                <a:ext uri="{FF2B5EF4-FFF2-40B4-BE49-F238E27FC236}">
                  <a16:creationId xmlns:a16="http://schemas.microsoft.com/office/drawing/2014/main" id="{029CE28D-B8A8-A3D2-08D3-D305FD260E6C}"/>
                </a:ext>
              </a:extLst>
            </p:cNvPr>
            <p:cNvSpPr>
              <a:spLocks noGrp="1"/>
            </p:cNvSpPr>
            <p:nvPr/>
          </p:nvSpPr>
          <p:spPr>
            <a:xfrm>
              <a:off x="16194044" y="3828589"/>
              <a:ext cx="416691" cy="715233"/>
            </a:xfrm>
            <a:custGeom>
              <a:avLst/>
              <a:gdLst/>
              <a:ahLst/>
              <a:cxnLst/>
              <a:rect l="0" t="0" r="0" b="0"/>
              <a:pathLst>
                <a:path w="416691" h="715233">
                  <a:moveTo>
                    <a:pt x="29283" y="689819"/>
                  </a:moveTo>
                  <a:lnTo>
                    <a:pt x="0" y="715233"/>
                  </a:lnTo>
                  <a:lnTo>
                    <a:pt x="67483" y="657965"/>
                  </a:lnTo>
                  <a:close/>
                  <a:moveTo>
                    <a:pt x="416691" y="11013"/>
                  </a:moveTo>
                  <a:lnTo>
                    <a:pt x="410489" y="2647"/>
                  </a:lnTo>
                  <a:lnTo>
                    <a:pt x="415557" y="0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16" name="Output_density__4215">
              <a:extLst>
                <a:ext uri="{FF2B5EF4-FFF2-40B4-BE49-F238E27FC236}">
                  <a16:creationId xmlns:a16="http://schemas.microsoft.com/office/drawing/2014/main" id="{72013142-573B-1828-7EBF-85941288B939}"/>
                </a:ext>
              </a:extLst>
            </p:cNvPr>
            <p:cNvSpPr>
              <a:spLocks noGrp="1"/>
            </p:cNvSpPr>
            <p:nvPr/>
          </p:nvSpPr>
          <p:spPr>
            <a:xfrm>
              <a:off x="15330055" y="2617871"/>
              <a:ext cx="1538136" cy="1993564"/>
            </a:xfrm>
            <a:custGeom>
              <a:avLst/>
              <a:gdLst/>
              <a:ahLst/>
              <a:cxnLst/>
              <a:rect l="0" t="0" r="0" b="0"/>
              <a:pathLst>
                <a:path w="1538136" h="1993564">
                  <a:moveTo>
                    <a:pt x="212" y="1651106"/>
                  </a:moveTo>
                  <a:lnTo>
                    <a:pt x="0" y="1653317"/>
                  </a:lnTo>
                  <a:lnTo>
                    <a:pt x="6433" y="1664987"/>
                  </a:lnTo>
                  <a:close/>
                  <a:moveTo>
                    <a:pt x="764" y="1643795"/>
                  </a:moveTo>
                  <a:lnTo>
                    <a:pt x="0" y="1653317"/>
                  </a:lnTo>
                  <a:lnTo>
                    <a:pt x="212" y="1651106"/>
                  </a:lnTo>
                  <a:close/>
                  <a:moveTo>
                    <a:pt x="338722" y="1944310"/>
                  </a:moveTo>
                  <a:lnTo>
                    <a:pt x="383850" y="1987768"/>
                  </a:lnTo>
                  <a:lnTo>
                    <a:pt x="353417" y="1954020"/>
                  </a:lnTo>
                  <a:close/>
                  <a:moveTo>
                    <a:pt x="212" y="1651106"/>
                  </a:moveTo>
                  <a:lnTo>
                    <a:pt x="6433" y="1664987"/>
                  </a:lnTo>
                  <a:lnTo>
                    <a:pt x="22475" y="1678549"/>
                  </a:lnTo>
                  <a:close/>
                  <a:moveTo>
                    <a:pt x="335879" y="1936231"/>
                  </a:moveTo>
                  <a:lnTo>
                    <a:pt x="338722" y="1944310"/>
                  </a:lnTo>
                  <a:lnTo>
                    <a:pt x="353417" y="1954020"/>
                  </a:lnTo>
                  <a:close/>
                  <a:moveTo>
                    <a:pt x="479210" y="1939580"/>
                  </a:moveTo>
                  <a:lnTo>
                    <a:pt x="500835" y="1951223"/>
                  </a:lnTo>
                  <a:lnTo>
                    <a:pt x="442242" y="1898132"/>
                  </a:lnTo>
                  <a:close/>
                  <a:moveTo>
                    <a:pt x="442242" y="1898132"/>
                  </a:moveTo>
                  <a:lnTo>
                    <a:pt x="500835" y="1951223"/>
                  </a:lnTo>
                  <a:lnTo>
                    <a:pt x="470506" y="1912138"/>
                  </a:lnTo>
                  <a:close/>
                  <a:moveTo>
                    <a:pt x="378002" y="1733434"/>
                  </a:moveTo>
                  <a:lnTo>
                    <a:pt x="355916" y="1693563"/>
                  </a:lnTo>
                  <a:lnTo>
                    <a:pt x="335967" y="1753880"/>
                  </a:lnTo>
                  <a:close/>
                  <a:moveTo>
                    <a:pt x="306984" y="1685295"/>
                  </a:moveTo>
                  <a:lnTo>
                    <a:pt x="286310" y="1742897"/>
                  </a:lnTo>
                  <a:lnTo>
                    <a:pt x="355916" y="1693563"/>
                  </a:lnTo>
                  <a:close/>
                  <a:moveTo>
                    <a:pt x="161773" y="1491728"/>
                  </a:moveTo>
                  <a:lnTo>
                    <a:pt x="192040" y="1527287"/>
                  </a:lnTo>
                  <a:lnTo>
                    <a:pt x="198427" y="1543204"/>
                  </a:lnTo>
                  <a:close/>
                  <a:moveTo>
                    <a:pt x="483243" y="1760876"/>
                  </a:moveTo>
                  <a:lnTo>
                    <a:pt x="482389" y="1817074"/>
                  </a:lnTo>
                  <a:lnTo>
                    <a:pt x="510183" y="1786088"/>
                  </a:lnTo>
                  <a:close/>
                  <a:moveTo>
                    <a:pt x="471153" y="1709340"/>
                  </a:moveTo>
                  <a:lnTo>
                    <a:pt x="421791" y="1765183"/>
                  </a:lnTo>
                  <a:lnTo>
                    <a:pt x="439723" y="1784971"/>
                  </a:lnTo>
                  <a:close/>
                  <a:moveTo>
                    <a:pt x="299601" y="1681897"/>
                  </a:moveTo>
                  <a:lnTo>
                    <a:pt x="306984" y="1685295"/>
                  </a:lnTo>
                  <a:lnTo>
                    <a:pt x="308114" y="1680240"/>
                  </a:lnTo>
                  <a:close/>
                  <a:moveTo>
                    <a:pt x="404544" y="1677808"/>
                  </a:moveTo>
                  <a:lnTo>
                    <a:pt x="360532" y="1675608"/>
                  </a:lnTo>
                  <a:lnTo>
                    <a:pt x="426803" y="1722455"/>
                  </a:lnTo>
                  <a:close/>
                  <a:moveTo>
                    <a:pt x="262369" y="1630361"/>
                  </a:moveTo>
                  <a:lnTo>
                    <a:pt x="299601" y="1681897"/>
                  </a:lnTo>
                  <a:lnTo>
                    <a:pt x="308114" y="1680240"/>
                  </a:lnTo>
                  <a:close/>
                  <a:moveTo>
                    <a:pt x="360532" y="1675608"/>
                  </a:moveTo>
                  <a:lnTo>
                    <a:pt x="306984" y="1685295"/>
                  </a:lnTo>
                  <a:lnTo>
                    <a:pt x="355916" y="1693563"/>
                  </a:lnTo>
                  <a:close/>
                  <a:moveTo>
                    <a:pt x="360532" y="1675608"/>
                  </a:moveTo>
                  <a:lnTo>
                    <a:pt x="308114" y="1680240"/>
                  </a:lnTo>
                  <a:lnTo>
                    <a:pt x="306984" y="1685295"/>
                  </a:lnTo>
                  <a:close/>
                  <a:moveTo>
                    <a:pt x="360532" y="1675608"/>
                  </a:moveTo>
                  <a:lnTo>
                    <a:pt x="350540" y="1673463"/>
                  </a:lnTo>
                  <a:lnTo>
                    <a:pt x="312595" y="1630361"/>
                  </a:lnTo>
                  <a:close/>
                  <a:moveTo>
                    <a:pt x="302736" y="1621869"/>
                  </a:moveTo>
                  <a:lnTo>
                    <a:pt x="360532" y="1675608"/>
                  </a:lnTo>
                  <a:lnTo>
                    <a:pt x="312595" y="1630361"/>
                  </a:lnTo>
                  <a:close/>
                  <a:moveTo>
                    <a:pt x="302736" y="1621869"/>
                  </a:moveTo>
                  <a:lnTo>
                    <a:pt x="312595" y="1630361"/>
                  </a:lnTo>
                  <a:lnTo>
                    <a:pt x="288017" y="1614377"/>
                  </a:lnTo>
                  <a:close/>
                  <a:moveTo>
                    <a:pt x="251523" y="1527287"/>
                  </a:moveTo>
                  <a:lnTo>
                    <a:pt x="292568" y="1496495"/>
                  </a:lnTo>
                  <a:lnTo>
                    <a:pt x="218617" y="1464047"/>
                  </a:lnTo>
                  <a:close/>
                  <a:moveTo>
                    <a:pt x="218617" y="1464047"/>
                  </a:moveTo>
                  <a:lnTo>
                    <a:pt x="292568" y="1496495"/>
                  </a:lnTo>
                  <a:lnTo>
                    <a:pt x="267454" y="1462325"/>
                  </a:lnTo>
                  <a:close/>
                  <a:moveTo>
                    <a:pt x="251523" y="1527287"/>
                  </a:moveTo>
                  <a:lnTo>
                    <a:pt x="218617" y="1464047"/>
                  </a:lnTo>
                  <a:lnTo>
                    <a:pt x="211437" y="1502733"/>
                  </a:lnTo>
                  <a:close/>
                  <a:moveTo>
                    <a:pt x="292568" y="1496495"/>
                  </a:moveTo>
                  <a:lnTo>
                    <a:pt x="300231" y="1503193"/>
                  </a:lnTo>
                  <a:lnTo>
                    <a:pt x="267454" y="1462325"/>
                  </a:lnTo>
                  <a:close/>
                  <a:moveTo>
                    <a:pt x="267454" y="1462325"/>
                  </a:moveTo>
                  <a:lnTo>
                    <a:pt x="300231" y="1503193"/>
                  </a:lnTo>
                  <a:lnTo>
                    <a:pt x="326432" y="1515101"/>
                  </a:lnTo>
                  <a:close/>
                  <a:moveTo>
                    <a:pt x="218617" y="1464047"/>
                  </a:moveTo>
                  <a:lnTo>
                    <a:pt x="253173" y="1411191"/>
                  </a:lnTo>
                  <a:lnTo>
                    <a:pt x="214352" y="1404770"/>
                  </a:lnTo>
                  <a:close/>
                  <a:moveTo>
                    <a:pt x="557427" y="1812413"/>
                  </a:moveTo>
                  <a:lnTo>
                    <a:pt x="551349" y="1822651"/>
                  </a:lnTo>
                  <a:lnTo>
                    <a:pt x="565154" y="1816940"/>
                  </a:lnTo>
                  <a:close/>
                  <a:moveTo>
                    <a:pt x="669625" y="1952706"/>
                  </a:moveTo>
                  <a:lnTo>
                    <a:pt x="695807" y="1956078"/>
                  </a:lnTo>
                  <a:lnTo>
                    <a:pt x="647138" y="1948789"/>
                  </a:lnTo>
                  <a:close/>
                  <a:moveTo>
                    <a:pt x="669625" y="1952706"/>
                  </a:moveTo>
                  <a:lnTo>
                    <a:pt x="710369" y="1957564"/>
                  </a:lnTo>
                  <a:lnTo>
                    <a:pt x="695807" y="1956078"/>
                  </a:lnTo>
                  <a:close/>
                  <a:moveTo>
                    <a:pt x="710369" y="1957564"/>
                  </a:moveTo>
                  <a:lnTo>
                    <a:pt x="722345" y="1915486"/>
                  </a:lnTo>
                  <a:lnTo>
                    <a:pt x="695807" y="1956078"/>
                  </a:lnTo>
                  <a:close/>
                  <a:moveTo>
                    <a:pt x="710369" y="1957564"/>
                  </a:moveTo>
                  <a:lnTo>
                    <a:pt x="741134" y="1990647"/>
                  </a:lnTo>
                  <a:lnTo>
                    <a:pt x="788634" y="1993564"/>
                  </a:lnTo>
                  <a:close/>
                  <a:moveTo>
                    <a:pt x="690611" y="1848141"/>
                  </a:moveTo>
                  <a:lnTo>
                    <a:pt x="622190" y="1855514"/>
                  </a:lnTo>
                  <a:lnTo>
                    <a:pt x="635982" y="1863950"/>
                  </a:lnTo>
                  <a:close/>
                  <a:moveTo>
                    <a:pt x="557427" y="1812413"/>
                  </a:moveTo>
                  <a:lnTo>
                    <a:pt x="565154" y="1816940"/>
                  </a:lnTo>
                  <a:lnTo>
                    <a:pt x="567170" y="1809789"/>
                  </a:lnTo>
                  <a:close/>
                  <a:moveTo>
                    <a:pt x="567170" y="1809789"/>
                  </a:moveTo>
                  <a:lnTo>
                    <a:pt x="510183" y="1786088"/>
                  </a:lnTo>
                  <a:lnTo>
                    <a:pt x="557427" y="1812413"/>
                  </a:lnTo>
                  <a:close/>
                  <a:moveTo>
                    <a:pt x="635083" y="1792559"/>
                  </a:moveTo>
                  <a:lnTo>
                    <a:pt x="565154" y="1816940"/>
                  </a:lnTo>
                  <a:lnTo>
                    <a:pt x="622190" y="1855514"/>
                  </a:lnTo>
                  <a:close/>
                  <a:moveTo>
                    <a:pt x="503776" y="1697860"/>
                  </a:moveTo>
                  <a:lnTo>
                    <a:pt x="541595" y="1728857"/>
                  </a:lnTo>
                  <a:lnTo>
                    <a:pt x="512557" y="1709340"/>
                  </a:lnTo>
                  <a:close/>
                  <a:moveTo>
                    <a:pt x="564450" y="1749258"/>
                  </a:moveTo>
                  <a:lnTo>
                    <a:pt x="541595" y="1728857"/>
                  </a:lnTo>
                  <a:lnTo>
                    <a:pt x="503776" y="1697860"/>
                  </a:lnTo>
                  <a:close/>
                  <a:moveTo>
                    <a:pt x="503776" y="1697860"/>
                  </a:moveTo>
                  <a:lnTo>
                    <a:pt x="479521" y="1671449"/>
                  </a:lnTo>
                  <a:lnTo>
                    <a:pt x="471153" y="1709340"/>
                  </a:lnTo>
                  <a:close/>
                  <a:moveTo>
                    <a:pt x="344687" y="1437518"/>
                  </a:moveTo>
                  <a:lnTo>
                    <a:pt x="300231" y="1503193"/>
                  </a:lnTo>
                  <a:lnTo>
                    <a:pt x="323726" y="1478089"/>
                  </a:lnTo>
                  <a:close/>
                  <a:moveTo>
                    <a:pt x="323726" y="1478089"/>
                  </a:moveTo>
                  <a:lnTo>
                    <a:pt x="342923" y="1427563"/>
                  </a:lnTo>
                  <a:lnTo>
                    <a:pt x="344687" y="1437518"/>
                  </a:lnTo>
                  <a:close/>
                  <a:moveTo>
                    <a:pt x="342923" y="1427563"/>
                  </a:moveTo>
                  <a:lnTo>
                    <a:pt x="327456" y="1388784"/>
                  </a:lnTo>
                  <a:lnTo>
                    <a:pt x="344687" y="1437518"/>
                  </a:lnTo>
                  <a:close/>
                  <a:moveTo>
                    <a:pt x="342923" y="1427563"/>
                  </a:moveTo>
                  <a:lnTo>
                    <a:pt x="303910" y="1376026"/>
                  </a:lnTo>
                  <a:lnTo>
                    <a:pt x="327456" y="1388784"/>
                  </a:lnTo>
                  <a:close/>
                  <a:moveTo>
                    <a:pt x="771514" y="1891392"/>
                  </a:moveTo>
                  <a:lnTo>
                    <a:pt x="828758" y="1937280"/>
                  </a:lnTo>
                  <a:lnTo>
                    <a:pt x="834416" y="1869937"/>
                  </a:lnTo>
                  <a:close/>
                  <a:moveTo>
                    <a:pt x="834416" y="1869937"/>
                  </a:moveTo>
                  <a:lnTo>
                    <a:pt x="893272" y="1900536"/>
                  </a:lnTo>
                  <a:lnTo>
                    <a:pt x="849827" y="1867298"/>
                  </a:lnTo>
                  <a:close/>
                  <a:moveTo>
                    <a:pt x="600980" y="1685246"/>
                  </a:moveTo>
                  <a:lnTo>
                    <a:pt x="617623" y="1703539"/>
                  </a:lnTo>
                  <a:lnTo>
                    <a:pt x="617546" y="1681331"/>
                  </a:lnTo>
                  <a:close/>
                  <a:moveTo>
                    <a:pt x="617546" y="1681331"/>
                  </a:moveTo>
                  <a:lnTo>
                    <a:pt x="558948" y="1658837"/>
                  </a:lnTo>
                  <a:lnTo>
                    <a:pt x="600980" y="1685246"/>
                  </a:lnTo>
                  <a:close/>
                  <a:moveTo>
                    <a:pt x="566794" y="1621866"/>
                  </a:moveTo>
                  <a:lnTo>
                    <a:pt x="558948" y="1658837"/>
                  </a:lnTo>
                  <a:lnTo>
                    <a:pt x="617546" y="1681331"/>
                  </a:lnTo>
                  <a:close/>
                  <a:moveTo>
                    <a:pt x="609513" y="1625119"/>
                  </a:moveTo>
                  <a:lnTo>
                    <a:pt x="566794" y="1621866"/>
                  </a:lnTo>
                  <a:lnTo>
                    <a:pt x="617546" y="1681331"/>
                  </a:lnTo>
                  <a:close/>
                  <a:moveTo>
                    <a:pt x="368538" y="1418127"/>
                  </a:moveTo>
                  <a:lnTo>
                    <a:pt x="342923" y="1427563"/>
                  </a:lnTo>
                  <a:lnTo>
                    <a:pt x="323726" y="1478089"/>
                  </a:lnTo>
                  <a:close/>
                  <a:moveTo>
                    <a:pt x="303910" y="1376026"/>
                  </a:moveTo>
                  <a:lnTo>
                    <a:pt x="307084" y="1367363"/>
                  </a:lnTo>
                  <a:lnTo>
                    <a:pt x="307173" y="1304547"/>
                  </a:lnTo>
                  <a:close/>
                  <a:moveTo>
                    <a:pt x="905217" y="1843204"/>
                  </a:moveTo>
                  <a:lnTo>
                    <a:pt x="849827" y="1867298"/>
                  </a:lnTo>
                  <a:lnTo>
                    <a:pt x="893272" y="1900536"/>
                  </a:lnTo>
                  <a:close/>
                  <a:moveTo>
                    <a:pt x="323185" y="1248859"/>
                  </a:moveTo>
                  <a:lnTo>
                    <a:pt x="311575" y="1297759"/>
                  </a:lnTo>
                  <a:lnTo>
                    <a:pt x="309840" y="1239637"/>
                  </a:lnTo>
                  <a:close/>
                  <a:moveTo>
                    <a:pt x="974192" y="1832267"/>
                  </a:moveTo>
                  <a:lnTo>
                    <a:pt x="936036" y="1767574"/>
                  </a:lnTo>
                  <a:lnTo>
                    <a:pt x="920894" y="1774872"/>
                  </a:lnTo>
                  <a:close/>
                  <a:moveTo>
                    <a:pt x="920894" y="1774872"/>
                  </a:moveTo>
                  <a:lnTo>
                    <a:pt x="933432" y="1780890"/>
                  </a:lnTo>
                  <a:lnTo>
                    <a:pt x="974192" y="1832267"/>
                  </a:lnTo>
                  <a:close/>
                  <a:moveTo>
                    <a:pt x="891928" y="1664501"/>
                  </a:moveTo>
                  <a:lnTo>
                    <a:pt x="849240" y="1640785"/>
                  </a:lnTo>
                  <a:lnTo>
                    <a:pt x="815183" y="1648350"/>
                  </a:lnTo>
                  <a:close/>
                  <a:moveTo>
                    <a:pt x="821425" y="1612964"/>
                  </a:moveTo>
                  <a:lnTo>
                    <a:pt x="815183" y="1648350"/>
                  </a:lnTo>
                  <a:lnTo>
                    <a:pt x="849240" y="1640785"/>
                  </a:lnTo>
                  <a:close/>
                  <a:moveTo>
                    <a:pt x="758474" y="1561428"/>
                  </a:moveTo>
                  <a:lnTo>
                    <a:pt x="757667" y="1607985"/>
                  </a:lnTo>
                  <a:lnTo>
                    <a:pt x="788326" y="1587715"/>
                  </a:lnTo>
                  <a:close/>
                  <a:moveTo>
                    <a:pt x="758474" y="1561428"/>
                  </a:moveTo>
                  <a:lnTo>
                    <a:pt x="732346" y="1585521"/>
                  </a:lnTo>
                  <a:lnTo>
                    <a:pt x="757667" y="1607985"/>
                  </a:lnTo>
                  <a:close/>
                  <a:moveTo>
                    <a:pt x="721820" y="1513738"/>
                  </a:moveTo>
                  <a:lnTo>
                    <a:pt x="717305" y="1512726"/>
                  </a:lnTo>
                  <a:lnTo>
                    <a:pt x="758474" y="1561428"/>
                  </a:lnTo>
                  <a:close/>
                  <a:moveTo>
                    <a:pt x="758474" y="1561428"/>
                  </a:moveTo>
                  <a:lnTo>
                    <a:pt x="717305" y="1512726"/>
                  </a:lnTo>
                  <a:lnTo>
                    <a:pt x="718690" y="1533985"/>
                  </a:lnTo>
                  <a:close/>
                  <a:moveTo>
                    <a:pt x="758474" y="1561428"/>
                  </a:moveTo>
                  <a:lnTo>
                    <a:pt x="718690" y="1533985"/>
                  </a:lnTo>
                  <a:lnTo>
                    <a:pt x="732346" y="1585521"/>
                  </a:lnTo>
                  <a:close/>
                  <a:moveTo>
                    <a:pt x="716959" y="1509891"/>
                  </a:moveTo>
                  <a:lnTo>
                    <a:pt x="681944" y="1499546"/>
                  </a:lnTo>
                  <a:lnTo>
                    <a:pt x="717305" y="1512726"/>
                  </a:lnTo>
                  <a:close/>
                  <a:moveTo>
                    <a:pt x="652817" y="1482448"/>
                  </a:moveTo>
                  <a:lnTo>
                    <a:pt x="681944" y="1499546"/>
                  </a:lnTo>
                  <a:lnTo>
                    <a:pt x="716959" y="1509891"/>
                  </a:lnTo>
                  <a:close/>
                  <a:moveTo>
                    <a:pt x="716959" y="1509891"/>
                  </a:moveTo>
                  <a:lnTo>
                    <a:pt x="717305" y="1512726"/>
                  </a:lnTo>
                  <a:lnTo>
                    <a:pt x="721820" y="1513738"/>
                  </a:lnTo>
                  <a:close/>
                  <a:moveTo>
                    <a:pt x="909148" y="1596192"/>
                  </a:moveTo>
                  <a:lnTo>
                    <a:pt x="860709" y="1597591"/>
                  </a:lnTo>
                  <a:lnTo>
                    <a:pt x="917447" y="1652189"/>
                  </a:lnTo>
                  <a:close/>
                  <a:moveTo>
                    <a:pt x="917447" y="1652189"/>
                  </a:moveTo>
                  <a:lnTo>
                    <a:pt x="947329" y="1603134"/>
                  </a:lnTo>
                  <a:lnTo>
                    <a:pt x="909148" y="1596192"/>
                  </a:lnTo>
                  <a:close/>
                  <a:moveTo>
                    <a:pt x="821425" y="1612964"/>
                  </a:moveTo>
                  <a:lnTo>
                    <a:pt x="849240" y="1640785"/>
                  </a:lnTo>
                  <a:lnTo>
                    <a:pt x="860709" y="1597591"/>
                  </a:lnTo>
                  <a:close/>
                  <a:moveTo>
                    <a:pt x="860709" y="1597591"/>
                  </a:moveTo>
                  <a:lnTo>
                    <a:pt x="788326" y="1587715"/>
                  </a:lnTo>
                  <a:lnTo>
                    <a:pt x="821425" y="1612964"/>
                  </a:lnTo>
                  <a:close/>
                  <a:moveTo>
                    <a:pt x="806483" y="1540950"/>
                  </a:moveTo>
                  <a:lnTo>
                    <a:pt x="788326" y="1587715"/>
                  </a:lnTo>
                  <a:lnTo>
                    <a:pt x="860709" y="1597591"/>
                  </a:lnTo>
                  <a:close/>
                  <a:moveTo>
                    <a:pt x="909209" y="1555422"/>
                  </a:moveTo>
                  <a:lnTo>
                    <a:pt x="893447" y="1537334"/>
                  </a:lnTo>
                  <a:lnTo>
                    <a:pt x="909148" y="1596192"/>
                  </a:lnTo>
                  <a:close/>
                  <a:moveTo>
                    <a:pt x="909148" y="1596192"/>
                  </a:moveTo>
                  <a:lnTo>
                    <a:pt x="893447" y="1537334"/>
                  </a:lnTo>
                  <a:lnTo>
                    <a:pt x="848464" y="1544803"/>
                  </a:lnTo>
                  <a:close/>
                  <a:moveTo>
                    <a:pt x="909148" y="1596192"/>
                  </a:moveTo>
                  <a:lnTo>
                    <a:pt x="848464" y="1544803"/>
                  </a:lnTo>
                  <a:lnTo>
                    <a:pt x="860709" y="1597591"/>
                  </a:lnTo>
                  <a:close/>
                  <a:moveTo>
                    <a:pt x="909209" y="1555422"/>
                  </a:moveTo>
                  <a:lnTo>
                    <a:pt x="909148" y="1596192"/>
                  </a:lnTo>
                  <a:lnTo>
                    <a:pt x="920766" y="1537334"/>
                  </a:lnTo>
                  <a:close/>
                  <a:moveTo>
                    <a:pt x="832445" y="1495083"/>
                  </a:moveTo>
                  <a:lnTo>
                    <a:pt x="806483" y="1540950"/>
                  </a:lnTo>
                  <a:lnTo>
                    <a:pt x="848464" y="1544803"/>
                  </a:lnTo>
                  <a:close/>
                  <a:moveTo>
                    <a:pt x="902576" y="1530622"/>
                  </a:moveTo>
                  <a:lnTo>
                    <a:pt x="845106" y="1509891"/>
                  </a:lnTo>
                  <a:lnTo>
                    <a:pt x="848464" y="1544803"/>
                  </a:lnTo>
                  <a:close/>
                  <a:moveTo>
                    <a:pt x="716959" y="1509891"/>
                  </a:moveTo>
                  <a:lnTo>
                    <a:pt x="721820" y="1513738"/>
                  </a:lnTo>
                  <a:lnTo>
                    <a:pt x="728894" y="1503304"/>
                  </a:lnTo>
                  <a:close/>
                  <a:moveTo>
                    <a:pt x="568353" y="1154402"/>
                  </a:moveTo>
                  <a:lnTo>
                    <a:pt x="534919" y="1125041"/>
                  </a:lnTo>
                  <a:lnTo>
                    <a:pt x="565904" y="1183390"/>
                  </a:lnTo>
                  <a:close/>
                  <a:moveTo>
                    <a:pt x="756550" y="1334009"/>
                  </a:moveTo>
                  <a:lnTo>
                    <a:pt x="804766" y="1307093"/>
                  </a:lnTo>
                  <a:lnTo>
                    <a:pt x="758799" y="1328745"/>
                  </a:lnTo>
                  <a:close/>
                  <a:moveTo>
                    <a:pt x="750107" y="1309920"/>
                  </a:moveTo>
                  <a:lnTo>
                    <a:pt x="758799" y="1328745"/>
                  </a:lnTo>
                  <a:lnTo>
                    <a:pt x="804766" y="1307093"/>
                  </a:lnTo>
                  <a:close/>
                  <a:moveTo>
                    <a:pt x="696206" y="1216164"/>
                  </a:moveTo>
                  <a:lnTo>
                    <a:pt x="694172" y="1255557"/>
                  </a:lnTo>
                  <a:lnTo>
                    <a:pt x="694068" y="1204020"/>
                  </a:lnTo>
                  <a:close/>
                  <a:moveTo>
                    <a:pt x="709098" y="1268426"/>
                  </a:moveTo>
                  <a:lnTo>
                    <a:pt x="694172" y="1255557"/>
                  </a:lnTo>
                  <a:lnTo>
                    <a:pt x="696206" y="1216164"/>
                  </a:lnTo>
                  <a:close/>
                  <a:moveTo>
                    <a:pt x="534919" y="1125041"/>
                  </a:moveTo>
                  <a:lnTo>
                    <a:pt x="568353" y="1154402"/>
                  </a:lnTo>
                  <a:lnTo>
                    <a:pt x="573714" y="1114298"/>
                  </a:lnTo>
                  <a:close/>
                  <a:moveTo>
                    <a:pt x="573714" y="1114298"/>
                  </a:moveTo>
                  <a:lnTo>
                    <a:pt x="568353" y="1154402"/>
                  </a:lnTo>
                  <a:lnTo>
                    <a:pt x="584798" y="1125041"/>
                  </a:lnTo>
                  <a:close/>
                  <a:moveTo>
                    <a:pt x="573714" y="1114298"/>
                  </a:moveTo>
                  <a:lnTo>
                    <a:pt x="584798" y="1125041"/>
                  </a:lnTo>
                  <a:lnTo>
                    <a:pt x="551190" y="1090233"/>
                  </a:lnTo>
                  <a:close/>
                  <a:moveTo>
                    <a:pt x="1036784" y="1548150"/>
                  </a:moveTo>
                  <a:lnTo>
                    <a:pt x="1055543" y="1490398"/>
                  </a:lnTo>
                  <a:lnTo>
                    <a:pt x="1003958" y="1513240"/>
                  </a:lnTo>
                  <a:close/>
                  <a:moveTo>
                    <a:pt x="1055543" y="1490398"/>
                  </a:moveTo>
                  <a:lnTo>
                    <a:pt x="1114454" y="1528970"/>
                  </a:lnTo>
                  <a:lnTo>
                    <a:pt x="1066368" y="1489146"/>
                  </a:lnTo>
                  <a:close/>
                  <a:moveTo>
                    <a:pt x="976886" y="1386072"/>
                  </a:moveTo>
                  <a:lnTo>
                    <a:pt x="941549" y="1410166"/>
                  </a:lnTo>
                  <a:lnTo>
                    <a:pt x="958909" y="1431668"/>
                  </a:lnTo>
                  <a:close/>
                  <a:moveTo>
                    <a:pt x="938911" y="1358630"/>
                  </a:moveTo>
                  <a:lnTo>
                    <a:pt x="976886" y="1386072"/>
                  </a:lnTo>
                  <a:lnTo>
                    <a:pt x="940106" y="1334536"/>
                  </a:lnTo>
                  <a:close/>
                  <a:moveTo>
                    <a:pt x="903637" y="1307093"/>
                  </a:moveTo>
                  <a:lnTo>
                    <a:pt x="940106" y="1334536"/>
                  </a:lnTo>
                  <a:lnTo>
                    <a:pt x="909747" y="1282999"/>
                  </a:lnTo>
                  <a:close/>
                  <a:moveTo>
                    <a:pt x="1224376" y="1590599"/>
                  </a:moveTo>
                  <a:lnTo>
                    <a:pt x="1178913" y="1591550"/>
                  </a:lnTo>
                  <a:lnTo>
                    <a:pt x="1206594" y="1516588"/>
                  </a:lnTo>
                  <a:close/>
                  <a:moveTo>
                    <a:pt x="940106" y="1334536"/>
                  </a:moveTo>
                  <a:lnTo>
                    <a:pt x="989284" y="1380797"/>
                  </a:lnTo>
                  <a:lnTo>
                    <a:pt x="988564" y="1318640"/>
                  </a:lnTo>
                  <a:close/>
                  <a:moveTo>
                    <a:pt x="970382" y="1258905"/>
                  </a:moveTo>
                  <a:lnTo>
                    <a:pt x="988564" y="1318640"/>
                  </a:lnTo>
                  <a:lnTo>
                    <a:pt x="992560" y="1287683"/>
                  </a:lnTo>
                  <a:close/>
                  <a:moveTo>
                    <a:pt x="940106" y="1334536"/>
                  </a:moveTo>
                  <a:lnTo>
                    <a:pt x="988564" y="1318640"/>
                  </a:lnTo>
                  <a:lnTo>
                    <a:pt x="970382" y="1258905"/>
                  </a:lnTo>
                  <a:close/>
                  <a:moveTo>
                    <a:pt x="913875" y="1168171"/>
                  </a:moveTo>
                  <a:lnTo>
                    <a:pt x="888335" y="1173913"/>
                  </a:lnTo>
                  <a:lnTo>
                    <a:pt x="950399" y="1207369"/>
                  </a:lnTo>
                  <a:close/>
                  <a:moveTo>
                    <a:pt x="875193" y="1104296"/>
                  </a:moveTo>
                  <a:lnTo>
                    <a:pt x="853703" y="1128390"/>
                  </a:lnTo>
                  <a:lnTo>
                    <a:pt x="897184" y="1155832"/>
                  </a:lnTo>
                  <a:close/>
                  <a:moveTo>
                    <a:pt x="897184" y="1155832"/>
                  </a:moveTo>
                  <a:lnTo>
                    <a:pt x="888335" y="1173913"/>
                  </a:lnTo>
                  <a:lnTo>
                    <a:pt x="913875" y="1168171"/>
                  </a:lnTo>
                  <a:close/>
                  <a:moveTo>
                    <a:pt x="1280379" y="1544031"/>
                  </a:moveTo>
                  <a:lnTo>
                    <a:pt x="1206594" y="1516588"/>
                  </a:lnTo>
                  <a:lnTo>
                    <a:pt x="1244911" y="1568125"/>
                  </a:lnTo>
                  <a:close/>
                  <a:moveTo>
                    <a:pt x="970382" y="1258905"/>
                  </a:moveTo>
                  <a:lnTo>
                    <a:pt x="992560" y="1287683"/>
                  </a:lnTo>
                  <a:lnTo>
                    <a:pt x="1007807" y="1240253"/>
                  </a:lnTo>
                  <a:close/>
                  <a:moveTo>
                    <a:pt x="1007807" y="1240253"/>
                  </a:moveTo>
                  <a:lnTo>
                    <a:pt x="992560" y="1287683"/>
                  </a:lnTo>
                  <a:lnTo>
                    <a:pt x="1013333" y="1258905"/>
                  </a:lnTo>
                  <a:close/>
                  <a:moveTo>
                    <a:pt x="1007807" y="1240253"/>
                  </a:moveTo>
                  <a:lnTo>
                    <a:pt x="1013333" y="1258905"/>
                  </a:lnTo>
                  <a:lnTo>
                    <a:pt x="1019439" y="1206035"/>
                  </a:lnTo>
                  <a:close/>
                  <a:moveTo>
                    <a:pt x="983335" y="1197405"/>
                  </a:moveTo>
                  <a:lnTo>
                    <a:pt x="1007807" y="1240253"/>
                  </a:lnTo>
                  <a:lnTo>
                    <a:pt x="1019439" y="1206035"/>
                  </a:lnTo>
                  <a:close/>
                  <a:moveTo>
                    <a:pt x="921982" y="1080202"/>
                  </a:moveTo>
                  <a:lnTo>
                    <a:pt x="916210" y="1151251"/>
                  </a:lnTo>
                  <a:lnTo>
                    <a:pt x="927909" y="1085741"/>
                  </a:lnTo>
                  <a:close/>
                  <a:moveTo>
                    <a:pt x="897184" y="1155832"/>
                  </a:moveTo>
                  <a:lnTo>
                    <a:pt x="916210" y="1151251"/>
                  </a:lnTo>
                  <a:lnTo>
                    <a:pt x="921982" y="1080202"/>
                  </a:lnTo>
                  <a:close/>
                  <a:moveTo>
                    <a:pt x="955255" y="1080202"/>
                  </a:moveTo>
                  <a:lnTo>
                    <a:pt x="927909" y="1085741"/>
                  </a:lnTo>
                  <a:lnTo>
                    <a:pt x="971834" y="1081269"/>
                  </a:lnTo>
                  <a:close/>
                  <a:moveTo>
                    <a:pt x="971834" y="1081269"/>
                  </a:moveTo>
                  <a:lnTo>
                    <a:pt x="927909" y="1085741"/>
                  </a:lnTo>
                  <a:lnTo>
                    <a:pt x="916210" y="1151251"/>
                  </a:lnTo>
                  <a:close/>
                  <a:moveTo>
                    <a:pt x="971834" y="1081269"/>
                  </a:moveTo>
                  <a:lnTo>
                    <a:pt x="916210" y="1151251"/>
                  </a:lnTo>
                  <a:lnTo>
                    <a:pt x="978177" y="1138856"/>
                  </a:lnTo>
                  <a:close/>
                  <a:moveTo>
                    <a:pt x="983252" y="1080202"/>
                  </a:moveTo>
                  <a:lnTo>
                    <a:pt x="971834" y="1081269"/>
                  </a:lnTo>
                  <a:lnTo>
                    <a:pt x="978177" y="1138856"/>
                  </a:lnTo>
                  <a:close/>
                  <a:moveTo>
                    <a:pt x="972276" y="1076945"/>
                  </a:moveTo>
                  <a:lnTo>
                    <a:pt x="971834" y="1081269"/>
                  </a:lnTo>
                  <a:lnTo>
                    <a:pt x="983252" y="1080202"/>
                  </a:lnTo>
                  <a:close/>
                  <a:moveTo>
                    <a:pt x="955255" y="1080202"/>
                  </a:moveTo>
                  <a:lnTo>
                    <a:pt x="971834" y="1081269"/>
                  </a:lnTo>
                  <a:lnTo>
                    <a:pt x="972276" y="1076945"/>
                  </a:lnTo>
                  <a:close/>
                  <a:moveTo>
                    <a:pt x="1371731" y="1573500"/>
                  </a:moveTo>
                  <a:lnTo>
                    <a:pt x="1412595" y="1540261"/>
                  </a:lnTo>
                  <a:lnTo>
                    <a:pt x="1398083" y="1527316"/>
                  </a:lnTo>
                  <a:close/>
                  <a:moveTo>
                    <a:pt x="1371731" y="1573500"/>
                  </a:moveTo>
                  <a:lnTo>
                    <a:pt x="1398083" y="1527316"/>
                  </a:lnTo>
                  <a:lnTo>
                    <a:pt x="1355836" y="1523680"/>
                  </a:lnTo>
                  <a:close/>
                  <a:moveTo>
                    <a:pt x="1294525" y="1535542"/>
                  </a:moveTo>
                  <a:lnTo>
                    <a:pt x="1355836" y="1523680"/>
                  </a:lnTo>
                  <a:lnTo>
                    <a:pt x="1337590" y="1475770"/>
                  </a:lnTo>
                  <a:close/>
                  <a:moveTo>
                    <a:pt x="1355836" y="1523680"/>
                  </a:moveTo>
                  <a:lnTo>
                    <a:pt x="1398083" y="1527316"/>
                  </a:lnTo>
                  <a:lnTo>
                    <a:pt x="1375909" y="1482600"/>
                  </a:lnTo>
                  <a:close/>
                  <a:moveTo>
                    <a:pt x="1355836" y="1523680"/>
                  </a:moveTo>
                  <a:lnTo>
                    <a:pt x="1375909" y="1482600"/>
                  </a:lnTo>
                  <a:lnTo>
                    <a:pt x="1337590" y="1475770"/>
                  </a:lnTo>
                  <a:close/>
                  <a:moveTo>
                    <a:pt x="1079551" y="1107644"/>
                  </a:moveTo>
                  <a:lnTo>
                    <a:pt x="1037554" y="1146332"/>
                  </a:lnTo>
                  <a:lnTo>
                    <a:pt x="1088988" y="1183275"/>
                  </a:lnTo>
                  <a:close/>
                  <a:moveTo>
                    <a:pt x="1079551" y="1107644"/>
                  </a:moveTo>
                  <a:lnTo>
                    <a:pt x="1088988" y="1183275"/>
                  </a:lnTo>
                  <a:lnTo>
                    <a:pt x="1089842" y="1159181"/>
                  </a:lnTo>
                  <a:close/>
                  <a:moveTo>
                    <a:pt x="921982" y="1080202"/>
                  </a:moveTo>
                  <a:lnTo>
                    <a:pt x="927909" y="1085741"/>
                  </a:lnTo>
                  <a:lnTo>
                    <a:pt x="930781" y="1076663"/>
                  </a:lnTo>
                  <a:close/>
                  <a:moveTo>
                    <a:pt x="930781" y="1076663"/>
                  </a:moveTo>
                  <a:lnTo>
                    <a:pt x="927909" y="1085741"/>
                  </a:lnTo>
                  <a:lnTo>
                    <a:pt x="955255" y="1080202"/>
                  </a:lnTo>
                  <a:close/>
                  <a:moveTo>
                    <a:pt x="976950" y="1014367"/>
                  </a:moveTo>
                  <a:lnTo>
                    <a:pt x="955255" y="1080202"/>
                  </a:lnTo>
                  <a:lnTo>
                    <a:pt x="972276" y="1076945"/>
                  </a:lnTo>
                  <a:close/>
                  <a:moveTo>
                    <a:pt x="930781" y="1076663"/>
                  </a:moveTo>
                  <a:lnTo>
                    <a:pt x="955255" y="1080202"/>
                  </a:lnTo>
                  <a:lnTo>
                    <a:pt x="976950" y="1014367"/>
                  </a:lnTo>
                  <a:close/>
                  <a:moveTo>
                    <a:pt x="1013020" y="1004571"/>
                  </a:moveTo>
                  <a:lnTo>
                    <a:pt x="972276" y="1076945"/>
                  </a:lnTo>
                  <a:lnTo>
                    <a:pt x="983252" y="1080202"/>
                  </a:lnTo>
                  <a:close/>
                  <a:moveTo>
                    <a:pt x="816147" y="707657"/>
                  </a:moveTo>
                  <a:lnTo>
                    <a:pt x="766707" y="757630"/>
                  </a:lnTo>
                  <a:lnTo>
                    <a:pt x="775668" y="730992"/>
                  </a:lnTo>
                  <a:close/>
                  <a:moveTo>
                    <a:pt x="1495955" y="1444307"/>
                  </a:moveTo>
                  <a:lnTo>
                    <a:pt x="1520090" y="1504091"/>
                  </a:lnTo>
                  <a:lnTo>
                    <a:pt x="1525416" y="1477831"/>
                  </a:lnTo>
                  <a:close/>
                  <a:moveTo>
                    <a:pt x="1495955" y="1444307"/>
                  </a:moveTo>
                  <a:lnTo>
                    <a:pt x="1465231" y="1427484"/>
                  </a:lnTo>
                  <a:lnTo>
                    <a:pt x="1439508" y="1466209"/>
                  </a:lnTo>
                  <a:close/>
                  <a:moveTo>
                    <a:pt x="1079551" y="1107644"/>
                  </a:moveTo>
                  <a:lnTo>
                    <a:pt x="1141249" y="1089551"/>
                  </a:lnTo>
                  <a:lnTo>
                    <a:pt x="1132419" y="1089424"/>
                  </a:lnTo>
                  <a:close/>
                  <a:moveTo>
                    <a:pt x="1120471" y="1036395"/>
                  </a:moveTo>
                  <a:lnTo>
                    <a:pt x="1067155" y="1041757"/>
                  </a:lnTo>
                  <a:lnTo>
                    <a:pt x="1132419" y="1089424"/>
                  </a:lnTo>
                  <a:close/>
                  <a:moveTo>
                    <a:pt x="1120471" y="1036395"/>
                  </a:moveTo>
                  <a:lnTo>
                    <a:pt x="1132419" y="1089424"/>
                  </a:lnTo>
                  <a:lnTo>
                    <a:pt x="1153160" y="1047801"/>
                  </a:lnTo>
                  <a:close/>
                  <a:moveTo>
                    <a:pt x="1061769" y="980477"/>
                  </a:moveTo>
                  <a:lnTo>
                    <a:pt x="1067155" y="1041757"/>
                  </a:lnTo>
                  <a:lnTo>
                    <a:pt x="1066721" y="985583"/>
                  </a:lnTo>
                  <a:close/>
                  <a:moveTo>
                    <a:pt x="1067155" y="1041757"/>
                  </a:moveTo>
                  <a:lnTo>
                    <a:pt x="1120471" y="1036395"/>
                  </a:lnTo>
                  <a:lnTo>
                    <a:pt x="1066721" y="985583"/>
                  </a:lnTo>
                  <a:close/>
                  <a:moveTo>
                    <a:pt x="1013020" y="1004571"/>
                  </a:moveTo>
                  <a:lnTo>
                    <a:pt x="1061769" y="980477"/>
                  </a:lnTo>
                  <a:lnTo>
                    <a:pt x="978585" y="965631"/>
                  </a:lnTo>
                  <a:close/>
                  <a:moveTo>
                    <a:pt x="1061769" y="980477"/>
                  </a:moveTo>
                  <a:lnTo>
                    <a:pt x="1006583" y="935413"/>
                  </a:lnTo>
                  <a:lnTo>
                    <a:pt x="978585" y="965631"/>
                  </a:lnTo>
                  <a:close/>
                  <a:moveTo>
                    <a:pt x="237623" y="5509"/>
                  </a:moveTo>
                  <a:lnTo>
                    <a:pt x="253118" y="0"/>
                  </a:lnTo>
                  <a:lnTo>
                    <a:pt x="208637" y="8369"/>
                  </a:lnTo>
                  <a:close/>
                  <a:moveTo>
                    <a:pt x="237623" y="5509"/>
                  </a:moveTo>
                  <a:lnTo>
                    <a:pt x="267846" y="18920"/>
                  </a:lnTo>
                  <a:lnTo>
                    <a:pt x="253118" y="0"/>
                  </a:lnTo>
                  <a:close/>
                  <a:moveTo>
                    <a:pt x="1525416" y="1477831"/>
                  </a:moveTo>
                  <a:lnTo>
                    <a:pt x="1538136" y="1426676"/>
                  </a:lnTo>
                  <a:lnTo>
                    <a:pt x="1495955" y="1444307"/>
                  </a:lnTo>
                  <a:close/>
                  <a:moveTo>
                    <a:pt x="1495955" y="1444307"/>
                  </a:moveTo>
                  <a:lnTo>
                    <a:pt x="1538136" y="1426676"/>
                  </a:lnTo>
                  <a:lnTo>
                    <a:pt x="1477390" y="1375336"/>
                  </a:lnTo>
                  <a:close/>
                  <a:moveTo>
                    <a:pt x="1477390" y="1375336"/>
                  </a:moveTo>
                  <a:lnTo>
                    <a:pt x="1538136" y="1426676"/>
                  </a:lnTo>
                  <a:lnTo>
                    <a:pt x="1522483" y="1376659"/>
                  </a:lnTo>
                  <a:close/>
                  <a:moveTo>
                    <a:pt x="1495955" y="1444307"/>
                  </a:moveTo>
                  <a:lnTo>
                    <a:pt x="1477390" y="1375336"/>
                  </a:lnTo>
                  <a:lnTo>
                    <a:pt x="1465231" y="1427484"/>
                  </a:lnTo>
                  <a:close/>
                  <a:moveTo>
                    <a:pt x="1461076" y="1368676"/>
                  </a:moveTo>
                  <a:lnTo>
                    <a:pt x="1465231" y="1427484"/>
                  </a:lnTo>
                  <a:lnTo>
                    <a:pt x="1477390" y="1375336"/>
                  </a:lnTo>
                  <a:close/>
                  <a:moveTo>
                    <a:pt x="1477390" y="1375336"/>
                  </a:moveTo>
                  <a:lnTo>
                    <a:pt x="1522483" y="1376659"/>
                  </a:lnTo>
                  <a:lnTo>
                    <a:pt x="1445429" y="1338578"/>
                  </a:lnTo>
                  <a:close/>
                  <a:moveTo>
                    <a:pt x="1416382" y="1324211"/>
                  </a:moveTo>
                  <a:lnTo>
                    <a:pt x="1461076" y="1368676"/>
                  </a:lnTo>
                  <a:lnTo>
                    <a:pt x="1477390" y="1375336"/>
                  </a:lnTo>
                  <a:close/>
                  <a:moveTo>
                    <a:pt x="1209992" y="1083551"/>
                  </a:moveTo>
                  <a:lnTo>
                    <a:pt x="1239607" y="1107946"/>
                  </a:lnTo>
                  <a:lnTo>
                    <a:pt x="1266556" y="1073802"/>
                  </a:lnTo>
                  <a:close/>
                  <a:moveTo>
                    <a:pt x="1209992" y="1083551"/>
                  </a:moveTo>
                  <a:lnTo>
                    <a:pt x="1266556" y="1073802"/>
                  </a:lnTo>
                  <a:lnTo>
                    <a:pt x="1242233" y="1059457"/>
                  </a:lnTo>
                  <a:close/>
                  <a:moveTo>
                    <a:pt x="1066420" y="979612"/>
                  </a:moveTo>
                  <a:lnTo>
                    <a:pt x="1061769" y="980477"/>
                  </a:lnTo>
                  <a:lnTo>
                    <a:pt x="1066721" y="985583"/>
                  </a:lnTo>
                  <a:close/>
                  <a:moveTo>
                    <a:pt x="1061769" y="980477"/>
                  </a:moveTo>
                  <a:lnTo>
                    <a:pt x="1066420" y="979612"/>
                  </a:lnTo>
                  <a:lnTo>
                    <a:pt x="1082806" y="910820"/>
                  </a:lnTo>
                  <a:close/>
                  <a:moveTo>
                    <a:pt x="1242233" y="1059457"/>
                  </a:moveTo>
                  <a:lnTo>
                    <a:pt x="1279062" y="1046170"/>
                  </a:lnTo>
                  <a:lnTo>
                    <a:pt x="1220093" y="1007920"/>
                  </a:lnTo>
                  <a:close/>
                  <a:moveTo>
                    <a:pt x="1131878" y="838892"/>
                  </a:moveTo>
                  <a:lnTo>
                    <a:pt x="1161779" y="852565"/>
                  </a:lnTo>
                  <a:lnTo>
                    <a:pt x="1166733" y="785795"/>
                  </a:lnTo>
                  <a:close/>
                  <a:moveTo>
                    <a:pt x="1348305" y="776887"/>
                  </a:moveTo>
                  <a:lnTo>
                    <a:pt x="1390916" y="832565"/>
                  </a:lnTo>
                  <a:lnTo>
                    <a:pt x="1358632" y="781028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17" name="Output_density__4216">
              <a:extLst>
                <a:ext uri="{FF2B5EF4-FFF2-40B4-BE49-F238E27FC236}">
                  <a16:creationId xmlns:a16="http://schemas.microsoft.com/office/drawing/2014/main" id="{8177785E-2260-021B-78AB-F33CD21D8A0C}"/>
                </a:ext>
              </a:extLst>
            </p:cNvPr>
            <p:cNvSpPr>
              <a:spLocks noGrp="1"/>
            </p:cNvSpPr>
            <p:nvPr/>
          </p:nvSpPr>
          <p:spPr>
            <a:xfrm>
              <a:off x="15336488" y="3349099"/>
              <a:ext cx="1470958" cy="1360529"/>
            </a:xfrm>
            <a:custGeom>
              <a:avLst/>
              <a:gdLst/>
              <a:ahLst/>
              <a:cxnLst/>
              <a:rect l="0" t="0" r="0" b="0"/>
              <a:pathLst>
                <a:path w="1470958" h="1360529">
                  <a:moveTo>
                    <a:pt x="16043" y="947321"/>
                  </a:moveTo>
                  <a:lnTo>
                    <a:pt x="0" y="933760"/>
                  </a:lnTo>
                  <a:lnTo>
                    <a:pt x="17351" y="965497"/>
                  </a:lnTo>
                  <a:close/>
                  <a:moveTo>
                    <a:pt x="377418" y="1256541"/>
                  </a:moveTo>
                  <a:lnTo>
                    <a:pt x="379827" y="1275161"/>
                  </a:lnTo>
                  <a:lnTo>
                    <a:pt x="410424" y="1285308"/>
                  </a:lnTo>
                  <a:close/>
                  <a:moveTo>
                    <a:pt x="490604" y="1283983"/>
                  </a:moveTo>
                  <a:lnTo>
                    <a:pt x="444686" y="1308077"/>
                  </a:lnTo>
                  <a:lnTo>
                    <a:pt x="466928" y="1321887"/>
                  </a:lnTo>
                  <a:close/>
                  <a:moveTo>
                    <a:pt x="444686" y="1308077"/>
                  </a:moveTo>
                  <a:lnTo>
                    <a:pt x="490604" y="1283983"/>
                  </a:lnTo>
                  <a:lnTo>
                    <a:pt x="410424" y="1285308"/>
                  </a:lnTo>
                  <a:close/>
                  <a:moveTo>
                    <a:pt x="490604" y="1283983"/>
                  </a:moveTo>
                  <a:lnTo>
                    <a:pt x="436020" y="1246105"/>
                  </a:lnTo>
                  <a:lnTo>
                    <a:pt x="410424" y="1285308"/>
                  </a:lnTo>
                  <a:close/>
                  <a:moveTo>
                    <a:pt x="406896" y="1232447"/>
                  </a:moveTo>
                  <a:lnTo>
                    <a:pt x="410424" y="1285308"/>
                  </a:lnTo>
                  <a:lnTo>
                    <a:pt x="436020" y="1246105"/>
                  </a:lnTo>
                  <a:close/>
                  <a:moveTo>
                    <a:pt x="406896" y="1232447"/>
                  </a:moveTo>
                  <a:lnTo>
                    <a:pt x="377418" y="1256541"/>
                  </a:lnTo>
                  <a:lnTo>
                    <a:pt x="410424" y="1285308"/>
                  </a:lnTo>
                  <a:close/>
                  <a:moveTo>
                    <a:pt x="377418" y="1256541"/>
                  </a:moveTo>
                  <a:lnTo>
                    <a:pt x="406896" y="1232447"/>
                  </a:lnTo>
                  <a:lnTo>
                    <a:pt x="346984" y="1222792"/>
                  </a:lnTo>
                  <a:close/>
                  <a:moveTo>
                    <a:pt x="406896" y="1232447"/>
                  </a:moveTo>
                  <a:lnTo>
                    <a:pt x="381857" y="1218278"/>
                  </a:lnTo>
                  <a:lnTo>
                    <a:pt x="346984" y="1222792"/>
                  </a:lnTo>
                  <a:close/>
                  <a:moveTo>
                    <a:pt x="346984" y="1222792"/>
                  </a:moveTo>
                  <a:lnTo>
                    <a:pt x="322526" y="1183037"/>
                  </a:lnTo>
                  <a:lnTo>
                    <a:pt x="329446" y="1205004"/>
                  </a:lnTo>
                  <a:close/>
                  <a:moveTo>
                    <a:pt x="329446" y="1205004"/>
                  </a:moveTo>
                  <a:lnTo>
                    <a:pt x="322526" y="1183037"/>
                  </a:lnTo>
                  <a:lnTo>
                    <a:pt x="289700" y="1146981"/>
                  </a:lnTo>
                  <a:close/>
                  <a:moveTo>
                    <a:pt x="606782" y="1360529"/>
                  </a:moveTo>
                  <a:lnTo>
                    <a:pt x="572676" y="1319828"/>
                  </a:lnTo>
                  <a:lnTo>
                    <a:pt x="583225" y="1335520"/>
                  </a:lnTo>
                  <a:close/>
                  <a:moveTo>
                    <a:pt x="588060" y="1330305"/>
                  </a:moveTo>
                  <a:lnTo>
                    <a:pt x="572676" y="1319828"/>
                  </a:lnTo>
                  <a:lnTo>
                    <a:pt x="606782" y="1360529"/>
                  </a:lnTo>
                  <a:close/>
                  <a:moveTo>
                    <a:pt x="642337" y="1358559"/>
                  </a:moveTo>
                  <a:lnTo>
                    <a:pt x="588060" y="1330305"/>
                  </a:lnTo>
                  <a:lnTo>
                    <a:pt x="606782" y="1360529"/>
                  </a:lnTo>
                  <a:close/>
                  <a:moveTo>
                    <a:pt x="583225" y="1335520"/>
                  </a:moveTo>
                  <a:lnTo>
                    <a:pt x="572676" y="1319828"/>
                  </a:lnTo>
                  <a:lnTo>
                    <a:pt x="541077" y="1282774"/>
                  </a:lnTo>
                  <a:close/>
                  <a:moveTo>
                    <a:pt x="572676" y="1319828"/>
                  </a:moveTo>
                  <a:lnTo>
                    <a:pt x="514702" y="1283983"/>
                  </a:lnTo>
                  <a:lnTo>
                    <a:pt x="541077" y="1282774"/>
                  </a:lnTo>
                  <a:close/>
                  <a:moveTo>
                    <a:pt x="513953" y="1227910"/>
                  </a:moveTo>
                  <a:lnTo>
                    <a:pt x="541077" y="1282774"/>
                  </a:lnTo>
                  <a:lnTo>
                    <a:pt x="513834" y="1232447"/>
                  </a:lnTo>
                  <a:close/>
                  <a:moveTo>
                    <a:pt x="513834" y="1232447"/>
                  </a:moveTo>
                  <a:lnTo>
                    <a:pt x="541077" y="1282774"/>
                  </a:lnTo>
                  <a:lnTo>
                    <a:pt x="514702" y="1283983"/>
                  </a:lnTo>
                  <a:close/>
                  <a:moveTo>
                    <a:pt x="513953" y="1227910"/>
                  </a:moveTo>
                  <a:lnTo>
                    <a:pt x="513834" y="1232447"/>
                  </a:lnTo>
                  <a:lnTo>
                    <a:pt x="494402" y="1219995"/>
                  </a:lnTo>
                  <a:close/>
                  <a:moveTo>
                    <a:pt x="561302" y="1230262"/>
                  </a:moveTo>
                  <a:lnTo>
                    <a:pt x="543708" y="1283983"/>
                  </a:lnTo>
                  <a:lnTo>
                    <a:pt x="541077" y="1282774"/>
                  </a:lnTo>
                  <a:close/>
                  <a:moveTo>
                    <a:pt x="494402" y="1219995"/>
                  </a:moveTo>
                  <a:lnTo>
                    <a:pt x="513834" y="1232447"/>
                  </a:lnTo>
                  <a:lnTo>
                    <a:pt x="465980" y="1183443"/>
                  </a:lnTo>
                  <a:close/>
                  <a:moveTo>
                    <a:pt x="464073" y="1180910"/>
                  </a:moveTo>
                  <a:lnTo>
                    <a:pt x="494402" y="1219995"/>
                  </a:lnTo>
                  <a:lnTo>
                    <a:pt x="465980" y="1183443"/>
                  </a:lnTo>
                  <a:close/>
                  <a:moveTo>
                    <a:pt x="435810" y="1166904"/>
                  </a:moveTo>
                  <a:lnTo>
                    <a:pt x="408794" y="1144315"/>
                  </a:lnTo>
                  <a:lnTo>
                    <a:pt x="383360" y="1108821"/>
                  </a:lnTo>
                  <a:close/>
                  <a:moveTo>
                    <a:pt x="435810" y="1166904"/>
                  </a:moveTo>
                  <a:lnTo>
                    <a:pt x="464073" y="1180910"/>
                  </a:lnTo>
                  <a:lnTo>
                    <a:pt x="408794" y="1144315"/>
                  </a:lnTo>
                  <a:close/>
                  <a:moveTo>
                    <a:pt x="371569" y="1002206"/>
                  </a:moveTo>
                  <a:lnTo>
                    <a:pt x="380907" y="1040047"/>
                  </a:lnTo>
                  <a:lnTo>
                    <a:pt x="415358" y="1033956"/>
                  </a:lnTo>
                  <a:close/>
                  <a:moveTo>
                    <a:pt x="338544" y="1026300"/>
                  </a:moveTo>
                  <a:lnTo>
                    <a:pt x="371569" y="1002206"/>
                  </a:lnTo>
                  <a:lnTo>
                    <a:pt x="329535" y="1022652"/>
                  </a:lnTo>
                  <a:close/>
                  <a:moveTo>
                    <a:pt x="300552" y="954067"/>
                  </a:moveTo>
                  <a:lnTo>
                    <a:pt x="231777" y="1006504"/>
                  </a:lnTo>
                  <a:lnTo>
                    <a:pt x="279877" y="1011669"/>
                  </a:lnTo>
                  <a:close/>
                  <a:moveTo>
                    <a:pt x="279877" y="1011669"/>
                  </a:moveTo>
                  <a:lnTo>
                    <a:pt x="329535" y="1022652"/>
                  </a:lnTo>
                  <a:lnTo>
                    <a:pt x="349483" y="962336"/>
                  </a:lnTo>
                  <a:close/>
                  <a:moveTo>
                    <a:pt x="281584" y="883150"/>
                  </a:moveTo>
                  <a:lnTo>
                    <a:pt x="232889" y="871691"/>
                  </a:lnTo>
                  <a:lnTo>
                    <a:pt x="236525" y="901259"/>
                  </a:lnTo>
                  <a:close/>
                  <a:moveTo>
                    <a:pt x="236525" y="901259"/>
                  </a:moveTo>
                  <a:lnTo>
                    <a:pt x="232889" y="871691"/>
                  </a:lnTo>
                  <a:lnTo>
                    <a:pt x="218775" y="852946"/>
                  </a:lnTo>
                  <a:close/>
                  <a:moveTo>
                    <a:pt x="191994" y="811976"/>
                  </a:moveTo>
                  <a:lnTo>
                    <a:pt x="262067" y="810180"/>
                  </a:lnTo>
                  <a:lnTo>
                    <a:pt x="245091" y="796060"/>
                  </a:lnTo>
                  <a:close/>
                  <a:moveTo>
                    <a:pt x="191994" y="811976"/>
                  </a:moveTo>
                  <a:lnTo>
                    <a:pt x="185607" y="796060"/>
                  </a:lnTo>
                  <a:lnTo>
                    <a:pt x="195199" y="847597"/>
                  </a:lnTo>
                  <a:close/>
                  <a:moveTo>
                    <a:pt x="191994" y="811976"/>
                  </a:moveTo>
                  <a:lnTo>
                    <a:pt x="245091" y="796060"/>
                  </a:lnTo>
                  <a:lnTo>
                    <a:pt x="205004" y="771506"/>
                  </a:lnTo>
                  <a:close/>
                  <a:moveTo>
                    <a:pt x="205004" y="771506"/>
                  </a:moveTo>
                  <a:lnTo>
                    <a:pt x="162577" y="744523"/>
                  </a:lnTo>
                  <a:lnTo>
                    <a:pt x="191994" y="811976"/>
                  </a:lnTo>
                  <a:close/>
                  <a:moveTo>
                    <a:pt x="476811" y="1029649"/>
                  </a:moveTo>
                  <a:lnTo>
                    <a:pt x="433291" y="1053743"/>
                  </a:lnTo>
                  <a:lnTo>
                    <a:pt x="475957" y="1085846"/>
                  </a:lnTo>
                  <a:close/>
                  <a:moveTo>
                    <a:pt x="544917" y="1091424"/>
                  </a:moveTo>
                  <a:lnTo>
                    <a:pt x="550994" y="1081186"/>
                  </a:lnTo>
                  <a:lnTo>
                    <a:pt x="524384" y="1092230"/>
                  </a:lnTo>
                  <a:close/>
                  <a:moveTo>
                    <a:pt x="524384" y="1092230"/>
                  </a:moveTo>
                  <a:lnTo>
                    <a:pt x="550994" y="1081186"/>
                  </a:lnTo>
                  <a:lnTo>
                    <a:pt x="503750" y="1054861"/>
                  </a:lnTo>
                  <a:close/>
                  <a:moveTo>
                    <a:pt x="473088" y="940221"/>
                  </a:moveTo>
                  <a:lnTo>
                    <a:pt x="396396" y="950670"/>
                  </a:lnTo>
                  <a:lnTo>
                    <a:pt x="420371" y="991228"/>
                  </a:lnTo>
                  <a:close/>
                  <a:moveTo>
                    <a:pt x="420371" y="991228"/>
                  </a:moveTo>
                  <a:lnTo>
                    <a:pt x="396396" y="950670"/>
                  </a:lnTo>
                  <a:lnTo>
                    <a:pt x="398112" y="946581"/>
                  </a:lnTo>
                  <a:close/>
                  <a:moveTo>
                    <a:pt x="354099" y="944380"/>
                  </a:moveTo>
                  <a:lnTo>
                    <a:pt x="398112" y="946581"/>
                  </a:lnTo>
                  <a:lnTo>
                    <a:pt x="391878" y="946167"/>
                  </a:lnTo>
                  <a:close/>
                  <a:moveTo>
                    <a:pt x="344107" y="942236"/>
                  </a:moveTo>
                  <a:lnTo>
                    <a:pt x="354099" y="944380"/>
                  </a:lnTo>
                  <a:lnTo>
                    <a:pt x="391878" y="946167"/>
                  </a:lnTo>
                  <a:close/>
                  <a:moveTo>
                    <a:pt x="245091" y="796060"/>
                  </a:moveTo>
                  <a:lnTo>
                    <a:pt x="262067" y="810180"/>
                  </a:lnTo>
                  <a:lnTo>
                    <a:pt x="266606" y="823503"/>
                  </a:lnTo>
                  <a:close/>
                  <a:moveTo>
                    <a:pt x="278517" y="771966"/>
                  </a:moveTo>
                  <a:lnTo>
                    <a:pt x="286136" y="765267"/>
                  </a:lnTo>
                  <a:lnTo>
                    <a:pt x="245091" y="796060"/>
                  </a:lnTo>
                  <a:close/>
                  <a:moveTo>
                    <a:pt x="312603" y="824449"/>
                  </a:moveTo>
                  <a:lnTo>
                    <a:pt x="284036" y="837872"/>
                  </a:lnTo>
                  <a:lnTo>
                    <a:pt x="262067" y="810180"/>
                  </a:lnTo>
                  <a:close/>
                  <a:moveTo>
                    <a:pt x="212184" y="732819"/>
                  </a:moveTo>
                  <a:lnTo>
                    <a:pt x="261021" y="731097"/>
                  </a:lnTo>
                  <a:lnTo>
                    <a:pt x="246741" y="679964"/>
                  </a:lnTo>
                  <a:close/>
                  <a:moveTo>
                    <a:pt x="497343" y="966633"/>
                  </a:moveTo>
                  <a:lnTo>
                    <a:pt x="506124" y="978113"/>
                  </a:lnTo>
                  <a:lnTo>
                    <a:pt x="473088" y="940221"/>
                  </a:lnTo>
                  <a:close/>
                  <a:moveTo>
                    <a:pt x="338254" y="706291"/>
                  </a:moveTo>
                  <a:lnTo>
                    <a:pt x="358557" y="720429"/>
                  </a:lnTo>
                  <a:lnTo>
                    <a:pt x="355424" y="755075"/>
                  </a:lnTo>
                  <a:close/>
                  <a:moveTo>
                    <a:pt x="279684" y="593262"/>
                  </a:moveTo>
                  <a:lnTo>
                    <a:pt x="272040" y="617356"/>
                  </a:lnTo>
                  <a:lnTo>
                    <a:pt x="297478" y="644799"/>
                  </a:lnTo>
                  <a:close/>
                  <a:moveTo>
                    <a:pt x="765082" y="1160165"/>
                  </a:moveTo>
                  <a:lnTo>
                    <a:pt x="803072" y="1211702"/>
                  </a:lnTo>
                  <a:lnTo>
                    <a:pt x="822325" y="1206053"/>
                  </a:lnTo>
                  <a:close/>
                  <a:moveTo>
                    <a:pt x="822325" y="1206053"/>
                  </a:moveTo>
                  <a:lnTo>
                    <a:pt x="821303" y="1211702"/>
                  </a:lnTo>
                  <a:lnTo>
                    <a:pt x="827984" y="1138710"/>
                  </a:lnTo>
                  <a:close/>
                  <a:moveTo>
                    <a:pt x="560362" y="890639"/>
                  </a:moveTo>
                  <a:lnTo>
                    <a:pt x="506030" y="928485"/>
                  </a:lnTo>
                  <a:lnTo>
                    <a:pt x="552515" y="927609"/>
                  </a:lnTo>
                  <a:close/>
                  <a:moveTo>
                    <a:pt x="560362" y="890639"/>
                  </a:moveTo>
                  <a:lnTo>
                    <a:pt x="510851" y="892908"/>
                  </a:lnTo>
                  <a:lnTo>
                    <a:pt x="506030" y="928485"/>
                  </a:lnTo>
                  <a:close/>
                  <a:moveTo>
                    <a:pt x="527938" y="826851"/>
                  </a:moveTo>
                  <a:lnTo>
                    <a:pt x="516123" y="831322"/>
                  </a:lnTo>
                  <a:lnTo>
                    <a:pt x="556274" y="831219"/>
                  </a:lnTo>
                  <a:close/>
                  <a:moveTo>
                    <a:pt x="556274" y="831219"/>
                  </a:moveTo>
                  <a:lnTo>
                    <a:pt x="516123" y="831322"/>
                  </a:lnTo>
                  <a:lnTo>
                    <a:pt x="510851" y="892908"/>
                  </a:lnTo>
                  <a:close/>
                  <a:moveTo>
                    <a:pt x="560362" y="890639"/>
                  </a:moveTo>
                  <a:lnTo>
                    <a:pt x="584955" y="845884"/>
                  </a:lnTo>
                  <a:lnTo>
                    <a:pt x="556274" y="831219"/>
                  </a:lnTo>
                  <a:close/>
                  <a:moveTo>
                    <a:pt x="297478" y="644799"/>
                  </a:moveTo>
                  <a:lnTo>
                    <a:pt x="336491" y="696335"/>
                  </a:lnTo>
                  <a:lnTo>
                    <a:pt x="376000" y="656781"/>
                  </a:lnTo>
                  <a:close/>
                  <a:moveTo>
                    <a:pt x="376000" y="656781"/>
                  </a:moveTo>
                  <a:lnTo>
                    <a:pt x="336491" y="696335"/>
                  </a:lnTo>
                  <a:lnTo>
                    <a:pt x="362105" y="686900"/>
                  </a:lnTo>
                  <a:close/>
                  <a:moveTo>
                    <a:pt x="300652" y="636135"/>
                  </a:moveTo>
                  <a:lnTo>
                    <a:pt x="297478" y="644799"/>
                  </a:lnTo>
                  <a:lnTo>
                    <a:pt x="376000" y="656781"/>
                  </a:lnTo>
                  <a:close/>
                  <a:moveTo>
                    <a:pt x="617781" y="756455"/>
                  </a:moveTo>
                  <a:lnTo>
                    <a:pt x="603612" y="809076"/>
                  </a:lnTo>
                  <a:lnTo>
                    <a:pt x="646384" y="751221"/>
                  </a:lnTo>
                  <a:close/>
                  <a:moveTo>
                    <a:pt x="617781" y="756455"/>
                  </a:moveTo>
                  <a:lnTo>
                    <a:pt x="544567" y="723778"/>
                  </a:lnTo>
                  <a:lnTo>
                    <a:pt x="566255" y="709179"/>
                  </a:lnTo>
                  <a:close/>
                  <a:moveTo>
                    <a:pt x="814993" y="881737"/>
                  </a:moveTo>
                  <a:lnTo>
                    <a:pt x="796493" y="905831"/>
                  </a:lnTo>
                  <a:lnTo>
                    <a:pt x="808750" y="917123"/>
                  </a:lnTo>
                  <a:close/>
                  <a:moveTo>
                    <a:pt x="796493" y="905831"/>
                  </a:moveTo>
                  <a:lnTo>
                    <a:pt x="814993" y="881737"/>
                  </a:lnTo>
                  <a:lnTo>
                    <a:pt x="751234" y="876758"/>
                  </a:lnTo>
                  <a:close/>
                  <a:moveTo>
                    <a:pt x="814993" y="881737"/>
                  </a:moveTo>
                  <a:lnTo>
                    <a:pt x="781894" y="856488"/>
                  </a:lnTo>
                  <a:lnTo>
                    <a:pt x="751234" y="876758"/>
                  </a:lnTo>
                  <a:close/>
                  <a:moveTo>
                    <a:pt x="675512" y="768319"/>
                  </a:moveTo>
                  <a:lnTo>
                    <a:pt x="712258" y="802757"/>
                  </a:lnTo>
                  <a:lnTo>
                    <a:pt x="710872" y="781498"/>
                  </a:lnTo>
                  <a:close/>
                  <a:moveTo>
                    <a:pt x="618336" y="693260"/>
                  </a:moveTo>
                  <a:lnTo>
                    <a:pt x="653288" y="725006"/>
                  </a:lnTo>
                  <a:lnTo>
                    <a:pt x="594436" y="675590"/>
                  </a:lnTo>
                  <a:close/>
                  <a:moveTo>
                    <a:pt x="655469" y="727127"/>
                  </a:moveTo>
                  <a:lnTo>
                    <a:pt x="646384" y="751221"/>
                  </a:lnTo>
                  <a:lnTo>
                    <a:pt x="710526" y="778664"/>
                  </a:lnTo>
                  <a:close/>
                  <a:moveTo>
                    <a:pt x="655469" y="727127"/>
                  </a:moveTo>
                  <a:lnTo>
                    <a:pt x="664172" y="725921"/>
                  </a:lnTo>
                  <a:lnTo>
                    <a:pt x="646384" y="751221"/>
                  </a:lnTo>
                  <a:close/>
                  <a:moveTo>
                    <a:pt x="655469" y="727127"/>
                  </a:moveTo>
                  <a:lnTo>
                    <a:pt x="653288" y="725006"/>
                  </a:lnTo>
                  <a:lnTo>
                    <a:pt x="618336" y="693260"/>
                  </a:lnTo>
                  <a:close/>
                  <a:moveTo>
                    <a:pt x="929603" y="1036347"/>
                  </a:moveTo>
                  <a:lnTo>
                    <a:pt x="980839" y="1076284"/>
                  </a:lnTo>
                  <a:lnTo>
                    <a:pt x="974355" y="1012253"/>
                  </a:lnTo>
                  <a:close/>
                  <a:moveTo>
                    <a:pt x="813485" y="754570"/>
                  </a:moveTo>
                  <a:lnTo>
                    <a:pt x="801154" y="793600"/>
                  </a:lnTo>
                  <a:lnTo>
                    <a:pt x="826012" y="763855"/>
                  </a:lnTo>
                  <a:close/>
                  <a:moveTo>
                    <a:pt x="826012" y="763855"/>
                  </a:moveTo>
                  <a:lnTo>
                    <a:pt x="801154" y="793600"/>
                  </a:lnTo>
                  <a:lnTo>
                    <a:pt x="800050" y="809723"/>
                  </a:lnTo>
                  <a:close/>
                  <a:moveTo>
                    <a:pt x="842031" y="813575"/>
                  </a:moveTo>
                  <a:lnTo>
                    <a:pt x="838674" y="778664"/>
                  </a:lnTo>
                  <a:lnTo>
                    <a:pt x="826012" y="763855"/>
                  </a:lnTo>
                  <a:close/>
                  <a:moveTo>
                    <a:pt x="757517" y="754570"/>
                  </a:moveTo>
                  <a:lnTo>
                    <a:pt x="780963" y="718111"/>
                  </a:lnTo>
                  <a:lnTo>
                    <a:pt x="772125" y="706940"/>
                  </a:lnTo>
                  <a:close/>
                  <a:moveTo>
                    <a:pt x="780963" y="718111"/>
                  </a:moveTo>
                  <a:lnTo>
                    <a:pt x="813485" y="754570"/>
                  </a:lnTo>
                  <a:lnTo>
                    <a:pt x="772125" y="706940"/>
                  </a:lnTo>
                  <a:close/>
                  <a:moveTo>
                    <a:pt x="559472" y="452162"/>
                  </a:moveTo>
                  <a:lnTo>
                    <a:pt x="502073" y="398101"/>
                  </a:lnTo>
                  <a:lnTo>
                    <a:pt x="496571" y="465318"/>
                  </a:lnTo>
                  <a:close/>
                  <a:moveTo>
                    <a:pt x="561920" y="423175"/>
                  </a:moveTo>
                  <a:lnTo>
                    <a:pt x="559472" y="452162"/>
                  </a:lnTo>
                  <a:lnTo>
                    <a:pt x="578365" y="393813"/>
                  </a:lnTo>
                  <a:close/>
                  <a:moveTo>
                    <a:pt x="801423" y="745864"/>
                  </a:moveTo>
                  <a:lnTo>
                    <a:pt x="813485" y="754570"/>
                  </a:lnTo>
                  <a:lnTo>
                    <a:pt x="780963" y="718111"/>
                  </a:lnTo>
                  <a:close/>
                  <a:moveTo>
                    <a:pt x="827440" y="582304"/>
                  </a:moveTo>
                  <a:lnTo>
                    <a:pt x="798334" y="575866"/>
                  </a:lnTo>
                  <a:lnTo>
                    <a:pt x="750117" y="602781"/>
                  </a:lnTo>
                  <a:close/>
                  <a:moveTo>
                    <a:pt x="777400" y="569889"/>
                  </a:moveTo>
                  <a:lnTo>
                    <a:pt x="736189" y="547926"/>
                  </a:lnTo>
                  <a:lnTo>
                    <a:pt x="798334" y="575866"/>
                  </a:lnTo>
                  <a:close/>
                  <a:moveTo>
                    <a:pt x="1049110" y="759170"/>
                  </a:moveTo>
                  <a:lnTo>
                    <a:pt x="1030351" y="816923"/>
                  </a:lnTo>
                  <a:lnTo>
                    <a:pt x="1108022" y="797742"/>
                  </a:lnTo>
                  <a:close/>
                  <a:moveTo>
                    <a:pt x="798334" y="575866"/>
                  </a:moveTo>
                  <a:lnTo>
                    <a:pt x="827440" y="582304"/>
                  </a:lnTo>
                  <a:lnTo>
                    <a:pt x="830048" y="572346"/>
                  </a:lnTo>
                  <a:close/>
                  <a:moveTo>
                    <a:pt x="830048" y="572346"/>
                  </a:moveTo>
                  <a:lnTo>
                    <a:pt x="827440" y="582304"/>
                  </a:lnTo>
                  <a:lnTo>
                    <a:pt x="843887" y="575866"/>
                  </a:lnTo>
                  <a:close/>
                  <a:moveTo>
                    <a:pt x="816106" y="448699"/>
                  </a:moveTo>
                  <a:lnTo>
                    <a:pt x="819756" y="455227"/>
                  </a:lnTo>
                  <a:lnTo>
                    <a:pt x="737785" y="421773"/>
                  </a:lnTo>
                  <a:close/>
                  <a:moveTo>
                    <a:pt x="1078577" y="797958"/>
                  </a:moveTo>
                  <a:lnTo>
                    <a:pt x="1107808" y="809455"/>
                  </a:lnTo>
                  <a:lnTo>
                    <a:pt x="1051492" y="761066"/>
                  </a:lnTo>
                  <a:close/>
                  <a:moveTo>
                    <a:pt x="1059935" y="757918"/>
                  </a:moveTo>
                  <a:lnTo>
                    <a:pt x="1108022" y="797742"/>
                  </a:lnTo>
                  <a:lnTo>
                    <a:pt x="1106335" y="750630"/>
                  </a:lnTo>
                  <a:close/>
                  <a:moveTo>
                    <a:pt x="1106352" y="687873"/>
                  </a:moveTo>
                  <a:lnTo>
                    <a:pt x="1057901" y="689281"/>
                  </a:lnTo>
                  <a:lnTo>
                    <a:pt x="1106335" y="750630"/>
                  </a:lnTo>
                  <a:close/>
                  <a:moveTo>
                    <a:pt x="1057901" y="689281"/>
                  </a:moveTo>
                  <a:lnTo>
                    <a:pt x="1106352" y="687873"/>
                  </a:lnTo>
                  <a:lnTo>
                    <a:pt x="1039547" y="641460"/>
                  </a:lnTo>
                  <a:close/>
                  <a:moveTo>
                    <a:pt x="982851" y="649570"/>
                  </a:moveTo>
                  <a:lnTo>
                    <a:pt x="1039547" y="641460"/>
                  </a:lnTo>
                  <a:lnTo>
                    <a:pt x="1028161" y="587974"/>
                  </a:lnTo>
                  <a:close/>
                  <a:moveTo>
                    <a:pt x="1006900" y="527678"/>
                  </a:moveTo>
                  <a:lnTo>
                    <a:pt x="986128" y="556456"/>
                  </a:lnTo>
                  <a:lnTo>
                    <a:pt x="1012367" y="538071"/>
                  </a:lnTo>
                  <a:close/>
                  <a:moveTo>
                    <a:pt x="1273946" y="812804"/>
                  </a:moveTo>
                  <a:lnTo>
                    <a:pt x="1198092" y="776758"/>
                  </a:lnTo>
                  <a:lnTo>
                    <a:pt x="1200162" y="785361"/>
                  </a:lnTo>
                  <a:close/>
                  <a:moveTo>
                    <a:pt x="1163429" y="733824"/>
                  </a:moveTo>
                  <a:lnTo>
                    <a:pt x="1198092" y="776758"/>
                  </a:lnTo>
                  <a:lnTo>
                    <a:pt x="1141201" y="722285"/>
                  </a:lnTo>
                  <a:close/>
                  <a:moveTo>
                    <a:pt x="1117307" y="678967"/>
                  </a:moveTo>
                  <a:lnTo>
                    <a:pt x="1141201" y="722285"/>
                  </a:lnTo>
                  <a:lnTo>
                    <a:pt x="1083507" y="668464"/>
                  </a:lnTo>
                  <a:close/>
                  <a:moveTo>
                    <a:pt x="1391650" y="796088"/>
                  </a:moveTo>
                  <a:lnTo>
                    <a:pt x="1406162" y="809033"/>
                  </a:lnTo>
                  <a:lnTo>
                    <a:pt x="1419881" y="864340"/>
                  </a:lnTo>
                  <a:close/>
                  <a:moveTo>
                    <a:pt x="1290159" y="739891"/>
                  </a:moveTo>
                  <a:lnTo>
                    <a:pt x="1331158" y="744543"/>
                  </a:lnTo>
                  <a:lnTo>
                    <a:pt x="1272535" y="691476"/>
                  </a:lnTo>
                  <a:close/>
                  <a:moveTo>
                    <a:pt x="1082555" y="452047"/>
                  </a:moveTo>
                  <a:lnTo>
                    <a:pt x="1090624" y="462897"/>
                  </a:lnTo>
                  <a:lnTo>
                    <a:pt x="1083409" y="427954"/>
                  </a:lnTo>
                  <a:close/>
                  <a:moveTo>
                    <a:pt x="828932" y="48279"/>
                  </a:moveTo>
                  <a:lnTo>
                    <a:pt x="778904" y="35911"/>
                  </a:lnTo>
                  <a:lnTo>
                    <a:pt x="796422" y="61632"/>
                  </a:lnTo>
                  <a:close/>
                  <a:moveTo>
                    <a:pt x="1409371" y="686131"/>
                  </a:moveTo>
                  <a:lnTo>
                    <a:pt x="1375881" y="683422"/>
                  </a:lnTo>
                  <a:lnTo>
                    <a:pt x="1433075" y="734982"/>
                  </a:lnTo>
                  <a:close/>
                  <a:moveTo>
                    <a:pt x="1458798" y="696257"/>
                  </a:moveTo>
                  <a:lnTo>
                    <a:pt x="1409371" y="686131"/>
                  </a:lnTo>
                  <a:lnTo>
                    <a:pt x="1433075" y="734982"/>
                  </a:lnTo>
                  <a:close/>
                  <a:moveTo>
                    <a:pt x="1363521" y="649607"/>
                  </a:moveTo>
                  <a:lnTo>
                    <a:pt x="1375881" y="683422"/>
                  </a:lnTo>
                  <a:lnTo>
                    <a:pt x="1351321" y="665407"/>
                  </a:lnTo>
                  <a:close/>
                  <a:moveTo>
                    <a:pt x="1125986" y="358197"/>
                  </a:moveTo>
                  <a:lnTo>
                    <a:pt x="1128733" y="376417"/>
                  </a:lnTo>
                  <a:lnTo>
                    <a:pt x="1146727" y="316574"/>
                  </a:lnTo>
                  <a:close/>
                  <a:moveTo>
                    <a:pt x="1114038" y="305167"/>
                  </a:moveTo>
                  <a:lnTo>
                    <a:pt x="1113695" y="279356"/>
                  </a:lnTo>
                  <a:lnTo>
                    <a:pt x="1060289" y="254355"/>
                  </a:lnTo>
                  <a:close/>
                  <a:moveTo>
                    <a:pt x="1113695" y="279356"/>
                  </a:moveTo>
                  <a:lnTo>
                    <a:pt x="1114038" y="305167"/>
                  </a:lnTo>
                  <a:lnTo>
                    <a:pt x="1115472" y="249250"/>
                  </a:lnTo>
                  <a:close/>
                  <a:moveTo>
                    <a:pt x="839471" y="0"/>
                  </a:moveTo>
                  <a:lnTo>
                    <a:pt x="828932" y="48279"/>
                  </a:lnTo>
                  <a:lnTo>
                    <a:pt x="883761" y="64717"/>
                  </a:lnTo>
                  <a:close/>
                  <a:moveTo>
                    <a:pt x="1409371" y="686131"/>
                  </a:moveTo>
                  <a:lnTo>
                    <a:pt x="1458798" y="696257"/>
                  </a:lnTo>
                  <a:lnTo>
                    <a:pt x="1454644" y="637449"/>
                  </a:lnTo>
                  <a:close/>
                  <a:moveTo>
                    <a:pt x="1409949" y="592983"/>
                  </a:moveTo>
                  <a:lnTo>
                    <a:pt x="1470958" y="644109"/>
                  </a:lnTo>
                  <a:lnTo>
                    <a:pt x="1438996" y="607350"/>
                  </a:lnTo>
                  <a:close/>
                  <a:moveTo>
                    <a:pt x="1369982" y="587494"/>
                  </a:moveTo>
                  <a:lnTo>
                    <a:pt x="1409949" y="592983"/>
                  </a:lnTo>
                  <a:lnTo>
                    <a:pt x="1381946" y="583595"/>
                  </a:lnTo>
                  <a:close/>
                  <a:moveTo>
                    <a:pt x="1409949" y="592983"/>
                  </a:moveTo>
                  <a:lnTo>
                    <a:pt x="1438996" y="607350"/>
                  </a:lnTo>
                  <a:lnTo>
                    <a:pt x="1434367" y="604913"/>
                  </a:lnTo>
                  <a:close/>
                  <a:moveTo>
                    <a:pt x="1233175" y="376718"/>
                  </a:moveTo>
                  <a:lnTo>
                    <a:pt x="1311994" y="361832"/>
                  </a:lnTo>
                  <a:lnTo>
                    <a:pt x="1260123" y="342575"/>
                  </a:lnTo>
                  <a:close/>
                  <a:moveTo>
                    <a:pt x="1113119" y="243171"/>
                  </a:moveTo>
                  <a:lnTo>
                    <a:pt x="1060289" y="254355"/>
                  </a:lnTo>
                  <a:lnTo>
                    <a:pt x="1113695" y="279356"/>
                  </a:lnTo>
                  <a:close/>
                  <a:moveTo>
                    <a:pt x="1113119" y="243171"/>
                  </a:moveTo>
                  <a:lnTo>
                    <a:pt x="1059987" y="248385"/>
                  </a:lnTo>
                  <a:lnTo>
                    <a:pt x="1060289" y="254355"/>
                  </a:lnTo>
                  <a:close/>
                  <a:moveTo>
                    <a:pt x="1059987" y="248385"/>
                  </a:moveTo>
                  <a:lnTo>
                    <a:pt x="1113119" y="243171"/>
                  </a:lnTo>
                  <a:lnTo>
                    <a:pt x="1076373" y="179593"/>
                  </a:lnTo>
                  <a:close/>
                  <a:moveTo>
                    <a:pt x="1113119" y="243171"/>
                  </a:moveTo>
                  <a:lnTo>
                    <a:pt x="1125379" y="188139"/>
                  </a:lnTo>
                  <a:lnTo>
                    <a:pt x="1076373" y="179593"/>
                  </a:lnTo>
                  <a:close/>
                  <a:moveTo>
                    <a:pt x="1235801" y="328229"/>
                  </a:moveTo>
                  <a:lnTo>
                    <a:pt x="1260123" y="342575"/>
                  </a:lnTo>
                  <a:lnTo>
                    <a:pt x="1272629" y="314943"/>
                  </a:lnTo>
                  <a:close/>
                  <a:moveTo>
                    <a:pt x="1213660" y="276692"/>
                  </a:moveTo>
                  <a:lnTo>
                    <a:pt x="1216462" y="259881"/>
                  </a:lnTo>
                  <a:lnTo>
                    <a:pt x="1191433" y="217486"/>
                  </a:lnTo>
                  <a:close/>
                  <a:moveTo>
                    <a:pt x="1125379" y="188139"/>
                  </a:moveTo>
                  <a:lnTo>
                    <a:pt x="1138749" y="159592"/>
                  </a:lnTo>
                  <a:lnTo>
                    <a:pt x="1076373" y="179593"/>
                  </a:lnTo>
                  <a:close/>
                  <a:moveTo>
                    <a:pt x="1125445" y="107665"/>
                  </a:moveTo>
                  <a:lnTo>
                    <a:pt x="1138749" y="159592"/>
                  </a:lnTo>
                  <a:lnTo>
                    <a:pt x="1155346" y="121338"/>
                  </a:lnTo>
                  <a:close/>
                  <a:moveTo>
                    <a:pt x="1352199" y="49801"/>
                  </a:moveTo>
                  <a:lnTo>
                    <a:pt x="1365955" y="64063"/>
                  </a:lnTo>
                  <a:lnTo>
                    <a:pt x="1303788" y="13879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18" name="Output_density__4217">
              <a:extLst>
                <a:ext uri="{FF2B5EF4-FFF2-40B4-BE49-F238E27FC236}">
                  <a16:creationId xmlns:a16="http://schemas.microsoft.com/office/drawing/2014/main" id="{1AF384D8-5827-BEB0-DC9B-AE4CCFC76BCB}"/>
                </a:ext>
              </a:extLst>
            </p:cNvPr>
            <p:cNvSpPr>
              <a:spLocks noGrp="1"/>
            </p:cNvSpPr>
            <p:nvPr/>
          </p:nvSpPr>
          <p:spPr>
            <a:xfrm>
              <a:off x="15330267" y="2626240"/>
              <a:ext cx="1358420" cy="1847145"/>
            </a:xfrm>
            <a:custGeom>
              <a:avLst/>
              <a:gdLst/>
              <a:ahLst/>
              <a:cxnLst/>
              <a:rect l="0" t="0" r="0" b="0"/>
              <a:pathLst>
                <a:path w="1358420" h="1847145">
                  <a:moveTo>
                    <a:pt x="26882" y="1598970"/>
                  </a:moveTo>
                  <a:lnTo>
                    <a:pt x="0" y="1642737"/>
                  </a:lnTo>
                  <a:lnTo>
                    <a:pt x="18607" y="1618643"/>
                  </a:lnTo>
                  <a:close/>
                  <a:moveTo>
                    <a:pt x="26882" y="1598970"/>
                  </a:moveTo>
                  <a:lnTo>
                    <a:pt x="552" y="1635426"/>
                  </a:lnTo>
                  <a:lnTo>
                    <a:pt x="0" y="1642737"/>
                  </a:lnTo>
                  <a:close/>
                  <a:moveTo>
                    <a:pt x="552" y="1635426"/>
                  </a:moveTo>
                  <a:lnTo>
                    <a:pt x="26882" y="1598970"/>
                  </a:lnTo>
                  <a:lnTo>
                    <a:pt x="11581" y="1591200"/>
                  </a:lnTo>
                  <a:close/>
                  <a:moveTo>
                    <a:pt x="52493" y="1520049"/>
                  </a:moveTo>
                  <a:lnTo>
                    <a:pt x="11581" y="1591200"/>
                  </a:lnTo>
                  <a:lnTo>
                    <a:pt x="30446" y="1567107"/>
                  </a:lnTo>
                  <a:close/>
                  <a:moveTo>
                    <a:pt x="86972" y="1514060"/>
                  </a:moveTo>
                  <a:lnTo>
                    <a:pt x="106327" y="1491476"/>
                  </a:lnTo>
                  <a:lnTo>
                    <a:pt x="81452" y="1515570"/>
                  </a:lnTo>
                  <a:close/>
                  <a:moveTo>
                    <a:pt x="242745" y="1624118"/>
                  </a:moveTo>
                  <a:lnTo>
                    <a:pt x="262157" y="1621992"/>
                  </a:lnTo>
                  <a:lnTo>
                    <a:pt x="287804" y="1606008"/>
                  </a:lnTo>
                  <a:close/>
                  <a:moveTo>
                    <a:pt x="198214" y="1534835"/>
                  </a:moveTo>
                  <a:lnTo>
                    <a:pt x="168797" y="1467382"/>
                  </a:lnTo>
                  <a:lnTo>
                    <a:pt x="146691" y="1475997"/>
                  </a:lnTo>
                  <a:close/>
                  <a:moveTo>
                    <a:pt x="146691" y="1475997"/>
                  </a:moveTo>
                  <a:lnTo>
                    <a:pt x="161561" y="1483360"/>
                  </a:lnTo>
                  <a:lnTo>
                    <a:pt x="198214" y="1534835"/>
                  </a:lnTo>
                  <a:close/>
                  <a:moveTo>
                    <a:pt x="426591" y="1714086"/>
                  </a:moveTo>
                  <a:lnTo>
                    <a:pt x="421579" y="1756815"/>
                  </a:lnTo>
                  <a:lnTo>
                    <a:pt x="470941" y="1700971"/>
                  </a:lnTo>
                  <a:close/>
                  <a:moveTo>
                    <a:pt x="470941" y="1700971"/>
                  </a:moveTo>
                  <a:lnTo>
                    <a:pt x="439511" y="1776602"/>
                  </a:lnTo>
                  <a:lnTo>
                    <a:pt x="483031" y="1752508"/>
                  </a:lnTo>
                  <a:close/>
                  <a:moveTo>
                    <a:pt x="377790" y="1725065"/>
                  </a:moveTo>
                  <a:lnTo>
                    <a:pt x="421579" y="1756815"/>
                  </a:lnTo>
                  <a:lnTo>
                    <a:pt x="426591" y="1714086"/>
                  </a:lnTo>
                  <a:close/>
                  <a:moveTo>
                    <a:pt x="360319" y="1667239"/>
                  </a:moveTo>
                  <a:lnTo>
                    <a:pt x="355703" y="1685194"/>
                  </a:lnTo>
                  <a:lnTo>
                    <a:pt x="426591" y="1714086"/>
                  </a:lnTo>
                  <a:close/>
                  <a:moveTo>
                    <a:pt x="426591" y="1714086"/>
                  </a:moveTo>
                  <a:lnTo>
                    <a:pt x="470941" y="1700971"/>
                  </a:lnTo>
                  <a:lnTo>
                    <a:pt x="479309" y="1663080"/>
                  </a:lnTo>
                  <a:close/>
                  <a:moveTo>
                    <a:pt x="262157" y="1621992"/>
                  </a:moveTo>
                  <a:lnTo>
                    <a:pt x="307902" y="1671871"/>
                  </a:lnTo>
                  <a:lnTo>
                    <a:pt x="302524" y="1613501"/>
                  </a:lnTo>
                  <a:close/>
                  <a:moveTo>
                    <a:pt x="307902" y="1671871"/>
                  </a:moveTo>
                  <a:lnTo>
                    <a:pt x="360319" y="1667239"/>
                  </a:lnTo>
                  <a:lnTo>
                    <a:pt x="302524" y="1613501"/>
                  </a:lnTo>
                  <a:close/>
                  <a:moveTo>
                    <a:pt x="262157" y="1621992"/>
                  </a:moveTo>
                  <a:lnTo>
                    <a:pt x="302524" y="1613501"/>
                  </a:lnTo>
                  <a:lnTo>
                    <a:pt x="287804" y="1606008"/>
                  </a:lnTo>
                  <a:close/>
                  <a:moveTo>
                    <a:pt x="168797" y="1467382"/>
                  </a:moveTo>
                  <a:lnTo>
                    <a:pt x="211224" y="1494364"/>
                  </a:lnTo>
                  <a:lnTo>
                    <a:pt x="218404" y="1455678"/>
                  </a:lnTo>
                  <a:close/>
                  <a:moveTo>
                    <a:pt x="152811" y="1415845"/>
                  </a:moveTo>
                  <a:lnTo>
                    <a:pt x="218404" y="1455678"/>
                  </a:lnTo>
                  <a:lnTo>
                    <a:pt x="214140" y="1396401"/>
                  </a:lnTo>
                  <a:close/>
                  <a:moveTo>
                    <a:pt x="634871" y="1784190"/>
                  </a:moveTo>
                  <a:lnTo>
                    <a:pt x="621978" y="1847145"/>
                  </a:lnTo>
                  <a:lnTo>
                    <a:pt x="690399" y="1839773"/>
                  </a:lnTo>
                  <a:close/>
                  <a:moveTo>
                    <a:pt x="685920" y="1780671"/>
                  </a:moveTo>
                  <a:lnTo>
                    <a:pt x="634871" y="1784190"/>
                  </a:lnTo>
                  <a:lnTo>
                    <a:pt x="690399" y="1839773"/>
                  </a:lnTo>
                  <a:close/>
                  <a:moveTo>
                    <a:pt x="514492" y="1743350"/>
                  </a:moveTo>
                  <a:lnTo>
                    <a:pt x="509970" y="1777719"/>
                  </a:lnTo>
                  <a:lnTo>
                    <a:pt x="566958" y="1801421"/>
                  </a:lnTo>
                  <a:close/>
                  <a:moveTo>
                    <a:pt x="564238" y="1740889"/>
                  </a:moveTo>
                  <a:lnTo>
                    <a:pt x="514492" y="1743350"/>
                  </a:lnTo>
                  <a:lnTo>
                    <a:pt x="566958" y="1801421"/>
                  </a:lnTo>
                  <a:close/>
                  <a:moveTo>
                    <a:pt x="634871" y="1784190"/>
                  </a:moveTo>
                  <a:lnTo>
                    <a:pt x="566958" y="1801421"/>
                  </a:lnTo>
                  <a:lnTo>
                    <a:pt x="564942" y="1808571"/>
                  </a:lnTo>
                  <a:close/>
                  <a:moveTo>
                    <a:pt x="566958" y="1801421"/>
                  </a:moveTo>
                  <a:lnTo>
                    <a:pt x="634871" y="1784190"/>
                  </a:lnTo>
                  <a:lnTo>
                    <a:pt x="612724" y="1739453"/>
                  </a:lnTo>
                  <a:close/>
                  <a:moveTo>
                    <a:pt x="566958" y="1801421"/>
                  </a:moveTo>
                  <a:lnTo>
                    <a:pt x="612724" y="1739453"/>
                  </a:lnTo>
                  <a:lnTo>
                    <a:pt x="564238" y="1740889"/>
                  </a:lnTo>
                  <a:close/>
                  <a:moveTo>
                    <a:pt x="483031" y="1752508"/>
                  </a:moveTo>
                  <a:lnTo>
                    <a:pt x="509970" y="1777719"/>
                  </a:lnTo>
                  <a:lnTo>
                    <a:pt x="514492" y="1743350"/>
                  </a:lnTo>
                  <a:close/>
                  <a:moveTo>
                    <a:pt x="470941" y="1700971"/>
                  </a:moveTo>
                  <a:lnTo>
                    <a:pt x="514492" y="1743350"/>
                  </a:lnTo>
                  <a:lnTo>
                    <a:pt x="503563" y="1689491"/>
                  </a:lnTo>
                  <a:close/>
                  <a:moveTo>
                    <a:pt x="514492" y="1743350"/>
                  </a:moveTo>
                  <a:lnTo>
                    <a:pt x="564238" y="1740889"/>
                  </a:lnTo>
                  <a:lnTo>
                    <a:pt x="503563" y="1689491"/>
                  </a:lnTo>
                  <a:close/>
                  <a:moveTo>
                    <a:pt x="285905" y="1316121"/>
                  </a:moveTo>
                  <a:lnTo>
                    <a:pt x="303698" y="1367658"/>
                  </a:lnTo>
                  <a:lnTo>
                    <a:pt x="306961" y="1296179"/>
                  </a:lnTo>
                  <a:close/>
                  <a:moveTo>
                    <a:pt x="318087" y="1262373"/>
                  </a:moveTo>
                  <a:lnTo>
                    <a:pt x="315742" y="1265986"/>
                  </a:lnTo>
                  <a:lnTo>
                    <a:pt x="311363" y="1289390"/>
                  </a:lnTo>
                  <a:close/>
                  <a:moveTo>
                    <a:pt x="311363" y="1289390"/>
                  </a:moveTo>
                  <a:lnTo>
                    <a:pt x="315742" y="1265986"/>
                  </a:lnTo>
                  <a:lnTo>
                    <a:pt x="306961" y="1296179"/>
                  </a:lnTo>
                  <a:close/>
                  <a:moveTo>
                    <a:pt x="306961" y="1296179"/>
                  </a:moveTo>
                  <a:lnTo>
                    <a:pt x="315742" y="1265986"/>
                  </a:lnTo>
                  <a:lnTo>
                    <a:pt x="285905" y="1316121"/>
                  </a:lnTo>
                  <a:close/>
                  <a:moveTo>
                    <a:pt x="865595" y="1731762"/>
                  </a:moveTo>
                  <a:lnTo>
                    <a:pt x="893633" y="1783299"/>
                  </a:lnTo>
                  <a:lnTo>
                    <a:pt x="908533" y="1707669"/>
                  </a:lnTo>
                  <a:close/>
                  <a:moveTo>
                    <a:pt x="848707" y="1680226"/>
                  </a:moveTo>
                  <a:lnTo>
                    <a:pt x="865595" y="1731762"/>
                  </a:lnTo>
                  <a:lnTo>
                    <a:pt x="908533" y="1707669"/>
                  </a:lnTo>
                  <a:close/>
                  <a:moveTo>
                    <a:pt x="848707" y="1680226"/>
                  </a:moveTo>
                  <a:lnTo>
                    <a:pt x="908533" y="1707669"/>
                  </a:lnTo>
                  <a:lnTo>
                    <a:pt x="891716" y="1656132"/>
                  </a:lnTo>
                  <a:close/>
                  <a:moveTo>
                    <a:pt x="441659" y="1157392"/>
                  </a:moveTo>
                  <a:lnTo>
                    <a:pt x="407627" y="1165051"/>
                  </a:lnTo>
                  <a:lnTo>
                    <a:pt x="362023" y="1169222"/>
                  </a:lnTo>
                  <a:close/>
                  <a:moveTo>
                    <a:pt x="441659" y="1157392"/>
                  </a:moveTo>
                  <a:lnTo>
                    <a:pt x="362023" y="1169222"/>
                  </a:lnTo>
                  <a:lnTo>
                    <a:pt x="395476" y="1159400"/>
                  </a:lnTo>
                  <a:close/>
                  <a:moveTo>
                    <a:pt x="917235" y="1643820"/>
                  </a:moveTo>
                  <a:lnTo>
                    <a:pt x="849027" y="1632416"/>
                  </a:lnTo>
                  <a:lnTo>
                    <a:pt x="891716" y="1656132"/>
                  </a:lnTo>
                  <a:close/>
                  <a:moveTo>
                    <a:pt x="860496" y="1589222"/>
                  </a:moveTo>
                  <a:lnTo>
                    <a:pt x="849027" y="1632416"/>
                  </a:lnTo>
                  <a:lnTo>
                    <a:pt x="917235" y="1643820"/>
                  </a:lnTo>
                  <a:close/>
                  <a:moveTo>
                    <a:pt x="940657" y="1632038"/>
                  </a:moveTo>
                  <a:lnTo>
                    <a:pt x="971194" y="1604922"/>
                  </a:lnTo>
                  <a:lnTo>
                    <a:pt x="917235" y="1643820"/>
                  </a:lnTo>
                  <a:close/>
                  <a:moveTo>
                    <a:pt x="917235" y="1643820"/>
                  </a:moveTo>
                  <a:lnTo>
                    <a:pt x="971194" y="1604922"/>
                  </a:lnTo>
                  <a:lnTo>
                    <a:pt x="947117" y="1594766"/>
                  </a:lnTo>
                  <a:close/>
                  <a:moveTo>
                    <a:pt x="848252" y="1536434"/>
                  </a:moveTo>
                  <a:lnTo>
                    <a:pt x="806271" y="1532582"/>
                  </a:lnTo>
                  <a:lnTo>
                    <a:pt x="860496" y="1589222"/>
                  </a:lnTo>
                  <a:close/>
                  <a:moveTo>
                    <a:pt x="848252" y="1536434"/>
                  </a:moveTo>
                  <a:lnTo>
                    <a:pt x="893235" y="1528965"/>
                  </a:lnTo>
                  <a:lnTo>
                    <a:pt x="902364" y="1522253"/>
                  </a:lnTo>
                  <a:close/>
                  <a:moveTo>
                    <a:pt x="756337" y="1325640"/>
                  </a:moveTo>
                  <a:lnTo>
                    <a:pt x="753913" y="1322818"/>
                  </a:lnTo>
                  <a:lnTo>
                    <a:pt x="754431" y="1323756"/>
                  </a:lnTo>
                  <a:close/>
                  <a:moveTo>
                    <a:pt x="565692" y="1175021"/>
                  </a:moveTo>
                  <a:lnTo>
                    <a:pt x="534707" y="1116672"/>
                  </a:lnTo>
                  <a:lnTo>
                    <a:pt x="508294" y="1120960"/>
                  </a:lnTo>
                  <a:close/>
                  <a:moveTo>
                    <a:pt x="508294" y="1120960"/>
                  </a:moveTo>
                  <a:lnTo>
                    <a:pt x="550978" y="1081864"/>
                  </a:lnTo>
                  <a:lnTo>
                    <a:pt x="540211" y="1070251"/>
                  </a:lnTo>
                  <a:close/>
                  <a:moveTo>
                    <a:pt x="893235" y="1528965"/>
                  </a:moveTo>
                  <a:lnTo>
                    <a:pt x="908997" y="1547053"/>
                  </a:lnTo>
                  <a:lnTo>
                    <a:pt x="909510" y="1524614"/>
                  </a:lnTo>
                  <a:close/>
                  <a:moveTo>
                    <a:pt x="902364" y="1522253"/>
                  </a:moveTo>
                  <a:lnTo>
                    <a:pt x="893235" y="1528965"/>
                  </a:lnTo>
                  <a:lnTo>
                    <a:pt x="909510" y="1524614"/>
                  </a:lnTo>
                  <a:close/>
                  <a:moveTo>
                    <a:pt x="909510" y="1524614"/>
                  </a:moveTo>
                  <a:lnTo>
                    <a:pt x="908997" y="1547053"/>
                  </a:lnTo>
                  <a:lnTo>
                    <a:pt x="920554" y="1528965"/>
                  </a:lnTo>
                  <a:close/>
                  <a:moveTo>
                    <a:pt x="909510" y="1524614"/>
                  </a:moveTo>
                  <a:lnTo>
                    <a:pt x="920554" y="1528965"/>
                  </a:lnTo>
                  <a:lnTo>
                    <a:pt x="902364" y="1522253"/>
                  </a:lnTo>
                  <a:close/>
                  <a:moveTo>
                    <a:pt x="753913" y="1322818"/>
                  </a:moveTo>
                  <a:lnTo>
                    <a:pt x="756337" y="1325640"/>
                  </a:lnTo>
                  <a:lnTo>
                    <a:pt x="758587" y="1320376"/>
                  </a:lnTo>
                  <a:close/>
                  <a:moveTo>
                    <a:pt x="550978" y="1081864"/>
                  </a:moveTo>
                  <a:lnTo>
                    <a:pt x="534707" y="1116672"/>
                  </a:lnTo>
                  <a:lnTo>
                    <a:pt x="573502" y="1105929"/>
                  </a:lnTo>
                  <a:close/>
                  <a:moveTo>
                    <a:pt x="1003745" y="1504871"/>
                  </a:moveTo>
                  <a:lnTo>
                    <a:pt x="1055331" y="1482029"/>
                  </a:lnTo>
                  <a:lnTo>
                    <a:pt x="1020357" y="1429240"/>
                  </a:lnTo>
                  <a:close/>
                  <a:moveTo>
                    <a:pt x="984239" y="1453334"/>
                  </a:moveTo>
                  <a:lnTo>
                    <a:pt x="1003745" y="1504871"/>
                  </a:lnTo>
                  <a:lnTo>
                    <a:pt x="1020357" y="1429240"/>
                  </a:lnTo>
                  <a:close/>
                  <a:moveTo>
                    <a:pt x="984239" y="1453334"/>
                  </a:moveTo>
                  <a:lnTo>
                    <a:pt x="1020357" y="1429240"/>
                  </a:lnTo>
                  <a:lnTo>
                    <a:pt x="958697" y="1423299"/>
                  </a:lnTo>
                  <a:close/>
                  <a:moveTo>
                    <a:pt x="1020357" y="1429240"/>
                  </a:moveTo>
                  <a:lnTo>
                    <a:pt x="985046" y="1386913"/>
                  </a:lnTo>
                  <a:lnTo>
                    <a:pt x="958697" y="1423299"/>
                  </a:lnTo>
                  <a:close/>
                  <a:moveTo>
                    <a:pt x="976673" y="1377704"/>
                  </a:moveTo>
                  <a:lnTo>
                    <a:pt x="958697" y="1423299"/>
                  </a:lnTo>
                  <a:lnTo>
                    <a:pt x="985046" y="1386913"/>
                  </a:lnTo>
                  <a:close/>
                  <a:moveTo>
                    <a:pt x="1178701" y="1583181"/>
                  </a:moveTo>
                  <a:lnTo>
                    <a:pt x="1174325" y="1583850"/>
                  </a:lnTo>
                  <a:lnTo>
                    <a:pt x="1221141" y="1610704"/>
                  </a:lnTo>
                  <a:close/>
                  <a:moveTo>
                    <a:pt x="1177323" y="1581773"/>
                  </a:moveTo>
                  <a:lnTo>
                    <a:pt x="1174325" y="1583850"/>
                  </a:lnTo>
                  <a:lnTo>
                    <a:pt x="1178701" y="1583181"/>
                  </a:lnTo>
                  <a:close/>
                  <a:moveTo>
                    <a:pt x="1206382" y="1508220"/>
                  </a:moveTo>
                  <a:lnTo>
                    <a:pt x="1178701" y="1583181"/>
                  </a:lnTo>
                  <a:lnTo>
                    <a:pt x="1244699" y="1559756"/>
                  </a:lnTo>
                  <a:close/>
                  <a:moveTo>
                    <a:pt x="1178701" y="1583181"/>
                  </a:moveTo>
                  <a:lnTo>
                    <a:pt x="1221141" y="1610704"/>
                  </a:lnTo>
                  <a:lnTo>
                    <a:pt x="1244699" y="1559756"/>
                  </a:lnTo>
                  <a:close/>
                  <a:moveTo>
                    <a:pt x="1112555" y="1473489"/>
                  </a:moveTo>
                  <a:lnTo>
                    <a:pt x="1056214" y="1478320"/>
                  </a:lnTo>
                  <a:lnTo>
                    <a:pt x="1066155" y="1480777"/>
                  </a:lnTo>
                  <a:close/>
                  <a:moveTo>
                    <a:pt x="1064121" y="1412140"/>
                  </a:moveTo>
                  <a:lnTo>
                    <a:pt x="1056214" y="1478320"/>
                  </a:lnTo>
                  <a:lnTo>
                    <a:pt x="1112555" y="1473489"/>
                  </a:lnTo>
                  <a:close/>
                  <a:moveTo>
                    <a:pt x="1020357" y="1429240"/>
                  </a:moveTo>
                  <a:lnTo>
                    <a:pt x="1056214" y="1478320"/>
                  </a:lnTo>
                  <a:lnTo>
                    <a:pt x="1064121" y="1412140"/>
                  </a:lnTo>
                  <a:close/>
                  <a:moveTo>
                    <a:pt x="1064121" y="1412140"/>
                  </a:moveTo>
                  <a:lnTo>
                    <a:pt x="985046" y="1386913"/>
                  </a:lnTo>
                  <a:lnTo>
                    <a:pt x="1020357" y="1429240"/>
                  </a:lnTo>
                  <a:close/>
                  <a:moveTo>
                    <a:pt x="989071" y="1372429"/>
                  </a:moveTo>
                  <a:lnTo>
                    <a:pt x="985046" y="1386913"/>
                  </a:lnTo>
                  <a:lnTo>
                    <a:pt x="1064121" y="1412140"/>
                  </a:lnTo>
                  <a:close/>
                  <a:moveTo>
                    <a:pt x="1045767" y="1364318"/>
                  </a:moveTo>
                  <a:lnTo>
                    <a:pt x="989071" y="1372429"/>
                  </a:lnTo>
                  <a:lnTo>
                    <a:pt x="1064121" y="1412140"/>
                  </a:lnTo>
                  <a:close/>
                  <a:moveTo>
                    <a:pt x="976673" y="1377704"/>
                  </a:moveTo>
                  <a:lnTo>
                    <a:pt x="985046" y="1386913"/>
                  </a:lnTo>
                  <a:lnTo>
                    <a:pt x="989071" y="1372429"/>
                  </a:lnTo>
                  <a:close/>
                  <a:moveTo>
                    <a:pt x="939894" y="1326167"/>
                  </a:moveTo>
                  <a:lnTo>
                    <a:pt x="976673" y="1377704"/>
                  </a:lnTo>
                  <a:lnTo>
                    <a:pt x="989071" y="1372429"/>
                  </a:lnTo>
                  <a:close/>
                  <a:moveTo>
                    <a:pt x="909535" y="1274630"/>
                  </a:moveTo>
                  <a:lnTo>
                    <a:pt x="939894" y="1326167"/>
                  </a:lnTo>
                  <a:lnTo>
                    <a:pt x="970170" y="1250537"/>
                  </a:lnTo>
                  <a:close/>
                  <a:moveTo>
                    <a:pt x="913002" y="1223094"/>
                  </a:moveTo>
                  <a:lnTo>
                    <a:pt x="909535" y="1274630"/>
                  </a:lnTo>
                  <a:lnTo>
                    <a:pt x="970170" y="1250537"/>
                  </a:lnTo>
                  <a:close/>
                  <a:moveTo>
                    <a:pt x="913002" y="1223094"/>
                  </a:moveTo>
                  <a:lnTo>
                    <a:pt x="970170" y="1250537"/>
                  </a:lnTo>
                  <a:lnTo>
                    <a:pt x="950187" y="1199000"/>
                  </a:lnTo>
                  <a:close/>
                  <a:moveTo>
                    <a:pt x="1244699" y="1559756"/>
                  </a:moveTo>
                  <a:lnTo>
                    <a:pt x="1221141" y="1610704"/>
                  </a:lnTo>
                  <a:lnTo>
                    <a:pt x="1290891" y="1592697"/>
                  </a:lnTo>
                  <a:close/>
                  <a:moveTo>
                    <a:pt x="1280167" y="1535662"/>
                  </a:moveTo>
                  <a:lnTo>
                    <a:pt x="1244699" y="1559756"/>
                  </a:lnTo>
                  <a:lnTo>
                    <a:pt x="1290891" y="1592697"/>
                  </a:lnTo>
                  <a:close/>
                  <a:moveTo>
                    <a:pt x="950187" y="1199000"/>
                  </a:moveTo>
                  <a:lnTo>
                    <a:pt x="1007594" y="1231884"/>
                  </a:lnTo>
                  <a:lnTo>
                    <a:pt x="983122" y="1189037"/>
                  </a:lnTo>
                  <a:close/>
                  <a:moveTo>
                    <a:pt x="950187" y="1199000"/>
                  </a:moveTo>
                  <a:lnTo>
                    <a:pt x="970170" y="1250537"/>
                  </a:lnTo>
                  <a:lnTo>
                    <a:pt x="1007594" y="1231884"/>
                  </a:lnTo>
                  <a:close/>
                  <a:moveTo>
                    <a:pt x="983122" y="1189037"/>
                  </a:moveTo>
                  <a:lnTo>
                    <a:pt x="913663" y="1159802"/>
                  </a:lnTo>
                  <a:lnTo>
                    <a:pt x="950187" y="1199000"/>
                  </a:lnTo>
                  <a:close/>
                  <a:moveTo>
                    <a:pt x="915998" y="1142882"/>
                  </a:moveTo>
                  <a:lnTo>
                    <a:pt x="913663" y="1159802"/>
                  </a:lnTo>
                  <a:lnTo>
                    <a:pt x="983122" y="1189037"/>
                  </a:lnTo>
                  <a:close/>
                  <a:moveTo>
                    <a:pt x="977965" y="1130487"/>
                  </a:moveTo>
                  <a:lnTo>
                    <a:pt x="915998" y="1142882"/>
                  </a:lnTo>
                  <a:lnTo>
                    <a:pt x="983122" y="1189037"/>
                  </a:lnTo>
                  <a:close/>
                  <a:moveTo>
                    <a:pt x="1019227" y="1197666"/>
                  </a:moveTo>
                  <a:lnTo>
                    <a:pt x="1012892" y="1123370"/>
                  </a:lnTo>
                  <a:lnTo>
                    <a:pt x="977965" y="1130487"/>
                  </a:lnTo>
                  <a:close/>
                  <a:moveTo>
                    <a:pt x="1019227" y="1197666"/>
                  </a:moveTo>
                  <a:lnTo>
                    <a:pt x="977965" y="1130487"/>
                  </a:lnTo>
                  <a:lnTo>
                    <a:pt x="983122" y="1189037"/>
                  </a:lnTo>
                  <a:close/>
                  <a:moveTo>
                    <a:pt x="896971" y="1147464"/>
                  </a:moveTo>
                  <a:lnTo>
                    <a:pt x="913663" y="1159802"/>
                  </a:lnTo>
                  <a:lnTo>
                    <a:pt x="915998" y="1142882"/>
                  </a:lnTo>
                  <a:close/>
                  <a:moveTo>
                    <a:pt x="874981" y="1095927"/>
                  </a:moveTo>
                  <a:lnTo>
                    <a:pt x="896971" y="1147464"/>
                  </a:lnTo>
                  <a:lnTo>
                    <a:pt x="921770" y="1071833"/>
                  </a:lnTo>
                  <a:close/>
                  <a:moveTo>
                    <a:pt x="1012892" y="1123370"/>
                  </a:moveTo>
                  <a:lnTo>
                    <a:pt x="983040" y="1071833"/>
                  </a:lnTo>
                  <a:lnTo>
                    <a:pt x="977965" y="1130487"/>
                  </a:lnTo>
                  <a:close/>
                  <a:moveTo>
                    <a:pt x="849028" y="1044390"/>
                  </a:moveTo>
                  <a:lnTo>
                    <a:pt x="874981" y="1095927"/>
                  </a:lnTo>
                  <a:lnTo>
                    <a:pt x="921770" y="1071833"/>
                  </a:lnTo>
                  <a:close/>
                  <a:moveTo>
                    <a:pt x="849028" y="1044390"/>
                  </a:moveTo>
                  <a:lnTo>
                    <a:pt x="921770" y="1071833"/>
                  </a:lnTo>
                  <a:lnTo>
                    <a:pt x="895387" y="1020296"/>
                  </a:lnTo>
                  <a:close/>
                  <a:moveTo>
                    <a:pt x="832409" y="984628"/>
                  </a:moveTo>
                  <a:lnTo>
                    <a:pt x="824291" y="1000332"/>
                  </a:lnTo>
                  <a:lnTo>
                    <a:pt x="857843" y="968760"/>
                  </a:lnTo>
                  <a:close/>
                  <a:moveTo>
                    <a:pt x="857843" y="968760"/>
                  </a:moveTo>
                  <a:lnTo>
                    <a:pt x="824291" y="1000332"/>
                  </a:lnTo>
                  <a:lnTo>
                    <a:pt x="849028" y="1044390"/>
                  </a:lnTo>
                  <a:close/>
                  <a:moveTo>
                    <a:pt x="857843" y="968760"/>
                  </a:moveTo>
                  <a:lnTo>
                    <a:pt x="849028" y="1044390"/>
                  </a:lnTo>
                  <a:lnTo>
                    <a:pt x="895387" y="1020296"/>
                  </a:lnTo>
                  <a:close/>
                  <a:moveTo>
                    <a:pt x="818417" y="992854"/>
                  </a:moveTo>
                  <a:lnTo>
                    <a:pt x="824291" y="1000332"/>
                  </a:lnTo>
                  <a:lnTo>
                    <a:pt x="832409" y="984628"/>
                  </a:lnTo>
                  <a:close/>
                  <a:moveTo>
                    <a:pt x="818361" y="941317"/>
                  </a:moveTo>
                  <a:lnTo>
                    <a:pt x="832409" y="984628"/>
                  </a:lnTo>
                  <a:lnTo>
                    <a:pt x="857843" y="968760"/>
                  </a:lnTo>
                  <a:close/>
                  <a:moveTo>
                    <a:pt x="1050568" y="1109444"/>
                  </a:moveTo>
                  <a:lnTo>
                    <a:pt x="1037342" y="1137963"/>
                  </a:lnTo>
                  <a:lnTo>
                    <a:pt x="1079339" y="1099275"/>
                  </a:lnTo>
                  <a:close/>
                  <a:moveTo>
                    <a:pt x="1012892" y="1123370"/>
                  </a:moveTo>
                  <a:lnTo>
                    <a:pt x="1037342" y="1137963"/>
                  </a:lnTo>
                  <a:lnTo>
                    <a:pt x="1050568" y="1109444"/>
                  </a:lnTo>
                  <a:close/>
                  <a:moveTo>
                    <a:pt x="1034407" y="1047739"/>
                  </a:moveTo>
                  <a:lnTo>
                    <a:pt x="1050568" y="1109444"/>
                  </a:lnTo>
                  <a:lnTo>
                    <a:pt x="1057881" y="1079854"/>
                  </a:lnTo>
                  <a:close/>
                  <a:moveTo>
                    <a:pt x="1012892" y="1123370"/>
                  </a:moveTo>
                  <a:lnTo>
                    <a:pt x="1050568" y="1109444"/>
                  </a:lnTo>
                  <a:lnTo>
                    <a:pt x="1034407" y="1047739"/>
                  </a:lnTo>
                  <a:close/>
                  <a:moveTo>
                    <a:pt x="983040" y="1071833"/>
                  </a:moveTo>
                  <a:lnTo>
                    <a:pt x="1012892" y="1123370"/>
                  </a:lnTo>
                  <a:lnTo>
                    <a:pt x="1034407" y="1047739"/>
                  </a:lnTo>
                  <a:close/>
                  <a:moveTo>
                    <a:pt x="1050568" y="1109444"/>
                  </a:moveTo>
                  <a:lnTo>
                    <a:pt x="1079339" y="1099275"/>
                  </a:lnTo>
                  <a:lnTo>
                    <a:pt x="1057881" y="1079854"/>
                  </a:lnTo>
                  <a:close/>
                  <a:moveTo>
                    <a:pt x="895387" y="1020296"/>
                  </a:moveTo>
                  <a:lnTo>
                    <a:pt x="930569" y="1068294"/>
                  </a:lnTo>
                  <a:lnTo>
                    <a:pt x="925433" y="1009726"/>
                  </a:lnTo>
                  <a:close/>
                  <a:moveTo>
                    <a:pt x="895387" y="1020296"/>
                  </a:moveTo>
                  <a:lnTo>
                    <a:pt x="921770" y="1071833"/>
                  </a:lnTo>
                  <a:lnTo>
                    <a:pt x="930569" y="1068294"/>
                  </a:lnTo>
                  <a:close/>
                  <a:moveTo>
                    <a:pt x="925433" y="1009726"/>
                  </a:moveTo>
                  <a:lnTo>
                    <a:pt x="930569" y="1068294"/>
                  </a:lnTo>
                  <a:lnTo>
                    <a:pt x="976738" y="1005998"/>
                  </a:lnTo>
                  <a:close/>
                  <a:moveTo>
                    <a:pt x="976738" y="1005998"/>
                  </a:moveTo>
                  <a:lnTo>
                    <a:pt x="972064" y="1068577"/>
                  </a:lnTo>
                  <a:lnTo>
                    <a:pt x="1012808" y="996202"/>
                  </a:lnTo>
                  <a:close/>
                  <a:moveTo>
                    <a:pt x="1012808" y="996202"/>
                  </a:moveTo>
                  <a:lnTo>
                    <a:pt x="983040" y="1071833"/>
                  </a:lnTo>
                  <a:lnTo>
                    <a:pt x="1034407" y="1047739"/>
                  </a:lnTo>
                  <a:close/>
                  <a:moveTo>
                    <a:pt x="923851" y="944666"/>
                  </a:moveTo>
                  <a:lnTo>
                    <a:pt x="925433" y="1009726"/>
                  </a:lnTo>
                  <a:lnTo>
                    <a:pt x="930139" y="951602"/>
                  </a:lnTo>
                  <a:close/>
                  <a:moveTo>
                    <a:pt x="895387" y="1020296"/>
                  </a:moveTo>
                  <a:lnTo>
                    <a:pt x="925433" y="1009726"/>
                  </a:lnTo>
                  <a:lnTo>
                    <a:pt x="923851" y="944666"/>
                  </a:lnTo>
                  <a:close/>
                  <a:moveTo>
                    <a:pt x="925433" y="1009726"/>
                  </a:moveTo>
                  <a:lnTo>
                    <a:pt x="976738" y="1005998"/>
                  </a:lnTo>
                  <a:lnTo>
                    <a:pt x="930139" y="951602"/>
                  </a:lnTo>
                  <a:close/>
                  <a:moveTo>
                    <a:pt x="976738" y="1005998"/>
                  </a:moveTo>
                  <a:lnTo>
                    <a:pt x="978372" y="957262"/>
                  </a:lnTo>
                  <a:lnTo>
                    <a:pt x="930139" y="951602"/>
                  </a:lnTo>
                  <a:close/>
                  <a:moveTo>
                    <a:pt x="978372" y="957262"/>
                  </a:moveTo>
                  <a:lnTo>
                    <a:pt x="976738" y="1005998"/>
                  </a:lnTo>
                  <a:lnTo>
                    <a:pt x="1012808" y="996202"/>
                  </a:lnTo>
                  <a:close/>
                  <a:moveTo>
                    <a:pt x="208425" y="0"/>
                  </a:moveTo>
                  <a:lnTo>
                    <a:pt x="131138" y="20616"/>
                  </a:lnTo>
                  <a:lnTo>
                    <a:pt x="164282" y="9635"/>
                  </a:lnTo>
                  <a:close/>
                  <a:moveTo>
                    <a:pt x="1132207" y="1081055"/>
                  </a:moveTo>
                  <a:lnTo>
                    <a:pt x="1057881" y="1079854"/>
                  </a:lnTo>
                  <a:lnTo>
                    <a:pt x="1079339" y="1099275"/>
                  </a:lnTo>
                  <a:close/>
                  <a:moveTo>
                    <a:pt x="1066943" y="1033388"/>
                  </a:moveTo>
                  <a:lnTo>
                    <a:pt x="1057881" y="1079854"/>
                  </a:lnTo>
                  <a:lnTo>
                    <a:pt x="1132207" y="1081055"/>
                  </a:lnTo>
                  <a:close/>
                  <a:moveTo>
                    <a:pt x="1034407" y="1047739"/>
                  </a:moveTo>
                  <a:lnTo>
                    <a:pt x="1057881" y="1079854"/>
                  </a:lnTo>
                  <a:lnTo>
                    <a:pt x="1066943" y="1033388"/>
                  </a:lnTo>
                  <a:close/>
                  <a:moveTo>
                    <a:pt x="1034407" y="1047739"/>
                  </a:moveTo>
                  <a:lnTo>
                    <a:pt x="1066943" y="1033388"/>
                  </a:lnTo>
                  <a:lnTo>
                    <a:pt x="1061557" y="972108"/>
                  </a:lnTo>
                  <a:close/>
                  <a:moveTo>
                    <a:pt x="1012808" y="996202"/>
                  </a:moveTo>
                  <a:lnTo>
                    <a:pt x="1034407" y="1047739"/>
                  </a:lnTo>
                  <a:lnTo>
                    <a:pt x="1061557" y="972108"/>
                  </a:lnTo>
                  <a:close/>
                  <a:moveTo>
                    <a:pt x="1006371" y="927044"/>
                  </a:moveTo>
                  <a:lnTo>
                    <a:pt x="930139" y="951602"/>
                  </a:lnTo>
                  <a:lnTo>
                    <a:pt x="978372" y="957262"/>
                  </a:lnTo>
                  <a:close/>
                  <a:moveTo>
                    <a:pt x="953904" y="836333"/>
                  </a:moveTo>
                  <a:lnTo>
                    <a:pt x="905535" y="837675"/>
                  </a:lnTo>
                  <a:lnTo>
                    <a:pt x="973296" y="883311"/>
                  </a:lnTo>
                  <a:close/>
                  <a:moveTo>
                    <a:pt x="889982" y="787576"/>
                  </a:moveTo>
                  <a:lnTo>
                    <a:pt x="835152" y="771138"/>
                  </a:lnTo>
                  <a:lnTo>
                    <a:pt x="877844" y="790056"/>
                  </a:lnTo>
                  <a:close/>
                  <a:moveTo>
                    <a:pt x="762771" y="540295"/>
                  </a:moveTo>
                  <a:lnTo>
                    <a:pt x="726599" y="583909"/>
                  </a:lnTo>
                  <a:lnTo>
                    <a:pt x="743664" y="559816"/>
                  </a:lnTo>
                  <a:close/>
                  <a:moveTo>
                    <a:pt x="1201857" y="1023645"/>
                  </a:moveTo>
                  <a:lnTo>
                    <a:pt x="1209780" y="1075182"/>
                  </a:lnTo>
                  <a:lnTo>
                    <a:pt x="1242021" y="1051088"/>
                  </a:lnTo>
                  <a:close/>
                  <a:moveTo>
                    <a:pt x="1201857" y="1023645"/>
                  </a:moveTo>
                  <a:lnTo>
                    <a:pt x="1242021" y="1051088"/>
                  </a:lnTo>
                  <a:lnTo>
                    <a:pt x="1219880" y="999551"/>
                  </a:lnTo>
                  <a:close/>
                  <a:moveTo>
                    <a:pt x="790266" y="508196"/>
                  </a:moveTo>
                  <a:lnTo>
                    <a:pt x="743664" y="559816"/>
                  </a:lnTo>
                  <a:lnTo>
                    <a:pt x="764300" y="535722"/>
                  </a:lnTo>
                  <a:close/>
                  <a:moveTo>
                    <a:pt x="790266" y="508196"/>
                  </a:moveTo>
                  <a:lnTo>
                    <a:pt x="762771" y="540295"/>
                  </a:lnTo>
                  <a:lnTo>
                    <a:pt x="743664" y="559816"/>
                  </a:lnTo>
                  <a:close/>
                  <a:moveTo>
                    <a:pt x="1131666" y="830523"/>
                  </a:moveTo>
                  <a:lnTo>
                    <a:pt x="1073180" y="844941"/>
                  </a:lnTo>
                  <a:lnTo>
                    <a:pt x="1088088" y="890712"/>
                  </a:lnTo>
                  <a:close/>
                  <a:moveTo>
                    <a:pt x="1230739" y="837190"/>
                  </a:moveTo>
                  <a:lnTo>
                    <a:pt x="1253027" y="807823"/>
                  </a:lnTo>
                  <a:lnTo>
                    <a:pt x="1238604" y="826817"/>
                  </a:lnTo>
                  <a:close/>
                  <a:moveTo>
                    <a:pt x="1230739" y="837190"/>
                  </a:moveTo>
                  <a:lnTo>
                    <a:pt x="1238604" y="826817"/>
                  </a:lnTo>
                  <a:lnTo>
                    <a:pt x="1200020" y="857236"/>
                  </a:lnTo>
                  <a:close/>
                  <a:moveTo>
                    <a:pt x="1310008" y="736738"/>
                  </a:moveTo>
                  <a:lnTo>
                    <a:pt x="1256271" y="745217"/>
                  </a:lnTo>
                  <a:lnTo>
                    <a:pt x="1340016" y="761505"/>
                  </a:lnTo>
                  <a:close/>
                  <a:moveTo>
                    <a:pt x="1340016" y="761505"/>
                  </a:moveTo>
                  <a:lnTo>
                    <a:pt x="1358420" y="772660"/>
                  </a:lnTo>
                  <a:lnTo>
                    <a:pt x="1310008" y="736738"/>
                  </a:lnTo>
                  <a:close/>
                  <a:moveTo>
                    <a:pt x="1340016" y="761505"/>
                  </a:moveTo>
                  <a:lnTo>
                    <a:pt x="1325984" y="772660"/>
                  </a:lnTo>
                  <a:lnTo>
                    <a:pt x="1348093" y="768518"/>
                  </a:lnTo>
                  <a:close/>
                  <a:moveTo>
                    <a:pt x="1348093" y="768518"/>
                  </a:moveTo>
                  <a:lnTo>
                    <a:pt x="1358420" y="772660"/>
                  </a:lnTo>
                  <a:lnTo>
                    <a:pt x="1340016" y="76150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19" name="Output_density__4218">
              <a:extLst>
                <a:ext uri="{FF2B5EF4-FFF2-40B4-BE49-F238E27FC236}">
                  <a16:creationId xmlns:a16="http://schemas.microsoft.com/office/drawing/2014/main" id="{C66173F7-1578-0B5B-F298-476B381F9159}"/>
                </a:ext>
              </a:extLst>
            </p:cNvPr>
            <p:cNvSpPr>
              <a:spLocks noGrp="1"/>
            </p:cNvSpPr>
            <p:nvPr/>
          </p:nvSpPr>
          <p:spPr>
            <a:xfrm>
              <a:off x="15341848" y="3371457"/>
              <a:ext cx="1328435" cy="1137807"/>
            </a:xfrm>
            <a:custGeom>
              <a:avLst/>
              <a:gdLst/>
              <a:ahLst/>
              <a:cxnLst/>
              <a:rect l="0" t="0" r="0" b="0"/>
              <a:pathLst>
                <a:path w="1328435" h="1137807">
                  <a:moveTo>
                    <a:pt x="15302" y="853753"/>
                  </a:moveTo>
                  <a:lnTo>
                    <a:pt x="18866" y="821890"/>
                  </a:lnTo>
                  <a:lnTo>
                    <a:pt x="0" y="845983"/>
                  </a:lnTo>
                  <a:close/>
                  <a:moveTo>
                    <a:pt x="75392" y="768843"/>
                  </a:moveTo>
                  <a:lnTo>
                    <a:pt x="18866" y="821890"/>
                  </a:lnTo>
                  <a:lnTo>
                    <a:pt x="64172" y="797796"/>
                  </a:lnTo>
                  <a:close/>
                  <a:moveTo>
                    <a:pt x="75392" y="768843"/>
                  </a:moveTo>
                  <a:lnTo>
                    <a:pt x="40913" y="774832"/>
                  </a:lnTo>
                  <a:lnTo>
                    <a:pt x="18866" y="821890"/>
                  </a:lnTo>
                  <a:close/>
                  <a:moveTo>
                    <a:pt x="135110" y="730780"/>
                  </a:moveTo>
                  <a:lnTo>
                    <a:pt x="94746" y="746259"/>
                  </a:lnTo>
                  <a:lnTo>
                    <a:pt x="149981" y="738143"/>
                  </a:lnTo>
                  <a:close/>
                  <a:moveTo>
                    <a:pt x="94746" y="746259"/>
                  </a:moveTo>
                  <a:lnTo>
                    <a:pt x="75392" y="768843"/>
                  </a:lnTo>
                  <a:lnTo>
                    <a:pt x="149981" y="738143"/>
                  </a:lnTo>
                  <a:close/>
                  <a:moveTo>
                    <a:pt x="149981" y="738143"/>
                  </a:moveTo>
                  <a:lnTo>
                    <a:pt x="75392" y="768843"/>
                  </a:lnTo>
                  <a:lnTo>
                    <a:pt x="139772" y="773702"/>
                  </a:lnTo>
                  <a:close/>
                  <a:moveTo>
                    <a:pt x="106059" y="708828"/>
                  </a:moveTo>
                  <a:lnTo>
                    <a:pt x="94746" y="746259"/>
                  </a:lnTo>
                  <a:lnTo>
                    <a:pt x="135110" y="730780"/>
                  </a:lnTo>
                  <a:close/>
                  <a:moveTo>
                    <a:pt x="106274" y="694723"/>
                  </a:moveTo>
                  <a:lnTo>
                    <a:pt x="135110" y="730780"/>
                  </a:lnTo>
                  <a:lnTo>
                    <a:pt x="157216" y="722165"/>
                  </a:lnTo>
                  <a:close/>
                  <a:moveTo>
                    <a:pt x="106274" y="694723"/>
                  </a:moveTo>
                  <a:lnTo>
                    <a:pt x="157216" y="722165"/>
                  </a:lnTo>
                  <a:lnTo>
                    <a:pt x="141230" y="670629"/>
                  </a:lnTo>
                  <a:close/>
                  <a:moveTo>
                    <a:pt x="415011" y="968870"/>
                  </a:moveTo>
                  <a:lnTo>
                    <a:pt x="344123" y="939978"/>
                  </a:lnTo>
                  <a:lnTo>
                    <a:pt x="366209" y="979848"/>
                  </a:lnTo>
                  <a:close/>
                  <a:moveTo>
                    <a:pt x="141230" y="670629"/>
                  </a:moveTo>
                  <a:lnTo>
                    <a:pt x="157216" y="722165"/>
                  </a:lnTo>
                  <a:lnTo>
                    <a:pt x="206824" y="710461"/>
                  </a:lnTo>
                  <a:close/>
                  <a:moveTo>
                    <a:pt x="132106" y="619092"/>
                  </a:moveTo>
                  <a:lnTo>
                    <a:pt x="202560" y="651184"/>
                  </a:lnTo>
                  <a:lnTo>
                    <a:pt x="181731" y="605375"/>
                  </a:lnTo>
                  <a:close/>
                  <a:moveTo>
                    <a:pt x="132106" y="619092"/>
                  </a:moveTo>
                  <a:lnTo>
                    <a:pt x="141230" y="670629"/>
                  </a:lnTo>
                  <a:lnTo>
                    <a:pt x="202560" y="651184"/>
                  </a:lnTo>
                  <a:close/>
                  <a:moveTo>
                    <a:pt x="459360" y="955754"/>
                  </a:moveTo>
                  <a:lnTo>
                    <a:pt x="471450" y="1007291"/>
                  </a:lnTo>
                  <a:lnTo>
                    <a:pt x="502912" y="998133"/>
                  </a:lnTo>
                  <a:close/>
                  <a:moveTo>
                    <a:pt x="822624" y="1116352"/>
                  </a:moveTo>
                  <a:lnTo>
                    <a:pt x="736976" y="1090931"/>
                  </a:lnTo>
                  <a:lnTo>
                    <a:pt x="759722" y="1137807"/>
                  </a:lnTo>
                  <a:close/>
                  <a:moveTo>
                    <a:pt x="843602" y="1062176"/>
                  </a:moveTo>
                  <a:lnTo>
                    <a:pt x="838034" y="1113713"/>
                  </a:lnTo>
                  <a:lnTo>
                    <a:pt x="893424" y="1089619"/>
                  </a:lnTo>
                  <a:close/>
                  <a:moveTo>
                    <a:pt x="843602" y="1062176"/>
                  </a:moveTo>
                  <a:lnTo>
                    <a:pt x="893424" y="1089619"/>
                  </a:lnTo>
                  <a:lnTo>
                    <a:pt x="882052" y="1038082"/>
                  </a:lnTo>
                  <a:close/>
                  <a:moveTo>
                    <a:pt x="882052" y="1038082"/>
                  </a:moveTo>
                  <a:lnTo>
                    <a:pt x="921640" y="1027304"/>
                  </a:lnTo>
                  <a:lnTo>
                    <a:pt x="909102" y="1021286"/>
                  </a:lnTo>
                  <a:close/>
                  <a:moveTo>
                    <a:pt x="912801" y="1065525"/>
                  </a:moveTo>
                  <a:lnTo>
                    <a:pt x="921640" y="1027304"/>
                  </a:lnTo>
                  <a:lnTo>
                    <a:pt x="882052" y="1038082"/>
                  </a:lnTo>
                  <a:close/>
                  <a:moveTo>
                    <a:pt x="893424" y="1089619"/>
                  </a:moveTo>
                  <a:lnTo>
                    <a:pt x="912801" y="1065525"/>
                  </a:lnTo>
                  <a:lnTo>
                    <a:pt x="882052" y="1038082"/>
                  </a:lnTo>
                  <a:close/>
                  <a:moveTo>
                    <a:pt x="896952" y="962452"/>
                  </a:moveTo>
                  <a:lnTo>
                    <a:pt x="909102" y="1021286"/>
                  </a:lnTo>
                  <a:lnTo>
                    <a:pt x="915204" y="1003243"/>
                  </a:lnTo>
                  <a:close/>
                  <a:moveTo>
                    <a:pt x="882052" y="1038082"/>
                  </a:moveTo>
                  <a:lnTo>
                    <a:pt x="909102" y="1021286"/>
                  </a:lnTo>
                  <a:lnTo>
                    <a:pt x="896952" y="962452"/>
                  </a:lnTo>
                  <a:close/>
                  <a:moveTo>
                    <a:pt x="909102" y="1021286"/>
                  </a:moveTo>
                  <a:lnTo>
                    <a:pt x="924243" y="1013989"/>
                  </a:lnTo>
                  <a:lnTo>
                    <a:pt x="915204" y="1003243"/>
                  </a:lnTo>
                  <a:close/>
                  <a:moveTo>
                    <a:pt x="396046" y="419835"/>
                  </a:moveTo>
                  <a:lnTo>
                    <a:pt x="430078" y="412175"/>
                  </a:lnTo>
                  <a:lnTo>
                    <a:pt x="396155" y="419643"/>
                  </a:lnTo>
                  <a:close/>
                  <a:moveTo>
                    <a:pt x="430078" y="412175"/>
                  </a:moveTo>
                  <a:lnTo>
                    <a:pt x="433014" y="395549"/>
                  </a:lnTo>
                  <a:lnTo>
                    <a:pt x="396155" y="419643"/>
                  </a:lnTo>
                  <a:close/>
                  <a:moveTo>
                    <a:pt x="382439" y="368106"/>
                  </a:moveTo>
                  <a:lnTo>
                    <a:pt x="396155" y="419643"/>
                  </a:lnTo>
                  <a:lnTo>
                    <a:pt x="433014" y="395549"/>
                  </a:lnTo>
                  <a:close/>
                  <a:moveTo>
                    <a:pt x="382439" y="368106"/>
                  </a:moveTo>
                  <a:lnTo>
                    <a:pt x="433014" y="395549"/>
                  </a:lnTo>
                  <a:lnTo>
                    <a:pt x="428487" y="344013"/>
                  </a:lnTo>
                  <a:close/>
                  <a:moveTo>
                    <a:pt x="919244" y="950298"/>
                  </a:moveTo>
                  <a:lnTo>
                    <a:pt x="915204" y="1003243"/>
                  </a:lnTo>
                  <a:lnTo>
                    <a:pt x="940771" y="938358"/>
                  </a:lnTo>
                  <a:close/>
                  <a:moveTo>
                    <a:pt x="940771" y="938358"/>
                  </a:moveTo>
                  <a:lnTo>
                    <a:pt x="915204" y="1003243"/>
                  </a:lnTo>
                  <a:lnTo>
                    <a:pt x="924243" y="1013989"/>
                  </a:lnTo>
                  <a:close/>
                  <a:moveTo>
                    <a:pt x="896952" y="962452"/>
                  </a:moveTo>
                  <a:lnTo>
                    <a:pt x="915204" y="1003243"/>
                  </a:lnTo>
                  <a:lnTo>
                    <a:pt x="919244" y="950298"/>
                  </a:lnTo>
                  <a:close/>
                  <a:moveTo>
                    <a:pt x="880135" y="910915"/>
                  </a:moveTo>
                  <a:lnTo>
                    <a:pt x="919244" y="950298"/>
                  </a:lnTo>
                  <a:lnTo>
                    <a:pt x="905654" y="898603"/>
                  </a:lnTo>
                  <a:close/>
                  <a:moveTo>
                    <a:pt x="880135" y="910915"/>
                  </a:moveTo>
                  <a:lnTo>
                    <a:pt x="896952" y="962452"/>
                  </a:lnTo>
                  <a:lnTo>
                    <a:pt x="919244" y="950298"/>
                  </a:lnTo>
                  <a:close/>
                  <a:moveTo>
                    <a:pt x="940771" y="938358"/>
                  </a:moveTo>
                  <a:lnTo>
                    <a:pt x="929076" y="886821"/>
                  </a:lnTo>
                  <a:lnTo>
                    <a:pt x="919244" y="950298"/>
                  </a:lnTo>
                  <a:close/>
                  <a:moveTo>
                    <a:pt x="929076" y="886821"/>
                  </a:moveTo>
                  <a:lnTo>
                    <a:pt x="905654" y="898603"/>
                  </a:lnTo>
                  <a:lnTo>
                    <a:pt x="919244" y="950298"/>
                  </a:lnTo>
                  <a:close/>
                  <a:moveTo>
                    <a:pt x="428487" y="344013"/>
                  </a:moveTo>
                  <a:lnTo>
                    <a:pt x="496713" y="375743"/>
                  </a:lnTo>
                  <a:lnTo>
                    <a:pt x="479641" y="326879"/>
                  </a:lnTo>
                  <a:close/>
                  <a:moveTo>
                    <a:pt x="428487" y="344013"/>
                  </a:moveTo>
                  <a:lnTo>
                    <a:pt x="433014" y="395549"/>
                  </a:lnTo>
                  <a:lnTo>
                    <a:pt x="496713" y="375743"/>
                  </a:lnTo>
                  <a:close/>
                  <a:moveTo>
                    <a:pt x="523126" y="371455"/>
                  </a:moveTo>
                  <a:lnTo>
                    <a:pt x="539397" y="336647"/>
                  </a:lnTo>
                  <a:lnTo>
                    <a:pt x="496713" y="375743"/>
                  </a:lnTo>
                  <a:close/>
                  <a:moveTo>
                    <a:pt x="496713" y="375743"/>
                  </a:moveTo>
                  <a:lnTo>
                    <a:pt x="528630" y="325034"/>
                  </a:lnTo>
                  <a:lnTo>
                    <a:pt x="479641" y="326879"/>
                  </a:lnTo>
                  <a:close/>
                  <a:moveTo>
                    <a:pt x="450129" y="312465"/>
                  </a:moveTo>
                  <a:lnTo>
                    <a:pt x="428487" y="344013"/>
                  </a:lnTo>
                  <a:lnTo>
                    <a:pt x="479641" y="326879"/>
                  </a:lnTo>
                  <a:close/>
                  <a:moveTo>
                    <a:pt x="1008777" y="684024"/>
                  </a:moveTo>
                  <a:lnTo>
                    <a:pt x="1043750" y="736812"/>
                  </a:lnTo>
                  <a:lnTo>
                    <a:pt x="1044633" y="733103"/>
                  </a:lnTo>
                  <a:close/>
                  <a:moveTo>
                    <a:pt x="1043750" y="736812"/>
                  </a:moveTo>
                  <a:lnTo>
                    <a:pt x="1054575" y="735560"/>
                  </a:lnTo>
                  <a:lnTo>
                    <a:pt x="1044633" y="733103"/>
                  </a:lnTo>
                  <a:close/>
                  <a:moveTo>
                    <a:pt x="806780" y="196100"/>
                  </a:moveTo>
                  <a:lnTo>
                    <a:pt x="846262" y="223543"/>
                  </a:lnTo>
                  <a:lnTo>
                    <a:pt x="839732" y="172006"/>
                  </a:lnTo>
                  <a:close/>
                  <a:moveTo>
                    <a:pt x="846262" y="223543"/>
                  </a:moveTo>
                  <a:lnTo>
                    <a:pt x="883806" y="275079"/>
                  </a:lnTo>
                  <a:lnTo>
                    <a:pt x="912270" y="199449"/>
                  </a:lnTo>
                  <a:close/>
                  <a:moveTo>
                    <a:pt x="839732" y="172006"/>
                  </a:moveTo>
                  <a:lnTo>
                    <a:pt x="909907" y="174041"/>
                  </a:lnTo>
                  <a:lnTo>
                    <a:pt x="900705" y="149712"/>
                  </a:lnTo>
                  <a:close/>
                  <a:moveTo>
                    <a:pt x="912270" y="199449"/>
                  </a:moveTo>
                  <a:lnTo>
                    <a:pt x="909907" y="174041"/>
                  </a:lnTo>
                  <a:lnTo>
                    <a:pt x="839732" y="172006"/>
                  </a:lnTo>
                  <a:close/>
                  <a:moveTo>
                    <a:pt x="846262" y="223543"/>
                  </a:moveTo>
                  <a:lnTo>
                    <a:pt x="912270" y="199449"/>
                  </a:lnTo>
                  <a:lnTo>
                    <a:pt x="839732" y="172006"/>
                  </a:lnTo>
                  <a:close/>
                  <a:moveTo>
                    <a:pt x="813387" y="119976"/>
                  </a:moveTo>
                  <a:lnTo>
                    <a:pt x="813234" y="122172"/>
                  </a:lnTo>
                  <a:lnTo>
                    <a:pt x="882106" y="96376"/>
                  </a:lnTo>
                  <a:close/>
                  <a:moveTo>
                    <a:pt x="813234" y="122172"/>
                  </a:moveTo>
                  <a:lnTo>
                    <a:pt x="839732" y="172006"/>
                  </a:lnTo>
                  <a:lnTo>
                    <a:pt x="882106" y="96376"/>
                  </a:lnTo>
                  <a:close/>
                  <a:moveTo>
                    <a:pt x="882106" y="96376"/>
                  </a:moveTo>
                  <a:lnTo>
                    <a:pt x="839732" y="172006"/>
                  </a:lnTo>
                  <a:lnTo>
                    <a:pt x="897188" y="126484"/>
                  </a:lnTo>
                  <a:close/>
                  <a:moveTo>
                    <a:pt x="897188" y="126484"/>
                  </a:moveTo>
                  <a:lnTo>
                    <a:pt x="839732" y="172006"/>
                  </a:lnTo>
                  <a:lnTo>
                    <a:pt x="900705" y="149712"/>
                  </a:lnTo>
                  <a:close/>
                  <a:moveTo>
                    <a:pt x="900705" y="149712"/>
                  </a:moveTo>
                  <a:lnTo>
                    <a:pt x="914662" y="147912"/>
                  </a:lnTo>
                  <a:lnTo>
                    <a:pt x="897188" y="126484"/>
                  </a:lnTo>
                  <a:close/>
                  <a:moveTo>
                    <a:pt x="900705" y="149712"/>
                  </a:moveTo>
                  <a:lnTo>
                    <a:pt x="909907" y="174041"/>
                  </a:lnTo>
                  <a:lnTo>
                    <a:pt x="914662" y="147912"/>
                  </a:lnTo>
                  <a:close/>
                  <a:moveTo>
                    <a:pt x="918559" y="206385"/>
                  </a:moveTo>
                  <a:lnTo>
                    <a:pt x="926503" y="191482"/>
                  </a:lnTo>
                  <a:lnTo>
                    <a:pt x="912270" y="199449"/>
                  </a:lnTo>
                  <a:close/>
                  <a:moveTo>
                    <a:pt x="909907" y="174041"/>
                  </a:moveTo>
                  <a:lnTo>
                    <a:pt x="912270" y="199449"/>
                  </a:lnTo>
                  <a:lnTo>
                    <a:pt x="926503" y="191482"/>
                  </a:lnTo>
                  <a:close/>
                  <a:moveTo>
                    <a:pt x="961715" y="138094"/>
                  </a:moveTo>
                  <a:lnTo>
                    <a:pt x="914662" y="147912"/>
                  </a:lnTo>
                  <a:lnTo>
                    <a:pt x="991488" y="169481"/>
                  </a:lnTo>
                  <a:close/>
                  <a:moveTo>
                    <a:pt x="914662" y="147912"/>
                  </a:moveTo>
                  <a:lnTo>
                    <a:pt x="909907" y="174041"/>
                  </a:lnTo>
                  <a:lnTo>
                    <a:pt x="991488" y="169481"/>
                  </a:lnTo>
                  <a:close/>
                  <a:moveTo>
                    <a:pt x="991488" y="169481"/>
                  </a:moveTo>
                  <a:lnTo>
                    <a:pt x="909907" y="174041"/>
                  </a:lnTo>
                  <a:lnTo>
                    <a:pt x="982751" y="175355"/>
                  </a:lnTo>
                  <a:close/>
                  <a:moveTo>
                    <a:pt x="982751" y="175355"/>
                  </a:moveTo>
                  <a:lnTo>
                    <a:pt x="909907" y="174041"/>
                  </a:lnTo>
                  <a:lnTo>
                    <a:pt x="926503" y="191482"/>
                  </a:lnTo>
                  <a:close/>
                  <a:moveTo>
                    <a:pt x="961715" y="138094"/>
                  </a:moveTo>
                  <a:lnTo>
                    <a:pt x="897188" y="126484"/>
                  </a:lnTo>
                  <a:lnTo>
                    <a:pt x="914662" y="147912"/>
                  </a:lnTo>
                  <a:close/>
                  <a:moveTo>
                    <a:pt x="893954" y="92458"/>
                  </a:moveTo>
                  <a:lnTo>
                    <a:pt x="897188" y="126484"/>
                  </a:lnTo>
                  <a:lnTo>
                    <a:pt x="961715" y="138094"/>
                  </a:lnTo>
                  <a:close/>
                  <a:moveTo>
                    <a:pt x="961715" y="138094"/>
                  </a:moveTo>
                  <a:lnTo>
                    <a:pt x="1007143" y="123818"/>
                  </a:lnTo>
                  <a:lnTo>
                    <a:pt x="1017083" y="90500"/>
                  </a:lnTo>
                  <a:close/>
                  <a:moveTo>
                    <a:pt x="961715" y="138094"/>
                  </a:moveTo>
                  <a:lnTo>
                    <a:pt x="991488" y="169481"/>
                  </a:lnTo>
                  <a:lnTo>
                    <a:pt x="1007143" y="123818"/>
                  </a:lnTo>
                  <a:close/>
                  <a:moveTo>
                    <a:pt x="882106" y="96376"/>
                  </a:moveTo>
                  <a:lnTo>
                    <a:pt x="897188" y="126484"/>
                  </a:lnTo>
                  <a:lnTo>
                    <a:pt x="893954" y="92458"/>
                  </a:lnTo>
                  <a:close/>
                  <a:moveTo>
                    <a:pt x="866264" y="44839"/>
                  </a:moveTo>
                  <a:lnTo>
                    <a:pt x="893954" y="92458"/>
                  </a:lnTo>
                  <a:lnTo>
                    <a:pt x="878401" y="42359"/>
                  </a:lnTo>
                  <a:close/>
                  <a:moveTo>
                    <a:pt x="866264" y="44839"/>
                  </a:moveTo>
                  <a:lnTo>
                    <a:pt x="882106" y="96376"/>
                  </a:lnTo>
                  <a:lnTo>
                    <a:pt x="893954" y="92458"/>
                  </a:lnTo>
                  <a:close/>
                  <a:moveTo>
                    <a:pt x="1048750" y="105319"/>
                  </a:moveTo>
                  <a:lnTo>
                    <a:pt x="1007143" y="123818"/>
                  </a:lnTo>
                  <a:lnTo>
                    <a:pt x="1061672" y="122311"/>
                  </a:lnTo>
                  <a:close/>
                  <a:moveTo>
                    <a:pt x="1061672" y="122311"/>
                  </a:moveTo>
                  <a:lnTo>
                    <a:pt x="1007143" y="123818"/>
                  </a:lnTo>
                  <a:lnTo>
                    <a:pt x="991488" y="169481"/>
                  </a:lnTo>
                  <a:close/>
                  <a:moveTo>
                    <a:pt x="1017083" y="90500"/>
                  </a:moveTo>
                  <a:lnTo>
                    <a:pt x="1007143" y="123818"/>
                  </a:lnTo>
                  <a:lnTo>
                    <a:pt x="1048750" y="105319"/>
                  </a:lnTo>
                  <a:close/>
                  <a:moveTo>
                    <a:pt x="1017083" y="90500"/>
                  </a:moveTo>
                  <a:lnTo>
                    <a:pt x="1048750" y="105319"/>
                  </a:lnTo>
                  <a:lnTo>
                    <a:pt x="1026450" y="72282"/>
                  </a:lnTo>
                  <a:close/>
                  <a:moveTo>
                    <a:pt x="1026450" y="72282"/>
                  </a:moveTo>
                  <a:lnTo>
                    <a:pt x="1048750" y="105319"/>
                  </a:lnTo>
                  <a:lnTo>
                    <a:pt x="1061599" y="99725"/>
                  </a:lnTo>
                  <a:close/>
                  <a:moveTo>
                    <a:pt x="1026450" y="72282"/>
                  </a:moveTo>
                  <a:lnTo>
                    <a:pt x="1061599" y="99725"/>
                  </a:lnTo>
                  <a:lnTo>
                    <a:pt x="1067808" y="48188"/>
                  </a:lnTo>
                  <a:close/>
                  <a:moveTo>
                    <a:pt x="1048750" y="105319"/>
                  </a:moveTo>
                  <a:lnTo>
                    <a:pt x="1061672" y="122311"/>
                  </a:lnTo>
                  <a:lnTo>
                    <a:pt x="1061599" y="99725"/>
                  </a:lnTo>
                  <a:close/>
                  <a:moveTo>
                    <a:pt x="1067808" y="48188"/>
                  </a:moveTo>
                  <a:lnTo>
                    <a:pt x="1120085" y="85307"/>
                  </a:lnTo>
                  <a:lnTo>
                    <a:pt x="1102037" y="37237"/>
                  </a:lnTo>
                  <a:close/>
                  <a:moveTo>
                    <a:pt x="1067808" y="48188"/>
                  </a:moveTo>
                  <a:lnTo>
                    <a:pt x="1061599" y="99725"/>
                  </a:lnTo>
                  <a:lnTo>
                    <a:pt x="1120085" y="85307"/>
                  </a:lnTo>
                  <a:close/>
                  <a:moveTo>
                    <a:pt x="1120085" y="85307"/>
                  </a:moveTo>
                  <a:lnTo>
                    <a:pt x="1154940" y="32209"/>
                  </a:lnTo>
                  <a:lnTo>
                    <a:pt x="1102037" y="37237"/>
                  </a:lnTo>
                  <a:close/>
                  <a:moveTo>
                    <a:pt x="1083472" y="29139"/>
                  </a:moveTo>
                  <a:lnTo>
                    <a:pt x="1067808" y="48188"/>
                  </a:lnTo>
                  <a:lnTo>
                    <a:pt x="1102037" y="37237"/>
                  </a:lnTo>
                  <a:close/>
                  <a:moveTo>
                    <a:pt x="1250893" y="51536"/>
                  </a:moveTo>
                  <a:lnTo>
                    <a:pt x="1241446" y="62606"/>
                  </a:lnTo>
                  <a:lnTo>
                    <a:pt x="1219158" y="91973"/>
                  </a:lnTo>
                  <a:close/>
                  <a:moveTo>
                    <a:pt x="1243940" y="9951"/>
                  </a:moveTo>
                  <a:lnTo>
                    <a:pt x="1241446" y="62606"/>
                  </a:lnTo>
                  <a:lnTo>
                    <a:pt x="1250893" y="51536"/>
                  </a:lnTo>
                  <a:close/>
                  <a:moveTo>
                    <a:pt x="1244690" y="0"/>
                  </a:moveTo>
                  <a:lnTo>
                    <a:pt x="1241446" y="62606"/>
                  </a:lnTo>
                  <a:lnTo>
                    <a:pt x="1243940" y="9951"/>
                  </a:lnTo>
                  <a:close/>
                  <a:moveTo>
                    <a:pt x="1244690" y="0"/>
                  </a:moveTo>
                  <a:lnTo>
                    <a:pt x="1239235" y="1661"/>
                  </a:lnTo>
                  <a:lnTo>
                    <a:pt x="1221747" y="61876"/>
                  </a:lnTo>
                  <a:close/>
                  <a:moveTo>
                    <a:pt x="1263077" y="45021"/>
                  </a:moveTo>
                  <a:lnTo>
                    <a:pt x="1250893" y="51536"/>
                  </a:lnTo>
                  <a:lnTo>
                    <a:pt x="1293506" y="60370"/>
                  </a:lnTo>
                  <a:close/>
                  <a:moveTo>
                    <a:pt x="1243940" y="9951"/>
                  </a:moveTo>
                  <a:lnTo>
                    <a:pt x="1250893" y="51536"/>
                  </a:lnTo>
                  <a:lnTo>
                    <a:pt x="1263077" y="45021"/>
                  </a:lnTo>
                  <a:close/>
                  <a:moveTo>
                    <a:pt x="1244690" y="0"/>
                  </a:moveTo>
                  <a:lnTo>
                    <a:pt x="1243940" y="9951"/>
                  </a:lnTo>
                  <a:lnTo>
                    <a:pt x="1328435" y="16288"/>
                  </a:lnTo>
                  <a:close/>
                  <a:moveTo>
                    <a:pt x="1328435" y="16288"/>
                  </a:moveTo>
                  <a:lnTo>
                    <a:pt x="1243940" y="9951"/>
                  </a:lnTo>
                  <a:lnTo>
                    <a:pt x="1314404" y="27443"/>
                  </a:lnTo>
                  <a:close/>
                  <a:moveTo>
                    <a:pt x="1314404" y="27443"/>
                  </a:moveTo>
                  <a:lnTo>
                    <a:pt x="1243940" y="9951"/>
                  </a:lnTo>
                  <a:lnTo>
                    <a:pt x="1263077" y="4502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20" name="Output_density__4219">
              <a:extLst>
                <a:ext uri="{FF2B5EF4-FFF2-40B4-BE49-F238E27FC236}">
                  <a16:creationId xmlns:a16="http://schemas.microsoft.com/office/drawing/2014/main" id="{D4384305-43B3-F0AA-324B-FDF57A1707CD}"/>
                </a:ext>
              </a:extLst>
            </p:cNvPr>
            <p:cNvSpPr>
              <a:spLocks noGrp="1"/>
            </p:cNvSpPr>
            <p:nvPr/>
          </p:nvSpPr>
          <p:spPr>
            <a:xfrm>
              <a:off x="15520307" y="2623380"/>
              <a:ext cx="1225552" cy="2112775"/>
            </a:xfrm>
            <a:custGeom>
              <a:avLst/>
              <a:gdLst/>
              <a:ahLst/>
              <a:cxnLst/>
              <a:rect l="0" t="0" r="0" b="0"/>
              <a:pathLst>
                <a:path w="1225552" h="2112775">
                  <a:moveTo>
                    <a:pt x="306785" y="2009702"/>
                  </a:moveTo>
                  <a:lnTo>
                    <a:pt x="283108" y="2047606"/>
                  </a:lnTo>
                  <a:lnTo>
                    <a:pt x="309567" y="2011632"/>
                  </a:lnTo>
                  <a:close/>
                  <a:moveTo>
                    <a:pt x="309567" y="2011632"/>
                  </a:moveTo>
                  <a:lnTo>
                    <a:pt x="353706" y="2011380"/>
                  </a:lnTo>
                  <a:lnTo>
                    <a:pt x="330883" y="2009702"/>
                  </a:lnTo>
                  <a:close/>
                  <a:moveTo>
                    <a:pt x="0" y="1700482"/>
                  </a:moveTo>
                  <a:lnTo>
                    <a:pt x="23225" y="1713687"/>
                  </a:lnTo>
                  <a:lnTo>
                    <a:pt x="47957" y="1732222"/>
                  </a:lnTo>
                  <a:close/>
                  <a:moveTo>
                    <a:pt x="96058" y="1737388"/>
                  </a:moveTo>
                  <a:lnTo>
                    <a:pt x="47957" y="1732222"/>
                  </a:lnTo>
                  <a:lnTo>
                    <a:pt x="23225" y="1713687"/>
                  </a:lnTo>
                  <a:close/>
                  <a:moveTo>
                    <a:pt x="465883" y="2112775"/>
                  </a:moveTo>
                  <a:lnTo>
                    <a:pt x="471923" y="2088681"/>
                  </a:lnTo>
                  <a:lnTo>
                    <a:pt x="422963" y="2086248"/>
                  </a:lnTo>
                  <a:close/>
                  <a:moveTo>
                    <a:pt x="471923" y="2088681"/>
                  </a:moveTo>
                  <a:lnTo>
                    <a:pt x="458517" y="2084278"/>
                  </a:lnTo>
                  <a:lnTo>
                    <a:pt x="422963" y="2086248"/>
                  </a:lnTo>
                  <a:close/>
                  <a:moveTo>
                    <a:pt x="309567" y="2011632"/>
                  </a:moveTo>
                  <a:lnTo>
                    <a:pt x="286768" y="1989836"/>
                  </a:lnTo>
                  <a:lnTo>
                    <a:pt x="306785" y="2009702"/>
                  </a:lnTo>
                  <a:close/>
                  <a:moveTo>
                    <a:pt x="349440" y="2025808"/>
                  </a:moveTo>
                  <a:lnTo>
                    <a:pt x="330883" y="2009702"/>
                  </a:lnTo>
                  <a:lnTo>
                    <a:pt x="388857" y="2045546"/>
                  </a:lnTo>
                  <a:close/>
                  <a:moveTo>
                    <a:pt x="309567" y="2011632"/>
                  </a:moveTo>
                  <a:lnTo>
                    <a:pt x="330883" y="2009702"/>
                  </a:lnTo>
                  <a:lnTo>
                    <a:pt x="349440" y="2025808"/>
                  </a:lnTo>
                  <a:close/>
                  <a:moveTo>
                    <a:pt x="249472" y="1779462"/>
                  </a:moveTo>
                  <a:lnTo>
                    <a:pt x="231539" y="1759674"/>
                  </a:lnTo>
                  <a:lnTo>
                    <a:pt x="264775" y="1794726"/>
                  </a:lnTo>
                  <a:close/>
                  <a:moveTo>
                    <a:pt x="34956" y="1578665"/>
                  </a:moveTo>
                  <a:lnTo>
                    <a:pt x="8175" y="1537695"/>
                  </a:lnTo>
                  <a:lnTo>
                    <a:pt x="11380" y="1573315"/>
                  </a:lnTo>
                  <a:close/>
                  <a:moveTo>
                    <a:pt x="505875" y="2064587"/>
                  </a:moveTo>
                  <a:lnTo>
                    <a:pt x="471923" y="2088681"/>
                  </a:lnTo>
                  <a:lnTo>
                    <a:pt x="509896" y="2101695"/>
                  </a:lnTo>
                  <a:close/>
                  <a:moveTo>
                    <a:pt x="471923" y="2088681"/>
                  </a:moveTo>
                  <a:lnTo>
                    <a:pt x="505875" y="2064587"/>
                  </a:lnTo>
                  <a:lnTo>
                    <a:pt x="458517" y="2084278"/>
                  </a:lnTo>
                  <a:close/>
                  <a:moveTo>
                    <a:pt x="340565" y="1817948"/>
                  </a:moveTo>
                  <a:lnTo>
                    <a:pt x="319931" y="1780579"/>
                  </a:lnTo>
                  <a:lnTo>
                    <a:pt x="292137" y="1811565"/>
                  </a:lnTo>
                  <a:close/>
                  <a:moveTo>
                    <a:pt x="94698" y="1497685"/>
                  </a:moveTo>
                  <a:lnTo>
                    <a:pt x="61271" y="1521778"/>
                  </a:lnTo>
                  <a:lnTo>
                    <a:pt x="82786" y="1549221"/>
                  </a:lnTo>
                  <a:close/>
                  <a:moveTo>
                    <a:pt x="109979" y="1497685"/>
                  </a:moveTo>
                  <a:lnTo>
                    <a:pt x="100217" y="1563591"/>
                  </a:lnTo>
                  <a:lnTo>
                    <a:pt x="128784" y="1550167"/>
                  </a:lnTo>
                  <a:close/>
                  <a:moveTo>
                    <a:pt x="292835" y="1646428"/>
                  </a:moveTo>
                  <a:lnTo>
                    <a:pt x="322211" y="1654204"/>
                  </a:lnTo>
                  <a:lnTo>
                    <a:pt x="255193" y="1639048"/>
                  </a:lnTo>
                  <a:close/>
                  <a:moveTo>
                    <a:pt x="301497" y="1652294"/>
                  </a:moveTo>
                  <a:lnTo>
                    <a:pt x="337882" y="1673018"/>
                  </a:lnTo>
                  <a:lnTo>
                    <a:pt x="322211" y="1654204"/>
                  </a:lnTo>
                  <a:close/>
                  <a:moveTo>
                    <a:pt x="322211" y="1654204"/>
                  </a:moveTo>
                  <a:lnTo>
                    <a:pt x="337882" y="1673018"/>
                  </a:lnTo>
                  <a:lnTo>
                    <a:pt x="368696" y="1653328"/>
                  </a:lnTo>
                  <a:close/>
                  <a:moveTo>
                    <a:pt x="301497" y="1652294"/>
                  </a:moveTo>
                  <a:lnTo>
                    <a:pt x="322211" y="1654204"/>
                  </a:lnTo>
                  <a:lnTo>
                    <a:pt x="292835" y="1646428"/>
                  </a:lnTo>
                  <a:close/>
                  <a:moveTo>
                    <a:pt x="599394" y="1988330"/>
                  </a:moveTo>
                  <a:lnTo>
                    <a:pt x="598965" y="1990235"/>
                  </a:lnTo>
                  <a:lnTo>
                    <a:pt x="598974" y="1988957"/>
                  </a:lnTo>
                  <a:close/>
                  <a:moveTo>
                    <a:pt x="599394" y="1988330"/>
                  </a:moveTo>
                  <a:lnTo>
                    <a:pt x="598974" y="1988957"/>
                  </a:lnTo>
                  <a:lnTo>
                    <a:pt x="598382" y="1988055"/>
                  </a:lnTo>
                  <a:close/>
                  <a:moveTo>
                    <a:pt x="644165" y="1864428"/>
                  </a:moveTo>
                  <a:lnTo>
                    <a:pt x="637484" y="1937420"/>
                  </a:lnTo>
                  <a:lnTo>
                    <a:pt x="703020" y="1895027"/>
                  </a:lnTo>
                  <a:close/>
                  <a:moveTo>
                    <a:pt x="372455" y="1556938"/>
                  </a:moveTo>
                  <a:lnTo>
                    <a:pt x="327032" y="1618627"/>
                  </a:lnTo>
                  <a:lnTo>
                    <a:pt x="376543" y="1616358"/>
                  </a:lnTo>
                  <a:close/>
                  <a:moveTo>
                    <a:pt x="287725" y="1525127"/>
                  </a:moveTo>
                  <a:lnTo>
                    <a:pt x="375873" y="1545264"/>
                  </a:lnTo>
                  <a:lnTo>
                    <a:pt x="344119" y="1552570"/>
                  </a:lnTo>
                  <a:close/>
                  <a:moveTo>
                    <a:pt x="344119" y="1552570"/>
                  </a:moveTo>
                  <a:lnTo>
                    <a:pt x="372455" y="1556938"/>
                  </a:lnTo>
                  <a:lnTo>
                    <a:pt x="287725" y="1525127"/>
                  </a:lnTo>
                  <a:close/>
                  <a:moveTo>
                    <a:pt x="178286" y="1412619"/>
                  </a:moveTo>
                  <a:lnTo>
                    <a:pt x="202000" y="1456082"/>
                  </a:lnTo>
                  <a:lnTo>
                    <a:pt x="230235" y="1408367"/>
                  </a:lnTo>
                  <a:close/>
                  <a:moveTo>
                    <a:pt x="178286" y="1412619"/>
                  </a:moveTo>
                  <a:lnTo>
                    <a:pt x="230235" y="1408367"/>
                  </a:lnTo>
                  <a:lnTo>
                    <a:pt x="192181" y="1382499"/>
                  </a:lnTo>
                  <a:close/>
                  <a:moveTo>
                    <a:pt x="230235" y="1408367"/>
                  </a:moveTo>
                  <a:lnTo>
                    <a:pt x="263537" y="1419275"/>
                  </a:lnTo>
                  <a:lnTo>
                    <a:pt x="236830" y="1374758"/>
                  </a:lnTo>
                  <a:close/>
                  <a:moveTo>
                    <a:pt x="714965" y="1837695"/>
                  </a:moveTo>
                  <a:lnTo>
                    <a:pt x="703020" y="1895027"/>
                  </a:lnTo>
                  <a:lnTo>
                    <a:pt x="733128" y="1872695"/>
                  </a:lnTo>
                  <a:close/>
                  <a:moveTo>
                    <a:pt x="401049" y="1504492"/>
                  </a:moveTo>
                  <a:lnTo>
                    <a:pt x="433961" y="1482173"/>
                  </a:lnTo>
                  <a:lnTo>
                    <a:pt x="426736" y="1476939"/>
                  </a:lnTo>
                  <a:close/>
                  <a:moveTo>
                    <a:pt x="419793" y="1534795"/>
                  </a:moveTo>
                  <a:lnTo>
                    <a:pt x="433961" y="1482173"/>
                  </a:lnTo>
                  <a:lnTo>
                    <a:pt x="401049" y="1504492"/>
                  </a:lnTo>
                  <a:close/>
                  <a:moveTo>
                    <a:pt x="375873" y="1545264"/>
                  </a:moveTo>
                  <a:lnTo>
                    <a:pt x="419793" y="1534795"/>
                  </a:lnTo>
                  <a:lnTo>
                    <a:pt x="401049" y="1504492"/>
                  </a:lnTo>
                  <a:close/>
                  <a:moveTo>
                    <a:pt x="433961" y="1482173"/>
                  </a:moveTo>
                  <a:lnTo>
                    <a:pt x="382435" y="1434898"/>
                  </a:lnTo>
                  <a:lnTo>
                    <a:pt x="426736" y="1476939"/>
                  </a:lnTo>
                  <a:close/>
                  <a:moveTo>
                    <a:pt x="278365" y="1344478"/>
                  </a:moveTo>
                  <a:lnTo>
                    <a:pt x="239084" y="1338430"/>
                  </a:lnTo>
                  <a:lnTo>
                    <a:pt x="236830" y="1374758"/>
                  </a:lnTo>
                  <a:close/>
                  <a:moveTo>
                    <a:pt x="797020" y="1802003"/>
                  </a:moveTo>
                  <a:lnTo>
                    <a:pt x="745784" y="1762065"/>
                  </a:lnTo>
                  <a:lnTo>
                    <a:pt x="783940" y="1826758"/>
                  </a:lnTo>
                  <a:close/>
                  <a:moveTo>
                    <a:pt x="743181" y="1775381"/>
                  </a:moveTo>
                  <a:lnTo>
                    <a:pt x="781453" y="1813602"/>
                  </a:lnTo>
                  <a:lnTo>
                    <a:pt x="783940" y="1826758"/>
                  </a:lnTo>
                  <a:close/>
                  <a:moveTo>
                    <a:pt x="415117" y="1459511"/>
                  </a:moveTo>
                  <a:lnTo>
                    <a:pt x="426736" y="1476939"/>
                  </a:lnTo>
                  <a:lnTo>
                    <a:pt x="382435" y="1434898"/>
                  </a:lnTo>
                  <a:close/>
                  <a:moveTo>
                    <a:pt x="309395" y="1201591"/>
                  </a:moveTo>
                  <a:lnTo>
                    <a:pt x="278191" y="1219823"/>
                  </a:lnTo>
                  <a:lnTo>
                    <a:pt x="360581" y="1218290"/>
                  </a:lnTo>
                  <a:close/>
                  <a:moveTo>
                    <a:pt x="146202" y="1075690"/>
                  </a:moveTo>
                  <a:lnTo>
                    <a:pt x="110588" y="1053216"/>
                  </a:lnTo>
                  <a:lnTo>
                    <a:pt x="128845" y="1064646"/>
                  </a:lnTo>
                  <a:close/>
                  <a:moveTo>
                    <a:pt x="586250" y="1428752"/>
                  </a:moveTo>
                  <a:lnTo>
                    <a:pt x="558178" y="1472817"/>
                  </a:lnTo>
                  <a:lnTo>
                    <a:pt x="588305" y="1432659"/>
                  </a:lnTo>
                  <a:close/>
                  <a:moveTo>
                    <a:pt x="629666" y="1480288"/>
                  </a:moveTo>
                  <a:lnTo>
                    <a:pt x="642193" y="1489574"/>
                  </a:lnTo>
                  <a:lnTo>
                    <a:pt x="588305" y="1432659"/>
                  </a:lnTo>
                  <a:close/>
                  <a:moveTo>
                    <a:pt x="375652" y="1177881"/>
                  </a:moveTo>
                  <a:lnTo>
                    <a:pt x="309395" y="1201591"/>
                  </a:lnTo>
                  <a:lnTo>
                    <a:pt x="360581" y="1218290"/>
                  </a:lnTo>
                  <a:close/>
                  <a:moveTo>
                    <a:pt x="312752" y="1191036"/>
                  </a:moveTo>
                  <a:lnTo>
                    <a:pt x="309395" y="1201591"/>
                  </a:lnTo>
                  <a:lnTo>
                    <a:pt x="375652" y="1177881"/>
                  </a:lnTo>
                  <a:close/>
                  <a:moveTo>
                    <a:pt x="518847" y="1262917"/>
                  </a:moveTo>
                  <a:lnTo>
                    <a:pt x="593581" y="1295608"/>
                  </a:lnTo>
                  <a:lnTo>
                    <a:pt x="539289" y="1267296"/>
                  </a:lnTo>
                  <a:close/>
                  <a:moveTo>
                    <a:pt x="552370" y="1273645"/>
                  </a:moveTo>
                  <a:lnTo>
                    <a:pt x="593581" y="1295608"/>
                  </a:lnTo>
                  <a:lnTo>
                    <a:pt x="518847" y="1262917"/>
                  </a:lnTo>
                  <a:close/>
                  <a:moveTo>
                    <a:pt x="228745" y="889292"/>
                  </a:moveTo>
                  <a:lnTo>
                    <a:pt x="203800" y="913386"/>
                  </a:lnTo>
                  <a:lnTo>
                    <a:pt x="247565" y="940828"/>
                  </a:lnTo>
                  <a:close/>
                  <a:moveTo>
                    <a:pt x="593581" y="1295608"/>
                  </a:moveTo>
                  <a:lnTo>
                    <a:pt x="614515" y="1301584"/>
                  </a:lnTo>
                  <a:lnTo>
                    <a:pt x="621790" y="1266176"/>
                  </a:lnTo>
                  <a:close/>
                  <a:moveTo>
                    <a:pt x="651079" y="1231379"/>
                  </a:moveTo>
                  <a:lnTo>
                    <a:pt x="614515" y="1301584"/>
                  </a:lnTo>
                  <a:lnTo>
                    <a:pt x="646228" y="1298065"/>
                  </a:lnTo>
                  <a:close/>
                  <a:moveTo>
                    <a:pt x="651079" y="1231379"/>
                  </a:moveTo>
                  <a:lnTo>
                    <a:pt x="646228" y="1298065"/>
                  </a:lnTo>
                  <a:lnTo>
                    <a:pt x="660068" y="1301584"/>
                  </a:lnTo>
                  <a:close/>
                  <a:moveTo>
                    <a:pt x="651079" y="1231379"/>
                  </a:moveTo>
                  <a:lnTo>
                    <a:pt x="635937" y="1180946"/>
                  </a:lnTo>
                  <a:lnTo>
                    <a:pt x="647633" y="1225954"/>
                  </a:lnTo>
                  <a:close/>
                  <a:moveTo>
                    <a:pt x="635937" y="1180946"/>
                  </a:moveTo>
                  <a:lnTo>
                    <a:pt x="632287" y="1174417"/>
                  </a:lnTo>
                  <a:lnTo>
                    <a:pt x="647633" y="1225954"/>
                  </a:lnTo>
                  <a:close/>
                  <a:moveTo>
                    <a:pt x="924202" y="1523461"/>
                  </a:moveTo>
                  <a:lnTo>
                    <a:pt x="924976" y="1483637"/>
                  </a:lnTo>
                  <a:lnTo>
                    <a:pt x="922516" y="1476349"/>
                  </a:lnTo>
                  <a:close/>
                  <a:moveTo>
                    <a:pt x="922516" y="1476349"/>
                  </a:moveTo>
                  <a:lnTo>
                    <a:pt x="924976" y="1483637"/>
                  </a:lnTo>
                  <a:lnTo>
                    <a:pt x="922533" y="1413591"/>
                  </a:lnTo>
                  <a:close/>
                  <a:moveTo>
                    <a:pt x="799032" y="1375289"/>
                  </a:moveTo>
                  <a:lnTo>
                    <a:pt x="844341" y="1313692"/>
                  </a:lnTo>
                  <a:lnTo>
                    <a:pt x="798312" y="1313131"/>
                  </a:lnTo>
                  <a:close/>
                  <a:moveTo>
                    <a:pt x="828547" y="1263790"/>
                  </a:moveTo>
                  <a:lnTo>
                    <a:pt x="802308" y="1282174"/>
                  </a:lnTo>
                  <a:lnTo>
                    <a:pt x="798312" y="1313131"/>
                  </a:lnTo>
                  <a:close/>
                  <a:moveTo>
                    <a:pt x="632287" y="1174417"/>
                  </a:moveTo>
                  <a:lnTo>
                    <a:pt x="656434" y="1150323"/>
                  </a:lnTo>
                  <a:lnTo>
                    <a:pt x="647633" y="1225954"/>
                  </a:lnTo>
                  <a:close/>
                  <a:moveTo>
                    <a:pt x="1032958" y="1256745"/>
                  </a:moveTo>
                  <a:lnTo>
                    <a:pt x="1058436" y="1271285"/>
                  </a:lnTo>
                  <a:lnTo>
                    <a:pt x="1067889" y="1245898"/>
                  </a:lnTo>
                  <a:close/>
                  <a:moveTo>
                    <a:pt x="1067889" y="1245898"/>
                  </a:moveTo>
                  <a:lnTo>
                    <a:pt x="1058436" y="1271285"/>
                  </a:lnTo>
                  <a:lnTo>
                    <a:pt x="1080384" y="1256745"/>
                  </a:lnTo>
                  <a:close/>
                  <a:moveTo>
                    <a:pt x="695842" y="731026"/>
                  </a:moveTo>
                  <a:lnTo>
                    <a:pt x="655651" y="725719"/>
                  </a:lnTo>
                  <a:lnTo>
                    <a:pt x="699942" y="790436"/>
                  </a:lnTo>
                  <a:close/>
                  <a:moveTo>
                    <a:pt x="625895" y="702149"/>
                  </a:moveTo>
                  <a:lnTo>
                    <a:pt x="648321" y="717285"/>
                  </a:lnTo>
                  <a:lnTo>
                    <a:pt x="655651" y="725719"/>
                  </a:lnTo>
                  <a:close/>
                  <a:moveTo>
                    <a:pt x="600817" y="648161"/>
                  </a:moveTo>
                  <a:lnTo>
                    <a:pt x="580433" y="623402"/>
                  </a:lnTo>
                  <a:lnTo>
                    <a:pt x="617811" y="671924"/>
                  </a:lnTo>
                  <a:close/>
                  <a:moveTo>
                    <a:pt x="643604" y="633458"/>
                  </a:moveTo>
                  <a:lnTo>
                    <a:pt x="600817" y="648161"/>
                  </a:lnTo>
                  <a:lnTo>
                    <a:pt x="617811" y="671924"/>
                  </a:lnTo>
                  <a:close/>
                  <a:moveTo>
                    <a:pt x="77594" y="13411"/>
                  </a:moveTo>
                  <a:lnTo>
                    <a:pt x="101429" y="56777"/>
                  </a:lnTo>
                  <a:lnTo>
                    <a:pt x="104449" y="71403"/>
                  </a:lnTo>
                  <a:close/>
                  <a:moveTo>
                    <a:pt x="47371" y="0"/>
                  </a:moveTo>
                  <a:lnTo>
                    <a:pt x="101429" y="56777"/>
                  </a:lnTo>
                  <a:lnTo>
                    <a:pt x="77594" y="13411"/>
                  </a:lnTo>
                  <a:close/>
                  <a:moveTo>
                    <a:pt x="1225552" y="1411850"/>
                  </a:moveTo>
                  <a:lnTo>
                    <a:pt x="1167502" y="1391126"/>
                  </a:lnTo>
                  <a:lnTo>
                    <a:pt x="1192062" y="1409141"/>
                  </a:lnTo>
                  <a:close/>
                  <a:moveTo>
                    <a:pt x="929300" y="968890"/>
                  </a:moveTo>
                  <a:lnTo>
                    <a:pt x="929876" y="1005074"/>
                  </a:lnTo>
                  <a:lnTo>
                    <a:pt x="931653" y="974968"/>
                  </a:lnTo>
                  <a:close/>
                  <a:moveTo>
                    <a:pt x="931653" y="974968"/>
                  </a:moveTo>
                  <a:lnTo>
                    <a:pt x="941559" y="913857"/>
                  </a:lnTo>
                  <a:lnTo>
                    <a:pt x="929300" y="968890"/>
                  </a:lnTo>
                  <a:close/>
                  <a:moveTo>
                    <a:pt x="1138256" y="1038445"/>
                  </a:moveTo>
                  <a:lnTo>
                    <a:pt x="1076304" y="1068293"/>
                  </a:lnTo>
                  <a:lnTo>
                    <a:pt x="1128175" y="1087551"/>
                  </a:lnTo>
                  <a:close/>
                  <a:moveTo>
                    <a:pt x="1138256" y="1038445"/>
                  </a:moveTo>
                  <a:lnTo>
                    <a:pt x="1088810" y="1040661"/>
                  </a:lnTo>
                  <a:lnTo>
                    <a:pt x="1076304" y="1068293"/>
                  </a:lnTo>
                  <a:close/>
                  <a:moveTo>
                    <a:pt x="1088810" y="1040661"/>
                  </a:moveTo>
                  <a:lnTo>
                    <a:pt x="1138256" y="1038445"/>
                  </a:lnTo>
                  <a:lnTo>
                    <a:pt x="1098986" y="1018196"/>
                  </a:lnTo>
                  <a:close/>
                  <a:moveTo>
                    <a:pt x="941559" y="913857"/>
                  </a:moveTo>
                  <a:lnTo>
                    <a:pt x="956995" y="899338"/>
                  </a:lnTo>
                  <a:lnTo>
                    <a:pt x="954930" y="885311"/>
                  </a:lnTo>
                  <a:close/>
                  <a:moveTo>
                    <a:pt x="954930" y="885311"/>
                  </a:moveTo>
                  <a:lnTo>
                    <a:pt x="956995" y="899338"/>
                  </a:lnTo>
                  <a:lnTo>
                    <a:pt x="971108" y="849658"/>
                  </a:lnTo>
                  <a:close/>
                  <a:moveTo>
                    <a:pt x="971527" y="847056"/>
                  </a:moveTo>
                  <a:lnTo>
                    <a:pt x="954930" y="885311"/>
                  </a:lnTo>
                  <a:lnTo>
                    <a:pt x="971108" y="849658"/>
                  </a:lnTo>
                  <a:close/>
                  <a:moveTo>
                    <a:pt x="1183713" y="851150"/>
                  </a:moveTo>
                  <a:lnTo>
                    <a:pt x="1168380" y="775519"/>
                  </a:lnTo>
                  <a:lnTo>
                    <a:pt x="1200664" y="82705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21" name="Output_density__4220">
              <a:extLst>
                <a:ext uri="{FF2B5EF4-FFF2-40B4-BE49-F238E27FC236}">
                  <a16:creationId xmlns:a16="http://schemas.microsoft.com/office/drawing/2014/main" id="{0CD16D05-B2AD-CDEB-5758-931E878ADF20}"/>
                </a:ext>
              </a:extLst>
            </p:cNvPr>
            <p:cNvSpPr>
              <a:spLocks noGrp="1"/>
            </p:cNvSpPr>
            <p:nvPr/>
          </p:nvSpPr>
          <p:spPr>
            <a:xfrm>
              <a:off x="15471606" y="2623380"/>
              <a:ext cx="1191112" cy="2117267"/>
            </a:xfrm>
            <a:custGeom>
              <a:avLst/>
              <a:gdLst/>
              <a:ahLst/>
              <a:cxnLst/>
              <a:rect l="0" t="0" r="0" b="0"/>
              <a:pathLst>
                <a:path w="1191112" h="2117267">
                  <a:moveTo>
                    <a:pt x="0" y="1671437"/>
                  </a:moveTo>
                  <a:lnTo>
                    <a:pt x="48701" y="1700482"/>
                  </a:lnTo>
                  <a:lnTo>
                    <a:pt x="39935" y="1694822"/>
                  </a:lnTo>
                  <a:close/>
                  <a:moveTo>
                    <a:pt x="0" y="1671437"/>
                  </a:moveTo>
                  <a:lnTo>
                    <a:pt x="71926" y="1713687"/>
                  </a:lnTo>
                  <a:lnTo>
                    <a:pt x="48701" y="1700482"/>
                  </a:lnTo>
                  <a:close/>
                  <a:moveTo>
                    <a:pt x="144759" y="1737388"/>
                  </a:moveTo>
                  <a:lnTo>
                    <a:pt x="71926" y="1713687"/>
                  </a:lnTo>
                  <a:lnTo>
                    <a:pt x="110954" y="1719940"/>
                  </a:lnTo>
                  <a:close/>
                  <a:moveTo>
                    <a:pt x="520624" y="2088681"/>
                  </a:moveTo>
                  <a:lnTo>
                    <a:pt x="526681" y="2117267"/>
                  </a:lnTo>
                  <a:lnTo>
                    <a:pt x="558597" y="2101695"/>
                  </a:lnTo>
                  <a:close/>
                  <a:moveTo>
                    <a:pt x="554576" y="2064587"/>
                  </a:moveTo>
                  <a:lnTo>
                    <a:pt x="558597" y="2101695"/>
                  </a:lnTo>
                  <a:lnTo>
                    <a:pt x="589485" y="2082281"/>
                  </a:lnTo>
                  <a:close/>
                  <a:moveTo>
                    <a:pt x="636892" y="2040493"/>
                  </a:moveTo>
                  <a:lnTo>
                    <a:pt x="616096" y="2064587"/>
                  </a:lnTo>
                  <a:lnTo>
                    <a:pt x="647666" y="1990235"/>
                  </a:lnTo>
                  <a:close/>
                  <a:moveTo>
                    <a:pt x="303895" y="1639048"/>
                  </a:moveTo>
                  <a:lnTo>
                    <a:pt x="279516" y="1628201"/>
                  </a:lnTo>
                  <a:lnTo>
                    <a:pt x="274598" y="1603681"/>
                  </a:lnTo>
                  <a:close/>
                  <a:moveTo>
                    <a:pt x="332243" y="1644525"/>
                  </a:moveTo>
                  <a:lnTo>
                    <a:pt x="341536" y="1646428"/>
                  </a:lnTo>
                  <a:lnTo>
                    <a:pt x="303895" y="1639048"/>
                  </a:lnTo>
                  <a:close/>
                  <a:moveTo>
                    <a:pt x="667954" y="1937420"/>
                  </a:moveTo>
                  <a:lnTo>
                    <a:pt x="682079" y="1944220"/>
                  </a:lnTo>
                  <a:lnTo>
                    <a:pt x="687207" y="1931771"/>
                  </a:lnTo>
                  <a:close/>
                  <a:moveTo>
                    <a:pt x="278937" y="1408367"/>
                  </a:moveTo>
                  <a:lnTo>
                    <a:pt x="241105" y="1473591"/>
                  </a:lnTo>
                  <a:lnTo>
                    <a:pt x="268129" y="1444593"/>
                  </a:lnTo>
                  <a:close/>
                  <a:moveTo>
                    <a:pt x="278937" y="1408367"/>
                  </a:moveTo>
                  <a:lnTo>
                    <a:pt x="285532" y="1374758"/>
                  </a:lnTo>
                  <a:lnTo>
                    <a:pt x="240882" y="1382499"/>
                  </a:lnTo>
                  <a:close/>
                  <a:moveTo>
                    <a:pt x="285532" y="1374758"/>
                  </a:moveTo>
                  <a:lnTo>
                    <a:pt x="287785" y="1338430"/>
                  </a:lnTo>
                  <a:lnTo>
                    <a:pt x="272539" y="1365960"/>
                  </a:lnTo>
                  <a:close/>
                  <a:moveTo>
                    <a:pt x="327066" y="1344478"/>
                  </a:moveTo>
                  <a:lnTo>
                    <a:pt x="285532" y="1374758"/>
                  </a:lnTo>
                  <a:lnTo>
                    <a:pt x="325575" y="1349798"/>
                  </a:lnTo>
                  <a:close/>
                  <a:moveTo>
                    <a:pt x="287785" y="1338430"/>
                  </a:moveTo>
                  <a:lnTo>
                    <a:pt x="321820" y="1335757"/>
                  </a:lnTo>
                  <a:lnTo>
                    <a:pt x="294242" y="1270793"/>
                  </a:lnTo>
                  <a:close/>
                  <a:moveTo>
                    <a:pt x="281772" y="1322330"/>
                  </a:moveTo>
                  <a:lnTo>
                    <a:pt x="287785" y="1338430"/>
                  </a:lnTo>
                  <a:lnTo>
                    <a:pt x="293904" y="1271163"/>
                  </a:lnTo>
                  <a:close/>
                  <a:moveTo>
                    <a:pt x="181032" y="1063608"/>
                  </a:moveTo>
                  <a:lnTo>
                    <a:pt x="159289" y="1053216"/>
                  </a:lnTo>
                  <a:lnTo>
                    <a:pt x="194903" y="1075690"/>
                  </a:lnTo>
                  <a:close/>
                  <a:moveTo>
                    <a:pt x="225917" y="1056746"/>
                  </a:moveTo>
                  <a:lnTo>
                    <a:pt x="181032" y="1063608"/>
                  </a:lnTo>
                  <a:lnTo>
                    <a:pt x="194903" y="1075690"/>
                  </a:lnTo>
                  <a:close/>
                  <a:moveTo>
                    <a:pt x="208920" y="1064646"/>
                  </a:moveTo>
                  <a:lnTo>
                    <a:pt x="225917" y="1056746"/>
                  </a:lnTo>
                  <a:lnTo>
                    <a:pt x="194903" y="1075690"/>
                  </a:lnTo>
                  <a:close/>
                  <a:moveTo>
                    <a:pt x="972690" y="1535173"/>
                  </a:moveTo>
                  <a:lnTo>
                    <a:pt x="910382" y="1550567"/>
                  </a:lnTo>
                  <a:lnTo>
                    <a:pt x="916374" y="1486784"/>
                  </a:lnTo>
                  <a:close/>
                  <a:moveTo>
                    <a:pt x="670491" y="1266176"/>
                  </a:moveTo>
                  <a:lnTo>
                    <a:pt x="663216" y="1301584"/>
                  </a:lnTo>
                  <a:lnTo>
                    <a:pt x="699780" y="1231379"/>
                  </a:lnTo>
                  <a:close/>
                  <a:moveTo>
                    <a:pt x="699780" y="1231379"/>
                  </a:moveTo>
                  <a:lnTo>
                    <a:pt x="696334" y="1225954"/>
                  </a:lnTo>
                  <a:lnTo>
                    <a:pt x="670491" y="1266176"/>
                  </a:lnTo>
                  <a:close/>
                  <a:moveTo>
                    <a:pt x="877249" y="1263790"/>
                  </a:moveTo>
                  <a:lnTo>
                    <a:pt x="847013" y="1313131"/>
                  </a:lnTo>
                  <a:lnTo>
                    <a:pt x="893042" y="1313692"/>
                  </a:lnTo>
                  <a:close/>
                  <a:moveTo>
                    <a:pt x="1052331" y="1241053"/>
                  </a:moveTo>
                  <a:lnTo>
                    <a:pt x="1081659" y="1256745"/>
                  </a:lnTo>
                  <a:lnTo>
                    <a:pt x="1083288" y="1221897"/>
                  </a:lnTo>
                  <a:close/>
                  <a:moveTo>
                    <a:pt x="693814" y="773998"/>
                  </a:moveTo>
                  <a:lnTo>
                    <a:pt x="704353" y="725719"/>
                  </a:lnTo>
                  <a:lnTo>
                    <a:pt x="678085" y="754971"/>
                  </a:lnTo>
                  <a:close/>
                  <a:moveTo>
                    <a:pt x="643786" y="761630"/>
                  </a:moveTo>
                  <a:lnTo>
                    <a:pt x="693814" y="773998"/>
                  </a:lnTo>
                  <a:lnTo>
                    <a:pt x="678085" y="754971"/>
                  </a:lnTo>
                  <a:close/>
                  <a:moveTo>
                    <a:pt x="117727" y="57297"/>
                  </a:moveTo>
                  <a:lnTo>
                    <a:pt x="134649" y="80789"/>
                  </a:lnTo>
                  <a:lnTo>
                    <a:pt x="150130" y="56777"/>
                  </a:lnTo>
                  <a:close/>
                  <a:moveTo>
                    <a:pt x="111211" y="122940"/>
                  </a:moveTo>
                  <a:lnTo>
                    <a:pt x="134649" y="80789"/>
                  </a:lnTo>
                  <a:lnTo>
                    <a:pt x="110706" y="113589"/>
                  </a:lnTo>
                  <a:close/>
                  <a:moveTo>
                    <a:pt x="150130" y="56777"/>
                  </a:moveTo>
                  <a:lnTo>
                    <a:pt x="134649" y="80789"/>
                  </a:lnTo>
                  <a:lnTo>
                    <a:pt x="153151" y="71403"/>
                  </a:lnTo>
                  <a:close/>
                  <a:moveTo>
                    <a:pt x="96072" y="0"/>
                  </a:moveTo>
                  <a:lnTo>
                    <a:pt x="137311" y="47310"/>
                  </a:lnTo>
                  <a:lnTo>
                    <a:pt x="150130" y="56777"/>
                  </a:lnTo>
                  <a:close/>
                  <a:moveTo>
                    <a:pt x="1005697" y="899338"/>
                  </a:moveTo>
                  <a:lnTo>
                    <a:pt x="990261" y="913857"/>
                  </a:lnTo>
                  <a:lnTo>
                    <a:pt x="980354" y="974968"/>
                  </a:lnTo>
                  <a:close/>
                  <a:moveTo>
                    <a:pt x="1186957" y="1038445"/>
                  </a:moveTo>
                  <a:lnTo>
                    <a:pt x="1185100" y="983400"/>
                  </a:lnTo>
                  <a:lnTo>
                    <a:pt x="1147687" y="1018196"/>
                  </a:lnTo>
                  <a:close/>
                  <a:moveTo>
                    <a:pt x="1186957" y="1038445"/>
                  </a:moveTo>
                  <a:lnTo>
                    <a:pt x="1176876" y="1087551"/>
                  </a:lnTo>
                  <a:lnTo>
                    <a:pt x="1191112" y="1053948"/>
                  </a:lnTo>
                  <a:close/>
                  <a:moveTo>
                    <a:pt x="1191112" y="1053948"/>
                  </a:moveTo>
                  <a:lnTo>
                    <a:pt x="1185100" y="983400"/>
                  </a:lnTo>
                  <a:lnTo>
                    <a:pt x="1186957" y="1038445"/>
                  </a:lnTo>
                  <a:close/>
                  <a:moveTo>
                    <a:pt x="1187089" y="978317"/>
                  </a:moveTo>
                  <a:lnTo>
                    <a:pt x="1185100" y="983400"/>
                  </a:lnTo>
                  <a:lnTo>
                    <a:pt x="1191112" y="1053948"/>
                  </a:lnTo>
                  <a:close/>
                  <a:moveTo>
                    <a:pt x="1186575" y="976013"/>
                  </a:moveTo>
                  <a:lnTo>
                    <a:pt x="1188775" y="954223"/>
                  </a:lnTo>
                  <a:lnTo>
                    <a:pt x="1185100" y="983400"/>
                  </a:lnTo>
                  <a:close/>
                  <a:moveTo>
                    <a:pt x="1186575" y="976013"/>
                  </a:moveTo>
                  <a:lnTo>
                    <a:pt x="1185100" y="983400"/>
                  </a:lnTo>
                  <a:lnTo>
                    <a:pt x="1187089" y="97831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22" name="Output_density__4221">
              <a:extLst>
                <a:ext uri="{FF2B5EF4-FFF2-40B4-BE49-F238E27FC236}">
                  <a16:creationId xmlns:a16="http://schemas.microsoft.com/office/drawing/2014/main" id="{CFFBC09C-E887-7E4F-F114-D5BE5F32F925}"/>
                </a:ext>
              </a:extLst>
            </p:cNvPr>
            <p:cNvSpPr>
              <a:spLocks noGrp="1"/>
            </p:cNvSpPr>
            <p:nvPr/>
          </p:nvSpPr>
          <p:spPr>
            <a:xfrm>
              <a:off x="15576822" y="2704169"/>
              <a:ext cx="1099521" cy="2020907"/>
            </a:xfrm>
            <a:custGeom>
              <a:avLst/>
              <a:gdLst/>
              <a:ahLst/>
              <a:cxnLst/>
              <a:rect l="0" t="0" r="0" b="0"/>
              <a:pathLst>
                <a:path w="1099521" h="2020907">
                  <a:moveTo>
                    <a:pt x="480038" y="2007893"/>
                  </a:moveTo>
                  <a:lnTo>
                    <a:pt x="484269" y="2001492"/>
                  </a:lnTo>
                  <a:lnTo>
                    <a:pt x="453381" y="2020907"/>
                  </a:lnTo>
                  <a:close/>
                  <a:moveTo>
                    <a:pt x="480038" y="2007893"/>
                  </a:moveTo>
                  <a:lnTo>
                    <a:pt x="510880" y="1983798"/>
                  </a:lnTo>
                  <a:lnTo>
                    <a:pt x="484269" y="2001492"/>
                  </a:lnTo>
                  <a:close/>
                  <a:moveTo>
                    <a:pt x="510880" y="1983798"/>
                  </a:moveTo>
                  <a:lnTo>
                    <a:pt x="521234" y="1965024"/>
                  </a:lnTo>
                  <a:lnTo>
                    <a:pt x="542450" y="1909446"/>
                  </a:lnTo>
                  <a:close/>
                  <a:moveTo>
                    <a:pt x="676613" y="1791906"/>
                  </a:moveTo>
                  <a:lnTo>
                    <a:pt x="646505" y="1814239"/>
                  </a:lnTo>
                  <a:lnTo>
                    <a:pt x="716254" y="1765443"/>
                  </a:lnTo>
                  <a:close/>
                  <a:moveTo>
                    <a:pt x="716254" y="1765443"/>
                  </a:moveTo>
                  <a:lnTo>
                    <a:pt x="693143" y="1798601"/>
                  </a:lnTo>
                  <a:lnTo>
                    <a:pt x="676613" y="1791906"/>
                  </a:lnTo>
                  <a:close/>
                  <a:moveTo>
                    <a:pt x="189026" y="1190004"/>
                  </a:moveTo>
                  <a:lnTo>
                    <a:pt x="221676" y="1139034"/>
                  </a:lnTo>
                  <a:lnTo>
                    <a:pt x="252880" y="1120802"/>
                  </a:lnTo>
                  <a:close/>
                  <a:moveTo>
                    <a:pt x="249885" y="1165911"/>
                  </a:moveTo>
                  <a:lnTo>
                    <a:pt x="252880" y="1120802"/>
                  </a:lnTo>
                  <a:lnTo>
                    <a:pt x="256237" y="1110248"/>
                  </a:lnTo>
                  <a:close/>
                  <a:moveTo>
                    <a:pt x="1021432" y="1668147"/>
                  </a:moveTo>
                  <a:lnTo>
                    <a:pt x="981761" y="1653145"/>
                  </a:lnTo>
                  <a:lnTo>
                    <a:pt x="990815" y="1660531"/>
                  </a:lnTo>
                  <a:close/>
                  <a:moveTo>
                    <a:pt x="1029804" y="1660531"/>
                  </a:moveTo>
                  <a:lnTo>
                    <a:pt x="1052871" y="1650793"/>
                  </a:lnTo>
                  <a:lnTo>
                    <a:pt x="1021432" y="1668147"/>
                  </a:lnTo>
                  <a:close/>
                  <a:moveTo>
                    <a:pt x="1029804" y="1660531"/>
                  </a:moveTo>
                  <a:lnTo>
                    <a:pt x="1068916" y="1636437"/>
                  </a:lnTo>
                  <a:lnTo>
                    <a:pt x="1052871" y="1650793"/>
                  </a:lnTo>
                  <a:close/>
                  <a:moveTo>
                    <a:pt x="7843" y="66245"/>
                  </a:moveTo>
                  <a:lnTo>
                    <a:pt x="5995" y="42151"/>
                  </a:lnTo>
                  <a:lnTo>
                    <a:pt x="0" y="64632"/>
                  </a:lnTo>
                  <a:close/>
                  <a:moveTo>
                    <a:pt x="5995" y="42151"/>
                  </a:moveTo>
                  <a:lnTo>
                    <a:pt x="7843" y="66245"/>
                  </a:lnTo>
                  <a:lnTo>
                    <a:pt x="29433" y="0"/>
                  </a:lnTo>
                  <a:close/>
                  <a:moveTo>
                    <a:pt x="632134" y="546409"/>
                  </a:moveTo>
                  <a:lnTo>
                    <a:pt x="617937" y="566902"/>
                  </a:lnTo>
                  <a:lnTo>
                    <a:pt x="587089" y="552670"/>
                  </a:lnTo>
                  <a:close/>
                  <a:moveTo>
                    <a:pt x="1081873" y="897529"/>
                  </a:moveTo>
                  <a:lnTo>
                    <a:pt x="1099521" y="841131"/>
                  </a:lnTo>
                  <a:lnTo>
                    <a:pt x="1081359" y="895225"/>
                  </a:lnTo>
                  <a:close/>
                  <a:moveTo>
                    <a:pt x="1083559" y="873435"/>
                  </a:moveTo>
                  <a:lnTo>
                    <a:pt x="1081359" y="895225"/>
                  </a:lnTo>
                  <a:lnTo>
                    <a:pt x="1099521" y="8411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23" name="Output_density__4222">
              <a:extLst>
                <a:ext uri="{FF2B5EF4-FFF2-40B4-BE49-F238E27FC236}">
                  <a16:creationId xmlns:a16="http://schemas.microsoft.com/office/drawing/2014/main" id="{B843B912-85E3-F660-7E4E-A636D8184762}"/>
                </a:ext>
              </a:extLst>
            </p:cNvPr>
            <p:cNvSpPr>
              <a:spLocks noGrp="1"/>
            </p:cNvSpPr>
            <p:nvPr/>
          </p:nvSpPr>
          <p:spPr>
            <a:xfrm>
              <a:off x="15330267" y="3101892"/>
              <a:ext cx="1469513" cy="1573234"/>
            </a:xfrm>
            <a:custGeom>
              <a:avLst/>
              <a:gdLst/>
              <a:ahLst/>
              <a:cxnLst/>
              <a:rect l="0" t="0" r="0" b="0"/>
              <a:pathLst>
                <a:path w="1469513" h="1573234">
                  <a:moveTo>
                    <a:pt x="18607" y="1142991"/>
                  </a:moveTo>
                  <a:lnTo>
                    <a:pt x="0" y="1167085"/>
                  </a:lnTo>
                  <a:lnTo>
                    <a:pt x="22263" y="1194528"/>
                  </a:lnTo>
                  <a:close/>
                  <a:moveTo>
                    <a:pt x="22263" y="1194528"/>
                  </a:moveTo>
                  <a:lnTo>
                    <a:pt x="59393" y="1118898"/>
                  </a:lnTo>
                  <a:lnTo>
                    <a:pt x="18607" y="1142991"/>
                  </a:lnTo>
                  <a:close/>
                  <a:moveTo>
                    <a:pt x="246321" y="1208301"/>
                  </a:moveTo>
                  <a:lnTo>
                    <a:pt x="306772" y="1201274"/>
                  </a:lnTo>
                  <a:lnTo>
                    <a:pt x="299389" y="1197876"/>
                  </a:lnTo>
                  <a:close/>
                  <a:moveTo>
                    <a:pt x="299389" y="1197876"/>
                  </a:moveTo>
                  <a:lnTo>
                    <a:pt x="262157" y="1146340"/>
                  </a:lnTo>
                  <a:lnTo>
                    <a:pt x="246321" y="1208301"/>
                  </a:lnTo>
                  <a:close/>
                  <a:moveTo>
                    <a:pt x="262157" y="1146340"/>
                  </a:moveTo>
                  <a:lnTo>
                    <a:pt x="242745" y="1148466"/>
                  </a:lnTo>
                  <a:lnTo>
                    <a:pt x="246321" y="1208301"/>
                  </a:lnTo>
                  <a:close/>
                  <a:moveTo>
                    <a:pt x="193884" y="1150207"/>
                  </a:moveTo>
                  <a:lnTo>
                    <a:pt x="158739" y="1094803"/>
                  </a:lnTo>
                  <a:lnTo>
                    <a:pt x="134200" y="1098003"/>
                  </a:lnTo>
                  <a:close/>
                  <a:moveTo>
                    <a:pt x="134200" y="1098003"/>
                  </a:moveTo>
                  <a:lnTo>
                    <a:pt x="141476" y="1107288"/>
                  </a:lnTo>
                  <a:lnTo>
                    <a:pt x="193884" y="1150207"/>
                  </a:lnTo>
                  <a:close/>
                  <a:moveTo>
                    <a:pt x="190059" y="1027831"/>
                  </a:moveTo>
                  <a:lnTo>
                    <a:pt x="191828" y="1043267"/>
                  </a:lnTo>
                  <a:lnTo>
                    <a:pt x="161561" y="1007708"/>
                  </a:lnTo>
                  <a:close/>
                  <a:moveTo>
                    <a:pt x="688096" y="1516239"/>
                  </a:moveTo>
                  <a:lnTo>
                    <a:pt x="675936" y="1573234"/>
                  </a:lnTo>
                  <a:lnTo>
                    <a:pt x="734740" y="1510445"/>
                  </a:lnTo>
                  <a:close/>
                  <a:moveTo>
                    <a:pt x="627396" y="1527605"/>
                  </a:moveTo>
                  <a:lnTo>
                    <a:pt x="688096" y="1516239"/>
                  </a:lnTo>
                  <a:lnTo>
                    <a:pt x="669413" y="1468685"/>
                  </a:lnTo>
                  <a:close/>
                  <a:moveTo>
                    <a:pt x="688096" y="1516239"/>
                  </a:moveTo>
                  <a:lnTo>
                    <a:pt x="740922" y="1506627"/>
                  </a:lnTo>
                  <a:lnTo>
                    <a:pt x="710157" y="1473544"/>
                  </a:lnTo>
                  <a:close/>
                  <a:moveTo>
                    <a:pt x="688096" y="1516239"/>
                  </a:moveTo>
                  <a:lnTo>
                    <a:pt x="710157" y="1473544"/>
                  </a:lnTo>
                  <a:lnTo>
                    <a:pt x="669413" y="1468685"/>
                  </a:lnTo>
                  <a:close/>
                  <a:moveTo>
                    <a:pt x="734740" y="1510445"/>
                  </a:moveTo>
                  <a:lnTo>
                    <a:pt x="770479" y="1549989"/>
                  </a:lnTo>
                  <a:lnTo>
                    <a:pt x="745754" y="1507346"/>
                  </a:lnTo>
                  <a:close/>
                  <a:moveTo>
                    <a:pt x="740922" y="1506627"/>
                  </a:moveTo>
                  <a:lnTo>
                    <a:pt x="734740" y="1510445"/>
                  </a:lnTo>
                  <a:lnTo>
                    <a:pt x="745754" y="1507346"/>
                  </a:lnTo>
                  <a:close/>
                  <a:moveTo>
                    <a:pt x="311507" y="867912"/>
                  </a:moveTo>
                  <a:lnTo>
                    <a:pt x="310956" y="816375"/>
                  </a:lnTo>
                  <a:lnTo>
                    <a:pt x="306961" y="820527"/>
                  </a:lnTo>
                  <a:close/>
                  <a:moveTo>
                    <a:pt x="311363" y="813738"/>
                  </a:moveTo>
                  <a:lnTo>
                    <a:pt x="306961" y="820527"/>
                  </a:lnTo>
                  <a:lnTo>
                    <a:pt x="310956" y="816375"/>
                  </a:lnTo>
                  <a:close/>
                  <a:moveTo>
                    <a:pt x="310956" y="816375"/>
                  </a:moveTo>
                  <a:lnTo>
                    <a:pt x="311507" y="867912"/>
                  </a:lnTo>
                  <a:lnTo>
                    <a:pt x="315799" y="843818"/>
                  </a:lnTo>
                  <a:close/>
                  <a:moveTo>
                    <a:pt x="310956" y="816375"/>
                  </a:moveTo>
                  <a:lnTo>
                    <a:pt x="315799" y="843818"/>
                  </a:lnTo>
                  <a:lnTo>
                    <a:pt x="323941" y="792281"/>
                  </a:lnTo>
                  <a:close/>
                  <a:moveTo>
                    <a:pt x="310956" y="816375"/>
                  </a:moveTo>
                  <a:lnTo>
                    <a:pt x="309628" y="755616"/>
                  </a:lnTo>
                  <a:lnTo>
                    <a:pt x="311363" y="813738"/>
                  </a:lnTo>
                  <a:close/>
                  <a:moveTo>
                    <a:pt x="310062" y="740745"/>
                  </a:moveTo>
                  <a:lnTo>
                    <a:pt x="309628" y="755616"/>
                  </a:lnTo>
                  <a:lnTo>
                    <a:pt x="310956" y="816375"/>
                  </a:lnTo>
                  <a:close/>
                  <a:moveTo>
                    <a:pt x="323941" y="792281"/>
                  </a:moveTo>
                  <a:lnTo>
                    <a:pt x="310062" y="740745"/>
                  </a:lnTo>
                  <a:lnTo>
                    <a:pt x="310956" y="816375"/>
                  </a:lnTo>
                  <a:close/>
                  <a:moveTo>
                    <a:pt x="318953" y="707218"/>
                  </a:moveTo>
                  <a:lnTo>
                    <a:pt x="309628" y="755616"/>
                  </a:lnTo>
                  <a:lnTo>
                    <a:pt x="310062" y="740745"/>
                  </a:lnTo>
                  <a:close/>
                  <a:moveTo>
                    <a:pt x="924382" y="1335090"/>
                  </a:moveTo>
                  <a:lnTo>
                    <a:pt x="905005" y="1359184"/>
                  </a:lnTo>
                  <a:lnTo>
                    <a:pt x="932870" y="1386627"/>
                  </a:lnTo>
                  <a:close/>
                  <a:moveTo>
                    <a:pt x="395476" y="683748"/>
                  </a:moveTo>
                  <a:lnTo>
                    <a:pt x="362023" y="693570"/>
                  </a:lnTo>
                  <a:lnTo>
                    <a:pt x="318953" y="707218"/>
                  </a:lnTo>
                  <a:close/>
                  <a:moveTo>
                    <a:pt x="395476" y="683748"/>
                  </a:moveTo>
                  <a:lnTo>
                    <a:pt x="318953" y="707218"/>
                  </a:lnTo>
                  <a:lnTo>
                    <a:pt x="352594" y="698097"/>
                  </a:lnTo>
                  <a:close/>
                  <a:moveTo>
                    <a:pt x="433626" y="692790"/>
                  </a:moveTo>
                  <a:lnTo>
                    <a:pt x="441659" y="681740"/>
                  </a:lnTo>
                  <a:lnTo>
                    <a:pt x="395476" y="683748"/>
                  </a:lnTo>
                  <a:close/>
                  <a:moveTo>
                    <a:pt x="433626" y="692790"/>
                  </a:moveTo>
                  <a:lnTo>
                    <a:pt x="474887" y="697228"/>
                  </a:lnTo>
                  <a:lnTo>
                    <a:pt x="441659" y="681740"/>
                  </a:lnTo>
                  <a:close/>
                  <a:moveTo>
                    <a:pt x="508294" y="645308"/>
                  </a:moveTo>
                  <a:lnTo>
                    <a:pt x="444594" y="665114"/>
                  </a:lnTo>
                  <a:lnTo>
                    <a:pt x="474887" y="697228"/>
                  </a:lnTo>
                  <a:close/>
                  <a:moveTo>
                    <a:pt x="295572" y="562041"/>
                  </a:moveTo>
                  <a:lnTo>
                    <a:pt x="293119" y="515505"/>
                  </a:lnTo>
                  <a:lnTo>
                    <a:pt x="297777" y="486410"/>
                  </a:lnTo>
                  <a:close/>
                  <a:moveTo>
                    <a:pt x="297777" y="486410"/>
                  </a:moveTo>
                  <a:lnTo>
                    <a:pt x="319737" y="440349"/>
                  </a:lnTo>
                  <a:lnTo>
                    <a:pt x="263187" y="510504"/>
                  </a:lnTo>
                  <a:close/>
                  <a:moveTo>
                    <a:pt x="1010320" y="1235365"/>
                  </a:moveTo>
                  <a:lnTo>
                    <a:pt x="980576" y="1259460"/>
                  </a:lnTo>
                  <a:lnTo>
                    <a:pt x="1044385" y="1286902"/>
                  </a:lnTo>
                  <a:close/>
                  <a:moveTo>
                    <a:pt x="952352" y="1207923"/>
                  </a:moveTo>
                  <a:lnTo>
                    <a:pt x="980576" y="1259460"/>
                  </a:lnTo>
                  <a:lnTo>
                    <a:pt x="1010320" y="1235365"/>
                  </a:lnTo>
                  <a:close/>
                  <a:moveTo>
                    <a:pt x="952352" y="1207923"/>
                  </a:moveTo>
                  <a:lnTo>
                    <a:pt x="1010320" y="1235365"/>
                  </a:lnTo>
                  <a:lnTo>
                    <a:pt x="985408" y="1183829"/>
                  </a:lnTo>
                  <a:close/>
                  <a:moveTo>
                    <a:pt x="940657" y="1156386"/>
                  </a:moveTo>
                  <a:lnTo>
                    <a:pt x="985408" y="1183829"/>
                  </a:lnTo>
                  <a:lnTo>
                    <a:pt x="961496" y="1132292"/>
                  </a:lnTo>
                  <a:close/>
                  <a:moveTo>
                    <a:pt x="359470" y="464124"/>
                  </a:moveTo>
                  <a:lnTo>
                    <a:pt x="367539" y="444398"/>
                  </a:lnTo>
                  <a:lnTo>
                    <a:pt x="319737" y="440349"/>
                  </a:lnTo>
                  <a:close/>
                  <a:moveTo>
                    <a:pt x="359470" y="464124"/>
                  </a:moveTo>
                  <a:lnTo>
                    <a:pt x="401665" y="467803"/>
                  </a:lnTo>
                  <a:lnTo>
                    <a:pt x="367539" y="444398"/>
                  </a:lnTo>
                  <a:close/>
                  <a:moveTo>
                    <a:pt x="401665" y="467803"/>
                  </a:moveTo>
                  <a:lnTo>
                    <a:pt x="359470" y="464124"/>
                  </a:lnTo>
                  <a:lnTo>
                    <a:pt x="414810" y="486236"/>
                  </a:lnTo>
                  <a:close/>
                  <a:moveTo>
                    <a:pt x="719605" y="747442"/>
                  </a:moveTo>
                  <a:lnTo>
                    <a:pt x="693856" y="720000"/>
                  </a:lnTo>
                  <a:lnTo>
                    <a:pt x="693960" y="771536"/>
                  </a:lnTo>
                  <a:close/>
                  <a:moveTo>
                    <a:pt x="481148" y="438223"/>
                  </a:moveTo>
                  <a:lnTo>
                    <a:pt x="493115" y="431437"/>
                  </a:lnTo>
                  <a:lnTo>
                    <a:pt x="477773" y="412066"/>
                  </a:lnTo>
                  <a:close/>
                  <a:moveTo>
                    <a:pt x="1290891" y="1117046"/>
                  </a:moveTo>
                  <a:lnTo>
                    <a:pt x="1306090" y="1111547"/>
                  </a:lnTo>
                  <a:lnTo>
                    <a:pt x="1287409" y="1073242"/>
                  </a:lnTo>
                  <a:close/>
                  <a:moveTo>
                    <a:pt x="1371519" y="1089479"/>
                  </a:moveTo>
                  <a:lnTo>
                    <a:pt x="1306090" y="1111547"/>
                  </a:lnTo>
                  <a:lnTo>
                    <a:pt x="1374989" y="1091110"/>
                  </a:lnTo>
                  <a:close/>
                  <a:moveTo>
                    <a:pt x="1374989" y="1091110"/>
                  </a:moveTo>
                  <a:lnTo>
                    <a:pt x="1303067" y="1131783"/>
                  </a:lnTo>
                  <a:lnTo>
                    <a:pt x="1359650" y="1138990"/>
                  </a:lnTo>
                  <a:close/>
                  <a:moveTo>
                    <a:pt x="1371519" y="1089479"/>
                  </a:moveTo>
                  <a:lnTo>
                    <a:pt x="1287409" y="1073242"/>
                  </a:lnTo>
                  <a:lnTo>
                    <a:pt x="1306090" y="1111547"/>
                  </a:lnTo>
                  <a:close/>
                  <a:moveTo>
                    <a:pt x="1376691" y="1087453"/>
                  </a:moveTo>
                  <a:lnTo>
                    <a:pt x="1412382" y="1056240"/>
                  </a:lnTo>
                  <a:lnTo>
                    <a:pt x="1371519" y="1089479"/>
                  </a:lnTo>
                  <a:close/>
                  <a:moveTo>
                    <a:pt x="1371519" y="1089479"/>
                  </a:moveTo>
                  <a:lnTo>
                    <a:pt x="1374989" y="1091110"/>
                  </a:lnTo>
                  <a:lnTo>
                    <a:pt x="1376691" y="1087453"/>
                  </a:lnTo>
                  <a:close/>
                  <a:moveTo>
                    <a:pt x="1169722" y="982582"/>
                  </a:moveTo>
                  <a:lnTo>
                    <a:pt x="1252945" y="984428"/>
                  </a:lnTo>
                  <a:lnTo>
                    <a:pt x="1252967" y="984241"/>
                  </a:lnTo>
                  <a:close/>
                  <a:moveTo>
                    <a:pt x="1169722" y="982582"/>
                  </a:moveTo>
                  <a:lnTo>
                    <a:pt x="1252967" y="984241"/>
                  </a:lnTo>
                  <a:lnTo>
                    <a:pt x="1192769" y="933850"/>
                  </a:lnTo>
                  <a:close/>
                  <a:moveTo>
                    <a:pt x="1191951" y="932843"/>
                  </a:moveTo>
                  <a:lnTo>
                    <a:pt x="1152067" y="956937"/>
                  </a:lnTo>
                  <a:lnTo>
                    <a:pt x="1169722" y="982582"/>
                  </a:lnTo>
                  <a:close/>
                  <a:moveTo>
                    <a:pt x="1111148" y="668458"/>
                  </a:moveTo>
                  <a:lnTo>
                    <a:pt x="1110278" y="651067"/>
                  </a:lnTo>
                  <a:lnTo>
                    <a:pt x="1089630" y="675161"/>
                  </a:lnTo>
                  <a:close/>
                  <a:moveTo>
                    <a:pt x="1073253" y="391877"/>
                  </a:moveTo>
                  <a:lnTo>
                    <a:pt x="1003069" y="439046"/>
                  </a:lnTo>
                  <a:lnTo>
                    <a:pt x="1032289" y="413395"/>
                  </a:lnTo>
                  <a:close/>
                  <a:moveTo>
                    <a:pt x="1418577" y="884656"/>
                  </a:moveTo>
                  <a:lnTo>
                    <a:pt x="1469513" y="922308"/>
                  </a:lnTo>
                  <a:lnTo>
                    <a:pt x="1448611" y="876559"/>
                  </a:lnTo>
                  <a:close/>
                  <a:moveTo>
                    <a:pt x="1432724" y="862494"/>
                  </a:moveTo>
                  <a:lnTo>
                    <a:pt x="1418577" y="884656"/>
                  </a:lnTo>
                  <a:lnTo>
                    <a:pt x="1448611" y="876559"/>
                  </a:lnTo>
                  <a:close/>
                  <a:moveTo>
                    <a:pt x="1448611" y="876559"/>
                  </a:moveTo>
                  <a:lnTo>
                    <a:pt x="1460864" y="884656"/>
                  </a:lnTo>
                  <a:lnTo>
                    <a:pt x="1432724" y="862494"/>
                  </a:lnTo>
                  <a:close/>
                  <a:moveTo>
                    <a:pt x="1088088" y="415060"/>
                  </a:moveTo>
                  <a:lnTo>
                    <a:pt x="1073180" y="369290"/>
                  </a:lnTo>
                  <a:lnTo>
                    <a:pt x="1073253" y="391877"/>
                  </a:lnTo>
                  <a:close/>
                  <a:moveTo>
                    <a:pt x="1181143" y="396732"/>
                  </a:moveTo>
                  <a:lnTo>
                    <a:pt x="1166772" y="451817"/>
                  </a:lnTo>
                  <a:lnTo>
                    <a:pt x="1165895" y="428674"/>
                  </a:lnTo>
                  <a:close/>
                  <a:moveTo>
                    <a:pt x="817643" y="0"/>
                  </a:moveTo>
                  <a:lnTo>
                    <a:pt x="764300" y="60070"/>
                  </a:lnTo>
                  <a:lnTo>
                    <a:pt x="797794" y="35976"/>
                  </a:lnTo>
                  <a:close/>
                  <a:moveTo>
                    <a:pt x="1195114" y="403019"/>
                  </a:moveTo>
                  <a:lnTo>
                    <a:pt x="1165895" y="428674"/>
                  </a:lnTo>
                  <a:lnTo>
                    <a:pt x="1162480" y="448269"/>
                  </a:lnTo>
                  <a:close/>
                  <a:moveTo>
                    <a:pt x="1230739" y="361538"/>
                  </a:moveTo>
                  <a:lnTo>
                    <a:pt x="1200020" y="381585"/>
                  </a:lnTo>
                  <a:lnTo>
                    <a:pt x="1181143" y="396732"/>
                  </a:lnTo>
                  <a:close/>
                  <a:moveTo>
                    <a:pt x="1374272" y="334327"/>
                  </a:moveTo>
                  <a:lnTo>
                    <a:pt x="1348093" y="292867"/>
                  </a:lnTo>
                  <a:lnTo>
                    <a:pt x="1317325" y="34264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24" name="Output_density__4223">
              <a:extLst>
                <a:ext uri="{FF2B5EF4-FFF2-40B4-BE49-F238E27FC236}">
                  <a16:creationId xmlns:a16="http://schemas.microsoft.com/office/drawing/2014/main" id="{C2503D61-BAD8-B515-CC5A-0DD68821C633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623380"/>
              <a:ext cx="1476908" cy="2082281"/>
            </a:xfrm>
            <a:custGeom>
              <a:avLst/>
              <a:gdLst/>
              <a:ahLst/>
              <a:cxnLst/>
              <a:rect l="0" t="0" r="0" b="0"/>
              <a:pathLst>
                <a:path w="1476908" h="2082281">
                  <a:moveTo>
                    <a:pt x="0" y="1673040"/>
                  </a:moveTo>
                  <a:lnTo>
                    <a:pt x="1308" y="1691216"/>
                  </a:lnTo>
                  <a:lnTo>
                    <a:pt x="32992" y="1707911"/>
                  </a:lnTo>
                  <a:close/>
                  <a:moveTo>
                    <a:pt x="32992" y="1707911"/>
                  </a:moveTo>
                  <a:lnTo>
                    <a:pt x="61768" y="1704805"/>
                  </a:lnTo>
                  <a:lnTo>
                    <a:pt x="0" y="1673040"/>
                  </a:lnTo>
                  <a:close/>
                  <a:moveTo>
                    <a:pt x="304338" y="1906629"/>
                  </a:moveTo>
                  <a:lnTo>
                    <a:pt x="306484" y="1908756"/>
                  </a:lnTo>
                  <a:lnTo>
                    <a:pt x="310008" y="1910021"/>
                  </a:lnTo>
                  <a:close/>
                  <a:moveTo>
                    <a:pt x="304338" y="1906629"/>
                  </a:moveTo>
                  <a:lnTo>
                    <a:pt x="273657" y="1872700"/>
                  </a:lnTo>
                  <a:lnTo>
                    <a:pt x="306484" y="1908756"/>
                  </a:lnTo>
                  <a:close/>
                  <a:moveTo>
                    <a:pt x="462316" y="1995224"/>
                  </a:moveTo>
                  <a:lnTo>
                    <a:pt x="454544" y="1989836"/>
                  </a:lnTo>
                  <a:lnTo>
                    <a:pt x="477344" y="2011632"/>
                  </a:lnTo>
                  <a:close/>
                  <a:moveTo>
                    <a:pt x="517216" y="2025808"/>
                  </a:moveTo>
                  <a:lnTo>
                    <a:pt x="462316" y="1995224"/>
                  </a:lnTo>
                  <a:lnTo>
                    <a:pt x="477344" y="2011632"/>
                  </a:lnTo>
                  <a:close/>
                  <a:moveTo>
                    <a:pt x="419977" y="1971824"/>
                  </a:moveTo>
                  <a:lnTo>
                    <a:pt x="474561" y="2009702"/>
                  </a:lnTo>
                  <a:lnTo>
                    <a:pt x="454544" y="1989836"/>
                  </a:lnTo>
                  <a:close/>
                  <a:moveTo>
                    <a:pt x="538241" y="2037144"/>
                  </a:moveTo>
                  <a:lnTo>
                    <a:pt x="517216" y="2025808"/>
                  </a:lnTo>
                  <a:lnTo>
                    <a:pt x="556633" y="2045546"/>
                  </a:lnTo>
                  <a:close/>
                  <a:moveTo>
                    <a:pt x="433614" y="1985608"/>
                  </a:moveTo>
                  <a:lnTo>
                    <a:pt x="419977" y="1971824"/>
                  </a:lnTo>
                  <a:lnTo>
                    <a:pt x="454544" y="1989836"/>
                  </a:lnTo>
                  <a:close/>
                  <a:moveTo>
                    <a:pt x="390853" y="1958165"/>
                  </a:moveTo>
                  <a:lnTo>
                    <a:pt x="419977" y="1971824"/>
                  </a:lnTo>
                  <a:lnTo>
                    <a:pt x="433614" y="1985608"/>
                  </a:lnTo>
                  <a:close/>
                  <a:moveTo>
                    <a:pt x="304338" y="1906629"/>
                  </a:moveTo>
                  <a:lnTo>
                    <a:pt x="310008" y="1910021"/>
                  </a:lnTo>
                  <a:lnTo>
                    <a:pt x="322554" y="1895691"/>
                  </a:lnTo>
                  <a:close/>
                  <a:moveTo>
                    <a:pt x="304338" y="1906629"/>
                  </a:moveTo>
                  <a:lnTo>
                    <a:pt x="322554" y="1895691"/>
                  </a:lnTo>
                  <a:lnTo>
                    <a:pt x="255639" y="1855092"/>
                  </a:lnTo>
                  <a:close/>
                  <a:moveTo>
                    <a:pt x="363445" y="1830998"/>
                  </a:moveTo>
                  <a:lnTo>
                    <a:pt x="337305" y="1877180"/>
                  </a:lnTo>
                  <a:lnTo>
                    <a:pt x="367317" y="1834539"/>
                  </a:lnTo>
                  <a:close/>
                  <a:moveTo>
                    <a:pt x="367317" y="1834539"/>
                  </a:moveTo>
                  <a:lnTo>
                    <a:pt x="337305" y="1877180"/>
                  </a:lnTo>
                  <a:lnTo>
                    <a:pt x="322554" y="1895691"/>
                  </a:lnTo>
                  <a:close/>
                  <a:moveTo>
                    <a:pt x="367317" y="1834539"/>
                  </a:moveTo>
                  <a:lnTo>
                    <a:pt x="322554" y="1895691"/>
                  </a:lnTo>
                  <a:lnTo>
                    <a:pt x="372416" y="1893136"/>
                  </a:lnTo>
                  <a:close/>
                  <a:moveTo>
                    <a:pt x="171621" y="1628719"/>
                  </a:moveTo>
                  <a:lnTo>
                    <a:pt x="164504" y="1624852"/>
                  </a:lnTo>
                  <a:lnTo>
                    <a:pt x="159011" y="1694822"/>
                  </a:lnTo>
                  <a:close/>
                  <a:moveTo>
                    <a:pt x="538241" y="2037144"/>
                  </a:moveTo>
                  <a:lnTo>
                    <a:pt x="556633" y="2045546"/>
                  </a:lnTo>
                  <a:lnTo>
                    <a:pt x="572017" y="2056023"/>
                  </a:lnTo>
                  <a:close/>
                  <a:moveTo>
                    <a:pt x="572017" y="2056023"/>
                  </a:moveTo>
                  <a:lnTo>
                    <a:pt x="536546" y="2023894"/>
                  </a:lnTo>
                  <a:lnTo>
                    <a:pt x="538241" y="2037144"/>
                  </a:lnTo>
                  <a:close/>
                  <a:moveTo>
                    <a:pt x="552175" y="2021613"/>
                  </a:moveTo>
                  <a:lnTo>
                    <a:pt x="536546" y="2023894"/>
                  </a:lnTo>
                  <a:lnTo>
                    <a:pt x="572017" y="2056023"/>
                  </a:lnTo>
                  <a:close/>
                  <a:moveTo>
                    <a:pt x="599843" y="2025159"/>
                  </a:moveTo>
                  <a:lnTo>
                    <a:pt x="552175" y="2021613"/>
                  </a:lnTo>
                  <a:lnTo>
                    <a:pt x="572017" y="2056023"/>
                  </a:lnTo>
                  <a:close/>
                  <a:moveTo>
                    <a:pt x="517216" y="2025808"/>
                  </a:moveTo>
                  <a:lnTo>
                    <a:pt x="538241" y="2037144"/>
                  </a:lnTo>
                  <a:lnTo>
                    <a:pt x="536546" y="2023894"/>
                  </a:lnTo>
                  <a:close/>
                  <a:moveTo>
                    <a:pt x="358722" y="1806904"/>
                  </a:moveTo>
                  <a:lnTo>
                    <a:pt x="363445" y="1830998"/>
                  </a:lnTo>
                  <a:lnTo>
                    <a:pt x="338807" y="1779462"/>
                  </a:lnTo>
                  <a:close/>
                  <a:moveTo>
                    <a:pt x="136476" y="1573315"/>
                  </a:moveTo>
                  <a:lnTo>
                    <a:pt x="170081" y="1601313"/>
                  </a:lnTo>
                  <a:lnTo>
                    <a:pt x="194384" y="1557277"/>
                  </a:lnTo>
                  <a:close/>
                  <a:moveTo>
                    <a:pt x="179156" y="1573315"/>
                  </a:moveTo>
                  <a:lnTo>
                    <a:pt x="194384" y="1557277"/>
                  </a:lnTo>
                  <a:lnTo>
                    <a:pt x="170081" y="1601313"/>
                  </a:lnTo>
                  <a:close/>
                  <a:moveTo>
                    <a:pt x="707146" y="2040493"/>
                  </a:moveTo>
                  <a:lnTo>
                    <a:pt x="708560" y="2082281"/>
                  </a:lnTo>
                  <a:lnTo>
                    <a:pt x="735342" y="2047514"/>
                  </a:lnTo>
                  <a:close/>
                  <a:moveTo>
                    <a:pt x="707146" y="2040493"/>
                  </a:moveTo>
                  <a:lnTo>
                    <a:pt x="673651" y="2064587"/>
                  </a:lnTo>
                  <a:lnTo>
                    <a:pt x="708560" y="2082281"/>
                  </a:lnTo>
                  <a:close/>
                  <a:moveTo>
                    <a:pt x="422970" y="1639048"/>
                  </a:moveTo>
                  <a:lnTo>
                    <a:pt x="489987" y="1654204"/>
                  </a:lnTo>
                  <a:lnTo>
                    <a:pt x="444698" y="1659552"/>
                  </a:lnTo>
                  <a:close/>
                  <a:moveTo>
                    <a:pt x="357182" y="1641921"/>
                  </a:moveTo>
                  <a:lnTo>
                    <a:pt x="320223" y="1583872"/>
                  </a:lnTo>
                  <a:lnTo>
                    <a:pt x="317729" y="1600758"/>
                  </a:lnTo>
                  <a:close/>
                  <a:moveTo>
                    <a:pt x="331070" y="1584070"/>
                  </a:moveTo>
                  <a:lnTo>
                    <a:pt x="320223" y="1583872"/>
                  </a:lnTo>
                  <a:lnTo>
                    <a:pt x="357182" y="1641921"/>
                  </a:lnTo>
                  <a:close/>
                  <a:moveTo>
                    <a:pt x="388803" y="1625247"/>
                  </a:moveTo>
                  <a:lnTo>
                    <a:pt x="331070" y="1584070"/>
                  </a:lnTo>
                  <a:lnTo>
                    <a:pt x="357182" y="1641921"/>
                  </a:lnTo>
                  <a:close/>
                  <a:moveTo>
                    <a:pt x="294510" y="1582279"/>
                  </a:moveTo>
                  <a:lnTo>
                    <a:pt x="322292" y="1549221"/>
                  </a:lnTo>
                  <a:lnTo>
                    <a:pt x="320223" y="1583872"/>
                  </a:lnTo>
                  <a:close/>
                  <a:moveTo>
                    <a:pt x="335705" y="1561622"/>
                  </a:moveTo>
                  <a:lnTo>
                    <a:pt x="317729" y="1600758"/>
                  </a:lnTo>
                  <a:lnTo>
                    <a:pt x="320223" y="1583872"/>
                  </a:lnTo>
                  <a:close/>
                  <a:moveTo>
                    <a:pt x="393674" y="1603681"/>
                  </a:moveTo>
                  <a:lnTo>
                    <a:pt x="398591" y="1628201"/>
                  </a:lnTo>
                  <a:lnTo>
                    <a:pt x="388803" y="1625247"/>
                  </a:lnTo>
                  <a:close/>
                  <a:moveTo>
                    <a:pt x="243141" y="1545813"/>
                  </a:moveTo>
                  <a:lnTo>
                    <a:pt x="320223" y="1583872"/>
                  </a:lnTo>
                  <a:lnTo>
                    <a:pt x="299350" y="1576664"/>
                  </a:lnTo>
                  <a:close/>
                  <a:moveTo>
                    <a:pt x="250563" y="1549221"/>
                  </a:moveTo>
                  <a:lnTo>
                    <a:pt x="320223" y="1583872"/>
                  </a:lnTo>
                  <a:lnTo>
                    <a:pt x="243141" y="1545813"/>
                  </a:lnTo>
                  <a:close/>
                  <a:moveTo>
                    <a:pt x="294510" y="1582279"/>
                  </a:moveTo>
                  <a:lnTo>
                    <a:pt x="320223" y="1583872"/>
                  </a:lnTo>
                  <a:lnTo>
                    <a:pt x="250563" y="1549221"/>
                  </a:lnTo>
                  <a:close/>
                  <a:moveTo>
                    <a:pt x="398591" y="1628201"/>
                  </a:moveTo>
                  <a:lnTo>
                    <a:pt x="422970" y="1639048"/>
                  </a:lnTo>
                  <a:lnTo>
                    <a:pt x="444698" y="1659552"/>
                  </a:lnTo>
                  <a:close/>
                  <a:moveTo>
                    <a:pt x="748215" y="2028501"/>
                  </a:moveTo>
                  <a:lnTo>
                    <a:pt x="735342" y="2047514"/>
                  </a:lnTo>
                  <a:lnTo>
                    <a:pt x="755968" y="2040493"/>
                  </a:lnTo>
                  <a:close/>
                  <a:moveTo>
                    <a:pt x="748215" y="2028501"/>
                  </a:moveTo>
                  <a:lnTo>
                    <a:pt x="755968" y="2040493"/>
                  </a:lnTo>
                  <a:lnTo>
                    <a:pt x="767170" y="1988330"/>
                  </a:lnTo>
                  <a:close/>
                  <a:moveTo>
                    <a:pt x="398591" y="1628201"/>
                  </a:moveTo>
                  <a:lnTo>
                    <a:pt x="444698" y="1659552"/>
                  </a:lnTo>
                  <a:lnTo>
                    <a:pt x="451852" y="1615567"/>
                  </a:lnTo>
                  <a:close/>
                  <a:moveTo>
                    <a:pt x="494809" y="1618627"/>
                  </a:moveTo>
                  <a:lnTo>
                    <a:pt x="444698" y="1659552"/>
                  </a:lnTo>
                  <a:lnTo>
                    <a:pt x="489987" y="1654204"/>
                  </a:lnTo>
                  <a:close/>
                  <a:moveTo>
                    <a:pt x="494809" y="1618627"/>
                  </a:moveTo>
                  <a:lnTo>
                    <a:pt x="451852" y="1615567"/>
                  </a:lnTo>
                  <a:lnTo>
                    <a:pt x="444698" y="1659552"/>
                  </a:lnTo>
                  <a:close/>
                  <a:moveTo>
                    <a:pt x="445606" y="1557902"/>
                  </a:moveTo>
                  <a:lnTo>
                    <a:pt x="435015" y="1503769"/>
                  </a:lnTo>
                  <a:lnTo>
                    <a:pt x="434775" y="1552570"/>
                  </a:lnTo>
                  <a:close/>
                  <a:moveTo>
                    <a:pt x="477342" y="1511805"/>
                  </a:moveTo>
                  <a:lnTo>
                    <a:pt x="502289" y="1549802"/>
                  </a:lnTo>
                  <a:lnTo>
                    <a:pt x="524371" y="1512960"/>
                  </a:lnTo>
                  <a:close/>
                  <a:moveTo>
                    <a:pt x="449772" y="1501033"/>
                  </a:moveTo>
                  <a:lnTo>
                    <a:pt x="502289" y="1549802"/>
                  </a:lnTo>
                  <a:lnTo>
                    <a:pt x="477342" y="1511805"/>
                  </a:lnTo>
                  <a:close/>
                  <a:moveTo>
                    <a:pt x="524371" y="1512960"/>
                  </a:moveTo>
                  <a:lnTo>
                    <a:pt x="511895" y="1552570"/>
                  </a:lnTo>
                  <a:lnTo>
                    <a:pt x="543650" y="1545264"/>
                  </a:lnTo>
                  <a:close/>
                  <a:moveTo>
                    <a:pt x="547439" y="1464309"/>
                  </a:moveTo>
                  <a:lnTo>
                    <a:pt x="582893" y="1459511"/>
                  </a:lnTo>
                  <a:lnTo>
                    <a:pt x="562539" y="1452846"/>
                  </a:lnTo>
                  <a:close/>
                  <a:moveTo>
                    <a:pt x="212730" y="943108"/>
                  </a:moveTo>
                  <a:lnTo>
                    <a:pt x="240923" y="989016"/>
                  </a:lnTo>
                  <a:lnTo>
                    <a:pt x="226977" y="964862"/>
                  </a:lnTo>
                  <a:close/>
                  <a:moveTo>
                    <a:pt x="949230" y="1813602"/>
                  </a:moveTo>
                  <a:lnTo>
                    <a:pt x="939285" y="1798882"/>
                  </a:lnTo>
                  <a:lnTo>
                    <a:pt x="989350" y="1841044"/>
                  </a:lnTo>
                  <a:close/>
                  <a:moveTo>
                    <a:pt x="958312" y="1737971"/>
                  </a:moveTo>
                  <a:lnTo>
                    <a:pt x="964797" y="1802003"/>
                  </a:lnTo>
                  <a:lnTo>
                    <a:pt x="994939" y="1779801"/>
                  </a:lnTo>
                  <a:close/>
                  <a:moveTo>
                    <a:pt x="578262" y="1400534"/>
                  </a:moveTo>
                  <a:lnTo>
                    <a:pt x="614038" y="1434191"/>
                  </a:lnTo>
                  <a:lnTo>
                    <a:pt x="540499" y="1393252"/>
                  </a:lnTo>
                  <a:close/>
                  <a:moveTo>
                    <a:pt x="614038" y="1434191"/>
                  </a:moveTo>
                  <a:lnTo>
                    <a:pt x="578393" y="1401309"/>
                  </a:lnTo>
                  <a:lnTo>
                    <a:pt x="665379" y="1421012"/>
                  </a:lnTo>
                  <a:close/>
                  <a:moveTo>
                    <a:pt x="578262" y="1400534"/>
                  </a:moveTo>
                  <a:lnTo>
                    <a:pt x="578393" y="1401309"/>
                  </a:lnTo>
                  <a:lnTo>
                    <a:pt x="614038" y="1434191"/>
                  </a:lnTo>
                  <a:close/>
                  <a:moveTo>
                    <a:pt x="240923" y="989016"/>
                  </a:moveTo>
                  <a:lnTo>
                    <a:pt x="234689" y="925256"/>
                  </a:lnTo>
                  <a:lnTo>
                    <a:pt x="226977" y="964862"/>
                  </a:lnTo>
                  <a:close/>
                  <a:moveTo>
                    <a:pt x="1022122" y="1765414"/>
                  </a:moveTo>
                  <a:lnTo>
                    <a:pt x="994939" y="1779801"/>
                  </a:lnTo>
                  <a:lnTo>
                    <a:pt x="1021265" y="1770216"/>
                  </a:lnTo>
                  <a:close/>
                  <a:moveTo>
                    <a:pt x="729965" y="1377215"/>
                  </a:moveTo>
                  <a:lnTo>
                    <a:pt x="712562" y="1367315"/>
                  </a:lnTo>
                  <a:lnTo>
                    <a:pt x="754702" y="1404658"/>
                  </a:lnTo>
                  <a:close/>
                  <a:moveTo>
                    <a:pt x="754026" y="1428752"/>
                  </a:moveTo>
                  <a:lnTo>
                    <a:pt x="729965" y="1377215"/>
                  </a:lnTo>
                  <a:lnTo>
                    <a:pt x="754702" y="1404658"/>
                  </a:lnTo>
                  <a:close/>
                  <a:moveTo>
                    <a:pt x="678715" y="1301584"/>
                  </a:moveTo>
                  <a:lnTo>
                    <a:pt x="693150" y="1350168"/>
                  </a:lnTo>
                  <a:lnTo>
                    <a:pt x="675202" y="1325678"/>
                  </a:lnTo>
                  <a:close/>
                  <a:moveTo>
                    <a:pt x="677468" y="1357864"/>
                  </a:moveTo>
                  <a:lnTo>
                    <a:pt x="693150" y="1350168"/>
                  </a:lnTo>
                  <a:lnTo>
                    <a:pt x="678715" y="1301584"/>
                  </a:lnTo>
                  <a:close/>
                  <a:moveTo>
                    <a:pt x="712562" y="1367315"/>
                  </a:moveTo>
                  <a:lnTo>
                    <a:pt x="693150" y="1350168"/>
                  </a:lnTo>
                  <a:lnTo>
                    <a:pt x="677468" y="1357864"/>
                  </a:lnTo>
                  <a:close/>
                  <a:moveTo>
                    <a:pt x="675490" y="1323918"/>
                  </a:moveTo>
                  <a:lnTo>
                    <a:pt x="677468" y="1357864"/>
                  </a:lnTo>
                  <a:lnTo>
                    <a:pt x="678715" y="1301584"/>
                  </a:lnTo>
                  <a:close/>
                  <a:moveTo>
                    <a:pt x="266712" y="843624"/>
                  </a:moveTo>
                  <a:lnTo>
                    <a:pt x="245169" y="897978"/>
                  </a:lnTo>
                  <a:lnTo>
                    <a:pt x="321990" y="875623"/>
                  </a:lnTo>
                  <a:close/>
                  <a:moveTo>
                    <a:pt x="1079417" y="1786070"/>
                  </a:moveTo>
                  <a:lnTo>
                    <a:pt x="1030403" y="1777495"/>
                  </a:lnTo>
                  <a:lnTo>
                    <a:pt x="1021265" y="1770216"/>
                  </a:lnTo>
                  <a:close/>
                  <a:moveTo>
                    <a:pt x="1088864" y="1753241"/>
                  </a:moveTo>
                  <a:lnTo>
                    <a:pt x="1030403" y="1777495"/>
                  </a:lnTo>
                  <a:lnTo>
                    <a:pt x="1079417" y="1786070"/>
                  </a:lnTo>
                  <a:close/>
                  <a:moveTo>
                    <a:pt x="697342" y="1225954"/>
                  </a:moveTo>
                  <a:lnTo>
                    <a:pt x="707066" y="1267296"/>
                  </a:lnTo>
                  <a:lnTo>
                    <a:pt x="744634" y="1272855"/>
                  </a:lnTo>
                  <a:close/>
                  <a:moveTo>
                    <a:pt x="707066" y="1267296"/>
                  </a:moveTo>
                  <a:lnTo>
                    <a:pt x="761357" y="1295608"/>
                  </a:lnTo>
                  <a:lnTo>
                    <a:pt x="789566" y="1266176"/>
                  </a:lnTo>
                  <a:close/>
                  <a:moveTo>
                    <a:pt x="396522" y="889292"/>
                  </a:moveTo>
                  <a:lnTo>
                    <a:pt x="458885" y="916734"/>
                  </a:lnTo>
                  <a:lnTo>
                    <a:pt x="445119" y="868127"/>
                  </a:lnTo>
                  <a:close/>
                  <a:moveTo>
                    <a:pt x="321990" y="875623"/>
                  </a:moveTo>
                  <a:lnTo>
                    <a:pt x="369007" y="876734"/>
                  </a:lnTo>
                  <a:lnTo>
                    <a:pt x="349680" y="869752"/>
                  </a:lnTo>
                  <a:close/>
                  <a:moveTo>
                    <a:pt x="804983" y="1204675"/>
                  </a:moveTo>
                  <a:lnTo>
                    <a:pt x="789566" y="1266176"/>
                  </a:lnTo>
                  <a:lnTo>
                    <a:pt x="815409" y="1225954"/>
                  </a:lnTo>
                  <a:close/>
                  <a:moveTo>
                    <a:pt x="815409" y="1225954"/>
                  </a:moveTo>
                  <a:lnTo>
                    <a:pt x="806474" y="1194491"/>
                  </a:lnTo>
                  <a:lnTo>
                    <a:pt x="804983" y="1204675"/>
                  </a:lnTo>
                  <a:close/>
                  <a:moveTo>
                    <a:pt x="824210" y="1150323"/>
                  </a:moveTo>
                  <a:lnTo>
                    <a:pt x="806474" y="1194491"/>
                  </a:lnTo>
                  <a:lnTo>
                    <a:pt x="815409" y="1225954"/>
                  </a:lnTo>
                  <a:close/>
                  <a:moveTo>
                    <a:pt x="1048976" y="1346470"/>
                  </a:moveTo>
                  <a:lnTo>
                    <a:pt x="1067464" y="1394182"/>
                  </a:lnTo>
                  <a:lnTo>
                    <a:pt x="1013909" y="1336997"/>
                  </a:lnTo>
                  <a:close/>
                  <a:moveTo>
                    <a:pt x="1008175" y="1332376"/>
                  </a:moveTo>
                  <a:lnTo>
                    <a:pt x="1013909" y="1336997"/>
                  </a:lnTo>
                  <a:lnTo>
                    <a:pt x="1021540" y="1339658"/>
                  </a:lnTo>
                  <a:close/>
                  <a:moveTo>
                    <a:pt x="1008175" y="1332376"/>
                  </a:moveTo>
                  <a:lnTo>
                    <a:pt x="983737" y="1298783"/>
                  </a:lnTo>
                  <a:lnTo>
                    <a:pt x="1013909" y="1336997"/>
                  </a:lnTo>
                  <a:close/>
                  <a:moveTo>
                    <a:pt x="1234931" y="1343659"/>
                  </a:moveTo>
                  <a:lnTo>
                    <a:pt x="1215797" y="1349555"/>
                  </a:lnTo>
                  <a:lnTo>
                    <a:pt x="1289479" y="1372930"/>
                  </a:lnTo>
                  <a:close/>
                  <a:moveTo>
                    <a:pt x="1262352" y="1349688"/>
                  </a:moveTo>
                  <a:lnTo>
                    <a:pt x="1327245" y="1387261"/>
                  </a:lnTo>
                  <a:lnTo>
                    <a:pt x="1289479" y="1372930"/>
                  </a:lnTo>
                  <a:close/>
                  <a:moveTo>
                    <a:pt x="1262352" y="1349688"/>
                  </a:moveTo>
                  <a:lnTo>
                    <a:pt x="1335279" y="1391126"/>
                  </a:lnTo>
                  <a:lnTo>
                    <a:pt x="1327245" y="1387261"/>
                  </a:lnTo>
                  <a:close/>
                  <a:moveTo>
                    <a:pt x="197808" y="101600"/>
                  </a:moveTo>
                  <a:lnTo>
                    <a:pt x="229781" y="113589"/>
                  </a:lnTo>
                  <a:lnTo>
                    <a:pt x="194178" y="72609"/>
                  </a:lnTo>
                  <a:close/>
                  <a:moveTo>
                    <a:pt x="229781" y="113589"/>
                  </a:moveTo>
                  <a:lnTo>
                    <a:pt x="236802" y="57297"/>
                  </a:lnTo>
                  <a:lnTo>
                    <a:pt x="194178" y="72609"/>
                  </a:lnTo>
                  <a:close/>
                  <a:moveTo>
                    <a:pt x="224947" y="12973"/>
                  </a:moveTo>
                  <a:lnTo>
                    <a:pt x="256386" y="47310"/>
                  </a:lnTo>
                  <a:lnTo>
                    <a:pt x="215147" y="0"/>
                  </a:lnTo>
                  <a:close/>
                  <a:moveTo>
                    <a:pt x="1327245" y="1387261"/>
                  </a:moveTo>
                  <a:lnTo>
                    <a:pt x="1335279" y="1391126"/>
                  </a:lnTo>
                  <a:lnTo>
                    <a:pt x="1340973" y="1390779"/>
                  </a:lnTo>
                  <a:close/>
                  <a:moveTo>
                    <a:pt x="1393328" y="1411850"/>
                  </a:moveTo>
                  <a:lnTo>
                    <a:pt x="1340973" y="1390779"/>
                  </a:lnTo>
                  <a:lnTo>
                    <a:pt x="1335279" y="1391126"/>
                  </a:lnTo>
                  <a:close/>
                  <a:moveTo>
                    <a:pt x="1327245" y="1387261"/>
                  </a:moveTo>
                  <a:lnTo>
                    <a:pt x="1340973" y="1390779"/>
                  </a:lnTo>
                  <a:lnTo>
                    <a:pt x="1348026" y="1380762"/>
                  </a:lnTo>
                  <a:close/>
                  <a:moveTo>
                    <a:pt x="1393328" y="1411850"/>
                  </a:moveTo>
                  <a:lnTo>
                    <a:pt x="1425042" y="1418874"/>
                  </a:lnTo>
                  <a:lnTo>
                    <a:pt x="1340973" y="1390779"/>
                  </a:lnTo>
                  <a:close/>
                  <a:moveTo>
                    <a:pt x="1228587" y="1213671"/>
                  </a:moveTo>
                  <a:lnTo>
                    <a:pt x="1222680" y="1208558"/>
                  </a:lnTo>
                  <a:lnTo>
                    <a:pt x="1202364" y="1221897"/>
                  </a:lnTo>
                  <a:close/>
                  <a:moveTo>
                    <a:pt x="1241010" y="1208558"/>
                  </a:moveTo>
                  <a:lnTo>
                    <a:pt x="1228587" y="1213671"/>
                  </a:lnTo>
                  <a:lnTo>
                    <a:pt x="1232373" y="1181115"/>
                  </a:lnTo>
                  <a:close/>
                  <a:moveTo>
                    <a:pt x="1237203" y="1157021"/>
                  </a:moveTo>
                  <a:lnTo>
                    <a:pt x="1241010" y="1208558"/>
                  </a:lnTo>
                  <a:lnTo>
                    <a:pt x="1232373" y="1181115"/>
                  </a:lnTo>
                  <a:close/>
                  <a:moveTo>
                    <a:pt x="1060330" y="905311"/>
                  </a:moveTo>
                  <a:lnTo>
                    <a:pt x="1007714" y="965576"/>
                  </a:lnTo>
                  <a:lnTo>
                    <a:pt x="984108" y="929904"/>
                  </a:lnTo>
                  <a:close/>
                  <a:moveTo>
                    <a:pt x="395467" y="243082"/>
                  </a:moveTo>
                  <a:lnTo>
                    <a:pt x="403911" y="298959"/>
                  </a:lnTo>
                  <a:lnTo>
                    <a:pt x="437674" y="284294"/>
                  </a:lnTo>
                  <a:close/>
                  <a:moveTo>
                    <a:pt x="416315" y="201373"/>
                  </a:moveTo>
                  <a:lnTo>
                    <a:pt x="451744" y="235312"/>
                  </a:lnTo>
                  <a:lnTo>
                    <a:pt x="408365" y="214488"/>
                  </a:lnTo>
                  <a:close/>
                  <a:moveTo>
                    <a:pt x="1447250" y="1400820"/>
                  </a:moveTo>
                  <a:lnTo>
                    <a:pt x="1453534" y="1458453"/>
                  </a:lnTo>
                  <a:lnTo>
                    <a:pt x="1476908" y="1414690"/>
                  </a:lnTo>
                  <a:close/>
                  <a:moveTo>
                    <a:pt x="1215925" y="1002802"/>
                  </a:moveTo>
                  <a:lnTo>
                    <a:pt x="1256586" y="1040661"/>
                  </a:lnTo>
                  <a:lnTo>
                    <a:pt x="1266762" y="1018196"/>
                  </a:lnTo>
                  <a:close/>
                  <a:moveTo>
                    <a:pt x="1197617" y="1002411"/>
                  </a:moveTo>
                  <a:lnTo>
                    <a:pt x="1256586" y="1040661"/>
                  </a:lnTo>
                  <a:lnTo>
                    <a:pt x="1215925" y="1002802"/>
                  </a:lnTo>
                  <a:close/>
                  <a:moveTo>
                    <a:pt x="1060330" y="905311"/>
                  </a:moveTo>
                  <a:lnTo>
                    <a:pt x="1065825" y="893572"/>
                  </a:lnTo>
                  <a:lnTo>
                    <a:pt x="1045051" y="950874"/>
                  </a:lnTo>
                  <a:close/>
                  <a:moveTo>
                    <a:pt x="562922" y="280898"/>
                  </a:moveTo>
                  <a:lnTo>
                    <a:pt x="545462" y="259846"/>
                  </a:lnTo>
                  <a:lnTo>
                    <a:pt x="573180" y="308341"/>
                  </a:lnTo>
                  <a:close/>
                  <a:moveTo>
                    <a:pt x="527838" y="211431"/>
                  </a:moveTo>
                  <a:lnTo>
                    <a:pt x="544662" y="200049"/>
                  </a:lnTo>
                  <a:lnTo>
                    <a:pt x="544399" y="153732"/>
                  </a:lnTo>
                  <a:close/>
                  <a:moveTo>
                    <a:pt x="566984" y="217588"/>
                  </a:moveTo>
                  <a:lnTo>
                    <a:pt x="544662" y="200049"/>
                  </a:lnTo>
                  <a:lnTo>
                    <a:pt x="527838" y="211431"/>
                  </a:lnTo>
                  <a:close/>
                  <a:moveTo>
                    <a:pt x="541011" y="137979"/>
                  </a:moveTo>
                  <a:lnTo>
                    <a:pt x="544399" y="153732"/>
                  </a:lnTo>
                  <a:lnTo>
                    <a:pt x="510750" y="113036"/>
                  </a:lnTo>
                  <a:close/>
                  <a:moveTo>
                    <a:pt x="961302" y="479715"/>
                  </a:moveTo>
                  <a:lnTo>
                    <a:pt x="988212" y="479488"/>
                  </a:lnTo>
                  <a:lnTo>
                    <a:pt x="971200" y="466300"/>
                  </a:lnTo>
                  <a:close/>
                  <a:moveTo>
                    <a:pt x="1352009" y="812838"/>
                  </a:moveTo>
                  <a:lnTo>
                    <a:pt x="1371111" y="878593"/>
                  </a:lnTo>
                  <a:lnTo>
                    <a:pt x="1368441" y="827056"/>
                  </a:lnTo>
                  <a:close/>
                  <a:moveTo>
                    <a:pt x="1352009" y="812838"/>
                  </a:moveTo>
                  <a:lnTo>
                    <a:pt x="1372469" y="858948"/>
                  </a:lnTo>
                  <a:lnTo>
                    <a:pt x="1371111" y="87859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25" name="Output_density__4224">
              <a:extLst>
                <a:ext uri="{FF2B5EF4-FFF2-40B4-BE49-F238E27FC236}">
                  <a16:creationId xmlns:a16="http://schemas.microsoft.com/office/drawing/2014/main" id="{21B699B8-26BD-521D-F9AB-42FC8381ABB8}"/>
                </a:ext>
              </a:extLst>
            </p:cNvPr>
            <p:cNvSpPr>
              <a:spLocks noGrp="1"/>
            </p:cNvSpPr>
            <p:nvPr/>
          </p:nvSpPr>
          <p:spPr>
            <a:xfrm>
              <a:off x="15511541" y="2736416"/>
              <a:ext cx="1317897" cy="1971242"/>
            </a:xfrm>
            <a:custGeom>
              <a:avLst/>
              <a:gdLst/>
              <a:ahLst/>
              <a:cxnLst/>
              <a:rect l="0" t="0" r="0" b="0"/>
              <a:pathLst>
                <a:path w="1317897" h="1971242">
                  <a:moveTo>
                    <a:pt x="150997" y="1796985"/>
                  </a:moveTo>
                  <a:lnTo>
                    <a:pt x="147473" y="1795720"/>
                  </a:lnTo>
                  <a:lnTo>
                    <a:pt x="171931" y="1835475"/>
                  </a:lnTo>
                  <a:close/>
                  <a:moveTo>
                    <a:pt x="206804" y="1830961"/>
                  </a:moveTo>
                  <a:lnTo>
                    <a:pt x="150997" y="1796985"/>
                  </a:lnTo>
                  <a:lnTo>
                    <a:pt x="171931" y="1835475"/>
                  </a:lnTo>
                  <a:close/>
                  <a:moveTo>
                    <a:pt x="145327" y="1793593"/>
                  </a:moveTo>
                  <a:lnTo>
                    <a:pt x="96628" y="1742056"/>
                  </a:lnTo>
                  <a:lnTo>
                    <a:pt x="114647" y="1759664"/>
                  </a:lnTo>
                  <a:close/>
                  <a:moveTo>
                    <a:pt x="63583" y="1700454"/>
                  </a:moveTo>
                  <a:lnTo>
                    <a:pt x="96628" y="1742056"/>
                  </a:lnTo>
                  <a:lnTo>
                    <a:pt x="86023" y="1728735"/>
                  </a:lnTo>
                  <a:close/>
                  <a:moveTo>
                    <a:pt x="231842" y="1845129"/>
                  </a:moveTo>
                  <a:lnTo>
                    <a:pt x="284620" y="1812326"/>
                  </a:lnTo>
                  <a:lnTo>
                    <a:pt x="213406" y="1780100"/>
                  </a:lnTo>
                  <a:close/>
                  <a:moveTo>
                    <a:pt x="231842" y="1845129"/>
                  </a:moveTo>
                  <a:lnTo>
                    <a:pt x="213406" y="1780100"/>
                  </a:lnTo>
                  <a:lnTo>
                    <a:pt x="206804" y="1830961"/>
                  </a:lnTo>
                  <a:close/>
                  <a:moveTo>
                    <a:pt x="213406" y="1780100"/>
                  </a:moveTo>
                  <a:lnTo>
                    <a:pt x="150997" y="1796985"/>
                  </a:lnTo>
                  <a:lnTo>
                    <a:pt x="206804" y="1830961"/>
                  </a:lnTo>
                  <a:close/>
                  <a:moveTo>
                    <a:pt x="213406" y="1780100"/>
                  </a:moveTo>
                  <a:lnTo>
                    <a:pt x="163544" y="1782655"/>
                  </a:lnTo>
                  <a:lnTo>
                    <a:pt x="150997" y="1796985"/>
                  </a:lnTo>
                  <a:close/>
                  <a:moveTo>
                    <a:pt x="213406" y="1780100"/>
                  </a:moveTo>
                  <a:lnTo>
                    <a:pt x="260756" y="1779587"/>
                  </a:lnTo>
                  <a:lnTo>
                    <a:pt x="208306" y="1721503"/>
                  </a:lnTo>
                  <a:close/>
                  <a:moveTo>
                    <a:pt x="86023" y="1728735"/>
                  </a:moveTo>
                  <a:lnTo>
                    <a:pt x="96628" y="1742056"/>
                  </a:lnTo>
                  <a:lnTo>
                    <a:pt x="113164" y="1722888"/>
                  </a:lnTo>
                  <a:close/>
                  <a:moveTo>
                    <a:pt x="86023" y="1728735"/>
                  </a:moveTo>
                  <a:lnTo>
                    <a:pt x="113164" y="1722888"/>
                  </a:lnTo>
                  <a:lnTo>
                    <a:pt x="57135" y="1690520"/>
                  </a:lnTo>
                  <a:close/>
                  <a:moveTo>
                    <a:pt x="56723" y="1619187"/>
                  </a:moveTo>
                  <a:lnTo>
                    <a:pt x="65048" y="1573777"/>
                  </a:lnTo>
                  <a:lnTo>
                    <a:pt x="8766" y="1587446"/>
                  </a:lnTo>
                  <a:close/>
                  <a:moveTo>
                    <a:pt x="65048" y="1573777"/>
                  </a:moveTo>
                  <a:lnTo>
                    <a:pt x="0" y="1581786"/>
                  </a:lnTo>
                  <a:lnTo>
                    <a:pt x="8766" y="1587446"/>
                  </a:lnTo>
                  <a:close/>
                  <a:moveTo>
                    <a:pt x="12610" y="1515683"/>
                  </a:moveTo>
                  <a:lnTo>
                    <a:pt x="0" y="1581786"/>
                  </a:lnTo>
                  <a:lnTo>
                    <a:pt x="65048" y="1573777"/>
                  </a:lnTo>
                  <a:close/>
                  <a:moveTo>
                    <a:pt x="20146" y="1460279"/>
                  </a:moveTo>
                  <a:lnTo>
                    <a:pt x="11071" y="1488278"/>
                  </a:lnTo>
                  <a:lnTo>
                    <a:pt x="43722" y="1465629"/>
                  </a:lnTo>
                  <a:close/>
                  <a:moveTo>
                    <a:pt x="43722" y="1465629"/>
                  </a:moveTo>
                  <a:lnTo>
                    <a:pt x="11071" y="1488278"/>
                  </a:lnTo>
                  <a:lnTo>
                    <a:pt x="12610" y="1515683"/>
                  </a:lnTo>
                  <a:close/>
                  <a:moveTo>
                    <a:pt x="514641" y="1951551"/>
                  </a:moveTo>
                  <a:lnTo>
                    <a:pt x="494663" y="1938710"/>
                  </a:lnTo>
                  <a:lnTo>
                    <a:pt x="467283" y="1971242"/>
                  </a:lnTo>
                  <a:close/>
                  <a:moveTo>
                    <a:pt x="413007" y="1942987"/>
                  </a:moveTo>
                  <a:lnTo>
                    <a:pt x="467283" y="1971242"/>
                  </a:lnTo>
                  <a:lnTo>
                    <a:pt x="494663" y="1938710"/>
                  </a:lnTo>
                  <a:close/>
                  <a:moveTo>
                    <a:pt x="440832" y="1912123"/>
                  </a:moveTo>
                  <a:lnTo>
                    <a:pt x="413007" y="1942987"/>
                  </a:lnTo>
                  <a:lnTo>
                    <a:pt x="494663" y="1938710"/>
                  </a:lnTo>
                  <a:close/>
                  <a:moveTo>
                    <a:pt x="10554" y="1408743"/>
                  </a:moveTo>
                  <a:lnTo>
                    <a:pt x="8785" y="1393307"/>
                  </a:lnTo>
                  <a:lnTo>
                    <a:pt x="46329" y="1436186"/>
                  </a:lnTo>
                  <a:close/>
                  <a:moveTo>
                    <a:pt x="20146" y="1460279"/>
                  </a:moveTo>
                  <a:lnTo>
                    <a:pt x="10554" y="1408743"/>
                  </a:lnTo>
                  <a:lnTo>
                    <a:pt x="46329" y="1436186"/>
                  </a:lnTo>
                  <a:close/>
                  <a:moveTo>
                    <a:pt x="401595" y="1828556"/>
                  </a:moveTo>
                  <a:lnTo>
                    <a:pt x="416205" y="1820046"/>
                  </a:lnTo>
                  <a:lnTo>
                    <a:pt x="365330" y="1804508"/>
                  </a:lnTo>
                  <a:close/>
                  <a:moveTo>
                    <a:pt x="548136" y="1927457"/>
                  </a:moveTo>
                  <a:lnTo>
                    <a:pt x="576331" y="1934479"/>
                  </a:lnTo>
                  <a:lnTo>
                    <a:pt x="589205" y="1915465"/>
                  </a:lnTo>
                  <a:close/>
                  <a:moveTo>
                    <a:pt x="564481" y="1872822"/>
                  </a:moveTo>
                  <a:lnTo>
                    <a:pt x="589205" y="1915465"/>
                  </a:lnTo>
                  <a:lnTo>
                    <a:pt x="608160" y="1875294"/>
                  </a:lnTo>
                  <a:close/>
                  <a:moveTo>
                    <a:pt x="564481" y="1872822"/>
                  </a:moveTo>
                  <a:lnTo>
                    <a:pt x="608160" y="1875294"/>
                  </a:lnTo>
                  <a:lnTo>
                    <a:pt x="607148" y="1875020"/>
                  </a:lnTo>
                  <a:close/>
                  <a:moveTo>
                    <a:pt x="257768" y="1481907"/>
                  </a:moveTo>
                  <a:lnTo>
                    <a:pt x="239580" y="1515165"/>
                  </a:lnTo>
                  <a:lnTo>
                    <a:pt x="286596" y="1444866"/>
                  </a:lnTo>
                  <a:close/>
                  <a:moveTo>
                    <a:pt x="286596" y="1444866"/>
                  </a:moveTo>
                  <a:lnTo>
                    <a:pt x="239580" y="1515165"/>
                  </a:lnTo>
                  <a:lnTo>
                    <a:pt x="292842" y="1502531"/>
                  </a:lnTo>
                  <a:close/>
                  <a:moveTo>
                    <a:pt x="286596" y="1444866"/>
                  </a:moveTo>
                  <a:lnTo>
                    <a:pt x="275765" y="1439534"/>
                  </a:lnTo>
                  <a:lnTo>
                    <a:pt x="257768" y="1481907"/>
                  </a:lnTo>
                  <a:close/>
                  <a:moveTo>
                    <a:pt x="341070" y="1444005"/>
                  </a:moveTo>
                  <a:lnTo>
                    <a:pt x="331760" y="1439534"/>
                  </a:lnTo>
                  <a:lnTo>
                    <a:pt x="335798" y="1505591"/>
                  </a:lnTo>
                  <a:close/>
                  <a:moveTo>
                    <a:pt x="335798" y="1505591"/>
                  </a:moveTo>
                  <a:lnTo>
                    <a:pt x="331760" y="1439534"/>
                  </a:lnTo>
                  <a:lnTo>
                    <a:pt x="286596" y="1444866"/>
                  </a:lnTo>
                  <a:close/>
                  <a:moveTo>
                    <a:pt x="335798" y="1505591"/>
                  </a:moveTo>
                  <a:lnTo>
                    <a:pt x="286596" y="1444866"/>
                  </a:lnTo>
                  <a:lnTo>
                    <a:pt x="292842" y="1502531"/>
                  </a:lnTo>
                  <a:close/>
                  <a:moveTo>
                    <a:pt x="331760" y="1439534"/>
                  </a:moveTo>
                  <a:lnTo>
                    <a:pt x="290761" y="1387998"/>
                  </a:lnTo>
                  <a:lnTo>
                    <a:pt x="286596" y="1444866"/>
                  </a:lnTo>
                  <a:close/>
                  <a:moveTo>
                    <a:pt x="144751" y="1358733"/>
                  </a:moveTo>
                  <a:lnTo>
                    <a:pt x="187052" y="1299583"/>
                  </a:lnTo>
                  <a:lnTo>
                    <a:pt x="142240" y="1359544"/>
                  </a:lnTo>
                  <a:close/>
                  <a:moveTo>
                    <a:pt x="274038" y="1387998"/>
                  </a:moveTo>
                  <a:lnTo>
                    <a:pt x="259238" y="1429125"/>
                  </a:lnTo>
                  <a:lnTo>
                    <a:pt x="275765" y="1439534"/>
                  </a:lnTo>
                  <a:close/>
                  <a:moveTo>
                    <a:pt x="331760" y="1439534"/>
                  </a:moveTo>
                  <a:lnTo>
                    <a:pt x="343279" y="1436766"/>
                  </a:lnTo>
                  <a:lnTo>
                    <a:pt x="290761" y="1387998"/>
                  </a:lnTo>
                  <a:close/>
                  <a:moveTo>
                    <a:pt x="343279" y="1436766"/>
                  </a:moveTo>
                  <a:lnTo>
                    <a:pt x="352884" y="1439534"/>
                  </a:lnTo>
                  <a:lnTo>
                    <a:pt x="365361" y="1399924"/>
                  </a:lnTo>
                  <a:close/>
                  <a:moveTo>
                    <a:pt x="723731" y="1724660"/>
                  </a:moveTo>
                  <a:lnTo>
                    <a:pt x="741894" y="1759659"/>
                  </a:lnTo>
                  <a:lnTo>
                    <a:pt x="751596" y="1752102"/>
                  </a:lnTo>
                  <a:close/>
                  <a:moveTo>
                    <a:pt x="513862" y="1315716"/>
                  </a:moveTo>
                  <a:lnTo>
                    <a:pt x="547408" y="1384759"/>
                  </a:lnTo>
                  <a:lnTo>
                    <a:pt x="566944" y="1359781"/>
                  </a:lnTo>
                  <a:close/>
                  <a:moveTo>
                    <a:pt x="535473" y="1391346"/>
                  </a:moveTo>
                  <a:lnTo>
                    <a:pt x="547408" y="1384759"/>
                  </a:lnTo>
                  <a:lnTo>
                    <a:pt x="513862" y="1315716"/>
                  </a:lnTo>
                  <a:close/>
                  <a:moveTo>
                    <a:pt x="480416" y="1339810"/>
                  </a:moveTo>
                  <a:lnTo>
                    <a:pt x="535473" y="1391346"/>
                  </a:lnTo>
                  <a:lnTo>
                    <a:pt x="513862" y="1315716"/>
                  </a:lnTo>
                  <a:close/>
                  <a:moveTo>
                    <a:pt x="597071" y="1319623"/>
                  </a:moveTo>
                  <a:lnTo>
                    <a:pt x="566944" y="1359781"/>
                  </a:lnTo>
                  <a:lnTo>
                    <a:pt x="547408" y="1384759"/>
                  </a:lnTo>
                  <a:close/>
                  <a:moveTo>
                    <a:pt x="547408" y="1384759"/>
                  </a:moveTo>
                  <a:lnTo>
                    <a:pt x="582463" y="1367252"/>
                  </a:lnTo>
                  <a:lnTo>
                    <a:pt x="597071" y="1319623"/>
                  </a:lnTo>
                  <a:close/>
                  <a:moveTo>
                    <a:pt x="480416" y="1339810"/>
                  </a:moveTo>
                  <a:lnTo>
                    <a:pt x="513862" y="1315716"/>
                  </a:lnTo>
                  <a:lnTo>
                    <a:pt x="478234" y="1337689"/>
                  </a:lnTo>
                  <a:close/>
                  <a:moveTo>
                    <a:pt x="513862" y="1315716"/>
                  </a:moveTo>
                  <a:lnTo>
                    <a:pt x="506368" y="1307976"/>
                  </a:lnTo>
                  <a:lnTo>
                    <a:pt x="478234" y="1337689"/>
                  </a:lnTo>
                  <a:close/>
                  <a:moveTo>
                    <a:pt x="506368" y="1307976"/>
                  </a:moveTo>
                  <a:lnTo>
                    <a:pt x="419383" y="1288273"/>
                  </a:lnTo>
                  <a:lnTo>
                    <a:pt x="478234" y="1337689"/>
                  </a:lnTo>
                  <a:close/>
                  <a:moveTo>
                    <a:pt x="416213" y="1280478"/>
                  </a:moveTo>
                  <a:lnTo>
                    <a:pt x="419383" y="1288273"/>
                  </a:lnTo>
                  <a:lnTo>
                    <a:pt x="419251" y="1287498"/>
                  </a:lnTo>
                  <a:close/>
                  <a:moveTo>
                    <a:pt x="390820" y="1236736"/>
                  </a:moveTo>
                  <a:lnTo>
                    <a:pt x="416213" y="1280478"/>
                  </a:lnTo>
                  <a:lnTo>
                    <a:pt x="382253" y="1216852"/>
                  </a:lnTo>
                  <a:close/>
                  <a:moveTo>
                    <a:pt x="382253" y="1216852"/>
                  </a:moveTo>
                  <a:lnTo>
                    <a:pt x="416213" y="1280478"/>
                  </a:lnTo>
                  <a:lnTo>
                    <a:pt x="419251" y="1287498"/>
                  </a:lnTo>
                  <a:close/>
                  <a:moveTo>
                    <a:pt x="382253" y="1216852"/>
                  </a:moveTo>
                  <a:lnTo>
                    <a:pt x="419251" y="1287498"/>
                  </a:lnTo>
                  <a:lnTo>
                    <a:pt x="381489" y="1280216"/>
                  </a:lnTo>
                  <a:close/>
                  <a:moveTo>
                    <a:pt x="390820" y="1236736"/>
                  </a:moveTo>
                  <a:lnTo>
                    <a:pt x="382253" y="1216852"/>
                  </a:lnTo>
                  <a:lnTo>
                    <a:pt x="351346" y="1179236"/>
                  </a:lnTo>
                  <a:close/>
                  <a:moveTo>
                    <a:pt x="81913" y="875980"/>
                  </a:moveTo>
                  <a:lnTo>
                    <a:pt x="138463" y="805825"/>
                  </a:lnTo>
                  <a:lnTo>
                    <a:pt x="75679" y="812220"/>
                  </a:lnTo>
                  <a:close/>
                  <a:moveTo>
                    <a:pt x="75679" y="812220"/>
                  </a:moveTo>
                  <a:lnTo>
                    <a:pt x="138463" y="805825"/>
                  </a:lnTo>
                  <a:lnTo>
                    <a:pt x="124936" y="810157"/>
                  </a:lnTo>
                  <a:close/>
                  <a:moveTo>
                    <a:pt x="382187" y="1212643"/>
                  </a:moveTo>
                  <a:lnTo>
                    <a:pt x="351346" y="1179236"/>
                  </a:lnTo>
                  <a:lnTo>
                    <a:pt x="382253" y="1216852"/>
                  </a:lnTo>
                  <a:close/>
                  <a:moveTo>
                    <a:pt x="799302" y="1624935"/>
                  </a:moveTo>
                  <a:lnTo>
                    <a:pt x="835929" y="1666765"/>
                  </a:lnTo>
                  <a:lnTo>
                    <a:pt x="863112" y="1652378"/>
                  </a:lnTo>
                  <a:close/>
                  <a:moveTo>
                    <a:pt x="780222" y="1497768"/>
                  </a:moveTo>
                  <a:lnTo>
                    <a:pt x="815982" y="1457287"/>
                  </a:lnTo>
                  <a:lnTo>
                    <a:pt x="759383" y="1521862"/>
                  </a:lnTo>
                  <a:close/>
                  <a:moveTo>
                    <a:pt x="590357" y="1312421"/>
                  </a:moveTo>
                  <a:lnTo>
                    <a:pt x="595016" y="1315716"/>
                  </a:lnTo>
                  <a:lnTo>
                    <a:pt x="595692" y="1291622"/>
                  </a:lnTo>
                  <a:close/>
                  <a:moveTo>
                    <a:pt x="566944" y="1359781"/>
                  </a:moveTo>
                  <a:lnTo>
                    <a:pt x="595016" y="1315716"/>
                  </a:lnTo>
                  <a:lnTo>
                    <a:pt x="590357" y="1312421"/>
                  </a:lnTo>
                  <a:close/>
                  <a:moveTo>
                    <a:pt x="605910" y="1330794"/>
                  </a:moveTo>
                  <a:lnTo>
                    <a:pt x="582463" y="1367252"/>
                  </a:lnTo>
                  <a:lnTo>
                    <a:pt x="626370" y="1358547"/>
                  </a:lnTo>
                  <a:close/>
                  <a:moveTo>
                    <a:pt x="565050" y="1291622"/>
                  </a:moveTo>
                  <a:lnTo>
                    <a:pt x="566944" y="1359781"/>
                  </a:lnTo>
                  <a:lnTo>
                    <a:pt x="590357" y="1312421"/>
                  </a:lnTo>
                  <a:close/>
                  <a:moveTo>
                    <a:pt x="513862" y="1315716"/>
                  </a:moveTo>
                  <a:lnTo>
                    <a:pt x="581089" y="1277767"/>
                  </a:lnTo>
                  <a:lnTo>
                    <a:pt x="518457" y="1244828"/>
                  </a:lnTo>
                  <a:close/>
                  <a:moveTo>
                    <a:pt x="518457" y="1244828"/>
                  </a:moveTo>
                  <a:lnTo>
                    <a:pt x="581089" y="1277767"/>
                  </a:lnTo>
                  <a:lnTo>
                    <a:pt x="553551" y="1254279"/>
                  </a:lnTo>
                  <a:close/>
                  <a:moveTo>
                    <a:pt x="513862" y="1315716"/>
                  </a:moveTo>
                  <a:lnTo>
                    <a:pt x="518457" y="1244828"/>
                  </a:lnTo>
                  <a:lnTo>
                    <a:pt x="506368" y="1307976"/>
                  </a:lnTo>
                  <a:close/>
                  <a:moveTo>
                    <a:pt x="595692" y="1291622"/>
                  </a:moveTo>
                  <a:lnTo>
                    <a:pt x="553551" y="1254279"/>
                  </a:lnTo>
                  <a:lnTo>
                    <a:pt x="581089" y="1277767"/>
                  </a:lnTo>
                  <a:close/>
                  <a:moveTo>
                    <a:pt x="527613" y="1149881"/>
                  </a:moveTo>
                  <a:lnTo>
                    <a:pt x="548055" y="1154260"/>
                  </a:lnTo>
                  <a:lnTo>
                    <a:pt x="512686" y="1137012"/>
                  </a:lnTo>
                  <a:close/>
                  <a:moveTo>
                    <a:pt x="503831" y="1163592"/>
                  </a:moveTo>
                  <a:lnTo>
                    <a:pt x="519704" y="1188549"/>
                  </a:lnTo>
                  <a:lnTo>
                    <a:pt x="491886" y="1161106"/>
                  </a:lnTo>
                  <a:close/>
                  <a:moveTo>
                    <a:pt x="233537" y="851712"/>
                  </a:moveTo>
                  <a:lnTo>
                    <a:pt x="241391" y="851886"/>
                  </a:lnTo>
                  <a:lnTo>
                    <a:pt x="220391" y="833279"/>
                  </a:lnTo>
                  <a:close/>
                  <a:moveTo>
                    <a:pt x="233537" y="851712"/>
                  </a:moveTo>
                  <a:lnTo>
                    <a:pt x="256331" y="827793"/>
                  </a:lnTo>
                  <a:lnTo>
                    <a:pt x="252138" y="845451"/>
                  </a:lnTo>
                  <a:close/>
                  <a:moveTo>
                    <a:pt x="86158" y="784942"/>
                  </a:moveTo>
                  <a:lnTo>
                    <a:pt x="134488" y="790962"/>
                  </a:lnTo>
                  <a:lnTo>
                    <a:pt x="162979" y="762587"/>
                  </a:lnTo>
                  <a:close/>
                  <a:moveTo>
                    <a:pt x="162979" y="762587"/>
                  </a:moveTo>
                  <a:lnTo>
                    <a:pt x="134488" y="790962"/>
                  </a:lnTo>
                  <a:lnTo>
                    <a:pt x="209996" y="763698"/>
                  </a:lnTo>
                  <a:close/>
                  <a:moveTo>
                    <a:pt x="771155" y="1379547"/>
                  </a:moveTo>
                  <a:lnTo>
                    <a:pt x="720428" y="1446232"/>
                  </a:lnTo>
                  <a:lnTo>
                    <a:pt x="720796" y="1445248"/>
                  </a:lnTo>
                  <a:close/>
                  <a:moveTo>
                    <a:pt x="462511" y="1126843"/>
                  </a:moveTo>
                  <a:lnTo>
                    <a:pt x="503831" y="1163592"/>
                  </a:lnTo>
                  <a:lnTo>
                    <a:pt x="474499" y="1137012"/>
                  </a:lnTo>
                  <a:close/>
                  <a:moveTo>
                    <a:pt x="519104" y="1181559"/>
                  </a:moveTo>
                  <a:lnTo>
                    <a:pt x="516480" y="1210882"/>
                  </a:lnTo>
                  <a:lnTo>
                    <a:pt x="519704" y="1188549"/>
                  </a:lnTo>
                  <a:close/>
                  <a:moveTo>
                    <a:pt x="519704" y="1188549"/>
                  </a:moveTo>
                  <a:lnTo>
                    <a:pt x="503831" y="1163592"/>
                  </a:lnTo>
                  <a:lnTo>
                    <a:pt x="519104" y="1181559"/>
                  </a:lnTo>
                  <a:close/>
                  <a:moveTo>
                    <a:pt x="449763" y="1085476"/>
                  </a:moveTo>
                  <a:lnTo>
                    <a:pt x="465629" y="1061565"/>
                  </a:lnTo>
                  <a:lnTo>
                    <a:pt x="474499" y="1137012"/>
                  </a:lnTo>
                  <a:close/>
                  <a:moveTo>
                    <a:pt x="538332" y="1112918"/>
                  </a:moveTo>
                  <a:lnTo>
                    <a:pt x="497379" y="1073736"/>
                  </a:lnTo>
                  <a:lnTo>
                    <a:pt x="512583" y="1085476"/>
                  </a:lnTo>
                  <a:close/>
                  <a:moveTo>
                    <a:pt x="645972" y="1091639"/>
                  </a:moveTo>
                  <a:lnTo>
                    <a:pt x="588810" y="1100129"/>
                  </a:lnTo>
                  <a:lnTo>
                    <a:pt x="585623" y="1159820"/>
                  </a:lnTo>
                  <a:close/>
                  <a:moveTo>
                    <a:pt x="1109617" y="1482522"/>
                  </a:moveTo>
                  <a:lnTo>
                    <a:pt x="1061632" y="1447004"/>
                  </a:lnTo>
                  <a:lnTo>
                    <a:pt x="1109299" y="1477023"/>
                  </a:lnTo>
                  <a:close/>
                  <a:moveTo>
                    <a:pt x="1049925" y="1403231"/>
                  </a:moveTo>
                  <a:lnTo>
                    <a:pt x="1023039" y="1389441"/>
                  </a:lnTo>
                  <a:lnTo>
                    <a:pt x="1098893" y="1425487"/>
                  </a:lnTo>
                  <a:close/>
                  <a:moveTo>
                    <a:pt x="1018570" y="1373950"/>
                  </a:moveTo>
                  <a:lnTo>
                    <a:pt x="1023039" y="1389441"/>
                  </a:lnTo>
                  <a:lnTo>
                    <a:pt x="1049925" y="1403231"/>
                  </a:lnTo>
                  <a:close/>
                  <a:moveTo>
                    <a:pt x="854898" y="1223961"/>
                  </a:moveTo>
                  <a:lnTo>
                    <a:pt x="911529" y="1270877"/>
                  </a:lnTo>
                  <a:lnTo>
                    <a:pt x="862530" y="1226622"/>
                  </a:lnTo>
                  <a:close/>
                  <a:moveTo>
                    <a:pt x="908453" y="1281147"/>
                  </a:moveTo>
                  <a:lnTo>
                    <a:pt x="911529" y="1270877"/>
                  </a:lnTo>
                  <a:lnTo>
                    <a:pt x="854898" y="1223961"/>
                  </a:lnTo>
                  <a:close/>
                  <a:moveTo>
                    <a:pt x="849164" y="1219340"/>
                  </a:moveTo>
                  <a:lnTo>
                    <a:pt x="809089" y="1167803"/>
                  </a:lnTo>
                  <a:lnTo>
                    <a:pt x="824726" y="1185747"/>
                  </a:lnTo>
                  <a:close/>
                  <a:moveTo>
                    <a:pt x="1088794" y="1461469"/>
                  </a:moveTo>
                  <a:lnTo>
                    <a:pt x="1139069" y="1521321"/>
                  </a:lnTo>
                  <a:lnTo>
                    <a:pt x="1109299" y="1477023"/>
                  </a:lnTo>
                  <a:close/>
                  <a:moveTo>
                    <a:pt x="1109299" y="1477023"/>
                  </a:moveTo>
                  <a:lnTo>
                    <a:pt x="1139069" y="1521321"/>
                  </a:lnTo>
                  <a:lnTo>
                    <a:pt x="1121793" y="1497259"/>
                  </a:lnTo>
                  <a:close/>
                  <a:moveTo>
                    <a:pt x="1113039" y="1416997"/>
                  </a:moveTo>
                  <a:lnTo>
                    <a:pt x="1049925" y="1403231"/>
                  </a:lnTo>
                  <a:lnTo>
                    <a:pt x="1098893" y="1425487"/>
                  </a:lnTo>
                  <a:close/>
                  <a:moveTo>
                    <a:pt x="1085795" y="1298319"/>
                  </a:moveTo>
                  <a:lnTo>
                    <a:pt x="1071693" y="1349717"/>
                  </a:lnTo>
                  <a:lnTo>
                    <a:pt x="1097482" y="1304159"/>
                  </a:lnTo>
                  <a:close/>
                  <a:moveTo>
                    <a:pt x="911529" y="1270877"/>
                  </a:moveTo>
                  <a:lnTo>
                    <a:pt x="936438" y="1258396"/>
                  </a:lnTo>
                  <a:lnTo>
                    <a:pt x="862530" y="1226622"/>
                  </a:lnTo>
                  <a:close/>
                  <a:moveTo>
                    <a:pt x="1065209" y="1292414"/>
                  </a:moveTo>
                  <a:lnTo>
                    <a:pt x="1048211" y="1261922"/>
                  </a:lnTo>
                  <a:lnTo>
                    <a:pt x="1031777" y="1246783"/>
                  </a:lnTo>
                  <a:close/>
                  <a:moveTo>
                    <a:pt x="1025246" y="1224178"/>
                  </a:moveTo>
                  <a:lnTo>
                    <a:pt x="1065209" y="1292414"/>
                  </a:lnTo>
                  <a:lnTo>
                    <a:pt x="1031777" y="1246783"/>
                  </a:lnTo>
                  <a:close/>
                  <a:moveTo>
                    <a:pt x="1130468" y="1259894"/>
                  </a:moveTo>
                  <a:lnTo>
                    <a:pt x="1168234" y="1274225"/>
                  </a:lnTo>
                  <a:lnTo>
                    <a:pt x="1159253" y="1232615"/>
                  </a:lnTo>
                  <a:close/>
                  <a:moveTo>
                    <a:pt x="1159253" y="1232615"/>
                  </a:moveTo>
                  <a:lnTo>
                    <a:pt x="1168234" y="1274225"/>
                  </a:lnTo>
                  <a:lnTo>
                    <a:pt x="1194928" y="1200176"/>
                  </a:lnTo>
                  <a:close/>
                  <a:moveTo>
                    <a:pt x="1194928" y="1200176"/>
                  </a:moveTo>
                  <a:lnTo>
                    <a:pt x="1168234" y="1274225"/>
                  </a:lnTo>
                  <a:lnTo>
                    <a:pt x="1189015" y="1267727"/>
                  </a:lnTo>
                  <a:close/>
                  <a:moveTo>
                    <a:pt x="1194928" y="1200176"/>
                  </a:moveTo>
                  <a:lnTo>
                    <a:pt x="1192179" y="1198595"/>
                  </a:lnTo>
                  <a:lnTo>
                    <a:pt x="1159253" y="1232615"/>
                  </a:lnTo>
                  <a:close/>
                  <a:moveTo>
                    <a:pt x="1237303" y="1250132"/>
                  </a:moveTo>
                  <a:lnTo>
                    <a:pt x="1266031" y="1305839"/>
                  </a:lnTo>
                  <a:lnTo>
                    <a:pt x="1258292" y="1301668"/>
                  </a:lnTo>
                  <a:close/>
                  <a:moveTo>
                    <a:pt x="1181962" y="1277743"/>
                  </a:moveTo>
                  <a:lnTo>
                    <a:pt x="1266031" y="1305839"/>
                  </a:lnTo>
                  <a:lnTo>
                    <a:pt x="1237303" y="1250132"/>
                  </a:lnTo>
                  <a:close/>
                  <a:moveTo>
                    <a:pt x="1237303" y="1250132"/>
                  </a:moveTo>
                  <a:lnTo>
                    <a:pt x="1189015" y="1267727"/>
                  </a:lnTo>
                  <a:lnTo>
                    <a:pt x="1181962" y="1277743"/>
                  </a:lnTo>
                  <a:close/>
                  <a:moveTo>
                    <a:pt x="1189015" y="1267727"/>
                  </a:moveTo>
                  <a:lnTo>
                    <a:pt x="1251450" y="1227970"/>
                  </a:lnTo>
                  <a:lnTo>
                    <a:pt x="1234896" y="1205666"/>
                  </a:lnTo>
                  <a:close/>
                  <a:moveTo>
                    <a:pt x="1189015" y="1267727"/>
                  </a:moveTo>
                  <a:lnTo>
                    <a:pt x="1234896" y="1205666"/>
                  </a:lnTo>
                  <a:lnTo>
                    <a:pt x="1194928" y="1200176"/>
                  </a:lnTo>
                  <a:close/>
                  <a:moveTo>
                    <a:pt x="1266031" y="1305839"/>
                  </a:moveTo>
                  <a:lnTo>
                    <a:pt x="1234318" y="1298814"/>
                  </a:lnTo>
                  <a:lnTo>
                    <a:pt x="1279590" y="1250132"/>
                  </a:lnTo>
                  <a:close/>
                  <a:moveTo>
                    <a:pt x="1194928" y="1200176"/>
                  </a:moveTo>
                  <a:lnTo>
                    <a:pt x="1155084" y="1177248"/>
                  </a:lnTo>
                  <a:lnTo>
                    <a:pt x="1192179" y="1198595"/>
                  </a:lnTo>
                  <a:close/>
                  <a:moveTo>
                    <a:pt x="1192179" y="1198595"/>
                  </a:moveTo>
                  <a:lnTo>
                    <a:pt x="1141138" y="1171152"/>
                  </a:lnTo>
                  <a:lnTo>
                    <a:pt x="1141358" y="1147058"/>
                  </a:lnTo>
                  <a:close/>
                  <a:moveTo>
                    <a:pt x="1097610" y="1137043"/>
                  </a:moveTo>
                  <a:lnTo>
                    <a:pt x="1134160" y="1138798"/>
                  </a:lnTo>
                  <a:lnTo>
                    <a:pt x="1141358" y="1147058"/>
                  </a:lnTo>
                  <a:close/>
                  <a:moveTo>
                    <a:pt x="1043353" y="1108861"/>
                  </a:moveTo>
                  <a:lnTo>
                    <a:pt x="1026956" y="1087330"/>
                  </a:lnTo>
                  <a:lnTo>
                    <a:pt x="989691" y="1082902"/>
                  </a:lnTo>
                  <a:close/>
                  <a:moveTo>
                    <a:pt x="813058" y="810396"/>
                  </a:moveTo>
                  <a:lnTo>
                    <a:pt x="825097" y="816868"/>
                  </a:lnTo>
                  <a:lnTo>
                    <a:pt x="848703" y="852540"/>
                  </a:lnTo>
                  <a:close/>
                  <a:moveTo>
                    <a:pt x="1267337" y="1242034"/>
                  </a:moveTo>
                  <a:lnTo>
                    <a:pt x="1317874" y="1301644"/>
                  </a:lnTo>
                  <a:lnTo>
                    <a:pt x="1279590" y="1250132"/>
                  </a:lnTo>
                  <a:close/>
                  <a:moveTo>
                    <a:pt x="1288239" y="1287784"/>
                  </a:moveTo>
                  <a:lnTo>
                    <a:pt x="1317897" y="1301655"/>
                  </a:lnTo>
                  <a:lnTo>
                    <a:pt x="1267337" y="1242034"/>
                  </a:lnTo>
                  <a:close/>
                  <a:moveTo>
                    <a:pt x="1041408" y="872564"/>
                  </a:moveTo>
                  <a:lnTo>
                    <a:pt x="1038607" y="889375"/>
                  </a:lnTo>
                  <a:lnTo>
                    <a:pt x="1056915" y="889766"/>
                  </a:lnTo>
                  <a:close/>
                  <a:moveTo>
                    <a:pt x="891979" y="757352"/>
                  </a:moveTo>
                  <a:lnTo>
                    <a:pt x="916352" y="762208"/>
                  </a:lnTo>
                  <a:lnTo>
                    <a:pt x="906814" y="780536"/>
                  </a:lnTo>
                  <a:close/>
                  <a:moveTo>
                    <a:pt x="870338" y="716215"/>
                  </a:moveTo>
                  <a:lnTo>
                    <a:pt x="916352" y="762208"/>
                  </a:lnTo>
                  <a:lnTo>
                    <a:pt x="891979" y="757352"/>
                  </a:lnTo>
                  <a:close/>
                  <a:moveTo>
                    <a:pt x="368827" y="98396"/>
                  </a:moveTo>
                  <a:lnTo>
                    <a:pt x="386452" y="146810"/>
                  </a:lnTo>
                  <a:lnTo>
                    <a:pt x="407973" y="104553"/>
                  </a:lnTo>
                  <a:close/>
                  <a:moveTo>
                    <a:pt x="370994" y="71990"/>
                  </a:moveTo>
                  <a:lnTo>
                    <a:pt x="368827" y="98396"/>
                  </a:lnTo>
                  <a:lnTo>
                    <a:pt x="385389" y="40696"/>
                  </a:lnTo>
                  <a:close/>
                  <a:moveTo>
                    <a:pt x="319690" y="15071"/>
                  </a:moveTo>
                  <a:lnTo>
                    <a:pt x="311355" y="23688"/>
                  </a:lnTo>
                  <a:lnTo>
                    <a:pt x="351739" y="0"/>
                  </a:lnTo>
                  <a:close/>
                  <a:moveTo>
                    <a:pt x="1041408" y="872564"/>
                  </a:moveTo>
                  <a:lnTo>
                    <a:pt x="1029666" y="865282"/>
                  </a:lnTo>
                  <a:lnTo>
                    <a:pt x="985499" y="817292"/>
                  </a:lnTo>
                  <a:close/>
                  <a:moveTo>
                    <a:pt x="1016379" y="830169"/>
                  </a:moveTo>
                  <a:lnTo>
                    <a:pt x="1041408" y="872564"/>
                  </a:lnTo>
                  <a:lnTo>
                    <a:pt x="985499" y="817292"/>
                  </a:lnTo>
                  <a:close/>
                  <a:moveTo>
                    <a:pt x="382000" y="24944"/>
                  </a:moveTo>
                  <a:lnTo>
                    <a:pt x="370994" y="71990"/>
                  </a:lnTo>
                  <a:lnTo>
                    <a:pt x="385389" y="40696"/>
                  </a:lnTo>
                  <a:close/>
                  <a:moveTo>
                    <a:pt x="795518" y="341356"/>
                  </a:moveTo>
                  <a:lnTo>
                    <a:pt x="812190" y="353264"/>
                  </a:lnTo>
                  <a:lnTo>
                    <a:pt x="763720" y="318962"/>
                  </a:lnTo>
                  <a:close/>
                  <a:moveTo>
                    <a:pt x="1166820" y="658343"/>
                  </a:moveTo>
                  <a:lnTo>
                    <a:pt x="1192998" y="699803"/>
                  </a:lnTo>
                  <a:lnTo>
                    <a:pt x="1209430" y="71402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26" name="Output_density__4225">
              <a:extLst>
                <a:ext uri="{FF2B5EF4-FFF2-40B4-BE49-F238E27FC236}">
                  <a16:creationId xmlns:a16="http://schemas.microsoft.com/office/drawing/2014/main" id="{8FC1F54D-2BB5-0065-D6C0-67FC6563D8D5}"/>
                </a:ext>
              </a:extLst>
            </p:cNvPr>
            <p:cNvSpPr>
              <a:spLocks noGrp="1"/>
            </p:cNvSpPr>
            <p:nvPr/>
          </p:nvSpPr>
          <p:spPr>
            <a:xfrm>
              <a:off x="15385522" y="2670690"/>
              <a:ext cx="1344122" cy="2034971"/>
            </a:xfrm>
            <a:custGeom>
              <a:avLst/>
              <a:gdLst/>
              <a:ahLst/>
              <a:cxnLst/>
              <a:rect l="0" t="0" r="0" b="0"/>
              <a:pathLst>
                <a:path w="1344122" h="2034971">
                  <a:moveTo>
                    <a:pt x="80259" y="1651099"/>
                  </a:moveTo>
                  <a:lnTo>
                    <a:pt x="28776" y="1657495"/>
                  </a:lnTo>
                  <a:lnTo>
                    <a:pt x="0" y="1660601"/>
                  </a:lnTo>
                  <a:close/>
                  <a:moveTo>
                    <a:pt x="131513" y="1577542"/>
                  </a:moveTo>
                  <a:lnTo>
                    <a:pt x="83335" y="1651122"/>
                  </a:lnTo>
                  <a:lnTo>
                    <a:pt x="126019" y="1647512"/>
                  </a:lnTo>
                  <a:close/>
                  <a:moveTo>
                    <a:pt x="702179" y="2017277"/>
                  </a:moveTo>
                  <a:lnTo>
                    <a:pt x="702350" y="2000205"/>
                  </a:lnTo>
                  <a:lnTo>
                    <a:pt x="675568" y="2034971"/>
                  </a:lnTo>
                  <a:close/>
                  <a:moveTo>
                    <a:pt x="702179" y="2017277"/>
                  </a:moveTo>
                  <a:lnTo>
                    <a:pt x="722976" y="1993183"/>
                  </a:lnTo>
                  <a:lnTo>
                    <a:pt x="702350" y="2000205"/>
                  </a:lnTo>
                  <a:close/>
                  <a:moveTo>
                    <a:pt x="360682" y="1556371"/>
                  </a:moveTo>
                  <a:lnTo>
                    <a:pt x="355811" y="1577937"/>
                  </a:lnTo>
                  <a:lnTo>
                    <a:pt x="324190" y="1594612"/>
                  </a:lnTo>
                  <a:close/>
                  <a:moveTo>
                    <a:pt x="734179" y="1941020"/>
                  </a:moveTo>
                  <a:lnTo>
                    <a:pt x="722976" y="1993183"/>
                  </a:lnTo>
                  <a:lnTo>
                    <a:pt x="733749" y="1942925"/>
                  </a:lnTo>
                  <a:close/>
                  <a:moveTo>
                    <a:pt x="278246" y="1355638"/>
                  </a:moveTo>
                  <a:lnTo>
                    <a:pt x="251617" y="1314544"/>
                  </a:lnTo>
                  <a:lnTo>
                    <a:pt x="326966" y="1335190"/>
                  </a:lnTo>
                  <a:close/>
                  <a:moveTo>
                    <a:pt x="491379" y="1465650"/>
                  </a:moveTo>
                  <a:lnTo>
                    <a:pt x="510658" y="1497954"/>
                  </a:lnTo>
                  <a:lnTo>
                    <a:pt x="535834" y="1457182"/>
                  </a:lnTo>
                  <a:close/>
                  <a:moveTo>
                    <a:pt x="358623" y="1318650"/>
                  </a:moveTo>
                  <a:lnTo>
                    <a:pt x="373868" y="1291121"/>
                  </a:lnTo>
                  <a:lnTo>
                    <a:pt x="367856" y="1275020"/>
                  </a:lnTo>
                  <a:close/>
                  <a:moveTo>
                    <a:pt x="326966" y="1335190"/>
                  </a:moveTo>
                  <a:lnTo>
                    <a:pt x="371615" y="1327448"/>
                  </a:lnTo>
                  <a:lnTo>
                    <a:pt x="358623" y="1318650"/>
                  </a:lnTo>
                  <a:close/>
                  <a:moveTo>
                    <a:pt x="535834" y="1457182"/>
                  </a:moveTo>
                  <a:lnTo>
                    <a:pt x="549901" y="1412202"/>
                  </a:lnTo>
                  <a:lnTo>
                    <a:pt x="514447" y="1416999"/>
                  </a:lnTo>
                  <a:close/>
                  <a:moveTo>
                    <a:pt x="491379" y="1465650"/>
                  </a:moveTo>
                  <a:lnTo>
                    <a:pt x="535834" y="1457182"/>
                  </a:lnTo>
                  <a:lnTo>
                    <a:pt x="514447" y="1416999"/>
                  </a:lnTo>
                  <a:close/>
                  <a:moveTo>
                    <a:pt x="549901" y="1412202"/>
                  </a:moveTo>
                  <a:lnTo>
                    <a:pt x="535834" y="1457182"/>
                  </a:lnTo>
                  <a:lnTo>
                    <a:pt x="561520" y="1429630"/>
                  </a:lnTo>
                  <a:close/>
                  <a:moveTo>
                    <a:pt x="529547" y="1405536"/>
                  </a:moveTo>
                  <a:lnTo>
                    <a:pt x="549901" y="1412202"/>
                  </a:lnTo>
                  <a:lnTo>
                    <a:pt x="495076" y="1356049"/>
                  </a:lnTo>
                  <a:close/>
                  <a:moveTo>
                    <a:pt x="447536" y="1143727"/>
                  </a:moveTo>
                  <a:lnTo>
                    <a:pt x="419632" y="1128430"/>
                  </a:lnTo>
                  <a:lnTo>
                    <a:pt x="441184" y="1199389"/>
                  </a:lnTo>
                  <a:close/>
                  <a:moveTo>
                    <a:pt x="201698" y="877946"/>
                  </a:moveTo>
                  <a:lnTo>
                    <a:pt x="197571" y="866076"/>
                  </a:lnTo>
                  <a:lnTo>
                    <a:pt x="193986" y="917553"/>
                  </a:lnTo>
                  <a:close/>
                  <a:moveTo>
                    <a:pt x="961947" y="1732491"/>
                  </a:moveTo>
                  <a:lnTo>
                    <a:pt x="1008153" y="1730570"/>
                  </a:lnTo>
                  <a:lnTo>
                    <a:pt x="988273" y="1722906"/>
                  </a:lnTo>
                  <a:close/>
                  <a:moveTo>
                    <a:pt x="1046425" y="1738760"/>
                  </a:moveTo>
                  <a:lnTo>
                    <a:pt x="988273" y="1722906"/>
                  </a:lnTo>
                  <a:lnTo>
                    <a:pt x="1025317" y="1730773"/>
                  </a:lnTo>
                  <a:close/>
                  <a:moveTo>
                    <a:pt x="451007" y="996592"/>
                  </a:moveTo>
                  <a:lnTo>
                    <a:pt x="458702" y="1009163"/>
                  </a:lnTo>
                  <a:lnTo>
                    <a:pt x="478528" y="1012904"/>
                  </a:lnTo>
                  <a:close/>
                  <a:moveTo>
                    <a:pt x="1055872" y="1705932"/>
                  </a:moveTo>
                  <a:lnTo>
                    <a:pt x="1068283" y="1718104"/>
                  </a:lnTo>
                  <a:lnTo>
                    <a:pt x="1068665" y="1687011"/>
                  </a:lnTo>
                  <a:close/>
                  <a:moveTo>
                    <a:pt x="711642" y="1225546"/>
                  </a:moveTo>
                  <a:lnTo>
                    <a:pt x="674074" y="1219986"/>
                  </a:lnTo>
                  <a:lnTo>
                    <a:pt x="756575" y="1218866"/>
                  </a:lnTo>
                  <a:close/>
                  <a:moveTo>
                    <a:pt x="413968" y="811300"/>
                  </a:moveTo>
                  <a:lnTo>
                    <a:pt x="357101" y="827570"/>
                  </a:lnTo>
                  <a:lnTo>
                    <a:pt x="336015" y="829424"/>
                  </a:lnTo>
                  <a:close/>
                  <a:moveTo>
                    <a:pt x="336015" y="829424"/>
                  </a:moveTo>
                  <a:lnTo>
                    <a:pt x="363530" y="841982"/>
                  </a:lnTo>
                  <a:lnTo>
                    <a:pt x="413968" y="811300"/>
                  </a:lnTo>
                  <a:close/>
                  <a:moveTo>
                    <a:pt x="336015" y="829424"/>
                  </a:moveTo>
                  <a:lnTo>
                    <a:pt x="357101" y="827570"/>
                  </a:lnTo>
                  <a:lnTo>
                    <a:pt x="316688" y="822442"/>
                  </a:lnTo>
                  <a:close/>
                  <a:moveTo>
                    <a:pt x="1162178" y="1687288"/>
                  </a:moveTo>
                  <a:lnTo>
                    <a:pt x="1182115" y="1694010"/>
                  </a:lnTo>
                  <a:lnTo>
                    <a:pt x="1173060" y="1686624"/>
                  </a:lnTo>
                  <a:close/>
                  <a:moveTo>
                    <a:pt x="1110271" y="1667895"/>
                  </a:moveTo>
                  <a:lnTo>
                    <a:pt x="1131601" y="1682348"/>
                  </a:lnTo>
                  <a:lnTo>
                    <a:pt x="1068665" y="1687011"/>
                  </a:lnTo>
                  <a:close/>
                  <a:moveTo>
                    <a:pt x="1110271" y="1667895"/>
                  </a:moveTo>
                  <a:lnTo>
                    <a:pt x="1162178" y="1687288"/>
                  </a:lnTo>
                  <a:lnTo>
                    <a:pt x="1131601" y="1682348"/>
                  </a:lnTo>
                  <a:close/>
                  <a:moveTo>
                    <a:pt x="1162178" y="1687288"/>
                  </a:moveTo>
                  <a:lnTo>
                    <a:pt x="1173060" y="1686624"/>
                  </a:lnTo>
                  <a:lnTo>
                    <a:pt x="1131601" y="1682348"/>
                  </a:lnTo>
                  <a:close/>
                  <a:moveTo>
                    <a:pt x="771991" y="1157365"/>
                  </a:moveTo>
                  <a:lnTo>
                    <a:pt x="711642" y="1225546"/>
                  </a:lnTo>
                  <a:lnTo>
                    <a:pt x="756575" y="1218866"/>
                  </a:lnTo>
                  <a:close/>
                  <a:moveTo>
                    <a:pt x="1200118" y="1694243"/>
                  </a:moveTo>
                  <a:lnTo>
                    <a:pt x="1131601" y="1682348"/>
                  </a:lnTo>
                  <a:lnTo>
                    <a:pt x="1173060" y="1686624"/>
                  </a:lnTo>
                  <a:close/>
                  <a:moveTo>
                    <a:pt x="1251552" y="1660794"/>
                  </a:moveTo>
                  <a:lnTo>
                    <a:pt x="1260215" y="1669916"/>
                  </a:lnTo>
                  <a:lnTo>
                    <a:pt x="1260737" y="1611308"/>
                  </a:lnTo>
                  <a:close/>
                  <a:moveTo>
                    <a:pt x="1260737" y="1611308"/>
                  </a:moveTo>
                  <a:lnTo>
                    <a:pt x="1283190" y="1655477"/>
                  </a:lnTo>
                  <a:lnTo>
                    <a:pt x="1311359" y="1625898"/>
                  </a:lnTo>
                  <a:close/>
                  <a:moveTo>
                    <a:pt x="1244123" y="1645822"/>
                  </a:moveTo>
                  <a:lnTo>
                    <a:pt x="1251552" y="1660794"/>
                  </a:lnTo>
                  <a:lnTo>
                    <a:pt x="1260737" y="1611308"/>
                  </a:lnTo>
                  <a:close/>
                  <a:moveTo>
                    <a:pt x="782337" y="1086211"/>
                  </a:moveTo>
                  <a:lnTo>
                    <a:pt x="773482" y="1147181"/>
                  </a:lnTo>
                  <a:lnTo>
                    <a:pt x="791219" y="1103014"/>
                  </a:lnTo>
                  <a:close/>
                  <a:moveTo>
                    <a:pt x="1311359" y="1625898"/>
                  </a:moveTo>
                  <a:lnTo>
                    <a:pt x="1344122" y="1613493"/>
                  </a:lnTo>
                  <a:lnTo>
                    <a:pt x="1260737" y="1611308"/>
                  </a:lnTo>
                  <a:close/>
                  <a:moveTo>
                    <a:pt x="1102042" y="1204436"/>
                  </a:moveTo>
                  <a:lnTo>
                    <a:pt x="1115709" y="1148628"/>
                  </a:lnTo>
                  <a:lnTo>
                    <a:pt x="1074936" y="1170860"/>
                  </a:lnTo>
                  <a:close/>
                  <a:moveTo>
                    <a:pt x="1115709" y="1148628"/>
                  </a:moveTo>
                  <a:lnTo>
                    <a:pt x="1138415" y="1193744"/>
                  </a:lnTo>
                  <a:lnTo>
                    <a:pt x="1169372" y="1174587"/>
                  </a:lnTo>
                  <a:close/>
                  <a:moveTo>
                    <a:pt x="169110" y="113542"/>
                  </a:moveTo>
                  <a:lnTo>
                    <a:pt x="188790" y="127167"/>
                  </a:lnTo>
                  <a:lnTo>
                    <a:pt x="196789" y="66279"/>
                  </a:lnTo>
                  <a:close/>
                  <a:moveTo>
                    <a:pt x="203810" y="9988"/>
                  </a:moveTo>
                  <a:lnTo>
                    <a:pt x="236214" y="9467"/>
                  </a:lnTo>
                  <a:lnTo>
                    <a:pt x="223394" y="0"/>
                  </a:lnTo>
                  <a:close/>
                  <a:moveTo>
                    <a:pt x="196789" y="66279"/>
                  </a:moveTo>
                  <a:lnTo>
                    <a:pt x="220732" y="33479"/>
                  </a:lnTo>
                  <a:lnTo>
                    <a:pt x="203810" y="9988"/>
                  </a:lnTo>
                  <a:close/>
                  <a:moveTo>
                    <a:pt x="1199381" y="1133805"/>
                  </a:moveTo>
                  <a:lnTo>
                    <a:pt x="1195595" y="1166361"/>
                  </a:lnTo>
                  <a:lnTo>
                    <a:pt x="1169372" y="1174587"/>
                  </a:lnTo>
                  <a:close/>
                  <a:moveTo>
                    <a:pt x="203810" y="9988"/>
                  </a:moveTo>
                  <a:lnTo>
                    <a:pt x="223394" y="0"/>
                  </a:lnTo>
                  <a:lnTo>
                    <a:pt x="285669" y="6468"/>
                  </a:lnTo>
                  <a:close/>
                  <a:moveTo>
                    <a:pt x="1201486" y="1098829"/>
                  </a:moveTo>
                  <a:lnTo>
                    <a:pt x="1208019" y="1161248"/>
                  </a:lnTo>
                  <a:lnTo>
                    <a:pt x="1204211" y="1109711"/>
                  </a:lnTo>
                  <a:close/>
                  <a:moveTo>
                    <a:pt x="1204211" y="1109711"/>
                  </a:moveTo>
                  <a:lnTo>
                    <a:pt x="1210001" y="1056692"/>
                  </a:lnTo>
                  <a:lnTo>
                    <a:pt x="1201486" y="1098829"/>
                  </a:lnTo>
                  <a:close/>
                  <a:moveTo>
                    <a:pt x="1217460" y="1034081"/>
                  </a:moveTo>
                  <a:lnTo>
                    <a:pt x="1210001" y="1056692"/>
                  </a:lnTo>
                  <a:lnTo>
                    <a:pt x="1204211" y="1109711"/>
                  </a:lnTo>
                  <a:close/>
                  <a:moveTo>
                    <a:pt x="1012059" y="903565"/>
                  </a:moveTo>
                  <a:lnTo>
                    <a:pt x="1032833" y="846262"/>
                  </a:lnTo>
                  <a:lnTo>
                    <a:pt x="1042371" y="827934"/>
                  </a:lnTo>
                  <a:close/>
                  <a:moveTo>
                    <a:pt x="512470" y="212536"/>
                  </a:moveTo>
                  <a:lnTo>
                    <a:pt x="529930" y="233589"/>
                  </a:lnTo>
                  <a:lnTo>
                    <a:pt x="533992" y="170279"/>
                  </a:lnTo>
                  <a:close/>
                  <a:moveTo>
                    <a:pt x="1233770" y="970886"/>
                  </a:moveTo>
                  <a:lnTo>
                    <a:pt x="1264659" y="958450"/>
                  </a:lnTo>
                  <a:lnTo>
                    <a:pt x="1211357" y="926862"/>
                  </a:lnTo>
                  <a:close/>
                  <a:moveTo>
                    <a:pt x="1233770" y="970886"/>
                  </a:moveTo>
                  <a:lnTo>
                    <a:pt x="1211357" y="926862"/>
                  </a:lnTo>
                  <a:lnTo>
                    <a:pt x="1182933" y="955492"/>
                  </a:lnTo>
                  <a:close/>
                  <a:moveTo>
                    <a:pt x="1271183" y="936090"/>
                  </a:moveTo>
                  <a:lnTo>
                    <a:pt x="1265987" y="958887"/>
                  </a:lnTo>
                  <a:lnTo>
                    <a:pt x="1233770" y="970886"/>
                  </a:lnTo>
                  <a:close/>
                  <a:moveTo>
                    <a:pt x="1274859" y="906914"/>
                  </a:moveTo>
                  <a:lnTo>
                    <a:pt x="1265987" y="958887"/>
                  </a:lnTo>
                  <a:lnTo>
                    <a:pt x="1271183" y="936090"/>
                  </a:lnTo>
                  <a:close/>
                  <a:moveTo>
                    <a:pt x="1275537" y="888381"/>
                  </a:moveTo>
                  <a:lnTo>
                    <a:pt x="1267013" y="958450"/>
                  </a:lnTo>
                  <a:lnTo>
                    <a:pt x="1274859" y="906914"/>
                  </a:lnTo>
                  <a:close/>
                  <a:moveTo>
                    <a:pt x="1275537" y="888381"/>
                  </a:moveTo>
                  <a:lnTo>
                    <a:pt x="1274859" y="906914"/>
                  </a:lnTo>
                  <a:lnTo>
                    <a:pt x="1280310" y="875093"/>
                  </a:lnTo>
                  <a:close/>
                  <a:moveTo>
                    <a:pt x="915763" y="489017"/>
                  </a:moveTo>
                  <a:lnTo>
                    <a:pt x="928255" y="546157"/>
                  </a:lnTo>
                  <a:lnTo>
                    <a:pt x="918359" y="49462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27" name="Output_density__4226">
              <a:extLst>
                <a:ext uri="{FF2B5EF4-FFF2-40B4-BE49-F238E27FC236}">
                  <a16:creationId xmlns:a16="http://schemas.microsoft.com/office/drawing/2014/main" id="{76A2186A-2710-5860-8D40-0403E1632831}"/>
                </a:ext>
              </a:extLst>
            </p:cNvPr>
            <p:cNvSpPr>
              <a:spLocks noGrp="1"/>
            </p:cNvSpPr>
            <p:nvPr/>
          </p:nvSpPr>
          <p:spPr>
            <a:xfrm>
              <a:off x="15348874" y="3161962"/>
              <a:ext cx="1329486" cy="1456169"/>
            </a:xfrm>
            <a:custGeom>
              <a:avLst/>
              <a:gdLst/>
              <a:ahLst/>
              <a:cxnLst/>
              <a:rect l="0" t="0" r="0" b="0"/>
              <a:pathLst>
                <a:path w="1329486" h="1456169">
                  <a:moveTo>
                    <a:pt x="42720" y="1057133"/>
                  </a:moveTo>
                  <a:lnTo>
                    <a:pt x="0" y="1082921"/>
                  </a:lnTo>
                  <a:lnTo>
                    <a:pt x="40786" y="1058827"/>
                  </a:lnTo>
                  <a:close/>
                  <a:moveTo>
                    <a:pt x="42720" y="1057133"/>
                  </a:moveTo>
                  <a:lnTo>
                    <a:pt x="8275" y="1063248"/>
                  </a:lnTo>
                  <a:lnTo>
                    <a:pt x="0" y="1082921"/>
                  </a:lnTo>
                  <a:close/>
                  <a:moveTo>
                    <a:pt x="8275" y="1063248"/>
                  </a:moveTo>
                  <a:lnTo>
                    <a:pt x="42720" y="1057133"/>
                  </a:lnTo>
                  <a:lnTo>
                    <a:pt x="11839" y="1031385"/>
                  </a:lnTo>
                  <a:close/>
                  <a:moveTo>
                    <a:pt x="42720" y="1057133"/>
                  </a:moveTo>
                  <a:lnTo>
                    <a:pt x="57146" y="1007291"/>
                  </a:lnTo>
                  <a:lnTo>
                    <a:pt x="11839" y="1031385"/>
                  </a:lnTo>
                  <a:close/>
                  <a:moveTo>
                    <a:pt x="42720" y="1057133"/>
                  </a:moveTo>
                  <a:lnTo>
                    <a:pt x="40786" y="1058827"/>
                  </a:lnTo>
                  <a:lnTo>
                    <a:pt x="46201" y="1056366"/>
                  </a:lnTo>
                  <a:close/>
                  <a:moveTo>
                    <a:pt x="46201" y="1056366"/>
                  </a:moveTo>
                  <a:lnTo>
                    <a:pt x="57146" y="1007291"/>
                  </a:lnTo>
                  <a:lnTo>
                    <a:pt x="42720" y="1057133"/>
                  </a:lnTo>
                  <a:close/>
                  <a:moveTo>
                    <a:pt x="90148" y="995877"/>
                  </a:moveTo>
                  <a:lnTo>
                    <a:pt x="57146" y="1007291"/>
                  </a:lnTo>
                  <a:lnTo>
                    <a:pt x="46201" y="1056366"/>
                  </a:lnTo>
                  <a:close/>
                  <a:moveTo>
                    <a:pt x="115593" y="1037933"/>
                  </a:moveTo>
                  <a:lnTo>
                    <a:pt x="90148" y="995877"/>
                  </a:lnTo>
                  <a:lnTo>
                    <a:pt x="46201" y="1056366"/>
                  </a:lnTo>
                  <a:close/>
                  <a:moveTo>
                    <a:pt x="115593" y="1037933"/>
                  </a:moveTo>
                  <a:lnTo>
                    <a:pt x="46201" y="1056366"/>
                  </a:lnTo>
                  <a:lnTo>
                    <a:pt x="122869" y="1047218"/>
                  </a:lnTo>
                  <a:close/>
                  <a:moveTo>
                    <a:pt x="140132" y="1034733"/>
                  </a:moveTo>
                  <a:lnTo>
                    <a:pt x="132745" y="983197"/>
                  </a:lnTo>
                  <a:lnTo>
                    <a:pt x="115593" y="1037933"/>
                  </a:lnTo>
                  <a:close/>
                  <a:moveTo>
                    <a:pt x="132745" y="983197"/>
                  </a:moveTo>
                  <a:lnTo>
                    <a:pt x="90148" y="995877"/>
                  </a:lnTo>
                  <a:lnTo>
                    <a:pt x="115593" y="1037933"/>
                  </a:lnTo>
                  <a:close/>
                  <a:moveTo>
                    <a:pt x="68365" y="978338"/>
                  </a:moveTo>
                  <a:lnTo>
                    <a:pt x="57146" y="1007291"/>
                  </a:lnTo>
                  <a:lnTo>
                    <a:pt x="90148" y="995877"/>
                  </a:lnTo>
                  <a:close/>
                  <a:moveTo>
                    <a:pt x="132745" y="983197"/>
                  </a:moveTo>
                  <a:lnTo>
                    <a:pt x="68365" y="978338"/>
                  </a:lnTo>
                  <a:lnTo>
                    <a:pt x="90148" y="995877"/>
                  </a:lnTo>
                  <a:close/>
                  <a:moveTo>
                    <a:pt x="142954" y="947638"/>
                  </a:moveTo>
                  <a:lnTo>
                    <a:pt x="132745" y="983197"/>
                  </a:lnTo>
                  <a:lnTo>
                    <a:pt x="171452" y="967761"/>
                  </a:lnTo>
                  <a:close/>
                  <a:moveTo>
                    <a:pt x="716133" y="1450375"/>
                  </a:moveTo>
                  <a:lnTo>
                    <a:pt x="722315" y="1446557"/>
                  </a:lnTo>
                  <a:lnTo>
                    <a:pt x="669489" y="1456169"/>
                  </a:lnTo>
                  <a:close/>
                  <a:moveTo>
                    <a:pt x="333987" y="638027"/>
                  </a:moveTo>
                  <a:lnTo>
                    <a:pt x="300346" y="647148"/>
                  </a:lnTo>
                  <a:lnTo>
                    <a:pt x="291455" y="680675"/>
                  </a:lnTo>
                  <a:close/>
                  <a:moveTo>
                    <a:pt x="905774" y="1275020"/>
                  </a:moveTo>
                  <a:lnTo>
                    <a:pt x="961098" y="1275698"/>
                  </a:lnTo>
                  <a:lnTo>
                    <a:pt x="942941" y="1260301"/>
                  </a:lnTo>
                  <a:close/>
                  <a:moveTo>
                    <a:pt x="914613" y="1236799"/>
                  </a:moveTo>
                  <a:lnTo>
                    <a:pt x="905774" y="1275020"/>
                  </a:lnTo>
                  <a:lnTo>
                    <a:pt x="942941" y="1260301"/>
                  </a:lnTo>
                  <a:close/>
                  <a:moveTo>
                    <a:pt x="933744" y="1147853"/>
                  </a:moveTo>
                  <a:lnTo>
                    <a:pt x="917216" y="1223483"/>
                  </a:lnTo>
                  <a:lnTo>
                    <a:pt x="961969" y="1199389"/>
                  </a:lnTo>
                  <a:close/>
                  <a:moveTo>
                    <a:pt x="456280" y="637158"/>
                  </a:moveTo>
                  <a:lnTo>
                    <a:pt x="425987" y="605044"/>
                  </a:lnTo>
                  <a:lnTo>
                    <a:pt x="423052" y="621670"/>
                  </a:lnTo>
                  <a:close/>
                  <a:moveTo>
                    <a:pt x="922049" y="1096316"/>
                  </a:moveTo>
                  <a:lnTo>
                    <a:pt x="933744" y="1147853"/>
                  </a:lnTo>
                  <a:lnTo>
                    <a:pt x="966801" y="1123759"/>
                  </a:lnTo>
                  <a:close/>
                  <a:moveTo>
                    <a:pt x="301130" y="380279"/>
                  </a:moveTo>
                  <a:lnTo>
                    <a:pt x="279170" y="426340"/>
                  </a:lnTo>
                  <a:lnTo>
                    <a:pt x="340863" y="404054"/>
                  </a:lnTo>
                  <a:close/>
                  <a:moveTo>
                    <a:pt x="919477" y="400977"/>
                  </a:moveTo>
                  <a:lnTo>
                    <a:pt x="911532" y="415880"/>
                  </a:lnTo>
                  <a:lnTo>
                    <a:pt x="987764" y="391322"/>
                  </a:lnTo>
                  <a:close/>
                  <a:moveTo>
                    <a:pt x="919477" y="400977"/>
                  </a:moveTo>
                  <a:lnTo>
                    <a:pt x="987764" y="391322"/>
                  </a:lnTo>
                  <a:lnTo>
                    <a:pt x="975725" y="384850"/>
                  </a:lnTo>
                  <a:close/>
                  <a:moveTo>
                    <a:pt x="725057" y="24094"/>
                  </a:moveTo>
                  <a:lnTo>
                    <a:pt x="752834" y="51537"/>
                  </a:lnTo>
                  <a:lnTo>
                    <a:pt x="745693" y="0"/>
                  </a:lnTo>
                  <a:close/>
                  <a:moveTo>
                    <a:pt x="745693" y="0"/>
                  </a:moveTo>
                  <a:lnTo>
                    <a:pt x="752834" y="51537"/>
                  </a:lnTo>
                  <a:lnTo>
                    <a:pt x="800078" y="27442"/>
                  </a:lnTo>
                  <a:close/>
                  <a:moveTo>
                    <a:pt x="1147288" y="368604"/>
                  </a:moveTo>
                  <a:lnTo>
                    <a:pt x="1176507" y="342949"/>
                  </a:lnTo>
                  <a:lnTo>
                    <a:pt x="1162536" y="336662"/>
                  </a:lnTo>
                  <a:close/>
                  <a:moveTo>
                    <a:pt x="1176507" y="342949"/>
                  </a:moveTo>
                  <a:lnTo>
                    <a:pt x="1199336" y="312568"/>
                  </a:lnTo>
                  <a:lnTo>
                    <a:pt x="1162536" y="336662"/>
                  </a:lnTo>
                  <a:close/>
                  <a:moveTo>
                    <a:pt x="1212132" y="301468"/>
                  </a:moveTo>
                  <a:lnTo>
                    <a:pt x="1162536" y="336662"/>
                  </a:lnTo>
                  <a:lnTo>
                    <a:pt x="1199336" y="312568"/>
                  </a:lnTo>
                  <a:close/>
                  <a:moveTo>
                    <a:pt x="1226077" y="303645"/>
                  </a:moveTo>
                  <a:lnTo>
                    <a:pt x="1199336" y="312568"/>
                  </a:lnTo>
                  <a:lnTo>
                    <a:pt x="1250133" y="308649"/>
                  </a:lnTo>
                  <a:close/>
                  <a:moveTo>
                    <a:pt x="1212132" y="301468"/>
                  </a:moveTo>
                  <a:lnTo>
                    <a:pt x="1199336" y="312568"/>
                  </a:lnTo>
                  <a:lnTo>
                    <a:pt x="1226077" y="303645"/>
                  </a:lnTo>
                  <a:close/>
                  <a:moveTo>
                    <a:pt x="1243867" y="261031"/>
                  </a:moveTo>
                  <a:lnTo>
                    <a:pt x="1212132" y="301468"/>
                  </a:lnTo>
                  <a:lnTo>
                    <a:pt x="1286479" y="269865"/>
                  </a:lnTo>
                  <a:close/>
                  <a:moveTo>
                    <a:pt x="1286479" y="269865"/>
                  </a:moveTo>
                  <a:lnTo>
                    <a:pt x="1212132" y="301468"/>
                  </a:lnTo>
                  <a:lnTo>
                    <a:pt x="1280128" y="288474"/>
                  </a:lnTo>
                  <a:close/>
                  <a:moveTo>
                    <a:pt x="1280128" y="288474"/>
                  </a:moveTo>
                  <a:lnTo>
                    <a:pt x="1212132" y="301468"/>
                  </a:lnTo>
                  <a:lnTo>
                    <a:pt x="1226077" y="303645"/>
                  </a:lnTo>
                  <a:close/>
                  <a:moveTo>
                    <a:pt x="1256051" y="254516"/>
                  </a:moveTo>
                  <a:lnTo>
                    <a:pt x="1286479" y="269865"/>
                  </a:lnTo>
                  <a:lnTo>
                    <a:pt x="1307377" y="236938"/>
                  </a:lnTo>
                  <a:close/>
                  <a:moveTo>
                    <a:pt x="1286479" y="269865"/>
                  </a:moveTo>
                  <a:lnTo>
                    <a:pt x="1280128" y="288474"/>
                  </a:lnTo>
                  <a:lnTo>
                    <a:pt x="1298718" y="282571"/>
                  </a:lnTo>
                  <a:close/>
                  <a:moveTo>
                    <a:pt x="1298718" y="282571"/>
                  </a:moveTo>
                  <a:lnTo>
                    <a:pt x="1307377" y="236938"/>
                  </a:lnTo>
                  <a:lnTo>
                    <a:pt x="1286479" y="269865"/>
                  </a:lnTo>
                  <a:close/>
                  <a:moveTo>
                    <a:pt x="1329486" y="232797"/>
                  </a:moveTo>
                  <a:lnTo>
                    <a:pt x="1307377" y="236938"/>
                  </a:lnTo>
                  <a:lnTo>
                    <a:pt x="1298718" y="28257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28" name="Output_density__4227">
              <a:extLst>
                <a:ext uri="{FF2B5EF4-FFF2-40B4-BE49-F238E27FC236}">
                  <a16:creationId xmlns:a16="http://schemas.microsoft.com/office/drawing/2014/main" id="{9AF45804-A60B-B4B9-8E18-A39B1310A810}"/>
                </a:ext>
              </a:extLst>
            </p:cNvPr>
            <p:cNvSpPr>
              <a:spLocks noGrp="1"/>
            </p:cNvSpPr>
            <p:nvPr/>
          </p:nvSpPr>
          <p:spPr>
            <a:xfrm>
              <a:off x="15471743" y="2700485"/>
              <a:ext cx="1328037" cy="1987482"/>
            </a:xfrm>
            <a:custGeom>
              <a:avLst/>
              <a:gdLst/>
              <a:ahLst/>
              <a:cxnLst/>
              <a:rect l="0" t="0" r="0" b="0"/>
              <a:pathLst>
                <a:path w="1328037" h="1987482">
                  <a:moveTo>
                    <a:pt x="253204" y="1816031"/>
                  </a:moveTo>
                  <a:lnTo>
                    <a:pt x="324418" y="1848257"/>
                  </a:lnTo>
                  <a:lnTo>
                    <a:pt x="300554" y="1815518"/>
                  </a:lnTo>
                  <a:close/>
                  <a:moveTo>
                    <a:pt x="101270" y="1549872"/>
                  </a:moveTo>
                  <a:lnTo>
                    <a:pt x="52408" y="1551614"/>
                  </a:lnTo>
                  <a:lnTo>
                    <a:pt x="104846" y="1609708"/>
                  </a:lnTo>
                  <a:close/>
                  <a:moveTo>
                    <a:pt x="104846" y="1609708"/>
                  </a:moveTo>
                  <a:lnTo>
                    <a:pt x="96521" y="1655117"/>
                  </a:lnTo>
                  <a:lnTo>
                    <a:pt x="165296" y="1602681"/>
                  </a:lnTo>
                  <a:close/>
                  <a:moveTo>
                    <a:pt x="83520" y="1501560"/>
                  </a:moveTo>
                  <a:lnTo>
                    <a:pt x="52408" y="1551614"/>
                  </a:lnTo>
                  <a:lnTo>
                    <a:pt x="101270" y="1549872"/>
                  </a:lnTo>
                  <a:close/>
                  <a:moveTo>
                    <a:pt x="50869" y="1524208"/>
                  </a:moveTo>
                  <a:lnTo>
                    <a:pt x="17263" y="1496210"/>
                  </a:lnTo>
                  <a:lnTo>
                    <a:pt x="52408" y="1551614"/>
                  </a:lnTo>
                  <a:close/>
                  <a:moveTo>
                    <a:pt x="0" y="1508695"/>
                  </a:moveTo>
                  <a:lnTo>
                    <a:pt x="45292" y="1547747"/>
                  </a:lnTo>
                  <a:lnTo>
                    <a:pt x="52408" y="1551614"/>
                  </a:lnTo>
                  <a:close/>
                  <a:moveTo>
                    <a:pt x="9877" y="1444673"/>
                  </a:moveTo>
                  <a:lnTo>
                    <a:pt x="68780" y="1456274"/>
                  </a:lnTo>
                  <a:lnTo>
                    <a:pt x="48583" y="1429237"/>
                  </a:lnTo>
                  <a:close/>
                  <a:moveTo>
                    <a:pt x="17263" y="1496210"/>
                  </a:moveTo>
                  <a:lnTo>
                    <a:pt x="46263" y="1472116"/>
                  </a:lnTo>
                  <a:lnTo>
                    <a:pt x="9877" y="1444673"/>
                  </a:lnTo>
                  <a:close/>
                  <a:moveTo>
                    <a:pt x="593264" y="1911852"/>
                  </a:moveTo>
                  <a:lnTo>
                    <a:pt x="534461" y="1974641"/>
                  </a:lnTo>
                  <a:lnTo>
                    <a:pt x="554439" y="1987482"/>
                  </a:lnTo>
                  <a:close/>
                  <a:moveTo>
                    <a:pt x="593264" y="1911852"/>
                  </a:moveTo>
                  <a:lnTo>
                    <a:pt x="554439" y="1987482"/>
                  </a:lnTo>
                  <a:lnTo>
                    <a:pt x="587934" y="1963388"/>
                  </a:lnTo>
                  <a:close/>
                  <a:moveTo>
                    <a:pt x="546621" y="1917646"/>
                  </a:moveTo>
                  <a:lnTo>
                    <a:pt x="480630" y="1948054"/>
                  </a:lnTo>
                  <a:lnTo>
                    <a:pt x="534461" y="1974641"/>
                  </a:lnTo>
                  <a:close/>
                  <a:moveTo>
                    <a:pt x="546621" y="1917646"/>
                  </a:moveTo>
                  <a:lnTo>
                    <a:pt x="485920" y="1929012"/>
                  </a:lnTo>
                  <a:lnTo>
                    <a:pt x="480630" y="1948054"/>
                  </a:lnTo>
                  <a:close/>
                  <a:moveTo>
                    <a:pt x="485920" y="1929012"/>
                  </a:moveTo>
                  <a:lnTo>
                    <a:pt x="527937" y="1870092"/>
                  </a:lnTo>
                  <a:lnTo>
                    <a:pt x="483898" y="1867913"/>
                  </a:lnTo>
                  <a:close/>
                  <a:moveTo>
                    <a:pt x="441393" y="1864487"/>
                  </a:moveTo>
                  <a:lnTo>
                    <a:pt x="483898" y="1867913"/>
                  </a:lnTo>
                  <a:lnTo>
                    <a:pt x="456003" y="1855977"/>
                  </a:lnTo>
                  <a:close/>
                  <a:moveTo>
                    <a:pt x="483898" y="1867913"/>
                  </a:moveTo>
                  <a:lnTo>
                    <a:pt x="505450" y="1866175"/>
                  </a:lnTo>
                  <a:lnTo>
                    <a:pt x="456003" y="1855977"/>
                  </a:lnTo>
                  <a:close/>
                  <a:moveTo>
                    <a:pt x="483898" y="1867913"/>
                  </a:moveTo>
                  <a:lnTo>
                    <a:pt x="527937" y="1870092"/>
                  </a:lnTo>
                  <a:lnTo>
                    <a:pt x="505450" y="1866175"/>
                  </a:lnTo>
                  <a:close/>
                  <a:moveTo>
                    <a:pt x="593264" y="1911852"/>
                  </a:moveTo>
                  <a:lnTo>
                    <a:pt x="587934" y="1963388"/>
                  </a:lnTo>
                  <a:lnTo>
                    <a:pt x="629003" y="1951396"/>
                  </a:lnTo>
                  <a:close/>
                  <a:moveTo>
                    <a:pt x="604279" y="1908753"/>
                  </a:moveTo>
                  <a:lnTo>
                    <a:pt x="646946" y="1910950"/>
                  </a:lnTo>
                  <a:lnTo>
                    <a:pt x="599446" y="1908033"/>
                  </a:lnTo>
                  <a:close/>
                  <a:moveTo>
                    <a:pt x="170031" y="1269318"/>
                  </a:moveTo>
                  <a:lnTo>
                    <a:pt x="165485" y="1221933"/>
                  </a:lnTo>
                  <a:lnTo>
                    <a:pt x="165396" y="1284749"/>
                  </a:lnTo>
                  <a:close/>
                  <a:moveTo>
                    <a:pt x="371558" y="1475465"/>
                  </a:moveTo>
                  <a:lnTo>
                    <a:pt x="380868" y="1479936"/>
                  </a:lnTo>
                  <a:lnTo>
                    <a:pt x="383077" y="1472697"/>
                  </a:lnTo>
                  <a:close/>
                  <a:moveTo>
                    <a:pt x="383077" y="1472697"/>
                  </a:moveTo>
                  <a:lnTo>
                    <a:pt x="380868" y="1479936"/>
                  </a:lnTo>
                  <a:lnTo>
                    <a:pt x="392682" y="1475465"/>
                  </a:lnTo>
                  <a:close/>
                  <a:moveTo>
                    <a:pt x="791394" y="1788033"/>
                  </a:moveTo>
                  <a:lnTo>
                    <a:pt x="823434" y="1763939"/>
                  </a:lnTo>
                  <a:lnTo>
                    <a:pt x="782906" y="1736497"/>
                  </a:lnTo>
                  <a:close/>
                  <a:moveTo>
                    <a:pt x="870137" y="1763939"/>
                  </a:moveTo>
                  <a:lnTo>
                    <a:pt x="820073" y="1721777"/>
                  </a:lnTo>
                  <a:lnTo>
                    <a:pt x="838229" y="1737174"/>
                  </a:lnTo>
                  <a:close/>
                  <a:moveTo>
                    <a:pt x="830017" y="1736497"/>
                  </a:moveTo>
                  <a:lnTo>
                    <a:pt x="791744" y="1698276"/>
                  </a:lnTo>
                  <a:lnTo>
                    <a:pt x="820073" y="1721777"/>
                  </a:lnTo>
                  <a:close/>
                  <a:moveTo>
                    <a:pt x="616786" y="1478814"/>
                  </a:moveTo>
                  <a:lnTo>
                    <a:pt x="646638" y="1505101"/>
                  </a:lnTo>
                  <a:lnTo>
                    <a:pt x="664795" y="1458336"/>
                  </a:lnTo>
                  <a:close/>
                  <a:moveTo>
                    <a:pt x="587206" y="1420690"/>
                  </a:moveTo>
                  <a:lnTo>
                    <a:pt x="580132" y="1431124"/>
                  </a:lnTo>
                  <a:lnTo>
                    <a:pt x="622261" y="1403183"/>
                  </a:lnTo>
                  <a:close/>
                  <a:moveTo>
                    <a:pt x="580132" y="1431124"/>
                  </a:moveTo>
                  <a:lnTo>
                    <a:pt x="616786" y="1478814"/>
                  </a:lnTo>
                  <a:lnTo>
                    <a:pt x="622261" y="1403183"/>
                  </a:lnTo>
                  <a:close/>
                  <a:moveTo>
                    <a:pt x="622261" y="1403183"/>
                  </a:moveTo>
                  <a:lnTo>
                    <a:pt x="616786" y="1478814"/>
                  </a:lnTo>
                  <a:lnTo>
                    <a:pt x="665899" y="1442214"/>
                  </a:lnTo>
                  <a:close/>
                  <a:moveTo>
                    <a:pt x="665899" y="1442214"/>
                  </a:moveTo>
                  <a:lnTo>
                    <a:pt x="616786" y="1478814"/>
                  </a:lnTo>
                  <a:lnTo>
                    <a:pt x="664795" y="1458336"/>
                  </a:lnTo>
                  <a:close/>
                  <a:moveTo>
                    <a:pt x="361316" y="1113931"/>
                  </a:moveTo>
                  <a:lnTo>
                    <a:pt x="366818" y="1046715"/>
                  </a:lnTo>
                  <a:lnTo>
                    <a:pt x="333412" y="1098634"/>
                  </a:lnTo>
                  <a:close/>
                  <a:moveTo>
                    <a:pt x="154096" y="963448"/>
                  </a:moveTo>
                  <a:lnTo>
                    <a:pt x="156301" y="887817"/>
                  </a:lnTo>
                  <a:lnTo>
                    <a:pt x="121711" y="911911"/>
                  </a:lnTo>
                  <a:close/>
                  <a:moveTo>
                    <a:pt x="622261" y="1403183"/>
                  </a:moveTo>
                  <a:lnTo>
                    <a:pt x="665899" y="1442214"/>
                  </a:lnTo>
                  <a:lnTo>
                    <a:pt x="666168" y="1394477"/>
                  </a:lnTo>
                  <a:close/>
                  <a:moveTo>
                    <a:pt x="666168" y="1394477"/>
                  </a:moveTo>
                  <a:lnTo>
                    <a:pt x="665899" y="1442214"/>
                  </a:lnTo>
                  <a:lnTo>
                    <a:pt x="678230" y="1403183"/>
                  </a:lnTo>
                  <a:close/>
                  <a:moveTo>
                    <a:pt x="604848" y="1327553"/>
                  </a:moveTo>
                  <a:lnTo>
                    <a:pt x="553660" y="1351647"/>
                  </a:lnTo>
                  <a:lnTo>
                    <a:pt x="606742" y="1395712"/>
                  </a:lnTo>
                  <a:close/>
                  <a:moveTo>
                    <a:pt x="604848" y="1327553"/>
                  </a:moveTo>
                  <a:lnTo>
                    <a:pt x="620887" y="1313698"/>
                  </a:lnTo>
                  <a:lnTo>
                    <a:pt x="553660" y="1351647"/>
                  </a:lnTo>
                  <a:close/>
                  <a:moveTo>
                    <a:pt x="543629" y="1199523"/>
                  </a:moveTo>
                  <a:lnTo>
                    <a:pt x="526306" y="1181247"/>
                  </a:lnTo>
                  <a:lnTo>
                    <a:pt x="514297" y="1172943"/>
                  </a:lnTo>
                  <a:close/>
                  <a:moveTo>
                    <a:pt x="389324" y="1106855"/>
                  </a:moveTo>
                  <a:lnTo>
                    <a:pt x="340869" y="1100365"/>
                  </a:lnTo>
                  <a:lnTo>
                    <a:pt x="419481" y="1084706"/>
                  </a:lnTo>
                  <a:close/>
                  <a:moveTo>
                    <a:pt x="874839" y="1561142"/>
                  </a:moveTo>
                  <a:lnTo>
                    <a:pt x="819967" y="1533635"/>
                  </a:lnTo>
                  <a:lnTo>
                    <a:pt x="820020" y="1533699"/>
                  </a:lnTo>
                  <a:close/>
                  <a:moveTo>
                    <a:pt x="760226" y="1482162"/>
                  </a:moveTo>
                  <a:lnTo>
                    <a:pt x="819967" y="1533635"/>
                  </a:lnTo>
                  <a:lnTo>
                    <a:pt x="760594" y="1481178"/>
                  </a:lnTo>
                  <a:close/>
                  <a:moveTo>
                    <a:pt x="819846" y="1533543"/>
                  </a:moveTo>
                  <a:lnTo>
                    <a:pt x="819967" y="1533635"/>
                  </a:lnTo>
                  <a:lnTo>
                    <a:pt x="760226" y="1482162"/>
                  </a:lnTo>
                  <a:close/>
                  <a:moveTo>
                    <a:pt x="552484" y="1172943"/>
                  </a:moveTo>
                  <a:lnTo>
                    <a:pt x="587853" y="1190191"/>
                  </a:lnTo>
                  <a:lnTo>
                    <a:pt x="578129" y="1148849"/>
                  </a:lnTo>
                  <a:close/>
                  <a:moveTo>
                    <a:pt x="561872" y="1132829"/>
                  </a:moveTo>
                  <a:lnTo>
                    <a:pt x="537177" y="1109666"/>
                  </a:lnTo>
                  <a:lnTo>
                    <a:pt x="578129" y="1148849"/>
                  </a:lnTo>
                  <a:close/>
                  <a:moveTo>
                    <a:pt x="544404" y="1067520"/>
                  </a:moveTo>
                  <a:lnTo>
                    <a:pt x="537177" y="1109666"/>
                  </a:lnTo>
                  <a:lnTo>
                    <a:pt x="505792" y="1097312"/>
                  </a:lnTo>
                  <a:close/>
                  <a:moveTo>
                    <a:pt x="296129" y="863723"/>
                  </a:moveTo>
                  <a:lnTo>
                    <a:pt x="339672" y="839629"/>
                  </a:lnTo>
                  <a:lnTo>
                    <a:pt x="277309" y="812187"/>
                  </a:lnTo>
                  <a:close/>
                  <a:moveTo>
                    <a:pt x="902588" y="1441704"/>
                  </a:moveTo>
                  <a:lnTo>
                    <a:pt x="916237" y="1409679"/>
                  </a:lnTo>
                  <a:lnTo>
                    <a:pt x="874981" y="1430106"/>
                  </a:lnTo>
                  <a:close/>
                  <a:moveTo>
                    <a:pt x="902588" y="1441704"/>
                  </a:moveTo>
                  <a:lnTo>
                    <a:pt x="943321" y="1446571"/>
                  </a:lnTo>
                  <a:lnTo>
                    <a:pt x="916237" y="1409679"/>
                  </a:lnTo>
                  <a:close/>
                  <a:moveTo>
                    <a:pt x="1149415" y="1518452"/>
                  </a:moveTo>
                  <a:lnTo>
                    <a:pt x="1145934" y="1474649"/>
                  </a:lnTo>
                  <a:lnTo>
                    <a:pt x="1138691" y="1461417"/>
                  </a:lnTo>
                  <a:close/>
                  <a:moveTo>
                    <a:pt x="1149415" y="1518452"/>
                  </a:moveTo>
                  <a:lnTo>
                    <a:pt x="1161591" y="1533190"/>
                  </a:lnTo>
                  <a:lnTo>
                    <a:pt x="1164614" y="1512954"/>
                  </a:lnTo>
                  <a:close/>
                  <a:moveTo>
                    <a:pt x="1161591" y="1533190"/>
                  </a:moveTo>
                  <a:lnTo>
                    <a:pt x="1149415" y="1518452"/>
                  </a:lnTo>
                  <a:lnTo>
                    <a:pt x="1149097" y="1512954"/>
                  </a:lnTo>
                  <a:close/>
                  <a:moveTo>
                    <a:pt x="1005945" y="1370898"/>
                  </a:moveTo>
                  <a:lnTo>
                    <a:pt x="1058368" y="1409880"/>
                  </a:lnTo>
                  <a:lnTo>
                    <a:pt x="1028247" y="1383989"/>
                  </a:lnTo>
                  <a:close/>
                  <a:moveTo>
                    <a:pt x="1005945" y="1370898"/>
                  </a:moveTo>
                  <a:lnTo>
                    <a:pt x="1062837" y="1425372"/>
                  </a:lnTo>
                  <a:lnTo>
                    <a:pt x="1058368" y="1409880"/>
                  </a:lnTo>
                  <a:close/>
                  <a:moveTo>
                    <a:pt x="1010591" y="1358344"/>
                  </a:moveTo>
                  <a:lnTo>
                    <a:pt x="1005945" y="1370898"/>
                  </a:lnTo>
                  <a:lnTo>
                    <a:pt x="1028247" y="1383989"/>
                  </a:lnTo>
                  <a:close/>
                  <a:moveTo>
                    <a:pt x="948251" y="1317077"/>
                  </a:moveTo>
                  <a:lnTo>
                    <a:pt x="1010591" y="1358344"/>
                  </a:lnTo>
                  <a:lnTo>
                    <a:pt x="962990" y="1314682"/>
                  </a:lnTo>
                  <a:close/>
                  <a:moveTo>
                    <a:pt x="1005945" y="1370898"/>
                  </a:moveTo>
                  <a:lnTo>
                    <a:pt x="1010591" y="1358344"/>
                  </a:lnTo>
                  <a:lnTo>
                    <a:pt x="948251" y="1317077"/>
                  </a:lnTo>
                  <a:close/>
                  <a:moveTo>
                    <a:pt x="951327" y="1306807"/>
                  </a:moveTo>
                  <a:lnTo>
                    <a:pt x="948251" y="1317077"/>
                  </a:lnTo>
                  <a:lnTo>
                    <a:pt x="962990" y="1314682"/>
                  </a:lnTo>
                  <a:close/>
                  <a:moveTo>
                    <a:pt x="1164614" y="1512954"/>
                  </a:moveTo>
                  <a:lnTo>
                    <a:pt x="1161591" y="1533190"/>
                  </a:lnTo>
                  <a:lnTo>
                    <a:pt x="1233513" y="1492516"/>
                  </a:lnTo>
                  <a:close/>
                  <a:moveTo>
                    <a:pt x="1218174" y="1540396"/>
                  </a:moveTo>
                  <a:lnTo>
                    <a:pt x="1161591" y="1533190"/>
                  </a:lnTo>
                  <a:lnTo>
                    <a:pt x="1178867" y="1557251"/>
                  </a:lnTo>
                  <a:close/>
                  <a:moveTo>
                    <a:pt x="1138691" y="1461417"/>
                  </a:moveTo>
                  <a:lnTo>
                    <a:pt x="1145934" y="1474649"/>
                  </a:lnTo>
                  <a:lnTo>
                    <a:pt x="1152837" y="1452928"/>
                  </a:lnTo>
                  <a:close/>
                  <a:moveTo>
                    <a:pt x="1152837" y="1452928"/>
                  </a:moveTo>
                  <a:lnTo>
                    <a:pt x="1145934" y="1474649"/>
                  </a:lnTo>
                  <a:lnTo>
                    <a:pt x="1230043" y="1490886"/>
                  </a:lnTo>
                  <a:close/>
                  <a:moveTo>
                    <a:pt x="1214148" y="1441066"/>
                  </a:moveTo>
                  <a:lnTo>
                    <a:pt x="1152837" y="1452928"/>
                  </a:lnTo>
                  <a:lnTo>
                    <a:pt x="1230043" y="1490886"/>
                  </a:lnTo>
                  <a:close/>
                  <a:moveTo>
                    <a:pt x="1111469" y="1385835"/>
                  </a:moveTo>
                  <a:lnTo>
                    <a:pt x="1089723" y="1439161"/>
                  </a:lnTo>
                  <a:lnTo>
                    <a:pt x="1152837" y="1452928"/>
                  </a:lnTo>
                  <a:close/>
                  <a:moveTo>
                    <a:pt x="1154904" y="1388505"/>
                  </a:moveTo>
                  <a:lnTo>
                    <a:pt x="1111469" y="1385835"/>
                  </a:lnTo>
                  <a:lnTo>
                    <a:pt x="1152837" y="1452928"/>
                  </a:lnTo>
                  <a:close/>
                  <a:moveTo>
                    <a:pt x="1152837" y="1452928"/>
                  </a:moveTo>
                  <a:lnTo>
                    <a:pt x="1195902" y="1393156"/>
                  </a:lnTo>
                  <a:lnTo>
                    <a:pt x="1154904" y="1388505"/>
                  </a:lnTo>
                  <a:close/>
                  <a:moveTo>
                    <a:pt x="1058368" y="1409880"/>
                  </a:moveTo>
                  <a:lnTo>
                    <a:pt x="1089723" y="1439161"/>
                  </a:lnTo>
                  <a:lnTo>
                    <a:pt x="1111469" y="1385835"/>
                  </a:lnTo>
                  <a:close/>
                  <a:moveTo>
                    <a:pt x="1058368" y="1409880"/>
                  </a:moveTo>
                  <a:lnTo>
                    <a:pt x="1111469" y="1385835"/>
                  </a:lnTo>
                  <a:lnTo>
                    <a:pt x="1028247" y="1383989"/>
                  </a:lnTo>
                  <a:close/>
                  <a:moveTo>
                    <a:pt x="1137280" y="1340090"/>
                  </a:moveTo>
                  <a:lnTo>
                    <a:pt x="1111491" y="1385648"/>
                  </a:lnTo>
                  <a:lnTo>
                    <a:pt x="1111469" y="1385835"/>
                  </a:lnTo>
                  <a:close/>
                  <a:moveTo>
                    <a:pt x="1137280" y="1340090"/>
                  </a:moveTo>
                  <a:lnTo>
                    <a:pt x="1111469" y="1385835"/>
                  </a:lnTo>
                  <a:lnTo>
                    <a:pt x="1154904" y="1388505"/>
                  </a:lnTo>
                  <a:close/>
                  <a:moveTo>
                    <a:pt x="1008752" y="1282713"/>
                  </a:moveTo>
                  <a:lnTo>
                    <a:pt x="962990" y="1314682"/>
                  </a:lnTo>
                  <a:lnTo>
                    <a:pt x="1010591" y="1358344"/>
                  </a:lnTo>
                  <a:close/>
                  <a:moveTo>
                    <a:pt x="951327" y="1306807"/>
                  </a:moveTo>
                  <a:lnTo>
                    <a:pt x="962990" y="1314682"/>
                  </a:lnTo>
                  <a:lnTo>
                    <a:pt x="976235" y="1294327"/>
                  </a:lnTo>
                  <a:close/>
                  <a:moveTo>
                    <a:pt x="1233550" y="1488035"/>
                  </a:moveTo>
                  <a:lnTo>
                    <a:pt x="1233513" y="1492516"/>
                  </a:lnTo>
                  <a:lnTo>
                    <a:pt x="1213632" y="1466245"/>
                  </a:lnTo>
                  <a:close/>
                  <a:moveTo>
                    <a:pt x="1235215" y="1488860"/>
                  </a:moveTo>
                  <a:lnTo>
                    <a:pt x="1233513" y="1492516"/>
                  </a:lnTo>
                  <a:lnTo>
                    <a:pt x="1233550" y="1488035"/>
                  </a:lnTo>
                  <a:close/>
                  <a:moveTo>
                    <a:pt x="1105007" y="1328345"/>
                  </a:moveTo>
                  <a:lnTo>
                    <a:pt x="1111491" y="1385648"/>
                  </a:lnTo>
                  <a:lnTo>
                    <a:pt x="1125593" y="1334250"/>
                  </a:lnTo>
                  <a:close/>
                  <a:moveTo>
                    <a:pt x="1088009" y="1297853"/>
                  </a:moveTo>
                  <a:lnTo>
                    <a:pt x="1105007" y="1328345"/>
                  </a:lnTo>
                  <a:lnTo>
                    <a:pt x="1125593" y="1334250"/>
                  </a:lnTo>
                  <a:close/>
                  <a:moveTo>
                    <a:pt x="968802" y="1052473"/>
                  </a:moveTo>
                  <a:lnTo>
                    <a:pt x="999561" y="1006937"/>
                  </a:lnTo>
                  <a:lnTo>
                    <a:pt x="937863" y="1025030"/>
                  </a:lnTo>
                  <a:close/>
                  <a:moveTo>
                    <a:pt x="948154" y="1076567"/>
                  </a:moveTo>
                  <a:lnTo>
                    <a:pt x="968802" y="1052473"/>
                  </a:lnTo>
                  <a:lnTo>
                    <a:pt x="937863" y="1025030"/>
                  </a:lnTo>
                  <a:close/>
                  <a:moveTo>
                    <a:pt x="1277101" y="1286062"/>
                  </a:moveTo>
                  <a:lnTo>
                    <a:pt x="1291248" y="1263901"/>
                  </a:lnTo>
                  <a:lnTo>
                    <a:pt x="1228813" y="1303657"/>
                  </a:lnTo>
                  <a:close/>
                  <a:moveTo>
                    <a:pt x="1291248" y="1263901"/>
                  </a:moveTo>
                  <a:lnTo>
                    <a:pt x="1319388" y="1286062"/>
                  </a:lnTo>
                  <a:lnTo>
                    <a:pt x="1274694" y="1241597"/>
                  </a:lnTo>
                  <a:close/>
                  <a:moveTo>
                    <a:pt x="864895" y="852799"/>
                  </a:moveTo>
                  <a:lnTo>
                    <a:pt x="920081" y="897863"/>
                  </a:lnTo>
                  <a:lnTo>
                    <a:pt x="941118" y="828206"/>
                  </a:lnTo>
                  <a:close/>
                  <a:moveTo>
                    <a:pt x="861593" y="840452"/>
                  </a:moveTo>
                  <a:lnTo>
                    <a:pt x="852856" y="846327"/>
                  </a:lnTo>
                  <a:lnTo>
                    <a:pt x="833795" y="776299"/>
                  </a:lnTo>
                  <a:close/>
                  <a:moveTo>
                    <a:pt x="629966" y="513014"/>
                  </a:moveTo>
                  <a:lnTo>
                    <a:pt x="619462" y="537107"/>
                  </a:lnTo>
                  <a:lnTo>
                    <a:pt x="640813" y="564550"/>
                  </a:lnTo>
                  <a:close/>
                  <a:moveTo>
                    <a:pt x="602189" y="485570"/>
                  </a:moveTo>
                  <a:lnTo>
                    <a:pt x="619462" y="537107"/>
                  </a:lnTo>
                  <a:lnTo>
                    <a:pt x="629966" y="513014"/>
                  </a:lnTo>
                  <a:close/>
                  <a:moveTo>
                    <a:pt x="332186" y="203793"/>
                  </a:moveTo>
                  <a:lnTo>
                    <a:pt x="332463" y="152257"/>
                  </a:lnTo>
                  <a:lnTo>
                    <a:pt x="318461" y="207189"/>
                  </a:lnTo>
                  <a:close/>
                  <a:moveTo>
                    <a:pt x="318461" y="207189"/>
                  </a:moveTo>
                  <a:lnTo>
                    <a:pt x="332463" y="152257"/>
                  </a:lnTo>
                  <a:lnTo>
                    <a:pt x="332532" y="158207"/>
                  </a:lnTo>
                  <a:close/>
                  <a:moveTo>
                    <a:pt x="284699" y="221854"/>
                  </a:moveTo>
                  <a:lnTo>
                    <a:pt x="332186" y="203793"/>
                  </a:lnTo>
                  <a:lnTo>
                    <a:pt x="318461" y="207189"/>
                  </a:lnTo>
                  <a:close/>
                  <a:moveTo>
                    <a:pt x="289152" y="137383"/>
                  </a:moveTo>
                  <a:lnTo>
                    <a:pt x="332532" y="158207"/>
                  </a:lnTo>
                  <a:lnTo>
                    <a:pt x="332463" y="152257"/>
                  </a:lnTo>
                  <a:close/>
                  <a:moveTo>
                    <a:pt x="1298090" y="1337599"/>
                  </a:moveTo>
                  <a:lnTo>
                    <a:pt x="1328037" y="1323715"/>
                  </a:lnTo>
                  <a:lnTo>
                    <a:pt x="1277101" y="1286062"/>
                  </a:lnTo>
                  <a:close/>
                  <a:moveTo>
                    <a:pt x="1177808" y="1181656"/>
                  </a:moveTo>
                  <a:lnTo>
                    <a:pt x="1231977" y="1234526"/>
                  </a:lnTo>
                  <a:lnTo>
                    <a:pt x="1181156" y="1182989"/>
                  </a:lnTo>
                  <a:close/>
                  <a:moveTo>
                    <a:pt x="1177808" y="1181656"/>
                  </a:moveTo>
                  <a:lnTo>
                    <a:pt x="1173958" y="1174728"/>
                  </a:lnTo>
                  <a:lnTo>
                    <a:pt x="1163504" y="1182989"/>
                  </a:lnTo>
                  <a:close/>
                  <a:moveTo>
                    <a:pt x="1177808" y="1181656"/>
                  </a:moveTo>
                  <a:lnTo>
                    <a:pt x="1181156" y="1182989"/>
                  </a:lnTo>
                  <a:lnTo>
                    <a:pt x="1173958" y="1174728"/>
                  </a:lnTo>
                  <a:close/>
                  <a:moveTo>
                    <a:pt x="941118" y="828206"/>
                  </a:moveTo>
                  <a:lnTo>
                    <a:pt x="1003494" y="808206"/>
                  </a:lnTo>
                  <a:lnTo>
                    <a:pt x="946612" y="816467"/>
                  </a:lnTo>
                  <a:close/>
                  <a:moveTo>
                    <a:pt x="1024419" y="830081"/>
                  </a:moveTo>
                  <a:lnTo>
                    <a:pt x="1025296" y="853223"/>
                  </a:lnTo>
                  <a:lnTo>
                    <a:pt x="1021004" y="849675"/>
                  </a:lnTo>
                  <a:close/>
                  <a:moveTo>
                    <a:pt x="1003494" y="808206"/>
                  </a:moveTo>
                  <a:lnTo>
                    <a:pt x="990190" y="756278"/>
                  </a:lnTo>
                  <a:lnTo>
                    <a:pt x="946612" y="816467"/>
                  </a:lnTo>
                  <a:close/>
                  <a:moveTo>
                    <a:pt x="359488" y="51002"/>
                  </a:moveTo>
                  <a:lnTo>
                    <a:pt x="333445" y="31978"/>
                  </a:lnTo>
                  <a:lnTo>
                    <a:pt x="351153" y="59619"/>
                  </a:lnTo>
                  <a:close/>
                  <a:moveTo>
                    <a:pt x="224490" y="44592"/>
                  </a:moveTo>
                  <a:lnTo>
                    <a:pt x="280361" y="37152"/>
                  </a:lnTo>
                  <a:lnTo>
                    <a:pt x="252407" y="0"/>
                  </a:lnTo>
                  <a:close/>
                  <a:moveTo>
                    <a:pt x="280361" y="37152"/>
                  </a:moveTo>
                  <a:lnTo>
                    <a:pt x="333445" y="31978"/>
                  </a:lnTo>
                  <a:lnTo>
                    <a:pt x="303974" y="18123"/>
                  </a:lnTo>
                  <a:close/>
                  <a:moveTo>
                    <a:pt x="1175849" y="744047"/>
                  </a:moveTo>
                  <a:lnTo>
                    <a:pt x="1253256" y="781842"/>
                  </a:lnTo>
                  <a:lnTo>
                    <a:pt x="1232796" y="73573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29" name="Output_density__4228">
              <a:extLst>
                <a:ext uri="{FF2B5EF4-FFF2-40B4-BE49-F238E27FC236}">
                  <a16:creationId xmlns:a16="http://schemas.microsoft.com/office/drawing/2014/main" id="{7586DB04-E709-CE11-7F8D-BA645F491C67}"/>
                </a:ext>
              </a:extLst>
            </p:cNvPr>
            <p:cNvSpPr>
              <a:spLocks noGrp="1"/>
            </p:cNvSpPr>
            <p:nvPr/>
          </p:nvSpPr>
          <p:spPr>
            <a:xfrm>
              <a:off x="15465781" y="2736969"/>
              <a:ext cx="1373884" cy="1765800"/>
            </a:xfrm>
            <a:custGeom>
              <a:avLst/>
              <a:gdLst/>
              <a:ahLst/>
              <a:cxnLst/>
              <a:rect l="0" t="0" r="0" b="0"/>
              <a:pathLst>
                <a:path w="1373884" h="1765800">
                  <a:moveTo>
                    <a:pt x="45760" y="1581233"/>
                  </a:moveTo>
                  <a:lnTo>
                    <a:pt x="3076" y="1584843"/>
                  </a:lnTo>
                  <a:lnTo>
                    <a:pt x="0" y="1584820"/>
                  </a:lnTo>
                  <a:close/>
                  <a:moveTo>
                    <a:pt x="797356" y="1751549"/>
                  </a:moveTo>
                  <a:lnTo>
                    <a:pt x="787654" y="1759106"/>
                  </a:lnTo>
                  <a:lnTo>
                    <a:pt x="804184" y="1765800"/>
                  </a:lnTo>
                  <a:close/>
                  <a:moveTo>
                    <a:pt x="296649" y="1184647"/>
                  </a:moveTo>
                  <a:lnTo>
                    <a:pt x="287597" y="1208741"/>
                  </a:lnTo>
                  <a:lnTo>
                    <a:pt x="335692" y="1157135"/>
                  </a:lnTo>
                  <a:close/>
                  <a:moveTo>
                    <a:pt x="797356" y="1751549"/>
                  </a:moveTo>
                  <a:lnTo>
                    <a:pt x="804184" y="1765800"/>
                  </a:lnTo>
                  <a:lnTo>
                    <a:pt x="822943" y="1756146"/>
                  </a:lnTo>
                  <a:close/>
                  <a:moveTo>
                    <a:pt x="830880" y="1751549"/>
                  </a:moveTo>
                  <a:lnTo>
                    <a:pt x="822943" y="1756146"/>
                  </a:lnTo>
                  <a:lnTo>
                    <a:pt x="804184" y="1765800"/>
                  </a:lnTo>
                  <a:close/>
                  <a:moveTo>
                    <a:pt x="830880" y="1751549"/>
                  </a:moveTo>
                  <a:lnTo>
                    <a:pt x="854381" y="1738790"/>
                  </a:lnTo>
                  <a:lnTo>
                    <a:pt x="822943" y="1756146"/>
                  </a:lnTo>
                  <a:close/>
                  <a:moveTo>
                    <a:pt x="830880" y="1751549"/>
                  </a:moveTo>
                  <a:lnTo>
                    <a:pt x="876100" y="1727455"/>
                  </a:lnTo>
                  <a:lnTo>
                    <a:pt x="854381" y="1738790"/>
                  </a:lnTo>
                  <a:close/>
                  <a:moveTo>
                    <a:pt x="117312" y="799797"/>
                  </a:moveTo>
                  <a:lnTo>
                    <a:pt x="121439" y="811667"/>
                  </a:lnTo>
                  <a:lnTo>
                    <a:pt x="131918" y="784389"/>
                  </a:lnTo>
                  <a:close/>
                  <a:moveTo>
                    <a:pt x="927895" y="1664290"/>
                  </a:moveTo>
                  <a:lnTo>
                    <a:pt x="945058" y="1664494"/>
                  </a:lnTo>
                  <a:lnTo>
                    <a:pt x="908014" y="1656627"/>
                  </a:lnTo>
                  <a:close/>
                  <a:moveTo>
                    <a:pt x="988024" y="1651825"/>
                  </a:moveTo>
                  <a:lnTo>
                    <a:pt x="966166" y="1672481"/>
                  </a:lnTo>
                  <a:lnTo>
                    <a:pt x="945058" y="1664494"/>
                  </a:lnTo>
                  <a:close/>
                  <a:moveTo>
                    <a:pt x="975614" y="1639652"/>
                  </a:moveTo>
                  <a:lnTo>
                    <a:pt x="966166" y="1672481"/>
                  </a:lnTo>
                  <a:lnTo>
                    <a:pt x="988024" y="1651825"/>
                  </a:lnTo>
                  <a:close/>
                  <a:moveTo>
                    <a:pt x="988406" y="1620732"/>
                  </a:moveTo>
                  <a:lnTo>
                    <a:pt x="988024" y="1651825"/>
                  </a:lnTo>
                  <a:lnTo>
                    <a:pt x="1005043" y="1643159"/>
                  </a:lnTo>
                  <a:close/>
                  <a:moveTo>
                    <a:pt x="988406" y="1620732"/>
                  </a:moveTo>
                  <a:lnTo>
                    <a:pt x="1005043" y="1643159"/>
                  </a:lnTo>
                  <a:lnTo>
                    <a:pt x="1030013" y="1601616"/>
                  </a:lnTo>
                  <a:close/>
                  <a:moveTo>
                    <a:pt x="433760" y="944415"/>
                  </a:moveTo>
                  <a:lnTo>
                    <a:pt x="398270" y="946624"/>
                  </a:lnTo>
                  <a:lnTo>
                    <a:pt x="471696" y="911575"/>
                  </a:lnTo>
                  <a:close/>
                  <a:moveTo>
                    <a:pt x="327932" y="751609"/>
                  </a:moveTo>
                  <a:lnTo>
                    <a:pt x="292854" y="766946"/>
                  </a:lnTo>
                  <a:lnTo>
                    <a:pt x="276842" y="761291"/>
                  </a:lnTo>
                  <a:close/>
                  <a:moveTo>
                    <a:pt x="1119860" y="1627964"/>
                  </a:moveTo>
                  <a:lnTo>
                    <a:pt x="1092801" y="1620345"/>
                  </a:lnTo>
                  <a:lnTo>
                    <a:pt x="1132473" y="1635346"/>
                  </a:lnTo>
                  <a:close/>
                  <a:moveTo>
                    <a:pt x="1163912" y="1617992"/>
                  </a:moveTo>
                  <a:lnTo>
                    <a:pt x="1119860" y="1627964"/>
                  </a:lnTo>
                  <a:lnTo>
                    <a:pt x="1132473" y="1635346"/>
                  </a:lnTo>
                  <a:close/>
                  <a:moveTo>
                    <a:pt x="1171294" y="1594515"/>
                  </a:moveTo>
                  <a:lnTo>
                    <a:pt x="1163865" y="1579543"/>
                  </a:lnTo>
                  <a:lnTo>
                    <a:pt x="1163912" y="1617992"/>
                  </a:lnTo>
                  <a:close/>
                  <a:moveTo>
                    <a:pt x="1171294" y="1594515"/>
                  </a:moveTo>
                  <a:lnTo>
                    <a:pt x="1163912" y="1617992"/>
                  </a:lnTo>
                  <a:lnTo>
                    <a:pt x="1179957" y="1603637"/>
                  </a:lnTo>
                  <a:close/>
                  <a:moveTo>
                    <a:pt x="1180478" y="1545029"/>
                  </a:moveTo>
                  <a:lnTo>
                    <a:pt x="1179957" y="1603637"/>
                  </a:lnTo>
                  <a:lnTo>
                    <a:pt x="1202931" y="1589198"/>
                  </a:lnTo>
                  <a:close/>
                  <a:moveTo>
                    <a:pt x="1263863" y="1547214"/>
                  </a:moveTo>
                  <a:lnTo>
                    <a:pt x="1231101" y="1559619"/>
                  </a:lnTo>
                  <a:lnTo>
                    <a:pt x="1306249" y="1531012"/>
                  </a:lnTo>
                  <a:close/>
                  <a:moveTo>
                    <a:pt x="1263863" y="1547214"/>
                  </a:moveTo>
                  <a:lnTo>
                    <a:pt x="1306249" y="1531012"/>
                  </a:lnTo>
                  <a:lnTo>
                    <a:pt x="1336662" y="1509820"/>
                  </a:lnTo>
                  <a:close/>
                  <a:moveTo>
                    <a:pt x="111041" y="31831"/>
                  </a:moveTo>
                  <a:lnTo>
                    <a:pt x="117036" y="9351"/>
                  </a:lnTo>
                  <a:lnTo>
                    <a:pt x="116530" y="0"/>
                  </a:lnTo>
                  <a:close/>
                  <a:moveTo>
                    <a:pt x="1355977" y="1428282"/>
                  </a:moveTo>
                  <a:lnTo>
                    <a:pt x="1373884" y="1404188"/>
                  </a:lnTo>
                  <a:lnTo>
                    <a:pt x="1351553" y="1479819"/>
                  </a:lnTo>
                  <a:close/>
                  <a:moveTo>
                    <a:pt x="1185728" y="892608"/>
                  </a:moveTo>
                  <a:lnTo>
                    <a:pt x="1186381" y="892603"/>
                  </a:lnTo>
                  <a:lnTo>
                    <a:pt x="1184400" y="892171"/>
                  </a:lnTo>
                  <a:close/>
                  <a:moveTo>
                    <a:pt x="1185728" y="892608"/>
                  </a:moveTo>
                  <a:lnTo>
                    <a:pt x="1184400" y="892171"/>
                  </a:lnTo>
                  <a:lnTo>
                    <a:pt x="1153512" y="904607"/>
                  </a:lnTo>
                  <a:close/>
                  <a:moveTo>
                    <a:pt x="1186755" y="892171"/>
                  </a:moveTo>
                  <a:lnTo>
                    <a:pt x="1185728" y="892608"/>
                  </a:lnTo>
                  <a:lnTo>
                    <a:pt x="1194600" y="840634"/>
                  </a:lnTo>
                  <a:close/>
                  <a:moveTo>
                    <a:pt x="1186755" y="892171"/>
                  </a:moveTo>
                  <a:lnTo>
                    <a:pt x="1186381" y="892603"/>
                  </a:lnTo>
                  <a:lnTo>
                    <a:pt x="1185728" y="892608"/>
                  </a:lnTo>
                  <a:close/>
                  <a:moveTo>
                    <a:pt x="1184400" y="892171"/>
                  </a:moveTo>
                  <a:lnTo>
                    <a:pt x="1186381" y="892603"/>
                  </a:lnTo>
                  <a:lnTo>
                    <a:pt x="1186726" y="891796"/>
                  </a:lnTo>
                  <a:close/>
                  <a:moveTo>
                    <a:pt x="1186726" y="891796"/>
                  </a:moveTo>
                  <a:lnTo>
                    <a:pt x="1186381" y="892603"/>
                  </a:lnTo>
                  <a:lnTo>
                    <a:pt x="1186755" y="892171"/>
                  </a:lnTo>
                  <a:close/>
                  <a:moveTo>
                    <a:pt x="1200052" y="808814"/>
                  </a:moveTo>
                  <a:lnTo>
                    <a:pt x="1194600" y="840634"/>
                  </a:lnTo>
                  <a:lnTo>
                    <a:pt x="1210562" y="808331"/>
                  </a:lnTo>
                  <a:close/>
                  <a:moveTo>
                    <a:pt x="1200052" y="808814"/>
                  </a:moveTo>
                  <a:lnTo>
                    <a:pt x="1210562" y="808331"/>
                  </a:lnTo>
                  <a:lnTo>
                    <a:pt x="1241946" y="790772"/>
                  </a:lnTo>
                  <a:close/>
                  <a:moveTo>
                    <a:pt x="835505" y="422737"/>
                  </a:moveTo>
                  <a:lnTo>
                    <a:pt x="866731" y="396190"/>
                  </a:lnTo>
                  <a:lnTo>
                    <a:pt x="848051" y="366126"/>
                  </a:lnTo>
                  <a:close/>
                  <a:moveTo>
                    <a:pt x="1259218" y="745359"/>
                  </a:moveTo>
                  <a:lnTo>
                    <a:pt x="1241946" y="790772"/>
                  </a:lnTo>
                  <a:lnTo>
                    <a:pt x="1257860" y="76500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30" name="Output_density__4229">
              <a:extLst>
                <a:ext uri="{FF2B5EF4-FFF2-40B4-BE49-F238E27FC236}">
                  <a16:creationId xmlns:a16="http://schemas.microsoft.com/office/drawing/2014/main" id="{EBCB505A-624F-88E1-4F8C-5C2171E34FDF}"/>
                </a:ext>
              </a:extLst>
            </p:cNvPr>
            <p:cNvSpPr>
              <a:spLocks noGrp="1"/>
            </p:cNvSpPr>
            <p:nvPr/>
          </p:nvSpPr>
          <p:spPr>
            <a:xfrm>
              <a:off x="15358134" y="2736416"/>
              <a:ext cx="1371510" cy="1894781"/>
            </a:xfrm>
            <a:custGeom>
              <a:avLst/>
              <a:gdLst/>
              <a:ahLst/>
              <a:cxnLst/>
              <a:rect l="0" t="0" r="0" b="0"/>
              <a:pathLst>
                <a:path w="1371510" h="1894781">
                  <a:moveTo>
                    <a:pt x="0" y="1536705"/>
                  </a:moveTo>
                  <a:lnTo>
                    <a:pt x="49435" y="1587446"/>
                  </a:lnTo>
                  <a:lnTo>
                    <a:pt x="2350" y="1541039"/>
                  </a:lnTo>
                  <a:close/>
                  <a:moveTo>
                    <a:pt x="31680" y="1511816"/>
                  </a:moveTo>
                  <a:lnTo>
                    <a:pt x="2350" y="1541039"/>
                  </a:lnTo>
                  <a:lnTo>
                    <a:pt x="49435" y="1587446"/>
                  </a:lnTo>
                  <a:close/>
                  <a:moveTo>
                    <a:pt x="550718" y="1894781"/>
                  </a:moveTo>
                  <a:lnTo>
                    <a:pt x="597506" y="1831983"/>
                  </a:lnTo>
                  <a:lnTo>
                    <a:pt x="555002" y="1828556"/>
                  </a:lnTo>
                  <a:close/>
                  <a:moveTo>
                    <a:pt x="325466" y="1471034"/>
                  </a:moveTo>
                  <a:lnTo>
                    <a:pt x="368816" y="1439534"/>
                  </a:lnTo>
                  <a:lnTo>
                    <a:pt x="334232" y="1454891"/>
                  </a:lnTo>
                  <a:close/>
                  <a:moveTo>
                    <a:pt x="334232" y="1454891"/>
                  </a:moveTo>
                  <a:lnTo>
                    <a:pt x="368816" y="1439534"/>
                  </a:lnTo>
                  <a:lnTo>
                    <a:pt x="347151" y="1417212"/>
                  </a:lnTo>
                  <a:close/>
                  <a:moveTo>
                    <a:pt x="368816" y="1439534"/>
                  </a:moveTo>
                  <a:lnTo>
                    <a:pt x="411174" y="1481907"/>
                  </a:lnTo>
                  <a:lnTo>
                    <a:pt x="412645" y="1429125"/>
                  </a:lnTo>
                  <a:close/>
                  <a:moveTo>
                    <a:pt x="350078" y="1379266"/>
                  </a:moveTo>
                  <a:lnTo>
                    <a:pt x="347151" y="1417212"/>
                  </a:lnTo>
                  <a:lnTo>
                    <a:pt x="389842" y="1363904"/>
                  </a:lnTo>
                  <a:close/>
                  <a:moveTo>
                    <a:pt x="347151" y="1417212"/>
                  </a:moveTo>
                  <a:lnTo>
                    <a:pt x="368816" y="1439534"/>
                  </a:lnTo>
                  <a:lnTo>
                    <a:pt x="389842" y="1363904"/>
                  </a:lnTo>
                  <a:close/>
                  <a:moveTo>
                    <a:pt x="389842" y="1363904"/>
                  </a:moveTo>
                  <a:lnTo>
                    <a:pt x="368816" y="1439534"/>
                  </a:lnTo>
                  <a:lnTo>
                    <a:pt x="422906" y="1390869"/>
                  </a:lnTo>
                  <a:close/>
                  <a:moveTo>
                    <a:pt x="422906" y="1390869"/>
                  </a:moveTo>
                  <a:lnTo>
                    <a:pt x="368816" y="1439534"/>
                  </a:lnTo>
                  <a:lnTo>
                    <a:pt x="412645" y="1429125"/>
                  </a:lnTo>
                  <a:close/>
                  <a:moveTo>
                    <a:pt x="412645" y="1429125"/>
                  </a:moveTo>
                  <a:lnTo>
                    <a:pt x="411174" y="1481907"/>
                  </a:lnTo>
                  <a:lnTo>
                    <a:pt x="429172" y="1439534"/>
                  </a:lnTo>
                  <a:close/>
                  <a:moveTo>
                    <a:pt x="534896" y="1280216"/>
                  </a:moveTo>
                  <a:lnTo>
                    <a:pt x="555479" y="1267383"/>
                  </a:lnTo>
                  <a:lnTo>
                    <a:pt x="549622" y="1264179"/>
                  </a:lnTo>
                  <a:close/>
                  <a:moveTo>
                    <a:pt x="534896" y="1280216"/>
                  </a:moveTo>
                  <a:lnTo>
                    <a:pt x="549622" y="1264179"/>
                  </a:lnTo>
                  <a:lnTo>
                    <a:pt x="535660" y="1216852"/>
                  </a:lnTo>
                  <a:close/>
                  <a:moveTo>
                    <a:pt x="361734" y="1181561"/>
                  </a:moveTo>
                  <a:lnTo>
                    <a:pt x="404238" y="1184988"/>
                  </a:lnTo>
                  <a:lnTo>
                    <a:pt x="419680" y="1109691"/>
                  </a:lnTo>
                  <a:close/>
                  <a:moveTo>
                    <a:pt x="419680" y="1109691"/>
                  </a:moveTo>
                  <a:lnTo>
                    <a:pt x="404296" y="1185200"/>
                  </a:lnTo>
                  <a:lnTo>
                    <a:pt x="474773" y="1140314"/>
                  </a:lnTo>
                  <a:close/>
                  <a:moveTo>
                    <a:pt x="258342" y="913920"/>
                  </a:moveTo>
                  <a:lnTo>
                    <a:pt x="265252" y="880981"/>
                  </a:lnTo>
                  <a:lnTo>
                    <a:pt x="267705" y="927517"/>
                  </a:lnTo>
                  <a:close/>
                  <a:moveTo>
                    <a:pt x="259682" y="954960"/>
                  </a:moveTo>
                  <a:lnTo>
                    <a:pt x="258342" y="913920"/>
                  </a:lnTo>
                  <a:lnTo>
                    <a:pt x="274492" y="963534"/>
                  </a:lnTo>
                  <a:close/>
                  <a:moveTo>
                    <a:pt x="937042" y="1728009"/>
                  </a:moveTo>
                  <a:lnTo>
                    <a:pt x="962028" y="1739344"/>
                  </a:lnTo>
                  <a:lnTo>
                    <a:pt x="981598" y="1709634"/>
                  </a:lnTo>
                  <a:close/>
                  <a:moveTo>
                    <a:pt x="555479" y="1267383"/>
                  </a:moveTo>
                  <a:lnTo>
                    <a:pt x="606317" y="1315716"/>
                  </a:lnTo>
                  <a:lnTo>
                    <a:pt x="618021" y="1240085"/>
                  </a:lnTo>
                  <a:close/>
                  <a:moveTo>
                    <a:pt x="535594" y="1212643"/>
                  </a:moveTo>
                  <a:lnTo>
                    <a:pt x="556264" y="1262844"/>
                  </a:lnTo>
                  <a:lnTo>
                    <a:pt x="548358" y="1206529"/>
                  </a:lnTo>
                  <a:close/>
                  <a:moveTo>
                    <a:pt x="528575" y="1137012"/>
                  </a:moveTo>
                  <a:lnTo>
                    <a:pt x="548358" y="1206529"/>
                  </a:lnTo>
                  <a:lnTo>
                    <a:pt x="566778" y="1174730"/>
                  </a:lnTo>
                  <a:close/>
                  <a:moveTo>
                    <a:pt x="535594" y="1212643"/>
                  </a:moveTo>
                  <a:lnTo>
                    <a:pt x="548358" y="1206529"/>
                  </a:lnTo>
                  <a:lnTo>
                    <a:pt x="528575" y="1137012"/>
                  </a:lnTo>
                  <a:close/>
                  <a:moveTo>
                    <a:pt x="494099" y="1161106"/>
                  </a:moveTo>
                  <a:lnTo>
                    <a:pt x="535594" y="1212643"/>
                  </a:lnTo>
                  <a:lnTo>
                    <a:pt x="528575" y="1137012"/>
                  </a:lnTo>
                  <a:close/>
                  <a:moveTo>
                    <a:pt x="548358" y="1206529"/>
                  </a:moveTo>
                  <a:lnTo>
                    <a:pt x="605776" y="1188549"/>
                  </a:lnTo>
                  <a:lnTo>
                    <a:pt x="566778" y="1174730"/>
                  </a:lnTo>
                  <a:close/>
                  <a:moveTo>
                    <a:pt x="1019370" y="1576747"/>
                  </a:moveTo>
                  <a:lnTo>
                    <a:pt x="1023570" y="1650750"/>
                  </a:lnTo>
                  <a:lnTo>
                    <a:pt x="1045500" y="1606955"/>
                  </a:lnTo>
                  <a:close/>
                  <a:moveTo>
                    <a:pt x="1016518" y="1652378"/>
                  </a:moveTo>
                  <a:lnTo>
                    <a:pt x="1023570" y="1650750"/>
                  </a:lnTo>
                  <a:lnTo>
                    <a:pt x="1019370" y="1576747"/>
                  </a:lnTo>
                  <a:close/>
                  <a:moveTo>
                    <a:pt x="973274" y="1511590"/>
                  </a:moveTo>
                  <a:lnTo>
                    <a:pt x="933575" y="1497704"/>
                  </a:lnTo>
                  <a:lnTo>
                    <a:pt x="988447" y="1525211"/>
                  </a:lnTo>
                  <a:close/>
                  <a:moveTo>
                    <a:pt x="874203" y="1445248"/>
                  </a:moveTo>
                  <a:lnTo>
                    <a:pt x="938994" y="1473674"/>
                  </a:lnTo>
                  <a:lnTo>
                    <a:pt x="906602" y="1436992"/>
                  </a:lnTo>
                  <a:close/>
                  <a:moveTo>
                    <a:pt x="874203" y="1445248"/>
                  </a:moveTo>
                  <a:lnTo>
                    <a:pt x="933575" y="1497704"/>
                  </a:lnTo>
                  <a:lnTo>
                    <a:pt x="938994" y="1473674"/>
                  </a:lnTo>
                  <a:close/>
                  <a:moveTo>
                    <a:pt x="718457" y="1291622"/>
                  </a:moveTo>
                  <a:lnTo>
                    <a:pt x="743764" y="1312421"/>
                  </a:lnTo>
                  <a:lnTo>
                    <a:pt x="750047" y="1281991"/>
                  </a:lnTo>
                  <a:close/>
                  <a:moveTo>
                    <a:pt x="734495" y="1277767"/>
                  </a:moveTo>
                  <a:lnTo>
                    <a:pt x="718457" y="1291622"/>
                  </a:lnTo>
                  <a:lnTo>
                    <a:pt x="750047" y="1281991"/>
                  </a:lnTo>
                  <a:close/>
                  <a:moveTo>
                    <a:pt x="743764" y="1312421"/>
                  </a:moveTo>
                  <a:lnTo>
                    <a:pt x="749099" y="1291622"/>
                  </a:lnTo>
                  <a:lnTo>
                    <a:pt x="750047" y="1281991"/>
                  </a:lnTo>
                  <a:close/>
                  <a:moveTo>
                    <a:pt x="750047" y="1281991"/>
                  </a:moveTo>
                  <a:lnTo>
                    <a:pt x="749099" y="1291622"/>
                  </a:lnTo>
                  <a:lnTo>
                    <a:pt x="734495" y="1277767"/>
                  </a:lnTo>
                  <a:close/>
                  <a:moveTo>
                    <a:pt x="638587" y="1233899"/>
                  </a:moveTo>
                  <a:lnTo>
                    <a:pt x="643575" y="1287187"/>
                  </a:lnTo>
                  <a:lnTo>
                    <a:pt x="648364" y="1240085"/>
                  </a:lnTo>
                  <a:close/>
                  <a:moveTo>
                    <a:pt x="638587" y="1233899"/>
                  </a:moveTo>
                  <a:lnTo>
                    <a:pt x="648364" y="1240085"/>
                  </a:lnTo>
                  <a:lnTo>
                    <a:pt x="672511" y="1181559"/>
                  </a:lnTo>
                  <a:close/>
                  <a:moveTo>
                    <a:pt x="615918" y="1126843"/>
                  </a:moveTo>
                  <a:lnTo>
                    <a:pt x="577295" y="1120261"/>
                  </a:lnTo>
                  <a:lnTo>
                    <a:pt x="621134" y="1185345"/>
                  </a:lnTo>
                  <a:close/>
                  <a:moveTo>
                    <a:pt x="621134" y="1185345"/>
                  </a:moveTo>
                  <a:lnTo>
                    <a:pt x="672511" y="1181559"/>
                  </a:lnTo>
                  <a:lnTo>
                    <a:pt x="615918" y="1126843"/>
                  </a:lnTo>
                  <a:close/>
                  <a:moveTo>
                    <a:pt x="627906" y="1137012"/>
                  </a:moveTo>
                  <a:lnTo>
                    <a:pt x="619036" y="1061565"/>
                  </a:lnTo>
                  <a:lnTo>
                    <a:pt x="615918" y="1126843"/>
                  </a:lnTo>
                  <a:close/>
                  <a:moveTo>
                    <a:pt x="619400" y="1061382"/>
                  </a:moveTo>
                  <a:lnTo>
                    <a:pt x="650785" y="1073736"/>
                  </a:lnTo>
                  <a:lnTo>
                    <a:pt x="675481" y="1096899"/>
                  </a:lnTo>
                  <a:close/>
                  <a:moveTo>
                    <a:pt x="564078" y="1068263"/>
                  </a:moveTo>
                  <a:lnTo>
                    <a:pt x="583527" y="1062674"/>
                  </a:lnTo>
                  <a:lnTo>
                    <a:pt x="533090" y="1048776"/>
                  </a:lnTo>
                  <a:close/>
                  <a:moveTo>
                    <a:pt x="564078" y="1068263"/>
                  </a:moveTo>
                  <a:lnTo>
                    <a:pt x="619036" y="1061565"/>
                  </a:lnTo>
                  <a:lnTo>
                    <a:pt x="583527" y="1062674"/>
                  </a:lnTo>
                  <a:close/>
                  <a:moveTo>
                    <a:pt x="938994" y="1473674"/>
                  </a:moveTo>
                  <a:lnTo>
                    <a:pt x="933575" y="1497704"/>
                  </a:lnTo>
                  <a:lnTo>
                    <a:pt x="973274" y="1511590"/>
                  </a:lnTo>
                  <a:close/>
                  <a:moveTo>
                    <a:pt x="894055" y="1422138"/>
                  </a:moveTo>
                  <a:lnTo>
                    <a:pt x="874203" y="1445248"/>
                  </a:lnTo>
                  <a:lnTo>
                    <a:pt x="906602" y="1436992"/>
                  </a:lnTo>
                  <a:close/>
                  <a:moveTo>
                    <a:pt x="894055" y="1422138"/>
                  </a:moveTo>
                  <a:lnTo>
                    <a:pt x="872605" y="1383804"/>
                  </a:lnTo>
                  <a:lnTo>
                    <a:pt x="874203" y="1445248"/>
                  </a:lnTo>
                  <a:close/>
                  <a:moveTo>
                    <a:pt x="1102682" y="1561674"/>
                  </a:moveTo>
                  <a:lnTo>
                    <a:pt x="1045500" y="1606955"/>
                  </a:lnTo>
                  <a:lnTo>
                    <a:pt x="1096053" y="1621285"/>
                  </a:lnTo>
                  <a:close/>
                  <a:moveTo>
                    <a:pt x="1142133" y="1552654"/>
                  </a:moveTo>
                  <a:lnTo>
                    <a:pt x="1158989" y="1616622"/>
                  </a:lnTo>
                  <a:lnTo>
                    <a:pt x="1156522" y="1604190"/>
                  </a:lnTo>
                  <a:close/>
                  <a:moveTo>
                    <a:pt x="1142133" y="1552654"/>
                  </a:moveTo>
                  <a:lnTo>
                    <a:pt x="1102682" y="1561674"/>
                  </a:lnTo>
                  <a:lnTo>
                    <a:pt x="1096053" y="1621285"/>
                  </a:lnTo>
                  <a:close/>
                  <a:moveTo>
                    <a:pt x="1142133" y="1552654"/>
                  </a:moveTo>
                  <a:lnTo>
                    <a:pt x="1148380" y="1507353"/>
                  </a:lnTo>
                  <a:lnTo>
                    <a:pt x="1102682" y="1561674"/>
                  </a:lnTo>
                  <a:close/>
                  <a:moveTo>
                    <a:pt x="1102682" y="1561674"/>
                  </a:moveTo>
                  <a:lnTo>
                    <a:pt x="1141781" y="1505126"/>
                  </a:lnTo>
                  <a:lnTo>
                    <a:pt x="1094266" y="1505772"/>
                  </a:lnTo>
                  <a:close/>
                  <a:moveTo>
                    <a:pt x="973274" y="1511590"/>
                  </a:moveTo>
                  <a:lnTo>
                    <a:pt x="1042531" y="1509850"/>
                  </a:lnTo>
                  <a:lnTo>
                    <a:pt x="1039980" y="1451417"/>
                  </a:lnTo>
                  <a:close/>
                  <a:moveTo>
                    <a:pt x="973274" y="1511590"/>
                  </a:moveTo>
                  <a:lnTo>
                    <a:pt x="1039980" y="1451417"/>
                  </a:lnTo>
                  <a:lnTo>
                    <a:pt x="993811" y="1453478"/>
                  </a:lnTo>
                  <a:close/>
                  <a:moveTo>
                    <a:pt x="1072259" y="1460921"/>
                  </a:moveTo>
                  <a:lnTo>
                    <a:pt x="1042531" y="1509850"/>
                  </a:lnTo>
                  <a:lnTo>
                    <a:pt x="1094266" y="1505772"/>
                  </a:lnTo>
                  <a:close/>
                  <a:moveTo>
                    <a:pt x="988826" y="1449580"/>
                  </a:moveTo>
                  <a:lnTo>
                    <a:pt x="938994" y="1473674"/>
                  </a:lnTo>
                  <a:lnTo>
                    <a:pt x="973274" y="1511590"/>
                  </a:lnTo>
                  <a:close/>
                  <a:moveTo>
                    <a:pt x="938994" y="1473674"/>
                  </a:moveTo>
                  <a:lnTo>
                    <a:pt x="988826" y="1449580"/>
                  </a:lnTo>
                  <a:lnTo>
                    <a:pt x="906602" y="1436992"/>
                  </a:lnTo>
                  <a:close/>
                  <a:moveTo>
                    <a:pt x="923108" y="1398044"/>
                  </a:moveTo>
                  <a:lnTo>
                    <a:pt x="894055" y="1422138"/>
                  </a:lnTo>
                  <a:lnTo>
                    <a:pt x="906602" y="1436992"/>
                  </a:lnTo>
                  <a:close/>
                  <a:moveTo>
                    <a:pt x="923108" y="1398044"/>
                  </a:moveTo>
                  <a:lnTo>
                    <a:pt x="857520" y="1370601"/>
                  </a:lnTo>
                  <a:lnTo>
                    <a:pt x="894055" y="1422138"/>
                  </a:lnTo>
                  <a:close/>
                  <a:moveTo>
                    <a:pt x="691738" y="1112918"/>
                  </a:moveTo>
                  <a:lnTo>
                    <a:pt x="742216" y="1100129"/>
                  </a:lnTo>
                  <a:lnTo>
                    <a:pt x="675481" y="1096899"/>
                  </a:lnTo>
                  <a:close/>
                  <a:moveTo>
                    <a:pt x="675481" y="1096899"/>
                  </a:moveTo>
                  <a:lnTo>
                    <a:pt x="742216" y="1100129"/>
                  </a:lnTo>
                  <a:lnTo>
                    <a:pt x="752632" y="1075776"/>
                  </a:lnTo>
                  <a:close/>
                  <a:moveTo>
                    <a:pt x="675481" y="1096899"/>
                  </a:moveTo>
                  <a:lnTo>
                    <a:pt x="752632" y="1075776"/>
                  </a:lnTo>
                  <a:lnTo>
                    <a:pt x="702774" y="1064046"/>
                  </a:lnTo>
                  <a:close/>
                  <a:moveTo>
                    <a:pt x="286493" y="640063"/>
                  </a:moveTo>
                  <a:lnTo>
                    <a:pt x="319105" y="637853"/>
                  </a:lnTo>
                  <a:lnTo>
                    <a:pt x="270553" y="631000"/>
                  </a:lnTo>
                  <a:close/>
                  <a:moveTo>
                    <a:pt x="1109395" y="1493473"/>
                  </a:moveTo>
                  <a:lnTo>
                    <a:pt x="1148380" y="1507353"/>
                  </a:lnTo>
                  <a:lnTo>
                    <a:pt x="1158186" y="1528560"/>
                  </a:lnTo>
                  <a:close/>
                  <a:moveTo>
                    <a:pt x="1158186" y="1528560"/>
                  </a:moveTo>
                  <a:lnTo>
                    <a:pt x="1148380" y="1507353"/>
                  </a:lnTo>
                  <a:lnTo>
                    <a:pt x="1142133" y="1552654"/>
                  </a:lnTo>
                  <a:close/>
                  <a:moveTo>
                    <a:pt x="1072791" y="1439193"/>
                  </a:moveTo>
                  <a:lnTo>
                    <a:pt x="1041164" y="1449580"/>
                  </a:lnTo>
                  <a:lnTo>
                    <a:pt x="1109395" y="1493473"/>
                  </a:lnTo>
                  <a:close/>
                  <a:moveTo>
                    <a:pt x="522231" y="778155"/>
                  </a:moveTo>
                  <a:lnTo>
                    <a:pt x="524535" y="779604"/>
                  </a:lnTo>
                  <a:lnTo>
                    <a:pt x="487689" y="783908"/>
                  </a:lnTo>
                  <a:close/>
                  <a:moveTo>
                    <a:pt x="434092" y="623294"/>
                  </a:moveTo>
                  <a:lnTo>
                    <a:pt x="352058" y="624995"/>
                  </a:lnTo>
                  <a:lnTo>
                    <a:pt x="351763" y="625055"/>
                  </a:lnTo>
                  <a:close/>
                  <a:moveTo>
                    <a:pt x="1288125" y="1545582"/>
                  </a:moveTo>
                  <a:lnTo>
                    <a:pt x="1331783" y="1504466"/>
                  </a:lnTo>
                  <a:lnTo>
                    <a:pt x="1292476" y="1521321"/>
                  </a:lnTo>
                  <a:close/>
                  <a:moveTo>
                    <a:pt x="1089844" y="1258396"/>
                  </a:moveTo>
                  <a:lnTo>
                    <a:pt x="1076599" y="1278751"/>
                  </a:lnTo>
                  <a:lnTo>
                    <a:pt x="1122361" y="1246783"/>
                  </a:lnTo>
                  <a:close/>
                  <a:moveTo>
                    <a:pt x="1122361" y="1246783"/>
                  </a:moveTo>
                  <a:lnTo>
                    <a:pt x="1124200" y="1322413"/>
                  </a:lnTo>
                  <a:lnTo>
                    <a:pt x="1164084" y="1298319"/>
                  </a:lnTo>
                  <a:close/>
                  <a:moveTo>
                    <a:pt x="1089844" y="1258396"/>
                  </a:moveTo>
                  <a:lnTo>
                    <a:pt x="1122361" y="1246783"/>
                  </a:lnTo>
                  <a:lnTo>
                    <a:pt x="1100677" y="1233877"/>
                  </a:lnTo>
                  <a:close/>
                  <a:moveTo>
                    <a:pt x="962496" y="1167803"/>
                  </a:moveTo>
                  <a:lnTo>
                    <a:pt x="1023703" y="1195246"/>
                  </a:lnTo>
                  <a:lnTo>
                    <a:pt x="990051" y="1143709"/>
                  </a:lnTo>
                  <a:close/>
                  <a:moveTo>
                    <a:pt x="956643" y="1102493"/>
                  </a:moveTo>
                  <a:lnTo>
                    <a:pt x="987967" y="1122052"/>
                  </a:lnTo>
                  <a:lnTo>
                    <a:pt x="990051" y="1143709"/>
                  </a:lnTo>
                  <a:close/>
                  <a:moveTo>
                    <a:pt x="990051" y="1143709"/>
                  </a:moveTo>
                  <a:lnTo>
                    <a:pt x="987967" y="1122052"/>
                  </a:lnTo>
                  <a:lnTo>
                    <a:pt x="962496" y="1167803"/>
                  </a:lnTo>
                  <a:close/>
                  <a:moveTo>
                    <a:pt x="990051" y="1143709"/>
                  </a:moveTo>
                  <a:lnTo>
                    <a:pt x="979112" y="1128716"/>
                  </a:lnTo>
                  <a:lnTo>
                    <a:pt x="956643" y="1102493"/>
                  </a:lnTo>
                  <a:close/>
                  <a:moveTo>
                    <a:pt x="951668" y="1092173"/>
                  </a:moveTo>
                  <a:lnTo>
                    <a:pt x="956643" y="1102493"/>
                  </a:lnTo>
                  <a:lnTo>
                    <a:pt x="979112" y="1128716"/>
                  </a:lnTo>
                  <a:close/>
                  <a:moveTo>
                    <a:pt x="1327241" y="1430314"/>
                  </a:moveTo>
                  <a:lnTo>
                    <a:pt x="1330390" y="1433806"/>
                  </a:lnTo>
                  <a:lnTo>
                    <a:pt x="1326248" y="1428835"/>
                  </a:lnTo>
                  <a:close/>
                  <a:moveTo>
                    <a:pt x="1356281" y="1480372"/>
                  </a:moveTo>
                  <a:lnTo>
                    <a:pt x="1331783" y="1504466"/>
                  </a:lnTo>
                  <a:lnTo>
                    <a:pt x="1371510" y="1547767"/>
                  </a:lnTo>
                  <a:close/>
                  <a:moveTo>
                    <a:pt x="1327241" y="1430314"/>
                  </a:moveTo>
                  <a:lnTo>
                    <a:pt x="1347122" y="1456586"/>
                  </a:lnTo>
                  <a:lnTo>
                    <a:pt x="1356281" y="1480372"/>
                  </a:lnTo>
                  <a:close/>
                  <a:moveTo>
                    <a:pt x="1356281" y="1480372"/>
                  </a:moveTo>
                  <a:lnTo>
                    <a:pt x="1330390" y="1433806"/>
                  </a:lnTo>
                  <a:lnTo>
                    <a:pt x="1327241" y="1430314"/>
                  </a:lnTo>
                  <a:close/>
                  <a:moveTo>
                    <a:pt x="1122361" y="1246783"/>
                  </a:moveTo>
                  <a:lnTo>
                    <a:pt x="1165060" y="1297972"/>
                  </a:lnTo>
                  <a:lnTo>
                    <a:pt x="1178653" y="1224178"/>
                  </a:lnTo>
                  <a:close/>
                  <a:moveTo>
                    <a:pt x="1165060" y="1297972"/>
                  </a:moveTo>
                  <a:lnTo>
                    <a:pt x="1218616" y="1292414"/>
                  </a:lnTo>
                  <a:lnTo>
                    <a:pt x="1178653" y="1224178"/>
                  </a:lnTo>
                  <a:close/>
                  <a:moveTo>
                    <a:pt x="1315601" y="1353205"/>
                  </a:moveTo>
                  <a:lnTo>
                    <a:pt x="1311708" y="1363959"/>
                  </a:lnTo>
                  <a:lnTo>
                    <a:pt x="1300594" y="1377299"/>
                  </a:lnTo>
                  <a:close/>
                  <a:moveTo>
                    <a:pt x="1183928" y="1100661"/>
                  </a:moveTo>
                  <a:lnTo>
                    <a:pt x="1107913" y="1126031"/>
                  </a:lnTo>
                  <a:lnTo>
                    <a:pt x="1140508" y="1113000"/>
                  </a:lnTo>
                  <a:close/>
                  <a:moveTo>
                    <a:pt x="1056246" y="1059500"/>
                  </a:moveTo>
                  <a:lnTo>
                    <a:pt x="1102324" y="1105134"/>
                  </a:lnTo>
                  <a:lnTo>
                    <a:pt x="1104582" y="1058186"/>
                  </a:lnTo>
                  <a:close/>
                  <a:moveTo>
                    <a:pt x="1056246" y="1059500"/>
                  </a:moveTo>
                  <a:lnTo>
                    <a:pt x="1083280" y="1033934"/>
                  </a:lnTo>
                  <a:lnTo>
                    <a:pt x="1032796" y="1019859"/>
                  </a:lnTo>
                  <a:close/>
                  <a:moveTo>
                    <a:pt x="1089774" y="1007481"/>
                  </a:moveTo>
                  <a:lnTo>
                    <a:pt x="1113373" y="1011546"/>
                  </a:lnTo>
                  <a:lnTo>
                    <a:pt x="1100772" y="992449"/>
                  </a:lnTo>
                  <a:close/>
                  <a:moveTo>
                    <a:pt x="1102324" y="1105134"/>
                  </a:moveTo>
                  <a:lnTo>
                    <a:pt x="1135036" y="1043985"/>
                  </a:lnTo>
                  <a:lnTo>
                    <a:pt x="1104582" y="1058186"/>
                  </a:lnTo>
                  <a:close/>
                  <a:moveTo>
                    <a:pt x="1143097" y="1082902"/>
                  </a:moveTo>
                  <a:lnTo>
                    <a:pt x="1180362" y="1087330"/>
                  </a:lnTo>
                  <a:lnTo>
                    <a:pt x="1102324" y="1105134"/>
                  </a:lnTo>
                  <a:close/>
                  <a:moveTo>
                    <a:pt x="1196760" y="1108861"/>
                  </a:moveTo>
                  <a:lnTo>
                    <a:pt x="1217076" y="1095522"/>
                  </a:lnTo>
                  <a:lnTo>
                    <a:pt x="1180362" y="1087330"/>
                  </a:lnTo>
                  <a:close/>
                  <a:moveTo>
                    <a:pt x="751695" y="532675"/>
                  </a:moveTo>
                  <a:lnTo>
                    <a:pt x="741400" y="536107"/>
                  </a:lnTo>
                  <a:lnTo>
                    <a:pt x="748272" y="528619"/>
                  </a:lnTo>
                  <a:close/>
                  <a:moveTo>
                    <a:pt x="371271" y="232665"/>
                  </a:moveTo>
                  <a:lnTo>
                    <a:pt x="398308" y="185924"/>
                  </a:lnTo>
                  <a:lnTo>
                    <a:pt x="357863" y="180822"/>
                  </a:lnTo>
                  <a:close/>
                  <a:moveTo>
                    <a:pt x="1100772" y="992449"/>
                  </a:moveTo>
                  <a:lnTo>
                    <a:pt x="1076374" y="955633"/>
                  </a:lnTo>
                  <a:lnTo>
                    <a:pt x="1089774" y="1007481"/>
                  </a:lnTo>
                  <a:close/>
                  <a:moveTo>
                    <a:pt x="1291416" y="1145725"/>
                  </a:moveTo>
                  <a:lnTo>
                    <a:pt x="1277113" y="1147058"/>
                  </a:lnTo>
                  <a:lnTo>
                    <a:pt x="1268389" y="1189207"/>
                  </a:lnTo>
                  <a:close/>
                  <a:moveTo>
                    <a:pt x="1320402" y="1184903"/>
                  </a:moveTo>
                  <a:lnTo>
                    <a:pt x="1291416" y="1145725"/>
                  </a:lnTo>
                  <a:lnTo>
                    <a:pt x="1268389" y="1189207"/>
                  </a:lnTo>
                  <a:close/>
                  <a:moveTo>
                    <a:pt x="1320402" y="1184903"/>
                  </a:moveTo>
                  <a:lnTo>
                    <a:pt x="1312659" y="1232615"/>
                  </a:lnTo>
                  <a:lnTo>
                    <a:pt x="1345585" y="1198595"/>
                  </a:lnTo>
                  <a:close/>
                  <a:moveTo>
                    <a:pt x="1291416" y="1145725"/>
                  </a:moveTo>
                  <a:lnTo>
                    <a:pt x="1320402" y="1184903"/>
                  </a:lnTo>
                  <a:lnTo>
                    <a:pt x="1345585" y="1198595"/>
                  </a:lnTo>
                  <a:close/>
                  <a:moveTo>
                    <a:pt x="1230960" y="1094150"/>
                  </a:moveTo>
                  <a:lnTo>
                    <a:pt x="1180362" y="1087330"/>
                  </a:lnTo>
                  <a:lnTo>
                    <a:pt x="1217076" y="1095522"/>
                  </a:lnTo>
                  <a:close/>
                  <a:moveTo>
                    <a:pt x="1193236" y="1024094"/>
                  </a:moveTo>
                  <a:lnTo>
                    <a:pt x="1180362" y="1087330"/>
                  </a:lnTo>
                  <a:lnTo>
                    <a:pt x="1230960" y="1094150"/>
                  </a:lnTo>
                  <a:close/>
                  <a:moveTo>
                    <a:pt x="1135036" y="1043985"/>
                  </a:moveTo>
                  <a:lnTo>
                    <a:pt x="1180362" y="1087330"/>
                  </a:lnTo>
                  <a:lnTo>
                    <a:pt x="1193236" y="1024094"/>
                  </a:lnTo>
                  <a:close/>
                  <a:moveTo>
                    <a:pt x="1135036" y="1043985"/>
                  </a:moveTo>
                  <a:lnTo>
                    <a:pt x="1193236" y="1024094"/>
                  </a:lnTo>
                  <a:lnTo>
                    <a:pt x="1113373" y="1011546"/>
                  </a:lnTo>
                  <a:close/>
                  <a:moveTo>
                    <a:pt x="1115417" y="968355"/>
                  </a:moveTo>
                  <a:lnTo>
                    <a:pt x="1100772" y="992449"/>
                  </a:lnTo>
                  <a:lnTo>
                    <a:pt x="1113373" y="1011546"/>
                  </a:lnTo>
                  <a:close/>
                  <a:moveTo>
                    <a:pt x="1115417" y="968355"/>
                  </a:moveTo>
                  <a:lnTo>
                    <a:pt x="1066377" y="940912"/>
                  </a:lnTo>
                  <a:lnTo>
                    <a:pt x="1100772" y="992449"/>
                  </a:lnTo>
                  <a:close/>
                  <a:moveTo>
                    <a:pt x="744084" y="504525"/>
                  </a:moveTo>
                  <a:lnTo>
                    <a:pt x="751695" y="532675"/>
                  </a:lnTo>
                  <a:lnTo>
                    <a:pt x="748272" y="528619"/>
                  </a:lnTo>
                  <a:close/>
                  <a:moveTo>
                    <a:pt x="772014" y="573961"/>
                  </a:moveTo>
                  <a:lnTo>
                    <a:pt x="751695" y="532675"/>
                  </a:lnTo>
                  <a:lnTo>
                    <a:pt x="721185" y="577302"/>
                  </a:lnTo>
                  <a:close/>
                  <a:moveTo>
                    <a:pt x="841578" y="559156"/>
                  </a:moveTo>
                  <a:lnTo>
                    <a:pt x="822044" y="621021"/>
                  </a:lnTo>
                  <a:lnTo>
                    <a:pt x="896972" y="591587"/>
                  </a:lnTo>
                  <a:close/>
                  <a:moveTo>
                    <a:pt x="744084" y="504525"/>
                  </a:moveTo>
                  <a:lnTo>
                    <a:pt x="748272" y="528619"/>
                  </a:lnTo>
                  <a:lnTo>
                    <a:pt x="721011" y="477083"/>
                  </a:lnTo>
                  <a:close/>
                  <a:moveTo>
                    <a:pt x="567576" y="195306"/>
                  </a:moveTo>
                  <a:lnTo>
                    <a:pt x="539858" y="146810"/>
                  </a:lnTo>
                  <a:lnTo>
                    <a:pt x="549022" y="164044"/>
                  </a:lnTo>
                  <a:close/>
                  <a:moveTo>
                    <a:pt x="402761" y="101452"/>
                  </a:moveTo>
                  <a:lnTo>
                    <a:pt x="446072" y="116327"/>
                  </a:lnTo>
                  <a:lnTo>
                    <a:pt x="446319" y="40696"/>
                  </a:lnTo>
                  <a:close/>
                  <a:moveTo>
                    <a:pt x="522234" y="98396"/>
                  </a:moveTo>
                  <a:lnTo>
                    <a:pt x="524401" y="71990"/>
                  </a:lnTo>
                  <a:lnTo>
                    <a:pt x="472508" y="52648"/>
                  </a:lnTo>
                  <a:close/>
                  <a:moveTo>
                    <a:pt x="338099" y="8662"/>
                  </a:moveTo>
                  <a:lnTo>
                    <a:pt x="413039" y="40696"/>
                  </a:lnTo>
                  <a:lnTo>
                    <a:pt x="419777" y="42983"/>
                  </a:lnTo>
                  <a:close/>
                  <a:moveTo>
                    <a:pt x="1061847" y="741232"/>
                  </a:moveTo>
                  <a:lnTo>
                    <a:pt x="1023744" y="716215"/>
                  </a:lnTo>
                  <a:lnTo>
                    <a:pt x="1011879" y="743873"/>
                  </a:lnTo>
                  <a:close/>
                  <a:moveTo>
                    <a:pt x="901747" y="481712"/>
                  </a:moveTo>
                  <a:lnTo>
                    <a:pt x="859722" y="428895"/>
                  </a:lnTo>
                  <a:lnTo>
                    <a:pt x="834362" y="435770"/>
                  </a:lnTo>
                  <a:close/>
                  <a:moveTo>
                    <a:pt x="769927" y="401452"/>
                  </a:moveTo>
                  <a:lnTo>
                    <a:pt x="834362" y="435770"/>
                  </a:lnTo>
                  <a:lnTo>
                    <a:pt x="785153" y="387970"/>
                  </a:lnTo>
                  <a:close/>
                  <a:moveTo>
                    <a:pt x="772684" y="385188"/>
                  </a:moveTo>
                  <a:lnTo>
                    <a:pt x="769927" y="401452"/>
                  </a:lnTo>
                  <a:lnTo>
                    <a:pt x="785153" y="387970"/>
                  </a:lnTo>
                  <a:close/>
                  <a:moveTo>
                    <a:pt x="795586" y="341808"/>
                  </a:moveTo>
                  <a:lnTo>
                    <a:pt x="769927" y="401452"/>
                  </a:lnTo>
                  <a:lnTo>
                    <a:pt x="772684" y="385188"/>
                  </a:lnTo>
                  <a:close/>
                  <a:moveTo>
                    <a:pt x="537630" y="195306"/>
                  </a:moveTo>
                  <a:lnTo>
                    <a:pt x="562560" y="214662"/>
                  </a:lnTo>
                  <a:lnTo>
                    <a:pt x="565202" y="188949"/>
                  </a:lnTo>
                  <a:close/>
                  <a:moveTo>
                    <a:pt x="549022" y="164044"/>
                  </a:moveTo>
                  <a:lnTo>
                    <a:pt x="537630" y="195306"/>
                  </a:lnTo>
                  <a:lnTo>
                    <a:pt x="565202" y="188949"/>
                  </a:lnTo>
                  <a:close/>
                  <a:moveTo>
                    <a:pt x="535407" y="24944"/>
                  </a:moveTo>
                  <a:lnTo>
                    <a:pt x="472508" y="52648"/>
                  </a:lnTo>
                  <a:lnTo>
                    <a:pt x="524401" y="71990"/>
                  </a:lnTo>
                  <a:close/>
                  <a:moveTo>
                    <a:pt x="483437" y="29211"/>
                  </a:moveTo>
                  <a:lnTo>
                    <a:pt x="472508" y="52648"/>
                  </a:lnTo>
                  <a:lnTo>
                    <a:pt x="535407" y="24944"/>
                  </a:lnTo>
                  <a:close/>
                  <a:moveTo>
                    <a:pt x="483437" y="29211"/>
                  </a:moveTo>
                  <a:lnTo>
                    <a:pt x="535407" y="24944"/>
                  </a:lnTo>
                  <a:lnTo>
                    <a:pt x="505146" y="0"/>
                  </a:lnTo>
                  <a:close/>
                  <a:moveTo>
                    <a:pt x="953311" y="477774"/>
                  </a:moveTo>
                  <a:lnTo>
                    <a:pt x="921773" y="480431"/>
                  </a:lnTo>
                  <a:lnTo>
                    <a:pt x="937685" y="515238"/>
                  </a:lnTo>
                  <a:close/>
                  <a:moveTo>
                    <a:pt x="901262" y="472730"/>
                  </a:moveTo>
                  <a:lnTo>
                    <a:pt x="870675" y="406247"/>
                  </a:lnTo>
                  <a:lnTo>
                    <a:pt x="859722" y="428895"/>
                  </a:lnTo>
                  <a:close/>
                  <a:moveTo>
                    <a:pt x="1267490" y="750737"/>
                  </a:moveTo>
                  <a:lnTo>
                    <a:pt x="1290885" y="817094"/>
                  </a:lnTo>
                  <a:lnTo>
                    <a:pt x="1329399" y="755600"/>
                  </a:lnTo>
                  <a:close/>
                  <a:moveTo>
                    <a:pt x="1329399" y="755600"/>
                  </a:moveTo>
                  <a:lnTo>
                    <a:pt x="1366865" y="745912"/>
                  </a:lnTo>
                  <a:lnTo>
                    <a:pt x="1331965" y="74146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31" name="Output_density__4230">
              <a:extLst>
                <a:ext uri="{FF2B5EF4-FFF2-40B4-BE49-F238E27FC236}">
                  <a16:creationId xmlns:a16="http://schemas.microsoft.com/office/drawing/2014/main" id="{852A08E2-A47E-6FD6-2D96-B4CC8FFE9069}"/>
                </a:ext>
              </a:extLst>
            </p:cNvPr>
            <p:cNvSpPr>
              <a:spLocks noGrp="1"/>
            </p:cNvSpPr>
            <p:nvPr/>
          </p:nvSpPr>
          <p:spPr>
            <a:xfrm>
              <a:off x="15358134" y="2677125"/>
              <a:ext cx="1465778" cy="1972063"/>
            </a:xfrm>
            <a:custGeom>
              <a:avLst/>
              <a:gdLst/>
              <a:ahLst/>
              <a:cxnLst/>
              <a:rect l="0" t="0" r="0" b="0"/>
              <a:pathLst>
                <a:path w="1465778" h="1972063">
                  <a:moveTo>
                    <a:pt x="0" y="1595996"/>
                  </a:moveTo>
                  <a:lnTo>
                    <a:pt x="56164" y="1651060"/>
                  </a:lnTo>
                  <a:lnTo>
                    <a:pt x="49435" y="1646737"/>
                  </a:lnTo>
                  <a:close/>
                  <a:moveTo>
                    <a:pt x="273903" y="1782015"/>
                  </a:moveTo>
                  <a:lnTo>
                    <a:pt x="316951" y="1841946"/>
                  </a:lnTo>
                  <a:lnTo>
                    <a:pt x="331701" y="1823435"/>
                  </a:lnTo>
                  <a:close/>
                  <a:moveTo>
                    <a:pt x="204766" y="1731700"/>
                  </a:moveTo>
                  <a:lnTo>
                    <a:pt x="199517" y="1725717"/>
                  </a:lnTo>
                  <a:lnTo>
                    <a:pt x="149126" y="1676210"/>
                  </a:lnTo>
                  <a:close/>
                  <a:moveTo>
                    <a:pt x="443922" y="1933434"/>
                  </a:moveTo>
                  <a:lnTo>
                    <a:pt x="414242" y="1926318"/>
                  </a:lnTo>
                  <a:lnTo>
                    <a:pt x="456713" y="1941480"/>
                  </a:lnTo>
                  <a:close/>
                  <a:moveTo>
                    <a:pt x="493785" y="1945187"/>
                  </a:moveTo>
                  <a:lnTo>
                    <a:pt x="443922" y="1933434"/>
                  </a:lnTo>
                  <a:lnTo>
                    <a:pt x="456713" y="1941480"/>
                  </a:lnTo>
                  <a:close/>
                  <a:moveTo>
                    <a:pt x="530942" y="1970150"/>
                  </a:moveTo>
                  <a:lnTo>
                    <a:pt x="525304" y="1959306"/>
                  </a:lnTo>
                  <a:lnTo>
                    <a:pt x="511612" y="1972063"/>
                  </a:lnTo>
                  <a:close/>
                  <a:moveTo>
                    <a:pt x="511612" y="1972063"/>
                  </a:moveTo>
                  <a:lnTo>
                    <a:pt x="525304" y="1959306"/>
                  </a:lnTo>
                  <a:lnTo>
                    <a:pt x="493785" y="1945187"/>
                  </a:lnTo>
                  <a:close/>
                  <a:moveTo>
                    <a:pt x="511612" y="1972063"/>
                  </a:moveTo>
                  <a:lnTo>
                    <a:pt x="493785" y="1945187"/>
                  </a:lnTo>
                  <a:lnTo>
                    <a:pt x="456713" y="1941480"/>
                  </a:lnTo>
                  <a:close/>
                  <a:moveTo>
                    <a:pt x="357841" y="1777253"/>
                  </a:moveTo>
                  <a:lnTo>
                    <a:pt x="352663" y="1766910"/>
                  </a:lnTo>
                  <a:lnTo>
                    <a:pt x="331701" y="1823435"/>
                  </a:lnTo>
                  <a:close/>
                  <a:moveTo>
                    <a:pt x="335411" y="1701623"/>
                  </a:moveTo>
                  <a:lnTo>
                    <a:pt x="353118" y="1753159"/>
                  </a:lnTo>
                  <a:lnTo>
                    <a:pt x="333203" y="1725717"/>
                  </a:lnTo>
                  <a:close/>
                  <a:moveTo>
                    <a:pt x="525304" y="1959306"/>
                  </a:moveTo>
                  <a:lnTo>
                    <a:pt x="530942" y="1970150"/>
                  </a:lnTo>
                  <a:lnTo>
                    <a:pt x="546571" y="1967868"/>
                  </a:lnTo>
                  <a:close/>
                  <a:moveTo>
                    <a:pt x="525304" y="1959306"/>
                  </a:moveTo>
                  <a:lnTo>
                    <a:pt x="546571" y="1967868"/>
                  </a:lnTo>
                  <a:lnTo>
                    <a:pt x="550718" y="1954072"/>
                  </a:lnTo>
                  <a:close/>
                  <a:moveTo>
                    <a:pt x="550718" y="1954072"/>
                  </a:moveTo>
                  <a:lnTo>
                    <a:pt x="493785" y="1945187"/>
                  </a:lnTo>
                  <a:lnTo>
                    <a:pt x="525304" y="1959306"/>
                  </a:lnTo>
                  <a:close/>
                  <a:moveTo>
                    <a:pt x="335438" y="1701430"/>
                  </a:moveTo>
                  <a:lnTo>
                    <a:pt x="353118" y="1753159"/>
                  </a:lnTo>
                  <a:lnTo>
                    <a:pt x="335411" y="1701623"/>
                  </a:lnTo>
                  <a:close/>
                  <a:moveTo>
                    <a:pt x="309428" y="1684594"/>
                  </a:moveTo>
                  <a:lnTo>
                    <a:pt x="335438" y="1701430"/>
                  </a:lnTo>
                  <a:lnTo>
                    <a:pt x="293412" y="1634872"/>
                  </a:lnTo>
                  <a:close/>
                  <a:moveTo>
                    <a:pt x="293746" y="1522919"/>
                  </a:moveTo>
                  <a:lnTo>
                    <a:pt x="334232" y="1514182"/>
                  </a:lnTo>
                  <a:lnTo>
                    <a:pt x="275890" y="1519645"/>
                  </a:lnTo>
                  <a:close/>
                  <a:moveTo>
                    <a:pt x="275890" y="1519645"/>
                  </a:moveTo>
                  <a:lnTo>
                    <a:pt x="347151" y="1476503"/>
                  </a:lnTo>
                  <a:lnTo>
                    <a:pt x="303498" y="1487966"/>
                  </a:lnTo>
                  <a:close/>
                  <a:moveTo>
                    <a:pt x="471738" y="1458060"/>
                  </a:moveTo>
                  <a:lnTo>
                    <a:pt x="412645" y="1488416"/>
                  </a:lnTo>
                  <a:lnTo>
                    <a:pt x="427445" y="1447288"/>
                  </a:lnTo>
                  <a:close/>
                  <a:moveTo>
                    <a:pt x="315502" y="1428684"/>
                  </a:moveTo>
                  <a:lnTo>
                    <a:pt x="350078" y="1438557"/>
                  </a:lnTo>
                  <a:lnTo>
                    <a:pt x="317381" y="1395752"/>
                  </a:lnTo>
                  <a:close/>
                  <a:moveTo>
                    <a:pt x="422906" y="1450160"/>
                  </a:moveTo>
                  <a:lnTo>
                    <a:pt x="471738" y="1458060"/>
                  </a:lnTo>
                  <a:lnTo>
                    <a:pt x="498813" y="1424388"/>
                  </a:lnTo>
                  <a:close/>
                  <a:moveTo>
                    <a:pt x="498813" y="1424388"/>
                  </a:moveTo>
                  <a:lnTo>
                    <a:pt x="471738" y="1458060"/>
                  </a:lnTo>
                  <a:lnTo>
                    <a:pt x="541835" y="1410564"/>
                  </a:lnTo>
                  <a:close/>
                  <a:moveTo>
                    <a:pt x="937042" y="1787300"/>
                  </a:moveTo>
                  <a:lnTo>
                    <a:pt x="930589" y="1815990"/>
                  </a:lnTo>
                  <a:lnTo>
                    <a:pt x="962028" y="1798634"/>
                  </a:lnTo>
                  <a:close/>
                  <a:moveTo>
                    <a:pt x="937042" y="1787300"/>
                  </a:moveTo>
                  <a:lnTo>
                    <a:pt x="905003" y="1811393"/>
                  </a:lnTo>
                  <a:lnTo>
                    <a:pt x="930589" y="1815990"/>
                  </a:lnTo>
                  <a:close/>
                  <a:moveTo>
                    <a:pt x="548739" y="1390995"/>
                  </a:moveTo>
                  <a:lnTo>
                    <a:pt x="498813" y="1424388"/>
                  </a:lnTo>
                  <a:lnTo>
                    <a:pt x="541835" y="1410564"/>
                  </a:lnTo>
                  <a:close/>
                  <a:moveTo>
                    <a:pt x="548739" y="1390995"/>
                  </a:moveTo>
                  <a:lnTo>
                    <a:pt x="511428" y="1383347"/>
                  </a:lnTo>
                  <a:lnTo>
                    <a:pt x="498813" y="1424388"/>
                  </a:lnTo>
                  <a:close/>
                  <a:moveTo>
                    <a:pt x="503717" y="1326873"/>
                  </a:moveTo>
                  <a:lnTo>
                    <a:pt x="548739" y="1390995"/>
                  </a:lnTo>
                  <a:lnTo>
                    <a:pt x="524527" y="1347564"/>
                  </a:lnTo>
                  <a:close/>
                  <a:moveTo>
                    <a:pt x="541835" y="1410564"/>
                  </a:moveTo>
                  <a:lnTo>
                    <a:pt x="556935" y="1399101"/>
                  </a:lnTo>
                  <a:lnTo>
                    <a:pt x="548739" y="1390995"/>
                  </a:lnTo>
                  <a:close/>
                  <a:moveTo>
                    <a:pt x="548739" y="1390995"/>
                  </a:moveTo>
                  <a:lnTo>
                    <a:pt x="556935" y="1399101"/>
                  </a:lnTo>
                  <a:lnTo>
                    <a:pt x="525835" y="1350741"/>
                  </a:lnTo>
                  <a:close/>
                  <a:moveTo>
                    <a:pt x="659775" y="1367267"/>
                  </a:moveTo>
                  <a:lnTo>
                    <a:pt x="629413" y="1375007"/>
                  </a:lnTo>
                  <a:lnTo>
                    <a:pt x="608434" y="1380446"/>
                  </a:lnTo>
                  <a:close/>
                  <a:moveTo>
                    <a:pt x="404296" y="1244491"/>
                  </a:moveTo>
                  <a:lnTo>
                    <a:pt x="404238" y="1244279"/>
                  </a:lnTo>
                  <a:lnTo>
                    <a:pt x="452048" y="1271934"/>
                  </a:lnTo>
                  <a:close/>
                  <a:moveTo>
                    <a:pt x="474773" y="1199605"/>
                  </a:moveTo>
                  <a:lnTo>
                    <a:pt x="404296" y="1244491"/>
                  </a:lnTo>
                  <a:lnTo>
                    <a:pt x="443339" y="1216979"/>
                  </a:lnTo>
                  <a:close/>
                  <a:moveTo>
                    <a:pt x="258342" y="973211"/>
                  </a:moveTo>
                  <a:lnTo>
                    <a:pt x="309311" y="1032500"/>
                  </a:lnTo>
                  <a:lnTo>
                    <a:pt x="274492" y="1022825"/>
                  </a:lnTo>
                  <a:close/>
                  <a:moveTo>
                    <a:pt x="274492" y="1022825"/>
                  </a:moveTo>
                  <a:lnTo>
                    <a:pt x="338794" y="1065787"/>
                  </a:lnTo>
                  <a:lnTo>
                    <a:pt x="290091" y="1033139"/>
                  </a:lnTo>
                  <a:close/>
                  <a:moveTo>
                    <a:pt x="981598" y="1768925"/>
                  </a:moveTo>
                  <a:lnTo>
                    <a:pt x="962028" y="1798634"/>
                  </a:lnTo>
                  <a:lnTo>
                    <a:pt x="983746" y="1787300"/>
                  </a:lnTo>
                  <a:close/>
                  <a:moveTo>
                    <a:pt x="643575" y="1346478"/>
                  </a:moveTo>
                  <a:lnTo>
                    <a:pt x="606317" y="1375007"/>
                  </a:lnTo>
                  <a:lnTo>
                    <a:pt x="640333" y="1354514"/>
                  </a:lnTo>
                  <a:close/>
                  <a:moveTo>
                    <a:pt x="640333" y="1354514"/>
                  </a:moveTo>
                  <a:lnTo>
                    <a:pt x="616497" y="1380137"/>
                  </a:lnTo>
                  <a:lnTo>
                    <a:pt x="629413" y="1375007"/>
                  </a:lnTo>
                  <a:close/>
                  <a:moveTo>
                    <a:pt x="629413" y="1375007"/>
                  </a:moveTo>
                  <a:lnTo>
                    <a:pt x="659775" y="1367267"/>
                  </a:lnTo>
                  <a:lnTo>
                    <a:pt x="640333" y="1354514"/>
                  </a:lnTo>
                  <a:close/>
                  <a:moveTo>
                    <a:pt x="1083260" y="1699497"/>
                  </a:moveTo>
                  <a:lnTo>
                    <a:pt x="1023570" y="1710041"/>
                  </a:lnTo>
                  <a:lnTo>
                    <a:pt x="1024799" y="1723750"/>
                  </a:lnTo>
                  <a:close/>
                  <a:moveTo>
                    <a:pt x="289233" y="760131"/>
                  </a:moveTo>
                  <a:lnTo>
                    <a:pt x="251225" y="835547"/>
                  </a:lnTo>
                  <a:lnTo>
                    <a:pt x="261108" y="789880"/>
                  </a:lnTo>
                  <a:close/>
                  <a:moveTo>
                    <a:pt x="344076" y="816007"/>
                  </a:moveTo>
                  <a:lnTo>
                    <a:pt x="345627" y="811453"/>
                  </a:lnTo>
                  <a:lnTo>
                    <a:pt x="316386" y="821878"/>
                  </a:lnTo>
                  <a:close/>
                  <a:moveTo>
                    <a:pt x="316386" y="821878"/>
                  </a:moveTo>
                  <a:lnTo>
                    <a:pt x="345627" y="811453"/>
                  </a:lnTo>
                  <a:lnTo>
                    <a:pt x="289233" y="760131"/>
                  </a:lnTo>
                  <a:close/>
                  <a:moveTo>
                    <a:pt x="316386" y="821878"/>
                  </a:moveTo>
                  <a:lnTo>
                    <a:pt x="289233" y="760131"/>
                  </a:lnTo>
                  <a:lnTo>
                    <a:pt x="261108" y="789880"/>
                  </a:lnTo>
                  <a:close/>
                  <a:moveTo>
                    <a:pt x="345627" y="811453"/>
                  </a:moveTo>
                  <a:lnTo>
                    <a:pt x="344076" y="816007"/>
                  </a:lnTo>
                  <a:lnTo>
                    <a:pt x="350509" y="814558"/>
                  </a:lnTo>
                  <a:close/>
                  <a:moveTo>
                    <a:pt x="400500" y="826790"/>
                  </a:moveTo>
                  <a:lnTo>
                    <a:pt x="350509" y="814558"/>
                  </a:lnTo>
                  <a:lnTo>
                    <a:pt x="344076" y="816007"/>
                  </a:lnTo>
                  <a:close/>
                  <a:moveTo>
                    <a:pt x="1041164" y="1508871"/>
                  </a:moveTo>
                  <a:lnTo>
                    <a:pt x="1039980" y="1510708"/>
                  </a:lnTo>
                  <a:lnTo>
                    <a:pt x="1072259" y="1520212"/>
                  </a:lnTo>
                  <a:close/>
                  <a:moveTo>
                    <a:pt x="1016197" y="1465064"/>
                  </a:moveTo>
                  <a:lnTo>
                    <a:pt x="1041164" y="1508871"/>
                  </a:lnTo>
                  <a:lnTo>
                    <a:pt x="1072259" y="1520212"/>
                  </a:lnTo>
                  <a:close/>
                  <a:moveTo>
                    <a:pt x="450752" y="805246"/>
                  </a:moveTo>
                  <a:lnTo>
                    <a:pt x="479962" y="814309"/>
                  </a:lnTo>
                  <a:lnTo>
                    <a:pt x="400500" y="826790"/>
                  </a:lnTo>
                  <a:close/>
                  <a:moveTo>
                    <a:pt x="400500" y="826790"/>
                  </a:moveTo>
                  <a:lnTo>
                    <a:pt x="479962" y="814309"/>
                  </a:lnTo>
                  <a:lnTo>
                    <a:pt x="431138" y="806440"/>
                  </a:lnTo>
                  <a:close/>
                  <a:moveTo>
                    <a:pt x="1156522" y="1663481"/>
                  </a:moveTo>
                  <a:lnTo>
                    <a:pt x="1158989" y="1675913"/>
                  </a:lnTo>
                  <a:lnTo>
                    <a:pt x="1183503" y="1697963"/>
                  </a:lnTo>
                  <a:close/>
                  <a:moveTo>
                    <a:pt x="1038995" y="1507024"/>
                  </a:moveTo>
                  <a:lnTo>
                    <a:pt x="1103282" y="1494991"/>
                  </a:lnTo>
                  <a:lnTo>
                    <a:pt x="1041164" y="1508871"/>
                  </a:lnTo>
                  <a:close/>
                  <a:moveTo>
                    <a:pt x="782992" y="1113679"/>
                  </a:moveTo>
                  <a:lnTo>
                    <a:pt x="702774" y="1123337"/>
                  </a:lnTo>
                  <a:lnTo>
                    <a:pt x="752632" y="1135067"/>
                  </a:lnTo>
                  <a:close/>
                  <a:moveTo>
                    <a:pt x="1288125" y="1604873"/>
                  </a:moveTo>
                  <a:lnTo>
                    <a:pt x="1292476" y="1580612"/>
                  </a:lnTo>
                  <a:lnTo>
                    <a:pt x="1271511" y="1639387"/>
                  </a:lnTo>
                  <a:close/>
                  <a:moveTo>
                    <a:pt x="1271511" y="1639387"/>
                  </a:moveTo>
                  <a:lnTo>
                    <a:pt x="1292476" y="1580612"/>
                  </a:lnTo>
                  <a:lnTo>
                    <a:pt x="1269790" y="1563757"/>
                  </a:lnTo>
                  <a:close/>
                  <a:moveTo>
                    <a:pt x="1271511" y="1639387"/>
                  </a:moveTo>
                  <a:lnTo>
                    <a:pt x="1269790" y="1563757"/>
                  </a:lnTo>
                  <a:lnTo>
                    <a:pt x="1300623" y="1615293"/>
                  </a:lnTo>
                  <a:close/>
                  <a:moveTo>
                    <a:pt x="1023703" y="1254537"/>
                  </a:moveTo>
                  <a:lnTo>
                    <a:pt x="1015936" y="1285913"/>
                  </a:lnTo>
                  <a:lnTo>
                    <a:pt x="1047467" y="1268900"/>
                  </a:lnTo>
                  <a:close/>
                  <a:moveTo>
                    <a:pt x="1023703" y="1254537"/>
                  </a:moveTo>
                  <a:lnTo>
                    <a:pt x="1002571" y="1278631"/>
                  </a:lnTo>
                  <a:lnTo>
                    <a:pt x="1015936" y="1285913"/>
                  </a:lnTo>
                  <a:close/>
                  <a:moveTo>
                    <a:pt x="893899" y="1112069"/>
                  </a:moveTo>
                  <a:lnTo>
                    <a:pt x="951668" y="1151464"/>
                  </a:lnTo>
                  <a:lnTo>
                    <a:pt x="915153" y="1123557"/>
                  </a:lnTo>
                  <a:close/>
                  <a:moveTo>
                    <a:pt x="1356281" y="1539663"/>
                  </a:moveTo>
                  <a:lnTo>
                    <a:pt x="1371510" y="1607058"/>
                  </a:lnTo>
                  <a:lnTo>
                    <a:pt x="1402027" y="1586259"/>
                  </a:lnTo>
                  <a:close/>
                  <a:moveTo>
                    <a:pt x="1210193" y="1295810"/>
                  </a:moveTo>
                  <a:lnTo>
                    <a:pt x="1229327" y="1289914"/>
                  </a:lnTo>
                  <a:lnTo>
                    <a:pt x="1186062" y="1281980"/>
                  </a:lnTo>
                  <a:close/>
                  <a:moveTo>
                    <a:pt x="1100677" y="1293167"/>
                  </a:moveTo>
                  <a:lnTo>
                    <a:pt x="1179869" y="1279677"/>
                  </a:lnTo>
                  <a:lnTo>
                    <a:pt x="1127422" y="1258265"/>
                  </a:lnTo>
                  <a:close/>
                  <a:moveTo>
                    <a:pt x="1178653" y="1283469"/>
                  </a:moveTo>
                  <a:lnTo>
                    <a:pt x="1212756" y="1230443"/>
                  </a:lnTo>
                  <a:lnTo>
                    <a:pt x="1179869" y="1279677"/>
                  </a:lnTo>
                  <a:close/>
                  <a:moveTo>
                    <a:pt x="1047467" y="1268900"/>
                  </a:moveTo>
                  <a:lnTo>
                    <a:pt x="1100677" y="1293167"/>
                  </a:lnTo>
                  <a:lnTo>
                    <a:pt x="1127422" y="1258265"/>
                  </a:lnTo>
                  <a:close/>
                  <a:moveTo>
                    <a:pt x="1104496" y="1180289"/>
                  </a:moveTo>
                  <a:lnTo>
                    <a:pt x="1129430" y="1198001"/>
                  </a:lnTo>
                  <a:lnTo>
                    <a:pt x="1102324" y="1164425"/>
                  </a:lnTo>
                  <a:close/>
                  <a:moveTo>
                    <a:pt x="192204" y="47855"/>
                  </a:moveTo>
                  <a:lnTo>
                    <a:pt x="196498" y="107107"/>
                  </a:lnTo>
                  <a:lnTo>
                    <a:pt x="224177" y="59844"/>
                  </a:lnTo>
                  <a:close/>
                  <a:moveTo>
                    <a:pt x="192204" y="47855"/>
                  </a:moveTo>
                  <a:lnTo>
                    <a:pt x="188574" y="18865"/>
                  </a:lnTo>
                  <a:lnTo>
                    <a:pt x="141975" y="19317"/>
                  </a:lnTo>
                  <a:close/>
                  <a:moveTo>
                    <a:pt x="133378" y="45101"/>
                  </a:moveTo>
                  <a:lnTo>
                    <a:pt x="143590" y="49395"/>
                  </a:lnTo>
                  <a:lnTo>
                    <a:pt x="141975" y="19317"/>
                  </a:lnTo>
                  <a:close/>
                  <a:moveTo>
                    <a:pt x="1447885" y="1515569"/>
                  </a:moveTo>
                  <a:lnTo>
                    <a:pt x="1457833" y="1522144"/>
                  </a:lnTo>
                  <a:lnTo>
                    <a:pt x="1462185" y="1501602"/>
                  </a:lnTo>
                  <a:close/>
                  <a:moveTo>
                    <a:pt x="1229327" y="1289914"/>
                  </a:moveTo>
                  <a:lnTo>
                    <a:pt x="1181870" y="1280854"/>
                  </a:lnTo>
                  <a:lnTo>
                    <a:pt x="1186062" y="1281980"/>
                  </a:lnTo>
                  <a:close/>
                  <a:moveTo>
                    <a:pt x="1216095" y="1280219"/>
                  </a:moveTo>
                  <a:lnTo>
                    <a:pt x="1181870" y="1280854"/>
                  </a:lnTo>
                  <a:lnTo>
                    <a:pt x="1229327" y="1289914"/>
                  </a:lnTo>
                  <a:close/>
                  <a:moveTo>
                    <a:pt x="1260019" y="1269770"/>
                  </a:moveTo>
                  <a:lnTo>
                    <a:pt x="1216095" y="1280219"/>
                  </a:lnTo>
                  <a:lnTo>
                    <a:pt x="1229327" y="1289914"/>
                  </a:lnTo>
                  <a:close/>
                  <a:moveTo>
                    <a:pt x="1237576" y="1206349"/>
                  </a:moveTo>
                  <a:lnTo>
                    <a:pt x="1248995" y="1228551"/>
                  </a:lnTo>
                  <a:lnTo>
                    <a:pt x="1181870" y="1280854"/>
                  </a:lnTo>
                  <a:close/>
                  <a:moveTo>
                    <a:pt x="1179869" y="1279677"/>
                  </a:moveTo>
                  <a:lnTo>
                    <a:pt x="1181870" y="1280854"/>
                  </a:lnTo>
                  <a:lnTo>
                    <a:pt x="1146664" y="1271493"/>
                  </a:lnTo>
                  <a:close/>
                  <a:moveTo>
                    <a:pt x="1235407" y="1154813"/>
                  </a:moveTo>
                  <a:lnTo>
                    <a:pt x="1232408" y="1166535"/>
                  </a:lnTo>
                  <a:lnTo>
                    <a:pt x="1222983" y="1159926"/>
                  </a:lnTo>
                  <a:close/>
                  <a:moveTo>
                    <a:pt x="1007797" y="1057454"/>
                  </a:moveTo>
                  <a:lnTo>
                    <a:pt x="1056246" y="1118791"/>
                  </a:lnTo>
                  <a:lnTo>
                    <a:pt x="1030738" y="1075834"/>
                  </a:lnTo>
                  <a:close/>
                  <a:moveTo>
                    <a:pt x="389863" y="189337"/>
                  </a:moveTo>
                  <a:lnTo>
                    <a:pt x="357863" y="240113"/>
                  </a:lnTo>
                  <a:lnTo>
                    <a:pt x="398308" y="245215"/>
                  </a:lnTo>
                  <a:close/>
                  <a:moveTo>
                    <a:pt x="188574" y="18865"/>
                  </a:moveTo>
                  <a:lnTo>
                    <a:pt x="231198" y="3553"/>
                  </a:lnTo>
                  <a:lnTo>
                    <a:pt x="266329" y="0"/>
                  </a:lnTo>
                  <a:close/>
                  <a:moveTo>
                    <a:pt x="1465778" y="1452942"/>
                  </a:moveTo>
                  <a:lnTo>
                    <a:pt x="1447885" y="1515569"/>
                  </a:lnTo>
                  <a:lnTo>
                    <a:pt x="1462185" y="1501602"/>
                  </a:lnTo>
                  <a:close/>
                  <a:moveTo>
                    <a:pt x="1447930" y="1404709"/>
                  </a:moveTo>
                  <a:lnTo>
                    <a:pt x="1427028" y="1446463"/>
                  </a:lnTo>
                  <a:lnTo>
                    <a:pt x="1465778" y="1452942"/>
                  </a:lnTo>
                  <a:close/>
                  <a:moveTo>
                    <a:pt x="1447930" y="1404709"/>
                  </a:moveTo>
                  <a:lnTo>
                    <a:pt x="1441646" y="1347075"/>
                  </a:lnTo>
                  <a:lnTo>
                    <a:pt x="1385274" y="1388719"/>
                  </a:lnTo>
                  <a:close/>
                  <a:moveTo>
                    <a:pt x="1232408" y="1166535"/>
                  </a:moveTo>
                  <a:lnTo>
                    <a:pt x="1235407" y="1154813"/>
                  </a:lnTo>
                  <a:lnTo>
                    <a:pt x="1230960" y="1153441"/>
                  </a:lnTo>
                  <a:close/>
                  <a:moveTo>
                    <a:pt x="1228874" y="1092394"/>
                  </a:moveTo>
                  <a:lnTo>
                    <a:pt x="1193236" y="1083385"/>
                  </a:lnTo>
                  <a:lnTo>
                    <a:pt x="1230960" y="1153441"/>
                  </a:lnTo>
                  <a:close/>
                  <a:moveTo>
                    <a:pt x="1228874" y="1092394"/>
                  </a:moveTo>
                  <a:lnTo>
                    <a:pt x="1230960" y="1153441"/>
                  </a:lnTo>
                  <a:lnTo>
                    <a:pt x="1235407" y="1154813"/>
                  </a:lnTo>
                  <a:close/>
                  <a:moveTo>
                    <a:pt x="1193236" y="1083385"/>
                  </a:moveTo>
                  <a:lnTo>
                    <a:pt x="1228874" y="1092394"/>
                  </a:lnTo>
                  <a:lnTo>
                    <a:pt x="1195516" y="1068379"/>
                  </a:lnTo>
                  <a:close/>
                  <a:moveTo>
                    <a:pt x="1228874" y="1092394"/>
                  </a:moveTo>
                  <a:lnTo>
                    <a:pt x="1237389" y="1050257"/>
                  </a:lnTo>
                  <a:lnTo>
                    <a:pt x="1195516" y="1068379"/>
                  </a:lnTo>
                  <a:close/>
                  <a:moveTo>
                    <a:pt x="822044" y="680312"/>
                  </a:moveTo>
                  <a:lnTo>
                    <a:pt x="870168" y="685565"/>
                  </a:lnTo>
                  <a:lnTo>
                    <a:pt x="896972" y="650878"/>
                  </a:lnTo>
                  <a:close/>
                  <a:moveTo>
                    <a:pt x="503854" y="260133"/>
                  </a:moveTo>
                  <a:lnTo>
                    <a:pt x="531779" y="330227"/>
                  </a:lnTo>
                  <a:lnTo>
                    <a:pt x="562560" y="273953"/>
                  </a:lnTo>
                  <a:close/>
                  <a:moveTo>
                    <a:pt x="1240979" y="1019810"/>
                  </a:moveTo>
                  <a:lnTo>
                    <a:pt x="1195516" y="1068379"/>
                  </a:lnTo>
                  <a:lnTo>
                    <a:pt x="1237389" y="1050257"/>
                  </a:lnTo>
                  <a:close/>
                  <a:moveTo>
                    <a:pt x="1240979" y="1019810"/>
                  </a:moveTo>
                  <a:lnTo>
                    <a:pt x="1210904" y="1006278"/>
                  </a:lnTo>
                  <a:lnTo>
                    <a:pt x="1195516" y="1068379"/>
                  </a:lnTo>
                  <a:close/>
                  <a:moveTo>
                    <a:pt x="1061847" y="800523"/>
                  </a:moveTo>
                  <a:lnTo>
                    <a:pt x="1061809" y="873036"/>
                  </a:lnTo>
                  <a:lnTo>
                    <a:pt x="1069759" y="821499"/>
                  </a:lnTo>
                  <a:close/>
                  <a:moveTo>
                    <a:pt x="1061847" y="800523"/>
                  </a:moveTo>
                  <a:lnTo>
                    <a:pt x="1062202" y="862977"/>
                  </a:lnTo>
                  <a:lnTo>
                    <a:pt x="1061809" y="873036"/>
                  </a:lnTo>
                  <a:close/>
                  <a:moveTo>
                    <a:pt x="1202637" y="887513"/>
                  </a:moveTo>
                  <a:lnTo>
                    <a:pt x="1233566" y="952015"/>
                  </a:lnTo>
                  <a:lnTo>
                    <a:pt x="1266318" y="888620"/>
                  </a:lnTo>
                  <a:close/>
                  <a:moveTo>
                    <a:pt x="1329399" y="814891"/>
                  </a:moveTo>
                  <a:lnTo>
                    <a:pt x="1290885" y="876385"/>
                  </a:lnTo>
                  <a:lnTo>
                    <a:pt x="1307698" y="868658"/>
                  </a:lnTo>
                  <a:close/>
                  <a:moveTo>
                    <a:pt x="1349593" y="850616"/>
                  </a:moveTo>
                  <a:lnTo>
                    <a:pt x="1366865" y="805203"/>
                  </a:lnTo>
                  <a:lnTo>
                    <a:pt x="1329399" y="814891"/>
                  </a:lnTo>
                  <a:close/>
                  <a:moveTo>
                    <a:pt x="1307698" y="868658"/>
                  </a:moveTo>
                  <a:lnTo>
                    <a:pt x="1349593" y="850616"/>
                  </a:lnTo>
                  <a:lnTo>
                    <a:pt x="1329399" y="814891"/>
                  </a:lnTo>
                  <a:close/>
                  <a:moveTo>
                    <a:pt x="957222" y="408399"/>
                  </a:moveTo>
                  <a:lnTo>
                    <a:pt x="949255" y="464092"/>
                  </a:lnTo>
                  <a:lnTo>
                    <a:pt x="955698" y="425970"/>
                  </a:lnTo>
                  <a:close/>
                  <a:moveTo>
                    <a:pt x="941209" y="446178"/>
                  </a:moveTo>
                  <a:lnTo>
                    <a:pt x="949255" y="464092"/>
                  </a:lnTo>
                  <a:lnTo>
                    <a:pt x="957222" y="408399"/>
                  </a:lnTo>
                  <a:close/>
                  <a:moveTo>
                    <a:pt x="919467" y="401111"/>
                  </a:moveTo>
                  <a:lnTo>
                    <a:pt x="941209" y="446178"/>
                  </a:lnTo>
                  <a:lnTo>
                    <a:pt x="957222" y="408399"/>
                  </a:lnTo>
                  <a:close/>
                  <a:moveTo>
                    <a:pt x="932442" y="336925"/>
                  </a:moveTo>
                  <a:lnTo>
                    <a:pt x="948925" y="400647"/>
                  </a:lnTo>
                  <a:lnTo>
                    <a:pt x="916524" y="361019"/>
                  </a:lnTo>
                  <a:close/>
                  <a:moveTo>
                    <a:pt x="919467" y="401111"/>
                  </a:moveTo>
                  <a:lnTo>
                    <a:pt x="948925" y="400647"/>
                  </a:lnTo>
                  <a:lnTo>
                    <a:pt x="932442" y="336925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32" name="Output_density__4231">
              <a:extLst>
                <a:ext uri="{FF2B5EF4-FFF2-40B4-BE49-F238E27FC236}">
                  <a16:creationId xmlns:a16="http://schemas.microsoft.com/office/drawing/2014/main" id="{7B00DB9F-F825-99AA-246B-F7F6A894DA0D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696443"/>
              <a:ext cx="1377113" cy="1952097"/>
            </a:xfrm>
            <a:custGeom>
              <a:avLst/>
              <a:gdLst/>
              <a:ahLst/>
              <a:cxnLst/>
              <a:rect l="0" t="0" r="0" b="0"/>
              <a:pathLst>
                <a:path w="1377113" h="1952097">
                  <a:moveTo>
                    <a:pt x="0" y="1599977"/>
                  </a:moveTo>
                  <a:lnTo>
                    <a:pt x="61768" y="1631743"/>
                  </a:lnTo>
                  <a:lnTo>
                    <a:pt x="5604" y="1576679"/>
                  </a:lnTo>
                  <a:close/>
                  <a:moveTo>
                    <a:pt x="255639" y="1782030"/>
                  </a:moveTo>
                  <a:lnTo>
                    <a:pt x="322554" y="1822628"/>
                  </a:lnTo>
                  <a:lnTo>
                    <a:pt x="279507" y="1762697"/>
                  </a:lnTo>
                  <a:close/>
                  <a:moveTo>
                    <a:pt x="272174" y="1762862"/>
                  </a:moveTo>
                  <a:lnTo>
                    <a:pt x="255639" y="1782030"/>
                  </a:lnTo>
                  <a:lnTo>
                    <a:pt x="279507" y="1762697"/>
                  </a:lnTo>
                  <a:close/>
                  <a:moveTo>
                    <a:pt x="210370" y="1712383"/>
                  </a:moveTo>
                  <a:lnTo>
                    <a:pt x="272895" y="1757936"/>
                  </a:lnTo>
                  <a:lnTo>
                    <a:pt x="223475" y="1727883"/>
                  </a:lnTo>
                  <a:close/>
                  <a:moveTo>
                    <a:pt x="210370" y="1712383"/>
                  </a:moveTo>
                  <a:lnTo>
                    <a:pt x="272174" y="1762862"/>
                  </a:lnTo>
                  <a:lnTo>
                    <a:pt x="272895" y="1757936"/>
                  </a:lnTo>
                  <a:close/>
                  <a:moveTo>
                    <a:pt x="216145" y="1730493"/>
                  </a:moveTo>
                  <a:lnTo>
                    <a:pt x="272174" y="1762862"/>
                  </a:lnTo>
                  <a:lnTo>
                    <a:pt x="210370" y="1712383"/>
                  </a:lnTo>
                  <a:close/>
                  <a:moveTo>
                    <a:pt x="272895" y="1757936"/>
                  </a:moveTo>
                  <a:lnTo>
                    <a:pt x="272174" y="1762862"/>
                  </a:lnTo>
                  <a:lnTo>
                    <a:pt x="279507" y="1762697"/>
                  </a:lnTo>
                  <a:close/>
                  <a:moveTo>
                    <a:pt x="205121" y="1706399"/>
                  </a:moveTo>
                  <a:lnTo>
                    <a:pt x="210370" y="1712383"/>
                  </a:lnTo>
                  <a:lnTo>
                    <a:pt x="223475" y="1727883"/>
                  </a:lnTo>
                  <a:close/>
                  <a:moveTo>
                    <a:pt x="272895" y="1757936"/>
                  </a:moveTo>
                  <a:lnTo>
                    <a:pt x="279507" y="1762697"/>
                  </a:lnTo>
                  <a:lnTo>
                    <a:pt x="281151" y="1755563"/>
                  </a:lnTo>
                  <a:close/>
                  <a:moveTo>
                    <a:pt x="272895" y="1757936"/>
                  </a:moveTo>
                  <a:lnTo>
                    <a:pt x="281151" y="1755563"/>
                  </a:lnTo>
                  <a:lnTo>
                    <a:pt x="223475" y="1727883"/>
                  </a:lnTo>
                  <a:close/>
                  <a:moveTo>
                    <a:pt x="223475" y="1727883"/>
                  </a:moveTo>
                  <a:lnTo>
                    <a:pt x="281151" y="1755563"/>
                  </a:lnTo>
                  <a:lnTo>
                    <a:pt x="303079" y="1715928"/>
                  </a:lnTo>
                  <a:close/>
                  <a:moveTo>
                    <a:pt x="279507" y="1762697"/>
                  </a:moveTo>
                  <a:lnTo>
                    <a:pt x="347261" y="1733842"/>
                  </a:lnTo>
                  <a:lnTo>
                    <a:pt x="281151" y="1755563"/>
                  </a:lnTo>
                  <a:close/>
                  <a:moveTo>
                    <a:pt x="358267" y="1747593"/>
                  </a:moveTo>
                  <a:lnTo>
                    <a:pt x="347261" y="1733842"/>
                  </a:lnTo>
                  <a:lnTo>
                    <a:pt x="279507" y="1762697"/>
                  </a:lnTo>
                  <a:close/>
                  <a:moveTo>
                    <a:pt x="337305" y="1804118"/>
                  </a:moveTo>
                  <a:lnTo>
                    <a:pt x="358267" y="1747593"/>
                  </a:lnTo>
                  <a:lnTo>
                    <a:pt x="279507" y="1762697"/>
                  </a:lnTo>
                  <a:close/>
                  <a:moveTo>
                    <a:pt x="281151" y="1755563"/>
                  </a:moveTo>
                  <a:lnTo>
                    <a:pt x="347261" y="1733842"/>
                  </a:lnTo>
                  <a:lnTo>
                    <a:pt x="303079" y="1715928"/>
                  </a:lnTo>
                  <a:close/>
                  <a:moveTo>
                    <a:pt x="363445" y="1757936"/>
                  </a:moveTo>
                  <a:lnTo>
                    <a:pt x="358722" y="1733842"/>
                  </a:lnTo>
                  <a:lnTo>
                    <a:pt x="358267" y="1747593"/>
                  </a:lnTo>
                  <a:close/>
                  <a:moveTo>
                    <a:pt x="164504" y="1551790"/>
                  </a:moveTo>
                  <a:lnTo>
                    <a:pt x="119213" y="1512738"/>
                  </a:lnTo>
                  <a:lnTo>
                    <a:pt x="175596" y="1527696"/>
                  </a:lnTo>
                  <a:close/>
                  <a:moveTo>
                    <a:pt x="517582" y="1865525"/>
                  </a:moveTo>
                  <a:lnTo>
                    <a:pt x="499389" y="1925870"/>
                  </a:lnTo>
                  <a:lnTo>
                    <a:pt x="556322" y="1934755"/>
                  </a:lnTo>
                  <a:close/>
                  <a:moveTo>
                    <a:pt x="560606" y="1868529"/>
                  </a:moveTo>
                  <a:lnTo>
                    <a:pt x="517582" y="1865525"/>
                  </a:lnTo>
                  <a:lnTo>
                    <a:pt x="556322" y="1934755"/>
                  </a:lnTo>
                  <a:close/>
                  <a:moveTo>
                    <a:pt x="605132" y="1933055"/>
                  </a:moveTo>
                  <a:lnTo>
                    <a:pt x="552175" y="1948551"/>
                  </a:lnTo>
                  <a:lnTo>
                    <a:pt x="599843" y="1952097"/>
                  </a:lnTo>
                  <a:close/>
                  <a:moveTo>
                    <a:pt x="605132" y="1933055"/>
                  </a:moveTo>
                  <a:lnTo>
                    <a:pt x="556322" y="1934755"/>
                  </a:lnTo>
                  <a:lnTo>
                    <a:pt x="552175" y="1948551"/>
                  </a:lnTo>
                  <a:close/>
                  <a:moveTo>
                    <a:pt x="556322" y="1934755"/>
                  </a:moveTo>
                  <a:lnTo>
                    <a:pt x="605132" y="1933055"/>
                  </a:lnTo>
                  <a:lnTo>
                    <a:pt x="603110" y="1871956"/>
                  </a:lnTo>
                  <a:close/>
                  <a:moveTo>
                    <a:pt x="560606" y="1868529"/>
                  </a:moveTo>
                  <a:lnTo>
                    <a:pt x="524340" y="1844481"/>
                  </a:lnTo>
                  <a:lnTo>
                    <a:pt x="486383" y="1828146"/>
                  </a:lnTo>
                  <a:close/>
                  <a:moveTo>
                    <a:pt x="517582" y="1865525"/>
                  </a:moveTo>
                  <a:lnTo>
                    <a:pt x="560606" y="1868529"/>
                  </a:lnTo>
                  <a:lnTo>
                    <a:pt x="486383" y="1828146"/>
                  </a:lnTo>
                  <a:close/>
                  <a:moveTo>
                    <a:pt x="347261" y="1733842"/>
                  </a:moveTo>
                  <a:lnTo>
                    <a:pt x="358267" y="1747593"/>
                  </a:lnTo>
                  <a:lnTo>
                    <a:pt x="357619" y="1731379"/>
                  </a:lnTo>
                  <a:close/>
                  <a:moveTo>
                    <a:pt x="357619" y="1731379"/>
                  </a:moveTo>
                  <a:lnTo>
                    <a:pt x="303079" y="1715928"/>
                  </a:lnTo>
                  <a:lnTo>
                    <a:pt x="347261" y="1733842"/>
                  </a:lnTo>
                  <a:close/>
                  <a:moveTo>
                    <a:pt x="341042" y="1682112"/>
                  </a:moveTo>
                  <a:lnTo>
                    <a:pt x="315032" y="1665277"/>
                  </a:lnTo>
                  <a:lnTo>
                    <a:pt x="357619" y="1731379"/>
                  </a:lnTo>
                  <a:close/>
                  <a:moveTo>
                    <a:pt x="357619" y="1731379"/>
                  </a:moveTo>
                  <a:lnTo>
                    <a:pt x="358267" y="1747593"/>
                  </a:lnTo>
                  <a:lnTo>
                    <a:pt x="358722" y="1733842"/>
                  </a:lnTo>
                  <a:close/>
                  <a:moveTo>
                    <a:pt x="341042" y="1682112"/>
                  </a:moveTo>
                  <a:lnTo>
                    <a:pt x="357619" y="1731379"/>
                  </a:lnTo>
                  <a:lnTo>
                    <a:pt x="358722" y="1733842"/>
                  </a:lnTo>
                  <a:close/>
                  <a:moveTo>
                    <a:pt x="299350" y="1503602"/>
                  </a:moveTo>
                  <a:lnTo>
                    <a:pt x="320223" y="1510810"/>
                  </a:lnTo>
                  <a:lnTo>
                    <a:pt x="331070" y="1511008"/>
                  </a:lnTo>
                  <a:close/>
                  <a:moveTo>
                    <a:pt x="388803" y="1552185"/>
                  </a:moveTo>
                  <a:lnTo>
                    <a:pt x="398591" y="1555138"/>
                  </a:lnTo>
                  <a:lnTo>
                    <a:pt x="416778" y="1521881"/>
                  </a:lnTo>
                  <a:close/>
                  <a:moveTo>
                    <a:pt x="299350" y="1503602"/>
                  </a:moveTo>
                  <a:lnTo>
                    <a:pt x="331070" y="1511008"/>
                  </a:lnTo>
                  <a:lnTo>
                    <a:pt x="339836" y="1494865"/>
                  </a:lnTo>
                  <a:close/>
                  <a:moveTo>
                    <a:pt x="281494" y="1500327"/>
                  </a:moveTo>
                  <a:lnTo>
                    <a:pt x="339836" y="1494865"/>
                  </a:lnTo>
                  <a:lnTo>
                    <a:pt x="352755" y="1457185"/>
                  </a:lnTo>
                  <a:close/>
                  <a:moveTo>
                    <a:pt x="416778" y="1521881"/>
                  </a:moveTo>
                  <a:lnTo>
                    <a:pt x="374420" y="1479508"/>
                  </a:lnTo>
                  <a:lnTo>
                    <a:pt x="331070" y="1511008"/>
                  </a:lnTo>
                  <a:close/>
                  <a:moveTo>
                    <a:pt x="388803" y="1552185"/>
                  </a:moveTo>
                  <a:lnTo>
                    <a:pt x="416778" y="1521881"/>
                  </a:lnTo>
                  <a:lnTo>
                    <a:pt x="331070" y="1511008"/>
                  </a:lnTo>
                  <a:close/>
                  <a:moveTo>
                    <a:pt x="428510" y="1430842"/>
                  </a:moveTo>
                  <a:lnTo>
                    <a:pt x="418248" y="1469099"/>
                  </a:lnTo>
                  <a:lnTo>
                    <a:pt x="477342" y="1438743"/>
                  </a:lnTo>
                  <a:close/>
                  <a:moveTo>
                    <a:pt x="355682" y="1419239"/>
                  </a:moveTo>
                  <a:lnTo>
                    <a:pt x="309102" y="1468648"/>
                  </a:lnTo>
                  <a:lnTo>
                    <a:pt x="352755" y="1457185"/>
                  </a:lnTo>
                  <a:close/>
                  <a:moveTo>
                    <a:pt x="395446" y="1403877"/>
                  </a:moveTo>
                  <a:lnTo>
                    <a:pt x="335825" y="1393885"/>
                  </a:lnTo>
                  <a:lnTo>
                    <a:pt x="355682" y="1419239"/>
                  </a:lnTo>
                  <a:close/>
                  <a:moveTo>
                    <a:pt x="517032" y="1364029"/>
                  </a:moveTo>
                  <a:lnTo>
                    <a:pt x="554343" y="1371678"/>
                  </a:lnTo>
                  <a:lnTo>
                    <a:pt x="509321" y="1307555"/>
                  </a:lnTo>
                  <a:close/>
                  <a:moveTo>
                    <a:pt x="614038" y="1361129"/>
                  </a:moveTo>
                  <a:lnTo>
                    <a:pt x="611921" y="1355689"/>
                  </a:lnTo>
                  <a:lnTo>
                    <a:pt x="561083" y="1307356"/>
                  </a:lnTo>
                  <a:close/>
                  <a:moveTo>
                    <a:pt x="540499" y="1320189"/>
                  </a:moveTo>
                  <a:lnTo>
                    <a:pt x="614038" y="1361129"/>
                  </a:lnTo>
                  <a:lnTo>
                    <a:pt x="561083" y="1307356"/>
                  </a:lnTo>
                  <a:close/>
                  <a:moveTo>
                    <a:pt x="509321" y="1307555"/>
                  </a:moveTo>
                  <a:lnTo>
                    <a:pt x="476172" y="1299469"/>
                  </a:lnTo>
                  <a:lnTo>
                    <a:pt x="501479" y="1304153"/>
                  </a:lnTo>
                  <a:close/>
                  <a:moveTo>
                    <a:pt x="409842" y="1224962"/>
                  </a:moveTo>
                  <a:lnTo>
                    <a:pt x="409900" y="1225174"/>
                  </a:lnTo>
                  <a:lnTo>
                    <a:pt x="425284" y="1149665"/>
                  </a:lnTo>
                  <a:close/>
                  <a:moveTo>
                    <a:pt x="499703" y="1201080"/>
                  </a:moveTo>
                  <a:lnTo>
                    <a:pt x="480377" y="1180288"/>
                  </a:lnTo>
                  <a:lnTo>
                    <a:pt x="510356" y="1219210"/>
                  </a:lnTo>
                  <a:close/>
                  <a:moveTo>
                    <a:pt x="541198" y="1252616"/>
                  </a:moveTo>
                  <a:lnTo>
                    <a:pt x="499703" y="1201080"/>
                  </a:lnTo>
                  <a:lnTo>
                    <a:pt x="510356" y="1219210"/>
                  </a:lnTo>
                  <a:close/>
                  <a:moveTo>
                    <a:pt x="265286" y="994933"/>
                  </a:moveTo>
                  <a:lnTo>
                    <a:pt x="280096" y="1003508"/>
                  </a:lnTo>
                  <a:lnTo>
                    <a:pt x="295695" y="1013822"/>
                  </a:lnTo>
                  <a:close/>
                  <a:moveTo>
                    <a:pt x="987202" y="1749608"/>
                  </a:moveTo>
                  <a:lnTo>
                    <a:pt x="989350" y="1767982"/>
                  </a:lnTo>
                  <a:lnTo>
                    <a:pt x="957442" y="1741217"/>
                  </a:lnTo>
                  <a:close/>
                  <a:moveTo>
                    <a:pt x="1021265" y="1697154"/>
                  </a:moveTo>
                  <a:lnTo>
                    <a:pt x="1030403" y="1704433"/>
                  </a:lnTo>
                  <a:lnTo>
                    <a:pt x="1022122" y="1692352"/>
                  </a:lnTo>
                  <a:close/>
                  <a:moveTo>
                    <a:pt x="623625" y="1280059"/>
                  </a:moveTo>
                  <a:lnTo>
                    <a:pt x="611921" y="1355689"/>
                  </a:lnTo>
                  <a:lnTo>
                    <a:pt x="649179" y="1327160"/>
                  </a:lnTo>
                  <a:close/>
                  <a:moveTo>
                    <a:pt x="649179" y="1327160"/>
                  </a:moveTo>
                  <a:lnTo>
                    <a:pt x="677468" y="1284801"/>
                  </a:lnTo>
                  <a:lnTo>
                    <a:pt x="653968" y="1280059"/>
                  </a:lnTo>
                  <a:close/>
                  <a:moveTo>
                    <a:pt x="649179" y="1327160"/>
                  </a:moveTo>
                  <a:lnTo>
                    <a:pt x="665379" y="1347950"/>
                  </a:lnTo>
                  <a:lnTo>
                    <a:pt x="677468" y="1284801"/>
                  </a:lnTo>
                  <a:close/>
                  <a:moveTo>
                    <a:pt x="645937" y="1335196"/>
                  </a:moveTo>
                  <a:lnTo>
                    <a:pt x="665379" y="1347950"/>
                  </a:lnTo>
                  <a:lnTo>
                    <a:pt x="649179" y="1327160"/>
                  </a:lnTo>
                  <a:close/>
                  <a:moveTo>
                    <a:pt x="653968" y="1280059"/>
                  </a:moveTo>
                  <a:lnTo>
                    <a:pt x="677468" y="1284801"/>
                  </a:lnTo>
                  <a:lnTo>
                    <a:pt x="675490" y="1250855"/>
                  </a:lnTo>
                  <a:close/>
                  <a:moveTo>
                    <a:pt x="1022122" y="1692352"/>
                  </a:moveTo>
                  <a:lnTo>
                    <a:pt x="1030403" y="1704433"/>
                  </a:lnTo>
                  <a:lnTo>
                    <a:pt x="1029174" y="1690724"/>
                  </a:lnTo>
                  <a:close/>
                  <a:moveTo>
                    <a:pt x="1029174" y="1690724"/>
                  </a:moveTo>
                  <a:lnTo>
                    <a:pt x="1088864" y="1680179"/>
                  </a:lnTo>
                  <a:lnTo>
                    <a:pt x="1051104" y="1646928"/>
                  </a:lnTo>
                  <a:close/>
                  <a:moveTo>
                    <a:pt x="1088864" y="1680179"/>
                  </a:moveTo>
                  <a:lnTo>
                    <a:pt x="1101657" y="1661259"/>
                  </a:lnTo>
                  <a:lnTo>
                    <a:pt x="1051104" y="1646928"/>
                  </a:lnTo>
                  <a:close/>
                  <a:moveTo>
                    <a:pt x="678115" y="1221532"/>
                  </a:moveTo>
                  <a:lnTo>
                    <a:pt x="653968" y="1280059"/>
                  </a:lnTo>
                  <a:lnTo>
                    <a:pt x="675490" y="1250855"/>
                  </a:lnTo>
                  <a:close/>
                  <a:moveTo>
                    <a:pt x="678115" y="1221532"/>
                  </a:moveTo>
                  <a:lnTo>
                    <a:pt x="662842" y="1203566"/>
                  </a:lnTo>
                  <a:lnTo>
                    <a:pt x="621522" y="1166816"/>
                  </a:lnTo>
                  <a:close/>
                  <a:moveTo>
                    <a:pt x="899659" y="1462111"/>
                  </a:moveTo>
                  <a:lnTo>
                    <a:pt x="863124" y="1410575"/>
                  </a:lnTo>
                  <a:lnTo>
                    <a:pt x="878208" y="1423778"/>
                  </a:lnTo>
                  <a:close/>
                  <a:moveTo>
                    <a:pt x="1101657" y="1661259"/>
                  </a:moveTo>
                  <a:lnTo>
                    <a:pt x="1164593" y="1656596"/>
                  </a:lnTo>
                  <a:lnTo>
                    <a:pt x="1147737" y="1592627"/>
                  </a:lnTo>
                  <a:close/>
                  <a:moveTo>
                    <a:pt x="1077863" y="1500894"/>
                  </a:moveTo>
                  <a:lnTo>
                    <a:pt x="1045584" y="1491391"/>
                  </a:lnTo>
                  <a:lnTo>
                    <a:pt x="1048135" y="1549824"/>
                  </a:lnTo>
                  <a:close/>
                  <a:moveTo>
                    <a:pt x="1044598" y="1487707"/>
                  </a:moveTo>
                  <a:lnTo>
                    <a:pt x="1046768" y="1489554"/>
                  </a:lnTo>
                  <a:lnTo>
                    <a:pt x="1021801" y="1445747"/>
                  </a:lnTo>
                  <a:close/>
                  <a:moveTo>
                    <a:pt x="1044598" y="1487707"/>
                  </a:moveTo>
                  <a:lnTo>
                    <a:pt x="1021801" y="1445747"/>
                  </a:lnTo>
                  <a:lnTo>
                    <a:pt x="1014315" y="1438017"/>
                  </a:lnTo>
                  <a:close/>
                  <a:moveTo>
                    <a:pt x="863124" y="1410575"/>
                  </a:moveTo>
                  <a:lnTo>
                    <a:pt x="868056" y="1394049"/>
                  </a:lnTo>
                  <a:lnTo>
                    <a:pt x="835438" y="1357824"/>
                  </a:lnTo>
                  <a:close/>
                  <a:moveTo>
                    <a:pt x="697342" y="1152892"/>
                  </a:moveTo>
                  <a:lnTo>
                    <a:pt x="744634" y="1199793"/>
                  </a:lnTo>
                  <a:lnTo>
                    <a:pt x="747820" y="1140102"/>
                  </a:lnTo>
                  <a:close/>
                  <a:moveTo>
                    <a:pt x="747820" y="1140102"/>
                  </a:moveTo>
                  <a:lnTo>
                    <a:pt x="804983" y="1131613"/>
                  </a:lnTo>
                  <a:lnTo>
                    <a:pt x="758236" y="1115750"/>
                  </a:lnTo>
                  <a:close/>
                  <a:moveTo>
                    <a:pt x="804983" y="1131613"/>
                  </a:moveTo>
                  <a:lnTo>
                    <a:pt x="806474" y="1121429"/>
                  </a:lnTo>
                  <a:lnTo>
                    <a:pt x="758236" y="1115750"/>
                  </a:lnTo>
                  <a:close/>
                  <a:moveTo>
                    <a:pt x="1044598" y="1487707"/>
                  </a:moveTo>
                  <a:lnTo>
                    <a:pt x="1014315" y="1438017"/>
                  </a:lnTo>
                  <a:lnTo>
                    <a:pt x="1071911" y="1454922"/>
                  </a:lnTo>
                  <a:close/>
                  <a:moveTo>
                    <a:pt x="1071911" y="1454922"/>
                  </a:moveTo>
                  <a:lnTo>
                    <a:pt x="1014315" y="1438017"/>
                  </a:lnTo>
                  <a:lnTo>
                    <a:pt x="1002943" y="1485839"/>
                  </a:lnTo>
                  <a:close/>
                  <a:moveTo>
                    <a:pt x="1114999" y="1533446"/>
                  </a:moveTo>
                  <a:lnTo>
                    <a:pt x="1046768" y="1489554"/>
                  </a:lnTo>
                  <a:lnTo>
                    <a:pt x="1108885" y="1475674"/>
                  </a:lnTo>
                  <a:close/>
                  <a:moveTo>
                    <a:pt x="1045584" y="1491391"/>
                  </a:moveTo>
                  <a:lnTo>
                    <a:pt x="1046768" y="1489554"/>
                  </a:lnTo>
                  <a:lnTo>
                    <a:pt x="1078395" y="1479166"/>
                  </a:lnTo>
                  <a:close/>
                  <a:moveTo>
                    <a:pt x="581841" y="847380"/>
                  </a:moveTo>
                  <a:lnTo>
                    <a:pt x="530139" y="819578"/>
                  </a:lnTo>
                  <a:lnTo>
                    <a:pt x="527835" y="818129"/>
                  </a:lnTo>
                  <a:close/>
                  <a:moveTo>
                    <a:pt x="1377113" y="1587741"/>
                  </a:moveTo>
                  <a:lnTo>
                    <a:pt x="1337387" y="1544439"/>
                  </a:lnTo>
                  <a:lnTo>
                    <a:pt x="1293728" y="1585556"/>
                  </a:lnTo>
                  <a:close/>
                  <a:moveTo>
                    <a:pt x="1270965" y="1540222"/>
                  </a:moveTo>
                  <a:lnTo>
                    <a:pt x="1275394" y="1544439"/>
                  </a:lnTo>
                  <a:lnTo>
                    <a:pt x="1247805" y="1501442"/>
                  </a:lnTo>
                  <a:close/>
                  <a:moveTo>
                    <a:pt x="1275394" y="1544439"/>
                  </a:moveTo>
                  <a:lnTo>
                    <a:pt x="1298080" y="1561294"/>
                  </a:lnTo>
                  <a:lnTo>
                    <a:pt x="1247805" y="1501442"/>
                  </a:lnTo>
                  <a:close/>
                  <a:moveTo>
                    <a:pt x="1270965" y="1540222"/>
                  </a:moveTo>
                  <a:lnTo>
                    <a:pt x="1247805" y="1501442"/>
                  </a:lnTo>
                  <a:lnTo>
                    <a:pt x="1236515" y="1492902"/>
                  </a:lnTo>
                  <a:close/>
                  <a:moveTo>
                    <a:pt x="1021540" y="1266596"/>
                  </a:moveTo>
                  <a:lnTo>
                    <a:pt x="1095448" y="1298370"/>
                  </a:lnTo>
                  <a:lnTo>
                    <a:pt x="1106281" y="1273850"/>
                  </a:lnTo>
                  <a:close/>
                  <a:moveTo>
                    <a:pt x="1021540" y="1266596"/>
                  </a:moveTo>
                  <a:lnTo>
                    <a:pt x="1106281" y="1273850"/>
                  </a:lnTo>
                  <a:lnTo>
                    <a:pt x="1053070" y="1249583"/>
                  </a:lnTo>
                  <a:close/>
                  <a:moveTo>
                    <a:pt x="968100" y="1207777"/>
                  </a:moveTo>
                  <a:lnTo>
                    <a:pt x="1008175" y="1259313"/>
                  </a:lnTo>
                  <a:lnTo>
                    <a:pt x="1029307" y="1235220"/>
                  </a:lnTo>
                  <a:close/>
                  <a:moveTo>
                    <a:pt x="71332" y="125508"/>
                  </a:moveTo>
                  <a:lnTo>
                    <a:pt x="71268" y="118191"/>
                  </a:lnTo>
                  <a:lnTo>
                    <a:pt x="53769" y="69674"/>
                  </a:lnTo>
                  <a:close/>
                  <a:moveTo>
                    <a:pt x="1127965" y="1286756"/>
                  </a:moveTo>
                  <a:lnTo>
                    <a:pt x="1184257" y="1264152"/>
                  </a:lnTo>
                  <a:lnTo>
                    <a:pt x="1106281" y="1273850"/>
                  </a:lnTo>
                  <a:close/>
                  <a:moveTo>
                    <a:pt x="1106281" y="1273850"/>
                  </a:moveTo>
                  <a:lnTo>
                    <a:pt x="1184257" y="1264152"/>
                  </a:lnTo>
                  <a:lnTo>
                    <a:pt x="1185473" y="1260360"/>
                  </a:lnTo>
                  <a:close/>
                  <a:moveTo>
                    <a:pt x="1106713" y="1159589"/>
                  </a:moveTo>
                  <a:lnTo>
                    <a:pt x="1110100" y="1160972"/>
                  </a:lnTo>
                  <a:lnTo>
                    <a:pt x="1107928" y="1145108"/>
                  </a:lnTo>
                  <a:close/>
                  <a:moveTo>
                    <a:pt x="1113517" y="1166005"/>
                  </a:moveTo>
                  <a:lnTo>
                    <a:pt x="1110100" y="1160972"/>
                  </a:lnTo>
                  <a:lnTo>
                    <a:pt x="1106713" y="1159589"/>
                  </a:lnTo>
                  <a:close/>
                  <a:moveTo>
                    <a:pt x="162406" y="82080"/>
                  </a:moveTo>
                  <a:lnTo>
                    <a:pt x="202102" y="87790"/>
                  </a:lnTo>
                  <a:lnTo>
                    <a:pt x="197808" y="28537"/>
                  </a:lnTo>
                  <a:close/>
                  <a:moveTo>
                    <a:pt x="162406" y="82080"/>
                  </a:moveTo>
                  <a:lnTo>
                    <a:pt x="197808" y="28537"/>
                  </a:lnTo>
                  <a:lnTo>
                    <a:pt x="149194" y="30078"/>
                  </a:lnTo>
                  <a:close/>
                  <a:moveTo>
                    <a:pt x="149194" y="30078"/>
                  </a:moveTo>
                  <a:lnTo>
                    <a:pt x="197808" y="28537"/>
                  </a:lnTo>
                  <a:lnTo>
                    <a:pt x="147579" y="0"/>
                  </a:lnTo>
                  <a:close/>
                  <a:moveTo>
                    <a:pt x="1331852" y="1468809"/>
                  </a:moveTo>
                  <a:lnTo>
                    <a:pt x="1295508" y="1437899"/>
                  </a:lnTo>
                  <a:lnTo>
                    <a:pt x="1332845" y="1470288"/>
                  </a:lnTo>
                  <a:close/>
                  <a:moveTo>
                    <a:pt x="1331852" y="1468809"/>
                  </a:moveTo>
                  <a:lnTo>
                    <a:pt x="1306198" y="1417272"/>
                  </a:lnTo>
                  <a:lnTo>
                    <a:pt x="1295508" y="1437899"/>
                  </a:lnTo>
                  <a:close/>
                  <a:moveTo>
                    <a:pt x="1234931" y="1270597"/>
                  </a:moveTo>
                  <a:lnTo>
                    <a:pt x="1289479" y="1299868"/>
                  </a:lnTo>
                  <a:lnTo>
                    <a:pt x="1318263" y="1272588"/>
                  </a:lnTo>
                  <a:close/>
                  <a:moveTo>
                    <a:pt x="1265623" y="1250453"/>
                  </a:moveTo>
                  <a:lnTo>
                    <a:pt x="1234931" y="1270597"/>
                  </a:lnTo>
                  <a:lnTo>
                    <a:pt x="1318263" y="1272588"/>
                  </a:lnTo>
                  <a:close/>
                  <a:moveTo>
                    <a:pt x="1113517" y="1166005"/>
                  </a:moveTo>
                  <a:lnTo>
                    <a:pt x="1106713" y="1159589"/>
                  </a:lnTo>
                  <a:lnTo>
                    <a:pt x="1119522" y="1135495"/>
                  </a:lnTo>
                  <a:close/>
                  <a:moveTo>
                    <a:pt x="1238012" y="1147217"/>
                  </a:moveTo>
                  <a:lnTo>
                    <a:pt x="1222680" y="1135495"/>
                  </a:lnTo>
                  <a:lnTo>
                    <a:pt x="1228587" y="1140608"/>
                  </a:lnTo>
                  <a:close/>
                  <a:moveTo>
                    <a:pt x="1119522" y="1135495"/>
                  </a:moveTo>
                  <a:lnTo>
                    <a:pt x="1107928" y="1145108"/>
                  </a:lnTo>
                  <a:lnTo>
                    <a:pt x="1061850" y="1099473"/>
                  </a:lnTo>
                  <a:close/>
                  <a:moveTo>
                    <a:pt x="1106713" y="1159589"/>
                  </a:moveTo>
                  <a:lnTo>
                    <a:pt x="1107928" y="1145108"/>
                  </a:lnTo>
                  <a:lnTo>
                    <a:pt x="1119522" y="1135495"/>
                  </a:lnTo>
                  <a:close/>
                  <a:moveTo>
                    <a:pt x="815307" y="723202"/>
                  </a:moveTo>
                  <a:lnTo>
                    <a:pt x="772734" y="743391"/>
                  </a:lnTo>
                  <a:lnTo>
                    <a:pt x="794230" y="798833"/>
                  </a:lnTo>
                  <a:close/>
                  <a:moveTo>
                    <a:pt x="862489" y="791262"/>
                  </a:moveTo>
                  <a:lnTo>
                    <a:pt x="833247" y="816831"/>
                  </a:lnTo>
                  <a:lnTo>
                    <a:pt x="912775" y="804597"/>
                  </a:lnTo>
                  <a:close/>
                  <a:moveTo>
                    <a:pt x="765073" y="736613"/>
                  </a:moveTo>
                  <a:lnTo>
                    <a:pt x="772734" y="743391"/>
                  </a:lnTo>
                  <a:lnTo>
                    <a:pt x="833471" y="682767"/>
                  </a:lnTo>
                  <a:close/>
                  <a:moveTo>
                    <a:pt x="725483" y="628373"/>
                  </a:moveTo>
                  <a:lnTo>
                    <a:pt x="706726" y="693143"/>
                  </a:lnTo>
                  <a:lnTo>
                    <a:pt x="777972" y="649944"/>
                  </a:lnTo>
                  <a:close/>
                  <a:moveTo>
                    <a:pt x="777972" y="649944"/>
                  </a:moveTo>
                  <a:lnTo>
                    <a:pt x="750329" y="681489"/>
                  </a:lnTo>
                  <a:lnTo>
                    <a:pt x="827648" y="660994"/>
                  </a:lnTo>
                  <a:close/>
                  <a:moveTo>
                    <a:pt x="1106376" y="1032422"/>
                  </a:moveTo>
                  <a:lnTo>
                    <a:pt x="1071981" y="980886"/>
                  </a:lnTo>
                  <a:lnTo>
                    <a:pt x="1081978" y="995606"/>
                  </a:lnTo>
                  <a:close/>
                  <a:moveTo>
                    <a:pt x="1318263" y="1272588"/>
                  </a:moveTo>
                  <a:lnTo>
                    <a:pt x="1326006" y="1224876"/>
                  </a:lnTo>
                  <a:lnTo>
                    <a:pt x="1265623" y="1250453"/>
                  </a:lnTo>
                  <a:close/>
                  <a:moveTo>
                    <a:pt x="1265623" y="1250453"/>
                  </a:moveTo>
                  <a:lnTo>
                    <a:pt x="1326006" y="1224876"/>
                  </a:lnTo>
                  <a:lnTo>
                    <a:pt x="1273992" y="1229180"/>
                  </a:lnTo>
                  <a:close/>
                  <a:moveTo>
                    <a:pt x="1273992" y="1229180"/>
                  </a:moveTo>
                  <a:lnTo>
                    <a:pt x="1282716" y="1187032"/>
                  </a:lnTo>
                  <a:lnTo>
                    <a:pt x="1254599" y="1209233"/>
                  </a:lnTo>
                  <a:close/>
                  <a:moveTo>
                    <a:pt x="1225158" y="1168157"/>
                  </a:moveTo>
                  <a:lnTo>
                    <a:pt x="1243180" y="1187032"/>
                  </a:lnTo>
                  <a:lnTo>
                    <a:pt x="1189532" y="1140634"/>
                  </a:lnTo>
                  <a:close/>
                  <a:moveTo>
                    <a:pt x="1222680" y="1135495"/>
                  </a:moveTo>
                  <a:lnTo>
                    <a:pt x="1238012" y="1147217"/>
                  </a:lnTo>
                  <a:lnTo>
                    <a:pt x="1236564" y="1134123"/>
                  </a:lnTo>
                  <a:close/>
                  <a:moveTo>
                    <a:pt x="1118977" y="1051519"/>
                  </a:moveTo>
                  <a:lnTo>
                    <a:pt x="1198839" y="1064068"/>
                  </a:lnTo>
                  <a:lnTo>
                    <a:pt x="1201120" y="1049061"/>
                  </a:lnTo>
                  <a:close/>
                  <a:moveTo>
                    <a:pt x="859146" y="711121"/>
                  </a:moveTo>
                  <a:lnTo>
                    <a:pt x="879772" y="681202"/>
                  </a:lnTo>
                  <a:lnTo>
                    <a:pt x="833471" y="682767"/>
                  </a:lnTo>
                  <a:close/>
                  <a:moveTo>
                    <a:pt x="747411" y="492962"/>
                  </a:moveTo>
                  <a:lnTo>
                    <a:pt x="749688" y="544499"/>
                  </a:lnTo>
                  <a:lnTo>
                    <a:pt x="726614" y="517056"/>
                  </a:lnTo>
                  <a:close/>
                  <a:moveTo>
                    <a:pt x="418643" y="80669"/>
                  </a:moveTo>
                  <a:lnTo>
                    <a:pt x="408365" y="141426"/>
                  </a:lnTo>
                  <a:lnTo>
                    <a:pt x="425381" y="82957"/>
                  </a:lnTo>
                  <a:close/>
                  <a:moveTo>
                    <a:pt x="451923" y="80669"/>
                  </a:moveTo>
                  <a:lnTo>
                    <a:pt x="425381" y="82957"/>
                  </a:lnTo>
                  <a:lnTo>
                    <a:pt x="408365" y="141426"/>
                  </a:lnTo>
                  <a:close/>
                  <a:moveTo>
                    <a:pt x="374649" y="55145"/>
                  </a:moveTo>
                  <a:lnTo>
                    <a:pt x="418643" y="80669"/>
                  </a:lnTo>
                  <a:lnTo>
                    <a:pt x="343702" y="48635"/>
                  </a:lnTo>
                  <a:close/>
                  <a:moveTo>
                    <a:pt x="902576" y="631561"/>
                  </a:moveTo>
                  <a:lnTo>
                    <a:pt x="931331" y="604175"/>
                  </a:lnTo>
                  <a:lnTo>
                    <a:pt x="847182" y="599130"/>
                  </a:lnTo>
                  <a:close/>
                  <a:moveTo>
                    <a:pt x="790757" y="427943"/>
                  </a:moveTo>
                  <a:lnTo>
                    <a:pt x="839966" y="475743"/>
                  </a:lnTo>
                  <a:lnTo>
                    <a:pt x="847071" y="463816"/>
                  </a:lnTo>
                  <a:close/>
                  <a:moveTo>
                    <a:pt x="839966" y="475743"/>
                  </a:moveTo>
                  <a:lnTo>
                    <a:pt x="865326" y="468868"/>
                  </a:lnTo>
                  <a:lnTo>
                    <a:pt x="847071" y="463816"/>
                  </a:lnTo>
                  <a:close/>
                  <a:moveTo>
                    <a:pt x="570806" y="228922"/>
                  </a:moveTo>
                  <a:lnTo>
                    <a:pt x="568164" y="254635"/>
                  </a:lnTo>
                  <a:lnTo>
                    <a:pt x="573180" y="235279"/>
                  </a:lnTo>
                  <a:close/>
                  <a:moveTo>
                    <a:pt x="570806" y="228922"/>
                  </a:moveTo>
                  <a:lnTo>
                    <a:pt x="573180" y="235279"/>
                  </a:lnTo>
                  <a:lnTo>
                    <a:pt x="554626" y="204017"/>
                  </a:lnTo>
                  <a:close/>
                  <a:moveTo>
                    <a:pt x="973730" y="568445"/>
                  </a:moveTo>
                  <a:lnTo>
                    <a:pt x="958915" y="517747"/>
                  </a:lnTo>
                  <a:lnTo>
                    <a:pt x="943289" y="555211"/>
                  </a:lnTo>
                  <a:close/>
                  <a:moveTo>
                    <a:pt x="930631" y="466656"/>
                  </a:moveTo>
                  <a:lnTo>
                    <a:pt x="927376" y="520405"/>
                  </a:lnTo>
                  <a:lnTo>
                    <a:pt x="948755" y="463264"/>
                  </a:lnTo>
                  <a:close/>
                  <a:moveTo>
                    <a:pt x="948755" y="463264"/>
                  </a:moveTo>
                  <a:lnTo>
                    <a:pt x="927376" y="520405"/>
                  </a:lnTo>
                  <a:lnTo>
                    <a:pt x="958915" y="517747"/>
                  </a:lnTo>
                  <a:close/>
                  <a:moveTo>
                    <a:pt x="962826" y="389082"/>
                  </a:moveTo>
                  <a:lnTo>
                    <a:pt x="954529" y="381330"/>
                  </a:lnTo>
                  <a:lnTo>
                    <a:pt x="925070" y="381794"/>
                  </a:lnTo>
                  <a:close/>
                  <a:moveTo>
                    <a:pt x="962826" y="389082"/>
                  </a:moveTo>
                  <a:lnTo>
                    <a:pt x="961302" y="406652"/>
                  </a:lnTo>
                  <a:lnTo>
                    <a:pt x="971200" y="393238"/>
                  </a:lnTo>
                  <a:close/>
                  <a:moveTo>
                    <a:pt x="962826" y="389082"/>
                  </a:moveTo>
                  <a:lnTo>
                    <a:pt x="971200" y="393238"/>
                  </a:lnTo>
                  <a:lnTo>
                    <a:pt x="954529" y="38133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33" name="Output_density__4232">
              <a:extLst>
                <a:ext uri="{FF2B5EF4-FFF2-40B4-BE49-F238E27FC236}">
                  <a16:creationId xmlns:a16="http://schemas.microsoft.com/office/drawing/2014/main" id="{4923DDC7-8628-2014-9BB6-BBF8E61E9A68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717792"/>
              <a:ext cx="1372469" cy="1746633"/>
            </a:xfrm>
            <a:custGeom>
              <a:avLst/>
              <a:gdLst/>
              <a:ahLst/>
              <a:cxnLst/>
              <a:rect l="0" t="0" r="0" b="0"/>
              <a:pathLst>
                <a:path w="1372469" h="1746633">
                  <a:moveTo>
                    <a:pt x="5604" y="1555329"/>
                  </a:moveTo>
                  <a:lnTo>
                    <a:pt x="6194" y="1553085"/>
                  </a:lnTo>
                  <a:lnTo>
                    <a:pt x="0" y="1578628"/>
                  </a:lnTo>
                  <a:close/>
                  <a:moveTo>
                    <a:pt x="0" y="1578628"/>
                  </a:moveTo>
                  <a:lnTo>
                    <a:pt x="6194" y="1553085"/>
                  </a:lnTo>
                  <a:lnTo>
                    <a:pt x="37130" y="1502997"/>
                  </a:lnTo>
                  <a:close/>
                  <a:moveTo>
                    <a:pt x="6007" y="1554534"/>
                  </a:moveTo>
                  <a:lnTo>
                    <a:pt x="5604" y="1555329"/>
                  </a:lnTo>
                  <a:lnTo>
                    <a:pt x="7954" y="1559663"/>
                  </a:lnTo>
                  <a:close/>
                  <a:moveTo>
                    <a:pt x="6194" y="1553085"/>
                  </a:moveTo>
                  <a:lnTo>
                    <a:pt x="5604" y="1555329"/>
                  </a:lnTo>
                  <a:lnTo>
                    <a:pt x="6007" y="1554534"/>
                  </a:lnTo>
                  <a:close/>
                  <a:moveTo>
                    <a:pt x="6007" y="1554534"/>
                  </a:moveTo>
                  <a:lnTo>
                    <a:pt x="7954" y="1559663"/>
                  </a:lnTo>
                  <a:lnTo>
                    <a:pt x="23696" y="1540620"/>
                  </a:lnTo>
                  <a:close/>
                  <a:moveTo>
                    <a:pt x="6194" y="1553085"/>
                  </a:moveTo>
                  <a:lnTo>
                    <a:pt x="6007" y="1554534"/>
                  </a:lnTo>
                  <a:lnTo>
                    <a:pt x="23696" y="1540620"/>
                  </a:lnTo>
                  <a:close/>
                  <a:moveTo>
                    <a:pt x="119213" y="1491388"/>
                  </a:moveTo>
                  <a:lnTo>
                    <a:pt x="73881" y="1496576"/>
                  </a:lnTo>
                  <a:lnTo>
                    <a:pt x="148337" y="1465378"/>
                  </a:lnTo>
                  <a:close/>
                  <a:moveTo>
                    <a:pt x="171340" y="1379179"/>
                  </a:moveTo>
                  <a:lnTo>
                    <a:pt x="188186" y="1395354"/>
                  </a:lnTo>
                  <a:lnTo>
                    <a:pt x="163890" y="1388630"/>
                  </a:lnTo>
                  <a:close/>
                  <a:moveTo>
                    <a:pt x="203020" y="1360255"/>
                  </a:moveTo>
                  <a:lnTo>
                    <a:pt x="188186" y="1395354"/>
                  </a:lnTo>
                  <a:lnTo>
                    <a:pt x="171340" y="1379179"/>
                  </a:lnTo>
                  <a:close/>
                  <a:moveTo>
                    <a:pt x="270825" y="1304188"/>
                  </a:moveTo>
                  <a:lnTo>
                    <a:pt x="225865" y="1364721"/>
                  </a:lnTo>
                  <a:lnTo>
                    <a:pt x="248463" y="1355085"/>
                  </a:lnTo>
                  <a:close/>
                  <a:moveTo>
                    <a:pt x="203020" y="1360255"/>
                  </a:moveTo>
                  <a:lnTo>
                    <a:pt x="225865" y="1364721"/>
                  </a:lnTo>
                  <a:lnTo>
                    <a:pt x="270825" y="1304188"/>
                  </a:lnTo>
                  <a:close/>
                  <a:moveTo>
                    <a:pt x="273112" y="1303548"/>
                  </a:moveTo>
                  <a:lnTo>
                    <a:pt x="290337" y="1242242"/>
                  </a:lnTo>
                  <a:lnTo>
                    <a:pt x="293536" y="1227918"/>
                  </a:lnTo>
                  <a:close/>
                  <a:moveTo>
                    <a:pt x="541264" y="1235476"/>
                  </a:moveTo>
                  <a:lnTo>
                    <a:pt x="555226" y="1282803"/>
                  </a:lnTo>
                  <a:lnTo>
                    <a:pt x="541198" y="1231267"/>
                  </a:lnTo>
                  <a:close/>
                  <a:moveTo>
                    <a:pt x="367338" y="1200185"/>
                  </a:moveTo>
                  <a:lnTo>
                    <a:pt x="425284" y="1128315"/>
                  </a:lnTo>
                  <a:lnTo>
                    <a:pt x="367947" y="1136947"/>
                  </a:lnTo>
                  <a:close/>
                  <a:moveTo>
                    <a:pt x="425284" y="1128315"/>
                  </a:moveTo>
                  <a:lnTo>
                    <a:pt x="480377" y="1158938"/>
                  </a:lnTo>
                  <a:lnTo>
                    <a:pt x="425785" y="1128194"/>
                  </a:lnTo>
                  <a:close/>
                  <a:moveTo>
                    <a:pt x="367947" y="1136947"/>
                  </a:moveTo>
                  <a:lnTo>
                    <a:pt x="425284" y="1128315"/>
                  </a:lnTo>
                  <a:lnTo>
                    <a:pt x="411363" y="1076890"/>
                  </a:lnTo>
                  <a:close/>
                  <a:moveTo>
                    <a:pt x="425785" y="1128194"/>
                  </a:moveTo>
                  <a:lnTo>
                    <a:pt x="460082" y="1083059"/>
                  </a:lnTo>
                  <a:lnTo>
                    <a:pt x="425284" y="1128315"/>
                  </a:lnTo>
                  <a:close/>
                  <a:moveTo>
                    <a:pt x="425284" y="1128315"/>
                  </a:moveTo>
                  <a:lnTo>
                    <a:pt x="460082" y="1083059"/>
                  </a:lnTo>
                  <a:lnTo>
                    <a:pt x="452624" y="1081328"/>
                  </a:lnTo>
                  <a:close/>
                  <a:moveTo>
                    <a:pt x="425284" y="1128315"/>
                  </a:moveTo>
                  <a:lnTo>
                    <a:pt x="452624" y="1081328"/>
                  </a:lnTo>
                  <a:lnTo>
                    <a:pt x="411363" y="1076890"/>
                  </a:lnTo>
                  <a:close/>
                  <a:moveTo>
                    <a:pt x="373213" y="1067848"/>
                  </a:moveTo>
                  <a:lnTo>
                    <a:pt x="350568" y="1088333"/>
                  </a:lnTo>
                  <a:lnTo>
                    <a:pt x="411363" y="1076890"/>
                  </a:lnTo>
                  <a:close/>
                  <a:moveTo>
                    <a:pt x="265286" y="973584"/>
                  </a:moveTo>
                  <a:lnTo>
                    <a:pt x="256271" y="922047"/>
                  </a:lnTo>
                  <a:lnTo>
                    <a:pt x="263946" y="932544"/>
                  </a:lnTo>
                  <a:close/>
                  <a:moveTo>
                    <a:pt x="263946" y="932544"/>
                  </a:moveTo>
                  <a:lnTo>
                    <a:pt x="256271" y="922047"/>
                  </a:lnTo>
                  <a:lnTo>
                    <a:pt x="270856" y="899605"/>
                  </a:lnTo>
                  <a:close/>
                  <a:moveTo>
                    <a:pt x="957442" y="1719868"/>
                  </a:moveTo>
                  <a:lnTo>
                    <a:pt x="942646" y="1746633"/>
                  </a:lnTo>
                  <a:lnTo>
                    <a:pt x="987202" y="1728258"/>
                  </a:lnTo>
                  <a:close/>
                  <a:moveTo>
                    <a:pt x="561868" y="1281468"/>
                  </a:moveTo>
                  <a:lnTo>
                    <a:pt x="561083" y="1286007"/>
                  </a:lnTo>
                  <a:lnTo>
                    <a:pt x="623625" y="1258709"/>
                  </a:lnTo>
                  <a:close/>
                  <a:moveTo>
                    <a:pt x="555226" y="1282803"/>
                  </a:moveTo>
                  <a:lnTo>
                    <a:pt x="561083" y="1286007"/>
                  </a:lnTo>
                  <a:lnTo>
                    <a:pt x="561868" y="1281468"/>
                  </a:lnTo>
                  <a:close/>
                  <a:moveTo>
                    <a:pt x="541198" y="1231267"/>
                  </a:moveTo>
                  <a:lnTo>
                    <a:pt x="555226" y="1282803"/>
                  </a:lnTo>
                  <a:lnTo>
                    <a:pt x="561868" y="1281468"/>
                  </a:lnTo>
                  <a:close/>
                  <a:moveTo>
                    <a:pt x="623625" y="1258709"/>
                  </a:moveTo>
                  <a:lnTo>
                    <a:pt x="611380" y="1207172"/>
                  </a:lnTo>
                  <a:lnTo>
                    <a:pt x="561868" y="1281468"/>
                  </a:lnTo>
                  <a:close/>
                  <a:moveTo>
                    <a:pt x="611380" y="1207172"/>
                  </a:moveTo>
                  <a:lnTo>
                    <a:pt x="553962" y="1225153"/>
                  </a:lnTo>
                  <a:lnTo>
                    <a:pt x="561868" y="1281468"/>
                  </a:lnTo>
                  <a:close/>
                  <a:moveTo>
                    <a:pt x="516944" y="1104100"/>
                  </a:moveTo>
                  <a:lnTo>
                    <a:pt x="480377" y="1158938"/>
                  </a:lnTo>
                  <a:lnTo>
                    <a:pt x="499703" y="1179730"/>
                  </a:lnTo>
                  <a:close/>
                  <a:moveTo>
                    <a:pt x="516944" y="1104100"/>
                  </a:moveTo>
                  <a:lnTo>
                    <a:pt x="499703" y="1179730"/>
                  </a:lnTo>
                  <a:lnTo>
                    <a:pt x="534179" y="1155636"/>
                  </a:lnTo>
                  <a:close/>
                  <a:moveTo>
                    <a:pt x="425785" y="1128194"/>
                  </a:moveTo>
                  <a:lnTo>
                    <a:pt x="480377" y="1158938"/>
                  </a:lnTo>
                  <a:lnTo>
                    <a:pt x="491887" y="1112150"/>
                  </a:lnTo>
                  <a:close/>
                  <a:moveTo>
                    <a:pt x="460082" y="1083059"/>
                  </a:moveTo>
                  <a:lnTo>
                    <a:pt x="425785" y="1128194"/>
                  </a:lnTo>
                  <a:lnTo>
                    <a:pt x="491887" y="1112150"/>
                  </a:lnTo>
                  <a:close/>
                  <a:moveTo>
                    <a:pt x="460082" y="1083059"/>
                  </a:moveTo>
                  <a:lnTo>
                    <a:pt x="491887" y="1112150"/>
                  </a:lnTo>
                  <a:lnTo>
                    <a:pt x="538694" y="1067399"/>
                  </a:lnTo>
                  <a:close/>
                  <a:moveTo>
                    <a:pt x="337206" y="848224"/>
                  </a:moveTo>
                  <a:lnTo>
                    <a:pt x="341739" y="855052"/>
                  </a:lnTo>
                  <a:lnTo>
                    <a:pt x="392547" y="870336"/>
                  </a:lnTo>
                  <a:close/>
                  <a:moveTo>
                    <a:pt x="988057" y="1619465"/>
                  </a:moveTo>
                  <a:lnTo>
                    <a:pt x="1022122" y="1671002"/>
                  </a:lnTo>
                  <a:lnTo>
                    <a:pt x="1024974" y="1595371"/>
                  </a:lnTo>
                  <a:close/>
                  <a:moveTo>
                    <a:pt x="963145" y="1567929"/>
                  </a:moveTo>
                  <a:lnTo>
                    <a:pt x="988057" y="1619465"/>
                  </a:lnTo>
                  <a:lnTo>
                    <a:pt x="1024974" y="1595371"/>
                  </a:lnTo>
                  <a:close/>
                  <a:moveTo>
                    <a:pt x="963145" y="1567929"/>
                  </a:moveTo>
                  <a:lnTo>
                    <a:pt x="1024974" y="1595371"/>
                  </a:lnTo>
                  <a:lnTo>
                    <a:pt x="994051" y="1543835"/>
                  </a:lnTo>
                  <a:close/>
                  <a:moveTo>
                    <a:pt x="994051" y="1543835"/>
                  </a:moveTo>
                  <a:lnTo>
                    <a:pt x="939233" y="1516392"/>
                  </a:lnTo>
                  <a:lnTo>
                    <a:pt x="963145" y="1567929"/>
                  </a:lnTo>
                  <a:close/>
                  <a:moveTo>
                    <a:pt x="611380" y="1207172"/>
                  </a:moveTo>
                  <a:lnTo>
                    <a:pt x="644191" y="1252523"/>
                  </a:lnTo>
                  <a:lnTo>
                    <a:pt x="626738" y="1203969"/>
                  </a:lnTo>
                  <a:close/>
                  <a:moveTo>
                    <a:pt x="611380" y="1207172"/>
                  </a:moveTo>
                  <a:lnTo>
                    <a:pt x="623625" y="1258709"/>
                  </a:lnTo>
                  <a:lnTo>
                    <a:pt x="644191" y="1252523"/>
                  </a:lnTo>
                  <a:close/>
                  <a:moveTo>
                    <a:pt x="626738" y="1203969"/>
                  </a:moveTo>
                  <a:lnTo>
                    <a:pt x="644191" y="1252523"/>
                  </a:lnTo>
                  <a:lnTo>
                    <a:pt x="678115" y="1200183"/>
                  </a:lnTo>
                  <a:close/>
                  <a:moveTo>
                    <a:pt x="626738" y="1203969"/>
                  </a:moveTo>
                  <a:lnTo>
                    <a:pt x="572382" y="1193354"/>
                  </a:lnTo>
                  <a:lnTo>
                    <a:pt x="611380" y="1207172"/>
                  </a:lnTo>
                  <a:close/>
                  <a:moveTo>
                    <a:pt x="582898" y="1138885"/>
                  </a:moveTo>
                  <a:lnTo>
                    <a:pt x="572382" y="1193354"/>
                  </a:lnTo>
                  <a:lnTo>
                    <a:pt x="626738" y="1203969"/>
                  </a:lnTo>
                  <a:close/>
                  <a:moveTo>
                    <a:pt x="516944" y="1104100"/>
                  </a:moveTo>
                  <a:lnTo>
                    <a:pt x="534179" y="1155636"/>
                  </a:lnTo>
                  <a:lnTo>
                    <a:pt x="582898" y="1138885"/>
                  </a:lnTo>
                  <a:close/>
                  <a:moveTo>
                    <a:pt x="582898" y="1138885"/>
                  </a:moveTo>
                  <a:lnTo>
                    <a:pt x="621522" y="1145467"/>
                  </a:lnTo>
                  <a:lnTo>
                    <a:pt x="624640" y="1080189"/>
                  </a:lnTo>
                  <a:close/>
                  <a:moveTo>
                    <a:pt x="392547" y="870336"/>
                  </a:moveTo>
                  <a:lnTo>
                    <a:pt x="341739" y="855052"/>
                  </a:lnTo>
                  <a:lnTo>
                    <a:pt x="423585" y="851479"/>
                  </a:lnTo>
                  <a:close/>
                  <a:moveTo>
                    <a:pt x="392547" y="870336"/>
                  </a:moveTo>
                  <a:lnTo>
                    <a:pt x="423585" y="851479"/>
                  </a:lnTo>
                  <a:lnTo>
                    <a:pt x="415342" y="846416"/>
                  </a:lnTo>
                  <a:close/>
                  <a:moveTo>
                    <a:pt x="423585" y="851479"/>
                  </a:moveTo>
                  <a:lnTo>
                    <a:pt x="458885" y="822322"/>
                  </a:lnTo>
                  <a:lnTo>
                    <a:pt x="415342" y="846416"/>
                  </a:lnTo>
                  <a:close/>
                  <a:moveTo>
                    <a:pt x="1024974" y="1595371"/>
                  </a:moveTo>
                  <a:lnTo>
                    <a:pt x="1051104" y="1625579"/>
                  </a:lnTo>
                  <a:lnTo>
                    <a:pt x="1055197" y="1585475"/>
                  </a:lnTo>
                  <a:close/>
                  <a:moveTo>
                    <a:pt x="994051" y="1543835"/>
                  </a:moveTo>
                  <a:lnTo>
                    <a:pt x="1055197" y="1585475"/>
                  </a:lnTo>
                  <a:lnTo>
                    <a:pt x="1048135" y="1528474"/>
                  </a:lnTo>
                  <a:close/>
                  <a:moveTo>
                    <a:pt x="994051" y="1543835"/>
                  </a:moveTo>
                  <a:lnTo>
                    <a:pt x="1024974" y="1595371"/>
                  </a:lnTo>
                  <a:lnTo>
                    <a:pt x="1055197" y="1585475"/>
                  </a:lnTo>
                  <a:close/>
                  <a:moveTo>
                    <a:pt x="1108286" y="1580298"/>
                  </a:moveTo>
                  <a:lnTo>
                    <a:pt x="1055197" y="1585475"/>
                  </a:lnTo>
                  <a:lnTo>
                    <a:pt x="1051104" y="1625579"/>
                  </a:lnTo>
                  <a:close/>
                  <a:moveTo>
                    <a:pt x="1055197" y="1585475"/>
                  </a:moveTo>
                  <a:lnTo>
                    <a:pt x="1108286" y="1580298"/>
                  </a:lnTo>
                  <a:lnTo>
                    <a:pt x="1099870" y="1524396"/>
                  </a:lnTo>
                  <a:close/>
                  <a:moveTo>
                    <a:pt x="1055197" y="1585475"/>
                  </a:moveTo>
                  <a:lnTo>
                    <a:pt x="1099870" y="1524396"/>
                  </a:lnTo>
                  <a:lnTo>
                    <a:pt x="1048135" y="1528474"/>
                  </a:lnTo>
                  <a:close/>
                  <a:moveTo>
                    <a:pt x="994051" y="1543835"/>
                  </a:moveTo>
                  <a:lnTo>
                    <a:pt x="1048135" y="1528474"/>
                  </a:lnTo>
                  <a:lnTo>
                    <a:pt x="978878" y="1530214"/>
                  </a:lnTo>
                  <a:close/>
                  <a:moveTo>
                    <a:pt x="677702" y="1055912"/>
                  </a:moveTo>
                  <a:lnTo>
                    <a:pt x="681085" y="1115523"/>
                  </a:lnTo>
                  <a:lnTo>
                    <a:pt x="708378" y="1082670"/>
                  </a:lnTo>
                  <a:close/>
                  <a:moveTo>
                    <a:pt x="677702" y="1055912"/>
                  </a:moveTo>
                  <a:lnTo>
                    <a:pt x="625004" y="1080005"/>
                  </a:lnTo>
                  <a:lnTo>
                    <a:pt x="681085" y="1115523"/>
                  </a:lnTo>
                  <a:close/>
                  <a:moveTo>
                    <a:pt x="691382" y="1019123"/>
                  </a:moveTo>
                  <a:lnTo>
                    <a:pt x="663617" y="1050213"/>
                  </a:lnTo>
                  <a:lnTo>
                    <a:pt x="625004" y="1080005"/>
                  </a:lnTo>
                  <a:close/>
                  <a:moveTo>
                    <a:pt x="470852" y="815537"/>
                  </a:moveTo>
                  <a:lnTo>
                    <a:pt x="458885" y="822322"/>
                  </a:lnTo>
                  <a:lnTo>
                    <a:pt x="493293" y="802532"/>
                  </a:lnTo>
                  <a:close/>
                  <a:moveTo>
                    <a:pt x="493293" y="802532"/>
                  </a:moveTo>
                  <a:lnTo>
                    <a:pt x="423585" y="851479"/>
                  </a:lnTo>
                  <a:lnTo>
                    <a:pt x="451456" y="820789"/>
                  </a:lnTo>
                  <a:close/>
                  <a:moveTo>
                    <a:pt x="470852" y="815537"/>
                  </a:moveTo>
                  <a:lnTo>
                    <a:pt x="493293" y="802532"/>
                  </a:lnTo>
                  <a:lnTo>
                    <a:pt x="530139" y="798228"/>
                  </a:lnTo>
                  <a:close/>
                  <a:moveTo>
                    <a:pt x="292097" y="658687"/>
                  </a:moveTo>
                  <a:lnTo>
                    <a:pt x="357153" y="643779"/>
                  </a:lnTo>
                  <a:lnTo>
                    <a:pt x="324709" y="656477"/>
                  </a:lnTo>
                  <a:close/>
                  <a:moveTo>
                    <a:pt x="357153" y="643779"/>
                  </a:moveTo>
                  <a:lnTo>
                    <a:pt x="292097" y="658687"/>
                  </a:lnTo>
                  <a:lnTo>
                    <a:pt x="357367" y="643679"/>
                  </a:lnTo>
                  <a:close/>
                  <a:moveTo>
                    <a:pt x="401809" y="635164"/>
                  </a:moveTo>
                  <a:lnTo>
                    <a:pt x="357153" y="643779"/>
                  </a:lnTo>
                  <a:lnTo>
                    <a:pt x="357662" y="643619"/>
                  </a:lnTo>
                  <a:close/>
                  <a:moveTo>
                    <a:pt x="324709" y="656477"/>
                  </a:moveTo>
                  <a:lnTo>
                    <a:pt x="357153" y="643779"/>
                  </a:lnTo>
                  <a:lnTo>
                    <a:pt x="401809" y="635164"/>
                  </a:lnTo>
                  <a:close/>
                  <a:moveTo>
                    <a:pt x="357153" y="643779"/>
                  </a:moveTo>
                  <a:lnTo>
                    <a:pt x="357367" y="643679"/>
                  </a:lnTo>
                  <a:lnTo>
                    <a:pt x="357662" y="643619"/>
                  </a:lnTo>
                  <a:close/>
                  <a:moveTo>
                    <a:pt x="1147737" y="1571277"/>
                  </a:moveTo>
                  <a:lnTo>
                    <a:pt x="1162126" y="1622814"/>
                  </a:lnTo>
                  <a:lnTo>
                    <a:pt x="1166757" y="1598720"/>
                  </a:lnTo>
                  <a:close/>
                  <a:moveTo>
                    <a:pt x="677702" y="1055912"/>
                  </a:moveTo>
                  <a:lnTo>
                    <a:pt x="714200" y="982618"/>
                  </a:lnTo>
                  <a:lnTo>
                    <a:pt x="691382" y="1019123"/>
                  </a:lnTo>
                  <a:close/>
                  <a:moveTo>
                    <a:pt x="1169688" y="1316943"/>
                  </a:moveTo>
                  <a:lnTo>
                    <a:pt x="1147459" y="1366682"/>
                  </a:lnTo>
                  <a:lnTo>
                    <a:pt x="1170506" y="1317950"/>
                  </a:lnTo>
                  <a:close/>
                  <a:moveTo>
                    <a:pt x="1361885" y="1498996"/>
                  </a:moveTo>
                  <a:lnTo>
                    <a:pt x="1352726" y="1475210"/>
                  </a:lnTo>
                  <a:lnTo>
                    <a:pt x="1337387" y="1523090"/>
                  </a:lnTo>
                  <a:close/>
                  <a:moveTo>
                    <a:pt x="1169688" y="1316943"/>
                  </a:moveTo>
                  <a:lnTo>
                    <a:pt x="1170506" y="1317950"/>
                  </a:lnTo>
                  <a:lnTo>
                    <a:pt x="1170664" y="1316596"/>
                  </a:lnTo>
                  <a:close/>
                  <a:moveTo>
                    <a:pt x="1127965" y="1265407"/>
                  </a:moveTo>
                  <a:lnTo>
                    <a:pt x="1169688" y="1316943"/>
                  </a:lnTo>
                  <a:lnTo>
                    <a:pt x="1170664" y="1316596"/>
                  </a:lnTo>
                  <a:close/>
                  <a:moveTo>
                    <a:pt x="1224220" y="1311038"/>
                  </a:moveTo>
                  <a:lnTo>
                    <a:pt x="1170506" y="1317950"/>
                  </a:lnTo>
                  <a:lnTo>
                    <a:pt x="1230703" y="1368341"/>
                  </a:lnTo>
                  <a:close/>
                  <a:moveTo>
                    <a:pt x="1224220" y="1311038"/>
                  </a:moveTo>
                  <a:lnTo>
                    <a:pt x="1170664" y="1316596"/>
                  </a:lnTo>
                  <a:lnTo>
                    <a:pt x="1170506" y="1317950"/>
                  </a:lnTo>
                  <a:close/>
                  <a:moveTo>
                    <a:pt x="1110186" y="1076809"/>
                  </a:moveTo>
                  <a:lnTo>
                    <a:pt x="1088884" y="1052558"/>
                  </a:lnTo>
                  <a:lnTo>
                    <a:pt x="1061850" y="1078123"/>
                  </a:lnTo>
                  <a:close/>
                  <a:moveTo>
                    <a:pt x="1185966" y="1105954"/>
                  </a:moveTo>
                  <a:lnTo>
                    <a:pt x="1140640" y="1062609"/>
                  </a:lnTo>
                  <a:lnTo>
                    <a:pt x="1107928" y="1123758"/>
                  </a:lnTo>
                  <a:close/>
                  <a:moveTo>
                    <a:pt x="1118977" y="1030170"/>
                  </a:moveTo>
                  <a:lnTo>
                    <a:pt x="1095378" y="1026105"/>
                  </a:lnTo>
                  <a:lnTo>
                    <a:pt x="1140640" y="1062609"/>
                  </a:lnTo>
                  <a:close/>
                  <a:moveTo>
                    <a:pt x="1140640" y="1062609"/>
                  </a:moveTo>
                  <a:lnTo>
                    <a:pt x="1095378" y="1026105"/>
                  </a:lnTo>
                  <a:lnTo>
                    <a:pt x="1088014" y="1035167"/>
                  </a:lnTo>
                  <a:close/>
                  <a:moveTo>
                    <a:pt x="1088884" y="1052558"/>
                  </a:moveTo>
                  <a:lnTo>
                    <a:pt x="1110186" y="1076809"/>
                  </a:lnTo>
                  <a:lnTo>
                    <a:pt x="1140640" y="1062609"/>
                  </a:lnTo>
                  <a:close/>
                  <a:moveTo>
                    <a:pt x="1088014" y="1035167"/>
                  </a:moveTo>
                  <a:lnTo>
                    <a:pt x="1088884" y="1052558"/>
                  </a:lnTo>
                  <a:lnTo>
                    <a:pt x="1140640" y="1062609"/>
                  </a:lnTo>
                  <a:close/>
                  <a:moveTo>
                    <a:pt x="833471" y="661417"/>
                  </a:moveTo>
                  <a:lnTo>
                    <a:pt x="772734" y="722041"/>
                  </a:lnTo>
                  <a:lnTo>
                    <a:pt x="815307" y="701853"/>
                  </a:lnTo>
                  <a:close/>
                  <a:moveTo>
                    <a:pt x="376875" y="251289"/>
                  </a:moveTo>
                  <a:lnTo>
                    <a:pt x="434880" y="242114"/>
                  </a:lnTo>
                  <a:lnTo>
                    <a:pt x="403911" y="204548"/>
                  </a:lnTo>
                  <a:close/>
                  <a:moveTo>
                    <a:pt x="329529" y="0"/>
                  </a:moveTo>
                  <a:lnTo>
                    <a:pt x="296378" y="55971"/>
                  </a:lnTo>
                  <a:lnTo>
                    <a:pt x="322745" y="31877"/>
                  </a:lnTo>
                  <a:close/>
                  <a:moveTo>
                    <a:pt x="777972" y="628594"/>
                  </a:moveTo>
                  <a:lnTo>
                    <a:pt x="844126" y="574685"/>
                  </a:lnTo>
                  <a:lnTo>
                    <a:pt x="777618" y="592585"/>
                  </a:lnTo>
                  <a:close/>
                  <a:moveTo>
                    <a:pt x="847182" y="577780"/>
                  </a:moveTo>
                  <a:lnTo>
                    <a:pt x="844126" y="574685"/>
                  </a:lnTo>
                  <a:lnTo>
                    <a:pt x="777972" y="628594"/>
                  </a:lnTo>
                  <a:close/>
                  <a:moveTo>
                    <a:pt x="827648" y="639645"/>
                  </a:moveTo>
                  <a:lnTo>
                    <a:pt x="847182" y="577780"/>
                  </a:lnTo>
                  <a:lnTo>
                    <a:pt x="777972" y="628594"/>
                  </a:lnTo>
                  <a:close/>
                  <a:moveTo>
                    <a:pt x="757299" y="551298"/>
                  </a:moveTo>
                  <a:lnTo>
                    <a:pt x="777618" y="592585"/>
                  </a:lnTo>
                  <a:lnTo>
                    <a:pt x="760026" y="547243"/>
                  </a:lnTo>
                  <a:close/>
                  <a:moveTo>
                    <a:pt x="760026" y="547243"/>
                  </a:moveTo>
                  <a:lnTo>
                    <a:pt x="777618" y="592585"/>
                  </a:lnTo>
                  <a:lnTo>
                    <a:pt x="844126" y="574685"/>
                  </a:lnTo>
                  <a:close/>
                  <a:moveTo>
                    <a:pt x="760026" y="547243"/>
                  </a:moveTo>
                  <a:lnTo>
                    <a:pt x="844126" y="574685"/>
                  </a:lnTo>
                  <a:lnTo>
                    <a:pt x="815282" y="523149"/>
                  </a:lnTo>
                  <a:close/>
                  <a:moveTo>
                    <a:pt x="749178" y="495707"/>
                  </a:moveTo>
                  <a:lnTo>
                    <a:pt x="760026" y="547243"/>
                  </a:lnTo>
                  <a:lnTo>
                    <a:pt x="815282" y="523149"/>
                  </a:lnTo>
                  <a:close/>
                  <a:moveTo>
                    <a:pt x="742037" y="444170"/>
                  </a:moveTo>
                  <a:lnTo>
                    <a:pt x="796422" y="471612"/>
                  </a:lnTo>
                  <a:lnTo>
                    <a:pt x="775531" y="420076"/>
                  </a:lnTo>
                  <a:close/>
                  <a:moveTo>
                    <a:pt x="509458" y="219465"/>
                  </a:moveTo>
                  <a:lnTo>
                    <a:pt x="568164" y="233286"/>
                  </a:lnTo>
                  <a:lnTo>
                    <a:pt x="543234" y="213930"/>
                  </a:lnTo>
                  <a:close/>
                  <a:moveTo>
                    <a:pt x="543234" y="213930"/>
                  </a:moveTo>
                  <a:lnTo>
                    <a:pt x="554626" y="182668"/>
                  </a:lnTo>
                  <a:lnTo>
                    <a:pt x="509458" y="219465"/>
                  </a:lnTo>
                  <a:close/>
                  <a:moveTo>
                    <a:pt x="509458" y="219465"/>
                  </a:moveTo>
                  <a:lnTo>
                    <a:pt x="554626" y="182668"/>
                  </a:lnTo>
                  <a:lnTo>
                    <a:pt x="545462" y="165434"/>
                  </a:lnTo>
                  <a:close/>
                  <a:moveTo>
                    <a:pt x="489342" y="173076"/>
                  </a:moveTo>
                  <a:lnTo>
                    <a:pt x="545462" y="165434"/>
                  </a:lnTo>
                  <a:lnTo>
                    <a:pt x="527838" y="117020"/>
                  </a:lnTo>
                  <a:close/>
                  <a:moveTo>
                    <a:pt x="451923" y="59320"/>
                  </a:moveTo>
                  <a:lnTo>
                    <a:pt x="451676" y="134950"/>
                  </a:lnTo>
                  <a:lnTo>
                    <a:pt x="478111" y="71272"/>
                  </a:lnTo>
                  <a:close/>
                  <a:moveTo>
                    <a:pt x="464532" y="130504"/>
                  </a:moveTo>
                  <a:lnTo>
                    <a:pt x="527838" y="117020"/>
                  </a:lnTo>
                  <a:lnTo>
                    <a:pt x="478111" y="71272"/>
                  </a:lnTo>
                  <a:close/>
                  <a:moveTo>
                    <a:pt x="343702" y="27286"/>
                  </a:moveTo>
                  <a:lnTo>
                    <a:pt x="322745" y="31877"/>
                  </a:lnTo>
                  <a:lnTo>
                    <a:pt x="302112" y="72169"/>
                  </a:lnTo>
                  <a:close/>
                  <a:moveTo>
                    <a:pt x="451923" y="59320"/>
                  </a:moveTo>
                  <a:lnTo>
                    <a:pt x="470366" y="42312"/>
                  </a:lnTo>
                  <a:lnTo>
                    <a:pt x="425381" y="61607"/>
                  </a:lnTo>
                  <a:close/>
                  <a:moveTo>
                    <a:pt x="425381" y="61607"/>
                  </a:moveTo>
                  <a:lnTo>
                    <a:pt x="470366" y="42312"/>
                  </a:lnTo>
                  <a:lnTo>
                    <a:pt x="452657" y="14671"/>
                  </a:lnTo>
                  <a:close/>
                  <a:moveTo>
                    <a:pt x="425381" y="61607"/>
                  </a:moveTo>
                  <a:lnTo>
                    <a:pt x="452657" y="14671"/>
                  </a:lnTo>
                  <a:lnTo>
                    <a:pt x="399574" y="19846"/>
                  </a:lnTo>
                  <a:close/>
                  <a:moveTo>
                    <a:pt x="343702" y="27286"/>
                  </a:moveTo>
                  <a:lnTo>
                    <a:pt x="425381" y="61607"/>
                  </a:lnTo>
                  <a:lnTo>
                    <a:pt x="399574" y="19846"/>
                  </a:lnTo>
                  <a:close/>
                  <a:moveTo>
                    <a:pt x="1172851" y="787119"/>
                  </a:moveTo>
                  <a:lnTo>
                    <a:pt x="1140216" y="832369"/>
                  </a:lnTo>
                  <a:lnTo>
                    <a:pt x="1160632" y="808275"/>
                  </a:lnTo>
                  <a:close/>
                  <a:moveTo>
                    <a:pt x="844126" y="574685"/>
                  </a:moveTo>
                  <a:lnTo>
                    <a:pt x="847182" y="577780"/>
                  </a:lnTo>
                  <a:lnTo>
                    <a:pt x="848472" y="572964"/>
                  </a:lnTo>
                  <a:close/>
                  <a:moveTo>
                    <a:pt x="815282" y="523149"/>
                  </a:moveTo>
                  <a:lnTo>
                    <a:pt x="844126" y="574685"/>
                  </a:lnTo>
                  <a:lnTo>
                    <a:pt x="848472" y="572964"/>
                  </a:lnTo>
                  <a:close/>
                  <a:moveTo>
                    <a:pt x="796422" y="471612"/>
                  </a:moveTo>
                  <a:lnTo>
                    <a:pt x="840874" y="516397"/>
                  </a:lnTo>
                  <a:lnTo>
                    <a:pt x="839966" y="454394"/>
                  </a:lnTo>
                  <a:close/>
                  <a:moveTo>
                    <a:pt x="906866" y="491354"/>
                  </a:moveTo>
                  <a:lnTo>
                    <a:pt x="865326" y="447519"/>
                  </a:lnTo>
                  <a:lnTo>
                    <a:pt x="907351" y="500336"/>
                  </a:lnTo>
                  <a:close/>
                  <a:moveTo>
                    <a:pt x="907351" y="500336"/>
                  </a:moveTo>
                  <a:lnTo>
                    <a:pt x="839966" y="454394"/>
                  </a:lnTo>
                  <a:lnTo>
                    <a:pt x="840874" y="516397"/>
                  </a:lnTo>
                  <a:close/>
                  <a:moveTo>
                    <a:pt x="796422" y="471612"/>
                  </a:moveTo>
                  <a:lnTo>
                    <a:pt x="839966" y="454394"/>
                  </a:lnTo>
                  <a:lnTo>
                    <a:pt x="775531" y="420076"/>
                  </a:lnTo>
                  <a:close/>
                  <a:moveTo>
                    <a:pt x="451923" y="59320"/>
                  </a:moveTo>
                  <a:lnTo>
                    <a:pt x="478111" y="71272"/>
                  </a:lnTo>
                  <a:lnTo>
                    <a:pt x="489041" y="47835"/>
                  </a:lnTo>
                  <a:close/>
                  <a:moveTo>
                    <a:pt x="489041" y="47835"/>
                  </a:moveTo>
                  <a:lnTo>
                    <a:pt x="510750" y="18624"/>
                  </a:lnTo>
                  <a:lnTo>
                    <a:pt x="470366" y="42312"/>
                  </a:lnTo>
                  <a:close/>
                  <a:moveTo>
                    <a:pt x="1192413" y="796971"/>
                  </a:moveTo>
                  <a:lnTo>
                    <a:pt x="1160632" y="808275"/>
                  </a:lnTo>
                  <a:lnTo>
                    <a:pt x="1208241" y="846846"/>
                  </a:lnTo>
                  <a:close/>
                  <a:moveTo>
                    <a:pt x="1225397" y="784181"/>
                  </a:moveTo>
                  <a:lnTo>
                    <a:pt x="1192413" y="796971"/>
                  </a:lnTo>
                  <a:lnTo>
                    <a:pt x="1208241" y="846846"/>
                  </a:lnTo>
                  <a:close/>
                  <a:moveTo>
                    <a:pt x="906866" y="491354"/>
                  </a:moveTo>
                  <a:lnTo>
                    <a:pt x="927376" y="499055"/>
                  </a:lnTo>
                  <a:lnTo>
                    <a:pt x="930631" y="445307"/>
                  </a:lnTo>
                  <a:close/>
                  <a:moveTo>
                    <a:pt x="1295062" y="726741"/>
                  </a:moveTo>
                  <a:lnTo>
                    <a:pt x="1337569" y="760087"/>
                  </a:lnTo>
                  <a:lnTo>
                    <a:pt x="1372469" y="7645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34" name="Output_density__4233">
              <a:extLst>
                <a:ext uri="{FF2B5EF4-FFF2-40B4-BE49-F238E27FC236}">
                  <a16:creationId xmlns:a16="http://schemas.microsoft.com/office/drawing/2014/main" id="{2C87DBFE-8978-B975-47BE-6B4C74B03BA2}"/>
                </a:ext>
              </a:extLst>
            </p:cNvPr>
            <p:cNvSpPr>
              <a:spLocks noGrp="1"/>
            </p:cNvSpPr>
            <p:nvPr/>
          </p:nvSpPr>
          <p:spPr>
            <a:xfrm>
              <a:off x="15414299" y="3264888"/>
              <a:ext cx="1403035" cy="1104935"/>
            </a:xfrm>
            <a:custGeom>
              <a:avLst/>
              <a:gdLst/>
              <a:ahLst/>
              <a:cxnLst/>
              <a:rect l="0" t="0" r="0" b="0"/>
              <a:pathLst>
                <a:path w="1403035" h="1104935">
                  <a:moveTo>
                    <a:pt x="32902" y="1058975"/>
                  </a:moveTo>
                  <a:lnTo>
                    <a:pt x="0" y="1063298"/>
                  </a:lnTo>
                  <a:lnTo>
                    <a:pt x="51482" y="1056901"/>
                  </a:lnTo>
                  <a:close/>
                  <a:moveTo>
                    <a:pt x="32902" y="1058975"/>
                  </a:moveTo>
                  <a:lnTo>
                    <a:pt x="7255" y="1066218"/>
                  </a:lnTo>
                  <a:lnTo>
                    <a:pt x="0" y="1063298"/>
                  </a:lnTo>
                  <a:close/>
                  <a:moveTo>
                    <a:pt x="54558" y="1056925"/>
                  </a:moveTo>
                  <a:lnTo>
                    <a:pt x="32902" y="1058975"/>
                  </a:lnTo>
                  <a:lnTo>
                    <a:pt x="51482" y="1056901"/>
                  </a:lnTo>
                  <a:close/>
                  <a:moveTo>
                    <a:pt x="199452" y="935156"/>
                  </a:moveTo>
                  <a:lnTo>
                    <a:pt x="219726" y="931882"/>
                  </a:lnTo>
                  <a:lnTo>
                    <a:pt x="247333" y="900203"/>
                  </a:lnTo>
                  <a:close/>
                  <a:moveTo>
                    <a:pt x="171690" y="323415"/>
                  </a:moveTo>
                  <a:lnTo>
                    <a:pt x="179043" y="279955"/>
                  </a:lnTo>
                  <a:lnTo>
                    <a:pt x="166027" y="314114"/>
                  </a:lnTo>
                  <a:close/>
                  <a:moveTo>
                    <a:pt x="195061" y="247784"/>
                  </a:moveTo>
                  <a:lnTo>
                    <a:pt x="179043" y="279955"/>
                  </a:lnTo>
                  <a:lnTo>
                    <a:pt x="171690" y="323415"/>
                  </a:lnTo>
                  <a:close/>
                  <a:moveTo>
                    <a:pt x="168795" y="271878"/>
                  </a:moveTo>
                  <a:lnTo>
                    <a:pt x="195061" y="247784"/>
                  </a:lnTo>
                  <a:lnTo>
                    <a:pt x="171690" y="323415"/>
                  </a:lnTo>
                  <a:close/>
                  <a:moveTo>
                    <a:pt x="485242" y="416497"/>
                  </a:moveTo>
                  <a:lnTo>
                    <a:pt x="436136" y="407577"/>
                  </a:lnTo>
                  <a:lnTo>
                    <a:pt x="449752" y="418706"/>
                  </a:lnTo>
                  <a:close/>
                  <a:moveTo>
                    <a:pt x="436136" y="407577"/>
                  </a:moveTo>
                  <a:lnTo>
                    <a:pt x="485242" y="416497"/>
                  </a:lnTo>
                  <a:lnTo>
                    <a:pt x="511735" y="380650"/>
                  </a:lnTo>
                  <a:close/>
                  <a:moveTo>
                    <a:pt x="511735" y="380650"/>
                  </a:moveTo>
                  <a:lnTo>
                    <a:pt x="525434" y="375301"/>
                  </a:lnTo>
                  <a:lnTo>
                    <a:pt x="529360" y="354206"/>
                  </a:lnTo>
                  <a:close/>
                  <a:moveTo>
                    <a:pt x="485242" y="416497"/>
                  </a:moveTo>
                  <a:lnTo>
                    <a:pt x="523178" y="383656"/>
                  </a:lnTo>
                  <a:lnTo>
                    <a:pt x="511735" y="380650"/>
                  </a:lnTo>
                  <a:close/>
                  <a:moveTo>
                    <a:pt x="1206075" y="1104935"/>
                  </a:moveTo>
                  <a:lnTo>
                    <a:pt x="1200676" y="1103161"/>
                  </a:lnTo>
                  <a:lnTo>
                    <a:pt x="1171342" y="1100045"/>
                  </a:lnTo>
                  <a:close/>
                  <a:moveTo>
                    <a:pt x="1215394" y="1090074"/>
                  </a:moveTo>
                  <a:lnTo>
                    <a:pt x="1206075" y="1104935"/>
                  </a:lnTo>
                  <a:lnTo>
                    <a:pt x="1171342" y="1100045"/>
                  </a:lnTo>
                  <a:close/>
                  <a:moveTo>
                    <a:pt x="1215347" y="1051624"/>
                  </a:moveTo>
                  <a:lnTo>
                    <a:pt x="1206075" y="1104935"/>
                  </a:lnTo>
                  <a:lnTo>
                    <a:pt x="1215394" y="1090074"/>
                  </a:lnTo>
                  <a:close/>
                  <a:moveTo>
                    <a:pt x="1211317" y="1103161"/>
                  </a:moveTo>
                  <a:lnTo>
                    <a:pt x="1206075" y="1104935"/>
                  </a:lnTo>
                  <a:lnTo>
                    <a:pt x="1215347" y="1051624"/>
                  </a:lnTo>
                  <a:close/>
                  <a:moveTo>
                    <a:pt x="528706" y="334658"/>
                  </a:moveTo>
                  <a:lnTo>
                    <a:pt x="511735" y="380650"/>
                  </a:lnTo>
                  <a:lnTo>
                    <a:pt x="529360" y="354206"/>
                  </a:lnTo>
                  <a:close/>
                  <a:moveTo>
                    <a:pt x="1215347" y="1051624"/>
                  </a:moveTo>
                  <a:lnTo>
                    <a:pt x="1244459" y="1027530"/>
                  </a:lnTo>
                  <a:lnTo>
                    <a:pt x="1211317" y="1103161"/>
                  </a:lnTo>
                  <a:close/>
                  <a:moveTo>
                    <a:pt x="1345863" y="998496"/>
                  </a:moveTo>
                  <a:lnTo>
                    <a:pt x="1315345" y="1019296"/>
                  </a:lnTo>
                  <a:lnTo>
                    <a:pt x="1388144" y="981901"/>
                  </a:lnTo>
                  <a:close/>
                  <a:moveTo>
                    <a:pt x="1401668" y="934381"/>
                  </a:moveTo>
                  <a:lnTo>
                    <a:pt x="1388144" y="981901"/>
                  </a:lnTo>
                  <a:lnTo>
                    <a:pt x="1403035" y="951900"/>
                  </a:lnTo>
                  <a:close/>
                  <a:moveTo>
                    <a:pt x="840807" y="63115"/>
                  </a:moveTo>
                  <a:lnTo>
                    <a:pt x="879131" y="31723"/>
                  </a:lnTo>
                  <a:lnTo>
                    <a:pt x="909059" y="8721"/>
                  </a:lnTo>
                  <a:close/>
                  <a:moveTo>
                    <a:pt x="1246760" y="294183"/>
                  </a:moveTo>
                  <a:lnTo>
                    <a:pt x="1235882" y="364252"/>
                  </a:lnTo>
                  <a:lnTo>
                    <a:pt x="1238208" y="363878"/>
                  </a:lnTo>
                  <a:close/>
                  <a:moveTo>
                    <a:pt x="1246760" y="294183"/>
                  </a:moveTo>
                  <a:lnTo>
                    <a:pt x="1238208" y="363878"/>
                  </a:lnTo>
                  <a:lnTo>
                    <a:pt x="1238237" y="364252"/>
                  </a:lnTo>
                  <a:close/>
                  <a:moveTo>
                    <a:pt x="911962" y="0"/>
                  </a:moveTo>
                  <a:lnTo>
                    <a:pt x="909059" y="8721"/>
                  </a:lnTo>
                  <a:lnTo>
                    <a:pt x="912348" y="349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35" name="Output_density__4234">
              <a:extLst>
                <a:ext uri="{FF2B5EF4-FFF2-40B4-BE49-F238E27FC236}">
                  <a16:creationId xmlns:a16="http://schemas.microsoft.com/office/drawing/2014/main" id="{F8B5D861-860E-69D6-F52A-1F294D0EDE8E}"/>
                </a:ext>
              </a:extLst>
            </p:cNvPr>
            <p:cNvSpPr>
              <a:spLocks noGrp="1"/>
            </p:cNvSpPr>
            <p:nvPr/>
          </p:nvSpPr>
          <p:spPr>
            <a:xfrm>
              <a:off x="15407570" y="2677125"/>
              <a:ext cx="1432095" cy="1697963"/>
            </a:xfrm>
            <a:custGeom>
              <a:avLst/>
              <a:gdLst/>
              <a:ahLst/>
              <a:cxnLst/>
              <a:rect l="0" t="0" r="0" b="0"/>
              <a:pathLst>
                <a:path w="1432095" h="1697963">
                  <a:moveTo>
                    <a:pt x="0" y="1646737"/>
                  </a:moveTo>
                  <a:lnTo>
                    <a:pt x="6729" y="1651060"/>
                  </a:lnTo>
                  <a:lnTo>
                    <a:pt x="13984" y="1653981"/>
                  </a:lnTo>
                  <a:close/>
                  <a:moveTo>
                    <a:pt x="0" y="1646737"/>
                  </a:moveTo>
                  <a:lnTo>
                    <a:pt x="13984" y="1653981"/>
                  </a:lnTo>
                  <a:lnTo>
                    <a:pt x="53912" y="1674180"/>
                  </a:lnTo>
                  <a:close/>
                  <a:moveTo>
                    <a:pt x="188102" y="1492069"/>
                  </a:moveTo>
                  <a:lnTo>
                    <a:pt x="244311" y="1522919"/>
                  </a:lnTo>
                  <a:lnTo>
                    <a:pt x="226455" y="1519645"/>
                  </a:lnTo>
                  <a:close/>
                  <a:moveTo>
                    <a:pt x="312216" y="1395817"/>
                  </a:moveTo>
                  <a:lnTo>
                    <a:pt x="264576" y="1392373"/>
                  </a:lnTo>
                  <a:lnTo>
                    <a:pt x="267945" y="1395752"/>
                  </a:lnTo>
                  <a:close/>
                  <a:moveTo>
                    <a:pt x="340407" y="1423195"/>
                  </a:moveTo>
                  <a:lnTo>
                    <a:pt x="312216" y="1395817"/>
                  </a:lnTo>
                  <a:lnTo>
                    <a:pt x="283467" y="1389777"/>
                  </a:lnTo>
                  <a:close/>
                  <a:moveTo>
                    <a:pt x="422303" y="1458060"/>
                  </a:moveTo>
                  <a:lnTo>
                    <a:pt x="469332" y="1459215"/>
                  </a:lnTo>
                  <a:lnTo>
                    <a:pt x="492400" y="1410564"/>
                  </a:lnTo>
                  <a:close/>
                  <a:moveTo>
                    <a:pt x="556881" y="1375007"/>
                  </a:moveTo>
                  <a:lnTo>
                    <a:pt x="558999" y="1380446"/>
                  </a:lnTo>
                  <a:lnTo>
                    <a:pt x="567062" y="1380137"/>
                  </a:lnTo>
                  <a:close/>
                  <a:moveTo>
                    <a:pt x="579978" y="1375007"/>
                  </a:moveTo>
                  <a:lnTo>
                    <a:pt x="567062" y="1380137"/>
                  </a:lnTo>
                  <a:lnTo>
                    <a:pt x="558999" y="1380446"/>
                  </a:lnTo>
                  <a:close/>
                  <a:moveTo>
                    <a:pt x="556881" y="1375007"/>
                  </a:moveTo>
                  <a:lnTo>
                    <a:pt x="567062" y="1380137"/>
                  </a:lnTo>
                  <a:lnTo>
                    <a:pt x="590897" y="1354514"/>
                  </a:lnTo>
                  <a:close/>
                  <a:moveTo>
                    <a:pt x="201790" y="835547"/>
                  </a:moveTo>
                  <a:lnTo>
                    <a:pt x="175524" y="859641"/>
                  </a:lnTo>
                  <a:lnTo>
                    <a:pt x="211673" y="789880"/>
                  </a:lnTo>
                  <a:close/>
                  <a:moveTo>
                    <a:pt x="175524" y="859641"/>
                  </a:moveTo>
                  <a:lnTo>
                    <a:pt x="190130" y="844233"/>
                  </a:lnTo>
                  <a:lnTo>
                    <a:pt x="211673" y="789880"/>
                  </a:lnTo>
                  <a:close/>
                  <a:moveTo>
                    <a:pt x="351065" y="826790"/>
                  </a:moveTo>
                  <a:lnTo>
                    <a:pt x="294641" y="816007"/>
                  </a:lnTo>
                  <a:lnTo>
                    <a:pt x="335054" y="821135"/>
                  </a:lnTo>
                  <a:close/>
                  <a:moveTo>
                    <a:pt x="301073" y="814558"/>
                  </a:moveTo>
                  <a:lnTo>
                    <a:pt x="351065" y="826790"/>
                  </a:lnTo>
                  <a:lnTo>
                    <a:pt x="381703" y="806440"/>
                  </a:lnTo>
                  <a:close/>
                  <a:moveTo>
                    <a:pt x="1178071" y="1687808"/>
                  </a:moveTo>
                  <a:lnTo>
                    <a:pt x="1134068" y="1697963"/>
                  </a:lnTo>
                  <a:lnTo>
                    <a:pt x="1109553" y="1675913"/>
                  </a:lnTo>
                  <a:close/>
                  <a:moveTo>
                    <a:pt x="1178071" y="1687808"/>
                  </a:moveTo>
                  <a:lnTo>
                    <a:pt x="1207406" y="1690924"/>
                  </a:lnTo>
                  <a:lnTo>
                    <a:pt x="1165787" y="1681657"/>
                  </a:lnTo>
                  <a:close/>
                  <a:moveTo>
                    <a:pt x="1178071" y="1687808"/>
                  </a:moveTo>
                  <a:lnTo>
                    <a:pt x="1165787" y="1681657"/>
                  </a:lnTo>
                  <a:lnTo>
                    <a:pt x="1134068" y="1697963"/>
                  </a:lnTo>
                  <a:close/>
                  <a:moveTo>
                    <a:pt x="751435" y="1140746"/>
                  </a:moveTo>
                  <a:lnTo>
                    <a:pt x="760290" y="1079776"/>
                  </a:lnTo>
                  <a:lnTo>
                    <a:pt x="733557" y="1113679"/>
                  </a:lnTo>
                  <a:close/>
                  <a:moveTo>
                    <a:pt x="703196" y="1135067"/>
                  </a:moveTo>
                  <a:lnTo>
                    <a:pt x="751435" y="1140746"/>
                  </a:lnTo>
                  <a:lnTo>
                    <a:pt x="733557" y="1113679"/>
                  </a:lnTo>
                  <a:close/>
                  <a:moveTo>
                    <a:pt x="306319" y="367313"/>
                  </a:moveTo>
                  <a:lnTo>
                    <a:pt x="289729" y="354321"/>
                  </a:lnTo>
                  <a:lnTo>
                    <a:pt x="284997" y="349751"/>
                  </a:lnTo>
                  <a:close/>
                  <a:moveTo>
                    <a:pt x="1394873" y="1569664"/>
                  </a:moveTo>
                  <a:lnTo>
                    <a:pt x="1408397" y="1522144"/>
                  </a:lnTo>
                  <a:lnTo>
                    <a:pt x="1377268" y="1543620"/>
                  </a:lnTo>
                  <a:close/>
                  <a:moveTo>
                    <a:pt x="1352592" y="1586259"/>
                  </a:moveTo>
                  <a:lnTo>
                    <a:pt x="1394873" y="1569664"/>
                  </a:lnTo>
                  <a:lnTo>
                    <a:pt x="1377268" y="1543620"/>
                  </a:lnTo>
                  <a:close/>
                  <a:moveTo>
                    <a:pt x="1409764" y="1539663"/>
                  </a:moveTo>
                  <a:lnTo>
                    <a:pt x="1412750" y="1501602"/>
                  </a:lnTo>
                  <a:lnTo>
                    <a:pt x="1408397" y="1522144"/>
                  </a:lnTo>
                  <a:close/>
                  <a:moveTo>
                    <a:pt x="1432095" y="1464032"/>
                  </a:moveTo>
                  <a:lnTo>
                    <a:pt x="1412750" y="1501602"/>
                  </a:lnTo>
                  <a:lnTo>
                    <a:pt x="1409764" y="1539663"/>
                  </a:lnTo>
                  <a:close/>
                  <a:moveTo>
                    <a:pt x="1132435" y="1280854"/>
                  </a:moveTo>
                  <a:lnTo>
                    <a:pt x="1164539" y="1232513"/>
                  </a:lnTo>
                  <a:lnTo>
                    <a:pt x="1136627" y="1281980"/>
                  </a:lnTo>
                  <a:close/>
                  <a:moveTo>
                    <a:pt x="1132435" y="1280854"/>
                  </a:moveTo>
                  <a:lnTo>
                    <a:pt x="1130434" y="1279677"/>
                  </a:lnTo>
                  <a:lnTo>
                    <a:pt x="1163320" y="1230443"/>
                  </a:lnTo>
                  <a:close/>
                  <a:moveTo>
                    <a:pt x="651687" y="712460"/>
                  </a:moveTo>
                  <a:lnTo>
                    <a:pt x="695290" y="700807"/>
                  </a:lnTo>
                  <a:lnTo>
                    <a:pt x="722933" y="669261"/>
                  </a:lnTo>
                  <a:close/>
                  <a:moveTo>
                    <a:pt x="695290" y="700807"/>
                  </a:moveTo>
                  <a:lnTo>
                    <a:pt x="742121" y="701226"/>
                  </a:lnTo>
                  <a:lnTo>
                    <a:pt x="772608" y="680312"/>
                  </a:lnTo>
                  <a:close/>
                  <a:moveTo>
                    <a:pt x="333496" y="175617"/>
                  </a:moveTo>
                  <a:lnTo>
                    <a:pt x="317456" y="201312"/>
                  </a:lnTo>
                  <a:lnTo>
                    <a:pt x="340428" y="189337"/>
                  </a:lnTo>
                  <a:close/>
                  <a:moveTo>
                    <a:pt x="340428" y="189337"/>
                  </a:moveTo>
                  <a:lnTo>
                    <a:pt x="317456" y="201312"/>
                  </a:lnTo>
                  <a:lnTo>
                    <a:pt x="308428" y="240113"/>
                  </a:lnTo>
                  <a:close/>
                  <a:moveTo>
                    <a:pt x="333496" y="175617"/>
                  </a:moveTo>
                  <a:lnTo>
                    <a:pt x="340428" y="189337"/>
                  </a:lnTo>
                  <a:lnTo>
                    <a:pt x="353325" y="160743"/>
                  </a:lnTo>
                  <a:close/>
                  <a:moveTo>
                    <a:pt x="92540" y="19317"/>
                  </a:moveTo>
                  <a:lnTo>
                    <a:pt x="139139" y="18865"/>
                  </a:lnTo>
                  <a:lnTo>
                    <a:pt x="172905" y="10210"/>
                  </a:lnTo>
                  <a:close/>
                  <a:moveTo>
                    <a:pt x="172905" y="10210"/>
                  </a:moveTo>
                  <a:lnTo>
                    <a:pt x="139139" y="18865"/>
                  </a:lnTo>
                  <a:lnTo>
                    <a:pt x="216894" y="0"/>
                  </a:lnTo>
                  <a:close/>
                  <a:moveTo>
                    <a:pt x="1416343" y="1452942"/>
                  </a:moveTo>
                  <a:lnTo>
                    <a:pt x="1412750" y="1501602"/>
                  </a:lnTo>
                  <a:lnTo>
                    <a:pt x="1432095" y="1464032"/>
                  </a:lnTo>
                  <a:close/>
                  <a:moveTo>
                    <a:pt x="1398495" y="1404709"/>
                  </a:moveTo>
                  <a:lnTo>
                    <a:pt x="1416343" y="1452942"/>
                  </a:lnTo>
                  <a:lnTo>
                    <a:pt x="1432095" y="1464032"/>
                  </a:lnTo>
                  <a:close/>
                  <a:moveTo>
                    <a:pt x="1170119" y="1187474"/>
                  </a:moveTo>
                  <a:lnTo>
                    <a:pt x="1199559" y="1228551"/>
                  </a:lnTo>
                  <a:lnTo>
                    <a:pt x="1188141" y="1206349"/>
                  </a:lnTo>
                  <a:close/>
                  <a:moveTo>
                    <a:pt x="468233" y="311645"/>
                  </a:moveTo>
                  <a:lnTo>
                    <a:pt x="478353" y="381764"/>
                  </a:lnTo>
                  <a:lnTo>
                    <a:pt x="482343" y="330227"/>
                  </a:lnTo>
                  <a:close/>
                  <a:moveTo>
                    <a:pt x="501592" y="278690"/>
                  </a:moveTo>
                  <a:lnTo>
                    <a:pt x="518141" y="254597"/>
                  </a:lnTo>
                  <a:lnTo>
                    <a:pt x="513125" y="273953"/>
                  </a:lnTo>
                  <a:close/>
                  <a:moveTo>
                    <a:pt x="333270" y="125535"/>
                  </a:moveTo>
                  <a:lnTo>
                    <a:pt x="353325" y="160743"/>
                  </a:lnTo>
                  <a:lnTo>
                    <a:pt x="363604" y="99987"/>
                  </a:lnTo>
                  <a:close/>
                  <a:moveTo>
                    <a:pt x="333496" y="175617"/>
                  </a:moveTo>
                  <a:lnTo>
                    <a:pt x="353325" y="160743"/>
                  </a:lnTo>
                  <a:lnTo>
                    <a:pt x="333270" y="125535"/>
                  </a:lnTo>
                  <a:close/>
                  <a:moveTo>
                    <a:pt x="1161469" y="1006278"/>
                  </a:moveTo>
                  <a:lnTo>
                    <a:pt x="1174126" y="998560"/>
                  </a:lnTo>
                  <a:lnTo>
                    <a:pt x="1184131" y="952015"/>
                  </a:lnTo>
                  <a:close/>
                  <a:moveTo>
                    <a:pt x="1191544" y="1019810"/>
                  </a:moveTo>
                  <a:lnTo>
                    <a:pt x="1174126" y="998560"/>
                  </a:lnTo>
                  <a:lnTo>
                    <a:pt x="1161469" y="1006278"/>
                  </a:lnTo>
                  <a:close/>
                  <a:moveTo>
                    <a:pt x="1191544" y="1019810"/>
                  </a:moveTo>
                  <a:lnTo>
                    <a:pt x="1187953" y="1050257"/>
                  </a:lnTo>
                  <a:lnTo>
                    <a:pt x="1195413" y="1027646"/>
                  </a:lnTo>
                  <a:close/>
                  <a:moveTo>
                    <a:pt x="1191544" y="1019810"/>
                  </a:moveTo>
                  <a:lnTo>
                    <a:pt x="1195413" y="1027646"/>
                  </a:lnTo>
                  <a:lnTo>
                    <a:pt x="1174126" y="998560"/>
                  </a:lnTo>
                  <a:close/>
                  <a:moveTo>
                    <a:pt x="876292" y="623492"/>
                  </a:moveTo>
                  <a:lnTo>
                    <a:pt x="847536" y="650878"/>
                  </a:lnTo>
                  <a:lnTo>
                    <a:pt x="915788" y="596484"/>
                  </a:lnTo>
                  <a:close/>
                  <a:moveTo>
                    <a:pt x="1216883" y="888620"/>
                  </a:moveTo>
                  <a:lnTo>
                    <a:pt x="1184131" y="952015"/>
                  </a:lnTo>
                  <a:lnTo>
                    <a:pt x="1189309" y="920427"/>
                  </a:lnTo>
                  <a:close/>
                  <a:moveTo>
                    <a:pt x="1189309" y="920427"/>
                  </a:moveTo>
                  <a:lnTo>
                    <a:pt x="1242611" y="952015"/>
                  </a:lnTo>
                  <a:lnTo>
                    <a:pt x="1216883" y="888620"/>
                  </a:lnTo>
                  <a:close/>
                  <a:moveTo>
                    <a:pt x="1216883" y="888620"/>
                  </a:moveTo>
                  <a:lnTo>
                    <a:pt x="1242611" y="952015"/>
                  </a:lnTo>
                  <a:lnTo>
                    <a:pt x="1253489" y="881946"/>
                  </a:lnTo>
                  <a:close/>
                  <a:moveTo>
                    <a:pt x="1253489" y="881946"/>
                  </a:moveTo>
                  <a:lnTo>
                    <a:pt x="1241450" y="876385"/>
                  </a:lnTo>
                  <a:lnTo>
                    <a:pt x="1216883" y="888620"/>
                  </a:lnTo>
                  <a:close/>
                  <a:moveTo>
                    <a:pt x="1241450" y="876385"/>
                  </a:moveTo>
                  <a:lnTo>
                    <a:pt x="1253489" y="881946"/>
                  </a:lnTo>
                  <a:lnTo>
                    <a:pt x="1258263" y="868658"/>
                  </a:lnTo>
                  <a:close/>
                  <a:moveTo>
                    <a:pt x="918691" y="587763"/>
                  </a:moveTo>
                  <a:lnTo>
                    <a:pt x="876292" y="623492"/>
                  </a:lnTo>
                  <a:lnTo>
                    <a:pt x="915788" y="596484"/>
                  </a:lnTo>
                  <a:close/>
                  <a:moveTo>
                    <a:pt x="903876" y="537064"/>
                  </a:moveTo>
                  <a:lnTo>
                    <a:pt x="919077" y="591259"/>
                  </a:lnTo>
                  <a:lnTo>
                    <a:pt x="906208" y="539722"/>
                  </a:lnTo>
                  <a:close/>
                  <a:moveTo>
                    <a:pt x="903876" y="537064"/>
                  </a:moveTo>
                  <a:lnTo>
                    <a:pt x="918691" y="587763"/>
                  </a:lnTo>
                  <a:lnTo>
                    <a:pt x="919077" y="591259"/>
                  </a:lnTo>
                  <a:close/>
                  <a:moveTo>
                    <a:pt x="893716" y="482582"/>
                  </a:moveTo>
                  <a:lnTo>
                    <a:pt x="899820" y="464092"/>
                  </a:lnTo>
                  <a:lnTo>
                    <a:pt x="875592" y="485974"/>
                  </a:lnTo>
                  <a:close/>
                  <a:moveTo>
                    <a:pt x="893716" y="482582"/>
                  </a:moveTo>
                  <a:lnTo>
                    <a:pt x="903876" y="537064"/>
                  </a:lnTo>
                  <a:lnTo>
                    <a:pt x="906208" y="539722"/>
                  </a:lnTo>
                  <a:close/>
                  <a:moveTo>
                    <a:pt x="899820" y="464092"/>
                  </a:moveTo>
                  <a:lnTo>
                    <a:pt x="893716" y="482582"/>
                  </a:lnTo>
                  <a:lnTo>
                    <a:pt x="906262" y="42597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36" name="Output_density__4235">
              <a:extLst>
                <a:ext uri="{FF2B5EF4-FFF2-40B4-BE49-F238E27FC236}">
                  <a16:creationId xmlns:a16="http://schemas.microsoft.com/office/drawing/2014/main" id="{DDF9B992-21B5-DBBB-2BFD-B7403ED15B9A}"/>
                </a:ext>
              </a:extLst>
            </p:cNvPr>
            <p:cNvSpPr>
              <a:spLocks noGrp="1"/>
            </p:cNvSpPr>
            <p:nvPr/>
          </p:nvSpPr>
          <p:spPr>
            <a:xfrm>
              <a:off x="15358725" y="2717792"/>
              <a:ext cx="1331375" cy="1746633"/>
            </a:xfrm>
            <a:custGeom>
              <a:avLst/>
              <a:gdLst/>
              <a:ahLst/>
              <a:cxnLst/>
              <a:rect l="0" t="0" r="0" b="0"/>
              <a:pathLst>
                <a:path w="1331375" h="1746633">
                  <a:moveTo>
                    <a:pt x="36351" y="1500536"/>
                  </a:moveTo>
                  <a:lnTo>
                    <a:pt x="30935" y="1502997"/>
                  </a:lnTo>
                  <a:lnTo>
                    <a:pt x="67686" y="1496576"/>
                  </a:lnTo>
                  <a:close/>
                  <a:moveTo>
                    <a:pt x="30935" y="1502997"/>
                  </a:moveTo>
                  <a:lnTo>
                    <a:pt x="0" y="1553085"/>
                  </a:lnTo>
                  <a:lnTo>
                    <a:pt x="67686" y="1496576"/>
                  </a:lnTo>
                  <a:close/>
                  <a:moveTo>
                    <a:pt x="67686" y="1496576"/>
                  </a:moveTo>
                  <a:lnTo>
                    <a:pt x="0" y="1553085"/>
                  </a:lnTo>
                  <a:lnTo>
                    <a:pt x="31090" y="1530440"/>
                  </a:lnTo>
                  <a:close/>
                  <a:moveTo>
                    <a:pt x="36351" y="1500536"/>
                  </a:moveTo>
                  <a:lnTo>
                    <a:pt x="67686" y="1496576"/>
                  </a:lnTo>
                  <a:lnTo>
                    <a:pt x="113018" y="1491388"/>
                  </a:lnTo>
                  <a:close/>
                  <a:moveTo>
                    <a:pt x="196826" y="1360255"/>
                  </a:moveTo>
                  <a:lnTo>
                    <a:pt x="165146" y="1379179"/>
                  </a:lnTo>
                  <a:lnTo>
                    <a:pt x="219671" y="1364721"/>
                  </a:lnTo>
                  <a:close/>
                  <a:moveTo>
                    <a:pt x="295484" y="1176381"/>
                  </a:moveTo>
                  <a:lnTo>
                    <a:pt x="287342" y="1227918"/>
                  </a:lnTo>
                  <a:lnTo>
                    <a:pt x="346462" y="1203824"/>
                  </a:lnTo>
                  <a:close/>
                  <a:moveTo>
                    <a:pt x="295484" y="1176381"/>
                  </a:moveTo>
                  <a:lnTo>
                    <a:pt x="346462" y="1203824"/>
                  </a:lnTo>
                  <a:lnTo>
                    <a:pt x="321494" y="1152287"/>
                  </a:lnTo>
                  <a:close/>
                  <a:moveTo>
                    <a:pt x="281605" y="1124845"/>
                  </a:moveTo>
                  <a:lnTo>
                    <a:pt x="295484" y="1176381"/>
                  </a:lnTo>
                  <a:lnTo>
                    <a:pt x="321494" y="1152287"/>
                  </a:lnTo>
                  <a:close/>
                  <a:moveTo>
                    <a:pt x="281605" y="1124845"/>
                  </a:moveTo>
                  <a:lnTo>
                    <a:pt x="321494" y="1152287"/>
                  </a:lnTo>
                  <a:lnTo>
                    <a:pt x="318659" y="1100751"/>
                  </a:lnTo>
                  <a:close/>
                  <a:moveTo>
                    <a:pt x="324137" y="1082197"/>
                  </a:moveTo>
                  <a:lnTo>
                    <a:pt x="281605" y="1124845"/>
                  </a:lnTo>
                  <a:lnTo>
                    <a:pt x="318659" y="1100751"/>
                  </a:lnTo>
                  <a:close/>
                  <a:moveTo>
                    <a:pt x="936452" y="1746633"/>
                  </a:moveTo>
                  <a:lnTo>
                    <a:pt x="951247" y="1719868"/>
                  </a:lnTo>
                  <a:lnTo>
                    <a:pt x="895924" y="1719190"/>
                  </a:lnTo>
                  <a:close/>
                  <a:moveTo>
                    <a:pt x="321494" y="1152287"/>
                  </a:moveTo>
                  <a:lnTo>
                    <a:pt x="361144" y="1200185"/>
                  </a:lnTo>
                  <a:lnTo>
                    <a:pt x="361752" y="1136947"/>
                  </a:lnTo>
                  <a:close/>
                  <a:moveTo>
                    <a:pt x="321494" y="1152287"/>
                  </a:moveTo>
                  <a:lnTo>
                    <a:pt x="346462" y="1203824"/>
                  </a:lnTo>
                  <a:lnTo>
                    <a:pt x="361144" y="1200185"/>
                  </a:lnTo>
                  <a:close/>
                  <a:moveTo>
                    <a:pt x="318659" y="1100751"/>
                  </a:moveTo>
                  <a:lnTo>
                    <a:pt x="361752" y="1136947"/>
                  </a:lnTo>
                  <a:lnTo>
                    <a:pt x="344374" y="1088333"/>
                  </a:lnTo>
                  <a:close/>
                  <a:moveTo>
                    <a:pt x="318659" y="1100751"/>
                  </a:moveTo>
                  <a:lnTo>
                    <a:pt x="321494" y="1152287"/>
                  </a:lnTo>
                  <a:lnTo>
                    <a:pt x="361752" y="1136947"/>
                  </a:lnTo>
                  <a:close/>
                  <a:moveTo>
                    <a:pt x="361752" y="1136947"/>
                  </a:moveTo>
                  <a:lnTo>
                    <a:pt x="405169" y="1076890"/>
                  </a:lnTo>
                  <a:lnTo>
                    <a:pt x="344374" y="1088333"/>
                  </a:lnTo>
                  <a:close/>
                  <a:moveTo>
                    <a:pt x="318659" y="1100751"/>
                  </a:moveTo>
                  <a:lnTo>
                    <a:pt x="344374" y="1088333"/>
                  </a:lnTo>
                  <a:lnTo>
                    <a:pt x="324137" y="1082197"/>
                  </a:lnTo>
                  <a:close/>
                  <a:moveTo>
                    <a:pt x="324137" y="1082197"/>
                  </a:moveTo>
                  <a:lnTo>
                    <a:pt x="344374" y="1088333"/>
                  </a:lnTo>
                  <a:lnTo>
                    <a:pt x="367019" y="1067848"/>
                  </a:lnTo>
                  <a:close/>
                  <a:moveTo>
                    <a:pt x="485693" y="1112150"/>
                  </a:moveTo>
                  <a:lnTo>
                    <a:pt x="474182" y="1158938"/>
                  </a:lnTo>
                  <a:lnTo>
                    <a:pt x="510749" y="1104100"/>
                  </a:lnTo>
                  <a:close/>
                  <a:moveTo>
                    <a:pt x="532500" y="1067399"/>
                  </a:moveTo>
                  <a:lnTo>
                    <a:pt x="485693" y="1112150"/>
                  </a:lnTo>
                  <a:lnTo>
                    <a:pt x="510749" y="1104100"/>
                  </a:lnTo>
                  <a:close/>
                  <a:moveTo>
                    <a:pt x="250077" y="922047"/>
                  </a:moveTo>
                  <a:lnTo>
                    <a:pt x="301245" y="959928"/>
                  </a:lnTo>
                  <a:lnTo>
                    <a:pt x="286164" y="909446"/>
                  </a:lnTo>
                  <a:close/>
                  <a:moveTo>
                    <a:pt x="286164" y="909446"/>
                  </a:moveTo>
                  <a:lnTo>
                    <a:pt x="264662" y="899605"/>
                  </a:lnTo>
                  <a:lnTo>
                    <a:pt x="250077" y="922047"/>
                  </a:lnTo>
                  <a:close/>
                  <a:moveTo>
                    <a:pt x="331012" y="848224"/>
                  </a:moveTo>
                  <a:lnTo>
                    <a:pt x="269319" y="870510"/>
                  </a:lnTo>
                  <a:lnTo>
                    <a:pt x="335545" y="855052"/>
                  </a:lnTo>
                  <a:close/>
                  <a:moveTo>
                    <a:pt x="269319" y="870510"/>
                  </a:moveTo>
                  <a:lnTo>
                    <a:pt x="264662" y="899605"/>
                  </a:lnTo>
                  <a:lnTo>
                    <a:pt x="335545" y="855052"/>
                  </a:lnTo>
                  <a:close/>
                  <a:moveTo>
                    <a:pt x="335545" y="855052"/>
                  </a:moveTo>
                  <a:lnTo>
                    <a:pt x="264662" y="899605"/>
                  </a:lnTo>
                  <a:lnTo>
                    <a:pt x="318419" y="897953"/>
                  </a:lnTo>
                  <a:close/>
                  <a:moveTo>
                    <a:pt x="318419" y="897953"/>
                  </a:moveTo>
                  <a:lnTo>
                    <a:pt x="264662" y="899605"/>
                  </a:lnTo>
                  <a:lnTo>
                    <a:pt x="286164" y="909446"/>
                  </a:lnTo>
                  <a:close/>
                  <a:moveTo>
                    <a:pt x="510749" y="1104100"/>
                  </a:moveTo>
                  <a:lnTo>
                    <a:pt x="576704" y="1138885"/>
                  </a:lnTo>
                  <a:lnTo>
                    <a:pt x="563488" y="1086887"/>
                  </a:lnTo>
                  <a:close/>
                  <a:moveTo>
                    <a:pt x="576704" y="1138885"/>
                  </a:moveTo>
                  <a:lnTo>
                    <a:pt x="618446" y="1080189"/>
                  </a:lnTo>
                  <a:lnTo>
                    <a:pt x="563488" y="1086887"/>
                  </a:lnTo>
                  <a:close/>
                  <a:moveTo>
                    <a:pt x="532500" y="1067399"/>
                  </a:moveTo>
                  <a:lnTo>
                    <a:pt x="510749" y="1104100"/>
                  </a:lnTo>
                  <a:lnTo>
                    <a:pt x="563488" y="1086887"/>
                  </a:lnTo>
                  <a:close/>
                  <a:moveTo>
                    <a:pt x="335545" y="855052"/>
                  </a:moveTo>
                  <a:lnTo>
                    <a:pt x="318419" y="897953"/>
                  </a:lnTo>
                  <a:lnTo>
                    <a:pt x="358930" y="888271"/>
                  </a:lnTo>
                  <a:close/>
                  <a:moveTo>
                    <a:pt x="417390" y="851479"/>
                  </a:moveTo>
                  <a:lnTo>
                    <a:pt x="358930" y="888271"/>
                  </a:lnTo>
                  <a:lnTo>
                    <a:pt x="405369" y="873859"/>
                  </a:lnTo>
                  <a:close/>
                  <a:moveTo>
                    <a:pt x="335545" y="855052"/>
                  </a:moveTo>
                  <a:lnTo>
                    <a:pt x="358930" y="888271"/>
                  </a:lnTo>
                  <a:lnTo>
                    <a:pt x="417390" y="851479"/>
                  </a:lnTo>
                  <a:close/>
                  <a:moveTo>
                    <a:pt x="685188" y="1019123"/>
                  </a:moveTo>
                  <a:lnTo>
                    <a:pt x="618810" y="1080005"/>
                  </a:lnTo>
                  <a:lnTo>
                    <a:pt x="671508" y="1055912"/>
                  </a:lnTo>
                  <a:close/>
                  <a:moveTo>
                    <a:pt x="487099" y="802532"/>
                  </a:moveTo>
                  <a:lnTo>
                    <a:pt x="452690" y="822322"/>
                  </a:lnTo>
                  <a:lnTo>
                    <a:pt x="417390" y="851479"/>
                  </a:lnTo>
                  <a:close/>
                  <a:moveTo>
                    <a:pt x="438727" y="238023"/>
                  </a:moveTo>
                  <a:lnTo>
                    <a:pt x="445204" y="186487"/>
                  </a:lnTo>
                  <a:lnTo>
                    <a:pt x="428685" y="242114"/>
                  </a:lnTo>
                  <a:close/>
                  <a:moveTo>
                    <a:pt x="445204" y="186487"/>
                  </a:moveTo>
                  <a:lnTo>
                    <a:pt x="397717" y="204548"/>
                  </a:lnTo>
                  <a:lnTo>
                    <a:pt x="428685" y="242114"/>
                  </a:lnTo>
                  <a:close/>
                  <a:moveTo>
                    <a:pt x="827277" y="661417"/>
                  </a:moveTo>
                  <a:lnTo>
                    <a:pt x="809113" y="701853"/>
                  </a:lnTo>
                  <a:lnTo>
                    <a:pt x="852952" y="689772"/>
                  </a:lnTo>
                  <a:close/>
                  <a:moveTo>
                    <a:pt x="742984" y="495707"/>
                  </a:moveTo>
                  <a:lnTo>
                    <a:pt x="809088" y="523149"/>
                  </a:lnTo>
                  <a:lnTo>
                    <a:pt x="790228" y="471612"/>
                  </a:lnTo>
                  <a:close/>
                  <a:moveTo>
                    <a:pt x="445204" y="186487"/>
                  </a:moveTo>
                  <a:lnTo>
                    <a:pt x="503264" y="219465"/>
                  </a:lnTo>
                  <a:lnTo>
                    <a:pt x="483148" y="173076"/>
                  </a:lnTo>
                  <a:close/>
                  <a:moveTo>
                    <a:pt x="445204" y="186487"/>
                  </a:moveTo>
                  <a:lnTo>
                    <a:pt x="438727" y="238023"/>
                  </a:lnTo>
                  <a:lnTo>
                    <a:pt x="503264" y="219465"/>
                  </a:lnTo>
                  <a:close/>
                  <a:moveTo>
                    <a:pt x="503264" y="219465"/>
                  </a:moveTo>
                  <a:lnTo>
                    <a:pt x="539268" y="165434"/>
                  </a:lnTo>
                  <a:lnTo>
                    <a:pt x="483148" y="173076"/>
                  </a:lnTo>
                  <a:close/>
                  <a:moveTo>
                    <a:pt x="483148" y="173076"/>
                  </a:moveTo>
                  <a:lnTo>
                    <a:pt x="445482" y="134950"/>
                  </a:lnTo>
                  <a:lnTo>
                    <a:pt x="445204" y="186487"/>
                  </a:lnTo>
                  <a:close/>
                  <a:moveTo>
                    <a:pt x="458338" y="130504"/>
                  </a:moveTo>
                  <a:lnTo>
                    <a:pt x="445482" y="134950"/>
                  </a:lnTo>
                  <a:lnTo>
                    <a:pt x="483148" y="173076"/>
                  </a:lnTo>
                  <a:close/>
                  <a:moveTo>
                    <a:pt x="483148" y="173076"/>
                  </a:moveTo>
                  <a:lnTo>
                    <a:pt x="521643" y="117020"/>
                  </a:lnTo>
                  <a:lnTo>
                    <a:pt x="458338" y="130504"/>
                  </a:lnTo>
                  <a:close/>
                  <a:moveTo>
                    <a:pt x="471917" y="71272"/>
                  </a:moveTo>
                  <a:lnTo>
                    <a:pt x="445482" y="134950"/>
                  </a:lnTo>
                  <a:lnTo>
                    <a:pt x="458338" y="130504"/>
                  </a:lnTo>
                  <a:close/>
                  <a:moveTo>
                    <a:pt x="316551" y="31877"/>
                  </a:moveTo>
                  <a:lnTo>
                    <a:pt x="337508" y="27286"/>
                  </a:lnTo>
                  <a:lnTo>
                    <a:pt x="323335" y="0"/>
                  </a:lnTo>
                  <a:close/>
                  <a:moveTo>
                    <a:pt x="809088" y="523149"/>
                  </a:moveTo>
                  <a:lnTo>
                    <a:pt x="842278" y="572964"/>
                  </a:lnTo>
                  <a:lnTo>
                    <a:pt x="834680" y="516397"/>
                  </a:lnTo>
                  <a:close/>
                  <a:moveTo>
                    <a:pt x="840987" y="577780"/>
                  </a:moveTo>
                  <a:lnTo>
                    <a:pt x="901713" y="550592"/>
                  </a:lnTo>
                  <a:lnTo>
                    <a:pt x="842278" y="572964"/>
                  </a:lnTo>
                  <a:close/>
                  <a:moveTo>
                    <a:pt x="901713" y="550592"/>
                  </a:moveTo>
                  <a:lnTo>
                    <a:pt x="904197" y="504532"/>
                  </a:lnTo>
                  <a:lnTo>
                    <a:pt x="842278" y="572964"/>
                  </a:lnTo>
                  <a:close/>
                  <a:moveTo>
                    <a:pt x="842278" y="572964"/>
                  </a:moveTo>
                  <a:lnTo>
                    <a:pt x="904197" y="504532"/>
                  </a:lnTo>
                  <a:lnTo>
                    <a:pt x="901156" y="500336"/>
                  </a:lnTo>
                  <a:close/>
                  <a:moveTo>
                    <a:pt x="842278" y="572964"/>
                  </a:moveTo>
                  <a:lnTo>
                    <a:pt x="901156" y="500336"/>
                  </a:lnTo>
                  <a:lnTo>
                    <a:pt x="834680" y="516397"/>
                  </a:lnTo>
                  <a:close/>
                  <a:moveTo>
                    <a:pt x="790228" y="471612"/>
                  </a:moveTo>
                  <a:lnTo>
                    <a:pt x="809088" y="523149"/>
                  </a:lnTo>
                  <a:lnTo>
                    <a:pt x="834680" y="516397"/>
                  </a:lnTo>
                  <a:close/>
                  <a:moveTo>
                    <a:pt x="901156" y="500336"/>
                  </a:moveTo>
                  <a:lnTo>
                    <a:pt x="921182" y="499055"/>
                  </a:lnTo>
                  <a:lnTo>
                    <a:pt x="900672" y="491354"/>
                  </a:lnTo>
                  <a:close/>
                  <a:moveTo>
                    <a:pt x="901156" y="500336"/>
                  </a:moveTo>
                  <a:lnTo>
                    <a:pt x="904197" y="504532"/>
                  </a:lnTo>
                  <a:lnTo>
                    <a:pt x="921182" y="499055"/>
                  </a:lnTo>
                  <a:close/>
                  <a:moveTo>
                    <a:pt x="464172" y="42312"/>
                  </a:moveTo>
                  <a:lnTo>
                    <a:pt x="445728" y="59320"/>
                  </a:lnTo>
                  <a:lnTo>
                    <a:pt x="482847" y="47835"/>
                  </a:lnTo>
                  <a:close/>
                  <a:moveTo>
                    <a:pt x="1166657" y="787119"/>
                  </a:moveTo>
                  <a:lnTo>
                    <a:pt x="1154438" y="808275"/>
                  </a:lnTo>
                  <a:lnTo>
                    <a:pt x="1186219" y="796971"/>
                  </a:lnTo>
                  <a:close/>
                  <a:moveTo>
                    <a:pt x="1189486" y="756738"/>
                  </a:moveTo>
                  <a:lnTo>
                    <a:pt x="1166657" y="787119"/>
                  </a:lnTo>
                  <a:lnTo>
                    <a:pt x="1240283" y="752819"/>
                  </a:lnTo>
                  <a:close/>
                  <a:moveTo>
                    <a:pt x="1240283" y="752819"/>
                  </a:moveTo>
                  <a:lnTo>
                    <a:pt x="1166657" y="787119"/>
                  </a:lnTo>
                  <a:lnTo>
                    <a:pt x="1219202" y="784181"/>
                  </a:lnTo>
                  <a:close/>
                  <a:moveTo>
                    <a:pt x="1219202" y="784181"/>
                  </a:moveTo>
                  <a:lnTo>
                    <a:pt x="1166657" y="787119"/>
                  </a:lnTo>
                  <a:lnTo>
                    <a:pt x="1186219" y="796971"/>
                  </a:lnTo>
                  <a:close/>
                  <a:moveTo>
                    <a:pt x="1216226" y="747815"/>
                  </a:moveTo>
                  <a:lnTo>
                    <a:pt x="1240283" y="752819"/>
                  </a:lnTo>
                  <a:lnTo>
                    <a:pt x="1270278" y="732644"/>
                  </a:lnTo>
                  <a:close/>
                  <a:moveTo>
                    <a:pt x="937095" y="533862"/>
                  </a:moveTo>
                  <a:lnTo>
                    <a:pt x="921182" y="499055"/>
                  </a:lnTo>
                  <a:lnTo>
                    <a:pt x="904197" y="504532"/>
                  </a:lnTo>
                  <a:close/>
                  <a:moveTo>
                    <a:pt x="1266900" y="769361"/>
                  </a:moveTo>
                  <a:lnTo>
                    <a:pt x="1328808" y="774224"/>
                  </a:lnTo>
                  <a:lnTo>
                    <a:pt x="1323459" y="760087"/>
                  </a:lnTo>
                  <a:close/>
                  <a:moveTo>
                    <a:pt x="1240283" y="752819"/>
                  </a:moveTo>
                  <a:lnTo>
                    <a:pt x="1219202" y="784181"/>
                  </a:lnTo>
                  <a:lnTo>
                    <a:pt x="1266900" y="769361"/>
                  </a:lnTo>
                  <a:close/>
                  <a:moveTo>
                    <a:pt x="1288868" y="726741"/>
                  </a:moveTo>
                  <a:lnTo>
                    <a:pt x="1270278" y="732644"/>
                  </a:lnTo>
                  <a:lnTo>
                    <a:pt x="1324570" y="758380"/>
                  </a:lnTo>
                  <a:close/>
                  <a:moveTo>
                    <a:pt x="1270278" y="732644"/>
                  </a:moveTo>
                  <a:lnTo>
                    <a:pt x="1240283" y="752819"/>
                  </a:lnTo>
                  <a:lnTo>
                    <a:pt x="1324570" y="758380"/>
                  </a:lnTo>
                  <a:close/>
                  <a:moveTo>
                    <a:pt x="1324570" y="758380"/>
                  </a:moveTo>
                  <a:lnTo>
                    <a:pt x="1240283" y="752819"/>
                  </a:lnTo>
                  <a:lnTo>
                    <a:pt x="1323459" y="760087"/>
                  </a:lnTo>
                  <a:close/>
                  <a:moveTo>
                    <a:pt x="1323459" y="760087"/>
                  </a:moveTo>
                  <a:lnTo>
                    <a:pt x="1240283" y="752819"/>
                  </a:lnTo>
                  <a:lnTo>
                    <a:pt x="1266900" y="769361"/>
                  </a:lnTo>
                  <a:close/>
                  <a:moveTo>
                    <a:pt x="1324570" y="758380"/>
                  </a:moveTo>
                  <a:lnTo>
                    <a:pt x="1331375" y="760087"/>
                  </a:lnTo>
                  <a:lnTo>
                    <a:pt x="1288868" y="726741"/>
                  </a:lnTo>
                  <a:close/>
                  <a:moveTo>
                    <a:pt x="1323459" y="760087"/>
                  </a:moveTo>
                  <a:lnTo>
                    <a:pt x="1328808" y="774224"/>
                  </a:lnTo>
                  <a:lnTo>
                    <a:pt x="1325906" y="759372"/>
                  </a:lnTo>
                  <a:close/>
                  <a:moveTo>
                    <a:pt x="1324570" y="758380"/>
                  </a:moveTo>
                  <a:lnTo>
                    <a:pt x="1323459" y="760087"/>
                  </a:lnTo>
                  <a:lnTo>
                    <a:pt x="1325906" y="759372"/>
                  </a:lnTo>
                  <a:close/>
                  <a:moveTo>
                    <a:pt x="1325906" y="759372"/>
                  </a:moveTo>
                  <a:lnTo>
                    <a:pt x="1328808" y="774224"/>
                  </a:lnTo>
                  <a:lnTo>
                    <a:pt x="1331375" y="760087"/>
                  </a:lnTo>
                  <a:close/>
                  <a:moveTo>
                    <a:pt x="1325906" y="759372"/>
                  </a:moveTo>
                  <a:lnTo>
                    <a:pt x="1331375" y="760087"/>
                  </a:lnTo>
                  <a:lnTo>
                    <a:pt x="1324570" y="75838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37" name="Output_density__4236">
              <a:extLst>
                <a:ext uri="{FF2B5EF4-FFF2-40B4-BE49-F238E27FC236}">
                  <a16:creationId xmlns:a16="http://schemas.microsoft.com/office/drawing/2014/main" id="{62DD1BB0-B4C7-C7CA-FEE0-EEF5DAD61AFE}"/>
                </a:ext>
              </a:extLst>
            </p:cNvPr>
            <p:cNvSpPr>
              <a:spLocks noGrp="1"/>
            </p:cNvSpPr>
            <p:nvPr/>
          </p:nvSpPr>
          <p:spPr>
            <a:xfrm>
              <a:off x="15404000" y="2693531"/>
              <a:ext cx="1419912" cy="1928782"/>
            </a:xfrm>
            <a:custGeom>
              <a:avLst/>
              <a:gdLst/>
              <a:ahLst/>
              <a:cxnLst/>
              <a:rect l="0" t="0" r="0" b="0"/>
              <a:pathLst>
                <a:path w="1419912" h="1928782">
                  <a:moveTo>
                    <a:pt x="5933" y="1606238"/>
                  </a:moveTo>
                  <a:lnTo>
                    <a:pt x="3569" y="1630332"/>
                  </a:lnTo>
                  <a:lnTo>
                    <a:pt x="57482" y="1657775"/>
                  </a:lnTo>
                  <a:close/>
                  <a:moveTo>
                    <a:pt x="172006" y="1730795"/>
                  </a:moveTo>
                  <a:lnTo>
                    <a:pt x="251609" y="1718840"/>
                  </a:lnTo>
                  <a:lnTo>
                    <a:pt x="201540" y="1706320"/>
                  </a:lnTo>
                  <a:close/>
                  <a:moveTo>
                    <a:pt x="67299" y="1633681"/>
                  </a:moveTo>
                  <a:lnTo>
                    <a:pt x="57482" y="1657775"/>
                  </a:lnTo>
                  <a:lnTo>
                    <a:pt x="60361" y="1662727"/>
                  </a:lnTo>
                  <a:close/>
                  <a:moveTo>
                    <a:pt x="345988" y="1897034"/>
                  </a:moveTo>
                  <a:lnTo>
                    <a:pt x="407978" y="1867270"/>
                  </a:lnTo>
                  <a:lnTo>
                    <a:pt x="352759" y="1884626"/>
                  </a:lnTo>
                  <a:close/>
                  <a:moveTo>
                    <a:pt x="422944" y="1875181"/>
                  </a:moveTo>
                  <a:lnTo>
                    <a:pt x="407978" y="1867270"/>
                  </a:lnTo>
                  <a:lnTo>
                    <a:pt x="345988" y="1897034"/>
                  </a:lnTo>
                  <a:close/>
                  <a:moveTo>
                    <a:pt x="398056" y="1917028"/>
                  </a:moveTo>
                  <a:lnTo>
                    <a:pt x="422944" y="1875181"/>
                  </a:lnTo>
                  <a:lnTo>
                    <a:pt x="345988" y="1897034"/>
                  </a:lnTo>
                  <a:close/>
                  <a:moveTo>
                    <a:pt x="447919" y="1928782"/>
                  </a:moveTo>
                  <a:lnTo>
                    <a:pt x="466112" y="1868437"/>
                  </a:lnTo>
                  <a:lnTo>
                    <a:pt x="422944" y="1875181"/>
                  </a:lnTo>
                  <a:close/>
                  <a:moveTo>
                    <a:pt x="398056" y="1917028"/>
                  </a:moveTo>
                  <a:lnTo>
                    <a:pt x="447919" y="1928782"/>
                  </a:lnTo>
                  <a:lnTo>
                    <a:pt x="422944" y="1875181"/>
                  </a:lnTo>
                  <a:close/>
                  <a:moveTo>
                    <a:pt x="466112" y="1868437"/>
                  </a:moveTo>
                  <a:lnTo>
                    <a:pt x="434913" y="1831058"/>
                  </a:lnTo>
                  <a:lnTo>
                    <a:pt x="454885" y="1867270"/>
                  </a:lnTo>
                  <a:close/>
                  <a:moveTo>
                    <a:pt x="434913" y="1831058"/>
                  </a:moveTo>
                  <a:lnTo>
                    <a:pt x="426485" y="1815733"/>
                  </a:lnTo>
                  <a:lnTo>
                    <a:pt x="454885" y="1867270"/>
                  </a:lnTo>
                  <a:close/>
                  <a:moveTo>
                    <a:pt x="263562" y="1668189"/>
                  </a:moveTo>
                  <a:lnTo>
                    <a:pt x="251609" y="1718840"/>
                  </a:lnTo>
                  <a:lnTo>
                    <a:pt x="306149" y="1734290"/>
                  </a:lnTo>
                  <a:close/>
                  <a:moveTo>
                    <a:pt x="263562" y="1668189"/>
                  </a:moveTo>
                  <a:lnTo>
                    <a:pt x="201540" y="1706320"/>
                  </a:lnTo>
                  <a:lnTo>
                    <a:pt x="251609" y="1718840"/>
                  </a:lnTo>
                  <a:close/>
                  <a:moveTo>
                    <a:pt x="263562" y="1668189"/>
                  </a:moveTo>
                  <a:lnTo>
                    <a:pt x="213951" y="1670539"/>
                  </a:lnTo>
                  <a:lnTo>
                    <a:pt x="201540" y="1706320"/>
                  </a:lnTo>
                  <a:close/>
                  <a:moveTo>
                    <a:pt x="418566" y="1806366"/>
                  </a:moveTo>
                  <a:lnTo>
                    <a:pt x="454885" y="1867270"/>
                  </a:lnTo>
                  <a:lnTo>
                    <a:pt x="426485" y="1815733"/>
                  </a:lnTo>
                  <a:close/>
                  <a:moveTo>
                    <a:pt x="418566" y="1806366"/>
                  </a:moveTo>
                  <a:lnTo>
                    <a:pt x="425786" y="1863239"/>
                  </a:lnTo>
                  <a:lnTo>
                    <a:pt x="454885" y="1867270"/>
                  </a:lnTo>
                  <a:close/>
                  <a:moveTo>
                    <a:pt x="418566" y="1806366"/>
                  </a:moveTo>
                  <a:lnTo>
                    <a:pt x="426485" y="1815733"/>
                  </a:lnTo>
                  <a:lnTo>
                    <a:pt x="401235" y="1794013"/>
                  </a:lnTo>
                  <a:close/>
                  <a:moveTo>
                    <a:pt x="212028" y="1421131"/>
                  </a:moveTo>
                  <a:lnTo>
                    <a:pt x="257632" y="1471560"/>
                  </a:lnTo>
                  <a:lnTo>
                    <a:pt x="269636" y="1412279"/>
                  </a:lnTo>
                  <a:close/>
                  <a:moveTo>
                    <a:pt x="262513" y="1458326"/>
                  </a:moveTo>
                  <a:lnTo>
                    <a:pt x="257632" y="1471560"/>
                  </a:lnTo>
                  <a:lnTo>
                    <a:pt x="212028" y="1421131"/>
                  </a:lnTo>
                  <a:close/>
                  <a:moveTo>
                    <a:pt x="304212" y="1422151"/>
                  </a:moveTo>
                  <a:lnTo>
                    <a:pt x="269636" y="1412279"/>
                  </a:lnTo>
                  <a:lnTo>
                    <a:pt x="257632" y="1471560"/>
                  </a:lnTo>
                  <a:close/>
                  <a:moveTo>
                    <a:pt x="377040" y="1433754"/>
                  </a:moveTo>
                  <a:lnTo>
                    <a:pt x="351499" y="1383708"/>
                  </a:lnTo>
                  <a:lnTo>
                    <a:pt x="343977" y="1406789"/>
                  </a:lnTo>
                  <a:close/>
                  <a:moveTo>
                    <a:pt x="353286" y="1384719"/>
                  </a:moveTo>
                  <a:lnTo>
                    <a:pt x="351499" y="1383708"/>
                  </a:lnTo>
                  <a:lnTo>
                    <a:pt x="377040" y="1433754"/>
                  </a:lnTo>
                  <a:close/>
                  <a:moveTo>
                    <a:pt x="242219" y="1355252"/>
                  </a:moveTo>
                  <a:lnTo>
                    <a:pt x="268145" y="1375968"/>
                  </a:lnTo>
                  <a:lnTo>
                    <a:pt x="225913" y="1347100"/>
                  </a:lnTo>
                  <a:close/>
                  <a:moveTo>
                    <a:pt x="242219" y="1355252"/>
                  </a:moveTo>
                  <a:lnTo>
                    <a:pt x="225913" y="1347100"/>
                  </a:lnTo>
                  <a:lnTo>
                    <a:pt x="202324" y="1303534"/>
                  </a:lnTo>
                  <a:close/>
                  <a:moveTo>
                    <a:pt x="465562" y="1366941"/>
                  </a:moveTo>
                  <a:lnTo>
                    <a:pt x="457851" y="1310467"/>
                  </a:lnTo>
                  <a:lnTo>
                    <a:pt x="450182" y="1358601"/>
                  </a:lnTo>
                  <a:close/>
                  <a:moveTo>
                    <a:pt x="457851" y="1310467"/>
                  </a:moveTo>
                  <a:lnTo>
                    <a:pt x="450009" y="1307065"/>
                  </a:lnTo>
                  <a:lnTo>
                    <a:pt x="450182" y="1358601"/>
                  </a:lnTo>
                  <a:close/>
                  <a:moveTo>
                    <a:pt x="349337" y="1259980"/>
                  </a:moveTo>
                  <a:lnTo>
                    <a:pt x="400205" y="1250565"/>
                  </a:lnTo>
                  <a:lnTo>
                    <a:pt x="358372" y="1227874"/>
                  </a:lnTo>
                  <a:close/>
                  <a:moveTo>
                    <a:pt x="406182" y="1255528"/>
                  </a:moveTo>
                  <a:lnTo>
                    <a:pt x="358372" y="1227874"/>
                  </a:lnTo>
                  <a:lnTo>
                    <a:pt x="400205" y="1250565"/>
                  </a:lnTo>
                  <a:close/>
                  <a:moveTo>
                    <a:pt x="433749" y="1292080"/>
                  </a:moveTo>
                  <a:lnTo>
                    <a:pt x="450182" y="1358601"/>
                  </a:lnTo>
                  <a:lnTo>
                    <a:pt x="450009" y="1307065"/>
                  </a:lnTo>
                  <a:close/>
                  <a:moveTo>
                    <a:pt x="405401" y="1252383"/>
                  </a:moveTo>
                  <a:lnTo>
                    <a:pt x="450009" y="1307065"/>
                  </a:lnTo>
                  <a:lnTo>
                    <a:pt x="406182" y="1255528"/>
                  </a:lnTo>
                  <a:close/>
                  <a:moveTo>
                    <a:pt x="405401" y="1252383"/>
                  </a:moveTo>
                  <a:lnTo>
                    <a:pt x="433749" y="1292080"/>
                  </a:lnTo>
                  <a:lnTo>
                    <a:pt x="450009" y="1307065"/>
                  </a:lnTo>
                  <a:close/>
                  <a:moveTo>
                    <a:pt x="279203" y="1028044"/>
                  </a:moveTo>
                  <a:lnTo>
                    <a:pt x="303633" y="1064177"/>
                  </a:lnTo>
                  <a:lnTo>
                    <a:pt x="322564" y="1093517"/>
                  </a:lnTo>
                  <a:close/>
                  <a:moveTo>
                    <a:pt x="255969" y="984190"/>
                  </a:moveTo>
                  <a:lnTo>
                    <a:pt x="244225" y="1016734"/>
                  </a:lnTo>
                  <a:lnTo>
                    <a:pt x="292928" y="1049382"/>
                  </a:lnTo>
                  <a:close/>
                  <a:moveTo>
                    <a:pt x="828132" y="1397753"/>
                  </a:moveTo>
                  <a:lnTo>
                    <a:pt x="816586" y="1396961"/>
                  </a:lnTo>
                  <a:lnTo>
                    <a:pt x="877242" y="1440929"/>
                  </a:lnTo>
                  <a:close/>
                  <a:moveTo>
                    <a:pt x="877242" y="1440929"/>
                  </a:moveTo>
                  <a:lnTo>
                    <a:pt x="816586" y="1396961"/>
                  </a:lnTo>
                  <a:lnTo>
                    <a:pt x="811654" y="1413487"/>
                  </a:lnTo>
                  <a:close/>
                  <a:moveTo>
                    <a:pt x="732480" y="1301870"/>
                  </a:moveTo>
                  <a:lnTo>
                    <a:pt x="769734" y="1337856"/>
                  </a:lnTo>
                  <a:lnTo>
                    <a:pt x="763179" y="1329582"/>
                  </a:lnTo>
                  <a:close/>
                  <a:moveTo>
                    <a:pt x="732480" y="1301870"/>
                  </a:moveTo>
                  <a:lnTo>
                    <a:pt x="783968" y="1360736"/>
                  </a:lnTo>
                  <a:lnTo>
                    <a:pt x="769734" y="1337856"/>
                  </a:lnTo>
                  <a:close/>
                  <a:moveTo>
                    <a:pt x="312565" y="770954"/>
                  </a:moveTo>
                  <a:lnTo>
                    <a:pt x="274481" y="725158"/>
                  </a:lnTo>
                  <a:lnTo>
                    <a:pt x="243367" y="743725"/>
                  </a:lnTo>
                  <a:close/>
                  <a:moveTo>
                    <a:pt x="237642" y="743511"/>
                  </a:moveTo>
                  <a:lnTo>
                    <a:pt x="271761" y="714986"/>
                  </a:lnTo>
                  <a:lnTo>
                    <a:pt x="211469" y="668671"/>
                  </a:lnTo>
                  <a:close/>
                  <a:moveTo>
                    <a:pt x="224687" y="673885"/>
                  </a:moveTo>
                  <a:lnTo>
                    <a:pt x="211469" y="668671"/>
                  </a:lnTo>
                  <a:lnTo>
                    <a:pt x="240627" y="682948"/>
                  </a:lnTo>
                  <a:close/>
                  <a:moveTo>
                    <a:pt x="818235" y="1389393"/>
                  </a:moveTo>
                  <a:lnTo>
                    <a:pt x="816586" y="1396961"/>
                  </a:lnTo>
                  <a:lnTo>
                    <a:pt x="828132" y="1397753"/>
                  </a:lnTo>
                  <a:close/>
                  <a:moveTo>
                    <a:pt x="818235" y="1389393"/>
                  </a:moveTo>
                  <a:lnTo>
                    <a:pt x="783968" y="1360736"/>
                  </a:lnTo>
                  <a:lnTo>
                    <a:pt x="816586" y="1396961"/>
                  </a:lnTo>
                  <a:close/>
                  <a:moveTo>
                    <a:pt x="818235" y="1389393"/>
                  </a:moveTo>
                  <a:lnTo>
                    <a:pt x="769734" y="1337856"/>
                  </a:lnTo>
                  <a:lnTo>
                    <a:pt x="783968" y="1360736"/>
                  </a:lnTo>
                  <a:close/>
                  <a:moveTo>
                    <a:pt x="717016" y="1286319"/>
                  </a:moveTo>
                  <a:lnTo>
                    <a:pt x="732480" y="1301870"/>
                  </a:lnTo>
                  <a:lnTo>
                    <a:pt x="763179" y="1329582"/>
                  </a:lnTo>
                  <a:close/>
                  <a:moveTo>
                    <a:pt x="1115287" y="1622982"/>
                  </a:moveTo>
                  <a:lnTo>
                    <a:pt x="1137637" y="1681557"/>
                  </a:lnTo>
                  <a:lnTo>
                    <a:pt x="1169356" y="1665251"/>
                  </a:lnTo>
                  <a:close/>
                  <a:moveTo>
                    <a:pt x="1115287" y="1622982"/>
                  </a:moveTo>
                  <a:lnTo>
                    <a:pt x="1110656" y="1647075"/>
                  </a:lnTo>
                  <a:lnTo>
                    <a:pt x="1137637" y="1681557"/>
                  </a:lnTo>
                  <a:close/>
                  <a:moveTo>
                    <a:pt x="1026925" y="1482078"/>
                  </a:moveTo>
                  <a:lnTo>
                    <a:pt x="1007693" y="1468372"/>
                  </a:lnTo>
                  <a:lnTo>
                    <a:pt x="947946" y="1496363"/>
                  </a:lnTo>
                  <a:close/>
                  <a:moveTo>
                    <a:pt x="994114" y="1494303"/>
                  </a:moveTo>
                  <a:lnTo>
                    <a:pt x="1026925" y="1482078"/>
                  </a:lnTo>
                  <a:lnTo>
                    <a:pt x="947946" y="1496363"/>
                  </a:lnTo>
                  <a:close/>
                  <a:moveTo>
                    <a:pt x="951473" y="1488751"/>
                  </a:moveTo>
                  <a:lnTo>
                    <a:pt x="1007693" y="1468372"/>
                  </a:lnTo>
                  <a:lnTo>
                    <a:pt x="1020441" y="1457834"/>
                  </a:lnTo>
                  <a:close/>
                  <a:moveTo>
                    <a:pt x="828132" y="1397753"/>
                  </a:moveTo>
                  <a:lnTo>
                    <a:pt x="877242" y="1440929"/>
                  </a:lnTo>
                  <a:lnTo>
                    <a:pt x="857230" y="1371645"/>
                  </a:lnTo>
                  <a:close/>
                  <a:moveTo>
                    <a:pt x="899764" y="1367322"/>
                  </a:moveTo>
                  <a:lnTo>
                    <a:pt x="877242" y="1440929"/>
                  </a:lnTo>
                  <a:lnTo>
                    <a:pt x="895532" y="1433505"/>
                  </a:lnTo>
                  <a:close/>
                  <a:moveTo>
                    <a:pt x="769734" y="1337856"/>
                  </a:moveTo>
                  <a:lnTo>
                    <a:pt x="830770" y="1313762"/>
                  </a:lnTo>
                  <a:lnTo>
                    <a:pt x="763179" y="1329582"/>
                  </a:lnTo>
                  <a:close/>
                  <a:moveTo>
                    <a:pt x="882552" y="1318572"/>
                  </a:moveTo>
                  <a:lnTo>
                    <a:pt x="854164" y="1278907"/>
                  </a:lnTo>
                  <a:lnTo>
                    <a:pt x="855479" y="1313762"/>
                  </a:lnTo>
                  <a:close/>
                  <a:moveTo>
                    <a:pt x="854164" y="1278907"/>
                  </a:moveTo>
                  <a:lnTo>
                    <a:pt x="841135" y="1262225"/>
                  </a:lnTo>
                  <a:lnTo>
                    <a:pt x="855479" y="1313762"/>
                  </a:lnTo>
                  <a:close/>
                  <a:moveTo>
                    <a:pt x="1059545" y="1519908"/>
                  </a:moveTo>
                  <a:lnTo>
                    <a:pt x="1067230" y="1495814"/>
                  </a:lnTo>
                  <a:lnTo>
                    <a:pt x="1026925" y="1482078"/>
                  </a:lnTo>
                  <a:close/>
                  <a:moveTo>
                    <a:pt x="1026925" y="1482078"/>
                  </a:moveTo>
                  <a:lnTo>
                    <a:pt x="992217" y="1455627"/>
                  </a:lnTo>
                  <a:lnTo>
                    <a:pt x="1007693" y="1468372"/>
                  </a:lnTo>
                  <a:close/>
                  <a:moveTo>
                    <a:pt x="503505" y="834151"/>
                  </a:moveTo>
                  <a:lnTo>
                    <a:pt x="529831" y="849933"/>
                  </a:lnTo>
                  <a:lnTo>
                    <a:pt x="476366" y="821041"/>
                  </a:lnTo>
                  <a:close/>
                  <a:moveTo>
                    <a:pt x="521938" y="731662"/>
                  </a:moveTo>
                  <a:lnTo>
                    <a:pt x="547359" y="774302"/>
                  </a:lnTo>
                  <a:lnTo>
                    <a:pt x="546139" y="772337"/>
                  </a:lnTo>
                  <a:close/>
                  <a:moveTo>
                    <a:pt x="3612" y="159023"/>
                  </a:moveTo>
                  <a:lnTo>
                    <a:pt x="0" y="127826"/>
                  </a:lnTo>
                  <a:lnTo>
                    <a:pt x="19798" y="121103"/>
                  </a:lnTo>
                  <a:close/>
                  <a:moveTo>
                    <a:pt x="33048" y="173074"/>
                  </a:moveTo>
                  <a:lnTo>
                    <a:pt x="3612" y="159023"/>
                  </a:lnTo>
                  <a:lnTo>
                    <a:pt x="19798" y="121103"/>
                  </a:lnTo>
                  <a:close/>
                  <a:moveTo>
                    <a:pt x="1247991" y="1587844"/>
                  </a:moveTo>
                  <a:lnTo>
                    <a:pt x="1244482" y="1636555"/>
                  </a:lnTo>
                  <a:lnTo>
                    <a:pt x="1254758" y="1598888"/>
                  </a:lnTo>
                  <a:close/>
                  <a:moveTo>
                    <a:pt x="1222052" y="1546189"/>
                  </a:moveTo>
                  <a:lnTo>
                    <a:pt x="1254758" y="1598888"/>
                  </a:lnTo>
                  <a:lnTo>
                    <a:pt x="1223924" y="1547351"/>
                  </a:lnTo>
                  <a:close/>
                  <a:moveTo>
                    <a:pt x="1168224" y="1489226"/>
                  </a:moveTo>
                  <a:lnTo>
                    <a:pt x="1219495" y="1543134"/>
                  </a:lnTo>
                  <a:lnTo>
                    <a:pt x="1185045" y="1495814"/>
                  </a:lnTo>
                  <a:close/>
                  <a:moveTo>
                    <a:pt x="1115024" y="1431751"/>
                  </a:moveTo>
                  <a:lnTo>
                    <a:pt x="1152955" y="1469028"/>
                  </a:lnTo>
                  <a:lnTo>
                    <a:pt x="1134745" y="1444278"/>
                  </a:lnTo>
                  <a:close/>
                  <a:moveTo>
                    <a:pt x="1168224" y="1489226"/>
                  </a:moveTo>
                  <a:lnTo>
                    <a:pt x="1152955" y="1469028"/>
                  </a:lnTo>
                  <a:lnTo>
                    <a:pt x="1115024" y="1431751"/>
                  </a:lnTo>
                  <a:close/>
                  <a:moveTo>
                    <a:pt x="1168224" y="1489226"/>
                  </a:moveTo>
                  <a:lnTo>
                    <a:pt x="1185045" y="1495814"/>
                  </a:lnTo>
                  <a:lnTo>
                    <a:pt x="1152955" y="1469028"/>
                  </a:lnTo>
                  <a:close/>
                  <a:moveTo>
                    <a:pt x="1001601" y="1252495"/>
                  </a:moveTo>
                  <a:lnTo>
                    <a:pt x="970531" y="1222286"/>
                  </a:lnTo>
                  <a:lnTo>
                    <a:pt x="977837" y="1238132"/>
                  </a:lnTo>
                  <a:close/>
                  <a:moveTo>
                    <a:pt x="970531" y="1222286"/>
                  </a:moveTo>
                  <a:lnTo>
                    <a:pt x="969149" y="1170938"/>
                  </a:lnTo>
                  <a:lnTo>
                    <a:pt x="977837" y="1238132"/>
                  </a:lnTo>
                  <a:close/>
                  <a:moveTo>
                    <a:pt x="977837" y="1238132"/>
                  </a:moveTo>
                  <a:lnTo>
                    <a:pt x="969149" y="1170938"/>
                  </a:lnTo>
                  <a:lnTo>
                    <a:pt x="970625" y="1162501"/>
                  </a:lnTo>
                  <a:close/>
                  <a:moveTo>
                    <a:pt x="922933" y="1110964"/>
                  </a:moveTo>
                  <a:lnTo>
                    <a:pt x="905802" y="1135058"/>
                  </a:lnTo>
                  <a:lnTo>
                    <a:pt x="933246" y="1171602"/>
                  </a:lnTo>
                  <a:close/>
                  <a:moveTo>
                    <a:pt x="615545" y="801745"/>
                  </a:moveTo>
                  <a:lnTo>
                    <a:pt x="547359" y="774302"/>
                  </a:lnTo>
                  <a:lnTo>
                    <a:pt x="589245" y="825839"/>
                  </a:lnTo>
                  <a:close/>
                  <a:moveTo>
                    <a:pt x="509678" y="722766"/>
                  </a:moveTo>
                  <a:lnTo>
                    <a:pt x="546139" y="772337"/>
                  </a:lnTo>
                  <a:lnTo>
                    <a:pt x="563300" y="750208"/>
                  </a:lnTo>
                  <a:close/>
                  <a:moveTo>
                    <a:pt x="97462" y="207399"/>
                  </a:moveTo>
                  <a:lnTo>
                    <a:pt x="129804" y="132395"/>
                  </a:lnTo>
                  <a:lnTo>
                    <a:pt x="126891" y="131769"/>
                  </a:lnTo>
                  <a:close/>
                  <a:moveTo>
                    <a:pt x="126891" y="131769"/>
                  </a:moveTo>
                  <a:lnTo>
                    <a:pt x="131644" y="135770"/>
                  </a:lnTo>
                  <a:lnTo>
                    <a:pt x="97462" y="207399"/>
                  </a:lnTo>
                  <a:close/>
                  <a:moveTo>
                    <a:pt x="110936" y="84992"/>
                  </a:moveTo>
                  <a:lnTo>
                    <a:pt x="97724" y="32990"/>
                  </a:lnTo>
                  <a:lnTo>
                    <a:pt x="88584" y="80232"/>
                  </a:lnTo>
                  <a:close/>
                  <a:moveTo>
                    <a:pt x="969149" y="1170938"/>
                  </a:moveTo>
                  <a:lnTo>
                    <a:pt x="970531" y="1222286"/>
                  </a:lnTo>
                  <a:lnTo>
                    <a:pt x="967844" y="1214038"/>
                  </a:lnTo>
                  <a:close/>
                  <a:moveTo>
                    <a:pt x="1357202" y="1499163"/>
                  </a:moveTo>
                  <a:lnTo>
                    <a:pt x="1356161" y="1569854"/>
                  </a:lnTo>
                  <a:lnTo>
                    <a:pt x="1380838" y="1527214"/>
                  </a:lnTo>
                  <a:close/>
                  <a:moveTo>
                    <a:pt x="1357202" y="1499163"/>
                  </a:moveTo>
                  <a:lnTo>
                    <a:pt x="1310415" y="1523257"/>
                  </a:lnTo>
                  <a:lnTo>
                    <a:pt x="1356161" y="1569854"/>
                  </a:lnTo>
                  <a:close/>
                  <a:moveTo>
                    <a:pt x="970625" y="1162501"/>
                  </a:moveTo>
                  <a:lnTo>
                    <a:pt x="969149" y="1170938"/>
                  </a:lnTo>
                  <a:lnTo>
                    <a:pt x="969035" y="1160759"/>
                  </a:lnTo>
                  <a:close/>
                  <a:moveTo>
                    <a:pt x="930997" y="1090958"/>
                  </a:moveTo>
                  <a:lnTo>
                    <a:pt x="966181" y="1159842"/>
                  </a:lnTo>
                  <a:lnTo>
                    <a:pt x="969035" y="1160759"/>
                  </a:lnTo>
                  <a:close/>
                  <a:moveTo>
                    <a:pt x="989896" y="1086871"/>
                  </a:moveTo>
                  <a:lnTo>
                    <a:pt x="1010380" y="1102385"/>
                  </a:lnTo>
                  <a:lnTo>
                    <a:pt x="961931" y="1041048"/>
                  </a:lnTo>
                  <a:close/>
                  <a:moveTo>
                    <a:pt x="293298" y="337915"/>
                  </a:moveTo>
                  <a:lnTo>
                    <a:pt x="353822" y="307526"/>
                  </a:lnTo>
                  <a:lnTo>
                    <a:pt x="289271" y="266944"/>
                  </a:lnTo>
                  <a:close/>
                  <a:moveTo>
                    <a:pt x="311997" y="223707"/>
                  </a:moveTo>
                  <a:lnTo>
                    <a:pt x="289271" y="266944"/>
                  </a:lnTo>
                  <a:lnTo>
                    <a:pt x="325405" y="275550"/>
                  </a:lnTo>
                  <a:close/>
                  <a:moveTo>
                    <a:pt x="77242" y="74402"/>
                  </a:moveTo>
                  <a:lnTo>
                    <a:pt x="126891" y="131769"/>
                  </a:lnTo>
                  <a:lnTo>
                    <a:pt x="88584" y="80232"/>
                  </a:lnTo>
                  <a:close/>
                  <a:moveTo>
                    <a:pt x="1381162" y="1430057"/>
                  </a:moveTo>
                  <a:lnTo>
                    <a:pt x="1341153" y="1424602"/>
                  </a:lnTo>
                  <a:lnTo>
                    <a:pt x="1386593" y="1488385"/>
                  </a:lnTo>
                  <a:close/>
                  <a:moveTo>
                    <a:pt x="1386593" y="1488385"/>
                  </a:moveTo>
                  <a:lnTo>
                    <a:pt x="1380838" y="1527214"/>
                  </a:lnTo>
                  <a:lnTo>
                    <a:pt x="1402020" y="1499163"/>
                  </a:lnTo>
                  <a:close/>
                  <a:moveTo>
                    <a:pt x="1386593" y="1488385"/>
                  </a:moveTo>
                  <a:lnTo>
                    <a:pt x="1402020" y="1499163"/>
                  </a:lnTo>
                  <a:lnTo>
                    <a:pt x="1419912" y="1436536"/>
                  </a:lnTo>
                  <a:close/>
                  <a:moveTo>
                    <a:pt x="1381162" y="1430057"/>
                  </a:moveTo>
                  <a:lnTo>
                    <a:pt x="1386593" y="1488385"/>
                  </a:lnTo>
                  <a:lnTo>
                    <a:pt x="1419912" y="1436536"/>
                  </a:lnTo>
                  <a:close/>
                  <a:moveTo>
                    <a:pt x="1381162" y="1430057"/>
                  </a:moveTo>
                  <a:lnTo>
                    <a:pt x="1380246" y="1390101"/>
                  </a:lnTo>
                  <a:lnTo>
                    <a:pt x="1342128" y="1422263"/>
                  </a:lnTo>
                  <a:close/>
                  <a:moveTo>
                    <a:pt x="1245064" y="1320460"/>
                  </a:moveTo>
                  <a:lnTo>
                    <a:pt x="1234202" y="1328321"/>
                  </a:lnTo>
                  <a:lnTo>
                    <a:pt x="1226148" y="1344554"/>
                  </a:lnTo>
                  <a:close/>
                  <a:moveTo>
                    <a:pt x="1067507" y="1054431"/>
                  </a:moveTo>
                  <a:lnTo>
                    <a:pt x="1149650" y="1051973"/>
                  </a:lnTo>
                  <a:lnTo>
                    <a:pt x="1104944" y="1059500"/>
                  </a:lnTo>
                  <a:close/>
                  <a:moveTo>
                    <a:pt x="1035051" y="972862"/>
                  </a:moveTo>
                  <a:lnTo>
                    <a:pt x="1020597" y="968593"/>
                  </a:lnTo>
                  <a:lnTo>
                    <a:pt x="1069551" y="1011240"/>
                  </a:lnTo>
                  <a:close/>
                  <a:moveTo>
                    <a:pt x="1069551" y="1011240"/>
                  </a:moveTo>
                  <a:lnTo>
                    <a:pt x="1020597" y="968593"/>
                  </a:lnTo>
                  <a:lnTo>
                    <a:pt x="1020511" y="983798"/>
                  </a:lnTo>
                  <a:close/>
                  <a:moveTo>
                    <a:pt x="929073" y="967037"/>
                  </a:moveTo>
                  <a:lnTo>
                    <a:pt x="941593" y="983798"/>
                  </a:lnTo>
                  <a:lnTo>
                    <a:pt x="969823" y="909147"/>
                  </a:lnTo>
                  <a:close/>
                  <a:moveTo>
                    <a:pt x="969823" y="909147"/>
                  </a:moveTo>
                  <a:lnTo>
                    <a:pt x="970635" y="906697"/>
                  </a:lnTo>
                  <a:lnTo>
                    <a:pt x="923199" y="904017"/>
                  </a:lnTo>
                  <a:close/>
                  <a:moveTo>
                    <a:pt x="972070" y="908167"/>
                  </a:moveTo>
                  <a:lnTo>
                    <a:pt x="1020597" y="968593"/>
                  </a:lnTo>
                  <a:lnTo>
                    <a:pt x="1001208" y="959703"/>
                  </a:lnTo>
                  <a:close/>
                  <a:moveTo>
                    <a:pt x="972070" y="908167"/>
                  </a:moveTo>
                  <a:lnTo>
                    <a:pt x="969823" y="909147"/>
                  </a:lnTo>
                  <a:lnTo>
                    <a:pt x="948293" y="958063"/>
                  </a:lnTo>
                  <a:close/>
                  <a:moveTo>
                    <a:pt x="819109" y="767481"/>
                  </a:moveTo>
                  <a:lnTo>
                    <a:pt x="763837" y="726114"/>
                  </a:lnTo>
                  <a:lnTo>
                    <a:pt x="780031" y="718089"/>
                  </a:lnTo>
                  <a:close/>
                  <a:moveTo>
                    <a:pt x="675319" y="620187"/>
                  </a:moveTo>
                  <a:lnTo>
                    <a:pt x="632043" y="649039"/>
                  </a:lnTo>
                  <a:lnTo>
                    <a:pt x="674013" y="631285"/>
                  </a:lnTo>
                  <a:close/>
                  <a:moveTo>
                    <a:pt x="634018" y="615782"/>
                  </a:moveTo>
                  <a:lnTo>
                    <a:pt x="675319" y="620187"/>
                  </a:lnTo>
                  <a:lnTo>
                    <a:pt x="641262" y="548608"/>
                  </a:lnTo>
                  <a:close/>
                  <a:moveTo>
                    <a:pt x="675319" y="620187"/>
                  </a:moveTo>
                  <a:lnTo>
                    <a:pt x="690507" y="558053"/>
                  </a:lnTo>
                  <a:lnTo>
                    <a:pt x="641262" y="548608"/>
                  </a:lnTo>
                  <a:close/>
                  <a:moveTo>
                    <a:pt x="675319" y="620187"/>
                  </a:moveTo>
                  <a:lnTo>
                    <a:pt x="705829" y="575560"/>
                  </a:lnTo>
                  <a:lnTo>
                    <a:pt x="698219" y="547411"/>
                  </a:lnTo>
                  <a:close/>
                  <a:moveTo>
                    <a:pt x="690507" y="558053"/>
                  </a:moveTo>
                  <a:lnTo>
                    <a:pt x="675319" y="620187"/>
                  </a:lnTo>
                  <a:lnTo>
                    <a:pt x="698219" y="547411"/>
                  </a:lnTo>
                  <a:close/>
                  <a:moveTo>
                    <a:pt x="444693" y="342040"/>
                  </a:moveTo>
                  <a:lnTo>
                    <a:pt x="481856" y="349808"/>
                  </a:lnTo>
                  <a:lnTo>
                    <a:pt x="471802" y="295239"/>
                  </a:lnTo>
                  <a:close/>
                  <a:moveTo>
                    <a:pt x="471802" y="295239"/>
                  </a:moveTo>
                  <a:lnTo>
                    <a:pt x="485913" y="313822"/>
                  </a:lnTo>
                  <a:lnTo>
                    <a:pt x="457988" y="243727"/>
                  </a:lnTo>
                  <a:close/>
                  <a:moveTo>
                    <a:pt x="256990" y="42216"/>
                  </a:moveTo>
                  <a:lnTo>
                    <a:pt x="260812" y="32045"/>
                  </a:lnTo>
                  <a:lnTo>
                    <a:pt x="185023" y="0"/>
                  </a:lnTo>
                  <a:close/>
                  <a:moveTo>
                    <a:pt x="1069551" y="1011240"/>
                  </a:moveTo>
                  <a:lnTo>
                    <a:pt x="1112611" y="987146"/>
                  </a:lnTo>
                  <a:lnTo>
                    <a:pt x="1035051" y="972862"/>
                  </a:lnTo>
                  <a:close/>
                  <a:moveTo>
                    <a:pt x="1149650" y="1051973"/>
                  </a:moveTo>
                  <a:lnTo>
                    <a:pt x="1165038" y="989872"/>
                  </a:lnTo>
                  <a:lnTo>
                    <a:pt x="1124746" y="998638"/>
                  </a:lnTo>
                  <a:close/>
                  <a:moveTo>
                    <a:pt x="1104944" y="1059500"/>
                  </a:moveTo>
                  <a:lnTo>
                    <a:pt x="1149650" y="1051973"/>
                  </a:lnTo>
                  <a:lnTo>
                    <a:pt x="1124746" y="998638"/>
                  </a:lnTo>
                  <a:close/>
                  <a:moveTo>
                    <a:pt x="966013" y="786758"/>
                  </a:moveTo>
                  <a:lnTo>
                    <a:pt x="1016831" y="832536"/>
                  </a:lnTo>
                  <a:lnTo>
                    <a:pt x="1016336" y="846571"/>
                  </a:lnTo>
                  <a:close/>
                  <a:moveTo>
                    <a:pt x="969490" y="767516"/>
                  </a:moveTo>
                  <a:lnTo>
                    <a:pt x="966013" y="786758"/>
                  </a:lnTo>
                  <a:lnTo>
                    <a:pt x="982802" y="729463"/>
                  </a:lnTo>
                  <a:close/>
                  <a:moveTo>
                    <a:pt x="842447" y="685765"/>
                  </a:moveTo>
                  <a:lnTo>
                    <a:pt x="878879" y="738313"/>
                  </a:lnTo>
                  <a:lnTo>
                    <a:pt x="893264" y="729463"/>
                  </a:lnTo>
                  <a:close/>
                  <a:moveTo>
                    <a:pt x="681785" y="489445"/>
                  </a:moveTo>
                  <a:lnTo>
                    <a:pt x="695941" y="495874"/>
                  </a:lnTo>
                  <a:lnTo>
                    <a:pt x="667654" y="472607"/>
                  </a:lnTo>
                  <a:close/>
                  <a:moveTo>
                    <a:pt x="726818" y="428074"/>
                  </a:moveTo>
                  <a:lnTo>
                    <a:pt x="726815" y="420243"/>
                  </a:lnTo>
                  <a:lnTo>
                    <a:pt x="673377" y="370794"/>
                  </a:lnTo>
                  <a:close/>
                  <a:moveTo>
                    <a:pt x="1156771" y="871108"/>
                  </a:moveTo>
                  <a:lnTo>
                    <a:pt x="1121627" y="852078"/>
                  </a:lnTo>
                  <a:lnTo>
                    <a:pt x="1136495" y="859979"/>
                  </a:lnTo>
                  <a:close/>
                  <a:moveTo>
                    <a:pt x="891819" y="558123"/>
                  </a:moveTo>
                  <a:lnTo>
                    <a:pt x="879862" y="607087"/>
                  </a:lnTo>
                  <a:lnTo>
                    <a:pt x="922260" y="571357"/>
                  </a:lnTo>
                  <a:close/>
                  <a:moveTo>
                    <a:pt x="795601" y="466728"/>
                  </a:moveTo>
                  <a:lnTo>
                    <a:pt x="813856" y="471780"/>
                  </a:lnTo>
                  <a:lnTo>
                    <a:pt x="824809" y="449133"/>
                  </a:lnTo>
                  <a:close/>
                  <a:moveTo>
                    <a:pt x="766540" y="397850"/>
                  </a:moveTo>
                  <a:lnTo>
                    <a:pt x="726815" y="420243"/>
                  </a:lnTo>
                  <a:lnTo>
                    <a:pt x="739287" y="430855"/>
                  </a:lnTo>
                  <a:close/>
                  <a:moveTo>
                    <a:pt x="824809" y="449133"/>
                  </a:moveTo>
                  <a:lnTo>
                    <a:pt x="826069" y="447686"/>
                  </a:lnTo>
                  <a:lnTo>
                    <a:pt x="795601" y="466728"/>
                  </a:lnTo>
                  <a:close/>
                  <a:moveTo>
                    <a:pt x="795601" y="466728"/>
                  </a:moveTo>
                  <a:lnTo>
                    <a:pt x="766540" y="397850"/>
                  </a:lnTo>
                  <a:lnTo>
                    <a:pt x="739287" y="430855"/>
                  </a:lnTo>
                  <a:close/>
                  <a:moveTo>
                    <a:pt x="826069" y="447686"/>
                  </a:moveTo>
                  <a:lnTo>
                    <a:pt x="824809" y="449133"/>
                  </a:lnTo>
                  <a:lnTo>
                    <a:pt x="826725" y="448195"/>
                  </a:lnTo>
                  <a:close/>
                  <a:moveTo>
                    <a:pt x="1241289" y="840379"/>
                  </a:moveTo>
                  <a:lnTo>
                    <a:pt x="1220452" y="872215"/>
                  </a:lnTo>
                  <a:lnTo>
                    <a:pt x="1245019" y="859979"/>
                  </a:lnTo>
                  <a:close/>
                  <a:moveTo>
                    <a:pt x="843499" y="245710"/>
                  </a:moveTo>
                  <a:lnTo>
                    <a:pt x="855225" y="268983"/>
                  </a:lnTo>
                  <a:lnTo>
                    <a:pt x="804430" y="229939"/>
                  </a:lnTo>
                  <a:close/>
                  <a:moveTo>
                    <a:pt x="639190" y="62836"/>
                  </a:moveTo>
                  <a:lnTo>
                    <a:pt x="697783" y="99981"/>
                  </a:lnTo>
                  <a:lnTo>
                    <a:pt x="631655" y="53017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38" name="Output_density__4237">
              <a:extLst>
                <a:ext uri="{FF2B5EF4-FFF2-40B4-BE49-F238E27FC236}">
                  <a16:creationId xmlns:a16="http://schemas.microsoft.com/office/drawing/2014/main" id="{74092B36-DE38-78DC-D080-2B4D31CDD4A7}"/>
                </a:ext>
              </a:extLst>
            </p:cNvPr>
            <p:cNvSpPr>
              <a:spLocks noGrp="1"/>
            </p:cNvSpPr>
            <p:nvPr/>
          </p:nvSpPr>
          <p:spPr>
            <a:xfrm>
              <a:off x="15358725" y="2937258"/>
              <a:ext cx="1286564" cy="1379255"/>
            </a:xfrm>
            <a:custGeom>
              <a:avLst/>
              <a:gdLst/>
              <a:ahLst/>
              <a:cxnLst/>
              <a:rect l="0" t="0" r="0" b="0"/>
              <a:pathLst>
                <a:path w="1286564" h="1379255">
                  <a:moveTo>
                    <a:pt x="17502" y="1321155"/>
                  </a:moveTo>
                  <a:lnTo>
                    <a:pt x="1759" y="1340198"/>
                  </a:lnTo>
                  <a:lnTo>
                    <a:pt x="31090" y="1310975"/>
                  </a:lnTo>
                  <a:close/>
                  <a:moveTo>
                    <a:pt x="31090" y="1310975"/>
                  </a:moveTo>
                  <a:lnTo>
                    <a:pt x="0" y="1333619"/>
                  </a:lnTo>
                  <a:lnTo>
                    <a:pt x="17502" y="1321155"/>
                  </a:lnTo>
                  <a:close/>
                  <a:moveTo>
                    <a:pt x="31090" y="1310975"/>
                  </a:moveTo>
                  <a:lnTo>
                    <a:pt x="106972" y="1289093"/>
                  </a:lnTo>
                  <a:lnTo>
                    <a:pt x="104885" y="1288096"/>
                  </a:lnTo>
                  <a:close/>
                  <a:moveTo>
                    <a:pt x="76672" y="1338417"/>
                  </a:moveTo>
                  <a:lnTo>
                    <a:pt x="106972" y="1289093"/>
                  </a:lnTo>
                  <a:lnTo>
                    <a:pt x="31090" y="1310975"/>
                  </a:lnTo>
                  <a:close/>
                  <a:moveTo>
                    <a:pt x="51209" y="1362511"/>
                  </a:moveTo>
                  <a:lnTo>
                    <a:pt x="76672" y="1338417"/>
                  </a:lnTo>
                  <a:lnTo>
                    <a:pt x="31090" y="1310975"/>
                  </a:lnTo>
                  <a:close/>
                  <a:moveTo>
                    <a:pt x="67686" y="1277110"/>
                  </a:moveTo>
                  <a:lnTo>
                    <a:pt x="31090" y="1310975"/>
                  </a:lnTo>
                  <a:lnTo>
                    <a:pt x="104885" y="1288096"/>
                  </a:lnTo>
                  <a:close/>
                  <a:moveTo>
                    <a:pt x="104885" y="1288096"/>
                  </a:moveTo>
                  <a:lnTo>
                    <a:pt x="106972" y="1289093"/>
                  </a:lnTo>
                  <a:lnTo>
                    <a:pt x="109688" y="1286881"/>
                  </a:lnTo>
                  <a:close/>
                  <a:moveTo>
                    <a:pt x="106972" y="1289093"/>
                  </a:moveTo>
                  <a:lnTo>
                    <a:pt x="141529" y="1283395"/>
                  </a:lnTo>
                  <a:lnTo>
                    <a:pt x="109688" y="1286881"/>
                  </a:lnTo>
                  <a:close/>
                  <a:moveTo>
                    <a:pt x="145392" y="1262787"/>
                  </a:moveTo>
                  <a:lnTo>
                    <a:pt x="146549" y="1211250"/>
                  </a:lnTo>
                  <a:lnTo>
                    <a:pt x="109688" y="1286881"/>
                  </a:lnTo>
                  <a:close/>
                  <a:moveTo>
                    <a:pt x="190828" y="1158140"/>
                  </a:moveTo>
                  <a:lnTo>
                    <a:pt x="157696" y="1169165"/>
                  </a:lnTo>
                  <a:lnTo>
                    <a:pt x="146549" y="1211250"/>
                  </a:lnTo>
                  <a:close/>
                  <a:moveTo>
                    <a:pt x="219671" y="1145256"/>
                  </a:moveTo>
                  <a:lnTo>
                    <a:pt x="165146" y="1159714"/>
                  </a:lnTo>
                  <a:lnTo>
                    <a:pt x="238172" y="1160475"/>
                  </a:lnTo>
                  <a:close/>
                  <a:moveTo>
                    <a:pt x="238172" y="1160475"/>
                  </a:moveTo>
                  <a:lnTo>
                    <a:pt x="165146" y="1159714"/>
                  </a:lnTo>
                  <a:lnTo>
                    <a:pt x="157696" y="1169165"/>
                  </a:lnTo>
                  <a:close/>
                  <a:moveTo>
                    <a:pt x="238172" y="1160475"/>
                  </a:moveTo>
                  <a:lnTo>
                    <a:pt x="157696" y="1169165"/>
                  </a:lnTo>
                  <a:lnTo>
                    <a:pt x="190828" y="1158140"/>
                  </a:lnTo>
                  <a:close/>
                  <a:moveTo>
                    <a:pt x="219671" y="1145256"/>
                  </a:moveTo>
                  <a:lnTo>
                    <a:pt x="238172" y="1160475"/>
                  </a:lnTo>
                  <a:lnTo>
                    <a:pt x="242269" y="1135619"/>
                  </a:lnTo>
                  <a:close/>
                  <a:moveTo>
                    <a:pt x="242269" y="1135619"/>
                  </a:moveTo>
                  <a:lnTo>
                    <a:pt x="238172" y="1160475"/>
                  </a:lnTo>
                  <a:lnTo>
                    <a:pt x="257303" y="1177404"/>
                  </a:lnTo>
                  <a:close/>
                  <a:moveTo>
                    <a:pt x="324753" y="769910"/>
                  </a:moveTo>
                  <a:lnTo>
                    <a:pt x="324479" y="784317"/>
                  </a:lnTo>
                  <a:lnTo>
                    <a:pt x="323454" y="781561"/>
                  </a:lnTo>
                  <a:close/>
                  <a:moveTo>
                    <a:pt x="322254" y="730024"/>
                  </a:moveTo>
                  <a:lnTo>
                    <a:pt x="318419" y="678488"/>
                  </a:lnTo>
                  <a:lnTo>
                    <a:pt x="301245" y="740463"/>
                  </a:lnTo>
                  <a:close/>
                  <a:moveTo>
                    <a:pt x="318419" y="678488"/>
                  </a:moveTo>
                  <a:lnTo>
                    <a:pt x="286164" y="689981"/>
                  </a:lnTo>
                  <a:lnTo>
                    <a:pt x="301245" y="740463"/>
                  </a:lnTo>
                  <a:close/>
                  <a:moveTo>
                    <a:pt x="144073" y="575415"/>
                  </a:moveTo>
                  <a:lnTo>
                    <a:pt x="136052" y="523878"/>
                  </a:lnTo>
                  <a:lnTo>
                    <a:pt x="120516" y="585217"/>
                  </a:lnTo>
                  <a:close/>
                  <a:moveTo>
                    <a:pt x="324753" y="769910"/>
                  </a:moveTo>
                  <a:lnTo>
                    <a:pt x="323454" y="781561"/>
                  </a:lnTo>
                  <a:lnTo>
                    <a:pt x="331434" y="778662"/>
                  </a:lnTo>
                  <a:close/>
                  <a:moveTo>
                    <a:pt x="390348" y="706005"/>
                  </a:moveTo>
                  <a:lnTo>
                    <a:pt x="322254" y="730024"/>
                  </a:lnTo>
                  <a:lnTo>
                    <a:pt x="390518" y="706221"/>
                  </a:lnTo>
                  <a:close/>
                  <a:moveTo>
                    <a:pt x="322254" y="730024"/>
                  </a:moveTo>
                  <a:lnTo>
                    <a:pt x="324753" y="769910"/>
                  </a:lnTo>
                  <a:lnTo>
                    <a:pt x="390518" y="706221"/>
                  </a:lnTo>
                  <a:close/>
                  <a:moveTo>
                    <a:pt x="318419" y="678488"/>
                  </a:moveTo>
                  <a:lnTo>
                    <a:pt x="390348" y="706005"/>
                  </a:lnTo>
                  <a:lnTo>
                    <a:pt x="358930" y="668805"/>
                  </a:lnTo>
                  <a:close/>
                  <a:moveTo>
                    <a:pt x="318419" y="678488"/>
                  </a:moveTo>
                  <a:lnTo>
                    <a:pt x="322254" y="730024"/>
                  </a:lnTo>
                  <a:lnTo>
                    <a:pt x="390348" y="706005"/>
                  </a:lnTo>
                  <a:close/>
                  <a:moveTo>
                    <a:pt x="391062" y="705930"/>
                  </a:moveTo>
                  <a:lnTo>
                    <a:pt x="405369" y="654393"/>
                  </a:lnTo>
                  <a:lnTo>
                    <a:pt x="390348" y="706005"/>
                  </a:lnTo>
                  <a:close/>
                  <a:moveTo>
                    <a:pt x="405369" y="654393"/>
                  </a:moveTo>
                  <a:lnTo>
                    <a:pt x="358930" y="668805"/>
                  </a:lnTo>
                  <a:lnTo>
                    <a:pt x="390348" y="706005"/>
                  </a:lnTo>
                  <a:close/>
                  <a:moveTo>
                    <a:pt x="390348" y="706005"/>
                  </a:moveTo>
                  <a:lnTo>
                    <a:pt x="390518" y="706221"/>
                  </a:lnTo>
                  <a:lnTo>
                    <a:pt x="391062" y="705930"/>
                  </a:lnTo>
                  <a:close/>
                  <a:moveTo>
                    <a:pt x="390660" y="705752"/>
                  </a:moveTo>
                  <a:lnTo>
                    <a:pt x="391062" y="705930"/>
                  </a:lnTo>
                  <a:lnTo>
                    <a:pt x="390518" y="706221"/>
                  </a:lnTo>
                  <a:close/>
                  <a:moveTo>
                    <a:pt x="390660" y="705752"/>
                  </a:moveTo>
                  <a:lnTo>
                    <a:pt x="412507" y="653534"/>
                  </a:lnTo>
                  <a:lnTo>
                    <a:pt x="391062" y="705930"/>
                  </a:lnTo>
                  <a:close/>
                  <a:moveTo>
                    <a:pt x="391062" y="705930"/>
                  </a:moveTo>
                  <a:lnTo>
                    <a:pt x="423236" y="630300"/>
                  </a:lnTo>
                  <a:lnTo>
                    <a:pt x="405369" y="654393"/>
                  </a:lnTo>
                  <a:close/>
                  <a:moveTo>
                    <a:pt x="1141543" y="1351812"/>
                  </a:moveTo>
                  <a:lnTo>
                    <a:pt x="1160563" y="1379255"/>
                  </a:lnTo>
                  <a:lnTo>
                    <a:pt x="1157596" y="1327718"/>
                  </a:lnTo>
                  <a:close/>
                  <a:moveTo>
                    <a:pt x="309497" y="475690"/>
                  </a:moveTo>
                  <a:lnTo>
                    <a:pt x="319757" y="481431"/>
                  </a:lnTo>
                  <a:lnTo>
                    <a:pt x="324423" y="470648"/>
                  </a:lnTo>
                  <a:close/>
                  <a:moveTo>
                    <a:pt x="317036" y="471259"/>
                  </a:moveTo>
                  <a:lnTo>
                    <a:pt x="309497" y="475690"/>
                  </a:lnTo>
                  <a:lnTo>
                    <a:pt x="324423" y="470648"/>
                  </a:lnTo>
                  <a:close/>
                  <a:moveTo>
                    <a:pt x="428685" y="22649"/>
                  </a:moveTo>
                  <a:lnTo>
                    <a:pt x="370681" y="31823"/>
                  </a:lnTo>
                  <a:lnTo>
                    <a:pt x="435664" y="25838"/>
                  </a:lnTo>
                  <a:close/>
                  <a:moveTo>
                    <a:pt x="370681" y="31823"/>
                  </a:moveTo>
                  <a:lnTo>
                    <a:pt x="399097" y="63799"/>
                  </a:lnTo>
                  <a:lnTo>
                    <a:pt x="435664" y="25838"/>
                  </a:lnTo>
                  <a:close/>
                  <a:moveTo>
                    <a:pt x="428685" y="22649"/>
                  </a:moveTo>
                  <a:lnTo>
                    <a:pt x="435664" y="25838"/>
                  </a:lnTo>
                  <a:lnTo>
                    <a:pt x="438727" y="18558"/>
                  </a:lnTo>
                  <a:close/>
                  <a:moveTo>
                    <a:pt x="406436" y="65497"/>
                  </a:moveTo>
                  <a:lnTo>
                    <a:pt x="435664" y="25838"/>
                  </a:lnTo>
                  <a:lnTo>
                    <a:pt x="399097" y="63799"/>
                  </a:lnTo>
                  <a:close/>
                  <a:moveTo>
                    <a:pt x="406436" y="65497"/>
                  </a:moveTo>
                  <a:lnTo>
                    <a:pt x="465386" y="55555"/>
                  </a:lnTo>
                  <a:lnTo>
                    <a:pt x="435664" y="25838"/>
                  </a:lnTo>
                  <a:close/>
                  <a:moveTo>
                    <a:pt x="465386" y="55555"/>
                  </a:moveTo>
                  <a:lnTo>
                    <a:pt x="438727" y="18558"/>
                  </a:lnTo>
                  <a:lnTo>
                    <a:pt x="435664" y="25838"/>
                  </a:lnTo>
                  <a:close/>
                  <a:moveTo>
                    <a:pt x="503264" y="0"/>
                  </a:moveTo>
                  <a:lnTo>
                    <a:pt x="438727" y="18558"/>
                  </a:lnTo>
                  <a:lnTo>
                    <a:pt x="465386" y="55555"/>
                  </a:lnTo>
                  <a:close/>
                  <a:moveTo>
                    <a:pt x="904197" y="285066"/>
                  </a:moveTo>
                  <a:lnTo>
                    <a:pt x="901713" y="331126"/>
                  </a:lnTo>
                  <a:lnTo>
                    <a:pt x="937095" y="314396"/>
                  </a:lnTo>
                  <a:close/>
                  <a:moveTo>
                    <a:pt x="1219202" y="564715"/>
                  </a:moveTo>
                  <a:lnTo>
                    <a:pt x="1286564" y="596652"/>
                  </a:lnTo>
                  <a:lnTo>
                    <a:pt x="1266900" y="549896"/>
                  </a:lnTo>
                  <a:close/>
                  <a:moveTo>
                    <a:pt x="810596" y="14663"/>
                  </a:moveTo>
                  <a:lnTo>
                    <a:pt x="741781" y="45522"/>
                  </a:lnTo>
                  <a:lnTo>
                    <a:pt x="803056" y="2525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39" name="Output_density__4238">
              <a:extLst>
                <a:ext uri="{FF2B5EF4-FFF2-40B4-BE49-F238E27FC236}">
                  <a16:creationId xmlns:a16="http://schemas.microsoft.com/office/drawing/2014/main" id="{009EE693-F554-D957-7C8E-F08E89875532}"/>
                </a:ext>
              </a:extLst>
            </p:cNvPr>
            <p:cNvSpPr>
              <a:spLocks noGrp="1"/>
            </p:cNvSpPr>
            <p:nvPr/>
          </p:nvSpPr>
          <p:spPr>
            <a:xfrm>
              <a:off x="15305476" y="2767683"/>
              <a:ext cx="1485118" cy="1801028"/>
            </a:xfrm>
            <a:custGeom>
              <a:avLst/>
              <a:gdLst/>
              <a:ahLst/>
              <a:cxnLst/>
              <a:rect l="0" t="0" r="0" b="0"/>
              <a:pathLst>
                <a:path w="1485118" h="1801028">
                  <a:moveTo>
                    <a:pt x="84339" y="1480549"/>
                  </a:moveTo>
                  <a:lnTo>
                    <a:pt x="102094" y="1556179"/>
                  </a:lnTo>
                  <a:lnTo>
                    <a:pt x="104458" y="1532085"/>
                  </a:lnTo>
                  <a:close/>
                  <a:moveTo>
                    <a:pt x="104458" y="1532085"/>
                  </a:moveTo>
                  <a:lnTo>
                    <a:pt x="156006" y="1583622"/>
                  </a:lnTo>
                  <a:lnTo>
                    <a:pt x="165823" y="1559528"/>
                  </a:lnTo>
                  <a:close/>
                  <a:moveTo>
                    <a:pt x="521468" y="1801028"/>
                  </a:moveTo>
                  <a:lnTo>
                    <a:pt x="564636" y="1794285"/>
                  </a:lnTo>
                  <a:lnTo>
                    <a:pt x="553410" y="1793117"/>
                  </a:lnTo>
                  <a:close/>
                  <a:moveTo>
                    <a:pt x="499759" y="1719861"/>
                  </a:moveTo>
                  <a:lnTo>
                    <a:pt x="419618" y="1729803"/>
                  </a:lnTo>
                  <a:lnTo>
                    <a:pt x="455284" y="1728253"/>
                  </a:lnTo>
                  <a:close/>
                  <a:moveTo>
                    <a:pt x="524311" y="1789086"/>
                  </a:moveTo>
                  <a:lnTo>
                    <a:pt x="521468" y="1801028"/>
                  </a:lnTo>
                  <a:lnTo>
                    <a:pt x="553410" y="1793117"/>
                  </a:lnTo>
                  <a:close/>
                  <a:moveTo>
                    <a:pt x="470894" y="1731788"/>
                  </a:moveTo>
                  <a:lnTo>
                    <a:pt x="499759" y="1719861"/>
                  </a:lnTo>
                  <a:lnTo>
                    <a:pt x="455284" y="1728253"/>
                  </a:lnTo>
                  <a:close/>
                  <a:moveTo>
                    <a:pt x="470894" y="1731788"/>
                  </a:moveTo>
                  <a:lnTo>
                    <a:pt x="517090" y="1732213"/>
                  </a:lnTo>
                  <a:lnTo>
                    <a:pt x="499759" y="1719861"/>
                  </a:lnTo>
                  <a:close/>
                  <a:moveTo>
                    <a:pt x="368161" y="1338126"/>
                  </a:moveTo>
                  <a:lnTo>
                    <a:pt x="366670" y="1301815"/>
                  </a:lnTo>
                  <a:lnTo>
                    <a:pt x="310552" y="1346978"/>
                  </a:lnTo>
                  <a:close/>
                  <a:moveTo>
                    <a:pt x="295518" y="1305194"/>
                  </a:moveTo>
                  <a:lnTo>
                    <a:pt x="366670" y="1301815"/>
                  </a:lnTo>
                  <a:lnTo>
                    <a:pt x="340744" y="1281100"/>
                  </a:lnTo>
                  <a:close/>
                  <a:moveTo>
                    <a:pt x="301110" y="1229563"/>
                  </a:moveTo>
                  <a:lnTo>
                    <a:pt x="318330" y="1253152"/>
                  </a:lnTo>
                  <a:lnTo>
                    <a:pt x="295518" y="1305194"/>
                  </a:lnTo>
                  <a:close/>
                  <a:moveTo>
                    <a:pt x="340744" y="1281100"/>
                  </a:moveTo>
                  <a:lnTo>
                    <a:pt x="301110" y="1229563"/>
                  </a:lnTo>
                  <a:lnTo>
                    <a:pt x="295518" y="1305194"/>
                  </a:lnTo>
                  <a:close/>
                  <a:moveTo>
                    <a:pt x="0" y="793177"/>
                  </a:moveTo>
                  <a:lnTo>
                    <a:pt x="1075" y="741640"/>
                  </a:lnTo>
                  <a:lnTo>
                    <a:pt x="5967" y="752501"/>
                  </a:lnTo>
                  <a:close/>
                  <a:moveTo>
                    <a:pt x="447861" y="1185827"/>
                  </a:moveTo>
                  <a:lnTo>
                    <a:pt x="456897" y="1153721"/>
                  </a:lnTo>
                  <a:lnTo>
                    <a:pt x="414393" y="1150294"/>
                  </a:lnTo>
                  <a:close/>
                  <a:moveTo>
                    <a:pt x="447861" y="1185827"/>
                  </a:moveTo>
                  <a:lnTo>
                    <a:pt x="456128" y="1191811"/>
                  </a:lnTo>
                  <a:lnTo>
                    <a:pt x="485856" y="1181375"/>
                  </a:lnTo>
                  <a:close/>
                  <a:moveTo>
                    <a:pt x="377728" y="953891"/>
                  </a:moveTo>
                  <a:lnTo>
                    <a:pt x="378002" y="939485"/>
                  </a:lnTo>
                  <a:lnTo>
                    <a:pt x="391453" y="975229"/>
                  </a:lnTo>
                  <a:close/>
                  <a:moveTo>
                    <a:pt x="391453" y="975229"/>
                  </a:moveTo>
                  <a:lnTo>
                    <a:pt x="378002" y="939485"/>
                  </a:lnTo>
                  <a:lnTo>
                    <a:pt x="375503" y="899599"/>
                  </a:lnTo>
                  <a:close/>
                  <a:moveTo>
                    <a:pt x="375503" y="899599"/>
                  </a:moveTo>
                  <a:lnTo>
                    <a:pt x="354494" y="910037"/>
                  </a:lnTo>
                  <a:lnTo>
                    <a:pt x="391453" y="975229"/>
                  </a:lnTo>
                  <a:close/>
                  <a:moveTo>
                    <a:pt x="312341" y="923693"/>
                  </a:moveTo>
                  <a:lnTo>
                    <a:pt x="342749" y="942581"/>
                  </a:lnTo>
                  <a:lnTo>
                    <a:pt x="354494" y="910037"/>
                  </a:lnTo>
                  <a:close/>
                  <a:moveTo>
                    <a:pt x="150283" y="711139"/>
                  </a:moveTo>
                  <a:lnTo>
                    <a:pt x="138829" y="704189"/>
                  </a:lnTo>
                  <a:lnTo>
                    <a:pt x="118747" y="698795"/>
                  </a:lnTo>
                  <a:close/>
                  <a:moveTo>
                    <a:pt x="138829" y="704189"/>
                  </a:moveTo>
                  <a:lnTo>
                    <a:pt x="150283" y="711139"/>
                  </a:lnTo>
                  <a:lnTo>
                    <a:pt x="207191" y="650207"/>
                  </a:lnTo>
                  <a:close/>
                  <a:moveTo>
                    <a:pt x="670680" y="1208818"/>
                  </a:moveTo>
                  <a:lnTo>
                    <a:pt x="696234" y="1255919"/>
                  </a:lnTo>
                  <a:lnTo>
                    <a:pt x="691246" y="1202632"/>
                  </a:lnTo>
                  <a:close/>
                  <a:moveTo>
                    <a:pt x="194634" y="675082"/>
                  </a:moveTo>
                  <a:lnTo>
                    <a:pt x="207191" y="650207"/>
                  </a:lnTo>
                  <a:lnTo>
                    <a:pt x="189301" y="693452"/>
                  </a:lnTo>
                  <a:close/>
                  <a:moveTo>
                    <a:pt x="1041485" y="1418313"/>
                  </a:moveTo>
                  <a:lnTo>
                    <a:pt x="1025933" y="1480323"/>
                  </a:lnTo>
                  <a:lnTo>
                    <a:pt x="1046470" y="1422210"/>
                  </a:lnTo>
                  <a:close/>
                  <a:moveTo>
                    <a:pt x="1041485" y="1418313"/>
                  </a:moveTo>
                  <a:lnTo>
                    <a:pt x="988274" y="1379299"/>
                  </a:lnTo>
                  <a:lnTo>
                    <a:pt x="959261" y="1405725"/>
                  </a:lnTo>
                  <a:close/>
                  <a:moveTo>
                    <a:pt x="975767" y="1366777"/>
                  </a:moveTo>
                  <a:lnTo>
                    <a:pt x="959261" y="1405725"/>
                  </a:lnTo>
                  <a:lnTo>
                    <a:pt x="988274" y="1379299"/>
                  </a:lnTo>
                  <a:close/>
                  <a:moveTo>
                    <a:pt x="341891" y="669573"/>
                  </a:moveTo>
                  <a:lnTo>
                    <a:pt x="362746" y="645264"/>
                  </a:lnTo>
                  <a:lnTo>
                    <a:pt x="336167" y="669358"/>
                  </a:lnTo>
                  <a:close/>
                  <a:moveTo>
                    <a:pt x="309994" y="594518"/>
                  </a:moveTo>
                  <a:lnTo>
                    <a:pt x="370285" y="640833"/>
                  </a:lnTo>
                  <a:lnTo>
                    <a:pt x="339152" y="608796"/>
                  </a:lnTo>
                  <a:close/>
                  <a:moveTo>
                    <a:pt x="1041485" y="1418313"/>
                  </a:moveTo>
                  <a:lnTo>
                    <a:pt x="1046470" y="1422210"/>
                  </a:lnTo>
                  <a:lnTo>
                    <a:pt x="1049998" y="1414598"/>
                  </a:lnTo>
                  <a:close/>
                  <a:moveTo>
                    <a:pt x="1049998" y="1414598"/>
                  </a:moveTo>
                  <a:lnTo>
                    <a:pt x="988274" y="1379299"/>
                  </a:lnTo>
                  <a:lnTo>
                    <a:pt x="1041485" y="1418313"/>
                  </a:lnTo>
                  <a:close/>
                  <a:moveTo>
                    <a:pt x="994056" y="1359352"/>
                  </a:moveTo>
                  <a:lnTo>
                    <a:pt x="988274" y="1379299"/>
                  </a:lnTo>
                  <a:lnTo>
                    <a:pt x="1049998" y="1414598"/>
                  </a:lnTo>
                  <a:close/>
                  <a:moveTo>
                    <a:pt x="1046470" y="1422210"/>
                  </a:moveTo>
                  <a:lnTo>
                    <a:pt x="1106218" y="1394219"/>
                  </a:lnTo>
                  <a:lnTo>
                    <a:pt x="1049998" y="1414598"/>
                  </a:lnTo>
                  <a:close/>
                  <a:moveTo>
                    <a:pt x="1158070" y="1445756"/>
                  </a:moveTo>
                  <a:lnTo>
                    <a:pt x="1125450" y="1407926"/>
                  </a:lnTo>
                  <a:lnTo>
                    <a:pt x="1162054" y="1462205"/>
                  </a:lnTo>
                  <a:close/>
                  <a:moveTo>
                    <a:pt x="975767" y="1366777"/>
                  </a:moveTo>
                  <a:lnTo>
                    <a:pt x="988274" y="1379299"/>
                  </a:lnTo>
                  <a:lnTo>
                    <a:pt x="994056" y="1359352"/>
                  </a:lnTo>
                  <a:close/>
                  <a:moveTo>
                    <a:pt x="763872" y="981927"/>
                  </a:moveTo>
                  <a:lnTo>
                    <a:pt x="755433" y="1032779"/>
                  </a:lnTo>
                  <a:lnTo>
                    <a:pt x="740290" y="1037274"/>
                  </a:lnTo>
                  <a:close/>
                  <a:moveTo>
                    <a:pt x="408336" y="621170"/>
                  </a:moveTo>
                  <a:lnTo>
                    <a:pt x="373006" y="651005"/>
                  </a:lnTo>
                  <a:lnTo>
                    <a:pt x="411089" y="696801"/>
                  </a:lnTo>
                  <a:close/>
                  <a:moveTo>
                    <a:pt x="1158070" y="1445756"/>
                  </a:moveTo>
                  <a:lnTo>
                    <a:pt x="1162054" y="1462205"/>
                  </a:lnTo>
                  <a:lnTo>
                    <a:pt x="1190781" y="1477509"/>
                  </a:lnTo>
                  <a:close/>
                  <a:moveTo>
                    <a:pt x="1278012" y="1531401"/>
                  </a:moveTo>
                  <a:lnTo>
                    <a:pt x="1267881" y="1591098"/>
                  </a:lnTo>
                  <a:lnTo>
                    <a:pt x="1309675" y="1524735"/>
                  </a:lnTo>
                  <a:close/>
                  <a:moveTo>
                    <a:pt x="1213812" y="1548829"/>
                  </a:moveTo>
                  <a:lnTo>
                    <a:pt x="1267881" y="1591098"/>
                  </a:lnTo>
                  <a:lnTo>
                    <a:pt x="1278012" y="1531401"/>
                  </a:lnTo>
                  <a:close/>
                  <a:moveTo>
                    <a:pt x="1210845" y="1497292"/>
                  </a:moveTo>
                  <a:lnTo>
                    <a:pt x="1263187" y="1473199"/>
                  </a:lnTo>
                  <a:lnTo>
                    <a:pt x="1190781" y="1477509"/>
                  </a:lnTo>
                  <a:close/>
                  <a:moveTo>
                    <a:pt x="1263187" y="1473199"/>
                  </a:moveTo>
                  <a:lnTo>
                    <a:pt x="1222070" y="1459594"/>
                  </a:lnTo>
                  <a:lnTo>
                    <a:pt x="1190781" y="1477509"/>
                  </a:lnTo>
                  <a:close/>
                  <a:moveTo>
                    <a:pt x="1165755" y="1421662"/>
                  </a:moveTo>
                  <a:lnTo>
                    <a:pt x="1190781" y="1477509"/>
                  </a:lnTo>
                  <a:lnTo>
                    <a:pt x="1222070" y="1459594"/>
                  </a:lnTo>
                  <a:close/>
                  <a:moveTo>
                    <a:pt x="1165755" y="1421662"/>
                  </a:moveTo>
                  <a:lnTo>
                    <a:pt x="1158070" y="1445756"/>
                  </a:lnTo>
                  <a:lnTo>
                    <a:pt x="1190781" y="1477509"/>
                  </a:lnTo>
                  <a:close/>
                  <a:moveTo>
                    <a:pt x="1309675" y="1524735"/>
                  </a:moveTo>
                  <a:lnTo>
                    <a:pt x="1343006" y="1562403"/>
                  </a:lnTo>
                  <a:lnTo>
                    <a:pt x="1346515" y="1513692"/>
                  </a:lnTo>
                  <a:close/>
                  <a:moveTo>
                    <a:pt x="1320576" y="1472037"/>
                  </a:moveTo>
                  <a:lnTo>
                    <a:pt x="1346515" y="1513692"/>
                  </a:lnTo>
                  <a:lnTo>
                    <a:pt x="1353282" y="1524735"/>
                  </a:lnTo>
                  <a:close/>
                  <a:moveTo>
                    <a:pt x="1276219" y="1470116"/>
                  </a:moveTo>
                  <a:lnTo>
                    <a:pt x="1222070" y="1459594"/>
                  </a:lnTo>
                  <a:lnTo>
                    <a:pt x="1263187" y="1473199"/>
                  </a:lnTo>
                  <a:close/>
                  <a:moveTo>
                    <a:pt x="1266748" y="1415073"/>
                  </a:moveTo>
                  <a:lnTo>
                    <a:pt x="1230121" y="1406868"/>
                  </a:lnTo>
                  <a:lnTo>
                    <a:pt x="1276219" y="1470116"/>
                  </a:lnTo>
                  <a:close/>
                  <a:moveTo>
                    <a:pt x="1320576" y="1472037"/>
                  </a:moveTo>
                  <a:lnTo>
                    <a:pt x="1318020" y="1468981"/>
                  </a:lnTo>
                  <a:lnTo>
                    <a:pt x="1266748" y="1415073"/>
                  </a:lnTo>
                  <a:close/>
                  <a:moveTo>
                    <a:pt x="1276219" y="1470116"/>
                  </a:moveTo>
                  <a:lnTo>
                    <a:pt x="1320576" y="1472037"/>
                  </a:lnTo>
                  <a:lnTo>
                    <a:pt x="1266748" y="1415073"/>
                  </a:lnTo>
                  <a:close/>
                  <a:moveTo>
                    <a:pt x="1320576" y="1472037"/>
                  </a:moveTo>
                  <a:lnTo>
                    <a:pt x="1322449" y="1473199"/>
                  </a:lnTo>
                  <a:lnTo>
                    <a:pt x="1318020" y="1468981"/>
                  </a:lnTo>
                  <a:close/>
                  <a:moveTo>
                    <a:pt x="1230121" y="1406868"/>
                  </a:moveTo>
                  <a:lnTo>
                    <a:pt x="1266748" y="1415073"/>
                  </a:lnTo>
                  <a:lnTo>
                    <a:pt x="1213549" y="1357598"/>
                  </a:lnTo>
                  <a:close/>
                  <a:moveTo>
                    <a:pt x="1076362" y="1163979"/>
                  </a:moveTo>
                  <a:lnTo>
                    <a:pt x="1069150" y="1088348"/>
                  </a:lnTo>
                  <a:lnTo>
                    <a:pt x="1042710" y="1112442"/>
                  </a:lnTo>
                  <a:close/>
                  <a:moveTo>
                    <a:pt x="1042710" y="1112442"/>
                  </a:moveTo>
                  <a:lnTo>
                    <a:pt x="1069150" y="1088348"/>
                  </a:lnTo>
                  <a:lnTo>
                    <a:pt x="1031770" y="1097449"/>
                  </a:lnTo>
                  <a:close/>
                  <a:moveTo>
                    <a:pt x="1069150" y="1088348"/>
                  </a:moveTo>
                  <a:lnTo>
                    <a:pt x="1064705" y="1085689"/>
                  </a:lnTo>
                  <a:lnTo>
                    <a:pt x="1031770" y="1097449"/>
                  </a:lnTo>
                  <a:close/>
                  <a:moveTo>
                    <a:pt x="1021458" y="1036812"/>
                  </a:moveTo>
                  <a:lnTo>
                    <a:pt x="1031770" y="1097449"/>
                  </a:lnTo>
                  <a:lnTo>
                    <a:pt x="1064705" y="1085689"/>
                  </a:lnTo>
                  <a:close/>
                  <a:moveTo>
                    <a:pt x="714069" y="727592"/>
                  </a:moveTo>
                  <a:lnTo>
                    <a:pt x="647037" y="698647"/>
                  </a:lnTo>
                  <a:lnTo>
                    <a:pt x="645883" y="700149"/>
                  </a:lnTo>
                  <a:close/>
                  <a:moveTo>
                    <a:pt x="644664" y="698184"/>
                  </a:moveTo>
                  <a:lnTo>
                    <a:pt x="645883" y="700149"/>
                  </a:lnTo>
                  <a:lnTo>
                    <a:pt x="647037" y="698647"/>
                  </a:lnTo>
                  <a:close/>
                  <a:moveTo>
                    <a:pt x="661825" y="676056"/>
                  </a:moveTo>
                  <a:lnTo>
                    <a:pt x="644664" y="698184"/>
                  </a:lnTo>
                  <a:lnTo>
                    <a:pt x="647037" y="698647"/>
                  </a:lnTo>
                  <a:close/>
                  <a:moveTo>
                    <a:pt x="228329" y="58243"/>
                  </a:moveTo>
                  <a:lnTo>
                    <a:pt x="275179" y="58136"/>
                  </a:lnTo>
                  <a:lnTo>
                    <a:pt x="249156" y="16549"/>
                  </a:lnTo>
                  <a:close/>
                  <a:moveTo>
                    <a:pt x="228329" y="58243"/>
                  </a:moveTo>
                  <a:lnTo>
                    <a:pt x="249156" y="16549"/>
                  </a:lnTo>
                  <a:lnTo>
                    <a:pt x="209461" y="10839"/>
                  </a:lnTo>
                  <a:close/>
                  <a:moveTo>
                    <a:pt x="228329" y="58243"/>
                  </a:moveTo>
                  <a:lnTo>
                    <a:pt x="209461" y="10839"/>
                  </a:lnTo>
                  <a:lnTo>
                    <a:pt x="225416" y="57617"/>
                  </a:lnTo>
                  <a:close/>
                  <a:moveTo>
                    <a:pt x="209461" y="10839"/>
                  </a:moveTo>
                  <a:lnTo>
                    <a:pt x="187108" y="6080"/>
                  </a:lnTo>
                  <a:lnTo>
                    <a:pt x="225416" y="57617"/>
                  </a:lnTo>
                  <a:close/>
                  <a:moveTo>
                    <a:pt x="1408940" y="1449105"/>
                  </a:moveTo>
                  <a:lnTo>
                    <a:pt x="1455727" y="1425011"/>
                  </a:lnTo>
                  <a:lnTo>
                    <a:pt x="1383049" y="1402539"/>
                  </a:lnTo>
                  <a:close/>
                  <a:moveTo>
                    <a:pt x="1455727" y="1425011"/>
                  </a:moveTo>
                  <a:lnTo>
                    <a:pt x="1417687" y="1397145"/>
                  </a:lnTo>
                  <a:lnTo>
                    <a:pt x="1383049" y="1402539"/>
                  </a:lnTo>
                  <a:close/>
                  <a:moveTo>
                    <a:pt x="1394389" y="1373474"/>
                  </a:moveTo>
                  <a:lnTo>
                    <a:pt x="1383049" y="1402539"/>
                  </a:lnTo>
                  <a:lnTo>
                    <a:pt x="1417687" y="1397145"/>
                  </a:lnTo>
                  <a:close/>
                  <a:moveTo>
                    <a:pt x="1394389" y="1373474"/>
                  </a:moveTo>
                  <a:lnTo>
                    <a:pt x="1378907" y="1397568"/>
                  </a:lnTo>
                  <a:lnTo>
                    <a:pt x="1383049" y="1402539"/>
                  </a:lnTo>
                  <a:close/>
                  <a:moveTo>
                    <a:pt x="1353253" y="1346032"/>
                  </a:moveTo>
                  <a:lnTo>
                    <a:pt x="1378907" y="1397568"/>
                  </a:lnTo>
                  <a:lnTo>
                    <a:pt x="1394389" y="1373474"/>
                  </a:lnTo>
                  <a:close/>
                  <a:moveTo>
                    <a:pt x="1328921" y="1277025"/>
                  </a:moveTo>
                  <a:lnTo>
                    <a:pt x="1364367" y="1332692"/>
                  </a:lnTo>
                  <a:lnTo>
                    <a:pt x="1368260" y="1321937"/>
                  </a:lnTo>
                  <a:close/>
                  <a:moveTo>
                    <a:pt x="1368260" y="1321937"/>
                  </a:moveTo>
                  <a:lnTo>
                    <a:pt x="1342611" y="1291126"/>
                  </a:lnTo>
                  <a:lnTo>
                    <a:pt x="1328921" y="1277025"/>
                  </a:lnTo>
                  <a:close/>
                  <a:moveTo>
                    <a:pt x="1064705" y="1085689"/>
                  </a:moveTo>
                  <a:lnTo>
                    <a:pt x="1069150" y="1088348"/>
                  </a:lnTo>
                  <a:lnTo>
                    <a:pt x="1067560" y="1086606"/>
                  </a:lnTo>
                  <a:close/>
                  <a:moveTo>
                    <a:pt x="896470" y="830665"/>
                  </a:moveTo>
                  <a:lnTo>
                    <a:pt x="938760" y="829257"/>
                  </a:lnTo>
                  <a:lnTo>
                    <a:pt x="926284" y="858108"/>
                  </a:lnTo>
                  <a:close/>
                  <a:moveTo>
                    <a:pt x="940013" y="863364"/>
                  </a:moveTo>
                  <a:lnTo>
                    <a:pt x="903747" y="833248"/>
                  </a:lnTo>
                  <a:lnTo>
                    <a:pt x="896470" y="830665"/>
                  </a:lnTo>
                  <a:close/>
                  <a:moveTo>
                    <a:pt x="926284" y="858108"/>
                  </a:moveTo>
                  <a:lnTo>
                    <a:pt x="940013" y="863364"/>
                  </a:lnTo>
                  <a:lnTo>
                    <a:pt x="896470" y="830665"/>
                  </a:lnTo>
                  <a:close/>
                  <a:moveTo>
                    <a:pt x="966670" y="858108"/>
                  </a:moveTo>
                  <a:lnTo>
                    <a:pt x="908802" y="825995"/>
                  </a:lnTo>
                  <a:lnTo>
                    <a:pt x="909791" y="830665"/>
                  </a:lnTo>
                  <a:close/>
                  <a:moveTo>
                    <a:pt x="903747" y="833248"/>
                  </a:moveTo>
                  <a:lnTo>
                    <a:pt x="940013" y="863364"/>
                  </a:lnTo>
                  <a:lnTo>
                    <a:pt x="966670" y="858108"/>
                  </a:lnTo>
                  <a:close/>
                  <a:moveTo>
                    <a:pt x="909791" y="830665"/>
                  </a:moveTo>
                  <a:lnTo>
                    <a:pt x="903747" y="833248"/>
                  </a:lnTo>
                  <a:lnTo>
                    <a:pt x="966670" y="858108"/>
                  </a:lnTo>
                  <a:close/>
                  <a:moveTo>
                    <a:pt x="841285" y="727592"/>
                  </a:moveTo>
                  <a:lnTo>
                    <a:pt x="852247" y="680472"/>
                  </a:lnTo>
                  <a:lnTo>
                    <a:pt x="862362" y="651962"/>
                  </a:lnTo>
                  <a:close/>
                  <a:moveTo>
                    <a:pt x="387796" y="192792"/>
                  </a:moveTo>
                  <a:lnTo>
                    <a:pt x="452346" y="233373"/>
                  </a:lnTo>
                  <a:lnTo>
                    <a:pt x="423930" y="201397"/>
                  </a:lnTo>
                  <a:close/>
                  <a:moveTo>
                    <a:pt x="225416" y="57617"/>
                  </a:moveTo>
                  <a:lnTo>
                    <a:pt x="189652" y="51704"/>
                  </a:lnTo>
                  <a:lnTo>
                    <a:pt x="230169" y="61618"/>
                  </a:lnTo>
                  <a:close/>
                  <a:moveTo>
                    <a:pt x="267388" y="65873"/>
                  </a:moveTo>
                  <a:lnTo>
                    <a:pt x="276140" y="58820"/>
                  </a:lnTo>
                  <a:lnTo>
                    <a:pt x="230169" y="61618"/>
                  </a:lnTo>
                  <a:close/>
                  <a:moveTo>
                    <a:pt x="1455727" y="1425011"/>
                  </a:moveTo>
                  <a:lnTo>
                    <a:pt x="1479362" y="1453061"/>
                  </a:lnTo>
                  <a:lnTo>
                    <a:pt x="1485118" y="1414232"/>
                  </a:lnTo>
                  <a:close/>
                  <a:moveTo>
                    <a:pt x="1485118" y="1414232"/>
                  </a:moveTo>
                  <a:lnTo>
                    <a:pt x="1417687" y="1397145"/>
                  </a:lnTo>
                  <a:lnTo>
                    <a:pt x="1455727" y="1425011"/>
                  </a:lnTo>
                  <a:close/>
                  <a:moveTo>
                    <a:pt x="1439677" y="1350449"/>
                  </a:moveTo>
                  <a:lnTo>
                    <a:pt x="1417687" y="1397145"/>
                  </a:lnTo>
                  <a:lnTo>
                    <a:pt x="1485118" y="1414232"/>
                  </a:lnTo>
                  <a:close/>
                  <a:moveTo>
                    <a:pt x="1394389" y="1373474"/>
                  </a:moveTo>
                  <a:lnTo>
                    <a:pt x="1417687" y="1397145"/>
                  </a:lnTo>
                  <a:lnTo>
                    <a:pt x="1439677" y="1350449"/>
                  </a:lnTo>
                  <a:close/>
                  <a:moveTo>
                    <a:pt x="1368260" y="1321937"/>
                  </a:moveTo>
                  <a:lnTo>
                    <a:pt x="1394389" y="1373474"/>
                  </a:lnTo>
                  <a:lnTo>
                    <a:pt x="1393464" y="1297844"/>
                  </a:lnTo>
                  <a:close/>
                  <a:moveTo>
                    <a:pt x="1368260" y="1321937"/>
                  </a:moveTo>
                  <a:lnTo>
                    <a:pt x="1393464" y="1297844"/>
                  </a:lnTo>
                  <a:lnTo>
                    <a:pt x="1342611" y="1291126"/>
                  </a:lnTo>
                  <a:close/>
                  <a:moveTo>
                    <a:pt x="1343589" y="1246307"/>
                  </a:moveTo>
                  <a:lnTo>
                    <a:pt x="1324673" y="1270401"/>
                  </a:lnTo>
                  <a:lnTo>
                    <a:pt x="1342611" y="1291126"/>
                  </a:lnTo>
                  <a:close/>
                  <a:moveTo>
                    <a:pt x="1168075" y="937087"/>
                  </a:moveTo>
                  <a:lnTo>
                    <a:pt x="1166032" y="980279"/>
                  </a:lnTo>
                  <a:lnTo>
                    <a:pt x="1203468" y="985348"/>
                  </a:lnTo>
                  <a:close/>
                  <a:moveTo>
                    <a:pt x="1068347" y="834995"/>
                  </a:moveTo>
                  <a:lnTo>
                    <a:pt x="1070595" y="834014"/>
                  </a:lnTo>
                  <a:lnTo>
                    <a:pt x="1069160" y="832545"/>
                  </a:lnTo>
                  <a:close/>
                  <a:moveTo>
                    <a:pt x="909544" y="720021"/>
                  </a:moveTo>
                  <a:lnTo>
                    <a:pt x="966612" y="679404"/>
                  </a:lnTo>
                  <a:lnTo>
                    <a:pt x="917634" y="693328"/>
                  </a:lnTo>
                  <a:close/>
                  <a:moveTo>
                    <a:pt x="959830" y="733356"/>
                  </a:moveTo>
                  <a:lnTo>
                    <a:pt x="990451" y="712942"/>
                  </a:lnTo>
                  <a:lnTo>
                    <a:pt x="909544" y="720021"/>
                  </a:lnTo>
                  <a:close/>
                  <a:moveTo>
                    <a:pt x="917634" y="693328"/>
                  </a:moveTo>
                  <a:lnTo>
                    <a:pt x="977404" y="664160"/>
                  </a:lnTo>
                  <a:lnTo>
                    <a:pt x="949719" y="642484"/>
                  </a:lnTo>
                  <a:close/>
                  <a:moveTo>
                    <a:pt x="917634" y="693328"/>
                  </a:moveTo>
                  <a:lnTo>
                    <a:pt x="949719" y="642484"/>
                  </a:lnTo>
                  <a:lnTo>
                    <a:pt x="906201" y="639881"/>
                  </a:lnTo>
                  <a:close/>
                  <a:moveTo>
                    <a:pt x="824672" y="542694"/>
                  </a:moveTo>
                  <a:lnTo>
                    <a:pt x="772538" y="557133"/>
                  </a:lnTo>
                  <a:lnTo>
                    <a:pt x="825027" y="578703"/>
                  </a:lnTo>
                  <a:close/>
                  <a:moveTo>
                    <a:pt x="824672" y="542694"/>
                  </a:moveTo>
                  <a:lnTo>
                    <a:pt x="773843" y="546035"/>
                  </a:lnTo>
                  <a:lnTo>
                    <a:pt x="772538" y="557133"/>
                  </a:lnTo>
                  <a:close/>
                  <a:moveTo>
                    <a:pt x="1211136" y="912994"/>
                  </a:moveTo>
                  <a:lnTo>
                    <a:pt x="1203468" y="985348"/>
                  </a:lnTo>
                  <a:lnTo>
                    <a:pt x="1223271" y="924486"/>
                  </a:lnTo>
                  <a:close/>
                  <a:moveTo>
                    <a:pt x="1211136" y="912994"/>
                  </a:moveTo>
                  <a:lnTo>
                    <a:pt x="1168075" y="937087"/>
                  </a:lnTo>
                  <a:lnTo>
                    <a:pt x="1203468" y="985348"/>
                  </a:lnTo>
                  <a:close/>
                  <a:moveTo>
                    <a:pt x="1069160" y="832545"/>
                  </a:moveTo>
                  <a:lnTo>
                    <a:pt x="1070595" y="834014"/>
                  </a:lnTo>
                  <a:lnTo>
                    <a:pt x="1071537" y="832402"/>
                  </a:lnTo>
                  <a:close/>
                  <a:moveTo>
                    <a:pt x="1074938" y="719248"/>
                  </a:moveTo>
                  <a:lnTo>
                    <a:pt x="1115356" y="758384"/>
                  </a:lnTo>
                  <a:lnTo>
                    <a:pt x="1064538" y="712606"/>
                  </a:lnTo>
                  <a:close/>
                  <a:moveTo>
                    <a:pt x="1064538" y="712606"/>
                  </a:moveTo>
                  <a:lnTo>
                    <a:pt x="1114861" y="772419"/>
                  </a:lnTo>
                  <a:lnTo>
                    <a:pt x="1114506" y="709965"/>
                  </a:lnTo>
                  <a:close/>
                  <a:moveTo>
                    <a:pt x="825342" y="353921"/>
                  </a:moveTo>
                  <a:lnTo>
                    <a:pt x="837812" y="356703"/>
                  </a:lnTo>
                  <a:lnTo>
                    <a:pt x="825339" y="346091"/>
                  </a:lnTo>
                  <a:close/>
                  <a:moveTo>
                    <a:pt x="481749" y="36871"/>
                  </a:moveTo>
                  <a:lnTo>
                    <a:pt x="466911" y="18027"/>
                  </a:lnTo>
                  <a:lnTo>
                    <a:pt x="486848" y="0"/>
                  </a:lnTo>
                  <a:close/>
                  <a:moveTo>
                    <a:pt x="1255296" y="796955"/>
                  </a:moveTo>
                  <a:lnTo>
                    <a:pt x="1207687" y="758384"/>
                  </a:lnTo>
                  <a:lnTo>
                    <a:pt x="1220152" y="777925"/>
                  </a:lnTo>
                  <a:close/>
                  <a:moveTo>
                    <a:pt x="1220152" y="777925"/>
                  </a:moveTo>
                  <a:lnTo>
                    <a:pt x="1207687" y="758384"/>
                  </a:lnTo>
                  <a:lnTo>
                    <a:pt x="1184217" y="778473"/>
                  </a:lnTo>
                  <a:close/>
                  <a:moveTo>
                    <a:pt x="1299158" y="785827"/>
                  </a:moveTo>
                  <a:lnTo>
                    <a:pt x="1272451" y="734290"/>
                  </a:lnTo>
                  <a:lnTo>
                    <a:pt x="1255296" y="796955"/>
                  </a:lnTo>
                  <a:close/>
                  <a:moveTo>
                    <a:pt x="925249" y="374042"/>
                  </a:moveTo>
                  <a:lnTo>
                    <a:pt x="923334" y="374980"/>
                  </a:lnTo>
                  <a:lnTo>
                    <a:pt x="953921" y="441463"/>
                  </a:lnTo>
                  <a:close/>
                  <a:moveTo>
                    <a:pt x="977686" y="395416"/>
                  </a:moveTo>
                  <a:lnTo>
                    <a:pt x="925249" y="374042"/>
                  </a:lnTo>
                  <a:lnTo>
                    <a:pt x="953921" y="441463"/>
                  </a:lnTo>
                  <a:close/>
                  <a:moveTo>
                    <a:pt x="1299158" y="785827"/>
                  </a:moveTo>
                  <a:lnTo>
                    <a:pt x="1318977" y="798062"/>
                  </a:lnTo>
                  <a:lnTo>
                    <a:pt x="1339813" y="766226"/>
                  </a:lnTo>
                  <a:close/>
                  <a:moveTo>
                    <a:pt x="1339813" y="766226"/>
                  </a:moveTo>
                  <a:lnTo>
                    <a:pt x="1343544" y="785827"/>
                  </a:lnTo>
                  <a:lnTo>
                    <a:pt x="1320149" y="71947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40" name="Output_density__4239">
              <a:extLst>
                <a:ext uri="{FF2B5EF4-FFF2-40B4-BE49-F238E27FC236}">
                  <a16:creationId xmlns:a16="http://schemas.microsoft.com/office/drawing/2014/main" id="{6F968671-9D84-3C60-F022-7376CD8A5F43}"/>
                </a:ext>
              </a:extLst>
            </p:cNvPr>
            <p:cNvSpPr>
              <a:spLocks noGrp="1"/>
            </p:cNvSpPr>
            <p:nvPr/>
          </p:nvSpPr>
          <p:spPr>
            <a:xfrm>
              <a:off x="15424223" y="2693531"/>
              <a:ext cx="1391744" cy="1917028"/>
            </a:xfrm>
            <a:custGeom>
              <a:avLst/>
              <a:gdLst/>
              <a:ahLst/>
              <a:cxnLst/>
              <a:rect l="0" t="0" r="0" b="0"/>
              <a:pathLst>
                <a:path w="1391744" h="1917028">
                  <a:moveTo>
                    <a:pt x="151783" y="1730795"/>
                  </a:moveTo>
                  <a:lnTo>
                    <a:pt x="127992" y="1686000"/>
                  </a:lnTo>
                  <a:lnTo>
                    <a:pt x="133429" y="1709311"/>
                  </a:lnTo>
                  <a:close/>
                  <a:moveTo>
                    <a:pt x="129890" y="1688717"/>
                  </a:moveTo>
                  <a:lnTo>
                    <a:pt x="127992" y="1686000"/>
                  </a:lnTo>
                  <a:lnTo>
                    <a:pt x="151783" y="1730795"/>
                  </a:lnTo>
                  <a:close/>
                  <a:moveTo>
                    <a:pt x="181318" y="1706320"/>
                  </a:moveTo>
                  <a:lnTo>
                    <a:pt x="129890" y="1688717"/>
                  </a:lnTo>
                  <a:lnTo>
                    <a:pt x="151783" y="1730795"/>
                  </a:lnTo>
                  <a:close/>
                  <a:moveTo>
                    <a:pt x="86577" y="1661674"/>
                  </a:moveTo>
                  <a:lnTo>
                    <a:pt x="80614" y="1679157"/>
                  </a:lnTo>
                  <a:lnTo>
                    <a:pt x="40139" y="1662727"/>
                  </a:lnTo>
                  <a:close/>
                  <a:moveTo>
                    <a:pt x="313421" y="1891364"/>
                  </a:moveTo>
                  <a:lnTo>
                    <a:pt x="320742" y="1894215"/>
                  </a:lnTo>
                  <a:lnTo>
                    <a:pt x="325766" y="1897034"/>
                  </a:lnTo>
                  <a:close/>
                  <a:moveTo>
                    <a:pt x="320742" y="1894215"/>
                  </a:moveTo>
                  <a:lnTo>
                    <a:pt x="313421" y="1891364"/>
                  </a:lnTo>
                  <a:lnTo>
                    <a:pt x="250500" y="1850596"/>
                  </a:lnTo>
                  <a:close/>
                  <a:moveTo>
                    <a:pt x="377834" y="1917028"/>
                  </a:moveTo>
                  <a:lnTo>
                    <a:pt x="320742" y="1894215"/>
                  </a:lnTo>
                  <a:lnTo>
                    <a:pt x="348154" y="1909913"/>
                  </a:lnTo>
                  <a:close/>
                  <a:moveTo>
                    <a:pt x="377834" y="1917028"/>
                  </a:moveTo>
                  <a:lnTo>
                    <a:pt x="325766" y="1897034"/>
                  </a:lnTo>
                  <a:lnTo>
                    <a:pt x="320742" y="1894215"/>
                  </a:lnTo>
                  <a:close/>
                  <a:moveTo>
                    <a:pt x="313421" y="1891364"/>
                  </a:moveTo>
                  <a:lnTo>
                    <a:pt x="325766" y="1897034"/>
                  </a:lnTo>
                  <a:lnTo>
                    <a:pt x="332537" y="1884626"/>
                  </a:lnTo>
                  <a:close/>
                  <a:moveTo>
                    <a:pt x="193729" y="1670539"/>
                  </a:moveTo>
                  <a:lnTo>
                    <a:pt x="129890" y="1688717"/>
                  </a:lnTo>
                  <a:lnTo>
                    <a:pt x="181318" y="1706320"/>
                  </a:lnTo>
                  <a:close/>
                  <a:moveTo>
                    <a:pt x="227323" y="1618467"/>
                  </a:moveTo>
                  <a:lnTo>
                    <a:pt x="193729" y="1670539"/>
                  </a:lnTo>
                  <a:lnTo>
                    <a:pt x="243340" y="1668189"/>
                  </a:lnTo>
                  <a:close/>
                  <a:moveTo>
                    <a:pt x="247923" y="1375968"/>
                  </a:moveTo>
                  <a:lnTo>
                    <a:pt x="249414" y="1412279"/>
                  </a:lnTo>
                  <a:lnTo>
                    <a:pt x="251293" y="1379346"/>
                  </a:lnTo>
                  <a:close/>
                  <a:moveTo>
                    <a:pt x="387039" y="1411847"/>
                  </a:moveTo>
                  <a:lnTo>
                    <a:pt x="333063" y="1384719"/>
                  </a:lnTo>
                  <a:lnTo>
                    <a:pt x="356818" y="1433754"/>
                  </a:lnTo>
                  <a:close/>
                  <a:moveTo>
                    <a:pt x="295563" y="1379412"/>
                  </a:moveTo>
                  <a:lnTo>
                    <a:pt x="323754" y="1406789"/>
                  </a:lnTo>
                  <a:lnTo>
                    <a:pt x="331277" y="1383708"/>
                  </a:lnTo>
                  <a:close/>
                  <a:moveTo>
                    <a:pt x="387039" y="1411847"/>
                  </a:moveTo>
                  <a:lnTo>
                    <a:pt x="356818" y="1433754"/>
                  </a:lnTo>
                  <a:lnTo>
                    <a:pt x="432725" y="1407983"/>
                  </a:lnTo>
                  <a:close/>
                  <a:moveTo>
                    <a:pt x="415808" y="1384509"/>
                  </a:moveTo>
                  <a:lnTo>
                    <a:pt x="445340" y="1366941"/>
                  </a:lnTo>
                  <a:lnTo>
                    <a:pt x="429959" y="1358601"/>
                  </a:lnTo>
                  <a:close/>
                  <a:moveTo>
                    <a:pt x="272706" y="1049382"/>
                  </a:moveTo>
                  <a:lnTo>
                    <a:pt x="283411" y="1064177"/>
                  </a:lnTo>
                  <a:lnTo>
                    <a:pt x="258981" y="1028044"/>
                  </a:lnTo>
                  <a:close/>
                  <a:moveTo>
                    <a:pt x="258981" y="1028044"/>
                  </a:moveTo>
                  <a:lnTo>
                    <a:pt x="302342" y="1093517"/>
                  </a:lnTo>
                  <a:lnTo>
                    <a:pt x="269446" y="1082279"/>
                  </a:lnTo>
                  <a:close/>
                  <a:moveTo>
                    <a:pt x="0" y="772948"/>
                  </a:moveTo>
                  <a:lnTo>
                    <a:pt x="20082" y="778342"/>
                  </a:lnTo>
                  <a:lnTo>
                    <a:pt x="20833" y="716068"/>
                  </a:lnTo>
                  <a:close/>
                  <a:moveTo>
                    <a:pt x="175536" y="744187"/>
                  </a:moveTo>
                  <a:lnTo>
                    <a:pt x="223144" y="743725"/>
                  </a:lnTo>
                  <a:lnTo>
                    <a:pt x="217420" y="743511"/>
                  </a:lnTo>
                  <a:close/>
                  <a:moveTo>
                    <a:pt x="175536" y="744187"/>
                  </a:moveTo>
                  <a:lnTo>
                    <a:pt x="217420" y="743511"/>
                  </a:lnTo>
                  <a:lnTo>
                    <a:pt x="176111" y="742553"/>
                  </a:lnTo>
                  <a:close/>
                  <a:moveTo>
                    <a:pt x="292343" y="770954"/>
                  </a:moveTo>
                  <a:lnTo>
                    <a:pt x="279538" y="795047"/>
                  </a:lnTo>
                  <a:lnTo>
                    <a:pt x="284421" y="798152"/>
                  </a:lnTo>
                  <a:close/>
                  <a:moveTo>
                    <a:pt x="279538" y="795047"/>
                  </a:moveTo>
                  <a:lnTo>
                    <a:pt x="292343" y="770954"/>
                  </a:lnTo>
                  <a:lnTo>
                    <a:pt x="223144" y="743725"/>
                  </a:lnTo>
                  <a:close/>
                  <a:moveTo>
                    <a:pt x="217420" y="743511"/>
                  </a:moveTo>
                  <a:lnTo>
                    <a:pt x="191247" y="668671"/>
                  </a:lnTo>
                  <a:lnTo>
                    <a:pt x="176111" y="742553"/>
                  </a:lnTo>
                  <a:close/>
                  <a:moveTo>
                    <a:pt x="712257" y="1301870"/>
                  </a:moveTo>
                  <a:lnTo>
                    <a:pt x="696794" y="1286319"/>
                  </a:lnTo>
                  <a:lnTo>
                    <a:pt x="648286" y="1253154"/>
                  </a:lnTo>
                  <a:close/>
                  <a:moveTo>
                    <a:pt x="939858" y="1419010"/>
                  </a:moveTo>
                  <a:lnTo>
                    <a:pt x="875310" y="1433505"/>
                  </a:lnTo>
                  <a:lnTo>
                    <a:pt x="931251" y="1488751"/>
                  </a:lnTo>
                  <a:close/>
                  <a:moveTo>
                    <a:pt x="931251" y="1488751"/>
                  </a:moveTo>
                  <a:lnTo>
                    <a:pt x="942623" y="1440929"/>
                  </a:lnTo>
                  <a:lnTo>
                    <a:pt x="939858" y="1419010"/>
                  </a:lnTo>
                  <a:close/>
                  <a:moveTo>
                    <a:pt x="837007" y="1371645"/>
                  </a:moveTo>
                  <a:lnTo>
                    <a:pt x="857020" y="1440929"/>
                  </a:lnTo>
                  <a:lnTo>
                    <a:pt x="879542" y="1367322"/>
                  </a:lnTo>
                  <a:close/>
                  <a:moveTo>
                    <a:pt x="875310" y="1433505"/>
                  </a:moveTo>
                  <a:lnTo>
                    <a:pt x="918905" y="1373302"/>
                  </a:lnTo>
                  <a:lnTo>
                    <a:pt x="879542" y="1367322"/>
                  </a:lnTo>
                  <a:close/>
                  <a:moveTo>
                    <a:pt x="827904" y="1365299"/>
                  </a:moveTo>
                  <a:lnTo>
                    <a:pt x="798013" y="1389393"/>
                  </a:lnTo>
                  <a:lnTo>
                    <a:pt x="807910" y="1397753"/>
                  </a:lnTo>
                  <a:close/>
                  <a:moveTo>
                    <a:pt x="749512" y="1337856"/>
                  </a:moveTo>
                  <a:lnTo>
                    <a:pt x="798013" y="1389393"/>
                  </a:lnTo>
                  <a:lnTo>
                    <a:pt x="827904" y="1365299"/>
                  </a:lnTo>
                  <a:close/>
                  <a:moveTo>
                    <a:pt x="879542" y="1367322"/>
                  </a:moveTo>
                  <a:lnTo>
                    <a:pt x="918905" y="1373302"/>
                  </a:lnTo>
                  <a:lnTo>
                    <a:pt x="862329" y="1318572"/>
                  </a:lnTo>
                  <a:close/>
                  <a:moveTo>
                    <a:pt x="862329" y="1318572"/>
                  </a:moveTo>
                  <a:lnTo>
                    <a:pt x="835256" y="1313762"/>
                  </a:lnTo>
                  <a:lnTo>
                    <a:pt x="860215" y="1365299"/>
                  </a:lnTo>
                  <a:close/>
                  <a:moveTo>
                    <a:pt x="510149" y="850292"/>
                  </a:moveTo>
                  <a:lnTo>
                    <a:pt x="456143" y="821041"/>
                  </a:lnTo>
                  <a:lnTo>
                    <a:pt x="509609" y="849933"/>
                  </a:lnTo>
                  <a:close/>
                  <a:moveTo>
                    <a:pt x="1149134" y="1665251"/>
                  </a:moveTo>
                  <a:lnTo>
                    <a:pt x="1190753" y="1674519"/>
                  </a:lnTo>
                  <a:lnTo>
                    <a:pt x="1190928" y="1598888"/>
                  </a:lnTo>
                  <a:close/>
                  <a:moveTo>
                    <a:pt x="1190928" y="1598888"/>
                  </a:moveTo>
                  <a:lnTo>
                    <a:pt x="1190753" y="1674519"/>
                  </a:lnTo>
                  <a:lnTo>
                    <a:pt x="1224259" y="1636555"/>
                  </a:lnTo>
                  <a:close/>
                  <a:moveTo>
                    <a:pt x="835256" y="1313762"/>
                  </a:moveTo>
                  <a:lnTo>
                    <a:pt x="820912" y="1262225"/>
                  </a:lnTo>
                  <a:lnTo>
                    <a:pt x="877054" y="1289668"/>
                  </a:lnTo>
                  <a:close/>
                  <a:moveTo>
                    <a:pt x="483283" y="834151"/>
                  </a:moveTo>
                  <a:lnTo>
                    <a:pt x="520277" y="901469"/>
                  </a:lnTo>
                  <a:lnTo>
                    <a:pt x="509609" y="849933"/>
                  </a:lnTo>
                  <a:close/>
                  <a:moveTo>
                    <a:pt x="569023" y="825839"/>
                  </a:moveTo>
                  <a:lnTo>
                    <a:pt x="527136" y="774302"/>
                  </a:lnTo>
                  <a:lnTo>
                    <a:pt x="547250" y="795368"/>
                  </a:lnTo>
                  <a:close/>
                  <a:moveTo>
                    <a:pt x="965513" y="1232952"/>
                  </a:moveTo>
                  <a:lnTo>
                    <a:pt x="950309" y="1222286"/>
                  </a:lnTo>
                  <a:lnTo>
                    <a:pt x="981378" y="1252495"/>
                  </a:lnTo>
                  <a:close/>
                  <a:moveTo>
                    <a:pt x="885580" y="1135058"/>
                  </a:moveTo>
                  <a:lnTo>
                    <a:pt x="902711" y="1110964"/>
                  </a:lnTo>
                  <a:lnTo>
                    <a:pt x="849065" y="1107151"/>
                  </a:lnTo>
                  <a:close/>
                  <a:moveTo>
                    <a:pt x="902711" y="1110964"/>
                  </a:moveTo>
                  <a:lnTo>
                    <a:pt x="882017" y="1095453"/>
                  </a:lnTo>
                  <a:lnTo>
                    <a:pt x="849065" y="1107151"/>
                  </a:lnTo>
                  <a:close/>
                  <a:moveTo>
                    <a:pt x="835153" y="1059428"/>
                  </a:moveTo>
                  <a:lnTo>
                    <a:pt x="849065" y="1107151"/>
                  </a:lnTo>
                  <a:lnTo>
                    <a:pt x="882017" y="1095453"/>
                  </a:lnTo>
                  <a:close/>
                  <a:moveTo>
                    <a:pt x="835153" y="1059428"/>
                  </a:moveTo>
                  <a:lnTo>
                    <a:pt x="814520" y="1083522"/>
                  </a:lnTo>
                  <a:lnTo>
                    <a:pt x="849065" y="1107151"/>
                  </a:lnTo>
                  <a:close/>
                  <a:moveTo>
                    <a:pt x="835153" y="1059428"/>
                  </a:moveTo>
                  <a:lnTo>
                    <a:pt x="823074" y="1049752"/>
                  </a:lnTo>
                  <a:lnTo>
                    <a:pt x="783442" y="1036473"/>
                  </a:lnTo>
                  <a:close/>
                  <a:moveTo>
                    <a:pt x="595323" y="801745"/>
                  </a:moveTo>
                  <a:lnTo>
                    <a:pt x="588287" y="830849"/>
                  </a:lnTo>
                  <a:lnTo>
                    <a:pt x="620263" y="815504"/>
                  </a:lnTo>
                  <a:close/>
                  <a:moveTo>
                    <a:pt x="93471" y="203554"/>
                  </a:moveTo>
                  <a:lnTo>
                    <a:pt x="156432" y="132289"/>
                  </a:lnTo>
                  <a:lnTo>
                    <a:pt x="109582" y="132395"/>
                  </a:lnTo>
                  <a:close/>
                  <a:moveTo>
                    <a:pt x="77502" y="32990"/>
                  </a:moveTo>
                  <a:lnTo>
                    <a:pt x="67290" y="28696"/>
                  </a:lnTo>
                  <a:lnTo>
                    <a:pt x="68361" y="80232"/>
                  </a:lnTo>
                  <a:close/>
                  <a:moveTo>
                    <a:pt x="1360616" y="1527214"/>
                  </a:moveTo>
                  <a:lnTo>
                    <a:pt x="1391744" y="1505739"/>
                  </a:lnTo>
                  <a:lnTo>
                    <a:pt x="1381797" y="1499163"/>
                  </a:lnTo>
                  <a:close/>
                  <a:moveTo>
                    <a:pt x="1080576" y="1255087"/>
                  </a:moveTo>
                  <a:lnTo>
                    <a:pt x="1064807" y="1241480"/>
                  </a:lnTo>
                  <a:lnTo>
                    <a:pt x="1061334" y="1241859"/>
                  </a:lnTo>
                  <a:close/>
                  <a:moveTo>
                    <a:pt x="1061334" y="1241859"/>
                  </a:moveTo>
                  <a:lnTo>
                    <a:pt x="1113781" y="1263272"/>
                  </a:lnTo>
                  <a:lnTo>
                    <a:pt x="1080576" y="1255087"/>
                  </a:lnTo>
                  <a:close/>
                  <a:moveTo>
                    <a:pt x="902711" y="1110964"/>
                  </a:moveTo>
                  <a:lnTo>
                    <a:pt x="945959" y="1159842"/>
                  </a:lnTo>
                  <a:lnTo>
                    <a:pt x="910775" y="1090958"/>
                  </a:lnTo>
                  <a:close/>
                  <a:moveTo>
                    <a:pt x="882017" y="1095453"/>
                  </a:moveTo>
                  <a:lnTo>
                    <a:pt x="902711" y="1110964"/>
                  </a:lnTo>
                  <a:lnTo>
                    <a:pt x="910775" y="1090958"/>
                  </a:lnTo>
                  <a:close/>
                  <a:moveTo>
                    <a:pt x="930557" y="1035334"/>
                  </a:moveTo>
                  <a:lnTo>
                    <a:pt x="958633" y="1072329"/>
                  </a:lnTo>
                  <a:lnTo>
                    <a:pt x="941709" y="1041048"/>
                  </a:lnTo>
                  <a:close/>
                  <a:moveTo>
                    <a:pt x="941709" y="1041048"/>
                  </a:moveTo>
                  <a:lnTo>
                    <a:pt x="914779" y="1000199"/>
                  </a:lnTo>
                  <a:lnTo>
                    <a:pt x="930557" y="1035334"/>
                  </a:lnTo>
                  <a:close/>
                  <a:moveTo>
                    <a:pt x="612919" y="679237"/>
                  </a:moveTo>
                  <a:lnTo>
                    <a:pt x="663510" y="738833"/>
                  </a:lnTo>
                  <a:lnTo>
                    <a:pt x="634597" y="698672"/>
                  </a:lnTo>
                  <a:close/>
                  <a:moveTo>
                    <a:pt x="612919" y="679237"/>
                  </a:moveTo>
                  <a:lnTo>
                    <a:pt x="634597" y="698672"/>
                  </a:lnTo>
                  <a:lnTo>
                    <a:pt x="611820" y="649039"/>
                  </a:lnTo>
                  <a:close/>
                  <a:moveTo>
                    <a:pt x="611820" y="649039"/>
                  </a:moveTo>
                  <a:lnTo>
                    <a:pt x="635034" y="696055"/>
                  </a:lnTo>
                  <a:lnTo>
                    <a:pt x="653791" y="631285"/>
                  </a:lnTo>
                  <a:close/>
                  <a:moveTo>
                    <a:pt x="273076" y="337915"/>
                  </a:moveTo>
                  <a:lnTo>
                    <a:pt x="316059" y="376843"/>
                  </a:lnTo>
                  <a:lnTo>
                    <a:pt x="341082" y="365358"/>
                  </a:lnTo>
                  <a:close/>
                  <a:moveTo>
                    <a:pt x="273076" y="337915"/>
                  </a:moveTo>
                  <a:lnTo>
                    <a:pt x="269049" y="266944"/>
                  </a:lnTo>
                  <a:lnTo>
                    <a:pt x="254468" y="321240"/>
                  </a:lnTo>
                  <a:close/>
                  <a:moveTo>
                    <a:pt x="401157" y="385435"/>
                  </a:moveTo>
                  <a:lnTo>
                    <a:pt x="341033" y="371891"/>
                  </a:lnTo>
                  <a:lnTo>
                    <a:pt x="375270" y="382039"/>
                  </a:lnTo>
                  <a:close/>
                  <a:moveTo>
                    <a:pt x="1381842" y="1388303"/>
                  </a:moveTo>
                  <a:lnTo>
                    <a:pt x="1360023" y="1390101"/>
                  </a:lnTo>
                  <a:lnTo>
                    <a:pt x="1360940" y="1430057"/>
                  </a:lnTo>
                  <a:close/>
                  <a:moveTo>
                    <a:pt x="1193931" y="1253365"/>
                  </a:moveTo>
                  <a:lnTo>
                    <a:pt x="1202300" y="1232092"/>
                  </a:lnTo>
                  <a:lnTo>
                    <a:pt x="1150007" y="1263813"/>
                  </a:lnTo>
                  <a:close/>
                  <a:moveTo>
                    <a:pt x="1202300" y="1232092"/>
                  </a:moveTo>
                  <a:lnTo>
                    <a:pt x="1182907" y="1212145"/>
                  </a:lnTo>
                  <a:lnTo>
                    <a:pt x="1153466" y="1171069"/>
                  </a:lnTo>
                  <a:close/>
                  <a:moveTo>
                    <a:pt x="928071" y="958063"/>
                  </a:moveTo>
                  <a:lnTo>
                    <a:pt x="1000375" y="968593"/>
                  </a:lnTo>
                  <a:lnTo>
                    <a:pt x="951848" y="908167"/>
                  </a:lnTo>
                  <a:close/>
                  <a:moveTo>
                    <a:pt x="790797" y="794174"/>
                  </a:moveTo>
                  <a:lnTo>
                    <a:pt x="798887" y="767481"/>
                  </a:lnTo>
                  <a:lnTo>
                    <a:pt x="775955" y="778456"/>
                  </a:lnTo>
                  <a:close/>
                  <a:moveTo>
                    <a:pt x="798887" y="767481"/>
                  </a:moveTo>
                  <a:lnTo>
                    <a:pt x="759809" y="718089"/>
                  </a:lnTo>
                  <a:lnTo>
                    <a:pt x="790626" y="753557"/>
                  </a:lnTo>
                  <a:close/>
                  <a:moveTo>
                    <a:pt x="655097" y="620187"/>
                  </a:moveTo>
                  <a:lnTo>
                    <a:pt x="613796" y="615782"/>
                  </a:lnTo>
                  <a:lnTo>
                    <a:pt x="611820" y="649039"/>
                  </a:lnTo>
                  <a:close/>
                  <a:moveTo>
                    <a:pt x="980986" y="959703"/>
                  </a:moveTo>
                  <a:lnTo>
                    <a:pt x="1000375" y="968593"/>
                  </a:lnTo>
                  <a:lnTo>
                    <a:pt x="1014829" y="972862"/>
                  </a:lnTo>
                  <a:close/>
                  <a:moveTo>
                    <a:pt x="164800" y="0"/>
                  </a:moveTo>
                  <a:lnTo>
                    <a:pt x="240590" y="32045"/>
                  </a:lnTo>
                  <a:lnTo>
                    <a:pt x="194734" y="2782"/>
                  </a:lnTo>
                  <a:close/>
                  <a:moveTo>
                    <a:pt x="1362557" y="1366000"/>
                  </a:moveTo>
                  <a:lnTo>
                    <a:pt x="1321906" y="1422263"/>
                  </a:lnTo>
                  <a:lnTo>
                    <a:pt x="1360023" y="1390101"/>
                  </a:lnTo>
                  <a:close/>
                  <a:moveTo>
                    <a:pt x="1342480" y="1319579"/>
                  </a:moveTo>
                  <a:lnTo>
                    <a:pt x="1327625" y="1356416"/>
                  </a:lnTo>
                  <a:lnTo>
                    <a:pt x="1362557" y="1366000"/>
                  </a:lnTo>
                  <a:close/>
                  <a:moveTo>
                    <a:pt x="1104524" y="998638"/>
                  </a:moveTo>
                  <a:lnTo>
                    <a:pt x="1144816" y="989872"/>
                  </a:lnTo>
                  <a:lnTo>
                    <a:pt x="1132822" y="987146"/>
                  </a:lnTo>
                  <a:close/>
                  <a:moveTo>
                    <a:pt x="1132822" y="987146"/>
                  </a:moveTo>
                  <a:lnTo>
                    <a:pt x="1144816" y="989872"/>
                  </a:lnTo>
                  <a:lnTo>
                    <a:pt x="1145451" y="976980"/>
                  </a:lnTo>
                  <a:close/>
                  <a:moveTo>
                    <a:pt x="672199" y="543540"/>
                  </a:moveTo>
                  <a:lnTo>
                    <a:pt x="621040" y="548608"/>
                  </a:lnTo>
                  <a:lnTo>
                    <a:pt x="670285" y="558053"/>
                  </a:lnTo>
                  <a:close/>
                  <a:moveTo>
                    <a:pt x="621235" y="546991"/>
                  </a:moveTo>
                  <a:lnTo>
                    <a:pt x="672199" y="543540"/>
                  </a:lnTo>
                  <a:lnTo>
                    <a:pt x="661563" y="489445"/>
                  </a:lnTo>
                  <a:close/>
                  <a:moveTo>
                    <a:pt x="672199" y="543540"/>
                  </a:moveTo>
                  <a:lnTo>
                    <a:pt x="670285" y="558053"/>
                  </a:lnTo>
                  <a:lnTo>
                    <a:pt x="677996" y="547411"/>
                  </a:lnTo>
                  <a:close/>
                  <a:moveTo>
                    <a:pt x="661563" y="489445"/>
                  </a:moveTo>
                  <a:lnTo>
                    <a:pt x="677996" y="547411"/>
                  </a:lnTo>
                  <a:lnTo>
                    <a:pt x="675719" y="495874"/>
                  </a:lnTo>
                  <a:close/>
                  <a:moveTo>
                    <a:pt x="661563" y="489445"/>
                  </a:moveTo>
                  <a:lnTo>
                    <a:pt x="672199" y="543540"/>
                  </a:lnTo>
                  <a:lnTo>
                    <a:pt x="677996" y="547411"/>
                  </a:lnTo>
                  <a:close/>
                  <a:moveTo>
                    <a:pt x="348164" y="92180"/>
                  </a:moveTo>
                  <a:lnTo>
                    <a:pt x="316617" y="109129"/>
                  </a:lnTo>
                  <a:lnTo>
                    <a:pt x="368101" y="74153"/>
                  </a:lnTo>
                  <a:close/>
                  <a:moveTo>
                    <a:pt x="368101" y="74153"/>
                  </a:moveTo>
                  <a:lnTo>
                    <a:pt x="316617" y="109129"/>
                  </a:lnTo>
                  <a:lnTo>
                    <a:pt x="346951" y="83581"/>
                  </a:lnTo>
                  <a:close/>
                  <a:moveTo>
                    <a:pt x="1132822" y="987146"/>
                  </a:moveTo>
                  <a:lnTo>
                    <a:pt x="1145451" y="976980"/>
                  </a:lnTo>
                  <a:lnTo>
                    <a:pt x="1109914" y="980266"/>
                  </a:lnTo>
                  <a:close/>
                  <a:moveTo>
                    <a:pt x="1148110" y="924452"/>
                  </a:moveTo>
                  <a:lnTo>
                    <a:pt x="1167478" y="935609"/>
                  </a:lnTo>
                  <a:lnTo>
                    <a:pt x="1136549" y="871108"/>
                  </a:lnTo>
                  <a:close/>
                  <a:moveTo>
                    <a:pt x="1136549" y="871108"/>
                  </a:moveTo>
                  <a:lnTo>
                    <a:pt x="1200230" y="872215"/>
                  </a:lnTo>
                  <a:lnTo>
                    <a:pt x="1180411" y="859979"/>
                  </a:lnTo>
                  <a:close/>
                  <a:moveTo>
                    <a:pt x="1148110" y="924452"/>
                  </a:moveTo>
                  <a:lnTo>
                    <a:pt x="1136549" y="871108"/>
                  </a:lnTo>
                  <a:lnTo>
                    <a:pt x="1122879" y="911516"/>
                  </a:lnTo>
                  <a:close/>
                  <a:moveTo>
                    <a:pt x="1136549" y="871108"/>
                  </a:moveTo>
                  <a:lnTo>
                    <a:pt x="1116273" y="859979"/>
                  </a:lnTo>
                  <a:lnTo>
                    <a:pt x="1122879" y="911516"/>
                  </a:lnTo>
                  <a:close/>
                  <a:moveTo>
                    <a:pt x="775379" y="466728"/>
                  </a:moveTo>
                  <a:lnTo>
                    <a:pt x="805847" y="447686"/>
                  </a:lnTo>
                  <a:lnTo>
                    <a:pt x="746318" y="397850"/>
                  </a:lnTo>
                  <a:close/>
                  <a:moveTo>
                    <a:pt x="806503" y="448195"/>
                  </a:moveTo>
                  <a:lnTo>
                    <a:pt x="858939" y="469568"/>
                  </a:lnTo>
                  <a:lnTo>
                    <a:pt x="865013" y="423592"/>
                  </a:lnTo>
                  <a:close/>
                  <a:moveTo>
                    <a:pt x="861282" y="296425"/>
                  </a:moveTo>
                  <a:lnTo>
                    <a:pt x="866156" y="311575"/>
                  </a:lnTo>
                  <a:lnTo>
                    <a:pt x="823277" y="245710"/>
                  </a:lnTo>
                  <a:close/>
                  <a:moveTo>
                    <a:pt x="823277" y="245710"/>
                  </a:moveTo>
                  <a:lnTo>
                    <a:pt x="866156" y="311575"/>
                  </a:lnTo>
                  <a:lnTo>
                    <a:pt x="835003" y="26898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41" name="Output_density__4240">
              <a:extLst>
                <a:ext uri="{FF2B5EF4-FFF2-40B4-BE49-F238E27FC236}">
                  <a16:creationId xmlns:a16="http://schemas.microsoft.com/office/drawing/2014/main" id="{8BF06CD3-F03C-DC19-5B75-89CDDF190F18}"/>
                </a:ext>
              </a:extLst>
            </p:cNvPr>
            <p:cNvSpPr>
              <a:spLocks noGrp="1"/>
            </p:cNvSpPr>
            <p:nvPr/>
          </p:nvSpPr>
          <p:spPr>
            <a:xfrm>
              <a:off x="15491513" y="2684911"/>
              <a:ext cx="1314552" cy="1899983"/>
            </a:xfrm>
            <a:custGeom>
              <a:avLst/>
              <a:gdLst/>
              <a:ahLst/>
              <a:cxnLst/>
              <a:rect l="0" t="0" r="0" b="0"/>
              <a:pathLst>
                <a:path w="1314552" h="1899983">
                  <a:moveTo>
                    <a:pt x="19286" y="1670294"/>
                  </a:moveTo>
                  <a:lnTo>
                    <a:pt x="66139" y="1717931"/>
                  </a:lnTo>
                  <a:lnTo>
                    <a:pt x="60702" y="1694619"/>
                  </a:lnTo>
                  <a:close/>
                  <a:moveTo>
                    <a:pt x="60702" y="1694619"/>
                  </a:moveTo>
                  <a:lnTo>
                    <a:pt x="42882" y="1693837"/>
                  </a:lnTo>
                  <a:lnTo>
                    <a:pt x="19286" y="1670294"/>
                  </a:lnTo>
                  <a:close/>
                  <a:moveTo>
                    <a:pt x="183209" y="1859216"/>
                  </a:moveTo>
                  <a:lnTo>
                    <a:pt x="246131" y="1899983"/>
                  </a:lnTo>
                  <a:lnTo>
                    <a:pt x="203777" y="1875818"/>
                  </a:lnTo>
                  <a:close/>
                  <a:moveTo>
                    <a:pt x="160033" y="1627086"/>
                  </a:moveTo>
                  <a:lnTo>
                    <a:pt x="133427" y="1652572"/>
                  </a:lnTo>
                  <a:lnTo>
                    <a:pt x="126438" y="1679159"/>
                  </a:lnTo>
                  <a:close/>
                  <a:moveTo>
                    <a:pt x="180633" y="1384588"/>
                  </a:moveTo>
                  <a:lnTo>
                    <a:pt x="228273" y="1388031"/>
                  </a:lnTo>
                  <a:lnTo>
                    <a:pt x="216141" y="1393243"/>
                  </a:lnTo>
                  <a:close/>
                  <a:moveTo>
                    <a:pt x="228273" y="1388031"/>
                  </a:moveTo>
                  <a:lnTo>
                    <a:pt x="263987" y="1392328"/>
                  </a:lnTo>
                  <a:lnTo>
                    <a:pt x="216141" y="1393243"/>
                  </a:lnTo>
                  <a:close/>
                  <a:moveTo>
                    <a:pt x="265773" y="1393338"/>
                  </a:moveTo>
                  <a:lnTo>
                    <a:pt x="319749" y="1420466"/>
                  </a:lnTo>
                  <a:lnTo>
                    <a:pt x="348517" y="1393129"/>
                  </a:lnTo>
                  <a:close/>
                  <a:moveTo>
                    <a:pt x="365435" y="1416602"/>
                  </a:moveTo>
                  <a:lnTo>
                    <a:pt x="378049" y="1375561"/>
                  </a:lnTo>
                  <a:lnTo>
                    <a:pt x="348517" y="1393129"/>
                  </a:lnTo>
                  <a:close/>
                  <a:moveTo>
                    <a:pt x="319749" y="1420466"/>
                  </a:moveTo>
                  <a:lnTo>
                    <a:pt x="365435" y="1416602"/>
                  </a:lnTo>
                  <a:lnTo>
                    <a:pt x="348517" y="1393129"/>
                  </a:lnTo>
                  <a:close/>
                  <a:moveTo>
                    <a:pt x="108245" y="752806"/>
                  </a:moveTo>
                  <a:lnTo>
                    <a:pt x="117847" y="827761"/>
                  </a:lnTo>
                  <a:lnTo>
                    <a:pt x="155854" y="752345"/>
                  </a:lnTo>
                  <a:close/>
                  <a:moveTo>
                    <a:pt x="107814" y="752130"/>
                  </a:moveTo>
                  <a:lnTo>
                    <a:pt x="108245" y="752806"/>
                  </a:lnTo>
                  <a:lnTo>
                    <a:pt x="108821" y="751173"/>
                  </a:lnTo>
                  <a:close/>
                  <a:moveTo>
                    <a:pt x="225052" y="779574"/>
                  </a:moveTo>
                  <a:lnTo>
                    <a:pt x="217130" y="806772"/>
                  </a:lnTo>
                  <a:lnTo>
                    <a:pt x="250364" y="796128"/>
                  </a:lnTo>
                  <a:close/>
                  <a:moveTo>
                    <a:pt x="250364" y="796128"/>
                  </a:moveTo>
                  <a:lnTo>
                    <a:pt x="217130" y="806772"/>
                  </a:lnTo>
                  <a:lnTo>
                    <a:pt x="297760" y="798654"/>
                  </a:lnTo>
                  <a:close/>
                  <a:moveTo>
                    <a:pt x="108821" y="751173"/>
                  </a:moveTo>
                  <a:lnTo>
                    <a:pt x="123957" y="677290"/>
                  </a:lnTo>
                  <a:lnTo>
                    <a:pt x="107814" y="752130"/>
                  </a:lnTo>
                  <a:close/>
                  <a:moveTo>
                    <a:pt x="107814" y="752130"/>
                  </a:moveTo>
                  <a:lnTo>
                    <a:pt x="123957" y="677290"/>
                  </a:lnTo>
                  <a:lnTo>
                    <a:pt x="123367" y="676500"/>
                  </a:lnTo>
                  <a:close/>
                  <a:moveTo>
                    <a:pt x="808019" y="1442125"/>
                  </a:moveTo>
                  <a:lnTo>
                    <a:pt x="872568" y="1427630"/>
                  </a:lnTo>
                  <a:lnTo>
                    <a:pt x="851614" y="1381922"/>
                  </a:lnTo>
                  <a:close/>
                  <a:moveTo>
                    <a:pt x="812251" y="1375941"/>
                  </a:moveTo>
                  <a:lnTo>
                    <a:pt x="795039" y="1327192"/>
                  </a:lnTo>
                  <a:lnTo>
                    <a:pt x="792925" y="1373919"/>
                  </a:lnTo>
                  <a:close/>
                  <a:moveTo>
                    <a:pt x="442859" y="858911"/>
                  </a:moveTo>
                  <a:lnTo>
                    <a:pt x="451492" y="914636"/>
                  </a:lnTo>
                  <a:lnTo>
                    <a:pt x="452146" y="934183"/>
                  </a:lnTo>
                  <a:close/>
                  <a:moveTo>
                    <a:pt x="451492" y="914636"/>
                  </a:moveTo>
                  <a:lnTo>
                    <a:pt x="442859" y="858911"/>
                  </a:lnTo>
                  <a:lnTo>
                    <a:pt x="452986" y="910089"/>
                  </a:lnTo>
                  <a:close/>
                  <a:moveTo>
                    <a:pt x="442859" y="858911"/>
                  </a:moveTo>
                  <a:lnTo>
                    <a:pt x="442318" y="858552"/>
                  </a:lnTo>
                  <a:lnTo>
                    <a:pt x="452986" y="910089"/>
                  </a:lnTo>
                  <a:close/>
                  <a:moveTo>
                    <a:pt x="1156969" y="1645175"/>
                  </a:moveTo>
                  <a:lnTo>
                    <a:pt x="1123462" y="1683138"/>
                  </a:lnTo>
                  <a:lnTo>
                    <a:pt x="1137953" y="1677520"/>
                  </a:lnTo>
                  <a:close/>
                  <a:moveTo>
                    <a:pt x="1167245" y="1607508"/>
                  </a:moveTo>
                  <a:lnTo>
                    <a:pt x="1156969" y="1645175"/>
                  </a:lnTo>
                  <a:lnTo>
                    <a:pt x="1134102" y="1683138"/>
                  </a:lnTo>
                  <a:close/>
                  <a:moveTo>
                    <a:pt x="945721" y="1244485"/>
                  </a:moveTo>
                  <a:lnTo>
                    <a:pt x="898223" y="1241572"/>
                  </a:lnTo>
                  <a:lnTo>
                    <a:pt x="914088" y="1261114"/>
                  </a:lnTo>
                  <a:close/>
                  <a:moveTo>
                    <a:pt x="945721" y="1244485"/>
                  </a:moveTo>
                  <a:lnTo>
                    <a:pt x="914088" y="1261114"/>
                  </a:lnTo>
                  <a:lnTo>
                    <a:pt x="994044" y="1250479"/>
                  </a:lnTo>
                  <a:close/>
                  <a:moveTo>
                    <a:pt x="747230" y="1092142"/>
                  </a:moveTo>
                  <a:lnTo>
                    <a:pt x="767862" y="1068048"/>
                  </a:lnTo>
                  <a:lnTo>
                    <a:pt x="716152" y="1045093"/>
                  </a:lnTo>
                  <a:close/>
                  <a:moveTo>
                    <a:pt x="679167" y="1081488"/>
                  </a:moveTo>
                  <a:lnTo>
                    <a:pt x="716152" y="1045093"/>
                  </a:lnTo>
                  <a:lnTo>
                    <a:pt x="755784" y="1058372"/>
                  </a:lnTo>
                  <a:close/>
                  <a:moveTo>
                    <a:pt x="528032" y="810365"/>
                  </a:moveTo>
                  <a:lnTo>
                    <a:pt x="501732" y="834458"/>
                  </a:lnTo>
                  <a:lnTo>
                    <a:pt x="520996" y="839469"/>
                  </a:lnTo>
                  <a:close/>
                  <a:moveTo>
                    <a:pt x="201054" y="341965"/>
                  </a:moveTo>
                  <a:lnTo>
                    <a:pt x="205786" y="346535"/>
                  </a:lnTo>
                  <a:lnTo>
                    <a:pt x="187178" y="329860"/>
                  </a:lnTo>
                  <a:close/>
                  <a:moveTo>
                    <a:pt x="26181" y="212174"/>
                  </a:moveTo>
                  <a:lnTo>
                    <a:pt x="42292" y="141015"/>
                  </a:lnTo>
                  <a:lnTo>
                    <a:pt x="9949" y="216019"/>
                  </a:lnTo>
                  <a:close/>
                  <a:moveTo>
                    <a:pt x="205786" y="346535"/>
                  </a:moveTo>
                  <a:lnTo>
                    <a:pt x="222376" y="359528"/>
                  </a:lnTo>
                  <a:lnTo>
                    <a:pt x="248768" y="385462"/>
                  </a:lnTo>
                  <a:close/>
                  <a:moveTo>
                    <a:pt x="994044" y="1250479"/>
                  </a:moveTo>
                  <a:lnTo>
                    <a:pt x="997516" y="1250100"/>
                  </a:lnTo>
                  <a:lnTo>
                    <a:pt x="980733" y="1240490"/>
                  </a:lnTo>
                  <a:close/>
                  <a:moveTo>
                    <a:pt x="994044" y="1250479"/>
                  </a:moveTo>
                  <a:lnTo>
                    <a:pt x="980733" y="1240490"/>
                  </a:lnTo>
                  <a:lnTo>
                    <a:pt x="945721" y="1244485"/>
                  </a:lnTo>
                  <a:close/>
                  <a:moveTo>
                    <a:pt x="723507" y="802794"/>
                  </a:moveTo>
                  <a:lnTo>
                    <a:pt x="676747" y="802642"/>
                  </a:lnTo>
                  <a:lnTo>
                    <a:pt x="694265" y="828363"/>
                  </a:lnTo>
                  <a:close/>
                  <a:moveTo>
                    <a:pt x="544530" y="657659"/>
                  </a:moveTo>
                  <a:lnTo>
                    <a:pt x="567306" y="707292"/>
                  </a:lnTo>
                  <a:lnTo>
                    <a:pt x="567744" y="704674"/>
                  </a:lnTo>
                  <a:close/>
                  <a:moveTo>
                    <a:pt x="248768" y="385462"/>
                  </a:moveTo>
                  <a:lnTo>
                    <a:pt x="294610" y="382178"/>
                  </a:lnTo>
                  <a:lnTo>
                    <a:pt x="273742" y="380511"/>
                  </a:lnTo>
                  <a:close/>
                  <a:moveTo>
                    <a:pt x="294610" y="382178"/>
                  </a:moveTo>
                  <a:lnTo>
                    <a:pt x="307979" y="390659"/>
                  </a:lnTo>
                  <a:lnTo>
                    <a:pt x="273742" y="380511"/>
                  </a:lnTo>
                  <a:close/>
                  <a:moveTo>
                    <a:pt x="212305" y="219368"/>
                  </a:moveTo>
                  <a:lnTo>
                    <a:pt x="202030" y="250491"/>
                  </a:lnTo>
                  <a:lnTo>
                    <a:pt x="224485" y="232327"/>
                  </a:lnTo>
                  <a:close/>
                  <a:moveTo>
                    <a:pt x="224485" y="232327"/>
                  </a:moveTo>
                  <a:lnTo>
                    <a:pt x="202030" y="250491"/>
                  </a:lnTo>
                  <a:lnTo>
                    <a:pt x="201758" y="275564"/>
                  </a:lnTo>
                  <a:close/>
                  <a:moveTo>
                    <a:pt x="212305" y="219368"/>
                  </a:moveTo>
                  <a:lnTo>
                    <a:pt x="224485" y="232327"/>
                  </a:lnTo>
                  <a:lnTo>
                    <a:pt x="233513" y="193526"/>
                  </a:lnTo>
                  <a:close/>
                  <a:moveTo>
                    <a:pt x="0" y="37316"/>
                  </a:moveTo>
                  <a:lnTo>
                    <a:pt x="20306" y="13222"/>
                  </a:lnTo>
                  <a:lnTo>
                    <a:pt x="1071" y="88852"/>
                  </a:lnTo>
                  <a:close/>
                  <a:moveTo>
                    <a:pt x="0" y="37316"/>
                  </a:moveTo>
                  <a:lnTo>
                    <a:pt x="8597" y="11532"/>
                  </a:lnTo>
                  <a:lnTo>
                    <a:pt x="41665" y="269"/>
                  </a:lnTo>
                  <a:close/>
                  <a:moveTo>
                    <a:pt x="997516" y="1250100"/>
                  </a:moveTo>
                  <a:lnTo>
                    <a:pt x="1013286" y="1263707"/>
                  </a:lnTo>
                  <a:lnTo>
                    <a:pt x="1036389" y="1273899"/>
                  </a:lnTo>
                  <a:close/>
                  <a:moveTo>
                    <a:pt x="1082716" y="1272433"/>
                  </a:moveTo>
                  <a:lnTo>
                    <a:pt x="1013286" y="1263707"/>
                  </a:lnTo>
                  <a:lnTo>
                    <a:pt x="1048491" y="1273069"/>
                  </a:lnTo>
                  <a:close/>
                  <a:moveTo>
                    <a:pt x="1082716" y="1272433"/>
                  </a:moveTo>
                  <a:lnTo>
                    <a:pt x="1036389" y="1273899"/>
                  </a:lnTo>
                  <a:lnTo>
                    <a:pt x="1013286" y="1263707"/>
                  </a:lnTo>
                  <a:close/>
                  <a:moveTo>
                    <a:pt x="1301144" y="1380616"/>
                  </a:moveTo>
                  <a:lnTo>
                    <a:pt x="1292733" y="1398721"/>
                  </a:lnTo>
                  <a:lnTo>
                    <a:pt x="1314552" y="1396923"/>
                  </a:lnTo>
                  <a:close/>
                  <a:moveTo>
                    <a:pt x="882310" y="917767"/>
                  </a:moveTo>
                  <a:lnTo>
                    <a:pt x="854080" y="992417"/>
                  </a:lnTo>
                  <a:lnTo>
                    <a:pt x="860781" y="966683"/>
                  </a:lnTo>
                  <a:close/>
                  <a:moveTo>
                    <a:pt x="676747" y="802642"/>
                  </a:moveTo>
                  <a:lnTo>
                    <a:pt x="723507" y="802794"/>
                  </a:lnTo>
                  <a:lnTo>
                    <a:pt x="708664" y="787076"/>
                  </a:lnTo>
                  <a:close/>
                  <a:moveTo>
                    <a:pt x="394343" y="358428"/>
                  </a:moveTo>
                  <a:lnTo>
                    <a:pt x="333867" y="394055"/>
                  </a:lnTo>
                  <a:lnTo>
                    <a:pt x="380861" y="395080"/>
                  </a:lnTo>
                  <a:close/>
                  <a:moveTo>
                    <a:pt x="384290" y="303859"/>
                  </a:moveTo>
                  <a:lnTo>
                    <a:pt x="394343" y="358428"/>
                  </a:lnTo>
                  <a:lnTo>
                    <a:pt x="394410" y="373978"/>
                  </a:lnTo>
                  <a:close/>
                  <a:moveTo>
                    <a:pt x="221148" y="187069"/>
                  </a:moveTo>
                  <a:lnTo>
                    <a:pt x="241004" y="156155"/>
                  </a:lnTo>
                  <a:lnTo>
                    <a:pt x="243266" y="143737"/>
                  </a:lnTo>
                  <a:close/>
                  <a:moveTo>
                    <a:pt x="221148" y="187069"/>
                  </a:moveTo>
                  <a:lnTo>
                    <a:pt x="233513" y="193526"/>
                  </a:lnTo>
                  <a:lnTo>
                    <a:pt x="241004" y="156155"/>
                  </a:lnTo>
                  <a:close/>
                  <a:moveTo>
                    <a:pt x="212305" y="219368"/>
                  </a:moveTo>
                  <a:lnTo>
                    <a:pt x="233513" y="193526"/>
                  </a:lnTo>
                  <a:lnTo>
                    <a:pt x="210316" y="205865"/>
                  </a:lnTo>
                  <a:close/>
                  <a:moveTo>
                    <a:pt x="233513" y="193526"/>
                  </a:moveTo>
                  <a:lnTo>
                    <a:pt x="249553" y="167832"/>
                  </a:lnTo>
                  <a:lnTo>
                    <a:pt x="241004" y="156155"/>
                  </a:lnTo>
                  <a:close/>
                  <a:moveTo>
                    <a:pt x="249326" y="117749"/>
                  </a:moveTo>
                  <a:lnTo>
                    <a:pt x="241004" y="156155"/>
                  </a:lnTo>
                  <a:lnTo>
                    <a:pt x="249553" y="167832"/>
                  </a:lnTo>
                  <a:close/>
                  <a:moveTo>
                    <a:pt x="127443" y="11402"/>
                  </a:moveTo>
                  <a:lnTo>
                    <a:pt x="61393" y="0"/>
                  </a:lnTo>
                  <a:lnTo>
                    <a:pt x="97510" y="8620"/>
                  </a:lnTo>
                  <a:close/>
                  <a:moveTo>
                    <a:pt x="1259147" y="1304986"/>
                  </a:moveTo>
                  <a:lnTo>
                    <a:pt x="1257978" y="1308558"/>
                  </a:lnTo>
                  <a:lnTo>
                    <a:pt x="1275190" y="1328199"/>
                  </a:lnTo>
                  <a:close/>
                  <a:moveTo>
                    <a:pt x="1295266" y="1374620"/>
                  </a:moveTo>
                  <a:lnTo>
                    <a:pt x="1292733" y="1398721"/>
                  </a:lnTo>
                  <a:lnTo>
                    <a:pt x="1301144" y="1380616"/>
                  </a:lnTo>
                  <a:close/>
                  <a:moveTo>
                    <a:pt x="1078160" y="985600"/>
                  </a:moveTo>
                  <a:lnTo>
                    <a:pt x="1077526" y="998492"/>
                  </a:lnTo>
                  <a:lnTo>
                    <a:pt x="1100187" y="944229"/>
                  </a:lnTo>
                  <a:close/>
                  <a:moveTo>
                    <a:pt x="1051544" y="925864"/>
                  </a:moveTo>
                  <a:lnTo>
                    <a:pt x="1078160" y="985600"/>
                  </a:lnTo>
                  <a:lnTo>
                    <a:pt x="1080820" y="933071"/>
                  </a:lnTo>
                  <a:close/>
                  <a:moveTo>
                    <a:pt x="1080820" y="933071"/>
                  </a:moveTo>
                  <a:lnTo>
                    <a:pt x="1078160" y="985600"/>
                  </a:lnTo>
                  <a:lnTo>
                    <a:pt x="1100187" y="944229"/>
                  </a:lnTo>
                  <a:close/>
                  <a:moveTo>
                    <a:pt x="645125" y="456723"/>
                  </a:moveTo>
                  <a:lnTo>
                    <a:pt x="639302" y="428863"/>
                  </a:lnTo>
                  <a:lnTo>
                    <a:pt x="679027" y="406470"/>
                  </a:lnTo>
                  <a:close/>
                  <a:moveTo>
                    <a:pt x="797722" y="432212"/>
                  </a:moveTo>
                  <a:lnTo>
                    <a:pt x="791648" y="478188"/>
                  </a:lnTo>
                  <a:lnTo>
                    <a:pt x="807831" y="438393"/>
                  </a:lnTo>
                  <a:close/>
                  <a:moveTo>
                    <a:pt x="807831" y="438393"/>
                  </a:moveTo>
                  <a:lnTo>
                    <a:pt x="791648" y="478188"/>
                  </a:lnTo>
                  <a:lnTo>
                    <a:pt x="815877" y="456306"/>
                  </a:lnTo>
                  <a:close/>
                  <a:moveTo>
                    <a:pt x="807831" y="438393"/>
                  </a:moveTo>
                  <a:lnTo>
                    <a:pt x="786088" y="393326"/>
                  </a:lnTo>
                  <a:lnTo>
                    <a:pt x="797722" y="432212"/>
                  </a:lnTo>
                  <a:close/>
                  <a:moveTo>
                    <a:pt x="786088" y="393326"/>
                  </a:moveTo>
                  <a:lnTo>
                    <a:pt x="772926" y="380675"/>
                  </a:lnTo>
                  <a:lnTo>
                    <a:pt x="797722" y="432212"/>
                  </a:lnTo>
                  <a:close/>
                  <a:moveTo>
                    <a:pt x="793265" y="349330"/>
                  </a:moveTo>
                  <a:lnTo>
                    <a:pt x="786088" y="393326"/>
                  </a:lnTo>
                  <a:lnTo>
                    <a:pt x="799064" y="329139"/>
                  </a:lnTo>
                  <a:close/>
                  <a:moveTo>
                    <a:pt x="772926" y="380675"/>
                  </a:moveTo>
                  <a:lnTo>
                    <a:pt x="786088" y="393326"/>
                  </a:lnTo>
                  <a:lnTo>
                    <a:pt x="793265" y="349330"/>
                  </a:lnTo>
                  <a:close/>
                  <a:moveTo>
                    <a:pt x="793265" y="349330"/>
                  </a:moveTo>
                  <a:lnTo>
                    <a:pt x="798865" y="320195"/>
                  </a:lnTo>
                  <a:lnTo>
                    <a:pt x="772926" y="380675"/>
                  </a:lnTo>
                  <a:close/>
                  <a:moveTo>
                    <a:pt x="772926" y="380675"/>
                  </a:moveTo>
                  <a:lnTo>
                    <a:pt x="798865" y="320195"/>
                  </a:lnTo>
                  <a:lnTo>
                    <a:pt x="793992" y="305045"/>
                  </a:lnTo>
                  <a:close/>
                  <a:moveTo>
                    <a:pt x="798865" y="320195"/>
                  </a:moveTo>
                  <a:lnTo>
                    <a:pt x="793265" y="349330"/>
                  </a:lnTo>
                  <a:lnTo>
                    <a:pt x="799064" y="329139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42" name="Output_density__4241">
              <a:extLst>
                <a:ext uri="{FF2B5EF4-FFF2-40B4-BE49-F238E27FC236}">
                  <a16:creationId xmlns:a16="http://schemas.microsoft.com/office/drawing/2014/main" id="{7E1A6EAE-E18A-3EBD-9F0E-71A051515167}"/>
                </a:ext>
              </a:extLst>
            </p:cNvPr>
            <p:cNvSpPr>
              <a:spLocks noGrp="1"/>
            </p:cNvSpPr>
            <p:nvPr/>
          </p:nvSpPr>
          <p:spPr>
            <a:xfrm>
              <a:off x="15410086" y="2537735"/>
              <a:ext cx="1289779" cy="1778777"/>
            </a:xfrm>
            <a:custGeom>
              <a:avLst/>
              <a:gdLst/>
              <a:ahLst/>
              <a:cxnLst/>
              <a:rect l="0" t="0" r="0" b="0"/>
              <a:pathLst>
                <a:path w="1289779" h="1778777">
                  <a:moveTo>
                    <a:pt x="90781" y="1645436"/>
                  </a:moveTo>
                  <a:lnTo>
                    <a:pt x="53524" y="1687619"/>
                  </a:lnTo>
                  <a:lnTo>
                    <a:pt x="58327" y="1686403"/>
                  </a:lnTo>
                  <a:close/>
                  <a:moveTo>
                    <a:pt x="16325" y="1676633"/>
                  </a:moveTo>
                  <a:lnTo>
                    <a:pt x="53524" y="1687619"/>
                  </a:lnTo>
                  <a:lnTo>
                    <a:pt x="90781" y="1645436"/>
                  </a:lnTo>
                  <a:close/>
                  <a:moveTo>
                    <a:pt x="95188" y="1610773"/>
                  </a:moveTo>
                  <a:lnTo>
                    <a:pt x="91459" y="1632017"/>
                  </a:lnTo>
                  <a:lnTo>
                    <a:pt x="58327" y="1686403"/>
                  </a:lnTo>
                  <a:close/>
                  <a:moveTo>
                    <a:pt x="106335" y="1568687"/>
                  </a:moveTo>
                  <a:lnTo>
                    <a:pt x="91459" y="1632017"/>
                  </a:lnTo>
                  <a:lnTo>
                    <a:pt x="95188" y="1610773"/>
                  </a:lnTo>
                  <a:close/>
                  <a:moveTo>
                    <a:pt x="205942" y="1576927"/>
                  </a:moveTo>
                  <a:lnTo>
                    <a:pt x="262060" y="1531763"/>
                  </a:lnTo>
                  <a:lnTo>
                    <a:pt x="190908" y="1535142"/>
                  </a:lnTo>
                  <a:close/>
                  <a:moveTo>
                    <a:pt x="232782" y="1422299"/>
                  </a:moveTo>
                  <a:lnTo>
                    <a:pt x="196500" y="1459511"/>
                  </a:lnTo>
                  <a:lnTo>
                    <a:pt x="219614" y="1412843"/>
                  </a:lnTo>
                  <a:close/>
                  <a:moveTo>
                    <a:pt x="264548" y="1406168"/>
                  </a:moveTo>
                  <a:lnTo>
                    <a:pt x="232782" y="1422299"/>
                  </a:lnTo>
                  <a:lnTo>
                    <a:pt x="219614" y="1412843"/>
                  </a:lnTo>
                  <a:close/>
                  <a:moveTo>
                    <a:pt x="232782" y="1422299"/>
                  </a:moveTo>
                  <a:lnTo>
                    <a:pt x="264548" y="1406168"/>
                  </a:lnTo>
                  <a:lnTo>
                    <a:pt x="235981" y="1407975"/>
                  </a:lnTo>
                  <a:close/>
                  <a:moveTo>
                    <a:pt x="264548" y="1406168"/>
                  </a:moveTo>
                  <a:lnTo>
                    <a:pt x="295101" y="1383881"/>
                  </a:lnTo>
                  <a:lnTo>
                    <a:pt x="235981" y="1407975"/>
                  </a:lnTo>
                  <a:close/>
                  <a:moveTo>
                    <a:pt x="309783" y="1380242"/>
                  </a:moveTo>
                  <a:lnTo>
                    <a:pt x="295101" y="1383881"/>
                  </a:lnTo>
                  <a:lnTo>
                    <a:pt x="343251" y="1415775"/>
                  </a:lnTo>
                  <a:close/>
                  <a:moveTo>
                    <a:pt x="343251" y="1415775"/>
                  </a:moveTo>
                  <a:lnTo>
                    <a:pt x="295101" y="1383881"/>
                  </a:lnTo>
                  <a:lnTo>
                    <a:pt x="294938" y="1384889"/>
                  </a:lnTo>
                  <a:close/>
                  <a:moveTo>
                    <a:pt x="294938" y="1384889"/>
                  </a:moveTo>
                  <a:lnTo>
                    <a:pt x="295101" y="1383881"/>
                  </a:lnTo>
                  <a:lnTo>
                    <a:pt x="264548" y="1406168"/>
                  </a:lnTo>
                  <a:close/>
                  <a:moveTo>
                    <a:pt x="198716" y="1102104"/>
                  </a:moveTo>
                  <a:lnTo>
                    <a:pt x="207731" y="1153641"/>
                  </a:lnTo>
                  <a:lnTo>
                    <a:pt x="249884" y="1139985"/>
                  </a:lnTo>
                  <a:close/>
                  <a:moveTo>
                    <a:pt x="16071" y="989913"/>
                  </a:moveTo>
                  <a:lnTo>
                    <a:pt x="69155" y="984740"/>
                  </a:lnTo>
                  <a:lnTo>
                    <a:pt x="45673" y="941087"/>
                  </a:lnTo>
                  <a:close/>
                  <a:moveTo>
                    <a:pt x="84691" y="923400"/>
                  </a:moveTo>
                  <a:lnTo>
                    <a:pt x="45673" y="941087"/>
                  </a:lnTo>
                  <a:lnTo>
                    <a:pt x="69155" y="984740"/>
                  </a:lnTo>
                  <a:close/>
                  <a:moveTo>
                    <a:pt x="102581" y="880155"/>
                  </a:moveTo>
                  <a:lnTo>
                    <a:pt x="45673" y="941087"/>
                  </a:lnTo>
                  <a:lnTo>
                    <a:pt x="84691" y="923400"/>
                  </a:lnTo>
                  <a:close/>
                  <a:moveTo>
                    <a:pt x="476624" y="1335693"/>
                  </a:moveTo>
                  <a:lnTo>
                    <a:pt x="514827" y="1373411"/>
                  </a:lnTo>
                  <a:lnTo>
                    <a:pt x="525343" y="1318942"/>
                  </a:lnTo>
                  <a:close/>
                  <a:moveTo>
                    <a:pt x="393901" y="1000846"/>
                  </a:moveTo>
                  <a:lnTo>
                    <a:pt x="354008" y="1053916"/>
                  </a:lnTo>
                  <a:lnTo>
                    <a:pt x="371875" y="1029822"/>
                  </a:lnTo>
                  <a:close/>
                  <a:moveTo>
                    <a:pt x="393901" y="1000846"/>
                  </a:moveTo>
                  <a:lnTo>
                    <a:pt x="366030" y="1031536"/>
                  </a:lnTo>
                  <a:lnTo>
                    <a:pt x="354008" y="1053916"/>
                  </a:lnTo>
                  <a:close/>
                  <a:moveTo>
                    <a:pt x="268396" y="880954"/>
                  </a:moveTo>
                  <a:lnTo>
                    <a:pt x="258136" y="875212"/>
                  </a:lnTo>
                  <a:lnTo>
                    <a:pt x="237281" y="899521"/>
                  </a:lnTo>
                  <a:close/>
                  <a:moveTo>
                    <a:pt x="258136" y="875212"/>
                  </a:moveTo>
                  <a:lnTo>
                    <a:pt x="265675" y="870782"/>
                  </a:lnTo>
                  <a:lnTo>
                    <a:pt x="231557" y="899306"/>
                  </a:lnTo>
                  <a:close/>
                  <a:moveTo>
                    <a:pt x="234542" y="838744"/>
                  </a:moveTo>
                  <a:lnTo>
                    <a:pt x="265675" y="870782"/>
                  </a:lnTo>
                  <a:lnTo>
                    <a:pt x="299812" y="823736"/>
                  </a:lnTo>
                  <a:close/>
                  <a:moveTo>
                    <a:pt x="1106235" y="1727241"/>
                  </a:moveTo>
                  <a:lnTo>
                    <a:pt x="1086171" y="1707457"/>
                  </a:lnTo>
                  <a:lnTo>
                    <a:pt x="1057444" y="1692154"/>
                  </a:lnTo>
                  <a:close/>
                  <a:moveTo>
                    <a:pt x="620147" y="1235969"/>
                  </a:moveTo>
                  <a:lnTo>
                    <a:pt x="650823" y="1262727"/>
                  </a:lnTo>
                  <a:lnTo>
                    <a:pt x="659262" y="1211875"/>
                  </a:lnTo>
                  <a:close/>
                  <a:moveTo>
                    <a:pt x="658234" y="1160338"/>
                  </a:moveTo>
                  <a:lnTo>
                    <a:pt x="656645" y="1162675"/>
                  </a:lnTo>
                  <a:lnTo>
                    <a:pt x="620147" y="1235969"/>
                  </a:lnTo>
                  <a:close/>
                  <a:moveTo>
                    <a:pt x="659262" y="1211875"/>
                  </a:moveTo>
                  <a:lnTo>
                    <a:pt x="658234" y="1160338"/>
                  </a:lnTo>
                  <a:lnTo>
                    <a:pt x="620147" y="1235969"/>
                  </a:lnTo>
                  <a:close/>
                  <a:moveTo>
                    <a:pt x="470280" y="976836"/>
                  </a:moveTo>
                  <a:lnTo>
                    <a:pt x="435738" y="982589"/>
                  </a:lnTo>
                  <a:lnTo>
                    <a:pt x="393901" y="1000846"/>
                  </a:lnTo>
                  <a:close/>
                  <a:moveTo>
                    <a:pt x="331780" y="808360"/>
                  </a:moveTo>
                  <a:lnTo>
                    <a:pt x="273062" y="870170"/>
                  </a:lnTo>
                  <a:lnTo>
                    <a:pt x="303727" y="851118"/>
                  </a:lnTo>
                  <a:close/>
                  <a:moveTo>
                    <a:pt x="265675" y="870782"/>
                  </a:moveTo>
                  <a:lnTo>
                    <a:pt x="273062" y="870170"/>
                  </a:lnTo>
                  <a:lnTo>
                    <a:pt x="331780" y="808360"/>
                  </a:lnTo>
                  <a:close/>
                  <a:moveTo>
                    <a:pt x="299812" y="823736"/>
                  </a:moveTo>
                  <a:lnTo>
                    <a:pt x="265675" y="870782"/>
                  </a:lnTo>
                  <a:lnTo>
                    <a:pt x="331780" y="808360"/>
                  </a:lnTo>
                  <a:close/>
                  <a:moveTo>
                    <a:pt x="1158577" y="1703147"/>
                  </a:moveTo>
                  <a:lnTo>
                    <a:pt x="1173402" y="1761350"/>
                  </a:lnTo>
                  <a:lnTo>
                    <a:pt x="1172842" y="1721928"/>
                  </a:lnTo>
                  <a:close/>
                  <a:moveTo>
                    <a:pt x="1109202" y="1778777"/>
                  </a:moveTo>
                  <a:lnTo>
                    <a:pt x="1173402" y="1761350"/>
                  </a:lnTo>
                  <a:lnTo>
                    <a:pt x="1158577" y="1703147"/>
                  </a:lnTo>
                  <a:close/>
                  <a:moveTo>
                    <a:pt x="1106235" y="1727241"/>
                  </a:moveTo>
                  <a:lnTo>
                    <a:pt x="1109202" y="1778777"/>
                  </a:lnTo>
                  <a:lnTo>
                    <a:pt x="1158577" y="1703147"/>
                  </a:lnTo>
                  <a:close/>
                  <a:moveTo>
                    <a:pt x="1173402" y="1761350"/>
                  </a:moveTo>
                  <a:lnTo>
                    <a:pt x="1205065" y="1754683"/>
                  </a:lnTo>
                  <a:lnTo>
                    <a:pt x="1172842" y="1721928"/>
                  </a:lnTo>
                  <a:close/>
                  <a:moveTo>
                    <a:pt x="658234" y="1160338"/>
                  </a:moveTo>
                  <a:lnTo>
                    <a:pt x="659262" y="1211875"/>
                  </a:lnTo>
                  <a:lnTo>
                    <a:pt x="678461" y="1187781"/>
                  </a:lnTo>
                  <a:close/>
                  <a:moveTo>
                    <a:pt x="658234" y="1160338"/>
                  </a:moveTo>
                  <a:lnTo>
                    <a:pt x="678461" y="1187781"/>
                  </a:lnTo>
                  <a:lnTo>
                    <a:pt x="668965" y="1136244"/>
                  </a:lnTo>
                  <a:close/>
                  <a:moveTo>
                    <a:pt x="680523" y="1103969"/>
                  </a:moveTo>
                  <a:lnTo>
                    <a:pt x="658234" y="1160338"/>
                  </a:lnTo>
                  <a:lnTo>
                    <a:pt x="668965" y="1136244"/>
                  </a:lnTo>
                  <a:close/>
                  <a:moveTo>
                    <a:pt x="1241905" y="1743640"/>
                  </a:moveTo>
                  <a:lnTo>
                    <a:pt x="1172842" y="1721928"/>
                  </a:lnTo>
                  <a:lnTo>
                    <a:pt x="1205065" y="1754683"/>
                  </a:lnTo>
                  <a:close/>
                  <a:moveTo>
                    <a:pt x="1171609" y="1700064"/>
                  </a:moveTo>
                  <a:lnTo>
                    <a:pt x="1172842" y="1721928"/>
                  </a:lnTo>
                  <a:lnTo>
                    <a:pt x="1241905" y="1743640"/>
                  </a:lnTo>
                  <a:close/>
                  <a:moveTo>
                    <a:pt x="1215966" y="1701985"/>
                  </a:moveTo>
                  <a:lnTo>
                    <a:pt x="1171609" y="1700064"/>
                  </a:lnTo>
                  <a:lnTo>
                    <a:pt x="1241905" y="1743640"/>
                  </a:lnTo>
                  <a:close/>
                  <a:moveTo>
                    <a:pt x="1158577" y="1703147"/>
                  </a:moveTo>
                  <a:lnTo>
                    <a:pt x="1172842" y="1721928"/>
                  </a:lnTo>
                  <a:lnTo>
                    <a:pt x="1171609" y="1700064"/>
                  </a:lnTo>
                  <a:close/>
                  <a:moveTo>
                    <a:pt x="680523" y="1103969"/>
                  </a:moveTo>
                  <a:lnTo>
                    <a:pt x="717661" y="1107923"/>
                  </a:lnTo>
                  <a:lnTo>
                    <a:pt x="704865" y="1084707"/>
                  </a:lnTo>
                  <a:close/>
                  <a:moveTo>
                    <a:pt x="717661" y="1107923"/>
                  </a:moveTo>
                  <a:lnTo>
                    <a:pt x="735917" y="1060614"/>
                  </a:lnTo>
                  <a:lnTo>
                    <a:pt x="704865" y="1084707"/>
                  </a:lnTo>
                  <a:close/>
                  <a:moveTo>
                    <a:pt x="1248643" y="1575980"/>
                  </a:moveTo>
                  <a:lnTo>
                    <a:pt x="1289779" y="1603422"/>
                  </a:lnTo>
                  <a:lnTo>
                    <a:pt x="1263650" y="1551886"/>
                  </a:lnTo>
                  <a:close/>
                  <a:moveTo>
                    <a:pt x="834150" y="1059205"/>
                  </a:moveTo>
                  <a:lnTo>
                    <a:pt x="804192" y="1055943"/>
                  </a:lnTo>
                  <a:lnTo>
                    <a:pt x="862060" y="1088056"/>
                  </a:lnTo>
                  <a:close/>
                  <a:moveTo>
                    <a:pt x="343285" y="469617"/>
                  </a:moveTo>
                  <a:lnTo>
                    <a:pt x="347736" y="463321"/>
                  </a:lnTo>
                  <a:lnTo>
                    <a:pt x="287213" y="493711"/>
                  </a:lnTo>
                  <a:close/>
                  <a:moveTo>
                    <a:pt x="801591" y="869829"/>
                  </a:moveTo>
                  <a:lnTo>
                    <a:pt x="757752" y="881910"/>
                  </a:lnTo>
                  <a:lnTo>
                    <a:pt x="813024" y="923277"/>
                  </a:lnTo>
                  <a:close/>
                  <a:moveTo>
                    <a:pt x="885841" y="942890"/>
                  </a:moveTo>
                  <a:lnTo>
                    <a:pt x="862002" y="909352"/>
                  </a:lnTo>
                  <a:lnTo>
                    <a:pt x="804934" y="949970"/>
                  </a:lnTo>
                  <a:close/>
                  <a:moveTo>
                    <a:pt x="862002" y="909352"/>
                  </a:moveTo>
                  <a:lnTo>
                    <a:pt x="872794" y="894108"/>
                  </a:lnTo>
                  <a:lnTo>
                    <a:pt x="813024" y="923277"/>
                  </a:lnTo>
                  <a:close/>
                  <a:moveTo>
                    <a:pt x="438607" y="497835"/>
                  </a:moveTo>
                  <a:lnTo>
                    <a:pt x="465717" y="451035"/>
                  </a:lnTo>
                  <a:lnTo>
                    <a:pt x="414025" y="455077"/>
                  </a:lnTo>
                  <a:close/>
                  <a:moveTo>
                    <a:pt x="465717" y="451035"/>
                  </a:moveTo>
                  <a:lnTo>
                    <a:pt x="451903" y="399523"/>
                  </a:lnTo>
                  <a:lnTo>
                    <a:pt x="414025" y="455077"/>
                  </a:lnTo>
                  <a:close/>
                  <a:moveTo>
                    <a:pt x="40876" y="14729"/>
                  </a:moveTo>
                  <a:lnTo>
                    <a:pt x="0" y="36576"/>
                  </a:lnTo>
                  <a:lnTo>
                    <a:pt x="76022" y="11230"/>
                  </a:lnTo>
                  <a:close/>
                  <a:moveTo>
                    <a:pt x="119737" y="0"/>
                  </a:moveTo>
                  <a:lnTo>
                    <a:pt x="40876" y="14729"/>
                  </a:lnTo>
                  <a:lnTo>
                    <a:pt x="76022" y="11230"/>
                  </a:lnTo>
                  <a:close/>
                  <a:moveTo>
                    <a:pt x="959928" y="942554"/>
                  </a:moveTo>
                  <a:lnTo>
                    <a:pt x="901240" y="960889"/>
                  </a:lnTo>
                  <a:lnTo>
                    <a:pt x="970328" y="949196"/>
                  </a:lnTo>
                  <a:close/>
                  <a:moveTo>
                    <a:pt x="970328" y="949196"/>
                  </a:moveTo>
                  <a:lnTo>
                    <a:pt x="901240" y="960889"/>
                  </a:lnTo>
                  <a:lnTo>
                    <a:pt x="891807" y="965194"/>
                  </a:lnTo>
                  <a:close/>
                  <a:moveTo>
                    <a:pt x="901240" y="960889"/>
                  </a:moveTo>
                  <a:lnTo>
                    <a:pt x="959928" y="942554"/>
                  </a:lnTo>
                  <a:lnTo>
                    <a:pt x="885841" y="942890"/>
                  </a:lnTo>
                  <a:close/>
                  <a:moveTo>
                    <a:pt x="885841" y="942890"/>
                  </a:moveTo>
                  <a:lnTo>
                    <a:pt x="959928" y="942554"/>
                  </a:lnTo>
                  <a:lnTo>
                    <a:pt x="963405" y="923312"/>
                  </a:lnTo>
                  <a:close/>
                  <a:moveTo>
                    <a:pt x="885841" y="942890"/>
                  </a:moveTo>
                  <a:lnTo>
                    <a:pt x="963405" y="923312"/>
                  </a:lnTo>
                  <a:lnTo>
                    <a:pt x="912674" y="908313"/>
                  </a:lnTo>
                  <a:close/>
                  <a:moveTo>
                    <a:pt x="885841" y="942890"/>
                  </a:moveTo>
                  <a:lnTo>
                    <a:pt x="887178" y="885258"/>
                  </a:lnTo>
                  <a:lnTo>
                    <a:pt x="862002" y="909352"/>
                  </a:lnTo>
                  <a:close/>
                  <a:moveTo>
                    <a:pt x="887178" y="885258"/>
                  </a:moveTo>
                  <a:lnTo>
                    <a:pt x="872794" y="894108"/>
                  </a:lnTo>
                  <a:lnTo>
                    <a:pt x="862002" y="909352"/>
                  </a:lnTo>
                  <a:close/>
                  <a:moveTo>
                    <a:pt x="873776" y="762883"/>
                  </a:moveTo>
                  <a:lnTo>
                    <a:pt x="850352" y="730649"/>
                  </a:lnTo>
                  <a:lnTo>
                    <a:pt x="789626" y="757837"/>
                  </a:lnTo>
                  <a:close/>
                  <a:moveTo>
                    <a:pt x="873776" y="762883"/>
                  </a:moveTo>
                  <a:lnTo>
                    <a:pt x="885734" y="713919"/>
                  </a:lnTo>
                  <a:lnTo>
                    <a:pt x="850352" y="730649"/>
                  </a:lnTo>
                  <a:close/>
                  <a:moveTo>
                    <a:pt x="1167841" y="964238"/>
                  </a:moveTo>
                  <a:lnTo>
                    <a:pt x="1194548" y="1015775"/>
                  </a:lnTo>
                  <a:lnTo>
                    <a:pt x="1235203" y="996174"/>
                  </a:lnTo>
                  <a:close/>
                  <a:moveTo>
                    <a:pt x="684525" y="444433"/>
                  </a:moveTo>
                  <a:lnTo>
                    <a:pt x="690420" y="445044"/>
                  </a:lnTo>
                  <a:lnTo>
                    <a:pt x="759235" y="414186"/>
                  </a:lnTo>
                  <a:close/>
                  <a:moveTo>
                    <a:pt x="729608" y="438316"/>
                  </a:moveTo>
                  <a:lnTo>
                    <a:pt x="684525" y="444433"/>
                  </a:lnTo>
                  <a:lnTo>
                    <a:pt x="759235" y="414186"/>
                  </a:lnTo>
                  <a:close/>
                  <a:moveTo>
                    <a:pt x="798345" y="385735"/>
                  </a:moveTo>
                  <a:lnTo>
                    <a:pt x="729608" y="438316"/>
                  </a:lnTo>
                  <a:lnTo>
                    <a:pt x="759235" y="414186"/>
                  </a:lnTo>
                  <a:close/>
                  <a:moveTo>
                    <a:pt x="774637" y="414560"/>
                  </a:moveTo>
                  <a:lnTo>
                    <a:pt x="798345" y="385735"/>
                  </a:lnTo>
                  <a:lnTo>
                    <a:pt x="759235" y="414186"/>
                  </a:lnTo>
                  <a:close/>
                  <a:moveTo>
                    <a:pt x="774637" y="414560"/>
                  </a:moveTo>
                  <a:lnTo>
                    <a:pt x="837414" y="401506"/>
                  </a:lnTo>
                  <a:lnTo>
                    <a:pt x="798345" y="38573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43" name="Output_density__4242">
              <a:extLst>
                <a:ext uri="{FF2B5EF4-FFF2-40B4-BE49-F238E27FC236}">
                  <a16:creationId xmlns:a16="http://schemas.microsoft.com/office/drawing/2014/main" id="{812124DB-ECF4-2189-50FC-7D0A44FDC8AA}"/>
                </a:ext>
              </a:extLst>
            </p:cNvPr>
            <p:cNvSpPr>
              <a:spLocks noGrp="1"/>
            </p:cNvSpPr>
            <p:nvPr/>
          </p:nvSpPr>
          <p:spPr>
            <a:xfrm>
              <a:off x="15491513" y="2684911"/>
              <a:ext cx="1156969" cy="1686204"/>
            </a:xfrm>
            <a:custGeom>
              <a:avLst/>
              <a:gdLst/>
              <a:ahLst/>
              <a:cxnLst/>
              <a:rect l="0" t="0" r="0" b="0"/>
              <a:pathLst>
                <a:path w="1156969" h="1686204">
                  <a:moveTo>
                    <a:pt x="154646" y="1491040"/>
                  </a:moveTo>
                  <a:lnTo>
                    <a:pt x="122238" y="1515133"/>
                  </a:lnTo>
                  <a:lnTo>
                    <a:pt x="170119" y="1480180"/>
                  </a:lnTo>
                  <a:close/>
                  <a:moveTo>
                    <a:pt x="75909" y="954928"/>
                  </a:moveTo>
                  <a:lnTo>
                    <a:pt x="88813" y="894091"/>
                  </a:lnTo>
                  <a:lnTo>
                    <a:pt x="94724" y="879298"/>
                  </a:lnTo>
                  <a:close/>
                  <a:moveTo>
                    <a:pt x="75909" y="954928"/>
                  </a:moveTo>
                  <a:lnTo>
                    <a:pt x="94724" y="879298"/>
                  </a:lnTo>
                  <a:lnTo>
                    <a:pt x="84920" y="930834"/>
                  </a:lnTo>
                  <a:close/>
                  <a:moveTo>
                    <a:pt x="94724" y="879298"/>
                  </a:moveTo>
                  <a:lnTo>
                    <a:pt x="88813" y="894091"/>
                  </a:lnTo>
                  <a:lnTo>
                    <a:pt x="101829" y="859932"/>
                  </a:lnTo>
                  <a:close/>
                  <a:moveTo>
                    <a:pt x="101829" y="859932"/>
                  </a:moveTo>
                  <a:lnTo>
                    <a:pt x="115944" y="809290"/>
                  </a:lnTo>
                  <a:lnTo>
                    <a:pt x="94724" y="879298"/>
                  </a:lnTo>
                  <a:close/>
                  <a:moveTo>
                    <a:pt x="115944" y="809290"/>
                  </a:moveTo>
                  <a:lnTo>
                    <a:pt x="101829" y="859932"/>
                  </a:lnTo>
                  <a:lnTo>
                    <a:pt x="117847" y="827761"/>
                  </a:lnTo>
                  <a:close/>
                  <a:moveTo>
                    <a:pt x="115944" y="809290"/>
                  </a:moveTo>
                  <a:lnTo>
                    <a:pt x="117847" y="827761"/>
                  </a:lnTo>
                  <a:lnTo>
                    <a:pt x="108245" y="752806"/>
                  </a:lnTo>
                  <a:close/>
                  <a:moveTo>
                    <a:pt x="115944" y="809290"/>
                  </a:moveTo>
                  <a:lnTo>
                    <a:pt x="108245" y="752806"/>
                  </a:lnTo>
                  <a:lnTo>
                    <a:pt x="115092" y="803667"/>
                  </a:lnTo>
                  <a:close/>
                  <a:moveTo>
                    <a:pt x="108245" y="752806"/>
                  </a:moveTo>
                  <a:lnTo>
                    <a:pt x="107814" y="752130"/>
                  </a:lnTo>
                  <a:lnTo>
                    <a:pt x="115092" y="803667"/>
                  </a:lnTo>
                  <a:close/>
                  <a:moveTo>
                    <a:pt x="347657" y="985213"/>
                  </a:moveTo>
                  <a:lnTo>
                    <a:pt x="358922" y="987554"/>
                  </a:lnTo>
                  <a:lnTo>
                    <a:pt x="392571" y="978463"/>
                  </a:lnTo>
                  <a:close/>
                  <a:moveTo>
                    <a:pt x="392571" y="978463"/>
                  </a:moveTo>
                  <a:lnTo>
                    <a:pt x="358922" y="987554"/>
                  </a:lnTo>
                  <a:lnTo>
                    <a:pt x="434521" y="960627"/>
                  </a:lnTo>
                  <a:close/>
                  <a:moveTo>
                    <a:pt x="421543" y="951883"/>
                  </a:moveTo>
                  <a:lnTo>
                    <a:pt x="451492" y="914636"/>
                  </a:lnTo>
                  <a:lnTo>
                    <a:pt x="452986" y="910089"/>
                  </a:lnTo>
                  <a:close/>
                  <a:moveTo>
                    <a:pt x="434521" y="960627"/>
                  </a:moveTo>
                  <a:lnTo>
                    <a:pt x="451492" y="914636"/>
                  </a:lnTo>
                  <a:lnTo>
                    <a:pt x="421543" y="951883"/>
                  </a:lnTo>
                  <a:close/>
                  <a:moveTo>
                    <a:pt x="392571" y="978463"/>
                  </a:moveTo>
                  <a:lnTo>
                    <a:pt x="434521" y="960627"/>
                  </a:lnTo>
                  <a:lnTo>
                    <a:pt x="421543" y="951883"/>
                  </a:lnTo>
                  <a:close/>
                  <a:moveTo>
                    <a:pt x="1123462" y="1683138"/>
                  </a:moveTo>
                  <a:lnTo>
                    <a:pt x="1128861" y="1684912"/>
                  </a:lnTo>
                  <a:lnTo>
                    <a:pt x="1131862" y="1686204"/>
                  </a:lnTo>
                  <a:close/>
                  <a:moveTo>
                    <a:pt x="1123462" y="1683138"/>
                  </a:moveTo>
                  <a:lnTo>
                    <a:pt x="1131862" y="1686204"/>
                  </a:lnTo>
                  <a:lnTo>
                    <a:pt x="1137953" y="1677520"/>
                  </a:lnTo>
                  <a:close/>
                  <a:moveTo>
                    <a:pt x="1137953" y="1677520"/>
                  </a:moveTo>
                  <a:lnTo>
                    <a:pt x="1131862" y="1686204"/>
                  </a:lnTo>
                  <a:lnTo>
                    <a:pt x="1134102" y="1683138"/>
                  </a:lnTo>
                  <a:close/>
                  <a:moveTo>
                    <a:pt x="1134102" y="1683138"/>
                  </a:moveTo>
                  <a:lnTo>
                    <a:pt x="1156969" y="1645175"/>
                  </a:lnTo>
                  <a:lnTo>
                    <a:pt x="1137953" y="1677520"/>
                  </a:lnTo>
                  <a:close/>
                  <a:moveTo>
                    <a:pt x="501732" y="834458"/>
                  </a:moveTo>
                  <a:lnTo>
                    <a:pt x="514778" y="838425"/>
                  </a:lnTo>
                  <a:lnTo>
                    <a:pt x="520996" y="839469"/>
                  </a:lnTo>
                  <a:close/>
                  <a:moveTo>
                    <a:pt x="530015" y="834458"/>
                  </a:moveTo>
                  <a:lnTo>
                    <a:pt x="520996" y="839469"/>
                  </a:lnTo>
                  <a:lnTo>
                    <a:pt x="514778" y="838425"/>
                  </a:lnTo>
                  <a:close/>
                  <a:moveTo>
                    <a:pt x="552973" y="824124"/>
                  </a:moveTo>
                  <a:lnTo>
                    <a:pt x="520996" y="839469"/>
                  </a:lnTo>
                  <a:lnTo>
                    <a:pt x="603948" y="840038"/>
                  </a:lnTo>
                  <a:close/>
                  <a:moveTo>
                    <a:pt x="20306" y="13222"/>
                  </a:moveTo>
                  <a:lnTo>
                    <a:pt x="0" y="37316"/>
                  </a:lnTo>
                  <a:lnTo>
                    <a:pt x="41665" y="269"/>
                  </a:lnTo>
                  <a:close/>
                  <a:moveTo>
                    <a:pt x="41665" y="269"/>
                  </a:moveTo>
                  <a:lnTo>
                    <a:pt x="8597" y="11532"/>
                  </a:lnTo>
                  <a:lnTo>
                    <a:pt x="88962" y="2425"/>
                  </a:lnTo>
                  <a:close/>
                  <a:moveTo>
                    <a:pt x="380861" y="395080"/>
                  </a:moveTo>
                  <a:lnTo>
                    <a:pt x="333867" y="394055"/>
                  </a:lnTo>
                  <a:lnTo>
                    <a:pt x="307979" y="390659"/>
                  </a:lnTo>
                  <a:close/>
                  <a:moveTo>
                    <a:pt x="394343" y="358428"/>
                  </a:moveTo>
                  <a:lnTo>
                    <a:pt x="380861" y="395080"/>
                  </a:lnTo>
                  <a:lnTo>
                    <a:pt x="394410" y="373978"/>
                  </a:lnTo>
                  <a:close/>
                  <a:moveTo>
                    <a:pt x="243266" y="143737"/>
                  </a:moveTo>
                  <a:lnTo>
                    <a:pt x="241004" y="156155"/>
                  </a:lnTo>
                  <a:lnTo>
                    <a:pt x="249326" y="117749"/>
                  </a:lnTo>
                  <a:close/>
                  <a:moveTo>
                    <a:pt x="41665" y="269"/>
                  </a:moveTo>
                  <a:lnTo>
                    <a:pt x="88962" y="2425"/>
                  </a:lnTo>
                  <a:lnTo>
                    <a:pt x="61393" y="0"/>
                  </a:lnTo>
                  <a:close/>
                  <a:moveTo>
                    <a:pt x="88962" y="2425"/>
                  </a:moveTo>
                  <a:lnTo>
                    <a:pt x="97510" y="8620"/>
                  </a:lnTo>
                  <a:lnTo>
                    <a:pt x="61393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44" name="Output_density__4243">
              <a:extLst>
                <a:ext uri="{FF2B5EF4-FFF2-40B4-BE49-F238E27FC236}">
                  <a16:creationId xmlns:a16="http://schemas.microsoft.com/office/drawing/2014/main" id="{65A8A13F-6EF7-BA02-CF13-6F955A968507}"/>
                </a:ext>
              </a:extLst>
            </p:cNvPr>
            <p:cNvSpPr>
              <a:spLocks noGrp="1"/>
            </p:cNvSpPr>
            <p:nvPr/>
          </p:nvSpPr>
          <p:spPr>
            <a:xfrm>
              <a:off x="15365733" y="2573197"/>
              <a:ext cx="1208497" cy="1987532"/>
            </a:xfrm>
            <a:custGeom>
              <a:avLst/>
              <a:gdLst/>
              <a:ahLst/>
              <a:cxnLst/>
              <a:rect l="0" t="0" r="0" b="0"/>
              <a:pathLst>
                <a:path w="1208497" h="1987532">
                  <a:moveTo>
                    <a:pt x="124113" y="1932718"/>
                  </a:moveTo>
                  <a:lnTo>
                    <a:pt x="131964" y="1938159"/>
                  </a:lnTo>
                  <a:lnTo>
                    <a:pt x="140703" y="1940369"/>
                  </a:lnTo>
                  <a:close/>
                  <a:moveTo>
                    <a:pt x="188380" y="1809050"/>
                  </a:moveTo>
                  <a:lnTo>
                    <a:pt x="168662" y="1805551"/>
                  </a:lnTo>
                  <a:lnTo>
                    <a:pt x="186482" y="1806333"/>
                  </a:lnTo>
                  <a:close/>
                  <a:moveTo>
                    <a:pt x="242596" y="1960161"/>
                  </a:moveTo>
                  <a:lnTo>
                    <a:pt x="262947" y="1970379"/>
                  </a:lnTo>
                  <a:lnTo>
                    <a:pt x="279605" y="1975447"/>
                  </a:lnTo>
                  <a:close/>
                  <a:moveTo>
                    <a:pt x="329557" y="1987532"/>
                  </a:moveTo>
                  <a:lnTo>
                    <a:pt x="279605" y="1975447"/>
                  </a:lnTo>
                  <a:lnTo>
                    <a:pt x="262947" y="1970379"/>
                  </a:lnTo>
                  <a:close/>
                  <a:moveTo>
                    <a:pt x="168662" y="1805551"/>
                  </a:moveTo>
                  <a:lnTo>
                    <a:pt x="188380" y="1809050"/>
                  </a:lnTo>
                  <a:lnTo>
                    <a:pt x="205469" y="1790897"/>
                  </a:lnTo>
                  <a:close/>
                  <a:moveTo>
                    <a:pt x="205469" y="1790897"/>
                  </a:moveTo>
                  <a:lnTo>
                    <a:pt x="188380" y="1809050"/>
                  </a:lnTo>
                  <a:lnTo>
                    <a:pt x="252219" y="1790873"/>
                  </a:lnTo>
                  <a:close/>
                  <a:moveTo>
                    <a:pt x="205469" y="1790897"/>
                  </a:moveTo>
                  <a:lnTo>
                    <a:pt x="252219" y="1790873"/>
                  </a:lnTo>
                  <a:lnTo>
                    <a:pt x="216746" y="1780205"/>
                  </a:lnTo>
                  <a:close/>
                  <a:moveTo>
                    <a:pt x="252219" y="1790873"/>
                  </a:moveTo>
                  <a:lnTo>
                    <a:pt x="259208" y="1764286"/>
                  </a:lnTo>
                  <a:lnTo>
                    <a:pt x="216746" y="1780205"/>
                  </a:lnTo>
                  <a:close/>
                  <a:moveTo>
                    <a:pt x="278485" y="1769518"/>
                  </a:moveTo>
                  <a:lnTo>
                    <a:pt x="251649" y="1757363"/>
                  </a:lnTo>
                  <a:lnTo>
                    <a:pt x="259208" y="1764286"/>
                  </a:lnTo>
                  <a:close/>
                  <a:moveTo>
                    <a:pt x="389767" y="1504041"/>
                  </a:moveTo>
                  <a:lnTo>
                    <a:pt x="391553" y="1505052"/>
                  </a:lnTo>
                  <a:lnTo>
                    <a:pt x="347225" y="1563388"/>
                  </a:lnTo>
                  <a:close/>
                  <a:moveTo>
                    <a:pt x="371093" y="1554565"/>
                  </a:moveTo>
                  <a:lnTo>
                    <a:pt x="391553" y="1505052"/>
                  </a:lnTo>
                  <a:lnTo>
                    <a:pt x="421841" y="1483393"/>
                  </a:lnTo>
                  <a:close/>
                  <a:moveTo>
                    <a:pt x="421841" y="1483393"/>
                  </a:moveTo>
                  <a:lnTo>
                    <a:pt x="391553" y="1505052"/>
                  </a:lnTo>
                  <a:lnTo>
                    <a:pt x="474298" y="1504842"/>
                  </a:lnTo>
                  <a:close/>
                  <a:moveTo>
                    <a:pt x="67980" y="1033751"/>
                  </a:moveTo>
                  <a:lnTo>
                    <a:pt x="2206" y="1089285"/>
                  </a:lnTo>
                  <a:lnTo>
                    <a:pt x="0" y="1089160"/>
                  </a:lnTo>
                  <a:close/>
                  <a:moveTo>
                    <a:pt x="421791" y="1478006"/>
                  </a:moveTo>
                  <a:lnTo>
                    <a:pt x="418292" y="1530471"/>
                  </a:lnTo>
                  <a:lnTo>
                    <a:pt x="421841" y="1483393"/>
                  </a:lnTo>
                  <a:close/>
                  <a:moveTo>
                    <a:pt x="18001" y="886664"/>
                  </a:moveTo>
                  <a:lnTo>
                    <a:pt x="61212" y="873546"/>
                  </a:lnTo>
                  <a:lnTo>
                    <a:pt x="85518" y="829522"/>
                  </a:lnTo>
                  <a:close/>
                  <a:moveTo>
                    <a:pt x="79323" y="836402"/>
                  </a:moveTo>
                  <a:lnTo>
                    <a:pt x="85518" y="829522"/>
                  </a:lnTo>
                  <a:lnTo>
                    <a:pt x="61212" y="873546"/>
                  </a:lnTo>
                  <a:close/>
                  <a:moveTo>
                    <a:pt x="460304" y="1182722"/>
                  </a:moveTo>
                  <a:lnTo>
                    <a:pt x="464973" y="1167167"/>
                  </a:lnTo>
                  <a:lnTo>
                    <a:pt x="443684" y="1160363"/>
                  </a:lnTo>
                  <a:close/>
                  <a:moveTo>
                    <a:pt x="421843" y="1213602"/>
                  </a:moveTo>
                  <a:lnTo>
                    <a:pt x="460304" y="1182722"/>
                  </a:lnTo>
                  <a:lnTo>
                    <a:pt x="443684" y="1160363"/>
                  </a:lnTo>
                  <a:close/>
                  <a:moveTo>
                    <a:pt x="464973" y="1167167"/>
                  </a:moveTo>
                  <a:lnTo>
                    <a:pt x="467227" y="1102593"/>
                  </a:lnTo>
                  <a:lnTo>
                    <a:pt x="454935" y="1148970"/>
                  </a:lnTo>
                  <a:close/>
                  <a:moveTo>
                    <a:pt x="467227" y="1102593"/>
                  </a:moveTo>
                  <a:lnTo>
                    <a:pt x="470562" y="1097433"/>
                  </a:lnTo>
                  <a:lnTo>
                    <a:pt x="454935" y="1148970"/>
                  </a:lnTo>
                  <a:close/>
                  <a:moveTo>
                    <a:pt x="233594" y="863844"/>
                  </a:moveTo>
                  <a:lnTo>
                    <a:pt x="249148" y="788214"/>
                  </a:lnTo>
                  <a:lnTo>
                    <a:pt x="246682" y="839750"/>
                  </a:lnTo>
                  <a:close/>
                  <a:moveTo>
                    <a:pt x="784225" y="1425303"/>
                  </a:moveTo>
                  <a:lnTo>
                    <a:pt x="752302" y="1399217"/>
                  </a:lnTo>
                  <a:lnTo>
                    <a:pt x="801447" y="1449916"/>
                  </a:lnTo>
                  <a:close/>
                  <a:moveTo>
                    <a:pt x="827955" y="1414125"/>
                  </a:moveTo>
                  <a:lnTo>
                    <a:pt x="784225" y="1425303"/>
                  </a:lnTo>
                  <a:lnTo>
                    <a:pt x="801447" y="1449916"/>
                  </a:lnTo>
                  <a:close/>
                  <a:moveTo>
                    <a:pt x="506178" y="1084438"/>
                  </a:moveTo>
                  <a:lnTo>
                    <a:pt x="447853" y="1143104"/>
                  </a:lnTo>
                  <a:lnTo>
                    <a:pt x="470562" y="1097433"/>
                  </a:lnTo>
                  <a:close/>
                  <a:moveTo>
                    <a:pt x="355488" y="867193"/>
                  </a:moveTo>
                  <a:lnTo>
                    <a:pt x="350832" y="891287"/>
                  </a:lnTo>
                  <a:lnTo>
                    <a:pt x="376144" y="907842"/>
                  </a:lnTo>
                  <a:close/>
                  <a:moveTo>
                    <a:pt x="249509" y="783728"/>
                  </a:moveTo>
                  <a:lnTo>
                    <a:pt x="261833" y="716428"/>
                  </a:lnTo>
                  <a:lnTo>
                    <a:pt x="249148" y="788214"/>
                  </a:lnTo>
                  <a:close/>
                  <a:moveTo>
                    <a:pt x="935993" y="1508486"/>
                  </a:moveTo>
                  <a:lnTo>
                    <a:pt x="918705" y="1485632"/>
                  </a:lnTo>
                  <a:lnTo>
                    <a:pt x="972533" y="1522348"/>
                  </a:lnTo>
                  <a:close/>
                  <a:moveTo>
                    <a:pt x="827955" y="1414125"/>
                  </a:moveTo>
                  <a:lnTo>
                    <a:pt x="869037" y="1434096"/>
                  </a:lnTo>
                  <a:lnTo>
                    <a:pt x="844493" y="1424993"/>
                  </a:lnTo>
                  <a:close/>
                  <a:moveTo>
                    <a:pt x="530909" y="1042004"/>
                  </a:moveTo>
                  <a:lnTo>
                    <a:pt x="547323" y="1063597"/>
                  </a:lnTo>
                  <a:lnTo>
                    <a:pt x="560717" y="1001826"/>
                  </a:lnTo>
                  <a:close/>
                  <a:moveTo>
                    <a:pt x="560717" y="1001826"/>
                  </a:moveTo>
                  <a:lnTo>
                    <a:pt x="547323" y="1063597"/>
                  </a:lnTo>
                  <a:lnTo>
                    <a:pt x="578766" y="1021803"/>
                  </a:lnTo>
                  <a:close/>
                  <a:moveTo>
                    <a:pt x="265738" y="709506"/>
                  </a:moveTo>
                  <a:lnTo>
                    <a:pt x="235391" y="699942"/>
                  </a:lnTo>
                  <a:lnTo>
                    <a:pt x="259811" y="712583"/>
                  </a:lnTo>
                  <a:close/>
                  <a:moveTo>
                    <a:pt x="265738" y="709506"/>
                  </a:moveTo>
                  <a:lnTo>
                    <a:pt x="271442" y="708616"/>
                  </a:lnTo>
                  <a:lnTo>
                    <a:pt x="273489" y="688489"/>
                  </a:lnTo>
                  <a:close/>
                  <a:moveTo>
                    <a:pt x="946640" y="1513075"/>
                  </a:moveTo>
                  <a:lnTo>
                    <a:pt x="972533" y="1522348"/>
                  </a:lnTo>
                  <a:lnTo>
                    <a:pt x="988934" y="1531747"/>
                  </a:lnTo>
                  <a:close/>
                  <a:moveTo>
                    <a:pt x="831875" y="1158984"/>
                  </a:moveTo>
                  <a:lnTo>
                    <a:pt x="787379" y="1203855"/>
                  </a:lnTo>
                  <a:lnTo>
                    <a:pt x="804947" y="1193201"/>
                  </a:lnTo>
                  <a:close/>
                  <a:moveTo>
                    <a:pt x="75255" y="252103"/>
                  </a:moveTo>
                  <a:lnTo>
                    <a:pt x="35818" y="221541"/>
                  </a:lnTo>
                  <a:lnTo>
                    <a:pt x="75356" y="251927"/>
                  </a:lnTo>
                  <a:close/>
                  <a:moveTo>
                    <a:pt x="75356" y="251927"/>
                  </a:moveTo>
                  <a:lnTo>
                    <a:pt x="35818" y="221541"/>
                  </a:lnTo>
                  <a:lnTo>
                    <a:pt x="75703" y="252103"/>
                  </a:lnTo>
                  <a:close/>
                  <a:moveTo>
                    <a:pt x="1106513" y="1352203"/>
                  </a:moveTo>
                  <a:lnTo>
                    <a:pt x="1024003" y="1353286"/>
                  </a:lnTo>
                  <a:lnTo>
                    <a:pt x="1071501" y="1356198"/>
                  </a:lnTo>
                  <a:close/>
                  <a:moveTo>
                    <a:pt x="312958" y="441574"/>
                  </a:moveTo>
                  <a:lnTo>
                    <a:pt x="327539" y="387278"/>
                  </a:lnTo>
                  <a:lnTo>
                    <a:pt x="297002" y="458249"/>
                  </a:lnTo>
                  <a:close/>
                  <a:moveTo>
                    <a:pt x="297002" y="458249"/>
                  </a:moveTo>
                  <a:lnTo>
                    <a:pt x="327539" y="387278"/>
                  </a:lnTo>
                  <a:lnTo>
                    <a:pt x="316233" y="382618"/>
                  </a:lnTo>
                  <a:close/>
                  <a:moveTo>
                    <a:pt x="297002" y="458249"/>
                  </a:moveTo>
                  <a:lnTo>
                    <a:pt x="316233" y="382618"/>
                  </a:lnTo>
                  <a:lnTo>
                    <a:pt x="307624" y="434155"/>
                  </a:lnTo>
                  <a:close/>
                  <a:moveTo>
                    <a:pt x="316233" y="382618"/>
                  </a:moveTo>
                  <a:lnTo>
                    <a:pt x="327539" y="387278"/>
                  </a:lnTo>
                  <a:lnTo>
                    <a:pt x="327810" y="362205"/>
                  </a:lnTo>
                  <a:close/>
                  <a:moveTo>
                    <a:pt x="75255" y="252103"/>
                  </a:moveTo>
                  <a:lnTo>
                    <a:pt x="75356" y="251927"/>
                  </a:lnTo>
                  <a:lnTo>
                    <a:pt x="98609" y="203969"/>
                  </a:lnTo>
                  <a:close/>
                  <a:moveTo>
                    <a:pt x="75356" y="251927"/>
                  </a:moveTo>
                  <a:lnTo>
                    <a:pt x="75703" y="252103"/>
                  </a:lnTo>
                  <a:lnTo>
                    <a:pt x="98609" y="203969"/>
                  </a:lnTo>
                  <a:close/>
                  <a:moveTo>
                    <a:pt x="98609" y="203969"/>
                  </a:moveTo>
                  <a:lnTo>
                    <a:pt x="75703" y="252103"/>
                  </a:lnTo>
                  <a:lnTo>
                    <a:pt x="115509" y="194736"/>
                  </a:lnTo>
                  <a:close/>
                  <a:moveTo>
                    <a:pt x="115509" y="194736"/>
                  </a:moveTo>
                  <a:lnTo>
                    <a:pt x="108115" y="176472"/>
                  </a:lnTo>
                  <a:lnTo>
                    <a:pt x="98609" y="203969"/>
                  </a:lnTo>
                  <a:close/>
                  <a:moveTo>
                    <a:pt x="146087" y="124936"/>
                  </a:moveTo>
                  <a:lnTo>
                    <a:pt x="128103" y="139564"/>
                  </a:lnTo>
                  <a:lnTo>
                    <a:pt x="126851" y="200566"/>
                  </a:lnTo>
                  <a:close/>
                  <a:moveTo>
                    <a:pt x="108115" y="176472"/>
                  </a:moveTo>
                  <a:lnTo>
                    <a:pt x="115509" y="194736"/>
                  </a:lnTo>
                  <a:lnTo>
                    <a:pt x="128103" y="139564"/>
                  </a:lnTo>
                  <a:close/>
                  <a:moveTo>
                    <a:pt x="1180245" y="1337720"/>
                  </a:moveTo>
                  <a:lnTo>
                    <a:pt x="1162169" y="1385613"/>
                  </a:lnTo>
                  <a:lnTo>
                    <a:pt x="1186057" y="1340027"/>
                  </a:lnTo>
                  <a:close/>
                  <a:moveTo>
                    <a:pt x="1180245" y="1337720"/>
                  </a:moveTo>
                  <a:lnTo>
                    <a:pt x="1123296" y="1361814"/>
                  </a:lnTo>
                  <a:lnTo>
                    <a:pt x="1162169" y="1385613"/>
                  </a:lnTo>
                  <a:close/>
                  <a:moveTo>
                    <a:pt x="1123296" y="1361814"/>
                  </a:moveTo>
                  <a:lnTo>
                    <a:pt x="1180245" y="1337720"/>
                  </a:lnTo>
                  <a:lnTo>
                    <a:pt x="1106513" y="1352203"/>
                  </a:lnTo>
                  <a:close/>
                  <a:moveTo>
                    <a:pt x="1180245" y="1337720"/>
                  </a:moveTo>
                  <a:lnTo>
                    <a:pt x="1135287" y="1324885"/>
                  </a:lnTo>
                  <a:lnTo>
                    <a:pt x="1106513" y="1352203"/>
                  </a:lnTo>
                  <a:close/>
                  <a:moveTo>
                    <a:pt x="1186057" y="1340027"/>
                  </a:moveTo>
                  <a:lnTo>
                    <a:pt x="1208497" y="1384147"/>
                  </a:lnTo>
                  <a:lnTo>
                    <a:pt x="1197006" y="1337720"/>
                  </a:lnTo>
                  <a:close/>
                  <a:moveTo>
                    <a:pt x="1162169" y="1385613"/>
                  </a:moveTo>
                  <a:lnTo>
                    <a:pt x="1208497" y="1384147"/>
                  </a:lnTo>
                  <a:lnTo>
                    <a:pt x="1186057" y="1340027"/>
                  </a:lnTo>
                  <a:close/>
                  <a:moveTo>
                    <a:pt x="642329" y="722487"/>
                  </a:moveTo>
                  <a:lnTo>
                    <a:pt x="672286" y="736116"/>
                  </a:lnTo>
                  <a:lnTo>
                    <a:pt x="641664" y="702044"/>
                  </a:lnTo>
                  <a:close/>
                  <a:moveTo>
                    <a:pt x="336096" y="317578"/>
                  </a:moveTo>
                  <a:lnTo>
                    <a:pt x="316233" y="382618"/>
                  </a:lnTo>
                  <a:lnTo>
                    <a:pt x="327810" y="362205"/>
                  </a:lnTo>
                  <a:close/>
                  <a:moveTo>
                    <a:pt x="336096" y="317578"/>
                  </a:moveTo>
                  <a:lnTo>
                    <a:pt x="327810" y="362205"/>
                  </a:lnTo>
                  <a:lnTo>
                    <a:pt x="338085" y="331082"/>
                  </a:lnTo>
                  <a:close/>
                  <a:moveTo>
                    <a:pt x="336096" y="317578"/>
                  </a:moveTo>
                  <a:lnTo>
                    <a:pt x="359293" y="305240"/>
                  </a:lnTo>
                  <a:lnTo>
                    <a:pt x="346928" y="298782"/>
                  </a:lnTo>
                  <a:close/>
                  <a:moveTo>
                    <a:pt x="143882" y="108927"/>
                  </a:moveTo>
                  <a:lnTo>
                    <a:pt x="108115" y="176472"/>
                  </a:lnTo>
                  <a:lnTo>
                    <a:pt x="128103" y="139564"/>
                  </a:lnTo>
                  <a:close/>
                  <a:moveTo>
                    <a:pt x="128103" y="139564"/>
                  </a:moveTo>
                  <a:lnTo>
                    <a:pt x="146087" y="124936"/>
                  </a:lnTo>
                  <a:lnTo>
                    <a:pt x="143882" y="108927"/>
                  </a:lnTo>
                  <a:close/>
                  <a:moveTo>
                    <a:pt x="187173" y="111714"/>
                  </a:moveTo>
                  <a:lnTo>
                    <a:pt x="170244" y="100841"/>
                  </a:lnTo>
                  <a:lnTo>
                    <a:pt x="167445" y="111982"/>
                  </a:lnTo>
                  <a:close/>
                  <a:moveTo>
                    <a:pt x="143882" y="108927"/>
                  </a:moveTo>
                  <a:lnTo>
                    <a:pt x="146087" y="124936"/>
                  </a:lnTo>
                  <a:lnTo>
                    <a:pt x="167445" y="111982"/>
                  </a:lnTo>
                  <a:close/>
                  <a:moveTo>
                    <a:pt x="253223" y="123115"/>
                  </a:moveTo>
                  <a:lnTo>
                    <a:pt x="203575" y="112164"/>
                  </a:lnTo>
                  <a:lnTo>
                    <a:pt x="187173" y="111714"/>
                  </a:lnTo>
                  <a:close/>
                  <a:moveTo>
                    <a:pt x="961466" y="1024351"/>
                  </a:moveTo>
                  <a:lnTo>
                    <a:pt x="1008903" y="1027031"/>
                  </a:lnTo>
                  <a:lnTo>
                    <a:pt x="987390" y="1008327"/>
                  </a:lnTo>
                  <a:close/>
                  <a:moveTo>
                    <a:pt x="849601" y="856155"/>
                  </a:moveTo>
                  <a:lnTo>
                    <a:pt x="788801" y="902813"/>
                  </a:lnTo>
                  <a:lnTo>
                    <a:pt x="834444" y="898790"/>
                  </a:lnTo>
                  <a:close/>
                  <a:moveTo>
                    <a:pt x="834444" y="898790"/>
                  </a:moveTo>
                  <a:lnTo>
                    <a:pt x="849116" y="873890"/>
                  </a:lnTo>
                  <a:lnTo>
                    <a:pt x="849601" y="856155"/>
                  </a:lnTo>
                  <a:close/>
                  <a:moveTo>
                    <a:pt x="679529" y="668941"/>
                  </a:moveTo>
                  <a:lnTo>
                    <a:pt x="679725" y="667325"/>
                  </a:lnTo>
                  <a:lnTo>
                    <a:pt x="667789" y="664823"/>
                  </a:lnTo>
                  <a:close/>
                  <a:moveTo>
                    <a:pt x="641664" y="702044"/>
                  </a:moveTo>
                  <a:lnTo>
                    <a:pt x="679529" y="668941"/>
                  </a:lnTo>
                  <a:lnTo>
                    <a:pt x="667789" y="664823"/>
                  </a:lnTo>
                  <a:close/>
                  <a:moveTo>
                    <a:pt x="679725" y="667325"/>
                  </a:moveTo>
                  <a:lnTo>
                    <a:pt x="720052" y="609778"/>
                  </a:lnTo>
                  <a:lnTo>
                    <a:pt x="686830" y="598806"/>
                  </a:lnTo>
                  <a:close/>
                  <a:moveTo>
                    <a:pt x="354098" y="240200"/>
                  </a:moveTo>
                  <a:lnTo>
                    <a:pt x="346928" y="298782"/>
                  </a:lnTo>
                  <a:lnTo>
                    <a:pt x="369046" y="255451"/>
                  </a:lnTo>
                  <a:close/>
                  <a:moveTo>
                    <a:pt x="354098" y="240200"/>
                  </a:moveTo>
                  <a:lnTo>
                    <a:pt x="369046" y="255451"/>
                  </a:lnTo>
                  <a:lnTo>
                    <a:pt x="357902" y="204913"/>
                  </a:lnTo>
                  <a:close/>
                  <a:moveTo>
                    <a:pt x="357902" y="204913"/>
                  </a:moveTo>
                  <a:lnTo>
                    <a:pt x="369046" y="255451"/>
                  </a:lnTo>
                  <a:lnTo>
                    <a:pt x="375107" y="229463"/>
                  </a:lnTo>
                  <a:close/>
                  <a:moveTo>
                    <a:pt x="1177324" y="1037578"/>
                  </a:moveTo>
                  <a:lnTo>
                    <a:pt x="1206600" y="1044785"/>
                  </a:lnTo>
                  <a:lnTo>
                    <a:pt x="1181369" y="1031849"/>
                  </a:lnTo>
                  <a:close/>
                  <a:moveTo>
                    <a:pt x="855396" y="842223"/>
                  </a:moveTo>
                  <a:lnTo>
                    <a:pt x="897963" y="826700"/>
                  </a:lnTo>
                  <a:lnTo>
                    <a:pt x="929721" y="810538"/>
                  </a:lnTo>
                  <a:close/>
                  <a:moveTo>
                    <a:pt x="804808" y="518184"/>
                  </a:moveTo>
                  <a:lnTo>
                    <a:pt x="864337" y="568020"/>
                  </a:lnTo>
                  <a:lnTo>
                    <a:pt x="839774" y="550429"/>
                  </a:lnTo>
                  <a:close/>
                  <a:moveTo>
                    <a:pt x="450352" y="106092"/>
                  </a:moveTo>
                  <a:lnTo>
                    <a:pt x="462014" y="155727"/>
                  </a:lnTo>
                  <a:lnTo>
                    <a:pt x="469457" y="137745"/>
                  </a:lnTo>
                  <a:close/>
                  <a:moveTo>
                    <a:pt x="450352" y="106092"/>
                  </a:moveTo>
                  <a:lnTo>
                    <a:pt x="469457" y="137745"/>
                  </a:lnTo>
                  <a:lnTo>
                    <a:pt x="491573" y="85533"/>
                  </a:lnTo>
                  <a:close/>
                  <a:moveTo>
                    <a:pt x="494952" y="76166"/>
                  </a:moveTo>
                  <a:lnTo>
                    <a:pt x="491573" y="85533"/>
                  </a:lnTo>
                  <a:lnTo>
                    <a:pt x="497513" y="80096"/>
                  </a:lnTo>
                  <a:close/>
                  <a:moveTo>
                    <a:pt x="508452" y="13744"/>
                  </a:moveTo>
                  <a:lnTo>
                    <a:pt x="497513" y="80096"/>
                  </a:lnTo>
                  <a:lnTo>
                    <a:pt x="525716" y="38512"/>
                  </a:lnTo>
                  <a:close/>
                  <a:moveTo>
                    <a:pt x="508452" y="13744"/>
                  </a:moveTo>
                  <a:lnTo>
                    <a:pt x="525716" y="38512"/>
                  </a:lnTo>
                  <a:lnTo>
                    <a:pt x="554438" y="11000"/>
                  </a:lnTo>
                  <a:close/>
                  <a:moveTo>
                    <a:pt x="848689" y="277550"/>
                  </a:moveTo>
                  <a:lnTo>
                    <a:pt x="770555" y="294995"/>
                  </a:lnTo>
                  <a:lnTo>
                    <a:pt x="818700" y="300323"/>
                  </a:lnTo>
                  <a:close/>
                  <a:moveTo>
                    <a:pt x="558183" y="0"/>
                  </a:moveTo>
                  <a:lnTo>
                    <a:pt x="508452" y="13744"/>
                  </a:lnTo>
                  <a:lnTo>
                    <a:pt x="554438" y="11000"/>
                  </a:lnTo>
                  <a:close/>
                  <a:moveTo>
                    <a:pt x="558183" y="0"/>
                  </a:moveTo>
                  <a:lnTo>
                    <a:pt x="554438" y="11000"/>
                  </a:lnTo>
                  <a:lnTo>
                    <a:pt x="561152" y="4466"/>
                  </a:lnTo>
                  <a:close/>
                  <a:moveTo>
                    <a:pt x="894283" y="273342"/>
                  </a:moveTo>
                  <a:lnTo>
                    <a:pt x="911682" y="216237"/>
                  </a:lnTo>
                  <a:lnTo>
                    <a:pt x="869489" y="220419"/>
                  </a:lnTo>
                  <a:close/>
                  <a:moveTo>
                    <a:pt x="848689" y="277550"/>
                  </a:moveTo>
                  <a:lnTo>
                    <a:pt x="894283" y="273342"/>
                  </a:lnTo>
                  <a:lnTo>
                    <a:pt x="869489" y="220419"/>
                  </a:lnTo>
                  <a:close/>
                  <a:moveTo>
                    <a:pt x="915528" y="238055"/>
                  </a:moveTo>
                  <a:lnTo>
                    <a:pt x="908188" y="190432"/>
                  </a:lnTo>
                  <a:lnTo>
                    <a:pt x="911682" y="216237"/>
                  </a:lnTo>
                  <a:close/>
                  <a:moveTo>
                    <a:pt x="914514" y="162424"/>
                  </a:moveTo>
                  <a:lnTo>
                    <a:pt x="908188" y="190432"/>
                  </a:lnTo>
                  <a:lnTo>
                    <a:pt x="915528" y="238055"/>
                  </a:lnTo>
                  <a:close/>
                  <a:moveTo>
                    <a:pt x="922422" y="108750"/>
                  </a:moveTo>
                  <a:lnTo>
                    <a:pt x="914514" y="162424"/>
                  </a:lnTo>
                  <a:lnTo>
                    <a:pt x="942638" y="144557"/>
                  </a:lnTo>
                  <a:close/>
                  <a:moveTo>
                    <a:pt x="922422" y="108750"/>
                  </a:moveTo>
                  <a:lnTo>
                    <a:pt x="942638" y="144557"/>
                  </a:lnTo>
                  <a:lnTo>
                    <a:pt x="971120" y="11614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45" name="Output_density__4244">
              <a:extLst>
                <a:ext uri="{FF2B5EF4-FFF2-40B4-BE49-F238E27FC236}">
                  <a16:creationId xmlns:a16="http://schemas.microsoft.com/office/drawing/2014/main" id="{ABF40857-5D11-1813-EC20-C45A0138C7F2}"/>
                </a:ext>
              </a:extLst>
            </p:cNvPr>
            <p:cNvSpPr>
              <a:spLocks noGrp="1"/>
            </p:cNvSpPr>
            <p:nvPr/>
          </p:nvSpPr>
          <p:spPr>
            <a:xfrm>
              <a:off x="15372555" y="2538180"/>
              <a:ext cx="919340" cy="1916199"/>
            </a:xfrm>
            <a:custGeom>
              <a:avLst/>
              <a:gdLst/>
              <a:ahLst/>
              <a:cxnLst/>
              <a:rect l="0" t="0" r="0" b="0"/>
              <a:pathLst>
                <a:path w="919340" h="1916199">
                  <a:moveTo>
                    <a:pt x="139648" y="1862050"/>
                  </a:moveTo>
                  <a:lnTo>
                    <a:pt x="93609" y="1916199"/>
                  </a:lnTo>
                  <a:lnTo>
                    <a:pt x="142966" y="1892105"/>
                  </a:lnTo>
                  <a:close/>
                  <a:moveTo>
                    <a:pt x="153838" y="1892105"/>
                  </a:moveTo>
                  <a:lnTo>
                    <a:pt x="139648" y="1862050"/>
                  </a:lnTo>
                  <a:lnTo>
                    <a:pt x="154958" y="1886193"/>
                  </a:lnTo>
                  <a:close/>
                  <a:moveTo>
                    <a:pt x="62842" y="1737495"/>
                  </a:moveTo>
                  <a:lnTo>
                    <a:pt x="98744" y="1789032"/>
                  </a:lnTo>
                  <a:lnTo>
                    <a:pt x="142496" y="1764938"/>
                  </a:lnTo>
                  <a:close/>
                  <a:moveTo>
                    <a:pt x="62842" y="1737495"/>
                  </a:moveTo>
                  <a:lnTo>
                    <a:pt x="142496" y="1764938"/>
                  </a:lnTo>
                  <a:lnTo>
                    <a:pt x="121362" y="1713401"/>
                  </a:lnTo>
                  <a:close/>
                  <a:moveTo>
                    <a:pt x="127699" y="1682473"/>
                  </a:moveTo>
                  <a:lnTo>
                    <a:pt x="62842" y="1737495"/>
                  </a:lnTo>
                  <a:lnTo>
                    <a:pt x="121362" y="1713401"/>
                  </a:lnTo>
                  <a:close/>
                  <a:moveTo>
                    <a:pt x="127699" y="1682473"/>
                  </a:moveTo>
                  <a:lnTo>
                    <a:pt x="93142" y="1688171"/>
                  </a:lnTo>
                  <a:lnTo>
                    <a:pt x="62842" y="1737495"/>
                  </a:lnTo>
                  <a:close/>
                  <a:moveTo>
                    <a:pt x="127699" y="1682473"/>
                  </a:moveTo>
                  <a:lnTo>
                    <a:pt x="131562" y="1661865"/>
                  </a:lnTo>
                  <a:lnTo>
                    <a:pt x="95858" y="1685959"/>
                  </a:lnTo>
                  <a:close/>
                  <a:moveTo>
                    <a:pt x="127699" y="1682473"/>
                  </a:moveTo>
                  <a:lnTo>
                    <a:pt x="121362" y="1713401"/>
                  </a:lnTo>
                  <a:lnTo>
                    <a:pt x="145355" y="1705772"/>
                  </a:lnTo>
                  <a:close/>
                  <a:moveTo>
                    <a:pt x="211937" y="1689624"/>
                  </a:moveTo>
                  <a:lnTo>
                    <a:pt x="211514" y="1686270"/>
                  </a:lnTo>
                  <a:lnTo>
                    <a:pt x="145355" y="1705772"/>
                  </a:lnTo>
                  <a:close/>
                  <a:moveTo>
                    <a:pt x="145355" y="1705772"/>
                  </a:moveTo>
                  <a:lnTo>
                    <a:pt x="211514" y="1686270"/>
                  </a:lnTo>
                  <a:lnTo>
                    <a:pt x="131562" y="1661865"/>
                  </a:lnTo>
                  <a:close/>
                  <a:moveTo>
                    <a:pt x="131562" y="1661865"/>
                  </a:moveTo>
                  <a:lnTo>
                    <a:pt x="211514" y="1686270"/>
                  </a:lnTo>
                  <a:lnTo>
                    <a:pt x="189910" y="1637771"/>
                  </a:lnTo>
                  <a:close/>
                  <a:moveTo>
                    <a:pt x="131562" y="1661865"/>
                  </a:moveTo>
                  <a:lnTo>
                    <a:pt x="127699" y="1682473"/>
                  </a:lnTo>
                  <a:lnTo>
                    <a:pt x="145355" y="1705772"/>
                  </a:lnTo>
                  <a:close/>
                  <a:moveTo>
                    <a:pt x="211937" y="1689624"/>
                  </a:moveTo>
                  <a:lnTo>
                    <a:pt x="212794" y="1689307"/>
                  </a:lnTo>
                  <a:lnTo>
                    <a:pt x="211514" y="1686270"/>
                  </a:lnTo>
                  <a:close/>
                  <a:moveTo>
                    <a:pt x="211937" y="1689624"/>
                  </a:moveTo>
                  <a:lnTo>
                    <a:pt x="213313" y="1692993"/>
                  </a:lnTo>
                  <a:lnTo>
                    <a:pt x="212794" y="1689307"/>
                  </a:lnTo>
                  <a:close/>
                  <a:moveTo>
                    <a:pt x="132719" y="1610328"/>
                  </a:moveTo>
                  <a:lnTo>
                    <a:pt x="131562" y="1661865"/>
                  </a:lnTo>
                  <a:lnTo>
                    <a:pt x="189910" y="1637771"/>
                  </a:lnTo>
                  <a:close/>
                  <a:moveTo>
                    <a:pt x="132719" y="1610328"/>
                  </a:moveTo>
                  <a:lnTo>
                    <a:pt x="189910" y="1637771"/>
                  </a:lnTo>
                  <a:lnTo>
                    <a:pt x="170193" y="1586234"/>
                  </a:lnTo>
                  <a:close/>
                  <a:moveTo>
                    <a:pt x="176998" y="1557218"/>
                  </a:moveTo>
                  <a:lnTo>
                    <a:pt x="132719" y="1610328"/>
                  </a:lnTo>
                  <a:lnTo>
                    <a:pt x="170193" y="1586234"/>
                  </a:lnTo>
                  <a:close/>
                  <a:moveTo>
                    <a:pt x="210026" y="1628435"/>
                  </a:moveTo>
                  <a:lnTo>
                    <a:pt x="211514" y="1686270"/>
                  </a:lnTo>
                  <a:lnTo>
                    <a:pt x="249046" y="1613677"/>
                  </a:lnTo>
                  <a:close/>
                  <a:moveTo>
                    <a:pt x="249046" y="1613677"/>
                  </a:moveTo>
                  <a:lnTo>
                    <a:pt x="211514" y="1686270"/>
                  </a:lnTo>
                  <a:lnTo>
                    <a:pt x="212794" y="1689307"/>
                  </a:lnTo>
                  <a:close/>
                  <a:moveTo>
                    <a:pt x="189910" y="1637771"/>
                  </a:moveTo>
                  <a:lnTo>
                    <a:pt x="211514" y="1686270"/>
                  </a:lnTo>
                  <a:lnTo>
                    <a:pt x="210026" y="1628435"/>
                  </a:lnTo>
                  <a:close/>
                  <a:moveTo>
                    <a:pt x="170193" y="1586234"/>
                  </a:moveTo>
                  <a:lnTo>
                    <a:pt x="210026" y="1628435"/>
                  </a:lnTo>
                  <a:lnTo>
                    <a:pt x="206008" y="1568958"/>
                  </a:lnTo>
                  <a:close/>
                  <a:moveTo>
                    <a:pt x="170193" y="1586234"/>
                  </a:moveTo>
                  <a:lnTo>
                    <a:pt x="189910" y="1637771"/>
                  </a:lnTo>
                  <a:lnTo>
                    <a:pt x="210026" y="1628435"/>
                  </a:lnTo>
                  <a:close/>
                  <a:moveTo>
                    <a:pt x="210026" y="1628435"/>
                  </a:moveTo>
                  <a:lnTo>
                    <a:pt x="243473" y="1576482"/>
                  </a:lnTo>
                  <a:lnTo>
                    <a:pt x="206008" y="1568958"/>
                  </a:lnTo>
                  <a:close/>
                  <a:moveTo>
                    <a:pt x="176998" y="1557218"/>
                  </a:moveTo>
                  <a:lnTo>
                    <a:pt x="170193" y="1586234"/>
                  </a:lnTo>
                  <a:lnTo>
                    <a:pt x="206008" y="1568958"/>
                  </a:lnTo>
                  <a:close/>
                  <a:moveTo>
                    <a:pt x="206008" y="1568958"/>
                  </a:moveTo>
                  <a:lnTo>
                    <a:pt x="224342" y="1559553"/>
                  </a:lnTo>
                  <a:lnTo>
                    <a:pt x="176998" y="1557218"/>
                  </a:lnTo>
                  <a:close/>
                  <a:moveTo>
                    <a:pt x="206008" y="1568958"/>
                  </a:moveTo>
                  <a:lnTo>
                    <a:pt x="243473" y="1576482"/>
                  </a:lnTo>
                  <a:lnTo>
                    <a:pt x="224342" y="1559553"/>
                  </a:lnTo>
                  <a:close/>
                  <a:moveTo>
                    <a:pt x="291418" y="1405642"/>
                  </a:moveTo>
                  <a:lnTo>
                    <a:pt x="257145" y="1412398"/>
                  </a:lnTo>
                  <a:lnTo>
                    <a:pt x="234738" y="1434973"/>
                  </a:lnTo>
                  <a:close/>
                  <a:moveTo>
                    <a:pt x="295711" y="1408528"/>
                  </a:moveTo>
                  <a:lnTo>
                    <a:pt x="332469" y="1384444"/>
                  </a:lnTo>
                  <a:lnTo>
                    <a:pt x="291418" y="1405642"/>
                  </a:lnTo>
                  <a:close/>
                  <a:moveTo>
                    <a:pt x="118439" y="1026029"/>
                  </a:moveTo>
                  <a:lnTo>
                    <a:pt x="85788" y="1101660"/>
                  </a:lnTo>
                  <a:lnTo>
                    <a:pt x="128043" y="1077566"/>
                  </a:lnTo>
                  <a:close/>
                  <a:moveTo>
                    <a:pt x="106686" y="984295"/>
                  </a:moveTo>
                  <a:lnTo>
                    <a:pt x="127060" y="1005587"/>
                  </a:lnTo>
                  <a:lnTo>
                    <a:pt x="130243" y="974493"/>
                  </a:lnTo>
                  <a:close/>
                  <a:moveTo>
                    <a:pt x="317604" y="1177740"/>
                  </a:moveTo>
                  <a:lnTo>
                    <a:pt x="309624" y="1180639"/>
                  </a:lnTo>
                  <a:lnTo>
                    <a:pt x="349431" y="1178065"/>
                  </a:lnTo>
                  <a:close/>
                  <a:moveTo>
                    <a:pt x="376688" y="1105299"/>
                  </a:moveTo>
                  <a:lnTo>
                    <a:pt x="310923" y="1168988"/>
                  </a:lnTo>
                  <a:lnTo>
                    <a:pt x="364688" y="1156545"/>
                  </a:lnTo>
                  <a:close/>
                  <a:moveTo>
                    <a:pt x="364688" y="1156545"/>
                  </a:moveTo>
                  <a:lnTo>
                    <a:pt x="310923" y="1168988"/>
                  </a:lnTo>
                  <a:lnTo>
                    <a:pt x="317604" y="1177740"/>
                  </a:lnTo>
                  <a:close/>
                  <a:moveTo>
                    <a:pt x="317604" y="1177740"/>
                  </a:moveTo>
                  <a:lnTo>
                    <a:pt x="349431" y="1178065"/>
                  </a:lnTo>
                  <a:lnTo>
                    <a:pt x="364688" y="1156545"/>
                  </a:lnTo>
                  <a:close/>
                  <a:moveTo>
                    <a:pt x="118439" y="1026029"/>
                  </a:moveTo>
                  <a:lnTo>
                    <a:pt x="160107" y="1003607"/>
                  </a:lnTo>
                  <a:lnTo>
                    <a:pt x="127060" y="1005587"/>
                  </a:lnTo>
                  <a:close/>
                  <a:moveTo>
                    <a:pt x="130243" y="974493"/>
                  </a:moveTo>
                  <a:lnTo>
                    <a:pt x="127060" y="1005587"/>
                  </a:lnTo>
                  <a:lnTo>
                    <a:pt x="162798" y="1001935"/>
                  </a:lnTo>
                  <a:close/>
                  <a:moveTo>
                    <a:pt x="364688" y="1156545"/>
                  </a:moveTo>
                  <a:lnTo>
                    <a:pt x="376830" y="1104830"/>
                  </a:lnTo>
                  <a:lnTo>
                    <a:pt x="376688" y="1105299"/>
                  </a:lnTo>
                  <a:close/>
                  <a:moveTo>
                    <a:pt x="310593" y="869726"/>
                  </a:moveTo>
                  <a:lnTo>
                    <a:pt x="305927" y="880509"/>
                  </a:lnTo>
                  <a:lnTo>
                    <a:pt x="341257" y="850674"/>
                  </a:lnTo>
                  <a:close/>
                  <a:moveTo>
                    <a:pt x="164179" y="644528"/>
                  </a:moveTo>
                  <a:lnTo>
                    <a:pt x="147258" y="700339"/>
                  </a:lnTo>
                  <a:lnTo>
                    <a:pt x="156708" y="696064"/>
                  </a:lnTo>
                  <a:close/>
                  <a:moveTo>
                    <a:pt x="164179" y="644528"/>
                  </a:moveTo>
                  <a:lnTo>
                    <a:pt x="156708" y="696064"/>
                  </a:lnTo>
                  <a:lnTo>
                    <a:pt x="196101" y="620434"/>
                  </a:lnTo>
                  <a:close/>
                  <a:moveTo>
                    <a:pt x="210179" y="602077"/>
                  </a:moveTo>
                  <a:lnTo>
                    <a:pt x="164179" y="644528"/>
                  </a:lnTo>
                  <a:lnTo>
                    <a:pt x="196101" y="620434"/>
                  </a:lnTo>
                  <a:close/>
                  <a:moveTo>
                    <a:pt x="753900" y="1111706"/>
                  </a:moveTo>
                  <a:lnTo>
                    <a:pt x="757461" y="1173523"/>
                  </a:lnTo>
                  <a:lnTo>
                    <a:pt x="757842" y="1117387"/>
                  </a:lnTo>
                  <a:close/>
                  <a:moveTo>
                    <a:pt x="715992" y="1187336"/>
                  </a:moveTo>
                  <a:lnTo>
                    <a:pt x="757461" y="1173523"/>
                  </a:lnTo>
                  <a:lnTo>
                    <a:pt x="753900" y="1111706"/>
                  </a:lnTo>
                  <a:close/>
                  <a:moveTo>
                    <a:pt x="706496" y="1135800"/>
                  </a:moveTo>
                  <a:lnTo>
                    <a:pt x="715992" y="1187336"/>
                  </a:lnTo>
                  <a:lnTo>
                    <a:pt x="753900" y="1111706"/>
                  </a:lnTo>
                  <a:close/>
                  <a:moveTo>
                    <a:pt x="757461" y="1173523"/>
                  </a:moveTo>
                  <a:lnTo>
                    <a:pt x="785633" y="1163242"/>
                  </a:lnTo>
                  <a:lnTo>
                    <a:pt x="757842" y="1117387"/>
                  </a:lnTo>
                  <a:close/>
                  <a:moveTo>
                    <a:pt x="755192" y="1107479"/>
                  </a:moveTo>
                  <a:lnTo>
                    <a:pt x="706496" y="1135800"/>
                  </a:lnTo>
                  <a:lnTo>
                    <a:pt x="753900" y="1111706"/>
                  </a:lnTo>
                  <a:close/>
                  <a:moveTo>
                    <a:pt x="755192" y="1107479"/>
                  </a:moveTo>
                  <a:lnTo>
                    <a:pt x="718054" y="1103525"/>
                  </a:lnTo>
                  <a:lnTo>
                    <a:pt x="706496" y="1135800"/>
                  </a:lnTo>
                  <a:close/>
                  <a:moveTo>
                    <a:pt x="760855" y="1108021"/>
                  </a:moveTo>
                  <a:lnTo>
                    <a:pt x="757842" y="1117387"/>
                  </a:lnTo>
                  <a:lnTo>
                    <a:pt x="807404" y="1087612"/>
                  </a:lnTo>
                  <a:close/>
                  <a:moveTo>
                    <a:pt x="757842" y="1117387"/>
                  </a:moveTo>
                  <a:lnTo>
                    <a:pt x="785633" y="1163242"/>
                  </a:lnTo>
                  <a:lnTo>
                    <a:pt x="807404" y="1087612"/>
                  </a:lnTo>
                  <a:close/>
                  <a:moveTo>
                    <a:pt x="753900" y="1111706"/>
                  </a:moveTo>
                  <a:lnTo>
                    <a:pt x="757842" y="1117387"/>
                  </a:lnTo>
                  <a:lnTo>
                    <a:pt x="760855" y="1108021"/>
                  </a:lnTo>
                  <a:close/>
                  <a:moveTo>
                    <a:pt x="755192" y="1107479"/>
                  </a:moveTo>
                  <a:lnTo>
                    <a:pt x="753900" y="1111706"/>
                  </a:lnTo>
                  <a:lnTo>
                    <a:pt x="760855" y="1108021"/>
                  </a:lnTo>
                  <a:close/>
                  <a:moveTo>
                    <a:pt x="755192" y="1107479"/>
                  </a:moveTo>
                  <a:lnTo>
                    <a:pt x="760855" y="1108021"/>
                  </a:lnTo>
                  <a:lnTo>
                    <a:pt x="773448" y="1060169"/>
                  </a:lnTo>
                  <a:close/>
                  <a:moveTo>
                    <a:pt x="773448" y="1060169"/>
                  </a:moveTo>
                  <a:lnTo>
                    <a:pt x="760855" y="1108021"/>
                  </a:lnTo>
                  <a:lnTo>
                    <a:pt x="807404" y="1087612"/>
                  </a:lnTo>
                  <a:close/>
                  <a:moveTo>
                    <a:pt x="910706" y="1190685"/>
                  </a:moveTo>
                  <a:lnTo>
                    <a:pt x="895077" y="1137608"/>
                  </a:lnTo>
                  <a:lnTo>
                    <a:pt x="898686" y="1159727"/>
                  </a:lnTo>
                  <a:close/>
                  <a:moveTo>
                    <a:pt x="884369" y="1139149"/>
                  </a:moveTo>
                  <a:lnTo>
                    <a:pt x="898686" y="1159727"/>
                  </a:lnTo>
                  <a:lnTo>
                    <a:pt x="895077" y="1137608"/>
                  </a:lnTo>
                  <a:close/>
                  <a:moveTo>
                    <a:pt x="891388" y="1132437"/>
                  </a:moveTo>
                  <a:lnTo>
                    <a:pt x="884369" y="1139149"/>
                  </a:lnTo>
                  <a:lnTo>
                    <a:pt x="895077" y="1137608"/>
                  </a:lnTo>
                  <a:close/>
                  <a:moveTo>
                    <a:pt x="842610" y="989843"/>
                  </a:moveTo>
                  <a:lnTo>
                    <a:pt x="816639" y="1027640"/>
                  </a:lnTo>
                  <a:lnTo>
                    <a:pt x="810901" y="1036075"/>
                  </a:lnTo>
                  <a:close/>
                  <a:moveTo>
                    <a:pt x="380816" y="469173"/>
                  </a:moveTo>
                  <a:lnTo>
                    <a:pt x="403449" y="518503"/>
                  </a:lnTo>
                  <a:lnTo>
                    <a:pt x="392606" y="464576"/>
                  </a:lnTo>
                  <a:close/>
                  <a:moveTo>
                    <a:pt x="385267" y="462877"/>
                  </a:moveTo>
                  <a:lnTo>
                    <a:pt x="380816" y="469173"/>
                  </a:lnTo>
                  <a:lnTo>
                    <a:pt x="392606" y="464576"/>
                  </a:lnTo>
                  <a:close/>
                  <a:moveTo>
                    <a:pt x="63838" y="40004"/>
                  </a:moveTo>
                  <a:lnTo>
                    <a:pt x="10036" y="56880"/>
                  </a:lnTo>
                  <a:lnTo>
                    <a:pt x="79192" y="56992"/>
                  </a:lnTo>
                  <a:close/>
                  <a:moveTo>
                    <a:pt x="10036" y="56880"/>
                  </a:moveTo>
                  <a:lnTo>
                    <a:pt x="0" y="70485"/>
                  </a:lnTo>
                  <a:lnTo>
                    <a:pt x="79192" y="56992"/>
                  </a:lnTo>
                  <a:close/>
                  <a:moveTo>
                    <a:pt x="113553" y="10786"/>
                  </a:moveTo>
                  <a:lnTo>
                    <a:pt x="63838" y="40004"/>
                  </a:lnTo>
                  <a:lnTo>
                    <a:pt x="92095" y="32786"/>
                  </a:lnTo>
                  <a:close/>
                  <a:moveTo>
                    <a:pt x="37531" y="36131"/>
                  </a:moveTo>
                  <a:lnTo>
                    <a:pt x="63838" y="40004"/>
                  </a:lnTo>
                  <a:lnTo>
                    <a:pt x="113553" y="10786"/>
                  </a:lnTo>
                  <a:close/>
                  <a:moveTo>
                    <a:pt x="63838" y="40004"/>
                  </a:moveTo>
                  <a:lnTo>
                    <a:pt x="79192" y="56992"/>
                  </a:lnTo>
                  <a:lnTo>
                    <a:pt x="92095" y="32786"/>
                  </a:lnTo>
                  <a:close/>
                  <a:moveTo>
                    <a:pt x="146748" y="0"/>
                  </a:moveTo>
                  <a:lnTo>
                    <a:pt x="92095" y="32786"/>
                  </a:lnTo>
                  <a:lnTo>
                    <a:pt x="140334" y="8692"/>
                  </a:lnTo>
                  <a:close/>
                  <a:moveTo>
                    <a:pt x="146748" y="0"/>
                  </a:moveTo>
                  <a:lnTo>
                    <a:pt x="113553" y="10786"/>
                  </a:lnTo>
                  <a:lnTo>
                    <a:pt x="92095" y="32786"/>
                  </a:lnTo>
                  <a:close/>
                  <a:moveTo>
                    <a:pt x="908935" y="928246"/>
                  </a:moveTo>
                  <a:lnTo>
                    <a:pt x="908475" y="936351"/>
                  </a:lnTo>
                  <a:lnTo>
                    <a:pt x="913478" y="934420"/>
                  </a:lnTo>
                  <a:close/>
                  <a:moveTo>
                    <a:pt x="919340" y="936351"/>
                  </a:moveTo>
                  <a:lnTo>
                    <a:pt x="908935" y="928246"/>
                  </a:lnTo>
                  <a:lnTo>
                    <a:pt x="913478" y="934420"/>
                  </a:lnTo>
                  <a:close/>
                  <a:moveTo>
                    <a:pt x="678623" y="456279"/>
                  </a:moveTo>
                  <a:lnTo>
                    <a:pt x="664531" y="499964"/>
                  </a:lnTo>
                  <a:lnTo>
                    <a:pt x="718054" y="477407"/>
                  </a:lnTo>
                  <a:close/>
                  <a:moveTo>
                    <a:pt x="761634" y="457066"/>
                  </a:moveTo>
                  <a:lnTo>
                    <a:pt x="678623" y="456279"/>
                  </a:lnTo>
                  <a:lnTo>
                    <a:pt x="728373" y="475870"/>
                  </a:lnTo>
                  <a:close/>
                  <a:moveTo>
                    <a:pt x="812168" y="414116"/>
                  </a:moveTo>
                  <a:lnTo>
                    <a:pt x="789226" y="424334"/>
                  </a:lnTo>
                  <a:lnTo>
                    <a:pt x="831340" y="408107"/>
                  </a:lnTo>
                  <a:close/>
                  <a:moveTo>
                    <a:pt x="831340" y="408107"/>
                  </a:moveTo>
                  <a:lnTo>
                    <a:pt x="789226" y="424334"/>
                  </a:lnTo>
                  <a:lnTo>
                    <a:pt x="761634" y="457066"/>
                  </a:lnTo>
                  <a:close/>
                  <a:moveTo>
                    <a:pt x="831340" y="408107"/>
                  </a:moveTo>
                  <a:lnTo>
                    <a:pt x="761634" y="457066"/>
                  </a:lnTo>
                  <a:lnTo>
                    <a:pt x="793152" y="440007"/>
                  </a:lnTo>
                  <a:close/>
                  <a:moveTo>
                    <a:pt x="796766" y="413741"/>
                  </a:moveTo>
                  <a:lnTo>
                    <a:pt x="789226" y="424334"/>
                  </a:lnTo>
                  <a:lnTo>
                    <a:pt x="812168" y="41411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46" name="Output_density__4245">
              <a:extLst>
                <a:ext uri="{FF2B5EF4-FFF2-40B4-BE49-F238E27FC236}">
                  <a16:creationId xmlns:a16="http://schemas.microsoft.com/office/drawing/2014/main" id="{B7AA0EA6-3B8B-DDAB-9DF4-665565D71164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0196"/>
              <a:ext cx="1468539" cy="2367960"/>
            </a:xfrm>
            <a:custGeom>
              <a:avLst/>
              <a:gdLst/>
              <a:ahLst/>
              <a:cxnLst/>
              <a:rect l="0" t="0" r="0" b="0"/>
              <a:pathLst>
                <a:path w="1468539" h="2367960">
                  <a:moveTo>
                    <a:pt x="228894" y="2190033"/>
                  </a:moveTo>
                  <a:lnTo>
                    <a:pt x="197924" y="2209139"/>
                  </a:lnTo>
                  <a:lnTo>
                    <a:pt x="182855" y="2244182"/>
                  </a:lnTo>
                  <a:close/>
                  <a:moveTo>
                    <a:pt x="187991" y="2117015"/>
                  </a:moveTo>
                  <a:lnTo>
                    <a:pt x="181053" y="2146061"/>
                  </a:lnTo>
                  <a:lnTo>
                    <a:pt x="221528" y="2162491"/>
                  </a:lnTo>
                  <a:close/>
                  <a:moveTo>
                    <a:pt x="473451" y="2367960"/>
                  </a:moveTo>
                  <a:lnTo>
                    <a:pt x="528670" y="2350604"/>
                  </a:lnTo>
                  <a:lnTo>
                    <a:pt x="486702" y="2320328"/>
                  </a:lnTo>
                  <a:close/>
                  <a:moveTo>
                    <a:pt x="291715" y="2250231"/>
                  </a:moveTo>
                  <a:lnTo>
                    <a:pt x="243084" y="2220088"/>
                  </a:lnTo>
                  <a:lnTo>
                    <a:pt x="244204" y="2214176"/>
                  </a:lnTo>
                  <a:close/>
                  <a:moveTo>
                    <a:pt x="221528" y="2162491"/>
                  </a:moveTo>
                  <a:lnTo>
                    <a:pt x="299170" y="2143206"/>
                  </a:lnTo>
                  <a:lnTo>
                    <a:pt x="245780" y="2118264"/>
                  </a:lnTo>
                  <a:close/>
                  <a:moveTo>
                    <a:pt x="528670" y="2350604"/>
                  </a:moveTo>
                  <a:lnTo>
                    <a:pt x="543636" y="2358515"/>
                  </a:lnTo>
                  <a:lnTo>
                    <a:pt x="546478" y="2346573"/>
                  </a:lnTo>
                  <a:close/>
                  <a:moveTo>
                    <a:pt x="546478" y="2346573"/>
                  </a:moveTo>
                  <a:lnTo>
                    <a:pt x="486702" y="2320328"/>
                  </a:lnTo>
                  <a:lnTo>
                    <a:pt x="528670" y="2350604"/>
                  </a:lnTo>
                  <a:close/>
                  <a:moveTo>
                    <a:pt x="493061" y="2289275"/>
                  </a:moveTo>
                  <a:lnTo>
                    <a:pt x="486702" y="2320328"/>
                  </a:lnTo>
                  <a:lnTo>
                    <a:pt x="546478" y="2346573"/>
                  </a:lnTo>
                  <a:close/>
                  <a:moveTo>
                    <a:pt x="539258" y="2289700"/>
                  </a:moveTo>
                  <a:lnTo>
                    <a:pt x="493061" y="2289275"/>
                  </a:lnTo>
                  <a:lnTo>
                    <a:pt x="546478" y="2346573"/>
                  </a:lnTo>
                  <a:close/>
                  <a:moveTo>
                    <a:pt x="493061" y="2289275"/>
                  </a:moveTo>
                  <a:lnTo>
                    <a:pt x="440680" y="2322934"/>
                  </a:lnTo>
                  <a:lnTo>
                    <a:pt x="486702" y="2320328"/>
                  </a:lnTo>
                  <a:close/>
                  <a:moveTo>
                    <a:pt x="493061" y="2289275"/>
                  </a:moveTo>
                  <a:lnTo>
                    <a:pt x="477451" y="2285740"/>
                  </a:lnTo>
                  <a:lnTo>
                    <a:pt x="426093" y="2242994"/>
                  </a:lnTo>
                  <a:close/>
                  <a:moveTo>
                    <a:pt x="346604" y="1830434"/>
                  </a:moveTo>
                  <a:lnTo>
                    <a:pt x="316988" y="1816530"/>
                  </a:lnTo>
                  <a:lnTo>
                    <a:pt x="323016" y="1786868"/>
                  </a:lnTo>
                  <a:close/>
                  <a:moveTo>
                    <a:pt x="127174" y="1455681"/>
                  </a:moveTo>
                  <a:lnTo>
                    <a:pt x="152100" y="1505273"/>
                  </a:lnTo>
                  <a:lnTo>
                    <a:pt x="136998" y="1481527"/>
                  </a:lnTo>
                  <a:close/>
                  <a:moveTo>
                    <a:pt x="470029" y="1743314"/>
                  </a:moveTo>
                  <a:lnTo>
                    <a:pt x="421715" y="1712427"/>
                  </a:lnTo>
                  <a:lnTo>
                    <a:pt x="465724" y="1738862"/>
                  </a:lnTo>
                  <a:close/>
                  <a:moveTo>
                    <a:pt x="478296" y="1749298"/>
                  </a:moveTo>
                  <a:lnTo>
                    <a:pt x="470029" y="1743314"/>
                  </a:lnTo>
                  <a:lnTo>
                    <a:pt x="465724" y="1738862"/>
                  </a:lnTo>
                  <a:close/>
                  <a:moveTo>
                    <a:pt x="133533" y="1450511"/>
                  </a:moveTo>
                  <a:lnTo>
                    <a:pt x="175035" y="1429643"/>
                  </a:lnTo>
                  <a:lnTo>
                    <a:pt x="150405" y="1396751"/>
                  </a:lnTo>
                  <a:close/>
                  <a:moveTo>
                    <a:pt x="22167" y="1350664"/>
                  </a:moveTo>
                  <a:lnTo>
                    <a:pt x="22281" y="1401974"/>
                  </a:lnTo>
                  <a:lnTo>
                    <a:pt x="30314" y="1332976"/>
                  </a:lnTo>
                  <a:close/>
                  <a:moveTo>
                    <a:pt x="22167" y="1350664"/>
                  </a:moveTo>
                  <a:lnTo>
                    <a:pt x="31404" y="1301183"/>
                  </a:lnTo>
                  <a:lnTo>
                    <a:pt x="34025" y="1275033"/>
                  </a:lnTo>
                  <a:close/>
                  <a:moveTo>
                    <a:pt x="22167" y="1350664"/>
                  </a:moveTo>
                  <a:lnTo>
                    <a:pt x="34025" y="1275033"/>
                  </a:lnTo>
                  <a:lnTo>
                    <a:pt x="23242" y="1299127"/>
                  </a:lnTo>
                  <a:close/>
                  <a:moveTo>
                    <a:pt x="21432" y="1263898"/>
                  </a:moveTo>
                  <a:lnTo>
                    <a:pt x="1816" y="1230659"/>
                  </a:lnTo>
                  <a:lnTo>
                    <a:pt x="34025" y="1275033"/>
                  </a:lnTo>
                  <a:close/>
                  <a:moveTo>
                    <a:pt x="0" y="1223496"/>
                  </a:moveTo>
                  <a:lnTo>
                    <a:pt x="1816" y="1230659"/>
                  </a:lnTo>
                  <a:lnTo>
                    <a:pt x="21432" y="1263898"/>
                  </a:lnTo>
                  <a:close/>
                  <a:moveTo>
                    <a:pt x="4347" y="1200018"/>
                  </a:moveTo>
                  <a:lnTo>
                    <a:pt x="1816" y="1230659"/>
                  </a:lnTo>
                  <a:lnTo>
                    <a:pt x="0" y="1223496"/>
                  </a:lnTo>
                  <a:close/>
                  <a:moveTo>
                    <a:pt x="445923" y="1724930"/>
                  </a:moveTo>
                  <a:lnTo>
                    <a:pt x="478296" y="1749298"/>
                  </a:lnTo>
                  <a:lnTo>
                    <a:pt x="465724" y="1738862"/>
                  </a:lnTo>
                  <a:close/>
                  <a:moveTo>
                    <a:pt x="517364" y="1767574"/>
                  </a:moveTo>
                  <a:lnTo>
                    <a:pt x="478296" y="1749298"/>
                  </a:lnTo>
                  <a:lnTo>
                    <a:pt x="445923" y="1724930"/>
                  </a:lnTo>
                  <a:close/>
                  <a:moveTo>
                    <a:pt x="517364" y="1767574"/>
                  </a:moveTo>
                  <a:lnTo>
                    <a:pt x="508023" y="1738862"/>
                  </a:lnTo>
                  <a:lnTo>
                    <a:pt x="478296" y="1749298"/>
                  </a:lnTo>
                  <a:close/>
                  <a:moveTo>
                    <a:pt x="526093" y="1735717"/>
                  </a:moveTo>
                  <a:lnTo>
                    <a:pt x="508023" y="1738862"/>
                  </a:lnTo>
                  <a:lnTo>
                    <a:pt x="517364" y="1767574"/>
                  </a:lnTo>
                  <a:close/>
                  <a:moveTo>
                    <a:pt x="445923" y="1724930"/>
                  </a:moveTo>
                  <a:lnTo>
                    <a:pt x="465724" y="1738862"/>
                  </a:lnTo>
                  <a:lnTo>
                    <a:pt x="421715" y="1712427"/>
                  </a:lnTo>
                  <a:close/>
                  <a:moveTo>
                    <a:pt x="158227" y="1367692"/>
                  </a:moveTo>
                  <a:lnTo>
                    <a:pt x="150405" y="1396751"/>
                  </a:lnTo>
                  <a:lnTo>
                    <a:pt x="207685" y="1354012"/>
                  </a:lnTo>
                  <a:close/>
                  <a:moveTo>
                    <a:pt x="158227" y="1367692"/>
                  </a:moveTo>
                  <a:lnTo>
                    <a:pt x="195932" y="1312278"/>
                  </a:lnTo>
                  <a:lnTo>
                    <a:pt x="142849" y="1317452"/>
                  </a:lnTo>
                  <a:close/>
                  <a:moveTo>
                    <a:pt x="142849" y="1317452"/>
                  </a:moveTo>
                  <a:lnTo>
                    <a:pt x="172450" y="1268625"/>
                  </a:lnTo>
                  <a:lnTo>
                    <a:pt x="140914" y="1256282"/>
                  </a:lnTo>
                  <a:close/>
                  <a:moveTo>
                    <a:pt x="0" y="1223496"/>
                  </a:moveTo>
                  <a:lnTo>
                    <a:pt x="14572" y="1157545"/>
                  </a:lnTo>
                  <a:lnTo>
                    <a:pt x="4347" y="1200018"/>
                  </a:lnTo>
                  <a:close/>
                  <a:moveTo>
                    <a:pt x="17034" y="1147866"/>
                  </a:moveTo>
                  <a:lnTo>
                    <a:pt x="14572" y="1157545"/>
                  </a:lnTo>
                  <a:lnTo>
                    <a:pt x="0" y="1223496"/>
                  </a:lnTo>
                  <a:close/>
                  <a:moveTo>
                    <a:pt x="399895" y="1511378"/>
                  </a:moveTo>
                  <a:lnTo>
                    <a:pt x="364049" y="1536601"/>
                  </a:lnTo>
                  <a:lnTo>
                    <a:pt x="398870" y="1508622"/>
                  </a:lnTo>
                  <a:close/>
                  <a:moveTo>
                    <a:pt x="218816" y="1226845"/>
                  </a:moveTo>
                  <a:lnTo>
                    <a:pt x="218504" y="1206885"/>
                  </a:lnTo>
                  <a:lnTo>
                    <a:pt x="216802" y="1232569"/>
                  </a:lnTo>
                  <a:close/>
                  <a:moveTo>
                    <a:pt x="232292" y="1278382"/>
                  </a:moveTo>
                  <a:lnTo>
                    <a:pt x="216802" y="1232569"/>
                  </a:lnTo>
                  <a:lnTo>
                    <a:pt x="228190" y="1286053"/>
                  </a:lnTo>
                  <a:close/>
                  <a:moveTo>
                    <a:pt x="232292" y="1278382"/>
                  </a:moveTo>
                  <a:lnTo>
                    <a:pt x="218816" y="1226845"/>
                  </a:lnTo>
                  <a:lnTo>
                    <a:pt x="216802" y="1232569"/>
                  </a:lnTo>
                  <a:close/>
                  <a:moveTo>
                    <a:pt x="781584" y="1644935"/>
                  </a:moveTo>
                  <a:lnTo>
                    <a:pt x="788601" y="1698992"/>
                  </a:lnTo>
                  <a:lnTo>
                    <a:pt x="783399" y="1694023"/>
                  </a:lnTo>
                  <a:close/>
                  <a:moveTo>
                    <a:pt x="1187922" y="1979149"/>
                  </a:moveTo>
                  <a:lnTo>
                    <a:pt x="1187217" y="1978570"/>
                  </a:lnTo>
                  <a:lnTo>
                    <a:pt x="1147617" y="1965412"/>
                  </a:lnTo>
                  <a:close/>
                  <a:moveTo>
                    <a:pt x="597057" y="1304375"/>
                  </a:moveTo>
                  <a:lnTo>
                    <a:pt x="602235" y="1309173"/>
                  </a:lnTo>
                  <a:lnTo>
                    <a:pt x="624197" y="1317485"/>
                  </a:lnTo>
                  <a:close/>
                  <a:moveTo>
                    <a:pt x="584484" y="1297140"/>
                  </a:moveTo>
                  <a:lnTo>
                    <a:pt x="602235" y="1309173"/>
                  </a:lnTo>
                  <a:lnTo>
                    <a:pt x="597057" y="1304375"/>
                  </a:lnTo>
                  <a:close/>
                  <a:moveTo>
                    <a:pt x="430504" y="1178657"/>
                  </a:moveTo>
                  <a:lnTo>
                    <a:pt x="437912" y="1230194"/>
                  </a:lnTo>
                  <a:lnTo>
                    <a:pt x="433580" y="1170278"/>
                  </a:lnTo>
                  <a:close/>
                  <a:moveTo>
                    <a:pt x="331750" y="999953"/>
                  </a:moveTo>
                  <a:lnTo>
                    <a:pt x="309081" y="1007301"/>
                  </a:lnTo>
                  <a:lnTo>
                    <a:pt x="348163" y="1072507"/>
                  </a:lnTo>
                  <a:close/>
                  <a:moveTo>
                    <a:pt x="340683" y="948417"/>
                  </a:moveTo>
                  <a:lnTo>
                    <a:pt x="311169" y="973972"/>
                  </a:lnTo>
                  <a:lnTo>
                    <a:pt x="345200" y="953176"/>
                  </a:lnTo>
                  <a:close/>
                  <a:moveTo>
                    <a:pt x="331750" y="999953"/>
                  </a:moveTo>
                  <a:lnTo>
                    <a:pt x="352482" y="953757"/>
                  </a:lnTo>
                  <a:lnTo>
                    <a:pt x="345200" y="953176"/>
                  </a:lnTo>
                  <a:close/>
                  <a:moveTo>
                    <a:pt x="1252288" y="1964355"/>
                  </a:moveTo>
                  <a:lnTo>
                    <a:pt x="1244237" y="2017081"/>
                  </a:lnTo>
                  <a:lnTo>
                    <a:pt x="1298387" y="2027603"/>
                  </a:lnTo>
                  <a:close/>
                  <a:moveTo>
                    <a:pt x="1187922" y="1979149"/>
                  </a:moveTo>
                  <a:lnTo>
                    <a:pt x="1244237" y="2017081"/>
                  </a:lnTo>
                  <a:lnTo>
                    <a:pt x="1252288" y="1964355"/>
                  </a:lnTo>
                  <a:close/>
                  <a:moveTo>
                    <a:pt x="1252288" y="1964355"/>
                  </a:moveTo>
                  <a:lnTo>
                    <a:pt x="1187217" y="1978570"/>
                  </a:lnTo>
                  <a:lnTo>
                    <a:pt x="1187922" y="1979149"/>
                  </a:lnTo>
                  <a:close/>
                  <a:moveTo>
                    <a:pt x="1199572" y="1906487"/>
                  </a:moveTo>
                  <a:lnTo>
                    <a:pt x="1187217" y="1978570"/>
                  </a:lnTo>
                  <a:lnTo>
                    <a:pt x="1252288" y="1964355"/>
                  </a:lnTo>
                  <a:close/>
                  <a:moveTo>
                    <a:pt x="846707" y="1501506"/>
                  </a:moveTo>
                  <a:lnTo>
                    <a:pt x="805238" y="1515319"/>
                  </a:lnTo>
                  <a:lnTo>
                    <a:pt x="856545" y="1556251"/>
                  </a:lnTo>
                  <a:close/>
                  <a:moveTo>
                    <a:pt x="856545" y="1556251"/>
                  </a:moveTo>
                  <a:lnTo>
                    <a:pt x="805238" y="1515319"/>
                  </a:lnTo>
                  <a:lnTo>
                    <a:pt x="817390" y="1509009"/>
                  </a:lnTo>
                  <a:close/>
                  <a:moveTo>
                    <a:pt x="703237" y="1256885"/>
                  </a:moveTo>
                  <a:lnTo>
                    <a:pt x="669204" y="1256134"/>
                  </a:lnTo>
                  <a:lnTo>
                    <a:pt x="736237" y="1285079"/>
                  </a:lnTo>
                  <a:close/>
                  <a:moveTo>
                    <a:pt x="311169" y="973972"/>
                  </a:moveTo>
                  <a:lnTo>
                    <a:pt x="340683" y="948417"/>
                  </a:lnTo>
                  <a:lnTo>
                    <a:pt x="317958" y="937341"/>
                  </a:lnTo>
                  <a:close/>
                  <a:moveTo>
                    <a:pt x="317958" y="937341"/>
                  </a:moveTo>
                  <a:lnTo>
                    <a:pt x="340683" y="948417"/>
                  </a:lnTo>
                  <a:lnTo>
                    <a:pt x="299425" y="930060"/>
                  </a:lnTo>
                  <a:close/>
                  <a:moveTo>
                    <a:pt x="683992" y="1233542"/>
                  </a:moveTo>
                  <a:lnTo>
                    <a:pt x="669204" y="1256134"/>
                  </a:lnTo>
                  <a:lnTo>
                    <a:pt x="703237" y="1256885"/>
                  </a:lnTo>
                  <a:close/>
                  <a:moveTo>
                    <a:pt x="64063" y="512030"/>
                  </a:moveTo>
                  <a:lnTo>
                    <a:pt x="65510" y="463944"/>
                  </a:lnTo>
                  <a:lnTo>
                    <a:pt x="70938" y="522275"/>
                  </a:lnTo>
                  <a:close/>
                  <a:moveTo>
                    <a:pt x="64063" y="512030"/>
                  </a:moveTo>
                  <a:lnTo>
                    <a:pt x="62551" y="460494"/>
                  </a:lnTo>
                  <a:lnTo>
                    <a:pt x="65510" y="463944"/>
                  </a:lnTo>
                  <a:close/>
                  <a:moveTo>
                    <a:pt x="976067" y="1542762"/>
                  </a:moveTo>
                  <a:lnTo>
                    <a:pt x="999952" y="1518668"/>
                  </a:lnTo>
                  <a:lnTo>
                    <a:pt x="963988" y="1533086"/>
                  </a:lnTo>
                  <a:close/>
                  <a:moveTo>
                    <a:pt x="874879" y="1491226"/>
                  </a:moveTo>
                  <a:lnTo>
                    <a:pt x="914299" y="1521984"/>
                  </a:lnTo>
                  <a:lnTo>
                    <a:pt x="930826" y="1471102"/>
                  </a:lnTo>
                  <a:close/>
                  <a:moveTo>
                    <a:pt x="914299" y="1521984"/>
                  </a:moveTo>
                  <a:lnTo>
                    <a:pt x="973615" y="1467132"/>
                  </a:lnTo>
                  <a:lnTo>
                    <a:pt x="930826" y="1471102"/>
                  </a:lnTo>
                  <a:close/>
                  <a:moveTo>
                    <a:pt x="963988" y="1533086"/>
                  </a:moveTo>
                  <a:lnTo>
                    <a:pt x="987933" y="1487710"/>
                  </a:lnTo>
                  <a:lnTo>
                    <a:pt x="914299" y="1521984"/>
                  </a:lnTo>
                  <a:close/>
                  <a:moveTo>
                    <a:pt x="948451" y="1415595"/>
                  </a:moveTo>
                  <a:lnTo>
                    <a:pt x="931175" y="1450179"/>
                  </a:lnTo>
                  <a:lnTo>
                    <a:pt x="962180" y="1420851"/>
                  </a:lnTo>
                  <a:close/>
                  <a:moveTo>
                    <a:pt x="962180" y="1420851"/>
                  </a:moveTo>
                  <a:lnTo>
                    <a:pt x="931175" y="1450179"/>
                  </a:lnTo>
                  <a:lnTo>
                    <a:pt x="930826" y="1471102"/>
                  </a:lnTo>
                  <a:close/>
                  <a:moveTo>
                    <a:pt x="709781" y="1223146"/>
                  </a:moveTo>
                  <a:lnTo>
                    <a:pt x="703237" y="1256885"/>
                  </a:lnTo>
                  <a:lnTo>
                    <a:pt x="767770" y="1209448"/>
                  </a:lnTo>
                  <a:close/>
                  <a:moveTo>
                    <a:pt x="767770" y="1209448"/>
                  </a:moveTo>
                  <a:lnTo>
                    <a:pt x="703237" y="1256885"/>
                  </a:lnTo>
                  <a:lnTo>
                    <a:pt x="736237" y="1285079"/>
                  </a:lnTo>
                  <a:close/>
                  <a:moveTo>
                    <a:pt x="767770" y="1209448"/>
                  </a:moveTo>
                  <a:lnTo>
                    <a:pt x="736237" y="1285079"/>
                  </a:lnTo>
                  <a:lnTo>
                    <a:pt x="757576" y="1260985"/>
                  </a:lnTo>
                  <a:close/>
                  <a:moveTo>
                    <a:pt x="683992" y="1233542"/>
                  </a:moveTo>
                  <a:lnTo>
                    <a:pt x="703237" y="1256885"/>
                  </a:lnTo>
                  <a:lnTo>
                    <a:pt x="709781" y="1223146"/>
                  </a:lnTo>
                  <a:close/>
                  <a:moveTo>
                    <a:pt x="638290" y="1182006"/>
                  </a:moveTo>
                  <a:lnTo>
                    <a:pt x="709781" y="1223146"/>
                  </a:lnTo>
                  <a:lnTo>
                    <a:pt x="670460" y="1174117"/>
                  </a:lnTo>
                  <a:close/>
                  <a:moveTo>
                    <a:pt x="683992" y="1233542"/>
                  </a:moveTo>
                  <a:lnTo>
                    <a:pt x="709781" y="1223146"/>
                  </a:lnTo>
                  <a:lnTo>
                    <a:pt x="638290" y="1182006"/>
                  </a:lnTo>
                  <a:close/>
                  <a:moveTo>
                    <a:pt x="753833" y="1162572"/>
                  </a:moveTo>
                  <a:lnTo>
                    <a:pt x="713970" y="1162116"/>
                  </a:lnTo>
                  <a:lnTo>
                    <a:pt x="709781" y="1223146"/>
                  </a:lnTo>
                  <a:close/>
                  <a:moveTo>
                    <a:pt x="767770" y="1209448"/>
                  </a:moveTo>
                  <a:lnTo>
                    <a:pt x="771534" y="1202660"/>
                  </a:lnTo>
                  <a:lnTo>
                    <a:pt x="753833" y="1162572"/>
                  </a:lnTo>
                  <a:close/>
                  <a:moveTo>
                    <a:pt x="709781" y="1223146"/>
                  </a:moveTo>
                  <a:lnTo>
                    <a:pt x="767770" y="1209448"/>
                  </a:lnTo>
                  <a:lnTo>
                    <a:pt x="753833" y="1162572"/>
                  </a:lnTo>
                  <a:close/>
                  <a:moveTo>
                    <a:pt x="771534" y="1202660"/>
                  </a:moveTo>
                  <a:lnTo>
                    <a:pt x="776393" y="1209448"/>
                  </a:lnTo>
                  <a:lnTo>
                    <a:pt x="753833" y="1162572"/>
                  </a:lnTo>
                  <a:close/>
                  <a:moveTo>
                    <a:pt x="826908" y="1235020"/>
                  </a:moveTo>
                  <a:lnTo>
                    <a:pt x="804424" y="1222167"/>
                  </a:lnTo>
                  <a:lnTo>
                    <a:pt x="776393" y="1209448"/>
                  </a:lnTo>
                  <a:close/>
                  <a:moveTo>
                    <a:pt x="470062" y="797156"/>
                  </a:moveTo>
                  <a:lnTo>
                    <a:pt x="413990" y="821250"/>
                  </a:lnTo>
                  <a:lnTo>
                    <a:pt x="481996" y="848693"/>
                  </a:lnTo>
                  <a:close/>
                  <a:moveTo>
                    <a:pt x="252336" y="619105"/>
                  </a:moveTo>
                  <a:lnTo>
                    <a:pt x="211819" y="609191"/>
                  </a:lnTo>
                  <a:lnTo>
                    <a:pt x="244911" y="631118"/>
                  </a:lnTo>
                  <a:close/>
                  <a:moveTo>
                    <a:pt x="252336" y="619105"/>
                  </a:moveTo>
                  <a:lnTo>
                    <a:pt x="244911" y="631118"/>
                  </a:lnTo>
                  <a:lnTo>
                    <a:pt x="289555" y="623360"/>
                  </a:lnTo>
                  <a:close/>
                  <a:moveTo>
                    <a:pt x="197934" y="557736"/>
                  </a:moveTo>
                  <a:lnTo>
                    <a:pt x="211819" y="609191"/>
                  </a:lnTo>
                  <a:lnTo>
                    <a:pt x="247583" y="615103"/>
                  </a:lnTo>
                  <a:close/>
                  <a:moveTo>
                    <a:pt x="481996" y="848693"/>
                  </a:moveTo>
                  <a:lnTo>
                    <a:pt x="481947" y="855225"/>
                  </a:lnTo>
                  <a:lnTo>
                    <a:pt x="491126" y="852970"/>
                  </a:lnTo>
                  <a:close/>
                  <a:moveTo>
                    <a:pt x="1415632" y="1855331"/>
                  </a:moveTo>
                  <a:lnTo>
                    <a:pt x="1461844" y="1907936"/>
                  </a:lnTo>
                  <a:lnTo>
                    <a:pt x="1462820" y="1905598"/>
                  </a:lnTo>
                  <a:close/>
                  <a:moveTo>
                    <a:pt x="1416556" y="1930961"/>
                  </a:moveTo>
                  <a:lnTo>
                    <a:pt x="1461844" y="1907936"/>
                  </a:lnTo>
                  <a:lnTo>
                    <a:pt x="1415632" y="1855331"/>
                  </a:lnTo>
                  <a:close/>
                  <a:moveTo>
                    <a:pt x="1415632" y="1855331"/>
                  </a:moveTo>
                  <a:lnTo>
                    <a:pt x="1398819" y="1840986"/>
                  </a:lnTo>
                  <a:lnTo>
                    <a:pt x="1364778" y="1848613"/>
                  </a:lnTo>
                  <a:close/>
                  <a:moveTo>
                    <a:pt x="1365756" y="1803794"/>
                  </a:moveTo>
                  <a:lnTo>
                    <a:pt x="1364778" y="1848613"/>
                  </a:lnTo>
                  <a:lnTo>
                    <a:pt x="1398819" y="1840986"/>
                  </a:lnTo>
                  <a:close/>
                  <a:moveTo>
                    <a:pt x="1090924" y="1494574"/>
                  </a:moveTo>
                  <a:lnTo>
                    <a:pt x="1049765" y="1450371"/>
                  </a:lnTo>
                  <a:lnTo>
                    <a:pt x="1066669" y="1472516"/>
                  </a:lnTo>
                  <a:close/>
                  <a:moveTo>
                    <a:pt x="931175" y="1450179"/>
                  </a:moveTo>
                  <a:lnTo>
                    <a:pt x="948451" y="1415595"/>
                  </a:lnTo>
                  <a:lnTo>
                    <a:pt x="949239" y="1393390"/>
                  </a:lnTo>
                  <a:close/>
                  <a:moveTo>
                    <a:pt x="1037343" y="1397727"/>
                  </a:moveTo>
                  <a:lnTo>
                    <a:pt x="988837" y="1415595"/>
                  </a:lnTo>
                  <a:lnTo>
                    <a:pt x="980634" y="1460421"/>
                  </a:lnTo>
                  <a:close/>
                  <a:moveTo>
                    <a:pt x="1049765" y="1450371"/>
                  </a:moveTo>
                  <a:lnTo>
                    <a:pt x="1037343" y="1397727"/>
                  </a:lnTo>
                  <a:lnTo>
                    <a:pt x="984324" y="1465591"/>
                  </a:lnTo>
                  <a:close/>
                  <a:moveTo>
                    <a:pt x="1037343" y="1397727"/>
                  </a:moveTo>
                  <a:lnTo>
                    <a:pt x="1049765" y="1450371"/>
                  </a:lnTo>
                  <a:lnTo>
                    <a:pt x="1090515" y="1392481"/>
                  </a:lnTo>
                  <a:close/>
                  <a:moveTo>
                    <a:pt x="960928" y="1386743"/>
                  </a:moveTo>
                  <a:lnTo>
                    <a:pt x="959513" y="1391501"/>
                  </a:lnTo>
                  <a:lnTo>
                    <a:pt x="950461" y="1387384"/>
                  </a:lnTo>
                  <a:close/>
                  <a:moveTo>
                    <a:pt x="949239" y="1393390"/>
                  </a:moveTo>
                  <a:lnTo>
                    <a:pt x="948451" y="1415595"/>
                  </a:lnTo>
                  <a:lnTo>
                    <a:pt x="960928" y="1386743"/>
                  </a:lnTo>
                  <a:close/>
                  <a:moveTo>
                    <a:pt x="960928" y="1386743"/>
                  </a:moveTo>
                  <a:lnTo>
                    <a:pt x="988837" y="1415595"/>
                  </a:lnTo>
                  <a:lnTo>
                    <a:pt x="1043891" y="1387351"/>
                  </a:lnTo>
                  <a:close/>
                  <a:moveTo>
                    <a:pt x="811178" y="1215983"/>
                  </a:moveTo>
                  <a:lnTo>
                    <a:pt x="775453" y="1207738"/>
                  </a:lnTo>
                  <a:lnTo>
                    <a:pt x="767770" y="1209448"/>
                  </a:lnTo>
                  <a:close/>
                  <a:moveTo>
                    <a:pt x="776393" y="1209448"/>
                  </a:moveTo>
                  <a:lnTo>
                    <a:pt x="775453" y="1207738"/>
                  </a:lnTo>
                  <a:lnTo>
                    <a:pt x="826908" y="1235020"/>
                  </a:lnTo>
                  <a:close/>
                  <a:moveTo>
                    <a:pt x="775453" y="1207738"/>
                  </a:moveTo>
                  <a:lnTo>
                    <a:pt x="771534" y="1202660"/>
                  </a:lnTo>
                  <a:lnTo>
                    <a:pt x="767770" y="1209448"/>
                  </a:lnTo>
                  <a:close/>
                  <a:moveTo>
                    <a:pt x="775453" y="1207738"/>
                  </a:moveTo>
                  <a:lnTo>
                    <a:pt x="776393" y="1209448"/>
                  </a:lnTo>
                  <a:lnTo>
                    <a:pt x="771534" y="1202660"/>
                  </a:lnTo>
                  <a:close/>
                  <a:moveTo>
                    <a:pt x="491126" y="852970"/>
                  </a:moveTo>
                  <a:lnTo>
                    <a:pt x="492696" y="846486"/>
                  </a:lnTo>
                  <a:lnTo>
                    <a:pt x="481996" y="848693"/>
                  </a:lnTo>
                  <a:close/>
                  <a:moveTo>
                    <a:pt x="565384" y="825374"/>
                  </a:moveTo>
                  <a:lnTo>
                    <a:pt x="491126" y="852970"/>
                  </a:lnTo>
                  <a:lnTo>
                    <a:pt x="542071" y="868769"/>
                  </a:lnTo>
                  <a:close/>
                  <a:moveTo>
                    <a:pt x="565384" y="825374"/>
                  </a:moveTo>
                  <a:lnTo>
                    <a:pt x="492696" y="846486"/>
                  </a:lnTo>
                  <a:lnTo>
                    <a:pt x="491126" y="852970"/>
                  </a:lnTo>
                  <a:close/>
                  <a:moveTo>
                    <a:pt x="1415632" y="1855331"/>
                  </a:moveTo>
                  <a:lnTo>
                    <a:pt x="1462820" y="1905598"/>
                  </a:lnTo>
                  <a:lnTo>
                    <a:pt x="1468539" y="1839750"/>
                  </a:lnTo>
                  <a:close/>
                  <a:moveTo>
                    <a:pt x="1415632" y="1855331"/>
                  </a:moveTo>
                  <a:lnTo>
                    <a:pt x="1468539" y="1839750"/>
                  </a:lnTo>
                  <a:lnTo>
                    <a:pt x="1398819" y="1840986"/>
                  </a:lnTo>
                  <a:close/>
                  <a:moveTo>
                    <a:pt x="1396153" y="1779700"/>
                  </a:moveTo>
                  <a:lnTo>
                    <a:pt x="1398819" y="1840986"/>
                  </a:lnTo>
                  <a:lnTo>
                    <a:pt x="1427799" y="1814437"/>
                  </a:lnTo>
                  <a:close/>
                  <a:moveTo>
                    <a:pt x="1396153" y="1779700"/>
                  </a:moveTo>
                  <a:lnTo>
                    <a:pt x="1365756" y="1803794"/>
                  </a:lnTo>
                  <a:lnTo>
                    <a:pt x="1398819" y="1840986"/>
                  </a:lnTo>
                  <a:close/>
                  <a:moveTo>
                    <a:pt x="972864" y="1296473"/>
                  </a:moveTo>
                  <a:lnTo>
                    <a:pt x="1008586" y="1264334"/>
                  </a:lnTo>
                  <a:lnTo>
                    <a:pt x="1053304" y="1287647"/>
                  </a:lnTo>
                  <a:close/>
                  <a:moveTo>
                    <a:pt x="972864" y="1296473"/>
                  </a:moveTo>
                  <a:lnTo>
                    <a:pt x="1053304" y="1287647"/>
                  </a:lnTo>
                  <a:lnTo>
                    <a:pt x="1018584" y="1292733"/>
                  </a:lnTo>
                  <a:close/>
                  <a:moveTo>
                    <a:pt x="1097105" y="1276735"/>
                  </a:moveTo>
                  <a:lnTo>
                    <a:pt x="1018584" y="1292733"/>
                  </a:lnTo>
                  <a:lnTo>
                    <a:pt x="1053304" y="1287647"/>
                  </a:lnTo>
                  <a:close/>
                  <a:moveTo>
                    <a:pt x="1156962" y="1325854"/>
                  </a:moveTo>
                  <a:lnTo>
                    <a:pt x="1122204" y="1303975"/>
                  </a:lnTo>
                  <a:lnTo>
                    <a:pt x="1141882" y="1309246"/>
                  </a:lnTo>
                  <a:close/>
                  <a:moveTo>
                    <a:pt x="1008586" y="1264334"/>
                  </a:moveTo>
                  <a:lnTo>
                    <a:pt x="1088261" y="1293588"/>
                  </a:lnTo>
                  <a:lnTo>
                    <a:pt x="1053304" y="1287647"/>
                  </a:lnTo>
                  <a:close/>
                  <a:moveTo>
                    <a:pt x="1088261" y="1293588"/>
                  </a:moveTo>
                  <a:lnTo>
                    <a:pt x="1097105" y="1276735"/>
                  </a:lnTo>
                  <a:lnTo>
                    <a:pt x="1053304" y="1287647"/>
                  </a:lnTo>
                  <a:close/>
                  <a:moveTo>
                    <a:pt x="1088261" y="1293588"/>
                  </a:moveTo>
                  <a:lnTo>
                    <a:pt x="1122204" y="1303975"/>
                  </a:lnTo>
                  <a:lnTo>
                    <a:pt x="1097105" y="1276735"/>
                  </a:lnTo>
                  <a:close/>
                  <a:moveTo>
                    <a:pt x="1122204" y="1303975"/>
                  </a:moveTo>
                  <a:lnTo>
                    <a:pt x="1137523" y="1315870"/>
                  </a:lnTo>
                  <a:lnTo>
                    <a:pt x="1097105" y="1276735"/>
                  </a:lnTo>
                  <a:close/>
                  <a:moveTo>
                    <a:pt x="1013956" y="1212797"/>
                  </a:moveTo>
                  <a:lnTo>
                    <a:pt x="1039451" y="1235852"/>
                  </a:lnTo>
                  <a:lnTo>
                    <a:pt x="1030480" y="1188703"/>
                  </a:lnTo>
                  <a:close/>
                  <a:moveTo>
                    <a:pt x="503916" y="594358"/>
                  </a:moveTo>
                  <a:lnTo>
                    <a:pt x="517161" y="645895"/>
                  </a:lnTo>
                  <a:lnTo>
                    <a:pt x="513318" y="578748"/>
                  </a:lnTo>
                  <a:close/>
                  <a:moveTo>
                    <a:pt x="489078" y="575514"/>
                  </a:moveTo>
                  <a:lnTo>
                    <a:pt x="503916" y="594358"/>
                  </a:lnTo>
                  <a:lnTo>
                    <a:pt x="513318" y="578748"/>
                  </a:lnTo>
                  <a:close/>
                  <a:moveTo>
                    <a:pt x="1226032" y="1320290"/>
                  </a:moveTo>
                  <a:lnTo>
                    <a:pt x="1242319" y="1335412"/>
                  </a:lnTo>
                  <a:lnTo>
                    <a:pt x="1188435" y="1308627"/>
                  </a:lnTo>
                  <a:close/>
                  <a:moveTo>
                    <a:pt x="1088562" y="1105115"/>
                  </a:moveTo>
                  <a:lnTo>
                    <a:pt x="1123465" y="1105490"/>
                  </a:lnTo>
                  <a:lnTo>
                    <a:pt x="1070082" y="1080577"/>
                  </a:lnTo>
                  <a:close/>
                  <a:moveTo>
                    <a:pt x="1088562" y="1105115"/>
                  </a:moveTo>
                  <a:lnTo>
                    <a:pt x="1130280" y="1109181"/>
                  </a:lnTo>
                  <a:lnTo>
                    <a:pt x="1123465" y="1105490"/>
                  </a:lnTo>
                  <a:close/>
                  <a:moveTo>
                    <a:pt x="752347" y="536352"/>
                  </a:moveTo>
                  <a:lnTo>
                    <a:pt x="823144" y="573613"/>
                  </a:lnTo>
                  <a:lnTo>
                    <a:pt x="773132" y="534140"/>
                  </a:lnTo>
                  <a:close/>
                  <a:moveTo>
                    <a:pt x="752347" y="536352"/>
                  </a:moveTo>
                  <a:lnTo>
                    <a:pt x="818475" y="583316"/>
                  </a:lnTo>
                  <a:lnTo>
                    <a:pt x="823144" y="573613"/>
                  </a:lnTo>
                  <a:close/>
                  <a:moveTo>
                    <a:pt x="955301" y="730984"/>
                  </a:moveTo>
                  <a:lnTo>
                    <a:pt x="1008335" y="755665"/>
                  </a:lnTo>
                  <a:lnTo>
                    <a:pt x="966297" y="732319"/>
                  </a:lnTo>
                  <a:close/>
                  <a:moveTo>
                    <a:pt x="994106" y="579238"/>
                  </a:moveTo>
                  <a:lnTo>
                    <a:pt x="950633" y="525425"/>
                  </a:lnTo>
                  <a:lnTo>
                    <a:pt x="935072" y="526507"/>
                  </a:lnTo>
                  <a:close/>
                  <a:moveTo>
                    <a:pt x="787009" y="257201"/>
                  </a:moveTo>
                  <a:lnTo>
                    <a:pt x="840107" y="243648"/>
                  </a:lnTo>
                  <a:lnTo>
                    <a:pt x="793166" y="204342"/>
                  </a:lnTo>
                  <a:close/>
                  <a:moveTo>
                    <a:pt x="797502" y="185927"/>
                  </a:moveTo>
                  <a:lnTo>
                    <a:pt x="793166" y="204342"/>
                  </a:lnTo>
                  <a:lnTo>
                    <a:pt x="840107" y="243648"/>
                  </a:lnTo>
                  <a:close/>
                  <a:moveTo>
                    <a:pt x="837679" y="116481"/>
                  </a:moveTo>
                  <a:lnTo>
                    <a:pt x="848964" y="103387"/>
                  </a:lnTo>
                  <a:lnTo>
                    <a:pt x="827042" y="74408"/>
                  </a:lnTo>
                  <a:close/>
                  <a:moveTo>
                    <a:pt x="799533" y="121533"/>
                  </a:moveTo>
                  <a:lnTo>
                    <a:pt x="837679" y="116481"/>
                  </a:lnTo>
                  <a:lnTo>
                    <a:pt x="827042" y="74408"/>
                  </a:lnTo>
                  <a:close/>
                  <a:moveTo>
                    <a:pt x="775754" y="4342"/>
                  </a:moveTo>
                  <a:lnTo>
                    <a:pt x="696720" y="18425"/>
                  </a:lnTo>
                  <a:lnTo>
                    <a:pt x="727873" y="0"/>
                  </a:lnTo>
                  <a:close/>
                  <a:moveTo>
                    <a:pt x="1017935" y="308894"/>
                  </a:moveTo>
                  <a:lnTo>
                    <a:pt x="1047092" y="320123"/>
                  </a:lnTo>
                  <a:lnTo>
                    <a:pt x="995297" y="301147"/>
                  </a:lnTo>
                  <a:close/>
                  <a:moveTo>
                    <a:pt x="1017935" y="308894"/>
                  </a:moveTo>
                  <a:lnTo>
                    <a:pt x="1054482" y="317164"/>
                  </a:lnTo>
                  <a:lnTo>
                    <a:pt x="1047092" y="320123"/>
                  </a:lnTo>
                  <a:close/>
                  <a:moveTo>
                    <a:pt x="742305" y="4590"/>
                  </a:moveTo>
                  <a:lnTo>
                    <a:pt x="783131" y="9382"/>
                  </a:lnTo>
                  <a:lnTo>
                    <a:pt x="775754" y="4342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47" name="Output_density__4246">
              <a:extLst>
                <a:ext uri="{FF2B5EF4-FFF2-40B4-BE49-F238E27FC236}">
                  <a16:creationId xmlns:a16="http://schemas.microsoft.com/office/drawing/2014/main" id="{CEF9C3C4-77B2-21EA-DAA0-72CF8DAF91B2}"/>
                </a:ext>
              </a:extLst>
            </p:cNvPr>
            <p:cNvSpPr>
              <a:spLocks noGrp="1"/>
            </p:cNvSpPr>
            <p:nvPr/>
          </p:nvSpPr>
          <p:spPr>
            <a:xfrm>
              <a:off x="15285124" y="2214538"/>
              <a:ext cx="1501655" cy="2363618"/>
            </a:xfrm>
            <a:custGeom>
              <a:avLst/>
              <a:gdLst/>
              <a:ahLst/>
              <a:cxnLst/>
              <a:rect l="0" t="0" r="0" b="0"/>
              <a:pathLst>
                <a:path w="1501655" h="2363618">
                  <a:moveTo>
                    <a:pt x="227078" y="2185691"/>
                  </a:moveTo>
                  <a:lnTo>
                    <a:pt x="241268" y="2215746"/>
                  </a:lnTo>
                  <a:lnTo>
                    <a:pt x="196108" y="2204797"/>
                  </a:lnTo>
                  <a:close/>
                  <a:moveTo>
                    <a:pt x="410165" y="2346190"/>
                  </a:moveTo>
                  <a:lnTo>
                    <a:pt x="471636" y="2363618"/>
                  </a:lnTo>
                  <a:lnTo>
                    <a:pt x="484886" y="2315986"/>
                  </a:lnTo>
                  <a:close/>
                  <a:moveTo>
                    <a:pt x="410165" y="2346190"/>
                  </a:moveTo>
                  <a:lnTo>
                    <a:pt x="484886" y="2315986"/>
                  </a:lnTo>
                  <a:lnTo>
                    <a:pt x="438864" y="2318592"/>
                  </a:lnTo>
                  <a:close/>
                  <a:moveTo>
                    <a:pt x="491245" y="2284933"/>
                  </a:moveTo>
                  <a:lnTo>
                    <a:pt x="448718" y="2281525"/>
                  </a:lnTo>
                  <a:lnTo>
                    <a:pt x="438864" y="2318592"/>
                  </a:lnTo>
                  <a:close/>
                  <a:moveTo>
                    <a:pt x="448718" y="2281525"/>
                  </a:moveTo>
                  <a:lnTo>
                    <a:pt x="491245" y="2284933"/>
                  </a:lnTo>
                  <a:lnTo>
                    <a:pt x="424278" y="2238652"/>
                  </a:lnTo>
                  <a:close/>
                  <a:moveTo>
                    <a:pt x="94850" y="1449395"/>
                  </a:moveTo>
                  <a:lnTo>
                    <a:pt x="125358" y="1451339"/>
                  </a:lnTo>
                  <a:lnTo>
                    <a:pt x="135182" y="1477185"/>
                  </a:lnTo>
                  <a:close/>
                  <a:moveTo>
                    <a:pt x="20469" y="1397858"/>
                  </a:moveTo>
                  <a:lnTo>
                    <a:pt x="20498" y="1397881"/>
                  </a:lnTo>
                  <a:lnTo>
                    <a:pt x="20552" y="1397956"/>
                  </a:lnTo>
                  <a:close/>
                  <a:moveTo>
                    <a:pt x="20466" y="1397632"/>
                  </a:moveTo>
                  <a:lnTo>
                    <a:pt x="20498" y="1397881"/>
                  </a:lnTo>
                  <a:lnTo>
                    <a:pt x="20469" y="1397858"/>
                  </a:lnTo>
                  <a:close/>
                  <a:moveTo>
                    <a:pt x="80608" y="1447819"/>
                  </a:moveTo>
                  <a:lnTo>
                    <a:pt x="20552" y="1397956"/>
                  </a:lnTo>
                  <a:lnTo>
                    <a:pt x="20498" y="1397881"/>
                  </a:lnTo>
                  <a:close/>
                  <a:moveTo>
                    <a:pt x="20498" y="1397881"/>
                  </a:moveTo>
                  <a:lnTo>
                    <a:pt x="20466" y="1397632"/>
                  </a:lnTo>
                  <a:lnTo>
                    <a:pt x="33599" y="1362470"/>
                  </a:lnTo>
                  <a:close/>
                  <a:moveTo>
                    <a:pt x="135182" y="1477185"/>
                  </a:moveTo>
                  <a:lnTo>
                    <a:pt x="131717" y="1446169"/>
                  </a:lnTo>
                  <a:lnTo>
                    <a:pt x="94850" y="1449395"/>
                  </a:lnTo>
                  <a:close/>
                  <a:moveTo>
                    <a:pt x="94850" y="1449395"/>
                  </a:moveTo>
                  <a:lnTo>
                    <a:pt x="131717" y="1446169"/>
                  </a:lnTo>
                  <a:lnTo>
                    <a:pt x="148589" y="1392409"/>
                  </a:lnTo>
                  <a:close/>
                  <a:moveTo>
                    <a:pt x="20469" y="1397858"/>
                  </a:moveTo>
                  <a:lnTo>
                    <a:pt x="28498" y="1328634"/>
                  </a:lnTo>
                  <a:lnTo>
                    <a:pt x="20466" y="1397632"/>
                  </a:lnTo>
                  <a:close/>
                  <a:moveTo>
                    <a:pt x="32209" y="1270691"/>
                  </a:moveTo>
                  <a:lnTo>
                    <a:pt x="0" y="1226317"/>
                  </a:lnTo>
                  <a:lnTo>
                    <a:pt x="8113" y="1243248"/>
                  </a:lnTo>
                  <a:close/>
                  <a:moveTo>
                    <a:pt x="32209" y="1270691"/>
                  </a:moveTo>
                  <a:lnTo>
                    <a:pt x="8113" y="1243248"/>
                  </a:lnTo>
                  <a:lnTo>
                    <a:pt x="21426" y="1294785"/>
                  </a:lnTo>
                  <a:close/>
                  <a:moveTo>
                    <a:pt x="502399" y="1836665"/>
                  </a:moveTo>
                  <a:lnTo>
                    <a:pt x="563345" y="1825100"/>
                  </a:lnTo>
                  <a:lnTo>
                    <a:pt x="552625" y="1771072"/>
                  </a:lnTo>
                  <a:close/>
                  <a:moveTo>
                    <a:pt x="502399" y="1836665"/>
                  </a:moveTo>
                  <a:lnTo>
                    <a:pt x="552625" y="1771072"/>
                  </a:lnTo>
                  <a:lnTo>
                    <a:pt x="515548" y="1763232"/>
                  </a:lnTo>
                  <a:close/>
                  <a:moveTo>
                    <a:pt x="552625" y="1771072"/>
                  </a:moveTo>
                  <a:lnTo>
                    <a:pt x="563345" y="1825100"/>
                  </a:lnTo>
                  <a:lnTo>
                    <a:pt x="569058" y="1837594"/>
                  </a:lnTo>
                  <a:close/>
                  <a:moveTo>
                    <a:pt x="552625" y="1771072"/>
                  </a:moveTo>
                  <a:lnTo>
                    <a:pt x="524277" y="1731375"/>
                  </a:lnTo>
                  <a:lnTo>
                    <a:pt x="515548" y="1763232"/>
                  </a:lnTo>
                  <a:close/>
                  <a:moveTo>
                    <a:pt x="141033" y="1313110"/>
                  </a:moveTo>
                  <a:lnTo>
                    <a:pt x="139349" y="1298134"/>
                  </a:lnTo>
                  <a:lnTo>
                    <a:pt x="160480" y="1349670"/>
                  </a:lnTo>
                  <a:close/>
                  <a:moveTo>
                    <a:pt x="95817" y="1249145"/>
                  </a:moveTo>
                  <a:lnTo>
                    <a:pt x="32209" y="1270691"/>
                  </a:lnTo>
                  <a:lnTo>
                    <a:pt x="29589" y="1296841"/>
                  </a:lnTo>
                  <a:close/>
                  <a:moveTo>
                    <a:pt x="95817" y="1249145"/>
                  </a:moveTo>
                  <a:lnTo>
                    <a:pt x="141033" y="1313110"/>
                  </a:lnTo>
                  <a:lnTo>
                    <a:pt x="139098" y="1251940"/>
                  </a:lnTo>
                  <a:close/>
                  <a:moveTo>
                    <a:pt x="19616" y="1259556"/>
                  </a:moveTo>
                  <a:lnTo>
                    <a:pt x="32209" y="1270691"/>
                  </a:lnTo>
                  <a:lnTo>
                    <a:pt x="98610" y="1245323"/>
                  </a:lnTo>
                  <a:close/>
                  <a:moveTo>
                    <a:pt x="888610" y="1816848"/>
                  </a:moveTo>
                  <a:lnTo>
                    <a:pt x="967002" y="1844291"/>
                  </a:lnTo>
                  <a:lnTo>
                    <a:pt x="949646" y="1792755"/>
                  </a:lnTo>
                  <a:close/>
                  <a:moveTo>
                    <a:pt x="778277" y="1713775"/>
                  </a:moveTo>
                  <a:lnTo>
                    <a:pt x="820084" y="1751553"/>
                  </a:lnTo>
                  <a:lnTo>
                    <a:pt x="786785" y="1694650"/>
                  </a:lnTo>
                  <a:close/>
                  <a:moveTo>
                    <a:pt x="786785" y="1694650"/>
                  </a:moveTo>
                  <a:lnTo>
                    <a:pt x="820084" y="1751553"/>
                  </a:lnTo>
                  <a:lnTo>
                    <a:pt x="832910" y="1757876"/>
                  </a:lnTo>
                  <a:close/>
                  <a:moveTo>
                    <a:pt x="428688" y="1174315"/>
                  </a:moveTo>
                  <a:lnTo>
                    <a:pt x="431441" y="1249946"/>
                  </a:lnTo>
                  <a:lnTo>
                    <a:pt x="436096" y="1225852"/>
                  </a:lnTo>
                  <a:close/>
                  <a:moveTo>
                    <a:pt x="1129955" y="1941600"/>
                  </a:moveTo>
                  <a:lnTo>
                    <a:pt x="1111093" y="1934619"/>
                  </a:lnTo>
                  <a:lnTo>
                    <a:pt x="1145801" y="1961070"/>
                  </a:lnTo>
                  <a:close/>
                  <a:moveTo>
                    <a:pt x="1185401" y="1974228"/>
                  </a:moveTo>
                  <a:lnTo>
                    <a:pt x="1129955" y="1941600"/>
                  </a:lnTo>
                  <a:lnTo>
                    <a:pt x="1145801" y="1961070"/>
                  </a:lnTo>
                  <a:close/>
                  <a:moveTo>
                    <a:pt x="622381" y="1313143"/>
                  </a:moveTo>
                  <a:lnTo>
                    <a:pt x="600419" y="1304831"/>
                  </a:lnTo>
                  <a:lnTo>
                    <a:pt x="638491" y="1356368"/>
                  </a:lnTo>
                  <a:close/>
                  <a:moveTo>
                    <a:pt x="436096" y="1225852"/>
                  </a:moveTo>
                  <a:lnTo>
                    <a:pt x="435683" y="1225494"/>
                  </a:lnTo>
                  <a:lnTo>
                    <a:pt x="431764" y="1165937"/>
                  </a:lnTo>
                  <a:close/>
                  <a:moveTo>
                    <a:pt x="340419" y="1071242"/>
                  </a:moveTo>
                  <a:lnTo>
                    <a:pt x="316000" y="1058601"/>
                  </a:lnTo>
                  <a:lnTo>
                    <a:pt x="315064" y="1122779"/>
                  </a:lnTo>
                  <a:close/>
                  <a:moveTo>
                    <a:pt x="307265" y="1002959"/>
                  </a:moveTo>
                  <a:lnTo>
                    <a:pt x="316000" y="1058601"/>
                  </a:lnTo>
                  <a:lnTo>
                    <a:pt x="346347" y="1068165"/>
                  </a:lnTo>
                  <a:close/>
                  <a:moveTo>
                    <a:pt x="354098" y="1047148"/>
                  </a:moveTo>
                  <a:lnTo>
                    <a:pt x="329934" y="995611"/>
                  </a:lnTo>
                  <a:lnTo>
                    <a:pt x="346347" y="1068165"/>
                  </a:lnTo>
                  <a:close/>
                  <a:moveTo>
                    <a:pt x="1108143" y="1923270"/>
                  </a:moveTo>
                  <a:lnTo>
                    <a:pt x="1111093" y="1934619"/>
                  </a:lnTo>
                  <a:lnTo>
                    <a:pt x="1129955" y="1941600"/>
                  </a:lnTo>
                  <a:close/>
                  <a:moveTo>
                    <a:pt x="1111093" y="1934619"/>
                  </a:moveTo>
                  <a:lnTo>
                    <a:pt x="1108143" y="1923270"/>
                  </a:lnTo>
                  <a:lnTo>
                    <a:pt x="1053142" y="1881007"/>
                  </a:lnTo>
                  <a:close/>
                  <a:moveTo>
                    <a:pt x="122489" y="638015"/>
                  </a:moveTo>
                  <a:lnTo>
                    <a:pt x="170430" y="686392"/>
                  </a:lnTo>
                  <a:lnTo>
                    <a:pt x="130406" y="649929"/>
                  </a:lnTo>
                  <a:close/>
                  <a:moveTo>
                    <a:pt x="111975" y="634855"/>
                  </a:moveTo>
                  <a:lnTo>
                    <a:pt x="122489" y="638015"/>
                  </a:lnTo>
                  <a:lnTo>
                    <a:pt x="130406" y="649929"/>
                  </a:lnTo>
                  <a:close/>
                  <a:moveTo>
                    <a:pt x="118876" y="606819"/>
                  </a:moveTo>
                  <a:lnTo>
                    <a:pt x="122489" y="638015"/>
                  </a:lnTo>
                  <a:lnTo>
                    <a:pt x="111975" y="634855"/>
                  </a:lnTo>
                  <a:close/>
                  <a:moveTo>
                    <a:pt x="1233901" y="1910743"/>
                  </a:moveTo>
                  <a:lnTo>
                    <a:pt x="1197756" y="1902145"/>
                  </a:lnTo>
                  <a:lnTo>
                    <a:pt x="1250473" y="1960013"/>
                  </a:lnTo>
                  <a:close/>
                  <a:moveTo>
                    <a:pt x="1129955" y="1941600"/>
                  </a:moveTo>
                  <a:lnTo>
                    <a:pt x="1146330" y="1905972"/>
                  </a:lnTo>
                  <a:lnTo>
                    <a:pt x="1108143" y="1923270"/>
                  </a:lnTo>
                  <a:close/>
                  <a:moveTo>
                    <a:pt x="1197756" y="1902145"/>
                  </a:moveTo>
                  <a:lnTo>
                    <a:pt x="1129955" y="1941600"/>
                  </a:lnTo>
                  <a:lnTo>
                    <a:pt x="1185401" y="1974228"/>
                  </a:lnTo>
                  <a:close/>
                  <a:moveTo>
                    <a:pt x="1197756" y="1902145"/>
                  </a:moveTo>
                  <a:lnTo>
                    <a:pt x="1146330" y="1905972"/>
                  </a:lnTo>
                  <a:lnTo>
                    <a:pt x="1129955" y="1941600"/>
                  </a:lnTo>
                  <a:close/>
                  <a:moveTo>
                    <a:pt x="844891" y="1497165"/>
                  </a:moveTo>
                  <a:lnTo>
                    <a:pt x="867987" y="1562514"/>
                  </a:lnTo>
                  <a:lnTo>
                    <a:pt x="912484" y="1517642"/>
                  </a:lnTo>
                  <a:close/>
                  <a:moveTo>
                    <a:pt x="636474" y="1177664"/>
                  </a:moveTo>
                  <a:lnTo>
                    <a:pt x="628554" y="1201758"/>
                  </a:lnTo>
                  <a:lnTo>
                    <a:pt x="682176" y="1229201"/>
                  </a:lnTo>
                  <a:close/>
                  <a:moveTo>
                    <a:pt x="636474" y="1177664"/>
                  </a:moveTo>
                  <a:lnTo>
                    <a:pt x="633172" y="1172051"/>
                  </a:lnTo>
                  <a:lnTo>
                    <a:pt x="608738" y="1136006"/>
                  </a:lnTo>
                  <a:close/>
                  <a:moveTo>
                    <a:pt x="379141" y="982507"/>
                  </a:moveTo>
                  <a:lnTo>
                    <a:pt x="409427" y="994434"/>
                  </a:lnTo>
                  <a:lnTo>
                    <a:pt x="350667" y="949415"/>
                  </a:lnTo>
                  <a:close/>
                  <a:moveTo>
                    <a:pt x="410699" y="994833"/>
                  </a:moveTo>
                  <a:lnTo>
                    <a:pt x="379141" y="982507"/>
                  </a:lnTo>
                  <a:lnTo>
                    <a:pt x="444747" y="991588"/>
                  </a:lnTo>
                  <a:close/>
                  <a:moveTo>
                    <a:pt x="175784" y="662298"/>
                  </a:moveTo>
                  <a:lnTo>
                    <a:pt x="170430" y="686392"/>
                  </a:lnTo>
                  <a:lnTo>
                    <a:pt x="206095" y="713835"/>
                  </a:lnTo>
                  <a:close/>
                  <a:moveTo>
                    <a:pt x="130406" y="649929"/>
                  </a:moveTo>
                  <a:lnTo>
                    <a:pt x="155451" y="611217"/>
                  </a:lnTo>
                  <a:lnTo>
                    <a:pt x="111975" y="634855"/>
                  </a:lnTo>
                  <a:close/>
                  <a:moveTo>
                    <a:pt x="1087911" y="1639751"/>
                  </a:moveTo>
                  <a:lnTo>
                    <a:pt x="1088025" y="1649930"/>
                  </a:lnTo>
                  <a:lnTo>
                    <a:pt x="1058448" y="1625722"/>
                  </a:lnTo>
                  <a:close/>
                  <a:moveTo>
                    <a:pt x="1058448" y="1625722"/>
                  </a:moveTo>
                  <a:lnTo>
                    <a:pt x="1088025" y="1649930"/>
                  </a:lnTo>
                  <a:lnTo>
                    <a:pt x="1098577" y="1668936"/>
                  </a:lnTo>
                  <a:close/>
                  <a:moveTo>
                    <a:pt x="1098577" y="1668936"/>
                  </a:moveTo>
                  <a:lnTo>
                    <a:pt x="1088025" y="1649930"/>
                  </a:lnTo>
                  <a:lnTo>
                    <a:pt x="1086720" y="1693030"/>
                  </a:lnTo>
                  <a:close/>
                  <a:moveTo>
                    <a:pt x="998137" y="1514326"/>
                  </a:moveTo>
                  <a:lnTo>
                    <a:pt x="974251" y="1538420"/>
                  </a:lnTo>
                  <a:lnTo>
                    <a:pt x="1011589" y="1565863"/>
                  </a:lnTo>
                  <a:close/>
                  <a:moveTo>
                    <a:pt x="734421" y="1280737"/>
                  </a:moveTo>
                  <a:lnTo>
                    <a:pt x="759361" y="1294496"/>
                  </a:lnTo>
                  <a:lnTo>
                    <a:pt x="755760" y="1256643"/>
                  </a:lnTo>
                  <a:close/>
                  <a:moveTo>
                    <a:pt x="668645" y="1169775"/>
                  </a:moveTo>
                  <a:lnTo>
                    <a:pt x="707965" y="1218804"/>
                  </a:lnTo>
                  <a:lnTo>
                    <a:pt x="712154" y="1157775"/>
                  </a:lnTo>
                  <a:close/>
                  <a:moveTo>
                    <a:pt x="639646" y="1173622"/>
                  </a:moveTo>
                  <a:lnTo>
                    <a:pt x="636474" y="1177664"/>
                  </a:lnTo>
                  <a:lnTo>
                    <a:pt x="668645" y="1169775"/>
                  </a:lnTo>
                  <a:close/>
                  <a:moveTo>
                    <a:pt x="715252" y="1153570"/>
                  </a:moveTo>
                  <a:lnTo>
                    <a:pt x="712154" y="1157775"/>
                  </a:lnTo>
                  <a:lnTo>
                    <a:pt x="752018" y="1158230"/>
                  </a:lnTo>
                  <a:close/>
                  <a:moveTo>
                    <a:pt x="774577" y="1205107"/>
                  </a:moveTo>
                  <a:lnTo>
                    <a:pt x="802608" y="1217826"/>
                  </a:lnTo>
                  <a:lnTo>
                    <a:pt x="752018" y="1158230"/>
                  </a:lnTo>
                  <a:close/>
                  <a:moveTo>
                    <a:pt x="633172" y="1172051"/>
                  </a:moveTo>
                  <a:lnTo>
                    <a:pt x="636474" y="1177664"/>
                  </a:lnTo>
                  <a:lnTo>
                    <a:pt x="639646" y="1173622"/>
                  </a:lnTo>
                  <a:close/>
                  <a:moveTo>
                    <a:pt x="715252" y="1153570"/>
                  </a:moveTo>
                  <a:lnTo>
                    <a:pt x="752018" y="1158230"/>
                  </a:lnTo>
                  <a:lnTo>
                    <a:pt x="750919" y="1128032"/>
                  </a:lnTo>
                  <a:close/>
                  <a:moveTo>
                    <a:pt x="599639" y="1126127"/>
                  </a:moveTo>
                  <a:lnTo>
                    <a:pt x="639646" y="1173622"/>
                  </a:lnTo>
                  <a:lnTo>
                    <a:pt x="593536" y="1110384"/>
                  </a:lnTo>
                  <a:close/>
                  <a:moveTo>
                    <a:pt x="633172" y="1172051"/>
                  </a:moveTo>
                  <a:lnTo>
                    <a:pt x="639646" y="1173622"/>
                  </a:lnTo>
                  <a:lnTo>
                    <a:pt x="599639" y="1126127"/>
                  </a:lnTo>
                  <a:close/>
                  <a:moveTo>
                    <a:pt x="480180" y="844351"/>
                  </a:moveTo>
                  <a:lnTo>
                    <a:pt x="455157" y="855835"/>
                  </a:lnTo>
                  <a:lnTo>
                    <a:pt x="480131" y="850883"/>
                  </a:lnTo>
                  <a:close/>
                  <a:moveTo>
                    <a:pt x="156312" y="610762"/>
                  </a:moveTo>
                  <a:lnTo>
                    <a:pt x="243095" y="626776"/>
                  </a:lnTo>
                  <a:lnTo>
                    <a:pt x="210003" y="604849"/>
                  </a:lnTo>
                  <a:close/>
                  <a:moveTo>
                    <a:pt x="540256" y="864427"/>
                  </a:moveTo>
                  <a:lnTo>
                    <a:pt x="489310" y="848628"/>
                  </a:lnTo>
                  <a:lnTo>
                    <a:pt x="480131" y="850883"/>
                  </a:lnTo>
                  <a:close/>
                  <a:moveTo>
                    <a:pt x="1460029" y="1903594"/>
                  </a:moveTo>
                  <a:lnTo>
                    <a:pt x="1500038" y="1909050"/>
                  </a:lnTo>
                  <a:lnTo>
                    <a:pt x="1461004" y="1901256"/>
                  </a:lnTo>
                  <a:close/>
                  <a:moveTo>
                    <a:pt x="1322565" y="1751157"/>
                  </a:moveTo>
                  <a:lnTo>
                    <a:pt x="1353078" y="1807314"/>
                  </a:lnTo>
                  <a:lnTo>
                    <a:pt x="1363940" y="1799452"/>
                  </a:lnTo>
                  <a:close/>
                  <a:moveTo>
                    <a:pt x="1363940" y="1799452"/>
                  </a:moveTo>
                  <a:lnTo>
                    <a:pt x="1328424" y="1754913"/>
                  </a:lnTo>
                  <a:lnTo>
                    <a:pt x="1322565" y="1751157"/>
                  </a:lnTo>
                  <a:close/>
                  <a:moveTo>
                    <a:pt x="1060469" y="1462790"/>
                  </a:moveTo>
                  <a:lnTo>
                    <a:pt x="1047949" y="1446029"/>
                  </a:lnTo>
                  <a:lnTo>
                    <a:pt x="1089108" y="1490232"/>
                  </a:lnTo>
                  <a:close/>
                  <a:moveTo>
                    <a:pt x="987022" y="1411253"/>
                  </a:moveTo>
                  <a:lnTo>
                    <a:pt x="1035527" y="1393385"/>
                  </a:lnTo>
                  <a:lnTo>
                    <a:pt x="1042075" y="1383009"/>
                  </a:lnTo>
                  <a:close/>
                  <a:moveTo>
                    <a:pt x="712154" y="1157775"/>
                  </a:moveTo>
                  <a:lnTo>
                    <a:pt x="715252" y="1153570"/>
                  </a:lnTo>
                  <a:lnTo>
                    <a:pt x="711883" y="1152876"/>
                  </a:lnTo>
                  <a:close/>
                  <a:moveTo>
                    <a:pt x="711883" y="1152876"/>
                  </a:moveTo>
                  <a:lnTo>
                    <a:pt x="668645" y="1169775"/>
                  </a:lnTo>
                  <a:lnTo>
                    <a:pt x="712154" y="1157775"/>
                  </a:lnTo>
                  <a:close/>
                  <a:moveTo>
                    <a:pt x="1397003" y="1836644"/>
                  </a:moveTo>
                  <a:lnTo>
                    <a:pt x="1466724" y="1835408"/>
                  </a:lnTo>
                  <a:lnTo>
                    <a:pt x="1464367" y="1778930"/>
                  </a:lnTo>
                  <a:close/>
                  <a:moveTo>
                    <a:pt x="1397003" y="1836644"/>
                  </a:moveTo>
                  <a:lnTo>
                    <a:pt x="1464367" y="1778930"/>
                  </a:lnTo>
                  <a:lnTo>
                    <a:pt x="1425983" y="1810095"/>
                  </a:lnTo>
                  <a:close/>
                  <a:moveTo>
                    <a:pt x="1501655" y="1844992"/>
                  </a:moveTo>
                  <a:lnTo>
                    <a:pt x="1466724" y="1835408"/>
                  </a:lnTo>
                  <a:lnTo>
                    <a:pt x="1461004" y="1901256"/>
                  </a:lnTo>
                  <a:close/>
                  <a:moveTo>
                    <a:pt x="1363940" y="1799452"/>
                  </a:moveTo>
                  <a:lnTo>
                    <a:pt x="1394337" y="1775358"/>
                  </a:lnTo>
                  <a:lnTo>
                    <a:pt x="1328424" y="1754913"/>
                  </a:lnTo>
                  <a:close/>
                  <a:moveTo>
                    <a:pt x="1130758" y="1405005"/>
                  </a:moveTo>
                  <a:lnTo>
                    <a:pt x="1091888" y="1385547"/>
                  </a:lnTo>
                  <a:lnTo>
                    <a:pt x="1136166" y="1414602"/>
                  </a:lnTo>
                  <a:close/>
                  <a:moveTo>
                    <a:pt x="1136166" y="1414602"/>
                  </a:moveTo>
                  <a:lnTo>
                    <a:pt x="1091888" y="1385547"/>
                  </a:lnTo>
                  <a:lnTo>
                    <a:pt x="1090946" y="1387159"/>
                  </a:lnTo>
                  <a:close/>
                  <a:moveTo>
                    <a:pt x="1136166" y="1414602"/>
                  </a:moveTo>
                  <a:lnTo>
                    <a:pt x="1090946" y="1387159"/>
                  </a:lnTo>
                  <a:lnTo>
                    <a:pt x="1120084" y="1438696"/>
                  </a:lnTo>
                  <a:close/>
                  <a:moveTo>
                    <a:pt x="811298" y="1022533"/>
                  </a:moveTo>
                  <a:lnTo>
                    <a:pt x="760333" y="1025984"/>
                  </a:lnTo>
                  <a:lnTo>
                    <a:pt x="760138" y="1027600"/>
                  </a:lnTo>
                  <a:close/>
                  <a:moveTo>
                    <a:pt x="1464879" y="1774165"/>
                  </a:moveTo>
                  <a:lnTo>
                    <a:pt x="1431428" y="1763379"/>
                  </a:lnTo>
                  <a:lnTo>
                    <a:pt x="1425983" y="1810095"/>
                  </a:lnTo>
                  <a:close/>
                  <a:moveTo>
                    <a:pt x="1431428" y="1763379"/>
                  </a:moveTo>
                  <a:lnTo>
                    <a:pt x="1464879" y="1774165"/>
                  </a:lnTo>
                  <a:lnTo>
                    <a:pt x="1459943" y="1715435"/>
                  </a:lnTo>
                  <a:close/>
                  <a:moveTo>
                    <a:pt x="1431428" y="1763379"/>
                  </a:moveTo>
                  <a:lnTo>
                    <a:pt x="1459943" y="1715435"/>
                  </a:lnTo>
                  <a:lnTo>
                    <a:pt x="1420010" y="1709918"/>
                  </a:lnTo>
                  <a:close/>
                  <a:moveTo>
                    <a:pt x="1249012" y="1459258"/>
                  </a:moveTo>
                  <a:lnTo>
                    <a:pt x="1231487" y="1466139"/>
                  </a:lnTo>
                  <a:lnTo>
                    <a:pt x="1243622" y="1477631"/>
                  </a:lnTo>
                  <a:close/>
                  <a:moveTo>
                    <a:pt x="1249012" y="1459258"/>
                  </a:moveTo>
                  <a:lnTo>
                    <a:pt x="1243622" y="1477631"/>
                  </a:lnTo>
                  <a:lnTo>
                    <a:pt x="1271921" y="1466139"/>
                  </a:lnTo>
                  <a:close/>
                  <a:moveTo>
                    <a:pt x="1083627" y="1354280"/>
                  </a:moveTo>
                  <a:lnTo>
                    <a:pt x="1140066" y="1304905"/>
                  </a:lnTo>
                  <a:lnTo>
                    <a:pt x="1120388" y="1299633"/>
                  </a:lnTo>
                  <a:close/>
                  <a:moveTo>
                    <a:pt x="1028664" y="1184361"/>
                  </a:moveTo>
                  <a:lnTo>
                    <a:pt x="1037635" y="1231510"/>
                  </a:lnTo>
                  <a:lnTo>
                    <a:pt x="1066429" y="1204267"/>
                  </a:lnTo>
                  <a:close/>
                  <a:moveTo>
                    <a:pt x="1037635" y="1231510"/>
                  </a:moveTo>
                  <a:lnTo>
                    <a:pt x="1088366" y="1246509"/>
                  </a:lnTo>
                  <a:lnTo>
                    <a:pt x="1115609" y="1213464"/>
                  </a:lnTo>
                  <a:close/>
                  <a:moveTo>
                    <a:pt x="1224216" y="1315948"/>
                  </a:moveTo>
                  <a:lnTo>
                    <a:pt x="1247609" y="1334913"/>
                  </a:lnTo>
                  <a:lnTo>
                    <a:pt x="1240503" y="1331070"/>
                  </a:lnTo>
                  <a:close/>
                  <a:moveTo>
                    <a:pt x="1247609" y="1334913"/>
                  </a:moveTo>
                  <a:lnTo>
                    <a:pt x="1224216" y="1315948"/>
                  </a:lnTo>
                  <a:lnTo>
                    <a:pt x="1284819" y="1361860"/>
                  </a:lnTo>
                  <a:close/>
                  <a:moveTo>
                    <a:pt x="1247609" y="1334913"/>
                  </a:moveTo>
                  <a:lnTo>
                    <a:pt x="1255371" y="1338972"/>
                  </a:lnTo>
                  <a:lnTo>
                    <a:pt x="1240503" y="1331070"/>
                  </a:lnTo>
                  <a:close/>
                  <a:moveTo>
                    <a:pt x="964481" y="727977"/>
                  </a:moveTo>
                  <a:lnTo>
                    <a:pt x="1000380" y="775418"/>
                  </a:lnTo>
                  <a:lnTo>
                    <a:pt x="962375" y="724702"/>
                  </a:lnTo>
                  <a:close/>
                  <a:moveTo>
                    <a:pt x="811846" y="620808"/>
                  </a:moveTo>
                  <a:lnTo>
                    <a:pt x="821328" y="569271"/>
                  </a:lnTo>
                  <a:lnTo>
                    <a:pt x="816659" y="578974"/>
                  </a:lnTo>
                  <a:close/>
                  <a:moveTo>
                    <a:pt x="746421" y="517734"/>
                  </a:moveTo>
                  <a:lnTo>
                    <a:pt x="750531" y="532010"/>
                  </a:lnTo>
                  <a:lnTo>
                    <a:pt x="771317" y="529798"/>
                  </a:lnTo>
                  <a:close/>
                  <a:moveTo>
                    <a:pt x="746421" y="517734"/>
                  </a:moveTo>
                  <a:lnTo>
                    <a:pt x="743825" y="474719"/>
                  </a:lnTo>
                  <a:lnTo>
                    <a:pt x="750531" y="532010"/>
                  </a:lnTo>
                  <a:close/>
                  <a:moveTo>
                    <a:pt x="964481" y="727977"/>
                  </a:moveTo>
                  <a:lnTo>
                    <a:pt x="1006519" y="751324"/>
                  </a:lnTo>
                  <a:lnTo>
                    <a:pt x="1006316" y="751721"/>
                  </a:lnTo>
                  <a:close/>
                  <a:moveTo>
                    <a:pt x="821328" y="569271"/>
                  </a:moveTo>
                  <a:lnTo>
                    <a:pt x="813480" y="545177"/>
                  </a:lnTo>
                  <a:lnTo>
                    <a:pt x="771317" y="529798"/>
                  </a:lnTo>
                  <a:close/>
                  <a:moveTo>
                    <a:pt x="988797" y="549091"/>
                  </a:moveTo>
                  <a:lnTo>
                    <a:pt x="948818" y="521083"/>
                  </a:lnTo>
                  <a:lnTo>
                    <a:pt x="992290" y="574896"/>
                  </a:lnTo>
                  <a:close/>
                  <a:moveTo>
                    <a:pt x="948818" y="521083"/>
                  </a:moveTo>
                  <a:lnTo>
                    <a:pt x="988797" y="549091"/>
                  </a:lnTo>
                  <a:lnTo>
                    <a:pt x="985666" y="517538"/>
                  </a:lnTo>
                  <a:close/>
                  <a:moveTo>
                    <a:pt x="1003031" y="467409"/>
                  </a:moveTo>
                  <a:lnTo>
                    <a:pt x="948818" y="521083"/>
                  </a:lnTo>
                  <a:lnTo>
                    <a:pt x="985666" y="517538"/>
                  </a:lnTo>
                  <a:close/>
                  <a:moveTo>
                    <a:pt x="785193" y="252859"/>
                  </a:moveTo>
                  <a:lnTo>
                    <a:pt x="777378" y="314937"/>
                  </a:lnTo>
                  <a:lnTo>
                    <a:pt x="793875" y="308543"/>
                  </a:lnTo>
                  <a:close/>
                  <a:moveTo>
                    <a:pt x="811273" y="60602"/>
                  </a:moveTo>
                  <a:lnTo>
                    <a:pt x="797436" y="87855"/>
                  </a:lnTo>
                  <a:lnTo>
                    <a:pt x="825226" y="70066"/>
                  </a:lnTo>
                  <a:close/>
                  <a:moveTo>
                    <a:pt x="825226" y="70066"/>
                  </a:moveTo>
                  <a:lnTo>
                    <a:pt x="797436" y="87855"/>
                  </a:lnTo>
                  <a:lnTo>
                    <a:pt x="797717" y="117191"/>
                  </a:lnTo>
                  <a:close/>
                  <a:moveTo>
                    <a:pt x="781315" y="5040"/>
                  </a:moveTo>
                  <a:lnTo>
                    <a:pt x="811273" y="60602"/>
                  </a:lnTo>
                  <a:lnTo>
                    <a:pt x="783612" y="9066"/>
                  </a:lnTo>
                  <a:close/>
                  <a:moveTo>
                    <a:pt x="781315" y="5040"/>
                  </a:moveTo>
                  <a:lnTo>
                    <a:pt x="809483" y="44883"/>
                  </a:lnTo>
                  <a:lnTo>
                    <a:pt x="811273" y="60602"/>
                  </a:lnTo>
                  <a:close/>
                  <a:moveTo>
                    <a:pt x="781315" y="5040"/>
                  </a:moveTo>
                  <a:lnTo>
                    <a:pt x="783612" y="9066"/>
                  </a:lnTo>
                  <a:lnTo>
                    <a:pt x="773938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48" name="Output_density__4247">
              <a:extLst>
                <a:ext uri="{FF2B5EF4-FFF2-40B4-BE49-F238E27FC236}">
                  <a16:creationId xmlns:a16="http://schemas.microsoft.com/office/drawing/2014/main" id="{8D3A2401-927D-0E68-6ECC-FF47FE242E26}"/>
                </a:ext>
              </a:extLst>
            </p:cNvPr>
            <p:cNvSpPr>
              <a:spLocks noGrp="1"/>
            </p:cNvSpPr>
            <p:nvPr/>
          </p:nvSpPr>
          <p:spPr>
            <a:xfrm>
              <a:off x="15339578" y="2210196"/>
              <a:ext cx="1010400" cy="2162491"/>
            </a:xfrm>
            <a:custGeom>
              <a:avLst/>
              <a:gdLst/>
              <a:ahLst/>
              <a:cxnLst/>
              <a:rect l="0" t="0" r="0" b="0"/>
              <a:pathLst>
                <a:path w="1010400" h="2162491">
                  <a:moveTo>
                    <a:pt x="70356" y="2089572"/>
                  </a:moveTo>
                  <a:lnTo>
                    <a:pt x="131721" y="2117015"/>
                  </a:lnTo>
                  <a:lnTo>
                    <a:pt x="95819" y="2065478"/>
                  </a:lnTo>
                  <a:close/>
                  <a:moveTo>
                    <a:pt x="175473" y="2092921"/>
                  </a:moveTo>
                  <a:lnTo>
                    <a:pt x="131721" y="2117015"/>
                  </a:lnTo>
                  <a:lnTo>
                    <a:pt x="165259" y="2162491"/>
                  </a:lnTo>
                  <a:close/>
                  <a:moveTo>
                    <a:pt x="282023" y="1941660"/>
                  </a:moveTo>
                  <a:lnTo>
                    <a:pt x="301905" y="1919338"/>
                  </a:lnTo>
                  <a:lnTo>
                    <a:pt x="243003" y="1956418"/>
                  </a:lnTo>
                  <a:close/>
                  <a:moveTo>
                    <a:pt x="243003" y="1956418"/>
                  </a:moveTo>
                  <a:lnTo>
                    <a:pt x="301905" y="1919338"/>
                  </a:lnTo>
                  <a:lnTo>
                    <a:pt x="276450" y="1904465"/>
                  </a:lnTo>
                  <a:close/>
                  <a:moveTo>
                    <a:pt x="266747" y="1786868"/>
                  </a:moveTo>
                  <a:lnTo>
                    <a:pt x="261876" y="1809452"/>
                  </a:lnTo>
                  <a:lnTo>
                    <a:pt x="267715" y="1762956"/>
                  </a:lnTo>
                  <a:close/>
                  <a:moveTo>
                    <a:pt x="260719" y="1816530"/>
                  </a:moveTo>
                  <a:lnTo>
                    <a:pt x="261876" y="1809452"/>
                  </a:lnTo>
                  <a:lnTo>
                    <a:pt x="266747" y="1786868"/>
                  </a:lnTo>
                  <a:close/>
                  <a:moveTo>
                    <a:pt x="290121" y="1740381"/>
                  </a:moveTo>
                  <a:lnTo>
                    <a:pt x="266747" y="1786868"/>
                  </a:lnTo>
                  <a:lnTo>
                    <a:pt x="267715" y="1762956"/>
                  </a:lnTo>
                  <a:close/>
                  <a:moveTo>
                    <a:pt x="365446" y="1712427"/>
                  </a:moveTo>
                  <a:lnTo>
                    <a:pt x="335056" y="1733706"/>
                  </a:lnTo>
                  <a:lnTo>
                    <a:pt x="290121" y="1740381"/>
                  </a:lnTo>
                  <a:close/>
                  <a:moveTo>
                    <a:pt x="365446" y="1712427"/>
                  </a:moveTo>
                  <a:lnTo>
                    <a:pt x="290121" y="1740381"/>
                  </a:lnTo>
                  <a:lnTo>
                    <a:pt x="324395" y="1733626"/>
                  </a:lnTo>
                  <a:close/>
                  <a:moveTo>
                    <a:pt x="88305" y="1509853"/>
                  </a:moveTo>
                  <a:lnTo>
                    <a:pt x="121630" y="1499548"/>
                  </a:lnTo>
                  <a:lnTo>
                    <a:pt x="95831" y="1505273"/>
                  </a:lnTo>
                  <a:close/>
                  <a:moveTo>
                    <a:pt x="121630" y="1499548"/>
                  </a:moveTo>
                  <a:lnTo>
                    <a:pt x="134347" y="1481180"/>
                  </a:lnTo>
                  <a:lnTo>
                    <a:pt x="95831" y="1505273"/>
                  </a:lnTo>
                  <a:close/>
                  <a:moveTo>
                    <a:pt x="77264" y="1450511"/>
                  </a:moveTo>
                  <a:lnTo>
                    <a:pt x="80728" y="1481527"/>
                  </a:lnTo>
                  <a:lnTo>
                    <a:pt x="118765" y="1429643"/>
                  </a:lnTo>
                  <a:close/>
                  <a:moveTo>
                    <a:pt x="118765" y="1429643"/>
                  </a:moveTo>
                  <a:lnTo>
                    <a:pt x="80728" y="1481527"/>
                  </a:lnTo>
                  <a:lnTo>
                    <a:pt x="95831" y="1505273"/>
                  </a:lnTo>
                  <a:close/>
                  <a:moveTo>
                    <a:pt x="118765" y="1429643"/>
                  </a:moveTo>
                  <a:lnTo>
                    <a:pt x="95831" y="1505273"/>
                  </a:lnTo>
                  <a:lnTo>
                    <a:pt x="134347" y="1481180"/>
                  </a:lnTo>
                  <a:close/>
                  <a:moveTo>
                    <a:pt x="328688" y="1736511"/>
                  </a:moveTo>
                  <a:lnTo>
                    <a:pt x="389654" y="1724930"/>
                  </a:lnTo>
                  <a:lnTo>
                    <a:pt x="365446" y="1712427"/>
                  </a:lnTo>
                  <a:close/>
                  <a:moveTo>
                    <a:pt x="151416" y="1354012"/>
                  </a:moveTo>
                  <a:lnTo>
                    <a:pt x="94135" y="1396751"/>
                  </a:lnTo>
                  <a:lnTo>
                    <a:pt x="118765" y="1429643"/>
                  </a:lnTo>
                  <a:close/>
                  <a:moveTo>
                    <a:pt x="151416" y="1354012"/>
                  </a:moveTo>
                  <a:lnTo>
                    <a:pt x="160037" y="1333570"/>
                  </a:lnTo>
                  <a:lnTo>
                    <a:pt x="101958" y="1367692"/>
                  </a:lnTo>
                  <a:close/>
                  <a:moveTo>
                    <a:pt x="101958" y="1367692"/>
                  </a:moveTo>
                  <a:lnTo>
                    <a:pt x="160037" y="1333570"/>
                  </a:lnTo>
                  <a:lnTo>
                    <a:pt x="139663" y="1312278"/>
                  </a:lnTo>
                  <a:close/>
                  <a:moveTo>
                    <a:pt x="382408" y="1506048"/>
                  </a:moveTo>
                  <a:lnTo>
                    <a:pt x="342600" y="1508622"/>
                  </a:lnTo>
                  <a:lnTo>
                    <a:pt x="307779" y="1536601"/>
                  </a:lnTo>
                  <a:close/>
                  <a:moveTo>
                    <a:pt x="195775" y="1329918"/>
                  </a:moveTo>
                  <a:lnTo>
                    <a:pt x="171921" y="1286053"/>
                  </a:lnTo>
                  <a:lnTo>
                    <a:pt x="163220" y="1302476"/>
                  </a:lnTo>
                  <a:close/>
                  <a:moveTo>
                    <a:pt x="155199" y="1250939"/>
                  </a:moveTo>
                  <a:lnTo>
                    <a:pt x="163220" y="1302476"/>
                  </a:lnTo>
                  <a:lnTo>
                    <a:pt x="160532" y="1232569"/>
                  </a:lnTo>
                  <a:close/>
                  <a:moveTo>
                    <a:pt x="163220" y="1302476"/>
                  </a:moveTo>
                  <a:lnTo>
                    <a:pt x="171921" y="1286053"/>
                  </a:lnTo>
                  <a:lnTo>
                    <a:pt x="160532" y="1232569"/>
                  </a:lnTo>
                  <a:close/>
                  <a:moveTo>
                    <a:pt x="382408" y="1506048"/>
                  </a:moveTo>
                  <a:lnTo>
                    <a:pt x="411181" y="1519199"/>
                  </a:lnTo>
                  <a:lnTo>
                    <a:pt x="397665" y="1484528"/>
                  </a:lnTo>
                  <a:close/>
                  <a:moveTo>
                    <a:pt x="397665" y="1484528"/>
                  </a:moveTo>
                  <a:lnTo>
                    <a:pt x="448892" y="1511971"/>
                  </a:lnTo>
                  <a:lnTo>
                    <a:pt x="445549" y="1460434"/>
                  </a:lnTo>
                  <a:close/>
                  <a:moveTo>
                    <a:pt x="423546" y="1408898"/>
                  </a:moveTo>
                  <a:lnTo>
                    <a:pt x="409807" y="1432813"/>
                  </a:lnTo>
                  <a:lnTo>
                    <a:pt x="397665" y="1484528"/>
                  </a:lnTo>
                  <a:close/>
                  <a:moveTo>
                    <a:pt x="445549" y="1460434"/>
                  </a:moveTo>
                  <a:lnTo>
                    <a:pt x="423546" y="1408898"/>
                  </a:lnTo>
                  <a:lnTo>
                    <a:pt x="397665" y="1484528"/>
                  </a:lnTo>
                  <a:close/>
                  <a:moveTo>
                    <a:pt x="410208" y="1432991"/>
                  </a:moveTo>
                  <a:lnTo>
                    <a:pt x="431654" y="1380596"/>
                  </a:lnTo>
                  <a:lnTo>
                    <a:pt x="442383" y="1357361"/>
                  </a:lnTo>
                  <a:close/>
                  <a:moveTo>
                    <a:pt x="431654" y="1380596"/>
                  </a:moveTo>
                  <a:lnTo>
                    <a:pt x="409807" y="1432813"/>
                  </a:lnTo>
                  <a:lnTo>
                    <a:pt x="423546" y="1408898"/>
                  </a:lnTo>
                  <a:close/>
                  <a:moveTo>
                    <a:pt x="431654" y="1380596"/>
                  </a:moveTo>
                  <a:lnTo>
                    <a:pt x="455464" y="1334717"/>
                  </a:lnTo>
                  <a:lnTo>
                    <a:pt x="442383" y="1357361"/>
                  </a:lnTo>
                  <a:close/>
                  <a:moveTo>
                    <a:pt x="455464" y="1334717"/>
                  </a:moveTo>
                  <a:lnTo>
                    <a:pt x="456395" y="1333267"/>
                  </a:lnTo>
                  <a:lnTo>
                    <a:pt x="442383" y="1357361"/>
                  </a:lnTo>
                  <a:close/>
                  <a:moveTo>
                    <a:pt x="151257" y="1030944"/>
                  </a:moveTo>
                  <a:lnTo>
                    <a:pt x="119214" y="1048141"/>
                  </a:lnTo>
                  <a:lnTo>
                    <a:pt x="180235" y="1028322"/>
                  </a:lnTo>
                  <a:close/>
                  <a:moveTo>
                    <a:pt x="731215" y="1532096"/>
                  </a:moveTo>
                  <a:lnTo>
                    <a:pt x="748969" y="1515319"/>
                  </a:lnTo>
                  <a:lnTo>
                    <a:pt x="729769" y="1539413"/>
                  </a:lnTo>
                  <a:close/>
                  <a:moveTo>
                    <a:pt x="377311" y="1170278"/>
                  </a:moveTo>
                  <a:lnTo>
                    <a:pt x="402288" y="1135899"/>
                  </a:lnTo>
                  <a:lnTo>
                    <a:pt x="374234" y="1178657"/>
                  </a:lnTo>
                  <a:close/>
                  <a:moveTo>
                    <a:pt x="288930" y="953176"/>
                  </a:moveTo>
                  <a:lnTo>
                    <a:pt x="254900" y="973972"/>
                  </a:lnTo>
                  <a:lnTo>
                    <a:pt x="252811" y="1007301"/>
                  </a:lnTo>
                  <a:close/>
                  <a:moveTo>
                    <a:pt x="252811" y="1007301"/>
                  </a:moveTo>
                  <a:lnTo>
                    <a:pt x="275481" y="999953"/>
                  </a:lnTo>
                  <a:lnTo>
                    <a:pt x="288930" y="953176"/>
                  </a:lnTo>
                  <a:close/>
                  <a:moveTo>
                    <a:pt x="243155" y="930060"/>
                  </a:moveTo>
                  <a:lnTo>
                    <a:pt x="213333" y="953458"/>
                  </a:lnTo>
                  <a:lnTo>
                    <a:pt x="197156" y="972511"/>
                  </a:lnTo>
                  <a:close/>
                  <a:moveTo>
                    <a:pt x="761121" y="1509009"/>
                  </a:moveTo>
                  <a:lnTo>
                    <a:pt x="748969" y="1515319"/>
                  </a:lnTo>
                  <a:lnTo>
                    <a:pt x="731215" y="1532096"/>
                  </a:lnTo>
                  <a:close/>
                  <a:moveTo>
                    <a:pt x="790438" y="1501506"/>
                  </a:moveTo>
                  <a:lnTo>
                    <a:pt x="858030" y="1521984"/>
                  </a:lnTo>
                  <a:lnTo>
                    <a:pt x="818610" y="1491226"/>
                  </a:lnTo>
                  <a:close/>
                  <a:moveTo>
                    <a:pt x="324687" y="986849"/>
                  </a:moveTo>
                  <a:lnTo>
                    <a:pt x="296213" y="953757"/>
                  </a:lnTo>
                  <a:lnTo>
                    <a:pt x="275481" y="999953"/>
                  </a:lnTo>
                  <a:close/>
                  <a:moveTo>
                    <a:pt x="943683" y="1518668"/>
                  </a:moveTo>
                  <a:lnTo>
                    <a:pt x="931663" y="1487710"/>
                  </a:lnTo>
                  <a:lnTo>
                    <a:pt x="907719" y="1533086"/>
                  </a:lnTo>
                  <a:close/>
                  <a:moveTo>
                    <a:pt x="840380" y="1415595"/>
                  </a:moveTo>
                  <a:lnTo>
                    <a:pt x="818610" y="1491226"/>
                  </a:lnTo>
                  <a:lnTo>
                    <a:pt x="874906" y="1450179"/>
                  </a:lnTo>
                  <a:close/>
                  <a:moveTo>
                    <a:pt x="874906" y="1450179"/>
                  </a:moveTo>
                  <a:lnTo>
                    <a:pt x="818610" y="1491226"/>
                  </a:lnTo>
                  <a:lnTo>
                    <a:pt x="874557" y="1471102"/>
                  </a:lnTo>
                  <a:close/>
                  <a:moveTo>
                    <a:pt x="931663" y="1487710"/>
                  </a:moveTo>
                  <a:lnTo>
                    <a:pt x="917346" y="1467132"/>
                  </a:lnTo>
                  <a:lnTo>
                    <a:pt x="858030" y="1521984"/>
                  </a:lnTo>
                  <a:close/>
                  <a:moveTo>
                    <a:pt x="917346" y="1467132"/>
                  </a:moveTo>
                  <a:lnTo>
                    <a:pt x="924364" y="1460421"/>
                  </a:lnTo>
                  <a:lnTo>
                    <a:pt x="905910" y="1420851"/>
                  </a:lnTo>
                  <a:close/>
                  <a:moveTo>
                    <a:pt x="874557" y="1471102"/>
                  </a:moveTo>
                  <a:lnTo>
                    <a:pt x="917346" y="1467132"/>
                  </a:lnTo>
                  <a:lnTo>
                    <a:pt x="905910" y="1420851"/>
                  </a:lnTo>
                  <a:close/>
                  <a:moveTo>
                    <a:pt x="806425" y="1388152"/>
                  </a:moveTo>
                  <a:lnTo>
                    <a:pt x="840380" y="1415595"/>
                  </a:lnTo>
                  <a:lnTo>
                    <a:pt x="843878" y="1364058"/>
                  </a:lnTo>
                  <a:close/>
                  <a:moveTo>
                    <a:pt x="905910" y="1420851"/>
                  </a:moveTo>
                  <a:lnTo>
                    <a:pt x="924364" y="1460421"/>
                  </a:lnTo>
                  <a:lnTo>
                    <a:pt x="932568" y="1415595"/>
                  </a:lnTo>
                  <a:close/>
                  <a:moveTo>
                    <a:pt x="849615" y="1355623"/>
                  </a:moveTo>
                  <a:lnTo>
                    <a:pt x="806425" y="1388152"/>
                  </a:lnTo>
                  <a:lnTo>
                    <a:pt x="843878" y="1364058"/>
                  </a:lnTo>
                  <a:close/>
                  <a:moveTo>
                    <a:pt x="32977" y="398469"/>
                  </a:moveTo>
                  <a:lnTo>
                    <a:pt x="6282" y="460494"/>
                  </a:lnTo>
                  <a:lnTo>
                    <a:pt x="0" y="436400"/>
                  </a:lnTo>
                  <a:close/>
                  <a:moveTo>
                    <a:pt x="32977" y="398469"/>
                  </a:moveTo>
                  <a:lnTo>
                    <a:pt x="11180" y="451874"/>
                  </a:lnTo>
                  <a:lnTo>
                    <a:pt x="6282" y="460494"/>
                  </a:lnTo>
                  <a:close/>
                  <a:moveTo>
                    <a:pt x="32977" y="398469"/>
                  </a:moveTo>
                  <a:lnTo>
                    <a:pt x="43013" y="384863"/>
                  </a:lnTo>
                  <a:lnTo>
                    <a:pt x="41068" y="408957"/>
                  </a:lnTo>
                  <a:close/>
                  <a:moveTo>
                    <a:pt x="943683" y="1518668"/>
                  </a:moveTo>
                  <a:lnTo>
                    <a:pt x="1010400" y="1472516"/>
                  </a:lnTo>
                  <a:lnTo>
                    <a:pt x="928054" y="1465591"/>
                  </a:lnTo>
                  <a:close/>
                  <a:moveTo>
                    <a:pt x="928054" y="1465591"/>
                  </a:moveTo>
                  <a:lnTo>
                    <a:pt x="1010400" y="1472516"/>
                  </a:lnTo>
                  <a:lnTo>
                    <a:pt x="993495" y="1450371"/>
                  </a:lnTo>
                  <a:close/>
                  <a:moveTo>
                    <a:pt x="928054" y="1465591"/>
                  </a:moveTo>
                  <a:lnTo>
                    <a:pt x="981074" y="1397727"/>
                  </a:lnTo>
                  <a:lnTo>
                    <a:pt x="924364" y="1460421"/>
                  </a:lnTo>
                  <a:close/>
                  <a:moveTo>
                    <a:pt x="894191" y="1387384"/>
                  </a:moveTo>
                  <a:lnTo>
                    <a:pt x="892969" y="1393390"/>
                  </a:lnTo>
                  <a:lnTo>
                    <a:pt x="904658" y="1386743"/>
                  </a:lnTo>
                  <a:close/>
                  <a:moveTo>
                    <a:pt x="916595" y="1296473"/>
                  </a:moveTo>
                  <a:lnTo>
                    <a:pt x="849615" y="1355623"/>
                  </a:lnTo>
                  <a:lnTo>
                    <a:pt x="875587" y="1317826"/>
                  </a:lnTo>
                  <a:close/>
                  <a:moveTo>
                    <a:pt x="425727" y="848693"/>
                  </a:moveTo>
                  <a:lnTo>
                    <a:pt x="436426" y="846486"/>
                  </a:lnTo>
                  <a:lnTo>
                    <a:pt x="413792" y="797156"/>
                  </a:lnTo>
                  <a:close/>
                  <a:moveTo>
                    <a:pt x="436426" y="846486"/>
                  </a:moveTo>
                  <a:lnTo>
                    <a:pt x="509115" y="825374"/>
                  </a:lnTo>
                  <a:lnTo>
                    <a:pt x="484533" y="782616"/>
                  </a:lnTo>
                  <a:close/>
                  <a:moveTo>
                    <a:pt x="436426" y="846486"/>
                  </a:moveTo>
                  <a:lnTo>
                    <a:pt x="484533" y="782616"/>
                  </a:lnTo>
                  <a:lnTo>
                    <a:pt x="425583" y="792559"/>
                  </a:lnTo>
                  <a:close/>
                  <a:moveTo>
                    <a:pt x="70508" y="364114"/>
                  </a:moveTo>
                  <a:lnTo>
                    <a:pt x="43013" y="384863"/>
                  </a:lnTo>
                  <a:lnTo>
                    <a:pt x="96815" y="367987"/>
                  </a:lnTo>
                  <a:close/>
                  <a:moveTo>
                    <a:pt x="875587" y="1317826"/>
                  </a:moveTo>
                  <a:lnTo>
                    <a:pt x="901942" y="1323352"/>
                  </a:lnTo>
                  <a:lnTo>
                    <a:pt x="916595" y="1296473"/>
                  </a:lnTo>
                  <a:close/>
                  <a:moveTo>
                    <a:pt x="916595" y="1296473"/>
                  </a:moveTo>
                  <a:lnTo>
                    <a:pt x="901942" y="1323352"/>
                  </a:lnTo>
                  <a:lnTo>
                    <a:pt x="941452" y="1264334"/>
                  </a:lnTo>
                  <a:close/>
                  <a:moveTo>
                    <a:pt x="941912" y="1256229"/>
                  </a:moveTo>
                  <a:lnTo>
                    <a:pt x="938231" y="1269089"/>
                  </a:lnTo>
                  <a:lnTo>
                    <a:pt x="941452" y="1264334"/>
                  </a:lnTo>
                  <a:close/>
                  <a:moveTo>
                    <a:pt x="983182" y="1235852"/>
                  </a:moveTo>
                  <a:lnTo>
                    <a:pt x="957686" y="1212797"/>
                  </a:lnTo>
                  <a:lnTo>
                    <a:pt x="956349" y="1270428"/>
                  </a:lnTo>
                  <a:close/>
                  <a:moveTo>
                    <a:pt x="941912" y="1256229"/>
                  </a:moveTo>
                  <a:lnTo>
                    <a:pt x="952316" y="1264334"/>
                  </a:lnTo>
                  <a:lnTo>
                    <a:pt x="938231" y="1269089"/>
                  </a:lnTo>
                  <a:close/>
                  <a:moveTo>
                    <a:pt x="222960" y="314953"/>
                  </a:moveTo>
                  <a:lnTo>
                    <a:pt x="190245" y="327539"/>
                  </a:lnTo>
                  <a:lnTo>
                    <a:pt x="146529" y="338769"/>
                  </a:lnTo>
                  <a:close/>
                  <a:moveTo>
                    <a:pt x="222960" y="314953"/>
                  </a:moveTo>
                  <a:lnTo>
                    <a:pt x="146529" y="338769"/>
                  </a:lnTo>
                  <a:lnTo>
                    <a:pt x="179725" y="327983"/>
                  </a:lnTo>
                  <a:close/>
                  <a:moveTo>
                    <a:pt x="457049" y="578748"/>
                  </a:moveTo>
                  <a:lnTo>
                    <a:pt x="460939" y="570264"/>
                  </a:lnTo>
                  <a:lnTo>
                    <a:pt x="432809" y="575514"/>
                  </a:lnTo>
                  <a:close/>
                  <a:moveTo>
                    <a:pt x="697989" y="848512"/>
                  </a:moveTo>
                  <a:lnTo>
                    <a:pt x="687867" y="870204"/>
                  </a:lnTo>
                  <a:lnTo>
                    <a:pt x="697508" y="827947"/>
                  </a:lnTo>
                  <a:close/>
                  <a:moveTo>
                    <a:pt x="711600" y="784262"/>
                  </a:moveTo>
                  <a:lnTo>
                    <a:pt x="697989" y="848512"/>
                  </a:lnTo>
                  <a:lnTo>
                    <a:pt x="697508" y="827947"/>
                  </a:lnTo>
                  <a:close/>
                  <a:moveTo>
                    <a:pt x="760928" y="772583"/>
                  </a:moveTo>
                  <a:lnTo>
                    <a:pt x="739333" y="776411"/>
                  </a:lnTo>
                  <a:lnTo>
                    <a:pt x="794611" y="785049"/>
                  </a:lnTo>
                  <a:close/>
                  <a:moveTo>
                    <a:pt x="739333" y="776411"/>
                  </a:moveTo>
                  <a:lnTo>
                    <a:pt x="711600" y="784262"/>
                  </a:lnTo>
                  <a:lnTo>
                    <a:pt x="794611" y="785049"/>
                  </a:lnTo>
                  <a:close/>
                  <a:moveTo>
                    <a:pt x="760928" y="772583"/>
                  </a:moveTo>
                  <a:lnTo>
                    <a:pt x="794611" y="785049"/>
                  </a:lnTo>
                  <a:lnTo>
                    <a:pt x="822203" y="752317"/>
                  </a:lnTo>
                  <a:close/>
                  <a:moveTo>
                    <a:pt x="907921" y="729044"/>
                  </a:moveTo>
                  <a:lnTo>
                    <a:pt x="845144" y="742099"/>
                  </a:lnTo>
                  <a:lnTo>
                    <a:pt x="910027" y="732319"/>
                  </a:lnTo>
                  <a:close/>
                  <a:moveTo>
                    <a:pt x="845144" y="742099"/>
                  </a:moveTo>
                  <a:lnTo>
                    <a:pt x="864317" y="736090"/>
                  </a:lnTo>
                  <a:lnTo>
                    <a:pt x="910027" y="732319"/>
                  </a:lnTo>
                  <a:close/>
                  <a:moveTo>
                    <a:pt x="864317" y="736090"/>
                  </a:moveTo>
                  <a:lnTo>
                    <a:pt x="899031" y="730984"/>
                  </a:lnTo>
                  <a:lnTo>
                    <a:pt x="910027" y="732319"/>
                  </a:lnTo>
                  <a:close/>
                  <a:moveTo>
                    <a:pt x="589638" y="138019"/>
                  </a:moveTo>
                  <a:lnTo>
                    <a:pt x="615859" y="101158"/>
                  </a:lnTo>
                  <a:lnTo>
                    <a:pt x="592910" y="113132"/>
                  </a:lnTo>
                  <a:close/>
                  <a:moveTo>
                    <a:pt x="614119" y="89039"/>
                  </a:moveTo>
                  <a:lnTo>
                    <a:pt x="626431" y="37502"/>
                  </a:lnTo>
                  <a:lnTo>
                    <a:pt x="592910" y="113132"/>
                  </a:lnTo>
                  <a:close/>
                  <a:moveTo>
                    <a:pt x="671604" y="0"/>
                  </a:moveTo>
                  <a:lnTo>
                    <a:pt x="640451" y="18425"/>
                  </a:lnTo>
                  <a:lnTo>
                    <a:pt x="626431" y="3750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49" name="Output_density__4248">
              <a:extLst>
                <a:ext uri="{FF2B5EF4-FFF2-40B4-BE49-F238E27FC236}">
                  <a16:creationId xmlns:a16="http://schemas.microsoft.com/office/drawing/2014/main" id="{DD060A63-9766-D7E9-7A14-E4214AEEB3C8}"/>
                </a:ext>
              </a:extLst>
            </p:cNvPr>
            <p:cNvSpPr>
              <a:spLocks noGrp="1"/>
            </p:cNvSpPr>
            <p:nvPr/>
          </p:nvSpPr>
          <p:spPr>
            <a:xfrm>
              <a:off x="15317333" y="2453845"/>
              <a:ext cx="1449369" cy="2131049"/>
            </a:xfrm>
            <a:custGeom>
              <a:avLst/>
              <a:gdLst/>
              <a:ahLst/>
              <a:cxnLst/>
              <a:rect l="0" t="0" r="0" b="0"/>
              <a:pathLst>
                <a:path w="1449369" h="2131049">
                  <a:moveTo>
                    <a:pt x="193466" y="1901360"/>
                  </a:moveTo>
                  <a:lnTo>
                    <a:pt x="217062" y="1924903"/>
                  </a:lnTo>
                  <a:lnTo>
                    <a:pt x="187503" y="1918843"/>
                  </a:lnTo>
                  <a:close/>
                  <a:moveTo>
                    <a:pt x="420311" y="2131049"/>
                  </a:moveTo>
                  <a:lnTo>
                    <a:pt x="439427" y="2124312"/>
                  </a:lnTo>
                  <a:lnTo>
                    <a:pt x="377956" y="2106884"/>
                  </a:lnTo>
                  <a:close/>
                  <a:moveTo>
                    <a:pt x="328004" y="2094799"/>
                  </a:moveTo>
                  <a:lnTo>
                    <a:pt x="377956" y="2106884"/>
                  </a:lnTo>
                  <a:lnTo>
                    <a:pt x="406655" y="2079285"/>
                  </a:lnTo>
                  <a:close/>
                  <a:moveTo>
                    <a:pt x="217062" y="1924903"/>
                  </a:moveTo>
                  <a:lnTo>
                    <a:pt x="253868" y="1910250"/>
                  </a:lnTo>
                  <a:lnTo>
                    <a:pt x="187503" y="1918843"/>
                  </a:lnTo>
                  <a:close/>
                  <a:moveTo>
                    <a:pt x="187503" y="1918843"/>
                  </a:moveTo>
                  <a:lnTo>
                    <a:pt x="253868" y="1910250"/>
                  </a:lnTo>
                  <a:lnTo>
                    <a:pt x="265145" y="1899558"/>
                  </a:lnTo>
                  <a:close/>
                  <a:moveTo>
                    <a:pt x="307607" y="1883638"/>
                  </a:moveTo>
                  <a:lnTo>
                    <a:pt x="293285" y="1869868"/>
                  </a:lnTo>
                  <a:lnTo>
                    <a:pt x="265145" y="1899558"/>
                  </a:lnTo>
                  <a:close/>
                  <a:moveTo>
                    <a:pt x="312580" y="1586786"/>
                  </a:moveTo>
                  <a:lnTo>
                    <a:pt x="354812" y="1615654"/>
                  </a:lnTo>
                  <a:lnTo>
                    <a:pt x="390321" y="1624309"/>
                  </a:lnTo>
                  <a:close/>
                  <a:moveTo>
                    <a:pt x="93149" y="1212032"/>
                  </a:moveTo>
                  <a:lnTo>
                    <a:pt x="62641" y="1210088"/>
                  </a:lnTo>
                  <a:lnTo>
                    <a:pt x="17729" y="1172623"/>
                  </a:lnTo>
                  <a:close/>
                  <a:moveTo>
                    <a:pt x="101972" y="1185994"/>
                  </a:moveTo>
                  <a:lnTo>
                    <a:pt x="50606" y="1208637"/>
                  </a:lnTo>
                  <a:lnTo>
                    <a:pt x="116380" y="1153103"/>
                  </a:lnTo>
                  <a:close/>
                  <a:moveTo>
                    <a:pt x="48400" y="1208513"/>
                  </a:moveTo>
                  <a:lnTo>
                    <a:pt x="62641" y="1210088"/>
                  </a:lnTo>
                  <a:lnTo>
                    <a:pt x="116380" y="1153103"/>
                  </a:lnTo>
                  <a:close/>
                  <a:moveTo>
                    <a:pt x="531136" y="1585793"/>
                  </a:moveTo>
                  <a:lnTo>
                    <a:pt x="470241" y="1602746"/>
                  </a:lnTo>
                  <a:lnTo>
                    <a:pt x="522697" y="1624195"/>
                  </a:lnTo>
                  <a:close/>
                  <a:moveTo>
                    <a:pt x="531136" y="1585793"/>
                  </a:moveTo>
                  <a:lnTo>
                    <a:pt x="470190" y="1597359"/>
                  </a:lnTo>
                  <a:lnTo>
                    <a:pt x="470241" y="1602746"/>
                  </a:lnTo>
                  <a:close/>
                  <a:moveTo>
                    <a:pt x="531136" y="1585793"/>
                  </a:moveTo>
                  <a:lnTo>
                    <a:pt x="522697" y="1624195"/>
                  </a:lnTo>
                  <a:lnTo>
                    <a:pt x="536849" y="1598287"/>
                  </a:lnTo>
                  <a:close/>
                  <a:moveTo>
                    <a:pt x="124203" y="1124044"/>
                  </a:moveTo>
                  <a:lnTo>
                    <a:pt x="108824" y="1073804"/>
                  </a:lnTo>
                  <a:lnTo>
                    <a:pt x="128271" y="1110364"/>
                  </a:lnTo>
                  <a:close/>
                  <a:moveTo>
                    <a:pt x="63608" y="1009838"/>
                  </a:moveTo>
                  <a:lnTo>
                    <a:pt x="107140" y="1058827"/>
                  </a:lnTo>
                  <a:lnTo>
                    <a:pt x="108824" y="1073804"/>
                  </a:lnTo>
                  <a:close/>
                  <a:moveTo>
                    <a:pt x="0" y="1031385"/>
                  </a:moveTo>
                  <a:lnTo>
                    <a:pt x="63608" y="1009838"/>
                  </a:lnTo>
                  <a:lnTo>
                    <a:pt x="66401" y="1006017"/>
                  </a:lnTo>
                  <a:close/>
                  <a:moveTo>
                    <a:pt x="63608" y="1009838"/>
                  </a:moveTo>
                  <a:lnTo>
                    <a:pt x="106889" y="1012633"/>
                  </a:lnTo>
                  <a:lnTo>
                    <a:pt x="66401" y="1006017"/>
                  </a:lnTo>
                  <a:close/>
                  <a:moveTo>
                    <a:pt x="106889" y="1012633"/>
                  </a:moveTo>
                  <a:lnTo>
                    <a:pt x="109612" y="992899"/>
                  </a:lnTo>
                  <a:lnTo>
                    <a:pt x="66401" y="1006017"/>
                  </a:lnTo>
                  <a:close/>
                  <a:moveTo>
                    <a:pt x="109612" y="992899"/>
                  </a:moveTo>
                  <a:lnTo>
                    <a:pt x="106889" y="1012633"/>
                  </a:lnTo>
                  <a:lnTo>
                    <a:pt x="127722" y="955754"/>
                  </a:lnTo>
                  <a:close/>
                  <a:moveTo>
                    <a:pt x="492084" y="1279715"/>
                  </a:moveTo>
                  <a:lnTo>
                    <a:pt x="513373" y="1286520"/>
                  </a:lnTo>
                  <a:lnTo>
                    <a:pt x="503335" y="1268322"/>
                  </a:lnTo>
                  <a:close/>
                  <a:moveTo>
                    <a:pt x="934793" y="1604985"/>
                  </a:moveTo>
                  <a:lnTo>
                    <a:pt x="914799" y="1637439"/>
                  </a:lnTo>
                  <a:lnTo>
                    <a:pt x="943897" y="1611331"/>
                  </a:lnTo>
                  <a:close/>
                  <a:moveTo>
                    <a:pt x="917437" y="1553448"/>
                  </a:moveTo>
                  <a:lnTo>
                    <a:pt x="876355" y="1533478"/>
                  </a:lnTo>
                  <a:lnTo>
                    <a:pt x="849846" y="1569268"/>
                  </a:lnTo>
                  <a:close/>
                  <a:moveTo>
                    <a:pt x="849846" y="1569268"/>
                  </a:moveTo>
                  <a:lnTo>
                    <a:pt x="800702" y="1518570"/>
                  </a:lnTo>
                  <a:lnTo>
                    <a:pt x="803683" y="1526005"/>
                  </a:lnTo>
                  <a:close/>
                  <a:moveTo>
                    <a:pt x="787875" y="1512247"/>
                  </a:moveTo>
                  <a:lnTo>
                    <a:pt x="803683" y="1526005"/>
                  </a:lnTo>
                  <a:lnTo>
                    <a:pt x="800702" y="1518570"/>
                  </a:lnTo>
                  <a:close/>
                  <a:moveTo>
                    <a:pt x="518962" y="1216786"/>
                  </a:moveTo>
                  <a:lnTo>
                    <a:pt x="496252" y="1262456"/>
                  </a:lnTo>
                  <a:lnTo>
                    <a:pt x="503335" y="1268322"/>
                  </a:lnTo>
                  <a:close/>
                  <a:moveTo>
                    <a:pt x="289925" y="939793"/>
                  </a:moveTo>
                  <a:lnTo>
                    <a:pt x="317467" y="976205"/>
                  </a:lnTo>
                  <a:lnTo>
                    <a:pt x="295081" y="959103"/>
                  </a:lnTo>
                  <a:close/>
                  <a:moveTo>
                    <a:pt x="403887" y="986546"/>
                  </a:moveTo>
                  <a:lnTo>
                    <a:pt x="424544" y="1027194"/>
                  </a:lnTo>
                  <a:lnTo>
                    <a:pt x="459613" y="1023410"/>
                  </a:lnTo>
                  <a:close/>
                  <a:moveTo>
                    <a:pt x="297547" y="907566"/>
                  </a:moveTo>
                  <a:lnTo>
                    <a:pt x="282855" y="883472"/>
                  </a:lnTo>
                  <a:lnTo>
                    <a:pt x="295081" y="959103"/>
                  </a:lnTo>
                  <a:close/>
                  <a:moveTo>
                    <a:pt x="297547" y="907566"/>
                  </a:moveTo>
                  <a:lnTo>
                    <a:pt x="308210" y="831936"/>
                  </a:lnTo>
                  <a:lnTo>
                    <a:pt x="282855" y="883472"/>
                  </a:lnTo>
                  <a:close/>
                  <a:moveTo>
                    <a:pt x="917437" y="1553448"/>
                  </a:moveTo>
                  <a:lnTo>
                    <a:pt x="934793" y="1604985"/>
                  </a:lnTo>
                  <a:lnTo>
                    <a:pt x="892893" y="1544346"/>
                  </a:lnTo>
                  <a:close/>
                  <a:moveTo>
                    <a:pt x="590172" y="1073837"/>
                  </a:moveTo>
                  <a:lnTo>
                    <a:pt x="609116" y="1121179"/>
                  </a:lnTo>
                  <a:lnTo>
                    <a:pt x="627166" y="1141155"/>
                  </a:lnTo>
                  <a:close/>
                  <a:moveTo>
                    <a:pt x="609116" y="1121179"/>
                  </a:moveTo>
                  <a:lnTo>
                    <a:pt x="590172" y="1073837"/>
                  </a:lnTo>
                  <a:lnTo>
                    <a:pt x="606282" y="1117061"/>
                  </a:lnTo>
                  <a:close/>
                  <a:moveTo>
                    <a:pt x="459613" y="1023410"/>
                  </a:moveTo>
                  <a:lnTo>
                    <a:pt x="403474" y="986187"/>
                  </a:lnTo>
                  <a:lnTo>
                    <a:pt x="403887" y="986546"/>
                  </a:lnTo>
                  <a:close/>
                  <a:moveTo>
                    <a:pt x="1020933" y="1641701"/>
                  </a:moveTo>
                  <a:lnTo>
                    <a:pt x="1075935" y="1683964"/>
                  </a:lnTo>
                  <a:lnTo>
                    <a:pt x="1037334" y="1651099"/>
                  </a:lnTo>
                  <a:close/>
                  <a:moveTo>
                    <a:pt x="1130755" y="1608334"/>
                  </a:moveTo>
                  <a:lnTo>
                    <a:pt x="1116539" y="1637659"/>
                  </a:lnTo>
                  <a:lnTo>
                    <a:pt x="1143547" y="1617982"/>
                  </a:lnTo>
                  <a:close/>
                  <a:moveTo>
                    <a:pt x="1143547" y="1617982"/>
                  </a:moveTo>
                  <a:lnTo>
                    <a:pt x="1116539" y="1637659"/>
                  </a:lnTo>
                  <a:lnTo>
                    <a:pt x="1114121" y="1666665"/>
                  </a:lnTo>
                  <a:close/>
                  <a:moveTo>
                    <a:pt x="1143547" y="1617982"/>
                  </a:moveTo>
                  <a:lnTo>
                    <a:pt x="1114121" y="1666665"/>
                  </a:lnTo>
                  <a:lnTo>
                    <a:pt x="1165548" y="1662839"/>
                  </a:lnTo>
                  <a:close/>
                  <a:moveTo>
                    <a:pt x="1165548" y="1662839"/>
                  </a:moveTo>
                  <a:lnTo>
                    <a:pt x="1201692" y="1671437"/>
                  </a:lnTo>
                  <a:lnTo>
                    <a:pt x="1143547" y="1617982"/>
                  </a:lnTo>
                  <a:close/>
                  <a:moveTo>
                    <a:pt x="822520" y="1312603"/>
                  </a:moveTo>
                  <a:lnTo>
                    <a:pt x="835778" y="1323208"/>
                  </a:lnTo>
                  <a:lnTo>
                    <a:pt x="812682" y="1257858"/>
                  </a:lnTo>
                  <a:close/>
                  <a:moveTo>
                    <a:pt x="880275" y="1278336"/>
                  </a:moveTo>
                  <a:lnTo>
                    <a:pt x="853346" y="1312554"/>
                  </a:lnTo>
                  <a:lnTo>
                    <a:pt x="929963" y="1289438"/>
                  </a:lnTo>
                  <a:close/>
                  <a:moveTo>
                    <a:pt x="123242" y="371911"/>
                  </a:moveTo>
                  <a:lnTo>
                    <a:pt x="98197" y="410623"/>
                  </a:lnTo>
                  <a:lnTo>
                    <a:pt x="124103" y="371455"/>
                  </a:lnTo>
                  <a:close/>
                  <a:moveTo>
                    <a:pt x="124103" y="371455"/>
                  </a:moveTo>
                  <a:lnTo>
                    <a:pt x="98197" y="410623"/>
                  </a:lnTo>
                  <a:lnTo>
                    <a:pt x="138221" y="447085"/>
                  </a:lnTo>
                  <a:close/>
                  <a:moveTo>
                    <a:pt x="124103" y="371455"/>
                  </a:moveTo>
                  <a:lnTo>
                    <a:pt x="138221" y="447085"/>
                  </a:lnTo>
                  <a:lnTo>
                    <a:pt x="143575" y="422992"/>
                  </a:lnTo>
                  <a:close/>
                  <a:moveTo>
                    <a:pt x="86667" y="367512"/>
                  </a:moveTo>
                  <a:lnTo>
                    <a:pt x="79766" y="395549"/>
                  </a:lnTo>
                  <a:lnTo>
                    <a:pt x="123242" y="371911"/>
                  </a:lnTo>
                  <a:close/>
                  <a:moveTo>
                    <a:pt x="124103" y="371455"/>
                  </a:moveTo>
                  <a:lnTo>
                    <a:pt x="84218" y="340893"/>
                  </a:lnTo>
                  <a:lnTo>
                    <a:pt x="87133" y="344012"/>
                  </a:lnTo>
                  <a:close/>
                  <a:moveTo>
                    <a:pt x="86667" y="367512"/>
                  </a:moveTo>
                  <a:lnTo>
                    <a:pt x="123242" y="371911"/>
                  </a:lnTo>
                  <a:lnTo>
                    <a:pt x="124103" y="371455"/>
                  </a:lnTo>
                  <a:close/>
                  <a:moveTo>
                    <a:pt x="87133" y="344012"/>
                  </a:moveTo>
                  <a:lnTo>
                    <a:pt x="86667" y="367512"/>
                  </a:lnTo>
                  <a:lnTo>
                    <a:pt x="124103" y="371455"/>
                  </a:lnTo>
                  <a:close/>
                  <a:moveTo>
                    <a:pt x="1116237" y="1602202"/>
                  </a:moveTo>
                  <a:lnTo>
                    <a:pt x="1130755" y="1608334"/>
                  </a:lnTo>
                  <a:lnTo>
                    <a:pt x="1102604" y="1585559"/>
                  </a:lnTo>
                  <a:close/>
                  <a:moveTo>
                    <a:pt x="942042" y="1299114"/>
                  </a:moveTo>
                  <a:lnTo>
                    <a:pt x="988907" y="1335139"/>
                  </a:lnTo>
                  <a:lnTo>
                    <a:pt x="979380" y="1326556"/>
                  </a:lnTo>
                  <a:close/>
                  <a:moveTo>
                    <a:pt x="718664" y="1070100"/>
                  </a:moveTo>
                  <a:lnTo>
                    <a:pt x="727152" y="1055190"/>
                  </a:lnTo>
                  <a:lnTo>
                    <a:pt x="752822" y="1080313"/>
                  </a:lnTo>
                  <a:close/>
                  <a:moveTo>
                    <a:pt x="163909" y="314088"/>
                  </a:moveTo>
                  <a:lnTo>
                    <a:pt x="124103" y="371455"/>
                  </a:lnTo>
                  <a:lnTo>
                    <a:pt x="177794" y="365543"/>
                  </a:lnTo>
                  <a:close/>
                  <a:moveTo>
                    <a:pt x="175251" y="319918"/>
                  </a:moveTo>
                  <a:lnTo>
                    <a:pt x="176503" y="258916"/>
                  </a:lnTo>
                  <a:lnTo>
                    <a:pt x="163909" y="314088"/>
                  </a:lnTo>
                  <a:close/>
                  <a:moveTo>
                    <a:pt x="1037446" y="1275020"/>
                  </a:moveTo>
                  <a:lnTo>
                    <a:pt x="1028260" y="1223483"/>
                  </a:lnTo>
                  <a:lnTo>
                    <a:pt x="1056899" y="1250926"/>
                  </a:lnTo>
                  <a:close/>
                  <a:moveTo>
                    <a:pt x="953805" y="1156349"/>
                  </a:moveTo>
                  <a:lnTo>
                    <a:pt x="925488" y="1147853"/>
                  </a:lnTo>
                  <a:lnTo>
                    <a:pt x="926903" y="1143095"/>
                  </a:lnTo>
                  <a:close/>
                  <a:moveTo>
                    <a:pt x="1009866" y="1143703"/>
                  </a:moveTo>
                  <a:lnTo>
                    <a:pt x="953805" y="1156349"/>
                  </a:lnTo>
                  <a:lnTo>
                    <a:pt x="926903" y="1143095"/>
                  </a:lnTo>
                  <a:close/>
                  <a:moveTo>
                    <a:pt x="1003318" y="1154078"/>
                  </a:moveTo>
                  <a:lnTo>
                    <a:pt x="1056490" y="1148833"/>
                  </a:lnTo>
                  <a:lnTo>
                    <a:pt x="1009866" y="1143703"/>
                  </a:lnTo>
                  <a:close/>
                  <a:moveTo>
                    <a:pt x="882844" y="1018142"/>
                  </a:moveTo>
                  <a:lnTo>
                    <a:pt x="905777" y="1007167"/>
                  </a:lnTo>
                  <a:lnTo>
                    <a:pt x="897515" y="993243"/>
                  </a:lnTo>
                  <a:close/>
                  <a:moveTo>
                    <a:pt x="720685" y="855468"/>
                  </a:moveTo>
                  <a:lnTo>
                    <a:pt x="683043" y="914264"/>
                  </a:lnTo>
                  <a:lnTo>
                    <a:pt x="718710" y="888725"/>
                  </a:lnTo>
                  <a:close/>
                  <a:moveTo>
                    <a:pt x="679674" y="913570"/>
                  </a:moveTo>
                  <a:lnTo>
                    <a:pt x="683043" y="914264"/>
                  </a:lnTo>
                  <a:lnTo>
                    <a:pt x="720685" y="855468"/>
                  </a:lnTo>
                  <a:close/>
                  <a:moveTo>
                    <a:pt x="690729" y="841840"/>
                  </a:moveTo>
                  <a:lnTo>
                    <a:pt x="679674" y="913570"/>
                  </a:lnTo>
                  <a:lnTo>
                    <a:pt x="720685" y="855468"/>
                  </a:lnTo>
                  <a:close/>
                  <a:moveTo>
                    <a:pt x="720685" y="855468"/>
                  </a:moveTo>
                  <a:lnTo>
                    <a:pt x="727929" y="788293"/>
                  </a:lnTo>
                  <a:lnTo>
                    <a:pt x="690063" y="821397"/>
                  </a:lnTo>
                  <a:close/>
                  <a:moveTo>
                    <a:pt x="568523" y="589494"/>
                  </a:moveTo>
                  <a:lnTo>
                    <a:pt x="531360" y="581725"/>
                  </a:lnTo>
                  <a:lnTo>
                    <a:pt x="508047" y="625121"/>
                  </a:lnTo>
                  <a:close/>
                  <a:moveTo>
                    <a:pt x="340764" y="497244"/>
                  </a:moveTo>
                  <a:lnTo>
                    <a:pt x="356024" y="553508"/>
                  </a:lnTo>
                  <a:lnTo>
                    <a:pt x="364633" y="501971"/>
                  </a:lnTo>
                  <a:close/>
                  <a:moveTo>
                    <a:pt x="340764" y="497244"/>
                  </a:moveTo>
                  <a:lnTo>
                    <a:pt x="364633" y="501971"/>
                  </a:lnTo>
                  <a:lnTo>
                    <a:pt x="384495" y="436931"/>
                  </a:lnTo>
                  <a:close/>
                  <a:moveTo>
                    <a:pt x="344664" y="431330"/>
                  </a:moveTo>
                  <a:lnTo>
                    <a:pt x="340764" y="497244"/>
                  </a:lnTo>
                  <a:lnTo>
                    <a:pt x="384495" y="436931"/>
                  </a:lnTo>
                  <a:close/>
                  <a:moveTo>
                    <a:pt x="344664" y="431330"/>
                  </a:moveTo>
                  <a:lnTo>
                    <a:pt x="384495" y="436931"/>
                  </a:lnTo>
                  <a:lnTo>
                    <a:pt x="347782" y="415049"/>
                  </a:lnTo>
                  <a:close/>
                  <a:moveTo>
                    <a:pt x="384495" y="436931"/>
                  </a:moveTo>
                  <a:lnTo>
                    <a:pt x="395327" y="418135"/>
                  </a:lnTo>
                  <a:lnTo>
                    <a:pt x="347782" y="415049"/>
                  </a:lnTo>
                  <a:close/>
                  <a:moveTo>
                    <a:pt x="218644" y="220194"/>
                  </a:moveTo>
                  <a:lnTo>
                    <a:pt x="235573" y="231066"/>
                  </a:lnTo>
                  <a:lnTo>
                    <a:pt x="251974" y="231516"/>
                  </a:lnTo>
                  <a:close/>
                  <a:moveTo>
                    <a:pt x="215845" y="231335"/>
                  </a:moveTo>
                  <a:lnTo>
                    <a:pt x="218644" y="220194"/>
                  </a:lnTo>
                  <a:lnTo>
                    <a:pt x="198641" y="206787"/>
                  </a:lnTo>
                  <a:close/>
                  <a:moveTo>
                    <a:pt x="198641" y="206787"/>
                  </a:moveTo>
                  <a:lnTo>
                    <a:pt x="192281" y="228279"/>
                  </a:lnTo>
                  <a:lnTo>
                    <a:pt x="215845" y="231335"/>
                  </a:lnTo>
                  <a:close/>
                  <a:moveTo>
                    <a:pt x="1449369" y="1559265"/>
                  </a:moveTo>
                  <a:lnTo>
                    <a:pt x="1432158" y="1539624"/>
                  </a:lnTo>
                  <a:lnTo>
                    <a:pt x="1434515" y="1596102"/>
                  </a:lnTo>
                  <a:close/>
                  <a:moveTo>
                    <a:pt x="1288161" y="1484515"/>
                  </a:moveTo>
                  <a:lnTo>
                    <a:pt x="1288496" y="1508609"/>
                  </a:lnTo>
                  <a:lnTo>
                    <a:pt x="1296215" y="1515606"/>
                  </a:lnTo>
                  <a:close/>
                  <a:moveTo>
                    <a:pt x="1199278" y="1226832"/>
                  </a:moveTo>
                  <a:lnTo>
                    <a:pt x="1156218" y="1206634"/>
                  </a:lnTo>
                  <a:lnTo>
                    <a:pt x="1121719" y="1212548"/>
                  </a:lnTo>
                  <a:close/>
                  <a:moveTo>
                    <a:pt x="1103957" y="1175295"/>
                  </a:moveTo>
                  <a:lnTo>
                    <a:pt x="1121719" y="1212548"/>
                  </a:lnTo>
                  <a:lnTo>
                    <a:pt x="1156218" y="1206634"/>
                  </a:lnTo>
                  <a:close/>
                  <a:moveTo>
                    <a:pt x="1103957" y="1175295"/>
                  </a:moveTo>
                  <a:lnTo>
                    <a:pt x="1087875" y="1199389"/>
                  </a:lnTo>
                  <a:lnTo>
                    <a:pt x="1121719" y="1212548"/>
                  </a:lnTo>
                  <a:close/>
                  <a:moveTo>
                    <a:pt x="1057303" y="1146383"/>
                  </a:moveTo>
                  <a:lnTo>
                    <a:pt x="1059679" y="1146240"/>
                  </a:lnTo>
                  <a:lnTo>
                    <a:pt x="1035790" y="1127679"/>
                  </a:lnTo>
                  <a:close/>
                  <a:moveTo>
                    <a:pt x="406301" y="324266"/>
                  </a:moveTo>
                  <a:lnTo>
                    <a:pt x="423506" y="348815"/>
                  </a:lnTo>
                  <a:lnTo>
                    <a:pt x="455053" y="331866"/>
                  </a:lnTo>
                  <a:close/>
                  <a:moveTo>
                    <a:pt x="266053" y="196100"/>
                  </a:moveTo>
                  <a:lnTo>
                    <a:pt x="218644" y="220194"/>
                  </a:lnTo>
                  <a:lnTo>
                    <a:pt x="251974" y="231516"/>
                  </a:lnTo>
                  <a:close/>
                  <a:moveTo>
                    <a:pt x="251974" y="231516"/>
                  </a:moveTo>
                  <a:lnTo>
                    <a:pt x="301623" y="242468"/>
                  </a:lnTo>
                  <a:lnTo>
                    <a:pt x="337115" y="240266"/>
                  </a:lnTo>
                  <a:close/>
                  <a:moveTo>
                    <a:pt x="280416" y="202957"/>
                  </a:moveTo>
                  <a:lnTo>
                    <a:pt x="251974" y="231516"/>
                  </a:lnTo>
                  <a:lnTo>
                    <a:pt x="337115" y="240266"/>
                  </a:lnTo>
                  <a:close/>
                  <a:moveTo>
                    <a:pt x="1098549" y="1165699"/>
                  </a:moveTo>
                  <a:lnTo>
                    <a:pt x="1035790" y="1127679"/>
                  </a:lnTo>
                  <a:lnTo>
                    <a:pt x="1059679" y="1146240"/>
                  </a:lnTo>
                  <a:close/>
                  <a:moveTo>
                    <a:pt x="1432670" y="1534858"/>
                  </a:moveTo>
                  <a:lnTo>
                    <a:pt x="1393774" y="1570789"/>
                  </a:lnTo>
                  <a:lnTo>
                    <a:pt x="1432158" y="1539624"/>
                  </a:lnTo>
                  <a:close/>
                  <a:moveTo>
                    <a:pt x="1432670" y="1534858"/>
                  </a:moveTo>
                  <a:lnTo>
                    <a:pt x="1432158" y="1539624"/>
                  </a:lnTo>
                  <a:lnTo>
                    <a:pt x="1433327" y="1536052"/>
                  </a:lnTo>
                  <a:close/>
                  <a:moveTo>
                    <a:pt x="1427734" y="1476129"/>
                  </a:moveTo>
                  <a:lnTo>
                    <a:pt x="1433327" y="1536052"/>
                  </a:lnTo>
                  <a:lnTo>
                    <a:pt x="1438171" y="1484515"/>
                  </a:lnTo>
                  <a:close/>
                  <a:moveTo>
                    <a:pt x="1427734" y="1476129"/>
                  </a:moveTo>
                  <a:lnTo>
                    <a:pt x="1432670" y="1534858"/>
                  </a:lnTo>
                  <a:lnTo>
                    <a:pt x="1433327" y="1536052"/>
                  </a:lnTo>
                  <a:close/>
                  <a:moveTo>
                    <a:pt x="1410563" y="1458881"/>
                  </a:moveTo>
                  <a:lnTo>
                    <a:pt x="1387801" y="1470612"/>
                  </a:lnTo>
                  <a:lnTo>
                    <a:pt x="1427734" y="1476129"/>
                  </a:lnTo>
                  <a:close/>
                  <a:moveTo>
                    <a:pt x="1199278" y="1226832"/>
                  </a:moveTo>
                  <a:lnTo>
                    <a:pt x="1216803" y="1219951"/>
                  </a:lnTo>
                  <a:lnTo>
                    <a:pt x="1225724" y="1156930"/>
                  </a:lnTo>
                  <a:close/>
                  <a:moveTo>
                    <a:pt x="1156218" y="1206634"/>
                  </a:moveTo>
                  <a:lnTo>
                    <a:pt x="1199278" y="1226832"/>
                  </a:lnTo>
                  <a:lnTo>
                    <a:pt x="1225724" y="1156930"/>
                  </a:lnTo>
                  <a:close/>
                  <a:moveTo>
                    <a:pt x="1216803" y="1219951"/>
                  </a:moveTo>
                  <a:lnTo>
                    <a:pt x="1252340" y="1216666"/>
                  </a:lnTo>
                  <a:lnTo>
                    <a:pt x="1225724" y="1156930"/>
                  </a:lnTo>
                  <a:close/>
                  <a:moveTo>
                    <a:pt x="1103957" y="1175295"/>
                  </a:moveTo>
                  <a:lnTo>
                    <a:pt x="1156218" y="1206634"/>
                  </a:lnTo>
                  <a:lnTo>
                    <a:pt x="1102596" y="1174092"/>
                  </a:lnTo>
                  <a:close/>
                  <a:moveTo>
                    <a:pt x="1098549" y="1165699"/>
                  </a:moveTo>
                  <a:lnTo>
                    <a:pt x="1103957" y="1175295"/>
                  </a:lnTo>
                  <a:lnTo>
                    <a:pt x="1102596" y="1174092"/>
                  </a:lnTo>
                  <a:close/>
                  <a:moveTo>
                    <a:pt x="979931" y="969149"/>
                  </a:moveTo>
                  <a:lnTo>
                    <a:pt x="996456" y="945055"/>
                  </a:lnTo>
                  <a:lnTo>
                    <a:pt x="946363" y="946053"/>
                  </a:lnTo>
                  <a:close/>
                  <a:moveTo>
                    <a:pt x="996456" y="945055"/>
                  </a:moveTo>
                  <a:lnTo>
                    <a:pt x="978121" y="929891"/>
                  </a:lnTo>
                  <a:lnTo>
                    <a:pt x="946363" y="946053"/>
                  </a:lnTo>
                  <a:close/>
                  <a:moveTo>
                    <a:pt x="1034221" y="964961"/>
                  </a:moveTo>
                  <a:lnTo>
                    <a:pt x="1005426" y="992203"/>
                  </a:lnTo>
                  <a:lnTo>
                    <a:pt x="1083400" y="974158"/>
                  </a:lnTo>
                  <a:close/>
                  <a:moveTo>
                    <a:pt x="455053" y="331866"/>
                  </a:moveTo>
                  <a:lnTo>
                    <a:pt x="436079" y="300700"/>
                  </a:lnTo>
                  <a:lnTo>
                    <a:pt x="406301" y="324266"/>
                  </a:lnTo>
                  <a:close/>
                  <a:moveTo>
                    <a:pt x="1223162" y="1099665"/>
                  </a:moveTo>
                  <a:lnTo>
                    <a:pt x="1215400" y="1095606"/>
                  </a:lnTo>
                  <a:lnTo>
                    <a:pt x="1261844" y="1127108"/>
                  </a:lnTo>
                  <a:close/>
                  <a:moveTo>
                    <a:pt x="1229768" y="1151202"/>
                  </a:moveTo>
                  <a:lnTo>
                    <a:pt x="1223162" y="1099665"/>
                  </a:lnTo>
                  <a:lnTo>
                    <a:pt x="1261844" y="1127108"/>
                  </a:lnTo>
                  <a:close/>
                  <a:moveTo>
                    <a:pt x="912737" y="687372"/>
                  </a:moveTo>
                  <a:lnTo>
                    <a:pt x="913392" y="687881"/>
                  </a:lnTo>
                  <a:lnTo>
                    <a:pt x="888174" y="669782"/>
                  </a:lnTo>
                  <a:close/>
                  <a:moveTo>
                    <a:pt x="495351" y="259304"/>
                  </a:moveTo>
                  <a:lnTo>
                    <a:pt x="525268" y="284810"/>
                  </a:lnTo>
                  <a:lnTo>
                    <a:pt x="510413" y="275079"/>
                  </a:lnTo>
                  <a:close/>
                  <a:moveTo>
                    <a:pt x="543352" y="195519"/>
                  </a:moveTo>
                  <a:lnTo>
                    <a:pt x="545913" y="199449"/>
                  </a:lnTo>
                  <a:lnTo>
                    <a:pt x="556852" y="133096"/>
                  </a:lnTo>
                  <a:close/>
                  <a:moveTo>
                    <a:pt x="974108" y="512415"/>
                  </a:moveTo>
                  <a:lnTo>
                    <a:pt x="968171" y="536111"/>
                  </a:lnTo>
                  <a:lnTo>
                    <a:pt x="932272" y="488670"/>
                  </a:lnTo>
                  <a:close/>
                  <a:moveTo>
                    <a:pt x="953457" y="278232"/>
                  </a:moveTo>
                  <a:lnTo>
                    <a:pt x="956588" y="309784"/>
                  </a:lnTo>
                  <a:lnTo>
                    <a:pt x="962914" y="281777"/>
                  </a:lnTo>
                  <a:close/>
                  <a:moveTo>
                    <a:pt x="953457" y="278232"/>
                  </a:moveTo>
                  <a:lnTo>
                    <a:pt x="962914" y="281777"/>
                  </a:lnTo>
                  <a:lnTo>
                    <a:pt x="970822" y="228102"/>
                  </a:lnTo>
                  <a:close/>
                  <a:moveTo>
                    <a:pt x="806082" y="0"/>
                  </a:moveTo>
                  <a:lnTo>
                    <a:pt x="752984" y="13553"/>
                  </a:lnTo>
                  <a:lnTo>
                    <a:pt x="799261" y="7091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50" name="Output_density__4249">
              <a:extLst>
                <a:ext uri="{FF2B5EF4-FFF2-40B4-BE49-F238E27FC236}">
                  <a16:creationId xmlns:a16="http://schemas.microsoft.com/office/drawing/2014/main" id="{85FE8C74-8F8A-A863-C316-E98F2CF1F1A6}"/>
                </a:ext>
              </a:extLst>
            </p:cNvPr>
            <p:cNvSpPr>
              <a:spLocks noGrp="1"/>
            </p:cNvSpPr>
            <p:nvPr/>
          </p:nvSpPr>
          <p:spPr>
            <a:xfrm>
              <a:off x="15614880" y="2516323"/>
              <a:ext cx="886140" cy="1579222"/>
            </a:xfrm>
            <a:custGeom>
              <a:avLst/>
              <a:gdLst/>
              <a:ahLst/>
              <a:cxnLst/>
              <a:rect l="0" t="0" r="0" b="0"/>
              <a:pathLst>
                <a:path w="886140" h="1579222">
                  <a:moveTo>
                    <a:pt x="221415" y="1154307"/>
                  </a:moveTo>
                  <a:lnTo>
                    <a:pt x="218079" y="1159467"/>
                  </a:lnTo>
                  <a:lnTo>
                    <a:pt x="224290" y="1153800"/>
                  </a:lnTo>
                  <a:close/>
                  <a:moveTo>
                    <a:pt x="688884" y="1544529"/>
                  </a:moveTo>
                  <a:lnTo>
                    <a:pt x="669557" y="1542506"/>
                  </a:lnTo>
                  <a:lnTo>
                    <a:pt x="646349" y="1548852"/>
                  </a:lnTo>
                  <a:close/>
                  <a:moveTo>
                    <a:pt x="221415" y="1154307"/>
                  </a:moveTo>
                  <a:lnTo>
                    <a:pt x="225699" y="1153272"/>
                  </a:lnTo>
                  <a:lnTo>
                    <a:pt x="257030" y="1141312"/>
                  </a:lnTo>
                  <a:close/>
                  <a:moveTo>
                    <a:pt x="225699" y="1153272"/>
                  </a:moveTo>
                  <a:lnTo>
                    <a:pt x="221415" y="1154307"/>
                  </a:lnTo>
                  <a:lnTo>
                    <a:pt x="224290" y="1153800"/>
                  </a:lnTo>
                  <a:close/>
                  <a:moveTo>
                    <a:pt x="277050" y="1130213"/>
                  </a:moveTo>
                  <a:lnTo>
                    <a:pt x="225699" y="1153272"/>
                  </a:lnTo>
                  <a:lnTo>
                    <a:pt x="298175" y="1120471"/>
                  </a:lnTo>
                  <a:close/>
                  <a:moveTo>
                    <a:pt x="298175" y="1120471"/>
                  </a:moveTo>
                  <a:lnTo>
                    <a:pt x="225699" y="1153272"/>
                  </a:lnTo>
                  <a:lnTo>
                    <a:pt x="224290" y="1153800"/>
                  </a:lnTo>
                  <a:close/>
                  <a:moveTo>
                    <a:pt x="298175" y="1120471"/>
                  </a:moveTo>
                  <a:lnTo>
                    <a:pt x="224290" y="1153800"/>
                  </a:lnTo>
                  <a:lnTo>
                    <a:pt x="269204" y="1147051"/>
                  </a:lnTo>
                  <a:close/>
                  <a:moveTo>
                    <a:pt x="49004" y="932004"/>
                  </a:moveTo>
                  <a:lnTo>
                    <a:pt x="34770" y="969249"/>
                  </a:lnTo>
                  <a:lnTo>
                    <a:pt x="53596" y="948161"/>
                  </a:lnTo>
                  <a:close/>
                  <a:moveTo>
                    <a:pt x="0" y="845087"/>
                  </a:moveTo>
                  <a:lnTo>
                    <a:pt x="12685" y="773302"/>
                  </a:lnTo>
                  <a:lnTo>
                    <a:pt x="10663" y="769457"/>
                  </a:lnTo>
                  <a:close/>
                  <a:moveTo>
                    <a:pt x="10663" y="769457"/>
                  </a:moveTo>
                  <a:lnTo>
                    <a:pt x="12685" y="773302"/>
                  </a:lnTo>
                  <a:lnTo>
                    <a:pt x="16591" y="766380"/>
                  </a:lnTo>
                  <a:close/>
                  <a:moveTo>
                    <a:pt x="277050" y="1130213"/>
                  </a:moveTo>
                  <a:lnTo>
                    <a:pt x="257030" y="1141312"/>
                  </a:lnTo>
                  <a:lnTo>
                    <a:pt x="225699" y="1153272"/>
                  </a:lnTo>
                  <a:close/>
                  <a:moveTo>
                    <a:pt x="723386" y="1579222"/>
                  </a:moveTo>
                  <a:lnTo>
                    <a:pt x="669557" y="1542506"/>
                  </a:lnTo>
                  <a:lnTo>
                    <a:pt x="694592" y="1539888"/>
                  </a:lnTo>
                  <a:close/>
                  <a:moveTo>
                    <a:pt x="277050" y="1130213"/>
                  </a:moveTo>
                  <a:lnTo>
                    <a:pt x="298175" y="1120471"/>
                  </a:lnTo>
                  <a:lnTo>
                    <a:pt x="271158" y="1116314"/>
                  </a:lnTo>
                  <a:close/>
                  <a:moveTo>
                    <a:pt x="63810" y="498448"/>
                  </a:moveTo>
                  <a:lnTo>
                    <a:pt x="47854" y="515123"/>
                  </a:lnTo>
                  <a:lnTo>
                    <a:pt x="9781" y="524691"/>
                  </a:lnTo>
                  <a:close/>
                  <a:moveTo>
                    <a:pt x="511865" y="990692"/>
                  </a:moveTo>
                  <a:lnTo>
                    <a:pt x="429605" y="992712"/>
                  </a:lnTo>
                  <a:lnTo>
                    <a:pt x="480581" y="1008625"/>
                  </a:lnTo>
                  <a:close/>
                  <a:moveTo>
                    <a:pt x="836460" y="1418688"/>
                  </a:moveTo>
                  <a:lnTo>
                    <a:pt x="857366" y="1409077"/>
                  </a:lnTo>
                  <a:lnTo>
                    <a:pt x="886140" y="1381759"/>
                  </a:lnTo>
                  <a:close/>
                  <a:moveTo>
                    <a:pt x="692098" y="1085374"/>
                  </a:moveTo>
                  <a:lnTo>
                    <a:pt x="656258" y="1093871"/>
                  </a:lnTo>
                  <a:lnTo>
                    <a:pt x="712319" y="1081225"/>
                  </a:lnTo>
                  <a:close/>
                  <a:moveTo>
                    <a:pt x="539653" y="959687"/>
                  </a:moveTo>
                  <a:lnTo>
                    <a:pt x="511865" y="990692"/>
                  </a:lnTo>
                  <a:lnTo>
                    <a:pt x="585297" y="955664"/>
                  </a:lnTo>
                  <a:close/>
                  <a:moveTo>
                    <a:pt x="738243" y="1065201"/>
                  </a:moveTo>
                  <a:lnTo>
                    <a:pt x="692098" y="1085374"/>
                  </a:lnTo>
                  <a:lnTo>
                    <a:pt x="712319" y="1081225"/>
                  </a:lnTo>
                  <a:close/>
                  <a:moveTo>
                    <a:pt x="430577" y="724199"/>
                  </a:moveTo>
                  <a:lnTo>
                    <a:pt x="437682" y="655680"/>
                  </a:lnTo>
                  <a:lnTo>
                    <a:pt x="423725" y="700524"/>
                  </a:lnTo>
                  <a:close/>
                  <a:moveTo>
                    <a:pt x="238080" y="161064"/>
                  </a:moveTo>
                  <a:lnTo>
                    <a:pt x="248366" y="136970"/>
                  </a:lnTo>
                  <a:lnTo>
                    <a:pt x="242425" y="142407"/>
                  </a:lnTo>
                  <a:close/>
                  <a:moveTo>
                    <a:pt x="284356" y="85434"/>
                  </a:moveTo>
                  <a:lnTo>
                    <a:pt x="312005" y="61340"/>
                  </a:lnTo>
                  <a:lnTo>
                    <a:pt x="305290" y="67874"/>
                  </a:lnTo>
                  <a:close/>
                  <a:moveTo>
                    <a:pt x="599542" y="334424"/>
                  </a:moveTo>
                  <a:lnTo>
                    <a:pt x="569552" y="357197"/>
                  </a:lnTo>
                  <a:lnTo>
                    <a:pt x="645135" y="330216"/>
                  </a:lnTo>
                  <a:close/>
                  <a:moveTo>
                    <a:pt x="327925" y="17601"/>
                  </a:moveTo>
                  <a:lnTo>
                    <a:pt x="309036" y="56874"/>
                  </a:lnTo>
                  <a:lnTo>
                    <a:pt x="369937" y="0"/>
                  </a:lnTo>
                  <a:close/>
                  <a:moveTo>
                    <a:pt x="662534" y="273111"/>
                  </a:moveTo>
                  <a:lnTo>
                    <a:pt x="645135" y="330216"/>
                  </a:lnTo>
                  <a:lnTo>
                    <a:pt x="666381" y="29492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51" name="Output_density__4250">
              <a:extLst>
                <a:ext uri="{FF2B5EF4-FFF2-40B4-BE49-F238E27FC236}">
                  <a16:creationId xmlns:a16="http://schemas.microsoft.com/office/drawing/2014/main" id="{5724240C-E49A-2A0C-6D22-5B6FC6DF469E}"/>
                </a:ext>
              </a:extLst>
            </p:cNvPr>
            <p:cNvSpPr>
              <a:spLocks noGrp="1"/>
            </p:cNvSpPr>
            <p:nvPr/>
          </p:nvSpPr>
          <p:spPr>
            <a:xfrm>
              <a:off x="15304740" y="2219578"/>
              <a:ext cx="1411811" cy="2313552"/>
            </a:xfrm>
            <a:custGeom>
              <a:avLst/>
              <a:gdLst/>
              <a:ahLst/>
              <a:cxnLst/>
              <a:rect l="0" t="0" r="0" b="0"/>
              <a:pathLst>
                <a:path w="1411811" h="2313552">
                  <a:moveTo>
                    <a:pt x="209126" y="2262243"/>
                  </a:moveTo>
                  <a:lnTo>
                    <a:pt x="201695" y="2293988"/>
                  </a:lnTo>
                  <a:lnTo>
                    <a:pt x="235000" y="2283610"/>
                  </a:lnTo>
                  <a:close/>
                  <a:moveTo>
                    <a:pt x="302594" y="2289685"/>
                  </a:moveTo>
                  <a:lnTo>
                    <a:pt x="298670" y="2306559"/>
                  </a:lnTo>
                  <a:lnTo>
                    <a:pt x="322562" y="2301413"/>
                  </a:lnTo>
                  <a:close/>
                  <a:moveTo>
                    <a:pt x="387966" y="2271945"/>
                  </a:moveTo>
                  <a:lnTo>
                    <a:pt x="322562" y="2301413"/>
                  </a:lnTo>
                  <a:lnTo>
                    <a:pt x="372142" y="2312109"/>
                  </a:lnTo>
                  <a:close/>
                  <a:moveTo>
                    <a:pt x="429102" y="2276485"/>
                  </a:moveTo>
                  <a:lnTo>
                    <a:pt x="372142" y="2312109"/>
                  </a:lnTo>
                  <a:lnTo>
                    <a:pt x="419248" y="2313552"/>
                  </a:lnTo>
                  <a:close/>
                  <a:moveTo>
                    <a:pt x="429102" y="2276485"/>
                  </a:moveTo>
                  <a:lnTo>
                    <a:pt x="387966" y="2271945"/>
                  </a:lnTo>
                  <a:lnTo>
                    <a:pt x="372142" y="2312109"/>
                  </a:lnTo>
                  <a:close/>
                  <a:moveTo>
                    <a:pt x="387966" y="2271945"/>
                  </a:moveTo>
                  <a:lnTo>
                    <a:pt x="429102" y="2276485"/>
                  </a:lnTo>
                  <a:lnTo>
                    <a:pt x="404661" y="2233612"/>
                  </a:lnTo>
                  <a:close/>
                  <a:moveTo>
                    <a:pt x="387966" y="2271945"/>
                  </a:moveTo>
                  <a:lnTo>
                    <a:pt x="404661" y="2233612"/>
                  </a:lnTo>
                  <a:lnTo>
                    <a:pt x="367529" y="2225817"/>
                  </a:lnTo>
                  <a:close/>
                  <a:moveTo>
                    <a:pt x="320200" y="2117905"/>
                  </a:moveTo>
                  <a:lnTo>
                    <a:pt x="312642" y="2110982"/>
                  </a:lnTo>
                  <a:lnTo>
                    <a:pt x="305878" y="2104134"/>
                  </a:lnTo>
                  <a:close/>
                  <a:moveTo>
                    <a:pt x="350057" y="2086888"/>
                  </a:moveTo>
                  <a:lnTo>
                    <a:pt x="312642" y="2110982"/>
                  </a:lnTo>
                  <a:lnTo>
                    <a:pt x="361220" y="2136374"/>
                  </a:lnTo>
                  <a:close/>
                  <a:moveTo>
                    <a:pt x="26364" y="1420261"/>
                  </a:moveTo>
                  <a:lnTo>
                    <a:pt x="936" y="1392916"/>
                  </a:lnTo>
                  <a:lnTo>
                    <a:pt x="38594" y="1424925"/>
                  </a:lnTo>
                  <a:close/>
                  <a:moveTo>
                    <a:pt x="853" y="1392818"/>
                  </a:moveTo>
                  <a:lnTo>
                    <a:pt x="936" y="1392916"/>
                  </a:lnTo>
                  <a:lnTo>
                    <a:pt x="26364" y="1420261"/>
                  </a:lnTo>
                  <a:close/>
                  <a:moveTo>
                    <a:pt x="4480" y="1368724"/>
                  </a:moveTo>
                  <a:lnTo>
                    <a:pt x="853" y="1392818"/>
                  </a:lnTo>
                  <a:lnTo>
                    <a:pt x="26364" y="1420261"/>
                  </a:lnTo>
                  <a:close/>
                  <a:moveTo>
                    <a:pt x="448811" y="1821262"/>
                  </a:moveTo>
                  <a:lnTo>
                    <a:pt x="468306" y="1868156"/>
                  </a:lnTo>
                  <a:lnTo>
                    <a:pt x="482783" y="1831625"/>
                  </a:lnTo>
                  <a:close/>
                  <a:moveTo>
                    <a:pt x="448811" y="1821262"/>
                  </a:moveTo>
                  <a:lnTo>
                    <a:pt x="482783" y="1831625"/>
                  </a:lnTo>
                  <a:lnTo>
                    <a:pt x="495932" y="1758192"/>
                  </a:lnTo>
                  <a:close/>
                  <a:moveTo>
                    <a:pt x="7422" y="1262038"/>
                  </a:moveTo>
                  <a:lnTo>
                    <a:pt x="75853" y="1241557"/>
                  </a:lnTo>
                  <a:lnTo>
                    <a:pt x="9972" y="1291801"/>
                  </a:lnTo>
                  <a:close/>
                  <a:moveTo>
                    <a:pt x="78994" y="1240283"/>
                  </a:moveTo>
                  <a:lnTo>
                    <a:pt x="7422" y="1262038"/>
                  </a:lnTo>
                  <a:lnTo>
                    <a:pt x="0" y="1254516"/>
                  </a:lnTo>
                  <a:close/>
                  <a:moveTo>
                    <a:pt x="123257" y="1331334"/>
                  </a:moveTo>
                  <a:lnTo>
                    <a:pt x="116318" y="1379831"/>
                  </a:lnTo>
                  <a:lnTo>
                    <a:pt x="140864" y="1344630"/>
                  </a:lnTo>
                  <a:close/>
                  <a:moveTo>
                    <a:pt x="446019" y="1509817"/>
                  </a:moveTo>
                  <a:lnTo>
                    <a:pt x="466025" y="1578219"/>
                  </a:lnTo>
                  <a:lnTo>
                    <a:pt x="504676" y="1513981"/>
                  </a:lnTo>
                  <a:close/>
                  <a:moveTo>
                    <a:pt x="230612" y="1320536"/>
                  </a:moveTo>
                  <a:lnTo>
                    <a:pt x="244683" y="1372073"/>
                  </a:lnTo>
                  <a:lnTo>
                    <a:pt x="312445" y="1319287"/>
                  </a:lnTo>
                  <a:close/>
                  <a:moveTo>
                    <a:pt x="230444" y="1320158"/>
                  </a:moveTo>
                  <a:lnTo>
                    <a:pt x="230612" y="1320536"/>
                  </a:lnTo>
                  <a:lnTo>
                    <a:pt x="312445" y="1319287"/>
                  </a:lnTo>
                  <a:close/>
                  <a:moveTo>
                    <a:pt x="243959" y="1371913"/>
                  </a:moveTo>
                  <a:lnTo>
                    <a:pt x="230444" y="1320158"/>
                  </a:lnTo>
                  <a:lnTo>
                    <a:pt x="312445" y="1319287"/>
                  </a:lnTo>
                  <a:close/>
                  <a:moveTo>
                    <a:pt x="200402" y="1244906"/>
                  </a:moveTo>
                  <a:lnTo>
                    <a:pt x="174708" y="1202002"/>
                  </a:lnTo>
                  <a:lnTo>
                    <a:pt x="197384" y="1217463"/>
                  </a:lnTo>
                  <a:close/>
                  <a:moveTo>
                    <a:pt x="197072" y="1197503"/>
                  </a:moveTo>
                  <a:lnTo>
                    <a:pt x="197384" y="1217463"/>
                  </a:lnTo>
                  <a:lnTo>
                    <a:pt x="174708" y="1202002"/>
                  </a:lnTo>
                  <a:close/>
                  <a:moveTo>
                    <a:pt x="483729" y="1502589"/>
                  </a:moveTo>
                  <a:lnTo>
                    <a:pt x="504676" y="1513981"/>
                  </a:lnTo>
                  <a:lnTo>
                    <a:pt x="508845" y="1496723"/>
                  </a:lnTo>
                  <a:close/>
                  <a:moveTo>
                    <a:pt x="483729" y="1502589"/>
                  </a:moveTo>
                  <a:lnTo>
                    <a:pt x="508845" y="1496723"/>
                  </a:lnTo>
                  <a:lnTo>
                    <a:pt x="492939" y="1426958"/>
                  </a:lnTo>
                  <a:close/>
                  <a:moveTo>
                    <a:pt x="480387" y="1451052"/>
                  </a:moveTo>
                  <a:lnTo>
                    <a:pt x="483729" y="1502589"/>
                  </a:lnTo>
                  <a:lnTo>
                    <a:pt x="492939" y="1426958"/>
                  </a:lnTo>
                  <a:close/>
                  <a:moveTo>
                    <a:pt x="508845" y="1496723"/>
                  </a:moveTo>
                  <a:lnTo>
                    <a:pt x="504676" y="1513981"/>
                  </a:lnTo>
                  <a:lnTo>
                    <a:pt x="515927" y="1502589"/>
                  </a:lnTo>
                  <a:close/>
                  <a:moveTo>
                    <a:pt x="310990" y="1229915"/>
                  </a:moveTo>
                  <a:lnTo>
                    <a:pt x="359144" y="1228749"/>
                  </a:lnTo>
                  <a:lnTo>
                    <a:pt x="302518" y="1174059"/>
                  </a:lnTo>
                  <a:close/>
                  <a:moveTo>
                    <a:pt x="250638" y="1178255"/>
                  </a:moveTo>
                  <a:lnTo>
                    <a:pt x="304659" y="1220812"/>
                  </a:lnTo>
                  <a:lnTo>
                    <a:pt x="310990" y="1229915"/>
                  </a:lnTo>
                  <a:close/>
                  <a:moveTo>
                    <a:pt x="250638" y="1178255"/>
                  </a:moveTo>
                  <a:lnTo>
                    <a:pt x="238366" y="1125488"/>
                  </a:lnTo>
                  <a:lnTo>
                    <a:pt x="237960" y="1169275"/>
                  </a:lnTo>
                  <a:close/>
                  <a:moveTo>
                    <a:pt x="307674" y="1193369"/>
                  </a:moveTo>
                  <a:lnTo>
                    <a:pt x="295669" y="1121665"/>
                  </a:lnTo>
                  <a:lnTo>
                    <a:pt x="302518" y="1174059"/>
                  </a:lnTo>
                  <a:close/>
                  <a:moveTo>
                    <a:pt x="295448" y="1117739"/>
                  </a:moveTo>
                  <a:lnTo>
                    <a:pt x="295669" y="1121665"/>
                  </a:lnTo>
                  <a:lnTo>
                    <a:pt x="307674" y="1193369"/>
                  </a:lnTo>
                  <a:close/>
                  <a:moveTo>
                    <a:pt x="238366" y="1125488"/>
                  </a:moveTo>
                  <a:lnTo>
                    <a:pt x="293607" y="1117739"/>
                  </a:lnTo>
                  <a:lnTo>
                    <a:pt x="242534" y="1097680"/>
                  </a:lnTo>
                  <a:close/>
                  <a:moveTo>
                    <a:pt x="845217" y="1778922"/>
                  </a:moveTo>
                  <a:lnTo>
                    <a:pt x="836322" y="1763620"/>
                  </a:lnTo>
                  <a:lnTo>
                    <a:pt x="827890" y="1753915"/>
                  </a:lnTo>
                  <a:close/>
                  <a:moveTo>
                    <a:pt x="730407" y="1618773"/>
                  </a:moveTo>
                  <a:lnTo>
                    <a:pt x="760152" y="1635553"/>
                  </a:lnTo>
                  <a:lnTo>
                    <a:pt x="770494" y="1660547"/>
                  </a:lnTo>
                  <a:close/>
                  <a:moveTo>
                    <a:pt x="400327" y="1196718"/>
                  </a:moveTo>
                  <a:lnTo>
                    <a:pt x="416067" y="1220454"/>
                  </a:lnTo>
                  <a:lnTo>
                    <a:pt x="457951" y="1244156"/>
                  </a:lnTo>
                  <a:close/>
                  <a:moveTo>
                    <a:pt x="1088527" y="1918230"/>
                  </a:moveTo>
                  <a:lnTo>
                    <a:pt x="1126714" y="1900932"/>
                  </a:lnTo>
                  <a:lnTo>
                    <a:pt x="1129132" y="1871925"/>
                  </a:lnTo>
                  <a:close/>
                  <a:moveTo>
                    <a:pt x="574995" y="1292697"/>
                  </a:moveTo>
                  <a:lnTo>
                    <a:pt x="618875" y="1351328"/>
                  </a:lnTo>
                  <a:lnTo>
                    <a:pt x="580803" y="1299791"/>
                  </a:lnTo>
                  <a:close/>
                  <a:moveTo>
                    <a:pt x="542004" y="1281537"/>
                  </a:moveTo>
                  <a:lnTo>
                    <a:pt x="604704" y="1331287"/>
                  </a:lnTo>
                  <a:lnTo>
                    <a:pt x="574995" y="1292697"/>
                  </a:lnTo>
                  <a:close/>
                  <a:moveTo>
                    <a:pt x="1027043" y="1717769"/>
                  </a:moveTo>
                  <a:lnTo>
                    <a:pt x="1080658" y="1774907"/>
                  </a:lnTo>
                  <a:lnTo>
                    <a:pt x="1042353" y="1739527"/>
                  </a:lnTo>
                  <a:close/>
                  <a:moveTo>
                    <a:pt x="573920" y="1105343"/>
                  </a:moveTo>
                  <a:lnTo>
                    <a:pt x="620030" y="1168582"/>
                  </a:lnTo>
                  <a:lnTo>
                    <a:pt x="629677" y="1148530"/>
                  </a:lnTo>
                  <a:close/>
                  <a:moveTo>
                    <a:pt x="156168" y="657258"/>
                  </a:moveTo>
                  <a:lnTo>
                    <a:pt x="185361" y="633164"/>
                  </a:lnTo>
                  <a:lnTo>
                    <a:pt x="136695" y="605721"/>
                  </a:lnTo>
                  <a:close/>
                  <a:moveTo>
                    <a:pt x="730714" y="1303140"/>
                  </a:moveTo>
                  <a:lnTo>
                    <a:pt x="731257" y="1304367"/>
                  </a:lnTo>
                  <a:lnTo>
                    <a:pt x="734148" y="1308306"/>
                  </a:lnTo>
                  <a:close/>
                  <a:moveTo>
                    <a:pt x="629677" y="1148530"/>
                  </a:moveTo>
                  <a:lnTo>
                    <a:pt x="620030" y="1168582"/>
                  </a:lnTo>
                  <a:lnTo>
                    <a:pt x="649028" y="1164735"/>
                  </a:lnTo>
                  <a:close/>
                  <a:moveTo>
                    <a:pt x="1162496" y="1726867"/>
                  </a:moveTo>
                  <a:lnTo>
                    <a:pt x="1135600" y="1691339"/>
                  </a:lnTo>
                  <a:lnTo>
                    <a:pt x="1080323" y="1729212"/>
                  </a:lnTo>
                  <a:close/>
                  <a:moveTo>
                    <a:pt x="1135600" y="1691339"/>
                  </a:moveTo>
                  <a:lnTo>
                    <a:pt x="1086348" y="1644795"/>
                  </a:lnTo>
                  <a:lnTo>
                    <a:pt x="1078961" y="1663896"/>
                  </a:lnTo>
                  <a:close/>
                  <a:moveTo>
                    <a:pt x="1056146" y="1638820"/>
                  </a:moveTo>
                  <a:lnTo>
                    <a:pt x="1078961" y="1663896"/>
                  </a:lnTo>
                  <a:lnTo>
                    <a:pt x="1086348" y="1644795"/>
                  </a:lnTo>
                  <a:close/>
                  <a:moveTo>
                    <a:pt x="326229" y="778325"/>
                  </a:moveTo>
                  <a:lnTo>
                    <a:pt x="369849" y="780845"/>
                  </a:lnTo>
                  <a:lnTo>
                    <a:pt x="353357" y="731510"/>
                  </a:lnTo>
                  <a:close/>
                  <a:moveTo>
                    <a:pt x="357257" y="665596"/>
                  </a:moveTo>
                  <a:lnTo>
                    <a:pt x="319195" y="670029"/>
                  </a:lnTo>
                  <a:lnTo>
                    <a:pt x="314814" y="724863"/>
                  </a:lnTo>
                  <a:close/>
                  <a:moveTo>
                    <a:pt x="357257" y="665596"/>
                  </a:moveTo>
                  <a:lnTo>
                    <a:pt x="314814" y="724863"/>
                  </a:lnTo>
                  <a:lnTo>
                    <a:pt x="353357" y="731510"/>
                  </a:lnTo>
                  <a:close/>
                  <a:moveTo>
                    <a:pt x="160353" y="460758"/>
                  </a:moveTo>
                  <a:lnTo>
                    <a:pt x="106695" y="403656"/>
                  </a:lnTo>
                  <a:lnTo>
                    <a:pt x="113338" y="460998"/>
                  </a:lnTo>
                  <a:close/>
                  <a:moveTo>
                    <a:pt x="160353" y="460758"/>
                  </a:moveTo>
                  <a:lnTo>
                    <a:pt x="204874" y="462546"/>
                  </a:lnTo>
                  <a:lnTo>
                    <a:pt x="159596" y="422666"/>
                  </a:lnTo>
                  <a:close/>
                  <a:moveTo>
                    <a:pt x="204874" y="462546"/>
                  </a:moveTo>
                  <a:lnTo>
                    <a:pt x="211234" y="441054"/>
                  </a:lnTo>
                  <a:lnTo>
                    <a:pt x="159596" y="422666"/>
                  </a:lnTo>
                  <a:close/>
                  <a:moveTo>
                    <a:pt x="1374721" y="1770318"/>
                  </a:moveTo>
                  <a:lnTo>
                    <a:pt x="1345893" y="1753629"/>
                  </a:lnTo>
                  <a:lnTo>
                    <a:pt x="1308808" y="1749873"/>
                  </a:lnTo>
                  <a:close/>
                  <a:moveTo>
                    <a:pt x="337925" y="605156"/>
                  </a:moveTo>
                  <a:lnTo>
                    <a:pt x="335609" y="660607"/>
                  </a:lnTo>
                  <a:lnTo>
                    <a:pt x="360375" y="649315"/>
                  </a:lnTo>
                  <a:close/>
                  <a:moveTo>
                    <a:pt x="231237" y="454460"/>
                  </a:moveTo>
                  <a:lnTo>
                    <a:pt x="278645" y="430366"/>
                  </a:lnTo>
                  <a:lnTo>
                    <a:pt x="211234" y="441054"/>
                  </a:lnTo>
                  <a:close/>
                  <a:moveTo>
                    <a:pt x="278645" y="430366"/>
                  </a:moveTo>
                  <a:lnTo>
                    <a:pt x="237357" y="403824"/>
                  </a:lnTo>
                  <a:lnTo>
                    <a:pt x="211234" y="441054"/>
                  </a:lnTo>
                  <a:close/>
                  <a:moveTo>
                    <a:pt x="1400394" y="1704878"/>
                  </a:moveTo>
                  <a:lnTo>
                    <a:pt x="1374721" y="1770318"/>
                  </a:lnTo>
                  <a:lnTo>
                    <a:pt x="1411811" y="1758339"/>
                  </a:lnTo>
                  <a:close/>
                  <a:moveTo>
                    <a:pt x="1219606" y="1612423"/>
                  </a:moveTo>
                  <a:lnTo>
                    <a:pt x="1215503" y="1591614"/>
                  </a:lnTo>
                  <a:lnTo>
                    <a:pt x="1202847" y="1568156"/>
                  </a:lnTo>
                  <a:close/>
                  <a:moveTo>
                    <a:pt x="1173024" y="1612312"/>
                  </a:moveTo>
                  <a:lnTo>
                    <a:pt x="1186288" y="1615708"/>
                  </a:lnTo>
                  <a:lnTo>
                    <a:pt x="1202847" y="1568156"/>
                  </a:lnTo>
                  <a:close/>
                  <a:moveTo>
                    <a:pt x="1115189" y="1408359"/>
                  </a:moveTo>
                  <a:lnTo>
                    <a:pt x="1150277" y="1442575"/>
                  </a:lnTo>
                  <a:lnTo>
                    <a:pt x="1081914" y="1397428"/>
                  </a:lnTo>
                  <a:close/>
                  <a:moveTo>
                    <a:pt x="1111142" y="1399965"/>
                  </a:moveTo>
                  <a:lnTo>
                    <a:pt x="1115189" y="1408359"/>
                  </a:lnTo>
                  <a:lnTo>
                    <a:pt x="1084985" y="1333931"/>
                  </a:lnTo>
                  <a:close/>
                  <a:moveTo>
                    <a:pt x="1084985" y="1333931"/>
                  </a:moveTo>
                  <a:lnTo>
                    <a:pt x="1120450" y="1299865"/>
                  </a:lnTo>
                  <a:lnTo>
                    <a:pt x="1064011" y="1349240"/>
                  </a:lnTo>
                  <a:close/>
                  <a:moveTo>
                    <a:pt x="1066830" y="1284206"/>
                  </a:moveTo>
                  <a:lnTo>
                    <a:pt x="1066801" y="1282395"/>
                  </a:lnTo>
                  <a:lnTo>
                    <a:pt x="1080834" y="1333931"/>
                  </a:lnTo>
                  <a:close/>
                  <a:moveTo>
                    <a:pt x="1066801" y="1282395"/>
                  </a:moveTo>
                  <a:lnTo>
                    <a:pt x="1066830" y="1284206"/>
                  </a:lnTo>
                  <a:lnTo>
                    <a:pt x="981292" y="1253021"/>
                  </a:lnTo>
                  <a:close/>
                  <a:moveTo>
                    <a:pt x="278645" y="430366"/>
                  </a:moveTo>
                  <a:lnTo>
                    <a:pt x="301951" y="406273"/>
                  </a:lnTo>
                  <a:lnTo>
                    <a:pt x="237357" y="403824"/>
                  </a:lnTo>
                  <a:close/>
                  <a:moveTo>
                    <a:pt x="349707" y="474532"/>
                  </a:moveTo>
                  <a:lnTo>
                    <a:pt x="326675" y="428194"/>
                  </a:lnTo>
                  <a:lnTo>
                    <a:pt x="293009" y="437224"/>
                  </a:lnTo>
                  <a:close/>
                  <a:moveTo>
                    <a:pt x="1026719" y="1155227"/>
                  </a:moveTo>
                  <a:lnTo>
                    <a:pt x="1009048" y="1179321"/>
                  </a:lnTo>
                  <a:lnTo>
                    <a:pt x="1065396" y="1206764"/>
                  </a:lnTo>
                  <a:close/>
                  <a:moveTo>
                    <a:pt x="1032279" y="1052154"/>
                  </a:moveTo>
                  <a:lnTo>
                    <a:pt x="1008428" y="1095490"/>
                  </a:lnTo>
                  <a:lnTo>
                    <a:pt x="1038008" y="1056666"/>
                  </a:lnTo>
                  <a:close/>
                  <a:moveTo>
                    <a:pt x="448672" y="534967"/>
                  </a:moveTo>
                  <a:lnTo>
                    <a:pt x="495777" y="560882"/>
                  </a:lnTo>
                  <a:lnTo>
                    <a:pt x="475693" y="501093"/>
                  </a:lnTo>
                  <a:close/>
                  <a:moveTo>
                    <a:pt x="475693" y="501093"/>
                  </a:moveTo>
                  <a:lnTo>
                    <a:pt x="495777" y="560882"/>
                  </a:lnTo>
                  <a:lnTo>
                    <a:pt x="507944" y="493570"/>
                  </a:lnTo>
                  <a:close/>
                  <a:moveTo>
                    <a:pt x="577116" y="538059"/>
                  </a:moveTo>
                  <a:lnTo>
                    <a:pt x="537861" y="519076"/>
                  </a:lnTo>
                  <a:lnTo>
                    <a:pt x="507944" y="493570"/>
                  </a:lnTo>
                  <a:close/>
                  <a:moveTo>
                    <a:pt x="1261169" y="1390404"/>
                  </a:moveTo>
                  <a:lnTo>
                    <a:pt x="1289007" y="1405754"/>
                  </a:lnTo>
                  <a:lnTo>
                    <a:pt x="1269210" y="1359107"/>
                  </a:lnTo>
                  <a:close/>
                  <a:moveTo>
                    <a:pt x="1232009" y="1351368"/>
                  </a:moveTo>
                  <a:lnTo>
                    <a:pt x="1269210" y="1359107"/>
                  </a:lnTo>
                  <a:lnTo>
                    <a:pt x="1265203" y="1356820"/>
                  </a:lnTo>
                  <a:close/>
                  <a:moveTo>
                    <a:pt x="1008428" y="1095490"/>
                  </a:moveTo>
                  <a:lnTo>
                    <a:pt x="1032279" y="1052154"/>
                  </a:lnTo>
                  <a:lnTo>
                    <a:pt x="1011442" y="1040281"/>
                  </a:lnTo>
                  <a:close/>
                  <a:moveTo>
                    <a:pt x="1099730" y="857477"/>
                  </a:moveTo>
                  <a:lnTo>
                    <a:pt x="1133492" y="876799"/>
                  </a:lnTo>
                  <a:lnTo>
                    <a:pt x="1076091" y="837477"/>
                  </a:lnTo>
                  <a:close/>
                  <a:moveTo>
                    <a:pt x="1133492" y="876799"/>
                  </a:moveTo>
                  <a:lnTo>
                    <a:pt x="1145648" y="881653"/>
                  </a:lnTo>
                  <a:lnTo>
                    <a:pt x="1076091" y="837477"/>
                  </a:lnTo>
                  <a:close/>
                  <a:moveTo>
                    <a:pt x="1076091" y="837477"/>
                  </a:moveTo>
                  <a:lnTo>
                    <a:pt x="1145648" y="881653"/>
                  </a:lnTo>
                  <a:lnTo>
                    <a:pt x="1104523" y="849357"/>
                  </a:lnTo>
                  <a:close/>
                  <a:moveTo>
                    <a:pt x="1160934" y="911628"/>
                  </a:moveTo>
                  <a:lnTo>
                    <a:pt x="1145648" y="881653"/>
                  </a:lnTo>
                  <a:lnTo>
                    <a:pt x="1133492" y="876799"/>
                  </a:lnTo>
                  <a:close/>
                  <a:moveTo>
                    <a:pt x="1039516" y="829229"/>
                  </a:moveTo>
                  <a:lnTo>
                    <a:pt x="1076091" y="837477"/>
                  </a:lnTo>
                  <a:lnTo>
                    <a:pt x="1005357" y="794256"/>
                  </a:lnTo>
                  <a:close/>
                  <a:moveTo>
                    <a:pt x="958560" y="731577"/>
                  </a:moveTo>
                  <a:lnTo>
                    <a:pt x="1005357" y="794256"/>
                  </a:lnTo>
                  <a:lnTo>
                    <a:pt x="986903" y="746283"/>
                  </a:lnTo>
                  <a:close/>
                  <a:moveTo>
                    <a:pt x="919816" y="534161"/>
                  </a:moveTo>
                  <a:lnTo>
                    <a:pt x="951659" y="567580"/>
                  </a:lnTo>
                  <a:lnTo>
                    <a:pt x="972674" y="569856"/>
                  </a:lnTo>
                  <a:close/>
                  <a:moveTo>
                    <a:pt x="862651" y="495108"/>
                  </a:moveTo>
                  <a:lnTo>
                    <a:pt x="793863" y="540137"/>
                  </a:lnTo>
                  <a:lnTo>
                    <a:pt x="863893" y="519585"/>
                  </a:lnTo>
                  <a:close/>
                  <a:moveTo>
                    <a:pt x="829943" y="464507"/>
                  </a:moveTo>
                  <a:lnTo>
                    <a:pt x="793863" y="540137"/>
                  </a:lnTo>
                  <a:lnTo>
                    <a:pt x="862651" y="495108"/>
                  </a:lnTo>
                  <a:close/>
                  <a:moveTo>
                    <a:pt x="790476" y="478547"/>
                  </a:moveTo>
                  <a:lnTo>
                    <a:pt x="829943" y="464507"/>
                  </a:lnTo>
                  <a:lnTo>
                    <a:pt x="806208" y="458751"/>
                  </a:lnTo>
                  <a:close/>
                  <a:moveTo>
                    <a:pt x="789582" y="464507"/>
                  </a:moveTo>
                  <a:lnTo>
                    <a:pt x="790476" y="478547"/>
                  </a:lnTo>
                  <a:lnTo>
                    <a:pt x="806208" y="458751"/>
                  </a:lnTo>
                  <a:close/>
                  <a:moveTo>
                    <a:pt x="869631" y="521203"/>
                  </a:moveTo>
                  <a:lnTo>
                    <a:pt x="904174" y="515456"/>
                  </a:lnTo>
                  <a:lnTo>
                    <a:pt x="919816" y="534161"/>
                  </a:lnTo>
                  <a:close/>
                  <a:moveTo>
                    <a:pt x="861974" y="395660"/>
                  </a:moveTo>
                  <a:lnTo>
                    <a:pt x="829943" y="464507"/>
                  </a:lnTo>
                  <a:lnTo>
                    <a:pt x="857705" y="461874"/>
                  </a:lnTo>
                  <a:close/>
                  <a:moveTo>
                    <a:pt x="861974" y="395660"/>
                  </a:moveTo>
                  <a:lnTo>
                    <a:pt x="900923" y="388876"/>
                  </a:lnTo>
                  <a:lnTo>
                    <a:pt x="865777" y="371894"/>
                  </a:lnTo>
                  <a:close/>
                  <a:moveTo>
                    <a:pt x="765577" y="247819"/>
                  </a:moveTo>
                  <a:lnTo>
                    <a:pt x="734883" y="182730"/>
                  </a:lnTo>
                  <a:lnTo>
                    <a:pt x="718435" y="185419"/>
                  </a:lnTo>
                  <a:close/>
                  <a:moveTo>
                    <a:pt x="718435" y="185419"/>
                  </a:moveTo>
                  <a:lnTo>
                    <a:pt x="723593" y="189647"/>
                  </a:lnTo>
                  <a:lnTo>
                    <a:pt x="765577" y="247819"/>
                  </a:lnTo>
                  <a:close/>
                  <a:moveTo>
                    <a:pt x="723593" y="189647"/>
                  </a:moveTo>
                  <a:lnTo>
                    <a:pt x="718435" y="185419"/>
                  </a:lnTo>
                  <a:lnTo>
                    <a:pt x="718113" y="182730"/>
                  </a:lnTo>
                  <a:close/>
                  <a:moveTo>
                    <a:pt x="865777" y="371894"/>
                  </a:moveTo>
                  <a:lnTo>
                    <a:pt x="941417" y="345122"/>
                  </a:lnTo>
                  <a:lnTo>
                    <a:pt x="891224" y="332137"/>
                  </a:lnTo>
                  <a:close/>
                  <a:moveTo>
                    <a:pt x="749715" y="210173"/>
                  </a:moveTo>
                  <a:lnTo>
                    <a:pt x="723593" y="189647"/>
                  </a:lnTo>
                  <a:lnTo>
                    <a:pt x="718113" y="182730"/>
                  </a:lnTo>
                  <a:close/>
                  <a:moveTo>
                    <a:pt x="962599" y="289420"/>
                  </a:moveTo>
                  <a:lnTo>
                    <a:pt x="941417" y="345122"/>
                  </a:lnTo>
                  <a:lnTo>
                    <a:pt x="996503" y="299512"/>
                  </a:lnTo>
                  <a:close/>
                  <a:moveTo>
                    <a:pt x="996503" y="299512"/>
                  </a:moveTo>
                  <a:lnTo>
                    <a:pt x="973865" y="291765"/>
                  </a:lnTo>
                  <a:lnTo>
                    <a:pt x="963308" y="289152"/>
                  </a:lnTo>
                  <a:close/>
                  <a:moveTo>
                    <a:pt x="777820" y="82815"/>
                  </a:moveTo>
                  <a:lnTo>
                    <a:pt x="791657" y="55562"/>
                  </a:lnTo>
                  <a:lnTo>
                    <a:pt x="789867" y="39843"/>
                  </a:lnTo>
                  <a:close/>
                  <a:moveTo>
                    <a:pt x="777820" y="82815"/>
                  </a:moveTo>
                  <a:lnTo>
                    <a:pt x="789867" y="39843"/>
                  </a:lnTo>
                  <a:lnTo>
                    <a:pt x="728929" y="74698"/>
                  </a:lnTo>
                  <a:close/>
                  <a:moveTo>
                    <a:pt x="728929" y="74698"/>
                  </a:moveTo>
                  <a:lnTo>
                    <a:pt x="789867" y="39843"/>
                  </a:lnTo>
                  <a:lnTo>
                    <a:pt x="747209" y="36540"/>
                  </a:lnTo>
                  <a:close/>
                  <a:moveTo>
                    <a:pt x="747209" y="36540"/>
                  </a:moveTo>
                  <a:lnTo>
                    <a:pt x="789867" y="39843"/>
                  </a:lnTo>
                  <a:lnTo>
                    <a:pt x="761699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52" name="Output_density__4251">
              <a:extLst>
                <a:ext uri="{FF2B5EF4-FFF2-40B4-BE49-F238E27FC236}">
                  <a16:creationId xmlns:a16="http://schemas.microsoft.com/office/drawing/2014/main" id="{A21CC7DA-FC00-1EB7-B5C3-988A48B29945}"/>
                </a:ext>
              </a:extLst>
            </p:cNvPr>
            <p:cNvSpPr>
              <a:spLocks noGrp="1"/>
            </p:cNvSpPr>
            <p:nvPr/>
          </p:nvSpPr>
          <p:spPr>
            <a:xfrm>
              <a:off x="15305677" y="2326677"/>
              <a:ext cx="1399457" cy="2221967"/>
            </a:xfrm>
            <a:custGeom>
              <a:avLst/>
              <a:gdLst/>
              <a:ahLst/>
              <a:cxnLst/>
              <a:rect l="0" t="0" r="0" b="0"/>
              <a:pathLst>
                <a:path w="1399457" h="2221967">
                  <a:moveTo>
                    <a:pt x="208190" y="2155144"/>
                  </a:moveTo>
                  <a:lnTo>
                    <a:pt x="184169" y="2179238"/>
                  </a:lnTo>
                  <a:lnTo>
                    <a:pt x="200759" y="2186889"/>
                  </a:lnTo>
                  <a:close/>
                  <a:moveTo>
                    <a:pt x="339661" y="2221967"/>
                  </a:moveTo>
                  <a:lnTo>
                    <a:pt x="297734" y="2199460"/>
                  </a:lnTo>
                  <a:lnTo>
                    <a:pt x="302652" y="2206680"/>
                  </a:lnTo>
                  <a:close/>
                  <a:moveTo>
                    <a:pt x="321626" y="2194314"/>
                  </a:moveTo>
                  <a:lnTo>
                    <a:pt x="297734" y="2199460"/>
                  </a:lnTo>
                  <a:lnTo>
                    <a:pt x="339661" y="2221967"/>
                  </a:lnTo>
                  <a:close/>
                  <a:moveTo>
                    <a:pt x="371206" y="2205010"/>
                  </a:moveTo>
                  <a:lnTo>
                    <a:pt x="321626" y="2194314"/>
                  </a:lnTo>
                  <a:lnTo>
                    <a:pt x="339661" y="2221967"/>
                  </a:lnTo>
                  <a:close/>
                  <a:moveTo>
                    <a:pt x="371206" y="2205010"/>
                  </a:moveTo>
                  <a:lnTo>
                    <a:pt x="339661" y="2221967"/>
                  </a:lnTo>
                  <a:lnTo>
                    <a:pt x="418312" y="2206453"/>
                  </a:lnTo>
                  <a:close/>
                  <a:moveTo>
                    <a:pt x="284662" y="2191011"/>
                  </a:moveTo>
                  <a:lnTo>
                    <a:pt x="297734" y="2199460"/>
                  </a:lnTo>
                  <a:lnTo>
                    <a:pt x="234064" y="2176511"/>
                  </a:lnTo>
                  <a:close/>
                  <a:moveTo>
                    <a:pt x="349121" y="1979789"/>
                  </a:moveTo>
                  <a:lnTo>
                    <a:pt x="360284" y="2029275"/>
                  </a:lnTo>
                  <a:lnTo>
                    <a:pt x="391472" y="2010981"/>
                  </a:lnTo>
                  <a:close/>
                  <a:moveTo>
                    <a:pt x="438289" y="2011344"/>
                  </a:moveTo>
                  <a:lnTo>
                    <a:pt x="417273" y="1972548"/>
                  </a:lnTo>
                  <a:lnTo>
                    <a:pt x="391472" y="2010981"/>
                  </a:lnTo>
                  <a:close/>
                  <a:moveTo>
                    <a:pt x="0" y="1285817"/>
                  </a:moveTo>
                  <a:lnTo>
                    <a:pt x="60056" y="1335680"/>
                  </a:lnTo>
                  <a:lnTo>
                    <a:pt x="37658" y="1317826"/>
                  </a:lnTo>
                  <a:close/>
                  <a:moveTo>
                    <a:pt x="95235" y="1332310"/>
                  </a:moveTo>
                  <a:lnTo>
                    <a:pt x="46157" y="1323489"/>
                  </a:lnTo>
                  <a:lnTo>
                    <a:pt x="37658" y="1317826"/>
                  </a:lnTo>
                  <a:close/>
                  <a:moveTo>
                    <a:pt x="467370" y="1761057"/>
                  </a:moveTo>
                  <a:lnTo>
                    <a:pt x="478348" y="1776991"/>
                  </a:lnTo>
                  <a:lnTo>
                    <a:pt x="481847" y="1724526"/>
                  </a:lnTo>
                  <a:close/>
                  <a:moveTo>
                    <a:pt x="105649" y="1300532"/>
                  </a:moveTo>
                  <a:lnTo>
                    <a:pt x="46157" y="1323489"/>
                  </a:lnTo>
                  <a:lnTo>
                    <a:pt x="95235" y="1332310"/>
                  </a:lnTo>
                  <a:close/>
                  <a:moveTo>
                    <a:pt x="105649" y="1300532"/>
                  </a:moveTo>
                  <a:lnTo>
                    <a:pt x="50965" y="1307007"/>
                  </a:lnTo>
                  <a:lnTo>
                    <a:pt x="46157" y="1323489"/>
                  </a:lnTo>
                  <a:close/>
                  <a:moveTo>
                    <a:pt x="115381" y="1272732"/>
                  </a:moveTo>
                  <a:lnTo>
                    <a:pt x="135859" y="1251211"/>
                  </a:lnTo>
                  <a:lnTo>
                    <a:pt x="139928" y="1237531"/>
                  </a:lnTo>
                  <a:close/>
                  <a:moveTo>
                    <a:pt x="115381" y="1272732"/>
                  </a:moveTo>
                  <a:lnTo>
                    <a:pt x="128037" y="1280270"/>
                  </a:lnTo>
                  <a:lnTo>
                    <a:pt x="135859" y="1251211"/>
                  </a:lnTo>
                  <a:close/>
                  <a:moveTo>
                    <a:pt x="105649" y="1300532"/>
                  </a:moveTo>
                  <a:lnTo>
                    <a:pt x="128037" y="1280270"/>
                  </a:lnTo>
                  <a:lnTo>
                    <a:pt x="115381" y="1272732"/>
                  </a:lnTo>
                  <a:close/>
                  <a:moveTo>
                    <a:pt x="113629" y="1313162"/>
                  </a:moveTo>
                  <a:lnTo>
                    <a:pt x="128037" y="1280270"/>
                  </a:lnTo>
                  <a:lnTo>
                    <a:pt x="105649" y="1300532"/>
                  </a:lnTo>
                  <a:close/>
                  <a:moveTo>
                    <a:pt x="9036" y="1184702"/>
                  </a:moveTo>
                  <a:lnTo>
                    <a:pt x="74917" y="1134458"/>
                  </a:lnTo>
                  <a:lnTo>
                    <a:pt x="80039" y="1140593"/>
                  </a:lnTo>
                  <a:close/>
                  <a:moveTo>
                    <a:pt x="80039" y="1140593"/>
                  </a:moveTo>
                  <a:lnTo>
                    <a:pt x="75264" y="1137006"/>
                  </a:lnTo>
                  <a:lnTo>
                    <a:pt x="9036" y="1184702"/>
                  </a:lnTo>
                  <a:close/>
                  <a:moveTo>
                    <a:pt x="80039" y="1140593"/>
                  </a:moveTo>
                  <a:lnTo>
                    <a:pt x="118797" y="1185995"/>
                  </a:lnTo>
                  <a:lnTo>
                    <a:pt x="75264" y="1137006"/>
                  </a:lnTo>
                  <a:close/>
                  <a:moveTo>
                    <a:pt x="74917" y="1134458"/>
                  </a:moveTo>
                  <a:lnTo>
                    <a:pt x="6486" y="1154939"/>
                  </a:lnTo>
                  <a:lnTo>
                    <a:pt x="78058" y="1133184"/>
                  </a:lnTo>
                  <a:close/>
                  <a:moveTo>
                    <a:pt x="106942" y="1173995"/>
                  </a:moveTo>
                  <a:lnTo>
                    <a:pt x="139928" y="1237531"/>
                  </a:lnTo>
                  <a:lnTo>
                    <a:pt x="118797" y="1185995"/>
                  </a:lnTo>
                  <a:close/>
                  <a:moveTo>
                    <a:pt x="106942" y="1173995"/>
                  </a:moveTo>
                  <a:lnTo>
                    <a:pt x="122321" y="1224235"/>
                  </a:lnTo>
                  <a:lnTo>
                    <a:pt x="139928" y="1237531"/>
                  </a:lnTo>
                  <a:close/>
                  <a:moveTo>
                    <a:pt x="58733" y="1112463"/>
                  </a:moveTo>
                  <a:lnTo>
                    <a:pt x="106942" y="1173995"/>
                  </a:lnTo>
                  <a:lnTo>
                    <a:pt x="74917" y="1134458"/>
                  </a:lnTo>
                  <a:close/>
                  <a:moveTo>
                    <a:pt x="58733" y="1112463"/>
                  </a:moveTo>
                  <a:lnTo>
                    <a:pt x="74917" y="1134458"/>
                  </a:lnTo>
                  <a:lnTo>
                    <a:pt x="59725" y="1104418"/>
                  </a:lnTo>
                  <a:close/>
                  <a:moveTo>
                    <a:pt x="59725" y="1104418"/>
                  </a:moveTo>
                  <a:lnTo>
                    <a:pt x="74917" y="1134458"/>
                  </a:lnTo>
                  <a:lnTo>
                    <a:pt x="78058" y="1133184"/>
                  </a:lnTo>
                  <a:close/>
                  <a:moveTo>
                    <a:pt x="59725" y="1104418"/>
                  </a:moveTo>
                  <a:lnTo>
                    <a:pt x="78058" y="1133184"/>
                  </a:lnTo>
                  <a:lnTo>
                    <a:pt x="98221" y="1073672"/>
                  </a:lnTo>
                  <a:close/>
                  <a:moveTo>
                    <a:pt x="445083" y="1402718"/>
                  </a:moveTo>
                  <a:lnTo>
                    <a:pt x="414700" y="1452179"/>
                  </a:lnTo>
                  <a:lnTo>
                    <a:pt x="450566" y="1461003"/>
                  </a:lnTo>
                  <a:close/>
                  <a:moveTo>
                    <a:pt x="450566" y="1461003"/>
                  </a:moveTo>
                  <a:lnTo>
                    <a:pt x="465089" y="1471120"/>
                  </a:lnTo>
                  <a:lnTo>
                    <a:pt x="445083" y="1402718"/>
                  </a:lnTo>
                  <a:close/>
                  <a:moveTo>
                    <a:pt x="173771" y="1094903"/>
                  </a:moveTo>
                  <a:lnTo>
                    <a:pt x="162421" y="1086270"/>
                  </a:lnTo>
                  <a:lnTo>
                    <a:pt x="145574" y="1076041"/>
                  </a:lnTo>
                  <a:close/>
                  <a:moveTo>
                    <a:pt x="492002" y="1319859"/>
                  </a:moveTo>
                  <a:lnTo>
                    <a:pt x="507909" y="1389624"/>
                  </a:lnTo>
                  <a:lnTo>
                    <a:pt x="519573" y="1331178"/>
                  </a:lnTo>
                  <a:close/>
                  <a:moveTo>
                    <a:pt x="519573" y="1331178"/>
                  </a:moveTo>
                  <a:lnTo>
                    <a:pt x="507909" y="1389624"/>
                  </a:lnTo>
                  <a:lnTo>
                    <a:pt x="566234" y="1330958"/>
                  </a:lnTo>
                  <a:close/>
                  <a:moveTo>
                    <a:pt x="310054" y="1122816"/>
                  </a:moveTo>
                  <a:lnTo>
                    <a:pt x="309978" y="1185620"/>
                  </a:lnTo>
                  <a:lnTo>
                    <a:pt x="358208" y="1121650"/>
                  </a:lnTo>
                  <a:close/>
                  <a:moveTo>
                    <a:pt x="358208" y="1121650"/>
                  </a:moveTo>
                  <a:lnTo>
                    <a:pt x="329123" y="1103372"/>
                  </a:lnTo>
                  <a:lnTo>
                    <a:pt x="301582" y="1066960"/>
                  </a:lnTo>
                  <a:close/>
                  <a:moveTo>
                    <a:pt x="826954" y="1646816"/>
                  </a:moveTo>
                  <a:lnTo>
                    <a:pt x="814429" y="1668814"/>
                  </a:lnTo>
                  <a:lnTo>
                    <a:pt x="844281" y="1671823"/>
                  </a:lnTo>
                  <a:close/>
                  <a:moveTo>
                    <a:pt x="457014" y="1137057"/>
                  </a:moveTo>
                  <a:lnTo>
                    <a:pt x="415131" y="1113354"/>
                  </a:lnTo>
                  <a:lnTo>
                    <a:pt x="471269" y="1150578"/>
                  </a:lnTo>
                  <a:close/>
                  <a:moveTo>
                    <a:pt x="333545" y="935009"/>
                  </a:moveTo>
                  <a:lnTo>
                    <a:pt x="331498" y="955135"/>
                  </a:lnTo>
                  <a:lnTo>
                    <a:pt x="361628" y="955103"/>
                  </a:lnTo>
                  <a:close/>
                  <a:moveTo>
                    <a:pt x="1048990" y="1778267"/>
                  </a:moveTo>
                  <a:lnTo>
                    <a:pt x="1087591" y="1811131"/>
                  </a:lnTo>
                  <a:lnTo>
                    <a:pt x="1128196" y="1764826"/>
                  </a:lnTo>
                  <a:close/>
                  <a:moveTo>
                    <a:pt x="574059" y="1185598"/>
                  </a:moveTo>
                  <a:lnTo>
                    <a:pt x="603768" y="1224188"/>
                  </a:lnTo>
                  <a:lnTo>
                    <a:pt x="617939" y="1244229"/>
                  </a:lnTo>
                  <a:close/>
                  <a:moveTo>
                    <a:pt x="1128196" y="1764826"/>
                  </a:moveTo>
                  <a:lnTo>
                    <a:pt x="1127894" y="1729370"/>
                  </a:lnTo>
                  <a:lnTo>
                    <a:pt x="1107980" y="1787037"/>
                  </a:lnTo>
                  <a:close/>
                  <a:moveTo>
                    <a:pt x="1127894" y="1729370"/>
                  </a:moveTo>
                  <a:lnTo>
                    <a:pt x="1128196" y="1764826"/>
                  </a:lnTo>
                  <a:lnTo>
                    <a:pt x="1142411" y="1735501"/>
                  </a:lnTo>
                  <a:close/>
                  <a:moveTo>
                    <a:pt x="1106404" y="1711407"/>
                  </a:moveTo>
                  <a:lnTo>
                    <a:pt x="1127894" y="1729370"/>
                  </a:lnTo>
                  <a:lnTo>
                    <a:pt x="1079721" y="1667808"/>
                  </a:lnTo>
                  <a:close/>
                  <a:moveTo>
                    <a:pt x="1079721" y="1667808"/>
                  </a:moveTo>
                  <a:lnTo>
                    <a:pt x="1127894" y="1729370"/>
                  </a:lnTo>
                  <a:lnTo>
                    <a:pt x="1093252" y="1683964"/>
                  </a:lnTo>
                  <a:close/>
                  <a:moveTo>
                    <a:pt x="1079386" y="1622113"/>
                  </a:moveTo>
                  <a:lnTo>
                    <a:pt x="1064287" y="1617613"/>
                  </a:lnTo>
                  <a:lnTo>
                    <a:pt x="1132473" y="1645918"/>
                  </a:lnTo>
                  <a:close/>
                  <a:moveTo>
                    <a:pt x="523305" y="1013988"/>
                  </a:moveTo>
                  <a:lnTo>
                    <a:pt x="587828" y="1006995"/>
                  </a:lnTo>
                  <a:lnTo>
                    <a:pt x="575732" y="1041431"/>
                  </a:lnTo>
                  <a:close/>
                  <a:moveTo>
                    <a:pt x="523305" y="1013988"/>
                  </a:moveTo>
                  <a:lnTo>
                    <a:pt x="575732" y="1041431"/>
                  </a:lnTo>
                  <a:lnTo>
                    <a:pt x="555933" y="1065525"/>
                  </a:lnTo>
                  <a:close/>
                  <a:moveTo>
                    <a:pt x="572983" y="998244"/>
                  </a:moveTo>
                  <a:lnTo>
                    <a:pt x="628741" y="1041431"/>
                  </a:lnTo>
                  <a:lnTo>
                    <a:pt x="587828" y="1006995"/>
                  </a:lnTo>
                  <a:close/>
                  <a:moveTo>
                    <a:pt x="1132473" y="1645918"/>
                  </a:moveTo>
                  <a:lnTo>
                    <a:pt x="1161560" y="1619768"/>
                  </a:lnTo>
                  <a:lnTo>
                    <a:pt x="1079386" y="1622113"/>
                  </a:lnTo>
                  <a:close/>
                  <a:moveTo>
                    <a:pt x="1004624" y="1502650"/>
                  </a:moveTo>
                  <a:lnTo>
                    <a:pt x="1085412" y="1537696"/>
                  </a:lnTo>
                  <a:lnTo>
                    <a:pt x="1073964" y="1532703"/>
                  </a:lnTo>
                  <a:close/>
                  <a:moveTo>
                    <a:pt x="1055210" y="1531721"/>
                  </a:moveTo>
                  <a:lnTo>
                    <a:pt x="1085412" y="1537696"/>
                  </a:lnTo>
                  <a:lnTo>
                    <a:pt x="1010973" y="1505261"/>
                  </a:lnTo>
                  <a:close/>
                  <a:moveTo>
                    <a:pt x="628741" y="1041431"/>
                  </a:moveTo>
                  <a:lnTo>
                    <a:pt x="648092" y="1057636"/>
                  </a:lnTo>
                  <a:lnTo>
                    <a:pt x="650979" y="1035560"/>
                  </a:lnTo>
                  <a:close/>
                  <a:moveTo>
                    <a:pt x="628741" y="1041431"/>
                  </a:moveTo>
                  <a:lnTo>
                    <a:pt x="650979" y="1035560"/>
                  </a:lnTo>
                  <a:lnTo>
                    <a:pt x="587828" y="1006995"/>
                  </a:lnTo>
                  <a:close/>
                  <a:moveTo>
                    <a:pt x="691331" y="1040737"/>
                  </a:moveTo>
                  <a:lnTo>
                    <a:pt x="650979" y="1035560"/>
                  </a:lnTo>
                  <a:lnTo>
                    <a:pt x="648092" y="1057636"/>
                  </a:lnTo>
                  <a:close/>
                  <a:moveTo>
                    <a:pt x="702385" y="969007"/>
                  </a:moveTo>
                  <a:lnTo>
                    <a:pt x="650979" y="1035560"/>
                  </a:lnTo>
                  <a:lnTo>
                    <a:pt x="691331" y="1040737"/>
                  </a:lnTo>
                  <a:close/>
                  <a:moveTo>
                    <a:pt x="334673" y="553508"/>
                  </a:moveTo>
                  <a:lnTo>
                    <a:pt x="318259" y="562930"/>
                  </a:lnTo>
                  <a:lnTo>
                    <a:pt x="356321" y="558497"/>
                  </a:lnTo>
                  <a:close/>
                  <a:moveTo>
                    <a:pt x="334673" y="553508"/>
                  </a:moveTo>
                  <a:lnTo>
                    <a:pt x="356321" y="558497"/>
                  </a:lnTo>
                  <a:lnTo>
                    <a:pt x="359439" y="542216"/>
                  </a:lnTo>
                  <a:close/>
                  <a:moveTo>
                    <a:pt x="159417" y="353659"/>
                  </a:moveTo>
                  <a:lnTo>
                    <a:pt x="161804" y="414461"/>
                  </a:lnTo>
                  <a:lnTo>
                    <a:pt x="203938" y="355447"/>
                  </a:lnTo>
                  <a:close/>
                  <a:moveTo>
                    <a:pt x="112402" y="353899"/>
                  </a:moveTo>
                  <a:lnTo>
                    <a:pt x="161804" y="414461"/>
                  </a:lnTo>
                  <a:lnTo>
                    <a:pt x="159417" y="353659"/>
                  </a:lnTo>
                  <a:close/>
                  <a:moveTo>
                    <a:pt x="1299817" y="1611682"/>
                  </a:moveTo>
                  <a:lnTo>
                    <a:pt x="1307872" y="1642774"/>
                  </a:lnTo>
                  <a:lnTo>
                    <a:pt x="1344957" y="1646530"/>
                  </a:lnTo>
                  <a:close/>
                  <a:moveTo>
                    <a:pt x="1195344" y="1571405"/>
                  </a:moveTo>
                  <a:lnTo>
                    <a:pt x="1211457" y="1511188"/>
                  </a:lnTo>
                  <a:lnTo>
                    <a:pt x="1177165" y="1584240"/>
                  </a:lnTo>
                  <a:close/>
                  <a:moveTo>
                    <a:pt x="1216638" y="1516122"/>
                  </a:moveTo>
                  <a:lnTo>
                    <a:pt x="1208282" y="1576512"/>
                  </a:lnTo>
                  <a:lnTo>
                    <a:pt x="1177165" y="1584240"/>
                  </a:lnTo>
                  <a:close/>
                  <a:moveTo>
                    <a:pt x="1208282" y="1576512"/>
                  </a:moveTo>
                  <a:lnTo>
                    <a:pt x="1216638" y="1516122"/>
                  </a:lnTo>
                  <a:lnTo>
                    <a:pt x="1240302" y="1584240"/>
                  </a:lnTo>
                  <a:close/>
                  <a:moveTo>
                    <a:pt x="1211457" y="1511188"/>
                  </a:moveTo>
                  <a:lnTo>
                    <a:pt x="1195344" y="1571405"/>
                  </a:lnTo>
                  <a:lnTo>
                    <a:pt x="1240302" y="1584240"/>
                  </a:lnTo>
                  <a:close/>
                  <a:moveTo>
                    <a:pt x="978657" y="1285280"/>
                  </a:moveTo>
                  <a:lnTo>
                    <a:pt x="931380" y="1273243"/>
                  </a:lnTo>
                  <a:lnTo>
                    <a:pt x="937145" y="1275020"/>
                  </a:lnTo>
                  <a:close/>
                  <a:moveTo>
                    <a:pt x="964198" y="1270996"/>
                  </a:moveTo>
                  <a:lnTo>
                    <a:pt x="931380" y="1273243"/>
                  </a:lnTo>
                  <a:lnTo>
                    <a:pt x="978657" y="1285280"/>
                  </a:lnTo>
                  <a:close/>
                  <a:moveTo>
                    <a:pt x="320035" y="550015"/>
                  </a:moveTo>
                  <a:lnTo>
                    <a:pt x="318259" y="562930"/>
                  </a:lnTo>
                  <a:lnTo>
                    <a:pt x="334673" y="553508"/>
                  </a:lnTo>
                  <a:close/>
                  <a:moveTo>
                    <a:pt x="320035" y="550015"/>
                  </a:moveTo>
                  <a:lnTo>
                    <a:pt x="334673" y="553508"/>
                  </a:lnTo>
                  <a:lnTo>
                    <a:pt x="336989" y="498057"/>
                  </a:lnTo>
                  <a:close/>
                  <a:moveTo>
                    <a:pt x="336989" y="498057"/>
                  </a:moveTo>
                  <a:lnTo>
                    <a:pt x="359439" y="542216"/>
                  </a:lnTo>
                  <a:lnTo>
                    <a:pt x="383867" y="498651"/>
                  </a:lnTo>
                  <a:close/>
                  <a:moveTo>
                    <a:pt x="383867" y="498651"/>
                  </a:moveTo>
                  <a:lnTo>
                    <a:pt x="414154" y="486720"/>
                  </a:lnTo>
                  <a:lnTo>
                    <a:pt x="404814" y="477877"/>
                  </a:lnTo>
                  <a:close/>
                  <a:moveTo>
                    <a:pt x="359439" y="542216"/>
                  </a:moveTo>
                  <a:lnTo>
                    <a:pt x="406984" y="545302"/>
                  </a:lnTo>
                  <a:lnTo>
                    <a:pt x="383867" y="498651"/>
                  </a:lnTo>
                  <a:close/>
                  <a:moveTo>
                    <a:pt x="404814" y="477877"/>
                  </a:moveTo>
                  <a:lnTo>
                    <a:pt x="414154" y="486720"/>
                  </a:lnTo>
                  <a:lnTo>
                    <a:pt x="417958" y="451433"/>
                  </a:lnTo>
                  <a:close/>
                  <a:moveTo>
                    <a:pt x="277709" y="323267"/>
                  </a:moveTo>
                  <a:lnTo>
                    <a:pt x="263631" y="358684"/>
                  </a:lnTo>
                  <a:lnTo>
                    <a:pt x="292073" y="330125"/>
                  </a:lnTo>
                  <a:close/>
                  <a:moveTo>
                    <a:pt x="1344957" y="1646530"/>
                  </a:moveTo>
                  <a:lnTo>
                    <a:pt x="1373785" y="1663219"/>
                  </a:lnTo>
                  <a:lnTo>
                    <a:pt x="1374233" y="1621088"/>
                  </a:lnTo>
                  <a:close/>
                  <a:moveTo>
                    <a:pt x="1374233" y="1621088"/>
                  </a:moveTo>
                  <a:lnTo>
                    <a:pt x="1373785" y="1663219"/>
                  </a:lnTo>
                  <a:lnTo>
                    <a:pt x="1399457" y="1597779"/>
                  </a:lnTo>
                  <a:close/>
                  <a:moveTo>
                    <a:pt x="1344957" y="1646530"/>
                  </a:moveTo>
                  <a:lnTo>
                    <a:pt x="1312415" y="1592579"/>
                  </a:lnTo>
                  <a:lnTo>
                    <a:pt x="1299817" y="1611682"/>
                  </a:lnTo>
                  <a:close/>
                  <a:moveTo>
                    <a:pt x="1054446" y="1259067"/>
                  </a:moveTo>
                  <a:lnTo>
                    <a:pt x="1110206" y="1292866"/>
                  </a:lnTo>
                  <a:lnTo>
                    <a:pt x="1084049" y="1226832"/>
                  </a:lnTo>
                  <a:close/>
                  <a:moveTo>
                    <a:pt x="1063075" y="1242141"/>
                  </a:moveTo>
                  <a:lnTo>
                    <a:pt x="1099836" y="1187494"/>
                  </a:lnTo>
                  <a:lnTo>
                    <a:pt x="1065893" y="1177107"/>
                  </a:lnTo>
                  <a:close/>
                  <a:moveTo>
                    <a:pt x="1063075" y="1242141"/>
                  </a:moveTo>
                  <a:lnTo>
                    <a:pt x="1065893" y="1177107"/>
                  </a:lnTo>
                  <a:lnTo>
                    <a:pt x="1079898" y="1226832"/>
                  </a:lnTo>
                  <a:close/>
                  <a:moveTo>
                    <a:pt x="870674" y="1096004"/>
                  </a:moveTo>
                  <a:lnTo>
                    <a:pt x="915452" y="1088743"/>
                  </a:lnTo>
                  <a:lnTo>
                    <a:pt x="942408" y="1054628"/>
                  </a:lnTo>
                  <a:close/>
                  <a:moveTo>
                    <a:pt x="894345" y="1049605"/>
                  </a:moveTo>
                  <a:lnTo>
                    <a:pt x="870674" y="1096004"/>
                  </a:lnTo>
                  <a:lnTo>
                    <a:pt x="942408" y="1054628"/>
                  </a:lnTo>
                  <a:close/>
                  <a:moveTo>
                    <a:pt x="942408" y="1054628"/>
                  </a:moveTo>
                  <a:lnTo>
                    <a:pt x="915452" y="1088743"/>
                  </a:lnTo>
                  <a:lnTo>
                    <a:pt x="989777" y="1057058"/>
                  </a:lnTo>
                  <a:close/>
                  <a:moveTo>
                    <a:pt x="400865" y="427303"/>
                  </a:moveTo>
                  <a:lnTo>
                    <a:pt x="417958" y="451433"/>
                  </a:lnTo>
                  <a:lnTo>
                    <a:pt x="447736" y="427868"/>
                  </a:lnTo>
                  <a:close/>
                  <a:moveTo>
                    <a:pt x="292073" y="330125"/>
                  </a:moveTo>
                  <a:lnTo>
                    <a:pt x="301015" y="299174"/>
                  </a:lnTo>
                  <a:lnTo>
                    <a:pt x="277709" y="323267"/>
                  </a:lnTo>
                  <a:close/>
                  <a:moveTo>
                    <a:pt x="325738" y="321095"/>
                  </a:moveTo>
                  <a:lnTo>
                    <a:pt x="301015" y="299174"/>
                  </a:lnTo>
                  <a:lnTo>
                    <a:pt x="292073" y="330125"/>
                  </a:lnTo>
                  <a:close/>
                  <a:moveTo>
                    <a:pt x="1008112" y="1072222"/>
                  </a:moveTo>
                  <a:lnTo>
                    <a:pt x="1045877" y="1092128"/>
                  </a:lnTo>
                  <a:lnTo>
                    <a:pt x="1064459" y="1099665"/>
                  </a:lnTo>
                  <a:close/>
                  <a:moveTo>
                    <a:pt x="618239" y="246520"/>
                  </a:moveTo>
                  <a:lnTo>
                    <a:pt x="574472" y="244119"/>
                  </a:lnTo>
                  <a:lnTo>
                    <a:pt x="568509" y="260264"/>
                  </a:lnTo>
                  <a:close/>
                  <a:moveTo>
                    <a:pt x="1169163" y="821237"/>
                  </a:moveTo>
                  <a:lnTo>
                    <a:pt x="1144712" y="774554"/>
                  </a:lnTo>
                  <a:lnTo>
                    <a:pt x="1159997" y="804529"/>
                  </a:lnTo>
                  <a:close/>
                  <a:moveTo>
                    <a:pt x="1152841" y="793794"/>
                  </a:moveTo>
                  <a:lnTo>
                    <a:pt x="1144712" y="774554"/>
                  </a:lnTo>
                  <a:lnTo>
                    <a:pt x="1169163" y="821237"/>
                  </a:lnTo>
                  <a:close/>
                  <a:moveTo>
                    <a:pt x="929545" y="466938"/>
                  </a:moveTo>
                  <a:lnTo>
                    <a:pt x="971738" y="462757"/>
                  </a:lnTo>
                  <a:lnTo>
                    <a:pt x="950723" y="460481"/>
                  </a:lnTo>
                  <a:close/>
                  <a:moveTo>
                    <a:pt x="789844" y="433038"/>
                  </a:moveTo>
                  <a:lnTo>
                    <a:pt x="789540" y="371448"/>
                  </a:lnTo>
                  <a:lnTo>
                    <a:pt x="788646" y="357408"/>
                  </a:lnTo>
                  <a:close/>
                  <a:moveTo>
                    <a:pt x="788646" y="357408"/>
                  </a:moveTo>
                  <a:lnTo>
                    <a:pt x="809931" y="369072"/>
                  </a:lnTo>
                  <a:lnTo>
                    <a:pt x="789844" y="433038"/>
                  </a:lnTo>
                  <a:close/>
                  <a:moveTo>
                    <a:pt x="829006" y="357408"/>
                  </a:moveTo>
                  <a:lnTo>
                    <a:pt x="789540" y="371448"/>
                  </a:lnTo>
                  <a:lnTo>
                    <a:pt x="788033" y="422099"/>
                  </a:lnTo>
                  <a:close/>
                  <a:moveTo>
                    <a:pt x="937547" y="452572"/>
                  </a:moveTo>
                  <a:lnTo>
                    <a:pt x="929545" y="466938"/>
                  </a:lnTo>
                  <a:lnTo>
                    <a:pt x="950723" y="460481"/>
                  </a:lnTo>
                  <a:close/>
                  <a:moveTo>
                    <a:pt x="937547" y="452572"/>
                  </a:moveTo>
                  <a:lnTo>
                    <a:pt x="950723" y="460481"/>
                  </a:lnTo>
                  <a:lnTo>
                    <a:pt x="918880" y="427062"/>
                  </a:lnTo>
                  <a:close/>
                  <a:moveTo>
                    <a:pt x="805271" y="351652"/>
                  </a:moveTo>
                  <a:lnTo>
                    <a:pt x="829006" y="357408"/>
                  </a:lnTo>
                  <a:lnTo>
                    <a:pt x="826214" y="295054"/>
                  </a:lnTo>
                  <a:close/>
                  <a:moveTo>
                    <a:pt x="826214" y="295054"/>
                  </a:moveTo>
                  <a:lnTo>
                    <a:pt x="829006" y="357408"/>
                  </a:lnTo>
                  <a:lnTo>
                    <a:pt x="861038" y="288561"/>
                  </a:lnTo>
                  <a:close/>
                  <a:moveTo>
                    <a:pt x="840511" y="281777"/>
                  </a:moveTo>
                  <a:lnTo>
                    <a:pt x="861038" y="288561"/>
                  </a:lnTo>
                  <a:lnTo>
                    <a:pt x="864841" y="264795"/>
                  </a:lnTo>
                  <a:close/>
                  <a:moveTo>
                    <a:pt x="722657" y="82548"/>
                  </a:moveTo>
                  <a:lnTo>
                    <a:pt x="755142" y="127167"/>
                  </a:lnTo>
                  <a:lnTo>
                    <a:pt x="764641" y="140720"/>
                  </a:lnTo>
                  <a:close/>
                  <a:moveTo>
                    <a:pt x="1019100" y="309220"/>
                  </a:moveTo>
                  <a:lnTo>
                    <a:pt x="1012454" y="366912"/>
                  </a:lnTo>
                  <a:lnTo>
                    <a:pt x="1012203" y="331506"/>
                  </a:lnTo>
                  <a:close/>
                  <a:moveTo>
                    <a:pt x="982479" y="355270"/>
                  </a:moveTo>
                  <a:lnTo>
                    <a:pt x="1031176" y="362667"/>
                  </a:lnTo>
                  <a:lnTo>
                    <a:pt x="1019100" y="309220"/>
                  </a:lnTo>
                  <a:close/>
                  <a:moveTo>
                    <a:pt x="840511" y="281777"/>
                  </a:moveTo>
                  <a:lnTo>
                    <a:pt x="864841" y="264795"/>
                  </a:lnTo>
                  <a:lnTo>
                    <a:pt x="890287" y="225038"/>
                  </a:lnTo>
                  <a:close/>
                  <a:moveTo>
                    <a:pt x="755142" y="127167"/>
                  </a:moveTo>
                  <a:lnTo>
                    <a:pt x="722657" y="82548"/>
                  </a:lnTo>
                  <a:lnTo>
                    <a:pt x="754048" y="111350"/>
                  </a:lnTo>
                  <a:close/>
                  <a:moveTo>
                    <a:pt x="717177" y="75631"/>
                  </a:moveTo>
                  <a:lnTo>
                    <a:pt x="712065" y="19995"/>
                  </a:lnTo>
                  <a:lnTo>
                    <a:pt x="707766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53" name="Output_density__4252">
              <a:extLst>
                <a:ext uri="{FF2B5EF4-FFF2-40B4-BE49-F238E27FC236}">
                  <a16:creationId xmlns:a16="http://schemas.microsoft.com/office/drawing/2014/main" id="{136F3596-741A-210A-6E75-97C87454AEFD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4786"/>
              <a:ext cx="1433243" cy="2311351"/>
            </a:xfrm>
            <a:custGeom>
              <a:avLst/>
              <a:gdLst/>
              <a:ahLst/>
              <a:cxnLst/>
              <a:rect l="0" t="0" r="0" b="0"/>
              <a:pathLst>
                <a:path w="1433243" h="2311351">
                  <a:moveTo>
                    <a:pt x="182855" y="2239592"/>
                  </a:moveTo>
                  <a:lnTo>
                    <a:pt x="206538" y="2291129"/>
                  </a:lnTo>
                  <a:lnTo>
                    <a:pt x="230558" y="2267035"/>
                  </a:lnTo>
                  <a:close/>
                  <a:moveTo>
                    <a:pt x="293636" y="2242941"/>
                  </a:moveTo>
                  <a:lnTo>
                    <a:pt x="320102" y="2311351"/>
                  </a:lnTo>
                  <a:lnTo>
                    <a:pt x="324026" y="2294477"/>
                  </a:lnTo>
                  <a:close/>
                  <a:moveTo>
                    <a:pt x="256432" y="2288402"/>
                  </a:moveTo>
                  <a:lnTo>
                    <a:pt x="320102" y="2311351"/>
                  </a:lnTo>
                  <a:lnTo>
                    <a:pt x="293636" y="2242941"/>
                  </a:lnTo>
                  <a:close/>
                  <a:moveTo>
                    <a:pt x="268388" y="2252669"/>
                  </a:moveTo>
                  <a:lnTo>
                    <a:pt x="293636" y="2242941"/>
                  </a:lnTo>
                  <a:lnTo>
                    <a:pt x="291715" y="2245641"/>
                  </a:lnTo>
                  <a:close/>
                  <a:moveTo>
                    <a:pt x="244204" y="2209586"/>
                  </a:moveTo>
                  <a:lnTo>
                    <a:pt x="268388" y="2252669"/>
                  </a:lnTo>
                  <a:lnTo>
                    <a:pt x="291715" y="2245641"/>
                  </a:lnTo>
                  <a:close/>
                  <a:moveTo>
                    <a:pt x="353150" y="2284484"/>
                  </a:moveTo>
                  <a:lnTo>
                    <a:pt x="409398" y="2276737"/>
                  </a:lnTo>
                  <a:lnTo>
                    <a:pt x="388961" y="2230609"/>
                  </a:lnTo>
                  <a:close/>
                  <a:moveTo>
                    <a:pt x="353150" y="2284484"/>
                  </a:moveTo>
                  <a:lnTo>
                    <a:pt x="388961" y="2230609"/>
                  </a:lnTo>
                  <a:lnTo>
                    <a:pt x="351142" y="2223373"/>
                  </a:lnTo>
                  <a:close/>
                  <a:moveTo>
                    <a:pt x="351142" y="2223373"/>
                  </a:moveTo>
                  <a:lnTo>
                    <a:pt x="388961" y="2230609"/>
                  </a:lnTo>
                  <a:lnTo>
                    <a:pt x="316745" y="2188594"/>
                  </a:lnTo>
                  <a:close/>
                  <a:moveTo>
                    <a:pt x="299170" y="2138616"/>
                  </a:moveTo>
                  <a:lnTo>
                    <a:pt x="327310" y="2108926"/>
                  </a:lnTo>
                  <a:lnTo>
                    <a:pt x="245780" y="2113674"/>
                  </a:lnTo>
                  <a:close/>
                  <a:moveTo>
                    <a:pt x="338097" y="1861440"/>
                  </a:moveTo>
                  <a:lnTo>
                    <a:pt x="365629" y="1873121"/>
                  </a:lnTo>
                  <a:lnTo>
                    <a:pt x="338292" y="1937070"/>
                  </a:lnTo>
                  <a:close/>
                  <a:moveTo>
                    <a:pt x="365629" y="1873121"/>
                  </a:moveTo>
                  <a:lnTo>
                    <a:pt x="338097" y="1861440"/>
                  </a:lnTo>
                  <a:lnTo>
                    <a:pt x="316988" y="1811940"/>
                  </a:lnTo>
                  <a:close/>
                  <a:moveTo>
                    <a:pt x="427138" y="1823114"/>
                  </a:moveTo>
                  <a:lnTo>
                    <a:pt x="470243" y="1826054"/>
                  </a:lnTo>
                  <a:lnTo>
                    <a:pt x="469266" y="1764104"/>
                  </a:lnTo>
                  <a:close/>
                  <a:moveTo>
                    <a:pt x="470243" y="1826054"/>
                  </a:moveTo>
                  <a:lnTo>
                    <a:pt x="517364" y="1762984"/>
                  </a:lnTo>
                  <a:lnTo>
                    <a:pt x="469266" y="1764104"/>
                  </a:lnTo>
                  <a:close/>
                  <a:moveTo>
                    <a:pt x="30003" y="1246349"/>
                  </a:moveTo>
                  <a:lnTo>
                    <a:pt x="28854" y="1266830"/>
                  </a:lnTo>
                  <a:lnTo>
                    <a:pt x="33085" y="1321980"/>
                  </a:lnTo>
                  <a:close/>
                  <a:moveTo>
                    <a:pt x="30003" y="1246349"/>
                  </a:moveTo>
                  <a:lnTo>
                    <a:pt x="21432" y="1259308"/>
                  </a:lnTo>
                  <a:lnTo>
                    <a:pt x="28854" y="1266830"/>
                  </a:lnTo>
                  <a:close/>
                  <a:moveTo>
                    <a:pt x="0" y="1218906"/>
                  </a:moveTo>
                  <a:lnTo>
                    <a:pt x="21432" y="1259308"/>
                  </a:lnTo>
                  <a:lnTo>
                    <a:pt x="30003" y="1246349"/>
                  </a:lnTo>
                  <a:close/>
                  <a:moveTo>
                    <a:pt x="228190" y="1281463"/>
                  </a:moveTo>
                  <a:lnTo>
                    <a:pt x="250101" y="1320433"/>
                  </a:lnTo>
                  <a:lnTo>
                    <a:pt x="232292" y="1273792"/>
                  </a:lnTo>
                  <a:close/>
                  <a:moveTo>
                    <a:pt x="250101" y="1320433"/>
                  </a:moveTo>
                  <a:lnTo>
                    <a:pt x="228190" y="1281463"/>
                  </a:lnTo>
                  <a:lnTo>
                    <a:pt x="252044" y="1325328"/>
                  </a:lnTo>
                  <a:close/>
                  <a:moveTo>
                    <a:pt x="684164" y="1816600"/>
                  </a:moveTo>
                  <a:lnTo>
                    <a:pt x="627690" y="1840694"/>
                  </a:lnTo>
                  <a:lnTo>
                    <a:pt x="682609" y="1889447"/>
                  </a:lnTo>
                  <a:close/>
                  <a:moveTo>
                    <a:pt x="467451" y="1514609"/>
                  </a:moveTo>
                  <a:lnTo>
                    <a:pt x="526108" y="1518773"/>
                  </a:lnTo>
                  <a:lnTo>
                    <a:pt x="505161" y="1507381"/>
                  </a:lnTo>
                  <a:close/>
                  <a:moveTo>
                    <a:pt x="438678" y="1501458"/>
                  </a:moveTo>
                  <a:lnTo>
                    <a:pt x="460217" y="1507381"/>
                  </a:lnTo>
                  <a:lnTo>
                    <a:pt x="467451" y="1514609"/>
                  </a:lnTo>
                  <a:close/>
                  <a:moveTo>
                    <a:pt x="250101" y="1320433"/>
                  </a:moveTo>
                  <a:lnTo>
                    <a:pt x="252044" y="1325328"/>
                  </a:lnTo>
                  <a:lnTo>
                    <a:pt x="251876" y="1324949"/>
                  </a:lnTo>
                  <a:close/>
                  <a:moveTo>
                    <a:pt x="247208" y="1301234"/>
                  </a:moveTo>
                  <a:lnTo>
                    <a:pt x="250101" y="1320433"/>
                  </a:lnTo>
                  <a:lnTo>
                    <a:pt x="251876" y="1324949"/>
                  </a:lnTo>
                  <a:close/>
                  <a:moveTo>
                    <a:pt x="232292" y="1273792"/>
                  </a:moveTo>
                  <a:lnTo>
                    <a:pt x="250101" y="1320433"/>
                  </a:lnTo>
                  <a:lnTo>
                    <a:pt x="247208" y="1301234"/>
                  </a:lnTo>
                  <a:close/>
                  <a:moveTo>
                    <a:pt x="221834" y="1249698"/>
                  </a:moveTo>
                  <a:lnTo>
                    <a:pt x="218816" y="1222255"/>
                  </a:lnTo>
                  <a:lnTo>
                    <a:pt x="232292" y="1273792"/>
                  </a:lnTo>
                  <a:close/>
                  <a:moveTo>
                    <a:pt x="694151" y="1757967"/>
                  </a:moveTo>
                  <a:lnTo>
                    <a:pt x="729526" y="1755287"/>
                  </a:lnTo>
                  <a:lnTo>
                    <a:pt x="674710" y="1725017"/>
                  </a:lnTo>
                  <a:close/>
                  <a:moveTo>
                    <a:pt x="776792" y="1740970"/>
                  </a:moveTo>
                  <a:lnTo>
                    <a:pt x="748034" y="1814886"/>
                  </a:lnTo>
                  <a:lnTo>
                    <a:pt x="768839" y="1767370"/>
                  </a:lnTo>
                  <a:close/>
                  <a:moveTo>
                    <a:pt x="792144" y="1754264"/>
                  </a:moveTo>
                  <a:lnTo>
                    <a:pt x="776792" y="1740970"/>
                  </a:lnTo>
                  <a:lnTo>
                    <a:pt x="788601" y="1694402"/>
                  </a:lnTo>
                  <a:close/>
                  <a:moveTo>
                    <a:pt x="514371" y="1431750"/>
                  </a:moveTo>
                  <a:lnTo>
                    <a:pt x="479816" y="1404308"/>
                  </a:lnTo>
                  <a:lnTo>
                    <a:pt x="501818" y="1455844"/>
                  </a:lnTo>
                  <a:close/>
                  <a:moveTo>
                    <a:pt x="272070" y="1183047"/>
                  </a:moveTo>
                  <a:lnTo>
                    <a:pt x="332422" y="1234707"/>
                  </a:lnTo>
                  <a:lnTo>
                    <a:pt x="323950" y="1178851"/>
                  </a:lnTo>
                  <a:close/>
                  <a:moveTo>
                    <a:pt x="317100" y="1126457"/>
                  </a:moveTo>
                  <a:lnTo>
                    <a:pt x="315039" y="1122531"/>
                  </a:lnTo>
                  <a:lnTo>
                    <a:pt x="323950" y="1178851"/>
                  </a:lnTo>
                  <a:close/>
                  <a:moveTo>
                    <a:pt x="323950" y="1178851"/>
                  </a:moveTo>
                  <a:lnTo>
                    <a:pt x="315039" y="1122531"/>
                  </a:lnTo>
                  <a:lnTo>
                    <a:pt x="259798" y="1130280"/>
                  </a:lnTo>
                  <a:close/>
                  <a:moveTo>
                    <a:pt x="323950" y="1178851"/>
                  </a:moveTo>
                  <a:lnTo>
                    <a:pt x="259798" y="1130280"/>
                  </a:lnTo>
                  <a:lnTo>
                    <a:pt x="272070" y="1183047"/>
                  </a:lnTo>
                  <a:close/>
                  <a:moveTo>
                    <a:pt x="263966" y="1102471"/>
                  </a:moveTo>
                  <a:lnTo>
                    <a:pt x="219815" y="1070994"/>
                  </a:lnTo>
                  <a:lnTo>
                    <a:pt x="259798" y="1130280"/>
                  </a:lnTo>
                  <a:close/>
                  <a:moveTo>
                    <a:pt x="211593" y="1081334"/>
                  </a:moveTo>
                  <a:lnTo>
                    <a:pt x="253346" y="1122531"/>
                  </a:lnTo>
                  <a:lnTo>
                    <a:pt x="259798" y="1130280"/>
                  </a:lnTo>
                  <a:close/>
                  <a:moveTo>
                    <a:pt x="791926" y="1665339"/>
                  </a:moveTo>
                  <a:lnTo>
                    <a:pt x="781584" y="1640345"/>
                  </a:lnTo>
                  <a:lnTo>
                    <a:pt x="783399" y="1689433"/>
                  </a:lnTo>
                  <a:close/>
                  <a:moveTo>
                    <a:pt x="736056" y="1573652"/>
                  </a:moveTo>
                  <a:lnTo>
                    <a:pt x="781053" y="1637796"/>
                  </a:lnTo>
                  <a:lnTo>
                    <a:pt x="751838" y="1623565"/>
                  </a:lnTo>
                  <a:close/>
                  <a:moveTo>
                    <a:pt x="315039" y="1122531"/>
                  </a:moveTo>
                  <a:lnTo>
                    <a:pt x="317100" y="1126457"/>
                  </a:lnTo>
                  <a:lnTo>
                    <a:pt x="316490" y="1122173"/>
                  </a:lnTo>
                  <a:close/>
                  <a:moveTo>
                    <a:pt x="316490" y="1122173"/>
                  </a:moveTo>
                  <a:lnTo>
                    <a:pt x="263966" y="1102471"/>
                  </a:lnTo>
                  <a:lnTo>
                    <a:pt x="315039" y="1122531"/>
                  </a:lnTo>
                  <a:close/>
                  <a:moveTo>
                    <a:pt x="267585" y="1061207"/>
                  </a:moveTo>
                  <a:lnTo>
                    <a:pt x="263966" y="1102471"/>
                  </a:lnTo>
                  <a:lnTo>
                    <a:pt x="316490" y="1122173"/>
                  </a:lnTo>
                  <a:close/>
                  <a:moveTo>
                    <a:pt x="316490" y="1122173"/>
                  </a:moveTo>
                  <a:lnTo>
                    <a:pt x="317100" y="1126457"/>
                  </a:lnTo>
                  <a:lnTo>
                    <a:pt x="316880" y="1122531"/>
                  </a:lnTo>
                  <a:close/>
                  <a:moveTo>
                    <a:pt x="316880" y="1122531"/>
                  </a:moveTo>
                  <a:lnTo>
                    <a:pt x="317816" y="1058353"/>
                  </a:lnTo>
                  <a:lnTo>
                    <a:pt x="316490" y="1122173"/>
                  </a:lnTo>
                  <a:close/>
                  <a:moveTo>
                    <a:pt x="754281" y="1613803"/>
                  </a:moveTo>
                  <a:lnTo>
                    <a:pt x="736056" y="1573652"/>
                  </a:lnTo>
                  <a:lnTo>
                    <a:pt x="751838" y="1623565"/>
                  </a:lnTo>
                  <a:close/>
                  <a:moveTo>
                    <a:pt x="421759" y="1201510"/>
                  </a:moveTo>
                  <a:lnTo>
                    <a:pt x="433580" y="1165688"/>
                  </a:lnTo>
                  <a:lnTo>
                    <a:pt x="437499" y="1225245"/>
                  </a:lnTo>
                  <a:close/>
                  <a:moveTo>
                    <a:pt x="584484" y="1292550"/>
                  </a:moveTo>
                  <a:lnTo>
                    <a:pt x="563436" y="1286328"/>
                  </a:lnTo>
                  <a:lnTo>
                    <a:pt x="596427" y="1297489"/>
                  </a:lnTo>
                  <a:close/>
                  <a:moveTo>
                    <a:pt x="596427" y="1297489"/>
                  </a:moveTo>
                  <a:lnTo>
                    <a:pt x="602235" y="1304583"/>
                  </a:lnTo>
                  <a:lnTo>
                    <a:pt x="584484" y="1292550"/>
                  </a:lnTo>
                  <a:close/>
                  <a:moveTo>
                    <a:pt x="355913" y="1046900"/>
                  </a:moveTo>
                  <a:lnTo>
                    <a:pt x="383997" y="1066994"/>
                  </a:lnTo>
                  <a:lnTo>
                    <a:pt x="387210" y="1022806"/>
                  </a:lnTo>
                  <a:close/>
                  <a:moveTo>
                    <a:pt x="1086655" y="1729503"/>
                  </a:moveTo>
                  <a:lnTo>
                    <a:pt x="1101754" y="1734004"/>
                  </a:lnTo>
                  <a:lnTo>
                    <a:pt x="1079764" y="1720224"/>
                  </a:lnTo>
                  <a:close/>
                  <a:moveTo>
                    <a:pt x="1086655" y="1729503"/>
                  </a:moveTo>
                  <a:lnTo>
                    <a:pt x="1079764" y="1720224"/>
                  </a:lnTo>
                  <a:lnTo>
                    <a:pt x="1095629" y="1711104"/>
                  </a:lnTo>
                  <a:close/>
                  <a:moveTo>
                    <a:pt x="1100393" y="1668688"/>
                  </a:moveTo>
                  <a:lnTo>
                    <a:pt x="1086655" y="1729503"/>
                  </a:lnTo>
                  <a:lnTo>
                    <a:pt x="1095629" y="1711104"/>
                  </a:lnTo>
                  <a:close/>
                  <a:moveTo>
                    <a:pt x="757576" y="1256395"/>
                  </a:moveTo>
                  <a:lnTo>
                    <a:pt x="761177" y="1294248"/>
                  </a:lnTo>
                  <a:lnTo>
                    <a:pt x="752689" y="1309159"/>
                  </a:lnTo>
                  <a:close/>
                  <a:moveTo>
                    <a:pt x="757576" y="1256395"/>
                  </a:moveTo>
                  <a:lnTo>
                    <a:pt x="752689" y="1309159"/>
                  </a:lnTo>
                  <a:lnTo>
                    <a:pt x="752210" y="1300497"/>
                  </a:lnTo>
                  <a:close/>
                  <a:moveTo>
                    <a:pt x="402976" y="1003054"/>
                  </a:moveTo>
                  <a:lnTo>
                    <a:pt x="431172" y="973577"/>
                  </a:lnTo>
                  <a:lnTo>
                    <a:pt x="446562" y="991340"/>
                  </a:lnTo>
                  <a:close/>
                  <a:moveTo>
                    <a:pt x="260950" y="741029"/>
                  </a:moveTo>
                  <a:lnTo>
                    <a:pt x="214683" y="689775"/>
                  </a:lnTo>
                  <a:lnTo>
                    <a:pt x="207911" y="713586"/>
                  </a:lnTo>
                  <a:close/>
                  <a:moveTo>
                    <a:pt x="260950" y="741029"/>
                  </a:moveTo>
                  <a:lnTo>
                    <a:pt x="207911" y="713586"/>
                  </a:lnTo>
                  <a:lnTo>
                    <a:pt x="212936" y="765123"/>
                  </a:lnTo>
                  <a:close/>
                  <a:moveTo>
                    <a:pt x="214683" y="689775"/>
                  </a:moveTo>
                  <a:lnTo>
                    <a:pt x="213678" y="684433"/>
                  </a:lnTo>
                  <a:lnTo>
                    <a:pt x="207911" y="713586"/>
                  </a:lnTo>
                  <a:close/>
                  <a:moveTo>
                    <a:pt x="752210" y="1300497"/>
                  </a:moveTo>
                  <a:lnTo>
                    <a:pt x="752689" y="1309159"/>
                  </a:lnTo>
                  <a:lnTo>
                    <a:pt x="752146" y="1307932"/>
                  </a:lnTo>
                  <a:close/>
                  <a:moveTo>
                    <a:pt x="1100393" y="1668688"/>
                  </a:moveTo>
                  <a:lnTo>
                    <a:pt x="1095629" y="1711104"/>
                  </a:lnTo>
                  <a:lnTo>
                    <a:pt x="1157032" y="1696131"/>
                  </a:lnTo>
                  <a:close/>
                  <a:moveTo>
                    <a:pt x="907970" y="1335374"/>
                  </a:moveTo>
                  <a:lnTo>
                    <a:pt x="949239" y="1388800"/>
                  </a:lnTo>
                  <a:lnTo>
                    <a:pt x="950461" y="1382794"/>
                  </a:lnTo>
                  <a:close/>
                  <a:moveTo>
                    <a:pt x="896650" y="1411005"/>
                  </a:moveTo>
                  <a:lnTo>
                    <a:pt x="949239" y="1388800"/>
                  </a:lnTo>
                  <a:lnTo>
                    <a:pt x="907970" y="1335374"/>
                  </a:lnTo>
                  <a:close/>
                  <a:moveTo>
                    <a:pt x="900147" y="1359468"/>
                  </a:moveTo>
                  <a:lnTo>
                    <a:pt x="896650" y="1411005"/>
                  </a:lnTo>
                  <a:lnTo>
                    <a:pt x="907970" y="1335374"/>
                  </a:lnTo>
                  <a:close/>
                  <a:moveTo>
                    <a:pt x="931856" y="1313236"/>
                  </a:moveTo>
                  <a:lnTo>
                    <a:pt x="900147" y="1359468"/>
                  </a:lnTo>
                  <a:lnTo>
                    <a:pt x="907970" y="1335374"/>
                  </a:lnTo>
                  <a:close/>
                  <a:moveTo>
                    <a:pt x="757576" y="1256395"/>
                  </a:moveTo>
                  <a:lnTo>
                    <a:pt x="768868" y="1233263"/>
                  </a:lnTo>
                  <a:lnTo>
                    <a:pt x="767770" y="1204858"/>
                  </a:lnTo>
                  <a:close/>
                  <a:moveTo>
                    <a:pt x="552353" y="1077296"/>
                  </a:moveTo>
                  <a:lnTo>
                    <a:pt x="576375" y="1087580"/>
                  </a:lnTo>
                  <a:lnTo>
                    <a:pt x="594796" y="1061309"/>
                  </a:lnTo>
                  <a:close/>
                  <a:moveTo>
                    <a:pt x="347661" y="783117"/>
                  </a:moveTo>
                  <a:lnTo>
                    <a:pt x="374789" y="736302"/>
                  </a:lnTo>
                  <a:lnTo>
                    <a:pt x="336245" y="729655"/>
                  </a:lnTo>
                  <a:close/>
                  <a:moveTo>
                    <a:pt x="181028" y="427458"/>
                  </a:moveTo>
                  <a:lnTo>
                    <a:pt x="132282" y="407716"/>
                  </a:lnTo>
                  <a:lnTo>
                    <a:pt x="181785" y="465550"/>
                  </a:lnTo>
                  <a:close/>
                  <a:moveTo>
                    <a:pt x="1199533" y="1696131"/>
                  </a:moveTo>
                  <a:lnTo>
                    <a:pt x="1233825" y="1623079"/>
                  </a:lnTo>
                  <a:lnTo>
                    <a:pt x="1207720" y="1620500"/>
                  </a:lnTo>
                  <a:close/>
                  <a:moveTo>
                    <a:pt x="1207720" y="1620500"/>
                  </a:moveTo>
                  <a:lnTo>
                    <a:pt x="1239007" y="1628013"/>
                  </a:lnTo>
                  <a:lnTo>
                    <a:pt x="1199533" y="1696131"/>
                  </a:lnTo>
                  <a:close/>
                  <a:moveTo>
                    <a:pt x="1262670" y="1696131"/>
                  </a:moveTo>
                  <a:lnTo>
                    <a:pt x="1239007" y="1628013"/>
                  </a:lnTo>
                  <a:lnTo>
                    <a:pt x="1244154" y="1620500"/>
                  </a:lnTo>
                  <a:close/>
                  <a:moveTo>
                    <a:pt x="1244154" y="1620500"/>
                  </a:moveTo>
                  <a:lnTo>
                    <a:pt x="1233825" y="1623079"/>
                  </a:lnTo>
                  <a:lnTo>
                    <a:pt x="1262670" y="1696131"/>
                  </a:lnTo>
                  <a:close/>
                  <a:moveTo>
                    <a:pt x="1207720" y="1620500"/>
                  </a:moveTo>
                  <a:lnTo>
                    <a:pt x="1233825" y="1623079"/>
                  </a:lnTo>
                  <a:lnTo>
                    <a:pt x="1224279" y="1572948"/>
                  </a:lnTo>
                  <a:close/>
                  <a:moveTo>
                    <a:pt x="953748" y="1385134"/>
                  </a:moveTo>
                  <a:lnTo>
                    <a:pt x="971445" y="1326351"/>
                  </a:lnTo>
                  <a:lnTo>
                    <a:pt x="959513" y="1386911"/>
                  </a:lnTo>
                  <a:close/>
                  <a:moveTo>
                    <a:pt x="959513" y="1386911"/>
                  </a:moveTo>
                  <a:lnTo>
                    <a:pt x="971445" y="1326351"/>
                  </a:lnTo>
                  <a:lnTo>
                    <a:pt x="974063" y="1311280"/>
                  </a:lnTo>
                  <a:close/>
                  <a:moveTo>
                    <a:pt x="958211" y="1318762"/>
                  </a:moveTo>
                  <a:lnTo>
                    <a:pt x="950461" y="1382794"/>
                  </a:lnTo>
                  <a:lnTo>
                    <a:pt x="959513" y="1386911"/>
                  </a:lnTo>
                  <a:close/>
                  <a:moveTo>
                    <a:pt x="907970" y="1335374"/>
                  </a:moveTo>
                  <a:lnTo>
                    <a:pt x="950461" y="1382794"/>
                  </a:lnTo>
                  <a:lnTo>
                    <a:pt x="958211" y="1318762"/>
                  </a:lnTo>
                  <a:close/>
                  <a:moveTo>
                    <a:pt x="971445" y="1326351"/>
                  </a:moveTo>
                  <a:lnTo>
                    <a:pt x="953748" y="1385134"/>
                  </a:lnTo>
                  <a:lnTo>
                    <a:pt x="962396" y="1362817"/>
                  </a:lnTo>
                  <a:close/>
                  <a:moveTo>
                    <a:pt x="931856" y="1313236"/>
                  </a:moveTo>
                  <a:lnTo>
                    <a:pt x="907970" y="1335374"/>
                  </a:lnTo>
                  <a:lnTo>
                    <a:pt x="958211" y="1318762"/>
                  </a:lnTo>
                  <a:close/>
                  <a:moveTo>
                    <a:pt x="258788" y="408616"/>
                  </a:moveTo>
                  <a:lnTo>
                    <a:pt x="225448" y="383622"/>
                  </a:lnTo>
                  <a:lnTo>
                    <a:pt x="181028" y="427458"/>
                  </a:lnTo>
                  <a:close/>
                  <a:moveTo>
                    <a:pt x="232665" y="445846"/>
                  </a:moveTo>
                  <a:lnTo>
                    <a:pt x="258788" y="408616"/>
                  </a:lnTo>
                  <a:lnTo>
                    <a:pt x="181028" y="427458"/>
                  </a:lnTo>
                  <a:close/>
                  <a:moveTo>
                    <a:pt x="1396153" y="1775110"/>
                  </a:moveTo>
                  <a:lnTo>
                    <a:pt x="1427799" y="1809847"/>
                  </a:lnTo>
                  <a:lnTo>
                    <a:pt x="1433243" y="1763130"/>
                  </a:lnTo>
                  <a:close/>
                  <a:moveTo>
                    <a:pt x="1103346" y="1402220"/>
                  </a:moveTo>
                  <a:lnTo>
                    <a:pt x="1171709" y="1447367"/>
                  </a:lnTo>
                  <a:lnTo>
                    <a:pt x="1122406" y="1406517"/>
                  </a:lnTo>
                  <a:close/>
                  <a:moveTo>
                    <a:pt x="1136621" y="1413150"/>
                  </a:moveTo>
                  <a:lnTo>
                    <a:pt x="1103346" y="1402220"/>
                  </a:lnTo>
                  <a:lnTo>
                    <a:pt x="1106417" y="1338723"/>
                  </a:lnTo>
                  <a:close/>
                  <a:moveTo>
                    <a:pt x="1037690" y="1264454"/>
                  </a:moveTo>
                  <a:lnTo>
                    <a:pt x="1088233" y="1287187"/>
                  </a:lnTo>
                  <a:lnTo>
                    <a:pt x="1002724" y="1257813"/>
                  </a:lnTo>
                  <a:close/>
                  <a:moveTo>
                    <a:pt x="1002724" y="1257813"/>
                  </a:moveTo>
                  <a:lnTo>
                    <a:pt x="1088261" y="1288998"/>
                  </a:lnTo>
                  <a:lnTo>
                    <a:pt x="1008586" y="1259744"/>
                  </a:lnTo>
                  <a:close/>
                  <a:moveTo>
                    <a:pt x="489078" y="570924"/>
                  </a:moveTo>
                  <a:lnTo>
                    <a:pt x="517209" y="565674"/>
                  </a:lnTo>
                  <a:lnTo>
                    <a:pt x="470104" y="539759"/>
                  </a:lnTo>
                  <a:close/>
                  <a:moveTo>
                    <a:pt x="258788" y="408616"/>
                  </a:moveTo>
                  <a:lnTo>
                    <a:pt x="225937" y="366913"/>
                  </a:lnTo>
                  <a:lnTo>
                    <a:pt x="225448" y="383622"/>
                  </a:lnTo>
                  <a:close/>
                  <a:moveTo>
                    <a:pt x="506596" y="617211"/>
                  </a:moveTo>
                  <a:lnTo>
                    <a:pt x="513318" y="574158"/>
                  </a:lnTo>
                  <a:lnTo>
                    <a:pt x="510062" y="639549"/>
                  </a:lnTo>
                  <a:close/>
                  <a:moveTo>
                    <a:pt x="1226032" y="1315700"/>
                  </a:moveTo>
                  <a:lnTo>
                    <a:pt x="1228555" y="1319137"/>
                  </a:lnTo>
                  <a:lnTo>
                    <a:pt x="1286635" y="1361612"/>
                  </a:lnTo>
                  <a:close/>
                  <a:moveTo>
                    <a:pt x="1044127" y="1108483"/>
                  </a:moveTo>
                  <a:lnTo>
                    <a:pt x="1012145" y="1168949"/>
                  </a:lnTo>
                  <a:lnTo>
                    <a:pt x="1030480" y="1184113"/>
                  </a:lnTo>
                  <a:close/>
                  <a:moveTo>
                    <a:pt x="1026182" y="1113256"/>
                  </a:moveTo>
                  <a:lnTo>
                    <a:pt x="964776" y="1166519"/>
                  </a:lnTo>
                  <a:lnTo>
                    <a:pt x="1012145" y="1168949"/>
                  </a:lnTo>
                  <a:close/>
                  <a:moveTo>
                    <a:pt x="1026182" y="1113256"/>
                  </a:moveTo>
                  <a:lnTo>
                    <a:pt x="970732" y="1120354"/>
                  </a:lnTo>
                  <a:lnTo>
                    <a:pt x="964776" y="1166519"/>
                  </a:lnTo>
                  <a:close/>
                  <a:moveTo>
                    <a:pt x="970732" y="1120354"/>
                  </a:moveTo>
                  <a:lnTo>
                    <a:pt x="1026182" y="1113256"/>
                  </a:lnTo>
                  <a:lnTo>
                    <a:pt x="979352" y="1086115"/>
                  </a:lnTo>
                  <a:close/>
                  <a:moveTo>
                    <a:pt x="1059439" y="1061458"/>
                  </a:moveTo>
                  <a:lnTo>
                    <a:pt x="1029860" y="1100281"/>
                  </a:lnTo>
                  <a:lnTo>
                    <a:pt x="1026182" y="1113256"/>
                  </a:lnTo>
                  <a:close/>
                  <a:moveTo>
                    <a:pt x="1044127" y="1108483"/>
                  </a:moveTo>
                  <a:lnTo>
                    <a:pt x="1070082" y="1075987"/>
                  </a:lnTo>
                  <a:lnTo>
                    <a:pt x="1059439" y="1061458"/>
                  </a:lnTo>
                  <a:close/>
                  <a:moveTo>
                    <a:pt x="1026182" y="1113256"/>
                  </a:moveTo>
                  <a:lnTo>
                    <a:pt x="1044127" y="1108483"/>
                  </a:lnTo>
                  <a:lnTo>
                    <a:pt x="1059439" y="1061458"/>
                  </a:lnTo>
                  <a:close/>
                  <a:moveTo>
                    <a:pt x="529375" y="498362"/>
                  </a:moveTo>
                  <a:lnTo>
                    <a:pt x="517209" y="565674"/>
                  </a:lnTo>
                  <a:lnTo>
                    <a:pt x="534699" y="556776"/>
                  </a:lnTo>
                  <a:close/>
                  <a:moveTo>
                    <a:pt x="534699" y="556776"/>
                  </a:moveTo>
                  <a:lnTo>
                    <a:pt x="598547" y="542851"/>
                  </a:lnTo>
                  <a:lnTo>
                    <a:pt x="529375" y="498362"/>
                  </a:lnTo>
                  <a:close/>
                  <a:moveTo>
                    <a:pt x="598547" y="542851"/>
                  </a:moveTo>
                  <a:lnTo>
                    <a:pt x="600694" y="543760"/>
                  </a:lnTo>
                  <a:lnTo>
                    <a:pt x="650692" y="556019"/>
                  </a:lnTo>
                  <a:close/>
                  <a:moveTo>
                    <a:pt x="308437" y="284669"/>
                  </a:moveTo>
                  <a:lnTo>
                    <a:pt x="341161" y="283897"/>
                  </a:lnTo>
                  <a:lnTo>
                    <a:pt x="343935" y="284204"/>
                  </a:lnTo>
                  <a:close/>
                  <a:moveTo>
                    <a:pt x="296374" y="279342"/>
                  </a:moveTo>
                  <a:lnTo>
                    <a:pt x="341161" y="283897"/>
                  </a:lnTo>
                  <a:lnTo>
                    <a:pt x="308437" y="284669"/>
                  </a:lnTo>
                  <a:close/>
                  <a:moveTo>
                    <a:pt x="1253441" y="1356160"/>
                  </a:moveTo>
                  <a:lnTo>
                    <a:pt x="1286635" y="1361612"/>
                  </a:lnTo>
                  <a:lnTo>
                    <a:pt x="1228555" y="1319137"/>
                  </a:lnTo>
                  <a:close/>
                  <a:moveTo>
                    <a:pt x="1130280" y="1104591"/>
                  </a:moveTo>
                  <a:lnTo>
                    <a:pt x="1088562" y="1100525"/>
                  </a:lnTo>
                  <a:lnTo>
                    <a:pt x="1161661" y="1108810"/>
                  </a:lnTo>
                  <a:close/>
                  <a:moveTo>
                    <a:pt x="1032874" y="1045073"/>
                  </a:moveTo>
                  <a:lnTo>
                    <a:pt x="979352" y="1086115"/>
                  </a:lnTo>
                  <a:lnTo>
                    <a:pt x="1029860" y="1100281"/>
                  </a:lnTo>
                  <a:close/>
                  <a:moveTo>
                    <a:pt x="979992" y="736369"/>
                  </a:moveTo>
                  <a:lnTo>
                    <a:pt x="1008335" y="751075"/>
                  </a:lnTo>
                  <a:lnTo>
                    <a:pt x="955301" y="726394"/>
                  </a:lnTo>
                  <a:close/>
                  <a:moveTo>
                    <a:pt x="935072" y="521916"/>
                  </a:moveTo>
                  <a:lnTo>
                    <a:pt x="941248" y="538953"/>
                  </a:lnTo>
                  <a:lnTo>
                    <a:pt x="994106" y="574648"/>
                  </a:lnTo>
                  <a:close/>
                  <a:moveTo>
                    <a:pt x="885325" y="524377"/>
                  </a:moveTo>
                  <a:lnTo>
                    <a:pt x="935072" y="521916"/>
                  </a:lnTo>
                  <a:lnTo>
                    <a:pt x="884083" y="499900"/>
                  </a:lnTo>
                  <a:close/>
                  <a:moveTo>
                    <a:pt x="935072" y="521916"/>
                  </a:moveTo>
                  <a:lnTo>
                    <a:pt x="885325" y="524377"/>
                  </a:lnTo>
                  <a:lnTo>
                    <a:pt x="941248" y="538953"/>
                  </a:lnTo>
                  <a:close/>
                  <a:moveTo>
                    <a:pt x="885325" y="524377"/>
                  </a:moveTo>
                  <a:lnTo>
                    <a:pt x="891063" y="525995"/>
                  </a:lnTo>
                  <a:lnTo>
                    <a:pt x="941248" y="538953"/>
                  </a:lnTo>
                  <a:close/>
                  <a:moveTo>
                    <a:pt x="851374" y="469299"/>
                  </a:moveTo>
                  <a:lnTo>
                    <a:pt x="884083" y="499900"/>
                  </a:lnTo>
                  <a:lnTo>
                    <a:pt x="879136" y="466666"/>
                  </a:lnTo>
                  <a:close/>
                  <a:moveTo>
                    <a:pt x="975176" y="445205"/>
                  </a:moveTo>
                  <a:lnTo>
                    <a:pt x="950633" y="520835"/>
                  </a:lnTo>
                  <a:lnTo>
                    <a:pt x="1004847" y="467161"/>
                  </a:lnTo>
                  <a:close/>
                  <a:moveTo>
                    <a:pt x="933400" y="460533"/>
                  </a:moveTo>
                  <a:lnTo>
                    <a:pt x="879136" y="466666"/>
                  </a:lnTo>
                  <a:lnTo>
                    <a:pt x="884083" y="499900"/>
                  </a:lnTo>
                  <a:close/>
                  <a:moveTo>
                    <a:pt x="933400" y="460533"/>
                  </a:moveTo>
                  <a:lnTo>
                    <a:pt x="922354" y="393668"/>
                  </a:lnTo>
                  <a:lnTo>
                    <a:pt x="883406" y="400452"/>
                  </a:lnTo>
                  <a:close/>
                  <a:moveTo>
                    <a:pt x="933400" y="460533"/>
                  </a:moveTo>
                  <a:lnTo>
                    <a:pt x="883406" y="400452"/>
                  </a:lnTo>
                  <a:lnTo>
                    <a:pt x="879136" y="466666"/>
                  </a:lnTo>
                  <a:close/>
                  <a:moveTo>
                    <a:pt x="793166" y="199752"/>
                  </a:moveTo>
                  <a:lnTo>
                    <a:pt x="756314" y="187521"/>
                  </a:lnTo>
                  <a:lnTo>
                    <a:pt x="787009" y="252611"/>
                  </a:lnTo>
                  <a:close/>
                  <a:moveTo>
                    <a:pt x="739867" y="190211"/>
                  </a:moveTo>
                  <a:lnTo>
                    <a:pt x="756314" y="187521"/>
                  </a:lnTo>
                  <a:lnTo>
                    <a:pt x="737629" y="166783"/>
                  </a:lnTo>
                  <a:close/>
                  <a:moveTo>
                    <a:pt x="739545" y="187521"/>
                  </a:moveTo>
                  <a:lnTo>
                    <a:pt x="739867" y="190211"/>
                  </a:lnTo>
                  <a:lnTo>
                    <a:pt x="737629" y="166783"/>
                  </a:lnTo>
                  <a:close/>
                  <a:moveTo>
                    <a:pt x="1004847" y="467161"/>
                  </a:moveTo>
                  <a:lnTo>
                    <a:pt x="1020890" y="427387"/>
                  </a:lnTo>
                  <a:lnTo>
                    <a:pt x="975176" y="445205"/>
                  </a:lnTo>
                  <a:close/>
                  <a:moveTo>
                    <a:pt x="1041468" y="421110"/>
                  </a:moveTo>
                  <a:lnTo>
                    <a:pt x="1020890" y="427387"/>
                  </a:lnTo>
                  <a:lnTo>
                    <a:pt x="1004847" y="467161"/>
                  </a:lnTo>
                  <a:close/>
                  <a:moveTo>
                    <a:pt x="1020890" y="427387"/>
                  </a:moveTo>
                  <a:lnTo>
                    <a:pt x="1041468" y="421110"/>
                  </a:lnTo>
                  <a:lnTo>
                    <a:pt x="1026741" y="414120"/>
                  </a:lnTo>
                  <a:close/>
                  <a:moveTo>
                    <a:pt x="922354" y="393668"/>
                  </a:moveTo>
                  <a:lnTo>
                    <a:pt x="951634" y="382967"/>
                  </a:lnTo>
                  <a:lnTo>
                    <a:pt x="887209" y="376686"/>
                  </a:lnTo>
                  <a:close/>
                  <a:moveTo>
                    <a:pt x="887209" y="376686"/>
                  </a:moveTo>
                  <a:lnTo>
                    <a:pt x="951634" y="382967"/>
                  </a:lnTo>
                  <a:lnTo>
                    <a:pt x="962849" y="349914"/>
                  </a:lnTo>
                  <a:close/>
                  <a:moveTo>
                    <a:pt x="847660" y="266501"/>
                  </a:moveTo>
                  <a:lnTo>
                    <a:pt x="840107" y="239058"/>
                  </a:lnTo>
                  <a:lnTo>
                    <a:pt x="837551" y="290595"/>
                  </a:lnTo>
                  <a:close/>
                  <a:moveTo>
                    <a:pt x="756314" y="187521"/>
                  </a:moveTo>
                  <a:lnTo>
                    <a:pt x="793166" y="199752"/>
                  </a:lnTo>
                  <a:lnTo>
                    <a:pt x="797502" y="181337"/>
                  </a:lnTo>
                  <a:close/>
                  <a:moveTo>
                    <a:pt x="737629" y="166783"/>
                  </a:moveTo>
                  <a:lnTo>
                    <a:pt x="734433" y="131886"/>
                  </a:lnTo>
                  <a:lnTo>
                    <a:pt x="739545" y="187521"/>
                  </a:lnTo>
                  <a:close/>
                  <a:moveTo>
                    <a:pt x="797502" y="181337"/>
                  </a:moveTo>
                  <a:lnTo>
                    <a:pt x="737629" y="166783"/>
                  </a:lnTo>
                  <a:lnTo>
                    <a:pt x="756314" y="187521"/>
                  </a:lnTo>
                  <a:close/>
                  <a:moveTo>
                    <a:pt x="734433" y="131886"/>
                  </a:moveTo>
                  <a:lnTo>
                    <a:pt x="737629" y="166783"/>
                  </a:lnTo>
                  <a:lnTo>
                    <a:pt x="797502" y="181337"/>
                  </a:lnTo>
                  <a:close/>
                  <a:moveTo>
                    <a:pt x="799533" y="116943"/>
                  </a:moveTo>
                  <a:lnTo>
                    <a:pt x="734433" y="131886"/>
                  </a:lnTo>
                  <a:lnTo>
                    <a:pt x="797502" y="181337"/>
                  </a:lnTo>
                  <a:close/>
                  <a:moveTo>
                    <a:pt x="672129" y="96568"/>
                  </a:moveTo>
                  <a:lnTo>
                    <a:pt x="702620" y="75672"/>
                  </a:lnTo>
                  <a:lnTo>
                    <a:pt x="734433" y="131886"/>
                  </a:lnTo>
                  <a:close/>
                  <a:moveTo>
                    <a:pt x="734433" y="131886"/>
                  </a:moveTo>
                  <a:lnTo>
                    <a:pt x="750361" y="79490"/>
                  </a:lnTo>
                  <a:lnTo>
                    <a:pt x="712839" y="60354"/>
                  </a:lnTo>
                  <a:close/>
                  <a:moveTo>
                    <a:pt x="734433" y="131886"/>
                  </a:moveTo>
                  <a:lnTo>
                    <a:pt x="799533" y="116943"/>
                  </a:lnTo>
                  <a:lnTo>
                    <a:pt x="750361" y="79490"/>
                  </a:lnTo>
                  <a:close/>
                  <a:moveTo>
                    <a:pt x="799533" y="116943"/>
                  </a:moveTo>
                  <a:lnTo>
                    <a:pt x="799252" y="87607"/>
                  </a:lnTo>
                  <a:lnTo>
                    <a:pt x="750361" y="79490"/>
                  </a:lnTo>
                  <a:close/>
                  <a:moveTo>
                    <a:pt x="1041468" y="421110"/>
                  </a:moveTo>
                  <a:lnTo>
                    <a:pt x="1034571" y="443397"/>
                  </a:lnTo>
                  <a:lnTo>
                    <a:pt x="1039607" y="412170"/>
                  </a:lnTo>
                  <a:close/>
                  <a:moveTo>
                    <a:pt x="962849" y="349914"/>
                  </a:moveTo>
                  <a:lnTo>
                    <a:pt x="979025" y="369574"/>
                  </a:lnTo>
                  <a:lnTo>
                    <a:pt x="1017935" y="304304"/>
                  </a:lnTo>
                  <a:close/>
                  <a:moveTo>
                    <a:pt x="856729" y="139333"/>
                  </a:moveTo>
                  <a:lnTo>
                    <a:pt x="833290" y="89499"/>
                  </a:lnTo>
                  <a:lnTo>
                    <a:pt x="837679" y="111891"/>
                  </a:lnTo>
                  <a:close/>
                  <a:moveTo>
                    <a:pt x="712839" y="60354"/>
                  </a:moveTo>
                  <a:lnTo>
                    <a:pt x="750361" y="79490"/>
                  </a:lnTo>
                  <a:lnTo>
                    <a:pt x="768641" y="41332"/>
                  </a:lnTo>
                  <a:close/>
                  <a:moveTo>
                    <a:pt x="848964" y="98797"/>
                  </a:moveTo>
                  <a:lnTo>
                    <a:pt x="837679" y="111891"/>
                  </a:lnTo>
                  <a:lnTo>
                    <a:pt x="833290" y="89499"/>
                  </a:lnTo>
                  <a:close/>
                  <a:moveTo>
                    <a:pt x="768641" y="41332"/>
                  </a:moveTo>
                  <a:lnTo>
                    <a:pt x="783131" y="4792"/>
                  </a:lnTo>
                  <a:lnTo>
                    <a:pt x="742305" y="0"/>
                  </a:lnTo>
                  <a:close/>
                  <a:moveTo>
                    <a:pt x="1078997" y="299921"/>
                  </a:moveTo>
                  <a:lnTo>
                    <a:pt x="1064693" y="269849"/>
                  </a:lnTo>
                  <a:lnTo>
                    <a:pt x="1086911" y="28621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54" name="Output_density__4253">
              <a:extLst>
                <a:ext uri="{FF2B5EF4-FFF2-40B4-BE49-F238E27FC236}">
                  <a16:creationId xmlns:a16="http://schemas.microsoft.com/office/drawing/2014/main" id="{F91EDBF5-FC58-D105-665A-F346FB92B875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210196"/>
              <a:ext cx="1218243" cy="2271625"/>
            </a:xfrm>
            <a:custGeom>
              <a:avLst/>
              <a:gdLst/>
              <a:ahLst/>
              <a:cxnLst/>
              <a:rect l="0" t="0" r="0" b="0"/>
              <a:pathLst>
                <a:path w="1218243" h="2271625">
                  <a:moveTo>
                    <a:pt x="156945" y="2244182"/>
                  </a:moveTo>
                  <a:lnTo>
                    <a:pt x="204647" y="2271625"/>
                  </a:lnTo>
                  <a:lnTo>
                    <a:pt x="206301" y="2220088"/>
                  </a:lnTo>
                  <a:close/>
                  <a:moveTo>
                    <a:pt x="206301" y="2220088"/>
                  </a:moveTo>
                  <a:lnTo>
                    <a:pt x="242477" y="2257259"/>
                  </a:lnTo>
                  <a:lnTo>
                    <a:pt x="218294" y="2214176"/>
                  </a:lnTo>
                  <a:close/>
                  <a:moveTo>
                    <a:pt x="206301" y="2220088"/>
                  </a:moveTo>
                  <a:lnTo>
                    <a:pt x="204647" y="2271625"/>
                  </a:lnTo>
                  <a:lnTo>
                    <a:pt x="242477" y="2257259"/>
                  </a:lnTo>
                  <a:close/>
                  <a:moveTo>
                    <a:pt x="202984" y="2190033"/>
                  </a:moveTo>
                  <a:lnTo>
                    <a:pt x="206301" y="2220088"/>
                  </a:lnTo>
                  <a:lnTo>
                    <a:pt x="218294" y="2214176"/>
                  </a:lnTo>
                  <a:close/>
                  <a:moveTo>
                    <a:pt x="205831" y="2092921"/>
                  </a:moveTo>
                  <a:lnTo>
                    <a:pt x="219869" y="2118264"/>
                  </a:lnTo>
                  <a:lnTo>
                    <a:pt x="219716" y="2087535"/>
                  </a:lnTo>
                  <a:close/>
                  <a:moveTo>
                    <a:pt x="184698" y="2041384"/>
                  </a:moveTo>
                  <a:lnTo>
                    <a:pt x="219716" y="2087535"/>
                  </a:lnTo>
                  <a:lnTo>
                    <a:pt x="208691" y="2033755"/>
                  </a:lnTo>
                  <a:close/>
                  <a:moveTo>
                    <a:pt x="184698" y="2041384"/>
                  </a:moveTo>
                  <a:lnTo>
                    <a:pt x="205831" y="2092921"/>
                  </a:lnTo>
                  <a:lnTo>
                    <a:pt x="219716" y="2087535"/>
                  </a:lnTo>
                  <a:close/>
                  <a:moveTo>
                    <a:pt x="219869" y="2118264"/>
                  </a:moveTo>
                  <a:lnTo>
                    <a:pt x="277426" y="2068827"/>
                  </a:lnTo>
                  <a:lnTo>
                    <a:pt x="219716" y="2087535"/>
                  </a:lnTo>
                  <a:close/>
                  <a:moveTo>
                    <a:pt x="301399" y="2113516"/>
                  </a:moveTo>
                  <a:lnTo>
                    <a:pt x="277426" y="2068827"/>
                  </a:lnTo>
                  <a:lnTo>
                    <a:pt x="219869" y="2118264"/>
                  </a:lnTo>
                  <a:close/>
                  <a:moveTo>
                    <a:pt x="277426" y="2068827"/>
                  </a:moveTo>
                  <a:lnTo>
                    <a:pt x="276648" y="2020977"/>
                  </a:lnTo>
                  <a:lnTo>
                    <a:pt x="219716" y="2087535"/>
                  </a:lnTo>
                  <a:close/>
                  <a:moveTo>
                    <a:pt x="219716" y="2087535"/>
                  </a:moveTo>
                  <a:lnTo>
                    <a:pt x="276648" y="2020977"/>
                  </a:lnTo>
                  <a:lnTo>
                    <a:pt x="275273" y="2017607"/>
                  </a:lnTo>
                  <a:close/>
                  <a:moveTo>
                    <a:pt x="219716" y="2087535"/>
                  </a:moveTo>
                  <a:lnTo>
                    <a:pt x="275273" y="2017607"/>
                  </a:lnTo>
                  <a:lnTo>
                    <a:pt x="208691" y="2033755"/>
                  </a:lnTo>
                  <a:close/>
                  <a:moveTo>
                    <a:pt x="317502" y="2044733"/>
                  </a:moveTo>
                  <a:lnTo>
                    <a:pt x="301399" y="2113516"/>
                  </a:lnTo>
                  <a:lnTo>
                    <a:pt x="320795" y="2051134"/>
                  </a:lnTo>
                  <a:close/>
                  <a:moveTo>
                    <a:pt x="317502" y="2044733"/>
                  </a:moveTo>
                  <a:lnTo>
                    <a:pt x="277426" y="2068827"/>
                  </a:lnTo>
                  <a:lnTo>
                    <a:pt x="301399" y="2113516"/>
                  </a:lnTo>
                  <a:close/>
                  <a:moveTo>
                    <a:pt x="316182" y="2033886"/>
                  </a:moveTo>
                  <a:lnTo>
                    <a:pt x="277426" y="2068827"/>
                  </a:lnTo>
                  <a:lnTo>
                    <a:pt x="317502" y="2044733"/>
                  </a:lnTo>
                  <a:close/>
                  <a:moveTo>
                    <a:pt x="316182" y="2033886"/>
                  </a:moveTo>
                  <a:lnTo>
                    <a:pt x="276648" y="2020977"/>
                  </a:lnTo>
                  <a:lnTo>
                    <a:pt x="277426" y="2068827"/>
                  </a:lnTo>
                  <a:close/>
                  <a:moveTo>
                    <a:pt x="276648" y="2020977"/>
                  </a:moveTo>
                  <a:lnTo>
                    <a:pt x="316182" y="2033886"/>
                  </a:lnTo>
                  <a:lnTo>
                    <a:pt x="276129" y="2017290"/>
                  </a:lnTo>
                  <a:close/>
                  <a:moveTo>
                    <a:pt x="316182" y="2033886"/>
                  </a:moveTo>
                  <a:lnTo>
                    <a:pt x="307540" y="1993196"/>
                  </a:lnTo>
                  <a:lnTo>
                    <a:pt x="276129" y="2017290"/>
                  </a:lnTo>
                  <a:close/>
                  <a:moveTo>
                    <a:pt x="312382" y="1941660"/>
                  </a:moveTo>
                  <a:lnTo>
                    <a:pt x="276129" y="2017290"/>
                  </a:lnTo>
                  <a:lnTo>
                    <a:pt x="307540" y="1993196"/>
                  </a:lnTo>
                  <a:close/>
                  <a:moveTo>
                    <a:pt x="316182" y="2033886"/>
                  </a:moveTo>
                  <a:lnTo>
                    <a:pt x="317502" y="2044733"/>
                  </a:lnTo>
                  <a:lnTo>
                    <a:pt x="321058" y="2043127"/>
                  </a:lnTo>
                  <a:close/>
                  <a:moveTo>
                    <a:pt x="316182" y="2033886"/>
                  </a:moveTo>
                  <a:lnTo>
                    <a:pt x="321058" y="2043127"/>
                  </a:lnTo>
                  <a:lnTo>
                    <a:pt x="307540" y="1993196"/>
                  </a:lnTo>
                  <a:close/>
                  <a:moveTo>
                    <a:pt x="312382" y="1941660"/>
                  </a:moveTo>
                  <a:lnTo>
                    <a:pt x="307540" y="1993196"/>
                  </a:lnTo>
                  <a:lnTo>
                    <a:pt x="347585" y="1969103"/>
                  </a:lnTo>
                  <a:close/>
                  <a:moveTo>
                    <a:pt x="312382" y="1941660"/>
                  </a:moveTo>
                  <a:lnTo>
                    <a:pt x="347585" y="1969103"/>
                  </a:lnTo>
                  <a:lnTo>
                    <a:pt x="337426" y="1917566"/>
                  </a:lnTo>
                  <a:close/>
                  <a:moveTo>
                    <a:pt x="337426" y="1917566"/>
                  </a:moveTo>
                  <a:lnTo>
                    <a:pt x="312186" y="1866030"/>
                  </a:lnTo>
                  <a:lnTo>
                    <a:pt x="312382" y="1941660"/>
                  </a:lnTo>
                  <a:close/>
                  <a:moveTo>
                    <a:pt x="309388" y="1801644"/>
                  </a:moveTo>
                  <a:lnTo>
                    <a:pt x="300816" y="1841537"/>
                  </a:lnTo>
                  <a:lnTo>
                    <a:pt x="325627" y="1790399"/>
                  </a:lnTo>
                  <a:close/>
                  <a:moveTo>
                    <a:pt x="325627" y="1790399"/>
                  </a:moveTo>
                  <a:lnTo>
                    <a:pt x="300816" y="1841537"/>
                  </a:lnTo>
                  <a:lnTo>
                    <a:pt x="312186" y="1866030"/>
                  </a:lnTo>
                  <a:close/>
                  <a:moveTo>
                    <a:pt x="292234" y="1809452"/>
                  </a:moveTo>
                  <a:lnTo>
                    <a:pt x="309388" y="1801644"/>
                  </a:lnTo>
                  <a:lnTo>
                    <a:pt x="298074" y="1762956"/>
                  </a:lnTo>
                  <a:close/>
                  <a:moveTo>
                    <a:pt x="298074" y="1762956"/>
                  </a:moveTo>
                  <a:lnTo>
                    <a:pt x="309388" y="1801644"/>
                  </a:lnTo>
                  <a:lnTo>
                    <a:pt x="325627" y="1790399"/>
                  </a:lnTo>
                  <a:close/>
                  <a:moveTo>
                    <a:pt x="298074" y="1762956"/>
                  </a:moveTo>
                  <a:lnTo>
                    <a:pt x="325627" y="1790399"/>
                  </a:lnTo>
                  <a:lnTo>
                    <a:pt x="350264" y="1738862"/>
                  </a:lnTo>
                  <a:close/>
                  <a:moveTo>
                    <a:pt x="354754" y="1733626"/>
                  </a:moveTo>
                  <a:lnTo>
                    <a:pt x="298074" y="1762956"/>
                  </a:lnTo>
                  <a:lnTo>
                    <a:pt x="350264" y="1738862"/>
                  </a:lnTo>
                  <a:close/>
                  <a:moveTo>
                    <a:pt x="401228" y="1827704"/>
                  </a:moveTo>
                  <a:lnTo>
                    <a:pt x="443356" y="1768694"/>
                  </a:lnTo>
                  <a:lnTo>
                    <a:pt x="387317" y="1776271"/>
                  </a:lnTo>
                  <a:close/>
                  <a:moveTo>
                    <a:pt x="350264" y="1738862"/>
                  </a:moveTo>
                  <a:lnTo>
                    <a:pt x="387317" y="1776271"/>
                  </a:lnTo>
                  <a:lnTo>
                    <a:pt x="359047" y="1736511"/>
                  </a:lnTo>
                  <a:close/>
                  <a:moveTo>
                    <a:pt x="350264" y="1738862"/>
                  </a:moveTo>
                  <a:lnTo>
                    <a:pt x="325627" y="1790399"/>
                  </a:lnTo>
                  <a:lnTo>
                    <a:pt x="387317" y="1776271"/>
                  </a:lnTo>
                  <a:close/>
                  <a:moveTo>
                    <a:pt x="387317" y="1776271"/>
                  </a:moveTo>
                  <a:lnTo>
                    <a:pt x="420012" y="1724930"/>
                  </a:lnTo>
                  <a:lnTo>
                    <a:pt x="359047" y="1736511"/>
                  </a:lnTo>
                  <a:close/>
                  <a:moveTo>
                    <a:pt x="354754" y="1733626"/>
                  </a:moveTo>
                  <a:lnTo>
                    <a:pt x="350264" y="1738862"/>
                  </a:lnTo>
                  <a:lnTo>
                    <a:pt x="359047" y="1736511"/>
                  </a:lnTo>
                  <a:close/>
                  <a:moveTo>
                    <a:pt x="185942" y="1491595"/>
                  </a:moveTo>
                  <a:lnTo>
                    <a:pt x="151989" y="1499548"/>
                  </a:lnTo>
                  <a:lnTo>
                    <a:pt x="113749" y="1531253"/>
                  </a:lnTo>
                  <a:close/>
                  <a:moveTo>
                    <a:pt x="151989" y="1499548"/>
                  </a:moveTo>
                  <a:lnTo>
                    <a:pt x="185942" y="1491595"/>
                  </a:lnTo>
                  <a:lnTo>
                    <a:pt x="164705" y="1481180"/>
                  </a:lnTo>
                  <a:close/>
                  <a:moveTo>
                    <a:pt x="185942" y="1491595"/>
                  </a:moveTo>
                  <a:lnTo>
                    <a:pt x="199651" y="1457085"/>
                  </a:lnTo>
                  <a:lnTo>
                    <a:pt x="164705" y="1481180"/>
                  </a:lnTo>
                  <a:close/>
                  <a:moveTo>
                    <a:pt x="149124" y="1429643"/>
                  </a:moveTo>
                  <a:lnTo>
                    <a:pt x="164705" y="1481180"/>
                  </a:lnTo>
                  <a:lnTo>
                    <a:pt x="199651" y="1457085"/>
                  </a:lnTo>
                  <a:close/>
                  <a:moveTo>
                    <a:pt x="149124" y="1429643"/>
                  </a:moveTo>
                  <a:lnTo>
                    <a:pt x="199651" y="1457085"/>
                  </a:lnTo>
                  <a:lnTo>
                    <a:pt x="191379" y="1405549"/>
                  </a:lnTo>
                  <a:close/>
                  <a:moveTo>
                    <a:pt x="236722" y="1432991"/>
                  </a:moveTo>
                  <a:lnTo>
                    <a:pt x="239504" y="1382277"/>
                  </a:lnTo>
                  <a:lnTo>
                    <a:pt x="191379" y="1405549"/>
                  </a:lnTo>
                  <a:close/>
                  <a:moveTo>
                    <a:pt x="199651" y="1457085"/>
                  </a:moveTo>
                  <a:lnTo>
                    <a:pt x="236722" y="1432991"/>
                  </a:lnTo>
                  <a:lnTo>
                    <a:pt x="191379" y="1405549"/>
                  </a:lnTo>
                  <a:close/>
                  <a:moveTo>
                    <a:pt x="181775" y="1354012"/>
                  </a:moveTo>
                  <a:lnTo>
                    <a:pt x="191379" y="1405549"/>
                  </a:lnTo>
                  <a:lnTo>
                    <a:pt x="238730" y="1381905"/>
                  </a:lnTo>
                  <a:close/>
                  <a:moveTo>
                    <a:pt x="54847" y="1081007"/>
                  </a:moveTo>
                  <a:lnTo>
                    <a:pt x="18298" y="1079256"/>
                  </a:lnTo>
                  <a:lnTo>
                    <a:pt x="0" y="1123772"/>
                  </a:lnTo>
                  <a:close/>
                  <a:moveTo>
                    <a:pt x="94529" y="1054693"/>
                  </a:moveTo>
                  <a:lnTo>
                    <a:pt x="18298" y="1079256"/>
                  </a:lnTo>
                  <a:lnTo>
                    <a:pt x="54847" y="1081007"/>
                  </a:lnTo>
                  <a:close/>
                  <a:moveTo>
                    <a:pt x="648800" y="1729607"/>
                  </a:moveTo>
                  <a:lnTo>
                    <a:pt x="647018" y="1769654"/>
                  </a:lnTo>
                  <a:lnTo>
                    <a:pt x="668240" y="1762557"/>
                  </a:lnTo>
                  <a:close/>
                  <a:moveTo>
                    <a:pt x="128917" y="1081502"/>
                  </a:moveTo>
                  <a:lnTo>
                    <a:pt x="179591" y="1078288"/>
                  </a:lnTo>
                  <a:lnTo>
                    <a:pt x="140339" y="1051293"/>
                  </a:lnTo>
                  <a:close/>
                  <a:moveTo>
                    <a:pt x="210594" y="1028322"/>
                  </a:moveTo>
                  <a:lnTo>
                    <a:pt x="149573" y="1048141"/>
                  </a:lnTo>
                  <a:lnTo>
                    <a:pt x="217376" y="1029745"/>
                  </a:lnTo>
                  <a:close/>
                  <a:moveTo>
                    <a:pt x="217376" y="1029745"/>
                  </a:moveTo>
                  <a:lnTo>
                    <a:pt x="140339" y="1051293"/>
                  </a:lnTo>
                  <a:lnTo>
                    <a:pt x="193905" y="1075584"/>
                  </a:lnTo>
                  <a:close/>
                  <a:moveTo>
                    <a:pt x="193905" y="1075584"/>
                  </a:moveTo>
                  <a:lnTo>
                    <a:pt x="140339" y="1051293"/>
                  </a:lnTo>
                  <a:lnTo>
                    <a:pt x="179591" y="1078288"/>
                  </a:lnTo>
                  <a:close/>
                  <a:moveTo>
                    <a:pt x="210594" y="1028322"/>
                  </a:moveTo>
                  <a:lnTo>
                    <a:pt x="217376" y="1029745"/>
                  </a:lnTo>
                  <a:lnTo>
                    <a:pt x="220043" y="1024047"/>
                  </a:lnTo>
                  <a:close/>
                  <a:moveTo>
                    <a:pt x="217376" y="1029745"/>
                  </a:moveTo>
                  <a:lnTo>
                    <a:pt x="193905" y="1075584"/>
                  </a:lnTo>
                  <a:lnTo>
                    <a:pt x="241674" y="1065797"/>
                  </a:lnTo>
                  <a:close/>
                  <a:moveTo>
                    <a:pt x="241674" y="1065797"/>
                  </a:moveTo>
                  <a:lnTo>
                    <a:pt x="220043" y="1024047"/>
                  </a:lnTo>
                  <a:lnTo>
                    <a:pt x="217376" y="1029745"/>
                  </a:lnTo>
                  <a:close/>
                  <a:moveTo>
                    <a:pt x="283170" y="1007301"/>
                  </a:moveTo>
                  <a:lnTo>
                    <a:pt x="220043" y="1024047"/>
                  </a:lnTo>
                  <a:lnTo>
                    <a:pt x="241674" y="1065797"/>
                  </a:lnTo>
                  <a:close/>
                  <a:moveTo>
                    <a:pt x="259436" y="948417"/>
                  </a:moveTo>
                  <a:lnTo>
                    <a:pt x="283170" y="1007301"/>
                  </a:lnTo>
                  <a:lnTo>
                    <a:pt x="285259" y="973972"/>
                  </a:lnTo>
                  <a:close/>
                  <a:moveTo>
                    <a:pt x="220043" y="1024047"/>
                  </a:moveTo>
                  <a:lnTo>
                    <a:pt x="283170" y="1007301"/>
                  </a:lnTo>
                  <a:lnTo>
                    <a:pt x="259436" y="948417"/>
                  </a:lnTo>
                  <a:close/>
                  <a:moveTo>
                    <a:pt x="305839" y="999953"/>
                  </a:moveTo>
                  <a:lnTo>
                    <a:pt x="377065" y="1007644"/>
                  </a:lnTo>
                  <a:lnTo>
                    <a:pt x="355046" y="986849"/>
                  </a:lnTo>
                  <a:close/>
                  <a:moveTo>
                    <a:pt x="1053853" y="1724815"/>
                  </a:moveTo>
                  <a:lnTo>
                    <a:pt x="1075844" y="1738594"/>
                  </a:lnTo>
                  <a:lnTo>
                    <a:pt x="1077097" y="1720799"/>
                  </a:lnTo>
                  <a:close/>
                  <a:moveTo>
                    <a:pt x="1053853" y="1724815"/>
                  </a:moveTo>
                  <a:lnTo>
                    <a:pt x="1077097" y="1720799"/>
                  </a:lnTo>
                  <a:lnTo>
                    <a:pt x="1069719" y="1715694"/>
                  </a:lnTo>
                  <a:close/>
                  <a:moveTo>
                    <a:pt x="142527" y="384976"/>
                  </a:moveTo>
                  <a:lnTo>
                    <a:pt x="63336" y="398469"/>
                  </a:lnTo>
                  <a:lnTo>
                    <a:pt x="106372" y="412306"/>
                  </a:lnTo>
                  <a:close/>
                  <a:moveTo>
                    <a:pt x="593831" y="1024264"/>
                  </a:moveTo>
                  <a:lnTo>
                    <a:pt x="575195" y="1047304"/>
                  </a:lnTo>
                  <a:lnTo>
                    <a:pt x="589629" y="1030745"/>
                  </a:lnTo>
                  <a:close/>
                  <a:moveTo>
                    <a:pt x="593831" y="1024264"/>
                  </a:moveTo>
                  <a:lnTo>
                    <a:pt x="602350" y="1025228"/>
                  </a:lnTo>
                  <a:lnTo>
                    <a:pt x="632279" y="993339"/>
                  </a:lnTo>
                  <a:close/>
                  <a:moveTo>
                    <a:pt x="632279" y="993339"/>
                  </a:moveTo>
                  <a:lnTo>
                    <a:pt x="602350" y="1025228"/>
                  </a:lnTo>
                  <a:lnTo>
                    <a:pt x="639752" y="955114"/>
                  </a:lnTo>
                  <a:close/>
                  <a:moveTo>
                    <a:pt x="142527" y="384976"/>
                  </a:moveTo>
                  <a:lnTo>
                    <a:pt x="164012" y="400781"/>
                  </a:lnTo>
                  <a:lnTo>
                    <a:pt x="155430" y="360769"/>
                  </a:lnTo>
                  <a:close/>
                  <a:moveTo>
                    <a:pt x="1218243" y="1625090"/>
                  </a:moveTo>
                  <a:lnTo>
                    <a:pt x="1213096" y="1632603"/>
                  </a:lnTo>
                  <a:lnTo>
                    <a:pt x="1215127" y="1621805"/>
                  </a:lnTo>
                  <a:close/>
                  <a:moveTo>
                    <a:pt x="480685" y="621801"/>
                  </a:moveTo>
                  <a:lnTo>
                    <a:pt x="491298" y="570264"/>
                  </a:lnTo>
                  <a:lnTo>
                    <a:pt x="487408" y="578748"/>
                  </a:lnTo>
                  <a:close/>
                  <a:moveTo>
                    <a:pt x="806929" y="892274"/>
                  </a:moveTo>
                  <a:lnTo>
                    <a:pt x="781666" y="855390"/>
                  </a:lnTo>
                  <a:lnTo>
                    <a:pt x="808485" y="908848"/>
                  </a:lnTo>
                  <a:close/>
                  <a:moveTo>
                    <a:pt x="808485" y="908848"/>
                  </a:moveTo>
                  <a:lnTo>
                    <a:pt x="781666" y="855390"/>
                  </a:lnTo>
                  <a:lnTo>
                    <a:pt x="728345" y="873275"/>
                  </a:lnTo>
                  <a:close/>
                  <a:moveTo>
                    <a:pt x="718226" y="870204"/>
                  </a:moveTo>
                  <a:lnTo>
                    <a:pt x="713628" y="879484"/>
                  </a:lnTo>
                  <a:lnTo>
                    <a:pt x="728345" y="873275"/>
                  </a:lnTo>
                  <a:close/>
                  <a:moveTo>
                    <a:pt x="781389" y="805390"/>
                  </a:moveTo>
                  <a:lnTo>
                    <a:pt x="727867" y="827947"/>
                  </a:lnTo>
                  <a:lnTo>
                    <a:pt x="786207" y="814797"/>
                  </a:lnTo>
                  <a:close/>
                  <a:moveTo>
                    <a:pt x="727867" y="827947"/>
                  </a:moveTo>
                  <a:lnTo>
                    <a:pt x="718226" y="870204"/>
                  </a:lnTo>
                  <a:lnTo>
                    <a:pt x="786207" y="814797"/>
                  </a:lnTo>
                  <a:close/>
                  <a:moveTo>
                    <a:pt x="786207" y="814797"/>
                  </a:moveTo>
                  <a:lnTo>
                    <a:pt x="718226" y="870204"/>
                  </a:lnTo>
                  <a:lnTo>
                    <a:pt x="781666" y="855390"/>
                  </a:lnTo>
                  <a:close/>
                  <a:moveTo>
                    <a:pt x="781666" y="855390"/>
                  </a:moveTo>
                  <a:lnTo>
                    <a:pt x="718226" y="870204"/>
                  </a:lnTo>
                  <a:lnTo>
                    <a:pt x="728345" y="873275"/>
                  </a:lnTo>
                  <a:close/>
                  <a:moveTo>
                    <a:pt x="791709" y="803853"/>
                  </a:moveTo>
                  <a:lnTo>
                    <a:pt x="741959" y="784262"/>
                  </a:lnTo>
                  <a:lnTo>
                    <a:pt x="781389" y="805390"/>
                  </a:lnTo>
                  <a:close/>
                  <a:moveTo>
                    <a:pt x="781389" y="805390"/>
                  </a:moveTo>
                  <a:lnTo>
                    <a:pt x="786207" y="814797"/>
                  </a:lnTo>
                  <a:lnTo>
                    <a:pt x="791709" y="803853"/>
                  </a:lnTo>
                  <a:close/>
                  <a:moveTo>
                    <a:pt x="491298" y="570264"/>
                  </a:moveTo>
                  <a:lnTo>
                    <a:pt x="531547" y="561374"/>
                  </a:lnTo>
                  <a:lnTo>
                    <a:pt x="508789" y="561366"/>
                  </a:lnTo>
                  <a:close/>
                  <a:moveTo>
                    <a:pt x="508789" y="561366"/>
                  </a:moveTo>
                  <a:lnTo>
                    <a:pt x="531547" y="561374"/>
                  </a:lnTo>
                  <a:lnTo>
                    <a:pt x="574783" y="548350"/>
                  </a:lnTo>
                  <a:close/>
                  <a:moveTo>
                    <a:pt x="786207" y="814797"/>
                  </a:moveTo>
                  <a:lnTo>
                    <a:pt x="781666" y="855390"/>
                  </a:lnTo>
                  <a:lnTo>
                    <a:pt x="817935" y="838422"/>
                  </a:lnTo>
                  <a:close/>
                  <a:moveTo>
                    <a:pt x="786207" y="814797"/>
                  </a:moveTo>
                  <a:lnTo>
                    <a:pt x="817935" y="838422"/>
                  </a:lnTo>
                  <a:lnTo>
                    <a:pt x="791709" y="803853"/>
                  </a:lnTo>
                  <a:close/>
                  <a:moveTo>
                    <a:pt x="791709" y="803853"/>
                  </a:moveTo>
                  <a:lnTo>
                    <a:pt x="831199" y="831296"/>
                  </a:lnTo>
                  <a:lnTo>
                    <a:pt x="836149" y="779759"/>
                  </a:lnTo>
                  <a:close/>
                  <a:moveTo>
                    <a:pt x="856488" y="767990"/>
                  </a:moveTo>
                  <a:lnTo>
                    <a:pt x="791709" y="803853"/>
                  </a:lnTo>
                  <a:lnTo>
                    <a:pt x="836149" y="779759"/>
                  </a:lnTo>
                  <a:close/>
                  <a:moveTo>
                    <a:pt x="856488" y="767990"/>
                  </a:moveTo>
                  <a:lnTo>
                    <a:pt x="824969" y="785049"/>
                  </a:lnTo>
                  <a:lnTo>
                    <a:pt x="791709" y="803853"/>
                  </a:lnTo>
                  <a:close/>
                  <a:moveTo>
                    <a:pt x="856488" y="767990"/>
                  </a:moveTo>
                  <a:lnTo>
                    <a:pt x="836149" y="779759"/>
                  </a:lnTo>
                  <a:lnTo>
                    <a:pt x="869638" y="771627"/>
                  </a:lnTo>
                  <a:close/>
                  <a:moveTo>
                    <a:pt x="929390" y="730984"/>
                  </a:moveTo>
                  <a:lnTo>
                    <a:pt x="869638" y="771627"/>
                  </a:lnTo>
                  <a:lnTo>
                    <a:pt x="904685" y="755665"/>
                  </a:lnTo>
                  <a:close/>
                  <a:moveTo>
                    <a:pt x="856488" y="767990"/>
                  </a:moveTo>
                  <a:lnTo>
                    <a:pt x="869638" y="771627"/>
                  </a:lnTo>
                  <a:lnTo>
                    <a:pt x="929390" y="730984"/>
                  </a:lnTo>
                  <a:close/>
                  <a:moveTo>
                    <a:pt x="894675" y="736090"/>
                  </a:moveTo>
                  <a:lnTo>
                    <a:pt x="856488" y="767990"/>
                  </a:lnTo>
                  <a:lnTo>
                    <a:pt x="929390" y="730984"/>
                  </a:lnTo>
                  <a:close/>
                  <a:moveTo>
                    <a:pt x="812346" y="168018"/>
                  </a:moveTo>
                  <a:lnTo>
                    <a:pt x="811768" y="116481"/>
                  </a:lnTo>
                  <a:lnTo>
                    <a:pt x="771591" y="185927"/>
                  </a:lnTo>
                  <a:close/>
                  <a:moveTo>
                    <a:pt x="656789" y="37502"/>
                  </a:moveTo>
                  <a:lnTo>
                    <a:pt x="644478" y="89039"/>
                  </a:lnTo>
                  <a:lnTo>
                    <a:pt x="686929" y="64944"/>
                  </a:lnTo>
                  <a:close/>
                  <a:moveTo>
                    <a:pt x="656789" y="37502"/>
                  </a:moveTo>
                  <a:lnTo>
                    <a:pt x="686929" y="64944"/>
                  </a:lnTo>
                  <a:lnTo>
                    <a:pt x="690771" y="13408"/>
                  </a:lnTo>
                  <a:close/>
                  <a:moveTo>
                    <a:pt x="701962" y="0"/>
                  </a:moveTo>
                  <a:lnTo>
                    <a:pt x="656789" y="37502"/>
                  </a:lnTo>
                  <a:lnTo>
                    <a:pt x="690771" y="13408"/>
                  </a:lnTo>
                  <a:close/>
                  <a:moveTo>
                    <a:pt x="992024" y="308894"/>
                  </a:moveTo>
                  <a:lnTo>
                    <a:pt x="1015178" y="350070"/>
                  </a:lnTo>
                  <a:lnTo>
                    <a:pt x="1015768" y="339663"/>
                  </a:lnTo>
                  <a:close/>
                  <a:moveTo>
                    <a:pt x="806303" y="215435"/>
                  </a:moveTo>
                  <a:lnTo>
                    <a:pt x="813466" y="214627"/>
                  </a:lnTo>
                  <a:lnTo>
                    <a:pt x="812346" y="168018"/>
                  </a:lnTo>
                  <a:close/>
                  <a:moveTo>
                    <a:pt x="701962" y="0"/>
                  </a:moveTo>
                  <a:lnTo>
                    <a:pt x="690771" y="13408"/>
                  </a:lnTo>
                  <a:lnTo>
                    <a:pt x="716394" y="459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55" name="Output_density__4254">
              <a:extLst>
                <a:ext uri="{FF2B5EF4-FFF2-40B4-BE49-F238E27FC236}">
                  <a16:creationId xmlns:a16="http://schemas.microsoft.com/office/drawing/2014/main" id="{15DB041F-EAFC-0251-238F-726EC6A478DA}"/>
                </a:ext>
              </a:extLst>
            </p:cNvPr>
            <p:cNvSpPr>
              <a:spLocks noGrp="1"/>
            </p:cNvSpPr>
            <p:nvPr/>
          </p:nvSpPr>
          <p:spPr>
            <a:xfrm>
              <a:off x="15343334" y="2481287"/>
              <a:ext cx="1363817" cy="2036401"/>
            </a:xfrm>
            <a:custGeom>
              <a:avLst/>
              <a:gdLst/>
              <a:ahLst/>
              <a:cxnLst/>
              <a:rect l="0" t="0" r="0" b="0"/>
              <a:pathLst>
                <a:path w="1363817" h="2036401">
                  <a:moveTo>
                    <a:pt x="196406" y="2021902"/>
                  </a:moveTo>
                  <a:lnTo>
                    <a:pt x="163101" y="2032279"/>
                  </a:lnTo>
                  <a:lnTo>
                    <a:pt x="247004" y="2036401"/>
                  </a:lnTo>
                  <a:close/>
                  <a:moveTo>
                    <a:pt x="300884" y="1861428"/>
                  </a:moveTo>
                  <a:lnTo>
                    <a:pt x="322627" y="1874665"/>
                  </a:lnTo>
                  <a:lnTo>
                    <a:pt x="274048" y="1849273"/>
                  </a:lnTo>
                  <a:close/>
                  <a:moveTo>
                    <a:pt x="431914" y="1855628"/>
                  </a:moveTo>
                  <a:lnTo>
                    <a:pt x="431777" y="1852622"/>
                  </a:lnTo>
                  <a:lnTo>
                    <a:pt x="400631" y="1856735"/>
                  </a:lnTo>
                  <a:close/>
                  <a:moveTo>
                    <a:pt x="24605" y="1181195"/>
                  </a:moveTo>
                  <a:lnTo>
                    <a:pt x="75971" y="1158552"/>
                  </a:lnTo>
                  <a:lnTo>
                    <a:pt x="57578" y="1177700"/>
                  </a:lnTo>
                  <a:close/>
                  <a:moveTo>
                    <a:pt x="22398" y="1181070"/>
                  </a:moveTo>
                  <a:lnTo>
                    <a:pt x="24605" y="1181195"/>
                  </a:lnTo>
                  <a:lnTo>
                    <a:pt x="0" y="1163216"/>
                  </a:lnTo>
                  <a:close/>
                  <a:moveTo>
                    <a:pt x="57578" y="1177700"/>
                  </a:moveTo>
                  <a:lnTo>
                    <a:pt x="0" y="1163216"/>
                  </a:lnTo>
                  <a:lnTo>
                    <a:pt x="24605" y="1181195"/>
                  </a:lnTo>
                  <a:close/>
                  <a:moveTo>
                    <a:pt x="67991" y="1145922"/>
                  </a:moveTo>
                  <a:lnTo>
                    <a:pt x="57578" y="1177700"/>
                  </a:lnTo>
                  <a:lnTo>
                    <a:pt x="75971" y="1158552"/>
                  </a:lnTo>
                  <a:close/>
                  <a:moveTo>
                    <a:pt x="69284" y="1019385"/>
                  </a:moveTo>
                  <a:lnTo>
                    <a:pt x="81139" y="1031385"/>
                  </a:lnTo>
                  <a:lnTo>
                    <a:pt x="42381" y="985983"/>
                  </a:lnTo>
                  <a:close/>
                  <a:moveTo>
                    <a:pt x="37260" y="979848"/>
                  </a:moveTo>
                  <a:lnTo>
                    <a:pt x="69284" y="1019385"/>
                  </a:lnTo>
                  <a:lnTo>
                    <a:pt x="42381" y="985983"/>
                  </a:lnTo>
                  <a:close/>
                  <a:moveTo>
                    <a:pt x="60563" y="919062"/>
                  </a:moveTo>
                  <a:lnTo>
                    <a:pt x="40400" y="978574"/>
                  </a:lnTo>
                  <a:lnTo>
                    <a:pt x="107917" y="921432"/>
                  </a:lnTo>
                  <a:close/>
                  <a:moveTo>
                    <a:pt x="639198" y="1574193"/>
                  </a:moveTo>
                  <a:lnTo>
                    <a:pt x="651429" y="1595898"/>
                  </a:lnTo>
                  <a:lnTo>
                    <a:pt x="622583" y="1622946"/>
                  </a:lnTo>
                  <a:close/>
                  <a:moveTo>
                    <a:pt x="466083" y="1252273"/>
                  </a:moveTo>
                  <a:lnTo>
                    <a:pt x="427431" y="1316510"/>
                  </a:lnTo>
                  <a:lnTo>
                    <a:pt x="444242" y="1305512"/>
                  </a:lnTo>
                  <a:close/>
                  <a:moveTo>
                    <a:pt x="107917" y="921432"/>
                  </a:moveTo>
                  <a:lnTo>
                    <a:pt x="137161" y="904218"/>
                  </a:lnTo>
                  <a:lnTo>
                    <a:pt x="136114" y="940293"/>
                  </a:lnTo>
                  <a:close/>
                  <a:moveTo>
                    <a:pt x="107917" y="921432"/>
                  </a:moveTo>
                  <a:lnTo>
                    <a:pt x="124764" y="931660"/>
                  </a:lnTo>
                  <a:lnTo>
                    <a:pt x="93400" y="906935"/>
                  </a:lnTo>
                  <a:close/>
                  <a:moveTo>
                    <a:pt x="107917" y="921432"/>
                  </a:moveTo>
                  <a:lnTo>
                    <a:pt x="93400" y="906935"/>
                  </a:lnTo>
                  <a:lnTo>
                    <a:pt x="60563" y="919062"/>
                  </a:lnTo>
                  <a:close/>
                  <a:moveTo>
                    <a:pt x="320550" y="967040"/>
                  </a:moveTo>
                  <a:lnTo>
                    <a:pt x="271758" y="1034733"/>
                  </a:lnTo>
                  <a:lnTo>
                    <a:pt x="306316" y="1004285"/>
                  </a:lnTo>
                  <a:close/>
                  <a:moveTo>
                    <a:pt x="272320" y="1031010"/>
                  </a:moveTo>
                  <a:lnTo>
                    <a:pt x="271758" y="1034733"/>
                  </a:lnTo>
                  <a:lnTo>
                    <a:pt x="320550" y="967040"/>
                  </a:lnTo>
                  <a:close/>
                  <a:moveTo>
                    <a:pt x="272320" y="1031010"/>
                  </a:moveTo>
                  <a:lnTo>
                    <a:pt x="272396" y="968206"/>
                  </a:lnTo>
                  <a:lnTo>
                    <a:pt x="277587" y="1010640"/>
                  </a:lnTo>
                  <a:close/>
                  <a:moveTo>
                    <a:pt x="816147" y="1520175"/>
                  </a:moveTo>
                  <a:lnTo>
                    <a:pt x="797728" y="1501912"/>
                  </a:lnTo>
                  <a:lnTo>
                    <a:pt x="806624" y="1517213"/>
                  </a:lnTo>
                  <a:close/>
                  <a:moveTo>
                    <a:pt x="481915" y="1176569"/>
                  </a:moveTo>
                  <a:lnTo>
                    <a:pt x="435993" y="1162141"/>
                  </a:lnTo>
                  <a:lnTo>
                    <a:pt x="454345" y="1165249"/>
                  </a:lnTo>
                  <a:close/>
                  <a:moveTo>
                    <a:pt x="553308" y="1133914"/>
                  </a:moveTo>
                  <a:lnTo>
                    <a:pt x="583115" y="1093736"/>
                  </a:lnTo>
                  <a:lnTo>
                    <a:pt x="580281" y="1089619"/>
                  </a:lnTo>
                  <a:close/>
                  <a:moveTo>
                    <a:pt x="1070322" y="1632428"/>
                  </a:moveTo>
                  <a:lnTo>
                    <a:pt x="1045342" y="1636019"/>
                  </a:lnTo>
                  <a:lnTo>
                    <a:pt x="1090538" y="1610216"/>
                  </a:lnTo>
                  <a:close/>
                  <a:moveTo>
                    <a:pt x="1090538" y="1610216"/>
                  </a:moveTo>
                  <a:lnTo>
                    <a:pt x="1045342" y="1636019"/>
                  </a:lnTo>
                  <a:lnTo>
                    <a:pt x="1011333" y="1623657"/>
                  </a:lnTo>
                  <a:close/>
                  <a:moveTo>
                    <a:pt x="553308" y="1133914"/>
                  </a:moveTo>
                  <a:lnTo>
                    <a:pt x="566111" y="1069579"/>
                  </a:lnTo>
                  <a:lnTo>
                    <a:pt x="546619" y="1141155"/>
                  </a:lnTo>
                  <a:close/>
                  <a:moveTo>
                    <a:pt x="566111" y="1069579"/>
                  </a:moveTo>
                  <a:lnTo>
                    <a:pt x="553308" y="1133914"/>
                  </a:lnTo>
                  <a:lnTo>
                    <a:pt x="580281" y="1089619"/>
                  </a:lnTo>
                  <a:close/>
                  <a:moveTo>
                    <a:pt x="468273" y="985651"/>
                  </a:moveTo>
                  <a:lnTo>
                    <a:pt x="508972" y="1007929"/>
                  </a:lnTo>
                  <a:lnTo>
                    <a:pt x="428417" y="980071"/>
                  </a:lnTo>
                  <a:close/>
                  <a:moveTo>
                    <a:pt x="29433" y="361613"/>
                  </a:moveTo>
                  <a:lnTo>
                    <a:pt x="97653" y="344013"/>
                  </a:lnTo>
                  <a:lnTo>
                    <a:pt x="60069" y="377616"/>
                  </a:lnTo>
                  <a:close/>
                  <a:moveTo>
                    <a:pt x="1070322" y="1632428"/>
                  </a:moveTo>
                  <a:lnTo>
                    <a:pt x="1090236" y="1574760"/>
                  </a:lnTo>
                  <a:lnTo>
                    <a:pt x="1068746" y="1556797"/>
                  </a:lnTo>
                  <a:close/>
                  <a:moveTo>
                    <a:pt x="927804" y="1128907"/>
                  </a:moveTo>
                  <a:lnTo>
                    <a:pt x="940999" y="1130670"/>
                  </a:lnTo>
                  <a:lnTo>
                    <a:pt x="899487" y="1120410"/>
                  </a:lnTo>
                  <a:close/>
                  <a:moveTo>
                    <a:pt x="550170" y="852385"/>
                  </a:moveTo>
                  <a:lnTo>
                    <a:pt x="613322" y="880950"/>
                  </a:lnTo>
                  <a:lnTo>
                    <a:pt x="629092" y="837885"/>
                  </a:lnTo>
                  <a:close/>
                  <a:moveTo>
                    <a:pt x="659158" y="811190"/>
                  </a:moveTo>
                  <a:lnTo>
                    <a:pt x="629092" y="837885"/>
                  </a:lnTo>
                  <a:lnTo>
                    <a:pt x="664728" y="814397"/>
                  </a:lnTo>
                  <a:close/>
                  <a:moveTo>
                    <a:pt x="664728" y="814397"/>
                  </a:moveTo>
                  <a:lnTo>
                    <a:pt x="629092" y="837885"/>
                  </a:lnTo>
                  <a:lnTo>
                    <a:pt x="613322" y="880950"/>
                  </a:lnTo>
                  <a:close/>
                  <a:moveTo>
                    <a:pt x="659158" y="811190"/>
                  </a:moveTo>
                  <a:lnTo>
                    <a:pt x="664728" y="814397"/>
                  </a:lnTo>
                  <a:lnTo>
                    <a:pt x="664062" y="793954"/>
                  </a:lnTo>
                  <a:close/>
                  <a:moveTo>
                    <a:pt x="314763" y="469802"/>
                  </a:moveTo>
                  <a:lnTo>
                    <a:pt x="331255" y="519136"/>
                  </a:lnTo>
                  <a:lnTo>
                    <a:pt x="330023" y="526065"/>
                  </a:lnTo>
                  <a:close/>
                  <a:moveTo>
                    <a:pt x="124147" y="259851"/>
                  </a:moveTo>
                  <a:lnTo>
                    <a:pt x="121008" y="295879"/>
                  </a:lnTo>
                  <a:lnTo>
                    <a:pt x="130514" y="268382"/>
                  </a:lnTo>
                  <a:close/>
                  <a:moveTo>
                    <a:pt x="124147" y="259851"/>
                  </a:moveTo>
                  <a:lnTo>
                    <a:pt x="130514" y="268382"/>
                  </a:lnTo>
                  <a:lnTo>
                    <a:pt x="166280" y="200837"/>
                  </a:lnTo>
                  <a:close/>
                  <a:moveTo>
                    <a:pt x="1246935" y="1440904"/>
                  </a:moveTo>
                  <a:lnTo>
                    <a:pt x="1202644" y="1429630"/>
                  </a:lnTo>
                  <a:lnTo>
                    <a:pt x="1208456" y="1431937"/>
                  </a:lnTo>
                  <a:close/>
                  <a:moveTo>
                    <a:pt x="871999" y="948065"/>
                  </a:moveTo>
                  <a:lnTo>
                    <a:pt x="832862" y="941900"/>
                  </a:lnTo>
                  <a:lnTo>
                    <a:pt x="811199" y="994723"/>
                  </a:lnTo>
                  <a:close/>
                  <a:moveTo>
                    <a:pt x="832862" y="941900"/>
                  </a:moveTo>
                  <a:lnTo>
                    <a:pt x="871999" y="948065"/>
                  </a:lnTo>
                  <a:lnTo>
                    <a:pt x="805818" y="914264"/>
                  </a:lnTo>
                  <a:close/>
                  <a:moveTo>
                    <a:pt x="877794" y="934133"/>
                  </a:moveTo>
                  <a:lnTo>
                    <a:pt x="833017" y="941394"/>
                  </a:lnTo>
                  <a:lnTo>
                    <a:pt x="805818" y="914264"/>
                  </a:lnTo>
                  <a:close/>
                  <a:moveTo>
                    <a:pt x="369326" y="390692"/>
                  </a:moveTo>
                  <a:lnTo>
                    <a:pt x="376496" y="332110"/>
                  </a:lnTo>
                  <a:lnTo>
                    <a:pt x="346209" y="344041"/>
                  </a:lnTo>
                  <a:close/>
                  <a:moveTo>
                    <a:pt x="1361800" y="1443169"/>
                  </a:moveTo>
                  <a:lnTo>
                    <a:pt x="1353148" y="1432979"/>
                  </a:lnTo>
                  <a:lnTo>
                    <a:pt x="1336575" y="1466479"/>
                  </a:lnTo>
                  <a:close/>
                  <a:moveTo>
                    <a:pt x="1246935" y="1440904"/>
                  </a:moveTo>
                  <a:lnTo>
                    <a:pt x="1262160" y="1457072"/>
                  </a:lnTo>
                  <a:lnTo>
                    <a:pt x="1274757" y="1437969"/>
                  </a:lnTo>
                  <a:close/>
                  <a:moveTo>
                    <a:pt x="979665" y="1140334"/>
                  </a:moveTo>
                  <a:lnTo>
                    <a:pt x="1016789" y="1104457"/>
                  </a:lnTo>
                  <a:lnTo>
                    <a:pt x="1042240" y="1072223"/>
                  </a:lnTo>
                  <a:close/>
                  <a:moveTo>
                    <a:pt x="832939" y="941706"/>
                  </a:moveTo>
                  <a:lnTo>
                    <a:pt x="833017" y="941394"/>
                  </a:lnTo>
                  <a:lnTo>
                    <a:pt x="856687" y="894995"/>
                  </a:lnTo>
                  <a:close/>
                  <a:moveTo>
                    <a:pt x="357836" y="309298"/>
                  </a:moveTo>
                  <a:lnTo>
                    <a:pt x="346209" y="344041"/>
                  </a:lnTo>
                  <a:lnTo>
                    <a:pt x="367156" y="323267"/>
                  </a:lnTo>
                  <a:close/>
                  <a:moveTo>
                    <a:pt x="357836" y="309298"/>
                  </a:moveTo>
                  <a:lnTo>
                    <a:pt x="367156" y="323267"/>
                  </a:lnTo>
                  <a:lnTo>
                    <a:pt x="363207" y="272693"/>
                  </a:lnTo>
                  <a:close/>
                  <a:moveTo>
                    <a:pt x="363207" y="272693"/>
                  </a:moveTo>
                  <a:lnTo>
                    <a:pt x="367156" y="323267"/>
                  </a:lnTo>
                  <a:lnTo>
                    <a:pt x="380300" y="296823"/>
                  </a:lnTo>
                  <a:close/>
                  <a:moveTo>
                    <a:pt x="1353148" y="1432979"/>
                  </a:moveTo>
                  <a:lnTo>
                    <a:pt x="1363817" y="1393653"/>
                  </a:lnTo>
                  <a:lnTo>
                    <a:pt x="1349560" y="1415138"/>
                  </a:lnTo>
                  <a:close/>
                  <a:moveTo>
                    <a:pt x="469350" y="231861"/>
                  </a:moveTo>
                  <a:lnTo>
                    <a:pt x="458730" y="223543"/>
                  </a:lnTo>
                  <a:lnTo>
                    <a:pt x="437099" y="239384"/>
                  </a:lnTo>
                  <a:close/>
                  <a:moveTo>
                    <a:pt x="469350" y="231861"/>
                  </a:moveTo>
                  <a:lnTo>
                    <a:pt x="484412" y="247637"/>
                  </a:lnTo>
                  <a:lnTo>
                    <a:pt x="472750" y="198002"/>
                  </a:lnTo>
                  <a:close/>
                  <a:moveTo>
                    <a:pt x="458730" y="223543"/>
                  </a:moveTo>
                  <a:lnTo>
                    <a:pt x="469350" y="231861"/>
                  </a:lnTo>
                  <a:lnTo>
                    <a:pt x="472750" y="198002"/>
                  </a:lnTo>
                  <a:close/>
                  <a:moveTo>
                    <a:pt x="981740" y="743395"/>
                  </a:moveTo>
                  <a:lnTo>
                    <a:pt x="972848" y="778572"/>
                  </a:lnTo>
                  <a:lnTo>
                    <a:pt x="1024545" y="728758"/>
                  </a:lnTo>
                  <a:close/>
                  <a:moveTo>
                    <a:pt x="457076" y="179176"/>
                  </a:moveTo>
                  <a:lnTo>
                    <a:pt x="472750" y="198002"/>
                  </a:lnTo>
                  <a:lnTo>
                    <a:pt x="480377" y="160153"/>
                  </a:lnTo>
                  <a:close/>
                  <a:moveTo>
                    <a:pt x="458730" y="223543"/>
                  </a:moveTo>
                  <a:lnTo>
                    <a:pt x="472750" y="198002"/>
                  </a:lnTo>
                  <a:lnTo>
                    <a:pt x="448612" y="210739"/>
                  </a:lnTo>
                  <a:close/>
                  <a:moveTo>
                    <a:pt x="517351" y="168076"/>
                  </a:moveTo>
                  <a:lnTo>
                    <a:pt x="472750" y="198002"/>
                  </a:lnTo>
                  <a:lnTo>
                    <a:pt x="513971" y="177443"/>
                  </a:lnTo>
                  <a:close/>
                  <a:moveTo>
                    <a:pt x="517351" y="168076"/>
                  </a:moveTo>
                  <a:lnTo>
                    <a:pt x="480377" y="160153"/>
                  </a:lnTo>
                  <a:lnTo>
                    <a:pt x="472750" y="198002"/>
                  </a:lnTo>
                  <a:close/>
                  <a:moveTo>
                    <a:pt x="480377" y="160153"/>
                  </a:moveTo>
                  <a:lnTo>
                    <a:pt x="517351" y="168076"/>
                  </a:lnTo>
                  <a:lnTo>
                    <a:pt x="486585" y="114830"/>
                  </a:lnTo>
                  <a:close/>
                  <a:moveTo>
                    <a:pt x="517351" y="168076"/>
                  </a:moveTo>
                  <a:lnTo>
                    <a:pt x="530851" y="105654"/>
                  </a:lnTo>
                  <a:lnTo>
                    <a:pt x="486585" y="114830"/>
                  </a:lnTo>
                  <a:close/>
                  <a:moveTo>
                    <a:pt x="477497" y="147912"/>
                  </a:moveTo>
                  <a:lnTo>
                    <a:pt x="480377" y="160153"/>
                  </a:lnTo>
                  <a:lnTo>
                    <a:pt x="486585" y="114830"/>
                  </a:lnTo>
                  <a:close/>
                  <a:moveTo>
                    <a:pt x="1024545" y="728758"/>
                  </a:moveTo>
                  <a:lnTo>
                    <a:pt x="1059813" y="745854"/>
                  </a:lnTo>
                  <a:lnTo>
                    <a:pt x="981740" y="743395"/>
                  </a:lnTo>
                  <a:close/>
                  <a:moveTo>
                    <a:pt x="871088" y="369460"/>
                  </a:moveTo>
                  <a:lnTo>
                    <a:pt x="820958" y="386892"/>
                  </a:lnTo>
                  <a:lnTo>
                    <a:pt x="792953" y="386905"/>
                  </a:lnTo>
                  <a:close/>
                  <a:moveTo>
                    <a:pt x="530851" y="105654"/>
                  </a:moveTo>
                  <a:lnTo>
                    <a:pt x="536815" y="89510"/>
                  </a:lnTo>
                  <a:lnTo>
                    <a:pt x="513695" y="81290"/>
                  </a:lnTo>
                  <a:close/>
                  <a:moveTo>
                    <a:pt x="486585" y="114830"/>
                  </a:moveTo>
                  <a:lnTo>
                    <a:pt x="530851" y="105654"/>
                  </a:lnTo>
                  <a:lnTo>
                    <a:pt x="513695" y="81290"/>
                  </a:lnTo>
                  <a:close/>
                  <a:moveTo>
                    <a:pt x="536815" y="89510"/>
                  </a:moveTo>
                  <a:lnTo>
                    <a:pt x="580582" y="91910"/>
                  </a:lnTo>
                  <a:lnTo>
                    <a:pt x="552724" y="52534"/>
                  </a:lnTo>
                  <a:close/>
                  <a:moveTo>
                    <a:pt x="526357" y="72282"/>
                  </a:moveTo>
                  <a:lnTo>
                    <a:pt x="536815" y="89510"/>
                  </a:lnTo>
                  <a:lnTo>
                    <a:pt x="552724" y="52534"/>
                  </a:lnTo>
                  <a:close/>
                  <a:moveTo>
                    <a:pt x="836023" y="381501"/>
                  </a:moveTo>
                  <a:lnTo>
                    <a:pt x="871088" y="369460"/>
                  </a:lnTo>
                  <a:lnTo>
                    <a:pt x="891888" y="312329"/>
                  </a:lnTo>
                  <a:close/>
                  <a:moveTo>
                    <a:pt x="891888" y="312329"/>
                  </a:moveTo>
                  <a:lnTo>
                    <a:pt x="899889" y="297962"/>
                  </a:lnTo>
                  <a:lnTo>
                    <a:pt x="864385" y="357408"/>
                  </a:lnTo>
                  <a:close/>
                  <a:moveTo>
                    <a:pt x="881222" y="272452"/>
                  </a:moveTo>
                  <a:lnTo>
                    <a:pt x="908434" y="281777"/>
                  </a:lnTo>
                  <a:lnTo>
                    <a:pt x="899889" y="297962"/>
                  </a:lnTo>
                  <a:close/>
                  <a:moveTo>
                    <a:pt x="993519" y="208057"/>
                  </a:moveTo>
                  <a:lnTo>
                    <a:pt x="1026347" y="208375"/>
                  </a:lnTo>
                  <a:lnTo>
                    <a:pt x="981442" y="154610"/>
                  </a:lnTo>
                  <a:close/>
                  <a:moveTo>
                    <a:pt x="924714" y="27443"/>
                  </a:moveTo>
                  <a:lnTo>
                    <a:pt x="935271" y="30056"/>
                  </a:lnTo>
                  <a:lnTo>
                    <a:pt x="912123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56" name="Output_density__4255">
              <a:extLst>
                <a:ext uri="{FF2B5EF4-FFF2-40B4-BE49-F238E27FC236}">
                  <a16:creationId xmlns:a16="http://schemas.microsoft.com/office/drawing/2014/main" id="{6E09C718-8C91-3C34-301E-5CCC57E0A35B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0196"/>
              <a:ext cx="1228555" cy="2292992"/>
            </a:xfrm>
            <a:custGeom>
              <a:avLst/>
              <a:gdLst/>
              <a:ahLst/>
              <a:cxnLst/>
              <a:rect l="0" t="0" r="0" b="0"/>
              <a:pathLst>
                <a:path w="1228555" h="2292992">
                  <a:moveTo>
                    <a:pt x="230558" y="2271625"/>
                  </a:moveTo>
                  <a:lnTo>
                    <a:pt x="256432" y="2292992"/>
                  </a:lnTo>
                  <a:lnTo>
                    <a:pt x="268388" y="2257259"/>
                  </a:lnTo>
                  <a:close/>
                  <a:moveTo>
                    <a:pt x="293636" y="2247531"/>
                  </a:moveTo>
                  <a:lnTo>
                    <a:pt x="268388" y="2257259"/>
                  </a:lnTo>
                  <a:lnTo>
                    <a:pt x="256432" y="2292992"/>
                  </a:lnTo>
                  <a:close/>
                  <a:moveTo>
                    <a:pt x="231742" y="2092921"/>
                  </a:moveTo>
                  <a:lnTo>
                    <a:pt x="221528" y="2162491"/>
                  </a:lnTo>
                  <a:lnTo>
                    <a:pt x="245780" y="2118264"/>
                  </a:lnTo>
                  <a:close/>
                  <a:moveTo>
                    <a:pt x="308607" y="2195994"/>
                  </a:moveTo>
                  <a:lnTo>
                    <a:pt x="293636" y="2247531"/>
                  </a:lnTo>
                  <a:lnTo>
                    <a:pt x="351142" y="2227963"/>
                  </a:lnTo>
                  <a:close/>
                  <a:moveTo>
                    <a:pt x="334074" y="2120364"/>
                  </a:moveTo>
                  <a:lnTo>
                    <a:pt x="371489" y="2096270"/>
                  </a:lnTo>
                  <a:lnTo>
                    <a:pt x="327310" y="2113516"/>
                  </a:lnTo>
                  <a:close/>
                  <a:moveTo>
                    <a:pt x="371489" y="2096270"/>
                  </a:moveTo>
                  <a:lnTo>
                    <a:pt x="346705" y="2051134"/>
                  </a:lnTo>
                  <a:lnTo>
                    <a:pt x="327310" y="2113516"/>
                  </a:lnTo>
                  <a:close/>
                  <a:moveTo>
                    <a:pt x="316988" y="1816530"/>
                  </a:moveTo>
                  <a:lnTo>
                    <a:pt x="338097" y="1866030"/>
                  </a:lnTo>
                  <a:lnTo>
                    <a:pt x="326727" y="1841537"/>
                  </a:lnTo>
                  <a:close/>
                  <a:moveTo>
                    <a:pt x="317808" y="1814493"/>
                  </a:moveTo>
                  <a:lnTo>
                    <a:pt x="316988" y="1816530"/>
                  </a:lnTo>
                  <a:lnTo>
                    <a:pt x="326727" y="1841537"/>
                  </a:lnTo>
                  <a:close/>
                  <a:moveTo>
                    <a:pt x="318145" y="1809452"/>
                  </a:moveTo>
                  <a:lnTo>
                    <a:pt x="316988" y="1816530"/>
                  </a:lnTo>
                  <a:lnTo>
                    <a:pt x="317808" y="1814493"/>
                  </a:lnTo>
                  <a:close/>
                  <a:moveTo>
                    <a:pt x="338097" y="1866030"/>
                  </a:moveTo>
                  <a:lnTo>
                    <a:pt x="363337" y="1917566"/>
                  </a:lnTo>
                  <a:lnTo>
                    <a:pt x="405518" y="1893472"/>
                  </a:lnTo>
                  <a:close/>
                  <a:moveTo>
                    <a:pt x="317808" y="1814493"/>
                  </a:moveTo>
                  <a:lnTo>
                    <a:pt x="326727" y="1841537"/>
                  </a:lnTo>
                  <a:lnTo>
                    <a:pt x="335298" y="1801644"/>
                  </a:lnTo>
                  <a:close/>
                  <a:moveTo>
                    <a:pt x="318145" y="1809452"/>
                  </a:moveTo>
                  <a:lnTo>
                    <a:pt x="317808" y="1814493"/>
                  </a:lnTo>
                  <a:lnTo>
                    <a:pt x="335298" y="1801644"/>
                  </a:lnTo>
                  <a:close/>
                  <a:moveTo>
                    <a:pt x="177899" y="1499548"/>
                  </a:moveTo>
                  <a:lnTo>
                    <a:pt x="144574" y="1509853"/>
                  </a:lnTo>
                  <a:lnTo>
                    <a:pt x="139659" y="1531253"/>
                  </a:lnTo>
                  <a:close/>
                  <a:moveTo>
                    <a:pt x="413227" y="1776271"/>
                  </a:moveTo>
                  <a:lnTo>
                    <a:pt x="469266" y="1768694"/>
                  </a:lnTo>
                  <a:lnTo>
                    <a:pt x="445923" y="1724930"/>
                  </a:lnTo>
                  <a:close/>
                  <a:moveTo>
                    <a:pt x="469266" y="1768694"/>
                  </a:moveTo>
                  <a:lnTo>
                    <a:pt x="517364" y="1767574"/>
                  </a:lnTo>
                  <a:lnTo>
                    <a:pt x="445923" y="1724930"/>
                  </a:lnTo>
                  <a:close/>
                  <a:moveTo>
                    <a:pt x="21136" y="1199402"/>
                  </a:moveTo>
                  <a:lnTo>
                    <a:pt x="0" y="1223496"/>
                  </a:lnTo>
                  <a:lnTo>
                    <a:pt x="30003" y="1250939"/>
                  </a:lnTo>
                  <a:close/>
                  <a:moveTo>
                    <a:pt x="21136" y="1199402"/>
                  </a:moveTo>
                  <a:lnTo>
                    <a:pt x="17034" y="1147866"/>
                  </a:lnTo>
                  <a:lnTo>
                    <a:pt x="0" y="1223496"/>
                  </a:lnTo>
                  <a:close/>
                  <a:moveTo>
                    <a:pt x="217290" y="1405549"/>
                  </a:moveTo>
                  <a:lnTo>
                    <a:pt x="265414" y="1382277"/>
                  </a:lnTo>
                  <a:lnTo>
                    <a:pt x="264641" y="1381905"/>
                  </a:lnTo>
                  <a:close/>
                  <a:moveTo>
                    <a:pt x="207685" y="1354012"/>
                  </a:moveTo>
                  <a:lnTo>
                    <a:pt x="264641" y="1381905"/>
                  </a:lnTo>
                  <a:lnTo>
                    <a:pt x="249353" y="1331590"/>
                  </a:lnTo>
                  <a:close/>
                  <a:moveTo>
                    <a:pt x="266115" y="1381455"/>
                  </a:moveTo>
                  <a:lnTo>
                    <a:pt x="252044" y="1329918"/>
                  </a:lnTo>
                  <a:lnTo>
                    <a:pt x="264641" y="1381905"/>
                  </a:lnTo>
                  <a:close/>
                  <a:moveTo>
                    <a:pt x="252044" y="1329918"/>
                  </a:moveTo>
                  <a:lnTo>
                    <a:pt x="249353" y="1331590"/>
                  </a:lnTo>
                  <a:lnTo>
                    <a:pt x="264641" y="1381905"/>
                  </a:lnTo>
                  <a:close/>
                  <a:moveTo>
                    <a:pt x="264641" y="1381905"/>
                  </a:moveTo>
                  <a:lnTo>
                    <a:pt x="265414" y="1382277"/>
                  </a:lnTo>
                  <a:lnTo>
                    <a:pt x="266115" y="1381455"/>
                  </a:lnTo>
                  <a:close/>
                  <a:moveTo>
                    <a:pt x="216307" y="1333570"/>
                  </a:moveTo>
                  <a:lnTo>
                    <a:pt x="249353" y="1331590"/>
                  </a:lnTo>
                  <a:lnTo>
                    <a:pt x="252044" y="1329918"/>
                  </a:lnTo>
                  <a:close/>
                  <a:moveTo>
                    <a:pt x="21136" y="1199402"/>
                  </a:moveTo>
                  <a:lnTo>
                    <a:pt x="30003" y="1250939"/>
                  </a:lnTo>
                  <a:lnTo>
                    <a:pt x="52459" y="1175308"/>
                  </a:lnTo>
                  <a:close/>
                  <a:moveTo>
                    <a:pt x="17034" y="1147866"/>
                  </a:moveTo>
                  <a:lnTo>
                    <a:pt x="21136" y="1199402"/>
                  </a:lnTo>
                  <a:lnTo>
                    <a:pt x="52459" y="1175308"/>
                  </a:lnTo>
                  <a:close/>
                  <a:moveTo>
                    <a:pt x="17034" y="1147866"/>
                  </a:moveTo>
                  <a:lnTo>
                    <a:pt x="52459" y="1175308"/>
                  </a:lnTo>
                  <a:lnTo>
                    <a:pt x="25911" y="1123772"/>
                  </a:lnTo>
                  <a:close/>
                  <a:moveTo>
                    <a:pt x="44209" y="1079256"/>
                  </a:moveTo>
                  <a:lnTo>
                    <a:pt x="17034" y="1147866"/>
                  </a:lnTo>
                  <a:lnTo>
                    <a:pt x="25911" y="1123772"/>
                  </a:lnTo>
                  <a:close/>
                  <a:moveTo>
                    <a:pt x="639428" y="1793747"/>
                  </a:moveTo>
                  <a:lnTo>
                    <a:pt x="627690" y="1845284"/>
                  </a:lnTo>
                  <a:lnTo>
                    <a:pt x="684164" y="1821190"/>
                  </a:lnTo>
                  <a:close/>
                  <a:moveTo>
                    <a:pt x="639428" y="1793747"/>
                  </a:moveTo>
                  <a:lnTo>
                    <a:pt x="684164" y="1821190"/>
                  </a:lnTo>
                  <a:lnTo>
                    <a:pt x="672929" y="1769654"/>
                  </a:lnTo>
                  <a:close/>
                  <a:moveTo>
                    <a:pt x="674710" y="1729607"/>
                  </a:moveTo>
                  <a:lnTo>
                    <a:pt x="639428" y="1793747"/>
                  </a:lnTo>
                  <a:lnTo>
                    <a:pt x="672929" y="1769654"/>
                  </a:lnTo>
                  <a:close/>
                  <a:moveTo>
                    <a:pt x="453934" y="1484528"/>
                  </a:moveTo>
                  <a:lnTo>
                    <a:pt x="467451" y="1519199"/>
                  </a:lnTo>
                  <a:lnTo>
                    <a:pt x="505161" y="1511971"/>
                  </a:lnTo>
                  <a:close/>
                  <a:moveTo>
                    <a:pt x="262633" y="1432991"/>
                  </a:moveTo>
                  <a:lnTo>
                    <a:pt x="265391" y="1381295"/>
                  </a:lnTo>
                  <a:lnTo>
                    <a:pt x="265414" y="1382277"/>
                  </a:lnTo>
                  <a:close/>
                  <a:moveTo>
                    <a:pt x="106165" y="1058321"/>
                  </a:moveTo>
                  <a:lnTo>
                    <a:pt x="61994" y="1072235"/>
                  </a:lnTo>
                  <a:lnTo>
                    <a:pt x="120439" y="1054693"/>
                  </a:lnTo>
                  <a:close/>
                  <a:moveTo>
                    <a:pt x="120439" y="1054693"/>
                  </a:moveTo>
                  <a:lnTo>
                    <a:pt x="61994" y="1072235"/>
                  </a:lnTo>
                  <a:lnTo>
                    <a:pt x="44209" y="1079256"/>
                  </a:lnTo>
                  <a:close/>
                  <a:moveTo>
                    <a:pt x="788601" y="1698992"/>
                  </a:moveTo>
                  <a:lnTo>
                    <a:pt x="776792" y="1745560"/>
                  </a:lnTo>
                  <a:lnTo>
                    <a:pt x="783399" y="1694023"/>
                  </a:lnTo>
                  <a:close/>
                  <a:moveTo>
                    <a:pt x="259798" y="1134870"/>
                  </a:moveTo>
                  <a:lnTo>
                    <a:pt x="219815" y="1075584"/>
                  </a:lnTo>
                  <a:lnTo>
                    <a:pt x="205501" y="1078288"/>
                  </a:lnTo>
                  <a:close/>
                  <a:moveTo>
                    <a:pt x="205501" y="1078288"/>
                  </a:moveTo>
                  <a:lnTo>
                    <a:pt x="211593" y="1085924"/>
                  </a:lnTo>
                  <a:lnTo>
                    <a:pt x="259798" y="1134870"/>
                  </a:lnTo>
                  <a:close/>
                  <a:moveTo>
                    <a:pt x="154828" y="1081502"/>
                  </a:moveTo>
                  <a:lnTo>
                    <a:pt x="166249" y="1051293"/>
                  </a:lnTo>
                  <a:lnTo>
                    <a:pt x="120439" y="1054693"/>
                  </a:lnTo>
                  <a:close/>
                  <a:moveTo>
                    <a:pt x="175483" y="1048141"/>
                  </a:moveTo>
                  <a:lnTo>
                    <a:pt x="166249" y="1051293"/>
                  </a:lnTo>
                  <a:lnTo>
                    <a:pt x="243286" y="1029745"/>
                  </a:lnTo>
                  <a:close/>
                  <a:moveTo>
                    <a:pt x="783399" y="1694023"/>
                  </a:moveTo>
                  <a:lnTo>
                    <a:pt x="776792" y="1745560"/>
                  </a:lnTo>
                  <a:lnTo>
                    <a:pt x="821769" y="1721466"/>
                  </a:lnTo>
                  <a:close/>
                  <a:moveTo>
                    <a:pt x="783399" y="1694023"/>
                  </a:moveTo>
                  <a:lnTo>
                    <a:pt x="821769" y="1721466"/>
                  </a:lnTo>
                  <a:lnTo>
                    <a:pt x="791926" y="1669929"/>
                  </a:lnTo>
                  <a:close/>
                  <a:moveTo>
                    <a:pt x="219815" y="1075584"/>
                  </a:moveTo>
                  <a:lnTo>
                    <a:pt x="263966" y="1107061"/>
                  </a:lnTo>
                  <a:lnTo>
                    <a:pt x="267585" y="1065797"/>
                  </a:lnTo>
                  <a:close/>
                  <a:moveTo>
                    <a:pt x="317816" y="1062943"/>
                  </a:moveTo>
                  <a:lnTo>
                    <a:pt x="267585" y="1065797"/>
                  </a:lnTo>
                  <a:lnTo>
                    <a:pt x="316490" y="1126763"/>
                  </a:lnTo>
                  <a:close/>
                  <a:moveTo>
                    <a:pt x="317816" y="1062943"/>
                  </a:moveTo>
                  <a:lnTo>
                    <a:pt x="309081" y="1007301"/>
                  </a:lnTo>
                  <a:lnTo>
                    <a:pt x="267585" y="1065797"/>
                  </a:lnTo>
                  <a:close/>
                  <a:moveTo>
                    <a:pt x="754281" y="1618393"/>
                  </a:moveTo>
                  <a:lnTo>
                    <a:pt x="737805" y="1566856"/>
                  </a:lnTo>
                  <a:lnTo>
                    <a:pt x="736056" y="1578242"/>
                  </a:lnTo>
                  <a:close/>
                  <a:moveTo>
                    <a:pt x="745888" y="1551250"/>
                  </a:moveTo>
                  <a:lnTo>
                    <a:pt x="736056" y="1578242"/>
                  </a:lnTo>
                  <a:lnTo>
                    <a:pt x="737805" y="1566856"/>
                  </a:lnTo>
                  <a:close/>
                  <a:moveTo>
                    <a:pt x="421759" y="1206100"/>
                  </a:moveTo>
                  <a:lnTo>
                    <a:pt x="439216" y="1154563"/>
                  </a:lnTo>
                  <a:lnTo>
                    <a:pt x="433580" y="1170278"/>
                  </a:lnTo>
                  <a:close/>
                  <a:moveTo>
                    <a:pt x="443548" y="1119559"/>
                  </a:moveTo>
                  <a:lnTo>
                    <a:pt x="433580" y="1170278"/>
                  </a:lnTo>
                  <a:lnTo>
                    <a:pt x="439216" y="1154563"/>
                  </a:lnTo>
                  <a:close/>
                  <a:moveTo>
                    <a:pt x="775502" y="1527073"/>
                  </a:moveTo>
                  <a:lnTo>
                    <a:pt x="745888" y="1551250"/>
                  </a:lnTo>
                  <a:lnTo>
                    <a:pt x="737805" y="1566856"/>
                  </a:lnTo>
                  <a:close/>
                  <a:moveTo>
                    <a:pt x="817390" y="1509009"/>
                  </a:moveTo>
                  <a:lnTo>
                    <a:pt x="745888" y="1551250"/>
                  </a:lnTo>
                  <a:lnTo>
                    <a:pt x="775502" y="1527073"/>
                  </a:lnTo>
                  <a:close/>
                  <a:moveTo>
                    <a:pt x="421759" y="1206100"/>
                  </a:moveTo>
                  <a:lnTo>
                    <a:pt x="480705" y="1130469"/>
                  </a:lnTo>
                  <a:lnTo>
                    <a:pt x="439216" y="1154563"/>
                  </a:lnTo>
                  <a:close/>
                  <a:moveTo>
                    <a:pt x="480705" y="1130469"/>
                  </a:moveTo>
                  <a:lnTo>
                    <a:pt x="443548" y="1119559"/>
                  </a:lnTo>
                  <a:lnTo>
                    <a:pt x="439216" y="1154563"/>
                  </a:lnTo>
                  <a:close/>
                  <a:moveTo>
                    <a:pt x="387210" y="1027396"/>
                  </a:moveTo>
                  <a:lnTo>
                    <a:pt x="402976" y="1007644"/>
                  </a:lnTo>
                  <a:lnTo>
                    <a:pt x="331750" y="999953"/>
                  </a:lnTo>
                  <a:close/>
                  <a:moveTo>
                    <a:pt x="355913" y="1051490"/>
                  </a:moveTo>
                  <a:lnTo>
                    <a:pt x="387210" y="1027396"/>
                  </a:lnTo>
                  <a:lnTo>
                    <a:pt x="331750" y="999953"/>
                  </a:lnTo>
                  <a:close/>
                  <a:moveTo>
                    <a:pt x="380957" y="986849"/>
                  </a:moveTo>
                  <a:lnTo>
                    <a:pt x="402976" y="1007644"/>
                  </a:lnTo>
                  <a:lnTo>
                    <a:pt x="446562" y="995930"/>
                  </a:lnTo>
                  <a:close/>
                  <a:moveTo>
                    <a:pt x="285347" y="948417"/>
                  </a:moveTo>
                  <a:lnTo>
                    <a:pt x="311169" y="973972"/>
                  </a:lnTo>
                  <a:lnTo>
                    <a:pt x="317958" y="937341"/>
                  </a:lnTo>
                  <a:close/>
                  <a:moveTo>
                    <a:pt x="299425" y="930060"/>
                  </a:moveTo>
                  <a:lnTo>
                    <a:pt x="285347" y="948417"/>
                  </a:lnTo>
                  <a:lnTo>
                    <a:pt x="317958" y="937341"/>
                  </a:lnTo>
                  <a:close/>
                  <a:moveTo>
                    <a:pt x="1101754" y="1738594"/>
                  </a:moveTo>
                  <a:lnTo>
                    <a:pt x="1157032" y="1700721"/>
                  </a:lnTo>
                  <a:lnTo>
                    <a:pt x="1103008" y="1720799"/>
                  </a:lnTo>
                  <a:close/>
                  <a:moveTo>
                    <a:pt x="1095629" y="1715694"/>
                  </a:moveTo>
                  <a:lnTo>
                    <a:pt x="1103008" y="1720799"/>
                  </a:lnTo>
                  <a:lnTo>
                    <a:pt x="1157032" y="1700721"/>
                  </a:lnTo>
                  <a:close/>
                  <a:moveTo>
                    <a:pt x="1045891" y="1494574"/>
                  </a:moveTo>
                  <a:lnTo>
                    <a:pt x="1066669" y="1472516"/>
                  </a:lnTo>
                  <a:lnTo>
                    <a:pt x="999952" y="1518668"/>
                  </a:lnTo>
                  <a:close/>
                  <a:moveTo>
                    <a:pt x="896650" y="1415595"/>
                  </a:moveTo>
                  <a:lnTo>
                    <a:pt x="931175" y="1450179"/>
                  </a:lnTo>
                  <a:lnTo>
                    <a:pt x="949239" y="1393390"/>
                  </a:lnTo>
                  <a:close/>
                  <a:moveTo>
                    <a:pt x="594796" y="1065899"/>
                  </a:moveTo>
                  <a:lnTo>
                    <a:pt x="576375" y="1092170"/>
                  </a:lnTo>
                  <a:lnTo>
                    <a:pt x="615540" y="1030745"/>
                  </a:lnTo>
                  <a:close/>
                  <a:moveTo>
                    <a:pt x="594796" y="1065899"/>
                  </a:moveTo>
                  <a:lnTo>
                    <a:pt x="615540" y="1030745"/>
                  </a:lnTo>
                  <a:lnTo>
                    <a:pt x="601106" y="1047304"/>
                  </a:lnTo>
                  <a:close/>
                  <a:moveTo>
                    <a:pt x="593770" y="1054839"/>
                  </a:moveTo>
                  <a:lnTo>
                    <a:pt x="594796" y="1065899"/>
                  </a:lnTo>
                  <a:lnTo>
                    <a:pt x="601106" y="1047304"/>
                  </a:lnTo>
                  <a:close/>
                  <a:moveTo>
                    <a:pt x="619741" y="1024264"/>
                  </a:moveTo>
                  <a:lnTo>
                    <a:pt x="593770" y="1054839"/>
                  </a:lnTo>
                  <a:lnTo>
                    <a:pt x="601106" y="1047304"/>
                  </a:lnTo>
                  <a:close/>
                  <a:moveTo>
                    <a:pt x="627487" y="1013447"/>
                  </a:moveTo>
                  <a:lnTo>
                    <a:pt x="593770" y="1054839"/>
                  </a:lnTo>
                  <a:lnTo>
                    <a:pt x="619741" y="1024264"/>
                  </a:lnTo>
                  <a:close/>
                  <a:moveTo>
                    <a:pt x="658190" y="993339"/>
                  </a:moveTo>
                  <a:lnTo>
                    <a:pt x="627487" y="1013447"/>
                  </a:lnTo>
                  <a:lnTo>
                    <a:pt x="619741" y="1024264"/>
                  </a:lnTo>
                  <a:close/>
                  <a:moveTo>
                    <a:pt x="181785" y="470140"/>
                  </a:moveTo>
                  <a:lnTo>
                    <a:pt x="132282" y="412306"/>
                  </a:lnTo>
                  <a:lnTo>
                    <a:pt x="128127" y="413038"/>
                  </a:lnTo>
                  <a:close/>
                  <a:moveTo>
                    <a:pt x="89246" y="398469"/>
                  </a:moveTo>
                  <a:lnTo>
                    <a:pt x="56269" y="436400"/>
                  </a:lnTo>
                  <a:lnTo>
                    <a:pt x="128127" y="413038"/>
                  </a:lnTo>
                  <a:close/>
                  <a:moveTo>
                    <a:pt x="132282" y="412306"/>
                  </a:moveTo>
                  <a:lnTo>
                    <a:pt x="89246" y="398469"/>
                  </a:lnTo>
                  <a:lnTo>
                    <a:pt x="128127" y="413038"/>
                  </a:lnTo>
                  <a:close/>
                  <a:moveTo>
                    <a:pt x="974063" y="1315870"/>
                  </a:moveTo>
                  <a:lnTo>
                    <a:pt x="958211" y="1323352"/>
                  </a:lnTo>
                  <a:lnTo>
                    <a:pt x="959513" y="1391501"/>
                  </a:lnTo>
                  <a:close/>
                  <a:moveTo>
                    <a:pt x="997721" y="1264334"/>
                  </a:moveTo>
                  <a:lnTo>
                    <a:pt x="958211" y="1323352"/>
                  </a:lnTo>
                  <a:lnTo>
                    <a:pt x="974063" y="1315870"/>
                  </a:lnTo>
                  <a:close/>
                  <a:moveTo>
                    <a:pt x="658190" y="993339"/>
                  </a:moveTo>
                  <a:lnTo>
                    <a:pt x="665663" y="955114"/>
                  </a:lnTo>
                  <a:lnTo>
                    <a:pt x="665554" y="970149"/>
                  </a:lnTo>
                  <a:close/>
                  <a:moveTo>
                    <a:pt x="667362" y="979208"/>
                  </a:moveTo>
                  <a:lnTo>
                    <a:pt x="658190" y="993339"/>
                  </a:lnTo>
                  <a:lnTo>
                    <a:pt x="665554" y="970149"/>
                  </a:lnTo>
                  <a:close/>
                  <a:moveTo>
                    <a:pt x="678384" y="933943"/>
                  </a:moveTo>
                  <a:lnTo>
                    <a:pt x="667362" y="979208"/>
                  </a:lnTo>
                  <a:lnTo>
                    <a:pt x="665554" y="970149"/>
                  </a:lnTo>
                  <a:close/>
                  <a:moveTo>
                    <a:pt x="189923" y="400781"/>
                  </a:moveTo>
                  <a:lnTo>
                    <a:pt x="132282" y="412306"/>
                  </a:lnTo>
                  <a:lnTo>
                    <a:pt x="181028" y="432048"/>
                  </a:lnTo>
                  <a:close/>
                  <a:moveTo>
                    <a:pt x="168438" y="384976"/>
                  </a:moveTo>
                  <a:lnTo>
                    <a:pt x="132282" y="412306"/>
                  </a:lnTo>
                  <a:lnTo>
                    <a:pt x="189923" y="400781"/>
                  </a:lnTo>
                  <a:close/>
                  <a:moveTo>
                    <a:pt x="181028" y="432048"/>
                  </a:moveTo>
                  <a:lnTo>
                    <a:pt x="225448" y="388212"/>
                  </a:lnTo>
                  <a:lnTo>
                    <a:pt x="189923" y="400781"/>
                  </a:lnTo>
                  <a:close/>
                  <a:moveTo>
                    <a:pt x="181341" y="360769"/>
                  </a:moveTo>
                  <a:lnTo>
                    <a:pt x="189923" y="400781"/>
                  </a:lnTo>
                  <a:lnTo>
                    <a:pt x="225448" y="388212"/>
                  </a:lnTo>
                  <a:close/>
                  <a:moveTo>
                    <a:pt x="181341" y="360769"/>
                  </a:moveTo>
                  <a:lnTo>
                    <a:pt x="225448" y="388212"/>
                  </a:lnTo>
                  <a:lnTo>
                    <a:pt x="229580" y="336675"/>
                  </a:lnTo>
                  <a:close/>
                  <a:moveTo>
                    <a:pt x="678384" y="933943"/>
                  </a:moveTo>
                  <a:lnTo>
                    <a:pt x="665554" y="970149"/>
                  </a:lnTo>
                  <a:lnTo>
                    <a:pt x="665663" y="955114"/>
                  </a:lnTo>
                  <a:close/>
                  <a:moveTo>
                    <a:pt x="974063" y="1315870"/>
                  </a:moveTo>
                  <a:lnTo>
                    <a:pt x="971445" y="1330941"/>
                  </a:lnTo>
                  <a:lnTo>
                    <a:pt x="972798" y="1311493"/>
                  </a:lnTo>
                  <a:close/>
                  <a:moveTo>
                    <a:pt x="1102266" y="1343313"/>
                  </a:moveTo>
                  <a:lnTo>
                    <a:pt x="1107706" y="1356148"/>
                  </a:lnTo>
                  <a:lnTo>
                    <a:pt x="1103346" y="1406810"/>
                  </a:lnTo>
                  <a:close/>
                  <a:moveTo>
                    <a:pt x="1106417" y="1343313"/>
                  </a:moveTo>
                  <a:lnTo>
                    <a:pt x="1103346" y="1406810"/>
                  </a:lnTo>
                  <a:lnTo>
                    <a:pt x="1107706" y="1356148"/>
                  </a:lnTo>
                  <a:close/>
                  <a:moveTo>
                    <a:pt x="974063" y="1315870"/>
                  </a:moveTo>
                  <a:lnTo>
                    <a:pt x="972798" y="1311493"/>
                  </a:lnTo>
                  <a:lnTo>
                    <a:pt x="997721" y="1264334"/>
                  </a:lnTo>
                  <a:close/>
                  <a:moveTo>
                    <a:pt x="997721" y="1264334"/>
                  </a:moveTo>
                  <a:lnTo>
                    <a:pt x="972798" y="1311493"/>
                  </a:lnTo>
                  <a:lnTo>
                    <a:pt x="1037690" y="1269044"/>
                  </a:lnTo>
                  <a:close/>
                  <a:moveTo>
                    <a:pt x="1037690" y="1269044"/>
                  </a:moveTo>
                  <a:lnTo>
                    <a:pt x="1002724" y="1262403"/>
                  </a:lnTo>
                  <a:lnTo>
                    <a:pt x="997721" y="1264334"/>
                  </a:lnTo>
                  <a:close/>
                  <a:moveTo>
                    <a:pt x="678384" y="933943"/>
                  </a:moveTo>
                  <a:lnTo>
                    <a:pt x="710727" y="933423"/>
                  </a:lnTo>
                  <a:lnTo>
                    <a:pt x="718915" y="910804"/>
                  </a:lnTo>
                  <a:close/>
                  <a:moveTo>
                    <a:pt x="718915" y="910804"/>
                  </a:moveTo>
                  <a:lnTo>
                    <a:pt x="710727" y="933423"/>
                  </a:lnTo>
                  <a:lnTo>
                    <a:pt x="739539" y="879484"/>
                  </a:lnTo>
                  <a:close/>
                  <a:moveTo>
                    <a:pt x="496417" y="642728"/>
                  </a:moveTo>
                  <a:lnTo>
                    <a:pt x="468560" y="673475"/>
                  </a:lnTo>
                  <a:lnTo>
                    <a:pt x="458601" y="697431"/>
                  </a:lnTo>
                  <a:close/>
                  <a:moveTo>
                    <a:pt x="225448" y="388212"/>
                  </a:moveTo>
                  <a:lnTo>
                    <a:pt x="240517" y="312581"/>
                  </a:lnTo>
                  <a:lnTo>
                    <a:pt x="229580" y="336675"/>
                  </a:lnTo>
                  <a:close/>
                  <a:moveTo>
                    <a:pt x="261749" y="289376"/>
                  </a:moveTo>
                  <a:lnTo>
                    <a:pt x="229580" y="336675"/>
                  </a:lnTo>
                  <a:lnTo>
                    <a:pt x="240517" y="312581"/>
                  </a:lnTo>
                  <a:close/>
                  <a:moveTo>
                    <a:pt x="261749" y="289376"/>
                  </a:moveTo>
                  <a:lnTo>
                    <a:pt x="235994" y="327983"/>
                  </a:lnTo>
                  <a:lnTo>
                    <a:pt x="229580" y="336675"/>
                  </a:lnTo>
                  <a:close/>
                  <a:moveTo>
                    <a:pt x="744136" y="870204"/>
                  </a:moveTo>
                  <a:lnTo>
                    <a:pt x="731774" y="891552"/>
                  </a:lnTo>
                  <a:lnTo>
                    <a:pt x="739539" y="879484"/>
                  </a:lnTo>
                  <a:close/>
                  <a:moveTo>
                    <a:pt x="1176149" y="1322862"/>
                  </a:moveTo>
                  <a:lnTo>
                    <a:pt x="1106417" y="1343313"/>
                  </a:lnTo>
                  <a:lnTo>
                    <a:pt x="1183805" y="1331089"/>
                  </a:lnTo>
                  <a:close/>
                  <a:moveTo>
                    <a:pt x="1106417" y="1343313"/>
                  </a:moveTo>
                  <a:lnTo>
                    <a:pt x="1107706" y="1356148"/>
                  </a:lnTo>
                  <a:lnTo>
                    <a:pt x="1183805" y="1331089"/>
                  </a:lnTo>
                  <a:close/>
                  <a:moveTo>
                    <a:pt x="1141882" y="1309246"/>
                  </a:moveTo>
                  <a:lnTo>
                    <a:pt x="1106417" y="1343313"/>
                  </a:lnTo>
                  <a:lnTo>
                    <a:pt x="1176149" y="1322862"/>
                  </a:lnTo>
                  <a:close/>
                  <a:moveTo>
                    <a:pt x="1176149" y="1322862"/>
                  </a:moveTo>
                  <a:lnTo>
                    <a:pt x="1188435" y="1308627"/>
                  </a:lnTo>
                  <a:lnTo>
                    <a:pt x="1141882" y="1309246"/>
                  </a:lnTo>
                  <a:close/>
                  <a:moveTo>
                    <a:pt x="1176149" y="1322862"/>
                  </a:moveTo>
                  <a:lnTo>
                    <a:pt x="1226032" y="1320290"/>
                  </a:lnTo>
                  <a:lnTo>
                    <a:pt x="1188435" y="1308627"/>
                  </a:lnTo>
                  <a:close/>
                  <a:moveTo>
                    <a:pt x="1226032" y="1320290"/>
                  </a:moveTo>
                  <a:lnTo>
                    <a:pt x="1176149" y="1322862"/>
                  </a:lnTo>
                  <a:lnTo>
                    <a:pt x="1228555" y="1323728"/>
                  </a:lnTo>
                  <a:close/>
                  <a:moveTo>
                    <a:pt x="1176149" y="1322862"/>
                  </a:moveTo>
                  <a:lnTo>
                    <a:pt x="1183805" y="1331089"/>
                  </a:lnTo>
                  <a:lnTo>
                    <a:pt x="1228555" y="1323728"/>
                  </a:lnTo>
                  <a:close/>
                  <a:moveTo>
                    <a:pt x="1026182" y="1117846"/>
                  </a:moveTo>
                  <a:lnTo>
                    <a:pt x="1012145" y="1173539"/>
                  </a:lnTo>
                  <a:lnTo>
                    <a:pt x="1044127" y="1113073"/>
                  </a:lnTo>
                  <a:close/>
                  <a:moveTo>
                    <a:pt x="1044127" y="1113073"/>
                  </a:moveTo>
                  <a:lnTo>
                    <a:pt x="1030480" y="1188703"/>
                  </a:lnTo>
                  <a:lnTo>
                    <a:pt x="1048151" y="1164609"/>
                  </a:lnTo>
                  <a:close/>
                  <a:moveTo>
                    <a:pt x="1026182" y="1117846"/>
                  </a:moveTo>
                  <a:lnTo>
                    <a:pt x="1029860" y="1104871"/>
                  </a:lnTo>
                  <a:lnTo>
                    <a:pt x="979352" y="1090705"/>
                  </a:lnTo>
                  <a:close/>
                  <a:moveTo>
                    <a:pt x="598547" y="547441"/>
                  </a:moveTo>
                  <a:lnTo>
                    <a:pt x="534699" y="561366"/>
                  </a:lnTo>
                  <a:lnTo>
                    <a:pt x="600694" y="548350"/>
                  </a:lnTo>
                  <a:close/>
                  <a:moveTo>
                    <a:pt x="343935" y="288794"/>
                  </a:moveTo>
                  <a:lnTo>
                    <a:pt x="344461" y="289046"/>
                  </a:lnTo>
                  <a:lnTo>
                    <a:pt x="391383" y="289804"/>
                  </a:lnTo>
                  <a:close/>
                  <a:moveTo>
                    <a:pt x="344461" y="289046"/>
                  </a:moveTo>
                  <a:lnTo>
                    <a:pt x="343935" y="288794"/>
                  </a:lnTo>
                  <a:lnTo>
                    <a:pt x="341161" y="288487"/>
                  </a:lnTo>
                  <a:close/>
                  <a:moveTo>
                    <a:pt x="1044127" y="1113073"/>
                  </a:moveTo>
                  <a:lnTo>
                    <a:pt x="1115378" y="1115034"/>
                  </a:lnTo>
                  <a:lnTo>
                    <a:pt x="1088562" y="1105115"/>
                  </a:lnTo>
                  <a:close/>
                  <a:moveTo>
                    <a:pt x="1088562" y="1105115"/>
                  </a:moveTo>
                  <a:lnTo>
                    <a:pt x="1070082" y="1080577"/>
                  </a:lnTo>
                  <a:lnTo>
                    <a:pt x="1044127" y="1113073"/>
                  </a:lnTo>
                  <a:close/>
                  <a:moveTo>
                    <a:pt x="1088562" y="1105115"/>
                  </a:moveTo>
                  <a:lnTo>
                    <a:pt x="1115378" y="1115034"/>
                  </a:lnTo>
                  <a:lnTo>
                    <a:pt x="1161661" y="1113400"/>
                  </a:lnTo>
                  <a:close/>
                  <a:moveTo>
                    <a:pt x="631623" y="529089"/>
                  </a:moveTo>
                  <a:lnTo>
                    <a:pt x="600694" y="548350"/>
                  </a:lnTo>
                  <a:lnTo>
                    <a:pt x="557458" y="561374"/>
                  </a:lnTo>
                  <a:close/>
                  <a:moveTo>
                    <a:pt x="420711" y="264555"/>
                  </a:moveTo>
                  <a:lnTo>
                    <a:pt x="391383" y="289804"/>
                  </a:lnTo>
                  <a:lnTo>
                    <a:pt x="344461" y="289046"/>
                  </a:lnTo>
                  <a:close/>
                  <a:moveTo>
                    <a:pt x="955301" y="730984"/>
                  </a:moveTo>
                  <a:lnTo>
                    <a:pt x="930595" y="755665"/>
                  </a:lnTo>
                  <a:lnTo>
                    <a:pt x="979992" y="740959"/>
                  </a:lnTo>
                  <a:close/>
                  <a:moveTo>
                    <a:pt x="935072" y="526507"/>
                  </a:moveTo>
                  <a:lnTo>
                    <a:pt x="934252" y="517385"/>
                  </a:lnTo>
                  <a:lnTo>
                    <a:pt x="884083" y="504490"/>
                  </a:lnTo>
                  <a:close/>
                  <a:moveTo>
                    <a:pt x="934252" y="517385"/>
                  </a:moveTo>
                  <a:lnTo>
                    <a:pt x="935072" y="526507"/>
                  </a:lnTo>
                  <a:lnTo>
                    <a:pt x="950633" y="525425"/>
                  </a:lnTo>
                  <a:close/>
                  <a:moveTo>
                    <a:pt x="933400" y="465123"/>
                  </a:moveTo>
                  <a:lnTo>
                    <a:pt x="934252" y="517385"/>
                  </a:lnTo>
                  <a:lnTo>
                    <a:pt x="975176" y="449795"/>
                  </a:lnTo>
                  <a:close/>
                  <a:moveTo>
                    <a:pt x="934252" y="517385"/>
                  </a:moveTo>
                  <a:lnTo>
                    <a:pt x="950633" y="525425"/>
                  </a:lnTo>
                  <a:lnTo>
                    <a:pt x="975176" y="449795"/>
                  </a:lnTo>
                  <a:close/>
                  <a:moveTo>
                    <a:pt x="933400" y="465123"/>
                  </a:moveTo>
                  <a:lnTo>
                    <a:pt x="884083" y="504490"/>
                  </a:lnTo>
                  <a:lnTo>
                    <a:pt x="934252" y="517385"/>
                  </a:lnTo>
                  <a:close/>
                  <a:moveTo>
                    <a:pt x="943463" y="416925"/>
                  </a:moveTo>
                  <a:lnTo>
                    <a:pt x="922354" y="398258"/>
                  </a:lnTo>
                  <a:lnTo>
                    <a:pt x="933400" y="465123"/>
                  </a:lnTo>
                  <a:close/>
                  <a:moveTo>
                    <a:pt x="933400" y="465123"/>
                  </a:moveTo>
                  <a:lnTo>
                    <a:pt x="975176" y="449795"/>
                  </a:lnTo>
                  <a:lnTo>
                    <a:pt x="943463" y="416925"/>
                  </a:lnTo>
                  <a:close/>
                  <a:moveTo>
                    <a:pt x="672129" y="101158"/>
                  </a:moveTo>
                  <a:lnTo>
                    <a:pt x="670389" y="89039"/>
                  </a:lnTo>
                  <a:lnTo>
                    <a:pt x="649179" y="113132"/>
                  </a:lnTo>
                  <a:close/>
                  <a:moveTo>
                    <a:pt x="951634" y="387557"/>
                  </a:moveTo>
                  <a:lnTo>
                    <a:pt x="943463" y="416925"/>
                  </a:lnTo>
                  <a:lnTo>
                    <a:pt x="979025" y="374164"/>
                  </a:lnTo>
                  <a:close/>
                  <a:moveTo>
                    <a:pt x="943463" y="416925"/>
                  </a:moveTo>
                  <a:lnTo>
                    <a:pt x="975176" y="449795"/>
                  </a:lnTo>
                  <a:lnTo>
                    <a:pt x="979025" y="374164"/>
                  </a:lnTo>
                  <a:close/>
                  <a:moveTo>
                    <a:pt x="979025" y="374164"/>
                  </a:moveTo>
                  <a:lnTo>
                    <a:pt x="975176" y="449795"/>
                  </a:lnTo>
                  <a:lnTo>
                    <a:pt x="1026741" y="418710"/>
                  </a:lnTo>
                  <a:close/>
                  <a:moveTo>
                    <a:pt x="1026741" y="418710"/>
                  </a:moveTo>
                  <a:lnTo>
                    <a:pt x="975176" y="449795"/>
                  </a:lnTo>
                  <a:lnTo>
                    <a:pt x="1020890" y="431977"/>
                  </a:lnTo>
                  <a:close/>
                  <a:moveTo>
                    <a:pt x="922354" y="398258"/>
                  </a:moveTo>
                  <a:lnTo>
                    <a:pt x="943463" y="416925"/>
                  </a:lnTo>
                  <a:lnTo>
                    <a:pt x="951634" y="387557"/>
                  </a:lnTo>
                  <a:close/>
                  <a:moveTo>
                    <a:pt x="951634" y="387557"/>
                  </a:moveTo>
                  <a:lnTo>
                    <a:pt x="979025" y="374164"/>
                  </a:lnTo>
                  <a:lnTo>
                    <a:pt x="962849" y="354504"/>
                  </a:lnTo>
                  <a:close/>
                  <a:moveTo>
                    <a:pt x="847660" y="271091"/>
                  </a:moveTo>
                  <a:lnTo>
                    <a:pt x="831164" y="221303"/>
                  </a:lnTo>
                  <a:lnTo>
                    <a:pt x="840107" y="243648"/>
                  </a:lnTo>
                  <a:close/>
                  <a:moveTo>
                    <a:pt x="831164" y="221303"/>
                  </a:moveTo>
                  <a:lnTo>
                    <a:pt x="832213" y="215435"/>
                  </a:lnTo>
                  <a:lnTo>
                    <a:pt x="840107" y="243648"/>
                  </a:lnTo>
                  <a:close/>
                  <a:moveTo>
                    <a:pt x="840107" y="243648"/>
                  </a:moveTo>
                  <a:lnTo>
                    <a:pt x="832213" y="215435"/>
                  </a:lnTo>
                  <a:lnTo>
                    <a:pt x="838257" y="168018"/>
                  </a:lnTo>
                  <a:close/>
                  <a:moveTo>
                    <a:pt x="838257" y="168018"/>
                  </a:moveTo>
                  <a:lnTo>
                    <a:pt x="797502" y="185927"/>
                  </a:lnTo>
                  <a:lnTo>
                    <a:pt x="840107" y="243648"/>
                  </a:lnTo>
                  <a:close/>
                  <a:moveTo>
                    <a:pt x="837679" y="116481"/>
                  </a:moveTo>
                  <a:lnTo>
                    <a:pt x="799533" y="121533"/>
                  </a:lnTo>
                  <a:lnTo>
                    <a:pt x="797502" y="185927"/>
                  </a:lnTo>
                  <a:close/>
                  <a:moveTo>
                    <a:pt x="670389" y="89039"/>
                  </a:moveTo>
                  <a:lnTo>
                    <a:pt x="672129" y="101158"/>
                  </a:lnTo>
                  <a:lnTo>
                    <a:pt x="734433" y="136476"/>
                  </a:lnTo>
                  <a:close/>
                  <a:moveTo>
                    <a:pt x="712839" y="64944"/>
                  </a:moveTo>
                  <a:lnTo>
                    <a:pt x="670389" y="89039"/>
                  </a:lnTo>
                  <a:lnTo>
                    <a:pt x="734433" y="136476"/>
                  </a:lnTo>
                  <a:close/>
                  <a:moveTo>
                    <a:pt x="1026741" y="418710"/>
                  </a:moveTo>
                  <a:lnTo>
                    <a:pt x="1041468" y="425701"/>
                  </a:lnTo>
                  <a:lnTo>
                    <a:pt x="1039607" y="416760"/>
                  </a:lnTo>
                  <a:close/>
                  <a:moveTo>
                    <a:pt x="979025" y="374164"/>
                  </a:moveTo>
                  <a:lnTo>
                    <a:pt x="1026741" y="418710"/>
                  </a:lnTo>
                  <a:lnTo>
                    <a:pt x="1045633" y="401607"/>
                  </a:lnTo>
                  <a:close/>
                  <a:moveTo>
                    <a:pt x="979025" y="374164"/>
                  </a:moveTo>
                  <a:lnTo>
                    <a:pt x="1041089" y="350070"/>
                  </a:lnTo>
                  <a:lnTo>
                    <a:pt x="1017935" y="308894"/>
                  </a:lnTo>
                  <a:close/>
                  <a:moveTo>
                    <a:pt x="1017935" y="308894"/>
                  </a:moveTo>
                  <a:lnTo>
                    <a:pt x="1041679" y="339663"/>
                  </a:lnTo>
                  <a:lnTo>
                    <a:pt x="1078997" y="304511"/>
                  </a:lnTo>
                  <a:close/>
                  <a:moveTo>
                    <a:pt x="856729" y="143923"/>
                  </a:moveTo>
                  <a:lnTo>
                    <a:pt x="837679" y="116481"/>
                  </a:lnTo>
                  <a:lnTo>
                    <a:pt x="838257" y="168018"/>
                  </a:lnTo>
                  <a:close/>
                  <a:moveTo>
                    <a:pt x="716682" y="13408"/>
                  </a:moveTo>
                  <a:lnTo>
                    <a:pt x="768641" y="45922"/>
                  </a:lnTo>
                  <a:lnTo>
                    <a:pt x="742305" y="4590"/>
                  </a:lnTo>
                  <a:close/>
                  <a:moveTo>
                    <a:pt x="712839" y="64944"/>
                  </a:moveTo>
                  <a:lnTo>
                    <a:pt x="768641" y="45922"/>
                  </a:lnTo>
                  <a:lnTo>
                    <a:pt x="716682" y="13408"/>
                  </a:lnTo>
                  <a:close/>
                  <a:moveTo>
                    <a:pt x="742305" y="4590"/>
                  </a:moveTo>
                  <a:lnTo>
                    <a:pt x="775754" y="4342"/>
                  </a:lnTo>
                  <a:lnTo>
                    <a:pt x="727873" y="0"/>
                  </a:lnTo>
                  <a:close/>
                  <a:moveTo>
                    <a:pt x="1041679" y="339663"/>
                  </a:moveTo>
                  <a:lnTo>
                    <a:pt x="1057549" y="339431"/>
                  </a:lnTo>
                  <a:lnTo>
                    <a:pt x="1078997" y="30451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57" name="Output_density__4256">
              <a:extLst>
                <a:ext uri="{FF2B5EF4-FFF2-40B4-BE49-F238E27FC236}">
                  <a16:creationId xmlns:a16="http://schemas.microsoft.com/office/drawing/2014/main" id="{1677B791-A7AF-0C00-1ADB-886690901362}"/>
                </a:ext>
              </a:extLst>
            </p:cNvPr>
            <p:cNvSpPr>
              <a:spLocks noGrp="1"/>
            </p:cNvSpPr>
            <p:nvPr/>
          </p:nvSpPr>
          <p:spPr>
            <a:xfrm>
              <a:off x="15440988" y="2519975"/>
              <a:ext cx="1268155" cy="1835977"/>
            </a:xfrm>
            <a:custGeom>
              <a:avLst/>
              <a:gdLst/>
              <a:ahLst/>
              <a:cxnLst/>
              <a:rect l="0" t="0" r="0" b="0"/>
              <a:pathLst>
                <a:path w="1268155" h="1835977">
                  <a:moveTo>
                    <a:pt x="256161" y="1817683"/>
                  </a:moveTo>
                  <a:lnTo>
                    <a:pt x="224973" y="1835977"/>
                  </a:lnTo>
                  <a:lnTo>
                    <a:pt x="302978" y="1818047"/>
                  </a:lnTo>
                  <a:close/>
                  <a:moveTo>
                    <a:pt x="334261" y="1816940"/>
                  </a:moveTo>
                  <a:lnTo>
                    <a:pt x="302978" y="1818047"/>
                  </a:lnTo>
                  <a:lnTo>
                    <a:pt x="345467" y="1813933"/>
                  </a:lnTo>
                  <a:close/>
                  <a:moveTo>
                    <a:pt x="315255" y="1267705"/>
                  </a:moveTo>
                  <a:lnTo>
                    <a:pt x="265167" y="1311756"/>
                  </a:lnTo>
                  <a:lnTo>
                    <a:pt x="307502" y="1295362"/>
                  </a:lnTo>
                  <a:close/>
                  <a:moveTo>
                    <a:pt x="315255" y="1267705"/>
                  </a:moveTo>
                  <a:lnTo>
                    <a:pt x="307502" y="1295362"/>
                  </a:lnTo>
                  <a:lnTo>
                    <a:pt x="329778" y="1277822"/>
                  </a:lnTo>
                  <a:close/>
                  <a:moveTo>
                    <a:pt x="174667" y="992322"/>
                  </a:moveTo>
                  <a:lnTo>
                    <a:pt x="176197" y="1018890"/>
                  </a:lnTo>
                  <a:lnTo>
                    <a:pt x="174105" y="996045"/>
                  </a:lnTo>
                  <a:close/>
                  <a:moveTo>
                    <a:pt x="678633" y="1487317"/>
                  </a:moveTo>
                  <a:lnTo>
                    <a:pt x="679118" y="1475516"/>
                  </a:lnTo>
                  <a:lnTo>
                    <a:pt x="675044" y="1526358"/>
                  </a:lnTo>
                  <a:close/>
                  <a:moveTo>
                    <a:pt x="679118" y="1475516"/>
                  </a:moveTo>
                  <a:lnTo>
                    <a:pt x="678633" y="1487317"/>
                  </a:lnTo>
                  <a:lnTo>
                    <a:pt x="708970" y="1478525"/>
                  </a:lnTo>
                  <a:close/>
                  <a:moveTo>
                    <a:pt x="419094" y="1133210"/>
                  </a:moveTo>
                  <a:lnTo>
                    <a:pt x="445051" y="1112661"/>
                  </a:lnTo>
                  <a:lnTo>
                    <a:pt x="448965" y="1102467"/>
                  </a:lnTo>
                  <a:close/>
                  <a:moveTo>
                    <a:pt x="430923" y="1137660"/>
                  </a:moveTo>
                  <a:lnTo>
                    <a:pt x="445051" y="1112661"/>
                  </a:lnTo>
                  <a:lnTo>
                    <a:pt x="419094" y="1133210"/>
                  </a:lnTo>
                  <a:close/>
                  <a:moveTo>
                    <a:pt x="384262" y="1137880"/>
                  </a:moveTo>
                  <a:lnTo>
                    <a:pt x="430923" y="1137660"/>
                  </a:lnTo>
                  <a:lnTo>
                    <a:pt x="419094" y="1133210"/>
                  </a:lnTo>
                  <a:close/>
                  <a:moveTo>
                    <a:pt x="445051" y="1112661"/>
                  </a:moveTo>
                  <a:lnTo>
                    <a:pt x="430923" y="1137660"/>
                  </a:lnTo>
                  <a:lnTo>
                    <a:pt x="450943" y="1126561"/>
                  </a:lnTo>
                  <a:close/>
                  <a:moveTo>
                    <a:pt x="445051" y="1112661"/>
                  </a:moveTo>
                  <a:lnTo>
                    <a:pt x="472068" y="1116819"/>
                  </a:lnTo>
                  <a:lnTo>
                    <a:pt x="455654" y="1095226"/>
                  </a:lnTo>
                  <a:close/>
                  <a:moveTo>
                    <a:pt x="448965" y="1102467"/>
                  </a:moveTo>
                  <a:lnTo>
                    <a:pt x="445051" y="1112661"/>
                  </a:lnTo>
                  <a:lnTo>
                    <a:pt x="455654" y="1095226"/>
                  </a:lnTo>
                  <a:close/>
                  <a:moveTo>
                    <a:pt x="12014" y="281230"/>
                  </a:moveTo>
                  <a:lnTo>
                    <a:pt x="0" y="305325"/>
                  </a:lnTo>
                  <a:lnTo>
                    <a:pt x="23355" y="257190"/>
                  </a:lnTo>
                  <a:close/>
                  <a:moveTo>
                    <a:pt x="1010353" y="1415036"/>
                  </a:moveTo>
                  <a:lnTo>
                    <a:pt x="1026249" y="1426470"/>
                  </a:lnTo>
                  <a:lnTo>
                    <a:pt x="997162" y="1452620"/>
                  </a:lnTo>
                  <a:close/>
                  <a:moveTo>
                    <a:pt x="1010353" y="1415036"/>
                  </a:moveTo>
                  <a:lnTo>
                    <a:pt x="1041854" y="1390942"/>
                  </a:lnTo>
                  <a:lnTo>
                    <a:pt x="1026249" y="1426470"/>
                  </a:lnTo>
                  <a:close/>
                  <a:moveTo>
                    <a:pt x="1041854" y="1390942"/>
                  </a:moveTo>
                  <a:lnTo>
                    <a:pt x="1010353" y="1415036"/>
                  </a:lnTo>
                  <a:lnTo>
                    <a:pt x="1060033" y="1378107"/>
                  </a:lnTo>
                  <a:close/>
                  <a:moveTo>
                    <a:pt x="1101924" y="1422418"/>
                  </a:moveTo>
                  <a:lnTo>
                    <a:pt x="1104991" y="1390942"/>
                  </a:lnTo>
                  <a:lnTo>
                    <a:pt x="1149281" y="1402216"/>
                  </a:lnTo>
                  <a:close/>
                  <a:moveTo>
                    <a:pt x="713546" y="956035"/>
                  </a:moveTo>
                  <a:lnTo>
                    <a:pt x="735209" y="903211"/>
                  </a:lnTo>
                  <a:lnTo>
                    <a:pt x="705146" y="978649"/>
                  </a:lnTo>
                  <a:close/>
                  <a:moveTo>
                    <a:pt x="705146" y="978649"/>
                  </a:moveTo>
                  <a:lnTo>
                    <a:pt x="735209" y="903211"/>
                  </a:lnTo>
                  <a:lnTo>
                    <a:pt x="735286" y="903018"/>
                  </a:lnTo>
                  <a:close/>
                  <a:moveTo>
                    <a:pt x="705146" y="978649"/>
                  </a:moveTo>
                  <a:lnTo>
                    <a:pt x="735286" y="903018"/>
                  </a:lnTo>
                  <a:lnTo>
                    <a:pt x="717719" y="954555"/>
                  </a:lnTo>
                  <a:close/>
                  <a:moveTo>
                    <a:pt x="735286" y="903018"/>
                  </a:moveTo>
                  <a:lnTo>
                    <a:pt x="735209" y="903211"/>
                  </a:lnTo>
                  <a:lnTo>
                    <a:pt x="735363" y="902706"/>
                  </a:lnTo>
                  <a:close/>
                  <a:moveTo>
                    <a:pt x="565767" y="801533"/>
                  </a:moveTo>
                  <a:lnTo>
                    <a:pt x="531439" y="799197"/>
                  </a:lnTo>
                  <a:lnTo>
                    <a:pt x="561505" y="772502"/>
                  </a:lnTo>
                  <a:close/>
                  <a:moveTo>
                    <a:pt x="561505" y="772502"/>
                  </a:moveTo>
                  <a:lnTo>
                    <a:pt x="566409" y="755266"/>
                  </a:lnTo>
                  <a:lnTo>
                    <a:pt x="592534" y="718045"/>
                  </a:lnTo>
                  <a:close/>
                  <a:moveTo>
                    <a:pt x="592534" y="718045"/>
                  </a:moveTo>
                  <a:lnTo>
                    <a:pt x="604470" y="720547"/>
                  </a:lnTo>
                  <a:lnTo>
                    <a:pt x="597618" y="696872"/>
                  </a:lnTo>
                  <a:close/>
                  <a:moveTo>
                    <a:pt x="1250584" y="1336493"/>
                  </a:moveTo>
                  <a:lnTo>
                    <a:pt x="1268155" y="1338479"/>
                  </a:lnTo>
                  <a:lnTo>
                    <a:pt x="1252092" y="1318660"/>
                  </a:lnTo>
                  <a:close/>
                  <a:moveTo>
                    <a:pt x="738370" y="342813"/>
                  </a:moveTo>
                  <a:lnTo>
                    <a:pt x="723304" y="348204"/>
                  </a:lnTo>
                  <a:lnTo>
                    <a:pt x="773434" y="330772"/>
                  </a:lnTo>
                  <a:close/>
                  <a:moveTo>
                    <a:pt x="482928" y="53222"/>
                  </a:moveTo>
                  <a:lnTo>
                    <a:pt x="501818" y="13949"/>
                  </a:lnTo>
                  <a:lnTo>
                    <a:pt x="455070" y="13846"/>
                  </a:lnTo>
                  <a:close/>
                  <a:moveTo>
                    <a:pt x="738370" y="342813"/>
                  </a:moveTo>
                  <a:lnTo>
                    <a:pt x="731292" y="347886"/>
                  </a:lnTo>
                  <a:lnTo>
                    <a:pt x="723304" y="348204"/>
                  </a:lnTo>
                  <a:close/>
                  <a:moveTo>
                    <a:pt x="738370" y="342813"/>
                  </a:moveTo>
                  <a:lnTo>
                    <a:pt x="761272" y="325076"/>
                  </a:lnTo>
                  <a:lnTo>
                    <a:pt x="731292" y="347886"/>
                  </a:lnTo>
                  <a:close/>
                  <a:moveTo>
                    <a:pt x="766731" y="318719"/>
                  </a:moveTo>
                  <a:lnTo>
                    <a:pt x="738370" y="342813"/>
                  </a:lnTo>
                  <a:lnTo>
                    <a:pt x="794234" y="273641"/>
                  </a:lnTo>
                  <a:close/>
                  <a:moveTo>
                    <a:pt x="455070" y="13846"/>
                  </a:moveTo>
                  <a:lnTo>
                    <a:pt x="501818" y="13949"/>
                  </a:lnTo>
                  <a:lnTo>
                    <a:pt x="534167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58" name="Output_density__4257">
              <a:extLst>
                <a:ext uri="{FF2B5EF4-FFF2-40B4-BE49-F238E27FC236}">
                  <a16:creationId xmlns:a16="http://schemas.microsoft.com/office/drawing/2014/main" id="{94690C4A-6232-6468-3079-AB809A6568E8}"/>
                </a:ext>
              </a:extLst>
            </p:cNvPr>
            <p:cNvSpPr>
              <a:spLocks noGrp="1"/>
            </p:cNvSpPr>
            <p:nvPr/>
          </p:nvSpPr>
          <p:spPr>
            <a:xfrm>
              <a:off x="15725145" y="3797798"/>
              <a:ext cx="45621" cy="17540"/>
            </a:xfrm>
            <a:custGeom>
              <a:avLst/>
              <a:gdLst/>
              <a:ahLst/>
              <a:cxnLst/>
              <a:rect l="0" t="0" r="0" b="0"/>
              <a:pathLst>
                <a:path w="45621" h="17540">
                  <a:moveTo>
                    <a:pt x="45621" y="0"/>
                  </a:moveTo>
                  <a:lnTo>
                    <a:pt x="23345" y="17540"/>
                  </a:lnTo>
                  <a:lnTo>
                    <a:pt x="0" y="15165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59" name="Output_density__4258">
              <a:extLst>
                <a:ext uri="{FF2B5EF4-FFF2-40B4-BE49-F238E27FC236}">
                  <a16:creationId xmlns:a16="http://schemas.microsoft.com/office/drawing/2014/main" id="{D4EF4559-AAA1-3E2F-57C6-89041A2DA4B0}"/>
                </a:ext>
              </a:extLst>
            </p:cNvPr>
            <p:cNvSpPr>
              <a:spLocks noGrp="1"/>
            </p:cNvSpPr>
            <p:nvPr/>
          </p:nvSpPr>
          <p:spPr>
            <a:xfrm>
              <a:off x="15313312" y="2468150"/>
              <a:ext cx="1318937" cy="2052842"/>
            </a:xfrm>
            <a:custGeom>
              <a:avLst/>
              <a:gdLst/>
              <a:ahLst/>
              <a:cxnLst/>
              <a:rect l="0" t="0" r="0" b="0"/>
              <a:pathLst>
                <a:path w="1318937" h="2052842">
                  <a:moveTo>
                    <a:pt x="294023" y="2041114"/>
                  </a:moveTo>
                  <a:lnTo>
                    <a:pt x="313991" y="2052842"/>
                  </a:lnTo>
                  <a:lnTo>
                    <a:pt x="323147" y="2031120"/>
                  </a:lnTo>
                  <a:close/>
                  <a:moveTo>
                    <a:pt x="379395" y="2023374"/>
                  </a:moveTo>
                  <a:lnTo>
                    <a:pt x="323147" y="2031120"/>
                  </a:lnTo>
                  <a:lnTo>
                    <a:pt x="313991" y="2052842"/>
                  </a:lnTo>
                  <a:close/>
                  <a:moveTo>
                    <a:pt x="393263" y="1814222"/>
                  </a:moveTo>
                  <a:lnTo>
                    <a:pt x="383837" y="1869509"/>
                  </a:lnTo>
                  <a:lnTo>
                    <a:pt x="409638" y="1831075"/>
                  </a:lnTo>
                  <a:close/>
                  <a:moveTo>
                    <a:pt x="393263" y="1814222"/>
                  </a:moveTo>
                  <a:lnTo>
                    <a:pt x="341486" y="1838316"/>
                  </a:lnTo>
                  <a:lnTo>
                    <a:pt x="383837" y="1869509"/>
                  </a:lnTo>
                  <a:close/>
                  <a:moveTo>
                    <a:pt x="445203" y="1790128"/>
                  </a:moveTo>
                  <a:lnTo>
                    <a:pt x="409638" y="1831075"/>
                  </a:lnTo>
                  <a:lnTo>
                    <a:pt x="461800" y="1865759"/>
                  </a:lnTo>
                  <a:close/>
                  <a:moveTo>
                    <a:pt x="406491" y="1624888"/>
                  </a:moveTo>
                  <a:lnTo>
                    <a:pt x="459735" y="1619584"/>
                  </a:lnTo>
                  <a:lnTo>
                    <a:pt x="440240" y="1572690"/>
                  </a:lnTo>
                  <a:close/>
                  <a:moveTo>
                    <a:pt x="406491" y="1624888"/>
                  </a:moveTo>
                  <a:lnTo>
                    <a:pt x="440240" y="1572690"/>
                  </a:lnTo>
                  <a:lnTo>
                    <a:pt x="397135" y="1569751"/>
                  </a:lnTo>
                  <a:close/>
                  <a:moveTo>
                    <a:pt x="0" y="992985"/>
                  </a:moveTo>
                  <a:lnTo>
                    <a:pt x="51098" y="970991"/>
                  </a:lnTo>
                  <a:lnTo>
                    <a:pt x="22456" y="917355"/>
                  </a:lnTo>
                  <a:close/>
                  <a:moveTo>
                    <a:pt x="224417" y="1099407"/>
                  </a:moveTo>
                  <a:lnTo>
                    <a:pt x="235388" y="1123341"/>
                  </a:lnTo>
                  <a:lnTo>
                    <a:pt x="232630" y="1175038"/>
                  </a:lnTo>
                  <a:close/>
                  <a:moveTo>
                    <a:pt x="251400" y="1150944"/>
                  </a:moveTo>
                  <a:lnTo>
                    <a:pt x="224417" y="1099407"/>
                  </a:lnTo>
                  <a:lnTo>
                    <a:pt x="232630" y="1175038"/>
                  </a:lnTo>
                  <a:close/>
                  <a:moveTo>
                    <a:pt x="191831" y="996334"/>
                  </a:moveTo>
                  <a:lnTo>
                    <a:pt x="202289" y="1020428"/>
                  </a:lnTo>
                  <a:lnTo>
                    <a:pt x="217205" y="1047871"/>
                  </a:lnTo>
                  <a:close/>
                  <a:moveTo>
                    <a:pt x="52090" y="962945"/>
                  </a:moveTo>
                  <a:lnTo>
                    <a:pt x="51070" y="893261"/>
                  </a:lnTo>
                  <a:lnTo>
                    <a:pt x="22456" y="917355"/>
                  </a:lnTo>
                  <a:close/>
                  <a:moveTo>
                    <a:pt x="224417" y="1099407"/>
                  </a:moveTo>
                  <a:lnTo>
                    <a:pt x="221873" y="1071586"/>
                  </a:lnTo>
                  <a:lnTo>
                    <a:pt x="235388" y="1123341"/>
                  </a:lnTo>
                  <a:close/>
                  <a:moveTo>
                    <a:pt x="224417" y="1099407"/>
                  </a:moveTo>
                  <a:lnTo>
                    <a:pt x="217205" y="1047871"/>
                  </a:lnTo>
                  <a:lnTo>
                    <a:pt x="221873" y="1071586"/>
                  </a:lnTo>
                  <a:close/>
                  <a:moveTo>
                    <a:pt x="718031" y="1561522"/>
                  </a:moveTo>
                  <a:lnTo>
                    <a:pt x="701684" y="1539143"/>
                  </a:lnTo>
                  <a:lnTo>
                    <a:pt x="738836" y="1514006"/>
                  </a:lnTo>
                  <a:close/>
                  <a:moveTo>
                    <a:pt x="664148" y="1504603"/>
                  </a:moveTo>
                  <a:lnTo>
                    <a:pt x="696331" y="1541182"/>
                  </a:lnTo>
                  <a:lnTo>
                    <a:pt x="705096" y="1509296"/>
                  </a:lnTo>
                  <a:close/>
                  <a:moveTo>
                    <a:pt x="191831" y="996334"/>
                  </a:moveTo>
                  <a:lnTo>
                    <a:pt x="217205" y="1047871"/>
                  </a:lnTo>
                  <a:lnTo>
                    <a:pt x="249873" y="1023777"/>
                  </a:lnTo>
                  <a:close/>
                  <a:moveTo>
                    <a:pt x="191831" y="996334"/>
                  </a:moveTo>
                  <a:lnTo>
                    <a:pt x="249873" y="1023777"/>
                  </a:lnTo>
                  <a:lnTo>
                    <a:pt x="220438" y="972240"/>
                  </a:lnTo>
                  <a:close/>
                  <a:moveTo>
                    <a:pt x="191831" y="996334"/>
                  </a:moveTo>
                  <a:lnTo>
                    <a:pt x="220438" y="972240"/>
                  </a:lnTo>
                  <a:lnTo>
                    <a:pt x="242067" y="929683"/>
                  </a:lnTo>
                  <a:close/>
                  <a:moveTo>
                    <a:pt x="242067" y="929683"/>
                  </a:moveTo>
                  <a:lnTo>
                    <a:pt x="220438" y="972240"/>
                  </a:lnTo>
                  <a:lnTo>
                    <a:pt x="257108" y="935643"/>
                  </a:lnTo>
                  <a:close/>
                  <a:moveTo>
                    <a:pt x="189582" y="992751"/>
                  </a:moveTo>
                  <a:lnTo>
                    <a:pt x="191831" y="996334"/>
                  </a:lnTo>
                  <a:lnTo>
                    <a:pt x="242067" y="929683"/>
                  </a:lnTo>
                  <a:close/>
                  <a:moveTo>
                    <a:pt x="242067" y="929683"/>
                  </a:moveTo>
                  <a:lnTo>
                    <a:pt x="229389" y="920704"/>
                  </a:lnTo>
                  <a:lnTo>
                    <a:pt x="219983" y="971517"/>
                  </a:lnTo>
                  <a:close/>
                  <a:moveTo>
                    <a:pt x="219983" y="971517"/>
                  </a:moveTo>
                  <a:lnTo>
                    <a:pt x="189582" y="992751"/>
                  </a:lnTo>
                  <a:lnTo>
                    <a:pt x="242067" y="929683"/>
                  </a:lnTo>
                  <a:close/>
                  <a:moveTo>
                    <a:pt x="257108" y="935643"/>
                  </a:moveTo>
                  <a:lnTo>
                    <a:pt x="296088" y="972240"/>
                  </a:lnTo>
                  <a:lnTo>
                    <a:pt x="242067" y="929683"/>
                  </a:lnTo>
                  <a:close/>
                  <a:moveTo>
                    <a:pt x="806794" y="1527342"/>
                  </a:moveTo>
                  <a:lnTo>
                    <a:pt x="819319" y="1505344"/>
                  </a:lnTo>
                  <a:lnTo>
                    <a:pt x="759393" y="1527896"/>
                  </a:lnTo>
                  <a:close/>
                  <a:moveTo>
                    <a:pt x="761923" y="1411976"/>
                  </a:moveTo>
                  <a:lnTo>
                    <a:pt x="739180" y="1380393"/>
                  </a:lnTo>
                  <a:lnTo>
                    <a:pt x="721835" y="1370201"/>
                  </a:lnTo>
                  <a:close/>
                  <a:moveTo>
                    <a:pt x="257108" y="935643"/>
                  </a:moveTo>
                  <a:lnTo>
                    <a:pt x="220438" y="972240"/>
                  </a:lnTo>
                  <a:lnTo>
                    <a:pt x="294518" y="940613"/>
                  </a:lnTo>
                  <a:close/>
                  <a:moveTo>
                    <a:pt x="257108" y="935643"/>
                  </a:moveTo>
                  <a:lnTo>
                    <a:pt x="304236" y="948146"/>
                  </a:lnTo>
                  <a:lnTo>
                    <a:pt x="296088" y="972240"/>
                  </a:lnTo>
                  <a:close/>
                  <a:moveTo>
                    <a:pt x="257108" y="935643"/>
                  </a:moveTo>
                  <a:lnTo>
                    <a:pt x="294518" y="940613"/>
                  </a:lnTo>
                  <a:lnTo>
                    <a:pt x="304236" y="948146"/>
                  </a:lnTo>
                  <a:close/>
                  <a:moveTo>
                    <a:pt x="181590" y="827971"/>
                  </a:moveTo>
                  <a:lnTo>
                    <a:pt x="140195" y="847878"/>
                  </a:lnTo>
                  <a:lnTo>
                    <a:pt x="221103" y="840805"/>
                  </a:lnTo>
                  <a:close/>
                  <a:moveTo>
                    <a:pt x="724278" y="1360439"/>
                  </a:moveTo>
                  <a:lnTo>
                    <a:pt x="721835" y="1370201"/>
                  </a:lnTo>
                  <a:lnTo>
                    <a:pt x="739180" y="1380393"/>
                  </a:lnTo>
                  <a:close/>
                  <a:moveTo>
                    <a:pt x="761923" y="1411976"/>
                  </a:moveTo>
                  <a:lnTo>
                    <a:pt x="832152" y="1439419"/>
                  </a:lnTo>
                  <a:lnTo>
                    <a:pt x="778126" y="1387882"/>
                  </a:lnTo>
                  <a:close/>
                  <a:moveTo>
                    <a:pt x="761923" y="1411976"/>
                  </a:moveTo>
                  <a:lnTo>
                    <a:pt x="778126" y="1387882"/>
                  </a:lnTo>
                  <a:lnTo>
                    <a:pt x="739180" y="1380393"/>
                  </a:lnTo>
                  <a:close/>
                  <a:moveTo>
                    <a:pt x="778126" y="1387882"/>
                  </a:moveTo>
                  <a:lnTo>
                    <a:pt x="776707" y="1385803"/>
                  </a:lnTo>
                  <a:lnTo>
                    <a:pt x="739180" y="1380393"/>
                  </a:lnTo>
                  <a:close/>
                  <a:moveTo>
                    <a:pt x="533433" y="1032965"/>
                  </a:moveTo>
                  <a:lnTo>
                    <a:pt x="475996" y="1051219"/>
                  </a:lnTo>
                  <a:lnTo>
                    <a:pt x="542287" y="1033377"/>
                  </a:lnTo>
                  <a:close/>
                  <a:moveTo>
                    <a:pt x="542287" y="1033377"/>
                  </a:moveTo>
                  <a:lnTo>
                    <a:pt x="475996" y="1051219"/>
                  </a:lnTo>
                  <a:lnTo>
                    <a:pt x="465108" y="1054392"/>
                  </a:lnTo>
                  <a:close/>
                  <a:moveTo>
                    <a:pt x="542287" y="1033377"/>
                  </a:moveTo>
                  <a:lnTo>
                    <a:pt x="465108" y="1054392"/>
                  </a:lnTo>
                  <a:lnTo>
                    <a:pt x="494578" y="1029675"/>
                  </a:lnTo>
                  <a:close/>
                  <a:moveTo>
                    <a:pt x="391756" y="948146"/>
                  </a:moveTo>
                  <a:lnTo>
                    <a:pt x="449380" y="995585"/>
                  </a:lnTo>
                  <a:lnTo>
                    <a:pt x="392734" y="945900"/>
                  </a:lnTo>
                  <a:close/>
                  <a:moveTo>
                    <a:pt x="1032852" y="1520250"/>
                  </a:moveTo>
                  <a:lnTo>
                    <a:pt x="1072086" y="1526335"/>
                  </a:lnTo>
                  <a:lnTo>
                    <a:pt x="1018472" y="1469198"/>
                  </a:lnTo>
                  <a:close/>
                  <a:moveTo>
                    <a:pt x="1032852" y="1520250"/>
                  </a:moveTo>
                  <a:lnTo>
                    <a:pt x="1037856" y="1528590"/>
                  </a:lnTo>
                  <a:lnTo>
                    <a:pt x="1093991" y="1563791"/>
                  </a:lnTo>
                  <a:close/>
                  <a:moveTo>
                    <a:pt x="1018472" y="1469198"/>
                  </a:moveTo>
                  <a:lnTo>
                    <a:pt x="994956" y="1425573"/>
                  </a:lnTo>
                  <a:lnTo>
                    <a:pt x="987837" y="1466861"/>
                  </a:lnTo>
                  <a:close/>
                  <a:moveTo>
                    <a:pt x="787387" y="1251055"/>
                  </a:moveTo>
                  <a:lnTo>
                    <a:pt x="745499" y="1269120"/>
                  </a:lnTo>
                  <a:lnTo>
                    <a:pt x="821881" y="1245123"/>
                  </a:lnTo>
                  <a:close/>
                  <a:moveTo>
                    <a:pt x="184680" y="436412"/>
                  </a:moveTo>
                  <a:lnTo>
                    <a:pt x="185135" y="436527"/>
                  </a:lnTo>
                  <a:lnTo>
                    <a:pt x="184343" y="436129"/>
                  </a:lnTo>
                  <a:close/>
                  <a:moveTo>
                    <a:pt x="183675" y="431069"/>
                  </a:moveTo>
                  <a:lnTo>
                    <a:pt x="184680" y="436412"/>
                  </a:lnTo>
                  <a:lnTo>
                    <a:pt x="184343" y="436129"/>
                  </a:lnTo>
                  <a:close/>
                  <a:moveTo>
                    <a:pt x="962237" y="1466861"/>
                  </a:moveTo>
                  <a:lnTo>
                    <a:pt x="983797" y="1501148"/>
                  </a:lnTo>
                  <a:lnTo>
                    <a:pt x="977435" y="1464578"/>
                  </a:lnTo>
                  <a:close/>
                  <a:moveTo>
                    <a:pt x="977435" y="1464578"/>
                  </a:moveTo>
                  <a:lnTo>
                    <a:pt x="983797" y="1501148"/>
                  </a:lnTo>
                  <a:lnTo>
                    <a:pt x="987837" y="1466861"/>
                  </a:lnTo>
                  <a:close/>
                  <a:moveTo>
                    <a:pt x="972961" y="1405472"/>
                  </a:moveTo>
                  <a:lnTo>
                    <a:pt x="977435" y="1464578"/>
                  </a:lnTo>
                  <a:lnTo>
                    <a:pt x="987837" y="1466861"/>
                  </a:lnTo>
                  <a:close/>
                  <a:moveTo>
                    <a:pt x="972961" y="1405472"/>
                  </a:moveTo>
                  <a:lnTo>
                    <a:pt x="964099" y="1339694"/>
                  </a:lnTo>
                  <a:lnTo>
                    <a:pt x="910426" y="1355587"/>
                  </a:lnTo>
                  <a:close/>
                  <a:moveTo>
                    <a:pt x="894137" y="1340601"/>
                  </a:moveTo>
                  <a:lnTo>
                    <a:pt x="910426" y="1355587"/>
                  </a:lnTo>
                  <a:lnTo>
                    <a:pt x="964099" y="1339694"/>
                  </a:lnTo>
                  <a:close/>
                  <a:moveTo>
                    <a:pt x="722143" y="1054569"/>
                  </a:moveTo>
                  <a:lnTo>
                    <a:pt x="725577" y="1059734"/>
                  </a:lnTo>
                  <a:lnTo>
                    <a:pt x="730934" y="1082011"/>
                  </a:lnTo>
                  <a:close/>
                  <a:moveTo>
                    <a:pt x="546372" y="834217"/>
                  </a:moveTo>
                  <a:lnTo>
                    <a:pt x="614108" y="857425"/>
                  </a:lnTo>
                  <a:lnTo>
                    <a:pt x="575224" y="824328"/>
                  </a:lnTo>
                  <a:close/>
                  <a:moveTo>
                    <a:pt x="511684" y="824436"/>
                  </a:moveTo>
                  <a:lnTo>
                    <a:pt x="561682" y="884513"/>
                  </a:lnTo>
                  <a:lnTo>
                    <a:pt x="546372" y="834217"/>
                  </a:lnTo>
                  <a:close/>
                  <a:moveTo>
                    <a:pt x="511684" y="824436"/>
                  </a:moveTo>
                  <a:lnTo>
                    <a:pt x="546372" y="834217"/>
                  </a:lnTo>
                  <a:lnTo>
                    <a:pt x="490792" y="778678"/>
                  </a:lnTo>
                  <a:close/>
                  <a:moveTo>
                    <a:pt x="428910" y="728262"/>
                  </a:moveTo>
                  <a:lnTo>
                    <a:pt x="450650" y="745349"/>
                  </a:lnTo>
                  <a:lnTo>
                    <a:pt x="401169" y="720213"/>
                  </a:lnTo>
                  <a:close/>
                  <a:moveTo>
                    <a:pt x="237400" y="519038"/>
                  </a:moveTo>
                  <a:lnTo>
                    <a:pt x="230947" y="487666"/>
                  </a:lnTo>
                  <a:lnTo>
                    <a:pt x="208256" y="522974"/>
                  </a:lnTo>
                  <a:close/>
                  <a:moveTo>
                    <a:pt x="250290" y="483798"/>
                  </a:moveTo>
                  <a:lnTo>
                    <a:pt x="230947" y="487666"/>
                  </a:lnTo>
                  <a:lnTo>
                    <a:pt x="237400" y="519038"/>
                  </a:lnTo>
                  <a:close/>
                  <a:moveTo>
                    <a:pt x="271443" y="529344"/>
                  </a:moveTo>
                  <a:lnTo>
                    <a:pt x="250290" y="483798"/>
                  </a:lnTo>
                  <a:lnTo>
                    <a:pt x="237400" y="519038"/>
                  </a:lnTo>
                  <a:close/>
                  <a:moveTo>
                    <a:pt x="271443" y="529344"/>
                  </a:moveTo>
                  <a:lnTo>
                    <a:pt x="317658" y="529754"/>
                  </a:lnTo>
                  <a:lnTo>
                    <a:pt x="306243" y="476292"/>
                  </a:lnTo>
                  <a:close/>
                  <a:moveTo>
                    <a:pt x="271443" y="529344"/>
                  </a:moveTo>
                  <a:lnTo>
                    <a:pt x="295154" y="538292"/>
                  </a:lnTo>
                  <a:lnTo>
                    <a:pt x="341584" y="537210"/>
                  </a:lnTo>
                  <a:close/>
                  <a:moveTo>
                    <a:pt x="184343" y="436129"/>
                  </a:moveTo>
                  <a:lnTo>
                    <a:pt x="185135" y="436527"/>
                  </a:lnTo>
                  <a:lnTo>
                    <a:pt x="185464" y="435775"/>
                  </a:lnTo>
                  <a:close/>
                  <a:moveTo>
                    <a:pt x="185464" y="435775"/>
                  </a:moveTo>
                  <a:lnTo>
                    <a:pt x="185135" y="436527"/>
                  </a:lnTo>
                  <a:lnTo>
                    <a:pt x="225680" y="412035"/>
                  </a:lnTo>
                  <a:close/>
                  <a:moveTo>
                    <a:pt x="185135" y="436527"/>
                  </a:moveTo>
                  <a:lnTo>
                    <a:pt x="230947" y="487666"/>
                  </a:lnTo>
                  <a:lnTo>
                    <a:pt x="225680" y="412035"/>
                  </a:lnTo>
                  <a:close/>
                  <a:moveTo>
                    <a:pt x="225680" y="412035"/>
                  </a:moveTo>
                  <a:lnTo>
                    <a:pt x="230947" y="487666"/>
                  </a:lnTo>
                  <a:lnTo>
                    <a:pt x="267116" y="433464"/>
                  </a:lnTo>
                  <a:close/>
                  <a:moveTo>
                    <a:pt x="250290" y="483798"/>
                  </a:moveTo>
                  <a:lnTo>
                    <a:pt x="306243" y="476292"/>
                  </a:lnTo>
                  <a:lnTo>
                    <a:pt x="267116" y="433464"/>
                  </a:lnTo>
                  <a:close/>
                  <a:moveTo>
                    <a:pt x="185464" y="435775"/>
                  </a:moveTo>
                  <a:lnTo>
                    <a:pt x="183675" y="431069"/>
                  </a:lnTo>
                  <a:lnTo>
                    <a:pt x="184343" y="436129"/>
                  </a:lnTo>
                  <a:close/>
                  <a:moveTo>
                    <a:pt x="183675" y="431069"/>
                  </a:moveTo>
                  <a:lnTo>
                    <a:pt x="185464" y="435775"/>
                  </a:lnTo>
                  <a:lnTo>
                    <a:pt x="225680" y="412035"/>
                  </a:lnTo>
                  <a:close/>
                  <a:moveTo>
                    <a:pt x="1151843" y="1418673"/>
                  </a:moveTo>
                  <a:lnTo>
                    <a:pt x="1127029" y="1442767"/>
                  </a:lnTo>
                  <a:lnTo>
                    <a:pt x="1157094" y="1470210"/>
                  </a:lnTo>
                  <a:close/>
                  <a:moveTo>
                    <a:pt x="1093394" y="1383527"/>
                  </a:moveTo>
                  <a:lnTo>
                    <a:pt x="1086614" y="1401310"/>
                  </a:lnTo>
                  <a:lnTo>
                    <a:pt x="1152085" y="1367137"/>
                  </a:lnTo>
                  <a:close/>
                  <a:moveTo>
                    <a:pt x="1152085" y="1367137"/>
                  </a:moveTo>
                  <a:lnTo>
                    <a:pt x="1086614" y="1401310"/>
                  </a:lnTo>
                  <a:lnTo>
                    <a:pt x="1127029" y="1442767"/>
                  </a:lnTo>
                  <a:close/>
                  <a:moveTo>
                    <a:pt x="1152085" y="1367137"/>
                  </a:moveTo>
                  <a:lnTo>
                    <a:pt x="1127029" y="1442767"/>
                  </a:lnTo>
                  <a:lnTo>
                    <a:pt x="1151843" y="1418673"/>
                  </a:lnTo>
                  <a:close/>
                  <a:moveTo>
                    <a:pt x="1093394" y="1383527"/>
                  </a:moveTo>
                  <a:lnTo>
                    <a:pt x="1152085" y="1367137"/>
                  </a:lnTo>
                  <a:lnTo>
                    <a:pt x="1110434" y="1355468"/>
                  </a:lnTo>
                  <a:close/>
                  <a:moveTo>
                    <a:pt x="772168" y="1006380"/>
                  </a:moveTo>
                  <a:lnTo>
                    <a:pt x="706007" y="968629"/>
                  </a:lnTo>
                  <a:lnTo>
                    <a:pt x="737740" y="978937"/>
                  </a:lnTo>
                  <a:close/>
                  <a:moveTo>
                    <a:pt x="772168" y="1006380"/>
                  </a:moveTo>
                  <a:lnTo>
                    <a:pt x="737740" y="978937"/>
                  </a:lnTo>
                  <a:lnTo>
                    <a:pt x="735960" y="1030474"/>
                  </a:lnTo>
                  <a:close/>
                  <a:moveTo>
                    <a:pt x="575224" y="824328"/>
                  </a:moveTo>
                  <a:lnTo>
                    <a:pt x="614108" y="857425"/>
                  </a:lnTo>
                  <a:lnTo>
                    <a:pt x="632388" y="802269"/>
                  </a:lnTo>
                  <a:close/>
                  <a:moveTo>
                    <a:pt x="637131" y="800234"/>
                  </a:moveTo>
                  <a:lnTo>
                    <a:pt x="632388" y="802269"/>
                  </a:lnTo>
                  <a:lnTo>
                    <a:pt x="614108" y="857425"/>
                  </a:lnTo>
                  <a:close/>
                  <a:moveTo>
                    <a:pt x="1110434" y="1355468"/>
                  </a:moveTo>
                  <a:lnTo>
                    <a:pt x="1152085" y="1367137"/>
                  </a:lnTo>
                  <a:lnTo>
                    <a:pt x="1133746" y="1291506"/>
                  </a:lnTo>
                  <a:close/>
                  <a:moveTo>
                    <a:pt x="1082631" y="1204049"/>
                  </a:moveTo>
                  <a:lnTo>
                    <a:pt x="1040196" y="1212527"/>
                  </a:lnTo>
                  <a:lnTo>
                    <a:pt x="1111150" y="1223247"/>
                  </a:lnTo>
                  <a:close/>
                  <a:moveTo>
                    <a:pt x="1040196" y="1212527"/>
                  </a:moveTo>
                  <a:lnTo>
                    <a:pt x="1026076" y="1214746"/>
                  </a:lnTo>
                  <a:lnTo>
                    <a:pt x="1111150" y="1223247"/>
                  </a:lnTo>
                  <a:close/>
                  <a:moveTo>
                    <a:pt x="1111150" y="1223247"/>
                  </a:moveTo>
                  <a:lnTo>
                    <a:pt x="1082414" y="1212527"/>
                  </a:lnTo>
                  <a:lnTo>
                    <a:pt x="1082631" y="1204049"/>
                  </a:lnTo>
                  <a:close/>
                  <a:moveTo>
                    <a:pt x="195934" y="113549"/>
                  </a:moveTo>
                  <a:lnTo>
                    <a:pt x="209828" y="124151"/>
                  </a:lnTo>
                  <a:lnTo>
                    <a:pt x="185482" y="106165"/>
                  </a:lnTo>
                  <a:close/>
                  <a:moveTo>
                    <a:pt x="209828" y="124151"/>
                  </a:moveTo>
                  <a:lnTo>
                    <a:pt x="195934" y="113549"/>
                  </a:lnTo>
                  <a:lnTo>
                    <a:pt x="228786" y="155252"/>
                  </a:lnTo>
                  <a:close/>
                  <a:moveTo>
                    <a:pt x="1094662" y="1131524"/>
                  </a:moveTo>
                  <a:lnTo>
                    <a:pt x="1045336" y="1151858"/>
                  </a:lnTo>
                  <a:lnTo>
                    <a:pt x="1092403" y="1153154"/>
                  </a:lnTo>
                  <a:close/>
                  <a:moveTo>
                    <a:pt x="1052006" y="1065478"/>
                  </a:moveTo>
                  <a:lnTo>
                    <a:pt x="1077703" y="1098195"/>
                  </a:lnTo>
                  <a:lnTo>
                    <a:pt x="1072263" y="1085360"/>
                  </a:lnTo>
                  <a:close/>
                  <a:moveTo>
                    <a:pt x="1094662" y="1131524"/>
                  </a:moveTo>
                  <a:lnTo>
                    <a:pt x="1077703" y="1098195"/>
                  </a:lnTo>
                  <a:lnTo>
                    <a:pt x="1052006" y="1065478"/>
                  </a:lnTo>
                  <a:close/>
                  <a:moveTo>
                    <a:pt x="897335" y="812956"/>
                  </a:moveTo>
                  <a:lnTo>
                    <a:pt x="884016" y="803583"/>
                  </a:lnTo>
                  <a:lnTo>
                    <a:pt x="892039" y="868593"/>
                  </a:lnTo>
                  <a:close/>
                  <a:moveTo>
                    <a:pt x="892039" y="868593"/>
                  </a:moveTo>
                  <a:lnTo>
                    <a:pt x="834589" y="814573"/>
                  </a:lnTo>
                  <a:lnTo>
                    <a:pt x="859158" y="857342"/>
                  </a:lnTo>
                  <a:close/>
                  <a:moveTo>
                    <a:pt x="892039" y="868593"/>
                  </a:moveTo>
                  <a:lnTo>
                    <a:pt x="940729" y="866991"/>
                  </a:lnTo>
                  <a:lnTo>
                    <a:pt x="897335" y="812956"/>
                  </a:lnTo>
                  <a:close/>
                  <a:moveTo>
                    <a:pt x="940729" y="866991"/>
                  </a:moveTo>
                  <a:lnTo>
                    <a:pt x="949349" y="832752"/>
                  </a:lnTo>
                  <a:lnTo>
                    <a:pt x="897335" y="812956"/>
                  </a:lnTo>
                  <a:close/>
                  <a:moveTo>
                    <a:pt x="780426" y="820625"/>
                  </a:moveTo>
                  <a:lnTo>
                    <a:pt x="827924" y="757249"/>
                  </a:lnTo>
                  <a:lnTo>
                    <a:pt x="776181" y="761333"/>
                  </a:lnTo>
                  <a:close/>
                  <a:moveTo>
                    <a:pt x="1252598" y="1141833"/>
                  </a:moveTo>
                  <a:lnTo>
                    <a:pt x="1260639" y="1110535"/>
                  </a:lnTo>
                  <a:lnTo>
                    <a:pt x="1223438" y="1102797"/>
                  </a:lnTo>
                  <a:close/>
                  <a:moveTo>
                    <a:pt x="1056824" y="958193"/>
                  </a:moveTo>
                  <a:lnTo>
                    <a:pt x="1049055" y="895962"/>
                  </a:lnTo>
                  <a:lnTo>
                    <a:pt x="1063886" y="882562"/>
                  </a:lnTo>
                  <a:close/>
                  <a:moveTo>
                    <a:pt x="1056824" y="958193"/>
                  </a:moveTo>
                  <a:lnTo>
                    <a:pt x="1063886" y="882562"/>
                  </a:lnTo>
                  <a:lnTo>
                    <a:pt x="1018148" y="906656"/>
                  </a:lnTo>
                  <a:close/>
                  <a:moveTo>
                    <a:pt x="955538" y="792208"/>
                  </a:moveTo>
                  <a:lnTo>
                    <a:pt x="897335" y="812956"/>
                  </a:lnTo>
                  <a:lnTo>
                    <a:pt x="949349" y="832752"/>
                  </a:lnTo>
                  <a:close/>
                  <a:moveTo>
                    <a:pt x="955538" y="792208"/>
                  </a:moveTo>
                  <a:lnTo>
                    <a:pt x="1002871" y="791709"/>
                  </a:lnTo>
                  <a:lnTo>
                    <a:pt x="961379" y="742831"/>
                  </a:lnTo>
                  <a:close/>
                  <a:moveTo>
                    <a:pt x="1275839" y="1185681"/>
                  </a:moveTo>
                  <a:lnTo>
                    <a:pt x="1318937" y="1188625"/>
                  </a:lnTo>
                  <a:lnTo>
                    <a:pt x="1309229" y="1170002"/>
                  </a:lnTo>
                  <a:close/>
                  <a:moveTo>
                    <a:pt x="1166773" y="851836"/>
                  </a:moveTo>
                  <a:lnTo>
                    <a:pt x="1131658" y="855446"/>
                  </a:lnTo>
                  <a:lnTo>
                    <a:pt x="1085376" y="857080"/>
                  </a:lnTo>
                  <a:close/>
                  <a:moveTo>
                    <a:pt x="1024601" y="711300"/>
                  </a:moveTo>
                  <a:lnTo>
                    <a:pt x="961379" y="742831"/>
                  </a:lnTo>
                  <a:lnTo>
                    <a:pt x="1011763" y="756532"/>
                  </a:lnTo>
                  <a:close/>
                  <a:moveTo>
                    <a:pt x="1024601" y="711300"/>
                  </a:moveTo>
                  <a:lnTo>
                    <a:pt x="1029262" y="687058"/>
                  </a:lnTo>
                  <a:lnTo>
                    <a:pt x="978963" y="673674"/>
                  </a:lnTo>
                  <a:close/>
                  <a:moveTo>
                    <a:pt x="1056089" y="703858"/>
                  </a:moveTo>
                  <a:lnTo>
                    <a:pt x="1024601" y="711300"/>
                  </a:lnTo>
                  <a:lnTo>
                    <a:pt x="1011763" y="756532"/>
                  </a:lnTo>
                  <a:close/>
                  <a:moveTo>
                    <a:pt x="1024601" y="711300"/>
                  </a:moveTo>
                  <a:lnTo>
                    <a:pt x="1056089" y="703858"/>
                  </a:lnTo>
                  <a:lnTo>
                    <a:pt x="1029262" y="687058"/>
                  </a:lnTo>
                  <a:close/>
                  <a:moveTo>
                    <a:pt x="885693" y="676416"/>
                  </a:moveTo>
                  <a:lnTo>
                    <a:pt x="902618" y="671763"/>
                  </a:lnTo>
                  <a:lnTo>
                    <a:pt x="886314" y="600785"/>
                  </a:lnTo>
                  <a:close/>
                  <a:moveTo>
                    <a:pt x="868293" y="624879"/>
                  </a:moveTo>
                  <a:lnTo>
                    <a:pt x="885693" y="676416"/>
                  </a:lnTo>
                  <a:lnTo>
                    <a:pt x="886314" y="600785"/>
                  </a:lnTo>
                  <a:close/>
                  <a:moveTo>
                    <a:pt x="902618" y="671763"/>
                  </a:moveTo>
                  <a:lnTo>
                    <a:pt x="954657" y="652322"/>
                  </a:lnTo>
                  <a:lnTo>
                    <a:pt x="915896" y="612557"/>
                  </a:lnTo>
                  <a:close/>
                  <a:moveTo>
                    <a:pt x="827107" y="573342"/>
                  </a:moveTo>
                  <a:lnTo>
                    <a:pt x="868293" y="624879"/>
                  </a:lnTo>
                  <a:lnTo>
                    <a:pt x="886314" y="600785"/>
                  </a:lnTo>
                  <a:close/>
                  <a:moveTo>
                    <a:pt x="827107" y="573342"/>
                  </a:moveTo>
                  <a:lnTo>
                    <a:pt x="886314" y="600785"/>
                  </a:lnTo>
                  <a:lnTo>
                    <a:pt x="865381" y="549248"/>
                  </a:lnTo>
                  <a:close/>
                  <a:moveTo>
                    <a:pt x="1081541" y="755395"/>
                  </a:moveTo>
                  <a:lnTo>
                    <a:pt x="1072054" y="679764"/>
                  </a:lnTo>
                  <a:lnTo>
                    <a:pt x="1056089" y="703858"/>
                  </a:lnTo>
                  <a:close/>
                  <a:moveTo>
                    <a:pt x="989430" y="639169"/>
                  </a:moveTo>
                  <a:lnTo>
                    <a:pt x="1030945" y="580658"/>
                  </a:lnTo>
                  <a:lnTo>
                    <a:pt x="986849" y="578525"/>
                  </a:lnTo>
                  <a:close/>
                  <a:moveTo>
                    <a:pt x="1067520" y="588905"/>
                  </a:moveTo>
                  <a:lnTo>
                    <a:pt x="1030945" y="580658"/>
                  </a:lnTo>
                  <a:lnTo>
                    <a:pt x="1091159" y="608905"/>
                  </a:lnTo>
                  <a:close/>
                  <a:moveTo>
                    <a:pt x="1030945" y="580658"/>
                  </a:moveTo>
                  <a:lnTo>
                    <a:pt x="1040251" y="593243"/>
                  </a:lnTo>
                  <a:lnTo>
                    <a:pt x="1091159" y="608905"/>
                  </a:lnTo>
                  <a:close/>
                  <a:moveTo>
                    <a:pt x="970159" y="505857"/>
                  </a:moveTo>
                  <a:lnTo>
                    <a:pt x="994581" y="525155"/>
                  </a:lnTo>
                  <a:lnTo>
                    <a:pt x="949989" y="483006"/>
                  </a:lnTo>
                  <a:close/>
                  <a:moveTo>
                    <a:pt x="1102665" y="623075"/>
                  </a:moveTo>
                  <a:lnTo>
                    <a:pt x="1124921" y="628228"/>
                  </a:lnTo>
                  <a:lnTo>
                    <a:pt x="1091159" y="608905"/>
                  </a:lnTo>
                  <a:close/>
                  <a:moveTo>
                    <a:pt x="984421" y="517756"/>
                  </a:moveTo>
                  <a:lnTo>
                    <a:pt x="994581" y="525155"/>
                  </a:lnTo>
                  <a:lnTo>
                    <a:pt x="970159" y="505857"/>
                  </a:lnTo>
                  <a:close/>
                  <a:moveTo>
                    <a:pt x="687527" y="112862"/>
                  </a:moveTo>
                  <a:lnTo>
                    <a:pt x="686220" y="142966"/>
                  </a:lnTo>
                  <a:lnTo>
                    <a:pt x="687431" y="105331"/>
                  </a:lnTo>
                  <a:close/>
                  <a:moveTo>
                    <a:pt x="987256" y="165083"/>
                  </a:moveTo>
                  <a:lnTo>
                    <a:pt x="1009604" y="158807"/>
                  </a:lnTo>
                  <a:lnTo>
                    <a:pt x="1004568" y="190033"/>
                  </a:lnTo>
                  <a:close/>
                  <a:moveTo>
                    <a:pt x="1034690" y="16486"/>
                  </a:moveTo>
                  <a:lnTo>
                    <a:pt x="1120080" y="42536"/>
                  </a:lnTo>
                  <a:lnTo>
                    <a:pt x="1090598" y="5457"/>
                  </a:lnTo>
                  <a:close/>
                  <a:moveTo>
                    <a:pt x="1120971" y="43929"/>
                  </a:moveTo>
                  <a:lnTo>
                    <a:pt x="1090598" y="5457"/>
                  </a:lnTo>
                  <a:lnTo>
                    <a:pt x="1120080" y="42536"/>
                  </a:lnTo>
                  <a:close/>
                  <a:moveTo>
                    <a:pt x="1090598" y="5457"/>
                  </a:moveTo>
                  <a:lnTo>
                    <a:pt x="1072623" y="0"/>
                  </a:lnTo>
                  <a:lnTo>
                    <a:pt x="1034690" y="16486"/>
                  </a:lnTo>
                  <a:close/>
                  <a:moveTo>
                    <a:pt x="1120080" y="42536"/>
                  </a:moveTo>
                  <a:lnTo>
                    <a:pt x="1119340" y="43929"/>
                  </a:lnTo>
                  <a:lnTo>
                    <a:pt x="1121049" y="43444"/>
                  </a:lnTo>
                  <a:close/>
                  <a:moveTo>
                    <a:pt x="1121049" y="43444"/>
                  </a:moveTo>
                  <a:lnTo>
                    <a:pt x="1120971" y="43929"/>
                  </a:lnTo>
                  <a:lnTo>
                    <a:pt x="1120080" y="42536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60" name="Output_density__4259">
              <a:extLst>
                <a:ext uri="{FF2B5EF4-FFF2-40B4-BE49-F238E27FC236}">
                  <a16:creationId xmlns:a16="http://schemas.microsoft.com/office/drawing/2014/main" id="{9923D7DA-A103-271F-FB4F-C62EEC14E62D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354120"/>
              <a:ext cx="1313322" cy="2155144"/>
            </a:xfrm>
            <a:custGeom>
              <a:avLst/>
              <a:gdLst/>
              <a:ahLst/>
              <a:cxnLst/>
              <a:rect l="0" t="0" r="0" b="0"/>
              <a:pathLst>
                <a:path w="1313322" h="2155144">
                  <a:moveTo>
                    <a:pt x="267726" y="2103607"/>
                  </a:moveTo>
                  <a:lnTo>
                    <a:pt x="327239" y="2145150"/>
                  </a:lnTo>
                  <a:lnTo>
                    <a:pt x="325231" y="2084040"/>
                  </a:lnTo>
                  <a:close/>
                  <a:moveTo>
                    <a:pt x="267726" y="2103607"/>
                  </a:moveTo>
                  <a:lnTo>
                    <a:pt x="298116" y="2155144"/>
                  </a:lnTo>
                  <a:lnTo>
                    <a:pt x="327239" y="2145150"/>
                  </a:lnTo>
                  <a:close/>
                  <a:moveTo>
                    <a:pt x="361811" y="1876716"/>
                  </a:moveTo>
                  <a:lnTo>
                    <a:pt x="345579" y="1952346"/>
                  </a:lnTo>
                  <a:lnTo>
                    <a:pt x="397356" y="1928252"/>
                  </a:lnTo>
                  <a:close/>
                  <a:moveTo>
                    <a:pt x="425023" y="1915407"/>
                  </a:moveTo>
                  <a:lnTo>
                    <a:pt x="413731" y="1945105"/>
                  </a:lnTo>
                  <a:lnTo>
                    <a:pt x="449295" y="1904158"/>
                  </a:lnTo>
                  <a:close/>
                  <a:moveTo>
                    <a:pt x="397356" y="1928252"/>
                  </a:moveTo>
                  <a:lnTo>
                    <a:pt x="413731" y="1945105"/>
                  </a:lnTo>
                  <a:lnTo>
                    <a:pt x="425023" y="1915407"/>
                  </a:lnTo>
                  <a:close/>
                  <a:moveTo>
                    <a:pt x="361811" y="1876716"/>
                  </a:moveTo>
                  <a:lnTo>
                    <a:pt x="397356" y="1928252"/>
                  </a:lnTo>
                  <a:lnTo>
                    <a:pt x="425023" y="1915407"/>
                  </a:lnTo>
                  <a:close/>
                  <a:moveTo>
                    <a:pt x="449295" y="1904158"/>
                  </a:moveTo>
                  <a:lnTo>
                    <a:pt x="426184" y="1852622"/>
                  </a:lnTo>
                  <a:lnTo>
                    <a:pt x="425023" y="1915407"/>
                  </a:lnTo>
                  <a:close/>
                  <a:moveTo>
                    <a:pt x="312186" y="1722106"/>
                  </a:moveTo>
                  <a:lnTo>
                    <a:pt x="379607" y="1749549"/>
                  </a:lnTo>
                  <a:lnTo>
                    <a:pt x="346952" y="1698012"/>
                  </a:lnTo>
                  <a:close/>
                  <a:moveTo>
                    <a:pt x="486077" y="1778268"/>
                  </a:moveTo>
                  <a:lnTo>
                    <a:pt x="491454" y="1776991"/>
                  </a:lnTo>
                  <a:lnTo>
                    <a:pt x="521733" y="1729755"/>
                  </a:lnTo>
                  <a:close/>
                  <a:moveTo>
                    <a:pt x="562148" y="1817149"/>
                  </a:moveTo>
                  <a:lnTo>
                    <a:pt x="554254" y="1760824"/>
                  </a:lnTo>
                  <a:lnTo>
                    <a:pt x="502269" y="1827848"/>
                  </a:lnTo>
                  <a:close/>
                  <a:moveTo>
                    <a:pt x="521733" y="1729755"/>
                  </a:moveTo>
                  <a:lnTo>
                    <a:pt x="491454" y="1776991"/>
                  </a:lnTo>
                  <a:lnTo>
                    <a:pt x="554254" y="1760824"/>
                  </a:lnTo>
                  <a:close/>
                  <a:moveTo>
                    <a:pt x="185942" y="1347672"/>
                  </a:moveTo>
                  <a:lnTo>
                    <a:pt x="211514" y="1347611"/>
                  </a:lnTo>
                  <a:lnTo>
                    <a:pt x="199651" y="1313162"/>
                  </a:lnTo>
                  <a:close/>
                  <a:moveTo>
                    <a:pt x="199651" y="1313162"/>
                  </a:moveTo>
                  <a:lnTo>
                    <a:pt x="234582" y="1340604"/>
                  </a:lnTo>
                  <a:lnTo>
                    <a:pt x="236722" y="1289068"/>
                  </a:lnTo>
                  <a:close/>
                  <a:moveTo>
                    <a:pt x="234582" y="1340604"/>
                  </a:moveTo>
                  <a:lnTo>
                    <a:pt x="255492" y="1264974"/>
                  </a:lnTo>
                  <a:lnTo>
                    <a:pt x="236722" y="1289068"/>
                  </a:lnTo>
                  <a:close/>
                  <a:moveTo>
                    <a:pt x="0" y="979848"/>
                  </a:moveTo>
                  <a:lnTo>
                    <a:pt x="26548" y="1031385"/>
                  </a:lnTo>
                  <a:lnTo>
                    <a:pt x="55162" y="1007291"/>
                  </a:lnTo>
                  <a:close/>
                  <a:moveTo>
                    <a:pt x="846402" y="1680615"/>
                  </a:moveTo>
                  <a:lnTo>
                    <a:pt x="847184" y="1708258"/>
                  </a:lnTo>
                  <a:lnTo>
                    <a:pt x="854243" y="1668867"/>
                  </a:lnTo>
                  <a:close/>
                  <a:moveTo>
                    <a:pt x="846402" y="1680615"/>
                  </a:moveTo>
                  <a:lnTo>
                    <a:pt x="874316" y="1604985"/>
                  </a:lnTo>
                  <a:lnTo>
                    <a:pt x="831843" y="1629079"/>
                  </a:lnTo>
                  <a:close/>
                  <a:moveTo>
                    <a:pt x="831843" y="1629079"/>
                  </a:moveTo>
                  <a:lnTo>
                    <a:pt x="874316" y="1604985"/>
                  </a:lnTo>
                  <a:lnTo>
                    <a:pt x="823411" y="1619374"/>
                  </a:lnTo>
                  <a:close/>
                  <a:moveTo>
                    <a:pt x="874316" y="1604985"/>
                  </a:moveTo>
                  <a:lnTo>
                    <a:pt x="845609" y="1567467"/>
                  </a:lnTo>
                  <a:lnTo>
                    <a:pt x="823411" y="1619374"/>
                  </a:lnTo>
                  <a:close/>
                  <a:moveTo>
                    <a:pt x="836244" y="1553449"/>
                  </a:moveTo>
                  <a:lnTo>
                    <a:pt x="823411" y="1619374"/>
                  </a:lnTo>
                  <a:lnTo>
                    <a:pt x="845609" y="1567467"/>
                  </a:lnTo>
                  <a:close/>
                  <a:moveTo>
                    <a:pt x="836244" y="1553449"/>
                  </a:moveTo>
                  <a:lnTo>
                    <a:pt x="795859" y="1577542"/>
                  </a:lnTo>
                  <a:lnTo>
                    <a:pt x="823411" y="1619374"/>
                  </a:lnTo>
                  <a:close/>
                  <a:moveTo>
                    <a:pt x="766015" y="1526006"/>
                  </a:moveTo>
                  <a:lnTo>
                    <a:pt x="795859" y="1577542"/>
                  </a:lnTo>
                  <a:lnTo>
                    <a:pt x="836244" y="1553449"/>
                  </a:lnTo>
                  <a:close/>
                  <a:moveTo>
                    <a:pt x="748636" y="1450375"/>
                  </a:moveTo>
                  <a:lnTo>
                    <a:pt x="743272" y="1494423"/>
                  </a:lnTo>
                  <a:lnTo>
                    <a:pt x="780800" y="1499833"/>
                  </a:lnTo>
                  <a:close/>
                  <a:moveTo>
                    <a:pt x="748636" y="1450375"/>
                  </a:moveTo>
                  <a:lnTo>
                    <a:pt x="728370" y="1474469"/>
                  </a:lnTo>
                  <a:lnTo>
                    <a:pt x="743272" y="1494423"/>
                  </a:lnTo>
                  <a:close/>
                  <a:moveTo>
                    <a:pt x="711895" y="1422933"/>
                  </a:moveTo>
                  <a:lnTo>
                    <a:pt x="728370" y="1474469"/>
                  </a:lnTo>
                  <a:lnTo>
                    <a:pt x="748636" y="1450375"/>
                  </a:lnTo>
                  <a:close/>
                  <a:moveTo>
                    <a:pt x="396826" y="1059930"/>
                  </a:moveTo>
                  <a:lnTo>
                    <a:pt x="416765" y="1012152"/>
                  </a:lnTo>
                  <a:lnTo>
                    <a:pt x="395849" y="1062176"/>
                  </a:lnTo>
                  <a:close/>
                  <a:moveTo>
                    <a:pt x="395849" y="1062176"/>
                  </a:moveTo>
                  <a:lnTo>
                    <a:pt x="416765" y="1012152"/>
                  </a:lnTo>
                  <a:lnTo>
                    <a:pt x="454795" y="986546"/>
                  </a:lnTo>
                  <a:close/>
                  <a:moveTo>
                    <a:pt x="416765" y="1012152"/>
                  </a:moveTo>
                  <a:lnTo>
                    <a:pt x="396826" y="1059930"/>
                  </a:lnTo>
                  <a:lnTo>
                    <a:pt x="402017" y="1038083"/>
                  </a:lnTo>
                  <a:close/>
                  <a:moveTo>
                    <a:pt x="991929" y="1580891"/>
                  </a:moveTo>
                  <a:lnTo>
                    <a:pt x="987890" y="1615178"/>
                  </a:lnTo>
                  <a:lnTo>
                    <a:pt x="1022564" y="1583228"/>
                  </a:lnTo>
                  <a:close/>
                  <a:moveTo>
                    <a:pt x="1022564" y="1583228"/>
                  </a:moveTo>
                  <a:lnTo>
                    <a:pt x="987890" y="1615178"/>
                  </a:lnTo>
                  <a:lnTo>
                    <a:pt x="990402" y="1634136"/>
                  </a:lnTo>
                  <a:close/>
                  <a:moveTo>
                    <a:pt x="1022564" y="1583228"/>
                  </a:moveTo>
                  <a:lnTo>
                    <a:pt x="990402" y="1634136"/>
                  </a:lnTo>
                  <a:lnTo>
                    <a:pt x="1036944" y="1634280"/>
                  </a:lnTo>
                  <a:close/>
                  <a:moveTo>
                    <a:pt x="1036944" y="1634280"/>
                  </a:moveTo>
                  <a:lnTo>
                    <a:pt x="990402" y="1634136"/>
                  </a:lnTo>
                  <a:lnTo>
                    <a:pt x="1041949" y="1642620"/>
                  </a:lnTo>
                  <a:close/>
                  <a:moveTo>
                    <a:pt x="836244" y="1553449"/>
                  </a:moveTo>
                  <a:lnTo>
                    <a:pt x="845609" y="1567467"/>
                  </a:lnTo>
                  <a:lnTo>
                    <a:pt x="847740" y="1548668"/>
                  </a:lnTo>
                  <a:close/>
                  <a:moveTo>
                    <a:pt x="825973" y="1359153"/>
                  </a:moveTo>
                  <a:lnTo>
                    <a:pt x="773600" y="1382731"/>
                  </a:lnTo>
                  <a:lnTo>
                    <a:pt x="796878" y="1374745"/>
                  </a:lnTo>
                  <a:close/>
                  <a:moveTo>
                    <a:pt x="749591" y="1383150"/>
                  </a:moveTo>
                  <a:lnTo>
                    <a:pt x="773600" y="1382731"/>
                  </a:lnTo>
                  <a:lnTo>
                    <a:pt x="825973" y="1359153"/>
                  </a:lnTo>
                  <a:close/>
                  <a:moveTo>
                    <a:pt x="377065" y="863720"/>
                  </a:moveTo>
                  <a:lnTo>
                    <a:pt x="361299" y="883473"/>
                  </a:lnTo>
                  <a:lnTo>
                    <a:pt x="362366" y="848542"/>
                  </a:lnTo>
                  <a:close/>
                  <a:moveTo>
                    <a:pt x="177944" y="643272"/>
                  </a:moveTo>
                  <a:lnTo>
                    <a:pt x="151827" y="677326"/>
                  </a:lnTo>
                  <a:lnTo>
                    <a:pt x="212349" y="637004"/>
                  </a:lnTo>
                  <a:close/>
                  <a:moveTo>
                    <a:pt x="177944" y="643272"/>
                  </a:moveTo>
                  <a:lnTo>
                    <a:pt x="212349" y="637004"/>
                  </a:lnTo>
                  <a:lnTo>
                    <a:pt x="187025" y="625790"/>
                  </a:lnTo>
                  <a:close/>
                  <a:moveTo>
                    <a:pt x="212349" y="637004"/>
                  </a:moveTo>
                  <a:lnTo>
                    <a:pt x="235039" y="601696"/>
                  </a:lnTo>
                  <a:lnTo>
                    <a:pt x="187025" y="625790"/>
                  </a:lnTo>
                  <a:close/>
                  <a:moveTo>
                    <a:pt x="189227" y="550557"/>
                  </a:moveTo>
                  <a:lnTo>
                    <a:pt x="188773" y="550442"/>
                  </a:lnTo>
                  <a:lnTo>
                    <a:pt x="235039" y="601696"/>
                  </a:lnTo>
                  <a:close/>
                  <a:moveTo>
                    <a:pt x="740053" y="1144504"/>
                  </a:moveTo>
                  <a:lnTo>
                    <a:pt x="726235" y="1168599"/>
                  </a:lnTo>
                  <a:lnTo>
                    <a:pt x="735026" y="1196041"/>
                  </a:lnTo>
                  <a:close/>
                  <a:moveTo>
                    <a:pt x="275535" y="643374"/>
                  </a:moveTo>
                  <a:lnTo>
                    <a:pt x="310335" y="590322"/>
                  </a:lnTo>
                  <a:lnTo>
                    <a:pt x="254383" y="597828"/>
                  </a:lnTo>
                  <a:close/>
                  <a:moveTo>
                    <a:pt x="321750" y="643784"/>
                  </a:moveTo>
                  <a:lnTo>
                    <a:pt x="275535" y="643374"/>
                  </a:lnTo>
                  <a:lnTo>
                    <a:pt x="345676" y="651240"/>
                  </a:lnTo>
                  <a:close/>
                  <a:moveTo>
                    <a:pt x="271208" y="547494"/>
                  </a:moveTo>
                  <a:lnTo>
                    <a:pt x="235039" y="601696"/>
                  </a:lnTo>
                  <a:lnTo>
                    <a:pt x="254383" y="597828"/>
                  </a:lnTo>
                  <a:close/>
                  <a:moveTo>
                    <a:pt x="389268" y="605044"/>
                  </a:moveTo>
                  <a:lnTo>
                    <a:pt x="393322" y="623579"/>
                  </a:lnTo>
                  <a:lnTo>
                    <a:pt x="379359" y="642276"/>
                  </a:lnTo>
                  <a:close/>
                  <a:moveTo>
                    <a:pt x="379359" y="642276"/>
                  </a:moveTo>
                  <a:lnTo>
                    <a:pt x="389121" y="638998"/>
                  </a:lnTo>
                  <a:lnTo>
                    <a:pt x="345676" y="651240"/>
                  </a:lnTo>
                  <a:close/>
                  <a:moveTo>
                    <a:pt x="1156178" y="1481167"/>
                  </a:moveTo>
                  <a:lnTo>
                    <a:pt x="1197277" y="1517154"/>
                  </a:lnTo>
                  <a:lnTo>
                    <a:pt x="1168545" y="1477770"/>
                  </a:lnTo>
                  <a:close/>
                  <a:moveTo>
                    <a:pt x="1213096" y="1488680"/>
                  </a:moveTo>
                  <a:lnTo>
                    <a:pt x="1211024" y="1457073"/>
                  </a:lnTo>
                  <a:lnTo>
                    <a:pt x="1215127" y="1477881"/>
                  </a:lnTo>
                  <a:close/>
                  <a:moveTo>
                    <a:pt x="1213096" y="1488680"/>
                  </a:moveTo>
                  <a:lnTo>
                    <a:pt x="1181810" y="1481167"/>
                  </a:lnTo>
                  <a:lnTo>
                    <a:pt x="1168545" y="1477770"/>
                  </a:lnTo>
                  <a:close/>
                  <a:moveTo>
                    <a:pt x="1137838" y="1405536"/>
                  </a:moveTo>
                  <a:lnTo>
                    <a:pt x="1156178" y="1481167"/>
                  </a:lnTo>
                  <a:lnTo>
                    <a:pt x="1187926" y="1434352"/>
                  </a:lnTo>
                  <a:close/>
                  <a:moveTo>
                    <a:pt x="1187926" y="1434352"/>
                  </a:moveTo>
                  <a:lnTo>
                    <a:pt x="1156178" y="1481167"/>
                  </a:lnTo>
                  <a:lnTo>
                    <a:pt x="1168545" y="1477770"/>
                  </a:lnTo>
                  <a:close/>
                  <a:moveTo>
                    <a:pt x="1115242" y="1337277"/>
                  </a:moveTo>
                  <a:lnTo>
                    <a:pt x="1030168" y="1328776"/>
                  </a:lnTo>
                  <a:lnTo>
                    <a:pt x="1107588" y="1353999"/>
                  </a:lnTo>
                  <a:close/>
                  <a:moveTo>
                    <a:pt x="1107588" y="1353999"/>
                  </a:moveTo>
                  <a:lnTo>
                    <a:pt x="1030168" y="1328776"/>
                  </a:lnTo>
                  <a:lnTo>
                    <a:pt x="1067125" y="1358772"/>
                  </a:lnTo>
                  <a:close/>
                  <a:moveTo>
                    <a:pt x="940147" y="1147853"/>
                  </a:moveTo>
                  <a:lnTo>
                    <a:pt x="946887" y="1167570"/>
                  </a:lnTo>
                  <a:lnTo>
                    <a:pt x="929595" y="1167202"/>
                  </a:lnTo>
                  <a:close/>
                  <a:moveTo>
                    <a:pt x="946887" y="1167570"/>
                  </a:moveTo>
                  <a:lnTo>
                    <a:pt x="945534" y="1187018"/>
                  </a:lnTo>
                  <a:lnTo>
                    <a:pt x="929595" y="1167202"/>
                  </a:lnTo>
                  <a:close/>
                  <a:moveTo>
                    <a:pt x="1011779" y="1125121"/>
                  </a:moveTo>
                  <a:lnTo>
                    <a:pt x="946887" y="1167570"/>
                  </a:lnTo>
                  <a:lnTo>
                    <a:pt x="963611" y="1119706"/>
                  </a:lnTo>
                  <a:close/>
                  <a:moveTo>
                    <a:pt x="409770" y="581301"/>
                  </a:moveTo>
                  <a:lnTo>
                    <a:pt x="444774" y="577275"/>
                  </a:lnTo>
                  <a:lnTo>
                    <a:pt x="432690" y="553508"/>
                  </a:lnTo>
                  <a:close/>
                  <a:moveTo>
                    <a:pt x="444774" y="577275"/>
                  </a:moveTo>
                  <a:lnTo>
                    <a:pt x="447651" y="529414"/>
                  </a:lnTo>
                  <a:lnTo>
                    <a:pt x="432690" y="553508"/>
                  </a:lnTo>
                  <a:close/>
                  <a:moveTo>
                    <a:pt x="205675" y="207353"/>
                  </a:moveTo>
                  <a:lnTo>
                    <a:pt x="200026" y="227579"/>
                  </a:lnTo>
                  <a:lnTo>
                    <a:pt x="189575" y="220195"/>
                  </a:lnTo>
                  <a:close/>
                  <a:moveTo>
                    <a:pt x="200026" y="227579"/>
                  </a:moveTo>
                  <a:lnTo>
                    <a:pt x="205675" y="207353"/>
                  </a:lnTo>
                  <a:lnTo>
                    <a:pt x="199538" y="244288"/>
                  </a:lnTo>
                  <a:close/>
                  <a:moveTo>
                    <a:pt x="199538" y="244288"/>
                  </a:moveTo>
                  <a:lnTo>
                    <a:pt x="205675" y="207353"/>
                  </a:lnTo>
                  <a:lnTo>
                    <a:pt x="214606" y="168658"/>
                  </a:lnTo>
                  <a:close/>
                  <a:moveTo>
                    <a:pt x="963611" y="1119706"/>
                  </a:moveTo>
                  <a:lnTo>
                    <a:pt x="946887" y="1167570"/>
                  </a:lnTo>
                  <a:lnTo>
                    <a:pt x="940147" y="1147853"/>
                  </a:lnTo>
                  <a:close/>
                  <a:moveTo>
                    <a:pt x="1115242" y="1337277"/>
                  </a:moveTo>
                  <a:lnTo>
                    <a:pt x="1124542" y="1350075"/>
                  </a:lnTo>
                  <a:lnTo>
                    <a:pt x="1135430" y="1302463"/>
                  </a:lnTo>
                  <a:close/>
                  <a:moveTo>
                    <a:pt x="1135430" y="1302463"/>
                  </a:moveTo>
                  <a:lnTo>
                    <a:pt x="1124542" y="1350075"/>
                  </a:lnTo>
                  <a:lnTo>
                    <a:pt x="1187434" y="1329906"/>
                  </a:lnTo>
                  <a:close/>
                  <a:moveTo>
                    <a:pt x="1135430" y="1302463"/>
                  </a:moveTo>
                  <a:lnTo>
                    <a:pt x="1187434" y="1329906"/>
                  </a:lnTo>
                  <a:lnTo>
                    <a:pt x="1167644" y="1278369"/>
                  </a:lnTo>
                  <a:close/>
                  <a:moveTo>
                    <a:pt x="1143236" y="1226832"/>
                  </a:moveTo>
                  <a:lnTo>
                    <a:pt x="1096495" y="1267184"/>
                  </a:lnTo>
                  <a:lnTo>
                    <a:pt x="1135430" y="1302463"/>
                  </a:lnTo>
                  <a:close/>
                  <a:moveTo>
                    <a:pt x="1143236" y="1226832"/>
                  </a:moveTo>
                  <a:lnTo>
                    <a:pt x="1135430" y="1302463"/>
                  </a:lnTo>
                  <a:lnTo>
                    <a:pt x="1167644" y="1278369"/>
                  </a:lnTo>
                  <a:close/>
                  <a:moveTo>
                    <a:pt x="896131" y="982623"/>
                  </a:moveTo>
                  <a:lnTo>
                    <a:pt x="888108" y="917613"/>
                  </a:lnTo>
                  <a:lnTo>
                    <a:pt x="838682" y="928603"/>
                  </a:lnTo>
                  <a:close/>
                  <a:moveTo>
                    <a:pt x="784519" y="934655"/>
                  </a:moveTo>
                  <a:lnTo>
                    <a:pt x="838682" y="928603"/>
                  </a:lnTo>
                  <a:lnTo>
                    <a:pt x="832016" y="871279"/>
                  </a:lnTo>
                  <a:close/>
                  <a:moveTo>
                    <a:pt x="888108" y="917613"/>
                  </a:moveTo>
                  <a:lnTo>
                    <a:pt x="855910" y="866076"/>
                  </a:lnTo>
                  <a:lnTo>
                    <a:pt x="838682" y="928603"/>
                  </a:lnTo>
                  <a:close/>
                  <a:moveTo>
                    <a:pt x="855910" y="866076"/>
                  </a:moveTo>
                  <a:lnTo>
                    <a:pt x="832016" y="871279"/>
                  </a:lnTo>
                  <a:lnTo>
                    <a:pt x="838682" y="928603"/>
                  </a:lnTo>
                  <a:close/>
                  <a:moveTo>
                    <a:pt x="832998" y="845819"/>
                  </a:moveTo>
                  <a:lnTo>
                    <a:pt x="798031" y="814540"/>
                  </a:lnTo>
                  <a:lnTo>
                    <a:pt x="832016" y="871279"/>
                  </a:lnTo>
                  <a:close/>
                  <a:moveTo>
                    <a:pt x="832016" y="871279"/>
                  </a:moveTo>
                  <a:lnTo>
                    <a:pt x="798031" y="814540"/>
                  </a:lnTo>
                  <a:lnTo>
                    <a:pt x="765989" y="824234"/>
                  </a:lnTo>
                  <a:close/>
                  <a:moveTo>
                    <a:pt x="832016" y="871279"/>
                  </a:moveTo>
                  <a:lnTo>
                    <a:pt x="765989" y="824234"/>
                  </a:lnTo>
                  <a:lnTo>
                    <a:pt x="780273" y="875363"/>
                  </a:lnTo>
                  <a:close/>
                  <a:moveTo>
                    <a:pt x="832998" y="845819"/>
                  </a:moveTo>
                  <a:lnTo>
                    <a:pt x="832016" y="871279"/>
                  </a:lnTo>
                  <a:lnTo>
                    <a:pt x="855910" y="866076"/>
                  </a:lnTo>
                  <a:close/>
                  <a:moveTo>
                    <a:pt x="504416" y="453783"/>
                  </a:moveTo>
                  <a:lnTo>
                    <a:pt x="531547" y="417450"/>
                  </a:lnTo>
                  <a:lnTo>
                    <a:pt x="491298" y="426341"/>
                  </a:lnTo>
                  <a:close/>
                  <a:moveTo>
                    <a:pt x="480685" y="477877"/>
                  </a:moveTo>
                  <a:lnTo>
                    <a:pt x="504416" y="453783"/>
                  </a:lnTo>
                  <a:lnTo>
                    <a:pt x="491298" y="426341"/>
                  </a:lnTo>
                  <a:close/>
                  <a:moveTo>
                    <a:pt x="232957" y="174456"/>
                  </a:moveTo>
                  <a:lnTo>
                    <a:pt x="205675" y="207353"/>
                  </a:lnTo>
                  <a:lnTo>
                    <a:pt x="189575" y="220195"/>
                  </a:lnTo>
                  <a:close/>
                  <a:moveTo>
                    <a:pt x="205675" y="207353"/>
                  </a:moveTo>
                  <a:lnTo>
                    <a:pt x="232957" y="174456"/>
                  </a:lnTo>
                  <a:lnTo>
                    <a:pt x="214606" y="168658"/>
                  </a:lnTo>
                  <a:close/>
                  <a:moveTo>
                    <a:pt x="232957" y="174456"/>
                  </a:moveTo>
                  <a:lnTo>
                    <a:pt x="263195" y="144564"/>
                  </a:lnTo>
                  <a:lnTo>
                    <a:pt x="214606" y="168658"/>
                  </a:lnTo>
                  <a:close/>
                  <a:moveTo>
                    <a:pt x="270463" y="140008"/>
                  </a:moveTo>
                  <a:lnTo>
                    <a:pt x="214606" y="168658"/>
                  </a:lnTo>
                  <a:lnTo>
                    <a:pt x="263195" y="144564"/>
                  </a:lnTo>
                  <a:close/>
                  <a:moveTo>
                    <a:pt x="270463" y="140008"/>
                  </a:moveTo>
                  <a:lnTo>
                    <a:pt x="235839" y="145453"/>
                  </a:lnTo>
                  <a:lnTo>
                    <a:pt x="214606" y="168658"/>
                  </a:lnTo>
                  <a:close/>
                  <a:moveTo>
                    <a:pt x="1193501" y="1269253"/>
                  </a:moveTo>
                  <a:lnTo>
                    <a:pt x="1256690" y="1255863"/>
                  </a:lnTo>
                  <a:lnTo>
                    <a:pt x="1227530" y="1216827"/>
                  </a:lnTo>
                  <a:close/>
                  <a:moveTo>
                    <a:pt x="1193501" y="1269253"/>
                  </a:moveTo>
                  <a:lnTo>
                    <a:pt x="1227530" y="1216827"/>
                  </a:lnTo>
                  <a:lnTo>
                    <a:pt x="1180951" y="1216712"/>
                  </a:lnTo>
                  <a:close/>
                  <a:moveTo>
                    <a:pt x="1256690" y="1255863"/>
                  </a:moveTo>
                  <a:lnTo>
                    <a:pt x="1261966" y="1266698"/>
                  </a:lnTo>
                  <a:lnTo>
                    <a:pt x="1313322" y="1284032"/>
                  </a:lnTo>
                  <a:close/>
                  <a:moveTo>
                    <a:pt x="1180951" y="1216712"/>
                  </a:moveTo>
                  <a:lnTo>
                    <a:pt x="1202644" y="1179804"/>
                  </a:lnTo>
                  <a:lnTo>
                    <a:pt x="1157894" y="1187166"/>
                  </a:lnTo>
                  <a:close/>
                  <a:moveTo>
                    <a:pt x="1180951" y="1216712"/>
                  </a:moveTo>
                  <a:lnTo>
                    <a:pt x="1227530" y="1216827"/>
                  </a:lnTo>
                  <a:lnTo>
                    <a:pt x="1202644" y="1179804"/>
                  </a:lnTo>
                  <a:close/>
                  <a:moveTo>
                    <a:pt x="888108" y="917613"/>
                  </a:moveTo>
                  <a:lnTo>
                    <a:pt x="901427" y="926986"/>
                  </a:lnTo>
                  <a:lnTo>
                    <a:pt x="901794" y="915276"/>
                  </a:lnTo>
                  <a:close/>
                  <a:moveTo>
                    <a:pt x="855910" y="866076"/>
                  </a:moveTo>
                  <a:lnTo>
                    <a:pt x="901794" y="915276"/>
                  </a:lnTo>
                  <a:lnTo>
                    <a:pt x="895073" y="857997"/>
                  </a:lnTo>
                  <a:close/>
                  <a:moveTo>
                    <a:pt x="855910" y="866076"/>
                  </a:moveTo>
                  <a:lnTo>
                    <a:pt x="888108" y="917613"/>
                  </a:lnTo>
                  <a:lnTo>
                    <a:pt x="901794" y="915276"/>
                  </a:lnTo>
                  <a:close/>
                  <a:moveTo>
                    <a:pt x="959630" y="906238"/>
                  </a:moveTo>
                  <a:lnTo>
                    <a:pt x="901794" y="915276"/>
                  </a:lnTo>
                  <a:lnTo>
                    <a:pt x="901427" y="926986"/>
                  </a:lnTo>
                  <a:close/>
                  <a:moveTo>
                    <a:pt x="965471" y="856861"/>
                  </a:moveTo>
                  <a:lnTo>
                    <a:pt x="949321" y="841982"/>
                  </a:lnTo>
                  <a:lnTo>
                    <a:pt x="959630" y="906238"/>
                  </a:lnTo>
                  <a:close/>
                  <a:moveTo>
                    <a:pt x="959630" y="906238"/>
                  </a:moveTo>
                  <a:lnTo>
                    <a:pt x="949321" y="841982"/>
                  </a:lnTo>
                  <a:lnTo>
                    <a:pt x="895073" y="857997"/>
                  </a:lnTo>
                  <a:close/>
                  <a:moveTo>
                    <a:pt x="959630" y="906238"/>
                  </a:moveTo>
                  <a:lnTo>
                    <a:pt x="895073" y="857997"/>
                  </a:lnTo>
                  <a:lnTo>
                    <a:pt x="901794" y="915276"/>
                  </a:lnTo>
                  <a:close/>
                  <a:moveTo>
                    <a:pt x="836439" y="804941"/>
                  </a:moveTo>
                  <a:lnTo>
                    <a:pt x="832998" y="845819"/>
                  </a:lnTo>
                  <a:lnTo>
                    <a:pt x="889785" y="790446"/>
                  </a:lnTo>
                  <a:close/>
                  <a:moveTo>
                    <a:pt x="832998" y="845819"/>
                  </a:moveTo>
                  <a:lnTo>
                    <a:pt x="855910" y="866076"/>
                  </a:lnTo>
                  <a:lnTo>
                    <a:pt x="889785" y="790446"/>
                  </a:lnTo>
                  <a:close/>
                  <a:moveTo>
                    <a:pt x="889785" y="790446"/>
                  </a:moveTo>
                  <a:lnTo>
                    <a:pt x="855910" y="866076"/>
                  </a:lnTo>
                  <a:lnTo>
                    <a:pt x="903493" y="799811"/>
                  </a:lnTo>
                  <a:close/>
                  <a:moveTo>
                    <a:pt x="903493" y="799811"/>
                  </a:moveTo>
                  <a:lnTo>
                    <a:pt x="855910" y="866076"/>
                  </a:lnTo>
                  <a:lnTo>
                    <a:pt x="895073" y="857997"/>
                  </a:lnTo>
                  <a:close/>
                  <a:moveTo>
                    <a:pt x="895073" y="857997"/>
                  </a:moveTo>
                  <a:lnTo>
                    <a:pt x="949321" y="841982"/>
                  </a:lnTo>
                  <a:lnTo>
                    <a:pt x="903493" y="799811"/>
                  </a:lnTo>
                  <a:close/>
                  <a:moveTo>
                    <a:pt x="815470" y="763003"/>
                  </a:moveTo>
                  <a:lnTo>
                    <a:pt x="889785" y="790446"/>
                  </a:lnTo>
                  <a:lnTo>
                    <a:pt x="872385" y="738909"/>
                  </a:lnTo>
                  <a:close/>
                  <a:moveTo>
                    <a:pt x="278977" y="138633"/>
                  </a:moveTo>
                  <a:lnTo>
                    <a:pt x="263195" y="144564"/>
                  </a:lnTo>
                  <a:lnTo>
                    <a:pt x="304194" y="131222"/>
                  </a:lnTo>
                  <a:close/>
                  <a:moveTo>
                    <a:pt x="315251" y="144564"/>
                  </a:moveTo>
                  <a:lnTo>
                    <a:pt x="278977" y="138633"/>
                  </a:lnTo>
                  <a:lnTo>
                    <a:pt x="318551" y="145123"/>
                  </a:lnTo>
                  <a:close/>
                  <a:moveTo>
                    <a:pt x="318551" y="145123"/>
                  </a:moveTo>
                  <a:lnTo>
                    <a:pt x="278977" y="138633"/>
                  </a:lnTo>
                  <a:lnTo>
                    <a:pt x="304194" y="131222"/>
                  </a:lnTo>
                  <a:close/>
                  <a:moveTo>
                    <a:pt x="318551" y="145123"/>
                  </a:moveTo>
                  <a:lnTo>
                    <a:pt x="304194" y="131222"/>
                  </a:lnTo>
                  <a:lnTo>
                    <a:pt x="356873" y="153505"/>
                  </a:lnTo>
                  <a:close/>
                  <a:moveTo>
                    <a:pt x="394800" y="120631"/>
                  </a:moveTo>
                  <a:lnTo>
                    <a:pt x="318551" y="145123"/>
                  </a:lnTo>
                  <a:lnTo>
                    <a:pt x="356873" y="153505"/>
                  </a:lnTo>
                  <a:close/>
                  <a:moveTo>
                    <a:pt x="270463" y="140008"/>
                  </a:moveTo>
                  <a:lnTo>
                    <a:pt x="263195" y="144564"/>
                  </a:lnTo>
                  <a:lnTo>
                    <a:pt x="278977" y="138633"/>
                  </a:lnTo>
                  <a:close/>
                  <a:moveTo>
                    <a:pt x="278977" y="138633"/>
                  </a:moveTo>
                  <a:lnTo>
                    <a:pt x="315251" y="144564"/>
                  </a:lnTo>
                  <a:lnTo>
                    <a:pt x="270463" y="140008"/>
                  </a:lnTo>
                  <a:close/>
                  <a:moveTo>
                    <a:pt x="1279932" y="1299711"/>
                  </a:moveTo>
                  <a:lnTo>
                    <a:pt x="1313322" y="1284032"/>
                  </a:lnTo>
                  <a:lnTo>
                    <a:pt x="1261966" y="1266698"/>
                  </a:lnTo>
                  <a:close/>
                  <a:moveTo>
                    <a:pt x="949321" y="841982"/>
                  </a:moveTo>
                  <a:lnTo>
                    <a:pt x="965471" y="856861"/>
                  </a:lnTo>
                  <a:lnTo>
                    <a:pt x="970052" y="835023"/>
                  </a:lnTo>
                  <a:close/>
                  <a:moveTo>
                    <a:pt x="906711" y="785793"/>
                  </a:moveTo>
                  <a:lnTo>
                    <a:pt x="903493" y="799811"/>
                  </a:lnTo>
                  <a:lnTo>
                    <a:pt x="958750" y="766352"/>
                  </a:lnTo>
                  <a:close/>
                  <a:moveTo>
                    <a:pt x="903493" y="799811"/>
                  </a:moveTo>
                  <a:lnTo>
                    <a:pt x="949321" y="841982"/>
                  </a:lnTo>
                  <a:lnTo>
                    <a:pt x="958750" y="766352"/>
                  </a:lnTo>
                  <a:close/>
                  <a:moveTo>
                    <a:pt x="958750" y="766352"/>
                  </a:moveTo>
                  <a:lnTo>
                    <a:pt x="949321" y="841982"/>
                  </a:lnTo>
                  <a:lnTo>
                    <a:pt x="983055" y="787704"/>
                  </a:lnTo>
                  <a:close/>
                  <a:moveTo>
                    <a:pt x="983055" y="787704"/>
                  </a:moveTo>
                  <a:lnTo>
                    <a:pt x="949321" y="841982"/>
                  </a:lnTo>
                  <a:lnTo>
                    <a:pt x="970052" y="835023"/>
                  </a:lnTo>
                  <a:close/>
                  <a:moveTo>
                    <a:pt x="1028694" y="825330"/>
                  </a:moveTo>
                  <a:lnTo>
                    <a:pt x="970052" y="835023"/>
                  </a:lnTo>
                  <a:lnTo>
                    <a:pt x="965471" y="856861"/>
                  </a:lnTo>
                  <a:close/>
                  <a:moveTo>
                    <a:pt x="970052" y="835023"/>
                  </a:moveTo>
                  <a:lnTo>
                    <a:pt x="1028694" y="825330"/>
                  </a:lnTo>
                  <a:lnTo>
                    <a:pt x="983055" y="787704"/>
                  </a:lnTo>
                  <a:close/>
                  <a:moveTo>
                    <a:pt x="889785" y="790446"/>
                  </a:moveTo>
                  <a:lnTo>
                    <a:pt x="903493" y="799811"/>
                  </a:lnTo>
                  <a:lnTo>
                    <a:pt x="906711" y="785793"/>
                  </a:lnTo>
                  <a:close/>
                  <a:moveTo>
                    <a:pt x="429314" y="114775"/>
                  </a:moveTo>
                  <a:lnTo>
                    <a:pt x="394800" y="120631"/>
                  </a:lnTo>
                  <a:lnTo>
                    <a:pt x="356873" y="153505"/>
                  </a:lnTo>
                  <a:close/>
                  <a:moveTo>
                    <a:pt x="458606" y="106544"/>
                  </a:moveTo>
                  <a:lnTo>
                    <a:pt x="395632" y="120470"/>
                  </a:lnTo>
                  <a:lnTo>
                    <a:pt x="473211" y="104220"/>
                  </a:lnTo>
                  <a:close/>
                  <a:moveTo>
                    <a:pt x="473211" y="104220"/>
                  </a:moveTo>
                  <a:lnTo>
                    <a:pt x="395632" y="120470"/>
                  </a:lnTo>
                  <a:lnTo>
                    <a:pt x="394800" y="120631"/>
                  </a:lnTo>
                  <a:close/>
                  <a:moveTo>
                    <a:pt x="473211" y="104220"/>
                  </a:moveTo>
                  <a:lnTo>
                    <a:pt x="394800" y="120631"/>
                  </a:lnTo>
                  <a:lnTo>
                    <a:pt x="429314" y="114775"/>
                  </a:lnTo>
                  <a:close/>
                  <a:moveTo>
                    <a:pt x="1060181" y="817888"/>
                  </a:moveTo>
                  <a:lnTo>
                    <a:pt x="1076146" y="793795"/>
                  </a:lnTo>
                  <a:lnTo>
                    <a:pt x="1033354" y="801088"/>
                  </a:lnTo>
                  <a:close/>
                  <a:moveTo>
                    <a:pt x="1076146" y="793795"/>
                  </a:moveTo>
                  <a:lnTo>
                    <a:pt x="1063301" y="778154"/>
                  </a:lnTo>
                  <a:lnTo>
                    <a:pt x="1033354" y="801088"/>
                  </a:lnTo>
                  <a:close/>
                  <a:moveTo>
                    <a:pt x="1033354" y="801088"/>
                  </a:moveTo>
                  <a:lnTo>
                    <a:pt x="1063301" y="778154"/>
                  </a:lnTo>
                  <a:lnTo>
                    <a:pt x="983055" y="787704"/>
                  </a:lnTo>
                  <a:close/>
                  <a:moveTo>
                    <a:pt x="993522" y="753199"/>
                  </a:moveTo>
                  <a:lnTo>
                    <a:pt x="1044343" y="707273"/>
                  </a:lnTo>
                  <a:lnTo>
                    <a:pt x="1035037" y="694688"/>
                  </a:lnTo>
                  <a:close/>
                  <a:moveTo>
                    <a:pt x="954081" y="597036"/>
                  </a:moveTo>
                  <a:lnTo>
                    <a:pt x="904685" y="611742"/>
                  </a:lnTo>
                  <a:lnTo>
                    <a:pt x="974251" y="619887"/>
                  </a:lnTo>
                  <a:close/>
                  <a:moveTo>
                    <a:pt x="974251" y="619887"/>
                  </a:moveTo>
                  <a:lnTo>
                    <a:pt x="904685" y="611742"/>
                  </a:lnTo>
                  <a:lnTo>
                    <a:pt x="894109" y="629825"/>
                  </a:lnTo>
                  <a:close/>
                  <a:moveTo>
                    <a:pt x="974251" y="619887"/>
                  </a:moveTo>
                  <a:lnTo>
                    <a:pt x="894109" y="629825"/>
                  </a:lnTo>
                  <a:lnTo>
                    <a:pt x="928820" y="624705"/>
                  </a:lnTo>
                  <a:close/>
                  <a:moveTo>
                    <a:pt x="626339" y="327387"/>
                  </a:moveTo>
                  <a:lnTo>
                    <a:pt x="656161" y="335614"/>
                  </a:lnTo>
                  <a:lnTo>
                    <a:pt x="644168" y="302522"/>
                  </a:lnTo>
                  <a:close/>
                  <a:moveTo>
                    <a:pt x="644168" y="302522"/>
                  </a:moveTo>
                  <a:lnTo>
                    <a:pt x="670142" y="329965"/>
                  </a:lnTo>
                  <a:lnTo>
                    <a:pt x="685792" y="278428"/>
                  </a:lnTo>
                  <a:close/>
                  <a:moveTo>
                    <a:pt x="690313" y="256996"/>
                  </a:moveTo>
                  <a:lnTo>
                    <a:pt x="644168" y="302522"/>
                  </a:lnTo>
                  <a:lnTo>
                    <a:pt x="685792" y="278428"/>
                  </a:lnTo>
                  <a:close/>
                  <a:moveTo>
                    <a:pt x="523688" y="72282"/>
                  </a:moveTo>
                  <a:lnTo>
                    <a:pt x="519245" y="95227"/>
                  </a:lnTo>
                  <a:lnTo>
                    <a:pt x="513424" y="119669"/>
                  </a:lnTo>
                  <a:close/>
                  <a:moveTo>
                    <a:pt x="513424" y="119669"/>
                  </a:moveTo>
                  <a:lnTo>
                    <a:pt x="519245" y="95227"/>
                  </a:lnTo>
                  <a:lnTo>
                    <a:pt x="518752" y="99813"/>
                  </a:lnTo>
                  <a:close/>
                  <a:moveTo>
                    <a:pt x="513424" y="119669"/>
                  </a:moveTo>
                  <a:lnTo>
                    <a:pt x="518752" y="99813"/>
                  </a:lnTo>
                  <a:lnTo>
                    <a:pt x="473211" y="104220"/>
                  </a:lnTo>
                  <a:close/>
                  <a:moveTo>
                    <a:pt x="541161" y="48696"/>
                  </a:moveTo>
                  <a:lnTo>
                    <a:pt x="519245" y="95227"/>
                  </a:lnTo>
                  <a:lnTo>
                    <a:pt x="523688" y="72282"/>
                  </a:lnTo>
                  <a:close/>
                  <a:moveTo>
                    <a:pt x="1106758" y="737105"/>
                  </a:moveTo>
                  <a:lnTo>
                    <a:pt x="1063290" y="734461"/>
                  </a:lnTo>
                  <a:lnTo>
                    <a:pt x="1132580" y="778855"/>
                  </a:lnTo>
                  <a:close/>
                  <a:moveTo>
                    <a:pt x="1063290" y="734461"/>
                  </a:moveTo>
                  <a:lnTo>
                    <a:pt x="1095251" y="722935"/>
                  </a:lnTo>
                  <a:lnTo>
                    <a:pt x="1044343" y="707273"/>
                  </a:lnTo>
                  <a:close/>
                  <a:moveTo>
                    <a:pt x="1063290" y="734461"/>
                  </a:moveTo>
                  <a:lnTo>
                    <a:pt x="1106758" y="737105"/>
                  </a:lnTo>
                  <a:lnTo>
                    <a:pt x="1095251" y="722935"/>
                  </a:lnTo>
                  <a:close/>
                  <a:moveTo>
                    <a:pt x="569246" y="18804"/>
                  </a:moveTo>
                  <a:lnTo>
                    <a:pt x="541161" y="48696"/>
                  </a:lnTo>
                  <a:lnTo>
                    <a:pt x="523688" y="72282"/>
                  </a:lnTo>
                  <a:close/>
                  <a:moveTo>
                    <a:pt x="817281" y="112556"/>
                  </a:moveTo>
                  <a:lnTo>
                    <a:pt x="805253" y="77380"/>
                  </a:lnTo>
                  <a:lnTo>
                    <a:pt x="821749" y="127167"/>
                  </a:lnTo>
                  <a:close/>
                  <a:moveTo>
                    <a:pt x="799928" y="75631"/>
                  </a:moveTo>
                  <a:lnTo>
                    <a:pt x="805253" y="77380"/>
                  </a:lnTo>
                  <a:lnTo>
                    <a:pt x="817281" y="112556"/>
                  </a:lnTo>
                  <a:close/>
                  <a:moveTo>
                    <a:pt x="805253" y="77380"/>
                  </a:moveTo>
                  <a:lnTo>
                    <a:pt x="799928" y="75631"/>
                  </a:lnTo>
                  <a:lnTo>
                    <a:pt x="806303" y="71511"/>
                  </a:lnTo>
                  <a:close/>
                  <a:moveTo>
                    <a:pt x="1019723" y="257683"/>
                  </a:moveTo>
                  <a:lnTo>
                    <a:pt x="1013697" y="272837"/>
                  </a:lnTo>
                  <a:lnTo>
                    <a:pt x="991348" y="279113"/>
                  </a:lnTo>
                  <a:close/>
                  <a:moveTo>
                    <a:pt x="1019723" y="257683"/>
                  </a:moveTo>
                  <a:lnTo>
                    <a:pt x="1000830" y="274786"/>
                  </a:lnTo>
                  <a:lnTo>
                    <a:pt x="1013697" y="272837"/>
                  </a:lnTo>
                  <a:close/>
                  <a:moveTo>
                    <a:pt x="1015178" y="206147"/>
                  </a:moveTo>
                  <a:lnTo>
                    <a:pt x="953114" y="230241"/>
                  </a:lnTo>
                  <a:lnTo>
                    <a:pt x="1019723" y="257683"/>
                  </a:lnTo>
                  <a:close/>
                  <a:moveTo>
                    <a:pt x="821394" y="127936"/>
                  </a:moveTo>
                  <a:lnTo>
                    <a:pt x="834793" y="103074"/>
                  </a:lnTo>
                  <a:lnTo>
                    <a:pt x="822935" y="125748"/>
                  </a:lnTo>
                  <a:close/>
                  <a:moveTo>
                    <a:pt x="821749" y="127167"/>
                  </a:moveTo>
                  <a:lnTo>
                    <a:pt x="821394" y="127936"/>
                  </a:lnTo>
                  <a:lnTo>
                    <a:pt x="822935" y="125748"/>
                  </a:lnTo>
                  <a:close/>
                  <a:moveTo>
                    <a:pt x="822935" y="125748"/>
                  </a:moveTo>
                  <a:lnTo>
                    <a:pt x="842292" y="71170"/>
                  </a:lnTo>
                  <a:lnTo>
                    <a:pt x="821749" y="127167"/>
                  </a:lnTo>
                  <a:close/>
                  <a:moveTo>
                    <a:pt x="813466" y="70703"/>
                  </a:moveTo>
                  <a:lnTo>
                    <a:pt x="817281" y="112556"/>
                  </a:lnTo>
                  <a:lnTo>
                    <a:pt x="821749" y="127167"/>
                  </a:lnTo>
                  <a:close/>
                  <a:moveTo>
                    <a:pt x="841372" y="51537"/>
                  </a:moveTo>
                  <a:lnTo>
                    <a:pt x="813466" y="70703"/>
                  </a:lnTo>
                  <a:lnTo>
                    <a:pt x="821749" y="127167"/>
                  </a:lnTo>
                  <a:close/>
                  <a:moveTo>
                    <a:pt x="799928" y="75631"/>
                  </a:moveTo>
                  <a:lnTo>
                    <a:pt x="817281" y="112556"/>
                  </a:lnTo>
                  <a:lnTo>
                    <a:pt x="813466" y="70703"/>
                  </a:lnTo>
                  <a:close/>
                  <a:moveTo>
                    <a:pt x="842292" y="71170"/>
                  </a:moveTo>
                  <a:lnTo>
                    <a:pt x="822935" y="125748"/>
                  </a:lnTo>
                  <a:lnTo>
                    <a:pt x="834793" y="103074"/>
                  </a:lnTo>
                  <a:close/>
                  <a:moveTo>
                    <a:pt x="806303" y="71511"/>
                  </a:moveTo>
                  <a:lnTo>
                    <a:pt x="799928" y="75631"/>
                  </a:lnTo>
                  <a:lnTo>
                    <a:pt x="813466" y="70703"/>
                  </a:lnTo>
                  <a:close/>
                  <a:moveTo>
                    <a:pt x="812346" y="24094"/>
                  </a:moveTo>
                  <a:lnTo>
                    <a:pt x="841372" y="51537"/>
                  </a:lnTo>
                  <a:lnTo>
                    <a:pt x="830818" y="0"/>
                  </a:lnTo>
                  <a:close/>
                  <a:moveTo>
                    <a:pt x="1019723" y="257683"/>
                  </a:moveTo>
                  <a:lnTo>
                    <a:pt x="1031309" y="233589"/>
                  </a:lnTo>
                  <a:lnTo>
                    <a:pt x="1015178" y="206147"/>
                  </a:lnTo>
                  <a:close/>
                  <a:moveTo>
                    <a:pt x="1053087" y="160588"/>
                  </a:moveTo>
                  <a:lnTo>
                    <a:pt x="1031638" y="195508"/>
                  </a:lnTo>
                  <a:lnTo>
                    <a:pt x="1038782" y="130516"/>
                  </a:lnTo>
                  <a:close/>
                  <a:moveTo>
                    <a:pt x="868406" y="27443"/>
                  </a:moveTo>
                  <a:lnTo>
                    <a:pt x="830818" y="0"/>
                  </a:lnTo>
                  <a:lnTo>
                    <a:pt x="841372" y="51537"/>
                  </a:lnTo>
                  <a:close/>
                  <a:moveTo>
                    <a:pt x="1123432" y="157959"/>
                  </a:moveTo>
                  <a:lnTo>
                    <a:pt x="1124172" y="156566"/>
                  </a:lnTo>
                  <a:lnTo>
                    <a:pt x="1038782" y="130516"/>
                  </a:lnTo>
                  <a:close/>
                  <a:moveTo>
                    <a:pt x="1051494" y="182053"/>
                  </a:moveTo>
                  <a:lnTo>
                    <a:pt x="1123432" y="157959"/>
                  </a:lnTo>
                  <a:lnTo>
                    <a:pt x="1038782" y="13051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61" name="Output_density__4260">
              <a:extLst>
                <a:ext uri="{FF2B5EF4-FFF2-40B4-BE49-F238E27FC236}">
                  <a16:creationId xmlns:a16="http://schemas.microsoft.com/office/drawing/2014/main" id="{581DF6DC-1A82-B7D5-6C8A-F82F163AF0C3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378214"/>
              <a:ext cx="1261966" cy="1928252"/>
            </a:xfrm>
            <a:custGeom>
              <a:avLst/>
              <a:gdLst/>
              <a:ahLst/>
              <a:cxnLst/>
              <a:rect l="0" t="0" r="0" b="0"/>
              <a:pathLst>
                <a:path w="1261966" h="1928252">
                  <a:moveTo>
                    <a:pt x="321058" y="1875110"/>
                  </a:moveTo>
                  <a:lnTo>
                    <a:pt x="320795" y="1883116"/>
                  </a:lnTo>
                  <a:lnTo>
                    <a:pt x="361811" y="1852622"/>
                  </a:lnTo>
                  <a:close/>
                  <a:moveTo>
                    <a:pt x="361811" y="1852622"/>
                  </a:moveTo>
                  <a:lnTo>
                    <a:pt x="320795" y="1883116"/>
                  </a:lnTo>
                  <a:lnTo>
                    <a:pt x="345579" y="1928252"/>
                  </a:lnTo>
                  <a:close/>
                  <a:moveTo>
                    <a:pt x="317502" y="1876715"/>
                  </a:moveTo>
                  <a:lnTo>
                    <a:pt x="320795" y="1883116"/>
                  </a:lnTo>
                  <a:lnTo>
                    <a:pt x="321058" y="1875110"/>
                  </a:lnTo>
                  <a:close/>
                  <a:moveTo>
                    <a:pt x="307540" y="1825179"/>
                  </a:moveTo>
                  <a:lnTo>
                    <a:pt x="321058" y="1875110"/>
                  </a:lnTo>
                  <a:lnTo>
                    <a:pt x="361811" y="1852622"/>
                  </a:lnTo>
                  <a:close/>
                  <a:moveTo>
                    <a:pt x="307540" y="1825179"/>
                  </a:moveTo>
                  <a:lnTo>
                    <a:pt x="361811" y="1852622"/>
                  </a:lnTo>
                  <a:lnTo>
                    <a:pt x="347585" y="1801085"/>
                  </a:lnTo>
                  <a:close/>
                  <a:moveTo>
                    <a:pt x="361811" y="1852622"/>
                  </a:moveTo>
                  <a:lnTo>
                    <a:pt x="425023" y="1891313"/>
                  </a:lnTo>
                  <a:lnTo>
                    <a:pt x="424564" y="1828943"/>
                  </a:lnTo>
                  <a:close/>
                  <a:moveTo>
                    <a:pt x="426184" y="1828528"/>
                  </a:moveTo>
                  <a:lnTo>
                    <a:pt x="424564" y="1828943"/>
                  </a:lnTo>
                  <a:lnTo>
                    <a:pt x="425023" y="1891313"/>
                  </a:lnTo>
                  <a:close/>
                  <a:moveTo>
                    <a:pt x="405061" y="1776991"/>
                  </a:moveTo>
                  <a:lnTo>
                    <a:pt x="424564" y="1828943"/>
                  </a:lnTo>
                  <a:lnTo>
                    <a:pt x="424038" y="1824650"/>
                  </a:lnTo>
                  <a:close/>
                  <a:moveTo>
                    <a:pt x="361811" y="1852622"/>
                  </a:moveTo>
                  <a:lnTo>
                    <a:pt x="424564" y="1828943"/>
                  </a:lnTo>
                  <a:lnTo>
                    <a:pt x="405061" y="1776991"/>
                  </a:lnTo>
                  <a:close/>
                  <a:moveTo>
                    <a:pt x="347585" y="1801085"/>
                  </a:moveTo>
                  <a:lnTo>
                    <a:pt x="361811" y="1852622"/>
                  </a:lnTo>
                  <a:lnTo>
                    <a:pt x="405061" y="1776991"/>
                  </a:lnTo>
                  <a:close/>
                  <a:moveTo>
                    <a:pt x="424564" y="1828943"/>
                  </a:moveTo>
                  <a:lnTo>
                    <a:pt x="426184" y="1828528"/>
                  </a:lnTo>
                  <a:lnTo>
                    <a:pt x="424038" y="1824650"/>
                  </a:lnTo>
                  <a:close/>
                  <a:moveTo>
                    <a:pt x="337426" y="1749548"/>
                  </a:moveTo>
                  <a:lnTo>
                    <a:pt x="347585" y="1801085"/>
                  </a:lnTo>
                  <a:lnTo>
                    <a:pt x="405061" y="1776991"/>
                  </a:lnTo>
                  <a:close/>
                  <a:moveTo>
                    <a:pt x="337426" y="1749548"/>
                  </a:moveTo>
                  <a:lnTo>
                    <a:pt x="405061" y="1776991"/>
                  </a:lnTo>
                  <a:lnTo>
                    <a:pt x="379607" y="1725454"/>
                  </a:lnTo>
                  <a:close/>
                  <a:moveTo>
                    <a:pt x="325627" y="1622381"/>
                  </a:moveTo>
                  <a:lnTo>
                    <a:pt x="312186" y="1698012"/>
                  </a:lnTo>
                  <a:lnTo>
                    <a:pt x="346952" y="1673918"/>
                  </a:lnTo>
                  <a:close/>
                  <a:moveTo>
                    <a:pt x="500089" y="1804433"/>
                  </a:moveTo>
                  <a:lnTo>
                    <a:pt x="497358" y="1789203"/>
                  </a:lnTo>
                  <a:lnTo>
                    <a:pt x="426184" y="1828528"/>
                  </a:lnTo>
                  <a:close/>
                  <a:moveTo>
                    <a:pt x="426184" y="1828528"/>
                  </a:moveTo>
                  <a:lnTo>
                    <a:pt x="497358" y="1789203"/>
                  </a:lnTo>
                  <a:lnTo>
                    <a:pt x="416923" y="1772412"/>
                  </a:lnTo>
                  <a:close/>
                  <a:moveTo>
                    <a:pt x="416923" y="1772412"/>
                  </a:moveTo>
                  <a:lnTo>
                    <a:pt x="497358" y="1789203"/>
                  </a:lnTo>
                  <a:lnTo>
                    <a:pt x="486077" y="1754174"/>
                  </a:lnTo>
                  <a:close/>
                  <a:moveTo>
                    <a:pt x="426184" y="1828528"/>
                  </a:moveTo>
                  <a:lnTo>
                    <a:pt x="416923" y="1772412"/>
                  </a:lnTo>
                  <a:lnTo>
                    <a:pt x="424038" y="1824650"/>
                  </a:lnTo>
                  <a:close/>
                  <a:moveTo>
                    <a:pt x="405061" y="1776991"/>
                  </a:moveTo>
                  <a:lnTo>
                    <a:pt x="424038" y="1824650"/>
                  </a:lnTo>
                  <a:lnTo>
                    <a:pt x="416923" y="1772412"/>
                  </a:lnTo>
                  <a:close/>
                  <a:moveTo>
                    <a:pt x="379607" y="1725454"/>
                  </a:moveTo>
                  <a:lnTo>
                    <a:pt x="416923" y="1772412"/>
                  </a:lnTo>
                  <a:lnTo>
                    <a:pt x="410583" y="1714824"/>
                  </a:lnTo>
                  <a:close/>
                  <a:moveTo>
                    <a:pt x="379607" y="1725454"/>
                  </a:moveTo>
                  <a:lnTo>
                    <a:pt x="405061" y="1776991"/>
                  </a:lnTo>
                  <a:lnTo>
                    <a:pt x="416923" y="1772412"/>
                  </a:lnTo>
                  <a:close/>
                  <a:moveTo>
                    <a:pt x="416923" y="1772412"/>
                  </a:moveTo>
                  <a:lnTo>
                    <a:pt x="486077" y="1754174"/>
                  </a:lnTo>
                  <a:lnTo>
                    <a:pt x="463827" y="1709520"/>
                  </a:lnTo>
                  <a:close/>
                  <a:moveTo>
                    <a:pt x="416923" y="1772412"/>
                  </a:moveTo>
                  <a:lnTo>
                    <a:pt x="463827" y="1709520"/>
                  </a:lnTo>
                  <a:lnTo>
                    <a:pt x="410583" y="1714824"/>
                  </a:lnTo>
                  <a:close/>
                  <a:moveTo>
                    <a:pt x="486077" y="1754174"/>
                  </a:moveTo>
                  <a:lnTo>
                    <a:pt x="497358" y="1789203"/>
                  </a:lnTo>
                  <a:lnTo>
                    <a:pt x="491454" y="1752897"/>
                  </a:lnTo>
                  <a:close/>
                  <a:moveTo>
                    <a:pt x="346952" y="1673918"/>
                  </a:moveTo>
                  <a:lnTo>
                    <a:pt x="410583" y="1714824"/>
                  </a:lnTo>
                  <a:lnTo>
                    <a:pt x="401228" y="1659687"/>
                  </a:lnTo>
                  <a:close/>
                  <a:moveTo>
                    <a:pt x="346952" y="1673918"/>
                  </a:moveTo>
                  <a:lnTo>
                    <a:pt x="379607" y="1725454"/>
                  </a:lnTo>
                  <a:lnTo>
                    <a:pt x="410583" y="1714824"/>
                  </a:lnTo>
                  <a:close/>
                  <a:moveTo>
                    <a:pt x="325627" y="1622381"/>
                  </a:moveTo>
                  <a:lnTo>
                    <a:pt x="401228" y="1659687"/>
                  </a:lnTo>
                  <a:lnTo>
                    <a:pt x="387317" y="1608253"/>
                  </a:lnTo>
                  <a:close/>
                  <a:moveTo>
                    <a:pt x="325627" y="1622381"/>
                  </a:moveTo>
                  <a:lnTo>
                    <a:pt x="346952" y="1673918"/>
                  </a:lnTo>
                  <a:lnTo>
                    <a:pt x="401228" y="1659687"/>
                  </a:lnTo>
                  <a:close/>
                  <a:moveTo>
                    <a:pt x="502269" y="1803753"/>
                  </a:moveTo>
                  <a:lnTo>
                    <a:pt x="491454" y="1752897"/>
                  </a:lnTo>
                  <a:lnTo>
                    <a:pt x="497358" y="1789203"/>
                  </a:lnTo>
                  <a:close/>
                  <a:moveTo>
                    <a:pt x="554254" y="1736729"/>
                  </a:moveTo>
                  <a:lnTo>
                    <a:pt x="491454" y="1752897"/>
                  </a:lnTo>
                  <a:lnTo>
                    <a:pt x="502269" y="1803753"/>
                  </a:lnTo>
                  <a:close/>
                  <a:moveTo>
                    <a:pt x="0" y="955754"/>
                  </a:moveTo>
                  <a:lnTo>
                    <a:pt x="55162" y="983197"/>
                  </a:lnTo>
                  <a:lnTo>
                    <a:pt x="47210" y="931660"/>
                  </a:lnTo>
                  <a:close/>
                  <a:moveTo>
                    <a:pt x="54847" y="912989"/>
                  </a:moveTo>
                  <a:lnTo>
                    <a:pt x="0" y="955754"/>
                  </a:lnTo>
                  <a:lnTo>
                    <a:pt x="47210" y="931660"/>
                  </a:lnTo>
                  <a:close/>
                  <a:moveTo>
                    <a:pt x="658253" y="1653172"/>
                  </a:moveTo>
                  <a:lnTo>
                    <a:pt x="685544" y="1698971"/>
                  </a:lnTo>
                  <a:lnTo>
                    <a:pt x="700423" y="1631118"/>
                  </a:lnTo>
                  <a:close/>
                  <a:moveTo>
                    <a:pt x="647018" y="1601636"/>
                  </a:moveTo>
                  <a:lnTo>
                    <a:pt x="700423" y="1631118"/>
                  </a:lnTo>
                  <a:lnTo>
                    <a:pt x="668240" y="1594539"/>
                  </a:lnTo>
                  <a:close/>
                  <a:moveTo>
                    <a:pt x="647018" y="1601636"/>
                  </a:moveTo>
                  <a:lnTo>
                    <a:pt x="658253" y="1653172"/>
                  </a:lnTo>
                  <a:lnTo>
                    <a:pt x="700423" y="1631118"/>
                  </a:lnTo>
                  <a:close/>
                  <a:moveTo>
                    <a:pt x="47210" y="931660"/>
                  </a:moveTo>
                  <a:lnTo>
                    <a:pt x="98102" y="939813"/>
                  </a:lnTo>
                  <a:lnTo>
                    <a:pt x="69271" y="923994"/>
                  </a:lnTo>
                  <a:close/>
                  <a:moveTo>
                    <a:pt x="54847" y="912989"/>
                  </a:moveTo>
                  <a:lnTo>
                    <a:pt x="47210" y="931660"/>
                  </a:lnTo>
                  <a:lnTo>
                    <a:pt x="69271" y="923994"/>
                  </a:lnTo>
                  <a:close/>
                  <a:moveTo>
                    <a:pt x="69271" y="923994"/>
                  </a:moveTo>
                  <a:lnTo>
                    <a:pt x="94529" y="886676"/>
                  </a:lnTo>
                  <a:lnTo>
                    <a:pt x="54847" y="912989"/>
                  </a:lnTo>
                  <a:close/>
                  <a:moveTo>
                    <a:pt x="69271" y="923994"/>
                  </a:moveTo>
                  <a:lnTo>
                    <a:pt x="128917" y="913484"/>
                  </a:lnTo>
                  <a:lnTo>
                    <a:pt x="94529" y="886676"/>
                  </a:lnTo>
                  <a:close/>
                  <a:moveTo>
                    <a:pt x="128917" y="913484"/>
                  </a:moveTo>
                  <a:lnTo>
                    <a:pt x="69271" y="923994"/>
                  </a:lnTo>
                  <a:lnTo>
                    <a:pt x="144287" y="937814"/>
                  </a:lnTo>
                  <a:close/>
                  <a:moveTo>
                    <a:pt x="69271" y="923994"/>
                  </a:moveTo>
                  <a:lnTo>
                    <a:pt x="98102" y="939813"/>
                  </a:lnTo>
                  <a:lnTo>
                    <a:pt x="144287" y="937814"/>
                  </a:lnTo>
                  <a:close/>
                  <a:moveTo>
                    <a:pt x="179591" y="910270"/>
                  </a:moveTo>
                  <a:lnTo>
                    <a:pt x="128917" y="913484"/>
                  </a:lnTo>
                  <a:lnTo>
                    <a:pt x="185682" y="917906"/>
                  </a:lnTo>
                  <a:close/>
                  <a:moveTo>
                    <a:pt x="128917" y="913484"/>
                  </a:moveTo>
                  <a:lnTo>
                    <a:pt x="144287" y="937814"/>
                  </a:lnTo>
                  <a:lnTo>
                    <a:pt x="185682" y="917906"/>
                  </a:lnTo>
                  <a:close/>
                  <a:moveTo>
                    <a:pt x="705777" y="1629079"/>
                  </a:moveTo>
                  <a:lnTo>
                    <a:pt x="786271" y="1631095"/>
                  </a:lnTo>
                  <a:lnTo>
                    <a:pt x="763486" y="1617831"/>
                  </a:lnTo>
                  <a:close/>
                  <a:moveTo>
                    <a:pt x="763486" y="1617831"/>
                  </a:moveTo>
                  <a:lnTo>
                    <a:pt x="786271" y="1631095"/>
                  </a:lnTo>
                  <a:lnTo>
                    <a:pt x="822115" y="1656521"/>
                  </a:lnTo>
                  <a:close/>
                  <a:moveTo>
                    <a:pt x="742928" y="1603942"/>
                  </a:moveTo>
                  <a:lnTo>
                    <a:pt x="705777" y="1629079"/>
                  </a:lnTo>
                  <a:lnTo>
                    <a:pt x="763486" y="1617831"/>
                  </a:lnTo>
                  <a:close/>
                  <a:moveTo>
                    <a:pt x="763486" y="1617831"/>
                  </a:moveTo>
                  <a:lnTo>
                    <a:pt x="823411" y="1595279"/>
                  </a:lnTo>
                  <a:lnTo>
                    <a:pt x="750882" y="1577542"/>
                  </a:lnTo>
                  <a:close/>
                  <a:moveTo>
                    <a:pt x="750882" y="1577542"/>
                  </a:moveTo>
                  <a:lnTo>
                    <a:pt x="823411" y="1595279"/>
                  </a:lnTo>
                  <a:lnTo>
                    <a:pt x="795859" y="1553448"/>
                  </a:lnTo>
                  <a:close/>
                  <a:moveTo>
                    <a:pt x="750882" y="1577542"/>
                  </a:moveTo>
                  <a:lnTo>
                    <a:pt x="742928" y="1603942"/>
                  </a:lnTo>
                  <a:lnTo>
                    <a:pt x="763486" y="1617831"/>
                  </a:lnTo>
                  <a:close/>
                  <a:moveTo>
                    <a:pt x="711895" y="1398838"/>
                  </a:moveTo>
                  <a:lnTo>
                    <a:pt x="748636" y="1426281"/>
                  </a:lnTo>
                  <a:lnTo>
                    <a:pt x="743832" y="1374745"/>
                  </a:lnTo>
                  <a:close/>
                  <a:moveTo>
                    <a:pt x="749591" y="1359056"/>
                  </a:moveTo>
                  <a:lnTo>
                    <a:pt x="711895" y="1398838"/>
                  </a:lnTo>
                  <a:lnTo>
                    <a:pt x="743832" y="1374745"/>
                  </a:lnTo>
                  <a:close/>
                  <a:moveTo>
                    <a:pt x="743832" y="1374745"/>
                  </a:moveTo>
                  <a:lnTo>
                    <a:pt x="795286" y="1395002"/>
                  </a:lnTo>
                  <a:lnTo>
                    <a:pt x="773600" y="1358637"/>
                  </a:lnTo>
                  <a:close/>
                  <a:moveTo>
                    <a:pt x="749591" y="1359056"/>
                  </a:moveTo>
                  <a:lnTo>
                    <a:pt x="743832" y="1374745"/>
                  </a:lnTo>
                  <a:lnTo>
                    <a:pt x="773600" y="1358637"/>
                  </a:lnTo>
                  <a:close/>
                  <a:moveTo>
                    <a:pt x="589629" y="862727"/>
                  </a:moveTo>
                  <a:lnTo>
                    <a:pt x="550464" y="924153"/>
                  </a:lnTo>
                  <a:lnTo>
                    <a:pt x="579316" y="914263"/>
                  </a:lnTo>
                  <a:close/>
                  <a:moveTo>
                    <a:pt x="589629" y="862727"/>
                  </a:moveTo>
                  <a:lnTo>
                    <a:pt x="636481" y="892205"/>
                  </a:lnTo>
                  <a:lnTo>
                    <a:pt x="602350" y="857210"/>
                  </a:lnTo>
                  <a:close/>
                  <a:moveTo>
                    <a:pt x="589629" y="862727"/>
                  </a:moveTo>
                  <a:lnTo>
                    <a:pt x="579316" y="914263"/>
                  </a:lnTo>
                  <a:lnTo>
                    <a:pt x="636481" y="892205"/>
                  </a:lnTo>
                  <a:close/>
                  <a:moveTo>
                    <a:pt x="641223" y="890170"/>
                  </a:moveTo>
                  <a:lnTo>
                    <a:pt x="646852" y="838633"/>
                  </a:lnTo>
                  <a:lnTo>
                    <a:pt x="636481" y="892205"/>
                  </a:lnTo>
                  <a:close/>
                  <a:moveTo>
                    <a:pt x="646852" y="838633"/>
                  </a:moveTo>
                  <a:lnTo>
                    <a:pt x="602350" y="857210"/>
                  </a:lnTo>
                  <a:lnTo>
                    <a:pt x="636481" y="892205"/>
                  </a:lnTo>
                  <a:close/>
                  <a:moveTo>
                    <a:pt x="593831" y="856247"/>
                  </a:moveTo>
                  <a:lnTo>
                    <a:pt x="589629" y="862727"/>
                  </a:lnTo>
                  <a:lnTo>
                    <a:pt x="602350" y="857210"/>
                  </a:lnTo>
                  <a:close/>
                  <a:moveTo>
                    <a:pt x="639752" y="787097"/>
                  </a:moveTo>
                  <a:lnTo>
                    <a:pt x="602350" y="857210"/>
                  </a:lnTo>
                  <a:lnTo>
                    <a:pt x="646852" y="838633"/>
                  </a:lnTo>
                  <a:close/>
                  <a:moveTo>
                    <a:pt x="1156178" y="1457072"/>
                  </a:moveTo>
                  <a:lnTo>
                    <a:pt x="1155935" y="1508609"/>
                  </a:lnTo>
                  <a:lnTo>
                    <a:pt x="1197277" y="1493060"/>
                  </a:lnTo>
                  <a:close/>
                  <a:moveTo>
                    <a:pt x="1223374" y="1484515"/>
                  </a:moveTo>
                  <a:lnTo>
                    <a:pt x="1211024" y="1432979"/>
                  </a:lnTo>
                  <a:lnTo>
                    <a:pt x="1213096" y="1464586"/>
                  </a:lnTo>
                  <a:close/>
                  <a:moveTo>
                    <a:pt x="1197277" y="1493060"/>
                  </a:moveTo>
                  <a:lnTo>
                    <a:pt x="1223374" y="1484515"/>
                  </a:lnTo>
                  <a:lnTo>
                    <a:pt x="1213096" y="1464586"/>
                  </a:lnTo>
                  <a:close/>
                  <a:moveTo>
                    <a:pt x="1168545" y="1453676"/>
                  </a:moveTo>
                  <a:lnTo>
                    <a:pt x="1197277" y="1493060"/>
                  </a:lnTo>
                  <a:lnTo>
                    <a:pt x="1213096" y="1464586"/>
                  </a:lnTo>
                  <a:close/>
                  <a:moveTo>
                    <a:pt x="639752" y="787097"/>
                  </a:moveTo>
                  <a:lnTo>
                    <a:pt x="689056" y="767802"/>
                  </a:lnTo>
                  <a:lnTo>
                    <a:pt x="684816" y="765406"/>
                  </a:lnTo>
                  <a:close/>
                  <a:moveTo>
                    <a:pt x="682371" y="814539"/>
                  </a:moveTo>
                  <a:lnTo>
                    <a:pt x="689056" y="767802"/>
                  </a:lnTo>
                  <a:lnTo>
                    <a:pt x="639752" y="787097"/>
                  </a:lnTo>
                  <a:close/>
                  <a:moveTo>
                    <a:pt x="646852" y="838633"/>
                  </a:moveTo>
                  <a:lnTo>
                    <a:pt x="682371" y="814539"/>
                  </a:lnTo>
                  <a:lnTo>
                    <a:pt x="639752" y="787097"/>
                  </a:lnTo>
                  <a:close/>
                  <a:moveTo>
                    <a:pt x="652473" y="765925"/>
                  </a:moveTo>
                  <a:lnTo>
                    <a:pt x="639752" y="787097"/>
                  </a:lnTo>
                  <a:lnTo>
                    <a:pt x="684816" y="765406"/>
                  </a:lnTo>
                  <a:close/>
                  <a:moveTo>
                    <a:pt x="713628" y="711466"/>
                  </a:moveTo>
                  <a:lnTo>
                    <a:pt x="684816" y="765406"/>
                  </a:lnTo>
                  <a:lnTo>
                    <a:pt x="689631" y="763003"/>
                  </a:lnTo>
                  <a:close/>
                  <a:moveTo>
                    <a:pt x="684816" y="765406"/>
                  </a:moveTo>
                  <a:lnTo>
                    <a:pt x="689056" y="767802"/>
                  </a:lnTo>
                  <a:lnTo>
                    <a:pt x="689631" y="763003"/>
                  </a:lnTo>
                  <a:close/>
                  <a:moveTo>
                    <a:pt x="444774" y="553180"/>
                  </a:moveTo>
                  <a:lnTo>
                    <a:pt x="409770" y="557207"/>
                  </a:lnTo>
                  <a:lnTo>
                    <a:pt x="389268" y="580950"/>
                  </a:lnTo>
                  <a:close/>
                  <a:moveTo>
                    <a:pt x="1115242" y="1313183"/>
                  </a:moveTo>
                  <a:lnTo>
                    <a:pt x="1107588" y="1329905"/>
                  </a:lnTo>
                  <a:lnTo>
                    <a:pt x="1124542" y="1325981"/>
                  </a:lnTo>
                  <a:close/>
                  <a:moveTo>
                    <a:pt x="1098755" y="1221460"/>
                  </a:moveTo>
                  <a:lnTo>
                    <a:pt x="1096495" y="1243089"/>
                  </a:lnTo>
                  <a:lnTo>
                    <a:pt x="1143236" y="1202738"/>
                  </a:lnTo>
                  <a:close/>
                  <a:moveTo>
                    <a:pt x="1157894" y="1163072"/>
                  </a:moveTo>
                  <a:lnTo>
                    <a:pt x="1081795" y="1188130"/>
                  </a:lnTo>
                  <a:lnTo>
                    <a:pt x="1143236" y="1202738"/>
                  </a:lnTo>
                  <a:close/>
                  <a:moveTo>
                    <a:pt x="1143236" y="1202738"/>
                  </a:moveTo>
                  <a:lnTo>
                    <a:pt x="1081795" y="1188130"/>
                  </a:lnTo>
                  <a:lnTo>
                    <a:pt x="1098755" y="1221460"/>
                  </a:lnTo>
                  <a:close/>
                  <a:moveTo>
                    <a:pt x="689056" y="767802"/>
                  </a:moveTo>
                  <a:lnTo>
                    <a:pt x="682371" y="814539"/>
                  </a:lnTo>
                  <a:lnTo>
                    <a:pt x="716125" y="802695"/>
                  </a:lnTo>
                  <a:close/>
                  <a:moveTo>
                    <a:pt x="716125" y="802695"/>
                  </a:moveTo>
                  <a:lnTo>
                    <a:pt x="689631" y="763003"/>
                  </a:lnTo>
                  <a:lnTo>
                    <a:pt x="689056" y="767802"/>
                  </a:lnTo>
                  <a:close/>
                  <a:moveTo>
                    <a:pt x="760451" y="741899"/>
                  </a:moveTo>
                  <a:lnTo>
                    <a:pt x="689631" y="763003"/>
                  </a:lnTo>
                  <a:lnTo>
                    <a:pt x="716125" y="802695"/>
                  </a:lnTo>
                  <a:close/>
                  <a:moveTo>
                    <a:pt x="765989" y="800139"/>
                  </a:moveTo>
                  <a:lnTo>
                    <a:pt x="760451" y="741899"/>
                  </a:lnTo>
                  <a:lnTo>
                    <a:pt x="716125" y="802695"/>
                  </a:lnTo>
                  <a:close/>
                  <a:moveTo>
                    <a:pt x="798031" y="790445"/>
                  </a:moveTo>
                  <a:lnTo>
                    <a:pt x="812876" y="746491"/>
                  </a:lnTo>
                  <a:lnTo>
                    <a:pt x="765989" y="800139"/>
                  </a:lnTo>
                  <a:close/>
                  <a:moveTo>
                    <a:pt x="765989" y="800139"/>
                  </a:moveTo>
                  <a:lnTo>
                    <a:pt x="812876" y="746491"/>
                  </a:lnTo>
                  <a:lnTo>
                    <a:pt x="808485" y="740830"/>
                  </a:lnTo>
                  <a:close/>
                  <a:moveTo>
                    <a:pt x="765989" y="800139"/>
                  </a:moveTo>
                  <a:lnTo>
                    <a:pt x="808485" y="740830"/>
                  </a:lnTo>
                  <a:lnTo>
                    <a:pt x="760451" y="741899"/>
                  </a:lnTo>
                  <a:close/>
                  <a:moveTo>
                    <a:pt x="815470" y="738909"/>
                  </a:moveTo>
                  <a:lnTo>
                    <a:pt x="808485" y="740830"/>
                  </a:lnTo>
                  <a:lnTo>
                    <a:pt x="812876" y="746491"/>
                  </a:lnTo>
                  <a:close/>
                  <a:moveTo>
                    <a:pt x="713628" y="711466"/>
                  </a:moveTo>
                  <a:lnTo>
                    <a:pt x="760451" y="741899"/>
                  </a:lnTo>
                  <a:lnTo>
                    <a:pt x="728345" y="705257"/>
                  </a:lnTo>
                  <a:close/>
                  <a:moveTo>
                    <a:pt x="713628" y="711466"/>
                  </a:moveTo>
                  <a:lnTo>
                    <a:pt x="689631" y="763003"/>
                  </a:lnTo>
                  <a:lnTo>
                    <a:pt x="760451" y="741899"/>
                  </a:lnTo>
                  <a:close/>
                  <a:moveTo>
                    <a:pt x="808485" y="740830"/>
                  </a:moveTo>
                  <a:lnTo>
                    <a:pt x="728345" y="705257"/>
                  </a:lnTo>
                  <a:lnTo>
                    <a:pt x="760451" y="741899"/>
                  </a:lnTo>
                  <a:close/>
                  <a:moveTo>
                    <a:pt x="808485" y="740830"/>
                  </a:moveTo>
                  <a:lnTo>
                    <a:pt x="815470" y="738909"/>
                  </a:lnTo>
                  <a:lnTo>
                    <a:pt x="806929" y="724257"/>
                  </a:lnTo>
                  <a:close/>
                  <a:moveTo>
                    <a:pt x="1202211" y="1300820"/>
                  </a:moveTo>
                  <a:lnTo>
                    <a:pt x="1261966" y="1242604"/>
                  </a:lnTo>
                  <a:lnTo>
                    <a:pt x="1256690" y="1231769"/>
                  </a:lnTo>
                  <a:close/>
                  <a:moveTo>
                    <a:pt x="1202211" y="1300820"/>
                  </a:moveTo>
                  <a:lnTo>
                    <a:pt x="1256690" y="1231769"/>
                  </a:lnTo>
                  <a:lnTo>
                    <a:pt x="1193501" y="1245158"/>
                  </a:lnTo>
                  <a:close/>
                  <a:moveTo>
                    <a:pt x="1143236" y="1202738"/>
                  </a:moveTo>
                  <a:lnTo>
                    <a:pt x="1193501" y="1245158"/>
                  </a:lnTo>
                  <a:lnTo>
                    <a:pt x="1180951" y="1192618"/>
                  </a:lnTo>
                  <a:close/>
                  <a:moveTo>
                    <a:pt x="1143236" y="1202738"/>
                  </a:moveTo>
                  <a:lnTo>
                    <a:pt x="1167644" y="1254275"/>
                  </a:lnTo>
                  <a:lnTo>
                    <a:pt x="1193501" y="1245158"/>
                  </a:lnTo>
                  <a:close/>
                  <a:moveTo>
                    <a:pt x="1157894" y="1163072"/>
                  </a:moveTo>
                  <a:lnTo>
                    <a:pt x="1143236" y="1202738"/>
                  </a:lnTo>
                  <a:lnTo>
                    <a:pt x="1180951" y="1192618"/>
                  </a:lnTo>
                  <a:close/>
                  <a:moveTo>
                    <a:pt x="1067979" y="972497"/>
                  </a:moveTo>
                  <a:lnTo>
                    <a:pt x="1089468" y="947016"/>
                  </a:lnTo>
                  <a:lnTo>
                    <a:pt x="1018216" y="945055"/>
                  </a:lnTo>
                  <a:close/>
                  <a:moveTo>
                    <a:pt x="1022240" y="996592"/>
                  </a:moveTo>
                  <a:lnTo>
                    <a:pt x="1067979" y="972497"/>
                  </a:lnTo>
                  <a:lnTo>
                    <a:pt x="1018216" y="945055"/>
                  </a:lnTo>
                  <a:close/>
                  <a:moveTo>
                    <a:pt x="798031" y="790445"/>
                  </a:moveTo>
                  <a:lnTo>
                    <a:pt x="832998" y="821725"/>
                  </a:lnTo>
                  <a:lnTo>
                    <a:pt x="836439" y="780846"/>
                  </a:lnTo>
                  <a:close/>
                  <a:moveTo>
                    <a:pt x="812876" y="746491"/>
                  </a:moveTo>
                  <a:lnTo>
                    <a:pt x="798031" y="790445"/>
                  </a:lnTo>
                  <a:lnTo>
                    <a:pt x="836439" y="780846"/>
                  </a:lnTo>
                  <a:close/>
                  <a:moveTo>
                    <a:pt x="812876" y="746491"/>
                  </a:moveTo>
                  <a:lnTo>
                    <a:pt x="836439" y="780846"/>
                  </a:lnTo>
                  <a:lnTo>
                    <a:pt x="815470" y="738909"/>
                  </a:lnTo>
                  <a:close/>
                  <a:moveTo>
                    <a:pt x="815470" y="738909"/>
                  </a:moveTo>
                  <a:lnTo>
                    <a:pt x="836439" y="780846"/>
                  </a:lnTo>
                  <a:lnTo>
                    <a:pt x="889785" y="766351"/>
                  </a:lnTo>
                  <a:close/>
                  <a:moveTo>
                    <a:pt x="817935" y="670404"/>
                  </a:moveTo>
                  <a:lnTo>
                    <a:pt x="806929" y="724257"/>
                  </a:lnTo>
                  <a:lnTo>
                    <a:pt x="831199" y="663278"/>
                  </a:lnTo>
                  <a:close/>
                  <a:moveTo>
                    <a:pt x="831199" y="663278"/>
                  </a:moveTo>
                  <a:lnTo>
                    <a:pt x="806929" y="724257"/>
                  </a:lnTo>
                  <a:lnTo>
                    <a:pt x="815470" y="738909"/>
                  </a:lnTo>
                  <a:close/>
                  <a:moveTo>
                    <a:pt x="831199" y="663278"/>
                  </a:moveTo>
                  <a:lnTo>
                    <a:pt x="815470" y="738909"/>
                  </a:lnTo>
                  <a:lnTo>
                    <a:pt x="872385" y="714815"/>
                  </a:lnTo>
                  <a:close/>
                  <a:moveTo>
                    <a:pt x="781666" y="687372"/>
                  </a:moveTo>
                  <a:lnTo>
                    <a:pt x="806929" y="724257"/>
                  </a:lnTo>
                  <a:lnTo>
                    <a:pt x="817935" y="670404"/>
                  </a:lnTo>
                  <a:close/>
                  <a:moveTo>
                    <a:pt x="791709" y="635835"/>
                  </a:moveTo>
                  <a:lnTo>
                    <a:pt x="817935" y="670404"/>
                  </a:lnTo>
                  <a:lnTo>
                    <a:pt x="831199" y="663278"/>
                  </a:lnTo>
                  <a:close/>
                  <a:moveTo>
                    <a:pt x="836149" y="611742"/>
                  </a:moveTo>
                  <a:lnTo>
                    <a:pt x="894109" y="605731"/>
                  </a:lnTo>
                  <a:lnTo>
                    <a:pt x="869638" y="603610"/>
                  </a:lnTo>
                  <a:close/>
                  <a:moveTo>
                    <a:pt x="869473" y="639184"/>
                  </a:moveTo>
                  <a:lnTo>
                    <a:pt x="894109" y="605731"/>
                  </a:lnTo>
                  <a:lnTo>
                    <a:pt x="836149" y="611742"/>
                  </a:lnTo>
                  <a:close/>
                  <a:moveTo>
                    <a:pt x="831199" y="663278"/>
                  </a:moveTo>
                  <a:lnTo>
                    <a:pt x="869473" y="639184"/>
                  </a:lnTo>
                  <a:lnTo>
                    <a:pt x="836149" y="611742"/>
                  </a:lnTo>
                  <a:close/>
                  <a:moveTo>
                    <a:pt x="869638" y="603610"/>
                  </a:moveTo>
                  <a:lnTo>
                    <a:pt x="894109" y="605731"/>
                  </a:lnTo>
                  <a:lnTo>
                    <a:pt x="904685" y="587648"/>
                  </a:lnTo>
                  <a:close/>
                  <a:moveTo>
                    <a:pt x="928820" y="600611"/>
                  </a:moveTo>
                  <a:lnTo>
                    <a:pt x="894109" y="605731"/>
                  </a:lnTo>
                  <a:lnTo>
                    <a:pt x="869473" y="639184"/>
                  </a:lnTo>
                  <a:close/>
                  <a:moveTo>
                    <a:pt x="473211" y="80126"/>
                  </a:moveTo>
                  <a:lnTo>
                    <a:pt x="429314" y="90680"/>
                  </a:lnTo>
                  <a:lnTo>
                    <a:pt x="513424" y="95575"/>
                  </a:lnTo>
                  <a:close/>
                  <a:moveTo>
                    <a:pt x="821749" y="103073"/>
                  </a:moveTo>
                  <a:lnTo>
                    <a:pt x="842292" y="47075"/>
                  </a:lnTo>
                  <a:lnTo>
                    <a:pt x="841372" y="27442"/>
                  </a:lnTo>
                  <a:close/>
                  <a:moveTo>
                    <a:pt x="812346" y="0"/>
                  </a:moveTo>
                  <a:lnTo>
                    <a:pt x="813466" y="46609"/>
                  </a:lnTo>
                  <a:lnTo>
                    <a:pt x="841372" y="27442"/>
                  </a:lnTo>
                  <a:close/>
                  <a:moveTo>
                    <a:pt x="1015178" y="182052"/>
                  </a:moveTo>
                  <a:lnTo>
                    <a:pt x="1049394" y="162465"/>
                  </a:lnTo>
                  <a:lnTo>
                    <a:pt x="1031638" y="171414"/>
                  </a:lnTo>
                  <a:close/>
                  <a:moveTo>
                    <a:pt x="1031309" y="209495"/>
                  </a:moveTo>
                  <a:lnTo>
                    <a:pt x="1049394" y="162465"/>
                  </a:lnTo>
                  <a:lnTo>
                    <a:pt x="1015178" y="182052"/>
                  </a:lnTo>
                  <a:close/>
                  <a:moveTo>
                    <a:pt x="1031638" y="171414"/>
                  </a:moveTo>
                  <a:lnTo>
                    <a:pt x="1015768" y="171645"/>
                  </a:lnTo>
                  <a:lnTo>
                    <a:pt x="1015178" y="182052"/>
                  </a:lnTo>
                  <a:close/>
                  <a:moveTo>
                    <a:pt x="1038782" y="106422"/>
                  </a:moveTo>
                  <a:lnTo>
                    <a:pt x="1031638" y="171414"/>
                  </a:lnTo>
                  <a:lnTo>
                    <a:pt x="1051494" y="157958"/>
                  </a:lnTo>
                  <a:close/>
                  <a:moveTo>
                    <a:pt x="1031638" y="171414"/>
                  </a:moveTo>
                  <a:lnTo>
                    <a:pt x="1049394" y="162465"/>
                  </a:lnTo>
                  <a:lnTo>
                    <a:pt x="1051494" y="157958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62" name="Output_density__4261">
              <a:extLst>
                <a:ext uri="{FF2B5EF4-FFF2-40B4-BE49-F238E27FC236}">
                  <a16:creationId xmlns:a16="http://schemas.microsoft.com/office/drawing/2014/main" id="{0683330A-F82A-DCC2-3E09-B6310D5C847F}"/>
                </a:ext>
              </a:extLst>
            </p:cNvPr>
            <p:cNvSpPr>
              <a:spLocks noGrp="1"/>
            </p:cNvSpPr>
            <p:nvPr/>
          </p:nvSpPr>
          <p:spPr>
            <a:xfrm>
              <a:off x="15331105" y="2378214"/>
              <a:ext cx="1371772" cy="1959808"/>
            </a:xfrm>
            <a:custGeom>
              <a:avLst/>
              <a:gdLst/>
              <a:ahLst/>
              <a:cxnLst/>
              <a:rect l="0" t="0" r="0" b="0"/>
              <a:pathLst>
                <a:path w="1371772" h="1959808">
                  <a:moveTo>
                    <a:pt x="412861" y="1959808"/>
                  </a:moveTo>
                  <a:lnTo>
                    <a:pt x="444007" y="1955695"/>
                  </a:lnTo>
                  <a:lnTo>
                    <a:pt x="391845" y="1921011"/>
                  </a:lnTo>
                  <a:close/>
                  <a:moveTo>
                    <a:pt x="476875" y="1931601"/>
                  </a:moveTo>
                  <a:lnTo>
                    <a:pt x="448905" y="1959670"/>
                  </a:lnTo>
                  <a:lnTo>
                    <a:pt x="477636" y="1932193"/>
                  </a:lnTo>
                  <a:close/>
                  <a:moveTo>
                    <a:pt x="476875" y="1931601"/>
                  </a:moveTo>
                  <a:lnTo>
                    <a:pt x="444007" y="1955695"/>
                  </a:lnTo>
                  <a:lnTo>
                    <a:pt x="448905" y="1959670"/>
                  </a:lnTo>
                  <a:close/>
                  <a:moveTo>
                    <a:pt x="455350" y="1955695"/>
                  </a:moveTo>
                  <a:lnTo>
                    <a:pt x="477636" y="1932193"/>
                  </a:lnTo>
                  <a:lnTo>
                    <a:pt x="448905" y="1959670"/>
                  </a:lnTo>
                  <a:close/>
                  <a:moveTo>
                    <a:pt x="455350" y="1955695"/>
                  </a:moveTo>
                  <a:lnTo>
                    <a:pt x="483528" y="1931601"/>
                  </a:lnTo>
                  <a:lnTo>
                    <a:pt x="477636" y="1932193"/>
                  </a:lnTo>
                  <a:close/>
                  <a:moveTo>
                    <a:pt x="0" y="1261625"/>
                  </a:moveTo>
                  <a:lnTo>
                    <a:pt x="12230" y="1266289"/>
                  </a:lnTo>
                  <a:lnTo>
                    <a:pt x="20729" y="1271953"/>
                  </a:lnTo>
                  <a:close/>
                  <a:moveTo>
                    <a:pt x="495533" y="1864206"/>
                  </a:moveTo>
                  <a:lnTo>
                    <a:pt x="483528" y="1931601"/>
                  </a:lnTo>
                  <a:lnTo>
                    <a:pt x="522392" y="1924850"/>
                  </a:lnTo>
                  <a:close/>
                  <a:moveTo>
                    <a:pt x="25537" y="1255470"/>
                  </a:moveTo>
                  <a:lnTo>
                    <a:pt x="0" y="1261625"/>
                  </a:lnTo>
                  <a:lnTo>
                    <a:pt x="20729" y="1271953"/>
                  </a:lnTo>
                  <a:close/>
                  <a:moveTo>
                    <a:pt x="38205" y="1202395"/>
                  </a:moveTo>
                  <a:lnTo>
                    <a:pt x="0" y="1261625"/>
                  </a:lnTo>
                  <a:lnTo>
                    <a:pt x="25537" y="1255470"/>
                  </a:lnTo>
                  <a:close/>
                  <a:moveTo>
                    <a:pt x="25537" y="1255470"/>
                  </a:moveTo>
                  <a:lnTo>
                    <a:pt x="80221" y="1248995"/>
                  </a:lnTo>
                  <a:lnTo>
                    <a:pt x="38205" y="1202395"/>
                  </a:lnTo>
                  <a:close/>
                  <a:moveTo>
                    <a:pt x="80221" y="1248995"/>
                  </a:moveTo>
                  <a:lnTo>
                    <a:pt x="89953" y="1221195"/>
                  </a:lnTo>
                  <a:lnTo>
                    <a:pt x="38205" y="1202395"/>
                  </a:lnTo>
                  <a:close/>
                  <a:moveTo>
                    <a:pt x="548881" y="1848791"/>
                  </a:moveTo>
                  <a:lnTo>
                    <a:pt x="549288" y="1890512"/>
                  </a:lnTo>
                  <a:lnTo>
                    <a:pt x="582280" y="1855970"/>
                  </a:lnTo>
                  <a:close/>
                  <a:moveTo>
                    <a:pt x="96892" y="1172699"/>
                  </a:moveTo>
                  <a:lnTo>
                    <a:pt x="48997" y="1173655"/>
                  </a:lnTo>
                  <a:lnTo>
                    <a:pt x="38205" y="1202395"/>
                  </a:lnTo>
                  <a:close/>
                  <a:moveTo>
                    <a:pt x="412421" y="1343953"/>
                  </a:moveTo>
                  <a:lnTo>
                    <a:pt x="391902" y="1381626"/>
                  </a:lnTo>
                  <a:lnTo>
                    <a:pt x="419655" y="1351182"/>
                  </a:lnTo>
                  <a:close/>
                  <a:moveTo>
                    <a:pt x="419655" y="1351182"/>
                  </a:moveTo>
                  <a:lnTo>
                    <a:pt x="391902" y="1381626"/>
                  </a:lnTo>
                  <a:lnTo>
                    <a:pt x="389272" y="1400642"/>
                  </a:lnTo>
                  <a:close/>
                  <a:moveTo>
                    <a:pt x="34297" y="1052881"/>
                  </a:moveTo>
                  <a:lnTo>
                    <a:pt x="72793" y="1022135"/>
                  </a:lnTo>
                  <a:lnTo>
                    <a:pt x="105630" y="1010008"/>
                  </a:lnTo>
                  <a:close/>
                  <a:moveTo>
                    <a:pt x="284626" y="1071279"/>
                  </a:moveTo>
                  <a:lnTo>
                    <a:pt x="278295" y="1062176"/>
                  </a:lnTo>
                  <a:lnTo>
                    <a:pt x="289816" y="1113713"/>
                  </a:lnTo>
                  <a:close/>
                  <a:moveTo>
                    <a:pt x="707822" y="1680615"/>
                  </a:moveTo>
                  <a:lnTo>
                    <a:pt x="715824" y="1701530"/>
                  </a:lnTo>
                  <a:lnTo>
                    <a:pt x="754375" y="1728568"/>
                  </a:lnTo>
                  <a:close/>
                  <a:moveTo>
                    <a:pt x="741600" y="1617831"/>
                  </a:moveTo>
                  <a:lnTo>
                    <a:pt x="784927" y="1668119"/>
                  </a:lnTo>
                  <a:lnTo>
                    <a:pt x="789001" y="1617278"/>
                  </a:lnTo>
                  <a:close/>
                  <a:moveTo>
                    <a:pt x="202190" y="1061453"/>
                  </a:moveTo>
                  <a:lnTo>
                    <a:pt x="211596" y="1010639"/>
                  </a:lnTo>
                  <a:lnTo>
                    <a:pt x="201344" y="1000278"/>
                  </a:lnTo>
                  <a:close/>
                  <a:moveTo>
                    <a:pt x="440647" y="1083144"/>
                  </a:moveTo>
                  <a:lnTo>
                    <a:pt x="521202" y="1111002"/>
                  </a:lnTo>
                  <a:lnTo>
                    <a:pt x="473542" y="1107486"/>
                  </a:lnTo>
                  <a:close/>
                  <a:moveTo>
                    <a:pt x="374941" y="1035836"/>
                  </a:moveTo>
                  <a:lnTo>
                    <a:pt x="431586" y="1085520"/>
                  </a:lnTo>
                  <a:lnTo>
                    <a:pt x="440647" y="1083144"/>
                  </a:lnTo>
                  <a:close/>
                  <a:moveTo>
                    <a:pt x="1076198" y="1653726"/>
                  </a:moveTo>
                  <a:lnTo>
                    <a:pt x="1080976" y="1659870"/>
                  </a:lnTo>
                  <a:lnTo>
                    <a:pt x="1054293" y="1616271"/>
                  </a:lnTo>
                  <a:close/>
                  <a:moveTo>
                    <a:pt x="552124" y="1155982"/>
                  </a:moveTo>
                  <a:lnTo>
                    <a:pt x="568429" y="1220134"/>
                  </a:lnTo>
                  <a:lnTo>
                    <a:pt x="570805" y="1168598"/>
                  </a:lnTo>
                  <a:close/>
                  <a:moveTo>
                    <a:pt x="552124" y="1155982"/>
                  </a:moveTo>
                  <a:lnTo>
                    <a:pt x="570805" y="1168598"/>
                  </a:lnTo>
                  <a:lnTo>
                    <a:pt x="524494" y="1123313"/>
                  </a:lnTo>
                  <a:close/>
                  <a:moveTo>
                    <a:pt x="518398" y="1041431"/>
                  </a:moveTo>
                  <a:lnTo>
                    <a:pt x="483624" y="1110947"/>
                  </a:lnTo>
                  <a:lnTo>
                    <a:pt x="521202" y="1111002"/>
                  </a:lnTo>
                  <a:close/>
                  <a:moveTo>
                    <a:pt x="905469" y="1404530"/>
                  </a:moveTo>
                  <a:lnTo>
                    <a:pt x="879863" y="1393161"/>
                  </a:lnTo>
                  <a:lnTo>
                    <a:pt x="946306" y="1429629"/>
                  </a:lnTo>
                  <a:close/>
                  <a:moveTo>
                    <a:pt x="979196" y="1451113"/>
                  </a:moveTo>
                  <a:lnTo>
                    <a:pt x="1048536" y="1481166"/>
                  </a:lnTo>
                  <a:lnTo>
                    <a:pt x="1017168" y="1472801"/>
                  </a:lnTo>
                  <a:close/>
                  <a:moveTo>
                    <a:pt x="543888" y="974449"/>
                  </a:moveTo>
                  <a:lnTo>
                    <a:pt x="550304" y="989894"/>
                  </a:lnTo>
                  <a:lnTo>
                    <a:pt x="528579" y="924153"/>
                  </a:lnTo>
                  <a:close/>
                  <a:moveTo>
                    <a:pt x="528579" y="924153"/>
                  </a:moveTo>
                  <a:lnTo>
                    <a:pt x="550304" y="989894"/>
                  </a:lnTo>
                  <a:lnTo>
                    <a:pt x="596315" y="947361"/>
                  </a:lnTo>
                  <a:close/>
                  <a:moveTo>
                    <a:pt x="1109236" y="1532703"/>
                  </a:moveTo>
                  <a:lnTo>
                    <a:pt x="1136131" y="1568231"/>
                  </a:lnTo>
                  <a:lnTo>
                    <a:pt x="1139300" y="1560145"/>
                  </a:lnTo>
                  <a:close/>
                  <a:moveTo>
                    <a:pt x="1017168" y="1472801"/>
                  </a:moveTo>
                  <a:lnTo>
                    <a:pt x="1092641" y="1445404"/>
                  </a:lnTo>
                  <a:lnTo>
                    <a:pt x="1045303" y="1443096"/>
                  </a:lnTo>
                  <a:close/>
                  <a:moveTo>
                    <a:pt x="675650" y="943294"/>
                  </a:moveTo>
                  <a:lnTo>
                    <a:pt x="617518" y="952572"/>
                  </a:lnTo>
                  <a:lnTo>
                    <a:pt x="619337" y="890170"/>
                  </a:lnTo>
                  <a:close/>
                  <a:moveTo>
                    <a:pt x="641322" y="940958"/>
                  </a:moveTo>
                  <a:lnTo>
                    <a:pt x="675650" y="943294"/>
                  </a:lnTo>
                  <a:lnTo>
                    <a:pt x="619337" y="890170"/>
                  </a:lnTo>
                  <a:close/>
                  <a:moveTo>
                    <a:pt x="596315" y="947361"/>
                  </a:moveTo>
                  <a:lnTo>
                    <a:pt x="641322" y="940958"/>
                  </a:lnTo>
                  <a:lnTo>
                    <a:pt x="619337" y="890170"/>
                  </a:lnTo>
                  <a:close/>
                  <a:moveTo>
                    <a:pt x="193685" y="490058"/>
                  </a:moveTo>
                  <a:lnTo>
                    <a:pt x="259433" y="489092"/>
                  </a:lnTo>
                  <a:lnTo>
                    <a:pt x="262237" y="436784"/>
                  </a:lnTo>
                  <a:close/>
                  <a:moveTo>
                    <a:pt x="294607" y="498479"/>
                  </a:moveTo>
                  <a:lnTo>
                    <a:pt x="249323" y="523400"/>
                  </a:lnTo>
                  <a:lnTo>
                    <a:pt x="292831" y="511393"/>
                  </a:lnTo>
                  <a:close/>
                  <a:moveTo>
                    <a:pt x="294607" y="498479"/>
                  </a:moveTo>
                  <a:lnTo>
                    <a:pt x="259433" y="489092"/>
                  </a:lnTo>
                  <a:lnTo>
                    <a:pt x="249323" y="523400"/>
                  </a:lnTo>
                  <a:close/>
                  <a:moveTo>
                    <a:pt x="259433" y="489092"/>
                  </a:moveTo>
                  <a:lnTo>
                    <a:pt x="294607" y="498479"/>
                  </a:lnTo>
                  <a:lnTo>
                    <a:pt x="262237" y="436784"/>
                  </a:lnTo>
                  <a:close/>
                  <a:moveTo>
                    <a:pt x="294607" y="498479"/>
                  </a:moveTo>
                  <a:lnTo>
                    <a:pt x="311561" y="446521"/>
                  </a:lnTo>
                  <a:lnTo>
                    <a:pt x="262237" y="436784"/>
                  </a:lnTo>
                  <a:close/>
                  <a:moveTo>
                    <a:pt x="1123913" y="1283939"/>
                  </a:moveTo>
                  <a:lnTo>
                    <a:pt x="1127936" y="1343412"/>
                  </a:lnTo>
                  <a:lnTo>
                    <a:pt x="1093357" y="1313183"/>
                  </a:lnTo>
                  <a:close/>
                  <a:moveTo>
                    <a:pt x="1018220" y="1231159"/>
                  </a:moveTo>
                  <a:lnTo>
                    <a:pt x="1074610" y="1243089"/>
                  </a:lnTo>
                  <a:lnTo>
                    <a:pt x="1027543" y="1241793"/>
                  </a:lnTo>
                  <a:close/>
                  <a:moveTo>
                    <a:pt x="827602" y="1096316"/>
                  </a:moveTo>
                  <a:lnTo>
                    <a:pt x="850286" y="1072222"/>
                  </a:lnTo>
                  <a:lnTo>
                    <a:pt x="837348" y="1147853"/>
                  </a:lnTo>
                  <a:close/>
                  <a:moveTo>
                    <a:pt x="837713" y="1020686"/>
                  </a:moveTo>
                  <a:lnTo>
                    <a:pt x="850286" y="1072222"/>
                  </a:lnTo>
                  <a:lnTo>
                    <a:pt x="845169" y="1044779"/>
                  </a:lnTo>
                  <a:close/>
                  <a:moveTo>
                    <a:pt x="837713" y="1020686"/>
                  </a:moveTo>
                  <a:lnTo>
                    <a:pt x="845169" y="1044779"/>
                  </a:lnTo>
                  <a:lnTo>
                    <a:pt x="868917" y="998068"/>
                  </a:lnTo>
                  <a:close/>
                  <a:moveTo>
                    <a:pt x="483625" y="609003"/>
                  </a:moveTo>
                  <a:lnTo>
                    <a:pt x="484801" y="632487"/>
                  </a:lnTo>
                  <a:lnTo>
                    <a:pt x="483838" y="606383"/>
                  </a:lnTo>
                  <a:close/>
                  <a:moveTo>
                    <a:pt x="335829" y="402357"/>
                  </a:moveTo>
                  <a:lnTo>
                    <a:pt x="333320" y="402247"/>
                  </a:lnTo>
                  <a:lnTo>
                    <a:pt x="262237" y="436784"/>
                  </a:lnTo>
                  <a:close/>
                  <a:moveTo>
                    <a:pt x="311561" y="446521"/>
                  </a:moveTo>
                  <a:lnTo>
                    <a:pt x="335829" y="402357"/>
                  </a:lnTo>
                  <a:lnTo>
                    <a:pt x="262237" y="436784"/>
                  </a:lnTo>
                  <a:close/>
                  <a:moveTo>
                    <a:pt x="311561" y="446521"/>
                  </a:moveTo>
                  <a:lnTo>
                    <a:pt x="358439" y="447114"/>
                  </a:lnTo>
                  <a:lnTo>
                    <a:pt x="335829" y="402357"/>
                  </a:lnTo>
                  <a:close/>
                  <a:moveTo>
                    <a:pt x="275587" y="247637"/>
                  </a:moveTo>
                  <a:lnTo>
                    <a:pt x="245517" y="239370"/>
                  </a:lnTo>
                  <a:lnTo>
                    <a:pt x="210992" y="245188"/>
                  </a:lnTo>
                  <a:close/>
                  <a:moveTo>
                    <a:pt x="1076869" y="1221460"/>
                  </a:moveTo>
                  <a:lnTo>
                    <a:pt x="1031701" y="1220199"/>
                  </a:lnTo>
                  <a:lnTo>
                    <a:pt x="1027543" y="1241793"/>
                  </a:lnTo>
                  <a:close/>
                  <a:moveTo>
                    <a:pt x="1031701" y="1220199"/>
                  </a:moveTo>
                  <a:lnTo>
                    <a:pt x="1076869" y="1221460"/>
                  </a:lnTo>
                  <a:lnTo>
                    <a:pt x="1034213" y="1155414"/>
                  </a:lnTo>
                  <a:close/>
                  <a:moveTo>
                    <a:pt x="1020156" y="1104099"/>
                  </a:moveTo>
                  <a:lnTo>
                    <a:pt x="1034213" y="1155414"/>
                  </a:lnTo>
                  <a:lnTo>
                    <a:pt x="1054470" y="1175296"/>
                  </a:lnTo>
                  <a:close/>
                  <a:moveTo>
                    <a:pt x="874245" y="958528"/>
                  </a:moveTo>
                  <a:lnTo>
                    <a:pt x="837713" y="1020686"/>
                  </a:lnTo>
                  <a:lnTo>
                    <a:pt x="868917" y="998068"/>
                  </a:lnTo>
                  <a:close/>
                  <a:moveTo>
                    <a:pt x="335829" y="402357"/>
                  </a:moveTo>
                  <a:lnTo>
                    <a:pt x="335946" y="402127"/>
                  </a:lnTo>
                  <a:lnTo>
                    <a:pt x="333320" y="402247"/>
                  </a:lnTo>
                  <a:close/>
                  <a:moveTo>
                    <a:pt x="335946" y="402127"/>
                  </a:moveTo>
                  <a:lnTo>
                    <a:pt x="335829" y="402357"/>
                  </a:lnTo>
                  <a:lnTo>
                    <a:pt x="336021" y="402247"/>
                  </a:lnTo>
                  <a:close/>
                  <a:moveTo>
                    <a:pt x="358432" y="351963"/>
                  </a:moveTo>
                  <a:lnTo>
                    <a:pt x="336021" y="402247"/>
                  </a:lnTo>
                  <a:lnTo>
                    <a:pt x="375437" y="375766"/>
                  </a:lnTo>
                  <a:close/>
                  <a:moveTo>
                    <a:pt x="1307164" y="1281717"/>
                  </a:moveTo>
                  <a:lnTo>
                    <a:pt x="1262643" y="1247119"/>
                  </a:lnTo>
                  <a:lnTo>
                    <a:pt x="1291436" y="1259937"/>
                  </a:lnTo>
                  <a:close/>
                  <a:moveTo>
                    <a:pt x="1317213" y="1328240"/>
                  </a:moveTo>
                  <a:lnTo>
                    <a:pt x="1371414" y="1384285"/>
                  </a:lnTo>
                  <a:lnTo>
                    <a:pt x="1323755" y="1333254"/>
                  </a:lnTo>
                  <a:close/>
                  <a:moveTo>
                    <a:pt x="1371693" y="1384674"/>
                  </a:moveTo>
                  <a:lnTo>
                    <a:pt x="1371414" y="1384285"/>
                  </a:lnTo>
                  <a:lnTo>
                    <a:pt x="1317213" y="1328240"/>
                  </a:lnTo>
                  <a:close/>
                  <a:moveTo>
                    <a:pt x="1371693" y="1384674"/>
                  </a:moveTo>
                  <a:lnTo>
                    <a:pt x="1371772" y="1384791"/>
                  </a:lnTo>
                  <a:lnTo>
                    <a:pt x="1371414" y="1384285"/>
                  </a:lnTo>
                  <a:close/>
                  <a:moveTo>
                    <a:pt x="993970" y="846468"/>
                  </a:moveTo>
                  <a:lnTo>
                    <a:pt x="1072042" y="848927"/>
                  </a:lnTo>
                  <a:lnTo>
                    <a:pt x="1038295" y="793794"/>
                  </a:lnTo>
                  <a:close/>
                  <a:moveTo>
                    <a:pt x="1153276" y="946353"/>
                  </a:moveTo>
                  <a:lnTo>
                    <a:pt x="1180036" y="999940"/>
                  </a:lnTo>
                  <a:lnTo>
                    <a:pt x="1154672" y="948404"/>
                  </a:lnTo>
                  <a:close/>
                  <a:moveTo>
                    <a:pt x="1153276" y="946353"/>
                  </a:moveTo>
                  <a:lnTo>
                    <a:pt x="1173523" y="992636"/>
                  </a:lnTo>
                  <a:lnTo>
                    <a:pt x="1180036" y="999940"/>
                  </a:lnTo>
                  <a:close/>
                  <a:moveTo>
                    <a:pt x="976788" y="615090"/>
                  </a:moveTo>
                  <a:lnTo>
                    <a:pt x="968712" y="656910"/>
                  </a:lnTo>
                  <a:lnTo>
                    <a:pt x="978993" y="635621"/>
                  </a:lnTo>
                  <a:close/>
                  <a:moveTo>
                    <a:pt x="978993" y="635621"/>
                  </a:moveTo>
                  <a:lnTo>
                    <a:pt x="968712" y="656910"/>
                  </a:lnTo>
                  <a:lnTo>
                    <a:pt x="969055" y="668461"/>
                  </a:lnTo>
                  <a:close/>
                  <a:moveTo>
                    <a:pt x="1110694" y="754760"/>
                  </a:moveTo>
                  <a:lnTo>
                    <a:pt x="1146095" y="796086"/>
                  </a:lnTo>
                  <a:lnTo>
                    <a:pt x="1141157" y="767978"/>
                  </a:lnTo>
                  <a:close/>
                  <a:moveTo>
                    <a:pt x="1141157" y="767978"/>
                  </a:moveTo>
                  <a:lnTo>
                    <a:pt x="1146095" y="796086"/>
                  </a:lnTo>
                  <a:lnTo>
                    <a:pt x="1143735" y="769700"/>
                  </a:lnTo>
                  <a:close/>
                  <a:moveTo>
                    <a:pt x="1141157" y="767978"/>
                  </a:moveTo>
                  <a:lnTo>
                    <a:pt x="1143735" y="769700"/>
                  </a:lnTo>
                  <a:lnTo>
                    <a:pt x="1134569" y="752993"/>
                  </a:lnTo>
                  <a:close/>
                  <a:moveTo>
                    <a:pt x="750986" y="292601"/>
                  </a:moveTo>
                  <a:lnTo>
                    <a:pt x="784503" y="317535"/>
                  </a:lnTo>
                  <a:lnTo>
                    <a:pt x="763217" y="305871"/>
                  </a:lnTo>
                  <a:close/>
                  <a:moveTo>
                    <a:pt x="807546" y="347343"/>
                  </a:moveTo>
                  <a:lnTo>
                    <a:pt x="784503" y="317535"/>
                  </a:lnTo>
                  <a:lnTo>
                    <a:pt x="750986" y="292601"/>
                  </a:lnTo>
                  <a:close/>
                  <a:moveTo>
                    <a:pt x="762618" y="275490"/>
                  </a:moveTo>
                  <a:lnTo>
                    <a:pt x="763217" y="305871"/>
                  </a:lnTo>
                  <a:lnTo>
                    <a:pt x="779843" y="300115"/>
                  </a:lnTo>
                  <a:close/>
                  <a:moveTo>
                    <a:pt x="723351" y="51537"/>
                  </a:moveTo>
                  <a:lnTo>
                    <a:pt x="691749" y="24094"/>
                  </a:lnTo>
                  <a:lnTo>
                    <a:pt x="695185" y="0"/>
                  </a:lnTo>
                  <a:close/>
                  <a:moveTo>
                    <a:pt x="970139" y="140876"/>
                  </a:moveTo>
                  <a:lnTo>
                    <a:pt x="936943" y="130516"/>
                  </a:lnTo>
                  <a:lnTo>
                    <a:pt x="936235" y="130784"/>
                  </a:lnTo>
                  <a:close/>
                  <a:moveTo>
                    <a:pt x="864859" y="173501"/>
                  </a:moveTo>
                  <a:lnTo>
                    <a:pt x="915052" y="186486"/>
                  </a:lnTo>
                  <a:lnTo>
                    <a:pt x="936235" y="130784"/>
                  </a:lnTo>
                  <a:close/>
                  <a:moveTo>
                    <a:pt x="1103177" y="133865"/>
                  </a:moveTo>
                  <a:lnTo>
                    <a:pt x="1136379" y="185401"/>
                  </a:lnTo>
                  <a:lnTo>
                    <a:pt x="1107168" y="157958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63" name="Output_density__4262">
              <a:extLst>
                <a:ext uri="{FF2B5EF4-FFF2-40B4-BE49-F238E27FC236}">
                  <a16:creationId xmlns:a16="http://schemas.microsoft.com/office/drawing/2014/main" id="{C7871FBA-9604-47E6-3B6F-94F6A6C6B637}"/>
                </a:ext>
              </a:extLst>
            </p:cNvPr>
            <p:cNvSpPr>
              <a:spLocks noGrp="1"/>
            </p:cNvSpPr>
            <p:nvPr/>
          </p:nvSpPr>
          <p:spPr>
            <a:xfrm>
              <a:off x="15380102" y="2465391"/>
              <a:ext cx="1327049" cy="1872493"/>
            </a:xfrm>
            <a:custGeom>
              <a:avLst/>
              <a:gdLst/>
              <a:ahLst/>
              <a:cxnLst/>
              <a:rect l="0" t="0" r="0" b="0"/>
              <a:pathLst>
                <a:path w="1327049" h="1872493">
                  <a:moveTo>
                    <a:pt x="395010" y="1868518"/>
                  </a:moveTo>
                  <a:lnTo>
                    <a:pt x="395147" y="1871524"/>
                  </a:lnTo>
                  <a:lnTo>
                    <a:pt x="399908" y="1872493"/>
                  </a:lnTo>
                  <a:close/>
                  <a:moveTo>
                    <a:pt x="406353" y="1868518"/>
                  </a:moveTo>
                  <a:lnTo>
                    <a:pt x="399908" y="1872493"/>
                  </a:lnTo>
                  <a:lnTo>
                    <a:pt x="395147" y="1871524"/>
                  </a:lnTo>
                  <a:close/>
                  <a:moveTo>
                    <a:pt x="434531" y="1844424"/>
                  </a:moveTo>
                  <a:lnTo>
                    <a:pt x="406353" y="1868518"/>
                  </a:lnTo>
                  <a:lnTo>
                    <a:pt x="473395" y="1837673"/>
                  </a:lnTo>
                  <a:close/>
                  <a:moveTo>
                    <a:pt x="487224" y="1792887"/>
                  </a:moveTo>
                  <a:lnTo>
                    <a:pt x="533284" y="1768793"/>
                  </a:lnTo>
                  <a:lnTo>
                    <a:pt x="500291" y="1803335"/>
                  </a:lnTo>
                  <a:close/>
                  <a:moveTo>
                    <a:pt x="499884" y="1761613"/>
                  </a:moveTo>
                  <a:lnTo>
                    <a:pt x="533284" y="1768793"/>
                  </a:lnTo>
                  <a:lnTo>
                    <a:pt x="526484" y="1715228"/>
                  </a:lnTo>
                  <a:close/>
                  <a:moveTo>
                    <a:pt x="491265" y="1705878"/>
                  </a:moveTo>
                  <a:lnTo>
                    <a:pt x="526484" y="1715228"/>
                  </a:lnTo>
                  <a:lnTo>
                    <a:pt x="520868" y="1657050"/>
                  </a:lnTo>
                  <a:close/>
                  <a:moveTo>
                    <a:pt x="32517" y="1035281"/>
                  </a:moveTo>
                  <a:lnTo>
                    <a:pt x="0" y="1086478"/>
                  </a:lnTo>
                  <a:lnTo>
                    <a:pt x="47896" y="1085522"/>
                  </a:lnTo>
                  <a:close/>
                  <a:moveTo>
                    <a:pt x="293063" y="1376609"/>
                  </a:moveTo>
                  <a:lnTo>
                    <a:pt x="287319" y="1396196"/>
                  </a:lnTo>
                  <a:lnTo>
                    <a:pt x="302441" y="1383943"/>
                  </a:lnTo>
                  <a:close/>
                  <a:moveTo>
                    <a:pt x="303455" y="1321628"/>
                  </a:moveTo>
                  <a:lnTo>
                    <a:pt x="340276" y="1313465"/>
                  </a:lnTo>
                  <a:lnTo>
                    <a:pt x="323093" y="1308313"/>
                  </a:lnTo>
                  <a:close/>
                  <a:moveTo>
                    <a:pt x="303455" y="1321628"/>
                  </a:moveTo>
                  <a:lnTo>
                    <a:pt x="326053" y="1366340"/>
                  </a:lnTo>
                  <a:lnTo>
                    <a:pt x="340276" y="1313465"/>
                  </a:lnTo>
                  <a:close/>
                  <a:moveTo>
                    <a:pt x="293063" y="1376609"/>
                  </a:moveTo>
                  <a:lnTo>
                    <a:pt x="326053" y="1366340"/>
                  </a:lnTo>
                  <a:lnTo>
                    <a:pt x="303455" y="1321628"/>
                  </a:lnTo>
                  <a:close/>
                  <a:moveTo>
                    <a:pt x="302441" y="1383943"/>
                  </a:moveTo>
                  <a:lnTo>
                    <a:pt x="326053" y="1366340"/>
                  </a:lnTo>
                  <a:lnTo>
                    <a:pt x="293063" y="1376609"/>
                  </a:lnTo>
                  <a:close/>
                  <a:moveTo>
                    <a:pt x="376141" y="1322289"/>
                  </a:moveTo>
                  <a:lnTo>
                    <a:pt x="340276" y="1313465"/>
                  </a:lnTo>
                  <a:lnTo>
                    <a:pt x="326053" y="1366340"/>
                  </a:lnTo>
                  <a:close/>
                  <a:moveTo>
                    <a:pt x="323093" y="1308313"/>
                  </a:moveTo>
                  <a:lnTo>
                    <a:pt x="340276" y="1313465"/>
                  </a:lnTo>
                  <a:lnTo>
                    <a:pt x="342905" y="1294448"/>
                  </a:lnTo>
                  <a:close/>
                  <a:moveTo>
                    <a:pt x="363424" y="1256776"/>
                  </a:moveTo>
                  <a:lnTo>
                    <a:pt x="369980" y="1260775"/>
                  </a:lnTo>
                  <a:lnTo>
                    <a:pt x="342905" y="1294448"/>
                  </a:lnTo>
                  <a:close/>
                  <a:moveTo>
                    <a:pt x="156553" y="871926"/>
                  </a:moveTo>
                  <a:lnTo>
                    <a:pt x="158305" y="847832"/>
                  </a:lnTo>
                  <a:lnTo>
                    <a:pt x="162599" y="923462"/>
                  </a:lnTo>
                  <a:close/>
                  <a:moveTo>
                    <a:pt x="509851" y="1157051"/>
                  </a:moveTo>
                  <a:lnTo>
                    <a:pt x="529343" y="1085474"/>
                  </a:lnTo>
                  <a:lnTo>
                    <a:pt x="521808" y="1081421"/>
                  </a:lnTo>
                  <a:close/>
                  <a:moveTo>
                    <a:pt x="509851" y="1157051"/>
                  </a:moveTo>
                  <a:lnTo>
                    <a:pt x="521808" y="1081421"/>
                  </a:lnTo>
                  <a:lnTo>
                    <a:pt x="519433" y="1132957"/>
                  </a:lnTo>
                  <a:close/>
                  <a:moveTo>
                    <a:pt x="480780" y="961488"/>
                  </a:moveTo>
                  <a:lnTo>
                    <a:pt x="469402" y="954254"/>
                  </a:lnTo>
                  <a:lnTo>
                    <a:pt x="472205" y="1023825"/>
                  </a:lnTo>
                  <a:close/>
                  <a:moveTo>
                    <a:pt x="480780" y="961488"/>
                  </a:moveTo>
                  <a:lnTo>
                    <a:pt x="472205" y="1023825"/>
                  </a:lnTo>
                  <a:lnTo>
                    <a:pt x="490016" y="978348"/>
                  </a:lnTo>
                  <a:close/>
                  <a:moveTo>
                    <a:pt x="469402" y="954254"/>
                  </a:moveTo>
                  <a:lnTo>
                    <a:pt x="480780" y="961488"/>
                  </a:lnTo>
                  <a:lnTo>
                    <a:pt x="484725" y="935735"/>
                  </a:lnTo>
                  <a:close/>
                  <a:moveTo>
                    <a:pt x="892336" y="1366547"/>
                  </a:moveTo>
                  <a:lnTo>
                    <a:pt x="906171" y="1408231"/>
                  </a:lnTo>
                  <a:lnTo>
                    <a:pt x="912857" y="1418083"/>
                  </a:lnTo>
                  <a:close/>
                  <a:moveTo>
                    <a:pt x="968171" y="1385624"/>
                  </a:moveTo>
                  <a:lnTo>
                    <a:pt x="906171" y="1408231"/>
                  </a:lnTo>
                  <a:lnTo>
                    <a:pt x="892336" y="1366547"/>
                  </a:lnTo>
                  <a:close/>
                  <a:moveTo>
                    <a:pt x="494892" y="887272"/>
                  </a:moveTo>
                  <a:lnTo>
                    <a:pt x="484725" y="935735"/>
                  </a:lnTo>
                  <a:lnTo>
                    <a:pt x="501307" y="902717"/>
                  </a:lnTo>
                  <a:close/>
                  <a:moveTo>
                    <a:pt x="547318" y="860184"/>
                  </a:moveTo>
                  <a:lnTo>
                    <a:pt x="501307" y="902717"/>
                  </a:lnTo>
                  <a:lnTo>
                    <a:pt x="513403" y="868281"/>
                  </a:lnTo>
                  <a:close/>
                  <a:moveTo>
                    <a:pt x="513403" y="868281"/>
                  </a:moveTo>
                  <a:lnTo>
                    <a:pt x="592325" y="853781"/>
                  </a:lnTo>
                  <a:lnTo>
                    <a:pt x="547318" y="860184"/>
                  </a:lnTo>
                  <a:close/>
                  <a:moveTo>
                    <a:pt x="58487" y="386740"/>
                  </a:moveTo>
                  <a:lnTo>
                    <a:pt x="144689" y="402880"/>
                  </a:lnTo>
                  <a:lnTo>
                    <a:pt x="98251" y="403934"/>
                  </a:lnTo>
                  <a:close/>
                  <a:moveTo>
                    <a:pt x="778605" y="1009139"/>
                  </a:moveTo>
                  <a:lnTo>
                    <a:pt x="788351" y="1060676"/>
                  </a:lnTo>
                  <a:lnTo>
                    <a:pt x="766032" y="1033233"/>
                  </a:lnTo>
                  <a:close/>
                  <a:moveTo>
                    <a:pt x="1246151" y="1456438"/>
                  </a:moveTo>
                  <a:lnTo>
                    <a:pt x="1183861" y="1472968"/>
                  </a:lnTo>
                  <a:lnTo>
                    <a:pt x="1237990" y="1453865"/>
                  </a:lnTo>
                  <a:close/>
                  <a:moveTo>
                    <a:pt x="1237990" y="1453865"/>
                  </a:moveTo>
                  <a:lnTo>
                    <a:pt x="1183861" y="1472968"/>
                  </a:lnTo>
                  <a:lnTo>
                    <a:pt x="1210167" y="1456800"/>
                  </a:lnTo>
                  <a:close/>
                  <a:moveTo>
                    <a:pt x="1246151" y="1456438"/>
                  </a:moveTo>
                  <a:lnTo>
                    <a:pt x="1237990" y="1453865"/>
                  </a:lnTo>
                  <a:lnTo>
                    <a:pt x="1270532" y="1507816"/>
                  </a:lnTo>
                  <a:close/>
                  <a:moveTo>
                    <a:pt x="1299808" y="1482375"/>
                  </a:moveTo>
                  <a:lnTo>
                    <a:pt x="1246151" y="1456438"/>
                  </a:lnTo>
                  <a:lnTo>
                    <a:pt x="1270532" y="1507816"/>
                  </a:lnTo>
                  <a:close/>
                  <a:moveTo>
                    <a:pt x="969223" y="1143982"/>
                  </a:moveTo>
                  <a:lnTo>
                    <a:pt x="942897" y="1156230"/>
                  </a:lnTo>
                  <a:lnTo>
                    <a:pt x="1005473" y="1088119"/>
                  </a:lnTo>
                  <a:close/>
                  <a:moveTo>
                    <a:pt x="801289" y="985045"/>
                  </a:moveTo>
                  <a:lnTo>
                    <a:pt x="778605" y="1009139"/>
                  </a:lnTo>
                  <a:lnTo>
                    <a:pt x="796172" y="957602"/>
                  </a:lnTo>
                  <a:close/>
                  <a:moveTo>
                    <a:pt x="286832" y="315180"/>
                  </a:moveTo>
                  <a:lnTo>
                    <a:pt x="321068" y="325194"/>
                  </a:lnTo>
                  <a:lnTo>
                    <a:pt x="287025" y="315069"/>
                  </a:lnTo>
                  <a:close/>
                  <a:moveTo>
                    <a:pt x="309442" y="359937"/>
                  </a:moveTo>
                  <a:lnTo>
                    <a:pt x="321068" y="325194"/>
                  </a:lnTo>
                  <a:lnTo>
                    <a:pt x="286832" y="315180"/>
                  </a:lnTo>
                  <a:close/>
                  <a:moveTo>
                    <a:pt x="287025" y="315069"/>
                  </a:moveTo>
                  <a:lnTo>
                    <a:pt x="321068" y="325194"/>
                  </a:lnTo>
                  <a:lnTo>
                    <a:pt x="326440" y="288589"/>
                  </a:lnTo>
                  <a:close/>
                  <a:moveTo>
                    <a:pt x="1312793" y="1431034"/>
                  </a:moveTo>
                  <a:lnTo>
                    <a:pt x="1246151" y="1456438"/>
                  </a:lnTo>
                  <a:lnTo>
                    <a:pt x="1299808" y="1482375"/>
                  </a:lnTo>
                  <a:close/>
                  <a:moveTo>
                    <a:pt x="1312793" y="1431034"/>
                  </a:moveTo>
                  <a:lnTo>
                    <a:pt x="1258417" y="1437257"/>
                  </a:lnTo>
                  <a:lnTo>
                    <a:pt x="1246151" y="1456438"/>
                  </a:lnTo>
                  <a:close/>
                  <a:moveTo>
                    <a:pt x="1258417" y="1437257"/>
                  </a:moveTo>
                  <a:lnTo>
                    <a:pt x="1312793" y="1431034"/>
                  </a:lnTo>
                  <a:lnTo>
                    <a:pt x="1272377" y="1419592"/>
                  </a:lnTo>
                  <a:close/>
                  <a:moveTo>
                    <a:pt x="1312793" y="1431034"/>
                  </a:moveTo>
                  <a:lnTo>
                    <a:pt x="1311470" y="1391077"/>
                  </a:lnTo>
                  <a:lnTo>
                    <a:pt x="1272377" y="1419592"/>
                  </a:lnTo>
                  <a:close/>
                  <a:moveTo>
                    <a:pt x="1312793" y="1431034"/>
                  </a:moveTo>
                  <a:lnTo>
                    <a:pt x="1299808" y="1482375"/>
                  </a:lnTo>
                  <a:lnTo>
                    <a:pt x="1316381" y="1448875"/>
                  </a:lnTo>
                  <a:close/>
                  <a:moveTo>
                    <a:pt x="1312793" y="1431034"/>
                  </a:moveTo>
                  <a:lnTo>
                    <a:pt x="1327049" y="1409549"/>
                  </a:lnTo>
                  <a:lnTo>
                    <a:pt x="1311470" y="1391077"/>
                  </a:lnTo>
                  <a:close/>
                  <a:moveTo>
                    <a:pt x="474605" y="493200"/>
                  </a:moveTo>
                  <a:lnTo>
                    <a:pt x="503275" y="465494"/>
                  </a:lnTo>
                  <a:lnTo>
                    <a:pt x="434841" y="519206"/>
                  </a:lnTo>
                  <a:close/>
                  <a:moveTo>
                    <a:pt x="309435" y="264786"/>
                  </a:moveTo>
                  <a:lnTo>
                    <a:pt x="326440" y="288589"/>
                  </a:lnTo>
                  <a:lnTo>
                    <a:pt x="356765" y="267068"/>
                  </a:lnTo>
                  <a:close/>
                  <a:moveTo>
                    <a:pt x="326440" y="288589"/>
                  </a:moveTo>
                  <a:lnTo>
                    <a:pt x="373311" y="289154"/>
                  </a:lnTo>
                  <a:lnTo>
                    <a:pt x="400332" y="255280"/>
                  </a:lnTo>
                  <a:close/>
                  <a:moveTo>
                    <a:pt x="356765" y="267068"/>
                  </a:moveTo>
                  <a:lnTo>
                    <a:pt x="326440" y="288589"/>
                  </a:lnTo>
                  <a:lnTo>
                    <a:pt x="400332" y="255280"/>
                  </a:lnTo>
                  <a:close/>
                  <a:moveTo>
                    <a:pt x="196520" y="152193"/>
                  </a:moveTo>
                  <a:lnTo>
                    <a:pt x="226590" y="160460"/>
                  </a:lnTo>
                  <a:lnTo>
                    <a:pt x="208709" y="152348"/>
                  </a:lnTo>
                  <a:close/>
                  <a:moveTo>
                    <a:pt x="411845" y="226635"/>
                  </a:moveTo>
                  <a:lnTo>
                    <a:pt x="356765" y="267068"/>
                  </a:lnTo>
                  <a:lnTo>
                    <a:pt x="400332" y="255280"/>
                  </a:lnTo>
                  <a:close/>
                  <a:moveTo>
                    <a:pt x="411845" y="226635"/>
                  </a:moveTo>
                  <a:lnTo>
                    <a:pt x="420309" y="195071"/>
                  </a:lnTo>
                  <a:lnTo>
                    <a:pt x="377776" y="210725"/>
                  </a:lnTo>
                  <a:close/>
                  <a:moveTo>
                    <a:pt x="411845" y="226635"/>
                  </a:moveTo>
                  <a:lnTo>
                    <a:pt x="400332" y="255280"/>
                  </a:lnTo>
                  <a:lnTo>
                    <a:pt x="421962" y="239439"/>
                  </a:lnTo>
                  <a:close/>
                  <a:moveTo>
                    <a:pt x="420309" y="195071"/>
                  </a:moveTo>
                  <a:lnTo>
                    <a:pt x="443610" y="176049"/>
                  </a:lnTo>
                  <a:lnTo>
                    <a:pt x="440730" y="163808"/>
                  </a:lnTo>
                  <a:close/>
                  <a:moveTo>
                    <a:pt x="411845" y="226635"/>
                  </a:moveTo>
                  <a:lnTo>
                    <a:pt x="435983" y="213898"/>
                  </a:lnTo>
                  <a:lnTo>
                    <a:pt x="420309" y="195071"/>
                  </a:lnTo>
                  <a:close/>
                  <a:moveTo>
                    <a:pt x="440730" y="163808"/>
                  </a:moveTo>
                  <a:lnTo>
                    <a:pt x="443657" y="147469"/>
                  </a:lnTo>
                  <a:lnTo>
                    <a:pt x="420309" y="195071"/>
                  </a:lnTo>
                  <a:close/>
                  <a:moveTo>
                    <a:pt x="440730" y="163808"/>
                  </a:moveTo>
                  <a:lnTo>
                    <a:pt x="449754" y="139714"/>
                  </a:lnTo>
                  <a:lnTo>
                    <a:pt x="443657" y="147469"/>
                  </a:lnTo>
                  <a:close/>
                  <a:moveTo>
                    <a:pt x="1124526" y="905459"/>
                  </a:moveTo>
                  <a:lnTo>
                    <a:pt x="1124381" y="945814"/>
                  </a:lnTo>
                  <a:lnTo>
                    <a:pt x="1131039" y="912763"/>
                  </a:lnTo>
                  <a:close/>
                  <a:moveTo>
                    <a:pt x="1100898" y="734060"/>
                  </a:moveTo>
                  <a:lnTo>
                    <a:pt x="1097098" y="708909"/>
                  </a:lnTo>
                  <a:lnTo>
                    <a:pt x="1086788" y="709966"/>
                  </a:lnTo>
                  <a:close/>
                  <a:moveTo>
                    <a:pt x="701989" y="205423"/>
                  </a:moveTo>
                  <a:lnTo>
                    <a:pt x="714221" y="218694"/>
                  </a:lnTo>
                  <a:lnTo>
                    <a:pt x="713621" y="188313"/>
                  </a:lnTo>
                  <a:close/>
                  <a:moveTo>
                    <a:pt x="713621" y="188313"/>
                  </a:moveTo>
                  <a:lnTo>
                    <a:pt x="730847" y="212938"/>
                  </a:lnTo>
                  <a:lnTo>
                    <a:pt x="751789" y="156340"/>
                  </a:lnTo>
                  <a:close/>
                  <a:moveTo>
                    <a:pt x="786613" y="149847"/>
                  </a:moveTo>
                  <a:lnTo>
                    <a:pt x="766087" y="143063"/>
                  </a:lnTo>
                  <a:lnTo>
                    <a:pt x="751789" y="156340"/>
                  </a:lnTo>
                  <a:close/>
                  <a:moveTo>
                    <a:pt x="558273" y="58069"/>
                  </a:moveTo>
                  <a:lnTo>
                    <a:pt x="559659" y="39990"/>
                  </a:lnTo>
                  <a:lnTo>
                    <a:pt x="549497" y="58934"/>
                  </a:lnTo>
                  <a:close/>
                  <a:moveTo>
                    <a:pt x="508052" y="60916"/>
                  </a:moveTo>
                  <a:lnTo>
                    <a:pt x="521011" y="64084"/>
                  </a:lnTo>
                  <a:lnTo>
                    <a:pt x="549497" y="58934"/>
                  </a:lnTo>
                  <a:close/>
                  <a:moveTo>
                    <a:pt x="887238" y="43607"/>
                  </a:moveTo>
                  <a:lnTo>
                    <a:pt x="887947" y="43339"/>
                  </a:lnTo>
                  <a:lnTo>
                    <a:pt x="887453" y="43105"/>
                  </a:lnTo>
                  <a:close/>
                  <a:moveTo>
                    <a:pt x="912142" y="1818"/>
                  </a:moveTo>
                  <a:lnTo>
                    <a:pt x="887453" y="43105"/>
                  </a:lnTo>
                  <a:lnTo>
                    <a:pt x="958375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64" name="Output_density__4263">
              <a:extLst>
                <a:ext uri="{FF2B5EF4-FFF2-40B4-BE49-F238E27FC236}">
                  <a16:creationId xmlns:a16="http://schemas.microsoft.com/office/drawing/2014/main" id="{75ACF332-63C0-DC25-5E3E-C191854D49E1}"/>
                </a:ext>
              </a:extLst>
            </p:cNvPr>
            <p:cNvSpPr>
              <a:spLocks noGrp="1"/>
            </p:cNvSpPr>
            <p:nvPr/>
          </p:nvSpPr>
          <p:spPr>
            <a:xfrm>
              <a:off x="15302039" y="2347406"/>
              <a:ext cx="1352821" cy="1986502"/>
            </a:xfrm>
            <a:custGeom>
              <a:avLst/>
              <a:gdLst/>
              <a:ahLst/>
              <a:cxnLst/>
              <a:rect l="0" t="0" r="0" b="0"/>
              <a:pathLst>
                <a:path w="1352821" h="1986502">
                  <a:moveTo>
                    <a:pt x="456475" y="1910872"/>
                  </a:moveTo>
                  <a:lnTo>
                    <a:pt x="473073" y="1986502"/>
                  </a:lnTo>
                  <a:lnTo>
                    <a:pt x="505941" y="1962409"/>
                  </a:lnTo>
                  <a:close/>
                  <a:moveTo>
                    <a:pt x="524599" y="1895014"/>
                  </a:moveTo>
                  <a:lnTo>
                    <a:pt x="551458" y="1955658"/>
                  </a:lnTo>
                  <a:lnTo>
                    <a:pt x="578354" y="1921320"/>
                  </a:lnTo>
                  <a:close/>
                  <a:moveTo>
                    <a:pt x="493258" y="1784982"/>
                  </a:moveTo>
                  <a:lnTo>
                    <a:pt x="481986" y="1756262"/>
                  </a:lnTo>
                  <a:lnTo>
                    <a:pt x="471008" y="1740328"/>
                  </a:lnTo>
                  <a:close/>
                  <a:moveTo>
                    <a:pt x="7181" y="1240896"/>
                  </a:moveTo>
                  <a:lnTo>
                    <a:pt x="29066" y="1292433"/>
                  </a:lnTo>
                  <a:lnTo>
                    <a:pt x="67271" y="1233203"/>
                  </a:lnTo>
                  <a:close/>
                  <a:moveTo>
                    <a:pt x="0" y="1229944"/>
                  </a:moveTo>
                  <a:lnTo>
                    <a:pt x="7181" y="1240896"/>
                  </a:lnTo>
                  <a:lnTo>
                    <a:pt x="67271" y="1233203"/>
                  </a:lnTo>
                  <a:close/>
                  <a:moveTo>
                    <a:pt x="569328" y="1823863"/>
                  </a:moveTo>
                  <a:lnTo>
                    <a:pt x="577947" y="1879598"/>
                  </a:lnTo>
                  <a:lnTo>
                    <a:pt x="604546" y="1833213"/>
                  </a:lnTo>
                  <a:close/>
                  <a:moveTo>
                    <a:pt x="569328" y="1823863"/>
                  </a:moveTo>
                  <a:lnTo>
                    <a:pt x="598930" y="1775035"/>
                  </a:lnTo>
                  <a:lnTo>
                    <a:pt x="561434" y="1767537"/>
                  </a:lnTo>
                  <a:close/>
                  <a:moveTo>
                    <a:pt x="125958" y="1203507"/>
                  </a:moveTo>
                  <a:lnTo>
                    <a:pt x="67271" y="1233203"/>
                  </a:lnTo>
                  <a:lnTo>
                    <a:pt x="119019" y="1252003"/>
                  </a:lnTo>
                  <a:close/>
                  <a:moveTo>
                    <a:pt x="33728" y="1038098"/>
                  </a:moveTo>
                  <a:lnTo>
                    <a:pt x="62371" y="1091734"/>
                  </a:lnTo>
                  <a:lnTo>
                    <a:pt x="63362" y="1083689"/>
                  </a:lnTo>
                  <a:close/>
                  <a:moveTo>
                    <a:pt x="665434" y="1683980"/>
                  </a:moveTo>
                  <a:lnTo>
                    <a:pt x="663878" y="1756827"/>
                  </a:lnTo>
                  <a:lnTo>
                    <a:pt x="692724" y="1729779"/>
                  </a:lnTo>
                  <a:close/>
                  <a:moveTo>
                    <a:pt x="200854" y="1113494"/>
                  </a:moveTo>
                  <a:lnTo>
                    <a:pt x="177409" y="1074174"/>
                  </a:lnTo>
                  <a:lnTo>
                    <a:pt x="203104" y="1117078"/>
                  </a:lnTo>
                  <a:close/>
                  <a:moveTo>
                    <a:pt x="166059" y="1065541"/>
                  </a:moveTo>
                  <a:lnTo>
                    <a:pt x="177409" y="1074174"/>
                  </a:lnTo>
                  <a:lnTo>
                    <a:pt x="200854" y="1113494"/>
                  </a:lnTo>
                  <a:close/>
                  <a:moveTo>
                    <a:pt x="712957" y="1659887"/>
                  </a:moveTo>
                  <a:lnTo>
                    <a:pt x="729304" y="1682266"/>
                  </a:lnTo>
                  <a:lnTo>
                    <a:pt x="736888" y="1711423"/>
                  </a:lnTo>
                  <a:close/>
                  <a:moveTo>
                    <a:pt x="722595" y="1683980"/>
                  </a:moveTo>
                  <a:lnTo>
                    <a:pt x="707603" y="1661926"/>
                  </a:lnTo>
                  <a:lnTo>
                    <a:pt x="692724" y="1729779"/>
                  </a:lnTo>
                  <a:close/>
                  <a:moveTo>
                    <a:pt x="235690" y="1220151"/>
                  </a:moveTo>
                  <a:lnTo>
                    <a:pt x="261145" y="1144520"/>
                  </a:lnTo>
                  <a:lnTo>
                    <a:pt x="228477" y="1168614"/>
                  </a:lnTo>
                  <a:close/>
                  <a:moveTo>
                    <a:pt x="231256" y="1092261"/>
                  </a:moveTo>
                  <a:lnTo>
                    <a:pt x="178793" y="1070790"/>
                  </a:lnTo>
                  <a:lnTo>
                    <a:pt x="200854" y="1113494"/>
                  </a:lnTo>
                  <a:close/>
                  <a:moveTo>
                    <a:pt x="241068" y="997661"/>
                  </a:moveTo>
                  <a:lnTo>
                    <a:pt x="234615" y="989911"/>
                  </a:lnTo>
                  <a:lnTo>
                    <a:pt x="240661" y="1041447"/>
                  </a:lnTo>
                  <a:close/>
                  <a:moveTo>
                    <a:pt x="829295" y="1687329"/>
                  </a:moveTo>
                  <a:lnTo>
                    <a:pt x="813993" y="1698927"/>
                  </a:lnTo>
                  <a:lnTo>
                    <a:pt x="770666" y="1648639"/>
                  </a:lnTo>
                  <a:close/>
                  <a:moveTo>
                    <a:pt x="839024" y="1635792"/>
                  </a:moveTo>
                  <a:lnTo>
                    <a:pt x="857443" y="1654056"/>
                  </a:lnTo>
                  <a:lnTo>
                    <a:pt x="853582" y="1687329"/>
                  </a:lnTo>
                  <a:close/>
                  <a:moveTo>
                    <a:pt x="234615" y="989911"/>
                  </a:moveTo>
                  <a:lnTo>
                    <a:pt x="192862" y="948714"/>
                  </a:lnTo>
                  <a:lnTo>
                    <a:pt x="236368" y="965817"/>
                  </a:lnTo>
                  <a:close/>
                  <a:moveTo>
                    <a:pt x="553560" y="1154120"/>
                  </a:moveTo>
                  <a:lnTo>
                    <a:pt x="599870" y="1199406"/>
                  </a:lnTo>
                  <a:lnTo>
                    <a:pt x="544705" y="1153709"/>
                  </a:lnTo>
                  <a:close/>
                  <a:moveTo>
                    <a:pt x="544705" y="1153709"/>
                  </a:moveTo>
                  <a:lnTo>
                    <a:pt x="599870" y="1199406"/>
                  </a:lnTo>
                  <a:lnTo>
                    <a:pt x="607406" y="1203459"/>
                  </a:lnTo>
                  <a:close/>
                  <a:moveTo>
                    <a:pt x="1083359" y="1647079"/>
                  </a:moveTo>
                  <a:lnTo>
                    <a:pt x="1044125" y="1640994"/>
                  </a:lnTo>
                  <a:lnTo>
                    <a:pt x="1105264" y="1684534"/>
                  </a:lnTo>
                  <a:close/>
                  <a:moveTo>
                    <a:pt x="1006228" y="1546317"/>
                  </a:moveTo>
                  <a:lnTo>
                    <a:pt x="990919" y="1536068"/>
                  </a:lnTo>
                  <a:lnTo>
                    <a:pt x="999110" y="1587605"/>
                  </a:lnTo>
                  <a:close/>
                  <a:moveTo>
                    <a:pt x="505851" y="1150419"/>
                  </a:moveTo>
                  <a:lnTo>
                    <a:pt x="581190" y="1186790"/>
                  </a:lnTo>
                  <a:lnTo>
                    <a:pt x="553560" y="1154120"/>
                  </a:lnTo>
                  <a:close/>
                  <a:moveTo>
                    <a:pt x="461975" y="993259"/>
                  </a:moveTo>
                  <a:lnTo>
                    <a:pt x="423945" y="1018865"/>
                  </a:lnTo>
                  <a:lnTo>
                    <a:pt x="445288" y="970340"/>
                  </a:lnTo>
                  <a:close/>
                  <a:moveTo>
                    <a:pt x="984234" y="1526216"/>
                  </a:moveTo>
                  <a:lnTo>
                    <a:pt x="999110" y="1587605"/>
                  </a:lnTo>
                  <a:lnTo>
                    <a:pt x="990919" y="1536068"/>
                  </a:lnTo>
                  <a:close/>
                  <a:moveTo>
                    <a:pt x="1089049" y="1516967"/>
                  </a:moveTo>
                  <a:lnTo>
                    <a:pt x="1097887" y="1522053"/>
                  </a:lnTo>
                  <a:lnTo>
                    <a:pt x="1077601" y="1511974"/>
                  </a:lnTo>
                  <a:close/>
                  <a:moveTo>
                    <a:pt x="1097887" y="1522053"/>
                  </a:moveTo>
                  <a:lnTo>
                    <a:pt x="1089049" y="1516967"/>
                  </a:lnTo>
                  <a:lnTo>
                    <a:pt x="1138302" y="1563511"/>
                  </a:lnTo>
                  <a:close/>
                  <a:moveTo>
                    <a:pt x="990418" y="1469599"/>
                  </a:moveTo>
                  <a:lnTo>
                    <a:pt x="975372" y="1460437"/>
                  </a:lnTo>
                  <a:lnTo>
                    <a:pt x="984234" y="1526216"/>
                  </a:lnTo>
                  <a:close/>
                  <a:moveTo>
                    <a:pt x="990418" y="1469599"/>
                  </a:moveTo>
                  <a:lnTo>
                    <a:pt x="984234" y="1526216"/>
                  </a:lnTo>
                  <a:lnTo>
                    <a:pt x="1046234" y="1503609"/>
                  </a:lnTo>
                  <a:close/>
                  <a:moveTo>
                    <a:pt x="887638" y="1432995"/>
                  </a:moveTo>
                  <a:lnTo>
                    <a:pt x="921699" y="1476330"/>
                  </a:lnTo>
                  <a:lnTo>
                    <a:pt x="905410" y="1461345"/>
                  </a:lnTo>
                  <a:close/>
                  <a:moveTo>
                    <a:pt x="918069" y="1432995"/>
                  </a:moveTo>
                  <a:lnTo>
                    <a:pt x="905410" y="1461345"/>
                  </a:lnTo>
                  <a:lnTo>
                    <a:pt x="975372" y="1460437"/>
                  </a:lnTo>
                  <a:close/>
                  <a:moveTo>
                    <a:pt x="557645" y="954960"/>
                  </a:moveTo>
                  <a:lnTo>
                    <a:pt x="533622" y="944676"/>
                  </a:lnTo>
                  <a:lnTo>
                    <a:pt x="502064" y="899422"/>
                  </a:lnTo>
                  <a:close/>
                  <a:moveTo>
                    <a:pt x="440183" y="849005"/>
                  </a:moveTo>
                  <a:lnTo>
                    <a:pt x="502064" y="899422"/>
                  </a:lnTo>
                  <a:lnTo>
                    <a:pt x="461923" y="866093"/>
                  </a:lnTo>
                  <a:close/>
                  <a:moveTo>
                    <a:pt x="461923" y="866093"/>
                  </a:moveTo>
                  <a:lnTo>
                    <a:pt x="502064" y="899422"/>
                  </a:lnTo>
                  <a:lnTo>
                    <a:pt x="467138" y="870780"/>
                  </a:lnTo>
                  <a:close/>
                  <a:moveTo>
                    <a:pt x="328931" y="650497"/>
                  </a:moveTo>
                  <a:lnTo>
                    <a:pt x="352857" y="657954"/>
                  </a:lnTo>
                  <a:lnTo>
                    <a:pt x="367316" y="711483"/>
                  </a:lnTo>
                  <a:close/>
                  <a:moveTo>
                    <a:pt x="317515" y="597035"/>
                  </a:moveTo>
                  <a:lnTo>
                    <a:pt x="321897" y="542201"/>
                  </a:lnTo>
                  <a:lnTo>
                    <a:pt x="278389" y="554208"/>
                  </a:lnTo>
                  <a:close/>
                  <a:moveTo>
                    <a:pt x="222751" y="520865"/>
                  </a:moveTo>
                  <a:lnTo>
                    <a:pt x="183690" y="504383"/>
                  </a:lnTo>
                  <a:lnTo>
                    <a:pt x="236952" y="532779"/>
                  </a:lnTo>
                  <a:close/>
                  <a:moveTo>
                    <a:pt x="188062" y="505336"/>
                  </a:moveTo>
                  <a:lnTo>
                    <a:pt x="194948" y="551813"/>
                  </a:lnTo>
                  <a:lnTo>
                    <a:pt x="236952" y="532779"/>
                  </a:lnTo>
                  <a:close/>
                  <a:moveTo>
                    <a:pt x="1077601" y="1511974"/>
                  </a:moveTo>
                  <a:lnTo>
                    <a:pt x="1097887" y="1522053"/>
                  </a:lnTo>
                  <a:lnTo>
                    <a:pt x="1104667" y="1504270"/>
                  </a:lnTo>
                  <a:close/>
                  <a:moveTo>
                    <a:pt x="1077601" y="1511974"/>
                  </a:moveTo>
                  <a:lnTo>
                    <a:pt x="1104667" y="1504270"/>
                  </a:lnTo>
                  <a:lnTo>
                    <a:pt x="1046234" y="1503609"/>
                  </a:lnTo>
                  <a:close/>
                  <a:moveTo>
                    <a:pt x="1046234" y="1503609"/>
                  </a:moveTo>
                  <a:lnTo>
                    <a:pt x="1104667" y="1504270"/>
                  </a:lnTo>
                  <a:lnTo>
                    <a:pt x="1121706" y="1476211"/>
                  </a:lnTo>
                  <a:close/>
                  <a:moveTo>
                    <a:pt x="990418" y="1469599"/>
                  </a:moveTo>
                  <a:lnTo>
                    <a:pt x="1046234" y="1503609"/>
                  </a:lnTo>
                  <a:lnTo>
                    <a:pt x="1074369" y="1473904"/>
                  </a:lnTo>
                  <a:close/>
                  <a:moveTo>
                    <a:pt x="236952" y="532779"/>
                  </a:moveTo>
                  <a:lnTo>
                    <a:pt x="278389" y="554208"/>
                  </a:lnTo>
                  <a:lnTo>
                    <a:pt x="288498" y="519900"/>
                  </a:lnTo>
                  <a:close/>
                  <a:moveTo>
                    <a:pt x="236952" y="532779"/>
                  </a:moveTo>
                  <a:lnTo>
                    <a:pt x="288498" y="519900"/>
                  </a:lnTo>
                  <a:lnTo>
                    <a:pt x="222751" y="520865"/>
                  </a:lnTo>
                  <a:close/>
                  <a:moveTo>
                    <a:pt x="943665" y="1230197"/>
                  </a:moveTo>
                  <a:lnTo>
                    <a:pt x="935018" y="1252514"/>
                  </a:lnTo>
                  <a:lnTo>
                    <a:pt x="967836" y="1250267"/>
                  </a:lnTo>
                  <a:close/>
                  <a:moveTo>
                    <a:pt x="1205548" y="1440329"/>
                  </a:moveTo>
                  <a:lnTo>
                    <a:pt x="1218204" y="1463787"/>
                  </a:lnTo>
                  <a:lnTo>
                    <a:pt x="1195107" y="1441065"/>
                  </a:lnTo>
                  <a:close/>
                  <a:moveTo>
                    <a:pt x="1195107" y="1441065"/>
                  </a:moveTo>
                  <a:lnTo>
                    <a:pt x="1175725" y="1484484"/>
                  </a:lnTo>
                  <a:lnTo>
                    <a:pt x="1205548" y="1440329"/>
                  </a:lnTo>
                  <a:close/>
                  <a:moveTo>
                    <a:pt x="1011980" y="1315430"/>
                  </a:moveTo>
                  <a:lnTo>
                    <a:pt x="1037349" y="1335490"/>
                  </a:lnTo>
                  <a:lnTo>
                    <a:pt x="1029228" y="1333271"/>
                  </a:lnTo>
                  <a:close/>
                  <a:moveTo>
                    <a:pt x="1131009" y="1384807"/>
                  </a:moveTo>
                  <a:lnTo>
                    <a:pt x="1093686" y="1333271"/>
                  </a:lnTo>
                  <a:lnTo>
                    <a:pt x="1122423" y="1343990"/>
                  </a:lnTo>
                  <a:close/>
                  <a:moveTo>
                    <a:pt x="1122423" y="1343990"/>
                  </a:moveTo>
                  <a:lnTo>
                    <a:pt x="1142610" y="1309177"/>
                  </a:lnTo>
                  <a:lnTo>
                    <a:pt x="1152979" y="1314747"/>
                  </a:lnTo>
                  <a:close/>
                  <a:moveTo>
                    <a:pt x="1084616" y="1269600"/>
                  </a:moveTo>
                  <a:lnTo>
                    <a:pt x="1103676" y="1273897"/>
                  </a:lnTo>
                  <a:lnTo>
                    <a:pt x="1047285" y="1261967"/>
                  </a:lnTo>
                  <a:close/>
                  <a:moveTo>
                    <a:pt x="1152979" y="1314747"/>
                  </a:moveTo>
                  <a:lnTo>
                    <a:pt x="1142610" y="1309177"/>
                  </a:lnTo>
                  <a:lnTo>
                    <a:pt x="1103676" y="1273897"/>
                  </a:lnTo>
                  <a:close/>
                  <a:moveTo>
                    <a:pt x="1084616" y="1269600"/>
                  </a:moveTo>
                  <a:lnTo>
                    <a:pt x="1047285" y="1261967"/>
                  </a:lnTo>
                  <a:lnTo>
                    <a:pt x="1083535" y="1206104"/>
                  </a:lnTo>
                  <a:close/>
                  <a:moveTo>
                    <a:pt x="274583" y="270178"/>
                  </a:moveTo>
                  <a:lnTo>
                    <a:pt x="221100" y="244895"/>
                  </a:lnTo>
                  <a:lnTo>
                    <a:pt x="240058" y="275996"/>
                  </a:lnTo>
                  <a:close/>
                  <a:moveTo>
                    <a:pt x="1049222" y="1134907"/>
                  </a:moveTo>
                  <a:lnTo>
                    <a:pt x="1083535" y="1206104"/>
                  </a:lnTo>
                  <a:lnTo>
                    <a:pt x="1069502" y="1154567"/>
                  </a:lnTo>
                  <a:close/>
                  <a:moveTo>
                    <a:pt x="861977" y="1047701"/>
                  </a:moveTo>
                  <a:lnTo>
                    <a:pt x="866779" y="1051493"/>
                  </a:lnTo>
                  <a:lnTo>
                    <a:pt x="903311" y="989336"/>
                  </a:lnTo>
                  <a:close/>
                  <a:moveTo>
                    <a:pt x="952001" y="987735"/>
                  </a:moveTo>
                  <a:lnTo>
                    <a:pt x="897982" y="1028876"/>
                  </a:lnTo>
                  <a:lnTo>
                    <a:pt x="946046" y="1033899"/>
                  </a:lnTo>
                  <a:close/>
                  <a:moveTo>
                    <a:pt x="952001" y="987735"/>
                  </a:moveTo>
                  <a:lnTo>
                    <a:pt x="903311" y="989336"/>
                  </a:lnTo>
                  <a:lnTo>
                    <a:pt x="897982" y="1028876"/>
                  </a:lnTo>
                  <a:close/>
                  <a:moveTo>
                    <a:pt x="1291709" y="1277926"/>
                  </a:moveTo>
                  <a:lnTo>
                    <a:pt x="1263871" y="1262577"/>
                  </a:lnTo>
                  <a:lnTo>
                    <a:pt x="1320502" y="1290745"/>
                  </a:lnTo>
                  <a:close/>
                  <a:moveTo>
                    <a:pt x="1014144" y="912453"/>
                  </a:moveTo>
                  <a:lnTo>
                    <a:pt x="966811" y="912952"/>
                  </a:lnTo>
                  <a:lnTo>
                    <a:pt x="960622" y="953496"/>
                  </a:lnTo>
                  <a:close/>
                  <a:moveTo>
                    <a:pt x="1014144" y="912453"/>
                  </a:moveTo>
                  <a:lnTo>
                    <a:pt x="1023036" y="877276"/>
                  </a:lnTo>
                  <a:lnTo>
                    <a:pt x="972652" y="863575"/>
                  </a:lnTo>
                  <a:close/>
                  <a:moveTo>
                    <a:pt x="1330210" y="1309369"/>
                  </a:moveTo>
                  <a:lnTo>
                    <a:pt x="1352821" y="1364062"/>
                  </a:lnTo>
                  <a:lnTo>
                    <a:pt x="1336230" y="1312525"/>
                  </a:lnTo>
                  <a:close/>
                  <a:moveTo>
                    <a:pt x="1330210" y="1309369"/>
                  </a:moveTo>
                  <a:lnTo>
                    <a:pt x="1346279" y="1359048"/>
                  </a:lnTo>
                  <a:lnTo>
                    <a:pt x="1352821" y="1364062"/>
                  </a:lnTo>
                  <a:close/>
                  <a:moveTo>
                    <a:pt x="1330210" y="1309369"/>
                  </a:moveTo>
                  <a:lnTo>
                    <a:pt x="1336230" y="1312525"/>
                  </a:lnTo>
                  <a:lnTo>
                    <a:pt x="1320502" y="1290745"/>
                  </a:lnTo>
                  <a:close/>
                  <a:moveTo>
                    <a:pt x="1142931" y="976190"/>
                  </a:moveTo>
                  <a:lnTo>
                    <a:pt x="1178046" y="972580"/>
                  </a:lnTo>
                  <a:lnTo>
                    <a:pt x="1183738" y="979212"/>
                  </a:lnTo>
                  <a:close/>
                  <a:moveTo>
                    <a:pt x="1182342" y="977161"/>
                  </a:moveTo>
                  <a:lnTo>
                    <a:pt x="1183738" y="979212"/>
                  </a:lnTo>
                  <a:lnTo>
                    <a:pt x="1178046" y="972580"/>
                  </a:lnTo>
                  <a:close/>
                  <a:moveTo>
                    <a:pt x="1008059" y="666428"/>
                  </a:moveTo>
                  <a:lnTo>
                    <a:pt x="998121" y="699269"/>
                  </a:lnTo>
                  <a:lnTo>
                    <a:pt x="1042217" y="701402"/>
                  </a:lnTo>
                  <a:close/>
                  <a:moveTo>
                    <a:pt x="1005854" y="645898"/>
                  </a:moveTo>
                  <a:lnTo>
                    <a:pt x="1008059" y="666428"/>
                  </a:lnTo>
                  <a:lnTo>
                    <a:pt x="961262" y="603749"/>
                  </a:lnTo>
                  <a:close/>
                  <a:moveTo>
                    <a:pt x="1113938" y="743819"/>
                  </a:moveTo>
                  <a:lnTo>
                    <a:pt x="1163635" y="783801"/>
                  </a:lnTo>
                  <a:lnTo>
                    <a:pt x="1136193" y="748971"/>
                  </a:lnTo>
                  <a:close/>
                  <a:moveTo>
                    <a:pt x="1170223" y="798785"/>
                  </a:moveTo>
                  <a:lnTo>
                    <a:pt x="1163635" y="783801"/>
                  </a:lnTo>
                  <a:lnTo>
                    <a:pt x="1113938" y="743819"/>
                  </a:lnTo>
                  <a:close/>
                  <a:moveTo>
                    <a:pt x="1139760" y="785568"/>
                  </a:moveTo>
                  <a:lnTo>
                    <a:pt x="1170223" y="798785"/>
                  </a:lnTo>
                  <a:lnTo>
                    <a:pt x="1113938" y="743819"/>
                  </a:lnTo>
                  <a:close/>
                  <a:moveTo>
                    <a:pt x="995694" y="638499"/>
                  </a:moveTo>
                  <a:lnTo>
                    <a:pt x="997778" y="687718"/>
                  </a:lnTo>
                  <a:lnTo>
                    <a:pt x="1005854" y="645898"/>
                  </a:lnTo>
                  <a:close/>
                  <a:moveTo>
                    <a:pt x="862491" y="388215"/>
                  </a:moveTo>
                  <a:lnTo>
                    <a:pt x="836612" y="378151"/>
                  </a:lnTo>
                  <a:lnTo>
                    <a:pt x="872332" y="393375"/>
                  </a:lnTo>
                  <a:close/>
                  <a:moveTo>
                    <a:pt x="798496" y="371156"/>
                  </a:moveTo>
                  <a:lnTo>
                    <a:pt x="836612" y="378151"/>
                  </a:lnTo>
                  <a:lnTo>
                    <a:pt x="780052" y="323408"/>
                  </a:lnTo>
                  <a:close/>
                  <a:moveTo>
                    <a:pt x="836612" y="378151"/>
                  </a:moveTo>
                  <a:lnTo>
                    <a:pt x="862491" y="388215"/>
                  </a:lnTo>
                  <a:lnTo>
                    <a:pt x="813569" y="348343"/>
                  </a:lnTo>
                  <a:close/>
                  <a:moveTo>
                    <a:pt x="757685" y="90621"/>
                  </a:moveTo>
                  <a:lnTo>
                    <a:pt x="726295" y="61819"/>
                  </a:lnTo>
                  <a:lnTo>
                    <a:pt x="752417" y="82345"/>
                  </a:lnTo>
                  <a:close/>
                  <a:moveTo>
                    <a:pt x="875586" y="34157"/>
                  </a:moveTo>
                  <a:lnTo>
                    <a:pt x="838696" y="0"/>
                  </a:lnTo>
                  <a:lnTo>
                    <a:pt x="837999" y="6714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65" name="Output_density__4264">
              <a:extLst>
                <a:ext uri="{FF2B5EF4-FFF2-40B4-BE49-F238E27FC236}">
                  <a16:creationId xmlns:a16="http://schemas.microsoft.com/office/drawing/2014/main" id="{C6DDB69A-18D5-6871-87EE-1CB4A702EDF5}"/>
                </a:ext>
              </a:extLst>
            </p:cNvPr>
            <p:cNvSpPr>
              <a:spLocks noGrp="1"/>
            </p:cNvSpPr>
            <p:nvPr/>
          </p:nvSpPr>
          <p:spPr>
            <a:xfrm>
              <a:off x="15354842" y="2429867"/>
              <a:ext cx="1368226" cy="1873197"/>
            </a:xfrm>
            <a:custGeom>
              <a:avLst/>
              <a:gdLst/>
              <a:ahLst/>
              <a:cxnLst/>
              <a:rect l="0" t="0" r="0" b="0"/>
              <a:pathLst>
                <a:path w="1368226" h="1873197">
                  <a:moveTo>
                    <a:pt x="512484" y="1828411"/>
                  </a:moveTo>
                  <a:lnTo>
                    <a:pt x="525551" y="1838859"/>
                  </a:lnTo>
                  <a:lnTo>
                    <a:pt x="498655" y="1873197"/>
                  </a:lnTo>
                  <a:close/>
                  <a:moveTo>
                    <a:pt x="237879" y="1462004"/>
                  </a:moveTo>
                  <a:lnTo>
                    <a:pt x="279742" y="1443850"/>
                  </a:lnTo>
                  <a:lnTo>
                    <a:pt x="312579" y="1431720"/>
                  </a:lnTo>
                  <a:close/>
                  <a:moveTo>
                    <a:pt x="279980" y="1443561"/>
                  </a:moveTo>
                  <a:lnTo>
                    <a:pt x="312579" y="1431720"/>
                  </a:lnTo>
                  <a:lnTo>
                    <a:pt x="279742" y="1443850"/>
                  </a:lnTo>
                  <a:close/>
                  <a:moveTo>
                    <a:pt x="279980" y="1443561"/>
                  </a:moveTo>
                  <a:lnTo>
                    <a:pt x="327701" y="1419467"/>
                  </a:lnTo>
                  <a:lnTo>
                    <a:pt x="312579" y="1431720"/>
                  </a:lnTo>
                  <a:close/>
                  <a:moveTo>
                    <a:pt x="327701" y="1419467"/>
                  </a:moveTo>
                  <a:lnTo>
                    <a:pt x="279980" y="1443561"/>
                  </a:lnTo>
                  <a:lnTo>
                    <a:pt x="351313" y="1401864"/>
                  </a:lnTo>
                  <a:close/>
                  <a:moveTo>
                    <a:pt x="14468" y="1150742"/>
                  </a:moveTo>
                  <a:lnTo>
                    <a:pt x="25260" y="1122002"/>
                  </a:lnTo>
                  <a:lnTo>
                    <a:pt x="0" y="1185878"/>
                  </a:lnTo>
                  <a:close/>
                  <a:moveTo>
                    <a:pt x="348353" y="1343837"/>
                  </a:moveTo>
                  <a:lnTo>
                    <a:pt x="368165" y="1329972"/>
                  </a:lnTo>
                  <a:lnTo>
                    <a:pt x="395240" y="1296299"/>
                  </a:lnTo>
                  <a:close/>
                  <a:moveTo>
                    <a:pt x="736746" y="1676313"/>
                  </a:moveTo>
                  <a:lnTo>
                    <a:pt x="730638" y="1676914"/>
                  </a:lnTo>
                  <a:lnTo>
                    <a:pt x="761685" y="1628962"/>
                  </a:lnTo>
                  <a:close/>
                  <a:moveTo>
                    <a:pt x="505240" y="1223319"/>
                  </a:moveTo>
                  <a:lnTo>
                    <a:pt x="462407" y="1237848"/>
                  </a:lnTo>
                  <a:lnTo>
                    <a:pt x="470408" y="1227988"/>
                  </a:lnTo>
                  <a:close/>
                  <a:moveTo>
                    <a:pt x="535111" y="1192575"/>
                  </a:moveTo>
                  <a:lnTo>
                    <a:pt x="532991" y="1192175"/>
                  </a:lnTo>
                  <a:lnTo>
                    <a:pt x="505240" y="1223319"/>
                  </a:lnTo>
                  <a:close/>
                  <a:moveTo>
                    <a:pt x="535111" y="1192575"/>
                  </a:moveTo>
                  <a:lnTo>
                    <a:pt x="544693" y="1168481"/>
                  </a:lnTo>
                  <a:lnTo>
                    <a:pt x="532991" y="1192175"/>
                  </a:lnTo>
                  <a:close/>
                  <a:moveTo>
                    <a:pt x="515276" y="1013872"/>
                  </a:moveTo>
                  <a:lnTo>
                    <a:pt x="509985" y="971259"/>
                  </a:lnTo>
                  <a:lnTo>
                    <a:pt x="506040" y="997012"/>
                  </a:lnTo>
                  <a:close/>
                  <a:moveTo>
                    <a:pt x="526567" y="938241"/>
                  </a:moveTo>
                  <a:lnTo>
                    <a:pt x="509985" y="971259"/>
                  </a:lnTo>
                  <a:lnTo>
                    <a:pt x="515276" y="1013872"/>
                  </a:lnTo>
                  <a:close/>
                  <a:moveTo>
                    <a:pt x="1112395" y="1516578"/>
                  </a:moveTo>
                  <a:lnTo>
                    <a:pt x="1128000" y="1481050"/>
                  </a:lnTo>
                  <a:lnTo>
                    <a:pt x="1132710" y="1519551"/>
                  </a:lnTo>
                  <a:close/>
                  <a:moveTo>
                    <a:pt x="459888" y="557350"/>
                  </a:moveTo>
                  <a:lnTo>
                    <a:pt x="441627" y="620558"/>
                  </a:lnTo>
                  <a:lnTo>
                    <a:pt x="461064" y="580834"/>
                  </a:lnTo>
                  <a:close/>
                  <a:moveTo>
                    <a:pt x="460101" y="554730"/>
                  </a:moveTo>
                  <a:lnTo>
                    <a:pt x="461064" y="580834"/>
                  </a:lnTo>
                  <a:lnTo>
                    <a:pt x="471023" y="555787"/>
                  </a:lnTo>
                  <a:close/>
                  <a:moveTo>
                    <a:pt x="460101" y="554730"/>
                  </a:moveTo>
                  <a:lnTo>
                    <a:pt x="471023" y="555787"/>
                  </a:lnTo>
                  <a:lnTo>
                    <a:pt x="499865" y="528724"/>
                  </a:lnTo>
                  <a:close/>
                  <a:moveTo>
                    <a:pt x="515280" y="505203"/>
                  </a:moveTo>
                  <a:lnTo>
                    <a:pt x="528535" y="501018"/>
                  </a:lnTo>
                  <a:lnTo>
                    <a:pt x="499865" y="528724"/>
                  </a:lnTo>
                  <a:close/>
                  <a:moveTo>
                    <a:pt x="515280" y="505203"/>
                  </a:moveTo>
                  <a:lnTo>
                    <a:pt x="540913" y="481109"/>
                  </a:lnTo>
                  <a:lnTo>
                    <a:pt x="528535" y="501018"/>
                  </a:lnTo>
                  <a:close/>
                  <a:moveTo>
                    <a:pt x="1368226" y="1409460"/>
                  </a:moveTo>
                  <a:lnTo>
                    <a:pt x="1297637" y="1455116"/>
                  </a:lnTo>
                  <a:lnTo>
                    <a:pt x="1336730" y="1426601"/>
                  </a:lnTo>
                  <a:close/>
                  <a:moveTo>
                    <a:pt x="1338238" y="1408768"/>
                  </a:moveTo>
                  <a:lnTo>
                    <a:pt x="1368226" y="1409460"/>
                  </a:lnTo>
                  <a:lnTo>
                    <a:pt x="1336730" y="1426601"/>
                  </a:lnTo>
                  <a:close/>
                  <a:moveTo>
                    <a:pt x="536764" y="429573"/>
                  </a:moveTo>
                  <a:lnTo>
                    <a:pt x="538549" y="468639"/>
                  </a:lnTo>
                  <a:lnTo>
                    <a:pt x="540913" y="481109"/>
                  </a:lnTo>
                  <a:close/>
                  <a:moveTo>
                    <a:pt x="594638" y="438587"/>
                  </a:moveTo>
                  <a:lnTo>
                    <a:pt x="538549" y="468639"/>
                  </a:lnTo>
                  <a:lnTo>
                    <a:pt x="536764" y="429573"/>
                  </a:lnTo>
                  <a:close/>
                  <a:moveTo>
                    <a:pt x="1138015" y="972381"/>
                  </a:moveTo>
                  <a:lnTo>
                    <a:pt x="1156299" y="948287"/>
                  </a:lnTo>
                  <a:lnTo>
                    <a:pt x="1149641" y="981338"/>
                  </a:lnTo>
                  <a:close/>
                  <a:moveTo>
                    <a:pt x="475014" y="175238"/>
                  </a:moveTo>
                  <a:lnTo>
                    <a:pt x="465990" y="199332"/>
                  </a:lnTo>
                  <a:lnTo>
                    <a:pt x="502188" y="132710"/>
                  </a:lnTo>
                  <a:close/>
                  <a:moveTo>
                    <a:pt x="465990" y="199332"/>
                  </a:moveTo>
                  <a:lnTo>
                    <a:pt x="475078" y="166250"/>
                  </a:lnTo>
                  <a:lnTo>
                    <a:pt x="502188" y="132710"/>
                  </a:lnTo>
                  <a:close/>
                  <a:moveTo>
                    <a:pt x="502188" y="132710"/>
                  </a:moveTo>
                  <a:lnTo>
                    <a:pt x="525307" y="140930"/>
                  </a:lnTo>
                  <a:lnTo>
                    <a:pt x="514850" y="123702"/>
                  </a:lnTo>
                  <a:close/>
                  <a:moveTo>
                    <a:pt x="806334" y="436256"/>
                  </a:moveTo>
                  <a:lnTo>
                    <a:pt x="817438" y="437994"/>
                  </a:lnTo>
                  <a:lnTo>
                    <a:pt x="847418" y="415184"/>
                  </a:lnTo>
                  <a:close/>
                  <a:moveTo>
                    <a:pt x="824516" y="432921"/>
                  </a:moveTo>
                  <a:lnTo>
                    <a:pt x="852877" y="408828"/>
                  </a:lnTo>
                  <a:lnTo>
                    <a:pt x="847418" y="415184"/>
                  </a:lnTo>
                  <a:close/>
                  <a:moveTo>
                    <a:pt x="514850" y="123702"/>
                  </a:moveTo>
                  <a:lnTo>
                    <a:pt x="530637" y="104177"/>
                  </a:lnTo>
                  <a:lnTo>
                    <a:pt x="502188" y="132710"/>
                  </a:lnTo>
                  <a:close/>
                  <a:moveTo>
                    <a:pt x="514850" y="123702"/>
                  </a:moveTo>
                  <a:lnTo>
                    <a:pt x="546271" y="99608"/>
                  </a:lnTo>
                  <a:lnTo>
                    <a:pt x="530637" y="104177"/>
                  </a:lnTo>
                  <a:close/>
                  <a:moveTo>
                    <a:pt x="546271" y="99608"/>
                  </a:moveTo>
                  <a:lnTo>
                    <a:pt x="514850" y="123702"/>
                  </a:lnTo>
                  <a:lnTo>
                    <a:pt x="574757" y="94458"/>
                  </a:lnTo>
                  <a:close/>
                  <a:moveTo>
                    <a:pt x="514850" y="123702"/>
                  </a:moveTo>
                  <a:lnTo>
                    <a:pt x="541216" y="103954"/>
                  </a:lnTo>
                  <a:lnTo>
                    <a:pt x="574757" y="94458"/>
                  </a:lnTo>
                  <a:close/>
                  <a:moveTo>
                    <a:pt x="574757" y="94458"/>
                  </a:moveTo>
                  <a:lnTo>
                    <a:pt x="541216" y="103954"/>
                  </a:lnTo>
                  <a:lnTo>
                    <a:pt x="620313" y="90108"/>
                  </a:lnTo>
                  <a:close/>
                  <a:moveTo>
                    <a:pt x="574757" y="94458"/>
                  </a:moveTo>
                  <a:lnTo>
                    <a:pt x="620313" y="90108"/>
                  </a:lnTo>
                  <a:lnTo>
                    <a:pt x="583533" y="93593"/>
                  </a:lnTo>
                  <a:close/>
                  <a:moveTo>
                    <a:pt x="738881" y="223837"/>
                  </a:moveTo>
                  <a:lnTo>
                    <a:pt x="777049" y="191864"/>
                  </a:lnTo>
                  <a:lnTo>
                    <a:pt x="808617" y="174990"/>
                  </a:lnTo>
                  <a:close/>
                  <a:moveTo>
                    <a:pt x="791346" y="178587"/>
                  </a:moveTo>
                  <a:lnTo>
                    <a:pt x="808617" y="174990"/>
                  </a:lnTo>
                  <a:lnTo>
                    <a:pt x="777049" y="191864"/>
                  </a:lnTo>
                  <a:close/>
                  <a:moveTo>
                    <a:pt x="791346" y="178587"/>
                  </a:moveTo>
                  <a:lnTo>
                    <a:pt x="820647" y="154493"/>
                  </a:lnTo>
                  <a:lnTo>
                    <a:pt x="808617" y="174990"/>
                  </a:lnTo>
                  <a:close/>
                  <a:moveTo>
                    <a:pt x="820647" y="154493"/>
                  </a:moveTo>
                  <a:lnTo>
                    <a:pt x="791346" y="178587"/>
                  </a:lnTo>
                  <a:lnTo>
                    <a:pt x="841122" y="121848"/>
                  </a:lnTo>
                  <a:close/>
                  <a:moveTo>
                    <a:pt x="820647" y="154493"/>
                  </a:moveTo>
                  <a:lnTo>
                    <a:pt x="841122" y="121848"/>
                  </a:lnTo>
                  <a:lnTo>
                    <a:pt x="872874" y="105661"/>
                  </a:lnTo>
                  <a:close/>
                  <a:moveTo>
                    <a:pt x="872874" y="105661"/>
                  </a:moveTo>
                  <a:lnTo>
                    <a:pt x="841122" y="121848"/>
                  </a:lnTo>
                  <a:lnTo>
                    <a:pt x="912498" y="79131"/>
                  </a:lnTo>
                  <a:close/>
                  <a:moveTo>
                    <a:pt x="912498" y="79131"/>
                  </a:moveTo>
                  <a:lnTo>
                    <a:pt x="912713" y="78629"/>
                  </a:lnTo>
                  <a:lnTo>
                    <a:pt x="906009" y="94648"/>
                  </a:lnTo>
                  <a:close/>
                  <a:moveTo>
                    <a:pt x="931522" y="27326"/>
                  </a:moveTo>
                  <a:lnTo>
                    <a:pt x="912713" y="78629"/>
                  </a:lnTo>
                  <a:lnTo>
                    <a:pt x="913207" y="78863"/>
                  </a:lnTo>
                  <a:close/>
                  <a:moveTo>
                    <a:pt x="983635" y="35524"/>
                  </a:moveTo>
                  <a:lnTo>
                    <a:pt x="912713" y="78629"/>
                  </a:lnTo>
                  <a:lnTo>
                    <a:pt x="931522" y="27326"/>
                  </a:lnTo>
                  <a:close/>
                  <a:moveTo>
                    <a:pt x="917731" y="54769"/>
                  </a:moveTo>
                  <a:lnTo>
                    <a:pt x="912713" y="78629"/>
                  </a:lnTo>
                  <a:lnTo>
                    <a:pt x="937402" y="37342"/>
                  </a:lnTo>
                  <a:close/>
                  <a:moveTo>
                    <a:pt x="983635" y="35524"/>
                  </a:moveTo>
                  <a:lnTo>
                    <a:pt x="978510" y="377"/>
                  </a:lnTo>
                  <a:lnTo>
                    <a:pt x="963495" y="0"/>
                  </a:lnTo>
                  <a:close/>
                  <a:moveTo>
                    <a:pt x="937402" y="37342"/>
                  </a:moveTo>
                  <a:lnTo>
                    <a:pt x="983635" y="35524"/>
                  </a:lnTo>
                  <a:lnTo>
                    <a:pt x="963495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66" name="Output_density__4265">
              <a:extLst>
                <a:ext uri="{FF2B5EF4-FFF2-40B4-BE49-F238E27FC236}">
                  <a16:creationId xmlns:a16="http://schemas.microsoft.com/office/drawing/2014/main" id="{C9A9CDB5-F7DD-ED81-18E7-301D055FB348}"/>
                </a:ext>
              </a:extLst>
            </p:cNvPr>
            <p:cNvSpPr>
              <a:spLocks noGrp="1"/>
            </p:cNvSpPr>
            <p:nvPr/>
          </p:nvSpPr>
          <p:spPr>
            <a:xfrm>
              <a:off x="15413208" y="2347406"/>
              <a:ext cx="1289590" cy="1963001"/>
            </a:xfrm>
            <a:custGeom>
              <a:avLst/>
              <a:gdLst/>
              <a:ahLst/>
              <a:cxnLst/>
              <a:rect l="0" t="0" r="0" b="0"/>
              <a:pathLst>
                <a:path w="1289590" h="1963001">
                  <a:moveTo>
                    <a:pt x="394772" y="1962409"/>
                  </a:moveTo>
                  <a:lnTo>
                    <a:pt x="395533" y="1963001"/>
                  </a:lnTo>
                  <a:lnTo>
                    <a:pt x="395951" y="1961940"/>
                  </a:lnTo>
                  <a:close/>
                  <a:moveTo>
                    <a:pt x="395951" y="1961940"/>
                  </a:moveTo>
                  <a:lnTo>
                    <a:pt x="395533" y="1963001"/>
                  </a:lnTo>
                  <a:lnTo>
                    <a:pt x="401425" y="1962409"/>
                  </a:lnTo>
                  <a:close/>
                  <a:moveTo>
                    <a:pt x="37887" y="1526022"/>
                  </a:moveTo>
                  <a:lnTo>
                    <a:pt x="0" y="1491262"/>
                  </a:lnTo>
                  <a:lnTo>
                    <a:pt x="28625" y="1498579"/>
                  </a:lnTo>
                  <a:close/>
                  <a:moveTo>
                    <a:pt x="37887" y="1526022"/>
                  </a:moveTo>
                  <a:lnTo>
                    <a:pt x="28625" y="1498579"/>
                  </a:lnTo>
                  <a:lnTo>
                    <a:pt x="9064" y="1550116"/>
                  </a:lnTo>
                  <a:close/>
                  <a:moveTo>
                    <a:pt x="210304" y="1496978"/>
                  </a:moveTo>
                  <a:lnTo>
                    <a:pt x="160454" y="1512986"/>
                  </a:lnTo>
                  <a:lnTo>
                    <a:pt x="206261" y="1509576"/>
                  </a:lnTo>
                  <a:close/>
                  <a:moveTo>
                    <a:pt x="210304" y="1496978"/>
                  </a:moveTo>
                  <a:lnTo>
                    <a:pt x="165530" y="1495396"/>
                  </a:lnTo>
                  <a:lnTo>
                    <a:pt x="160454" y="1512986"/>
                  </a:lnTo>
                  <a:close/>
                  <a:moveTo>
                    <a:pt x="224935" y="1444497"/>
                  </a:moveTo>
                  <a:lnTo>
                    <a:pt x="193845" y="1426298"/>
                  </a:lnTo>
                  <a:lnTo>
                    <a:pt x="210304" y="1496978"/>
                  </a:lnTo>
                  <a:close/>
                  <a:moveTo>
                    <a:pt x="131917" y="1334495"/>
                  </a:moveTo>
                  <a:lnTo>
                    <a:pt x="156407" y="1362957"/>
                  </a:lnTo>
                  <a:lnTo>
                    <a:pt x="111367" y="1347318"/>
                  </a:lnTo>
                  <a:close/>
                  <a:moveTo>
                    <a:pt x="156364" y="1377362"/>
                  </a:moveTo>
                  <a:lnTo>
                    <a:pt x="120509" y="1363641"/>
                  </a:lnTo>
                  <a:lnTo>
                    <a:pt x="111367" y="1347318"/>
                  </a:lnTo>
                  <a:close/>
                  <a:moveTo>
                    <a:pt x="147466" y="1374761"/>
                  </a:moveTo>
                  <a:lnTo>
                    <a:pt x="156364" y="1377362"/>
                  </a:lnTo>
                  <a:lnTo>
                    <a:pt x="111367" y="1347318"/>
                  </a:lnTo>
                  <a:close/>
                  <a:moveTo>
                    <a:pt x="163498" y="1374761"/>
                  </a:moveTo>
                  <a:lnTo>
                    <a:pt x="131917" y="1334495"/>
                  </a:lnTo>
                  <a:lnTo>
                    <a:pt x="130593" y="1347318"/>
                  </a:lnTo>
                  <a:close/>
                  <a:moveTo>
                    <a:pt x="130593" y="1347318"/>
                  </a:moveTo>
                  <a:lnTo>
                    <a:pt x="120509" y="1363641"/>
                  </a:lnTo>
                  <a:lnTo>
                    <a:pt x="163498" y="1374761"/>
                  </a:lnTo>
                  <a:close/>
                  <a:moveTo>
                    <a:pt x="153319" y="1216511"/>
                  </a:moveTo>
                  <a:lnTo>
                    <a:pt x="132748" y="1208333"/>
                  </a:lnTo>
                  <a:lnTo>
                    <a:pt x="201342" y="1247594"/>
                  </a:lnTo>
                  <a:close/>
                  <a:moveTo>
                    <a:pt x="201342" y="1247594"/>
                  </a:moveTo>
                  <a:lnTo>
                    <a:pt x="132748" y="1208333"/>
                  </a:lnTo>
                  <a:lnTo>
                    <a:pt x="124520" y="1220151"/>
                  </a:lnTo>
                  <a:close/>
                  <a:moveTo>
                    <a:pt x="678380" y="1758774"/>
                  </a:moveTo>
                  <a:lnTo>
                    <a:pt x="731777" y="1790402"/>
                  </a:lnTo>
                  <a:lnTo>
                    <a:pt x="713458" y="1778462"/>
                  </a:lnTo>
                  <a:close/>
                  <a:moveTo>
                    <a:pt x="233509" y="1071852"/>
                  </a:moveTo>
                  <a:lnTo>
                    <a:pt x="204339" y="1068890"/>
                  </a:lnTo>
                  <a:lnTo>
                    <a:pt x="203053" y="1063673"/>
                  </a:lnTo>
                  <a:close/>
                  <a:moveTo>
                    <a:pt x="891690" y="1762046"/>
                  </a:moveTo>
                  <a:lnTo>
                    <a:pt x="878797" y="1742214"/>
                  </a:lnTo>
                  <a:lnTo>
                    <a:pt x="881215" y="1746748"/>
                  </a:lnTo>
                  <a:close/>
                  <a:moveTo>
                    <a:pt x="271380" y="983363"/>
                  </a:moveTo>
                  <a:lnTo>
                    <a:pt x="312776" y="1018865"/>
                  </a:lnTo>
                  <a:lnTo>
                    <a:pt x="316486" y="1020702"/>
                  </a:lnTo>
                  <a:close/>
                  <a:moveTo>
                    <a:pt x="316486" y="1020702"/>
                  </a:moveTo>
                  <a:lnTo>
                    <a:pt x="297375" y="1001061"/>
                  </a:lnTo>
                  <a:lnTo>
                    <a:pt x="271380" y="983363"/>
                  </a:lnTo>
                  <a:close/>
                  <a:moveTo>
                    <a:pt x="767794" y="1473092"/>
                  </a:moveTo>
                  <a:lnTo>
                    <a:pt x="810530" y="1476330"/>
                  </a:lnTo>
                  <a:lnTo>
                    <a:pt x="776468" y="1432995"/>
                  </a:lnTo>
                  <a:close/>
                  <a:moveTo>
                    <a:pt x="771875" y="1417501"/>
                  </a:moveTo>
                  <a:lnTo>
                    <a:pt x="767794" y="1473092"/>
                  </a:lnTo>
                  <a:lnTo>
                    <a:pt x="776468" y="1432995"/>
                  </a:lnTo>
                  <a:close/>
                  <a:moveTo>
                    <a:pt x="823366" y="1435338"/>
                  </a:moveTo>
                  <a:lnTo>
                    <a:pt x="771875" y="1417501"/>
                  </a:lnTo>
                  <a:lnTo>
                    <a:pt x="776468" y="1432995"/>
                  </a:lnTo>
                  <a:close/>
                  <a:moveTo>
                    <a:pt x="681467" y="1317063"/>
                  </a:moveTo>
                  <a:lnTo>
                    <a:pt x="721984" y="1365866"/>
                  </a:lnTo>
                  <a:lnTo>
                    <a:pt x="722530" y="1357364"/>
                  </a:lnTo>
                  <a:close/>
                  <a:moveTo>
                    <a:pt x="722530" y="1357364"/>
                  </a:moveTo>
                  <a:lnTo>
                    <a:pt x="706807" y="1348900"/>
                  </a:lnTo>
                  <a:lnTo>
                    <a:pt x="681467" y="1317063"/>
                  </a:lnTo>
                  <a:close/>
                  <a:moveTo>
                    <a:pt x="427169" y="1002083"/>
                  </a:moveTo>
                  <a:lnTo>
                    <a:pt x="461785" y="1005257"/>
                  </a:lnTo>
                  <a:lnTo>
                    <a:pt x="429666" y="996608"/>
                  </a:lnTo>
                  <a:close/>
                  <a:moveTo>
                    <a:pt x="427169" y="1002083"/>
                  </a:moveTo>
                  <a:lnTo>
                    <a:pt x="421115" y="996608"/>
                  </a:lnTo>
                  <a:lnTo>
                    <a:pt x="428411" y="1057150"/>
                  </a:lnTo>
                  <a:close/>
                  <a:moveTo>
                    <a:pt x="337409" y="967665"/>
                  </a:moveTo>
                  <a:lnTo>
                    <a:pt x="305623" y="955524"/>
                  </a:lnTo>
                  <a:lnTo>
                    <a:pt x="373499" y="1001068"/>
                  </a:lnTo>
                  <a:close/>
                  <a:moveTo>
                    <a:pt x="358026" y="918249"/>
                  </a:moveTo>
                  <a:lnTo>
                    <a:pt x="313336" y="893535"/>
                  </a:lnTo>
                  <a:lnTo>
                    <a:pt x="337409" y="967665"/>
                  </a:lnTo>
                  <a:close/>
                  <a:moveTo>
                    <a:pt x="337409" y="967665"/>
                  </a:moveTo>
                  <a:lnTo>
                    <a:pt x="313336" y="893535"/>
                  </a:lnTo>
                  <a:lnTo>
                    <a:pt x="303073" y="894854"/>
                  </a:lnTo>
                  <a:close/>
                  <a:moveTo>
                    <a:pt x="390895" y="899422"/>
                  </a:moveTo>
                  <a:lnTo>
                    <a:pt x="358026" y="918249"/>
                  </a:lnTo>
                  <a:lnTo>
                    <a:pt x="337409" y="967665"/>
                  </a:lnTo>
                  <a:close/>
                  <a:moveTo>
                    <a:pt x="390895" y="899422"/>
                  </a:moveTo>
                  <a:lnTo>
                    <a:pt x="337409" y="967665"/>
                  </a:lnTo>
                  <a:lnTo>
                    <a:pt x="411787" y="945179"/>
                  </a:lnTo>
                  <a:close/>
                  <a:moveTo>
                    <a:pt x="682344" y="1305828"/>
                  </a:moveTo>
                  <a:lnTo>
                    <a:pt x="642456" y="1254291"/>
                  </a:lnTo>
                  <a:lnTo>
                    <a:pt x="658638" y="1272880"/>
                  </a:lnTo>
                  <a:close/>
                  <a:moveTo>
                    <a:pt x="869149" y="1436344"/>
                  </a:moveTo>
                  <a:lnTo>
                    <a:pt x="879249" y="1469599"/>
                  </a:lnTo>
                  <a:lnTo>
                    <a:pt x="912393" y="1458622"/>
                  </a:lnTo>
                  <a:close/>
                  <a:moveTo>
                    <a:pt x="869149" y="1436344"/>
                  </a:moveTo>
                  <a:lnTo>
                    <a:pt x="864202" y="1460437"/>
                  </a:lnTo>
                  <a:lnTo>
                    <a:pt x="879249" y="1469599"/>
                  </a:lnTo>
                  <a:close/>
                  <a:moveTo>
                    <a:pt x="864202" y="1460437"/>
                  </a:moveTo>
                  <a:lnTo>
                    <a:pt x="869149" y="1436344"/>
                  </a:lnTo>
                  <a:lnTo>
                    <a:pt x="823366" y="1435338"/>
                  </a:lnTo>
                  <a:close/>
                  <a:moveTo>
                    <a:pt x="869149" y="1436344"/>
                  </a:moveTo>
                  <a:lnTo>
                    <a:pt x="858273" y="1430953"/>
                  </a:lnTo>
                  <a:lnTo>
                    <a:pt x="823366" y="1435338"/>
                  </a:lnTo>
                  <a:close/>
                  <a:moveTo>
                    <a:pt x="912393" y="1458622"/>
                  </a:moveTo>
                  <a:lnTo>
                    <a:pt x="879249" y="1469599"/>
                  </a:lnTo>
                  <a:lnTo>
                    <a:pt x="963200" y="1473904"/>
                  </a:lnTo>
                  <a:close/>
                  <a:moveTo>
                    <a:pt x="771875" y="1417501"/>
                  </a:moveTo>
                  <a:lnTo>
                    <a:pt x="823366" y="1435338"/>
                  </a:lnTo>
                  <a:lnTo>
                    <a:pt x="858273" y="1430953"/>
                  </a:lnTo>
                  <a:close/>
                  <a:moveTo>
                    <a:pt x="734729" y="1318392"/>
                  </a:moveTo>
                  <a:lnTo>
                    <a:pt x="722530" y="1357364"/>
                  </a:lnTo>
                  <a:lnTo>
                    <a:pt x="758293" y="1292587"/>
                  </a:lnTo>
                  <a:close/>
                  <a:moveTo>
                    <a:pt x="758293" y="1292587"/>
                  </a:moveTo>
                  <a:lnTo>
                    <a:pt x="722530" y="1357364"/>
                  </a:lnTo>
                  <a:lnTo>
                    <a:pt x="773142" y="1343258"/>
                  </a:lnTo>
                  <a:close/>
                  <a:moveTo>
                    <a:pt x="716964" y="1281734"/>
                  </a:moveTo>
                  <a:lnTo>
                    <a:pt x="682344" y="1305828"/>
                  </a:lnTo>
                  <a:lnTo>
                    <a:pt x="706807" y="1348900"/>
                  </a:lnTo>
                  <a:close/>
                  <a:moveTo>
                    <a:pt x="537309" y="929626"/>
                  </a:moveTo>
                  <a:lnTo>
                    <a:pt x="535415" y="983380"/>
                  </a:lnTo>
                  <a:lnTo>
                    <a:pt x="535923" y="972514"/>
                  </a:lnTo>
                  <a:close/>
                  <a:moveTo>
                    <a:pt x="178108" y="669514"/>
                  </a:moveTo>
                  <a:lnTo>
                    <a:pt x="195257" y="659036"/>
                  </a:lnTo>
                  <a:lnTo>
                    <a:pt x="142830" y="637694"/>
                  </a:lnTo>
                  <a:close/>
                  <a:moveTo>
                    <a:pt x="606619" y="1075587"/>
                  </a:moveTo>
                  <a:lnTo>
                    <a:pt x="606110" y="1089373"/>
                  </a:lnTo>
                  <a:lnTo>
                    <a:pt x="628078" y="1094322"/>
                  </a:lnTo>
                  <a:close/>
                  <a:moveTo>
                    <a:pt x="617449" y="1054580"/>
                  </a:moveTo>
                  <a:lnTo>
                    <a:pt x="606110" y="1089373"/>
                  </a:lnTo>
                  <a:lnTo>
                    <a:pt x="606619" y="1075587"/>
                  </a:lnTo>
                  <a:close/>
                  <a:moveTo>
                    <a:pt x="1057197" y="1590953"/>
                  </a:moveTo>
                  <a:lnTo>
                    <a:pt x="1092202" y="1606865"/>
                  </a:lnTo>
                  <a:lnTo>
                    <a:pt x="1080689" y="1603598"/>
                  </a:lnTo>
                  <a:close/>
                  <a:moveTo>
                    <a:pt x="1028120" y="1413380"/>
                  </a:moveTo>
                  <a:lnTo>
                    <a:pt x="963200" y="1473904"/>
                  </a:lnTo>
                  <a:lnTo>
                    <a:pt x="1010537" y="1476211"/>
                  </a:lnTo>
                  <a:close/>
                  <a:moveTo>
                    <a:pt x="844078" y="1260828"/>
                  </a:moveTo>
                  <a:lnTo>
                    <a:pt x="849567" y="1263503"/>
                  </a:lnTo>
                  <a:lnTo>
                    <a:pt x="838595" y="1257640"/>
                  </a:lnTo>
                  <a:close/>
                  <a:moveTo>
                    <a:pt x="768182" y="1103030"/>
                  </a:moveTo>
                  <a:lnTo>
                    <a:pt x="772589" y="1150369"/>
                  </a:lnTo>
                  <a:lnTo>
                    <a:pt x="755245" y="1178660"/>
                  </a:lnTo>
                  <a:close/>
                  <a:moveTo>
                    <a:pt x="628078" y="1094322"/>
                  </a:moveTo>
                  <a:lnTo>
                    <a:pt x="703094" y="1065217"/>
                  </a:lnTo>
                  <a:lnTo>
                    <a:pt x="662386" y="1087694"/>
                  </a:lnTo>
                  <a:close/>
                  <a:moveTo>
                    <a:pt x="628078" y="1094322"/>
                  </a:moveTo>
                  <a:lnTo>
                    <a:pt x="592594" y="1062379"/>
                  </a:lnTo>
                  <a:lnTo>
                    <a:pt x="606619" y="1075587"/>
                  </a:lnTo>
                  <a:close/>
                  <a:moveTo>
                    <a:pt x="362934" y="695943"/>
                  </a:moveTo>
                  <a:lnTo>
                    <a:pt x="383260" y="703019"/>
                  </a:lnTo>
                  <a:lnTo>
                    <a:pt x="358539" y="650365"/>
                  </a:lnTo>
                  <a:close/>
                  <a:moveTo>
                    <a:pt x="392442" y="639201"/>
                  </a:moveTo>
                  <a:lnTo>
                    <a:pt x="401521" y="639811"/>
                  </a:lnTo>
                  <a:lnTo>
                    <a:pt x="401735" y="637191"/>
                  </a:lnTo>
                  <a:close/>
                  <a:moveTo>
                    <a:pt x="152639" y="439248"/>
                  </a:moveTo>
                  <a:lnTo>
                    <a:pt x="201714" y="437333"/>
                  </a:lnTo>
                  <a:lnTo>
                    <a:pt x="155801" y="416394"/>
                  </a:lnTo>
                  <a:close/>
                  <a:moveTo>
                    <a:pt x="201714" y="437333"/>
                  </a:moveTo>
                  <a:lnTo>
                    <a:pt x="206559" y="431491"/>
                  </a:lnTo>
                  <a:lnTo>
                    <a:pt x="155801" y="416394"/>
                  </a:lnTo>
                  <a:close/>
                  <a:moveTo>
                    <a:pt x="1197174" y="1554862"/>
                  </a:moveTo>
                  <a:lnTo>
                    <a:pt x="1177542" y="1542765"/>
                  </a:lnTo>
                  <a:lnTo>
                    <a:pt x="1128477" y="1607594"/>
                  </a:lnTo>
                  <a:close/>
                  <a:moveTo>
                    <a:pt x="849567" y="1263503"/>
                  </a:moveTo>
                  <a:lnTo>
                    <a:pt x="907086" y="1303881"/>
                  </a:lnTo>
                  <a:lnTo>
                    <a:pt x="934014" y="1269657"/>
                  </a:lnTo>
                  <a:close/>
                  <a:moveTo>
                    <a:pt x="886419" y="1138901"/>
                  </a:moveTo>
                  <a:lnTo>
                    <a:pt x="947586" y="1182009"/>
                  </a:lnTo>
                  <a:lnTo>
                    <a:pt x="952109" y="1186222"/>
                  </a:lnTo>
                  <a:close/>
                  <a:moveTo>
                    <a:pt x="766867" y="1097389"/>
                  </a:moveTo>
                  <a:lnTo>
                    <a:pt x="703094" y="1065217"/>
                  </a:lnTo>
                  <a:lnTo>
                    <a:pt x="748315" y="1103030"/>
                  </a:lnTo>
                  <a:close/>
                  <a:moveTo>
                    <a:pt x="705055" y="1046915"/>
                  </a:moveTo>
                  <a:lnTo>
                    <a:pt x="703094" y="1065217"/>
                  </a:lnTo>
                  <a:lnTo>
                    <a:pt x="766867" y="1097389"/>
                  </a:lnTo>
                  <a:close/>
                  <a:moveTo>
                    <a:pt x="750808" y="1047701"/>
                  </a:moveTo>
                  <a:lnTo>
                    <a:pt x="705055" y="1046915"/>
                  </a:lnTo>
                  <a:lnTo>
                    <a:pt x="766867" y="1097389"/>
                  </a:lnTo>
                  <a:close/>
                  <a:moveTo>
                    <a:pt x="766867" y="1097389"/>
                  </a:moveTo>
                  <a:lnTo>
                    <a:pt x="772589" y="1150369"/>
                  </a:lnTo>
                  <a:lnTo>
                    <a:pt x="768182" y="1103030"/>
                  </a:lnTo>
                  <a:close/>
                  <a:moveTo>
                    <a:pt x="750808" y="1047701"/>
                  </a:moveTo>
                  <a:lnTo>
                    <a:pt x="768182" y="1103030"/>
                  </a:lnTo>
                  <a:lnTo>
                    <a:pt x="755610" y="1051493"/>
                  </a:lnTo>
                  <a:close/>
                  <a:moveTo>
                    <a:pt x="750808" y="1047701"/>
                  </a:moveTo>
                  <a:lnTo>
                    <a:pt x="766867" y="1097389"/>
                  </a:lnTo>
                  <a:lnTo>
                    <a:pt x="768182" y="1103030"/>
                  </a:lnTo>
                  <a:close/>
                  <a:moveTo>
                    <a:pt x="705055" y="1046915"/>
                  </a:moveTo>
                  <a:lnTo>
                    <a:pt x="750808" y="1047701"/>
                  </a:lnTo>
                  <a:lnTo>
                    <a:pt x="759261" y="978086"/>
                  </a:lnTo>
                  <a:close/>
                  <a:moveTo>
                    <a:pt x="759261" y="978086"/>
                  </a:moveTo>
                  <a:lnTo>
                    <a:pt x="750808" y="1047701"/>
                  </a:lnTo>
                  <a:lnTo>
                    <a:pt x="792142" y="989336"/>
                  </a:lnTo>
                  <a:close/>
                  <a:moveTo>
                    <a:pt x="650946" y="990180"/>
                  </a:moveTo>
                  <a:lnTo>
                    <a:pt x="680530" y="941368"/>
                  </a:lnTo>
                  <a:lnTo>
                    <a:pt x="640558" y="935882"/>
                  </a:lnTo>
                  <a:close/>
                  <a:moveTo>
                    <a:pt x="358064" y="637159"/>
                  </a:moveTo>
                  <a:lnTo>
                    <a:pt x="401735" y="637191"/>
                  </a:lnTo>
                  <a:lnTo>
                    <a:pt x="372676" y="568323"/>
                  </a:lnTo>
                  <a:close/>
                  <a:moveTo>
                    <a:pt x="335821" y="529757"/>
                  </a:moveTo>
                  <a:lnTo>
                    <a:pt x="339183" y="587664"/>
                  </a:lnTo>
                  <a:lnTo>
                    <a:pt x="314842" y="571573"/>
                  </a:lnTo>
                  <a:close/>
                  <a:moveTo>
                    <a:pt x="1197174" y="1554862"/>
                  </a:moveTo>
                  <a:lnTo>
                    <a:pt x="1207923" y="1542765"/>
                  </a:lnTo>
                  <a:lnTo>
                    <a:pt x="1201587" y="1536547"/>
                  </a:lnTo>
                  <a:close/>
                  <a:moveTo>
                    <a:pt x="1239271" y="1537577"/>
                  </a:moveTo>
                  <a:lnTo>
                    <a:pt x="1201587" y="1536547"/>
                  </a:lnTo>
                  <a:lnTo>
                    <a:pt x="1207923" y="1542765"/>
                  </a:lnTo>
                  <a:close/>
                  <a:moveTo>
                    <a:pt x="1258371" y="1518671"/>
                  </a:moveTo>
                  <a:lnTo>
                    <a:pt x="1210106" y="1467135"/>
                  </a:lnTo>
                  <a:lnTo>
                    <a:pt x="1239271" y="1537577"/>
                  </a:lnTo>
                  <a:close/>
                  <a:moveTo>
                    <a:pt x="905968" y="1123009"/>
                  </a:moveTo>
                  <a:lnTo>
                    <a:pt x="901404" y="1147733"/>
                  </a:lnTo>
                  <a:lnTo>
                    <a:pt x="937806" y="1157916"/>
                  </a:lnTo>
                  <a:close/>
                  <a:moveTo>
                    <a:pt x="1258951" y="1402408"/>
                  </a:moveTo>
                  <a:lnTo>
                    <a:pt x="1289590" y="1415482"/>
                  </a:lnTo>
                  <a:lnTo>
                    <a:pt x="1235110" y="1359048"/>
                  </a:lnTo>
                  <a:close/>
                  <a:moveTo>
                    <a:pt x="786417" y="721529"/>
                  </a:moveTo>
                  <a:lnTo>
                    <a:pt x="802722" y="792507"/>
                  </a:lnTo>
                  <a:lnTo>
                    <a:pt x="816000" y="733300"/>
                  </a:lnTo>
                  <a:close/>
                  <a:moveTo>
                    <a:pt x="886952" y="699269"/>
                  </a:moveTo>
                  <a:lnTo>
                    <a:pt x="854761" y="773065"/>
                  </a:lnTo>
                  <a:lnTo>
                    <a:pt x="889533" y="759913"/>
                  </a:lnTo>
                  <a:close/>
                  <a:moveTo>
                    <a:pt x="1053681" y="827951"/>
                  </a:moveTo>
                  <a:lnTo>
                    <a:pt x="1063992" y="826894"/>
                  </a:lnTo>
                  <a:lnTo>
                    <a:pt x="1028591" y="785568"/>
                  </a:lnTo>
                  <a:close/>
                  <a:moveTo>
                    <a:pt x="1028591" y="785568"/>
                  </a:moveTo>
                  <a:lnTo>
                    <a:pt x="1053601" y="827823"/>
                  </a:lnTo>
                  <a:lnTo>
                    <a:pt x="1053681" y="827951"/>
                  </a:lnTo>
                  <a:close/>
                  <a:moveTo>
                    <a:pt x="898496" y="673341"/>
                  </a:moveTo>
                  <a:lnTo>
                    <a:pt x="886609" y="687718"/>
                  </a:lnTo>
                  <a:lnTo>
                    <a:pt x="839245" y="637328"/>
                  </a:lnTo>
                  <a:close/>
                  <a:moveTo>
                    <a:pt x="639595" y="371979"/>
                  </a:moveTo>
                  <a:lnTo>
                    <a:pt x="687327" y="371156"/>
                  </a:lnTo>
                  <a:lnTo>
                    <a:pt x="668882" y="323408"/>
                  </a:lnTo>
                  <a:close/>
                  <a:moveTo>
                    <a:pt x="639595" y="371979"/>
                  </a:moveTo>
                  <a:lnTo>
                    <a:pt x="668882" y="323408"/>
                  </a:lnTo>
                  <a:lnTo>
                    <a:pt x="625962" y="320319"/>
                  </a:lnTo>
                  <a:close/>
                  <a:moveTo>
                    <a:pt x="580022" y="279925"/>
                  </a:moveTo>
                  <a:lnTo>
                    <a:pt x="625962" y="320319"/>
                  </a:lnTo>
                  <a:lnTo>
                    <a:pt x="629880" y="291662"/>
                  </a:lnTo>
                  <a:close/>
                  <a:moveTo>
                    <a:pt x="625962" y="320319"/>
                  </a:moveTo>
                  <a:lnTo>
                    <a:pt x="668882" y="323408"/>
                  </a:lnTo>
                  <a:lnTo>
                    <a:pt x="629880" y="291662"/>
                  </a:lnTo>
                  <a:close/>
                  <a:moveTo>
                    <a:pt x="474945" y="178901"/>
                  </a:moveTo>
                  <a:lnTo>
                    <a:pt x="431961" y="175864"/>
                  </a:lnTo>
                  <a:lnTo>
                    <a:pt x="432291" y="211838"/>
                  </a:lnTo>
                  <a:close/>
                  <a:moveTo>
                    <a:pt x="516391" y="176919"/>
                  </a:moveTo>
                  <a:lnTo>
                    <a:pt x="526552" y="157975"/>
                  </a:lnTo>
                  <a:lnTo>
                    <a:pt x="490246" y="118944"/>
                  </a:lnTo>
                  <a:close/>
                  <a:moveTo>
                    <a:pt x="552922" y="178605"/>
                  </a:moveTo>
                  <a:lnTo>
                    <a:pt x="581563" y="209511"/>
                  </a:lnTo>
                  <a:lnTo>
                    <a:pt x="576355" y="197182"/>
                  </a:lnTo>
                  <a:close/>
                  <a:moveTo>
                    <a:pt x="526552" y="157975"/>
                  </a:moveTo>
                  <a:lnTo>
                    <a:pt x="552922" y="178605"/>
                  </a:lnTo>
                  <a:lnTo>
                    <a:pt x="559048" y="185418"/>
                  </a:lnTo>
                  <a:close/>
                  <a:moveTo>
                    <a:pt x="705798" y="161324"/>
                  </a:moveTo>
                  <a:lnTo>
                    <a:pt x="669965" y="133881"/>
                  </a:lnTo>
                  <a:lnTo>
                    <a:pt x="668382" y="109787"/>
                  </a:lnTo>
                  <a:close/>
                  <a:moveTo>
                    <a:pt x="641248" y="82345"/>
                  </a:moveTo>
                  <a:lnTo>
                    <a:pt x="630415" y="65727"/>
                  </a:lnTo>
                  <a:lnTo>
                    <a:pt x="668382" y="109787"/>
                  </a:lnTo>
                  <a:close/>
                  <a:moveTo>
                    <a:pt x="669965" y="133881"/>
                  </a:moveTo>
                  <a:lnTo>
                    <a:pt x="641248" y="82345"/>
                  </a:lnTo>
                  <a:lnTo>
                    <a:pt x="668382" y="109787"/>
                  </a:lnTo>
                  <a:close/>
                  <a:moveTo>
                    <a:pt x="761600" y="30085"/>
                  </a:moveTo>
                  <a:lnTo>
                    <a:pt x="727526" y="0"/>
                  </a:lnTo>
                  <a:lnTo>
                    <a:pt x="764417" y="34157"/>
                  </a:lnTo>
                  <a:close/>
                  <a:moveTo>
                    <a:pt x="761600" y="30085"/>
                  </a:moveTo>
                  <a:lnTo>
                    <a:pt x="764880" y="32375"/>
                  </a:lnTo>
                  <a:lnTo>
                    <a:pt x="731089" y="21864"/>
                  </a:lnTo>
                  <a:close/>
                  <a:moveTo>
                    <a:pt x="1021152" y="164187"/>
                  </a:moveTo>
                  <a:lnTo>
                    <a:pt x="1019443" y="164673"/>
                  </a:lnTo>
                  <a:lnTo>
                    <a:pt x="1057526" y="197360"/>
                  </a:lnTo>
                  <a:close/>
                  <a:moveTo>
                    <a:pt x="1021152" y="164187"/>
                  </a:moveTo>
                  <a:lnTo>
                    <a:pt x="1054276" y="216209"/>
                  </a:lnTo>
                  <a:lnTo>
                    <a:pt x="1021074" y="16467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67" name="Output_density__4266">
              <a:extLst>
                <a:ext uri="{FF2B5EF4-FFF2-40B4-BE49-F238E27FC236}">
                  <a16:creationId xmlns:a16="http://schemas.microsoft.com/office/drawing/2014/main" id="{F841A706-3016-8905-8193-123063C37042}"/>
                </a:ext>
              </a:extLst>
            </p:cNvPr>
            <p:cNvSpPr>
              <a:spLocks noGrp="1"/>
            </p:cNvSpPr>
            <p:nvPr/>
          </p:nvSpPr>
          <p:spPr>
            <a:xfrm>
              <a:off x="15072191" y="2203903"/>
              <a:ext cx="1617437" cy="2105912"/>
            </a:xfrm>
            <a:custGeom>
              <a:avLst/>
              <a:gdLst/>
              <a:ahLst/>
              <a:cxnLst/>
              <a:rect l="0" t="0" r="0" b="0"/>
              <a:pathLst>
                <a:path w="1617437" h="2105912">
                  <a:moveTo>
                    <a:pt x="746727" y="2030282"/>
                  </a:moveTo>
                  <a:lnTo>
                    <a:pt x="736968" y="2105443"/>
                  </a:lnTo>
                  <a:lnTo>
                    <a:pt x="754447" y="2038518"/>
                  </a:lnTo>
                  <a:close/>
                  <a:moveTo>
                    <a:pt x="686323" y="2054375"/>
                  </a:moveTo>
                  <a:lnTo>
                    <a:pt x="735789" y="2105912"/>
                  </a:lnTo>
                  <a:lnTo>
                    <a:pt x="746727" y="2030282"/>
                  </a:lnTo>
                  <a:close/>
                  <a:moveTo>
                    <a:pt x="746727" y="2030282"/>
                  </a:moveTo>
                  <a:lnTo>
                    <a:pt x="754447" y="2038518"/>
                  </a:lnTo>
                  <a:lnTo>
                    <a:pt x="754779" y="2028221"/>
                  </a:lnTo>
                  <a:close/>
                  <a:moveTo>
                    <a:pt x="807795" y="2023102"/>
                  </a:moveTo>
                  <a:lnTo>
                    <a:pt x="754779" y="2028221"/>
                  </a:lnTo>
                  <a:lnTo>
                    <a:pt x="754447" y="2038518"/>
                  </a:lnTo>
                  <a:close/>
                  <a:moveTo>
                    <a:pt x="754779" y="2028221"/>
                  </a:moveTo>
                  <a:lnTo>
                    <a:pt x="807795" y="2023102"/>
                  </a:lnTo>
                  <a:lnTo>
                    <a:pt x="799176" y="1967366"/>
                  </a:lnTo>
                  <a:close/>
                  <a:moveTo>
                    <a:pt x="754779" y="2028221"/>
                  </a:moveTo>
                  <a:lnTo>
                    <a:pt x="799176" y="1967366"/>
                  </a:lnTo>
                  <a:lnTo>
                    <a:pt x="739297" y="1978065"/>
                  </a:lnTo>
                  <a:close/>
                  <a:moveTo>
                    <a:pt x="484188" y="1456974"/>
                  </a:moveTo>
                  <a:lnTo>
                    <a:pt x="508931" y="1448733"/>
                  </a:lnTo>
                  <a:lnTo>
                    <a:pt x="492520" y="1415191"/>
                  </a:lnTo>
                  <a:close/>
                  <a:moveTo>
                    <a:pt x="492520" y="1415191"/>
                  </a:moveTo>
                  <a:lnTo>
                    <a:pt x="519235" y="1442634"/>
                  </a:lnTo>
                  <a:lnTo>
                    <a:pt x="542359" y="1391097"/>
                  </a:lnTo>
                  <a:close/>
                  <a:moveTo>
                    <a:pt x="320519" y="1133414"/>
                  </a:moveTo>
                  <a:lnTo>
                    <a:pt x="335130" y="1114125"/>
                  </a:lnTo>
                  <a:lnTo>
                    <a:pt x="284238" y="1105972"/>
                  </a:lnTo>
                  <a:close/>
                  <a:moveTo>
                    <a:pt x="0" y="780952"/>
                  </a:moveTo>
                  <a:lnTo>
                    <a:pt x="36408" y="772658"/>
                  </a:lnTo>
                  <a:lnTo>
                    <a:pt x="6260" y="757916"/>
                  </a:lnTo>
                  <a:close/>
                  <a:moveTo>
                    <a:pt x="0" y="780952"/>
                  </a:moveTo>
                  <a:lnTo>
                    <a:pt x="15805" y="793606"/>
                  </a:lnTo>
                  <a:lnTo>
                    <a:pt x="36408" y="772658"/>
                  </a:lnTo>
                  <a:close/>
                  <a:moveTo>
                    <a:pt x="535638" y="1204860"/>
                  </a:moveTo>
                  <a:lnTo>
                    <a:pt x="461558" y="1236487"/>
                  </a:lnTo>
                  <a:lnTo>
                    <a:pt x="522854" y="1212393"/>
                  </a:lnTo>
                  <a:close/>
                  <a:moveTo>
                    <a:pt x="1080104" y="1858275"/>
                  </a:moveTo>
                  <a:lnTo>
                    <a:pt x="1065943" y="1806739"/>
                  </a:lnTo>
                  <a:lnTo>
                    <a:pt x="1084212" y="1858475"/>
                  </a:lnTo>
                  <a:close/>
                  <a:moveTo>
                    <a:pt x="1084212" y="1858475"/>
                  </a:moveTo>
                  <a:lnTo>
                    <a:pt x="1065943" y="1806739"/>
                  </a:lnTo>
                  <a:lnTo>
                    <a:pt x="1091271" y="1819084"/>
                  </a:lnTo>
                  <a:close/>
                  <a:moveTo>
                    <a:pt x="1064391" y="1865697"/>
                  </a:moveTo>
                  <a:lnTo>
                    <a:pt x="1080104" y="1858275"/>
                  </a:lnTo>
                  <a:lnTo>
                    <a:pt x="1084212" y="1858475"/>
                  </a:lnTo>
                  <a:close/>
                  <a:moveTo>
                    <a:pt x="1084212" y="1858475"/>
                  </a:moveTo>
                  <a:lnTo>
                    <a:pt x="1059143" y="1830832"/>
                  </a:lnTo>
                  <a:lnTo>
                    <a:pt x="1057091" y="1808889"/>
                  </a:lnTo>
                  <a:close/>
                  <a:moveTo>
                    <a:pt x="1057091" y="1808889"/>
                  </a:moveTo>
                  <a:lnTo>
                    <a:pt x="1064391" y="1865697"/>
                  </a:lnTo>
                  <a:lnTo>
                    <a:pt x="1084212" y="1858475"/>
                  </a:lnTo>
                  <a:close/>
                  <a:moveTo>
                    <a:pt x="69223" y="548851"/>
                  </a:moveTo>
                  <a:lnTo>
                    <a:pt x="7292" y="593954"/>
                  </a:lnTo>
                  <a:lnTo>
                    <a:pt x="43485" y="569860"/>
                  </a:lnTo>
                  <a:close/>
                  <a:moveTo>
                    <a:pt x="69223" y="548851"/>
                  </a:moveTo>
                  <a:lnTo>
                    <a:pt x="37903" y="566650"/>
                  </a:lnTo>
                  <a:lnTo>
                    <a:pt x="7292" y="593954"/>
                  </a:lnTo>
                  <a:close/>
                  <a:moveTo>
                    <a:pt x="1222232" y="1890252"/>
                  </a:moveTo>
                  <a:lnTo>
                    <a:pt x="1219814" y="1885718"/>
                  </a:lnTo>
                  <a:lnTo>
                    <a:pt x="1203020" y="1858202"/>
                  </a:lnTo>
                  <a:close/>
                  <a:moveTo>
                    <a:pt x="1159128" y="1739156"/>
                  </a:moveTo>
                  <a:lnTo>
                    <a:pt x="1111344" y="1755202"/>
                  </a:lnTo>
                  <a:lnTo>
                    <a:pt x="1114927" y="1799852"/>
                  </a:lnTo>
                  <a:close/>
                  <a:moveTo>
                    <a:pt x="1162336" y="1799291"/>
                  </a:moveTo>
                  <a:lnTo>
                    <a:pt x="1159128" y="1739156"/>
                  </a:lnTo>
                  <a:lnTo>
                    <a:pt x="1114927" y="1799852"/>
                  </a:lnTo>
                  <a:close/>
                  <a:moveTo>
                    <a:pt x="1224918" y="1765395"/>
                  </a:moveTo>
                  <a:lnTo>
                    <a:pt x="1203357" y="1731108"/>
                  </a:lnTo>
                  <a:lnTo>
                    <a:pt x="1227430" y="1784353"/>
                  </a:lnTo>
                  <a:close/>
                  <a:moveTo>
                    <a:pt x="1227430" y="1784353"/>
                  </a:moveTo>
                  <a:lnTo>
                    <a:pt x="1203357" y="1731108"/>
                  </a:lnTo>
                  <a:lnTo>
                    <a:pt x="1159128" y="1739156"/>
                  </a:lnTo>
                  <a:close/>
                  <a:moveTo>
                    <a:pt x="1227430" y="1784353"/>
                  </a:moveTo>
                  <a:lnTo>
                    <a:pt x="1159128" y="1739156"/>
                  </a:lnTo>
                  <a:lnTo>
                    <a:pt x="1162336" y="1799291"/>
                  </a:lnTo>
                  <a:close/>
                  <a:moveTo>
                    <a:pt x="1227430" y="1784353"/>
                  </a:moveTo>
                  <a:lnTo>
                    <a:pt x="1162336" y="1799291"/>
                  </a:lnTo>
                  <a:lnTo>
                    <a:pt x="1233793" y="1798579"/>
                  </a:lnTo>
                  <a:close/>
                  <a:moveTo>
                    <a:pt x="1227430" y="1784353"/>
                  </a:moveTo>
                  <a:lnTo>
                    <a:pt x="1233793" y="1798579"/>
                  </a:lnTo>
                  <a:lnTo>
                    <a:pt x="1278977" y="1792837"/>
                  </a:lnTo>
                  <a:close/>
                  <a:moveTo>
                    <a:pt x="1084768" y="1698885"/>
                  </a:moveTo>
                  <a:lnTo>
                    <a:pt x="1082637" y="1717684"/>
                  </a:lnTo>
                  <a:lnTo>
                    <a:pt x="1127373" y="1679572"/>
                  </a:lnTo>
                  <a:close/>
                  <a:moveTo>
                    <a:pt x="1082637" y="1717684"/>
                  </a:moveTo>
                  <a:lnTo>
                    <a:pt x="1111344" y="1755202"/>
                  </a:lnTo>
                  <a:lnTo>
                    <a:pt x="1127373" y="1679572"/>
                  </a:lnTo>
                  <a:close/>
                  <a:moveTo>
                    <a:pt x="1127373" y="1679572"/>
                  </a:moveTo>
                  <a:lnTo>
                    <a:pt x="1111344" y="1755202"/>
                  </a:lnTo>
                  <a:lnTo>
                    <a:pt x="1165549" y="1718102"/>
                  </a:lnTo>
                  <a:close/>
                  <a:moveTo>
                    <a:pt x="1165549" y="1718102"/>
                  </a:moveTo>
                  <a:lnTo>
                    <a:pt x="1111344" y="1755202"/>
                  </a:lnTo>
                  <a:lnTo>
                    <a:pt x="1159128" y="1739156"/>
                  </a:lnTo>
                  <a:close/>
                  <a:moveTo>
                    <a:pt x="1159128" y="1739156"/>
                  </a:moveTo>
                  <a:lnTo>
                    <a:pt x="1203357" y="1731108"/>
                  </a:lnTo>
                  <a:lnTo>
                    <a:pt x="1165549" y="1718102"/>
                  </a:lnTo>
                  <a:close/>
                  <a:moveTo>
                    <a:pt x="1066518" y="1628035"/>
                  </a:moveTo>
                  <a:lnTo>
                    <a:pt x="1084768" y="1698885"/>
                  </a:lnTo>
                  <a:lnTo>
                    <a:pt x="1101662" y="1653917"/>
                  </a:lnTo>
                  <a:close/>
                  <a:moveTo>
                    <a:pt x="1073272" y="1703666"/>
                  </a:moveTo>
                  <a:lnTo>
                    <a:pt x="1084768" y="1698885"/>
                  </a:lnTo>
                  <a:lnTo>
                    <a:pt x="1066518" y="1628035"/>
                  </a:lnTo>
                  <a:close/>
                  <a:moveTo>
                    <a:pt x="1019247" y="1652129"/>
                  </a:moveTo>
                  <a:lnTo>
                    <a:pt x="1073272" y="1703666"/>
                  </a:lnTo>
                  <a:lnTo>
                    <a:pt x="1066518" y="1628035"/>
                  </a:lnTo>
                  <a:close/>
                  <a:moveTo>
                    <a:pt x="1084768" y="1698885"/>
                  </a:moveTo>
                  <a:lnTo>
                    <a:pt x="1127373" y="1679572"/>
                  </a:lnTo>
                  <a:lnTo>
                    <a:pt x="1101662" y="1653917"/>
                  </a:lnTo>
                  <a:close/>
                  <a:moveTo>
                    <a:pt x="1019247" y="1652129"/>
                  </a:moveTo>
                  <a:lnTo>
                    <a:pt x="1066518" y="1628035"/>
                  </a:lnTo>
                  <a:lnTo>
                    <a:pt x="1017828" y="1650050"/>
                  </a:lnTo>
                  <a:close/>
                  <a:moveTo>
                    <a:pt x="1066518" y="1628035"/>
                  </a:moveTo>
                  <a:lnTo>
                    <a:pt x="1035069" y="1579612"/>
                  </a:lnTo>
                  <a:lnTo>
                    <a:pt x="1017828" y="1650050"/>
                  </a:lnTo>
                  <a:close/>
                  <a:moveTo>
                    <a:pt x="1033256" y="1576498"/>
                  </a:moveTo>
                  <a:lnTo>
                    <a:pt x="985664" y="1600592"/>
                  </a:lnTo>
                  <a:lnTo>
                    <a:pt x="1017828" y="1650050"/>
                  </a:lnTo>
                  <a:close/>
                  <a:moveTo>
                    <a:pt x="657503" y="1164206"/>
                  </a:moveTo>
                  <a:lnTo>
                    <a:pt x="653793" y="1162369"/>
                  </a:lnTo>
                  <a:lnTo>
                    <a:pt x="639045" y="1188300"/>
                  </a:lnTo>
                  <a:close/>
                  <a:moveTo>
                    <a:pt x="1278977" y="1792837"/>
                  </a:moveTo>
                  <a:lnTo>
                    <a:pt x="1233793" y="1798579"/>
                  </a:lnTo>
                  <a:lnTo>
                    <a:pt x="1317738" y="1802860"/>
                  </a:lnTo>
                  <a:close/>
                  <a:moveTo>
                    <a:pt x="1174658" y="1663788"/>
                  </a:moveTo>
                  <a:lnTo>
                    <a:pt x="1165549" y="1718102"/>
                  </a:lnTo>
                  <a:lnTo>
                    <a:pt x="1218555" y="1728826"/>
                  </a:lnTo>
                  <a:close/>
                  <a:moveTo>
                    <a:pt x="1127373" y="1679572"/>
                  </a:moveTo>
                  <a:lnTo>
                    <a:pt x="1165549" y="1718102"/>
                  </a:lnTo>
                  <a:lnTo>
                    <a:pt x="1174658" y="1663788"/>
                  </a:lnTo>
                  <a:close/>
                  <a:moveTo>
                    <a:pt x="1174658" y="1663788"/>
                  </a:moveTo>
                  <a:lnTo>
                    <a:pt x="1101662" y="1653917"/>
                  </a:lnTo>
                  <a:lnTo>
                    <a:pt x="1127373" y="1679572"/>
                  </a:lnTo>
                  <a:close/>
                  <a:moveTo>
                    <a:pt x="1108811" y="1616595"/>
                  </a:moveTo>
                  <a:lnTo>
                    <a:pt x="1101662" y="1653917"/>
                  </a:lnTo>
                  <a:lnTo>
                    <a:pt x="1174658" y="1663788"/>
                  </a:lnTo>
                  <a:close/>
                  <a:moveTo>
                    <a:pt x="1151547" y="1619834"/>
                  </a:moveTo>
                  <a:lnTo>
                    <a:pt x="1108811" y="1616595"/>
                  </a:lnTo>
                  <a:lnTo>
                    <a:pt x="1174658" y="1663788"/>
                  </a:lnTo>
                  <a:close/>
                  <a:moveTo>
                    <a:pt x="1066518" y="1628035"/>
                  </a:moveTo>
                  <a:lnTo>
                    <a:pt x="1101662" y="1653917"/>
                  </a:lnTo>
                  <a:lnTo>
                    <a:pt x="1108811" y="1616595"/>
                  </a:lnTo>
                  <a:close/>
                  <a:moveTo>
                    <a:pt x="1036068" y="1575009"/>
                  </a:moveTo>
                  <a:lnTo>
                    <a:pt x="1035069" y="1579612"/>
                  </a:lnTo>
                  <a:lnTo>
                    <a:pt x="1098573" y="1552404"/>
                  </a:lnTo>
                  <a:close/>
                  <a:moveTo>
                    <a:pt x="1035069" y="1579612"/>
                  </a:moveTo>
                  <a:lnTo>
                    <a:pt x="1066518" y="1628035"/>
                  </a:lnTo>
                  <a:lnTo>
                    <a:pt x="1098573" y="1552404"/>
                  </a:lnTo>
                  <a:close/>
                  <a:moveTo>
                    <a:pt x="1098573" y="1552404"/>
                  </a:moveTo>
                  <a:lnTo>
                    <a:pt x="1066518" y="1628035"/>
                  </a:lnTo>
                  <a:lnTo>
                    <a:pt x="1112892" y="1561004"/>
                  </a:lnTo>
                  <a:close/>
                  <a:moveTo>
                    <a:pt x="1033906" y="1524962"/>
                  </a:moveTo>
                  <a:lnTo>
                    <a:pt x="1036068" y="1575009"/>
                  </a:lnTo>
                  <a:lnTo>
                    <a:pt x="1098573" y="1552404"/>
                  </a:lnTo>
                  <a:close/>
                  <a:moveTo>
                    <a:pt x="1033906" y="1524962"/>
                  </a:moveTo>
                  <a:lnTo>
                    <a:pt x="1098573" y="1552404"/>
                  </a:lnTo>
                  <a:lnTo>
                    <a:pt x="1063547" y="1500868"/>
                  </a:lnTo>
                  <a:close/>
                  <a:moveTo>
                    <a:pt x="1063547" y="1500868"/>
                  </a:moveTo>
                  <a:lnTo>
                    <a:pt x="1063001" y="1509370"/>
                  </a:lnTo>
                  <a:lnTo>
                    <a:pt x="1033906" y="1524962"/>
                  </a:lnTo>
                  <a:close/>
                  <a:moveTo>
                    <a:pt x="762132" y="1140111"/>
                  </a:moveTo>
                  <a:lnTo>
                    <a:pt x="754425" y="1094139"/>
                  </a:lnTo>
                  <a:lnTo>
                    <a:pt x="714516" y="1144571"/>
                  </a:lnTo>
                  <a:close/>
                  <a:moveTo>
                    <a:pt x="714516" y="1144571"/>
                  </a:moveTo>
                  <a:lnTo>
                    <a:pt x="754425" y="1094139"/>
                  </a:lnTo>
                  <a:lnTo>
                    <a:pt x="752804" y="1088683"/>
                  </a:lnTo>
                  <a:close/>
                  <a:moveTo>
                    <a:pt x="754425" y="1094139"/>
                  </a:moveTo>
                  <a:lnTo>
                    <a:pt x="770683" y="1140111"/>
                  </a:lnTo>
                  <a:lnTo>
                    <a:pt x="752804" y="1088683"/>
                  </a:lnTo>
                  <a:close/>
                  <a:moveTo>
                    <a:pt x="565577" y="1001463"/>
                  </a:moveTo>
                  <a:lnTo>
                    <a:pt x="644090" y="1038358"/>
                  </a:lnTo>
                  <a:lnTo>
                    <a:pt x="614951" y="999305"/>
                  </a:lnTo>
                  <a:close/>
                  <a:moveTo>
                    <a:pt x="251557" y="521672"/>
                  </a:moveTo>
                  <a:lnTo>
                    <a:pt x="246461" y="544284"/>
                  </a:lnTo>
                  <a:lnTo>
                    <a:pt x="234393" y="547238"/>
                  </a:lnTo>
                  <a:close/>
                  <a:moveTo>
                    <a:pt x="251557" y="521672"/>
                  </a:moveTo>
                  <a:lnTo>
                    <a:pt x="247611" y="480606"/>
                  </a:lnTo>
                  <a:lnTo>
                    <a:pt x="246461" y="544284"/>
                  </a:lnTo>
                  <a:close/>
                  <a:moveTo>
                    <a:pt x="251557" y="521672"/>
                  </a:moveTo>
                  <a:lnTo>
                    <a:pt x="244292" y="470136"/>
                  </a:lnTo>
                  <a:lnTo>
                    <a:pt x="247611" y="480606"/>
                  </a:lnTo>
                  <a:close/>
                  <a:moveTo>
                    <a:pt x="253674" y="444650"/>
                  </a:moveTo>
                  <a:lnTo>
                    <a:pt x="247611" y="480606"/>
                  </a:lnTo>
                  <a:lnTo>
                    <a:pt x="244292" y="470136"/>
                  </a:lnTo>
                  <a:close/>
                  <a:moveTo>
                    <a:pt x="972054" y="1346258"/>
                  </a:moveTo>
                  <a:lnTo>
                    <a:pt x="983473" y="1397795"/>
                  </a:lnTo>
                  <a:lnTo>
                    <a:pt x="1019679" y="1373701"/>
                  </a:lnTo>
                  <a:close/>
                  <a:moveTo>
                    <a:pt x="754425" y="1094139"/>
                  </a:moveTo>
                  <a:lnTo>
                    <a:pt x="762132" y="1140111"/>
                  </a:lnTo>
                  <a:lnTo>
                    <a:pt x="767622" y="1139379"/>
                  </a:lnTo>
                  <a:close/>
                  <a:moveTo>
                    <a:pt x="767622" y="1139379"/>
                  </a:moveTo>
                  <a:lnTo>
                    <a:pt x="770683" y="1140111"/>
                  </a:lnTo>
                  <a:lnTo>
                    <a:pt x="754425" y="1094139"/>
                  </a:lnTo>
                  <a:close/>
                  <a:moveTo>
                    <a:pt x="536274" y="802539"/>
                  </a:moveTo>
                  <a:lnTo>
                    <a:pt x="562000" y="816143"/>
                  </a:lnTo>
                  <a:lnTo>
                    <a:pt x="616387" y="792493"/>
                  </a:lnTo>
                  <a:close/>
                  <a:moveTo>
                    <a:pt x="582704" y="801457"/>
                  </a:moveTo>
                  <a:lnTo>
                    <a:pt x="536274" y="802539"/>
                  </a:lnTo>
                  <a:lnTo>
                    <a:pt x="616387" y="792493"/>
                  </a:lnTo>
                  <a:close/>
                  <a:moveTo>
                    <a:pt x="283596" y="421627"/>
                  </a:moveTo>
                  <a:lnTo>
                    <a:pt x="253674" y="444650"/>
                  </a:lnTo>
                  <a:lnTo>
                    <a:pt x="244292" y="470136"/>
                  </a:lnTo>
                  <a:close/>
                  <a:moveTo>
                    <a:pt x="253674" y="444650"/>
                  </a:moveTo>
                  <a:lnTo>
                    <a:pt x="283596" y="421627"/>
                  </a:lnTo>
                  <a:lnTo>
                    <a:pt x="276527" y="418599"/>
                  </a:lnTo>
                  <a:close/>
                  <a:moveTo>
                    <a:pt x="283596" y="421627"/>
                  </a:moveTo>
                  <a:lnTo>
                    <a:pt x="301667" y="394505"/>
                  </a:lnTo>
                  <a:lnTo>
                    <a:pt x="276527" y="418599"/>
                  </a:lnTo>
                  <a:close/>
                  <a:moveTo>
                    <a:pt x="1261389" y="1568517"/>
                  </a:moveTo>
                  <a:lnTo>
                    <a:pt x="1316826" y="1561429"/>
                  </a:lnTo>
                  <a:lnTo>
                    <a:pt x="1304153" y="1508989"/>
                  </a:lnTo>
                  <a:close/>
                  <a:moveTo>
                    <a:pt x="1261389" y="1568517"/>
                  </a:moveTo>
                  <a:lnTo>
                    <a:pt x="1304153" y="1508989"/>
                  </a:lnTo>
                  <a:lnTo>
                    <a:pt x="1257108" y="1509254"/>
                  </a:lnTo>
                  <a:close/>
                  <a:moveTo>
                    <a:pt x="1366577" y="1540984"/>
                  </a:moveTo>
                  <a:lnTo>
                    <a:pt x="1344616" y="1504216"/>
                  </a:lnTo>
                  <a:lnTo>
                    <a:pt x="1369137" y="1556884"/>
                  </a:lnTo>
                  <a:close/>
                  <a:moveTo>
                    <a:pt x="1369137" y="1556884"/>
                  </a:moveTo>
                  <a:lnTo>
                    <a:pt x="1344616" y="1504216"/>
                  </a:lnTo>
                  <a:lnTo>
                    <a:pt x="1304153" y="1508989"/>
                  </a:lnTo>
                  <a:close/>
                  <a:moveTo>
                    <a:pt x="1369137" y="1556884"/>
                  </a:moveTo>
                  <a:lnTo>
                    <a:pt x="1304153" y="1508989"/>
                  </a:lnTo>
                  <a:lnTo>
                    <a:pt x="1316826" y="1561429"/>
                  </a:lnTo>
                  <a:close/>
                  <a:moveTo>
                    <a:pt x="1366577" y="1540984"/>
                  </a:moveTo>
                  <a:lnTo>
                    <a:pt x="1369137" y="1556884"/>
                  </a:lnTo>
                  <a:lnTo>
                    <a:pt x="1374866" y="1555753"/>
                  </a:lnTo>
                  <a:close/>
                  <a:moveTo>
                    <a:pt x="1207577" y="1511539"/>
                  </a:moveTo>
                  <a:lnTo>
                    <a:pt x="1241828" y="1458934"/>
                  </a:lnTo>
                  <a:lnTo>
                    <a:pt x="1190495" y="1462684"/>
                  </a:lnTo>
                  <a:close/>
                  <a:moveTo>
                    <a:pt x="1129889" y="1476774"/>
                  </a:moveTo>
                  <a:lnTo>
                    <a:pt x="1190495" y="1462684"/>
                  </a:lnTo>
                  <a:lnTo>
                    <a:pt x="1164537" y="1444519"/>
                  </a:lnTo>
                  <a:close/>
                  <a:moveTo>
                    <a:pt x="1112251" y="1300084"/>
                  </a:moveTo>
                  <a:lnTo>
                    <a:pt x="1031109" y="1265327"/>
                  </a:lnTo>
                  <a:lnTo>
                    <a:pt x="1057664" y="1306480"/>
                  </a:lnTo>
                  <a:close/>
                  <a:moveTo>
                    <a:pt x="1112251" y="1300084"/>
                  </a:moveTo>
                  <a:lnTo>
                    <a:pt x="1057664" y="1306480"/>
                  </a:lnTo>
                  <a:lnTo>
                    <a:pt x="1114887" y="1298664"/>
                  </a:lnTo>
                  <a:close/>
                  <a:moveTo>
                    <a:pt x="1013288" y="1270627"/>
                  </a:moveTo>
                  <a:lnTo>
                    <a:pt x="1031109" y="1265327"/>
                  </a:lnTo>
                  <a:lnTo>
                    <a:pt x="969095" y="1237826"/>
                  </a:lnTo>
                  <a:close/>
                  <a:moveTo>
                    <a:pt x="907124" y="1045901"/>
                  </a:moveTo>
                  <a:lnTo>
                    <a:pt x="876940" y="1116018"/>
                  </a:lnTo>
                  <a:lnTo>
                    <a:pt x="892206" y="1091924"/>
                  </a:lnTo>
                  <a:close/>
                  <a:moveTo>
                    <a:pt x="907124" y="1045901"/>
                  </a:moveTo>
                  <a:lnTo>
                    <a:pt x="878326" y="1073130"/>
                  </a:lnTo>
                  <a:lnTo>
                    <a:pt x="876940" y="1116018"/>
                  </a:lnTo>
                  <a:close/>
                  <a:moveTo>
                    <a:pt x="699556" y="793869"/>
                  </a:moveTo>
                  <a:lnTo>
                    <a:pt x="692811" y="782704"/>
                  </a:lnTo>
                  <a:lnTo>
                    <a:pt x="703951" y="839446"/>
                  </a:lnTo>
                  <a:close/>
                  <a:moveTo>
                    <a:pt x="348244" y="374033"/>
                  </a:moveTo>
                  <a:lnTo>
                    <a:pt x="301667" y="394505"/>
                  </a:lnTo>
                  <a:lnTo>
                    <a:pt x="353265" y="372528"/>
                  </a:lnTo>
                  <a:close/>
                  <a:moveTo>
                    <a:pt x="301667" y="394505"/>
                  </a:moveTo>
                  <a:lnTo>
                    <a:pt x="283596" y="421627"/>
                  </a:lnTo>
                  <a:lnTo>
                    <a:pt x="353265" y="372528"/>
                  </a:lnTo>
                  <a:close/>
                  <a:moveTo>
                    <a:pt x="319035" y="379448"/>
                  </a:moveTo>
                  <a:lnTo>
                    <a:pt x="301667" y="394505"/>
                  </a:lnTo>
                  <a:lnTo>
                    <a:pt x="348244" y="374033"/>
                  </a:lnTo>
                  <a:close/>
                  <a:moveTo>
                    <a:pt x="1448052" y="1607290"/>
                  </a:moveTo>
                  <a:lnTo>
                    <a:pt x="1460402" y="1658826"/>
                  </a:lnTo>
                  <a:lnTo>
                    <a:pt x="1519887" y="1634732"/>
                  </a:lnTo>
                  <a:close/>
                  <a:moveTo>
                    <a:pt x="1448052" y="1607290"/>
                  </a:moveTo>
                  <a:lnTo>
                    <a:pt x="1519887" y="1634732"/>
                  </a:lnTo>
                  <a:lnTo>
                    <a:pt x="1473244" y="1583196"/>
                  </a:lnTo>
                  <a:close/>
                  <a:moveTo>
                    <a:pt x="1448052" y="1607290"/>
                  </a:moveTo>
                  <a:lnTo>
                    <a:pt x="1473244" y="1583196"/>
                  </a:lnTo>
                  <a:lnTo>
                    <a:pt x="1424954" y="1584569"/>
                  </a:lnTo>
                  <a:close/>
                  <a:moveTo>
                    <a:pt x="1473244" y="1583196"/>
                  </a:moveTo>
                  <a:lnTo>
                    <a:pt x="1454901" y="1561637"/>
                  </a:lnTo>
                  <a:lnTo>
                    <a:pt x="1424954" y="1584569"/>
                  </a:lnTo>
                  <a:close/>
                  <a:moveTo>
                    <a:pt x="1432663" y="1531659"/>
                  </a:moveTo>
                  <a:lnTo>
                    <a:pt x="1424954" y="1584569"/>
                  </a:lnTo>
                  <a:lnTo>
                    <a:pt x="1454901" y="1561637"/>
                  </a:lnTo>
                  <a:close/>
                  <a:moveTo>
                    <a:pt x="1432663" y="1531659"/>
                  </a:moveTo>
                  <a:lnTo>
                    <a:pt x="1374866" y="1555753"/>
                  </a:lnTo>
                  <a:lnTo>
                    <a:pt x="1424954" y="1584569"/>
                  </a:lnTo>
                  <a:close/>
                  <a:moveTo>
                    <a:pt x="1034174" y="1137348"/>
                  </a:moveTo>
                  <a:lnTo>
                    <a:pt x="1100278" y="1121589"/>
                  </a:lnTo>
                  <a:lnTo>
                    <a:pt x="1075710" y="1078820"/>
                  </a:lnTo>
                  <a:close/>
                  <a:moveTo>
                    <a:pt x="1034174" y="1137348"/>
                  </a:moveTo>
                  <a:lnTo>
                    <a:pt x="1075710" y="1078820"/>
                  </a:lnTo>
                  <a:lnTo>
                    <a:pt x="1021547" y="1084872"/>
                  </a:lnTo>
                  <a:close/>
                  <a:moveTo>
                    <a:pt x="970714" y="1025473"/>
                  </a:moveTo>
                  <a:lnTo>
                    <a:pt x="910866" y="1040387"/>
                  </a:lnTo>
                  <a:lnTo>
                    <a:pt x="907124" y="1045901"/>
                  </a:lnTo>
                  <a:close/>
                  <a:moveTo>
                    <a:pt x="919399" y="988851"/>
                  </a:moveTo>
                  <a:lnTo>
                    <a:pt x="970714" y="1025473"/>
                  </a:lnTo>
                  <a:lnTo>
                    <a:pt x="953153" y="977007"/>
                  </a:lnTo>
                  <a:close/>
                  <a:moveTo>
                    <a:pt x="910866" y="1040387"/>
                  </a:moveTo>
                  <a:lnTo>
                    <a:pt x="970714" y="1025473"/>
                  </a:lnTo>
                  <a:lnTo>
                    <a:pt x="919399" y="988851"/>
                  </a:lnTo>
                  <a:close/>
                  <a:moveTo>
                    <a:pt x="970714" y="1025473"/>
                  </a:moveTo>
                  <a:lnTo>
                    <a:pt x="1003017" y="974451"/>
                  </a:lnTo>
                  <a:lnTo>
                    <a:pt x="953153" y="977007"/>
                  </a:lnTo>
                  <a:close/>
                  <a:moveTo>
                    <a:pt x="692811" y="782704"/>
                  </a:moveTo>
                  <a:lnTo>
                    <a:pt x="699556" y="793869"/>
                  </a:lnTo>
                  <a:lnTo>
                    <a:pt x="699081" y="780662"/>
                  </a:lnTo>
                  <a:close/>
                  <a:moveTo>
                    <a:pt x="699081" y="780662"/>
                  </a:moveTo>
                  <a:lnTo>
                    <a:pt x="699556" y="793869"/>
                  </a:lnTo>
                  <a:lnTo>
                    <a:pt x="733459" y="782704"/>
                  </a:lnTo>
                  <a:close/>
                  <a:moveTo>
                    <a:pt x="681802" y="727492"/>
                  </a:moveTo>
                  <a:lnTo>
                    <a:pt x="680200" y="731168"/>
                  </a:lnTo>
                  <a:lnTo>
                    <a:pt x="676838" y="673260"/>
                  </a:lnTo>
                  <a:close/>
                  <a:moveTo>
                    <a:pt x="469985" y="324673"/>
                  </a:moveTo>
                  <a:lnTo>
                    <a:pt x="426603" y="370412"/>
                  </a:lnTo>
                  <a:lnTo>
                    <a:pt x="452745" y="346318"/>
                  </a:lnTo>
                  <a:close/>
                  <a:moveTo>
                    <a:pt x="1519887" y="1634732"/>
                  </a:moveTo>
                  <a:lnTo>
                    <a:pt x="1542604" y="1680050"/>
                  </a:lnTo>
                  <a:lnTo>
                    <a:pt x="1543912" y="1616245"/>
                  </a:lnTo>
                  <a:close/>
                  <a:moveTo>
                    <a:pt x="1519887" y="1634732"/>
                  </a:moveTo>
                  <a:lnTo>
                    <a:pt x="1518559" y="1686269"/>
                  </a:lnTo>
                  <a:lnTo>
                    <a:pt x="1542604" y="1680050"/>
                  </a:lnTo>
                  <a:close/>
                  <a:moveTo>
                    <a:pt x="1473244" y="1583196"/>
                  </a:moveTo>
                  <a:lnTo>
                    <a:pt x="1519887" y="1634732"/>
                  </a:lnTo>
                  <a:lnTo>
                    <a:pt x="1529838" y="1559102"/>
                  </a:lnTo>
                  <a:close/>
                  <a:moveTo>
                    <a:pt x="1505390" y="1507565"/>
                  </a:moveTo>
                  <a:lnTo>
                    <a:pt x="1454901" y="1561637"/>
                  </a:lnTo>
                  <a:lnTo>
                    <a:pt x="1473244" y="1583196"/>
                  </a:lnTo>
                  <a:close/>
                  <a:moveTo>
                    <a:pt x="1505390" y="1507565"/>
                  </a:moveTo>
                  <a:lnTo>
                    <a:pt x="1473244" y="1583196"/>
                  </a:lnTo>
                  <a:lnTo>
                    <a:pt x="1529838" y="1559102"/>
                  </a:lnTo>
                  <a:close/>
                  <a:moveTo>
                    <a:pt x="497190" y="291488"/>
                  </a:moveTo>
                  <a:lnTo>
                    <a:pt x="469985" y="324673"/>
                  </a:lnTo>
                  <a:lnTo>
                    <a:pt x="452745" y="346318"/>
                  </a:lnTo>
                  <a:close/>
                  <a:moveTo>
                    <a:pt x="541222" y="281439"/>
                  </a:moveTo>
                  <a:lnTo>
                    <a:pt x="500223" y="294781"/>
                  </a:lnTo>
                  <a:lnTo>
                    <a:pt x="469985" y="324673"/>
                  </a:lnTo>
                  <a:close/>
                  <a:moveTo>
                    <a:pt x="541222" y="281439"/>
                  </a:moveTo>
                  <a:lnTo>
                    <a:pt x="469985" y="324673"/>
                  </a:lnTo>
                  <a:lnTo>
                    <a:pt x="497190" y="291488"/>
                  </a:lnTo>
                  <a:close/>
                  <a:moveTo>
                    <a:pt x="1599968" y="1545911"/>
                  </a:moveTo>
                  <a:lnTo>
                    <a:pt x="1541972" y="1555079"/>
                  </a:lnTo>
                  <a:lnTo>
                    <a:pt x="1617437" y="1594452"/>
                  </a:lnTo>
                  <a:close/>
                  <a:moveTo>
                    <a:pt x="1541972" y="1555079"/>
                  </a:moveTo>
                  <a:lnTo>
                    <a:pt x="1576127" y="1502551"/>
                  </a:lnTo>
                  <a:lnTo>
                    <a:pt x="1534965" y="1498033"/>
                  </a:lnTo>
                  <a:close/>
                  <a:moveTo>
                    <a:pt x="1534965" y="1498033"/>
                  </a:moveTo>
                  <a:lnTo>
                    <a:pt x="1560058" y="1452872"/>
                  </a:lnTo>
                  <a:lnTo>
                    <a:pt x="1516960" y="1449928"/>
                  </a:lnTo>
                  <a:close/>
                  <a:moveTo>
                    <a:pt x="935846" y="748590"/>
                  </a:moveTo>
                  <a:lnTo>
                    <a:pt x="959926" y="710423"/>
                  </a:lnTo>
                  <a:lnTo>
                    <a:pt x="931481" y="734516"/>
                  </a:lnTo>
                  <a:close/>
                  <a:moveTo>
                    <a:pt x="966336" y="687912"/>
                  </a:moveTo>
                  <a:lnTo>
                    <a:pt x="931481" y="734516"/>
                  </a:lnTo>
                  <a:lnTo>
                    <a:pt x="959926" y="710423"/>
                  </a:lnTo>
                  <a:close/>
                  <a:moveTo>
                    <a:pt x="966336" y="687912"/>
                  </a:moveTo>
                  <a:lnTo>
                    <a:pt x="939291" y="721691"/>
                  </a:lnTo>
                  <a:lnTo>
                    <a:pt x="931481" y="734516"/>
                  </a:lnTo>
                  <a:close/>
                  <a:moveTo>
                    <a:pt x="1007305" y="666411"/>
                  </a:moveTo>
                  <a:lnTo>
                    <a:pt x="939291" y="721691"/>
                  </a:lnTo>
                  <a:lnTo>
                    <a:pt x="966336" y="687912"/>
                  </a:lnTo>
                  <a:close/>
                  <a:moveTo>
                    <a:pt x="575810" y="275858"/>
                  </a:moveTo>
                  <a:lnTo>
                    <a:pt x="541222" y="281439"/>
                  </a:lnTo>
                  <a:lnTo>
                    <a:pt x="497190" y="291488"/>
                  </a:lnTo>
                  <a:close/>
                  <a:moveTo>
                    <a:pt x="627249" y="293505"/>
                  </a:moveTo>
                  <a:lnTo>
                    <a:pt x="593901" y="303722"/>
                  </a:lnTo>
                  <a:lnTo>
                    <a:pt x="541222" y="281439"/>
                  </a:lnTo>
                  <a:close/>
                  <a:moveTo>
                    <a:pt x="666342" y="264992"/>
                  </a:moveTo>
                  <a:lnTo>
                    <a:pt x="593901" y="303722"/>
                  </a:lnTo>
                  <a:lnTo>
                    <a:pt x="627249" y="293505"/>
                  </a:lnTo>
                  <a:close/>
                  <a:moveTo>
                    <a:pt x="1220083" y="937921"/>
                  </a:moveTo>
                  <a:lnTo>
                    <a:pt x="1272983" y="892475"/>
                  </a:lnTo>
                  <a:lnTo>
                    <a:pt x="1230550" y="903416"/>
                  </a:lnTo>
                  <a:close/>
                  <a:moveTo>
                    <a:pt x="1300329" y="928371"/>
                  </a:moveTo>
                  <a:lnTo>
                    <a:pt x="1272983" y="892475"/>
                  </a:lnTo>
                  <a:lnTo>
                    <a:pt x="1220083" y="937921"/>
                  </a:lnTo>
                  <a:close/>
                  <a:moveTo>
                    <a:pt x="1272983" y="892475"/>
                  </a:moveTo>
                  <a:lnTo>
                    <a:pt x="1281371" y="857490"/>
                  </a:lnTo>
                  <a:lnTo>
                    <a:pt x="1230550" y="903416"/>
                  </a:lnTo>
                  <a:close/>
                  <a:moveTo>
                    <a:pt x="1127434" y="865032"/>
                  </a:moveTo>
                  <a:lnTo>
                    <a:pt x="1153716" y="789402"/>
                  </a:lnTo>
                  <a:lnTo>
                    <a:pt x="1106501" y="813495"/>
                  </a:lnTo>
                  <a:close/>
                  <a:moveTo>
                    <a:pt x="966336" y="687912"/>
                  </a:moveTo>
                  <a:lnTo>
                    <a:pt x="990537" y="695642"/>
                  </a:lnTo>
                  <a:lnTo>
                    <a:pt x="1038324" y="647483"/>
                  </a:lnTo>
                  <a:close/>
                  <a:moveTo>
                    <a:pt x="901747" y="486200"/>
                  </a:moveTo>
                  <a:lnTo>
                    <a:pt x="838024" y="504276"/>
                  </a:lnTo>
                  <a:lnTo>
                    <a:pt x="825348" y="510133"/>
                  </a:lnTo>
                  <a:close/>
                  <a:moveTo>
                    <a:pt x="901747" y="486200"/>
                  </a:moveTo>
                  <a:lnTo>
                    <a:pt x="825348" y="510133"/>
                  </a:lnTo>
                  <a:lnTo>
                    <a:pt x="862116" y="512702"/>
                  </a:lnTo>
                  <a:close/>
                  <a:moveTo>
                    <a:pt x="863367" y="477604"/>
                  </a:moveTo>
                  <a:lnTo>
                    <a:pt x="838024" y="504276"/>
                  </a:lnTo>
                  <a:lnTo>
                    <a:pt x="893189" y="485831"/>
                  </a:lnTo>
                  <a:close/>
                  <a:moveTo>
                    <a:pt x="881196" y="452739"/>
                  </a:moveTo>
                  <a:lnTo>
                    <a:pt x="893189" y="485831"/>
                  </a:lnTo>
                  <a:lnTo>
                    <a:pt x="907170" y="480182"/>
                  </a:lnTo>
                  <a:close/>
                  <a:moveTo>
                    <a:pt x="632396" y="294951"/>
                  </a:moveTo>
                  <a:lnTo>
                    <a:pt x="666342" y="264992"/>
                  </a:lnTo>
                  <a:lnTo>
                    <a:pt x="627249" y="293505"/>
                  </a:lnTo>
                  <a:close/>
                  <a:moveTo>
                    <a:pt x="632396" y="294951"/>
                  </a:moveTo>
                  <a:lnTo>
                    <a:pt x="695595" y="281554"/>
                  </a:lnTo>
                  <a:lnTo>
                    <a:pt x="666342" y="264992"/>
                  </a:lnTo>
                  <a:close/>
                  <a:moveTo>
                    <a:pt x="695595" y="281554"/>
                  </a:moveTo>
                  <a:lnTo>
                    <a:pt x="632396" y="294951"/>
                  </a:lnTo>
                  <a:lnTo>
                    <a:pt x="716616" y="318056"/>
                  </a:lnTo>
                  <a:close/>
                  <a:moveTo>
                    <a:pt x="1339349" y="939361"/>
                  </a:moveTo>
                  <a:lnTo>
                    <a:pt x="1307356" y="954643"/>
                  </a:lnTo>
                  <a:lnTo>
                    <a:pt x="1266280" y="975742"/>
                  </a:lnTo>
                  <a:close/>
                  <a:moveTo>
                    <a:pt x="1394618" y="971326"/>
                  </a:moveTo>
                  <a:lnTo>
                    <a:pt x="1313174" y="944011"/>
                  </a:lnTo>
                  <a:lnTo>
                    <a:pt x="1307356" y="954643"/>
                  </a:lnTo>
                  <a:close/>
                  <a:moveTo>
                    <a:pt x="1300318" y="884678"/>
                  </a:moveTo>
                  <a:lnTo>
                    <a:pt x="1300329" y="928371"/>
                  </a:lnTo>
                  <a:lnTo>
                    <a:pt x="1369608" y="929072"/>
                  </a:lnTo>
                  <a:close/>
                  <a:moveTo>
                    <a:pt x="1281371" y="857490"/>
                  </a:moveTo>
                  <a:lnTo>
                    <a:pt x="1272983" y="892475"/>
                  </a:lnTo>
                  <a:lnTo>
                    <a:pt x="1300318" y="884678"/>
                  </a:lnTo>
                  <a:close/>
                  <a:moveTo>
                    <a:pt x="1180262" y="780831"/>
                  </a:moveTo>
                  <a:lnTo>
                    <a:pt x="1153716" y="789402"/>
                  </a:lnTo>
                  <a:lnTo>
                    <a:pt x="1206356" y="791476"/>
                  </a:lnTo>
                  <a:close/>
                  <a:moveTo>
                    <a:pt x="1180262" y="780831"/>
                  </a:moveTo>
                  <a:lnTo>
                    <a:pt x="1211279" y="770104"/>
                  </a:lnTo>
                  <a:lnTo>
                    <a:pt x="1165848" y="774922"/>
                  </a:lnTo>
                  <a:close/>
                  <a:moveTo>
                    <a:pt x="966979" y="463823"/>
                  </a:moveTo>
                  <a:lnTo>
                    <a:pt x="907170" y="480182"/>
                  </a:lnTo>
                  <a:lnTo>
                    <a:pt x="938647" y="511617"/>
                  </a:lnTo>
                  <a:close/>
                  <a:moveTo>
                    <a:pt x="1028344" y="514660"/>
                  </a:moveTo>
                  <a:lnTo>
                    <a:pt x="980612" y="515482"/>
                  </a:lnTo>
                  <a:lnTo>
                    <a:pt x="1040138" y="519369"/>
                  </a:lnTo>
                  <a:close/>
                  <a:moveTo>
                    <a:pt x="907170" y="480182"/>
                  </a:moveTo>
                  <a:lnTo>
                    <a:pt x="966979" y="463823"/>
                  </a:lnTo>
                  <a:lnTo>
                    <a:pt x="922820" y="428645"/>
                  </a:lnTo>
                  <a:close/>
                  <a:moveTo>
                    <a:pt x="908748" y="410439"/>
                  </a:moveTo>
                  <a:lnTo>
                    <a:pt x="927341" y="407213"/>
                  </a:lnTo>
                  <a:lnTo>
                    <a:pt x="922820" y="428645"/>
                  </a:lnTo>
                  <a:close/>
                  <a:moveTo>
                    <a:pt x="772978" y="319367"/>
                  </a:moveTo>
                  <a:lnTo>
                    <a:pt x="754359" y="271762"/>
                  </a:lnTo>
                  <a:lnTo>
                    <a:pt x="720553" y="324006"/>
                  </a:lnTo>
                  <a:close/>
                  <a:moveTo>
                    <a:pt x="837200" y="242395"/>
                  </a:moveTo>
                  <a:lnTo>
                    <a:pt x="831263" y="262447"/>
                  </a:lnTo>
                  <a:lnTo>
                    <a:pt x="871421" y="225848"/>
                  </a:lnTo>
                  <a:close/>
                  <a:moveTo>
                    <a:pt x="816361" y="249942"/>
                  </a:moveTo>
                  <a:lnTo>
                    <a:pt x="831263" y="262447"/>
                  </a:lnTo>
                  <a:lnTo>
                    <a:pt x="837200" y="242395"/>
                  </a:lnTo>
                  <a:close/>
                  <a:moveTo>
                    <a:pt x="816361" y="249942"/>
                  </a:moveTo>
                  <a:lnTo>
                    <a:pt x="837200" y="242395"/>
                  </a:lnTo>
                  <a:lnTo>
                    <a:pt x="821761" y="174311"/>
                  </a:lnTo>
                  <a:close/>
                  <a:moveTo>
                    <a:pt x="806275" y="169021"/>
                  </a:moveTo>
                  <a:lnTo>
                    <a:pt x="832408" y="131829"/>
                  </a:lnTo>
                  <a:lnTo>
                    <a:pt x="836061" y="146869"/>
                  </a:lnTo>
                  <a:close/>
                  <a:moveTo>
                    <a:pt x="832408" y="131829"/>
                  </a:moveTo>
                  <a:lnTo>
                    <a:pt x="834544" y="122775"/>
                  </a:lnTo>
                  <a:lnTo>
                    <a:pt x="836061" y="146869"/>
                  </a:lnTo>
                  <a:close/>
                  <a:moveTo>
                    <a:pt x="1058422" y="278153"/>
                  </a:moveTo>
                  <a:lnTo>
                    <a:pt x="1050366" y="308528"/>
                  </a:lnTo>
                  <a:lnTo>
                    <a:pt x="1071821" y="253291"/>
                  </a:lnTo>
                  <a:close/>
                  <a:moveTo>
                    <a:pt x="1071821" y="253291"/>
                  </a:moveTo>
                  <a:lnTo>
                    <a:pt x="1050366" y="308528"/>
                  </a:lnTo>
                  <a:lnTo>
                    <a:pt x="1059782" y="304827"/>
                  </a:lnTo>
                  <a:close/>
                  <a:moveTo>
                    <a:pt x="1050366" y="308528"/>
                  </a:moveTo>
                  <a:lnTo>
                    <a:pt x="1056108" y="309276"/>
                  </a:lnTo>
                  <a:lnTo>
                    <a:pt x="1059782" y="304827"/>
                  </a:lnTo>
                  <a:close/>
                  <a:moveTo>
                    <a:pt x="893454" y="50496"/>
                  </a:moveTo>
                  <a:lnTo>
                    <a:pt x="834544" y="122775"/>
                  </a:lnTo>
                  <a:lnTo>
                    <a:pt x="860615" y="98681"/>
                  </a:lnTo>
                  <a:close/>
                  <a:moveTo>
                    <a:pt x="1228376" y="429330"/>
                  </a:moveTo>
                  <a:lnTo>
                    <a:pt x="1186075" y="445849"/>
                  </a:lnTo>
                  <a:lnTo>
                    <a:pt x="1256640" y="400100"/>
                  </a:lnTo>
                  <a:close/>
                  <a:moveTo>
                    <a:pt x="1228376" y="429330"/>
                  </a:moveTo>
                  <a:lnTo>
                    <a:pt x="1256640" y="400100"/>
                  </a:lnTo>
                  <a:lnTo>
                    <a:pt x="1256751" y="407900"/>
                  </a:lnTo>
                  <a:close/>
                  <a:moveTo>
                    <a:pt x="1256640" y="400100"/>
                  </a:moveTo>
                  <a:lnTo>
                    <a:pt x="1268337" y="383806"/>
                  </a:lnTo>
                  <a:lnTo>
                    <a:pt x="1256751" y="407900"/>
                  </a:lnTo>
                  <a:close/>
                  <a:moveTo>
                    <a:pt x="1071821" y="253291"/>
                  </a:moveTo>
                  <a:lnTo>
                    <a:pt x="1059782" y="304827"/>
                  </a:lnTo>
                  <a:lnTo>
                    <a:pt x="1088536" y="280733"/>
                  </a:lnTo>
                  <a:close/>
                  <a:moveTo>
                    <a:pt x="1104809" y="181786"/>
                  </a:moveTo>
                  <a:lnTo>
                    <a:pt x="1071821" y="253291"/>
                  </a:lnTo>
                  <a:lnTo>
                    <a:pt x="1101948" y="229197"/>
                  </a:lnTo>
                  <a:close/>
                  <a:moveTo>
                    <a:pt x="1104809" y="181786"/>
                  </a:moveTo>
                  <a:lnTo>
                    <a:pt x="1079320" y="221386"/>
                  </a:lnTo>
                  <a:lnTo>
                    <a:pt x="1071821" y="253291"/>
                  </a:lnTo>
                  <a:close/>
                  <a:moveTo>
                    <a:pt x="1079320" y="221386"/>
                  </a:moveTo>
                  <a:lnTo>
                    <a:pt x="1104809" y="181786"/>
                  </a:lnTo>
                  <a:lnTo>
                    <a:pt x="1078400" y="201754"/>
                  </a:lnTo>
                  <a:close/>
                  <a:moveTo>
                    <a:pt x="1104809" y="181786"/>
                  </a:moveTo>
                  <a:lnTo>
                    <a:pt x="1105434" y="177660"/>
                  </a:lnTo>
                  <a:lnTo>
                    <a:pt x="1078400" y="201754"/>
                  </a:lnTo>
                  <a:close/>
                  <a:moveTo>
                    <a:pt x="893454" y="50496"/>
                  </a:moveTo>
                  <a:lnTo>
                    <a:pt x="926873" y="40542"/>
                  </a:lnTo>
                  <a:lnTo>
                    <a:pt x="915533" y="47144"/>
                  </a:lnTo>
                  <a:close/>
                  <a:moveTo>
                    <a:pt x="926873" y="40542"/>
                  </a:moveTo>
                  <a:lnTo>
                    <a:pt x="955201" y="23050"/>
                  </a:lnTo>
                  <a:lnTo>
                    <a:pt x="915533" y="47144"/>
                  </a:lnTo>
                  <a:close/>
                  <a:moveTo>
                    <a:pt x="1321325" y="332372"/>
                  </a:moveTo>
                  <a:lnTo>
                    <a:pt x="1268337" y="383806"/>
                  </a:lnTo>
                  <a:lnTo>
                    <a:pt x="1303285" y="359712"/>
                  </a:lnTo>
                  <a:close/>
                  <a:moveTo>
                    <a:pt x="1321325" y="332372"/>
                  </a:moveTo>
                  <a:lnTo>
                    <a:pt x="1360460" y="308176"/>
                  </a:lnTo>
                  <a:lnTo>
                    <a:pt x="1288522" y="332270"/>
                  </a:lnTo>
                  <a:close/>
                  <a:moveTo>
                    <a:pt x="1153553" y="205102"/>
                  </a:moveTo>
                  <a:lnTo>
                    <a:pt x="1105897" y="175878"/>
                  </a:lnTo>
                  <a:lnTo>
                    <a:pt x="1105434" y="177660"/>
                  </a:lnTo>
                  <a:close/>
                  <a:moveTo>
                    <a:pt x="1105434" y="177660"/>
                  </a:moveTo>
                  <a:lnTo>
                    <a:pt x="1104809" y="181786"/>
                  </a:lnTo>
                  <a:lnTo>
                    <a:pt x="1153553" y="205102"/>
                  </a:lnTo>
                  <a:close/>
                  <a:moveTo>
                    <a:pt x="966638" y="14542"/>
                  </a:moveTo>
                  <a:lnTo>
                    <a:pt x="955201" y="23050"/>
                  </a:lnTo>
                  <a:lnTo>
                    <a:pt x="977583" y="16002"/>
                  </a:lnTo>
                  <a:close/>
                  <a:moveTo>
                    <a:pt x="1041027" y="2406"/>
                  </a:moveTo>
                  <a:lnTo>
                    <a:pt x="977583" y="16002"/>
                  </a:lnTo>
                  <a:lnTo>
                    <a:pt x="1045549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68" name="Output_density__4267">
              <a:extLst>
                <a:ext uri="{FF2B5EF4-FFF2-40B4-BE49-F238E27FC236}">
                  <a16:creationId xmlns:a16="http://schemas.microsoft.com/office/drawing/2014/main" id="{10EB8E06-A7BF-8708-2423-D7FD1DFEFB2A}"/>
                </a:ext>
              </a:extLst>
            </p:cNvPr>
            <p:cNvSpPr>
              <a:spLocks noGrp="1"/>
            </p:cNvSpPr>
            <p:nvPr/>
          </p:nvSpPr>
          <p:spPr>
            <a:xfrm>
              <a:off x="15393879" y="2377492"/>
              <a:ext cx="1308919" cy="1932323"/>
            </a:xfrm>
            <a:custGeom>
              <a:avLst/>
              <a:gdLst/>
              <a:ahLst/>
              <a:cxnLst/>
              <a:rect l="0" t="0" r="0" b="0"/>
              <a:pathLst>
                <a:path w="1308919" h="1932323">
                  <a:moveTo>
                    <a:pt x="414101" y="1932323"/>
                  </a:moveTo>
                  <a:lnTo>
                    <a:pt x="415281" y="1931854"/>
                  </a:lnTo>
                  <a:lnTo>
                    <a:pt x="425039" y="1856693"/>
                  </a:lnTo>
                  <a:close/>
                  <a:moveTo>
                    <a:pt x="415281" y="1931854"/>
                  </a:moveTo>
                  <a:lnTo>
                    <a:pt x="420754" y="1932323"/>
                  </a:lnTo>
                  <a:lnTo>
                    <a:pt x="432759" y="1864929"/>
                  </a:lnTo>
                  <a:close/>
                  <a:moveTo>
                    <a:pt x="15106" y="1444400"/>
                  </a:moveTo>
                  <a:lnTo>
                    <a:pt x="3752" y="1411098"/>
                  </a:lnTo>
                  <a:lnTo>
                    <a:pt x="19330" y="1461177"/>
                  </a:lnTo>
                  <a:close/>
                  <a:moveTo>
                    <a:pt x="15106" y="1444400"/>
                  </a:moveTo>
                  <a:lnTo>
                    <a:pt x="0" y="1392863"/>
                  </a:lnTo>
                  <a:lnTo>
                    <a:pt x="3752" y="1411098"/>
                  </a:lnTo>
                  <a:close/>
                  <a:moveTo>
                    <a:pt x="486107" y="1849513"/>
                  </a:moveTo>
                  <a:lnTo>
                    <a:pt x="432759" y="1864929"/>
                  </a:lnTo>
                  <a:lnTo>
                    <a:pt x="486514" y="1891234"/>
                  </a:lnTo>
                  <a:close/>
                  <a:moveTo>
                    <a:pt x="229634" y="1466893"/>
                  </a:moveTo>
                  <a:lnTo>
                    <a:pt x="213174" y="1396212"/>
                  </a:lnTo>
                  <a:lnTo>
                    <a:pt x="177128" y="1408853"/>
                  </a:lnTo>
                  <a:close/>
                  <a:moveTo>
                    <a:pt x="229634" y="1466893"/>
                  </a:moveTo>
                  <a:lnTo>
                    <a:pt x="177128" y="1408853"/>
                  </a:lnTo>
                  <a:lnTo>
                    <a:pt x="184860" y="1465310"/>
                  </a:lnTo>
                  <a:close/>
                  <a:moveTo>
                    <a:pt x="130697" y="1317233"/>
                  </a:moveTo>
                  <a:lnTo>
                    <a:pt x="175737" y="1332872"/>
                  </a:lnTo>
                  <a:lnTo>
                    <a:pt x="166796" y="1344675"/>
                  </a:lnTo>
                  <a:close/>
                  <a:moveTo>
                    <a:pt x="175737" y="1332872"/>
                  </a:moveTo>
                  <a:lnTo>
                    <a:pt x="151246" y="1304409"/>
                  </a:lnTo>
                  <a:lnTo>
                    <a:pt x="182827" y="1344675"/>
                  </a:lnTo>
                  <a:close/>
                  <a:moveTo>
                    <a:pt x="139839" y="1333555"/>
                  </a:moveTo>
                  <a:lnTo>
                    <a:pt x="175694" y="1347277"/>
                  </a:lnTo>
                  <a:lnTo>
                    <a:pt x="182827" y="1344675"/>
                  </a:lnTo>
                  <a:close/>
                  <a:moveTo>
                    <a:pt x="149923" y="1317233"/>
                  </a:moveTo>
                  <a:lnTo>
                    <a:pt x="162501" y="1283385"/>
                  </a:lnTo>
                  <a:lnTo>
                    <a:pt x="170833" y="1241602"/>
                  </a:lnTo>
                  <a:close/>
                  <a:moveTo>
                    <a:pt x="170833" y="1241602"/>
                  </a:moveTo>
                  <a:lnTo>
                    <a:pt x="187243" y="1275145"/>
                  </a:lnTo>
                  <a:lnTo>
                    <a:pt x="197547" y="1269045"/>
                  </a:lnTo>
                  <a:close/>
                  <a:moveTo>
                    <a:pt x="220672" y="1217508"/>
                  </a:moveTo>
                  <a:lnTo>
                    <a:pt x="143850" y="1190066"/>
                  </a:lnTo>
                  <a:lnTo>
                    <a:pt x="170833" y="1241602"/>
                  </a:lnTo>
                  <a:close/>
                  <a:moveTo>
                    <a:pt x="645048" y="1681338"/>
                  </a:moveTo>
                  <a:lnTo>
                    <a:pt x="691601" y="1729290"/>
                  </a:lnTo>
                  <a:lnTo>
                    <a:pt x="709490" y="1708780"/>
                  </a:lnTo>
                  <a:close/>
                  <a:moveTo>
                    <a:pt x="169306" y="1114435"/>
                  </a:moveTo>
                  <a:lnTo>
                    <a:pt x="201167" y="1038804"/>
                  </a:lnTo>
                  <a:lnTo>
                    <a:pt x="139871" y="1062899"/>
                  </a:lnTo>
                  <a:close/>
                  <a:moveTo>
                    <a:pt x="709490" y="1708780"/>
                  </a:moveTo>
                  <a:lnTo>
                    <a:pt x="697709" y="1728688"/>
                  </a:lnTo>
                  <a:lnTo>
                    <a:pt x="732787" y="1748377"/>
                  </a:lnTo>
                  <a:close/>
                  <a:moveTo>
                    <a:pt x="222382" y="1033588"/>
                  </a:moveTo>
                  <a:lnTo>
                    <a:pt x="201167" y="1038804"/>
                  </a:lnTo>
                  <a:lnTo>
                    <a:pt x="252838" y="1041767"/>
                  </a:lnTo>
                  <a:close/>
                  <a:moveTo>
                    <a:pt x="213951" y="1031272"/>
                  </a:moveTo>
                  <a:lnTo>
                    <a:pt x="201167" y="1038804"/>
                  </a:lnTo>
                  <a:lnTo>
                    <a:pt x="222382" y="1033588"/>
                  </a:lnTo>
                  <a:close/>
                  <a:moveTo>
                    <a:pt x="222382" y="1033588"/>
                  </a:moveTo>
                  <a:lnTo>
                    <a:pt x="223669" y="1038804"/>
                  </a:lnTo>
                  <a:lnTo>
                    <a:pt x="213951" y="1031272"/>
                  </a:lnTo>
                  <a:close/>
                  <a:moveTo>
                    <a:pt x="122191" y="732934"/>
                  </a:moveTo>
                  <a:lnTo>
                    <a:pt x="113927" y="681397"/>
                  </a:lnTo>
                  <a:lnTo>
                    <a:pt x="108274" y="736677"/>
                  </a:lnTo>
                  <a:close/>
                  <a:moveTo>
                    <a:pt x="1038922" y="1614884"/>
                  </a:moveTo>
                  <a:lnTo>
                    <a:pt x="957289" y="1619248"/>
                  </a:lnTo>
                  <a:lnTo>
                    <a:pt x="996051" y="1629272"/>
                  </a:lnTo>
                  <a:close/>
                  <a:moveTo>
                    <a:pt x="896868" y="1555237"/>
                  </a:moveTo>
                  <a:lnTo>
                    <a:pt x="843861" y="1544513"/>
                  </a:lnTo>
                  <a:lnTo>
                    <a:pt x="881669" y="1557519"/>
                  </a:lnTo>
                  <a:close/>
                  <a:moveTo>
                    <a:pt x="892394" y="1496130"/>
                  </a:moveTo>
                  <a:lnTo>
                    <a:pt x="852970" y="1490199"/>
                  </a:lnTo>
                  <a:lnTo>
                    <a:pt x="896868" y="1555237"/>
                  </a:lnTo>
                  <a:close/>
                  <a:moveTo>
                    <a:pt x="892394" y="1496130"/>
                  </a:moveTo>
                  <a:lnTo>
                    <a:pt x="829859" y="1446245"/>
                  </a:lnTo>
                  <a:lnTo>
                    <a:pt x="852970" y="1490199"/>
                  </a:lnTo>
                  <a:close/>
                  <a:moveTo>
                    <a:pt x="791205" y="1387416"/>
                  </a:moveTo>
                  <a:lnTo>
                    <a:pt x="744831" y="1454446"/>
                  </a:lnTo>
                  <a:lnTo>
                    <a:pt x="787124" y="1443006"/>
                  </a:lnTo>
                  <a:close/>
                  <a:moveTo>
                    <a:pt x="447741" y="1027065"/>
                  </a:moveTo>
                  <a:lnTo>
                    <a:pt x="440444" y="966523"/>
                  </a:lnTo>
                  <a:lnTo>
                    <a:pt x="392828" y="970982"/>
                  </a:lnTo>
                  <a:close/>
                  <a:moveTo>
                    <a:pt x="392828" y="970982"/>
                  </a:moveTo>
                  <a:lnTo>
                    <a:pt x="431117" y="915094"/>
                  </a:lnTo>
                  <a:lnTo>
                    <a:pt x="356739" y="937580"/>
                  </a:lnTo>
                  <a:close/>
                  <a:moveTo>
                    <a:pt x="431117" y="915094"/>
                  </a:moveTo>
                  <a:lnTo>
                    <a:pt x="448995" y="966523"/>
                  </a:lnTo>
                  <a:lnTo>
                    <a:pt x="481115" y="975172"/>
                  </a:lnTo>
                  <a:close/>
                  <a:moveTo>
                    <a:pt x="398916" y="863450"/>
                  </a:moveTo>
                  <a:lnTo>
                    <a:pt x="377356" y="888164"/>
                  </a:lnTo>
                  <a:lnTo>
                    <a:pt x="410225" y="869336"/>
                  </a:lnTo>
                  <a:close/>
                  <a:moveTo>
                    <a:pt x="332666" y="863450"/>
                  </a:moveTo>
                  <a:lnTo>
                    <a:pt x="363498" y="836353"/>
                  </a:lnTo>
                  <a:lnTo>
                    <a:pt x="322403" y="864769"/>
                  </a:lnTo>
                  <a:close/>
                  <a:moveTo>
                    <a:pt x="322403" y="864769"/>
                  </a:moveTo>
                  <a:lnTo>
                    <a:pt x="363498" y="836353"/>
                  </a:lnTo>
                  <a:lnTo>
                    <a:pt x="348343" y="818920"/>
                  </a:lnTo>
                  <a:close/>
                  <a:moveTo>
                    <a:pt x="322403" y="864769"/>
                  </a:moveTo>
                  <a:lnTo>
                    <a:pt x="348343" y="818920"/>
                  </a:lnTo>
                  <a:lnTo>
                    <a:pt x="293264" y="825716"/>
                  </a:lnTo>
                  <a:close/>
                  <a:moveTo>
                    <a:pt x="363498" y="836353"/>
                  </a:moveTo>
                  <a:lnTo>
                    <a:pt x="398916" y="863450"/>
                  </a:lnTo>
                  <a:lnTo>
                    <a:pt x="348343" y="818920"/>
                  </a:lnTo>
                  <a:close/>
                  <a:moveTo>
                    <a:pt x="398916" y="863450"/>
                  </a:moveTo>
                  <a:lnTo>
                    <a:pt x="410225" y="869336"/>
                  </a:lnTo>
                  <a:lnTo>
                    <a:pt x="348343" y="818920"/>
                  </a:lnTo>
                  <a:close/>
                  <a:moveTo>
                    <a:pt x="661786" y="1224206"/>
                  </a:moveTo>
                  <a:lnTo>
                    <a:pt x="650367" y="1172669"/>
                  </a:lnTo>
                  <a:lnTo>
                    <a:pt x="664707" y="1190833"/>
                  </a:lnTo>
                  <a:close/>
                  <a:moveTo>
                    <a:pt x="1067588" y="1587161"/>
                  </a:moveTo>
                  <a:lnTo>
                    <a:pt x="996051" y="1629272"/>
                  </a:lnTo>
                  <a:lnTo>
                    <a:pt x="1023117" y="1595566"/>
                  </a:lnTo>
                  <a:close/>
                  <a:moveTo>
                    <a:pt x="661786" y="1224206"/>
                  </a:moveTo>
                  <a:lnTo>
                    <a:pt x="701673" y="1275742"/>
                  </a:lnTo>
                  <a:lnTo>
                    <a:pt x="736293" y="1251648"/>
                  </a:lnTo>
                  <a:close/>
                  <a:moveTo>
                    <a:pt x="647408" y="1064237"/>
                  </a:moveTo>
                  <a:lnTo>
                    <a:pt x="625440" y="1059288"/>
                  </a:lnTo>
                  <a:lnTo>
                    <a:pt x="691601" y="1097039"/>
                  </a:lnTo>
                  <a:close/>
                  <a:moveTo>
                    <a:pt x="440444" y="966523"/>
                  </a:moveTo>
                  <a:lnTo>
                    <a:pt x="446498" y="971998"/>
                  </a:lnTo>
                  <a:lnTo>
                    <a:pt x="445935" y="965790"/>
                  </a:lnTo>
                  <a:close/>
                  <a:moveTo>
                    <a:pt x="445935" y="965790"/>
                  </a:moveTo>
                  <a:lnTo>
                    <a:pt x="446498" y="971998"/>
                  </a:lnTo>
                  <a:lnTo>
                    <a:pt x="448995" y="966523"/>
                  </a:lnTo>
                  <a:close/>
                  <a:moveTo>
                    <a:pt x="556564" y="890892"/>
                  </a:moveTo>
                  <a:lnTo>
                    <a:pt x="554744" y="953294"/>
                  </a:lnTo>
                  <a:lnTo>
                    <a:pt x="556638" y="899541"/>
                  </a:lnTo>
                  <a:close/>
                  <a:moveTo>
                    <a:pt x="332666" y="863450"/>
                  </a:moveTo>
                  <a:lnTo>
                    <a:pt x="377356" y="888164"/>
                  </a:lnTo>
                  <a:lnTo>
                    <a:pt x="379160" y="856608"/>
                  </a:lnTo>
                  <a:close/>
                  <a:moveTo>
                    <a:pt x="363498" y="836353"/>
                  </a:moveTo>
                  <a:lnTo>
                    <a:pt x="332666" y="863450"/>
                  </a:lnTo>
                  <a:lnTo>
                    <a:pt x="379160" y="856608"/>
                  </a:lnTo>
                  <a:close/>
                  <a:moveTo>
                    <a:pt x="379160" y="856608"/>
                  </a:moveTo>
                  <a:lnTo>
                    <a:pt x="377356" y="888164"/>
                  </a:lnTo>
                  <a:lnTo>
                    <a:pt x="398916" y="863450"/>
                  </a:lnTo>
                  <a:close/>
                  <a:moveTo>
                    <a:pt x="379160" y="856608"/>
                  </a:moveTo>
                  <a:lnTo>
                    <a:pt x="398916" y="863450"/>
                  </a:lnTo>
                  <a:lnTo>
                    <a:pt x="363498" y="836353"/>
                  </a:lnTo>
                  <a:close/>
                  <a:moveTo>
                    <a:pt x="197437" y="639428"/>
                  </a:moveTo>
                  <a:lnTo>
                    <a:pt x="240313" y="642554"/>
                  </a:lnTo>
                  <a:lnTo>
                    <a:pt x="214587" y="628950"/>
                  </a:lnTo>
                  <a:close/>
                  <a:moveTo>
                    <a:pt x="1076527" y="1560868"/>
                  </a:moveTo>
                  <a:lnTo>
                    <a:pt x="1100019" y="1573513"/>
                  </a:lnTo>
                  <a:lnTo>
                    <a:pt x="1070885" y="1552471"/>
                  </a:lnTo>
                  <a:close/>
                  <a:moveTo>
                    <a:pt x="1076527" y="1560868"/>
                  </a:moveTo>
                  <a:lnTo>
                    <a:pt x="1070885" y="1552471"/>
                  </a:lnTo>
                  <a:lnTo>
                    <a:pt x="1071276" y="1509331"/>
                  </a:lnTo>
                  <a:close/>
                  <a:moveTo>
                    <a:pt x="1047449" y="1383295"/>
                  </a:moveTo>
                  <a:lnTo>
                    <a:pt x="1029867" y="1446126"/>
                  </a:lnTo>
                  <a:lnTo>
                    <a:pt x="1053179" y="1382164"/>
                  </a:lnTo>
                  <a:close/>
                  <a:moveTo>
                    <a:pt x="888478" y="1406258"/>
                  </a:moveTo>
                  <a:lnTo>
                    <a:pt x="931723" y="1428536"/>
                  </a:lnTo>
                  <a:lnTo>
                    <a:pt x="939702" y="1394928"/>
                  </a:lnTo>
                  <a:close/>
                  <a:moveTo>
                    <a:pt x="995139" y="1387840"/>
                  </a:moveTo>
                  <a:lnTo>
                    <a:pt x="931723" y="1428536"/>
                  </a:lnTo>
                  <a:lnTo>
                    <a:pt x="982530" y="1443819"/>
                  </a:lnTo>
                  <a:close/>
                  <a:moveTo>
                    <a:pt x="995139" y="1387840"/>
                  </a:moveTo>
                  <a:lnTo>
                    <a:pt x="939702" y="1394928"/>
                  </a:lnTo>
                  <a:lnTo>
                    <a:pt x="931723" y="1428536"/>
                  </a:lnTo>
                  <a:close/>
                  <a:moveTo>
                    <a:pt x="1047449" y="1383295"/>
                  </a:moveTo>
                  <a:lnTo>
                    <a:pt x="995139" y="1387840"/>
                  </a:lnTo>
                  <a:lnTo>
                    <a:pt x="982530" y="1443819"/>
                  </a:lnTo>
                  <a:close/>
                  <a:moveTo>
                    <a:pt x="885890" y="1337950"/>
                  </a:moveTo>
                  <a:lnTo>
                    <a:pt x="935421" y="1335665"/>
                  </a:lnTo>
                  <a:lnTo>
                    <a:pt x="920140" y="1285345"/>
                  </a:lnTo>
                  <a:close/>
                  <a:moveTo>
                    <a:pt x="982465" y="1335400"/>
                  </a:moveTo>
                  <a:lnTo>
                    <a:pt x="945509" y="1305404"/>
                  </a:lnTo>
                  <a:lnTo>
                    <a:pt x="920140" y="1285345"/>
                  </a:lnTo>
                  <a:close/>
                  <a:moveTo>
                    <a:pt x="935421" y="1335665"/>
                  </a:moveTo>
                  <a:lnTo>
                    <a:pt x="982465" y="1335400"/>
                  </a:lnTo>
                  <a:lnTo>
                    <a:pt x="920140" y="1285345"/>
                  </a:lnTo>
                  <a:close/>
                  <a:moveTo>
                    <a:pt x="868807" y="1289095"/>
                  </a:moveTo>
                  <a:lnTo>
                    <a:pt x="920140" y="1285345"/>
                  </a:lnTo>
                  <a:lnTo>
                    <a:pt x="893031" y="1283871"/>
                  </a:lnTo>
                  <a:close/>
                  <a:moveTo>
                    <a:pt x="793200" y="1125075"/>
                  </a:moveTo>
                  <a:lnTo>
                    <a:pt x="774574" y="1148575"/>
                  </a:lnTo>
                  <a:lnTo>
                    <a:pt x="790564" y="1126495"/>
                  </a:lnTo>
                  <a:close/>
                  <a:moveTo>
                    <a:pt x="791918" y="1120284"/>
                  </a:moveTo>
                  <a:lnTo>
                    <a:pt x="767644" y="1072945"/>
                  </a:lnTo>
                  <a:lnTo>
                    <a:pt x="790564" y="1126495"/>
                  </a:lnTo>
                  <a:close/>
                  <a:moveTo>
                    <a:pt x="790564" y="1126495"/>
                  </a:moveTo>
                  <a:lnTo>
                    <a:pt x="767644" y="1072945"/>
                  </a:lnTo>
                  <a:lnTo>
                    <a:pt x="709422" y="1091738"/>
                  </a:lnTo>
                  <a:close/>
                  <a:moveTo>
                    <a:pt x="774574" y="1148575"/>
                  </a:moveTo>
                  <a:lnTo>
                    <a:pt x="791918" y="1120284"/>
                  </a:lnTo>
                  <a:lnTo>
                    <a:pt x="790564" y="1126495"/>
                  </a:lnTo>
                  <a:close/>
                  <a:moveTo>
                    <a:pt x="647408" y="1064237"/>
                  </a:moveTo>
                  <a:lnTo>
                    <a:pt x="709422" y="1091738"/>
                  </a:lnTo>
                  <a:lnTo>
                    <a:pt x="722424" y="1035132"/>
                  </a:lnTo>
                  <a:close/>
                  <a:moveTo>
                    <a:pt x="709422" y="1091738"/>
                  </a:moveTo>
                  <a:lnTo>
                    <a:pt x="767644" y="1072945"/>
                  </a:lnTo>
                  <a:lnTo>
                    <a:pt x="722424" y="1035132"/>
                  </a:lnTo>
                  <a:close/>
                  <a:moveTo>
                    <a:pt x="377868" y="620280"/>
                  </a:moveTo>
                  <a:lnTo>
                    <a:pt x="420851" y="609726"/>
                  </a:lnTo>
                  <a:lnTo>
                    <a:pt x="411772" y="609116"/>
                  </a:lnTo>
                  <a:close/>
                  <a:moveTo>
                    <a:pt x="920733" y="1117647"/>
                  </a:moveTo>
                  <a:lnTo>
                    <a:pt x="966915" y="1151924"/>
                  </a:lnTo>
                  <a:lnTo>
                    <a:pt x="905749" y="1108816"/>
                  </a:lnTo>
                  <a:close/>
                  <a:moveTo>
                    <a:pt x="767644" y="1072945"/>
                  </a:moveTo>
                  <a:lnTo>
                    <a:pt x="791918" y="1120284"/>
                  </a:lnTo>
                  <a:lnTo>
                    <a:pt x="786197" y="1067303"/>
                  </a:lnTo>
                  <a:close/>
                  <a:moveTo>
                    <a:pt x="724385" y="1016830"/>
                  </a:moveTo>
                  <a:lnTo>
                    <a:pt x="778591" y="948001"/>
                  </a:lnTo>
                  <a:lnTo>
                    <a:pt x="712487" y="963759"/>
                  </a:lnTo>
                  <a:close/>
                  <a:moveTo>
                    <a:pt x="670276" y="960094"/>
                  </a:moveTo>
                  <a:lnTo>
                    <a:pt x="712487" y="963759"/>
                  </a:lnTo>
                  <a:lnTo>
                    <a:pt x="699859" y="911283"/>
                  </a:lnTo>
                  <a:close/>
                  <a:moveTo>
                    <a:pt x="659888" y="905797"/>
                  </a:moveTo>
                  <a:lnTo>
                    <a:pt x="699859" y="911283"/>
                  </a:lnTo>
                  <a:lnTo>
                    <a:pt x="695614" y="851991"/>
                  </a:lnTo>
                  <a:close/>
                  <a:moveTo>
                    <a:pt x="659888" y="905797"/>
                  </a:moveTo>
                  <a:lnTo>
                    <a:pt x="695614" y="851991"/>
                  </a:lnTo>
                  <a:lnTo>
                    <a:pt x="649027" y="851884"/>
                  </a:lnTo>
                  <a:close/>
                  <a:moveTo>
                    <a:pt x="649027" y="851884"/>
                  </a:moveTo>
                  <a:lnTo>
                    <a:pt x="695614" y="851991"/>
                  </a:lnTo>
                  <a:lnTo>
                    <a:pt x="681329" y="800862"/>
                  </a:lnTo>
                  <a:close/>
                  <a:moveTo>
                    <a:pt x="411772" y="609116"/>
                  </a:moveTo>
                  <a:lnTo>
                    <a:pt x="421064" y="607105"/>
                  </a:lnTo>
                  <a:lnTo>
                    <a:pt x="377394" y="607074"/>
                  </a:lnTo>
                  <a:close/>
                  <a:moveTo>
                    <a:pt x="1222224" y="1442656"/>
                  </a:moveTo>
                  <a:lnTo>
                    <a:pt x="1220917" y="1506461"/>
                  </a:lnTo>
                  <a:lnTo>
                    <a:pt x="1258600" y="1507492"/>
                  </a:lnTo>
                  <a:close/>
                  <a:moveTo>
                    <a:pt x="1229436" y="1437050"/>
                  </a:moveTo>
                  <a:lnTo>
                    <a:pt x="1222224" y="1442656"/>
                  </a:lnTo>
                  <a:lnTo>
                    <a:pt x="1258600" y="1507492"/>
                  </a:lnTo>
                  <a:close/>
                  <a:moveTo>
                    <a:pt x="1295749" y="1420864"/>
                  </a:moveTo>
                  <a:lnTo>
                    <a:pt x="1308919" y="1385396"/>
                  </a:lnTo>
                  <a:lnTo>
                    <a:pt x="1278281" y="1372323"/>
                  </a:lnTo>
                  <a:close/>
                  <a:moveTo>
                    <a:pt x="1220285" y="1381490"/>
                  </a:moveTo>
                  <a:lnTo>
                    <a:pt x="1278281" y="1372323"/>
                  </a:lnTo>
                  <a:lnTo>
                    <a:pt x="1254439" y="1328962"/>
                  </a:lnTo>
                  <a:close/>
                  <a:moveTo>
                    <a:pt x="1213277" y="1324444"/>
                  </a:moveTo>
                  <a:lnTo>
                    <a:pt x="1254439" y="1328962"/>
                  </a:lnTo>
                  <a:lnTo>
                    <a:pt x="1238370" y="1279283"/>
                  </a:lnTo>
                  <a:close/>
                  <a:moveTo>
                    <a:pt x="305562" y="119916"/>
                  </a:moveTo>
                  <a:lnTo>
                    <a:pt x="219534" y="107850"/>
                  </a:lnTo>
                  <a:lnTo>
                    <a:pt x="254122" y="102270"/>
                  </a:lnTo>
                  <a:close/>
                  <a:moveTo>
                    <a:pt x="1000974" y="846053"/>
                  </a:moveTo>
                  <a:lnTo>
                    <a:pt x="985668" y="781055"/>
                  </a:lnTo>
                  <a:lnTo>
                    <a:pt x="991487" y="770423"/>
                  </a:lnTo>
                  <a:close/>
                  <a:moveTo>
                    <a:pt x="874090" y="742980"/>
                  </a:moveTo>
                  <a:lnTo>
                    <a:pt x="898396" y="764332"/>
                  </a:lnTo>
                  <a:lnTo>
                    <a:pt x="908863" y="729827"/>
                  </a:lnTo>
                  <a:close/>
                  <a:moveTo>
                    <a:pt x="805747" y="691443"/>
                  </a:moveTo>
                  <a:lnTo>
                    <a:pt x="809091" y="644891"/>
                  </a:lnTo>
                  <a:lnTo>
                    <a:pt x="832029" y="615813"/>
                  </a:lnTo>
                  <a:close/>
                  <a:moveTo>
                    <a:pt x="685618" y="492822"/>
                  </a:moveTo>
                  <a:lnTo>
                    <a:pt x="644649" y="514323"/>
                  </a:lnTo>
                  <a:lnTo>
                    <a:pt x="716636" y="473894"/>
                  </a:lnTo>
                  <a:close/>
                  <a:moveTo>
                    <a:pt x="1047920" y="755483"/>
                  </a:moveTo>
                  <a:lnTo>
                    <a:pt x="991487" y="770423"/>
                  </a:lnTo>
                  <a:lnTo>
                    <a:pt x="1072931" y="797737"/>
                  </a:lnTo>
                  <a:close/>
                  <a:moveTo>
                    <a:pt x="1072931" y="797737"/>
                  </a:moveTo>
                  <a:lnTo>
                    <a:pt x="985668" y="781055"/>
                  </a:lnTo>
                  <a:lnTo>
                    <a:pt x="1017661" y="765772"/>
                  </a:lnTo>
                  <a:close/>
                  <a:moveTo>
                    <a:pt x="858575" y="607243"/>
                  </a:moveTo>
                  <a:lnTo>
                    <a:pt x="905938" y="657633"/>
                  </a:lnTo>
                  <a:lnTo>
                    <a:pt x="903854" y="608414"/>
                  </a:lnTo>
                  <a:close/>
                  <a:moveTo>
                    <a:pt x="858575" y="607243"/>
                  </a:moveTo>
                  <a:lnTo>
                    <a:pt x="903854" y="608414"/>
                  </a:lnTo>
                  <a:lnTo>
                    <a:pt x="889592" y="596515"/>
                  </a:lnTo>
                  <a:close/>
                  <a:moveTo>
                    <a:pt x="658925" y="341894"/>
                  </a:moveTo>
                  <a:lnTo>
                    <a:pt x="673504" y="352409"/>
                  </a:lnTo>
                  <a:lnTo>
                    <a:pt x="718451" y="345780"/>
                  </a:lnTo>
                  <a:close/>
                  <a:moveTo>
                    <a:pt x="744772" y="348066"/>
                  </a:moveTo>
                  <a:lnTo>
                    <a:pt x="706656" y="341071"/>
                  </a:lnTo>
                  <a:lnTo>
                    <a:pt x="767886" y="355931"/>
                  </a:lnTo>
                  <a:close/>
                  <a:moveTo>
                    <a:pt x="706656" y="341071"/>
                  </a:moveTo>
                  <a:lnTo>
                    <a:pt x="718451" y="345780"/>
                  </a:lnTo>
                  <a:lnTo>
                    <a:pt x="767886" y="355931"/>
                  </a:lnTo>
                  <a:close/>
                  <a:moveTo>
                    <a:pt x="601133" y="255057"/>
                  </a:moveTo>
                  <a:lnTo>
                    <a:pt x="645292" y="290234"/>
                  </a:lnTo>
                  <a:lnTo>
                    <a:pt x="599351" y="249839"/>
                  </a:lnTo>
                  <a:close/>
                  <a:moveTo>
                    <a:pt x="587060" y="236850"/>
                  </a:moveTo>
                  <a:lnTo>
                    <a:pt x="601133" y="255057"/>
                  </a:lnTo>
                  <a:lnTo>
                    <a:pt x="599351" y="249839"/>
                  </a:lnTo>
                  <a:close/>
                  <a:moveTo>
                    <a:pt x="606864" y="195989"/>
                  </a:moveTo>
                  <a:lnTo>
                    <a:pt x="605653" y="233624"/>
                  </a:lnTo>
                  <a:lnTo>
                    <a:pt x="589823" y="214215"/>
                  </a:lnTo>
                  <a:close/>
                  <a:moveTo>
                    <a:pt x="589823" y="214215"/>
                  </a:moveTo>
                  <a:lnTo>
                    <a:pt x="605653" y="233624"/>
                  </a:lnTo>
                  <a:lnTo>
                    <a:pt x="587060" y="236850"/>
                  </a:lnTo>
                  <a:close/>
                  <a:moveTo>
                    <a:pt x="509575" y="88859"/>
                  </a:moveTo>
                  <a:lnTo>
                    <a:pt x="494673" y="76353"/>
                  </a:lnTo>
                  <a:lnTo>
                    <a:pt x="494274" y="148816"/>
                  </a:lnTo>
                  <a:close/>
                  <a:moveTo>
                    <a:pt x="494274" y="148816"/>
                  </a:moveTo>
                  <a:lnTo>
                    <a:pt x="494673" y="76353"/>
                  </a:lnTo>
                  <a:lnTo>
                    <a:pt x="432672" y="98173"/>
                  </a:lnTo>
                  <a:close/>
                  <a:moveTo>
                    <a:pt x="494274" y="148816"/>
                  </a:moveTo>
                  <a:lnTo>
                    <a:pt x="432672" y="98173"/>
                  </a:lnTo>
                  <a:lnTo>
                    <a:pt x="451291" y="145779"/>
                  </a:lnTo>
                  <a:close/>
                  <a:moveTo>
                    <a:pt x="794750" y="321471"/>
                  </a:moveTo>
                  <a:lnTo>
                    <a:pt x="767886" y="355931"/>
                  </a:lnTo>
                  <a:lnTo>
                    <a:pt x="718451" y="345780"/>
                  </a:lnTo>
                  <a:close/>
                  <a:moveTo>
                    <a:pt x="549733" y="52259"/>
                  </a:moveTo>
                  <a:lnTo>
                    <a:pt x="509575" y="88859"/>
                  </a:lnTo>
                  <a:lnTo>
                    <a:pt x="545882" y="127890"/>
                  </a:lnTo>
                  <a:close/>
                  <a:moveTo>
                    <a:pt x="780930" y="0"/>
                  </a:moveTo>
                  <a:lnTo>
                    <a:pt x="783746" y="4071"/>
                  </a:lnTo>
                  <a:lnTo>
                    <a:pt x="784210" y="229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69" name="Output_density__4268">
              <a:extLst>
                <a:ext uri="{FF2B5EF4-FFF2-40B4-BE49-F238E27FC236}">
                  <a16:creationId xmlns:a16="http://schemas.microsoft.com/office/drawing/2014/main" id="{40AF12C5-34F8-14AB-2363-C395DAA0BAF2}"/>
                </a:ext>
              </a:extLst>
            </p:cNvPr>
            <p:cNvSpPr>
              <a:spLocks noGrp="1"/>
            </p:cNvSpPr>
            <p:nvPr/>
          </p:nvSpPr>
          <p:spPr>
            <a:xfrm>
              <a:off x="15316483" y="2309942"/>
              <a:ext cx="1299619" cy="1948336"/>
            </a:xfrm>
            <a:custGeom>
              <a:avLst/>
              <a:gdLst/>
              <a:ahLst/>
              <a:cxnLst/>
              <a:rect l="0" t="0" r="0" b="0"/>
              <a:pathLst>
                <a:path w="1299619" h="1948336">
                  <a:moveTo>
                    <a:pt x="418920" y="1896800"/>
                  </a:moveTo>
                  <a:lnTo>
                    <a:pt x="442031" y="1948336"/>
                  </a:lnTo>
                  <a:lnTo>
                    <a:pt x="502434" y="1924242"/>
                  </a:lnTo>
                  <a:close/>
                  <a:moveTo>
                    <a:pt x="418920" y="1896800"/>
                  </a:moveTo>
                  <a:lnTo>
                    <a:pt x="502434" y="1924242"/>
                  </a:lnTo>
                  <a:lnTo>
                    <a:pt x="492825" y="1872706"/>
                  </a:lnTo>
                  <a:close/>
                  <a:moveTo>
                    <a:pt x="492825" y="1872706"/>
                  </a:moveTo>
                  <a:lnTo>
                    <a:pt x="510487" y="1922181"/>
                  </a:lnTo>
                  <a:lnTo>
                    <a:pt x="495005" y="1872025"/>
                  </a:lnTo>
                  <a:close/>
                  <a:moveTo>
                    <a:pt x="492825" y="1872706"/>
                  </a:moveTo>
                  <a:lnTo>
                    <a:pt x="502434" y="1924242"/>
                  </a:lnTo>
                  <a:lnTo>
                    <a:pt x="510487" y="1922181"/>
                  </a:lnTo>
                  <a:close/>
                  <a:moveTo>
                    <a:pt x="490094" y="1857475"/>
                  </a:moveTo>
                  <a:lnTo>
                    <a:pt x="492825" y="1872706"/>
                  </a:lnTo>
                  <a:lnTo>
                    <a:pt x="495005" y="1872025"/>
                  </a:lnTo>
                  <a:close/>
                  <a:moveTo>
                    <a:pt x="47898" y="1051469"/>
                  </a:moveTo>
                  <a:lnTo>
                    <a:pt x="76227" y="1027375"/>
                  </a:lnTo>
                  <a:lnTo>
                    <a:pt x="39946" y="999932"/>
                  </a:lnTo>
                  <a:close/>
                  <a:moveTo>
                    <a:pt x="766137" y="1724793"/>
                  </a:moveTo>
                  <a:lnTo>
                    <a:pt x="722443" y="1748887"/>
                  </a:lnTo>
                  <a:lnTo>
                    <a:pt x="786885" y="1776330"/>
                  </a:lnTo>
                  <a:close/>
                  <a:moveTo>
                    <a:pt x="766137" y="1724793"/>
                  </a:moveTo>
                  <a:lnTo>
                    <a:pt x="779007" y="1699367"/>
                  </a:lnTo>
                  <a:lnTo>
                    <a:pt x="698512" y="1697351"/>
                  </a:lnTo>
                  <a:close/>
                  <a:moveTo>
                    <a:pt x="722443" y="1748887"/>
                  </a:moveTo>
                  <a:lnTo>
                    <a:pt x="766137" y="1724793"/>
                  </a:lnTo>
                  <a:lnTo>
                    <a:pt x="698512" y="1697351"/>
                  </a:lnTo>
                  <a:close/>
                  <a:moveTo>
                    <a:pt x="766137" y="1724793"/>
                  </a:moveTo>
                  <a:lnTo>
                    <a:pt x="820099" y="1759658"/>
                  </a:lnTo>
                  <a:lnTo>
                    <a:pt x="812799" y="1702849"/>
                  </a:lnTo>
                  <a:close/>
                  <a:moveTo>
                    <a:pt x="766137" y="1724793"/>
                  </a:moveTo>
                  <a:lnTo>
                    <a:pt x="786885" y="1776330"/>
                  </a:lnTo>
                  <a:lnTo>
                    <a:pt x="820099" y="1759658"/>
                  </a:lnTo>
                  <a:close/>
                  <a:moveTo>
                    <a:pt x="779007" y="1699367"/>
                  </a:moveTo>
                  <a:lnTo>
                    <a:pt x="766137" y="1724793"/>
                  </a:lnTo>
                  <a:lnTo>
                    <a:pt x="812799" y="1702849"/>
                  </a:lnTo>
                  <a:close/>
                  <a:moveTo>
                    <a:pt x="858266" y="1686127"/>
                  </a:moveTo>
                  <a:lnTo>
                    <a:pt x="846978" y="1713045"/>
                  </a:lnTo>
                  <a:lnTo>
                    <a:pt x="821651" y="1700699"/>
                  </a:lnTo>
                  <a:close/>
                  <a:moveTo>
                    <a:pt x="812799" y="1702849"/>
                  </a:moveTo>
                  <a:lnTo>
                    <a:pt x="814851" y="1724793"/>
                  </a:lnTo>
                  <a:lnTo>
                    <a:pt x="779007" y="1699367"/>
                  </a:lnTo>
                  <a:close/>
                  <a:moveTo>
                    <a:pt x="846978" y="1713045"/>
                  </a:moveTo>
                  <a:lnTo>
                    <a:pt x="858266" y="1686127"/>
                  </a:lnTo>
                  <a:lnTo>
                    <a:pt x="839137" y="1724793"/>
                  </a:lnTo>
                  <a:close/>
                  <a:moveTo>
                    <a:pt x="839137" y="1724793"/>
                  </a:moveTo>
                  <a:lnTo>
                    <a:pt x="858266" y="1686127"/>
                  </a:lnTo>
                  <a:lnTo>
                    <a:pt x="867052" y="1649163"/>
                  </a:lnTo>
                  <a:close/>
                  <a:moveTo>
                    <a:pt x="897333" y="1734850"/>
                  </a:moveTo>
                  <a:lnTo>
                    <a:pt x="949647" y="1718209"/>
                  </a:lnTo>
                  <a:lnTo>
                    <a:pt x="918044" y="1693252"/>
                  </a:lnTo>
                  <a:close/>
                  <a:moveTo>
                    <a:pt x="897333" y="1734850"/>
                  </a:moveTo>
                  <a:lnTo>
                    <a:pt x="918044" y="1693252"/>
                  </a:lnTo>
                  <a:lnTo>
                    <a:pt x="870635" y="1693812"/>
                  </a:lnTo>
                  <a:close/>
                  <a:moveTo>
                    <a:pt x="858266" y="1686127"/>
                  </a:moveTo>
                  <a:lnTo>
                    <a:pt x="821651" y="1700699"/>
                  </a:lnTo>
                  <a:lnTo>
                    <a:pt x="870635" y="1693812"/>
                  </a:lnTo>
                  <a:close/>
                  <a:moveTo>
                    <a:pt x="870635" y="1693812"/>
                  </a:moveTo>
                  <a:lnTo>
                    <a:pt x="867052" y="1649163"/>
                  </a:lnTo>
                  <a:lnTo>
                    <a:pt x="858266" y="1686127"/>
                  </a:lnTo>
                  <a:close/>
                  <a:moveTo>
                    <a:pt x="918044" y="1693252"/>
                  </a:moveTo>
                  <a:lnTo>
                    <a:pt x="949647" y="1718209"/>
                  </a:lnTo>
                  <a:lnTo>
                    <a:pt x="989501" y="1692540"/>
                  </a:lnTo>
                  <a:close/>
                  <a:moveTo>
                    <a:pt x="788964" y="1470459"/>
                  </a:moveTo>
                  <a:lnTo>
                    <a:pt x="773535" y="1544010"/>
                  </a:lnTo>
                  <a:lnTo>
                    <a:pt x="790777" y="1473573"/>
                  </a:lnTo>
                  <a:close/>
                  <a:moveTo>
                    <a:pt x="788964" y="1470459"/>
                  </a:moveTo>
                  <a:lnTo>
                    <a:pt x="788022" y="1463274"/>
                  </a:lnTo>
                  <a:lnTo>
                    <a:pt x="736568" y="1443017"/>
                  </a:lnTo>
                  <a:close/>
                  <a:moveTo>
                    <a:pt x="741372" y="1494553"/>
                  </a:moveTo>
                  <a:lnTo>
                    <a:pt x="788964" y="1470459"/>
                  </a:lnTo>
                  <a:lnTo>
                    <a:pt x="736568" y="1443017"/>
                  </a:lnTo>
                  <a:close/>
                  <a:moveTo>
                    <a:pt x="766336" y="1426909"/>
                  </a:moveTo>
                  <a:lnTo>
                    <a:pt x="788022" y="1463274"/>
                  </a:lnTo>
                  <a:lnTo>
                    <a:pt x="789614" y="1418923"/>
                  </a:lnTo>
                  <a:close/>
                  <a:moveTo>
                    <a:pt x="404356" y="1076873"/>
                  </a:moveTo>
                  <a:lnTo>
                    <a:pt x="413211" y="1058167"/>
                  </a:lnTo>
                  <a:lnTo>
                    <a:pt x="394753" y="1082260"/>
                  </a:lnTo>
                  <a:close/>
                  <a:moveTo>
                    <a:pt x="955178" y="1725805"/>
                  </a:moveTo>
                  <a:lnTo>
                    <a:pt x="989501" y="1692540"/>
                  </a:lnTo>
                  <a:lnTo>
                    <a:pt x="949647" y="1718209"/>
                  </a:lnTo>
                  <a:close/>
                  <a:moveTo>
                    <a:pt x="955178" y="1725805"/>
                  </a:moveTo>
                  <a:lnTo>
                    <a:pt x="1023323" y="1708386"/>
                  </a:lnTo>
                  <a:lnTo>
                    <a:pt x="989501" y="1692540"/>
                  </a:lnTo>
                  <a:close/>
                  <a:moveTo>
                    <a:pt x="1073446" y="1696821"/>
                  </a:moveTo>
                  <a:lnTo>
                    <a:pt x="1023323" y="1708386"/>
                  </a:lnTo>
                  <a:lnTo>
                    <a:pt x="1042642" y="1704048"/>
                  </a:lnTo>
                  <a:close/>
                  <a:moveTo>
                    <a:pt x="989501" y="1692540"/>
                  </a:moveTo>
                  <a:lnTo>
                    <a:pt x="1023323" y="1708386"/>
                  </a:lnTo>
                  <a:lnTo>
                    <a:pt x="1073446" y="1696821"/>
                  </a:lnTo>
                  <a:close/>
                  <a:moveTo>
                    <a:pt x="788964" y="1470459"/>
                  </a:moveTo>
                  <a:lnTo>
                    <a:pt x="790777" y="1473573"/>
                  </a:lnTo>
                  <a:lnTo>
                    <a:pt x="791776" y="1468970"/>
                  </a:lnTo>
                  <a:close/>
                  <a:moveTo>
                    <a:pt x="788022" y="1463274"/>
                  </a:moveTo>
                  <a:lnTo>
                    <a:pt x="788964" y="1470459"/>
                  </a:lnTo>
                  <a:lnTo>
                    <a:pt x="791776" y="1468970"/>
                  </a:lnTo>
                  <a:close/>
                  <a:moveTo>
                    <a:pt x="788022" y="1463274"/>
                  </a:moveTo>
                  <a:lnTo>
                    <a:pt x="791776" y="1468970"/>
                  </a:lnTo>
                  <a:lnTo>
                    <a:pt x="789614" y="1418923"/>
                  </a:lnTo>
                  <a:close/>
                  <a:moveTo>
                    <a:pt x="883835" y="1377027"/>
                  </a:moveTo>
                  <a:lnTo>
                    <a:pt x="869867" y="1380722"/>
                  </a:lnTo>
                  <a:lnTo>
                    <a:pt x="819254" y="1394828"/>
                  </a:lnTo>
                  <a:close/>
                  <a:moveTo>
                    <a:pt x="869867" y="1380722"/>
                  </a:moveTo>
                  <a:lnTo>
                    <a:pt x="885597" y="1370735"/>
                  </a:lnTo>
                  <a:lnTo>
                    <a:pt x="920244" y="1338479"/>
                  </a:lnTo>
                  <a:close/>
                  <a:moveTo>
                    <a:pt x="869867" y="1380722"/>
                  </a:moveTo>
                  <a:lnTo>
                    <a:pt x="883835" y="1377027"/>
                  </a:lnTo>
                  <a:lnTo>
                    <a:pt x="885597" y="1370735"/>
                  </a:lnTo>
                  <a:close/>
                  <a:moveTo>
                    <a:pt x="727762" y="1240219"/>
                  </a:moveTo>
                  <a:lnTo>
                    <a:pt x="775387" y="1267661"/>
                  </a:lnTo>
                  <a:lnTo>
                    <a:pt x="763873" y="1216125"/>
                  </a:lnTo>
                  <a:close/>
                  <a:moveTo>
                    <a:pt x="732788" y="1188682"/>
                  </a:moveTo>
                  <a:lnTo>
                    <a:pt x="727762" y="1240219"/>
                  </a:lnTo>
                  <a:lnTo>
                    <a:pt x="763873" y="1216125"/>
                  </a:lnTo>
                  <a:close/>
                  <a:moveTo>
                    <a:pt x="732788" y="1188682"/>
                  </a:moveTo>
                  <a:lnTo>
                    <a:pt x="763873" y="1216125"/>
                  </a:lnTo>
                  <a:lnTo>
                    <a:pt x="768996" y="1164588"/>
                  </a:lnTo>
                  <a:close/>
                  <a:moveTo>
                    <a:pt x="356169" y="700759"/>
                  </a:moveTo>
                  <a:lnTo>
                    <a:pt x="317708" y="710103"/>
                  </a:lnTo>
                  <a:lnTo>
                    <a:pt x="327521" y="764868"/>
                  </a:lnTo>
                  <a:close/>
                  <a:moveTo>
                    <a:pt x="372095" y="686453"/>
                  </a:moveTo>
                  <a:lnTo>
                    <a:pt x="317708" y="710103"/>
                  </a:lnTo>
                  <a:lnTo>
                    <a:pt x="356169" y="700759"/>
                  </a:lnTo>
                  <a:close/>
                  <a:moveTo>
                    <a:pt x="0" y="364096"/>
                  </a:moveTo>
                  <a:lnTo>
                    <a:pt x="7265" y="415633"/>
                  </a:lnTo>
                  <a:lnTo>
                    <a:pt x="31538" y="340003"/>
                  </a:lnTo>
                  <a:close/>
                  <a:moveTo>
                    <a:pt x="39304" y="315588"/>
                  </a:moveTo>
                  <a:lnTo>
                    <a:pt x="0" y="364096"/>
                  </a:lnTo>
                  <a:lnTo>
                    <a:pt x="31538" y="340003"/>
                  </a:lnTo>
                  <a:close/>
                  <a:moveTo>
                    <a:pt x="1148671" y="1576881"/>
                  </a:moveTo>
                  <a:lnTo>
                    <a:pt x="1148280" y="1620020"/>
                  </a:lnTo>
                  <a:lnTo>
                    <a:pt x="1208634" y="1583113"/>
                  </a:lnTo>
                  <a:close/>
                  <a:moveTo>
                    <a:pt x="1208634" y="1583113"/>
                  </a:moveTo>
                  <a:lnTo>
                    <a:pt x="1148280" y="1620020"/>
                  </a:lnTo>
                  <a:lnTo>
                    <a:pt x="1162389" y="1584886"/>
                  </a:lnTo>
                  <a:close/>
                  <a:moveTo>
                    <a:pt x="1208634" y="1583113"/>
                  </a:moveTo>
                  <a:lnTo>
                    <a:pt x="1190013" y="1561332"/>
                  </a:lnTo>
                  <a:lnTo>
                    <a:pt x="1148671" y="1576881"/>
                  </a:lnTo>
                  <a:close/>
                  <a:moveTo>
                    <a:pt x="1190013" y="1561332"/>
                  </a:moveTo>
                  <a:lnTo>
                    <a:pt x="1208634" y="1583113"/>
                  </a:lnTo>
                  <a:lnTo>
                    <a:pt x="1216110" y="1552787"/>
                  </a:lnTo>
                  <a:close/>
                  <a:moveTo>
                    <a:pt x="768996" y="1164588"/>
                  </a:moveTo>
                  <a:lnTo>
                    <a:pt x="813372" y="1200441"/>
                  </a:lnTo>
                  <a:lnTo>
                    <a:pt x="786817" y="1159287"/>
                  </a:lnTo>
                  <a:close/>
                  <a:moveTo>
                    <a:pt x="768996" y="1164588"/>
                  </a:moveTo>
                  <a:lnTo>
                    <a:pt x="763873" y="1216125"/>
                  </a:lnTo>
                  <a:lnTo>
                    <a:pt x="813372" y="1200441"/>
                  </a:lnTo>
                  <a:close/>
                  <a:moveTo>
                    <a:pt x="634033" y="967090"/>
                  </a:moveTo>
                  <a:lnTo>
                    <a:pt x="662831" y="939862"/>
                  </a:lnTo>
                  <a:lnTo>
                    <a:pt x="633959" y="958442"/>
                  </a:lnTo>
                  <a:close/>
                  <a:moveTo>
                    <a:pt x="662831" y="939862"/>
                  </a:moveTo>
                  <a:lnTo>
                    <a:pt x="666574" y="934348"/>
                  </a:lnTo>
                  <a:lnTo>
                    <a:pt x="633959" y="958442"/>
                  </a:lnTo>
                  <a:close/>
                  <a:moveTo>
                    <a:pt x="639588" y="906905"/>
                  </a:moveTo>
                  <a:lnTo>
                    <a:pt x="633959" y="958442"/>
                  </a:lnTo>
                  <a:lnTo>
                    <a:pt x="666574" y="934348"/>
                  </a:lnTo>
                  <a:close/>
                  <a:moveTo>
                    <a:pt x="639588" y="906905"/>
                  </a:moveTo>
                  <a:lnTo>
                    <a:pt x="666574" y="934348"/>
                  </a:lnTo>
                  <a:lnTo>
                    <a:pt x="675107" y="882811"/>
                  </a:lnTo>
                  <a:close/>
                  <a:moveTo>
                    <a:pt x="356169" y="700759"/>
                  </a:moveTo>
                  <a:lnTo>
                    <a:pt x="406998" y="738237"/>
                  </a:lnTo>
                  <a:lnTo>
                    <a:pt x="382053" y="695774"/>
                  </a:lnTo>
                  <a:close/>
                  <a:moveTo>
                    <a:pt x="459659" y="733407"/>
                  </a:moveTo>
                  <a:lnTo>
                    <a:pt x="448518" y="676665"/>
                  </a:lnTo>
                  <a:lnTo>
                    <a:pt x="382053" y="695774"/>
                  </a:lnTo>
                  <a:close/>
                  <a:moveTo>
                    <a:pt x="372095" y="686453"/>
                  </a:moveTo>
                  <a:lnTo>
                    <a:pt x="356169" y="700759"/>
                  </a:lnTo>
                  <a:lnTo>
                    <a:pt x="382053" y="695774"/>
                  </a:lnTo>
                  <a:close/>
                  <a:moveTo>
                    <a:pt x="372095" y="686453"/>
                  </a:moveTo>
                  <a:lnTo>
                    <a:pt x="382053" y="695774"/>
                  </a:lnTo>
                  <a:lnTo>
                    <a:pt x="382004" y="649222"/>
                  </a:lnTo>
                  <a:close/>
                  <a:moveTo>
                    <a:pt x="382004" y="649222"/>
                  </a:moveTo>
                  <a:lnTo>
                    <a:pt x="382053" y="695774"/>
                  </a:lnTo>
                  <a:lnTo>
                    <a:pt x="448518" y="676665"/>
                  </a:lnTo>
                  <a:close/>
                  <a:moveTo>
                    <a:pt x="382004" y="649222"/>
                  </a:moveTo>
                  <a:lnTo>
                    <a:pt x="448518" y="676665"/>
                  </a:lnTo>
                  <a:lnTo>
                    <a:pt x="435908" y="625128"/>
                  </a:lnTo>
                  <a:close/>
                  <a:moveTo>
                    <a:pt x="437510" y="621452"/>
                  </a:moveTo>
                  <a:lnTo>
                    <a:pt x="382004" y="649222"/>
                  </a:lnTo>
                  <a:lnTo>
                    <a:pt x="435908" y="625128"/>
                  </a:lnTo>
                  <a:close/>
                  <a:moveTo>
                    <a:pt x="1208634" y="1583113"/>
                  </a:moveTo>
                  <a:lnTo>
                    <a:pt x="1235705" y="1586928"/>
                  </a:lnTo>
                  <a:lnTo>
                    <a:pt x="1216110" y="1552787"/>
                  </a:lnTo>
                  <a:close/>
                  <a:moveTo>
                    <a:pt x="1216110" y="1552787"/>
                  </a:moveTo>
                  <a:lnTo>
                    <a:pt x="1235705" y="1586928"/>
                  </a:lnTo>
                  <a:lnTo>
                    <a:pt x="1274267" y="1580230"/>
                  </a:lnTo>
                  <a:close/>
                  <a:moveTo>
                    <a:pt x="1216110" y="1552787"/>
                  </a:moveTo>
                  <a:lnTo>
                    <a:pt x="1274267" y="1580230"/>
                  </a:lnTo>
                  <a:lnTo>
                    <a:pt x="1275595" y="1528693"/>
                  </a:lnTo>
                  <a:close/>
                  <a:moveTo>
                    <a:pt x="1117278" y="1394253"/>
                  </a:moveTo>
                  <a:lnTo>
                    <a:pt x="1122285" y="1434945"/>
                  </a:lnTo>
                  <a:lnTo>
                    <a:pt x="1180170" y="1374083"/>
                  </a:lnTo>
                  <a:close/>
                  <a:moveTo>
                    <a:pt x="1180170" y="1374083"/>
                  </a:moveTo>
                  <a:lnTo>
                    <a:pt x="1122285" y="1434945"/>
                  </a:lnTo>
                  <a:lnTo>
                    <a:pt x="1130574" y="1449714"/>
                  </a:lnTo>
                  <a:close/>
                  <a:moveTo>
                    <a:pt x="1180170" y="1374083"/>
                  </a:moveTo>
                  <a:lnTo>
                    <a:pt x="1130574" y="1449714"/>
                  </a:lnTo>
                  <a:lnTo>
                    <a:pt x="1188370" y="1425620"/>
                  </a:lnTo>
                  <a:close/>
                  <a:moveTo>
                    <a:pt x="1100324" y="1398177"/>
                  </a:moveTo>
                  <a:lnTo>
                    <a:pt x="1122285" y="1434945"/>
                  </a:lnTo>
                  <a:lnTo>
                    <a:pt x="1117278" y="1394253"/>
                  </a:lnTo>
                  <a:close/>
                  <a:moveTo>
                    <a:pt x="448518" y="676665"/>
                  </a:moveTo>
                  <a:lnTo>
                    <a:pt x="454789" y="674623"/>
                  </a:lnTo>
                  <a:lnTo>
                    <a:pt x="435908" y="625128"/>
                  </a:lnTo>
                  <a:close/>
                  <a:moveTo>
                    <a:pt x="1275595" y="1528693"/>
                  </a:moveTo>
                  <a:lnTo>
                    <a:pt x="1299619" y="1510206"/>
                  </a:lnTo>
                  <a:lnTo>
                    <a:pt x="1285545" y="1453063"/>
                  </a:lnTo>
                  <a:close/>
                  <a:moveTo>
                    <a:pt x="1213923" y="1416407"/>
                  </a:moveTo>
                  <a:lnTo>
                    <a:pt x="1210609" y="1455597"/>
                  </a:lnTo>
                  <a:lnTo>
                    <a:pt x="1261098" y="1401526"/>
                  </a:lnTo>
                  <a:close/>
                  <a:moveTo>
                    <a:pt x="1188370" y="1425620"/>
                  </a:moveTo>
                  <a:lnTo>
                    <a:pt x="1210609" y="1455597"/>
                  </a:lnTo>
                  <a:lnTo>
                    <a:pt x="1213923" y="1416407"/>
                  </a:lnTo>
                  <a:close/>
                  <a:moveTo>
                    <a:pt x="1180170" y="1374083"/>
                  </a:moveTo>
                  <a:lnTo>
                    <a:pt x="1213923" y="1416407"/>
                  </a:lnTo>
                  <a:lnTo>
                    <a:pt x="1194947" y="1369092"/>
                  </a:lnTo>
                  <a:close/>
                  <a:moveTo>
                    <a:pt x="1180170" y="1374083"/>
                  </a:moveTo>
                  <a:lnTo>
                    <a:pt x="1188370" y="1425620"/>
                  </a:lnTo>
                  <a:lnTo>
                    <a:pt x="1213923" y="1416407"/>
                  </a:lnTo>
                  <a:close/>
                  <a:moveTo>
                    <a:pt x="1261098" y="1401526"/>
                  </a:moveTo>
                  <a:lnTo>
                    <a:pt x="1253003" y="1349989"/>
                  </a:lnTo>
                  <a:lnTo>
                    <a:pt x="1213923" y="1416407"/>
                  </a:lnTo>
                  <a:close/>
                  <a:moveTo>
                    <a:pt x="1253003" y="1349989"/>
                  </a:moveTo>
                  <a:lnTo>
                    <a:pt x="1194947" y="1369092"/>
                  </a:lnTo>
                  <a:lnTo>
                    <a:pt x="1213923" y="1416407"/>
                  </a:lnTo>
                  <a:close/>
                  <a:moveTo>
                    <a:pt x="1160380" y="1322547"/>
                  </a:moveTo>
                  <a:lnTo>
                    <a:pt x="1194947" y="1369092"/>
                  </a:lnTo>
                  <a:lnTo>
                    <a:pt x="1186237" y="1313430"/>
                  </a:lnTo>
                  <a:close/>
                  <a:moveTo>
                    <a:pt x="1160380" y="1322547"/>
                  </a:moveTo>
                  <a:lnTo>
                    <a:pt x="1180170" y="1374083"/>
                  </a:lnTo>
                  <a:lnTo>
                    <a:pt x="1194947" y="1369092"/>
                  </a:lnTo>
                  <a:close/>
                  <a:moveTo>
                    <a:pt x="1253003" y="1349989"/>
                  </a:moveTo>
                  <a:lnTo>
                    <a:pt x="1254701" y="1310876"/>
                  </a:lnTo>
                  <a:lnTo>
                    <a:pt x="1194947" y="1369092"/>
                  </a:lnTo>
                  <a:close/>
                  <a:moveTo>
                    <a:pt x="1261098" y="1401526"/>
                  </a:moveTo>
                  <a:lnTo>
                    <a:pt x="1297680" y="1449040"/>
                  </a:lnTo>
                  <a:lnTo>
                    <a:pt x="1290672" y="1391993"/>
                  </a:lnTo>
                  <a:close/>
                  <a:moveTo>
                    <a:pt x="1261098" y="1401526"/>
                  </a:moveTo>
                  <a:lnTo>
                    <a:pt x="1285545" y="1453063"/>
                  </a:lnTo>
                  <a:lnTo>
                    <a:pt x="1297680" y="1449040"/>
                  </a:lnTo>
                  <a:close/>
                  <a:moveTo>
                    <a:pt x="1253003" y="1349989"/>
                  </a:moveTo>
                  <a:lnTo>
                    <a:pt x="1290672" y="1391993"/>
                  </a:lnTo>
                  <a:lnTo>
                    <a:pt x="1272667" y="1343889"/>
                  </a:lnTo>
                  <a:close/>
                  <a:moveTo>
                    <a:pt x="1253003" y="1349989"/>
                  </a:moveTo>
                  <a:lnTo>
                    <a:pt x="1261098" y="1401526"/>
                  </a:lnTo>
                  <a:lnTo>
                    <a:pt x="1290672" y="1391993"/>
                  </a:lnTo>
                  <a:close/>
                  <a:moveTo>
                    <a:pt x="1254701" y="1310876"/>
                  </a:moveTo>
                  <a:lnTo>
                    <a:pt x="1253003" y="1349989"/>
                  </a:lnTo>
                  <a:lnTo>
                    <a:pt x="1272667" y="1343889"/>
                  </a:lnTo>
                  <a:close/>
                  <a:moveTo>
                    <a:pt x="921556" y="668883"/>
                  </a:moveTo>
                  <a:lnTo>
                    <a:pt x="862209" y="707456"/>
                  </a:lnTo>
                  <a:lnTo>
                    <a:pt x="909424" y="683362"/>
                  </a:lnTo>
                  <a:close/>
                  <a:moveTo>
                    <a:pt x="722044" y="581872"/>
                  </a:moveTo>
                  <a:lnTo>
                    <a:pt x="715634" y="604383"/>
                  </a:lnTo>
                  <a:lnTo>
                    <a:pt x="746245" y="589603"/>
                  </a:lnTo>
                  <a:close/>
                  <a:moveTo>
                    <a:pt x="648896" y="379792"/>
                  </a:moveTo>
                  <a:lnTo>
                    <a:pt x="593732" y="398237"/>
                  </a:lnTo>
                  <a:lnTo>
                    <a:pt x="657455" y="380161"/>
                  </a:lnTo>
                  <a:close/>
                  <a:moveTo>
                    <a:pt x="648896" y="379792"/>
                  </a:moveTo>
                  <a:lnTo>
                    <a:pt x="657455" y="380161"/>
                  </a:lnTo>
                  <a:lnTo>
                    <a:pt x="662878" y="374143"/>
                  </a:lnTo>
                  <a:close/>
                  <a:moveTo>
                    <a:pt x="506160" y="163847"/>
                  </a:moveTo>
                  <a:lnTo>
                    <a:pt x="451303" y="175514"/>
                  </a:lnTo>
                  <a:lnTo>
                    <a:pt x="502126" y="167996"/>
                  </a:lnTo>
                  <a:close/>
                  <a:moveTo>
                    <a:pt x="422050" y="158952"/>
                  </a:moveTo>
                  <a:lnTo>
                    <a:pt x="451303" y="175514"/>
                  </a:lnTo>
                  <a:lnTo>
                    <a:pt x="506160" y="163847"/>
                  </a:lnTo>
                  <a:close/>
                  <a:moveTo>
                    <a:pt x="451303" y="175514"/>
                  </a:moveTo>
                  <a:lnTo>
                    <a:pt x="472324" y="212017"/>
                  </a:lnTo>
                  <a:lnTo>
                    <a:pt x="502126" y="167996"/>
                  </a:lnTo>
                  <a:close/>
                  <a:moveTo>
                    <a:pt x="1125315" y="823032"/>
                  </a:moveTo>
                  <a:lnTo>
                    <a:pt x="1056036" y="822331"/>
                  </a:lnTo>
                  <a:lnTo>
                    <a:pt x="1068882" y="837972"/>
                  </a:lnTo>
                  <a:close/>
                  <a:moveTo>
                    <a:pt x="1028691" y="786435"/>
                  </a:moveTo>
                  <a:lnTo>
                    <a:pt x="1056036" y="822331"/>
                  </a:lnTo>
                  <a:lnTo>
                    <a:pt x="1056026" y="778638"/>
                  </a:lnTo>
                  <a:close/>
                  <a:moveTo>
                    <a:pt x="921556" y="668883"/>
                  </a:moveTo>
                  <a:lnTo>
                    <a:pt x="909424" y="683362"/>
                  </a:lnTo>
                  <a:lnTo>
                    <a:pt x="935970" y="674792"/>
                  </a:lnTo>
                  <a:close/>
                  <a:moveTo>
                    <a:pt x="694355" y="405578"/>
                  </a:moveTo>
                  <a:lnTo>
                    <a:pt x="662878" y="374143"/>
                  </a:lnTo>
                  <a:lnTo>
                    <a:pt x="657455" y="380161"/>
                  </a:lnTo>
                  <a:close/>
                  <a:moveTo>
                    <a:pt x="510067" y="165722"/>
                  </a:moveTo>
                  <a:lnTo>
                    <a:pt x="502126" y="167996"/>
                  </a:lnTo>
                  <a:lnTo>
                    <a:pt x="476261" y="217967"/>
                  </a:lnTo>
                  <a:close/>
                  <a:moveTo>
                    <a:pt x="506160" y="163847"/>
                  </a:moveTo>
                  <a:lnTo>
                    <a:pt x="502126" y="167996"/>
                  </a:lnTo>
                  <a:lnTo>
                    <a:pt x="510067" y="165722"/>
                  </a:lnTo>
                  <a:close/>
                  <a:moveTo>
                    <a:pt x="506160" y="163847"/>
                  </a:moveTo>
                  <a:lnTo>
                    <a:pt x="510067" y="165722"/>
                  </a:lnTo>
                  <a:lnTo>
                    <a:pt x="516424" y="116460"/>
                  </a:lnTo>
                  <a:close/>
                  <a:moveTo>
                    <a:pt x="516424" y="116460"/>
                  </a:moveTo>
                  <a:lnTo>
                    <a:pt x="510067" y="165722"/>
                  </a:lnTo>
                  <a:lnTo>
                    <a:pt x="572068" y="143903"/>
                  </a:lnTo>
                  <a:close/>
                  <a:moveTo>
                    <a:pt x="516424" y="116460"/>
                  </a:moveTo>
                  <a:lnTo>
                    <a:pt x="572068" y="143903"/>
                  </a:lnTo>
                  <a:lnTo>
                    <a:pt x="546343" y="92366"/>
                  </a:lnTo>
                  <a:close/>
                  <a:moveTo>
                    <a:pt x="561982" y="62982"/>
                  </a:moveTo>
                  <a:lnTo>
                    <a:pt x="516424" y="116460"/>
                  </a:lnTo>
                  <a:lnTo>
                    <a:pt x="546343" y="92366"/>
                  </a:lnTo>
                  <a:close/>
                  <a:moveTo>
                    <a:pt x="546343" y="92366"/>
                  </a:moveTo>
                  <a:lnTo>
                    <a:pt x="572068" y="143903"/>
                  </a:lnTo>
                  <a:lnTo>
                    <a:pt x="577469" y="68272"/>
                  </a:lnTo>
                  <a:close/>
                  <a:moveTo>
                    <a:pt x="588115" y="25790"/>
                  </a:moveTo>
                  <a:lnTo>
                    <a:pt x="546343" y="92366"/>
                  </a:lnTo>
                  <a:lnTo>
                    <a:pt x="577469" y="68272"/>
                  </a:lnTo>
                  <a:close/>
                  <a:moveTo>
                    <a:pt x="588115" y="25790"/>
                  </a:moveTo>
                  <a:lnTo>
                    <a:pt x="561982" y="62982"/>
                  </a:lnTo>
                  <a:lnTo>
                    <a:pt x="546343" y="92366"/>
                  </a:lnTo>
                  <a:close/>
                  <a:moveTo>
                    <a:pt x="941783" y="339810"/>
                  </a:moveTo>
                  <a:lnTo>
                    <a:pt x="884478" y="377492"/>
                  </a:lnTo>
                  <a:lnTo>
                    <a:pt x="931066" y="353398"/>
                  </a:lnTo>
                  <a:close/>
                  <a:moveTo>
                    <a:pt x="588115" y="25790"/>
                  </a:moveTo>
                  <a:lnTo>
                    <a:pt x="617298" y="0"/>
                  </a:lnTo>
                  <a:lnTo>
                    <a:pt x="590252" y="16735"/>
                  </a:lnTo>
                  <a:close/>
                  <a:moveTo>
                    <a:pt x="941783" y="339810"/>
                  </a:moveTo>
                  <a:lnTo>
                    <a:pt x="953900" y="346501"/>
                  </a:lnTo>
                  <a:lnTo>
                    <a:pt x="1012347" y="294061"/>
                  </a:lnTo>
                  <a:close/>
                  <a:moveTo>
                    <a:pt x="1077032" y="226332"/>
                  </a:moveTo>
                  <a:lnTo>
                    <a:pt x="1042130" y="230737"/>
                  </a:lnTo>
                  <a:lnTo>
                    <a:pt x="1024045" y="277767"/>
                  </a:lnTo>
                  <a:close/>
                  <a:moveTo>
                    <a:pt x="1042130" y="230737"/>
                  </a:moveTo>
                  <a:lnTo>
                    <a:pt x="1077032" y="226332"/>
                  </a:lnTo>
                  <a:lnTo>
                    <a:pt x="1044230" y="22623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70" name="Output_density__4269">
              <a:extLst>
                <a:ext uri="{FF2B5EF4-FFF2-40B4-BE49-F238E27FC236}">
                  <a16:creationId xmlns:a16="http://schemas.microsoft.com/office/drawing/2014/main" id="{EFD3EE8B-7198-BA44-A93F-FEA338F30194}"/>
                </a:ext>
              </a:extLst>
            </p:cNvPr>
            <p:cNvSpPr>
              <a:spLocks noGrp="1"/>
            </p:cNvSpPr>
            <p:nvPr/>
          </p:nvSpPr>
          <p:spPr>
            <a:xfrm>
              <a:off x="15422272" y="2278621"/>
              <a:ext cx="1299693" cy="1868046"/>
            </a:xfrm>
            <a:custGeom>
              <a:avLst/>
              <a:gdLst/>
              <a:ahLst/>
              <a:cxnLst/>
              <a:rect l="0" t="0" r="0" b="0"/>
              <a:pathLst>
                <a:path w="1299693" h="1868046">
                  <a:moveTo>
                    <a:pt x="28824" y="1594807"/>
                  </a:moveTo>
                  <a:lnTo>
                    <a:pt x="48312" y="1640854"/>
                  </a:lnTo>
                  <a:lnTo>
                    <a:pt x="81227" y="1629020"/>
                  </a:lnTo>
                  <a:close/>
                  <a:moveTo>
                    <a:pt x="28824" y="1594807"/>
                  </a:moveTo>
                  <a:lnTo>
                    <a:pt x="0" y="1618901"/>
                  </a:lnTo>
                  <a:lnTo>
                    <a:pt x="48312" y="1640854"/>
                  </a:lnTo>
                  <a:close/>
                  <a:moveTo>
                    <a:pt x="126270" y="1622750"/>
                  </a:moveTo>
                  <a:lnTo>
                    <a:pt x="151390" y="1581772"/>
                  </a:lnTo>
                  <a:lnTo>
                    <a:pt x="81227" y="1629020"/>
                  </a:lnTo>
                  <a:close/>
                  <a:moveTo>
                    <a:pt x="151390" y="1581772"/>
                  </a:moveTo>
                  <a:lnTo>
                    <a:pt x="126270" y="1622750"/>
                  </a:lnTo>
                  <a:lnTo>
                    <a:pt x="197198" y="1578361"/>
                  </a:lnTo>
                  <a:close/>
                  <a:moveTo>
                    <a:pt x="250893" y="1563379"/>
                  </a:moveTo>
                  <a:lnTo>
                    <a:pt x="197198" y="1578361"/>
                  </a:lnTo>
                  <a:lnTo>
                    <a:pt x="245149" y="1582966"/>
                  </a:lnTo>
                  <a:close/>
                  <a:moveTo>
                    <a:pt x="250893" y="1563379"/>
                  </a:moveTo>
                  <a:lnTo>
                    <a:pt x="201240" y="1565763"/>
                  </a:lnTo>
                  <a:lnTo>
                    <a:pt x="197198" y="1578361"/>
                  </a:lnTo>
                  <a:close/>
                  <a:moveTo>
                    <a:pt x="201240" y="1565763"/>
                  </a:moveTo>
                  <a:lnTo>
                    <a:pt x="250893" y="1563379"/>
                  </a:lnTo>
                  <a:lnTo>
                    <a:pt x="215872" y="1513282"/>
                  </a:lnTo>
                  <a:close/>
                  <a:moveTo>
                    <a:pt x="681097" y="1807651"/>
                  </a:moveTo>
                  <a:lnTo>
                    <a:pt x="663208" y="1828161"/>
                  </a:lnTo>
                  <a:lnTo>
                    <a:pt x="669316" y="1827559"/>
                  </a:lnTo>
                  <a:close/>
                  <a:moveTo>
                    <a:pt x="872151" y="1815533"/>
                  </a:moveTo>
                  <a:lnTo>
                    <a:pt x="886848" y="1835094"/>
                  </a:lnTo>
                  <a:lnTo>
                    <a:pt x="882626" y="1830831"/>
                  </a:lnTo>
                  <a:close/>
                  <a:moveTo>
                    <a:pt x="872151" y="1815533"/>
                  </a:moveTo>
                  <a:lnTo>
                    <a:pt x="852940" y="1783484"/>
                  </a:lnTo>
                  <a:lnTo>
                    <a:pt x="829738" y="1831634"/>
                  </a:lnTo>
                  <a:close/>
                  <a:moveTo>
                    <a:pt x="444748" y="1244097"/>
                  </a:moveTo>
                  <a:lnTo>
                    <a:pt x="435662" y="1271410"/>
                  </a:lnTo>
                  <a:lnTo>
                    <a:pt x="460957" y="1255576"/>
                  </a:lnTo>
                  <a:close/>
                  <a:moveTo>
                    <a:pt x="460957" y="1255576"/>
                  </a:moveTo>
                  <a:lnTo>
                    <a:pt x="435662" y="1271410"/>
                  </a:lnTo>
                  <a:lnTo>
                    <a:pt x="437396" y="1299491"/>
                  </a:lnTo>
                  <a:close/>
                  <a:moveTo>
                    <a:pt x="460957" y="1255576"/>
                  </a:moveTo>
                  <a:lnTo>
                    <a:pt x="437396" y="1299491"/>
                  </a:lnTo>
                  <a:lnTo>
                    <a:pt x="470518" y="1310545"/>
                  </a:lnTo>
                  <a:close/>
                  <a:moveTo>
                    <a:pt x="444748" y="1244097"/>
                  </a:moveTo>
                  <a:lnTo>
                    <a:pt x="460957" y="1255576"/>
                  </a:lnTo>
                  <a:lnTo>
                    <a:pt x="434029" y="1192560"/>
                  </a:lnTo>
                  <a:close/>
                  <a:moveTo>
                    <a:pt x="899117" y="1862536"/>
                  </a:moveTo>
                  <a:lnTo>
                    <a:pt x="882626" y="1830831"/>
                  </a:lnTo>
                  <a:lnTo>
                    <a:pt x="914026" y="1868046"/>
                  </a:lnTo>
                  <a:close/>
                  <a:moveTo>
                    <a:pt x="418105" y="1070868"/>
                  </a:moveTo>
                  <a:lnTo>
                    <a:pt x="442555" y="1122505"/>
                  </a:lnTo>
                  <a:lnTo>
                    <a:pt x="452722" y="1074042"/>
                  </a:lnTo>
                  <a:close/>
                  <a:moveTo>
                    <a:pt x="419348" y="1125935"/>
                  </a:moveTo>
                  <a:lnTo>
                    <a:pt x="442555" y="1122505"/>
                  </a:lnTo>
                  <a:lnTo>
                    <a:pt x="418105" y="1070868"/>
                  </a:lnTo>
                  <a:close/>
                  <a:moveTo>
                    <a:pt x="328346" y="1036450"/>
                  </a:moveTo>
                  <a:lnTo>
                    <a:pt x="294010" y="963640"/>
                  </a:lnTo>
                  <a:lnTo>
                    <a:pt x="296560" y="1024309"/>
                  </a:lnTo>
                  <a:close/>
                  <a:moveTo>
                    <a:pt x="165827" y="826350"/>
                  </a:moveTo>
                  <a:lnTo>
                    <a:pt x="184720" y="857212"/>
                  </a:lnTo>
                  <a:lnTo>
                    <a:pt x="220675" y="856741"/>
                  </a:lnTo>
                  <a:close/>
                  <a:moveTo>
                    <a:pt x="673280" y="1374613"/>
                  </a:moveTo>
                  <a:lnTo>
                    <a:pt x="672403" y="1385849"/>
                  </a:lnTo>
                  <a:lnTo>
                    <a:pt x="697744" y="1417685"/>
                  </a:lnTo>
                  <a:close/>
                  <a:moveTo>
                    <a:pt x="673280" y="1374613"/>
                  </a:moveTo>
                  <a:lnTo>
                    <a:pt x="649575" y="1341665"/>
                  </a:lnTo>
                  <a:lnTo>
                    <a:pt x="672403" y="1385849"/>
                  </a:lnTo>
                  <a:close/>
                  <a:moveTo>
                    <a:pt x="1003285" y="1726449"/>
                  </a:moveTo>
                  <a:lnTo>
                    <a:pt x="998394" y="1786906"/>
                  </a:lnTo>
                  <a:lnTo>
                    <a:pt x="1021509" y="1754806"/>
                  </a:lnTo>
                  <a:close/>
                  <a:moveTo>
                    <a:pt x="1003285" y="1726449"/>
                  </a:moveTo>
                  <a:lnTo>
                    <a:pt x="1021509" y="1754806"/>
                  </a:lnTo>
                  <a:lnTo>
                    <a:pt x="1048752" y="1721763"/>
                  </a:lnTo>
                  <a:close/>
                  <a:moveTo>
                    <a:pt x="102519" y="589651"/>
                  </a:moveTo>
                  <a:lnTo>
                    <a:pt x="171070" y="536377"/>
                  </a:lnTo>
                  <a:lnTo>
                    <a:pt x="130556" y="559577"/>
                  </a:lnTo>
                  <a:close/>
                  <a:moveTo>
                    <a:pt x="1071625" y="1672383"/>
                  </a:moveTo>
                  <a:lnTo>
                    <a:pt x="1083138" y="1675650"/>
                  </a:lnTo>
                  <a:lnTo>
                    <a:pt x="1119414" y="1676379"/>
                  </a:lnTo>
                  <a:close/>
                  <a:moveTo>
                    <a:pt x="840504" y="1332288"/>
                  </a:moveTo>
                  <a:lnTo>
                    <a:pt x="866474" y="1342019"/>
                  </a:lnTo>
                  <a:lnTo>
                    <a:pt x="898023" y="1372666"/>
                  </a:lnTo>
                  <a:close/>
                  <a:moveTo>
                    <a:pt x="835015" y="1329613"/>
                  </a:moveTo>
                  <a:lnTo>
                    <a:pt x="866474" y="1342019"/>
                  </a:lnTo>
                  <a:lnTo>
                    <a:pt x="840504" y="1332288"/>
                  </a:lnTo>
                  <a:close/>
                  <a:moveTo>
                    <a:pt x="349475" y="719151"/>
                  </a:moveTo>
                  <a:lnTo>
                    <a:pt x="374197" y="771804"/>
                  </a:lnTo>
                  <a:lnTo>
                    <a:pt x="392458" y="708596"/>
                  </a:lnTo>
                  <a:close/>
                  <a:moveTo>
                    <a:pt x="143575" y="508033"/>
                  </a:moveTo>
                  <a:lnTo>
                    <a:pt x="130556" y="559577"/>
                  </a:lnTo>
                  <a:lnTo>
                    <a:pt x="192651" y="506118"/>
                  </a:lnTo>
                  <a:close/>
                  <a:moveTo>
                    <a:pt x="171070" y="536377"/>
                  </a:moveTo>
                  <a:lnTo>
                    <a:pt x="242153" y="501840"/>
                  </a:lnTo>
                  <a:lnTo>
                    <a:pt x="192651" y="506118"/>
                  </a:lnTo>
                  <a:close/>
                  <a:moveTo>
                    <a:pt x="192651" y="506118"/>
                  </a:moveTo>
                  <a:lnTo>
                    <a:pt x="242153" y="501840"/>
                  </a:lnTo>
                  <a:lnTo>
                    <a:pt x="197495" y="500276"/>
                  </a:lnTo>
                  <a:close/>
                  <a:moveTo>
                    <a:pt x="1188110" y="1623648"/>
                  </a:moveTo>
                  <a:lnTo>
                    <a:pt x="1216247" y="1624028"/>
                  </a:lnTo>
                  <a:lnTo>
                    <a:pt x="1198860" y="1611551"/>
                  </a:lnTo>
                  <a:close/>
                  <a:moveTo>
                    <a:pt x="1203981" y="1643208"/>
                  </a:moveTo>
                  <a:lnTo>
                    <a:pt x="1216247" y="1624028"/>
                  </a:lnTo>
                  <a:lnTo>
                    <a:pt x="1188110" y="1623648"/>
                  </a:lnTo>
                  <a:close/>
                  <a:moveTo>
                    <a:pt x="363612" y="637108"/>
                  </a:moveTo>
                  <a:lnTo>
                    <a:pt x="392671" y="705976"/>
                  </a:lnTo>
                  <a:lnTo>
                    <a:pt x="407267" y="633814"/>
                  </a:lnTo>
                  <a:close/>
                  <a:moveTo>
                    <a:pt x="396061" y="632355"/>
                  </a:moveTo>
                  <a:lnTo>
                    <a:pt x="407267" y="633814"/>
                  </a:lnTo>
                  <a:lnTo>
                    <a:pt x="408575" y="630535"/>
                  </a:lnTo>
                  <a:close/>
                  <a:moveTo>
                    <a:pt x="392671" y="705976"/>
                  </a:moveTo>
                  <a:lnTo>
                    <a:pt x="412989" y="632355"/>
                  </a:lnTo>
                  <a:lnTo>
                    <a:pt x="407267" y="633814"/>
                  </a:lnTo>
                  <a:close/>
                  <a:moveTo>
                    <a:pt x="461105" y="652264"/>
                  </a:moveTo>
                  <a:lnTo>
                    <a:pt x="412989" y="632355"/>
                  </a:lnTo>
                  <a:lnTo>
                    <a:pt x="392671" y="705976"/>
                  </a:lnTo>
                  <a:close/>
                  <a:moveTo>
                    <a:pt x="407267" y="633814"/>
                  </a:moveTo>
                  <a:lnTo>
                    <a:pt x="412989" y="632355"/>
                  </a:lnTo>
                  <a:lnTo>
                    <a:pt x="408575" y="630535"/>
                  </a:lnTo>
                  <a:close/>
                  <a:moveTo>
                    <a:pt x="242153" y="501840"/>
                  </a:moveTo>
                  <a:lnTo>
                    <a:pt x="244779" y="501720"/>
                  </a:lnTo>
                  <a:lnTo>
                    <a:pt x="197495" y="500276"/>
                  </a:lnTo>
                  <a:close/>
                  <a:moveTo>
                    <a:pt x="197495" y="500276"/>
                  </a:moveTo>
                  <a:lnTo>
                    <a:pt x="244779" y="501720"/>
                  </a:lnTo>
                  <a:lnTo>
                    <a:pt x="267265" y="451556"/>
                  </a:lnTo>
                  <a:close/>
                  <a:moveTo>
                    <a:pt x="244779" y="501720"/>
                  </a:moveTo>
                  <a:lnTo>
                    <a:pt x="244854" y="501840"/>
                  </a:lnTo>
                  <a:lnTo>
                    <a:pt x="267265" y="451556"/>
                  </a:lnTo>
                  <a:close/>
                  <a:moveTo>
                    <a:pt x="146737" y="485179"/>
                  </a:moveTo>
                  <a:lnTo>
                    <a:pt x="197495" y="500276"/>
                  </a:lnTo>
                  <a:lnTo>
                    <a:pt x="223169" y="461367"/>
                  </a:lnTo>
                  <a:close/>
                  <a:moveTo>
                    <a:pt x="461105" y="652264"/>
                  </a:moveTo>
                  <a:lnTo>
                    <a:pt x="471119" y="619885"/>
                  </a:lnTo>
                  <a:lnTo>
                    <a:pt x="412989" y="632355"/>
                  </a:lnTo>
                  <a:close/>
                  <a:moveTo>
                    <a:pt x="408575" y="630535"/>
                  </a:moveTo>
                  <a:lnTo>
                    <a:pt x="412989" y="632355"/>
                  </a:lnTo>
                  <a:lnTo>
                    <a:pt x="482775" y="598385"/>
                  </a:lnTo>
                  <a:close/>
                  <a:moveTo>
                    <a:pt x="1267356" y="1519734"/>
                  </a:moveTo>
                  <a:lnTo>
                    <a:pt x="1264057" y="1585160"/>
                  </a:lnTo>
                  <a:lnTo>
                    <a:pt x="1299693" y="1531427"/>
                  </a:lnTo>
                  <a:close/>
                  <a:moveTo>
                    <a:pt x="1267356" y="1519734"/>
                  </a:moveTo>
                  <a:lnTo>
                    <a:pt x="1299693" y="1531427"/>
                  </a:lnTo>
                  <a:lnTo>
                    <a:pt x="1280526" y="1484267"/>
                  </a:lnTo>
                  <a:close/>
                  <a:moveTo>
                    <a:pt x="1049289" y="1081130"/>
                  </a:moveTo>
                  <a:lnTo>
                    <a:pt x="1045525" y="1146932"/>
                  </a:lnTo>
                  <a:lnTo>
                    <a:pt x="1082356" y="1092229"/>
                  </a:lnTo>
                  <a:close/>
                  <a:moveTo>
                    <a:pt x="1062109" y="1045946"/>
                  </a:moveTo>
                  <a:lnTo>
                    <a:pt x="1044012" y="1029542"/>
                  </a:lnTo>
                  <a:lnTo>
                    <a:pt x="1049289" y="1081130"/>
                  </a:lnTo>
                  <a:close/>
                  <a:moveTo>
                    <a:pt x="1062109" y="1045946"/>
                  </a:moveTo>
                  <a:lnTo>
                    <a:pt x="1049289" y="1081130"/>
                  </a:lnTo>
                  <a:lnTo>
                    <a:pt x="1082356" y="1092229"/>
                  </a:lnTo>
                  <a:close/>
                  <a:moveTo>
                    <a:pt x="806936" y="802085"/>
                  </a:moveTo>
                  <a:lnTo>
                    <a:pt x="845697" y="841850"/>
                  </a:lnTo>
                  <a:lnTo>
                    <a:pt x="842214" y="799084"/>
                  </a:lnTo>
                  <a:close/>
                  <a:moveTo>
                    <a:pt x="842214" y="799084"/>
                  </a:moveTo>
                  <a:lnTo>
                    <a:pt x="845697" y="841850"/>
                  </a:lnTo>
                  <a:lnTo>
                    <a:pt x="877888" y="768054"/>
                  </a:lnTo>
                  <a:close/>
                  <a:moveTo>
                    <a:pt x="876839" y="766220"/>
                  </a:moveTo>
                  <a:lnTo>
                    <a:pt x="877888" y="768054"/>
                  </a:lnTo>
                  <a:lnTo>
                    <a:pt x="877545" y="756503"/>
                  </a:lnTo>
                  <a:close/>
                  <a:moveTo>
                    <a:pt x="876839" y="766220"/>
                  </a:moveTo>
                  <a:lnTo>
                    <a:pt x="877545" y="756503"/>
                  </a:lnTo>
                  <a:lnTo>
                    <a:pt x="889432" y="742126"/>
                  </a:lnTo>
                  <a:close/>
                  <a:moveTo>
                    <a:pt x="465881" y="247686"/>
                  </a:moveTo>
                  <a:lnTo>
                    <a:pt x="423228" y="280623"/>
                  </a:lnTo>
                  <a:lnTo>
                    <a:pt x="463207" y="255423"/>
                  </a:lnTo>
                  <a:close/>
                  <a:moveTo>
                    <a:pt x="517488" y="226760"/>
                  </a:moveTo>
                  <a:lnTo>
                    <a:pt x="516103" y="244839"/>
                  </a:lnTo>
                  <a:lnTo>
                    <a:pt x="543859" y="247391"/>
                  </a:lnTo>
                  <a:close/>
                  <a:moveTo>
                    <a:pt x="481182" y="187729"/>
                  </a:moveTo>
                  <a:lnTo>
                    <a:pt x="465881" y="247686"/>
                  </a:lnTo>
                  <a:lnTo>
                    <a:pt x="507327" y="245704"/>
                  </a:lnTo>
                  <a:close/>
                  <a:moveTo>
                    <a:pt x="516103" y="244839"/>
                  </a:moveTo>
                  <a:lnTo>
                    <a:pt x="572499" y="278297"/>
                  </a:lnTo>
                  <a:lnTo>
                    <a:pt x="543859" y="247391"/>
                  </a:lnTo>
                  <a:close/>
                  <a:moveTo>
                    <a:pt x="1044597" y="896715"/>
                  </a:moveTo>
                  <a:lnTo>
                    <a:pt x="1053434" y="948272"/>
                  </a:lnTo>
                  <a:lnTo>
                    <a:pt x="1044680" y="897140"/>
                  </a:lnTo>
                  <a:close/>
                  <a:moveTo>
                    <a:pt x="1044597" y="896715"/>
                  </a:moveTo>
                  <a:lnTo>
                    <a:pt x="1044680" y="897140"/>
                  </a:lnTo>
                  <a:lnTo>
                    <a:pt x="1044618" y="896736"/>
                  </a:lnTo>
                  <a:close/>
                  <a:moveTo>
                    <a:pt x="1044597" y="896715"/>
                  </a:moveTo>
                  <a:lnTo>
                    <a:pt x="1044618" y="896736"/>
                  </a:lnTo>
                  <a:lnTo>
                    <a:pt x="1044538" y="896608"/>
                  </a:lnTo>
                  <a:close/>
                  <a:moveTo>
                    <a:pt x="659318" y="178572"/>
                  </a:moveTo>
                  <a:lnTo>
                    <a:pt x="621352" y="134513"/>
                  </a:lnTo>
                  <a:lnTo>
                    <a:pt x="636829" y="150515"/>
                  </a:lnTo>
                  <a:close/>
                  <a:moveTo>
                    <a:pt x="705308" y="96966"/>
                  </a:moveTo>
                  <a:lnTo>
                    <a:pt x="752537" y="98871"/>
                  </a:lnTo>
                  <a:lnTo>
                    <a:pt x="722026" y="90650"/>
                  </a:lnTo>
                  <a:close/>
                  <a:moveTo>
                    <a:pt x="1012089" y="232972"/>
                  </a:moveTo>
                  <a:lnTo>
                    <a:pt x="1048462" y="266145"/>
                  </a:lnTo>
                  <a:lnTo>
                    <a:pt x="1045212" y="284994"/>
                  </a:lnTo>
                  <a:close/>
                  <a:moveTo>
                    <a:pt x="894092" y="1966"/>
                  </a:moveTo>
                  <a:lnTo>
                    <a:pt x="915575" y="54754"/>
                  </a:lnTo>
                  <a:lnTo>
                    <a:pt x="894438" y="3217"/>
                  </a:lnTo>
                  <a:close/>
                  <a:moveTo>
                    <a:pt x="894092" y="1966"/>
                  </a:moveTo>
                  <a:lnTo>
                    <a:pt x="921220" y="42655"/>
                  </a:lnTo>
                  <a:lnTo>
                    <a:pt x="915575" y="54754"/>
                  </a:lnTo>
                  <a:close/>
                  <a:moveTo>
                    <a:pt x="894092" y="1966"/>
                  </a:moveTo>
                  <a:lnTo>
                    <a:pt x="894438" y="3217"/>
                  </a:lnTo>
                  <a:lnTo>
                    <a:pt x="891693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71" name="Output_density__4270">
              <a:extLst>
                <a:ext uri="{FF2B5EF4-FFF2-40B4-BE49-F238E27FC236}">
                  <a16:creationId xmlns:a16="http://schemas.microsoft.com/office/drawing/2014/main" id="{4E1B3C91-3466-43BE-FF51-45168296B93D}"/>
                </a:ext>
              </a:extLst>
            </p:cNvPr>
            <p:cNvSpPr>
              <a:spLocks noGrp="1"/>
            </p:cNvSpPr>
            <p:nvPr/>
          </p:nvSpPr>
          <p:spPr>
            <a:xfrm>
              <a:off x="15470583" y="2396730"/>
              <a:ext cx="1252484" cy="1771264"/>
            </a:xfrm>
            <a:custGeom>
              <a:avLst/>
              <a:gdLst/>
              <a:ahLst/>
              <a:cxnLst/>
              <a:rect l="0" t="0" r="0" b="0"/>
              <a:pathLst>
                <a:path w="1252484" h="1771264">
                  <a:moveTo>
                    <a:pt x="32915" y="1510911"/>
                  </a:moveTo>
                  <a:lnTo>
                    <a:pt x="0" y="1522745"/>
                  </a:lnTo>
                  <a:lnTo>
                    <a:pt x="77958" y="1504641"/>
                  </a:lnTo>
                  <a:close/>
                  <a:moveTo>
                    <a:pt x="77958" y="1504641"/>
                  </a:moveTo>
                  <a:lnTo>
                    <a:pt x="122137" y="1495141"/>
                  </a:lnTo>
                  <a:lnTo>
                    <a:pt x="148886" y="1460252"/>
                  </a:lnTo>
                  <a:close/>
                  <a:moveTo>
                    <a:pt x="148886" y="1460252"/>
                  </a:moveTo>
                  <a:lnTo>
                    <a:pt x="122137" y="1495141"/>
                  </a:lnTo>
                  <a:lnTo>
                    <a:pt x="196837" y="1464857"/>
                  </a:lnTo>
                  <a:close/>
                  <a:moveTo>
                    <a:pt x="202581" y="1445270"/>
                  </a:moveTo>
                  <a:lnTo>
                    <a:pt x="212973" y="1390290"/>
                  </a:lnTo>
                  <a:lnTo>
                    <a:pt x="167560" y="1395173"/>
                  </a:lnTo>
                  <a:close/>
                  <a:moveTo>
                    <a:pt x="167560" y="1395173"/>
                  </a:moveTo>
                  <a:lnTo>
                    <a:pt x="212973" y="1390290"/>
                  </a:lnTo>
                  <a:lnTo>
                    <a:pt x="247162" y="1383213"/>
                  </a:lnTo>
                  <a:close/>
                  <a:moveTo>
                    <a:pt x="232611" y="1376974"/>
                  </a:moveTo>
                  <a:lnTo>
                    <a:pt x="247162" y="1383213"/>
                  </a:lnTo>
                  <a:lnTo>
                    <a:pt x="212973" y="1390290"/>
                  </a:lnTo>
                  <a:close/>
                  <a:moveTo>
                    <a:pt x="62711" y="1042937"/>
                  </a:moveTo>
                  <a:lnTo>
                    <a:pt x="61865" y="981763"/>
                  </a:lnTo>
                  <a:lnTo>
                    <a:pt x="37429" y="988190"/>
                  </a:lnTo>
                  <a:close/>
                  <a:moveTo>
                    <a:pt x="10249" y="1021467"/>
                  </a:moveTo>
                  <a:lnTo>
                    <a:pt x="62711" y="1042937"/>
                  </a:lnTo>
                  <a:lnTo>
                    <a:pt x="37429" y="988190"/>
                  </a:lnTo>
                  <a:close/>
                  <a:moveTo>
                    <a:pt x="697182" y="1748244"/>
                  </a:moveTo>
                  <a:lnTo>
                    <a:pt x="674402" y="1741079"/>
                  </a:lnTo>
                  <a:lnTo>
                    <a:pt x="621005" y="1709450"/>
                  </a:lnTo>
                  <a:close/>
                  <a:moveTo>
                    <a:pt x="720285" y="1741079"/>
                  </a:moveTo>
                  <a:lnTo>
                    <a:pt x="746043" y="1771264"/>
                  </a:lnTo>
                  <a:lnTo>
                    <a:pt x="711412" y="1761332"/>
                  </a:lnTo>
                  <a:close/>
                  <a:moveTo>
                    <a:pt x="804628" y="1665375"/>
                  </a:moveTo>
                  <a:lnTo>
                    <a:pt x="779730" y="1716985"/>
                  </a:lnTo>
                  <a:lnTo>
                    <a:pt x="781426" y="1713526"/>
                  </a:lnTo>
                  <a:close/>
                  <a:moveTo>
                    <a:pt x="422207" y="1192437"/>
                  </a:moveTo>
                  <a:lnTo>
                    <a:pt x="376200" y="1246514"/>
                  </a:lnTo>
                  <a:lnTo>
                    <a:pt x="417249" y="1225312"/>
                  </a:lnTo>
                  <a:close/>
                  <a:moveTo>
                    <a:pt x="422207" y="1192437"/>
                  </a:moveTo>
                  <a:lnTo>
                    <a:pt x="389084" y="1181382"/>
                  </a:lnTo>
                  <a:lnTo>
                    <a:pt x="376200" y="1246514"/>
                  </a:lnTo>
                  <a:close/>
                  <a:moveTo>
                    <a:pt x="422207" y="1192437"/>
                  </a:moveTo>
                  <a:lnTo>
                    <a:pt x="417249" y="1225312"/>
                  </a:lnTo>
                  <a:lnTo>
                    <a:pt x="428951" y="1201619"/>
                  </a:lnTo>
                  <a:close/>
                  <a:moveTo>
                    <a:pt x="412645" y="1137467"/>
                  </a:moveTo>
                  <a:lnTo>
                    <a:pt x="422207" y="1192437"/>
                  </a:lnTo>
                  <a:lnTo>
                    <a:pt x="428951" y="1201619"/>
                  </a:lnTo>
                  <a:close/>
                  <a:moveTo>
                    <a:pt x="92101" y="831696"/>
                  </a:moveTo>
                  <a:lnTo>
                    <a:pt x="105938" y="765232"/>
                  </a:lnTo>
                  <a:lnTo>
                    <a:pt x="99830" y="777020"/>
                  </a:lnTo>
                  <a:close/>
                  <a:moveTo>
                    <a:pt x="240000" y="951737"/>
                  </a:moveTo>
                  <a:lnTo>
                    <a:pt x="156165" y="943081"/>
                  </a:lnTo>
                  <a:lnTo>
                    <a:pt x="214005" y="934040"/>
                  </a:lnTo>
                  <a:close/>
                  <a:moveTo>
                    <a:pt x="929850" y="1744428"/>
                  </a:moveTo>
                  <a:lnTo>
                    <a:pt x="950082" y="1668797"/>
                  </a:lnTo>
                  <a:lnTo>
                    <a:pt x="961257" y="1720333"/>
                  </a:lnTo>
                  <a:close/>
                  <a:moveTo>
                    <a:pt x="950082" y="1668797"/>
                  </a:moveTo>
                  <a:lnTo>
                    <a:pt x="968250" y="1679799"/>
                  </a:lnTo>
                  <a:lnTo>
                    <a:pt x="973197" y="1636697"/>
                  </a:lnTo>
                  <a:close/>
                  <a:moveTo>
                    <a:pt x="376841" y="1065850"/>
                  </a:moveTo>
                  <a:lnTo>
                    <a:pt x="396436" y="1125988"/>
                  </a:lnTo>
                  <a:lnTo>
                    <a:pt x="385717" y="1074452"/>
                  </a:lnTo>
                  <a:close/>
                  <a:moveTo>
                    <a:pt x="378920" y="1022915"/>
                  </a:moveTo>
                  <a:lnTo>
                    <a:pt x="394243" y="1004396"/>
                  </a:lnTo>
                  <a:lnTo>
                    <a:pt x="371036" y="1007827"/>
                  </a:lnTo>
                  <a:close/>
                  <a:moveTo>
                    <a:pt x="99830" y="777020"/>
                  </a:moveTo>
                  <a:lnTo>
                    <a:pt x="105938" y="765232"/>
                  </a:lnTo>
                  <a:lnTo>
                    <a:pt x="100711" y="761953"/>
                  </a:lnTo>
                  <a:close/>
                  <a:moveTo>
                    <a:pt x="117515" y="708241"/>
                  </a:moveTo>
                  <a:lnTo>
                    <a:pt x="105938" y="765232"/>
                  </a:lnTo>
                  <a:lnTo>
                    <a:pt x="136408" y="739103"/>
                  </a:lnTo>
                  <a:close/>
                  <a:moveTo>
                    <a:pt x="82244" y="441468"/>
                  </a:moveTo>
                  <a:lnTo>
                    <a:pt x="7769" y="472596"/>
                  </a:lnTo>
                  <a:lnTo>
                    <a:pt x="54207" y="471542"/>
                  </a:lnTo>
                  <a:close/>
                  <a:moveTo>
                    <a:pt x="1014245" y="1579663"/>
                  </a:moveTo>
                  <a:lnTo>
                    <a:pt x="1000440" y="1603654"/>
                  </a:lnTo>
                  <a:lnTo>
                    <a:pt x="1006145" y="1593166"/>
                  </a:lnTo>
                  <a:close/>
                  <a:moveTo>
                    <a:pt x="1014245" y="1579663"/>
                  </a:moveTo>
                  <a:lnTo>
                    <a:pt x="1006145" y="1593166"/>
                  </a:lnTo>
                  <a:lnTo>
                    <a:pt x="990884" y="1567923"/>
                  </a:lnTo>
                  <a:close/>
                  <a:moveTo>
                    <a:pt x="849711" y="1254557"/>
                  </a:moveTo>
                  <a:lnTo>
                    <a:pt x="818162" y="1223910"/>
                  </a:lnTo>
                  <a:lnTo>
                    <a:pt x="888065" y="1223278"/>
                  </a:lnTo>
                  <a:close/>
                  <a:moveTo>
                    <a:pt x="741187" y="1198156"/>
                  </a:moveTo>
                  <a:lnTo>
                    <a:pt x="726305" y="1180874"/>
                  </a:lnTo>
                  <a:lnTo>
                    <a:pt x="786703" y="1211504"/>
                  </a:lnTo>
                  <a:close/>
                  <a:moveTo>
                    <a:pt x="269285" y="717044"/>
                  </a:moveTo>
                  <a:lnTo>
                    <a:pt x="291781" y="700863"/>
                  </a:lnTo>
                  <a:lnTo>
                    <a:pt x="305559" y="646619"/>
                  </a:lnTo>
                  <a:close/>
                  <a:moveTo>
                    <a:pt x="305559" y="646619"/>
                  </a:moveTo>
                  <a:lnTo>
                    <a:pt x="291781" y="700863"/>
                  </a:lnTo>
                  <a:lnTo>
                    <a:pt x="320237" y="665508"/>
                  </a:lnTo>
                  <a:close/>
                  <a:moveTo>
                    <a:pt x="320237" y="665508"/>
                  </a:moveTo>
                  <a:lnTo>
                    <a:pt x="325885" y="653695"/>
                  </a:lnTo>
                  <a:lnTo>
                    <a:pt x="305559" y="646619"/>
                  </a:lnTo>
                  <a:close/>
                  <a:moveTo>
                    <a:pt x="57040" y="459361"/>
                  </a:moveTo>
                  <a:lnTo>
                    <a:pt x="82244" y="441468"/>
                  </a:lnTo>
                  <a:lnTo>
                    <a:pt x="95264" y="389924"/>
                  </a:lnTo>
                  <a:close/>
                  <a:moveTo>
                    <a:pt x="144339" y="388009"/>
                  </a:moveTo>
                  <a:lnTo>
                    <a:pt x="82244" y="441468"/>
                  </a:lnTo>
                  <a:lnTo>
                    <a:pt x="122758" y="418268"/>
                  </a:lnTo>
                  <a:close/>
                  <a:moveTo>
                    <a:pt x="1116489" y="1553289"/>
                  </a:moveTo>
                  <a:lnTo>
                    <a:pt x="1139799" y="1505539"/>
                  </a:lnTo>
                  <a:lnTo>
                    <a:pt x="1071102" y="1558270"/>
                  </a:lnTo>
                  <a:close/>
                  <a:moveTo>
                    <a:pt x="1116489" y="1553289"/>
                  </a:moveTo>
                  <a:lnTo>
                    <a:pt x="1155669" y="1525099"/>
                  </a:lnTo>
                  <a:lnTo>
                    <a:pt x="1139799" y="1505539"/>
                  </a:lnTo>
                  <a:close/>
                  <a:moveTo>
                    <a:pt x="1150548" y="1493442"/>
                  </a:moveTo>
                  <a:lnTo>
                    <a:pt x="1167936" y="1505919"/>
                  </a:lnTo>
                  <a:lnTo>
                    <a:pt x="1181896" y="1488254"/>
                  </a:lnTo>
                  <a:close/>
                  <a:moveTo>
                    <a:pt x="876639" y="1220334"/>
                  </a:moveTo>
                  <a:lnTo>
                    <a:pt x="892222" y="1201683"/>
                  </a:lnTo>
                  <a:lnTo>
                    <a:pt x="908654" y="1184222"/>
                  </a:lnTo>
                  <a:close/>
                  <a:moveTo>
                    <a:pt x="849711" y="1254557"/>
                  </a:moveTo>
                  <a:lnTo>
                    <a:pt x="888065" y="1223278"/>
                  </a:lnTo>
                  <a:lnTo>
                    <a:pt x="876639" y="1220334"/>
                  </a:lnTo>
                  <a:close/>
                  <a:moveTo>
                    <a:pt x="892222" y="1201683"/>
                  </a:moveTo>
                  <a:lnTo>
                    <a:pt x="894734" y="1136898"/>
                  </a:lnTo>
                  <a:lnTo>
                    <a:pt x="908654" y="1184222"/>
                  </a:lnTo>
                  <a:close/>
                  <a:moveTo>
                    <a:pt x="894734" y="1136898"/>
                  </a:moveTo>
                  <a:lnTo>
                    <a:pt x="890211" y="1132686"/>
                  </a:lnTo>
                  <a:lnTo>
                    <a:pt x="908654" y="1184222"/>
                  </a:lnTo>
                  <a:close/>
                  <a:moveTo>
                    <a:pt x="315301" y="518999"/>
                  </a:moveTo>
                  <a:lnTo>
                    <a:pt x="358956" y="515705"/>
                  </a:lnTo>
                  <a:lnTo>
                    <a:pt x="347749" y="514246"/>
                  </a:lnTo>
                  <a:close/>
                  <a:moveTo>
                    <a:pt x="149184" y="382168"/>
                  </a:moveTo>
                  <a:lnTo>
                    <a:pt x="218953" y="333447"/>
                  </a:lnTo>
                  <a:lnTo>
                    <a:pt x="174858" y="343258"/>
                  </a:lnTo>
                  <a:close/>
                  <a:moveTo>
                    <a:pt x="1181896" y="1488254"/>
                  </a:moveTo>
                  <a:lnTo>
                    <a:pt x="1204142" y="1476484"/>
                  </a:lnTo>
                  <a:lnTo>
                    <a:pt x="1200996" y="1469348"/>
                  </a:lnTo>
                  <a:close/>
                  <a:moveTo>
                    <a:pt x="1224216" y="1469348"/>
                  </a:moveTo>
                  <a:lnTo>
                    <a:pt x="1204142" y="1476484"/>
                  </a:lnTo>
                  <a:lnTo>
                    <a:pt x="1252484" y="1442598"/>
                  </a:lnTo>
                  <a:close/>
                  <a:moveTo>
                    <a:pt x="1252484" y="1442598"/>
                  </a:moveTo>
                  <a:lnTo>
                    <a:pt x="1204142" y="1476484"/>
                  </a:lnTo>
                  <a:lnTo>
                    <a:pt x="1181896" y="1488254"/>
                  </a:lnTo>
                  <a:close/>
                  <a:moveTo>
                    <a:pt x="890211" y="1132686"/>
                  </a:moveTo>
                  <a:lnTo>
                    <a:pt x="884560" y="1108592"/>
                  </a:lnTo>
                  <a:lnTo>
                    <a:pt x="908654" y="1184222"/>
                  </a:lnTo>
                  <a:close/>
                  <a:moveTo>
                    <a:pt x="890211" y="1132686"/>
                  </a:moveTo>
                  <a:lnTo>
                    <a:pt x="924682" y="1090386"/>
                  </a:lnTo>
                  <a:lnTo>
                    <a:pt x="884560" y="1108592"/>
                  </a:lnTo>
                  <a:close/>
                  <a:moveTo>
                    <a:pt x="374747" y="502866"/>
                  </a:moveTo>
                  <a:lnTo>
                    <a:pt x="347749" y="514246"/>
                  </a:lnTo>
                  <a:lnTo>
                    <a:pt x="360263" y="512427"/>
                  </a:lnTo>
                  <a:close/>
                  <a:moveTo>
                    <a:pt x="395016" y="490152"/>
                  </a:moveTo>
                  <a:lnTo>
                    <a:pt x="374747" y="502866"/>
                  </a:lnTo>
                  <a:lnTo>
                    <a:pt x="434464" y="480276"/>
                  </a:lnTo>
                  <a:close/>
                  <a:moveTo>
                    <a:pt x="434464" y="480276"/>
                  </a:moveTo>
                  <a:lnTo>
                    <a:pt x="374747" y="502866"/>
                  </a:lnTo>
                  <a:lnTo>
                    <a:pt x="360263" y="512427"/>
                  </a:lnTo>
                  <a:close/>
                  <a:moveTo>
                    <a:pt x="364677" y="514246"/>
                  </a:moveTo>
                  <a:lnTo>
                    <a:pt x="422808" y="501776"/>
                  </a:lnTo>
                  <a:lnTo>
                    <a:pt x="434464" y="480276"/>
                  </a:lnTo>
                  <a:close/>
                  <a:moveTo>
                    <a:pt x="422808" y="501776"/>
                  </a:moveTo>
                  <a:lnTo>
                    <a:pt x="412793" y="534155"/>
                  </a:lnTo>
                  <a:lnTo>
                    <a:pt x="425171" y="514246"/>
                  </a:lnTo>
                  <a:close/>
                  <a:moveTo>
                    <a:pt x="321363" y="295296"/>
                  </a:moveTo>
                  <a:lnTo>
                    <a:pt x="286212" y="285890"/>
                  </a:lnTo>
                  <a:lnTo>
                    <a:pt x="266283" y="335729"/>
                  </a:lnTo>
                  <a:close/>
                  <a:moveTo>
                    <a:pt x="286212" y="285890"/>
                  </a:moveTo>
                  <a:lnTo>
                    <a:pt x="321363" y="295296"/>
                  </a:lnTo>
                  <a:lnTo>
                    <a:pt x="287294" y="279386"/>
                  </a:lnTo>
                  <a:close/>
                  <a:moveTo>
                    <a:pt x="283210" y="284006"/>
                  </a:moveTo>
                  <a:lnTo>
                    <a:pt x="286212" y="285890"/>
                  </a:lnTo>
                  <a:lnTo>
                    <a:pt x="287294" y="279386"/>
                  </a:lnTo>
                  <a:close/>
                  <a:moveTo>
                    <a:pt x="1224216" y="1469348"/>
                  </a:moveTo>
                  <a:lnTo>
                    <a:pt x="1214649" y="1475813"/>
                  </a:lnTo>
                  <a:lnTo>
                    <a:pt x="1204142" y="1476484"/>
                  </a:lnTo>
                  <a:close/>
                  <a:moveTo>
                    <a:pt x="1251382" y="1413318"/>
                  </a:moveTo>
                  <a:lnTo>
                    <a:pt x="1224216" y="1469348"/>
                  </a:lnTo>
                  <a:lnTo>
                    <a:pt x="1252484" y="1442598"/>
                  </a:lnTo>
                  <a:close/>
                  <a:moveTo>
                    <a:pt x="1215745" y="1467051"/>
                  </a:moveTo>
                  <a:lnTo>
                    <a:pt x="1224216" y="1469348"/>
                  </a:lnTo>
                  <a:lnTo>
                    <a:pt x="1251382" y="1413318"/>
                  </a:lnTo>
                  <a:close/>
                  <a:moveTo>
                    <a:pt x="462695" y="450930"/>
                  </a:moveTo>
                  <a:lnTo>
                    <a:pt x="434464" y="480276"/>
                  </a:lnTo>
                  <a:lnTo>
                    <a:pt x="510101" y="453494"/>
                  </a:lnTo>
                  <a:close/>
                  <a:moveTo>
                    <a:pt x="287294" y="279386"/>
                  </a:moveTo>
                  <a:lnTo>
                    <a:pt x="329827" y="263733"/>
                  </a:lnTo>
                  <a:lnTo>
                    <a:pt x="353176" y="216130"/>
                  </a:lnTo>
                  <a:close/>
                  <a:moveTo>
                    <a:pt x="997214" y="1028823"/>
                  </a:moveTo>
                  <a:lnTo>
                    <a:pt x="994241" y="1040877"/>
                  </a:lnTo>
                  <a:lnTo>
                    <a:pt x="1009539" y="1032961"/>
                  </a:lnTo>
                  <a:close/>
                  <a:moveTo>
                    <a:pt x="1034045" y="974120"/>
                  </a:moveTo>
                  <a:lnTo>
                    <a:pt x="1009539" y="1032961"/>
                  </a:lnTo>
                  <a:lnTo>
                    <a:pt x="1033899" y="1014475"/>
                  </a:lnTo>
                  <a:close/>
                  <a:moveTo>
                    <a:pt x="997214" y="1028823"/>
                  </a:moveTo>
                  <a:lnTo>
                    <a:pt x="1009539" y="1032961"/>
                  </a:lnTo>
                  <a:lnTo>
                    <a:pt x="1034045" y="974120"/>
                  </a:lnTo>
                  <a:close/>
                  <a:moveTo>
                    <a:pt x="996132" y="905794"/>
                  </a:moveTo>
                  <a:lnTo>
                    <a:pt x="995700" y="911433"/>
                  </a:lnTo>
                  <a:lnTo>
                    <a:pt x="1013797" y="927838"/>
                  </a:lnTo>
                  <a:close/>
                  <a:moveTo>
                    <a:pt x="829577" y="649945"/>
                  </a:moveTo>
                  <a:lnTo>
                    <a:pt x="828528" y="648111"/>
                  </a:lnTo>
                  <a:lnTo>
                    <a:pt x="793903" y="680976"/>
                  </a:lnTo>
                  <a:close/>
                  <a:moveTo>
                    <a:pt x="793903" y="680976"/>
                  </a:moveTo>
                  <a:lnTo>
                    <a:pt x="729042" y="672205"/>
                  </a:lnTo>
                  <a:lnTo>
                    <a:pt x="758625" y="683977"/>
                  </a:lnTo>
                  <a:close/>
                  <a:moveTo>
                    <a:pt x="363549" y="198256"/>
                  </a:moveTo>
                  <a:lnTo>
                    <a:pt x="369149" y="184282"/>
                  </a:lnTo>
                  <a:lnTo>
                    <a:pt x="353176" y="216130"/>
                  </a:lnTo>
                  <a:close/>
                  <a:moveTo>
                    <a:pt x="363549" y="198256"/>
                  </a:moveTo>
                  <a:lnTo>
                    <a:pt x="353176" y="216130"/>
                  </a:lnTo>
                  <a:lnTo>
                    <a:pt x="359272" y="208376"/>
                  </a:lnTo>
                  <a:close/>
                  <a:moveTo>
                    <a:pt x="363549" y="198256"/>
                  </a:moveTo>
                  <a:lnTo>
                    <a:pt x="359272" y="208376"/>
                  </a:lnTo>
                  <a:lnTo>
                    <a:pt x="374916" y="162514"/>
                  </a:lnTo>
                  <a:close/>
                  <a:moveTo>
                    <a:pt x="374916" y="162514"/>
                  </a:moveTo>
                  <a:lnTo>
                    <a:pt x="359272" y="208376"/>
                  </a:lnTo>
                  <a:lnTo>
                    <a:pt x="386446" y="165847"/>
                  </a:lnTo>
                  <a:close/>
                  <a:moveTo>
                    <a:pt x="374916" y="162514"/>
                  </a:moveTo>
                  <a:lnTo>
                    <a:pt x="386446" y="165847"/>
                  </a:lnTo>
                  <a:lnTo>
                    <a:pt x="414895" y="137315"/>
                  </a:lnTo>
                  <a:close/>
                  <a:moveTo>
                    <a:pt x="369149" y="184282"/>
                  </a:moveTo>
                  <a:lnTo>
                    <a:pt x="363549" y="198256"/>
                  </a:lnTo>
                  <a:lnTo>
                    <a:pt x="374916" y="162514"/>
                  </a:lnTo>
                  <a:close/>
                  <a:moveTo>
                    <a:pt x="1004005" y="854257"/>
                  </a:moveTo>
                  <a:lnTo>
                    <a:pt x="996369" y="779031"/>
                  </a:lnTo>
                  <a:lnTo>
                    <a:pt x="1004946" y="834309"/>
                  </a:lnTo>
                  <a:close/>
                  <a:moveTo>
                    <a:pt x="996306" y="778627"/>
                  </a:moveTo>
                  <a:lnTo>
                    <a:pt x="996369" y="779031"/>
                  </a:lnTo>
                  <a:lnTo>
                    <a:pt x="1004005" y="854257"/>
                  </a:lnTo>
                  <a:close/>
                  <a:moveTo>
                    <a:pt x="1010416" y="802721"/>
                  </a:moveTo>
                  <a:lnTo>
                    <a:pt x="996306" y="778627"/>
                  </a:lnTo>
                  <a:lnTo>
                    <a:pt x="1004005" y="854257"/>
                  </a:lnTo>
                  <a:close/>
                  <a:moveTo>
                    <a:pt x="611507" y="274085"/>
                  </a:moveTo>
                  <a:lnTo>
                    <a:pt x="623140" y="256974"/>
                  </a:lnTo>
                  <a:lnTo>
                    <a:pt x="572505" y="242338"/>
                  </a:lnTo>
                  <a:close/>
                  <a:moveTo>
                    <a:pt x="414895" y="137315"/>
                  </a:moveTo>
                  <a:lnTo>
                    <a:pt x="430529" y="132745"/>
                  </a:lnTo>
                  <a:lnTo>
                    <a:pt x="417570" y="129577"/>
                  </a:lnTo>
                  <a:close/>
                  <a:moveTo>
                    <a:pt x="572505" y="242338"/>
                  </a:moveTo>
                  <a:lnTo>
                    <a:pt x="623140" y="256974"/>
                  </a:lnTo>
                  <a:lnTo>
                    <a:pt x="651935" y="229735"/>
                  </a:lnTo>
                  <a:close/>
                  <a:moveTo>
                    <a:pt x="583872" y="33021"/>
                  </a:moveTo>
                  <a:lnTo>
                    <a:pt x="579850" y="0"/>
                  </a:lnTo>
                  <a:lnTo>
                    <a:pt x="573040" y="16404"/>
                  </a:lnTo>
                  <a:close/>
                  <a:moveTo>
                    <a:pt x="588518" y="32406"/>
                  </a:moveTo>
                  <a:lnTo>
                    <a:pt x="573040" y="16404"/>
                  </a:lnTo>
                  <a:lnTo>
                    <a:pt x="556690" y="892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72" name="Output_density__4271">
              <a:extLst>
                <a:ext uri="{FF2B5EF4-FFF2-40B4-BE49-F238E27FC236}">
                  <a16:creationId xmlns:a16="http://schemas.microsoft.com/office/drawing/2014/main" id="{1C2B4EA5-8D5D-2FE7-071E-28679E9375DC}"/>
                </a:ext>
              </a:extLst>
            </p:cNvPr>
            <p:cNvSpPr>
              <a:spLocks noGrp="1"/>
            </p:cNvSpPr>
            <p:nvPr/>
          </p:nvSpPr>
          <p:spPr>
            <a:xfrm>
              <a:off x="14995177" y="2396730"/>
              <a:ext cx="1509305" cy="1766625"/>
            </a:xfrm>
            <a:custGeom>
              <a:avLst/>
              <a:gdLst/>
              <a:ahLst/>
              <a:cxnLst/>
              <a:rect l="0" t="0" r="0" b="0"/>
              <a:pathLst>
                <a:path w="1509305" h="1766625">
                  <a:moveTo>
                    <a:pt x="75157" y="804541"/>
                  </a:moveTo>
                  <a:lnTo>
                    <a:pt x="26161" y="796030"/>
                  </a:lnTo>
                  <a:lnTo>
                    <a:pt x="0" y="800983"/>
                  </a:lnTo>
                  <a:close/>
                  <a:moveTo>
                    <a:pt x="708017" y="1376974"/>
                  </a:moveTo>
                  <a:lnTo>
                    <a:pt x="750613" y="1352880"/>
                  </a:lnTo>
                  <a:lnTo>
                    <a:pt x="722567" y="1383213"/>
                  </a:lnTo>
                  <a:close/>
                  <a:moveTo>
                    <a:pt x="750613" y="1352880"/>
                  </a:moveTo>
                  <a:lnTo>
                    <a:pt x="708017" y="1376974"/>
                  </a:lnTo>
                  <a:lnTo>
                    <a:pt x="754904" y="1329437"/>
                  </a:lnTo>
                  <a:close/>
                  <a:moveTo>
                    <a:pt x="197035" y="810071"/>
                  </a:moveTo>
                  <a:lnTo>
                    <a:pt x="210141" y="744089"/>
                  </a:lnTo>
                  <a:lnTo>
                    <a:pt x="209975" y="734441"/>
                  </a:lnTo>
                  <a:close/>
                  <a:moveTo>
                    <a:pt x="209975" y="734441"/>
                  </a:moveTo>
                  <a:lnTo>
                    <a:pt x="210141" y="744089"/>
                  </a:lnTo>
                  <a:lnTo>
                    <a:pt x="221135" y="731178"/>
                  </a:lnTo>
                  <a:close/>
                  <a:moveTo>
                    <a:pt x="250524" y="682904"/>
                  </a:moveTo>
                  <a:lnTo>
                    <a:pt x="245058" y="685722"/>
                  </a:lnTo>
                  <a:lnTo>
                    <a:pt x="221135" y="731178"/>
                  </a:lnTo>
                  <a:close/>
                  <a:moveTo>
                    <a:pt x="250524" y="682904"/>
                  </a:moveTo>
                  <a:lnTo>
                    <a:pt x="263616" y="658810"/>
                  </a:lnTo>
                  <a:lnTo>
                    <a:pt x="245058" y="685722"/>
                  </a:lnTo>
                  <a:close/>
                  <a:moveTo>
                    <a:pt x="838311" y="1253156"/>
                  </a:moveTo>
                  <a:lnTo>
                    <a:pt x="816112" y="1277249"/>
                  </a:lnTo>
                  <a:lnTo>
                    <a:pt x="851606" y="1246514"/>
                  </a:lnTo>
                  <a:close/>
                  <a:moveTo>
                    <a:pt x="816112" y="1277249"/>
                  </a:moveTo>
                  <a:lnTo>
                    <a:pt x="822071" y="1270985"/>
                  </a:lnTo>
                  <a:lnTo>
                    <a:pt x="851606" y="1246514"/>
                  </a:lnTo>
                  <a:close/>
                  <a:moveTo>
                    <a:pt x="822071" y="1270985"/>
                  </a:moveTo>
                  <a:lnTo>
                    <a:pt x="864904" y="1256456"/>
                  </a:lnTo>
                  <a:lnTo>
                    <a:pt x="892655" y="1225312"/>
                  </a:lnTo>
                  <a:close/>
                  <a:moveTo>
                    <a:pt x="851606" y="1246514"/>
                  </a:moveTo>
                  <a:lnTo>
                    <a:pt x="822071" y="1270985"/>
                  </a:lnTo>
                  <a:lnTo>
                    <a:pt x="892655" y="1225312"/>
                  </a:lnTo>
                  <a:close/>
                  <a:moveTo>
                    <a:pt x="1405256" y="1744428"/>
                  </a:moveTo>
                  <a:lnTo>
                    <a:pt x="1433074" y="1753311"/>
                  </a:lnTo>
                  <a:lnTo>
                    <a:pt x="1400554" y="1766625"/>
                  </a:lnTo>
                  <a:close/>
                  <a:moveTo>
                    <a:pt x="1405256" y="1744428"/>
                  </a:moveTo>
                  <a:lnTo>
                    <a:pt x="1443656" y="1679799"/>
                  </a:lnTo>
                  <a:lnTo>
                    <a:pt x="1425488" y="1668797"/>
                  </a:lnTo>
                  <a:close/>
                  <a:moveTo>
                    <a:pt x="846442" y="1007827"/>
                  </a:moveTo>
                  <a:lnTo>
                    <a:pt x="861123" y="1074452"/>
                  </a:lnTo>
                  <a:lnTo>
                    <a:pt x="854326" y="1022915"/>
                  </a:lnTo>
                  <a:close/>
                  <a:moveTo>
                    <a:pt x="1159974" y="1232410"/>
                  </a:moveTo>
                  <a:lnTo>
                    <a:pt x="1176324" y="1243263"/>
                  </a:lnTo>
                  <a:lnTo>
                    <a:pt x="1186789" y="1221622"/>
                  </a:lnTo>
                  <a:close/>
                  <a:moveTo>
                    <a:pt x="1363470" y="1223278"/>
                  </a:moveTo>
                  <a:lnTo>
                    <a:pt x="1367628" y="1201683"/>
                  </a:lnTo>
                  <a:lnTo>
                    <a:pt x="1352045" y="1220334"/>
                  </a:lnTo>
                  <a:close/>
                  <a:moveTo>
                    <a:pt x="909870" y="480276"/>
                  </a:moveTo>
                  <a:lnTo>
                    <a:pt x="898214" y="501776"/>
                  </a:lnTo>
                  <a:lnTo>
                    <a:pt x="954302" y="471725"/>
                  </a:lnTo>
                  <a:close/>
                  <a:moveTo>
                    <a:pt x="724345" y="310662"/>
                  </a:moveTo>
                  <a:lnTo>
                    <a:pt x="650264" y="343258"/>
                  </a:lnTo>
                  <a:lnTo>
                    <a:pt x="694359" y="333447"/>
                  </a:lnTo>
                  <a:close/>
                  <a:moveTo>
                    <a:pt x="724345" y="310662"/>
                  </a:moveTo>
                  <a:lnTo>
                    <a:pt x="761618" y="285890"/>
                  </a:lnTo>
                  <a:lnTo>
                    <a:pt x="758616" y="284006"/>
                  </a:lnTo>
                  <a:close/>
                  <a:moveTo>
                    <a:pt x="741689" y="335729"/>
                  </a:moveTo>
                  <a:lnTo>
                    <a:pt x="761618" y="285890"/>
                  </a:lnTo>
                  <a:lnTo>
                    <a:pt x="724345" y="310662"/>
                  </a:lnTo>
                  <a:close/>
                  <a:moveTo>
                    <a:pt x="694359" y="333447"/>
                  </a:moveTo>
                  <a:lnTo>
                    <a:pt x="741689" y="335729"/>
                  </a:lnTo>
                  <a:lnTo>
                    <a:pt x="724345" y="310662"/>
                  </a:lnTo>
                  <a:close/>
                  <a:moveTo>
                    <a:pt x="1400088" y="1090386"/>
                  </a:moveTo>
                  <a:lnTo>
                    <a:pt x="1438112" y="1057873"/>
                  </a:lnTo>
                  <a:lnTo>
                    <a:pt x="1469647" y="1040877"/>
                  </a:lnTo>
                  <a:close/>
                  <a:moveTo>
                    <a:pt x="1439498" y="1057055"/>
                  </a:moveTo>
                  <a:lnTo>
                    <a:pt x="1469647" y="1040877"/>
                  </a:lnTo>
                  <a:lnTo>
                    <a:pt x="1438112" y="1057873"/>
                  </a:lnTo>
                  <a:close/>
                  <a:moveTo>
                    <a:pt x="1439498" y="1057055"/>
                  </a:moveTo>
                  <a:lnTo>
                    <a:pt x="1484945" y="1032961"/>
                  </a:lnTo>
                  <a:lnTo>
                    <a:pt x="1469647" y="1040877"/>
                  </a:lnTo>
                  <a:close/>
                  <a:moveTo>
                    <a:pt x="1484945" y="1032961"/>
                  </a:moveTo>
                  <a:lnTo>
                    <a:pt x="1439498" y="1057055"/>
                  </a:lnTo>
                  <a:lnTo>
                    <a:pt x="1509305" y="1014475"/>
                  </a:lnTo>
                  <a:close/>
                  <a:moveTo>
                    <a:pt x="909870" y="480276"/>
                  </a:moveTo>
                  <a:lnTo>
                    <a:pt x="954302" y="471725"/>
                  </a:lnTo>
                  <a:lnTo>
                    <a:pt x="985507" y="453494"/>
                  </a:lnTo>
                  <a:close/>
                  <a:moveTo>
                    <a:pt x="985507" y="453494"/>
                  </a:moveTo>
                  <a:lnTo>
                    <a:pt x="954302" y="471725"/>
                  </a:lnTo>
                  <a:lnTo>
                    <a:pt x="1031397" y="450396"/>
                  </a:lnTo>
                  <a:close/>
                  <a:moveTo>
                    <a:pt x="1471454" y="904285"/>
                  </a:moveTo>
                  <a:lnTo>
                    <a:pt x="1471106" y="911433"/>
                  </a:lnTo>
                  <a:lnTo>
                    <a:pt x="1471538" y="905794"/>
                  </a:lnTo>
                  <a:close/>
                  <a:moveTo>
                    <a:pt x="1480351" y="834309"/>
                  </a:moveTo>
                  <a:lnTo>
                    <a:pt x="1471454" y="904285"/>
                  </a:lnTo>
                  <a:lnTo>
                    <a:pt x="1471538" y="905794"/>
                  </a:lnTo>
                  <a:close/>
                  <a:moveTo>
                    <a:pt x="1157453" y="493502"/>
                  </a:moveTo>
                  <a:lnTo>
                    <a:pt x="1163690" y="469408"/>
                  </a:lnTo>
                  <a:lnTo>
                    <a:pt x="1160525" y="545038"/>
                  </a:lnTo>
                  <a:close/>
                  <a:moveTo>
                    <a:pt x="1127341" y="229735"/>
                  </a:moveTo>
                  <a:lnTo>
                    <a:pt x="1098545" y="256974"/>
                  </a:lnTo>
                  <a:lnTo>
                    <a:pt x="1168281" y="208128"/>
                  </a:lnTo>
                  <a:close/>
                  <a:moveTo>
                    <a:pt x="1032096" y="8927"/>
                  </a:moveTo>
                  <a:lnTo>
                    <a:pt x="1048446" y="16404"/>
                  </a:lnTo>
                  <a:lnTo>
                    <a:pt x="1055256" y="0"/>
                  </a:lnTo>
                  <a:close/>
                  <a:moveTo>
                    <a:pt x="1265674" y="127786"/>
                  </a:moveTo>
                  <a:lnTo>
                    <a:pt x="1272378" y="111767"/>
                  </a:lnTo>
                  <a:lnTo>
                    <a:pt x="1277395" y="87906"/>
                  </a:lnTo>
                  <a:close/>
                  <a:moveTo>
                    <a:pt x="1277395" y="87906"/>
                  </a:moveTo>
                  <a:lnTo>
                    <a:pt x="1297066" y="70479"/>
                  </a:lnTo>
                  <a:lnTo>
                    <a:pt x="1323159" y="3313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73" name="Output_density__4272">
              <a:extLst>
                <a:ext uri="{FF2B5EF4-FFF2-40B4-BE49-F238E27FC236}">
                  <a16:creationId xmlns:a16="http://schemas.microsoft.com/office/drawing/2014/main" id="{2B49B214-C3F3-E5BA-E8E7-E7506147618A}"/>
                </a:ext>
              </a:extLst>
            </p:cNvPr>
            <p:cNvSpPr>
              <a:spLocks noGrp="1"/>
            </p:cNvSpPr>
            <p:nvPr/>
          </p:nvSpPr>
          <p:spPr>
            <a:xfrm>
              <a:off x="14994166" y="2210993"/>
              <a:ext cx="1695462" cy="1957001"/>
            </a:xfrm>
            <a:custGeom>
              <a:avLst/>
              <a:gdLst/>
              <a:ahLst/>
              <a:cxnLst/>
              <a:rect l="0" t="0" r="0" b="0"/>
              <a:pathLst>
                <a:path w="1695462" h="1957001">
                  <a:moveTo>
                    <a:pt x="452312" y="1658135"/>
                  </a:moveTo>
                  <a:lnTo>
                    <a:pt x="419043" y="1627675"/>
                  </a:lnTo>
                  <a:lnTo>
                    <a:pt x="456930" y="1662435"/>
                  </a:lnTo>
                  <a:close/>
                  <a:moveTo>
                    <a:pt x="414819" y="1610899"/>
                  </a:moveTo>
                  <a:lnTo>
                    <a:pt x="419043" y="1627675"/>
                  </a:lnTo>
                  <a:lnTo>
                    <a:pt x="452312" y="1658135"/>
                  </a:lnTo>
                  <a:close/>
                  <a:moveTo>
                    <a:pt x="456930" y="1662435"/>
                  </a:moveTo>
                  <a:lnTo>
                    <a:pt x="527707" y="1640058"/>
                  </a:lnTo>
                  <a:lnTo>
                    <a:pt x="452312" y="1658135"/>
                  </a:lnTo>
                  <a:close/>
                  <a:moveTo>
                    <a:pt x="452312" y="1658135"/>
                  </a:moveTo>
                  <a:lnTo>
                    <a:pt x="527707" y="1640058"/>
                  </a:lnTo>
                  <a:lnTo>
                    <a:pt x="528014" y="1631592"/>
                  </a:lnTo>
                  <a:close/>
                  <a:moveTo>
                    <a:pt x="452312" y="1658135"/>
                  </a:moveTo>
                  <a:lnTo>
                    <a:pt x="528014" y="1631592"/>
                  </a:lnTo>
                  <a:lnTo>
                    <a:pt x="476889" y="1615123"/>
                  </a:lnTo>
                  <a:close/>
                  <a:moveTo>
                    <a:pt x="527707" y="1640058"/>
                  </a:moveTo>
                  <a:lnTo>
                    <a:pt x="538219" y="1638341"/>
                  </a:lnTo>
                  <a:lnTo>
                    <a:pt x="528014" y="1631592"/>
                  </a:lnTo>
                  <a:close/>
                  <a:moveTo>
                    <a:pt x="440688" y="1586805"/>
                  </a:moveTo>
                  <a:lnTo>
                    <a:pt x="452312" y="1658135"/>
                  </a:lnTo>
                  <a:lnTo>
                    <a:pt x="476889" y="1615123"/>
                  </a:lnTo>
                  <a:close/>
                  <a:moveTo>
                    <a:pt x="440688" y="1586805"/>
                  </a:moveTo>
                  <a:lnTo>
                    <a:pt x="414819" y="1610899"/>
                  </a:lnTo>
                  <a:lnTo>
                    <a:pt x="452312" y="1658135"/>
                  </a:lnTo>
                  <a:close/>
                  <a:moveTo>
                    <a:pt x="440688" y="1586805"/>
                  </a:moveTo>
                  <a:lnTo>
                    <a:pt x="399713" y="1559362"/>
                  </a:lnTo>
                  <a:lnTo>
                    <a:pt x="414819" y="1610899"/>
                  </a:lnTo>
                  <a:close/>
                  <a:moveTo>
                    <a:pt x="538219" y="1638341"/>
                  </a:moveTo>
                  <a:lnTo>
                    <a:pt x="579496" y="1649400"/>
                  </a:lnTo>
                  <a:lnTo>
                    <a:pt x="584573" y="1631809"/>
                  </a:lnTo>
                  <a:close/>
                  <a:moveTo>
                    <a:pt x="584573" y="1631809"/>
                  </a:moveTo>
                  <a:lnTo>
                    <a:pt x="528014" y="1631592"/>
                  </a:lnTo>
                  <a:lnTo>
                    <a:pt x="538219" y="1638341"/>
                  </a:lnTo>
                  <a:close/>
                  <a:moveTo>
                    <a:pt x="528650" y="1576549"/>
                  </a:moveTo>
                  <a:lnTo>
                    <a:pt x="528014" y="1631592"/>
                  </a:lnTo>
                  <a:lnTo>
                    <a:pt x="584573" y="1631809"/>
                  </a:lnTo>
                  <a:close/>
                  <a:moveTo>
                    <a:pt x="576841" y="1575352"/>
                  </a:moveTo>
                  <a:lnTo>
                    <a:pt x="528650" y="1576549"/>
                  </a:lnTo>
                  <a:lnTo>
                    <a:pt x="584573" y="1631809"/>
                  </a:lnTo>
                  <a:close/>
                  <a:moveTo>
                    <a:pt x="528650" y="1576549"/>
                  </a:moveTo>
                  <a:lnTo>
                    <a:pt x="476889" y="1615123"/>
                  </a:lnTo>
                  <a:lnTo>
                    <a:pt x="528014" y="1631592"/>
                  </a:lnTo>
                  <a:close/>
                  <a:moveTo>
                    <a:pt x="566509" y="1511174"/>
                  </a:moveTo>
                  <a:lnTo>
                    <a:pt x="534688" y="1521648"/>
                  </a:lnTo>
                  <a:lnTo>
                    <a:pt x="575407" y="1513775"/>
                  </a:lnTo>
                  <a:close/>
                  <a:moveTo>
                    <a:pt x="575407" y="1513775"/>
                  </a:moveTo>
                  <a:lnTo>
                    <a:pt x="534688" y="1521648"/>
                  </a:lnTo>
                  <a:lnTo>
                    <a:pt x="528650" y="1576549"/>
                  </a:lnTo>
                  <a:close/>
                  <a:moveTo>
                    <a:pt x="575407" y="1513775"/>
                  </a:moveTo>
                  <a:lnTo>
                    <a:pt x="528650" y="1576549"/>
                  </a:lnTo>
                  <a:lnTo>
                    <a:pt x="576841" y="1575352"/>
                  </a:lnTo>
                  <a:close/>
                  <a:moveTo>
                    <a:pt x="50232" y="946704"/>
                  </a:moveTo>
                  <a:lnTo>
                    <a:pt x="52790" y="942646"/>
                  </a:lnTo>
                  <a:lnTo>
                    <a:pt x="0" y="919951"/>
                  </a:lnTo>
                  <a:close/>
                  <a:moveTo>
                    <a:pt x="50232" y="946704"/>
                  </a:moveTo>
                  <a:lnTo>
                    <a:pt x="54374" y="944272"/>
                  </a:lnTo>
                  <a:lnTo>
                    <a:pt x="52790" y="942646"/>
                  </a:lnTo>
                  <a:close/>
                  <a:moveTo>
                    <a:pt x="582540" y="1511174"/>
                  </a:moveTo>
                  <a:lnTo>
                    <a:pt x="612887" y="1562711"/>
                  </a:lnTo>
                  <a:lnTo>
                    <a:pt x="639483" y="1538617"/>
                  </a:lnTo>
                  <a:close/>
                  <a:moveTo>
                    <a:pt x="551743" y="1450514"/>
                  </a:moveTo>
                  <a:lnTo>
                    <a:pt x="575450" y="1499371"/>
                  </a:lnTo>
                  <a:lnTo>
                    <a:pt x="586956" y="1441643"/>
                  </a:lnTo>
                  <a:close/>
                  <a:moveTo>
                    <a:pt x="566509" y="1511174"/>
                  </a:moveTo>
                  <a:lnTo>
                    <a:pt x="575450" y="1499371"/>
                  </a:lnTo>
                  <a:lnTo>
                    <a:pt x="539504" y="1504982"/>
                  </a:lnTo>
                  <a:close/>
                  <a:moveTo>
                    <a:pt x="586956" y="1441643"/>
                  </a:moveTo>
                  <a:lnTo>
                    <a:pt x="575450" y="1499371"/>
                  </a:lnTo>
                  <a:lnTo>
                    <a:pt x="597260" y="1435544"/>
                  </a:lnTo>
                  <a:close/>
                  <a:moveTo>
                    <a:pt x="597260" y="1435544"/>
                  </a:moveTo>
                  <a:lnTo>
                    <a:pt x="582540" y="1511174"/>
                  </a:lnTo>
                  <a:lnTo>
                    <a:pt x="648906" y="1487080"/>
                  </a:lnTo>
                  <a:close/>
                  <a:moveTo>
                    <a:pt x="25829" y="841845"/>
                  </a:moveTo>
                  <a:lnTo>
                    <a:pt x="60115" y="875927"/>
                  </a:lnTo>
                  <a:lnTo>
                    <a:pt x="88439" y="868641"/>
                  </a:lnTo>
                  <a:close/>
                  <a:moveTo>
                    <a:pt x="26611" y="841198"/>
                  </a:moveTo>
                  <a:lnTo>
                    <a:pt x="25829" y="841845"/>
                  </a:lnTo>
                  <a:lnTo>
                    <a:pt x="88439" y="868641"/>
                  </a:lnTo>
                  <a:close/>
                  <a:moveTo>
                    <a:pt x="380297" y="1158859"/>
                  </a:moveTo>
                  <a:lnTo>
                    <a:pt x="340787" y="1176131"/>
                  </a:lnTo>
                  <a:lnTo>
                    <a:pt x="390885" y="1102230"/>
                  </a:lnTo>
                  <a:close/>
                  <a:moveTo>
                    <a:pt x="191595" y="907743"/>
                  </a:moveTo>
                  <a:lnTo>
                    <a:pt x="210987" y="920178"/>
                  </a:lnTo>
                  <a:lnTo>
                    <a:pt x="200283" y="874944"/>
                  </a:lnTo>
                  <a:close/>
                  <a:moveTo>
                    <a:pt x="115474" y="806160"/>
                  </a:moveTo>
                  <a:lnTo>
                    <a:pt x="56197" y="816369"/>
                  </a:lnTo>
                  <a:lnTo>
                    <a:pt x="129350" y="857622"/>
                  </a:lnTo>
                  <a:close/>
                  <a:moveTo>
                    <a:pt x="93831" y="786516"/>
                  </a:moveTo>
                  <a:lnTo>
                    <a:pt x="56197" y="816369"/>
                  </a:lnTo>
                  <a:lnTo>
                    <a:pt x="115474" y="806160"/>
                  </a:lnTo>
                  <a:close/>
                  <a:moveTo>
                    <a:pt x="1190939" y="1902722"/>
                  </a:moveTo>
                  <a:lnTo>
                    <a:pt x="1150820" y="1926816"/>
                  </a:lnTo>
                  <a:lnTo>
                    <a:pt x="1224826" y="1954258"/>
                  </a:lnTo>
                  <a:close/>
                  <a:moveTo>
                    <a:pt x="1158129" y="1851185"/>
                  </a:moveTo>
                  <a:lnTo>
                    <a:pt x="1132500" y="1914876"/>
                  </a:lnTo>
                  <a:lnTo>
                    <a:pt x="1150820" y="1926816"/>
                  </a:lnTo>
                  <a:close/>
                  <a:moveTo>
                    <a:pt x="160151" y="665843"/>
                  </a:moveTo>
                  <a:lnTo>
                    <a:pt x="124260" y="614307"/>
                  </a:lnTo>
                  <a:lnTo>
                    <a:pt x="112813" y="682838"/>
                  </a:lnTo>
                  <a:close/>
                  <a:moveTo>
                    <a:pt x="124260" y="614307"/>
                  </a:moveTo>
                  <a:lnTo>
                    <a:pt x="113554" y="619493"/>
                  </a:lnTo>
                  <a:lnTo>
                    <a:pt x="112813" y="682838"/>
                  </a:lnTo>
                  <a:close/>
                  <a:moveTo>
                    <a:pt x="85318" y="586864"/>
                  </a:moveTo>
                  <a:lnTo>
                    <a:pt x="113554" y="619493"/>
                  </a:lnTo>
                  <a:lnTo>
                    <a:pt x="124260" y="614307"/>
                  </a:lnTo>
                  <a:close/>
                  <a:moveTo>
                    <a:pt x="1224826" y="1954258"/>
                  </a:moveTo>
                  <a:lnTo>
                    <a:pt x="1222460" y="1957001"/>
                  </a:lnTo>
                  <a:lnTo>
                    <a:pt x="1226222" y="1955710"/>
                  </a:lnTo>
                  <a:close/>
                  <a:moveTo>
                    <a:pt x="1224826" y="1954258"/>
                  </a:moveTo>
                  <a:lnTo>
                    <a:pt x="1226222" y="1955710"/>
                  </a:lnTo>
                  <a:lnTo>
                    <a:pt x="1227231" y="1953122"/>
                  </a:lnTo>
                  <a:close/>
                  <a:moveTo>
                    <a:pt x="1190939" y="1902722"/>
                  </a:moveTo>
                  <a:lnTo>
                    <a:pt x="1224826" y="1954258"/>
                  </a:lnTo>
                  <a:lnTo>
                    <a:pt x="1227231" y="1953122"/>
                  </a:lnTo>
                  <a:close/>
                  <a:moveTo>
                    <a:pt x="1232498" y="1886098"/>
                  </a:moveTo>
                  <a:lnTo>
                    <a:pt x="1227231" y="1953122"/>
                  </a:lnTo>
                  <a:lnTo>
                    <a:pt x="1249228" y="1954258"/>
                  </a:lnTo>
                  <a:close/>
                  <a:moveTo>
                    <a:pt x="1219651" y="1833799"/>
                  </a:moveTo>
                  <a:lnTo>
                    <a:pt x="1256148" y="1902722"/>
                  </a:lnTo>
                  <a:lnTo>
                    <a:pt x="1281046" y="1851112"/>
                  </a:lnTo>
                  <a:close/>
                  <a:moveTo>
                    <a:pt x="568519" y="1017433"/>
                  </a:moveTo>
                  <a:lnTo>
                    <a:pt x="532908" y="1008402"/>
                  </a:lnTo>
                  <a:lnTo>
                    <a:pt x="592266" y="1022644"/>
                  </a:lnTo>
                  <a:close/>
                  <a:moveTo>
                    <a:pt x="532908" y="1008402"/>
                  </a:moveTo>
                  <a:lnTo>
                    <a:pt x="543852" y="1016309"/>
                  </a:lnTo>
                  <a:lnTo>
                    <a:pt x="592266" y="1022644"/>
                  </a:lnTo>
                  <a:close/>
                  <a:moveTo>
                    <a:pt x="403009" y="923526"/>
                  </a:moveTo>
                  <a:lnTo>
                    <a:pt x="455460" y="907897"/>
                  </a:lnTo>
                  <a:lnTo>
                    <a:pt x="398262" y="871990"/>
                  </a:lnTo>
                  <a:close/>
                  <a:moveTo>
                    <a:pt x="493546" y="852174"/>
                  </a:moveTo>
                  <a:lnTo>
                    <a:pt x="455460" y="907897"/>
                  </a:lnTo>
                  <a:lnTo>
                    <a:pt x="507987" y="903176"/>
                  </a:lnTo>
                  <a:close/>
                  <a:moveTo>
                    <a:pt x="1327223" y="1930165"/>
                  </a:moveTo>
                  <a:lnTo>
                    <a:pt x="1297840" y="1878628"/>
                  </a:lnTo>
                  <a:lnTo>
                    <a:pt x="1310732" y="1898459"/>
                  </a:lnTo>
                  <a:close/>
                  <a:moveTo>
                    <a:pt x="1369952" y="1906070"/>
                  </a:moveTo>
                  <a:lnTo>
                    <a:pt x="1356000" y="1956674"/>
                  </a:lnTo>
                  <a:lnTo>
                    <a:pt x="1382799" y="1921969"/>
                  </a:lnTo>
                  <a:close/>
                  <a:moveTo>
                    <a:pt x="1369952" y="1906070"/>
                  </a:moveTo>
                  <a:lnTo>
                    <a:pt x="1327223" y="1930165"/>
                  </a:lnTo>
                  <a:lnTo>
                    <a:pt x="1356000" y="1956674"/>
                  </a:lnTo>
                  <a:close/>
                  <a:moveTo>
                    <a:pt x="792541" y="1137481"/>
                  </a:moveTo>
                  <a:lnTo>
                    <a:pt x="801167" y="1144762"/>
                  </a:lnTo>
                  <a:lnTo>
                    <a:pt x="847454" y="1193563"/>
                  </a:lnTo>
                  <a:close/>
                  <a:moveTo>
                    <a:pt x="724666" y="1091938"/>
                  </a:moveTo>
                  <a:lnTo>
                    <a:pt x="716418" y="1137474"/>
                  </a:lnTo>
                  <a:lnTo>
                    <a:pt x="792541" y="1137481"/>
                  </a:lnTo>
                  <a:close/>
                  <a:moveTo>
                    <a:pt x="715846" y="1029948"/>
                  </a:moveTo>
                  <a:lnTo>
                    <a:pt x="685143" y="1060321"/>
                  </a:lnTo>
                  <a:lnTo>
                    <a:pt x="722116" y="1031268"/>
                  </a:lnTo>
                  <a:close/>
                  <a:moveTo>
                    <a:pt x="577128" y="947690"/>
                  </a:moveTo>
                  <a:lnTo>
                    <a:pt x="540751" y="939282"/>
                  </a:lnTo>
                  <a:lnTo>
                    <a:pt x="536246" y="987870"/>
                  </a:lnTo>
                  <a:close/>
                  <a:moveTo>
                    <a:pt x="521904" y="899432"/>
                  </a:moveTo>
                  <a:lnTo>
                    <a:pt x="593933" y="893978"/>
                  </a:lnTo>
                  <a:lnTo>
                    <a:pt x="552571" y="875339"/>
                  </a:lnTo>
                  <a:close/>
                  <a:moveTo>
                    <a:pt x="232535" y="535984"/>
                  </a:moveTo>
                  <a:lnTo>
                    <a:pt x="236627" y="538676"/>
                  </a:lnTo>
                  <a:lnTo>
                    <a:pt x="228453" y="535793"/>
                  </a:lnTo>
                  <a:close/>
                  <a:moveTo>
                    <a:pt x="1433272" y="1899561"/>
                  </a:moveTo>
                  <a:lnTo>
                    <a:pt x="1382308" y="1903012"/>
                  </a:lnTo>
                  <a:lnTo>
                    <a:pt x="1382799" y="1921969"/>
                  </a:lnTo>
                  <a:close/>
                  <a:moveTo>
                    <a:pt x="1382308" y="1903012"/>
                  </a:moveTo>
                  <a:lnTo>
                    <a:pt x="1433272" y="1899561"/>
                  </a:lnTo>
                  <a:lnTo>
                    <a:pt x="1425837" y="1842863"/>
                  </a:lnTo>
                  <a:close/>
                  <a:moveTo>
                    <a:pt x="1190918" y="1553914"/>
                  </a:moveTo>
                  <a:lnTo>
                    <a:pt x="1155084" y="1534594"/>
                  </a:lnTo>
                  <a:lnTo>
                    <a:pt x="1176598" y="1545314"/>
                  </a:lnTo>
                  <a:close/>
                  <a:moveTo>
                    <a:pt x="1224522" y="1544654"/>
                  </a:moveTo>
                  <a:lnTo>
                    <a:pt x="1176386" y="1539359"/>
                  </a:lnTo>
                  <a:lnTo>
                    <a:pt x="1190918" y="1553914"/>
                  </a:lnTo>
                  <a:close/>
                  <a:moveTo>
                    <a:pt x="1176598" y="1545314"/>
                  </a:moveTo>
                  <a:lnTo>
                    <a:pt x="1155084" y="1534594"/>
                  </a:lnTo>
                  <a:lnTo>
                    <a:pt x="1141572" y="1493778"/>
                  </a:lnTo>
                  <a:close/>
                  <a:moveTo>
                    <a:pt x="1224522" y="1544654"/>
                  </a:moveTo>
                  <a:lnTo>
                    <a:pt x="1190918" y="1553914"/>
                  </a:lnTo>
                  <a:lnTo>
                    <a:pt x="1277316" y="1567366"/>
                  </a:lnTo>
                  <a:close/>
                  <a:moveTo>
                    <a:pt x="1125850" y="1485313"/>
                  </a:moveTo>
                  <a:lnTo>
                    <a:pt x="1141572" y="1493778"/>
                  </a:lnTo>
                  <a:lnTo>
                    <a:pt x="1153771" y="1454805"/>
                  </a:lnTo>
                  <a:close/>
                  <a:moveTo>
                    <a:pt x="1136006" y="1418147"/>
                  </a:moveTo>
                  <a:lnTo>
                    <a:pt x="1125850" y="1485313"/>
                  </a:lnTo>
                  <a:lnTo>
                    <a:pt x="1153771" y="1454805"/>
                  </a:lnTo>
                  <a:close/>
                  <a:moveTo>
                    <a:pt x="830677" y="1169220"/>
                  </a:moveTo>
                  <a:lnTo>
                    <a:pt x="848587" y="1184558"/>
                  </a:lnTo>
                  <a:lnTo>
                    <a:pt x="801167" y="1144762"/>
                  </a:lnTo>
                  <a:close/>
                  <a:moveTo>
                    <a:pt x="686354" y="1022359"/>
                  </a:moveTo>
                  <a:lnTo>
                    <a:pt x="685143" y="1060321"/>
                  </a:lnTo>
                  <a:lnTo>
                    <a:pt x="715846" y="1029948"/>
                  </a:lnTo>
                  <a:close/>
                  <a:moveTo>
                    <a:pt x="649839" y="863817"/>
                  </a:moveTo>
                  <a:lnTo>
                    <a:pt x="593933" y="893978"/>
                  </a:lnTo>
                  <a:lnTo>
                    <a:pt x="648781" y="924370"/>
                  </a:lnTo>
                  <a:close/>
                  <a:moveTo>
                    <a:pt x="649839" y="863817"/>
                  </a:moveTo>
                  <a:lnTo>
                    <a:pt x="600621" y="865848"/>
                  </a:lnTo>
                  <a:lnTo>
                    <a:pt x="593933" y="893978"/>
                  </a:lnTo>
                  <a:close/>
                  <a:moveTo>
                    <a:pt x="600621" y="865848"/>
                  </a:moveTo>
                  <a:lnTo>
                    <a:pt x="640026" y="809052"/>
                  </a:lnTo>
                  <a:lnTo>
                    <a:pt x="597150" y="805927"/>
                  </a:lnTo>
                  <a:close/>
                  <a:moveTo>
                    <a:pt x="560275" y="799708"/>
                  </a:moveTo>
                  <a:lnTo>
                    <a:pt x="597150" y="805927"/>
                  </a:lnTo>
                  <a:lnTo>
                    <a:pt x="541393" y="750531"/>
                  </a:lnTo>
                  <a:close/>
                  <a:moveTo>
                    <a:pt x="1159323" y="1475562"/>
                  </a:moveTo>
                  <a:lnTo>
                    <a:pt x="1155084" y="1534594"/>
                  </a:lnTo>
                  <a:lnTo>
                    <a:pt x="1146030" y="1521220"/>
                  </a:lnTo>
                  <a:close/>
                  <a:moveTo>
                    <a:pt x="1490663" y="1765400"/>
                  </a:moveTo>
                  <a:lnTo>
                    <a:pt x="1432393" y="1774790"/>
                  </a:lnTo>
                  <a:lnTo>
                    <a:pt x="1431392" y="1794077"/>
                  </a:lnTo>
                  <a:close/>
                  <a:moveTo>
                    <a:pt x="1339415" y="1561426"/>
                  </a:moveTo>
                  <a:lnTo>
                    <a:pt x="1277316" y="1567366"/>
                  </a:lnTo>
                  <a:lnTo>
                    <a:pt x="1288191" y="1572757"/>
                  </a:lnTo>
                  <a:close/>
                  <a:moveTo>
                    <a:pt x="1285603" y="1504449"/>
                  </a:moveTo>
                  <a:lnTo>
                    <a:pt x="1277316" y="1567366"/>
                  </a:lnTo>
                  <a:lnTo>
                    <a:pt x="1339415" y="1561426"/>
                  </a:lnTo>
                  <a:close/>
                  <a:moveTo>
                    <a:pt x="1231638" y="1510340"/>
                  </a:moveTo>
                  <a:lnTo>
                    <a:pt x="1176386" y="1539359"/>
                  </a:lnTo>
                  <a:lnTo>
                    <a:pt x="1224522" y="1544654"/>
                  </a:lnTo>
                  <a:close/>
                  <a:moveTo>
                    <a:pt x="1285603" y="1504449"/>
                  </a:moveTo>
                  <a:lnTo>
                    <a:pt x="1224522" y="1544654"/>
                  </a:lnTo>
                  <a:lnTo>
                    <a:pt x="1277316" y="1567366"/>
                  </a:lnTo>
                  <a:close/>
                  <a:moveTo>
                    <a:pt x="1285603" y="1504449"/>
                  </a:moveTo>
                  <a:lnTo>
                    <a:pt x="1231638" y="1510340"/>
                  </a:lnTo>
                  <a:lnTo>
                    <a:pt x="1224522" y="1544654"/>
                  </a:lnTo>
                  <a:close/>
                  <a:moveTo>
                    <a:pt x="1136006" y="1418147"/>
                  </a:moveTo>
                  <a:lnTo>
                    <a:pt x="1153771" y="1454805"/>
                  </a:lnTo>
                  <a:lnTo>
                    <a:pt x="1151430" y="1412079"/>
                  </a:lnTo>
                  <a:close/>
                  <a:moveTo>
                    <a:pt x="1136006" y="1418147"/>
                  </a:moveTo>
                  <a:lnTo>
                    <a:pt x="1151430" y="1412079"/>
                  </a:lnTo>
                  <a:lnTo>
                    <a:pt x="1155531" y="1342517"/>
                  </a:lnTo>
                  <a:close/>
                  <a:moveTo>
                    <a:pt x="1151430" y="1412079"/>
                  </a:moveTo>
                  <a:lnTo>
                    <a:pt x="1153771" y="1454805"/>
                  </a:lnTo>
                  <a:lnTo>
                    <a:pt x="1160986" y="1418147"/>
                  </a:lnTo>
                  <a:close/>
                  <a:moveTo>
                    <a:pt x="1151430" y="1412079"/>
                  </a:moveTo>
                  <a:lnTo>
                    <a:pt x="1160986" y="1418147"/>
                  </a:lnTo>
                  <a:lnTo>
                    <a:pt x="1162829" y="1353772"/>
                  </a:lnTo>
                  <a:close/>
                  <a:moveTo>
                    <a:pt x="729316" y="837186"/>
                  </a:moveTo>
                  <a:lnTo>
                    <a:pt x="748747" y="853650"/>
                  </a:lnTo>
                  <a:lnTo>
                    <a:pt x="745703" y="902781"/>
                  </a:lnTo>
                  <a:close/>
                  <a:moveTo>
                    <a:pt x="1558023" y="1685877"/>
                  </a:moveTo>
                  <a:lnTo>
                    <a:pt x="1499732" y="1740012"/>
                  </a:lnTo>
                  <a:lnTo>
                    <a:pt x="1547520" y="1744007"/>
                  </a:lnTo>
                  <a:close/>
                  <a:moveTo>
                    <a:pt x="1547520" y="1744007"/>
                  </a:moveTo>
                  <a:lnTo>
                    <a:pt x="1596585" y="1679179"/>
                  </a:lnTo>
                  <a:lnTo>
                    <a:pt x="1558023" y="1685877"/>
                  </a:lnTo>
                  <a:close/>
                  <a:moveTo>
                    <a:pt x="1271659" y="1369959"/>
                  </a:moveTo>
                  <a:lnTo>
                    <a:pt x="1268610" y="1399916"/>
                  </a:lnTo>
                  <a:lnTo>
                    <a:pt x="1300900" y="1385745"/>
                  </a:lnTo>
                  <a:close/>
                  <a:moveTo>
                    <a:pt x="1271659" y="1369959"/>
                  </a:moveTo>
                  <a:lnTo>
                    <a:pt x="1242962" y="1343801"/>
                  </a:lnTo>
                  <a:lnTo>
                    <a:pt x="1217605" y="1383893"/>
                  </a:lnTo>
                  <a:close/>
                  <a:moveTo>
                    <a:pt x="1059601" y="1072296"/>
                  </a:moveTo>
                  <a:lnTo>
                    <a:pt x="1048740" y="1018382"/>
                  </a:lnTo>
                  <a:lnTo>
                    <a:pt x="1017504" y="1068537"/>
                  </a:lnTo>
                  <a:close/>
                  <a:moveTo>
                    <a:pt x="758226" y="724077"/>
                  </a:moveTo>
                  <a:lnTo>
                    <a:pt x="777107" y="773572"/>
                  </a:lnTo>
                  <a:lnTo>
                    <a:pt x="746339" y="709747"/>
                  </a:lnTo>
                  <a:close/>
                  <a:moveTo>
                    <a:pt x="1596585" y="1679179"/>
                  </a:moveTo>
                  <a:lnTo>
                    <a:pt x="1616217" y="1691276"/>
                  </a:lnTo>
                  <a:lnTo>
                    <a:pt x="1620630" y="1672960"/>
                  </a:lnTo>
                  <a:close/>
                  <a:moveTo>
                    <a:pt x="1271659" y="1369959"/>
                  </a:moveTo>
                  <a:lnTo>
                    <a:pt x="1300900" y="1385745"/>
                  </a:lnTo>
                  <a:lnTo>
                    <a:pt x="1309546" y="1359498"/>
                  </a:lnTo>
                  <a:close/>
                  <a:moveTo>
                    <a:pt x="1363207" y="1353855"/>
                  </a:moveTo>
                  <a:lnTo>
                    <a:pt x="1309546" y="1359498"/>
                  </a:lnTo>
                  <a:lnTo>
                    <a:pt x="1300900" y="1385745"/>
                  </a:lnTo>
                  <a:close/>
                  <a:moveTo>
                    <a:pt x="1363207" y="1353855"/>
                  </a:moveTo>
                  <a:lnTo>
                    <a:pt x="1304652" y="1300734"/>
                  </a:lnTo>
                  <a:lnTo>
                    <a:pt x="1309546" y="1359498"/>
                  </a:lnTo>
                  <a:close/>
                  <a:moveTo>
                    <a:pt x="1254177" y="1303787"/>
                  </a:moveTo>
                  <a:lnTo>
                    <a:pt x="1304652" y="1300734"/>
                  </a:lnTo>
                  <a:lnTo>
                    <a:pt x="1276296" y="1293756"/>
                  </a:lnTo>
                  <a:close/>
                  <a:moveTo>
                    <a:pt x="1629149" y="1603549"/>
                  </a:moveTo>
                  <a:lnTo>
                    <a:pt x="1692163" y="1652788"/>
                  </a:lnTo>
                  <a:lnTo>
                    <a:pt x="1695462" y="1587362"/>
                  </a:lnTo>
                  <a:close/>
                  <a:moveTo>
                    <a:pt x="868729" y="674325"/>
                  </a:moveTo>
                  <a:lnTo>
                    <a:pt x="840219" y="600259"/>
                  </a:lnTo>
                  <a:lnTo>
                    <a:pt x="834395" y="601512"/>
                  </a:lnTo>
                  <a:close/>
                  <a:moveTo>
                    <a:pt x="948769" y="584492"/>
                  </a:moveTo>
                  <a:lnTo>
                    <a:pt x="891204" y="632218"/>
                  </a:lnTo>
                  <a:lnTo>
                    <a:pt x="939113" y="636667"/>
                  </a:lnTo>
                  <a:close/>
                  <a:moveTo>
                    <a:pt x="948769" y="584492"/>
                  </a:moveTo>
                  <a:lnTo>
                    <a:pt x="905453" y="581726"/>
                  </a:lnTo>
                  <a:lnTo>
                    <a:pt x="891204" y="632218"/>
                  </a:lnTo>
                  <a:close/>
                  <a:moveTo>
                    <a:pt x="989283" y="576165"/>
                  </a:moveTo>
                  <a:lnTo>
                    <a:pt x="948769" y="584492"/>
                  </a:lnTo>
                  <a:lnTo>
                    <a:pt x="939113" y="636667"/>
                  </a:lnTo>
                  <a:close/>
                  <a:moveTo>
                    <a:pt x="710422" y="287861"/>
                  </a:moveTo>
                  <a:lnTo>
                    <a:pt x="677752" y="276439"/>
                  </a:lnTo>
                  <a:lnTo>
                    <a:pt x="747337" y="308780"/>
                  </a:lnTo>
                  <a:close/>
                  <a:moveTo>
                    <a:pt x="1258288" y="773741"/>
                  </a:moveTo>
                  <a:lnTo>
                    <a:pt x="1284381" y="784386"/>
                  </a:lnTo>
                  <a:lnTo>
                    <a:pt x="1317538" y="809754"/>
                  </a:lnTo>
                  <a:close/>
                  <a:moveTo>
                    <a:pt x="1088956" y="679239"/>
                  </a:moveTo>
                  <a:lnTo>
                    <a:pt x="1119758" y="692915"/>
                  </a:lnTo>
                  <a:lnTo>
                    <a:pt x="1093026" y="668664"/>
                  </a:lnTo>
                  <a:close/>
                  <a:moveTo>
                    <a:pt x="1120088" y="709406"/>
                  </a:moveTo>
                  <a:lnTo>
                    <a:pt x="1160854" y="714247"/>
                  </a:lnTo>
                  <a:lnTo>
                    <a:pt x="1088956" y="679239"/>
                  </a:lnTo>
                  <a:close/>
                  <a:moveTo>
                    <a:pt x="1016672" y="504527"/>
                  </a:moveTo>
                  <a:lnTo>
                    <a:pt x="961934" y="511046"/>
                  </a:lnTo>
                  <a:lnTo>
                    <a:pt x="989283" y="576165"/>
                  </a:lnTo>
                  <a:close/>
                  <a:moveTo>
                    <a:pt x="989283" y="576165"/>
                  </a:moveTo>
                  <a:lnTo>
                    <a:pt x="961934" y="511046"/>
                  </a:lnTo>
                  <a:lnTo>
                    <a:pt x="947884" y="534563"/>
                  </a:lnTo>
                  <a:close/>
                  <a:moveTo>
                    <a:pt x="978590" y="514466"/>
                  </a:moveTo>
                  <a:lnTo>
                    <a:pt x="1023968" y="509451"/>
                  </a:lnTo>
                  <a:lnTo>
                    <a:pt x="989283" y="576165"/>
                  </a:lnTo>
                  <a:close/>
                  <a:moveTo>
                    <a:pt x="961934" y="511046"/>
                  </a:moveTo>
                  <a:lnTo>
                    <a:pt x="979773" y="479110"/>
                  </a:lnTo>
                  <a:lnTo>
                    <a:pt x="940141" y="505612"/>
                  </a:lnTo>
                  <a:close/>
                  <a:moveTo>
                    <a:pt x="961934" y="511046"/>
                  </a:moveTo>
                  <a:lnTo>
                    <a:pt x="1016672" y="504527"/>
                  </a:lnTo>
                  <a:lnTo>
                    <a:pt x="979773" y="479110"/>
                  </a:lnTo>
                  <a:close/>
                  <a:moveTo>
                    <a:pt x="1058638" y="508392"/>
                  </a:moveTo>
                  <a:lnTo>
                    <a:pt x="1016672" y="504527"/>
                  </a:lnTo>
                  <a:lnTo>
                    <a:pt x="1073217" y="518908"/>
                  </a:lnTo>
                  <a:close/>
                  <a:moveTo>
                    <a:pt x="1016672" y="504527"/>
                  </a:moveTo>
                  <a:lnTo>
                    <a:pt x="1023968" y="509451"/>
                  </a:lnTo>
                  <a:lnTo>
                    <a:pt x="1073217" y="518908"/>
                  </a:lnTo>
                  <a:close/>
                  <a:moveTo>
                    <a:pt x="798578" y="316916"/>
                  </a:moveTo>
                  <a:lnTo>
                    <a:pt x="828247" y="355539"/>
                  </a:lnTo>
                  <a:lnTo>
                    <a:pt x="851004" y="312277"/>
                  </a:lnTo>
                  <a:close/>
                  <a:moveTo>
                    <a:pt x="754142" y="315060"/>
                  </a:moveTo>
                  <a:lnTo>
                    <a:pt x="828247" y="355539"/>
                  </a:lnTo>
                  <a:lnTo>
                    <a:pt x="798578" y="316916"/>
                  </a:lnTo>
                  <a:close/>
                  <a:moveTo>
                    <a:pt x="754142" y="315060"/>
                  </a:moveTo>
                  <a:lnTo>
                    <a:pt x="794642" y="310966"/>
                  </a:lnTo>
                  <a:lnTo>
                    <a:pt x="747337" y="308780"/>
                  </a:lnTo>
                  <a:close/>
                  <a:moveTo>
                    <a:pt x="1396612" y="950240"/>
                  </a:moveTo>
                  <a:lnTo>
                    <a:pt x="1440168" y="952812"/>
                  </a:lnTo>
                  <a:lnTo>
                    <a:pt x="1417374" y="932271"/>
                  </a:lnTo>
                  <a:close/>
                  <a:moveTo>
                    <a:pt x="1440168" y="952812"/>
                  </a:moveTo>
                  <a:lnTo>
                    <a:pt x="1472644" y="964236"/>
                  </a:lnTo>
                  <a:lnTo>
                    <a:pt x="1417374" y="932271"/>
                  </a:lnTo>
                  <a:close/>
                  <a:moveTo>
                    <a:pt x="978332" y="270294"/>
                  </a:moveTo>
                  <a:lnTo>
                    <a:pt x="945595" y="294388"/>
                  </a:lnTo>
                  <a:lnTo>
                    <a:pt x="978091" y="321831"/>
                  </a:lnTo>
                  <a:close/>
                  <a:moveTo>
                    <a:pt x="949446" y="218758"/>
                  </a:moveTo>
                  <a:lnTo>
                    <a:pt x="945595" y="294388"/>
                  </a:lnTo>
                  <a:lnTo>
                    <a:pt x="978332" y="270294"/>
                  </a:lnTo>
                  <a:close/>
                  <a:moveTo>
                    <a:pt x="1148584" y="491113"/>
                  </a:moveTo>
                  <a:lnTo>
                    <a:pt x="1112416" y="476441"/>
                  </a:lnTo>
                  <a:lnTo>
                    <a:pt x="1181470" y="479168"/>
                  </a:lnTo>
                  <a:close/>
                  <a:moveTo>
                    <a:pt x="978332" y="270294"/>
                  </a:moveTo>
                  <a:lnTo>
                    <a:pt x="977554" y="240792"/>
                  </a:lnTo>
                  <a:lnTo>
                    <a:pt x="994420" y="194664"/>
                  </a:lnTo>
                  <a:close/>
                  <a:moveTo>
                    <a:pt x="978332" y="270294"/>
                  </a:moveTo>
                  <a:lnTo>
                    <a:pt x="994420" y="194664"/>
                  </a:lnTo>
                  <a:lnTo>
                    <a:pt x="949446" y="218758"/>
                  </a:lnTo>
                  <a:close/>
                  <a:moveTo>
                    <a:pt x="949446" y="218758"/>
                  </a:moveTo>
                  <a:lnTo>
                    <a:pt x="994420" y="194664"/>
                  </a:lnTo>
                  <a:lnTo>
                    <a:pt x="931408" y="203161"/>
                  </a:lnTo>
                  <a:close/>
                  <a:moveTo>
                    <a:pt x="1363469" y="531326"/>
                  </a:moveTo>
                  <a:lnTo>
                    <a:pt x="1322938" y="479789"/>
                  </a:lnTo>
                  <a:lnTo>
                    <a:pt x="1311137" y="542548"/>
                  </a:lnTo>
                  <a:close/>
                  <a:moveTo>
                    <a:pt x="1124841" y="297737"/>
                  </a:moveTo>
                  <a:lnTo>
                    <a:pt x="1104467" y="282906"/>
                  </a:lnTo>
                  <a:lnTo>
                    <a:pt x="1134133" y="302186"/>
                  </a:lnTo>
                  <a:close/>
                  <a:moveTo>
                    <a:pt x="1134133" y="302186"/>
                  </a:moveTo>
                  <a:lnTo>
                    <a:pt x="1104467" y="282906"/>
                  </a:lnTo>
                  <a:lnTo>
                    <a:pt x="1123611" y="302622"/>
                  </a:lnTo>
                  <a:close/>
                  <a:moveTo>
                    <a:pt x="1079850" y="240176"/>
                  </a:moveTo>
                  <a:lnTo>
                    <a:pt x="1124841" y="297737"/>
                  </a:lnTo>
                  <a:lnTo>
                    <a:pt x="1087425" y="246200"/>
                  </a:lnTo>
                  <a:close/>
                  <a:moveTo>
                    <a:pt x="1041043" y="168588"/>
                  </a:moveTo>
                  <a:lnTo>
                    <a:pt x="1037824" y="173617"/>
                  </a:lnTo>
                  <a:lnTo>
                    <a:pt x="1056268" y="185737"/>
                  </a:lnTo>
                  <a:close/>
                  <a:moveTo>
                    <a:pt x="1183923" y="168788"/>
                  </a:moveTo>
                  <a:lnTo>
                    <a:pt x="1222354" y="187552"/>
                  </a:lnTo>
                  <a:lnTo>
                    <a:pt x="1150132" y="158278"/>
                  </a:lnTo>
                  <a:close/>
                  <a:moveTo>
                    <a:pt x="1285747" y="173919"/>
                  </a:moveTo>
                  <a:lnTo>
                    <a:pt x="1244433" y="135202"/>
                  </a:lnTo>
                  <a:lnTo>
                    <a:pt x="1222354" y="187552"/>
                  </a:lnTo>
                  <a:close/>
                  <a:moveTo>
                    <a:pt x="1222354" y="187552"/>
                  </a:moveTo>
                  <a:lnTo>
                    <a:pt x="1244433" y="135202"/>
                  </a:lnTo>
                  <a:lnTo>
                    <a:pt x="1166116" y="151962"/>
                  </a:lnTo>
                  <a:close/>
                  <a:moveTo>
                    <a:pt x="1237187" y="0"/>
                  </a:moveTo>
                  <a:lnTo>
                    <a:pt x="1291057" y="46751"/>
                  </a:lnTo>
                  <a:lnTo>
                    <a:pt x="1299911" y="497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74" name="Output_density__4273">
              <a:extLst>
                <a:ext uri="{FF2B5EF4-FFF2-40B4-BE49-F238E27FC236}">
                  <a16:creationId xmlns:a16="http://schemas.microsoft.com/office/drawing/2014/main" id="{289CB41B-205D-07CB-0F03-2F9E7FFAB95E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10993"/>
              <a:ext cx="1665552" cy="1957001"/>
            </a:xfrm>
            <a:custGeom>
              <a:avLst/>
              <a:gdLst/>
              <a:ahLst/>
              <a:cxnLst/>
              <a:rect l="0" t="0" r="0" b="0"/>
              <a:pathLst>
                <a:path w="1665552" h="1957001">
                  <a:moveTo>
                    <a:pt x="430319" y="1662435"/>
                  </a:moveTo>
                  <a:lnTo>
                    <a:pt x="482722" y="1696648"/>
                  </a:lnTo>
                  <a:lnTo>
                    <a:pt x="501096" y="1640058"/>
                  </a:lnTo>
                  <a:close/>
                  <a:moveTo>
                    <a:pt x="482722" y="1696648"/>
                  </a:moveTo>
                  <a:lnTo>
                    <a:pt x="511608" y="1638341"/>
                  </a:lnTo>
                  <a:lnTo>
                    <a:pt x="501096" y="1640058"/>
                  </a:lnTo>
                  <a:close/>
                  <a:moveTo>
                    <a:pt x="552885" y="1649400"/>
                  </a:moveTo>
                  <a:lnTo>
                    <a:pt x="511608" y="1638341"/>
                  </a:lnTo>
                  <a:lnTo>
                    <a:pt x="482722" y="1696648"/>
                  </a:lnTo>
                  <a:close/>
                  <a:moveTo>
                    <a:pt x="414077" y="1586805"/>
                  </a:moveTo>
                  <a:lnTo>
                    <a:pt x="369531" y="1545568"/>
                  </a:lnTo>
                  <a:lnTo>
                    <a:pt x="373102" y="1559362"/>
                  </a:lnTo>
                  <a:close/>
                  <a:moveTo>
                    <a:pt x="341771" y="1519007"/>
                  </a:moveTo>
                  <a:lnTo>
                    <a:pt x="373102" y="1559362"/>
                  </a:lnTo>
                  <a:lnTo>
                    <a:pt x="369531" y="1545568"/>
                  </a:lnTo>
                  <a:close/>
                  <a:moveTo>
                    <a:pt x="502039" y="1576549"/>
                  </a:moveTo>
                  <a:lnTo>
                    <a:pt x="456870" y="1575288"/>
                  </a:lnTo>
                  <a:lnTo>
                    <a:pt x="450278" y="1615123"/>
                  </a:lnTo>
                  <a:close/>
                  <a:moveTo>
                    <a:pt x="502039" y="1576549"/>
                  </a:moveTo>
                  <a:lnTo>
                    <a:pt x="508078" y="1521648"/>
                  </a:lnTo>
                  <a:lnTo>
                    <a:pt x="463333" y="1529033"/>
                  </a:lnTo>
                  <a:close/>
                  <a:moveTo>
                    <a:pt x="308971" y="1301253"/>
                  </a:moveTo>
                  <a:lnTo>
                    <a:pt x="266856" y="1277345"/>
                  </a:lnTo>
                  <a:lnTo>
                    <a:pt x="342730" y="1305028"/>
                  </a:lnTo>
                  <a:close/>
                  <a:moveTo>
                    <a:pt x="266986" y="1279176"/>
                  </a:moveTo>
                  <a:lnTo>
                    <a:pt x="304054" y="1309846"/>
                  </a:lnTo>
                  <a:lnTo>
                    <a:pt x="342730" y="1305028"/>
                  </a:lnTo>
                  <a:close/>
                  <a:moveTo>
                    <a:pt x="562" y="981767"/>
                  </a:moveTo>
                  <a:lnTo>
                    <a:pt x="27763" y="944272"/>
                  </a:lnTo>
                  <a:lnTo>
                    <a:pt x="23621" y="946704"/>
                  </a:lnTo>
                  <a:close/>
                  <a:moveTo>
                    <a:pt x="612872" y="1538617"/>
                  </a:moveTo>
                  <a:lnTo>
                    <a:pt x="586277" y="1562711"/>
                  </a:lnTo>
                  <a:lnTo>
                    <a:pt x="617367" y="1580910"/>
                  </a:lnTo>
                  <a:close/>
                  <a:moveTo>
                    <a:pt x="555930" y="1511174"/>
                  </a:moveTo>
                  <a:lnTo>
                    <a:pt x="612872" y="1538617"/>
                  </a:lnTo>
                  <a:lnTo>
                    <a:pt x="622295" y="1487080"/>
                  </a:lnTo>
                  <a:close/>
                  <a:moveTo>
                    <a:pt x="512893" y="1504982"/>
                  </a:moveTo>
                  <a:lnTo>
                    <a:pt x="508078" y="1521648"/>
                  </a:lnTo>
                  <a:lnTo>
                    <a:pt x="539898" y="1511174"/>
                  </a:lnTo>
                  <a:close/>
                  <a:moveTo>
                    <a:pt x="525133" y="1450514"/>
                  </a:moveTo>
                  <a:lnTo>
                    <a:pt x="560346" y="1441643"/>
                  </a:lnTo>
                  <a:lnTo>
                    <a:pt x="556076" y="1435544"/>
                  </a:lnTo>
                  <a:close/>
                  <a:moveTo>
                    <a:pt x="512893" y="1504982"/>
                  </a:moveTo>
                  <a:lnTo>
                    <a:pt x="548839" y="1499371"/>
                  </a:lnTo>
                  <a:lnTo>
                    <a:pt x="525133" y="1450514"/>
                  </a:lnTo>
                  <a:close/>
                  <a:moveTo>
                    <a:pt x="61828" y="868641"/>
                  </a:moveTo>
                  <a:lnTo>
                    <a:pt x="13903" y="829120"/>
                  </a:lnTo>
                  <a:lnTo>
                    <a:pt x="0" y="841198"/>
                  </a:lnTo>
                  <a:close/>
                  <a:moveTo>
                    <a:pt x="17335" y="774680"/>
                  </a:moveTo>
                  <a:lnTo>
                    <a:pt x="67220" y="786516"/>
                  </a:lnTo>
                  <a:lnTo>
                    <a:pt x="0" y="841198"/>
                  </a:lnTo>
                  <a:close/>
                  <a:moveTo>
                    <a:pt x="51415" y="773862"/>
                  </a:moveTo>
                  <a:lnTo>
                    <a:pt x="57674" y="750826"/>
                  </a:lnTo>
                  <a:lnTo>
                    <a:pt x="14863" y="765438"/>
                  </a:lnTo>
                  <a:close/>
                  <a:moveTo>
                    <a:pt x="570650" y="1435544"/>
                  </a:moveTo>
                  <a:lnTo>
                    <a:pt x="622295" y="1487080"/>
                  </a:lnTo>
                  <a:lnTo>
                    <a:pt x="570213" y="1433621"/>
                  </a:lnTo>
                  <a:close/>
                  <a:moveTo>
                    <a:pt x="593774" y="1384007"/>
                  </a:moveTo>
                  <a:lnTo>
                    <a:pt x="570650" y="1435544"/>
                  </a:lnTo>
                  <a:lnTo>
                    <a:pt x="562400" y="1377230"/>
                  </a:lnTo>
                  <a:close/>
                  <a:moveTo>
                    <a:pt x="182649" y="908509"/>
                  </a:moveTo>
                  <a:lnTo>
                    <a:pt x="184376" y="920178"/>
                  </a:lnTo>
                  <a:lnTo>
                    <a:pt x="164984" y="907743"/>
                  </a:lnTo>
                  <a:close/>
                  <a:moveTo>
                    <a:pt x="81637" y="705519"/>
                  </a:moveTo>
                  <a:lnTo>
                    <a:pt x="14863" y="765438"/>
                  </a:lnTo>
                  <a:lnTo>
                    <a:pt x="57674" y="750826"/>
                  </a:lnTo>
                  <a:close/>
                  <a:moveTo>
                    <a:pt x="1198216" y="1954258"/>
                  </a:moveTo>
                  <a:lnTo>
                    <a:pt x="1161219" y="1947069"/>
                  </a:lnTo>
                  <a:lnTo>
                    <a:pt x="1195850" y="1957001"/>
                  </a:lnTo>
                  <a:close/>
                  <a:moveTo>
                    <a:pt x="81637" y="705519"/>
                  </a:moveTo>
                  <a:lnTo>
                    <a:pt x="86202" y="682838"/>
                  </a:lnTo>
                  <a:lnTo>
                    <a:pt x="56595" y="741474"/>
                  </a:lnTo>
                  <a:close/>
                  <a:moveTo>
                    <a:pt x="54540" y="604207"/>
                  </a:moveTo>
                  <a:lnTo>
                    <a:pt x="88403" y="614307"/>
                  </a:lnTo>
                  <a:lnTo>
                    <a:pt x="86943" y="619493"/>
                  </a:lnTo>
                  <a:close/>
                  <a:moveTo>
                    <a:pt x="1222617" y="1954258"/>
                  </a:moveTo>
                  <a:lnTo>
                    <a:pt x="1199611" y="1955710"/>
                  </a:lnTo>
                  <a:lnTo>
                    <a:pt x="1195850" y="1957001"/>
                  </a:lnTo>
                  <a:close/>
                  <a:moveTo>
                    <a:pt x="1200621" y="1953122"/>
                  </a:moveTo>
                  <a:lnTo>
                    <a:pt x="1199611" y="1955710"/>
                  </a:lnTo>
                  <a:lnTo>
                    <a:pt x="1222617" y="1954258"/>
                  </a:lnTo>
                  <a:close/>
                  <a:moveTo>
                    <a:pt x="1205887" y="1886098"/>
                  </a:moveTo>
                  <a:lnTo>
                    <a:pt x="1229537" y="1902722"/>
                  </a:lnTo>
                  <a:lnTo>
                    <a:pt x="1193041" y="1833799"/>
                  </a:lnTo>
                  <a:close/>
                  <a:moveTo>
                    <a:pt x="801914" y="1381949"/>
                  </a:moveTo>
                  <a:lnTo>
                    <a:pt x="838891" y="1367119"/>
                  </a:lnTo>
                  <a:lnTo>
                    <a:pt x="824484" y="1363262"/>
                  </a:lnTo>
                  <a:close/>
                  <a:moveTo>
                    <a:pt x="824484" y="1363262"/>
                  </a:moveTo>
                  <a:lnTo>
                    <a:pt x="838891" y="1367119"/>
                  </a:lnTo>
                  <a:lnTo>
                    <a:pt x="837157" y="1339038"/>
                  </a:lnTo>
                  <a:close/>
                  <a:moveTo>
                    <a:pt x="506297" y="1008402"/>
                  </a:moveTo>
                  <a:lnTo>
                    <a:pt x="541908" y="1017433"/>
                  </a:lnTo>
                  <a:lnTo>
                    <a:pt x="509635" y="987870"/>
                  </a:lnTo>
                  <a:close/>
                  <a:moveTo>
                    <a:pt x="541908" y="1017433"/>
                  </a:moveTo>
                  <a:lnTo>
                    <a:pt x="549637" y="962757"/>
                  </a:lnTo>
                  <a:lnTo>
                    <a:pt x="509635" y="987870"/>
                  </a:lnTo>
                  <a:close/>
                  <a:moveTo>
                    <a:pt x="265520" y="773872"/>
                  </a:moveTo>
                  <a:lnTo>
                    <a:pt x="271106" y="768917"/>
                  </a:lnTo>
                  <a:lnTo>
                    <a:pt x="244894" y="755274"/>
                  </a:lnTo>
                  <a:close/>
                  <a:moveTo>
                    <a:pt x="97649" y="614307"/>
                  </a:moveTo>
                  <a:lnTo>
                    <a:pt x="133540" y="665843"/>
                  </a:lnTo>
                  <a:lnTo>
                    <a:pt x="96803" y="611477"/>
                  </a:lnTo>
                  <a:close/>
                  <a:moveTo>
                    <a:pt x="1356188" y="1921969"/>
                  </a:moveTo>
                  <a:lnTo>
                    <a:pt x="1329389" y="1956674"/>
                  </a:lnTo>
                  <a:lnTo>
                    <a:pt x="1407475" y="1939048"/>
                  </a:lnTo>
                  <a:close/>
                  <a:moveTo>
                    <a:pt x="838143" y="1304985"/>
                  </a:moveTo>
                  <a:lnTo>
                    <a:pt x="824484" y="1363262"/>
                  </a:lnTo>
                  <a:lnTo>
                    <a:pt x="837157" y="1339038"/>
                  </a:lnTo>
                  <a:close/>
                  <a:moveTo>
                    <a:pt x="805865" y="1355987"/>
                  </a:moveTo>
                  <a:lnTo>
                    <a:pt x="824484" y="1363262"/>
                  </a:lnTo>
                  <a:lnTo>
                    <a:pt x="838143" y="1304985"/>
                  </a:lnTo>
                  <a:close/>
                  <a:moveTo>
                    <a:pt x="800574" y="1297545"/>
                  </a:moveTo>
                  <a:lnTo>
                    <a:pt x="805865" y="1355987"/>
                  </a:lnTo>
                  <a:lnTo>
                    <a:pt x="838143" y="1304985"/>
                  </a:lnTo>
                  <a:close/>
                  <a:moveTo>
                    <a:pt x="838143" y="1304985"/>
                  </a:moveTo>
                  <a:lnTo>
                    <a:pt x="837157" y="1339038"/>
                  </a:lnTo>
                  <a:lnTo>
                    <a:pt x="846243" y="1311725"/>
                  </a:lnTo>
                  <a:close/>
                  <a:moveTo>
                    <a:pt x="774556" y="1144762"/>
                  </a:moveTo>
                  <a:lnTo>
                    <a:pt x="821976" y="1184558"/>
                  </a:lnTo>
                  <a:lnTo>
                    <a:pt x="820843" y="1193563"/>
                  </a:lnTo>
                  <a:close/>
                  <a:moveTo>
                    <a:pt x="695505" y="1031268"/>
                  </a:moveTo>
                  <a:lnTo>
                    <a:pt x="658533" y="1060321"/>
                  </a:lnTo>
                  <a:lnTo>
                    <a:pt x="653723" y="1089997"/>
                  </a:lnTo>
                  <a:close/>
                  <a:moveTo>
                    <a:pt x="695505" y="1031268"/>
                  </a:moveTo>
                  <a:lnTo>
                    <a:pt x="653723" y="1089997"/>
                  </a:lnTo>
                  <a:lnTo>
                    <a:pt x="698055" y="1091938"/>
                  </a:lnTo>
                  <a:close/>
                  <a:moveTo>
                    <a:pt x="550518" y="947690"/>
                  </a:moveTo>
                  <a:lnTo>
                    <a:pt x="567322" y="893978"/>
                  </a:lnTo>
                  <a:lnTo>
                    <a:pt x="514140" y="939282"/>
                  </a:lnTo>
                  <a:close/>
                  <a:moveTo>
                    <a:pt x="525960" y="875339"/>
                  </a:moveTo>
                  <a:lnTo>
                    <a:pt x="487029" y="847896"/>
                  </a:lnTo>
                  <a:lnTo>
                    <a:pt x="495294" y="899432"/>
                  </a:lnTo>
                  <a:close/>
                  <a:moveTo>
                    <a:pt x="1406662" y="1899561"/>
                  </a:moveTo>
                  <a:lnTo>
                    <a:pt x="1356188" y="1921969"/>
                  </a:lnTo>
                  <a:lnTo>
                    <a:pt x="1407475" y="1939048"/>
                  </a:lnTo>
                  <a:close/>
                  <a:moveTo>
                    <a:pt x="1399226" y="1842863"/>
                  </a:moveTo>
                  <a:lnTo>
                    <a:pt x="1399889" y="1854534"/>
                  </a:lnTo>
                  <a:lnTo>
                    <a:pt x="1404781" y="1794077"/>
                  </a:lnTo>
                  <a:close/>
                  <a:moveTo>
                    <a:pt x="1149775" y="1539359"/>
                  </a:moveTo>
                  <a:lnTo>
                    <a:pt x="1128474" y="1534594"/>
                  </a:lnTo>
                  <a:lnTo>
                    <a:pt x="1164307" y="1553914"/>
                  </a:lnTo>
                  <a:close/>
                  <a:moveTo>
                    <a:pt x="567322" y="893978"/>
                  </a:moveTo>
                  <a:lnTo>
                    <a:pt x="574011" y="865848"/>
                  </a:lnTo>
                  <a:lnTo>
                    <a:pt x="525960" y="875339"/>
                  </a:lnTo>
                  <a:close/>
                  <a:moveTo>
                    <a:pt x="570540" y="805927"/>
                  </a:moveTo>
                  <a:lnTo>
                    <a:pt x="533664" y="799708"/>
                  </a:lnTo>
                  <a:lnTo>
                    <a:pt x="514316" y="870474"/>
                  </a:lnTo>
                  <a:close/>
                  <a:moveTo>
                    <a:pt x="574011" y="865848"/>
                  </a:moveTo>
                  <a:lnTo>
                    <a:pt x="570540" y="805927"/>
                  </a:lnTo>
                  <a:lnTo>
                    <a:pt x="514316" y="870474"/>
                  </a:lnTo>
                  <a:close/>
                  <a:moveTo>
                    <a:pt x="658003" y="851245"/>
                  </a:moveTo>
                  <a:lnTo>
                    <a:pt x="673892" y="923353"/>
                  </a:lnTo>
                  <a:lnTo>
                    <a:pt x="676356" y="902781"/>
                  </a:lnTo>
                  <a:close/>
                  <a:moveTo>
                    <a:pt x="622171" y="924370"/>
                  </a:moveTo>
                  <a:lnTo>
                    <a:pt x="673892" y="923353"/>
                  </a:lnTo>
                  <a:lnTo>
                    <a:pt x="658003" y="851245"/>
                  </a:lnTo>
                  <a:close/>
                  <a:moveTo>
                    <a:pt x="514782" y="750531"/>
                  </a:moveTo>
                  <a:lnTo>
                    <a:pt x="570540" y="805927"/>
                  </a:lnTo>
                  <a:lnTo>
                    <a:pt x="533025" y="772265"/>
                  </a:lnTo>
                  <a:close/>
                  <a:moveTo>
                    <a:pt x="1464052" y="1765400"/>
                  </a:moveTo>
                  <a:lnTo>
                    <a:pt x="1404781" y="1794077"/>
                  </a:lnTo>
                  <a:lnTo>
                    <a:pt x="1450247" y="1789391"/>
                  </a:lnTo>
                  <a:close/>
                  <a:moveTo>
                    <a:pt x="1464052" y="1765400"/>
                  </a:moveTo>
                  <a:lnTo>
                    <a:pt x="1440691" y="1753660"/>
                  </a:lnTo>
                  <a:lnTo>
                    <a:pt x="1405782" y="1774790"/>
                  </a:lnTo>
                  <a:close/>
                  <a:moveTo>
                    <a:pt x="1136218" y="1353772"/>
                  </a:moveTo>
                  <a:lnTo>
                    <a:pt x="1134375" y="1418147"/>
                  </a:lnTo>
                  <a:lnTo>
                    <a:pt x="1161190" y="1407359"/>
                  </a:lnTo>
                  <a:close/>
                  <a:moveTo>
                    <a:pt x="1136218" y="1353772"/>
                  </a:moveTo>
                  <a:lnTo>
                    <a:pt x="1161190" y="1407359"/>
                  </a:lnTo>
                  <a:lnTo>
                    <a:pt x="1190994" y="1383893"/>
                  </a:lnTo>
                  <a:close/>
                  <a:moveTo>
                    <a:pt x="1002682" y="1203857"/>
                  </a:moveTo>
                  <a:lnTo>
                    <a:pt x="985026" y="1198793"/>
                  </a:lnTo>
                  <a:lnTo>
                    <a:pt x="1020510" y="1230736"/>
                  </a:lnTo>
                  <a:close/>
                  <a:moveTo>
                    <a:pt x="722136" y="853650"/>
                  </a:moveTo>
                  <a:lnTo>
                    <a:pt x="766192" y="843689"/>
                  </a:lnTo>
                  <a:lnTo>
                    <a:pt x="719092" y="902781"/>
                  </a:lnTo>
                  <a:close/>
                  <a:moveTo>
                    <a:pt x="755366" y="832356"/>
                  </a:moveTo>
                  <a:lnTo>
                    <a:pt x="702705" y="837186"/>
                  </a:lnTo>
                  <a:lnTo>
                    <a:pt x="719092" y="902781"/>
                  </a:lnTo>
                  <a:close/>
                  <a:moveTo>
                    <a:pt x="1245048" y="1369959"/>
                  </a:moveTo>
                  <a:lnTo>
                    <a:pt x="1231026" y="1394053"/>
                  </a:lnTo>
                  <a:lnTo>
                    <a:pt x="1241999" y="1399916"/>
                  </a:lnTo>
                  <a:close/>
                  <a:moveTo>
                    <a:pt x="1231026" y="1394053"/>
                  </a:moveTo>
                  <a:lnTo>
                    <a:pt x="1245048" y="1369959"/>
                  </a:lnTo>
                  <a:lnTo>
                    <a:pt x="1190994" y="1383893"/>
                  </a:lnTo>
                  <a:close/>
                  <a:moveTo>
                    <a:pt x="1274290" y="1385745"/>
                  </a:moveTo>
                  <a:lnTo>
                    <a:pt x="1241999" y="1399916"/>
                  </a:lnTo>
                  <a:lnTo>
                    <a:pt x="1326446" y="1406071"/>
                  </a:lnTo>
                  <a:close/>
                  <a:moveTo>
                    <a:pt x="1070843" y="1167007"/>
                  </a:moveTo>
                  <a:lnTo>
                    <a:pt x="1097487" y="1183328"/>
                  </a:lnTo>
                  <a:lnTo>
                    <a:pt x="1085589" y="1130258"/>
                  </a:lnTo>
                  <a:close/>
                  <a:moveTo>
                    <a:pt x="1005460" y="1079343"/>
                  </a:moveTo>
                  <a:lnTo>
                    <a:pt x="1034593" y="1112276"/>
                  </a:lnTo>
                  <a:lnTo>
                    <a:pt x="990893" y="1068537"/>
                  </a:lnTo>
                  <a:close/>
                  <a:moveTo>
                    <a:pt x="990893" y="1068537"/>
                  </a:moveTo>
                  <a:lnTo>
                    <a:pt x="1034593" y="1112276"/>
                  </a:lnTo>
                  <a:lnTo>
                    <a:pt x="1043378" y="1126593"/>
                  </a:lnTo>
                  <a:close/>
                  <a:moveTo>
                    <a:pt x="990893" y="1068537"/>
                  </a:moveTo>
                  <a:lnTo>
                    <a:pt x="1043378" y="1126593"/>
                  </a:lnTo>
                  <a:lnTo>
                    <a:pt x="1032990" y="1072296"/>
                  </a:lnTo>
                  <a:close/>
                  <a:moveTo>
                    <a:pt x="707273" y="707986"/>
                  </a:moveTo>
                  <a:lnTo>
                    <a:pt x="731615" y="724077"/>
                  </a:lnTo>
                  <a:lnTo>
                    <a:pt x="719729" y="709747"/>
                  </a:lnTo>
                  <a:close/>
                  <a:moveTo>
                    <a:pt x="1336597" y="1353855"/>
                  </a:moveTo>
                  <a:lnTo>
                    <a:pt x="1274290" y="1385745"/>
                  </a:lnTo>
                  <a:lnTo>
                    <a:pt x="1326446" y="1406071"/>
                  </a:lnTo>
                  <a:close/>
                  <a:moveTo>
                    <a:pt x="1336597" y="1353855"/>
                  </a:moveTo>
                  <a:lnTo>
                    <a:pt x="1330238" y="1294329"/>
                  </a:lnTo>
                  <a:lnTo>
                    <a:pt x="1278041" y="1300734"/>
                  </a:lnTo>
                  <a:close/>
                  <a:moveTo>
                    <a:pt x="1293836" y="1284146"/>
                  </a:moveTo>
                  <a:lnTo>
                    <a:pt x="1249686" y="1293756"/>
                  </a:lnTo>
                  <a:lnTo>
                    <a:pt x="1330238" y="1294329"/>
                  </a:lnTo>
                  <a:close/>
                  <a:moveTo>
                    <a:pt x="1330238" y="1294329"/>
                  </a:moveTo>
                  <a:lnTo>
                    <a:pt x="1249686" y="1293756"/>
                  </a:lnTo>
                  <a:lnTo>
                    <a:pt x="1278041" y="1300734"/>
                  </a:lnTo>
                  <a:close/>
                  <a:moveTo>
                    <a:pt x="1602538" y="1603549"/>
                  </a:moveTo>
                  <a:lnTo>
                    <a:pt x="1650803" y="1655085"/>
                  </a:lnTo>
                  <a:lnTo>
                    <a:pt x="1665552" y="1652788"/>
                  </a:lnTo>
                  <a:close/>
                  <a:moveTo>
                    <a:pt x="864593" y="632218"/>
                  </a:moveTo>
                  <a:lnTo>
                    <a:pt x="813608" y="600259"/>
                  </a:lnTo>
                  <a:lnTo>
                    <a:pt x="842118" y="674325"/>
                  </a:lnTo>
                  <a:close/>
                  <a:moveTo>
                    <a:pt x="1412794" y="1149539"/>
                  </a:moveTo>
                  <a:lnTo>
                    <a:pt x="1393580" y="1143068"/>
                  </a:lnTo>
                  <a:lnTo>
                    <a:pt x="1407832" y="1208438"/>
                  </a:lnTo>
                  <a:close/>
                  <a:moveTo>
                    <a:pt x="1407832" y="1208438"/>
                  </a:moveTo>
                  <a:lnTo>
                    <a:pt x="1393580" y="1143068"/>
                  </a:lnTo>
                  <a:lnTo>
                    <a:pt x="1360222" y="1146419"/>
                  </a:lnTo>
                  <a:close/>
                  <a:moveTo>
                    <a:pt x="1421357" y="1143068"/>
                  </a:moveTo>
                  <a:lnTo>
                    <a:pt x="1412794" y="1149539"/>
                  </a:lnTo>
                  <a:lnTo>
                    <a:pt x="1450784" y="1148758"/>
                  </a:lnTo>
                  <a:close/>
                  <a:moveTo>
                    <a:pt x="1351023" y="1115625"/>
                  </a:moveTo>
                  <a:lnTo>
                    <a:pt x="1360222" y="1146419"/>
                  </a:lnTo>
                  <a:lnTo>
                    <a:pt x="1393580" y="1143068"/>
                  </a:lnTo>
                  <a:close/>
                  <a:moveTo>
                    <a:pt x="1351023" y="1115625"/>
                  </a:moveTo>
                  <a:lnTo>
                    <a:pt x="1393580" y="1143068"/>
                  </a:lnTo>
                  <a:lnTo>
                    <a:pt x="1352519" y="1091531"/>
                  </a:lnTo>
                  <a:close/>
                  <a:moveTo>
                    <a:pt x="922159" y="584492"/>
                  </a:moveTo>
                  <a:lnTo>
                    <a:pt x="921274" y="534563"/>
                  </a:lnTo>
                  <a:lnTo>
                    <a:pt x="882136" y="562909"/>
                  </a:lnTo>
                  <a:close/>
                  <a:moveTo>
                    <a:pt x="912502" y="636667"/>
                  </a:moveTo>
                  <a:lnTo>
                    <a:pt x="977760" y="640014"/>
                  </a:lnTo>
                  <a:lnTo>
                    <a:pt x="962672" y="576165"/>
                  </a:lnTo>
                  <a:close/>
                  <a:moveTo>
                    <a:pt x="1393580" y="1143068"/>
                  </a:moveTo>
                  <a:lnTo>
                    <a:pt x="1412794" y="1149539"/>
                  </a:lnTo>
                  <a:lnTo>
                    <a:pt x="1414073" y="1140621"/>
                  </a:lnTo>
                  <a:close/>
                  <a:moveTo>
                    <a:pt x="1393580" y="1143068"/>
                  </a:moveTo>
                  <a:lnTo>
                    <a:pt x="1414073" y="1140621"/>
                  </a:lnTo>
                  <a:lnTo>
                    <a:pt x="1352519" y="1091531"/>
                  </a:lnTo>
                  <a:close/>
                  <a:moveTo>
                    <a:pt x="1414073" y="1140621"/>
                  </a:moveTo>
                  <a:lnTo>
                    <a:pt x="1412794" y="1149539"/>
                  </a:lnTo>
                  <a:lnTo>
                    <a:pt x="1421357" y="1143068"/>
                  </a:lnTo>
                  <a:close/>
                  <a:moveTo>
                    <a:pt x="1132560" y="665596"/>
                  </a:moveTo>
                  <a:lnTo>
                    <a:pt x="1093147" y="692915"/>
                  </a:lnTo>
                  <a:lnTo>
                    <a:pt x="1062346" y="679239"/>
                  </a:lnTo>
                  <a:close/>
                  <a:moveTo>
                    <a:pt x="1134243" y="714247"/>
                  </a:moveTo>
                  <a:lnTo>
                    <a:pt x="1132560" y="665596"/>
                  </a:lnTo>
                  <a:lnTo>
                    <a:pt x="1062346" y="679239"/>
                  </a:lnTo>
                  <a:close/>
                  <a:moveTo>
                    <a:pt x="1092182" y="622955"/>
                  </a:moveTo>
                  <a:lnTo>
                    <a:pt x="1062346" y="679239"/>
                  </a:lnTo>
                  <a:lnTo>
                    <a:pt x="1066415" y="668664"/>
                  </a:lnTo>
                  <a:close/>
                  <a:moveTo>
                    <a:pt x="962672" y="576165"/>
                  </a:moveTo>
                  <a:lnTo>
                    <a:pt x="968770" y="627702"/>
                  </a:lnTo>
                  <a:lnTo>
                    <a:pt x="952173" y="560090"/>
                  </a:lnTo>
                  <a:close/>
                  <a:moveTo>
                    <a:pt x="824393" y="312277"/>
                  </a:moveTo>
                  <a:lnTo>
                    <a:pt x="818956" y="370019"/>
                  </a:lnTo>
                  <a:lnTo>
                    <a:pt x="824723" y="348251"/>
                  </a:lnTo>
                  <a:close/>
                  <a:moveTo>
                    <a:pt x="801636" y="355539"/>
                  </a:moveTo>
                  <a:lnTo>
                    <a:pt x="818956" y="370019"/>
                  </a:lnTo>
                  <a:lnTo>
                    <a:pt x="824393" y="312277"/>
                  </a:lnTo>
                  <a:close/>
                  <a:moveTo>
                    <a:pt x="1413558" y="952812"/>
                  </a:moveTo>
                  <a:lnTo>
                    <a:pt x="1431450" y="1001008"/>
                  </a:lnTo>
                  <a:lnTo>
                    <a:pt x="1446093" y="964343"/>
                  </a:lnTo>
                  <a:close/>
                  <a:moveTo>
                    <a:pt x="1413558" y="952812"/>
                  </a:moveTo>
                  <a:lnTo>
                    <a:pt x="1446093" y="964343"/>
                  </a:lnTo>
                  <a:lnTo>
                    <a:pt x="1446033" y="964236"/>
                  </a:lnTo>
                  <a:close/>
                  <a:moveTo>
                    <a:pt x="1278905" y="798089"/>
                  </a:moveTo>
                  <a:lnTo>
                    <a:pt x="1290928" y="809754"/>
                  </a:lnTo>
                  <a:lnTo>
                    <a:pt x="1257771" y="784386"/>
                  </a:lnTo>
                  <a:close/>
                  <a:moveTo>
                    <a:pt x="1284526" y="542548"/>
                  </a:moveTo>
                  <a:lnTo>
                    <a:pt x="1347232" y="539490"/>
                  </a:lnTo>
                  <a:lnTo>
                    <a:pt x="1336858" y="531326"/>
                  </a:lnTo>
                  <a:close/>
                  <a:moveTo>
                    <a:pt x="1053240" y="240176"/>
                  </a:moveTo>
                  <a:lnTo>
                    <a:pt x="1077856" y="282906"/>
                  </a:lnTo>
                  <a:lnTo>
                    <a:pt x="1098230" y="297737"/>
                  </a:lnTo>
                  <a:close/>
                  <a:moveTo>
                    <a:pt x="1077856" y="282906"/>
                  </a:moveTo>
                  <a:lnTo>
                    <a:pt x="1053240" y="240176"/>
                  </a:lnTo>
                  <a:lnTo>
                    <a:pt x="1079376" y="273643"/>
                  </a:lnTo>
                  <a:close/>
                  <a:moveTo>
                    <a:pt x="1060814" y="246200"/>
                  </a:moveTo>
                  <a:lnTo>
                    <a:pt x="1038325" y="218143"/>
                  </a:lnTo>
                  <a:lnTo>
                    <a:pt x="1053240" y="240176"/>
                  </a:lnTo>
                  <a:close/>
                  <a:moveTo>
                    <a:pt x="1011213" y="173617"/>
                  </a:moveTo>
                  <a:lnTo>
                    <a:pt x="1053240" y="240176"/>
                  </a:lnTo>
                  <a:lnTo>
                    <a:pt x="1006497" y="194664"/>
                  </a:lnTo>
                  <a:close/>
                  <a:moveTo>
                    <a:pt x="1050684" y="222107"/>
                  </a:moveTo>
                  <a:lnTo>
                    <a:pt x="1053240" y="240176"/>
                  </a:lnTo>
                  <a:lnTo>
                    <a:pt x="1011213" y="173617"/>
                  </a:lnTo>
                  <a:close/>
                  <a:moveTo>
                    <a:pt x="1123521" y="158278"/>
                  </a:moveTo>
                  <a:lnTo>
                    <a:pt x="1195743" y="187552"/>
                  </a:lnTo>
                  <a:lnTo>
                    <a:pt x="1139505" y="151962"/>
                  </a:lnTo>
                  <a:close/>
                  <a:moveTo>
                    <a:pt x="1284241" y="73955"/>
                  </a:moveTo>
                  <a:lnTo>
                    <a:pt x="1315750" y="98288"/>
                  </a:lnTo>
                  <a:lnTo>
                    <a:pt x="1273300" y="49731"/>
                  </a:lnTo>
                  <a:close/>
                  <a:moveTo>
                    <a:pt x="1273300" y="49731"/>
                  </a:moveTo>
                  <a:lnTo>
                    <a:pt x="1315750" y="98288"/>
                  </a:lnTo>
                  <a:lnTo>
                    <a:pt x="1322715" y="110283"/>
                  </a:lnTo>
                  <a:close/>
                  <a:moveTo>
                    <a:pt x="1273300" y="49731"/>
                  </a:moveTo>
                  <a:lnTo>
                    <a:pt x="1322715" y="110283"/>
                  </a:lnTo>
                  <a:lnTo>
                    <a:pt x="1295588" y="69594"/>
                  </a:lnTo>
                  <a:close/>
                  <a:moveTo>
                    <a:pt x="1210576" y="0"/>
                  </a:moveTo>
                  <a:lnTo>
                    <a:pt x="1273300" y="49731"/>
                  </a:lnTo>
                  <a:lnTo>
                    <a:pt x="1242329" y="12167"/>
                  </a:lnTo>
                  <a:close/>
                  <a:moveTo>
                    <a:pt x="1284241" y="73955"/>
                  </a:moveTo>
                  <a:lnTo>
                    <a:pt x="1273300" y="49731"/>
                  </a:lnTo>
                  <a:lnTo>
                    <a:pt x="1264447" y="4675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75" name="Output_density__4274">
              <a:extLst>
                <a:ext uri="{FF2B5EF4-FFF2-40B4-BE49-F238E27FC236}">
                  <a16:creationId xmlns:a16="http://schemas.microsoft.com/office/drawing/2014/main" id="{99DD68A9-8DAC-4F7F-713F-D7D1A02D96C7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23160"/>
              <a:ext cx="1674023" cy="1944834"/>
            </a:xfrm>
            <a:custGeom>
              <a:avLst/>
              <a:gdLst/>
              <a:ahLst/>
              <a:cxnLst/>
              <a:rect l="0" t="0" r="0" b="0"/>
              <a:pathLst>
                <a:path w="1674023" h="1944834">
                  <a:moveTo>
                    <a:pt x="327630" y="1495658"/>
                  </a:moveTo>
                  <a:lnTo>
                    <a:pt x="369531" y="1533401"/>
                  </a:lnTo>
                  <a:lnTo>
                    <a:pt x="317405" y="1475053"/>
                  </a:lnTo>
                  <a:close/>
                  <a:moveTo>
                    <a:pt x="317405" y="1475053"/>
                  </a:moveTo>
                  <a:lnTo>
                    <a:pt x="313816" y="1471564"/>
                  </a:lnTo>
                  <a:lnTo>
                    <a:pt x="282148" y="1458598"/>
                  </a:lnTo>
                  <a:close/>
                  <a:moveTo>
                    <a:pt x="84821" y="975055"/>
                  </a:moveTo>
                  <a:lnTo>
                    <a:pt x="27763" y="932105"/>
                  </a:lnTo>
                  <a:lnTo>
                    <a:pt x="562" y="969600"/>
                  </a:lnTo>
                  <a:close/>
                  <a:moveTo>
                    <a:pt x="612872" y="1526450"/>
                  </a:moveTo>
                  <a:lnTo>
                    <a:pt x="617367" y="1568743"/>
                  </a:lnTo>
                  <a:lnTo>
                    <a:pt x="649558" y="1554200"/>
                  </a:lnTo>
                  <a:close/>
                  <a:moveTo>
                    <a:pt x="512893" y="1492815"/>
                  </a:moveTo>
                  <a:lnTo>
                    <a:pt x="463333" y="1516865"/>
                  </a:lnTo>
                  <a:lnTo>
                    <a:pt x="508078" y="1509480"/>
                  </a:lnTo>
                  <a:close/>
                  <a:moveTo>
                    <a:pt x="342730" y="1292860"/>
                  </a:moveTo>
                  <a:lnTo>
                    <a:pt x="311318" y="1297860"/>
                  </a:lnTo>
                  <a:lnTo>
                    <a:pt x="319930" y="1284772"/>
                  </a:lnTo>
                  <a:close/>
                  <a:moveTo>
                    <a:pt x="308971" y="1289086"/>
                  </a:moveTo>
                  <a:lnTo>
                    <a:pt x="342730" y="1292860"/>
                  </a:lnTo>
                  <a:lnTo>
                    <a:pt x="319930" y="1284772"/>
                  </a:lnTo>
                  <a:close/>
                  <a:moveTo>
                    <a:pt x="103285" y="983641"/>
                  </a:moveTo>
                  <a:lnTo>
                    <a:pt x="140359" y="1008027"/>
                  </a:lnTo>
                  <a:lnTo>
                    <a:pt x="101382" y="972044"/>
                  </a:lnTo>
                  <a:close/>
                  <a:moveTo>
                    <a:pt x="84821" y="975055"/>
                  </a:moveTo>
                  <a:lnTo>
                    <a:pt x="103285" y="983641"/>
                  </a:lnTo>
                  <a:lnTo>
                    <a:pt x="101382" y="972044"/>
                  </a:lnTo>
                  <a:close/>
                  <a:moveTo>
                    <a:pt x="29072" y="806396"/>
                  </a:moveTo>
                  <a:lnTo>
                    <a:pt x="13903" y="816952"/>
                  </a:lnTo>
                  <a:lnTo>
                    <a:pt x="61828" y="856474"/>
                  </a:lnTo>
                  <a:close/>
                  <a:moveTo>
                    <a:pt x="51415" y="761695"/>
                  </a:moveTo>
                  <a:lnTo>
                    <a:pt x="13566" y="754483"/>
                  </a:lnTo>
                  <a:lnTo>
                    <a:pt x="0" y="829031"/>
                  </a:lnTo>
                  <a:close/>
                  <a:moveTo>
                    <a:pt x="173672" y="862777"/>
                  </a:moveTo>
                  <a:lnTo>
                    <a:pt x="184376" y="908011"/>
                  </a:lnTo>
                  <a:lnTo>
                    <a:pt x="195536" y="904748"/>
                  </a:lnTo>
                  <a:close/>
                  <a:moveTo>
                    <a:pt x="173672" y="862777"/>
                  </a:moveTo>
                  <a:lnTo>
                    <a:pt x="195536" y="904748"/>
                  </a:lnTo>
                  <a:lnTo>
                    <a:pt x="219459" y="859291"/>
                  </a:lnTo>
                  <a:close/>
                  <a:moveTo>
                    <a:pt x="29586" y="804202"/>
                  </a:moveTo>
                  <a:lnTo>
                    <a:pt x="29072" y="806396"/>
                  </a:lnTo>
                  <a:lnTo>
                    <a:pt x="102740" y="845455"/>
                  </a:lnTo>
                  <a:close/>
                  <a:moveTo>
                    <a:pt x="17335" y="762513"/>
                  </a:moveTo>
                  <a:lnTo>
                    <a:pt x="29586" y="804202"/>
                  </a:lnTo>
                  <a:lnTo>
                    <a:pt x="67220" y="774348"/>
                  </a:lnTo>
                  <a:close/>
                  <a:moveTo>
                    <a:pt x="1124209" y="1914648"/>
                  </a:moveTo>
                  <a:lnTo>
                    <a:pt x="1161219" y="1934901"/>
                  </a:lnTo>
                  <a:lnTo>
                    <a:pt x="1198216" y="1942091"/>
                  </a:lnTo>
                  <a:close/>
                  <a:moveTo>
                    <a:pt x="1222617" y="1942091"/>
                  </a:moveTo>
                  <a:lnTo>
                    <a:pt x="1195850" y="1944834"/>
                  </a:lnTo>
                  <a:lnTo>
                    <a:pt x="1170092" y="1914648"/>
                  </a:lnTo>
                  <a:close/>
                  <a:moveTo>
                    <a:pt x="86202" y="670671"/>
                  </a:moveTo>
                  <a:lnTo>
                    <a:pt x="86943" y="607326"/>
                  </a:lnTo>
                  <a:lnTo>
                    <a:pt x="91136" y="653676"/>
                  </a:lnTo>
                  <a:close/>
                  <a:moveTo>
                    <a:pt x="1205887" y="1873930"/>
                  </a:moveTo>
                  <a:lnTo>
                    <a:pt x="1222617" y="1942091"/>
                  </a:lnTo>
                  <a:lnTo>
                    <a:pt x="1229537" y="1890555"/>
                  </a:lnTo>
                  <a:close/>
                  <a:moveTo>
                    <a:pt x="801914" y="1369782"/>
                  </a:moveTo>
                  <a:lnTo>
                    <a:pt x="826007" y="1420084"/>
                  </a:lnTo>
                  <a:lnTo>
                    <a:pt x="838891" y="1354952"/>
                  </a:lnTo>
                  <a:close/>
                  <a:moveTo>
                    <a:pt x="792673" y="1417287"/>
                  </a:moveTo>
                  <a:lnTo>
                    <a:pt x="826007" y="1420084"/>
                  </a:lnTo>
                  <a:lnTo>
                    <a:pt x="801914" y="1369782"/>
                  </a:lnTo>
                  <a:close/>
                  <a:moveTo>
                    <a:pt x="371651" y="859823"/>
                  </a:moveTo>
                  <a:lnTo>
                    <a:pt x="428850" y="895730"/>
                  </a:lnTo>
                  <a:lnTo>
                    <a:pt x="390317" y="878949"/>
                  </a:lnTo>
                  <a:close/>
                  <a:moveTo>
                    <a:pt x="466935" y="840006"/>
                  </a:moveTo>
                  <a:lnTo>
                    <a:pt x="433130" y="864343"/>
                  </a:lnTo>
                  <a:lnTo>
                    <a:pt x="428850" y="895730"/>
                  </a:lnTo>
                  <a:close/>
                  <a:moveTo>
                    <a:pt x="244894" y="743107"/>
                  </a:moveTo>
                  <a:lnTo>
                    <a:pt x="271106" y="756749"/>
                  </a:lnTo>
                  <a:lnTo>
                    <a:pt x="244612" y="683536"/>
                  </a:lnTo>
                  <a:close/>
                  <a:moveTo>
                    <a:pt x="244612" y="683536"/>
                  </a:moveTo>
                  <a:lnTo>
                    <a:pt x="273881" y="753192"/>
                  </a:lnTo>
                  <a:lnTo>
                    <a:pt x="302811" y="726456"/>
                  </a:lnTo>
                  <a:close/>
                  <a:moveTo>
                    <a:pt x="1300612" y="1917997"/>
                  </a:moveTo>
                  <a:lnTo>
                    <a:pt x="1315521" y="1923507"/>
                  </a:lnTo>
                  <a:lnTo>
                    <a:pt x="1329389" y="1944507"/>
                  </a:lnTo>
                  <a:close/>
                  <a:moveTo>
                    <a:pt x="826648" y="1239420"/>
                  </a:moveTo>
                  <a:lnTo>
                    <a:pt x="800574" y="1285378"/>
                  </a:lnTo>
                  <a:lnTo>
                    <a:pt x="838143" y="1292818"/>
                  </a:lnTo>
                  <a:close/>
                  <a:moveTo>
                    <a:pt x="826648" y="1239420"/>
                  </a:moveTo>
                  <a:lnTo>
                    <a:pt x="838143" y="1292818"/>
                  </a:lnTo>
                  <a:lnTo>
                    <a:pt x="846243" y="1299558"/>
                  </a:lnTo>
                  <a:close/>
                  <a:moveTo>
                    <a:pt x="698055" y="1079770"/>
                  </a:moveTo>
                  <a:lnTo>
                    <a:pt x="640723" y="1116469"/>
                  </a:lnTo>
                  <a:lnTo>
                    <a:pt x="689807" y="1125307"/>
                  </a:lnTo>
                  <a:close/>
                  <a:moveTo>
                    <a:pt x="550518" y="935523"/>
                  </a:moveTo>
                  <a:lnTo>
                    <a:pt x="509635" y="975703"/>
                  </a:lnTo>
                  <a:lnTo>
                    <a:pt x="549637" y="950590"/>
                  </a:lnTo>
                  <a:close/>
                  <a:moveTo>
                    <a:pt x="550518" y="935523"/>
                  </a:moveTo>
                  <a:lnTo>
                    <a:pt x="555745" y="938802"/>
                  </a:lnTo>
                  <a:lnTo>
                    <a:pt x="567322" y="881811"/>
                  </a:lnTo>
                  <a:close/>
                  <a:moveTo>
                    <a:pt x="463933" y="844610"/>
                  </a:moveTo>
                  <a:lnTo>
                    <a:pt x="433130" y="864343"/>
                  </a:lnTo>
                  <a:lnTo>
                    <a:pt x="514316" y="858307"/>
                  </a:lnTo>
                  <a:close/>
                  <a:moveTo>
                    <a:pt x="1406662" y="1887394"/>
                  </a:moveTo>
                  <a:lnTo>
                    <a:pt x="1407475" y="1926881"/>
                  </a:lnTo>
                  <a:lnTo>
                    <a:pt x="1411064" y="1893903"/>
                  </a:lnTo>
                  <a:close/>
                  <a:moveTo>
                    <a:pt x="1399226" y="1830696"/>
                  </a:moveTo>
                  <a:lnTo>
                    <a:pt x="1411064" y="1893903"/>
                  </a:lnTo>
                  <a:lnTo>
                    <a:pt x="1399889" y="1842367"/>
                  </a:lnTo>
                  <a:close/>
                  <a:moveTo>
                    <a:pt x="1399226" y="1830696"/>
                  </a:moveTo>
                  <a:lnTo>
                    <a:pt x="1406662" y="1887394"/>
                  </a:lnTo>
                  <a:lnTo>
                    <a:pt x="1411064" y="1893903"/>
                  </a:lnTo>
                  <a:close/>
                  <a:moveTo>
                    <a:pt x="1150725" y="1416833"/>
                  </a:moveTo>
                  <a:lnTo>
                    <a:pt x="1134375" y="1405980"/>
                  </a:lnTo>
                  <a:lnTo>
                    <a:pt x="1127160" y="1442638"/>
                  </a:lnTo>
                  <a:close/>
                  <a:moveTo>
                    <a:pt x="804066" y="1157053"/>
                  </a:moveTo>
                  <a:lnTo>
                    <a:pt x="826249" y="1223927"/>
                  </a:lnTo>
                  <a:lnTo>
                    <a:pt x="821976" y="1172391"/>
                  </a:lnTo>
                  <a:close/>
                  <a:moveTo>
                    <a:pt x="514316" y="858307"/>
                  </a:moveTo>
                  <a:lnTo>
                    <a:pt x="525960" y="863171"/>
                  </a:lnTo>
                  <a:lnTo>
                    <a:pt x="574011" y="853681"/>
                  </a:lnTo>
                  <a:close/>
                  <a:moveTo>
                    <a:pt x="533025" y="760098"/>
                  </a:moveTo>
                  <a:lnTo>
                    <a:pt x="516127" y="730179"/>
                  </a:lnTo>
                  <a:lnTo>
                    <a:pt x="514782" y="738364"/>
                  </a:lnTo>
                  <a:close/>
                  <a:moveTo>
                    <a:pt x="507325" y="736004"/>
                  </a:moveTo>
                  <a:lnTo>
                    <a:pt x="514782" y="738364"/>
                  </a:lnTo>
                  <a:lnTo>
                    <a:pt x="516127" y="730179"/>
                  </a:lnTo>
                  <a:close/>
                  <a:moveTo>
                    <a:pt x="1231026" y="1381886"/>
                  </a:moveTo>
                  <a:lnTo>
                    <a:pt x="1190994" y="1371726"/>
                  </a:lnTo>
                  <a:lnTo>
                    <a:pt x="1236510" y="1385074"/>
                  </a:lnTo>
                  <a:close/>
                  <a:moveTo>
                    <a:pt x="1054818" y="1211940"/>
                  </a:moveTo>
                  <a:lnTo>
                    <a:pt x="1002682" y="1191690"/>
                  </a:lnTo>
                  <a:lnTo>
                    <a:pt x="1020510" y="1218568"/>
                  </a:lnTo>
                  <a:close/>
                  <a:moveTo>
                    <a:pt x="501326" y="561076"/>
                  </a:moveTo>
                  <a:lnTo>
                    <a:pt x="545071" y="563494"/>
                  </a:lnTo>
                  <a:lnTo>
                    <a:pt x="505203" y="554436"/>
                  </a:lnTo>
                  <a:close/>
                  <a:moveTo>
                    <a:pt x="545071" y="563494"/>
                  </a:moveTo>
                  <a:lnTo>
                    <a:pt x="548233" y="540640"/>
                  </a:lnTo>
                  <a:lnTo>
                    <a:pt x="505203" y="554436"/>
                  </a:lnTo>
                  <a:close/>
                  <a:moveTo>
                    <a:pt x="977034" y="1175740"/>
                  </a:moveTo>
                  <a:lnTo>
                    <a:pt x="985026" y="1186626"/>
                  </a:lnTo>
                  <a:lnTo>
                    <a:pt x="1002682" y="1191690"/>
                  </a:lnTo>
                  <a:close/>
                  <a:moveTo>
                    <a:pt x="977034" y="1175740"/>
                  </a:moveTo>
                  <a:lnTo>
                    <a:pt x="958536" y="1145418"/>
                  </a:lnTo>
                  <a:lnTo>
                    <a:pt x="985026" y="1186626"/>
                  </a:lnTo>
                  <a:close/>
                  <a:moveTo>
                    <a:pt x="977034" y="1175740"/>
                  </a:moveTo>
                  <a:lnTo>
                    <a:pt x="951626" y="1124203"/>
                  </a:lnTo>
                  <a:lnTo>
                    <a:pt x="958536" y="1145418"/>
                  </a:lnTo>
                  <a:close/>
                  <a:moveTo>
                    <a:pt x="1097487" y="1171161"/>
                  </a:moveTo>
                  <a:lnTo>
                    <a:pt x="1054818" y="1211940"/>
                  </a:lnTo>
                  <a:lnTo>
                    <a:pt x="1095526" y="1189463"/>
                  </a:lnTo>
                  <a:close/>
                  <a:moveTo>
                    <a:pt x="1070843" y="1154840"/>
                  </a:moveTo>
                  <a:lnTo>
                    <a:pt x="1085589" y="1118091"/>
                  </a:lnTo>
                  <a:lnTo>
                    <a:pt x="1043378" y="1114426"/>
                  </a:lnTo>
                  <a:close/>
                  <a:moveTo>
                    <a:pt x="719729" y="697580"/>
                  </a:moveTo>
                  <a:lnTo>
                    <a:pt x="750496" y="761405"/>
                  </a:lnTo>
                  <a:lnTo>
                    <a:pt x="765108" y="692569"/>
                  </a:lnTo>
                  <a:close/>
                  <a:moveTo>
                    <a:pt x="1650803" y="1642918"/>
                  </a:moveTo>
                  <a:lnTo>
                    <a:pt x="1653949" y="1650054"/>
                  </a:lnTo>
                  <a:lnTo>
                    <a:pt x="1664456" y="1649383"/>
                  </a:lnTo>
                  <a:close/>
                  <a:moveTo>
                    <a:pt x="1332955" y="1283340"/>
                  </a:moveTo>
                  <a:lnTo>
                    <a:pt x="1330238" y="1282162"/>
                  </a:lnTo>
                  <a:lnTo>
                    <a:pt x="1336597" y="1341688"/>
                  </a:lnTo>
                  <a:close/>
                  <a:moveTo>
                    <a:pt x="1336597" y="1341688"/>
                  </a:moveTo>
                  <a:lnTo>
                    <a:pt x="1326446" y="1393904"/>
                  </a:lnTo>
                  <a:lnTo>
                    <a:pt x="1358461" y="1357792"/>
                  </a:lnTo>
                  <a:close/>
                  <a:moveTo>
                    <a:pt x="1358461" y="1357792"/>
                  </a:moveTo>
                  <a:lnTo>
                    <a:pt x="1332955" y="1283340"/>
                  </a:lnTo>
                  <a:lnTo>
                    <a:pt x="1336597" y="1341688"/>
                  </a:lnTo>
                  <a:close/>
                  <a:moveTo>
                    <a:pt x="1236071" y="1270462"/>
                  </a:moveTo>
                  <a:lnTo>
                    <a:pt x="1259003" y="1241301"/>
                  </a:lnTo>
                  <a:lnTo>
                    <a:pt x="1281858" y="1266976"/>
                  </a:lnTo>
                  <a:close/>
                  <a:moveTo>
                    <a:pt x="1650803" y="1642918"/>
                  </a:moveTo>
                  <a:lnTo>
                    <a:pt x="1664456" y="1649383"/>
                  </a:lnTo>
                  <a:lnTo>
                    <a:pt x="1665552" y="1640621"/>
                  </a:lnTo>
                  <a:close/>
                  <a:moveTo>
                    <a:pt x="1665552" y="1640621"/>
                  </a:moveTo>
                  <a:lnTo>
                    <a:pt x="1664456" y="1649383"/>
                  </a:lnTo>
                  <a:lnTo>
                    <a:pt x="1674023" y="1642918"/>
                  </a:lnTo>
                  <a:close/>
                  <a:moveTo>
                    <a:pt x="1345058" y="1258068"/>
                  </a:moveTo>
                  <a:lnTo>
                    <a:pt x="1330238" y="1282162"/>
                  </a:lnTo>
                  <a:lnTo>
                    <a:pt x="1332955" y="1283340"/>
                  </a:lnTo>
                  <a:close/>
                  <a:moveTo>
                    <a:pt x="1330238" y="1282162"/>
                  </a:moveTo>
                  <a:lnTo>
                    <a:pt x="1345058" y="1258068"/>
                  </a:lnTo>
                  <a:lnTo>
                    <a:pt x="1281858" y="1266976"/>
                  </a:lnTo>
                  <a:close/>
                  <a:moveTo>
                    <a:pt x="1334367" y="1282162"/>
                  </a:moveTo>
                  <a:lnTo>
                    <a:pt x="1365784" y="1271184"/>
                  </a:lnTo>
                  <a:lnTo>
                    <a:pt x="1332955" y="1283340"/>
                  </a:lnTo>
                  <a:close/>
                  <a:moveTo>
                    <a:pt x="1334367" y="1282162"/>
                  </a:moveTo>
                  <a:lnTo>
                    <a:pt x="1395025" y="1258068"/>
                  </a:lnTo>
                  <a:lnTo>
                    <a:pt x="1365784" y="1271184"/>
                  </a:lnTo>
                  <a:close/>
                  <a:moveTo>
                    <a:pt x="842118" y="662157"/>
                  </a:moveTo>
                  <a:lnTo>
                    <a:pt x="835223" y="692523"/>
                  </a:lnTo>
                  <a:lnTo>
                    <a:pt x="841115" y="667171"/>
                  </a:lnTo>
                  <a:close/>
                  <a:moveTo>
                    <a:pt x="842118" y="662157"/>
                  </a:moveTo>
                  <a:lnTo>
                    <a:pt x="844823" y="663722"/>
                  </a:lnTo>
                  <a:lnTo>
                    <a:pt x="864593" y="620051"/>
                  </a:lnTo>
                  <a:close/>
                  <a:moveTo>
                    <a:pt x="864593" y="620051"/>
                  </a:moveTo>
                  <a:lnTo>
                    <a:pt x="844823" y="663722"/>
                  </a:lnTo>
                  <a:lnTo>
                    <a:pt x="884271" y="653846"/>
                  </a:lnTo>
                  <a:close/>
                  <a:moveTo>
                    <a:pt x="864593" y="620051"/>
                  </a:moveTo>
                  <a:lnTo>
                    <a:pt x="884271" y="653846"/>
                  </a:lnTo>
                  <a:lnTo>
                    <a:pt x="912502" y="624500"/>
                  </a:lnTo>
                  <a:close/>
                  <a:moveTo>
                    <a:pt x="1372232" y="1249974"/>
                  </a:moveTo>
                  <a:lnTo>
                    <a:pt x="1395025" y="1258068"/>
                  </a:lnTo>
                  <a:lnTo>
                    <a:pt x="1407832" y="1196271"/>
                  </a:lnTo>
                  <a:close/>
                  <a:moveTo>
                    <a:pt x="1450784" y="1136591"/>
                  </a:moveTo>
                  <a:lnTo>
                    <a:pt x="1412794" y="1137372"/>
                  </a:lnTo>
                  <a:lnTo>
                    <a:pt x="1407832" y="1196271"/>
                  </a:lnTo>
                  <a:close/>
                  <a:moveTo>
                    <a:pt x="1450784" y="1136591"/>
                  </a:moveTo>
                  <a:lnTo>
                    <a:pt x="1407832" y="1196271"/>
                  </a:lnTo>
                  <a:lnTo>
                    <a:pt x="1447021" y="1202393"/>
                  </a:lnTo>
                  <a:close/>
                  <a:moveTo>
                    <a:pt x="1421357" y="1130901"/>
                  </a:moveTo>
                  <a:lnTo>
                    <a:pt x="1450784" y="1136591"/>
                  </a:lnTo>
                  <a:lnTo>
                    <a:pt x="1445507" y="1085003"/>
                  </a:lnTo>
                  <a:close/>
                  <a:moveTo>
                    <a:pt x="1350137" y="1077780"/>
                  </a:moveTo>
                  <a:lnTo>
                    <a:pt x="1310173" y="1049455"/>
                  </a:lnTo>
                  <a:lnTo>
                    <a:pt x="1352519" y="1079364"/>
                  </a:lnTo>
                  <a:close/>
                  <a:moveTo>
                    <a:pt x="962672" y="563998"/>
                  </a:moveTo>
                  <a:lnTo>
                    <a:pt x="977760" y="627847"/>
                  </a:lnTo>
                  <a:lnTo>
                    <a:pt x="968770" y="615535"/>
                  </a:lnTo>
                  <a:close/>
                  <a:moveTo>
                    <a:pt x="1414073" y="1128454"/>
                  </a:moveTo>
                  <a:lnTo>
                    <a:pt x="1445507" y="1085003"/>
                  </a:lnTo>
                  <a:lnTo>
                    <a:pt x="1428069" y="1059580"/>
                  </a:lnTo>
                  <a:close/>
                  <a:moveTo>
                    <a:pt x="1421357" y="1130901"/>
                  </a:moveTo>
                  <a:lnTo>
                    <a:pt x="1445507" y="1085003"/>
                  </a:lnTo>
                  <a:lnTo>
                    <a:pt x="1414073" y="1128454"/>
                  </a:lnTo>
                  <a:close/>
                  <a:moveTo>
                    <a:pt x="1350137" y="1077780"/>
                  </a:moveTo>
                  <a:lnTo>
                    <a:pt x="1352519" y="1079364"/>
                  </a:lnTo>
                  <a:lnTo>
                    <a:pt x="1354535" y="1076132"/>
                  </a:lnTo>
                  <a:close/>
                  <a:moveTo>
                    <a:pt x="942705" y="488367"/>
                  </a:moveTo>
                  <a:lnTo>
                    <a:pt x="921274" y="522395"/>
                  </a:lnTo>
                  <a:lnTo>
                    <a:pt x="935323" y="498879"/>
                  </a:lnTo>
                  <a:close/>
                  <a:moveTo>
                    <a:pt x="935323" y="498879"/>
                  </a:moveTo>
                  <a:lnTo>
                    <a:pt x="913530" y="493444"/>
                  </a:lnTo>
                  <a:lnTo>
                    <a:pt x="942705" y="488367"/>
                  </a:lnTo>
                  <a:close/>
                  <a:moveTo>
                    <a:pt x="1431450" y="988841"/>
                  </a:moveTo>
                  <a:lnTo>
                    <a:pt x="1432075" y="1055270"/>
                  </a:lnTo>
                  <a:lnTo>
                    <a:pt x="1454929" y="1003733"/>
                  </a:lnTo>
                  <a:close/>
                  <a:moveTo>
                    <a:pt x="1431450" y="988841"/>
                  </a:moveTo>
                  <a:lnTo>
                    <a:pt x="1454929" y="1003733"/>
                  </a:lnTo>
                  <a:lnTo>
                    <a:pt x="1446093" y="952176"/>
                  </a:lnTo>
                  <a:close/>
                  <a:moveTo>
                    <a:pt x="1278905" y="785921"/>
                  </a:moveTo>
                  <a:lnTo>
                    <a:pt x="1297641" y="849124"/>
                  </a:lnTo>
                  <a:lnTo>
                    <a:pt x="1290928" y="797587"/>
                  </a:lnTo>
                  <a:close/>
                  <a:moveTo>
                    <a:pt x="972453" y="404171"/>
                  </a:moveTo>
                  <a:lnTo>
                    <a:pt x="1022312" y="415908"/>
                  </a:lnTo>
                  <a:lnTo>
                    <a:pt x="1056121" y="407413"/>
                  </a:lnTo>
                  <a:close/>
                  <a:moveTo>
                    <a:pt x="1284526" y="530380"/>
                  </a:moveTo>
                  <a:lnTo>
                    <a:pt x="1283746" y="594790"/>
                  </a:lnTo>
                  <a:lnTo>
                    <a:pt x="1347232" y="527322"/>
                  </a:lnTo>
                  <a:close/>
                  <a:moveTo>
                    <a:pt x="1006497" y="182496"/>
                  </a:moveTo>
                  <a:lnTo>
                    <a:pt x="1053240" y="228009"/>
                  </a:lnTo>
                  <a:lnTo>
                    <a:pt x="1038325" y="205976"/>
                  </a:lnTo>
                  <a:close/>
                  <a:moveTo>
                    <a:pt x="1029657" y="173570"/>
                  </a:moveTo>
                  <a:lnTo>
                    <a:pt x="1047565" y="158403"/>
                  </a:lnTo>
                  <a:lnTo>
                    <a:pt x="1014432" y="156421"/>
                  </a:lnTo>
                  <a:close/>
                  <a:moveTo>
                    <a:pt x="1011213" y="161450"/>
                  </a:moveTo>
                  <a:lnTo>
                    <a:pt x="1006497" y="182496"/>
                  </a:lnTo>
                  <a:lnTo>
                    <a:pt x="1029657" y="173570"/>
                  </a:lnTo>
                  <a:close/>
                  <a:moveTo>
                    <a:pt x="1394838" y="530635"/>
                  </a:moveTo>
                  <a:lnTo>
                    <a:pt x="1376572" y="502118"/>
                  </a:lnTo>
                  <a:lnTo>
                    <a:pt x="1347232" y="527322"/>
                  </a:lnTo>
                  <a:close/>
                  <a:moveTo>
                    <a:pt x="1118835" y="134309"/>
                  </a:moveTo>
                  <a:lnTo>
                    <a:pt x="1123521" y="146111"/>
                  </a:lnTo>
                  <a:lnTo>
                    <a:pt x="1139505" y="139795"/>
                  </a:lnTo>
                  <a:close/>
                  <a:moveTo>
                    <a:pt x="1273300" y="37564"/>
                  </a:moveTo>
                  <a:lnTo>
                    <a:pt x="1295588" y="57427"/>
                  </a:lnTo>
                  <a:lnTo>
                    <a:pt x="1242329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76" name="Output_density__4275">
              <a:extLst>
                <a:ext uri="{FF2B5EF4-FFF2-40B4-BE49-F238E27FC236}">
                  <a16:creationId xmlns:a16="http://schemas.microsoft.com/office/drawing/2014/main" id="{EFDC456A-4B91-79A2-C694-05EEC092C901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03077"/>
              <a:ext cx="1668852" cy="1961037"/>
            </a:xfrm>
            <a:custGeom>
              <a:avLst/>
              <a:gdLst/>
              <a:ahLst/>
              <a:cxnLst/>
              <a:rect l="0" t="0" r="0" b="0"/>
              <a:pathLst>
                <a:path w="1668852" h="1961037">
                  <a:moveTo>
                    <a:pt x="586277" y="1570626"/>
                  </a:moveTo>
                  <a:lnTo>
                    <a:pt x="555930" y="1519090"/>
                  </a:lnTo>
                  <a:lnTo>
                    <a:pt x="550231" y="1583268"/>
                  </a:lnTo>
                  <a:close/>
                  <a:moveTo>
                    <a:pt x="555930" y="1519090"/>
                  </a:moveTo>
                  <a:lnTo>
                    <a:pt x="548796" y="1521691"/>
                  </a:lnTo>
                  <a:lnTo>
                    <a:pt x="550231" y="1583268"/>
                  </a:lnTo>
                  <a:close/>
                  <a:moveTo>
                    <a:pt x="342730" y="1312943"/>
                  </a:moveTo>
                  <a:lnTo>
                    <a:pt x="266856" y="1285261"/>
                  </a:lnTo>
                  <a:lnTo>
                    <a:pt x="266929" y="1285501"/>
                  </a:lnTo>
                  <a:close/>
                  <a:moveTo>
                    <a:pt x="266929" y="1285501"/>
                  </a:moveTo>
                  <a:lnTo>
                    <a:pt x="266986" y="1287092"/>
                  </a:lnTo>
                  <a:lnTo>
                    <a:pt x="342730" y="1312943"/>
                  </a:lnTo>
                  <a:close/>
                  <a:moveTo>
                    <a:pt x="570650" y="1443459"/>
                  </a:moveTo>
                  <a:lnTo>
                    <a:pt x="548839" y="1507286"/>
                  </a:lnTo>
                  <a:lnTo>
                    <a:pt x="555930" y="1519090"/>
                  </a:lnTo>
                  <a:close/>
                  <a:moveTo>
                    <a:pt x="311504" y="1183739"/>
                  </a:moveTo>
                  <a:lnTo>
                    <a:pt x="259219" y="1209870"/>
                  </a:lnTo>
                  <a:lnTo>
                    <a:pt x="308387" y="1185776"/>
                  </a:lnTo>
                  <a:close/>
                  <a:moveTo>
                    <a:pt x="353686" y="1166774"/>
                  </a:moveTo>
                  <a:lnTo>
                    <a:pt x="278365" y="1194737"/>
                  </a:lnTo>
                  <a:lnTo>
                    <a:pt x="311504" y="1183739"/>
                  </a:lnTo>
                  <a:close/>
                  <a:moveTo>
                    <a:pt x="33504" y="883842"/>
                  </a:moveTo>
                  <a:lnTo>
                    <a:pt x="26179" y="950561"/>
                  </a:lnTo>
                  <a:lnTo>
                    <a:pt x="61828" y="876557"/>
                  </a:lnTo>
                  <a:close/>
                  <a:moveTo>
                    <a:pt x="61828" y="876557"/>
                  </a:moveTo>
                  <a:lnTo>
                    <a:pt x="26179" y="950561"/>
                  </a:lnTo>
                  <a:lnTo>
                    <a:pt x="27763" y="952187"/>
                  </a:lnTo>
                  <a:close/>
                  <a:moveTo>
                    <a:pt x="67220" y="794431"/>
                  </a:moveTo>
                  <a:lnTo>
                    <a:pt x="51415" y="781778"/>
                  </a:lnTo>
                  <a:lnTo>
                    <a:pt x="0" y="849114"/>
                  </a:lnTo>
                  <a:close/>
                  <a:moveTo>
                    <a:pt x="311504" y="1183739"/>
                  </a:moveTo>
                  <a:lnTo>
                    <a:pt x="314176" y="1184047"/>
                  </a:lnTo>
                  <a:lnTo>
                    <a:pt x="353686" y="1166774"/>
                  </a:lnTo>
                  <a:close/>
                  <a:moveTo>
                    <a:pt x="87823" y="773483"/>
                  </a:moveTo>
                  <a:lnTo>
                    <a:pt x="118487" y="800926"/>
                  </a:lnTo>
                  <a:lnTo>
                    <a:pt x="107530" y="749389"/>
                  </a:lnTo>
                  <a:close/>
                  <a:moveTo>
                    <a:pt x="87823" y="773483"/>
                  </a:moveTo>
                  <a:lnTo>
                    <a:pt x="107530" y="749389"/>
                  </a:lnTo>
                  <a:lnTo>
                    <a:pt x="57674" y="758741"/>
                  </a:lnTo>
                  <a:close/>
                  <a:moveTo>
                    <a:pt x="107530" y="749389"/>
                  </a:moveTo>
                  <a:lnTo>
                    <a:pt x="81637" y="713434"/>
                  </a:lnTo>
                  <a:lnTo>
                    <a:pt x="57674" y="758741"/>
                  </a:lnTo>
                  <a:close/>
                  <a:moveTo>
                    <a:pt x="1115806" y="1866522"/>
                  </a:moveTo>
                  <a:lnTo>
                    <a:pt x="1105890" y="1922791"/>
                  </a:lnTo>
                  <a:lnTo>
                    <a:pt x="1131519" y="1859101"/>
                  </a:lnTo>
                  <a:close/>
                  <a:moveTo>
                    <a:pt x="1131519" y="1859101"/>
                  </a:moveTo>
                  <a:lnTo>
                    <a:pt x="1124209" y="1934731"/>
                  </a:lnTo>
                  <a:lnTo>
                    <a:pt x="1164329" y="1910637"/>
                  </a:lnTo>
                  <a:close/>
                  <a:moveTo>
                    <a:pt x="1082592" y="1883195"/>
                  </a:moveTo>
                  <a:lnTo>
                    <a:pt x="1105890" y="1922791"/>
                  </a:lnTo>
                  <a:lnTo>
                    <a:pt x="1115806" y="1866522"/>
                  </a:lnTo>
                  <a:close/>
                  <a:moveTo>
                    <a:pt x="369568" y="956355"/>
                  </a:moveTo>
                  <a:lnTo>
                    <a:pt x="376398" y="931442"/>
                  </a:lnTo>
                  <a:lnTo>
                    <a:pt x="340862" y="955536"/>
                  </a:lnTo>
                  <a:close/>
                  <a:moveTo>
                    <a:pt x="107530" y="749389"/>
                  </a:moveTo>
                  <a:lnTo>
                    <a:pt x="118487" y="800926"/>
                  </a:lnTo>
                  <a:lnTo>
                    <a:pt x="169964" y="776832"/>
                  </a:lnTo>
                  <a:close/>
                  <a:moveTo>
                    <a:pt x="86202" y="690753"/>
                  </a:moveTo>
                  <a:lnTo>
                    <a:pt x="81637" y="713434"/>
                  </a:lnTo>
                  <a:lnTo>
                    <a:pt x="133540" y="673759"/>
                  </a:lnTo>
                  <a:close/>
                  <a:moveTo>
                    <a:pt x="133540" y="673759"/>
                  </a:moveTo>
                  <a:lnTo>
                    <a:pt x="81637" y="713434"/>
                  </a:lnTo>
                  <a:lnTo>
                    <a:pt x="107530" y="749389"/>
                  </a:lnTo>
                  <a:close/>
                  <a:moveTo>
                    <a:pt x="133540" y="673759"/>
                  </a:moveTo>
                  <a:lnTo>
                    <a:pt x="107530" y="749389"/>
                  </a:lnTo>
                  <a:lnTo>
                    <a:pt x="139960" y="725295"/>
                  </a:lnTo>
                  <a:close/>
                  <a:moveTo>
                    <a:pt x="54540" y="612122"/>
                  </a:moveTo>
                  <a:lnTo>
                    <a:pt x="86943" y="627409"/>
                  </a:lnTo>
                  <a:lnTo>
                    <a:pt x="58707" y="594779"/>
                  </a:lnTo>
                  <a:close/>
                  <a:moveTo>
                    <a:pt x="58707" y="594779"/>
                  </a:moveTo>
                  <a:lnTo>
                    <a:pt x="97649" y="622222"/>
                  </a:lnTo>
                  <a:lnTo>
                    <a:pt x="94900" y="570686"/>
                  </a:lnTo>
                  <a:close/>
                  <a:moveTo>
                    <a:pt x="1164329" y="1910637"/>
                  </a:moveTo>
                  <a:lnTo>
                    <a:pt x="1200621" y="1961037"/>
                  </a:lnTo>
                  <a:lnTo>
                    <a:pt x="1205887" y="1894013"/>
                  </a:lnTo>
                  <a:close/>
                  <a:moveTo>
                    <a:pt x="509635" y="995786"/>
                  </a:moveTo>
                  <a:lnTo>
                    <a:pt x="476873" y="958885"/>
                  </a:lnTo>
                  <a:lnTo>
                    <a:pt x="506297" y="1016317"/>
                  </a:lnTo>
                  <a:close/>
                  <a:moveTo>
                    <a:pt x="506297" y="1016317"/>
                  </a:moveTo>
                  <a:lnTo>
                    <a:pt x="476873" y="958885"/>
                  </a:lnTo>
                  <a:lnTo>
                    <a:pt x="433548" y="974736"/>
                  </a:lnTo>
                  <a:close/>
                  <a:moveTo>
                    <a:pt x="506297" y="1016317"/>
                  </a:moveTo>
                  <a:lnTo>
                    <a:pt x="433548" y="974736"/>
                  </a:lnTo>
                  <a:lnTo>
                    <a:pt x="463123" y="1013434"/>
                  </a:lnTo>
                  <a:close/>
                  <a:moveTo>
                    <a:pt x="391142" y="971228"/>
                  </a:moveTo>
                  <a:lnTo>
                    <a:pt x="376398" y="931442"/>
                  </a:lnTo>
                  <a:lnTo>
                    <a:pt x="369568" y="956355"/>
                  </a:lnTo>
                  <a:close/>
                  <a:moveTo>
                    <a:pt x="428850" y="915812"/>
                  </a:moveTo>
                  <a:lnTo>
                    <a:pt x="376398" y="931442"/>
                  </a:lnTo>
                  <a:lnTo>
                    <a:pt x="391142" y="971228"/>
                  </a:lnTo>
                  <a:close/>
                  <a:moveTo>
                    <a:pt x="433548" y="974736"/>
                  </a:moveTo>
                  <a:lnTo>
                    <a:pt x="428850" y="915812"/>
                  </a:lnTo>
                  <a:lnTo>
                    <a:pt x="391142" y="971228"/>
                  </a:lnTo>
                  <a:close/>
                  <a:moveTo>
                    <a:pt x="159301" y="559330"/>
                  </a:moveTo>
                  <a:lnTo>
                    <a:pt x="148614" y="552510"/>
                  </a:lnTo>
                  <a:lnTo>
                    <a:pt x="94900" y="570686"/>
                  </a:lnTo>
                  <a:close/>
                  <a:moveTo>
                    <a:pt x="120638" y="549676"/>
                  </a:moveTo>
                  <a:lnTo>
                    <a:pt x="94900" y="570686"/>
                  </a:lnTo>
                  <a:lnTo>
                    <a:pt x="148614" y="552510"/>
                  </a:lnTo>
                  <a:close/>
                  <a:moveTo>
                    <a:pt x="201842" y="543709"/>
                  </a:moveTo>
                  <a:lnTo>
                    <a:pt x="148614" y="552510"/>
                  </a:lnTo>
                  <a:lnTo>
                    <a:pt x="191885" y="546592"/>
                  </a:lnTo>
                  <a:close/>
                  <a:moveTo>
                    <a:pt x="120638" y="549676"/>
                  </a:moveTo>
                  <a:lnTo>
                    <a:pt x="148614" y="552510"/>
                  </a:lnTo>
                  <a:lnTo>
                    <a:pt x="201842" y="543709"/>
                  </a:lnTo>
                  <a:close/>
                  <a:moveTo>
                    <a:pt x="148614" y="552510"/>
                  </a:moveTo>
                  <a:lnTo>
                    <a:pt x="159301" y="559330"/>
                  </a:lnTo>
                  <a:lnTo>
                    <a:pt x="191885" y="546592"/>
                  </a:lnTo>
                  <a:close/>
                  <a:moveTo>
                    <a:pt x="1271229" y="1886543"/>
                  </a:moveTo>
                  <a:lnTo>
                    <a:pt x="1300612" y="1938080"/>
                  </a:lnTo>
                  <a:lnTo>
                    <a:pt x="1343341" y="1913986"/>
                  </a:lnTo>
                  <a:close/>
                  <a:moveTo>
                    <a:pt x="733139" y="1172500"/>
                  </a:moveTo>
                  <a:lnTo>
                    <a:pt x="700064" y="1183738"/>
                  </a:lnTo>
                  <a:lnTo>
                    <a:pt x="653948" y="1185995"/>
                  </a:lnTo>
                  <a:close/>
                  <a:moveTo>
                    <a:pt x="774556" y="1152677"/>
                  </a:moveTo>
                  <a:lnTo>
                    <a:pt x="700064" y="1183738"/>
                  </a:lnTo>
                  <a:lnTo>
                    <a:pt x="733139" y="1172500"/>
                  </a:lnTo>
                  <a:close/>
                  <a:moveTo>
                    <a:pt x="765931" y="1145397"/>
                  </a:moveTo>
                  <a:lnTo>
                    <a:pt x="689807" y="1145390"/>
                  </a:lnTo>
                  <a:lnTo>
                    <a:pt x="708918" y="1165031"/>
                  </a:lnTo>
                  <a:close/>
                  <a:moveTo>
                    <a:pt x="616992" y="1002288"/>
                  </a:moveTo>
                  <a:lnTo>
                    <a:pt x="594083" y="1010421"/>
                  </a:lnTo>
                  <a:lnTo>
                    <a:pt x="642852" y="1009608"/>
                  </a:lnTo>
                  <a:close/>
                  <a:moveTo>
                    <a:pt x="642852" y="1009608"/>
                  </a:moveTo>
                  <a:lnTo>
                    <a:pt x="689235" y="1037864"/>
                  </a:lnTo>
                  <a:lnTo>
                    <a:pt x="616992" y="1002288"/>
                  </a:lnTo>
                  <a:close/>
                  <a:moveTo>
                    <a:pt x="616992" y="1002288"/>
                  </a:moveTo>
                  <a:lnTo>
                    <a:pt x="689235" y="1037864"/>
                  </a:lnTo>
                  <a:lnTo>
                    <a:pt x="695505" y="1039183"/>
                  </a:lnTo>
                  <a:close/>
                  <a:moveTo>
                    <a:pt x="476873" y="958885"/>
                  </a:moveTo>
                  <a:lnTo>
                    <a:pt x="509635" y="995786"/>
                  </a:lnTo>
                  <a:lnTo>
                    <a:pt x="514140" y="947198"/>
                  </a:lnTo>
                  <a:close/>
                  <a:moveTo>
                    <a:pt x="514140" y="947198"/>
                  </a:moveTo>
                  <a:lnTo>
                    <a:pt x="567322" y="901894"/>
                  </a:lnTo>
                  <a:lnTo>
                    <a:pt x="495294" y="907348"/>
                  </a:lnTo>
                  <a:close/>
                  <a:moveTo>
                    <a:pt x="205924" y="543900"/>
                  </a:moveTo>
                  <a:lnTo>
                    <a:pt x="191885" y="546592"/>
                  </a:lnTo>
                  <a:lnTo>
                    <a:pt x="236539" y="538532"/>
                  </a:lnTo>
                  <a:close/>
                  <a:moveTo>
                    <a:pt x="236539" y="538532"/>
                  </a:moveTo>
                  <a:lnTo>
                    <a:pt x="191885" y="546592"/>
                  </a:lnTo>
                  <a:lnTo>
                    <a:pt x="159301" y="559330"/>
                  </a:lnTo>
                  <a:close/>
                  <a:moveTo>
                    <a:pt x="201842" y="543709"/>
                  </a:moveTo>
                  <a:lnTo>
                    <a:pt x="191885" y="546592"/>
                  </a:lnTo>
                  <a:lnTo>
                    <a:pt x="205924" y="543900"/>
                  </a:lnTo>
                  <a:close/>
                  <a:moveTo>
                    <a:pt x="1355697" y="1910927"/>
                  </a:moveTo>
                  <a:lnTo>
                    <a:pt x="1399226" y="1850778"/>
                  </a:lnTo>
                  <a:lnTo>
                    <a:pt x="1342932" y="1858563"/>
                  </a:lnTo>
                  <a:close/>
                  <a:moveTo>
                    <a:pt x="1399226" y="1850778"/>
                  </a:moveTo>
                  <a:lnTo>
                    <a:pt x="1404781" y="1801992"/>
                  </a:lnTo>
                  <a:lnTo>
                    <a:pt x="1342932" y="1858563"/>
                  </a:lnTo>
                  <a:close/>
                  <a:moveTo>
                    <a:pt x="1114961" y="1501693"/>
                  </a:moveTo>
                  <a:lnTo>
                    <a:pt x="1128474" y="1542510"/>
                  </a:lnTo>
                  <a:lnTo>
                    <a:pt x="1179542" y="1483891"/>
                  </a:lnTo>
                  <a:close/>
                  <a:moveTo>
                    <a:pt x="1179542" y="1483891"/>
                  </a:moveTo>
                  <a:lnTo>
                    <a:pt x="1128474" y="1542510"/>
                  </a:lnTo>
                  <a:lnTo>
                    <a:pt x="1132712" y="1483478"/>
                  </a:lnTo>
                  <a:close/>
                  <a:moveTo>
                    <a:pt x="1034888" y="1398620"/>
                  </a:moveTo>
                  <a:lnTo>
                    <a:pt x="1109396" y="1426063"/>
                  </a:lnTo>
                  <a:lnTo>
                    <a:pt x="1071094" y="1374526"/>
                  </a:lnTo>
                  <a:close/>
                  <a:moveTo>
                    <a:pt x="642852" y="1009608"/>
                  </a:moveTo>
                  <a:lnTo>
                    <a:pt x="624225" y="1037864"/>
                  </a:lnTo>
                  <a:lnTo>
                    <a:pt x="659744" y="1030275"/>
                  </a:lnTo>
                  <a:close/>
                  <a:moveTo>
                    <a:pt x="659744" y="1030275"/>
                  </a:moveTo>
                  <a:lnTo>
                    <a:pt x="689235" y="1037864"/>
                  </a:lnTo>
                  <a:lnTo>
                    <a:pt x="642852" y="1009608"/>
                  </a:lnTo>
                  <a:close/>
                  <a:moveTo>
                    <a:pt x="574011" y="873763"/>
                  </a:moveTo>
                  <a:lnTo>
                    <a:pt x="623228" y="871733"/>
                  </a:lnTo>
                  <a:lnTo>
                    <a:pt x="613415" y="816968"/>
                  </a:lnTo>
                  <a:close/>
                  <a:moveTo>
                    <a:pt x="658003" y="859160"/>
                  </a:moveTo>
                  <a:lnTo>
                    <a:pt x="623228" y="871733"/>
                  </a:lnTo>
                  <a:lnTo>
                    <a:pt x="622171" y="932285"/>
                  </a:lnTo>
                  <a:close/>
                  <a:moveTo>
                    <a:pt x="310527" y="559585"/>
                  </a:moveTo>
                  <a:lnTo>
                    <a:pt x="302972" y="522498"/>
                  </a:lnTo>
                  <a:lnTo>
                    <a:pt x="285807" y="548064"/>
                  </a:lnTo>
                  <a:close/>
                  <a:moveTo>
                    <a:pt x="354183" y="499333"/>
                  </a:moveTo>
                  <a:lnTo>
                    <a:pt x="302972" y="522498"/>
                  </a:lnTo>
                  <a:lnTo>
                    <a:pt x="310527" y="559585"/>
                  </a:lnTo>
                  <a:close/>
                  <a:moveTo>
                    <a:pt x="361510" y="556119"/>
                  </a:moveTo>
                  <a:lnTo>
                    <a:pt x="354183" y="499333"/>
                  </a:lnTo>
                  <a:lnTo>
                    <a:pt x="310527" y="559585"/>
                  </a:lnTo>
                  <a:close/>
                  <a:moveTo>
                    <a:pt x="1405782" y="1782706"/>
                  </a:moveTo>
                  <a:lnTo>
                    <a:pt x="1440691" y="1761576"/>
                  </a:lnTo>
                  <a:lnTo>
                    <a:pt x="1396219" y="1769980"/>
                  </a:lnTo>
                  <a:close/>
                  <a:moveTo>
                    <a:pt x="1443987" y="1726885"/>
                  </a:moveTo>
                  <a:lnTo>
                    <a:pt x="1473121" y="1747927"/>
                  </a:lnTo>
                  <a:lnTo>
                    <a:pt x="1451325" y="1711188"/>
                  </a:lnTo>
                  <a:close/>
                  <a:moveTo>
                    <a:pt x="1308523" y="1510079"/>
                  </a:moveTo>
                  <a:lnTo>
                    <a:pt x="1258992" y="1512365"/>
                  </a:lnTo>
                  <a:lnTo>
                    <a:pt x="1312804" y="1569342"/>
                  </a:lnTo>
                  <a:close/>
                  <a:moveTo>
                    <a:pt x="1168244" y="1510177"/>
                  </a:moveTo>
                  <a:lnTo>
                    <a:pt x="1179542" y="1483891"/>
                  </a:lnTo>
                  <a:lnTo>
                    <a:pt x="1132712" y="1483478"/>
                  </a:lnTo>
                  <a:close/>
                  <a:moveTo>
                    <a:pt x="1168244" y="1510177"/>
                  </a:moveTo>
                  <a:lnTo>
                    <a:pt x="1205027" y="1518256"/>
                  </a:lnTo>
                  <a:lnTo>
                    <a:pt x="1179542" y="1483891"/>
                  </a:lnTo>
                  <a:close/>
                  <a:moveTo>
                    <a:pt x="1258992" y="1512365"/>
                  </a:moveTo>
                  <a:lnTo>
                    <a:pt x="1241910" y="1463510"/>
                  </a:lnTo>
                  <a:lnTo>
                    <a:pt x="1205027" y="1518256"/>
                  </a:lnTo>
                  <a:close/>
                  <a:moveTo>
                    <a:pt x="1128920" y="1350432"/>
                  </a:moveTo>
                  <a:lnTo>
                    <a:pt x="1124820" y="1419995"/>
                  </a:lnTo>
                  <a:lnTo>
                    <a:pt x="1136218" y="1361687"/>
                  </a:lnTo>
                  <a:close/>
                  <a:moveTo>
                    <a:pt x="1071094" y="1374526"/>
                  </a:moveTo>
                  <a:lnTo>
                    <a:pt x="1109396" y="1426063"/>
                  </a:lnTo>
                  <a:lnTo>
                    <a:pt x="1128920" y="1350432"/>
                  </a:lnTo>
                  <a:close/>
                  <a:moveTo>
                    <a:pt x="943620" y="1092749"/>
                  </a:moveTo>
                  <a:lnTo>
                    <a:pt x="928355" y="1116843"/>
                  </a:lnTo>
                  <a:lnTo>
                    <a:pt x="951626" y="1144286"/>
                  </a:lnTo>
                  <a:close/>
                  <a:moveTo>
                    <a:pt x="688646" y="886603"/>
                  </a:moveTo>
                  <a:lnTo>
                    <a:pt x="722136" y="861566"/>
                  </a:lnTo>
                  <a:lnTo>
                    <a:pt x="658003" y="859160"/>
                  </a:lnTo>
                  <a:close/>
                  <a:moveTo>
                    <a:pt x="676356" y="910697"/>
                  </a:moveTo>
                  <a:lnTo>
                    <a:pt x="688646" y="886603"/>
                  </a:lnTo>
                  <a:lnTo>
                    <a:pt x="658003" y="859160"/>
                  </a:lnTo>
                  <a:close/>
                  <a:moveTo>
                    <a:pt x="1190994" y="1391808"/>
                  </a:moveTo>
                  <a:lnTo>
                    <a:pt x="1216352" y="1351717"/>
                  </a:lnTo>
                  <a:lnTo>
                    <a:pt x="1136218" y="1361687"/>
                  </a:lnTo>
                  <a:close/>
                  <a:moveTo>
                    <a:pt x="1249686" y="1301671"/>
                  </a:moveTo>
                  <a:lnTo>
                    <a:pt x="1166302" y="1299489"/>
                  </a:lnTo>
                  <a:lnTo>
                    <a:pt x="1202280" y="1299105"/>
                  </a:lnTo>
                  <a:close/>
                  <a:moveTo>
                    <a:pt x="951626" y="1144286"/>
                  </a:moveTo>
                  <a:lnTo>
                    <a:pt x="951888" y="1132924"/>
                  </a:lnTo>
                  <a:lnTo>
                    <a:pt x="943620" y="1092749"/>
                  </a:lnTo>
                  <a:close/>
                  <a:moveTo>
                    <a:pt x="943620" y="1092749"/>
                  </a:moveTo>
                  <a:lnTo>
                    <a:pt x="951888" y="1132924"/>
                  </a:lnTo>
                  <a:lnTo>
                    <a:pt x="1005460" y="1087259"/>
                  </a:lnTo>
                  <a:close/>
                  <a:moveTo>
                    <a:pt x="1005460" y="1087259"/>
                  </a:moveTo>
                  <a:lnTo>
                    <a:pt x="990893" y="1076453"/>
                  </a:lnTo>
                  <a:lnTo>
                    <a:pt x="943620" y="1092749"/>
                  </a:lnTo>
                  <a:close/>
                  <a:moveTo>
                    <a:pt x="990893" y="1076453"/>
                  </a:moveTo>
                  <a:lnTo>
                    <a:pt x="1022129" y="1026298"/>
                  </a:lnTo>
                  <a:lnTo>
                    <a:pt x="958538" y="1046727"/>
                  </a:lnTo>
                  <a:close/>
                  <a:moveTo>
                    <a:pt x="796933" y="831640"/>
                  </a:moveTo>
                  <a:lnTo>
                    <a:pt x="766192" y="851605"/>
                  </a:lnTo>
                  <a:lnTo>
                    <a:pt x="722136" y="861566"/>
                  </a:lnTo>
                  <a:close/>
                  <a:moveTo>
                    <a:pt x="483462" y="358331"/>
                  </a:moveTo>
                  <a:lnTo>
                    <a:pt x="404679" y="373354"/>
                  </a:lnTo>
                  <a:lnTo>
                    <a:pt x="440572" y="372649"/>
                  </a:lnTo>
                  <a:close/>
                  <a:moveTo>
                    <a:pt x="1282935" y="1367414"/>
                  </a:moveTo>
                  <a:lnTo>
                    <a:pt x="1216352" y="1351717"/>
                  </a:lnTo>
                  <a:lnTo>
                    <a:pt x="1245048" y="1377875"/>
                  </a:lnTo>
                  <a:close/>
                  <a:moveTo>
                    <a:pt x="1202280" y="1299105"/>
                  </a:moveTo>
                  <a:lnTo>
                    <a:pt x="1227566" y="1311703"/>
                  </a:lnTo>
                  <a:lnTo>
                    <a:pt x="1249686" y="1301671"/>
                  </a:lnTo>
                  <a:close/>
                  <a:moveTo>
                    <a:pt x="483462" y="358331"/>
                  </a:moveTo>
                  <a:lnTo>
                    <a:pt x="515820" y="344412"/>
                  </a:lnTo>
                  <a:lnTo>
                    <a:pt x="504159" y="347143"/>
                  </a:lnTo>
                  <a:close/>
                  <a:moveTo>
                    <a:pt x="548605" y="292313"/>
                  </a:moveTo>
                  <a:lnTo>
                    <a:pt x="504159" y="347143"/>
                  </a:lnTo>
                  <a:lnTo>
                    <a:pt x="523445" y="323049"/>
                  </a:lnTo>
                  <a:close/>
                  <a:moveTo>
                    <a:pt x="1668852" y="1595278"/>
                  </a:moveTo>
                  <a:lnTo>
                    <a:pt x="1601745" y="1609677"/>
                  </a:lnTo>
                  <a:lnTo>
                    <a:pt x="1602538" y="1611464"/>
                  </a:lnTo>
                  <a:close/>
                  <a:moveTo>
                    <a:pt x="1593387" y="1555905"/>
                  </a:moveTo>
                  <a:lnTo>
                    <a:pt x="1601745" y="1609677"/>
                  </a:lnTo>
                  <a:lnTo>
                    <a:pt x="1668852" y="1595278"/>
                  </a:lnTo>
                  <a:close/>
                  <a:moveTo>
                    <a:pt x="627225" y="276684"/>
                  </a:moveTo>
                  <a:lnTo>
                    <a:pt x="548605" y="292313"/>
                  </a:lnTo>
                  <a:lnTo>
                    <a:pt x="581069" y="278792"/>
                  </a:lnTo>
                  <a:close/>
                  <a:moveTo>
                    <a:pt x="1089739" y="648309"/>
                  </a:moveTo>
                  <a:lnTo>
                    <a:pt x="1041952" y="696468"/>
                  </a:lnTo>
                  <a:lnTo>
                    <a:pt x="1062346" y="687154"/>
                  </a:lnTo>
                  <a:close/>
                  <a:moveTo>
                    <a:pt x="922159" y="592407"/>
                  </a:moveTo>
                  <a:lnTo>
                    <a:pt x="962672" y="584081"/>
                  </a:lnTo>
                  <a:lnTo>
                    <a:pt x="921274" y="542478"/>
                  </a:lnTo>
                  <a:close/>
                  <a:moveTo>
                    <a:pt x="600786" y="287310"/>
                  </a:moveTo>
                  <a:lnTo>
                    <a:pt x="627225" y="276684"/>
                  </a:lnTo>
                  <a:lnTo>
                    <a:pt x="581069" y="278792"/>
                  </a:lnTo>
                  <a:close/>
                  <a:moveTo>
                    <a:pt x="600786" y="287310"/>
                  </a:moveTo>
                  <a:lnTo>
                    <a:pt x="651141" y="284354"/>
                  </a:lnTo>
                  <a:lnTo>
                    <a:pt x="627225" y="276684"/>
                  </a:lnTo>
                  <a:close/>
                  <a:moveTo>
                    <a:pt x="651141" y="284354"/>
                  </a:moveTo>
                  <a:lnTo>
                    <a:pt x="678664" y="294330"/>
                  </a:lnTo>
                  <a:lnTo>
                    <a:pt x="627225" y="276684"/>
                  </a:lnTo>
                  <a:close/>
                  <a:moveTo>
                    <a:pt x="651141" y="284354"/>
                  </a:moveTo>
                  <a:lnTo>
                    <a:pt x="683811" y="295776"/>
                  </a:lnTo>
                  <a:lnTo>
                    <a:pt x="678664" y="294330"/>
                  </a:lnTo>
                  <a:close/>
                  <a:moveTo>
                    <a:pt x="651141" y="284354"/>
                  </a:moveTo>
                  <a:lnTo>
                    <a:pt x="668701" y="296857"/>
                  </a:lnTo>
                  <a:lnTo>
                    <a:pt x="720727" y="316695"/>
                  </a:lnTo>
                  <a:close/>
                  <a:moveTo>
                    <a:pt x="683811" y="295776"/>
                  </a:moveTo>
                  <a:lnTo>
                    <a:pt x="720727" y="316695"/>
                  </a:lnTo>
                  <a:lnTo>
                    <a:pt x="768031" y="318881"/>
                  </a:lnTo>
                  <a:close/>
                  <a:moveTo>
                    <a:pt x="1257771" y="792301"/>
                  </a:moveTo>
                  <a:lnTo>
                    <a:pt x="1205131" y="790227"/>
                  </a:lnTo>
                  <a:lnTo>
                    <a:pt x="1182193" y="819305"/>
                  </a:lnTo>
                  <a:close/>
                  <a:moveTo>
                    <a:pt x="1257771" y="792301"/>
                  </a:moveTo>
                  <a:lnTo>
                    <a:pt x="1182193" y="819305"/>
                  </a:lnTo>
                  <a:lnTo>
                    <a:pt x="1213111" y="800002"/>
                  </a:lnTo>
                  <a:close/>
                  <a:moveTo>
                    <a:pt x="1062346" y="687154"/>
                  </a:moveTo>
                  <a:lnTo>
                    <a:pt x="1056370" y="698228"/>
                  </a:lnTo>
                  <a:lnTo>
                    <a:pt x="1093477" y="717322"/>
                  </a:lnTo>
                  <a:close/>
                  <a:moveTo>
                    <a:pt x="997358" y="517366"/>
                  </a:moveTo>
                  <a:lnTo>
                    <a:pt x="990062" y="512443"/>
                  </a:lnTo>
                  <a:lnTo>
                    <a:pt x="962672" y="584081"/>
                  </a:lnTo>
                  <a:close/>
                  <a:moveTo>
                    <a:pt x="1032027" y="516308"/>
                  </a:moveTo>
                  <a:lnTo>
                    <a:pt x="1018394" y="464648"/>
                  </a:lnTo>
                  <a:lnTo>
                    <a:pt x="990062" y="512443"/>
                  </a:lnTo>
                  <a:close/>
                  <a:moveTo>
                    <a:pt x="727531" y="322975"/>
                  </a:moveTo>
                  <a:lnTo>
                    <a:pt x="771968" y="324831"/>
                  </a:lnTo>
                  <a:lnTo>
                    <a:pt x="768031" y="318881"/>
                  </a:lnTo>
                  <a:close/>
                  <a:moveTo>
                    <a:pt x="771968" y="324831"/>
                  </a:moveTo>
                  <a:lnTo>
                    <a:pt x="797834" y="274861"/>
                  </a:lnTo>
                  <a:lnTo>
                    <a:pt x="768031" y="318881"/>
                  </a:lnTo>
                  <a:close/>
                  <a:moveTo>
                    <a:pt x="1370002" y="958156"/>
                  </a:moveTo>
                  <a:lnTo>
                    <a:pt x="1390764" y="940186"/>
                  </a:lnTo>
                  <a:lnTo>
                    <a:pt x="1346868" y="950741"/>
                  </a:lnTo>
                  <a:close/>
                  <a:moveTo>
                    <a:pt x="1230079" y="807717"/>
                  </a:moveTo>
                  <a:lnTo>
                    <a:pt x="1257771" y="792301"/>
                  </a:lnTo>
                  <a:lnTo>
                    <a:pt x="1213111" y="800002"/>
                  </a:lnTo>
                  <a:close/>
                  <a:moveTo>
                    <a:pt x="1230079" y="807717"/>
                  </a:moveTo>
                  <a:lnTo>
                    <a:pt x="1278905" y="806004"/>
                  </a:lnTo>
                  <a:lnTo>
                    <a:pt x="1257771" y="792301"/>
                  </a:lnTo>
                  <a:close/>
                  <a:moveTo>
                    <a:pt x="873176" y="175137"/>
                  </a:moveTo>
                  <a:lnTo>
                    <a:pt x="888615" y="243221"/>
                  </a:lnTo>
                  <a:lnTo>
                    <a:pt x="904797" y="211076"/>
                  </a:lnTo>
                  <a:close/>
                  <a:moveTo>
                    <a:pt x="888615" y="243221"/>
                  </a:moveTo>
                  <a:lnTo>
                    <a:pt x="922835" y="226674"/>
                  </a:lnTo>
                  <a:lnTo>
                    <a:pt x="904797" y="211076"/>
                  </a:lnTo>
                  <a:close/>
                  <a:moveTo>
                    <a:pt x="1202722" y="491357"/>
                  </a:moveTo>
                  <a:lnTo>
                    <a:pt x="1167852" y="495885"/>
                  </a:lnTo>
                  <a:lnTo>
                    <a:pt x="1121973" y="499029"/>
                  </a:lnTo>
                  <a:close/>
                  <a:moveTo>
                    <a:pt x="1202722" y="491357"/>
                  </a:moveTo>
                  <a:lnTo>
                    <a:pt x="1121973" y="499029"/>
                  </a:lnTo>
                  <a:lnTo>
                    <a:pt x="1154859" y="487083"/>
                  </a:lnTo>
                  <a:close/>
                  <a:moveTo>
                    <a:pt x="1167852" y="495885"/>
                  </a:moveTo>
                  <a:lnTo>
                    <a:pt x="1202722" y="491357"/>
                  </a:lnTo>
                  <a:lnTo>
                    <a:pt x="1180185" y="484356"/>
                  </a:lnTo>
                  <a:close/>
                  <a:moveTo>
                    <a:pt x="1107523" y="310101"/>
                  </a:moveTo>
                  <a:lnTo>
                    <a:pt x="1101781" y="309353"/>
                  </a:lnTo>
                  <a:lnTo>
                    <a:pt x="1098230" y="305652"/>
                  </a:lnTo>
                  <a:close/>
                  <a:moveTo>
                    <a:pt x="967809" y="202579"/>
                  </a:moveTo>
                  <a:lnTo>
                    <a:pt x="929906" y="170054"/>
                  </a:lnTo>
                  <a:lnTo>
                    <a:pt x="904797" y="211076"/>
                  </a:lnTo>
                  <a:close/>
                  <a:moveTo>
                    <a:pt x="1296328" y="487705"/>
                  </a:moveTo>
                  <a:lnTo>
                    <a:pt x="1279647" y="491687"/>
                  </a:lnTo>
                  <a:lnTo>
                    <a:pt x="1284526" y="550463"/>
                  </a:lnTo>
                  <a:close/>
                  <a:moveTo>
                    <a:pt x="1107523" y="310101"/>
                  </a:moveTo>
                  <a:lnTo>
                    <a:pt x="1097000" y="310538"/>
                  </a:lnTo>
                  <a:lnTo>
                    <a:pt x="1136881" y="284966"/>
                  </a:lnTo>
                  <a:close/>
                  <a:moveTo>
                    <a:pt x="1107523" y="310101"/>
                  </a:moveTo>
                  <a:lnTo>
                    <a:pt x="1136881" y="284966"/>
                  </a:lnTo>
                  <a:lnTo>
                    <a:pt x="1111197" y="305652"/>
                  </a:lnTo>
                  <a:close/>
                  <a:moveTo>
                    <a:pt x="1136881" y="284966"/>
                  </a:moveTo>
                  <a:lnTo>
                    <a:pt x="1139951" y="281558"/>
                  </a:lnTo>
                  <a:lnTo>
                    <a:pt x="1111197" y="305652"/>
                  </a:lnTo>
                  <a:close/>
                  <a:moveTo>
                    <a:pt x="929906" y="170054"/>
                  </a:moveTo>
                  <a:lnTo>
                    <a:pt x="967809" y="202579"/>
                  </a:lnTo>
                  <a:lnTo>
                    <a:pt x="973245" y="126949"/>
                  </a:lnTo>
                  <a:close/>
                  <a:moveTo>
                    <a:pt x="1342322" y="394148"/>
                  </a:moveTo>
                  <a:lnTo>
                    <a:pt x="1354700" y="360538"/>
                  </a:lnTo>
                  <a:lnTo>
                    <a:pt x="1319752" y="384632"/>
                  </a:lnTo>
                  <a:close/>
                  <a:moveTo>
                    <a:pt x="1195743" y="195467"/>
                  </a:moveTo>
                  <a:lnTo>
                    <a:pt x="1157312" y="176704"/>
                  </a:lnTo>
                  <a:lnTo>
                    <a:pt x="1204968" y="205928"/>
                  </a:lnTo>
                  <a:close/>
                  <a:moveTo>
                    <a:pt x="1028997" y="16828"/>
                  </a:moveTo>
                  <a:lnTo>
                    <a:pt x="1006616" y="23875"/>
                  </a:lnTo>
                  <a:lnTo>
                    <a:pt x="1054013" y="14915"/>
                  </a:lnTo>
                  <a:close/>
                  <a:moveTo>
                    <a:pt x="1028997" y="16828"/>
                  </a:moveTo>
                  <a:lnTo>
                    <a:pt x="1054013" y="14915"/>
                  </a:lnTo>
                  <a:lnTo>
                    <a:pt x="1096964" y="825"/>
                  </a:lnTo>
                  <a:close/>
                  <a:moveTo>
                    <a:pt x="1096964" y="825"/>
                  </a:moveTo>
                  <a:lnTo>
                    <a:pt x="1054013" y="14915"/>
                  </a:lnTo>
                  <a:lnTo>
                    <a:pt x="1134721" y="7094"/>
                  </a:lnTo>
                  <a:close/>
                  <a:moveTo>
                    <a:pt x="1179544" y="0"/>
                  </a:moveTo>
                  <a:lnTo>
                    <a:pt x="1096964" y="825"/>
                  </a:lnTo>
                  <a:lnTo>
                    <a:pt x="1134721" y="7094"/>
                  </a:lnTo>
                  <a:close/>
                  <a:moveTo>
                    <a:pt x="1154041" y="15895"/>
                  </a:moveTo>
                  <a:lnTo>
                    <a:pt x="1179544" y="0"/>
                  </a:lnTo>
                  <a:lnTo>
                    <a:pt x="1134721" y="7094"/>
                  </a:lnTo>
                  <a:close/>
                  <a:moveTo>
                    <a:pt x="1154041" y="15895"/>
                  </a:moveTo>
                  <a:lnTo>
                    <a:pt x="1210576" y="7916"/>
                  </a:lnTo>
                  <a:lnTo>
                    <a:pt x="1179544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77" name="Output_density__4276">
              <a:extLst>
                <a:ext uri="{FF2B5EF4-FFF2-40B4-BE49-F238E27FC236}">
                  <a16:creationId xmlns:a16="http://schemas.microsoft.com/office/drawing/2014/main" id="{49602A5A-38C0-785F-C429-892BE5E9B1DC}"/>
                </a:ext>
              </a:extLst>
            </p:cNvPr>
            <p:cNvSpPr>
              <a:spLocks noGrp="1"/>
            </p:cNvSpPr>
            <p:nvPr/>
          </p:nvSpPr>
          <p:spPr>
            <a:xfrm>
              <a:off x="15002377" y="2347596"/>
              <a:ext cx="1473328" cy="1820071"/>
            </a:xfrm>
            <a:custGeom>
              <a:avLst/>
              <a:gdLst/>
              <a:ahLst/>
              <a:cxnLst/>
              <a:rect l="0" t="0" r="0" b="0"/>
              <a:pathLst>
                <a:path w="1473328" h="1820071">
                  <a:moveTo>
                    <a:pt x="42020" y="810101"/>
                  </a:moveTo>
                  <a:lnTo>
                    <a:pt x="0" y="883299"/>
                  </a:lnTo>
                  <a:lnTo>
                    <a:pt x="18961" y="845164"/>
                  </a:lnTo>
                  <a:close/>
                  <a:moveTo>
                    <a:pt x="67957" y="853675"/>
                  </a:moveTo>
                  <a:lnTo>
                    <a:pt x="103220" y="850619"/>
                  </a:lnTo>
                  <a:lnTo>
                    <a:pt x="18961" y="845164"/>
                  </a:lnTo>
                  <a:close/>
                  <a:moveTo>
                    <a:pt x="112653" y="846111"/>
                  </a:moveTo>
                  <a:lnTo>
                    <a:pt x="121684" y="859205"/>
                  </a:lnTo>
                  <a:lnTo>
                    <a:pt x="103220" y="850619"/>
                  </a:lnTo>
                  <a:close/>
                  <a:moveTo>
                    <a:pt x="667957" y="1429764"/>
                  </a:moveTo>
                  <a:lnTo>
                    <a:pt x="635766" y="1444307"/>
                  </a:lnTo>
                  <a:lnTo>
                    <a:pt x="715368" y="1432347"/>
                  </a:lnTo>
                  <a:close/>
                  <a:moveTo>
                    <a:pt x="31965" y="630047"/>
                  </a:moveTo>
                  <a:lnTo>
                    <a:pt x="69814" y="637259"/>
                  </a:lnTo>
                  <a:lnTo>
                    <a:pt x="33262" y="628835"/>
                  </a:lnTo>
                  <a:close/>
                  <a:moveTo>
                    <a:pt x="667957" y="1429764"/>
                  </a:moveTo>
                  <a:lnTo>
                    <a:pt x="715368" y="1432347"/>
                  </a:lnTo>
                  <a:lnTo>
                    <a:pt x="740282" y="1390596"/>
                  </a:lnTo>
                  <a:close/>
                  <a:moveTo>
                    <a:pt x="74994" y="604871"/>
                  </a:moveTo>
                  <a:lnTo>
                    <a:pt x="33789" y="628564"/>
                  </a:lnTo>
                  <a:lnTo>
                    <a:pt x="100036" y="568916"/>
                  </a:lnTo>
                  <a:close/>
                  <a:moveTo>
                    <a:pt x="100036" y="568916"/>
                  </a:moveTo>
                  <a:lnTo>
                    <a:pt x="33789" y="628564"/>
                  </a:lnTo>
                  <a:lnTo>
                    <a:pt x="33262" y="628835"/>
                  </a:lnTo>
                  <a:close/>
                  <a:moveTo>
                    <a:pt x="751719" y="1365865"/>
                  </a:moveTo>
                  <a:lnTo>
                    <a:pt x="740282" y="1390596"/>
                  </a:lnTo>
                  <a:lnTo>
                    <a:pt x="756051" y="1377920"/>
                  </a:lnTo>
                  <a:close/>
                  <a:moveTo>
                    <a:pt x="763225" y="1341477"/>
                  </a:moveTo>
                  <a:lnTo>
                    <a:pt x="778621" y="1359266"/>
                  </a:lnTo>
                  <a:lnTo>
                    <a:pt x="803504" y="1317398"/>
                  </a:lnTo>
                  <a:close/>
                  <a:moveTo>
                    <a:pt x="811072" y="1292851"/>
                  </a:moveTo>
                  <a:lnTo>
                    <a:pt x="803504" y="1317398"/>
                  </a:lnTo>
                  <a:lnTo>
                    <a:pt x="831111" y="1302289"/>
                  </a:lnTo>
                  <a:close/>
                  <a:moveTo>
                    <a:pt x="831111" y="1302289"/>
                  </a:moveTo>
                  <a:lnTo>
                    <a:pt x="844406" y="1295648"/>
                  </a:lnTo>
                  <a:lnTo>
                    <a:pt x="811072" y="1292851"/>
                  </a:lnTo>
                  <a:close/>
                  <a:moveTo>
                    <a:pt x="408716" y="754513"/>
                  </a:moveTo>
                  <a:lnTo>
                    <a:pt x="447249" y="771294"/>
                  </a:lnTo>
                  <a:lnTo>
                    <a:pt x="451529" y="739907"/>
                  </a:lnTo>
                  <a:close/>
                  <a:moveTo>
                    <a:pt x="708206" y="1000871"/>
                  </a:moveTo>
                  <a:lnTo>
                    <a:pt x="659122" y="992033"/>
                  </a:lnTo>
                  <a:lnTo>
                    <a:pt x="624371" y="992215"/>
                  </a:lnTo>
                  <a:close/>
                  <a:moveTo>
                    <a:pt x="1347788" y="1820071"/>
                  </a:moveTo>
                  <a:lnTo>
                    <a:pt x="1393354" y="1815759"/>
                  </a:lnTo>
                  <a:lnTo>
                    <a:pt x="1425874" y="1802445"/>
                  </a:lnTo>
                  <a:close/>
                  <a:moveTo>
                    <a:pt x="1398056" y="1793561"/>
                  </a:moveTo>
                  <a:lnTo>
                    <a:pt x="1429463" y="1769467"/>
                  </a:lnTo>
                  <a:lnTo>
                    <a:pt x="1425874" y="1802445"/>
                  </a:lnTo>
                  <a:close/>
                  <a:moveTo>
                    <a:pt x="844648" y="1099491"/>
                  </a:moveTo>
                  <a:lnTo>
                    <a:pt x="825898" y="1131326"/>
                  </a:lnTo>
                  <a:lnTo>
                    <a:pt x="845047" y="1114984"/>
                  </a:lnTo>
                  <a:close/>
                  <a:moveTo>
                    <a:pt x="845047" y="1114984"/>
                  </a:moveTo>
                  <a:lnTo>
                    <a:pt x="825898" y="1131326"/>
                  </a:lnTo>
                  <a:lnTo>
                    <a:pt x="818973" y="1160942"/>
                  </a:lnTo>
                  <a:close/>
                  <a:moveTo>
                    <a:pt x="845047" y="1114984"/>
                  </a:moveTo>
                  <a:lnTo>
                    <a:pt x="839242" y="1056960"/>
                  </a:lnTo>
                  <a:lnTo>
                    <a:pt x="844648" y="1099491"/>
                  </a:lnTo>
                  <a:close/>
                  <a:moveTo>
                    <a:pt x="839242" y="1056960"/>
                  </a:moveTo>
                  <a:lnTo>
                    <a:pt x="840376" y="1047955"/>
                  </a:lnTo>
                  <a:lnTo>
                    <a:pt x="844648" y="1099491"/>
                  </a:lnTo>
                  <a:close/>
                  <a:moveTo>
                    <a:pt x="716454" y="955334"/>
                  </a:moveTo>
                  <a:lnTo>
                    <a:pt x="672122" y="953393"/>
                  </a:lnTo>
                  <a:lnTo>
                    <a:pt x="659122" y="992033"/>
                  </a:lnTo>
                  <a:close/>
                  <a:moveTo>
                    <a:pt x="532715" y="733871"/>
                  </a:moveTo>
                  <a:lnTo>
                    <a:pt x="493956" y="708560"/>
                  </a:lnTo>
                  <a:lnTo>
                    <a:pt x="544359" y="738736"/>
                  </a:lnTo>
                  <a:close/>
                  <a:moveTo>
                    <a:pt x="560514" y="568006"/>
                  </a:moveTo>
                  <a:lnTo>
                    <a:pt x="554852" y="560032"/>
                  </a:lnTo>
                  <a:lnTo>
                    <a:pt x="607198" y="591736"/>
                  </a:lnTo>
                  <a:close/>
                  <a:moveTo>
                    <a:pt x="534526" y="605743"/>
                  </a:moveTo>
                  <a:lnTo>
                    <a:pt x="554852" y="560032"/>
                  </a:lnTo>
                  <a:lnTo>
                    <a:pt x="560514" y="568006"/>
                  </a:lnTo>
                  <a:close/>
                  <a:moveTo>
                    <a:pt x="563470" y="439058"/>
                  </a:moveTo>
                  <a:lnTo>
                    <a:pt x="519725" y="436640"/>
                  </a:lnTo>
                  <a:lnTo>
                    <a:pt x="525246" y="508495"/>
                  </a:lnTo>
                  <a:close/>
                  <a:moveTo>
                    <a:pt x="514898" y="432865"/>
                  </a:moveTo>
                  <a:lnTo>
                    <a:pt x="519725" y="436640"/>
                  </a:lnTo>
                  <a:lnTo>
                    <a:pt x="523602" y="430000"/>
                  </a:lnTo>
                  <a:close/>
                  <a:moveTo>
                    <a:pt x="525069" y="435483"/>
                  </a:moveTo>
                  <a:lnTo>
                    <a:pt x="519725" y="436640"/>
                  </a:lnTo>
                  <a:lnTo>
                    <a:pt x="514898" y="432865"/>
                  </a:lnTo>
                  <a:close/>
                  <a:moveTo>
                    <a:pt x="1115886" y="1046725"/>
                  </a:moveTo>
                  <a:lnTo>
                    <a:pt x="1089242" y="1030404"/>
                  </a:lnTo>
                  <a:lnTo>
                    <a:pt x="1073217" y="1087505"/>
                  </a:lnTo>
                  <a:close/>
                  <a:moveTo>
                    <a:pt x="523602" y="430000"/>
                  </a:moveTo>
                  <a:lnTo>
                    <a:pt x="566632" y="416204"/>
                  </a:lnTo>
                  <a:lnTo>
                    <a:pt x="597355" y="396170"/>
                  </a:lnTo>
                  <a:close/>
                  <a:moveTo>
                    <a:pt x="597355" y="396170"/>
                  </a:moveTo>
                  <a:lnTo>
                    <a:pt x="566632" y="416204"/>
                  </a:lnTo>
                  <a:lnTo>
                    <a:pt x="643064" y="392392"/>
                  </a:lnTo>
                  <a:close/>
                  <a:moveTo>
                    <a:pt x="738128" y="573144"/>
                  </a:moveTo>
                  <a:lnTo>
                    <a:pt x="681077" y="569656"/>
                  </a:lnTo>
                  <a:lnTo>
                    <a:pt x="725672" y="571383"/>
                  </a:lnTo>
                  <a:close/>
                  <a:moveTo>
                    <a:pt x="1352766" y="1157726"/>
                  </a:moveTo>
                  <a:lnTo>
                    <a:pt x="1351354" y="1158904"/>
                  </a:lnTo>
                  <a:lnTo>
                    <a:pt x="1376860" y="1233356"/>
                  </a:lnTo>
                  <a:close/>
                  <a:moveTo>
                    <a:pt x="1348637" y="1157726"/>
                  </a:moveTo>
                  <a:lnTo>
                    <a:pt x="1300257" y="1142540"/>
                  </a:lnTo>
                  <a:lnTo>
                    <a:pt x="1277402" y="1116865"/>
                  </a:lnTo>
                  <a:close/>
                  <a:moveTo>
                    <a:pt x="783507" y="568133"/>
                  </a:moveTo>
                  <a:lnTo>
                    <a:pt x="819355" y="595946"/>
                  </a:lnTo>
                  <a:lnTo>
                    <a:pt x="738128" y="573144"/>
                  </a:lnTo>
                  <a:close/>
                  <a:moveTo>
                    <a:pt x="859514" y="542735"/>
                  </a:moveTo>
                  <a:lnTo>
                    <a:pt x="815955" y="563380"/>
                  </a:lnTo>
                  <a:lnTo>
                    <a:pt x="842953" y="552000"/>
                  </a:lnTo>
                  <a:close/>
                  <a:moveTo>
                    <a:pt x="1413424" y="1133632"/>
                  </a:moveTo>
                  <a:lnTo>
                    <a:pt x="1352766" y="1157726"/>
                  </a:lnTo>
                  <a:lnTo>
                    <a:pt x="1424015" y="1120997"/>
                  </a:lnTo>
                  <a:close/>
                  <a:moveTo>
                    <a:pt x="1426231" y="1071835"/>
                  </a:moveTo>
                  <a:lnTo>
                    <a:pt x="1413424" y="1133632"/>
                  </a:lnTo>
                  <a:lnTo>
                    <a:pt x="1424015" y="1120997"/>
                  </a:lnTo>
                  <a:close/>
                  <a:moveTo>
                    <a:pt x="1465420" y="1077957"/>
                  </a:moveTo>
                  <a:lnTo>
                    <a:pt x="1424015" y="1120997"/>
                  </a:lnTo>
                  <a:lnTo>
                    <a:pt x="1462447" y="1090010"/>
                  </a:lnTo>
                  <a:close/>
                  <a:moveTo>
                    <a:pt x="1465420" y="1077957"/>
                  </a:moveTo>
                  <a:lnTo>
                    <a:pt x="1426231" y="1071835"/>
                  </a:lnTo>
                  <a:lnTo>
                    <a:pt x="1424015" y="1120997"/>
                  </a:lnTo>
                  <a:close/>
                  <a:moveTo>
                    <a:pt x="978307" y="502628"/>
                  </a:moveTo>
                  <a:lnTo>
                    <a:pt x="996159" y="503411"/>
                  </a:lnTo>
                  <a:lnTo>
                    <a:pt x="930901" y="500064"/>
                  </a:lnTo>
                  <a:close/>
                  <a:moveTo>
                    <a:pt x="1446468" y="935144"/>
                  </a:moveTo>
                  <a:lnTo>
                    <a:pt x="1464254" y="953419"/>
                  </a:lnTo>
                  <a:lnTo>
                    <a:pt x="1450474" y="930834"/>
                  </a:lnTo>
                  <a:close/>
                  <a:moveTo>
                    <a:pt x="1446468" y="935144"/>
                  </a:moveTo>
                  <a:lnTo>
                    <a:pt x="1463906" y="960567"/>
                  </a:lnTo>
                  <a:lnTo>
                    <a:pt x="1464254" y="953419"/>
                  </a:lnTo>
                  <a:close/>
                  <a:moveTo>
                    <a:pt x="1464254" y="953419"/>
                  </a:moveTo>
                  <a:lnTo>
                    <a:pt x="1473152" y="883443"/>
                  </a:lnTo>
                  <a:lnTo>
                    <a:pt x="1450474" y="930834"/>
                  </a:lnTo>
                  <a:close/>
                  <a:moveTo>
                    <a:pt x="1473152" y="883443"/>
                  </a:moveTo>
                  <a:lnTo>
                    <a:pt x="1473328" y="879298"/>
                  </a:lnTo>
                  <a:lnTo>
                    <a:pt x="1450474" y="930834"/>
                  </a:lnTo>
                  <a:close/>
                  <a:moveTo>
                    <a:pt x="1473328" y="879298"/>
                  </a:moveTo>
                  <a:lnTo>
                    <a:pt x="1473152" y="883443"/>
                  </a:lnTo>
                  <a:lnTo>
                    <a:pt x="1464575" y="828165"/>
                  </a:lnTo>
                  <a:close/>
                  <a:moveTo>
                    <a:pt x="1309327" y="673151"/>
                  </a:moveTo>
                  <a:lnTo>
                    <a:pt x="1316040" y="724688"/>
                  </a:lnTo>
                  <a:lnTo>
                    <a:pt x="1296734" y="697245"/>
                  </a:lnTo>
                  <a:close/>
                  <a:moveTo>
                    <a:pt x="1153325" y="594172"/>
                  </a:moveTo>
                  <a:lnTo>
                    <a:pt x="1150959" y="528993"/>
                  </a:lnTo>
                  <a:lnTo>
                    <a:pt x="1152642" y="577644"/>
                  </a:lnTo>
                  <a:close/>
                  <a:moveTo>
                    <a:pt x="1297304" y="661486"/>
                  </a:moveTo>
                  <a:lnTo>
                    <a:pt x="1312285" y="712049"/>
                  </a:lnTo>
                  <a:lnTo>
                    <a:pt x="1316040" y="724688"/>
                  </a:lnTo>
                  <a:close/>
                  <a:moveTo>
                    <a:pt x="1074520" y="282977"/>
                  </a:moveTo>
                  <a:lnTo>
                    <a:pt x="1040711" y="291472"/>
                  </a:lnTo>
                  <a:lnTo>
                    <a:pt x="1120141" y="278869"/>
                  </a:lnTo>
                  <a:close/>
                  <a:moveTo>
                    <a:pt x="1302172" y="469299"/>
                  </a:moveTo>
                  <a:lnTo>
                    <a:pt x="1302145" y="470354"/>
                  </a:lnTo>
                  <a:lnTo>
                    <a:pt x="1302925" y="405945"/>
                  </a:lnTo>
                  <a:close/>
                  <a:moveTo>
                    <a:pt x="1080277" y="34703"/>
                  </a:moveTo>
                  <a:lnTo>
                    <a:pt x="1078616" y="35157"/>
                  </a:lnTo>
                  <a:lnTo>
                    <a:pt x="1083058" y="33967"/>
                  </a:lnTo>
                  <a:close/>
                  <a:moveTo>
                    <a:pt x="1078616" y="35157"/>
                  </a:moveTo>
                  <a:lnTo>
                    <a:pt x="1080277" y="34703"/>
                  </a:lnTo>
                  <a:lnTo>
                    <a:pt x="1065964" y="33967"/>
                  </a:lnTo>
                  <a:close/>
                  <a:moveTo>
                    <a:pt x="1065964" y="33967"/>
                  </a:moveTo>
                  <a:lnTo>
                    <a:pt x="1080277" y="34703"/>
                  </a:lnTo>
                  <a:lnTo>
                    <a:pt x="1081478" y="32831"/>
                  </a:lnTo>
                  <a:close/>
                  <a:moveTo>
                    <a:pt x="1107076" y="0"/>
                  </a:moveTo>
                  <a:lnTo>
                    <a:pt x="1065964" y="33967"/>
                  </a:lnTo>
                  <a:lnTo>
                    <a:pt x="1081478" y="32831"/>
                  </a:lnTo>
                  <a:close/>
                  <a:moveTo>
                    <a:pt x="1080277" y="34703"/>
                  </a:moveTo>
                  <a:lnTo>
                    <a:pt x="1083058" y="33967"/>
                  </a:lnTo>
                  <a:lnTo>
                    <a:pt x="1081478" y="32831"/>
                  </a:lnTo>
                  <a:close/>
                  <a:moveTo>
                    <a:pt x="1141920" y="21675"/>
                  </a:moveTo>
                  <a:lnTo>
                    <a:pt x="1137234" y="9873"/>
                  </a:lnTo>
                  <a:lnTo>
                    <a:pt x="1125202" y="27991"/>
                  </a:lnTo>
                  <a:close/>
                  <a:moveTo>
                    <a:pt x="1125202" y="27991"/>
                  </a:moveTo>
                  <a:lnTo>
                    <a:pt x="1137234" y="9873"/>
                  </a:lnTo>
                  <a:lnTo>
                    <a:pt x="1107076" y="0"/>
                  </a:lnTo>
                  <a:close/>
                  <a:moveTo>
                    <a:pt x="1081478" y="32831"/>
                  </a:moveTo>
                  <a:lnTo>
                    <a:pt x="1083058" y="33967"/>
                  </a:lnTo>
                  <a:lnTo>
                    <a:pt x="1125202" y="27991"/>
                  </a:lnTo>
                  <a:close/>
                  <a:moveTo>
                    <a:pt x="1107076" y="0"/>
                  </a:moveTo>
                  <a:lnTo>
                    <a:pt x="1081478" y="32831"/>
                  </a:lnTo>
                  <a:lnTo>
                    <a:pt x="1125202" y="2799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78" name="Output_density__4277">
              <a:extLst>
                <a:ext uri="{FF2B5EF4-FFF2-40B4-BE49-F238E27FC236}">
                  <a16:creationId xmlns:a16="http://schemas.microsoft.com/office/drawing/2014/main" id="{804DB7E5-EA05-03A8-0A70-8C2AC9EF2D43}"/>
                </a:ext>
              </a:extLst>
            </p:cNvPr>
            <p:cNvSpPr>
              <a:spLocks noGrp="1"/>
            </p:cNvSpPr>
            <p:nvPr/>
          </p:nvSpPr>
          <p:spPr>
            <a:xfrm>
              <a:off x="15124062" y="2375587"/>
              <a:ext cx="1340763" cy="1404356"/>
            </a:xfrm>
            <a:custGeom>
              <a:avLst/>
              <a:gdLst/>
              <a:ahLst/>
              <a:cxnLst/>
              <a:rect l="0" t="0" r="0" b="0"/>
              <a:pathLst>
                <a:path w="1340763" h="1404356">
                  <a:moveTo>
                    <a:pt x="0" y="831214"/>
                  </a:moveTo>
                  <a:lnTo>
                    <a:pt x="19343" y="840327"/>
                  </a:lnTo>
                  <a:lnTo>
                    <a:pt x="37074" y="855600"/>
                  </a:lnTo>
                  <a:close/>
                  <a:moveTo>
                    <a:pt x="621729" y="1374023"/>
                  </a:moveTo>
                  <a:lnTo>
                    <a:pt x="618597" y="1362605"/>
                  </a:lnTo>
                  <a:lnTo>
                    <a:pt x="593683" y="1404356"/>
                  </a:lnTo>
                  <a:close/>
                  <a:moveTo>
                    <a:pt x="621729" y="1374023"/>
                  </a:moveTo>
                  <a:lnTo>
                    <a:pt x="634366" y="1349929"/>
                  </a:lnTo>
                  <a:lnTo>
                    <a:pt x="618597" y="1362605"/>
                  </a:lnTo>
                  <a:close/>
                  <a:moveTo>
                    <a:pt x="634366" y="1349929"/>
                  </a:moveTo>
                  <a:lnTo>
                    <a:pt x="621729" y="1374023"/>
                  </a:lnTo>
                  <a:lnTo>
                    <a:pt x="656937" y="1331275"/>
                  </a:lnTo>
                  <a:close/>
                  <a:moveTo>
                    <a:pt x="641540" y="1313486"/>
                  </a:moveTo>
                  <a:lnTo>
                    <a:pt x="634366" y="1349929"/>
                  </a:lnTo>
                  <a:lnTo>
                    <a:pt x="656937" y="1331275"/>
                  </a:lnTo>
                  <a:close/>
                  <a:moveTo>
                    <a:pt x="687228" y="1298392"/>
                  </a:moveTo>
                  <a:lnTo>
                    <a:pt x="681820" y="1289408"/>
                  </a:lnTo>
                  <a:lnTo>
                    <a:pt x="656937" y="1331275"/>
                  </a:lnTo>
                  <a:close/>
                  <a:moveTo>
                    <a:pt x="687228" y="1298392"/>
                  </a:moveTo>
                  <a:lnTo>
                    <a:pt x="709426" y="1274299"/>
                  </a:lnTo>
                  <a:lnTo>
                    <a:pt x="681820" y="1289408"/>
                  </a:lnTo>
                  <a:close/>
                  <a:moveTo>
                    <a:pt x="141327" y="531109"/>
                  </a:moveTo>
                  <a:lnTo>
                    <a:pt x="167821" y="604323"/>
                  </a:lnTo>
                  <a:lnTo>
                    <a:pt x="170596" y="600765"/>
                  </a:lnTo>
                  <a:close/>
                  <a:moveTo>
                    <a:pt x="537438" y="964042"/>
                  </a:moveTo>
                  <a:lnTo>
                    <a:pt x="550438" y="925403"/>
                  </a:lnTo>
                  <a:lnTo>
                    <a:pt x="504638" y="992522"/>
                  </a:lnTo>
                  <a:close/>
                  <a:moveTo>
                    <a:pt x="329845" y="711917"/>
                  </a:moveTo>
                  <a:lnTo>
                    <a:pt x="357907" y="683302"/>
                  </a:lnTo>
                  <a:lnTo>
                    <a:pt x="411031" y="705880"/>
                  </a:lnTo>
                  <a:close/>
                  <a:moveTo>
                    <a:pt x="485513" y="563746"/>
                  </a:moveTo>
                  <a:lnTo>
                    <a:pt x="531434" y="536896"/>
                  </a:lnTo>
                  <a:lnTo>
                    <a:pt x="495958" y="559484"/>
                  </a:lnTo>
                  <a:close/>
                  <a:moveTo>
                    <a:pt x="499873" y="552071"/>
                  </a:moveTo>
                  <a:lnTo>
                    <a:pt x="495958" y="559484"/>
                  </a:lnTo>
                  <a:lnTo>
                    <a:pt x="531434" y="536896"/>
                  </a:lnTo>
                  <a:close/>
                  <a:moveTo>
                    <a:pt x="737830" y="514744"/>
                  </a:moveTo>
                  <a:lnTo>
                    <a:pt x="661822" y="540142"/>
                  </a:lnTo>
                  <a:lnTo>
                    <a:pt x="694271" y="535390"/>
                  </a:lnTo>
                  <a:close/>
                  <a:moveTo>
                    <a:pt x="721269" y="524009"/>
                  </a:moveTo>
                  <a:lnTo>
                    <a:pt x="741537" y="511296"/>
                  </a:lnTo>
                  <a:lnTo>
                    <a:pt x="737830" y="514744"/>
                  </a:lnTo>
                  <a:close/>
                  <a:moveTo>
                    <a:pt x="1231081" y="1129735"/>
                  </a:moveTo>
                  <a:lnTo>
                    <a:pt x="1271204" y="1111529"/>
                  </a:lnTo>
                  <a:lnTo>
                    <a:pt x="1302331" y="1093006"/>
                  </a:lnTo>
                  <a:close/>
                  <a:moveTo>
                    <a:pt x="1302331" y="1093006"/>
                  </a:moveTo>
                  <a:lnTo>
                    <a:pt x="1271204" y="1111529"/>
                  </a:lnTo>
                  <a:lnTo>
                    <a:pt x="1340763" y="1062020"/>
                  </a:lnTo>
                  <a:close/>
                  <a:moveTo>
                    <a:pt x="738833" y="509731"/>
                  </a:moveTo>
                  <a:lnTo>
                    <a:pt x="737830" y="514744"/>
                  </a:lnTo>
                  <a:lnTo>
                    <a:pt x="741537" y="511296"/>
                  </a:lnTo>
                  <a:close/>
                  <a:moveTo>
                    <a:pt x="1030957" y="549653"/>
                  </a:moveTo>
                  <a:lnTo>
                    <a:pt x="1020234" y="602101"/>
                  </a:lnTo>
                  <a:lnTo>
                    <a:pt x="1031640" y="566181"/>
                  </a:lnTo>
                  <a:close/>
                  <a:moveTo>
                    <a:pt x="1034806" y="490551"/>
                  </a:moveTo>
                  <a:lnTo>
                    <a:pt x="1029275" y="501002"/>
                  </a:lnTo>
                  <a:lnTo>
                    <a:pt x="1031640" y="566181"/>
                  </a:lnTo>
                  <a:close/>
                  <a:moveTo>
                    <a:pt x="1105003" y="474563"/>
                  </a:moveTo>
                  <a:lnTo>
                    <a:pt x="1034806" y="490551"/>
                  </a:lnTo>
                  <a:lnTo>
                    <a:pt x="1095449" y="472462"/>
                  </a:lnTo>
                  <a:close/>
                  <a:moveTo>
                    <a:pt x="1029275" y="501002"/>
                  </a:moveTo>
                  <a:lnTo>
                    <a:pt x="1034806" y="490551"/>
                  </a:lnTo>
                  <a:lnTo>
                    <a:pt x="1105003" y="474563"/>
                  </a:lnTo>
                  <a:close/>
                  <a:moveTo>
                    <a:pt x="1095449" y="472462"/>
                  </a:moveTo>
                  <a:lnTo>
                    <a:pt x="1034806" y="490551"/>
                  </a:lnTo>
                  <a:lnTo>
                    <a:pt x="1069866" y="478092"/>
                  </a:lnTo>
                  <a:close/>
                  <a:moveTo>
                    <a:pt x="1243947" y="374896"/>
                  </a:moveTo>
                  <a:lnTo>
                    <a:pt x="1180461" y="442363"/>
                  </a:lnTo>
                  <a:lnTo>
                    <a:pt x="1215833" y="404684"/>
                  </a:lnTo>
                  <a:close/>
                  <a:moveTo>
                    <a:pt x="1243947" y="374896"/>
                  </a:moveTo>
                  <a:lnTo>
                    <a:pt x="1215833" y="404684"/>
                  </a:lnTo>
                  <a:lnTo>
                    <a:pt x="1291552" y="378208"/>
                  </a:lnTo>
                  <a:close/>
                  <a:moveTo>
                    <a:pt x="956932" y="7166"/>
                  </a:moveTo>
                  <a:lnTo>
                    <a:pt x="944280" y="5976"/>
                  </a:lnTo>
                  <a:lnTo>
                    <a:pt x="926372" y="21143"/>
                  </a:lnTo>
                  <a:close/>
                  <a:moveTo>
                    <a:pt x="961374" y="5976"/>
                  </a:moveTo>
                  <a:lnTo>
                    <a:pt x="926372" y="21143"/>
                  </a:lnTo>
                  <a:lnTo>
                    <a:pt x="1003517" y="0"/>
                  </a:lnTo>
                  <a:close/>
                  <a:moveTo>
                    <a:pt x="956932" y="7166"/>
                  </a:moveTo>
                  <a:lnTo>
                    <a:pt x="926372" y="21143"/>
                  </a:lnTo>
                  <a:lnTo>
                    <a:pt x="961374" y="597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79" name="Output_density__4278">
              <a:extLst>
                <a:ext uri="{FF2B5EF4-FFF2-40B4-BE49-F238E27FC236}">
                  <a16:creationId xmlns:a16="http://schemas.microsoft.com/office/drawing/2014/main" id="{08C02816-49F0-1808-8198-7A9C35C81572}"/>
                </a:ext>
              </a:extLst>
            </p:cNvPr>
            <p:cNvSpPr>
              <a:spLocks noGrp="1"/>
            </p:cNvSpPr>
            <p:nvPr/>
          </p:nvSpPr>
          <p:spPr>
            <a:xfrm>
              <a:off x="15087996" y="2210172"/>
              <a:ext cx="1535318" cy="1906892"/>
            </a:xfrm>
            <a:custGeom>
              <a:avLst/>
              <a:gdLst/>
              <a:ahLst/>
              <a:cxnLst/>
              <a:rect l="0" t="0" r="0" b="0"/>
              <a:pathLst>
                <a:path w="1535318" h="1906892">
                  <a:moveTo>
                    <a:pt x="51267" y="793832"/>
                  </a:moveTo>
                  <a:lnTo>
                    <a:pt x="21643" y="806982"/>
                  </a:lnTo>
                  <a:lnTo>
                    <a:pt x="35519" y="858443"/>
                  </a:lnTo>
                  <a:close/>
                  <a:moveTo>
                    <a:pt x="0" y="787337"/>
                  </a:moveTo>
                  <a:lnTo>
                    <a:pt x="21643" y="806982"/>
                  </a:lnTo>
                  <a:lnTo>
                    <a:pt x="20603" y="766389"/>
                  </a:lnTo>
                  <a:close/>
                  <a:moveTo>
                    <a:pt x="20603" y="766389"/>
                  </a:moveTo>
                  <a:lnTo>
                    <a:pt x="21643" y="806982"/>
                  </a:lnTo>
                  <a:lnTo>
                    <a:pt x="51267" y="793832"/>
                  </a:lnTo>
                  <a:close/>
                  <a:moveTo>
                    <a:pt x="1064298" y="1852007"/>
                  </a:moveTo>
                  <a:lnTo>
                    <a:pt x="1138667" y="1886919"/>
                  </a:lnTo>
                  <a:lnTo>
                    <a:pt x="1125820" y="1834620"/>
                  </a:lnTo>
                  <a:close/>
                  <a:moveTo>
                    <a:pt x="1064298" y="1852007"/>
                  </a:moveTo>
                  <a:lnTo>
                    <a:pt x="1097109" y="1903543"/>
                  </a:lnTo>
                  <a:lnTo>
                    <a:pt x="1138667" y="1886919"/>
                  </a:lnTo>
                  <a:close/>
                  <a:moveTo>
                    <a:pt x="1125820" y="1834620"/>
                  </a:moveTo>
                  <a:lnTo>
                    <a:pt x="1187215" y="1851934"/>
                  </a:lnTo>
                  <a:lnTo>
                    <a:pt x="1169159" y="1827913"/>
                  </a:lnTo>
                  <a:close/>
                  <a:moveTo>
                    <a:pt x="1050138" y="1800470"/>
                  </a:moveTo>
                  <a:lnTo>
                    <a:pt x="1125820" y="1834620"/>
                  </a:lnTo>
                  <a:lnTo>
                    <a:pt x="1099122" y="1793583"/>
                  </a:lnTo>
                  <a:close/>
                  <a:moveTo>
                    <a:pt x="1050138" y="1800470"/>
                  </a:moveTo>
                  <a:lnTo>
                    <a:pt x="1064298" y="1852007"/>
                  </a:lnTo>
                  <a:lnTo>
                    <a:pt x="1125820" y="1834620"/>
                  </a:lnTo>
                  <a:close/>
                  <a:moveTo>
                    <a:pt x="1169159" y="1827913"/>
                  </a:moveTo>
                  <a:lnTo>
                    <a:pt x="1178134" y="1817980"/>
                  </a:lnTo>
                  <a:lnTo>
                    <a:pt x="1125820" y="1834620"/>
                  </a:lnTo>
                  <a:close/>
                  <a:moveTo>
                    <a:pt x="409652" y="951791"/>
                  </a:moveTo>
                  <a:lnTo>
                    <a:pt x="422082" y="912673"/>
                  </a:lnTo>
                  <a:lnTo>
                    <a:pt x="366328" y="967641"/>
                  </a:lnTo>
                  <a:close/>
                  <a:moveTo>
                    <a:pt x="366328" y="967641"/>
                  </a:moveTo>
                  <a:lnTo>
                    <a:pt x="422082" y="912673"/>
                  </a:lnTo>
                  <a:lnTo>
                    <a:pt x="414156" y="903998"/>
                  </a:lnTo>
                  <a:close/>
                  <a:moveTo>
                    <a:pt x="366328" y="967641"/>
                  </a:moveTo>
                  <a:lnTo>
                    <a:pt x="414156" y="903998"/>
                  </a:lnTo>
                  <a:lnTo>
                    <a:pt x="361629" y="908718"/>
                  </a:lnTo>
                  <a:close/>
                  <a:moveTo>
                    <a:pt x="414156" y="903998"/>
                  </a:moveTo>
                  <a:lnTo>
                    <a:pt x="422082" y="912673"/>
                  </a:lnTo>
                  <a:lnTo>
                    <a:pt x="428074" y="900254"/>
                  </a:lnTo>
                  <a:close/>
                  <a:moveTo>
                    <a:pt x="1204009" y="1879449"/>
                  </a:moveTo>
                  <a:lnTo>
                    <a:pt x="1276121" y="1906892"/>
                  </a:lnTo>
                  <a:lnTo>
                    <a:pt x="1263148" y="1855355"/>
                  </a:lnTo>
                  <a:close/>
                  <a:moveTo>
                    <a:pt x="1263148" y="1855355"/>
                  </a:moveTo>
                  <a:lnTo>
                    <a:pt x="1261381" y="1819650"/>
                  </a:lnTo>
                  <a:lnTo>
                    <a:pt x="1204009" y="1879449"/>
                  </a:lnTo>
                  <a:close/>
                  <a:moveTo>
                    <a:pt x="1204009" y="1879449"/>
                  </a:moveTo>
                  <a:lnTo>
                    <a:pt x="1261381" y="1819650"/>
                  </a:lnTo>
                  <a:lnTo>
                    <a:pt x="1183665" y="1825575"/>
                  </a:lnTo>
                  <a:close/>
                  <a:moveTo>
                    <a:pt x="1183665" y="1825575"/>
                  </a:moveTo>
                  <a:lnTo>
                    <a:pt x="1261381" y="1819650"/>
                  </a:lnTo>
                  <a:lnTo>
                    <a:pt x="1251810" y="1808157"/>
                  </a:lnTo>
                  <a:close/>
                  <a:moveTo>
                    <a:pt x="1204009" y="1879449"/>
                  </a:moveTo>
                  <a:lnTo>
                    <a:pt x="1183665" y="1825575"/>
                  </a:lnTo>
                  <a:lnTo>
                    <a:pt x="1187215" y="1851934"/>
                  </a:lnTo>
                  <a:close/>
                  <a:moveTo>
                    <a:pt x="1169159" y="1827913"/>
                  </a:moveTo>
                  <a:lnTo>
                    <a:pt x="1187215" y="1851934"/>
                  </a:lnTo>
                  <a:lnTo>
                    <a:pt x="1183665" y="1825575"/>
                  </a:lnTo>
                  <a:close/>
                  <a:moveTo>
                    <a:pt x="1178134" y="1817980"/>
                  </a:moveTo>
                  <a:lnTo>
                    <a:pt x="1169159" y="1827913"/>
                  </a:lnTo>
                  <a:lnTo>
                    <a:pt x="1183665" y="1825575"/>
                  </a:lnTo>
                  <a:close/>
                  <a:moveTo>
                    <a:pt x="1251810" y="1808157"/>
                  </a:moveTo>
                  <a:lnTo>
                    <a:pt x="1261381" y="1819650"/>
                  </a:lnTo>
                  <a:lnTo>
                    <a:pt x="1271129" y="1803819"/>
                  </a:lnTo>
                  <a:close/>
                  <a:moveTo>
                    <a:pt x="698711" y="1138303"/>
                  </a:moveTo>
                  <a:lnTo>
                    <a:pt x="641698" y="1157937"/>
                  </a:lnTo>
                  <a:lnTo>
                    <a:pt x="707336" y="1145583"/>
                  </a:lnTo>
                  <a:close/>
                  <a:moveTo>
                    <a:pt x="707336" y="1145583"/>
                  </a:moveTo>
                  <a:lnTo>
                    <a:pt x="641698" y="1157937"/>
                  </a:lnTo>
                  <a:lnTo>
                    <a:pt x="632843" y="1176644"/>
                  </a:lnTo>
                  <a:close/>
                  <a:moveTo>
                    <a:pt x="526863" y="1003327"/>
                  </a:moveTo>
                  <a:lnTo>
                    <a:pt x="498435" y="1023466"/>
                  </a:lnTo>
                  <a:lnTo>
                    <a:pt x="575631" y="1002514"/>
                  </a:lnTo>
                  <a:close/>
                  <a:moveTo>
                    <a:pt x="575631" y="1002514"/>
                  </a:moveTo>
                  <a:lnTo>
                    <a:pt x="498435" y="1023466"/>
                  </a:lnTo>
                  <a:lnTo>
                    <a:pt x="557005" y="1030770"/>
                  </a:lnTo>
                  <a:close/>
                  <a:moveTo>
                    <a:pt x="557005" y="1030770"/>
                  </a:moveTo>
                  <a:lnTo>
                    <a:pt x="498435" y="1023466"/>
                  </a:lnTo>
                  <a:lnTo>
                    <a:pt x="527170" y="1038330"/>
                  </a:lnTo>
                  <a:close/>
                  <a:moveTo>
                    <a:pt x="422082" y="912673"/>
                  </a:moveTo>
                  <a:lnTo>
                    <a:pt x="409652" y="951791"/>
                  </a:lnTo>
                  <a:lnTo>
                    <a:pt x="446920" y="940104"/>
                  </a:lnTo>
                  <a:close/>
                  <a:moveTo>
                    <a:pt x="428074" y="900254"/>
                  </a:moveTo>
                  <a:lnTo>
                    <a:pt x="422082" y="912673"/>
                  </a:lnTo>
                  <a:lnTo>
                    <a:pt x="446920" y="940104"/>
                  </a:lnTo>
                  <a:close/>
                  <a:moveTo>
                    <a:pt x="1263148" y="1855355"/>
                  </a:moveTo>
                  <a:lnTo>
                    <a:pt x="1288477" y="1903833"/>
                  </a:lnTo>
                  <a:lnTo>
                    <a:pt x="1275712" y="1851468"/>
                  </a:lnTo>
                  <a:close/>
                  <a:moveTo>
                    <a:pt x="1263148" y="1855355"/>
                  </a:moveTo>
                  <a:lnTo>
                    <a:pt x="1276121" y="1906892"/>
                  </a:lnTo>
                  <a:lnTo>
                    <a:pt x="1288477" y="1903833"/>
                  </a:lnTo>
                  <a:close/>
                  <a:moveTo>
                    <a:pt x="1261381" y="1819650"/>
                  </a:moveTo>
                  <a:lnTo>
                    <a:pt x="1263148" y="1855355"/>
                  </a:lnTo>
                  <a:lnTo>
                    <a:pt x="1275712" y="1851468"/>
                  </a:lnTo>
                  <a:close/>
                  <a:moveTo>
                    <a:pt x="1275712" y="1851468"/>
                  </a:moveTo>
                  <a:lnTo>
                    <a:pt x="1337561" y="1794898"/>
                  </a:lnTo>
                  <a:lnTo>
                    <a:pt x="1271129" y="1803819"/>
                  </a:lnTo>
                  <a:close/>
                  <a:moveTo>
                    <a:pt x="1271129" y="1803819"/>
                  </a:moveTo>
                  <a:lnTo>
                    <a:pt x="1337561" y="1794898"/>
                  </a:lnTo>
                  <a:lnTo>
                    <a:pt x="1318584" y="1779725"/>
                  </a:lnTo>
                  <a:close/>
                  <a:moveTo>
                    <a:pt x="1271129" y="1803819"/>
                  </a:moveTo>
                  <a:lnTo>
                    <a:pt x="1261381" y="1819650"/>
                  </a:lnTo>
                  <a:lnTo>
                    <a:pt x="1275712" y="1851468"/>
                  </a:lnTo>
                  <a:close/>
                  <a:moveTo>
                    <a:pt x="1328999" y="1762886"/>
                  </a:moveTo>
                  <a:lnTo>
                    <a:pt x="1271129" y="1803819"/>
                  </a:lnTo>
                  <a:lnTo>
                    <a:pt x="1318584" y="1779725"/>
                  </a:lnTo>
                  <a:close/>
                  <a:moveTo>
                    <a:pt x="1328999" y="1762886"/>
                  </a:moveTo>
                  <a:lnTo>
                    <a:pt x="1301933" y="1796592"/>
                  </a:lnTo>
                  <a:lnTo>
                    <a:pt x="1271129" y="1803819"/>
                  </a:lnTo>
                  <a:close/>
                  <a:moveTo>
                    <a:pt x="590783" y="852066"/>
                  </a:moveTo>
                  <a:lnTo>
                    <a:pt x="584656" y="800529"/>
                  </a:lnTo>
                  <a:lnTo>
                    <a:pt x="556008" y="864638"/>
                  </a:lnTo>
                  <a:close/>
                  <a:moveTo>
                    <a:pt x="294290" y="549025"/>
                  </a:moveTo>
                  <a:lnTo>
                    <a:pt x="243307" y="552491"/>
                  </a:lnTo>
                  <a:lnTo>
                    <a:pt x="304231" y="551599"/>
                  </a:lnTo>
                  <a:close/>
                  <a:moveTo>
                    <a:pt x="309967" y="542846"/>
                  </a:moveTo>
                  <a:lnTo>
                    <a:pt x="288506" y="491310"/>
                  </a:lnTo>
                  <a:lnTo>
                    <a:pt x="294290" y="549025"/>
                  </a:lnTo>
                  <a:close/>
                  <a:moveTo>
                    <a:pt x="288506" y="491310"/>
                  </a:moveTo>
                  <a:lnTo>
                    <a:pt x="286963" y="492239"/>
                  </a:lnTo>
                  <a:lnTo>
                    <a:pt x="294290" y="549025"/>
                  </a:lnTo>
                  <a:close/>
                  <a:moveTo>
                    <a:pt x="294290" y="549025"/>
                  </a:moveTo>
                  <a:lnTo>
                    <a:pt x="304231" y="551599"/>
                  </a:lnTo>
                  <a:lnTo>
                    <a:pt x="309967" y="542846"/>
                  </a:lnTo>
                  <a:close/>
                  <a:moveTo>
                    <a:pt x="260025" y="439773"/>
                  </a:moveTo>
                  <a:lnTo>
                    <a:pt x="286963" y="492239"/>
                  </a:lnTo>
                  <a:lnTo>
                    <a:pt x="287584" y="489362"/>
                  </a:lnTo>
                  <a:close/>
                  <a:moveTo>
                    <a:pt x="235752" y="515404"/>
                  </a:moveTo>
                  <a:lnTo>
                    <a:pt x="286963" y="492239"/>
                  </a:lnTo>
                  <a:lnTo>
                    <a:pt x="260025" y="439773"/>
                  </a:lnTo>
                  <a:close/>
                  <a:moveTo>
                    <a:pt x="286963" y="492239"/>
                  </a:moveTo>
                  <a:lnTo>
                    <a:pt x="288506" y="491310"/>
                  </a:lnTo>
                  <a:lnTo>
                    <a:pt x="287584" y="489362"/>
                  </a:lnTo>
                  <a:close/>
                  <a:moveTo>
                    <a:pt x="1318584" y="1779725"/>
                  </a:moveTo>
                  <a:lnTo>
                    <a:pt x="1337561" y="1794898"/>
                  </a:lnTo>
                  <a:lnTo>
                    <a:pt x="1338562" y="1775611"/>
                  </a:lnTo>
                  <a:close/>
                  <a:moveTo>
                    <a:pt x="1328999" y="1762886"/>
                  </a:moveTo>
                  <a:lnTo>
                    <a:pt x="1318584" y="1779725"/>
                  </a:lnTo>
                  <a:lnTo>
                    <a:pt x="1338562" y="1775611"/>
                  </a:lnTo>
                  <a:close/>
                  <a:moveTo>
                    <a:pt x="1137807" y="1511161"/>
                  </a:moveTo>
                  <a:lnTo>
                    <a:pt x="1114084" y="1470505"/>
                  </a:lnTo>
                  <a:lnTo>
                    <a:pt x="1112322" y="1476797"/>
                  </a:lnTo>
                  <a:close/>
                  <a:moveTo>
                    <a:pt x="1174689" y="1456416"/>
                  </a:moveTo>
                  <a:lnTo>
                    <a:pt x="1114084" y="1470505"/>
                  </a:lnTo>
                  <a:lnTo>
                    <a:pt x="1137807" y="1511161"/>
                  </a:lnTo>
                  <a:close/>
                  <a:moveTo>
                    <a:pt x="992360" y="1315895"/>
                  </a:moveTo>
                  <a:lnTo>
                    <a:pt x="1063329" y="1333399"/>
                  </a:lnTo>
                  <a:lnTo>
                    <a:pt x="1041859" y="1300212"/>
                  </a:lnTo>
                  <a:close/>
                  <a:moveTo>
                    <a:pt x="1061700" y="1343338"/>
                  </a:moveTo>
                  <a:lnTo>
                    <a:pt x="1063329" y="1333399"/>
                  </a:lnTo>
                  <a:lnTo>
                    <a:pt x="992360" y="1315895"/>
                  </a:lnTo>
                  <a:close/>
                  <a:moveTo>
                    <a:pt x="1003874" y="1367432"/>
                  </a:moveTo>
                  <a:lnTo>
                    <a:pt x="1061700" y="1343338"/>
                  </a:lnTo>
                  <a:lnTo>
                    <a:pt x="992360" y="1315895"/>
                  </a:lnTo>
                  <a:close/>
                  <a:moveTo>
                    <a:pt x="1041859" y="1300212"/>
                  </a:moveTo>
                  <a:lnTo>
                    <a:pt x="1063329" y="1333399"/>
                  </a:lnTo>
                  <a:lnTo>
                    <a:pt x="1099082" y="1292395"/>
                  </a:lnTo>
                  <a:close/>
                  <a:moveTo>
                    <a:pt x="590783" y="852066"/>
                  </a:moveTo>
                  <a:lnTo>
                    <a:pt x="654916" y="854472"/>
                  </a:lnTo>
                  <a:lnTo>
                    <a:pt x="635485" y="838007"/>
                  </a:lnTo>
                  <a:close/>
                  <a:moveTo>
                    <a:pt x="584656" y="800529"/>
                  </a:moveTo>
                  <a:lnTo>
                    <a:pt x="590783" y="852066"/>
                  </a:lnTo>
                  <a:lnTo>
                    <a:pt x="635485" y="838007"/>
                  </a:lnTo>
                  <a:close/>
                  <a:moveTo>
                    <a:pt x="688146" y="833177"/>
                  </a:moveTo>
                  <a:lnTo>
                    <a:pt x="610540" y="795544"/>
                  </a:lnTo>
                  <a:lnTo>
                    <a:pt x="635485" y="838007"/>
                  </a:lnTo>
                  <a:close/>
                  <a:moveTo>
                    <a:pt x="288506" y="491310"/>
                  </a:moveTo>
                  <a:lnTo>
                    <a:pt x="309967" y="542846"/>
                  </a:lnTo>
                  <a:lnTo>
                    <a:pt x="354805" y="518753"/>
                  </a:lnTo>
                  <a:close/>
                  <a:moveTo>
                    <a:pt x="288506" y="491310"/>
                  </a:moveTo>
                  <a:lnTo>
                    <a:pt x="354805" y="518753"/>
                  </a:lnTo>
                  <a:lnTo>
                    <a:pt x="321965" y="467216"/>
                  </a:lnTo>
                  <a:close/>
                  <a:moveTo>
                    <a:pt x="296078" y="422085"/>
                  </a:moveTo>
                  <a:lnTo>
                    <a:pt x="287584" y="489362"/>
                  </a:lnTo>
                  <a:lnTo>
                    <a:pt x="307951" y="415679"/>
                  </a:lnTo>
                  <a:close/>
                  <a:moveTo>
                    <a:pt x="307951" y="415679"/>
                  </a:moveTo>
                  <a:lnTo>
                    <a:pt x="287584" y="489362"/>
                  </a:lnTo>
                  <a:lnTo>
                    <a:pt x="288506" y="491310"/>
                  </a:lnTo>
                  <a:close/>
                  <a:moveTo>
                    <a:pt x="307951" y="415679"/>
                  </a:moveTo>
                  <a:lnTo>
                    <a:pt x="288506" y="491310"/>
                  </a:lnTo>
                  <a:lnTo>
                    <a:pt x="321965" y="467216"/>
                  </a:lnTo>
                  <a:close/>
                  <a:moveTo>
                    <a:pt x="260025" y="439773"/>
                  </a:moveTo>
                  <a:lnTo>
                    <a:pt x="287584" y="489362"/>
                  </a:lnTo>
                  <a:lnTo>
                    <a:pt x="296078" y="422085"/>
                  </a:lnTo>
                  <a:close/>
                  <a:moveTo>
                    <a:pt x="267791" y="415358"/>
                  </a:moveTo>
                  <a:lnTo>
                    <a:pt x="260025" y="439773"/>
                  </a:lnTo>
                  <a:lnTo>
                    <a:pt x="296078" y="422085"/>
                  </a:lnTo>
                  <a:close/>
                  <a:moveTo>
                    <a:pt x="337459" y="366260"/>
                  </a:moveTo>
                  <a:lnTo>
                    <a:pt x="267791" y="415358"/>
                  </a:lnTo>
                  <a:lnTo>
                    <a:pt x="307951" y="415679"/>
                  </a:lnTo>
                  <a:close/>
                  <a:moveTo>
                    <a:pt x="307951" y="415679"/>
                  </a:moveTo>
                  <a:lnTo>
                    <a:pt x="267791" y="415358"/>
                  </a:lnTo>
                  <a:lnTo>
                    <a:pt x="296078" y="422085"/>
                  </a:lnTo>
                  <a:close/>
                  <a:moveTo>
                    <a:pt x="1390876" y="1684656"/>
                  </a:moveTo>
                  <a:lnTo>
                    <a:pt x="1376767" y="1719791"/>
                  </a:lnTo>
                  <a:lnTo>
                    <a:pt x="1384105" y="1704094"/>
                  </a:lnTo>
                  <a:close/>
                  <a:moveTo>
                    <a:pt x="1384105" y="1704094"/>
                  </a:moveTo>
                  <a:lnTo>
                    <a:pt x="1405901" y="1740833"/>
                  </a:lnTo>
                  <a:lnTo>
                    <a:pt x="1406096" y="1695947"/>
                  </a:lnTo>
                  <a:close/>
                  <a:moveTo>
                    <a:pt x="1390876" y="1684656"/>
                  </a:moveTo>
                  <a:lnTo>
                    <a:pt x="1384105" y="1704094"/>
                  </a:lnTo>
                  <a:lnTo>
                    <a:pt x="1406096" y="1695947"/>
                  </a:lnTo>
                  <a:close/>
                  <a:moveTo>
                    <a:pt x="1464192" y="1686698"/>
                  </a:moveTo>
                  <a:lnTo>
                    <a:pt x="1406096" y="1695947"/>
                  </a:lnTo>
                  <a:lnTo>
                    <a:pt x="1405901" y="1740833"/>
                  </a:lnTo>
                  <a:close/>
                  <a:moveTo>
                    <a:pt x="1406096" y="1695947"/>
                  </a:moveTo>
                  <a:lnTo>
                    <a:pt x="1437121" y="1682884"/>
                  </a:lnTo>
                  <a:lnTo>
                    <a:pt x="1390876" y="1684656"/>
                  </a:lnTo>
                  <a:close/>
                  <a:moveTo>
                    <a:pt x="1406096" y="1695947"/>
                  </a:moveTo>
                  <a:lnTo>
                    <a:pt x="1464192" y="1686698"/>
                  </a:lnTo>
                  <a:lnTo>
                    <a:pt x="1437121" y="1682884"/>
                  </a:lnTo>
                  <a:close/>
                  <a:moveTo>
                    <a:pt x="1061700" y="1343338"/>
                  </a:moveTo>
                  <a:lnTo>
                    <a:pt x="1068998" y="1354593"/>
                  </a:lnTo>
                  <a:lnTo>
                    <a:pt x="1069773" y="1340261"/>
                  </a:lnTo>
                  <a:close/>
                  <a:moveTo>
                    <a:pt x="1063329" y="1333399"/>
                  </a:moveTo>
                  <a:lnTo>
                    <a:pt x="1061700" y="1343338"/>
                  </a:lnTo>
                  <a:lnTo>
                    <a:pt x="1069773" y="1340261"/>
                  </a:lnTo>
                  <a:close/>
                  <a:moveTo>
                    <a:pt x="1068998" y="1354593"/>
                  </a:moveTo>
                  <a:lnTo>
                    <a:pt x="1125552" y="1319244"/>
                  </a:lnTo>
                  <a:lnTo>
                    <a:pt x="1069773" y="1340261"/>
                  </a:lnTo>
                  <a:close/>
                  <a:moveTo>
                    <a:pt x="1149132" y="1344622"/>
                  </a:moveTo>
                  <a:lnTo>
                    <a:pt x="1125552" y="1319244"/>
                  </a:lnTo>
                  <a:lnTo>
                    <a:pt x="1068998" y="1354593"/>
                  </a:lnTo>
                  <a:close/>
                  <a:moveTo>
                    <a:pt x="1135060" y="1292011"/>
                  </a:moveTo>
                  <a:lnTo>
                    <a:pt x="1069773" y="1340261"/>
                  </a:lnTo>
                  <a:lnTo>
                    <a:pt x="1125552" y="1319244"/>
                  </a:lnTo>
                  <a:close/>
                  <a:moveTo>
                    <a:pt x="1063329" y="1333399"/>
                  </a:moveTo>
                  <a:lnTo>
                    <a:pt x="1069773" y="1340261"/>
                  </a:lnTo>
                  <a:lnTo>
                    <a:pt x="1135060" y="1292011"/>
                  </a:lnTo>
                  <a:close/>
                  <a:moveTo>
                    <a:pt x="1099082" y="1292395"/>
                  </a:moveTo>
                  <a:lnTo>
                    <a:pt x="1063329" y="1333399"/>
                  </a:lnTo>
                  <a:lnTo>
                    <a:pt x="1135060" y="1292011"/>
                  </a:lnTo>
                  <a:close/>
                  <a:moveTo>
                    <a:pt x="876400" y="1085655"/>
                  </a:moveTo>
                  <a:lnTo>
                    <a:pt x="923673" y="1069358"/>
                  </a:lnTo>
                  <a:lnTo>
                    <a:pt x="891318" y="1039633"/>
                  </a:lnTo>
                  <a:close/>
                  <a:moveTo>
                    <a:pt x="373352" y="365555"/>
                  </a:moveTo>
                  <a:lnTo>
                    <a:pt x="307951" y="415679"/>
                  </a:lnTo>
                  <a:lnTo>
                    <a:pt x="358021" y="391585"/>
                  </a:lnTo>
                  <a:close/>
                  <a:moveTo>
                    <a:pt x="373352" y="365555"/>
                  </a:moveTo>
                  <a:lnTo>
                    <a:pt x="337459" y="366260"/>
                  </a:lnTo>
                  <a:lnTo>
                    <a:pt x="307951" y="415679"/>
                  </a:lnTo>
                  <a:close/>
                  <a:moveTo>
                    <a:pt x="1514033" y="1552833"/>
                  </a:moveTo>
                  <a:lnTo>
                    <a:pt x="1528106" y="1609976"/>
                  </a:lnTo>
                  <a:lnTo>
                    <a:pt x="1534525" y="1602583"/>
                  </a:lnTo>
                  <a:close/>
                  <a:moveTo>
                    <a:pt x="1528106" y="1609976"/>
                  </a:moveTo>
                  <a:lnTo>
                    <a:pt x="1535318" y="1604370"/>
                  </a:lnTo>
                  <a:lnTo>
                    <a:pt x="1534525" y="1602583"/>
                  </a:lnTo>
                  <a:close/>
                  <a:moveTo>
                    <a:pt x="416242" y="351236"/>
                  </a:moveTo>
                  <a:lnTo>
                    <a:pt x="373352" y="365555"/>
                  </a:lnTo>
                  <a:lnTo>
                    <a:pt x="448599" y="337318"/>
                  </a:lnTo>
                  <a:close/>
                  <a:moveTo>
                    <a:pt x="448599" y="337318"/>
                  </a:moveTo>
                  <a:lnTo>
                    <a:pt x="456225" y="315955"/>
                  </a:lnTo>
                  <a:lnTo>
                    <a:pt x="436939" y="340049"/>
                  </a:lnTo>
                  <a:close/>
                  <a:moveTo>
                    <a:pt x="1514033" y="1552833"/>
                  </a:moveTo>
                  <a:lnTo>
                    <a:pt x="1534525" y="1602583"/>
                  </a:lnTo>
                  <a:lnTo>
                    <a:pt x="1526167" y="1548811"/>
                  </a:lnTo>
                  <a:close/>
                  <a:moveTo>
                    <a:pt x="513849" y="271698"/>
                  </a:moveTo>
                  <a:lnTo>
                    <a:pt x="456225" y="315955"/>
                  </a:lnTo>
                  <a:lnTo>
                    <a:pt x="498323" y="291861"/>
                  </a:lnTo>
                  <a:close/>
                  <a:moveTo>
                    <a:pt x="513849" y="271698"/>
                  </a:moveTo>
                  <a:lnTo>
                    <a:pt x="481385" y="285219"/>
                  </a:lnTo>
                  <a:lnTo>
                    <a:pt x="456225" y="315955"/>
                  </a:lnTo>
                  <a:close/>
                  <a:moveTo>
                    <a:pt x="974732" y="689374"/>
                  </a:moveTo>
                  <a:lnTo>
                    <a:pt x="944121" y="704154"/>
                  </a:lnTo>
                  <a:lnTo>
                    <a:pt x="989150" y="691133"/>
                  </a:lnTo>
                  <a:close/>
                  <a:moveTo>
                    <a:pt x="989150" y="691133"/>
                  </a:moveTo>
                  <a:lnTo>
                    <a:pt x="944121" y="704154"/>
                  </a:lnTo>
                  <a:lnTo>
                    <a:pt x="920041" y="742322"/>
                  </a:lnTo>
                  <a:close/>
                  <a:moveTo>
                    <a:pt x="989150" y="691133"/>
                  </a:moveTo>
                  <a:lnTo>
                    <a:pt x="920041" y="742322"/>
                  </a:lnTo>
                  <a:lnTo>
                    <a:pt x="948851" y="715136"/>
                  </a:lnTo>
                  <a:close/>
                  <a:moveTo>
                    <a:pt x="974732" y="689374"/>
                  </a:moveTo>
                  <a:lnTo>
                    <a:pt x="989150" y="691133"/>
                  </a:lnTo>
                  <a:lnTo>
                    <a:pt x="995125" y="680060"/>
                  </a:lnTo>
                  <a:close/>
                  <a:moveTo>
                    <a:pt x="1135501" y="484263"/>
                  </a:moveTo>
                  <a:lnTo>
                    <a:pt x="1159553" y="453168"/>
                  </a:lnTo>
                  <a:lnTo>
                    <a:pt x="1112965" y="477262"/>
                  </a:lnTo>
                  <a:close/>
                  <a:moveTo>
                    <a:pt x="848842" y="143948"/>
                  </a:moveTo>
                  <a:lnTo>
                    <a:pt x="837577" y="203982"/>
                  </a:lnTo>
                  <a:lnTo>
                    <a:pt x="862686" y="162960"/>
                  </a:lnTo>
                  <a:close/>
                  <a:moveTo>
                    <a:pt x="848842" y="143948"/>
                  </a:moveTo>
                  <a:lnTo>
                    <a:pt x="805956" y="168043"/>
                  </a:lnTo>
                  <a:lnTo>
                    <a:pt x="837577" y="203982"/>
                  </a:lnTo>
                  <a:close/>
                  <a:moveTo>
                    <a:pt x="845785" y="99771"/>
                  </a:moveTo>
                  <a:lnTo>
                    <a:pt x="805956" y="168043"/>
                  </a:lnTo>
                  <a:lnTo>
                    <a:pt x="848842" y="143948"/>
                  </a:lnTo>
                  <a:close/>
                  <a:moveTo>
                    <a:pt x="845785" y="99771"/>
                  </a:moveTo>
                  <a:lnTo>
                    <a:pt x="816602" y="125560"/>
                  </a:lnTo>
                  <a:lnTo>
                    <a:pt x="805956" y="168043"/>
                  </a:lnTo>
                  <a:close/>
                  <a:moveTo>
                    <a:pt x="845785" y="99771"/>
                  </a:moveTo>
                  <a:lnTo>
                    <a:pt x="844810" y="92412"/>
                  </a:lnTo>
                  <a:lnTo>
                    <a:pt x="818739" y="116506"/>
                  </a:lnTo>
                  <a:close/>
                  <a:moveTo>
                    <a:pt x="1149526" y="497748"/>
                  </a:moveTo>
                  <a:lnTo>
                    <a:pt x="1159553" y="453168"/>
                  </a:lnTo>
                  <a:lnTo>
                    <a:pt x="1135501" y="484263"/>
                  </a:lnTo>
                  <a:close/>
                  <a:moveTo>
                    <a:pt x="1182387" y="446271"/>
                  </a:moveTo>
                  <a:lnTo>
                    <a:pt x="1159553" y="453168"/>
                  </a:lnTo>
                  <a:lnTo>
                    <a:pt x="1149526" y="497748"/>
                  </a:lnTo>
                  <a:close/>
                  <a:moveTo>
                    <a:pt x="1212427" y="484593"/>
                  </a:moveTo>
                  <a:lnTo>
                    <a:pt x="1182387" y="446271"/>
                  </a:lnTo>
                  <a:lnTo>
                    <a:pt x="1149526" y="497748"/>
                  </a:lnTo>
                  <a:close/>
                  <a:moveTo>
                    <a:pt x="1229107" y="480611"/>
                  </a:moveTo>
                  <a:lnTo>
                    <a:pt x="1226367" y="429074"/>
                  </a:lnTo>
                  <a:lnTo>
                    <a:pt x="1212427" y="484593"/>
                  </a:lnTo>
                  <a:close/>
                  <a:moveTo>
                    <a:pt x="1226367" y="429074"/>
                  </a:moveTo>
                  <a:lnTo>
                    <a:pt x="1182387" y="446271"/>
                  </a:lnTo>
                  <a:lnTo>
                    <a:pt x="1212427" y="484593"/>
                  </a:lnTo>
                  <a:close/>
                  <a:moveTo>
                    <a:pt x="1170270" y="439581"/>
                  </a:moveTo>
                  <a:lnTo>
                    <a:pt x="1159553" y="453168"/>
                  </a:lnTo>
                  <a:lnTo>
                    <a:pt x="1182387" y="446271"/>
                  </a:lnTo>
                  <a:close/>
                  <a:moveTo>
                    <a:pt x="1240834" y="393832"/>
                  </a:moveTo>
                  <a:lnTo>
                    <a:pt x="1182387" y="446271"/>
                  </a:lnTo>
                  <a:lnTo>
                    <a:pt x="1226367" y="429074"/>
                  </a:lnTo>
                  <a:close/>
                  <a:moveTo>
                    <a:pt x="1056016" y="247022"/>
                  </a:moveTo>
                  <a:lnTo>
                    <a:pt x="1072731" y="274464"/>
                  </a:lnTo>
                  <a:lnTo>
                    <a:pt x="1086143" y="222928"/>
                  </a:lnTo>
                  <a:close/>
                  <a:moveTo>
                    <a:pt x="848842" y="143948"/>
                  </a:moveTo>
                  <a:lnTo>
                    <a:pt x="862686" y="162960"/>
                  </a:lnTo>
                  <a:lnTo>
                    <a:pt x="866071" y="137062"/>
                  </a:lnTo>
                  <a:close/>
                  <a:moveTo>
                    <a:pt x="845785" y="99771"/>
                  </a:moveTo>
                  <a:lnTo>
                    <a:pt x="848842" y="143948"/>
                  </a:lnTo>
                  <a:lnTo>
                    <a:pt x="866071" y="137062"/>
                  </a:lnTo>
                  <a:close/>
                  <a:moveTo>
                    <a:pt x="845785" y="99771"/>
                  </a:moveTo>
                  <a:lnTo>
                    <a:pt x="866071" y="137062"/>
                  </a:lnTo>
                  <a:lnTo>
                    <a:pt x="844810" y="92412"/>
                  </a:lnTo>
                  <a:close/>
                  <a:moveTo>
                    <a:pt x="844810" y="92412"/>
                  </a:moveTo>
                  <a:lnTo>
                    <a:pt x="866071" y="137062"/>
                  </a:lnTo>
                  <a:lnTo>
                    <a:pt x="906025" y="119855"/>
                  </a:lnTo>
                  <a:close/>
                  <a:moveTo>
                    <a:pt x="844810" y="92412"/>
                  </a:moveTo>
                  <a:lnTo>
                    <a:pt x="906025" y="119855"/>
                  </a:lnTo>
                  <a:lnTo>
                    <a:pt x="893292" y="68318"/>
                  </a:lnTo>
                  <a:close/>
                  <a:moveTo>
                    <a:pt x="911068" y="34273"/>
                  </a:moveTo>
                  <a:lnTo>
                    <a:pt x="844810" y="92412"/>
                  </a:lnTo>
                  <a:lnTo>
                    <a:pt x="893292" y="68318"/>
                  </a:lnTo>
                  <a:close/>
                  <a:moveTo>
                    <a:pt x="911068" y="34273"/>
                  </a:moveTo>
                  <a:lnTo>
                    <a:pt x="877649" y="44227"/>
                  </a:lnTo>
                  <a:lnTo>
                    <a:pt x="844810" y="92412"/>
                  </a:lnTo>
                  <a:close/>
                  <a:moveTo>
                    <a:pt x="1226367" y="429074"/>
                  </a:moveTo>
                  <a:lnTo>
                    <a:pt x="1229107" y="480611"/>
                  </a:lnTo>
                  <a:lnTo>
                    <a:pt x="1274568" y="456517"/>
                  </a:lnTo>
                  <a:close/>
                  <a:moveTo>
                    <a:pt x="1226367" y="429074"/>
                  </a:moveTo>
                  <a:lnTo>
                    <a:pt x="1274568" y="456517"/>
                  </a:lnTo>
                  <a:lnTo>
                    <a:pt x="1271081" y="404980"/>
                  </a:lnTo>
                  <a:close/>
                  <a:moveTo>
                    <a:pt x="1275102" y="387054"/>
                  </a:moveTo>
                  <a:lnTo>
                    <a:pt x="1226367" y="429074"/>
                  </a:lnTo>
                  <a:lnTo>
                    <a:pt x="1271081" y="404980"/>
                  </a:lnTo>
                  <a:close/>
                  <a:moveTo>
                    <a:pt x="1275102" y="387054"/>
                  </a:moveTo>
                  <a:lnTo>
                    <a:pt x="1240834" y="393832"/>
                  </a:lnTo>
                  <a:lnTo>
                    <a:pt x="1226367" y="429074"/>
                  </a:lnTo>
                  <a:close/>
                  <a:moveTo>
                    <a:pt x="1240834" y="393832"/>
                  </a:moveTo>
                  <a:lnTo>
                    <a:pt x="1275102" y="387054"/>
                  </a:lnTo>
                  <a:lnTo>
                    <a:pt x="1252532" y="377538"/>
                  </a:lnTo>
                  <a:close/>
                  <a:moveTo>
                    <a:pt x="1086143" y="222928"/>
                  </a:moveTo>
                  <a:lnTo>
                    <a:pt x="1133696" y="207712"/>
                  </a:lnTo>
                  <a:lnTo>
                    <a:pt x="1124883" y="204068"/>
                  </a:lnTo>
                  <a:close/>
                  <a:moveTo>
                    <a:pt x="1118144" y="250371"/>
                  </a:moveTo>
                  <a:lnTo>
                    <a:pt x="1133696" y="207712"/>
                  </a:lnTo>
                  <a:lnTo>
                    <a:pt x="1086143" y="222928"/>
                  </a:lnTo>
                  <a:close/>
                  <a:moveTo>
                    <a:pt x="1072731" y="274464"/>
                  </a:moveTo>
                  <a:lnTo>
                    <a:pt x="1118144" y="250371"/>
                  </a:lnTo>
                  <a:lnTo>
                    <a:pt x="1086143" y="222928"/>
                  </a:lnTo>
                  <a:close/>
                  <a:moveTo>
                    <a:pt x="1124883" y="204068"/>
                  </a:moveTo>
                  <a:lnTo>
                    <a:pt x="1089004" y="175517"/>
                  </a:lnTo>
                  <a:lnTo>
                    <a:pt x="1086143" y="222928"/>
                  </a:lnTo>
                  <a:close/>
                  <a:moveTo>
                    <a:pt x="1089004" y="175517"/>
                  </a:moveTo>
                  <a:lnTo>
                    <a:pt x="1124883" y="204068"/>
                  </a:lnTo>
                  <a:lnTo>
                    <a:pt x="1137748" y="198834"/>
                  </a:lnTo>
                  <a:close/>
                  <a:moveTo>
                    <a:pt x="1124883" y="204068"/>
                  </a:moveTo>
                  <a:lnTo>
                    <a:pt x="1133696" y="207712"/>
                  </a:lnTo>
                  <a:lnTo>
                    <a:pt x="1137748" y="198834"/>
                  </a:lnTo>
                  <a:close/>
                  <a:moveTo>
                    <a:pt x="911068" y="34273"/>
                  </a:moveTo>
                  <a:lnTo>
                    <a:pt x="893292" y="68318"/>
                  </a:lnTo>
                  <a:lnTo>
                    <a:pt x="938615" y="53325"/>
                  </a:lnTo>
                  <a:close/>
                  <a:moveTo>
                    <a:pt x="939396" y="16781"/>
                  </a:moveTo>
                  <a:lnTo>
                    <a:pt x="911068" y="34273"/>
                  </a:lnTo>
                  <a:lnTo>
                    <a:pt x="986793" y="7821"/>
                  </a:lnTo>
                  <a:close/>
                  <a:moveTo>
                    <a:pt x="986793" y="7821"/>
                  </a:moveTo>
                  <a:lnTo>
                    <a:pt x="911068" y="34273"/>
                  </a:lnTo>
                  <a:lnTo>
                    <a:pt x="965147" y="44224"/>
                  </a:lnTo>
                  <a:close/>
                  <a:moveTo>
                    <a:pt x="965147" y="44224"/>
                  </a:moveTo>
                  <a:lnTo>
                    <a:pt x="911068" y="34273"/>
                  </a:lnTo>
                  <a:lnTo>
                    <a:pt x="938615" y="53325"/>
                  </a:lnTo>
                  <a:close/>
                  <a:moveTo>
                    <a:pt x="1133696" y="207712"/>
                  </a:moveTo>
                  <a:lnTo>
                    <a:pt x="1170900" y="211913"/>
                  </a:lnTo>
                  <a:lnTo>
                    <a:pt x="1137748" y="198834"/>
                  </a:lnTo>
                  <a:close/>
                  <a:moveTo>
                    <a:pt x="1137748" y="198834"/>
                  </a:moveTo>
                  <a:lnTo>
                    <a:pt x="1191916" y="174740"/>
                  </a:lnTo>
                  <a:lnTo>
                    <a:pt x="1128523" y="188373"/>
                  </a:lnTo>
                  <a:close/>
                  <a:moveTo>
                    <a:pt x="986793" y="7821"/>
                  </a:moveTo>
                  <a:lnTo>
                    <a:pt x="965147" y="44224"/>
                  </a:lnTo>
                  <a:lnTo>
                    <a:pt x="1019191" y="25801"/>
                  </a:lnTo>
                  <a:close/>
                  <a:moveTo>
                    <a:pt x="986793" y="7821"/>
                  </a:moveTo>
                  <a:lnTo>
                    <a:pt x="1019191" y="25801"/>
                  </a:lnTo>
                  <a:lnTo>
                    <a:pt x="1067501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80" name="Output_density__4279">
              <a:extLst>
                <a:ext uri="{FF2B5EF4-FFF2-40B4-BE49-F238E27FC236}">
                  <a16:creationId xmlns:a16="http://schemas.microsoft.com/office/drawing/2014/main" id="{4EC62A3F-3417-0312-25B1-1159BDFD46D5}"/>
                </a:ext>
              </a:extLst>
            </p:cNvPr>
            <p:cNvSpPr>
              <a:spLocks noGrp="1"/>
            </p:cNvSpPr>
            <p:nvPr/>
          </p:nvSpPr>
          <p:spPr>
            <a:xfrm>
              <a:off x="14980929" y="2281839"/>
              <a:ext cx="1471297" cy="1515959"/>
            </a:xfrm>
            <a:custGeom>
              <a:avLst/>
              <a:gdLst/>
              <a:ahLst/>
              <a:cxnLst/>
              <a:rect l="0" t="0" r="0" b="0"/>
              <a:pathLst>
                <a:path w="1471297" h="1515959">
                  <a:moveTo>
                    <a:pt x="429077" y="1490702"/>
                  </a:moveTo>
                  <a:lnTo>
                    <a:pt x="409378" y="1474723"/>
                  </a:lnTo>
                  <a:lnTo>
                    <a:pt x="453924" y="1515959"/>
                  </a:lnTo>
                  <a:close/>
                  <a:moveTo>
                    <a:pt x="357252" y="1416375"/>
                  </a:moveTo>
                  <a:lnTo>
                    <a:pt x="406195" y="1464423"/>
                  </a:lnTo>
                  <a:lnTo>
                    <a:pt x="362831" y="1417696"/>
                  </a:lnTo>
                  <a:close/>
                  <a:moveTo>
                    <a:pt x="357252" y="1416375"/>
                  </a:moveTo>
                  <a:lnTo>
                    <a:pt x="409378" y="1474723"/>
                  </a:lnTo>
                  <a:lnTo>
                    <a:pt x="406195" y="1464423"/>
                  </a:lnTo>
                  <a:close/>
                  <a:moveTo>
                    <a:pt x="406195" y="1464423"/>
                  </a:moveTo>
                  <a:lnTo>
                    <a:pt x="409378" y="1474723"/>
                  </a:lnTo>
                  <a:lnTo>
                    <a:pt x="429077" y="1490702"/>
                  </a:lnTo>
                  <a:close/>
                  <a:moveTo>
                    <a:pt x="353663" y="1412886"/>
                  </a:moveTo>
                  <a:lnTo>
                    <a:pt x="357252" y="1416375"/>
                  </a:lnTo>
                  <a:lnTo>
                    <a:pt x="362831" y="1417696"/>
                  </a:lnTo>
                  <a:close/>
                  <a:moveTo>
                    <a:pt x="429077" y="1490702"/>
                  </a:moveTo>
                  <a:lnTo>
                    <a:pt x="496717" y="1504443"/>
                  </a:lnTo>
                  <a:lnTo>
                    <a:pt x="503180" y="1458187"/>
                  </a:lnTo>
                  <a:close/>
                  <a:moveTo>
                    <a:pt x="496717" y="1504443"/>
                  </a:moveTo>
                  <a:lnTo>
                    <a:pt x="541886" y="1505703"/>
                  </a:lnTo>
                  <a:lnTo>
                    <a:pt x="503180" y="1458187"/>
                  </a:lnTo>
                  <a:close/>
                  <a:moveTo>
                    <a:pt x="417399" y="1440329"/>
                  </a:moveTo>
                  <a:lnTo>
                    <a:pt x="429077" y="1490702"/>
                  </a:lnTo>
                  <a:lnTo>
                    <a:pt x="460479" y="1473211"/>
                  </a:lnTo>
                  <a:close/>
                  <a:moveTo>
                    <a:pt x="417399" y="1440329"/>
                  </a:moveTo>
                  <a:lnTo>
                    <a:pt x="406195" y="1464423"/>
                  </a:lnTo>
                  <a:lnTo>
                    <a:pt x="429077" y="1490702"/>
                  </a:lnTo>
                  <a:close/>
                  <a:moveTo>
                    <a:pt x="373426" y="1403226"/>
                  </a:moveTo>
                  <a:lnTo>
                    <a:pt x="362831" y="1417696"/>
                  </a:lnTo>
                  <a:lnTo>
                    <a:pt x="398259" y="1388792"/>
                  </a:lnTo>
                  <a:close/>
                  <a:moveTo>
                    <a:pt x="398259" y="1388792"/>
                  </a:moveTo>
                  <a:lnTo>
                    <a:pt x="362831" y="1417696"/>
                  </a:lnTo>
                  <a:lnTo>
                    <a:pt x="406195" y="1464423"/>
                  </a:lnTo>
                  <a:close/>
                  <a:moveTo>
                    <a:pt x="398259" y="1388792"/>
                  </a:moveTo>
                  <a:lnTo>
                    <a:pt x="406195" y="1464423"/>
                  </a:lnTo>
                  <a:lnTo>
                    <a:pt x="417399" y="1440329"/>
                  </a:lnTo>
                  <a:close/>
                  <a:moveTo>
                    <a:pt x="353663" y="1412886"/>
                  </a:moveTo>
                  <a:lnTo>
                    <a:pt x="362831" y="1417696"/>
                  </a:lnTo>
                  <a:lnTo>
                    <a:pt x="373426" y="1403226"/>
                  </a:lnTo>
                  <a:close/>
                  <a:moveTo>
                    <a:pt x="310685" y="1397409"/>
                  </a:moveTo>
                  <a:lnTo>
                    <a:pt x="373426" y="1403226"/>
                  </a:lnTo>
                  <a:lnTo>
                    <a:pt x="388861" y="1380118"/>
                  </a:lnTo>
                  <a:close/>
                  <a:moveTo>
                    <a:pt x="0" y="889475"/>
                  </a:moveTo>
                  <a:lnTo>
                    <a:pt x="19944" y="936004"/>
                  </a:lnTo>
                  <a:lnTo>
                    <a:pt x="63469" y="875859"/>
                  </a:lnTo>
                  <a:close/>
                  <a:moveTo>
                    <a:pt x="0" y="889475"/>
                  </a:moveTo>
                  <a:lnTo>
                    <a:pt x="63469" y="875859"/>
                  </a:lnTo>
                  <a:lnTo>
                    <a:pt x="13236" y="849106"/>
                  </a:lnTo>
                  <a:close/>
                  <a:moveTo>
                    <a:pt x="66026" y="871800"/>
                  </a:moveTo>
                  <a:lnTo>
                    <a:pt x="73351" y="805081"/>
                  </a:lnTo>
                  <a:lnTo>
                    <a:pt x="36306" y="800457"/>
                  </a:lnTo>
                  <a:close/>
                  <a:moveTo>
                    <a:pt x="426331" y="1209969"/>
                  </a:moveTo>
                  <a:lnTo>
                    <a:pt x="388490" y="1140008"/>
                  </a:lnTo>
                  <a:lnTo>
                    <a:pt x="387984" y="1203162"/>
                  </a:lnTo>
                  <a:close/>
                  <a:moveTo>
                    <a:pt x="429319" y="1134458"/>
                  </a:moveTo>
                  <a:lnTo>
                    <a:pt x="446153" y="1149847"/>
                  </a:lnTo>
                  <a:lnTo>
                    <a:pt x="409109" y="1123245"/>
                  </a:lnTo>
                  <a:close/>
                  <a:moveTo>
                    <a:pt x="399140" y="943121"/>
                  </a:moveTo>
                  <a:lnTo>
                    <a:pt x="430989" y="892467"/>
                  </a:lnTo>
                  <a:lnTo>
                    <a:pt x="391513" y="886579"/>
                  </a:lnTo>
                  <a:close/>
                  <a:moveTo>
                    <a:pt x="430989" y="892467"/>
                  </a:moveTo>
                  <a:lnTo>
                    <a:pt x="409416" y="877594"/>
                  </a:lnTo>
                  <a:lnTo>
                    <a:pt x="391513" y="886579"/>
                  </a:lnTo>
                  <a:close/>
                  <a:moveTo>
                    <a:pt x="245275" y="678532"/>
                  </a:moveTo>
                  <a:lnTo>
                    <a:pt x="209811" y="698071"/>
                  </a:lnTo>
                  <a:lnTo>
                    <a:pt x="264641" y="725531"/>
                  </a:lnTo>
                  <a:close/>
                  <a:moveTo>
                    <a:pt x="264641" y="725531"/>
                  </a:moveTo>
                  <a:lnTo>
                    <a:pt x="305367" y="703026"/>
                  </a:lnTo>
                  <a:lnTo>
                    <a:pt x="284741" y="684429"/>
                  </a:lnTo>
                  <a:close/>
                  <a:moveTo>
                    <a:pt x="284460" y="624858"/>
                  </a:moveTo>
                  <a:lnTo>
                    <a:pt x="270246" y="622440"/>
                  </a:lnTo>
                  <a:lnTo>
                    <a:pt x="284741" y="684429"/>
                  </a:lnTo>
                  <a:close/>
                  <a:moveTo>
                    <a:pt x="284741" y="684429"/>
                  </a:moveTo>
                  <a:lnTo>
                    <a:pt x="234615" y="624455"/>
                  </a:lnTo>
                  <a:lnTo>
                    <a:pt x="245275" y="678532"/>
                  </a:lnTo>
                  <a:close/>
                  <a:moveTo>
                    <a:pt x="180840" y="586794"/>
                  </a:moveTo>
                  <a:lnTo>
                    <a:pt x="234615" y="624455"/>
                  </a:lnTo>
                  <a:lnTo>
                    <a:pt x="235469" y="616365"/>
                  </a:lnTo>
                  <a:close/>
                  <a:moveTo>
                    <a:pt x="173387" y="594998"/>
                  </a:moveTo>
                  <a:lnTo>
                    <a:pt x="234615" y="624455"/>
                  </a:lnTo>
                  <a:lnTo>
                    <a:pt x="180840" y="586794"/>
                  </a:lnTo>
                  <a:close/>
                  <a:moveTo>
                    <a:pt x="840421" y="1226700"/>
                  </a:moveTo>
                  <a:lnTo>
                    <a:pt x="801918" y="1282763"/>
                  </a:lnTo>
                  <a:lnTo>
                    <a:pt x="845712" y="1285141"/>
                  </a:lnTo>
                  <a:close/>
                  <a:moveTo>
                    <a:pt x="845712" y="1285141"/>
                  </a:moveTo>
                  <a:lnTo>
                    <a:pt x="841762" y="1311104"/>
                  </a:lnTo>
                  <a:lnTo>
                    <a:pt x="864331" y="1292416"/>
                  </a:lnTo>
                  <a:close/>
                  <a:moveTo>
                    <a:pt x="698380" y="989476"/>
                  </a:moveTo>
                  <a:lnTo>
                    <a:pt x="664072" y="959103"/>
                  </a:lnTo>
                  <a:lnTo>
                    <a:pt x="693570" y="1019151"/>
                  </a:lnTo>
                  <a:close/>
                  <a:moveTo>
                    <a:pt x="656130" y="1006188"/>
                  </a:moveTo>
                  <a:lnTo>
                    <a:pt x="661814" y="1010639"/>
                  </a:lnTo>
                  <a:lnTo>
                    <a:pt x="693570" y="1019151"/>
                  </a:lnTo>
                  <a:close/>
                  <a:moveTo>
                    <a:pt x="634237" y="966663"/>
                  </a:moveTo>
                  <a:lnTo>
                    <a:pt x="656130" y="1006188"/>
                  </a:lnTo>
                  <a:lnTo>
                    <a:pt x="693570" y="1019151"/>
                  </a:lnTo>
                  <a:close/>
                  <a:moveTo>
                    <a:pt x="813241" y="1148072"/>
                  </a:moveTo>
                  <a:lnTo>
                    <a:pt x="851986" y="1154555"/>
                  </a:lnTo>
                  <a:lnTo>
                    <a:pt x="843913" y="1098375"/>
                  </a:lnTo>
                  <a:close/>
                  <a:moveTo>
                    <a:pt x="813241" y="1148072"/>
                  </a:moveTo>
                  <a:lnTo>
                    <a:pt x="843913" y="1098375"/>
                  </a:lnTo>
                  <a:lnTo>
                    <a:pt x="798625" y="1097211"/>
                  </a:lnTo>
                  <a:close/>
                  <a:moveTo>
                    <a:pt x="599021" y="957311"/>
                  </a:moveTo>
                  <a:lnTo>
                    <a:pt x="656130" y="1006188"/>
                  </a:lnTo>
                  <a:lnTo>
                    <a:pt x="599157" y="959103"/>
                  </a:lnTo>
                  <a:close/>
                  <a:moveTo>
                    <a:pt x="659483" y="1008882"/>
                  </a:moveTo>
                  <a:lnTo>
                    <a:pt x="656130" y="1006188"/>
                  </a:lnTo>
                  <a:lnTo>
                    <a:pt x="599021" y="957311"/>
                  </a:lnTo>
                  <a:close/>
                  <a:moveTo>
                    <a:pt x="659483" y="1008882"/>
                  </a:moveTo>
                  <a:lnTo>
                    <a:pt x="661814" y="1010639"/>
                  </a:lnTo>
                  <a:lnTo>
                    <a:pt x="656130" y="1006188"/>
                  </a:lnTo>
                  <a:close/>
                  <a:moveTo>
                    <a:pt x="503780" y="785932"/>
                  </a:moveTo>
                  <a:lnTo>
                    <a:pt x="567252" y="794910"/>
                  </a:lnTo>
                  <a:lnTo>
                    <a:pt x="568817" y="728862"/>
                  </a:lnTo>
                  <a:close/>
                  <a:moveTo>
                    <a:pt x="1159266" y="1450375"/>
                  </a:moveTo>
                  <a:lnTo>
                    <a:pt x="1168321" y="1463748"/>
                  </a:lnTo>
                  <a:lnTo>
                    <a:pt x="1189622" y="1468513"/>
                  </a:lnTo>
                  <a:close/>
                  <a:moveTo>
                    <a:pt x="1159266" y="1450375"/>
                  </a:moveTo>
                  <a:lnTo>
                    <a:pt x="1189622" y="1468513"/>
                  </a:lnTo>
                  <a:lnTo>
                    <a:pt x="1208091" y="1431416"/>
                  </a:lnTo>
                  <a:close/>
                  <a:moveTo>
                    <a:pt x="606393" y="725106"/>
                  </a:moveTo>
                  <a:lnTo>
                    <a:pt x="572425" y="727962"/>
                  </a:lnTo>
                  <a:lnTo>
                    <a:pt x="568817" y="728862"/>
                  </a:lnTo>
                  <a:close/>
                  <a:moveTo>
                    <a:pt x="573511" y="728862"/>
                  </a:moveTo>
                  <a:lnTo>
                    <a:pt x="572425" y="727962"/>
                  </a:lnTo>
                  <a:lnTo>
                    <a:pt x="638937" y="756305"/>
                  </a:lnTo>
                  <a:close/>
                  <a:moveTo>
                    <a:pt x="525254" y="602843"/>
                  </a:moveTo>
                  <a:lnTo>
                    <a:pt x="547172" y="677326"/>
                  </a:lnTo>
                  <a:lnTo>
                    <a:pt x="581962" y="633763"/>
                  </a:lnTo>
                  <a:close/>
                  <a:moveTo>
                    <a:pt x="1016882" y="1117061"/>
                  </a:moveTo>
                  <a:lnTo>
                    <a:pt x="1004680" y="1106382"/>
                  </a:lnTo>
                  <a:lnTo>
                    <a:pt x="991736" y="1054162"/>
                  </a:lnTo>
                  <a:close/>
                  <a:moveTo>
                    <a:pt x="506560" y="429812"/>
                  </a:moveTo>
                  <a:lnTo>
                    <a:pt x="536346" y="498622"/>
                  </a:lnTo>
                  <a:lnTo>
                    <a:pt x="575382" y="474261"/>
                  </a:lnTo>
                  <a:close/>
                  <a:moveTo>
                    <a:pt x="1002872" y="1092967"/>
                  </a:moveTo>
                  <a:lnTo>
                    <a:pt x="991736" y="1054162"/>
                  </a:lnTo>
                  <a:lnTo>
                    <a:pt x="1004680" y="1106382"/>
                  </a:lnTo>
                  <a:close/>
                  <a:moveTo>
                    <a:pt x="1045307" y="1008498"/>
                  </a:moveTo>
                  <a:lnTo>
                    <a:pt x="1062676" y="1017337"/>
                  </a:lnTo>
                  <a:lnTo>
                    <a:pt x="1077634" y="1022310"/>
                  </a:lnTo>
                  <a:close/>
                  <a:moveTo>
                    <a:pt x="775298" y="614233"/>
                  </a:moveTo>
                  <a:lnTo>
                    <a:pt x="784307" y="596466"/>
                  </a:lnTo>
                  <a:lnTo>
                    <a:pt x="736072" y="590800"/>
                  </a:lnTo>
                  <a:close/>
                  <a:moveTo>
                    <a:pt x="775298" y="614233"/>
                  </a:moveTo>
                  <a:lnTo>
                    <a:pt x="795580" y="605044"/>
                  </a:lnTo>
                  <a:lnTo>
                    <a:pt x="784307" y="596466"/>
                  </a:lnTo>
                  <a:close/>
                  <a:moveTo>
                    <a:pt x="614990" y="487450"/>
                  </a:moveTo>
                  <a:lnTo>
                    <a:pt x="642850" y="457718"/>
                  </a:lnTo>
                  <a:lnTo>
                    <a:pt x="626571" y="490973"/>
                  </a:lnTo>
                  <a:close/>
                  <a:moveTo>
                    <a:pt x="1384905" y="1199389"/>
                  </a:moveTo>
                  <a:lnTo>
                    <a:pt x="1349128" y="1175927"/>
                  </a:lnTo>
                  <a:lnTo>
                    <a:pt x="1321705" y="1208297"/>
                  </a:lnTo>
                  <a:close/>
                  <a:moveTo>
                    <a:pt x="1275918" y="1211784"/>
                  </a:moveTo>
                  <a:lnTo>
                    <a:pt x="1237012" y="1156933"/>
                  </a:lnTo>
                  <a:lnTo>
                    <a:pt x="1223912" y="1171947"/>
                  </a:lnTo>
                  <a:close/>
                  <a:moveTo>
                    <a:pt x="1275918" y="1211784"/>
                  </a:moveTo>
                  <a:lnTo>
                    <a:pt x="1321705" y="1208297"/>
                  </a:lnTo>
                  <a:lnTo>
                    <a:pt x="1349128" y="1175927"/>
                  </a:lnTo>
                  <a:close/>
                  <a:moveTo>
                    <a:pt x="1301270" y="1171668"/>
                  </a:moveTo>
                  <a:lnTo>
                    <a:pt x="1275918" y="1211784"/>
                  </a:lnTo>
                  <a:lnTo>
                    <a:pt x="1349128" y="1175927"/>
                  </a:lnTo>
                  <a:close/>
                  <a:moveTo>
                    <a:pt x="795580" y="605044"/>
                  </a:moveTo>
                  <a:lnTo>
                    <a:pt x="837009" y="656581"/>
                  </a:lnTo>
                  <a:lnTo>
                    <a:pt x="875071" y="633844"/>
                  </a:lnTo>
                  <a:close/>
                  <a:moveTo>
                    <a:pt x="852419" y="589517"/>
                  </a:moveTo>
                  <a:lnTo>
                    <a:pt x="875071" y="633844"/>
                  </a:lnTo>
                  <a:lnTo>
                    <a:pt x="881965" y="603479"/>
                  </a:lnTo>
                  <a:close/>
                  <a:moveTo>
                    <a:pt x="881965" y="603479"/>
                  </a:moveTo>
                  <a:lnTo>
                    <a:pt x="847631" y="530666"/>
                  </a:lnTo>
                  <a:lnTo>
                    <a:pt x="852419" y="589517"/>
                  </a:lnTo>
                  <a:close/>
                  <a:moveTo>
                    <a:pt x="798810" y="532375"/>
                  </a:moveTo>
                  <a:lnTo>
                    <a:pt x="736072" y="590800"/>
                  </a:lnTo>
                  <a:lnTo>
                    <a:pt x="784307" y="596466"/>
                  </a:lnTo>
                  <a:close/>
                  <a:moveTo>
                    <a:pt x="769847" y="477877"/>
                  </a:moveTo>
                  <a:lnTo>
                    <a:pt x="759430" y="503459"/>
                  </a:lnTo>
                  <a:lnTo>
                    <a:pt x="757252" y="501971"/>
                  </a:lnTo>
                  <a:close/>
                  <a:moveTo>
                    <a:pt x="750849" y="533385"/>
                  </a:moveTo>
                  <a:lnTo>
                    <a:pt x="759430" y="503459"/>
                  </a:lnTo>
                  <a:lnTo>
                    <a:pt x="769847" y="477877"/>
                  </a:lnTo>
                  <a:close/>
                  <a:moveTo>
                    <a:pt x="798810" y="532375"/>
                  </a:moveTo>
                  <a:lnTo>
                    <a:pt x="759430" y="503459"/>
                  </a:lnTo>
                  <a:lnTo>
                    <a:pt x="750849" y="533385"/>
                  </a:lnTo>
                  <a:close/>
                  <a:moveTo>
                    <a:pt x="764178" y="501971"/>
                  </a:moveTo>
                  <a:lnTo>
                    <a:pt x="845989" y="517511"/>
                  </a:lnTo>
                  <a:lnTo>
                    <a:pt x="800802" y="477877"/>
                  </a:lnTo>
                  <a:close/>
                  <a:moveTo>
                    <a:pt x="764178" y="501971"/>
                  </a:moveTo>
                  <a:lnTo>
                    <a:pt x="759430" y="503459"/>
                  </a:lnTo>
                  <a:lnTo>
                    <a:pt x="798810" y="532375"/>
                  </a:lnTo>
                  <a:close/>
                  <a:moveTo>
                    <a:pt x="1412080" y="1191295"/>
                  </a:moveTo>
                  <a:lnTo>
                    <a:pt x="1349128" y="1175927"/>
                  </a:lnTo>
                  <a:lnTo>
                    <a:pt x="1384905" y="1199389"/>
                  </a:lnTo>
                  <a:close/>
                  <a:moveTo>
                    <a:pt x="1359601" y="1133234"/>
                  </a:moveTo>
                  <a:lnTo>
                    <a:pt x="1349128" y="1175927"/>
                  </a:lnTo>
                  <a:lnTo>
                    <a:pt x="1412080" y="1191295"/>
                  </a:lnTo>
                  <a:close/>
                  <a:moveTo>
                    <a:pt x="1411262" y="1129217"/>
                  </a:moveTo>
                  <a:lnTo>
                    <a:pt x="1359601" y="1133234"/>
                  </a:lnTo>
                  <a:lnTo>
                    <a:pt x="1412080" y="1191295"/>
                  </a:lnTo>
                  <a:close/>
                  <a:moveTo>
                    <a:pt x="1411262" y="1129217"/>
                  </a:moveTo>
                  <a:lnTo>
                    <a:pt x="1412080" y="1191295"/>
                  </a:lnTo>
                  <a:lnTo>
                    <a:pt x="1447679" y="1137592"/>
                  </a:lnTo>
                  <a:close/>
                  <a:moveTo>
                    <a:pt x="1359601" y="1133234"/>
                  </a:moveTo>
                  <a:lnTo>
                    <a:pt x="1301270" y="1171668"/>
                  </a:lnTo>
                  <a:lnTo>
                    <a:pt x="1349128" y="1175927"/>
                  </a:lnTo>
                  <a:close/>
                  <a:moveTo>
                    <a:pt x="1354882" y="1074327"/>
                  </a:moveTo>
                  <a:lnTo>
                    <a:pt x="1314714" y="1047257"/>
                  </a:lnTo>
                  <a:lnTo>
                    <a:pt x="1291393" y="1025218"/>
                  </a:lnTo>
                  <a:close/>
                  <a:moveTo>
                    <a:pt x="1247685" y="1022769"/>
                  </a:moveTo>
                  <a:lnTo>
                    <a:pt x="1291393" y="1025218"/>
                  </a:lnTo>
                  <a:lnTo>
                    <a:pt x="1260351" y="1018681"/>
                  </a:lnTo>
                  <a:close/>
                  <a:moveTo>
                    <a:pt x="853456" y="529414"/>
                  </a:moveTo>
                  <a:lnTo>
                    <a:pt x="918689" y="510880"/>
                  </a:lnTo>
                  <a:lnTo>
                    <a:pt x="921983" y="492063"/>
                  </a:lnTo>
                  <a:close/>
                  <a:moveTo>
                    <a:pt x="738693" y="417782"/>
                  </a:moveTo>
                  <a:lnTo>
                    <a:pt x="752979" y="468910"/>
                  </a:lnTo>
                  <a:lnTo>
                    <a:pt x="784512" y="462337"/>
                  </a:lnTo>
                  <a:close/>
                  <a:moveTo>
                    <a:pt x="800802" y="477877"/>
                  </a:moveTo>
                  <a:lnTo>
                    <a:pt x="845989" y="517511"/>
                  </a:lnTo>
                  <a:lnTo>
                    <a:pt x="794458" y="473170"/>
                  </a:lnTo>
                  <a:close/>
                  <a:moveTo>
                    <a:pt x="1209134" y="740397"/>
                  </a:moveTo>
                  <a:lnTo>
                    <a:pt x="1171492" y="726228"/>
                  </a:lnTo>
                  <a:lnTo>
                    <a:pt x="1139439" y="696333"/>
                  </a:lnTo>
                  <a:close/>
                  <a:moveTo>
                    <a:pt x="1133324" y="638561"/>
                  </a:moveTo>
                  <a:lnTo>
                    <a:pt x="1139439" y="696333"/>
                  </a:lnTo>
                  <a:lnTo>
                    <a:pt x="1174090" y="643401"/>
                  </a:lnTo>
                  <a:close/>
                  <a:moveTo>
                    <a:pt x="1427826" y="990265"/>
                  </a:moveTo>
                  <a:lnTo>
                    <a:pt x="1471297" y="930163"/>
                  </a:lnTo>
                  <a:lnTo>
                    <a:pt x="1430639" y="925235"/>
                  </a:lnTo>
                  <a:close/>
                  <a:moveTo>
                    <a:pt x="1430639" y="925235"/>
                  </a:moveTo>
                  <a:lnTo>
                    <a:pt x="1471297" y="930163"/>
                  </a:lnTo>
                  <a:lnTo>
                    <a:pt x="1453405" y="881966"/>
                  </a:lnTo>
                  <a:close/>
                  <a:moveTo>
                    <a:pt x="1299101" y="767980"/>
                  </a:moveTo>
                  <a:lnTo>
                    <a:pt x="1333733" y="777807"/>
                  </a:lnTo>
                  <a:lnTo>
                    <a:pt x="1318752" y="727243"/>
                  </a:lnTo>
                  <a:close/>
                  <a:moveTo>
                    <a:pt x="1243943" y="536111"/>
                  </a:moveTo>
                  <a:lnTo>
                    <a:pt x="1214106" y="548126"/>
                  </a:lnTo>
                  <a:lnTo>
                    <a:pt x="1205143" y="582246"/>
                  </a:lnTo>
                  <a:close/>
                  <a:moveTo>
                    <a:pt x="1277807" y="471577"/>
                  </a:moveTo>
                  <a:lnTo>
                    <a:pt x="1323621" y="535057"/>
                  </a:lnTo>
                  <a:lnTo>
                    <a:pt x="1324373" y="471702"/>
                  </a:lnTo>
                  <a:close/>
                  <a:moveTo>
                    <a:pt x="1136848" y="231777"/>
                  </a:moveTo>
                  <a:lnTo>
                    <a:pt x="1117703" y="212060"/>
                  </a:lnTo>
                  <a:lnTo>
                    <a:pt x="1119223" y="202797"/>
                  </a:lnTo>
                  <a:close/>
                  <a:moveTo>
                    <a:pt x="1411778" y="436386"/>
                  </a:moveTo>
                  <a:lnTo>
                    <a:pt x="1387080" y="468644"/>
                  </a:lnTo>
                  <a:lnTo>
                    <a:pt x="1416419" y="443439"/>
                  </a:lnTo>
                  <a:close/>
                  <a:moveTo>
                    <a:pt x="1411778" y="436386"/>
                  </a:moveTo>
                  <a:lnTo>
                    <a:pt x="1376705" y="460480"/>
                  </a:lnTo>
                  <a:lnTo>
                    <a:pt x="1387080" y="468644"/>
                  </a:lnTo>
                  <a:close/>
                  <a:moveTo>
                    <a:pt x="1083209" y="24094"/>
                  </a:moveTo>
                  <a:lnTo>
                    <a:pt x="1087412" y="99724"/>
                  </a:lnTo>
                  <a:lnTo>
                    <a:pt x="1128524" y="65757"/>
                  </a:lnTo>
                  <a:close/>
                  <a:moveTo>
                    <a:pt x="1411778" y="436386"/>
                  </a:moveTo>
                  <a:lnTo>
                    <a:pt x="1416419" y="443439"/>
                  </a:lnTo>
                  <a:lnTo>
                    <a:pt x="1409044" y="412293"/>
                  </a:lnTo>
                  <a:close/>
                  <a:moveTo>
                    <a:pt x="1336263" y="273807"/>
                  </a:moveTo>
                  <a:lnTo>
                    <a:pt x="1382169" y="315387"/>
                  </a:lnTo>
                  <a:lnTo>
                    <a:pt x="1409892" y="309219"/>
                  </a:lnTo>
                  <a:close/>
                  <a:moveTo>
                    <a:pt x="1139256" y="0"/>
                  </a:moveTo>
                  <a:lnTo>
                    <a:pt x="1128524" y="65757"/>
                  </a:lnTo>
                  <a:lnTo>
                    <a:pt x="1085386" y="74866"/>
                  </a:lnTo>
                  <a:close/>
                  <a:moveTo>
                    <a:pt x="1257670" y="64356"/>
                  </a:moveTo>
                  <a:lnTo>
                    <a:pt x="1298983" y="103073"/>
                  </a:lnTo>
                  <a:lnTo>
                    <a:pt x="1283767" y="9027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81" name="Output_density__4280">
              <a:extLst>
                <a:ext uri="{FF2B5EF4-FFF2-40B4-BE49-F238E27FC236}">
                  <a16:creationId xmlns:a16="http://schemas.microsoft.com/office/drawing/2014/main" id="{D6572E83-FE1A-7E26-AC09-F53A750016D4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320622"/>
              <a:ext cx="1396100" cy="1456738"/>
            </a:xfrm>
            <a:custGeom>
              <a:avLst/>
              <a:gdLst/>
              <a:ahLst/>
              <a:cxnLst/>
              <a:rect l="0" t="0" r="0" b="0"/>
              <a:pathLst>
                <a:path w="1396100" h="1456738">
                  <a:moveTo>
                    <a:pt x="316801" y="1358625"/>
                  </a:moveTo>
                  <a:lnTo>
                    <a:pt x="267809" y="1350128"/>
                  </a:lnTo>
                  <a:lnTo>
                    <a:pt x="278337" y="1349713"/>
                  </a:lnTo>
                  <a:close/>
                  <a:moveTo>
                    <a:pt x="558857" y="1395353"/>
                  </a:moveTo>
                  <a:lnTo>
                    <a:pt x="528638" y="1381938"/>
                  </a:lnTo>
                  <a:lnTo>
                    <a:pt x="509297" y="1419404"/>
                  </a:lnTo>
                  <a:close/>
                  <a:moveTo>
                    <a:pt x="558857" y="1395353"/>
                  </a:moveTo>
                  <a:lnTo>
                    <a:pt x="571096" y="1340885"/>
                  </a:lnTo>
                  <a:lnTo>
                    <a:pt x="530373" y="1363306"/>
                  </a:lnTo>
                  <a:close/>
                  <a:moveTo>
                    <a:pt x="530373" y="1363306"/>
                  </a:moveTo>
                  <a:lnTo>
                    <a:pt x="501029" y="1325914"/>
                  </a:lnTo>
                  <a:lnTo>
                    <a:pt x="528638" y="1381938"/>
                  </a:lnTo>
                  <a:close/>
                  <a:moveTo>
                    <a:pt x="0" y="834643"/>
                  </a:moveTo>
                  <a:lnTo>
                    <a:pt x="19353" y="810322"/>
                  </a:lnTo>
                  <a:lnTo>
                    <a:pt x="42422" y="761674"/>
                  </a:lnTo>
                  <a:close/>
                  <a:moveTo>
                    <a:pt x="727038" y="1439672"/>
                  </a:moveTo>
                  <a:lnTo>
                    <a:pt x="684432" y="1455053"/>
                  </a:lnTo>
                  <a:lnTo>
                    <a:pt x="695522" y="1456738"/>
                  </a:lnTo>
                  <a:close/>
                  <a:moveTo>
                    <a:pt x="727038" y="1439672"/>
                  </a:moveTo>
                  <a:lnTo>
                    <a:pt x="695522" y="1456738"/>
                  </a:lnTo>
                  <a:lnTo>
                    <a:pt x="767846" y="1417570"/>
                  </a:lnTo>
                  <a:close/>
                  <a:moveTo>
                    <a:pt x="501029" y="1325914"/>
                  </a:moveTo>
                  <a:lnTo>
                    <a:pt x="530373" y="1363306"/>
                  </a:lnTo>
                  <a:lnTo>
                    <a:pt x="539019" y="1373498"/>
                  </a:lnTo>
                  <a:close/>
                  <a:moveTo>
                    <a:pt x="750674" y="1393142"/>
                  </a:moveTo>
                  <a:lnTo>
                    <a:pt x="779284" y="1392839"/>
                  </a:lnTo>
                  <a:lnTo>
                    <a:pt x="769068" y="1380800"/>
                  </a:lnTo>
                  <a:close/>
                  <a:moveTo>
                    <a:pt x="767846" y="1417570"/>
                  </a:moveTo>
                  <a:lnTo>
                    <a:pt x="779284" y="1392839"/>
                  </a:lnTo>
                  <a:lnTo>
                    <a:pt x="750674" y="1393142"/>
                  </a:lnTo>
                  <a:close/>
                  <a:moveTo>
                    <a:pt x="727038" y="1439672"/>
                  </a:moveTo>
                  <a:lnTo>
                    <a:pt x="767846" y="1417570"/>
                  </a:lnTo>
                  <a:lnTo>
                    <a:pt x="750674" y="1393142"/>
                  </a:lnTo>
                  <a:close/>
                  <a:moveTo>
                    <a:pt x="779284" y="1392839"/>
                  </a:moveTo>
                  <a:lnTo>
                    <a:pt x="783615" y="1404894"/>
                  </a:lnTo>
                  <a:lnTo>
                    <a:pt x="790789" y="1368451"/>
                  </a:lnTo>
                  <a:close/>
                  <a:moveTo>
                    <a:pt x="769068" y="1380800"/>
                  </a:moveTo>
                  <a:lnTo>
                    <a:pt x="779284" y="1392839"/>
                  </a:lnTo>
                  <a:lnTo>
                    <a:pt x="790789" y="1368451"/>
                  </a:lnTo>
                  <a:close/>
                  <a:moveTo>
                    <a:pt x="769068" y="1380800"/>
                  </a:moveTo>
                  <a:lnTo>
                    <a:pt x="790789" y="1368451"/>
                  </a:lnTo>
                  <a:lnTo>
                    <a:pt x="755127" y="1374496"/>
                  </a:lnTo>
                  <a:close/>
                  <a:moveTo>
                    <a:pt x="838637" y="1319825"/>
                  </a:moveTo>
                  <a:lnTo>
                    <a:pt x="790789" y="1368451"/>
                  </a:lnTo>
                  <a:lnTo>
                    <a:pt x="831068" y="1344372"/>
                  </a:lnTo>
                  <a:close/>
                  <a:moveTo>
                    <a:pt x="838637" y="1319825"/>
                  </a:moveTo>
                  <a:lnTo>
                    <a:pt x="806308" y="1308125"/>
                  </a:lnTo>
                  <a:lnTo>
                    <a:pt x="790789" y="1368451"/>
                  </a:lnTo>
                  <a:close/>
                  <a:moveTo>
                    <a:pt x="397629" y="847795"/>
                  </a:moveTo>
                  <a:lnTo>
                    <a:pt x="415532" y="838811"/>
                  </a:lnTo>
                  <a:lnTo>
                    <a:pt x="434837" y="789803"/>
                  </a:lnTo>
                  <a:close/>
                  <a:moveTo>
                    <a:pt x="170196" y="542291"/>
                  </a:moveTo>
                  <a:lnTo>
                    <a:pt x="179504" y="556214"/>
                  </a:lnTo>
                  <a:lnTo>
                    <a:pt x="186956" y="548010"/>
                  </a:lnTo>
                  <a:close/>
                  <a:moveTo>
                    <a:pt x="179504" y="556214"/>
                  </a:moveTo>
                  <a:lnTo>
                    <a:pt x="170196" y="542291"/>
                  </a:lnTo>
                  <a:lnTo>
                    <a:pt x="142766" y="501848"/>
                  </a:lnTo>
                  <a:close/>
                  <a:moveTo>
                    <a:pt x="653887" y="1047487"/>
                  </a:moveTo>
                  <a:lnTo>
                    <a:pt x="699687" y="980367"/>
                  </a:lnTo>
                  <a:lnTo>
                    <a:pt x="667930" y="971855"/>
                  </a:lnTo>
                  <a:close/>
                  <a:moveTo>
                    <a:pt x="436281" y="781487"/>
                  </a:moveTo>
                  <a:lnTo>
                    <a:pt x="479094" y="766881"/>
                  </a:lnTo>
                  <a:lnTo>
                    <a:pt x="509897" y="747148"/>
                  </a:lnTo>
                  <a:close/>
                  <a:moveTo>
                    <a:pt x="462055" y="742954"/>
                  </a:moveTo>
                  <a:lnTo>
                    <a:pt x="436281" y="781487"/>
                  </a:lnTo>
                  <a:lnTo>
                    <a:pt x="509897" y="747148"/>
                  </a:lnTo>
                  <a:close/>
                  <a:moveTo>
                    <a:pt x="858103" y="1115771"/>
                  </a:moveTo>
                  <a:lnTo>
                    <a:pt x="853463" y="1158300"/>
                  </a:lnTo>
                  <a:lnTo>
                    <a:pt x="872213" y="1126465"/>
                  </a:lnTo>
                  <a:close/>
                  <a:moveTo>
                    <a:pt x="560280" y="760845"/>
                  </a:moveTo>
                  <a:lnTo>
                    <a:pt x="601432" y="741615"/>
                  </a:lnTo>
                  <a:lnTo>
                    <a:pt x="573368" y="756126"/>
                  </a:lnTo>
                  <a:close/>
                  <a:moveTo>
                    <a:pt x="524450" y="666661"/>
                  </a:moveTo>
                  <a:lnTo>
                    <a:pt x="553289" y="638542"/>
                  </a:lnTo>
                  <a:lnTo>
                    <a:pt x="529913" y="627987"/>
                  </a:lnTo>
                  <a:close/>
                  <a:moveTo>
                    <a:pt x="634762" y="618710"/>
                  </a:moveTo>
                  <a:lnTo>
                    <a:pt x="641010" y="618208"/>
                  </a:lnTo>
                  <a:lnTo>
                    <a:pt x="635337" y="614448"/>
                  </a:lnTo>
                  <a:close/>
                  <a:moveTo>
                    <a:pt x="645207" y="614448"/>
                  </a:moveTo>
                  <a:lnTo>
                    <a:pt x="641010" y="618208"/>
                  </a:lnTo>
                  <a:lnTo>
                    <a:pt x="634762" y="618710"/>
                  </a:lnTo>
                  <a:close/>
                  <a:moveTo>
                    <a:pt x="1048646" y="1094228"/>
                  </a:moveTo>
                  <a:lnTo>
                    <a:pt x="1100781" y="1114478"/>
                  </a:lnTo>
                  <a:lnTo>
                    <a:pt x="1084893" y="1094849"/>
                  </a:lnTo>
                  <a:close/>
                  <a:moveTo>
                    <a:pt x="635337" y="614448"/>
                  </a:moveTo>
                  <a:lnTo>
                    <a:pt x="641010" y="618208"/>
                  </a:lnTo>
                  <a:lnTo>
                    <a:pt x="649122" y="607036"/>
                  </a:lnTo>
                  <a:close/>
                  <a:moveTo>
                    <a:pt x="649122" y="607036"/>
                  </a:moveTo>
                  <a:lnTo>
                    <a:pt x="641010" y="618208"/>
                  </a:lnTo>
                  <a:lnTo>
                    <a:pt x="645207" y="614448"/>
                  </a:lnTo>
                  <a:close/>
                  <a:moveTo>
                    <a:pt x="690415" y="590354"/>
                  </a:moveTo>
                  <a:lnTo>
                    <a:pt x="708642" y="596630"/>
                  </a:lnTo>
                  <a:lnTo>
                    <a:pt x="718377" y="597892"/>
                  </a:lnTo>
                  <a:close/>
                  <a:moveTo>
                    <a:pt x="680683" y="591861"/>
                  </a:moveTo>
                  <a:lnTo>
                    <a:pt x="690415" y="590354"/>
                  </a:lnTo>
                  <a:lnTo>
                    <a:pt x="668197" y="584953"/>
                  </a:lnTo>
                  <a:close/>
                  <a:moveTo>
                    <a:pt x="668197" y="584953"/>
                  </a:moveTo>
                  <a:lnTo>
                    <a:pt x="649122" y="607036"/>
                  </a:lnTo>
                  <a:lnTo>
                    <a:pt x="680683" y="591861"/>
                  </a:lnTo>
                  <a:close/>
                  <a:moveTo>
                    <a:pt x="765692" y="600118"/>
                  </a:moveTo>
                  <a:lnTo>
                    <a:pt x="718377" y="597892"/>
                  </a:lnTo>
                  <a:lnTo>
                    <a:pt x="708642" y="596630"/>
                  </a:lnTo>
                  <a:close/>
                  <a:moveTo>
                    <a:pt x="690415" y="590354"/>
                  </a:moveTo>
                  <a:lnTo>
                    <a:pt x="718377" y="597892"/>
                  </a:lnTo>
                  <a:lnTo>
                    <a:pt x="728717" y="580309"/>
                  </a:lnTo>
                  <a:close/>
                  <a:moveTo>
                    <a:pt x="781414" y="575450"/>
                  </a:moveTo>
                  <a:lnTo>
                    <a:pt x="718377" y="597892"/>
                  </a:lnTo>
                  <a:lnTo>
                    <a:pt x="765692" y="600118"/>
                  </a:lnTo>
                  <a:close/>
                  <a:moveTo>
                    <a:pt x="1223650" y="1129386"/>
                  </a:moveTo>
                  <a:lnTo>
                    <a:pt x="1173628" y="1117038"/>
                  </a:lnTo>
                  <a:lnTo>
                    <a:pt x="1134778" y="1105511"/>
                  </a:lnTo>
                  <a:close/>
                  <a:moveTo>
                    <a:pt x="800575" y="434386"/>
                  </a:moveTo>
                  <a:lnTo>
                    <a:pt x="875078" y="474542"/>
                  </a:lnTo>
                  <a:lnTo>
                    <a:pt x="817486" y="483380"/>
                  </a:lnTo>
                  <a:close/>
                  <a:moveTo>
                    <a:pt x="1348801" y="978154"/>
                  </a:moveTo>
                  <a:lnTo>
                    <a:pt x="1353535" y="978869"/>
                  </a:lnTo>
                  <a:lnTo>
                    <a:pt x="1327375" y="962154"/>
                  </a:lnTo>
                  <a:close/>
                  <a:moveTo>
                    <a:pt x="1348801" y="978154"/>
                  </a:moveTo>
                  <a:lnTo>
                    <a:pt x="1396100" y="980318"/>
                  </a:lnTo>
                  <a:lnTo>
                    <a:pt x="1353535" y="978869"/>
                  </a:lnTo>
                  <a:close/>
                  <a:moveTo>
                    <a:pt x="1238234" y="779213"/>
                  </a:moveTo>
                  <a:lnTo>
                    <a:pt x="1230198" y="827292"/>
                  </a:lnTo>
                  <a:lnTo>
                    <a:pt x="1255103" y="802508"/>
                  </a:lnTo>
                  <a:close/>
                  <a:moveTo>
                    <a:pt x="1145555" y="657549"/>
                  </a:moveTo>
                  <a:lnTo>
                    <a:pt x="1162740" y="672682"/>
                  </a:lnTo>
                  <a:lnTo>
                    <a:pt x="1180206" y="604617"/>
                  </a:lnTo>
                  <a:close/>
                  <a:moveTo>
                    <a:pt x="1061150" y="562701"/>
                  </a:moveTo>
                  <a:lnTo>
                    <a:pt x="1112379" y="559035"/>
                  </a:lnTo>
                  <a:lnTo>
                    <a:pt x="1090605" y="576608"/>
                  </a:lnTo>
                  <a:close/>
                  <a:moveTo>
                    <a:pt x="1090605" y="576608"/>
                  </a:moveTo>
                  <a:lnTo>
                    <a:pt x="1139111" y="583286"/>
                  </a:lnTo>
                  <a:lnTo>
                    <a:pt x="1160484" y="528299"/>
                  </a:lnTo>
                  <a:close/>
                  <a:moveTo>
                    <a:pt x="1139111" y="583286"/>
                  </a:moveTo>
                  <a:lnTo>
                    <a:pt x="1178524" y="555967"/>
                  </a:lnTo>
                  <a:lnTo>
                    <a:pt x="1211260" y="543463"/>
                  </a:lnTo>
                  <a:close/>
                  <a:moveTo>
                    <a:pt x="1160484" y="528299"/>
                  </a:moveTo>
                  <a:lnTo>
                    <a:pt x="1139111" y="583286"/>
                  </a:lnTo>
                  <a:lnTo>
                    <a:pt x="1211260" y="543463"/>
                  </a:lnTo>
                  <a:close/>
                  <a:moveTo>
                    <a:pt x="1211260" y="543463"/>
                  </a:moveTo>
                  <a:lnTo>
                    <a:pt x="1220222" y="509343"/>
                  </a:lnTo>
                  <a:lnTo>
                    <a:pt x="1160484" y="528299"/>
                  </a:lnTo>
                  <a:close/>
                  <a:moveTo>
                    <a:pt x="1210632" y="1514"/>
                  </a:moveTo>
                  <a:lnTo>
                    <a:pt x="1149479" y="26930"/>
                  </a:lnTo>
                  <a:lnTo>
                    <a:pt x="1134641" y="26974"/>
                  </a:lnTo>
                  <a:close/>
                  <a:moveTo>
                    <a:pt x="1239939" y="12753"/>
                  </a:moveTo>
                  <a:lnTo>
                    <a:pt x="1263786" y="25573"/>
                  </a:lnTo>
                  <a:lnTo>
                    <a:pt x="1229324" y="0"/>
                  </a:lnTo>
                  <a:close/>
                  <a:moveTo>
                    <a:pt x="1210632" y="1514"/>
                  </a:moveTo>
                  <a:lnTo>
                    <a:pt x="1239939" y="12753"/>
                  </a:lnTo>
                  <a:lnTo>
                    <a:pt x="1229324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82" name="Output_density__4281">
              <a:extLst>
                <a:ext uri="{FF2B5EF4-FFF2-40B4-BE49-F238E27FC236}">
                  <a16:creationId xmlns:a16="http://schemas.microsoft.com/office/drawing/2014/main" id="{9FC5CF41-5092-C02E-D46E-4E51EE56AA7A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322136"/>
              <a:ext cx="1478038" cy="1455224"/>
            </a:xfrm>
            <a:custGeom>
              <a:avLst/>
              <a:gdLst/>
              <a:ahLst/>
              <a:cxnLst/>
              <a:rect l="0" t="0" r="0" b="0"/>
              <a:pathLst>
                <a:path w="1478038" h="1455224">
                  <a:moveTo>
                    <a:pt x="328112" y="1359622"/>
                  </a:moveTo>
                  <a:lnTo>
                    <a:pt x="359779" y="1372588"/>
                  </a:lnTo>
                  <a:lnTo>
                    <a:pt x="316801" y="1357112"/>
                  </a:lnTo>
                  <a:close/>
                  <a:moveTo>
                    <a:pt x="435193" y="1450405"/>
                  </a:moveTo>
                  <a:lnTo>
                    <a:pt x="509297" y="1417890"/>
                  </a:lnTo>
                  <a:lnTo>
                    <a:pt x="466596" y="1432914"/>
                  </a:lnTo>
                  <a:close/>
                  <a:moveTo>
                    <a:pt x="359779" y="1372588"/>
                  </a:moveTo>
                  <a:lnTo>
                    <a:pt x="379543" y="1362928"/>
                  </a:lnTo>
                  <a:lnTo>
                    <a:pt x="316801" y="1357112"/>
                  </a:lnTo>
                  <a:close/>
                  <a:moveTo>
                    <a:pt x="26061" y="895707"/>
                  </a:moveTo>
                  <a:lnTo>
                    <a:pt x="27564" y="908759"/>
                  </a:lnTo>
                  <a:lnTo>
                    <a:pt x="69585" y="835561"/>
                  </a:lnTo>
                  <a:close/>
                  <a:moveTo>
                    <a:pt x="26061" y="895707"/>
                  </a:moveTo>
                  <a:lnTo>
                    <a:pt x="6116" y="849178"/>
                  </a:lnTo>
                  <a:lnTo>
                    <a:pt x="18634" y="884665"/>
                  </a:lnTo>
                  <a:close/>
                  <a:moveTo>
                    <a:pt x="6116" y="849178"/>
                  </a:moveTo>
                  <a:lnTo>
                    <a:pt x="0" y="833129"/>
                  </a:lnTo>
                  <a:lnTo>
                    <a:pt x="18634" y="884665"/>
                  </a:lnTo>
                  <a:close/>
                  <a:moveTo>
                    <a:pt x="0" y="833129"/>
                  </a:moveTo>
                  <a:lnTo>
                    <a:pt x="6116" y="849178"/>
                  </a:lnTo>
                  <a:lnTo>
                    <a:pt x="19353" y="808808"/>
                  </a:lnTo>
                  <a:close/>
                  <a:moveTo>
                    <a:pt x="42422" y="760160"/>
                  </a:moveTo>
                  <a:lnTo>
                    <a:pt x="79468" y="764784"/>
                  </a:lnTo>
                  <a:lnTo>
                    <a:pt x="47767" y="757498"/>
                  </a:lnTo>
                  <a:close/>
                  <a:moveTo>
                    <a:pt x="19353" y="808808"/>
                  </a:moveTo>
                  <a:lnTo>
                    <a:pt x="72142" y="831503"/>
                  </a:lnTo>
                  <a:lnTo>
                    <a:pt x="42422" y="760160"/>
                  </a:lnTo>
                  <a:close/>
                  <a:moveTo>
                    <a:pt x="47767" y="757498"/>
                  </a:moveTo>
                  <a:lnTo>
                    <a:pt x="79468" y="764784"/>
                  </a:lnTo>
                  <a:lnTo>
                    <a:pt x="44371" y="730055"/>
                  </a:lnTo>
                  <a:close/>
                  <a:moveTo>
                    <a:pt x="695522" y="1455224"/>
                  </a:moveTo>
                  <a:lnTo>
                    <a:pt x="647999" y="1422093"/>
                  </a:lnTo>
                  <a:lnTo>
                    <a:pt x="658836" y="1427474"/>
                  </a:lnTo>
                  <a:close/>
                  <a:moveTo>
                    <a:pt x="684432" y="1453539"/>
                  </a:moveTo>
                  <a:lnTo>
                    <a:pt x="647999" y="1422093"/>
                  </a:lnTo>
                  <a:lnTo>
                    <a:pt x="695522" y="1455224"/>
                  </a:lnTo>
                  <a:close/>
                  <a:moveTo>
                    <a:pt x="571096" y="1339371"/>
                  </a:moveTo>
                  <a:lnTo>
                    <a:pt x="602039" y="1324401"/>
                  </a:lnTo>
                  <a:lnTo>
                    <a:pt x="603192" y="1357795"/>
                  </a:lnTo>
                  <a:close/>
                  <a:moveTo>
                    <a:pt x="413662" y="1209704"/>
                  </a:moveTo>
                  <a:lnTo>
                    <a:pt x="432447" y="1169672"/>
                  </a:lnTo>
                  <a:lnTo>
                    <a:pt x="394100" y="1162865"/>
                  </a:lnTo>
                  <a:close/>
                  <a:moveTo>
                    <a:pt x="684432" y="1453539"/>
                  </a:moveTo>
                  <a:lnTo>
                    <a:pt x="611930" y="1413434"/>
                  </a:lnTo>
                  <a:lnTo>
                    <a:pt x="647999" y="1422093"/>
                  </a:lnTo>
                  <a:close/>
                  <a:moveTo>
                    <a:pt x="442559" y="1018530"/>
                  </a:moveTo>
                  <a:lnTo>
                    <a:pt x="399091" y="970579"/>
                  </a:lnTo>
                  <a:lnTo>
                    <a:pt x="410237" y="991087"/>
                  </a:lnTo>
                  <a:close/>
                  <a:moveTo>
                    <a:pt x="770057" y="1329201"/>
                  </a:moveTo>
                  <a:lnTo>
                    <a:pt x="790789" y="1366937"/>
                  </a:lnTo>
                  <a:lnTo>
                    <a:pt x="806308" y="1306611"/>
                  </a:lnTo>
                  <a:close/>
                  <a:moveTo>
                    <a:pt x="806308" y="1306611"/>
                  </a:moveTo>
                  <a:lnTo>
                    <a:pt x="838637" y="1318311"/>
                  </a:lnTo>
                  <a:lnTo>
                    <a:pt x="806517" y="1290839"/>
                  </a:lnTo>
                  <a:close/>
                  <a:moveTo>
                    <a:pt x="838637" y="1318311"/>
                  </a:moveTo>
                  <a:lnTo>
                    <a:pt x="847878" y="1270806"/>
                  </a:lnTo>
                  <a:lnTo>
                    <a:pt x="806517" y="1290839"/>
                  </a:lnTo>
                  <a:close/>
                  <a:moveTo>
                    <a:pt x="802666" y="1303655"/>
                  </a:moveTo>
                  <a:lnTo>
                    <a:pt x="806308" y="1306611"/>
                  </a:lnTo>
                  <a:lnTo>
                    <a:pt x="806517" y="1290839"/>
                  </a:lnTo>
                  <a:close/>
                  <a:moveTo>
                    <a:pt x="808034" y="1242466"/>
                  </a:moveTo>
                  <a:lnTo>
                    <a:pt x="802666" y="1303655"/>
                  </a:lnTo>
                  <a:lnTo>
                    <a:pt x="806517" y="1290839"/>
                  </a:lnTo>
                  <a:close/>
                  <a:moveTo>
                    <a:pt x="851828" y="1244844"/>
                  </a:moveTo>
                  <a:lnTo>
                    <a:pt x="806517" y="1290839"/>
                  </a:lnTo>
                  <a:lnTo>
                    <a:pt x="847878" y="1270806"/>
                  </a:lnTo>
                  <a:close/>
                  <a:moveTo>
                    <a:pt x="851828" y="1244844"/>
                  </a:moveTo>
                  <a:lnTo>
                    <a:pt x="808034" y="1242466"/>
                  </a:lnTo>
                  <a:lnTo>
                    <a:pt x="806517" y="1290839"/>
                  </a:lnTo>
                  <a:close/>
                  <a:moveTo>
                    <a:pt x="822241" y="1176488"/>
                  </a:moveTo>
                  <a:lnTo>
                    <a:pt x="813859" y="1183391"/>
                  </a:lnTo>
                  <a:lnTo>
                    <a:pt x="846538" y="1186402"/>
                  </a:lnTo>
                  <a:close/>
                  <a:moveTo>
                    <a:pt x="846538" y="1186402"/>
                  </a:moveTo>
                  <a:lnTo>
                    <a:pt x="813859" y="1183391"/>
                  </a:lnTo>
                  <a:lnTo>
                    <a:pt x="808034" y="1242466"/>
                  </a:lnTo>
                  <a:close/>
                  <a:moveTo>
                    <a:pt x="822241" y="1176488"/>
                  </a:moveTo>
                  <a:lnTo>
                    <a:pt x="846538" y="1186402"/>
                  </a:lnTo>
                  <a:lnTo>
                    <a:pt x="853463" y="1156787"/>
                  </a:lnTo>
                  <a:close/>
                  <a:moveTo>
                    <a:pt x="249405" y="577106"/>
                  </a:moveTo>
                  <a:lnTo>
                    <a:pt x="290576" y="584560"/>
                  </a:lnTo>
                  <a:lnTo>
                    <a:pt x="332551" y="610235"/>
                  </a:lnTo>
                  <a:close/>
                  <a:moveTo>
                    <a:pt x="814730" y="1174279"/>
                  </a:moveTo>
                  <a:lnTo>
                    <a:pt x="813859" y="1183391"/>
                  </a:lnTo>
                  <a:lnTo>
                    <a:pt x="822241" y="1176488"/>
                  </a:lnTo>
                  <a:close/>
                  <a:moveTo>
                    <a:pt x="858103" y="1114257"/>
                  </a:moveTo>
                  <a:lnTo>
                    <a:pt x="822241" y="1176488"/>
                  </a:lnTo>
                  <a:lnTo>
                    <a:pt x="853463" y="1156787"/>
                  </a:lnTo>
                  <a:close/>
                  <a:moveTo>
                    <a:pt x="814730" y="1174279"/>
                  </a:moveTo>
                  <a:lnTo>
                    <a:pt x="822241" y="1176488"/>
                  </a:lnTo>
                  <a:lnTo>
                    <a:pt x="858103" y="1114257"/>
                  </a:lnTo>
                  <a:close/>
                  <a:moveTo>
                    <a:pt x="819357" y="1107774"/>
                  </a:moveTo>
                  <a:lnTo>
                    <a:pt x="814730" y="1174279"/>
                  </a:lnTo>
                  <a:lnTo>
                    <a:pt x="858103" y="1114257"/>
                  </a:lnTo>
                  <a:close/>
                  <a:moveTo>
                    <a:pt x="850030" y="1058077"/>
                  </a:moveTo>
                  <a:lnTo>
                    <a:pt x="858103" y="1114257"/>
                  </a:lnTo>
                  <a:lnTo>
                    <a:pt x="872213" y="1124951"/>
                  </a:lnTo>
                  <a:close/>
                  <a:moveTo>
                    <a:pt x="579627" y="688565"/>
                  </a:moveTo>
                  <a:lnTo>
                    <a:pt x="601432" y="740102"/>
                  </a:lnTo>
                  <a:lnTo>
                    <a:pt x="560280" y="759331"/>
                  </a:lnTo>
                  <a:close/>
                  <a:moveTo>
                    <a:pt x="514560" y="701697"/>
                  </a:moveTo>
                  <a:lnTo>
                    <a:pt x="462055" y="741440"/>
                  </a:lnTo>
                  <a:lnTo>
                    <a:pt x="509897" y="745634"/>
                  </a:lnTo>
                  <a:close/>
                  <a:moveTo>
                    <a:pt x="477635" y="693734"/>
                  </a:moveTo>
                  <a:lnTo>
                    <a:pt x="462055" y="741440"/>
                  </a:lnTo>
                  <a:lnTo>
                    <a:pt x="514560" y="701697"/>
                  </a:lnTo>
                  <a:close/>
                  <a:moveTo>
                    <a:pt x="514560" y="701697"/>
                  </a:moveTo>
                  <a:lnTo>
                    <a:pt x="524450" y="665147"/>
                  </a:lnTo>
                  <a:lnTo>
                    <a:pt x="482699" y="683724"/>
                  </a:lnTo>
                  <a:close/>
                  <a:moveTo>
                    <a:pt x="574934" y="688565"/>
                  </a:moveTo>
                  <a:lnTo>
                    <a:pt x="573368" y="754612"/>
                  </a:lnTo>
                  <a:lnTo>
                    <a:pt x="578509" y="740102"/>
                  </a:lnTo>
                  <a:close/>
                  <a:moveTo>
                    <a:pt x="560280" y="759331"/>
                  </a:moveTo>
                  <a:lnTo>
                    <a:pt x="573368" y="754612"/>
                  </a:lnTo>
                  <a:lnTo>
                    <a:pt x="509897" y="745634"/>
                  </a:lnTo>
                  <a:close/>
                  <a:moveTo>
                    <a:pt x="553289" y="637028"/>
                  </a:moveTo>
                  <a:lnTo>
                    <a:pt x="524450" y="665147"/>
                  </a:lnTo>
                  <a:lnTo>
                    <a:pt x="560746" y="639388"/>
                  </a:lnTo>
                  <a:close/>
                  <a:moveTo>
                    <a:pt x="560746" y="639388"/>
                  </a:moveTo>
                  <a:lnTo>
                    <a:pt x="524450" y="665147"/>
                  </a:lnTo>
                  <a:lnTo>
                    <a:pt x="514560" y="701697"/>
                  </a:lnTo>
                  <a:close/>
                  <a:moveTo>
                    <a:pt x="529913" y="626473"/>
                  </a:moveTo>
                  <a:lnTo>
                    <a:pt x="553289" y="637028"/>
                  </a:lnTo>
                  <a:lnTo>
                    <a:pt x="531370" y="562545"/>
                  </a:lnTo>
                  <a:close/>
                  <a:moveTo>
                    <a:pt x="588078" y="593466"/>
                  </a:moveTo>
                  <a:lnTo>
                    <a:pt x="553289" y="637028"/>
                  </a:lnTo>
                  <a:lnTo>
                    <a:pt x="562091" y="631204"/>
                  </a:lnTo>
                  <a:close/>
                  <a:moveTo>
                    <a:pt x="635337" y="612934"/>
                  </a:moveTo>
                  <a:lnTo>
                    <a:pt x="588078" y="593466"/>
                  </a:lnTo>
                  <a:lnTo>
                    <a:pt x="634762" y="617197"/>
                  </a:lnTo>
                  <a:close/>
                  <a:moveTo>
                    <a:pt x="1048646" y="1092714"/>
                  </a:moveTo>
                  <a:lnTo>
                    <a:pt x="1010796" y="1066084"/>
                  </a:lnTo>
                  <a:lnTo>
                    <a:pt x="1022998" y="1076764"/>
                  </a:lnTo>
                  <a:close/>
                  <a:moveTo>
                    <a:pt x="1033317" y="1075181"/>
                  </a:moveTo>
                  <a:lnTo>
                    <a:pt x="1010796" y="1066084"/>
                  </a:lnTo>
                  <a:lnTo>
                    <a:pt x="1048646" y="1092714"/>
                  </a:lnTo>
                  <a:close/>
                  <a:moveTo>
                    <a:pt x="1084893" y="1093335"/>
                  </a:moveTo>
                  <a:lnTo>
                    <a:pt x="1033317" y="1075181"/>
                  </a:lnTo>
                  <a:lnTo>
                    <a:pt x="1048646" y="1092714"/>
                  </a:lnTo>
                  <a:close/>
                  <a:moveTo>
                    <a:pt x="635337" y="612934"/>
                  </a:moveTo>
                  <a:lnTo>
                    <a:pt x="649122" y="605522"/>
                  </a:lnTo>
                  <a:lnTo>
                    <a:pt x="588078" y="593466"/>
                  </a:lnTo>
                  <a:close/>
                  <a:moveTo>
                    <a:pt x="588078" y="593466"/>
                  </a:moveTo>
                  <a:lnTo>
                    <a:pt x="649122" y="605522"/>
                  </a:lnTo>
                  <a:lnTo>
                    <a:pt x="668197" y="583439"/>
                  </a:lnTo>
                  <a:close/>
                  <a:moveTo>
                    <a:pt x="588078" y="593466"/>
                  </a:moveTo>
                  <a:lnTo>
                    <a:pt x="668197" y="583439"/>
                  </a:lnTo>
                  <a:lnTo>
                    <a:pt x="620878" y="581198"/>
                  </a:lnTo>
                  <a:close/>
                  <a:moveTo>
                    <a:pt x="1250294" y="1148791"/>
                  </a:moveTo>
                  <a:lnTo>
                    <a:pt x="1282035" y="1171486"/>
                  </a:lnTo>
                  <a:lnTo>
                    <a:pt x="1230029" y="1131649"/>
                  </a:lnTo>
                  <a:close/>
                  <a:moveTo>
                    <a:pt x="690415" y="588840"/>
                  </a:moveTo>
                  <a:lnTo>
                    <a:pt x="728717" y="578795"/>
                  </a:lnTo>
                  <a:lnTo>
                    <a:pt x="668197" y="583439"/>
                  </a:lnTo>
                  <a:close/>
                  <a:moveTo>
                    <a:pt x="668197" y="583439"/>
                  </a:moveTo>
                  <a:lnTo>
                    <a:pt x="728717" y="578795"/>
                  </a:lnTo>
                  <a:lnTo>
                    <a:pt x="742188" y="550503"/>
                  </a:lnTo>
                  <a:close/>
                  <a:moveTo>
                    <a:pt x="781414" y="573936"/>
                  </a:moveTo>
                  <a:lnTo>
                    <a:pt x="728717" y="578795"/>
                  </a:lnTo>
                  <a:lnTo>
                    <a:pt x="718377" y="596378"/>
                  </a:lnTo>
                  <a:close/>
                  <a:moveTo>
                    <a:pt x="728717" y="578795"/>
                  </a:moveTo>
                  <a:lnTo>
                    <a:pt x="781414" y="573936"/>
                  </a:lnTo>
                  <a:lnTo>
                    <a:pt x="742188" y="550503"/>
                  </a:lnTo>
                  <a:close/>
                  <a:moveTo>
                    <a:pt x="801696" y="564746"/>
                  </a:moveTo>
                  <a:lnTo>
                    <a:pt x="846920" y="621406"/>
                  </a:lnTo>
                  <a:lnTo>
                    <a:pt x="843125" y="616283"/>
                  </a:lnTo>
                  <a:close/>
                  <a:moveTo>
                    <a:pt x="765692" y="598604"/>
                  </a:moveTo>
                  <a:lnTo>
                    <a:pt x="846920" y="621406"/>
                  </a:lnTo>
                  <a:lnTo>
                    <a:pt x="801696" y="564746"/>
                  </a:lnTo>
                  <a:close/>
                  <a:moveTo>
                    <a:pt x="801696" y="564746"/>
                  </a:moveTo>
                  <a:lnTo>
                    <a:pt x="781414" y="573936"/>
                  </a:lnTo>
                  <a:lnTo>
                    <a:pt x="765692" y="598604"/>
                  </a:lnTo>
                  <a:close/>
                  <a:moveTo>
                    <a:pt x="648966" y="417421"/>
                  </a:moveTo>
                  <a:lnTo>
                    <a:pt x="645757" y="410137"/>
                  </a:lnTo>
                  <a:lnTo>
                    <a:pt x="624919" y="421630"/>
                  </a:lnTo>
                  <a:close/>
                  <a:moveTo>
                    <a:pt x="624919" y="421630"/>
                  </a:moveTo>
                  <a:lnTo>
                    <a:pt x="645757" y="410137"/>
                  </a:lnTo>
                  <a:lnTo>
                    <a:pt x="606390" y="392130"/>
                  </a:lnTo>
                  <a:close/>
                  <a:moveTo>
                    <a:pt x="624919" y="421630"/>
                  </a:moveTo>
                  <a:lnTo>
                    <a:pt x="606390" y="392130"/>
                  </a:lnTo>
                  <a:lnTo>
                    <a:pt x="581498" y="433964"/>
                  </a:lnTo>
                  <a:close/>
                  <a:moveTo>
                    <a:pt x="1391021" y="1159092"/>
                  </a:moveTo>
                  <a:lnTo>
                    <a:pt x="1378918" y="1184364"/>
                  </a:lnTo>
                  <a:lnTo>
                    <a:pt x="1411748" y="1172208"/>
                  </a:lnTo>
                  <a:close/>
                  <a:moveTo>
                    <a:pt x="1223650" y="1127873"/>
                  </a:moveTo>
                  <a:lnTo>
                    <a:pt x="1230029" y="1131649"/>
                  </a:lnTo>
                  <a:lnTo>
                    <a:pt x="1243128" y="1116635"/>
                  </a:lnTo>
                  <a:close/>
                  <a:moveTo>
                    <a:pt x="1391021" y="1159092"/>
                  </a:moveTo>
                  <a:lnTo>
                    <a:pt x="1411748" y="1172208"/>
                  </a:lnTo>
                  <a:lnTo>
                    <a:pt x="1418196" y="1150998"/>
                  </a:lnTo>
                  <a:close/>
                  <a:moveTo>
                    <a:pt x="1418196" y="1150998"/>
                  </a:moveTo>
                  <a:lnTo>
                    <a:pt x="1411748" y="1172208"/>
                  </a:lnTo>
                  <a:lnTo>
                    <a:pt x="1440989" y="1159092"/>
                  </a:lnTo>
                  <a:close/>
                  <a:moveTo>
                    <a:pt x="1106798" y="730759"/>
                  </a:moveTo>
                  <a:lnTo>
                    <a:pt x="1133324" y="722705"/>
                  </a:lnTo>
                  <a:lnTo>
                    <a:pt x="1091232" y="712338"/>
                  </a:lnTo>
                  <a:close/>
                  <a:moveTo>
                    <a:pt x="928100" y="451766"/>
                  </a:moveTo>
                  <a:lnTo>
                    <a:pt x="875078" y="473028"/>
                  </a:lnTo>
                  <a:lnTo>
                    <a:pt x="852105" y="477213"/>
                  </a:lnTo>
                  <a:close/>
                  <a:moveTo>
                    <a:pt x="924806" y="470583"/>
                  </a:moveTo>
                  <a:lnTo>
                    <a:pt x="968122" y="473349"/>
                  </a:lnTo>
                  <a:lnTo>
                    <a:pt x="928100" y="451766"/>
                  </a:lnTo>
                  <a:close/>
                  <a:moveTo>
                    <a:pt x="790629" y="422040"/>
                  </a:moveTo>
                  <a:lnTo>
                    <a:pt x="759095" y="428613"/>
                  </a:lnTo>
                  <a:lnTo>
                    <a:pt x="775963" y="437579"/>
                  </a:lnTo>
                  <a:close/>
                  <a:moveTo>
                    <a:pt x="790629" y="422040"/>
                  </a:moveTo>
                  <a:lnTo>
                    <a:pt x="800575" y="432872"/>
                  </a:lnTo>
                  <a:lnTo>
                    <a:pt x="795352" y="413485"/>
                  </a:lnTo>
                  <a:close/>
                  <a:moveTo>
                    <a:pt x="800575" y="432872"/>
                  </a:moveTo>
                  <a:lnTo>
                    <a:pt x="852105" y="477213"/>
                  </a:lnTo>
                  <a:lnTo>
                    <a:pt x="875078" y="473028"/>
                  </a:lnTo>
                  <a:close/>
                  <a:moveTo>
                    <a:pt x="1429831" y="970019"/>
                  </a:moveTo>
                  <a:lnTo>
                    <a:pt x="1460037" y="1029478"/>
                  </a:lnTo>
                  <a:lnTo>
                    <a:pt x="1474032" y="960604"/>
                  </a:lnTo>
                  <a:close/>
                  <a:moveTo>
                    <a:pt x="1398482" y="980388"/>
                  </a:moveTo>
                  <a:lnTo>
                    <a:pt x="1460037" y="1029478"/>
                  </a:lnTo>
                  <a:lnTo>
                    <a:pt x="1429831" y="970019"/>
                  </a:lnTo>
                  <a:close/>
                  <a:moveTo>
                    <a:pt x="1400499" y="977156"/>
                  </a:moveTo>
                  <a:lnTo>
                    <a:pt x="1398482" y="980388"/>
                  </a:lnTo>
                  <a:lnTo>
                    <a:pt x="1429831" y="970019"/>
                  </a:lnTo>
                  <a:close/>
                  <a:moveTo>
                    <a:pt x="1396100" y="978804"/>
                  </a:moveTo>
                  <a:lnTo>
                    <a:pt x="1400499" y="977156"/>
                  </a:lnTo>
                  <a:lnTo>
                    <a:pt x="1353535" y="977355"/>
                  </a:lnTo>
                  <a:close/>
                  <a:moveTo>
                    <a:pt x="1225435" y="817305"/>
                  </a:moveTo>
                  <a:lnTo>
                    <a:pt x="1230198" y="825778"/>
                  </a:lnTo>
                  <a:lnTo>
                    <a:pt x="1238234" y="777700"/>
                  </a:lnTo>
                  <a:close/>
                  <a:moveTo>
                    <a:pt x="1238234" y="777700"/>
                  </a:moveTo>
                  <a:lnTo>
                    <a:pt x="1255103" y="800995"/>
                  </a:lnTo>
                  <a:lnTo>
                    <a:pt x="1286810" y="784641"/>
                  </a:lnTo>
                  <a:close/>
                  <a:moveTo>
                    <a:pt x="1090605" y="575094"/>
                  </a:moveTo>
                  <a:lnTo>
                    <a:pt x="1112379" y="557521"/>
                  </a:lnTo>
                  <a:lnTo>
                    <a:pt x="1139111" y="581772"/>
                  </a:lnTo>
                  <a:close/>
                  <a:moveTo>
                    <a:pt x="928100" y="451766"/>
                  </a:moveTo>
                  <a:lnTo>
                    <a:pt x="967237" y="423420"/>
                  </a:lnTo>
                  <a:lnTo>
                    <a:pt x="988668" y="389392"/>
                  </a:lnTo>
                  <a:close/>
                  <a:moveTo>
                    <a:pt x="1429831" y="970019"/>
                  </a:moveTo>
                  <a:lnTo>
                    <a:pt x="1353535" y="977355"/>
                  </a:lnTo>
                  <a:lnTo>
                    <a:pt x="1400499" y="977156"/>
                  </a:lnTo>
                  <a:close/>
                  <a:moveTo>
                    <a:pt x="1429831" y="970019"/>
                  </a:moveTo>
                  <a:lnTo>
                    <a:pt x="1383153" y="970176"/>
                  </a:lnTo>
                  <a:lnTo>
                    <a:pt x="1353535" y="977355"/>
                  </a:lnTo>
                  <a:close/>
                  <a:moveTo>
                    <a:pt x="1433942" y="949968"/>
                  </a:moveTo>
                  <a:lnTo>
                    <a:pt x="1383153" y="970176"/>
                  </a:lnTo>
                  <a:lnTo>
                    <a:pt x="1429831" y="970019"/>
                  </a:lnTo>
                  <a:close/>
                  <a:moveTo>
                    <a:pt x="1474829" y="954709"/>
                  </a:moveTo>
                  <a:lnTo>
                    <a:pt x="1429831" y="970019"/>
                  </a:lnTo>
                  <a:lnTo>
                    <a:pt x="1474032" y="960604"/>
                  </a:lnTo>
                  <a:close/>
                  <a:moveTo>
                    <a:pt x="1474829" y="954709"/>
                  </a:moveTo>
                  <a:lnTo>
                    <a:pt x="1433942" y="949968"/>
                  </a:lnTo>
                  <a:lnTo>
                    <a:pt x="1429831" y="970019"/>
                  </a:lnTo>
                  <a:close/>
                  <a:moveTo>
                    <a:pt x="1433942" y="949968"/>
                  </a:moveTo>
                  <a:lnTo>
                    <a:pt x="1474829" y="954709"/>
                  </a:lnTo>
                  <a:lnTo>
                    <a:pt x="1477413" y="889865"/>
                  </a:lnTo>
                  <a:close/>
                  <a:moveTo>
                    <a:pt x="1474829" y="954709"/>
                  </a:moveTo>
                  <a:lnTo>
                    <a:pt x="1474032" y="960604"/>
                  </a:lnTo>
                  <a:lnTo>
                    <a:pt x="1478038" y="956294"/>
                  </a:lnTo>
                  <a:close/>
                  <a:moveTo>
                    <a:pt x="1477413" y="889865"/>
                  </a:moveTo>
                  <a:lnTo>
                    <a:pt x="1474829" y="954709"/>
                  </a:lnTo>
                  <a:lnTo>
                    <a:pt x="1478038" y="956294"/>
                  </a:lnTo>
                  <a:close/>
                  <a:moveTo>
                    <a:pt x="1339850" y="737509"/>
                  </a:moveTo>
                  <a:lnTo>
                    <a:pt x="1305217" y="727682"/>
                  </a:lnTo>
                  <a:lnTo>
                    <a:pt x="1286810" y="784641"/>
                  </a:lnTo>
                  <a:close/>
                  <a:moveTo>
                    <a:pt x="1173700" y="507668"/>
                  </a:moveTo>
                  <a:lnTo>
                    <a:pt x="1220222" y="507829"/>
                  </a:lnTo>
                  <a:lnTo>
                    <a:pt x="1218227" y="446707"/>
                  </a:lnTo>
                  <a:close/>
                  <a:moveTo>
                    <a:pt x="1211260" y="541949"/>
                  </a:moveTo>
                  <a:lnTo>
                    <a:pt x="1254252" y="528014"/>
                  </a:lnTo>
                  <a:lnTo>
                    <a:pt x="1250060" y="495814"/>
                  </a:lnTo>
                  <a:close/>
                  <a:moveTo>
                    <a:pt x="1132056" y="138406"/>
                  </a:moveTo>
                  <a:lnTo>
                    <a:pt x="1142964" y="191479"/>
                  </a:lnTo>
                  <a:lnTo>
                    <a:pt x="1125340" y="162500"/>
                  </a:lnTo>
                  <a:close/>
                  <a:moveTo>
                    <a:pt x="1195358" y="26100"/>
                  </a:moveTo>
                  <a:lnTo>
                    <a:pt x="1164798" y="35333"/>
                  </a:lnTo>
                  <a:lnTo>
                    <a:pt x="1185468" y="40819"/>
                  </a:lnTo>
                  <a:close/>
                  <a:moveTo>
                    <a:pt x="1164798" y="35333"/>
                  </a:moveTo>
                  <a:lnTo>
                    <a:pt x="1195358" y="26100"/>
                  </a:lnTo>
                  <a:lnTo>
                    <a:pt x="1210632" y="0"/>
                  </a:lnTo>
                  <a:close/>
                  <a:moveTo>
                    <a:pt x="1134641" y="25460"/>
                  </a:moveTo>
                  <a:lnTo>
                    <a:pt x="1164798" y="35333"/>
                  </a:lnTo>
                  <a:lnTo>
                    <a:pt x="1210632" y="0"/>
                  </a:lnTo>
                  <a:close/>
                  <a:moveTo>
                    <a:pt x="1185468" y="40819"/>
                  </a:moveTo>
                  <a:lnTo>
                    <a:pt x="1239939" y="11239"/>
                  </a:lnTo>
                  <a:lnTo>
                    <a:pt x="1195358" y="26100"/>
                  </a:lnTo>
                  <a:close/>
                  <a:moveTo>
                    <a:pt x="1263786" y="24059"/>
                  </a:moveTo>
                  <a:lnTo>
                    <a:pt x="1239939" y="11239"/>
                  </a:lnTo>
                  <a:lnTo>
                    <a:pt x="1185468" y="40819"/>
                  </a:lnTo>
                  <a:close/>
                  <a:moveTo>
                    <a:pt x="1195358" y="26100"/>
                  </a:moveTo>
                  <a:lnTo>
                    <a:pt x="1239939" y="11239"/>
                  </a:lnTo>
                  <a:lnTo>
                    <a:pt x="1210632" y="0"/>
                  </a:lnTo>
                  <a:close/>
                  <a:moveTo>
                    <a:pt x="1428977" y="12861"/>
                  </a:moveTo>
                  <a:lnTo>
                    <a:pt x="1451688" y="57140"/>
                  </a:lnTo>
                  <a:lnTo>
                    <a:pt x="1464529" y="66124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83" name="Output_density__4282">
              <a:extLst>
                <a:ext uri="{FF2B5EF4-FFF2-40B4-BE49-F238E27FC236}">
                  <a16:creationId xmlns:a16="http://schemas.microsoft.com/office/drawing/2014/main" id="{3EE5F27A-E02B-4FBA-1837-F6B27D01C0B2}"/>
                </a:ext>
              </a:extLst>
            </p:cNvPr>
            <p:cNvSpPr>
              <a:spLocks noGrp="1"/>
            </p:cNvSpPr>
            <p:nvPr/>
          </p:nvSpPr>
          <p:spPr>
            <a:xfrm>
              <a:off x="15048540" y="2210993"/>
              <a:ext cx="1385794" cy="1615123"/>
            </a:xfrm>
            <a:custGeom>
              <a:avLst/>
              <a:gdLst/>
              <a:ahLst/>
              <a:cxnLst/>
              <a:rect l="0" t="0" r="0" b="0"/>
              <a:pathLst>
                <a:path w="1385794" h="1615123">
                  <a:moveTo>
                    <a:pt x="386314" y="1586805"/>
                  </a:moveTo>
                  <a:lnTo>
                    <a:pt x="422515" y="1615123"/>
                  </a:lnTo>
                  <a:lnTo>
                    <a:pt x="429107" y="1575288"/>
                  </a:lnTo>
                  <a:close/>
                  <a:moveTo>
                    <a:pt x="386314" y="1586805"/>
                  </a:moveTo>
                  <a:lnTo>
                    <a:pt x="429107" y="1575288"/>
                  </a:lnTo>
                  <a:lnTo>
                    <a:pt x="361466" y="1561548"/>
                  </a:lnTo>
                  <a:close/>
                  <a:moveTo>
                    <a:pt x="305816" y="1474071"/>
                  </a:moveTo>
                  <a:lnTo>
                    <a:pt x="330649" y="1459637"/>
                  </a:lnTo>
                  <a:lnTo>
                    <a:pt x="321250" y="1450964"/>
                  </a:lnTo>
                  <a:close/>
                  <a:moveTo>
                    <a:pt x="454912" y="1491567"/>
                  </a:moveTo>
                  <a:lnTo>
                    <a:pt x="427302" y="1435544"/>
                  </a:lnTo>
                  <a:lnTo>
                    <a:pt x="390736" y="1443015"/>
                  </a:lnTo>
                  <a:close/>
                  <a:moveTo>
                    <a:pt x="382678" y="1386823"/>
                  </a:moveTo>
                  <a:lnTo>
                    <a:pt x="382423" y="1370101"/>
                  </a:lnTo>
                  <a:lnTo>
                    <a:pt x="332914" y="1359673"/>
                  </a:lnTo>
                  <a:close/>
                  <a:moveTo>
                    <a:pt x="79197" y="971714"/>
                  </a:moveTo>
                  <a:lnTo>
                    <a:pt x="57058" y="987222"/>
                  </a:lnTo>
                  <a:lnTo>
                    <a:pt x="73619" y="984211"/>
                  </a:lnTo>
                  <a:close/>
                  <a:moveTo>
                    <a:pt x="0" y="944272"/>
                  </a:moveTo>
                  <a:lnTo>
                    <a:pt x="57058" y="987222"/>
                  </a:lnTo>
                  <a:lnTo>
                    <a:pt x="79197" y="971714"/>
                  </a:lnTo>
                  <a:close/>
                  <a:moveTo>
                    <a:pt x="73619" y="984211"/>
                  </a:moveTo>
                  <a:lnTo>
                    <a:pt x="49722" y="999573"/>
                  </a:lnTo>
                  <a:lnTo>
                    <a:pt x="79197" y="971714"/>
                  </a:lnTo>
                  <a:close/>
                  <a:moveTo>
                    <a:pt x="339936" y="1320847"/>
                  </a:moveTo>
                  <a:lnTo>
                    <a:pt x="396545" y="1288003"/>
                  </a:lnTo>
                  <a:lnTo>
                    <a:pt x="358720" y="1280815"/>
                  </a:lnTo>
                  <a:close/>
                  <a:moveTo>
                    <a:pt x="378542" y="1220693"/>
                  </a:moveTo>
                  <a:lnTo>
                    <a:pt x="361709" y="1205303"/>
                  </a:lnTo>
                  <a:lnTo>
                    <a:pt x="358720" y="1280815"/>
                  </a:lnTo>
                  <a:close/>
                  <a:moveTo>
                    <a:pt x="358720" y="1280815"/>
                  </a:moveTo>
                  <a:lnTo>
                    <a:pt x="409599" y="1256840"/>
                  </a:lnTo>
                  <a:lnTo>
                    <a:pt x="378542" y="1220693"/>
                  </a:lnTo>
                  <a:close/>
                  <a:moveTo>
                    <a:pt x="358720" y="1280815"/>
                  </a:moveTo>
                  <a:lnTo>
                    <a:pt x="396545" y="1288003"/>
                  </a:lnTo>
                  <a:lnTo>
                    <a:pt x="409599" y="1256840"/>
                  </a:lnTo>
                  <a:close/>
                  <a:moveTo>
                    <a:pt x="361709" y="1205303"/>
                  </a:moveTo>
                  <a:lnTo>
                    <a:pt x="335042" y="1153766"/>
                  </a:lnTo>
                  <a:lnTo>
                    <a:pt x="320880" y="1210853"/>
                  </a:lnTo>
                  <a:close/>
                  <a:moveTo>
                    <a:pt x="74976" y="857622"/>
                  </a:moveTo>
                  <a:lnTo>
                    <a:pt x="1309" y="818563"/>
                  </a:lnTo>
                  <a:lnTo>
                    <a:pt x="34065" y="868641"/>
                  </a:lnTo>
                  <a:close/>
                  <a:moveTo>
                    <a:pt x="361709" y="1205303"/>
                  </a:moveTo>
                  <a:lnTo>
                    <a:pt x="368832" y="1129673"/>
                  </a:lnTo>
                  <a:lnTo>
                    <a:pt x="335042" y="1153766"/>
                  </a:lnTo>
                  <a:close/>
                  <a:moveTo>
                    <a:pt x="368832" y="1129673"/>
                  </a:moveTo>
                  <a:lnTo>
                    <a:pt x="336511" y="1102230"/>
                  </a:lnTo>
                  <a:lnTo>
                    <a:pt x="335042" y="1153766"/>
                  </a:lnTo>
                  <a:close/>
                  <a:moveTo>
                    <a:pt x="110863" y="828446"/>
                  </a:moveTo>
                  <a:lnTo>
                    <a:pt x="116588" y="805098"/>
                  </a:lnTo>
                  <a:lnTo>
                    <a:pt x="119055" y="844547"/>
                  </a:lnTo>
                  <a:close/>
                  <a:moveTo>
                    <a:pt x="145909" y="874944"/>
                  </a:moveTo>
                  <a:lnTo>
                    <a:pt x="191696" y="871459"/>
                  </a:lnTo>
                  <a:lnTo>
                    <a:pt x="168946" y="881951"/>
                  </a:lnTo>
                  <a:close/>
                  <a:moveTo>
                    <a:pt x="478534" y="1008402"/>
                  </a:moveTo>
                  <a:lnTo>
                    <a:pt x="435360" y="1005519"/>
                  </a:lnTo>
                  <a:lnTo>
                    <a:pt x="489478" y="1016309"/>
                  </a:lnTo>
                  <a:close/>
                  <a:moveTo>
                    <a:pt x="112197" y="717380"/>
                  </a:moveTo>
                  <a:lnTo>
                    <a:pt x="177664" y="749378"/>
                  </a:lnTo>
                  <a:lnTo>
                    <a:pt x="167005" y="695301"/>
                  </a:lnTo>
                  <a:close/>
                  <a:moveTo>
                    <a:pt x="112197" y="717380"/>
                  </a:moveTo>
                  <a:lnTo>
                    <a:pt x="142200" y="768917"/>
                  </a:lnTo>
                  <a:lnTo>
                    <a:pt x="177664" y="749378"/>
                  </a:lnTo>
                  <a:close/>
                  <a:moveTo>
                    <a:pt x="217131" y="755274"/>
                  </a:moveTo>
                  <a:lnTo>
                    <a:pt x="202635" y="693286"/>
                  </a:lnTo>
                  <a:lnTo>
                    <a:pt x="167005" y="695301"/>
                  </a:lnTo>
                  <a:close/>
                  <a:moveTo>
                    <a:pt x="167005" y="695301"/>
                  </a:moveTo>
                  <a:lnTo>
                    <a:pt x="202635" y="693286"/>
                  </a:lnTo>
                  <a:lnTo>
                    <a:pt x="167858" y="687210"/>
                  </a:lnTo>
                  <a:close/>
                  <a:moveTo>
                    <a:pt x="625960" y="1089997"/>
                  </a:moveTo>
                  <a:lnTo>
                    <a:pt x="596462" y="1029948"/>
                  </a:lnTo>
                  <a:lnTo>
                    <a:pt x="566627" y="1037508"/>
                  </a:lnTo>
                  <a:close/>
                  <a:moveTo>
                    <a:pt x="528876" y="1028712"/>
                  </a:moveTo>
                  <a:lnTo>
                    <a:pt x="489478" y="1016309"/>
                  </a:lnTo>
                  <a:lnTo>
                    <a:pt x="442281" y="1014526"/>
                  </a:lnTo>
                  <a:close/>
                  <a:moveTo>
                    <a:pt x="528876" y="1028712"/>
                  </a:moveTo>
                  <a:lnTo>
                    <a:pt x="442281" y="1014526"/>
                  </a:lnTo>
                  <a:lnTo>
                    <a:pt x="475612" y="1004243"/>
                  </a:lnTo>
                  <a:close/>
                  <a:moveTo>
                    <a:pt x="528876" y="1028712"/>
                  </a:moveTo>
                  <a:lnTo>
                    <a:pt x="531547" y="1029948"/>
                  </a:lnTo>
                  <a:lnTo>
                    <a:pt x="537892" y="1022644"/>
                  </a:lnTo>
                  <a:close/>
                  <a:moveTo>
                    <a:pt x="489478" y="1016309"/>
                  </a:moveTo>
                  <a:lnTo>
                    <a:pt x="528876" y="1028712"/>
                  </a:lnTo>
                  <a:lnTo>
                    <a:pt x="537892" y="1022644"/>
                  </a:lnTo>
                  <a:close/>
                  <a:moveTo>
                    <a:pt x="588520" y="1077034"/>
                  </a:moveTo>
                  <a:lnTo>
                    <a:pt x="566627" y="1037508"/>
                  </a:lnTo>
                  <a:lnTo>
                    <a:pt x="531547" y="1029948"/>
                  </a:lnTo>
                  <a:close/>
                  <a:moveTo>
                    <a:pt x="202635" y="693286"/>
                  </a:moveTo>
                  <a:lnTo>
                    <a:pt x="216849" y="695703"/>
                  </a:lnTo>
                  <a:lnTo>
                    <a:pt x="175678" y="688249"/>
                  </a:lnTo>
                  <a:close/>
                  <a:moveTo>
                    <a:pt x="167858" y="687210"/>
                  </a:moveTo>
                  <a:lnTo>
                    <a:pt x="202635" y="693286"/>
                  </a:lnTo>
                  <a:lnTo>
                    <a:pt x="175678" y="688249"/>
                  </a:lnTo>
                  <a:close/>
                  <a:moveTo>
                    <a:pt x="208775" y="530616"/>
                  </a:moveTo>
                  <a:lnTo>
                    <a:pt x="131538" y="551415"/>
                  </a:lnTo>
                  <a:lnTo>
                    <a:pt x="164101" y="538264"/>
                  </a:lnTo>
                  <a:close/>
                  <a:moveTo>
                    <a:pt x="731015" y="1168057"/>
                  </a:moveTo>
                  <a:lnTo>
                    <a:pt x="746793" y="1144762"/>
                  </a:lnTo>
                  <a:lnTo>
                    <a:pt x="705375" y="1164584"/>
                  </a:lnTo>
                  <a:close/>
                  <a:moveTo>
                    <a:pt x="731015" y="1168057"/>
                  </a:moveTo>
                  <a:lnTo>
                    <a:pt x="776303" y="1169220"/>
                  </a:lnTo>
                  <a:lnTo>
                    <a:pt x="746793" y="1144762"/>
                  </a:lnTo>
                  <a:close/>
                  <a:moveTo>
                    <a:pt x="501207" y="799708"/>
                  </a:moveTo>
                  <a:lnTo>
                    <a:pt x="440833" y="812840"/>
                  </a:lnTo>
                  <a:lnTo>
                    <a:pt x="436170" y="856777"/>
                  </a:lnTo>
                  <a:close/>
                  <a:moveTo>
                    <a:pt x="501207" y="799708"/>
                  </a:moveTo>
                  <a:lnTo>
                    <a:pt x="501752" y="792401"/>
                  </a:lnTo>
                  <a:lnTo>
                    <a:pt x="487019" y="750531"/>
                  </a:lnTo>
                  <a:close/>
                  <a:moveTo>
                    <a:pt x="440833" y="812840"/>
                  </a:moveTo>
                  <a:lnTo>
                    <a:pt x="501207" y="799708"/>
                  </a:lnTo>
                  <a:lnTo>
                    <a:pt x="487019" y="750531"/>
                  </a:lnTo>
                  <a:close/>
                  <a:moveTo>
                    <a:pt x="501752" y="792401"/>
                  </a:moveTo>
                  <a:lnTo>
                    <a:pt x="505901" y="799708"/>
                  </a:lnTo>
                  <a:lnTo>
                    <a:pt x="487019" y="750531"/>
                  </a:lnTo>
                  <a:close/>
                  <a:moveTo>
                    <a:pt x="208775" y="530616"/>
                  </a:moveTo>
                  <a:lnTo>
                    <a:pt x="164101" y="538264"/>
                  </a:lnTo>
                  <a:lnTo>
                    <a:pt x="246244" y="535804"/>
                  </a:lnTo>
                  <a:close/>
                  <a:moveTo>
                    <a:pt x="258044" y="540148"/>
                  </a:moveTo>
                  <a:lnTo>
                    <a:pt x="261166" y="542025"/>
                  </a:lnTo>
                  <a:lnTo>
                    <a:pt x="282764" y="551669"/>
                  </a:lnTo>
                  <a:close/>
                  <a:moveTo>
                    <a:pt x="298322" y="555842"/>
                  </a:moveTo>
                  <a:lnTo>
                    <a:pt x="282764" y="551669"/>
                  </a:lnTo>
                  <a:lnTo>
                    <a:pt x="261166" y="542025"/>
                  </a:lnTo>
                  <a:close/>
                  <a:moveTo>
                    <a:pt x="1177264" y="1510340"/>
                  </a:moveTo>
                  <a:lnTo>
                    <a:pt x="1140481" y="1502262"/>
                  </a:lnTo>
                  <a:lnTo>
                    <a:pt x="1122012" y="1539359"/>
                  </a:lnTo>
                  <a:close/>
                  <a:moveTo>
                    <a:pt x="457644" y="673688"/>
                  </a:moveTo>
                  <a:lnTo>
                    <a:pt x="514351" y="704609"/>
                  </a:lnTo>
                  <a:lnTo>
                    <a:pt x="461423" y="672541"/>
                  </a:lnTo>
                  <a:close/>
                  <a:moveTo>
                    <a:pt x="369514" y="647340"/>
                  </a:moveTo>
                  <a:lnTo>
                    <a:pt x="401022" y="630244"/>
                  </a:lnTo>
                  <a:lnTo>
                    <a:pt x="457644" y="673688"/>
                  </a:lnTo>
                  <a:close/>
                  <a:moveTo>
                    <a:pt x="372729" y="645098"/>
                  </a:moveTo>
                  <a:lnTo>
                    <a:pt x="369514" y="647340"/>
                  </a:lnTo>
                  <a:lnTo>
                    <a:pt x="457644" y="673688"/>
                  </a:lnTo>
                  <a:close/>
                  <a:moveTo>
                    <a:pt x="388738" y="621004"/>
                  </a:moveTo>
                  <a:lnTo>
                    <a:pt x="367711" y="640597"/>
                  </a:lnTo>
                  <a:lnTo>
                    <a:pt x="330471" y="575627"/>
                  </a:lnTo>
                  <a:close/>
                  <a:moveTo>
                    <a:pt x="398652" y="569468"/>
                  </a:moveTo>
                  <a:lnTo>
                    <a:pt x="367711" y="640597"/>
                  </a:lnTo>
                  <a:lnTo>
                    <a:pt x="372729" y="645098"/>
                  </a:lnTo>
                  <a:close/>
                  <a:moveTo>
                    <a:pt x="923863" y="1136370"/>
                  </a:moveTo>
                  <a:lnTo>
                    <a:pt x="949271" y="1187907"/>
                  </a:lnTo>
                  <a:lnTo>
                    <a:pt x="924125" y="1125008"/>
                  </a:lnTo>
                  <a:close/>
                  <a:moveTo>
                    <a:pt x="977697" y="1079343"/>
                  </a:moveTo>
                  <a:lnTo>
                    <a:pt x="924125" y="1125008"/>
                  </a:lnTo>
                  <a:lnTo>
                    <a:pt x="933501" y="1088779"/>
                  </a:lnTo>
                  <a:close/>
                  <a:moveTo>
                    <a:pt x="507877" y="545502"/>
                  </a:moveTo>
                  <a:lnTo>
                    <a:pt x="468735" y="569468"/>
                  </a:lnTo>
                  <a:lnTo>
                    <a:pt x="461966" y="607431"/>
                  </a:lnTo>
                  <a:close/>
                  <a:moveTo>
                    <a:pt x="461966" y="607431"/>
                  </a:moveTo>
                  <a:lnTo>
                    <a:pt x="468735" y="569468"/>
                  </a:lnTo>
                  <a:lnTo>
                    <a:pt x="447738" y="556256"/>
                  </a:lnTo>
                  <a:close/>
                  <a:moveTo>
                    <a:pt x="447738" y="556256"/>
                  </a:moveTo>
                  <a:lnTo>
                    <a:pt x="468735" y="569468"/>
                  </a:lnTo>
                  <a:lnTo>
                    <a:pt x="438949" y="500658"/>
                  </a:lnTo>
                  <a:close/>
                  <a:moveTo>
                    <a:pt x="438949" y="500658"/>
                  </a:moveTo>
                  <a:lnTo>
                    <a:pt x="507772" y="545107"/>
                  </a:lnTo>
                  <a:lnTo>
                    <a:pt x="457585" y="493837"/>
                  </a:lnTo>
                  <a:close/>
                  <a:moveTo>
                    <a:pt x="438949" y="500658"/>
                  </a:moveTo>
                  <a:lnTo>
                    <a:pt x="457585" y="493837"/>
                  </a:lnTo>
                  <a:lnTo>
                    <a:pt x="445476" y="486872"/>
                  </a:lnTo>
                  <a:close/>
                  <a:moveTo>
                    <a:pt x="935262" y="1163813"/>
                  </a:moveTo>
                  <a:lnTo>
                    <a:pt x="928849" y="1112276"/>
                  </a:lnTo>
                  <a:lnTo>
                    <a:pt x="924125" y="1125008"/>
                  </a:lnTo>
                  <a:close/>
                  <a:moveTo>
                    <a:pt x="1250278" y="1300734"/>
                  </a:moveTo>
                  <a:lnTo>
                    <a:pt x="1199803" y="1303787"/>
                  </a:lnTo>
                  <a:lnTo>
                    <a:pt x="1255172" y="1359498"/>
                  </a:lnTo>
                  <a:close/>
                  <a:moveTo>
                    <a:pt x="962754" y="1063253"/>
                  </a:moveTo>
                  <a:lnTo>
                    <a:pt x="995066" y="1088182"/>
                  </a:lnTo>
                  <a:lnTo>
                    <a:pt x="977697" y="1079343"/>
                  </a:lnTo>
                  <a:close/>
                  <a:moveTo>
                    <a:pt x="933501" y="1088779"/>
                  </a:moveTo>
                  <a:lnTo>
                    <a:pt x="962754" y="1063253"/>
                  </a:lnTo>
                  <a:lnTo>
                    <a:pt x="977697" y="1079343"/>
                  </a:lnTo>
                  <a:close/>
                  <a:moveTo>
                    <a:pt x="769170" y="823725"/>
                  </a:moveTo>
                  <a:lnTo>
                    <a:pt x="759827" y="830918"/>
                  </a:lnTo>
                  <a:lnTo>
                    <a:pt x="791952" y="778963"/>
                  </a:lnTo>
                  <a:close/>
                  <a:moveTo>
                    <a:pt x="572031" y="521280"/>
                  </a:moveTo>
                  <a:lnTo>
                    <a:pt x="575240" y="528564"/>
                  </a:lnTo>
                  <a:lnTo>
                    <a:pt x="547380" y="558296"/>
                  </a:lnTo>
                  <a:close/>
                  <a:moveTo>
                    <a:pt x="485945" y="469743"/>
                  </a:moveTo>
                  <a:lnTo>
                    <a:pt x="507772" y="545107"/>
                  </a:lnTo>
                  <a:lnTo>
                    <a:pt x="532663" y="503273"/>
                  </a:lnTo>
                  <a:close/>
                  <a:moveTo>
                    <a:pt x="485945" y="469743"/>
                  </a:moveTo>
                  <a:lnTo>
                    <a:pt x="457585" y="493837"/>
                  </a:lnTo>
                  <a:lnTo>
                    <a:pt x="507772" y="545107"/>
                  </a:lnTo>
                  <a:close/>
                  <a:moveTo>
                    <a:pt x="457585" y="493837"/>
                  </a:moveTo>
                  <a:lnTo>
                    <a:pt x="485945" y="469743"/>
                  </a:lnTo>
                  <a:lnTo>
                    <a:pt x="445476" y="486872"/>
                  </a:lnTo>
                  <a:close/>
                  <a:moveTo>
                    <a:pt x="922077" y="985109"/>
                  </a:moveTo>
                  <a:lnTo>
                    <a:pt x="917977" y="1004521"/>
                  </a:lnTo>
                  <a:lnTo>
                    <a:pt x="952785" y="1025981"/>
                  </a:lnTo>
                  <a:close/>
                  <a:moveTo>
                    <a:pt x="727970" y="675889"/>
                  </a:moveTo>
                  <a:lnTo>
                    <a:pt x="807460" y="704690"/>
                  </a:lnTo>
                  <a:lnTo>
                    <a:pt x="784809" y="660363"/>
                  </a:lnTo>
                  <a:close/>
                  <a:moveTo>
                    <a:pt x="784809" y="660363"/>
                  </a:moveTo>
                  <a:lnTo>
                    <a:pt x="716696" y="667312"/>
                  </a:lnTo>
                  <a:lnTo>
                    <a:pt x="727970" y="675889"/>
                  </a:lnTo>
                  <a:close/>
                  <a:moveTo>
                    <a:pt x="731200" y="603221"/>
                  </a:moveTo>
                  <a:lnTo>
                    <a:pt x="716696" y="667312"/>
                  </a:lnTo>
                  <a:lnTo>
                    <a:pt x="784809" y="660363"/>
                  </a:lnTo>
                  <a:close/>
                  <a:moveTo>
                    <a:pt x="780021" y="601512"/>
                  </a:moveTo>
                  <a:lnTo>
                    <a:pt x="731200" y="603221"/>
                  </a:lnTo>
                  <a:lnTo>
                    <a:pt x="784809" y="660363"/>
                  </a:lnTo>
                  <a:close/>
                  <a:moveTo>
                    <a:pt x="731200" y="603221"/>
                  </a:moveTo>
                  <a:lnTo>
                    <a:pt x="778378" y="588356"/>
                  </a:lnTo>
                  <a:lnTo>
                    <a:pt x="696568" y="572816"/>
                  </a:lnTo>
                  <a:close/>
                  <a:moveTo>
                    <a:pt x="572031" y="521280"/>
                  </a:moveTo>
                  <a:lnTo>
                    <a:pt x="601120" y="507523"/>
                  </a:lnTo>
                  <a:lnTo>
                    <a:pt x="532663" y="503273"/>
                  </a:lnTo>
                  <a:close/>
                  <a:moveTo>
                    <a:pt x="1291991" y="1204079"/>
                  </a:moveTo>
                  <a:lnTo>
                    <a:pt x="1343651" y="1200062"/>
                  </a:lnTo>
                  <a:lnTo>
                    <a:pt x="1332459" y="1146419"/>
                  </a:lnTo>
                  <a:close/>
                  <a:moveTo>
                    <a:pt x="1291991" y="1204079"/>
                  </a:moveTo>
                  <a:lnTo>
                    <a:pt x="1332459" y="1146419"/>
                  </a:lnTo>
                  <a:lnTo>
                    <a:pt x="1287272" y="1145173"/>
                  </a:lnTo>
                  <a:close/>
                  <a:moveTo>
                    <a:pt x="1380068" y="1208438"/>
                  </a:moveTo>
                  <a:lnTo>
                    <a:pt x="1332459" y="1146419"/>
                  </a:lnTo>
                  <a:lnTo>
                    <a:pt x="1343651" y="1200062"/>
                  </a:lnTo>
                  <a:close/>
                  <a:moveTo>
                    <a:pt x="1236716" y="1148292"/>
                  </a:moveTo>
                  <a:lnTo>
                    <a:pt x="1287272" y="1145173"/>
                  </a:lnTo>
                  <a:lnTo>
                    <a:pt x="1223783" y="1096063"/>
                  </a:lnTo>
                  <a:close/>
                  <a:moveTo>
                    <a:pt x="1287272" y="1145173"/>
                  </a:moveTo>
                  <a:lnTo>
                    <a:pt x="1332459" y="1146419"/>
                  </a:lnTo>
                  <a:lnTo>
                    <a:pt x="1297088" y="1130310"/>
                  </a:lnTo>
                  <a:close/>
                  <a:moveTo>
                    <a:pt x="1030977" y="873849"/>
                  </a:moveTo>
                  <a:lnTo>
                    <a:pt x="1039356" y="865402"/>
                  </a:lnTo>
                  <a:lnTo>
                    <a:pt x="998725" y="888166"/>
                  </a:lnTo>
                  <a:close/>
                  <a:moveTo>
                    <a:pt x="1061935" y="837964"/>
                  </a:moveTo>
                  <a:lnTo>
                    <a:pt x="1059597" y="833848"/>
                  </a:lnTo>
                  <a:lnTo>
                    <a:pt x="1033071" y="841902"/>
                  </a:lnTo>
                  <a:close/>
                  <a:moveTo>
                    <a:pt x="851079" y="581726"/>
                  </a:moveTo>
                  <a:lnTo>
                    <a:pt x="785845" y="600259"/>
                  </a:lnTo>
                  <a:lnTo>
                    <a:pt x="836830" y="632218"/>
                  </a:lnTo>
                  <a:close/>
                  <a:moveTo>
                    <a:pt x="778378" y="588356"/>
                  </a:moveTo>
                  <a:lnTo>
                    <a:pt x="785845" y="600259"/>
                  </a:lnTo>
                  <a:lnTo>
                    <a:pt x="854373" y="562909"/>
                  </a:lnTo>
                  <a:close/>
                  <a:moveTo>
                    <a:pt x="703780" y="473092"/>
                  </a:moveTo>
                  <a:lnTo>
                    <a:pt x="671082" y="488627"/>
                  </a:lnTo>
                  <a:lnTo>
                    <a:pt x="716902" y="533183"/>
                  </a:lnTo>
                  <a:close/>
                  <a:moveTo>
                    <a:pt x="1069556" y="831769"/>
                  </a:moveTo>
                  <a:lnTo>
                    <a:pt x="1017505" y="823481"/>
                  </a:lnTo>
                  <a:lnTo>
                    <a:pt x="1059597" y="833848"/>
                  </a:lnTo>
                  <a:close/>
                  <a:moveTo>
                    <a:pt x="1027681" y="765087"/>
                  </a:moveTo>
                  <a:lnTo>
                    <a:pt x="1017505" y="823481"/>
                  </a:lnTo>
                  <a:lnTo>
                    <a:pt x="1069556" y="831769"/>
                  </a:lnTo>
                  <a:close/>
                  <a:moveTo>
                    <a:pt x="1071828" y="767178"/>
                  </a:moveTo>
                  <a:lnTo>
                    <a:pt x="1027681" y="765087"/>
                  </a:lnTo>
                  <a:lnTo>
                    <a:pt x="1069556" y="831769"/>
                  </a:lnTo>
                  <a:close/>
                  <a:moveTo>
                    <a:pt x="1103881" y="797073"/>
                  </a:moveTo>
                  <a:lnTo>
                    <a:pt x="1141523" y="811242"/>
                  </a:lnTo>
                  <a:lnTo>
                    <a:pt x="1185348" y="792086"/>
                  </a:lnTo>
                  <a:close/>
                  <a:moveTo>
                    <a:pt x="1027681" y="765087"/>
                  </a:moveTo>
                  <a:lnTo>
                    <a:pt x="1071828" y="767178"/>
                  </a:lnTo>
                  <a:lnTo>
                    <a:pt x="1065714" y="709406"/>
                  </a:lnTo>
                  <a:close/>
                  <a:moveTo>
                    <a:pt x="934909" y="576165"/>
                  </a:moveTo>
                  <a:lnTo>
                    <a:pt x="924410" y="560090"/>
                  </a:lnTo>
                  <a:lnTo>
                    <a:pt x="924217" y="514466"/>
                  </a:lnTo>
                  <a:close/>
                  <a:moveTo>
                    <a:pt x="737048" y="338705"/>
                  </a:moveTo>
                  <a:lnTo>
                    <a:pt x="751298" y="345925"/>
                  </a:lnTo>
                  <a:lnTo>
                    <a:pt x="699768" y="315060"/>
                  </a:lnTo>
                  <a:close/>
                  <a:moveTo>
                    <a:pt x="699768" y="315060"/>
                  </a:moveTo>
                  <a:lnTo>
                    <a:pt x="751298" y="345925"/>
                  </a:lnTo>
                  <a:lnTo>
                    <a:pt x="773873" y="355539"/>
                  </a:lnTo>
                  <a:close/>
                  <a:moveTo>
                    <a:pt x="1363029" y="996080"/>
                  </a:moveTo>
                  <a:lnTo>
                    <a:pt x="1385794" y="952812"/>
                  </a:lnTo>
                  <a:lnTo>
                    <a:pt x="1342238" y="950240"/>
                  </a:lnTo>
                  <a:close/>
                  <a:moveTo>
                    <a:pt x="1300736" y="945998"/>
                  </a:moveTo>
                  <a:lnTo>
                    <a:pt x="1363029" y="996080"/>
                  </a:lnTo>
                  <a:lnTo>
                    <a:pt x="1342238" y="950240"/>
                  </a:lnTo>
                  <a:close/>
                  <a:moveTo>
                    <a:pt x="1300736" y="945998"/>
                  </a:moveTo>
                  <a:lnTo>
                    <a:pt x="1342238" y="950240"/>
                  </a:lnTo>
                  <a:lnTo>
                    <a:pt x="1319105" y="942825"/>
                  </a:lnTo>
                  <a:close/>
                  <a:moveTo>
                    <a:pt x="1231491" y="838825"/>
                  </a:moveTo>
                  <a:lnTo>
                    <a:pt x="1164507" y="888843"/>
                  </a:lnTo>
                  <a:lnTo>
                    <a:pt x="1213083" y="895784"/>
                  </a:lnTo>
                  <a:close/>
                  <a:moveTo>
                    <a:pt x="751298" y="345925"/>
                  </a:moveTo>
                  <a:lnTo>
                    <a:pt x="746953" y="339442"/>
                  </a:lnTo>
                  <a:lnTo>
                    <a:pt x="789160" y="358866"/>
                  </a:lnTo>
                  <a:close/>
                  <a:moveTo>
                    <a:pt x="1176333" y="606957"/>
                  </a:moveTo>
                  <a:lnTo>
                    <a:pt x="1157420" y="555420"/>
                  </a:lnTo>
                  <a:lnTo>
                    <a:pt x="1146496" y="618972"/>
                  </a:lnTo>
                  <a:close/>
                  <a:moveTo>
                    <a:pt x="1157420" y="555420"/>
                  </a:moveTo>
                  <a:lnTo>
                    <a:pt x="1144500" y="557850"/>
                  </a:lnTo>
                  <a:lnTo>
                    <a:pt x="1146496" y="618972"/>
                  </a:lnTo>
                  <a:close/>
                  <a:moveTo>
                    <a:pt x="1002939" y="471487"/>
                  </a:moveTo>
                  <a:lnTo>
                    <a:pt x="1043456" y="503883"/>
                  </a:lnTo>
                  <a:lnTo>
                    <a:pt x="1078919" y="510442"/>
                  </a:lnTo>
                  <a:close/>
                  <a:moveTo>
                    <a:pt x="1002939" y="471487"/>
                  </a:moveTo>
                  <a:lnTo>
                    <a:pt x="1078919" y="510442"/>
                  </a:lnTo>
                  <a:lnTo>
                    <a:pt x="1056907" y="465594"/>
                  </a:lnTo>
                  <a:close/>
                  <a:moveTo>
                    <a:pt x="922202" y="248172"/>
                  </a:moveTo>
                  <a:lnTo>
                    <a:pt x="923180" y="240792"/>
                  </a:lnTo>
                  <a:lnTo>
                    <a:pt x="923958" y="270294"/>
                  </a:lnTo>
                  <a:close/>
                  <a:moveTo>
                    <a:pt x="1176333" y="606957"/>
                  </a:moveTo>
                  <a:lnTo>
                    <a:pt x="1173119" y="597327"/>
                  </a:lnTo>
                  <a:lnTo>
                    <a:pt x="1157420" y="555420"/>
                  </a:lnTo>
                  <a:close/>
                  <a:moveTo>
                    <a:pt x="983450" y="173617"/>
                  </a:moveTo>
                  <a:lnTo>
                    <a:pt x="987701" y="172448"/>
                  </a:lnTo>
                  <a:lnTo>
                    <a:pt x="1022920" y="222107"/>
                  </a:lnTo>
                  <a:close/>
                  <a:moveTo>
                    <a:pt x="1268564" y="479789"/>
                  </a:moveTo>
                  <a:lnTo>
                    <a:pt x="1309095" y="531326"/>
                  </a:lnTo>
                  <a:lnTo>
                    <a:pt x="1344168" y="507232"/>
                  </a:lnTo>
                  <a:close/>
                  <a:moveTo>
                    <a:pt x="1314025" y="455696"/>
                  </a:moveTo>
                  <a:lnTo>
                    <a:pt x="1344168" y="507232"/>
                  </a:lnTo>
                  <a:lnTo>
                    <a:pt x="1341434" y="483138"/>
                  </a:lnTo>
                  <a:close/>
                  <a:moveTo>
                    <a:pt x="1310538" y="404159"/>
                  </a:moveTo>
                  <a:lnTo>
                    <a:pt x="1344138" y="431602"/>
                  </a:lnTo>
                  <a:lnTo>
                    <a:pt x="1342282" y="380065"/>
                  </a:lnTo>
                  <a:close/>
                  <a:moveTo>
                    <a:pt x="1231373" y="173919"/>
                  </a:moveTo>
                  <a:lnTo>
                    <a:pt x="1210357" y="211092"/>
                  </a:lnTo>
                  <a:lnTo>
                    <a:pt x="1216157" y="161120"/>
                  </a:lnTo>
                  <a:close/>
                  <a:moveTo>
                    <a:pt x="1192901" y="10930"/>
                  </a:moveTo>
                  <a:lnTo>
                    <a:pt x="1236683" y="46751"/>
                  </a:lnTo>
                  <a:lnTo>
                    <a:pt x="1182813" y="0"/>
                  </a:lnTo>
                  <a:close/>
                  <a:moveTo>
                    <a:pt x="1276029" y="74194"/>
                  </a:moveTo>
                  <a:lnTo>
                    <a:pt x="1283377" y="81710"/>
                  </a:lnTo>
                  <a:lnTo>
                    <a:pt x="1215231" y="36387"/>
                  </a:lnTo>
                  <a:close/>
                  <a:moveTo>
                    <a:pt x="1215231" y="36387"/>
                  </a:moveTo>
                  <a:lnTo>
                    <a:pt x="1283377" y="81710"/>
                  </a:lnTo>
                  <a:lnTo>
                    <a:pt x="1236683" y="46751"/>
                  </a:lnTo>
                  <a:close/>
                  <a:moveTo>
                    <a:pt x="1236683" y="46751"/>
                  </a:moveTo>
                  <a:lnTo>
                    <a:pt x="1283377" y="81710"/>
                  </a:lnTo>
                  <a:lnTo>
                    <a:pt x="1256478" y="73955"/>
                  </a:lnTo>
                  <a:close/>
                  <a:moveTo>
                    <a:pt x="1215231" y="36387"/>
                  </a:moveTo>
                  <a:lnTo>
                    <a:pt x="1236683" y="46751"/>
                  </a:lnTo>
                  <a:lnTo>
                    <a:pt x="1192901" y="1093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84" name="Output_density__4283">
              <a:extLst>
                <a:ext uri="{FF2B5EF4-FFF2-40B4-BE49-F238E27FC236}">
                  <a16:creationId xmlns:a16="http://schemas.microsoft.com/office/drawing/2014/main" id="{F84301FF-E141-3454-627A-928BB367AF6B}"/>
                </a:ext>
              </a:extLst>
            </p:cNvPr>
            <p:cNvSpPr>
              <a:spLocks noGrp="1"/>
            </p:cNvSpPr>
            <p:nvPr/>
          </p:nvSpPr>
          <p:spPr>
            <a:xfrm>
              <a:off x="15022579" y="2322136"/>
              <a:ext cx="1496641" cy="1393839"/>
            </a:xfrm>
            <a:custGeom>
              <a:avLst/>
              <a:gdLst/>
              <a:ahLst/>
              <a:cxnLst/>
              <a:rect l="0" t="0" r="0" b="0"/>
              <a:pathLst>
                <a:path w="1496641" h="1393839">
                  <a:moveTo>
                    <a:pt x="480872" y="1380424"/>
                  </a:moveTo>
                  <a:lnTo>
                    <a:pt x="511090" y="1393839"/>
                  </a:lnTo>
                  <a:lnTo>
                    <a:pt x="482607" y="1361792"/>
                  </a:lnTo>
                  <a:close/>
                  <a:moveTo>
                    <a:pt x="482607" y="1361792"/>
                  </a:moveTo>
                  <a:lnTo>
                    <a:pt x="523330" y="1339371"/>
                  </a:lnTo>
                  <a:lnTo>
                    <a:pt x="491252" y="1371984"/>
                  </a:lnTo>
                  <a:close/>
                  <a:moveTo>
                    <a:pt x="0" y="757498"/>
                  </a:moveTo>
                  <a:lnTo>
                    <a:pt x="27783" y="705226"/>
                  </a:lnTo>
                  <a:lnTo>
                    <a:pt x="36795" y="681867"/>
                  </a:lnTo>
                  <a:close/>
                  <a:moveTo>
                    <a:pt x="54792" y="630331"/>
                  </a:moveTo>
                  <a:lnTo>
                    <a:pt x="84399" y="571695"/>
                  </a:lnTo>
                  <a:lnTo>
                    <a:pt x="89333" y="554700"/>
                  </a:lnTo>
                  <a:close/>
                  <a:moveTo>
                    <a:pt x="372275" y="759034"/>
                  </a:moveTo>
                  <a:lnTo>
                    <a:pt x="387071" y="788289"/>
                  </a:lnTo>
                  <a:lnTo>
                    <a:pt x="388514" y="779974"/>
                  </a:lnTo>
                  <a:close/>
                  <a:moveTo>
                    <a:pt x="372275" y="759034"/>
                  </a:moveTo>
                  <a:lnTo>
                    <a:pt x="388514" y="779974"/>
                  </a:lnTo>
                  <a:lnTo>
                    <a:pt x="414289" y="741440"/>
                  </a:lnTo>
                  <a:close/>
                  <a:moveTo>
                    <a:pt x="660875" y="595116"/>
                  </a:moveTo>
                  <a:lnTo>
                    <a:pt x="642649" y="588840"/>
                  </a:lnTo>
                  <a:lnTo>
                    <a:pt x="632917" y="590347"/>
                  </a:lnTo>
                  <a:close/>
                  <a:moveTo>
                    <a:pt x="1172717" y="846233"/>
                  </a:moveTo>
                  <a:lnTo>
                    <a:pt x="1182431" y="825778"/>
                  </a:lnTo>
                  <a:lnTo>
                    <a:pt x="1177668" y="817305"/>
                  </a:lnTo>
                  <a:close/>
                  <a:moveTo>
                    <a:pt x="999039" y="586010"/>
                  </a:moveTo>
                  <a:lnTo>
                    <a:pt x="1013383" y="561187"/>
                  </a:lnTo>
                  <a:lnTo>
                    <a:pt x="1042839" y="575094"/>
                  </a:lnTo>
                  <a:close/>
                  <a:moveTo>
                    <a:pt x="1292083" y="737509"/>
                  </a:moveTo>
                  <a:lnTo>
                    <a:pt x="1239043" y="784641"/>
                  </a:lnTo>
                  <a:lnTo>
                    <a:pt x="1283409" y="775841"/>
                  </a:lnTo>
                  <a:close/>
                  <a:moveTo>
                    <a:pt x="1163493" y="541949"/>
                  </a:moveTo>
                  <a:lnTo>
                    <a:pt x="1130757" y="554453"/>
                  </a:lnTo>
                  <a:lnTo>
                    <a:pt x="1206486" y="528014"/>
                  </a:lnTo>
                  <a:close/>
                  <a:moveTo>
                    <a:pt x="1458604" y="447626"/>
                  </a:moveTo>
                  <a:lnTo>
                    <a:pt x="1488278" y="423532"/>
                  </a:lnTo>
                  <a:lnTo>
                    <a:pt x="1468897" y="445496"/>
                  </a:lnTo>
                  <a:close/>
                  <a:moveTo>
                    <a:pt x="1145315" y="11239"/>
                  </a:moveTo>
                  <a:lnTo>
                    <a:pt x="1101713" y="25416"/>
                  </a:lnTo>
                  <a:lnTo>
                    <a:pt x="1162865" y="0"/>
                  </a:lnTo>
                  <a:close/>
                  <a:moveTo>
                    <a:pt x="1488278" y="423532"/>
                  </a:moveTo>
                  <a:lnTo>
                    <a:pt x="1496641" y="374551"/>
                  </a:lnTo>
                  <a:lnTo>
                    <a:pt x="1486323" y="40458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85" name="Output_density__4284">
              <a:extLst>
                <a:ext uri="{FF2B5EF4-FFF2-40B4-BE49-F238E27FC236}">
                  <a16:creationId xmlns:a16="http://schemas.microsoft.com/office/drawing/2014/main" id="{CCC286E0-221D-691A-72EF-352D1E2BAF9F}"/>
                </a:ext>
              </a:extLst>
            </p:cNvPr>
            <p:cNvSpPr>
              <a:spLocks noGrp="1"/>
            </p:cNvSpPr>
            <p:nvPr/>
          </p:nvSpPr>
          <p:spPr>
            <a:xfrm>
              <a:off x="15082604" y="2210172"/>
              <a:ext cx="1217819" cy="1443836"/>
            </a:xfrm>
            <a:custGeom>
              <a:avLst/>
              <a:gdLst/>
              <a:ahLst/>
              <a:cxnLst/>
              <a:rect l="0" t="0" r="0" b="0"/>
              <a:pathLst>
                <a:path w="1217819" h="1443836">
                  <a:moveTo>
                    <a:pt x="393237" y="1436365"/>
                  </a:moveTo>
                  <a:lnTo>
                    <a:pt x="359752" y="1384828"/>
                  </a:lnTo>
                  <a:lnTo>
                    <a:pt x="356671" y="1443836"/>
                  </a:lnTo>
                  <a:close/>
                  <a:moveTo>
                    <a:pt x="0" y="869462"/>
                  </a:moveTo>
                  <a:lnTo>
                    <a:pt x="42596" y="919816"/>
                  </a:lnTo>
                  <a:lnTo>
                    <a:pt x="40911" y="858443"/>
                  </a:lnTo>
                  <a:close/>
                  <a:moveTo>
                    <a:pt x="0" y="869462"/>
                  </a:moveTo>
                  <a:lnTo>
                    <a:pt x="38051" y="920999"/>
                  </a:lnTo>
                  <a:lnTo>
                    <a:pt x="42596" y="919816"/>
                  </a:lnTo>
                  <a:close/>
                  <a:moveTo>
                    <a:pt x="84990" y="845368"/>
                  </a:moveTo>
                  <a:lnTo>
                    <a:pt x="56659" y="793832"/>
                  </a:lnTo>
                  <a:lnTo>
                    <a:pt x="40911" y="858443"/>
                  </a:lnTo>
                  <a:close/>
                  <a:moveTo>
                    <a:pt x="84990" y="845368"/>
                  </a:moveTo>
                  <a:lnTo>
                    <a:pt x="108135" y="769738"/>
                  </a:lnTo>
                  <a:lnTo>
                    <a:pt x="56659" y="793832"/>
                  </a:lnTo>
                  <a:close/>
                  <a:moveTo>
                    <a:pt x="382941" y="1054864"/>
                  </a:moveTo>
                  <a:lnTo>
                    <a:pt x="408216" y="1015347"/>
                  </a:lnTo>
                  <a:lnTo>
                    <a:pt x="362376" y="1062741"/>
                  </a:lnTo>
                  <a:close/>
                  <a:moveTo>
                    <a:pt x="296406" y="576449"/>
                  </a:moveTo>
                  <a:lnTo>
                    <a:pt x="345163" y="574793"/>
                  </a:lnTo>
                  <a:lnTo>
                    <a:pt x="309623" y="551599"/>
                  </a:lnTo>
                  <a:close/>
                  <a:moveTo>
                    <a:pt x="309623" y="551599"/>
                  </a:moveTo>
                  <a:lnTo>
                    <a:pt x="345163" y="574793"/>
                  </a:lnTo>
                  <a:lnTo>
                    <a:pt x="315360" y="542846"/>
                  </a:lnTo>
                  <a:close/>
                  <a:moveTo>
                    <a:pt x="315360" y="542846"/>
                  </a:moveTo>
                  <a:lnTo>
                    <a:pt x="345163" y="574793"/>
                  </a:lnTo>
                  <a:lnTo>
                    <a:pt x="364587" y="570289"/>
                  </a:lnTo>
                  <a:close/>
                  <a:moveTo>
                    <a:pt x="315360" y="542846"/>
                  </a:moveTo>
                  <a:lnTo>
                    <a:pt x="364587" y="570289"/>
                  </a:lnTo>
                  <a:lnTo>
                    <a:pt x="360198" y="518753"/>
                  </a:lnTo>
                  <a:close/>
                  <a:moveTo>
                    <a:pt x="380347" y="621826"/>
                  </a:moveTo>
                  <a:lnTo>
                    <a:pt x="421620" y="660761"/>
                  </a:lnTo>
                  <a:lnTo>
                    <a:pt x="427902" y="608252"/>
                  </a:lnTo>
                  <a:close/>
                  <a:moveTo>
                    <a:pt x="364587" y="570289"/>
                  </a:moveTo>
                  <a:lnTo>
                    <a:pt x="427902" y="608252"/>
                  </a:lnTo>
                  <a:lnTo>
                    <a:pt x="413673" y="557077"/>
                  </a:lnTo>
                  <a:close/>
                  <a:moveTo>
                    <a:pt x="364587" y="570289"/>
                  </a:moveTo>
                  <a:lnTo>
                    <a:pt x="380347" y="621826"/>
                  </a:lnTo>
                  <a:lnTo>
                    <a:pt x="427902" y="608252"/>
                  </a:lnTo>
                  <a:close/>
                  <a:moveTo>
                    <a:pt x="427902" y="608252"/>
                  </a:moveTo>
                  <a:lnTo>
                    <a:pt x="447339" y="597732"/>
                  </a:lnTo>
                  <a:lnTo>
                    <a:pt x="473812" y="546323"/>
                  </a:lnTo>
                  <a:close/>
                  <a:moveTo>
                    <a:pt x="360198" y="518753"/>
                  </a:moveTo>
                  <a:lnTo>
                    <a:pt x="364587" y="570289"/>
                  </a:lnTo>
                  <a:lnTo>
                    <a:pt x="413673" y="557077"/>
                  </a:lnTo>
                  <a:close/>
                  <a:moveTo>
                    <a:pt x="327357" y="467216"/>
                  </a:moveTo>
                  <a:lnTo>
                    <a:pt x="360198" y="518753"/>
                  </a:lnTo>
                  <a:lnTo>
                    <a:pt x="368730" y="443122"/>
                  </a:lnTo>
                  <a:close/>
                  <a:moveTo>
                    <a:pt x="313343" y="415679"/>
                  </a:moveTo>
                  <a:lnTo>
                    <a:pt x="327357" y="467216"/>
                  </a:lnTo>
                  <a:lnTo>
                    <a:pt x="368730" y="443122"/>
                  </a:lnTo>
                  <a:close/>
                  <a:moveTo>
                    <a:pt x="313343" y="415679"/>
                  </a:moveTo>
                  <a:lnTo>
                    <a:pt x="368730" y="443122"/>
                  </a:lnTo>
                  <a:lnTo>
                    <a:pt x="363413" y="391585"/>
                  </a:lnTo>
                  <a:close/>
                  <a:moveTo>
                    <a:pt x="1130944" y="1319244"/>
                  </a:moveTo>
                  <a:lnTo>
                    <a:pt x="1165738" y="1304609"/>
                  </a:lnTo>
                  <a:lnTo>
                    <a:pt x="1140452" y="1292011"/>
                  </a:lnTo>
                  <a:close/>
                  <a:moveTo>
                    <a:pt x="417213" y="419028"/>
                  </a:moveTo>
                  <a:lnTo>
                    <a:pt x="368730" y="443122"/>
                  </a:lnTo>
                  <a:lnTo>
                    <a:pt x="411411" y="487694"/>
                  </a:lnTo>
                  <a:close/>
                  <a:moveTo>
                    <a:pt x="363413" y="391585"/>
                  </a:moveTo>
                  <a:lnTo>
                    <a:pt x="419803" y="384170"/>
                  </a:lnTo>
                  <a:lnTo>
                    <a:pt x="409297" y="372406"/>
                  </a:lnTo>
                  <a:close/>
                  <a:moveTo>
                    <a:pt x="417213" y="419028"/>
                  </a:moveTo>
                  <a:lnTo>
                    <a:pt x="419803" y="384170"/>
                  </a:lnTo>
                  <a:lnTo>
                    <a:pt x="363413" y="391585"/>
                  </a:lnTo>
                  <a:close/>
                  <a:moveTo>
                    <a:pt x="368730" y="443122"/>
                  </a:moveTo>
                  <a:lnTo>
                    <a:pt x="417213" y="419028"/>
                  </a:lnTo>
                  <a:lnTo>
                    <a:pt x="363413" y="391585"/>
                  </a:lnTo>
                  <a:close/>
                  <a:moveTo>
                    <a:pt x="378744" y="365555"/>
                  </a:moveTo>
                  <a:lnTo>
                    <a:pt x="363413" y="391585"/>
                  </a:lnTo>
                  <a:lnTo>
                    <a:pt x="409297" y="372406"/>
                  </a:lnTo>
                  <a:close/>
                  <a:moveTo>
                    <a:pt x="453992" y="337318"/>
                  </a:moveTo>
                  <a:lnTo>
                    <a:pt x="409297" y="372406"/>
                  </a:lnTo>
                  <a:lnTo>
                    <a:pt x="429861" y="367491"/>
                  </a:lnTo>
                  <a:close/>
                  <a:moveTo>
                    <a:pt x="378744" y="365555"/>
                  </a:moveTo>
                  <a:lnTo>
                    <a:pt x="409297" y="372406"/>
                  </a:lnTo>
                  <a:lnTo>
                    <a:pt x="453992" y="337318"/>
                  </a:lnTo>
                  <a:close/>
                  <a:moveTo>
                    <a:pt x="409297" y="372406"/>
                  </a:moveTo>
                  <a:lnTo>
                    <a:pt x="419803" y="384170"/>
                  </a:lnTo>
                  <a:lnTo>
                    <a:pt x="429861" y="367491"/>
                  </a:lnTo>
                  <a:close/>
                  <a:moveTo>
                    <a:pt x="489738" y="344991"/>
                  </a:moveTo>
                  <a:lnTo>
                    <a:pt x="429861" y="367491"/>
                  </a:lnTo>
                  <a:lnTo>
                    <a:pt x="492138" y="345041"/>
                  </a:lnTo>
                  <a:close/>
                  <a:moveTo>
                    <a:pt x="429861" y="367491"/>
                  </a:moveTo>
                  <a:lnTo>
                    <a:pt x="419803" y="384170"/>
                  </a:lnTo>
                  <a:lnTo>
                    <a:pt x="492138" y="345041"/>
                  </a:lnTo>
                  <a:close/>
                  <a:moveTo>
                    <a:pt x="453992" y="337318"/>
                  </a:moveTo>
                  <a:lnTo>
                    <a:pt x="429861" y="367491"/>
                  </a:lnTo>
                  <a:lnTo>
                    <a:pt x="489738" y="344991"/>
                  </a:lnTo>
                  <a:close/>
                  <a:moveTo>
                    <a:pt x="453992" y="337318"/>
                  </a:moveTo>
                  <a:lnTo>
                    <a:pt x="489738" y="344991"/>
                  </a:lnTo>
                  <a:lnTo>
                    <a:pt x="461617" y="315955"/>
                  </a:lnTo>
                  <a:close/>
                  <a:moveTo>
                    <a:pt x="461617" y="315955"/>
                  </a:moveTo>
                  <a:lnTo>
                    <a:pt x="489738" y="344991"/>
                  </a:lnTo>
                  <a:lnTo>
                    <a:pt x="492847" y="343397"/>
                  </a:lnTo>
                  <a:close/>
                  <a:moveTo>
                    <a:pt x="461617" y="315955"/>
                  </a:moveTo>
                  <a:lnTo>
                    <a:pt x="492847" y="343397"/>
                  </a:lnTo>
                  <a:lnTo>
                    <a:pt x="503715" y="291861"/>
                  </a:lnTo>
                  <a:close/>
                  <a:moveTo>
                    <a:pt x="489738" y="344991"/>
                  </a:moveTo>
                  <a:lnTo>
                    <a:pt x="492138" y="345041"/>
                  </a:lnTo>
                  <a:lnTo>
                    <a:pt x="492847" y="343397"/>
                  </a:lnTo>
                  <a:close/>
                  <a:moveTo>
                    <a:pt x="1025532" y="834670"/>
                  </a:moveTo>
                  <a:lnTo>
                    <a:pt x="1027870" y="838786"/>
                  </a:lnTo>
                  <a:lnTo>
                    <a:pt x="996912" y="874670"/>
                  </a:lnTo>
                  <a:close/>
                  <a:moveTo>
                    <a:pt x="503715" y="291861"/>
                  </a:moveTo>
                  <a:lnTo>
                    <a:pt x="567716" y="318040"/>
                  </a:lnTo>
                  <a:lnTo>
                    <a:pt x="538958" y="280216"/>
                  </a:lnTo>
                  <a:close/>
                  <a:moveTo>
                    <a:pt x="567238" y="319304"/>
                  </a:moveTo>
                  <a:lnTo>
                    <a:pt x="567716" y="318040"/>
                  </a:lnTo>
                  <a:lnTo>
                    <a:pt x="503715" y="291861"/>
                  </a:lnTo>
                  <a:close/>
                  <a:moveTo>
                    <a:pt x="492847" y="343397"/>
                  </a:moveTo>
                  <a:lnTo>
                    <a:pt x="567238" y="319304"/>
                  </a:lnTo>
                  <a:lnTo>
                    <a:pt x="503715" y="291861"/>
                  </a:lnTo>
                  <a:close/>
                  <a:moveTo>
                    <a:pt x="519241" y="271698"/>
                  </a:moveTo>
                  <a:lnTo>
                    <a:pt x="503715" y="291861"/>
                  </a:lnTo>
                  <a:lnTo>
                    <a:pt x="538958" y="280216"/>
                  </a:lnTo>
                  <a:close/>
                  <a:moveTo>
                    <a:pt x="538958" y="280216"/>
                  </a:moveTo>
                  <a:lnTo>
                    <a:pt x="567716" y="318040"/>
                  </a:lnTo>
                  <a:lnTo>
                    <a:pt x="606873" y="289763"/>
                  </a:lnTo>
                  <a:close/>
                  <a:moveTo>
                    <a:pt x="1035491" y="832590"/>
                  </a:moveTo>
                  <a:lnTo>
                    <a:pt x="1025532" y="834670"/>
                  </a:lnTo>
                  <a:lnTo>
                    <a:pt x="1003219" y="883587"/>
                  </a:lnTo>
                  <a:close/>
                  <a:moveTo>
                    <a:pt x="1067756" y="869102"/>
                  </a:moveTo>
                  <a:lnTo>
                    <a:pt x="1110190" y="813946"/>
                  </a:lnTo>
                  <a:lnTo>
                    <a:pt x="1107458" y="812064"/>
                  </a:lnTo>
                  <a:close/>
                  <a:moveTo>
                    <a:pt x="1067756" y="869102"/>
                  </a:moveTo>
                  <a:lnTo>
                    <a:pt x="1107458" y="812064"/>
                  </a:lnTo>
                  <a:lnTo>
                    <a:pt x="1035491" y="832590"/>
                  </a:lnTo>
                  <a:close/>
                  <a:moveTo>
                    <a:pt x="1151283" y="792908"/>
                  </a:moveTo>
                  <a:lnTo>
                    <a:pt x="1107458" y="812064"/>
                  </a:lnTo>
                  <a:lnTo>
                    <a:pt x="1115185" y="810576"/>
                  </a:lnTo>
                  <a:close/>
                  <a:moveTo>
                    <a:pt x="1107458" y="812064"/>
                  </a:moveTo>
                  <a:lnTo>
                    <a:pt x="1110190" y="813946"/>
                  </a:lnTo>
                  <a:lnTo>
                    <a:pt x="1115185" y="810576"/>
                  </a:lnTo>
                  <a:close/>
                  <a:moveTo>
                    <a:pt x="954243" y="715136"/>
                  </a:moveTo>
                  <a:lnTo>
                    <a:pt x="965252" y="726225"/>
                  </a:lnTo>
                  <a:lnTo>
                    <a:pt x="994542" y="691133"/>
                  </a:lnTo>
                  <a:close/>
                  <a:moveTo>
                    <a:pt x="568441" y="318990"/>
                  </a:moveTo>
                  <a:lnTo>
                    <a:pt x="606873" y="289763"/>
                  </a:lnTo>
                  <a:lnTo>
                    <a:pt x="567716" y="318040"/>
                  </a:lnTo>
                  <a:close/>
                  <a:moveTo>
                    <a:pt x="1139960" y="848384"/>
                  </a:moveTo>
                  <a:lnTo>
                    <a:pt x="1115185" y="810576"/>
                  </a:lnTo>
                  <a:lnTo>
                    <a:pt x="1110190" y="813946"/>
                  </a:lnTo>
                  <a:close/>
                  <a:moveTo>
                    <a:pt x="1168251" y="800623"/>
                  </a:moveTo>
                  <a:lnTo>
                    <a:pt x="1115185" y="810576"/>
                  </a:lnTo>
                  <a:lnTo>
                    <a:pt x="1139960" y="848384"/>
                  </a:lnTo>
                  <a:close/>
                  <a:moveTo>
                    <a:pt x="1151283" y="792908"/>
                  </a:moveTo>
                  <a:lnTo>
                    <a:pt x="1115185" y="810576"/>
                  </a:lnTo>
                  <a:lnTo>
                    <a:pt x="1168251" y="800623"/>
                  </a:lnTo>
                  <a:close/>
                  <a:moveTo>
                    <a:pt x="1044855" y="511263"/>
                  </a:moveTo>
                  <a:lnTo>
                    <a:pt x="1083529" y="504705"/>
                  </a:lnTo>
                  <a:lnTo>
                    <a:pt x="1093031" y="479989"/>
                  </a:lnTo>
                  <a:close/>
                  <a:moveTo>
                    <a:pt x="1154918" y="497748"/>
                  </a:moveTo>
                  <a:lnTo>
                    <a:pt x="1108198" y="497749"/>
                  </a:lnTo>
                  <a:lnTo>
                    <a:pt x="1176132" y="543244"/>
                  </a:lnTo>
                  <a:close/>
                  <a:moveTo>
                    <a:pt x="1176132" y="543244"/>
                  </a:moveTo>
                  <a:lnTo>
                    <a:pt x="1217819" y="484593"/>
                  </a:lnTo>
                  <a:lnTo>
                    <a:pt x="1154918" y="497748"/>
                  </a:lnTo>
                  <a:close/>
                  <a:moveTo>
                    <a:pt x="1083529" y="504705"/>
                  </a:moveTo>
                  <a:lnTo>
                    <a:pt x="1108198" y="497749"/>
                  </a:lnTo>
                  <a:lnTo>
                    <a:pt x="1093031" y="479989"/>
                  </a:lnTo>
                  <a:close/>
                  <a:moveTo>
                    <a:pt x="1140894" y="484263"/>
                  </a:moveTo>
                  <a:lnTo>
                    <a:pt x="1108198" y="497749"/>
                  </a:lnTo>
                  <a:lnTo>
                    <a:pt x="1154918" y="497748"/>
                  </a:lnTo>
                  <a:close/>
                  <a:moveTo>
                    <a:pt x="1093031" y="479989"/>
                  </a:moveTo>
                  <a:lnTo>
                    <a:pt x="1108198" y="497749"/>
                  </a:lnTo>
                  <a:lnTo>
                    <a:pt x="1140894" y="484263"/>
                  </a:lnTo>
                  <a:close/>
                  <a:moveTo>
                    <a:pt x="871463" y="137062"/>
                  </a:moveTo>
                  <a:lnTo>
                    <a:pt x="868078" y="162960"/>
                  </a:lnTo>
                  <a:lnTo>
                    <a:pt x="911417" y="119855"/>
                  </a:lnTo>
                  <a:close/>
                  <a:moveTo>
                    <a:pt x="1075053" y="277872"/>
                  </a:moveTo>
                  <a:lnTo>
                    <a:pt x="1112761" y="283958"/>
                  </a:lnTo>
                  <a:lnTo>
                    <a:pt x="1078123" y="274464"/>
                  </a:lnTo>
                  <a:close/>
                  <a:moveTo>
                    <a:pt x="1112761" y="283958"/>
                  </a:moveTo>
                  <a:lnTo>
                    <a:pt x="1123536" y="250371"/>
                  </a:lnTo>
                  <a:lnTo>
                    <a:pt x="1078123" y="274464"/>
                  </a:lnTo>
                  <a:close/>
                  <a:moveTo>
                    <a:pt x="958567" y="104231"/>
                  </a:moveTo>
                  <a:lnTo>
                    <a:pt x="952604" y="169410"/>
                  </a:lnTo>
                  <a:lnTo>
                    <a:pt x="981534" y="95761"/>
                  </a:lnTo>
                  <a:close/>
                  <a:moveTo>
                    <a:pt x="911417" y="119855"/>
                  </a:moveTo>
                  <a:lnTo>
                    <a:pt x="952604" y="169410"/>
                  </a:lnTo>
                  <a:lnTo>
                    <a:pt x="958567" y="104231"/>
                  </a:lnTo>
                  <a:close/>
                  <a:moveTo>
                    <a:pt x="898684" y="68318"/>
                  </a:moveTo>
                  <a:lnTo>
                    <a:pt x="958567" y="104231"/>
                  </a:lnTo>
                  <a:lnTo>
                    <a:pt x="944007" y="53325"/>
                  </a:lnTo>
                  <a:close/>
                  <a:moveTo>
                    <a:pt x="898684" y="68318"/>
                  </a:moveTo>
                  <a:lnTo>
                    <a:pt x="911417" y="119855"/>
                  </a:lnTo>
                  <a:lnTo>
                    <a:pt x="958567" y="104231"/>
                  </a:lnTo>
                  <a:close/>
                  <a:moveTo>
                    <a:pt x="981534" y="95761"/>
                  </a:moveTo>
                  <a:lnTo>
                    <a:pt x="970539" y="44224"/>
                  </a:lnTo>
                  <a:lnTo>
                    <a:pt x="958567" y="104231"/>
                  </a:lnTo>
                  <a:close/>
                  <a:moveTo>
                    <a:pt x="970539" y="44224"/>
                  </a:moveTo>
                  <a:lnTo>
                    <a:pt x="944007" y="53325"/>
                  </a:lnTo>
                  <a:lnTo>
                    <a:pt x="958567" y="104231"/>
                  </a:lnTo>
                  <a:close/>
                  <a:moveTo>
                    <a:pt x="1112761" y="283958"/>
                  </a:moveTo>
                  <a:lnTo>
                    <a:pt x="1135195" y="287572"/>
                  </a:lnTo>
                  <a:lnTo>
                    <a:pt x="1123536" y="250371"/>
                  </a:lnTo>
                  <a:close/>
                  <a:moveTo>
                    <a:pt x="1123536" y="250371"/>
                  </a:moveTo>
                  <a:lnTo>
                    <a:pt x="1161180" y="277813"/>
                  </a:lnTo>
                  <a:lnTo>
                    <a:pt x="1168551" y="226276"/>
                  </a:lnTo>
                  <a:close/>
                  <a:moveTo>
                    <a:pt x="1176292" y="211913"/>
                  </a:moveTo>
                  <a:lnTo>
                    <a:pt x="1123536" y="250371"/>
                  </a:lnTo>
                  <a:lnTo>
                    <a:pt x="1168551" y="226276"/>
                  </a:lnTo>
                  <a:close/>
                  <a:moveTo>
                    <a:pt x="1176292" y="211913"/>
                  </a:moveTo>
                  <a:lnTo>
                    <a:pt x="1139088" y="207712"/>
                  </a:lnTo>
                  <a:lnTo>
                    <a:pt x="1123536" y="250371"/>
                  </a:lnTo>
                  <a:close/>
                  <a:moveTo>
                    <a:pt x="1176292" y="211913"/>
                  </a:moveTo>
                  <a:lnTo>
                    <a:pt x="1197308" y="174740"/>
                  </a:lnTo>
                  <a:lnTo>
                    <a:pt x="1143140" y="198834"/>
                  </a:lnTo>
                  <a:close/>
                  <a:moveTo>
                    <a:pt x="970539" y="44224"/>
                  </a:moveTo>
                  <a:lnTo>
                    <a:pt x="1042273" y="60192"/>
                  </a:lnTo>
                  <a:lnTo>
                    <a:pt x="1024583" y="25801"/>
                  </a:lnTo>
                  <a:close/>
                  <a:moveTo>
                    <a:pt x="1037580" y="71667"/>
                  </a:moveTo>
                  <a:lnTo>
                    <a:pt x="1042273" y="60192"/>
                  </a:lnTo>
                  <a:lnTo>
                    <a:pt x="970539" y="44224"/>
                  </a:lnTo>
                  <a:close/>
                  <a:moveTo>
                    <a:pt x="981534" y="95761"/>
                  </a:moveTo>
                  <a:lnTo>
                    <a:pt x="1037580" y="71667"/>
                  </a:lnTo>
                  <a:lnTo>
                    <a:pt x="970539" y="44224"/>
                  </a:lnTo>
                  <a:close/>
                  <a:moveTo>
                    <a:pt x="1072893" y="0"/>
                  </a:moveTo>
                  <a:lnTo>
                    <a:pt x="1024583" y="25801"/>
                  </a:lnTo>
                  <a:lnTo>
                    <a:pt x="1048435" y="20130"/>
                  </a:lnTo>
                  <a:close/>
                  <a:moveTo>
                    <a:pt x="1024583" y="25801"/>
                  </a:moveTo>
                  <a:lnTo>
                    <a:pt x="1042273" y="60192"/>
                  </a:lnTo>
                  <a:lnTo>
                    <a:pt x="1048435" y="20130"/>
                  </a:lnTo>
                  <a:close/>
                  <a:moveTo>
                    <a:pt x="1042273" y="60192"/>
                  </a:moveTo>
                  <a:lnTo>
                    <a:pt x="1037580" y="71667"/>
                  </a:lnTo>
                  <a:lnTo>
                    <a:pt x="1057321" y="61928"/>
                  </a:lnTo>
                  <a:close/>
                  <a:moveTo>
                    <a:pt x="1092213" y="8801"/>
                  </a:moveTo>
                  <a:lnTo>
                    <a:pt x="1048435" y="20130"/>
                  </a:lnTo>
                  <a:lnTo>
                    <a:pt x="1119525" y="39450"/>
                  </a:lnTo>
                  <a:close/>
                  <a:moveTo>
                    <a:pt x="1048435" y="20130"/>
                  </a:moveTo>
                  <a:lnTo>
                    <a:pt x="1042273" y="60192"/>
                  </a:lnTo>
                  <a:lnTo>
                    <a:pt x="1119525" y="39450"/>
                  </a:lnTo>
                  <a:close/>
                  <a:moveTo>
                    <a:pt x="1119525" y="39450"/>
                  </a:moveTo>
                  <a:lnTo>
                    <a:pt x="1042273" y="60192"/>
                  </a:lnTo>
                  <a:lnTo>
                    <a:pt x="1099791" y="47573"/>
                  </a:lnTo>
                  <a:close/>
                  <a:moveTo>
                    <a:pt x="1072893" y="0"/>
                  </a:moveTo>
                  <a:lnTo>
                    <a:pt x="1048435" y="20130"/>
                  </a:lnTo>
                  <a:lnTo>
                    <a:pt x="1092213" y="8801"/>
                  </a:lnTo>
                  <a:close/>
                  <a:moveTo>
                    <a:pt x="1092213" y="8801"/>
                  </a:moveTo>
                  <a:lnTo>
                    <a:pt x="1119525" y="39450"/>
                  </a:lnTo>
                  <a:lnTo>
                    <a:pt x="1158837" y="1175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86" name="Output_density__4285">
              <a:extLst>
                <a:ext uri="{FF2B5EF4-FFF2-40B4-BE49-F238E27FC236}">
                  <a16:creationId xmlns:a16="http://schemas.microsoft.com/office/drawing/2014/main" id="{D42B99DF-6D6E-0260-2BF9-B4B7E962790B}"/>
                </a:ext>
              </a:extLst>
            </p:cNvPr>
            <p:cNvSpPr>
              <a:spLocks noGrp="1"/>
            </p:cNvSpPr>
            <p:nvPr/>
          </p:nvSpPr>
          <p:spPr>
            <a:xfrm>
              <a:off x="14931003" y="2210993"/>
              <a:ext cx="1461705" cy="1921969"/>
            </a:xfrm>
            <a:custGeom>
              <a:avLst/>
              <a:gdLst/>
              <a:ahLst/>
              <a:cxnLst/>
              <a:rect l="0" t="0" r="0" b="0"/>
              <a:pathLst>
                <a:path w="1461705" h="1921969">
                  <a:moveTo>
                    <a:pt x="511353" y="1384007"/>
                  </a:moveTo>
                  <a:lnTo>
                    <a:pt x="500215" y="1386823"/>
                  </a:lnTo>
                  <a:lnTo>
                    <a:pt x="508273" y="1443015"/>
                  </a:lnTo>
                  <a:close/>
                  <a:moveTo>
                    <a:pt x="500215" y="1386823"/>
                  </a:moveTo>
                  <a:lnTo>
                    <a:pt x="511353" y="1384007"/>
                  </a:lnTo>
                  <a:lnTo>
                    <a:pt x="499959" y="1370101"/>
                  </a:lnTo>
                  <a:close/>
                  <a:moveTo>
                    <a:pt x="189653" y="920178"/>
                  </a:moveTo>
                  <a:lnTo>
                    <a:pt x="117537" y="944272"/>
                  </a:lnTo>
                  <a:lnTo>
                    <a:pt x="196733" y="971714"/>
                  </a:lnTo>
                  <a:close/>
                  <a:moveTo>
                    <a:pt x="151602" y="868641"/>
                  </a:moveTo>
                  <a:lnTo>
                    <a:pt x="117537" y="944272"/>
                  </a:lnTo>
                  <a:lnTo>
                    <a:pt x="189653" y="920178"/>
                  </a:lnTo>
                  <a:close/>
                  <a:moveTo>
                    <a:pt x="476257" y="1280815"/>
                  </a:moveTo>
                  <a:lnTo>
                    <a:pt x="479246" y="1205303"/>
                  </a:lnTo>
                  <a:lnTo>
                    <a:pt x="438417" y="1210853"/>
                  </a:lnTo>
                  <a:close/>
                  <a:moveTo>
                    <a:pt x="403950" y="1176131"/>
                  </a:moveTo>
                  <a:lnTo>
                    <a:pt x="398161" y="1177860"/>
                  </a:lnTo>
                  <a:lnTo>
                    <a:pt x="438417" y="1210853"/>
                  </a:lnTo>
                  <a:close/>
                  <a:moveTo>
                    <a:pt x="452579" y="1153766"/>
                  </a:moveTo>
                  <a:lnTo>
                    <a:pt x="403950" y="1176131"/>
                  </a:lnTo>
                  <a:lnTo>
                    <a:pt x="438417" y="1210853"/>
                  </a:lnTo>
                  <a:close/>
                  <a:moveTo>
                    <a:pt x="401278" y="1175823"/>
                  </a:moveTo>
                  <a:lnTo>
                    <a:pt x="398161" y="1177860"/>
                  </a:lnTo>
                  <a:lnTo>
                    <a:pt x="403950" y="1176131"/>
                  </a:lnTo>
                  <a:close/>
                  <a:moveTo>
                    <a:pt x="454047" y="1102230"/>
                  </a:moveTo>
                  <a:lnTo>
                    <a:pt x="403950" y="1176131"/>
                  </a:lnTo>
                  <a:lnTo>
                    <a:pt x="452579" y="1153766"/>
                  </a:lnTo>
                  <a:close/>
                  <a:moveTo>
                    <a:pt x="189653" y="920178"/>
                  </a:moveTo>
                  <a:lnTo>
                    <a:pt x="232689" y="934629"/>
                  </a:lnTo>
                  <a:lnTo>
                    <a:pt x="194198" y="918995"/>
                  </a:lnTo>
                  <a:close/>
                  <a:moveTo>
                    <a:pt x="225071" y="947620"/>
                  </a:moveTo>
                  <a:lnTo>
                    <a:pt x="232689" y="934629"/>
                  </a:lnTo>
                  <a:lnTo>
                    <a:pt x="189653" y="920178"/>
                  </a:lnTo>
                  <a:close/>
                  <a:moveTo>
                    <a:pt x="196733" y="971714"/>
                  </a:moveTo>
                  <a:lnTo>
                    <a:pt x="225071" y="947620"/>
                  </a:lnTo>
                  <a:lnTo>
                    <a:pt x="189653" y="920178"/>
                  </a:lnTo>
                  <a:close/>
                  <a:moveTo>
                    <a:pt x="263445" y="874944"/>
                  </a:moveTo>
                  <a:lnTo>
                    <a:pt x="236592" y="844547"/>
                  </a:lnTo>
                  <a:lnTo>
                    <a:pt x="254758" y="907743"/>
                  </a:lnTo>
                  <a:close/>
                  <a:moveTo>
                    <a:pt x="254758" y="907743"/>
                  </a:moveTo>
                  <a:lnTo>
                    <a:pt x="236592" y="844547"/>
                  </a:lnTo>
                  <a:lnTo>
                    <a:pt x="192513" y="857622"/>
                  </a:lnTo>
                  <a:close/>
                  <a:moveTo>
                    <a:pt x="254758" y="907743"/>
                  </a:moveTo>
                  <a:lnTo>
                    <a:pt x="192513" y="857622"/>
                  </a:lnTo>
                  <a:lnTo>
                    <a:pt x="194198" y="918995"/>
                  </a:lnTo>
                  <a:close/>
                  <a:moveTo>
                    <a:pt x="254758" y="907743"/>
                  </a:moveTo>
                  <a:lnTo>
                    <a:pt x="194198" y="918995"/>
                  </a:lnTo>
                  <a:lnTo>
                    <a:pt x="272423" y="908509"/>
                  </a:lnTo>
                  <a:close/>
                  <a:moveTo>
                    <a:pt x="194198" y="918995"/>
                  </a:moveTo>
                  <a:lnTo>
                    <a:pt x="232689" y="934629"/>
                  </a:lnTo>
                  <a:lnTo>
                    <a:pt x="272423" y="908509"/>
                  </a:lnTo>
                  <a:close/>
                  <a:moveTo>
                    <a:pt x="554" y="714031"/>
                  </a:moveTo>
                  <a:lnTo>
                    <a:pt x="0" y="723573"/>
                  </a:lnTo>
                  <a:lnTo>
                    <a:pt x="5707" y="707317"/>
                  </a:lnTo>
                  <a:close/>
                  <a:moveTo>
                    <a:pt x="258903" y="897740"/>
                  </a:moveTo>
                  <a:lnTo>
                    <a:pt x="286483" y="881951"/>
                  </a:lnTo>
                  <a:lnTo>
                    <a:pt x="272423" y="908509"/>
                  </a:lnTo>
                  <a:close/>
                  <a:moveTo>
                    <a:pt x="228400" y="828446"/>
                  </a:moveTo>
                  <a:lnTo>
                    <a:pt x="286483" y="881951"/>
                  </a:lnTo>
                  <a:lnTo>
                    <a:pt x="289018" y="871990"/>
                  </a:lnTo>
                  <a:close/>
                  <a:moveTo>
                    <a:pt x="236592" y="844547"/>
                  </a:moveTo>
                  <a:lnTo>
                    <a:pt x="286483" y="881951"/>
                  </a:lnTo>
                  <a:lnTo>
                    <a:pt x="228400" y="828446"/>
                  </a:lnTo>
                  <a:close/>
                  <a:moveTo>
                    <a:pt x="263445" y="874944"/>
                  </a:moveTo>
                  <a:lnTo>
                    <a:pt x="286483" y="881951"/>
                  </a:lnTo>
                  <a:lnTo>
                    <a:pt x="236592" y="844547"/>
                  </a:lnTo>
                  <a:close/>
                  <a:moveTo>
                    <a:pt x="236592" y="844547"/>
                  </a:moveTo>
                  <a:lnTo>
                    <a:pt x="234125" y="805098"/>
                  </a:lnTo>
                  <a:lnTo>
                    <a:pt x="259737" y="768917"/>
                  </a:lnTo>
                  <a:close/>
                  <a:moveTo>
                    <a:pt x="197304" y="741474"/>
                  </a:moveTo>
                  <a:lnTo>
                    <a:pt x="259737" y="768917"/>
                  </a:lnTo>
                  <a:lnTo>
                    <a:pt x="229734" y="717380"/>
                  </a:lnTo>
                  <a:close/>
                  <a:moveTo>
                    <a:pt x="513978" y="1061920"/>
                  </a:moveTo>
                  <a:lnTo>
                    <a:pt x="559818" y="1014526"/>
                  </a:lnTo>
                  <a:lnTo>
                    <a:pt x="552897" y="1005519"/>
                  </a:lnTo>
                  <a:close/>
                  <a:moveTo>
                    <a:pt x="513978" y="1061920"/>
                  </a:moveTo>
                  <a:lnTo>
                    <a:pt x="552897" y="1005519"/>
                  </a:lnTo>
                  <a:lnTo>
                    <a:pt x="506834" y="1004985"/>
                  </a:lnTo>
                  <a:close/>
                  <a:moveTo>
                    <a:pt x="449067" y="1013966"/>
                  </a:moveTo>
                  <a:lnTo>
                    <a:pt x="506834" y="1004985"/>
                  </a:lnTo>
                  <a:lnTo>
                    <a:pt x="480916" y="963313"/>
                  </a:lnTo>
                  <a:close/>
                  <a:moveTo>
                    <a:pt x="506834" y="1004985"/>
                  </a:moveTo>
                  <a:lnTo>
                    <a:pt x="552897" y="1005519"/>
                  </a:lnTo>
                  <a:lnTo>
                    <a:pt x="523322" y="966820"/>
                  </a:lnTo>
                  <a:close/>
                  <a:moveTo>
                    <a:pt x="506834" y="1004985"/>
                  </a:moveTo>
                  <a:lnTo>
                    <a:pt x="523322" y="966820"/>
                  </a:lnTo>
                  <a:lnTo>
                    <a:pt x="480916" y="963313"/>
                  </a:lnTo>
                  <a:close/>
                  <a:moveTo>
                    <a:pt x="552897" y="1005519"/>
                  </a:moveTo>
                  <a:lnTo>
                    <a:pt x="559818" y="1014526"/>
                  </a:lnTo>
                  <a:lnTo>
                    <a:pt x="607014" y="1016309"/>
                  </a:lnTo>
                  <a:close/>
                  <a:moveTo>
                    <a:pt x="229734" y="717380"/>
                  </a:moveTo>
                  <a:lnTo>
                    <a:pt x="284542" y="695301"/>
                  </a:lnTo>
                  <a:lnTo>
                    <a:pt x="223314" y="665843"/>
                  </a:lnTo>
                  <a:close/>
                  <a:moveTo>
                    <a:pt x="655428" y="1022644"/>
                  </a:moveTo>
                  <a:lnTo>
                    <a:pt x="649084" y="1029948"/>
                  </a:lnTo>
                  <a:lnTo>
                    <a:pt x="684163" y="1037508"/>
                  </a:lnTo>
                  <a:close/>
                  <a:moveTo>
                    <a:pt x="1433114" y="1906070"/>
                  </a:moveTo>
                  <a:lnTo>
                    <a:pt x="1445961" y="1921969"/>
                  </a:lnTo>
                  <a:lnTo>
                    <a:pt x="1445471" y="1903012"/>
                  </a:lnTo>
                  <a:close/>
                  <a:moveTo>
                    <a:pt x="713998" y="1029948"/>
                  </a:moveTo>
                  <a:lnTo>
                    <a:pt x="748306" y="1060321"/>
                  </a:lnTo>
                  <a:lnTo>
                    <a:pt x="749517" y="1022359"/>
                  </a:lnTo>
                  <a:close/>
                  <a:moveTo>
                    <a:pt x="281638" y="538264"/>
                  </a:moveTo>
                  <a:lnTo>
                    <a:pt x="312837" y="546811"/>
                  </a:lnTo>
                  <a:lnTo>
                    <a:pt x="363780" y="535804"/>
                  </a:lnTo>
                  <a:close/>
                  <a:moveTo>
                    <a:pt x="363780" y="535804"/>
                  </a:moveTo>
                  <a:lnTo>
                    <a:pt x="378702" y="542025"/>
                  </a:lnTo>
                  <a:lnTo>
                    <a:pt x="375581" y="540148"/>
                  </a:lnTo>
                  <a:close/>
                  <a:moveTo>
                    <a:pt x="326312" y="530616"/>
                  </a:moveTo>
                  <a:lnTo>
                    <a:pt x="363780" y="535804"/>
                  </a:lnTo>
                  <a:lnTo>
                    <a:pt x="375581" y="540148"/>
                  </a:lnTo>
                  <a:close/>
                  <a:moveTo>
                    <a:pt x="400301" y="551669"/>
                  </a:moveTo>
                  <a:lnTo>
                    <a:pt x="415859" y="555842"/>
                  </a:lnTo>
                  <a:lnTo>
                    <a:pt x="461224" y="550778"/>
                  </a:lnTo>
                  <a:close/>
                  <a:moveTo>
                    <a:pt x="1222485" y="1475562"/>
                  </a:moveTo>
                  <a:lnTo>
                    <a:pt x="1209193" y="1521220"/>
                  </a:lnTo>
                  <a:lnTo>
                    <a:pt x="1258017" y="1502262"/>
                  </a:lnTo>
                  <a:close/>
                  <a:moveTo>
                    <a:pt x="622351" y="798807"/>
                  </a:moveTo>
                  <a:lnTo>
                    <a:pt x="619289" y="792401"/>
                  </a:lnTo>
                  <a:lnTo>
                    <a:pt x="618744" y="799708"/>
                  </a:lnTo>
                  <a:close/>
                  <a:moveTo>
                    <a:pt x="622351" y="798807"/>
                  </a:moveTo>
                  <a:lnTo>
                    <a:pt x="623437" y="799708"/>
                  </a:lnTo>
                  <a:lnTo>
                    <a:pt x="619289" y="792401"/>
                  </a:lnTo>
                  <a:close/>
                  <a:moveTo>
                    <a:pt x="575180" y="673688"/>
                  </a:moveTo>
                  <a:lnTo>
                    <a:pt x="573221" y="659940"/>
                  </a:lnTo>
                  <a:lnTo>
                    <a:pt x="531948" y="621004"/>
                  </a:lnTo>
                  <a:close/>
                  <a:moveTo>
                    <a:pt x="531948" y="621004"/>
                  </a:moveTo>
                  <a:lnTo>
                    <a:pt x="490266" y="645098"/>
                  </a:lnTo>
                  <a:lnTo>
                    <a:pt x="575180" y="673688"/>
                  </a:lnTo>
                  <a:close/>
                  <a:moveTo>
                    <a:pt x="575180" y="673688"/>
                  </a:moveTo>
                  <a:lnTo>
                    <a:pt x="578960" y="672541"/>
                  </a:lnTo>
                  <a:lnTo>
                    <a:pt x="573221" y="659940"/>
                  </a:lnTo>
                  <a:close/>
                  <a:moveTo>
                    <a:pt x="448008" y="575627"/>
                  </a:moveTo>
                  <a:lnTo>
                    <a:pt x="485248" y="640597"/>
                  </a:lnTo>
                  <a:lnTo>
                    <a:pt x="496764" y="573971"/>
                  </a:lnTo>
                  <a:close/>
                  <a:moveTo>
                    <a:pt x="496764" y="573971"/>
                  </a:moveTo>
                  <a:lnTo>
                    <a:pt x="485248" y="640597"/>
                  </a:lnTo>
                  <a:lnTo>
                    <a:pt x="516189" y="569468"/>
                  </a:lnTo>
                  <a:close/>
                  <a:moveTo>
                    <a:pt x="516189" y="569468"/>
                  </a:moveTo>
                  <a:lnTo>
                    <a:pt x="490266" y="645098"/>
                  </a:lnTo>
                  <a:lnTo>
                    <a:pt x="531948" y="621004"/>
                  </a:lnTo>
                  <a:close/>
                  <a:moveTo>
                    <a:pt x="368923" y="539197"/>
                  </a:moveTo>
                  <a:lnTo>
                    <a:pt x="415859" y="555842"/>
                  </a:lnTo>
                  <a:lnTo>
                    <a:pt x="378702" y="542025"/>
                  </a:lnTo>
                  <a:close/>
                  <a:moveTo>
                    <a:pt x="448008" y="575627"/>
                  </a:moveTo>
                  <a:lnTo>
                    <a:pt x="415859" y="555842"/>
                  </a:lnTo>
                  <a:lnTo>
                    <a:pt x="368923" y="539197"/>
                  </a:lnTo>
                  <a:close/>
                  <a:moveTo>
                    <a:pt x="448008" y="575627"/>
                  </a:moveTo>
                  <a:lnTo>
                    <a:pt x="461224" y="550778"/>
                  </a:lnTo>
                  <a:lnTo>
                    <a:pt x="415859" y="555842"/>
                  </a:lnTo>
                  <a:close/>
                  <a:moveTo>
                    <a:pt x="363780" y="535804"/>
                  </a:moveTo>
                  <a:lnTo>
                    <a:pt x="346685" y="542025"/>
                  </a:lnTo>
                  <a:lnTo>
                    <a:pt x="368923" y="539197"/>
                  </a:lnTo>
                  <a:close/>
                  <a:moveTo>
                    <a:pt x="368923" y="539197"/>
                  </a:moveTo>
                  <a:lnTo>
                    <a:pt x="378702" y="542025"/>
                  </a:lnTo>
                  <a:lnTo>
                    <a:pt x="363780" y="535804"/>
                  </a:lnTo>
                  <a:close/>
                  <a:moveTo>
                    <a:pt x="839422" y="821613"/>
                  </a:moveTo>
                  <a:lnTo>
                    <a:pt x="778420" y="878687"/>
                  </a:lnTo>
                  <a:lnTo>
                    <a:pt x="811272" y="854593"/>
                  </a:lnTo>
                  <a:close/>
                  <a:moveTo>
                    <a:pt x="839422" y="821613"/>
                  </a:moveTo>
                  <a:lnTo>
                    <a:pt x="811910" y="853650"/>
                  </a:lnTo>
                  <a:lnTo>
                    <a:pt x="778420" y="878687"/>
                  </a:lnTo>
                  <a:close/>
                  <a:moveTo>
                    <a:pt x="511799" y="517931"/>
                  </a:moveTo>
                  <a:lnTo>
                    <a:pt x="565275" y="556256"/>
                  </a:lnTo>
                  <a:lnTo>
                    <a:pt x="556486" y="500658"/>
                  </a:lnTo>
                  <a:close/>
                  <a:moveTo>
                    <a:pt x="520332" y="442300"/>
                  </a:moveTo>
                  <a:lnTo>
                    <a:pt x="556486" y="500658"/>
                  </a:lnTo>
                  <a:lnTo>
                    <a:pt x="563013" y="486872"/>
                  </a:lnTo>
                  <a:close/>
                  <a:moveTo>
                    <a:pt x="511799" y="517931"/>
                  </a:moveTo>
                  <a:lnTo>
                    <a:pt x="556486" y="500658"/>
                  </a:lnTo>
                  <a:lnTo>
                    <a:pt x="520332" y="442300"/>
                  </a:lnTo>
                  <a:close/>
                  <a:moveTo>
                    <a:pt x="1051038" y="1088779"/>
                  </a:moveTo>
                  <a:lnTo>
                    <a:pt x="1041662" y="1125008"/>
                  </a:lnTo>
                  <a:lnTo>
                    <a:pt x="1046386" y="1112276"/>
                  </a:lnTo>
                  <a:close/>
                  <a:moveTo>
                    <a:pt x="1317339" y="1303787"/>
                  </a:moveTo>
                  <a:lnTo>
                    <a:pt x="1306125" y="1343801"/>
                  </a:lnTo>
                  <a:lnTo>
                    <a:pt x="1372709" y="1359498"/>
                  </a:lnTo>
                  <a:close/>
                  <a:moveTo>
                    <a:pt x="1282546" y="1318423"/>
                  </a:moveTo>
                  <a:lnTo>
                    <a:pt x="1306125" y="1343801"/>
                  </a:lnTo>
                  <a:lnTo>
                    <a:pt x="1317339" y="1303787"/>
                  </a:lnTo>
                  <a:close/>
                  <a:moveTo>
                    <a:pt x="1080291" y="1063253"/>
                  </a:moveTo>
                  <a:lnTo>
                    <a:pt x="1051038" y="1088779"/>
                  </a:lnTo>
                  <a:lnTo>
                    <a:pt x="1046386" y="1112276"/>
                  </a:lnTo>
                  <a:close/>
                  <a:moveTo>
                    <a:pt x="839422" y="821613"/>
                  </a:moveTo>
                  <a:lnTo>
                    <a:pt x="877364" y="830918"/>
                  </a:lnTo>
                  <a:lnTo>
                    <a:pt x="886707" y="823725"/>
                  </a:lnTo>
                  <a:close/>
                  <a:moveTo>
                    <a:pt x="897558" y="601512"/>
                  </a:moveTo>
                  <a:lnTo>
                    <a:pt x="895915" y="588356"/>
                  </a:lnTo>
                  <a:lnTo>
                    <a:pt x="848737" y="603221"/>
                  </a:lnTo>
                  <a:close/>
                  <a:moveTo>
                    <a:pt x="897558" y="601512"/>
                  </a:moveTo>
                  <a:lnTo>
                    <a:pt x="903382" y="600259"/>
                  </a:lnTo>
                  <a:lnTo>
                    <a:pt x="895915" y="588356"/>
                  </a:lnTo>
                  <a:close/>
                  <a:moveTo>
                    <a:pt x="1148514" y="873849"/>
                  </a:moveTo>
                  <a:lnTo>
                    <a:pt x="1179472" y="837964"/>
                  </a:lnTo>
                  <a:lnTo>
                    <a:pt x="1156893" y="865402"/>
                  </a:lnTo>
                  <a:close/>
                  <a:moveTo>
                    <a:pt x="740915" y="276439"/>
                  </a:moveTo>
                  <a:lnTo>
                    <a:pt x="690559" y="279394"/>
                  </a:lnTo>
                  <a:lnTo>
                    <a:pt x="758475" y="288941"/>
                  </a:lnTo>
                  <a:close/>
                  <a:moveTo>
                    <a:pt x="1187092" y="831769"/>
                  </a:moveTo>
                  <a:lnTo>
                    <a:pt x="1259060" y="811242"/>
                  </a:lnTo>
                  <a:lnTo>
                    <a:pt x="1189365" y="767178"/>
                  </a:lnTo>
                  <a:close/>
                  <a:moveTo>
                    <a:pt x="1145217" y="765087"/>
                  </a:moveTo>
                  <a:lnTo>
                    <a:pt x="1183251" y="709406"/>
                  </a:lnTo>
                  <a:lnTo>
                    <a:pt x="1116853" y="725404"/>
                  </a:lnTo>
                  <a:close/>
                  <a:moveTo>
                    <a:pt x="1064641" y="729869"/>
                  </a:moveTo>
                  <a:lnTo>
                    <a:pt x="1116853" y="725404"/>
                  </a:lnTo>
                  <a:lnTo>
                    <a:pt x="1105844" y="714315"/>
                  </a:lnTo>
                  <a:close/>
                  <a:moveTo>
                    <a:pt x="1116853" y="725404"/>
                  </a:moveTo>
                  <a:lnTo>
                    <a:pt x="1183251" y="709406"/>
                  </a:lnTo>
                  <a:lnTo>
                    <a:pt x="1146144" y="690312"/>
                  </a:lnTo>
                  <a:close/>
                  <a:moveTo>
                    <a:pt x="803974" y="350658"/>
                  </a:moveTo>
                  <a:lnTo>
                    <a:pt x="854585" y="338705"/>
                  </a:lnTo>
                  <a:lnTo>
                    <a:pt x="817305" y="315060"/>
                  </a:lnTo>
                  <a:close/>
                  <a:moveTo>
                    <a:pt x="803974" y="350658"/>
                  </a:moveTo>
                  <a:lnTo>
                    <a:pt x="817305" y="315060"/>
                  </a:lnTo>
                  <a:lnTo>
                    <a:pt x="779066" y="308165"/>
                  </a:lnTo>
                  <a:close/>
                  <a:moveTo>
                    <a:pt x="720042" y="318168"/>
                  </a:moveTo>
                  <a:lnTo>
                    <a:pt x="779066" y="308165"/>
                  </a:lnTo>
                  <a:lnTo>
                    <a:pt x="758475" y="288941"/>
                  </a:lnTo>
                  <a:close/>
                  <a:moveTo>
                    <a:pt x="779066" y="308165"/>
                  </a:moveTo>
                  <a:lnTo>
                    <a:pt x="810500" y="308780"/>
                  </a:lnTo>
                  <a:lnTo>
                    <a:pt x="758475" y="288941"/>
                  </a:lnTo>
                  <a:close/>
                  <a:moveTo>
                    <a:pt x="779066" y="308165"/>
                  </a:moveTo>
                  <a:lnTo>
                    <a:pt x="817305" y="315060"/>
                  </a:lnTo>
                  <a:lnTo>
                    <a:pt x="810500" y="308780"/>
                  </a:lnTo>
                  <a:close/>
                  <a:moveTo>
                    <a:pt x="1349027" y="838825"/>
                  </a:moveTo>
                  <a:lnTo>
                    <a:pt x="1319852" y="799802"/>
                  </a:lnTo>
                  <a:lnTo>
                    <a:pt x="1291562" y="847562"/>
                  </a:lnTo>
                  <a:close/>
                  <a:moveTo>
                    <a:pt x="1349027" y="838825"/>
                  </a:moveTo>
                  <a:lnTo>
                    <a:pt x="1368679" y="798089"/>
                  </a:lnTo>
                  <a:lnTo>
                    <a:pt x="1319852" y="799802"/>
                  </a:lnTo>
                  <a:close/>
                  <a:moveTo>
                    <a:pt x="864490" y="339442"/>
                  </a:moveTo>
                  <a:lnTo>
                    <a:pt x="868835" y="345925"/>
                  </a:lnTo>
                  <a:lnTo>
                    <a:pt x="854585" y="338705"/>
                  </a:lnTo>
                  <a:close/>
                  <a:moveTo>
                    <a:pt x="1258674" y="531665"/>
                  </a:moveTo>
                  <a:lnTo>
                    <a:pt x="1235131" y="503883"/>
                  </a:lnTo>
                  <a:lnTo>
                    <a:pt x="1262037" y="557850"/>
                  </a:lnTo>
                  <a:close/>
                  <a:moveTo>
                    <a:pt x="1262037" y="557850"/>
                  </a:moveTo>
                  <a:lnTo>
                    <a:pt x="1235131" y="503883"/>
                  </a:lnTo>
                  <a:lnTo>
                    <a:pt x="1196456" y="510442"/>
                  </a:lnTo>
                  <a:close/>
                  <a:moveTo>
                    <a:pt x="1262037" y="557850"/>
                  </a:moveTo>
                  <a:lnTo>
                    <a:pt x="1196456" y="510442"/>
                  </a:lnTo>
                  <a:lnTo>
                    <a:pt x="1217460" y="556109"/>
                  </a:lnTo>
                  <a:close/>
                  <a:moveTo>
                    <a:pt x="1262037" y="557850"/>
                  </a:moveTo>
                  <a:lnTo>
                    <a:pt x="1274957" y="555420"/>
                  </a:lnTo>
                  <a:lnTo>
                    <a:pt x="1258674" y="531665"/>
                  </a:lnTo>
                  <a:close/>
                  <a:moveTo>
                    <a:pt x="1244632" y="479168"/>
                  </a:moveTo>
                  <a:lnTo>
                    <a:pt x="1175579" y="476441"/>
                  </a:lnTo>
                  <a:lnTo>
                    <a:pt x="1196456" y="510442"/>
                  </a:lnTo>
                  <a:close/>
                  <a:moveTo>
                    <a:pt x="1350536" y="565547"/>
                  </a:moveTo>
                  <a:lnTo>
                    <a:pt x="1327733" y="542423"/>
                  </a:lnTo>
                  <a:lnTo>
                    <a:pt x="1274957" y="555420"/>
                  </a:lnTo>
                  <a:close/>
                  <a:moveTo>
                    <a:pt x="1327733" y="542423"/>
                  </a:moveTo>
                  <a:lnTo>
                    <a:pt x="1258674" y="531665"/>
                  </a:lnTo>
                  <a:lnTo>
                    <a:pt x="1274957" y="555420"/>
                  </a:lnTo>
                  <a:close/>
                  <a:moveTo>
                    <a:pt x="1259799" y="496927"/>
                  </a:moveTo>
                  <a:lnTo>
                    <a:pt x="1258674" y="531665"/>
                  </a:lnTo>
                  <a:lnTo>
                    <a:pt x="1327733" y="542423"/>
                  </a:lnTo>
                  <a:close/>
                  <a:moveTo>
                    <a:pt x="1327733" y="542423"/>
                  </a:moveTo>
                  <a:lnTo>
                    <a:pt x="1374300" y="542548"/>
                  </a:lnTo>
                  <a:lnTo>
                    <a:pt x="1369421" y="483771"/>
                  </a:lnTo>
                  <a:close/>
                  <a:moveTo>
                    <a:pt x="1235131" y="503883"/>
                  </a:moveTo>
                  <a:lnTo>
                    <a:pt x="1258674" y="531665"/>
                  </a:lnTo>
                  <a:lnTo>
                    <a:pt x="1259799" y="496927"/>
                  </a:lnTo>
                  <a:close/>
                  <a:moveTo>
                    <a:pt x="1100987" y="173617"/>
                  </a:moveTo>
                  <a:lnTo>
                    <a:pt x="1057582" y="194664"/>
                  </a:lnTo>
                  <a:lnTo>
                    <a:pt x="1105238" y="172448"/>
                  </a:lnTo>
                  <a:close/>
                  <a:moveTo>
                    <a:pt x="1105238" y="172448"/>
                  </a:moveTo>
                  <a:lnTo>
                    <a:pt x="1057582" y="194664"/>
                  </a:lnTo>
                  <a:lnTo>
                    <a:pt x="1040717" y="240792"/>
                  </a:lnTo>
                  <a:close/>
                  <a:moveTo>
                    <a:pt x="1105238" y="172448"/>
                  </a:moveTo>
                  <a:lnTo>
                    <a:pt x="1040717" y="240792"/>
                  </a:lnTo>
                  <a:lnTo>
                    <a:pt x="1064457" y="194653"/>
                  </a:lnTo>
                  <a:close/>
                  <a:moveTo>
                    <a:pt x="1063018" y="119033"/>
                  </a:moveTo>
                  <a:lnTo>
                    <a:pt x="1057582" y="194664"/>
                  </a:lnTo>
                  <a:lnTo>
                    <a:pt x="1104206" y="168588"/>
                  </a:lnTo>
                  <a:close/>
                  <a:moveTo>
                    <a:pt x="1104206" y="168588"/>
                  </a:moveTo>
                  <a:lnTo>
                    <a:pt x="1057582" y="194664"/>
                  </a:lnTo>
                  <a:lnTo>
                    <a:pt x="1100987" y="173617"/>
                  </a:lnTo>
                  <a:close/>
                  <a:moveTo>
                    <a:pt x="1386101" y="479789"/>
                  </a:moveTo>
                  <a:lnTo>
                    <a:pt x="1461705" y="507232"/>
                  </a:lnTo>
                  <a:lnTo>
                    <a:pt x="1431561" y="455696"/>
                  </a:lnTo>
                  <a:close/>
                  <a:moveTo>
                    <a:pt x="1186774" y="302622"/>
                  </a:moveTo>
                  <a:lnTo>
                    <a:pt x="1213810" y="308105"/>
                  </a:lnTo>
                  <a:lnTo>
                    <a:pt x="1264363" y="283137"/>
                  </a:lnTo>
                  <a:close/>
                  <a:moveTo>
                    <a:pt x="1226654" y="277050"/>
                  </a:moveTo>
                  <a:lnTo>
                    <a:pt x="1186774" y="302622"/>
                  </a:lnTo>
                  <a:lnTo>
                    <a:pt x="1264363" y="283137"/>
                  </a:lnTo>
                  <a:close/>
                  <a:moveTo>
                    <a:pt x="1104206" y="168588"/>
                  </a:moveTo>
                  <a:lnTo>
                    <a:pt x="1137339" y="170570"/>
                  </a:lnTo>
                  <a:lnTo>
                    <a:pt x="1133135" y="94939"/>
                  </a:lnTo>
                  <a:close/>
                  <a:moveTo>
                    <a:pt x="1428074" y="404159"/>
                  </a:moveTo>
                  <a:lnTo>
                    <a:pt x="1431561" y="455696"/>
                  </a:lnTo>
                  <a:lnTo>
                    <a:pt x="1461675" y="431602"/>
                  </a:lnTo>
                  <a:close/>
                  <a:moveTo>
                    <a:pt x="1459819" y="380065"/>
                  </a:moveTo>
                  <a:lnTo>
                    <a:pt x="1432096" y="386233"/>
                  </a:lnTo>
                  <a:lnTo>
                    <a:pt x="1428074" y="404159"/>
                  </a:lnTo>
                  <a:close/>
                  <a:moveTo>
                    <a:pt x="1133135" y="94939"/>
                  </a:moveTo>
                  <a:lnTo>
                    <a:pt x="1178451" y="136603"/>
                  </a:lnTo>
                  <a:lnTo>
                    <a:pt x="1189182" y="70846"/>
                  </a:lnTo>
                  <a:close/>
                  <a:moveTo>
                    <a:pt x="1327894" y="211092"/>
                  </a:moveTo>
                  <a:lnTo>
                    <a:pt x="1320153" y="225455"/>
                  </a:lnTo>
                  <a:lnTo>
                    <a:pt x="1333694" y="161120"/>
                  </a:lnTo>
                  <a:close/>
                  <a:moveTo>
                    <a:pt x="1300350" y="0"/>
                  </a:moveTo>
                  <a:lnTo>
                    <a:pt x="1243815" y="7980"/>
                  </a:lnTo>
                  <a:lnTo>
                    <a:pt x="1310438" y="10930"/>
                  </a:lnTo>
                  <a:close/>
                  <a:moveTo>
                    <a:pt x="1278065" y="42877"/>
                  </a:moveTo>
                  <a:lnTo>
                    <a:pt x="1310438" y="10930"/>
                  </a:lnTo>
                  <a:lnTo>
                    <a:pt x="1271127" y="38629"/>
                  </a:lnTo>
                  <a:close/>
                  <a:moveTo>
                    <a:pt x="1278065" y="42877"/>
                  </a:moveTo>
                  <a:lnTo>
                    <a:pt x="1332768" y="36387"/>
                  </a:lnTo>
                  <a:lnTo>
                    <a:pt x="1310438" y="1093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87" name="Output_density__4286">
              <a:extLst>
                <a:ext uri="{FF2B5EF4-FFF2-40B4-BE49-F238E27FC236}">
                  <a16:creationId xmlns:a16="http://schemas.microsoft.com/office/drawing/2014/main" id="{4F0E18CC-DC50-3483-4EE4-02CCD8DF132B}"/>
                </a:ext>
              </a:extLst>
            </p:cNvPr>
            <p:cNvSpPr>
              <a:spLocks noGrp="1"/>
            </p:cNvSpPr>
            <p:nvPr/>
          </p:nvSpPr>
          <p:spPr>
            <a:xfrm>
              <a:off x="14791404" y="2460542"/>
              <a:ext cx="1620164" cy="1315133"/>
            </a:xfrm>
            <a:custGeom>
              <a:avLst/>
              <a:gdLst/>
              <a:ahLst/>
              <a:cxnLst/>
              <a:rect l="0" t="0" r="0" b="0"/>
              <a:pathLst>
                <a:path w="1620164" h="1315133">
                  <a:moveTo>
                    <a:pt x="52127" y="766135"/>
                  </a:moveTo>
                  <a:lnTo>
                    <a:pt x="0" y="745916"/>
                  </a:lnTo>
                  <a:lnTo>
                    <a:pt x="12305" y="752147"/>
                  </a:lnTo>
                  <a:close/>
                  <a:moveTo>
                    <a:pt x="388646" y="1182646"/>
                  </a:moveTo>
                  <a:lnTo>
                    <a:pt x="390782" y="1187804"/>
                  </a:lnTo>
                  <a:lnTo>
                    <a:pt x="399842" y="1192801"/>
                  </a:lnTo>
                  <a:close/>
                  <a:moveTo>
                    <a:pt x="451218" y="1210208"/>
                  </a:moveTo>
                  <a:lnTo>
                    <a:pt x="390782" y="1187804"/>
                  </a:lnTo>
                  <a:lnTo>
                    <a:pt x="419355" y="1202556"/>
                  </a:lnTo>
                  <a:close/>
                  <a:moveTo>
                    <a:pt x="451218" y="1210208"/>
                  </a:moveTo>
                  <a:lnTo>
                    <a:pt x="399842" y="1192801"/>
                  </a:lnTo>
                  <a:lnTo>
                    <a:pt x="390782" y="1187804"/>
                  </a:lnTo>
                  <a:close/>
                  <a:moveTo>
                    <a:pt x="112215" y="821889"/>
                  </a:moveTo>
                  <a:lnTo>
                    <a:pt x="112888" y="822598"/>
                  </a:lnTo>
                  <a:lnTo>
                    <a:pt x="114343" y="824072"/>
                  </a:lnTo>
                  <a:close/>
                  <a:moveTo>
                    <a:pt x="112215" y="821889"/>
                  </a:moveTo>
                  <a:lnTo>
                    <a:pt x="57199" y="770353"/>
                  </a:lnTo>
                  <a:lnTo>
                    <a:pt x="81178" y="785634"/>
                  </a:lnTo>
                  <a:close/>
                  <a:moveTo>
                    <a:pt x="500210" y="1218705"/>
                  </a:moveTo>
                  <a:lnTo>
                    <a:pt x="578386" y="1201415"/>
                  </a:lnTo>
                  <a:lnTo>
                    <a:pt x="528058" y="1187924"/>
                  </a:lnTo>
                  <a:close/>
                  <a:moveTo>
                    <a:pt x="399842" y="1192801"/>
                  </a:moveTo>
                  <a:lnTo>
                    <a:pt x="451218" y="1210208"/>
                  </a:lnTo>
                  <a:lnTo>
                    <a:pt x="483857" y="1197341"/>
                  </a:lnTo>
                  <a:close/>
                  <a:moveTo>
                    <a:pt x="57199" y="770353"/>
                  </a:moveTo>
                  <a:lnTo>
                    <a:pt x="112215" y="821889"/>
                  </a:lnTo>
                  <a:lnTo>
                    <a:pt x="58171" y="766356"/>
                  </a:lnTo>
                  <a:close/>
                  <a:moveTo>
                    <a:pt x="52127" y="766135"/>
                  </a:moveTo>
                  <a:lnTo>
                    <a:pt x="57199" y="770353"/>
                  </a:lnTo>
                  <a:lnTo>
                    <a:pt x="58171" y="766356"/>
                  </a:lnTo>
                  <a:close/>
                  <a:moveTo>
                    <a:pt x="679758" y="1270853"/>
                  </a:moveTo>
                  <a:lnTo>
                    <a:pt x="627589" y="1250478"/>
                  </a:lnTo>
                  <a:lnTo>
                    <a:pt x="650004" y="1294508"/>
                  </a:lnTo>
                  <a:close/>
                  <a:moveTo>
                    <a:pt x="650004" y="1294508"/>
                  </a:moveTo>
                  <a:lnTo>
                    <a:pt x="692705" y="1279484"/>
                  </a:lnTo>
                  <a:lnTo>
                    <a:pt x="679758" y="1270853"/>
                  </a:lnTo>
                  <a:close/>
                  <a:moveTo>
                    <a:pt x="578386" y="1201415"/>
                  </a:moveTo>
                  <a:lnTo>
                    <a:pt x="588928" y="1140661"/>
                  </a:lnTo>
                  <a:lnTo>
                    <a:pt x="589219" y="1134458"/>
                  </a:lnTo>
                  <a:close/>
                  <a:moveTo>
                    <a:pt x="560231" y="1173313"/>
                  </a:moveTo>
                  <a:lnTo>
                    <a:pt x="578386" y="1201415"/>
                  </a:lnTo>
                  <a:lnTo>
                    <a:pt x="589219" y="1134458"/>
                  </a:lnTo>
                  <a:close/>
                  <a:moveTo>
                    <a:pt x="528058" y="1187924"/>
                  </a:moveTo>
                  <a:lnTo>
                    <a:pt x="578386" y="1201415"/>
                  </a:lnTo>
                  <a:lnTo>
                    <a:pt x="560231" y="1173313"/>
                  </a:lnTo>
                  <a:close/>
                  <a:moveTo>
                    <a:pt x="202043" y="746259"/>
                  </a:moveTo>
                  <a:lnTo>
                    <a:pt x="190688" y="734587"/>
                  </a:lnTo>
                  <a:lnTo>
                    <a:pt x="227330" y="762259"/>
                  </a:lnTo>
                  <a:close/>
                  <a:moveTo>
                    <a:pt x="202043" y="746259"/>
                  </a:moveTo>
                  <a:lnTo>
                    <a:pt x="192711" y="672600"/>
                  </a:lnTo>
                  <a:lnTo>
                    <a:pt x="190688" y="734587"/>
                  </a:lnTo>
                  <a:close/>
                  <a:moveTo>
                    <a:pt x="672026" y="1173829"/>
                  </a:moveTo>
                  <a:lnTo>
                    <a:pt x="684437" y="1185994"/>
                  </a:lnTo>
                  <a:lnTo>
                    <a:pt x="722428" y="1233578"/>
                  </a:lnTo>
                  <a:close/>
                  <a:moveTo>
                    <a:pt x="589219" y="1134458"/>
                  </a:moveTo>
                  <a:lnTo>
                    <a:pt x="597071" y="1071298"/>
                  </a:lnTo>
                  <a:lnTo>
                    <a:pt x="584827" y="1058827"/>
                  </a:lnTo>
                  <a:close/>
                  <a:moveTo>
                    <a:pt x="597071" y="1071298"/>
                  </a:moveTo>
                  <a:lnTo>
                    <a:pt x="577509" y="1024459"/>
                  </a:lnTo>
                  <a:lnTo>
                    <a:pt x="584827" y="1058827"/>
                  </a:lnTo>
                  <a:close/>
                  <a:moveTo>
                    <a:pt x="795338" y="1275028"/>
                  </a:moveTo>
                  <a:lnTo>
                    <a:pt x="789099" y="1264974"/>
                  </a:lnTo>
                  <a:lnTo>
                    <a:pt x="722428" y="1233578"/>
                  </a:lnTo>
                  <a:close/>
                  <a:moveTo>
                    <a:pt x="789099" y="1264974"/>
                  </a:moveTo>
                  <a:lnTo>
                    <a:pt x="826696" y="1240880"/>
                  </a:lnTo>
                  <a:lnTo>
                    <a:pt x="752584" y="1233561"/>
                  </a:lnTo>
                  <a:close/>
                  <a:moveTo>
                    <a:pt x="889675" y="1261866"/>
                  </a:moveTo>
                  <a:lnTo>
                    <a:pt x="867841" y="1315133"/>
                  </a:lnTo>
                  <a:lnTo>
                    <a:pt x="934082" y="1253222"/>
                  </a:lnTo>
                  <a:close/>
                  <a:moveTo>
                    <a:pt x="618844" y="955754"/>
                  </a:moveTo>
                  <a:lnTo>
                    <a:pt x="605850" y="899400"/>
                  </a:lnTo>
                  <a:lnTo>
                    <a:pt x="625968" y="880124"/>
                  </a:lnTo>
                  <a:close/>
                  <a:moveTo>
                    <a:pt x="938536" y="1234576"/>
                  </a:moveTo>
                  <a:lnTo>
                    <a:pt x="889675" y="1261866"/>
                  </a:lnTo>
                  <a:lnTo>
                    <a:pt x="934082" y="1253222"/>
                  </a:lnTo>
                  <a:close/>
                  <a:moveTo>
                    <a:pt x="938536" y="1234576"/>
                  </a:moveTo>
                  <a:lnTo>
                    <a:pt x="896654" y="1230643"/>
                  </a:lnTo>
                  <a:lnTo>
                    <a:pt x="889675" y="1261866"/>
                  </a:lnTo>
                  <a:close/>
                  <a:moveTo>
                    <a:pt x="938536" y="1234576"/>
                  </a:moveTo>
                  <a:lnTo>
                    <a:pt x="934082" y="1253222"/>
                  </a:lnTo>
                  <a:lnTo>
                    <a:pt x="952477" y="1240880"/>
                  </a:lnTo>
                  <a:close/>
                  <a:moveTo>
                    <a:pt x="953466" y="1190794"/>
                  </a:moveTo>
                  <a:lnTo>
                    <a:pt x="989717" y="1168205"/>
                  </a:lnTo>
                  <a:lnTo>
                    <a:pt x="986075" y="1165249"/>
                  </a:lnTo>
                  <a:close/>
                  <a:moveTo>
                    <a:pt x="938536" y="1234576"/>
                  </a:moveTo>
                  <a:lnTo>
                    <a:pt x="974198" y="1228531"/>
                  </a:lnTo>
                  <a:lnTo>
                    <a:pt x="953466" y="1190794"/>
                  </a:lnTo>
                  <a:close/>
                  <a:moveTo>
                    <a:pt x="590460" y="825701"/>
                  </a:moveTo>
                  <a:lnTo>
                    <a:pt x="591061" y="844105"/>
                  </a:lnTo>
                  <a:lnTo>
                    <a:pt x="664879" y="865925"/>
                  </a:lnTo>
                  <a:close/>
                  <a:moveTo>
                    <a:pt x="454166" y="546827"/>
                  </a:moveTo>
                  <a:lnTo>
                    <a:pt x="454171" y="546810"/>
                  </a:lnTo>
                  <a:lnTo>
                    <a:pt x="412383" y="565191"/>
                  </a:lnTo>
                  <a:close/>
                  <a:moveTo>
                    <a:pt x="593677" y="625789"/>
                  </a:moveTo>
                  <a:lnTo>
                    <a:pt x="601384" y="628592"/>
                  </a:lnTo>
                  <a:lnTo>
                    <a:pt x="603450" y="620628"/>
                  </a:lnTo>
                  <a:close/>
                  <a:moveTo>
                    <a:pt x="441802" y="494136"/>
                  </a:moveTo>
                  <a:lnTo>
                    <a:pt x="445477" y="522716"/>
                  </a:lnTo>
                  <a:lnTo>
                    <a:pt x="423852" y="471180"/>
                  </a:lnTo>
                  <a:close/>
                  <a:moveTo>
                    <a:pt x="898321" y="978315"/>
                  </a:moveTo>
                  <a:lnTo>
                    <a:pt x="884136" y="971358"/>
                  </a:lnTo>
                  <a:lnTo>
                    <a:pt x="856537" y="935009"/>
                  </a:lnTo>
                  <a:close/>
                  <a:moveTo>
                    <a:pt x="958215" y="967605"/>
                  </a:moveTo>
                  <a:lnTo>
                    <a:pt x="961773" y="952054"/>
                  </a:lnTo>
                  <a:lnTo>
                    <a:pt x="893815" y="935009"/>
                  </a:lnTo>
                  <a:close/>
                  <a:moveTo>
                    <a:pt x="988150" y="918507"/>
                  </a:moveTo>
                  <a:lnTo>
                    <a:pt x="961773" y="952054"/>
                  </a:lnTo>
                  <a:lnTo>
                    <a:pt x="958215" y="967605"/>
                  </a:lnTo>
                  <a:close/>
                  <a:moveTo>
                    <a:pt x="988150" y="918507"/>
                  </a:moveTo>
                  <a:lnTo>
                    <a:pt x="958215" y="967605"/>
                  </a:lnTo>
                  <a:lnTo>
                    <a:pt x="1002766" y="969368"/>
                  </a:lnTo>
                  <a:close/>
                  <a:moveTo>
                    <a:pt x="778979" y="811146"/>
                  </a:moveTo>
                  <a:lnTo>
                    <a:pt x="817076" y="818156"/>
                  </a:lnTo>
                  <a:lnTo>
                    <a:pt x="788546" y="778607"/>
                  </a:lnTo>
                  <a:close/>
                  <a:moveTo>
                    <a:pt x="817076" y="818156"/>
                  </a:moveTo>
                  <a:lnTo>
                    <a:pt x="849008" y="830178"/>
                  </a:lnTo>
                  <a:lnTo>
                    <a:pt x="788546" y="778607"/>
                  </a:lnTo>
                  <a:close/>
                  <a:moveTo>
                    <a:pt x="603450" y="620628"/>
                  </a:moveTo>
                  <a:lnTo>
                    <a:pt x="619046" y="551490"/>
                  </a:lnTo>
                  <a:lnTo>
                    <a:pt x="593677" y="625789"/>
                  </a:lnTo>
                  <a:close/>
                  <a:moveTo>
                    <a:pt x="603450" y="620628"/>
                  </a:moveTo>
                  <a:lnTo>
                    <a:pt x="661044" y="555328"/>
                  </a:lnTo>
                  <a:lnTo>
                    <a:pt x="619046" y="551490"/>
                  </a:lnTo>
                  <a:close/>
                  <a:moveTo>
                    <a:pt x="661044" y="555328"/>
                  </a:moveTo>
                  <a:lnTo>
                    <a:pt x="666108" y="545318"/>
                  </a:lnTo>
                  <a:lnTo>
                    <a:pt x="619034" y="543993"/>
                  </a:lnTo>
                  <a:close/>
                  <a:moveTo>
                    <a:pt x="661044" y="555328"/>
                  </a:moveTo>
                  <a:lnTo>
                    <a:pt x="697969" y="563291"/>
                  </a:lnTo>
                  <a:lnTo>
                    <a:pt x="666108" y="545318"/>
                  </a:lnTo>
                  <a:close/>
                  <a:moveTo>
                    <a:pt x="713321" y="488067"/>
                  </a:moveTo>
                  <a:lnTo>
                    <a:pt x="714779" y="424139"/>
                  </a:lnTo>
                  <a:lnTo>
                    <a:pt x="712560" y="474528"/>
                  </a:lnTo>
                  <a:close/>
                  <a:moveTo>
                    <a:pt x="712560" y="474528"/>
                  </a:moveTo>
                  <a:lnTo>
                    <a:pt x="710541" y="422992"/>
                  </a:lnTo>
                  <a:lnTo>
                    <a:pt x="737877" y="450434"/>
                  </a:lnTo>
                  <a:close/>
                  <a:moveTo>
                    <a:pt x="1216726" y="936774"/>
                  </a:moveTo>
                  <a:lnTo>
                    <a:pt x="1268301" y="954929"/>
                  </a:lnTo>
                  <a:lnTo>
                    <a:pt x="1251828" y="943575"/>
                  </a:lnTo>
                  <a:close/>
                  <a:moveTo>
                    <a:pt x="975745" y="734493"/>
                  </a:moveTo>
                  <a:lnTo>
                    <a:pt x="1016598" y="712558"/>
                  </a:lnTo>
                  <a:lnTo>
                    <a:pt x="1044457" y="684024"/>
                  </a:lnTo>
                  <a:close/>
                  <a:moveTo>
                    <a:pt x="1307513" y="966634"/>
                  </a:moveTo>
                  <a:lnTo>
                    <a:pt x="1251828" y="943575"/>
                  </a:lnTo>
                  <a:lnTo>
                    <a:pt x="1276476" y="961519"/>
                  </a:lnTo>
                  <a:close/>
                  <a:moveTo>
                    <a:pt x="1307513" y="966634"/>
                  </a:moveTo>
                  <a:lnTo>
                    <a:pt x="1357036" y="977118"/>
                  </a:lnTo>
                  <a:lnTo>
                    <a:pt x="1386970" y="954136"/>
                  </a:lnTo>
                  <a:close/>
                  <a:moveTo>
                    <a:pt x="1407059" y="989466"/>
                  </a:moveTo>
                  <a:lnTo>
                    <a:pt x="1386970" y="954136"/>
                  </a:lnTo>
                  <a:lnTo>
                    <a:pt x="1357036" y="977118"/>
                  </a:lnTo>
                  <a:close/>
                  <a:moveTo>
                    <a:pt x="1234375" y="769535"/>
                  </a:moveTo>
                  <a:lnTo>
                    <a:pt x="1296296" y="789797"/>
                  </a:lnTo>
                  <a:lnTo>
                    <a:pt x="1252201" y="838633"/>
                  </a:lnTo>
                  <a:close/>
                  <a:moveTo>
                    <a:pt x="1195163" y="711466"/>
                  </a:moveTo>
                  <a:lnTo>
                    <a:pt x="1169729" y="665937"/>
                  </a:lnTo>
                  <a:lnTo>
                    <a:pt x="1166776" y="661024"/>
                  </a:lnTo>
                  <a:close/>
                  <a:moveTo>
                    <a:pt x="1209921" y="776432"/>
                  </a:moveTo>
                  <a:lnTo>
                    <a:pt x="1256037" y="774176"/>
                  </a:lnTo>
                  <a:lnTo>
                    <a:pt x="1234375" y="769535"/>
                  </a:lnTo>
                  <a:close/>
                  <a:moveTo>
                    <a:pt x="998618" y="326616"/>
                  </a:moveTo>
                  <a:lnTo>
                    <a:pt x="983984" y="294466"/>
                  </a:lnTo>
                  <a:lnTo>
                    <a:pt x="1000895" y="343461"/>
                  </a:lnTo>
                  <a:close/>
                  <a:moveTo>
                    <a:pt x="1390272" y="831580"/>
                  </a:moveTo>
                  <a:lnTo>
                    <a:pt x="1434149" y="820953"/>
                  </a:lnTo>
                  <a:lnTo>
                    <a:pt x="1466783" y="808067"/>
                  </a:lnTo>
                  <a:close/>
                  <a:moveTo>
                    <a:pt x="1510784" y="822234"/>
                  </a:moveTo>
                  <a:lnTo>
                    <a:pt x="1511983" y="817888"/>
                  </a:lnTo>
                  <a:lnTo>
                    <a:pt x="1482893" y="828522"/>
                  </a:lnTo>
                  <a:close/>
                  <a:moveTo>
                    <a:pt x="1367430" y="674585"/>
                  </a:moveTo>
                  <a:lnTo>
                    <a:pt x="1389170" y="692559"/>
                  </a:lnTo>
                  <a:lnTo>
                    <a:pt x="1377527" y="738909"/>
                  </a:lnTo>
                  <a:close/>
                  <a:moveTo>
                    <a:pt x="1511983" y="817888"/>
                  </a:moveTo>
                  <a:lnTo>
                    <a:pt x="1510784" y="822234"/>
                  </a:lnTo>
                  <a:lnTo>
                    <a:pt x="1516421" y="818977"/>
                  </a:lnTo>
                  <a:close/>
                  <a:moveTo>
                    <a:pt x="1566562" y="831770"/>
                  </a:moveTo>
                  <a:lnTo>
                    <a:pt x="1510784" y="822234"/>
                  </a:lnTo>
                  <a:lnTo>
                    <a:pt x="1536944" y="838949"/>
                  </a:lnTo>
                  <a:close/>
                  <a:moveTo>
                    <a:pt x="1566562" y="831770"/>
                  </a:moveTo>
                  <a:lnTo>
                    <a:pt x="1516421" y="818977"/>
                  </a:lnTo>
                  <a:lnTo>
                    <a:pt x="1510784" y="822234"/>
                  </a:lnTo>
                  <a:close/>
                  <a:moveTo>
                    <a:pt x="1511983" y="817888"/>
                  </a:moveTo>
                  <a:lnTo>
                    <a:pt x="1516421" y="818977"/>
                  </a:lnTo>
                  <a:lnTo>
                    <a:pt x="1518210" y="816197"/>
                  </a:lnTo>
                  <a:close/>
                  <a:moveTo>
                    <a:pt x="1574982" y="808024"/>
                  </a:moveTo>
                  <a:lnTo>
                    <a:pt x="1516421" y="818977"/>
                  </a:lnTo>
                  <a:lnTo>
                    <a:pt x="1566562" y="831770"/>
                  </a:lnTo>
                  <a:close/>
                  <a:moveTo>
                    <a:pt x="1574982" y="808024"/>
                  </a:moveTo>
                  <a:lnTo>
                    <a:pt x="1518210" y="816197"/>
                  </a:lnTo>
                  <a:lnTo>
                    <a:pt x="1516421" y="818977"/>
                  </a:lnTo>
                  <a:close/>
                  <a:moveTo>
                    <a:pt x="1518210" y="816197"/>
                  </a:moveTo>
                  <a:lnTo>
                    <a:pt x="1574982" y="808024"/>
                  </a:lnTo>
                  <a:lnTo>
                    <a:pt x="1541577" y="778133"/>
                  </a:lnTo>
                  <a:close/>
                  <a:moveTo>
                    <a:pt x="1574982" y="808024"/>
                  </a:moveTo>
                  <a:lnTo>
                    <a:pt x="1582354" y="755913"/>
                  </a:lnTo>
                  <a:lnTo>
                    <a:pt x="1541577" y="778133"/>
                  </a:lnTo>
                  <a:close/>
                  <a:moveTo>
                    <a:pt x="1617351" y="811562"/>
                  </a:moveTo>
                  <a:lnTo>
                    <a:pt x="1574982" y="808024"/>
                  </a:lnTo>
                  <a:lnTo>
                    <a:pt x="1566562" y="831770"/>
                  </a:lnTo>
                  <a:close/>
                  <a:moveTo>
                    <a:pt x="1620164" y="746531"/>
                  </a:moveTo>
                  <a:lnTo>
                    <a:pt x="1574982" y="808024"/>
                  </a:lnTo>
                  <a:lnTo>
                    <a:pt x="1617351" y="811562"/>
                  </a:lnTo>
                  <a:close/>
                  <a:moveTo>
                    <a:pt x="1316571" y="326002"/>
                  </a:moveTo>
                  <a:lnTo>
                    <a:pt x="1358811" y="357408"/>
                  </a:lnTo>
                  <a:lnTo>
                    <a:pt x="1308992" y="307655"/>
                  </a:lnTo>
                  <a:close/>
                  <a:moveTo>
                    <a:pt x="1300591" y="254334"/>
                  </a:moveTo>
                  <a:lnTo>
                    <a:pt x="1300600" y="266290"/>
                  </a:lnTo>
                  <a:lnTo>
                    <a:pt x="1336055" y="260893"/>
                  </a:lnTo>
                  <a:close/>
                  <a:moveTo>
                    <a:pt x="1308442" y="25812"/>
                  </a:moveTo>
                  <a:lnTo>
                    <a:pt x="1302366" y="62070"/>
                  </a:lnTo>
                  <a:lnTo>
                    <a:pt x="1315465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88" name="Output_density__4287">
              <a:extLst>
                <a:ext uri="{FF2B5EF4-FFF2-40B4-BE49-F238E27FC236}">
                  <a16:creationId xmlns:a16="http://schemas.microsoft.com/office/drawing/2014/main" id="{C6AC82E1-D943-88ED-D2D0-36ABABAF0E2F}"/>
                </a:ext>
              </a:extLst>
            </p:cNvPr>
            <p:cNvSpPr>
              <a:spLocks noGrp="1"/>
            </p:cNvSpPr>
            <p:nvPr/>
          </p:nvSpPr>
          <p:spPr>
            <a:xfrm>
              <a:off x="14843531" y="2460542"/>
              <a:ext cx="1480083" cy="1315133"/>
            </a:xfrm>
            <a:custGeom>
              <a:avLst/>
              <a:gdLst/>
              <a:ahLst/>
              <a:cxnLst/>
              <a:rect l="0" t="0" r="0" b="0"/>
              <a:pathLst>
                <a:path w="1480083" h="1315133">
                  <a:moveTo>
                    <a:pt x="4519" y="743255"/>
                  </a:moveTo>
                  <a:lnTo>
                    <a:pt x="5072" y="770353"/>
                  </a:lnTo>
                  <a:lnTo>
                    <a:pt x="0" y="766135"/>
                  </a:lnTo>
                  <a:close/>
                  <a:moveTo>
                    <a:pt x="116800" y="853478"/>
                  </a:moveTo>
                  <a:lnTo>
                    <a:pt x="62216" y="824072"/>
                  </a:lnTo>
                  <a:lnTo>
                    <a:pt x="60761" y="822598"/>
                  </a:lnTo>
                  <a:close/>
                  <a:moveTo>
                    <a:pt x="399091" y="1210208"/>
                  </a:moveTo>
                  <a:lnTo>
                    <a:pt x="448083" y="1218705"/>
                  </a:lnTo>
                  <a:lnTo>
                    <a:pt x="475931" y="1187924"/>
                  </a:lnTo>
                  <a:close/>
                  <a:moveTo>
                    <a:pt x="431730" y="1197341"/>
                  </a:moveTo>
                  <a:lnTo>
                    <a:pt x="399091" y="1210208"/>
                  </a:lnTo>
                  <a:lnTo>
                    <a:pt x="475931" y="1187924"/>
                  </a:lnTo>
                  <a:close/>
                  <a:moveTo>
                    <a:pt x="640578" y="1279484"/>
                  </a:moveTo>
                  <a:lnTo>
                    <a:pt x="659920" y="1242018"/>
                  </a:lnTo>
                  <a:lnTo>
                    <a:pt x="627631" y="1270853"/>
                  </a:lnTo>
                  <a:close/>
                  <a:moveTo>
                    <a:pt x="431730" y="1197341"/>
                  </a:moveTo>
                  <a:lnTo>
                    <a:pt x="475931" y="1187924"/>
                  </a:lnTo>
                  <a:lnTo>
                    <a:pt x="508104" y="1173313"/>
                  </a:lnTo>
                  <a:close/>
                  <a:moveTo>
                    <a:pt x="537092" y="1134458"/>
                  </a:moveTo>
                  <a:lnTo>
                    <a:pt x="536801" y="1140661"/>
                  </a:lnTo>
                  <a:lnTo>
                    <a:pt x="537922" y="1110124"/>
                  </a:lnTo>
                  <a:close/>
                  <a:moveTo>
                    <a:pt x="140899" y="670629"/>
                  </a:moveTo>
                  <a:lnTo>
                    <a:pt x="140584" y="672600"/>
                  </a:lnTo>
                  <a:lnTo>
                    <a:pt x="149916" y="746259"/>
                  </a:lnTo>
                  <a:close/>
                  <a:moveTo>
                    <a:pt x="131282" y="694723"/>
                  </a:moveTo>
                  <a:lnTo>
                    <a:pt x="140899" y="670629"/>
                  </a:lnTo>
                  <a:lnTo>
                    <a:pt x="149916" y="746259"/>
                  </a:lnTo>
                  <a:close/>
                  <a:moveTo>
                    <a:pt x="537922" y="1110124"/>
                  </a:moveTo>
                  <a:lnTo>
                    <a:pt x="544944" y="1071298"/>
                  </a:lnTo>
                  <a:lnTo>
                    <a:pt x="537092" y="1134458"/>
                  </a:lnTo>
                  <a:close/>
                  <a:moveTo>
                    <a:pt x="525382" y="1024459"/>
                  </a:moveTo>
                  <a:lnTo>
                    <a:pt x="518400" y="1007291"/>
                  </a:lnTo>
                  <a:lnTo>
                    <a:pt x="532699" y="1058827"/>
                  </a:lnTo>
                  <a:close/>
                  <a:moveTo>
                    <a:pt x="525382" y="1024459"/>
                  </a:moveTo>
                  <a:lnTo>
                    <a:pt x="525888" y="961304"/>
                  </a:lnTo>
                  <a:lnTo>
                    <a:pt x="518400" y="1007291"/>
                  </a:lnTo>
                  <a:close/>
                  <a:moveTo>
                    <a:pt x="670301" y="1233578"/>
                  </a:moveTo>
                  <a:lnTo>
                    <a:pt x="736972" y="1264974"/>
                  </a:lnTo>
                  <a:lnTo>
                    <a:pt x="700457" y="1233561"/>
                  </a:lnTo>
                  <a:close/>
                  <a:moveTo>
                    <a:pt x="815714" y="1315133"/>
                  </a:moveTo>
                  <a:lnTo>
                    <a:pt x="858320" y="1299752"/>
                  </a:lnTo>
                  <a:lnTo>
                    <a:pt x="881955" y="1253222"/>
                  </a:lnTo>
                  <a:close/>
                  <a:moveTo>
                    <a:pt x="538333" y="825701"/>
                  </a:moveTo>
                  <a:lnTo>
                    <a:pt x="536538" y="764417"/>
                  </a:lnTo>
                  <a:lnTo>
                    <a:pt x="533369" y="804493"/>
                  </a:lnTo>
                  <a:close/>
                  <a:moveTo>
                    <a:pt x="536538" y="764417"/>
                  </a:moveTo>
                  <a:lnTo>
                    <a:pt x="528911" y="707875"/>
                  </a:lnTo>
                  <a:lnTo>
                    <a:pt x="517403" y="752957"/>
                  </a:lnTo>
                  <a:close/>
                  <a:moveTo>
                    <a:pt x="360256" y="565191"/>
                  </a:moveTo>
                  <a:lnTo>
                    <a:pt x="327670" y="546810"/>
                  </a:lnTo>
                  <a:lnTo>
                    <a:pt x="329626" y="585568"/>
                  </a:lnTo>
                  <a:close/>
                  <a:moveTo>
                    <a:pt x="529554" y="701420"/>
                  </a:moveTo>
                  <a:lnTo>
                    <a:pt x="549257" y="628592"/>
                  </a:lnTo>
                  <a:lnTo>
                    <a:pt x="541550" y="625789"/>
                  </a:lnTo>
                  <a:close/>
                  <a:moveTo>
                    <a:pt x="541550" y="625789"/>
                  </a:moveTo>
                  <a:lnTo>
                    <a:pt x="556454" y="639811"/>
                  </a:lnTo>
                  <a:lnTo>
                    <a:pt x="529554" y="701420"/>
                  </a:lnTo>
                  <a:close/>
                  <a:moveTo>
                    <a:pt x="549257" y="628592"/>
                  </a:moveTo>
                  <a:lnTo>
                    <a:pt x="566119" y="649883"/>
                  </a:lnTo>
                  <a:lnTo>
                    <a:pt x="551323" y="620628"/>
                  </a:lnTo>
                  <a:close/>
                  <a:moveTo>
                    <a:pt x="318238" y="408090"/>
                  </a:moveTo>
                  <a:lnTo>
                    <a:pt x="372867" y="437661"/>
                  </a:lnTo>
                  <a:lnTo>
                    <a:pt x="352076" y="423978"/>
                  </a:lnTo>
                  <a:close/>
                  <a:moveTo>
                    <a:pt x="938151" y="910915"/>
                  </a:moveTo>
                  <a:lnTo>
                    <a:pt x="909646" y="952054"/>
                  </a:lnTo>
                  <a:lnTo>
                    <a:pt x="936023" y="918507"/>
                  </a:lnTo>
                  <a:close/>
                  <a:moveTo>
                    <a:pt x="593337" y="603034"/>
                  </a:moveTo>
                  <a:lnTo>
                    <a:pt x="608917" y="555328"/>
                  </a:lnTo>
                  <a:lnTo>
                    <a:pt x="551323" y="620628"/>
                  </a:lnTo>
                  <a:close/>
                  <a:moveTo>
                    <a:pt x="566919" y="551490"/>
                  </a:moveTo>
                  <a:lnTo>
                    <a:pt x="608917" y="555328"/>
                  </a:lnTo>
                  <a:lnTo>
                    <a:pt x="566907" y="543993"/>
                  </a:lnTo>
                  <a:close/>
                  <a:moveTo>
                    <a:pt x="640579" y="509863"/>
                  </a:moveTo>
                  <a:lnTo>
                    <a:pt x="566907" y="543993"/>
                  </a:lnTo>
                  <a:lnTo>
                    <a:pt x="613981" y="545318"/>
                  </a:lnTo>
                  <a:close/>
                  <a:moveTo>
                    <a:pt x="613981" y="545318"/>
                  </a:moveTo>
                  <a:lnTo>
                    <a:pt x="655732" y="526741"/>
                  </a:lnTo>
                  <a:lnTo>
                    <a:pt x="640579" y="509863"/>
                  </a:lnTo>
                  <a:close/>
                  <a:moveTo>
                    <a:pt x="1216174" y="954929"/>
                  </a:moveTo>
                  <a:lnTo>
                    <a:pt x="1224349" y="961519"/>
                  </a:lnTo>
                  <a:lnTo>
                    <a:pt x="1199701" y="943575"/>
                  </a:lnTo>
                  <a:close/>
                  <a:moveTo>
                    <a:pt x="799478" y="445033"/>
                  </a:moveTo>
                  <a:lnTo>
                    <a:pt x="873470" y="412096"/>
                  </a:lnTo>
                  <a:lnTo>
                    <a:pt x="828130" y="417254"/>
                  </a:lnTo>
                  <a:close/>
                  <a:moveTo>
                    <a:pt x="1304909" y="977118"/>
                  </a:moveTo>
                  <a:lnTo>
                    <a:pt x="1255386" y="966634"/>
                  </a:lnTo>
                  <a:lnTo>
                    <a:pt x="1224349" y="961519"/>
                  </a:lnTo>
                  <a:close/>
                  <a:moveTo>
                    <a:pt x="1220822" y="776157"/>
                  </a:moveTo>
                  <a:lnTo>
                    <a:pt x="1244169" y="789797"/>
                  </a:lnTo>
                  <a:lnTo>
                    <a:pt x="1182248" y="769535"/>
                  </a:lnTo>
                  <a:close/>
                  <a:moveTo>
                    <a:pt x="1203910" y="774176"/>
                  </a:moveTo>
                  <a:lnTo>
                    <a:pt x="1220822" y="776157"/>
                  </a:lnTo>
                  <a:lnTo>
                    <a:pt x="1182248" y="769535"/>
                  </a:lnTo>
                  <a:close/>
                  <a:moveTo>
                    <a:pt x="828130" y="417254"/>
                  </a:moveTo>
                  <a:lnTo>
                    <a:pt x="873470" y="412096"/>
                  </a:lnTo>
                  <a:lnTo>
                    <a:pt x="882068" y="350710"/>
                  </a:lnTo>
                  <a:close/>
                  <a:moveTo>
                    <a:pt x="1121724" y="655272"/>
                  </a:moveTo>
                  <a:lnTo>
                    <a:pt x="1117602" y="665937"/>
                  </a:lnTo>
                  <a:lnTo>
                    <a:pt x="1191551" y="635835"/>
                  </a:lnTo>
                  <a:close/>
                  <a:moveTo>
                    <a:pt x="1430766" y="828522"/>
                  </a:moveTo>
                  <a:lnTo>
                    <a:pt x="1459856" y="817888"/>
                  </a:lnTo>
                  <a:lnTo>
                    <a:pt x="1414656" y="808067"/>
                  </a:lnTo>
                  <a:close/>
                  <a:moveTo>
                    <a:pt x="1430766" y="828522"/>
                  </a:moveTo>
                  <a:lnTo>
                    <a:pt x="1414656" y="808067"/>
                  </a:lnTo>
                  <a:lnTo>
                    <a:pt x="1382022" y="820953"/>
                  </a:lnTo>
                  <a:close/>
                  <a:moveTo>
                    <a:pt x="1430766" y="828522"/>
                  </a:moveTo>
                  <a:lnTo>
                    <a:pt x="1480083" y="838234"/>
                  </a:lnTo>
                  <a:lnTo>
                    <a:pt x="1458657" y="822234"/>
                  </a:lnTo>
                  <a:close/>
                  <a:moveTo>
                    <a:pt x="1356716" y="678899"/>
                  </a:moveTo>
                  <a:lnTo>
                    <a:pt x="1315303" y="674585"/>
                  </a:lnTo>
                  <a:lnTo>
                    <a:pt x="1325400" y="738909"/>
                  </a:lnTo>
                  <a:close/>
                  <a:moveTo>
                    <a:pt x="1215731" y="584299"/>
                  </a:moveTo>
                  <a:lnTo>
                    <a:pt x="1222514" y="573932"/>
                  </a:lnTo>
                  <a:lnTo>
                    <a:pt x="1208551" y="560205"/>
                  </a:lnTo>
                  <a:close/>
                  <a:moveTo>
                    <a:pt x="1152113" y="480320"/>
                  </a:moveTo>
                  <a:lnTo>
                    <a:pt x="1163391" y="457132"/>
                  </a:lnTo>
                  <a:lnTo>
                    <a:pt x="1142578" y="489518"/>
                  </a:lnTo>
                  <a:close/>
                  <a:moveTo>
                    <a:pt x="1202741" y="404884"/>
                  </a:moveTo>
                  <a:lnTo>
                    <a:pt x="1178087" y="447604"/>
                  </a:lnTo>
                  <a:lnTo>
                    <a:pt x="1252850" y="417556"/>
                  </a:lnTo>
                  <a:close/>
                  <a:moveTo>
                    <a:pt x="1252850" y="417556"/>
                  </a:moveTo>
                  <a:lnTo>
                    <a:pt x="1221887" y="436688"/>
                  </a:lnTo>
                  <a:lnTo>
                    <a:pt x="1291766" y="388379"/>
                  </a:lnTo>
                  <a:close/>
                  <a:moveTo>
                    <a:pt x="1291766" y="388379"/>
                  </a:moveTo>
                  <a:lnTo>
                    <a:pt x="1351504" y="369423"/>
                  </a:lnTo>
                  <a:lnTo>
                    <a:pt x="1304982" y="369262"/>
                  </a:lnTo>
                  <a:close/>
                  <a:moveTo>
                    <a:pt x="1310209" y="176783"/>
                  </a:moveTo>
                  <a:lnTo>
                    <a:pt x="1304767" y="178704"/>
                  </a:lnTo>
                  <a:lnTo>
                    <a:pt x="1307650" y="177965"/>
                  </a:lnTo>
                  <a:close/>
                  <a:moveTo>
                    <a:pt x="1360950" y="202569"/>
                  </a:moveTo>
                  <a:lnTo>
                    <a:pt x="1310209" y="176783"/>
                  </a:lnTo>
                  <a:lnTo>
                    <a:pt x="1309201" y="178704"/>
                  </a:lnTo>
                  <a:close/>
                  <a:moveTo>
                    <a:pt x="1307650" y="177965"/>
                  </a:moveTo>
                  <a:lnTo>
                    <a:pt x="1309201" y="178704"/>
                  </a:lnTo>
                  <a:lnTo>
                    <a:pt x="1310209" y="176783"/>
                  </a:lnTo>
                  <a:close/>
                  <a:moveTo>
                    <a:pt x="1263338" y="0"/>
                  </a:moveTo>
                  <a:lnTo>
                    <a:pt x="1285704" y="791"/>
                  </a:lnTo>
                  <a:lnTo>
                    <a:pt x="1256315" y="2581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89" name="Output_density__4288">
              <a:extLst>
                <a:ext uri="{FF2B5EF4-FFF2-40B4-BE49-F238E27FC236}">
                  <a16:creationId xmlns:a16="http://schemas.microsoft.com/office/drawing/2014/main" id="{968247D4-BBCA-8A08-614B-DECDF3A4AAC9}"/>
                </a:ext>
              </a:extLst>
            </p:cNvPr>
            <p:cNvSpPr>
              <a:spLocks noGrp="1"/>
            </p:cNvSpPr>
            <p:nvPr/>
          </p:nvSpPr>
          <p:spPr>
            <a:xfrm>
              <a:off x="14982092" y="2288475"/>
              <a:ext cx="1567438" cy="1487200"/>
            </a:xfrm>
            <a:custGeom>
              <a:avLst/>
              <a:gdLst/>
              <a:ahLst/>
              <a:cxnLst/>
              <a:rect l="0" t="0" r="0" b="0"/>
              <a:pathLst>
                <a:path w="1567438" h="1487200">
                  <a:moveTo>
                    <a:pt x="197958" y="1354713"/>
                  </a:moveTo>
                  <a:lnTo>
                    <a:pt x="175234" y="1317339"/>
                  </a:lnTo>
                  <a:lnTo>
                    <a:pt x="200094" y="1359871"/>
                  </a:lnTo>
                  <a:close/>
                  <a:moveTo>
                    <a:pt x="459317" y="1466575"/>
                  </a:moveTo>
                  <a:lnTo>
                    <a:pt x="417770" y="1422337"/>
                  </a:lnTo>
                  <a:lnTo>
                    <a:pt x="416236" y="1433692"/>
                  </a:lnTo>
                  <a:close/>
                  <a:moveTo>
                    <a:pt x="436902" y="1422546"/>
                  </a:moveTo>
                  <a:lnTo>
                    <a:pt x="417770" y="1422337"/>
                  </a:lnTo>
                  <a:lnTo>
                    <a:pt x="459317" y="1466575"/>
                  </a:lnTo>
                  <a:close/>
                  <a:moveTo>
                    <a:pt x="457184" y="1365533"/>
                  </a:moveTo>
                  <a:lnTo>
                    <a:pt x="469459" y="1369595"/>
                  </a:lnTo>
                  <a:lnTo>
                    <a:pt x="521359" y="1414085"/>
                  </a:lnTo>
                  <a:close/>
                  <a:moveTo>
                    <a:pt x="398240" y="1312728"/>
                  </a:moveTo>
                  <a:lnTo>
                    <a:pt x="449126" y="1309341"/>
                  </a:lnTo>
                  <a:lnTo>
                    <a:pt x="399362" y="1282191"/>
                  </a:lnTo>
                  <a:close/>
                  <a:moveTo>
                    <a:pt x="36642" y="934326"/>
                  </a:moveTo>
                  <a:lnTo>
                    <a:pt x="0" y="906655"/>
                  </a:lnTo>
                  <a:lnTo>
                    <a:pt x="20431" y="913494"/>
                  </a:lnTo>
                  <a:close/>
                  <a:moveTo>
                    <a:pt x="399362" y="1282191"/>
                  </a:moveTo>
                  <a:lnTo>
                    <a:pt x="476905" y="1286758"/>
                  </a:lnTo>
                  <a:lnTo>
                    <a:pt x="445482" y="1230895"/>
                  </a:lnTo>
                  <a:close/>
                  <a:moveTo>
                    <a:pt x="448870" y="1292619"/>
                  </a:moveTo>
                  <a:lnTo>
                    <a:pt x="476905" y="1286758"/>
                  </a:lnTo>
                  <a:lnTo>
                    <a:pt x="399362" y="1282191"/>
                  </a:lnTo>
                  <a:close/>
                  <a:moveTo>
                    <a:pt x="445482" y="1230895"/>
                  </a:moveTo>
                  <a:lnTo>
                    <a:pt x="406383" y="1243365"/>
                  </a:lnTo>
                  <a:lnTo>
                    <a:pt x="399362" y="1282191"/>
                  </a:lnTo>
                  <a:close/>
                  <a:moveTo>
                    <a:pt x="598411" y="1437041"/>
                  </a:moveTo>
                  <a:lnTo>
                    <a:pt x="604651" y="1447096"/>
                  </a:lnTo>
                  <a:lnTo>
                    <a:pt x="622352" y="1456986"/>
                  </a:lnTo>
                  <a:close/>
                  <a:moveTo>
                    <a:pt x="677153" y="1487200"/>
                  </a:moveTo>
                  <a:lnTo>
                    <a:pt x="622352" y="1456986"/>
                  </a:lnTo>
                  <a:lnTo>
                    <a:pt x="604651" y="1447096"/>
                  </a:lnTo>
                  <a:close/>
                  <a:moveTo>
                    <a:pt x="636008" y="1412947"/>
                  </a:moveTo>
                  <a:lnTo>
                    <a:pt x="598411" y="1437041"/>
                  </a:lnTo>
                  <a:lnTo>
                    <a:pt x="622352" y="1456986"/>
                  </a:lnTo>
                  <a:close/>
                  <a:moveTo>
                    <a:pt x="622352" y="1456986"/>
                  </a:moveTo>
                  <a:lnTo>
                    <a:pt x="677153" y="1487200"/>
                  </a:lnTo>
                  <a:lnTo>
                    <a:pt x="698987" y="1433934"/>
                  </a:lnTo>
                  <a:close/>
                  <a:moveTo>
                    <a:pt x="648458" y="1419690"/>
                  </a:moveTo>
                  <a:lnTo>
                    <a:pt x="622352" y="1456986"/>
                  </a:lnTo>
                  <a:lnTo>
                    <a:pt x="698987" y="1433934"/>
                  </a:lnTo>
                  <a:close/>
                  <a:moveTo>
                    <a:pt x="705966" y="1402710"/>
                  </a:moveTo>
                  <a:lnTo>
                    <a:pt x="747848" y="1406643"/>
                  </a:lnTo>
                  <a:lnTo>
                    <a:pt x="713234" y="1352301"/>
                  </a:lnTo>
                  <a:close/>
                  <a:moveTo>
                    <a:pt x="747848" y="1406643"/>
                  </a:moveTo>
                  <a:lnTo>
                    <a:pt x="762778" y="1362862"/>
                  </a:lnTo>
                  <a:lnTo>
                    <a:pt x="713234" y="1352301"/>
                  </a:lnTo>
                  <a:close/>
                  <a:moveTo>
                    <a:pt x="631964" y="1236662"/>
                  </a:moveTo>
                  <a:lnTo>
                    <a:pt x="655873" y="1234244"/>
                  </a:lnTo>
                  <a:lnTo>
                    <a:pt x="633543" y="1229026"/>
                  </a:lnTo>
                  <a:close/>
                  <a:moveTo>
                    <a:pt x="624444" y="1234244"/>
                  </a:moveTo>
                  <a:lnTo>
                    <a:pt x="631964" y="1236662"/>
                  </a:lnTo>
                  <a:lnTo>
                    <a:pt x="633543" y="1229026"/>
                  </a:lnTo>
                  <a:close/>
                  <a:moveTo>
                    <a:pt x="474191" y="1037992"/>
                  </a:moveTo>
                  <a:lnTo>
                    <a:pt x="400373" y="1016173"/>
                  </a:lnTo>
                  <a:lnTo>
                    <a:pt x="435280" y="1052191"/>
                  </a:lnTo>
                  <a:close/>
                  <a:moveTo>
                    <a:pt x="399772" y="997769"/>
                  </a:moveTo>
                  <a:lnTo>
                    <a:pt x="462889" y="984438"/>
                  </a:lnTo>
                  <a:lnTo>
                    <a:pt x="455745" y="927503"/>
                  </a:lnTo>
                  <a:close/>
                  <a:moveTo>
                    <a:pt x="399772" y="997769"/>
                  </a:moveTo>
                  <a:lnTo>
                    <a:pt x="455745" y="927503"/>
                  </a:lnTo>
                  <a:lnTo>
                    <a:pt x="397978" y="936485"/>
                  </a:lnTo>
                  <a:close/>
                  <a:moveTo>
                    <a:pt x="191065" y="757635"/>
                  </a:moveTo>
                  <a:lnTo>
                    <a:pt x="237929" y="794508"/>
                  </a:lnTo>
                  <a:lnTo>
                    <a:pt x="221696" y="737258"/>
                  </a:lnTo>
                  <a:close/>
                  <a:moveTo>
                    <a:pt x="221696" y="737258"/>
                  </a:moveTo>
                  <a:lnTo>
                    <a:pt x="237929" y="794508"/>
                  </a:lnTo>
                  <a:lnTo>
                    <a:pt x="263478" y="718895"/>
                  </a:lnTo>
                  <a:close/>
                  <a:moveTo>
                    <a:pt x="263478" y="718895"/>
                  </a:moveTo>
                  <a:lnTo>
                    <a:pt x="208648" y="691435"/>
                  </a:lnTo>
                  <a:lnTo>
                    <a:pt x="211111" y="697683"/>
                  </a:lnTo>
                  <a:close/>
                  <a:moveTo>
                    <a:pt x="769849" y="1326014"/>
                  </a:moveTo>
                  <a:lnTo>
                    <a:pt x="762778" y="1362862"/>
                  </a:lnTo>
                  <a:lnTo>
                    <a:pt x="795387" y="1337317"/>
                  </a:lnTo>
                  <a:close/>
                  <a:moveTo>
                    <a:pt x="769849" y="1326014"/>
                  </a:moveTo>
                  <a:lnTo>
                    <a:pt x="795387" y="1337317"/>
                  </a:lnTo>
                  <a:lnTo>
                    <a:pt x="800755" y="1276127"/>
                  </a:lnTo>
                  <a:close/>
                  <a:moveTo>
                    <a:pt x="761581" y="1269992"/>
                  </a:moveTo>
                  <a:lnTo>
                    <a:pt x="769849" y="1326014"/>
                  </a:lnTo>
                  <a:lnTo>
                    <a:pt x="800755" y="1276127"/>
                  </a:lnTo>
                  <a:close/>
                  <a:moveTo>
                    <a:pt x="761581" y="1269992"/>
                  </a:moveTo>
                  <a:lnTo>
                    <a:pt x="800755" y="1276127"/>
                  </a:lnTo>
                  <a:lnTo>
                    <a:pt x="762172" y="1225696"/>
                  </a:lnTo>
                  <a:close/>
                  <a:moveTo>
                    <a:pt x="800755" y="1276127"/>
                  </a:moveTo>
                  <a:lnTo>
                    <a:pt x="806580" y="1217052"/>
                  </a:lnTo>
                  <a:lnTo>
                    <a:pt x="762172" y="1225696"/>
                  </a:lnTo>
                  <a:close/>
                  <a:moveTo>
                    <a:pt x="693448" y="1143425"/>
                  </a:moveTo>
                  <a:lnTo>
                    <a:pt x="663993" y="1123119"/>
                  </a:lnTo>
                  <a:lnTo>
                    <a:pt x="665850" y="1107077"/>
                  </a:lnTo>
                  <a:close/>
                  <a:moveTo>
                    <a:pt x="330604" y="746320"/>
                  </a:moveTo>
                  <a:lnTo>
                    <a:pt x="263505" y="718873"/>
                  </a:lnTo>
                  <a:lnTo>
                    <a:pt x="263509" y="718878"/>
                  </a:lnTo>
                  <a:close/>
                  <a:moveTo>
                    <a:pt x="221696" y="737258"/>
                  </a:moveTo>
                  <a:lnTo>
                    <a:pt x="263483" y="718878"/>
                  </a:lnTo>
                  <a:lnTo>
                    <a:pt x="238467" y="701246"/>
                  </a:lnTo>
                  <a:close/>
                  <a:moveTo>
                    <a:pt x="238467" y="701246"/>
                  </a:moveTo>
                  <a:lnTo>
                    <a:pt x="263483" y="718878"/>
                  </a:lnTo>
                  <a:lnTo>
                    <a:pt x="211111" y="697683"/>
                  </a:lnTo>
                  <a:close/>
                  <a:moveTo>
                    <a:pt x="234306" y="609729"/>
                  </a:moveTo>
                  <a:lnTo>
                    <a:pt x="242126" y="610768"/>
                  </a:lnTo>
                  <a:lnTo>
                    <a:pt x="213515" y="596045"/>
                  </a:lnTo>
                  <a:close/>
                  <a:moveTo>
                    <a:pt x="767527" y="1139672"/>
                  </a:moveTo>
                  <a:lnTo>
                    <a:pt x="707634" y="1150383"/>
                  </a:lnTo>
                  <a:lnTo>
                    <a:pt x="764328" y="1205016"/>
                  </a:lnTo>
                  <a:close/>
                  <a:moveTo>
                    <a:pt x="807451" y="1207940"/>
                  </a:moveTo>
                  <a:lnTo>
                    <a:pt x="762172" y="1225696"/>
                  </a:lnTo>
                  <a:lnTo>
                    <a:pt x="806580" y="1217052"/>
                  </a:lnTo>
                  <a:close/>
                  <a:moveTo>
                    <a:pt x="807451" y="1207940"/>
                  </a:moveTo>
                  <a:lnTo>
                    <a:pt x="764328" y="1205016"/>
                  </a:lnTo>
                  <a:lnTo>
                    <a:pt x="762172" y="1225696"/>
                  </a:lnTo>
                  <a:close/>
                  <a:moveTo>
                    <a:pt x="764328" y="1205016"/>
                  </a:moveTo>
                  <a:lnTo>
                    <a:pt x="807451" y="1207940"/>
                  </a:lnTo>
                  <a:lnTo>
                    <a:pt x="812078" y="1141436"/>
                  </a:lnTo>
                  <a:close/>
                  <a:moveTo>
                    <a:pt x="764328" y="1205016"/>
                  </a:moveTo>
                  <a:lnTo>
                    <a:pt x="812078" y="1141436"/>
                  </a:lnTo>
                  <a:lnTo>
                    <a:pt x="767527" y="1139672"/>
                  </a:lnTo>
                  <a:close/>
                  <a:moveTo>
                    <a:pt x="707634" y="1150383"/>
                  </a:moveTo>
                  <a:lnTo>
                    <a:pt x="767527" y="1139672"/>
                  </a:lnTo>
                  <a:lnTo>
                    <a:pt x="703127" y="1107077"/>
                  </a:lnTo>
                  <a:close/>
                  <a:moveTo>
                    <a:pt x="686833" y="1041808"/>
                  </a:moveTo>
                  <a:lnTo>
                    <a:pt x="666319" y="1083246"/>
                  </a:lnTo>
                  <a:lnTo>
                    <a:pt x="678176" y="1086326"/>
                  </a:lnTo>
                  <a:close/>
                  <a:moveTo>
                    <a:pt x="634975" y="1045986"/>
                  </a:moveTo>
                  <a:lnTo>
                    <a:pt x="658320" y="1002246"/>
                  </a:lnTo>
                  <a:lnTo>
                    <a:pt x="626388" y="990223"/>
                  </a:lnTo>
                  <a:close/>
                  <a:moveTo>
                    <a:pt x="686833" y="1041808"/>
                  </a:moveTo>
                  <a:lnTo>
                    <a:pt x="691711" y="1055540"/>
                  </a:lnTo>
                  <a:lnTo>
                    <a:pt x="658320" y="1002246"/>
                  </a:lnTo>
                  <a:close/>
                  <a:moveTo>
                    <a:pt x="588291" y="983213"/>
                  </a:moveTo>
                  <a:lnTo>
                    <a:pt x="597858" y="950675"/>
                  </a:lnTo>
                  <a:lnTo>
                    <a:pt x="570021" y="935324"/>
                  </a:lnTo>
                  <a:close/>
                  <a:moveTo>
                    <a:pt x="524091" y="596207"/>
                  </a:moveTo>
                  <a:lnTo>
                    <a:pt x="519853" y="595059"/>
                  </a:lnTo>
                  <a:lnTo>
                    <a:pt x="521872" y="646596"/>
                  </a:lnTo>
                  <a:close/>
                  <a:moveTo>
                    <a:pt x="519853" y="595059"/>
                  </a:moveTo>
                  <a:lnTo>
                    <a:pt x="507172" y="571979"/>
                  </a:lnTo>
                  <a:lnTo>
                    <a:pt x="547190" y="622502"/>
                  </a:lnTo>
                  <a:close/>
                  <a:moveTo>
                    <a:pt x="556783" y="570965"/>
                  </a:moveTo>
                  <a:lnTo>
                    <a:pt x="580799" y="627127"/>
                  </a:lnTo>
                  <a:lnTo>
                    <a:pt x="613599" y="614860"/>
                  </a:lnTo>
                  <a:close/>
                  <a:moveTo>
                    <a:pt x="1001709" y="1086331"/>
                  </a:moveTo>
                  <a:lnTo>
                    <a:pt x="1003517" y="1099746"/>
                  </a:lnTo>
                  <a:lnTo>
                    <a:pt x="1026038" y="1108842"/>
                  </a:lnTo>
                  <a:close/>
                  <a:moveTo>
                    <a:pt x="1061230" y="1113774"/>
                  </a:moveTo>
                  <a:lnTo>
                    <a:pt x="1026038" y="1108842"/>
                  </a:lnTo>
                  <a:lnTo>
                    <a:pt x="1061140" y="1115642"/>
                  </a:lnTo>
                  <a:close/>
                  <a:moveTo>
                    <a:pt x="1001709" y="1086331"/>
                  </a:moveTo>
                  <a:lnTo>
                    <a:pt x="1026038" y="1108842"/>
                  </a:lnTo>
                  <a:lnTo>
                    <a:pt x="1061230" y="1113774"/>
                  </a:lnTo>
                  <a:close/>
                  <a:moveTo>
                    <a:pt x="1247705" y="1143786"/>
                  </a:moveTo>
                  <a:lnTo>
                    <a:pt x="1235849" y="1150297"/>
                  </a:lnTo>
                  <a:lnTo>
                    <a:pt x="1274756" y="1205148"/>
                  </a:lnTo>
                  <a:close/>
                  <a:moveTo>
                    <a:pt x="1300107" y="1165032"/>
                  </a:moveTo>
                  <a:lnTo>
                    <a:pt x="1247705" y="1143786"/>
                  </a:lnTo>
                  <a:lnTo>
                    <a:pt x="1274756" y="1205148"/>
                  </a:lnTo>
                  <a:close/>
                  <a:moveTo>
                    <a:pt x="1235849" y="1150297"/>
                  </a:moveTo>
                  <a:lnTo>
                    <a:pt x="1241797" y="1141217"/>
                  </a:lnTo>
                  <a:lnTo>
                    <a:pt x="1216371" y="1161534"/>
                  </a:lnTo>
                  <a:close/>
                  <a:moveTo>
                    <a:pt x="1216371" y="1161534"/>
                  </a:moveTo>
                  <a:lnTo>
                    <a:pt x="1241797" y="1141217"/>
                  </a:lnTo>
                  <a:lnTo>
                    <a:pt x="1196282" y="1126203"/>
                  </a:lnTo>
                  <a:close/>
                  <a:moveTo>
                    <a:pt x="976089" y="833091"/>
                  </a:moveTo>
                  <a:lnTo>
                    <a:pt x="1001592" y="882541"/>
                  </a:lnTo>
                  <a:lnTo>
                    <a:pt x="1004475" y="883534"/>
                  </a:lnTo>
                  <a:close/>
                  <a:moveTo>
                    <a:pt x="743508" y="522778"/>
                  </a:moveTo>
                  <a:lnTo>
                    <a:pt x="734909" y="584164"/>
                  </a:lnTo>
                  <a:lnTo>
                    <a:pt x="749686" y="526749"/>
                  </a:lnTo>
                  <a:close/>
                  <a:moveTo>
                    <a:pt x="749686" y="526749"/>
                  </a:moveTo>
                  <a:lnTo>
                    <a:pt x="734909" y="584164"/>
                  </a:lnTo>
                  <a:lnTo>
                    <a:pt x="797647" y="525739"/>
                  </a:lnTo>
                  <a:close/>
                  <a:moveTo>
                    <a:pt x="747687" y="497041"/>
                  </a:moveTo>
                  <a:lnTo>
                    <a:pt x="749686" y="526749"/>
                  </a:lnTo>
                  <a:lnTo>
                    <a:pt x="768684" y="471241"/>
                  </a:lnTo>
                  <a:close/>
                  <a:moveTo>
                    <a:pt x="743508" y="522778"/>
                  </a:moveTo>
                  <a:lnTo>
                    <a:pt x="749686" y="526749"/>
                  </a:lnTo>
                  <a:lnTo>
                    <a:pt x="747687" y="497041"/>
                  </a:lnTo>
                  <a:close/>
                  <a:moveTo>
                    <a:pt x="1241797" y="1141217"/>
                  </a:moveTo>
                  <a:lnTo>
                    <a:pt x="1235849" y="1150297"/>
                  </a:lnTo>
                  <a:lnTo>
                    <a:pt x="1247705" y="1143786"/>
                  </a:lnTo>
                  <a:close/>
                  <a:moveTo>
                    <a:pt x="1241797" y="1141217"/>
                  </a:moveTo>
                  <a:lnTo>
                    <a:pt x="1247705" y="1143786"/>
                  </a:lnTo>
                  <a:lnTo>
                    <a:pt x="1249082" y="1139538"/>
                  </a:lnTo>
                  <a:close/>
                  <a:moveTo>
                    <a:pt x="1249082" y="1139538"/>
                  </a:moveTo>
                  <a:lnTo>
                    <a:pt x="1196282" y="1126203"/>
                  </a:lnTo>
                  <a:lnTo>
                    <a:pt x="1241797" y="1141217"/>
                  </a:lnTo>
                  <a:close/>
                  <a:moveTo>
                    <a:pt x="1311094" y="1127105"/>
                  </a:moveTo>
                  <a:lnTo>
                    <a:pt x="1247705" y="1143786"/>
                  </a:lnTo>
                  <a:lnTo>
                    <a:pt x="1300107" y="1165032"/>
                  </a:lnTo>
                  <a:close/>
                  <a:moveTo>
                    <a:pt x="1311094" y="1127105"/>
                  </a:moveTo>
                  <a:lnTo>
                    <a:pt x="1249082" y="1139538"/>
                  </a:lnTo>
                  <a:lnTo>
                    <a:pt x="1247705" y="1143786"/>
                  </a:lnTo>
                  <a:close/>
                  <a:moveTo>
                    <a:pt x="1117828" y="1007553"/>
                  </a:moveTo>
                  <a:lnTo>
                    <a:pt x="1142353" y="1024857"/>
                  </a:lnTo>
                  <a:lnTo>
                    <a:pt x="1163875" y="1005038"/>
                  </a:lnTo>
                  <a:close/>
                  <a:moveTo>
                    <a:pt x="1052990" y="807903"/>
                  </a:moveTo>
                  <a:lnTo>
                    <a:pt x="979041" y="838004"/>
                  </a:lnTo>
                  <a:lnTo>
                    <a:pt x="1004475" y="883534"/>
                  </a:lnTo>
                  <a:close/>
                  <a:moveTo>
                    <a:pt x="1097425" y="796367"/>
                  </a:moveTo>
                  <a:lnTo>
                    <a:pt x="1065173" y="810684"/>
                  </a:lnTo>
                  <a:lnTo>
                    <a:pt x="1077170" y="756367"/>
                  </a:lnTo>
                  <a:close/>
                  <a:moveTo>
                    <a:pt x="788073" y="447147"/>
                  </a:moveTo>
                  <a:lnTo>
                    <a:pt x="793296" y="466534"/>
                  </a:lnTo>
                  <a:lnTo>
                    <a:pt x="807930" y="498683"/>
                  </a:lnTo>
                  <a:close/>
                  <a:moveTo>
                    <a:pt x="768684" y="471241"/>
                  </a:moveTo>
                  <a:lnTo>
                    <a:pt x="751816" y="462274"/>
                  </a:lnTo>
                  <a:lnTo>
                    <a:pt x="747687" y="497041"/>
                  </a:lnTo>
                  <a:close/>
                  <a:moveTo>
                    <a:pt x="1069990" y="732273"/>
                  </a:moveTo>
                  <a:lnTo>
                    <a:pt x="1097425" y="796367"/>
                  </a:lnTo>
                  <a:lnTo>
                    <a:pt x="1077170" y="756367"/>
                  </a:lnTo>
                  <a:close/>
                  <a:moveTo>
                    <a:pt x="1046780" y="688116"/>
                  </a:moveTo>
                  <a:lnTo>
                    <a:pt x="1083953" y="745999"/>
                  </a:lnTo>
                  <a:lnTo>
                    <a:pt x="1094128" y="687606"/>
                  </a:lnTo>
                  <a:close/>
                  <a:moveTo>
                    <a:pt x="1069990" y="732273"/>
                  </a:moveTo>
                  <a:lnTo>
                    <a:pt x="1083953" y="745999"/>
                  </a:lnTo>
                  <a:lnTo>
                    <a:pt x="1046780" y="688116"/>
                  </a:lnTo>
                  <a:close/>
                  <a:moveTo>
                    <a:pt x="1004017" y="661585"/>
                  </a:moveTo>
                  <a:lnTo>
                    <a:pt x="989250" y="704830"/>
                  </a:lnTo>
                  <a:lnTo>
                    <a:pt x="1013552" y="652387"/>
                  </a:lnTo>
                  <a:close/>
                  <a:moveTo>
                    <a:pt x="1405977" y="914325"/>
                  </a:moveTo>
                  <a:lnTo>
                    <a:pt x="1391666" y="927980"/>
                  </a:lnTo>
                  <a:lnTo>
                    <a:pt x="1429477" y="918599"/>
                  </a:lnTo>
                  <a:close/>
                  <a:moveTo>
                    <a:pt x="1429477" y="918599"/>
                  </a:moveTo>
                  <a:lnTo>
                    <a:pt x="1391666" y="927980"/>
                  </a:lnTo>
                  <a:lnTo>
                    <a:pt x="1384295" y="980091"/>
                  </a:lnTo>
                  <a:close/>
                  <a:moveTo>
                    <a:pt x="1392593" y="910602"/>
                  </a:moveTo>
                  <a:lnTo>
                    <a:pt x="1350890" y="950201"/>
                  </a:lnTo>
                  <a:lnTo>
                    <a:pt x="1391666" y="927980"/>
                  </a:lnTo>
                  <a:close/>
                  <a:moveTo>
                    <a:pt x="1331701" y="859381"/>
                  </a:moveTo>
                  <a:lnTo>
                    <a:pt x="1380283" y="885420"/>
                  </a:lnTo>
                  <a:lnTo>
                    <a:pt x="1348897" y="862788"/>
                  </a:lnTo>
                  <a:close/>
                  <a:moveTo>
                    <a:pt x="1392593" y="910602"/>
                  </a:moveTo>
                  <a:lnTo>
                    <a:pt x="1380283" y="885420"/>
                  </a:lnTo>
                  <a:lnTo>
                    <a:pt x="1331701" y="859381"/>
                  </a:lnTo>
                  <a:close/>
                  <a:moveTo>
                    <a:pt x="1392593" y="910602"/>
                  </a:moveTo>
                  <a:lnTo>
                    <a:pt x="1391666" y="927980"/>
                  </a:lnTo>
                  <a:lnTo>
                    <a:pt x="1405977" y="914325"/>
                  </a:lnTo>
                  <a:close/>
                  <a:moveTo>
                    <a:pt x="1392593" y="910602"/>
                  </a:moveTo>
                  <a:lnTo>
                    <a:pt x="1405977" y="914325"/>
                  </a:lnTo>
                  <a:lnTo>
                    <a:pt x="1380283" y="885420"/>
                  </a:lnTo>
                  <a:close/>
                  <a:moveTo>
                    <a:pt x="1331701" y="859381"/>
                  </a:moveTo>
                  <a:lnTo>
                    <a:pt x="1348897" y="862788"/>
                  </a:lnTo>
                  <a:lnTo>
                    <a:pt x="1324012" y="849708"/>
                  </a:lnTo>
                  <a:close/>
                  <a:moveTo>
                    <a:pt x="1166421" y="541329"/>
                  </a:moveTo>
                  <a:lnTo>
                    <a:pt x="1210948" y="480369"/>
                  </a:lnTo>
                  <a:lnTo>
                    <a:pt x="1166371" y="478627"/>
                  </a:lnTo>
                  <a:close/>
                  <a:moveTo>
                    <a:pt x="1118304" y="479723"/>
                  </a:moveTo>
                  <a:lnTo>
                    <a:pt x="1166421" y="541329"/>
                  </a:lnTo>
                  <a:lnTo>
                    <a:pt x="1166371" y="478627"/>
                  </a:lnTo>
                  <a:close/>
                  <a:moveTo>
                    <a:pt x="1145367" y="432960"/>
                  </a:moveTo>
                  <a:lnTo>
                    <a:pt x="1109912" y="438357"/>
                  </a:lnTo>
                  <a:lnTo>
                    <a:pt x="1118304" y="479723"/>
                  </a:lnTo>
                  <a:close/>
                  <a:moveTo>
                    <a:pt x="1094800" y="477938"/>
                  </a:moveTo>
                  <a:lnTo>
                    <a:pt x="1118304" y="479723"/>
                  </a:lnTo>
                  <a:lnTo>
                    <a:pt x="1109912" y="438357"/>
                  </a:lnTo>
                  <a:close/>
                  <a:moveTo>
                    <a:pt x="964927" y="245632"/>
                  </a:moveTo>
                  <a:lnTo>
                    <a:pt x="994145" y="219976"/>
                  </a:lnTo>
                  <a:lnTo>
                    <a:pt x="1047786" y="248099"/>
                  </a:lnTo>
                  <a:close/>
                  <a:moveTo>
                    <a:pt x="1111679" y="234137"/>
                  </a:moveTo>
                  <a:lnTo>
                    <a:pt x="1135685" y="225141"/>
                  </a:lnTo>
                  <a:lnTo>
                    <a:pt x="1124777" y="172068"/>
                  </a:lnTo>
                  <a:close/>
                  <a:moveTo>
                    <a:pt x="1265675" y="131777"/>
                  </a:moveTo>
                  <a:lnTo>
                    <a:pt x="1260442" y="126417"/>
                  </a:lnTo>
                  <a:lnTo>
                    <a:pt x="1323105" y="175416"/>
                  </a:lnTo>
                  <a:close/>
                  <a:moveTo>
                    <a:pt x="1282605" y="83639"/>
                  </a:moveTo>
                  <a:lnTo>
                    <a:pt x="1269064" y="147973"/>
                  </a:lnTo>
                  <a:lnTo>
                    <a:pt x="1260442" y="126417"/>
                  </a:lnTo>
                  <a:close/>
                  <a:moveTo>
                    <a:pt x="1567438" y="230302"/>
                  </a:moveTo>
                  <a:lnTo>
                    <a:pt x="1530185" y="184535"/>
                  </a:lnTo>
                  <a:lnTo>
                    <a:pt x="1541443" y="194319"/>
                  </a:lnTo>
                  <a:close/>
                  <a:moveTo>
                    <a:pt x="1482977" y="184933"/>
                  </a:moveTo>
                  <a:lnTo>
                    <a:pt x="1530185" y="184535"/>
                  </a:lnTo>
                  <a:lnTo>
                    <a:pt x="1497089" y="148699"/>
                  </a:lnTo>
                  <a:close/>
                  <a:moveTo>
                    <a:pt x="1482977" y="184933"/>
                  </a:moveTo>
                  <a:lnTo>
                    <a:pt x="1497089" y="148699"/>
                  </a:lnTo>
                  <a:lnTo>
                    <a:pt x="1466788" y="135351"/>
                  </a:lnTo>
                  <a:close/>
                  <a:moveTo>
                    <a:pt x="1427586" y="129239"/>
                  </a:moveTo>
                  <a:lnTo>
                    <a:pt x="1466788" y="135351"/>
                  </a:lnTo>
                  <a:lnTo>
                    <a:pt x="1444409" y="90802"/>
                  </a:lnTo>
                  <a:close/>
                  <a:moveTo>
                    <a:pt x="1466788" y="135351"/>
                  </a:moveTo>
                  <a:lnTo>
                    <a:pt x="1497089" y="148699"/>
                  </a:lnTo>
                  <a:lnTo>
                    <a:pt x="1444409" y="90802"/>
                  </a:lnTo>
                  <a:close/>
                  <a:moveTo>
                    <a:pt x="1412380" y="78858"/>
                  </a:moveTo>
                  <a:lnTo>
                    <a:pt x="1444409" y="90802"/>
                  </a:lnTo>
                  <a:lnTo>
                    <a:pt x="1421698" y="46523"/>
                  </a:lnTo>
                  <a:close/>
                  <a:moveTo>
                    <a:pt x="1412380" y="78858"/>
                  </a:moveTo>
                  <a:lnTo>
                    <a:pt x="1421698" y="46523"/>
                  </a:lnTo>
                  <a:lnTo>
                    <a:pt x="1395315" y="29988"/>
                  </a:lnTo>
                  <a:close/>
                  <a:moveTo>
                    <a:pt x="1395315" y="29988"/>
                  </a:moveTo>
                  <a:lnTo>
                    <a:pt x="1418237" y="43248"/>
                  </a:lnTo>
                  <a:lnTo>
                    <a:pt x="1359950" y="0"/>
                  </a:lnTo>
                  <a:close/>
                  <a:moveTo>
                    <a:pt x="1395315" y="29988"/>
                  </a:moveTo>
                  <a:lnTo>
                    <a:pt x="1421698" y="46523"/>
                  </a:lnTo>
                  <a:lnTo>
                    <a:pt x="1418237" y="43248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90" name="Output_density__4289">
              <a:extLst>
                <a:ext uri="{FF2B5EF4-FFF2-40B4-BE49-F238E27FC236}">
                  <a16:creationId xmlns:a16="http://schemas.microsoft.com/office/drawing/2014/main" id="{FB3AABE4-ECB0-66C7-1FC6-B3D725937491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47380"/>
              <a:ext cx="1759785" cy="1474787"/>
            </a:xfrm>
            <a:custGeom>
              <a:avLst/>
              <a:gdLst/>
              <a:ahLst/>
              <a:cxnLst/>
              <a:rect l="0" t="0" r="0" b="0"/>
              <a:pathLst>
                <a:path w="1759785" h="1474787">
                  <a:moveTo>
                    <a:pt x="416300" y="1395808"/>
                  </a:moveTo>
                  <a:lnTo>
                    <a:pt x="389832" y="1344271"/>
                  </a:lnTo>
                  <a:lnTo>
                    <a:pt x="393576" y="1358434"/>
                  </a:lnTo>
                  <a:close/>
                  <a:moveTo>
                    <a:pt x="399262" y="1300399"/>
                  </a:moveTo>
                  <a:lnTo>
                    <a:pt x="393576" y="1358434"/>
                  </a:lnTo>
                  <a:lnTo>
                    <a:pt x="389832" y="1344271"/>
                  </a:lnTo>
                  <a:close/>
                  <a:moveTo>
                    <a:pt x="2136" y="931978"/>
                  </a:moveTo>
                  <a:lnTo>
                    <a:pt x="1561" y="884556"/>
                  </a:lnTo>
                  <a:lnTo>
                    <a:pt x="7677" y="942327"/>
                  </a:lnTo>
                  <a:close/>
                  <a:moveTo>
                    <a:pt x="2136" y="931978"/>
                  </a:moveTo>
                  <a:lnTo>
                    <a:pt x="0" y="880442"/>
                  </a:lnTo>
                  <a:lnTo>
                    <a:pt x="1561" y="884556"/>
                  </a:lnTo>
                  <a:close/>
                  <a:moveTo>
                    <a:pt x="3275" y="867929"/>
                  </a:moveTo>
                  <a:lnTo>
                    <a:pt x="1561" y="884556"/>
                  </a:lnTo>
                  <a:lnTo>
                    <a:pt x="0" y="880442"/>
                  </a:lnTo>
                  <a:close/>
                  <a:moveTo>
                    <a:pt x="634578" y="1474787"/>
                  </a:moveTo>
                  <a:lnTo>
                    <a:pt x="636112" y="1463432"/>
                  </a:lnTo>
                  <a:lnTo>
                    <a:pt x="687800" y="1410689"/>
                  </a:lnTo>
                  <a:close/>
                  <a:moveTo>
                    <a:pt x="615438" y="1423250"/>
                  </a:moveTo>
                  <a:lnTo>
                    <a:pt x="634578" y="1474787"/>
                  </a:lnTo>
                  <a:lnTo>
                    <a:pt x="687800" y="1410689"/>
                  </a:lnTo>
                  <a:close/>
                  <a:moveTo>
                    <a:pt x="615438" y="1423250"/>
                  </a:moveTo>
                  <a:lnTo>
                    <a:pt x="675526" y="1406628"/>
                  </a:lnTo>
                  <a:lnTo>
                    <a:pt x="616582" y="1353823"/>
                  </a:lnTo>
                  <a:close/>
                  <a:moveTo>
                    <a:pt x="615438" y="1423250"/>
                  </a:moveTo>
                  <a:lnTo>
                    <a:pt x="616582" y="1353823"/>
                  </a:lnTo>
                  <a:lnTo>
                    <a:pt x="606040" y="1414577"/>
                  </a:lnTo>
                  <a:close/>
                  <a:moveTo>
                    <a:pt x="642158" y="1450693"/>
                  </a:moveTo>
                  <a:lnTo>
                    <a:pt x="636592" y="1400298"/>
                  </a:lnTo>
                  <a:lnTo>
                    <a:pt x="636112" y="1463432"/>
                  </a:lnTo>
                  <a:close/>
                  <a:moveTo>
                    <a:pt x="712091" y="1399156"/>
                  </a:moveTo>
                  <a:lnTo>
                    <a:pt x="699680" y="1386991"/>
                  </a:lnTo>
                  <a:lnTo>
                    <a:pt x="695247" y="1327852"/>
                  </a:lnTo>
                  <a:close/>
                  <a:moveTo>
                    <a:pt x="663824" y="1271989"/>
                  </a:moveTo>
                  <a:lnTo>
                    <a:pt x="695247" y="1327852"/>
                  </a:lnTo>
                  <a:lnTo>
                    <a:pt x="692954" y="1323526"/>
                  </a:lnTo>
                  <a:close/>
                  <a:moveTo>
                    <a:pt x="663824" y="1271989"/>
                  </a:moveTo>
                  <a:lnTo>
                    <a:pt x="681335" y="1251616"/>
                  </a:lnTo>
                  <a:lnTo>
                    <a:pt x="624725" y="1284460"/>
                  </a:lnTo>
                  <a:close/>
                  <a:moveTo>
                    <a:pt x="692954" y="1323526"/>
                  </a:moveTo>
                  <a:lnTo>
                    <a:pt x="677944" y="1247895"/>
                  </a:lnTo>
                  <a:lnTo>
                    <a:pt x="663824" y="1271989"/>
                  </a:lnTo>
                  <a:close/>
                  <a:moveTo>
                    <a:pt x="395653" y="792059"/>
                  </a:moveTo>
                  <a:lnTo>
                    <a:pt x="456271" y="835603"/>
                  </a:lnTo>
                  <a:lnTo>
                    <a:pt x="409407" y="798730"/>
                  </a:lnTo>
                  <a:close/>
                  <a:moveTo>
                    <a:pt x="874215" y="1275338"/>
                  </a:moveTo>
                  <a:lnTo>
                    <a:pt x="850306" y="1277756"/>
                  </a:lnTo>
                  <a:lnTo>
                    <a:pt x="859915" y="1332687"/>
                  </a:lnTo>
                  <a:close/>
                  <a:moveTo>
                    <a:pt x="681230" y="1025533"/>
                  </a:moveTo>
                  <a:lnTo>
                    <a:pt x="618114" y="1038863"/>
                  </a:lnTo>
                  <a:lnTo>
                    <a:pt x="692533" y="1079087"/>
                  </a:lnTo>
                  <a:close/>
                  <a:moveTo>
                    <a:pt x="481820" y="759989"/>
                  </a:moveTo>
                  <a:lnTo>
                    <a:pt x="456271" y="835603"/>
                  </a:lnTo>
                  <a:lnTo>
                    <a:pt x="492886" y="813736"/>
                  </a:lnTo>
                  <a:close/>
                  <a:moveTo>
                    <a:pt x="429453" y="738778"/>
                  </a:moveTo>
                  <a:lnTo>
                    <a:pt x="426990" y="732530"/>
                  </a:lnTo>
                  <a:lnTo>
                    <a:pt x="401378" y="768711"/>
                  </a:lnTo>
                  <a:close/>
                  <a:moveTo>
                    <a:pt x="988190" y="1367109"/>
                  </a:moveTo>
                  <a:lnTo>
                    <a:pt x="931575" y="1393395"/>
                  </a:lnTo>
                  <a:lnTo>
                    <a:pt x="981120" y="1403956"/>
                  </a:lnTo>
                  <a:close/>
                  <a:moveTo>
                    <a:pt x="933945" y="1373228"/>
                  </a:moveTo>
                  <a:lnTo>
                    <a:pt x="988190" y="1367109"/>
                  </a:lnTo>
                  <a:lnTo>
                    <a:pt x="979923" y="1311087"/>
                  </a:lnTo>
                  <a:close/>
                  <a:moveTo>
                    <a:pt x="980514" y="1266791"/>
                  </a:moveTo>
                  <a:lnTo>
                    <a:pt x="952137" y="1251244"/>
                  </a:lnTo>
                  <a:lnTo>
                    <a:pt x="979923" y="1311087"/>
                  </a:lnTo>
                  <a:close/>
                  <a:moveTo>
                    <a:pt x="979923" y="1311087"/>
                  </a:moveTo>
                  <a:lnTo>
                    <a:pt x="952137" y="1251244"/>
                  </a:lnTo>
                  <a:lnTo>
                    <a:pt x="913009" y="1264762"/>
                  </a:lnTo>
                  <a:close/>
                  <a:moveTo>
                    <a:pt x="874215" y="1275338"/>
                  </a:moveTo>
                  <a:lnTo>
                    <a:pt x="913009" y="1264762"/>
                  </a:lnTo>
                  <a:lnTo>
                    <a:pt x="851885" y="1270120"/>
                  </a:lnTo>
                  <a:close/>
                  <a:moveTo>
                    <a:pt x="851885" y="1270120"/>
                  </a:moveTo>
                  <a:lnTo>
                    <a:pt x="913009" y="1264762"/>
                  </a:lnTo>
                  <a:lnTo>
                    <a:pt x="920072" y="1215486"/>
                  </a:lnTo>
                  <a:close/>
                  <a:moveTo>
                    <a:pt x="518385" y="761704"/>
                  </a:moveTo>
                  <a:lnTo>
                    <a:pt x="481847" y="759967"/>
                  </a:lnTo>
                  <a:lnTo>
                    <a:pt x="548946" y="787415"/>
                  </a:lnTo>
                  <a:close/>
                  <a:moveTo>
                    <a:pt x="952137" y="1251244"/>
                  </a:moveTo>
                  <a:lnTo>
                    <a:pt x="980514" y="1266791"/>
                  </a:lnTo>
                  <a:lnTo>
                    <a:pt x="982670" y="1246111"/>
                  </a:lnTo>
                  <a:close/>
                  <a:moveTo>
                    <a:pt x="982670" y="1246111"/>
                  </a:moveTo>
                  <a:lnTo>
                    <a:pt x="920072" y="1215486"/>
                  </a:lnTo>
                  <a:lnTo>
                    <a:pt x="952137" y="1251244"/>
                  </a:lnTo>
                  <a:close/>
                  <a:moveTo>
                    <a:pt x="925975" y="1191477"/>
                  </a:moveTo>
                  <a:lnTo>
                    <a:pt x="920072" y="1215486"/>
                  </a:lnTo>
                  <a:lnTo>
                    <a:pt x="982670" y="1246111"/>
                  </a:lnTo>
                  <a:close/>
                  <a:moveTo>
                    <a:pt x="921469" y="1148171"/>
                  </a:moveTo>
                  <a:lnTo>
                    <a:pt x="911790" y="1184520"/>
                  </a:lnTo>
                  <a:lnTo>
                    <a:pt x="925975" y="1191477"/>
                  </a:lnTo>
                  <a:close/>
                  <a:moveTo>
                    <a:pt x="853316" y="1087080"/>
                  </a:moveTo>
                  <a:lnTo>
                    <a:pt x="905175" y="1082902"/>
                  </a:lnTo>
                  <a:lnTo>
                    <a:pt x="876662" y="1043340"/>
                  </a:lnTo>
                  <a:close/>
                  <a:moveTo>
                    <a:pt x="435612" y="508602"/>
                  </a:moveTo>
                  <a:lnTo>
                    <a:pt x="397403" y="484050"/>
                  </a:lnTo>
                  <a:lnTo>
                    <a:pt x="358872" y="470265"/>
                  </a:lnTo>
                  <a:close/>
                  <a:moveTo>
                    <a:pt x="435612" y="508602"/>
                  </a:moveTo>
                  <a:lnTo>
                    <a:pt x="448891" y="501877"/>
                  </a:lnTo>
                  <a:lnTo>
                    <a:pt x="397403" y="484050"/>
                  </a:lnTo>
                  <a:close/>
                  <a:moveTo>
                    <a:pt x="358872" y="470265"/>
                  </a:moveTo>
                  <a:lnTo>
                    <a:pt x="381438" y="478195"/>
                  </a:lnTo>
                  <a:lnTo>
                    <a:pt x="344556" y="461141"/>
                  </a:lnTo>
                  <a:close/>
                  <a:moveTo>
                    <a:pt x="742433" y="637301"/>
                  </a:moveTo>
                  <a:lnTo>
                    <a:pt x="685812" y="593857"/>
                  </a:lnTo>
                  <a:lnTo>
                    <a:pt x="738195" y="636154"/>
                  </a:lnTo>
                  <a:close/>
                  <a:moveTo>
                    <a:pt x="615261" y="539240"/>
                  </a:moveTo>
                  <a:lnTo>
                    <a:pt x="627339" y="549913"/>
                  </a:lnTo>
                  <a:lnTo>
                    <a:pt x="673528" y="584617"/>
                  </a:lnTo>
                  <a:close/>
                  <a:moveTo>
                    <a:pt x="725514" y="613074"/>
                  </a:moveTo>
                  <a:lnTo>
                    <a:pt x="738195" y="636154"/>
                  </a:lnTo>
                  <a:lnTo>
                    <a:pt x="685812" y="593857"/>
                  </a:lnTo>
                  <a:close/>
                  <a:moveTo>
                    <a:pt x="658281" y="567008"/>
                  </a:moveTo>
                  <a:lnTo>
                    <a:pt x="725514" y="613074"/>
                  </a:lnTo>
                  <a:lnTo>
                    <a:pt x="673528" y="584617"/>
                  </a:lnTo>
                  <a:close/>
                  <a:moveTo>
                    <a:pt x="673528" y="584617"/>
                  </a:moveTo>
                  <a:lnTo>
                    <a:pt x="725514" y="613074"/>
                  </a:lnTo>
                  <a:lnTo>
                    <a:pt x="685812" y="593857"/>
                  </a:lnTo>
                  <a:close/>
                  <a:moveTo>
                    <a:pt x="775125" y="612060"/>
                  </a:moveTo>
                  <a:lnTo>
                    <a:pt x="746213" y="636154"/>
                  </a:lnTo>
                  <a:lnTo>
                    <a:pt x="799141" y="668222"/>
                  </a:lnTo>
                  <a:close/>
                  <a:moveTo>
                    <a:pt x="658281" y="567008"/>
                  </a:moveTo>
                  <a:lnTo>
                    <a:pt x="673528" y="584617"/>
                  </a:lnTo>
                  <a:lnTo>
                    <a:pt x="627339" y="549913"/>
                  </a:lnTo>
                  <a:close/>
                  <a:moveTo>
                    <a:pt x="1236398" y="1103332"/>
                  </a:moveTo>
                  <a:lnTo>
                    <a:pt x="1220051" y="1127426"/>
                  </a:lnTo>
                  <a:lnTo>
                    <a:pt x="1279572" y="1154868"/>
                  </a:lnTo>
                  <a:close/>
                  <a:moveTo>
                    <a:pt x="1213638" y="1075889"/>
                  </a:moveTo>
                  <a:lnTo>
                    <a:pt x="1220051" y="1127426"/>
                  </a:lnTo>
                  <a:lnTo>
                    <a:pt x="1236398" y="1103332"/>
                  </a:lnTo>
                  <a:close/>
                  <a:moveTo>
                    <a:pt x="775125" y="612060"/>
                  </a:moveTo>
                  <a:lnTo>
                    <a:pt x="831941" y="655954"/>
                  </a:lnTo>
                  <a:lnTo>
                    <a:pt x="808236" y="587966"/>
                  </a:lnTo>
                  <a:close/>
                  <a:moveTo>
                    <a:pt x="1266688" y="976165"/>
                  </a:moveTo>
                  <a:lnTo>
                    <a:pt x="1237575" y="989594"/>
                  </a:lnTo>
                  <a:lnTo>
                    <a:pt x="1262029" y="982697"/>
                  </a:lnTo>
                  <a:close/>
                  <a:moveTo>
                    <a:pt x="1206867" y="948722"/>
                  </a:moveTo>
                  <a:lnTo>
                    <a:pt x="1237575" y="989594"/>
                  </a:lnTo>
                  <a:lnTo>
                    <a:pt x="1266688" y="976165"/>
                  </a:lnTo>
                  <a:close/>
                  <a:moveTo>
                    <a:pt x="1222817" y="924628"/>
                  </a:moveTo>
                  <a:lnTo>
                    <a:pt x="1206867" y="948722"/>
                  </a:lnTo>
                  <a:lnTo>
                    <a:pt x="1266688" y="976165"/>
                  </a:lnTo>
                  <a:close/>
                  <a:moveTo>
                    <a:pt x="1222817" y="924628"/>
                  </a:moveTo>
                  <a:lnTo>
                    <a:pt x="1219934" y="923635"/>
                  </a:lnTo>
                  <a:lnTo>
                    <a:pt x="1206867" y="948722"/>
                  </a:lnTo>
                  <a:close/>
                  <a:moveTo>
                    <a:pt x="1076741" y="742576"/>
                  </a:moveTo>
                  <a:lnTo>
                    <a:pt x="1109589" y="770018"/>
                  </a:lnTo>
                  <a:lnTo>
                    <a:pt x="1072008" y="718482"/>
                  </a:lnTo>
                  <a:close/>
                  <a:moveTo>
                    <a:pt x="835514" y="409262"/>
                  </a:moveTo>
                  <a:lnTo>
                    <a:pt x="817453" y="466886"/>
                  </a:lnTo>
                  <a:lnTo>
                    <a:pt x="838928" y="412278"/>
                  </a:lnTo>
                  <a:close/>
                  <a:moveTo>
                    <a:pt x="835514" y="409262"/>
                  </a:moveTo>
                  <a:lnTo>
                    <a:pt x="770735" y="433356"/>
                  </a:lnTo>
                  <a:lnTo>
                    <a:pt x="817453" y="466886"/>
                  </a:lnTo>
                  <a:close/>
                  <a:moveTo>
                    <a:pt x="1474499" y="1112139"/>
                  </a:moveTo>
                  <a:lnTo>
                    <a:pt x="1426997" y="1112774"/>
                  </a:lnTo>
                  <a:lnTo>
                    <a:pt x="1467424" y="1180633"/>
                  </a:lnTo>
                  <a:close/>
                  <a:moveTo>
                    <a:pt x="1467424" y="1180633"/>
                  </a:moveTo>
                  <a:lnTo>
                    <a:pt x="1529436" y="1168200"/>
                  </a:lnTo>
                  <a:lnTo>
                    <a:pt x="1521505" y="1111905"/>
                  </a:lnTo>
                  <a:close/>
                  <a:moveTo>
                    <a:pt x="1467424" y="1180633"/>
                  </a:moveTo>
                  <a:lnTo>
                    <a:pt x="1521505" y="1111905"/>
                  </a:lnTo>
                  <a:lnTo>
                    <a:pt x="1474499" y="1112139"/>
                  </a:lnTo>
                  <a:close/>
                  <a:moveTo>
                    <a:pt x="1576780" y="1167692"/>
                  </a:moveTo>
                  <a:lnTo>
                    <a:pt x="1529436" y="1168200"/>
                  </a:lnTo>
                  <a:lnTo>
                    <a:pt x="1518449" y="1206127"/>
                  </a:lnTo>
                  <a:close/>
                  <a:moveTo>
                    <a:pt x="1529436" y="1168200"/>
                  </a:moveTo>
                  <a:lnTo>
                    <a:pt x="1576780" y="1167692"/>
                  </a:lnTo>
                  <a:lnTo>
                    <a:pt x="1572061" y="1108786"/>
                  </a:lnTo>
                  <a:close/>
                  <a:moveTo>
                    <a:pt x="1529436" y="1168200"/>
                  </a:moveTo>
                  <a:lnTo>
                    <a:pt x="1572061" y="1108786"/>
                  </a:lnTo>
                  <a:lnTo>
                    <a:pt x="1521505" y="1111905"/>
                  </a:lnTo>
                  <a:close/>
                  <a:moveTo>
                    <a:pt x="1426997" y="1112774"/>
                  </a:moveTo>
                  <a:lnTo>
                    <a:pt x="1474499" y="1112139"/>
                  </a:lnTo>
                  <a:lnTo>
                    <a:pt x="1464864" y="1057228"/>
                  </a:lnTo>
                  <a:close/>
                  <a:moveTo>
                    <a:pt x="1474499" y="1112139"/>
                  </a:moveTo>
                  <a:lnTo>
                    <a:pt x="1521505" y="1111905"/>
                  </a:lnTo>
                  <a:lnTo>
                    <a:pt x="1508572" y="1059676"/>
                  </a:lnTo>
                  <a:close/>
                  <a:moveTo>
                    <a:pt x="1474499" y="1112139"/>
                  </a:moveTo>
                  <a:lnTo>
                    <a:pt x="1508572" y="1059676"/>
                  </a:lnTo>
                  <a:lnTo>
                    <a:pt x="1464864" y="1057228"/>
                  </a:lnTo>
                  <a:close/>
                  <a:moveTo>
                    <a:pt x="1360694" y="1065952"/>
                  </a:moveTo>
                  <a:lnTo>
                    <a:pt x="1417735" y="1057561"/>
                  </a:lnTo>
                  <a:lnTo>
                    <a:pt x="1382217" y="1046132"/>
                  </a:lnTo>
                  <a:close/>
                  <a:moveTo>
                    <a:pt x="1417735" y="1057561"/>
                  </a:moveTo>
                  <a:lnTo>
                    <a:pt x="1464864" y="1057228"/>
                  </a:lnTo>
                  <a:lnTo>
                    <a:pt x="1432365" y="1058952"/>
                  </a:lnTo>
                  <a:close/>
                  <a:moveTo>
                    <a:pt x="1095761" y="694388"/>
                  </a:moveTo>
                  <a:lnTo>
                    <a:pt x="1094089" y="667576"/>
                  </a:lnTo>
                  <a:lnTo>
                    <a:pt x="1072008" y="718482"/>
                  </a:lnTo>
                  <a:close/>
                  <a:moveTo>
                    <a:pt x="962126" y="539778"/>
                  </a:moveTo>
                  <a:lnTo>
                    <a:pt x="966029" y="538136"/>
                  </a:lnTo>
                  <a:lnTo>
                    <a:pt x="913522" y="511430"/>
                  </a:lnTo>
                  <a:close/>
                  <a:moveTo>
                    <a:pt x="961849" y="563872"/>
                  </a:moveTo>
                  <a:lnTo>
                    <a:pt x="966029" y="538136"/>
                  </a:lnTo>
                  <a:lnTo>
                    <a:pt x="962126" y="539778"/>
                  </a:lnTo>
                  <a:close/>
                  <a:moveTo>
                    <a:pt x="1006415" y="488241"/>
                  </a:moveTo>
                  <a:lnTo>
                    <a:pt x="988570" y="436705"/>
                  </a:lnTo>
                  <a:lnTo>
                    <a:pt x="1001692" y="496796"/>
                  </a:lnTo>
                  <a:close/>
                  <a:moveTo>
                    <a:pt x="1449296" y="852456"/>
                  </a:moveTo>
                  <a:lnTo>
                    <a:pt x="1414054" y="824904"/>
                  </a:lnTo>
                  <a:lnTo>
                    <a:pt x="1436498" y="892061"/>
                  </a:lnTo>
                  <a:close/>
                  <a:moveTo>
                    <a:pt x="1436498" y="892061"/>
                  </a:moveTo>
                  <a:lnTo>
                    <a:pt x="1414054" y="824904"/>
                  </a:lnTo>
                  <a:lnTo>
                    <a:pt x="1386611" y="831893"/>
                  </a:lnTo>
                  <a:close/>
                  <a:moveTo>
                    <a:pt x="1436498" y="892061"/>
                  </a:moveTo>
                  <a:lnTo>
                    <a:pt x="1386611" y="831893"/>
                  </a:lnTo>
                  <a:lnTo>
                    <a:pt x="1395084" y="887747"/>
                  </a:lnTo>
                  <a:close/>
                  <a:moveTo>
                    <a:pt x="1272427" y="848758"/>
                  </a:moveTo>
                  <a:lnTo>
                    <a:pt x="1315766" y="837462"/>
                  </a:lnTo>
                  <a:lnTo>
                    <a:pt x="1288332" y="773367"/>
                  </a:lnTo>
                  <a:close/>
                  <a:moveTo>
                    <a:pt x="1193701" y="730432"/>
                  </a:moveTo>
                  <a:lnTo>
                    <a:pt x="1207592" y="745925"/>
                  </a:lnTo>
                  <a:lnTo>
                    <a:pt x="1222359" y="702680"/>
                  </a:lnTo>
                  <a:close/>
                  <a:moveTo>
                    <a:pt x="1598624" y="926515"/>
                  </a:moveTo>
                  <a:lnTo>
                    <a:pt x="1624319" y="955420"/>
                  </a:lnTo>
                  <a:lnTo>
                    <a:pt x="1585525" y="909611"/>
                  </a:lnTo>
                  <a:close/>
                  <a:moveTo>
                    <a:pt x="1585525" y="909611"/>
                  </a:moveTo>
                  <a:lnTo>
                    <a:pt x="1624319" y="955420"/>
                  </a:lnTo>
                  <a:lnTo>
                    <a:pt x="1647818" y="959693"/>
                  </a:lnTo>
                  <a:close/>
                  <a:moveTo>
                    <a:pt x="1598624" y="926515"/>
                  </a:moveTo>
                  <a:lnTo>
                    <a:pt x="1585525" y="909611"/>
                  </a:lnTo>
                  <a:lnTo>
                    <a:pt x="1567239" y="903883"/>
                  </a:lnTo>
                  <a:close/>
                  <a:moveTo>
                    <a:pt x="1007371" y="309538"/>
                  </a:moveTo>
                  <a:lnTo>
                    <a:pt x="1058071" y="302890"/>
                  </a:lnTo>
                  <a:lnTo>
                    <a:pt x="1031742" y="303055"/>
                  </a:lnTo>
                  <a:close/>
                  <a:moveTo>
                    <a:pt x="1442209" y="519033"/>
                  </a:moveTo>
                  <a:lnTo>
                    <a:pt x="1457908" y="560940"/>
                  </a:lnTo>
                  <a:lnTo>
                    <a:pt x="1517789" y="529160"/>
                  </a:lnTo>
                  <a:close/>
                  <a:moveTo>
                    <a:pt x="1266128" y="289193"/>
                  </a:moveTo>
                  <a:lnTo>
                    <a:pt x="1266259" y="287439"/>
                  </a:lnTo>
                  <a:lnTo>
                    <a:pt x="1211368" y="237256"/>
                  </a:lnTo>
                  <a:close/>
                  <a:moveTo>
                    <a:pt x="1211368" y="237256"/>
                  </a:moveTo>
                  <a:lnTo>
                    <a:pt x="1178182" y="261350"/>
                  </a:lnTo>
                  <a:lnTo>
                    <a:pt x="1266128" y="289193"/>
                  </a:lnTo>
                  <a:close/>
                  <a:moveTo>
                    <a:pt x="1266259" y="287439"/>
                  </a:moveTo>
                  <a:lnTo>
                    <a:pt x="1330020" y="275232"/>
                  </a:lnTo>
                  <a:lnTo>
                    <a:pt x="1336096" y="238974"/>
                  </a:lnTo>
                  <a:close/>
                  <a:moveTo>
                    <a:pt x="1598814" y="419309"/>
                  </a:moveTo>
                  <a:lnTo>
                    <a:pt x="1626224" y="446751"/>
                  </a:lnTo>
                  <a:lnTo>
                    <a:pt x="1628928" y="395215"/>
                  </a:lnTo>
                  <a:close/>
                  <a:moveTo>
                    <a:pt x="1541447" y="216511"/>
                  </a:moveTo>
                  <a:lnTo>
                    <a:pt x="1478783" y="167512"/>
                  </a:lnTo>
                  <a:lnTo>
                    <a:pt x="1487406" y="189068"/>
                  </a:lnTo>
                  <a:close/>
                  <a:moveTo>
                    <a:pt x="1528362" y="29095"/>
                  </a:moveTo>
                  <a:lnTo>
                    <a:pt x="1560819" y="37807"/>
                  </a:lnTo>
                  <a:lnTo>
                    <a:pt x="1500020" y="0"/>
                  </a:lnTo>
                  <a:close/>
                  <a:moveTo>
                    <a:pt x="1748527" y="225629"/>
                  </a:moveTo>
                  <a:lnTo>
                    <a:pt x="1701318" y="226027"/>
                  </a:lnTo>
                  <a:lnTo>
                    <a:pt x="1759785" y="235413"/>
                  </a:lnTo>
                  <a:close/>
                  <a:moveTo>
                    <a:pt x="1534908" y="34380"/>
                  </a:moveTo>
                  <a:lnTo>
                    <a:pt x="1578292" y="41095"/>
                  </a:lnTo>
                  <a:lnTo>
                    <a:pt x="1560819" y="37807"/>
                  </a:lnTo>
                  <a:close/>
                  <a:moveTo>
                    <a:pt x="1613657" y="71083"/>
                  </a:moveTo>
                  <a:lnTo>
                    <a:pt x="1578292" y="41095"/>
                  </a:lnTo>
                  <a:lnTo>
                    <a:pt x="1534908" y="34380"/>
                  </a:lnTo>
                  <a:close/>
                  <a:moveTo>
                    <a:pt x="1566142" y="71730"/>
                  </a:moveTo>
                  <a:lnTo>
                    <a:pt x="1613657" y="71083"/>
                  </a:lnTo>
                  <a:lnTo>
                    <a:pt x="1534908" y="34380"/>
                  </a:lnTo>
                  <a:close/>
                  <a:moveTo>
                    <a:pt x="1490870" y="32200"/>
                  </a:moveTo>
                  <a:lnTo>
                    <a:pt x="1528362" y="29095"/>
                  </a:lnTo>
                  <a:lnTo>
                    <a:pt x="1480021" y="23030"/>
                  </a:lnTo>
                  <a:close/>
                  <a:moveTo>
                    <a:pt x="1490870" y="32200"/>
                  </a:moveTo>
                  <a:lnTo>
                    <a:pt x="1534908" y="34380"/>
                  </a:lnTo>
                  <a:lnTo>
                    <a:pt x="1528362" y="29095"/>
                  </a:lnTo>
                  <a:close/>
                  <a:moveTo>
                    <a:pt x="1534908" y="34380"/>
                  </a:moveTo>
                  <a:lnTo>
                    <a:pt x="1560819" y="37807"/>
                  </a:lnTo>
                  <a:lnTo>
                    <a:pt x="1528362" y="29095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91" name="Output_density__4290">
              <a:extLst>
                <a:ext uri="{FF2B5EF4-FFF2-40B4-BE49-F238E27FC236}">
                  <a16:creationId xmlns:a16="http://schemas.microsoft.com/office/drawing/2014/main" id="{20724923-4033-6E36-0EEA-058E864393D5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47380"/>
              <a:ext cx="1528362" cy="1423250"/>
            </a:xfrm>
            <a:custGeom>
              <a:avLst/>
              <a:gdLst/>
              <a:ahLst/>
              <a:cxnLst/>
              <a:rect l="0" t="0" r="0" b="0"/>
              <a:pathLst>
                <a:path w="1528362" h="1423250">
                  <a:moveTo>
                    <a:pt x="389832" y="1344271"/>
                  </a:moveTo>
                  <a:lnTo>
                    <a:pt x="416113" y="1277369"/>
                  </a:lnTo>
                  <a:lnTo>
                    <a:pt x="399262" y="1300399"/>
                  </a:lnTo>
                  <a:close/>
                  <a:moveTo>
                    <a:pt x="424000" y="1268640"/>
                  </a:moveTo>
                  <a:lnTo>
                    <a:pt x="416113" y="1277369"/>
                  </a:lnTo>
                  <a:lnTo>
                    <a:pt x="389832" y="1344271"/>
                  </a:lnTo>
                  <a:close/>
                  <a:moveTo>
                    <a:pt x="425582" y="1263907"/>
                  </a:moveTo>
                  <a:lnTo>
                    <a:pt x="413074" y="1292735"/>
                  </a:lnTo>
                  <a:lnTo>
                    <a:pt x="416113" y="1277369"/>
                  </a:lnTo>
                  <a:close/>
                  <a:moveTo>
                    <a:pt x="28997" y="829199"/>
                  </a:moveTo>
                  <a:lnTo>
                    <a:pt x="3275" y="867929"/>
                  </a:lnTo>
                  <a:lnTo>
                    <a:pt x="0" y="880442"/>
                  </a:lnTo>
                  <a:close/>
                  <a:moveTo>
                    <a:pt x="3275" y="867929"/>
                  </a:moveTo>
                  <a:lnTo>
                    <a:pt x="28997" y="829199"/>
                  </a:lnTo>
                  <a:lnTo>
                    <a:pt x="25031" y="828905"/>
                  </a:lnTo>
                  <a:close/>
                  <a:moveTo>
                    <a:pt x="28997" y="829199"/>
                  </a:moveTo>
                  <a:lnTo>
                    <a:pt x="66568" y="804811"/>
                  </a:lnTo>
                  <a:lnTo>
                    <a:pt x="25031" y="828905"/>
                  </a:lnTo>
                  <a:close/>
                  <a:moveTo>
                    <a:pt x="68719" y="803038"/>
                  </a:moveTo>
                  <a:lnTo>
                    <a:pt x="25031" y="828905"/>
                  </a:lnTo>
                  <a:lnTo>
                    <a:pt x="66568" y="804811"/>
                  </a:lnTo>
                  <a:close/>
                  <a:moveTo>
                    <a:pt x="68719" y="803038"/>
                  </a:moveTo>
                  <a:lnTo>
                    <a:pt x="36615" y="817907"/>
                  </a:lnTo>
                  <a:lnTo>
                    <a:pt x="25031" y="828905"/>
                  </a:lnTo>
                  <a:close/>
                  <a:moveTo>
                    <a:pt x="687800" y="1410689"/>
                  </a:moveTo>
                  <a:lnTo>
                    <a:pt x="675526" y="1406628"/>
                  </a:lnTo>
                  <a:lnTo>
                    <a:pt x="615438" y="1423250"/>
                  </a:lnTo>
                  <a:close/>
                  <a:moveTo>
                    <a:pt x="616582" y="1353823"/>
                  </a:moveTo>
                  <a:lnTo>
                    <a:pt x="675526" y="1406628"/>
                  </a:lnTo>
                  <a:lnTo>
                    <a:pt x="667468" y="1350436"/>
                  </a:lnTo>
                  <a:close/>
                  <a:moveTo>
                    <a:pt x="425582" y="1263907"/>
                  </a:moveTo>
                  <a:lnTo>
                    <a:pt x="436083" y="1261133"/>
                  </a:lnTo>
                  <a:lnTo>
                    <a:pt x="460166" y="1218534"/>
                  </a:lnTo>
                  <a:close/>
                  <a:moveTo>
                    <a:pt x="68719" y="803038"/>
                  </a:moveTo>
                  <a:lnTo>
                    <a:pt x="66568" y="804811"/>
                  </a:lnTo>
                  <a:lnTo>
                    <a:pt x="94487" y="784248"/>
                  </a:lnTo>
                  <a:close/>
                  <a:moveTo>
                    <a:pt x="68719" y="803038"/>
                  </a:moveTo>
                  <a:lnTo>
                    <a:pt x="94487" y="784248"/>
                  </a:lnTo>
                  <a:lnTo>
                    <a:pt x="135546" y="743317"/>
                  </a:lnTo>
                  <a:close/>
                  <a:moveTo>
                    <a:pt x="102525" y="754757"/>
                  </a:moveTo>
                  <a:lnTo>
                    <a:pt x="68719" y="803038"/>
                  </a:lnTo>
                  <a:lnTo>
                    <a:pt x="135546" y="743317"/>
                  </a:lnTo>
                  <a:close/>
                  <a:moveTo>
                    <a:pt x="135546" y="743317"/>
                  </a:moveTo>
                  <a:lnTo>
                    <a:pt x="147061" y="729181"/>
                  </a:lnTo>
                  <a:lnTo>
                    <a:pt x="105208" y="753274"/>
                  </a:lnTo>
                  <a:close/>
                  <a:moveTo>
                    <a:pt x="678606" y="1347620"/>
                  </a:moveTo>
                  <a:lnTo>
                    <a:pt x="712091" y="1399156"/>
                  </a:lnTo>
                  <a:lnTo>
                    <a:pt x="695247" y="1327852"/>
                  </a:lnTo>
                  <a:close/>
                  <a:moveTo>
                    <a:pt x="667212" y="1333714"/>
                  </a:moveTo>
                  <a:lnTo>
                    <a:pt x="678606" y="1347620"/>
                  </a:lnTo>
                  <a:lnTo>
                    <a:pt x="695247" y="1327852"/>
                  </a:lnTo>
                  <a:close/>
                  <a:moveTo>
                    <a:pt x="363631" y="937157"/>
                  </a:moveTo>
                  <a:lnTo>
                    <a:pt x="392324" y="911233"/>
                  </a:lnTo>
                  <a:lnTo>
                    <a:pt x="363986" y="935327"/>
                  </a:lnTo>
                  <a:close/>
                  <a:moveTo>
                    <a:pt x="677944" y="1247895"/>
                  </a:moveTo>
                  <a:lnTo>
                    <a:pt x="681335" y="1251616"/>
                  </a:lnTo>
                  <a:lnTo>
                    <a:pt x="663824" y="1271989"/>
                  </a:lnTo>
                  <a:close/>
                  <a:moveTo>
                    <a:pt x="426156" y="861353"/>
                  </a:moveTo>
                  <a:lnTo>
                    <a:pt x="392324" y="911233"/>
                  </a:lnTo>
                  <a:lnTo>
                    <a:pt x="401063" y="887139"/>
                  </a:lnTo>
                  <a:close/>
                  <a:moveTo>
                    <a:pt x="426156" y="861353"/>
                  </a:moveTo>
                  <a:lnTo>
                    <a:pt x="399942" y="898242"/>
                  </a:lnTo>
                  <a:lnTo>
                    <a:pt x="392324" y="911233"/>
                  </a:lnTo>
                  <a:close/>
                  <a:moveTo>
                    <a:pt x="456271" y="835603"/>
                  </a:moveTo>
                  <a:lnTo>
                    <a:pt x="453735" y="845564"/>
                  </a:lnTo>
                  <a:lnTo>
                    <a:pt x="426156" y="861353"/>
                  </a:lnTo>
                  <a:close/>
                  <a:moveTo>
                    <a:pt x="426156" y="861353"/>
                  </a:moveTo>
                  <a:lnTo>
                    <a:pt x="439676" y="872122"/>
                  </a:lnTo>
                  <a:lnTo>
                    <a:pt x="399942" y="898242"/>
                  </a:lnTo>
                  <a:close/>
                  <a:moveTo>
                    <a:pt x="886330" y="1326875"/>
                  </a:moveTo>
                  <a:lnTo>
                    <a:pt x="874215" y="1275338"/>
                  </a:lnTo>
                  <a:lnTo>
                    <a:pt x="859915" y="1332687"/>
                  </a:lnTo>
                  <a:close/>
                  <a:moveTo>
                    <a:pt x="692533" y="1079087"/>
                  </a:moveTo>
                  <a:lnTo>
                    <a:pt x="653622" y="1093286"/>
                  </a:lnTo>
                  <a:lnTo>
                    <a:pt x="706254" y="1074984"/>
                  </a:lnTo>
                  <a:close/>
                  <a:moveTo>
                    <a:pt x="496212" y="811509"/>
                  </a:moveTo>
                  <a:lnTo>
                    <a:pt x="481851" y="759972"/>
                  </a:lnTo>
                  <a:lnTo>
                    <a:pt x="492886" y="813736"/>
                  </a:lnTo>
                  <a:close/>
                  <a:moveTo>
                    <a:pt x="933945" y="1373228"/>
                  </a:moveTo>
                  <a:lnTo>
                    <a:pt x="979923" y="1311087"/>
                  </a:lnTo>
                  <a:lnTo>
                    <a:pt x="924148" y="1318449"/>
                  </a:lnTo>
                  <a:close/>
                  <a:moveTo>
                    <a:pt x="874215" y="1275338"/>
                  </a:moveTo>
                  <a:lnTo>
                    <a:pt x="924148" y="1318449"/>
                  </a:lnTo>
                  <a:lnTo>
                    <a:pt x="913009" y="1264762"/>
                  </a:lnTo>
                  <a:close/>
                  <a:moveTo>
                    <a:pt x="874215" y="1275338"/>
                  </a:moveTo>
                  <a:lnTo>
                    <a:pt x="886330" y="1326875"/>
                  </a:lnTo>
                  <a:lnTo>
                    <a:pt x="924148" y="1318449"/>
                  </a:lnTo>
                  <a:close/>
                  <a:moveTo>
                    <a:pt x="979923" y="1311087"/>
                  </a:moveTo>
                  <a:lnTo>
                    <a:pt x="913009" y="1264762"/>
                  </a:lnTo>
                  <a:lnTo>
                    <a:pt x="924148" y="1318449"/>
                  </a:lnTo>
                  <a:close/>
                  <a:moveTo>
                    <a:pt x="913009" y="1264762"/>
                  </a:moveTo>
                  <a:lnTo>
                    <a:pt x="952137" y="1251244"/>
                  </a:lnTo>
                  <a:lnTo>
                    <a:pt x="920072" y="1215486"/>
                  </a:lnTo>
                  <a:close/>
                  <a:moveTo>
                    <a:pt x="882335" y="1164214"/>
                  </a:moveTo>
                  <a:lnTo>
                    <a:pt x="911790" y="1184520"/>
                  </a:lnTo>
                  <a:lnTo>
                    <a:pt x="921469" y="1148171"/>
                  </a:lnTo>
                  <a:close/>
                  <a:moveTo>
                    <a:pt x="760401" y="967856"/>
                  </a:moveTo>
                  <a:lnTo>
                    <a:pt x="701796" y="1017655"/>
                  </a:lnTo>
                  <a:lnTo>
                    <a:pt x="722566" y="993561"/>
                  </a:lnTo>
                  <a:close/>
                  <a:moveTo>
                    <a:pt x="760401" y="967856"/>
                  </a:moveTo>
                  <a:lnTo>
                    <a:pt x="727071" y="978139"/>
                  </a:lnTo>
                  <a:lnTo>
                    <a:pt x="701796" y="1017655"/>
                  </a:lnTo>
                  <a:close/>
                  <a:moveTo>
                    <a:pt x="548946" y="787415"/>
                  </a:moveTo>
                  <a:lnTo>
                    <a:pt x="481851" y="759972"/>
                  </a:lnTo>
                  <a:lnTo>
                    <a:pt x="496212" y="811509"/>
                  </a:lnTo>
                  <a:close/>
                  <a:moveTo>
                    <a:pt x="344556" y="461141"/>
                  </a:moveTo>
                  <a:lnTo>
                    <a:pt x="270113" y="492388"/>
                  </a:lnTo>
                  <a:lnTo>
                    <a:pt x="301990" y="476670"/>
                  </a:lnTo>
                  <a:close/>
                  <a:moveTo>
                    <a:pt x="435612" y="508602"/>
                  </a:moveTo>
                  <a:lnTo>
                    <a:pt x="480090" y="510424"/>
                  </a:lnTo>
                  <a:lnTo>
                    <a:pt x="448891" y="501877"/>
                  </a:lnTo>
                  <a:close/>
                  <a:moveTo>
                    <a:pt x="480090" y="510424"/>
                  </a:moveTo>
                  <a:lnTo>
                    <a:pt x="435612" y="508602"/>
                  </a:lnTo>
                  <a:lnTo>
                    <a:pt x="492695" y="530754"/>
                  </a:lnTo>
                  <a:close/>
                  <a:moveTo>
                    <a:pt x="435612" y="508602"/>
                  </a:moveTo>
                  <a:lnTo>
                    <a:pt x="446069" y="531103"/>
                  </a:lnTo>
                  <a:lnTo>
                    <a:pt x="492695" y="530754"/>
                  </a:lnTo>
                  <a:close/>
                  <a:moveTo>
                    <a:pt x="531033" y="499417"/>
                  </a:moveTo>
                  <a:lnTo>
                    <a:pt x="480090" y="510424"/>
                  </a:lnTo>
                  <a:lnTo>
                    <a:pt x="513938" y="505638"/>
                  </a:lnTo>
                  <a:close/>
                  <a:moveTo>
                    <a:pt x="480090" y="510424"/>
                  </a:moveTo>
                  <a:lnTo>
                    <a:pt x="492695" y="530754"/>
                  </a:lnTo>
                  <a:lnTo>
                    <a:pt x="513938" y="505638"/>
                  </a:lnTo>
                  <a:close/>
                  <a:moveTo>
                    <a:pt x="303432" y="477354"/>
                  </a:moveTo>
                  <a:lnTo>
                    <a:pt x="344556" y="461141"/>
                  </a:lnTo>
                  <a:lnTo>
                    <a:pt x="301990" y="476670"/>
                  </a:lnTo>
                  <a:close/>
                  <a:moveTo>
                    <a:pt x="303432" y="477354"/>
                  </a:moveTo>
                  <a:lnTo>
                    <a:pt x="358872" y="470265"/>
                  </a:lnTo>
                  <a:lnTo>
                    <a:pt x="344556" y="461141"/>
                  </a:lnTo>
                  <a:close/>
                  <a:moveTo>
                    <a:pt x="984834" y="1013142"/>
                  </a:moveTo>
                  <a:lnTo>
                    <a:pt x="932788" y="1072541"/>
                  </a:lnTo>
                  <a:lnTo>
                    <a:pt x="959223" y="1048447"/>
                  </a:lnTo>
                  <a:close/>
                  <a:moveTo>
                    <a:pt x="536176" y="502810"/>
                  </a:moveTo>
                  <a:lnTo>
                    <a:pt x="513938" y="505638"/>
                  </a:lnTo>
                  <a:lnTo>
                    <a:pt x="509993" y="548856"/>
                  </a:lnTo>
                  <a:close/>
                  <a:moveTo>
                    <a:pt x="570263" y="537840"/>
                  </a:moveTo>
                  <a:lnTo>
                    <a:pt x="536176" y="502810"/>
                  </a:lnTo>
                  <a:lnTo>
                    <a:pt x="509993" y="548856"/>
                  </a:lnTo>
                  <a:close/>
                  <a:moveTo>
                    <a:pt x="570263" y="537840"/>
                  </a:moveTo>
                  <a:lnTo>
                    <a:pt x="509993" y="548856"/>
                  </a:lnTo>
                  <a:lnTo>
                    <a:pt x="579465" y="545598"/>
                  </a:lnTo>
                  <a:close/>
                  <a:moveTo>
                    <a:pt x="570263" y="537840"/>
                  </a:moveTo>
                  <a:lnTo>
                    <a:pt x="615261" y="539240"/>
                  </a:lnTo>
                  <a:lnTo>
                    <a:pt x="536176" y="502810"/>
                  </a:lnTo>
                  <a:close/>
                  <a:moveTo>
                    <a:pt x="615261" y="539240"/>
                  </a:moveTo>
                  <a:lnTo>
                    <a:pt x="570263" y="537840"/>
                  </a:lnTo>
                  <a:lnTo>
                    <a:pt x="627339" y="549913"/>
                  </a:lnTo>
                  <a:close/>
                  <a:moveTo>
                    <a:pt x="570263" y="537840"/>
                  </a:moveTo>
                  <a:lnTo>
                    <a:pt x="579465" y="545598"/>
                  </a:lnTo>
                  <a:lnTo>
                    <a:pt x="627339" y="549913"/>
                  </a:lnTo>
                  <a:close/>
                  <a:moveTo>
                    <a:pt x="970458" y="824494"/>
                  </a:moveTo>
                  <a:lnTo>
                    <a:pt x="978525" y="818206"/>
                  </a:lnTo>
                  <a:lnTo>
                    <a:pt x="945672" y="842300"/>
                  </a:lnTo>
                  <a:close/>
                  <a:moveTo>
                    <a:pt x="766193" y="560523"/>
                  </a:moveTo>
                  <a:lnTo>
                    <a:pt x="740474" y="623553"/>
                  </a:lnTo>
                  <a:lnTo>
                    <a:pt x="746213" y="636154"/>
                  </a:lnTo>
                  <a:close/>
                  <a:moveTo>
                    <a:pt x="1213638" y="1075889"/>
                  </a:moveTo>
                  <a:lnTo>
                    <a:pt x="1236398" y="1103332"/>
                  </a:lnTo>
                  <a:lnTo>
                    <a:pt x="1246447" y="1051795"/>
                  </a:lnTo>
                  <a:close/>
                  <a:moveTo>
                    <a:pt x="1247544" y="1026866"/>
                  </a:moveTo>
                  <a:lnTo>
                    <a:pt x="1213638" y="1075889"/>
                  </a:lnTo>
                  <a:lnTo>
                    <a:pt x="1246447" y="1051795"/>
                  </a:lnTo>
                  <a:close/>
                  <a:moveTo>
                    <a:pt x="942814" y="864074"/>
                  </a:moveTo>
                  <a:lnTo>
                    <a:pt x="970458" y="824494"/>
                  </a:lnTo>
                  <a:lnTo>
                    <a:pt x="926404" y="834460"/>
                  </a:lnTo>
                  <a:close/>
                  <a:moveTo>
                    <a:pt x="1076741" y="742576"/>
                  </a:moveTo>
                  <a:lnTo>
                    <a:pt x="1044617" y="794531"/>
                  </a:lnTo>
                  <a:lnTo>
                    <a:pt x="1046127" y="794112"/>
                  </a:lnTo>
                  <a:close/>
                  <a:moveTo>
                    <a:pt x="770735" y="433356"/>
                  </a:moveTo>
                  <a:lnTo>
                    <a:pt x="756352" y="413117"/>
                  </a:lnTo>
                  <a:lnTo>
                    <a:pt x="730266" y="450485"/>
                  </a:lnTo>
                  <a:close/>
                  <a:moveTo>
                    <a:pt x="736068" y="381820"/>
                  </a:moveTo>
                  <a:lnTo>
                    <a:pt x="730266" y="450485"/>
                  </a:lnTo>
                  <a:lnTo>
                    <a:pt x="756352" y="413117"/>
                  </a:lnTo>
                  <a:close/>
                  <a:moveTo>
                    <a:pt x="1246447" y="1051795"/>
                  </a:moveTo>
                  <a:lnTo>
                    <a:pt x="1262029" y="982697"/>
                  </a:lnTo>
                  <a:lnTo>
                    <a:pt x="1247544" y="1026866"/>
                  </a:lnTo>
                  <a:close/>
                  <a:moveTo>
                    <a:pt x="1266688" y="976165"/>
                  </a:moveTo>
                  <a:lnTo>
                    <a:pt x="1262029" y="982697"/>
                  </a:lnTo>
                  <a:lnTo>
                    <a:pt x="1246447" y="1051795"/>
                  </a:lnTo>
                  <a:close/>
                  <a:moveTo>
                    <a:pt x="1274295" y="1027701"/>
                  </a:moveTo>
                  <a:lnTo>
                    <a:pt x="1266688" y="976165"/>
                  </a:lnTo>
                  <a:lnTo>
                    <a:pt x="1246447" y="1051795"/>
                  </a:lnTo>
                  <a:close/>
                  <a:moveTo>
                    <a:pt x="1247544" y="1026866"/>
                  </a:moveTo>
                  <a:lnTo>
                    <a:pt x="1262029" y="982697"/>
                  </a:lnTo>
                  <a:lnTo>
                    <a:pt x="1279855" y="1051795"/>
                  </a:lnTo>
                  <a:close/>
                  <a:moveTo>
                    <a:pt x="1076741" y="742576"/>
                  </a:moveTo>
                  <a:lnTo>
                    <a:pt x="1046127" y="794112"/>
                  </a:lnTo>
                  <a:lnTo>
                    <a:pt x="1109589" y="770018"/>
                  </a:lnTo>
                  <a:close/>
                  <a:moveTo>
                    <a:pt x="885910" y="471136"/>
                  </a:moveTo>
                  <a:lnTo>
                    <a:pt x="856820" y="484893"/>
                  </a:lnTo>
                  <a:lnTo>
                    <a:pt x="910297" y="504440"/>
                  </a:lnTo>
                  <a:close/>
                  <a:moveTo>
                    <a:pt x="856820" y="484893"/>
                  </a:moveTo>
                  <a:lnTo>
                    <a:pt x="832169" y="521909"/>
                  </a:lnTo>
                  <a:lnTo>
                    <a:pt x="910297" y="504440"/>
                  </a:lnTo>
                  <a:close/>
                  <a:moveTo>
                    <a:pt x="817453" y="466886"/>
                  </a:moveTo>
                  <a:lnTo>
                    <a:pt x="885910" y="471136"/>
                  </a:lnTo>
                  <a:lnTo>
                    <a:pt x="895310" y="448407"/>
                  </a:lnTo>
                  <a:close/>
                  <a:moveTo>
                    <a:pt x="817453" y="466886"/>
                  </a:moveTo>
                  <a:lnTo>
                    <a:pt x="895310" y="448407"/>
                  </a:lnTo>
                  <a:lnTo>
                    <a:pt x="838928" y="412278"/>
                  </a:lnTo>
                  <a:close/>
                  <a:moveTo>
                    <a:pt x="885910" y="471136"/>
                  </a:moveTo>
                  <a:lnTo>
                    <a:pt x="916016" y="460799"/>
                  </a:lnTo>
                  <a:lnTo>
                    <a:pt x="895310" y="448407"/>
                  </a:lnTo>
                  <a:close/>
                  <a:moveTo>
                    <a:pt x="885910" y="471136"/>
                  </a:moveTo>
                  <a:lnTo>
                    <a:pt x="910297" y="504440"/>
                  </a:lnTo>
                  <a:lnTo>
                    <a:pt x="916016" y="460799"/>
                  </a:lnTo>
                  <a:close/>
                  <a:moveTo>
                    <a:pt x="794971" y="357726"/>
                  </a:moveTo>
                  <a:lnTo>
                    <a:pt x="770735" y="433356"/>
                  </a:lnTo>
                  <a:lnTo>
                    <a:pt x="835514" y="409262"/>
                  </a:lnTo>
                  <a:close/>
                  <a:moveTo>
                    <a:pt x="1139393" y="755462"/>
                  </a:moveTo>
                  <a:lnTo>
                    <a:pt x="1175685" y="763940"/>
                  </a:lnTo>
                  <a:lnTo>
                    <a:pt x="1149619" y="740296"/>
                  </a:lnTo>
                  <a:close/>
                  <a:moveTo>
                    <a:pt x="913522" y="511430"/>
                  </a:moveTo>
                  <a:lnTo>
                    <a:pt x="966029" y="538136"/>
                  </a:lnTo>
                  <a:lnTo>
                    <a:pt x="970158" y="503369"/>
                  </a:lnTo>
                  <a:close/>
                  <a:moveTo>
                    <a:pt x="955872" y="452240"/>
                  </a:moveTo>
                  <a:lnTo>
                    <a:pt x="916016" y="460799"/>
                  </a:lnTo>
                  <a:lnTo>
                    <a:pt x="913522" y="511430"/>
                  </a:lnTo>
                  <a:close/>
                  <a:moveTo>
                    <a:pt x="970158" y="503369"/>
                  </a:moveTo>
                  <a:lnTo>
                    <a:pt x="955872" y="452240"/>
                  </a:lnTo>
                  <a:lnTo>
                    <a:pt x="913522" y="511430"/>
                  </a:lnTo>
                  <a:close/>
                  <a:moveTo>
                    <a:pt x="899785" y="397112"/>
                  </a:moveTo>
                  <a:lnTo>
                    <a:pt x="895310" y="448407"/>
                  </a:lnTo>
                  <a:lnTo>
                    <a:pt x="947331" y="385168"/>
                  </a:lnTo>
                  <a:close/>
                  <a:moveTo>
                    <a:pt x="895310" y="448407"/>
                  </a:moveTo>
                  <a:lnTo>
                    <a:pt x="916016" y="460799"/>
                  </a:lnTo>
                  <a:lnTo>
                    <a:pt x="947331" y="385168"/>
                  </a:lnTo>
                  <a:close/>
                  <a:moveTo>
                    <a:pt x="947331" y="385168"/>
                  </a:moveTo>
                  <a:lnTo>
                    <a:pt x="916016" y="460799"/>
                  </a:lnTo>
                  <a:lnTo>
                    <a:pt x="965329" y="400619"/>
                  </a:lnTo>
                  <a:close/>
                  <a:moveTo>
                    <a:pt x="965329" y="400619"/>
                  </a:moveTo>
                  <a:lnTo>
                    <a:pt x="916016" y="460799"/>
                  </a:lnTo>
                  <a:lnTo>
                    <a:pt x="955872" y="452240"/>
                  </a:lnTo>
                  <a:close/>
                  <a:moveTo>
                    <a:pt x="955872" y="452240"/>
                  </a:moveTo>
                  <a:lnTo>
                    <a:pt x="988570" y="436705"/>
                  </a:lnTo>
                  <a:lnTo>
                    <a:pt x="965329" y="400619"/>
                  </a:lnTo>
                  <a:close/>
                  <a:moveTo>
                    <a:pt x="835514" y="409262"/>
                  </a:moveTo>
                  <a:lnTo>
                    <a:pt x="838928" y="412278"/>
                  </a:lnTo>
                  <a:lnTo>
                    <a:pt x="839512" y="408131"/>
                  </a:lnTo>
                  <a:close/>
                  <a:moveTo>
                    <a:pt x="794971" y="357726"/>
                  </a:moveTo>
                  <a:lnTo>
                    <a:pt x="835514" y="409262"/>
                  </a:lnTo>
                  <a:lnTo>
                    <a:pt x="839512" y="408131"/>
                  </a:lnTo>
                  <a:close/>
                  <a:moveTo>
                    <a:pt x="899785" y="397112"/>
                  </a:moveTo>
                  <a:lnTo>
                    <a:pt x="838928" y="412278"/>
                  </a:lnTo>
                  <a:lnTo>
                    <a:pt x="895310" y="448407"/>
                  </a:lnTo>
                  <a:close/>
                  <a:moveTo>
                    <a:pt x="899785" y="397112"/>
                  </a:moveTo>
                  <a:lnTo>
                    <a:pt x="839512" y="408131"/>
                  </a:lnTo>
                  <a:lnTo>
                    <a:pt x="838928" y="412278"/>
                  </a:lnTo>
                  <a:close/>
                  <a:moveTo>
                    <a:pt x="903604" y="344514"/>
                  </a:moveTo>
                  <a:lnTo>
                    <a:pt x="892962" y="333631"/>
                  </a:lnTo>
                  <a:lnTo>
                    <a:pt x="899785" y="397112"/>
                  </a:lnTo>
                  <a:close/>
                  <a:moveTo>
                    <a:pt x="899785" y="397112"/>
                  </a:moveTo>
                  <a:lnTo>
                    <a:pt x="892962" y="333631"/>
                  </a:lnTo>
                  <a:lnTo>
                    <a:pt x="841662" y="343640"/>
                  </a:lnTo>
                  <a:close/>
                  <a:moveTo>
                    <a:pt x="899785" y="397112"/>
                  </a:moveTo>
                  <a:lnTo>
                    <a:pt x="841662" y="343640"/>
                  </a:lnTo>
                  <a:lnTo>
                    <a:pt x="839512" y="408131"/>
                  </a:lnTo>
                  <a:close/>
                  <a:moveTo>
                    <a:pt x="899785" y="397112"/>
                  </a:moveTo>
                  <a:lnTo>
                    <a:pt x="947331" y="385168"/>
                  </a:lnTo>
                  <a:lnTo>
                    <a:pt x="903604" y="344514"/>
                  </a:lnTo>
                  <a:close/>
                  <a:moveTo>
                    <a:pt x="1395084" y="887747"/>
                  </a:moveTo>
                  <a:lnTo>
                    <a:pt x="1341795" y="900534"/>
                  </a:lnTo>
                  <a:lnTo>
                    <a:pt x="1416824" y="905721"/>
                  </a:lnTo>
                  <a:close/>
                  <a:moveTo>
                    <a:pt x="1416824" y="905721"/>
                  </a:moveTo>
                  <a:lnTo>
                    <a:pt x="1341795" y="900534"/>
                  </a:lnTo>
                  <a:lnTo>
                    <a:pt x="1339360" y="925673"/>
                  </a:lnTo>
                  <a:close/>
                  <a:moveTo>
                    <a:pt x="1272427" y="848758"/>
                  </a:moveTo>
                  <a:lnTo>
                    <a:pt x="1290977" y="896420"/>
                  </a:lnTo>
                  <a:lnTo>
                    <a:pt x="1322073" y="846379"/>
                  </a:lnTo>
                  <a:close/>
                  <a:moveTo>
                    <a:pt x="1395084" y="887747"/>
                  </a:moveTo>
                  <a:lnTo>
                    <a:pt x="1324287" y="869321"/>
                  </a:lnTo>
                  <a:lnTo>
                    <a:pt x="1341795" y="900534"/>
                  </a:lnTo>
                  <a:close/>
                  <a:moveTo>
                    <a:pt x="1322073" y="846379"/>
                  </a:moveTo>
                  <a:lnTo>
                    <a:pt x="1315766" y="837462"/>
                  </a:lnTo>
                  <a:lnTo>
                    <a:pt x="1272427" y="848758"/>
                  </a:lnTo>
                  <a:close/>
                  <a:moveTo>
                    <a:pt x="1265122" y="729211"/>
                  </a:moveTo>
                  <a:lnTo>
                    <a:pt x="1207592" y="745925"/>
                  </a:lnTo>
                  <a:lnTo>
                    <a:pt x="1287798" y="772671"/>
                  </a:lnTo>
                  <a:close/>
                  <a:moveTo>
                    <a:pt x="1231894" y="693482"/>
                  </a:moveTo>
                  <a:lnTo>
                    <a:pt x="1207592" y="745925"/>
                  </a:lnTo>
                  <a:lnTo>
                    <a:pt x="1265122" y="729211"/>
                  </a:lnTo>
                  <a:close/>
                  <a:moveTo>
                    <a:pt x="1265122" y="729211"/>
                  </a:moveTo>
                  <a:lnTo>
                    <a:pt x="1312470" y="728700"/>
                  </a:lnTo>
                  <a:lnTo>
                    <a:pt x="1284106" y="689017"/>
                  </a:lnTo>
                  <a:close/>
                  <a:moveTo>
                    <a:pt x="1265122" y="729211"/>
                  </a:moveTo>
                  <a:lnTo>
                    <a:pt x="1284106" y="689017"/>
                  </a:lnTo>
                  <a:lnTo>
                    <a:pt x="1231894" y="693482"/>
                  </a:lnTo>
                  <a:close/>
                  <a:moveTo>
                    <a:pt x="988570" y="436705"/>
                  </a:moveTo>
                  <a:lnTo>
                    <a:pt x="1006415" y="488241"/>
                  </a:lnTo>
                  <a:lnTo>
                    <a:pt x="1030172" y="464147"/>
                  </a:lnTo>
                  <a:close/>
                  <a:moveTo>
                    <a:pt x="947331" y="385168"/>
                  </a:moveTo>
                  <a:lnTo>
                    <a:pt x="965329" y="400619"/>
                  </a:lnTo>
                  <a:lnTo>
                    <a:pt x="975295" y="373706"/>
                  </a:lnTo>
                  <a:close/>
                  <a:moveTo>
                    <a:pt x="975295" y="373706"/>
                  </a:moveTo>
                  <a:lnTo>
                    <a:pt x="903604" y="344514"/>
                  </a:lnTo>
                  <a:lnTo>
                    <a:pt x="947331" y="385168"/>
                  </a:lnTo>
                  <a:close/>
                  <a:moveTo>
                    <a:pt x="1007371" y="309538"/>
                  </a:moveTo>
                  <a:lnTo>
                    <a:pt x="1021837" y="302318"/>
                  </a:lnTo>
                  <a:lnTo>
                    <a:pt x="971226" y="314271"/>
                  </a:lnTo>
                  <a:close/>
                  <a:moveTo>
                    <a:pt x="1516280" y="802438"/>
                  </a:moveTo>
                  <a:lnTo>
                    <a:pt x="1458815" y="811175"/>
                  </a:lnTo>
                  <a:lnTo>
                    <a:pt x="1449296" y="852456"/>
                  </a:lnTo>
                  <a:close/>
                  <a:moveTo>
                    <a:pt x="1039481" y="336981"/>
                  </a:moveTo>
                  <a:lnTo>
                    <a:pt x="1058071" y="302890"/>
                  </a:lnTo>
                  <a:lnTo>
                    <a:pt x="1007371" y="309538"/>
                  </a:lnTo>
                  <a:close/>
                  <a:moveTo>
                    <a:pt x="1021837" y="302318"/>
                  </a:moveTo>
                  <a:lnTo>
                    <a:pt x="1007371" y="309538"/>
                  </a:lnTo>
                  <a:lnTo>
                    <a:pt x="1031742" y="303055"/>
                  </a:lnTo>
                  <a:close/>
                  <a:moveTo>
                    <a:pt x="1363709" y="474055"/>
                  </a:moveTo>
                  <a:lnTo>
                    <a:pt x="1336646" y="520817"/>
                  </a:lnTo>
                  <a:lnTo>
                    <a:pt x="1384713" y="519722"/>
                  </a:lnTo>
                  <a:close/>
                  <a:moveTo>
                    <a:pt x="1178182" y="261350"/>
                  </a:moveTo>
                  <a:lnTo>
                    <a:pt x="1183268" y="286727"/>
                  </a:lnTo>
                  <a:lnTo>
                    <a:pt x="1266128" y="289193"/>
                  </a:lnTo>
                  <a:close/>
                  <a:moveTo>
                    <a:pt x="1266128" y="289193"/>
                  </a:moveTo>
                  <a:lnTo>
                    <a:pt x="1268027" y="288793"/>
                  </a:lnTo>
                  <a:lnTo>
                    <a:pt x="1266259" y="287439"/>
                  </a:lnTo>
                  <a:close/>
                  <a:moveTo>
                    <a:pt x="1266128" y="289193"/>
                  </a:moveTo>
                  <a:lnTo>
                    <a:pt x="1270924" y="304881"/>
                  </a:lnTo>
                  <a:lnTo>
                    <a:pt x="1268027" y="288793"/>
                  </a:lnTo>
                  <a:close/>
                  <a:moveTo>
                    <a:pt x="1270924" y="304881"/>
                  </a:moveTo>
                  <a:lnTo>
                    <a:pt x="1266128" y="289193"/>
                  </a:lnTo>
                  <a:lnTo>
                    <a:pt x="1259395" y="288793"/>
                  </a:lnTo>
                  <a:close/>
                  <a:moveTo>
                    <a:pt x="1330020" y="275232"/>
                  </a:moveTo>
                  <a:lnTo>
                    <a:pt x="1268027" y="288793"/>
                  </a:lnTo>
                  <a:lnTo>
                    <a:pt x="1352961" y="302028"/>
                  </a:lnTo>
                  <a:close/>
                  <a:moveTo>
                    <a:pt x="1268027" y="288793"/>
                  </a:moveTo>
                  <a:lnTo>
                    <a:pt x="1330020" y="275232"/>
                  </a:lnTo>
                  <a:lnTo>
                    <a:pt x="1266259" y="287439"/>
                  </a:lnTo>
                  <a:close/>
                  <a:moveTo>
                    <a:pt x="1381063" y="271718"/>
                  </a:moveTo>
                  <a:lnTo>
                    <a:pt x="1354027" y="266235"/>
                  </a:lnTo>
                  <a:lnTo>
                    <a:pt x="1330020" y="275232"/>
                  </a:lnTo>
                  <a:close/>
                  <a:moveTo>
                    <a:pt x="1381063" y="271718"/>
                  </a:moveTo>
                  <a:lnTo>
                    <a:pt x="1330020" y="275232"/>
                  </a:lnTo>
                  <a:lnTo>
                    <a:pt x="1391406" y="271090"/>
                  </a:lnTo>
                  <a:close/>
                  <a:moveTo>
                    <a:pt x="1330020" y="275232"/>
                  </a:moveTo>
                  <a:lnTo>
                    <a:pt x="1352961" y="302028"/>
                  </a:lnTo>
                  <a:lnTo>
                    <a:pt x="1391406" y="271090"/>
                  </a:lnTo>
                  <a:close/>
                  <a:moveTo>
                    <a:pt x="1381063" y="271718"/>
                  </a:moveTo>
                  <a:lnTo>
                    <a:pt x="1391406" y="271090"/>
                  </a:lnTo>
                  <a:lnTo>
                    <a:pt x="1401010" y="264699"/>
                  </a:lnTo>
                  <a:close/>
                  <a:moveTo>
                    <a:pt x="1219142" y="151053"/>
                  </a:moveTo>
                  <a:lnTo>
                    <a:pt x="1231710" y="158266"/>
                  </a:lnTo>
                  <a:lnTo>
                    <a:pt x="1214501" y="167697"/>
                  </a:lnTo>
                  <a:close/>
                  <a:moveTo>
                    <a:pt x="1395176" y="15387"/>
                  </a:moveTo>
                  <a:lnTo>
                    <a:pt x="1356435" y="34459"/>
                  </a:lnTo>
                  <a:lnTo>
                    <a:pt x="1321917" y="51058"/>
                  </a:lnTo>
                  <a:close/>
                  <a:moveTo>
                    <a:pt x="1418645" y="10364"/>
                  </a:moveTo>
                  <a:lnTo>
                    <a:pt x="1376175" y="24720"/>
                  </a:lnTo>
                  <a:lnTo>
                    <a:pt x="1395176" y="15387"/>
                  </a:lnTo>
                  <a:close/>
                  <a:moveTo>
                    <a:pt x="1445318" y="6490"/>
                  </a:moveTo>
                  <a:lnTo>
                    <a:pt x="1418645" y="10364"/>
                  </a:lnTo>
                  <a:lnTo>
                    <a:pt x="1480021" y="23030"/>
                  </a:lnTo>
                  <a:close/>
                  <a:moveTo>
                    <a:pt x="1480021" y="23030"/>
                  </a:moveTo>
                  <a:lnTo>
                    <a:pt x="1418645" y="10364"/>
                  </a:lnTo>
                  <a:lnTo>
                    <a:pt x="1395176" y="15387"/>
                  </a:lnTo>
                  <a:close/>
                  <a:moveTo>
                    <a:pt x="1500020" y="0"/>
                  </a:moveTo>
                  <a:lnTo>
                    <a:pt x="1445318" y="6490"/>
                  </a:lnTo>
                  <a:lnTo>
                    <a:pt x="1528362" y="29095"/>
                  </a:lnTo>
                  <a:close/>
                  <a:moveTo>
                    <a:pt x="1445318" y="6490"/>
                  </a:moveTo>
                  <a:lnTo>
                    <a:pt x="1480021" y="23030"/>
                  </a:lnTo>
                  <a:lnTo>
                    <a:pt x="1528362" y="2909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92" name="Output_density__4291">
              <a:extLst>
                <a:ext uri="{FF2B5EF4-FFF2-40B4-BE49-F238E27FC236}">
                  <a16:creationId xmlns:a16="http://schemas.microsoft.com/office/drawing/2014/main" id="{1D7487BC-0F9E-6C11-736A-FC51263E2456}"/>
                </a:ext>
              </a:extLst>
            </p:cNvPr>
            <p:cNvSpPr>
              <a:spLocks noGrp="1"/>
            </p:cNvSpPr>
            <p:nvPr/>
          </p:nvSpPr>
          <p:spPr>
            <a:xfrm>
              <a:off x="15127381" y="2249622"/>
              <a:ext cx="1177816" cy="1342030"/>
            </a:xfrm>
            <a:custGeom>
              <a:avLst/>
              <a:gdLst/>
              <a:ahLst/>
              <a:cxnLst/>
              <a:rect l="0" t="0" r="0" b="0"/>
              <a:pathLst>
                <a:path w="1177816" h="1342030">
                  <a:moveTo>
                    <a:pt x="58273" y="1317936"/>
                  </a:moveTo>
                  <a:lnTo>
                    <a:pt x="60369" y="1266399"/>
                  </a:lnTo>
                  <a:lnTo>
                    <a:pt x="26202" y="1342030"/>
                  </a:lnTo>
                  <a:close/>
                  <a:moveTo>
                    <a:pt x="61952" y="1261665"/>
                  </a:moveTo>
                  <a:lnTo>
                    <a:pt x="52482" y="1275127"/>
                  </a:lnTo>
                  <a:lnTo>
                    <a:pt x="60369" y="1266399"/>
                  </a:lnTo>
                  <a:close/>
                  <a:moveTo>
                    <a:pt x="61952" y="1261665"/>
                  </a:moveTo>
                  <a:lnTo>
                    <a:pt x="60369" y="1266399"/>
                  </a:lnTo>
                  <a:lnTo>
                    <a:pt x="72452" y="1258892"/>
                  </a:lnTo>
                  <a:close/>
                  <a:moveTo>
                    <a:pt x="0" y="934916"/>
                  </a:moveTo>
                  <a:lnTo>
                    <a:pt x="29145" y="942403"/>
                  </a:lnTo>
                  <a:lnTo>
                    <a:pt x="28693" y="908992"/>
                  </a:lnTo>
                  <a:close/>
                  <a:moveTo>
                    <a:pt x="349665" y="1066950"/>
                  </a:moveTo>
                  <a:lnTo>
                    <a:pt x="338165" y="1015414"/>
                  </a:lnTo>
                  <a:lnTo>
                    <a:pt x="328902" y="1076845"/>
                  </a:lnTo>
                  <a:close/>
                  <a:moveTo>
                    <a:pt x="338165" y="1015414"/>
                  </a:moveTo>
                  <a:lnTo>
                    <a:pt x="317599" y="1023292"/>
                  </a:lnTo>
                  <a:lnTo>
                    <a:pt x="328902" y="1076845"/>
                  </a:lnTo>
                  <a:close/>
                  <a:moveTo>
                    <a:pt x="328902" y="1076845"/>
                  </a:moveTo>
                  <a:lnTo>
                    <a:pt x="342623" y="1072743"/>
                  </a:lnTo>
                  <a:lnTo>
                    <a:pt x="349665" y="1066950"/>
                  </a:lnTo>
                  <a:close/>
                  <a:moveTo>
                    <a:pt x="129255" y="811495"/>
                  </a:moveTo>
                  <a:lnTo>
                    <a:pt x="92640" y="833361"/>
                  </a:lnTo>
                  <a:lnTo>
                    <a:pt x="132205" y="810054"/>
                  </a:lnTo>
                  <a:close/>
                  <a:moveTo>
                    <a:pt x="92640" y="833361"/>
                  </a:moveTo>
                  <a:lnTo>
                    <a:pt x="62525" y="859111"/>
                  </a:lnTo>
                  <a:lnTo>
                    <a:pt x="132205" y="810054"/>
                  </a:lnTo>
                  <a:close/>
                  <a:moveTo>
                    <a:pt x="129255" y="811495"/>
                  </a:moveTo>
                  <a:lnTo>
                    <a:pt x="132205" y="810054"/>
                  </a:lnTo>
                  <a:lnTo>
                    <a:pt x="132581" y="809268"/>
                  </a:lnTo>
                  <a:close/>
                  <a:moveTo>
                    <a:pt x="342623" y="1072743"/>
                  </a:moveTo>
                  <a:lnTo>
                    <a:pt x="373795" y="1054392"/>
                  </a:lnTo>
                  <a:lnTo>
                    <a:pt x="349665" y="1066950"/>
                  </a:lnTo>
                  <a:close/>
                  <a:moveTo>
                    <a:pt x="338165" y="1015414"/>
                  </a:moveTo>
                  <a:lnTo>
                    <a:pt x="349665" y="1066950"/>
                  </a:lnTo>
                  <a:lnTo>
                    <a:pt x="374394" y="1042856"/>
                  </a:lnTo>
                  <a:close/>
                  <a:moveTo>
                    <a:pt x="338165" y="1015414"/>
                  </a:moveTo>
                  <a:lnTo>
                    <a:pt x="374394" y="1042856"/>
                  </a:lnTo>
                  <a:lnTo>
                    <a:pt x="358935" y="991320"/>
                  </a:lnTo>
                  <a:close/>
                  <a:moveTo>
                    <a:pt x="146362" y="546615"/>
                  </a:moveTo>
                  <a:lnTo>
                    <a:pt x="150307" y="503396"/>
                  </a:lnTo>
                  <a:lnTo>
                    <a:pt x="129064" y="528512"/>
                  </a:lnTo>
                  <a:close/>
                  <a:moveTo>
                    <a:pt x="383125" y="568802"/>
                  </a:moveTo>
                  <a:lnTo>
                    <a:pt x="376843" y="621311"/>
                  </a:lnTo>
                  <a:lnTo>
                    <a:pt x="402562" y="558282"/>
                  </a:lnTo>
                  <a:close/>
                  <a:moveTo>
                    <a:pt x="402562" y="558282"/>
                  </a:moveTo>
                  <a:lnTo>
                    <a:pt x="382582" y="633912"/>
                  </a:lnTo>
                  <a:lnTo>
                    <a:pt x="411494" y="609818"/>
                  </a:lnTo>
                  <a:close/>
                  <a:moveTo>
                    <a:pt x="715570" y="843407"/>
                  </a:moveTo>
                  <a:lnTo>
                    <a:pt x="690469" y="847323"/>
                  </a:lnTo>
                  <a:lnTo>
                    <a:pt x="708590" y="893152"/>
                  </a:lnTo>
                  <a:close/>
                  <a:moveTo>
                    <a:pt x="637882" y="852093"/>
                  </a:moveTo>
                  <a:lnTo>
                    <a:pt x="614894" y="815965"/>
                  </a:lnTo>
                  <a:lnTo>
                    <a:pt x="606827" y="822252"/>
                  </a:lnTo>
                  <a:close/>
                  <a:moveTo>
                    <a:pt x="680986" y="792290"/>
                  </a:moveTo>
                  <a:lnTo>
                    <a:pt x="614894" y="815965"/>
                  </a:lnTo>
                  <a:lnTo>
                    <a:pt x="637882" y="852093"/>
                  </a:lnTo>
                  <a:close/>
                  <a:moveTo>
                    <a:pt x="690469" y="847323"/>
                  </a:moveTo>
                  <a:lnTo>
                    <a:pt x="680986" y="792290"/>
                  </a:lnTo>
                  <a:lnTo>
                    <a:pt x="637882" y="852093"/>
                  </a:lnTo>
                  <a:close/>
                  <a:moveTo>
                    <a:pt x="715570" y="843407"/>
                  </a:moveTo>
                  <a:lnTo>
                    <a:pt x="682496" y="791871"/>
                  </a:lnTo>
                  <a:lnTo>
                    <a:pt x="690469" y="847323"/>
                  </a:lnTo>
                  <a:close/>
                  <a:moveTo>
                    <a:pt x="682496" y="791871"/>
                  </a:moveTo>
                  <a:lnTo>
                    <a:pt x="680986" y="792290"/>
                  </a:lnTo>
                  <a:lnTo>
                    <a:pt x="690469" y="847323"/>
                  </a:lnTo>
                  <a:close/>
                  <a:moveTo>
                    <a:pt x="643044" y="782984"/>
                  </a:moveTo>
                  <a:lnTo>
                    <a:pt x="614894" y="815965"/>
                  </a:lnTo>
                  <a:lnTo>
                    <a:pt x="680986" y="792290"/>
                  </a:lnTo>
                  <a:close/>
                  <a:moveTo>
                    <a:pt x="402562" y="558282"/>
                  </a:moveTo>
                  <a:lnTo>
                    <a:pt x="411494" y="609818"/>
                  </a:lnTo>
                  <a:lnTo>
                    <a:pt x="444605" y="585725"/>
                  </a:lnTo>
                  <a:close/>
                  <a:moveTo>
                    <a:pt x="402562" y="558282"/>
                  </a:moveTo>
                  <a:lnTo>
                    <a:pt x="444605" y="585725"/>
                  </a:lnTo>
                  <a:lnTo>
                    <a:pt x="459949" y="534188"/>
                  </a:lnTo>
                  <a:close/>
                  <a:moveTo>
                    <a:pt x="468538" y="519667"/>
                  </a:moveTo>
                  <a:lnTo>
                    <a:pt x="402562" y="558282"/>
                  </a:lnTo>
                  <a:lnTo>
                    <a:pt x="459949" y="534188"/>
                  </a:lnTo>
                  <a:close/>
                  <a:moveTo>
                    <a:pt x="468538" y="519667"/>
                  </a:moveTo>
                  <a:lnTo>
                    <a:pt x="429036" y="506874"/>
                  </a:lnTo>
                  <a:lnTo>
                    <a:pt x="402562" y="558282"/>
                  </a:lnTo>
                  <a:close/>
                  <a:moveTo>
                    <a:pt x="682496" y="791871"/>
                  </a:moveTo>
                  <a:lnTo>
                    <a:pt x="715570" y="843407"/>
                  </a:lnTo>
                  <a:lnTo>
                    <a:pt x="759171" y="819314"/>
                  </a:lnTo>
                  <a:close/>
                  <a:moveTo>
                    <a:pt x="682496" y="791871"/>
                  </a:moveTo>
                  <a:lnTo>
                    <a:pt x="759171" y="819314"/>
                  </a:lnTo>
                  <a:lnTo>
                    <a:pt x="745958" y="767777"/>
                  </a:lnTo>
                  <a:close/>
                  <a:moveTo>
                    <a:pt x="459949" y="534188"/>
                  </a:moveTo>
                  <a:lnTo>
                    <a:pt x="507892" y="531905"/>
                  </a:lnTo>
                  <a:lnTo>
                    <a:pt x="483817" y="524924"/>
                  </a:lnTo>
                  <a:close/>
                  <a:moveTo>
                    <a:pt x="468538" y="519667"/>
                  </a:moveTo>
                  <a:lnTo>
                    <a:pt x="459949" y="534188"/>
                  </a:lnTo>
                  <a:lnTo>
                    <a:pt x="483817" y="524924"/>
                  </a:lnTo>
                  <a:close/>
                  <a:moveTo>
                    <a:pt x="546666" y="502198"/>
                  </a:moveTo>
                  <a:lnTo>
                    <a:pt x="468538" y="519667"/>
                  </a:lnTo>
                  <a:lnTo>
                    <a:pt x="545468" y="510094"/>
                  </a:lnTo>
                  <a:close/>
                  <a:moveTo>
                    <a:pt x="545468" y="510094"/>
                  </a:moveTo>
                  <a:lnTo>
                    <a:pt x="468538" y="519667"/>
                  </a:lnTo>
                  <a:lnTo>
                    <a:pt x="483817" y="524924"/>
                  </a:lnTo>
                  <a:close/>
                  <a:moveTo>
                    <a:pt x="483817" y="524924"/>
                  </a:moveTo>
                  <a:lnTo>
                    <a:pt x="507892" y="531905"/>
                  </a:lnTo>
                  <a:lnTo>
                    <a:pt x="545468" y="510094"/>
                  </a:lnTo>
                  <a:close/>
                  <a:moveTo>
                    <a:pt x="396969" y="369319"/>
                  </a:moveTo>
                  <a:lnTo>
                    <a:pt x="392721" y="410875"/>
                  </a:lnTo>
                  <a:lnTo>
                    <a:pt x="431340" y="355484"/>
                  </a:lnTo>
                  <a:close/>
                  <a:moveTo>
                    <a:pt x="431340" y="355484"/>
                  </a:moveTo>
                  <a:lnTo>
                    <a:pt x="392721" y="410875"/>
                  </a:lnTo>
                  <a:lnTo>
                    <a:pt x="407104" y="431115"/>
                  </a:lnTo>
                  <a:close/>
                  <a:moveTo>
                    <a:pt x="372437" y="379578"/>
                  </a:moveTo>
                  <a:lnTo>
                    <a:pt x="392721" y="410875"/>
                  </a:lnTo>
                  <a:lnTo>
                    <a:pt x="396969" y="369319"/>
                  </a:lnTo>
                  <a:close/>
                  <a:moveTo>
                    <a:pt x="375027" y="344720"/>
                  </a:moveTo>
                  <a:lnTo>
                    <a:pt x="372437" y="379578"/>
                  </a:lnTo>
                  <a:lnTo>
                    <a:pt x="396969" y="369319"/>
                  </a:lnTo>
                  <a:close/>
                  <a:moveTo>
                    <a:pt x="447361" y="305591"/>
                  </a:moveTo>
                  <a:lnTo>
                    <a:pt x="375027" y="344720"/>
                  </a:lnTo>
                  <a:lnTo>
                    <a:pt x="431340" y="355484"/>
                  </a:lnTo>
                  <a:close/>
                  <a:moveTo>
                    <a:pt x="431340" y="355484"/>
                  </a:moveTo>
                  <a:lnTo>
                    <a:pt x="375027" y="344720"/>
                  </a:lnTo>
                  <a:lnTo>
                    <a:pt x="396969" y="369319"/>
                  </a:lnTo>
                  <a:close/>
                  <a:moveTo>
                    <a:pt x="961175" y="949830"/>
                  </a:moveTo>
                  <a:lnTo>
                    <a:pt x="975729" y="923432"/>
                  </a:lnTo>
                  <a:lnTo>
                    <a:pt x="965053" y="901505"/>
                  </a:lnTo>
                  <a:close/>
                  <a:moveTo>
                    <a:pt x="965053" y="901505"/>
                  </a:moveTo>
                  <a:lnTo>
                    <a:pt x="978164" y="898293"/>
                  </a:lnTo>
                  <a:lnTo>
                    <a:pt x="960656" y="867079"/>
                  </a:lnTo>
                  <a:close/>
                  <a:moveTo>
                    <a:pt x="944664" y="898293"/>
                  </a:moveTo>
                  <a:lnTo>
                    <a:pt x="965053" y="901505"/>
                  </a:lnTo>
                  <a:lnTo>
                    <a:pt x="960656" y="867079"/>
                  </a:lnTo>
                  <a:close/>
                  <a:moveTo>
                    <a:pt x="965053" y="901505"/>
                  </a:moveTo>
                  <a:lnTo>
                    <a:pt x="975729" y="923432"/>
                  </a:lnTo>
                  <a:lnTo>
                    <a:pt x="978164" y="898293"/>
                  </a:lnTo>
                  <a:close/>
                  <a:moveTo>
                    <a:pt x="812054" y="761698"/>
                  </a:moveTo>
                  <a:lnTo>
                    <a:pt x="830070" y="728191"/>
                  </a:lnTo>
                  <a:lnTo>
                    <a:pt x="785988" y="738054"/>
                  </a:lnTo>
                  <a:close/>
                  <a:moveTo>
                    <a:pt x="812054" y="761698"/>
                  </a:moveTo>
                  <a:lnTo>
                    <a:pt x="775763" y="753220"/>
                  </a:lnTo>
                  <a:lnTo>
                    <a:pt x="836854" y="753556"/>
                  </a:lnTo>
                  <a:close/>
                  <a:moveTo>
                    <a:pt x="830070" y="728191"/>
                  </a:moveTo>
                  <a:lnTo>
                    <a:pt x="812054" y="761698"/>
                  </a:lnTo>
                  <a:lnTo>
                    <a:pt x="843961" y="743683"/>
                  </a:lnTo>
                  <a:close/>
                  <a:moveTo>
                    <a:pt x="812054" y="761698"/>
                  </a:moveTo>
                  <a:lnTo>
                    <a:pt x="836854" y="753556"/>
                  </a:lnTo>
                  <a:lnTo>
                    <a:pt x="843961" y="743683"/>
                  </a:lnTo>
                  <a:close/>
                  <a:moveTo>
                    <a:pt x="546666" y="502198"/>
                  </a:moveTo>
                  <a:lnTo>
                    <a:pt x="545468" y="510094"/>
                  </a:lnTo>
                  <a:lnTo>
                    <a:pt x="549891" y="509189"/>
                  </a:lnTo>
                  <a:close/>
                  <a:moveTo>
                    <a:pt x="549891" y="509189"/>
                  </a:moveTo>
                  <a:lnTo>
                    <a:pt x="552385" y="458557"/>
                  </a:lnTo>
                  <a:lnTo>
                    <a:pt x="546666" y="502198"/>
                  </a:lnTo>
                  <a:close/>
                  <a:moveTo>
                    <a:pt x="431340" y="355484"/>
                  </a:moveTo>
                  <a:lnTo>
                    <a:pt x="475882" y="405890"/>
                  </a:lnTo>
                  <a:lnTo>
                    <a:pt x="478031" y="341399"/>
                  </a:lnTo>
                  <a:close/>
                  <a:moveTo>
                    <a:pt x="447361" y="305591"/>
                  </a:moveTo>
                  <a:lnTo>
                    <a:pt x="431340" y="355484"/>
                  </a:lnTo>
                  <a:lnTo>
                    <a:pt x="478031" y="341399"/>
                  </a:lnTo>
                  <a:close/>
                  <a:moveTo>
                    <a:pt x="447361" y="305591"/>
                  </a:moveTo>
                  <a:lnTo>
                    <a:pt x="478031" y="341399"/>
                  </a:lnTo>
                  <a:lnTo>
                    <a:pt x="448071" y="303948"/>
                  </a:lnTo>
                  <a:close/>
                  <a:moveTo>
                    <a:pt x="448071" y="303948"/>
                  </a:moveTo>
                  <a:lnTo>
                    <a:pt x="478031" y="341399"/>
                  </a:lnTo>
                  <a:lnTo>
                    <a:pt x="529331" y="331390"/>
                  </a:lnTo>
                  <a:close/>
                  <a:moveTo>
                    <a:pt x="448071" y="303948"/>
                  </a:moveTo>
                  <a:lnTo>
                    <a:pt x="529331" y="331390"/>
                  </a:lnTo>
                  <a:lnTo>
                    <a:pt x="522462" y="279854"/>
                  </a:lnTo>
                  <a:close/>
                  <a:moveTo>
                    <a:pt x="958442" y="844137"/>
                  </a:moveTo>
                  <a:lnTo>
                    <a:pt x="944664" y="898293"/>
                  </a:lnTo>
                  <a:lnTo>
                    <a:pt x="960656" y="867079"/>
                  </a:lnTo>
                  <a:close/>
                  <a:moveTo>
                    <a:pt x="927346" y="894179"/>
                  </a:moveTo>
                  <a:lnTo>
                    <a:pt x="944664" y="898293"/>
                  </a:lnTo>
                  <a:lnTo>
                    <a:pt x="958442" y="844137"/>
                  </a:lnTo>
                  <a:close/>
                  <a:moveTo>
                    <a:pt x="958442" y="844137"/>
                  </a:moveTo>
                  <a:lnTo>
                    <a:pt x="960656" y="867079"/>
                  </a:lnTo>
                  <a:lnTo>
                    <a:pt x="1031453" y="885505"/>
                  </a:lnTo>
                  <a:close/>
                  <a:moveTo>
                    <a:pt x="1022980" y="829652"/>
                  </a:moveTo>
                  <a:lnTo>
                    <a:pt x="958442" y="844137"/>
                  </a:lnTo>
                  <a:lnTo>
                    <a:pt x="1031453" y="885505"/>
                  </a:lnTo>
                  <a:close/>
                  <a:moveTo>
                    <a:pt x="958442" y="844137"/>
                  </a:moveTo>
                  <a:lnTo>
                    <a:pt x="980756" y="795220"/>
                  </a:lnTo>
                  <a:lnTo>
                    <a:pt x="952135" y="835220"/>
                  </a:lnTo>
                  <a:close/>
                  <a:moveTo>
                    <a:pt x="1022980" y="829652"/>
                  </a:moveTo>
                  <a:lnTo>
                    <a:pt x="990714" y="793140"/>
                  </a:lnTo>
                  <a:lnTo>
                    <a:pt x="958442" y="844137"/>
                  </a:lnTo>
                  <a:close/>
                  <a:moveTo>
                    <a:pt x="1050423" y="822662"/>
                  </a:moveTo>
                  <a:lnTo>
                    <a:pt x="1065414" y="774496"/>
                  </a:lnTo>
                  <a:lnTo>
                    <a:pt x="1022980" y="829652"/>
                  </a:lnTo>
                  <a:close/>
                  <a:moveTo>
                    <a:pt x="624939" y="434464"/>
                  </a:moveTo>
                  <a:lnTo>
                    <a:pt x="666541" y="461906"/>
                  </a:lnTo>
                  <a:lnTo>
                    <a:pt x="658742" y="410369"/>
                  </a:lnTo>
                  <a:close/>
                  <a:moveTo>
                    <a:pt x="611664" y="371465"/>
                  </a:moveTo>
                  <a:lnTo>
                    <a:pt x="601698" y="398377"/>
                  </a:lnTo>
                  <a:lnTo>
                    <a:pt x="635682" y="358833"/>
                  </a:lnTo>
                  <a:close/>
                  <a:moveTo>
                    <a:pt x="635682" y="358833"/>
                  </a:moveTo>
                  <a:lnTo>
                    <a:pt x="601698" y="398377"/>
                  </a:lnTo>
                  <a:lnTo>
                    <a:pt x="624939" y="434464"/>
                  </a:lnTo>
                  <a:close/>
                  <a:moveTo>
                    <a:pt x="635682" y="358833"/>
                  </a:moveTo>
                  <a:lnTo>
                    <a:pt x="624939" y="434464"/>
                  </a:lnTo>
                  <a:lnTo>
                    <a:pt x="658742" y="410369"/>
                  </a:lnTo>
                  <a:close/>
                  <a:moveTo>
                    <a:pt x="541199" y="328027"/>
                  </a:moveTo>
                  <a:lnTo>
                    <a:pt x="539973" y="342273"/>
                  </a:lnTo>
                  <a:lnTo>
                    <a:pt x="611664" y="371465"/>
                  </a:lnTo>
                  <a:close/>
                  <a:moveTo>
                    <a:pt x="607596" y="312030"/>
                  </a:moveTo>
                  <a:lnTo>
                    <a:pt x="541199" y="328027"/>
                  </a:lnTo>
                  <a:lnTo>
                    <a:pt x="611664" y="371465"/>
                  </a:lnTo>
                  <a:close/>
                  <a:moveTo>
                    <a:pt x="635682" y="358833"/>
                  </a:moveTo>
                  <a:lnTo>
                    <a:pt x="643740" y="307296"/>
                  </a:lnTo>
                  <a:lnTo>
                    <a:pt x="611664" y="371465"/>
                  </a:lnTo>
                  <a:close/>
                  <a:moveTo>
                    <a:pt x="643740" y="307296"/>
                  </a:moveTo>
                  <a:lnTo>
                    <a:pt x="607596" y="312030"/>
                  </a:lnTo>
                  <a:lnTo>
                    <a:pt x="611664" y="371465"/>
                  </a:lnTo>
                  <a:close/>
                  <a:moveTo>
                    <a:pt x="529331" y="331390"/>
                  </a:moveTo>
                  <a:lnTo>
                    <a:pt x="539973" y="342273"/>
                  </a:lnTo>
                  <a:lnTo>
                    <a:pt x="541199" y="328027"/>
                  </a:lnTo>
                  <a:close/>
                  <a:moveTo>
                    <a:pt x="522462" y="279854"/>
                  </a:moveTo>
                  <a:lnTo>
                    <a:pt x="541199" y="328027"/>
                  </a:lnTo>
                  <a:lnTo>
                    <a:pt x="523664" y="279540"/>
                  </a:lnTo>
                  <a:close/>
                  <a:moveTo>
                    <a:pt x="522462" y="279854"/>
                  </a:moveTo>
                  <a:lnTo>
                    <a:pt x="529331" y="331390"/>
                  </a:lnTo>
                  <a:lnTo>
                    <a:pt x="541199" y="328027"/>
                  </a:lnTo>
                  <a:close/>
                  <a:moveTo>
                    <a:pt x="541199" y="328027"/>
                  </a:moveTo>
                  <a:lnTo>
                    <a:pt x="607596" y="312030"/>
                  </a:lnTo>
                  <a:lnTo>
                    <a:pt x="582688" y="269536"/>
                  </a:lnTo>
                  <a:close/>
                  <a:moveTo>
                    <a:pt x="541199" y="328027"/>
                  </a:moveTo>
                  <a:lnTo>
                    <a:pt x="582688" y="269536"/>
                  </a:lnTo>
                  <a:lnTo>
                    <a:pt x="523664" y="279540"/>
                  </a:lnTo>
                  <a:close/>
                  <a:moveTo>
                    <a:pt x="522940" y="278590"/>
                  </a:moveTo>
                  <a:lnTo>
                    <a:pt x="522462" y="279854"/>
                  </a:lnTo>
                  <a:lnTo>
                    <a:pt x="523664" y="279540"/>
                  </a:lnTo>
                  <a:close/>
                  <a:moveTo>
                    <a:pt x="1050423" y="822662"/>
                  </a:moveTo>
                  <a:lnTo>
                    <a:pt x="1085665" y="850214"/>
                  </a:lnTo>
                  <a:lnTo>
                    <a:pt x="1095184" y="808934"/>
                  </a:lnTo>
                  <a:close/>
                  <a:moveTo>
                    <a:pt x="1065414" y="774496"/>
                  </a:moveTo>
                  <a:lnTo>
                    <a:pt x="1050423" y="822662"/>
                  </a:lnTo>
                  <a:lnTo>
                    <a:pt x="1095184" y="808934"/>
                  </a:lnTo>
                  <a:close/>
                  <a:moveTo>
                    <a:pt x="635682" y="358833"/>
                  </a:moveTo>
                  <a:lnTo>
                    <a:pt x="675850" y="334739"/>
                  </a:lnTo>
                  <a:lnTo>
                    <a:pt x="643740" y="307296"/>
                  </a:lnTo>
                  <a:close/>
                  <a:moveTo>
                    <a:pt x="1067985" y="244508"/>
                  </a:moveTo>
                  <a:lnTo>
                    <a:pt x="1017432" y="269476"/>
                  </a:lnTo>
                  <a:lnTo>
                    <a:pt x="1037379" y="262457"/>
                  </a:lnTo>
                  <a:close/>
                  <a:moveTo>
                    <a:pt x="1090418" y="248122"/>
                  </a:moveTo>
                  <a:lnTo>
                    <a:pt x="1037379" y="262457"/>
                  </a:lnTo>
                  <a:lnTo>
                    <a:pt x="1105788" y="250948"/>
                  </a:lnTo>
                  <a:close/>
                  <a:moveTo>
                    <a:pt x="1105788" y="250948"/>
                  </a:moveTo>
                  <a:lnTo>
                    <a:pt x="1037379" y="262457"/>
                  </a:lnTo>
                  <a:lnTo>
                    <a:pt x="1027775" y="268849"/>
                  </a:lnTo>
                  <a:close/>
                  <a:moveTo>
                    <a:pt x="1105788" y="250948"/>
                  </a:moveTo>
                  <a:lnTo>
                    <a:pt x="1027775" y="268849"/>
                  </a:lnTo>
                  <a:lnTo>
                    <a:pt x="1068316" y="285528"/>
                  </a:lnTo>
                  <a:close/>
                  <a:moveTo>
                    <a:pt x="1067985" y="244508"/>
                  </a:moveTo>
                  <a:lnTo>
                    <a:pt x="1037379" y="262457"/>
                  </a:lnTo>
                  <a:lnTo>
                    <a:pt x="1090418" y="248122"/>
                  </a:lnTo>
                  <a:close/>
                  <a:moveTo>
                    <a:pt x="1078760" y="210921"/>
                  </a:moveTo>
                  <a:lnTo>
                    <a:pt x="1090418" y="248122"/>
                  </a:lnTo>
                  <a:lnTo>
                    <a:pt x="1116404" y="238363"/>
                  </a:lnTo>
                  <a:close/>
                  <a:moveTo>
                    <a:pt x="1090418" y="248122"/>
                  </a:moveTo>
                  <a:lnTo>
                    <a:pt x="1105788" y="250948"/>
                  </a:lnTo>
                  <a:lnTo>
                    <a:pt x="1116404" y="238363"/>
                  </a:lnTo>
                  <a:close/>
                  <a:moveTo>
                    <a:pt x="1105788" y="250948"/>
                  </a:moveTo>
                  <a:lnTo>
                    <a:pt x="1143073" y="255452"/>
                  </a:lnTo>
                  <a:lnTo>
                    <a:pt x="1116404" y="238363"/>
                  </a:lnTo>
                  <a:close/>
                  <a:moveTo>
                    <a:pt x="1143073" y="255452"/>
                  </a:moveTo>
                  <a:lnTo>
                    <a:pt x="1177816" y="214269"/>
                  </a:lnTo>
                  <a:lnTo>
                    <a:pt x="1116404" y="238363"/>
                  </a:lnTo>
                  <a:close/>
                  <a:moveTo>
                    <a:pt x="1177816" y="214269"/>
                  </a:moveTo>
                  <a:lnTo>
                    <a:pt x="1123775" y="186826"/>
                  </a:lnTo>
                  <a:lnTo>
                    <a:pt x="1116404" y="238363"/>
                  </a:lnTo>
                  <a:close/>
                  <a:moveTo>
                    <a:pt x="1012544" y="22478"/>
                  </a:moveTo>
                  <a:lnTo>
                    <a:pt x="992804" y="32217"/>
                  </a:lnTo>
                  <a:lnTo>
                    <a:pt x="1031545" y="13145"/>
                  </a:lnTo>
                  <a:close/>
                  <a:moveTo>
                    <a:pt x="1055014" y="8123"/>
                  </a:moveTo>
                  <a:lnTo>
                    <a:pt x="997496" y="20742"/>
                  </a:lnTo>
                  <a:lnTo>
                    <a:pt x="1012544" y="22478"/>
                  </a:lnTo>
                  <a:close/>
                  <a:moveTo>
                    <a:pt x="1074749" y="0"/>
                  </a:moveTo>
                  <a:lnTo>
                    <a:pt x="1055014" y="8123"/>
                  </a:lnTo>
                  <a:lnTo>
                    <a:pt x="1081687" y="424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93" name="Output_density__4292">
              <a:extLst>
                <a:ext uri="{FF2B5EF4-FFF2-40B4-BE49-F238E27FC236}">
                  <a16:creationId xmlns:a16="http://schemas.microsoft.com/office/drawing/2014/main" id="{D861A785-8DF0-60EA-855B-D8F25C803D61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632338"/>
              <a:ext cx="1564288" cy="1099057"/>
            </a:xfrm>
            <a:custGeom>
              <a:avLst/>
              <a:gdLst/>
              <a:ahLst/>
              <a:cxnLst/>
              <a:rect l="0" t="0" r="0" b="0"/>
              <a:pathLst>
                <a:path w="1564288" h="1099057">
                  <a:moveTo>
                    <a:pt x="496350" y="1099057"/>
                  </a:moveTo>
                  <a:lnTo>
                    <a:pt x="528638" y="1070221"/>
                  </a:lnTo>
                  <a:lnTo>
                    <a:pt x="530814" y="1065735"/>
                  </a:lnTo>
                  <a:close/>
                  <a:moveTo>
                    <a:pt x="9618" y="498832"/>
                  </a:moveTo>
                  <a:lnTo>
                    <a:pt x="0" y="522926"/>
                  </a:lnTo>
                  <a:lnTo>
                    <a:pt x="42422" y="449957"/>
                  </a:lnTo>
                  <a:close/>
                  <a:moveTo>
                    <a:pt x="496350" y="1099057"/>
                  </a:moveTo>
                  <a:lnTo>
                    <a:pt x="530814" y="1065735"/>
                  </a:lnTo>
                  <a:lnTo>
                    <a:pt x="569175" y="1061764"/>
                  </a:lnTo>
                  <a:close/>
                  <a:moveTo>
                    <a:pt x="13873" y="494688"/>
                  </a:moveTo>
                  <a:lnTo>
                    <a:pt x="9302" y="500804"/>
                  </a:lnTo>
                  <a:lnTo>
                    <a:pt x="9618" y="498832"/>
                  </a:lnTo>
                  <a:close/>
                  <a:moveTo>
                    <a:pt x="398272" y="529624"/>
                  </a:moveTo>
                  <a:lnTo>
                    <a:pt x="397629" y="536079"/>
                  </a:lnTo>
                  <a:lnTo>
                    <a:pt x="404623" y="526084"/>
                  </a:lnTo>
                  <a:close/>
                  <a:moveTo>
                    <a:pt x="404623" y="526084"/>
                  </a:moveTo>
                  <a:lnTo>
                    <a:pt x="417975" y="456795"/>
                  </a:lnTo>
                  <a:lnTo>
                    <a:pt x="398272" y="529624"/>
                  </a:lnTo>
                  <a:close/>
                  <a:moveTo>
                    <a:pt x="425172" y="468014"/>
                  </a:moveTo>
                  <a:lnTo>
                    <a:pt x="410701" y="525452"/>
                  </a:lnTo>
                  <a:lnTo>
                    <a:pt x="398272" y="529624"/>
                  </a:lnTo>
                  <a:close/>
                  <a:moveTo>
                    <a:pt x="417975" y="456795"/>
                  </a:moveTo>
                  <a:lnTo>
                    <a:pt x="404623" y="526084"/>
                  </a:lnTo>
                  <a:lnTo>
                    <a:pt x="434837" y="478087"/>
                  </a:lnTo>
                  <a:close/>
                  <a:moveTo>
                    <a:pt x="806869" y="739119"/>
                  </a:moveTo>
                  <a:lnTo>
                    <a:pt x="791730" y="782050"/>
                  </a:lnTo>
                  <a:lnTo>
                    <a:pt x="778364" y="780258"/>
                  </a:lnTo>
                  <a:close/>
                  <a:moveTo>
                    <a:pt x="524450" y="354945"/>
                  </a:moveTo>
                  <a:lnTo>
                    <a:pt x="529913" y="316271"/>
                  </a:lnTo>
                  <a:lnTo>
                    <a:pt x="509297" y="338067"/>
                  </a:lnTo>
                  <a:close/>
                  <a:moveTo>
                    <a:pt x="1046805" y="275808"/>
                  </a:moveTo>
                  <a:lnTo>
                    <a:pt x="1090605" y="264892"/>
                  </a:lnTo>
                  <a:lnTo>
                    <a:pt x="1121569" y="245760"/>
                  </a:lnTo>
                  <a:close/>
                  <a:moveTo>
                    <a:pt x="1173486" y="6907"/>
                  </a:moveTo>
                  <a:lnTo>
                    <a:pt x="1112543" y="20975"/>
                  </a:lnTo>
                  <a:lnTo>
                    <a:pt x="1176368" y="6168"/>
                  </a:lnTo>
                  <a:close/>
                  <a:moveTo>
                    <a:pt x="1176368" y="6168"/>
                  </a:moveTo>
                  <a:lnTo>
                    <a:pt x="1112543" y="20975"/>
                  </a:lnTo>
                  <a:lnTo>
                    <a:pt x="1098385" y="24180"/>
                  </a:lnTo>
                  <a:close/>
                  <a:moveTo>
                    <a:pt x="1173486" y="6907"/>
                  </a:moveTo>
                  <a:lnTo>
                    <a:pt x="1178928" y="4987"/>
                  </a:lnTo>
                  <a:lnTo>
                    <a:pt x="1210799" y="0"/>
                  </a:lnTo>
                  <a:close/>
                  <a:moveTo>
                    <a:pt x="1210799" y="0"/>
                  </a:moveTo>
                  <a:lnTo>
                    <a:pt x="1178928" y="4987"/>
                  </a:lnTo>
                  <a:lnTo>
                    <a:pt x="1229668" y="30773"/>
                  </a:lnTo>
                  <a:close/>
                  <a:moveTo>
                    <a:pt x="1500055" y="112974"/>
                  </a:moveTo>
                  <a:lnTo>
                    <a:pt x="1516663" y="135294"/>
                  </a:lnTo>
                  <a:lnTo>
                    <a:pt x="1534089" y="94387"/>
                  </a:lnTo>
                  <a:close/>
                  <a:moveTo>
                    <a:pt x="1483023" y="160663"/>
                  </a:moveTo>
                  <a:lnTo>
                    <a:pt x="1516663" y="135294"/>
                  </a:lnTo>
                  <a:lnTo>
                    <a:pt x="1500055" y="112974"/>
                  </a:lnTo>
                  <a:close/>
                  <a:moveTo>
                    <a:pt x="1534089" y="94387"/>
                  </a:moveTo>
                  <a:lnTo>
                    <a:pt x="1516663" y="135294"/>
                  </a:lnTo>
                  <a:lnTo>
                    <a:pt x="1536044" y="113330"/>
                  </a:lnTo>
                  <a:close/>
                  <a:moveTo>
                    <a:pt x="1534089" y="94387"/>
                  </a:moveTo>
                  <a:lnTo>
                    <a:pt x="1544408" y="64348"/>
                  </a:lnTo>
                  <a:lnTo>
                    <a:pt x="1537770" y="79310"/>
                  </a:lnTo>
                  <a:close/>
                  <a:moveTo>
                    <a:pt x="1527649" y="89236"/>
                  </a:moveTo>
                  <a:lnTo>
                    <a:pt x="1534089" y="94387"/>
                  </a:lnTo>
                  <a:lnTo>
                    <a:pt x="1537770" y="79310"/>
                  </a:lnTo>
                  <a:close/>
                  <a:moveTo>
                    <a:pt x="1553797" y="37699"/>
                  </a:moveTo>
                  <a:lnTo>
                    <a:pt x="1564288" y="43556"/>
                  </a:lnTo>
                  <a:lnTo>
                    <a:pt x="1537770" y="7931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94" name="Output_density__4293">
              <a:extLst>
                <a:ext uri="{FF2B5EF4-FFF2-40B4-BE49-F238E27FC236}">
                  <a16:creationId xmlns:a16="http://schemas.microsoft.com/office/drawing/2014/main" id="{94E98DEC-B612-D506-5B2E-481B773181CE}"/>
                </a:ext>
              </a:extLst>
            </p:cNvPr>
            <p:cNvSpPr>
              <a:spLocks noGrp="1"/>
            </p:cNvSpPr>
            <p:nvPr/>
          </p:nvSpPr>
          <p:spPr>
            <a:xfrm>
              <a:off x="15787205" y="3168659"/>
              <a:ext cx="24597" cy="24094"/>
            </a:xfrm>
            <a:custGeom>
              <a:avLst/>
              <a:gdLst/>
              <a:ahLst/>
              <a:cxnLst/>
              <a:rect l="0" t="0" r="0" b="0"/>
              <a:pathLst>
                <a:path w="24597" h="24094">
                  <a:moveTo>
                    <a:pt x="0" y="24094"/>
                  </a:moveTo>
                  <a:lnTo>
                    <a:pt x="24597" y="0"/>
                  </a:lnTo>
                  <a:lnTo>
                    <a:pt x="20797" y="4441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95" name="Output_density__4294">
              <a:extLst>
                <a:ext uri="{FF2B5EF4-FFF2-40B4-BE49-F238E27FC236}">
                  <a16:creationId xmlns:a16="http://schemas.microsoft.com/office/drawing/2014/main" id="{1C493E10-0BD2-DB50-5AA1-682BEE16949F}"/>
                </a:ext>
              </a:extLst>
            </p:cNvPr>
            <p:cNvSpPr>
              <a:spLocks noGrp="1"/>
            </p:cNvSpPr>
            <p:nvPr/>
          </p:nvSpPr>
          <p:spPr>
            <a:xfrm>
              <a:off x="14765886" y="2367333"/>
              <a:ext cx="1804943" cy="1378127"/>
            </a:xfrm>
            <a:custGeom>
              <a:avLst/>
              <a:gdLst/>
              <a:ahLst/>
              <a:cxnLst/>
              <a:rect l="0" t="0" r="0" b="0"/>
              <a:pathLst>
                <a:path w="1804943" h="1378127">
                  <a:moveTo>
                    <a:pt x="0" y="812026"/>
                  </a:moveTo>
                  <a:lnTo>
                    <a:pt x="5541" y="822374"/>
                  </a:lnTo>
                  <a:lnTo>
                    <a:pt x="25518" y="839125"/>
                  </a:lnTo>
                  <a:close/>
                  <a:moveTo>
                    <a:pt x="436501" y="1251761"/>
                  </a:moveTo>
                  <a:lnTo>
                    <a:pt x="414164" y="1275855"/>
                  </a:lnTo>
                  <a:lnTo>
                    <a:pt x="425360" y="1286010"/>
                  </a:lnTo>
                  <a:close/>
                  <a:moveTo>
                    <a:pt x="0" y="812026"/>
                  </a:moveTo>
                  <a:lnTo>
                    <a:pt x="25518" y="839125"/>
                  </a:lnTo>
                  <a:lnTo>
                    <a:pt x="41911" y="839468"/>
                  </a:lnTo>
                  <a:close/>
                  <a:moveTo>
                    <a:pt x="6947" y="787932"/>
                  </a:moveTo>
                  <a:lnTo>
                    <a:pt x="0" y="812026"/>
                  </a:lnTo>
                  <a:lnTo>
                    <a:pt x="41911" y="839468"/>
                  </a:lnTo>
                  <a:close/>
                  <a:moveTo>
                    <a:pt x="653107" y="1343688"/>
                  </a:moveTo>
                  <a:lnTo>
                    <a:pt x="705276" y="1364063"/>
                  </a:lnTo>
                  <a:lnTo>
                    <a:pt x="731950" y="1328894"/>
                  </a:lnTo>
                  <a:close/>
                  <a:moveTo>
                    <a:pt x="470737" y="1100500"/>
                  </a:moveTo>
                  <a:lnTo>
                    <a:pt x="444556" y="1069812"/>
                  </a:lnTo>
                  <a:lnTo>
                    <a:pt x="469684" y="1112126"/>
                  </a:lnTo>
                  <a:close/>
                  <a:moveTo>
                    <a:pt x="852214" y="1334089"/>
                  </a:moveTo>
                  <a:lnTo>
                    <a:pt x="838558" y="1378127"/>
                  </a:lnTo>
                  <a:lnTo>
                    <a:pt x="864663" y="1340832"/>
                  </a:lnTo>
                  <a:close/>
                  <a:moveTo>
                    <a:pt x="731950" y="1328894"/>
                  </a:moveTo>
                  <a:lnTo>
                    <a:pt x="759772" y="1298015"/>
                  </a:lnTo>
                  <a:lnTo>
                    <a:pt x="680904" y="1312715"/>
                  </a:lnTo>
                  <a:close/>
                  <a:moveTo>
                    <a:pt x="759772" y="1298015"/>
                  </a:moveTo>
                  <a:lnTo>
                    <a:pt x="731950" y="1328894"/>
                  </a:lnTo>
                  <a:lnTo>
                    <a:pt x="810471" y="1312894"/>
                  </a:lnTo>
                  <a:close/>
                  <a:moveTo>
                    <a:pt x="615460" y="1195063"/>
                  </a:moveTo>
                  <a:lnTo>
                    <a:pt x="611019" y="1226106"/>
                  </a:lnTo>
                  <a:lnTo>
                    <a:pt x="637077" y="1203573"/>
                  </a:lnTo>
                  <a:close/>
                  <a:moveTo>
                    <a:pt x="596814" y="1147479"/>
                  </a:moveTo>
                  <a:lnTo>
                    <a:pt x="637077" y="1203573"/>
                  </a:lnTo>
                  <a:lnTo>
                    <a:pt x="610344" y="1152036"/>
                  </a:lnTo>
                  <a:close/>
                  <a:moveTo>
                    <a:pt x="615460" y="1195063"/>
                  </a:moveTo>
                  <a:lnTo>
                    <a:pt x="637077" y="1203573"/>
                  </a:lnTo>
                  <a:lnTo>
                    <a:pt x="596814" y="1147479"/>
                  </a:lnTo>
                  <a:close/>
                  <a:moveTo>
                    <a:pt x="596045" y="1100500"/>
                  </a:moveTo>
                  <a:lnTo>
                    <a:pt x="596814" y="1147479"/>
                  </a:lnTo>
                  <a:lnTo>
                    <a:pt x="610344" y="1152036"/>
                  </a:lnTo>
                  <a:close/>
                  <a:moveTo>
                    <a:pt x="663890" y="1114206"/>
                  </a:moveTo>
                  <a:lnTo>
                    <a:pt x="596814" y="1147479"/>
                  </a:lnTo>
                  <a:lnTo>
                    <a:pt x="596045" y="1100500"/>
                  </a:lnTo>
                  <a:close/>
                  <a:moveTo>
                    <a:pt x="614119" y="1102796"/>
                  </a:moveTo>
                  <a:lnTo>
                    <a:pt x="596814" y="1147479"/>
                  </a:lnTo>
                  <a:lnTo>
                    <a:pt x="663890" y="1114206"/>
                  </a:lnTo>
                  <a:close/>
                  <a:moveTo>
                    <a:pt x="492532" y="997427"/>
                  </a:moveTo>
                  <a:lnTo>
                    <a:pt x="473917" y="921796"/>
                  </a:lnTo>
                  <a:lnTo>
                    <a:pt x="456393" y="945890"/>
                  </a:lnTo>
                  <a:close/>
                  <a:moveTo>
                    <a:pt x="394659" y="941202"/>
                  </a:moveTo>
                  <a:lnTo>
                    <a:pt x="442390" y="944982"/>
                  </a:lnTo>
                  <a:lnTo>
                    <a:pt x="470422" y="914889"/>
                  </a:lnTo>
                  <a:close/>
                  <a:moveTo>
                    <a:pt x="852214" y="1334089"/>
                  </a:moveTo>
                  <a:lnTo>
                    <a:pt x="864663" y="1340832"/>
                  </a:lnTo>
                  <a:lnTo>
                    <a:pt x="866732" y="1330941"/>
                  </a:lnTo>
                  <a:close/>
                  <a:moveTo>
                    <a:pt x="866732" y="1330941"/>
                  </a:moveTo>
                  <a:lnTo>
                    <a:pt x="810471" y="1312894"/>
                  </a:lnTo>
                  <a:lnTo>
                    <a:pt x="852214" y="1334089"/>
                  </a:lnTo>
                  <a:close/>
                  <a:moveTo>
                    <a:pt x="922171" y="1323852"/>
                  </a:moveTo>
                  <a:lnTo>
                    <a:pt x="864663" y="1340832"/>
                  </a:lnTo>
                  <a:lnTo>
                    <a:pt x="915192" y="1355075"/>
                  </a:lnTo>
                  <a:close/>
                  <a:moveTo>
                    <a:pt x="922171" y="1323852"/>
                  </a:moveTo>
                  <a:lnTo>
                    <a:pt x="866732" y="1330941"/>
                  </a:lnTo>
                  <a:lnTo>
                    <a:pt x="864663" y="1340832"/>
                  </a:lnTo>
                  <a:close/>
                  <a:moveTo>
                    <a:pt x="810932" y="1212838"/>
                  </a:moveTo>
                  <a:lnTo>
                    <a:pt x="812366" y="1185080"/>
                  </a:lnTo>
                  <a:lnTo>
                    <a:pt x="771039" y="1205240"/>
                  </a:lnTo>
                  <a:close/>
                  <a:moveTo>
                    <a:pt x="840650" y="1155386"/>
                  </a:moveTo>
                  <a:lnTo>
                    <a:pt x="812366" y="1185080"/>
                  </a:lnTo>
                  <a:lnTo>
                    <a:pt x="848170" y="1157803"/>
                  </a:lnTo>
                  <a:close/>
                  <a:moveTo>
                    <a:pt x="848170" y="1157803"/>
                  </a:moveTo>
                  <a:lnTo>
                    <a:pt x="812366" y="1185080"/>
                  </a:lnTo>
                  <a:lnTo>
                    <a:pt x="810932" y="1212838"/>
                  </a:lnTo>
                  <a:close/>
                  <a:moveTo>
                    <a:pt x="664570" y="981849"/>
                  </a:moveTo>
                  <a:lnTo>
                    <a:pt x="631368" y="992609"/>
                  </a:lnTo>
                  <a:lnTo>
                    <a:pt x="623464" y="949239"/>
                  </a:lnTo>
                  <a:close/>
                  <a:moveTo>
                    <a:pt x="829272" y="1113388"/>
                  </a:moveTo>
                  <a:lnTo>
                    <a:pt x="840650" y="1155386"/>
                  </a:lnTo>
                  <a:lnTo>
                    <a:pt x="849748" y="1150167"/>
                  </a:lnTo>
                  <a:close/>
                  <a:moveTo>
                    <a:pt x="829272" y="1113388"/>
                  </a:moveTo>
                  <a:lnTo>
                    <a:pt x="849748" y="1150167"/>
                  </a:lnTo>
                  <a:lnTo>
                    <a:pt x="875713" y="1112345"/>
                  </a:lnTo>
                  <a:close/>
                  <a:moveTo>
                    <a:pt x="849748" y="1150167"/>
                  </a:moveTo>
                  <a:lnTo>
                    <a:pt x="917936" y="1095533"/>
                  </a:lnTo>
                  <a:lnTo>
                    <a:pt x="875713" y="1112345"/>
                  </a:lnTo>
                  <a:close/>
                  <a:moveTo>
                    <a:pt x="470994" y="615925"/>
                  </a:moveTo>
                  <a:lnTo>
                    <a:pt x="479711" y="640014"/>
                  </a:lnTo>
                  <a:lnTo>
                    <a:pt x="516249" y="641751"/>
                  </a:lnTo>
                  <a:close/>
                  <a:moveTo>
                    <a:pt x="882525" y="1004387"/>
                  </a:moveTo>
                  <a:lnTo>
                    <a:pt x="923839" y="1071524"/>
                  </a:lnTo>
                  <a:lnTo>
                    <a:pt x="882055" y="1028218"/>
                  </a:lnTo>
                  <a:close/>
                  <a:moveTo>
                    <a:pt x="891484" y="1059847"/>
                  </a:moveTo>
                  <a:lnTo>
                    <a:pt x="923839" y="1071524"/>
                  </a:lnTo>
                  <a:lnTo>
                    <a:pt x="882525" y="1004387"/>
                  </a:lnTo>
                  <a:close/>
                  <a:moveTo>
                    <a:pt x="812498" y="960593"/>
                  </a:moveTo>
                  <a:lnTo>
                    <a:pt x="851180" y="967127"/>
                  </a:lnTo>
                  <a:lnTo>
                    <a:pt x="842594" y="911365"/>
                  </a:lnTo>
                  <a:close/>
                  <a:moveTo>
                    <a:pt x="812498" y="960593"/>
                  </a:moveTo>
                  <a:lnTo>
                    <a:pt x="842594" y="911365"/>
                  </a:lnTo>
                  <a:lnTo>
                    <a:pt x="804496" y="904355"/>
                  </a:lnTo>
                  <a:close/>
                  <a:moveTo>
                    <a:pt x="516249" y="641751"/>
                  </a:moveTo>
                  <a:lnTo>
                    <a:pt x="546810" y="667462"/>
                  </a:lnTo>
                  <a:lnTo>
                    <a:pt x="547452" y="647685"/>
                  </a:lnTo>
                  <a:close/>
                  <a:moveTo>
                    <a:pt x="489500" y="591831"/>
                  </a:moveTo>
                  <a:lnTo>
                    <a:pt x="449300" y="615925"/>
                  </a:lnTo>
                  <a:lnTo>
                    <a:pt x="447898" y="564389"/>
                  </a:lnTo>
                  <a:close/>
                  <a:moveTo>
                    <a:pt x="633004" y="694905"/>
                  </a:moveTo>
                  <a:lnTo>
                    <a:pt x="627280" y="643368"/>
                  </a:lnTo>
                  <a:lnTo>
                    <a:pt x="641758" y="666536"/>
                  </a:lnTo>
                  <a:close/>
                  <a:moveTo>
                    <a:pt x="669485" y="460624"/>
                  </a:moveTo>
                  <a:lnTo>
                    <a:pt x="656145" y="447055"/>
                  </a:lnTo>
                  <a:lnTo>
                    <a:pt x="637548" y="440570"/>
                  </a:lnTo>
                  <a:close/>
                  <a:moveTo>
                    <a:pt x="637548" y="440570"/>
                  </a:moveTo>
                  <a:lnTo>
                    <a:pt x="687910" y="483973"/>
                  </a:lnTo>
                  <a:lnTo>
                    <a:pt x="669485" y="460624"/>
                  </a:lnTo>
                  <a:close/>
                  <a:moveTo>
                    <a:pt x="1277435" y="1034916"/>
                  </a:moveTo>
                  <a:lnTo>
                    <a:pt x="1277345" y="1036784"/>
                  </a:lnTo>
                  <a:lnTo>
                    <a:pt x="1280258" y="1037211"/>
                  </a:lnTo>
                  <a:close/>
                  <a:moveTo>
                    <a:pt x="1333030" y="1059843"/>
                  </a:moveTo>
                  <a:lnTo>
                    <a:pt x="1280258" y="1037211"/>
                  </a:lnTo>
                  <a:lnTo>
                    <a:pt x="1277345" y="1036784"/>
                  </a:lnTo>
                  <a:close/>
                  <a:moveTo>
                    <a:pt x="1307458" y="1010822"/>
                  </a:moveTo>
                  <a:lnTo>
                    <a:pt x="1277435" y="1034916"/>
                  </a:lnTo>
                  <a:lnTo>
                    <a:pt x="1280258" y="1037211"/>
                  </a:lnTo>
                  <a:close/>
                  <a:moveTo>
                    <a:pt x="1280258" y="1037211"/>
                  </a:moveTo>
                  <a:lnTo>
                    <a:pt x="1333030" y="1059843"/>
                  </a:lnTo>
                  <a:lnTo>
                    <a:pt x="1359189" y="1022746"/>
                  </a:lnTo>
                  <a:close/>
                  <a:moveTo>
                    <a:pt x="1359189" y="1022746"/>
                  </a:moveTo>
                  <a:lnTo>
                    <a:pt x="1333030" y="1059843"/>
                  </a:lnTo>
                  <a:lnTo>
                    <a:pt x="1412488" y="1047345"/>
                  </a:lnTo>
                  <a:close/>
                  <a:moveTo>
                    <a:pt x="1349802" y="890374"/>
                  </a:moveTo>
                  <a:lnTo>
                    <a:pt x="1361453" y="896312"/>
                  </a:lnTo>
                  <a:lnTo>
                    <a:pt x="1337839" y="883654"/>
                  </a:lnTo>
                  <a:close/>
                  <a:moveTo>
                    <a:pt x="1275751" y="849851"/>
                  </a:moveTo>
                  <a:lnTo>
                    <a:pt x="1297986" y="894518"/>
                  </a:lnTo>
                  <a:lnTo>
                    <a:pt x="1321814" y="883006"/>
                  </a:lnTo>
                  <a:close/>
                  <a:moveTo>
                    <a:pt x="1321814" y="883006"/>
                  </a:moveTo>
                  <a:lnTo>
                    <a:pt x="1297986" y="894518"/>
                  </a:lnTo>
                  <a:lnTo>
                    <a:pt x="1299537" y="907749"/>
                  </a:lnTo>
                  <a:close/>
                  <a:moveTo>
                    <a:pt x="1322670" y="832118"/>
                  </a:moveTo>
                  <a:lnTo>
                    <a:pt x="1275751" y="849851"/>
                  </a:lnTo>
                  <a:lnTo>
                    <a:pt x="1321814" y="883006"/>
                  </a:lnTo>
                  <a:close/>
                  <a:moveTo>
                    <a:pt x="1337839" y="883654"/>
                  </a:moveTo>
                  <a:lnTo>
                    <a:pt x="1322670" y="832118"/>
                  </a:lnTo>
                  <a:lnTo>
                    <a:pt x="1321814" y="883006"/>
                  </a:lnTo>
                  <a:close/>
                  <a:moveTo>
                    <a:pt x="1361453" y="896312"/>
                  </a:moveTo>
                  <a:lnTo>
                    <a:pt x="1415789" y="924789"/>
                  </a:lnTo>
                  <a:lnTo>
                    <a:pt x="1445059" y="899321"/>
                  </a:lnTo>
                  <a:close/>
                  <a:moveTo>
                    <a:pt x="1390597" y="870377"/>
                  </a:moveTo>
                  <a:lnTo>
                    <a:pt x="1361453" y="896312"/>
                  </a:lnTo>
                  <a:lnTo>
                    <a:pt x="1445059" y="899321"/>
                  </a:lnTo>
                  <a:close/>
                  <a:moveTo>
                    <a:pt x="1269196" y="729045"/>
                  </a:moveTo>
                  <a:lnTo>
                    <a:pt x="1270291" y="728805"/>
                  </a:lnTo>
                  <a:lnTo>
                    <a:pt x="1220917" y="720225"/>
                  </a:lnTo>
                  <a:close/>
                  <a:moveTo>
                    <a:pt x="1220917" y="720225"/>
                  </a:moveTo>
                  <a:lnTo>
                    <a:pt x="1270291" y="728805"/>
                  </a:lnTo>
                  <a:lnTo>
                    <a:pt x="1286054" y="654185"/>
                  </a:lnTo>
                  <a:close/>
                  <a:moveTo>
                    <a:pt x="1220917" y="720225"/>
                  </a:moveTo>
                  <a:lnTo>
                    <a:pt x="1286054" y="654185"/>
                  </a:lnTo>
                  <a:lnTo>
                    <a:pt x="1244933" y="675116"/>
                  </a:lnTo>
                  <a:close/>
                  <a:moveTo>
                    <a:pt x="1286054" y="654185"/>
                  </a:moveTo>
                  <a:lnTo>
                    <a:pt x="1270291" y="728805"/>
                  </a:lnTo>
                  <a:lnTo>
                    <a:pt x="1286195" y="653414"/>
                  </a:lnTo>
                  <a:close/>
                  <a:moveTo>
                    <a:pt x="1186941" y="632971"/>
                  </a:moveTo>
                  <a:lnTo>
                    <a:pt x="1157024" y="619439"/>
                  </a:lnTo>
                  <a:lnTo>
                    <a:pt x="1208558" y="601878"/>
                  </a:lnTo>
                  <a:close/>
                  <a:moveTo>
                    <a:pt x="1093625" y="574435"/>
                  </a:moveTo>
                  <a:lnTo>
                    <a:pt x="1157024" y="619439"/>
                  </a:lnTo>
                  <a:lnTo>
                    <a:pt x="1102399" y="563123"/>
                  </a:lnTo>
                  <a:close/>
                  <a:moveTo>
                    <a:pt x="1220223" y="582727"/>
                  </a:moveTo>
                  <a:lnTo>
                    <a:pt x="1157024" y="619439"/>
                  </a:lnTo>
                  <a:lnTo>
                    <a:pt x="1147483" y="620343"/>
                  </a:lnTo>
                  <a:close/>
                  <a:moveTo>
                    <a:pt x="1286059" y="653243"/>
                  </a:moveTo>
                  <a:lnTo>
                    <a:pt x="1286054" y="654185"/>
                  </a:lnTo>
                  <a:lnTo>
                    <a:pt x="1286195" y="653414"/>
                  </a:lnTo>
                  <a:close/>
                  <a:moveTo>
                    <a:pt x="1286059" y="653243"/>
                  </a:moveTo>
                  <a:lnTo>
                    <a:pt x="1286195" y="653414"/>
                  </a:lnTo>
                  <a:lnTo>
                    <a:pt x="1285662" y="652719"/>
                  </a:lnTo>
                  <a:close/>
                  <a:moveTo>
                    <a:pt x="1531427" y="818681"/>
                  </a:moveTo>
                  <a:lnTo>
                    <a:pt x="1573680" y="822313"/>
                  </a:lnTo>
                  <a:lnTo>
                    <a:pt x="1547906" y="780523"/>
                  </a:lnTo>
                  <a:close/>
                  <a:moveTo>
                    <a:pt x="1531427" y="818681"/>
                  </a:moveTo>
                  <a:lnTo>
                    <a:pt x="1547906" y="780523"/>
                  </a:lnTo>
                  <a:lnTo>
                    <a:pt x="1520348" y="764946"/>
                  </a:lnTo>
                  <a:close/>
                  <a:moveTo>
                    <a:pt x="1608798" y="831744"/>
                  </a:moveTo>
                  <a:lnTo>
                    <a:pt x="1573680" y="822313"/>
                  </a:lnTo>
                  <a:lnTo>
                    <a:pt x="1567095" y="871343"/>
                  </a:lnTo>
                  <a:close/>
                  <a:moveTo>
                    <a:pt x="1573680" y="822313"/>
                  </a:moveTo>
                  <a:lnTo>
                    <a:pt x="1608798" y="831744"/>
                  </a:lnTo>
                  <a:lnTo>
                    <a:pt x="1547906" y="780523"/>
                  </a:lnTo>
                  <a:close/>
                  <a:moveTo>
                    <a:pt x="1520348" y="764946"/>
                  </a:moveTo>
                  <a:lnTo>
                    <a:pt x="1547906" y="780523"/>
                  </a:lnTo>
                  <a:lnTo>
                    <a:pt x="1540217" y="770850"/>
                  </a:lnTo>
                  <a:close/>
                  <a:moveTo>
                    <a:pt x="1278950" y="399080"/>
                  </a:moveTo>
                  <a:lnTo>
                    <a:pt x="1236929" y="404231"/>
                  </a:lnTo>
                  <a:lnTo>
                    <a:pt x="1256152" y="451346"/>
                  </a:lnTo>
                  <a:close/>
                  <a:moveTo>
                    <a:pt x="1236929" y="404231"/>
                  </a:moveTo>
                  <a:lnTo>
                    <a:pt x="1278950" y="399080"/>
                  </a:lnTo>
                  <a:lnTo>
                    <a:pt x="1239589" y="385337"/>
                  </a:lnTo>
                  <a:close/>
                  <a:moveTo>
                    <a:pt x="1402367" y="374986"/>
                  </a:moveTo>
                  <a:lnTo>
                    <a:pt x="1342089" y="419211"/>
                  </a:lnTo>
                  <a:lnTo>
                    <a:pt x="1343907" y="393224"/>
                  </a:lnTo>
                  <a:close/>
                  <a:moveTo>
                    <a:pt x="1302387" y="388997"/>
                  </a:moveTo>
                  <a:lnTo>
                    <a:pt x="1311005" y="399080"/>
                  </a:lnTo>
                  <a:lnTo>
                    <a:pt x="1326118" y="359499"/>
                  </a:lnTo>
                  <a:close/>
                  <a:moveTo>
                    <a:pt x="1263991" y="169241"/>
                  </a:moveTo>
                  <a:lnTo>
                    <a:pt x="1210351" y="141117"/>
                  </a:lnTo>
                  <a:lnTo>
                    <a:pt x="1257259" y="168840"/>
                  </a:lnTo>
                  <a:close/>
                  <a:moveTo>
                    <a:pt x="1268788" y="184929"/>
                  </a:moveTo>
                  <a:lnTo>
                    <a:pt x="1257259" y="168840"/>
                  </a:lnTo>
                  <a:lnTo>
                    <a:pt x="1264276" y="144746"/>
                  </a:lnTo>
                  <a:close/>
                  <a:moveTo>
                    <a:pt x="1264122" y="167486"/>
                  </a:moveTo>
                  <a:lnTo>
                    <a:pt x="1333960" y="119021"/>
                  </a:lnTo>
                  <a:lnTo>
                    <a:pt x="1285119" y="111091"/>
                  </a:lnTo>
                  <a:close/>
                  <a:moveTo>
                    <a:pt x="1643791" y="50381"/>
                  </a:moveTo>
                  <a:lnTo>
                    <a:pt x="1660615" y="11943"/>
                  </a:lnTo>
                  <a:lnTo>
                    <a:pt x="1628586" y="0"/>
                  </a:lnTo>
                  <a:close/>
                  <a:moveTo>
                    <a:pt x="1776467" y="143968"/>
                  </a:moveTo>
                  <a:lnTo>
                    <a:pt x="1794610" y="191961"/>
                  </a:lnTo>
                  <a:lnTo>
                    <a:pt x="1804943" y="202980"/>
                  </a:lnTo>
                  <a:close/>
                  <a:moveTo>
                    <a:pt x="1776467" y="143968"/>
                  </a:moveTo>
                  <a:lnTo>
                    <a:pt x="1783644" y="151443"/>
                  </a:lnTo>
                  <a:lnTo>
                    <a:pt x="1757648" y="11546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96" name="Output_density__4295">
              <a:extLst>
                <a:ext uri="{FF2B5EF4-FFF2-40B4-BE49-F238E27FC236}">
                  <a16:creationId xmlns:a16="http://schemas.microsoft.com/office/drawing/2014/main" id="{4EF1D58E-35C0-8651-AF78-F47CFFC22D2B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318463"/>
              <a:ext cx="1778603" cy="1392558"/>
            </a:xfrm>
            <a:custGeom>
              <a:avLst/>
              <a:gdLst/>
              <a:ahLst/>
              <a:cxnLst/>
              <a:rect l="0" t="0" r="0" b="0"/>
              <a:pathLst>
                <a:path w="1778603" h="1392558">
                  <a:moveTo>
                    <a:pt x="438637" y="1300631"/>
                  </a:moveTo>
                  <a:lnTo>
                    <a:pt x="427496" y="1334880"/>
                  </a:lnTo>
                  <a:lnTo>
                    <a:pt x="459750" y="1320572"/>
                  </a:lnTo>
                  <a:close/>
                  <a:moveTo>
                    <a:pt x="389832" y="1273188"/>
                  </a:moveTo>
                  <a:lnTo>
                    <a:pt x="416300" y="1324725"/>
                  </a:lnTo>
                  <a:lnTo>
                    <a:pt x="438637" y="1300631"/>
                  </a:lnTo>
                  <a:close/>
                  <a:moveTo>
                    <a:pt x="0" y="809359"/>
                  </a:moveTo>
                  <a:lnTo>
                    <a:pt x="2136" y="860896"/>
                  </a:lnTo>
                  <a:lnTo>
                    <a:pt x="9083" y="836802"/>
                  </a:lnTo>
                  <a:close/>
                  <a:moveTo>
                    <a:pt x="542508" y="1320412"/>
                  </a:moveTo>
                  <a:lnTo>
                    <a:pt x="488340" y="1276537"/>
                  </a:lnTo>
                  <a:lnTo>
                    <a:pt x="459750" y="1320572"/>
                  </a:lnTo>
                  <a:close/>
                  <a:moveTo>
                    <a:pt x="642158" y="1379611"/>
                  </a:moveTo>
                  <a:lnTo>
                    <a:pt x="636112" y="1392349"/>
                  </a:lnTo>
                  <a:lnTo>
                    <a:pt x="655243" y="1392558"/>
                  </a:lnTo>
                  <a:close/>
                  <a:moveTo>
                    <a:pt x="675536" y="1355516"/>
                  </a:moveTo>
                  <a:lnTo>
                    <a:pt x="655243" y="1392558"/>
                  </a:lnTo>
                  <a:lnTo>
                    <a:pt x="683040" y="1361585"/>
                  </a:lnTo>
                  <a:close/>
                  <a:moveTo>
                    <a:pt x="675536" y="1355516"/>
                  </a:moveTo>
                  <a:lnTo>
                    <a:pt x="642158" y="1379611"/>
                  </a:lnTo>
                  <a:lnTo>
                    <a:pt x="655243" y="1392558"/>
                  </a:lnTo>
                  <a:close/>
                  <a:moveTo>
                    <a:pt x="637234" y="1328074"/>
                  </a:moveTo>
                  <a:lnTo>
                    <a:pt x="642158" y="1379611"/>
                  </a:lnTo>
                  <a:lnTo>
                    <a:pt x="675536" y="1355516"/>
                  </a:lnTo>
                  <a:close/>
                  <a:moveTo>
                    <a:pt x="637234" y="1328074"/>
                  </a:moveTo>
                  <a:lnTo>
                    <a:pt x="675536" y="1355516"/>
                  </a:lnTo>
                  <a:lnTo>
                    <a:pt x="652322" y="1303980"/>
                  </a:lnTo>
                  <a:close/>
                  <a:moveTo>
                    <a:pt x="683040" y="1361585"/>
                  </a:moveTo>
                  <a:lnTo>
                    <a:pt x="655243" y="1392558"/>
                  </a:lnTo>
                  <a:lnTo>
                    <a:pt x="734087" y="1377764"/>
                  </a:lnTo>
                  <a:close/>
                  <a:moveTo>
                    <a:pt x="451297" y="1121927"/>
                  </a:moveTo>
                  <a:lnTo>
                    <a:pt x="461657" y="1173464"/>
                  </a:lnTo>
                  <a:lnTo>
                    <a:pt x="446693" y="1118682"/>
                  </a:lnTo>
                  <a:close/>
                  <a:moveTo>
                    <a:pt x="461657" y="1173464"/>
                  </a:moveTo>
                  <a:lnTo>
                    <a:pt x="471821" y="1160996"/>
                  </a:lnTo>
                  <a:lnTo>
                    <a:pt x="446693" y="1118682"/>
                  </a:lnTo>
                  <a:close/>
                  <a:moveTo>
                    <a:pt x="268858" y="898340"/>
                  </a:moveTo>
                  <a:lnTo>
                    <a:pt x="238773" y="883505"/>
                  </a:lnTo>
                  <a:lnTo>
                    <a:pt x="220428" y="899731"/>
                  </a:lnTo>
                  <a:close/>
                  <a:moveTo>
                    <a:pt x="268858" y="898340"/>
                  </a:moveTo>
                  <a:lnTo>
                    <a:pt x="288240" y="893778"/>
                  </a:lnTo>
                  <a:lnTo>
                    <a:pt x="238773" y="883505"/>
                  </a:lnTo>
                  <a:close/>
                  <a:moveTo>
                    <a:pt x="675536" y="1355516"/>
                  </a:moveTo>
                  <a:lnTo>
                    <a:pt x="683040" y="1361585"/>
                  </a:lnTo>
                  <a:lnTo>
                    <a:pt x="689398" y="1349029"/>
                  </a:lnTo>
                  <a:close/>
                  <a:moveTo>
                    <a:pt x="659651" y="1274138"/>
                  </a:moveTo>
                  <a:lnTo>
                    <a:pt x="652322" y="1303980"/>
                  </a:lnTo>
                  <a:lnTo>
                    <a:pt x="664217" y="1228349"/>
                  </a:lnTo>
                  <a:close/>
                  <a:moveTo>
                    <a:pt x="661611" y="1246132"/>
                  </a:moveTo>
                  <a:lnTo>
                    <a:pt x="664217" y="1228349"/>
                  </a:lnTo>
                  <a:lnTo>
                    <a:pt x="672498" y="1187271"/>
                  </a:lnTo>
                  <a:close/>
                  <a:moveTo>
                    <a:pt x="692954" y="1252443"/>
                  </a:moveTo>
                  <a:lnTo>
                    <a:pt x="672498" y="1187271"/>
                  </a:lnTo>
                  <a:lnTo>
                    <a:pt x="677944" y="1176813"/>
                  </a:lnTo>
                  <a:close/>
                  <a:moveTo>
                    <a:pt x="479462" y="1029298"/>
                  </a:moveTo>
                  <a:lnTo>
                    <a:pt x="477372" y="981756"/>
                  </a:lnTo>
                  <a:lnTo>
                    <a:pt x="494669" y="1046297"/>
                  </a:lnTo>
                  <a:close/>
                  <a:moveTo>
                    <a:pt x="476053" y="970666"/>
                  </a:moveTo>
                  <a:lnTo>
                    <a:pt x="472558" y="963759"/>
                  </a:lnTo>
                  <a:lnTo>
                    <a:pt x="444526" y="993853"/>
                  </a:lnTo>
                  <a:close/>
                  <a:moveTo>
                    <a:pt x="416970" y="930601"/>
                  </a:moveTo>
                  <a:lnTo>
                    <a:pt x="396796" y="990072"/>
                  </a:lnTo>
                  <a:lnTo>
                    <a:pt x="472558" y="963759"/>
                  </a:lnTo>
                  <a:close/>
                  <a:moveTo>
                    <a:pt x="817600" y="1320766"/>
                  </a:moveTo>
                  <a:lnTo>
                    <a:pt x="812607" y="1361764"/>
                  </a:lnTo>
                  <a:lnTo>
                    <a:pt x="868868" y="1379811"/>
                  </a:lnTo>
                  <a:close/>
                  <a:moveTo>
                    <a:pt x="873765" y="1313087"/>
                  </a:moveTo>
                  <a:lnTo>
                    <a:pt x="817600" y="1320766"/>
                  </a:lnTo>
                  <a:lnTo>
                    <a:pt x="868868" y="1379811"/>
                  </a:lnTo>
                  <a:close/>
                  <a:moveTo>
                    <a:pt x="931575" y="1322312"/>
                  </a:moveTo>
                  <a:lnTo>
                    <a:pt x="908484" y="1307329"/>
                  </a:lnTo>
                  <a:lnTo>
                    <a:pt x="924308" y="1372722"/>
                  </a:lnTo>
                  <a:close/>
                  <a:moveTo>
                    <a:pt x="924308" y="1372722"/>
                  </a:moveTo>
                  <a:lnTo>
                    <a:pt x="908484" y="1307329"/>
                  </a:lnTo>
                  <a:lnTo>
                    <a:pt x="873765" y="1313087"/>
                  </a:lnTo>
                  <a:close/>
                  <a:moveTo>
                    <a:pt x="924308" y="1372722"/>
                  </a:moveTo>
                  <a:lnTo>
                    <a:pt x="873765" y="1313087"/>
                  </a:lnTo>
                  <a:lnTo>
                    <a:pt x="868868" y="1379811"/>
                  </a:lnTo>
                  <a:close/>
                  <a:moveTo>
                    <a:pt x="817600" y="1320766"/>
                  </a:moveTo>
                  <a:lnTo>
                    <a:pt x="761908" y="1346885"/>
                  </a:lnTo>
                  <a:lnTo>
                    <a:pt x="812607" y="1361764"/>
                  </a:lnTo>
                  <a:close/>
                  <a:moveTo>
                    <a:pt x="764766" y="1325737"/>
                  </a:moveTo>
                  <a:lnTo>
                    <a:pt x="817600" y="1320766"/>
                  </a:lnTo>
                  <a:lnTo>
                    <a:pt x="813068" y="1261708"/>
                  </a:lnTo>
                  <a:close/>
                  <a:moveTo>
                    <a:pt x="817600" y="1320766"/>
                  </a:moveTo>
                  <a:lnTo>
                    <a:pt x="859915" y="1261604"/>
                  </a:lnTo>
                  <a:lnTo>
                    <a:pt x="813068" y="1261708"/>
                  </a:lnTo>
                  <a:close/>
                  <a:moveTo>
                    <a:pt x="850306" y="1206673"/>
                  </a:moveTo>
                  <a:lnTo>
                    <a:pt x="813068" y="1261708"/>
                  </a:lnTo>
                  <a:lnTo>
                    <a:pt x="859915" y="1261604"/>
                  </a:lnTo>
                  <a:close/>
                  <a:moveTo>
                    <a:pt x="677944" y="1176813"/>
                  </a:moveTo>
                  <a:lnTo>
                    <a:pt x="672498" y="1187271"/>
                  </a:lnTo>
                  <a:lnTo>
                    <a:pt x="676336" y="1171418"/>
                  </a:lnTo>
                  <a:close/>
                  <a:moveTo>
                    <a:pt x="666027" y="1163076"/>
                  </a:moveTo>
                  <a:lnTo>
                    <a:pt x="677944" y="1176813"/>
                  </a:lnTo>
                  <a:lnTo>
                    <a:pt x="676336" y="1171418"/>
                  </a:lnTo>
                  <a:close/>
                  <a:moveTo>
                    <a:pt x="988190" y="1296026"/>
                  </a:moveTo>
                  <a:lnTo>
                    <a:pt x="933945" y="1302145"/>
                  </a:lnTo>
                  <a:lnTo>
                    <a:pt x="931575" y="1322312"/>
                  </a:lnTo>
                  <a:close/>
                  <a:moveTo>
                    <a:pt x="619860" y="991121"/>
                  </a:moveTo>
                  <a:lnTo>
                    <a:pt x="666707" y="1030719"/>
                  </a:lnTo>
                  <a:lnTo>
                    <a:pt x="625600" y="998109"/>
                  </a:lnTo>
                  <a:close/>
                  <a:moveTo>
                    <a:pt x="925975" y="1120395"/>
                  </a:moveTo>
                  <a:lnTo>
                    <a:pt x="877849" y="1161215"/>
                  </a:lnTo>
                  <a:lnTo>
                    <a:pt x="920072" y="1144404"/>
                  </a:lnTo>
                  <a:close/>
                  <a:moveTo>
                    <a:pt x="836838" y="1054154"/>
                  </a:moveTo>
                  <a:lnTo>
                    <a:pt x="853316" y="1015997"/>
                  </a:lnTo>
                  <a:lnTo>
                    <a:pt x="814634" y="1009463"/>
                  </a:lnTo>
                  <a:close/>
                  <a:moveTo>
                    <a:pt x="911140" y="1069713"/>
                  </a:moveTo>
                  <a:lnTo>
                    <a:pt x="885349" y="1052994"/>
                  </a:lnTo>
                  <a:lnTo>
                    <a:pt x="922477" y="1018496"/>
                  </a:lnTo>
                  <a:close/>
                  <a:moveTo>
                    <a:pt x="814634" y="1009463"/>
                  </a:moveTo>
                  <a:lnTo>
                    <a:pt x="806633" y="953225"/>
                  </a:lnTo>
                  <a:lnTo>
                    <a:pt x="760285" y="1015666"/>
                  </a:lnTo>
                  <a:close/>
                  <a:moveTo>
                    <a:pt x="788363" y="905335"/>
                  </a:moveTo>
                  <a:lnTo>
                    <a:pt x="722566" y="922479"/>
                  </a:lnTo>
                  <a:lnTo>
                    <a:pt x="806633" y="953225"/>
                  </a:lnTo>
                  <a:close/>
                  <a:moveTo>
                    <a:pt x="597851" y="743775"/>
                  </a:moveTo>
                  <a:lnTo>
                    <a:pt x="549588" y="696555"/>
                  </a:lnTo>
                  <a:lnTo>
                    <a:pt x="548946" y="716332"/>
                  </a:lnTo>
                  <a:close/>
                  <a:moveTo>
                    <a:pt x="473131" y="664795"/>
                  </a:moveTo>
                  <a:lnTo>
                    <a:pt x="518385" y="690621"/>
                  </a:lnTo>
                  <a:lnTo>
                    <a:pt x="496448" y="640701"/>
                  </a:lnTo>
                  <a:close/>
                  <a:moveTo>
                    <a:pt x="451506" y="613259"/>
                  </a:moveTo>
                  <a:lnTo>
                    <a:pt x="473131" y="664795"/>
                  </a:lnTo>
                  <a:lnTo>
                    <a:pt x="496448" y="640701"/>
                  </a:lnTo>
                  <a:close/>
                  <a:moveTo>
                    <a:pt x="451506" y="613259"/>
                  </a:moveTo>
                  <a:lnTo>
                    <a:pt x="496448" y="640701"/>
                  </a:lnTo>
                  <a:lnTo>
                    <a:pt x="488729" y="589165"/>
                  </a:lnTo>
                  <a:close/>
                  <a:moveTo>
                    <a:pt x="451506" y="613259"/>
                  </a:moveTo>
                  <a:lnTo>
                    <a:pt x="488729" y="589165"/>
                  </a:lnTo>
                  <a:lnTo>
                    <a:pt x="449874" y="609147"/>
                  </a:lnTo>
                  <a:close/>
                  <a:moveTo>
                    <a:pt x="885349" y="1052994"/>
                  </a:moveTo>
                  <a:lnTo>
                    <a:pt x="941875" y="1091020"/>
                  </a:lnTo>
                  <a:lnTo>
                    <a:pt x="885330" y="1052714"/>
                  </a:lnTo>
                  <a:close/>
                  <a:moveTo>
                    <a:pt x="664606" y="753066"/>
                  </a:moveTo>
                  <a:lnTo>
                    <a:pt x="635140" y="743775"/>
                  </a:lnTo>
                  <a:lnTo>
                    <a:pt x="638792" y="724758"/>
                  </a:lnTo>
                  <a:close/>
                  <a:moveTo>
                    <a:pt x="446069" y="460020"/>
                  </a:moveTo>
                  <a:lnTo>
                    <a:pt x="462781" y="461998"/>
                  </a:lnTo>
                  <a:lnTo>
                    <a:pt x="467717" y="474162"/>
                  </a:lnTo>
                  <a:close/>
                  <a:moveTo>
                    <a:pt x="396121" y="447952"/>
                  </a:moveTo>
                  <a:lnTo>
                    <a:pt x="432416" y="448753"/>
                  </a:lnTo>
                  <a:lnTo>
                    <a:pt x="446069" y="460020"/>
                  </a:lnTo>
                  <a:close/>
                  <a:moveTo>
                    <a:pt x="671621" y="509494"/>
                  </a:moveTo>
                  <a:lnTo>
                    <a:pt x="722806" y="540977"/>
                  </a:lnTo>
                  <a:lnTo>
                    <a:pt x="658281" y="495925"/>
                  </a:lnTo>
                  <a:close/>
                  <a:moveTo>
                    <a:pt x="722806" y="540977"/>
                  </a:moveTo>
                  <a:lnTo>
                    <a:pt x="725514" y="541991"/>
                  </a:lnTo>
                  <a:lnTo>
                    <a:pt x="658281" y="495925"/>
                  </a:lnTo>
                  <a:close/>
                  <a:moveTo>
                    <a:pt x="727421" y="543443"/>
                  </a:moveTo>
                  <a:lnTo>
                    <a:pt x="725514" y="541991"/>
                  </a:lnTo>
                  <a:lnTo>
                    <a:pt x="722806" y="540977"/>
                  </a:lnTo>
                  <a:close/>
                  <a:moveTo>
                    <a:pt x="617332" y="481191"/>
                  </a:moveTo>
                  <a:lnTo>
                    <a:pt x="579465" y="474516"/>
                  </a:lnTo>
                  <a:lnTo>
                    <a:pt x="534969" y="482827"/>
                  </a:lnTo>
                  <a:close/>
                  <a:moveTo>
                    <a:pt x="627339" y="478830"/>
                  </a:moveTo>
                  <a:lnTo>
                    <a:pt x="639685" y="489440"/>
                  </a:lnTo>
                  <a:lnTo>
                    <a:pt x="658281" y="495925"/>
                  </a:lnTo>
                  <a:close/>
                  <a:moveTo>
                    <a:pt x="617332" y="481191"/>
                  </a:moveTo>
                  <a:lnTo>
                    <a:pt x="639685" y="489440"/>
                  </a:lnTo>
                  <a:lnTo>
                    <a:pt x="627339" y="478830"/>
                  </a:lnTo>
                  <a:close/>
                  <a:moveTo>
                    <a:pt x="579465" y="474516"/>
                  </a:moveTo>
                  <a:lnTo>
                    <a:pt x="617332" y="481191"/>
                  </a:lnTo>
                  <a:lnTo>
                    <a:pt x="627339" y="478830"/>
                  </a:lnTo>
                  <a:close/>
                  <a:moveTo>
                    <a:pt x="963915" y="838579"/>
                  </a:moveTo>
                  <a:lnTo>
                    <a:pt x="1008006" y="840716"/>
                  </a:lnTo>
                  <a:lnTo>
                    <a:pt x="1001513" y="783252"/>
                  </a:lnTo>
                  <a:close/>
                  <a:moveTo>
                    <a:pt x="1072111" y="826103"/>
                  </a:moveTo>
                  <a:lnTo>
                    <a:pt x="1072221" y="824311"/>
                  </a:lnTo>
                  <a:lnTo>
                    <a:pt x="1008006" y="840716"/>
                  </a:lnTo>
                  <a:close/>
                  <a:moveTo>
                    <a:pt x="1008006" y="840716"/>
                  </a:moveTo>
                  <a:lnTo>
                    <a:pt x="1072221" y="824311"/>
                  </a:lnTo>
                  <a:lnTo>
                    <a:pt x="1054100" y="778482"/>
                  </a:lnTo>
                  <a:close/>
                  <a:moveTo>
                    <a:pt x="942814" y="792992"/>
                  </a:moveTo>
                  <a:lnTo>
                    <a:pt x="926404" y="763377"/>
                  </a:lnTo>
                  <a:lnTo>
                    <a:pt x="904805" y="723166"/>
                  </a:lnTo>
                  <a:close/>
                  <a:moveTo>
                    <a:pt x="690047" y="532843"/>
                  </a:moveTo>
                  <a:lnTo>
                    <a:pt x="761860" y="575185"/>
                  </a:lnTo>
                  <a:lnTo>
                    <a:pt x="722806" y="540977"/>
                  </a:lnTo>
                  <a:close/>
                  <a:moveTo>
                    <a:pt x="722806" y="540977"/>
                  </a:moveTo>
                  <a:lnTo>
                    <a:pt x="761860" y="575185"/>
                  </a:lnTo>
                  <a:lnTo>
                    <a:pt x="727421" y="543443"/>
                  </a:lnTo>
                  <a:close/>
                  <a:moveTo>
                    <a:pt x="690047" y="532843"/>
                  </a:moveTo>
                  <a:lnTo>
                    <a:pt x="722806" y="540977"/>
                  </a:lnTo>
                  <a:lnTo>
                    <a:pt x="671621" y="509494"/>
                  </a:lnTo>
                  <a:close/>
                  <a:moveTo>
                    <a:pt x="808236" y="516883"/>
                  </a:moveTo>
                  <a:lnTo>
                    <a:pt x="804069" y="578853"/>
                  </a:lnTo>
                  <a:lnTo>
                    <a:pt x="806881" y="530955"/>
                  </a:lnTo>
                  <a:close/>
                  <a:moveTo>
                    <a:pt x="1309595" y="1059692"/>
                  </a:moveTo>
                  <a:lnTo>
                    <a:pt x="1282394" y="1086082"/>
                  </a:lnTo>
                  <a:lnTo>
                    <a:pt x="1311900" y="1061500"/>
                  </a:lnTo>
                  <a:close/>
                  <a:moveTo>
                    <a:pt x="1236398" y="1032249"/>
                  </a:moveTo>
                  <a:lnTo>
                    <a:pt x="1279572" y="1083786"/>
                  </a:lnTo>
                  <a:lnTo>
                    <a:pt x="1309595" y="1059692"/>
                  </a:lnTo>
                  <a:close/>
                  <a:moveTo>
                    <a:pt x="1311900" y="1061500"/>
                  </a:moveTo>
                  <a:lnTo>
                    <a:pt x="1282394" y="1086082"/>
                  </a:lnTo>
                  <a:lnTo>
                    <a:pt x="1361325" y="1071616"/>
                  </a:lnTo>
                  <a:close/>
                  <a:moveTo>
                    <a:pt x="1098445" y="787459"/>
                  </a:moveTo>
                  <a:lnTo>
                    <a:pt x="1122802" y="750472"/>
                  </a:lnTo>
                  <a:lnTo>
                    <a:pt x="1079201" y="774566"/>
                  </a:lnTo>
                  <a:close/>
                  <a:moveTo>
                    <a:pt x="1426997" y="1041692"/>
                  </a:moveTo>
                  <a:lnTo>
                    <a:pt x="1414624" y="1096215"/>
                  </a:lnTo>
                  <a:lnTo>
                    <a:pt x="1467424" y="1109550"/>
                  </a:lnTo>
                  <a:close/>
                  <a:moveTo>
                    <a:pt x="1309595" y="1059692"/>
                  </a:moveTo>
                  <a:lnTo>
                    <a:pt x="1311900" y="1061500"/>
                  </a:lnTo>
                  <a:lnTo>
                    <a:pt x="1312734" y="1058621"/>
                  </a:lnTo>
                  <a:close/>
                  <a:moveTo>
                    <a:pt x="1365924" y="1053360"/>
                  </a:moveTo>
                  <a:lnTo>
                    <a:pt x="1311900" y="1061500"/>
                  </a:lnTo>
                  <a:lnTo>
                    <a:pt x="1361325" y="1071616"/>
                  </a:lnTo>
                  <a:close/>
                  <a:moveTo>
                    <a:pt x="1365924" y="1053360"/>
                  </a:moveTo>
                  <a:lnTo>
                    <a:pt x="1312734" y="1058621"/>
                  </a:lnTo>
                  <a:lnTo>
                    <a:pt x="1311900" y="1061500"/>
                  </a:lnTo>
                  <a:close/>
                  <a:moveTo>
                    <a:pt x="1312734" y="1058621"/>
                  </a:moveTo>
                  <a:lnTo>
                    <a:pt x="1365924" y="1053360"/>
                  </a:lnTo>
                  <a:lnTo>
                    <a:pt x="1360694" y="994869"/>
                  </a:lnTo>
                  <a:close/>
                  <a:moveTo>
                    <a:pt x="1426997" y="1041692"/>
                  </a:moveTo>
                  <a:lnTo>
                    <a:pt x="1361325" y="1071616"/>
                  </a:lnTo>
                  <a:lnTo>
                    <a:pt x="1414624" y="1096215"/>
                  </a:lnTo>
                  <a:close/>
                  <a:moveTo>
                    <a:pt x="1426997" y="1041692"/>
                  </a:moveTo>
                  <a:lnTo>
                    <a:pt x="1365924" y="1053360"/>
                  </a:lnTo>
                  <a:lnTo>
                    <a:pt x="1361325" y="1071616"/>
                  </a:lnTo>
                  <a:close/>
                  <a:moveTo>
                    <a:pt x="1365924" y="1053360"/>
                  </a:moveTo>
                  <a:lnTo>
                    <a:pt x="1426997" y="1041692"/>
                  </a:lnTo>
                  <a:lnTo>
                    <a:pt x="1417735" y="986478"/>
                  </a:lnTo>
                  <a:close/>
                  <a:moveTo>
                    <a:pt x="1426997" y="1041692"/>
                  </a:moveTo>
                  <a:lnTo>
                    <a:pt x="1464864" y="986145"/>
                  </a:lnTo>
                  <a:lnTo>
                    <a:pt x="1417735" y="986478"/>
                  </a:lnTo>
                  <a:close/>
                  <a:moveTo>
                    <a:pt x="1360694" y="994869"/>
                  </a:moveTo>
                  <a:lnTo>
                    <a:pt x="1336170" y="977564"/>
                  </a:lnTo>
                  <a:lnTo>
                    <a:pt x="1301674" y="956619"/>
                  </a:lnTo>
                  <a:close/>
                  <a:moveTo>
                    <a:pt x="1271332" y="777915"/>
                  </a:moveTo>
                  <a:lnTo>
                    <a:pt x="1222817" y="853545"/>
                  </a:lnTo>
                  <a:lnTo>
                    <a:pt x="1276126" y="829452"/>
                  </a:lnTo>
                  <a:close/>
                  <a:moveTo>
                    <a:pt x="1128450" y="726379"/>
                  </a:moveTo>
                  <a:lnTo>
                    <a:pt x="1153425" y="683442"/>
                  </a:lnTo>
                  <a:lnTo>
                    <a:pt x="1109589" y="698936"/>
                  </a:lnTo>
                  <a:close/>
                  <a:moveTo>
                    <a:pt x="1095761" y="623305"/>
                  </a:moveTo>
                  <a:lnTo>
                    <a:pt x="1139393" y="684379"/>
                  </a:lnTo>
                  <a:lnTo>
                    <a:pt x="1149619" y="669213"/>
                  </a:lnTo>
                  <a:close/>
                  <a:moveTo>
                    <a:pt x="1109589" y="698936"/>
                  </a:moveTo>
                  <a:lnTo>
                    <a:pt x="1139393" y="684379"/>
                  </a:lnTo>
                  <a:lnTo>
                    <a:pt x="1095761" y="623305"/>
                  </a:lnTo>
                  <a:close/>
                  <a:moveTo>
                    <a:pt x="1072008" y="647399"/>
                  </a:moveTo>
                  <a:lnTo>
                    <a:pt x="1109589" y="698936"/>
                  </a:lnTo>
                  <a:lnTo>
                    <a:pt x="1095761" y="623305"/>
                  </a:lnTo>
                  <a:close/>
                  <a:moveTo>
                    <a:pt x="1377445" y="908431"/>
                  </a:moveTo>
                  <a:lnTo>
                    <a:pt x="1339976" y="932525"/>
                  </a:lnTo>
                  <a:lnTo>
                    <a:pt x="1363590" y="945182"/>
                  </a:lnTo>
                  <a:close/>
                  <a:moveTo>
                    <a:pt x="1271332" y="777915"/>
                  </a:moveTo>
                  <a:lnTo>
                    <a:pt x="1290977" y="825338"/>
                  </a:lnTo>
                  <a:lnTo>
                    <a:pt x="1272427" y="777675"/>
                  </a:lnTo>
                  <a:close/>
                  <a:moveTo>
                    <a:pt x="1271332" y="777915"/>
                  </a:moveTo>
                  <a:lnTo>
                    <a:pt x="1276126" y="829452"/>
                  </a:lnTo>
                  <a:lnTo>
                    <a:pt x="1290977" y="825338"/>
                  </a:lnTo>
                  <a:close/>
                  <a:moveTo>
                    <a:pt x="1265122" y="658128"/>
                  </a:moveTo>
                  <a:lnTo>
                    <a:pt x="1287798" y="701589"/>
                  </a:lnTo>
                  <a:lnTo>
                    <a:pt x="1288332" y="702285"/>
                  </a:lnTo>
                  <a:close/>
                  <a:moveTo>
                    <a:pt x="1149619" y="669213"/>
                  </a:moveTo>
                  <a:lnTo>
                    <a:pt x="1159160" y="668309"/>
                  </a:lnTo>
                  <a:lnTo>
                    <a:pt x="1095761" y="623305"/>
                  </a:lnTo>
                  <a:close/>
                  <a:moveTo>
                    <a:pt x="1222359" y="631597"/>
                  </a:moveTo>
                  <a:lnTo>
                    <a:pt x="1149619" y="669213"/>
                  </a:lnTo>
                  <a:lnTo>
                    <a:pt x="1193701" y="659350"/>
                  </a:lnTo>
                  <a:close/>
                  <a:moveTo>
                    <a:pt x="958012" y="466921"/>
                  </a:moveTo>
                  <a:lnTo>
                    <a:pt x="1010307" y="497700"/>
                  </a:lnTo>
                  <a:lnTo>
                    <a:pt x="962126" y="468695"/>
                  </a:lnTo>
                  <a:close/>
                  <a:moveTo>
                    <a:pt x="1042617" y="444601"/>
                  </a:moveTo>
                  <a:lnTo>
                    <a:pt x="1026272" y="468695"/>
                  </a:lnTo>
                  <a:lnTo>
                    <a:pt x="1048789" y="496138"/>
                  </a:lnTo>
                  <a:close/>
                  <a:moveTo>
                    <a:pt x="1006415" y="417158"/>
                  </a:moveTo>
                  <a:lnTo>
                    <a:pt x="1026272" y="468695"/>
                  </a:lnTo>
                  <a:lnTo>
                    <a:pt x="1042617" y="444601"/>
                  </a:lnTo>
                  <a:close/>
                  <a:moveTo>
                    <a:pt x="1288195" y="702113"/>
                  </a:moveTo>
                  <a:lnTo>
                    <a:pt x="1247069" y="723986"/>
                  </a:lnTo>
                  <a:lnTo>
                    <a:pt x="1288191" y="703056"/>
                  </a:lnTo>
                  <a:close/>
                  <a:moveTo>
                    <a:pt x="1288195" y="702113"/>
                  </a:moveTo>
                  <a:lnTo>
                    <a:pt x="1246149" y="698314"/>
                  </a:lnTo>
                  <a:lnTo>
                    <a:pt x="1247069" y="723986"/>
                  </a:lnTo>
                  <a:close/>
                  <a:moveTo>
                    <a:pt x="1246149" y="698314"/>
                  </a:moveTo>
                  <a:lnTo>
                    <a:pt x="1287798" y="701589"/>
                  </a:lnTo>
                  <a:lnTo>
                    <a:pt x="1237263" y="687321"/>
                  </a:lnTo>
                  <a:close/>
                  <a:moveTo>
                    <a:pt x="1246149" y="698314"/>
                  </a:moveTo>
                  <a:lnTo>
                    <a:pt x="1288195" y="702113"/>
                  </a:lnTo>
                  <a:lnTo>
                    <a:pt x="1287798" y="701589"/>
                  </a:lnTo>
                  <a:close/>
                  <a:moveTo>
                    <a:pt x="1478915" y="811254"/>
                  </a:moveTo>
                  <a:lnTo>
                    <a:pt x="1522484" y="813816"/>
                  </a:lnTo>
                  <a:lnTo>
                    <a:pt x="1491926" y="805855"/>
                  </a:lnTo>
                  <a:close/>
                  <a:moveTo>
                    <a:pt x="1522484" y="813816"/>
                  </a:moveTo>
                  <a:lnTo>
                    <a:pt x="1542353" y="819720"/>
                  </a:lnTo>
                  <a:lnTo>
                    <a:pt x="1491926" y="805855"/>
                  </a:lnTo>
                  <a:close/>
                  <a:moveTo>
                    <a:pt x="1344225" y="468081"/>
                  </a:moveTo>
                  <a:lnTo>
                    <a:pt x="1336646" y="449734"/>
                  </a:lnTo>
                  <a:lnTo>
                    <a:pt x="1313141" y="447950"/>
                  </a:lnTo>
                  <a:close/>
                  <a:moveTo>
                    <a:pt x="1281087" y="447950"/>
                  </a:moveTo>
                  <a:lnTo>
                    <a:pt x="1304523" y="437867"/>
                  </a:lnTo>
                  <a:lnTo>
                    <a:pt x="1241726" y="434207"/>
                  </a:lnTo>
                  <a:close/>
                  <a:moveTo>
                    <a:pt x="1346044" y="442094"/>
                  </a:moveTo>
                  <a:lnTo>
                    <a:pt x="1334249" y="423856"/>
                  </a:lnTo>
                  <a:lnTo>
                    <a:pt x="1328254" y="408369"/>
                  </a:lnTo>
                  <a:close/>
                  <a:moveTo>
                    <a:pt x="1328254" y="408369"/>
                  </a:moveTo>
                  <a:lnTo>
                    <a:pt x="1334249" y="423856"/>
                  </a:lnTo>
                  <a:lnTo>
                    <a:pt x="1318660" y="412274"/>
                  </a:lnTo>
                  <a:close/>
                  <a:moveTo>
                    <a:pt x="1318660" y="412274"/>
                  </a:moveTo>
                  <a:lnTo>
                    <a:pt x="1304523" y="437867"/>
                  </a:lnTo>
                  <a:lnTo>
                    <a:pt x="1328254" y="408369"/>
                  </a:lnTo>
                  <a:close/>
                  <a:moveTo>
                    <a:pt x="1352961" y="230945"/>
                  </a:moveTo>
                  <a:lnTo>
                    <a:pt x="1270924" y="233799"/>
                  </a:lnTo>
                  <a:lnTo>
                    <a:pt x="1303163" y="219434"/>
                  </a:lnTo>
                  <a:close/>
                  <a:moveTo>
                    <a:pt x="1670231" y="204979"/>
                  </a:moveTo>
                  <a:lnTo>
                    <a:pt x="1701318" y="154945"/>
                  </a:lnTo>
                  <a:lnTo>
                    <a:pt x="1659211" y="151195"/>
                  </a:lnTo>
                  <a:close/>
                  <a:moveTo>
                    <a:pt x="1659211" y="151195"/>
                  </a:moveTo>
                  <a:lnTo>
                    <a:pt x="1701318" y="154945"/>
                  </a:lnTo>
                  <a:lnTo>
                    <a:pt x="1685130" y="105363"/>
                  </a:lnTo>
                  <a:close/>
                  <a:moveTo>
                    <a:pt x="1659211" y="151195"/>
                  </a:moveTo>
                  <a:lnTo>
                    <a:pt x="1685130" y="105363"/>
                  </a:lnTo>
                  <a:lnTo>
                    <a:pt x="1645927" y="99251"/>
                  </a:lnTo>
                  <a:close/>
                  <a:moveTo>
                    <a:pt x="1659211" y="151195"/>
                  </a:moveTo>
                  <a:lnTo>
                    <a:pt x="1645927" y="99251"/>
                  </a:lnTo>
                  <a:lnTo>
                    <a:pt x="1646227" y="148777"/>
                  </a:lnTo>
                  <a:close/>
                  <a:moveTo>
                    <a:pt x="1645927" y="99251"/>
                  </a:moveTo>
                  <a:lnTo>
                    <a:pt x="1636609" y="97240"/>
                  </a:lnTo>
                  <a:lnTo>
                    <a:pt x="1646227" y="148777"/>
                  </a:lnTo>
                  <a:close/>
                  <a:moveTo>
                    <a:pt x="1701318" y="154945"/>
                  </a:moveTo>
                  <a:lnTo>
                    <a:pt x="1716477" y="177087"/>
                  </a:lnTo>
                  <a:lnTo>
                    <a:pt x="1759785" y="164331"/>
                  </a:lnTo>
                  <a:close/>
                  <a:moveTo>
                    <a:pt x="1592893" y="64381"/>
                  </a:moveTo>
                  <a:lnTo>
                    <a:pt x="1636609" y="97240"/>
                  </a:lnTo>
                  <a:lnTo>
                    <a:pt x="1582744" y="49893"/>
                  </a:lnTo>
                  <a:close/>
                  <a:moveTo>
                    <a:pt x="1582744" y="49893"/>
                  </a:moveTo>
                  <a:lnTo>
                    <a:pt x="1636609" y="97240"/>
                  </a:lnTo>
                  <a:lnTo>
                    <a:pt x="1645927" y="99251"/>
                  </a:lnTo>
                  <a:close/>
                  <a:moveTo>
                    <a:pt x="1582744" y="49893"/>
                  </a:moveTo>
                  <a:lnTo>
                    <a:pt x="1645927" y="99251"/>
                  </a:lnTo>
                  <a:lnTo>
                    <a:pt x="1630722" y="48870"/>
                  </a:lnTo>
                  <a:close/>
                  <a:moveTo>
                    <a:pt x="1582744" y="49893"/>
                  </a:moveTo>
                  <a:lnTo>
                    <a:pt x="1630722" y="48870"/>
                  </a:lnTo>
                  <a:lnTo>
                    <a:pt x="1613657" y="0"/>
                  </a:lnTo>
                  <a:close/>
                  <a:moveTo>
                    <a:pt x="1729825" y="194512"/>
                  </a:moveTo>
                  <a:lnTo>
                    <a:pt x="1778603" y="192838"/>
                  </a:lnTo>
                  <a:lnTo>
                    <a:pt x="1759785" y="1643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97" name="Output_density__4296">
              <a:extLst>
                <a:ext uri="{FF2B5EF4-FFF2-40B4-BE49-F238E27FC236}">
                  <a16:creationId xmlns:a16="http://schemas.microsoft.com/office/drawing/2014/main" id="{99B6F1CC-2B89-4E5C-68C0-BA091D888062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62760"/>
              <a:ext cx="1759785" cy="1378015"/>
            </a:xfrm>
            <a:custGeom>
              <a:avLst/>
              <a:gdLst/>
              <a:ahLst/>
              <a:cxnLst/>
              <a:rect l="0" t="0" r="0" b="0"/>
              <a:pathLst>
                <a:path w="1759785" h="1378015">
                  <a:moveTo>
                    <a:pt x="389832" y="1328891"/>
                  </a:moveTo>
                  <a:lnTo>
                    <a:pt x="438637" y="1356334"/>
                  </a:lnTo>
                  <a:lnTo>
                    <a:pt x="421904" y="1304797"/>
                  </a:lnTo>
                  <a:close/>
                  <a:moveTo>
                    <a:pt x="0" y="865062"/>
                  </a:moveTo>
                  <a:lnTo>
                    <a:pt x="9083" y="892505"/>
                  </a:lnTo>
                  <a:lnTo>
                    <a:pt x="11828" y="840968"/>
                  </a:lnTo>
                  <a:close/>
                  <a:moveTo>
                    <a:pt x="28997" y="813819"/>
                  </a:moveTo>
                  <a:lnTo>
                    <a:pt x="0" y="865062"/>
                  </a:lnTo>
                  <a:lnTo>
                    <a:pt x="11828" y="840968"/>
                  </a:lnTo>
                  <a:close/>
                  <a:moveTo>
                    <a:pt x="438637" y="1356334"/>
                  </a:moveTo>
                  <a:lnTo>
                    <a:pt x="459750" y="1376275"/>
                  </a:lnTo>
                  <a:lnTo>
                    <a:pt x="476988" y="1337984"/>
                  </a:lnTo>
                  <a:close/>
                  <a:moveTo>
                    <a:pt x="459750" y="1376275"/>
                  </a:moveTo>
                  <a:lnTo>
                    <a:pt x="488340" y="1332240"/>
                  </a:lnTo>
                  <a:lnTo>
                    <a:pt x="476988" y="1337984"/>
                  </a:lnTo>
                  <a:close/>
                  <a:moveTo>
                    <a:pt x="451297" y="1177630"/>
                  </a:moveTo>
                  <a:lnTo>
                    <a:pt x="436083" y="1245753"/>
                  </a:lnTo>
                  <a:lnTo>
                    <a:pt x="461657" y="1229167"/>
                  </a:lnTo>
                  <a:close/>
                  <a:moveTo>
                    <a:pt x="57474" y="785393"/>
                  </a:moveTo>
                  <a:lnTo>
                    <a:pt x="28997" y="813819"/>
                  </a:lnTo>
                  <a:lnTo>
                    <a:pt x="11828" y="840968"/>
                  </a:lnTo>
                  <a:close/>
                  <a:moveTo>
                    <a:pt x="98911" y="765642"/>
                  </a:moveTo>
                  <a:lnTo>
                    <a:pt x="66568" y="789431"/>
                  </a:lnTo>
                  <a:lnTo>
                    <a:pt x="28997" y="813819"/>
                  </a:lnTo>
                  <a:close/>
                  <a:moveTo>
                    <a:pt x="545298" y="1256609"/>
                  </a:moveTo>
                  <a:lnTo>
                    <a:pt x="471821" y="1216699"/>
                  </a:lnTo>
                  <a:lnTo>
                    <a:pt x="461657" y="1229167"/>
                  </a:lnTo>
                  <a:close/>
                  <a:moveTo>
                    <a:pt x="268858" y="954043"/>
                  </a:moveTo>
                  <a:lnTo>
                    <a:pt x="315553" y="954064"/>
                  </a:lnTo>
                  <a:lnTo>
                    <a:pt x="288240" y="949481"/>
                  </a:lnTo>
                  <a:close/>
                  <a:moveTo>
                    <a:pt x="288240" y="949481"/>
                  </a:moveTo>
                  <a:lnTo>
                    <a:pt x="315553" y="954064"/>
                  </a:lnTo>
                  <a:lnTo>
                    <a:pt x="363631" y="921777"/>
                  </a:lnTo>
                  <a:close/>
                  <a:moveTo>
                    <a:pt x="494669" y="1101999"/>
                  </a:moveTo>
                  <a:lnTo>
                    <a:pt x="477372" y="1037459"/>
                  </a:lnTo>
                  <a:lnTo>
                    <a:pt x="476053" y="1026369"/>
                  </a:lnTo>
                  <a:close/>
                  <a:moveTo>
                    <a:pt x="817600" y="1376469"/>
                  </a:moveTo>
                  <a:lnTo>
                    <a:pt x="873765" y="1368790"/>
                  </a:lnTo>
                  <a:lnTo>
                    <a:pt x="859915" y="1317307"/>
                  </a:lnTo>
                  <a:close/>
                  <a:moveTo>
                    <a:pt x="908484" y="1363031"/>
                  </a:moveTo>
                  <a:lnTo>
                    <a:pt x="886330" y="1311495"/>
                  </a:lnTo>
                  <a:lnTo>
                    <a:pt x="873765" y="1368790"/>
                  </a:lnTo>
                  <a:close/>
                  <a:moveTo>
                    <a:pt x="664217" y="1284052"/>
                  </a:moveTo>
                  <a:lnTo>
                    <a:pt x="676336" y="1227121"/>
                  </a:lnTo>
                  <a:lnTo>
                    <a:pt x="672498" y="1242974"/>
                  </a:lnTo>
                  <a:close/>
                  <a:moveTo>
                    <a:pt x="676336" y="1227121"/>
                  </a:moveTo>
                  <a:lnTo>
                    <a:pt x="678905" y="1208422"/>
                  </a:lnTo>
                  <a:lnTo>
                    <a:pt x="666027" y="1218779"/>
                  </a:lnTo>
                  <a:close/>
                  <a:moveTo>
                    <a:pt x="468958" y="968055"/>
                  </a:moveTo>
                  <a:lnTo>
                    <a:pt x="416970" y="986304"/>
                  </a:lnTo>
                  <a:lnTo>
                    <a:pt x="472558" y="1019462"/>
                  </a:lnTo>
                  <a:close/>
                  <a:moveTo>
                    <a:pt x="468958" y="968055"/>
                  </a:moveTo>
                  <a:lnTo>
                    <a:pt x="466031" y="907692"/>
                  </a:lnTo>
                  <a:lnTo>
                    <a:pt x="421970" y="968273"/>
                  </a:lnTo>
                  <a:close/>
                  <a:moveTo>
                    <a:pt x="519146" y="950739"/>
                  </a:moveTo>
                  <a:lnTo>
                    <a:pt x="502040" y="899202"/>
                  </a:lnTo>
                  <a:lnTo>
                    <a:pt x="468958" y="968055"/>
                  </a:lnTo>
                  <a:close/>
                  <a:moveTo>
                    <a:pt x="502040" y="899202"/>
                  </a:moveTo>
                  <a:lnTo>
                    <a:pt x="466031" y="907692"/>
                  </a:lnTo>
                  <a:lnTo>
                    <a:pt x="468958" y="968055"/>
                  </a:lnTo>
                  <a:close/>
                  <a:moveTo>
                    <a:pt x="908484" y="1363031"/>
                  </a:moveTo>
                  <a:lnTo>
                    <a:pt x="931575" y="1378015"/>
                  </a:lnTo>
                  <a:lnTo>
                    <a:pt x="933945" y="1357848"/>
                  </a:lnTo>
                  <a:close/>
                  <a:moveTo>
                    <a:pt x="886330" y="1311495"/>
                  </a:moveTo>
                  <a:lnTo>
                    <a:pt x="933945" y="1357848"/>
                  </a:lnTo>
                  <a:lnTo>
                    <a:pt x="924148" y="1303069"/>
                  </a:lnTo>
                  <a:close/>
                  <a:moveTo>
                    <a:pt x="886330" y="1311495"/>
                  </a:moveTo>
                  <a:lnTo>
                    <a:pt x="908484" y="1363031"/>
                  </a:lnTo>
                  <a:lnTo>
                    <a:pt x="933945" y="1357848"/>
                  </a:lnTo>
                  <a:close/>
                  <a:moveTo>
                    <a:pt x="684370" y="1095104"/>
                  </a:moveTo>
                  <a:lnTo>
                    <a:pt x="666707" y="1086422"/>
                  </a:lnTo>
                  <a:lnTo>
                    <a:pt x="619860" y="1046824"/>
                  </a:lnTo>
                  <a:close/>
                  <a:moveTo>
                    <a:pt x="466307" y="847665"/>
                  </a:moveTo>
                  <a:lnTo>
                    <a:pt x="539131" y="886245"/>
                  </a:lnTo>
                  <a:lnTo>
                    <a:pt x="493102" y="826473"/>
                  </a:lnTo>
                  <a:close/>
                  <a:moveTo>
                    <a:pt x="495836" y="796916"/>
                  </a:moveTo>
                  <a:lnTo>
                    <a:pt x="466307" y="847665"/>
                  </a:lnTo>
                  <a:lnTo>
                    <a:pt x="490532" y="816862"/>
                  </a:lnTo>
                  <a:close/>
                  <a:moveTo>
                    <a:pt x="532480" y="799025"/>
                  </a:moveTo>
                  <a:lnTo>
                    <a:pt x="495836" y="796916"/>
                  </a:lnTo>
                  <a:lnTo>
                    <a:pt x="490532" y="816862"/>
                  </a:lnTo>
                  <a:close/>
                  <a:moveTo>
                    <a:pt x="239945" y="475606"/>
                  </a:moveTo>
                  <a:lnTo>
                    <a:pt x="212114" y="486909"/>
                  </a:lnTo>
                  <a:lnTo>
                    <a:pt x="258267" y="472495"/>
                  </a:lnTo>
                  <a:close/>
                  <a:moveTo>
                    <a:pt x="258267" y="472495"/>
                  </a:moveTo>
                  <a:lnTo>
                    <a:pt x="212114" y="486909"/>
                  </a:lnTo>
                  <a:lnTo>
                    <a:pt x="184144" y="504937"/>
                  </a:lnTo>
                  <a:close/>
                  <a:moveTo>
                    <a:pt x="258267" y="472495"/>
                  </a:moveTo>
                  <a:lnTo>
                    <a:pt x="184144" y="504937"/>
                  </a:lnTo>
                  <a:lnTo>
                    <a:pt x="216357" y="490476"/>
                  </a:lnTo>
                  <a:close/>
                  <a:moveTo>
                    <a:pt x="301990" y="461290"/>
                  </a:moveTo>
                  <a:lnTo>
                    <a:pt x="239945" y="475606"/>
                  </a:lnTo>
                  <a:lnTo>
                    <a:pt x="297328" y="462815"/>
                  </a:lnTo>
                  <a:close/>
                  <a:moveTo>
                    <a:pt x="223927" y="479003"/>
                  </a:moveTo>
                  <a:lnTo>
                    <a:pt x="239945" y="475606"/>
                  </a:lnTo>
                  <a:lnTo>
                    <a:pt x="301990" y="461290"/>
                  </a:lnTo>
                  <a:close/>
                  <a:moveTo>
                    <a:pt x="239945" y="475606"/>
                  </a:moveTo>
                  <a:lnTo>
                    <a:pt x="258267" y="472495"/>
                  </a:lnTo>
                  <a:lnTo>
                    <a:pt x="297328" y="462815"/>
                  </a:lnTo>
                  <a:close/>
                  <a:moveTo>
                    <a:pt x="836838" y="1109857"/>
                  </a:moveTo>
                  <a:lnTo>
                    <a:pt x="884661" y="1108960"/>
                  </a:lnTo>
                  <a:lnTo>
                    <a:pt x="853316" y="1071700"/>
                  </a:lnTo>
                  <a:close/>
                  <a:moveTo>
                    <a:pt x="853316" y="1071700"/>
                  </a:moveTo>
                  <a:lnTo>
                    <a:pt x="884661" y="1108960"/>
                  </a:lnTo>
                  <a:lnTo>
                    <a:pt x="905175" y="1067522"/>
                  </a:lnTo>
                  <a:close/>
                  <a:moveTo>
                    <a:pt x="806633" y="1008928"/>
                  </a:moveTo>
                  <a:lnTo>
                    <a:pt x="738024" y="1029718"/>
                  </a:lnTo>
                  <a:lnTo>
                    <a:pt x="760285" y="1071369"/>
                  </a:lnTo>
                  <a:close/>
                  <a:moveTo>
                    <a:pt x="806633" y="1008928"/>
                  </a:moveTo>
                  <a:lnTo>
                    <a:pt x="722566" y="978181"/>
                  </a:lnTo>
                  <a:lnTo>
                    <a:pt x="738024" y="1029718"/>
                  </a:lnTo>
                  <a:close/>
                  <a:moveTo>
                    <a:pt x="295761" y="492972"/>
                  </a:moveTo>
                  <a:lnTo>
                    <a:pt x="297328" y="462815"/>
                  </a:lnTo>
                  <a:lnTo>
                    <a:pt x="258267" y="472495"/>
                  </a:lnTo>
                  <a:close/>
                  <a:moveTo>
                    <a:pt x="303432" y="461974"/>
                  </a:moveTo>
                  <a:lnTo>
                    <a:pt x="297328" y="462815"/>
                  </a:lnTo>
                  <a:lnTo>
                    <a:pt x="295761" y="492972"/>
                  </a:lnTo>
                  <a:close/>
                  <a:moveTo>
                    <a:pt x="333834" y="500001"/>
                  </a:moveTo>
                  <a:lnTo>
                    <a:pt x="303432" y="461974"/>
                  </a:lnTo>
                  <a:lnTo>
                    <a:pt x="295761" y="492972"/>
                  </a:lnTo>
                  <a:close/>
                  <a:moveTo>
                    <a:pt x="333834" y="500001"/>
                  </a:moveTo>
                  <a:lnTo>
                    <a:pt x="387067" y="494706"/>
                  </a:lnTo>
                  <a:lnTo>
                    <a:pt x="358872" y="454885"/>
                  </a:lnTo>
                  <a:close/>
                  <a:moveTo>
                    <a:pt x="333834" y="500001"/>
                  </a:moveTo>
                  <a:lnTo>
                    <a:pt x="358872" y="454885"/>
                  </a:lnTo>
                  <a:lnTo>
                    <a:pt x="303432" y="461974"/>
                  </a:lnTo>
                  <a:close/>
                  <a:moveTo>
                    <a:pt x="387067" y="494706"/>
                  </a:moveTo>
                  <a:lnTo>
                    <a:pt x="333834" y="500001"/>
                  </a:lnTo>
                  <a:lnTo>
                    <a:pt x="396121" y="503655"/>
                  </a:lnTo>
                  <a:close/>
                  <a:moveTo>
                    <a:pt x="333834" y="500001"/>
                  </a:moveTo>
                  <a:lnTo>
                    <a:pt x="351722" y="512329"/>
                  </a:lnTo>
                  <a:lnTo>
                    <a:pt x="396121" y="503655"/>
                  </a:lnTo>
                  <a:close/>
                  <a:moveTo>
                    <a:pt x="387067" y="494706"/>
                  </a:moveTo>
                  <a:lnTo>
                    <a:pt x="435612" y="493222"/>
                  </a:lnTo>
                  <a:lnTo>
                    <a:pt x="358872" y="454885"/>
                  </a:lnTo>
                  <a:close/>
                  <a:moveTo>
                    <a:pt x="435612" y="493222"/>
                  </a:moveTo>
                  <a:lnTo>
                    <a:pt x="387067" y="494706"/>
                  </a:lnTo>
                  <a:lnTo>
                    <a:pt x="446069" y="515723"/>
                  </a:lnTo>
                  <a:close/>
                  <a:moveTo>
                    <a:pt x="387067" y="494706"/>
                  </a:moveTo>
                  <a:lnTo>
                    <a:pt x="396121" y="503655"/>
                  </a:lnTo>
                  <a:lnTo>
                    <a:pt x="446069" y="515723"/>
                  </a:lnTo>
                  <a:close/>
                  <a:moveTo>
                    <a:pt x="467717" y="529864"/>
                  </a:moveTo>
                  <a:lnTo>
                    <a:pt x="492695" y="515374"/>
                  </a:lnTo>
                  <a:lnTo>
                    <a:pt x="446069" y="515723"/>
                  </a:lnTo>
                  <a:close/>
                  <a:moveTo>
                    <a:pt x="467717" y="529864"/>
                  </a:moveTo>
                  <a:lnTo>
                    <a:pt x="509993" y="533476"/>
                  </a:lnTo>
                  <a:lnTo>
                    <a:pt x="492695" y="515374"/>
                  </a:lnTo>
                  <a:close/>
                  <a:moveTo>
                    <a:pt x="509993" y="533476"/>
                  </a:moveTo>
                  <a:lnTo>
                    <a:pt x="467717" y="529864"/>
                  </a:lnTo>
                  <a:lnTo>
                    <a:pt x="534969" y="538529"/>
                  </a:lnTo>
                  <a:close/>
                  <a:moveTo>
                    <a:pt x="509993" y="533476"/>
                  </a:moveTo>
                  <a:lnTo>
                    <a:pt x="534969" y="538529"/>
                  </a:lnTo>
                  <a:lnTo>
                    <a:pt x="579465" y="530218"/>
                  </a:lnTo>
                  <a:close/>
                  <a:moveTo>
                    <a:pt x="1004369" y="1008973"/>
                  </a:moveTo>
                  <a:lnTo>
                    <a:pt x="1016281" y="980436"/>
                  </a:lnTo>
                  <a:lnTo>
                    <a:pt x="959223" y="1033067"/>
                  </a:lnTo>
                  <a:close/>
                  <a:moveTo>
                    <a:pt x="1016281" y="980436"/>
                  </a:moveTo>
                  <a:lnTo>
                    <a:pt x="1004369" y="1008973"/>
                  </a:lnTo>
                  <a:lnTo>
                    <a:pt x="1036790" y="933342"/>
                  </a:lnTo>
                  <a:close/>
                  <a:moveTo>
                    <a:pt x="963915" y="894282"/>
                  </a:moveTo>
                  <a:lnTo>
                    <a:pt x="1001513" y="838954"/>
                  </a:lnTo>
                  <a:lnTo>
                    <a:pt x="942814" y="848694"/>
                  </a:lnTo>
                  <a:close/>
                  <a:moveTo>
                    <a:pt x="1008006" y="896419"/>
                  </a:moveTo>
                  <a:lnTo>
                    <a:pt x="1054100" y="834184"/>
                  </a:lnTo>
                  <a:lnTo>
                    <a:pt x="1001513" y="838954"/>
                  </a:lnTo>
                  <a:close/>
                  <a:moveTo>
                    <a:pt x="896876" y="848058"/>
                  </a:moveTo>
                  <a:lnTo>
                    <a:pt x="942814" y="848694"/>
                  </a:lnTo>
                  <a:lnTo>
                    <a:pt x="904805" y="778869"/>
                  </a:lnTo>
                  <a:close/>
                  <a:moveTo>
                    <a:pt x="1236398" y="1087952"/>
                  </a:moveTo>
                  <a:lnTo>
                    <a:pt x="1309595" y="1115395"/>
                  </a:lnTo>
                  <a:lnTo>
                    <a:pt x="1274912" y="1063858"/>
                  </a:lnTo>
                  <a:close/>
                  <a:moveTo>
                    <a:pt x="1246447" y="1036415"/>
                  </a:moveTo>
                  <a:lnTo>
                    <a:pt x="1236398" y="1087952"/>
                  </a:lnTo>
                  <a:lnTo>
                    <a:pt x="1274912" y="1063858"/>
                  </a:lnTo>
                  <a:close/>
                  <a:moveTo>
                    <a:pt x="1072221" y="880014"/>
                  </a:moveTo>
                  <a:lnTo>
                    <a:pt x="1098445" y="843162"/>
                  </a:lnTo>
                  <a:lnTo>
                    <a:pt x="1079201" y="830269"/>
                  </a:lnTo>
                  <a:close/>
                  <a:moveTo>
                    <a:pt x="1274912" y="1063858"/>
                  </a:moveTo>
                  <a:lnTo>
                    <a:pt x="1312734" y="1114324"/>
                  </a:lnTo>
                  <a:lnTo>
                    <a:pt x="1314401" y="1050225"/>
                  </a:lnTo>
                  <a:close/>
                  <a:moveTo>
                    <a:pt x="1274912" y="1063858"/>
                  </a:moveTo>
                  <a:lnTo>
                    <a:pt x="1309595" y="1115395"/>
                  </a:lnTo>
                  <a:lnTo>
                    <a:pt x="1312734" y="1114324"/>
                  </a:lnTo>
                  <a:close/>
                  <a:moveTo>
                    <a:pt x="1312734" y="1114324"/>
                  </a:moveTo>
                  <a:lnTo>
                    <a:pt x="1360694" y="1050572"/>
                  </a:lnTo>
                  <a:lnTo>
                    <a:pt x="1314401" y="1050225"/>
                  </a:lnTo>
                  <a:close/>
                  <a:moveTo>
                    <a:pt x="1365924" y="1109063"/>
                  </a:moveTo>
                  <a:lnTo>
                    <a:pt x="1417735" y="1042181"/>
                  </a:lnTo>
                  <a:lnTo>
                    <a:pt x="1360694" y="1050572"/>
                  </a:lnTo>
                  <a:close/>
                  <a:moveTo>
                    <a:pt x="1300123" y="999091"/>
                  </a:moveTo>
                  <a:lnTo>
                    <a:pt x="1360694" y="1050572"/>
                  </a:lnTo>
                  <a:lnTo>
                    <a:pt x="1301674" y="1012321"/>
                  </a:lnTo>
                  <a:close/>
                  <a:moveTo>
                    <a:pt x="1266688" y="960785"/>
                  </a:moveTo>
                  <a:lnTo>
                    <a:pt x="1300123" y="999091"/>
                  </a:lnTo>
                  <a:lnTo>
                    <a:pt x="1277888" y="954424"/>
                  </a:lnTo>
                  <a:close/>
                  <a:moveTo>
                    <a:pt x="1276126" y="885154"/>
                  </a:moveTo>
                  <a:lnTo>
                    <a:pt x="1277888" y="954424"/>
                  </a:lnTo>
                  <a:lnTo>
                    <a:pt x="1291841" y="907305"/>
                  </a:lnTo>
                  <a:close/>
                  <a:moveTo>
                    <a:pt x="1266688" y="960785"/>
                  </a:moveTo>
                  <a:lnTo>
                    <a:pt x="1277888" y="954424"/>
                  </a:lnTo>
                  <a:lnTo>
                    <a:pt x="1276126" y="885154"/>
                  </a:lnTo>
                  <a:close/>
                  <a:moveTo>
                    <a:pt x="1222817" y="909248"/>
                  </a:moveTo>
                  <a:lnTo>
                    <a:pt x="1266688" y="960785"/>
                  </a:lnTo>
                  <a:lnTo>
                    <a:pt x="1276126" y="885154"/>
                  </a:lnTo>
                  <a:close/>
                  <a:moveTo>
                    <a:pt x="1308295" y="885154"/>
                  </a:moveTo>
                  <a:lnTo>
                    <a:pt x="1291841" y="907305"/>
                  </a:lnTo>
                  <a:lnTo>
                    <a:pt x="1328684" y="888367"/>
                  </a:lnTo>
                  <a:close/>
                  <a:moveTo>
                    <a:pt x="1328684" y="888367"/>
                  </a:moveTo>
                  <a:lnTo>
                    <a:pt x="1291841" y="907305"/>
                  </a:lnTo>
                  <a:lnTo>
                    <a:pt x="1277888" y="954424"/>
                  </a:lnTo>
                  <a:close/>
                  <a:moveTo>
                    <a:pt x="1109589" y="754638"/>
                  </a:moveTo>
                  <a:lnTo>
                    <a:pt x="1153425" y="739145"/>
                  </a:lnTo>
                  <a:lnTo>
                    <a:pt x="1139393" y="740082"/>
                  </a:lnTo>
                  <a:close/>
                  <a:moveTo>
                    <a:pt x="1122802" y="806175"/>
                  </a:moveTo>
                  <a:lnTo>
                    <a:pt x="1128450" y="782081"/>
                  </a:lnTo>
                  <a:lnTo>
                    <a:pt x="1109589" y="754638"/>
                  </a:lnTo>
                  <a:close/>
                  <a:moveTo>
                    <a:pt x="1139393" y="740082"/>
                  </a:moveTo>
                  <a:lnTo>
                    <a:pt x="1153425" y="739145"/>
                  </a:lnTo>
                  <a:lnTo>
                    <a:pt x="1200485" y="740418"/>
                  </a:lnTo>
                  <a:close/>
                  <a:moveTo>
                    <a:pt x="913522" y="496050"/>
                  </a:moveTo>
                  <a:lnTo>
                    <a:pt x="909099" y="496955"/>
                  </a:lnTo>
                  <a:lnTo>
                    <a:pt x="954522" y="519511"/>
                  </a:lnTo>
                  <a:close/>
                  <a:moveTo>
                    <a:pt x="954522" y="519511"/>
                  </a:moveTo>
                  <a:lnTo>
                    <a:pt x="871523" y="518767"/>
                  </a:lnTo>
                  <a:lnTo>
                    <a:pt x="944208" y="524398"/>
                  </a:lnTo>
                  <a:close/>
                  <a:moveTo>
                    <a:pt x="913522" y="496050"/>
                  </a:moveTo>
                  <a:lnTo>
                    <a:pt x="954522" y="519511"/>
                  </a:lnTo>
                  <a:lnTo>
                    <a:pt x="962126" y="524398"/>
                  </a:lnTo>
                  <a:close/>
                  <a:moveTo>
                    <a:pt x="1324806" y="936691"/>
                  </a:moveTo>
                  <a:lnTo>
                    <a:pt x="1339976" y="988227"/>
                  </a:lnTo>
                  <a:lnTo>
                    <a:pt x="1377445" y="964134"/>
                  </a:lnTo>
                  <a:close/>
                  <a:moveTo>
                    <a:pt x="1324806" y="936691"/>
                  </a:moveTo>
                  <a:lnTo>
                    <a:pt x="1377445" y="964134"/>
                  </a:lnTo>
                  <a:lnTo>
                    <a:pt x="1359336" y="912597"/>
                  </a:lnTo>
                  <a:close/>
                  <a:moveTo>
                    <a:pt x="1291841" y="907305"/>
                  </a:moveTo>
                  <a:lnTo>
                    <a:pt x="1308295" y="885154"/>
                  </a:lnTo>
                  <a:lnTo>
                    <a:pt x="1290977" y="881040"/>
                  </a:lnTo>
                  <a:close/>
                  <a:moveTo>
                    <a:pt x="1416824" y="890341"/>
                  </a:moveTo>
                  <a:lnTo>
                    <a:pt x="1339360" y="910293"/>
                  </a:lnTo>
                  <a:lnTo>
                    <a:pt x="1369577" y="888371"/>
                  </a:lnTo>
                  <a:close/>
                  <a:moveTo>
                    <a:pt x="1276126" y="885154"/>
                  </a:moveTo>
                  <a:lnTo>
                    <a:pt x="1291841" y="907305"/>
                  </a:lnTo>
                  <a:lnTo>
                    <a:pt x="1290977" y="881040"/>
                  </a:lnTo>
                  <a:close/>
                  <a:moveTo>
                    <a:pt x="1153425" y="739145"/>
                  </a:moveTo>
                  <a:lnTo>
                    <a:pt x="1186796" y="764287"/>
                  </a:lnTo>
                  <a:lnTo>
                    <a:pt x="1229179" y="757987"/>
                  </a:lnTo>
                  <a:close/>
                  <a:moveTo>
                    <a:pt x="1237263" y="743023"/>
                  </a:moveTo>
                  <a:lnTo>
                    <a:pt x="1153425" y="739145"/>
                  </a:lnTo>
                  <a:lnTo>
                    <a:pt x="1229179" y="757987"/>
                  </a:lnTo>
                  <a:close/>
                  <a:moveTo>
                    <a:pt x="1200485" y="740418"/>
                  </a:moveTo>
                  <a:lnTo>
                    <a:pt x="1153425" y="739145"/>
                  </a:lnTo>
                  <a:lnTo>
                    <a:pt x="1237263" y="743023"/>
                  </a:lnTo>
                  <a:close/>
                  <a:moveTo>
                    <a:pt x="1287798" y="757291"/>
                  </a:moveTo>
                  <a:lnTo>
                    <a:pt x="1207592" y="730545"/>
                  </a:lnTo>
                  <a:lnTo>
                    <a:pt x="1200485" y="740418"/>
                  </a:lnTo>
                  <a:close/>
                  <a:moveTo>
                    <a:pt x="1287798" y="757291"/>
                  </a:moveTo>
                  <a:lnTo>
                    <a:pt x="1200485" y="740418"/>
                  </a:lnTo>
                  <a:lnTo>
                    <a:pt x="1237263" y="743023"/>
                  </a:lnTo>
                  <a:close/>
                  <a:moveTo>
                    <a:pt x="954522" y="519511"/>
                  </a:moveTo>
                  <a:lnTo>
                    <a:pt x="944208" y="524398"/>
                  </a:lnTo>
                  <a:lnTo>
                    <a:pt x="958012" y="522624"/>
                  </a:lnTo>
                  <a:close/>
                  <a:moveTo>
                    <a:pt x="958012" y="522624"/>
                  </a:moveTo>
                  <a:lnTo>
                    <a:pt x="962126" y="524398"/>
                  </a:lnTo>
                  <a:lnTo>
                    <a:pt x="954522" y="519511"/>
                  </a:lnTo>
                  <a:close/>
                  <a:moveTo>
                    <a:pt x="1006415" y="472861"/>
                  </a:moveTo>
                  <a:lnTo>
                    <a:pt x="1042617" y="500304"/>
                  </a:lnTo>
                  <a:lnTo>
                    <a:pt x="1030172" y="448768"/>
                  </a:lnTo>
                  <a:close/>
                  <a:moveTo>
                    <a:pt x="1445988" y="864484"/>
                  </a:moveTo>
                  <a:lnTo>
                    <a:pt x="1369577" y="888371"/>
                  </a:lnTo>
                  <a:lnTo>
                    <a:pt x="1398031" y="859855"/>
                  </a:lnTo>
                  <a:close/>
                  <a:moveTo>
                    <a:pt x="1478915" y="866957"/>
                  </a:moveTo>
                  <a:lnTo>
                    <a:pt x="1491926" y="861558"/>
                  </a:lnTo>
                  <a:lnTo>
                    <a:pt x="1445988" y="864484"/>
                  </a:lnTo>
                  <a:close/>
                  <a:moveTo>
                    <a:pt x="1039481" y="321601"/>
                  </a:moveTo>
                  <a:lnTo>
                    <a:pt x="1051647" y="373137"/>
                  </a:lnTo>
                  <a:lnTo>
                    <a:pt x="1077028" y="349043"/>
                  </a:lnTo>
                  <a:close/>
                  <a:moveTo>
                    <a:pt x="1050649" y="245970"/>
                  </a:moveTo>
                  <a:lnTo>
                    <a:pt x="1059653" y="264985"/>
                  </a:lnTo>
                  <a:lnTo>
                    <a:pt x="1039481" y="321601"/>
                  </a:lnTo>
                  <a:close/>
                  <a:moveTo>
                    <a:pt x="1323392" y="485672"/>
                  </a:moveTo>
                  <a:lnTo>
                    <a:pt x="1304523" y="493570"/>
                  </a:lnTo>
                  <a:lnTo>
                    <a:pt x="1281087" y="503653"/>
                  </a:lnTo>
                  <a:close/>
                  <a:moveTo>
                    <a:pt x="1313141" y="503653"/>
                  </a:moveTo>
                  <a:lnTo>
                    <a:pt x="1304523" y="493570"/>
                  </a:lnTo>
                  <a:lnTo>
                    <a:pt x="1344225" y="523784"/>
                  </a:lnTo>
                  <a:close/>
                  <a:moveTo>
                    <a:pt x="1344225" y="523784"/>
                  </a:moveTo>
                  <a:lnTo>
                    <a:pt x="1304523" y="493570"/>
                  </a:lnTo>
                  <a:lnTo>
                    <a:pt x="1323392" y="485672"/>
                  </a:lnTo>
                  <a:close/>
                  <a:moveTo>
                    <a:pt x="1334249" y="479559"/>
                  </a:moveTo>
                  <a:lnTo>
                    <a:pt x="1346044" y="497797"/>
                  </a:lnTo>
                  <a:lnTo>
                    <a:pt x="1344225" y="523784"/>
                  </a:lnTo>
                  <a:close/>
                  <a:moveTo>
                    <a:pt x="1323392" y="485672"/>
                  </a:moveTo>
                  <a:lnTo>
                    <a:pt x="1334249" y="479559"/>
                  </a:lnTo>
                  <a:lnTo>
                    <a:pt x="1344225" y="523784"/>
                  </a:lnTo>
                  <a:close/>
                  <a:moveTo>
                    <a:pt x="1241726" y="489910"/>
                  </a:moveTo>
                  <a:lnTo>
                    <a:pt x="1304523" y="493570"/>
                  </a:lnTo>
                  <a:lnTo>
                    <a:pt x="1318660" y="467977"/>
                  </a:lnTo>
                  <a:close/>
                  <a:moveTo>
                    <a:pt x="1105408" y="194696"/>
                  </a:moveTo>
                  <a:lnTo>
                    <a:pt x="1074139" y="212687"/>
                  </a:lnTo>
                  <a:lnTo>
                    <a:pt x="1050649" y="245970"/>
                  </a:lnTo>
                  <a:close/>
                  <a:moveTo>
                    <a:pt x="1352961" y="286648"/>
                  </a:moveTo>
                  <a:lnTo>
                    <a:pt x="1268027" y="273413"/>
                  </a:lnTo>
                  <a:lnTo>
                    <a:pt x="1270924" y="289501"/>
                  </a:lnTo>
                  <a:close/>
                  <a:moveTo>
                    <a:pt x="1149931" y="186480"/>
                  </a:moveTo>
                  <a:lnTo>
                    <a:pt x="1105408" y="194696"/>
                  </a:lnTo>
                  <a:lnTo>
                    <a:pt x="1181941" y="171262"/>
                  </a:lnTo>
                  <a:close/>
                  <a:moveTo>
                    <a:pt x="1181941" y="171262"/>
                  </a:moveTo>
                  <a:lnTo>
                    <a:pt x="1212417" y="146245"/>
                  </a:lnTo>
                  <a:lnTo>
                    <a:pt x="1214501" y="152317"/>
                  </a:lnTo>
                  <a:close/>
                  <a:moveTo>
                    <a:pt x="1219142" y="135673"/>
                  </a:moveTo>
                  <a:lnTo>
                    <a:pt x="1214501" y="152317"/>
                  </a:lnTo>
                  <a:lnTo>
                    <a:pt x="1212417" y="146245"/>
                  </a:lnTo>
                  <a:close/>
                  <a:moveTo>
                    <a:pt x="1431947" y="272389"/>
                  </a:moveTo>
                  <a:lnTo>
                    <a:pt x="1391406" y="255710"/>
                  </a:lnTo>
                  <a:lnTo>
                    <a:pt x="1352961" y="286648"/>
                  </a:lnTo>
                  <a:close/>
                  <a:moveTo>
                    <a:pt x="1219142" y="135673"/>
                  </a:moveTo>
                  <a:lnTo>
                    <a:pt x="1245418" y="127182"/>
                  </a:lnTo>
                  <a:lnTo>
                    <a:pt x="1242098" y="94709"/>
                  </a:lnTo>
                  <a:close/>
                  <a:moveTo>
                    <a:pt x="1242098" y="94709"/>
                  </a:moveTo>
                  <a:lnTo>
                    <a:pt x="1245418" y="127182"/>
                  </a:lnTo>
                  <a:lnTo>
                    <a:pt x="1252665" y="122152"/>
                  </a:lnTo>
                  <a:close/>
                  <a:moveTo>
                    <a:pt x="1242098" y="94709"/>
                  </a:moveTo>
                  <a:lnTo>
                    <a:pt x="1252665" y="122152"/>
                  </a:lnTo>
                  <a:lnTo>
                    <a:pt x="1249561" y="70615"/>
                  </a:lnTo>
                  <a:close/>
                  <a:moveTo>
                    <a:pt x="1506704" y="242314"/>
                  </a:moveTo>
                  <a:lnTo>
                    <a:pt x="1469419" y="237810"/>
                  </a:lnTo>
                  <a:lnTo>
                    <a:pt x="1431947" y="272389"/>
                  </a:lnTo>
                  <a:close/>
                  <a:moveTo>
                    <a:pt x="1349268" y="3042"/>
                  </a:moveTo>
                  <a:lnTo>
                    <a:pt x="1274543" y="33231"/>
                  </a:lnTo>
                  <a:lnTo>
                    <a:pt x="1309008" y="27192"/>
                  </a:lnTo>
                  <a:close/>
                  <a:moveTo>
                    <a:pt x="1431255" y="0"/>
                  </a:moveTo>
                  <a:lnTo>
                    <a:pt x="1395176" y="7"/>
                  </a:lnTo>
                  <a:lnTo>
                    <a:pt x="1349268" y="3042"/>
                  </a:lnTo>
                  <a:close/>
                  <a:moveTo>
                    <a:pt x="1431255" y="0"/>
                  </a:moveTo>
                  <a:lnTo>
                    <a:pt x="1349268" y="3042"/>
                  </a:lnTo>
                  <a:lnTo>
                    <a:pt x="1388947" y="16495"/>
                  </a:lnTo>
                  <a:close/>
                  <a:moveTo>
                    <a:pt x="1480021" y="7650"/>
                  </a:moveTo>
                  <a:lnTo>
                    <a:pt x="1395176" y="7"/>
                  </a:lnTo>
                  <a:lnTo>
                    <a:pt x="1431255" y="0"/>
                  </a:lnTo>
                  <a:close/>
                  <a:moveTo>
                    <a:pt x="1700861" y="256016"/>
                  </a:moveTo>
                  <a:lnTo>
                    <a:pt x="1716477" y="232790"/>
                  </a:lnTo>
                  <a:lnTo>
                    <a:pt x="1670231" y="260681"/>
                  </a:lnTo>
                  <a:close/>
                  <a:moveTo>
                    <a:pt x="1670231" y="260681"/>
                  </a:moveTo>
                  <a:lnTo>
                    <a:pt x="1716477" y="232790"/>
                  </a:lnTo>
                  <a:lnTo>
                    <a:pt x="1701318" y="210647"/>
                  </a:lnTo>
                  <a:close/>
                  <a:moveTo>
                    <a:pt x="1528811" y="111460"/>
                  </a:moveTo>
                  <a:lnTo>
                    <a:pt x="1582744" y="105596"/>
                  </a:lnTo>
                  <a:lnTo>
                    <a:pt x="1566142" y="56350"/>
                  </a:lnTo>
                  <a:close/>
                  <a:moveTo>
                    <a:pt x="1528811" y="111460"/>
                  </a:moveTo>
                  <a:lnTo>
                    <a:pt x="1566142" y="56350"/>
                  </a:lnTo>
                  <a:lnTo>
                    <a:pt x="1518264" y="57292"/>
                  </a:lnTo>
                  <a:close/>
                  <a:moveTo>
                    <a:pt x="1582744" y="105596"/>
                  </a:moveTo>
                  <a:lnTo>
                    <a:pt x="1613657" y="55703"/>
                  </a:lnTo>
                  <a:lnTo>
                    <a:pt x="1566142" y="56350"/>
                  </a:lnTo>
                  <a:close/>
                  <a:moveTo>
                    <a:pt x="1469153" y="59237"/>
                  </a:moveTo>
                  <a:lnTo>
                    <a:pt x="1518264" y="57292"/>
                  </a:lnTo>
                  <a:lnTo>
                    <a:pt x="1490870" y="16820"/>
                  </a:lnTo>
                  <a:close/>
                  <a:moveTo>
                    <a:pt x="1469153" y="59237"/>
                  </a:moveTo>
                  <a:lnTo>
                    <a:pt x="1490870" y="16820"/>
                  </a:lnTo>
                  <a:lnTo>
                    <a:pt x="1448331" y="13421"/>
                  </a:lnTo>
                  <a:close/>
                  <a:moveTo>
                    <a:pt x="1518264" y="57292"/>
                  </a:moveTo>
                  <a:lnTo>
                    <a:pt x="1566142" y="56350"/>
                  </a:lnTo>
                  <a:lnTo>
                    <a:pt x="1534908" y="19000"/>
                  </a:lnTo>
                  <a:close/>
                  <a:moveTo>
                    <a:pt x="1518264" y="57292"/>
                  </a:moveTo>
                  <a:lnTo>
                    <a:pt x="1534908" y="19000"/>
                  </a:lnTo>
                  <a:lnTo>
                    <a:pt x="1490870" y="16820"/>
                  </a:lnTo>
                  <a:close/>
                  <a:moveTo>
                    <a:pt x="1392924" y="20484"/>
                  </a:moveTo>
                  <a:lnTo>
                    <a:pt x="1448331" y="13421"/>
                  </a:lnTo>
                  <a:lnTo>
                    <a:pt x="1431255" y="0"/>
                  </a:lnTo>
                  <a:close/>
                  <a:moveTo>
                    <a:pt x="1448331" y="13421"/>
                  </a:moveTo>
                  <a:lnTo>
                    <a:pt x="1480021" y="7650"/>
                  </a:lnTo>
                  <a:lnTo>
                    <a:pt x="1431255" y="0"/>
                  </a:lnTo>
                  <a:close/>
                  <a:moveTo>
                    <a:pt x="1448331" y="13421"/>
                  </a:moveTo>
                  <a:lnTo>
                    <a:pt x="1490870" y="16820"/>
                  </a:lnTo>
                  <a:lnTo>
                    <a:pt x="1480021" y="7650"/>
                  </a:lnTo>
                  <a:close/>
                  <a:moveTo>
                    <a:pt x="1729825" y="250214"/>
                  </a:moveTo>
                  <a:lnTo>
                    <a:pt x="1759785" y="220033"/>
                  </a:lnTo>
                  <a:lnTo>
                    <a:pt x="1716477" y="23279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98" name="Output_density__4297">
              <a:extLst>
                <a:ext uri="{FF2B5EF4-FFF2-40B4-BE49-F238E27FC236}">
                  <a16:creationId xmlns:a16="http://schemas.microsoft.com/office/drawing/2014/main" id="{C6A27BAA-1FB2-B3B9-8C08-76BD3651B186}"/>
                </a:ext>
              </a:extLst>
            </p:cNvPr>
            <p:cNvSpPr>
              <a:spLocks noGrp="1"/>
            </p:cNvSpPr>
            <p:nvPr/>
          </p:nvSpPr>
          <p:spPr>
            <a:xfrm>
              <a:off x="14791404" y="2393692"/>
              <a:ext cx="1779582" cy="1307729"/>
            </a:xfrm>
            <a:custGeom>
              <a:avLst/>
              <a:gdLst/>
              <a:ahLst/>
              <a:cxnLst/>
              <a:rect l="0" t="0" r="0" b="0"/>
              <a:pathLst>
                <a:path w="1779582" h="1307729">
                  <a:moveTo>
                    <a:pt x="432096" y="1245342"/>
                  </a:moveTo>
                  <a:lnTo>
                    <a:pt x="399842" y="1259650"/>
                  </a:lnTo>
                  <a:lnTo>
                    <a:pt x="483857" y="1264190"/>
                  </a:lnTo>
                  <a:close/>
                  <a:moveTo>
                    <a:pt x="86361" y="873031"/>
                  </a:moveTo>
                  <a:lnTo>
                    <a:pt x="121216" y="916182"/>
                  </a:lnTo>
                  <a:lnTo>
                    <a:pt x="107066" y="903491"/>
                  </a:lnTo>
                  <a:close/>
                  <a:moveTo>
                    <a:pt x="112215" y="888739"/>
                  </a:moveTo>
                  <a:lnTo>
                    <a:pt x="86361" y="873031"/>
                  </a:lnTo>
                  <a:lnTo>
                    <a:pt x="58171" y="833206"/>
                  </a:lnTo>
                  <a:close/>
                  <a:moveTo>
                    <a:pt x="16393" y="813109"/>
                  </a:moveTo>
                  <a:lnTo>
                    <a:pt x="0" y="812766"/>
                  </a:lnTo>
                  <a:lnTo>
                    <a:pt x="24699" y="822436"/>
                  </a:lnTo>
                  <a:close/>
                  <a:moveTo>
                    <a:pt x="0" y="812766"/>
                  </a:moveTo>
                  <a:lnTo>
                    <a:pt x="52127" y="832984"/>
                  </a:lnTo>
                  <a:lnTo>
                    <a:pt x="24699" y="822436"/>
                  </a:lnTo>
                  <a:close/>
                  <a:moveTo>
                    <a:pt x="52127" y="832984"/>
                  </a:moveTo>
                  <a:lnTo>
                    <a:pt x="58171" y="833206"/>
                  </a:lnTo>
                  <a:lnTo>
                    <a:pt x="24699" y="822436"/>
                  </a:lnTo>
                  <a:close/>
                  <a:moveTo>
                    <a:pt x="73305" y="864645"/>
                  </a:moveTo>
                  <a:lnTo>
                    <a:pt x="86361" y="873031"/>
                  </a:lnTo>
                  <a:lnTo>
                    <a:pt x="107066" y="903491"/>
                  </a:lnTo>
                  <a:close/>
                  <a:moveTo>
                    <a:pt x="86361" y="873031"/>
                  </a:moveTo>
                  <a:lnTo>
                    <a:pt x="73305" y="864645"/>
                  </a:lnTo>
                  <a:lnTo>
                    <a:pt x="24699" y="822436"/>
                  </a:lnTo>
                  <a:close/>
                  <a:moveTo>
                    <a:pt x="58171" y="833206"/>
                  </a:moveTo>
                  <a:lnTo>
                    <a:pt x="86361" y="873031"/>
                  </a:lnTo>
                  <a:lnTo>
                    <a:pt x="24699" y="822436"/>
                  </a:lnTo>
                  <a:close/>
                  <a:moveTo>
                    <a:pt x="483857" y="1264190"/>
                  </a:moveTo>
                  <a:lnTo>
                    <a:pt x="514854" y="1245183"/>
                  </a:lnTo>
                  <a:lnTo>
                    <a:pt x="432096" y="1245342"/>
                  </a:lnTo>
                  <a:close/>
                  <a:moveTo>
                    <a:pt x="211119" y="808276"/>
                  </a:moveTo>
                  <a:lnTo>
                    <a:pt x="190688" y="801437"/>
                  </a:lnTo>
                  <a:lnTo>
                    <a:pt x="175133" y="789015"/>
                  </a:lnTo>
                  <a:close/>
                  <a:moveTo>
                    <a:pt x="514854" y="1245183"/>
                  </a:moveTo>
                  <a:lnTo>
                    <a:pt x="560231" y="1240163"/>
                  </a:lnTo>
                  <a:lnTo>
                    <a:pt x="585502" y="1199746"/>
                  </a:lnTo>
                  <a:close/>
                  <a:moveTo>
                    <a:pt x="826696" y="1307729"/>
                  </a:moveTo>
                  <a:lnTo>
                    <a:pt x="784953" y="1286534"/>
                  </a:lnTo>
                  <a:lnTo>
                    <a:pt x="752584" y="1300410"/>
                  </a:lnTo>
                  <a:close/>
                  <a:moveTo>
                    <a:pt x="706433" y="1302534"/>
                  </a:moveTo>
                  <a:lnTo>
                    <a:pt x="752584" y="1300410"/>
                  </a:lnTo>
                  <a:lnTo>
                    <a:pt x="784953" y="1286534"/>
                  </a:lnTo>
                  <a:close/>
                  <a:moveTo>
                    <a:pt x="430876" y="919530"/>
                  </a:moveTo>
                  <a:lnTo>
                    <a:pt x="448399" y="895437"/>
                  </a:lnTo>
                  <a:lnTo>
                    <a:pt x="416872" y="918623"/>
                  </a:lnTo>
                  <a:close/>
                  <a:moveTo>
                    <a:pt x="795497" y="1115538"/>
                  </a:moveTo>
                  <a:lnTo>
                    <a:pt x="786849" y="1158720"/>
                  </a:lnTo>
                  <a:lnTo>
                    <a:pt x="815132" y="1129026"/>
                  </a:lnTo>
                  <a:close/>
                  <a:moveTo>
                    <a:pt x="795497" y="1115538"/>
                  </a:moveTo>
                  <a:lnTo>
                    <a:pt x="815132" y="1129026"/>
                  </a:lnTo>
                  <a:lnTo>
                    <a:pt x="803755" y="1087028"/>
                  </a:lnTo>
                  <a:close/>
                  <a:moveTo>
                    <a:pt x="585496" y="871343"/>
                  </a:moveTo>
                  <a:lnTo>
                    <a:pt x="592206" y="915892"/>
                  </a:lnTo>
                  <a:lnTo>
                    <a:pt x="597946" y="922879"/>
                  </a:lnTo>
                  <a:close/>
                  <a:moveTo>
                    <a:pt x="379797" y="613660"/>
                  </a:moveTo>
                  <a:lnTo>
                    <a:pt x="412383" y="632040"/>
                  </a:lnTo>
                  <a:lnTo>
                    <a:pt x="429154" y="596029"/>
                  </a:lnTo>
                  <a:close/>
                  <a:moveTo>
                    <a:pt x="429154" y="596029"/>
                  </a:moveTo>
                  <a:lnTo>
                    <a:pt x="401799" y="592465"/>
                  </a:lnTo>
                  <a:lnTo>
                    <a:pt x="379797" y="613660"/>
                  </a:lnTo>
                  <a:close/>
                  <a:moveTo>
                    <a:pt x="423783" y="589566"/>
                  </a:moveTo>
                  <a:lnTo>
                    <a:pt x="373660" y="562123"/>
                  </a:lnTo>
                  <a:lnTo>
                    <a:pt x="422380" y="538029"/>
                  </a:lnTo>
                  <a:close/>
                  <a:moveTo>
                    <a:pt x="404203" y="490827"/>
                  </a:moveTo>
                  <a:lnTo>
                    <a:pt x="423852" y="538029"/>
                  </a:lnTo>
                  <a:lnTo>
                    <a:pt x="422220" y="533917"/>
                  </a:lnTo>
                  <a:close/>
                  <a:moveTo>
                    <a:pt x="865966" y="1033487"/>
                  </a:moveTo>
                  <a:lnTo>
                    <a:pt x="803755" y="1087028"/>
                  </a:lnTo>
                  <a:lnTo>
                    <a:pt x="850195" y="1085985"/>
                  </a:lnTo>
                  <a:close/>
                  <a:moveTo>
                    <a:pt x="898321" y="1045165"/>
                  </a:moveTo>
                  <a:lnTo>
                    <a:pt x="865966" y="1033487"/>
                  </a:lnTo>
                  <a:lnTo>
                    <a:pt x="850195" y="1085985"/>
                  </a:lnTo>
                  <a:close/>
                  <a:moveTo>
                    <a:pt x="608581" y="706660"/>
                  </a:moveTo>
                  <a:lnTo>
                    <a:pt x="593677" y="692639"/>
                  </a:lnTo>
                  <a:lnTo>
                    <a:pt x="607486" y="668545"/>
                  </a:lnTo>
                  <a:close/>
                  <a:moveTo>
                    <a:pt x="593677" y="692639"/>
                  </a:moveTo>
                  <a:lnTo>
                    <a:pt x="601763" y="617009"/>
                  </a:lnTo>
                  <a:lnTo>
                    <a:pt x="607486" y="668545"/>
                  </a:lnTo>
                  <a:close/>
                  <a:moveTo>
                    <a:pt x="425136" y="513935"/>
                  </a:moveTo>
                  <a:lnTo>
                    <a:pt x="422380" y="538029"/>
                  </a:lnTo>
                  <a:lnTo>
                    <a:pt x="445905" y="487571"/>
                  </a:lnTo>
                  <a:close/>
                  <a:moveTo>
                    <a:pt x="422380" y="538029"/>
                  </a:moveTo>
                  <a:lnTo>
                    <a:pt x="422220" y="533917"/>
                  </a:lnTo>
                  <a:lnTo>
                    <a:pt x="445905" y="487571"/>
                  </a:lnTo>
                  <a:close/>
                  <a:moveTo>
                    <a:pt x="461075" y="513935"/>
                  </a:moveTo>
                  <a:lnTo>
                    <a:pt x="445905" y="487571"/>
                  </a:lnTo>
                  <a:lnTo>
                    <a:pt x="422220" y="533917"/>
                  </a:lnTo>
                  <a:close/>
                  <a:moveTo>
                    <a:pt x="857676" y="977484"/>
                  </a:moveTo>
                  <a:lnTo>
                    <a:pt x="922784" y="1025278"/>
                  </a:lnTo>
                  <a:lnTo>
                    <a:pt x="874968" y="1026169"/>
                  </a:lnTo>
                  <a:close/>
                  <a:moveTo>
                    <a:pt x="622878" y="615224"/>
                  </a:moveTo>
                  <a:lnTo>
                    <a:pt x="650223" y="655736"/>
                  </a:lnTo>
                  <a:lnTo>
                    <a:pt x="616241" y="640177"/>
                  </a:lnTo>
                  <a:close/>
                  <a:moveTo>
                    <a:pt x="936261" y="763349"/>
                  </a:moveTo>
                  <a:lnTo>
                    <a:pt x="937303" y="825245"/>
                  </a:lnTo>
                  <a:lnTo>
                    <a:pt x="980352" y="765487"/>
                  </a:lnTo>
                  <a:close/>
                  <a:moveTo>
                    <a:pt x="1044457" y="750873"/>
                  </a:moveTo>
                  <a:lnTo>
                    <a:pt x="980352" y="765487"/>
                  </a:lnTo>
                  <a:lnTo>
                    <a:pt x="975745" y="801342"/>
                  </a:lnTo>
                  <a:close/>
                  <a:moveTo>
                    <a:pt x="877151" y="647937"/>
                  </a:moveTo>
                  <a:lnTo>
                    <a:pt x="898750" y="688147"/>
                  </a:lnTo>
                  <a:lnTo>
                    <a:pt x="883195" y="671894"/>
                  </a:lnTo>
                  <a:close/>
                  <a:moveTo>
                    <a:pt x="877151" y="647937"/>
                  </a:moveTo>
                  <a:lnTo>
                    <a:pt x="883195" y="671894"/>
                  </a:lnTo>
                  <a:lnTo>
                    <a:pt x="877283" y="647665"/>
                  </a:lnTo>
                  <a:close/>
                  <a:moveTo>
                    <a:pt x="1335936" y="869953"/>
                  </a:moveTo>
                  <a:lnTo>
                    <a:pt x="1366172" y="867944"/>
                  </a:lnTo>
                  <a:lnTo>
                    <a:pt x="1390272" y="898430"/>
                  </a:lnTo>
                  <a:close/>
                  <a:moveTo>
                    <a:pt x="1173851" y="722122"/>
                  </a:moveTo>
                  <a:lnTo>
                    <a:pt x="1243678" y="702685"/>
                  </a:lnTo>
                  <a:lnTo>
                    <a:pt x="1195400" y="693865"/>
                  </a:lnTo>
                  <a:close/>
                  <a:moveTo>
                    <a:pt x="1419541" y="872962"/>
                  </a:moveTo>
                  <a:lnTo>
                    <a:pt x="1390272" y="898430"/>
                  </a:lnTo>
                  <a:lnTo>
                    <a:pt x="1466783" y="874916"/>
                  </a:lnTo>
                  <a:close/>
                  <a:moveTo>
                    <a:pt x="1219415" y="648756"/>
                  </a:moveTo>
                  <a:lnTo>
                    <a:pt x="1160024" y="702685"/>
                  </a:lnTo>
                  <a:lnTo>
                    <a:pt x="1195400" y="693865"/>
                  </a:lnTo>
                  <a:close/>
                  <a:moveTo>
                    <a:pt x="1057485" y="527580"/>
                  </a:moveTo>
                  <a:lnTo>
                    <a:pt x="1068107" y="548075"/>
                  </a:lnTo>
                  <a:lnTo>
                    <a:pt x="1076881" y="536764"/>
                  </a:lnTo>
                  <a:close/>
                  <a:moveTo>
                    <a:pt x="1183041" y="575518"/>
                  </a:moveTo>
                  <a:lnTo>
                    <a:pt x="1131506" y="593079"/>
                  </a:lnTo>
                  <a:lnTo>
                    <a:pt x="1194705" y="556367"/>
                  </a:lnTo>
                  <a:close/>
                  <a:moveTo>
                    <a:pt x="1511983" y="884738"/>
                  </a:moveTo>
                  <a:lnTo>
                    <a:pt x="1518210" y="883046"/>
                  </a:lnTo>
                  <a:lnTo>
                    <a:pt x="1466783" y="874916"/>
                  </a:lnTo>
                  <a:close/>
                  <a:moveTo>
                    <a:pt x="1466783" y="874916"/>
                  </a:moveTo>
                  <a:lnTo>
                    <a:pt x="1518210" y="883046"/>
                  </a:lnTo>
                  <a:lnTo>
                    <a:pt x="1541577" y="844983"/>
                  </a:lnTo>
                  <a:close/>
                  <a:moveTo>
                    <a:pt x="1466783" y="874916"/>
                  </a:moveTo>
                  <a:lnTo>
                    <a:pt x="1541577" y="844983"/>
                  </a:lnTo>
                  <a:lnTo>
                    <a:pt x="1498027" y="856833"/>
                  </a:lnTo>
                  <a:close/>
                  <a:moveTo>
                    <a:pt x="1419541" y="872962"/>
                  </a:moveTo>
                  <a:lnTo>
                    <a:pt x="1466783" y="874916"/>
                  </a:lnTo>
                  <a:lnTo>
                    <a:pt x="1498027" y="856833"/>
                  </a:lnTo>
                  <a:close/>
                  <a:moveTo>
                    <a:pt x="1548162" y="795953"/>
                  </a:moveTo>
                  <a:lnTo>
                    <a:pt x="1498027" y="856833"/>
                  </a:lnTo>
                  <a:lnTo>
                    <a:pt x="1541577" y="844983"/>
                  </a:lnTo>
                  <a:close/>
                  <a:moveTo>
                    <a:pt x="1349531" y="278805"/>
                  </a:moveTo>
                  <a:lnTo>
                    <a:pt x="1356185" y="336138"/>
                  </a:lnTo>
                  <a:lnTo>
                    <a:pt x="1376849" y="348626"/>
                  </a:lnTo>
                  <a:close/>
                  <a:moveTo>
                    <a:pt x="1238605" y="141127"/>
                  </a:moveTo>
                  <a:lnTo>
                    <a:pt x="1259602" y="84731"/>
                  </a:lnTo>
                  <a:lnTo>
                    <a:pt x="1193247" y="78924"/>
                  </a:lnTo>
                  <a:close/>
                  <a:moveTo>
                    <a:pt x="1437628" y="18662"/>
                  </a:moveTo>
                  <a:lnTo>
                    <a:pt x="1456363" y="26559"/>
                  </a:lnTo>
                  <a:lnTo>
                    <a:pt x="1430486" y="0"/>
                  </a:lnTo>
                  <a:close/>
                  <a:moveTo>
                    <a:pt x="1769092" y="165602"/>
                  </a:moveTo>
                  <a:lnTo>
                    <a:pt x="1779582" y="228157"/>
                  </a:lnTo>
                  <a:lnTo>
                    <a:pt x="1779425" y="176621"/>
                  </a:lnTo>
                  <a:close/>
                  <a:moveTo>
                    <a:pt x="1769092" y="165602"/>
                  </a:moveTo>
                  <a:lnTo>
                    <a:pt x="1775566" y="223081"/>
                  </a:lnTo>
                  <a:lnTo>
                    <a:pt x="1779582" y="228157"/>
                  </a:lnTo>
                  <a:close/>
                  <a:moveTo>
                    <a:pt x="1750949" y="117608"/>
                  </a:moveTo>
                  <a:lnTo>
                    <a:pt x="1779425" y="176621"/>
                  </a:lnTo>
                  <a:lnTo>
                    <a:pt x="1758126" y="125084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99" name="Output_density__4298">
              <a:extLst>
                <a:ext uri="{FF2B5EF4-FFF2-40B4-BE49-F238E27FC236}">
                  <a16:creationId xmlns:a16="http://schemas.microsoft.com/office/drawing/2014/main" id="{DFD03547-E5CB-B40E-AA75-A0F626486B12}"/>
                </a:ext>
              </a:extLst>
            </p:cNvPr>
            <p:cNvSpPr>
              <a:spLocks noGrp="1"/>
            </p:cNvSpPr>
            <p:nvPr/>
          </p:nvSpPr>
          <p:spPr>
            <a:xfrm>
              <a:off x="15032608" y="2262760"/>
              <a:ext cx="1460967" cy="1368790"/>
            </a:xfrm>
            <a:custGeom>
              <a:avLst/>
              <a:gdLst/>
              <a:ahLst/>
              <a:cxnLst/>
              <a:rect l="0" t="0" r="0" b="0"/>
              <a:pathLst>
                <a:path w="1460967" h="1368790">
                  <a:moveTo>
                    <a:pt x="153046" y="1304797"/>
                  </a:moveTo>
                  <a:lnTo>
                    <a:pt x="208130" y="1337984"/>
                  </a:lnTo>
                  <a:lnTo>
                    <a:pt x="194069" y="1286672"/>
                  </a:lnTo>
                  <a:close/>
                  <a:moveTo>
                    <a:pt x="153046" y="1304797"/>
                  </a:moveTo>
                  <a:lnTo>
                    <a:pt x="169779" y="1356334"/>
                  </a:lnTo>
                  <a:lnTo>
                    <a:pt x="208130" y="1337984"/>
                  </a:lnTo>
                  <a:close/>
                  <a:moveTo>
                    <a:pt x="219482" y="1332240"/>
                  </a:moveTo>
                  <a:lnTo>
                    <a:pt x="207215" y="1280703"/>
                  </a:lnTo>
                  <a:lnTo>
                    <a:pt x="208130" y="1337984"/>
                  </a:lnTo>
                  <a:close/>
                  <a:moveTo>
                    <a:pt x="207215" y="1280703"/>
                  </a:moveTo>
                  <a:lnTo>
                    <a:pt x="194069" y="1286672"/>
                  </a:lnTo>
                  <a:lnTo>
                    <a:pt x="208130" y="1337984"/>
                  </a:lnTo>
                  <a:close/>
                  <a:moveTo>
                    <a:pt x="155142" y="1253261"/>
                  </a:moveTo>
                  <a:lnTo>
                    <a:pt x="194069" y="1286672"/>
                  </a:lnTo>
                  <a:lnTo>
                    <a:pt x="167225" y="1245753"/>
                  </a:lnTo>
                  <a:close/>
                  <a:moveTo>
                    <a:pt x="155142" y="1253261"/>
                  </a:moveTo>
                  <a:lnTo>
                    <a:pt x="153046" y="1304797"/>
                  </a:lnTo>
                  <a:lnTo>
                    <a:pt x="194069" y="1286672"/>
                  </a:lnTo>
                  <a:close/>
                  <a:moveTo>
                    <a:pt x="207215" y="1280703"/>
                  </a:moveTo>
                  <a:lnTo>
                    <a:pt x="192799" y="1229167"/>
                  </a:lnTo>
                  <a:lnTo>
                    <a:pt x="194069" y="1286672"/>
                  </a:lnTo>
                  <a:close/>
                  <a:moveTo>
                    <a:pt x="192799" y="1229167"/>
                  </a:moveTo>
                  <a:lnTo>
                    <a:pt x="167225" y="1245753"/>
                  </a:lnTo>
                  <a:lnTo>
                    <a:pt x="194069" y="1286672"/>
                  </a:lnTo>
                  <a:close/>
                  <a:moveTo>
                    <a:pt x="276440" y="1256609"/>
                  </a:moveTo>
                  <a:lnTo>
                    <a:pt x="192799" y="1229167"/>
                  </a:lnTo>
                  <a:lnTo>
                    <a:pt x="207215" y="1280703"/>
                  </a:lnTo>
                  <a:close/>
                  <a:moveTo>
                    <a:pt x="46695" y="954064"/>
                  </a:moveTo>
                  <a:lnTo>
                    <a:pt x="0" y="954043"/>
                  </a:lnTo>
                  <a:lnTo>
                    <a:pt x="57808" y="958249"/>
                  </a:lnTo>
                  <a:close/>
                  <a:moveTo>
                    <a:pt x="94773" y="921777"/>
                  </a:moveTo>
                  <a:lnTo>
                    <a:pt x="46695" y="954064"/>
                  </a:lnTo>
                  <a:lnTo>
                    <a:pt x="62601" y="947390"/>
                  </a:lnTo>
                  <a:close/>
                  <a:moveTo>
                    <a:pt x="46695" y="954064"/>
                  </a:moveTo>
                  <a:lnTo>
                    <a:pt x="57808" y="958249"/>
                  </a:lnTo>
                  <a:lnTo>
                    <a:pt x="62601" y="947390"/>
                  </a:lnTo>
                  <a:close/>
                  <a:moveTo>
                    <a:pt x="123918" y="929265"/>
                  </a:moveTo>
                  <a:lnTo>
                    <a:pt x="62601" y="947390"/>
                  </a:lnTo>
                  <a:lnTo>
                    <a:pt x="138424" y="950082"/>
                  </a:lnTo>
                  <a:close/>
                  <a:moveTo>
                    <a:pt x="62601" y="947390"/>
                  </a:moveTo>
                  <a:lnTo>
                    <a:pt x="57808" y="958249"/>
                  </a:lnTo>
                  <a:lnTo>
                    <a:pt x="138424" y="950082"/>
                  </a:lnTo>
                  <a:close/>
                  <a:moveTo>
                    <a:pt x="94773" y="921777"/>
                  </a:moveTo>
                  <a:lnTo>
                    <a:pt x="62601" y="947390"/>
                  </a:lnTo>
                  <a:lnTo>
                    <a:pt x="123918" y="929265"/>
                  </a:lnTo>
                  <a:close/>
                  <a:moveTo>
                    <a:pt x="123466" y="895853"/>
                  </a:moveTo>
                  <a:lnTo>
                    <a:pt x="123918" y="929265"/>
                  </a:lnTo>
                  <a:lnTo>
                    <a:pt x="140950" y="923296"/>
                  </a:lnTo>
                  <a:close/>
                  <a:moveTo>
                    <a:pt x="123466" y="895853"/>
                  </a:moveTo>
                  <a:lnTo>
                    <a:pt x="140950" y="923296"/>
                  </a:lnTo>
                  <a:lnTo>
                    <a:pt x="132205" y="871759"/>
                  </a:lnTo>
                  <a:close/>
                  <a:moveTo>
                    <a:pt x="123918" y="929265"/>
                  </a:moveTo>
                  <a:lnTo>
                    <a:pt x="138424" y="950082"/>
                  </a:lnTo>
                  <a:lnTo>
                    <a:pt x="140950" y="923296"/>
                  </a:lnTo>
                  <a:close/>
                  <a:moveTo>
                    <a:pt x="617472" y="1311495"/>
                  </a:moveTo>
                  <a:lnTo>
                    <a:pt x="591057" y="1317307"/>
                  </a:lnTo>
                  <a:lnTo>
                    <a:pt x="604907" y="1368790"/>
                  </a:lnTo>
                  <a:close/>
                  <a:moveTo>
                    <a:pt x="200100" y="968055"/>
                  </a:moveTo>
                  <a:lnTo>
                    <a:pt x="203700" y="1019462"/>
                  </a:lnTo>
                  <a:lnTo>
                    <a:pt x="250288" y="950739"/>
                  </a:lnTo>
                  <a:close/>
                  <a:moveTo>
                    <a:pt x="250288" y="950739"/>
                  </a:moveTo>
                  <a:lnTo>
                    <a:pt x="203700" y="1019462"/>
                  </a:lnTo>
                  <a:lnTo>
                    <a:pt x="207195" y="1026369"/>
                  </a:lnTo>
                  <a:close/>
                  <a:moveTo>
                    <a:pt x="197173" y="907692"/>
                  </a:moveTo>
                  <a:lnTo>
                    <a:pt x="140950" y="923296"/>
                  </a:lnTo>
                  <a:lnTo>
                    <a:pt x="153112" y="968273"/>
                  </a:lnTo>
                  <a:close/>
                  <a:moveTo>
                    <a:pt x="132205" y="871759"/>
                  </a:moveTo>
                  <a:lnTo>
                    <a:pt x="197173" y="907692"/>
                  </a:lnTo>
                  <a:lnTo>
                    <a:pt x="190088" y="850709"/>
                  </a:lnTo>
                  <a:close/>
                  <a:moveTo>
                    <a:pt x="132205" y="871759"/>
                  </a:moveTo>
                  <a:lnTo>
                    <a:pt x="140950" y="923296"/>
                  </a:lnTo>
                  <a:lnTo>
                    <a:pt x="197173" y="907692"/>
                  </a:lnTo>
                  <a:close/>
                  <a:moveTo>
                    <a:pt x="233182" y="899202"/>
                  </a:moveTo>
                  <a:lnTo>
                    <a:pt x="197449" y="847665"/>
                  </a:lnTo>
                  <a:lnTo>
                    <a:pt x="197173" y="907692"/>
                  </a:lnTo>
                  <a:close/>
                  <a:moveTo>
                    <a:pt x="197449" y="847665"/>
                  </a:moveTo>
                  <a:lnTo>
                    <a:pt x="190088" y="850709"/>
                  </a:lnTo>
                  <a:lnTo>
                    <a:pt x="197173" y="907692"/>
                  </a:lnTo>
                  <a:close/>
                  <a:moveTo>
                    <a:pt x="157298" y="845973"/>
                  </a:moveTo>
                  <a:lnTo>
                    <a:pt x="132205" y="871759"/>
                  </a:lnTo>
                  <a:lnTo>
                    <a:pt x="190088" y="850709"/>
                  </a:lnTo>
                  <a:close/>
                  <a:moveTo>
                    <a:pt x="226978" y="796916"/>
                  </a:moveTo>
                  <a:lnTo>
                    <a:pt x="157298" y="845973"/>
                  </a:lnTo>
                  <a:lnTo>
                    <a:pt x="197449" y="847665"/>
                  </a:lnTo>
                  <a:close/>
                  <a:moveTo>
                    <a:pt x="197449" y="847665"/>
                  </a:moveTo>
                  <a:lnTo>
                    <a:pt x="157298" y="845973"/>
                  </a:lnTo>
                  <a:lnTo>
                    <a:pt x="190088" y="850709"/>
                  </a:lnTo>
                  <a:close/>
                  <a:moveTo>
                    <a:pt x="468568" y="1041253"/>
                  </a:moveTo>
                  <a:lnTo>
                    <a:pt x="415512" y="1095104"/>
                  </a:lnTo>
                  <a:lnTo>
                    <a:pt x="452371" y="1081254"/>
                  </a:lnTo>
                  <a:close/>
                  <a:moveTo>
                    <a:pt x="397849" y="1086422"/>
                  </a:moveTo>
                  <a:lnTo>
                    <a:pt x="415512" y="1095104"/>
                  </a:lnTo>
                  <a:lnTo>
                    <a:pt x="468568" y="1041253"/>
                  </a:lnTo>
                  <a:close/>
                  <a:moveTo>
                    <a:pt x="437396" y="1059605"/>
                  </a:moveTo>
                  <a:lnTo>
                    <a:pt x="397849" y="1086422"/>
                  </a:lnTo>
                  <a:lnTo>
                    <a:pt x="468568" y="1041253"/>
                  </a:lnTo>
                  <a:close/>
                  <a:moveTo>
                    <a:pt x="468568" y="1041253"/>
                  </a:moveTo>
                  <a:lnTo>
                    <a:pt x="469166" y="1029718"/>
                  </a:lnTo>
                  <a:lnTo>
                    <a:pt x="444438" y="1053812"/>
                  </a:lnTo>
                  <a:close/>
                  <a:moveTo>
                    <a:pt x="233182" y="899202"/>
                  </a:moveTo>
                  <a:lnTo>
                    <a:pt x="288989" y="893868"/>
                  </a:lnTo>
                  <a:lnTo>
                    <a:pt x="270273" y="886245"/>
                  </a:lnTo>
                  <a:close/>
                  <a:moveTo>
                    <a:pt x="233182" y="899202"/>
                  </a:moveTo>
                  <a:lnTo>
                    <a:pt x="270273" y="886245"/>
                  </a:lnTo>
                  <a:lnTo>
                    <a:pt x="197449" y="847665"/>
                  </a:lnTo>
                  <a:close/>
                  <a:moveTo>
                    <a:pt x="270273" y="886245"/>
                  </a:moveTo>
                  <a:lnTo>
                    <a:pt x="327288" y="875108"/>
                  </a:lnTo>
                  <a:lnTo>
                    <a:pt x="276428" y="846904"/>
                  </a:lnTo>
                  <a:close/>
                  <a:moveTo>
                    <a:pt x="270273" y="886245"/>
                  </a:moveTo>
                  <a:lnTo>
                    <a:pt x="288989" y="893868"/>
                  </a:lnTo>
                  <a:lnTo>
                    <a:pt x="327288" y="875108"/>
                  </a:lnTo>
                  <a:close/>
                  <a:moveTo>
                    <a:pt x="226978" y="796916"/>
                  </a:moveTo>
                  <a:lnTo>
                    <a:pt x="263622" y="799025"/>
                  </a:lnTo>
                  <a:lnTo>
                    <a:pt x="227354" y="796129"/>
                  </a:lnTo>
                  <a:close/>
                  <a:moveTo>
                    <a:pt x="263622" y="799025"/>
                  </a:moveTo>
                  <a:lnTo>
                    <a:pt x="280088" y="772035"/>
                  </a:lnTo>
                  <a:lnTo>
                    <a:pt x="227354" y="796129"/>
                  </a:lnTo>
                  <a:close/>
                  <a:moveTo>
                    <a:pt x="468568" y="1041253"/>
                  </a:moveTo>
                  <a:lnTo>
                    <a:pt x="452371" y="1081254"/>
                  </a:lnTo>
                  <a:lnTo>
                    <a:pt x="491427" y="1071369"/>
                  </a:lnTo>
                  <a:close/>
                  <a:moveTo>
                    <a:pt x="491427" y="1071369"/>
                  </a:moveTo>
                  <a:lnTo>
                    <a:pt x="469166" y="1029718"/>
                  </a:lnTo>
                  <a:lnTo>
                    <a:pt x="468568" y="1041253"/>
                  </a:lnTo>
                  <a:close/>
                  <a:moveTo>
                    <a:pt x="328993" y="799478"/>
                  </a:moveTo>
                  <a:lnTo>
                    <a:pt x="276428" y="846904"/>
                  </a:lnTo>
                  <a:lnTo>
                    <a:pt x="327288" y="875108"/>
                  </a:lnTo>
                  <a:close/>
                  <a:moveTo>
                    <a:pt x="263622" y="799025"/>
                  </a:moveTo>
                  <a:lnTo>
                    <a:pt x="284173" y="812201"/>
                  </a:lnTo>
                  <a:lnTo>
                    <a:pt x="328993" y="799478"/>
                  </a:lnTo>
                  <a:close/>
                  <a:moveTo>
                    <a:pt x="280088" y="772035"/>
                  </a:moveTo>
                  <a:lnTo>
                    <a:pt x="263622" y="799025"/>
                  </a:lnTo>
                  <a:lnTo>
                    <a:pt x="328993" y="799478"/>
                  </a:lnTo>
                  <a:close/>
                  <a:moveTo>
                    <a:pt x="33132" y="461290"/>
                  </a:moveTo>
                  <a:lnTo>
                    <a:pt x="28470" y="462815"/>
                  </a:lnTo>
                  <a:lnTo>
                    <a:pt x="34574" y="461974"/>
                  </a:lnTo>
                  <a:close/>
                  <a:moveTo>
                    <a:pt x="641646" y="1069209"/>
                  </a:moveTo>
                  <a:lnTo>
                    <a:pt x="616491" y="1108697"/>
                  </a:lnTo>
                  <a:lnTo>
                    <a:pt x="616472" y="1108417"/>
                  </a:lnTo>
                  <a:close/>
                  <a:moveTo>
                    <a:pt x="653619" y="1074198"/>
                  </a:moveTo>
                  <a:lnTo>
                    <a:pt x="616491" y="1108697"/>
                  </a:lnTo>
                  <a:lnTo>
                    <a:pt x="641646" y="1069209"/>
                  </a:lnTo>
                  <a:close/>
                  <a:moveTo>
                    <a:pt x="681111" y="1042084"/>
                  </a:moveTo>
                  <a:lnTo>
                    <a:pt x="653619" y="1074198"/>
                  </a:lnTo>
                  <a:lnTo>
                    <a:pt x="641646" y="1069209"/>
                  </a:lnTo>
                  <a:close/>
                  <a:moveTo>
                    <a:pt x="653619" y="1074198"/>
                  </a:moveTo>
                  <a:lnTo>
                    <a:pt x="681111" y="1042084"/>
                  </a:lnTo>
                  <a:lnTo>
                    <a:pt x="663930" y="1057161"/>
                  </a:lnTo>
                  <a:close/>
                  <a:moveTo>
                    <a:pt x="681111" y="1042084"/>
                  </a:moveTo>
                  <a:lnTo>
                    <a:pt x="690365" y="1033067"/>
                  </a:lnTo>
                  <a:lnTo>
                    <a:pt x="663930" y="1057161"/>
                  </a:lnTo>
                  <a:close/>
                  <a:moveTo>
                    <a:pt x="681111" y="1042084"/>
                  </a:moveTo>
                  <a:lnTo>
                    <a:pt x="718859" y="1048318"/>
                  </a:lnTo>
                  <a:lnTo>
                    <a:pt x="690365" y="1033067"/>
                  </a:lnTo>
                  <a:close/>
                  <a:moveTo>
                    <a:pt x="718859" y="1048318"/>
                  </a:moveTo>
                  <a:lnTo>
                    <a:pt x="735511" y="1008973"/>
                  </a:lnTo>
                  <a:lnTo>
                    <a:pt x="690365" y="1033067"/>
                  </a:lnTo>
                  <a:close/>
                  <a:moveTo>
                    <a:pt x="673956" y="848694"/>
                  </a:moveTo>
                  <a:lnTo>
                    <a:pt x="732655" y="838954"/>
                  </a:lnTo>
                  <a:lnTo>
                    <a:pt x="701600" y="809114"/>
                  </a:lnTo>
                  <a:close/>
                  <a:moveTo>
                    <a:pt x="977589" y="1036415"/>
                  </a:moveTo>
                  <a:lnTo>
                    <a:pt x="1006054" y="1063858"/>
                  </a:lnTo>
                  <a:lnTo>
                    <a:pt x="1005437" y="1012321"/>
                  </a:lnTo>
                  <a:close/>
                  <a:moveTo>
                    <a:pt x="538023" y="586658"/>
                  </a:moveTo>
                  <a:lnTo>
                    <a:pt x="573771" y="585413"/>
                  </a:lnTo>
                  <a:lnTo>
                    <a:pt x="539378" y="572586"/>
                  </a:lnTo>
                  <a:close/>
                  <a:moveTo>
                    <a:pt x="573771" y="585413"/>
                  </a:moveTo>
                  <a:lnTo>
                    <a:pt x="588048" y="548492"/>
                  </a:lnTo>
                  <a:lnTo>
                    <a:pt x="539378" y="572586"/>
                  </a:lnTo>
                  <a:close/>
                  <a:moveTo>
                    <a:pt x="588048" y="548492"/>
                  </a:moveTo>
                  <a:lnTo>
                    <a:pt x="602665" y="518767"/>
                  </a:lnTo>
                  <a:lnTo>
                    <a:pt x="554722" y="521049"/>
                  </a:lnTo>
                  <a:close/>
                  <a:moveTo>
                    <a:pt x="539378" y="572586"/>
                  </a:moveTo>
                  <a:lnTo>
                    <a:pt x="588048" y="548492"/>
                  </a:lnTo>
                  <a:lnTo>
                    <a:pt x="554722" y="521049"/>
                  </a:lnTo>
                  <a:close/>
                  <a:moveTo>
                    <a:pt x="1005437" y="1012321"/>
                  </a:moveTo>
                  <a:lnTo>
                    <a:pt x="1045543" y="1050225"/>
                  </a:lnTo>
                  <a:lnTo>
                    <a:pt x="1031265" y="999091"/>
                  </a:lnTo>
                  <a:close/>
                  <a:moveTo>
                    <a:pt x="1005437" y="1012321"/>
                  </a:moveTo>
                  <a:lnTo>
                    <a:pt x="1006054" y="1063858"/>
                  </a:lnTo>
                  <a:lnTo>
                    <a:pt x="1045543" y="1050225"/>
                  </a:lnTo>
                  <a:close/>
                  <a:moveTo>
                    <a:pt x="1045543" y="1050225"/>
                  </a:moveTo>
                  <a:lnTo>
                    <a:pt x="1091836" y="1050572"/>
                  </a:lnTo>
                  <a:lnTo>
                    <a:pt x="1031265" y="999091"/>
                  </a:lnTo>
                  <a:close/>
                  <a:moveTo>
                    <a:pt x="997830" y="960785"/>
                  </a:moveTo>
                  <a:lnTo>
                    <a:pt x="1005437" y="1012321"/>
                  </a:lnTo>
                  <a:lnTo>
                    <a:pt x="1031265" y="999091"/>
                  </a:lnTo>
                  <a:close/>
                  <a:moveTo>
                    <a:pt x="1009030" y="954424"/>
                  </a:moveTo>
                  <a:lnTo>
                    <a:pt x="1055948" y="936691"/>
                  </a:lnTo>
                  <a:lnTo>
                    <a:pt x="1059826" y="888367"/>
                  </a:lnTo>
                  <a:close/>
                  <a:moveTo>
                    <a:pt x="602665" y="518767"/>
                  </a:moveTo>
                  <a:lnTo>
                    <a:pt x="588048" y="548492"/>
                  </a:lnTo>
                  <a:lnTo>
                    <a:pt x="631003" y="531917"/>
                  </a:lnTo>
                  <a:close/>
                  <a:moveTo>
                    <a:pt x="640241" y="496955"/>
                  </a:moveTo>
                  <a:lnTo>
                    <a:pt x="602665" y="518767"/>
                  </a:lnTo>
                  <a:lnTo>
                    <a:pt x="685664" y="519511"/>
                  </a:lnTo>
                  <a:close/>
                  <a:moveTo>
                    <a:pt x="675350" y="524398"/>
                  </a:moveTo>
                  <a:lnTo>
                    <a:pt x="602665" y="518767"/>
                  </a:lnTo>
                  <a:lnTo>
                    <a:pt x="631003" y="531917"/>
                  </a:lnTo>
                  <a:close/>
                  <a:moveTo>
                    <a:pt x="1100719" y="888371"/>
                  </a:moveTo>
                  <a:lnTo>
                    <a:pt x="1055948" y="936691"/>
                  </a:lnTo>
                  <a:lnTo>
                    <a:pt x="1090478" y="912597"/>
                  </a:lnTo>
                  <a:close/>
                  <a:moveTo>
                    <a:pt x="1070501" y="910293"/>
                  </a:moveTo>
                  <a:lnTo>
                    <a:pt x="1055948" y="936691"/>
                  </a:lnTo>
                  <a:lnTo>
                    <a:pt x="1100719" y="888371"/>
                  </a:lnTo>
                  <a:close/>
                  <a:moveTo>
                    <a:pt x="761314" y="448768"/>
                  </a:moveTo>
                  <a:lnTo>
                    <a:pt x="773759" y="500304"/>
                  </a:lnTo>
                  <a:lnTo>
                    <a:pt x="806516" y="476211"/>
                  </a:lnTo>
                  <a:close/>
                  <a:moveTo>
                    <a:pt x="753514" y="397231"/>
                  </a:moveTo>
                  <a:lnTo>
                    <a:pt x="761314" y="448768"/>
                  </a:lnTo>
                  <a:lnTo>
                    <a:pt x="793822" y="424674"/>
                  </a:lnTo>
                  <a:close/>
                  <a:moveTo>
                    <a:pt x="753514" y="397231"/>
                  </a:moveTo>
                  <a:lnTo>
                    <a:pt x="793822" y="424674"/>
                  </a:lnTo>
                  <a:lnTo>
                    <a:pt x="782789" y="373137"/>
                  </a:lnTo>
                  <a:close/>
                  <a:moveTo>
                    <a:pt x="730455" y="345695"/>
                  </a:moveTo>
                  <a:lnTo>
                    <a:pt x="753514" y="397231"/>
                  </a:lnTo>
                  <a:lnTo>
                    <a:pt x="782789" y="373137"/>
                  </a:lnTo>
                  <a:close/>
                  <a:moveTo>
                    <a:pt x="730455" y="345695"/>
                  </a:moveTo>
                  <a:lnTo>
                    <a:pt x="782789" y="373137"/>
                  </a:lnTo>
                  <a:lnTo>
                    <a:pt x="770623" y="321601"/>
                  </a:lnTo>
                  <a:close/>
                  <a:moveTo>
                    <a:pt x="786193" y="297507"/>
                  </a:moveTo>
                  <a:lnTo>
                    <a:pt x="781791" y="245970"/>
                  </a:lnTo>
                  <a:lnTo>
                    <a:pt x="770623" y="321601"/>
                  </a:lnTo>
                  <a:close/>
                  <a:moveTo>
                    <a:pt x="976560" y="127182"/>
                  </a:moveTo>
                  <a:lnTo>
                    <a:pt x="943559" y="146245"/>
                  </a:lnTo>
                  <a:lnTo>
                    <a:pt x="987609" y="140325"/>
                  </a:lnTo>
                  <a:close/>
                  <a:moveTo>
                    <a:pt x="950284" y="135673"/>
                  </a:moveTo>
                  <a:lnTo>
                    <a:pt x="943559" y="146245"/>
                  </a:lnTo>
                  <a:lnTo>
                    <a:pt x="976560" y="127182"/>
                  </a:lnTo>
                  <a:close/>
                  <a:moveTo>
                    <a:pt x="1040150" y="27192"/>
                  </a:moveTo>
                  <a:lnTo>
                    <a:pt x="980703" y="70615"/>
                  </a:lnTo>
                  <a:lnTo>
                    <a:pt x="1028517" y="46521"/>
                  </a:lnTo>
                  <a:close/>
                  <a:moveTo>
                    <a:pt x="1040150" y="27192"/>
                  </a:moveTo>
                  <a:lnTo>
                    <a:pt x="1005685" y="33231"/>
                  </a:lnTo>
                  <a:lnTo>
                    <a:pt x="980703" y="70615"/>
                  </a:lnTo>
                  <a:close/>
                  <a:moveTo>
                    <a:pt x="1080410" y="3042"/>
                  </a:moveTo>
                  <a:lnTo>
                    <a:pt x="1040150" y="27192"/>
                  </a:lnTo>
                  <a:lnTo>
                    <a:pt x="1120089" y="16495"/>
                  </a:lnTo>
                  <a:close/>
                  <a:moveTo>
                    <a:pt x="1124066" y="20484"/>
                  </a:moveTo>
                  <a:lnTo>
                    <a:pt x="1162397" y="0"/>
                  </a:lnTo>
                  <a:lnTo>
                    <a:pt x="1120089" y="16495"/>
                  </a:lnTo>
                  <a:close/>
                  <a:moveTo>
                    <a:pt x="1447619" y="232790"/>
                  </a:moveTo>
                  <a:lnTo>
                    <a:pt x="1432003" y="256016"/>
                  </a:lnTo>
                  <a:lnTo>
                    <a:pt x="1460967" y="250214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00" name="Output_density__4299">
              <a:extLst>
                <a:ext uri="{FF2B5EF4-FFF2-40B4-BE49-F238E27FC236}">
                  <a16:creationId xmlns:a16="http://schemas.microsoft.com/office/drawing/2014/main" id="{A7B0CF8A-588C-020E-4D9B-6D8265A83FB4}"/>
                </a:ext>
              </a:extLst>
            </p:cNvPr>
            <p:cNvSpPr>
              <a:spLocks noGrp="1"/>
            </p:cNvSpPr>
            <p:nvPr/>
          </p:nvSpPr>
          <p:spPr>
            <a:xfrm>
              <a:off x="14966537" y="2393692"/>
              <a:ext cx="1604448" cy="1337703"/>
            </a:xfrm>
            <a:custGeom>
              <a:avLst/>
              <a:gdLst/>
              <a:ahLst/>
              <a:cxnLst/>
              <a:rect l="0" t="0" r="0" b="0"/>
              <a:pathLst>
                <a:path w="1604448" h="1337703">
                  <a:moveTo>
                    <a:pt x="339721" y="1245183"/>
                  </a:moveTo>
                  <a:lnTo>
                    <a:pt x="308724" y="1264190"/>
                  </a:lnTo>
                  <a:lnTo>
                    <a:pt x="385098" y="1240163"/>
                  </a:lnTo>
                  <a:close/>
                  <a:moveTo>
                    <a:pt x="0" y="789015"/>
                  </a:moveTo>
                  <a:lnTo>
                    <a:pt x="15555" y="801437"/>
                  </a:lnTo>
                  <a:lnTo>
                    <a:pt x="17577" y="739450"/>
                  </a:lnTo>
                  <a:close/>
                  <a:moveTo>
                    <a:pt x="531299" y="1302534"/>
                  </a:moveTo>
                  <a:lnTo>
                    <a:pt x="504625" y="1337703"/>
                  </a:lnTo>
                  <a:lnTo>
                    <a:pt x="577451" y="1300410"/>
                  </a:lnTo>
                  <a:close/>
                  <a:moveTo>
                    <a:pt x="410368" y="1199746"/>
                  </a:moveTo>
                  <a:lnTo>
                    <a:pt x="385098" y="1240163"/>
                  </a:lnTo>
                  <a:lnTo>
                    <a:pt x="436426" y="1177213"/>
                  </a:lnTo>
                  <a:close/>
                  <a:moveTo>
                    <a:pt x="414086" y="1201308"/>
                  </a:moveTo>
                  <a:lnTo>
                    <a:pt x="409693" y="1125677"/>
                  </a:lnTo>
                  <a:lnTo>
                    <a:pt x="436426" y="1177213"/>
                  </a:lnTo>
                  <a:close/>
                  <a:moveTo>
                    <a:pt x="158194" y="943625"/>
                  </a:moveTo>
                  <a:lnTo>
                    <a:pt x="171745" y="919530"/>
                  </a:lnTo>
                  <a:lnTo>
                    <a:pt x="152058" y="932672"/>
                  </a:lnTo>
                  <a:close/>
                  <a:moveTo>
                    <a:pt x="171745" y="919530"/>
                  </a:moveTo>
                  <a:lnTo>
                    <a:pt x="158194" y="943625"/>
                  </a:lnTo>
                  <a:lnTo>
                    <a:pt x="194008" y="914842"/>
                  </a:lnTo>
                  <a:close/>
                  <a:moveTo>
                    <a:pt x="194008" y="914842"/>
                  </a:moveTo>
                  <a:lnTo>
                    <a:pt x="163843" y="936957"/>
                  </a:lnTo>
                  <a:lnTo>
                    <a:pt x="241739" y="918623"/>
                  </a:lnTo>
                  <a:close/>
                  <a:moveTo>
                    <a:pt x="418544" y="692639"/>
                  </a:moveTo>
                  <a:lnTo>
                    <a:pt x="443913" y="618340"/>
                  </a:lnTo>
                  <a:lnTo>
                    <a:pt x="426630" y="617009"/>
                  </a:lnTo>
                  <a:close/>
                  <a:moveTo>
                    <a:pt x="426630" y="617009"/>
                  </a:moveTo>
                  <a:lnTo>
                    <a:pt x="443913" y="618340"/>
                  </a:lnTo>
                  <a:lnTo>
                    <a:pt x="443901" y="610843"/>
                  </a:lnTo>
                  <a:close/>
                  <a:moveTo>
                    <a:pt x="426630" y="617009"/>
                  </a:moveTo>
                  <a:lnTo>
                    <a:pt x="447745" y="615224"/>
                  </a:lnTo>
                  <a:lnTo>
                    <a:pt x="441107" y="640177"/>
                  </a:lnTo>
                  <a:close/>
                  <a:moveTo>
                    <a:pt x="447745" y="615224"/>
                  </a:moveTo>
                  <a:lnTo>
                    <a:pt x="426630" y="617009"/>
                  </a:lnTo>
                  <a:lnTo>
                    <a:pt x="443901" y="610843"/>
                  </a:lnTo>
                  <a:close/>
                  <a:moveTo>
                    <a:pt x="765093" y="826503"/>
                  </a:moveTo>
                  <a:lnTo>
                    <a:pt x="761419" y="829483"/>
                  </a:lnTo>
                  <a:lnTo>
                    <a:pt x="756716" y="829679"/>
                  </a:lnTo>
                  <a:close/>
                  <a:moveTo>
                    <a:pt x="728095" y="839792"/>
                  </a:moveTo>
                  <a:lnTo>
                    <a:pt x="747603" y="826503"/>
                  </a:lnTo>
                  <a:lnTo>
                    <a:pt x="712636" y="821769"/>
                  </a:lnTo>
                  <a:close/>
                  <a:moveTo>
                    <a:pt x="765093" y="826503"/>
                  </a:moveTo>
                  <a:lnTo>
                    <a:pt x="756716" y="829679"/>
                  </a:lnTo>
                  <a:lnTo>
                    <a:pt x="800612" y="801342"/>
                  </a:lnTo>
                  <a:close/>
                  <a:moveTo>
                    <a:pt x="762170" y="825245"/>
                  </a:moveTo>
                  <a:lnTo>
                    <a:pt x="761419" y="829483"/>
                  </a:lnTo>
                  <a:lnTo>
                    <a:pt x="765093" y="826503"/>
                  </a:lnTo>
                  <a:close/>
                  <a:moveTo>
                    <a:pt x="762170" y="825245"/>
                  </a:moveTo>
                  <a:lnTo>
                    <a:pt x="765093" y="826503"/>
                  </a:lnTo>
                  <a:lnTo>
                    <a:pt x="800612" y="801342"/>
                  </a:lnTo>
                  <a:close/>
                  <a:moveTo>
                    <a:pt x="805219" y="765487"/>
                  </a:moveTo>
                  <a:lnTo>
                    <a:pt x="762170" y="825245"/>
                  </a:lnTo>
                  <a:lnTo>
                    <a:pt x="800612" y="801342"/>
                  </a:lnTo>
                  <a:close/>
                  <a:moveTo>
                    <a:pt x="1121163" y="856646"/>
                  </a:moveTo>
                  <a:lnTo>
                    <a:pt x="1149151" y="864015"/>
                  </a:lnTo>
                  <a:lnTo>
                    <a:pt x="1137188" y="857295"/>
                  </a:lnTo>
                  <a:close/>
                  <a:moveTo>
                    <a:pt x="984891" y="702685"/>
                  </a:moveTo>
                  <a:lnTo>
                    <a:pt x="998718" y="722122"/>
                  </a:lnTo>
                  <a:lnTo>
                    <a:pt x="1020267" y="693865"/>
                  </a:lnTo>
                  <a:close/>
                  <a:moveTo>
                    <a:pt x="790845" y="534804"/>
                  </a:moveTo>
                  <a:lnTo>
                    <a:pt x="810008" y="572169"/>
                  </a:lnTo>
                  <a:lnTo>
                    <a:pt x="811151" y="570946"/>
                  </a:lnTo>
                  <a:close/>
                  <a:moveTo>
                    <a:pt x="838486" y="538247"/>
                  </a:moveTo>
                  <a:lnTo>
                    <a:pt x="811151" y="570946"/>
                  </a:lnTo>
                  <a:lnTo>
                    <a:pt x="882352" y="527580"/>
                  </a:lnTo>
                  <a:close/>
                  <a:moveTo>
                    <a:pt x="1026096" y="511635"/>
                  </a:moveTo>
                  <a:lnTo>
                    <a:pt x="1007907" y="575518"/>
                  </a:lnTo>
                  <a:lnTo>
                    <a:pt x="1019572" y="556367"/>
                  </a:lnTo>
                  <a:close/>
                  <a:moveTo>
                    <a:pt x="1026096" y="511635"/>
                  </a:moveTo>
                  <a:lnTo>
                    <a:pt x="1019572" y="556367"/>
                  </a:lnTo>
                  <a:lnTo>
                    <a:pt x="1040385" y="523982"/>
                  </a:lnTo>
                  <a:close/>
                  <a:moveTo>
                    <a:pt x="1026096" y="511635"/>
                  </a:moveTo>
                  <a:lnTo>
                    <a:pt x="1040385" y="523982"/>
                  </a:lnTo>
                  <a:lnTo>
                    <a:pt x="1037620" y="488946"/>
                  </a:lnTo>
                  <a:close/>
                  <a:moveTo>
                    <a:pt x="1037620" y="488946"/>
                  </a:moveTo>
                  <a:lnTo>
                    <a:pt x="1040385" y="523982"/>
                  </a:lnTo>
                  <a:lnTo>
                    <a:pt x="1055081" y="514454"/>
                  </a:lnTo>
                  <a:close/>
                  <a:moveTo>
                    <a:pt x="1037620" y="488946"/>
                  </a:moveTo>
                  <a:lnTo>
                    <a:pt x="1055081" y="514454"/>
                  </a:lnTo>
                  <a:lnTo>
                    <a:pt x="1079735" y="471734"/>
                  </a:lnTo>
                  <a:close/>
                  <a:moveTo>
                    <a:pt x="1079735" y="471734"/>
                  </a:moveTo>
                  <a:lnTo>
                    <a:pt x="1112345" y="458755"/>
                  </a:lnTo>
                  <a:lnTo>
                    <a:pt x="1037620" y="488946"/>
                  </a:lnTo>
                  <a:close/>
                  <a:moveTo>
                    <a:pt x="1129844" y="484406"/>
                  </a:moveTo>
                  <a:lnTo>
                    <a:pt x="1112345" y="458755"/>
                  </a:lnTo>
                  <a:lnTo>
                    <a:pt x="1079735" y="471734"/>
                  </a:lnTo>
                  <a:close/>
                  <a:moveTo>
                    <a:pt x="1212624" y="484330"/>
                  </a:moveTo>
                  <a:lnTo>
                    <a:pt x="1237944" y="516096"/>
                  </a:lnTo>
                  <a:lnTo>
                    <a:pt x="1206464" y="503706"/>
                  </a:lnTo>
                  <a:close/>
                  <a:moveTo>
                    <a:pt x="1303703" y="515282"/>
                  </a:moveTo>
                  <a:lnTo>
                    <a:pt x="1237944" y="516096"/>
                  </a:lnTo>
                  <a:lnTo>
                    <a:pt x="1284910" y="515895"/>
                  </a:lnTo>
                  <a:close/>
                  <a:moveTo>
                    <a:pt x="1303703" y="515282"/>
                  </a:moveTo>
                  <a:lnTo>
                    <a:pt x="1257723" y="518047"/>
                  </a:lnTo>
                  <a:lnTo>
                    <a:pt x="1237944" y="516096"/>
                  </a:lnTo>
                  <a:close/>
                  <a:moveTo>
                    <a:pt x="1333584" y="492101"/>
                  </a:moveTo>
                  <a:lnTo>
                    <a:pt x="1303703" y="515282"/>
                  </a:lnTo>
                  <a:lnTo>
                    <a:pt x="1383135" y="502688"/>
                  </a:lnTo>
                  <a:close/>
                  <a:moveTo>
                    <a:pt x="1181761" y="245553"/>
                  </a:moveTo>
                  <a:lnTo>
                    <a:pt x="1174397" y="278805"/>
                  </a:lnTo>
                  <a:lnTo>
                    <a:pt x="1182117" y="297090"/>
                  </a:lnTo>
                  <a:close/>
                  <a:moveTo>
                    <a:pt x="1219074" y="238646"/>
                  </a:moveTo>
                  <a:lnTo>
                    <a:pt x="1174397" y="278805"/>
                  </a:lnTo>
                  <a:lnTo>
                    <a:pt x="1181761" y="245553"/>
                  </a:lnTo>
                  <a:close/>
                  <a:moveTo>
                    <a:pt x="1178339" y="261021"/>
                  </a:moveTo>
                  <a:lnTo>
                    <a:pt x="1174397" y="278805"/>
                  </a:lnTo>
                  <a:lnTo>
                    <a:pt x="1219074" y="238646"/>
                  </a:lnTo>
                  <a:close/>
                  <a:moveTo>
                    <a:pt x="1421866" y="479142"/>
                  </a:moveTo>
                  <a:lnTo>
                    <a:pt x="1409398" y="465980"/>
                  </a:lnTo>
                  <a:lnTo>
                    <a:pt x="1383135" y="502688"/>
                  </a:lnTo>
                  <a:close/>
                  <a:moveTo>
                    <a:pt x="1421866" y="479142"/>
                  </a:moveTo>
                  <a:lnTo>
                    <a:pt x="1451491" y="455048"/>
                  </a:lnTo>
                  <a:lnTo>
                    <a:pt x="1409398" y="465980"/>
                  </a:lnTo>
                  <a:close/>
                  <a:moveTo>
                    <a:pt x="1084469" y="84731"/>
                  </a:moveTo>
                  <a:lnTo>
                    <a:pt x="1133309" y="92661"/>
                  </a:lnTo>
                  <a:lnTo>
                    <a:pt x="1162698" y="67641"/>
                  </a:lnTo>
                  <a:close/>
                  <a:moveTo>
                    <a:pt x="1469767" y="382114"/>
                  </a:moveTo>
                  <a:lnTo>
                    <a:pt x="1491299" y="399309"/>
                  </a:lnTo>
                  <a:lnTo>
                    <a:pt x="1472961" y="379418"/>
                  </a:lnTo>
                  <a:close/>
                  <a:moveTo>
                    <a:pt x="1453081" y="454627"/>
                  </a:moveTo>
                  <a:lnTo>
                    <a:pt x="1487558" y="408854"/>
                  </a:lnTo>
                  <a:lnTo>
                    <a:pt x="1469767" y="382114"/>
                  </a:lnTo>
                  <a:close/>
                  <a:moveTo>
                    <a:pt x="1472961" y="379418"/>
                  </a:moveTo>
                  <a:lnTo>
                    <a:pt x="1491299" y="399309"/>
                  </a:lnTo>
                  <a:lnTo>
                    <a:pt x="1508331" y="351620"/>
                  </a:lnTo>
                  <a:close/>
                  <a:moveTo>
                    <a:pt x="1168444" y="42755"/>
                  </a:moveTo>
                  <a:lnTo>
                    <a:pt x="1202890" y="18662"/>
                  </a:lnTo>
                  <a:lnTo>
                    <a:pt x="1188693" y="29932"/>
                  </a:lnTo>
                  <a:close/>
                  <a:moveTo>
                    <a:pt x="1262495" y="18662"/>
                  </a:moveTo>
                  <a:lnTo>
                    <a:pt x="1231012" y="13480"/>
                  </a:lnTo>
                  <a:lnTo>
                    <a:pt x="1275996" y="21199"/>
                  </a:lnTo>
                  <a:close/>
                  <a:moveTo>
                    <a:pt x="1262495" y="18662"/>
                  </a:moveTo>
                  <a:lnTo>
                    <a:pt x="1275996" y="21199"/>
                  </a:lnTo>
                  <a:lnTo>
                    <a:pt x="1281230" y="26559"/>
                  </a:lnTo>
                  <a:close/>
                  <a:moveTo>
                    <a:pt x="1527431" y="307191"/>
                  </a:moveTo>
                  <a:lnTo>
                    <a:pt x="1472961" y="379418"/>
                  </a:lnTo>
                  <a:lnTo>
                    <a:pt x="1508331" y="351620"/>
                  </a:lnTo>
                  <a:close/>
                  <a:moveTo>
                    <a:pt x="1527431" y="307191"/>
                  </a:moveTo>
                  <a:lnTo>
                    <a:pt x="1508331" y="351620"/>
                  </a:lnTo>
                  <a:lnTo>
                    <a:pt x="1535925" y="327882"/>
                  </a:lnTo>
                  <a:close/>
                  <a:moveTo>
                    <a:pt x="1527431" y="307191"/>
                  </a:moveTo>
                  <a:lnTo>
                    <a:pt x="1535925" y="327882"/>
                  </a:lnTo>
                  <a:lnTo>
                    <a:pt x="1530838" y="300871"/>
                  </a:lnTo>
                  <a:close/>
                  <a:moveTo>
                    <a:pt x="1530838" y="300871"/>
                  </a:moveTo>
                  <a:lnTo>
                    <a:pt x="1535925" y="327882"/>
                  </a:lnTo>
                  <a:lnTo>
                    <a:pt x="1546046" y="317956"/>
                  </a:lnTo>
                  <a:close/>
                  <a:moveTo>
                    <a:pt x="1530838" y="300871"/>
                  </a:moveTo>
                  <a:lnTo>
                    <a:pt x="1546046" y="317956"/>
                  </a:lnTo>
                  <a:lnTo>
                    <a:pt x="1572564" y="282202"/>
                  </a:lnTo>
                  <a:close/>
                  <a:moveTo>
                    <a:pt x="1190664" y="14609"/>
                  </a:moveTo>
                  <a:lnTo>
                    <a:pt x="1202890" y="18662"/>
                  </a:lnTo>
                  <a:lnTo>
                    <a:pt x="1231012" y="13480"/>
                  </a:lnTo>
                  <a:close/>
                  <a:moveTo>
                    <a:pt x="1231012" y="13480"/>
                  </a:moveTo>
                  <a:lnTo>
                    <a:pt x="1262495" y="18662"/>
                  </a:lnTo>
                  <a:lnTo>
                    <a:pt x="1255352" y="0"/>
                  </a:lnTo>
                  <a:close/>
                  <a:moveTo>
                    <a:pt x="1530838" y="300871"/>
                  </a:moveTo>
                  <a:lnTo>
                    <a:pt x="1572564" y="282202"/>
                  </a:lnTo>
                  <a:lnTo>
                    <a:pt x="1597704" y="241297"/>
                  </a:lnTo>
                  <a:close/>
                  <a:moveTo>
                    <a:pt x="1604292" y="176621"/>
                  </a:moveTo>
                  <a:lnTo>
                    <a:pt x="1604448" y="228157"/>
                  </a:lnTo>
                  <a:lnTo>
                    <a:pt x="1590754" y="200714"/>
                  </a:lnTo>
                  <a:close/>
                  <a:moveTo>
                    <a:pt x="1600433" y="223081"/>
                  </a:moveTo>
                  <a:lnTo>
                    <a:pt x="1597704" y="241297"/>
                  </a:lnTo>
                  <a:lnTo>
                    <a:pt x="1604448" y="22815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01" name="Output_density__4300">
              <a:extLst>
                <a:ext uri="{FF2B5EF4-FFF2-40B4-BE49-F238E27FC236}">
                  <a16:creationId xmlns:a16="http://schemas.microsoft.com/office/drawing/2014/main" id="{D1EF0D27-5767-9E84-83BA-A51343E2849E}"/>
                </a:ext>
              </a:extLst>
            </p:cNvPr>
            <p:cNvSpPr>
              <a:spLocks noGrp="1"/>
            </p:cNvSpPr>
            <p:nvPr/>
          </p:nvSpPr>
          <p:spPr>
            <a:xfrm>
              <a:off x="14966537" y="2407173"/>
              <a:ext cx="1604448" cy="1026672"/>
            </a:xfrm>
            <a:custGeom>
              <a:avLst/>
              <a:gdLst/>
              <a:ahLst/>
              <a:cxnLst/>
              <a:rect l="0" t="0" r="0" b="0"/>
              <a:pathLst>
                <a:path w="1604448" h="1026672">
                  <a:moveTo>
                    <a:pt x="158194" y="930144"/>
                  </a:moveTo>
                  <a:lnTo>
                    <a:pt x="152058" y="919192"/>
                  </a:lnTo>
                  <a:lnTo>
                    <a:pt x="127567" y="962526"/>
                  </a:lnTo>
                  <a:close/>
                  <a:moveTo>
                    <a:pt x="158194" y="930144"/>
                  </a:moveTo>
                  <a:lnTo>
                    <a:pt x="163843" y="923477"/>
                  </a:lnTo>
                  <a:lnTo>
                    <a:pt x="194008" y="901362"/>
                  </a:lnTo>
                  <a:close/>
                  <a:moveTo>
                    <a:pt x="17577" y="725970"/>
                  </a:moveTo>
                  <a:lnTo>
                    <a:pt x="22148" y="719853"/>
                  </a:lnTo>
                  <a:lnTo>
                    <a:pt x="0" y="775534"/>
                  </a:lnTo>
                  <a:close/>
                  <a:moveTo>
                    <a:pt x="739088" y="1002310"/>
                  </a:moveTo>
                  <a:lnTo>
                    <a:pt x="786640" y="1005423"/>
                  </a:lnTo>
                  <a:lnTo>
                    <a:pt x="747651" y="1011797"/>
                  </a:lnTo>
                  <a:close/>
                  <a:moveTo>
                    <a:pt x="786640" y="1005423"/>
                  </a:moveTo>
                  <a:lnTo>
                    <a:pt x="800006" y="1007216"/>
                  </a:lnTo>
                  <a:lnTo>
                    <a:pt x="747651" y="1011797"/>
                  </a:lnTo>
                  <a:close/>
                  <a:moveTo>
                    <a:pt x="517572" y="563233"/>
                  </a:moveTo>
                  <a:lnTo>
                    <a:pt x="447745" y="601744"/>
                  </a:lnTo>
                  <a:lnTo>
                    <a:pt x="443901" y="597362"/>
                  </a:lnTo>
                  <a:close/>
                  <a:moveTo>
                    <a:pt x="823442" y="1008122"/>
                  </a:moveTo>
                  <a:lnTo>
                    <a:pt x="747651" y="1011797"/>
                  </a:lnTo>
                  <a:lnTo>
                    <a:pt x="800006" y="1007216"/>
                  </a:lnTo>
                  <a:close/>
                  <a:moveTo>
                    <a:pt x="823442" y="1008122"/>
                  </a:moveTo>
                  <a:lnTo>
                    <a:pt x="781684" y="1026672"/>
                  </a:lnTo>
                  <a:lnTo>
                    <a:pt x="747651" y="1011797"/>
                  </a:lnTo>
                  <a:close/>
                  <a:moveTo>
                    <a:pt x="838827" y="991727"/>
                  </a:moveTo>
                  <a:lnTo>
                    <a:pt x="823442" y="1008122"/>
                  </a:lnTo>
                  <a:lnTo>
                    <a:pt x="800006" y="1007216"/>
                  </a:lnTo>
                  <a:close/>
                  <a:moveTo>
                    <a:pt x="687334" y="848590"/>
                  </a:moveTo>
                  <a:lnTo>
                    <a:pt x="614881" y="855543"/>
                  </a:lnTo>
                  <a:lnTo>
                    <a:pt x="673875" y="845565"/>
                  </a:lnTo>
                  <a:close/>
                  <a:moveTo>
                    <a:pt x="704029" y="837117"/>
                  </a:moveTo>
                  <a:lnTo>
                    <a:pt x="687334" y="848590"/>
                  </a:lnTo>
                  <a:lnTo>
                    <a:pt x="673875" y="845565"/>
                  </a:lnTo>
                  <a:close/>
                  <a:moveTo>
                    <a:pt x="687334" y="848590"/>
                  </a:moveTo>
                  <a:lnTo>
                    <a:pt x="704029" y="837117"/>
                  </a:lnTo>
                  <a:lnTo>
                    <a:pt x="703560" y="821431"/>
                  </a:lnTo>
                  <a:close/>
                  <a:moveTo>
                    <a:pt x="756716" y="816199"/>
                  </a:moveTo>
                  <a:lnTo>
                    <a:pt x="747603" y="813023"/>
                  </a:lnTo>
                  <a:lnTo>
                    <a:pt x="728095" y="826312"/>
                  </a:lnTo>
                  <a:close/>
                  <a:moveTo>
                    <a:pt x="703560" y="821431"/>
                  </a:moveTo>
                  <a:lnTo>
                    <a:pt x="704029" y="837117"/>
                  </a:lnTo>
                  <a:lnTo>
                    <a:pt x="728095" y="826312"/>
                  </a:lnTo>
                  <a:close/>
                  <a:moveTo>
                    <a:pt x="712636" y="808289"/>
                  </a:moveTo>
                  <a:lnTo>
                    <a:pt x="703560" y="821431"/>
                  </a:lnTo>
                  <a:lnTo>
                    <a:pt x="728095" y="826312"/>
                  </a:lnTo>
                  <a:close/>
                  <a:moveTo>
                    <a:pt x="800612" y="787862"/>
                  </a:moveTo>
                  <a:lnTo>
                    <a:pt x="756716" y="816199"/>
                  </a:lnTo>
                  <a:lnTo>
                    <a:pt x="728095" y="826312"/>
                  </a:lnTo>
                  <a:close/>
                  <a:moveTo>
                    <a:pt x="702150" y="634185"/>
                  </a:moveTo>
                  <a:lnTo>
                    <a:pt x="709114" y="620446"/>
                  </a:lnTo>
                  <a:lnTo>
                    <a:pt x="744345" y="617267"/>
                  </a:lnTo>
                  <a:close/>
                  <a:moveTo>
                    <a:pt x="764291" y="582783"/>
                  </a:moveTo>
                  <a:lnTo>
                    <a:pt x="770605" y="580549"/>
                  </a:lnTo>
                  <a:lnTo>
                    <a:pt x="744345" y="617267"/>
                  </a:lnTo>
                  <a:close/>
                  <a:moveTo>
                    <a:pt x="764291" y="582783"/>
                  </a:moveTo>
                  <a:lnTo>
                    <a:pt x="810008" y="558689"/>
                  </a:lnTo>
                  <a:lnTo>
                    <a:pt x="770605" y="580549"/>
                  </a:lnTo>
                  <a:close/>
                  <a:moveTo>
                    <a:pt x="977255" y="694248"/>
                  </a:moveTo>
                  <a:lnTo>
                    <a:pt x="998718" y="708642"/>
                  </a:lnTo>
                  <a:lnTo>
                    <a:pt x="984891" y="689205"/>
                  </a:lnTo>
                  <a:close/>
                  <a:moveTo>
                    <a:pt x="994596" y="719306"/>
                  </a:moveTo>
                  <a:lnTo>
                    <a:pt x="998718" y="708642"/>
                  </a:lnTo>
                  <a:lnTo>
                    <a:pt x="977255" y="694248"/>
                  </a:lnTo>
                  <a:close/>
                  <a:moveTo>
                    <a:pt x="949234" y="724385"/>
                  </a:moveTo>
                  <a:lnTo>
                    <a:pt x="994596" y="719306"/>
                  </a:lnTo>
                  <a:lnTo>
                    <a:pt x="977255" y="694248"/>
                  </a:lnTo>
                  <a:close/>
                  <a:moveTo>
                    <a:pt x="1350633" y="502587"/>
                  </a:moveTo>
                  <a:lnTo>
                    <a:pt x="1303703" y="501802"/>
                  </a:lnTo>
                  <a:lnTo>
                    <a:pt x="1284910" y="502415"/>
                  </a:lnTo>
                  <a:close/>
                  <a:moveTo>
                    <a:pt x="1303703" y="501802"/>
                  </a:moveTo>
                  <a:lnTo>
                    <a:pt x="1350633" y="502587"/>
                  </a:lnTo>
                  <a:lnTo>
                    <a:pt x="1383135" y="489207"/>
                  </a:lnTo>
                  <a:close/>
                  <a:moveTo>
                    <a:pt x="1360963" y="489756"/>
                  </a:moveTo>
                  <a:lnTo>
                    <a:pt x="1383135" y="489207"/>
                  </a:lnTo>
                  <a:lnTo>
                    <a:pt x="1350633" y="502587"/>
                  </a:lnTo>
                  <a:close/>
                  <a:moveTo>
                    <a:pt x="1451491" y="441568"/>
                  </a:moveTo>
                  <a:lnTo>
                    <a:pt x="1421866" y="465662"/>
                  </a:lnTo>
                  <a:lnTo>
                    <a:pt x="1453081" y="441147"/>
                  </a:lnTo>
                  <a:close/>
                  <a:moveTo>
                    <a:pt x="1256171" y="228963"/>
                  </a:moveTo>
                  <a:lnTo>
                    <a:pt x="1178339" y="247541"/>
                  </a:lnTo>
                  <a:lnTo>
                    <a:pt x="1219074" y="225166"/>
                  </a:lnTo>
                  <a:close/>
                  <a:moveTo>
                    <a:pt x="1140332" y="53369"/>
                  </a:moveTo>
                  <a:lnTo>
                    <a:pt x="1168444" y="29275"/>
                  </a:lnTo>
                  <a:lnTo>
                    <a:pt x="1162698" y="54161"/>
                  </a:lnTo>
                  <a:close/>
                  <a:moveTo>
                    <a:pt x="1487558" y="395374"/>
                  </a:moveTo>
                  <a:lnTo>
                    <a:pt x="1491299" y="385829"/>
                  </a:lnTo>
                  <a:lnTo>
                    <a:pt x="1469767" y="368634"/>
                  </a:lnTo>
                  <a:close/>
                  <a:moveTo>
                    <a:pt x="1508331" y="338140"/>
                  </a:moveTo>
                  <a:lnTo>
                    <a:pt x="1542365" y="319552"/>
                  </a:lnTo>
                  <a:lnTo>
                    <a:pt x="1535925" y="314401"/>
                  </a:lnTo>
                  <a:close/>
                  <a:moveTo>
                    <a:pt x="1168444" y="29275"/>
                  </a:moveTo>
                  <a:lnTo>
                    <a:pt x="1188693" y="16452"/>
                  </a:lnTo>
                  <a:lnTo>
                    <a:pt x="1162698" y="54161"/>
                  </a:lnTo>
                  <a:close/>
                  <a:moveTo>
                    <a:pt x="1202890" y="5181"/>
                  </a:moveTo>
                  <a:lnTo>
                    <a:pt x="1168444" y="29275"/>
                  </a:lnTo>
                  <a:lnTo>
                    <a:pt x="1231012" y="0"/>
                  </a:lnTo>
                  <a:close/>
                  <a:moveTo>
                    <a:pt x="1589294" y="238770"/>
                  </a:moveTo>
                  <a:lnTo>
                    <a:pt x="1597704" y="227817"/>
                  </a:lnTo>
                  <a:lnTo>
                    <a:pt x="1572564" y="268722"/>
                  </a:lnTo>
                  <a:close/>
                  <a:moveTo>
                    <a:pt x="1589294" y="238770"/>
                  </a:moveTo>
                  <a:lnTo>
                    <a:pt x="1604448" y="214676"/>
                  </a:lnTo>
                  <a:lnTo>
                    <a:pt x="1597704" y="22781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02" name="Output_density__4301">
              <a:extLst>
                <a:ext uri="{FF2B5EF4-FFF2-40B4-BE49-F238E27FC236}">
                  <a16:creationId xmlns:a16="http://schemas.microsoft.com/office/drawing/2014/main" id="{40E244BF-94D6-3EDF-D221-2FE49D7D2A6B}"/>
                </a:ext>
              </a:extLst>
            </p:cNvPr>
            <p:cNvSpPr>
              <a:spLocks noGrp="1"/>
            </p:cNvSpPr>
            <p:nvPr/>
          </p:nvSpPr>
          <p:spPr>
            <a:xfrm>
              <a:off x="15789980" y="3377247"/>
              <a:ext cx="22249" cy="38048"/>
            </a:xfrm>
            <a:custGeom>
              <a:avLst/>
              <a:gdLst/>
              <a:ahLst/>
              <a:cxnLst/>
              <a:rect l="0" t="0" r="0" b="0"/>
              <a:pathLst>
                <a:path w="22249" h="38048">
                  <a:moveTo>
                    <a:pt x="22249" y="0"/>
                  </a:moveTo>
                  <a:lnTo>
                    <a:pt x="0" y="38048"/>
                  </a:lnTo>
                  <a:lnTo>
                    <a:pt x="15385" y="21653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303" name="Output_density__4302">
              <a:extLst>
                <a:ext uri="{FF2B5EF4-FFF2-40B4-BE49-F238E27FC236}">
                  <a16:creationId xmlns:a16="http://schemas.microsoft.com/office/drawing/2014/main" id="{2F4CFA44-036B-2CFC-F70A-C56E828DF310}"/>
                </a:ext>
              </a:extLst>
            </p:cNvPr>
            <p:cNvSpPr>
              <a:spLocks noGrp="1"/>
            </p:cNvSpPr>
            <p:nvPr/>
          </p:nvSpPr>
          <p:spPr>
            <a:xfrm>
              <a:off x="14807797" y="2408301"/>
              <a:ext cx="1759173" cy="1164271"/>
            </a:xfrm>
            <a:custGeom>
              <a:avLst/>
              <a:gdLst/>
              <a:ahLst/>
              <a:cxnLst/>
              <a:rect l="0" t="0" r="0" b="0"/>
              <a:pathLst>
                <a:path w="1759173" h="1164271">
                  <a:moveTo>
                    <a:pt x="8306" y="807827"/>
                  </a:moveTo>
                  <a:lnTo>
                    <a:pt x="56912" y="850036"/>
                  </a:lnTo>
                  <a:lnTo>
                    <a:pt x="24020" y="814357"/>
                  </a:lnTo>
                  <a:close/>
                  <a:moveTo>
                    <a:pt x="0" y="798500"/>
                  </a:moveTo>
                  <a:lnTo>
                    <a:pt x="8306" y="807827"/>
                  </a:lnTo>
                  <a:lnTo>
                    <a:pt x="24020" y="814357"/>
                  </a:lnTo>
                  <a:close/>
                  <a:moveTo>
                    <a:pt x="100468" y="896369"/>
                  </a:moveTo>
                  <a:lnTo>
                    <a:pt x="163377" y="945950"/>
                  </a:lnTo>
                  <a:lnTo>
                    <a:pt x="131580" y="933819"/>
                  </a:lnTo>
                  <a:close/>
                  <a:moveTo>
                    <a:pt x="90673" y="888883"/>
                  </a:moveTo>
                  <a:lnTo>
                    <a:pt x="104823" y="901573"/>
                  </a:lnTo>
                  <a:lnTo>
                    <a:pt x="100468" y="896369"/>
                  </a:lnTo>
                  <a:close/>
                  <a:moveTo>
                    <a:pt x="176381" y="809893"/>
                  </a:moveTo>
                  <a:lnTo>
                    <a:pt x="175022" y="759772"/>
                  </a:lnTo>
                  <a:lnTo>
                    <a:pt x="135315" y="785991"/>
                  </a:lnTo>
                  <a:close/>
                  <a:moveTo>
                    <a:pt x="176381" y="809893"/>
                  </a:moveTo>
                  <a:lnTo>
                    <a:pt x="194726" y="793667"/>
                  </a:lnTo>
                  <a:lnTo>
                    <a:pt x="177467" y="750312"/>
                  </a:lnTo>
                  <a:close/>
                  <a:moveTo>
                    <a:pt x="445095" y="1070823"/>
                  </a:moveTo>
                  <a:lnTo>
                    <a:pt x="530310" y="1079854"/>
                  </a:lnTo>
                  <a:lnTo>
                    <a:pt x="479358" y="1064029"/>
                  </a:lnTo>
                  <a:close/>
                  <a:moveTo>
                    <a:pt x="554903" y="1106511"/>
                  </a:moveTo>
                  <a:lnTo>
                    <a:pt x="572208" y="1061828"/>
                  </a:lnTo>
                  <a:lnTo>
                    <a:pt x="530310" y="1079854"/>
                  </a:lnTo>
                  <a:close/>
                  <a:moveTo>
                    <a:pt x="435865" y="1035438"/>
                  </a:moveTo>
                  <a:lnTo>
                    <a:pt x="428826" y="1059531"/>
                  </a:lnTo>
                  <a:lnTo>
                    <a:pt x="445095" y="1070823"/>
                  </a:lnTo>
                  <a:close/>
                  <a:moveTo>
                    <a:pt x="435865" y="1035438"/>
                  </a:moveTo>
                  <a:lnTo>
                    <a:pt x="394437" y="1007995"/>
                  </a:lnTo>
                  <a:lnTo>
                    <a:pt x="428826" y="1059531"/>
                  </a:lnTo>
                  <a:close/>
                  <a:moveTo>
                    <a:pt x="310633" y="902198"/>
                  </a:moveTo>
                  <a:lnTo>
                    <a:pt x="310798" y="918063"/>
                  </a:lnTo>
                  <a:lnTo>
                    <a:pt x="330485" y="904922"/>
                  </a:lnTo>
                  <a:close/>
                  <a:moveTo>
                    <a:pt x="621980" y="1073237"/>
                  </a:moveTo>
                  <a:lnTo>
                    <a:pt x="597132" y="1020112"/>
                  </a:lnTo>
                  <a:lnTo>
                    <a:pt x="572208" y="1061828"/>
                  </a:lnTo>
                  <a:close/>
                  <a:moveTo>
                    <a:pt x="779104" y="1100929"/>
                  </a:moveTo>
                  <a:lnTo>
                    <a:pt x="729128" y="1164271"/>
                  </a:lnTo>
                  <a:lnTo>
                    <a:pt x="770456" y="1144111"/>
                  </a:lnTo>
                  <a:close/>
                  <a:moveTo>
                    <a:pt x="605224" y="1002858"/>
                  </a:moveTo>
                  <a:lnTo>
                    <a:pt x="581901" y="959077"/>
                  </a:lnTo>
                  <a:lnTo>
                    <a:pt x="611430" y="987250"/>
                  </a:lnTo>
                  <a:close/>
                  <a:moveTo>
                    <a:pt x="581901" y="959077"/>
                  </a:moveTo>
                  <a:lnTo>
                    <a:pt x="575813" y="901283"/>
                  </a:lnTo>
                  <a:lnTo>
                    <a:pt x="607455" y="935713"/>
                  </a:lnTo>
                  <a:close/>
                  <a:moveTo>
                    <a:pt x="400065" y="679246"/>
                  </a:moveTo>
                  <a:lnTo>
                    <a:pt x="446485" y="671321"/>
                  </a:lnTo>
                  <a:lnTo>
                    <a:pt x="439832" y="684898"/>
                  </a:lnTo>
                  <a:close/>
                  <a:moveTo>
                    <a:pt x="439832" y="684898"/>
                  </a:moveTo>
                  <a:lnTo>
                    <a:pt x="449055" y="680931"/>
                  </a:lnTo>
                  <a:lnTo>
                    <a:pt x="407277" y="736124"/>
                  </a:lnTo>
                  <a:close/>
                  <a:moveTo>
                    <a:pt x="849573" y="1018878"/>
                  </a:moveTo>
                  <a:lnTo>
                    <a:pt x="799248" y="1021809"/>
                  </a:lnTo>
                  <a:lnTo>
                    <a:pt x="787362" y="1072420"/>
                  </a:lnTo>
                  <a:close/>
                  <a:moveTo>
                    <a:pt x="665862" y="832606"/>
                  </a:moveTo>
                  <a:lnTo>
                    <a:pt x="722010" y="858392"/>
                  </a:lnTo>
                  <a:lnTo>
                    <a:pt x="693656" y="784452"/>
                  </a:lnTo>
                  <a:close/>
                  <a:moveTo>
                    <a:pt x="513285" y="611501"/>
                  </a:moveTo>
                  <a:lnTo>
                    <a:pt x="594745" y="634920"/>
                  </a:lnTo>
                  <a:lnTo>
                    <a:pt x="599848" y="625568"/>
                  </a:lnTo>
                  <a:close/>
                  <a:moveTo>
                    <a:pt x="448588" y="489550"/>
                  </a:moveTo>
                  <a:lnTo>
                    <a:pt x="408743" y="499326"/>
                  </a:lnTo>
                  <a:lnTo>
                    <a:pt x="429512" y="472963"/>
                  </a:lnTo>
                  <a:close/>
                  <a:moveTo>
                    <a:pt x="429512" y="472963"/>
                  </a:moveTo>
                  <a:lnTo>
                    <a:pt x="444682" y="499326"/>
                  </a:lnTo>
                  <a:lnTo>
                    <a:pt x="448588" y="489550"/>
                  </a:lnTo>
                  <a:close/>
                  <a:moveTo>
                    <a:pt x="825698" y="1000307"/>
                  </a:moveTo>
                  <a:lnTo>
                    <a:pt x="858575" y="1011560"/>
                  </a:lnTo>
                  <a:lnTo>
                    <a:pt x="847005" y="1045727"/>
                  </a:lnTo>
                  <a:close/>
                  <a:moveTo>
                    <a:pt x="877889" y="744886"/>
                  </a:moveTo>
                  <a:lnTo>
                    <a:pt x="863477" y="811895"/>
                  </a:lnTo>
                  <a:lnTo>
                    <a:pt x="871376" y="807160"/>
                  </a:lnTo>
                  <a:close/>
                  <a:moveTo>
                    <a:pt x="844177" y="797054"/>
                  </a:moveTo>
                  <a:lnTo>
                    <a:pt x="863477" y="811895"/>
                  </a:lnTo>
                  <a:lnTo>
                    <a:pt x="877889" y="744886"/>
                  </a:lnTo>
                  <a:close/>
                  <a:moveTo>
                    <a:pt x="877889" y="744886"/>
                  </a:moveTo>
                  <a:lnTo>
                    <a:pt x="871376" y="807160"/>
                  </a:lnTo>
                  <a:lnTo>
                    <a:pt x="920910" y="810636"/>
                  </a:lnTo>
                  <a:close/>
                  <a:moveTo>
                    <a:pt x="733208" y="598317"/>
                  </a:moveTo>
                  <a:lnTo>
                    <a:pt x="741242" y="535066"/>
                  </a:lnTo>
                  <a:lnTo>
                    <a:pt x="706069" y="578234"/>
                  </a:lnTo>
                  <a:close/>
                  <a:moveTo>
                    <a:pt x="943440" y="541348"/>
                  </a:moveTo>
                  <a:lnTo>
                    <a:pt x="968748" y="557561"/>
                  </a:lnTo>
                  <a:lnTo>
                    <a:pt x="949585" y="520195"/>
                  </a:lnTo>
                  <a:close/>
                  <a:moveTo>
                    <a:pt x="1136881" y="686259"/>
                  </a:moveTo>
                  <a:lnTo>
                    <a:pt x="1142749" y="618746"/>
                  </a:lnTo>
                  <a:lnTo>
                    <a:pt x="1076551" y="645547"/>
                  </a:lnTo>
                  <a:close/>
                  <a:moveTo>
                    <a:pt x="1060488" y="522155"/>
                  </a:moveTo>
                  <a:lnTo>
                    <a:pt x="1112587" y="560909"/>
                  </a:lnTo>
                  <a:lnTo>
                    <a:pt x="1080506" y="525431"/>
                  </a:lnTo>
                  <a:close/>
                  <a:moveTo>
                    <a:pt x="1060488" y="522155"/>
                  </a:moveTo>
                  <a:lnTo>
                    <a:pt x="1053587" y="509373"/>
                  </a:lnTo>
                  <a:lnTo>
                    <a:pt x="1041092" y="512971"/>
                  </a:lnTo>
                  <a:close/>
                  <a:moveTo>
                    <a:pt x="1060488" y="522155"/>
                  </a:moveTo>
                  <a:lnTo>
                    <a:pt x="1080506" y="525431"/>
                  </a:lnTo>
                  <a:lnTo>
                    <a:pt x="1053587" y="509373"/>
                  </a:lnTo>
                  <a:close/>
                  <a:moveTo>
                    <a:pt x="1433261" y="836041"/>
                  </a:moveTo>
                  <a:lnTo>
                    <a:pt x="1403148" y="858353"/>
                  </a:lnTo>
                  <a:lnTo>
                    <a:pt x="1481634" y="842224"/>
                  </a:lnTo>
                  <a:close/>
                  <a:moveTo>
                    <a:pt x="1112587" y="560909"/>
                  </a:moveTo>
                  <a:lnTo>
                    <a:pt x="1145030" y="592002"/>
                  </a:lnTo>
                  <a:lnTo>
                    <a:pt x="1152488" y="548085"/>
                  </a:lnTo>
                  <a:close/>
                  <a:moveTo>
                    <a:pt x="1145030" y="592002"/>
                  </a:moveTo>
                  <a:lnTo>
                    <a:pt x="1166648" y="560909"/>
                  </a:lnTo>
                  <a:lnTo>
                    <a:pt x="1152488" y="548085"/>
                  </a:lnTo>
                  <a:close/>
                  <a:moveTo>
                    <a:pt x="1053587" y="509373"/>
                  </a:moveTo>
                  <a:lnTo>
                    <a:pt x="1080506" y="525431"/>
                  </a:lnTo>
                  <a:lnTo>
                    <a:pt x="1086212" y="501242"/>
                  </a:lnTo>
                  <a:close/>
                  <a:moveTo>
                    <a:pt x="1152488" y="548085"/>
                  </a:moveTo>
                  <a:lnTo>
                    <a:pt x="1080506" y="525431"/>
                  </a:lnTo>
                  <a:lnTo>
                    <a:pt x="1112587" y="560909"/>
                  </a:lnTo>
                  <a:close/>
                  <a:moveTo>
                    <a:pt x="1086212" y="501242"/>
                  </a:moveTo>
                  <a:lnTo>
                    <a:pt x="1080506" y="525431"/>
                  </a:lnTo>
                  <a:lnTo>
                    <a:pt x="1152488" y="548085"/>
                  </a:lnTo>
                  <a:close/>
                  <a:moveTo>
                    <a:pt x="1142575" y="493402"/>
                  </a:moveTo>
                  <a:lnTo>
                    <a:pt x="1152488" y="548085"/>
                  </a:lnTo>
                  <a:lnTo>
                    <a:pt x="1184837" y="497026"/>
                  </a:lnTo>
                  <a:close/>
                  <a:moveTo>
                    <a:pt x="1027415" y="501611"/>
                  </a:moveTo>
                  <a:lnTo>
                    <a:pt x="1053587" y="509373"/>
                  </a:lnTo>
                  <a:lnTo>
                    <a:pt x="1096677" y="450993"/>
                  </a:lnTo>
                  <a:close/>
                  <a:moveTo>
                    <a:pt x="1142575" y="493402"/>
                  </a:moveTo>
                  <a:lnTo>
                    <a:pt x="1184837" y="497026"/>
                  </a:lnTo>
                  <a:lnTo>
                    <a:pt x="1148536" y="470210"/>
                  </a:lnTo>
                  <a:close/>
                  <a:moveTo>
                    <a:pt x="1184837" y="497026"/>
                  </a:moveTo>
                  <a:lnTo>
                    <a:pt x="1196360" y="474337"/>
                  </a:lnTo>
                  <a:lnTo>
                    <a:pt x="1148536" y="470210"/>
                  </a:lnTo>
                  <a:close/>
                  <a:moveTo>
                    <a:pt x="1096677" y="450993"/>
                  </a:moveTo>
                  <a:lnTo>
                    <a:pt x="1148536" y="470210"/>
                  </a:lnTo>
                  <a:lnTo>
                    <a:pt x="1180637" y="455330"/>
                  </a:lnTo>
                  <a:close/>
                  <a:moveTo>
                    <a:pt x="1196360" y="474337"/>
                  </a:moveTo>
                  <a:lnTo>
                    <a:pt x="1220137" y="409648"/>
                  </a:lnTo>
                  <a:lnTo>
                    <a:pt x="1214242" y="410378"/>
                  </a:lnTo>
                  <a:close/>
                  <a:moveTo>
                    <a:pt x="1271085" y="444147"/>
                  </a:moveTo>
                  <a:lnTo>
                    <a:pt x="1220137" y="409648"/>
                  </a:lnTo>
                  <a:lnTo>
                    <a:pt x="1196360" y="474337"/>
                  </a:lnTo>
                  <a:close/>
                  <a:moveTo>
                    <a:pt x="1195018" y="363263"/>
                  </a:moveTo>
                  <a:lnTo>
                    <a:pt x="1187787" y="358112"/>
                  </a:lnTo>
                  <a:lnTo>
                    <a:pt x="1213049" y="409648"/>
                  </a:lnTo>
                  <a:close/>
                  <a:moveTo>
                    <a:pt x="1187787" y="358112"/>
                  </a:moveTo>
                  <a:lnTo>
                    <a:pt x="1195018" y="363263"/>
                  </a:lnTo>
                  <a:lnTo>
                    <a:pt x="1197679" y="344369"/>
                  </a:lnTo>
                  <a:close/>
                  <a:moveTo>
                    <a:pt x="1220137" y="409648"/>
                  </a:moveTo>
                  <a:lnTo>
                    <a:pt x="1271085" y="444147"/>
                  </a:lnTo>
                  <a:lnTo>
                    <a:pt x="1217243" y="407937"/>
                  </a:lnTo>
                  <a:close/>
                  <a:moveTo>
                    <a:pt x="1197679" y="344369"/>
                  </a:moveTo>
                  <a:lnTo>
                    <a:pt x="1274613" y="322435"/>
                  </a:lnTo>
                  <a:lnTo>
                    <a:pt x="1221207" y="297437"/>
                  </a:lnTo>
                  <a:close/>
                  <a:moveTo>
                    <a:pt x="1364894" y="488627"/>
                  </a:moveTo>
                  <a:lnTo>
                    <a:pt x="1365205" y="489097"/>
                  </a:lnTo>
                  <a:lnTo>
                    <a:pt x="1365887" y="489020"/>
                  </a:lnTo>
                  <a:close/>
                  <a:moveTo>
                    <a:pt x="1416463" y="503438"/>
                  </a:moveTo>
                  <a:lnTo>
                    <a:pt x="1365887" y="489020"/>
                  </a:lnTo>
                  <a:lnTo>
                    <a:pt x="1365205" y="489097"/>
                  </a:lnTo>
                  <a:close/>
                  <a:moveTo>
                    <a:pt x="1364894" y="488627"/>
                  </a:moveTo>
                  <a:lnTo>
                    <a:pt x="1365887" y="489020"/>
                  </a:lnTo>
                  <a:lnTo>
                    <a:pt x="1366820" y="487784"/>
                  </a:lnTo>
                  <a:close/>
                  <a:moveTo>
                    <a:pt x="1434281" y="470921"/>
                  </a:moveTo>
                  <a:lnTo>
                    <a:pt x="1365887" y="489020"/>
                  </a:lnTo>
                  <a:lnTo>
                    <a:pt x="1416463" y="503438"/>
                  </a:lnTo>
                  <a:close/>
                  <a:moveTo>
                    <a:pt x="1434281" y="470921"/>
                  </a:moveTo>
                  <a:lnTo>
                    <a:pt x="1366820" y="487784"/>
                  </a:lnTo>
                  <a:lnTo>
                    <a:pt x="1365887" y="489020"/>
                  </a:lnTo>
                  <a:close/>
                  <a:moveTo>
                    <a:pt x="1434281" y="470921"/>
                  </a:moveTo>
                  <a:lnTo>
                    <a:pt x="1440854" y="459732"/>
                  </a:lnTo>
                  <a:lnTo>
                    <a:pt x="1393255" y="456442"/>
                  </a:lnTo>
                  <a:close/>
                  <a:moveTo>
                    <a:pt x="1416463" y="503438"/>
                  </a:moveTo>
                  <a:lnTo>
                    <a:pt x="1455770" y="464533"/>
                  </a:lnTo>
                  <a:lnTo>
                    <a:pt x="1434281" y="470921"/>
                  </a:lnTo>
                  <a:close/>
                  <a:moveTo>
                    <a:pt x="1492324" y="477492"/>
                  </a:moveTo>
                  <a:lnTo>
                    <a:pt x="1455770" y="464533"/>
                  </a:lnTo>
                  <a:lnTo>
                    <a:pt x="1416463" y="503438"/>
                  </a:lnTo>
                  <a:close/>
                  <a:moveTo>
                    <a:pt x="1434281" y="470921"/>
                  </a:moveTo>
                  <a:lnTo>
                    <a:pt x="1455770" y="464533"/>
                  </a:lnTo>
                  <a:lnTo>
                    <a:pt x="1440854" y="459732"/>
                  </a:lnTo>
                  <a:close/>
                  <a:moveTo>
                    <a:pt x="1279677" y="269676"/>
                  </a:moveTo>
                  <a:lnTo>
                    <a:pt x="1333138" y="264196"/>
                  </a:lnTo>
                  <a:lnTo>
                    <a:pt x="1285845" y="229531"/>
                  </a:lnTo>
                  <a:close/>
                  <a:moveTo>
                    <a:pt x="1492324" y="477492"/>
                  </a:moveTo>
                  <a:lnTo>
                    <a:pt x="1506858" y="449900"/>
                  </a:lnTo>
                  <a:lnTo>
                    <a:pt x="1455770" y="464533"/>
                  </a:lnTo>
                  <a:close/>
                  <a:moveTo>
                    <a:pt x="1492324" y="477492"/>
                  </a:moveTo>
                  <a:lnTo>
                    <a:pt x="1540565" y="440440"/>
                  </a:lnTo>
                  <a:lnTo>
                    <a:pt x="1506858" y="449900"/>
                  </a:lnTo>
                  <a:close/>
                  <a:moveTo>
                    <a:pt x="1568138" y="451371"/>
                  </a:moveTo>
                  <a:lnTo>
                    <a:pt x="1540565" y="440440"/>
                  </a:lnTo>
                  <a:lnTo>
                    <a:pt x="1492324" y="477492"/>
                  </a:lnTo>
                  <a:close/>
                  <a:moveTo>
                    <a:pt x="1541875" y="488079"/>
                  </a:moveTo>
                  <a:lnTo>
                    <a:pt x="1568138" y="451371"/>
                  </a:lnTo>
                  <a:lnTo>
                    <a:pt x="1492324" y="477492"/>
                  </a:lnTo>
                  <a:close/>
                  <a:moveTo>
                    <a:pt x="1540565" y="440440"/>
                  </a:moveTo>
                  <a:lnTo>
                    <a:pt x="1568138" y="451371"/>
                  </a:lnTo>
                  <a:lnTo>
                    <a:pt x="1573258" y="433900"/>
                  </a:lnTo>
                  <a:close/>
                  <a:moveTo>
                    <a:pt x="1573258" y="433900"/>
                  </a:moveTo>
                  <a:lnTo>
                    <a:pt x="1568138" y="451371"/>
                  </a:lnTo>
                  <a:lnTo>
                    <a:pt x="1610231" y="440440"/>
                  </a:lnTo>
                  <a:close/>
                  <a:moveTo>
                    <a:pt x="1573258" y="433900"/>
                  </a:moveTo>
                  <a:lnTo>
                    <a:pt x="1610231" y="440440"/>
                  </a:lnTo>
                  <a:lnTo>
                    <a:pt x="1583113" y="372459"/>
                  </a:lnTo>
                  <a:close/>
                  <a:moveTo>
                    <a:pt x="1583113" y="372459"/>
                  </a:moveTo>
                  <a:lnTo>
                    <a:pt x="1610231" y="440440"/>
                  </a:lnTo>
                  <a:lnTo>
                    <a:pt x="1611821" y="440018"/>
                  </a:lnTo>
                  <a:close/>
                  <a:moveTo>
                    <a:pt x="1583113" y="372459"/>
                  </a:moveTo>
                  <a:lnTo>
                    <a:pt x="1611821" y="440018"/>
                  </a:lnTo>
                  <a:lnTo>
                    <a:pt x="1628507" y="367505"/>
                  </a:lnTo>
                  <a:close/>
                  <a:moveTo>
                    <a:pt x="1227314" y="23293"/>
                  </a:moveTo>
                  <a:lnTo>
                    <a:pt x="1277480" y="63356"/>
                  </a:lnTo>
                  <a:lnTo>
                    <a:pt x="1288932" y="11180"/>
                  </a:lnTo>
                  <a:close/>
                  <a:moveTo>
                    <a:pt x="1629276" y="363598"/>
                  </a:moveTo>
                  <a:lnTo>
                    <a:pt x="1628507" y="367505"/>
                  </a:lnTo>
                  <a:lnTo>
                    <a:pt x="1631701" y="364809"/>
                  </a:lnTo>
                  <a:close/>
                  <a:moveTo>
                    <a:pt x="1629276" y="363598"/>
                  </a:moveTo>
                  <a:lnTo>
                    <a:pt x="1631701" y="364809"/>
                  </a:lnTo>
                  <a:lnTo>
                    <a:pt x="1686171" y="292583"/>
                  </a:lnTo>
                  <a:close/>
                  <a:moveTo>
                    <a:pt x="1642649" y="289983"/>
                  </a:moveTo>
                  <a:lnTo>
                    <a:pt x="1629276" y="363598"/>
                  </a:lnTo>
                  <a:lnTo>
                    <a:pt x="1686171" y="292583"/>
                  </a:lnTo>
                  <a:close/>
                  <a:moveTo>
                    <a:pt x="1642649" y="289983"/>
                  </a:moveTo>
                  <a:lnTo>
                    <a:pt x="1686171" y="292583"/>
                  </a:lnTo>
                  <a:lnTo>
                    <a:pt x="1643138" y="287307"/>
                  </a:lnTo>
                  <a:close/>
                  <a:moveTo>
                    <a:pt x="1686171" y="292583"/>
                  </a:moveTo>
                  <a:lnTo>
                    <a:pt x="1689578" y="286262"/>
                  </a:lnTo>
                  <a:lnTo>
                    <a:pt x="1643138" y="287307"/>
                  </a:lnTo>
                  <a:close/>
                  <a:moveTo>
                    <a:pt x="1347433" y="15323"/>
                  </a:moveTo>
                  <a:lnTo>
                    <a:pt x="1349404" y="0"/>
                  </a:lnTo>
                  <a:lnTo>
                    <a:pt x="1326757" y="4053"/>
                  </a:lnTo>
                  <a:close/>
                  <a:moveTo>
                    <a:pt x="1347433" y="15323"/>
                  </a:moveTo>
                  <a:lnTo>
                    <a:pt x="1361630" y="4053"/>
                  </a:lnTo>
                  <a:lnTo>
                    <a:pt x="1349404" y="0"/>
                  </a:lnTo>
                  <a:close/>
                  <a:moveTo>
                    <a:pt x="1713027" y="239032"/>
                  </a:moveTo>
                  <a:lnTo>
                    <a:pt x="1689578" y="286262"/>
                  </a:lnTo>
                  <a:lnTo>
                    <a:pt x="1756444" y="226689"/>
                  </a:lnTo>
                  <a:close/>
                  <a:moveTo>
                    <a:pt x="1759173" y="208473"/>
                  </a:moveTo>
                  <a:lnTo>
                    <a:pt x="1713027" y="239032"/>
                  </a:lnTo>
                  <a:lnTo>
                    <a:pt x="1756444" y="22668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04" name="Output_density__4303">
              <a:extLst>
                <a:ext uri="{FF2B5EF4-FFF2-40B4-BE49-F238E27FC236}">
                  <a16:creationId xmlns:a16="http://schemas.microsoft.com/office/drawing/2014/main" id="{436488D9-2044-E948-F259-B9E8A68D4269}"/>
                </a:ext>
              </a:extLst>
            </p:cNvPr>
            <p:cNvSpPr>
              <a:spLocks noGrp="1"/>
            </p:cNvSpPr>
            <p:nvPr/>
          </p:nvSpPr>
          <p:spPr>
            <a:xfrm>
              <a:off x="14807797" y="2339185"/>
              <a:ext cx="1759173" cy="1305015"/>
            </a:xfrm>
            <a:custGeom>
              <a:avLst/>
              <a:gdLst/>
              <a:ahLst/>
              <a:cxnLst/>
              <a:rect l="0" t="0" r="0" b="0"/>
              <a:pathLst>
                <a:path w="1759173" h="1305015">
                  <a:moveTo>
                    <a:pt x="100147" y="946595"/>
                  </a:moveTo>
                  <a:lnTo>
                    <a:pt x="90673" y="957999"/>
                  </a:lnTo>
                  <a:lnTo>
                    <a:pt x="100468" y="965485"/>
                  </a:lnTo>
                  <a:close/>
                  <a:moveTo>
                    <a:pt x="56912" y="919152"/>
                  </a:moveTo>
                  <a:lnTo>
                    <a:pt x="90673" y="957999"/>
                  </a:lnTo>
                  <a:lnTo>
                    <a:pt x="100147" y="946595"/>
                  </a:lnTo>
                  <a:close/>
                  <a:moveTo>
                    <a:pt x="56912" y="919152"/>
                  </a:moveTo>
                  <a:lnTo>
                    <a:pt x="80100" y="895058"/>
                  </a:lnTo>
                  <a:lnTo>
                    <a:pt x="24020" y="883473"/>
                  </a:lnTo>
                  <a:close/>
                  <a:moveTo>
                    <a:pt x="80100" y="895058"/>
                  </a:moveTo>
                  <a:lnTo>
                    <a:pt x="57498" y="873741"/>
                  </a:lnTo>
                  <a:lnTo>
                    <a:pt x="24020" y="883473"/>
                  </a:lnTo>
                  <a:close/>
                  <a:moveTo>
                    <a:pt x="10796" y="843522"/>
                  </a:moveTo>
                  <a:lnTo>
                    <a:pt x="24020" y="883473"/>
                  </a:lnTo>
                  <a:lnTo>
                    <a:pt x="57498" y="873741"/>
                  </a:lnTo>
                  <a:close/>
                  <a:moveTo>
                    <a:pt x="10796" y="843522"/>
                  </a:moveTo>
                  <a:lnTo>
                    <a:pt x="0" y="867616"/>
                  </a:lnTo>
                  <a:lnTo>
                    <a:pt x="24020" y="883473"/>
                  </a:lnTo>
                  <a:close/>
                  <a:moveTo>
                    <a:pt x="128468" y="998132"/>
                  </a:moveTo>
                  <a:lnTo>
                    <a:pt x="100468" y="965485"/>
                  </a:lnTo>
                  <a:lnTo>
                    <a:pt x="131580" y="1002935"/>
                  </a:lnTo>
                  <a:close/>
                  <a:moveTo>
                    <a:pt x="129908" y="878808"/>
                  </a:moveTo>
                  <a:lnTo>
                    <a:pt x="176381" y="879009"/>
                  </a:lnTo>
                  <a:lnTo>
                    <a:pt x="135315" y="855107"/>
                  </a:lnTo>
                  <a:close/>
                  <a:moveTo>
                    <a:pt x="428826" y="1128647"/>
                  </a:moveTo>
                  <a:lnTo>
                    <a:pt x="427774" y="1140274"/>
                  </a:lnTo>
                  <a:lnTo>
                    <a:pt x="445095" y="1139939"/>
                  </a:lnTo>
                  <a:close/>
                  <a:moveTo>
                    <a:pt x="445095" y="1139939"/>
                  </a:moveTo>
                  <a:lnTo>
                    <a:pt x="504410" y="1178695"/>
                  </a:lnTo>
                  <a:lnTo>
                    <a:pt x="530310" y="1148970"/>
                  </a:lnTo>
                  <a:close/>
                  <a:moveTo>
                    <a:pt x="435865" y="1104554"/>
                  </a:moveTo>
                  <a:lnTo>
                    <a:pt x="445095" y="1139939"/>
                  </a:lnTo>
                  <a:lnTo>
                    <a:pt x="479358" y="1133145"/>
                  </a:lnTo>
                  <a:close/>
                  <a:moveTo>
                    <a:pt x="372923" y="909879"/>
                  </a:moveTo>
                  <a:lnTo>
                    <a:pt x="330485" y="974038"/>
                  </a:lnTo>
                  <a:lnTo>
                    <a:pt x="352749" y="969349"/>
                  </a:lnTo>
                  <a:close/>
                  <a:moveTo>
                    <a:pt x="720719" y="1305015"/>
                  </a:moveTo>
                  <a:lnTo>
                    <a:pt x="769021" y="1240985"/>
                  </a:lnTo>
                  <a:lnTo>
                    <a:pt x="728515" y="1235934"/>
                  </a:lnTo>
                  <a:close/>
                  <a:moveTo>
                    <a:pt x="728515" y="1235934"/>
                  </a:moveTo>
                  <a:lnTo>
                    <a:pt x="769021" y="1240985"/>
                  </a:lnTo>
                  <a:lnTo>
                    <a:pt x="729128" y="1233387"/>
                  </a:lnTo>
                  <a:close/>
                  <a:moveTo>
                    <a:pt x="779104" y="1170045"/>
                  </a:moveTo>
                  <a:lnTo>
                    <a:pt x="737865" y="1165590"/>
                  </a:lnTo>
                  <a:lnTo>
                    <a:pt x="729128" y="1233387"/>
                  </a:lnTo>
                  <a:close/>
                  <a:moveTo>
                    <a:pt x="779104" y="1170045"/>
                  </a:moveTo>
                  <a:lnTo>
                    <a:pt x="787362" y="1141536"/>
                  </a:lnTo>
                  <a:lnTo>
                    <a:pt x="734845" y="1119862"/>
                  </a:lnTo>
                  <a:close/>
                  <a:moveTo>
                    <a:pt x="605224" y="1071974"/>
                  </a:moveTo>
                  <a:lnTo>
                    <a:pt x="597132" y="1089228"/>
                  </a:lnTo>
                  <a:lnTo>
                    <a:pt x="671868" y="1118519"/>
                  </a:lnTo>
                  <a:close/>
                  <a:moveTo>
                    <a:pt x="193052" y="626502"/>
                  </a:moveTo>
                  <a:lnTo>
                    <a:pt x="225780" y="616630"/>
                  </a:lnTo>
                  <a:lnTo>
                    <a:pt x="195683" y="612345"/>
                  </a:lnTo>
                  <a:close/>
                  <a:moveTo>
                    <a:pt x="195683" y="612345"/>
                  </a:moveTo>
                  <a:lnTo>
                    <a:pt x="225780" y="616630"/>
                  </a:lnTo>
                  <a:lnTo>
                    <a:pt x="248330" y="544783"/>
                  </a:lnTo>
                  <a:close/>
                  <a:moveTo>
                    <a:pt x="198989" y="546914"/>
                  </a:moveTo>
                  <a:lnTo>
                    <a:pt x="195683" y="612345"/>
                  </a:lnTo>
                  <a:lnTo>
                    <a:pt x="248330" y="544783"/>
                  </a:lnTo>
                  <a:close/>
                  <a:moveTo>
                    <a:pt x="799248" y="1090925"/>
                  </a:moveTo>
                  <a:lnTo>
                    <a:pt x="849573" y="1087994"/>
                  </a:lnTo>
                  <a:lnTo>
                    <a:pt x="840614" y="1032535"/>
                  </a:lnTo>
                  <a:close/>
                  <a:moveTo>
                    <a:pt x="454816" y="741832"/>
                  </a:moveTo>
                  <a:lnTo>
                    <a:pt x="449055" y="750047"/>
                  </a:lnTo>
                  <a:lnTo>
                    <a:pt x="508985" y="735776"/>
                  </a:lnTo>
                  <a:close/>
                  <a:moveTo>
                    <a:pt x="446485" y="740437"/>
                  </a:moveTo>
                  <a:lnTo>
                    <a:pt x="454816" y="741832"/>
                  </a:lnTo>
                  <a:lnTo>
                    <a:pt x="488433" y="722600"/>
                  </a:lnTo>
                  <a:close/>
                  <a:moveTo>
                    <a:pt x="693656" y="853568"/>
                  </a:moveTo>
                  <a:lnTo>
                    <a:pt x="722010" y="927508"/>
                  </a:lnTo>
                  <a:lnTo>
                    <a:pt x="704168" y="905105"/>
                  </a:lnTo>
                  <a:close/>
                  <a:moveTo>
                    <a:pt x="693656" y="853568"/>
                  </a:moveTo>
                  <a:lnTo>
                    <a:pt x="682451" y="858943"/>
                  </a:lnTo>
                  <a:lnTo>
                    <a:pt x="665862" y="901722"/>
                  </a:lnTo>
                  <a:close/>
                  <a:moveTo>
                    <a:pt x="553804" y="723052"/>
                  </a:moveTo>
                  <a:lnTo>
                    <a:pt x="594745" y="704036"/>
                  </a:lnTo>
                  <a:lnTo>
                    <a:pt x="513285" y="680617"/>
                  </a:lnTo>
                  <a:close/>
                  <a:moveTo>
                    <a:pt x="599848" y="694684"/>
                  </a:moveTo>
                  <a:lnTo>
                    <a:pt x="633830" y="710243"/>
                  </a:lnTo>
                  <a:lnTo>
                    <a:pt x="609470" y="698958"/>
                  </a:lnTo>
                  <a:close/>
                  <a:moveTo>
                    <a:pt x="599848" y="694684"/>
                  </a:moveTo>
                  <a:lnTo>
                    <a:pt x="609470" y="698958"/>
                  </a:lnTo>
                  <a:lnTo>
                    <a:pt x="614544" y="687940"/>
                  </a:lnTo>
                  <a:close/>
                  <a:moveTo>
                    <a:pt x="599848" y="694684"/>
                  </a:moveTo>
                  <a:lnTo>
                    <a:pt x="614544" y="687940"/>
                  </a:lnTo>
                  <a:lnTo>
                    <a:pt x="548200" y="676256"/>
                  </a:lnTo>
                  <a:close/>
                  <a:moveTo>
                    <a:pt x="919868" y="817856"/>
                  </a:moveTo>
                  <a:lnTo>
                    <a:pt x="877889" y="814002"/>
                  </a:lnTo>
                  <a:lnTo>
                    <a:pt x="920910" y="879752"/>
                  </a:lnTo>
                  <a:close/>
                  <a:moveTo>
                    <a:pt x="860890" y="702172"/>
                  </a:moveTo>
                  <a:lnTo>
                    <a:pt x="803547" y="650771"/>
                  </a:lnTo>
                  <a:lnTo>
                    <a:pt x="860758" y="702444"/>
                  </a:lnTo>
                  <a:close/>
                  <a:moveTo>
                    <a:pt x="798665" y="652199"/>
                  </a:moveTo>
                  <a:lnTo>
                    <a:pt x="795724" y="633202"/>
                  </a:lnTo>
                  <a:lnTo>
                    <a:pt x="741242" y="604182"/>
                  </a:lnTo>
                  <a:close/>
                  <a:moveTo>
                    <a:pt x="675255" y="532144"/>
                  </a:moveTo>
                  <a:lnTo>
                    <a:pt x="704705" y="547697"/>
                  </a:lnTo>
                  <a:lnTo>
                    <a:pt x="646000" y="512121"/>
                  </a:lnTo>
                  <a:close/>
                  <a:moveTo>
                    <a:pt x="623977" y="496161"/>
                  </a:moveTo>
                  <a:lnTo>
                    <a:pt x="646000" y="512121"/>
                  </a:lnTo>
                  <a:lnTo>
                    <a:pt x="582789" y="462785"/>
                  </a:lnTo>
                  <a:close/>
                  <a:moveTo>
                    <a:pt x="582789" y="462785"/>
                  </a:moveTo>
                  <a:lnTo>
                    <a:pt x="646000" y="512121"/>
                  </a:lnTo>
                  <a:lnTo>
                    <a:pt x="595638" y="468718"/>
                  </a:lnTo>
                  <a:close/>
                  <a:moveTo>
                    <a:pt x="675255" y="532144"/>
                  </a:moveTo>
                  <a:lnTo>
                    <a:pt x="646000" y="512121"/>
                  </a:lnTo>
                  <a:lnTo>
                    <a:pt x="623977" y="496161"/>
                  </a:lnTo>
                  <a:close/>
                  <a:moveTo>
                    <a:pt x="929345" y="648537"/>
                  </a:moveTo>
                  <a:lnTo>
                    <a:pt x="886975" y="626677"/>
                  </a:lnTo>
                  <a:lnTo>
                    <a:pt x="860890" y="702172"/>
                  </a:lnTo>
                  <a:close/>
                  <a:moveTo>
                    <a:pt x="741242" y="604182"/>
                  </a:moveTo>
                  <a:lnTo>
                    <a:pt x="795724" y="633202"/>
                  </a:lnTo>
                  <a:lnTo>
                    <a:pt x="818641" y="583985"/>
                  </a:lnTo>
                  <a:close/>
                  <a:moveTo>
                    <a:pt x="886975" y="626677"/>
                  </a:moveTo>
                  <a:lnTo>
                    <a:pt x="929345" y="648537"/>
                  </a:lnTo>
                  <a:lnTo>
                    <a:pt x="943440" y="610464"/>
                  </a:lnTo>
                  <a:close/>
                  <a:moveTo>
                    <a:pt x="873982" y="616218"/>
                  </a:moveTo>
                  <a:lnTo>
                    <a:pt x="943440" y="610464"/>
                  </a:lnTo>
                  <a:lnTo>
                    <a:pt x="949585" y="589311"/>
                  </a:lnTo>
                  <a:close/>
                  <a:moveTo>
                    <a:pt x="1142749" y="687862"/>
                  </a:moveTo>
                  <a:lnTo>
                    <a:pt x="1143631" y="757192"/>
                  </a:lnTo>
                  <a:lnTo>
                    <a:pt x="1203023" y="703264"/>
                  </a:lnTo>
                  <a:close/>
                  <a:moveTo>
                    <a:pt x="1115113" y="647586"/>
                  </a:moveTo>
                  <a:lnTo>
                    <a:pt x="1145030" y="661118"/>
                  </a:lnTo>
                  <a:lnTo>
                    <a:pt x="1112587" y="630025"/>
                  </a:lnTo>
                  <a:close/>
                  <a:moveTo>
                    <a:pt x="1060488" y="591271"/>
                  </a:moveTo>
                  <a:lnTo>
                    <a:pt x="1115113" y="647586"/>
                  </a:lnTo>
                  <a:lnTo>
                    <a:pt x="1112587" y="630025"/>
                  </a:lnTo>
                  <a:close/>
                  <a:moveTo>
                    <a:pt x="1348686" y="898524"/>
                  </a:moveTo>
                  <a:lnTo>
                    <a:pt x="1403148" y="927469"/>
                  </a:lnTo>
                  <a:lnTo>
                    <a:pt x="1433261" y="905157"/>
                  </a:lnTo>
                  <a:close/>
                  <a:moveTo>
                    <a:pt x="1142575" y="562518"/>
                  </a:moveTo>
                  <a:lnTo>
                    <a:pt x="1086212" y="570358"/>
                  </a:lnTo>
                  <a:lnTo>
                    <a:pt x="1152488" y="617201"/>
                  </a:lnTo>
                  <a:close/>
                  <a:moveTo>
                    <a:pt x="1053587" y="578489"/>
                  </a:moveTo>
                  <a:lnTo>
                    <a:pt x="1086212" y="570358"/>
                  </a:lnTo>
                  <a:lnTo>
                    <a:pt x="1096677" y="520109"/>
                  </a:lnTo>
                  <a:close/>
                  <a:moveTo>
                    <a:pt x="1086212" y="570358"/>
                  </a:moveTo>
                  <a:lnTo>
                    <a:pt x="1142575" y="562518"/>
                  </a:lnTo>
                  <a:lnTo>
                    <a:pt x="1096677" y="520109"/>
                  </a:lnTo>
                  <a:close/>
                  <a:moveTo>
                    <a:pt x="1142575" y="562518"/>
                  </a:moveTo>
                  <a:lnTo>
                    <a:pt x="1148536" y="539326"/>
                  </a:lnTo>
                  <a:lnTo>
                    <a:pt x="1096677" y="520109"/>
                  </a:lnTo>
                  <a:close/>
                  <a:moveTo>
                    <a:pt x="1489516" y="846829"/>
                  </a:moveTo>
                  <a:lnTo>
                    <a:pt x="1433261" y="905157"/>
                  </a:lnTo>
                  <a:lnTo>
                    <a:pt x="1481634" y="911340"/>
                  </a:lnTo>
                  <a:close/>
                  <a:moveTo>
                    <a:pt x="1531769" y="850460"/>
                  </a:moveTo>
                  <a:lnTo>
                    <a:pt x="1489516" y="846829"/>
                  </a:lnTo>
                  <a:lnTo>
                    <a:pt x="1481634" y="911340"/>
                  </a:lnTo>
                  <a:close/>
                  <a:moveTo>
                    <a:pt x="1220137" y="478764"/>
                  </a:moveTo>
                  <a:lnTo>
                    <a:pt x="1237040" y="427228"/>
                  </a:lnTo>
                  <a:lnTo>
                    <a:pt x="1214242" y="479494"/>
                  </a:lnTo>
                  <a:close/>
                  <a:moveTo>
                    <a:pt x="1214242" y="479494"/>
                  </a:moveTo>
                  <a:lnTo>
                    <a:pt x="1195018" y="432379"/>
                  </a:lnTo>
                  <a:lnTo>
                    <a:pt x="1213049" y="478764"/>
                  </a:lnTo>
                  <a:close/>
                  <a:moveTo>
                    <a:pt x="1220137" y="478764"/>
                  </a:moveTo>
                  <a:lnTo>
                    <a:pt x="1217243" y="477053"/>
                  </a:lnTo>
                  <a:lnTo>
                    <a:pt x="1237040" y="427228"/>
                  </a:lnTo>
                  <a:close/>
                  <a:moveTo>
                    <a:pt x="1333138" y="333312"/>
                  </a:moveTo>
                  <a:lnTo>
                    <a:pt x="1279677" y="338792"/>
                  </a:lnTo>
                  <a:lnTo>
                    <a:pt x="1339792" y="390645"/>
                  </a:lnTo>
                  <a:close/>
                  <a:moveTo>
                    <a:pt x="1279677" y="338792"/>
                  </a:moveTo>
                  <a:lnTo>
                    <a:pt x="1273524" y="327503"/>
                  </a:lnTo>
                  <a:lnTo>
                    <a:pt x="1274613" y="391551"/>
                  </a:lnTo>
                  <a:close/>
                  <a:moveTo>
                    <a:pt x="1455770" y="533649"/>
                  </a:moveTo>
                  <a:lnTo>
                    <a:pt x="1506858" y="519016"/>
                  </a:lnTo>
                  <a:lnTo>
                    <a:pt x="1514874" y="496018"/>
                  </a:lnTo>
                  <a:close/>
                  <a:moveTo>
                    <a:pt x="1440854" y="528848"/>
                  </a:moveTo>
                  <a:lnTo>
                    <a:pt x="1455770" y="533649"/>
                  </a:lnTo>
                  <a:lnTo>
                    <a:pt x="1514874" y="496018"/>
                  </a:lnTo>
                  <a:close/>
                  <a:moveTo>
                    <a:pt x="1506858" y="519016"/>
                  </a:moveTo>
                  <a:lnTo>
                    <a:pt x="1540565" y="509556"/>
                  </a:lnTo>
                  <a:lnTo>
                    <a:pt x="1514874" y="496018"/>
                  </a:lnTo>
                  <a:close/>
                  <a:moveTo>
                    <a:pt x="1384952" y="416673"/>
                  </a:moveTo>
                  <a:lnTo>
                    <a:pt x="1406718" y="401217"/>
                  </a:lnTo>
                  <a:lnTo>
                    <a:pt x="1359705" y="400120"/>
                  </a:lnTo>
                  <a:close/>
                  <a:moveTo>
                    <a:pt x="1544525" y="433925"/>
                  </a:moveTo>
                  <a:lnTo>
                    <a:pt x="1540565" y="509556"/>
                  </a:lnTo>
                  <a:lnTo>
                    <a:pt x="1583113" y="441575"/>
                  </a:lnTo>
                  <a:close/>
                  <a:moveTo>
                    <a:pt x="1583113" y="441575"/>
                  </a:moveTo>
                  <a:lnTo>
                    <a:pt x="1540565" y="509556"/>
                  </a:lnTo>
                  <a:lnTo>
                    <a:pt x="1573258" y="503016"/>
                  </a:lnTo>
                  <a:close/>
                  <a:moveTo>
                    <a:pt x="1460774" y="354946"/>
                  </a:moveTo>
                  <a:lnTo>
                    <a:pt x="1486112" y="406483"/>
                  </a:lnTo>
                  <a:lnTo>
                    <a:pt x="1445823" y="342426"/>
                  </a:lnTo>
                  <a:close/>
                  <a:moveTo>
                    <a:pt x="1288932" y="80296"/>
                  </a:moveTo>
                  <a:lnTo>
                    <a:pt x="1326757" y="73169"/>
                  </a:lnTo>
                  <a:lnTo>
                    <a:pt x="1295274" y="64103"/>
                  </a:lnTo>
                  <a:close/>
                  <a:moveTo>
                    <a:pt x="1629276" y="432714"/>
                  </a:moveTo>
                  <a:lnTo>
                    <a:pt x="1583113" y="441575"/>
                  </a:lnTo>
                  <a:lnTo>
                    <a:pt x="1628507" y="436621"/>
                  </a:lnTo>
                  <a:close/>
                  <a:moveTo>
                    <a:pt x="1629276" y="432714"/>
                  </a:moveTo>
                  <a:lnTo>
                    <a:pt x="1584833" y="430863"/>
                  </a:lnTo>
                  <a:lnTo>
                    <a:pt x="1583113" y="441575"/>
                  </a:lnTo>
                  <a:close/>
                  <a:moveTo>
                    <a:pt x="1584833" y="430863"/>
                  </a:moveTo>
                  <a:lnTo>
                    <a:pt x="1629276" y="432714"/>
                  </a:lnTo>
                  <a:lnTo>
                    <a:pt x="1642649" y="359099"/>
                  </a:lnTo>
                  <a:close/>
                  <a:moveTo>
                    <a:pt x="1584833" y="430863"/>
                  </a:moveTo>
                  <a:lnTo>
                    <a:pt x="1642649" y="359099"/>
                  </a:lnTo>
                  <a:lnTo>
                    <a:pt x="1593892" y="360756"/>
                  </a:lnTo>
                  <a:close/>
                  <a:moveTo>
                    <a:pt x="1642649" y="359099"/>
                  </a:moveTo>
                  <a:lnTo>
                    <a:pt x="1643138" y="356423"/>
                  </a:lnTo>
                  <a:lnTo>
                    <a:pt x="1595973" y="354757"/>
                  </a:lnTo>
                  <a:close/>
                  <a:moveTo>
                    <a:pt x="1360929" y="0"/>
                  </a:moveTo>
                  <a:lnTo>
                    <a:pt x="1326757" y="73169"/>
                  </a:lnTo>
                  <a:lnTo>
                    <a:pt x="1349404" y="69116"/>
                  </a:lnTo>
                  <a:close/>
                  <a:moveTo>
                    <a:pt x="1414093" y="54507"/>
                  </a:moveTo>
                  <a:lnTo>
                    <a:pt x="1416492" y="49075"/>
                  </a:lnTo>
                  <a:lnTo>
                    <a:pt x="1389753" y="67987"/>
                  </a:lnTo>
                  <a:close/>
                  <a:moveTo>
                    <a:pt x="1360929" y="0"/>
                  </a:moveTo>
                  <a:lnTo>
                    <a:pt x="1349404" y="69116"/>
                  </a:lnTo>
                  <a:lnTo>
                    <a:pt x="1389753" y="67987"/>
                  </a:lnTo>
                  <a:close/>
                  <a:moveTo>
                    <a:pt x="1643138" y="356423"/>
                  </a:moveTo>
                  <a:lnTo>
                    <a:pt x="1659848" y="284001"/>
                  </a:lnTo>
                  <a:lnTo>
                    <a:pt x="1595973" y="354757"/>
                  </a:lnTo>
                  <a:close/>
                  <a:moveTo>
                    <a:pt x="1643138" y="356423"/>
                  </a:moveTo>
                  <a:lnTo>
                    <a:pt x="1689578" y="355378"/>
                  </a:lnTo>
                  <a:lnTo>
                    <a:pt x="1713027" y="308148"/>
                  </a:lnTo>
                  <a:close/>
                  <a:moveTo>
                    <a:pt x="1759173" y="277589"/>
                  </a:moveTo>
                  <a:lnTo>
                    <a:pt x="1720208" y="271284"/>
                  </a:lnTo>
                  <a:lnTo>
                    <a:pt x="1713027" y="308148"/>
                  </a:lnTo>
                  <a:close/>
                  <a:moveTo>
                    <a:pt x="1720208" y="271284"/>
                  </a:moveTo>
                  <a:lnTo>
                    <a:pt x="1759173" y="277589"/>
                  </a:lnTo>
                  <a:lnTo>
                    <a:pt x="1752699" y="220109"/>
                  </a:lnTo>
                  <a:close/>
                  <a:moveTo>
                    <a:pt x="1537489" y="117656"/>
                  </a:moveTo>
                  <a:lnTo>
                    <a:pt x="1577670" y="122972"/>
                  </a:lnTo>
                  <a:lnTo>
                    <a:pt x="1564367" y="71045"/>
                  </a:lnTo>
                  <a:close/>
                  <a:moveTo>
                    <a:pt x="1564367" y="71045"/>
                  </a:moveTo>
                  <a:lnTo>
                    <a:pt x="1602180" y="128054"/>
                  </a:lnTo>
                  <a:lnTo>
                    <a:pt x="1592562" y="76518"/>
                  </a:lnTo>
                  <a:close/>
                  <a:moveTo>
                    <a:pt x="1564367" y="71045"/>
                  </a:moveTo>
                  <a:lnTo>
                    <a:pt x="1577670" y="122972"/>
                  </a:lnTo>
                  <a:lnTo>
                    <a:pt x="1602180" y="128054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05" name="Output_density__4304">
              <a:extLst>
                <a:ext uri="{FF2B5EF4-FFF2-40B4-BE49-F238E27FC236}">
                  <a16:creationId xmlns:a16="http://schemas.microsoft.com/office/drawing/2014/main" id="{3719AC20-00F1-B99A-FB05-B51EB5E04C8B}"/>
                </a:ext>
              </a:extLst>
            </p:cNvPr>
            <p:cNvSpPr>
              <a:spLocks noGrp="1"/>
            </p:cNvSpPr>
            <p:nvPr/>
          </p:nvSpPr>
          <p:spPr>
            <a:xfrm>
              <a:off x="14772833" y="2336723"/>
              <a:ext cx="1787663" cy="1343324"/>
            </a:xfrm>
            <a:custGeom>
              <a:avLst/>
              <a:gdLst/>
              <a:ahLst/>
              <a:cxnLst/>
              <a:rect l="0" t="0" r="0" b="0"/>
              <a:pathLst>
                <a:path w="1787663" h="1343324">
                  <a:moveTo>
                    <a:pt x="115064" y="897520"/>
                  </a:moveTo>
                  <a:lnTo>
                    <a:pt x="91876" y="921614"/>
                  </a:lnTo>
                  <a:lnTo>
                    <a:pt x="135111" y="949057"/>
                  </a:lnTo>
                  <a:close/>
                  <a:moveTo>
                    <a:pt x="45759" y="845984"/>
                  </a:moveTo>
                  <a:lnTo>
                    <a:pt x="8585" y="806878"/>
                  </a:lnTo>
                  <a:lnTo>
                    <a:pt x="0" y="818541"/>
                  </a:lnTo>
                  <a:close/>
                  <a:moveTo>
                    <a:pt x="45759" y="845984"/>
                  </a:moveTo>
                  <a:lnTo>
                    <a:pt x="0" y="818541"/>
                  </a:lnTo>
                  <a:lnTo>
                    <a:pt x="34964" y="870078"/>
                  </a:lnTo>
                  <a:close/>
                  <a:moveTo>
                    <a:pt x="537612" y="1234183"/>
                  </a:moveTo>
                  <a:lnTo>
                    <a:pt x="533425" y="1302152"/>
                  </a:lnTo>
                  <a:lnTo>
                    <a:pt x="555388" y="1249368"/>
                  </a:lnTo>
                  <a:close/>
                  <a:moveTo>
                    <a:pt x="537612" y="1234183"/>
                  </a:moveTo>
                  <a:lnTo>
                    <a:pt x="479257" y="1258277"/>
                  </a:lnTo>
                  <a:lnTo>
                    <a:pt x="533425" y="1302152"/>
                  </a:lnTo>
                  <a:close/>
                  <a:moveTo>
                    <a:pt x="555388" y="1249368"/>
                  </a:moveTo>
                  <a:lnTo>
                    <a:pt x="533425" y="1302152"/>
                  </a:lnTo>
                  <a:lnTo>
                    <a:pt x="604072" y="1256715"/>
                  </a:lnTo>
                  <a:close/>
                  <a:moveTo>
                    <a:pt x="480058" y="1142401"/>
                  </a:moveTo>
                  <a:lnTo>
                    <a:pt x="462737" y="1142736"/>
                  </a:lnTo>
                  <a:lnTo>
                    <a:pt x="536215" y="1182646"/>
                  </a:lnTo>
                  <a:close/>
                  <a:moveTo>
                    <a:pt x="673957" y="1343324"/>
                  </a:moveTo>
                  <a:lnTo>
                    <a:pt x="728235" y="1313162"/>
                  </a:lnTo>
                  <a:lnTo>
                    <a:pt x="680314" y="1330768"/>
                  </a:lnTo>
                  <a:close/>
                  <a:moveTo>
                    <a:pt x="752825" y="1328624"/>
                  </a:moveTo>
                  <a:lnTo>
                    <a:pt x="728235" y="1313162"/>
                  </a:lnTo>
                  <a:lnTo>
                    <a:pt x="673957" y="1343324"/>
                  </a:lnTo>
                  <a:close/>
                  <a:moveTo>
                    <a:pt x="680314" y="1330768"/>
                  </a:moveTo>
                  <a:lnTo>
                    <a:pt x="728235" y="1313162"/>
                  </a:lnTo>
                  <a:lnTo>
                    <a:pt x="696872" y="1294103"/>
                  </a:lnTo>
                  <a:close/>
                  <a:moveTo>
                    <a:pt x="608513" y="1225673"/>
                  </a:moveTo>
                  <a:lnTo>
                    <a:pt x="555388" y="1249368"/>
                  </a:lnTo>
                  <a:lnTo>
                    <a:pt x="604072" y="1256715"/>
                  </a:lnTo>
                  <a:close/>
                  <a:moveTo>
                    <a:pt x="536215" y="1182646"/>
                  </a:moveTo>
                  <a:lnTo>
                    <a:pt x="539374" y="1181157"/>
                  </a:lnTo>
                  <a:lnTo>
                    <a:pt x="480058" y="1142401"/>
                  </a:lnTo>
                  <a:close/>
                  <a:moveTo>
                    <a:pt x="539374" y="1181157"/>
                  </a:moveTo>
                  <a:lnTo>
                    <a:pt x="589867" y="1178089"/>
                  </a:lnTo>
                  <a:lnTo>
                    <a:pt x="565274" y="1151432"/>
                  </a:lnTo>
                  <a:close/>
                  <a:moveTo>
                    <a:pt x="311200" y="963758"/>
                  </a:moveTo>
                  <a:lnTo>
                    <a:pt x="345597" y="973776"/>
                  </a:lnTo>
                  <a:lnTo>
                    <a:pt x="341196" y="914611"/>
                  </a:lnTo>
                  <a:close/>
                  <a:moveTo>
                    <a:pt x="345597" y="973776"/>
                  </a:moveTo>
                  <a:lnTo>
                    <a:pt x="365448" y="976499"/>
                  </a:lnTo>
                  <a:lnTo>
                    <a:pt x="341196" y="914611"/>
                  </a:lnTo>
                  <a:close/>
                  <a:moveTo>
                    <a:pt x="728235" y="1313162"/>
                  </a:moveTo>
                  <a:lnTo>
                    <a:pt x="752825" y="1328624"/>
                  </a:lnTo>
                  <a:lnTo>
                    <a:pt x="755683" y="1307477"/>
                  </a:lnTo>
                  <a:close/>
                  <a:moveTo>
                    <a:pt x="755683" y="1307477"/>
                  </a:moveTo>
                  <a:lnTo>
                    <a:pt x="696872" y="1294103"/>
                  </a:lnTo>
                  <a:lnTo>
                    <a:pt x="728235" y="1313162"/>
                  </a:lnTo>
                  <a:close/>
                  <a:moveTo>
                    <a:pt x="708984" y="1244716"/>
                  </a:moveTo>
                  <a:lnTo>
                    <a:pt x="696872" y="1294103"/>
                  </a:lnTo>
                  <a:lnTo>
                    <a:pt x="755683" y="1307477"/>
                  </a:lnTo>
                  <a:close/>
                  <a:moveTo>
                    <a:pt x="763479" y="1238395"/>
                  </a:moveTo>
                  <a:lnTo>
                    <a:pt x="708984" y="1244716"/>
                  </a:lnTo>
                  <a:lnTo>
                    <a:pt x="755683" y="1307477"/>
                  </a:lnTo>
                  <a:close/>
                  <a:moveTo>
                    <a:pt x="808517" y="1302505"/>
                  </a:moveTo>
                  <a:lnTo>
                    <a:pt x="755683" y="1307477"/>
                  </a:lnTo>
                  <a:lnTo>
                    <a:pt x="752825" y="1328624"/>
                  </a:lnTo>
                  <a:close/>
                  <a:moveTo>
                    <a:pt x="708984" y="1244716"/>
                  </a:moveTo>
                  <a:lnTo>
                    <a:pt x="763479" y="1238395"/>
                  </a:lnTo>
                  <a:lnTo>
                    <a:pt x="712431" y="1217375"/>
                  </a:lnTo>
                  <a:close/>
                  <a:moveTo>
                    <a:pt x="763479" y="1238395"/>
                  </a:moveTo>
                  <a:lnTo>
                    <a:pt x="764092" y="1235849"/>
                  </a:lnTo>
                  <a:lnTo>
                    <a:pt x="712431" y="1217375"/>
                  </a:lnTo>
                  <a:close/>
                  <a:moveTo>
                    <a:pt x="656943" y="1144815"/>
                  </a:moveTo>
                  <a:lnTo>
                    <a:pt x="669822" y="1134458"/>
                  </a:lnTo>
                  <a:lnTo>
                    <a:pt x="632095" y="1091690"/>
                  </a:lnTo>
                  <a:close/>
                  <a:moveTo>
                    <a:pt x="260744" y="619092"/>
                  </a:moveTo>
                  <a:lnTo>
                    <a:pt x="228016" y="628963"/>
                  </a:lnTo>
                  <a:lnTo>
                    <a:pt x="269701" y="621039"/>
                  </a:lnTo>
                  <a:close/>
                  <a:moveTo>
                    <a:pt x="772828" y="1168052"/>
                  </a:moveTo>
                  <a:lnTo>
                    <a:pt x="712431" y="1217375"/>
                  </a:lnTo>
                  <a:lnTo>
                    <a:pt x="764092" y="1235849"/>
                  </a:lnTo>
                  <a:close/>
                  <a:moveTo>
                    <a:pt x="772828" y="1168052"/>
                  </a:moveTo>
                  <a:lnTo>
                    <a:pt x="814068" y="1172507"/>
                  </a:lnTo>
                  <a:lnTo>
                    <a:pt x="769809" y="1122324"/>
                  </a:lnTo>
                  <a:close/>
                  <a:moveTo>
                    <a:pt x="706831" y="1120981"/>
                  </a:moveTo>
                  <a:lnTo>
                    <a:pt x="632095" y="1091690"/>
                  </a:lnTo>
                  <a:lnTo>
                    <a:pt x="669822" y="1134458"/>
                  </a:lnTo>
                  <a:close/>
                  <a:moveTo>
                    <a:pt x="694493" y="1068269"/>
                  </a:moveTo>
                  <a:lnTo>
                    <a:pt x="640187" y="1074436"/>
                  </a:lnTo>
                  <a:lnTo>
                    <a:pt x="706831" y="1120981"/>
                  </a:lnTo>
                  <a:close/>
                  <a:moveTo>
                    <a:pt x="640187" y="1074436"/>
                  </a:moveTo>
                  <a:lnTo>
                    <a:pt x="694493" y="1068269"/>
                  </a:lnTo>
                  <a:lnTo>
                    <a:pt x="675286" y="1021141"/>
                  </a:lnTo>
                  <a:close/>
                  <a:moveTo>
                    <a:pt x="640187" y="1074436"/>
                  </a:moveTo>
                  <a:lnTo>
                    <a:pt x="675286" y="1021141"/>
                  </a:lnTo>
                  <a:lnTo>
                    <a:pt x="616865" y="1030655"/>
                  </a:lnTo>
                  <a:close/>
                  <a:moveTo>
                    <a:pt x="616865" y="1030655"/>
                  </a:moveTo>
                  <a:lnTo>
                    <a:pt x="675286" y="1021141"/>
                  </a:lnTo>
                  <a:lnTo>
                    <a:pt x="610777" y="972861"/>
                  </a:lnTo>
                  <a:close/>
                  <a:moveTo>
                    <a:pt x="481448" y="742899"/>
                  </a:moveTo>
                  <a:lnTo>
                    <a:pt x="457224" y="773702"/>
                  </a:lnTo>
                  <a:lnTo>
                    <a:pt x="474795" y="756476"/>
                  </a:lnTo>
                  <a:close/>
                  <a:moveTo>
                    <a:pt x="233953" y="549376"/>
                  </a:moveTo>
                  <a:lnTo>
                    <a:pt x="283294" y="547245"/>
                  </a:lnTo>
                  <a:lnTo>
                    <a:pt x="236930" y="527393"/>
                  </a:lnTo>
                  <a:close/>
                  <a:moveTo>
                    <a:pt x="283294" y="547245"/>
                  </a:moveTo>
                  <a:lnTo>
                    <a:pt x="285877" y="535721"/>
                  </a:lnTo>
                  <a:lnTo>
                    <a:pt x="236930" y="527393"/>
                  </a:lnTo>
                  <a:close/>
                  <a:moveTo>
                    <a:pt x="283294" y="547245"/>
                  </a:moveTo>
                  <a:lnTo>
                    <a:pt x="296178" y="543462"/>
                  </a:lnTo>
                  <a:lnTo>
                    <a:pt x="285877" y="535721"/>
                  </a:lnTo>
                  <a:close/>
                  <a:moveTo>
                    <a:pt x="834212" y="1093387"/>
                  </a:moveTo>
                  <a:lnTo>
                    <a:pt x="769809" y="1122324"/>
                  </a:lnTo>
                  <a:lnTo>
                    <a:pt x="822325" y="1143998"/>
                  </a:lnTo>
                  <a:close/>
                  <a:moveTo>
                    <a:pt x="489779" y="744294"/>
                  </a:moveTo>
                  <a:lnTo>
                    <a:pt x="543948" y="738238"/>
                  </a:lnTo>
                  <a:lnTo>
                    <a:pt x="523397" y="725061"/>
                  </a:lnTo>
                  <a:close/>
                  <a:moveTo>
                    <a:pt x="443707" y="570904"/>
                  </a:moveTo>
                  <a:lnTo>
                    <a:pt x="482553" y="622441"/>
                  </a:lnTo>
                  <a:lnTo>
                    <a:pt x="440951" y="594998"/>
                  </a:lnTo>
                  <a:close/>
                  <a:moveTo>
                    <a:pt x="366644" y="580208"/>
                  </a:moveTo>
                  <a:lnTo>
                    <a:pt x="412982" y="570904"/>
                  </a:lnTo>
                  <a:lnTo>
                    <a:pt x="369619" y="539240"/>
                  </a:lnTo>
                  <a:close/>
                  <a:moveTo>
                    <a:pt x="296178" y="543462"/>
                  </a:moveTo>
                  <a:lnTo>
                    <a:pt x="330939" y="519368"/>
                  </a:lnTo>
                  <a:lnTo>
                    <a:pt x="285877" y="535721"/>
                  </a:lnTo>
                  <a:close/>
                  <a:moveTo>
                    <a:pt x="654290" y="752957"/>
                  </a:moveTo>
                  <a:lnTo>
                    <a:pt x="644434" y="701420"/>
                  </a:lnTo>
                  <a:lnTo>
                    <a:pt x="655523" y="734805"/>
                  </a:lnTo>
                  <a:close/>
                  <a:moveTo>
                    <a:pt x="634811" y="697146"/>
                  </a:moveTo>
                  <a:lnTo>
                    <a:pt x="629709" y="706498"/>
                  </a:lnTo>
                  <a:lnTo>
                    <a:pt x="626057" y="725514"/>
                  </a:lnTo>
                  <a:close/>
                  <a:moveTo>
                    <a:pt x="485756" y="624105"/>
                  </a:moveTo>
                  <a:lnTo>
                    <a:pt x="482553" y="622441"/>
                  </a:lnTo>
                  <a:lnTo>
                    <a:pt x="512705" y="598347"/>
                  </a:lnTo>
                  <a:close/>
                  <a:moveTo>
                    <a:pt x="485756" y="624105"/>
                  </a:moveTo>
                  <a:lnTo>
                    <a:pt x="515309" y="599701"/>
                  </a:lnTo>
                  <a:lnTo>
                    <a:pt x="487365" y="622441"/>
                  </a:lnTo>
                  <a:close/>
                  <a:moveTo>
                    <a:pt x="483552" y="561128"/>
                  </a:moveTo>
                  <a:lnTo>
                    <a:pt x="514598" y="597039"/>
                  </a:lnTo>
                  <a:lnTo>
                    <a:pt x="443707" y="570904"/>
                  </a:lnTo>
                  <a:close/>
                  <a:moveTo>
                    <a:pt x="443707" y="570904"/>
                  </a:moveTo>
                  <a:lnTo>
                    <a:pt x="512705" y="598347"/>
                  </a:lnTo>
                  <a:lnTo>
                    <a:pt x="482553" y="622441"/>
                  </a:lnTo>
                  <a:close/>
                  <a:moveTo>
                    <a:pt x="423333" y="430492"/>
                  </a:moveTo>
                  <a:lnTo>
                    <a:pt x="387038" y="429692"/>
                  </a:lnTo>
                  <a:lnTo>
                    <a:pt x="342638" y="438366"/>
                  </a:lnTo>
                  <a:close/>
                  <a:moveTo>
                    <a:pt x="423333" y="430492"/>
                  </a:moveTo>
                  <a:lnTo>
                    <a:pt x="453698" y="443737"/>
                  </a:lnTo>
                  <a:lnTo>
                    <a:pt x="436985" y="441760"/>
                  </a:lnTo>
                  <a:close/>
                  <a:moveTo>
                    <a:pt x="893538" y="1083138"/>
                  </a:moveTo>
                  <a:lnTo>
                    <a:pt x="860661" y="1071885"/>
                  </a:lnTo>
                  <a:lnTo>
                    <a:pt x="876246" y="1034453"/>
                  </a:lnTo>
                  <a:close/>
                  <a:moveTo>
                    <a:pt x="1027707" y="859378"/>
                  </a:moveTo>
                  <a:lnTo>
                    <a:pt x="995286" y="935009"/>
                  </a:lnTo>
                  <a:lnTo>
                    <a:pt x="1041655" y="910915"/>
                  </a:lnTo>
                  <a:close/>
                  <a:moveTo>
                    <a:pt x="895722" y="704906"/>
                  </a:moveTo>
                  <a:lnTo>
                    <a:pt x="842146" y="710479"/>
                  </a:lnTo>
                  <a:lnTo>
                    <a:pt x="887793" y="774095"/>
                  </a:lnTo>
                  <a:close/>
                  <a:moveTo>
                    <a:pt x="768172" y="669895"/>
                  </a:moveTo>
                  <a:lnTo>
                    <a:pt x="735492" y="658480"/>
                  </a:lnTo>
                  <a:lnTo>
                    <a:pt x="784665" y="719228"/>
                  </a:lnTo>
                  <a:close/>
                  <a:moveTo>
                    <a:pt x="895722" y="704906"/>
                  </a:moveTo>
                  <a:lnTo>
                    <a:pt x="833629" y="654661"/>
                  </a:lnTo>
                  <a:lnTo>
                    <a:pt x="842146" y="710479"/>
                  </a:lnTo>
                  <a:close/>
                  <a:moveTo>
                    <a:pt x="768172" y="669895"/>
                  </a:moveTo>
                  <a:lnTo>
                    <a:pt x="833629" y="654661"/>
                  </a:lnTo>
                  <a:lnTo>
                    <a:pt x="776206" y="606644"/>
                  </a:lnTo>
                  <a:close/>
                  <a:moveTo>
                    <a:pt x="739669" y="550159"/>
                  </a:moveTo>
                  <a:lnTo>
                    <a:pt x="752777" y="556925"/>
                  </a:lnTo>
                  <a:lnTo>
                    <a:pt x="680963" y="514583"/>
                  </a:lnTo>
                  <a:close/>
                  <a:moveTo>
                    <a:pt x="617753" y="465247"/>
                  </a:moveTo>
                  <a:lnTo>
                    <a:pt x="630601" y="471180"/>
                  </a:lnTo>
                  <a:lnTo>
                    <a:pt x="608248" y="462931"/>
                  </a:lnTo>
                  <a:close/>
                  <a:moveTo>
                    <a:pt x="838510" y="653232"/>
                  </a:moveTo>
                  <a:lnTo>
                    <a:pt x="895854" y="704634"/>
                  </a:lnTo>
                  <a:lnTo>
                    <a:pt x="906740" y="633206"/>
                  </a:lnTo>
                  <a:close/>
                  <a:moveTo>
                    <a:pt x="830688" y="635664"/>
                  </a:moveTo>
                  <a:lnTo>
                    <a:pt x="908945" y="618680"/>
                  </a:lnTo>
                  <a:lnTo>
                    <a:pt x="853604" y="586447"/>
                  </a:lnTo>
                  <a:close/>
                  <a:moveTo>
                    <a:pt x="895854" y="704634"/>
                  </a:moveTo>
                  <a:lnTo>
                    <a:pt x="921939" y="629138"/>
                  </a:lnTo>
                  <a:lnTo>
                    <a:pt x="906740" y="633206"/>
                  </a:lnTo>
                  <a:close/>
                  <a:moveTo>
                    <a:pt x="906740" y="633206"/>
                  </a:moveTo>
                  <a:lnTo>
                    <a:pt x="921939" y="629138"/>
                  </a:lnTo>
                  <a:lnTo>
                    <a:pt x="908945" y="618680"/>
                  </a:lnTo>
                  <a:close/>
                  <a:moveTo>
                    <a:pt x="921939" y="629138"/>
                  </a:moveTo>
                  <a:lnTo>
                    <a:pt x="978404" y="612926"/>
                  </a:lnTo>
                  <a:lnTo>
                    <a:pt x="908945" y="618680"/>
                  </a:lnTo>
                  <a:close/>
                  <a:moveTo>
                    <a:pt x="908945" y="618680"/>
                  </a:moveTo>
                  <a:lnTo>
                    <a:pt x="984549" y="591773"/>
                  </a:lnTo>
                  <a:lnTo>
                    <a:pt x="928061" y="555250"/>
                  </a:lnTo>
                  <a:close/>
                  <a:moveTo>
                    <a:pt x="853604" y="586447"/>
                  </a:moveTo>
                  <a:lnTo>
                    <a:pt x="908945" y="618680"/>
                  </a:lnTo>
                  <a:lnTo>
                    <a:pt x="928061" y="555250"/>
                  </a:lnTo>
                  <a:close/>
                  <a:moveTo>
                    <a:pt x="1368362" y="890170"/>
                  </a:moveTo>
                  <a:lnTo>
                    <a:pt x="1354506" y="926922"/>
                  </a:lnTo>
                  <a:lnTo>
                    <a:pt x="1383650" y="900986"/>
                  </a:lnTo>
                  <a:close/>
                  <a:moveTo>
                    <a:pt x="1111515" y="717124"/>
                  </a:moveTo>
                  <a:lnTo>
                    <a:pt x="1177713" y="690324"/>
                  </a:lnTo>
                  <a:lnTo>
                    <a:pt x="1119367" y="708118"/>
                  </a:lnTo>
                  <a:close/>
                  <a:moveTo>
                    <a:pt x="1177713" y="690324"/>
                  </a:moveTo>
                  <a:lnTo>
                    <a:pt x="1144342" y="665182"/>
                  </a:lnTo>
                  <a:lnTo>
                    <a:pt x="1119367" y="708118"/>
                  </a:lnTo>
                  <a:close/>
                  <a:moveTo>
                    <a:pt x="1402086" y="866076"/>
                  </a:moveTo>
                  <a:lnTo>
                    <a:pt x="1383650" y="900986"/>
                  </a:lnTo>
                  <a:lnTo>
                    <a:pt x="1412667" y="874575"/>
                  </a:lnTo>
                  <a:close/>
                  <a:moveTo>
                    <a:pt x="1402086" y="866076"/>
                  </a:moveTo>
                  <a:lnTo>
                    <a:pt x="1368362" y="890170"/>
                  </a:lnTo>
                  <a:lnTo>
                    <a:pt x="1383650" y="900986"/>
                  </a:lnTo>
                  <a:close/>
                  <a:moveTo>
                    <a:pt x="1412667" y="874575"/>
                  </a:moveTo>
                  <a:lnTo>
                    <a:pt x="1383650" y="900986"/>
                  </a:lnTo>
                  <a:lnTo>
                    <a:pt x="1468225" y="907619"/>
                  </a:lnTo>
                  <a:close/>
                  <a:moveTo>
                    <a:pt x="1481787" y="846017"/>
                  </a:moveTo>
                  <a:lnTo>
                    <a:pt x="1412667" y="874575"/>
                  </a:lnTo>
                  <a:lnTo>
                    <a:pt x="1468225" y="907619"/>
                  </a:lnTo>
                  <a:close/>
                  <a:moveTo>
                    <a:pt x="1524480" y="849291"/>
                  </a:moveTo>
                  <a:lnTo>
                    <a:pt x="1481787" y="846017"/>
                  </a:lnTo>
                  <a:lnTo>
                    <a:pt x="1468225" y="907619"/>
                  </a:lnTo>
                  <a:close/>
                  <a:moveTo>
                    <a:pt x="1481787" y="846017"/>
                  </a:moveTo>
                  <a:lnTo>
                    <a:pt x="1524480" y="849291"/>
                  </a:lnTo>
                  <a:lnTo>
                    <a:pt x="1513401" y="795555"/>
                  </a:lnTo>
                  <a:close/>
                  <a:moveTo>
                    <a:pt x="1481787" y="846017"/>
                  </a:moveTo>
                  <a:lnTo>
                    <a:pt x="1513401" y="795555"/>
                  </a:lnTo>
                  <a:lnTo>
                    <a:pt x="1469832" y="792994"/>
                  </a:lnTo>
                  <a:close/>
                  <a:moveTo>
                    <a:pt x="1272003" y="429690"/>
                  </a:moveTo>
                  <a:lnTo>
                    <a:pt x="1252207" y="479515"/>
                  </a:lnTo>
                  <a:lnTo>
                    <a:pt x="1314309" y="411708"/>
                  </a:lnTo>
                  <a:close/>
                  <a:moveTo>
                    <a:pt x="1314641" y="341254"/>
                  </a:moveTo>
                  <a:lnTo>
                    <a:pt x="1309576" y="394013"/>
                  </a:lnTo>
                  <a:lnTo>
                    <a:pt x="1374756" y="393107"/>
                  </a:lnTo>
                  <a:close/>
                  <a:moveTo>
                    <a:pt x="1419916" y="419135"/>
                  </a:moveTo>
                  <a:lnTo>
                    <a:pt x="1469859" y="416515"/>
                  </a:lnTo>
                  <a:lnTo>
                    <a:pt x="1441682" y="403679"/>
                  </a:lnTo>
                  <a:close/>
                  <a:moveTo>
                    <a:pt x="1441682" y="403679"/>
                  </a:moveTo>
                  <a:lnTo>
                    <a:pt x="1469859" y="416515"/>
                  </a:lnTo>
                  <a:lnTo>
                    <a:pt x="1490375" y="411059"/>
                  </a:lnTo>
                  <a:close/>
                  <a:moveTo>
                    <a:pt x="1495738" y="357408"/>
                  </a:moveTo>
                  <a:lnTo>
                    <a:pt x="1469859" y="416515"/>
                  </a:lnTo>
                  <a:lnTo>
                    <a:pt x="1521076" y="408944"/>
                  </a:lnTo>
                  <a:close/>
                  <a:moveTo>
                    <a:pt x="1521076" y="408944"/>
                  </a:moveTo>
                  <a:lnTo>
                    <a:pt x="1495980" y="395278"/>
                  </a:lnTo>
                  <a:lnTo>
                    <a:pt x="1480786" y="344888"/>
                  </a:lnTo>
                  <a:close/>
                  <a:moveTo>
                    <a:pt x="1330238" y="66564"/>
                  </a:moveTo>
                  <a:lnTo>
                    <a:pt x="1361720" y="75631"/>
                  </a:lnTo>
                  <a:lnTo>
                    <a:pt x="1393482" y="0"/>
                  </a:lnTo>
                  <a:close/>
                  <a:moveTo>
                    <a:pt x="1451456" y="51537"/>
                  </a:moveTo>
                  <a:lnTo>
                    <a:pt x="1449056" y="56969"/>
                  </a:lnTo>
                  <a:lnTo>
                    <a:pt x="1411805" y="112014"/>
                  </a:lnTo>
                  <a:close/>
                  <a:moveTo>
                    <a:pt x="1424716" y="70449"/>
                  </a:moveTo>
                  <a:lnTo>
                    <a:pt x="1451456" y="51537"/>
                  </a:lnTo>
                  <a:lnTo>
                    <a:pt x="1395893" y="2462"/>
                  </a:lnTo>
                  <a:close/>
                  <a:moveTo>
                    <a:pt x="1694812" y="286463"/>
                  </a:moveTo>
                  <a:lnTo>
                    <a:pt x="1678101" y="358885"/>
                  </a:lnTo>
                  <a:lnTo>
                    <a:pt x="1747990" y="310610"/>
                  </a:lnTo>
                  <a:close/>
                  <a:moveTo>
                    <a:pt x="1637144" y="130516"/>
                  </a:moveTo>
                  <a:lnTo>
                    <a:pt x="1614164" y="159611"/>
                  </a:lnTo>
                  <a:lnTo>
                    <a:pt x="1650128" y="132934"/>
                  </a:lnTo>
                  <a:close/>
                  <a:moveTo>
                    <a:pt x="1650128" y="132934"/>
                  </a:moveTo>
                  <a:lnTo>
                    <a:pt x="1614164" y="159611"/>
                  </a:lnTo>
                  <a:lnTo>
                    <a:pt x="1616673" y="184892"/>
                  </a:lnTo>
                  <a:close/>
                  <a:moveTo>
                    <a:pt x="1650128" y="132934"/>
                  </a:moveTo>
                  <a:lnTo>
                    <a:pt x="1616673" y="184892"/>
                  </a:lnTo>
                  <a:lnTo>
                    <a:pt x="1661147" y="186718"/>
                  </a:lnTo>
                  <a:close/>
                  <a:moveTo>
                    <a:pt x="1755172" y="273746"/>
                  </a:moveTo>
                  <a:lnTo>
                    <a:pt x="1694812" y="286463"/>
                  </a:lnTo>
                  <a:lnTo>
                    <a:pt x="1747990" y="310610"/>
                  </a:lnTo>
                  <a:close/>
                  <a:moveTo>
                    <a:pt x="1755172" y="273746"/>
                  </a:moveTo>
                  <a:lnTo>
                    <a:pt x="1787663" y="222571"/>
                  </a:lnTo>
                  <a:lnTo>
                    <a:pt x="1746865" y="217757"/>
                  </a:lnTo>
                  <a:close/>
                  <a:moveTo>
                    <a:pt x="1746865" y="217757"/>
                  </a:moveTo>
                  <a:lnTo>
                    <a:pt x="1787663" y="222571"/>
                  </a:lnTo>
                  <a:lnTo>
                    <a:pt x="1769520" y="174577"/>
                  </a:lnTo>
                  <a:close/>
                  <a:moveTo>
                    <a:pt x="1612633" y="125434"/>
                  </a:moveTo>
                  <a:lnTo>
                    <a:pt x="1614164" y="159611"/>
                  </a:lnTo>
                  <a:lnTo>
                    <a:pt x="1637144" y="130516"/>
                  </a:lnTo>
                  <a:close/>
                  <a:moveTo>
                    <a:pt x="1561165" y="66552"/>
                  </a:moveTo>
                  <a:lnTo>
                    <a:pt x="1583810" y="46121"/>
                  </a:lnTo>
                  <a:lnTo>
                    <a:pt x="1536315" y="43222"/>
                  </a:lnTo>
                  <a:close/>
                  <a:moveTo>
                    <a:pt x="1561165" y="66552"/>
                  </a:moveTo>
                  <a:lnTo>
                    <a:pt x="1599330" y="73506"/>
                  </a:lnTo>
                  <a:lnTo>
                    <a:pt x="1583810" y="46121"/>
                  </a:lnTo>
                  <a:close/>
                  <a:moveTo>
                    <a:pt x="1599330" y="73506"/>
                  </a:moveTo>
                  <a:lnTo>
                    <a:pt x="1627526" y="78980"/>
                  </a:lnTo>
                  <a:lnTo>
                    <a:pt x="1583810" y="4612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06" name="Output_density__4305">
              <a:extLst>
                <a:ext uri="{FF2B5EF4-FFF2-40B4-BE49-F238E27FC236}">
                  <a16:creationId xmlns:a16="http://schemas.microsoft.com/office/drawing/2014/main" id="{9B82C069-7DFB-3CD9-0325-63FC6EDEFD14}"/>
                </a:ext>
              </a:extLst>
            </p:cNvPr>
            <p:cNvSpPr>
              <a:spLocks noGrp="1"/>
            </p:cNvSpPr>
            <p:nvPr/>
          </p:nvSpPr>
          <p:spPr>
            <a:xfrm>
              <a:off x="14772833" y="2276181"/>
              <a:ext cx="1769520" cy="1397798"/>
            </a:xfrm>
            <a:custGeom>
              <a:avLst/>
              <a:gdLst/>
              <a:ahLst/>
              <a:cxnLst/>
              <a:rect l="0" t="0" r="0" b="0"/>
              <a:pathLst>
                <a:path w="1769520" h="1397798">
                  <a:moveTo>
                    <a:pt x="8585" y="867420"/>
                  </a:moveTo>
                  <a:lnTo>
                    <a:pt x="19246" y="837682"/>
                  </a:lnTo>
                  <a:lnTo>
                    <a:pt x="0" y="879084"/>
                  </a:lnTo>
                  <a:close/>
                  <a:moveTo>
                    <a:pt x="0" y="879084"/>
                  </a:moveTo>
                  <a:lnTo>
                    <a:pt x="19246" y="837682"/>
                  </a:lnTo>
                  <a:lnTo>
                    <a:pt x="25752" y="803453"/>
                  </a:lnTo>
                  <a:close/>
                  <a:moveTo>
                    <a:pt x="0" y="879084"/>
                  </a:moveTo>
                  <a:lnTo>
                    <a:pt x="25752" y="803453"/>
                  </a:lnTo>
                  <a:lnTo>
                    <a:pt x="2745" y="827547"/>
                  </a:lnTo>
                  <a:close/>
                  <a:moveTo>
                    <a:pt x="48391" y="771971"/>
                  </a:moveTo>
                  <a:lnTo>
                    <a:pt x="2745" y="827547"/>
                  </a:lnTo>
                  <a:lnTo>
                    <a:pt x="25752" y="803453"/>
                  </a:lnTo>
                  <a:close/>
                  <a:moveTo>
                    <a:pt x="19246" y="837682"/>
                  </a:moveTo>
                  <a:lnTo>
                    <a:pt x="8585" y="867420"/>
                  </a:lnTo>
                  <a:lnTo>
                    <a:pt x="18354" y="854989"/>
                  </a:lnTo>
                  <a:close/>
                  <a:moveTo>
                    <a:pt x="233213" y="986977"/>
                  </a:moveTo>
                  <a:lnTo>
                    <a:pt x="273315" y="953997"/>
                  </a:lnTo>
                  <a:lnTo>
                    <a:pt x="259775" y="940622"/>
                  </a:lnTo>
                  <a:close/>
                  <a:moveTo>
                    <a:pt x="233213" y="986977"/>
                  </a:moveTo>
                  <a:lnTo>
                    <a:pt x="259775" y="940622"/>
                  </a:lnTo>
                  <a:lnTo>
                    <a:pt x="211345" y="942013"/>
                  </a:lnTo>
                  <a:close/>
                  <a:moveTo>
                    <a:pt x="25752" y="803453"/>
                  </a:moveTo>
                  <a:lnTo>
                    <a:pt x="59331" y="738661"/>
                  </a:lnTo>
                  <a:lnTo>
                    <a:pt x="48391" y="771971"/>
                  </a:lnTo>
                  <a:close/>
                  <a:moveTo>
                    <a:pt x="59493" y="727822"/>
                  </a:moveTo>
                  <a:lnTo>
                    <a:pt x="59331" y="738661"/>
                  </a:lnTo>
                  <a:lnTo>
                    <a:pt x="25752" y="803453"/>
                  </a:lnTo>
                  <a:close/>
                  <a:moveTo>
                    <a:pt x="43620" y="779359"/>
                  </a:moveTo>
                  <a:lnTo>
                    <a:pt x="59493" y="727822"/>
                  </a:lnTo>
                  <a:lnTo>
                    <a:pt x="25752" y="803453"/>
                  </a:lnTo>
                  <a:close/>
                  <a:moveTo>
                    <a:pt x="66736" y="705660"/>
                  </a:moveTo>
                  <a:lnTo>
                    <a:pt x="59331" y="738661"/>
                  </a:lnTo>
                  <a:lnTo>
                    <a:pt x="59493" y="727822"/>
                  </a:lnTo>
                  <a:close/>
                  <a:moveTo>
                    <a:pt x="668560" y="1322167"/>
                  </a:moveTo>
                  <a:lnTo>
                    <a:pt x="680314" y="1391310"/>
                  </a:lnTo>
                  <a:lnTo>
                    <a:pt x="696872" y="1354645"/>
                  </a:lnTo>
                  <a:close/>
                  <a:moveTo>
                    <a:pt x="666452" y="1397798"/>
                  </a:moveTo>
                  <a:lnTo>
                    <a:pt x="680314" y="1391310"/>
                  </a:lnTo>
                  <a:lnTo>
                    <a:pt x="668560" y="1322167"/>
                  </a:lnTo>
                  <a:close/>
                  <a:moveTo>
                    <a:pt x="643239" y="1346261"/>
                  </a:moveTo>
                  <a:lnTo>
                    <a:pt x="666452" y="1397798"/>
                  </a:lnTo>
                  <a:lnTo>
                    <a:pt x="668560" y="1322167"/>
                  </a:lnTo>
                  <a:close/>
                  <a:moveTo>
                    <a:pt x="655134" y="1270631"/>
                  </a:moveTo>
                  <a:lnTo>
                    <a:pt x="643239" y="1346261"/>
                  </a:lnTo>
                  <a:lnTo>
                    <a:pt x="668560" y="1322167"/>
                  </a:lnTo>
                  <a:close/>
                  <a:moveTo>
                    <a:pt x="537612" y="1294725"/>
                  </a:moveTo>
                  <a:lnTo>
                    <a:pt x="555388" y="1309911"/>
                  </a:lnTo>
                  <a:lnTo>
                    <a:pt x="558964" y="1288515"/>
                  </a:lnTo>
                  <a:close/>
                  <a:moveTo>
                    <a:pt x="536215" y="1243188"/>
                  </a:moveTo>
                  <a:lnTo>
                    <a:pt x="558964" y="1288515"/>
                  </a:lnTo>
                  <a:lnTo>
                    <a:pt x="539374" y="1241699"/>
                  </a:lnTo>
                  <a:close/>
                  <a:moveTo>
                    <a:pt x="536215" y="1243188"/>
                  </a:moveTo>
                  <a:lnTo>
                    <a:pt x="537612" y="1294725"/>
                  </a:lnTo>
                  <a:lnTo>
                    <a:pt x="558964" y="1288515"/>
                  </a:lnTo>
                  <a:close/>
                  <a:moveTo>
                    <a:pt x="608513" y="1286215"/>
                  </a:moveTo>
                  <a:lnTo>
                    <a:pt x="558964" y="1288515"/>
                  </a:lnTo>
                  <a:lnTo>
                    <a:pt x="555388" y="1309911"/>
                  </a:lnTo>
                  <a:close/>
                  <a:moveTo>
                    <a:pt x="558964" y="1288515"/>
                  </a:moveTo>
                  <a:lnTo>
                    <a:pt x="608513" y="1286215"/>
                  </a:lnTo>
                  <a:lnTo>
                    <a:pt x="589867" y="1238631"/>
                  </a:lnTo>
                  <a:close/>
                  <a:moveTo>
                    <a:pt x="558964" y="1288515"/>
                  </a:moveTo>
                  <a:lnTo>
                    <a:pt x="589867" y="1238631"/>
                  </a:lnTo>
                  <a:lnTo>
                    <a:pt x="539374" y="1241699"/>
                  </a:lnTo>
                  <a:close/>
                  <a:moveTo>
                    <a:pt x="311200" y="1024300"/>
                  </a:moveTo>
                  <a:lnTo>
                    <a:pt x="341196" y="975153"/>
                  </a:lnTo>
                  <a:lnTo>
                    <a:pt x="291418" y="977639"/>
                  </a:lnTo>
                  <a:close/>
                  <a:moveTo>
                    <a:pt x="341196" y="975153"/>
                  </a:moveTo>
                  <a:lnTo>
                    <a:pt x="365448" y="1037042"/>
                  </a:lnTo>
                  <a:lnTo>
                    <a:pt x="407887" y="972883"/>
                  </a:lnTo>
                  <a:close/>
                  <a:moveTo>
                    <a:pt x="59493" y="727822"/>
                  </a:moveTo>
                  <a:lnTo>
                    <a:pt x="72206" y="665451"/>
                  </a:lnTo>
                  <a:lnTo>
                    <a:pt x="66736" y="705660"/>
                  </a:lnTo>
                  <a:close/>
                  <a:moveTo>
                    <a:pt x="75954" y="652192"/>
                  </a:moveTo>
                  <a:lnTo>
                    <a:pt x="72206" y="665451"/>
                  </a:lnTo>
                  <a:lnTo>
                    <a:pt x="59493" y="727822"/>
                  </a:lnTo>
                  <a:close/>
                  <a:moveTo>
                    <a:pt x="468288" y="1024037"/>
                  </a:moveTo>
                  <a:lnTo>
                    <a:pt x="470379" y="1071579"/>
                  </a:lnTo>
                  <a:lnTo>
                    <a:pt x="455669" y="1064484"/>
                  </a:lnTo>
                  <a:close/>
                  <a:moveTo>
                    <a:pt x="81486" y="625910"/>
                  </a:moveTo>
                  <a:lnTo>
                    <a:pt x="72206" y="665451"/>
                  </a:lnTo>
                  <a:lnTo>
                    <a:pt x="75954" y="652192"/>
                  </a:lnTo>
                  <a:close/>
                  <a:moveTo>
                    <a:pt x="668560" y="1322167"/>
                  </a:moveTo>
                  <a:lnTo>
                    <a:pt x="696872" y="1354645"/>
                  </a:lnTo>
                  <a:lnTo>
                    <a:pt x="708984" y="1305258"/>
                  </a:lnTo>
                  <a:close/>
                  <a:moveTo>
                    <a:pt x="688395" y="1246537"/>
                  </a:moveTo>
                  <a:lnTo>
                    <a:pt x="708984" y="1305258"/>
                  </a:lnTo>
                  <a:lnTo>
                    <a:pt x="712431" y="1277917"/>
                  </a:lnTo>
                  <a:close/>
                  <a:moveTo>
                    <a:pt x="668560" y="1322167"/>
                  </a:moveTo>
                  <a:lnTo>
                    <a:pt x="708984" y="1305258"/>
                  </a:lnTo>
                  <a:lnTo>
                    <a:pt x="688395" y="1246537"/>
                  </a:lnTo>
                  <a:close/>
                  <a:moveTo>
                    <a:pt x="669822" y="1195000"/>
                  </a:moveTo>
                  <a:lnTo>
                    <a:pt x="667253" y="1213699"/>
                  </a:lnTo>
                  <a:lnTo>
                    <a:pt x="655134" y="1270631"/>
                  </a:lnTo>
                  <a:close/>
                  <a:moveTo>
                    <a:pt x="468288" y="1024037"/>
                  </a:moveTo>
                  <a:lnTo>
                    <a:pt x="508515" y="1040576"/>
                  </a:lnTo>
                  <a:lnTo>
                    <a:pt x="466970" y="1012948"/>
                  </a:lnTo>
                  <a:close/>
                  <a:moveTo>
                    <a:pt x="466970" y="1012948"/>
                  </a:moveTo>
                  <a:lnTo>
                    <a:pt x="509111" y="1040391"/>
                  </a:lnTo>
                  <a:lnTo>
                    <a:pt x="513586" y="988854"/>
                  </a:lnTo>
                  <a:close/>
                  <a:moveTo>
                    <a:pt x="393757" y="961411"/>
                  </a:moveTo>
                  <a:lnTo>
                    <a:pt x="407887" y="972883"/>
                  </a:lnTo>
                  <a:lnTo>
                    <a:pt x="412887" y="954852"/>
                  </a:lnTo>
                  <a:close/>
                  <a:moveTo>
                    <a:pt x="459875" y="954634"/>
                  </a:moveTo>
                  <a:lnTo>
                    <a:pt x="412887" y="954852"/>
                  </a:lnTo>
                  <a:lnTo>
                    <a:pt x="407887" y="972883"/>
                  </a:lnTo>
                  <a:close/>
                  <a:moveTo>
                    <a:pt x="269701" y="681581"/>
                  </a:moveTo>
                  <a:lnTo>
                    <a:pt x="228016" y="689506"/>
                  </a:lnTo>
                  <a:lnTo>
                    <a:pt x="221391" y="745616"/>
                  </a:lnTo>
                  <a:close/>
                  <a:moveTo>
                    <a:pt x="81486" y="625910"/>
                  </a:moveTo>
                  <a:lnTo>
                    <a:pt x="113996" y="612557"/>
                  </a:lnTo>
                  <a:lnTo>
                    <a:pt x="90336" y="600655"/>
                  </a:lnTo>
                  <a:close/>
                  <a:moveTo>
                    <a:pt x="134821" y="525025"/>
                  </a:moveTo>
                  <a:lnTo>
                    <a:pt x="133527" y="528095"/>
                  </a:lnTo>
                  <a:lnTo>
                    <a:pt x="90336" y="600655"/>
                  </a:lnTo>
                  <a:close/>
                  <a:moveTo>
                    <a:pt x="688395" y="1246537"/>
                  </a:moveTo>
                  <a:lnTo>
                    <a:pt x="712431" y="1277917"/>
                  </a:lnTo>
                  <a:lnTo>
                    <a:pt x="716222" y="1236632"/>
                  </a:lnTo>
                  <a:close/>
                  <a:moveTo>
                    <a:pt x="669822" y="1195000"/>
                  </a:moveTo>
                  <a:lnTo>
                    <a:pt x="688395" y="1246537"/>
                  </a:lnTo>
                  <a:lnTo>
                    <a:pt x="716222" y="1236632"/>
                  </a:lnTo>
                  <a:close/>
                  <a:moveTo>
                    <a:pt x="772828" y="1228594"/>
                  </a:moveTo>
                  <a:lnTo>
                    <a:pt x="716222" y="1236632"/>
                  </a:lnTo>
                  <a:lnTo>
                    <a:pt x="712431" y="1277917"/>
                  </a:lnTo>
                  <a:close/>
                  <a:moveTo>
                    <a:pt x="769809" y="1182866"/>
                  </a:moveTo>
                  <a:lnTo>
                    <a:pt x="754745" y="1170906"/>
                  </a:lnTo>
                  <a:lnTo>
                    <a:pt x="772828" y="1228594"/>
                  </a:lnTo>
                  <a:close/>
                  <a:moveTo>
                    <a:pt x="772828" y="1228594"/>
                  </a:moveTo>
                  <a:lnTo>
                    <a:pt x="754745" y="1170906"/>
                  </a:lnTo>
                  <a:lnTo>
                    <a:pt x="706831" y="1181523"/>
                  </a:lnTo>
                  <a:close/>
                  <a:moveTo>
                    <a:pt x="772828" y="1228594"/>
                  </a:moveTo>
                  <a:lnTo>
                    <a:pt x="706831" y="1181523"/>
                  </a:lnTo>
                  <a:lnTo>
                    <a:pt x="716222" y="1236632"/>
                  </a:lnTo>
                  <a:close/>
                  <a:moveTo>
                    <a:pt x="510063" y="937318"/>
                  </a:moveTo>
                  <a:lnTo>
                    <a:pt x="513586" y="988854"/>
                  </a:lnTo>
                  <a:lnTo>
                    <a:pt x="540943" y="964760"/>
                  </a:lnTo>
                  <a:close/>
                  <a:moveTo>
                    <a:pt x="510063" y="937318"/>
                  </a:moveTo>
                  <a:lnTo>
                    <a:pt x="540943" y="964760"/>
                  </a:lnTo>
                  <a:lnTo>
                    <a:pt x="528254" y="913223"/>
                  </a:lnTo>
                  <a:close/>
                  <a:moveTo>
                    <a:pt x="528254" y="913223"/>
                  </a:moveTo>
                  <a:lnTo>
                    <a:pt x="548764" y="880447"/>
                  </a:lnTo>
                  <a:lnTo>
                    <a:pt x="492956" y="885781"/>
                  </a:lnTo>
                  <a:close/>
                  <a:moveTo>
                    <a:pt x="510063" y="937318"/>
                  </a:moveTo>
                  <a:lnTo>
                    <a:pt x="528254" y="913223"/>
                  </a:lnTo>
                  <a:lnTo>
                    <a:pt x="492956" y="885781"/>
                  </a:lnTo>
                  <a:close/>
                  <a:moveTo>
                    <a:pt x="484019" y="813051"/>
                  </a:moveTo>
                  <a:lnTo>
                    <a:pt x="530048" y="872824"/>
                  </a:lnTo>
                  <a:lnTo>
                    <a:pt x="536203" y="833482"/>
                  </a:lnTo>
                  <a:close/>
                  <a:moveTo>
                    <a:pt x="474795" y="817018"/>
                  </a:moveTo>
                  <a:lnTo>
                    <a:pt x="457224" y="834244"/>
                  </a:lnTo>
                  <a:lnTo>
                    <a:pt x="484019" y="813051"/>
                  </a:lnTo>
                  <a:close/>
                  <a:moveTo>
                    <a:pt x="283294" y="607787"/>
                  </a:moveTo>
                  <a:lnTo>
                    <a:pt x="260744" y="679634"/>
                  </a:lnTo>
                  <a:lnTo>
                    <a:pt x="271230" y="676401"/>
                  </a:lnTo>
                  <a:close/>
                  <a:moveTo>
                    <a:pt x="283294" y="607787"/>
                  </a:moveTo>
                  <a:lnTo>
                    <a:pt x="271230" y="676401"/>
                  </a:lnTo>
                  <a:lnTo>
                    <a:pt x="296178" y="604004"/>
                  </a:lnTo>
                  <a:close/>
                  <a:moveTo>
                    <a:pt x="296178" y="604004"/>
                  </a:moveTo>
                  <a:lnTo>
                    <a:pt x="271230" y="676401"/>
                  </a:lnTo>
                  <a:lnTo>
                    <a:pt x="273811" y="679634"/>
                  </a:lnTo>
                  <a:close/>
                  <a:moveTo>
                    <a:pt x="175061" y="491515"/>
                  </a:moveTo>
                  <a:lnTo>
                    <a:pt x="136640" y="522543"/>
                  </a:lnTo>
                  <a:lnTo>
                    <a:pt x="207274" y="477054"/>
                  </a:lnTo>
                  <a:close/>
                  <a:moveTo>
                    <a:pt x="754745" y="1170906"/>
                  </a:moveTo>
                  <a:lnTo>
                    <a:pt x="769809" y="1182866"/>
                  </a:lnTo>
                  <a:lnTo>
                    <a:pt x="771988" y="1166533"/>
                  </a:lnTo>
                  <a:close/>
                  <a:moveTo>
                    <a:pt x="834212" y="1153929"/>
                  </a:moveTo>
                  <a:lnTo>
                    <a:pt x="771988" y="1166533"/>
                  </a:lnTo>
                  <a:lnTo>
                    <a:pt x="769809" y="1182866"/>
                  </a:lnTo>
                  <a:close/>
                  <a:moveTo>
                    <a:pt x="771988" y="1166533"/>
                  </a:moveTo>
                  <a:lnTo>
                    <a:pt x="834212" y="1153929"/>
                  </a:lnTo>
                  <a:lnTo>
                    <a:pt x="827755" y="1096436"/>
                  </a:lnTo>
                  <a:close/>
                  <a:moveTo>
                    <a:pt x="834212" y="1153929"/>
                  </a:moveTo>
                  <a:lnTo>
                    <a:pt x="875578" y="1095539"/>
                  </a:lnTo>
                  <a:lnTo>
                    <a:pt x="827755" y="1096436"/>
                  </a:lnTo>
                  <a:close/>
                  <a:moveTo>
                    <a:pt x="765178" y="1109327"/>
                  </a:moveTo>
                  <a:lnTo>
                    <a:pt x="827755" y="1096436"/>
                  </a:lnTo>
                  <a:lnTo>
                    <a:pt x="805551" y="1051745"/>
                  </a:lnTo>
                  <a:close/>
                  <a:moveTo>
                    <a:pt x="765178" y="1109327"/>
                  </a:moveTo>
                  <a:lnTo>
                    <a:pt x="805551" y="1051745"/>
                  </a:lnTo>
                  <a:lnTo>
                    <a:pt x="751201" y="1057948"/>
                  </a:lnTo>
                  <a:close/>
                  <a:moveTo>
                    <a:pt x="548764" y="880447"/>
                  </a:moveTo>
                  <a:lnTo>
                    <a:pt x="528254" y="913223"/>
                  </a:lnTo>
                  <a:lnTo>
                    <a:pt x="575964" y="847243"/>
                  </a:lnTo>
                  <a:close/>
                  <a:moveTo>
                    <a:pt x="575964" y="847243"/>
                  </a:moveTo>
                  <a:lnTo>
                    <a:pt x="580366" y="837593"/>
                  </a:lnTo>
                  <a:lnTo>
                    <a:pt x="587063" y="861686"/>
                  </a:lnTo>
                  <a:close/>
                  <a:moveTo>
                    <a:pt x="588768" y="786056"/>
                  </a:moveTo>
                  <a:lnTo>
                    <a:pt x="587063" y="861686"/>
                  </a:lnTo>
                  <a:lnTo>
                    <a:pt x="580366" y="837593"/>
                  </a:lnTo>
                  <a:close/>
                  <a:moveTo>
                    <a:pt x="543948" y="798780"/>
                  </a:moveTo>
                  <a:lnTo>
                    <a:pt x="484019" y="813051"/>
                  </a:lnTo>
                  <a:lnTo>
                    <a:pt x="536203" y="833482"/>
                  </a:lnTo>
                  <a:close/>
                  <a:moveTo>
                    <a:pt x="412982" y="631446"/>
                  </a:moveTo>
                  <a:lnTo>
                    <a:pt x="366644" y="640750"/>
                  </a:lnTo>
                  <a:lnTo>
                    <a:pt x="377697" y="694507"/>
                  </a:lnTo>
                  <a:close/>
                  <a:moveTo>
                    <a:pt x="296178" y="604004"/>
                  </a:moveTo>
                  <a:lnTo>
                    <a:pt x="321768" y="655541"/>
                  </a:lnTo>
                  <a:lnTo>
                    <a:pt x="330939" y="579910"/>
                  </a:lnTo>
                  <a:close/>
                  <a:moveTo>
                    <a:pt x="324751" y="486580"/>
                  </a:moveTo>
                  <a:lnTo>
                    <a:pt x="286678" y="479550"/>
                  </a:lnTo>
                  <a:lnTo>
                    <a:pt x="342638" y="498908"/>
                  </a:lnTo>
                  <a:close/>
                  <a:moveTo>
                    <a:pt x="286678" y="479550"/>
                  </a:moveTo>
                  <a:lnTo>
                    <a:pt x="292779" y="487169"/>
                  </a:lnTo>
                  <a:lnTo>
                    <a:pt x="342638" y="498908"/>
                  </a:lnTo>
                  <a:close/>
                  <a:moveTo>
                    <a:pt x="580366" y="837593"/>
                  </a:moveTo>
                  <a:lnTo>
                    <a:pt x="575964" y="847243"/>
                  </a:lnTo>
                  <a:lnTo>
                    <a:pt x="653533" y="827686"/>
                  </a:lnTo>
                  <a:close/>
                  <a:moveTo>
                    <a:pt x="588768" y="786056"/>
                  </a:moveTo>
                  <a:lnTo>
                    <a:pt x="647009" y="815718"/>
                  </a:lnTo>
                  <a:lnTo>
                    <a:pt x="629709" y="767040"/>
                  </a:lnTo>
                  <a:close/>
                  <a:moveTo>
                    <a:pt x="647009" y="815718"/>
                  </a:moveTo>
                  <a:lnTo>
                    <a:pt x="654290" y="813499"/>
                  </a:lnTo>
                  <a:lnTo>
                    <a:pt x="655523" y="795347"/>
                  </a:lnTo>
                  <a:close/>
                  <a:moveTo>
                    <a:pt x="629709" y="767040"/>
                  </a:moveTo>
                  <a:lnTo>
                    <a:pt x="647009" y="815718"/>
                  </a:lnTo>
                  <a:lnTo>
                    <a:pt x="655523" y="795347"/>
                  </a:lnTo>
                  <a:close/>
                  <a:moveTo>
                    <a:pt x="515309" y="660243"/>
                  </a:moveTo>
                  <a:lnTo>
                    <a:pt x="485756" y="684647"/>
                  </a:lnTo>
                  <a:lnTo>
                    <a:pt x="512705" y="658889"/>
                  </a:lnTo>
                  <a:close/>
                  <a:moveTo>
                    <a:pt x="515309" y="660243"/>
                  </a:moveTo>
                  <a:lnTo>
                    <a:pt x="515568" y="658889"/>
                  </a:lnTo>
                  <a:lnTo>
                    <a:pt x="487365" y="682983"/>
                  </a:lnTo>
                  <a:close/>
                  <a:moveTo>
                    <a:pt x="443707" y="631446"/>
                  </a:moveTo>
                  <a:lnTo>
                    <a:pt x="514598" y="657582"/>
                  </a:lnTo>
                  <a:lnTo>
                    <a:pt x="512705" y="658889"/>
                  </a:lnTo>
                  <a:close/>
                  <a:moveTo>
                    <a:pt x="514598" y="657582"/>
                  </a:moveTo>
                  <a:lnTo>
                    <a:pt x="483552" y="621670"/>
                  </a:lnTo>
                  <a:lnTo>
                    <a:pt x="515568" y="658889"/>
                  </a:lnTo>
                  <a:close/>
                  <a:moveTo>
                    <a:pt x="515568" y="658889"/>
                  </a:moveTo>
                  <a:lnTo>
                    <a:pt x="483552" y="621670"/>
                  </a:lnTo>
                  <a:lnTo>
                    <a:pt x="479645" y="631446"/>
                  </a:lnTo>
                  <a:close/>
                  <a:moveTo>
                    <a:pt x="515568" y="658889"/>
                  </a:moveTo>
                  <a:lnTo>
                    <a:pt x="479645" y="631446"/>
                  </a:lnTo>
                  <a:lnTo>
                    <a:pt x="487365" y="682983"/>
                  </a:lnTo>
                  <a:close/>
                  <a:moveTo>
                    <a:pt x="342638" y="498908"/>
                  </a:moveTo>
                  <a:lnTo>
                    <a:pt x="292779" y="487169"/>
                  </a:lnTo>
                  <a:lnTo>
                    <a:pt x="375296" y="486112"/>
                  </a:lnTo>
                  <a:close/>
                  <a:moveTo>
                    <a:pt x="423333" y="491035"/>
                  </a:moveTo>
                  <a:lnTo>
                    <a:pt x="342638" y="498908"/>
                  </a:lnTo>
                  <a:lnTo>
                    <a:pt x="375296" y="486112"/>
                  </a:lnTo>
                  <a:close/>
                  <a:moveTo>
                    <a:pt x="876246" y="1094996"/>
                  </a:moveTo>
                  <a:lnTo>
                    <a:pt x="868258" y="1106476"/>
                  </a:lnTo>
                  <a:lnTo>
                    <a:pt x="884747" y="1071182"/>
                  </a:lnTo>
                  <a:close/>
                  <a:moveTo>
                    <a:pt x="860661" y="1132427"/>
                  </a:moveTo>
                  <a:lnTo>
                    <a:pt x="868258" y="1106476"/>
                  </a:lnTo>
                  <a:lnTo>
                    <a:pt x="876246" y="1094996"/>
                  </a:lnTo>
                  <a:close/>
                  <a:moveTo>
                    <a:pt x="781165" y="820626"/>
                  </a:moveTo>
                  <a:lnTo>
                    <a:pt x="745859" y="789405"/>
                  </a:lnTo>
                  <a:lnTo>
                    <a:pt x="777788" y="848105"/>
                  </a:lnTo>
                  <a:close/>
                  <a:moveTo>
                    <a:pt x="777788" y="848105"/>
                  </a:moveTo>
                  <a:lnTo>
                    <a:pt x="745859" y="789405"/>
                  </a:lnTo>
                  <a:lnTo>
                    <a:pt x="716715" y="797030"/>
                  </a:lnTo>
                  <a:close/>
                  <a:moveTo>
                    <a:pt x="777788" y="848105"/>
                  </a:moveTo>
                  <a:lnTo>
                    <a:pt x="820101" y="851687"/>
                  </a:lnTo>
                  <a:lnTo>
                    <a:pt x="781165" y="820626"/>
                  </a:lnTo>
                  <a:close/>
                  <a:moveTo>
                    <a:pt x="820101" y="851687"/>
                  </a:moveTo>
                  <a:lnTo>
                    <a:pt x="831697" y="834879"/>
                  </a:lnTo>
                  <a:lnTo>
                    <a:pt x="781165" y="820626"/>
                  </a:lnTo>
                  <a:close/>
                  <a:moveTo>
                    <a:pt x="820101" y="851687"/>
                  </a:moveTo>
                  <a:lnTo>
                    <a:pt x="777788" y="848105"/>
                  </a:lnTo>
                  <a:lnTo>
                    <a:pt x="835226" y="848073"/>
                  </a:lnTo>
                  <a:close/>
                  <a:moveTo>
                    <a:pt x="777788" y="848105"/>
                  </a:moveTo>
                  <a:lnTo>
                    <a:pt x="791921" y="860839"/>
                  </a:lnTo>
                  <a:lnTo>
                    <a:pt x="835226" y="848073"/>
                  </a:lnTo>
                  <a:close/>
                  <a:moveTo>
                    <a:pt x="820101" y="851687"/>
                  </a:moveTo>
                  <a:lnTo>
                    <a:pt x="847965" y="840942"/>
                  </a:lnTo>
                  <a:lnTo>
                    <a:pt x="831697" y="834879"/>
                  </a:lnTo>
                  <a:close/>
                  <a:moveTo>
                    <a:pt x="820101" y="851687"/>
                  </a:moveTo>
                  <a:lnTo>
                    <a:pt x="835226" y="848073"/>
                  </a:lnTo>
                  <a:lnTo>
                    <a:pt x="847965" y="840942"/>
                  </a:lnTo>
                  <a:close/>
                  <a:moveTo>
                    <a:pt x="654290" y="813499"/>
                  </a:moveTo>
                  <a:lnTo>
                    <a:pt x="716715" y="797030"/>
                  </a:lnTo>
                  <a:lnTo>
                    <a:pt x="644434" y="761962"/>
                  </a:lnTo>
                  <a:close/>
                  <a:moveTo>
                    <a:pt x="995286" y="995551"/>
                  </a:moveTo>
                  <a:lnTo>
                    <a:pt x="1020743" y="1022994"/>
                  </a:lnTo>
                  <a:lnTo>
                    <a:pt x="1041655" y="971457"/>
                  </a:lnTo>
                  <a:close/>
                  <a:moveTo>
                    <a:pt x="864341" y="878463"/>
                  </a:moveTo>
                  <a:lnTo>
                    <a:pt x="847965" y="840942"/>
                  </a:lnTo>
                  <a:lnTo>
                    <a:pt x="835226" y="848073"/>
                  </a:lnTo>
                  <a:close/>
                  <a:moveTo>
                    <a:pt x="887793" y="834637"/>
                  </a:moveTo>
                  <a:lnTo>
                    <a:pt x="847965" y="840942"/>
                  </a:lnTo>
                  <a:lnTo>
                    <a:pt x="864341" y="878463"/>
                  </a:lnTo>
                  <a:close/>
                  <a:moveTo>
                    <a:pt x="912853" y="877006"/>
                  </a:moveTo>
                  <a:lnTo>
                    <a:pt x="887793" y="834637"/>
                  </a:lnTo>
                  <a:lnTo>
                    <a:pt x="864341" y="878463"/>
                  </a:lnTo>
                  <a:close/>
                  <a:moveTo>
                    <a:pt x="912853" y="877006"/>
                  </a:moveTo>
                  <a:lnTo>
                    <a:pt x="954832" y="880861"/>
                  </a:lnTo>
                  <a:lnTo>
                    <a:pt x="933730" y="835273"/>
                  </a:lnTo>
                  <a:close/>
                  <a:moveTo>
                    <a:pt x="912853" y="877006"/>
                  </a:moveTo>
                  <a:lnTo>
                    <a:pt x="933730" y="835273"/>
                  </a:lnTo>
                  <a:lnTo>
                    <a:pt x="887793" y="834637"/>
                  </a:lnTo>
                  <a:close/>
                  <a:moveTo>
                    <a:pt x="887793" y="834637"/>
                  </a:moveTo>
                  <a:lnTo>
                    <a:pt x="831697" y="834879"/>
                  </a:lnTo>
                  <a:lnTo>
                    <a:pt x="847965" y="840942"/>
                  </a:lnTo>
                  <a:close/>
                  <a:moveTo>
                    <a:pt x="842146" y="771022"/>
                  </a:moveTo>
                  <a:lnTo>
                    <a:pt x="831697" y="834879"/>
                  </a:lnTo>
                  <a:lnTo>
                    <a:pt x="887793" y="834637"/>
                  </a:lnTo>
                  <a:close/>
                  <a:moveTo>
                    <a:pt x="745859" y="789405"/>
                  </a:moveTo>
                  <a:lnTo>
                    <a:pt x="781165" y="820626"/>
                  </a:lnTo>
                  <a:lnTo>
                    <a:pt x="784665" y="779770"/>
                  </a:lnTo>
                  <a:close/>
                  <a:moveTo>
                    <a:pt x="784665" y="779770"/>
                  </a:moveTo>
                  <a:lnTo>
                    <a:pt x="718171" y="759780"/>
                  </a:lnTo>
                  <a:lnTo>
                    <a:pt x="745859" y="789405"/>
                  </a:lnTo>
                  <a:close/>
                  <a:moveTo>
                    <a:pt x="842146" y="771022"/>
                  </a:moveTo>
                  <a:lnTo>
                    <a:pt x="781165" y="820626"/>
                  </a:lnTo>
                  <a:lnTo>
                    <a:pt x="831697" y="834879"/>
                  </a:lnTo>
                  <a:close/>
                  <a:moveTo>
                    <a:pt x="842146" y="771022"/>
                  </a:moveTo>
                  <a:lnTo>
                    <a:pt x="784665" y="779770"/>
                  </a:lnTo>
                  <a:lnTo>
                    <a:pt x="781165" y="820626"/>
                  </a:lnTo>
                  <a:close/>
                  <a:moveTo>
                    <a:pt x="784665" y="779770"/>
                  </a:moveTo>
                  <a:lnTo>
                    <a:pt x="842146" y="771022"/>
                  </a:lnTo>
                  <a:lnTo>
                    <a:pt x="833629" y="715203"/>
                  </a:lnTo>
                  <a:close/>
                  <a:moveTo>
                    <a:pt x="895722" y="765448"/>
                  </a:moveTo>
                  <a:lnTo>
                    <a:pt x="838510" y="713775"/>
                  </a:lnTo>
                  <a:lnTo>
                    <a:pt x="833629" y="715203"/>
                  </a:lnTo>
                  <a:close/>
                  <a:moveTo>
                    <a:pt x="838510" y="713775"/>
                  </a:moveTo>
                  <a:lnTo>
                    <a:pt x="906740" y="693748"/>
                  </a:lnTo>
                  <a:lnTo>
                    <a:pt x="830688" y="696206"/>
                  </a:lnTo>
                  <a:close/>
                  <a:moveTo>
                    <a:pt x="830688" y="696206"/>
                  </a:moveTo>
                  <a:lnTo>
                    <a:pt x="906740" y="693748"/>
                  </a:lnTo>
                  <a:lnTo>
                    <a:pt x="908945" y="679222"/>
                  </a:lnTo>
                  <a:close/>
                  <a:moveTo>
                    <a:pt x="1177713" y="750866"/>
                  </a:moveTo>
                  <a:lnTo>
                    <a:pt x="1237986" y="766268"/>
                  </a:lnTo>
                  <a:lnTo>
                    <a:pt x="1220096" y="744566"/>
                  </a:lnTo>
                  <a:close/>
                  <a:moveTo>
                    <a:pt x="933268" y="609438"/>
                  </a:moveTo>
                  <a:lnTo>
                    <a:pt x="990213" y="538592"/>
                  </a:lnTo>
                  <a:lnTo>
                    <a:pt x="990148" y="538435"/>
                  </a:lnTo>
                  <a:close/>
                  <a:moveTo>
                    <a:pt x="948929" y="509202"/>
                  </a:moveTo>
                  <a:lnTo>
                    <a:pt x="935124" y="510977"/>
                  </a:lnTo>
                  <a:lnTo>
                    <a:pt x="933948" y="546142"/>
                  </a:lnTo>
                  <a:close/>
                  <a:moveTo>
                    <a:pt x="990148" y="538435"/>
                  </a:moveTo>
                  <a:lnTo>
                    <a:pt x="948929" y="509202"/>
                  </a:lnTo>
                  <a:lnTo>
                    <a:pt x="933948" y="546142"/>
                  </a:lnTo>
                  <a:close/>
                  <a:moveTo>
                    <a:pt x="990148" y="538435"/>
                  </a:moveTo>
                  <a:lnTo>
                    <a:pt x="1033532" y="541147"/>
                  </a:lnTo>
                  <a:lnTo>
                    <a:pt x="948929" y="509202"/>
                  </a:lnTo>
                  <a:close/>
                  <a:moveTo>
                    <a:pt x="1033532" y="541147"/>
                  </a:moveTo>
                  <a:lnTo>
                    <a:pt x="990148" y="538435"/>
                  </a:lnTo>
                  <a:lnTo>
                    <a:pt x="1037339" y="540110"/>
                  </a:lnTo>
                  <a:close/>
                  <a:moveTo>
                    <a:pt x="990148" y="538435"/>
                  </a:moveTo>
                  <a:lnTo>
                    <a:pt x="990213" y="538592"/>
                  </a:lnTo>
                  <a:lnTo>
                    <a:pt x="1037339" y="540110"/>
                  </a:lnTo>
                  <a:close/>
                  <a:moveTo>
                    <a:pt x="1350253" y="899176"/>
                  </a:moveTo>
                  <a:lnTo>
                    <a:pt x="1368362" y="950712"/>
                  </a:lnTo>
                  <a:lnTo>
                    <a:pt x="1402086" y="926619"/>
                  </a:lnTo>
                  <a:close/>
                  <a:moveTo>
                    <a:pt x="1388947" y="846434"/>
                  </a:moveTo>
                  <a:lnTo>
                    <a:pt x="1360493" y="874950"/>
                  </a:lnTo>
                  <a:lnTo>
                    <a:pt x="1350253" y="899176"/>
                  </a:lnTo>
                  <a:close/>
                  <a:moveTo>
                    <a:pt x="1220096" y="744566"/>
                  </a:moveTo>
                  <a:lnTo>
                    <a:pt x="1237986" y="766268"/>
                  </a:lnTo>
                  <a:lnTo>
                    <a:pt x="1237066" y="740595"/>
                  </a:lnTo>
                  <a:close/>
                  <a:moveTo>
                    <a:pt x="1237066" y="740595"/>
                  </a:moveTo>
                  <a:lnTo>
                    <a:pt x="1228180" y="729602"/>
                  </a:lnTo>
                  <a:lnTo>
                    <a:pt x="1220096" y="744566"/>
                  </a:lnTo>
                  <a:close/>
                  <a:moveTo>
                    <a:pt x="1022316" y="523720"/>
                  </a:moveTo>
                  <a:lnTo>
                    <a:pt x="1063134" y="517081"/>
                  </a:lnTo>
                  <a:lnTo>
                    <a:pt x="1037339" y="540110"/>
                  </a:lnTo>
                  <a:close/>
                  <a:moveTo>
                    <a:pt x="1022316" y="523720"/>
                  </a:moveTo>
                  <a:lnTo>
                    <a:pt x="1037339" y="540110"/>
                  </a:lnTo>
                  <a:lnTo>
                    <a:pt x="990213" y="538592"/>
                  </a:lnTo>
                  <a:close/>
                  <a:moveTo>
                    <a:pt x="1039706" y="538419"/>
                  </a:moveTo>
                  <a:lnTo>
                    <a:pt x="1037339" y="540110"/>
                  </a:lnTo>
                  <a:lnTo>
                    <a:pt x="1063134" y="517081"/>
                  </a:lnTo>
                  <a:close/>
                  <a:moveTo>
                    <a:pt x="1063134" y="517081"/>
                  </a:moveTo>
                  <a:lnTo>
                    <a:pt x="1066268" y="513373"/>
                  </a:lnTo>
                  <a:lnTo>
                    <a:pt x="1039706" y="538419"/>
                  </a:lnTo>
                  <a:close/>
                  <a:moveTo>
                    <a:pt x="1039706" y="538419"/>
                  </a:moveTo>
                  <a:lnTo>
                    <a:pt x="1066268" y="513373"/>
                  </a:lnTo>
                  <a:lnTo>
                    <a:pt x="1066291" y="462789"/>
                  </a:lnTo>
                  <a:close/>
                  <a:moveTo>
                    <a:pt x="1039706" y="538419"/>
                  </a:moveTo>
                  <a:lnTo>
                    <a:pt x="1066291" y="462789"/>
                  </a:lnTo>
                  <a:lnTo>
                    <a:pt x="1033533" y="486883"/>
                  </a:lnTo>
                  <a:close/>
                  <a:moveTo>
                    <a:pt x="1417157" y="921120"/>
                  </a:moveTo>
                  <a:lnTo>
                    <a:pt x="1481787" y="906559"/>
                  </a:lnTo>
                  <a:lnTo>
                    <a:pt x="1469832" y="853536"/>
                  </a:lnTo>
                  <a:close/>
                  <a:moveTo>
                    <a:pt x="1417157" y="921120"/>
                  </a:moveTo>
                  <a:lnTo>
                    <a:pt x="1469832" y="853536"/>
                  </a:lnTo>
                  <a:lnTo>
                    <a:pt x="1412679" y="862018"/>
                  </a:lnTo>
                  <a:close/>
                  <a:moveTo>
                    <a:pt x="1412679" y="862018"/>
                  </a:moveTo>
                  <a:lnTo>
                    <a:pt x="1436905" y="851063"/>
                  </a:lnTo>
                  <a:lnTo>
                    <a:pt x="1388947" y="846434"/>
                  </a:lnTo>
                  <a:close/>
                  <a:moveTo>
                    <a:pt x="1412679" y="862018"/>
                  </a:moveTo>
                  <a:lnTo>
                    <a:pt x="1469832" y="853536"/>
                  </a:lnTo>
                  <a:lnTo>
                    <a:pt x="1436905" y="851063"/>
                  </a:lnTo>
                  <a:close/>
                  <a:moveTo>
                    <a:pt x="1374756" y="453649"/>
                  </a:moveTo>
                  <a:lnTo>
                    <a:pt x="1325166" y="466138"/>
                  </a:lnTo>
                  <a:lnTo>
                    <a:pt x="1394669" y="463124"/>
                  </a:lnTo>
                  <a:close/>
                  <a:moveTo>
                    <a:pt x="1394669" y="463124"/>
                  </a:moveTo>
                  <a:lnTo>
                    <a:pt x="1325166" y="466138"/>
                  </a:lnTo>
                  <a:lnTo>
                    <a:pt x="1314309" y="472250"/>
                  </a:lnTo>
                  <a:close/>
                  <a:moveTo>
                    <a:pt x="1374756" y="453649"/>
                  </a:moveTo>
                  <a:lnTo>
                    <a:pt x="1309576" y="454555"/>
                  </a:lnTo>
                  <a:lnTo>
                    <a:pt x="1325166" y="466138"/>
                  </a:lnTo>
                  <a:close/>
                  <a:moveTo>
                    <a:pt x="1495980" y="455820"/>
                  </a:moveTo>
                  <a:lnTo>
                    <a:pt x="1521076" y="469487"/>
                  </a:lnTo>
                  <a:lnTo>
                    <a:pt x="1490228" y="510829"/>
                  </a:lnTo>
                  <a:close/>
                  <a:moveTo>
                    <a:pt x="1323896" y="143300"/>
                  </a:moveTo>
                  <a:lnTo>
                    <a:pt x="1330238" y="127107"/>
                  </a:lnTo>
                  <a:lnTo>
                    <a:pt x="1262278" y="155413"/>
                  </a:lnTo>
                  <a:close/>
                  <a:moveTo>
                    <a:pt x="1335112" y="71439"/>
                  </a:moveTo>
                  <a:lnTo>
                    <a:pt x="1330238" y="127107"/>
                  </a:lnTo>
                  <a:lnTo>
                    <a:pt x="1393482" y="60542"/>
                  </a:lnTo>
                  <a:close/>
                  <a:moveTo>
                    <a:pt x="1393482" y="60542"/>
                  </a:moveTo>
                  <a:lnTo>
                    <a:pt x="1361720" y="136173"/>
                  </a:lnTo>
                  <a:lnTo>
                    <a:pt x="1395893" y="63004"/>
                  </a:lnTo>
                  <a:close/>
                  <a:moveTo>
                    <a:pt x="1655148" y="294132"/>
                  </a:moveTo>
                  <a:lnTo>
                    <a:pt x="1677776" y="283312"/>
                  </a:lnTo>
                  <a:lnTo>
                    <a:pt x="1632734" y="295120"/>
                  </a:lnTo>
                  <a:close/>
                  <a:moveTo>
                    <a:pt x="1632734" y="295120"/>
                  </a:moveTo>
                  <a:lnTo>
                    <a:pt x="1677776" y="283312"/>
                  </a:lnTo>
                  <a:lnTo>
                    <a:pt x="1661147" y="247260"/>
                  </a:lnTo>
                  <a:close/>
                  <a:moveTo>
                    <a:pt x="1632734" y="295120"/>
                  </a:moveTo>
                  <a:lnTo>
                    <a:pt x="1661147" y="247260"/>
                  </a:lnTo>
                  <a:lnTo>
                    <a:pt x="1616673" y="245435"/>
                  </a:lnTo>
                  <a:close/>
                  <a:moveTo>
                    <a:pt x="1661147" y="247260"/>
                  </a:moveTo>
                  <a:lnTo>
                    <a:pt x="1677776" y="283312"/>
                  </a:lnTo>
                  <a:lnTo>
                    <a:pt x="1691778" y="242595"/>
                  </a:lnTo>
                  <a:close/>
                  <a:moveTo>
                    <a:pt x="1486867" y="93564"/>
                  </a:moveTo>
                  <a:lnTo>
                    <a:pt x="1451456" y="112079"/>
                  </a:lnTo>
                  <a:lnTo>
                    <a:pt x="1418684" y="148213"/>
                  </a:lnTo>
                  <a:close/>
                  <a:moveTo>
                    <a:pt x="1519728" y="98039"/>
                  </a:moveTo>
                  <a:lnTo>
                    <a:pt x="1466436" y="103381"/>
                  </a:lnTo>
                  <a:lnTo>
                    <a:pt x="1536315" y="103764"/>
                  </a:lnTo>
                  <a:close/>
                  <a:moveTo>
                    <a:pt x="1466436" y="103381"/>
                  </a:moveTo>
                  <a:lnTo>
                    <a:pt x="1486867" y="93564"/>
                  </a:lnTo>
                  <a:lnTo>
                    <a:pt x="1536315" y="103764"/>
                  </a:lnTo>
                  <a:close/>
                  <a:moveTo>
                    <a:pt x="1573661" y="92174"/>
                  </a:moveTo>
                  <a:lnTo>
                    <a:pt x="1519728" y="98039"/>
                  </a:lnTo>
                  <a:lnTo>
                    <a:pt x="1583810" y="106663"/>
                  </a:lnTo>
                  <a:close/>
                  <a:moveTo>
                    <a:pt x="1519728" y="98039"/>
                  </a:moveTo>
                  <a:lnTo>
                    <a:pt x="1536315" y="103764"/>
                  </a:lnTo>
                  <a:lnTo>
                    <a:pt x="1583810" y="106663"/>
                  </a:lnTo>
                  <a:close/>
                  <a:moveTo>
                    <a:pt x="1396085" y="59851"/>
                  </a:moveTo>
                  <a:lnTo>
                    <a:pt x="1460069" y="45815"/>
                  </a:lnTo>
                  <a:lnTo>
                    <a:pt x="1439248" y="0"/>
                  </a:lnTo>
                  <a:close/>
                  <a:moveTo>
                    <a:pt x="1655148" y="294132"/>
                  </a:moveTo>
                  <a:lnTo>
                    <a:pt x="1695170" y="345087"/>
                  </a:lnTo>
                  <a:lnTo>
                    <a:pt x="1682580" y="292579"/>
                  </a:lnTo>
                  <a:close/>
                  <a:moveTo>
                    <a:pt x="1695170" y="345087"/>
                  </a:moveTo>
                  <a:lnTo>
                    <a:pt x="1755172" y="334288"/>
                  </a:lnTo>
                  <a:lnTo>
                    <a:pt x="1746865" y="278299"/>
                  </a:lnTo>
                  <a:close/>
                  <a:moveTo>
                    <a:pt x="1695170" y="345087"/>
                  </a:moveTo>
                  <a:lnTo>
                    <a:pt x="1746865" y="278299"/>
                  </a:lnTo>
                  <a:lnTo>
                    <a:pt x="1682580" y="292579"/>
                  </a:lnTo>
                  <a:close/>
                  <a:moveTo>
                    <a:pt x="1746865" y="278299"/>
                  </a:moveTo>
                  <a:lnTo>
                    <a:pt x="1720742" y="236793"/>
                  </a:lnTo>
                  <a:lnTo>
                    <a:pt x="1682580" y="292579"/>
                  </a:lnTo>
                  <a:close/>
                  <a:moveTo>
                    <a:pt x="1746865" y="278299"/>
                  </a:moveTo>
                  <a:lnTo>
                    <a:pt x="1769520" y="235119"/>
                  </a:lnTo>
                  <a:lnTo>
                    <a:pt x="1720742" y="236793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07" name="Output_density__4306">
              <a:extLst>
                <a:ext uri="{FF2B5EF4-FFF2-40B4-BE49-F238E27FC236}">
                  <a16:creationId xmlns:a16="http://schemas.microsoft.com/office/drawing/2014/main" id="{266DB723-3F8F-1570-DEAC-D4A8BD0C0F54}"/>
                </a:ext>
              </a:extLst>
            </p:cNvPr>
            <p:cNvSpPr>
              <a:spLocks noGrp="1"/>
            </p:cNvSpPr>
            <p:nvPr/>
          </p:nvSpPr>
          <p:spPr>
            <a:xfrm>
              <a:off x="14863169" y="2276181"/>
              <a:ext cx="1630406" cy="1322167"/>
            </a:xfrm>
            <a:custGeom>
              <a:avLst/>
              <a:gdLst/>
              <a:ahLst/>
              <a:cxnLst/>
              <a:rect l="0" t="0" r="0" b="0"/>
              <a:pathLst>
                <a:path w="1630406" h="1322167">
                  <a:moveTo>
                    <a:pt x="376654" y="1267282"/>
                  </a:moveTo>
                  <a:lnTo>
                    <a:pt x="388921" y="1318819"/>
                  </a:lnTo>
                  <a:lnTo>
                    <a:pt x="447276" y="1294725"/>
                  </a:lnTo>
                  <a:close/>
                  <a:moveTo>
                    <a:pt x="376654" y="1267282"/>
                  </a:moveTo>
                  <a:lnTo>
                    <a:pt x="447276" y="1294725"/>
                  </a:lnTo>
                  <a:lnTo>
                    <a:pt x="445879" y="1243188"/>
                  </a:lnTo>
                  <a:close/>
                  <a:moveTo>
                    <a:pt x="150634" y="985505"/>
                  </a:moveTo>
                  <a:lnTo>
                    <a:pt x="182980" y="953997"/>
                  </a:lnTo>
                  <a:lnTo>
                    <a:pt x="142877" y="986977"/>
                  </a:lnTo>
                  <a:close/>
                  <a:moveTo>
                    <a:pt x="169439" y="940622"/>
                  </a:moveTo>
                  <a:lnTo>
                    <a:pt x="182980" y="953997"/>
                  </a:lnTo>
                  <a:lnTo>
                    <a:pt x="227247" y="944828"/>
                  </a:lnTo>
                  <a:close/>
                  <a:moveTo>
                    <a:pt x="250860" y="975153"/>
                  </a:moveTo>
                  <a:lnTo>
                    <a:pt x="317551" y="972883"/>
                  </a:lnTo>
                  <a:lnTo>
                    <a:pt x="303421" y="961411"/>
                  </a:lnTo>
                  <a:close/>
                  <a:moveTo>
                    <a:pt x="182980" y="953997"/>
                  </a:moveTo>
                  <a:lnTo>
                    <a:pt x="150634" y="985505"/>
                  </a:lnTo>
                  <a:lnTo>
                    <a:pt x="201083" y="977639"/>
                  </a:lnTo>
                  <a:close/>
                  <a:moveTo>
                    <a:pt x="201083" y="977639"/>
                  </a:moveTo>
                  <a:lnTo>
                    <a:pt x="227247" y="944828"/>
                  </a:lnTo>
                  <a:lnTo>
                    <a:pt x="182980" y="953997"/>
                  </a:lnTo>
                  <a:close/>
                  <a:moveTo>
                    <a:pt x="201083" y="977639"/>
                  </a:moveTo>
                  <a:lnTo>
                    <a:pt x="250860" y="975153"/>
                  </a:lnTo>
                  <a:lnTo>
                    <a:pt x="227247" y="944828"/>
                  </a:lnTo>
                  <a:close/>
                  <a:moveTo>
                    <a:pt x="307863" y="936661"/>
                  </a:moveTo>
                  <a:lnTo>
                    <a:pt x="227247" y="944828"/>
                  </a:lnTo>
                  <a:lnTo>
                    <a:pt x="303421" y="961411"/>
                  </a:lnTo>
                  <a:close/>
                  <a:moveTo>
                    <a:pt x="303421" y="961411"/>
                  </a:moveTo>
                  <a:lnTo>
                    <a:pt x="227247" y="944828"/>
                  </a:lnTo>
                  <a:lnTo>
                    <a:pt x="250860" y="975153"/>
                  </a:lnTo>
                  <a:close/>
                  <a:moveTo>
                    <a:pt x="564798" y="1270631"/>
                  </a:moveTo>
                  <a:lnTo>
                    <a:pt x="578225" y="1322167"/>
                  </a:lnTo>
                  <a:lnTo>
                    <a:pt x="598060" y="1246537"/>
                  </a:lnTo>
                  <a:close/>
                  <a:moveTo>
                    <a:pt x="598060" y="1246537"/>
                  </a:moveTo>
                  <a:lnTo>
                    <a:pt x="579486" y="1195000"/>
                  </a:lnTo>
                  <a:lnTo>
                    <a:pt x="564798" y="1270631"/>
                  </a:lnTo>
                  <a:close/>
                  <a:moveTo>
                    <a:pt x="419727" y="937318"/>
                  </a:moveTo>
                  <a:lnTo>
                    <a:pt x="376634" y="1012948"/>
                  </a:lnTo>
                  <a:lnTo>
                    <a:pt x="423250" y="988854"/>
                  </a:lnTo>
                  <a:close/>
                  <a:moveTo>
                    <a:pt x="307863" y="936661"/>
                  </a:moveTo>
                  <a:lnTo>
                    <a:pt x="303421" y="961411"/>
                  </a:lnTo>
                  <a:lnTo>
                    <a:pt x="322552" y="954852"/>
                  </a:lnTo>
                  <a:close/>
                  <a:moveTo>
                    <a:pt x="322552" y="954852"/>
                  </a:moveTo>
                  <a:lnTo>
                    <a:pt x="310389" y="909875"/>
                  </a:lnTo>
                  <a:lnTo>
                    <a:pt x="307863" y="936661"/>
                  </a:lnTo>
                  <a:close/>
                  <a:moveTo>
                    <a:pt x="174289" y="731171"/>
                  </a:moveTo>
                  <a:lnTo>
                    <a:pt x="182910" y="683937"/>
                  </a:lnTo>
                  <a:lnTo>
                    <a:pt x="179365" y="681581"/>
                  </a:lnTo>
                  <a:close/>
                  <a:moveTo>
                    <a:pt x="131056" y="745616"/>
                  </a:moveTo>
                  <a:lnTo>
                    <a:pt x="174289" y="731171"/>
                  </a:lnTo>
                  <a:lnTo>
                    <a:pt x="179365" y="681581"/>
                  </a:lnTo>
                  <a:close/>
                  <a:moveTo>
                    <a:pt x="179365" y="681581"/>
                  </a:moveTo>
                  <a:lnTo>
                    <a:pt x="183475" y="679634"/>
                  </a:lnTo>
                  <a:lnTo>
                    <a:pt x="180895" y="676401"/>
                  </a:lnTo>
                  <a:close/>
                  <a:moveTo>
                    <a:pt x="170409" y="679634"/>
                  </a:moveTo>
                  <a:lnTo>
                    <a:pt x="179365" y="681581"/>
                  </a:lnTo>
                  <a:lnTo>
                    <a:pt x="180895" y="676401"/>
                  </a:lnTo>
                  <a:close/>
                  <a:moveTo>
                    <a:pt x="179365" y="681581"/>
                  </a:moveTo>
                  <a:lnTo>
                    <a:pt x="182910" y="683937"/>
                  </a:lnTo>
                  <a:lnTo>
                    <a:pt x="183475" y="679634"/>
                  </a:lnTo>
                  <a:close/>
                  <a:moveTo>
                    <a:pt x="27922" y="576561"/>
                  </a:moveTo>
                  <a:lnTo>
                    <a:pt x="44485" y="525025"/>
                  </a:lnTo>
                  <a:lnTo>
                    <a:pt x="0" y="600655"/>
                  </a:lnTo>
                  <a:close/>
                  <a:moveTo>
                    <a:pt x="46304" y="522543"/>
                  </a:moveTo>
                  <a:lnTo>
                    <a:pt x="43191" y="528095"/>
                  </a:lnTo>
                  <a:lnTo>
                    <a:pt x="44485" y="525025"/>
                  </a:lnTo>
                  <a:close/>
                  <a:moveTo>
                    <a:pt x="579486" y="1195000"/>
                  </a:moveTo>
                  <a:lnTo>
                    <a:pt x="625886" y="1236632"/>
                  </a:lnTo>
                  <a:lnTo>
                    <a:pt x="616496" y="1181523"/>
                  </a:lnTo>
                  <a:close/>
                  <a:moveTo>
                    <a:pt x="664410" y="1170906"/>
                  </a:moveTo>
                  <a:lnTo>
                    <a:pt x="637850" y="1119370"/>
                  </a:lnTo>
                  <a:lnTo>
                    <a:pt x="616496" y="1181523"/>
                  </a:lnTo>
                  <a:close/>
                  <a:moveTo>
                    <a:pt x="637850" y="1119370"/>
                  </a:moveTo>
                  <a:lnTo>
                    <a:pt x="604158" y="1128811"/>
                  </a:lnTo>
                  <a:lnTo>
                    <a:pt x="616496" y="1181523"/>
                  </a:lnTo>
                  <a:close/>
                  <a:moveTo>
                    <a:pt x="637850" y="1119370"/>
                  </a:moveTo>
                  <a:lnTo>
                    <a:pt x="621810" y="1067833"/>
                  </a:lnTo>
                  <a:lnTo>
                    <a:pt x="604158" y="1128811"/>
                  </a:lnTo>
                  <a:close/>
                  <a:moveTo>
                    <a:pt x="621810" y="1067833"/>
                  </a:moveTo>
                  <a:lnTo>
                    <a:pt x="584951" y="1081683"/>
                  </a:lnTo>
                  <a:lnTo>
                    <a:pt x="604158" y="1128811"/>
                  </a:lnTo>
                  <a:close/>
                  <a:moveTo>
                    <a:pt x="218903" y="712180"/>
                  </a:moveTo>
                  <a:lnTo>
                    <a:pt x="182910" y="683937"/>
                  </a:lnTo>
                  <a:lnTo>
                    <a:pt x="174289" y="731171"/>
                  </a:lnTo>
                  <a:close/>
                  <a:moveTo>
                    <a:pt x="182910" y="683937"/>
                  </a:moveTo>
                  <a:lnTo>
                    <a:pt x="218903" y="712180"/>
                  </a:lnTo>
                  <a:lnTo>
                    <a:pt x="183475" y="679634"/>
                  </a:lnTo>
                  <a:close/>
                  <a:moveTo>
                    <a:pt x="183475" y="679634"/>
                  </a:moveTo>
                  <a:lnTo>
                    <a:pt x="218903" y="712180"/>
                  </a:lnTo>
                  <a:lnTo>
                    <a:pt x="237356" y="707077"/>
                  </a:lnTo>
                  <a:close/>
                  <a:moveTo>
                    <a:pt x="183475" y="679634"/>
                  </a:moveTo>
                  <a:lnTo>
                    <a:pt x="237356" y="707077"/>
                  </a:lnTo>
                  <a:lnTo>
                    <a:pt x="231432" y="655541"/>
                  </a:lnTo>
                  <a:close/>
                  <a:moveTo>
                    <a:pt x="205842" y="604004"/>
                  </a:moveTo>
                  <a:lnTo>
                    <a:pt x="183475" y="679634"/>
                  </a:lnTo>
                  <a:lnTo>
                    <a:pt x="231432" y="655541"/>
                  </a:lnTo>
                  <a:close/>
                  <a:moveTo>
                    <a:pt x="44485" y="525025"/>
                  </a:moveTo>
                  <a:lnTo>
                    <a:pt x="90050" y="552743"/>
                  </a:lnTo>
                  <a:lnTo>
                    <a:pt x="51398" y="521424"/>
                  </a:lnTo>
                  <a:close/>
                  <a:moveTo>
                    <a:pt x="46304" y="522543"/>
                  </a:moveTo>
                  <a:lnTo>
                    <a:pt x="44485" y="525025"/>
                  </a:lnTo>
                  <a:lnTo>
                    <a:pt x="51398" y="521424"/>
                  </a:lnTo>
                  <a:close/>
                  <a:moveTo>
                    <a:pt x="116938" y="477054"/>
                  </a:moveTo>
                  <a:lnTo>
                    <a:pt x="51398" y="521424"/>
                  </a:lnTo>
                  <a:lnTo>
                    <a:pt x="90632" y="500931"/>
                  </a:lnTo>
                  <a:close/>
                  <a:moveTo>
                    <a:pt x="46304" y="522543"/>
                  </a:moveTo>
                  <a:lnTo>
                    <a:pt x="51398" y="521424"/>
                  </a:lnTo>
                  <a:lnTo>
                    <a:pt x="116938" y="477054"/>
                  </a:lnTo>
                  <a:close/>
                  <a:moveTo>
                    <a:pt x="637850" y="1119370"/>
                  </a:moveTo>
                  <a:lnTo>
                    <a:pt x="681653" y="1166533"/>
                  </a:lnTo>
                  <a:lnTo>
                    <a:pt x="674843" y="1109327"/>
                  </a:lnTo>
                  <a:close/>
                  <a:moveTo>
                    <a:pt x="637850" y="1119370"/>
                  </a:moveTo>
                  <a:lnTo>
                    <a:pt x="664410" y="1170906"/>
                  </a:lnTo>
                  <a:lnTo>
                    <a:pt x="681653" y="1166533"/>
                  </a:lnTo>
                  <a:close/>
                  <a:moveTo>
                    <a:pt x="681653" y="1166533"/>
                  </a:moveTo>
                  <a:lnTo>
                    <a:pt x="737419" y="1096436"/>
                  </a:lnTo>
                  <a:lnTo>
                    <a:pt x="674843" y="1109327"/>
                  </a:lnTo>
                  <a:close/>
                  <a:moveTo>
                    <a:pt x="621810" y="1067833"/>
                  </a:moveTo>
                  <a:lnTo>
                    <a:pt x="674843" y="1109327"/>
                  </a:lnTo>
                  <a:lnTo>
                    <a:pt x="660866" y="1057948"/>
                  </a:lnTo>
                  <a:close/>
                  <a:moveTo>
                    <a:pt x="621810" y="1067833"/>
                  </a:moveTo>
                  <a:lnTo>
                    <a:pt x="637850" y="1119370"/>
                  </a:lnTo>
                  <a:lnTo>
                    <a:pt x="674843" y="1109327"/>
                  </a:lnTo>
                  <a:close/>
                  <a:moveTo>
                    <a:pt x="458429" y="880447"/>
                  </a:moveTo>
                  <a:lnTo>
                    <a:pt x="485628" y="847243"/>
                  </a:lnTo>
                  <a:lnTo>
                    <a:pt x="496727" y="861686"/>
                  </a:lnTo>
                  <a:close/>
                  <a:moveTo>
                    <a:pt x="453613" y="798780"/>
                  </a:moveTo>
                  <a:lnTo>
                    <a:pt x="445867" y="833482"/>
                  </a:lnTo>
                  <a:lnTo>
                    <a:pt x="498432" y="786056"/>
                  </a:lnTo>
                  <a:close/>
                  <a:moveTo>
                    <a:pt x="116938" y="477054"/>
                  </a:moveTo>
                  <a:lnTo>
                    <a:pt x="90632" y="500931"/>
                  </a:lnTo>
                  <a:lnTo>
                    <a:pt x="141135" y="486450"/>
                  </a:lnTo>
                  <a:close/>
                  <a:moveTo>
                    <a:pt x="141135" y="486450"/>
                  </a:moveTo>
                  <a:lnTo>
                    <a:pt x="158848" y="459073"/>
                  </a:lnTo>
                  <a:lnTo>
                    <a:pt x="116938" y="477054"/>
                  </a:lnTo>
                  <a:close/>
                  <a:moveTo>
                    <a:pt x="141135" y="486450"/>
                  </a:moveTo>
                  <a:lnTo>
                    <a:pt x="196342" y="479550"/>
                  </a:lnTo>
                  <a:lnTo>
                    <a:pt x="158848" y="459073"/>
                  </a:lnTo>
                  <a:close/>
                  <a:moveTo>
                    <a:pt x="556674" y="815718"/>
                  </a:moveTo>
                  <a:lnTo>
                    <a:pt x="490031" y="837593"/>
                  </a:lnTo>
                  <a:lnTo>
                    <a:pt x="563197" y="827686"/>
                  </a:lnTo>
                  <a:close/>
                  <a:moveTo>
                    <a:pt x="498432" y="786056"/>
                  </a:moveTo>
                  <a:lnTo>
                    <a:pt x="490031" y="837593"/>
                  </a:lnTo>
                  <a:lnTo>
                    <a:pt x="556674" y="815718"/>
                  </a:lnTo>
                  <a:close/>
                  <a:moveTo>
                    <a:pt x="811085" y="1055788"/>
                  </a:moveTo>
                  <a:lnTo>
                    <a:pt x="785911" y="1094996"/>
                  </a:lnTo>
                  <a:lnTo>
                    <a:pt x="794411" y="1071182"/>
                  </a:lnTo>
                  <a:close/>
                  <a:moveTo>
                    <a:pt x="827730" y="1060997"/>
                  </a:moveTo>
                  <a:lnTo>
                    <a:pt x="794411" y="1071182"/>
                  </a:lnTo>
                  <a:lnTo>
                    <a:pt x="848433" y="1060525"/>
                  </a:lnTo>
                  <a:close/>
                  <a:moveTo>
                    <a:pt x="811085" y="1055788"/>
                  </a:moveTo>
                  <a:lnTo>
                    <a:pt x="794411" y="1071182"/>
                  </a:lnTo>
                  <a:lnTo>
                    <a:pt x="827730" y="1060997"/>
                  </a:lnTo>
                  <a:close/>
                  <a:moveTo>
                    <a:pt x="888298" y="1034897"/>
                  </a:moveTo>
                  <a:lnTo>
                    <a:pt x="827730" y="1060997"/>
                  </a:lnTo>
                  <a:lnTo>
                    <a:pt x="875681" y="1047088"/>
                  </a:lnTo>
                  <a:close/>
                  <a:moveTo>
                    <a:pt x="811085" y="1055788"/>
                  </a:moveTo>
                  <a:lnTo>
                    <a:pt x="827730" y="1060997"/>
                  </a:lnTo>
                  <a:lnTo>
                    <a:pt x="888298" y="1034897"/>
                  </a:lnTo>
                  <a:close/>
                  <a:moveTo>
                    <a:pt x="850550" y="1028663"/>
                  </a:moveTo>
                  <a:lnTo>
                    <a:pt x="811085" y="1055788"/>
                  </a:lnTo>
                  <a:lnTo>
                    <a:pt x="888298" y="1034897"/>
                  </a:lnTo>
                  <a:close/>
                  <a:moveTo>
                    <a:pt x="888298" y="1034897"/>
                  </a:moveTo>
                  <a:lnTo>
                    <a:pt x="875681" y="1047088"/>
                  </a:lnTo>
                  <a:lnTo>
                    <a:pt x="909253" y="1032703"/>
                  </a:lnTo>
                  <a:close/>
                  <a:moveTo>
                    <a:pt x="888298" y="1034897"/>
                  </a:moveTo>
                  <a:lnTo>
                    <a:pt x="909253" y="1032703"/>
                  </a:lnTo>
                  <a:lnTo>
                    <a:pt x="904950" y="995551"/>
                  </a:lnTo>
                  <a:close/>
                  <a:moveTo>
                    <a:pt x="904950" y="995551"/>
                  </a:moveTo>
                  <a:lnTo>
                    <a:pt x="909253" y="1032703"/>
                  </a:lnTo>
                  <a:lnTo>
                    <a:pt x="930408" y="1022994"/>
                  </a:lnTo>
                  <a:close/>
                  <a:moveTo>
                    <a:pt x="694329" y="779770"/>
                  </a:moveTo>
                  <a:lnTo>
                    <a:pt x="743293" y="715203"/>
                  </a:lnTo>
                  <a:lnTo>
                    <a:pt x="677836" y="730437"/>
                  </a:lnTo>
                  <a:close/>
                  <a:moveTo>
                    <a:pt x="740352" y="696206"/>
                  </a:moveTo>
                  <a:lnTo>
                    <a:pt x="743293" y="715203"/>
                  </a:lnTo>
                  <a:lnTo>
                    <a:pt x="748175" y="713775"/>
                  </a:lnTo>
                  <a:close/>
                  <a:moveTo>
                    <a:pt x="743210" y="571992"/>
                  </a:moveTo>
                  <a:lnTo>
                    <a:pt x="688057" y="610701"/>
                  </a:lnTo>
                  <a:lnTo>
                    <a:pt x="723315" y="586607"/>
                  </a:lnTo>
                  <a:close/>
                  <a:moveTo>
                    <a:pt x="743210" y="571992"/>
                  </a:moveTo>
                  <a:lnTo>
                    <a:pt x="707462" y="573237"/>
                  </a:lnTo>
                  <a:lnTo>
                    <a:pt x="688057" y="610701"/>
                  </a:lnTo>
                  <a:close/>
                  <a:moveTo>
                    <a:pt x="743210" y="571992"/>
                  </a:moveTo>
                  <a:lnTo>
                    <a:pt x="723315" y="586607"/>
                  </a:lnTo>
                  <a:lnTo>
                    <a:pt x="758638" y="577242"/>
                  </a:lnTo>
                  <a:close/>
                  <a:moveTo>
                    <a:pt x="800442" y="518496"/>
                  </a:moveTo>
                  <a:lnTo>
                    <a:pt x="757487" y="535071"/>
                  </a:lnTo>
                  <a:lnTo>
                    <a:pt x="813676" y="525874"/>
                  </a:lnTo>
                  <a:close/>
                  <a:moveTo>
                    <a:pt x="757487" y="535071"/>
                  </a:moveTo>
                  <a:lnTo>
                    <a:pt x="743210" y="571992"/>
                  </a:lnTo>
                  <a:lnTo>
                    <a:pt x="813676" y="525874"/>
                  </a:lnTo>
                  <a:close/>
                  <a:moveTo>
                    <a:pt x="813676" y="525874"/>
                  </a:moveTo>
                  <a:lnTo>
                    <a:pt x="743210" y="571992"/>
                  </a:lnTo>
                  <a:lnTo>
                    <a:pt x="794224" y="562514"/>
                  </a:lnTo>
                  <a:close/>
                  <a:moveTo>
                    <a:pt x="794224" y="562514"/>
                  </a:moveTo>
                  <a:lnTo>
                    <a:pt x="743210" y="571992"/>
                  </a:lnTo>
                  <a:lnTo>
                    <a:pt x="758638" y="577242"/>
                  </a:lnTo>
                  <a:close/>
                  <a:moveTo>
                    <a:pt x="800442" y="518496"/>
                  </a:moveTo>
                  <a:lnTo>
                    <a:pt x="813676" y="525874"/>
                  </a:lnTo>
                  <a:lnTo>
                    <a:pt x="844789" y="510977"/>
                  </a:lnTo>
                  <a:close/>
                  <a:moveTo>
                    <a:pt x="813676" y="525874"/>
                  </a:moveTo>
                  <a:lnTo>
                    <a:pt x="794224" y="562514"/>
                  </a:lnTo>
                  <a:lnTo>
                    <a:pt x="843613" y="546142"/>
                  </a:lnTo>
                  <a:close/>
                  <a:moveTo>
                    <a:pt x="843613" y="546142"/>
                  </a:moveTo>
                  <a:lnTo>
                    <a:pt x="844789" y="510977"/>
                  </a:lnTo>
                  <a:lnTo>
                    <a:pt x="813676" y="525874"/>
                  </a:lnTo>
                  <a:close/>
                  <a:moveTo>
                    <a:pt x="1259918" y="899176"/>
                  </a:moveTo>
                  <a:lnTo>
                    <a:pt x="1311750" y="926619"/>
                  </a:lnTo>
                  <a:lnTo>
                    <a:pt x="1283982" y="875082"/>
                  </a:lnTo>
                  <a:close/>
                  <a:moveTo>
                    <a:pt x="1298612" y="846434"/>
                  </a:moveTo>
                  <a:lnTo>
                    <a:pt x="1259918" y="899176"/>
                  </a:lnTo>
                  <a:lnTo>
                    <a:pt x="1283982" y="875082"/>
                  </a:lnTo>
                  <a:close/>
                  <a:moveTo>
                    <a:pt x="930753" y="435346"/>
                  </a:moveTo>
                  <a:lnTo>
                    <a:pt x="975956" y="462789"/>
                  </a:lnTo>
                  <a:lnTo>
                    <a:pt x="963261" y="411252"/>
                  </a:lnTo>
                  <a:close/>
                  <a:moveTo>
                    <a:pt x="1283982" y="875082"/>
                  </a:moveTo>
                  <a:lnTo>
                    <a:pt x="1326822" y="921120"/>
                  </a:lnTo>
                  <a:lnTo>
                    <a:pt x="1322343" y="862018"/>
                  </a:lnTo>
                  <a:close/>
                  <a:moveTo>
                    <a:pt x="1298612" y="846434"/>
                  </a:moveTo>
                  <a:lnTo>
                    <a:pt x="1283982" y="875082"/>
                  </a:lnTo>
                  <a:lnTo>
                    <a:pt x="1322343" y="862018"/>
                  </a:lnTo>
                  <a:close/>
                  <a:moveTo>
                    <a:pt x="963261" y="411252"/>
                  </a:moveTo>
                  <a:lnTo>
                    <a:pt x="975956" y="462789"/>
                  </a:lnTo>
                  <a:lnTo>
                    <a:pt x="999228" y="438695"/>
                  </a:lnTo>
                  <a:close/>
                  <a:moveTo>
                    <a:pt x="963261" y="411252"/>
                  </a:moveTo>
                  <a:lnTo>
                    <a:pt x="999228" y="438695"/>
                  </a:lnTo>
                  <a:lnTo>
                    <a:pt x="992205" y="387158"/>
                  </a:lnTo>
                  <a:close/>
                  <a:moveTo>
                    <a:pt x="952229" y="359716"/>
                  </a:moveTo>
                  <a:lnTo>
                    <a:pt x="963261" y="411252"/>
                  </a:lnTo>
                  <a:lnTo>
                    <a:pt x="992205" y="387158"/>
                  </a:lnTo>
                  <a:close/>
                  <a:moveTo>
                    <a:pt x="952229" y="359716"/>
                  </a:moveTo>
                  <a:lnTo>
                    <a:pt x="992205" y="387158"/>
                  </a:lnTo>
                  <a:lnTo>
                    <a:pt x="977609" y="335622"/>
                  </a:lnTo>
                  <a:close/>
                  <a:moveTo>
                    <a:pt x="940063" y="308179"/>
                  </a:moveTo>
                  <a:lnTo>
                    <a:pt x="977609" y="335622"/>
                  </a:lnTo>
                  <a:lnTo>
                    <a:pt x="955632" y="284085"/>
                  </a:lnTo>
                  <a:close/>
                  <a:moveTo>
                    <a:pt x="977609" y="335622"/>
                  </a:moveTo>
                  <a:lnTo>
                    <a:pt x="992205" y="387158"/>
                  </a:lnTo>
                  <a:lnTo>
                    <a:pt x="1053363" y="363064"/>
                  </a:lnTo>
                  <a:close/>
                  <a:moveTo>
                    <a:pt x="977609" y="335622"/>
                  </a:moveTo>
                  <a:lnTo>
                    <a:pt x="1053363" y="363064"/>
                  </a:lnTo>
                  <a:lnTo>
                    <a:pt x="1029953" y="311528"/>
                  </a:lnTo>
                  <a:close/>
                  <a:moveTo>
                    <a:pt x="955632" y="284085"/>
                  </a:moveTo>
                  <a:lnTo>
                    <a:pt x="977609" y="335622"/>
                  </a:lnTo>
                  <a:lnTo>
                    <a:pt x="1029953" y="311528"/>
                  </a:lnTo>
                  <a:close/>
                  <a:moveTo>
                    <a:pt x="955632" y="284085"/>
                  </a:moveTo>
                  <a:lnTo>
                    <a:pt x="1029953" y="311528"/>
                  </a:lnTo>
                  <a:lnTo>
                    <a:pt x="997300" y="259991"/>
                  </a:lnTo>
                  <a:close/>
                  <a:moveTo>
                    <a:pt x="951230" y="232549"/>
                  </a:moveTo>
                  <a:lnTo>
                    <a:pt x="955632" y="284085"/>
                  </a:lnTo>
                  <a:lnTo>
                    <a:pt x="997300" y="259991"/>
                  </a:lnTo>
                  <a:close/>
                  <a:moveTo>
                    <a:pt x="951230" y="232549"/>
                  </a:moveTo>
                  <a:lnTo>
                    <a:pt x="997300" y="259991"/>
                  </a:lnTo>
                  <a:lnTo>
                    <a:pt x="989158" y="208455"/>
                  </a:lnTo>
                  <a:close/>
                  <a:moveTo>
                    <a:pt x="1005990" y="181275"/>
                  </a:moveTo>
                  <a:lnTo>
                    <a:pt x="951230" y="232549"/>
                  </a:lnTo>
                  <a:lnTo>
                    <a:pt x="989158" y="208455"/>
                  </a:lnTo>
                  <a:close/>
                  <a:moveTo>
                    <a:pt x="989158" y="208455"/>
                  </a:moveTo>
                  <a:lnTo>
                    <a:pt x="1053516" y="224069"/>
                  </a:lnTo>
                  <a:lnTo>
                    <a:pt x="1035642" y="190258"/>
                  </a:lnTo>
                  <a:close/>
                  <a:moveTo>
                    <a:pt x="997300" y="259991"/>
                  </a:moveTo>
                  <a:lnTo>
                    <a:pt x="1053200" y="235898"/>
                  </a:lnTo>
                  <a:lnTo>
                    <a:pt x="989158" y="208455"/>
                  </a:lnTo>
                  <a:close/>
                  <a:moveTo>
                    <a:pt x="1005990" y="181275"/>
                  </a:moveTo>
                  <a:lnTo>
                    <a:pt x="989158" y="208455"/>
                  </a:lnTo>
                  <a:lnTo>
                    <a:pt x="1035642" y="190258"/>
                  </a:lnTo>
                  <a:close/>
                  <a:moveTo>
                    <a:pt x="1082522" y="157841"/>
                  </a:moveTo>
                  <a:lnTo>
                    <a:pt x="1035642" y="190258"/>
                  </a:lnTo>
                  <a:lnTo>
                    <a:pt x="1055859" y="184361"/>
                  </a:lnTo>
                  <a:close/>
                  <a:moveTo>
                    <a:pt x="1005990" y="181275"/>
                  </a:moveTo>
                  <a:lnTo>
                    <a:pt x="1035642" y="190258"/>
                  </a:lnTo>
                  <a:lnTo>
                    <a:pt x="1082522" y="157841"/>
                  </a:lnTo>
                  <a:close/>
                  <a:moveTo>
                    <a:pt x="1035642" y="190258"/>
                  </a:moveTo>
                  <a:lnTo>
                    <a:pt x="1053516" y="224069"/>
                  </a:lnTo>
                  <a:lnTo>
                    <a:pt x="1055859" y="184361"/>
                  </a:lnTo>
                  <a:close/>
                  <a:moveTo>
                    <a:pt x="1379523" y="477057"/>
                  </a:moveTo>
                  <a:lnTo>
                    <a:pt x="1399892" y="510829"/>
                  </a:lnTo>
                  <a:lnTo>
                    <a:pt x="1430740" y="469487"/>
                  </a:lnTo>
                  <a:close/>
                  <a:moveTo>
                    <a:pt x="1117799" y="154835"/>
                  </a:moveTo>
                  <a:lnTo>
                    <a:pt x="1082522" y="157841"/>
                  </a:lnTo>
                  <a:lnTo>
                    <a:pt x="1055859" y="184361"/>
                  </a:lnTo>
                  <a:close/>
                  <a:moveTo>
                    <a:pt x="1157048" y="126904"/>
                  </a:moveTo>
                  <a:lnTo>
                    <a:pt x="1112998" y="132824"/>
                  </a:lnTo>
                  <a:lnTo>
                    <a:pt x="1082522" y="157841"/>
                  </a:lnTo>
                  <a:close/>
                  <a:moveTo>
                    <a:pt x="1157048" y="126904"/>
                  </a:moveTo>
                  <a:lnTo>
                    <a:pt x="1082522" y="157841"/>
                  </a:lnTo>
                  <a:lnTo>
                    <a:pt x="1117799" y="154835"/>
                  </a:lnTo>
                  <a:close/>
                  <a:moveTo>
                    <a:pt x="1145999" y="113761"/>
                  </a:moveTo>
                  <a:lnTo>
                    <a:pt x="1157048" y="126904"/>
                  </a:lnTo>
                  <a:lnTo>
                    <a:pt x="1153246" y="108730"/>
                  </a:lnTo>
                  <a:close/>
                  <a:moveTo>
                    <a:pt x="1123268" y="157001"/>
                  </a:moveTo>
                  <a:lnTo>
                    <a:pt x="1157048" y="126904"/>
                  </a:lnTo>
                  <a:lnTo>
                    <a:pt x="1117799" y="154835"/>
                  </a:lnTo>
                  <a:close/>
                  <a:moveTo>
                    <a:pt x="1123268" y="157001"/>
                  </a:moveTo>
                  <a:lnTo>
                    <a:pt x="1171942" y="155413"/>
                  </a:lnTo>
                  <a:lnTo>
                    <a:pt x="1157048" y="126904"/>
                  </a:lnTo>
                  <a:close/>
                  <a:moveTo>
                    <a:pt x="1171942" y="155413"/>
                  </a:moveTo>
                  <a:lnTo>
                    <a:pt x="1239902" y="127107"/>
                  </a:lnTo>
                  <a:lnTo>
                    <a:pt x="1153246" y="108730"/>
                  </a:lnTo>
                  <a:close/>
                  <a:moveTo>
                    <a:pt x="1153246" y="108730"/>
                  </a:moveTo>
                  <a:lnTo>
                    <a:pt x="1239902" y="127107"/>
                  </a:lnTo>
                  <a:lnTo>
                    <a:pt x="1201198" y="84636"/>
                  </a:lnTo>
                  <a:close/>
                  <a:moveTo>
                    <a:pt x="1153246" y="108730"/>
                  </a:moveTo>
                  <a:lnTo>
                    <a:pt x="1157048" y="126904"/>
                  </a:lnTo>
                  <a:lnTo>
                    <a:pt x="1171942" y="155413"/>
                  </a:lnTo>
                  <a:close/>
                  <a:moveTo>
                    <a:pt x="1150142" y="57194"/>
                  </a:moveTo>
                  <a:lnTo>
                    <a:pt x="1153246" y="108730"/>
                  </a:lnTo>
                  <a:lnTo>
                    <a:pt x="1201198" y="84636"/>
                  </a:lnTo>
                  <a:close/>
                  <a:moveTo>
                    <a:pt x="1150142" y="57194"/>
                  </a:moveTo>
                  <a:lnTo>
                    <a:pt x="1201198" y="84636"/>
                  </a:lnTo>
                  <a:lnTo>
                    <a:pt x="1197956" y="33100"/>
                  </a:lnTo>
                  <a:close/>
                  <a:moveTo>
                    <a:pt x="1201198" y="84636"/>
                  </a:moveTo>
                  <a:lnTo>
                    <a:pt x="1239902" y="127107"/>
                  </a:lnTo>
                  <a:lnTo>
                    <a:pt x="1244776" y="71439"/>
                  </a:lnTo>
                  <a:close/>
                  <a:moveTo>
                    <a:pt x="1197956" y="33100"/>
                  </a:moveTo>
                  <a:lnTo>
                    <a:pt x="1244776" y="71439"/>
                  </a:lnTo>
                  <a:lnTo>
                    <a:pt x="1225672" y="24227"/>
                  </a:lnTo>
                  <a:close/>
                  <a:moveTo>
                    <a:pt x="1197956" y="33100"/>
                  </a:moveTo>
                  <a:lnTo>
                    <a:pt x="1201198" y="84636"/>
                  </a:lnTo>
                  <a:lnTo>
                    <a:pt x="1244776" y="71439"/>
                  </a:lnTo>
                  <a:close/>
                  <a:moveTo>
                    <a:pt x="1303146" y="60542"/>
                  </a:moveTo>
                  <a:lnTo>
                    <a:pt x="1286272" y="9006"/>
                  </a:lnTo>
                  <a:lnTo>
                    <a:pt x="1244776" y="71439"/>
                  </a:lnTo>
                  <a:close/>
                  <a:moveTo>
                    <a:pt x="1286272" y="9006"/>
                  </a:moveTo>
                  <a:lnTo>
                    <a:pt x="1225672" y="24227"/>
                  </a:lnTo>
                  <a:lnTo>
                    <a:pt x="1244776" y="71439"/>
                  </a:lnTo>
                  <a:close/>
                  <a:moveTo>
                    <a:pt x="1209589" y="13771"/>
                  </a:moveTo>
                  <a:lnTo>
                    <a:pt x="1197956" y="33100"/>
                  </a:lnTo>
                  <a:lnTo>
                    <a:pt x="1225672" y="24227"/>
                  </a:lnTo>
                  <a:close/>
                  <a:moveTo>
                    <a:pt x="1289529" y="3074"/>
                  </a:moveTo>
                  <a:lnTo>
                    <a:pt x="1225672" y="24227"/>
                  </a:lnTo>
                  <a:lnTo>
                    <a:pt x="1286272" y="9006"/>
                  </a:lnTo>
                  <a:close/>
                  <a:moveTo>
                    <a:pt x="1209589" y="13771"/>
                  </a:moveTo>
                  <a:lnTo>
                    <a:pt x="1225672" y="24227"/>
                  </a:lnTo>
                  <a:lnTo>
                    <a:pt x="1289529" y="3074"/>
                  </a:lnTo>
                  <a:close/>
                  <a:moveTo>
                    <a:pt x="1376101" y="103381"/>
                  </a:moveTo>
                  <a:lnTo>
                    <a:pt x="1361120" y="112079"/>
                  </a:lnTo>
                  <a:lnTo>
                    <a:pt x="1396532" y="93564"/>
                  </a:lnTo>
                  <a:close/>
                  <a:moveTo>
                    <a:pt x="1376101" y="103381"/>
                  </a:moveTo>
                  <a:lnTo>
                    <a:pt x="1305558" y="63004"/>
                  </a:lnTo>
                  <a:lnTo>
                    <a:pt x="1361120" y="112079"/>
                  </a:lnTo>
                  <a:close/>
                  <a:moveTo>
                    <a:pt x="1305749" y="59851"/>
                  </a:moveTo>
                  <a:lnTo>
                    <a:pt x="1305558" y="63004"/>
                  </a:lnTo>
                  <a:lnTo>
                    <a:pt x="1376101" y="103381"/>
                  </a:lnTo>
                  <a:close/>
                  <a:moveTo>
                    <a:pt x="1369734" y="45815"/>
                  </a:moveTo>
                  <a:lnTo>
                    <a:pt x="1305749" y="59851"/>
                  </a:lnTo>
                  <a:lnTo>
                    <a:pt x="1376101" y="103381"/>
                  </a:lnTo>
                  <a:close/>
                  <a:moveTo>
                    <a:pt x="1376101" y="103381"/>
                  </a:moveTo>
                  <a:lnTo>
                    <a:pt x="1429392" y="98039"/>
                  </a:lnTo>
                  <a:lnTo>
                    <a:pt x="1418845" y="43871"/>
                  </a:lnTo>
                  <a:close/>
                  <a:moveTo>
                    <a:pt x="1376101" y="103381"/>
                  </a:moveTo>
                  <a:lnTo>
                    <a:pt x="1418845" y="43871"/>
                  </a:lnTo>
                  <a:lnTo>
                    <a:pt x="1369734" y="45815"/>
                  </a:lnTo>
                  <a:close/>
                  <a:moveTo>
                    <a:pt x="1303146" y="60542"/>
                  </a:moveTo>
                  <a:lnTo>
                    <a:pt x="1305558" y="63004"/>
                  </a:lnTo>
                  <a:lnTo>
                    <a:pt x="1305749" y="59851"/>
                  </a:lnTo>
                  <a:close/>
                  <a:moveTo>
                    <a:pt x="1286272" y="9006"/>
                  </a:moveTo>
                  <a:lnTo>
                    <a:pt x="1305749" y="59851"/>
                  </a:lnTo>
                  <a:lnTo>
                    <a:pt x="1293505" y="7063"/>
                  </a:lnTo>
                  <a:close/>
                  <a:moveTo>
                    <a:pt x="1286272" y="9006"/>
                  </a:moveTo>
                  <a:lnTo>
                    <a:pt x="1303146" y="60542"/>
                  </a:lnTo>
                  <a:lnTo>
                    <a:pt x="1305749" y="59851"/>
                  </a:lnTo>
                  <a:close/>
                  <a:moveTo>
                    <a:pt x="1305749" y="59851"/>
                  </a:moveTo>
                  <a:lnTo>
                    <a:pt x="1348912" y="0"/>
                  </a:lnTo>
                  <a:lnTo>
                    <a:pt x="1293505" y="7063"/>
                  </a:lnTo>
                  <a:close/>
                  <a:moveTo>
                    <a:pt x="1289529" y="3074"/>
                  </a:moveTo>
                  <a:lnTo>
                    <a:pt x="1286272" y="9006"/>
                  </a:lnTo>
                  <a:lnTo>
                    <a:pt x="1293505" y="7063"/>
                  </a:lnTo>
                  <a:close/>
                  <a:moveTo>
                    <a:pt x="1587440" y="283312"/>
                  </a:moveTo>
                  <a:lnTo>
                    <a:pt x="1564813" y="294132"/>
                  </a:lnTo>
                  <a:lnTo>
                    <a:pt x="1592244" y="292579"/>
                  </a:lnTo>
                  <a:close/>
                  <a:moveTo>
                    <a:pt x="1592244" y="292579"/>
                  </a:moveTo>
                  <a:lnTo>
                    <a:pt x="1601442" y="242595"/>
                  </a:lnTo>
                  <a:lnTo>
                    <a:pt x="1587440" y="283312"/>
                  </a:lnTo>
                  <a:close/>
                  <a:moveTo>
                    <a:pt x="1630406" y="236793"/>
                  </a:moveTo>
                  <a:lnTo>
                    <a:pt x="1601442" y="242595"/>
                  </a:lnTo>
                  <a:lnTo>
                    <a:pt x="1592244" y="29257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08" name="Output_density__4307">
              <a:extLst>
                <a:ext uri="{FF2B5EF4-FFF2-40B4-BE49-F238E27FC236}">
                  <a16:creationId xmlns:a16="http://schemas.microsoft.com/office/drawing/2014/main" id="{AE32DB2E-A9B8-A868-FD62-D51C167D036C}"/>
                </a:ext>
              </a:extLst>
            </p:cNvPr>
            <p:cNvSpPr>
              <a:spLocks noGrp="1"/>
            </p:cNvSpPr>
            <p:nvPr/>
          </p:nvSpPr>
          <p:spPr>
            <a:xfrm>
              <a:off x="15066920" y="2423625"/>
              <a:ext cx="1155788" cy="1026812"/>
            </a:xfrm>
            <a:custGeom>
              <a:avLst/>
              <a:gdLst/>
              <a:ahLst/>
              <a:cxnLst/>
              <a:rect l="0" t="0" r="0" b="0"/>
              <a:pathLst>
                <a:path w="1155788" h="1026812">
                  <a:moveTo>
                    <a:pt x="0" y="965229"/>
                  </a:moveTo>
                  <a:lnTo>
                    <a:pt x="27184" y="946074"/>
                  </a:lnTo>
                  <a:lnTo>
                    <a:pt x="51675" y="902740"/>
                  </a:lnTo>
                  <a:close/>
                  <a:moveTo>
                    <a:pt x="333106" y="851557"/>
                  </a:moveTo>
                  <a:lnTo>
                    <a:pt x="316690" y="885960"/>
                  </a:lnTo>
                  <a:lnTo>
                    <a:pt x="371517" y="820494"/>
                  </a:lnTo>
                  <a:close/>
                  <a:moveTo>
                    <a:pt x="364747" y="834959"/>
                  </a:moveTo>
                  <a:lnTo>
                    <a:pt x="333106" y="851557"/>
                  </a:lnTo>
                  <a:lnTo>
                    <a:pt x="406739" y="817283"/>
                  </a:lnTo>
                  <a:close/>
                  <a:moveTo>
                    <a:pt x="639778" y="1026812"/>
                  </a:moveTo>
                  <a:lnTo>
                    <a:pt x="681301" y="1010220"/>
                  </a:lnTo>
                  <a:lnTo>
                    <a:pt x="707600" y="973645"/>
                  </a:lnTo>
                  <a:close/>
                  <a:moveTo>
                    <a:pt x="707600" y="973645"/>
                  </a:moveTo>
                  <a:lnTo>
                    <a:pt x="745308" y="953623"/>
                  </a:lnTo>
                  <a:lnTo>
                    <a:pt x="744055" y="951181"/>
                  </a:lnTo>
                  <a:close/>
                  <a:moveTo>
                    <a:pt x="723059" y="991670"/>
                  </a:moveTo>
                  <a:lnTo>
                    <a:pt x="745308" y="953623"/>
                  </a:lnTo>
                  <a:lnTo>
                    <a:pt x="707600" y="973645"/>
                  </a:lnTo>
                  <a:close/>
                  <a:moveTo>
                    <a:pt x="681301" y="1010220"/>
                  </a:moveTo>
                  <a:lnTo>
                    <a:pt x="723059" y="991670"/>
                  </a:lnTo>
                  <a:lnTo>
                    <a:pt x="707600" y="973645"/>
                  </a:lnTo>
                  <a:close/>
                  <a:moveTo>
                    <a:pt x="604354" y="796571"/>
                  </a:moveTo>
                  <a:lnTo>
                    <a:pt x="566842" y="859280"/>
                  </a:lnTo>
                  <a:lnTo>
                    <a:pt x="586951" y="832138"/>
                  </a:lnTo>
                  <a:close/>
                  <a:moveTo>
                    <a:pt x="603177" y="804979"/>
                  </a:moveTo>
                  <a:lnTo>
                    <a:pt x="604354" y="796571"/>
                  </a:lnTo>
                  <a:lnTo>
                    <a:pt x="586951" y="832138"/>
                  </a:lnTo>
                  <a:close/>
                  <a:moveTo>
                    <a:pt x="782544" y="944275"/>
                  </a:moveTo>
                  <a:lnTo>
                    <a:pt x="744055" y="951181"/>
                  </a:lnTo>
                  <a:lnTo>
                    <a:pt x="751057" y="948949"/>
                  </a:lnTo>
                  <a:close/>
                  <a:moveTo>
                    <a:pt x="707600" y="973645"/>
                  </a:moveTo>
                  <a:lnTo>
                    <a:pt x="744055" y="951181"/>
                  </a:lnTo>
                  <a:lnTo>
                    <a:pt x="782544" y="944275"/>
                  </a:lnTo>
                  <a:close/>
                  <a:moveTo>
                    <a:pt x="801381" y="927087"/>
                  </a:moveTo>
                  <a:lnTo>
                    <a:pt x="827106" y="862361"/>
                  </a:lnTo>
                  <a:lnTo>
                    <a:pt x="817240" y="851457"/>
                  </a:lnTo>
                  <a:close/>
                  <a:moveTo>
                    <a:pt x="833969" y="731296"/>
                  </a:moveTo>
                  <a:lnTo>
                    <a:pt x="849463" y="748384"/>
                  </a:lnTo>
                  <a:lnTo>
                    <a:pt x="840796" y="717593"/>
                  </a:lnTo>
                  <a:close/>
                  <a:moveTo>
                    <a:pt x="840796" y="717593"/>
                  </a:moveTo>
                  <a:lnTo>
                    <a:pt x="849463" y="748384"/>
                  </a:lnTo>
                  <a:lnTo>
                    <a:pt x="848851" y="707933"/>
                  </a:lnTo>
                  <a:close/>
                  <a:moveTo>
                    <a:pt x="840796" y="717593"/>
                  </a:moveTo>
                  <a:lnTo>
                    <a:pt x="848851" y="707933"/>
                  </a:lnTo>
                  <a:lnTo>
                    <a:pt x="876871" y="677796"/>
                  </a:lnTo>
                  <a:close/>
                  <a:moveTo>
                    <a:pt x="876871" y="677796"/>
                  </a:moveTo>
                  <a:lnTo>
                    <a:pt x="877758" y="670936"/>
                  </a:lnTo>
                  <a:lnTo>
                    <a:pt x="870698" y="694489"/>
                  </a:lnTo>
                  <a:close/>
                  <a:moveTo>
                    <a:pt x="840796" y="717593"/>
                  </a:moveTo>
                  <a:lnTo>
                    <a:pt x="876871" y="677796"/>
                  </a:lnTo>
                  <a:lnTo>
                    <a:pt x="870698" y="694489"/>
                  </a:lnTo>
                  <a:close/>
                  <a:moveTo>
                    <a:pt x="877758" y="670936"/>
                  </a:moveTo>
                  <a:lnTo>
                    <a:pt x="876871" y="677796"/>
                  </a:lnTo>
                  <a:lnTo>
                    <a:pt x="884508" y="672753"/>
                  </a:lnTo>
                  <a:close/>
                  <a:moveTo>
                    <a:pt x="1077956" y="231089"/>
                  </a:moveTo>
                  <a:lnTo>
                    <a:pt x="1063917" y="218379"/>
                  </a:lnTo>
                  <a:lnTo>
                    <a:pt x="1026721" y="214207"/>
                  </a:lnTo>
                  <a:close/>
                  <a:moveTo>
                    <a:pt x="1155788" y="212511"/>
                  </a:moveTo>
                  <a:lnTo>
                    <a:pt x="1098272" y="229152"/>
                  </a:lnTo>
                  <a:lnTo>
                    <a:pt x="1077956" y="231089"/>
                  </a:lnTo>
                  <a:close/>
                  <a:moveTo>
                    <a:pt x="1062315" y="37709"/>
                  </a:moveTo>
                  <a:lnTo>
                    <a:pt x="1088310" y="0"/>
                  </a:lnTo>
                  <a:lnTo>
                    <a:pt x="1018357" y="48033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09" name="Output_density__4308">
              <a:extLst>
                <a:ext uri="{FF2B5EF4-FFF2-40B4-BE49-F238E27FC236}">
                  <a16:creationId xmlns:a16="http://schemas.microsoft.com/office/drawing/2014/main" id="{10128D2E-8ECC-0083-D76D-840998F84329}"/>
                </a:ext>
              </a:extLst>
            </p:cNvPr>
            <p:cNvSpPr>
              <a:spLocks noGrp="1"/>
            </p:cNvSpPr>
            <p:nvPr/>
          </p:nvSpPr>
          <p:spPr>
            <a:xfrm>
              <a:off x="14982818" y="2412354"/>
              <a:ext cx="1317303" cy="1075802"/>
            </a:xfrm>
            <a:custGeom>
              <a:avLst/>
              <a:gdLst/>
              <a:ahLst/>
              <a:cxnLst/>
              <a:rect l="0" t="0" r="0" b="0"/>
              <a:pathLst>
                <a:path w="1317303" h="1075802">
                  <a:moveTo>
                    <a:pt x="0" y="755719"/>
                  </a:moveTo>
                  <a:lnTo>
                    <a:pt x="1359" y="805840"/>
                  </a:lnTo>
                  <a:lnTo>
                    <a:pt x="2446" y="746259"/>
                  </a:lnTo>
                  <a:close/>
                  <a:moveTo>
                    <a:pt x="122525" y="952405"/>
                  </a:moveTo>
                  <a:lnTo>
                    <a:pt x="135776" y="914011"/>
                  </a:lnTo>
                  <a:lnTo>
                    <a:pt x="135612" y="898145"/>
                  </a:lnTo>
                  <a:close/>
                  <a:moveTo>
                    <a:pt x="355289" y="1075802"/>
                  </a:moveTo>
                  <a:lnTo>
                    <a:pt x="397187" y="1057775"/>
                  </a:lnTo>
                  <a:lnTo>
                    <a:pt x="422110" y="1016059"/>
                  </a:lnTo>
                  <a:close/>
                  <a:moveTo>
                    <a:pt x="383078" y="1044801"/>
                  </a:moveTo>
                  <a:lnTo>
                    <a:pt x="355289" y="1075802"/>
                  </a:lnTo>
                  <a:lnTo>
                    <a:pt x="422110" y="1016059"/>
                  </a:lnTo>
                  <a:close/>
                  <a:moveTo>
                    <a:pt x="406879" y="955024"/>
                  </a:moveTo>
                  <a:lnTo>
                    <a:pt x="432433" y="931660"/>
                  </a:lnTo>
                  <a:lnTo>
                    <a:pt x="436408" y="983197"/>
                  </a:lnTo>
                  <a:close/>
                  <a:moveTo>
                    <a:pt x="382202" y="880124"/>
                  </a:moveTo>
                  <a:lnTo>
                    <a:pt x="400792" y="897230"/>
                  </a:lnTo>
                  <a:lnTo>
                    <a:pt x="417207" y="862828"/>
                  </a:lnTo>
                  <a:close/>
                  <a:moveTo>
                    <a:pt x="274034" y="676879"/>
                  </a:moveTo>
                  <a:lnTo>
                    <a:pt x="279794" y="668663"/>
                  </a:lnTo>
                  <a:lnTo>
                    <a:pt x="253749" y="725514"/>
                  </a:lnTo>
                  <a:close/>
                  <a:moveTo>
                    <a:pt x="279794" y="668663"/>
                  </a:moveTo>
                  <a:lnTo>
                    <a:pt x="271463" y="667268"/>
                  </a:lnTo>
                  <a:lnTo>
                    <a:pt x="247535" y="622441"/>
                  </a:lnTo>
                  <a:close/>
                  <a:moveTo>
                    <a:pt x="338264" y="607448"/>
                  </a:moveTo>
                  <a:lnTo>
                    <a:pt x="330520" y="602664"/>
                  </a:lnTo>
                  <a:lnTo>
                    <a:pt x="378783" y="649884"/>
                  </a:lnTo>
                  <a:close/>
                  <a:moveTo>
                    <a:pt x="507430" y="785775"/>
                  </a:moveTo>
                  <a:lnTo>
                    <a:pt x="448848" y="846229"/>
                  </a:lnTo>
                  <a:lnTo>
                    <a:pt x="490840" y="828554"/>
                  </a:lnTo>
                  <a:close/>
                  <a:moveTo>
                    <a:pt x="338264" y="607448"/>
                  </a:moveTo>
                  <a:lnTo>
                    <a:pt x="424826" y="621515"/>
                  </a:lnTo>
                  <a:lnTo>
                    <a:pt x="373178" y="603088"/>
                  </a:lnTo>
                  <a:close/>
                  <a:moveTo>
                    <a:pt x="731322" y="807842"/>
                  </a:moveTo>
                  <a:lnTo>
                    <a:pt x="740434" y="811017"/>
                  </a:lnTo>
                  <a:lnTo>
                    <a:pt x="745138" y="810821"/>
                  </a:lnTo>
                  <a:close/>
                  <a:moveTo>
                    <a:pt x="688456" y="807842"/>
                  </a:moveTo>
                  <a:lnTo>
                    <a:pt x="687279" y="816250"/>
                  </a:lnTo>
                  <a:lnTo>
                    <a:pt x="696355" y="803107"/>
                  </a:lnTo>
                  <a:close/>
                  <a:moveTo>
                    <a:pt x="731322" y="807842"/>
                  </a:moveTo>
                  <a:lnTo>
                    <a:pt x="745138" y="810821"/>
                  </a:lnTo>
                  <a:lnTo>
                    <a:pt x="745888" y="806584"/>
                  </a:lnTo>
                  <a:close/>
                  <a:moveTo>
                    <a:pt x="745888" y="806584"/>
                  </a:moveTo>
                  <a:lnTo>
                    <a:pt x="696355" y="803107"/>
                  </a:lnTo>
                  <a:lnTo>
                    <a:pt x="731322" y="807842"/>
                  </a:lnTo>
                  <a:close/>
                  <a:moveTo>
                    <a:pt x="728064" y="612085"/>
                  </a:moveTo>
                  <a:lnTo>
                    <a:pt x="754324" y="575368"/>
                  </a:lnTo>
                  <a:lnTo>
                    <a:pt x="685869" y="629003"/>
                  </a:lnTo>
                  <a:close/>
                  <a:moveTo>
                    <a:pt x="768419" y="537296"/>
                  </a:moveTo>
                  <a:lnTo>
                    <a:pt x="754324" y="575368"/>
                  </a:lnTo>
                  <a:lnTo>
                    <a:pt x="793727" y="553508"/>
                  </a:lnTo>
                  <a:close/>
                  <a:moveTo>
                    <a:pt x="774564" y="516142"/>
                  </a:moveTo>
                  <a:lnTo>
                    <a:pt x="794869" y="552284"/>
                  </a:lnTo>
                  <a:lnTo>
                    <a:pt x="822204" y="519586"/>
                  </a:lnTo>
                  <a:close/>
                  <a:moveTo>
                    <a:pt x="961860" y="682207"/>
                  </a:moveTo>
                  <a:lnTo>
                    <a:pt x="968609" y="684024"/>
                  </a:lnTo>
                  <a:lnTo>
                    <a:pt x="967728" y="614693"/>
                  </a:lnTo>
                  <a:close/>
                  <a:moveTo>
                    <a:pt x="852394" y="497559"/>
                  </a:moveTo>
                  <a:lnTo>
                    <a:pt x="793473" y="516927"/>
                  </a:lnTo>
                  <a:lnTo>
                    <a:pt x="774564" y="516142"/>
                  </a:lnTo>
                  <a:close/>
                  <a:moveTo>
                    <a:pt x="852394" y="497559"/>
                  </a:moveTo>
                  <a:lnTo>
                    <a:pt x="774564" y="516142"/>
                  </a:lnTo>
                  <a:lnTo>
                    <a:pt x="822204" y="519586"/>
                  </a:lnTo>
                  <a:close/>
                  <a:moveTo>
                    <a:pt x="866071" y="508919"/>
                  </a:moveTo>
                  <a:lnTo>
                    <a:pt x="878566" y="505320"/>
                  </a:lnTo>
                  <a:lnTo>
                    <a:pt x="852394" y="497559"/>
                  </a:lnTo>
                  <a:close/>
                  <a:moveTo>
                    <a:pt x="866071" y="508919"/>
                  </a:moveTo>
                  <a:lnTo>
                    <a:pt x="852394" y="497559"/>
                  </a:lnTo>
                  <a:lnTo>
                    <a:pt x="822204" y="519586"/>
                  </a:lnTo>
                  <a:close/>
                  <a:moveTo>
                    <a:pt x="977467" y="544032"/>
                  </a:moveTo>
                  <a:lnTo>
                    <a:pt x="991626" y="556857"/>
                  </a:lnTo>
                  <a:lnTo>
                    <a:pt x="1009815" y="492974"/>
                  </a:lnTo>
                  <a:close/>
                  <a:moveTo>
                    <a:pt x="1005615" y="451277"/>
                  </a:moveTo>
                  <a:lnTo>
                    <a:pt x="1039220" y="406325"/>
                  </a:lnTo>
                  <a:lnTo>
                    <a:pt x="1038027" y="405596"/>
                  </a:lnTo>
                  <a:close/>
                  <a:moveTo>
                    <a:pt x="1021338" y="470285"/>
                  </a:moveTo>
                  <a:lnTo>
                    <a:pt x="1039220" y="406325"/>
                  </a:lnTo>
                  <a:lnTo>
                    <a:pt x="1005615" y="451277"/>
                  </a:lnTo>
                  <a:close/>
                  <a:moveTo>
                    <a:pt x="973515" y="466158"/>
                  </a:moveTo>
                  <a:lnTo>
                    <a:pt x="1021338" y="470285"/>
                  </a:lnTo>
                  <a:lnTo>
                    <a:pt x="1005615" y="451277"/>
                  </a:lnTo>
                  <a:close/>
                  <a:moveTo>
                    <a:pt x="1105331" y="453303"/>
                  </a:moveTo>
                  <a:lnTo>
                    <a:pt x="1189872" y="484575"/>
                  </a:lnTo>
                  <a:lnTo>
                    <a:pt x="1140292" y="470554"/>
                  </a:lnTo>
                  <a:close/>
                  <a:moveTo>
                    <a:pt x="1105331" y="453303"/>
                  </a:moveTo>
                  <a:lnTo>
                    <a:pt x="1190183" y="485045"/>
                  </a:lnTo>
                  <a:lnTo>
                    <a:pt x="1189872" y="484575"/>
                  </a:lnTo>
                  <a:close/>
                  <a:moveTo>
                    <a:pt x="1009582" y="455181"/>
                  </a:moveTo>
                  <a:lnTo>
                    <a:pt x="1038027" y="405596"/>
                  </a:lnTo>
                  <a:lnTo>
                    <a:pt x="1042222" y="403885"/>
                  </a:lnTo>
                  <a:close/>
                  <a:moveTo>
                    <a:pt x="1012766" y="354059"/>
                  </a:moveTo>
                  <a:lnTo>
                    <a:pt x="1022657" y="340316"/>
                  </a:lnTo>
                  <a:lnTo>
                    <a:pt x="1046186" y="293384"/>
                  </a:lnTo>
                  <a:close/>
                  <a:moveTo>
                    <a:pt x="1241442" y="499385"/>
                  </a:moveTo>
                  <a:lnTo>
                    <a:pt x="1190183" y="485045"/>
                  </a:lnTo>
                  <a:lnTo>
                    <a:pt x="1221662" y="497435"/>
                  </a:lnTo>
                  <a:close/>
                  <a:moveTo>
                    <a:pt x="1189872" y="484575"/>
                  </a:moveTo>
                  <a:lnTo>
                    <a:pt x="1191798" y="483731"/>
                  </a:lnTo>
                  <a:lnTo>
                    <a:pt x="1140292" y="470554"/>
                  </a:lnTo>
                  <a:close/>
                  <a:moveTo>
                    <a:pt x="1191798" y="483731"/>
                  </a:moveTo>
                  <a:lnTo>
                    <a:pt x="1259260" y="466868"/>
                  </a:lnTo>
                  <a:lnTo>
                    <a:pt x="1218233" y="452390"/>
                  </a:lnTo>
                  <a:close/>
                  <a:moveTo>
                    <a:pt x="1287422" y="496620"/>
                  </a:moveTo>
                  <a:lnTo>
                    <a:pt x="1317303" y="473440"/>
                  </a:lnTo>
                  <a:lnTo>
                    <a:pt x="1241442" y="499385"/>
                  </a:lnTo>
                  <a:close/>
                  <a:moveTo>
                    <a:pt x="1158116" y="260143"/>
                  </a:moveTo>
                  <a:lnTo>
                    <a:pt x="1162058" y="242360"/>
                  </a:lnTo>
                  <a:lnTo>
                    <a:pt x="1110823" y="225478"/>
                  </a:lnTo>
                  <a:close/>
                  <a:moveTo>
                    <a:pt x="1098503" y="254335"/>
                  </a:moveTo>
                  <a:lnTo>
                    <a:pt x="1104655" y="265623"/>
                  </a:lnTo>
                  <a:lnTo>
                    <a:pt x="1110823" y="225478"/>
                  </a:lnTo>
                  <a:close/>
                  <a:moveTo>
                    <a:pt x="1102458" y="59304"/>
                  </a:moveTo>
                  <a:lnTo>
                    <a:pt x="1151735" y="0"/>
                  </a:lnTo>
                  <a:lnTo>
                    <a:pt x="1113910" y="7128"/>
                  </a:lnTo>
                  <a:close/>
                  <a:moveTo>
                    <a:pt x="1172411" y="11271"/>
                  </a:moveTo>
                  <a:lnTo>
                    <a:pt x="1151735" y="0"/>
                  </a:lnTo>
                  <a:lnTo>
                    <a:pt x="1102458" y="5930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10" name="Output_density__4309">
              <a:extLst>
                <a:ext uri="{FF2B5EF4-FFF2-40B4-BE49-F238E27FC236}">
                  <a16:creationId xmlns:a16="http://schemas.microsoft.com/office/drawing/2014/main" id="{DB8CFC93-25B6-CC00-B723-C848EC396D07}"/>
                </a:ext>
              </a:extLst>
            </p:cNvPr>
            <p:cNvSpPr>
              <a:spLocks noGrp="1"/>
            </p:cNvSpPr>
            <p:nvPr/>
          </p:nvSpPr>
          <p:spPr>
            <a:xfrm>
              <a:off x="15817977" y="3350712"/>
              <a:ext cx="50324" cy="21862"/>
            </a:xfrm>
            <a:custGeom>
              <a:avLst/>
              <a:gdLst/>
              <a:ahLst/>
              <a:cxnLst/>
              <a:rect l="0" t="0" r="0" b="0"/>
              <a:pathLst>
                <a:path w="50324" h="21862">
                  <a:moveTo>
                    <a:pt x="50324" y="0"/>
                  </a:moveTo>
                  <a:lnTo>
                    <a:pt x="31487" y="17188"/>
                  </a:lnTo>
                  <a:lnTo>
                    <a:pt x="0" y="21862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311" name="Output_density__4310">
              <a:extLst>
                <a:ext uri="{FF2B5EF4-FFF2-40B4-BE49-F238E27FC236}">
                  <a16:creationId xmlns:a16="http://schemas.microsoft.com/office/drawing/2014/main" id="{E8AB9B05-4D62-7A2A-5E0C-82A36392C198}"/>
                </a:ext>
              </a:extLst>
            </p:cNvPr>
            <p:cNvSpPr>
              <a:spLocks noGrp="1"/>
            </p:cNvSpPr>
            <p:nvPr/>
          </p:nvSpPr>
          <p:spPr>
            <a:xfrm>
              <a:off x="14781418" y="2379945"/>
              <a:ext cx="1746587" cy="957372"/>
            </a:xfrm>
            <a:custGeom>
              <a:avLst/>
              <a:gdLst/>
              <a:ahLst/>
              <a:cxnLst/>
              <a:rect l="0" t="0" r="0" b="0"/>
              <a:pathLst>
                <a:path w="1746587" h="957372">
                  <a:moveTo>
                    <a:pt x="22024" y="776401"/>
                  </a:moveTo>
                  <a:lnTo>
                    <a:pt x="0" y="763657"/>
                  </a:lnTo>
                  <a:lnTo>
                    <a:pt x="37174" y="802762"/>
                  </a:lnTo>
                  <a:close/>
                  <a:moveTo>
                    <a:pt x="154846" y="957372"/>
                  </a:moveTo>
                  <a:lnTo>
                    <a:pt x="162286" y="933278"/>
                  </a:lnTo>
                  <a:lnTo>
                    <a:pt x="126526" y="905836"/>
                  </a:lnTo>
                  <a:close/>
                  <a:moveTo>
                    <a:pt x="106479" y="854299"/>
                  </a:moveTo>
                  <a:lnTo>
                    <a:pt x="156286" y="838049"/>
                  </a:lnTo>
                  <a:lnTo>
                    <a:pt x="83877" y="832982"/>
                  </a:lnTo>
                  <a:close/>
                  <a:moveTo>
                    <a:pt x="37174" y="802762"/>
                  </a:moveTo>
                  <a:lnTo>
                    <a:pt x="62732" y="778668"/>
                  </a:lnTo>
                  <a:lnTo>
                    <a:pt x="22024" y="776401"/>
                  </a:lnTo>
                  <a:close/>
                  <a:moveTo>
                    <a:pt x="62732" y="778668"/>
                  </a:moveTo>
                  <a:lnTo>
                    <a:pt x="56288" y="769607"/>
                  </a:lnTo>
                  <a:lnTo>
                    <a:pt x="22024" y="776401"/>
                  </a:lnTo>
                  <a:close/>
                  <a:moveTo>
                    <a:pt x="35357" y="727132"/>
                  </a:moveTo>
                  <a:lnTo>
                    <a:pt x="22024" y="776401"/>
                  </a:lnTo>
                  <a:lnTo>
                    <a:pt x="56288" y="769607"/>
                  </a:lnTo>
                  <a:close/>
                  <a:moveTo>
                    <a:pt x="302614" y="920537"/>
                  </a:moveTo>
                  <a:lnTo>
                    <a:pt x="232385" y="881741"/>
                  </a:lnTo>
                  <a:lnTo>
                    <a:pt x="266410" y="896292"/>
                  </a:lnTo>
                  <a:close/>
                  <a:moveTo>
                    <a:pt x="35357" y="727132"/>
                  </a:moveTo>
                  <a:lnTo>
                    <a:pt x="33386" y="673772"/>
                  </a:lnTo>
                  <a:lnTo>
                    <a:pt x="33419" y="684104"/>
                  </a:lnTo>
                  <a:close/>
                  <a:moveTo>
                    <a:pt x="42518" y="651501"/>
                  </a:moveTo>
                  <a:lnTo>
                    <a:pt x="33386" y="673772"/>
                  </a:lnTo>
                  <a:lnTo>
                    <a:pt x="35357" y="727132"/>
                  </a:lnTo>
                  <a:close/>
                  <a:moveTo>
                    <a:pt x="195916" y="672501"/>
                  </a:moveTo>
                  <a:lnTo>
                    <a:pt x="242806" y="678944"/>
                  </a:lnTo>
                  <a:lnTo>
                    <a:pt x="166276" y="641698"/>
                  </a:lnTo>
                  <a:close/>
                  <a:moveTo>
                    <a:pt x="242806" y="678944"/>
                  </a:moveTo>
                  <a:lnTo>
                    <a:pt x="195916" y="672501"/>
                  </a:lnTo>
                  <a:lnTo>
                    <a:pt x="199931" y="677081"/>
                  </a:lnTo>
                  <a:close/>
                  <a:moveTo>
                    <a:pt x="178856" y="505986"/>
                  </a:moveTo>
                  <a:lnTo>
                    <a:pt x="120884" y="515134"/>
                  </a:lnTo>
                  <a:lnTo>
                    <a:pt x="195143" y="534713"/>
                  </a:lnTo>
                  <a:close/>
                  <a:moveTo>
                    <a:pt x="228345" y="484172"/>
                  </a:moveTo>
                  <a:lnTo>
                    <a:pt x="172569" y="448703"/>
                  </a:lnTo>
                  <a:lnTo>
                    <a:pt x="225368" y="506155"/>
                  </a:lnTo>
                  <a:close/>
                  <a:moveTo>
                    <a:pt x="322354" y="476146"/>
                  </a:moveTo>
                  <a:lnTo>
                    <a:pt x="306483" y="466742"/>
                  </a:lnTo>
                  <a:lnTo>
                    <a:pt x="277292" y="492499"/>
                  </a:lnTo>
                  <a:close/>
                  <a:moveTo>
                    <a:pt x="277292" y="492499"/>
                  </a:moveTo>
                  <a:lnTo>
                    <a:pt x="306483" y="466742"/>
                  </a:lnTo>
                  <a:lnTo>
                    <a:pt x="228345" y="484172"/>
                  </a:lnTo>
                  <a:close/>
                  <a:moveTo>
                    <a:pt x="663881" y="816744"/>
                  </a:moveTo>
                  <a:lnTo>
                    <a:pt x="708830" y="818184"/>
                  </a:lnTo>
                  <a:lnTo>
                    <a:pt x="662954" y="791243"/>
                  </a:lnTo>
                  <a:close/>
                  <a:moveTo>
                    <a:pt x="708830" y="818184"/>
                  </a:moveTo>
                  <a:lnTo>
                    <a:pt x="714163" y="808030"/>
                  </a:lnTo>
                  <a:lnTo>
                    <a:pt x="662954" y="791243"/>
                  </a:lnTo>
                  <a:close/>
                  <a:moveTo>
                    <a:pt x="662954" y="791243"/>
                  </a:moveTo>
                  <a:lnTo>
                    <a:pt x="619723" y="761272"/>
                  </a:lnTo>
                  <a:lnTo>
                    <a:pt x="663881" y="816744"/>
                  </a:lnTo>
                  <a:close/>
                  <a:moveTo>
                    <a:pt x="613177" y="779812"/>
                  </a:moveTo>
                  <a:lnTo>
                    <a:pt x="642883" y="812809"/>
                  </a:lnTo>
                  <a:lnTo>
                    <a:pt x="663881" y="816744"/>
                  </a:lnTo>
                  <a:close/>
                  <a:moveTo>
                    <a:pt x="605177" y="763745"/>
                  </a:moveTo>
                  <a:lnTo>
                    <a:pt x="613177" y="779812"/>
                  </a:lnTo>
                  <a:lnTo>
                    <a:pt x="663881" y="816744"/>
                  </a:lnTo>
                  <a:close/>
                  <a:moveTo>
                    <a:pt x="708830" y="818184"/>
                  </a:moveTo>
                  <a:lnTo>
                    <a:pt x="720034" y="812809"/>
                  </a:lnTo>
                  <a:lnTo>
                    <a:pt x="714163" y="808030"/>
                  </a:lnTo>
                  <a:close/>
                  <a:moveTo>
                    <a:pt x="605177" y="763745"/>
                  </a:moveTo>
                  <a:lnTo>
                    <a:pt x="567379" y="743479"/>
                  </a:lnTo>
                  <a:lnTo>
                    <a:pt x="554122" y="767269"/>
                  </a:lnTo>
                  <a:close/>
                  <a:moveTo>
                    <a:pt x="391243" y="474070"/>
                  </a:moveTo>
                  <a:lnTo>
                    <a:pt x="322354" y="476146"/>
                  </a:lnTo>
                  <a:lnTo>
                    <a:pt x="361033" y="496019"/>
                  </a:lnTo>
                  <a:close/>
                  <a:moveTo>
                    <a:pt x="334804" y="455167"/>
                  </a:moveTo>
                  <a:lnTo>
                    <a:pt x="336837" y="445331"/>
                  </a:lnTo>
                  <a:lnTo>
                    <a:pt x="322354" y="476146"/>
                  </a:lnTo>
                  <a:close/>
                  <a:moveTo>
                    <a:pt x="659536" y="643562"/>
                  </a:moveTo>
                  <a:lnTo>
                    <a:pt x="708130" y="693267"/>
                  </a:lnTo>
                  <a:lnTo>
                    <a:pt x="709586" y="656016"/>
                  </a:lnTo>
                  <a:close/>
                  <a:moveTo>
                    <a:pt x="635849" y="658199"/>
                  </a:moveTo>
                  <a:lnTo>
                    <a:pt x="708130" y="693267"/>
                  </a:lnTo>
                  <a:lnTo>
                    <a:pt x="659536" y="643562"/>
                  </a:lnTo>
                  <a:close/>
                  <a:moveTo>
                    <a:pt x="543090" y="582568"/>
                  </a:moveTo>
                  <a:lnTo>
                    <a:pt x="506724" y="556480"/>
                  </a:lnTo>
                  <a:lnTo>
                    <a:pt x="504120" y="555126"/>
                  </a:lnTo>
                  <a:close/>
                  <a:moveTo>
                    <a:pt x="543090" y="582568"/>
                  </a:moveTo>
                  <a:lnTo>
                    <a:pt x="504120" y="555126"/>
                  </a:lnTo>
                  <a:lnTo>
                    <a:pt x="514120" y="531031"/>
                  </a:lnTo>
                  <a:close/>
                  <a:moveTo>
                    <a:pt x="593720" y="584830"/>
                  </a:moveTo>
                  <a:lnTo>
                    <a:pt x="595495" y="578803"/>
                  </a:lnTo>
                  <a:lnTo>
                    <a:pt x="543656" y="587550"/>
                  </a:lnTo>
                  <a:close/>
                  <a:moveTo>
                    <a:pt x="543656" y="587550"/>
                  </a:moveTo>
                  <a:lnTo>
                    <a:pt x="595495" y="578803"/>
                  </a:lnTo>
                  <a:lnTo>
                    <a:pt x="506983" y="555126"/>
                  </a:lnTo>
                  <a:close/>
                  <a:moveTo>
                    <a:pt x="506983" y="555126"/>
                  </a:moveTo>
                  <a:lnTo>
                    <a:pt x="595495" y="578803"/>
                  </a:lnTo>
                  <a:lnTo>
                    <a:pt x="536645" y="531031"/>
                  </a:lnTo>
                  <a:close/>
                  <a:moveTo>
                    <a:pt x="506983" y="555126"/>
                  </a:moveTo>
                  <a:lnTo>
                    <a:pt x="506724" y="556480"/>
                  </a:lnTo>
                  <a:lnTo>
                    <a:pt x="543656" y="587550"/>
                  </a:lnTo>
                  <a:close/>
                  <a:moveTo>
                    <a:pt x="597823" y="582568"/>
                  </a:moveTo>
                  <a:lnTo>
                    <a:pt x="593720" y="584830"/>
                  </a:lnTo>
                  <a:lnTo>
                    <a:pt x="574578" y="635497"/>
                  </a:lnTo>
                  <a:close/>
                  <a:moveTo>
                    <a:pt x="514120" y="531031"/>
                  </a:moveTo>
                  <a:lnTo>
                    <a:pt x="504120" y="555126"/>
                  </a:lnTo>
                  <a:lnTo>
                    <a:pt x="535856" y="530498"/>
                  </a:lnTo>
                  <a:close/>
                  <a:moveTo>
                    <a:pt x="536645" y="531031"/>
                  </a:moveTo>
                  <a:lnTo>
                    <a:pt x="535856" y="530498"/>
                  </a:lnTo>
                  <a:lnTo>
                    <a:pt x="506012" y="553818"/>
                  </a:lnTo>
                  <a:close/>
                  <a:moveTo>
                    <a:pt x="499232" y="393568"/>
                  </a:moveTo>
                  <a:lnTo>
                    <a:pt x="451748" y="373315"/>
                  </a:lnTo>
                  <a:lnTo>
                    <a:pt x="485573" y="382274"/>
                  </a:lnTo>
                  <a:close/>
                  <a:moveTo>
                    <a:pt x="499232" y="393568"/>
                  </a:moveTo>
                  <a:lnTo>
                    <a:pt x="485573" y="382274"/>
                  </a:lnTo>
                  <a:lnTo>
                    <a:pt x="530117" y="374142"/>
                  </a:lnTo>
                  <a:close/>
                  <a:moveTo>
                    <a:pt x="402600" y="375289"/>
                  </a:moveTo>
                  <a:lnTo>
                    <a:pt x="451748" y="373315"/>
                  </a:lnTo>
                  <a:lnTo>
                    <a:pt x="446824" y="372299"/>
                  </a:lnTo>
                  <a:close/>
                  <a:moveTo>
                    <a:pt x="558468" y="387279"/>
                  </a:moveTo>
                  <a:lnTo>
                    <a:pt x="581462" y="391433"/>
                  </a:lnTo>
                  <a:lnTo>
                    <a:pt x="530117" y="374142"/>
                  </a:lnTo>
                  <a:close/>
                  <a:moveTo>
                    <a:pt x="558468" y="387279"/>
                  </a:moveTo>
                  <a:lnTo>
                    <a:pt x="594382" y="396063"/>
                  </a:lnTo>
                  <a:lnTo>
                    <a:pt x="581462" y="391433"/>
                  </a:lnTo>
                  <a:close/>
                  <a:moveTo>
                    <a:pt x="864894" y="482635"/>
                  </a:moveTo>
                  <a:lnTo>
                    <a:pt x="925363" y="442378"/>
                  </a:lnTo>
                  <a:lnTo>
                    <a:pt x="875975" y="458750"/>
                  </a:lnTo>
                  <a:close/>
                  <a:moveTo>
                    <a:pt x="919476" y="512028"/>
                  </a:moveTo>
                  <a:lnTo>
                    <a:pt x="975964" y="548551"/>
                  </a:lnTo>
                  <a:lnTo>
                    <a:pt x="966382" y="486193"/>
                  </a:lnTo>
                  <a:close/>
                  <a:moveTo>
                    <a:pt x="1473202" y="802795"/>
                  </a:moveTo>
                  <a:lnTo>
                    <a:pt x="1408572" y="817356"/>
                  </a:lnTo>
                  <a:lnTo>
                    <a:pt x="1404082" y="831354"/>
                  </a:lnTo>
                  <a:close/>
                  <a:moveTo>
                    <a:pt x="1583820" y="248904"/>
                  </a:moveTo>
                  <a:lnTo>
                    <a:pt x="1636016" y="244452"/>
                  </a:lnTo>
                  <a:lnTo>
                    <a:pt x="1624149" y="191357"/>
                  </a:lnTo>
                  <a:close/>
                  <a:moveTo>
                    <a:pt x="1622351" y="313998"/>
                  </a:moveTo>
                  <a:lnTo>
                    <a:pt x="1679692" y="241904"/>
                  </a:lnTo>
                  <a:lnTo>
                    <a:pt x="1636016" y="244452"/>
                  </a:lnTo>
                  <a:close/>
                  <a:moveTo>
                    <a:pt x="1686227" y="243241"/>
                  </a:moveTo>
                  <a:lnTo>
                    <a:pt x="1679692" y="241904"/>
                  </a:lnTo>
                  <a:lnTo>
                    <a:pt x="1622351" y="313998"/>
                  </a:lnTo>
                  <a:close/>
                  <a:moveTo>
                    <a:pt x="1548461" y="138831"/>
                  </a:moveTo>
                  <a:lnTo>
                    <a:pt x="1528937" y="179190"/>
                  </a:lnTo>
                  <a:lnTo>
                    <a:pt x="1538241" y="160474"/>
                  </a:lnTo>
                  <a:close/>
                  <a:moveTo>
                    <a:pt x="1538241" y="160474"/>
                  </a:moveTo>
                  <a:lnTo>
                    <a:pt x="1528937" y="179190"/>
                  </a:lnTo>
                  <a:lnTo>
                    <a:pt x="1529631" y="192234"/>
                  </a:lnTo>
                  <a:close/>
                  <a:moveTo>
                    <a:pt x="1538241" y="160474"/>
                  </a:moveTo>
                  <a:lnTo>
                    <a:pt x="1608088" y="141671"/>
                  </a:lnTo>
                  <a:lnTo>
                    <a:pt x="1561544" y="126426"/>
                  </a:lnTo>
                  <a:close/>
                  <a:moveTo>
                    <a:pt x="1746587" y="230524"/>
                  </a:moveTo>
                  <a:lnTo>
                    <a:pt x="1686584" y="241323"/>
                  </a:lnTo>
                  <a:lnTo>
                    <a:pt x="1686227" y="243241"/>
                  </a:lnTo>
                  <a:close/>
                  <a:moveTo>
                    <a:pt x="1525485" y="70118"/>
                  </a:moveTo>
                  <a:lnTo>
                    <a:pt x="1552580" y="23331"/>
                  </a:lnTo>
                  <a:lnTo>
                    <a:pt x="1513123" y="17427"/>
                  </a:lnTo>
                  <a:close/>
                  <a:moveTo>
                    <a:pt x="1513123" y="17427"/>
                  </a:moveTo>
                  <a:lnTo>
                    <a:pt x="1552580" y="23331"/>
                  </a:lnTo>
                  <a:lnTo>
                    <a:pt x="1527729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12" name="Output_density__4311">
              <a:extLst>
                <a:ext uri="{FF2B5EF4-FFF2-40B4-BE49-F238E27FC236}">
                  <a16:creationId xmlns:a16="http://schemas.microsoft.com/office/drawing/2014/main" id="{84A92073-D302-3190-A5BF-F1F37ACFDAB6}"/>
                </a:ext>
              </a:extLst>
            </p:cNvPr>
            <p:cNvSpPr>
              <a:spLocks noGrp="1"/>
            </p:cNvSpPr>
            <p:nvPr/>
          </p:nvSpPr>
          <p:spPr>
            <a:xfrm>
              <a:off x="14865295" y="2456842"/>
              <a:ext cx="1552139" cy="1031314"/>
            </a:xfrm>
            <a:custGeom>
              <a:avLst/>
              <a:gdLst/>
              <a:ahLst/>
              <a:cxnLst/>
              <a:rect l="0" t="0" r="0" b="0"/>
              <a:pathLst>
                <a:path w="1552139" h="1031314">
                  <a:moveTo>
                    <a:pt x="74081" y="885278"/>
                  </a:moveTo>
                  <a:lnTo>
                    <a:pt x="115428" y="932012"/>
                  </a:lnTo>
                  <a:lnTo>
                    <a:pt x="84661" y="897942"/>
                  </a:lnTo>
                  <a:close/>
                  <a:moveTo>
                    <a:pt x="84661" y="897942"/>
                  </a:moveTo>
                  <a:lnTo>
                    <a:pt x="115428" y="932012"/>
                  </a:lnTo>
                  <a:lnTo>
                    <a:pt x="104831" y="923022"/>
                  </a:lnTo>
                  <a:close/>
                  <a:moveTo>
                    <a:pt x="0" y="756085"/>
                  </a:moveTo>
                  <a:lnTo>
                    <a:pt x="77816" y="737451"/>
                  </a:lnTo>
                  <a:lnTo>
                    <a:pt x="29595" y="731836"/>
                  </a:lnTo>
                  <a:close/>
                  <a:moveTo>
                    <a:pt x="378367" y="986897"/>
                  </a:moveTo>
                  <a:lnTo>
                    <a:pt x="420253" y="962803"/>
                  </a:lnTo>
                  <a:lnTo>
                    <a:pt x="364290" y="974921"/>
                  </a:lnTo>
                  <a:close/>
                  <a:moveTo>
                    <a:pt x="420253" y="962803"/>
                  </a:moveTo>
                  <a:lnTo>
                    <a:pt x="390335" y="937399"/>
                  </a:lnTo>
                  <a:lnTo>
                    <a:pt x="364290" y="974921"/>
                  </a:lnTo>
                  <a:close/>
                  <a:moveTo>
                    <a:pt x="421860" y="1015488"/>
                  </a:moveTo>
                  <a:lnTo>
                    <a:pt x="472812" y="1031314"/>
                  </a:lnTo>
                  <a:lnTo>
                    <a:pt x="500601" y="1000314"/>
                  </a:lnTo>
                  <a:close/>
                  <a:moveTo>
                    <a:pt x="450671" y="988310"/>
                  </a:moveTo>
                  <a:lnTo>
                    <a:pt x="500601" y="1000314"/>
                  </a:lnTo>
                  <a:lnTo>
                    <a:pt x="526367" y="961749"/>
                  </a:lnTo>
                  <a:close/>
                  <a:moveTo>
                    <a:pt x="500601" y="1000314"/>
                  </a:moveTo>
                  <a:lnTo>
                    <a:pt x="539633" y="971571"/>
                  </a:lnTo>
                  <a:lnTo>
                    <a:pt x="526367" y="961749"/>
                  </a:lnTo>
                  <a:close/>
                  <a:moveTo>
                    <a:pt x="94979" y="429089"/>
                  </a:moveTo>
                  <a:lnTo>
                    <a:pt x="124596" y="474880"/>
                  </a:lnTo>
                  <a:lnTo>
                    <a:pt x="138184" y="494689"/>
                  </a:lnTo>
                  <a:close/>
                  <a:moveTo>
                    <a:pt x="538954" y="923467"/>
                  </a:moveTo>
                  <a:lnTo>
                    <a:pt x="526367" y="961749"/>
                  </a:lnTo>
                  <a:lnTo>
                    <a:pt x="553931" y="938709"/>
                  </a:lnTo>
                  <a:close/>
                  <a:moveTo>
                    <a:pt x="565402" y="863079"/>
                  </a:moveTo>
                  <a:lnTo>
                    <a:pt x="540951" y="881375"/>
                  </a:lnTo>
                  <a:lnTo>
                    <a:pt x="553931" y="938709"/>
                  </a:lnTo>
                  <a:close/>
                  <a:moveTo>
                    <a:pt x="541827" y="749752"/>
                  </a:moveTo>
                  <a:lnTo>
                    <a:pt x="566372" y="801742"/>
                  </a:lnTo>
                  <a:lnTo>
                    <a:pt x="580004" y="739847"/>
                  </a:lnTo>
                  <a:close/>
                  <a:moveTo>
                    <a:pt x="624953" y="741287"/>
                  </a:moveTo>
                  <a:lnTo>
                    <a:pt x="580004" y="739847"/>
                  </a:lnTo>
                  <a:lnTo>
                    <a:pt x="566372" y="801742"/>
                  </a:lnTo>
                  <a:close/>
                  <a:moveTo>
                    <a:pt x="244465" y="446266"/>
                  </a:moveTo>
                  <a:lnTo>
                    <a:pt x="238477" y="399249"/>
                  </a:lnTo>
                  <a:lnTo>
                    <a:pt x="307366" y="397173"/>
                  </a:lnTo>
                  <a:close/>
                  <a:moveTo>
                    <a:pt x="646669" y="787448"/>
                  </a:moveTo>
                  <a:lnTo>
                    <a:pt x="664511" y="809852"/>
                  </a:lnTo>
                  <a:lnTo>
                    <a:pt x="703826" y="831408"/>
                  </a:lnTo>
                  <a:close/>
                  <a:moveTo>
                    <a:pt x="509843" y="507933"/>
                  </a:moveTo>
                  <a:lnTo>
                    <a:pt x="450107" y="581302"/>
                  </a:lnTo>
                  <a:lnTo>
                    <a:pt x="490701" y="558600"/>
                  </a:lnTo>
                  <a:close/>
                  <a:moveTo>
                    <a:pt x="450077" y="581283"/>
                  </a:moveTo>
                  <a:lnTo>
                    <a:pt x="450107" y="581302"/>
                  </a:lnTo>
                  <a:lnTo>
                    <a:pt x="509843" y="507933"/>
                  </a:lnTo>
                  <a:close/>
                  <a:moveTo>
                    <a:pt x="459779" y="510653"/>
                  </a:moveTo>
                  <a:lnTo>
                    <a:pt x="450077" y="581283"/>
                  </a:lnTo>
                  <a:lnTo>
                    <a:pt x="509843" y="507933"/>
                  </a:lnTo>
                  <a:close/>
                  <a:moveTo>
                    <a:pt x="563802" y="557208"/>
                  </a:moveTo>
                  <a:lnTo>
                    <a:pt x="557045" y="570284"/>
                  </a:lnTo>
                  <a:lnTo>
                    <a:pt x="575659" y="566665"/>
                  </a:lnTo>
                  <a:close/>
                  <a:moveTo>
                    <a:pt x="885199" y="894629"/>
                  </a:moveTo>
                  <a:lnTo>
                    <a:pt x="884708" y="969501"/>
                  </a:lnTo>
                  <a:lnTo>
                    <a:pt x="936024" y="905729"/>
                  </a:lnTo>
                  <a:close/>
                  <a:moveTo>
                    <a:pt x="585431" y="533114"/>
                  </a:moveTo>
                  <a:lnTo>
                    <a:pt x="563802" y="557208"/>
                  </a:lnTo>
                  <a:lnTo>
                    <a:pt x="575659" y="566665"/>
                  </a:lnTo>
                  <a:close/>
                  <a:moveTo>
                    <a:pt x="575659" y="566665"/>
                  </a:moveTo>
                  <a:lnTo>
                    <a:pt x="625709" y="579120"/>
                  </a:lnTo>
                  <a:lnTo>
                    <a:pt x="604434" y="539354"/>
                  </a:lnTo>
                  <a:close/>
                  <a:moveTo>
                    <a:pt x="643030" y="538362"/>
                  </a:moveTo>
                  <a:lnTo>
                    <a:pt x="675709" y="549776"/>
                  </a:lnTo>
                  <a:lnTo>
                    <a:pt x="648570" y="529693"/>
                  </a:lnTo>
                  <a:close/>
                  <a:moveTo>
                    <a:pt x="799411" y="474511"/>
                  </a:moveTo>
                  <a:lnTo>
                    <a:pt x="761142" y="466329"/>
                  </a:lnTo>
                  <a:lnTo>
                    <a:pt x="835599" y="435132"/>
                  </a:lnTo>
                  <a:close/>
                  <a:moveTo>
                    <a:pt x="1457376" y="378362"/>
                  </a:moveTo>
                  <a:lnTo>
                    <a:pt x="1413523" y="392512"/>
                  </a:lnTo>
                  <a:lnTo>
                    <a:pt x="1383356" y="411192"/>
                  </a:lnTo>
                  <a:close/>
                  <a:moveTo>
                    <a:pt x="1457376" y="378362"/>
                  </a:moveTo>
                  <a:lnTo>
                    <a:pt x="1475387" y="317457"/>
                  </a:lnTo>
                  <a:lnTo>
                    <a:pt x="1415041" y="391899"/>
                  </a:lnTo>
                  <a:close/>
                  <a:moveTo>
                    <a:pt x="1475413" y="316269"/>
                  </a:moveTo>
                  <a:lnTo>
                    <a:pt x="1475387" y="317457"/>
                  </a:lnTo>
                  <a:lnTo>
                    <a:pt x="1469758" y="289757"/>
                  </a:lnTo>
                  <a:close/>
                  <a:moveTo>
                    <a:pt x="1475387" y="317457"/>
                  </a:moveTo>
                  <a:lnTo>
                    <a:pt x="1487026" y="316269"/>
                  </a:lnTo>
                  <a:lnTo>
                    <a:pt x="1469758" y="289757"/>
                  </a:lnTo>
                  <a:close/>
                  <a:moveTo>
                    <a:pt x="1494183" y="246180"/>
                  </a:moveTo>
                  <a:lnTo>
                    <a:pt x="1487026" y="316269"/>
                  </a:lnTo>
                  <a:lnTo>
                    <a:pt x="1536394" y="243099"/>
                  </a:lnTo>
                  <a:close/>
                  <a:moveTo>
                    <a:pt x="1536394" y="243099"/>
                  </a:moveTo>
                  <a:lnTo>
                    <a:pt x="1518493" y="240638"/>
                  </a:lnTo>
                  <a:lnTo>
                    <a:pt x="1494183" y="246180"/>
                  </a:lnTo>
                  <a:close/>
                  <a:moveTo>
                    <a:pt x="1518493" y="240638"/>
                  </a:moveTo>
                  <a:lnTo>
                    <a:pt x="1536394" y="243099"/>
                  </a:lnTo>
                  <a:lnTo>
                    <a:pt x="1538474" y="237101"/>
                  </a:lnTo>
                  <a:close/>
                  <a:moveTo>
                    <a:pt x="1495972" y="237979"/>
                  </a:moveTo>
                  <a:lnTo>
                    <a:pt x="1518493" y="240638"/>
                  </a:lnTo>
                  <a:lnTo>
                    <a:pt x="1552139" y="167556"/>
                  </a:lnTo>
                  <a:close/>
                  <a:moveTo>
                    <a:pt x="1479990" y="0"/>
                  </a:moveTo>
                  <a:lnTo>
                    <a:pt x="1464584" y="61934"/>
                  </a:lnTo>
                  <a:lnTo>
                    <a:pt x="1477667" y="49530"/>
                  </a:lnTo>
                  <a:close/>
                  <a:moveTo>
                    <a:pt x="1441683" y="55904"/>
                  </a:moveTo>
                  <a:lnTo>
                    <a:pt x="1464584" y="61934"/>
                  </a:lnTo>
                  <a:lnTo>
                    <a:pt x="1479990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13" name="Output_density__4312">
              <a:extLst>
                <a:ext uri="{FF2B5EF4-FFF2-40B4-BE49-F238E27FC236}">
                  <a16:creationId xmlns:a16="http://schemas.microsoft.com/office/drawing/2014/main" id="{02ED1AA4-6496-D424-E25E-A165DBDA50D2}"/>
                </a:ext>
              </a:extLst>
            </p:cNvPr>
            <p:cNvSpPr>
              <a:spLocks noGrp="1"/>
            </p:cNvSpPr>
            <p:nvPr/>
          </p:nvSpPr>
          <p:spPr>
            <a:xfrm>
              <a:off x="14818593" y="2403276"/>
              <a:ext cx="1631854" cy="1069054"/>
            </a:xfrm>
            <a:custGeom>
              <a:avLst/>
              <a:gdLst/>
              <a:ahLst/>
              <a:cxnLst/>
              <a:rect l="0" t="0" r="0" b="0"/>
              <a:pathLst>
                <a:path w="1631854" h="1069054">
                  <a:moveTo>
                    <a:pt x="117672" y="934041"/>
                  </a:moveTo>
                  <a:lnTo>
                    <a:pt x="120784" y="938844"/>
                  </a:lnTo>
                  <a:lnTo>
                    <a:pt x="131364" y="951508"/>
                  </a:lnTo>
                  <a:close/>
                  <a:moveTo>
                    <a:pt x="117672" y="934041"/>
                  </a:moveTo>
                  <a:lnTo>
                    <a:pt x="89351" y="882505"/>
                  </a:lnTo>
                  <a:lnTo>
                    <a:pt x="89672" y="901395"/>
                  </a:lnTo>
                  <a:close/>
                  <a:moveTo>
                    <a:pt x="117672" y="934041"/>
                  </a:moveTo>
                  <a:lnTo>
                    <a:pt x="131364" y="951508"/>
                  </a:lnTo>
                  <a:lnTo>
                    <a:pt x="148577" y="961484"/>
                  </a:lnTo>
                  <a:close/>
                  <a:moveTo>
                    <a:pt x="46703" y="809651"/>
                  </a:moveTo>
                  <a:lnTo>
                    <a:pt x="119112" y="814718"/>
                  </a:lnTo>
                  <a:lnTo>
                    <a:pt x="124519" y="791017"/>
                  </a:lnTo>
                  <a:close/>
                  <a:moveTo>
                    <a:pt x="25558" y="755337"/>
                  </a:moveTo>
                  <a:lnTo>
                    <a:pt x="46703" y="809651"/>
                  </a:lnTo>
                  <a:lnTo>
                    <a:pt x="76298" y="785402"/>
                  </a:lnTo>
                  <a:close/>
                  <a:moveTo>
                    <a:pt x="25558" y="755337"/>
                  </a:moveTo>
                  <a:lnTo>
                    <a:pt x="0" y="779431"/>
                  </a:lnTo>
                  <a:lnTo>
                    <a:pt x="46703" y="809651"/>
                  </a:lnTo>
                  <a:close/>
                  <a:moveTo>
                    <a:pt x="466956" y="1016369"/>
                  </a:moveTo>
                  <a:lnTo>
                    <a:pt x="468562" y="1069054"/>
                  </a:lnTo>
                  <a:lnTo>
                    <a:pt x="497374" y="1041876"/>
                  </a:lnTo>
                  <a:close/>
                  <a:moveTo>
                    <a:pt x="466956" y="1016369"/>
                  </a:moveTo>
                  <a:lnTo>
                    <a:pt x="425070" y="1040463"/>
                  </a:lnTo>
                  <a:lnTo>
                    <a:pt x="468562" y="1069054"/>
                  </a:lnTo>
                  <a:close/>
                  <a:moveTo>
                    <a:pt x="497374" y="1041876"/>
                  </a:moveTo>
                  <a:lnTo>
                    <a:pt x="468562" y="1069054"/>
                  </a:lnTo>
                  <a:lnTo>
                    <a:pt x="547304" y="1053880"/>
                  </a:lnTo>
                  <a:close/>
                  <a:moveTo>
                    <a:pt x="129102" y="618367"/>
                  </a:moveTo>
                  <a:lnTo>
                    <a:pt x="175632" y="618522"/>
                  </a:lnTo>
                  <a:lnTo>
                    <a:pt x="139764" y="578218"/>
                  </a:lnTo>
                  <a:close/>
                  <a:moveTo>
                    <a:pt x="175632" y="618522"/>
                  </a:moveTo>
                  <a:lnTo>
                    <a:pt x="182256" y="562411"/>
                  </a:lnTo>
                  <a:lnTo>
                    <a:pt x="139764" y="578218"/>
                  </a:lnTo>
                  <a:close/>
                  <a:moveTo>
                    <a:pt x="141682" y="482655"/>
                  </a:moveTo>
                  <a:lnTo>
                    <a:pt x="184887" y="548255"/>
                  </a:lnTo>
                  <a:lnTo>
                    <a:pt x="188193" y="482824"/>
                  </a:lnTo>
                  <a:close/>
                  <a:moveTo>
                    <a:pt x="516948" y="743939"/>
                  </a:moveTo>
                  <a:lnTo>
                    <a:pt x="530205" y="720149"/>
                  </a:lnTo>
                  <a:lnTo>
                    <a:pt x="538128" y="686405"/>
                  </a:lnTo>
                  <a:close/>
                  <a:moveTo>
                    <a:pt x="367325" y="555889"/>
                  </a:moveTo>
                  <a:lnTo>
                    <a:pt x="393010" y="480258"/>
                  </a:lnTo>
                  <a:lnTo>
                    <a:pt x="367223" y="504352"/>
                  </a:lnTo>
                  <a:close/>
                  <a:moveTo>
                    <a:pt x="367223" y="504352"/>
                  </a:moveTo>
                  <a:lnTo>
                    <a:pt x="393010" y="480258"/>
                  </a:lnTo>
                  <a:lnTo>
                    <a:pt x="323859" y="472688"/>
                  </a:lnTo>
                  <a:close/>
                  <a:moveTo>
                    <a:pt x="393010" y="480258"/>
                  </a:moveTo>
                  <a:lnTo>
                    <a:pt x="354069" y="450739"/>
                  </a:lnTo>
                  <a:lnTo>
                    <a:pt x="323859" y="472688"/>
                  </a:lnTo>
                  <a:close/>
                  <a:moveTo>
                    <a:pt x="829213" y="1047161"/>
                  </a:moveTo>
                  <a:lnTo>
                    <a:pt x="810904" y="995624"/>
                  </a:lnTo>
                  <a:lnTo>
                    <a:pt x="814902" y="1005332"/>
                  </a:lnTo>
                  <a:close/>
                  <a:moveTo>
                    <a:pt x="693372" y="841014"/>
                  </a:moveTo>
                  <a:lnTo>
                    <a:pt x="750529" y="884974"/>
                  </a:lnTo>
                  <a:lnTo>
                    <a:pt x="749643" y="868457"/>
                  </a:lnTo>
                  <a:close/>
                  <a:moveTo>
                    <a:pt x="603748" y="623850"/>
                  </a:moveTo>
                  <a:lnTo>
                    <a:pt x="598675" y="634868"/>
                  </a:lnTo>
                  <a:lnTo>
                    <a:pt x="622362" y="620231"/>
                  </a:lnTo>
                  <a:close/>
                  <a:moveTo>
                    <a:pt x="506481" y="564219"/>
                  </a:moveTo>
                  <a:lnTo>
                    <a:pt x="469550" y="533149"/>
                  </a:lnTo>
                  <a:lnTo>
                    <a:pt x="505915" y="559237"/>
                  </a:lnTo>
                  <a:close/>
                  <a:moveTo>
                    <a:pt x="560649" y="559237"/>
                  </a:moveTo>
                  <a:lnTo>
                    <a:pt x="603748" y="623850"/>
                  </a:lnTo>
                  <a:lnTo>
                    <a:pt x="610505" y="610774"/>
                  </a:lnTo>
                  <a:close/>
                  <a:moveTo>
                    <a:pt x="537404" y="612166"/>
                  </a:moveTo>
                  <a:lnTo>
                    <a:pt x="603748" y="623850"/>
                  </a:lnTo>
                  <a:lnTo>
                    <a:pt x="560649" y="559237"/>
                  </a:lnTo>
                  <a:close/>
                  <a:moveTo>
                    <a:pt x="818582" y="751369"/>
                  </a:moveTo>
                  <a:lnTo>
                    <a:pt x="833381" y="802080"/>
                  </a:lnTo>
                  <a:lnTo>
                    <a:pt x="867094" y="749912"/>
                  </a:lnTo>
                  <a:close/>
                  <a:moveTo>
                    <a:pt x="689733" y="591928"/>
                  </a:moveTo>
                  <a:lnTo>
                    <a:pt x="672412" y="632686"/>
                  </a:lnTo>
                  <a:lnTo>
                    <a:pt x="738906" y="652676"/>
                  </a:lnTo>
                  <a:close/>
                  <a:moveTo>
                    <a:pt x="632134" y="586680"/>
                  </a:moveTo>
                  <a:lnTo>
                    <a:pt x="564610" y="554944"/>
                  </a:lnTo>
                  <a:lnTo>
                    <a:pt x="560649" y="559237"/>
                  </a:lnTo>
                  <a:close/>
                  <a:moveTo>
                    <a:pt x="632134" y="586680"/>
                  </a:moveTo>
                  <a:lnTo>
                    <a:pt x="560649" y="559237"/>
                  </a:lnTo>
                  <a:lnTo>
                    <a:pt x="610505" y="610774"/>
                  </a:lnTo>
                  <a:close/>
                  <a:moveTo>
                    <a:pt x="584137" y="413582"/>
                  </a:moveTo>
                  <a:lnTo>
                    <a:pt x="611889" y="429003"/>
                  </a:lnTo>
                  <a:lnTo>
                    <a:pt x="557208" y="372732"/>
                  </a:lnTo>
                  <a:close/>
                  <a:moveTo>
                    <a:pt x="905065" y="462862"/>
                  </a:moveTo>
                  <a:lnTo>
                    <a:pt x="882302" y="488698"/>
                  </a:lnTo>
                  <a:lnTo>
                    <a:pt x="887509" y="482344"/>
                  </a:lnTo>
                  <a:close/>
                  <a:moveTo>
                    <a:pt x="887509" y="482344"/>
                  </a:moveTo>
                  <a:lnTo>
                    <a:pt x="888189" y="419047"/>
                  </a:lnTo>
                  <a:lnTo>
                    <a:pt x="827720" y="459305"/>
                  </a:lnTo>
                  <a:close/>
                  <a:moveTo>
                    <a:pt x="938789" y="525221"/>
                  </a:moveTo>
                  <a:lnTo>
                    <a:pt x="957699" y="526005"/>
                  </a:lnTo>
                  <a:lnTo>
                    <a:pt x="929208" y="462862"/>
                  </a:lnTo>
                  <a:close/>
                  <a:moveTo>
                    <a:pt x="1088494" y="645882"/>
                  </a:moveTo>
                  <a:lnTo>
                    <a:pt x="1116745" y="660896"/>
                  </a:lnTo>
                  <a:lnTo>
                    <a:pt x="1097518" y="613785"/>
                  </a:lnTo>
                  <a:close/>
                  <a:moveTo>
                    <a:pt x="1522090" y="371023"/>
                  </a:moveTo>
                  <a:lnTo>
                    <a:pt x="1504078" y="431928"/>
                  </a:lnTo>
                  <a:lnTo>
                    <a:pt x="1533729" y="369835"/>
                  </a:lnTo>
                  <a:close/>
                  <a:moveTo>
                    <a:pt x="1504078" y="431928"/>
                  </a:moveTo>
                  <a:lnTo>
                    <a:pt x="1529770" y="445465"/>
                  </a:lnTo>
                  <a:lnTo>
                    <a:pt x="1533729" y="369835"/>
                  </a:lnTo>
                  <a:close/>
                  <a:moveTo>
                    <a:pt x="1533729" y="369835"/>
                  </a:moveTo>
                  <a:lnTo>
                    <a:pt x="1572317" y="377485"/>
                  </a:lnTo>
                  <a:lnTo>
                    <a:pt x="1574037" y="366773"/>
                  </a:lnTo>
                  <a:close/>
                  <a:moveTo>
                    <a:pt x="1583096" y="296665"/>
                  </a:moveTo>
                  <a:lnTo>
                    <a:pt x="1533729" y="369835"/>
                  </a:lnTo>
                  <a:lnTo>
                    <a:pt x="1574037" y="366773"/>
                  </a:lnTo>
                  <a:close/>
                  <a:moveTo>
                    <a:pt x="1583096" y="296665"/>
                  </a:moveTo>
                  <a:lnTo>
                    <a:pt x="1631854" y="295008"/>
                  </a:lnTo>
                  <a:lnTo>
                    <a:pt x="1585177" y="290667"/>
                  </a:lnTo>
                  <a:close/>
                  <a:moveTo>
                    <a:pt x="1598842" y="221122"/>
                  </a:moveTo>
                  <a:lnTo>
                    <a:pt x="1565196" y="294204"/>
                  </a:lnTo>
                  <a:lnTo>
                    <a:pt x="1585177" y="290667"/>
                  </a:lnTo>
                  <a:close/>
                  <a:moveTo>
                    <a:pt x="1546646" y="225573"/>
                  </a:moveTo>
                  <a:lnTo>
                    <a:pt x="1542675" y="291545"/>
                  </a:lnTo>
                  <a:lnTo>
                    <a:pt x="1598842" y="221122"/>
                  </a:lnTo>
                  <a:close/>
                  <a:moveTo>
                    <a:pt x="1570914" y="118340"/>
                  </a:moveTo>
                  <a:lnTo>
                    <a:pt x="1568405" y="93059"/>
                  </a:lnTo>
                  <a:lnTo>
                    <a:pt x="1524370" y="103096"/>
                  </a:lnTo>
                  <a:close/>
                  <a:moveTo>
                    <a:pt x="1511287" y="115500"/>
                  </a:moveTo>
                  <a:lnTo>
                    <a:pt x="1501067" y="137143"/>
                  </a:lnTo>
                  <a:lnTo>
                    <a:pt x="1524370" y="103096"/>
                  </a:lnTo>
                  <a:close/>
                  <a:moveTo>
                    <a:pt x="1488311" y="46788"/>
                  </a:moveTo>
                  <a:lnTo>
                    <a:pt x="1526693" y="53566"/>
                  </a:lnTo>
                  <a:lnTo>
                    <a:pt x="1515406" y="0"/>
                  </a:lnTo>
                  <a:close/>
                  <a:moveTo>
                    <a:pt x="1566874" y="58882"/>
                  </a:moveTo>
                  <a:lnTo>
                    <a:pt x="1524370" y="103096"/>
                  </a:lnTo>
                  <a:lnTo>
                    <a:pt x="1568405" y="93059"/>
                  </a:lnTo>
                  <a:close/>
                  <a:moveTo>
                    <a:pt x="1566874" y="58882"/>
                  </a:moveTo>
                  <a:lnTo>
                    <a:pt x="1526693" y="53566"/>
                  </a:lnTo>
                  <a:lnTo>
                    <a:pt x="1524370" y="103096"/>
                  </a:lnTo>
                  <a:close/>
                  <a:moveTo>
                    <a:pt x="1526693" y="53566"/>
                  </a:moveTo>
                  <a:lnTo>
                    <a:pt x="1553571" y="6954"/>
                  </a:lnTo>
                  <a:lnTo>
                    <a:pt x="151540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14" name="Output_density__4313">
              <a:extLst>
                <a:ext uri="{FF2B5EF4-FFF2-40B4-BE49-F238E27FC236}">
                  <a16:creationId xmlns:a16="http://schemas.microsoft.com/office/drawing/2014/main" id="{FFAB70AF-05D7-1CA7-2E7B-0681F1A95C93}"/>
                </a:ext>
              </a:extLst>
            </p:cNvPr>
            <p:cNvSpPr>
              <a:spLocks noGrp="1"/>
            </p:cNvSpPr>
            <p:nvPr/>
          </p:nvSpPr>
          <p:spPr>
            <a:xfrm>
              <a:off x="14781418" y="2369746"/>
              <a:ext cx="1686584" cy="1038862"/>
            </a:xfrm>
            <a:custGeom>
              <a:avLst/>
              <a:gdLst/>
              <a:ahLst/>
              <a:cxnLst/>
              <a:rect l="0" t="0" r="0" b="0"/>
              <a:pathLst>
                <a:path w="1686584" h="1038862">
                  <a:moveTo>
                    <a:pt x="9769" y="761425"/>
                  </a:moveTo>
                  <a:lnTo>
                    <a:pt x="0" y="773856"/>
                  </a:lnTo>
                  <a:lnTo>
                    <a:pt x="22024" y="786600"/>
                  </a:lnTo>
                  <a:close/>
                  <a:moveTo>
                    <a:pt x="162286" y="943477"/>
                  </a:moveTo>
                  <a:lnTo>
                    <a:pt x="182493" y="902313"/>
                  </a:lnTo>
                  <a:lnTo>
                    <a:pt x="126526" y="916035"/>
                  </a:lnTo>
                  <a:close/>
                  <a:moveTo>
                    <a:pt x="106479" y="864498"/>
                  </a:moveTo>
                  <a:lnTo>
                    <a:pt x="170623" y="899336"/>
                  </a:lnTo>
                  <a:lnTo>
                    <a:pt x="156286" y="848248"/>
                  </a:lnTo>
                  <a:close/>
                  <a:moveTo>
                    <a:pt x="106479" y="864498"/>
                  </a:moveTo>
                  <a:lnTo>
                    <a:pt x="126526" y="916035"/>
                  </a:lnTo>
                  <a:lnTo>
                    <a:pt x="170623" y="899336"/>
                  </a:lnTo>
                  <a:close/>
                  <a:moveTo>
                    <a:pt x="170623" y="899336"/>
                  </a:moveTo>
                  <a:lnTo>
                    <a:pt x="202759" y="848448"/>
                  </a:lnTo>
                  <a:lnTo>
                    <a:pt x="156286" y="848248"/>
                  </a:lnTo>
                  <a:close/>
                  <a:moveTo>
                    <a:pt x="35357" y="737331"/>
                  </a:moveTo>
                  <a:lnTo>
                    <a:pt x="9769" y="761425"/>
                  </a:lnTo>
                  <a:lnTo>
                    <a:pt x="22024" y="786600"/>
                  </a:lnTo>
                  <a:close/>
                  <a:moveTo>
                    <a:pt x="33419" y="694303"/>
                  </a:moveTo>
                  <a:lnTo>
                    <a:pt x="9769" y="761425"/>
                  </a:lnTo>
                  <a:lnTo>
                    <a:pt x="35357" y="737331"/>
                  </a:lnTo>
                  <a:close/>
                  <a:moveTo>
                    <a:pt x="33419" y="694303"/>
                  </a:moveTo>
                  <a:lnTo>
                    <a:pt x="10661" y="744117"/>
                  </a:lnTo>
                  <a:lnTo>
                    <a:pt x="9769" y="761425"/>
                  </a:lnTo>
                  <a:close/>
                  <a:moveTo>
                    <a:pt x="10661" y="744117"/>
                  </a:moveTo>
                  <a:lnTo>
                    <a:pt x="33419" y="694303"/>
                  </a:lnTo>
                  <a:lnTo>
                    <a:pt x="17167" y="709888"/>
                  </a:lnTo>
                  <a:close/>
                  <a:moveTo>
                    <a:pt x="33419" y="694303"/>
                  </a:moveTo>
                  <a:lnTo>
                    <a:pt x="35035" y="685794"/>
                  </a:lnTo>
                  <a:lnTo>
                    <a:pt x="17167" y="709888"/>
                  </a:lnTo>
                  <a:close/>
                  <a:moveTo>
                    <a:pt x="266410" y="906492"/>
                  </a:moveTo>
                  <a:lnTo>
                    <a:pt x="228158" y="898371"/>
                  </a:lnTo>
                  <a:lnTo>
                    <a:pt x="182493" y="902313"/>
                  </a:lnTo>
                  <a:close/>
                  <a:moveTo>
                    <a:pt x="282833" y="884075"/>
                  </a:moveTo>
                  <a:lnTo>
                    <a:pt x="232385" y="891941"/>
                  </a:lnTo>
                  <a:lnTo>
                    <a:pt x="302614" y="930736"/>
                  </a:lnTo>
                  <a:close/>
                  <a:moveTo>
                    <a:pt x="266410" y="906492"/>
                  </a:moveTo>
                  <a:lnTo>
                    <a:pt x="232385" y="891941"/>
                  </a:lnTo>
                  <a:lnTo>
                    <a:pt x="228158" y="898371"/>
                  </a:lnTo>
                  <a:close/>
                  <a:moveTo>
                    <a:pt x="35035" y="685794"/>
                  </a:moveTo>
                  <a:lnTo>
                    <a:pt x="33419" y="694303"/>
                  </a:lnTo>
                  <a:lnTo>
                    <a:pt x="33386" y="683971"/>
                  </a:lnTo>
                  <a:close/>
                  <a:moveTo>
                    <a:pt x="33386" y="683971"/>
                  </a:moveTo>
                  <a:lnTo>
                    <a:pt x="53048" y="632796"/>
                  </a:lnTo>
                  <a:lnTo>
                    <a:pt x="35035" y="685794"/>
                  </a:lnTo>
                  <a:close/>
                  <a:moveTo>
                    <a:pt x="35035" y="685794"/>
                  </a:moveTo>
                  <a:lnTo>
                    <a:pt x="53048" y="632796"/>
                  </a:lnTo>
                  <a:lnTo>
                    <a:pt x="69286" y="610164"/>
                  </a:lnTo>
                  <a:close/>
                  <a:moveTo>
                    <a:pt x="35035" y="685794"/>
                  </a:moveTo>
                  <a:lnTo>
                    <a:pt x="69286" y="610164"/>
                  </a:lnTo>
                  <a:lnTo>
                    <a:pt x="50908" y="634258"/>
                  </a:lnTo>
                  <a:close/>
                  <a:moveTo>
                    <a:pt x="69286" y="610164"/>
                  </a:moveTo>
                  <a:lnTo>
                    <a:pt x="67369" y="558627"/>
                  </a:lnTo>
                  <a:lnTo>
                    <a:pt x="50908" y="634258"/>
                  </a:lnTo>
                  <a:close/>
                  <a:moveTo>
                    <a:pt x="166276" y="651897"/>
                  </a:moveTo>
                  <a:lnTo>
                    <a:pt x="242806" y="689144"/>
                  </a:lnTo>
                  <a:lnTo>
                    <a:pt x="244325" y="689171"/>
                  </a:lnTo>
                  <a:close/>
                  <a:moveTo>
                    <a:pt x="166276" y="651897"/>
                  </a:moveTo>
                  <a:lnTo>
                    <a:pt x="244325" y="689171"/>
                  </a:lnTo>
                  <a:lnTo>
                    <a:pt x="212806" y="652052"/>
                  </a:lnTo>
                  <a:close/>
                  <a:moveTo>
                    <a:pt x="67369" y="558627"/>
                  </a:moveTo>
                  <a:lnTo>
                    <a:pt x="69286" y="610164"/>
                  </a:lnTo>
                  <a:lnTo>
                    <a:pt x="98268" y="586070"/>
                  </a:lnTo>
                  <a:close/>
                  <a:moveTo>
                    <a:pt x="225368" y="516354"/>
                  </a:moveTo>
                  <a:lnTo>
                    <a:pt x="172569" y="458903"/>
                  </a:lnTo>
                  <a:lnTo>
                    <a:pt x="171800" y="459178"/>
                  </a:lnTo>
                  <a:close/>
                  <a:moveTo>
                    <a:pt x="225368" y="516354"/>
                  </a:moveTo>
                  <a:lnTo>
                    <a:pt x="171800" y="459178"/>
                  </a:lnTo>
                  <a:lnTo>
                    <a:pt x="178856" y="516185"/>
                  </a:lnTo>
                  <a:close/>
                  <a:moveTo>
                    <a:pt x="404499" y="589419"/>
                  </a:moveTo>
                  <a:lnTo>
                    <a:pt x="404397" y="537882"/>
                  </a:lnTo>
                  <a:lnTo>
                    <a:pt x="369112" y="600943"/>
                  </a:lnTo>
                  <a:close/>
                  <a:moveTo>
                    <a:pt x="322354" y="486345"/>
                  </a:moveTo>
                  <a:lnTo>
                    <a:pt x="358059" y="547185"/>
                  </a:lnTo>
                  <a:lnTo>
                    <a:pt x="361033" y="506218"/>
                  </a:lnTo>
                  <a:close/>
                  <a:moveTo>
                    <a:pt x="313182" y="561976"/>
                  </a:moveTo>
                  <a:lnTo>
                    <a:pt x="358059" y="547185"/>
                  </a:lnTo>
                  <a:lnTo>
                    <a:pt x="322354" y="486345"/>
                  </a:lnTo>
                  <a:close/>
                  <a:moveTo>
                    <a:pt x="172569" y="458903"/>
                  </a:moveTo>
                  <a:lnTo>
                    <a:pt x="228345" y="494371"/>
                  </a:lnTo>
                  <a:lnTo>
                    <a:pt x="241365" y="440606"/>
                  </a:lnTo>
                  <a:close/>
                  <a:moveTo>
                    <a:pt x="228345" y="494371"/>
                  </a:moveTo>
                  <a:lnTo>
                    <a:pt x="265273" y="434809"/>
                  </a:lnTo>
                  <a:lnTo>
                    <a:pt x="241365" y="440606"/>
                  </a:lnTo>
                  <a:close/>
                  <a:moveTo>
                    <a:pt x="306483" y="476942"/>
                  </a:moveTo>
                  <a:lnTo>
                    <a:pt x="265273" y="434809"/>
                  </a:lnTo>
                  <a:lnTo>
                    <a:pt x="228345" y="494371"/>
                  </a:lnTo>
                  <a:close/>
                  <a:moveTo>
                    <a:pt x="241365" y="440606"/>
                  </a:moveTo>
                  <a:lnTo>
                    <a:pt x="284194" y="393604"/>
                  </a:lnTo>
                  <a:lnTo>
                    <a:pt x="278093" y="385986"/>
                  </a:lnTo>
                  <a:close/>
                  <a:moveTo>
                    <a:pt x="663881" y="826943"/>
                  </a:moveTo>
                  <a:lnTo>
                    <a:pt x="619723" y="771471"/>
                  </a:lnTo>
                  <a:lnTo>
                    <a:pt x="605177" y="773944"/>
                  </a:lnTo>
                  <a:close/>
                  <a:moveTo>
                    <a:pt x="322354" y="486345"/>
                  </a:moveTo>
                  <a:lnTo>
                    <a:pt x="336837" y="455531"/>
                  </a:lnTo>
                  <a:lnTo>
                    <a:pt x="336411" y="410715"/>
                  </a:lnTo>
                  <a:close/>
                  <a:moveTo>
                    <a:pt x="319488" y="415075"/>
                  </a:moveTo>
                  <a:lnTo>
                    <a:pt x="306483" y="476942"/>
                  </a:lnTo>
                  <a:lnTo>
                    <a:pt x="322354" y="486345"/>
                  </a:lnTo>
                  <a:close/>
                  <a:moveTo>
                    <a:pt x="859673" y="1012911"/>
                  </a:moveTo>
                  <a:lnTo>
                    <a:pt x="852076" y="1038862"/>
                  </a:lnTo>
                  <a:lnTo>
                    <a:pt x="848078" y="1029154"/>
                  </a:lnTo>
                  <a:close/>
                  <a:moveTo>
                    <a:pt x="930183" y="966960"/>
                  </a:moveTo>
                  <a:lnTo>
                    <a:pt x="876161" y="977618"/>
                  </a:lnTo>
                  <a:lnTo>
                    <a:pt x="859673" y="1012911"/>
                  </a:lnTo>
                  <a:close/>
                  <a:moveTo>
                    <a:pt x="930183" y="966960"/>
                  </a:moveTo>
                  <a:lnTo>
                    <a:pt x="859673" y="1012911"/>
                  </a:lnTo>
                  <a:lnTo>
                    <a:pt x="885275" y="973733"/>
                  </a:lnTo>
                  <a:close/>
                  <a:moveTo>
                    <a:pt x="720034" y="823008"/>
                  </a:moveTo>
                  <a:lnTo>
                    <a:pt x="730546" y="874544"/>
                  </a:lnTo>
                  <a:lnTo>
                    <a:pt x="765312" y="850450"/>
                  </a:lnTo>
                  <a:close/>
                  <a:moveTo>
                    <a:pt x="619723" y="771471"/>
                  </a:moveTo>
                  <a:lnTo>
                    <a:pt x="662954" y="801443"/>
                  </a:lnTo>
                  <a:lnTo>
                    <a:pt x="665891" y="762566"/>
                  </a:lnTo>
                  <a:close/>
                  <a:moveTo>
                    <a:pt x="720034" y="823008"/>
                  </a:moveTo>
                  <a:lnTo>
                    <a:pt x="783335" y="767275"/>
                  </a:lnTo>
                  <a:lnTo>
                    <a:pt x="719838" y="756691"/>
                  </a:lnTo>
                  <a:close/>
                  <a:moveTo>
                    <a:pt x="719838" y="756691"/>
                  </a:moveTo>
                  <a:lnTo>
                    <a:pt x="783335" y="767275"/>
                  </a:lnTo>
                  <a:lnTo>
                    <a:pt x="769202" y="754541"/>
                  </a:lnTo>
                  <a:close/>
                  <a:moveTo>
                    <a:pt x="720034" y="823008"/>
                  </a:moveTo>
                  <a:lnTo>
                    <a:pt x="719838" y="756691"/>
                  </a:lnTo>
                  <a:lnTo>
                    <a:pt x="714163" y="818229"/>
                  </a:lnTo>
                  <a:close/>
                  <a:moveTo>
                    <a:pt x="719838" y="756691"/>
                  </a:moveTo>
                  <a:lnTo>
                    <a:pt x="662954" y="801443"/>
                  </a:lnTo>
                  <a:lnTo>
                    <a:pt x="714163" y="818229"/>
                  </a:lnTo>
                  <a:close/>
                  <a:moveTo>
                    <a:pt x="719838" y="756691"/>
                  </a:moveTo>
                  <a:lnTo>
                    <a:pt x="665891" y="762566"/>
                  </a:lnTo>
                  <a:lnTo>
                    <a:pt x="662954" y="801443"/>
                  </a:lnTo>
                  <a:close/>
                  <a:moveTo>
                    <a:pt x="719838" y="756691"/>
                  </a:moveTo>
                  <a:lnTo>
                    <a:pt x="708130" y="703466"/>
                  </a:lnTo>
                  <a:lnTo>
                    <a:pt x="665891" y="762566"/>
                  </a:lnTo>
                  <a:close/>
                  <a:moveTo>
                    <a:pt x="769202" y="754541"/>
                  </a:moveTo>
                  <a:lnTo>
                    <a:pt x="708130" y="703466"/>
                  </a:lnTo>
                  <a:lnTo>
                    <a:pt x="719838" y="756691"/>
                  </a:lnTo>
                  <a:close/>
                  <a:moveTo>
                    <a:pt x="708130" y="703466"/>
                  </a:moveTo>
                  <a:lnTo>
                    <a:pt x="737274" y="695841"/>
                  </a:lnTo>
                  <a:lnTo>
                    <a:pt x="709586" y="666216"/>
                  </a:lnTo>
                  <a:close/>
                  <a:moveTo>
                    <a:pt x="593720" y="595029"/>
                  </a:moveTo>
                  <a:lnTo>
                    <a:pt x="597823" y="592768"/>
                  </a:lnTo>
                  <a:lnTo>
                    <a:pt x="595495" y="589002"/>
                  </a:lnTo>
                  <a:close/>
                  <a:moveTo>
                    <a:pt x="504120" y="565325"/>
                  </a:moveTo>
                  <a:lnTo>
                    <a:pt x="506012" y="564017"/>
                  </a:lnTo>
                  <a:lnTo>
                    <a:pt x="535856" y="540698"/>
                  </a:lnTo>
                  <a:close/>
                  <a:moveTo>
                    <a:pt x="506983" y="565325"/>
                  </a:moveTo>
                  <a:lnTo>
                    <a:pt x="536645" y="541231"/>
                  </a:lnTo>
                  <a:lnTo>
                    <a:pt x="506012" y="564017"/>
                  </a:lnTo>
                  <a:close/>
                  <a:moveTo>
                    <a:pt x="446824" y="382498"/>
                  </a:moveTo>
                  <a:lnTo>
                    <a:pt x="366711" y="392548"/>
                  </a:lnTo>
                  <a:lnTo>
                    <a:pt x="400605" y="384369"/>
                  </a:lnTo>
                  <a:close/>
                  <a:moveTo>
                    <a:pt x="957432" y="953524"/>
                  </a:moveTo>
                  <a:lnTo>
                    <a:pt x="930183" y="966960"/>
                  </a:lnTo>
                  <a:lnTo>
                    <a:pt x="1008497" y="950186"/>
                  </a:lnTo>
                  <a:close/>
                  <a:moveTo>
                    <a:pt x="1008497" y="950186"/>
                  </a:moveTo>
                  <a:lnTo>
                    <a:pt x="930183" y="966960"/>
                  </a:lnTo>
                  <a:lnTo>
                    <a:pt x="977107" y="980966"/>
                  </a:lnTo>
                  <a:close/>
                  <a:moveTo>
                    <a:pt x="977107" y="980966"/>
                  </a:moveTo>
                  <a:lnTo>
                    <a:pt x="930183" y="966960"/>
                  </a:lnTo>
                  <a:lnTo>
                    <a:pt x="969076" y="981726"/>
                  </a:lnTo>
                  <a:close/>
                  <a:moveTo>
                    <a:pt x="1012158" y="929430"/>
                  </a:moveTo>
                  <a:lnTo>
                    <a:pt x="991003" y="939138"/>
                  </a:lnTo>
                  <a:lnTo>
                    <a:pt x="1008497" y="950186"/>
                  </a:lnTo>
                  <a:close/>
                  <a:moveTo>
                    <a:pt x="783335" y="767275"/>
                  </a:moveTo>
                  <a:lnTo>
                    <a:pt x="764138" y="798914"/>
                  </a:lnTo>
                  <a:lnTo>
                    <a:pt x="814590" y="780384"/>
                  </a:lnTo>
                  <a:close/>
                  <a:moveTo>
                    <a:pt x="814590" y="780384"/>
                  </a:moveTo>
                  <a:lnTo>
                    <a:pt x="826641" y="754509"/>
                  </a:lnTo>
                  <a:lnTo>
                    <a:pt x="783335" y="767275"/>
                  </a:lnTo>
                  <a:close/>
                  <a:moveTo>
                    <a:pt x="814590" y="780384"/>
                  </a:moveTo>
                  <a:lnTo>
                    <a:pt x="855756" y="784899"/>
                  </a:lnTo>
                  <a:lnTo>
                    <a:pt x="826641" y="754509"/>
                  </a:lnTo>
                  <a:close/>
                  <a:moveTo>
                    <a:pt x="595495" y="589002"/>
                  </a:moveTo>
                  <a:lnTo>
                    <a:pt x="597823" y="592768"/>
                  </a:lnTo>
                  <a:lnTo>
                    <a:pt x="601784" y="588474"/>
                  </a:lnTo>
                  <a:close/>
                  <a:moveTo>
                    <a:pt x="402600" y="385489"/>
                  </a:moveTo>
                  <a:lnTo>
                    <a:pt x="446824" y="382498"/>
                  </a:lnTo>
                  <a:lnTo>
                    <a:pt x="400605" y="384369"/>
                  </a:lnTo>
                  <a:close/>
                  <a:moveTo>
                    <a:pt x="1008497" y="950186"/>
                  </a:moveTo>
                  <a:lnTo>
                    <a:pt x="977107" y="980966"/>
                  </a:lnTo>
                  <a:lnTo>
                    <a:pt x="1008330" y="925052"/>
                  </a:lnTo>
                  <a:close/>
                  <a:moveTo>
                    <a:pt x="1012158" y="929430"/>
                  </a:moveTo>
                  <a:lnTo>
                    <a:pt x="1008497" y="950186"/>
                  </a:lnTo>
                  <a:lnTo>
                    <a:pt x="1008330" y="925052"/>
                  </a:lnTo>
                  <a:close/>
                  <a:moveTo>
                    <a:pt x="966382" y="496392"/>
                  </a:moveTo>
                  <a:lnTo>
                    <a:pt x="924683" y="515874"/>
                  </a:lnTo>
                  <a:lnTo>
                    <a:pt x="919476" y="522228"/>
                  </a:lnTo>
                  <a:close/>
                  <a:moveTo>
                    <a:pt x="966382" y="496392"/>
                  </a:moveTo>
                  <a:lnTo>
                    <a:pt x="981628" y="445028"/>
                  </a:lnTo>
                  <a:lnTo>
                    <a:pt x="924683" y="515874"/>
                  </a:lnTo>
                  <a:close/>
                  <a:moveTo>
                    <a:pt x="924683" y="515874"/>
                  </a:moveTo>
                  <a:lnTo>
                    <a:pt x="981562" y="444870"/>
                  </a:lnTo>
                  <a:lnTo>
                    <a:pt x="925363" y="452577"/>
                  </a:lnTo>
                  <a:close/>
                  <a:moveTo>
                    <a:pt x="1054264" y="420761"/>
                  </a:moveTo>
                  <a:lnTo>
                    <a:pt x="1054549" y="423517"/>
                  </a:lnTo>
                  <a:lnTo>
                    <a:pt x="1013731" y="430155"/>
                  </a:lnTo>
                  <a:close/>
                  <a:moveTo>
                    <a:pt x="1057683" y="419808"/>
                  </a:moveTo>
                  <a:lnTo>
                    <a:pt x="1054549" y="423517"/>
                  </a:lnTo>
                  <a:lnTo>
                    <a:pt x="1054264" y="420761"/>
                  </a:lnTo>
                  <a:close/>
                  <a:moveTo>
                    <a:pt x="1393501" y="833054"/>
                  </a:moveTo>
                  <a:lnTo>
                    <a:pt x="1404082" y="841553"/>
                  </a:lnTo>
                  <a:lnTo>
                    <a:pt x="1408572" y="827555"/>
                  </a:lnTo>
                  <a:close/>
                  <a:moveTo>
                    <a:pt x="1365733" y="781517"/>
                  </a:moveTo>
                  <a:lnTo>
                    <a:pt x="1393501" y="833054"/>
                  </a:lnTo>
                  <a:lnTo>
                    <a:pt x="1408572" y="827555"/>
                  </a:lnTo>
                  <a:close/>
                  <a:moveTo>
                    <a:pt x="1053356" y="443410"/>
                  </a:moveTo>
                  <a:lnTo>
                    <a:pt x="1084760" y="396667"/>
                  </a:lnTo>
                  <a:lnTo>
                    <a:pt x="1054264" y="420761"/>
                  </a:lnTo>
                  <a:close/>
                  <a:moveTo>
                    <a:pt x="1085520" y="388989"/>
                  </a:moveTo>
                  <a:lnTo>
                    <a:pt x="1057683" y="419808"/>
                  </a:lnTo>
                  <a:lnTo>
                    <a:pt x="1054264" y="420761"/>
                  </a:lnTo>
                  <a:close/>
                  <a:moveTo>
                    <a:pt x="1210000" y="245406"/>
                  </a:moveTo>
                  <a:lnTo>
                    <a:pt x="1168984" y="193869"/>
                  </a:lnTo>
                  <a:lnTo>
                    <a:pt x="1137649" y="268454"/>
                  </a:lnTo>
                  <a:close/>
                  <a:moveTo>
                    <a:pt x="1137649" y="268454"/>
                  </a:moveTo>
                  <a:lnTo>
                    <a:pt x="1171553" y="266173"/>
                  </a:lnTo>
                  <a:lnTo>
                    <a:pt x="1210000" y="245406"/>
                  </a:lnTo>
                  <a:close/>
                  <a:moveTo>
                    <a:pt x="1461274" y="383492"/>
                  </a:moveTo>
                  <a:lnTo>
                    <a:pt x="1411331" y="386113"/>
                  </a:lnTo>
                  <a:lnTo>
                    <a:pt x="1481643" y="417265"/>
                  </a:lnTo>
                  <a:close/>
                  <a:moveTo>
                    <a:pt x="1168984" y="193869"/>
                  </a:moveTo>
                  <a:lnTo>
                    <a:pt x="1210000" y="245406"/>
                  </a:lnTo>
                  <a:lnTo>
                    <a:pt x="1211660" y="221312"/>
                  </a:lnTo>
                  <a:close/>
                  <a:moveTo>
                    <a:pt x="1318039" y="59806"/>
                  </a:moveTo>
                  <a:lnTo>
                    <a:pt x="1361474" y="47527"/>
                  </a:lnTo>
                  <a:lnTo>
                    <a:pt x="1281935" y="59720"/>
                  </a:lnTo>
                  <a:close/>
                  <a:moveTo>
                    <a:pt x="1583820" y="259103"/>
                  </a:moveTo>
                  <a:lnTo>
                    <a:pt x="1624149" y="201556"/>
                  </a:lnTo>
                  <a:lnTo>
                    <a:pt x="1571404" y="206455"/>
                  </a:lnTo>
                  <a:close/>
                  <a:moveTo>
                    <a:pt x="1679692" y="252104"/>
                  </a:moveTo>
                  <a:lnTo>
                    <a:pt x="1646563" y="200567"/>
                  </a:lnTo>
                  <a:lnTo>
                    <a:pt x="1636016" y="254652"/>
                  </a:lnTo>
                  <a:close/>
                  <a:moveTo>
                    <a:pt x="1646563" y="200567"/>
                  </a:moveTo>
                  <a:lnTo>
                    <a:pt x="1624149" y="201556"/>
                  </a:lnTo>
                  <a:lnTo>
                    <a:pt x="1636016" y="254652"/>
                  </a:lnTo>
                  <a:close/>
                  <a:moveTo>
                    <a:pt x="1538241" y="170673"/>
                  </a:moveTo>
                  <a:lnTo>
                    <a:pt x="1529631" y="202433"/>
                  </a:lnTo>
                  <a:lnTo>
                    <a:pt x="1571404" y="206455"/>
                  </a:lnTo>
                  <a:close/>
                  <a:moveTo>
                    <a:pt x="1571404" y="206455"/>
                  </a:moveTo>
                  <a:lnTo>
                    <a:pt x="1624149" y="201556"/>
                  </a:lnTo>
                  <a:lnTo>
                    <a:pt x="1608088" y="151870"/>
                  </a:lnTo>
                  <a:close/>
                  <a:moveTo>
                    <a:pt x="1571404" y="206455"/>
                  </a:moveTo>
                  <a:lnTo>
                    <a:pt x="1608088" y="151870"/>
                  </a:lnTo>
                  <a:lnTo>
                    <a:pt x="1538241" y="170673"/>
                  </a:lnTo>
                  <a:close/>
                  <a:moveTo>
                    <a:pt x="1436314" y="17766"/>
                  </a:moveTo>
                  <a:lnTo>
                    <a:pt x="1361474" y="47527"/>
                  </a:lnTo>
                  <a:lnTo>
                    <a:pt x="1392032" y="26880"/>
                  </a:lnTo>
                  <a:close/>
                  <a:moveTo>
                    <a:pt x="1478282" y="0"/>
                  </a:moveTo>
                  <a:lnTo>
                    <a:pt x="1410099" y="54649"/>
                  </a:lnTo>
                  <a:lnTo>
                    <a:pt x="1436314" y="17766"/>
                  </a:lnTo>
                  <a:close/>
                  <a:moveTo>
                    <a:pt x="1679692" y="252104"/>
                  </a:moveTo>
                  <a:lnTo>
                    <a:pt x="1686227" y="253440"/>
                  </a:lnTo>
                  <a:lnTo>
                    <a:pt x="1686584" y="251522"/>
                  </a:lnTo>
                  <a:close/>
                  <a:moveTo>
                    <a:pt x="1646563" y="200567"/>
                  </a:moveTo>
                  <a:lnTo>
                    <a:pt x="1679692" y="252104"/>
                  </a:lnTo>
                  <a:lnTo>
                    <a:pt x="1686584" y="251522"/>
                  </a:lnTo>
                  <a:close/>
                  <a:moveTo>
                    <a:pt x="1462724" y="30616"/>
                  </a:moveTo>
                  <a:lnTo>
                    <a:pt x="1478282" y="0"/>
                  </a:lnTo>
                  <a:lnTo>
                    <a:pt x="1436314" y="17766"/>
                  </a:lnTo>
                  <a:close/>
                  <a:moveTo>
                    <a:pt x="1462724" y="30616"/>
                  </a:moveTo>
                  <a:lnTo>
                    <a:pt x="1513123" y="27626"/>
                  </a:lnTo>
                  <a:lnTo>
                    <a:pt x="1478282" y="0"/>
                  </a:lnTo>
                  <a:close/>
                  <a:moveTo>
                    <a:pt x="1513123" y="27626"/>
                  </a:moveTo>
                  <a:lnTo>
                    <a:pt x="1527729" y="10199"/>
                  </a:lnTo>
                  <a:lnTo>
                    <a:pt x="1478282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15" name="Output_density__4314">
              <a:extLst>
                <a:ext uri="{FF2B5EF4-FFF2-40B4-BE49-F238E27FC236}">
                  <a16:creationId xmlns:a16="http://schemas.microsoft.com/office/drawing/2014/main" id="{3444FAF0-173F-6703-4C2D-6E9B571FEABB}"/>
                </a:ext>
              </a:extLst>
            </p:cNvPr>
            <p:cNvSpPr>
              <a:spLocks noGrp="1"/>
            </p:cNvSpPr>
            <p:nvPr/>
          </p:nvSpPr>
          <p:spPr>
            <a:xfrm>
              <a:off x="14848788" y="2429466"/>
              <a:ext cx="1250670" cy="907713"/>
            </a:xfrm>
            <a:custGeom>
              <a:avLst/>
              <a:gdLst/>
              <a:ahLst/>
              <a:cxnLst/>
              <a:rect l="0" t="0" r="0" b="0"/>
              <a:pathLst>
                <a:path w="1250670" h="907713">
                  <a:moveTo>
                    <a:pt x="59156" y="856315"/>
                  </a:moveTo>
                  <a:lnTo>
                    <a:pt x="115124" y="842593"/>
                  </a:lnTo>
                  <a:lnTo>
                    <a:pt x="103253" y="839616"/>
                  </a:lnTo>
                  <a:close/>
                  <a:moveTo>
                    <a:pt x="103253" y="839616"/>
                  </a:moveTo>
                  <a:lnTo>
                    <a:pt x="157259" y="833693"/>
                  </a:lnTo>
                  <a:lnTo>
                    <a:pt x="135390" y="788728"/>
                  </a:lnTo>
                  <a:close/>
                  <a:moveTo>
                    <a:pt x="157259" y="833693"/>
                  </a:moveTo>
                  <a:lnTo>
                    <a:pt x="103253" y="839616"/>
                  </a:lnTo>
                  <a:lnTo>
                    <a:pt x="160789" y="838651"/>
                  </a:lnTo>
                  <a:close/>
                  <a:moveTo>
                    <a:pt x="103253" y="839616"/>
                  </a:moveTo>
                  <a:lnTo>
                    <a:pt x="115124" y="842593"/>
                  </a:lnTo>
                  <a:lnTo>
                    <a:pt x="160789" y="838651"/>
                  </a:lnTo>
                  <a:close/>
                  <a:moveTo>
                    <a:pt x="157259" y="833693"/>
                  </a:moveTo>
                  <a:lnTo>
                    <a:pt x="160789" y="838651"/>
                  </a:lnTo>
                  <a:lnTo>
                    <a:pt x="165016" y="832221"/>
                  </a:lnTo>
                  <a:close/>
                  <a:moveTo>
                    <a:pt x="177053" y="629423"/>
                  </a:moveTo>
                  <a:lnTo>
                    <a:pt x="176956" y="629451"/>
                  </a:lnTo>
                  <a:lnTo>
                    <a:pt x="177004" y="629478"/>
                  </a:lnTo>
                  <a:close/>
                  <a:moveTo>
                    <a:pt x="177053" y="629423"/>
                  </a:moveTo>
                  <a:lnTo>
                    <a:pt x="188670" y="577887"/>
                  </a:lnTo>
                  <a:lnTo>
                    <a:pt x="176956" y="629451"/>
                  </a:lnTo>
                  <a:close/>
                  <a:moveTo>
                    <a:pt x="188670" y="577887"/>
                  </a:moveTo>
                  <a:lnTo>
                    <a:pt x="145437" y="592332"/>
                  </a:lnTo>
                  <a:lnTo>
                    <a:pt x="176956" y="629451"/>
                  </a:lnTo>
                  <a:close/>
                  <a:moveTo>
                    <a:pt x="177004" y="629478"/>
                  </a:moveTo>
                  <a:lnTo>
                    <a:pt x="176956" y="629451"/>
                  </a:lnTo>
                  <a:lnTo>
                    <a:pt x="175437" y="629423"/>
                  </a:lnTo>
                  <a:close/>
                  <a:moveTo>
                    <a:pt x="0" y="498907"/>
                  </a:moveTo>
                  <a:lnTo>
                    <a:pt x="30899" y="526350"/>
                  </a:lnTo>
                  <a:lnTo>
                    <a:pt x="35445" y="474813"/>
                  </a:lnTo>
                  <a:close/>
                  <a:moveTo>
                    <a:pt x="38042" y="459273"/>
                  </a:moveTo>
                  <a:lnTo>
                    <a:pt x="0" y="498907"/>
                  </a:lnTo>
                  <a:lnTo>
                    <a:pt x="35445" y="474813"/>
                  </a:lnTo>
                  <a:close/>
                  <a:moveTo>
                    <a:pt x="38042" y="459273"/>
                  </a:moveTo>
                  <a:lnTo>
                    <a:pt x="5532" y="472625"/>
                  </a:lnTo>
                  <a:lnTo>
                    <a:pt x="0" y="498907"/>
                  </a:lnTo>
                  <a:close/>
                  <a:moveTo>
                    <a:pt x="38042" y="459273"/>
                  </a:moveTo>
                  <a:lnTo>
                    <a:pt x="42303" y="423277"/>
                  </a:lnTo>
                  <a:lnTo>
                    <a:pt x="14381" y="447371"/>
                  </a:lnTo>
                  <a:close/>
                  <a:moveTo>
                    <a:pt x="177004" y="629478"/>
                  </a:moveTo>
                  <a:lnTo>
                    <a:pt x="175437" y="629423"/>
                  </a:lnTo>
                  <a:lnTo>
                    <a:pt x="217266" y="645109"/>
                  </a:lnTo>
                  <a:close/>
                  <a:moveTo>
                    <a:pt x="247808" y="609831"/>
                  </a:moveTo>
                  <a:lnTo>
                    <a:pt x="177053" y="629423"/>
                  </a:lnTo>
                  <a:lnTo>
                    <a:pt x="256048" y="615433"/>
                  </a:lnTo>
                  <a:close/>
                  <a:moveTo>
                    <a:pt x="256048" y="615433"/>
                  </a:moveTo>
                  <a:lnTo>
                    <a:pt x="177053" y="629423"/>
                  </a:lnTo>
                  <a:lnTo>
                    <a:pt x="177004" y="629478"/>
                  </a:lnTo>
                  <a:close/>
                  <a:moveTo>
                    <a:pt x="188670" y="577887"/>
                  </a:moveTo>
                  <a:lnTo>
                    <a:pt x="247808" y="609831"/>
                  </a:lnTo>
                  <a:lnTo>
                    <a:pt x="233284" y="558896"/>
                  </a:lnTo>
                  <a:close/>
                  <a:moveTo>
                    <a:pt x="188670" y="577887"/>
                  </a:moveTo>
                  <a:lnTo>
                    <a:pt x="177053" y="629423"/>
                  </a:lnTo>
                  <a:lnTo>
                    <a:pt x="247808" y="609831"/>
                  </a:lnTo>
                  <a:close/>
                  <a:moveTo>
                    <a:pt x="262960" y="605329"/>
                  </a:moveTo>
                  <a:lnTo>
                    <a:pt x="251738" y="553792"/>
                  </a:lnTo>
                  <a:lnTo>
                    <a:pt x="247808" y="609831"/>
                  </a:lnTo>
                  <a:close/>
                  <a:moveTo>
                    <a:pt x="251738" y="553792"/>
                  </a:moveTo>
                  <a:lnTo>
                    <a:pt x="233284" y="558896"/>
                  </a:lnTo>
                  <a:lnTo>
                    <a:pt x="247808" y="609831"/>
                  </a:lnTo>
                  <a:close/>
                  <a:moveTo>
                    <a:pt x="247808" y="609831"/>
                  </a:moveTo>
                  <a:lnTo>
                    <a:pt x="256048" y="615433"/>
                  </a:lnTo>
                  <a:lnTo>
                    <a:pt x="262960" y="605329"/>
                  </a:lnTo>
                  <a:close/>
                  <a:moveTo>
                    <a:pt x="38042" y="459273"/>
                  </a:moveTo>
                  <a:lnTo>
                    <a:pt x="35445" y="474813"/>
                  </a:lnTo>
                  <a:lnTo>
                    <a:pt x="53515" y="465613"/>
                  </a:lnTo>
                  <a:close/>
                  <a:moveTo>
                    <a:pt x="53515" y="465613"/>
                  </a:moveTo>
                  <a:lnTo>
                    <a:pt x="42303" y="423277"/>
                  </a:lnTo>
                  <a:lnTo>
                    <a:pt x="38042" y="459273"/>
                  </a:lnTo>
                  <a:close/>
                  <a:moveTo>
                    <a:pt x="104431" y="399458"/>
                  </a:moveTo>
                  <a:lnTo>
                    <a:pt x="42303" y="423277"/>
                  </a:lnTo>
                  <a:lnTo>
                    <a:pt x="53515" y="465613"/>
                  </a:lnTo>
                  <a:close/>
                  <a:moveTo>
                    <a:pt x="111487" y="456465"/>
                  </a:moveTo>
                  <a:lnTo>
                    <a:pt x="104431" y="399458"/>
                  </a:lnTo>
                  <a:lnTo>
                    <a:pt x="53515" y="465613"/>
                  </a:lnTo>
                  <a:close/>
                  <a:moveTo>
                    <a:pt x="58866" y="371740"/>
                  </a:moveTo>
                  <a:lnTo>
                    <a:pt x="42303" y="423277"/>
                  </a:lnTo>
                  <a:lnTo>
                    <a:pt x="104431" y="399458"/>
                  </a:lnTo>
                  <a:close/>
                  <a:moveTo>
                    <a:pt x="105200" y="399182"/>
                  </a:moveTo>
                  <a:lnTo>
                    <a:pt x="105013" y="347646"/>
                  </a:lnTo>
                  <a:lnTo>
                    <a:pt x="104431" y="399458"/>
                  </a:lnTo>
                  <a:close/>
                  <a:moveTo>
                    <a:pt x="105013" y="347646"/>
                  </a:moveTo>
                  <a:lnTo>
                    <a:pt x="65779" y="368139"/>
                  </a:lnTo>
                  <a:lnTo>
                    <a:pt x="104431" y="399458"/>
                  </a:lnTo>
                  <a:close/>
                  <a:moveTo>
                    <a:pt x="251738" y="553792"/>
                  </a:moveTo>
                  <a:lnTo>
                    <a:pt x="322792" y="555399"/>
                  </a:lnTo>
                  <a:lnTo>
                    <a:pt x="301743" y="541222"/>
                  </a:lnTo>
                  <a:close/>
                  <a:moveTo>
                    <a:pt x="313018" y="581235"/>
                  </a:moveTo>
                  <a:lnTo>
                    <a:pt x="322792" y="555399"/>
                  </a:lnTo>
                  <a:lnTo>
                    <a:pt x="251738" y="553792"/>
                  </a:lnTo>
                  <a:close/>
                  <a:moveTo>
                    <a:pt x="262960" y="605329"/>
                  </a:moveTo>
                  <a:lnTo>
                    <a:pt x="313018" y="581235"/>
                  </a:lnTo>
                  <a:lnTo>
                    <a:pt x="251738" y="553792"/>
                  </a:lnTo>
                  <a:close/>
                  <a:moveTo>
                    <a:pt x="245813" y="502256"/>
                  </a:moveTo>
                  <a:lnTo>
                    <a:pt x="301743" y="541222"/>
                  </a:lnTo>
                  <a:lnTo>
                    <a:pt x="290690" y="487465"/>
                  </a:lnTo>
                  <a:close/>
                  <a:moveTo>
                    <a:pt x="245813" y="502256"/>
                  </a:moveTo>
                  <a:lnTo>
                    <a:pt x="251738" y="553792"/>
                  </a:lnTo>
                  <a:lnTo>
                    <a:pt x="301743" y="541222"/>
                  </a:lnTo>
                  <a:close/>
                  <a:moveTo>
                    <a:pt x="301743" y="541222"/>
                  </a:moveTo>
                  <a:lnTo>
                    <a:pt x="322792" y="555399"/>
                  </a:lnTo>
                  <a:lnTo>
                    <a:pt x="337130" y="529698"/>
                  </a:lnTo>
                  <a:close/>
                  <a:moveTo>
                    <a:pt x="105013" y="347646"/>
                  </a:moveTo>
                  <a:lnTo>
                    <a:pt x="173995" y="380886"/>
                  </a:lnTo>
                  <a:lnTo>
                    <a:pt x="155517" y="333166"/>
                  </a:lnTo>
                  <a:close/>
                  <a:moveTo>
                    <a:pt x="105013" y="347646"/>
                  </a:moveTo>
                  <a:lnTo>
                    <a:pt x="105200" y="399182"/>
                  </a:lnTo>
                  <a:lnTo>
                    <a:pt x="173995" y="380886"/>
                  </a:lnTo>
                  <a:close/>
                  <a:moveTo>
                    <a:pt x="197904" y="375089"/>
                  </a:moveTo>
                  <a:lnTo>
                    <a:pt x="216825" y="333884"/>
                  </a:lnTo>
                  <a:lnTo>
                    <a:pt x="173995" y="380886"/>
                  </a:lnTo>
                  <a:close/>
                  <a:moveTo>
                    <a:pt x="173995" y="380886"/>
                  </a:moveTo>
                  <a:lnTo>
                    <a:pt x="210724" y="326266"/>
                  </a:lnTo>
                  <a:lnTo>
                    <a:pt x="155517" y="333166"/>
                  </a:lnTo>
                  <a:close/>
                  <a:moveTo>
                    <a:pt x="577579" y="674401"/>
                  </a:moveTo>
                  <a:lnTo>
                    <a:pt x="500010" y="693959"/>
                  </a:lnTo>
                  <a:lnTo>
                    <a:pt x="552354" y="711751"/>
                  </a:lnTo>
                  <a:close/>
                  <a:moveTo>
                    <a:pt x="552354" y="711751"/>
                  </a:moveTo>
                  <a:lnTo>
                    <a:pt x="500010" y="693959"/>
                  </a:lnTo>
                  <a:lnTo>
                    <a:pt x="537807" y="714224"/>
                  </a:lnTo>
                  <a:close/>
                  <a:moveTo>
                    <a:pt x="571055" y="662433"/>
                  </a:moveTo>
                  <a:lnTo>
                    <a:pt x="577579" y="674401"/>
                  </a:lnTo>
                  <a:lnTo>
                    <a:pt x="578336" y="660214"/>
                  </a:lnTo>
                  <a:close/>
                  <a:moveTo>
                    <a:pt x="269042" y="350995"/>
                  </a:moveTo>
                  <a:lnTo>
                    <a:pt x="252119" y="355355"/>
                  </a:lnTo>
                  <a:lnTo>
                    <a:pt x="254985" y="426625"/>
                  </a:lnTo>
                  <a:close/>
                  <a:moveTo>
                    <a:pt x="239114" y="417222"/>
                  </a:moveTo>
                  <a:lnTo>
                    <a:pt x="252119" y="355355"/>
                  </a:lnTo>
                  <a:lnTo>
                    <a:pt x="197904" y="375089"/>
                  </a:lnTo>
                  <a:close/>
                  <a:moveTo>
                    <a:pt x="216825" y="333884"/>
                  </a:moveTo>
                  <a:lnTo>
                    <a:pt x="197904" y="375089"/>
                  </a:lnTo>
                  <a:lnTo>
                    <a:pt x="252119" y="355355"/>
                  </a:lnTo>
                  <a:close/>
                  <a:moveTo>
                    <a:pt x="299342" y="332828"/>
                  </a:moveTo>
                  <a:lnTo>
                    <a:pt x="252119" y="355355"/>
                  </a:lnTo>
                  <a:lnTo>
                    <a:pt x="269042" y="350995"/>
                  </a:lnTo>
                  <a:close/>
                  <a:moveTo>
                    <a:pt x="216825" y="333884"/>
                  </a:moveTo>
                  <a:lnTo>
                    <a:pt x="252119" y="355355"/>
                  </a:lnTo>
                  <a:lnTo>
                    <a:pt x="299342" y="332828"/>
                  </a:lnTo>
                  <a:close/>
                  <a:moveTo>
                    <a:pt x="842111" y="907713"/>
                  </a:moveTo>
                  <a:lnTo>
                    <a:pt x="862814" y="907240"/>
                  </a:lnTo>
                  <a:lnTo>
                    <a:pt x="890063" y="893803"/>
                  </a:lnTo>
                  <a:close/>
                  <a:moveTo>
                    <a:pt x="652665" y="763288"/>
                  </a:moveTo>
                  <a:lnTo>
                    <a:pt x="697943" y="790730"/>
                  </a:lnTo>
                  <a:lnTo>
                    <a:pt x="696769" y="739194"/>
                  </a:lnTo>
                  <a:close/>
                  <a:moveTo>
                    <a:pt x="696769" y="739194"/>
                  </a:moveTo>
                  <a:lnTo>
                    <a:pt x="715966" y="707555"/>
                  </a:lnTo>
                  <a:lnTo>
                    <a:pt x="652665" y="763288"/>
                  </a:lnTo>
                  <a:close/>
                  <a:moveTo>
                    <a:pt x="577579" y="674401"/>
                  </a:moveTo>
                  <a:lnTo>
                    <a:pt x="552354" y="711751"/>
                  </a:lnTo>
                  <a:lnTo>
                    <a:pt x="598522" y="702846"/>
                  </a:lnTo>
                  <a:close/>
                  <a:moveTo>
                    <a:pt x="598522" y="702846"/>
                  </a:moveTo>
                  <a:lnTo>
                    <a:pt x="578336" y="660214"/>
                  </a:lnTo>
                  <a:lnTo>
                    <a:pt x="577579" y="674401"/>
                  </a:lnTo>
                  <a:close/>
                  <a:moveTo>
                    <a:pt x="640761" y="643746"/>
                  </a:moveTo>
                  <a:lnTo>
                    <a:pt x="578336" y="660214"/>
                  </a:lnTo>
                  <a:lnTo>
                    <a:pt x="598522" y="702846"/>
                  </a:lnTo>
                  <a:close/>
                  <a:moveTo>
                    <a:pt x="333236" y="324649"/>
                  </a:moveTo>
                  <a:lnTo>
                    <a:pt x="269042" y="350995"/>
                  </a:lnTo>
                  <a:lnTo>
                    <a:pt x="330664" y="326901"/>
                  </a:lnTo>
                  <a:close/>
                  <a:moveTo>
                    <a:pt x="333236" y="324649"/>
                  </a:moveTo>
                  <a:lnTo>
                    <a:pt x="299342" y="332828"/>
                  </a:lnTo>
                  <a:lnTo>
                    <a:pt x="269042" y="350995"/>
                  </a:lnTo>
                  <a:close/>
                  <a:moveTo>
                    <a:pt x="923634" y="879418"/>
                  </a:moveTo>
                  <a:lnTo>
                    <a:pt x="890063" y="893803"/>
                  </a:lnTo>
                  <a:lnTo>
                    <a:pt x="941128" y="890466"/>
                  </a:lnTo>
                  <a:close/>
                  <a:moveTo>
                    <a:pt x="1018151" y="329269"/>
                  </a:moveTo>
                  <a:lnTo>
                    <a:pt x="986895" y="361041"/>
                  </a:lnTo>
                  <a:lnTo>
                    <a:pt x="1017391" y="336947"/>
                  </a:lnTo>
                  <a:close/>
                  <a:moveTo>
                    <a:pt x="990314" y="360088"/>
                  </a:moveTo>
                  <a:lnTo>
                    <a:pt x="1018151" y="329269"/>
                  </a:lnTo>
                  <a:lnTo>
                    <a:pt x="990337" y="309505"/>
                  </a:lnTo>
                  <a:close/>
                  <a:moveTo>
                    <a:pt x="1018151" y="329269"/>
                  </a:moveTo>
                  <a:lnTo>
                    <a:pt x="1013609" y="285411"/>
                  </a:lnTo>
                  <a:lnTo>
                    <a:pt x="990337" y="309505"/>
                  </a:lnTo>
                  <a:close/>
                  <a:moveTo>
                    <a:pt x="1018151" y="329269"/>
                  </a:moveTo>
                  <a:lnTo>
                    <a:pt x="1017391" y="336947"/>
                  </a:lnTo>
                  <a:lnTo>
                    <a:pt x="1040963" y="320071"/>
                  </a:lnTo>
                  <a:close/>
                  <a:moveTo>
                    <a:pt x="1018151" y="329269"/>
                  </a:moveTo>
                  <a:lnTo>
                    <a:pt x="1040963" y="320071"/>
                  </a:lnTo>
                  <a:lnTo>
                    <a:pt x="1013609" y="285411"/>
                  </a:lnTo>
                  <a:close/>
                  <a:moveTo>
                    <a:pt x="1013609" y="285411"/>
                  </a:moveTo>
                  <a:lnTo>
                    <a:pt x="1050152" y="312853"/>
                  </a:lnTo>
                  <a:lnTo>
                    <a:pt x="1049825" y="261317"/>
                  </a:lnTo>
                  <a:close/>
                  <a:moveTo>
                    <a:pt x="1006586" y="233874"/>
                  </a:moveTo>
                  <a:lnTo>
                    <a:pt x="1013609" y="285411"/>
                  </a:lnTo>
                  <a:lnTo>
                    <a:pt x="1049825" y="261317"/>
                  </a:lnTo>
                  <a:close/>
                  <a:moveTo>
                    <a:pt x="1006586" y="233874"/>
                  </a:moveTo>
                  <a:lnTo>
                    <a:pt x="1049825" y="261317"/>
                  </a:lnTo>
                  <a:lnTo>
                    <a:pt x="1067744" y="209780"/>
                  </a:lnTo>
                  <a:close/>
                  <a:moveTo>
                    <a:pt x="1067744" y="209780"/>
                  </a:moveTo>
                  <a:lnTo>
                    <a:pt x="1104184" y="206453"/>
                  </a:lnTo>
                  <a:lnTo>
                    <a:pt x="1070280" y="208733"/>
                  </a:lnTo>
                  <a:close/>
                  <a:moveTo>
                    <a:pt x="1049825" y="261317"/>
                  </a:moveTo>
                  <a:lnTo>
                    <a:pt x="1089780" y="237223"/>
                  </a:lnTo>
                  <a:lnTo>
                    <a:pt x="1067744" y="209780"/>
                  </a:lnTo>
                  <a:close/>
                  <a:moveTo>
                    <a:pt x="1044334" y="158243"/>
                  </a:moveTo>
                  <a:lnTo>
                    <a:pt x="1070280" y="208733"/>
                  </a:lnTo>
                  <a:lnTo>
                    <a:pt x="1067429" y="148309"/>
                  </a:lnTo>
                  <a:close/>
                  <a:moveTo>
                    <a:pt x="1044334" y="158243"/>
                  </a:moveTo>
                  <a:lnTo>
                    <a:pt x="1067744" y="209780"/>
                  </a:lnTo>
                  <a:lnTo>
                    <a:pt x="1070280" y="208733"/>
                  </a:lnTo>
                  <a:close/>
                  <a:moveTo>
                    <a:pt x="1101615" y="134149"/>
                  </a:moveTo>
                  <a:lnTo>
                    <a:pt x="1067429" y="148309"/>
                  </a:lnTo>
                  <a:lnTo>
                    <a:pt x="1070280" y="208733"/>
                  </a:lnTo>
                  <a:close/>
                  <a:moveTo>
                    <a:pt x="1067581" y="82613"/>
                  </a:moveTo>
                  <a:lnTo>
                    <a:pt x="1067429" y="148309"/>
                  </a:lnTo>
                  <a:lnTo>
                    <a:pt x="1073692" y="92450"/>
                  </a:lnTo>
                  <a:close/>
                  <a:moveTo>
                    <a:pt x="1044334" y="158243"/>
                  </a:moveTo>
                  <a:lnTo>
                    <a:pt x="1067429" y="148309"/>
                  </a:lnTo>
                  <a:lnTo>
                    <a:pt x="1067581" y="82613"/>
                  </a:lnTo>
                  <a:close/>
                  <a:moveTo>
                    <a:pt x="1011681" y="106707"/>
                  </a:moveTo>
                  <a:lnTo>
                    <a:pt x="1044334" y="158243"/>
                  </a:lnTo>
                  <a:lnTo>
                    <a:pt x="1067581" y="82613"/>
                  </a:lnTo>
                  <a:close/>
                  <a:moveTo>
                    <a:pt x="1067429" y="148309"/>
                  </a:moveTo>
                  <a:lnTo>
                    <a:pt x="1101615" y="134149"/>
                  </a:lnTo>
                  <a:lnTo>
                    <a:pt x="1073692" y="92450"/>
                  </a:lnTo>
                  <a:close/>
                  <a:moveTo>
                    <a:pt x="1067581" y="82613"/>
                  </a:moveTo>
                  <a:lnTo>
                    <a:pt x="1067898" y="70785"/>
                  </a:lnTo>
                  <a:lnTo>
                    <a:pt x="1003539" y="55170"/>
                  </a:lnTo>
                  <a:close/>
                  <a:moveTo>
                    <a:pt x="1075384" y="79099"/>
                  </a:moveTo>
                  <a:lnTo>
                    <a:pt x="1073692" y="92450"/>
                  </a:lnTo>
                  <a:lnTo>
                    <a:pt x="1120126" y="58519"/>
                  </a:lnTo>
                  <a:close/>
                  <a:moveTo>
                    <a:pt x="1120126" y="58519"/>
                  </a:moveTo>
                  <a:lnTo>
                    <a:pt x="1073692" y="92450"/>
                  </a:lnTo>
                  <a:lnTo>
                    <a:pt x="1101615" y="134149"/>
                  </a:lnTo>
                  <a:close/>
                  <a:moveTo>
                    <a:pt x="1120126" y="58519"/>
                  </a:moveTo>
                  <a:lnTo>
                    <a:pt x="1101615" y="134149"/>
                  </a:lnTo>
                  <a:lnTo>
                    <a:pt x="1146008" y="110056"/>
                  </a:lnTo>
                  <a:close/>
                  <a:moveTo>
                    <a:pt x="1067581" y="82613"/>
                  </a:moveTo>
                  <a:lnTo>
                    <a:pt x="1073692" y="92450"/>
                  </a:lnTo>
                  <a:lnTo>
                    <a:pt x="1075384" y="79099"/>
                  </a:lnTo>
                  <a:close/>
                  <a:moveTo>
                    <a:pt x="1067898" y="70785"/>
                  </a:moveTo>
                  <a:lnTo>
                    <a:pt x="1067581" y="82613"/>
                  </a:lnTo>
                  <a:lnTo>
                    <a:pt x="1075384" y="79099"/>
                  </a:lnTo>
                  <a:close/>
                  <a:moveTo>
                    <a:pt x="1067898" y="70785"/>
                  </a:moveTo>
                  <a:lnTo>
                    <a:pt x="1075384" y="79099"/>
                  </a:lnTo>
                  <a:lnTo>
                    <a:pt x="1070241" y="31076"/>
                  </a:lnTo>
                  <a:close/>
                  <a:moveTo>
                    <a:pt x="1070241" y="31076"/>
                  </a:moveTo>
                  <a:lnTo>
                    <a:pt x="1075384" y="79099"/>
                  </a:lnTo>
                  <a:lnTo>
                    <a:pt x="1120126" y="58519"/>
                  </a:lnTo>
                  <a:close/>
                  <a:moveTo>
                    <a:pt x="1070241" y="31076"/>
                  </a:moveTo>
                  <a:lnTo>
                    <a:pt x="1120126" y="58519"/>
                  </a:lnTo>
                  <a:lnTo>
                    <a:pt x="1127687" y="6982"/>
                  </a:lnTo>
                  <a:close/>
                  <a:moveTo>
                    <a:pt x="1132180" y="1551"/>
                  </a:moveTo>
                  <a:lnTo>
                    <a:pt x="1070241" y="31076"/>
                  </a:lnTo>
                  <a:lnTo>
                    <a:pt x="1127687" y="6982"/>
                  </a:lnTo>
                  <a:close/>
                  <a:moveTo>
                    <a:pt x="1120126" y="58519"/>
                  </a:moveTo>
                  <a:lnTo>
                    <a:pt x="1174221" y="99471"/>
                  </a:lnTo>
                  <a:lnTo>
                    <a:pt x="1168754" y="41172"/>
                  </a:lnTo>
                  <a:close/>
                  <a:moveTo>
                    <a:pt x="1120126" y="58519"/>
                  </a:moveTo>
                  <a:lnTo>
                    <a:pt x="1146008" y="110056"/>
                  </a:lnTo>
                  <a:lnTo>
                    <a:pt x="1174221" y="99471"/>
                  </a:lnTo>
                  <a:close/>
                  <a:moveTo>
                    <a:pt x="1127687" y="6982"/>
                  </a:moveTo>
                  <a:lnTo>
                    <a:pt x="1168754" y="41172"/>
                  </a:lnTo>
                  <a:lnTo>
                    <a:pt x="1137650" y="3717"/>
                  </a:lnTo>
                  <a:close/>
                  <a:moveTo>
                    <a:pt x="1127687" y="6982"/>
                  </a:moveTo>
                  <a:lnTo>
                    <a:pt x="1120126" y="58519"/>
                  </a:lnTo>
                  <a:lnTo>
                    <a:pt x="1168754" y="41172"/>
                  </a:lnTo>
                  <a:close/>
                  <a:moveTo>
                    <a:pt x="1190179" y="34425"/>
                  </a:moveTo>
                  <a:lnTo>
                    <a:pt x="1214566" y="0"/>
                  </a:lnTo>
                  <a:lnTo>
                    <a:pt x="1168754" y="41172"/>
                  </a:lnTo>
                  <a:close/>
                  <a:moveTo>
                    <a:pt x="1168754" y="41172"/>
                  </a:moveTo>
                  <a:lnTo>
                    <a:pt x="1214566" y="0"/>
                  </a:lnTo>
                  <a:lnTo>
                    <a:pt x="1186324" y="2128"/>
                  </a:lnTo>
                  <a:close/>
                  <a:moveTo>
                    <a:pt x="1168754" y="41172"/>
                  </a:moveTo>
                  <a:lnTo>
                    <a:pt x="1186324" y="2128"/>
                  </a:lnTo>
                  <a:lnTo>
                    <a:pt x="1137650" y="3717"/>
                  </a:lnTo>
                  <a:close/>
                  <a:moveTo>
                    <a:pt x="1132180" y="1551"/>
                  </a:moveTo>
                  <a:lnTo>
                    <a:pt x="1127687" y="6982"/>
                  </a:lnTo>
                  <a:lnTo>
                    <a:pt x="1137650" y="3717"/>
                  </a:lnTo>
                  <a:close/>
                  <a:moveTo>
                    <a:pt x="1250670" y="86"/>
                  </a:moveTo>
                  <a:lnTo>
                    <a:pt x="1214566" y="0"/>
                  </a:lnTo>
                  <a:lnTo>
                    <a:pt x="1190179" y="34425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16" name="Output_density__4315">
              <a:extLst>
                <a:ext uri="{FF2B5EF4-FFF2-40B4-BE49-F238E27FC236}">
                  <a16:creationId xmlns:a16="http://schemas.microsoft.com/office/drawing/2014/main" id="{B9831885-2C8A-4912-A8B6-1B40CB71C561}"/>
                </a:ext>
              </a:extLst>
            </p:cNvPr>
            <p:cNvSpPr>
              <a:spLocks noGrp="1"/>
            </p:cNvSpPr>
            <p:nvPr/>
          </p:nvSpPr>
          <p:spPr>
            <a:xfrm>
              <a:off x="14894890" y="2694820"/>
              <a:ext cx="1488898" cy="771757"/>
            </a:xfrm>
            <a:custGeom>
              <a:avLst/>
              <a:gdLst/>
              <a:ahLst/>
              <a:cxnLst/>
              <a:rect l="0" t="0" r="0" b="0"/>
              <a:pathLst>
                <a:path w="1488898" h="771757">
                  <a:moveTo>
                    <a:pt x="214487" y="771757"/>
                  </a:moveTo>
                  <a:lnTo>
                    <a:pt x="165256" y="762369"/>
                  </a:lnTo>
                  <a:lnTo>
                    <a:pt x="130819" y="740581"/>
                  </a:lnTo>
                  <a:close/>
                  <a:moveTo>
                    <a:pt x="334695" y="736942"/>
                  </a:moveTo>
                  <a:lnTo>
                    <a:pt x="304817" y="713070"/>
                  </a:lnTo>
                  <a:lnTo>
                    <a:pt x="348772" y="748919"/>
                  </a:lnTo>
                  <a:close/>
                  <a:moveTo>
                    <a:pt x="0" y="493857"/>
                  </a:moveTo>
                  <a:lnTo>
                    <a:pt x="48221" y="499472"/>
                  </a:lnTo>
                  <a:lnTo>
                    <a:pt x="79513" y="481567"/>
                  </a:lnTo>
                  <a:close/>
                  <a:moveTo>
                    <a:pt x="316972" y="710458"/>
                  </a:moveTo>
                  <a:lnTo>
                    <a:pt x="323149" y="748919"/>
                  </a:lnTo>
                  <a:lnTo>
                    <a:pt x="334695" y="736942"/>
                  </a:lnTo>
                  <a:close/>
                  <a:moveTo>
                    <a:pt x="496772" y="723770"/>
                  </a:moveTo>
                  <a:lnTo>
                    <a:pt x="518130" y="716339"/>
                  </a:lnTo>
                  <a:lnTo>
                    <a:pt x="524336" y="700731"/>
                  </a:lnTo>
                  <a:close/>
                  <a:moveTo>
                    <a:pt x="510038" y="733593"/>
                  </a:moveTo>
                  <a:lnTo>
                    <a:pt x="518130" y="716339"/>
                  </a:lnTo>
                  <a:lnTo>
                    <a:pt x="496772" y="723770"/>
                  </a:lnTo>
                  <a:close/>
                  <a:moveTo>
                    <a:pt x="108589" y="256710"/>
                  </a:moveTo>
                  <a:lnTo>
                    <a:pt x="95001" y="236902"/>
                  </a:lnTo>
                  <a:lnTo>
                    <a:pt x="105958" y="270867"/>
                  </a:lnTo>
                  <a:close/>
                  <a:moveTo>
                    <a:pt x="520361" y="649194"/>
                  </a:moveTo>
                  <a:lnTo>
                    <a:pt x="535807" y="625100"/>
                  </a:lnTo>
                  <a:lnTo>
                    <a:pt x="524336" y="700731"/>
                  </a:lnTo>
                  <a:close/>
                  <a:moveTo>
                    <a:pt x="507961" y="573563"/>
                  </a:moveTo>
                  <a:lnTo>
                    <a:pt x="535807" y="625100"/>
                  </a:lnTo>
                  <a:lnTo>
                    <a:pt x="470131" y="597657"/>
                  </a:lnTo>
                  <a:close/>
                  <a:moveTo>
                    <a:pt x="498899" y="568506"/>
                  </a:moveTo>
                  <a:lnTo>
                    <a:pt x="535807" y="625100"/>
                  </a:lnTo>
                  <a:lnTo>
                    <a:pt x="507961" y="573563"/>
                  </a:lnTo>
                  <a:close/>
                  <a:moveTo>
                    <a:pt x="498899" y="568506"/>
                  </a:moveTo>
                  <a:lnTo>
                    <a:pt x="536777" y="563763"/>
                  </a:lnTo>
                  <a:lnTo>
                    <a:pt x="512232" y="511773"/>
                  </a:lnTo>
                  <a:close/>
                  <a:moveTo>
                    <a:pt x="420512" y="343323"/>
                  </a:moveTo>
                  <a:lnTo>
                    <a:pt x="420394" y="343376"/>
                  </a:lnTo>
                  <a:lnTo>
                    <a:pt x="461106" y="320621"/>
                  </a:lnTo>
                  <a:close/>
                  <a:moveTo>
                    <a:pt x="673345" y="576912"/>
                  </a:moveTo>
                  <a:lnTo>
                    <a:pt x="674231" y="593429"/>
                  </a:lnTo>
                  <a:lnTo>
                    <a:pt x="683696" y="594959"/>
                  </a:lnTo>
                  <a:close/>
                  <a:moveTo>
                    <a:pt x="574839" y="301375"/>
                  </a:moveTo>
                  <a:lnTo>
                    <a:pt x="613435" y="300383"/>
                  </a:lnTo>
                  <a:lnTo>
                    <a:pt x="590137" y="295136"/>
                  </a:lnTo>
                  <a:close/>
                  <a:moveTo>
                    <a:pt x="596114" y="341141"/>
                  </a:moveTo>
                  <a:lnTo>
                    <a:pt x="613435" y="300383"/>
                  </a:lnTo>
                  <a:lnTo>
                    <a:pt x="574839" y="301375"/>
                  </a:lnTo>
                  <a:close/>
                  <a:moveTo>
                    <a:pt x="989270" y="580261"/>
                  </a:moveTo>
                  <a:lnTo>
                    <a:pt x="1010396" y="519268"/>
                  </a:lnTo>
                  <a:lnTo>
                    <a:pt x="997171" y="504631"/>
                  </a:lnTo>
                  <a:close/>
                  <a:moveTo>
                    <a:pt x="989270" y="580261"/>
                  </a:moveTo>
                  <a:lnTo>
                    <a:pt x="997171" y="504631"/>
                  </a:lnTo>
                  <a:lnTo>
                    <a:pt x="1001525" y="556167"/>
                  </a:lnTo>
                  <a:close/>
                  <a:moveTo>
                    <a:pt x="1010396" y="519268"/>
                  </a:moveTo>
                  <a:lnTo>
                    <a:pt x="1005998" y="460101"/>
                  </a:lnTo>
                  <a:lnTo>
                    <a:pt x="997171" y="504631"/>
                  </a:lnTo>
                  <a:close/>
                  <a:moveTo>
                    <a:pt x="1005998" y="460101"/>
                  </a:moveTo>
                  <a:lnTo>
                    <a:pt x="997160" y="453094"/>
                  </a:lnTo>
                  <a:lnTo>
                    <a:pt x="997171" y="504631"/>
                  </a:lnTo>
                  <a:close/>
                  <a:moveTo>
                    <a:pt x="997160" y="453094"/>
                  </a:moveTo>
                  <a:lnTo>
                    <a:pt x="1041886" y="429000"/>
                  </a:lnTo>
                  <a:lnTo>
                    <a:pt x="997171" y="504631"/>
                  </a:lnTo>
                  <a:close/>
                  <a:moveTo>
                    <a:pt x="1040447" y="369352"/>
                  </a:moveTo>
                  <a:lnTo>
                    <a:pt x="1042727" y="423294"/>
                  </a:lnTo>
                  <a:lnTo>
                    <a:pt x="1038860" y="377464"/>
                  </a:lnTo>
                  <a:close/>
                  <a:moveTo>
                    <a:pt x="1009583" y="164474"/>
                  </a:moveTo>
                  <a:lnTo>
                    <a:pt x="951486" y="215465"/>
                  </a:lnTo>
                  <a:lnTo>
                    <a:pt x="940322" y="215092"/>
                  </a:lnTo>
                  <a:close/>
                  <a:moveTo>
                    <a:pt x="1047573" y="171611"/>
                  </a:moveTo>
                  <a:lnTo>
                    <a:pt x="1009583" y="164474"/>
                  </a:lnTo>
                  <a:lnTo>
                    <a:pt x="1093543" y="168811"/>
                  </a:lnTo>
                  <a:close/>
                  <a:moveTo>
                    <a:pt x="1228220" y="188088"/>
                  </a:moveTo>
                  <a:lnTo>
                    <a:pt x="1279726" y="201265"/>
                  </a:lnTo>
                  <a:lnTo>
                    <a:pt x="1306161" y="169923"/>
                  </a:lnTo>
                  <a:close/>
                  <a:moveTo>
                    <a:pt x="1385446" y="153921"/>
                  </a:moveTo>
                  <a:lnTo>
                    <a:pt x="1383928" y="154533"/>
                  </a:lnTo>
                  <a:lnTo>
                    <a:pt x="1427781" y="140383"/>
                  </a:lnTo>
                  <a:close/>
                  <a:moveTo>
                    <a:pt x="1306161" y="169923"/>
                  </a:moveTo>
                  <a:lnTo>
                    <a:pt x="1353761" y="173213"/>
                  </a:lnTo>
                  <a:lnTo>
                    <a:pt x="1318624" y="169642"/>
                  </a:lnTo>
                  <a:close/>
                  <a:moveTo>
                    <a:pt x="1385446" y="153921"/>
                  </a:moveTo>
                  <a:lnTo>
                    <a:pt x="1445792" y="79478"/>
                  </a:lnTo>
                  <a:lnTo>
                    <a:pt x="1445818" y="78290"/>
                  </a:lnTo>
                  <a:close/>
                  <a:moveTo>
                    <a:pt x="1445818" y="78290"/>
                  </a:moveTo>
                  <a:lnTo>
                    <a:pt x="1440163" y="51779"/>
                  </a:lnTo>
                  <a:lnTo>
                    <a:pt x="1464588" y="8202"/>
                  </a:lnTo>
                  <a:close/>
                  <a:moveTo>
                    <a:pt x="1440163" y="51779"/>
                  </a:moveTo>
                  <a:lnTo>
                    <a:pt x="1457431" y="78290"/>
                  </a:lnTo>
                  <a:lnTo>
                    <a:pt x="1464588" y="8202"/>
                  </a:lnTo>
                  <a:close/>
                  <a:moveTo>
                    <a:pt x="1466377" y="0"/>
                  </a:moveTo>
                  <a:lnTo>
                    <a:pt x="1464588" y="8202"/>
                  </a:lnTo>
                  <a:lnTo>
                    <a:pt x="1488898" y="266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17" name="Output_density__4316">
              <a:extLst>
                <a:ext uri="{FF2B5EF4-FFF2-40B4-BE49-F238E27FC236}">
                  <a16:creationId xmlns:a16="http://schemas.microsoft.com/office/drawing/2014/main" id="{74F69C38-214E-3A56-9306-61FD6BA740BE}"/>
                </a:ext>
              </a:extLst>
            </p:cNvPr>
            <p:cNvSpPr>
              <a:spLocks noGrp="1"/>
            </p:cNvSpPr>
            <p:nvPr/>
          </p:nvSpPr>
          <p:spPr>
            <a:xfrm>
              <a:off x="14943112" y="2773110"/>
              <a:ext cx="1397596" cy="692733"/>
            </a:xfrm>
            <a:custGeom>
              <a:avLst/>
              <a:gdLst/>
              <a:ahLst/>
              <a:cxnLst/>
              <a:rect l="0" t="0" r="0" b="0"/>
              <a:pathLst>
                <a:path w="1397596" h="692733">
                  <a:moveTo>
                    <a:pt x="274927" y="670629"/>
                  </a:moveTo>
                  <a:lnTo>
                    <a:pt x="210076" y="682592"/>
                  </a:lnTo>
                  <a:lnTo>
                    <a:pt x="286473" y="658652"/>
                  </a:lnTo>
                  <a:close/>
                  <a:moveTo>
                    <a:pt x="0" y="421182"/>
                  </a:moveTo>
                  <a:lnTo>
                    <a:pt x="39707" y="394963"/>
                  </a:lnTo>
                  <a:lnTo>
                    <a:pt x="74062" y="388511"/>
                  </a:lnTo>
                  <a:close/>
                  <a:moveTo>
                    <a:pt x="31291" y="403277"/>
                  </a:moveTo>
                  <a:lnTo>
                    <a:pt x="0" y="421182"/>
                  </a:lnTo>
                  <a:lnTo>
                    <a:pt x="74062" y="388511"/>
                  </a:lnTo>
                  <a:close/>
                  <a:moveTo>
                    <a:pt x="247072" y="686016"/>
                  </a:moveTo>
                  <a:lnTo>
                    <a:pt x="169048" y="692733"/>
                  </a:lnTo>
                  <a:lnTo>
                    <a:pt x="219449" y="689740"/>
                  </a:lnTo>
                  <a:close/>
                  <a:moveTo>
                    <a:pt x="274927" y="670629"/>
                  </a:moveTo>
                  <a:lnTo>
                    <a:pt x="247072" y="686016"/>
                  </a:lnTo>
                  <a:lnTo>
                    <a:pt x="219449" y="689740"/>
                  </a:lnTo>
                  <a:close/>
                  <a:moveTo>
                    <a:pt x="57737" y="192577"/>
                  </a:moveTo>
                  <a:lnTo>
                    <a:pt x="34735" y="224020"/>
                  </a:lnTo>
                  <a:lnTo>
                    <a:pt x="15245" y="208383"/>
                  </a:lnTo>
                  <a:close/>
                  <a:moveTo>
                    <a:pt x="459740" y="495273"/>
                  </a:moveTo>
                  <a:lnTo>
                    <a:pt x="421909" y="519367"/>
                  </a:lnTo>
                  <a:lnTo>
                    <a:pt x="488555" y="485473"/>
                  </a:lnTo>
                  <a:close/>
                  <a:moveTo>
                    <a:pt x="459740" y="495273"/>
                  </a:moveTo>
                  <a:lnTo>
                    <a:pt x="488555" y="485473"/>
                  </a:lnTo>
                  <a:lnTo>
                    <a:pt x="450678" y="490216"/>
                  </a:lnTo>
                  <a:close/>
                  <a:moveTo>
                    <a:pt x="763586" y="677326"/>
                  </a:moveTo>
                  <a:lnTo>
                    <a:pt x="806892" y="653232"/>
                  </a:lnTo>
                  <a:lnTo>
                    <a:pt x="797072" y="670458"/>
                  </a:lnTo>
                  <a:close/>
                  <a:moveTo>
                    <a:pt x="806892" y="653232"/>
                  </a:moveTo>
                  <a:lnTo>
                    <a:pt x="763586" y="677326"/>
                  </a:lnTo>
                  <a:lnTo>
                    <a:pt x="831408" y="624159"/>
                  </a:lnTo>
                  <a:close/>
                  <a:moveTo>
                    <a:pt x="858208" y="589460"/>
                  </a:moveTo>
                  <a:lnTo>
                    <a:pt x="806892" y="653232"/>
                  </a:lnTo>
                  <a:lnTo>
                    <a:pt x="831408" y="624159"/>
                  </a:lnTo>
                  <a:close/>
                  <a:moveTo>
                    <a:pt x="858208" y="589460"/>
                  </a:moveTo>
                  <a:lnTo>
                    <a:pt x="831408" y="624159"/>
                  </a:lnTo>
                  <a:lnTo>
                    <a:pt x="906353" y="594789"/>
                  </a:lnTo>
                  <a:close/>
                  <a:moveTo>
                    <a:pt x="541916" y="216846"/>
                  </a:moveTo>
                  <a:lnTo>
                    <a:pt x="565214" y="222093"/>
                  </a:lnTo>
                  <a:lnTo>
                    <a:pt x="570754" y="213425"/>
                  </a:lnTo>
                  <a:close/>
                  <a:moveTo>
                    <a:pt x="858208" y="589460"/>
                  </a:moveTo>
                  <a:lnTo>
                    <a:pt x="906353" y="594789"/>
                  </a:lnTo>
                  <a:lnTo>
                    <a:pt x="933651" y="561952"/>
                  </a:lnTo>
                  <a:close/>
                  <a:moveTo>
                    <a:pt x="925189" y="577601"/>
                  </a:moveTo>
                  <a:lnTo>
                    <a:pt x="933651" y="561952"/>
                  </a:lnTo>
                  <a:lnTo>
                    <a:pt x="906353" y="594789"/>
                  </a:lnTo>
                  <a:close/>
                  <a:moveTo>
                    <a:pt x="925189" y="577601"/>
                  </a:moveTo>
                  <a:lnTo>
                    <a:pt x="940479" y="553508"/>
                  </a:lnTo>
                  <a:lnTo>
                    <a:pt x="933651" y="561952"/>
                  </a:lnTo>
                  <a:close/>
                  <a:moveTo>
                    <a:pt x="925189" y="577601"/>
                  </a:moveTo>
                  <a:lnTo>
                    <a:pt x="941049" y="501971"/>
                  </a:lnTo>
                  <a:lnTo>
                    <a:pt x="940479" y="553508"/>
                  </a:lnTo>
                  <a:close/>
                  <a:moveTo>
                    <a:pt x="577346" y="212230"/>
                  </a:moveTo>
                  <a:lnTo>
                    <a:pt x="541916" y="216846"/>
                  </a:lnTo>
                  <a:lnTo>
                    <a:pt x="570754" y="213425"/>
                  </a:lnTo>
                  <a:close/>
                  <a:moveTo>
                    <a:pt x="941049" y="501971"/>
                  </a:moveTo>
                  <a:lnTo>
                    <a:pt x="953304" y="477877"/>
                  </a:lnTo>
                  <a:lnTo>
                    <a:pt x="940479" y="553508"/>
                  </a:lnTo>
                  <a:close/>
                  <a:moveTo>
                    <a:pt x="957344" y="475860"/>
                  </a:moveTo>
                  <a:lnTo>
                    <a:pt x="962175" y="440978"/>
                  </a:lnTo>
                  <a:lnTo>
                    <a:pt x="941049" y="501971"/>
                  </a:lnTo>
                  <a:close/>
                  <a:moveTo>
                    <a:pt x="948939" y="374804"/>
                  </a:moveTo>
                  <a:lnTo>
                    <a:pt x="957777" y="381811"/>
                  </a:lnTo>
                  <a:lnTo>
                    <a:pt x="964605" y="368107"/>
                  </a:lnTo>
                  <a:close/>
                  <a:moveTo>
                    <a:pt x="948939" y="374804"/>
                  </a:moveTo>
                  <a:lnTo>
                    <a:pt x="964605" y="368107"/>
                  </a:lnTo>
                  <a:lnTo>
                    <a:pt x="994506" y="345004"/>
                  </a:lnTo>
                  <a:close/>
                  <a:moveTo>
                    <a:pt x="994506" y="345004"/>
                  </a:moveTo>
                  <a:lnTo>
                    <a:pt x="1001566" y="321450"/>
                  </a:lnTo>
                  <a:lnTo>
                    <a:pt x="990639" y="299174"/>
                  </a:lnTo>
                  <a:close/>
                  <a:moveTo>
                    <a:pt x="1179998" y="109798"/>
                  </a:moveTo>
                  <a:lnTo>
                    <a:pt x="1257940" y="91633"/>
                  </a:lnTo>
                  <a:lnTo>
                    <a:pt x="1212291" y="95638"/>
                  </a:lnTo>
                  <a:close/>
                  <a:moveTo>
                    <a:pt x="1212291" y="95638"/>
                  </a:moveTo>
                  <a:lnTo>
                    <a:pt x="1257940" y="91633"/>
                  </a:lnTo>
                  <a:lnTo>
                    <a:pt x="1216055" y="97553"/>
                  </a:lnTo>
                  <a:close/>
                  <a:moveTo>
                    <a:pt x="1257940" y="91633"/>
                  </a:moveTo>
                  <a:lnTo>
                    <a:pt x="1270403" y="91352"/>
                  </a:lnTo>
                  <a:lnTo>
                    <a:pt x="1216055" y="97553"/>
                  </a:lnTo>
                  <a:close/>
                  <a:moveTo>
                    <a:pt x="1305539" y="94923"/>
                  </a:moveTo>
                  <a:lnTo>
                    <a:pt x="1335707" y="76243"/>
                  </a:lnTo>
                  <a:lnTo>
                    <a:pt x="1270403" y="91352"/>
                  </a:lnTo>
                  <a:close/>
                  <a:moveTo>
                    <a:pt x="1337224" y="75631"/>
                  </a:moveTo>
                  <a:lnTo>
                    <a:pt x="1397596" y="0"/>
                  </a:lnTo>
                  <a:lnTo>
                    <a:pt x="1379065" y="5153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18" name="Output_density__4317">
              <a:extLst>
                <a:ext uri="{FF2B5EF4-FFF2-40B4-BE49-F238E27FC236}">
                  <a16:creationId xmlns:a16="http://schemas.microsoft.com/office/drawing/2014/main" id="{B07DBB70-C261-DA95-F0FF-08E35E31D0C8}"/>
                </a:ext>
              </a:extLst>
            </p:cNvPr>
            <p:cNvSpPr>
              <a:spLocks noGrp="1"/>
            </p:cNvSpPr>
            <p:nvPr/>
          </p:nvSpPr>
          <p:spPr>
            <a:xfrm>
              <a:off x="14816776" y="2397371"/>
              <a:ext cx="1548463" cy="1059817"/>
            </a:xfrm>
            <a:custGeom>
              <a:avLst/>
              <a:gdLst/>
              <a:ahLst/>
              <a:cxnLst/>
              <a:rect l="0" t="0" r="0" b="0"/>
              <a:pathLst>
                <a:path w="1548463" h="1059817">
                  <a:moveTo>
                    <a:pt x="153351" y="982492"/>
                  </a:moveTo>
                  <a:lnTo>
                    <a:pt x="188465" y="1018925"/>
                  </a:lnTo>
                  <a:lnTo>
                    <a:pt x="184301" y="1013644"/>
                  </a:lnTo>
                  <a:close/>
                  <a:moveTo>
                    <a:pt x="126929" y="915851"/>
                  </a:moveTo>
                  <a:lnTo>
                    <a:pt x="119489" y="939946"/>
                  </a:lnTo>
                  <a:lnTo>
                    <a:pt x="150394" y="967388"/>
                  </a:lnTo>
                  <a:close/>
                  <a:moveTo>
                    <a:pt x="150394" y="967388"/>
                  </a:moveTo>
                  <a:lnTo>
                    <a:pt x="153351" y="982492"/>
                  </a:lnTo>
                  <a:lnTo>
                    <a:pt x="184301" y="1013644"/>
                  </a:lnTo>
                  <a:close/>
                  <a:moveTo>
                    <a:pt x="244577" y="994831"/>
                  </a:moveTo>
                  <a:lnTo>
                    <a:pt x="243371" y="1059817"/>
                  </a:lnTo>
                  <a:lnTo>
                    <a:pt x="271061" y="1028448"/>
                  </a:lnTo>
                  <a:close/>
                  <a:moveTo>
                    <a:pt x="244577" y="994831"/>
                  </a:moveTo>
                  <a:lnTo>
                    <a:pt x="188465" y="1018925"/>
                  </a:lnTo>
                  <a:lnTo>
                    <a:pt x="243371" y="1059817"/>
                  </a:lnTo>
                  <a:close/>
                  <a:moveTo>
                    <a:pt x="213547" y="943294"/>
                  </a:moveTo>
                  <a:lnTo>
                    <a:pt x="184301" y="1013644"/>
                  </a:lnTo>
                  <a:lnTo>
                    <a:pt x="188465" y="1018925"/>
                  </a:lnTo>
                  <a:close/>
                  <a:moveTo>
                    <a:pt x="150394" y="967388"/>
                  </a:moveTo>
                  <a:lnTo>
                    <a:pt x="184301" y="1013644"/>
                  </a:lnTo>
                  <a:lnTo>
                    <a:pt x="195391" y="948314"/>
                  </a:lnTo>
                  <a:close/>
                  <a:moveTo>
                    <a:pt x="179312" y="860091"/>
                  </a:moveTo>
                  <a:lnTo>
                    <a:pt x="126929" y="915851"/>
                  </a:lnTo>
                  <a:lnTo>
                    <a:pt x="147644" y="891758"/>
                  </a:lnTo>
                  <a:close/>
                  <a:moveTo>
                    <a:pt x="231053" y="878866"/>
                  </a:moveTo>
                  <a:lnTo>
                    <a:pt x="147136" y="874688"/>
                  </a:lnTo>
                  <a:lnTo>
                    <a:pt x="179312" y="860091"/>
                  </a:lnTo>
                  <a:close/>
                  <a:moveTo>
                    <a:pt x="0" y="709705"/>
                  </a:moveTo>
                  <a:lnTo>
                    <a:pt x="20930" y="752181"/>
                  </a:lnTo>
                  <a:lnTo>
                    <a:pt x="24772" y="737148"/>
                  </a:lnTo>
                  <a:close/>
                  <a:moveTo>
                    <a:pt x="3705" y="685611"/>
                  </a:moveTo>
                  <a:lnTo>
                    <a:pt x="0" y="709705"/>
                  </a:lnTo>
                  <a:lnTo>
                    <a:pt x="24772" y="737148"/>
                  </a:lnTo>
                  <a:close/>
                  <a:moveTo>
                    <a:pt x="3705" y="685611"/>
                  </a:moveTo>
                  <a:lnTo>
                    <a:pt x="7161" y="634075"/>
                  </a:lnTo>
                  <a:lnTo>
                    <a:pt x="0" y="709705"/>
                  </a:lnTo>
                  <a:close/>
                  <a:moveTo>
                    <a:pt x="506920" y="998180"/>
                  </a:moveTo>
                  <a:lnTo>
                    <a:pt x="468773" y="1022273"/>
                  </a:lnTo>
                  <a:lnTo>
                    <a:pt x="499191" y="1047780"/>
                  </a:lnTo>
                  <a:close/>
                  <a:moveTo>
                    <a:pt x="532300" y="922549"/>
                  </a:moveTo>
                  <a:lnTo>
                    <a:pt x="506920" y="998180"/>
                  </a:lnTo>
                  <a:lnTo>
                    <a:pt x="538345" y="924370"/>
                  </a:lnTo>
                  <a:close/>
                  <a:moveTo>
                    <a:pt x="538345" y="924370"/>
                  </a:moveTo>
                  <a:lnTo>
                    <a:pt x="506920" y="998180"/>
                  </a:lnTo>
                  <a:lnTo>
                    <a:pt x="531799" y="990217"/>
                  </a:lnTo>
                  <a:close/>
                  <a:moveTo>
                    <a:pt x="532300" y="922549"/>
                  </a:moveTo>
                  <a:lnTo>
                    <a:pt x="538345" y="924370"/>
                  </a:lnTo>
                  <a:lnTo>
                    <a:pt x="538729" y="921841"/>
                  </a:lnTo>
                  <a:close/>
                  <a:moveTo>
                    <a:pt x="592740" y="915913"/>
                  </a:moveTo>
                  <a:lnTo>
                    <a:pt x="538345" y="924370"/>
                  </a:lnTo>
                  <a:lnTo>
                    <a:pt x="589471" y="940845"/>
                  </a:lnTo>
                  <a:close/>
                  <a:moveTo>
                    <a:pt x="592740" y="915913"/>
                  </a:moveTo>
                  <a:lnTo>
                    <a:pt x="538729" y="921841"/>
                  </a:lnTo>
                  <a:lnTo>
                    <a:pt x="538345" y="924370"/>
                  </a:lnTo>
                  <a:close/>
                  <a:moveTo>
                    <a:pt x="569819" y="746318"/>
                  </a:moveTo>
                  <a:lnTo>
                    <a:pt x="518765" y="749843"/>
                  </a:lnTo>
                  <a:lnTo>
                    <a:pt x="577820" y="762385"/>
                  </a:lnTo>
                  <a:close/>
                  <a:moveTo>
                    <a:pt x="366496" y="546698"/>
                  </a:moveTo>
                  <a:lnTo>
                    <a:pt x="345029" y="613330"/>
                  </a:lnTo>
                  <a:lnTo>
                    <a:pt x="328037" y="602726"/>
                  </a:lnTo>
                  <a:close/>
                  <a:moveTo>
                    <a:pt x="553776" y="784122"/>
                  </a:moveTo>
                  <a:lnTo>
                    <a:pt x="593359" y="789923"/>
                  </a:lnTo>
                  <a:lnTo>
                    <a:pt x="577820" y="762385"/>
                  </a:lnTo>
                  <a:close/>
                  <a:moveTo>
                    <a:pt x="933719" y="954100"/>
                  </a:moveTo>
                  <a:lnTo>
                    <a:pt x="984544" y="965199"/>
                  </a:lnTo>
                  <a:lnTo>
                    <a:pt x="941750" y="953340"/>
                  </a:lnTo>
                  <a:close/>
                  <a:moveTo>
                    <a:pt x="933719" y="954100"/>
                  </a:moveTo>
                  <a:lnTo>
                    <a:pt x="922442" y="953340"/>
                  </a:lnTo>
                  <a:lnTo>
                    <a:pt x="922491" y="1004877"/>
                  </a:lnTo>
                  <a:close/>
                  <a:moveTo>
                    <a:pt x="478017" y="468794"/>
                  </a:moveTo>
                  <a:lnTo>
                    <a:pt x="442143" y="437975"/>
                  </a:lnTo>
                  <a:lnTo>
                    <a:pt x="454742" y="512939"/>
                  </a:lnTo>
                  <a:close/>
                  <a:moveTo>
                    <a:pt x="454742" y="512939"/>
                  </a:moveTo>
                  <a:lnTo>
                    <a:pt x="442143" y="437975"/>
                  </a:lnTo>
                  <a:lnTo>
                    <a:pt x="403754" y="453666"/>
                  </a:lnTo>
                  <a:close/>
                  <a:moveTo>
                    <a:pt x="478017" y="468794"/>
                  </a:moveTo>
                  <a:lnTo>
                    <a:pt x="478763" y="513605"/>
                  </a:lnTo>
                  <a:lnTo>
                    <a:pt x="500499" y="513072"/>
                  </a:lnTo>
                  <a:close/>
                  <a:moveTo>
                    <a:pt x="478017" y="468794"/>
                  </a:moveTo>
                  <a:lnTo>
                    <a:pt x="500499" y="513072"/>
                  </a:lnTo>
                  <a:lnTo>
                    <a:pt x="528543" y="483024"/>
                  </a:lnTo>
                  <a:close/>
                  <a:moveTo>
                    <a:pt x="501288" y="513605"/>
                  </a:moveTo>
                  <a:lnTo>
                    <a:pt x="560138" y="561376"/>
                  </a:lnTo>
                  <a:lnTo>
                    <a:pt x="578327" y="541048"/>
                  </a:lnTo>
                  <a:close/>
                  <a:moveTo>
                    <a:pt x="546990" y="489511"/>
                  </a:moveTo>
                  <a:lnTo>
                    <a:pt x="501288" y="513605"/>
                  </a:lnTo>
                  <a:lnTo>
                    <a:pt x="578327" y="541048"/>
                  </a:lnTo>
                  <a:close/>
                  <a:moveTo>
                    <a:pt x="972973" y="897426"/>
                  </a:moveTo>
                  <a:lnTo>
                    <a:pt x="941750" y="953340"/>
                  </a:lnTo>
                  <a:lnTo>
                    <a:pt x="952152" y="939114"/>
                  </a:lnTo>
                  <a:close/>
                  <a:moveTo>
                    <a:pt x="578327" y="541048"/>
                  </a:moveTo>
                  <a:lnTo>
                    <a:pt x="599870" y="575027"/>
                  </a:lnTo>
                  <a:lnTo>
                    <a:pt x="619198" y="568490"/>
                  </a:lnTo>
                  <a:close/>
                  <a:moveTo>
                    <a:pt x="528543" y="483024"/>
                  </a:moveTo>
                  <a:lnTo>
                    <a:pt x="546990" y="489511"/>
                  </a:lnTo>
                  <a:lnTo>
                    <a:pt x="546235" y="414271"/>
                  </a:lnTo>
                  <a:close/>
                  <a:moveTo>
                    <a:pt x="546235" y="414271"/>
                  </a:moveTo>
                  <a:lnTo>
                    <a:pt x="546990" y="489511"/>
                  </a:lnTo>
                  <a:lnTo>
                    <a:pt x="585954" y="419487"/>
                  </a:lnTo>
                  <a:close/>
                  <a:moveTo>
                    <a:pt x="585954" y="419487"/>
                  </a:moveTo>
                  <a:lnTo>
                    <a:pt x="546990" y="489511"/>
                  </a:lnTo>
                  <a:lnTo>
                    <a:pt x="600541" y="470370"/>
                  </a:lnTo>
                  <a:close/>
                  <a:moveTo>
                    <a:pt x="585954" y="419487"/>
                  </a:moveTo>
                  <a:lnTo>
                    <a:pt x="546708" y="413881"/>
                  </a:lnTo>
                  <a:lnTo>
                    <a:pt x="546235" y="414271"/>
                  </a:lnTo>
                  <a:close/>
                  <a:moveTo>
                    <a:pt x="600541" y="470370"/>
                  </a:moveTo>
                  <a:lnTo>
                    <a:pt x="646696" y="440525"/>
                  </a:lnTo>
                  <a:lnTo>
                    <a:pt x="613706" y="434907"/>
                  </a:lnTo>
                  <a:close/>
                  <a:moveTo>
                    <a:pt x="600541" y="470370"/>
                  </a:moveTo>
                  <a:lnTo>
                    <a:pt x="613706" y="434907"/>
                  </a:lnTo>
                  <a:lnTo>
                    <a:pt x="585954" y="419487"/>
                  </a:lnTo>
                  <a:close/>
                  <a:moveTo>
                    <a:pt x="528543" y="483024"/>
                  </a:moveTo>
                  <a:lnTo>
                    <a:pt x="546235" y="414271"/>
                  </a:lnTo>
                  <a:lnTo>
                    <a:pt x="478017" y="468794"/>
                  </a:lnTo>
                  <a:close/>
                  <a:moveTo>
                    <a:pt x="523110" y="369853"/>
                  </a:moveTo>
                  <a:lnTo>
                    <a:pt x="546708" y="413881"/>
                  </a:lnTo>
                  <a:lnTo>
                    <a:pt x="585954" y="419487"/>
                  </a:lnTo>
                  <a:close/>
                  <a:moveTo>
                    <a:pt x="523110" y="369853"/>
                  </a:moveTo>
                  <a:lnTo>
                    <a:pt x="585954" y="419487"/>
                  </a:lnTo>
                  <a:lnTo>
                    <a:pt x="559025" y="378637"/>
                  </a:lnTo>
                  <a:close/>
                  <a:moveTo>
                    <a:pt x="1067107" y="796136"/>
                  </a:moveTo>
                  <a:lnTo>
                    <a:pt x="1047001" y="726449"/>
                  </a:lnTo>
                  <a:lnTo>
                    <a:pt x="1025528" y="729214"/>
                  </a:lnTo>
                  <a:close/>
                  <a:moveTo>
                    <a:pt x="1090311" y="651786"/>
                  </a:moveTo>
                  <a:lnTo>
                    <a:pt x="1092009" y="652718"/>
                  </a:lnTo>
                  <a:lnTo>
                    <a:pt x="1147660" y="702355"/>
                  </a:lnTo>
                  <a:close/>
                  <a:moveTo>
                    <a:pt x="973629" y="670682"/>
                  </a:moveTo>
                  <a:lnTo>
                    <a:pt x="1019915" y="671034"/>
                  </a:lnTo>
                  <a:lnTo>
                    <a:pt x="1022077" y="606534"/>
                  </a:lnTo>
                  <a:close/>
                  <a:moveTo>
                    <a:pt x="1019915" y="671034"/>
                  </a:moveTo>
                  <a:lnTo>
                    <a:pt x="1073525" y="602690"/>
                  </a:lnTo>
                  <a:lnTo>
                    <a:pt x="1022077" y="606534"/>
                  </a:lnTo>
                  <a:close/>
                  <a:moveTo>
                    <a:pt x="1511841" y="224478"/>
                  </a:moveTo>
                  <a:lnTo>
                    <a:pt x="1510782" y="226082"/>
                  </a:lnTo>
                  <a:lnTo>
                    <a:pt x="1548463" y="231478"/>
                  </a:lnTo>
                  <a:close/>
                  <a:moveTo>
                    <a:pt x="1508449" y="217360"/>
                  </a:moveTo>
                  <a:lnTo>
                    <a:pt x="1511841" y="224478"/>
                  </a:lnTo>
                  <a:lnTo>
                    <a:pt x="1494274" y="174807"/>
                  </a:lnTo>
                  <a:close/>
                  <a:moveTo>
                    <a:pt x="1494274" y="174807"/>
                  </a:moveTo>
                  <a:lnTo>
                    <a:pt x="1511841" y="224478"/>
                  </a:lnTo>
                  <a:lnTo>
                    <a:pt x="1548463" y="231478"/>
                  </a:lnTo>
                  <a:close/>
                  <a:moveTo>
                    <a:pt x="1494274" y="174807"/>
                  </a:moveTo>
                  <a:lnTo>
                    <a:pt x="1548463" y="231478"/>
                  </a:lnTo>
                  <a:lnTo>
                    <a:pt x="1536046" y="178829"/>
                  </a:lnTo>
                  <a:close/>
                  <a:moveTo>
                    <a:pt x="1483061" y="172942"/>
                  </a:moveTo>
                  <a:lnTo>
                    <a:pt x="1494274" y="174807"/>
                  </a:lnTo>
                  <a:lnTo>
                    <a:pt x="1493579" y="161764"/>
                  </a:lnTo>
                  <a:close/>
                  <a:moveTo>
                    <a:pt x="1508449" y="217360"/>
                  </a:moveTo>
                  <a:lnTo>
                    <a:pt x="1494274" y="174807"/>
                  </a:lnTo>
                  <a:lnTo>
                    <a:pt x="1483061" y="172942"/>
                  </a:lnTo>
                  <a:close/>
                  <a:moveTo>
                    <a:pt x="1450336" y="109803"/>
                  </a:moveTo>
                  <a:lnTo>
                    <a:pt x="1490128" y="52692"/>
                  </a:lnTo>
                  <a:lnTo>
                    <a:pt x="1448216" y="48784"/>
                  </a:lnTo>
                  <a:close/>
                  <a:moveTo>
                    <a:pt x="1448216" y="48784"/>
                  </a:moveTo>
                  <a:lnTo>
                    <a:pt x="1490128" y="52692"/>
                  </a:lnTo>
                  <a:lnTo>
                    <a:pt x="1477765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19" name="Output_density__4318">
              <a:extLst>
                <a:ext uri="{FF2B5EF4-FFF2-40B4-BE49-F238E27FC236}">
                  <a16:creationId xmlns:a16="http://schemas.microsoft.com/office/drawing/2014/main" id="{108F661A-3AD0-DB7B-07C7-4674E6E7738F}"/>
                </a:ext>
              </a:extLst>
            </p:cNvPr>
            <p:cNvSpPr>
              <a:spLocks noGrp="1"/>
            </p:cNvSpPr>
            <p:nvPr/>
          </p:nvSpPr>
          <p:spPr>
            <a:xfrm>
              <a:off x="14841664" y="2667920"/>
              <a:ext cx="1519604" cy="809959"/>
            </a:xfrm>
            <a:custGeom>
              <a:avLst/>
              <a:gdLst/>
              <a:ahLst/>
              <a:cxnLst/>
              <a:rect l="0" t="0" r="0" b="0"/>
              <a:pathLst>
                <a:path w="1519604" h="809959">
                  <a:moveTo>
                    <a:pt x="128463" y="711944"/>
                  </a:moveTo>
                  <a:lnTo>
                    <a:pt x="184046" y="767481"/>
                  </a:lnTo>
                  <a:lnTo>
                    <a:pt x="163577" y="748376"/>
                  </a:lnTo>
                  <a:close/>
                  <a:moveTo>
                    <a:pt x="163577" y="748376"/>
                  </a:moveTo>
                  <a:lnTo>
                    <a:pt x="184046" y="767481"/>
                  </a:lnTo>
                  <a:lnTo>
                    <a:pt x="218483" y="789269"/>
                  </a:lnTo>
                  <a:close/>
                  <a:moveTo>
                    <a:pt x="267713" y="798657"/>
                  </a:moveTo>
                  <a:lnTo>
                    <a:pt x="268324" y="775819"/>
                  </a:lnTo>
                  <a:lnTo>
                    <a:pt x="246173" y="757899"/>
                  </a:lnTo>
                  <a:close/>
                  <a:moveTo>
                    <a:pt x="267713" y="798657"/>
                  </a:moveTo>
                  <a:lnTo>
                    <a:pt x="246173" y="757899"/>
                  </a:lnTo>
                  <a:lnTo>
                    <a:pt x="218483" y="789269"/>
                  </a:lnTo>
                  <a:close/>
                  <a:moveTo>
                    <a:pt x="53227" y="520758"/>
                  </a:moveTo>
                  <a:lnTo>
                    <a:pt x="0" y="489446"/>
                  </a:lnTo>
                  <a:lnTo>
                    <a:pt x="2487" y="490693"/>
                  </a:lnTo>
                  <a:close/>
                  <a:moveTo>
                    <a:pt x="40652" y="513520"/>
                  </a:moveTo>
                  <a:lnTo>
                    <a:pt x="0" y="489446"/>
                  </a:lnTo>
                  <a:lnTo>
                    <a:pt x="53227" y="520758"/>
                  </a:lnTo>
                  <a:close/>
                  <a:moveTo>
                    <a:pt x="268324" y="775819"/>
                  </a:moveTo>
                  <a:lnTo>
                    <a:pt x="270497" y="797923"/>
                  </a:lnTo>
                  <a:lnTo>
                    <a:pt x="301026" y="788309"/>
                  </a:lnTo>
                  <a:close/>
                  <a:moveTo>
                    <a:pt x="360060" y="763092"/>
                  </a:moveTo>
                  <a:lnTo>
                    <a:pt x="325141" y="753498"/>
                  </a:lnTo>
                  <a:lnTo>
                    <a:pt x="301026" y="788309"/>
                  </a:lnTo>
                  <a:close/>
                  <a:moveTo>
                    <a:pt x="360060" y="763092"/>
                  </a:moveTo>
                  <a:lnTo>
                    <a:pt x="370199" y="737358"/>
                  </a:lnTo>
                  <a:lnTo>
                    <a:pt x="327103" y="750906"/>
                  </a:lnTo>
                  <a:close/>
                  <a:moveTo>
                    <a:pt x="370199" y="737358"/>
                  </a:moveTo>
                  <a:lnTo>
                    <a:pt x="413967" y="726320"/>
                  </a:lnTo>
                  <a:lnTo>
                    <a:pt x="446047" y="711365"/>
                  </a:lnTo>
                  <a:close/>
                  <a:moveTo>
                    <a:pt x="577563" y="727631"/>
                  </a:moveTo>
                  <a:lnTo>
                    <a:pt x="564583" y="670296"/>
                  </a:lnTo>
                  <a:lnTo>
                    <a:pt x="562586" y="712388"/>
                  </a:lnTo>
                  <a:close/>
                  <a:moveTo>
                    <a:pt x="513841" y="651292"/>
                  </a:moveTo>
                  <a:lnTo>
                    <a:pt x="552126" y="595406"/>
                  </a:lnTo>
                  <a:lnTo>
                    <a:pt x="521664" y="582189"/>
                  </a:lnTo>
                  <a:close/>
                  <a:moveTo>
                    <a:pt x="552126" y="595406"/>
                  </a:moveTo>
                  <a:lnTo>
                    <a:pt x="567852" y="645364"/>
                  </a:lnTo>
                  <a:lnTo>
                    <a:pt x="589034" y="652000"/>
                  </a:lnTo>
                  <a:close/>
                  <a:moveTo>
                    <a:pt x="552126" y="595406"/>
                  </a:moveTo>
                  <a:lnTo>
                    <a:pt x="565459" y="538673"/>
                  </a:lnTo>
                  <a:lnTo>
                    <a:pt x="524829" y="561442"/>
                  </a:lnTo>
                  <a:close/>
                  <a:moveTo>
                    <a:pt x="497247" y="473297"/>
                  </a:moveTo>
                  <a:lnTo>
                    <a:pt x="493877" y="479294"/>
                  </a:lnTo>
                  <a:lnTo>
                    <a:pt x="499382" y="466300"/>
                  </a:lnTo>
                  <a:close/>
                  <a:moveTo>
                    <a:pt x="502801" y="479083"/>
                  </a:moveTo>
                  <a:lnTo>
                    <a:pt x="493877" y="479294"/>
                  </a:lnTo>
                  <a:lnTo>
                    <a:pt x="497247" y="473297"/>
                  </a:lnTo>
                  <a:close/>
                  <a:moveTo>
                    <a:pt x="785175" y="770860"/>
                  </a:moveTo>
                  <a:lnTo>
                    <a:pt x="850414" y="809959"/>
                  </a:lnTo>
                  <a:lnTo>
                    <a:pt x="809048" y="790482"/>
                  </a:lnTo>
                  <a:close/>
                  <a:moveTo>
                    <a:pt x="499382" y="466300"/>
                  </a:moveTo>
                  <a:lnTo>
                    <a:pt x="500435" y="411219"/>
                  </a:lnTo>
                  <a:lnTo>
                    <a:pt x="497247" y="473297"/>
                  </a:lnTo>
                  <a:close/>
                  <a:moveTo>
                    <a:pt x="482844" y="294593"/>
                  </a:moveTo>
                  <a:lnTo>
                    <a:pt x="454177" y="337061"/>
                  </a:lnTo>
                  <a:lnTo>
                    <a:pt x="483410" y="299574"/>
                  </a:lnTo>
                  <a:close/>
                  <a:moveTo>
                    <a:pt x="483410" y="299574"/>
                  </a:moveTo>
                  <a:lnTo>
                    <a:pt x="454177" y="337061"/>
                  </a:lnTo>
                  <a:lnTo>
                    <a:pt x="452114" y="349778"/>
                  </a:lnTo>
                  <a:close/>
                  <a:moveTo>
                    <a:pt x="905345" y="749128"/>
                  </a:moveTo>
                  <a:lnTo>
                    <a:pt x="908340" y="758422"/>
                  </a:lnTo>
                  <a:lnTo>
                    <a:pt x="908831" y="683551"/>
                  </a:lnTo>
                  <a:close/>
                  <a:moveTo>
                    <a:pt x="905345" y="749128"/>
                  </a:moveTo>
                  <a:lnTo>
                    <a:pt x="908831" y="683551"/>
                  </a:lnTo>
                  <a:lnTo>
                    <a:pt x="897604" y="734328"/>
                  </a:lnTo>
                  <a:close/>
                  <a:moveTo>
                    <a:pt x="455564" y="284231"/>
                  </a:moveTo>
                  <a:lnTo>
                    <a:pt x="454177" y="337061"/>
                  </a:lnTo>
                  <a:lnTo>
                    <a:pt x="482844" y="294593"/>
                  </a:lnTo>
                  <a:close/>
                  <a:moveTo>
                    <a:pt x="897554" y="682791"/>
                  </a:moveTo>
                  <a:lnTo>
                    <a:pt x="858304" y="665067"/>
                  </a:lnTo>
                  <a:lnTo>
                    <a:pt x="927264" y="668565"/>
                  </a:lnTo>
                  <a:close/>
                  <a:moveTo>
                    <a:pt x="940167" y="661560"/>
                  </a:moveTo>
                  <a:lnTo>
                    <a:pt x="927264" y="668565"/>
                  </a:lnTo>
                  <a:lnTo>
                    <a:pt x="959656" y="694650"/>
                  </a:lnTo>
                  <a:close/>
                  <a:moveTo>
                    <a:pt x="609063" y="322036"/>
                  </a:moveTo>
                  <a:lnTo>
                    <a:pt x="628066" y="328276"/>
                  </a:lnTo>
                  <a:lnTo>
                    <a:pt x="593954" y="310430"/>
                  </a:lnTo>
                  <a:close/>
                  <a:moveTo>
                    <a:pt x="1042219" y="525587"/>
                  </a:moveTo>
                  <a:lnTo>
                    <a:pt x="1054752" y="583067"/>
                  </a:lnTo>
                  <a:lnTo>
                    <a:pt x="1050398" y="531531"/>
                  </a:lnTo>
                  <a:close/>
                  <a:moveTo>
                    <a:pt x="1050398" y="531531"/>
                  </a:moveTo>
                  <a:lnTo>
                    <a:pt x="1055401" y="473247"/>
                  </a:lnTo>
                  <a:lnTo>
                    <a:pt x="1042219" y="525587"/>
                  </a:lnTo>
                  <a:close/>
                  <a:moveTo>
                    <a:pt x="1055401" y="473247"/>
                  </a:moveTo>
                  <a:lnTo>
                    <a:pt x="1022113" y="455900"/>
                  </a:lnTo>
                  <a:lnTo>
                    <a:pt x="1042219" y="525587"/>
                  </a:lnTo>
                  <a:close/>
                  <a:moveTo>
                    <a:pt x="1065423" y="381237"/>
                  </a:moveTo>
                  <a:lnTo>
                    <a:pt x="1095954" y="450194"/>
                  </a:lnTo>
                  <a:lnTo>
                    <a:pt x="1093674" y="396252"/>
                  </a:lnTo>
                  <a:close/>
                  <a:moveTo>
                    <a:pt x="1287198" y="6469"/>
                  </a:moveTo>
                  <a:lnTo>
                    <a:pt x="1257383" y="29897"/>
                  </a:lnTo>
                  <a:lnTo>
                    <a:pt x="1277991" y="2117"/>
                  </a:lnTo>
                  <a:close/>
                  <a:moveTo>
                    <a:pt x="1257383" y="29897"/>
                  </a:moveTo>
                  <a:lnTo>
                    <a:pt x="1253099" y="26211"/>
                  </a:lnTo>
                  <a:lnTo>
                    <a:pt x="1277991" y="2117"/>
                  </a:lnTo>
                  <a:close/>
                  <a:moveTo>
                    <a:pt x="1287198" y="6469"/>
                  </a:moveTo>
                  <a:lnTo>
                    <a:pt x="1305183" y="33937"/>
                  </a:lnTo>
                  <a:lnTo>
                    <a:pt x="1257383" y="29897"/>
                  </a:lnTo>
                  <a:close/>
                  <a:moveTo>
                    <a:pt x="1277991" y="2117"/>
                  </a:moveTo>
                  <a:lnTo>
                    <a:pt x="1253099" y="26211"/>
                  </a:lnTo>
                  <a:lnTo>
                    <a:pt x="1285468" y="0"/>
                  </a:lnTo>
                  <a:close/>
                  <a:moveTo>
                    <a:pt x="1475654" y="150134"/>
                  </a:moveTo>
                  <a:lnTo>
                    <a:pt x="1484292" y="84443"/>
                  </a:lnTo>
                  <a:lnTo>
                    <a:pt x="1447540" y="121710"/>
                  </a:lnTo>
                  <a:close/>
                  <a:moveTo>
                    <a:pt x="1484971" y="79817"/>
                  </a:moveTo>
                  <a:lnTo>
                    <a:pt x="1484292" y="84443"/>
                  </a:lnTo>
                  <a:lnTo>
                    <a:pt x="1486633" y="81096"/>
                  </a:lnTo>
                  <a:close/>
                  <a:moveTo>
                    <a:pt x="1484971" y="79817"/>
                  </a:moveTo>
                  <a:lnTo>
                    <a:pt x="1486633" y="81096"/>
                  </a:lnTo>
                  <a:lnTo>
                    <a:pt x="1519604" y="26900"/>
                  </a:lnTo>
                  <a:close/>
                  <a:moveTo>
                    <a:pt x="1491918" y="11426"/>
                  </a:moveTo>
                  <a:lnTo>
                    <a:pt x="1484971" y="79817"/>
                  </a:lnTo>
                  <a:lnTo>
                    <a:pt x="1519604" y="2690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20" name="Output_density__4319">
              <a:extLst>
                <a:ext uri="{FF2B5EF4-FFF2-40B4-BE49-F238E27FC236}">
                  <a16:creationId xmlns:a16="http://schemas.microsoft.com/office/drawing/2014/main" id="{0FEE8F4E-294B-AB23-0514-0817FB45C01E}"/>
                </a:ext>
              </a:extLst>
            </p:cNvPr>
            <p:cNvSpPr>
              <a:spLocks noGrp="1"/>
            </p:cNvSpPr>
            <p:nvPr/>
          </p:nvSpPr>
          <p:spPr>
            <a:xfrm>
              <a:off x="14837706" y="2450063"/>
              <a:ext cx="1527532" cy="995088"/>
            </a:xfrm>
            <a:custGeom>
              <a:avLst/>
              <a:gdLst/>
              <a:ahLst/>
              <a:cxnLst/>
              <a:rect l="0" t="0" r="0" b="0"/>
              <a:pathLst>
                <a:path w="1527532" h="995088">
                  <a:moveTo>
                    <a:pt x="129464" y="914696"/>
                  </a:moveTo>
                  <a:lnTo>
                    <a:pt x="112250" y="904721"/>
                  </a:lnTo>
                  <a:lnTo>
                    <a:pt x="132421" y="929800"/>
                  </a:lnTo>
                  <a:close/>
                  <a:moveTo>
                    <a:pt x="0" y="699489"/>
                  </a:moveTo>
                  <a:lnTo>
                    <a:pt x="6444" y="708550"/>
                  </a:lnTo>
                  <a:lnTo>
                    <a:pt x="3957" y="707303"/>
                  </a:lnTo>
                  <a:close/>
                  <a:moveTo>
                    <a:pt x="3841" y="684456"/>
                  </a:moveTo>
                  <a:lnTo>
                    <a:pt x="0" y="699489"/>
                  </a:lnTo>
                  <a:lnTo>
                    <a:pt x="3957" y="707303"/>
                  </a:lnTo>
                  <a:close/>
                  <a:moveTo>
                    <a:pt x="3841" y="684456"/>
                  </a:moveTo>
                  <a:lnTo>
                    <a:pt x="3957" y="707303"/>
                  </a:lnTo>
                  <a:lnTo>
                    <a:pt x="44610" y="731376"/>
                  </a:lnTo>
                  <a:close/>
                  <a:moveTo>
                    <a:pt x="485990" y="945488"/>
                  </a:moveTo>
                  <a:lnTo>
                    <a:pt x="478260" y="995088"/>
                  </a:lnTo>
                  <a:lnTo>
                    <a:pt x="504364" y="957783"/>
                  </a:lnTo>
                  <a:close/>
                  <a:moveTo>
                    <a:pt x="447843" y="969581"/>
                  </a:moveTo>
                  <a:lnTo>
                    <a:pt x="485990" y="945488"/>
                  </a:lnTo>
                  <a:lnTo>
                    <a:pt x="417924" y="944177"/>
                  </a:lnTo>
                  <a:close/>
                  <a:moveTo>
                    <a:pt x="485990" y="945488"/>
                  </a:moveTo>
                  <a:lnTo>
                    <a:pt x="450005" y="929222"/>
                  </a:lnTo>
                  <a:lnTo>
                    <a:pt x="417924" y="944177"/>
                  </a:lnTo>
                  <a:close/>
                  <a:moveTo>
                    <a:pt x="504364" y="957783"/>
                  </a:moveTo>
                  <a:lnTo>
                    <a:pt x="478260" y="995088"/>
                  </a:lnTo>
                  <a:lnTo>
                    <a:pt x="553957" y="968527"/>
                  </a:lnTo>
                  <a:close/>
                  <a:moveTo>
                    <a:pt x="173847" y="645150"/>
                  </a:moveTo>
                  <a:lnTo>
                    <a:pt x="143643" y="606962"/>
                  </a:lnTo>
                  <a:lnTo>
                    <a:pt x="142200" y="636268"/>
                  </a:lnTo>
                  <a:close/>
                  <a:moveTo>
                    <a:pt x="485990" y="945488"/>
                  </a:moveTo>
                  <a:lnTo>
                    <a:pt x="504364" y="957783"/>
                  </a:lnTo>
                  <a:lnTo>
                    <a:pt x="510869" y="937525"/>
                  </a:lnTo>
                  <a:close/>
                  <a:moveTo>
                    <a:pt x="450005" y="929222"/>
                  </a:moveTo>
                  <a:lnTo>
                    <a:pt x="485990" y="945488"/>
                  </a:lnTo>
                  <a:lnTo>
                    <a:pt x="511370" y="869857"/>
                  </a:lnTo>
                  <a:close/>
                  <a:moveTo>
                    <a:pt x="566543" y="930245"/>
                  </a:moveTo>
                  <a:lnTo>
                    <a:pt x="504364" y="957783"/>
                  </a:lnTo>
                  <a:lnTo>
                    <a:pt x="553957" y="968527"/>
                  </a:lnTo>
                  <a:close/>
                  <a:moveTo>
                    <a:pt x="566543" y="930245"/>
                  </a:moveTo>
                  <a:lnTo>
                    <a:pt x="510869" y="937525"/>
                  </a:lnTo>
                  <a:lnTo>
                    <a:pt x="504364" y="957783"/>
                  </a:lnTo>
                  <a:close/>
                  <a:moveTo>
                    <a:pt x="510869" y="937525"/>
                  </a:moveTo>
                  <a:lnTo>
                    <a:pt x="566543" y="930245"/>
                  </a:lnTo>
                  <a:lnTo>
                    <a:pt x="517414" y="871678"/>
                  </a:lnTo>
                  <a:close/>
                  <a:moveTo>
                    <a:pt x="566543" y="930245"/>
                  </a:moveTo>
                  <a:lnTo>
                    <a:pt x="568540" y="888153"/>
                  </a:lnTo>
                  <a:lnTo>
                    <a:pt x="517414" y="871678"/>
                  </a:lnTo>
                  <a:close/>
                  <a:moveTo>
                    <a:pt x="517798" y="869149"/>
                  </a:moveTo>
                  <a:lnTo>
                    <a:pt x="571810" y="863221"/>
                  </a:lnTo>
                  <a:lnTo>
                    <a:pt x="556083" y="813263"/>
                  </a:lnTo>
                  <a:close/>
                  <a:moveTo>
                    <a:pt x="571810" y="863221"/>
                  </a:moveTo>
                  <a:lnTo>
                    <a:pt x="568540" y="888153"/>
                  </a:lnTo>
                  <a:lnTo>
                    <a:pt x="592991" y="869857"/>
                  </a:lnTo>
                  <a:close/>
                  <a:moveTo>
                    <a:pt x="569417" y="756530"/>
                  </a:moveTo>
                  <a:lnTo>
                    <a:pt x="607594" y="746626"/>
                  </a:lnTo>
                  <a:lnTo>
                    <a:pt x="586595" y="742690"/>
                  </a:lnTo>
                  <a:close/>
                  <a:moveTo>
                    <a:pt x="497834" y="697151"/>
                  </a:moveTo>
                  <a:lnTo>
                    <a:pt x="506759" y="696940"/>
                  </a:lnTo>
                  <a:lnTo>
                    <a:pt x="556889" y="709693"/>
                  </a:lnTo>
                  <a:close/>
                  <a:moveTo>
                    <a:pt x="572429" y="737232"/>
                  </a:moveTo>
                  <a:lnTo>
                    <a:pt x="528787" y="779298"/>
                  </a:lnTo>
                  <a:lnTo>
                    <a:pt x="569417" y="756530"/>
                  </a:lnTo>
                  <a:close/>
                  <a:moveTo>
                    <a:pt x="572429" y="737232"/>
                  </a:moveTo>
                  <a:lnTo>
                    <a:pt x="532845" y="731430"/>
                  </a:lnTo>
                  <a:lnTo>
                    <a:pt x="528787" y="779298"/>
                  </a:lnTo>
                  <a:close/>
                  <a:moveTo>
                    <a:pt x="532845" y="731430"/>
                  </a:moveTo>
                  <a:lnTo>
                    <a:pt x="556889" y="709693"/>
                  </a:lnTo>
                  <a:lnTo>
                    <a:pt x="506759" y="696940"/>
                  </a:lnTo>
                  <a:close/>
                  <a:moveTo>
                    <a:pt x="572429" y="737232"/>
                  </a:moveTo>
                  <a:lnTo>
                    <a:pt x="569417" y="756530"/>
                  </a:lnTo>
                  <a:lnTo>
                    <a:pt x="586595" y="742690"/>
                  </a:lnTo>
                  <a:close/>
                  <a:moveTo>
                    <a:pt x="572429" y="737232"/>
                  </a:moveTo>
                  <a:lnTo>
                    <a:pt x="586595" y="742690"/>
                  </a:lnTo>
                  <a:lnTo>
                    <a:pt x="556889" y="709693"/>
                  </a:lnTo>
                  <a:close/>
                  <a:moveTo>
                    <a:pt x="785105" y="976279"/>
                  </a:moveTo>
                  <a:lnTo>
                    <a:pt x="787390" y="927390"/>
                  </a:lnTo>
                  <a:lnTo>
                    <a:pt x="789132" y="988717"/>
                  </a:lnTo>
                  <a:close/>
                  <a:moveTo>
                    <a:pt x="730530" y="821669"/>
                  </a:moveTo>
                  <a:lnTo>
                    <a:pt x="772997" y="858755"/>
                  </a:lnTo>
                  <a:lnTo>
                    <a:pt x="765445" y="849112"/>
                  </a:lnTo>
                  <a:close/>
                  <a:moveTo>
                    <a:pt x="578940" y="522335"/>
                  </a:moveTo>
                  <a:lnTo>
                    <a:pt x="545496" y="508156"/>
                  </a:lnTo>
                  <a:lnTo>
                    <a:pt x="613021" y="539893"/>
                  </a:lnTo>
                  <a:close/>
                  <a:moveTo>
                    <a:pt x="433811" y="460247"/>
                  </a:moveTo>
                  <a:lnTo>
                    <a:pt x="486802" y="512450"/>
                  </a:lnTo>
                  <a:lnTo>
                    <a:pt x="457832" y="460913"/>
                  </a:lnTo>
                  <a:close/>
                  <a:moveTo>
                    <a:pt x="433811" y="460247"/>
                  </a:moveTo>
                  <a:lnTo>
                    <a:pt x="459522" y="502087"/>
                  </a:lnTo>
                  <a:lnTo>
                    <a:pt x="486802" y="512450"/>
                  </a:lnTo>
                  <a:close/>
                  <a:moveTo>
                    <a:pt x="433811" y="460247"/>
                  </a:moveTo>
                  <a:lnTo>
                    <a:pt x="382823" y="400974"/>
                  </a:lnTo>
                  <a:lnTo>
                    <a:pt x="394801" y="453979"/>
                  </a:lnTo>
                  <a:close/>
                  <a:moveTo>
                    <a:pt x="433811" y="460247"/>
                  </a:moveTo>
                  <a:lnTo>
                    <a:pt x="457832" y="460913"/>
                  </a:lnTo>
                  <a:lnTo>
                    <a:pt x="457087" y="416102"/>
                  </a:lnTo>
                  <a:close/>
                  <a:moveTo>
                    <a:pt x="480358" y="460913"/>
                  </a:moveTo>
                  <a:lnTo>
                    <a:pt x="526059" y="436819"/>
                  </a:lnTo>
                  <a:lnTo>
                    <a:pt x="479569" y="460380"/>
                  </a:lnTo>
                  <a:close/>
                  <a:moveTo>
                    <a:pt x="526059" y="436819"/>
                  </a:moveTo>
                  <a:lnTo>
                    <a:pt x="507612" y="430332"/>
                  </a:lnTo>
                  <a:lnTo>
                    <a:pt x="479569" y="460380"/>
                  </a:lnTo>
                  <a:close/>
                  <a:moveTo>
                    <a:pt x="901512" y="900648"/>
                  </a:moveTo>
                  <a:lnTo>
                    <a:pt x="931222" y="886422"/>
                  </a:lnTo>
                  <a:lnTo>
                    <a:pt x="944124" y="879417"/>
                  </a:lnTo>
                  <a:close/>
                  <a:moveTo>
                    <a:pt x="963614" y="912507"/>
                  </a:moveTo>
                  <a:lnTo>
                    <a:pt x="931222" y="886422"/>
                  </a:lnTo>
                  <a:lnTo>
                    <a:pt x="920820" y="900648"/>
                  </a:lnTo>
                  <a:close/>
                  <a:moveTo>
                    <a:pt x="952043" y="844734"/>
                  </a:moveTo>
                  <a:lnTo>
                    <a:pt x="931222" y="886422"/>
                  </a:lnTo>
                  <a:lnTo>
                    <a:pt x="913064" y="838441"/>
                  </a:lnTo>
                  <a:close/>
                  <a:moveTo>
                    <a:pt x="578940" y="522335"/>
                  </a:moveTo>
                  <a:lnTo>
                    <a:pt x="613021" y="539893"/>
                  </a:lnTo>
                  <a:lnTo>
                    <a:pt x="597911" y="528286"/>
                  </a:lnTo>
                  <a:close/>
                  <a:moveTo>
                    <a:pt x="1029329" y="725294"/>
                  </a:moveTo>
                  <a:lnTo>
                    <a:pt x="1025683" y="739875"/>
                  </a:lnTo>
                  <a:lnTo>
                    <a:pt x="1046177" y="743444"/>
                  </a:lnTo>
                  <a:close/>
                  <a:moveTo>
                    <a:pt x="1046177" y="743444"/>
                  </a:moveTo>
                  <a:lnTo>
                    <a:pt x="1025683" y="739875"/>
                  </a:lnTo>
                  <a:lnTo>
                    <a:pt x="1022091" y="787786"/>
                  </a:lnTo>
                  <a:close/>
                  <a:moveTo>
                    <a:pt x="1016604" y="705930"/>
                  </a:moveTo>
                  <a:lnTo>
                    <a:pt x="1029329" y="725294"/>
                  </a:lnTo>
                  <a:lnTo>
                    <a:pt x="1046177" y="743444"/>
                  </a:lnTo>
                  <a:close/>
                  <a:moveTo>
                    <a:pt x="1069381" y="599094"/>
                  </a:moveTo>
                  <a:lnTo>
                    <a:pt x="1078404" y="566997"/>
                  </a:lnTo>
                  <a:lnTo>
                    <a:pt x="1052594" y="549998"/>
                  </a:lnTo>
                  <a:close/>
                  <a:moveTo>
                    <a:pt x="1001146" y="553843"/>
                  </a:moveTo>
                  <a:lnTo>
                    <a:pt x="1052594" y="549998"/>
                  </a:lnTo>
                  <a:lnTo>
                    <a:pt x="1006558" y="533469"/>
                  </a:lnTo>
                  <a:close/>
                  <a:moveTo>
                    <a:pt x="1052594" y="549998"/>
                  </a:moveTo>
                  <a:lnTo>
                    <a:pt x="1053609" y="534708"/>
                  </a:lnTo>
                  <a:lnTo>
                    <a:pt x="1006558" y="533469"/>
                  </a:lnTo>
                  <a:close/>
                  <a:moveTo>
                    <a:pt x="1053609" y="534708"/>
                  </a:moveTo>
                  <a:lnTo>
                    <a:pt x="1036498" y="510511"/>
                  </a:lnTo>
                  <a:lnTo>
                    <a:pt x="1006558" y="533469"/>
                  </a:lnTo>
                  <a:close/>
                  <a:moveTo>
                    <a:pt x="1527532" y="178786"/>
                  </a:moveTo>
                  <a:lnTo>
                    <a:pt x="1489852" y="173390"/>
                  </a:lnTo>
                  <a:lnTo>
                    <a:pt x="1495876" y="229283"/>
                  </a:lnTo>
                  <a:close/>
                  <a:moveTo>
                    <a:pt x="1527532" y="178786"/>
                  </a:moveTo>
                  <a:lnTo>
                    <a:pt x="1495876" y="229283"/>
                  </a:lnTo>
                  <a:lnTo>
                    <a:pt x="1523562" y="244757"/>
                  </a:lnTo>
                  <a:close/>
                  <a:moveTo>
                    <a:pt x="1433529" y="116502"/>
                  </a:moveTo>
                  <a:lnTo>
                    <a:pt x="1487519" y="164669"/>
                  </a:lnTo>
                  <a:lnTo>
                    <a:pt x="1462130" y="120250"/>
                  </a:lnTo>
                  <a:close/>
                  <a:moveTo>
                    <a:pt x="1489707" y="171555"/>
                  </a:moveTo>
                  <a:lnTo>
                    <a:pt x="1487519" y="164669"/>
                  </a:lnTo>
                  <a:lnTo>
                    <a:pt x="1433529" y="116502"/>
                  </a:lnTo>
                  <a:close/>
                  <a:moveTo>
                    <a:pt x="1489707" y="171555"/>
                  </a:moveTo>
                  <a:lnTo>
                    <a:pt x="1489852" y="173390"/>
                  </a:lnTo>
                  <a:lnTo>
                    <a:pt x="1490911" y="171786"/>
                  </a:lnTo>
                  <a:close/>
                  <a:moveTo>
                    <a:pt x="1489707" y="171555"/>
                  </a:moveTo>
                  <a:lnTo>
                    <a:pt x="1490911" y="171786"/>
                  </a:lnTo>
                  <a:lnTo>
                    <a:pt x="1487519" y="164669"/>
                  </a:lnTo>
                  <a:close/>
                  <a:moveTo>
                    <a:pt x="1469272" y="62682"/>
                  </a:moveTo>
                  <a:lnTo>
                    <a:pt x="1462130" y="120250"/>
                  </a:lnTo>
                  <a:lnTo>
                    <a:pt x="1472649" y="109072"/>
                  </a:lnTo>
                  <a:close/>
                  <a:moveTo>
                    <a:pt x="1433529" y="116502"/>
                  </a:moveTo>
                  <a:lnTo>
                    <a:pt x="1462130" y="120250"/>
                  </a:lnTo>
                  <a:lnTo>
                    <a:pt x="1469272" y="62682"/>
                  </a:lnTo>
                  <a:close/>
                  <a:moveTo>
                    <a:pt x="1429405" y="57111"/>
                  </a:moveTo>
                  <a:lnTo>
                    <a:pt x="1433529" y="116502"/>
                  </a:lnTo>
                  <a:lnTo>
                    <a:pt x="1469272" y="62682"/>
                  </a:lnTo>
                  <a:close/>
                  <a:moveTo>
                    <a:pt x="1429405" y="57111"/>
                  </a:moveTo>
                  <a:lnTo>
                    <a:pt x="1469272" y="62682"/>
                  </a:lnTo>
                  <a:lnTo>
                    <a:pt x="1469197" y="0"/>
                  </a:lnTo>
                  <a:close/>
                  <a:moveTo>
                    <a:pt x="1469272" y="62682"/>
                  </a:moveTo>
                  <a:lnTo>
                    <a:pt x="1472649" y="109072"/>
                  </a:lnTo>
                  <a:lnTo>
                    <a:pt x="1492174" y="68713"/>
                  </a:lnTo>
                  <a:close/>
                  <a:moveTo>
                    <a:pt x="1469197" y="0"/>
                  </a:moveTo>
                  <a:lnTo>
                    <a:pt x="1469272" y="62682"/>
                  </a:lnTo>
                  <a:lnTo>
                    <a:pt x="1507580" y="6778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21" name="Output_density__4320">
              <a:extLst>
                <a:ext uri="{FF2B5EF4-FFF2-40B4-BE49-F238E27FC236}">
                  <a16:creationId xmlns:a16="http://schemas.microsoft.com/office/drawing/2014/main" id="{67872539-7635-33E0-3217-3318DAD1B428}"/>
                </a:ext>
              </a:extLst>
            </p:cNvPr>
            <p:cNvSpPr>
              <a:spLocks noGrp="1"/>
            </p:cNvSpPr>
            <p:nvPr/>
          </p:nvSpPr>
          <p:spPr>
            <a:xfrm>
              <a:off x="14814804" y="2396626"/>
              <a:ext cx="1479737" cy="1019670"/>
            </a:xfrm>
            <a:custGeom>
              <a:avLst/>
              <a:gdLst/>
              <a:ahLst/>
              <a:cxnLst/>
              <a:rect l="0" t="0" r="0" b="0"/>
              <a:pathLst>
                <a:path w="1479737" h="1019670">
                  <a:moveTo>
                    <a:pt x="197362" y="949060"/>
                  </a:moveTo>
                  <a:lnTo>
                    <a:pt x="186273" y="1014390"/>
                  </a:lnTo>
                  <a:lnTo>
                    <a:pt x="215518" y="944040"/>
                  </a:lnTo>
                  <a:close/>
                  <a:moveTo>
                    <a:pt x="215518" y="944040"/>
                  </a:moveTo>
                  <a:lnTo>
                    <a:pt x="190436" y="1019670"/>
                  </a:lnTo>
                  <a:lnTo>
                    <a:pt x="246549" y="995577"/>
                  </a:lnTo>
                  <a:close/>
                  <a:moveTo>
                    <a:pt x="152366" y="968134"/>
                  </a:moveTo>
                  <a:lnTo>
                    <a:pt x="197362" y="949060"/>
                  </a:lnTo>
                  <a:lnTo>
                    <a:pt x="149615" y="892503"/>
                  </a:lnTo>
                  <a:close/>
                  <a:moveTo>
                    <a:pt x="128900" y="916597"/>
                  </a:moveTo>
                  <a:lnTo>
                    <a:pt x="152366" y="968134"/>
                  </a:lnTo>
                  <a:lnTo>
                    <a:pt x="149615" y="892503"/>
                  </a:lnTo>
                  <a:close/>
                  <a:moveTo>
                    <a:pt x="181284" y="860837"/>
                  </a:moveTo>
                  <a:lnTo>
                    <a:pt x="149107" y="875433"/>
                  </a:lnTo>
                  <a:lnTo>
                    <a:pt x="128900" y="916597"/>
                  </a:lnTo>
                  <a:close/>
                  <a:moveTo>
                    <a:pt x="19663" y="605916"/>
                  </a:moveTo>
                  <a:lnTo>
                    <a:pt x="0" y="657091"/>
                  </a:lnTo>
                  <a:lnTo>
                    <a:pt x="9133" y="634820"/>
                  </a:lnTo>
                  <a:close/>
                  <a:moveTo>
                    <a:pt x="270286" y="927757"/>
                  </a:moveTo>
                  <a:lnTo>
                    <a:pt x="289778" y="919946"/>
                  </a:lnTo>
                  <a:lnTo>
                    <a:pt x="319060" y="891705"/>
                  </a:lnTo>
                  <a:close/>
                  <a:moveTo>
                    <a:pt x="5677" y="686357"/>
                  </a:moveTo>
                  <a:lnTo>
                    <a:pt x="27104" y="610727"/>
                  </a:lnTo>
                  <a:lnTo>
                    <a:pt x="9133" y="634820"/>
                  </a:lnTo>
                  <a:close/>
                  <a:moveTo>
                    <a:pt x="45810" y="568776"/>
                  </a:moveTo>
                  <a:lnTo>
                    <a:pt x="9133" y="634820"/>
                  </a:lnTo>
                  <a:lnTo>
                    <a:pt x="27104" y="610727"/>
                  </a:lnTo>
                  <a:close/>
                  <a:moveTo>
                    <a:pt x="45810" y="568776"/>
                  </a:moveTo>
                  <a:lnTo>
                    <a:pt x="19663" y="605916"/>
                  </a:lnTo>
                  <a:lnTo>
                    <a:pt x="9133" y="634820"/>
                  </a:lnTo>
                  <a:close/>
                  <a:moveTo>
                    <a:pt x="19663" y="605916"/>
                  </a:moveTo>
                  <a:lnTo>
                    <a:pt x="45810" y="568776"/>
                  </a:lnTo>
                  <a:lnTo>
                    <a:pt x="35900" y="583284"/>
                  </a:lnTo>
                  <a:close/>
                  <a:moveTo>
                    <a:pt x="45810" y="568776"/>
                  </a:moveTo>
                  <a:lnTo>
                    <a:pt x="64882" y="559190"/>
                  </a:lnTo>
                  <a:lnTo>
                    <a:pt x="35900" y="583284"/>
                  </a:lnTo>
                  <a:close/>
                  <a:moveTo>
                    <a:pt x="196749" y="698588"/>
                  </a:moveTo>
                  <a:lnTo>
                    <a:pt x="209420" y="662263"/>
                  </a:lnTo>
                  <a:lnTo>
                    <a:pt x="166545" y="660400"/>
                  </a:lnTo>
                  <a:close/>
                  <a:moveTo>
                    <a:pt x="45810" y="568776"/>
                  </a:moveTo>
                  <a:lnTo>
                    <a:pt x="78228" y="555083"/>
                  </a:lnTo>
                  <a:lnTo>
                    <a:pt x="64882" y="559190"/>
                  </a:lnTo>
                  <a:close/>
                  <a:moveTo>
                    <a:pt x="83933" y="535096"/>
                  </a:moveTo>
                  <a:lnTo>
                    <a:pt x="108809" y="494741"/>
                  </a:lnTo>
                  <a:lnTo>
                    <a:pt x="69428" y="507653"/>
                  </a:lnTo>
                  <a:close/>
                  <a:moveTo>
                    <a:pt x="64882" y="559190"/>
                  </a:moveTo>
                  <a:lnTo>
                    <a:pt x="83933" y="535096"/>
                  </a:lnTo>
                  <a:lnTo>
                    <a:pt x="69428" y="507653"/>
                  </a:lnTo>
                  <a:close/>
                  <a:moveTo>
                    <a:pt x="370576" y="641518"/>
                  </a:moveTo>
                  <a:lnTo>
                    <a:pt x="330008" y="603472"/>
                  </a:lnTo>
                  <a:lnTo>
                    <a:pt x="347001" y="614075"/>
                  </a:lnTo>
                  <a:close/>
                  <a:moveTo>
                    <a:pt x="370576" y="641518"/>
                  </a:moveTo>
                  <a:lnTo>
                    <a:pt x="347001" y="614075"/>
                  </a:lnTo>
                  <a:lnTo>
                    <a:pt x="343616" y="665612"/>
                  </a:lnTo>
                  <a:close/>
                  <a:moveTo>
                    <a:pt x="731926" y="823570"/>
                  </a:moveTo>
                  <a:lnTo>
                    <a:pt x="697160" y="847664"/>
                  </a:lnTo>
                  <a:lnTo>
                    <a:pt x="753432" y="875107"/>
                  </a:lnTo>
                  <a:close/>
                  <a:moveTo>
                    <a:pt x="340202" y="411277"/>
                  </a:moveTo>
                  <a:lnTo>
                    <a:pt x="311136" y="430586"/>
                  </a:lnTo>
                  <a:lnTo>
                    <a:pt x="335966" y="415315"/>
                  </a:lnTo>
                  <a:close/>
                  <a:moveTo>
                    <a:pt x="311136" y="430586"/>
                  </a:moveTo>
                  <a:lnTo>
                    <a:pt x="283442" y="415119"/>
                  </a:lnTo>
                  <a:lnTo>
                    <a:pt x="335966" y="415315"/>
                  </a:lnTo>
                  <a:close/>
                  <a:moveTo>
                    <a:pt x="303452" y="428650"/>
                  </a:moveTo>
                  <a:lnTo>
                    <a:pt x="311136" y="430586"/>
                  </a:lnTo>
                  <a:lnTo>
                    <a:pt x="303025" y="383835"/>
                  </a:lnTo>
                  <a:close/>
                  <a:moveTo>
                    <a:pt x="303025" y="383835"/>
                  </a:moveTo>
                  <a:lnTo>
                    <a:pt x="311136" y="430586"/>
                  </a:lnTo>
                  <a:lnTo>
                    <a:pt x="340202" y="411277"/>
                  </a:lnTo>
                  <a:close/>
                  <a:moveTo>
                    <a:pt x="896797" y="940080"/>
                  </a:moveTo>
                  <a:lnTo>
                    <a:pt x="924413" y="954086"/>
                  </a:lnTo>
                  <a:lnTo>
                    <a:pt x="935690" y="954845"/>
                  </a:lnTo>
                  <a:close/>
                  <a:moveTo>
                    <a:pt x="731926" y="823570"/>
                  </a:moveTo>
                  <a:lnTo>
                    <a:pt x="753432" y="875107"/>
                  </a:lnTo>
                  <a:lnTo>
                    <a:pt x="776402" y="851013"/>
                  </a:lnTo>
                  <a:close/>
                  <a:moveTo>
                    <a:pt x="731926" y="823570"/>
                  </a:moveTo>
                  <a:lnTo>
                    <a:pt x="776402" y="851013"/>
                  </a:lnTo>
                  <a:lnTo>
                    <a:pt x="769540" y="799476"/>
                  </a:lnTo>
                  <a:close/>
                  <a:moveTo>
                    <a:pt x="731926" y="823570"/>
                  </a:moveTo>
                  <a:lnTo>
                    <a:pt x="769540" y="799476"/>
                  </a:lnTo>
                  <a:lnTo>
                    <a:pt x="730752" y="772034"/>
                  </a:lnTo>
                  <a:close/>
                  <a:moveTo>
                    <a:pt x="580298" y="541793"/>
                  </a:moveTo>
                  <a:lnTo>
                    <a:pt x="562110" y="562122"/>
                  </a:lnTo>
                  <a:lnTo>
                    <a:pt x="568398" y="561594"/>
                  </a:lnTo>
                  <a:close/>
                  <a:moveTo>
                    <a:pt x="400065" y="396270"/>
                  </a:moveTo>
                  <a:lnTo>
                    <a:pt x="452187" y="365593"/>
                  </a:lnTo>
                  <a:lnTo>
                    <a:pt x="418362" y="356634"/>
                  </a:lnTo>
                  <a:close/>
                  <a:moveTo>
                    <a:pt x="400065" y="396270"/>
                  </a:moveTo>
                  <a:lnTo>
                    <a:pt x="418362" y="356634"/>
                  </a:lnTo>
                  <a:lnTo>
                    <a:pt x="369214" y="358609"/>
                  </a:lnTo>
                  <a:close/>
                  <a:moveTo>
                    <a:pt x="580298" y="541793"/>
                  </a:moveTo>
                  <a:lnTo>
                    <a:pt x="568398" y="561594"/>
                  </a:lnTo>
                  <a:lnTo>
                    <a:pt x="601841" y="575773"/>
                  </a:lnTo>
                  <a:close/>
                  <a:moveTo>
                    <a:pt x="548961" y="490257"/>
                  </a:moveTo>
                  <a:lnTo>
                    <a:pt x="612881" y="482148"/>
                  </a:lnTo>
                  <a:lnTo>
                    <a:pt x="602513" y="471116"/>
                  </a:lnTo>
                  <a:close/>
                  <a:moveTo>
                    <a:pt x="609754" y="517700"/>
                  </a:moveTo>
                  <a:lnTo>
                    <a:pt x="612881" y="482148"/>
                  </a:lnTo>
                  <a:lnTo>
                    <a:pt x="548961" y="490257"/>
                  </a:lnTo>
                  <a:close/>
                  <a:moveTo>
                    <a:pt x="580298" y="541793"/>
                  </a:moveTo>
                  <a:lnTo>
                    <a:pt x="609754" y="517700"/>
                  </a:lnTo>
                  <a:lnTo>
                    <a:pt x="548961" y="490257"/>
                  </a:lnTo>
                  <a:close/>
                  <a:moveTo>
                    <a:pt x="487957" y="425541"/>
                  </a:moveTo>
                  <a:lnTo>
                    <a:pt x="547989" y="414204"/>
                  </a:lnTo>
                  <a:lnTo>
                    <a:pt x="525082" y="370598"/>
                  </a:lnTo>
                  <a:close/>
                  <a:moveTo>
                    <a:pt x="547989" y="414204"/>
                  </a:moveTo>
                  <a:lnTo>
                    <a:pt x="548680" y="414626"/>
                  </a:lnTo>
                  <a:lnTo>
                    <a:pt x="525082" y="370598"/>
                  </a:lnTo>
                  <a:close/>
                  <a:moveTo>
                    <a:pt x="468199" y="378860"/>
                  </a:moveTo>
                  <a:lnTo>
                    <a:pt x="496732" y="357461"/>
                  </a:lnTo>
                  <a:lnTo>
                    <a:pt x="452187" y="365593"/>
                  </a:lnTo>
                  <a:close/>
                  <a:moveTo>
                    <a:pt x="468199" y="378860"/>
                  </a:moveTo>
                  <a:lnTo>
                    <a:pt x="525082" y="370598"/>
                  </a:lnTo>
                  <a:lnTo>
                    <a:pt x="496732" y="357461"/>
                  </a:lnTo>
                  <a:close/>
                  <a:moveTo>
                    <a:pt x="943265" y="823202"/>
                  </a:moveTo>
                  <a:lnTo>
                    <a:pt x="978805" y="802825"/>
                  </a:lnTo>
                  <a:lnTo>
                    <a:pt x="964713" y="789307"/>
                  </a:lnTo>
                  <a:close/>
                  <a:moveTo>
                    <a:pt x="945265" y="802825"/>
                  </a:moveTo>
                  <a:lnTo>
                    <a:pt x="943265" y="823202"/>
                  </a:lnTo>
                  <a:lnTo>
                    <a:pt x="964713" y="789307"/>
                  </a:lnTo>
                  <a:close/>
                  <a:moveTo>
                    <a:pt x="943265" y="823202"/>
                  </a:moveTo>
                  <a:lnTo>
                    <a:pt x="972117" y="816989"/>
                  </a:lnTo>
                  <a:lnTo>
                    <a:pt x="978805" y="802825"/>
                  </a:lnTo>
                  <a:close/>
                  <a:moveTo>
                    <a:pt x="679463" y="421511"/>
                  </a:moveTo>
                  <a:lnTo>
                    <a:pt x="616318" y="466163"/>
                  </a:lnTo>
                  <a:lnTo>
                    <a:pt x="658822" y="442069"/>
                  </a:lnTo>
                  <a:close/>
                  <a:moveTo>
                    <a:pt x="679463" y="421511"/>
                  </a:moveTo>
                  <a:lnTo>
                    <a:pt x="648667" y="441270"/>
                  </a:lnTo>
                  <a:lnTo>
                    <a:pt x="616318" y="466163"/>
                  </a:lnTo>
                  <a:close/>
                  <a:moveTo>
                    <a:pt x="1027499" y="729960"/>
                  </a:moveTo>
                  <a:lnTo>
                    <a:pt x="1039506" y="759367"/>
                  </a:lnTo>
                  <a:lnTo>
                    <a:pt x="1069079" y="796882"/>
                  </a:lnTo>
                  <a:close/>
                  <a:moveTo>
                    <a:pt x="1027499" y="729960"/>
                  </a:moveTo>
                  <a:lnTo>
                    <a:pt x="1024136" y="701901"/>
                  </a:lnTo>
                  <a:lnTo>
                    <a:pt x="975376" y="694275"/>
                  </a:lnTo>
                  <a:close/>
                  <a:moveTo>
                    <a:pt x="1027499" y="729960"/>
                  </a:moveTo>
                  <a:lnTo>
                    <a:pt x="1048973" y="727194"/>
                  </a:lnTo>
                  <a:lnTo>
                    <a:pt x="1024136" y="701901"/>
                  </a:lnTo>
                  <a:close/>
                  <a:moveTo>
                    <a:pt x="1048973" y="727194"/>
                  </a:moveTo>
                  <a:lnTo>
                    <a:pt x="1093981" y="653464"/>
                  </a:lnTo>
                  <a:lnTo>
                    <a:pt x="1021886" y="671780"/>
                  </a:lnTo>
                  <a:close/>
                  <a:moveTo>
                    <a:pt x="1021886" y="671780"/>
                  </a:moveTo>
                  <a:lnTo>
                    <a:pt x="1093981" y="653464"/>
                  </a:lnTo>
                  <a:lnTo>
                    <a:pt x="1092283" y="652531"/>
                  </a:lnTo>
                  <a:close/>
                  <a:moveTo>
                    <a:pt x="1048973" y="727194"/>
                  </a:moveTo>
                  <a:lnTo>
                    <a:pt x="1021886" y="671780"/>
                  </a:lnTo>
                  <a:lnTo>
                    <a:pt x="1024136" y="701901"/>
                  </a:lnTo>
                  <a:close/>
                  <a:moveTo>
                    <a:pt x="1021886" y="671780"/>
                  </a:moveTo>
                  <a:lnTo>
                    <a:pt x="975376" y="694275"/>
                  </a:lnTo>
                  <a:lnTo>
                    <a:pt x="1024136" y="701901"/>
                  </a:lnTo>
                  <a:close/>
                  <a:moveTo>
                    <a:pt x="1021886" y="671780"/>
                  </a:moveTo>
                  <a:lnTo>
                    <a:pt x="1092283" y="652531"/>
                  </a:lnTo>
                  <a:lnTo>
                    <a:pt x="1075496" y="603436"/>
                  </a:lnTo>
                  <a:close/>
                  <a:moveTo>
                    <a:pt x="1051374" y="369787"/>
                  </a:moveTo>
                  <a:lnTo>
                    <a:pt x="1019971" y="416529"/>
                  </a:lnTo>
                  <a:lnTo>
                    <a:pt x="1084353" y="347666"/>
                  </a:lnTo>
                  <a:close/>
                  <a:moveTo>
                    <a:pt x="1084353" y="347666"/>
                  </a:moveTo>
                  <a:lnTo>
                    <a:pt x="1019971" y="416529"/>
                  </a:lnTo>
                  <a:lnTo>
                    <a:pt x="1065719" y="397230"/>
                  </a:lnTo>
                  <a:close/>
                  <a:moveTo>
                    <a:pt x="1138167" y="239293"/>
                  </a:moveTo>
                  <a:lnTo>
                    <a:pt x="1173836" y="237754"/>
                  </a:lnTo>
                  <a:lnTo>
                    <a:pt x="1176614" y="218526"/>
                  </a:lnTo>
                  <a:close/>
                  <a:moveTo>
                    <a:pt x="1173836" y="237754"/>
                  </a:moveTo>
                  <a:lnTo>
                    <a:pt x="1178274" y="194432"/>
                  </a:lnTo>
                  <a:lnTo>
                    <a:pt x="1176614" y="218526"/>
                  </a:lnTo>
                  <a:close/>
                  <a:moveTo>
                    <a:pt x="1328088" y="20647"/>
                  </a:moveTo>
                  <a:lnTo>
                    <a:pt x="1284653" y="32926"/>
                  </a:lnTo>
                  <a:lnTo>
                    <a:pt x="1358646" y="0"/>
                  </a:lnTo>
                  <a:close/>
                  <a:moveTo>
                    <a:pt x="1398348" y="53692"/>
                  </a:moveTo>
                  <a:lnTo>
                    <a:pt x="1450187" y="49530"/>
                  </a:lnTo>
                  <a:lnTo>
                    <a:pt x="1429338" y="3736"/>
                  </a:lnTo>
                  <a:close/>
                  <a:moveTo>
                    <a:pt x="1450187" y="49530"/>
                  </a:moveTo>
                  <a:lnTo>
                    <a:pt x="1479737" y="746"/>
                  </a:lnTo>
                  <a:lnTo>
                    <a:pt x="1429338" y="37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22" name="Output_density__4321">
              <a:extLst>
                <a:ext uri="{FF2B5EF4-FFF2-40B4-BE49-F238E27FC236}">
                  <a16:creationId xmlns:a16="http://schemas.microsoft.com/office/drawing/2014/main" id="{AE7E4308-468E-8A04-DA94-50EB5A189BC4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667920"/>
              <a:ext cx="1478952" cy="812095"/>
            </a:xfrm>
            <a:custGeom>
              <a:avLst/>
              <a:gdLst/>
              <a:ahLst/>
              <a:cxnLst/>
              <a:rect l="0" t="0" r="0" b="0"/>
              <a:pathLst>
                <a:path w="1478952" h="812095">
                  <a:moveTo>
                    <a:pt x="229845" y="797923"/>
                  </a:moveTo>
                  <a:lnTo>
                    <a:pt x="227672" y="775819"/>
                  </a:lnTo>
                  <a:lnTo>
                    <a:pt x="227061" y="798657"/>
                  </a:lnTo>
                  <a:close/>
                  <a:moveTo>
                    <a:pt x="46802" y="513827"/>
                  </a:moveTo>
                  <a:lnTo>
                    <a:pt x="0" y="513520"/>
                  </a:lnTo>
                  <a:lnTo>
                    <a:pt x="12575" y="520758"/>
                  </a:lnTo>
                  <a:close/>
                  <a:moveTo>
                    <a:pt x="307869" y="791206"/>
                  </a:moveTo>
                  <a:lnTo>
                    <a:pt x="260374" y="788309"/>
                  </a:lnTo>
                  <a:lnTo>
                    <a:pt x="229845" y="797923"/>
                  </a:lnTo>
                  <a:close/>
                  <a:moveTo>
                    <a:pt x="319408" y="763092"/>
                  </a:moveTo>
                  <a:lnTo>
                    <a:pt x="260374" y="788309"/>
                  </a:lnTo>
                  <a:lnTo>
                    <a:pt x="307869" y="791206"/>
                  </a:lnTo>
                  <a:close/>
                  <a:moveTo>
                    <a:pt x="319408" y="763092"/>
                  </a:moveTo>
                  <a:lnTo>
                    <a:pt x="307869" y="791206"/>
                  </a:lnTo>
                  <a:lnTo>
                    <a:pt x="335723" y="775819"/>
                  </a:lnTo>
                  <a:close/>
                  <a:moveTo>
                    <a:pt x="319408" y="763092"/>
                  </a:moveTo>
                  <a:lnTo>
                    <a:pt x="335723" y="775819"/>
                  </a:lnTo>
                  <a:lnTo>
                    <a:pt x="329547" y="737358"/>
                  </a:lnTo>
                  <a:close/>
                  <a:moveTo>
                    <a:pt x="329547" y="737358"/>
                  </a:moveTo>
                  <a:lnTo>
                    <a:pt x="347270" y="763842"/>
                  </a:lnTo>
                  <a:lnTo>
                    <a:pt x="373315" y="726320"/>
                  </a:lnTo>
                  <a:close/>
                  <a:moveTo>
                    <a:pt x="481012" y="582189"/>
                  </a:moveTo>
                  <a:lnTo>
                    <a:pt x="511474" y="595406"/>
                  </a:lnTo>
                  <a:lnTo>
                    <a:pt x="484177" y="561442"/>
                  </a:lnTo>
                  <a:close/>
                  <a:moveTo>
                    <a:pt x="458730" y="466300"/>
                  </a:moveTo>
                  <a:lnTo>
                    <a:pt x="453225" y="479294"/>
                  </a:lnTo>
                  <a:lnTo>
                    <a:pt x="474405" y="421760"/>
                  </a:lnTo>
                  <a:close/>
                  <a:moveTo>
                    <a:pt x="744523" y="770860"/>
                  </a:moveTo>
                  <a:lnTo>
                    <a:pt x="817698" y="812095"/>
                  </a:lnTo>
                  <a:lnTo>
                    <a:pt x="809762" y="809959"/>
                  </a:lnTo>
                  <a:close/>
                  <a:moveTo>
                    <a:pt x="456595" y="473297"/>
                  </a:moveTo>
                  <a:lnTo>
                    <a:pt x="459783" y="411219"/>
                  </a:lnTo>
                  <a:lnTo>
                    <a:pt x="445809" y="397666"/>
                  </a:lnTo>
                  <a:close/>
                  <a:moveTo>
                    <a:pt x="459783" y="411219"/>
                  </a:moveTo>
                  <a:lnTo>
                    <a:pt x="458730" y="466300"/>
                  </a:lnTo>
                  <a:lnTo>
                    <a:pt x="474405" y="421760"/>
                  </a:lnTo>
                  <a:close/>
                  <a:moveTo>
                    <a:pt x="411462" y="349778"/>
                  </a:moveTo>
                  <a:lnTo>
                    <a:pt x="445809" y="397666"/>
                  </a:lnTo>
                  <a:lnTo>
                    <a:pt x="459783" y="411219"/>
                  </a:lnTo>
                  <a:close/>
                  <a:moveTo>
                    <a:pt x="411462" y="349778"/>
                  </a:moveTo>
                  <a:lnTo>
                    <a:pt x="459783" y="411219"/>
                  </a:lnTo>
                  <a:lnTo>
                    <a:pt x="433056" y="370205"/>
                  </a:lnTo>
                  <a:close/>
                  <a:moveTo>
                    <a:pt x="442758" y="299574"/>
                  </a:moveTo>
                  <a:lnTo>
                    <a:pt x="411462" y="349778"/>
                  </a:lnTo>
                  <a:lnTo>
                    <a:pt x="433056" y="370205"/>
                  </a:lnTo>
                  <a:close/>
                  <a:moveTo>
                    <a:pt x="685920" y="603813"/>
                  </a:moveTo>
                  <a:lnTo>
                    <a:pt x="696271" y="621859"/>
                  </a:lnTo>
                  <a:lnTo>
                    <a:pt x="728388" y="640898"/>
                  </a:lnTo>
                  <a:close/>
                  <a:moveTo>
                    <a:pt x="845680" y="769859"/>
                  </a:moveTo>
                  <a:lnTo>
                    <a:pt x="864693" y="749128"/>
                  </a:lnTo>
                  <a:lnTo>
                    <a:pt x="856952" y="734328"/>
                  </a:lnTo>
                  <a:close/>
                  <a:moveTo>
                    <a:pt x="568411" y="322036"/>
                  </a:moveTo>
                  <a:lnTo>
                    <a:pt x="558639" y="355587"/>
                  </a:lnTo>
                  <a:lnTo>
                    <a:pt x="587414" y="328276"/>
                  </a:lnTo>
                  <a:close/>
                  <a:moveTo>
                    <a:pt x="954987" y="694287"/>
                  </a:moveTo>
                  <a:lnTo>
                    <a:pt x="899515" y="661560"/>
                  </a:lnTo>
                  <a:lnTo>
                    <a:pt x="919004" y="694650"/>
                  </a:lnTo>
                  <a:close/>
                  <a:moveTo>
                    <a:pt x="1004998" y="648284"/>
                  </a:moveTo>
                  <a:lnTo>
                    <a:pt x="995213" y="634604"/>
                  </a:lnTo>
                  <a:lnTo>
                    <a:pt x="994447" y="667142"/>
                  </a:lnTo>
                  <a:close/>
                  <a:moveTo>
                    <a:pt x="995213" y="634604"/>
                  </a:moveTo>
                  <a:lnTo>
                    <a:pt x="1004998" y="648284"/>
                  </a:lnTo>
                  <a:lnTo>
                    <a:pt x="1012508" y="599768"/>
                  </a:lnTo>
                  <a:close/>
                  <a:moveTo>
                    <a:pt x="1001567" y="525587"/>
                  </a:moveTo>
                  <a:lnTo>
                    <a:pt x="977481" y="569929"/>
                  </a:lnTo>
                  <a:lnTo>
                    <a:pt x="1026236" y="568275"/>
                  </a:lnTo>
                  <a:close/>
                  <a:moveTo>
                    <a:pt x="1037080" y="496716"/>
                  </a:moveTo>
                  <a:lnTo>
                    <a:pt x="981461" y="455900"/>
                  </a:lnTo>
                  <a:lnTo>
                    <a:pt x="1014749" y="473247"/>
                  </a:lnTo>
                  <a:close/>
                  <a:moveTo>
                    <a:pt x="1008999" y="316852"/>
                  </a:moveTo>
                  <a:lnTo>
                    <a:pt x="1007985" y="332142"/>
                  </a:lnTo>
                  <a:lnTo>
                    <a:pt x="1033202" y="277196"/>
                  </a:lnTo>
                  <a:close/>
                  <a:moveTo>
                    <a:pt x="1027731" y="316088"/>
                  </a:moveTo>
                  <a:lnTo>
                    <a:pt x="1011140" y="304639"/>
                  </a:lnTo>
                  <a:lnTo>
                    <a:pt x="1008999" y="316852"/>
                  </a:lnTo>
                  <a:close/>
                  <a:moveTo>
                    <a:pt x="1227642" y="205591"/>
                  </a:moveTo>
                  <a:lnTo>
                    <a:pt x="1181240" y="206777"/>
                  </a:lnTo>
                  <a:lnTo>
                    <a:pt x="1175733" y="208987"/>
                  </a:lnTo>
                  <a:close/>
                  <a:moveTo>
                    <a:pt x="1212447" y="26211"/>
                  </a:moveTo>
                  <a:lnTo>
                    <a:pt x="1213590" y="27963"/>
                  </a:lnTo>
                  <a:lnTo>
                    <a:pt x="1215078" y="23715"/>
                  </a:lnTo>
                  <a:close/>
                  <a:moveTo>
                    <a:pt x="1216731" y="29897"/>
                  </a:moveTo>
                  <a:lnTo>
                    <a:pt x="1213590" y="27963"/>
                  </a:lnTo>
                  <a:lnTo>
                    <a:pt x="1212447" y="26211"/>
                  </a:lnTo>
                  <a:close/>
                  <a:moveTo>
                    <a:pt x="1252236" y="2117"/>
                  </a:moveTo>
                  <a:lnTo>
                    <a:pt x="1272443" y="18099"/>
                  </a:lnTo>
                  <a:lnTo>
                    <a:pt x="1246546" y="6469"/>
                  </a:lnTo>
                  <a:close/>
                  <a:moveTo>
                    <a:pt x="1212447" y="26211"/>
                  </a:moveTo>
                  <a:lnTo>
                    <a:pt x="1215078" y="23715"/>
                  </a:lnTo>
                  <a:lnTo>
                    <a:pt x="1244816" y="0"/>
                  </a:lnTo>
                  <a:close/>
                  <a:moveTo>
                    <a:pt x="1252236" y="2117"/>
                  </a:moveTo>
                  <a:lnTo>
                    <a:pt x="1244816" y="0"/>
                  </a:lnTo>
                  <a:lnTo>
                    <a:pt x="1272443" y="18099"/>
                  </a:lnTo>
                  <a:close/>
                  <a:moveTo>
                    <a:pt x="1439861" y="156727"/>
                  </a:moveTo>
                  <a:lnTo>
                    <a:pt x="1443640" y="84443"/>
                  </a:lnTo>
                  <a:lnTo>
                    <a:pt x="1435002" y="150134"/>
                  </a:lnTo>
                  <a:close/>
                  <a:moveTo>
                    <a:pt x="1445981" y="81096"/>
                  </a:moveTo>
                  <a:lnTo>
                    <a:pt x="1443640" y="84443"/>
                  </a:lnTo>
                  <a:lnTo>
                    <a:pt x="1439861" y="156727"/>
                  </a:lnTo>
                  <a:close/>
                  <a:moveTo>
                    <a:pt x="1458392" y="105190"/>
                  </a:moveTo>
                  <a:lnTo>
                    <a:pt x="1445981" y="81096"/>
                  </a:lnTo>
                  <a:lnTo>
                    <a:pt x="1439861" y="156727"/>
                  </a:lnTo>
                  <a:close/>
                  <a:moveTo>
                    <a:pt x="1445981" y="81096"/>
                  </a:moveTo>
                  <a:lnTo>
                    <a:pt x="1458392" y="105190"/>
                  </a:lnTo>
                  <a:lnTo>
                    <a:pt x="1477163" y="35102"/>
                  </a:lnTo>
                  <a:close/>
                  <a:moveTo>
                    <a:pt x="1478952" y="26900"/>
                  </a:moveTo>
                  <a:lnTo>
                    <a:pt x="1445981" y="81096"/>
                  </a:lnTo>
                  <a:lnTo>
                    <a:pt x="1477163" y="3510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23" name="Output_density__4322">
              <a:extLst>
                <a:ext uri="{FF2B5EF4-FFF2-40B4-BE49-F238E27FC236}">
                  <a16:creationId xmlns:a16="http://schemas.microsoft.com/office/drawing/2014/main" id="{DA83DFE3-5017-F386-7514-6689EE6A5B4D}"/>
                </a:ext>
              </a:extLst>
            </p:cNvPr>
            <p:cNvSpPr>
              <a:spLocks noGrp="1"/>
            </p:cNvSpPr>
            <p:nvPr/>
          </p:nvSpPr>
          <p:spPr>
            <a:xfrm>
              <a:off x="14894890" y="2818054"/>
              <a:ext cx="1427286" cy="663982"/>
            </a:xfrm>
            <a:custGeom>
              <a:avLst/>
              <a:gdLst/>
              <a:ahLst/>
              <a:cxnLst/>
              <a:rect l="0" t="0" r="0" b="0"/>
              <a:pathLst>
                <a:path w="1427286" h="663982">
                  <a:moveTo>
                    <a:pt x="34227" y="363693"/>
                  </a:moveTo>
                  <a:lnTo>
                    <a:pt x="0" y="370623"/>
                  </a:lnTo>
                  <a:lnTo>
                    <a:pt x="79513" y="358333"/>
                  </a:lnTo>
                  <a:close/>
                  <a:moveTo>
                    <a:pt x="34227" y="363693"/>
                  </a:moveTo>
                  <a:lnTo>
                    <a:pt x="79513" y="358333"/>
                  </a:lnTo>
                  <a:lnTo>
                    <a:pt x="46307" y="359117"/>
                  </a:lnTo>
                  <a:close/>
                  <a:moveTo>
                    <a:pt x="813406" y="659825"/>
                  </a:moveTo>
                  <a:lnTo>
                    <a:pt x="805123" y="661961"/>
                  </a:lnTo>
                  <a:lnTo>
                    <a:pt x="845293" y="625514"/>
                  </a:lnTo>
                  <a:close/>
                  <a:moveTo>
                    <a:pt x="797188" y="659825"/>
                  </a:moveTo>
                  <a:lnTo>
                    <a:pt x="805123" y="661961"/>
                  </a:lnTo>
                  <a:lnTo>
                    <a:pt x="808862" y="663982"/>
                  </a:lnTo>
                  <a:close/>
                  <a:moveTo>
                    <a:pt x="813406" y="659825"/>
                  </a:moveTo>
                  <a:lnTo>
                    <a:pt x="808862" y="663982"/>
                  </a:lnTo>
                  <a:lnTo>
                    <a:pt x="805123" y="661961"/>
                  </a:lnTo>
                  <a:close/>
                  <a:moveTo>
                    <a:pt x="797188" y="659825"/>
                  </a:moveTo>
                  <a:lnTo>
                    <a:pt x="808862" y="663982"/>
                  </a:lnTo>
                  <a:lnTo>
                    <a:pt x="817330" y="652036"/>
                  </a:lnTo>
                  <a:close/>
                  <a:moveTo>
                    <a:pt x="817330" y="652036"/>
                  </a:moveTo>
                  <a:lnTo>
                    <a:pt x="808862" y="663982"/>
                  </a:lnTo>
                  <a:lnTo>
                    <a:pt x="813406" y="659825"/>
                  </a:lnTo>
                  <a:close/>
                  <a:moveTo>
                    <a:pt x="833106" y="619724"/>
                  </a:moveTo>
                  <a:lnTo>
                    <a:pt x="845293" y="625514"/>
                  </a:lnTo>
                  <a:lnTo>
                    <a:pt x="852118" y="598994"/>
                  </a:lnTo>
                  <a:close/>
                  <a:moveTo>
                    <a:pt x="817330" y="652036"/>
                  </a:moveTo>
                  <a:lnTo>
                    <a:pt x="845293" y="625514"/>
                  </a:lnTo>
                  <a:lnTo>
                    <a:pt x="833106" y="619724"/>
                  </a:lnTo>
                  <a:close/>
                  <a:moveTo>
                    <a:pt x="813406" y="659825"/>
                  </a:moveTo>
                  <a:lnTo>
                    <a:pt x="845293" y="625514"/>
                  </a:lnTo>
                  <a:lnTo>
                    <a:pt x="817330" y="652036"/>
                  </a:lnTo>
                  <a:close/>
                  <a:moveTo>
                    <a:pt x="852118" y="598994"/>
                  </a:moveTo>
                  <a:lnTo>
                    <a:pt x="845293" y="625514"/>
                  </a:lnTo>
                  <a:lnTo>
                    <a:pt x="855113" y="608288"/>
                  </a:lnTo>
                  <a:close/>
                  <a:moveTo>
                    <a:pt x="942413" y="544152"/>
                  </a:moveTo>
                  <a:lnTo>
                    <a:pt x="906429" y="544516"/>
                  </a:lnTo>
                  <a:lnTo>
                    <a:pt x="981872" y="517007"/>
                  </a:lnTo>
                  <a:close/>
                  <a:moveTo>
                    <a:pt x="982638" y="484470"/>
                  </a:moveTo>
                  <a:lnTo>
                    <a:pt x="971442" y="539968"/>
                  </a:lnTo>
                  <a:lnTo>
                    <a:pt x="981872" y="517007"/>
                  </a:lnTo>
                  <a:close/>
                  <a:moveTo>
                    <a:pt x="992423" y="498150"/>
                  </a:moveTo>
                  <a:lnTo>
                    <a:pt x="981872" y="517007"/>
                  </a:lnTo>
                  <a:lnTo>
                    <a:pt x="988700" y="508563"/>
                  </a:lnTo>
                  <a:close/>
                  <a:moveTo>
                    <a:pt x="988700" y="508563"/>
                  </a:moveTo>
                  <a:lnTo>
                    <a:pt x="999933" y="449634"/>
                  </a:lnTo>
                  <a:lnTo>
                    <a:pt x="992423" y="498150"/>
                  </a:lnTo>
                  <a:close/>
                  <a:moveTo>
                    <a:pt x="1041886" y="305766"/>
                  </a:moveTo>
                  <a:lnTo>
                    <a:pt x="1002174" y="323113"/>
                  </a:lnTo>
                  <a:lnTo>
                    <a:pt x="997171" y="381397"/>
                  </a:lnTo>
                  <a:close/>
                  <a:moveTo>
                    <a:pt x="1020627" y="127062"/>
                  </a:moveTo>
                  <a:lnTo>
                    <a:pt x="1015156" y="165954"/>
                  </a:lnTo>
                  <a:lnTo>
                    <a:pt x="996424" y="166717"/>
                  </a:lnTo>
                  <a:close/>
                  <a:moveTo>
                    <a:pt x="1163158" y="58852"/>
                  </a:moveTo>
                  <a:lnTo>
                    <a:pt x="1160035" y="54780"/>
                  </a:lnTo>
                  <a:lnTo>
                    <a:pt x="1137465" y="74893"/>
                  </a:lnTo>
                  <a:close/>
                  <a:moveTo>
                    <a:pt x="1115286" y="59790"/>
                  </a:moveTo>
                  <a:lnTo>
                    <a:pt x="1128542" y="78874"/>
                  </a:lnTo>
                  <a:lnTo>
                    <a:pt x="1137465" y="74893"/>
                  </a:lnTo>
                  <a:close/>
                  <a:moveTo>
                    <a:pt x="1137465" y="74893"/>
                  </a:moveTo>
                  <a:lnTo>
                    <a:pt x="1183204" y="71226"/>
                  </a:lnTo>
                  <a:lnTo>
                    <a:pt x="1163158" y="58852"/>
                  </a:lnTo>
                  <a:close/>
                  <a:moveTo>
                    <a:pt x="1183204" y="71226"/>
                  </a:moveTo>
                  <a:lnTo>
                    <a:pt x="1213516" y="55895"/>
                  </a:lnTo>
                  <a:lnTo>
                    <a:pt x="1163158" y="58852"/>
                  </a:lnTo>
                  <a:close/>
                  <a:moveTo>
                    <a:pt x="1219021" y="54780"/>
                  </a:moveTo>
                  <a:lnTo>
                    <a:pt x="1213516" y="55895"/>
                  </a:lnTo>
                  <a:lnTo>
                    <a:pt x="1260513" y="50694"/>
                  </a:lnTo>
                  <a:close/>
                  <a:moveTo>
                    <a:pt x="1215067" y="55457"/>
                  </a:moveTo>
                  <a:lnTo>
                    <a:pt x="1163158" y="58852"/>
                  </a:lnTo>
                  <a:lnTo>
                    <a:pt x="1213516" y="55895"/>
                  </a:lnTo>
                  <a:close/>
                  <a:moveTo>
                    <a:pt x="1219021" y="54780"/>
                  </a:moveTo>
                  <a:lnTo>
                    <a:pt x="1215067" y="55457"/>
                  </a:lnTo>
                  <a:lnTo>
                    <a:pt x="1213516" y="55895"/>
                  </a:lnTo>
                  <a:close/>
                  <a:moveTo>
                    <a:pt x="1300109" y="63839"/>
                  </a:moveTo>
                  <a:lnTo>
                    <a:pt x="1219021" y="54780"/>
                  </a:lnTo>
                  <a:lnTo>
                    <a:pt x="1264276" y="52609"/>
                  </a:lnTo>
                  <a:close/>
                  <a:moveTo>
                    <a:pt x="1215067" y="55457"/>
                  </a:moveTo>
                  <a:lnTo>
                    <a:pt x="1219021" y="54780"/>
                  </a:lnTo>
                  <a:lnTo>
                    <a:pt x="1300109" y="63839"/>
                  </a:lnTo>
                  <a:close/>
                  <a:moveTo>
                    <a:pt x="1300109" y="63839"/>
                  </a:moveTo>
                  <a:lnTo>
                    <a:pt x="1343380" y="50943"/>
                  </a:lnTo>
                  <a:lnTo>
                    <a:pt x="1377950" y="45295"/>
                  </a:lnTo>
                  <a:close/>
                  <a:moveTo>
                    <a:pt x="1377950" y="45295"/>
                  </a:moveTo>
                  <a:lnTo>
                    <a:pt x="1343380" y="50943"/>
                  </a:lnTo>
                  <a:lnTo>
                    <a:pt x="1417450" y="18303"/>
                  </a:lnTo>
                  <a:close/>
                  <a:moveTo>
                    <a:pt x="1385446" y="30686"/>
                  </a:moveTo>
                  <a:lnTo>
                    <a:pt x="1427286" y="6593"/>
                  </a:lnTo>
                  <a:lnTo>
                    <a:pt x="1417450" y="18303"/>
                  </a:lnTo>
                  <a:close/>
                  <a:moveTo>
                    <a:pt x="1422427" y="0"/>
                  </a:moveTo>
                  <a:lnTo>
                    <a:pt x="1377950" y="45295"/>
                  </a:lnTo>
                  <a:lnTo>
                    <a:pt x="1417450" y="18303"/>
                  </a:lnTo>
                  <a:close/>
                  <a:moveTo>
                    <a:pt x="1422427" y="0"/>
                  </a:moveTo>
                  <a:lnTo>
                    <a:pt x="1417450" y="18303"/>
                  </a:lnTo>
                  <a:lnTo>
                    <a:pt x="1427286" y="6593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24" name="Output_density__4323">
              <a:extLst>
                <a:ext uri="{FF2B5EF4-FFF2-40B4-BE49-F238E27FC236}">
                  <a16:creationId xmlns:a16="http://schemas.microsoft.com/office/drawing/2014/main" id="{771EFD87-C73C-D391-316D-3E3ACE5D413E}"/>
                </a:ext>
              </a:extLst>
            </p:cNvPr>
            <p:cNvSpPr>
              <a:spLocks noGrp="1"/>
            </p:cNvSpPr>
            <p:nvPr/>
          </p:nvSpPr>
          <p:spPr>
            <a:xfrm>
              <a:off x="14884233" y="2387512"/>
              <a:ext cx="1359910" cy="714561"/>
            </a:xfrm>
            <a:custGeom>
              <a:avLst/>
              <a:gdLst/>
              <a:ahLst/>
              <a:cxnLst/>
              <a:rect l="0" t="0" r="0" b="0"/>
              <a:pathLst>
                <a:path w="1359910" h="714561">
                  <a:moveTo>
                    <a:pt x="181821" y="687063"/>
                  </a:moveTo>
                  <a:lnTo>
                    <a:pt x="139992" y="671377"/>
                  </a:lnTo>
                  <a:lnTo>
                    <a:pt x="127320" y="707702"/>
                  </a:lnTo>
                  <a:close/>
                  <a:moveTo>
                    <a:pt x="127320" y="707702"/>
                  </a:moveTo>
                  <a:lnTo>
                    <a:pt x="173202" y="698820"/>
                  </a:lnTo>
                  <a:lnTo>
                    <a:pt x="181821" y="687063"/>
                  </a:lnTo>
                  <a:close/>
                  <a:moveTo>
                    <a:pt x="220603" y="657388"/>
                  </a:moveTo>
                  <a:lnTo>
                    <a:pt x="141559" y="671432"/>
                  </a:lnTo>
                  <a:lnTo>
                    <a:pt x="181821" y="687063"/>
                  </a:lnTo>
                  <a:close/>
                  <a:moveTo>
                    <a:pt x="0" y="516767"/>
                  </a:moveTo>
                  <a:lnTo>
                    <a:pt x="39380" y="503855"/>
                  </a:lnTo>
                  <a:lnTo>
                    <a:pt x="18070" y="507567"/>
                  </a:lnTo>
                  <a:close/>
                  <a:moveTo>
                    <a:pt x="181821" y="687063"/>
                  </a:moveTo>
                  <a:lnTo>
                    <a:pt x="173202" y="698820"/>
                  </a:lnTo>
                  <a:lnTo>
                    <a:pt x="188986" y="695551"/>
                  </a:lnTo>
                  <a:close/>
                  <a:moveTo>
                    <a:pt x="188986" y="695551"/>
                  </a:moveTo>
                  <a:lnTo>
                    <a:pt x="220603" y="657388"/>
                  </a:lnTo>
                  <a:lnTo>
                    <a:pt x="181821" y="687063"/>
                  </a:lnTo>
                  <a:close/>
                  <a:moveTo>
                    <a:pt x="188986" y="695551"/>
                  </a:moveTo>
                  <a:lnTo>
                    <a:pt x="254747" y="680070"/>
                  </a:lnTo>
                  <a:lnTo>
                    <a:pt x="220603" y="657388"/>
                  </a:lnTo>
                  <a:close/>
                  <a:moveTo>
                    <a:pt x="220603" y="657388"/>
                  </a:moveTo>
                  <a:lnTo>
                    <a:pt x="254747" y="680070"/>
                  </a:lnTo>
                  <a:lnTo>
                    <a:pt x="227515" y="647283"/>
                  </a:lnTo>
                  <a:close/>
                  <a:moveTo>
                    <a:pt x="227515" y="647283"/>
                  </a:moveTo>
                  <a:lnTo>
                    <a:pt x="254747" y="680070"/>
                  </a:lnTo>
                  <a:lnTo>
                    <a:pt x="274187" y="674726"/>
                  </a:lnTo>
                  <a:close/>
                  <a:moveTo>
                    <a:pt x="227515" y="647283"/>
                  </a:moveTo>
                  <a:lnTo>
                    <a:pt x="274187" y="674726"/>
                  </a:lnTo>
                  <a:lnTo>
                    <a:pt x="277572" y="623189"/>
                  </a:lnTo>
                  <a:close/>
                  <a:moveTo>
                    <a:pt x="254747" y="680070"/>
                  </a:moveTo>
                  <a:lnTo>
                    <a:pt x="271976" y="714561"/>
                  </a:lnTo>
                  <a:lnTo>
                    <a:pt x="274187" y="674726"/>
                  </a:lnTo>
                  <a:close/>
                  <a:moveTo>
                    <a:pt x="233597" y="392949"/>
                  </a:moveTo>
                  <a:lnTo>
                    <a:pt x="270773" y="420391"/>
                  </a:lnTo>
                  <a:lnTo>
                    <a:pt x="295218" y="368855"/>
                  </a:lnTo>
                  <a:close/>
                  <a:moveTo>
                    <a:pt x="363057" y="396298"/>
                  </a:moveTo>
                  <a:lnTo>
                    <a:pt x="330636" y="405385"/>
                  </a:lnTo>
                  <a:lnTo>
                    <a:pt x="336297" y="463526"/>
                  </a:lnTo>
                  <a:close/>
                  <a:moveTo>
                    <a:pt x="295218" y="368855"/>
                  </a:moveTo>
                  <a:lnTo>
                    <a:pt x="330636" y="405385"/>
                  </a:lnTo>
                  <a:lnTo>
                    <a:pt x="299786" y="367723"/>
                  </a:lnTo>
                  <a:close/>
                  <a:moveTo>
                    <a:pt x="295218" y="368855"/>
                  </a:moveTo>
                  <a:lnTo>
                    <a:pt x="270773" y="420391"/>
                  </a:lnTo>
                  <a:lnTo>
                    <a:pt x="330636" y="405385"/>
                  </a:lnTo>
                  <a:close/>
                  <a:moveTo>
                    <a:pt x="363057" y="396298"/>
                  </a:moveTo>
                  <a:lnTo>
                    <a:pt x="382758" y="374707"/>
                  </a:lnTo>
                  <a:lnTo>
                    <a:pt x="330636" y="405385"/>
                  </a:lnTo>
                  <a:close/>
                  <a:moveTo>
                    <a:pt x="297791" y="366603"/>
                  </a:moveTo>
                  <a:lnTo>
                    <a:pt x="295218" y="368855"/>
                  </a:lnTo>
                  <a:lnTo>
                    <a:pt x="299786" y="367723"/>
                  </a:lnTo>
                  <a:close/>
                  <a:moveTo>
                    <a:pt x="546890" y="475277"/>
                  </a:moveTo>
                  <a:lnTo>
                    <a:pt x="579239" y="450385"/>
                  </a:lnTo>
                  <a:lnTo>
                    <a:pt x="533084" y="480230"/>
                  </a:lnTo>
                  <a:close/>
                  <a:moveTo>
                    <a:pt x="533084" y="480230"/>
                  </a:moveTo>
                  <a:lnTo>
                    <a:pt x="543453" y="491262"/>
                  </a:lnTo>
                  <a:lnTo>
                    <a:pt x="546890" y="475277"/>
                  </a:lnTo>
                  <a:close/>
                  <a:moveTo>
                    <a:pt x="363057" y="396298"/>
                  </a:moveTo>
                  <a:lnTo>
                    <a:pt x="418529" y="434655"/>
                  </a:lnTo>
                  <a:lnTo>
                    <a:pt x="398771" y="387974"/>
                  </a:lnTo>
                  <a:close/>
                  <a:moveTo>
                    <a:pt x="418529" y="434655"/>
                  </a:moveTo>
                  <a:lnTo>
                    <a:pt x="455653" y="379712"/>
                  </a:lnTo>
                  <a:lnTo>
                    <a:pt x="398771" y="387974"/>
                  </a:lnTo>
                  <a:close/>
                  <a:moveTo>
                    <a:pt x="382758" y="374707"/>
                  </a:moveTo>
                  <a:lnTo>
                    <a:pt x="363057" y="396298"/>
                  </a:lnTo>
                  <a:lnTo>
                    <a:pt x="398771" y="387974"/>
                  </a:lnTo>
                  <a:close/>
                  <a:moveTo>
                    <a:pt x="1005518" y="362025"/>
                  </a:moveTo>
                  <a:lnTo>
                    <a:pt x="981946" y="378901"/>
                  </a:lnTo>
                  <a:lnTo>
                    <a:pt x="1014924" y="356781"/>
                  </a:lnTo>
                  <a:close/>
                  <a:moveTo>
                    <a:pt x="978164" y="327365"/>
                  </a:moveTo>
                  <a:lnTo>
                    <a:pt x="1005518" y="362025"/>
                  </a:lnTo>
                  <a:lnTo>
                    <a:pt x="1014707" y="354807"/>
                  </a:lnTo>
                  <a:close/>
                  <a:moveTo>
                    <a:pt x="1005518" y="362025"/>
                  </a:moveTo>
                  <a:lnTo>
                    <a:pt x="1014924" y="356781"/>
                  </a:lnTo>
                  <a:lnTo>
                    <a:pt x="1014707" y="354807"/>
                  </a:lnTo>
                  <a:close/>
                  <a:moveTo>
                    <a:pt x="1014924" y="356781"/>
                  </a:moveTo>
                  <a:lnTo>
                    <a:pt x="1051957" y="387015"/>
                  </a:lnTo>
                  <a:lnTo>
                    <a:pt x="1014707" y="354807"/>
                  </a:lnTo>
                  <a:close/>
                  <a:moveTo>
                    <a:pt x="1014380" y="303271"/>
                  </a:moveTo>
                  <a:lnTo>
                    <a:pt x="1014707" y="354807"/>
                  </a:lnTo>
                  <a:lnTo>
                    <a:pt x="1052151" y="330713"/>
                  </a:lnTo>
                  <a:close/>
                  <a:moveTo>
                    <a:pt x="1014380" y="303271"/>
                  </a:moveTo>
                  <a:lnTo>
                    <a:pt x="1052151" y="330713"/>
                  </a:lnTo>
                  <a:lnTo>
                    <a:pt x="1054335" y="279177"/>
                  </a:lnTo>
                  <a:close/>
                  <a:moveTo>
                    <a:pt x="1054335" y="279177"/>
                  </a:moveTo>
                  <a:lnTo>
                    <a:pt x="1068739" y="248407"/>
                  </a:lnTo>
                  <a:lnTo>
                    <a:pt x="1032299" y="251734"/>
                  </a:lnTo>
                  <a:close/>
                  <a:moveTo>
                    <a:pt x="1104408" y="246868"/>
                  </a:moveTo>
                  <a:lnTo>
                    <a:pt x="1054335" y="279177"/>
                  </a:lnTo>
                  <a:lnTo>
                    <a:pt x="1103283" y="255083"/>
                  </a:lnTo>
                  <a:close/>
                  <a:moveTo>
                    <a:pt x="1104408" y="246868"/>
                  </a:moveTo>
                  <a:lnTo>
                    <a:pt x="1068739" y="248407"/>
                  </a:lnTo>
                  <a:lnTo>
                    <a:pt x="1054335" y="279177"/>
                  </a:lnTo>
                  <a:close/>
                  <a:moveTo>
                    <a:pt x="1066170" y="176103"/>
                  </a:moveTo>
                  <a:lnTo>
                    <a:pt x="1108846" y="203546"/>
                  </a:lnTo>
                  <a:lnTo>
                    <a:pt x="1110563" y="152010"/>
                  </a:lnTo>
                  <a:close/>
                  <a:moveTo>
                    <a:pt x="1104408" y="246868"/>
                  </a:moveTo>
                  <a:lnTo>
                    <a:pt x="1111066" y="251456"/>
                  </a:lnTo>
                  <a:lnTo>
                    <a:pt x="1108846" y="203546"/>
                  </a:lnTo>
                  <a:close/>
                  <a:moveTo>
                    <a:pt x="1110563" y="152010"/>
                  </a:moveTo>
                  <a:lnTo>
                    <a:pt x="1162711" y="155277"/>
                  </a:lnTo>
                  <a:lnTo>
                    <a:pt x="1138776" y="141425"/>
                  </a:lnTo>
                  <a:close/>
                  <a:moveTo>
                    <a:pt x="1152328" y="179452"/>
                  </a:moveTo>
                  <a:lnTo>
                    <a:pt x="1162711" y="155277"/>
                  </a:lnTo>
                  <a:lnTo>
                    <a:pt x="1110563" y="152010"/>
                  </a:lnTo>
                  <a:close/>
                  <a:moveTo>
                    <a:pt x="1108846" y="203546"/>
                  </a:moveTo>
                  <a:lnTo>
                    <a:pt x="1152328" y="179452"/>
                  </a:lnTo>
                  <a:lnTo>
                    <a:pt x="1110563" y="152010"/>
                  </a:lnTo>
                  <a:close/>
                  <a:moveTo>
                    <a:pt x="1175058" y="127916"/>
                  </a:moveTo>
                  <a:lnTo>
                    <a:pt x="1154734" y="76379"/>
                  </a:lnTo>
                  <a:lnTo>
                    <a:pt x="1138776" y="141425"/>
                  </a:lnTo>
                  <a:close/>
                  <a:moveTo>
                    <a:pt x="1154734" y="76379"/>
                  </a:moveTo>
                  <a:lnTo>
                    <a:pt x="1133309" y="83126"/>
                  </a:lnTo>
                  <a:lnTo>
                    <a:pt x="1138776" y="141425"/>
                  </a:lnTo>
                  <a:close/>
                  <a:moveTo>
                    <a:pt x="1138776" y="141425"/>
                  </a:moveTo>
                  <a:lnTo>
                    <a:pt x="1162711" y="155277"/>
                  </a:lnTo>
                  <a:lnTo>
                    <a:pt x="1175058" y="127916"/>
                  </a:lnTo>
                  <a:close/>
                  <a:moveTo>
                    <a:pt x="1162711" y="155277"/>
                  </a:moveTo>
                  <a:lnTo>
                    <a:pt x="1187621" y="164457"/>
                  </a:lnTo>
                  <a:lnTo>
                    <a:pt x="1175058" y="127916"/>
                  </a:lnTo>
                  <a:close/>
                  <a:moveTo>
                    <a:pt x="1175058" y="127916"/>
                  </a:moveTo>
                  <a:lnTo>
                    <a:pt x="1206102" y="155358"/>
                  </a:lnTo>
                  <a:lnTo>
                    <a:pt x="1210736" y="103822"/>
                  </a:lnTo>
                  <a:close/>
                  <a:moveTo>
                    <a:pt x="1154734" y="76379"/>
                  </a:moveTo>
                  <a:lnTo>
                    <a:pt x="1175058" y="127916"/>
                  </a:lnTo>
                  <a:lnTo>
                    <a:pt x="1210736" y="103822"/>
                  </a:lnTo>
                  <a:close/>
                  <a:moveTo>
                    <a:pt x="1154734" y="76379"/>
                  </a:moveTo>
                  <a:lnTo>
                    <a:pt x="1210736" y="103822"/>
                  </a:lnTo>
                  <a:lnTo>
                    <a:pt x="1209491" y="52285"/>
                  </a:lnTo>
                  <a:close/>
                  <a:moveTo>
                    <a:pt x="1215225" y="42040"/>
                  </a:moveTo>
                  <a:lnTo>
                    <a:pt x="1154734" y="76379"/>
                  </a:lnTo>
                  <a:lnTo>
                    <a:pt x="1209491" y="52285"/>
                  </a:lnTo>
                  <a:close/>
                  <a:moveTo>
                    <a:pt x="1209491" y="52285"/>
                  </a:moveTo>
                  <a:lnTo>
                    <a:pt x="1259695" y="73408"/>
                  </a:lnTo>
                  <a:lnTo>
                    <a:pt x="1226399" y="45428"/>
                  </a:lnTo>
                  <a:close/>
                  <a:moveTo>
                    <a:pt x="1215225" y="42040"/>
                  </a:moveTo>
                  <a:lnTo>
                    <a:pt x="1209491" y="52285"/>
                  </a:lnTo>
                  <a:lnTo>
                    <a:pt x="1226399" y="45428"/>
                  </a:lnTo>
                  <a:close/>
                  <a:moveTo>
                    <a:pt x="1289218" y="9114"/>
                  </a:moveTo>
                  <a:lnTo>
                    <a:pt x="1226399" y="45428"/>
                  </a:lnTo>
                  <a:lnTo>
                    <a:pt x="1271001" y="28192"/>
                  </a:lnTo>
                  <a:close/>
                  <a:moveTo>
                    <a:pt x="1215225" y="42040"/>
                  </a:moveTo>
                  <a:lnTo>
                    <a:pt x="1226399" y="45428"/>
                  </a:lnTo>
                  <a:lnTo>
                    <a:pt x="1289218" y="9114"/>
                  </a:lnTo>
                  <a:close/>
                  <a:moveTo>
                    <a:pt x="1226399" y="45428"/>
                  </a:moveTo>
                  <a:lnTo>
                    <a:pt x="1259695" y="73408"/>
                  </a:lnTo>
                  <a:lnTo>
                    <a:pt x="1271001" y="28192"/>
                  </a:lnTo>
                  <a:close/>
                  <a:moveTo>
                    <a:pt x="1328920" y="62806"/>
                  </a:moveTo>
                  <a:lnTo>
                    <a:pt x="1359910" y="12850"/>
                  </a:lnTo>
                  <a:lnTo>
                    <a:pt x="1305672" y="18963"/>
                  </a:lnTo>
                  <a:close/>
                  <a:moveTo>
                    <a:pt x="1289218" y="9114"/>
                  </a:moveTo>
                  <a:lnTo>
                    <a:pt x="1271001" y="28192"/>
                  </a:lnTo>
                  <a:lnTo>
                    <a:pt x="1305672" y="18963"/>
                  </a:lnTo>
                  <a:close/>
                  <a:moveTo>
                    <a:pt x="1305672" y="18963"/>
                  </a:moveTo>
                  <a:lnTo>
                    <a:pt x="1333500" y="0"/>
                  </a:lnTo>
                  <a:lnTo>
                    <a:pt x="1289218" y="9114"/>
                  </a:lnTo>
                  <a:close/>
                  <a:moveTo>
                    <a:pt x="1305672" y="18963"/>
                  </a:moveTo>
                  <a:lnTo>
                    <a:pt x="1359910" y="12850"/>
                  </a:lnTo>
                  <a:lnTo>
                    <a:pt x="1333500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25" name="Output_density__4324">
              <a:extLst>
                <a:ext uri="{FF2B5EF4-FFF2-40B4-BE49-F238E27FC236}">
                  <a16:creationId xmlns:a16="http://schemas.microsoft.com/office/drawing/2014/main" id="{9009F6C6-E839-76EA-7877-5215E40EB13B}"/>
                </a:ext>
              </a:extLst>
            </p:cNvPr>
            <p:cNvSpPr>
              <a:spLocks noGrp="1"/>
            </p:cNvSpPr>
            <p:nvPr/>
          </p:nvSpPr>
          <p:spPr>
            <a:xfrm>
              <a:off x="14820481" y="2446155"/>
              <a:ext cx="1468526" cy="979664"/>
            </a:xfrm>
            <a:custGeom>
              <a:avLst/>
              <a:gdLst/>
              <a:ahLst/>
              <a:cxnLst/>
              <a:rect l="0" t="0" r="0" b="0"/>
              <a:pathLst>
                <a:path w="1468526" h="979664">
                  <a:moveTo>
                    <a:pt x="143938" y="842974"/>
                  </a:moveTo>
                  <a:lnTo>
                    <a:pt x="191686" y="899530"/>
                  </a:lnTo>
                  <a:lnTo>
                    <a:pt x="194940" y="883590"/>
                  </a:lnTo>
                  <a:close/>
                  <a:moveTo>
                    <a:pt x="191686" y="899530"/>
                  </a:moveTo>
                  <a:lnTo>
                    <a:pt x="209841" y="894510"/>
                  </a:lnTo>
                  <a:lnTo>
                    <a:pt x="194940" y="883590"/>
                  </a:lnTo>
                  <a:close/>
                  <a:moveTo>
                    <a:pt x="287865" y="921953"/>
                  </a:moveTo>
                  <a:lnTo>
                    <a:pt x="267356" y="979664"/>
                  </a:lnTo>
                  <a:lnTo>
                    <a:pt x="288166" y="922572"/>
                  </a:lnTo>
                  <a:close/>
                  <a:moveTo>
                    <a:pt x="287865" y="921953"/>
                  </a:moveTo>
                  <a:lnTo>
                    <a:pt x="240872" y="946047"/>
                  </a:lnTo>
                  <a:lnTo>
                    <a:pt x="267356" y="979664"/>
                  </a:lnTo>
                  <a:close/>
                  <a:moveTo>
                    <a:pt x="264609" y="878227"/>
                  </a:moveTo>
                  <a:lnTo>
                    <a:pt x="194940" y="883590"/>
                  </a:lnTo>
                  <a:lnTo>
                    <a:pt x="209841" y="894510"/>
                  </a:lnTo>
                  <a:close/>
                  <a:moveTo>
                    <a:pt x="22255" y="627079"/>
                  </a:moveTo>
                  <a:lnTo>
                    <a:pt x="12813" y="617290"/>
                  </a:lnTo>
                  <a:lnTo>
                    <a:pt x="40955" y="664270"/>
                  </a:lnTo>
                  <a:close/>
                  <a:moveTo>
                    <a:pt x="40955" y="664270"/>
                  </a:moveTo>
                  <a:lnTo>
                    <a:pt x="12813" y="617290"/>
                  </a:lnTo>
                  <a:lnTo>
                    <a:pt x="0" y="636828"/>
                  </a:lnTo>
                  <a:close/>
                  <a:moveTo>
                    <a:pt x="12813" y="617290"/>
                  </a:moveTo>
                  <a:lnTo>
                    <a:pt x="16462" y="605420"/>
                  </a:lnTo>
                  <a:lnTo>
                    <a:pt x="0" y="636828"/>
                  </a:lnTo>
                  <a:close/>
                  <a:moveTo>
                    <a:pt x="0" y="636828"/>
                  </a:moveTo>
                  <a:lnTo>
                    <a:pt x="16462" y="605420"/>
                  </a:lnTo>
                  <a:lnTo>
                    <a:pt x="21428" y="561197"/>
                  </a:lnTo>
                  <a:close/>
                  <a:moveTo>
                    <a:pt x="288166" y="922572"/>
                  </a:moveTo>
                  <a:lnTo>
                    <a:pt x="334234" y="897859"/>
                  </a:lnTo>
                  <a:lnTo>
                    <a:pt x="288479" y="921565"/>
                  </a:lnTo>
                  <a:close/>
                  <a:moveTo>
                    <a:pt x="334234" y="897859"/>
                  </a:moveTo>
                  <a:lnTo>
                    <a:pt x="285537" y="861213"/>
                  </a:lnTo>
                  <a:lnTo>
                    <a:pt x="284101" y="870417"/>
                  </a:lnTo>
                  <a:close/>
                  <a:moveTo>
                    <a:pt x="287809" y="921234"/>
                  </a:moveTo>
                  <a:lnTo>
                    <a:pt x="288479" y="921565"/>
                  </a:lnTo>
                  <a:lnTo>
                    <a:pt x="334234" y="897859"/>
                  </a:lnTo>
                  <a:close/>
                  <a:moveTo>
                    <a:pt x="284101" y="870417"/>
                  </a:moveTo>
                  <a:lnTo>
                    <a:pt x="287809" y="921234"/>
                  </a:lnTo>
                  <a:lnTo>
                    <a:pt x="334234" y="897859"/>
                  </a:lnTo>
                  <a:close/>
                  <a:moveTo>
                    <a:pt x="191072" y="649058"/>
                  </a:moveTo>
                  <a:lnTo>
                    <a:pt x="206435" y="656769"/>
                  </a:lnTo>
                  <a:lnTo>
                    <a:pt x="236954" y="640176"/>
                  </a:lnTo>
                  <a:close/>
                  <a:moveTo>
                    <a:pt x="72551" y="505553"/>
                  </a:moveTo>
                  <a:lnTo>
                    <a:pt x="78256" y="485566"/>
                  </a:lnTo>
                  <a:lnTo>
                    <a:pt x="59205" y="509660"/>
                  </a:lnTo>
                  <a:close/>
                  <a:moveTo>
                    <a:pt x="298304" y="667619"/>
                  </a:moveTo>
                  <a:lnTo>
                    <a:pt x="335727" y="655918"/>
                  </a:lnTo>
                  <a:lnTo>
                    <a:pt x="291831" y="667868"/>
                  </a:lnTo>
                  <a:close/>
                  <a:moveTo>
                    <a:pt x="291831" y="667868"/>
                  </a:moveTo>
                  <a:lnTo>
                    <a:pt x="292392" y="668570"/>
                  </a:lnTo>
                  <a:lnTo>
                    <a:pt x="298304" y="667619"/>
                  </a:lnTo>
                  <a:close/>
                  <a:moveTo>
                    <a:pt x="292392" y="668570"/>
                  </a:moveTo>
                  <a:lnTo>
                    <a:pt x="291831" y="667868"/>
                  </a:lnTo>
                  <a:lnTo>
                    <a:pt x="290337" y="667619"/>
                  </a:lnTo>
                  <a:close/>
                  <a:moveTo>
                    <a:pt x="103132" y="445211"/>
                  </a:moveTo>
                  <a:lnTo>
                    <a:pt x="78256" y="485566"/>
                  </a:lnTo>
                  <a:lnTo>
                    <a:pt x="96794" y="461291"/>
                  </a:lnTo>
                  <a:close/>
                  <a:moveTo>
                    <a:pt x="132009" y="418280"/>
                  </a:moveTo>
                  <a:lnTo>
                    <a:pt x="103132" y="445211"/>
                  </a:lnTo>
                  <a:lnTo>
                    <a:pt x="96794" y="461291"/>
                  </a:lnTo>
                  <a:close/>
                  <a:moveTo>
                    <a:pt x="503175" y="798224"/>
                  </a:moveTo>
                  <a:lnTo>
                    <a:pt x="457949" y="746598"/>
                  </a:lnTo>
                  <a:lnTo>
                    <a:pt x="437314" y="751043"/>
                  </a:lnTo>
                  <a:close/>
                  <a:moveTo>
                    <a:pt x="437314" y="751043"/>
                  </a:moveTo>
                  <a:lnTo>
                    <a:pt x="398383" y="695062"/>
                  </a:lnTo>
                  <a:lnTo>
                    <a:pt x="357979" y="714816"/>
                  </a:lnTo>
                  <a:close/>
                  <a:moveTo>
                    <a:pt x="437314" y="751043"/>
                  </a:moveTo>
                  <a:lnTo>
                    <a:pt x="357979" y="714816"/>
                  </a:lnTo>
                  <a:lnTo>
                    <a:pt x="382570" y="757567"/>
                  </a:lnTo>
                  <a:close/>
                  <a:moveTo>
                    <a:pt x="437314" y="751043"/>
                  </a:moveTo>
                  <a:lnTo>
                    <a:pt x="457949" y="746598"/>
                  </a:lnTo>
                  <a:lnTo>
                    <a:pt x="436448" y="722921"/>
                  </a:lnTo>
                  <a:close/>
                  <a:moveTo>
                    <a:pt x="298304" y="667619"/>
                  </a:moveTo>
                  <a:lnTo>
                    <a:pt x="375487" y="669674"/>
                  </a:lnTo>
                  <a:lnTo>
                    <a:pt x="363084" y="643525"/>
                  </a:lnTo>
                  <a:close/>
                  <a:moveTo>
                    <a:pt x="357979" y="714816"/>
                  </a:moveTo>
                  <a:lnTo>
                    <a:pt x="398383" y="695062"/>
                  </a:lnTo>
                  <a:lnTo>
                    <a:pt x="375487" y="669674"/>
                  </a:lnTo>
                  <a:close/>
                  <a:moveTo>
                    <a:pt x="363615" y="625284"/>
                  </a:moveTo>
                  <a:lnTo>
                    <a:pt x="298304" y="667619"/>
                  </a:lnTo>
                  <a:lnTo>
                    <a:pt x="363084" y="643525"/>
                  </a:lnTo>
                  <a:close/>
                  <a:moveTo>
                    <a:pt x="363615" y="625284"/>
                  </a:moveTo>
                  <a:lnTo>
                    <a:pt x="364899" y="591988"/>
                  </a:lnTo>
                  <a:lnTo>
                    <a:pt x="337939" y="616082"/>
                  </a:lnTo>
                  <a:close/>
                  <a:moveTo>
                    <a:pt x="174973" y="385842"/>
                  </a:moveTo>
                  <a:lnTo>
                    <a:pt x="178642" y="408192"/>
                  </a:lnTo>
                  <a:lnTo>
                    <a:pt x="162338" y="396775"/>
                  </a:lnTo>
                  <a:close/>
                  <a:moveTo>
                    <a:pt x="201420" y="368219"/>
                  </a:moveTo>
                  <a:lnTo>
                    <a:pt x="174973" y="385842"/>
                  </a:lnTo>
                  <a:lnTo>
                    <a:pt x="224208" y="371148"/>
                  </a:lnTo>
                  <a:close/>
                  <a:moveTo>
                    <a:pt x="277765" y="365589"/>
                  </a:moveTo>
                  <a:lnTo>
                    <a:pt x="224208" y="371148"/>
                  </a:lnTo>
                  <a:lnTo>
                    <a:pt x="283117" y="364093"/>
                  </a:lnTo>
                  <a:close/>
                  <a:moveTo>
                    <a:pt x="224208" y="371148"/>
                  </a:moveTo>
                  <a:lnTo>
                    <a:pt x="240079" y="377856"/>
                  </a:lnTo>
                  <a:lnTo>
                    <a:pt x="283117" y="364093"/>
                  </a:lnTo>
                  <a:close/>
                  <a:moveTo>
                    <a:pt x="277765" y="365589"/>
                  </a:moveTo>
                  <a:lnTo>
                    <a:pt x="283117" y="364093"/>
                  </a:lnTo>
                  <a:lnTo>
                    <a:pt x="330289" y="365785"/>
                  </a:lnTo>
                  <a:close/>
                  <a:moveTo>
                    <a:pt x="791422" y="904556"/>
                  </a:moveTo>
                  <a:lnTo>
                    <a:pt x="782671" y="853020"/>
                  </a:lnTo>
                  <a:lnTo>
                    <a:pt x="797642" y="928650"/>
                  </a:lnTo>
                  <a:close/>
                  <a:moveTo>
                    <a:pt x="770725" y="801483"/>
                  </a:moveTo>
                  <a:lnTo>
                    <a:pt x="747755" y="825577"/>
                  </a:lnTo>
                  <a:lnTo>
                    <a:pt x="782671" y="853020"/>
                  </a:lnTo>
                  <a:close/>
                  <a:moveTo>
                    <a:pt x="321921" y="392434"/>
                  </a:moveTo>
                  <a:lnTo>
                    <a:pt x="330289" y="365785"/>
                  </a:lnTo>
                  <a:lnTo>
                    <a:pt x="283117" y="364093"/>
                  </a:lnTo>
                  <a:close/>
                  <a:moveTo>
                    <a:pt x="321921" y="392434"/>
                  </a:moveTo>
                  <a:lnTo>
                    <a:pt x="364265" y="395991"/>
                  </a:lnTo>
                  <a:lnTo>
                    <a:pt x="330289" y="365785"/>
                  </a:lnTo>
                  <a:close/>
                  <a:moveTo>
                    <a:pt x="364265" y="395991"/>
                  </a:moveTo>
                  <a:lnTo>
                    <a:pt x="334525" y="361748"/>
                  </a:lnTo>
                  <a:lnTo>
                    <a:pt x="330289" y="365785"/>
                  </a:lnTo>
                  <a:close/>
                  <a:moveTo>
                    <a:pt x="394388" y="346741"/>
                  </a:moveTo>
                  <a:lnTo>
                    <a:pt x="334525" y="361748"/>
                  </a:lnTo>
                  <a:lnTo>
                    <a:pt x="364265" y="395991"/>
                  </a:lnTo>
                  <a:close/>
                  <a:moveTo>
                    <a:pt x="400049" y="404882"/>
                  </a:moveTo>
                  <a:lnTo>
                    <a:pt x="394388" y="346741"/>
                  </a:lnTo>
                  <a:lnTo>
                    <a:pt x="364265" y="395991"/>
                  </a:lnTo>
                  <a:close/>
                  <a:moveTo>
                    <a:pt x="438437" y="389191"/>
                  </a:moveTo>
                  <a:lnTo>
                    <a:pt x="426809" y="337654"/>
                  </a:lnTo>
                  <a:lnTo>
                    <a:pt x="400049" y="404882"/>
                  </a:lnTo>
                  <a:close/>
                  <a:moveTo>
                    <a:pt x="770725" y="801483"/>
                  </a:moveTo>
                  <a:lnTo>
                    <a:pt x="853355" y="828926"/>
                  </a:lnTo>
                  <a:lnTo>
                    <a:pt x="839309" y="777607"/>
                  </a:lnTo>
                  <a:close/>
                  <a:moveTo>
                    <a:pt x="840628" y="777390"/>
                  </a:moveTo>
                  <a:lnTo>
                    <a:pt x="839309" y="777607"/>
                  </a:lnTo>
                  <a:lnTo>
                    <a:pt x="853301" y="828703"/>
                  </a:lnTo>
                  <a:close/>
                  <a:moveTo>
                    <a:pt x="604077" y="468170"/>
                  </a:moveTo>
                  <a:lnTo>
                    <a:pt x="574622" y="492264"/>
                  </a:lnTo>
                  <a:lnTo>
                    <a:pt x="615493" y="519707"/>
                  </a:lnTo>
                  <a:close/>
                  <a:moveTo>
                    <a:pt x="438437" y="389191"/>
                  </a:moveTo>
                  <a:lnTo>
                    <a:pt x="474312" y="420010"/>
                  </a:lnTo>
                  <a:lnTo>
                    <a:pt x="482280" y="376011"/>
                  </a:lnTo>
                  <a:close/>
                  <a:moveTo>
                    <a:pt x="474312" y="420010"/>
                  </a:moveTo>
                  <a:lnTo>
                    <a:pt x="542039" y="365097"/>
                  </a:lnTo>
                  <a:lnTo>
                    <a:pt x="482280" y="376011"/>
                  </a:lnTo>
                  <a:close/>
                  <a:moveTo>
                    <a:pt x="542529" y="365487"/>
                  </a:moveTo>
                  <a:lnTo>
                    <a:pt x="542039" y="365097"/>
                  </a:lnTo>
                  <a:lnTo>
                    <a:pt x="474312" y="420010"/>
                  </a:lnTo>
                  <a:close/>
                  <a:moveTo>
                    <a:pt x="542039" y="365097"/>
                  </a:moveTo>
                  <a:lnTo>
                    <a:pt x="542312" y="364675"/>
                  </a:lnTo>
                  <a:lnTo>
                    <a:pt x="482280" y="376011"/>
                  </a:lnTo>
                  <a:close/>
                  <a:moveTo>
                    <a:pt x="840628" y="777390"/>
                  </a:moveTo>
                  <a:lnTo>
                    <a:pt x="853368" y="828920"/>
                  </a:lnTo>
                  <a:lnTo>
                    <a:pt x="889561" y="804832"/>
                  </a:lnTo>
                  <a:close/>
                  <a:moveTo>
                    <a:pt x="966440" y="767460"/>
                  </a:moveTo>
                  <a:lnTo>
                    <a:pt x="937588" y="773672"/>
                  </a:lnTo>
                  <a:lnTo>
                    <a:pt x="939588" y="753296"/>
                  </a:lnTo>
                  <a:close/>
                  <a:moveTo>
                    <a:pt x="604077" y="468170"/>
                  </a:moveTo>
                  <a:lnTo>
                    <a:pt x="615493" y="519707"/>
                  </a:lnTo>
                  <a:lnTo>
                    <a:pt x="631091" y="495612"/>
                  </a:lnTo>
                  <a:close/>
                  <a:moveTo>
                    <a:pt x="542039" y="365097"/>
                  </a:moveTo>
                  <a:lnTo>
                    <a:pt x="542529" y="365487"/>
                  </a:lnTo>
                  <a:lnTo>
                    <a:pt x="542518" y="365022"/>
                  </a:lnTo>
                  <a:close/>
                  <a:moveTo>
                    <a:pt x="542312" y="364675"/>
                  </a:moveTo>
                  <a:lnTo>
                    <a:pt x="542039" y="365097"/>
                  </a:lnTo>
                  <a:lnTo>
                    <a:pt x="542518" y="365022"/>
                  </a:lnTo>
                  <a:close/>
                  <a:moveTo>
                    <a:pt x="542518" y="365022"/>
                  </a:moveTo>
                  <a:lnTo>
                    <a:pt x="542529" y="365487"/>
                  </a:lnTo>
                  <a:lnTo>
                    <a:pt x="543003" y="365097"/>
                  </a:lnTo>
                  <a:close/>
                  <a:moveTo>
                    <a:pt x="542518" y="365022"/>
                  </a:moveTo>
                  <a:lnTo>
                    <a:pt x="543003" y="365097"/>
                  </a:lnTo>
                  <a:lnTo>
                    <a:pt x="542312" y="364675"/>
                  </a:lnTo>
                  <a:close/>
                  <a:moveTo>
                    <a:pt x="939588" y="753296"/>
                  </a:moveTo>
                  <a:lnTo>
                    <a:pt x="990798" y="793156"/>
                  </a:lnTo>
                  <a:lnTo>
                    <a:pt x="966440" y="767460"/>
                  </a:lnTo>
                  <a:close/>
                  <a:moveTo>
                    <a:pt x="973129" y="753296"/>
                  </a:moveTo>
                  <a:lnTo>
                    <a:pt x="1042908" y="743783"/>
                  </a:lnTo>
                  <a:lnTo>
                    <a:pt x="1032517" y="729202"/>
                  </a:lnTo>
                  <a:close/>
                  <a:moveTo>
                    <a:pt x="973129" y="753296"/>
                  </a:moveTo>
                  <a:lnTo>
                    <a:pt x="966440" y="767460"/>
                  </a:lnTo>
                  <a:lnTo>
                    <a:pt x="990798" y="793156"/>
                  </a:lnTo>
                  <a:close/>
                  <a:moveTo>
                    <a:pt x="964882" y="688740"/>
                  </a:moveTo>
                  <a:lnTo>
                    <a:pt x="939588" y="753296"/>
                  </a:lnTo>
                  <a:lnTo>
                    <a:pt x="959037" y="739777"/>
                  </a:lnTo>
                  <a:close/>
                  <a:moveTo>
                    <a:pt x="1032517" y="729202"/>
                  </a:moveTo>
                  <a:lnTo>
                    <a:pt x="1033829" y="709838"/>
                  </a:lnTo>
                  <a:lnTo>
                    <a:pt x="973129" y="753296"/>
                  </a:lnTo>
                  <a:close/>
                  <a:moveTo>
                    <a:pt x="973129" y="753296"/>
                  </a:moveTo>
                  <a:lnTo>
                    <a:pt x="1033829" y="709838"/>
                  </a:lnTo>
                  <a:lnTo>
                    <a:pt x="964882" y="688740"/>
                  </a:lnTo>
                  <a:close/>
                  <a:moveTo>
                    <a:pt x="964882" y="688740"/>
                  </a:moveTo>
                  <a:lnTo>
                    <a:pt x="1033829" y="709838"/>
                  </a:lnTo>
                  <a:lnTo>
                    <a:pt x="1021823" y="680430"/>
                  </a:lnTo>
                  <a:close/>
                  <a:moveTo>
                    <a:pt x="973129" y="753296"/>
                  </a:moveTo>
                  <a:lnTo>
                    <a:pt x="964882" y="688740"/>
                  </a:lnTo>
                  <a:lnTo>
                    <a:pt x="959037" y="739777"/>
                  </a:lnTo>
                  <a:close/>
                  <a:moveTo>
                    <a:pt x="969700" y="644746"/>
                  </a:moveTo>
                  <a:lnTo>
                    <a:pt x="952411" y="626128"/>
                  </a:lnTo>
                  <a:lnTo>
                    <a:pt x="964882" y="688740"/>
                  </a:lnTo>
                  <a:close/>
                  <a:moveTo>
                    <a:pt x="964882" y="688740"/>
                  </a:moveTo>
                  <a:lnTo>
                    <a:pt x="1021823" y="680430"/>
                  </a:lnTo>
                  <a:lnTo>
                    <a:pt x="969700" y="644746"/>
                  </a:lnTo>
                  <a:close/>
                  <a:moveTo>
                    <a:pt x="703834" y="349425"/>
                  </a:moveTo>
                  <a:lnTo>
                    <a:pt x="673786" y="371982"/>
                  </a:lnTo>
                  <a:lnTo>
                    <a:pt x="653146" y="392539"/>
                  </a:lnTo>
                  <a:close/>
                  <a:moveTo>
                    <a:pt x="1055122" y="654547"/>
                  </a:moveTo>
                  <a:lnTo>
                    <a:pt x="1032517" y="729202"/>
                  </a:lnTo>
                  <a:lnTo>
                    <a:pt x="1052607" y="705108"/>
                  </a:lnTo>
                  <a:close/>
                  <a:moveTo>
                    <a:pt x="1055122" y="654547"/>
                  </a:moveTo>
                  <a:lnTo>
                    <a:pt x="1033829" y="709838"/>
                  </a:lnTo>
                  <a:lnTo>
                    <a:pt x="1032517" y="729202"/>
                  </a:lnTo>
                  <a:close/>
                  <a:moveTo>
                    <a:pt x="1055178" y="653571"/>
                  </a:moveTo>
                  <a:lnTo>
                    <a:pt x="1088304" y="603934"/>
                  </a:lnTo>
                  <a:lnTo>
                    <a:pt x="1043296" y="677665"/>
                  </a:lnTo>
                  <a:close/>
                  <a:moveTo>
                    <a:pt x="952411" y="626128"/>
                  </a:moveTo>
                  <a:lnTo>
                    <a:pt x="969700" y="644746"/>
                  </a:lnTo>
                  <a:lnTo>
                    <a:pt x="969924" y="621898"/>
                  </a:lnTo>
                  <a:close/>
                  <a:moveTo>
                    <a:pt x="1016210" y="622251"/>
                  </a:moveTo>
                  <a:lnTo>
                    <a:pt x="969924" y="621898"/>
                  </a:lnTo>
                  <a:lnTo>
                    <a:pt x="969700" y="644746"/>
                  </a:lnTo>
                  <a:close/>
                  <a:moveTo>
                    <a:pt x="777355" y="314733"/>
                  </a:moveTo>
                  <a:lnTo>
                    <a:pt x="745526" y="330627"/>
                  </a:lnTo>
                  <a:lnTo>
                    <a:pt x="703834" y="349425"/>
                  </a:lnTo>
                  <a:close/>
                  <a:moveTo>
                    <a:pt x="820285" y="300565"/>
                  </a:moveTo>
                  <a:lnTo>
                    <a:pt x="745526" y="330627"/>
                  </a:lnTo>
                  <a:lnTo>
                    <a:pt x="777355" y="314733"/>
                  </a:lnTo>
                  <a:close/>
                  <a:moveTo>
                    <a:pt x="1052607" y="705108"/>
                  </a:moveTo>
                  <a:lnTo>
                    <a:pt x="1056951" y="651871"/>
                  </a:lnTo>
                  <a:lnTo>
                    <a:pt x="1055122" y="654547"/>
                  </a:lnTo>
                  <a:close/>
                  <a:moveTo>
                    <a:pt x="1055178" y="653571"/>
                  </a:moveTo>
                  <a:lnTo>
                    <a:pt x="1055122" y="654547"/>
                  </a:lnTo>
                  <a:lnTo>
                    <a:pt x="1056951" y="651871"/>
                  </a:lnTo>
                  <a:close/>
                  <a:moveTo>
                    <a:pt x="820285" y="300565"/>
                  </a:moveTo>
                  <a:lnTo>
                    <a:pt x="777355" y="314733"/>
                  </a:lnTo>
                  <a:lnTo>
                    <a:pt x="856543" y="301228"/>
                  </a:lnTo>
                  <a:close/>
                  <a:moveTo>
                    <a:pt x="874791" y="309561"/>
                  </a:moveTo>
                  <a:lnTo>
                    <a:pt x="903191" y="300956"/>
                  </a:lnTo>
                  <a:lnTo>
                    <a:pt x="856543" y="301228"/>
                  </a:lnTo>
                  <a:close/>
                  <a:moveTo>
                    <a:pt x="874791" y="309561"/>
                  </a:moveTo>
                  <a:lnTo>
                    <a:pt x="928503" y="303876"/>
                  </a:lnTo>
                  <a:lnTo>
                    <a:pt x="903191" y="300956"/>
                  </a:lnTo>
                  <a:close/>
                  <a:moveTo>
                    <a:pt x="1125890" y="339762"/>
                  </a:moveTo>
                  <a:lnTo>
                    <a:pt x="1060042" y="347700"/>
                  </a:lnTo>
                  <a:lnTo>
                    <a:pt x="1046678" y="353176"/>
                  </a:lnTo>
                  <a:close/>
                  <a:moveTo>
                    <a:pt x="1125890" y="339762"/>
                  </a:moveTo>
                  <a:lnTo>
                    <a:pt x="1046678" y="353176"/>
                  </a:lnTo>
                  <a:lnTo>
                    <a:pt x="1081269" y="347608"/>
                  </a:lnTo>
                  <a:close/>
                  <a:moveTo>
                    <a:pt x="1395985" y="252440"/>
                  </a:moveTo>
                  <a:lnTo>
                    <a:pt x="1397088" y="250321"/>
                  </a:lnTo>
                  <a:lnTo>
                    <a:pt x="1340442" y="259613"/>
                  </a:lnTo>
                  <a:close/>
                  <a:moveTo>
                    <a:pt x="1395985" y="252440"/>
                  </a:moveTo>
                  <a:lnTo>
                    <a:pt x="1340442" y="259613"/>
                  </a:lnTo>
                  <a:lnTo>
                    <a:pt x="1397922" y="253438"/>
                  </a:lnTo>
                  <a:close/>
                  <a:moveTo>
                    <a:pt x="1340442" y="259613"/>
                  </a:moveTo>
                  <a:lnTo>
                    <a:pt x="1360474" y="288102"/>
                  </a:lnTo>
                  <a:lnTo>
                    <a:pt x="1397922" y="253438"/>
                  </a:lnTo>
                  <a:close/>
                  <a:moveTo>
                    <a:pt x="1395985" y="252440"/>
                  </a:moveTo>
                  <a:lnTo>
                    <a:pt x="1399265" y="251325"/>
                  </a:lnTo>
                  <a:lnTo>
                    <a:pt x="1397088" y="250321"/>
                  </a:lnTo>
                  <a:close/>
                  <a:moveTo>
                    <a:pt x="1395985" y="252440"/>
                  </a:moveTo>
                  <a:lnTo>
                    <a:pt x="1397922" y="253438"/>
                  </a:lnTo>
                  <a:lnTo>
                    <a:pt x="1399265" y="251325"/>
                  </a:lnTo>
                  <a:close/>
                  <a:moveTo>
                    <a:pt x="1423236" y="293027"/>
                  </a:moveTo>
                  <a:lnTo>
                    <a:pt x="1399265" y="251325"/>
                  </a:lnTo>
                  <a:lnTo>
                    <a:pt x="1397922" y="253438"/>
                  </a:lnTo>
                  <a:close/>
                  <a:moveTo>
                    <a:pt x="1467162" y="232556"/>
                  </a:moveTo>
                  <a:lnTo>
                    <a:pt x="1399265" y="251325"/>
                  </a:lnTo>
                  <a:lnTo>
                    <a:pt x="1423236" y="293027"/>
                  </a:lnTo>
                  <a:close/>
                  <a:moveTo>
                    <a:pt x="1399265" y="251325"/>
                  </a:moveTo>
                  <a:lnTo>
                    <a:pt x="1467162" y="232556"/>
                  </a:lnTo>
                  <a:lnTo>
                    <a:pt x="1397088" y="250321"/>
                  </a:lnTo>
                  <a:close/>
                  <a:moveTo>
                    <a:pt x="1397088" y="250321"/>
                  </a:moveTo>
                  <a:lnTo>
                    <a:pt x="1468526" y="207840"/>
                  </a:lnTo>
                  <a:lnTo>
                    <a:pt x="1415366" y="183759"/>
                  </a:lnTo>
                  <a:close/>
                  <a:moveTo>
                    <a:pt x="1407926" y="175694"/>
                  </a:moveTo>
                  <a:lnTo>
                    <a:pt x="1397088" y="250321"/>
                  </a:lnTo>
                  <a:lnTo>
                    <a:pt x="1415366" y="183759"/>
                  </a:lnTo>
                  <a:close/>
                  <a:moveTo>
                    <a:pt x="1407926" y="175694"/>
                  </a:moveTo>
                  <a:lnTo>
                    <a:pt x="1339163" y="199788"/>
                  </a:lnTo>
                  <a:lnTo>
                    <a:pt x="1397088" y="250321"/>
                  </a:lnTo>
                  <a:close/>
                  <a:moveTo>
                    <a:pt x="1355937" y="124158"/>
                  </a:moveTo>
                  <a:lnTo>
                    <a:pt x="1339163" y="199788"/>
                  </a:lnTo>
                  <a:lnTo>
                    <a:pt x="1407926" y="175694"/>
                  </a:lnTo>
                  <a:close/>
                  <a:moveTo>
                    <a:pt x="1466137" y="170647"/>
                  </a:moveTo>
                  <a:lnTo>
                    <a:pt x="1415436" y="173883"/>
                  </a:lnTo>
                  <a:lnTo>
                    <a:pt x="1415366" y="183759"/>
                  </a:lnTo>
                  <a:close/>
                  <a:moveTo>
                    <a:pt x="1402463" y="58944"/>
                  </a:moveTo>
                  <a:lnTo>
                    <a:pt x="1351522" y="62376"/>
                  </a:lnTo>
                  <a:lnTo>
                    <a:pt x="1410568" y="115098"/>
                  </a:lnTo>
                  <a:close/>
                  <a:moveTo>
                    <a:pt x="1351522" y="62376"/>
                  </a:moveTo>
                  <a:lnTo>
                    <a:pt x="1402463" y="58944"/>
                  </a:lnTo>
                  <a:lnTo>
                    <a:pt x="1392671" y="4162"/>
                  </a:lnTo>
                  <a:close/>
                  <a:moveTo>
                    <a:pt x="1402463" y="58944"/>
                  </a:moveTo>
                  <a:lnTo>
                    <a:pt x="1444511" y="0"/>
                  </a:lnTo>
                  <a:lnTo>
                    <a:pt x="1392671" y="416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26" name="Output_density__4325">
              <a:extLst>
                <a:ext uri="{FF2B5EF4-FFF2-40B4-BE49-F238E27FC236}">
                  <a16:creationId xmlns:a16="http://schemas.microsoft.com/office/drawing/2014/main" id="{C6531F86-B917-BE53-476A-4064EB683721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645943"/>
              <a:ext cx="1444319" cy="812459"/>
            </a:xfrm>
            <a:custGeom>
              <a:avLst/>
              <a:gdLst/>
              <a:ahLst/>
              <a:cxnLst/>
              <a:rect l="0" t="0" r="0" b="0"/>
              <a:pathLst>
                <a:path w="1444319" h="812459">
                  <a:moveTo>
                    <a:pt x="227672" y="797796"/>
                  </a:moveTo>
                  <a:lnTo>
                    <a:pt x="260374" y="810286"/>
                  </a:lnTo>
                  <a:lnTo>
                    <a:pt x="284489" y="775475"/>
                  </a:lnTo>
                  <a:close/>
                  <a:moveTo>
                    <a:pt x="284489" y="775475"/>
                  </a:moveTo>
                  <a:lnTo>
                    <a:pt x="319408" y="785069"/>
                  </a:lnTo>
                  <a:lnTo>
                    <a:pt x="286451" y="772883"/>
                  </a:lnTo>
                  <a:close/>
                  <a:moveTo>
                    <a:pt x="187203" y="628356"/>
                  </a:moveTo>
                  <a:lnTo>
                    <a:pt x="144881" y="624780"/>
                  </a:lnTo>
                  <a:lnTo>
                    <a:pt x="202774" y="678439"/>
                  </a:lnTo>
                  <a:close/>
                  <a:moveTo>
                    <a:pt x="10525" y="516019"/>
                  </a:moveTo>
                  <a:lnTo>
                    <a:pt x="0" y="535497"/>
                  </a:lnTo>
                  <a:lnTo>
                    <a:pt x="6243" y="536041"/>
                  </a:lnTo>
                  <a:close/>
                  <a:moveTo>
                    <a:pt x="10525" y="516019"/>
                  </a:moveTo>
                  <a:lnTo>
                    <a:pt x="6243" y="536041"/>
                  </a:lnTo>
                  <a:lnTo>
                    <a:pt x="42919" y="561063"/>
                  </a:lnTo>
                  <a:close/>
                  <a:moveTo>
                    <a:pt x="286451" y="772883"/>
                  </a:moveTo>
                  <a:lnTo>
                    <a:pt x="329547" y="759335"/>
                  </a:lnTo>
                  <a:lnTo>
                    <a:pt x="354053" y="716059"/>
                  </a:lnTo>
                  <a:close/>
                  <a:moveTo>
                    <a:pt x="99034" y="411082"/>
                  </a:moveTo>
                  <a:lnTo>
                    <a:pt x="90823" y="388852"/>
                  </a:lnTo>
                  <a:lnTo>
                    <a:pt x="97590" y="440388"/>
                  </a:lnTo>
                  <a:close/>
                  <a:moveTo>
                    <a:pt x="223703" y="661425"/>
                  </a:moveTo>
                  <a:lnTo>
                    <a:pt x="211902" y="646534"/>
                  </a:lnTo>
                  <a:lnTo>
                    <a:pt x="156584" y="615266"/>
                  </a:lnTo>
                  <a:close/>
                  <a:moveTo>
                    <a:pt x="481012" y="604166"/>
                  </a:moveTo>
                  <a:lnTo>
                    <a:pt x="484177" y="583419"/>
                  </a:lnTo>
                  <a:lnTo>
                    <a:pt x="441284" y="597727"/>
                  </a:lnTo>
                  <a:close/>
                  <a:moveTo>
                    <a:pt x="262497" y="354154"/>
                  </a:moveTo>
                  <a:lnTo>
                    <a:pt x="251040" y="340664"/>
                  </a:lnTo>
                  <a:lnTo>
                    <a:pt x="199107" y="304964"/>
                  </a:lnTo>
                  <a:close/>
                  <a:moveTo>
                    <a:pt x="444271" y="533311"/>
                  </a:moveTo>
                  <a:lnTo>
                    <a:pt x="462149" y="501060"/>
                  </a:lnTo>
                  <a:lnTo>
                    <a:pt x="446431" y="471180"/>
                  </a:lnTo>
                  <a:close/>
                  <a:moveTo>
                    <a:pt x="407655" y="368106"/>
                  </a:moveTo>
                  <a:lnTo>
                    <a:pt x="411462" y="371755"/>
                  </a:lnTo>
                  <a:lnTo>
                    <a:pt x="413525" y="359038"/>
                  </a:lnTo>
                  <a:close/>
                  <a:moveTo>
                    <a:pt x="419839" y="382644"/>
                  </a:moveTo>
                  <a:lnTo>
                    <a:pt x="411462" y="371755"/>
                  </a:lnTo>
                  <a:lnTo>
                    <a:pt x="407655" y="368106"/>
                  </a:lnTo>
                  <a:close/>
                  <a:moveTo>
                    <a:pt x="251040" y="340664"/>
                  </a:moveTo>
                  <a:lnTo>
                    <a:pt x="289418" y="379279"/>
                  </a:lnTo>
                  <a:lnTo>
                    <a:pt x="268214" y="316570"/>
                  </a:lnTo>
                  <a:close/>
                  <a:moveTo>
                    <a:pt x="768396" y="812459"/>
                  </a:moveTo>
                  <a:lnTo>
                    <a:pt x="845680" y="791836"/>
                  </a:lnTo>
                  <a:lnTo>
                    <a:pt x="801145" y="800000"/>
                  </a:lnTo>
                  <a:close/>
                  <a:moveTo>
                    <a:pt x="407655" y="368106"/>
                  </a:moveTo>
                  <a:lnTo>
                    <a:pt x="390763" y="350601"/>
                  </a:lnTo>
                  <a:lnTo>
                    <a:pt x="419839" y="382644"/>
                  </a:lnTo>
                  <a:close/>
                  <a:moveTo>
                    <a:pt x="414912" y="306208"/>
                  </a:moveTo>
                  <a:lnTo>
                    <a:pt x="407655" y="368106"/>
                  </a:lnTo>
                  <a:lnTo>
                    <a:pt x="413525" y="359038"/>
                  </a:lnTo>
                  <a:close/>
                  <a:moveTo>
                    <a:pt x="390763" y="350601"/>
                  </a:moveTo>
                  <a:lnTo>
                    <a:pt x="407655" y="368106"/>
                  </a:lnTo>
                  <a:lnTo>
                    <a:pt x="414912" y="306208"/>
                  </a:lnTo>
                  <a:close/>
                  <a:moveTo>
                    <a:pt x="856902" y="704768"/>
                  </a:moveTo>
                  <a:lnTo>
                    <a:pt x="856767" y="739566"/>
                  </a:lnTo>
                  <a:lnTo>
                    <a:pt x="856952" y="756305"/>
                  </a:lnTo>
                  <a:close/>
                  <a:moveTo>
                    <a:pt x="899515" y="683537"/>
                  </a:moveTo>
                  <a:lnTo>
                    <a:pt x="856767" y="739566"/>
                  </a:lnTo>
                  <a:lnTo>
                    <a:pt x="856902" y="704768"/>
                  </a:lnTo>
                  <a:close/>
                  <a:moveTo>
                    <a:pt x="777609" y="577107"/>
                  </a:moveTo>
                  <a:lnTo>
                    <a:pt x="766440" y="577602"/>
                  </a:lnTo>
                  <a:lnTo>
                    <a:pt x="727173" y="580731"/>
                  </a:lnTo>
                  <a:close/>
                  <a:moveTo>
                    <a:pt x="727173" y="580731"/>
                  </a:moveTo>
                  <a:lnTo>
                    <a:pt x="692999" y="545770"/>
                  </a:lnTo>
                  <a:lnTo>
                    <a:pt x="777609" y="577107"/>
                  </a:lnTo>
                  <a:close/>
                  <a:moveTo>
                    <a:pt x="887007" y="676550"/>
                  </a:moveTo>
                  <a:lnTo>
                    <a:pt x="908480" y="672764"/>
                  </a:lnTo>
                  <a:lnTo>
                    <a:pt x="920273" y="656581"/>
                  </a:lnTo>
                  <a:close/>
                  <a:moveTo>
                    <a:pt x="941599" y="656581"/>
                  </a:moveTo>
                  <a:lnTo>
                    <a:pt x="908480" y="672764"/>
                  </a:lnTo>
                  <a:lnTo>
                    <a:pt x="899515" y="683537"/>
                  </a:lnTo>
                  <a:close/>
                  <a:moveTo>
                    <a:pt x="908480" y="672764"/>
                  </a:moveTo>
                  <a:lnTo>
                    <a:pt x="941599" y="656581"/>
                  </a:lnTo>
                  <a:lnTo>
                    <a:pt x="926560" y="649756"/>
                  </a:lnTo>
                  <a:close/>
                  <a:moveTo>
                    <a:pt x="920273" y="656581"/>
                  </a:moveTo>
                  <a:lnTo>
                    <a:pt x="908480" y="672764"/>
                  </a:lnTo>
                  <a:lnTo>
                    <a:pt x="926560" y="649756"/>
                  </a:lnTo>
                  <a:close/>
                  <a:moveTo>
                    <a:pt x="941599" y="656581"/>
                  </a:moveTo>
                  <a:lnTo>
                    <a:pt x="1002376" y="697153"/>
                  </a:lnTo>
                  <a:lnTo>
                    <a:pt x="983328" y="649896"/>
                  </a:lnTo>
                  <a:close/>
                  <a:moveTo>
                    <a:pt x="983328" y="649896"/>
                  </a:moveTo>
                  <a:lnTo>
                    <a:pt x="993408" y="708118"/>
                  </a:lnTo>
                  <a:lnTo>
                    <a:pt x="995213" y="656581"/>
                  </a:lnTo>
                  <a:close/>
                  <a:moveTo>
                    <a:pt x="983328" y="649896"/>
                  </a:moveTo>
                  <a:lnTo>
                    <a:pt x="995213" y="656581"/>
                  </a:lnTo>
                  <a:lnTo>
                    <a:pt x="1026236" y="590252"/>
                  </a:lnTo>
                  <a:close/>
                  <a:moveTo>
                    <a:pt x="977481" y="591906"/>
                  </a:moveTo>
                  <a:lnTo>
                    <a:pt x="983328" y="649896"/>
                  </a:lnTo>
                  <a:lnTo>
                    <a:pt x="1026236" y="590252"/>
                  </a:lnTo>
                  <a:close/>
                  <a:moveTo>
                    <a:pt x="783174" y="384957"/>
                  </a:moveTo>
                  <a:lnTo>
                    <a:pt x="812290" y="426341"/>
                  </a:lnTo>
                  <a:lnTo>
                    <a:pt x="844107" y="436144"/>
                  </a:lnTo>
                  <a:close/>
                  <a:moveTo>
                    <a:pt x="783174" y="384957"/>
                  </a:moveTo>
                  <a:lnTo>
                    <a:pt x="780518" y="324372"/>
                  </a:lnTo>
                  <a:lnTo>
                    <a:pt x="776833" y="374804"/>
                  </a:lnTo>
                  <a:close/>
                  <a:moveTo>
                    <a:pt x="1037080" y="518693"/>
                  </a:moveTo>
                  <a:lnTo>
                    <a:pt x="984720" y="529414"/>
                  </a:lnTo>
                  <a:lnTo>
                    <a:pt x="971994" y="510050"/>
                  </a:lnTo>
                  <a:close/>
                  <a:moveTo>
                    <a:pt x="1008999" y="338829"/>
                  </a:moveTo>
                  <a:lnTo>
                    <a:pt x="1011140" y="326616"/>
                  </a:lnTo>
                  <a:lnTo>
                    <a:pt x="991888" y="314631"/>
                  </a:lnTo>
                  <a:close/>
                  <a:moveTo>
                    <a:pt x="1201264" y="202798"/>
                  </a:moveTo>
                  <a:lnTo>
                    <a:pt x="1181240" y="228754"/>
                  </a:lnTo>
                  <a:lnTo>
                    <a:pt x="1212025" y="208955"/>
                  </a:lnTo>
                  <a:close/>
                  <a:moveTo>
                    <a:pt x="1172610" y="226891"/>
                  </a:moveTo>
                  <a:lnTo>
                    <a:pt x="1201264" y="202798"/>
                  </a:lnTo>
                  <a:lnTo>
                    <a:pt x="1131827" y="218684"/>
                  </a:lnTo>
                  <a:close/>
                  <a:moveTo>
                    <a:pt x="1212025" y="208955"/>
                  </a:moveTo>
                  <a:lnTo>
                    <a:pt x="1181240" y="228754"/>
                  </a:lnTo>
                  <a:lnTo>
                    <a:pt x="1261449" y="219066"/>
                  </a:lnTo>
                  <a:close/>
                  <a:moveTo>
                    <a:pt x="1261449" y="219066"/>
                  </a:moveTo>
                  <a:lnTo>
                    <a:pt x="1291490" y="196483"/>
                  </a:lnTo>
                  <a:lnTo>
                    <a:pt x="1212025" y="208955"/>
                  </a:lnTo>
                  <a:close/>
                  <a:moveTo>
                    <a:pt x="1261449" y="219066"/>
                  </a:moveTo>
                  <a:lnTo>
                    <a:pt x="1312684" y="235950"/>
                  </a:lnTo>
                  <a:lnTo>
                    <a:pt x="1343279" y="215440"/>
                  </a:lnTo>
                  <a:close/>
                  <a:moveTo>
                    <a:pt x="1291490" y="196483"/>
                  </a:moveTo>
                  <a:lnTo>
                    <a:pt x="1261449" y="219066"/>
                  </a:lnTo>
                  <a:lnTo>
                    <a:pt x="1343279" y="215440"/>
                  </a:lnTo>
                  <a:close/>
                  <a:moveTo>
                    <a:pt x="1408057" y="156034"/>
                  </a:moveTo>
                  <a:lnTo>
                    <a:pt x="1343279" y="215440"/>
                  </a:lnTo>
                  <a:lnTo>
                    <a:pt x="1390525" y="217406"/>
                  </a:lnTo>
                  <a:close/>
                  <a:moveTo>
                    <a:pt x="1408057" y="156034"/>
                  </a:moveTo>
                  <a:lnTo>
                    <a:pt x="1435002" y="172111"/>
                  </a:lnTo>
                  <a:lnTo>
                    <a:pt x="1406888" y="143687"/>
                  </a:lnTo>
                  <a:close/>
                  <a:moveTo>
                    <a:pt x="1252236" y="24094"/>
                  </a:moveTo>
                  <a:lnTo>
                    <a:pt x="1277329" y="0"/>
                  </a:lnTo>
                  <a:lnTo>
                    <a:pt x="1244816" y="21977"/>
                  </a:lnTo>
                  <a:close/>
                  <a:moveTo>
                    <a:pt x="1444319" y="101794"/>
                  </a:moveTo>
                  <a:lnTo>
                    <a:pt x="1406888" y="143687"/>
                  </a:lnTo>
                  <a:lnTo>
                    <a:pt x="1443640" y="10642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27" name="Output_density__4326">
              <a:extLst>
                <a:ext uri="{FF2B5EF4-FFF2-40B4-BE49-F238E27FC236}">
                  <a16:creationId xmlns:a16="http://schemas.microsoft.com/office/drawing/2014/main" id="{4A24DDDE-DE84-121F-676D-61DFBDF94B2A}"/>
                </a:ext>
              </a:extLst>
            </p:cNvPr>
            <p:cNvSpPr>
              <a:spLocks noGrp="1"/>
            </p:cNvSpPr>
            <p:nvPr/>
          </p:nvSpPr>
          <p:spPr>
            <a:xfrm>
              <a:off x="14841547" y="2507174"/>
              <a:ext cx="1492034" cy="951227"/>
            </a:xfrm>
            <a:custGeom>
              <a:avLst/>
              <a:gdLst/>
              <a:ahLst/>
              <a:cxnLst/>
              <a:rect l="0" t="0" r="0" b="0"/>
              <a:pathLst>
                <a:path w="1492034" h="951227">
                  <a:moveTo>
                    <a:pt x="268441" y="936564"/>
                  </a:moveTo>
                  <a:lnTo>
                    <a:pt x="325257" y="914244"/>
                  </a:lnTo>
                  <a:lnTo>
                    <a:pt x="246290" y="918645"/>
                  </a:lnTo>
                  <a:close/>
                  <a:moveTo>
                    <a:pt x="246290" y="918645"/>
                  </a:moveTo>
                  <a:lnTo>
                    <a:pt x="325257" y="914244"/>
                  </a:lnTo>
                  <a:lnTo>
                    <a:pt x="327219" y="911651"/>
                  </a:lnTo>
                  <a:close/>
                  <a:moveTo>
                    <a:pt x="173874" y="822571"/>
                  </a:moveTo>
                  <a:lnTo>
                    <a:pt x="185650" y="763549"/>
                  </a:lnTo>
                  <a:lnTo>
                    <a:pt x="122872" y="781955"/>
                  </a:lnTo>
                  <a:close/>
                  <a:moveTo>
                    <a:pt x="122872" y="781955"/>
                  </a:moveTo>
                  <a:lnTo>
                    <a:pt x="185650" y="763549"/>
                  </a:lnTo>
                  <a:lnTo>
                    <a:pt x="154541" y="750288"/>
                  </a:lnTo>
                  <a:close/>
                  <a:moveTo>
                    <a:pt x="0" y="627345"/>
                  </a:moveTo>
                  <a:lnTo>
                    <a:pt x="40768" y="674265"/>
                  </a:lnTo>
                  <a:lnTo>
                    <a:pt x="51293" y="654788"/>
                  </a:lnTo>
                  <a:close/>
                  <a:moveTo>
                    <a:pt x="347415" y="852259"/>
                  </a:moveTo>
                  <a:lnTo>
                    <a:pt x="327219" y="911651"/>
                  </a:lnTo>
                  <a:lnTo>
                    <a:pt x="394821" y="854827"/>
                  </a:lnTo>
                  <a:close/>
                  <a:moveTo>
                    <a:pt x="394821" y="854827"/>
                  </a:moveTo>
                  <a:lnTo>
                    <a:pt x="370315" y="898103"/>
                  </a:lnTo>
                  <a:lnTo>
                    <a:pt x="446164" y="872111"/>
                  </a:lnTo>
                  <a:close/>
                  <a:moveTo>
                    <a:pt x="300958" y="745770"/>
                  </a:moveTo>
                  <a:lnTo>
                    <a:pt x="263035" y="809397"/>
                  </a:lnTo>
                  <a:lnTo>
                    <a:pt x="264471" y="800194"/>
                  </a:lnTo>
                  <a:close/>
                  <a:moveTo>
                    <a:pt x="463170" y="815345"/>
                  </a:moveTo>
                  <a:lnTo>
                    <a:pt x="446164" y="872111"/>
                  </a:lnTo>
                  <a:lnTo>
                    <a:pt x="507528" y="812746"/>
                  </a:lnTo>
                  <a:close/>
                  <a:moveTo>
                    <a:pt x="408610" y="821719"/>
                  </a:moveTo>
                  <a:lnTo>
                    <a:pt x="347415" y="852259"/>
                  </a:lnTo>
                  <a:lnTo>
                    <a:pt x="394821" y="854827"/>
                  </a:lnTo>
                  <a:close/>
                  <a:moveTo>
                    <a:pt x="408610" y="821719"/>
                  </a:moveTo>
                  <a:lnTo>
                    <a:pt x="355973" y="826530"/>
                  </a:lnTo>
                  <a:lnTo>
                    <a:pt x="347415" y="852259"/>
                  </a:lnTo>
                  <a:close/>
                  <a:moveTo>
                    <a:pt x="415747" y="798166"/>
                  </a:moveTo>
                  <a:lnTo>
                    <a:pt x="365492" y="761209"/>
                  </a:lnTo>
                  <a:lnTo>
                    <a:pt x="408610" y="821719"/>
                  </a:lnTo>
                  <a:close/>
                  <a:moveTo>
                    <a:pt x="463170" y="815345"/>
                  </a:moveTo>
                  <a:lnTo>
                    <a:pt x="394821" y="854827"/>
                  </a:lnTo>
                  <a:lnTo>
                    <a:pt x="446164" y="872111"/>
                  </a:lnTo>
                  <a:close/>
                  <a:moveTo>
                    <a:pt x="463170" y="815345"/>
                  </a:moveTo>
                  <a:lnTo>
                    <a:pt x="408610" y="821719"/>
                  </a:lnTo>
                  <a:lnTo>
                    <a:pt x="394821" y="854827"/>
                  </a:lnTo>
                  <a:close/>
                  <a:moveTo>
                    <a:pt x="408610" y="821719"/>
                  </a:moveTo>
                  <a:lnTo>
                    <a:pt x="463170" y="815345"/>
                  </a:lnTo>
                  <a:lnTo>
                    <a:pt x="415747" y="798166"/>
                  </a:lnTo>
                  <a:close/>
                  <a:moveTo>
                    <a:pt x="463170" y="815345"/>
                  </a:moveTo>
                  <a:lnTo>
                    <a:pt x="465195" y="808368"/>
                  </a:lnTo>
                  <a:lnTo>
                    <a:pt x="415747" y="798166"/>
                  </a:lnTo>
                  <a:close/>
                  <a:moveTo>
                    <a:pt x="463170" y="815345"/>
                  </a:moveTo>
                  <a:lnTo>
                    <a:pt x="507528" y="812746"/>
                  </a:lnTo>
                  <a:lnTo>
                    <a:pt x="465195" y="808368"/>
                  </a:lnTo>
                  <a:close/>
                  <a:moveTo>
                    <a:pt x="482109" y="737205"/>
                  </a:moveTo>
                  <a:lnTo>
                    <a:pt x="465195" y="808368"/>
                  </a:lnTo>
                  <a:lnTo>
                    <a:pt x="513957" y="812038"/>
                  </a:lnTo>
                  <a:close/>
                  <a:moveTo>
                    <a:pt x="521781" y="742935"/>
                  </a:moveTo>
                  <a:lnTo>
                    <a:pt x="482109" y="737205"/>
                  </a:lnTo>
                  <a:lnTo>
                    <a:pt x="513957" y="812038"/>
                  </a:lnTo>
                  <a:close/>
                  <a:moveTo>
                    <a:pt x="482109" y="737205"/>
                  </a:moveTo>
                  <a:lnTo>
                    <a:pt x="415747" y="798166"/>
                  </a:lnTo>
                  <a:lnTo>
                    <a:pt x="465195" y="808368"/>
                  </a:lnTo>
                  <a:close/>
                  <a:moveTo>
                    <a:pt x="482109" y="737205"/>
                  </a:moveTo>
                  <a:lnTo>
                    <a:pt x="521781" y="742935"/>
                  </a:lnTo>
                  <a:lnTo>
                    <a:pt x="482053" y="736495"/>
                  </a:lnTo>
                  <a:close/>
                  <a:moveTo>
                    <a:pt x="291809" y="479433"/>
                  </a:moveTo>
                  <a:lnTo>
                    <a:pt x="303265" y="492923"/>
                  </a:lnTo>
                  <a:lnTo>
                    <a:pt x="330187" y="518048"/>
                  </a:lnTo>
                  <a:close/>
                  <a:moveTo>
                    <a:pt x="436883" y="685579"/>
                  </a:moveTo>
                  <a:lnTo>
                    <a:pt x="485039" y="672079"/>
                  </a:lnTo>
                  <a:lnTo>
                    <a:pt x="485744" y="615394"/>
                  </a:lnTo>
                  <a:close/>
                  <a:moveTo>
                    <a:pt x="415382" y="661901"/>
                  </a:moveTo>
                  <a:lnTo>
                    <a:pt x="436883" y="685579"/>
                  </a:lnTo>
                  <a:lnTo>
                    <a:pt x="485744" y="615394"/>
                  </a:lnTo>
                  <a:close/>
                  <a:moveTo>
                    <a:pt x="529004" y="674319"/>
                  </a:moveTo>
                  <a:lnTo>
                    <a:pt x="482053" y="736495"/>
                  </a:lnTo>
                  <a:lnTo>
                    <a:pt x="524945" y="722187"/>
                  </a:lnTo>
                  <a:close/>
                  <a:moveTo>
                    <a:pt x="529004" y="674319"/>
                  </a:moveTo>
                  <a:lnTo>
                    <a:pt x="485039" y="672079"/>
                  </a:lnTo>
                  <a:lnTo>
                    <a:pt x="482053" y="736495"/>
                  </a:lnTo>
                  <a:close/>
                  <a:moveTo>
                    <a:pt x="529004" y="674319"/>
                  </a:moveTo>
                  <a:lnTo>
                    <a:pt x="502917" y="639829"/>
                  </a:lnTo>
                  <a:lnTo>
                    <a:pt x="485039" y="672079"/>
                  </a:lnTo>
                  <a:close/>
                  <a:moveTo>
                    <a:pt x="330187" y="518048"/>
                  </a:moveTo>
                  <a:lnTo>
                    <a:pt x="343832" y="530969"/>
                  </a:lnTo>
                  <a:lnTo>
                    <a:pt x="358235" y="510976"/>
                  </a:lnTo>
                  <a:close/>
                  <a:moveTo>
                    <a:pt x="781264" y="919168"/>
                  </a:moveTo>
                  <a:lnTo>
                    <a:pt x="785291" y="931606"/>
                  </a:lnTo>
                  <a:lnTo>
                    <a:pt x="809164" y="951227"/>
                  </a:lnTo>
                  <a:close/>
                  <a:moveTo>
                    <a:pt x="803280" y="895074"/>
                  </a:moveTo>
                  <a:lnTo>
                    <a:pt x="809164" y="951227"/>
                  </a:lnTo>
                  <a:lnTo>
                    <a:pt x="841913" y="938769"/>
                  </a:lnTo>
                  <a:close/>
                  <a:moveTo>
                    <a:pt x="414509" y="440466"/>
                  </a:moveTo>
                  <a:lnTo>
                    <a:pt x="431531" y="489370"/>
                  </a:lnTo>
                  <a:lnTo>
                    <a:pt x="455681" y="444976"/>
                  </a:lnTo>
                  <a:close/>
                  <a:moveTo>
                    <a:pt x="733768" y="684539"/>
                  </a:moveTo>
                  <a:lnTo>
                    <a:pt x="742797" y="688927"/>
                  </a:lnTo>
                  <a:lnTo>
                    <a:pt x="818378" y="715876"/>
                  </a:lnTo>
                  <a:close/>
                  <a:moveTo>
                    <a:pt x="818378" y="715876"/>
                  </a:moveTo>
                  <a:lnTo>
                    <a:pt x="829920" y="644351"/>
                  </a:lnTo>
                  <a:lnTo>
                    <a:pt x="807208" y="716370"/>
                  </a:lnTo>
                  <a:close/>
                  <a:moveTo>
                    <a:pt x="807208" y="716370"/>
                  </a:moveTo>
                  <a:lnTo>
                    <a:pt x="829920" y="644351"/>
                  </a:lnTo>
                  <a:lnTo>
                    <a:pt x="822785" y="640740"/>
                  </a:lnTo>
                  <a:close/>
                  <a:moveTo>
                    <a:pt x="829920" y="644351"/>
                  </a:moveTo>
                  <a:lnTo>
                    <a:pt x="818378" y="715876"/>
                  </a:lnTo>
                  <a:lnTo>
                    <a:pt x="841755" y="640740"/>
                  </a:lnTo>
                  <a:close/>
                  <a:moveTo>
                    <a:pt x="829920" y="644351"/>
                  </a:moveTo>
                  <a:lnTo>
                    <a:pt x="841755" y="640740"/>
                  </a:lnTo>
                  <a:lnTo>
                    <a:pt x="832566" y="634025"/>
                  </a:lnTo>
                  <a:close/>
                  <a:moveTo>
                    <a:pt x="822785" y="640740"/>
                  </a:moveTo>
                  <a:lnTo>
                    <a:pt x="829920" y="644351"/>
                  </a:lnTo>
                  <a:lnTo>
                    <a:pt x="832566" y="634025"/>
                  </a:lnTo>
                  <a:close/>
                  <a:moveTo>
                    <a:pt x="1024096" y="788664"/>
                  </a:moveTo>
                  <a:lnTo>
                    <a:pt x="967328" y="788525"/>
                  </a:lnTo>
                  <a:lnTo>
                    <a:pt x="982367" y="795350"/>
                  </a:lnTo>
                  <a:close/>
                  <a:moveTo>
                    <a:pt x="969732" y="732137"/>
                  </a:moveTo>
                  <a:lnTo>
                    <a:pt x="967328" y="788525"/>
                  </a:lnTo>
                  <a:lnTo>
                    <a:pt x="1024096" y="788664"/>
                  </a:lnTo>
                  <a:close/>
                  <a:moveTo>
                    <a:pt x="1018250" y="730675"/>
                  </a:moveTo>
                  <a:lnTo>
                    <a:pt x="969732" y="732137"/>
                  </a:lnTo>
                  <a:lnTo>
                    <a:pt x="1024096" y="788664"/>
                  </a:lnTo>
                  <a:close/>
                  <a:moveTo>
                    <a:pt x="1018250" y="730675"/>
                  </a:moveTo>
                  <a:lnTo>
                    <a:pt x="1021842" y="682764"/>
                  </a:lnTo>
                  <a:lnTo>
                    <a:pt x="969732" y="732137"/>
                  </a:lnTo>
                  <a:close/>
                  <a:moveTo>
                    <a:pt x="841755" y="640740"/>
                  </a:moveTo>
                  <a:lnTo>
                    <a:pt x="867805" y="692277"/>
                  </a:lnTo>
                  <a:lnTo>
                    <a:pt x="907258" y="682202"/>
                  </a:lnTo>
                  <a:close/>
                  <a:moveTo>
                    <a:pt x="884875" y="574913"/>
                  </a:moveTo>
                  <a:lnTo>
                    <a:pt x="853058" y="565109"/>
                  </a:lnTo>
                  <a:lnTo>
                    <a:pt x="832566" y="634025"/>
                  </a:lnTo>
                  <a:close/>
                  <a:moveTo>
                    <a:pt x="880165" y="516000"/>
                  </a:moveTo>
                  <a:lnTo>
                    <a:pt x="821287" y="463141"/>
                  </a:lnTo>
                  <a:lnTo>
                    <a:pt x="823942" y="523726"/>
                  </a:lnTo>
                  <a:close/>
                  <a:moveTo>
                    <a:pt x="821287" y="463141"/>
                  </a:moveTo>
                  <a:lnTo>
                    <a:pt x="813677" y="462036"/>
                  </a:lnTo>
                  <a:lnTo>
                    <a:pt x="817601" y="513573"/>
                  </a:lnTo>
                  <a:close/>
                  <a:moveTo>
                    <a:pt x="1005420" y="703123"/>
                  </a:moveTo>
                  <a:lnTo>
                    <a:pt x="1021842" y="682764"/>
                  </a:lnTo>
                  <a:lnTo>
                    <a:pt x="1039201" y="713642"/>
                  </a:lnTo>
                  <a:close/>
                  <a:moveTo>
                    <a:pt x="1021842" y="682764"/>
                  </a:moveTo>
                  <a:lnTo>
                    <a:pt x="1025488" y="668183"/>
                  </a:lnTo>
                  <a:lnTo>
                    <a:pt x="1039201" y="713642"/>
                  </a:lnTo>
                  <a:close/>
                  <a:moveTo>
                    <a:pt x="1034112" y="592552"/>
                  </a:moveTo>
                  <a:lnTo>
                    <a:pt x="1022230" y="616646"/>
                  </a:lnTo>
                  <a:lnTo>
                    <a:pt x="1077848" y="657462"/>
                  </a:lnTo>
                  <a:close/>
                  <a:moveTo>
                    <a:pt x="1012763" y="648819"/>
                  </a:moveTo>
                  <a:lnTo>
                    <a:pt x="1034055" y="593528"/>
                  </a:lnTo>
                  <a:lnTo>
                    <a:pt x="1077848" y="657462"/>
                  </a:lnTo>
                  <a:close/>
                  <a:moveTo>
                    <a:pt x="944191" y="501930"/>
                  </a:moveTo>
                  <a:lnTo>
                    <a:pt x="997305" y="496731"/>
                  </a:lnTo>
                  <a:lnTo>
                    <a:pt x="952504" y="463298"/>
                  </a:lnTo>
                  <a:close/>
                  <a:moveTo>
                    <a:pt x="997305" y="496731"/>
                  </a:moveTo>
                  <a:lnTo>
                    <a:pt x="1002716" y="476358"/>
                  </a:lnTo>
                  <a:lnTo>
                    <a:pt x="952504" y="463298"/>
                  </a:lnTo>
                  <a:close/>
                  <a:moveTo>
                    <a:pt x="900260" y="442643"/>
                  </a:moveTo>
                  <a:lnTo>
                    <a:pt x="974044" y="413848"/>
                  </a:lnTo>
                  <a:lnTo>
                    <a:pt x="901471" y="435935"/>
                  </a:lnTo>
                  <a:close/>
                  <a:moveTo>
                    <a:pt x="975691" y="415092"/>
                  </a:moveTo>
                  <a:lnTo>
                    <a:pt x="974044" y="413848"/>
                  </a:lnTo>
                  <a:lnTo>
                    <a:pt x="900260" y="442643"/>
                  </a:lnTo>
                  <a:close/>
                  <a:moveTo>
                    <a:pt x="952504" y="463298"/>
                  </a:moveTo>
                  <a:lnTo>
                    <a:pt x="975691" y="415092"/>
                  </a:lnTo>
                  <a:lnTo>
                    <a:pt x="900260" y="442643"/>
                  </a:lnTo>
                  <a:close/>
                  <a:moveTo>
                    <a:pt x="952504" y="463298"/>
                  </a:moveTo>
                  <a:lnTo>
                    <a:pt x="1002716" y="476358"/>
                  </a:lnTo>
                  <a:lnTo>
                    <a:pt x="1032657" y="453400"/>
                  </a:lnTo>
                  <a:close/>
                  <a:moveTo>
                    <a:pt x="975691" y="415092"/>
                  </a:moveTo>
                  <a:lnTo>
                    <a:pt x="952504" y="463298"/>
                  </a:lnTo>
                  <a:lnTo>
                    <a:pt x="1032657" y="453400"/>
                  </a:lnTo>
                  <a:close/>
                  <a:moveTo>
                    <a:pt x="1032657" y="453400"/>
                  </a:moveTo>
                  <a:lnTo>
                    <a:pt x="1051908" y="465385"/>
                  </a:lnTo>
                  <a:lnTo>
                    <a:pt x="1043202" y="459418"/>
                  </a:lnTo>
                  <a:close/>
                  <a:moveTo>
                    <a:pt x="1155768" y="365660"/>
                  </a:moveTo>
                  <a:lnTo>
                    <a:pt x="1168629" y="370670"/>
                  </a:lnTo>
                  <a:lnTo>
                    <a:pt x="1172595" y="357452"/>
                  </a:lnTo>
                  <a:close/>
                  <a:moveTo>
                    <a:pt x="1242032" y="341566"/>
                  </a:moveTo>
                  <a:lnTo>
                    <a:pt x="1195908" y="309717"/>
                  </a:lnTo>
                  <a:lnTo>
                    <a:pt x="1172595" y="357452"/>
                  </a:lnTo>
                  <a:close/>
                  <a:moveTo>
                    <a:pt x="1448825" y="294803"/>
                  </a:moveTo>
                  <a:lnTo>
                    <a:pt x="1403122" y="293977"/>
                  </a:lnTo>
                  <a:lnTo>
                    <a:pt x="1384048" y="354209"/>
                  </a:lnTo>
                  <a:close/>
                  <a:moveTo>
                    <a:pt x="1448825" y="294803"/>
                  </a:moveTo>
                  <a:lnTo>
                    <a:pt x="1447657" y="282456"/>
                  </a:lnTo>
                  <a:lnTo>
                    <a:pt x="1403139" y="290691"/>
                  </a:lnTo>
                  <a:close/>
                  <a:moveTo>
                    <a:pt x="1254079" y="150953"/>
                  </a:moveTo>
                  <a:lnTo>
                    <a:pt x="1287314" y="167215"/>
                  </a:lnTo>
                  <a:lnTo>
                    <a:pt x="1278107" y="162863"/>
                  </a:lnTo>
                  <a:close/>
                  <a:moveTo>
                    <a:pt x="1293004" y="162863"/>
                  </a:moveTo>
                  <a:lnTo>
                    <a:pt x="1376022" y="189302"/>
                  </a:lnTo>
                  <a:lnTo>
                    <a:pt x="1318097" y="138769"/>
                  </a:lnTo>
                  <a:close/>
                  <a:moveTo>
                    <a:pt x="1293004" y="162863"/>
                  </a:moveTo>
                  <a:lnTo>
                    <a:pt x="1287314" y="167215"/>
                  </a:lnTo>
                  <a:lnTo>
                    <a:pt x="1319375" y="198594"/>
                  </a:lnTo>
                  <a:close/>
                  <a:moveTo>
                    <a:pt x="1261762" y="111459"/>
                  </a:moveTo>
                  <a:lnTo>
                    <a:pt x="1278107" y="162863"/>
                  </a:lnTo>
                  <a:lnTo>
                    <a:pt x="1285584" y="160746"/>
                  </a:lnTo>
                  <a:close/>
                  <a:moveTo>
                    <a:pt x="1318097" y="138769"/>
                  </a:moveTo>
                  <a:lnTo>
                    <a:pt x="1315029" y="135936"/>
                  </a:lnTo>
                  <a:lnTo>
                    <a:pt x="1285584" y="160746"/>
                  </a:lnTo>
                  <a:close/>
                  <a:moveTo>
                    <a:pt x="1444631" y="235470"/>
                  </a:moveTo>
                  <a:lnTo>
                    <a:pt x="1403139" y="290691"/>
                  </a:lnTo>
                  <a:lnTo>
                    <a:pt x="1447657" y="282456"/>
                  </a:lnTo>
                  <a:close/>
                  <a:moveTo>
                    <a:pt x="1485087" y="240563"/>
                  </a:moveTo>
                  <a:lnTo>
                    <a:pt x="1444631" y="235470"/>
                  </a:lnTo>
                  <a:lnTo>
                    <a:pt x="1447657" y="282456"/>
                  </a:lnTo>
                  <a:close/>
                  <a:moveTo>
                    <a:pt x="1444631" y="235470"/>
                  </a:moveTo>
                  <a:lnTo>
                    <a:pt x="1485087" y="240563"/>
                  </a:lnTo>
                  <a:lnTo>
                    <a:pt x="1492034" y="172172"/>
                  </a:lnTo>
                  <a:close/>
                  <a:moveTo>
                    <a:pt x="1444631" y="235470"/>
                  </a:moveTo>
                  <a:lnTo>
                    <a:pt x="1492034" y="172172"/>
                  </a:lnTo>
                  <a:lnTo>
                    <a:pt x="1446095" y="171537"/>
                  </a:lnTo>
                  <a:close/>
                  <a:moveTo>
                    <a:pt x="1492034" y="172172"/>
                  </a:moveTo>
                  <a:lnTo>
                    <a:pt x="1486010" y="116279"/>
                  </a:lnTo>
                  <a:lnTo>
                    <a:pt x="1447460" y="146821"/>
                  </a:lnTo>
                  <a:close/>
                  <a:moveTo>
                    <a:pt x="1389501" y="54079"/>
                  </a:moveTo>
                  <a:lnTo>
                    <a:pt x="1429688" y="59390"/>
                  </a:lnTo>
                  <a:lnTo>
                    <a:pt x="1425564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28" name="Output_density__4327">
              <a:extLst>
                <a:ext uri="{FF2B5EF4-FFF2-40B4-BE49-F238E27FC236}">
                  <a16:creationId xmlns:a16="http://schemas.microsoft.com/office/drawing/2014/main" id="{5D5E7C64-378F-31C5-15AA-E2DF048A341D}"/>
                </a:ext>
              </a:extLst>
            </p:cNvPr>
            <p:cNvSpPr>
              <a:spLocks noGrp="1"/>
            </p:cNvSpPr>
            <p:nvPr/>
          </p:nvSpPr>
          <p:spPr>
            <a:xfrm>
              <a:off x="14820481" y="2446155"/>
              <a:ext cx="1513101" cy="1012247"/>
            </a:xfrm>
            <a:custGeom>
              <a:avLst/>
              <a:gdLst/>
              <a:ahLst/>
              <a:cxnLst/>
              <a:rect l="0" t="0" r="0" b="0"/>
              <a:pathLst>
                <a:path w="1513101" h="1012247">
                  <a:moveTo>
                    <a:pt x="267356" y="979664"/>
                  </a:moveTo>
                  <a:lnTo>
                    <a:pt x="348286" y="972670"/>
                  </a:lnTo>
                  <a:lnTo>
                    <a:pt x="288166" y="922572"/>
                  </a:lnTo>
                  <a:close/>
                  <a:moveTo>
                    <a:pt x="206716" y="824568"/>
                  </a:moveTo>
                  <a:lnTo>
                    <a:pt x="194940" y="883590"/>
                  </a:lnTo>
                  <a:lnTo>
                    <a:pt x="264609" y="878227"/>
                  </a:lnTo>
                  <a:close/>
                  <a:moveTo>
                    <a:pt x="40955" y="664270"/>
                  </a:moveTo>
                  <a:lnTo>
                    <a:pt x="21066" y="688364"/>
                  </a:lnTo>
                  <a:lnTo>
                    <a:pt x="72359" y="715807"/>
                  </a:lnTo>
                  <a:close/>
                  <a:moveTo>
                    <a:pt x="40955" y="664270"/>
                  </a:moveTo>
                  <a:lnTo>
                    <a:pt x="0" y="636828"/>
                  </a:lnTo>
                  <a:lnTo>
                    <a:pt x="21066" y="688364"/>
                  </a:lnTo>
                  <a:close/>
                  <a:moveTo>
                    <a:pt x="368481" y="913278"/>
                  </a:moveTo>
                  <a:lnTo>
                    <a:pt x="334234" y="897859"/>
                  </a:lnTo>
                  <a:lnTo>
                    <a:pt x="288166" y="922572"/>
                  </a:lnTo>
                  <a:close/>
                  <a:moveTo>
                    <a:pt x="348286" y="972670"/>
                  </a:moveTo>
                  <a:lnTo>
                    <a:pt x="368481" y="913278"/>
                  </a:lnTo>
                  <a:lnTo>
                    <a:pt x="288166" y="922572"/>
                  </a:lnTo>
                  <a:close/>
                  <a:moveTo>
                    <a:pt x="206435" y="656769"/>
                  </a:moveTo>
                  <a:lnTo>
                    <a:pt x="191072" y="649058"/>
                  </a:lnTo>
                  <a:lnTo>
                    <a:pt x="159425" y="640176"/>
                  </a:lnTo>
                  <a:close/>
                  <a:moveTo>
                    <a:pt x="291831" y="667868"/>
                  </a:moveTo>
                  <a:lnTo>
                    <a:pt x="236954" y="640176"/>
                  </a:lnTo>
                  <a:lnTo>
                    <a:pt x="240534" y="649361"/>
                  </a:lnTo>
                  <a:close/>
                  <a:moveTo>
                    <a:pt x="240534" y="649361"/>
                  </a:moveTo>
                  <a:lnTo>
                    <a:pt x="236954" y="640176"/>
                  </a:lnTo>
                  <a:lnTo>
                    <a:pt x="206435" y="656769"/>
                  </a:lnTo>
                  <a:close/>
                  <a:moveTo>
                    <a:pt x="291831" y="667868"/>
                  </a:moveTo>
                  <a:lnTo>
                    <a:pt x="240534" y="649361"/>
                  </a:lnTo>
                  <a:lnTo>
                    <a:pt x="290337" y="667619"/>
                  </a:lnTo>
                  <a:close/>
                  <a:moveTo>
                    <a:pt x="535023" y="873057"/>
                  </a:moveTo>
                  <a:lnTo>
                    <a:pt x="486262" y="869387"/>
                  </a:lnTo>
                  <a:lnTo>
                    <a:pt x="528595" y="873765"/>
                  </a:lnTo>
                  <a:close/>
                  <a:moveTo>
                    <a:pt x="503119" y="797515"/>
                  </a:moveTo>
                  <a:lnTo>
                    <a:pt x="457949" y="746598"/>
                  </a:lnTo>
                  <a:lnTo>
                    <a:pt x="503175" y="798224"/>
                  </a:lnTo>
                  <a:close/>
                  <a:moveTo>
                    <a:pt x="436448" y="722921"/>
                  </a:moveTo>
                  <a:lnTo>
                    <a:pt x="398383" y="695062"/>
                  </a:lnTo>
                  <a:lnTo>
                    <a:pt x="437314" y="751043"/>
                  </a:lnTo>
                  <a:close/>
                  <a:moveTo>
                    <a:pt x="351253" y="579067"/>
                  </a:moveTo>
                  <a:lnTo>
                    <a:pt x="324331" y="553942"/>
                  </a:lnTo>
                  <a:lnTo>
                    <a:pt x="364899" y="591988"/>
                  </a:lnTo>
                  <a:close/>
                  <a:moveTo>
                    <a:pt x="506106" y="733098"/>
                  </a:moveTo>
                  <a:lnTo>
                    <a:pt x="457949" y="746598"/>
                  </a:lnTo>
                  <a:lnTo>
                    <a:pt x="503119" y="797515"/>
                  </a:lnTo>
                  <a:close/>
                  <a:moveTo>
                    <a:pt x="364899" y="591988"/>
                  </a:moveTo>
                  <a:lnTo>
                    <a:pt x="363615" y="625284"/>
                  </a:lnTo>
                  <a:lnTo>
                    <a:pt x="379302" y="571995"/>
                  </a:lnTo>
                  <a:close/>
                  <a:moveTo>
                    <a:pt x="824346" y="956093"/>
                  </a:moveTo>
                  <a:lnTo>
                    <a:pt x="802330" y="980187"/>
                  </a:lnTo>
                  <a:lnTo>
                    <a:pt x="830231" y="1012247"/>
                  </a:lnTo>
                  <a:close/>
                  <a:moveTo>
                    <a:pt x="797642" y="928650"/>
                  </a:moveTo>
                  <a:lnTo>
                    <a:pt x="802330" y="980187"/>
                  </a:lnTo>
                  <a:lnTo>
                    <a:pt x="824346" y="956093"/>
                  </a:lnTo>
                  <a:close/>
                  <a:moveTo>
                    <a:pt x="797642" y="928650"/>
                  </a:moveTo>
                  <a:lnTo>
                    <a:pt x="824346" y="956093"/>
                  </a:lnTo>
                  <a:lnTo>
                    <a:pt x="791422" y="904556"/>
                  </a:lnTo>
                  <a:close/>
                  <a:moveTo>
                    <a:pt x="375762" y="512130"/>
                  </a:moveTo>
                  <a:lnTo>
                    <a:pt x="435575" y="501485"/>
                  </a:lnTo>
                  <a:lnTo>
                    <a:pt x="412026" y="457887"/>
                  </a:lnTo>
                  <a:close/>
                  <a:moveTo>
                    <a:pt x="375762" y="512130"/>
                  </a:moveTo>
                  <a:lnTo>
                    <a:pt x="412026" y="457887"/>
                  </a:lnTo>
                  <a:lnTo>
                    <a:pt x="374047" y="450781"/>
                  </a:lnTo>
                  <a:close/>
                  <a:moveTo>
                    <a:pt x="435575" y="501485"/>
                  </a:moveTo>
                  <a:lnTo>
                    <a:pt x="476747" y="505995"/>
                  </a:lnTo>
                  <a:lnTo>
                    <a:pt x="451037" y="464155"/>
                  </a:lnTo>
                  <a:close/>
                  <a:moveTo>
                    <a:pt x="435575" y="501485"/>
                  </a:moveTo>
                  <a:lnTo>
                    <a:pt x="451037" y="464155"/>
                  </a:lnTo>
                  <a:lnTo>
                    <a:pt x="412026" y="457887"/>
                  </a:lnTo>
                  <a:close/>
                  <a:moveTo>
                    <a:pt x="374047" y="450781"/>
                  </a:moveTo>
                  <a:lnTo>
                    <a:pt x="412026" y="457887"/>
                  </a:lnTo>
                  <a:lnTo>
                    <a:pt x="400049" y="404882"/>
                  </a:lnTo>
                  <a:close/>
                  <a:moveTo>
                    <a:pt x="374047" y="450781"/>
                  </a:moveTo>
                  <a:lnTo>
                    <a:pt x="400049" y="404882"/>
                  </a:lnTo>
                  <a:lnTo>
                    <a:pt x="364265" y="395991"/>
                  </a:lnTo>
                  <a:close/>
                  <a:moveTo>
                    <a:pt x="763863" y="749947"/>
                  </a:moveTo>
                  <a:lnTo>
                    <a:pt x="770725" y="801483"/>
                  </a:lnTo>
                  <a:lnTo>
                    <a:pt x="839444" y="776895"/>
                  </a:lnTo>
                  <a:close/>
                  <a:moveTo>
                    <a:pt x="839444" y="776895"/>
                  </a:moveTo>
                  <a:lnTo>
                    <a:pt x="770725" y="801483"/>
                  </a:lnTo>
                  <a:lnTo>
                    <a:pt x="839309" y="777607"/>
                  </a:lnTo>
                  <a:close/>
                  <a:moveTo>
                    <a:pt x="839444" y="776895"/>
                  </a:moveTo>
                  <a:lnTo>
                    <a:pt x="839309" y="777607"/>
                  </a:lnTo>
                  <a:lnTo>
                    <a:pt x="840628" y="777390"/>
                  </a:lnTo>
                  <a:close/>
                  <a:moveTo>
                    <a:pt x="615493" y="519707"/>
                  </a:moveTo>
                  <a:lnTo>
                    <a:pt x="596165" y="526243"/>
                  </a:lnTo>
                  <a:lnTo>
                    <a:pt x="615137" y="532194"/>
                  </a:lnTo>
                  <a:close/>
                  <a:moveTo>
                    <a:pt x="862822" y="701759"/>
                  </a:moveTo>
                  <a:lnTo>
                    <a:pt x="839444" y="776895"/>
                  </a:lnTo>
                  <a:lnTo>
                    <a:pt x="840628" y="777390"/>
                  </a:lnTo>
                  <a:close/>
                  <a:moveTo>
                    <a:pt x="862822" y="701759"/>
                  </a:moveTo>
                  <a:lnTo>
                    <a:pt x="840628" y="777390"/>
                  </a:lnTo>
                  <a:lnTo>
                    <a:pt x="888871" y="753296"/>
                  </a:lnTo>
                  <a:close/>
                  <a:moveTo>
                    <a:pt x="928325" y="743221"/>
                  </a:moveTo>
                  <a:lnTo>
                    <a:pt x="990798" y="793156"/>
                  </a:lnTo>
                  <a:lnTo>
                    <a:pt x="939588" y="753296"/>
                  </a:lnTo>
                  <a:close/>
                  <a:moveTo>
                    <a:pt x="990798" y="793156"/>
                  </a:moveTo>
                  <a:lnTo>
                    <a:pt x="1042908" y="743783"/>
                  </a:lnTo>
                  <a:lnTo>
                    <a:pt x="973129" y="753296"/>
                  </a:lnTo>
                  <a:close/>
                  <a:moveTo>
                    <a:pt x="917487" y="689289"/>
                  </a:moveTo>
                  <a:lnTo>
                    <a:pt x="862822" y="701759"/>
                  </a:lnTo>
                  <a:lnTo>
                    <a:pt x="928325" y="743221"/>
                  </a:lnTo>
                  <a:close/>
                  <a:moveTo>
                    <a:pt x="928325" y="743221"/>
                  </a:moveTo>
                  <a:lnTo>
                    <a:pt x="939588" y="753296"/>
                  </a:lnTo>
                  <a:lnTo>
                    <a:pt x="964882" y="688740"/>
                  </a:lnTo>
                  <a:close/>
                  <a:moveTo>
                    <a:pt x="917487" y="689289"/>
                  </a:moveTo>
                  <a:lnTo>
                    <a:pt x="928325" y="743221"/>
                  </a:lnTo>
                  <a:lnTo>
                    <a:pt x="964882" y="688740"/>
                  </a:lnTo>
                  <a:close/>
                  <a:moveTo>
                    <a:pt x="853633" y="695044"/>
                  </a:moveTo>
                  <a:lnTo>
                    <a:pt x="862822" y="701759"/>
                  </a:lnTo>
                  <a:lnTo>
                    <a:pt x="917487" y="689289"/>
                  </a:lnTo>
                  <a:close/>
                  <a:moveTo>
                    <a:pt x="917487" y="689289"/>
                  </a:moveTo>
                  <a:lnTo>
                    <a:pt x="905941" y="635932"/>
                  </a:lnTo>
                  <a:lnTo>
                    <a:pt x="853633" y="695044"/>
                  </a:lnTo>
                  <a:close/>
                  <a:moveTo>
                    <a:pt x="964882" y="688740"/>
                  </a:moveTo>
                  <a:lnTo>
                    <a:pt x="952411" y="626128"/>
                  </a:lnTo>
                  <a:lnTo>
                    <a:pt x="905941" y="635932"/>
                  </a:lnTo>
                  <a:close/>
                  <a:moveTo>
                    <a:pt x="964882" y="688740"/>
                  </a:moveTo>
                  <a:lnTo>
                    <a:pt x="905941" y="635932"/>
                  </a:lnTo>
                  <a:lnTo>
                    <a:pt x="917487" y="689289"/>
                  </a:lnTo>
                  <a:close/>
                  <a:moveTo>
                    <a:pt x="952411" y="626128"/>
                  </a:moveTo>
                  <a:lnTo>
                    <a:pt x="911382" y="574592"/>
                  </a:lnTo>
                  <a:lnTo>
                    <a:pt x="905941" y="635932"/>
                  </a:lnTo>
                  <a:close/>
                  <a:moveTo>
                    <a:pt x="911382" y="574592"/>
                  </a:moveTo>
                  <a:lnTo>
                    <a:pt x="901231" y="577019"/>
                  </a:lnTo>
                  <a:lnTo>
                    <a:pt x="905941" y="635932"/>
                  </a:lnTo>
                  <a:close/>
                  <a:moveTo>
                    <a:pt x="845009" y="584745"/>
                  </a:moveTo>
                  <a:lnTo>
                    <a:pt x="905941" y="635932"/>
                  </a:lnTo>
                  <a:lnTo>
                    <a:pt x="901231" y="577019"/>
                  </a:lnTo>
                  <a:close/>
                  <a:moveTo>
                    <a:pt x="903070" y="570306"/>
                  </a:moveTo>
                  <a:lnTo>
                    <a:pt x="845274" y="523055"/>
                  </a:lnTo>
                  <a:lnTo>
                    <a:pt x="901231" y="577019"/>
                  </a:lnTo>
                  <a:close/>
                  <a:moveTo>
                    <a:pt x="901231" y="577019"/>
                  </a:moveTo>
                  <a:lnTo>
                    <a:pt x="845274" y="523055"/>
                  </a:lnTo>
                  <a:lnTo>
                    <a:pt x="842353" y="524160"/>
                  </a:lnTo>
                  <a:close/>
                  <a:moveTo>
                    <a:pt x="903070" y="570306"/>
                  </a:moveTo>
                  <a:lnTo>
                    <a:pt x="901231" y="577019"/>
                  </a:lnTo>
                  <a:lnTo>
                    <a:pt x="911382" y="574592"/>
                  </a:lnTo>
                  <a:close/>
                  <a:moveTo>
                    <a:pt x="843280" y="521438"/>
                  </a:moveTo>
                  <a:lnTo>
                    <a:pt x="842353" y="524160"/>
                  </a:lnTo>
                  <a:lnTo>
                    <a:pt x="845274" y="523055"/>
                  </a:lnTo>
                  <a:close/>
                  <a:moveTo>
                    <a:pt x="834743" y="523055"/>
                  </a:moveTo>
                  <a:lnTo>
                    <a:pt x="842353" y="524160"/>
                  </a:lnTo>
                  <a:lnTo>
                    <a:pt x="843280" y="521438"/>
                  </a:lnTo>
                  <a:close/>
                  <a:moveTo>
                    <a:pt x="1032517" y="729202"/>
                  </a:moveTo>
                  <a:lnTo>
                    <a:pt x="1042908" y="743783"/>
                  </a:lnTo>
                  <a:lnTo>
                    <a:pt x="1052607" y="705108"/>
                  </a:lnTo>
                  <a:close/>
                  <a:moveTo>
                    <a:pt x="911382" y="574592"/>
                  </a:moveTo>
                  <a:lnTo>
                    <a:pt x="969924" y="621898"/>
                  </a:lnTo>
                  <a:lnTo>
                    <a:pt x="965258" y="562949"/>
                  </a:lnTo>
                  <a:close/>
                  <a:moveTo>
                    <a:pt x="911382" y="574592"/>
                  </a:moveTo>
                  <a:lnTo>
                    <a:pt x="952411" y="626128"/>
                  </a:lnTo>
                  <a:lnTo>
                    <a:pt x="969924" y="621898"/>
                  </a:lnTo>
                  <a:close/>
                  <a:moveTo>
                    <a:pt x="969924" y="621898"/>
                  </a:moveTo>
                  <a:lnTo>
                    <a:pt x="1018371" y="557751"/>
                  </a:lnTo>
                  <a:lnTo>
                    <a:pt x="965258" y="562949"/>
                  </a:lnTo>
                  <a:close/>
                  <a:moveTo>
                    <a:pt x="911382" y="574592"/>
                  </a:moveTo>
                  <a:lnTo>
                    <a:pt x="965258" y="562949"/>
                  </a:lnTo>
                  <a:lnTo>
                    <a:pt x="903070" y="570306"/>
                  </a:lnTo>
                  <a:close/>
                  <a:moveTo>
                    <a:pt x="903070" y="570306"/>
                  </a:moveTo>
                  <a:lnTo>
                    <a:pt x="965258" y="562949"/>
                  </a:lnTo>
                  <a:lnTo>
                    <a:pt x="973570" y="524317"/>
                  </a:lnTo>
                  <a:close/>
                  <a:moveTo>
                    <a:pt x="903070" y="570306"/>
                  </a:moveTo>
                  <a:lnTo>
                    <a:pt x="973570" y="524317"/>
                  </a:lnTo>
                  <a:lnTo>
                    <a:pt x="921326" y="503662"/>
                  </a:lnTo>
                  <a:close/>
                  <a:moveTo>
                    <a:pt x="834743" y="523055"/>
                  </a:moveTo>
                  <a:lnTo>
                    <a:pt x="843280" y="521438"/>
                  </a:lnTo>
                  <a:lnTo>
                    <a:pt x="865702" y="470368"/>
                  </a:lnTo>
                  <a:close/>
                  <a:moveTo>
                    <a:pt x="911977" y="498961"/>
                  </a:moveTo>
                  <a:lnTo>
                    <a:pt x="903070" y="570306"/>
                  </a:lnTo>
                  <a:lnTo>
                    <a:pt x="921326" y="503662"/>
                  </a:lnTo>
                  <a:close/>
                  <a:moveTo>
                    <a:pt x="911977" y="498961"/>
                  </a:moveTo>
                  <a:lnTo>
                    <a:pt x="845274" y="523055"/>
                  </a:lnTo>
                  <a:lnTo>
                    <a:pt x="903070" y="570306"/>
                  </a:lnTo>
                  <a:close/>
                  <a:moveTo>
                    <a:pt x="845274" y="523055"/>
                  </a:moveTo>
                  <a:lnTo>
                    <a:pt x="911977" y="498961"/>
                  </a:lnTo>
                  <a:lnTo>
                    <a:pt x="843280" y="521438"/>
                  </a:lnTo>
                  <a:close/>
                  <a:moveTo>
                    <a:pt x="911977" y="498961"/>
                  </a:moveTo>
                  <a:lnTo>
                    <a:pt x="865702" y="470368"/>
                  </a:lnTo>
                  <a:lnTo>
                    <a:pt x="843280" y="521438"/>
                  </a:lnTo>
                  <a:close/>
                  <a:moveTo>
                    <a:pt x="1088304" y="603934"/>
                  </a:moveTo>
                  <a:lnTo>
                    <a:pt x="1055178" y="653571"/>
                  </a:lnTo>
                  <a:lnTo>
                    <a:pt x="1118858" y="583269"/>
                  </a:lnTo>
                  <a:close/>
                  <a:moveTo>
                    <a:pt x="922538" y="496954"/>
                  </a:moveTo>
                  <a:lnTo>
                    <a:pt x="911977" y="498961"/>
                  </a:lnTo>
                  <a:lnTo>
                    <a:pt x="921326" y="503662"/>
                  </a:lnTo>
                  <a:close/>
                  <a:moveTo>
                    <a:pt x="903191" y="300956"/>
                  </a:moveTo>
                  <a:lnTo>
                    <a:pt x="820285" y="300565"/>
                  </a:lnTo>
                  <a:lnTo>
                    <a:pt x="856543" y="301228"/>
                  </a:lnTo>
                  <a:close/>
                  <a:moveTo>
                    <a:pt x="1216975" y="370736"/>
                  </a:moveTo>
                  <a:lnTo>
                    <a:pt x="1176835" y="426679"/>
                  </a:lnTo>
                  <a:lnTo>
                    <a:pt x="1193661" y="418472"/>
                  </a:lnTo>
                  <a:close/>
                  <a:moveTo>
                    <a:pt x="1340442" y="259613"/>
                  </a:moveTo>
                  <a:lnTo>
                    <a:pt x="1308381" y="228234"/>
                  </a:lnTo>
                  <a:lnTo>
                    <a:pt x="1275146" y="211972"/>
                  </a:lnTo>
                  <a:close/>
                  <a:moveTo>
                    <a:pt x="1340442" y="259613"/>
                  </a:moveTo>
                  <a:lnTo>
                    <a:pt x="1397088" y="250321"/>
                  </a:lnTo>
                  <a:lnTo>
                    <a:pt x="1314071" y="223882"/>
                  </a:lnTo>
                  <a:close/>
                  <a:moveTo>
                    <a:pt x="1275146" y="211972"/>
                  </a:moveTo>
                  <a:lnTo>
                    <a:pt x="1299174" y="223882"/>
                  </a:lnTo>
                  <a:lnTo>
                    <a:pt x="1282829" y="172478"/>
                  </a:lnTo>
                  <a:close/>
                  <a:moveTo>
                    <a:pt x="1282829" y="172478"/>
                  </a:moveTo>
                  <a:lnTo>
                    <a:pt x="1306650" y="221765"/>
                  </a:lnTo>
                  <a:lnTo>
                    <a:pt x="1336095" y="196955"/>
                  </a:lnTo>
                  <a:close/>
                  <a:moveTo>
                    <a:pt x="1465698" y="296489"/>
                  </a:moveTo>
                  <a:lnTo>
                    <a:pt x="1423236" y="293027"/>
                  </a:lnTo>
                  <a:lnTo>
                    <a:pt x="1424206" y="351710"/>
                  </a:lnTo>
                  <a:close/>
                  <a:moveTo>
                    <a:pt x="1465698" y="296489"/>
                  </a:moveTo>
                  <a:lnTo>
                    <a:pt x="1467162" y="232556"/>
                  </a:lnTo>
                  <a:lnTo>
                    <a:pt x="1423236" y="293027"/>
                  </a:lnTo>
                  <a:close/>
                  <a:moveTo>
                    <a:pt x="1397088" y="250321"/>
                  </a:moveTo>
                  <a:lnTo>
                    <a:pt x="1467162" y="232556"/>
                  </a:lnTo>
                  <a:lnTo>
                    <a:pt x="1468526" y="207840"/>
                  </a:lnTo>
                  <a:close/>
                  <a:moveTo>
                    <a:pt x="1467162" y="232556"/>
                  </a:moveTo>
                  <a:lnTo>
                    <a:pt x="1513101" y="233191"/>
                  </a:lnTo>
                  <a:lnTo>
                    <a:pt x="1468526" y="207840"/>
                  </a:lnTo>
                  <a:close/>
                  <a:moveTo>
                    <a:pt x="1355937" y="124158"/>
                  </a:moveTo>
                  <a:lnTo>
                    <a:pt x="1336095" y="196955"/>
                  </a:lnTo>
                  <a:lnTo>
                    <a:pt x="1339163" y="199788"/>
                  </a:lnTo>
                  <a:close/>
                  <a:moveTo>
                    <a:pt x="1466137" y="170647"/>
                  </a:moveTo>
                  <a:lnTo>
                    <a:pt x="1415366" y="183759"/>
                  </a:lnTo>
                  <a:lnTo>
                    <a:pt x="1468526" y="207840"/>
                  </a:lnTo>
                  <a:close/>
                  <a:moveTo>
                    <a:pt x="1415436" y="173883"/>
                  </a:moveTo>
                  <a:lnTo>
                    <a:pt x="1466137" y="170647"/>
                  </a:lnTo>
                  <a:lnTo>
                    <a:pt x="1450754" y="120410"/>
                  </a:lnTo>
                  <a:close/>
                  <a:moveTo>
                    <a:pt x="1415436" y="173883"/>
                  </a:moveTo>
                  <a:lnTo>
                    <a:pt x="1450754" y="120410"/>
                  </a:lnTo>
                  <a:lnTo>
                    <a:pt x="1410568" y="115098"/>
                  </a:lnTo>
                  <a:close/>
                  <a:moveTo>
                    <a:pt x="1506932" y="175463"/>
                  </a:moveTo>
                  <a:lnTo>
                    <a:pt x="1468526" y="207840"/>
                  </a:lnTo>
                  <a:lnTo>
                    <a:pt x="1507077" y="177298"/>
                  </a:lnTo>
                  <a:close/>
                  <a:moveTo>
                    <a:pt x="1506932" y="175463"/>
                  </a:moveTo>
                  <a:lnTo>
                    <a:pt x="1466137" y="170647"/>
                  </a:lnTo>
                  <a:lnTo>
                    <a:pt x="1468526" y="207840"/>
                  </a:lnTo>
                  <a:close/>
                  <a:moveTo>
                    <a:pt x="1466137" y="170647"/>
                  </a:moveTo>
                  <a:lnTo>
                    <a:pt x="1506932" y="175463"/>
                  </a:lnTo>
                  <a:lnTo>
                    <a:pt x="1450754" y="120410"/>
                  </a:lnTo>
                  <a:close/>
                  <a:moveTo>
                    <a:pt x="1410568" y="115098"/>
                  </a:moveTo>
                  <a:lnTo>
                    <a:pt x="1446630" y="61019"/>
                  </a:lnTo>
                  <a:lnTo>
                    <a:pt x="1402463" y="58944"/>
                  </a:lnTo>
                  <a:close/>
                  <a:moveTo>
                    <a:pt x="1402463" y="58944"/>
                  </a:moveTo>
                  <a:lnTo>
                    <a:pt x="1446630" y="61019"/>
                  </a:lnTo>
                  <a:lnTo>
                    <a:pt x="1444511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29" name="Output_density__4328">
              <a:extLst>
                <a:ext uri="{FF2B5EF4-FFF2-40B4-BE49-F238E27FC236}">
                  <a16:creationId xmlns:a16="http://schemas.microsoft.com/office/drawing/2014/main" id="{63DD6BFC-ADB1-AF19-D82B-67CCA699CE3A}"/>
                </a:ext>
              </a:extLst>
            </p:cNvPr>
            <p:cNvSpPr>
              <a:spLocks noGrp="1"/>
            </p:cNvSpPr>
            <p:nvPr/>
          </p:nvSpPr>
          <p:spPr>
            <a:xfrm>
              <a:off x="14833294" y="2406475"/>
              <a:ext cx="1379858" cy="985728"/>
            </a:xfrm>
            <a:custGeom>
              <a:avLst/>
              <a:gdLst/>
              <a:ahLst/>
              <a:cxnLst/>
              <a:rect l="0" t="0" r="0" b="0"/>
              <a:pathLst>
                <a:path w="1379858" h="985728">
                  <a:moveTo>
                    <a:pt x="197028" y="934191"/>
                  </a:moveTo>
                  <a:lnTo>
                    <a:pt x="274995" y="960914"/>
                  </a:lnTo>
                  <a:lnTo>
                    <a:pt x="251796" y="917908"/>
                  </a:lnTo>
                  <a:close/>
                  <a:moveTo>
                    <a:pt x="275051" y="961634"/>
                  </a:moveTo>
                  <a:lnTo>
                    <a:pt x="274995" y="960914"/>
                  </a:lnTo>
                  <a:lnTo>
                    <a:pt x="197028" y="934191"/>
                  </a:lnTo>
                  <a:close/>
                  <a:moveTo>
                    <a:pt x="228059" y="985728"/>
                  </a:moveTo>
                  <a:lnTo>
                    <a:pt x="275051" y="961634"/>
                  </a:lnTo>
                  <a:lnTo>
                    <a:pt x="197028" y="934191"/>
                  </a:lnTo>
                  <a:close/>
                  <a:moveTo>
                    <a:pt x="251796" y="917908"/>
                  </a:moveTo>
                  <a:lnTo>
                    <a:pt x="274995" y="960914"/>
                  </a:lnTo>
                  <a:lnTo>
                    <a:pt x="271288" y="910097"/>
                  </a:lnTo>
                  <a:close/>
                  <a:moveTo>
                    <a:pt x="2781" y="652415"/>
                  </a:moveTo>
                  <a:lnTo>
                    <a:pt x="0" y="656971"/>
                  </a:lnTo>
                  <a:lnTo>
                    <a:pt x="9442" y="666760"/>
                  </a:lnTo>
                  <a:close/>
                  <a:moveTo>
                    <a:pt x="3649" y="645101"/>
                  </a:moveTo>
                  <a:lnTo>
                    <a:pt x="0" y="656971"/>
                  </a:lnTo>
                  <a:lnTo>
                    <a:pt x="2781" y="652415"/>
                  </a:lnTo>
                  <a:close/>
                  <a:moveTo>
                    <a:pt x="275051" y="961634"/>
                  </a:moveTo>
                  <a:lnTo>
                    <a:pt x="275353" y="962252"/>
                  </a:lnTo>
                  <a:lnTo>
                    <a:pt x="275666" y="961245"/>
                  </a:lnTo>
                  <a:close/>
                  <a:moveTo>
                    <a:pt x="275051" y="961634"/>
                  </a:moveTo>
                  <a:lnTo>
                    <a:pt x="275666" y="961245"/>
                  </a:lnTo>
                  <a:lnTo>
                    <a:pt x="274995" y="960914"/>
                  </a:lnTo>
                  <a:close/>
                  <a:moveTo>
                    <a:pt x="2781" y="652415"/>
                  </a:moveTo>
                  <a:lnTo>
                    <a:pt x="9442" y="666760"/>
                  </a:lnTo>
                  <a:lnTo>
                    <a:pt x="10454" y="648471"/>
                  </a:lnTo>
                  <a:close/>
                  <a:moveTo>
                    <a:pt x="3649" y="645101"/>
                  </a:moveTo>
                  <a:lnTo>
                    <a:pt x="2781" y="652415"/>
                  </a:lnTo>
                  <a:lnTo>
                    <a:pt x="10454" y="648471"/>
                  </a:lnTo>
                  <a:close/>
                  <a:moveTo>
                    <a:pt x="3649" y="645101"/>
                  </a:moveTo>
                  <a:lnTo>
                    <a:pt x="10454" y="648471"/>
                  </a:lnTo>
                  <a:lnTo>
                    <a:pt x="8614" y="600878"/>
                  </a:lnTo>
                  <a:close/>
                  <a:moveTo>
                    <a:pt x="8614" y="600878"/>
                  </a:moveTo>
                  <a:lnTo>
                    <a:pt x="10454" y="648471"/>
                  </a:lnTo>
                  <a:lnTo>
                    <a:pt x="55420" y="628320"/>
                  </a:lnTo>
                  <a:close/>
                  <a:moveTo>
                    <a:pt x="8614" y="600878"/>
                  </a:moveTo>
                  <a:lnTo>
                    <a:pt x="55420" y="628320"/>
                  </a:lnTo>
                  <a:lnTo>
                    <a:pt x="53101" y="576783"/>
                  </a:lnTo>
                  <a:close/>
                  <a:moveTo>
                    <a:pt x="59738" y="545234"/>
                  </a:moveTo>
                  <a:lnTo>
                    <a:pt x="8614" y="600878"/>
                  </a:lnTo>
                  <a:lnTo>
                    <a:pt x="53101" y="576783"/>
                  </a:lnTo>
                  <a:close/>
                  <a:moveTo>
                    <a:pt x="59738" y="545234"/>
                  </a:moveTo>
                  <a:lnTo>
                    <a:pt x="27320" y="558928"/>
                  </a:lnTo>
                  <a:lnTo>
                    <a:pt x="8614" y="600878"/>
                  </a:lnTo>
                  <a:close/>
                  <a:moveTo>
                    <a:pt x="239924" y="676588"/>
                  </a:moveTo>
                  <a:lnTo>
                    <a:pt x="224141" y="679857"/>
                  </a:lnTo>
                  <a:lnTo>
                    <a:pt x="279018" y="707548"/>
                  </a:lnTo>
                  <a:close/>
                  <a:moveTo>
                    <a:pt x="279018" y="707548"/>
                  </a:moveTo>
                  <a:lnTo>
                    <a:pt x="322914" y="695598"/>
                  </a:lnTo>
                  <a:lnTo>
                    <a:pt x="305686" y="661108"/>
                  </a:lnTo>
                  <a:close/>
                  <a:moveTo>
                    <a:pt x="279018" y="707548"/>
                  </a:moveTo>
                  <a:lnTo>
                    <a:pt x="305686" y="661108"/>
                  </a:lnTo>
                  <a:lnTo>
                    <a:pt x="239924" y="676588"/>
                  </a:lnTo>
                  <a:close/>
                  <a:moveTo>
                    <a:pt x="53101" y="576783"/>
                  </a:moveTo>
                  <a:lnTo>
                    <a:pt x="83684" y="501433"/>
                  </a:lnTo>
                  <a:lnTo>
                    <a:pt x="59738" y="545234"/>
                  </a:lnTo>
                  <a:close/>
                  <a:moveTo>
                    <a:pt x="65443" y="525247"/>
                  </a:moveTo>
                  <a:lnTo>
                    <a:pt x="59738" y="545234"/>
                  </a:lnTo>
                  <a:lnTo>
                    <a:pt x="83684" y="501433"/>
                  </a:lnTo>
                  <a:close/>
                  <a:moveTo>
                    <a:pt x="83980" y="500972"/>
                  </a:moveTo>
                  <a:lnTo>
                    <a:pt x="65443" y="525247"/>
                  </a:lnTo>
                  <a:lnTo>
                    <a:pt x="83684" y="501433"/>
                  </a:lnTo>
                  <a:close/>
                  <a:moveTo>
                    <a:pt x="350801" y="664965"/>
                  </a:moveTo>
                  <a:lnTo>
                    <a:pt x="322914" y="695598"/>
                  </a:lnTo>
                  <a:lnTo>
                    <a:pt x="285490" y="707299"/>
                  </a:lnTo>
                  <a:close/>
                  <a:moveTo>
                    <a:pt x="322914" y="695598"/>
                  </a:moveTo>
                  <a:lnTo>
                    <a:pt x="350801" y="664965"/>
                  </a:lnTo>
                  <a:lnTo>
                    <a:pt x="325126" y="655763"/>
                  </a:lnTo>
                  <a:close/>
                  <a:moveTo>
                    <a:pt x="119196" y="457961"/>
                  </a:moveTo>
                  <a:lnTo>
                    <a:pt x="83980" y="500972"/>
                  </a:lnTo>
                  <a:lnTo>
                    <a:pt x="149525" y="436456"/>
                  </a:lnTo>
                  <a:close/>
                  <a:moveTo>
                    <a:pt x="211395" y="410828"/>
                  </a:moveTo>
                  <a:lnTo>
                    <a:pt x="162160" y="425523"/>
                  </a:lnTo>
                  <a:lnTo>
                    <a:pt x="227265" y="417537"/>
                  </a:lnTo>
                  <a:close/>
                  <a:moveTo>
                    <a:pt x="162160" y="425523"/>
                  </a:moveTo>
                  <a:lnTo>
                    <a:pt x="149525" y="436456"/>
                  </a:lnTo>
                  <a:lnTo>
                    <a:pt x="227265" y="417537"/>
                  </a:lnTo>
                  <a:close/>
                  <a:moveTo>
                    <a:pt x="840542" y="868607"/>
                  </a:moveTo>
                  <a:lnTo>
                    <a:pt x="840487" y="868384"/>
                  </a:lnTo>
                  <a:lnTo>
                    <a:pt x="826495" y="817288"/>
                  </a:lnTo>
                  <a:close/>
                  <a:moveTo>
                    <a:pt x="769857" y="892701"/>
                  </a:moveTo>
                  <a:lnTo>
                    <a:pt x="840542" y="868607"/>
                  </a:lnTo>
                  <a:lnTo>
                    <a:pt x="757912" y="841164"/>
                  </a:lnTo>
                  <a:close/>
                  <a:moveTo>
                    <a:pt x="413996" y="377335"/>
                  </a:moveTo>
                  <a:lnTo>
                    <a:pt x="425624" y="428872"/>
                  </a:lnTo>
                  <a:lnTo>
                    <a:pt x="469467" y="415692"/>
                  </a:lnTo>
                  <a:close/>
                  <a:moveTo>
                    <a:pt x="840554" y="868601"/>
                  </a:moveTo>
                  <a:lnTo>
                    <a:pt x="840487" y="868384"/>
                  </a:lnTo>
                  <a:lnTo>
                    <a:pt x="840542" y="868607"/>
                  </a:lnTo>
                  <a:close/>
                  <a:moveTo>
                    <a:pt x="840487" y="868384"/>
                  </a:moveTo>
                  <a:lnTo>
                    <a:pt x="840554" y="868601"/>
                  </a:lnTo>
                  <a:lnTo>
                    <a:pt x="827814" y="817070"/>
                  </a:lnTo>
                  <a:close/>
                  <a:moveTo>
                    <a:pt x="591264" y="507851"/>
                  </a:moveTo>
                  <a:lnTo>
                    <a:pt x="618277" y="535293"/>
                  </a:lnTo>
                  <a:lnTo>
                    <a:pt x="627418" y="483757"/>
                  </a:lnTo>
                  <a:close/>
                  <a:moveTo>
                    <a:pt x="630501" y="472409"/>
                  </a:moveTo>
                  <a:lnTo>
                    <a:pt x="591264" y="507851"/>
                  </a:lnTo>
                  <a:lnTo>
                    <a:pt x="627418" y="483757"/>
                  </a:lnTo>
                  <a:close/>
                  <a:moveTo>
                    <a:pt x="630501" y="472409"/>
                  </a:moveTo>
                  <a:lnTo>
                    <a:pt x="594391" y="472300"/>
                  </a:lnTo>
                  <a:lnTo>
                    <a:pt x="591264" y="507851"/>
                  </a:lnTo>
                  <a:close/>
                  <a:moveTo>
                    <a:pt x="594391" y="472300"/>
                  </a:moveTo>
                  <a:lnTo>
                    <a:pt x="630501" y="472409"/>
                  </a:lnTo>
                  <a:lnTo>
                    <a:pt x="597828" y="456314"/>
                  </a:lnTo>
                  <a:close/>
                  <a:moveTo>
                    <a:pt x="630501" y="472409"/>
                  </a:moveTo>
                  <a:lnTo>
                    <a:pt x="640332" y="432220"/>
                  </a:lnTo>
                  <a:lnTo>
                    <a:pt x="597828" y="456314"/>
                  </a:lnTo>
                  <a:close/>
                  <a:moveTo>
                    <a:pt x="630501" y="472409"/>
                  </a:moveTo>
                  <a:lnTo>
                    <a:pt x="658763" y="443175"/>
                  </a:lnTo>
                  <a:lnTo>
                    <a:pt x="640332" y="432220"/>
                  </a:lnTo>
                  <a:close/>
                  <a:moveTo>
                    <a:pt x="658763" y="443175"/>
                  </a:moveTo>
                  <a:lnTo>
                    <a:pt x="671802" y="408126"/>
                  </a:lnTo>
                  <a:lnTo>
                    <a:pt x="640332" y="432220"/>
                  </a:lnTo>
                  <a:close/>
                  <a:moveTo>
                    <a:pt x="691021" y="389106"/>
                  </a:moveTo>
                  <a:lnTo>
                    <a:pt x="640332" y="432220"/>
                  </a:lnTo>
                  <a:lnTo>
                    <a:pt x="671802" y="408126"/>
                  </a:lnTo>
                  <a:close/>
                  <a:moveTo>
                    <a:pt x="764542" y="354414"/>
                  </a:moveTo>
                  <a:lnTo>
                    <a:pt x="691021" y="389106"/>
                  </a:lnTo>
                  <a:lnTo>
                    <a:pt x="723819" y="376833"/>
                  </a:lnTo>
                  <a:close/>
                  <a:moveTo>
                    <a:pt x="1102895" y="368052"/>
                  </a:moveTo>
                  <a:lnTo>
                    <a:pt x="1047229" y="387381"/>
                  </a:lnTo>
                  <a:lnTo>
                    <a:pt x="1113077" y="379443"/>
                  </a:lnTo>
                  <a:close/>
                  <a:moveTo>
                    <a:pt x="1065863" y="337818"/>
                  </a:moveTo>
                  <a:lnTo>
                    <a:pt x="1047229" y="387381"/>
                  </a:lnTo>
                  <a:lnTo>
                    <a:pt x="1102895" y="368052"/>
                  </a:lnTo>
                  <a:close/>
                  <a:moveTo>
                    <a:pt x="1065645" y="335844"/>
                  </a:moveTo>
                  <a:lnTo>
                    <a:pt x="1102895" y="368052"/>
                  </a:lnTo>
                  <a:lnTo>
                    <a:pt x="1112083" y="363287"/>
                  </a:lnTo>
                  <a:close/>
                  <a:moveTo>
                    <a:pt x="1065645" y="335844"/>
                  </a:moveTo>
                  <a:lnTo>
                    <a:pt x="1112083" y="363287"/>
                  </a:lnTo>
                  <a:lnTo>
                    <a:pt x="1103090" y="311750"/>
                  </a:lnTo>
                  <a:close/>
                  <a:moveTo>
                    <a:pt x="1102895" y="368052"/>
                  </a:moveTo>
                  <a:lnTo>
                    <a:pt x="1113077" y="379443"/>
                  </a:lnTo>
                  <a:lnTo>
                    <a:pt x="1112083" y="363287"/>
                  </a:lnTo>
                  <a:close/>
                  <a:moveTo>
                    <a:pt x="1113077" y="379443"/>
                  </a:moveTo>
                  <a:lnTo>
                    <a:pt x="1129842" y="408887"/>
                  </a:lnTo>
                  <a:lnTo>
                    <a:pt x="1112083" y="363287"/>
                  </a:lnTo>
                  <a:close/>
                  <a:moveTo>
                    <a:pt x="1112083" y="363287"/>
                  </a:moveTo>
                  <a:lnTo>
                    <a:pt x="1182468" y="390730"/>
                  </a:lnTo>
                  <a:lnTo>
                    <a:pt x="1162178" y="339193"/>
                  </a:lnTo>
                  <a:close/>
                  <a:moveTo>
                    <a:pt x="1103090" y="311750"/>
                  </a:moveTo>
                  <a:lnTo>
                    <a:pt x="1112083" y="363287"/>
                  </a:lnTo>
                  <a:lnTo>
                    <a:pt x="1162178" y="339193"/>
                  </a:lnTo>
                  <a:close/>
                  <a:moveTo>
                    <a:pt x="1103090" y="311750"/>
                  </a:moveTo>
                  <a:lnTo>
                    <a:pt x="1162178" y="339193"/>
                  </a:lnTo>
                  <a:lnTo>
                    <a:pt x="1154663" y="287657"/>
                  </a:lnTo>
                  <a:close/>
                  <a:moveTo>
                    <a:pt x="1105273" y="260214"/>
                  </a:moveTo>
                  <a:lnTo>
                    <a:pt x="1103090" y="311750"/>
                  </a:lnTo>
                  <a:lnTo>
                    <a:pt x="1154663" y="287657"/>
                  </a:lnTo>
                  <a:close/>
                  <a:moveTo>
                    <a:pt x="1105273" y="260214"/>
                  </a:moveTo>
                  <a:lnTo>
                    <a:pt x="1154663" y="287657"/>
                  </a:lnTo>
                  <a:lnTo>
                    <a:pt x="1154221" y="236120"/>
                  </a:lnTo>
                  <a:close/>
                  <a:moveTo>
                    <a:pt x="1154663" y="287657"/>
                  </a:moveTo>
                  <a:lnTo>
                    <a:pt x="1204762" y="323218"/>
                  </a:lnTo>
                  <a:lnTo>
                    <a:pt x="1183821" y="277499"/>
                  </a:lnTo>
                  <a:close/>
                  <a:moveTo>
                    <a:pt x="1230611" y="263563"/>
                  </a:moveTo>
                  <a:lnTo>
                    <a:pt x="1183821" y="277499"/>
                  </a:lnTo>
                  <a:lnTo>
                    <a:pt x="1204762" y="323218"/>
                  </a:lnTo>
                  <a:close/>
                  <a:moveTo>
                    <a:pt x="1154221" y="236120"/>
                  </a:moveTo>
                  <a:lnTo>
                    <a:pt x="1183821" y="277499"/>
                  </a:lnTo>
                  <a:lnTo>
                    <a:pt x="1162005" y="232493"/>
                  </a:lnTo>
                  <a:close/>
                  <a:moveTo>
                    <a:pt x="1154221" y="236120"/>
                  </a:moveTo>
                  <a:lnTo>
                    <a:pt x="1154663" y="287657"/>
                  </a:lnTo>
                  <a:lnTo>
                    <a:pt x="1183821" y="277499"/>
                  </a:lnTo>
                  <a:close/>
                  <a:moveTo>
                    <a:pt x="1230611" y="263563"/>
                  </a:moveTo>
                  <a:lnTo>
                    <a:pt x="1200538" y="212026"/>
                  </a:lnTo>
                  <a:lnTo>
                    <a:pt x="1183821" y="277499"/>
                  </a:lnTo>
                  <a:close/>
                  <a:moveTo>
                    <a:pt x="1200538" y="212026"/>
                  </a:moveTo>
                  <a:lnTo>
                    <a:pt x="1162005" y="232493"/>
                  </a:lnTo>
                  <a:lnTo>
                    <a:pt x="1183821" y="277499"/>
                  </a:lnTo>
                  <a:close/>
                  <a:moveTo>
                    <a:pt x="1155346" y="227905"/>
                  </a:moveTo>
                  <a:lnTo>
                    <a:pt x="1154221" y="236120"/>
                  </a:lnTo>
                  <a:lnTo>
                    <a:pt x="1162005" y="232493"/>
                  </a:lnTo>
                  <a:close/>
                  <a:moveTo>
                    <a:pt x="1159784" y="184583"/>
                  </a:moveTo>
                  <a:lnTo>
                    <a:pt x="1162005" y="232493"/>
                  </a:lnTo>
                  <a:lnTo>
                    <a:pt x="1200538" y="212026"/>
                  </a:lnTo>
                  <a:close/>
                  <a:moveTo>
                    <a:pt x="1159784" y="184583"/>
                  </a:moveTo>
                  <a:lnTo>
                    <a:pt x="1200538" y="212026"/>
                  </a:lnTo>
                  <a:lnTo>
                    <a:pt x="1203266" y="160489"/>
                  </a:lnTo>
                  <a:close/>
                  <a:moveTo>
                    <a:pt x="1230611" y="263563"/>
                  </a:moveTo>
                  <a:lnTo>
                    <a:pt x="1262332" y="251653"/>
                  </a:lnTo>
                  <a:lnTo>
                    <a:pt x="1249652" y="187932"/>
                  </a:lnTo>
                  <a:close/>
                  <a:moveTo>
                    <a:pt x="1200538" y="212026"/>
                  </a:moveTo>
                  <a:lnTo>
                    <a:pt x="1230611" y="263563"/>
                  </a:lnTo>
                  <a:lnTo>
                    <a:pt x="1249652" y="187932"/>
                  </a:lnTo>
                  <a:close/>
                  <a:moveTo>
                    <a:pt x="1203266" y="160489"/>
                  </a:moveTo>
                  <a:lnTo>
                    <a:pt x="1255243" y="156925"/>
                  </a:lnTo>
                  <a:lnTo>
                    <a:pt x="1238560" y="145494"/>
                  </a:lnTo>
                  <a:close/>
                  <a:moveTo>
                    <a:pt x="1249652" y="187932"/>
                  </a:moveTo>
                  <a:lnTo>
                    <a:pt x="1255243" y="156925"/>
                  </a:lnTo>
                  <a:lnTo>
                    <a:pt x="1203266" y="160489"/>
                  </a:lnTo>
                  <a:close/>
                  <a:moveTo>
                    <a:pt x="1200538" y="212026"/>
                  </a:moveTo>
                  <a:lnTo>
                    <a:pt x="1249652" y="187932"/>
                  </a:lnTo>
                  <a:lnTo>
                    <a:pt x="1203266" y="160489"/>
                  </a:lnTo>
                  <a:close/>
                  <a:moveTo>
                    <a:pt x="1213649" y="136314"/>
                  </a:moveTo>
                  <a:lnTo>
                    <a:pt x="1203266" y="160489"/>
                  </a:lnTo>
                  <a:lnTo>
                    <a:pt x="1238560" y="145494"/>
                  </a:lnTo>
                  <a:close/>
                  <a:moveTo>
                    <a:pt x="1225997" y="108953"/>
                  </a:moveTo>
                  <a:lnTo>
                    <a:pt x="1238560" y="145494"/>
                  </a:lnTo>
                  <a:lnTo>
                    <a:pt x="1257040" y="136395"/>
                  </a:lnTo>
                  <a:close/>
                  <a:moveTo>
                    <a:pt x="1238560" y="145494"/>
                  </a:moveTo>
                  <a:lnTo>
                    <a:pt x="1255243" y="156925"/>
                  </a:lnTo>
                  <a:lnTo>
                    <a:pt x="1257040" y="136395"/>
                  </a:lnTo>
                  <a:close/>
                  <a:moveTo>
                    <a:pt x="1272739" y="180450"/>
                  </a:moveTo>
                  <a:lnTo>
                    <a:pt x="1338957" y="160343"/>
                  </a:lnTo>
                  <a:lnTo>
                    <a:pt x="1257040" y="136395"/>
                  </a:lnTo>
                  <a:close/>
                  <a:moveTo>
                    <a:pt x="1257040" y="136395"/>
                  </a:moveTo>
                  <a:lnTo>
                    <a:pt x="1338957" y="160343"/>
                  </a:lnTo>
                  <a:lnTo>
                    <a:pt x="1303069" y="112302"/>
                  </a:lnTo>
                  <a:close/>
                  <a:moveTo>
                    <a:pt x="1257040" y="136395"/>
                  </a:moveTo>
                  <a:lnTo>
                    <a:pt x="1255243" y="156925"/>
                  </a:lnTo>
                  <a:lnTo>
                    <a:pt x="1272739" y="180450"/>
                  </a:lnTo>
                  <a:close/>
                  <a:moveTo>
                    <a:pt x="1261675" y="84859"/>
                  </a:moveTo>
                  <a:lnTo>
                    <a:pt x="1257040" y="136395"/>
                  </a:lnTo>
                  <a:lnTo>
                    <a:pt x="1303069" y="112302"/>
                  </a:lnTo>
                  <a:close/>
                  <a:moveTo>
                    <a:pt x="1261675" y="84859"/>
                  </a:moveTo>
                  <a:lnTo>
                    <a:pt x="1303069" y="112302"/>
                  </a:lnTo>
                  <a:lnTo>
                    <a:pt x="1309390" y="60765"/>
                  </a:lnTo>
                  <a:close/>
                  <a:moveTo>
                    <a:pt x="1309390" y="60765"/>
                  </a:moveTo>
                  <a:lnTo>
                    <a:pt x="1310633" y="54445"/>
                  </a:lnTo>
                  <a:lnTo>
                    <a:pt x="1260429" y="33322"/>
                  </a:lnTo>
                  <a:close/>
                  <a:moveTo>
                    <a:pt x="1261675" y="84859"/>
                  </a:moveTo>
                  <a:lnTo>
                    <a:pt x="1309390" y="60765"/>
                  </a:lnTo>
                  <a:lnTo>
                    <a:pt x="1260429" y="33322"/>
                  </a:lnTo>
                  <a:close/>
                  <a:moveTo>
                    <a:pt x="1309390" y="60765"/>
                  </a:moveTo>
                  <a:lnTo>
                    <a:pt x="1338709" y="102057"/>
                  </a:lnTo>
                  <a:lnTo>
                    <a:pt x="1314312" y="59149"/>
                  </a:lnTo>
                  <a:close/>
                  <a:moveTo>
                    <a:pt x="1309390" y="60765"/>
                  </a:moveTo>
                  <a:lnTo>
                    <a:pt x="1303069" y="112302"/>
                  </a:lnTo>
                  <a:lnTo>
                    <a:pt x="1338709" y="102057"/>
                  </a:lnTo>
                  <a:close/>
                  <a:moveTo>
                    <a:pt x="1338709" y="102057"/>
                  </a:moveTo>
                  <a:lnTo>
                    <a:pt x="1379858" y="43843"/>
                  </a:lnTo>
                  <a:lnTo>
                    <a:pt x="1314312" y="59149"/>
                  </a:lnTo>
                  <a:close/>
                  <a:moveTo>
                    <a:pt x="1310633" y="54445"/>
                  </a:moveTo>
                  <a:lnTo>
                    <a:pt x="1309390" y="60765"/>
                  </a:lnTo>
                  <a:lnTo>
                    <a:pt x="1314312" y="59149"/>
                  </a:lnTo>
                  <a:close/>
                  <a:moveTo>
                    <a:pt x="1314312" y="59149"/>
                  </a:moveTo>
                  <a:lnTo>
                    <a:pt x="1321939" y="9229"/>
                  </a:lnTo>
                  <a:lnTo>
                    <a:pt x="1310633" y="54445"/>
                  </a:lnTo>
                  <a:close/>
                  <a:moveTo>
                    <a:pt x="1356610" y="0"/>
                  </a:moveTo>
                  <a:lnTo>
                    <a:pt x="1321939" y="9229"/>
                  </a:lnTo>
                  <a:lnTo>
                    <a:pt x="1314312" y="59149"/>
                  </a:lnTo>
                  <a:close/>
                  <a:moveTo>
                    <a:pt x="1379858" y="43843"/>
                  </a:moveTo>
                  <a:lnTo>
                    <a:pt x="1356610" y="0"/>
                  </a:lnTo>
                  <a:lnTo>
                    <a:pt x="1314312" y="5914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30" name="Output_density__4329">
              <a:extLst>
                <a:ext uri="{FF2B5EF4-FFF2-40B4-BE49-F238E27FC236}">
                  <a16:creationId xmlns:a16="http://schemas.microsoft.com/office/drawing/2014/main" id="{FC46D2FD-F98F-370A-DEEC-2B8A74AF61C4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801978"/>
              <a:ext cx="1435002" cy="675901"/>
            </a:xfrm>
            <a:custGeom>
              <a:avLst/>
              <a:gdLst/>
              <a:ahLst/>
              <a:cxnLst/>
              <a:rect l="0" t="0" r="0" b="0"/>
              <a:pathLst>
                <a:path w="1435002" h="675901">
                  <a:moveTo>
                    <a:pt x="85487" y="479050"/>
                  </a:moveTo>
                  <a:lnTo>
                    <a:pt x="129059" y="463057"/>
                  </a:lnTo>
                  <a:lnTo>
                    <a:pt x="107690" y="472521"/>
                  </a:lnTo>
                  <a:close/>
                  <a:moveTo>
                    <a:pt x="0" y="379462"/>
                  </a:moveTo>
                  <a:lnTo>
                    <a:pt x="46802" y="379769"/>
                  </a:lnTo>
                  <a:lnTo>
                    <a:pt x="6243" y="380006"/>
                  </a:lnTo>
                  <a:close/>
                  <a:moveTo>
                    <a:pt x="446431" y="315145"/>
                  </a:moveTo>
                  <a:lnTo>
                    <a:pt x="462149" y="345025"/>
                  </a:lnTo>
                  <a:lnTo>
                    <a:pt x="456595" y="339239"/>
                  </a:lnTo>
                  <a:close/>
                  <a:moveTo>
                    <a:pt x="444975" y="320591"/>
                  </a:moveTo>
                  <a:lnTo>
                    <a:pt x="444271" y="377276"/>
                  </a:lnTo>
                  <a:lnTo>
                    <a:pt x="446431" y="315145"/>
                  </a:lnTo>
                  <a:close/>
                  <a:moveTo>
                    <a:pt x="419839" y="226610"/>
                  </a:moveTo>
                  <a:lnTo>
                    <a:pt x="445809" y="263608"/>
                  </a:lnTo>
                  <a:lnTo>
                    <a:pt x="411462" y="215721"/>
                  </a:lnTo>
                  <a:close/>
                  <a:moveTo>
                    <a:pt x="809762" y="675901"/>
                  </a:moveTo>
                  <a:lnTo>
                    <a:pt x="829905" y="668113"/>
                  </a:lnTo>
                  <a:lnTo>
                    <a:pt x="768396" y="656424"/>
                  </a:lnTo>
                  <a:close/>
                  <a:moveTo>
                    <a:pt x="768396" y="656424"/>
                  </a:moveTo>
                  <a:lnTo>
                    <a:pt x="829905" y="668113"/>
                  </a:lnTo>
                  <a:lnTo>
                    <a:pt x="845680" y="635801"/>
                  </a:lnTo>
                  <a:close/>
                  <a:moveTo>
                    <a:pt x="856767" y="583532"/>
                  </a:moveTo>
                  <a:lnTo>
                    <a:pt x="845680" y="635801"/>
                  </a:lnTo>
                  <a:lnTo>
                    <a:pt x="856952" y="600271"/>
                  </a:lnTo>
                  <a:close/>
                  <a:moveTo>
                    <a:pt x="863648" y="568081"/>
                  </a:moveTo>
                  <a:lnTo>
                    <a:pt x="856767" y="583532"/>
                  </a:lnTo>
                  <a:lnTo>
                    <a:pt x="899515" y="527502"/>
                  </a:lnTo>
                  <a:close/>
                  <a:moveTo>
                    <a:pt x="850632" y="576177"/>
                  </a:moveTo>
                  <a:lnTo>
                    <a:pt x="856767" y="583532"/>
                  </a:lnTo>
                  <a:lnTo>
                    <a:pt x="863648" y="568081"/>
                  </a:lnTo>
                  <a:close/>
                  <a:moveTo>
                    <a:pt x="766440" y="421567"/>
                  </a:moveTo>
                  <a:lnTo>
                    <a:pt x="732066" y="425469"/>
                  </a:lnTo>
                  <a:lnTo>
                    <a:pt x="727173" y="424696"/>
                  </a:lnTo>
                  <a:close/>
                  <a:moveTo>
                    <a:pt x="899515" y="527502"/>
                  </a:moveTo>
                  <a:lnTo>
                    <a:pt x="908480" y="516729"/>
                  </a:lnTo>
                  <a:lnTo>
                    <a:pt x="887007" y="520516"/>
                  </a:lnTo>
                  <a:close/>
                  <a:moveTo>
                    <a:pt x="863648" y="568081"/>
                  </a:moveTo>
                  <a:lnTo>
                    <a:pt x="899515" y="527502"/>
                  </a:lnTo>
                  <a:lnTo>
                    <a:pt x="887007" y="520516"/>
                  </a:lnTo>
                  <a:close/>
                  <a:moveTo>
                    <a:pt x="941599" y="500546"/>
                  </a:moveTo>
                  <a:lnTo>
                    <a:pt x="984017" y="556045"/>
                  </a:lnTo>
                  <a:lnTo>
                    <a:pt x="977062" y="552083"/>
                  </a:lnTo>
                  <a:close/>
                  <a:moveTo>
                    <a:pt x="899515" y="527502"/>
                  </a:moveTo>
                  <a:lnTo>
                    <a:pt x="984017" y="556045"/>
                  </a:lnTo>
                  <a:lnTo>
                    <a:pt x="941599" y="500546"/>
                  </a:lnTo>
                  <a:close/>
                  <a:moveTo>
                    <a:pt x="983328" y="493861"/>
                  </a:moveTo>
                  <a:lnTo>
                    <a:pt x="1002376" y="541119"/>
                  </a:lnTo>
                  <a:lnTo>
                    <a:pt x="993408" y="552083"/>
                  </a:lnTo>
                  <a:close/>
                  <a:moveTo>
                    <a:pt x="1127861" y="75866"/>
                  </a:moveTo>
                  <a:lnTo>
                    <a:pt x="1100670" y="122733"/>
                  </a:lnTo>
                  <a:lnTo>
                    <a:pt x="1125186" y="140784"/>
                  </a:lnTo>
                  <a:close/>
                  <a:moveTo>
                    <a:pt x="1172610" y="70857"/>
                  </a:moveTo>
                  <a:lnTo>
                    <a:pt x="1175733" y="74929"/>
                  </a:lnTo>
                  <a:lnTo>
                    <a:pt x="1181240" y="72719"/>
                  </a:lnTo>
                  <a:close/>
                  <a:moveTo>
                    <a:pt x="1150040" y="90970"/>
                  </a:moveTo>
                  <a:lnTo>
                    <a:pt x="1172610" y="70857"/>
                  </a:lnTo>
                  <a:lnTo>
                    <a:pt x="1131827" y="62649"/>
                  </a:lnTo>
                  <a:close/>
                  <a:moveTo>
                    <a:pt x="1131827" y="62649"/>
                  </a:moveTo>
                  <a:lnTo>
                    <a:pt x="1127861" y="75866"/>
                  </a:lnTo>
                  <a:lnTo>
                    <a:pt x="1150040" y="90970"/>
                  </a:lnTo>
                  <a:close/>
                  <a:moveTo>
                    <a:pt x="1201264" y="46763"/>
                  </a:moveTo>
                  <a:lnTo>
                    <a:pt x="1172610" y="70857"/>
                  </a:lnTo>
                  <a:lnTo>
                    <a:pt x="1181240" y="72719"/>
                  </a:lnTo>
                  <a:close/>
                  <a:moveTo>
                    <a:pt x="1181240" y="72719"/>
                  </a:moveTo>
                  <a:lnTo>
                    <a:pt x="1227642" y="71534"/>
                  </a:lnTo>
                  <a:lnTo>
                    <a:pt x="1261449" y="63032"/>
                  </a:lnTo>
                  <a:close/>
                  <a:moveTo>
                    <a:pt x="1261449" y="63032"/>
                  </a:moveTo>
                  <a:lnTo>
                    <a:pt x="1227642" y="71534"/>
                  </a:lnTo>
                  <a:lnTo>
                    <a:pt x="1312684" y="79916"/>
                  </a:lnTo>
                  <a:close/>
                  <a:moveTo>
                    <a:pt x="1343279" y="59405"/>
                  </a:moveTo>
                  <a:lnTo>
                    <a:pt x="1312684" y="79916"/>
                  </a:lnTo>
                  <a:lnTo>
                    <a:pt x="1390525" y="61372"/>
                  </a:lnTo>
                  <a:close/>
                  <a:moveTo>
                    <a:pt x="1435002" y="16077"/>
                  </a:moveTo>
                  <a:lnTo>
                    <a:pt x="1408057" y="0"/>
                  </a:lnTo>
                  <a:lnTo>
                    <a:pt x="1390525" y="6137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31" name="Output_density__4330">
              <a:extLst>
                <a:ext uri="{FF2B5EF4-FFF2-40B4-BE49-F238E27FC236}">
                  <a16:creationId xmlns:a16="http://schemas.microsoft.com/office/drawing/2014/main" id="{2B8BEC3A-1AEE-5740-230B-2DB7BFBA1CDC}"/>
                </a:ext>
              </a:extLst>
            </p:cNvPr>
            <p:cNvSpPr>
              <a:spLocks noGrp="1"/>
            </p:cNvSpPr>
            <p:nvPr/>
          </p:nvSpPr>
          <p:spPr>
            <a:xfrm>
              <a:off x="14888559" y="2877844"/>
              <a:ext cx="1134874" cy="484363"/>
            </a:xfrm>
            <a:custGeom>
              <a:avLst/>
              <a:gdLst/>
              <a:ahLst/>
              <a:cxnLst/>
              <a:rect l="0" t="0" r="0" b="0"/>
              <a:pathLst>
                <a:path w="1134874" h="484363">
                  <a:moveTo>
                    <a:pt x="40559" y="303903"/>
                  </a:moveTo>
                  <a:lnTo>
                    <a:pt x="52639" y="299327"/>
                  </a:lnTo>
                  <a:lnTo>
                    <a:pt x="0" y="304140"/>
                  </a:lnTo>
                  <a:close/>
                  <a:moveTo>
                    <a:pt x="85445" y="147172"/>
                  </a:moveTo>
                  <a:lnTo>
                    <a:pt x="84580" y="156951"/>
                  </a:lnTo>
                  <a:lnTo>
                    <a:pt x="100339" y="122713"/>
                  </a:lnTo>
                  <a:close/>
                  <a:moveTo>
                    <a:pt x="948744" y="484363"/>
                  </a:moveTo>
                  <a:lnTo>
                    <a:pt x="977774" y="480179"/>
                  </a:lnTo>
                  <a:lnTo>
                    <a:pt x="893272" y="451636"/>
                  </a:lnTo>
                  <a:close/>
                  <a:moveTo>
                    <a:pt x="987165" y="476217"/>
                  </a:moveTo>
                  <a:lnTo>
                    <a:pt x="977774" y="480179"/>
                  </a:lnTo>
                  <a:lnTo>
                    <a:pt x="988970" y="424680"/>
                  </a:lnTo>
                  <a:close/>
                  <a:moveTo>
                    <a:pt x="935356" y="424680"/>
                  </a:moveTo>
                  <a:lnTo>
                    <a:pt x="970819" y="476217"/>
                  </a:lnTo>
                  <a:lnTo>
                    <a:pt x="996133" y="465252"/>
                  </a:lnTo>
                  <a:close/>
                  <a:moveTo>
                    <a:pt x="1121827" y="70621"/>
                  </a:moveTo>
                  <a:lnTo>
                    <a:pt x="1121618" y="0"/>
                  </a:lnTo>
                  <a:lnTo>
                    <a:pt x="1118943" y="64918"/>
                  </a:lnTo>
                  <a:close/>
                  <a:moveTo>
                    <a:pt x="1134874" y="19085"/>
                  </a:moveTo>
                  <a:lnTo>
                    <a:pt x="1121618" y="0"/>
                  </a:lnTo>
                  <a:lnTo>
                    <a:pt x="1121827" y="7062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32" name="Output_density__4331">
              <a:extLst>
                <a:ext uri="{FF2B5EF4-FFF2-40B4-BE49-F238E27FC236}">
                  <a16:creationId xmlns:a16="http://schemas.microsoft.com/office/drawing/2014/main" id="{94789850-ACD1-A9D4-7D9B-C6C16E6A322D}"/>
                </a:ext>
              </a:extLst>
            </p:cNvPr>
            <p:cNvSpPr>
              <a:spLocks noGrp="1"/>
            </p:cNvSpPr>
            <p:nvPr/>
          </p:nvSpPr>
          <p:spPr>
            <a:xfrm>
              <a:off x="14922270" y="2841058"/>
              <a:ext cx="1179874" cy="604886"/>
            </a:xfrm>
            <a:custGeom>
              <a:avLst/>
              <a:gdLst/>
              <a:ahLst/>
              <a:cxnLst/>
              <a:rect l="0" t="0" r="0" b="0"/>
              <a:pathLst>
                <a:path w="1179874" h="604886">
                  <a:moveTo>
                    <a:pt x="54410" y="423977"/>
                  </a:moveTo>
                  <a:lnTo>
                    <a:pt x="45533" y="439970"/>
                  </a:lnTo>
                  <a:lnTo>
                    <a:pt x="67736" y="433441"/>
                  </a:lnTo>
                  <a:close/>
                  <a:moveTo>
                    <a:pt x="51772" y="413530"/>
                  </a:moveTo>
                  <a:lnTo>
                    <a:pt x="38818" y="407447"/>
                  </a:lnTo>
                  <a:lnTo>
                    <a:pt x="67736" y="433441"/>
                  </a:lnTo>
                  <a:close/>
                  <a:moveTo>
                    <a:pt x="54410" y="423977"/>
                  </a:moveTo>
                  <a:lnTo>
                    <a:pt x="38818" y="407447"/>
                  </a:lnTo>
                  <a:lnTo>
                    <a:pt x="5690" y="371636"/>
                  </a:lnTo>
                  <a:close/>
                  <a:moveTo>
                    <a:pt x="0" y="348346"/>
                  </a:moveTo>
                  <a:lnTo>
                    <a:pt x="2965" y="365948"/>
                  </a:lnTo>
                  <a:lnTo>
                    <a:pt x="5690" y="371636"/>
                  </a:lnTo>
                  <a:close/>
                  <a:moveTo>
                    <a:pt x="171948" y="451419"/>
                  </a:moveTo>
                  <a:lnTo>
                    <a:pt x="211053" y="485025"/>
                  </a:lnTo>
                  <a:lnTo>
                    <a:pt x="159173" y="448308"/>
                  </a:lnTo>
                  <a:close/>
                  <a:moveTo>
                    <a:pt x="275704" y="417167"/>
                  </a:moveTo>
                  <a:lnTo>
                    <a:pt x="280781" y="362664"/>
                  </a:lnTo>
                  <a:lnTo>
                    <a:pt x="271951" y="427326"/>
                  </a:lnTo>
                  <a:close/>
                  <a:moveTo>
                    <a:pt x="258862" y="351695"/>
                  </a:moveTo>
                  <a:lnTo>
                    <a:pt x="305499" y="393667"/>
                  </a:lnTo>
                  <a:lnTo>
                    <a:pt x="271951" y="427326"/>
                  </a:lnTo>
                  <a:close/>
                  <a:moveTo>
                    <a:pt x="357214" y="338507"/>
                  </a:moveTo>
                  <a:lnTo>
                    <a:pt x="351916" y="403232"/>
                  </a:lnTo>
                  <a:lnTo>
                    <a:pt x="324075" y="328220"/>
                  </a:lnTo>
                  <a:close/>
                  <a:moveTo>
                    <a:pt x="355127" y="402947"/>
                  </a:moveTo>
                  <a:lnTo>
                    <a:pt x="351916" y="403232"/>
                  </a:lnTo>
                  <a:lnTo>
                    <a:pt x="357214" y="338507"/>
                  </a:lnTo>
                  <a:close/>
                  <a:moveTo>
                    <a:pt x="405021" y="281511"/>
                  </a:moveTo>
                  <a:lnTo>
                    <a:pt x="357214" y="338507"/>
                  </a:lnTo>
                  <a:lnTo>
                    <a:pt x="334660" y="328018"/>
                  </a:lnTo>
                  <a:close/>
                  <a:moveTo>
                    <a:pt x="761191" y="604886"/>
                  </a:moveTo>
                  <a:lnTo>
                    <a:pt x="805726" y="596721"/>
                  </a:lnTo>
                  <a:lnTo>
                    <a:pt x="787118" y="566925"/>
                  </a:lnTo>
                  <a:close/>
                  <a:moveTo>
                    <a:pt x="798536" y="521328"/>
                  </a:moveTo>
                  <a:lnTo>
                    <a:pt x="787118" y="566925"/>
                  </a:lnTo>
                  <a:lnTo>
                    <a:pt x="810678" y="537097"/>
                  </a:lnTo>
                  <a:close/>
                  <a:moveTo>
                    <a:pt x="798296" y="473819"/>
                  </a:moveTo>
                  <a:lnTo>
                    <a:pt x="810678" y="537097"/>
                  </a:lnTo>
                  <a:lnTo>
                    <a:pt x="823694" y="529001"/>
                  </a:lnTo>
                  <a:close/>
                  <a:moveTo>
                    <a:pt x="856268" y="449633"/>
                  </a:moveTo>
                  <a:lnTo>
                    <a:pt x="847053" y="481435"/>
                  </a:lnTo>
                  <a:lnTo>
                    <a:pt x="880319" y="461466"/>
                  </a:lnTo>
                  <a:close/>
                  <a:moveTo>
                    <a:pt x="856268" y="449633"/>
                  </a:moveTo>
                  <a:lnTo>
                    <a:pt x="886606" y="454641"/>
                  </a:lnTo>
                  <a:lnTo>
                    <a:pt x="861214" y="399479"/>
                  </a:lnTo>
                  <a:close/>
                  <a:moveTo>
                    <a:pt x="757173" y="104058"/>
                  </a:moveTo>
                  <a:lnTo>
                    <a:pt x="732954" y="128152"/>
                  </a:lnTo>
                  <a:lnTo>
                    <a:pt x="763913" y="75465"/>
                  </a:lnTo>
                  <a:close/>
                  <a:moveTo>
                    <a:pt x="841105" y="54496"/>
                  </a:moveTo>
                  <a:lnTo>
                    <a:pt x="796338" y="83915"/>
                  </a:lnTo>
                  <a:lnTo>
                    <a:pt x="763913" y="75465"/>
                  </a:lnTo>
                  <a:close/>
                  <a:moveTo>
                    <a:pt x="920995" y="55871"/>
                  </a:moveTo>
                  <a:lnTo>
                    <a:pt x="894969" y="81209"/>
                  </a:lnTo>
                  <a:lnTo>
                    <a:pt x="925519" y="60530"/>
                  </a:lnTo>
                  <a:close/>
                  <a:moveTo>
                    <a:pt x="920995" y="55871"/>
                  </a:moveTo>
                  <a:lnTo>
                    <a:pt x="893321" y="79965"/>
                  </a:lnTo>
                  <a:lnTo>
                    <a:pt x="894969" y="81209"/>
                  </a:lnTo>
                  <a:close/>
                  <a:moveTo>
                    <a:pt x="893321" y="79965"/>
                  </a:moveTo>
                  <a:lnTo>
                    <a:pt x="920995" y="55871"/>
                  </a:lnTo>
                  <a:lnTo>
                    <a:pt x="841105" y="54496"/>
                  </a:lnTo>
                  <a:close/>
                  <a:moveTo>
                    <a:pt x="920995" y="55871"/>
                  </a:moveTo>
                  <a:lnTo>
                    <a:pt x="875007" y="46352"/>
                  </a:lnTo>
                  <a:lnTo>
                    <a:pt x="841105" y="54496"/>
                  </a:lnTo>
                  <a:close/>
                  <a:moveTo>
                    <a:pt x="1070713" y="138268"/>
                  </a:moveTo>
                  <a:lnTo>
                    <a:pt x="1060715" y="83653"/>
                  </a:lnTo>
                  <a:lnTo>
                    <a:pt x="1071872" y="134850"/>
                  </a:lnTo>
                  <a:close/>
                  <a:moveTo>
                    <a:pt x="1161310" y="7683"/>
                  </a:moveTo>
                  <a:lnTo>
                    <a:pt x="1172070" y="13840"/>
                  </a:lnTo>
                  <a:lnTo>
                    <a:pt x="1179874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33" name="Output_density__4332">
              <a:extLst>
                <a:ext uri="{FF2B5EF4-FFF2-40B4-BE49-F238E27FC236}">
                  <a16:creationId xmlns:a16="http://schemas.microsoft.com/office/drawing/2014/main" id="{E272B523-897C-6EBE-98C2-112625D8C9BA}"/>
                </a:ext>
              </a:extLst>
            </p:cNvPr>
            <p:cNvSpPr>
              <a:spLocks noGrp="1"/>
            </p:cNvSpPr>
            <p:nvPr/>
          </p:nvSpPr>
          <p:spPr>
            <a:xfrm>
              <a:off x="14892840" y="2801151"/>
              <a:ext cx="1351829" cy="644792"/>
            </a:xfrm>
            <a:custGeom>
              <a:avLst/>
              <a:gdLst/>
              <a:ahLst/>
              <a:cxnLst/>
              <a:rect l="0" t="0" r="0" b="0"/>
              <a:pathLst>
                <a:path w="1351829" h="644792">
                  <a:moveTo>
                    <a:pt x="213178" y="506217"/>
                  </a:moveTo>
                  <a:lnTo>
                    <a:pt x="240482" y="524932"/>
                  </a:lnTo>
                  <a:lnTo>
                    <a:pt x="201378" y="491326"/>
                  </a:lnTo>
                  <a:close/>
                  <a:moveTo>
                    <a:pt x="0" y="360811"/>
                  </a:moveTo>
                  <a:lnTo>
                    <a:pt x="32394" y="405855"/>
                  </a:lnTo>
                  <a:lnTo>
                    <a:pt x="29430" y="388253"/>
                  </a:lnTo>
                  <a:close/>
                  <a:moveTo>
                    <a:pt x="296122" y="558282"/>
                  </a:moveTo>
                  <a:lnTo>
                    <a:pt x="304680" y="532553"/>
                  </a:lnTo>
                  <a:lnTo>
                    <a:pt x="261875" y="542863"/>
                  </a:lnTo>
                  <a:close/>
                  <a:moveTo>
                    <a:pt x="304807" y="469706"/>
                  </a:moveTo>
                  <a:lnTo>
                    <a:pt x="301380" y="467232"/>
                  </a:lnTo>
                  <a:lnTo>
                    <a:pt x="240482" y="524932"/>
                  </a:lnTo>
                  <a:close/>
                  <a:moveTo>
                    <a:pt x="240482" y="524932"/>
                  </a:moveTo>
                  <a:lnTo>
                    <a:pt x="261875" y="542863"/>
                  </a:lnTo>
                  <a:lnTo>
                    <a:pt x="304680" y="532553"/>
                  </a:lnTo>
                  <a:close/>
                  <a:moveTo>
                    <a:pt x="304680" y="532553"/>
                  </a:moveTo>
                  <a:lnTo>
                    <a:pt x="304807" y="469706"/>
                  </a:lnTo>
                  <a:lnTo>
                    <a:pt x="240482" y="524932"/>
                  </a:lnTo>
                  <a:close/>
                  <a:moveTo>
                    <a:pt x="357317" y="527742"/>
                  </a:moveTo>
                  <a:lnTo>
                    <a:pt x="314199" y="467232"/>
                  </a:lnTo>
                  <a:lnTo>
                    <a:pt x="304807" y="469706"/>
                  </a:lnTo>
                  <a:close/>
                  <a:moveTo>
                    <a:pt x="357317" y="527742"/>
                  </a:moveTo>
                  <a:lnTo>
                    <a:pt x="304807" y="469706"/>
                  </a:lnTo>
                  <a:lnTo>
                    <a:pt x="304680" y="532553"/>
                  </a:lnTo>
                  <a:close/>
                  <a:moveTo>
                    <a:pt x="304807" y="469706"/>
                  </a:moveTo>
                  <a:lnTo>
                    <a:pt x="314199" y="467232"/>
                  </a:lnTo>
                  <a:lnTo>
                    <a:pt x="305133" y="457074"/>
                  </a:lnTo>
                  <a:close/>
                  <a:moveTo>
                    <a:pt x="301380" y="467232"/>
                  </a:moveTo>
                  <a:lnTo>
                    <a:pt x="304807" y="469706"/>
                  </a:lnTo>
                  <a:lnTo>
                    <a:pt x="305133" y="457074"/>
                  </a:lnTo>
                  <a:close/>
                  <a:moveTo>
                    <a:pt x="301380" y="467232"/>
                  </a:moveTo>
                  <a:lnTo>
                    <a:pt x="310210" y="402571"/>
                  </a:lnTo>
                  <a:lnTo>
                    <a:pt x="288292" y="391602"/>
                  </a:lnTo>
                  <a:close/>
                  <a:moveTo>
                    <a:pt x="383972" y="443329"/>
                  </a:moveTo>
                  <a:lnTo>
                    <a:pt x="314199" y="467232"/>
                  </a:lnTo>
                  <a:lnTo>
                    <a:pt x="364454" y="504189"/>
                  </a:lnTo>
                  <a:close/>
                  <a:moveTo>
                    <a:pt x="314199" y="467232"/>
                  </a:moveTo>
                  <a:lnTo>
                    <a:pt x="383972" y="443329"/>
                  </a:lnTo>
                  <a:lnTo>
                    <a:pt x="310210" y="402571"/>
                  </a:lnTo>
                  <a:close/>
                  <a:moveTo>
                    <a:pt x="314199" y="467232"/>
                  </a:moveTo>
                  <a:lnTo>
                    <a:pt x="310210" y="402571"/>
                  </a:lnTo>
                  <a:lnTo>
                    <a:pt x="305133" y="457074"/>
                  </a:lnTo>
                  <a:close/>
                  <a:moveTo>
                    <a:pt x="430816" y="443228"/>
                  </a:moveTo>
                  <a:lnTo>
                    <a:pt x="383972" y="443329"/>
                  </a:lnTo>
                  <a:lnTo>
                    <a:pt x="364454" y="504189"/>
                  </a:lnTo>
                  <a:close/>
                  <a:moveTo>
                    <a:pt x="249609" y="351113"/>
                  </a:moveTo>
                  <a:lnTo>
                    <a:pt x="288292" y="391602"/>
                  </a:lnTo>
                  <a:lnTo>
                    <a:pt x="310210" y="402571"/>
                  </a:lnTo>
                  <a:close/>
                  <a:moveTo>
                    <a:pt x="207039" y="288529"/>
                  </a:moveTo>
                  <a:lnTo>
                    <a:pt x="220032" y="313574"/>
                  </a:lnTo>
                  <a:lnTo>
                    <a:pt x="217978" y="312623"/>
                  </a:lnTo>
                  <a:close/>
                  <a:moveTo>
                    <a:pt x="315968" y="335148"/>
                  </a:moveTo>
                  <a:lnTo>
                    <a:pt x="386644" y="378414"/>
                  </a:lnTo>
                  <a:lnTo>
                    <a:pt x="355115" y="367508"/>
                  </a:lnTo>
                  <a:close/>
                  <a:moveTo>
                    <a:pt x="326023" y="340066"/>
                  </a:moveTo>
                  <a:lnTo>
                    <a:pt x="386644" y="378414"/>
                  </a:lnTo>
                  <a:lnTo>
                    <a:pt x="315968" y="335148"/>
                  </a:lnTo>
                  <a:close/>
                  <a:moveTo>
                    <a:pt x="364089" y="367925"/>
                  </a:moveTo>
                  <a:lnTo>
                    <a:pt x="386644" y="378414"/>
                  </a:lnTo>
                  <a:lnTo>
                    <a:pt x="326023" y="340066"/>
                  </a:lnTo>
                  <a:close/>
                  <a:moveTo>
                    <a:pt x="294318" y="264435"/>
                  </a:moveTo>
                  <a:lnTo>
                    <a:pt x="290724" y="288529"/>
                  </a:lnTo>
                  <a:lnTo>
                    <a:pt x="322248" y="315972"/>
                  </a:lnTo>
                  <a:close/>
                  <a:moveTo>
                    <a:pt x="294318" y="264435"/>
                  </a:moveTo>
                  <a:lnTo>
                    <a:pt x="291255" y="270288"/>
                  </a:lnTo>
                  <a:lnTo>
                    <a:pt x="290724" y="288529"/>
                  </a:lnTo>
                  <a:close/>
                  <a:moveTo>
                    <a:pt x="303403" y="157134"/>
                  </a:moveTo>
                  <a:lnTo>
                    <a:pt x="377085" y="188804"/>
                  </a:lnTo>
                  <a:lnTo>
                    <a:pt x="380238" y="195393"/>
                  </a:lnTo>
                  <a:close/>
                  <a:moveTo>
                    <a:pt x="255694" y="95195"/>
                  </a:moveTo>
                  <a:lnTo>
                    <a:pt x="198756" y="103503"/>
                  </a:lnTo>
                  <a:lnTo>
                    <a:pt x="249429" y="161362"/>
                  </a:lnTo>
                  <a:close/>
                  <a:moveTo>
                    <a:pt x="257690" y="161362"/>
                  </a:moveTo>
                  <a:lnTo>
                    <a:pt x="303403" y="157134"/>
                  </a:lnTo>
                  <a:lnTo>
                    <a:pt x="255694" y="95195"/>
                  </a:lnTo>
                  <a:close/>
                  <a:moveTo>
                    <a:pt x="787360" y="577003"/>
                  </a:moveTo>
                  <a:lnTo>
                    <a:pt x="790620" y="644792"/>
                  </a:lnTo>
                  <a:lnTo>
                    <a:pt x="816547" y="606831"/>
                  </a:lnTo>
                  <a:close/>
                  <a:moveTo>
                    <a:pt x="787360" y="577003"/>
                  </a:moveTo>
                  <a:lnTo>
                    <a:pt x="816547" y="606831"/>
                  </a:lnTo>
                  <a:lnTo>
                    <a:pt x="827965" y="561235"/>
                  </a:lnTo>
                  <a:close/>
                  <a:moveTo>
                    <a:pt x="827965" y="561235"/>
                  </a:moveTo>
                  <a:lnTo>
                    <a:pt x="840108" y="577003"/>
                  </a:lnTo>
                  <a:lnTo>
                    <a:pt x="827726" y="513726"/>
                  </a:lnTo>
                  <a:close/>
                  <a:moveTo>
                    <a:pt x="827726" y="513726"/>
                  </a:moveTo>
                  <a:lnTo>
                    <a:pt x="853124" y="568907"/>
                  </a:lnTo>
                  <a:lnTo>
                    <a:pt x="876482" y="521342"/>
                  </a:lnTo>
                  <a:close/>
                  <a:moveTo>
                    <a:pt x="885697" y="489539"/>
                  </a:moveTo>
                  <a:lnTo>
                    <a:pt x="827726" y="513726"/>
                  </a:lnTo>
                  <a:lnTo>
                    <a:pt x="876482" y="521342"/>
                  </a:lnTo>
                  <a:close/>
                  <a:moveTo>
                    <a:pt x="890643" y="439386"/>
                  </a:moveTo>
                  <a:lnTo>
                    <a:pt x="841695" y="431053"/>
                  </a:lnTo>
                  <a:lnTo>
                    <a:pt x="817202" y="449836"/>
                  </a:lnTo>
                  <a:close/>
                  <a:moveTo>
                    <a:pt x="890643" y="439386"/>
                  </a:moveTo>
                  <a:lnTo>
                    <a:pt x="918439" y="438160"/>
                  </a:lnTo>
                  <a:lnTo>
                    <a:pt x="896482" y="425742"/>
                  </a:lnTo>
                  <a:close/>
                  <a:moveTo>
                    <a:pt x="890643" y="439386"/>
                  </a:moveTo>
                  <a:lnTo>
                    <a:pt x="916036" y="494548"/>
                  </a:lnTo>
                  <a:lnTo>
                    <a:pt x="918439" y="438160"/>
                  </a:lnTo>
                  <a:close/>
                  <a:moveTo>
                    <a:pt x="909749" y="501373"/>
                  </a:moveTo>
                  <a:lnTo>
                    <a:pt x="916036" y="494548"/>
                  </a:lnTo>
                  <a:lnTo>
                    <a:pt x="885697" y="489539"/>
                  </a:lnTo>
                  <a:close/>
                  <a:moveTo>
                    <a:pt x="817202" y="449836"/>
                  </a:moveTo>
                  <a:lnTo>
                    <a:pt x="838142" y="427476"/>
                  </a:lnTo>
                  <a:lnTo>
                    <a:pt x="882393" y="408540"/>
                  </a:lnTo>
                  <a:close/>
                  <a:moveTo>
                    <a:pt x="882393" y="408540"/>
                  </a:moveTo>
                  <a:lnTo>
                    <a:pt x="855965" y="388225"/>
                  </a:lnTo>
                  <a:lnTo>
                    <a:pt x="816512" y="398300"/>
                  </a:lnTo>
                  <a:close/>
                  <a:moveTo>
                    <a:pt x="882393" y="408540"/>
                  </a:moveTo>
                  <a:lnTo>
                    <a:pt x="896482" y="425742"/>
                  </a:lnTo>
                  <a:lnTo>
                    <a:pt x="855965" y="388225"/>
                  </a:lnTo>
                  <a:close/>
                  <a:moveTo>
                    <a:pt x="896482" y="425742"/>
                  </a:moveTo>
                  <a:lnTo>
                    <a:pt x="918439" y="438160"/>
                  </a:lnTo>
                  <a:lnTo>
                    <a:pt x="855965" y="388225"/>
                  </a:lnTo>
                  <a:close/>
                  <a:moveTo>
                    <a:pt x="890643" y="439386"/>
                  </a:moveTo>
                  <a:lnTo>
                    <a:pt x="896482" y="425742"/>
                  </a:lnTo>
                  <a:lnTo>
                    <a:pt x="894938" y="419284"/>
                  </a:lnTo>
                  <a:close/>
                  <a:moveTo>
                    <a:pt x="894938" y="419284"/>
                  </a:moveTo>
                  <a:lnTo>
                    <a:pt x="896482" y="425742"/>
                  </a:lnTo>
                  <a:lnTo>
                    <a:pt x="882393" y="408540"/>
                  </a:lnTo>
                  <a:close/>
                  <a:moveTo>
                    <a:pt x="839617" y="143965"/>
                  </a:moveTo>
                  <a:lnTo>
                    <a:pt x="850178" y="141958"/>
                  </a:lnTo>
                  <a:lnTo>
                    <a:pt x="870534" y="94403"/>
                  </a:lnTo>
                  <a:close/>
                  <a:moveTo>
                    <a:pt x="793342" y="115371"/>
                  </a:moveTo>
                  <a:lnTo>
                    <a:pt x="839617" y="143965"/>
                  </a:lnTo>
                  <a:lnTo>
                    <a:pt x="870534" y="94403"/>
                  </a:lnTo>
                  <a:close/>
                  <a:moveTo>
                    <a:pt x="850178" y="141958"/>
                  </a:moveTo>
                  <a:lnTo>
                    <a:pt x="922751" y="119871"/>
                  </a:lnTo>
                  <a:lnTo>
                    <a:pt x="870534" y="94403"/>
                  </a:lnTo>
                  <a:close/>
                  <a:moveTo>
                    <a:pt x="981364" y="159423"/>
                  </a:moveTo>
                  <a:lnTo>
                    <a:pt x="983182" y="147314"/>
                  </a:lnTo>
                  <a:lnTo>
                    <a:pt x="954948" y="100436"/>
                  </a:lnTo>
                  <a:close/>
                  <a:moveTo>
                    <a:pt x="981364" y="159423"/>
                  </a:moveTo>
                  <a:lnTo>
                    <a:pt x="954948" y="100436"/>
                  </a:lnTo>
                  <a:lnTo>
                    <a:pt x="924398" y="121115"/>
                  </a:lnTo>
                  <a:close/>
                  <a:moveTo>
                    <a:pt x="1090145" y="123560"/>
                  </a:moveTo>
                  <a:lnTo>
                    <a:pt x="1086126" y="123220"/>
                  </a:lnTo>
                  <a:lnTo>
                    <a:pt x="1101301" y="174757"/>
                  </a:lnTo>
                  <a:close/>
                  <a:moveTo>
                    <a:pt x="1104475" y="71683"/>
                  </a:moveTo>
                  <a:lnTo>
                    <a:pt x="1089187" y="118078"/>
                  </a:lnTo>
                  <a:lnTo>
                    <a:pt x="1117336" y="76693"/>
                  </a:lnTo>
                  <a:close/>
                  <a:moveTo>
                    <a:pt x="1117336" y="76693"/>
                  </a:moveTo>
                  <a:lnTo>
                    <a:pt x="1089187" y="118078"/>
                  </a:lnTo>
                  <a:lnTo>
                    <a:pt x="1090145" y="123560"/>
                  </a:lnTo>
                  <a:close/>
                  <a:moveTo>
                    <a:pt x="1226596" y="12676"/>
                  </a:moveTo>
                  <a:lnTo>
                    <a:pt x="1190739" y="47589"/>
                  </a:lnTo>
                  <a:lnTo>
                    <a:pt x="1209304" y="39907"/>
                  </a:lnTo>
                  <a:close/>
                  <a:moveTo>
                    <a:pt x="1201500" y="53747"/>
                  </a:moveTo>
                  <a:lnTo>
                    <a:pt x="1245774" y="23496"/>
                  </a:lnTo>
                  <a:lnTo>
                    <a:pt x="1209304" y="39907"/>
                  </a:lnTo>
                  <a:close/>
                  <a:moveTo>
                    <a:pt x="1280965" y="41275"/>
                  </a:moveTo>
                  <a:lnTo>
                    <a:pt x="1245774" y="23496"/>
                  </a:lnTo>
                  <a:lnTo>
                    <a:pt x="1201500" y="53747"/>
                  </a:lnTo>
                  <a:close/>
                  <a:moveTo>
                    <a:pt x="1351829" y="0"/>
                  </a:moveTo>
                  <a:lnTo>
                    <a:pt x="1280965" y="41275"/>
                  </a:lnTo>
                  <a:lnTo>
                    <a:pt x="1332755" y="60232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34" name="Output_density__4333">
              <a:extLst>
                <a:ext uri="{FF2B5EF4-FFF2-40B4-BE49-F238E27FC236}">
                  <a16:creationId xmlns:a16="http://schemas.microsoft.com/office/drawing/2014/main" id="{6B3FD98F-BB02-4DCC-8489-4630090ABB85}"/>
                </a:ext>
              </a:extLst>
            </p:cNvPr>
            <p:cNvSpPr>
              <a:spLocks noGrp="1"/>
            </p:cNvSpPr>
            <p:nvPr/>
          </p:nvSpPr>
          <p:spPr>
            <a:xfrm>
              <a:off x="14861435" y="2749017"/>
              <a:ext cx="1428937" cy="696927"/>
            </a:xfrm>
            <a:custGeom>
              <a:avLst/>
              <a:gdLst/>
              <a:ahLst/>
              <a:cxnLst/>
              <a:rect l="0" t="0" r="0" b="0"/>
              <a:pathLst>
                <a:path w="1428937" h="696927">
                  <a:moveTo>
                    <a:pt x="271887" y="577067"/>
                  </a:moveTo>
                  <a:lnTo>
                    <a:pt x="244583" y="558352"/>
                  </a:lnTo>
                  <a:lnTo>
                    <a:pt x="293280" y="594998"/>
                  </a:lnTo>
                  <a:close/>
                  <a:moveTo>
                    <a:pt x="0" y="361409"/>
                  </a:moveTo>
                  <a:lnTo>
                    <a:pt x="31405" y="412946"/>
                  </a:lnTo>
                  <a:lnTo>
                    <a:pt x="43621" y="388851"/>
                  </a:lnTo>
                  <a:close/>
                  <a:moveTo>
                    <a:pt x="341615" y="454706"/>
                  </a:moveTo>
                  <a:lnTo>
                    <a:pt x="415377" y="495464"/>
                  </a:lnTo>
                  <a:lnTo>
                    <a:pt x="396359" y="448182"/>
                  </a:lnTo>
                  <a:close/>
                  <a:moveTo>
                    <a:pt x="462221" y="495363"/>
                  </a:moveTo>
                  <a:lnTo>
                    <a:pt x="396359" y="448182"/>
                  </a:lnTo>
                  <a:lnTo>
                    <a:pt x="415377" y="495464"/>
                  </a:lnTo>
                  <a:close/>
                  <a:moveTo>
                    <a:pt x="305916" y="434498"/>
                  </a:moveTo>
                  <a:lnTo>
                    <a:pt x="319696" y="443737"/>
                  </a:lnTo>
                  <a:lnTo>
                    <a:pt x="281014" y="403248"/>
                  </a:lnTo>
                  <a:close/>
                  <a:moveTo>
                    <a:pt x="281014" y="403248"/>
                  </a:moveTo>
                  <a:lnTo>
                    <a:pt x="341615" y="454706"/>
                  </a:lnTo>
                  <a:lnTo>
                    <a:pt x="317025" y="411955"/>
                  </a:lnTo>
                  <a:close/>
                  <a:moveTo>
                    <a:pt x="281014" y="403248"/>
                  </a:moveTo>
                  <a:lnTo>
                    <a:pt x="251437" y="365709"/>
                  </a:lnTo>
                  <a:lnTo>
                    <a:pt x="247745" y="392314"/>
                  </a:lnTo>
                  <a:close/>
                  <a:moveTo>
                    <a:pt x="281014" y="403248"/>
                  </a:moveTo>
                  <a:lnTo>
                    <a:pt x="334533" y="366813"/>
                  </a:lnTo>
                  <a:lnTo>
                    <a:pt x="257349" y="364757"/>
                  </a:lnTo>
                  <a:close/>
                  <a:moveTo>
                    <a:pt x="257349" y="364757"/>
                  </a:moveTo>
                  <a:lnTo>
                    <a:pt x="251437" y="365709"/>
                  </a:lnTo>
                  <a:lnTo>
                    <a:pt x="281014" y="403248"/>
                  </a:lnTo>
                  <a:close/>
                  <a:moveTo>
                    <a:pt x="334533" y="366813"/>
                  </a:moveTo>
                  <a:lnTo>
                    <a:pt x="357428" y="392200"/>
                  </a:lnTo>
                  <a:lnTo>
                    <a:pt x="347373" y="387282"/>
                  </a:lnTo>
                  <a:close/>
                  <a:moveTo>
                    <a:pt x="353652" y="368106"/>
                  </a:moveTo>
                  <a:lnTo>
                    <a:pt x="334533" y="366813"/>
                  </a:lnTo>
                  <a:lnTo>
                    <a:pt x="347373" y="387282"/>
                  </a:lnTo>
                  <a:close/>
                  <a:moveTo>
                    <a:pt x="334808" y="209268"/>
                  </a:moveTo>
                  <a:lnTo>
                    <a:pt x="411643" y="247528"/>
                  </a:lnTo>
                  <a:lnTo>
                    <a:pt x="394621" y="198624"/>
                  </a:lnTo>
                  <a:close/>
                  <a:moveTo>
                    <a:pt x="287098" y="147330"/>
                  </a:moveTo>
                  <a:lnTo>
                    <a:pt x="333093" y="147920"/>
                  </a:lnTo>
                  <a:lnTo>
                    <a:pt x="323311" y="93130"/>
                  </a:lnTo>
                  <a:close/>
                  <a:moveTo>
                    <a:pt x="818764" y="629138"/>
                  </a:moveTo>
                  <a:lnTo>
                    <a:pt x="783392" y="653232"/>
                  </a:lnTo>
                  <a:lnTo>
                    <a:pt x="822025" y="696927"/>
                  </a:lnTo>
                  <a:close/>
                  <a:moveTo>
                    <a:pt x="818764" y="629138"/>
                  </a:moveTo>
                  <a:lnTo>
                    <a:pt x="859370" y="613370"/>
                  </a:lnTo>
                  <a:lnTo>
                    <a:pt x="845072" y="553508"/>
                  </a:lnTo>
                  <a:close/>
                  <a:moveTo>
                    <a:pt x="917102" y="541674"/>
                  </a:moveTo>
                  <a:lnTo>
                    <a:pt x="922048" y="491521"/>
                  </a:lnTo>
                  <a:lnTo>
                    <a:pt x="848606" y="501971"/>
                  </a:lnTo>
                  <a:close/>
                  <a:moveTo>
                    <a:pt x="869392" y="542479"/>
                  </a:moveTo>
                  <a:lnTo>
                    <a:pt x="917102" y="541674"/>
                  </a:lnTo>
                  <a:lnTo>
                    <a:pt x="848606" y="501971"/>
                  </a:lnTo>
                  <a:close/>
                  <a:moveTo>
                    <a:pt x="847917" y="450435"/>
                  </a:moveTo>
                  <a:lnTo>
                    <a:pt x="848606" y="501971"/>
                  </a:lnTo>
                  <a:lnTo>
                    <a:pt x="913797" y="460675"/>
                  </a:lnTo>
                  <a:close/>
                  <a:moveTo>
                    <a:pt x="1011652" y="402247"/>
                  </a:moveTo>
                  <a:lnTo>
                    <a:pt x="1001953" y="440922"/>
                  </a:lnTo>
                  <a:lnTo>
                    <a:pt x="985532" y="461281"/>
                  </a:lnTo>
                  <a:close/>
                  <a:moveTo>
                    <a:pt x="1023313" y="217576"/>
                  </a:moveTo>
                  <a:lnTo>
                    <a:pt x="1014586" y="199449"/>
                  </a:lnTo>
                  <a:lnTo>
                    <a:pt x="1012769" y="211558"/>
                  </a:lnTo>
                  <a:close/>
                  <a:moveTo>
                    <a:pt x="1049470" y="123818"/>
                  </a:moveTo>
                  <a:lnTo>
                    <a:pt x="1065373" y="138439"/>
                  </a:lnTo>
                  <a:lnTo>
                    <a:pt x="1053082" y="130632"/>
                  </a:lnTo>
                  <a:close/>
                  <a:moveTo>
                    <a:pt x="1120592" y="170213"/>
                  </a:moveTo>
                  <a:lnTo>
                    <a:pt x="1075243" y="123818"/>
                  </a:lnTo>
                  <a:lnTo>
                    <a:pt x="1121550" y="175694"/>
                  </a:lnTo>
                  <a:close/>
                  <a:moveTo>
                    <a:pt x="1121550" y="175694"/>
                  </a:moveTo>
                  <a:lnTo>
                    <a:pt x="1075243" y="123818"/>
                  </a:lnTo>
                  <a:lnTo>
                    <a:pt x="1053082" y="130632"/>
                  </a:lnTo>
                  <a:close/>
                  <a:moveTo>
                    <a:pt x="1065373" y="138439"/>
                  </a:moveTo>
                  <a:lnTo>
                    <a:pt x="1117530" y="175355"/>
                  </a:lnTo>
                  <a:lnTo>
                    <a:pt x="1121550" y="175694"/>
                  </a:lnTo>
                  <a:close/>
                  <a:moveTo>
                    <a:pt x="1053082" y="130632"/>
                  </a:moveTo>
                  <a:lnTo>
                    <a:pt x="1065373" y="138439"/>
                  </a:lnTo>
                  <a:lnTo>
                    <a:pt x="1121550" y="175694"/>
                  </a:lnTo>
                  <a:close/>
                  <a:moveTo>
                    <a:pt x="1053082" y="130632"/>
                  </a:moveTo>
                  <a:lnTo>
                    <a:pt x="1075243" y="123818"/>
                  </a:lnTo>
                  <a:lnTo>
                    <a:pt x="1058998" y="114602"/>
                  </a:lnTo>
                  <a:close/>
                  <a:moveTo>
                    <a:pt x="1049470" y="123818"/>
                  </a:moveTo>
                  <a:lnTo>
                    <a:pt x="1053082" y="130632"/>
                  </a:lnTo>
                  <a:lnTo>
                    <a:pt x="1058998" y="114602"/>
                  </a:lnTo>
                  <a:close/>
                  <a:moveTo>
                    <a:pt x="1005723" y="50315"/>
                  </a:moveTo>
                  <a:lnTo>
                    <a:pt x="982974" y="24161"/>
                  </a:lnTo>
                  <a:lnTo>
                    <a:pt x="988717" y="26509"/>
                  </a:lnTo>
                  <a:close/>
                  <a:moveTo>
                    <a:pt x="1005723" y="50315"/>
                  </a:moveTo>
                  <a:lnTo>
                    <a:pt x="988717" y="26509"/>
                  </a:lnTo>
                  <a:lnTo>
                    <a:pt x="1040314" y="44747"/>
                  </a:lnTo>
                  <a:close/>
                  <a:moveTo>
                    <a:pt x="1075243" y="123818"/>
                  </a:moveTo>
                  <a:lnTo>
                    <a:pt x="1120592" y="170213"/>
                  </a:lnTo>
                  <a:lnTo>
                    <a:pt x="1114782" y="118453"/>
                  </a:lnTo>
                  <a:close/>
                  <a:moveTo>
                    <a:pt x="1058400" y="63565"/>
                  </a:moveTo>
                  <a:lnTo>
                    <a:pt x="1049470" y="123818"/>
                  </a:lnTo>
                  <a:lnTo>
                    <a:pt x="1058998" y="114602"/>
                  </a:lnTo>
                  <a:close/>
                  <a:moveTo>
                    <a:pt x="1114782" y="118453"/>
                  </a:moveTo>
                  <a:lnTo>
                    <a:pt x="1058998" y="114602"/>
                  </a:lnTo>
                  <a:lnTo>
                    <a:pt x="1075243" y="123818"/>
                  </a:lnTo>
                  <a:close/>
                  <a:moveTo>
                    <a:pt x="1058400" y="63565"/>
                  </a:moveTo>
                  <a:lnTo>
                    <a:pt x="1058998" y="114602"/>
                  </a:lnTo>
                  <a:lnTo>
                    <a:pt x="1114782" y="118453"/>
                  </a:lnTo>
                  <a:close/>
                  <a:moveTo>
                    <a:pt x="1114782" y="118453"/>
                  </a:moveTo>
                  <a:lnTo>
                    <a:pt x="1120592" y="170213"/>
                  </a:lnTo>
                  <a:lnTo>
                    <a:pt x="1135880" y="123818"/>
                  </a:lnTo>
                  <a:close/>
                  <a:moveTo>
                    <a:pt x="1114782" y="118453"/>
                  </a:moveTo>
                  <a:lnTo>
                    <a:pt x="1135880" y="123818"/>
                  </a:lnTo>
                  <a:lnTo>
                    <a:pt x="1101701" y="66345"/>
                  </a:lnTo>
                  <a:close/>
                  <a:moveTo>
                    <a:pt x="1019367" y="57317"/>
                  </a:moveTo>
                  <a:lnTo>
                    <a:pt x="1058400" y="63565"/>
                  </a:lnTo>
                  <a:lnTo>
                    <a:pt x="1040314" y="44747"/>
                  </a:lnTo>
                  <a:close/>
                  <a:moveTo>
                    <a:pt x="1176020" y="67875"/>
                  </a:moveTo>
                  <a:lnTo>
                    <a:pt x="1222144" y="99724"/>
                  </a:lnTo>
                  <a:lnTo>
                    <a:pt x="1212927" y="24094"/>
                  </a:lnTo>
                  <a:close/>
                  <a:moveTo>
                    <a:pt x="1212927" y="24094"/>
                  </a:moveTo>
                  <a:lnTo>
                    <a:pt x="1222144" y="99724"/>
                  </a:lnTo>
                  <a:lnTo>
                    <a:pt x="1258001" y="64811"/>
                  </a:lnTo>
                  <a:close/>
                  <a:moveTo>
                    <a:pt x="1240708" y="92042"/>
                  </a:moveTo>
                  <a:lnTo>
                    <a:pt x="1277179" y="75631"/>
                  </a:lnTo>
                  <a:lnTo>
                    <a:pt x="1258001" y="64811"/>
                  </a:lnTo>
                  <a:close/>
                  <a:moveTo>
                    <a:pt x="1277179" y="75631"/>
                  </a:moveTo>
                  <a:lnTo>
                    <a:pt x="1312370" y="93410"/>
                  </a:lnTo>
                  <a:lnTo>
                    <a:pt x="1321300" y="64504"/>
                  </a:lnTo>
                  <a:close/>
                  <a:moveTo>
                    <a:pt x="1258001" y="64811"/>
                  </a:moveTo>
                  <a:lnTo>
                    <a:pt x="1277179" y="75631"/>
                  </a:lnTo>
                  <a:lnTo>
                    <a:pt x="1313541" y="0"/>
                  </a:lnTo>
                  <a:close/>
                  <a:moveTo>
                    <a:pt x="1326308" y="10624"/>
                  </a:moveTo>
                  <a:lnTo>
                    <a:pt x="1277179" y="75631"/>
                  </a:lnTo>
                  <a:lnTo>
                    <a:pt x="1321300" y="64504"/>
                  </a:lnTo>
                  <a:close/>
                  <a:moveTo>
                    <a:pt x="1383234" y="52135"/>
                  </a:moveTo>
                  <a:lnTo>
                    <a:pt x="1321300" y="64504"/>
                  </a:lnTo>
                  <a:lnTo>
                    <a:pt x="1312370" y="93410"/>
                  </a:lnTo>
                  <a:close/>
                  <a:moveTo>
                    <a:pt x="1321300" y="64504"/>
                  </a:moveTo>
                  <a:lnTo>
                    <a:pt x="1383234" y="52135"/>
                  </a:lnTo>
                  <a:lnTo>
                    <a:pt x="1326308" y="10624"/>
                  </a:lnTo>
                  <a:close/>
                  <a:moveTo>
                    <a:pt x="1383234" y="52135"/>
                  </a:moveTo>
                  <a:lnTo>
                    <a:pt x="1383251" y="48849"/>
                  </a:lnTo>
                  <a:lnTo>
                    <a:pt x="1326308" y="10624"/>
                  </a:lnTo>
                  <a:close/>
                  <a:moveTo>
                    <a:pt x="1383234" y="52135"/>
                  </a:moveTo>
                  <a:lnTo>
                    <a:pt x="1428937" y="52961"/>
                  </a:lnTo>
                  <a:lnTo>
                    <a:pt x="1383251" y="4884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35" name="Output_density__4334">
              <a:extLst>
                <a:ext uri="{FF2B5EF4-FFF2-40B4-BE49-F238E27FC236}">
                  <a16:creationId xmlns:a16="http://schemas.microsoft.com/office/drawing/2014/main" id="{AD0747A8-F1D4-5CA4-3E29-EEC7F000F897}"/>
                </a:ext>
              </a:extLst>
            </p:cNvPr>
            <p:cNvSpPr>
              <a:spLocks noGrp="1"/>
            </p:cNvSpPr>
            <p:nvPr/>
          </p:nvSpPr>
          <p:spPr>
            <a:xfrm>
              <a:off x="14961088" y="2887410"/>
              <a:ext cx="1046413" cy="550368"/>
            </a:xfrm>
            <a:custGeom>
              <a:avLst/>
              <a:gdLst/>
              <a:ahLst/>
              <a:cxnLst/>
              <a:rect l="0" t="0" r="0" b="0"/>
              <a:pathLst>
                <a:path w="1046413" h="550368">
                  <a:moveTo>
                    <a:pt x="28917" y="387088"/>
                  </a:moveTo>
                  <a:lnTo>
                    <a:pt x="0" y="361094"/>
                  </a:lnTo>
                  <a:lnTo>
                    <a:pt x="15592" y="377625"/>
                  </a:lnTo>
                  <a:close/>
                  <a:moveTo>
                    <a:pt x="66122" y="391290"/>
                  </a:moveTo>
                  <a:lnTo>
                    <a:pt x="12953" y="367178"/>
                  </a:lnTo>
                  <a:lnTo>
                    <a:pt x="28917" y="387088"/>
                  </a:lnTo>
                  <a:close/>
                  <a:moveTo>
                    <a:pt x="233133" y="380973"/>
                  </a:moveTo>
                  <a:lnTo>
                    <a:pt x="213632" y="432510"/>
                  </a:lnTo>
                  <a:lnTo>
                    <a:pt x="172235" y="438673"/>
                  </a:lnTo>
                  <a:close/>
                  <a:moveTo>
                    <a:pt x="172235" y="438673"/>
                  </a:moveTo>
                  <a:lnTo>
                    <a:pt x="213632" y="432510"/>
                  </a:lnTo>
                  <a:lnTo>
                    <a:pt x="197826" y="439697"/>
                  </a:lnTo>
                  <a:close/>
                  <a:moveTo>
                    <a:pt x="120354" y="401956"/>
                  </a:moveTo>
                  <a:lnTo>
                    <a:pt x="172235" y="438673"/>
                  </a:lnTo>
                  <a:lnTo>
                    <a:pt x="197826" y="439697"/>
                  </a:lnTo>
                  <a:close/>
                  <a:moveTo>
                    <a:pt x="316308" y="356595"/>
                  </a:moveTo>
                  <a:lnTo>
                    <a:pt x="357487" y="385860"/>
                  </a:lnTo>
                  <a:lnTo>
                    <a:pt x="313097" y="356880"/>
                  </a:lnTo>
                  <a:close/>
                  <a:moveTo>
                    <a:pt x="318396" y="292155"/>
                  </a:moveTo>
                  <a:lnTo>
                    <a:pt x="347519" y="281249"/>
                  </a:lnTo>
                  <a:lnTo>
                    <a:pt x="316308" y="356595"/>
                  </a:lnTo>
                  <a:close/>
                  <a:moveTo>
                    <a:pt x="748299" y="520572"/>
                  </a:moveTo>
                  <a:lnTo>
                    <a:pt x="777995" y="498099"/>
                  </a:lnTo>
                  <a:lnTo>
                    <a:pt x="771860" y="490744"/>
                  </a:lnTo>
                  <a:close/>
                  <a:moveTo>
                    <a:pt x="766908" y="550368"/>
                  </a:moveTo>
                  <a:lnTo>
                    <a:pt x="777995" y="498099"/>
                  </a:lnTo>
                  <a:lnTo>
                    <a:pt x="748299" y="520572"/>
                  </a:lnTo>
                  <a:close/>
                  <a:moveTo>
                    <a:pt x="653293" y="340036"/>
                  </a:moveTo>
                  <a:lnTo>
                    <a:pt x="687667" y="336134"/>
                  </a:lnTo>
                  <a:lnTo>
                    <a:pt x="710831" y="363577"/>
                  </a:lnTo>
                  <a:close/>
                  <a:moveTo>
                    <a:pt x="710831" y="363577"/>
                  </a:moveTo>
                  <a:lnTo>
                    <a:pt x="687667" y="336134"/>
                  </a:lnTo>
                  <a:lnTo>
                    <a:pt x="710241" y="312041"/>
                  </a:lnTo>
                  <a:close/>
                  <a:moveTo>
                    <a:pt x="653293" y="340036"/>
                  </a:moveTo>
                  <a:lnTo>
                    <a:pt x="648598" y="362257"/>
                  </a:lnTo>
                  <a:lnTo>
                    <a:pt x="610888" y="356166"/>
                  </a:lnTo>
                  <a:close/>
                  <a:moveTo>
                    <a:pt x="687667" y="336134"/>
                  </a:moveTo>
                  <a:lnTo>
                    <a:pt x="703244" y="260504"/>
                  </a:lnTo>
                  <a:lnTo>
                    <a:pt x="710241" y="312041"/>
                  </a:lnTo>
                  <a:close/>
                  <a:moveTo>
                    <a:pt x="728593" y="249307"/>
                  </a:moveTo>
                  <a:lnTo>
                    <a:pt x="703244" y="260504"/>
                  </a:lnTo>
                  <a:lnTo>
                    <a:pt x="713026" y="253789"/>
                  </a:lnTo>
                  <a:close/>
                  <a:moveTo>
                    <a:pt x="1013429" y="169670"/>
                  </a:moveTo>
                  <a:lnTo>
                    <a:pt x="1031254" y="217922"/>
                  </a:lnTo>
                  <a:lnTo>
                    <a:pt x="1033923" y="239759"/>
                  </a:lnTo>
                  <a:close/>
                  <a:moveTo>
                    <a:pt x="1031254" y="217922"/>
                  </a:moveTo>
                  <a:lnTo>
                    <a:pt x="1013429" y="169670"/>
                  </a:lnTo>
                  <a:lnTo>
                    <a:pt x="1030332" y="215665"/>
                  </a:lnTo>
                  <a:close/>
                  <a:moveTo>
                    <a:pt x="1013429" y="169670"/>
                  </a:moveTo>
                  <a:lnTo>
                    <a:pt x="1006874" y="164128"/>
                  </a:lnTo>
                  <a:lnTo>
                    <a:pt x="1030332" y="215665"/>
                  </a:lnTo>
                  <a:close/>
                  <a:moveTo>
                    <a:pt x="836189" y="0"/>
                  </a:moveTo>
                  <a:lnTo>
                    <a:pt x="766041" y="33612"/>
                  </a:lnTo>
                  <a:lnTo>
                    <a:pt x="802286" y="8143"/>
                  </a:lnTo>
                  <a:close/>
                  <a:moveTo>
                    <a:pt x="1006874" y="164128"/>
                  </a:moveTo>
                  <a:lnTo>
                    <a:pt x="1031894" y="91915"/>
                  </a:lnTo>
                  <a:lnTo>
                    <a:pt x="1033053" y="88498"/>
                  </a:lnTo>
                  <a:close/>
                  <a:moveTo>
                    <a:pt x="1021897" y="37300"/>
                  </a:moveTo>
                  <a:lnTo>
                    <a:pt x="1031894" y="91915"/>
                  </a:lnTo>
                  <a:lnTo>
                    <a:pt x="1046413" y="5535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36" name="Output_density__4335">
              <a:extLst>
                <a:ext uri="{FF2B5EF4-FFF2-40B4-BE49-F238E27FC236}">
                  <a16:creationId xmlns:a16="http://schemas.microsoft.com/office/drawing/2014/main" id="{81C960BE-8F56-D3E8-E6D4-390782DE0A28}"/>
                </a:ext>
              </a:extLst>
            </p:cNvPr>
            <p:cNvSpPr>
              <a:spLocks noGrp="1"/>
            </p:cNvSpPr>
            <p:nvPr/>
          </p:nvSpPr>
          <p:spPr>
            <a:xfrm>
              <a:off x="14861435" y="2508532"/>
              <a:ext cx="1383251" cy="893717"/>
            </a:xfrm>
            <a:custGeom>
              <a:avLst/>
              <a:gdLst/>
              <a:ahLst/>
              <a:cxnLst/>
              <a:rect l="0" t="0" r="0" b="0"/>
              <a:pathLst>
                <a:path w="1383251" h="893717">
                  <a:moveTo>
                    <a:pt x="0" y="601894"/>
                  </a:moveTo>
                  <a:lnTo>
                    <a:pt x="43621" y="629336"/>
                  </a:lnTo>
                  <a:lnTo>
                    <a:pt x="36446" y="577800"/>
                  </a:lnTo>
                  <a:close/>
                  <a:moveTo>
                    <a:pt x="27279" y="526263"/>
                  </a:moveTo>
                  <a:lnTo>
                    <a:pt x="0" y="601894"/>
                  </a:lnTo>
                  <a:lnTo>
                    <a:pt x="36446" y="577800"/>
                  </a:lnTo>
                  <a:close/>
                  <a:moveTo>
                    <a:pt x="317025" y="652439"/>
                  </a:moveTo>
                  <a:lnTo>
                    <a:pt x="334533" y="607297"/>
                  </a:lnTo>
                  <a:lnTo>
                    <a:pt x="281014" y="643733"/>
                  </a:lnTo>
                  <a:close/>
                  <a:moveTo>
                    <a:pt x="322129" y="581148"/>
                  </a:moveTo>
                  <a:lnTo>
                    <a:pt x="334533" y="607297"/>
                  </a:lnTo>
                  <a:lnTo>
                    <a:pt x="353652" y="608591"/>
                  </a:lnTo>
                  <a:close/>
                  <a:moveTo>
                    <a:pt x="287098" y="387815"/>
                  </a:moveTo>
                  <a:lnTo>
                    <a:pt x="334808" y="449753"/>
                  </a:lnTo>
                  <a:lnTo>
                    <a:pt x="333093" y="388405"/>
                  </a:lnTo>
                  <a:close/>
                  <a:moveTo>
                    <a:pt x="230161" y="396122"/>
                  </a:moveTo>
                  <a:lnTo>
                    <a:pt x="287098" y="387815"/>
                  </a:lnTo>
                  <a:lnTo>
                    <a:pt x="280967" y="330057"/>
                  </a:lnTo>
                  <a:close/>
                  <a:moveTo>
                    <a:pt x="287098" y="387815"/>
                  </a:moveTo>
                  <a:lnTo>
                    <a:pt x="323311" y="333615"/>
                  </a:lnTo>
                  <a:lnTo>
                    <a:pt x="280967" y="330057"/>
                  </a:lnTo>
                  <a:close/>
                  <a:moveTo>
                    <a:pt x="224959" y="337608"/>
                  </a:moveTo>
                  <a:lnTo>
                    <a:pt x="280967" y="330057"/>
                  </a:lnTo>
                  <a:lnTo>
                    <a:pt x="242163" y="301717"/>
                  </a:lnTo>
                  <a:close/>
                  <a:moveTo>
                    <a:pt x="750468" y="842180"/>
                  </a:moveTo>
                  <a:lnTo>
                    <a:pt x="783392" y="893717"/>
                  </a:lnTo>
                  <a:lnTo>
                    <a:pt x="818764" y="869623"/>
                  </a:lnTo>
                  <a:close/>
                  <a:moveTo>
                    <a:pt x="750468" y="842180"/>
                  </a:moveTo>
                  <a:lnTo>
                    <a:pt x="818764" y="869623"/>
                  </a:lnTo>
                  <a:lnTo>
                    <a:pt x="789181" y="818086"/>
                  </a:lnTo>
                  <a:close/>
                  <a:moveTo>
                    <a:pt x="741716" y="790644"/>
                  </a:moveTo>
                  <a:lnTo>
                    <a:pt x="750468" y="842180"/>
                  </a:lnTo>
                  <a:lnTo>
                    <a:pt x="789181" y="818086"/>
                  </a:lnTo>
                  <a:close/>
                  <a:moveTo>
                    <a:pt x="789181" y="818086"/>
                  </a:moveTo>
                  <a:lnTo>
                    <a:pt x="818764" y="869623"/>
                  </a:lnTo>
                  <a:lnTo>
                    <a:pt x="845072" y="793992"/>
                  </a:lnTo>
                  <a:close/>
                  <a:moveTo>
                    <a:pt x="799673" y="715013"/>
                  </a:moveTo>
                  <a:lnTo>
                    <a:pt x="848606" y="742456"/>
                  </a:lnTo>
                  <a:lnTo>
                    <a:pt x="847917" y="690919"/>
                  </a:lnTo>
                  <a:close/>
                  <a:moveTo>
                    <a:pt x="575484" y="444543"/>
                  </a:moveTo>
                  <a:lnTo>
                    <a:pt x="590136" y="433236"/>
                  </a:lnTo>
                  <a:lnTo>
                    <a:pt x="574538" y="457330"/>
                  </a:lnTo>
                  <a:close/>
                  <a:moveTo>
                    <a:pt x="1039372" y="567101"/>
                  </a:moveTo>
                  <a:lnTo>
                    <a:pt x="1015997" y="589495"/>
                  </a:lnTo>
                  <a:lnTo>
                    <a:pt x="1011652" y="642731"/>
                  </a:lnTo>
                  <a:close/>
                  <a:moveTo>
                    <a:pt x="861813" y="287182"/>
                  </a:moveTo>
                  <a:lnTo>
                    <a:pt x="899520" y="243078"/>
                  </a:lnTo>
                  <a:lnTo>
                    <a:pt x="887548" y="241499"/>
                  </a:lnTo>
                  <a:close/>
                  <a:moveTo>
                    <a:pt x="861813" y="287182"/>
                  </a:moveTo>
                  <a:lnTo>
                    <a:pt x="887548" y="241499"/>
                  </a:lnTo>
                  <a:lnTo>
                    <a:pt x="833836" y="247184"/>
                  </a:lnTo>
                  <a:close/>
                  <a:moveTo>
                    <a:pt x="934394" y="266158"/>
                  </a:moveTo>
                  <a:lnTo>
                    <a:pt x="949490" y="255232"/>
                  </a:lnTo>
                  <a:lnTo>
                    <a:pt x="899520" y="243078"/>
                  </a:lnTo>
                  <a:close/>
                  <a:moveTo>
                    <a:pt x="934394" y="266158"/>
                  </a:moveTo>
                  <a:lnTo>
                    <a:pt x="982974" y="264646"/>
                  </a:lnTo>
                  <a:lnTo>
                    <a:pt x="949490" y="255232"/>
                  </a:lnTo>
                  <a:close/>
                  <a:moveTo>
                    <a:pt x="982974" y="264646"/>
                  </a:moveTo>
                  <a:lnTo>
                    <a:pt x="934394" y="266158"/>
                  </a:lnTo>
                  <a:lnTo>
                    <a:pt x="988717" y="266994"/>
                  </a:lnTo>
                  <a:close/>
                  <a:moveTo>
                    <a:pt x="1101701" y="306830"/>
                  </a:moveTo>
                  <a:lnTo>
                    <a:pt x="1058400" y="304050"/>
                  </a:lnTo>
                  <a:lnTo>
                    <a:pt x="1114782" y="358938"/>
                  </a:lnTo>
                  <a:close/>
                  <a:moveTo>
                    <a:pt x="1101701" y="306830"/>
                  </a:moveTo>
                  <a:lnTo>
                    <a:pt x="1135880" y="364303"/>
                  </a:lnTo>
                  <a:lnTo>
                    <a:pt x="1176020" y="308360"/>
                  </a:lnTo>
                  <a:close/>
                  <a:moveTo>
                    <a:pt x="1101701" y="306830"/>
                  </a:moveTo>
                  <a:lnTo>
                    <a:pt x="1176020" y="308360"/>
                  </a:lnTo>
                  <a:lnTo>
                    <a:pt x="1154327" y="288673"/>
                  </a:lnTo>
                  <a:close/>
                  <a:moveTo>
                    <a:pt x="1019367" y="297801"/>
                  </a:moveTo>
                  <a:lnTo>
                    <a:pt x="1040314" y="285232"/>
                  </a:lnTo>
                  <a:lnTo>
                    <a:pt x="988717" y="266994"/>
                  </a:lnTo>
                  <a:close/>
                  <a:moveTo>
                    <a:pt x="1058400" y="304050"/>
                  </a:moveTo>
                  <a:lnTo>
                    <a:pt x="1084936" y="277385"/>
                  </a:lnTo>
                  <a:lnTo>
                    <a:pt x="1040314" y="285232"/>
                  </a:lnTo>
                  <a:close/>
                  <a:moveTo>
                    <a:pt x="1058400" y="304050"/>
                  </a:moveTo>
                  <a:lnTo>
                    <a:pt x="1101701" y="306830"/>
                  </a:lnTo>
                  <a:lnTo>
                    <a:pt x="1084936" y="277385"/>
                  </a:lnTo>
                  <a:close/>
                  <a:moveTo>
                    <a:pt x="1184502" y="277496"/>
                  </a:moveTo>
                  <a:lnTo>
                    <a:pt x="1176020" y="308360"/>
                  </a:lnTo>
                  <a:lnTo>
                    <a:pt x="1212927" y="264579"/>
                  </a:lnTo>
                  <a:close/>
                  <a:moveTo>
                    <a:pt x="1154327" y="288673"/>
                  </a:moveTo>
                  <a:lnTo>
                    <a:pt x="1176020" y="308360"/>
                  </a:lnTo>
                  <a:lnTo>
                    <a:pt x="1184502" y="277496"/>
                  </a:lnTo>
                  <a:close/>
                  <a:moveTo>
                    <a:pt x="1266142" y="249106"/>
                  </a:moveTo>
                  <a:lnTo>
                    <a:pt x="1258001" y="305296"/>
                  </a:lnTo>
                  <a:lnTo>
                    <a:pt x="1313541" y="240485"/>
                  </a:lnTo>
                  <a:close/>
                  <a:moveTo>
                    <a:pt x="1313541" y="240485"/>
                  </a:moveTo>
                  <a:lnTo>
                    <a:pt x="1277179" y="316115"/>
                  </a:lnTo>
                  <a:lnTo>
                    <a:pt x="1326308" y="251109"/>
                  </a:lnTo>
                  <a:close/>
                  <a:moveTo>
                    <a:pt x="1212927" y="264579"/>
                  </a:moveTo>
                  <a:lnTo>
                    <a:pt x="1258001" y="305296"/>
                  </a:lnTo>
                  <a:lnTo>
                    <a:pt x="1266142" y="249106"/>
                  </a:lnTo>
                  <a:close/>
                  <a:moveTo>
                    <a:pt x="1266142" y="249106"/>
                  </a:moveTo>
                  <a:lnTo>
                    <a:pt x="1319520" y="225726"/>
                  </a:lnTo>
                  <a:lnTo>
                    <a:pt x="1299487" y="197237"/>
                  </a:lnTo>
                  <a:close/>
                  <a:moveTo>
                    <a:pt x="1266142" y="249106"/>
                  </a:moveTo>
                  <a:lnTo>
                    <a:pt x="1299487" y="197237"/>
                  </a:lnTo>
                  <a:lnTo>
                    <a:pt x="1251788" y="198033"/>
                  </a:lnTo>
                  <a:close/>
                  <a:moveTo>
                    <a:pt x="1251788" y="198033"/>
                  </a:moveTo>
                  <a:lnTo>
                    <a:pt x="1299487" y="197237"/>
                  </a:lnTo>
                  <a:lnTo>
                    <a:pt x="1234191" y="149596"/>
                  </a:lnTo>
                  <a:close/>
                  <a:moveTo>
                    <a:pt x="1313541" y="240485"/>
                  </a:moveTo>
                  <a:lnTo>
                    <a:pt x="1326308" y="251109"/>
                  </a:lnTo>
                  <a:lnTo>
                    <a:pt x="1326622" y="237919"/>
                  </a:lnTo>
                  <a:close/>
                  <a:moveTo>
                    <a:pt x="1319520" y="225726"/>
                  </a:moveTo>
                  <a:lnTo>
                    <a:pt x="1313541" y="240485"/>
                  </a:lnTo>
                  <a:lnTo>
                    <a:pt x="1326622" y="237919"/>
                  </a:lnTo>
                  <a:close/>
                  <a:moveTo>
                    <a:pt x="1382282" y="230651"/>
                  </a:moveTo>
                  <a:lnTo>
                    <a:pt x="1326308" y="251109"/>
                  </a:lnTo>
                  <a:lnTo>
                    <a:pt x="1383251" y="289334"/>
                  </a:lnTo>
                  <a:close/>
                  <a:moveTo>
                    <a:pt x="1382282" y="230651"/>
                  </a:moveTo>
                  <a:lnTo>
                    <a:pt x="1326622" y="237919"/>
                  </a:lnTo>
                  <a:lnTo>
                    <a:pt x="1326308" y="251109"/>
                  </a:lnTo>
                  <a:close/>
                  <a:moveTo>
                    <a:pt x="1326622" y="237919"/>
                  </a:moveTo>
                  <a:lnTo>
                    <a:pt x="1356967" y="191062"/>
                  </a:lnTo>
                  <a:lnTo>
                    <a:pt x="1319520" y="225726"/>
                  </a:lnTo>
                  <a:close/>
                  <a:moveTo>
                    <a:pt x="1326622" y="237919"/>
                  </a:moveTo>
                  <a:lnTo>
                    <a:pt x="1382282" y="230651"/>
                  </a:lnTo>
                  <a:lnTo>
                    <a:pt x="1356967" y="191062"/>
                  </a:lnTo>
                  <a:close/>
                  <a:moveTo>
                    <a:pt x="1310773" y="62576"/>
                  </a:moveTo>
                  <a:lnTo>
                    <a:pt x="1295141" y="134578"/>
                  </a:lnTo>
                  <a:lnTo>
                    <a:pt x="1314982" y="61781"/>
                  </a:lnTo>
                  <a:close/>
                  <a:moveTo>
                    <a:pt x="1310773" y="62576"/>
                  </a:moveTo>
                  <a:lnTo>
                    <a:pt x="1241874" y="110101"/>
                  </a:lnTo>
                  <a:lnTo>
                    <a:pt x="1295141" y="134578"/>
                  </a:lnTo>
                  <a:close/>
                  <a:moveTo>
                    <a:pt x="1310773" y="62576"/>
                  </a:moveTo>
                  <a:lnTo>
                    <a:pt x="1310816" y="58286"/>
                  </a:lnTo>
                  <a:lnTo>
                    <a:pt x="1244598" y="78393"/>
                  </a:lnTo>
                  <a:close/>
                  <a:moveTo>
                    <a:pt x="1310773" y="62576"/>
                  </a:moveTo>
                  <a:lnTo>
                    <a:pt x="1314982" y="61781"/>
                  </a:lnTo>
                  <a:lnTo>
                    <a:pt x="1310816" y="58286"/>
                  </a:lnTo>
                  <a:close/>
                  <a:moveTo>
                    <a:pt x="1366972" y="113317"/>
                  </a:moveTo>
                  <a:lnTo>
                    <a:pt x="1374411" y="121382"/>
                  </a:lnTo>
                  <a:lnTo>
                    <a:pt x="1374482" y="111506"/>
                  </a:lnTo>
                  <a:close/>
                  <a:moveTo>
                    <a:pt x="1314982" y="61781"/>
                  </a:moveTo>
                  <a:lnTo>
                    <a:pt x="1374482" y="111506"/>
                  </a:lnTo>
                  <a:lnTo>
                    <a:pt x="1369613" y="52722"/>
                  </a:lnTo>
                  <a:close/>
                  <a:moveTo>
                    <a:pt x="1314982" y="61781"/>
                  </a:moveTo>
                  <a:lnTo>
                    <a:pt x="1366972" y="113317"/>
                  </a:lnTo>
                  <a:lnTo>
                    <a:pt x="1374482" y="111506"/>
                  </a:lnTo>
                  <a:close/>
                  <a:moveTo>
                    <a:pt x="1369613" y="52722"/>
                  </a:moveTo>
                  <a:lnTo>
                    <a:pt x="1310816" y="58286"/>
                  </a:lnTo>
                  <a:lnTo>
                    <a:pt x="1314982" y="61781"/>
                  </a:lnTo>
                  <a:close/>
                  <a:moveTo>
                    <a:pt x="1310567" y="0"/>
                  </a:moveTo>
                  <a:lnTo>
                    <a:pt x="1310816" y="58286"/>
                  </a:lnTo>
                  <a:lnTo>
                    <a:pt x="1369613" y="5272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37" name="Output_density__4336">
              <a:extLst>
                <a:ext uri="{FF2B5EF4-FFF2-40B4-BE49-F238E27FC236}">
                  <a16:creationId xmlns:a16="http://schemas.microsoft.com/office/drawing/2014/main" id="{9EC6EC2B-E1D6-CA13-922C-0C70FC55B98D}"/>
                </a:ext>
              </a:extLst>
            </p:cNvPr>
            <p:cNvSpPr>
              <a:spLocks noGrp="1"/>
            </p:cNvSpPr>
            <p:nvPr/>
          </p:nvSpPr>
          <p:spPr>
            <a:xfrm>
              <a:off x="14842736" y="2508532"/>
              <a:ext cx="1338219" cy="818086"/>
            </a:xfrm>
            <a:custGeom>
              <a:avLst/>
              <a:gdLst/>
              <a:ahLst/>
              <a:cxnLst/>
              <a:rect l="0" t="0" r="0" b="0"/>
              <a:pathLst>
                <a:path w="1338219" h="818086">
                  <a:moveTo>
                    <a:pt x="1013" y="546414"/>
                  </a:moveTo>
                  <a:lnTo>
                    <a:pt x="0" y="564703"/>
                  </a:lnTo>
                  <a:lnTo>
                    <a:pt x="45979" y="526263"/>
                  </a:lnTo>
                  <a:close/>
                  <a:moveTo>
                    <a:pt x="45979" y="526263"/>
                  </a:moveTo>
                  <a:lnTo>
                    <a:pt x="0" y="564703"/>
                  </a:lnTo>
                  <a:lnTo>
                    <a:pt x="18700" y="601894"/>
                  </a:lnTo>
                  <a:close/>
                  <a:moveTo>
                    <a:pt x="55146" y="577800"/>
                  </a:moveTo>
                  <a:lnTo>
                    <a:pt x="75682" y="502169"/>
                  </a:lnTo>
                  <a:lnTo>
                    <a:pt x="45979" y="526263"/>
                  </a:lnTo>
                  <a:close/>
                  <a:moveTo>
                    <a:pt x="43660" y="474726"/>
                  </a:moveTo>
                  <a:lnTo>
                    <a:pt x="45979" y="526263"/>
                  </a:lnTo>
                  <a:lnTo>
                    <a:pt x="75682" y="502169"/>
                  </a:lnTo>
                  <a:close/>
                  <a:moveTo>
                    <a:pt x="43660" y="474726"/>
                  </a:moveTo>
                  <a:lnTo>
                    <a:pt x="75682" y="502169"/>
                  </a:lnTo>
                  <a:lnTo>
                    <a:pt x="78229" y="450632"/>
                  </a:lnTo>
                  <a:close/>
                  <a:moveTo>
                    <a:pt x="74472" y="399096"/>
                  </a:moveTo>
                  <a:lnTo>
                    <a:pt x="74243" y="399376"/>
                  </a:lnTo>
                  <a:lnTo>
                    <a:pt x="43660" y="474726"/>
                  </a:lnTo>
                  <a:close/>
                  <a:moveTo>
                    <a:pt x="78229" y="450632"/>
                  </a:moveTo>
                  <a:lnTo>
                    <a:pt x="74472" y="399096"/>
                  </a:lnTo>
                  <a:lnTo>
                    <a:pt x="43660" y="474726"/>
                  </a:lnTo>
                  <a:close/>
                  <a:moveTo>
                    <a:pt x="74539" y="398915"/>
                  </a:moveTo>
                  <a:lnTo>
                    <a:pt x="74243" y="399376"/>
                  </a:lnTo>
                  <a:lnTo>
                    <a:pt x="74472" y="399096"/>
                  </a:lnTo>
                  <a:close/>
                  <a:moveTo>
                    <a:pt x="78229" y="450632"/>
                  </a:moveTo>
                  <a:lnTo>
                    <a:pt x="119614" y="432546"/>
                  </a:lnTo>
                  <a:lnTo>
                    <a:pt x="109850" y="433171"/>
                  </a:lnTo>
                  <a:close/>
                  <a:moveTo>
                    <a:pt x="74472" y="399096"/>
                  </a:moveTo>
                  <a:lnTo>
                    <a:pt x="109850" y="433171"/>
                  </a:lnTo>
                  <a:lnTo>
                    <a:pt x="74844" y="398887"/>
                  </a:lnTo>
                  <a:close/>
                  <a:moveTo>
                    <a:pt x="74472" y="399096"/>
                  </a:moveTo>
                  <a:lnTo>
                    <a:pt x="78229" y="450632"/>
                  </a:lnTo>
                  <a:lnTo>
                    <a:pt x="109850" y="433171"/>
                  </a:lnTo>
                  <a:close/>
                  <a:moveTo>
                    <a:pt x="123479" y="426539"/>
                  </a:moveTo>
                  <a:lnTo>
                    <a:pt x="115728" y="375002"/>
                  </a:lnTo>
                  <a:lnTo>
                    <a:pt x="109850" y="433171"/>
                  </a:lnTo>
                  <a:close/>
                  <a:moveTo>
                    <a:pt x="115728" y="375002"/>
                  </a:moveTo>
                  <a:lnTo>
                    <a:pt x="74844" y="398887"/>
                  </a:lnTo>
                  <a:lnTo>
                    <a:pt x="109850" y="433171"/>
                  </a:lnTo>
                  <a:close/>
                  <a:moveTo>
                    <a:pt x="74539" y="398915"/>
                  </a:moveTo>
                  <a:lnTo>
                    <a:pt x="74472" y="399096"/>
                  </a:lnTo>
                  <a:lnTo>
                    <a:pt x="74844" y="398887"/>
                  </a:lnTo>
                  <a:close/>
                  <a:moveTo>
                    <a:pt x="140083" y="334398"/>
                  </a:moveTo>
                  <a:lnTo>
                    <a:pt x="74844" y="398887"/>
                  </a:lnTo>
                  <a:lnTo>
                    <a:pt x="115728" y="375002"/>
                  </a:lnTo>
                  <a:close/>
                  <a:moveTo>
                    <a:pt x="74539" y="398915"/>
                  </a:moveTo>
                  <a:lnTo>
                    <a:pt x="74844" y="398887"/>
                  </a:lnTo>
                  <a:lnTo>
                    <a:pt x="140083" y="334398"/>
                  </a:lnTo>
                  <a:close/>
                  <a:moveTo>
                    <a:pt x="115728" y="375002"/>
                  </a:moveTo>
                  <a:lnTo>
                    <a:pt x="185011" y="410048"/>
                  </a:lnTo>
                  <a:lnTo>
                    <a:pt x="174089" y="356185"/>
                  </a:lnTo>
                  <a:close/>
                  <a:moveTo>
                    <a:pt x="115728" y="375002"/>
                  </a:moveTo>
                  <a:lnTo>
                    <a:pt x="123479" y="426539"/>
                  </a:lnTo>
                  <a:lnTo>
                    <a:pt x="185011" y="410048"/>
                  </a:lnTo>
                  <a:close/>
                  <a:moveTo>
                    <a:pt x="193189" y="350908"/>
                  </a:moveTo>
                  <a:lnTo>
                    <a:pt x="174089" y="356185"/>
                  </a:lnTo>
                  <a:lnTo>
                    <a:pt x="185011" y="410048"/>
                  </a:lnTo>
                  <a:close/>
                  <a:moveTo>
                    <a:pt x="140083" y="334398"/>
                  </a:moveTo>
                  <a:lnTo>
                    <a:pt x="115728" y="375002"/>
                  </a:lnTo>
                  <a:lnTo>
                    <a:pt x="174089" y="356185"/>
                  </a:lnTo>
                  <a:close/>
                  <a:moveTo>
                    <a:pt x="217824" y="315480"/>
                  </a:moveTo>
                  <a:lnTo>
                    <a:pt x="140083" y="334398"/>
                  </a:lnTo>
                  <a:lnTo>
                    <a:pt x="193189" y="350908"/>
                  </a:lnTo>
                  <a:close/>
                  <a:moveTo>
                    <a:pt x="193189" y="350908"/>
                  </a:moveTo>
                  <a:lnTo>
                    <a:pt x="140083" y="334398"/>
                  </a:lnTo>
                  <a:lnTo>
                    <a:pt x="174089" y="356185"/>
                  </a:lnTo>
                  <a:close/>
                  <a:moveTo>
                    <a:pt x="193189" y="350908"/>
                  </a:moveTo>
                  <a:lnTo>
                    <a:pt x="248860" y="396122"/>
                  </a:lnTo>
                  <a:lnTo>
                    <a:pt x="243659" y="337608"/>
                  </a:lnTo>
                  <a:close/>
                  <a:moveTo>
                    <a:pt x="193189" y="350908"/>
                  </a:moveTo>
                  <a:lnTo>
                    <a:pt x="224450" y="402445"/>
                  </a:lnTo>
                  <a:lnTo>
                    <a:pt x="248860" y="396122"/>
                  </a:lnTo>
                  <a:close/>
                  <a:moveTo>
                    <a:pt x="248860" y="396122"/>
                  </a:moveTo>
                  <a:lnTo>
                    <a:pt x="299666" y="330057"/>
                  </a:lnTo>
                  <a:lnTo>
                    <a:pt x="243659" y="337608"/>
                  </a:lnTo>
                  <a:close/>
                  <a:moveTo>
                    <a:pt x="217824" y="315480"/>
                  </a:moveTo>
                  <a:lnTo>
                    <a:pt x="193189" y="350908"/>
                  </a:lnTo>
                  <a:lnTo>
                    <a:pt x="243659" y="337608"/>
                  </a:lnTo>
                  <a:close/>
                  <a:moveTo>
                    <a:pt x="243659" y="337608"/>
                  </a:moveTo>
                  <a:lnTo>
                    <a:pt x="260862" y="301717"/>
                  </a:lnTo>
                  <a:lnTo>
                    <a:pt x="217824" y="315480"/>
                  </a:lnTo>
                  <a:close/>
                  <a:moveTo>
                    <a:pt x="760416" y="790644"/>
                  </a:moveTo>
                  <a:lnTo>
                    <a:pt x="807880" y="818086"/>
                  </a:lnTo>
                  <a:lnTo>
                    <a:pt x="831100" y="766550"/>
                  </a:lnTo>
                  <a:close/>
                  <a:moveTo>
                    <a:pt x="863772" y="793992"/>
                  </a:moveTo>
                  <a:lnTo>
                    <a:pt x="869523" y="775288"/>
                  </a:lnTo>
                  <a:lnTo>
                    <a:pt x="831113" y="766544"/>
                  </a:lnTo>
                  <a:close/>
                  <a:moveTo>
                    <a:pt x="831100" y="766550"/>
                  </a:moveTo>
                  <a:lnTo>
                    <a:pt x="863772" y="793992"/>
                  </a:lnTo>
                  <a:lnTo>
                    <a:pt x="831113" y="766544"/>
                  </a:lnTo>
                  <a:close/>
                  <a:moveTo>
                    <a:pt x="807880" y="818086"/>
                  </a:moveTo>
                  <a:lnTo>
                    <a:pt x="863772" y="793992"/>
                  </a:lnTo>
                  <a:lnTo>
                    <a:pt x="831100" y="766550"/>
                  </a:lnTo>
                  <a:close/>
                  <a:moveTo>
                    <a:pt x="831113" y="766544"/>
                  </a:moveTo>
                  <a:lnTo>
                    <a:pt x="869523" y="775288"/>
                  </a:lnTo>
                  <a:lnTo>
                    <a:pt x="867306" y="742456"/>
                  </a:lnTo>
                  <a:close/>
                  <a:moveTo>
                    <a:pt x="867306" y="742456"/>
                  </a:moveTo>
                  <a:lnTo>
                    <a:pt x="869523" y="775288"/>
                  </a:lnTo>
                  <a:lnTo>
                    <a:pt x="888091" y="782964"/>
                  </a:lnTo>
                  <a:close/>
                  <a:moveTo>
                    <a:pt x="617977" y="381700"/>
                  </a:moveTo>
                  <a:lnTo>
                    <a:pt x="608836" y="433236"/>
                  </a:lnTo>
                  <a:lnTo>
                    <a:pt x="650905" y="409142"/>
                  </a:lnTo>
                  <a:close/>
                  <a:moveTo>
                    <a:pt x="617977" y="381700"/>
                  </a:moveTo>
                  <a:lnTo>
                    <a:pt x="650905" y="409142"/>
                  </a:lnTo>
                  <a:lnTo>
                    <a:pt x="644231" y="357606"/>
                  </a:lnTo>
                  <a:close/>
                  <a:moveTo>
                    <a:pt x="649321" y="341118"/>
                  </a:moveTo>
                  <a:lnTo>
                    <a:pt x="617977" y="381700"/>
                  </a:lnTo>
                  <a:lnTo>
                    <a:pt x="644231" y="357606"/>
                  </a:lnTo>
                  <a:close/>
                  <a:moveTo>
                    <a:pt x="649321" y="341118"/>
                  </a:moveTo>
                  <a:lnTo>
                    <a:pt x="621059" y="370352"/>
                  </a:lnTo>
                  <a:lnTo>
                    <a:pt x="617977" y="381700"/>
                  </a:lnTo>
                  <a:close/>
                  <a:moveTo>
                    <a:pt x="649321" y="341118"/>
                  </a:moveTo>
                  <a:lnTo>
                    <a:pt x="644231" y="357606"/>
                  </a:lnTo>
                  <a:lnTo>
                    <a:pt x="679988" y="336259"/>
                  </a:lnTo>
                  <a:close/>
                  <a:moveTo>
                    <a:pt x="649321" y="341118"/>
                  </a:moveTo>
                  <a:lnTo>
                    <a:pt x="679988" y="336259"/>
                  </a:lnTo>
                  <a:lnTo>
                    <a:pt x="662361" y="306069"/>
                  </a:lnTo>
                  <a:close/>
                  <a:moveTo>
                    <a:pt x="662361" y="306069"/>
                  </a:moveTo>
                  <a:lnTo>
                    <a:pt x="679988" y="336259"/>
                  </a:lnTo>
                  <a:lnTo>
                    <a:pt x="684349" y="333512"/>
                  </a:lnTo>
                  <a:close/>
                  <a:moveTo>
                    <a:pt x="662361" y="306069"/>
                  </a:moveTo>
                  <a:lnTo>
                    <a:pt x="684349" y="333512"/>
                  </a:lnTo>
                  <a:lnTo>
                    <a:pt x="708762" y="281975"/>
                  </a:lnTo>
                  <a:close/>
                  <a:moveTo>
                    <a:pt x="714377" y="274775"/>
                  </a:moveTo>
                  <a:lnTo>
                    <a:pt x="662361" y="306069"/>
                  </a:lnTo>
                  <a:lnTo>
                    <a:pt x="708762" y="281975"/>
                  </a:lnTo>
                  <a:close/>
                  <a:moveTo>
                    <a:pt x="714377" y="274775"/>
                  </a:moveTo>
                  <a:lnTo>
                    <a:pt x="681579" y="287049"/>
                  </a:lnTo>
                  <a:lnTo>
                    <a:pt x="662361" y="306069"/>
                  </a:lnTo>
                  <a:close/>
                  <a:moveTo>
                    <a:pt x="708762" y="281975"/>
                  </a:moveTo>
                  <a:lnTo>
                    <a:pt x="758715" y="305648"/>
                  </a:lnTo>
                  <a:lnTo>
                    <a:pt x="721829" y="277482"/>
                  </a:lnTo>
                  <a:close/>
                  <a:moveTo>
                    <a:pt x="714377" y="274775"/>
                  </a:moveTo>
                  <a:lnTo>
                    <a:pt x="708762" y="281975"/>
                  </a:lnTo>
                  <a:lnTo>
                    <a:pt x="721829" y="277482"/>
                  </a:lnTo>
                  <a:close/>
                  <a:moveTo>
                    <a:pt x="721829" y="277482"/>
                  </a:moveTo>
                  <a:lnTo>
                    <a:pt x="755101" y="252357"/>
                  </a:lnTo>
                  <a:lnTo>
                    <a:pt x="714377" y="274775"/>
                  </a:lnTo>
                  <a:close/>
                  <a:moveTo>
                    <a:pt x="721829" y="277482"/>
                  </a:moveTo>
                  <a:lnTo>
                    <a:pt x="780483" y="267780"/>
                  </a:lnTo>
                  <a:lnTo>
                    <a:pt x="755101" y="252357"/>
                  </a:lnTo>
                  <a:close/>
                  <a:moveTo>
                    <a:pt x="780483" y="267780"/>
                  </a:moveTo>
                  <a:lnTo>
                    <a:pt x="721829" y="277482"/>
                  </a:lnTo>
                  <a:lnTo>
                    <a:pt x="806306" y="308904"/>
                  </a:lnTo>
                  <a:close/>
                  <a:moveTo>
                    <a:pt x="834289" y="238852"/>
                  </a:moveTo>
                  <a:lnTo>
                    <a:pt x="780483" y="267780"/>
                  </a:lnTo>
                  <a:lnTo>
                    <a:pt x="813821" y="257881"/>
                  </a:lnTo>
                  <a:close/>
                  <a:moveTo>
                    <a:pt x="755101" y="252357"/>
                  </a:moveTo>
                  <a:lnTo>
                    <a:pt x="780483" y="267780"/>
                  </a:lnTo>
                  <a:lnTo>
                    <a:pt x="834289" y="238852"/>
                  </a:lnTo>
                  <a:close/>
                  <a:moveTo>
                    <a:pt x="780483" y="267780"/>
                  </a:moveTo>
                  <a:lnTo>
                    <a:pt x="806306" y="308904"/>
                  </a:lnTo>
                  <a:lnTo>
                    <a:pt x="813821" y="257881"/>
                  </a:lnTo>
                  <a:close/>
                  <a:moveTo>
                    <a:pt x="806628" y="309267"/>
                  </a:moveTo>
                  <a:lnTo>
                    <a:pt x="813821" y="257881"/>
                  </a:lnTo>
                  <a:lnTo>
                    <a:pt x="806306" y="308904"/>
                  </a:lnTo>
                  <a:close/>
                  <a:moveTo>
                    <a:pt x="852536" y="247184"/>
                  </a:moveTo>
                  <a:lnTo>
                    <a:pt x="813821" y="257881"/>
                  </a:lnTo>
                  <a:lnTo>
                    <a:pt x="806628" y="309267"/>
                  </a:lnTo>
                  <a:close/>
                  <a:moveTo>
                    <a:pt x="880513" y="287182"/>
                  </a:moveTo>
                  <a:lnTo>
                    <a:pt x="852536" y="247184"/>
                  </a:lnTo>
                  <a:lnTo>
                    <a:pt x="806628" y="309267"/>
                  </a:lnTo>
                  <a:close/>
                  <a:moveTo>
                    <a:pt x="886919" y="285324"/>
                  </a:moveTo>
                  <a:lnTo>
                    <a:pt x="918219" y="243078"/>
                  </a:lnTo>
                  <a:lnTo>
                    <a:pt x="880513" y="287182"/>
                  </a:lnTo>
                  <a:close/>
                  <a:moveTo>
                    <a:pt x="834289" y="238852"/>
                  </a:moveTo>
                  <a:lnTo>
                    <a:pt x="813821" y="257881"/>
                  </a:lnTo>
                  <a:lnTo>
                    <a:pt x="852536" y="247184"/>
                  </a:lnTo>
                  <a:close/>
                  <a:moveTo>
                    <a:pt x="918219" y="243078"/>
                  </a:moveTo>
                  <a:lnTo>
                    <a:pt x="886919" y="285324"/>
                  </a:lnTo>
                  <a:lnTo>
                    <a:pt x="953094" y="266158"/>
                  </a:lnTo>
                  <a:close/>
                  <a:moveTo>
                    <a:pt x="1102642" y="261230"/>
                  </a:moveTo>
                  <a:lnTo>
                    <a:pt x="1120401" y="306830"/>
                  </a:lnTo>
                  <a:lnTo>
                    <a:pt x="1173027" y="288673"/>
                  </a:lnTo>
                  <a:close/>
                  <a:moveTo>
                    <a:pt x="1152736" y="237136"/>
                  </a:moveTo>
                  <a:lnTo>
                    <a:pt x="1203202" y="277496"/>
                  </a:lnTo>
                  <a:lnTo>
                    <a:pt x="1195321" y="221160"/>
                  </a:lnTo>
                  <a:close/>
                  <a:moveTo>
                    <a:pt x="1152736" y="237136"/>
                  </a:moveTo>
                  <a:lnTo>
                    <a:pt x="1173027" y="288673"/>
                  </a:lnTo>
                  <a:lnTo>
                    <a:pt x="1203202" y="277496"/>
                  </a:lnTo>
                  <a:close/>
                  <a:moveTo>
                    <a:pt x="1231626" y="264579"/>
                  </a:moveTo>
                  <a:lnTo>
                    <a:pt x="1216858" y="213042"/>
                  </a:lnTo>
                  <a:lnTo>
                    <a:pt x="1203202" y="277496"/>
                  </a:lnTo>
                  <a:close/>
                  <a:moveTo>
                    <a:pt x="1216858" y="213042"/>
                  </a:moveTo>
                  <a:lnTo>
                    <a:pt x="1195321" y="221160"/>
                  </a:lnTo>
                  <a:lnTo>
                    <a:pt x="1203202" y="277496"/>
                  </a:lnTo>
                  <a:close/>
                  <a:moveTo>
                    <a:pt x="1145222" y="185599"/>
                  </a:moveTo>
                  <a:lnTo>
                    <a:pt x="1152736" y="237136"/>
                  </a:lnTo>
                  <a:lnTo>
                    <a:pt x="1195321" y="221160"/>
                  </a:lnTo>
                  <a:close/>
                  <a:moveTo>
                    <a:pt x="1216858" y="213042"/>
                  </a:moveTo>
                  <a:lnTo>
                    <a:pt x="1221169" y="161506"/>
                  </a:lnTo>
                  <a:lnTo>
                    <a:pt x="1195321" y="221160"/>
                  </a:lnTo>
                  <a:close/>
                  <a:moveTo>
                    <a:pt x="1216858" y="213042"/>
                  </a:moveTo>
                  <a:lnTo>
                    <a:pt x="1284842" y="249106"/>
                  </a:lnTo>
                  <a:lnTo>
                    <a:pt x="1270487" y="198033"/>
                  </a:lnTo>
                  <a:close/>
                  <a:moveTo>
                    <a:pt x="1216858" y="213042"/>
                  </a:moveTo>
                  <a:lnTo>
                    <a:pt x="1231626" y="264579"/>
                  </a:lnTo>
                  <a:lnTo>
                    <a:pt x="1284842" y="249106"/>
                  </a:lnTo>
                  <a:close/>
                  <a:moveTo>
                    <a:pt x="1332241" y="240485"/>
                  </a:moveTo>
                  <a:lnTo>
                    <a:pt x="1338219" y="225726"/>
                  </a:lnTo>
                  <a:lnTo>
                    <a:pt x="1284842" y="249106"/>
                  </a:lnTo>
                  <a:close/>
                  <a:moveTo>
                    <a:pt x="1221169" y="161506"/>
                  </a:moveTo>
                  <a:lnTo>
                    <a:pt x="1270487" y="198033"/>
                  </a:lnTo>
                  <a:lnTo>
                    <a:pt x="1252891" y="149596"/>
                  </a:lnTo>
                  <a:close/>
                  <a:moveTo>
                    <a:pt x="1221169" y="161506"/>
                  </a:moveTo>
                  <a:lnTo>
                    <a:pt x="1216858" y="213042"/>
                  </a:lnTo>
                  <a:lnTo>
                    <a:pt x="1270487" y="198033"/>
                  </a:lnTo>
                  <a:close/>
                  <a:moveTo>
                    <a:pt x="1240210" y="85875"/>
                  </a:moveTo>
                  <a:lnTo>
                    <a:pt x="1252891" y="149596"/>
                  </a:lnTo>
                  <a:lnTo>
                    <a:pt x="1260574" y="110101"/>
                  </a:lnTo>
                  <a:close/>
                  <a:moveTo>
                    <a:pt x="1240210" y="85875"/>
                  </a:moveTo>
                  <a:lnTo>
                    <a:pt x="1260574" y="110101"/>
                  </a:lnTo>
                  <a:lnTo>
                    <a:pt x="1263298" y="78393"/>
                  </a:lnTo>
                  <a:close/>
                  <a:moveTo>
                    <a:pt x="1245801" y="54868"/>
                  </a:moveTo>
                  <a:lnTo>
                    <a:pt x="1240210" y="85875"/>
                  </a:lnTo>
                  <a:lnTo>
                    <a:pt x="1263298" y="78393"/>
                  </a:lnTo>
                  <a:close/>
                  <a:moveTo>
                    <a:pt x="1329472" y="62576"/>
                  </a:moveTo>
                  <a:lnTo>
                    <a:pt x="1263298" y="78393"/>
                  </a:lnTo>
                  <a:lnTo>
                    <a:pt x="1260574" y="110101"/>
                  </a:lnTo>
                  <a:close/>
                  <a:moveTo>
                    <a:pt x="1293627" y="10244"/>
                  </a:moveTo>
                  <a:lnTo>
                    <a:pt x="1329516" y="58286"/>
                  </a:lnTo>
                  <a:lnTo>
                    <a:pt x="1329267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38" name="Output_density__4337">
              <a:extLst>
                <a:ext uri="{FF2B5EF4-FFF2-40B4-BE49-F238E27FC236}">
                  <a16:creationId xmlns:a16="http://schemas.microsoft.com/office/drawing/2014/main" id="{4344F073-3BEB-0B8B-35BC-5AD586382FF4}"/>
                </a:ext>
              </a:extLst>
            </p:cNvPr>
            <p:cNvSpPr>
              <a:spLocks noGrp="1"/>
            </p:cNvSpPr>
            <p:nvPr/>
          </p:nvSpPr>
          <p:spPr>
            <a:xfrm>
              <a:off x="15614381" y="2979326"/>
              <a:ext cx="378601" cy="276139"/>
            </a:xfrm>
            <a:custGeom>
              <a:avLst/>
              <a:gdLst/>
              <a:ahLst/>
              <a:cxnLst/>
              <a:rect l="0" t="0" r="0" b="0"/>
              <a:pathLst>
                <a:path w="378601" h="276139">
                  <a:moveTo>
                    <a:pt x="0" y="248121"/>
                  </a:moveTo>
                  <a:lnTo>
                    <a:pt x="57538" y="271662"/>
                  </a:lnTo>
                  <a:lnTo>
                    <a:pt x="36870" y="276139"/>
                  </a:lnTo>
                  <a:close/>
                  <a:moveTo>
                    <a:pt x="36870" y="276139"/>
                  </a:moveTo>
                  <a:lnTo>
                    <a:pt x="4026" y="271662"/>
                  </a:lnTo>
                  <a:lnTo>
                    <a:pt x="0" y="248121"/>
                  </a:lnTo>
                  <a:close/>
                  <a:moveTo>
                    <a:pt x="361256" y="50912"/>
                  </a:moveTo>
                  <a:lnTo>
                    <a:pt x="378601" y="0"/>
                  </a:lnTo>
                  <a:lnTo>
                    <a:pt x="353581" y="72213"/>
                  </a:lnTo>
                  <a:close/>
                  <a:moveTo>
                    <a:pt x="378601" y="0"/>
                  </a:moveTo>
                  <a:lnTo>
                    <a:pt x="361256" y="50912"/>
                  </a:lnTo>
                  <a:lnTo>
                    <a:pt x="378013" y="2067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39" name="Output_density__4338">
              <a:extLst>
                <a:ext uri="{FF2B5EF4-FFF2-40B4-BE49-F238E27FC236}">
                  <a16:creationId xmlns:a16="http://schemas.microsoft.com/office/drawing/2014/main" id="{001EA2A3-AD7E-2C3C-CFFE-2B1872F0D643}"/>
                </a:ext>
              </a:extLst>
            </p:cNvPr>
            <p:cNvSpPr>
              <a:spLocks noGrp="1"/>
            </p:cNvSpPr>
            <p:nvPr/>
          </p:nvSpPr>
          <p:spPr>
            <a:xfrm>
              <a:off x="14892840" y="2806333"/>
              <a:ext cx="1086126" cy="508544"/>
            </a:xfrm>
            <a:custGeom>
              <a:avLst/>
              <a:gdLst/>
              <a:ahLst/>
              <a:cxnLst/>
              <a:rect l="0" t="0" r="0" b="0"/>
              <a:pathLst>
                <a:path w="1086126" h="508544">
                  <a:moveTo>
                    <a:pt x="12216" y="331535"/>
                  </a:moveTo>
                  <a:lnTo>
                    <a:pt x="0" y="355629"/>
                  </a:lnTo>
                  <a:lnTo>
                    <a:pt x="29430" y="383071"/>
                  </a:lnTo>
                  <a:close/>
                  <a:moveTo>
                    <a:pt x="29430" y="383071"/>
                  </a:moveTo>
                  <a:lnTo>
                    <a:pt x="65215" y="434608"/>
                  </a:lnTo>
                  <a:lnTo>
                    <a:pt x="80137" y="410514"/>
                  </a:lnTo>
                  <a:close/>
                  <a:moveTo>
                    <a:pt x="281719" y="382570"/>
                  </a:moveTo>
                  <a:lnTo>
                    <a:pt x="255175" y="366168"/>
                  </a:lnTo>
                  <a:lnTo>
                    <a:pt x="313474" y="387952"/>
                  </a:lnTo>
                  <a:close/>
                  <a:moveTo>
                    <a:pt x="281719" y="382570"/>
                  </a:moveTo>
                  <a:lnTo>
                    <a:pt x="288292" y="386420"/>
                  </a:lnTo>
                  <a:lnTo>
                    <a:pt x="274512" y="377181"/>
                  </a:lnTo>
                  <a:close/>
                  <a:moveTo>
                    <a:pt x="315968" y="329966"/>
                  </a:moveTo>
                  <a:lnTo>
                    <a:pt x="353155" y="361638"/>
                  </a:lnTo>
                  <a:lnTo>
                    <a:pt x="322248" y="310790"/>
                  </a:lnTo>
                  <a:close/>
                  <a:moveTo>
                    <a:pt x="322248" y="310790"/>
                  </a:moveTo>
                  <a:lnTo>
                    <a:pt x="353155" y="361638"/>
                  </a:lnTo>
                  <a:lnTo>
                    <a:pt x="354075" y="338232"/>
                  </a:lnTo>
                  <a:close/>
                  <a:moveTo>
                    <a:pt x="340076" y="286696"/>
                  </a:moveTo>
                  <a:lnTo>
                    <a:pt x="322248" y="310790"/>
                  </a:lnTo>
                  <a:lnTo>
                    <a:pt x="354075" y="338232"/>
                  </a:lnTo>
                  <a:close/>
                  <a:moveTo>
                    <a:pt x="288907" y="125755"/>
                  </a:moveTo>
                  <a:lnTo>
                    <a:pt x="244094" y="124204"/>
                  </a:lnTo>
                  <a:lnTo>
                    <a:pt x="313356" y="117713"/>
                  </a:lnTo>
                  <a:close/>
                  <a:moveTo>
                    <a:pt x="650960" y="393118"/>
                  </a:moveTo>
                  <a:lnTo>
                    <a:pt x="630962" y="431806"/>
                  </a:lnTo>
                  <a:lnTo>
                    <a:pt x="658827" y="401090"/>
                  </a:lnTo>
                  <a:close/>
                  <a:moveTo>
                    <a:pt x="650960" y="393118"/>
                  </a:moveTo>
                  <a:lnTo>
                    <a:pt x="596644" y="343273"/>
                  </a:lnTo>
                  <a:lnTo>
                    <a:pt x="573584" y="391956"/>
                  </a:lnTo>
                  <a:close/>
                  <a:moveTo>
                    <a:pt x="472800" y="189818"/>
                  </a:moveTo>
                  <a:lnTo>
                    <a:pt x="460711" y="184396"/>
                  </a:lnTo>
                  <a:lnTo>
                    <a:pt x="504642" y="173969"/>
                  </a:lnTo>
                  <a:close/>
                  <a:moveTo>
                    <a:pt x="544079" y="146742"/>
                  </a:moveTo>
                  <a:lnTo>
                    <a:pt x="472800" y="189818"/>
                  </a:lnTo>
                  <a:lnTo>
                    <a:pt x="504642" y="173969"/>
                  </a:lnTo>
                  <a:close/>
                  <a:moveTo>
                    <a:pt x="885697" y="484357"/>
                  </a:moveTo>
                  <a:lnTo>
                    <a:pt x="837987" y="485163"/>
                  </a:lnTo>
                  <a:lnTo>
                    <a:pt x="827726" y="508544"/>
                  </a:lnTo>
                  <a:close/>
                  <a:moveTo>
                    <a:pt x="825159" y="56392"/>
                  </a:moveTo>
                  <a:lnTo>
                    <a:pt x="904437" y="81077"/>
                  </a:lnTo>
                  <a:lnTo>
                    <a:pt x="856479" y="39059"/>
                  </a:lnTo>
                  <a:close/>
                  <a:moveTo>
                    <a:pt x="963938" y="118038"/>
                  </a:moveTo>
                  <a:lnTo>
                    <a:pt x="954948" y="95255"/>
                  </a:lnTo>
                  <a:lnTo>
                    <a:pt x="982863" y="129632"/>
                  </a:lnTo>
                  <a:close/>
                  <a:moveTo>
                    <a:pt x="952873" y="66501"/>
                  </a:moveTo>
                  <a:lnTo>
                    <a:pt x="950424" y="90595"/>
                  </a:lnTo>
                  <a:lnTo>
                    <a:pt x="963938" y="118038"/>
                  </a:lnTo>
                  <a:close/>
                  <a:moveTo>
                    <a:pt x="952873" y="66501"/>
                  </a:moveTo>
                  <a:lnTo>
                    <a:pt x="932781" y="52151"/>
                  </a:lnTo>
                  <a:lnTo>
                    <a:pt x="904437" y="81077"/>
                  </a:lnTo>
                  <a:close/>
                  <a:moveTo>
                    <a:pt x="994260" y="57623"/>
                  </a:moveTo>
                  <a:lnTo>
                    <a:pt x="1033969" y="81122"/>
                  </a:lnTo>
                  <a:lnTo>
                    <a:pt x="1018065" y="66501"/>
                  </a:lnTo>
                  <a:close/>
                  <a:moveTo>
                    <a:pt x="1052087" y="111335"/>
                  </a:moveTo>
                  <a:lnTo>
                    <a:pt x="1033969" y="81122"/>
                  </a:lnTo>
                  <a:lnTo>
                    <a:pt x="994260" y="57623"/>
                  </a:lnTo>
                  <a:close/>
                  <a:moveTo>
                    <a:pt x="1052087" y="111335"/>
                  </a:moveTo>
                  <a:lnTo>
                    <a:pt x="1086126" y="118038"/>
                  </a:lnTo>
                  <a:lnTo>
                    <a:pt x="1033969" y="81122"/>
                  </a:lnTo>
                  <a:close/>
                  <a:moveTo>
                    <a:pt x="994260" y="57623"/>
                  </a:moveTo>
                  <a:lnTo>
                    <a:pt x="1018065" y="66501"/>
                  </a:lnTo>
                  <a:lnTo>
                    <a:pt x="1026996" y="6248"/>
                  </a:lnTo>
                  <a:close/>
                  <a:moveTo>
                    <a:pt x="987962" y="0"/>
                  </a:moveTo>
                  <a:lnTo>
                    <a:pt x="994260" y="57623"/>
                  </a:lnTo>
                  <a:lnTo>
                    <a:pt x="1026996" y="6248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40" name="Output_density__4339">
              <a:extLst>
                <a:ext uri="{FF2B5EF4-FFF2-40B4-BE49-F238E27FC236}">
                  <a16:creationId xmlns:a16="http://schemas.microsoft.com/office/drawing/2014/main" id="{556021E5-3812-D67E-4059-12FDFEB0D12F}"/>
                </a:ext>
              </a:extLst>
            </p:cNvPr>
            <p:cNvSpPr>
              <a:spLocks noGrp="1"/>
            </p:cNvSpPr>
            <p:nvPr/>
          </p:nvSpPr>
          <p:spPr>
            <a:xfrm>
              <a:off x="14927960" y="2862725"/>
              <a:ext cx="1071592" cy="570315"/>
            </a:xfrm>
            <a:custGeom>
              <a:avLst/>
              <a:gdLst/>
              <a:ahLst/>
              <a:cxnLst/>
              <a:rect l="0" t="0" r="0" b="0"/>
              <a:pathLst>
                <a:path w="1071592" h="570315">
                  <a:moveTo>
                    <a:pt x="30096" y="378216"/>
                  </a:moveTo>
                  <a:lnTo>
                    <a:pt x="33128" y="385780"/>
                  </a:lnTo>
                  <a:lnTo>
                    <a:pt x="46082" y="391863"/>
                  </a:lnTo>
                  <a:close/>
                  <a:moveTo>
                    <a:pt x="30096" y="378216"/>
                  </a:moveTo>
                  <a:lnTo>
                    <a:pt x="0" y="349970"/>
                  </a:lnTo>
                  <a:lnTo>
                    <a:pt x="33128" y="385780"/>
                  </a:lnTo>
                  <a:close/>
                  <a:moveTo>
                    <a:pt x="116097" y="419052"/>
                  </a:moveTo>
                  <a:lnTo>
                    <a:pt x="102289" y="405659"/>
                  </a:lnTo>
                  <a:lnTo>
                    <a:pt x="99250" y="415976"/>
                  </a:lnTo>
                  <a:close/>
                  <a:moveTo>
                    <a:pt x="99250" y="415976"/>
                  </a:moveTo>
                  <a:lnTo>
                    <a:pt x="102289" y="405659"/>
                  </a:lnTo>
                  <a:lnTo>
                    <a:pt x="82169" y="391890"/>
                  </a:lnTo>
                  <a:close/>
                  <a:moveTo>
                    <a:pt x="99250" y="415976"/>
                  </a:moveTo>
                  <a:lnTo>
                    <a:pt x="82169" y="391890"/>
                  </a:lnTo>
                  <a:lnTo>
                    <a:pt x="46082" y="391863"/>
                  </a:lnTo>
                  <a:close/>
                  <a:moveTo>
                    <a:pt x="116097" y="419052"/>
                  </a:moveTo>
                  <a:lnTo>
                    <a:pt x="183405" y="457196"/>
                  </a:lnTo>
                  <a:lnTo>
                    <a:pt x="138581" y="428125"/>
                  </a:lnTo>
                  <a:close/>
                  <a:moveTo>
                    <a:pt x="102289" y="405659"/>
                  </a:moveTo>
                  <a:lnTo>
                    <a:pt x="116097" y="419052"/>
                  </a:lnTo>
                  <a:lnTo>
                    <a:pt x="138581" y="428125"/>
                  </a:lnTo>
                  <a:close/>
                  <a:moveTo>
                    <a:pt x="304957" y="230304"/>
                  </a:moveTo>
                  <a:lnTo>
                    <a:pt x="259199" y="202861"/>
                  </a:lnTo>
                  <a:lnTo>
                    <a:pt x="287128" y="254398"/>
                  </a:lnTo>
                  <a:close/>
                  <a:moveTo>
                    <a:pt x="490306" y="330186"/>
                  </a:moveTo>
                  <a:lnTo>
                    <a:pt x="463834" y="366112"/>
                  </a:lnTo>
                  <a:lnTo>
                    <a:pt x="538464" y="335564"/>
                  </a:lnTo>
                  <a:close/>
                  <a:moveTo>
                    <a:pt x="574770" y="360820"/>
                  </a:moveTo>
                  <a:lnTo>
                    <a:pt x="538464" y="335564"/>
                  </a:lnTo>
                  <a:lnTo>
                    <a:pt x="581612" y="369215"/>
                  </a:lnTo>
                  <a:close/>
                  <a:moveTo>
                    <a:pt x="574770" y="360820"/>
                  </a:moveTo>
                  <a:lnTo>
                    <a:pt x="581612" y="369215"/>
                  </a:lnTo>
                  <a:lnTo>
                    <a:pt x="595842" y="375415"/>
                  </a:lnTo>
                  <a:close/>
                  <a:moveTo>
                    <a:pt x="782082" y="388262"/>
                  </a:moveTo>
                  <a:lnTo>
                    <a:pt x="806575" y="369479"/>
                  </a:lnTo>
                  <a:lnTo>
                    <a:pt x="803022" y="365903"/>
                  </a:lnTo>
                  <a:close/>
                  <a:moveTo>
                    <a:pt x="743602" y="364169"/>
                  </a:moveTo>
                  <a:lnTo>
                    <a:pt x="731574" y="398641"/>
                  </a:lnTo>
                  <a:lnTo>
                    <a:pt x="761674" y="376281"/>
                  </a:lnTo>
                  <a:close/>
                  <a:moveTo>
                    <a:pt x="690448" y="388262"/>
                  </a:moveTo>
                  <a:lnTo>
                    <a:pt x="743602" y="364169"/>
                  </a:lnTo>
                  <a:lnTo>
                    <a:pt x="681726" y="386943"/>
                  </a:lnTo>
                  <a:close/>
                  <a:moveTo>
                    <a:pt x="929257" y="570315"/>
                  </a:moveTo>
                  <a:lnTo>
                    <a:pt x="965865" y="560450"/>
                  </a:lnTo>
                  <a:lnTo>
                    <a:pt x="898577" y="518778"/>
                  </a:lnTo>
                  <a:close/>
                  <a:moveTo>
                    <a:pt x="855523" y="377813"/>
                  </a:moveTo>
                  <a:lnTo>
                    <a:pt x="859818" y="357710"/>
                  </a:lnTo>
                  <a:lnTo>
                    <a:pt x="848480" y="391254"/>
                  </a:lnTo>
                  <a:close/>
                  <a:moveTo>
                    <a:pt x="790039" y="0"/>
                  </a:moveTo>
                  <a:lnTo>
                    <a:pt x="799169" y="58298"/>
                  </a:lnTo>
                  <a:lnTo>
                    <a:pt x="869317" y="24686"/>
                  </a:lnTo>
                  <a:close/>
                  <a:moveTo>
                    <a:pt x="1062014" y="269293"/>
                  </a:moveTo>
                  <a:lnTo>
                    <a:pt x="1067691" y="343423"/>
                  </a:lnTo>
                  <a:lnTo>
                    <a:pt x="1071592" y="291887"/>
                  </a:lnTo>
                  <a:close/>
                  <a:moveTo>
                    <a:pt x="1048868" y="154494"/>
                  </a:moveTo>
                  <a:lnTo>
                    <a:pt x="1067419" y="216256"/>
                  </a:lnTo>
                  <a:lnTo>
                    <a:pt x="1062545" y="164719"/>
                  </a:lnTo>
                  <a:close/>
                  <a:moveTo>
                    <a:pt x="1042443" y="96975"/>
                  </a:moveTo>
                  <a:lnTo>
                    <a:pt x="1062545" y="164719"/>
                  </a:lnTo>
                  <a:lnTo>
                    <a:pt x="1066182" y="113183"/>
                  </a:lnTo>
                  <a:close/>
                  <a:moveTo>
                    <a:pt x="1042443" y="96975"/>
                  </a:moveTo>
                  <a:lnTo>
                    <a:pt x="1048868" y="154494"/>
                  </a:lnTo>
                  <a:lnTo>
                    <a:pt x="1062545" y="16471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41" name="Output_density__4340">
              <a:extLst>
                <a:ext uri="{FF2B5EF4-FFF2-40B4-BE49-F238E27FC236}">
                  <a16:creationId xmlns:a16="http://schemas.microsoft.com/office/drawing/2014/main" id="{30076810-5537-4021-79D2-872BCEE92E74}"/>
                </a:ext>
              </a:extLst>
            </p:cNvPr>
            <p:cNvSpPr>
              <a:spLocks noGrp="1"/>
            </p:cNvSpPr>
            <p:nvPr/>
          </p:nvSpPr>
          <p:spPr>
            <a:xfrm>
              <a:off x="14922270" y="2862725"/>
              <a:ext cx="1071872" cy="391863"/>
            </a:xfrm>
            <a:custGeom>
              <a:avLst/>
              <a:gdLst/>
              <a:ahLst/>
              <a:cxnLst/>
              <a:rect l="0" t="0" r="0" b="0"/>
              <a:pathLst>
                <a:path w="1071872" h="391863">
                  <a:moveTo>
                    <a:pt x="35786" y="378216"/>
                  </a:moveTo>
                  <a:lnTo>
                    <a:pt x="0" y="326680"/>
                  </a:lnTo>
                  <a:lnTo>
                    <a:pt x="5690" y="349970"/>
                  </a:lnTo>
                  <a:close/>
                  <a:moveTo>
                    <a:pt x="50707" y="354122"/>
                  </a:moveTo>
                  <a:lnTo>
                    <a:pt x="35786" y="378216"/>
                  </a:lnTo>
                  <a:lnTo>
                    <a:pt x="51772" y="391863"/>
                  </a:lnTo>
                  <a:close/>
                  <a:moveTo>
                    <a:pt x="186591" y="278492"/>
                  </a:moveTo>
                  <a:lnTo>
                    <a:pt x="186910" y="278605"/>
                  </a:lnTo>
                  <a:lnTo>
                    <a:pt x="186181" y="275247"/>
                  </a:lnTo>
                  <a:close/>
                  <a:moveTo>
                    <a:pt x="220180" y="289540"/>
                  </a:moveTo>
                  <a:lnTo>
                    <a:pt x="186910" y="278605"/>
                  </a:lnTo>
                  <a:lnTo>
                    <a:pt x="245082" y="320789"/>
                  </a:lnTo>
                  <a:close/>
                  <a:moveTo>
                    <a:pt x="186910" y="278605"/>
                  </a:moveTo>
                  <a:lnTo>
                    <a:pt x="187165" y="278923"/>
                  </a:lnTo>
                  <a:lnTo>
                    <a:pt x="245082" y="320789"/>
                  </a:lnTo>
                  <a:close/>
                  <a:moveTo>
                    <a:pt x="187165" y="278923"/>
                  </a:moveTo>
                  <a:lnTo>
                    <a:pt x="186910" y="278605"/>
                  </a:lnTo>
                  <a:lnTo>
                    <a:pt x="186591" y="278492"/>
                  </a:lnTo>
                  <a:close/>
                  <a:moveTo>
                    <a:pt x="205762" y="305934"/>
                  </a:moveTo>
                  <a:lnTo>
                    <a:pt x="187165" y="278923"/>
                  </a:lnTo>
                  <a:lnTo>
                    <a:pt x="186591" y="278492"/>
                  </a:lnTo>
                  <a:close/>
                  <a:moveTo>
                    <a:pt x="225745" y="309776"/>
                  </a:moveTo>
                  <a:lnTo>
                    <a:pt x="245082" y="320789"/>
                  </a:lnTo>
                  <a:lnTo>
                    <a:pt x="187165" y="278923"/>
                  </a:lnTo>
                  <a:close/>
                  <a:moveTo>
                    <a:pt x="225745" y="309776"/>
                  </a:moveTo>
                  <a:lnTo>
                    <a:pt x="252289" y="326178"/>
                  </a:lnTo>
                  <a:lnTo>
                    <a:pt x="245082" y="320789"/>
                  </a:lnTo>
                  <a:close/>
                  <a:moveTo>
                    <a:pt x="286538" y="273574"/>
                  </a:moveTo>
                  <a:lnTo>
                    <a:pt x="325686" y="305934"/>
                  </a:lnTo>
                  <a:lnTo>
                    <a:pt x="323725" y="305246"/>
                  </a:lnTo>
                  <a:close/>
                  <a:moveTo>
                    <a:pt x="169326" y="41929"/>
                  </a:moveTo>
                  <a:lnTo>
                    <a:pt x="200901" y="60481"/>
                  </a:lnTo>
                  <a:lnTo>
                    <a:pt x="219999" y="99788"/>
                  </a:lnTo>
                  <a:close/>
                  <a:moveTo>
                    <a:pt x="621530" y="336726"/>
                  </a:moveTo>
                  <a:lnTo>
                    <a:pt x="580460" y="360820"/>
                  </a:lnTo>
                  <a:lnTo>
                    <a:pt x="601533" y="375415"/>
                  </a:lnTo>
                  <a:close/>
                  <a:moveTo>
                    <a:pt x="580460" y="360820"/>
                  </a:moveTo>
                  <a:lnTo>
                    <a:pt x="621530" y="336726"/>
                  </a:lnTo>
                  <a:lnTo>
                    <a:pt x="544154" y="335564"/>
                  </a:lnTo>
                  <a:close/>
                  <a:moveTo>
                    <a:pt x="629398" y="344698"/>
                  </a:moveTo>
                  <a:lnTo>
                    <a:pt x="601533" y="375415"/>
                  </a:lnTo>
                  <a:lnTo>
                    <a:pt x="687416" y="386943"/>
                  </a:lnTo>
                  <a:close/>
                  <a:moveTo>
                    <a:pt x="781179" y="36590"/>
                  </a:moveTo>
                  <a:lnTo>
                    <a:pt x="835411" y="93226"/>
                  </a:lnTo>
                  <a:lnTo>
                    <a:pt x="808487" y="52371"/>
                  </a:lnTo>
                  <a:close/>
                  <a:moveTo>
                    <a:pt x="781179" y="36590"/>
                  </a:moveTo>
                  <a:lnTo>
                    <a:pt x="808487" y="52371"/>
                  </a:lnTo>
                  <a:lnTo>
                    <a:pt x="795729" y="0"/>
                  </a:lnTo>
                  <a:close/>
                  <a:moveTo>
                    <a:pt x="920995" y="34204"/>
                  </a:moveTo>
                  <a:lnTo>
                    <a:pt x="925519" y="38863"/>
                  </a:lnTo>
                  <a:lnTo>
                    <a:pt x="934509" y="61646"/>
                  </a:lnTo>
                  <a:close/>
                  <a:moveTo>
                    <a:pt x="920995" y="34204"/>
                  </a:moveTo>
                  <a:lnTo>
                    <a:pt x="923444" y="10110"/>
                  </a:lnTo>
                  <a:lnTo>
                    <a:pt x="875007" y="24686"/>
                  </a:lnTo>
                  <a:close/>
                  <a:moveTo>
                    <a:pt x="1022658" y="54943"/>
                  </a:moveTo>
                  <a:lnTo>
                    <a:pt x="1071872" y="113183"/>
                  </a:lnTo>
                  <a:lnTo>
                    <a:pt x="1056696" y="61646"/>
                  </a:lnTo>
                  <a:close/>
                  <a:moveTo>
                    <a:pt x="1022658" y="54943"/>
                  </a:moveTo>
                  <a:lnTo>
                    <a:pt x="1048133" y="96975"/>
                  </a:lnTo>
                  <a:lnTo>
                    <a:pt x="1071872" y="11318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42" name="Output_density__4341">
              <a:extLst>
                <a:ext uri="{FF2B5EF4-FFF2-40B4-BE49-F238E27FC236}">
                  <a16:creationId xmlns:a16="http://schemas.microsoft.com/office/drawing/2014/main" id="{F123442E-0929-2B13-A24C-6E4C87BEE567}"/>
                </a:ext>
              </a:extLst>
            </p:cNvPr>
            <p:cNvSpPr>
              <a:spLocks noGrp="1"/>
            </p:cNvSpPr>
            <p:nvPr/>
          </p:nvSpPr>
          <p:spPr>
            <a:xfrm>
              <a:off x="15027210" y="2975908"/>
              <a:ext cx="974666" cy="352026"/>
            </a:xfrm>
            <a:custGeom>
              <a:avLst/>
              <a:gdLst/>
              <a:ahLst/>
              <a:cxnLst/>
              <a:rect l="0" t="0" r="0" b="0"/>
              <a:pathLst>
                <a:path w="974666" h="352026">
                  <a:moveTo>
                    <a:pt x="0" y="302792"/>
                  </a:moveTo>
                  <a:lnTo>
                    <a:pt x="48072" y="307847"/>
                  </a:lnTo>
                  <a:lnTo>
                    <a:pt x="16847" y="305869"/>
                  </a:lnTo>
                  <a:close/>
                  <a:moveTo>
                    <a:pt x="84155" y="344012"/>
                  </a:moveTo>
                  <a:lnTo>
                    <a:pt x="88255" y="348541"/>
                  </a:lnTo>
                  <a:lnTo>
                    <a:pt x="95968" y="352026"/>
                  </a:lnTo>
                  <a:close/>
                  <a:moveTo>
                    <a:pt x="88255" y="348541"/>
                  </a:moveTo>
                  <a:lnTo>
                    <a:pt x="84155" y="344012"/>
                  </a:lnTo>
                  <a:lnTo>
                    <a:pt x="16847" y="305869"/>
                  </a:lnTo>
                  <a:close/>
                  <a:moveTo>
                    <a:pt x="54232" y="313458"/>
                  </a:moveTo>
                  <a:lnTo>
                    <a:pt x="88255" y="348541"/>
                  </a:lnTo>
                  <a:lnTo>
                    <a:pt x="16847" y="305869"/>
                  </a:lnTo>
                  <a:close/>
                  <a:moveTo>
                    <a:pt x="93841" y="141215"/>
                  </a:moveTo>
                  <a:lnTo>
                    <a:pt x="81651" y="165309"/>
                  </a:lnTo>
                  <a:lnTo>
                    <a:pt x="109244" y="131862"/>
                  </a:lnTo>
                  <a:close/>
                  <a:moveTo>
                    <a:pt x="81651" y="165309"/>
                  </a:moveTo>
                  <a:lnTo>
                    <a:pt x="81241" y="162064"/>
                  </a:lnTo>
                  <a:lnTo>
                    <a:pt x="109244" y="131862"/>
                  </a:lnTo>
                  <a:close/>
                  <a:moveTo>
                    <a:pt x="320718" y="263597"/>
                  </a:moveTo>
                  <a:lnTo>
                    <a:pt x="364584" y="252928"/>
                  </a:lnTo>
                  <a:lnTo>
                    <a:pt x="391056" y="217003"/>
                  </a:lnTo>
                  <a:close/>
                  <a:moveTo>
                    <a:pt x="364584" y="252928"/>
                  </a:moveTo>
                  <a:lnTo>
                    <a:pt x="408290" y="241662"/>
                  </a:lnTo>
                  <a:lnTo>
                    <a:pt x="439214" y="222381"/>
                  </a:lnTo>
                  <a:close/>
                  <a:moveTo>
                    <a:pt x="544766" y="267669"/>
                  </a:moveTo>
                  <a:lnTo>
                    <a:pt x="496592" y="262231"/>
                  </a:lnTo>
                  <a:lnTo>
                    <a:pt x="482362" y="256032"/>
                  </a:lnTo>
                  <a:close/>
                  <a:moveTo>
                    <a:pt x="496592" y="262231"/>
                  </a:moveTo>
                  <a:lnTo>
                    <a:pt x="544766" y="267669"/>
                  </a:lnTo>
                  <a:lnTo>
                    <a:pt x="582475" y="273760"/>
                  </a:lnTo>
                  <a:close/>
                  <a:moveTo>
                    <a:pt x="587171" y="251539"/>
                  </a:moveTo>
                  <a:lnTo>
                    <a:pt x="591197" y="275079"/>
                  </a:lnTo>
                  <a:lnTo>
                    <a:pt x="582475" y="273760"/>
                  </a:lnTo>
                  <a:close/>
                  <a:moveTo>
                    <a:pt x="591197" y="275079"/>
                  </a:moveTo>
                  <a:lnTo>
                    <a:pt x="624041" y="279556"/>
                  </a:lnTo>
                  <a:lnTo>
                    <a:pt x="632324" y="285458"/>
                  </a:lnTo>
                  <a:close/>
                  <a:moveTo>
                    <a:pt x="632324" y="285458"/>
                  </a:moveTo>
                  <a:lnTo>
                    <a:pt x="707325" y="256296"/>
                  </a:lnTo>
                  <a:lnTo>
                    <a:pt x="662424" y="263097"/>
                  </a:lnTo>
                  <a:close/>
                  <a:moveTo>
                    <a:pt x="644351" y="250985"/>
                  </a:moveTo>
                  <a:lnTo>
                    <a:pt x="591197" y="275079"/>
                  </a:lnTo>
                  <a:lnTo>
                    <a:pt x="632324" y="285458"/>
                  </a:lnTo>
                  <a:close/>
                  <a:moveTo>
                    <a:pt x="662424" y="263097"/>
                  </a:moveTo>
                  <a:lnTo>
                    <a:pt x="707325" y="256296"/>
                  </a:lnTo>
                  <a:lnTo>
                    <a:pt x="749229" y="278071"/>
                  </a:lnTo>
                  <a:close/>
                  <a:moveTo>
                    <a:pt x="749229" y="278071"/>
                  </a:moveTo>
                  <a:lnTo>
                    <a:pt x="760568" y="244527"/>
                  </a:lnTo>
                  <a:lnTo>
                    <a:pt x="758170" y="226892"/>
                  </a:lnTo>
                  <a:close/>
                  <a:moveTo>
                    <a:pt x="707325" y="256296"/>
                  </a:moveTo>
                  <a:lnTo>
                    <a:pt x="756273" y="264629"/>
                  </a:lnTo>
                  <a:lnTo>
                    <a:pt x="749229" y="278071"/>
                  </a:lnTo>
                  <a:close/>
                  <a:moveTo>
                    <a:pt x="760568" y="244527"/>
                  </a:moveTo>
                  <a:lnTo>
                    <a:pt x="748023" y="233783"/>
                  </a:lnTo>
                  <a:lnTo>
                    <a:pt x="758170" y="226892"/>
                  </a:lnTo>
                  <a:close/>
                  <a:moveTo>
                    <a:pt x="974666" y="184416"/>
                  </a:moveTo>
                  <a:lnTo>
                    <a:pt x="965132" y="129424"/>
                  </a:lnTo>
                  <a:lnTo>
                    <a:pt x="972342" y="178704"/>
                  </a:lnTo>
                  <a:close/>
                  <a:moveTo>
                    <a:pt x="965132" y="129424"/>
                  </a:moveTo>
                  <a:lnTo>
                    <a:pt x="964210" y="127167"/>
                  </a:lnTo>
                  <a:lnTo>
                    <a:pt x="972342" y="178704"/>
                  </a:lnTo>
                  <a:close/>
                  <a:moveTo>
                    <a:pt x="964210" y="127167"/>
                  </a:moveTo>
                  <a:lnTo>
                    <a:pt x="968169" y="103073"/>
                  </a:lnTo>
                  <a:lnTo>
                    <a:pt x="972342" y="178704"/>
                  </a:lnTo>
                  <a:close/>
                  <a:moveTo>
                    <a:pt x="968169" y="103073"/>
                  </a:moveTo>
                  <a:lnTo>
                    <a:pt x="964210" y="127167"/>
                  </a:lnTo>
                  <a:lnTo>
                    <a:pt x="940752" y="75630"/>
                  </a:lnTo>
                  <a:close/>
                  <a:moveTo>
                    <a:pt x="963294" y="51536"/>
                  </a:moveTo>
                  <a:lnTo>
                    <a:pt x="968169" y="103073"/>
                  </a:lnTo>
                  <a:lnTo>
                    <a:pt x="940752" y="75630"/>
                  </a:lnTo>
                  <a:close/>
                  <a:moveTo>
                    <a:pt x="940752" y="75630"/>
                  </a:moveTo>
                  <a:lnTo>
                    <a:pt x="966931" y="0"/>
                  </a:lnTo>
                  <a:lnTo>
                    <a:pt x="963294" y="51536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43" name="Output_density__4342">
              <a:extLst>
                <a:ext uri="{FF2B5EF4-FFF2-40B4-BE49-F238E27FC236}">
                  <a16:creationId xmlns:a16="http://schemas.microsoft.com/office/drawing/2014/main" id="{40AFC30F-F211-81DE-8884-59A531F03221}"/>
                </a:ext>
              </a:extLst>
            </p:cNvPr>
            <p:cNvSpPr>
              <a:spLocks noGrp="1"/>
            </p:cNvSpPr>
            <p:nvPr/>
          </p:nvSpPr>
          <p:spPr>
            <a:xfrm>
              <a:off x="14897881" y="2775526"/>
              <a:ext cx="1047046" cy="586861"/>
            </a:xfrm>
            <a:custGeom>
              <a:avLst/>
              <a:gdLst/>
              <a:ahLst/>
              <a:cxnLst/>
              <a:rect l="0" t="0" r="0" b="0"/>
              <a:pathLst>
                <a:path w="1047046" h="586861">
                  <a:moveTo>
                    <a:pt x="49296" y="389785"/>
                  </a:moveTo>
                  <a:lnTo>
                    <a:pt x="19394" y="345129"/>
                  </a:lnTo>
                  <a:lnTo>
                    <a:pt x="7175" y="362342"/>
                  </a:lnTo>
                  <a:close/>
                  <a:moveTo>
                    <a:pt x="49296" y="389785"/>
                  </a:moveTo>
                  <a:lnTo>
                    <a:pt x="7175" y="362342"/>
                  </a:lnTo>
                  <a:lnTo>
                    <a:pt x="24388" y="413879"/>
                  </a:lnTo>
                  <a:close/>
                  <a:moveTo>
                    <a:pt x="0" y="310806"/>
                  </a:moveTo>
                  <a:lnTo>
                    <a:pt x="7175" y="362342"/>
                  </a:lnTo>
                  <a:lnTo>
                    <a:pt x="10739" y="289423"/>
                  </a:lnTo>
                  <a:close/>
                  <a:moveTo>
                    <a:pt x="7175" y="362342"/>
                  </a:moveTo>
                  <a:lnTo>
                    <a:pt x="19394" y="345129"/>
                  </a:lnTo>
                  <a:lnTo>
                    <a:pt x="10739" y="289423"/>
                  </a:lnTo>
                  <a:close/>
                  <a:moveTo>
                    <a:pt x="10739" y="289423"/>
                  </a:moveTo>
                  <a:lnTo>
                    <a:pt x="13202" y="283450"/>
                  </a:lnTo>
                  <a:lnTo>
                    <a:pt x="0" y="310806"/>
                  </a:lnTo>
                  <a:close/>
                  <a:moveTo>
                    <a:pt x="0" y="310806"/>
                  </a:moveTo>
                  <a:lnTo>
                    <a:pt x="13202" y="283450"/>
                  </a:lnTo>
                  <a:lnTo>
                    <a:pt x="20536" y="235175"/>
                  </a:lnTo>
                  <a:close/>
                  <a:moveTo>
                    <a:pt x="24658" y="338248"/>
                  </a:moveTo>
                  <a:lnTo>
                    <a:pt x="10739" y="289423"/>
                  </a:lnTo>
                  <a:lnTo>
                    <a:pt x="19394" y="345129"/>
                  </a:lnTo>
                  <a:close/>
                  <a:moveTo>
                    <a:pt x="24658" y="338248"/>
                  </a:moveTo>
                  <a:lnTo>
                    <a:pt x="12879" y="286712"/>
                  </a:lnTo>
                  <a:lnTo>
                    <a:pt x="10739" y="289423"/>
                  </a:lnTo>
                  <a:close/>
                  <a:moveTo>
                    <a:pt x="13202" y="283450"/>
                  </a:moveTo>
                  <a:lnTo>
                    <a:pt x="10739" y="289423"/>
                  </a:lnTo>
                  <a:lnTo>
                    <a:pt x="12879" y="286712"/>
                  </a:lnTo>
                  <a:close/>
                  <a:moveTo>
                    <a:pt x="225289" y="147680"/>
                  </a:moveTo>
                  <a:lnTo>
                    <a:pt x="144621" y="155651"/>
                  </a:lnTo>
                  <a:lnTo>
                    <a:pt x="211483" y="162893"/>
                  </a:lnTo>
                  <a:close/>
                  <a:moveTo>
                    <a:pt x="239053" y="155012"/>
                  </a:moveTo>
                  <a:lnTo>
                    <a:pt x="273873" y="154649"/>
                  </a:lnTo>
                  <a:lnTo>
                    <a:pt x="225289" y="147680"/>
                  </a:lnTo>
                  <a:close/>
                  <a:moveTo>
                    <a:pt x="808626" y="526998"/>
                  </a:moveTo>
                  <a:lnTo>
                    <a:pt x="822924" y="586861"/>
                  </a:lnTo>
                  <a:lnTo>
                    <a:pt x="822685" y="539352"/>
                  </a:lnTo>
                  <a:close/>
                  <a:moveTo>
                    <a:pt x="808626" y="526998"/>
                  </a:moveTo>
                  <a:lnTo>
                    <a:pt x="822685" y="539352"/>
                  </a:lnTo>
                  <a:lnTo>
                    <a:pt x="832945" y="515970"/>
                  </a:lnTo>
                  <a:close/>
                  <a:moveTo>
                    <a:pt x="805567" y="123789"/>
                  </a:moveTo>
                  <a:lnTo>
                    <a:pt x="820118" y="87199"/>
                  </a:lnTo>
                  <a:lnTo>
                    <a:pt x="777200" y="84108"/>
                  </a:lnTo>
                  <a:close/>
                  <a:moveTo>
                    <a:pt x="777200" y="84108"/>
                  </a:moveTo>
                  <a:lnTo>
                    <a:pt x="820118" y="87199"/>
                  </a:lnTo>
                  <a:lnTo>
                    <a:pt x="825367" y="20188"/>
                  </a:lnTo>
                  <a:close/>
                  <a:moveTo>
                    <a:pt x="851437" y="69866"/>
                  </a:moveTo>
                  <a:lnTo>
                    <a:pt x="831773" y="18330"/>
                  </a:lnTo>
                  <a:lnTo>
                    <a:pt x="820118" y="87199"/>
                  </a:lnTo>
                  <a:close/>
                  <a:moveTo>
                    <a:pt x="904885" y="45772"/>
                  </a:moveTo>
                  <a:lnTo>
                    <a:pt x="899396" y="111885"/>
                  </a:lnTo>
                  <a:lnTo>
                    <a:pt x="927739" y="82958"/>
                  </a:lnTo>
                  <a:close/>
                  <a:moveTo>
                    <a:pt x="904885" y="45772"/>
                  </a:moveTo>
                  <a:lnTo>
                    <a:pt x="851437" y="69866"/>
                  </a:lnTo>
                  <a:lnTo>
                    <a:pt x="899396" y="111885"/>
                  </a:lnTo>
                  <a:close/>
                  <a:moveTo>
                    <a:pt x="947832" y="97309"/>
                  </a:moveTo>
                  <a:lnTo>
                    <a:pt x="999727" y="142629"/>
                  </a:lnTo>
                  <a:lnTo>
                    <a:pt x="989219" y="88430"/>
                  </a:lnTo>
                  <a:close/>
                  <a:moveTo>
                    <a:pt x="999727" y="142629"/>
                  </a:moveTo>
                  <a:lnTo>
                    <a:pt x="1047046" y="142142"/>
                  </a:lnTo>
                  <a:lnTo>
                    <a:pt x="989219" y="88430"/>
                  </a:lnTo>
                  <a:close/>
                  <a:moveTo>
                    <a:pt x="989219" y="88430"/>
                  </a:moveTo>
                  <a:lnTo>
                    <a:pt x="927739" y="82958"/>
                  </a:lnTo>
                  <a:lnTo>
                    <a:pt x="947832" y="97309"/>
                  </a:lnTo>
                  <a:close/>
                  <a:moveTo>
                    <a:pt x="925309" y="39663"/>
                  </a:moveTo>
                  <a:lnTo>
                    <a:pt x="927739" y="82958"/>
                  </a:lnTo>
                  <a:lnTo>
                    <a:pt x="989219" y="88430"/>
                  </a:lnTo>
                  <a:close/>
                  <a:moveTo>
                    <a:pt x="982921" y="30807"/>
                  </a:moveTo>
                  <a:lnTo>
                    <a:pt x="925309" y="39663"/>
                  </a:lnTo>
                  <a:lnTo>
                    <a:pt x="989219" y="88430"/>
                  </a:lnTo>
                  <a:close/>
                  <a:moveTo>
                    <a:pt x="925309" y="39663"/>
                  </a:moveTo>
                  <a:lnTo>
                    <a:pt x="982921" y="30807"/>
                  </a:lnTo>
                  <a:lnTo>
                    <a:pt x="952271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44" name="Output_density__4343">
              <a:extLst>
                <a:ext uri="{FF2B5EF4-FFF2-40B4-BE49-F238E27FC236}">
                  <a16:creationId xmlns:a16="http://schemas.microsoft.com/office/drawing/2014/main" id="{DFFBF31A-4CCF-50F4-CFF8-DDF9A189928E}"/>
                </a:ext>
              </a:extLst>
            </p:cNvPr>
            <p:cNvSpPr>
              <a:spLocks noGrp="1"/>
            </p:cNvSpPr>
            <p:nvPr/>
          </p:nvSpPr>
          <p:spPr>
            <a:xfrm>
              <a:off x="15115466" y="3154612"/>
              <a:ext cx="886410" cy="285759"/>
            </a:xfrm>
            <a:custGeom>
              <a:avLst/>
              <a:gdLst/>
              <a:ahLst/>
              <a:cxnLst/>
              <a:rect l="0" t="0" r="0" b="0"/>
              <a:pathLst>
                <a:path w="886410" h="285759">
                  <a:moveTo>
                    <a:pt x="53349" y="169272"/>
                  </a:moveTo>
                  <a:lnTo>
                    <a:pt x="7713" y="173322"/>
                  </a:lnTo>
                  <a:lnTo>
                    <a:pt x="0" y="169837"/>
                  </a:lnTo>
                  <a:close/>
                  <a:moveTo>
                    <a:pt x="7713" y="173322"/>
                  </a:moveTo>
                  <a:lnTo>
                    <a:pt x="53349" y="169272"/>
                  </a:lnTo>
                  <a:lnTo>
                    <a:pt x="90324" y="172617"/>
                  </a:lnTo>
                  <a:close/>
                  <a:moveTo>
                    <a:pt x="232462" y="84894"/>
                  </a:moveTo>
                  <a:lnTo>
                    <a:pt x="208544" y="114241"/>
                  </a:lnTo>
                  <a:lnTo>
                    <a:pt x="276329" y="74225"/>
                  </a:lnTo>
                  <a:close/>
                  <a:moveTo>
                    <a:pt x="741751" y="278428"/>
                  </a:moveTo>
                  <a:lnTo>
                    <a:pt x="760023" y="283471"/>
                  </a:lnTo>
                  <a:lnTo>
                    <a:pt x="768185" y="285759"/>
                  </a:lnTo>
                  <a:close/>
                  <a:moveTo>
                    <a:pt x="776625" y="278428"/>
                  </a:moveTo>
                  <a:lnTo>
                    <a:pt x="768185" y="285759"/>
                  </a:lnTo>
                  <a:lnTo>
                    <a:pt x="760023" y="283471"/>
                  </a:lnTo>
                  <a:close/>
                  <a:moveTo>
                    <a:pt x="741751" y="278428"/>
                  </a:moveTo>
                  <a:lnTo>
                    <a:pt x="768185" y="285759"/>
                  </a:lnTo>
                  <a:lnTo>
                    <a:pt x="778359" y="268563"/>
                  </a:lnTo>
                  <a:close/>
                  <a:moveTo>
                    <a:pt x="778359" y="268563"/>
                  </a:moveTo>
                  <a:lnTo>
                    <a:pt x="768185" y="285759"/>
                  </a:lnTo>
                  <a:lnTo>
                    <a:pt x="776625" y="278428"/>
                  </a:lnTo>
                  <a:close/>
                  <a:moveTo>
                    <a:pt x="789404" y="230195"/>
                  </a:moveTo>
                  <a:lnTo>
                    <a:pt x="806756" y="220716"/>
                  </a:lnTo>
                  <a:lnTo>
                    <a:pt x="807248" y="202798"/>
                  </a:lnTo>
                  <a:close/>
                  <a:moveTo>
                    <a:pt x="778359" y="268563"/>
                  </a:moveTo>
                  <a:lnTo>
                    <a:pt x="800835" y="233153"/>
                  </a:lnTo>
                  <a:lnTo>
                    <a:pt x="789404" y="230195"/>
                  </a:lnTo>
                  <a:close/>
                  <a:moveTo>
                    <a:pt x="871751" y="75631"/>
                  </a:moveTo>
                  <a:lnTo>
                    <a:pt x="868484" y="81382"/>
                  </a:lnTo>
                  <a:lnTo>
                    <a:pt x="843479" y="122792"/>
                  </a:lnTo>
                  <a:close/>
                  <a:moveTo>
                    <a:pt x="871751" y="75631"/>
                  </a:moveTo>
                  <a:lnTo>
                    <a:pt x="880185" y="51536"/>
                  </a:lnTo>
                  <a:lnTo>
                    <a:pt x="868484" y="81382"/>
                  </a:lnTo>
                  <a:close/>
                  <a:moveTo>
                    <a:pt x="871751" y="75631"/>
                  </a:moveTo>
                  <a:lnTo>
                    <a:pt x="886410" y="5712"/>
                  </a:lnTo>
                  <a:lnTo>
                    <a:pt x="884087" y="0"/>
                  </a:lnTo>
                  <a:close/>
                  <a:moveTo>
                    <a:pt x="871751" y="75631"/>
                  </a:moveTo>
                  <a:lnTo>
                    <a:pt x="884087" y="0"/>
                  </a:lnTo>
                  <a:lnTo>
                    <a:pt x="880185" y="5153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45" name="Output_density__4344">
              <a:extLst>
                <a:ext uri="{FF2B5EF4-FFF2-40B4-BE49-F238E27FC236}">
                  <a16:creationId xmlns:a16="http://schemas.microsoft.com/office/drawing/2014/main" id="{52FC7895-C382-B13A-71C3-FE4F6F0F1B91}"/>
                </a:ext>
              </a:extLst>
            </p:cNvPr>
            <p:cNvSpPr>
              <a:spLocks noGrp="1"/>
            </p:cNvSpPr>
            <p:nvPr/>
          </p:nvSpPr>
          <p:spPr>
            <a:xfrm>
              <a:off x="14910760" y="2774690"/>
              <a:ext cx="939392" cy="527834"/>
            </a:xfrm>
            <a:custGeom>
              <a:avLst/>
              <a:gdLst/>
              <a:ahLst/>
              <a:cxnLst/>
              <a:rect l="0" t="0" r="0" b="0"/>
              <a:pathLst>
                <a:path w="939392" h="527834">
                  <a:moveTo>
                    <a:pt x="28697" y="255475"/>
                  </a:moveTo>
                  <a:lnTo>
                    <a:pt x="323" y="284286"/>
                  </a:lnTo>
                  <a:lnTo>
                    <a:pt x="0" y="287548"/>
                  </a:lnTo>
                  <a:close/>
                  <a:moveTo>
                    <a:pt x="323" y="284286"/>
                  </a:moveTo>
                  <a:lnTo>
                    <a:pt x="28697" y="255475"/>
                  </a:lnTo>
                  <a:lnTo>
                    <a:pt x="7657" y="236011"/>
                  </a:lnTo>
                  <a:close/>
                  <a:moveTo>
                    <a:pt x="28697" y="255475"/>
                  </a:moveTo>
                  <a:lnTo>
                    <a:pt x="35042" y="211917"/>
                  </a:lnTo>
                  <a:lnTo>
                    <a:pt x="7657" y="236011"/>
                  </a:lnTo>
                  <a:close/>
                  <a:moveTo>
                    <a:pt x="35042" y="211917"/>
                  </a:moveTo>
                  <a:lnTo>
                    <a:pt x="51590" y="166388"/>
                  </a:lnTo>
                  <a:lnTo>
                    <a:pt x="10205" y="184474"/>
                  </a:lnTo>
                  <a:close/>
                  <a:moveTo>
                    <a:pt x="7657" y="236011"/>
                  </a:moveTo>
                  <a:lnTo>
                    <a:pt x="35042" y="211917"/>
                  </a:lnTo>
                  <a:lnTo>
                    <a:pt x="10205" y="184474"/>
                  </a:lnTo>
                  <a:close/>
                  <a:moveTo>
                    <a:pt x="55454" y="160381"/>
                  </a:moveTo>
                  <a:lnTo>
                    <a:pt x="41826" y="167013"/>
                  </a:lnTo>
                  <a:lnTo>
                    <a:pt x="51590" y="166388"/>
                  </a:lnTo>
                  <a:close/>
                  <a:moveTo>
                    <a:pt x="51590" y="166388"/>
                  </a:moveTo>
                  <a:lnTo>
                    <a:pt x="35042" y="211917"/>
                  </a:lnTo>
                  <a:lnTo>
                    <a:pt x="89025" y="191383"/>
                  </a:lnTo>
                  <a:close/>
                  <a:moveTo>
                    <a:pt x="116986" y="143890"/>
                  </a:moveTo>
                  <a:lnTo>
                    <a:pt x="55454" y="160381"/>
                  </a:lnTo>
                  <a:lnTo>
                    <a:pt x="131742" y="156487"/>
                  </a:lnTo>
                  <a:close/>
                  <a:moveTo>
                    <a:pt x="55454" y="160381"/>
                  </a:moveTo>
                  <a:lnTo>
                    <a:pt x="51590" y="166388"/>
                  </a:lnTo>
                  <a:lnTo>
                    <a:pt x="131742" y="156487"/>
                  </a:lnTo>
                  <a:close/>
                  <a:moveTo>
                    <a:pt x="131742" y="156487"/>
                  </a:moveTo>
                  <a:lnTo>
                    <a:pt x="51590" y="166388"/>
                  </a:lnTo>
                  <a:lnTo>
                    <a:pt x="102556" y="187823"/>
                  </a:lnTo>
                  <a:close/>
                  <a:moveTo>
                    <a:pt x="102556" y="187823"/>
                  </a:moveTo>
                  <a:lnTo>
                    <a:pt x="51590" y="166388"/>
                  </a:lnTo>
                  <a:lnTo>
                    <a:pt x="89025" y="191383"/>
                  </a:lnTo>
                  <a:close/>
                  <a:moveTo>
                    <a:pt x="156425" y="136287"/>
                  </a:moveTo>
                  <a:lnTo>
                    <a:pt x="116986" y="143890"/>
                  </a:lnTo>
                  <a:lnTo>
                    <a:pt x="131742" y="156487"/>
                  </a:lnTo>
                  <a:close/>
                  <a:moveTo>
                    <a:pt x="156425" y="136287"/>
                  </a:moveTo>
                  <a:lnTo>
                    <a:pt x="125164" y="84750"/>
                  </a:lnTo>
                  <a:lnTo>
                    <a:pt x="116986" y="143890"/>
                  </a:lnTo>
                  <a:close/>
                  <a:moveTo>
                    <a:pt x="131742" y="156487"/>
                  </a:moveTo>
                  <a:lnTo>
                    <a:pt x="102556" y="187823"/>
                  </a:lnTo>
                  <a:lnTo>
                    <a:pt x="157795" y="173457"/>
                  </a:lnTo>
                  <a:close/>
                  <a:moveTo>
                    <a:pt x="180836" y="129964"/>
                  </a:moveTo>
                  <a:lnTo>
                    <a:pt x="156425" y="136287"/>
                  </a:lnTo>
                  <a:lnTo>
                    <a:pt x="212410" y="148516"/>
                  </a:lnTo>
                  <a:close/>
                  <a:moveTo>
                    <a:pt x="156425" y="136287"/>
                  </a:moveTo>
                  <a:lnTo>
                    <a:pt x="131742" y="156487"/>
                  </a:lnTo>
                  <a:lnTo>
                    <a:pt x="212410" y="148516"/>
                  </a:lnTo>
                  <a:close/>
                  <a:moveTo>
                    <a:pt x="198604" y="163729"/>
                  </a:moveTo>
                  <a:lnTo>
                    <a:pt x="131742" y="156487"/>
                  </a:lnTo>
                  <a:lnTo>
                    <a:pt x="157795" y="173457"/>
                  </a:lnTo>
                  <a:close/>
                  <a:moveTo>
                    <a:pt x="795747" y="527834"/>
                  </a:moveTo>
                  <a:lnTo>
                    <a:pt x="820066" y="516806"/>
                  </a:lnTo>
                  <a:lnTo>
                    <a:pt x="801499" y="509130"/>
                  </a:lnTo>
                  <a:close/>
                  <a:moveTo>
                    <a:pt x="444053" y="218148"/>
                  </a:moveTo>
                  <a:lnTo>
                    <a:pt x="496198" y="213738"/>
                  </a:lnTo>
                  <a:lnTo>
                    <a:pt x="486721" y="205613"/>
                  </a:lnTo>
                  <a:close/>
                  <a:moveTo>
                    <a:pt x="496198" y="213738"/>
                  </a:moveTo>
                  <a:lnTo>
                    <a:pt x="526159" y="178385"/>
                  </a:lnTo>
                  <a:lnTo>
                    <a:pt x="486721" y="205613"/>
                  </a:lnTo>
                  <a:close/>
                  <a:moveTo>
                    <a:pt x="496198" y="213738"/>
                  </a:moveTo>
                  <a:lnTo>
                    <a:pt x="564333" y="196327"/>
                  </a:lnTo>
                  <a:lnTo>
                    <a:pt x="526159" y="178385"/>
                  </a:lnTo>
                  <a:close/>
                  <a:moveTo>
                    <a:pt x="526159" y="178385"/>
                  </a:moveTo>
                  <a:lnTo>
                    <a:pt x="564333" y="196327"/>
                  </a:lnTo>
                  <a:lnTo>
                    <a:pt x="540811" y="167078"/>
                  </a:lnTo>
                  <a:close/>
                  <a:moveTo>
                    <a:pt x="540811" y="167078"/>
                  </a:moveTo>
                  <a:lnTo>
                    <a:pt x="564333" y="196327"/>
                  </a:lnTo>
                  <a:lnTo>
                    <a:pt x="569673" y="194521"/>
                  </a:lnTo>
                  <a:close/>
                  <a:moveTo>
                    <a:pt x="540811" y="167078"/>
                  </a:moveTo>
                  <a:lnTo>
                    <a:pt x="569673" y="194521"/>
                  </a:lnTo>
                  <a:lnTo>
                    <a:pt x="582880" y="142984"/>
                  </a:lnTo>
                  <a:close/>
                  <a:moveTo>
                    <a:pt x="564333" y="196327"/>
                  </a:moveTo>
                  <a:lnTo>
                    <a:pt x="568306" y="201067"/>
                  </a:lnTo>
                  <a:lnTo>
                    <a:pt x="569673" y="194521"/>
                  </a:lnTo>
                  <a:close/>
                  <a:moveTo>
                    <a:pt x="582880" y="142984"/>
                  </a:moveTo>
                  <a:lnTo>
                    <a:pt x="569673" y="194521"/>
                  </a:lnTo>
                  <a:lnTo>
                    <a:pt x="641121" y="170427"/>
                  </a:lnTo>
                  <a:close/>
                  <a:moveTo>
                    <a:pt x="582880" y="142984"/>
                  </a:moveTo>
                  <a:lnTo>
                    <a:pt x="641121" y="170427"/>
                  </a:lnTo>
                  <a:lnTo>
                    <a:pt x="626048" y="118891"/>
                  </a:lnTo>
                  <a:close/>
                  <a:moveTo>
                    <a:pt x="576206" y="91448"/>
                  </a:moveTo>
                  <a:lnTo>
                    <a:pt x="620039" y="84912"/>
                  </a:lnTo>
                  <a:lnTo>
                    <a:pt x="611963" y="70101"/>
                  </a:lnTo>
                  <a:close/>
                  <a:moveTo>
                    <a:pt x="626048" y="118891"/>
                  </a:moveTo>
                  <a:lnTo>
                    <a:pt x="620039" y="84912"/>
                  </a:lnTo>
                  <a:lnTo>
                    <a:pt x="576206" y="91448"/>
                  </a:lnTo>
                  <a:close/>
                  <a:moveTo>
                    <a:pt x="582880" y="142984"/>
                  </a:moveTo>
                  <a:lnTo>
                    <a:pt x="626048" y="118891"/>
                  </a:lnTo>
                  <a:lnTo>
                    <a:pt x="576206" y="91448"/>
                  </a:lnTo>
                  <a:close/>
                  <a:moveTo>
                    <a:pt x="611963" y="70101"/>
                  </a:moveTo>
                  <a:lnTo>
                    <a:pt x="620039" y="84912"/>
                  </a:lnTo>
                  <a:lnTo>
                    <a:pt x="616325" y="67354"/>
                  </a:lnTo>
                  <a:close/>
                  <a:moveTo>
                    <a:pt x="626048" y="118891"/>
                  </a:moveTo>
                  <a:lnTo>
                    <a:pt x="644263" y="169328"/>
                  </a:lnTo>
                  <a:lnTo>
                    <a:pt x="631725" y="116778"/>
                  </a:lnTo>
                  <a:close/>
                  <a:moveTo>
                    <a:pt x="620039" y="84912"/>
                  </a:moveTo>
                  <a:lnTo>
                    <a:pt x="626048" y="118891"/>
                  </a:lnTo>
                  <a:lnTo>
                    <a:pt x="631725" y="116778"/>
                  </a:lnTo>
                  <a:close/>
                  <a:moveTo>
                    <a:pt x="620039" y="84912"/>
                  </a:moveTo>
                  <a:lnTo>
                    <a:pt x="631725" y="116778"/>
                  </a:lnTo>
                  <a:lnTo>
                    <a:pt x="616325" y="67354"/>
                  </a:lnTo>
                  <a:close/>
                  <a:moveTo>
                    <a:pt x="616325" y="67354"/>
                  </a:moveTo>
                  <a:lnTo>
                    <a:pt x="631725" y="116778"/>
                  </a:lnTo>
                  <a:lnTo>
                    <a:pt x="689288" y="94796"/>
                  </a:lnTo>
                  <a:close/>
                  <a:moveTo>
                    <a:pt x="616325" y="67354"/>
                  </a:moveTo>
                  <a:lnTo>
                    <a:pt x="689288" y="94796"/>
                  </a:lnTo>
                  <a:lnTo>
                    <a:pt x="688961" y="43260"/>
                  </a:lnTo>
                  <a:close/>
                  <a:moveTo>
                    <a:pt x="688961" y="43260"/>
                  </a:moveTo>
                  <a:lnTo>
                    <a:pt x="690691" y="39490"/>
                  </a:lnTo>
                  <a:lnTo>
                    <a:pt x="640738" y="15817"/>
                  </a:lnTo>
                  <a:close/>
                  <a:moveTo>
                    <a:pt x="616325" y="67354"/>
                  </a:moveTo>
                  <a:lnTo>
                    <a:pt x="688961" y="43260"/>
                  </a:lnTo>
                  <a:lnTo>
                    <a:pt x="640738" y="15817"/>
                  </a:lnTo>
                  <a:close/>
                  <a:moveTo>
                    <a:pt x="653804" y="11324"/>
                  </a:moveTo>
                  <a:lnTo>
                    <a:pt x="690691" y="39490"/>
                  </a:lnTo>
                  <a:lnTo>
                    <a:pt x="738281" y="42746"/>
                  </a:lnTo>
                  <a:close/>
                  <a:moveTo>
                    <a:pt x="688961" y="43260"/>
                  </a:moveTo>
                  <a:lnTo>
                    <a:pt x="713704" y="88113"/>
                  </a:lnTo>
                  <a:lnTo>
                    <a:pt x="693165" y="42068"/>
                  </a:lnTo>
                  <a:close/>
                  <a:moveTo>
                    <a:pt x="688961" y="43260"/>
                  </a:moveTo>
                  <a:lnTo>
                    <a:pt x="689288" y="94796"/>
                  </a:lnTo>
                  <a:lnTo>
                    <a:pt x="713704" y="88113"/>
                  </a:lnTo>
                  <a:close/>
                  <a:moveTo>
                    <a:pt x="713704" y="88113"/>
                  </a:moveTo>
                  <a:lnTo>
                    <a:pt x="764321" y="84944"/>
                  </a:lnTo>
                  <a:lnTo>
                    <a:pt x="738604" y="43109"/>
                  </a:lnTo>
                  <a:close/>
                  <a:moveTo>
                    <a:pt x="713704" y="88113"/>
                  </a:moveTo>
                  <a:lnTo>
                    <a:pt x="738604" y="43109"/>
                  </a:lnTo>
                  <a:lnTo>
                    <a:pt x="693165" y="42068"/>
                  </a:lnTo>
                  <a:close/>
                  <a:moveTo>
                    <a:pt x="764321" y="84944"/>
                  </a:moveTo>
                  <a:lnTo>
                    <a:pt x="812488" y="21024"/>
                  </a:lnTo>
                  <a:lnTo>
                    <a:pt x="738604" y="43109"/>
                  </a:lnTo>
                  <a:close/>
                  <a:moveTo>
                    <a:pt x="818894" y="19166"/>
                  </a:moveTo>
                  <a:lnTo>
                    <a:pt x="812488" y="21024"/>
                  </a:lnTo>
                  <a:lnTo>
                    <a:pt x="807239" y="88035"/>
                  </a:lnTo>
                  <a:close/>
                  <a:moveTo>
                    <a:pt x="690691" y="39490"/>
                  </a:moveTo>
                  <a:lnTo>
                    <a:pt x="688961" y="43260"/>
                  </a:lnTo>
                  <a:lnTo>
                    <a:pt x="693165" y="42068"/>
                  </a:lnTo>
                  <a:close/>
                  <a:moveTo>
                    <a:pt x="693165" y="42068"/>
                  </a:moveTo>
                  <a:lnTo>
                    <a:pt x="738281" y="42746"/>
                  </a:lnTo>
                  <a:lnTo>
                    <a:pt x="690691" y="39490"/>
                  </a:lnTo>
                  <a:close/>
                  <a:moveTo>
                    <a:pt x="693165" y="42068"/>
                  </a:moveTo>
                  <a:lnTo>
                    <a:pt x="738604" y="43109"/>
                  </a:lnTo>
                  <a:lnTo>
                    <a:pt x="738281" y="42746"/>
                  </a:lnTo>
                  <a:close/>
                  <a:moveTo>
                    <a:pt x="818894" y="19166"/>
                  </a:moveTo>
                  <a:lnTo>
                    <a:pt x="897892" y="20351"/>
                  </a:lnTo>
                  <a:lnTo>
                    <a:pt x="885069" y="0"/>
                  </a:lnTo>
                  <a:close/>
                  <a:moveTo>
                    <a:pt x="892006" y="46609"/>
                  </a:moveTo>
                  <a:lnTo>
                    <a:pt x="897892" y="20351"/>
                  </a:lnTo>
                  <a:lnTo>
                    <a:pt x="818894" y="19166"/>
                  </a:lnTo>
                  <a:close/>
                  <a:moveTo>
                    <a:pt x="838558" y="70702"/>
                  </a:moveTo>
                  <a:lnTo>
                    <a:pt x="892006" y="46609"/>
                  </a:lnTo>
                  <a:lnTo>
                    <a:pt x="818894" y="19166"/>
                  </a:lnTo>
                  <a:close/>
                  <a:moveTo>
                    <a:pt x="885069" y="0"/>
                  </a:moveTo>
                  <a:lnTo>
                    <a:pt x="897892" y="20351"/>
                  </a:lnTo>
                  <a:lnTo>
                    <a:pt x="939392" y="836"/>
                  </a:lnTo>
                  <a:close/>
                  <a:moveTo>
                    <a:pt x="892006" y="46609"/>
                  </a:moveTo>
                  <a:lnTo>
                    <a:pt x="914860" y="83794"/>
                  </a:lnTo>
                  <a:lnTo>
                    <a:pt x="912430" y="40499"/>
                  </a:lnTo>
                  <a:close/>
                  <a:moveTo>
                    <a:pt x="897892" y="20351"/>
                  </a:moveTo>
                  <a:lnTo>
                    <a:pt x="892006" y="46609"/>
                  </a:lnTo>
                  <a:lnTo>
                    <a:pt x="912430" y="40499"/>
                  </a:lnTo>
                  <a:close/>
                  <a:moveTo>
                    <a:pt x="912430" y="40499"/>
                  </a:moveTo>
                  <a:lnTo>
                    <a:pt x="939392" y="836"/>
                  </a:lnTo>
                  <a:lnTo>
                    <a:pt x="897892" y="2035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46" name="Output_density__4345">
              <a:extLst>
                <a:ext uri="{FF2B5EF4-FFF2-40B4-BE49-F238E27FC236}">
                  <a16:creationId xmlns:a16="http://schemas.microsoft.com/office/drawing/2014/main" id="{D8AB487E-F673-4622-F542-417032290DF4}"/>
                </a:ext>
              </a:extLst>
            </p:cNvPr>
            <p:cNvSpPr>
              <a:spLocks noGrp="1"/>
            </p:cNvSpPr>
            <p:nvPr/>
          </p:nvSpPr>
          <p:spPr>
            <a:xfrm>
              <a:off x="14972977" y="2959700"/>
              <a:ext cx="1016997" cy="428071"/>
            </a:xfrm>
            <a:custGeom>
              <a:avLst/>
              <a:gdLst/>
              <a:ahLst/>
              <a:cxnLst/>
              <a:rect l="0" t="0" r="0" b="0"/>
              <a:pathLst>
                <a:path w="1016997" h="428071">
                  <a:moveTo>
                    <a:pt x="0" y="257147"/>
                  </a:moveTo>
                  <a:lnTo>
                    <a:pt x="1065" y="294888"/>
                  </a:lnTo>
                  <a:lnTo>
                    <a:pt x="37153" y="294915"/>
                  </a:lnTo>
                  <a:close/>
                  <a:moveTo>
                    <a:pt x="141679" y="336127"/>
                  </a:moveTo>
                  <a:lnTo>
                    <a:pt x="128882" y="328299"/>
                  </a:lnTo>
                  <a:lnTo>
                    <a:pt x="93564" y="331150"/>
                  </a:lnTo>
                  <a:close/>
                  <a:moveTo>
                    <a:pt x="79226" y="284590"/>
                  </a:moveTo>
                  <a:lnTo>
                    <a:pt x="93564" y="331150"/>
                  </a:lnTo>
                  <a:lnTo>
                    <a:pt x="128882" y="328299"/>
                  </a:lnTo>
                  <a:close/>
                  <a:moveTo>
                    <a:pt x="79226" y="284590"/>
                  </a:moveTo>
                  <a:lnTo>
                    <a:pt x="57272" y="308684"/>
                  </a:lnTo>
                  <a:lnTo>
                    <a:pt x="93564" y="331150"/>
                  </a:lnTo>
                  <a:close/>
                  <a:moveTo>
                    <a:pt x="57272" y="308684"/>
                  </a:moveTo>
                  <a:lnTo>
                    <a:pt x="79226" y="284590"/>
                  </a:lnTo>
                  <a:lnTo>
                    <a:pt x="37153" y="294915"/>
                  </a:lnTo>
                  <a:close/>
                  <a:moveTo>
                    <a:pt x="195049" y="312033"/>
                  </a:moveTo>
                  <a:lnTo>
                    <a:pt x="141679" y="336127"/>
                  </a:lnTo>
                  <a:lnTo>
                    <a:pt x="183620" y="358278"/>
                  </a:lnTo>
                  <a:close/>
                  <a:moveTo>
                    <a:pt x="175038" y="212801"/>
                  </a:moveTo>
                  <a:lnTo>
                    <a:pt x="136458" y="181948"/>
                  </a:lnTo>
                  <a:lnTo>
                    <a:pt x="155055" y="208959"/>
                  </a:lnTo>
                  <a:close/>
                  <a:moveTo>
                    <a:pt x="184944" y="228330"/>
                  </a:moveTo>
                  <a:lnTo>
                    <a:pt x="155055" y="208959"/>
                  </a:lnTo>
                  <a:lnTo>
                    <a:pt x="212599" y="196829"/>
                  </a:lnTo>
                  <a:close/>
                  <a:moveTo>
                    <a:pt x="259940" y="133329"/>
                  </a:moveTo>
                  <a:lnTo>
                    <a:pt x="273939" y="184866"/>
                  </a:lnTo>
                  <a:lnTo>
                    <a:pt x="262618" y="116840"/>
                  </a:lnTo>
                  <a:close/>
                  <a:moveTo>
                    <a:pt x="238154" y="117695"/>
                  </a:moveTo>
                  <a:lnTo>
                    <a:pt x="262618" y="116840"/>
                  </a:lnTo>
                  <a:lnTo>
                    <a:pt x="221883" y="111974"/>
                  </a:lnTo>
                  <a:close/>
                  <a:moveTo>
                    <a:pt x="399813" y="206752"/>
                  </a:moveTo>
                  <a:lnTo>
                    <a:pt x="351412" y="231573"/>
                  </a:lnTo>
                  <a:lnTo>
                    <a:pt x="395827" y="222956"/>
                  </a:lnTo>
                  <a:close/>
                  <a:moveTo>
                    <a:pt x="455502" y="199460"/>
                  </a:moveTo>
                  <a:lnTo>
                    <a:pt x="395827" y="222956"/>
                  </a:lnTo>
                  <a:lnTo>
                    <a:pt x="445290" y="233211"/>
                  </a:lnTo>
                  <a:close/>
                  <a:moveTo>
                    <a:pt x="455502" y="199460"/>
                  </a:moveTo>
                  <a:lnTo>
                    <a:pt x="399813" y="206752"/>
                  </a:lnTo>
                  <a:lnTo>
                    <a:pt x="395827" y="222956"/>
                  </a:lnTo>
                  <a:close/>
                  <a:moveTo>
                    <a:pt x="493447" y="238589"/>
                  </a:moveTo>
                  <a:lnTo>
                    <a:pt x="516507" y="189906"/>
                  </a:lnTo>
                  <a:lnTo>
                    <a:pt x="445290" y="233211"/>
                  </a:lnTo>
                  <a:close/>
                  <a:moveTo>
                    <a:pt x="698585" y="267193"/>
                  </a:moveTo>
                  <a:lnTo>
                    <a:pt x="662475" y="251401"/>
                  </a:lnTo>
                  <a:lnTo>
                    <a:pt x="636709" y="289968"/>
                  </a:lnTo>
                  <a:close/>
                  <a:moveTo>
                    <a:pt x="636709" y="289968"/>
                  </a:moveTo>
                  <a:lnTo>
                    <a:pt x="662475" y="251401"/>
                  </a:lnTo>
                  <a:lnTo>
                    <a:pt x="578691" y="247723"/>
                  </a:lnTo>
                  <a:close/>
                  <a:moveTo>
                    <a:pt x="859972" y="412240"/>
                  </a:moveTo>
                  <a:lnTo>
                    <a:pt x="853560" y="421803"/>
                  </a:lnTo>
                  <a:lnTo>
                    <a:pt x="885967" y="428071"/>
                  </a:lnTo>
                  <a:close/>
                  <a:moveTo>
                    <a:pt x="730991" y="243100"/>
                  </a:moveTo>
                  <a:lnTo>
                    <a:pt x="716658" y="279305"/>
                  </a:lnTo>
                  <a:lnTo>
                    <a:pt x="747132" y="258344"/>
                  </a:lnTo>
                  <a:close/>
                  <a:moveTo>
                    <a:pt x="730991" y="243100"/>
                  </a:moveTo>
                  <a:lnTo>
                    <a:pt x="698585" y="267193"/>
                  </a:lnTo>
                  <a:lnTo>
                    <a:pt x="716658" y="279305"/>
                  </a:lnTo>
                  <a:close/>
                  <a:moveTo>
                    <a:pt x="698585" y="267193"/>
                  </a:moveTo>
                  <a:lnTo>
                    <a:pt x="730991" y="243100"/>
                  </a:lnTo>
                  <a:lnTo>
                    <a:pt x="662475" y="251401"/>
                  </a:lnTo>
                  <a:close/>
                  <a:moveTo>
                    <a:pt x="747132" y="258344"/>
                  </a:moveTo>
                  <a:lnTo>
                    <a:pt x="804867" y="293572"/>
                  </a:lnTo>
                  <a:lnTo>
                    <a:pt x="791433" y="219006"/>
                  </a:lnTo>
                  <a:close/>
                  <a:moveTo>
                    <a:pt x="998663" y="170818"/>
                  </a:moveTo>
                  <a:lnTo>
                    <a:pt x="976657" y="187772"/>
                  </a:lnTo>
                  <a:lnTo>
                    <a:pt x="1016997" y="172318"/>
                  </a:lnTo>
                  <a:close/>
                  <a:moveTo>
                    <a:pt x="1016997" y="172318"/>
                  </a:moveTo>
                  <a:lnTo>
                    <a:pt x="982286" y="225297"/>
                  </a:lnTo>
                  <a:lnTo>
                    <a:pt x="1015940" y="235920"/>
                  </a:lnTo>
                  <a:close/>
                  <a:moveTo>
                    <a:pt x="998663" y="170818"/>
                  </a:moveTo>
                  <a:lnTo>
                    <a:pt x="1016997" y="172318"/>
                  </a:lnTo>
                  <a:lnTo>
                    <a:pt x="1016569" y="162317"/>
                  </a:lnTo>
                  <a:close/>
                  <a:moveTo>
                    <a:pt x="1013396" y="112503"/>
                  </a:moveTo>
                  <a:lnTo>
                    <a:pt x="998663" y="170818"/>
                  </a:lnTo>
                  <a:lnTo>
                    <a:pt x="1016569" y="162317"/>
                  </a:lnTo>
                  <a:close/>
                  <a:moveTo>
                    <a:pt x="974465" y="168913"/>
                  </a:moveTo>
                  <a:lnTo>
                    <a:pt x="998663" y="170818"/>
                  </a:lnTo>
                  <a:lnTo>
                    <a:pt x="1013396" y="112503"/>
                  </a:lnTo>
                  <a:close/>
                  <a:moveTo>
                    <a:pt x="972520" y="107752"/>
                  </a:moveTo>
                  <a:lnTo>
                    <a:pt x="1013396" y="112503"/>
                  </a:lnTo>
                  <a:lnTo>
                    <a:pt x="1003852" y="57519"/>
                  </a:lnTo>
                  <a:close/>
                  <a:moveTo>
                    <a:pt x="972520" y="107752"/>
                  </a:moveTo>
                  <a:lnTo>
                    <a:pt x="1003852" y="57519"/>
                  </a:lnTo>
                  <a:lnTo>
                    <a:pt x="965800" y="50472"/>
                  </a:lnTo>
                  <a:close/>
                  <a:moveTo>
                    <a:pt x="965800" y="50472"/>
                  </a:moveTo>
                  <a:lnTo>
                    <a:pt x="1003852" y="57519"/>
                  </a:lnTo>
                  <a:lnTo>
                    <a:pt x="99742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47" name="Output_density__4346">
              <a:extLst>
                <a:ext uri="{FF2B5EF4-FFF2-40B4-BE49-F238E27FC236}">
                  <a16:creationId xmlns:a16="http://schemas.microsoft.com/office/drawing/2014/main" id="{E72B9A1B-2116-F6F5-F186-4EE9F58746CC}"/>
                </a:ext>
              </a:extLst>
            </p:cNvPr>
            <p:cNvSpPr>
              <a:spLocks noGrp="1"/>
            </p:cNvSpPr>
            <p:nvPr/>
          </p:nvSpPr>
          <p:spPr>
            <a:xfrm>
              <a:off x="14917276" y="2872835"/>
              <a:ext cx="1027652" cy="381781"/>
            </a:xfrm>
            <a:custGeom>
              <a:avLst/>
              <a:gdLst/>
              <a:ahLst/>
              <a:cxnLst/>
              <a:rect l="0" t="0" r="0" b="0"/>
              <a:pathLst>
                <a:path w="1027652" h="381781">
                  <a:moveTo>
                    <a:pt x="4994" y="316570"/>
                  </a:moveTo>
                  <a:lnTo>
                    <a:pt x="55701" y="344013"/>
                  </a:lnTo>
                  <a:lnTo>
                    <a:pt x="29902" y="292476"/>
                  </a:lnTo>
                  <a:close/>
                  <a:moveTo>
                    <a:pt x="11409" y="251949"/>
                  </a:moveTo>
                  <a:lnTo>
                    <a:pt x="0" y="247821"/>
                  </a:lnTo>
                  <a:lnTo>
                    <a:pt x="29902" y="292476"/>
                  </a:lnTo>
                  <a:close/>
                  <a:moveTo>
                    <a:pt x="5263" y="240939"/>
                  </a:moveTo>
                  <a:lnTo>
                    <a:pt x="0" y="247821"/>
                  </a:lnTo>
                  <a:lnTo>
                    <a:pt x="11409" y="251949"/>
                  </a:lnTo>
                  <a:close/>
                  <a:moveTo>
                    <a:pt x="100042" y="319919"/>
                  </a:moveTo>
                  <a:lnTo>
                    <a:pt x="92854" y="381781"/>
                  </a:lnTo>
                  <a:lnTo>
                    <a:pt x="120176" y="349035"/>
                  </a:lnTo>
                  <a:close/>
                  <a:moveTo>
                    <a:pt x="29902" y="292476"/>
                  </a:moveTo>
                  <a:lnTo>
                    <a:pt x="55701" y="344013"/>
                  </a:lnTo>
                  <a:lnTo>
                    <a:pt x="100042" y="319919"/>
                  </a:lnTo>
                  <a:close/>
                  <a:moveTo>
                    <a:pt x="14922" y="235689"/>
                  </a:moveTo>
                  <a:lnTo>
                    <a:pt x="11409" y="251949"/>
                  </a:lnTo>
                  <a:lnTo>
                    <a:pt x="47332" y="216846"/>
                  </a:lnTo>
                  <a:close/>
                  <a:moveTo>
                    <a:pt x="47332" y="216846"/>
                  </a:moveTo>
                  <a:lnTo>
                    <a:pt x="11409" y="251949"/>
                  </a:lnTo>
                  <a:lnTo>
                    <a:pt x="29902" y="292476"/>
                  </a:lnTo>
                  <a:close/>
                  <a:moveTo>
                    <a:pt x="47332" y="216846"/>
                  </a:moveTo>
                  <a:lnTo>
                    <a:pt x="29902" y="292476"/>
                  </a:lnTo>
                  <a:lnTo>
                    <a:pt x="79678" y="268382"/>
                  </a:lnTo>
                  <a:close/>
                  <a:moveTo>
                    <a:pt x="5263" y="240939"/>
                  </a:moveTo>
                  <a:lnTo>
                    <a:pt x="11409" y="251949"/>
                  </a:lnTo>
                  <a:lnTo>
                    <a:pt x="14922" y="235689"/>
                  </a:lnTo>
                  <a:close/>
                  <a:moveTo>
                    <a:pt x="47332" y="216846"/>
                  </a:moveTo>
                  <a:lnTo>
                    <a:pt x="79678" y="268382"/>
                  </a:lnTo>
                  <a:lnTo>
                    <a:pt x="122234" y="244288"/>
                  </a:lnTo>
                  <a:close/>
                  <a:moveTo>
                    <a:pt x="219659" y="57703"/>
                  </a:moveTo>
                  <a:lnTo>
                    <a:pt x="192089" y="65585"/>
                  </a:lnTo>
                  <a:lnTo>
                    <a:pt x="245083" y="61988"/>
                  </a:lnTo>
                  <a:close/>
                  <a:moveTo>
                    <a:pt x="205895" y="50371"/>
                  </a:moveTo>
                  <a:lnTo>
                    <a:pt x="192089" y="65585"/>
                  </a:lnTo>
                  <a:lnTo>
                    <a:pt x="219659" y="57703"/>
                  </a:lnTo>
                  <a:close/>
                  <a:moveTo>
                    <a:pt x="219659" y="57703"/>
                  </a:moveTo>
                  <a:lnTo>
                    <a:pt x="245083" y="61988"/>
                  </a:lnTo>
                  <a:lnTo>
                    <a:pt x="288920" y="51212"/>
                  </a:lnTo>
                  <a:close/>
                  <a:moveTo>
                    <a:pt x="512026" y="223543"/>
                  </a:moveTo>
                  <a:lnTo>
                    <a:pt x="511007" y="223742"/>
                  </a:lnTo>
                  <a:lnTo>
                    <a:pt x="511203" y="286326"/>
                  </a:lnTo>
                  <a:close/>
                  <a:moveTo>
                    <a:pt x="455049" y="188085"/>
                  </a:moveTo>
                  <a:lnTo>
                    <a:pt x="426751" y="172007"/>
                  </a:lnTo>
                  <a:lnTo>
                    <a:pt x="457220" y="229488"/>
                  </a:lnTo>
                  <a:close/>
                  <a:moveTo>
                    <a:pt x="457220" y="229488"/>
                  </a:moveTo>
                  <a:lnTo>
                    <a:pt x="511007" y="223742"/>
                  </a:lnTo>
                  <a:lnTo>
                    <a:pt x="455049" y="188085"/>
                  </a:lnTo>
                  <a:close/>
                  <a:moveTo>
                    <a:pt x="511007" y="223742"/>
                  </a:moveTo>
                  <a:lnTo>
                    <a:pt x="511009" y="222634"/>
                  </a:lnTo>
                  <a:lnTo>
                    <a:pt x="455049" y="188085"/>
                  </a:lnTo>
                  <a:close/>
                  <a:moveTo>
                    <a:pt x="511007" y="223742"/>
                  </a:moveTo>
                  <a:lnTo>
                    <a:pt x="512026" y="223543"/>
                  </a:lnTo>
                  <a:lnTo>
                    <a:pt x="511009" y="222634"/>
                  </a:lnTo>
                  <a:close/>
                  <a:moveTo>
                    <a:pt x="426751" y="172007"/>
                  </a:moveTo>
                  <a:lnTo>
                    <a:pt x="428806" y="120470"/>
                  </a:lnTo>
                  <a:lnTo>
                    <a:pt x="401010" y="174460"/>
                  </a:lnTo>
                  <a:close/>
                  <a:moveTo>
                    <a:pt x="428806" y="120470"/>
                  </a:moveTo>
                  <a:lnTo>
                    <a:pt x="388778" y="121662"/>
                  </a:lnTo>
                  <a:lnTo>
                    <a:pt x="401010" y="174460"/>
                  </a:lnTo>
                  <a:close/>
                  <a:moveTo>
                    <a:pt x="338046" y="124924"/>
                  </a:moveTo>
                  <a:lnTo>
                    <a:pt x="388778" y="121662"/>
                  </a:lnTo>
                  <a:lnTo>
                    <a:pt x="367542" y="76183"/>
                  </a:lnTo>
                  <a:close/>
                  <a:moveTo>
                    <a:pt x="338046" y="124924"/>
                  </a:moveTo>
                  <a:lnTo>
                    <a:pt x="367542" y="76183"/>
                  </a:lnTo>
                  <a:lnTo>
                    <a:pt x="322010" y="75218"/>
                  </a:lnTo>
                  <a:close/>
                  <a:moveTo>
                    <a:pt x="428806" y="120470"/>
                  </a:moveTo>
                  <a:lnTo>
                    <a:pt x="436275" y="117895"/>
                  </a:lnTo>
                  <a:lnTo>
                    <a:pt x="388778" y="121662"/>
                  </a:lnTo>
                  <a:close/>
                  <a:moveTo>
                    <a:pt x="268994" y="80337"/>
                  </a:moveTo>
                  <a:lnTo>
                    <a:pt x="322010" y="75218"/>
                  </a:lnTo>
                  <a:lnTo>
                    <a:pt x="288920" y="51212"/>
                  </a:lnTo>
                  <a:close/>
                  <a:moveTo>
                    <a:pt x="322010" y="75218"/>
                  </a:moveTo>
                  <a:lnTo>
                    <a:pt x="337430" y="57906"/>
                  </a:lnTo>
                  <a:lnTo>
                    <a:pt x="288920" y="51212"/>
                  </a:lnTo>
                  <a:close/>
                  <a:moveTo>
                    <a:pt x="572208" y="276771"/>
                  </a:moveTo>
                  <a:lnTo>
                    <a:pt x="626524" y="326617"/>
                  </a:lnTo>
                  <a:lnTo>
                    <a:pt x="610075" y="250986"/>
                  </a:lnTo>
                  <a:close/>
                  <a:moveTo>
                    <a:pt x="610075" y="250986"/>
                  </a:moveTo>
                  <a:lnTo>
                    <a:pt x="626524" y="326617"/>
                  </a:lnTo>
                  <a:lnTo>
                    <a:pt x="660217" y="296247"/>
                  </a:lnTo>
                  <a:close/>
                  <a:moveTo>
                    <a:pt x="573193" y="199449"/>
                  </a:moveTo>
                  <a:lnTo>
                    <a:pt x="575070" y="272385"/>
                  </a:lnTo>
                  <a:lnTo>
                    <a:pt x="595938" y="230595"/>
                  </a:lnTo>
                  <a:close/>
                  <a:moveTo>
                    <a:pt x="569422" y="275080"/>
                  </a:moveTo>
                  <a:lnTo>
                    <a:pt x="575070" y="272385"/>
                  </a:lnTo>
                  <a:lnTo>
                    <a:pt x="573193" y="199449"/>
                  </a:lnTo>
                  <a:close/>
                  <a:moveTo>
                    <a:pt x="512026" y="223543"/>
                  </a:moveTo>
                  <a:lnTo>
                    <a:pt x="569422" y="275080"/>
                  </a:lnTo>
                  <a:lnTo>
                    <a:pt x="573193" y="199449"/>
                  </a:lnTo>
                  <a:close/>
                  <a:moveTo>
                    <a:pt x="575070" y="272385"/>
                  </a:moveTo>
                  <a:lnTo>
                    <a:pt x="610075" y="250986"/>
                  </a:lnTo>
                  <a:lnTo>
                    <a:pt x="595938" y="230595"/>
                  </a:lnTo>
                  <a:close/>
                  <a:moveTo>
                    <a:pt x="549675" y="147913"/>
                  </a:moveTo>
                  <a:lnTo>
                    <a:pt x="511009" y="222634"/>
                  </a:lnTo>
                  <a:lnTo>
                    <a:pt x="512026" y="223543"/>
                  </a:lnTo>
                  <a:close/>
                  <a:moveTo>
                    <a:pt x="426751" y="172007"/>
                  </a:moveTo>
                  <a:lnTo>
                    <a:pt x="455049" y="188085"/>
                  </a:lnTo>
                  <a:lnTo>
                    <a:pt x="454880" y="168648"/>
                  </a:lnTo>
                  <a:close/>
                  <a:moveTo>
                    <a:pt x="428806" y="120470"/>
                  </a:moveTo>
                  <a:lnTo>
                    <a:pt x="454880" y="168648"/>
                  </a:lnTo>
                  <a:lnTo>
                    <a:pt x="437538" y="120003"/>
                  </a:lnTo>
                  <a:close/>
                  <a:moveTo>
                    <a:pt x="428806" y="120470"/>
                  </a:moveTo>
                  <a:lnTo>
                    <a:pt x="426751" y="172007"/>
                  </a:lnTo>
                  <a:lnTo>
                    <a:pt x="454880" y="168648"/>
                  </a:lnTo>
                  <a:close/>
                  <a:moveTo>
                    <a:pt x="510823" y="161149"/>
                  </a:moveTo>
                  <a:lnTo>
                    <a:pt x="455049" y="188085"/>
                  </a:lnTo>
                  <a:lnTo>
                    <a:pt x="511009" y="222634"/>
                  </a:lnTo>
                  <a:close/>
                  <a:moveTo>
                    <a:pt x="510823" y="161149"/>
                  </a:moveTo>
                  <a:lnTo>
                    <a:pt x="454880" y="168648"/>
                  </a:lnTo>
                  <a:lnTo>
                    <a:pt x="455049" y="188085"/>
                  </a:lnTo>
                  <a:close/>
                  <a:moveTo>
                    <a:pt x="454880" y="168648"/>
                  </a:moveTo>
                  <a:lnTo>
                    <a:pt x="489683" y="115593"/>
                  </a:lnTo>
                  <a:lnTo>
                    <a:pt x="437538" y="120003"/>
                  </a:lnTo>
                  <a:close/>
                  <a:moveTo>
                    <a:pt x="436275" y="117895"/>
                  </a:moveTo>
                  <a:lnTo>
                    <a:pt x="428806" y="120470"/>
                  </a:lnTo>
                  <a:lnTo>
                    <a:pt x="437538" y="120003"/>
                  </a:lnTo>
                  <a:close/>
                  <a:moveTo>
                    <a:pt x="437538" y="120003"/>
                  </a:moveTo>
                  <a:lnTo>
                    <a:pt x="480206" y="107468"/>
                  </a:lnTo>
                  <a:lnTo>
                    <a:pt x="436275" y="117895"/>
                  </a:lnTo>
                  <a:close/>
                  <a:moveTo>
                    <a:pt x="671671" y="231832"/>
                  </a:moveTo>
                  <a:lnTo>
                    <a:pt x="660217" y="296247"/>
                  </a:lnTo>
                  <a:lnTo>
                    <a:pt x="685550" y="226892"/>
                  </a:lnTo>
                  <a:close/>
                  <a:moveTo>
                    <a:pt x="685550" y="226892"/>
                  </a:moveTo>
                  <a:lnTo>
                    <a:pt x="660217" y="296247"/>
                  </a:lnTo>
                  <a:lnTo>
                    <a:pt x="668871" y="302522"/>
                  </a:lnTo>
                  <a:close/>
                  <a:moveTo>
                    <a:pt x="685550" y="226892"/>
                  </a:moveTo>
                  <a:lnTo>
                    <a:pt x="668871" y="302522"/>
                  </a:lnTo>
                  <a:lnTo>
                    <a:pt x="728275" y="278428"/>
                  </a:lnTo>
                  <a:close/>
                  <a:moveTo>
                    <a:pt x="610075" y="250986"/>
                  </a:moveTo>
                  <a:lnTo>
                    <a:pt x="660217" y="296247"/>
                  </a:lnTo>
                  <a:lnTo>
                    <a:pt x="671671" y="231832"/>
                  </a:lnTo>
                  <a:close/>
                  <a:moveTo>
                    <a:pt x="595938" y="230595"/>
                  </a:moveTo>
                  <a:lnTo>
                    <a:pt x="610075" y="250986"/>
                  </a:lnTo>
                  <a:lnTo>
                    <a:pt x="658676" y="175355"/>
                  </a:lnTo>
                  <a:close/>
                  <a:moveTo>
                    <a:pt x="667349" y="188010"/>
                  </a:moveTo>
                  <a:lnTo>
                    <a:pt x="610075" y="250986"/>
                  </a:lnTo>
                  <a:lnTo>
                    <a:pt x="671671" y="231832"/>
                  </a:lnTo>
                  <a:close/>
                  <a:moveTo>
                    <a:pt x="743284" y="86109"/>
                  </a:moveTo>
                  <a:lnTo>
                    <a:pt x="795281" y="47176"/>
                  </a:lnTo>
                  <a:lnTo>
                    <a:pt x="786173" y="26480"/>
                  </a:lnTo>
                  <a:close/>
                  <a:moveTo>
                    <a:pt x="795281" y="47176"/>
                  </a:moveTo>
                  <a:lnTo>
                    <a:pt x="820744" y="75631"/>
                  </a:lnTo>
                  <a:lnTo>
                    <a:pt x="786173" y="26480"/>
                  </a:lnTo>
                  <a:close/>
                  <a:moveTo>
                    <a:pt x="806565" y="72645"/>
                  </a:moveTo>
                  <a:lnTo>
                    <a:pt x="855686" y="98344"/>
                  </a:lnTo>
                  <a:lnTo>
                    <a:pt x="820744" y="75631"/>
                  </a:lnTo>
                  <a:close/>
                  <a:moveTo>
                    <a:pt x="896633" y="76761"/>
                  </a:moveTo>
                  <a:lnTo>
                    <a:pt x="855686" y="98344"/>
                  </a:lnTo>
                  <a:lnTo>
                    <a:pt x="926841" y="54803"/>
                  </a:lnTo>
                  <a:close/>
                  <a:moveTo>
                    <a:pt x="939503" y="51537"/>
                  </a:moveTo>
                  <a:lnTo>
                    <a:pt x="958427" y="63130"/>
                  </a:lnTo>
                  <a:lnTo>
                    <a:pt x="926841" y="54803"/>
                  </a:lnTo>
                  <a:close/>
                  <a:moveTo>
                    <a:pt x="795281" y="47176"/>
                  </a:moveTo>
                  <a:lnTo>
                    <a:pt x="790173" y="75631"/>
                  </a:lnTo>
                  <a:lnTo>
                    <a:pt x="806565" y="72645"/>
                  </a:lnTo>
                  <a:close/>
                  <a:moveTo>
                    <a:pt x="806565" y="72645"/>
                  </a:moveTo>
                  <a:lnTo>
                    <a:pt x="820744" y="75631"/>
                  </a:lnTo>
                  <a:lnTo>
                    <a:pt x="795281" y="47176"/>
                  </a:lnTo>
                  <a:close/>
                  <a:moveTo>
                    <a:pt x="1009358" y="84466"/>
                  </a:moveTo>
                  <a:lnTo>
                    <a:pt x="980333" y="45321"/>
                  </a:lnTo>
                  <a:lnTo>
                    <a:pt x="959480" y="87035"/>
                  </a:lnTo>
                  <a:close/>
                  <a:moveTo>
                    <a:pt x="1009358" y="84466"/>
                  </a:moveTo>
                  <a:lnTo>
                    <a:pt x="1027652" y="44834"/>
                  </a:lnTo>
                  <a:lnTo>
                    <a:pt x="980333" y="45321"/>
                  </a:lnTo>
                  <a:close/>
                  <a:moveTo>
                    <a:pt x="928438" y="0"/>
                  </a:moveTo>
                  <a:lnTo>
                    <a:pt x="939503" y="51537"/>
                  </a:lnTo>
                  <a:lnTo>
                    <a:pt x="980333" y="4532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48" name="Output_density__4347">
              <a:extLst>
                <a:ext uri="{FF2B5EF4-FFF2-40B4-BE49-F238E27FC236}">
                  <a16:creationId xmlns:a16="http://schemas.microsoft.com/office/drawing/2014/main" id="{A6774BC7-CE5D-615D-A9B6-94B0DFCCE510}"/>
                </a:ext>
              </a:extLst>
            </p:cNvPr>
            <p:cNvSpPr>
              <a:spLocks noGrp="1"/>
            </p:cNvSpPr>
            <p:nvPr/>
          </p:nvSpPr>
          <p:spPr>
            <a:xfrm>
              <a:off x="15066540" y="3017219"/>
              <a:ext cx="933012" cy="405956"/>
            </a:xfrm>
            <a:custGeom>
              <a:avLst/>
              <a:gdLst/>
              <a:ahLst/>
              <a:cxnLst/>
              <a:rect l="0" t="0" r="0" b="0"/>
              <a:pathLst>
                <a:path w="933012" h="405956">
                  <a:moveTo>
                    <a:pt x="48115" y="278607"/>
                  </a:moveTo>
                  <a:lnTo>
                    <a:pt x="56638" y="310715"/>
                  </a:lnTo>
                  <a:lnTo>
                    <a:pt x="90056" y="300759"/>
                  </a:lnTo>
                  <a:close/>
                  <a:moveTo>
                    <a:pt x="48115" y="278607"/>
                  </a:moveTo>
                  <a:lnTo>
                    <a:pt x="44824" y="302701"/>
                  </a:lnTo>
                  <a:lnTo>
                    <a:pt x="56638" y="310715"/>
                  </a:lnTo>
                  <a:close/>
                  <a:moveTo>
                    <a:pt x="44824" y="302701"/>
                  </a:moveTo>
                  <a:lnTo>
                    <a:pt x="48115" y="278607"/>
                  </a:lnTo>
                  <a:lnTo>
                    <a:pt x="0" y="273630"/>
                  </a:lnTo>
                  <a:close/>
                  <a:moveTo>
                    <a:pt x="116246" y="263778"/>
                  </a:moveTo>
                  <a:lnTo>
                    <a:pt x="90056" y="300759"/>
                  </a:lnTo>
                  <a:lnTo>
                    <a:pt x="171619" y="296134"/>
                  </a:lnTo>
                  <a:close/>
                  <a:moveTo>
                    <a:pt x="61491" y="151440"/>
                  </a:moveTo>
                  <a:lnTo>
                    <a:pt x="42321" y="123998"/>
                  </a:lnTo>
                  <a:lnTo>
                    <a:pt x="54511" y="99904"/>
                  </a:lnTo>
                  <a:close/>
                  <a:moveTo>
                    <a:pt x="54511" y="99904"/>
                  </a:moveTo>
                  <a:lnTo>
                    <a:pt x="74435" y="75810"/>
                  </a:lnTo>
                  <a:lnTo>
                    <a:pt x="61491" y="151440"/>
                  </a:lnTo>
                  <a:close/>
                  <a:moveTo>
                    <a:pt x="257848" y="174054"/>
                  </a:moveTo>
                  <a:lnTo>
                    <a:pt x="281388" y="222286"/>
                  </a:lnTo>
                  <a:lnTo>
                    <a:pt x="302263" y="165437"/>
                  </a:lnTo>
                  <a:close/>
                  <a:moveTo>
                    <a:pt x="302263" y="165437"/>
                  </a:moveTo>
                  <a:lnTo>
                    <a:pt x="281388" y="222286"/>
                  </a:lnTo>
                  <a:lnTo>
                    <a:pt x="351726" y="175692"/>
                  </a:lnTo>
                  <a:close/>
                  <a:moveTo>
                    <a:pt x="144590" y="60176"/>
                  </a:moveTo>
                  <a:lnTo>
                    <a:pt x="166376" y="75810"/>
                  </a:lnTo>
                  <a:lnTo>
                    <a:pt x="169054" y="59321"/>
                  </a:lnTo>
                  <a:close/>
                  <a:moveTo>
                    <a:pt x="99892" y="67734"/>
                  </a:moveTo>
                  <a:lnTo>
                    <a:pt x="144590" y="60176"/>
                  </a:lnTo>
                  <a:lnTo>
                    <a:pt x="128320" y="54455"/>
                  </a:lnTo>
                  <a:close/>
                  <a:moveTo>
                    <a:pt x="759996" y="364284"/>
                  </a:moveTo>
                  <a:lnTo>
                    <a:pt x="827284" y="405956"/>
                  </a:lnTo>
                  <a:lnTo>
                    <a:pt x="792403" y="370552"/>
                  </a:lnTo>
                  <a:close/>
                  <a:moveTo>
                    <a:pt x="653568" y="200825"/>
                  </a:moveTo>
                  <a:lnTo>
                    <a:pt x="623094" y="221786"/>
                  </a:lnTo>
                  <a:lnTo>
                    <a:pt x="709899" y="236760"/>
                  </a:lnTo>
                  <a:close/>
                  <a:moveTo>
                    <a:pt x="923433" y="114799"/>
                  </a:moveTo>
                  <a:lnTo>
                    <a:pt x="922376" y="178401"/>
                  </a:lnTo>
                  <a:lnTo>
                    <a:pt x="929111" y="188929"/>
                  </a:lnTo>
                  <a:close/>
                  <a:moveTo>
                    <a:pt x="933012" y="137392"/>
                  </a:moveTo>
                  <a:lnTo>
                    <a:pt x="923005" y="104798"/>
                  </a:lnTo>
                  <a:lnTo>
                    <a:pt x="923433" y="114799"/>
                  </a:lnTo>
                  <a:close/>
                  <a:moveTo>
                    <a:pt x="928838" y="61762"/>
                  </a:moveTo>
                  <a:lnTo>
                    <a:pt x="923005" y="104798"/>
                  </a:lnTo>
                  <a:lnTo>
                    <a:pt x="933012" y="137392"/>
                  </a:lnTo>
                  <a:close/>
                  <a:moveTo>
                    <a:pt x="919832" y="54983"/>
                  </a:moveTo>
                  <a:lnTo>
                    <a:pt x="923005" y="104798"/>
                  </a:lnTo>
                  <a:lnTo>
                    <a:pt x="928838" y="61762"/>
                  </a:lnTo>
                  <a:close/>
                  <a:moveTo>
                    <a:pt x="910288" y="0"/>
                  </a:moveTo>
                  <a:lnTo>
                    <a:pt x="919832" y="54983"/>
                  </a:lnTo>
                  <a:lnTo>
                    <a:pt x="928838" y="61762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49" name="Output_density__4348">
              <a:extLst>
                <a:ext uri="{FF2B5EF4-FFF2-40B4-BE49-F238E27FC236}">
                  <a16:creationId xmlns:a16="http://schemas.microsoft.com/office/drawing/2014/main" id="{D33AC9A6-C12F-7164-0F24-71FA10840BF0}"/>
                </a:ext>
              </a:extLst>
            </p:cNvPr>
            <p:cNvSpPr>
              <a:spLocks noGrp="1"/>
            </p:cNvSpPr>
            <p:nvPr/>
          </p:nvSpPr>
          <p:spPr>
            <a:xfrm>
              <a:off x="15123179" y="3191273"/>
              <a:ext cx="872472" cy="231902"/>
            </a:xfrm>
            <a:custGeom>
              <a:avLst/>
              <a:gdLst/>
              <a:ahLst/>
              <a:cxnLst/>
              <a:rect l="0" t="0" r="0" b="0"/>
              <a:pathLst>
                <a:path w="872472" h="231902">
                  <a:moveTo>
                    <a:pt x="33418" y="126705"/>
                  </a:moveTo>
                  <a:lnTo>
                    <a:pt x="0" y="136661"/>
                  </a:lnTo>
                  <a:lnTo>
                    <a:pt x="82611" y="135955"/>
                  </a:lnTo>
                  <a:close/>
                  <a:moveTo>
                    <a:pt x="33418" y="126705"/>
                  </a:moveTo>
                  <a:lnTo>
                    <a:pt x="82611" y="135955"/>
                  </a:lnTo>
                  <a:lnTo>
                    <a:pt x="114981" y="122080"/>
                  </a:lnTo>
                  <a:close/>
                  <a:moveTo>
                    <a:pt x="114981" y="122080"/>
                  </a:moveTo>
                  <a:lnTo>
                    <a:pt x="159947" y="115524"/>
                  </a:lnTo>
                  <a:lnTo>
                    <a:pt x="187038" y="81912"/>
                  </a:lnTo>
                  <a:close/>
                  <a:moveTo>
                    <a:pt x="197900" y="41980"/>
                  </a:moveTo>
                  <a:lnTo>
                    <a:pt x="187038" y="81912"/>
                  </a:lnTo>
                  <a:lnTo>
                    <a:pt x="218602" y="56365"/>
                  </a:lnTo>
                  <a:close/>
                  <a:moveTo>
                    <a:pt x="197900" y="41980"/>
                  </a:moveTo>
                  <a:lnTo>
                    <a:pt x="218602" y="56365"/>
                  </a:lnTo>
                  <a:lnTo>
                    <a:pt x="201210" y="0"/>
                  </a:lnTo>
                  <a:close/>
                  <a:moveTo>
                    <a:pt x="201210" y="0"/>
                  </a:moveTo>
                  <a:lnTo>
                    <a:pt x="218602" y="56365"/>
                  </a:lnTo>
                  <a:lnTo>
                    <a:pt x="224749" y="48232"/>
                  </a:lnTo>
                  <a:close/>
                  <a:moveTo>
                    <a:pt x="735765" y="196498"/>
                  </a:moveTo>
                  <a:lnTo>
                    <a:pt x="770646" y="231902"/>
                  </a:lnTo>
                  <a:lnTo>
                    <a:pt x="781691" y="193533"/>
                  </a:lnTo>
                  <a:close/>
                  <a:moveTo>
                    <a:pt x="735765" y="196498"/>
                  </a:moveTo>
                  <a:lnTo>
                    <a:pt x="781691" y="193533"/>
                  </a:lnTo>
                  <a:lnTo>
                    <a:pt x="805669" y="148281"/>
                  </a:lnTo>
                  <a:close/>
                  <a:moveTo>
                    <a:pt x="799535" y="166136"/>
                  </a:moveTo>
                  <a:lnTo>
                    <a:pt x="805669" y="148281"/>
                  </a:lnTo>
                  <a:lnTo>
                    <a:pt x="781691" y="193533"/>
                  </a:lnTo>
                  <a:close/>
                  <a:moveTo>
                    <a:pt x="653261" y="62706"/>
                  </a:moveTo>
                  <a:lnTo>
                    <a:pt x="654665" y="61999"/>
                  </a:lnTo>
                  <a:lnTo>
                    <a:pt x="596930" y="26771"/>
                  </a:lnTo>
                  <a:close/>
                  <a:moveTo>
                    <a:pt x="865738" y="4347"/>
                  </a:moveTo>
                  <a:lnTo>
                    <a:pt x="847858" y="66412"/>
                  </a:lnTo>
                  <a:lnTo>
                    <a:pt x="860771" y="44720"/>
                  </a:lnTo>
                  <a:close/>
                  <a:moveTo>
                    <a:pt x="837521" y="52047"/>
                  </a:moveTo>
                  <a:lnTo>
                    <a:pt x="847858" y="66412"/>
                  </a:lnTo>
                  <a:lnTo>
                    <a:pt x="865738" y="4347"/>
                  </a:lnTo>
                  <a:close/>
                  <a:moveTo>
                    <a:pt x="865738" y="4347"/>
                  </a:moveTo>
                  <a:lnTo>
                    <a:pt x="860771" y="44720"/>
                  </a:lnTo>
                  <a:lnTo>
                    <a:pt x="872472" y="14875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50" name="Output_density__4349">
              <a:extLst>
                <a:ext uri="{FF2B5EF4-FFF2-40B4-BE49-F238E27FC236}">
                  <a16:creationId xmlns:a16="http://schemas.microsoft.com/office/drawing/2014/main" id="{D43A927C-22C3-A255-3DF8-EDD277A5A3B4}"/>
                </a:ext>
              </a:extLst>
            </p:cNvPr>
            <p:cNvSpPr>
              <a:spLocks noGrp="1"/>
            </p:cNvSpPr>
            <p:nvPr/>
          </p:nvSpPr>
          <p:spPr>
            <a:xfrm>
              <a:off x="14972977" y="2899315"/>
              <a:ext cx="1013396" cy="355300"/>
            </a:xfrm>
            <a:custGeom>
              <a:avLst/>
              <a:gdLst/>
              <a:ahLst/>
              <a:cxnLst/>
              <a:rect l="0" t="0" r="0" b="0"/>
              <a:pathLst>
                <a:path w="1013396" h="355300">
                  <a:moveTo>
                    <a:pt x="79226" y="344975"/>
                  </a:moveTo>
                  <a:lnTo>
                    <a:pt x="64475" y="322555"/>
                  </a:lnTo>
                  <a:lnTo>
                    <a:pt x="37153" y="355300"/>
                  </a:lnTo>
                  <a:close/>
                  <a:moveTo>
                    <a:pt x="44341" y="293438"/>
                  </a:moveTo>
                  <a:lnTo>
                    <a:pt x="0" y="317532"/>
                  </a:lnTo>
                  <a:lnTo>
                    <a:pt x="37153" y="355300"/>
                  </a:lnTo>
                  <a:close/>
                  <a:moveTo>
                    <a:pt x="175038" y="273186"/>
                  </a:moveTo>
                  <a:lnTo>
                    <a:pt x="184944" y="288715"/>
                  </a:lnTo>
                  <a:lnTo>
                    <a:pt x="233337" y="294970"/>
                  </a:lnTo>
                  <a:close/>
                  <a:moveTo>
                    <a:pt x="184944" y="288715"/>
                  </a:moveTo>
                  <a:lnTo>
                    <a:pt x="175038" y="273186"/>
                  </a:lnTo>
                  <a:lnTo>
                    <a:pt x="155055" y="269344"/>
                  </a:lnTo>
                  <a:close/>
                  <a:moveTo>
                    <a:pt x="399813" y="267138"/>
                  </a:moveTo>
                  <a:lnTo>
                    <a:pt x="455502" y="259846"/>
                  </a:lnTo>
                  <a:lnTo>
                    <a:pt x="455306" y="197262"/>
                  </a:lnTo>
                  <a:close/>
                  <a:moveTo>
                    <a:pt x="399813" y="267138"/>
                  </a:moveTo>
                  <a:lnTo>
                    <a:pt x="455306" y="197262"/>
                  </a:lnTo>
                  <a:lnTo>
                    <a:pt x="401519" y="203007"/>
                  </a:lnTo>
                  <a:close/>
                  <a:moveTo>
                    <a:pt x="445290" y="293596"/>
                  </a:moveTo>
                  <a:lnTo>
                    <a:pt x="513721" y="248599"/>
                  </a:lnTo>
                  <a:lnTo>
                    <a:pt x="455502" y="259846"/>
                  </a:lnTo>
                  <a:close/>
                  <a:moveTo>
                    <a:pt x="516507" y="250291"/>
                  </a:moveTo>
                  <a:lnTo>
                    <a:pt x="513721" y="248599"/>
                  </a:lnTo>
                  <a:lnTo>
                    <a:pt x="445290" y="293596"/>
                  </a:lnTo>
                  <a:close/>
                  <a:moveTo>
                    <a:pt x="513721" y="248599"/>
                  </a:moveTo>
                  <a:lnTo>
                    <a:pt x="456325" y="197063"/>
                  </a:lnTo>
                  <a:lnTo>
                    <a:pt x="455502" y="259846"/>
                  </a:lnTo>
                  <a:close/>
                  <a:moveTo>
                    <a:pt x="333077" y="95182"/>
                  </a:moveTo>
                  <a:lnTo>
                    <a:pt x="380574" y="91414"/>
                  </a:lnTo>
                  <a:lnTo>
                    <a:pt x="349984" y="56676"/>
                  </a:lnTo>
                  <a:close/>
                  <a:moveTo>
                    <a:pt x="333077" y="95182"/>
                  </a:moveTo>
                  <a:lnTo>
                    <a:pt x="349984" y="56676"/>
                  </a:lnTo>
                  <a:lnTo>
                    <a:pt x="311842" y="49703"/>
                  </a:lnTo>
                  <a:close/>
                  <a:moveTo>
                    <a:pt x="266309" y="48738"/>
                  </a:moveTo>
                  <a:lnTo>
                    <a:pt x="311842" y="49703"/>
                  </a:lnTo>
                  <a:lnTo>
                    <a:pt x="281729" y="31425"/>
                  </a:lnTo>
                  <a:close/>
                  <a:moveTo>
                    <a:pt x="570823" y="300136"/>
                  </a:moveTo>
                  <a:lnTo>
                    <a:pt x="578691" y="308108"/>
                  </a:lnTo>
                  <a:lnTo>
                    <a:pt x="590218" y="289031"/>
                  </a:lnTo>
                  <a:close/>
                  <a:moveTo>
                    <a:pt x="519369" y="245904"/>
                  </a:moveTo>
                  <a:lnTo>
                    <a:pt x="516507" y="250291"/>
                  </a:lnTo>
                  <a:lnTo>
                    <a:pt x="554374" y="224505"/>
                  </a:lnTo>
                  <a:close/>
                  <a:moveTo>
                    <a:pt x="604517" y="269766"/>
                  </a:moveTo>
                  <a:lnTo>
                    <a:pt x="570823" y="300136"/>
                  </a:lnTo>
                  <a:lnTo>
                    <a:pt x="590218" y="289031"/>
                  </a:lnTo>
                  <a:close/>
                  <a:moveTo>
                    <a:pt x="578691" y="308108"/>
                  </a:moveTo>
                  <a:lnTo>
                    <a:pt x="613170" y="276042"/>
                  </a:lnTo>
                  <a:lnTo>
                    <a:pt x="590218" y="289031"/>
                  </a:lnTo>
                  <a:close/>
                  <a:moveTo>
                    <a:pt x="662475" y="311786"/>
                  </a:moveTo>
                  <a:lnTo>
                    <a:pt x="613170" y="276042"/>
                  </a:lnTo>
                  <a:lnTo>
                    <a:pt x="578691" y="308108"/>
                  </a:lnTo>
                  <a:close/>
                  <a:moveTo>
                    <a:pt x="590218" y="289031"/>
                  </a:moveTo>
                  <a:lnTo>
                    <a:pt x="613170" y="276042"/>
                  </a:lnTo>
                  <a:lnTo>
                    <a:pt x="604517" y="269766"/>
                  </a:lnTo>
                  <a:close/>
                  <a:moveTo>
                    <a:pt x="513721" y="248599"/>
                  </a:moveTo>
                  <a:lnTo>
                    <a:pt x="516507" y="250291"/>
                  </a:lnTo>
                  <a:lnTo>
                    <a:pt x="519369" y="245904"/>
                  </a:lnTo>
                  <a:close/>
                  <a:moveTo>
                    <a:pt x="730991" y="303485"/>
                  </a:moveTo>
                  <a:lnTo>
                    <a:pt x="686173" y="265492"/>
                  </a:lnTo>
                  <a:lnTo>
                    <a:pt x="662475" y="311786"/>
                  </a:lnTo>
                  <a:close/>
                  <a:moveTo>
                    <a:pt x="672575" y="251948"/>
                  </a:moveTo>
                  <a:lnTo>
                    <a:pt x="662475" y="311786"/>
                  </a:lnTo>
                  <a:lnTo>
                    <a:pt x="686173" y="265492"/>
                  </a:lnTo>
                  <a:close/>
                  <a:moveTo>
                    <a:pt x="672575" y="251948"/>
                  </a:moveTo>
                  <a:lnTo>
                    <a:pt x="613170" y="276042"/>
                  </a:lnTo>
                  <a:lnTo>
                    <a:pt x="662475" y="311786"/>
                  </a:lnTo>
                  <a:close/>
                  <a:moveTo>
                    <a:pt x="730991" y="303485"/>
                  </a:moveTo>
                  <a:lnTo>
                    <a:pt x="747132" y="318729"/>
                  </a:lnTo>
                  <a:lnTo>
                    <a:pt x="753682" y="294845"/>
                  </a:lnTo>
                  <a:close/>
                  <a:moveTo>
                    <a:pt x="791433" y="279391"/>
                  </a:moveTo>
                  <a:lnTo>
                    <a:pt x="804867" y="353957"/>
                  </a:lnTo>
                  <a:lnTo>
                    <a:pt x="828311" y="330927"/>
                  </a:lnTo>
                  <a:close/>
                  <a:moveTo>
                    <a:pt x="791433" y="279391"/>
                  </a:moveTo>
                  <a:lnTo>
                    <a:pt x="753682" y="294845"/>
                  </a:lnTo>
                  <a:lnTo>
                    <a:pt x="747132" y="318729"/>
                  </a:lnTo>
                  <a:close/>
                  <a:moveTo>
                    <a:pt x="730472" y="0"/>
                  </a:moveTo>
                  <a:lnTo>
                    <a:pt x="765043" y="49150"/>
                  </a:lnTo>
                  <a:lnTo>
                    <a:pt x="784704" y="56636"/>
                  </a:lnTo>
                  <a:close/>
                  <a:moveTo>
                    <a:pt x="799985" y="71863"/>
                  </a:moveTo>
                  <a:lnTo>
                    <a:pt x="784704" y="56636"/>
                  </a:lnTo>
                  <a:lnTo>
                    <a:pt x="765043" y="49150"/>
                  </a:lnTo>
                  <a:close/>
                  <a:moveTo>
                    <a:pt x="972520" y="168137"/>
                  </a:moveTo>
                  <a:lnTo>
                    <a:pt x="974465" y="229299"/>
                  </a:lnTo>
                  <a:lnTo>
                    <a:pt x="1013396" y="172888"/>
                  </a:lnTo>
                  <a:close/>
                  <a:moveTo>
                    <a:pt x="965800" y="110857"/>
                  </a:moveTo>
                  <a:lnTo>
                    <a:pt x="997426" y="60385"/>
                  </a:lnTo>
                  <a:lnTo>
                    <a:pt x="953658" y="57986"/>
                  </a:lnTo>
                  <a:close/>
                  <a:moveTo>
                    <a:pt x="953658" y="57986"/>
                  </a:moveTo>
                  <a:lnTo>
                    <a:pt x="997426" y="60385"/>
                  </a:lnTo>
                  <a:lnTo>
                    <a:pt x="971951" y="1835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51" name="Output_density__4350">
              <a:extLst>
                <a:ext uri="{FF2B5EF4-FFF2-40B4-BE49-F238E27FC236}">
                  <a16:creationId xmlns:a16="http://schemas.microsoft.com/office/drawing/2014/main" id="{EFFD3AF8-807C-714E-5DB0-0F45282FA7BD}"/>
                </a:ext>
              </a:extLst>
            </p:cNvPr>
            <p:cNvSpPr>
              <a:spLocks noGrp="1"/>
            </p:cNvSpPr>
            <p:nvPr/>
          </p:nvSpPr>
          <p:spPr>
            <a:xfrm>
              <a:off x="14910760" y="2859633"/>
              <a:ext cx="986848" cy="333120"/>
            </a:xfrm>
            <a:custGeom>
              <a:avLst/>
              <a:gdLst/>
              <a:ahLst/>
              <a:cxnLst/>
              <a:rect l="0" t="0" r="0" b="0"/>
              <a:pathLst>
                <a:path w="986848" h="333120">
                  <a:moveTo>
                    <a:pt x="36417" y="305677"/>
                  </a:moveTo>
                  <a:lnTo>
                    <a:pt x="106557" y="333120"/>
                  </a:lnTo>
                  <a:lnTo>
                    <a:pt x="86193" y="281584"/>
                  </a:lnTo>
                  <a:close/>
                  <a:moveTo>
                    <a:pt x="27815" y="178510"/>
                  </a:moveTo>
                  <a:lnTo>
                    <a:pt x="21438" y="248891"/>
                  </a:lnTo>
                  <a:lnTo>
                    <a:pt x="33991" y="190321"/>
                  </a:lnTo>
                  <a:close/>
                  <a:moveTo>
                    <a:pt x="11779" y="254141"/>
                  </a:moveTo>
                  <a:lnTo>
                    <a:pt x="21438" y="248891"/>
                  </a:lnTo>
                  <a:lnTo>
                    <a:pt x="27815" y="178510"/>
                  </a:lnTo>
                  <a:close/>
                  <a:moveTo>
                    <a:pt x="0" y="202604"/>
                  </a:moveTo>
                  <a:lnTo>
                    <a:pt x="11779" y="254141"/>
                  </a:lnTo>
                  <a:lnTo>
                    <a:pt x="27815" y="178510"/>
                  </a:lnTo>
                  <a:close/>
                  <a:moveTo>
                    <a:pt x="21438" y="248891"/>
                  </a:moveTo>
                  <a:lnTo>
                    <a:pt x="53848" y="230047"/>
                  </a:lnTo>
                  <a:lnTo>
                    <a:pt x="33991" y="190321"/>
                  </a:lnTo>
                  <a:close/>
                  <a:moveTo>
                    <a:pt x="28697" y="170531"/>
                  </a:moveTo>
                  <a:lnTo>
                    <a:pt x="0" y="202604"/>
                  </a:lnTo>
                  <a:lnTo>
                    <a:pt x="27815" y="178510"/>
                  </a:lnTo>
                  <a:close/>
                  <a:moveTo>
                    <a:pt x="34326" y="175669"/>
                  </a:moveTo>
                  <a:lnTo>
                    <a:pt x="33991" y="190321"/>
                  </a:lnTo>
                  <a:lnTo>
                    <a:pt x="79602" y="154416"/>
                  </a:lnTo>
                  <a:close/>
                  <a:moveTo>
                    <a:pt x="79602" y="154416"/>
                  </a:moveTo>
                  <a:lnTo>
                    <a:pt x="33991" y="190321"/>
                  </a:lnTo>
                  <a:lnTo>
                    <a:pt x="53848" y="230047"/>
                  </a:lnTo>
                  <a:close/>
                  <a:moveTo>
                    <a:pt x="79602" y="154416"/>
                  </a:moveTo>
                  <a:lnTo>
                    <a:pt x="53848" y="230047"/>
                  </a:lnTo>
                  <a:lnTo>
                    <a:pt x="95625" y="205953"/>
                  </a:lnTo>
                  <a:close/>
                  <a:moveTo>
                    <a:pt x="27815" y="178510"/>
                  </a:moveTo>
                  <a:lnTo>
                    <a:pt x="33991" y="190321"/>
                  </a:lnTo>
                  <a:lnTo>
                    <a:pt x="34326" y="175669"/>
                  </a:lnTo>
                  <a:close/>
                  <a:moveTo>
                    <a:pt x="28697" y="170531"/>
                  </a:moveTo>
                  <a:lnTo>
                    <a:pt x="27815" y="178510"/>
                  </a:lnTo>
                  <a:lnTo>
                    <a:pt x="34326" y="175669"/>
                  </a:lnTo>
                  <a:close/>
                  <a:moveTo>
                    <a:pt x="89025" y="106439"/>
                  </a:moveTo>
                  <a:lnTo>
                    <a:pt x="35042" y="126974"/>
                  </a:lnTo>
                  <a:lnTo>
                    <a:pt x="95097" y="109212"/>
                  </a:lnTo>
                  <a:close/>
                  <a:moveTo>
                    <a:pt x="35042" y="126974"/>
                  </a:moveTo>
                  <a:lnTo>
                    <a:pt x="28697" y="170531"/>
                  </a:lnTo>
                  <a:lnTo>
                    <a:pt x="95097" y="109212"/>
                  </a:lnTo>
                  <a:close/>
                  <a:moveTo>
                    <a:pt x="95097" y="109212"/>
                  </a:moveTo>
                  <a:lnTo>
                    <a:pt x="28697" y="170531"/>
                  </a:lnTo>
                  <a:lnTo>
                    <a:pt x="79602" y="154416"/>
                  </a:lnTo>
                  <a:close/>
                  <a:moveTo>
                    <a:pt x="79602" y="154416"/>
                  </a:moveTo>
                  <a:lnTo>
                    <a:pt x="28697" y="170531"/>
                  </a:lnTo>
                  <a:lnTo>
                    <a:pt x="34326" y="175669"/>
                  </a:lnTo>
                  <a:close/>
                  <a:moveTo>
                    <a:pt x="89025" y="106439"/>
                  </a:moveTo>
                  <a:lnTo>
                    <a:pt x="95097" y="109212"/>
                  </a:lnTo>
                  <a:lnTo>
                    <a:pt x="102556" y="102880"/>
                  </a:lnTo>
                  <a:close/>
                  <a:moveTo>
                    <a:pt x="95097" y="109212"/>
                  </a:moveTo>
                  <a:lnTo>
                    <a:pt x="79602" y="154416"/>
                  </a:lnTo>
                  <a:lnTo>
                    <a:pt x="127217" y="138133"/>
                  </a:lnTo>
                  <a:close/>
                  <a:moveTo>
                    <a:pt x="157795" y="88513"/>
                  </a:moveTo>
                  <a:lnTo>
                    <a:pt x="102556" y="102880"/>
                  </a:lnTo>
                  <a:lnTo>
                    <a:pt x="173371" y="92287"/>
                  </a:lnTo>
                  <a:close/>
                  <a:moveTo>
                    <a:pt x="102556" y="102880"/>
                  </a:moveTo>
                  <a:lnTo>
                    <a:pt x="95097" y="109212"/>
                  </a:lnTo>
                  <a:lnTo>
                    <a:pt x="173371" y="92287"/>
                  </a:lnTo>
                  <a:close/>
                  <a:moveTo>
                    <a:pt x="173371" y="92287"/>
                  </a:moveTo>
                  <a:lnTo>
                    <a:pt x="95097" y="109212"/>
                  </a:lnTo>
                  <a:lnTo>
                    <a:pt x="151041" y="130323"/>
                  </a:lnTo>
                  <a:close/>
                  <a:moveTo>
                    <a:pt x="151041" y="130323"/>
                  </a:moveTo>
                  <a:lnTo>
                    <a:pt x="95097" y="109212"/>
                  </a:lnTo>
                  <a:lnTo>
                    <a:pt x="127217" y="138133"/>
                  </a:lnTo>
                  <a:close/>
                  <a:moveTo>
                    <a:pt x="157795" y="88513"/>
                  </a:moveTo>
                  <a:lnTo>
                    <a:pt x="173371" y="92287"/>
                  </a:lnTo>
                  <a:lnTo>
                    <a:pt x="198604" y="78786"/>
                  </a:lnTo>
                  <a:close/>
                  <a:moveTo>
                    <a:pt x="198604" y="78786"/>
                  </a:moveTo>
                  <a:lnTo>
                    <a:pt x="173371" y="92287"/>
                  </a:lnTo>
                  <a:lnTo>
                    <a:pt x="251598" y="75189"/>
                  </a:lnTo>
                  <a:close/>
                  <a:moveTo>
                    <a:pt x="251598" y="75189"/>
                  </a:moveTo>
                  <a:lnTo>
                    <a:pt x="173371" y="92287"/>
                  </a:lnTo>
                  <a:lnTo>
                    <a:pt x="228723" y="106228"/>
                  </a:lnTo>
                  <a:close/>
                  <a:moveTo>
                    <a:pt x="275510" y="93538"/>
                  </a:moveTo>
                  <a:lnTo>
                    <a:pt x="295435" y="64413"/>
                  </a:lnTo>
                  <a:lnTo>
                    <a:pt x="251598" y="75189"/>
                  </a:lnTo>
                  <a:close/>
                  <a:moveTo>
                    <a:pt x="517339" y="174350"/>
                  </a:moveTo>
                  <a:lnTo>
                    <a:pt x="517524" y="235835"/>
                  </a:lnTo>
                  <a:lnTo>
                    <a:pt x="556191" y="161114"/>
                  </a:lnTo>
                  <a:close/>
                  <a:moveTo>
                    <a:pt x="556191" y="161114"/>
                  </a:moveTo>
                  <a:lnTo>
                    <a:pt x="518541" y="236744"/>
                  </a:lnTo>
                  <a:lnTo>
                    <a:pt x="579708" y="212650"/>
                  </a:lnTo>
                  <a:close/>
                  <a:moveTo>
                    <a:pt x="461395" y="181849"/>
                  </a:moveTo>
                  <a:lnTo>
                    <a:pt x="517339" y="174350"/>
                  </a:lnTo>
                  <a:lnTo>
                    <a:pt x="496198" y="128794"/>
                  </a:lnTo>
                  <a:close/>
                  <a:moveTo>
                    <a:pt x="556191" y="161114"/>
                  </a:moveTo>
                  <a:lnTo>
                    <a:pt x="568306" y="116124"/>
                  </a:lnTo>
                  <a:lnTo>
                    <a:pt x="517339" y="174350"/>
                  </a:lnTo>
                  <a:close/>
                  <a:moveTo>
                    <a:pt x="517339" y="174350"/>
                  </a:moveTo>
                  <a:lnTo>
                    <a:pt x="568306" y="116124"/>
                  </a:lnTo>
                  <a:lnTo>
                    <a:pt x="564333" y="111384"/>
                  </a:lnTo>
                  <a:close/>
                  <a:moveTo>
                    <a:pt x="517339" y="174350"/>
                  </a:moveTo>
                  <a:lnTo>
                    <a:pt x="564333" y="111384"/>
                  </a:lnTo>
                  <a:lnTo>
                    <a:pt x="496198" y="128794"/>
                  </a:lnTo>
                  <a:close/>
                  <a:moveTo>
                    <a:pt x="604389" y="204304"/>
                  </a:moveTo>
                  <a:lnTo>
                    <a:pt x="602453" y="243796"/>
                  </a:lnTo>
                  <a:lnTo>
                    <a:pt x="665192" y="188557"/>
                  </a:lnTo>
                  <a:close/>
                  <a:moveTo>
                    <a:pt x="665192" y="188557"/>
                  </a:moveTo>
                  <a:lnTo>
                    <a:pt x="616590" y="264187"/>
                  </a:lnTo>
                  <a:lnTo>
                    <a:pt x="673864" y="201211"/>
                  </a:lnTo>
                  <a:close/>
                  <a:moveTo>
                    <a:pt x="678186" y="245033"/>
                  </a:moveTo>
                  <a:lnTo>
                    <a:pt x="692066" y="240093"/>
                  </a:lnTo>
                  <a:lnTo>
                    <a:pt x="673864" y="201211"/>
                  </a:lnTo>
                  <a:close/>
                  <a:moveTo>
                    <a:pt x="579708" y="212650"/>
                  </a:moveTo>
                  <a:lnTo>
                    <a:pt x="602453" y="243796"/>
                  </a:lnTo>
                  <a:lnTo>
                    <a:pt x="604389" y="204304"/>
                  </a:lnTo>
                  <a:close/>
                  <a:moveTo>
                    <a:pt x="556191" y="161114"/>
                  </a:moveTo>
                  <a:lnTo>
                    <a:pt x="604389" y="204304"/>
                  </a:lnTo>
                  <a:lnTo>
                    <a:pt x="594541" y="149568"/>
                  </a:lnTo>
                  <a:close/>
                  <a:moveTo>
                    <a:pt x="556191" y="161114"/>
                  </a:moveTo>
                  <a:lnTo>
                    <a:pt x="579708" y="212650"/>
                  </a:lnTo>
                  <a:lnTo>
                    <a:pt x="604389" y="204304"/>
                  </a:lnTo>
                  <a:close/>
                  <a:moveTo>
                    <a:pt x="665192" y="188557"/>
                  </a:moveTo>
                  <a:lnTo>
                    <a:pt x="646915" y="137020"/>
                  </a:lnTo>
                  <a:lnTo>
                    <a:pt x="604389" y="204304"/>
                  </a:lnTo>
                  <a:close/>
                  <a:moveTo>
                    <a:pt x="646915" y="137020"/>
                  </a:moveTo>
                  <a:lnTo>
                    <a:pt x="594541" y="149568"/>
                  </a:lnTo>
                  <a:lnTo>
                    <a:pt x="604389" y="204304"/>
                  </a:lnTo>
                  <a:close/>
                  <a:moveTo>
                    <a:pt x="568306" y="116124"/>
                  </a:moveTo>
                  <a:lnTo>
                    <a:pt x="556191" y="161114"/>
                  </a:lnTo>
                  <a:lnTo>
                    <a:pt x="594541" y="149568"/>
                  </a:lnTo>
                  <a:close/>
                  <a:moveTo>
                    <a:pt x="568306" y="116124"/>
                  </a:moveTo>
                  <a:lnTo>
                    <a:pt x="594541" y="149568"/>
                  </a:lnTo>
                  <a:lnTo>
                    <a:pt x="569673" y="109577"/>
                  </a:lnTo>
                  <a:close/>
                  <a:moveTo>
                    <a:pt x="569673" y="109577"/>
                  </a:moveTo>
                  <a:lnTo>
                    <a:pt x="594541" y="149568"/>
                  </a:lnTo>
                  <a:lnTo>
                    <a:pt x="646915" y="137020"/>
                  </a:lnTo>
                  <a:close/>
                  <a:moveTo>
                    <a:pt x="569673" y="109577"/>
                  </a:moveTo>
                  <a:lnTo>
                    <a:pt x="646915" y="137020"/>
                  </a:lnTo>
                  <a:lnTo>
                    <a:pt x="641121" y="85483"/>
                  </a:lnTo>
                  <a:close/>
                  <a:moveTo>
                    <a:pt x="672170" y="187182"/>
                  </a:moveTo>
                  <a:lnTo>
                    <a:pt x="673864" y="201211"/>
                  </a:lnTo>
                  <a:lnTo>
                    <a:pt x="735589" y="164463"/>
                  </a:lnTo>
                  <a:close/>
                  <a:moveTo>
                    <a:pt x="665192" y="188557"/>
                  </a:moveTo>
                  <a:lnTo>
                    <a:pt x="673864" y="201211"/>
                  </a:lnTo>
                  <a:lnTo>
                    <a:pt x="672170" y="187182"/>
                  </a:lnTo>
                  <a:close/>
                  <a:moveTo>
                    <a:pt x="646915" y="137020"/>
                  </a:moveTo>
                  <a:lnTo>
                    <a:pt x="672170" y="187182"/>
                  </a:lnTo>
                  <a:lnTo>
                    <a:pt x="661465" y="133142"/>
                  </a:lnTo>
                  <a:close/>
                  <a:moveTo>
                    <a:pt x="646915" y="137020"/>
                  </a:moveTo>
                  <a:lnTo>
                    <a:pt x="665192" y="188557"/>
                  </a:lnTo>
                  <a:lnTo>
                    <a:pt x="672170" y="187182"/>
                  </a:lnTo>
                  <a:close/>
                  <a:moveTo>
                    <a:pt x="735589" y="164463"/>
                  </a:moveTo>
                  <a:lnTo>
                    <a:pt x="710561" y="112926"/>
                  </a:lnTo>
                  <a:lnTo>
                    <a:pt x="672170" y="187182"/>
                  </a:lnTo>
                  <a:close/>
                  <a:moveTo>
                    <a:pt x="710561" y="112926"/>
                  </a:moveTo>
                  <a:lnTo>
                    <a:pt x="661465" y="133142"/>
                  </a:lnTo>
                  <a:lnTo>
                    <a:pt x="672170" y="187182"/>
                  </a:lnTo>
                  <a:close/>
                  <a:moveTo>
                    <a:pt x="641121" y="85483"/>
                  </a:moveTo>
                  <a:lnTo>
                    <a:pt x="661465" y="133142"/>
                  </a:lnTo>
                  <a:lnTo>
                    <a:pt x="644263" y="84384"/>
                  </a:lnTo>
                  <a:close/>
                  <a:moveTo>
                    <a:pt x="641121" y="85483"/>
                  </a:moveTo>
                  <a:lnTo>
                    <a:pt x="646915" y="137020"/>
                  </a:lnTo>
                  <a:lnTo>
                    <a:pt x="661465" y="133142"/>
                  </a:lnTo>
                  <a:close/>
                  <a:moveTo>
                    <a:pt x="710561" y="112926"/>
                  </a:moveTo>
                  <a:lnTo>
                    <a:pt x="697598" y="61389"/>
                  </a:lnTo>
                  <a:lnTo>
                    <a:pt x="661465" y="133142"/>
                  </a:lnTo>
                  <a:close/>
                  <a:moveTo>
                    <a:pt x="697598" y="61389"/>
                  </a:moveTo>
                  <a:lnTo>
                    <a:pt x="644263" y="84384"/>
                  </a:lnTo>
                  <a:lnTo>
                    <a:pt x="661465" y="133142"/>
                  </a:lnTo>
                  <a:close/>
                  <a:moveTo>
                    <a:pt x="626048" y="33947"/>
                  </a:moveTo>
                  <a:lnTo>
                    <a:pt x="641121" y="85483"/>
                  </a:lnTo>
                  <a:lnTo>
                    <a:pt x="644263" y="84384"/>
                  </a:lnTo>
                  <a:close/>
                  <a:moveTo>
                    <a:pt x="697598" y="61389"/>
                  </a:moveTo>
                  <a:lnTo>
                    <a:pt x="689288" y="9853"/>
                  </a:lnTo>
                  <a:lnTo>
                    <a:pt x="644263" y="84384"/>
                  </a:lnTo>
                  <a:close/>
                  <a:moveTo>
                    <a:pt x="689288" y="9853"/>
                  </a:moveTo>
                  <a:lnTo>
                    <a:pt x="631725" y="31834"/>
                  </a:lnTo>
                  <a:lnTo>
                    <a:pt x="644263" y="84384"/>
                  </a:lnTo>
                  <a:close/>
                  <a:moveTo>
                    <a:pt x="697598" y="61389"/>
                  </a:moveTo>
                  <a:lnTo>
                    <a:pt x="749799" y="99310"/>
                  </a:lnTo>
                  <a:lnTo>
                    <a:pt x="732635" y="50521"/>
                  </a:lnTo>
                  <a:close/>
                  <a:moveTo>
                    <a:pt x="697598" y="61389"/>
                  </a:moveTo>
                  <a:lnTo>
                    <a:pt x="710561" y="112926"/>
                  </a:lnTo>
                  <a:lnTo>
                    <a:pt x="749799" y="99310"/>
                  </a:lnTo>
                  <a:close/>
                  <a:moveTo>
                    <a:pt x="796688" y="88832"/>
                  </a:moveTo>
                  <a:lnTo>
                    <a:pt x="801797" y="60377"/>
                  </a:lnTo>
                  <a:lnTo>
                    <a:pt x="749799" y="99310"/>
                  </a:lnTo>
                  <a:close/>
                  <a:moveTo>
                    <a:pt x="749799" y="99310"/>
                  </a:moveTo>
                  <a:lnTo>
                    <a:pt x="792688" y="39682"/>
                  </a:lnTo>
                  <a:lnTo>
                    <a:pt x="732635" y="50521"/>
                  </a:lnTo>
                  <a:close/>
                  <a:moveTo>
                    <a:pt x="689288" y="9853"/>
                  </a:moveTo>
                  <a:lnTo>
                    <a:pt x="732635" y="50521"/>
                  </a:lnTo>
                  <a:lnTo>
                    <a:pt x="713704" y="3169"/>
                  </a:lnTo>
                  <a:close/>
                  <a:moveTo>
                    <a:pt x="689288" y="9853"/>
                  </a:moveTo>
                  <a:lnTo>
                    <a:pt x="697598" y="61389"/>
                  </a:lnTo>
                  <a:lnTo>
                    <a:pt x="732635" y="50521"/>
                  </a:lnTo>
                  <a:close/>
                  <a:moveTo>
                    <a:pt x="732635" y="50521"/>
                  </a:moveTo>
                  <a:lnTo>
                    <a:pt x="792688" y="39682"/>
                  </a:lnTo>
                  <a:lnTo>
                    <a:pt x="764321" y="0"/>
                  </a:lnTo>
                  <a:close/>
                  <a:moveTo>
                    <a:pt x="732635" y="50521"/>
                  </a:moveTo>
                  <a:lnTo>
                    <a:pt x="764321" y="0"/>
                  </a:lnTo>
                  <a:lnTo>
                    <a:pt x="713704" y="3169"/>
                  </a:lnTo>
                  <a:close/>
                  <a:moveTo>
                    <a:pt x="898761" y="116913"/>
                  </a:moveTo>
                  <a:lnTo>
                    <a:pt x="862202" y="111545"/>
                  </a:lnTo>
                  <a:lnTo>
                    <a:pt x="813080" y="85846"/>
                  </a:lnTo>
                  <a:close/>
                  <a:moveTo>
                    <a:pt x="933356" y="68004"/>
                  </a:moveTo>
                  <a:lnTo>
                    <a:pt x="898761" y="116913"/>
                  </a:lnTo>
                  <a:lnTo>
                    <a:pt x="899873" y="116275"/>
                  </a:lnTo>
                  <a:close/>
                  <a:moveTo>
                    <a:pt x="862202" y="111545"/>
                  </a:moveTo>
                  <a:lnTo>
                    <a:pt x="898761" y="116913"/>
                  </a:lnTo>
                  <a:lnTo>
                    <a:pt x="933356" y="68004"/>
                  </a:lnTo>
                  <a:close/>
                  <a:moveTo>
                    <a:pt x="933356" y="68004"/>
                  </a:moveTo>
                  <a:lnTo>
                    <a:pt x="899873" y="116275"/>
                  </a:lnTo>
                  <a:lnTo>
                    <a:pt x="965995" y="100236"/>
                  </a:lnTo>
                  <a:close/>
                  <a:moveTo>
                    <a:pt x="965995" y="100236"/>
                  </a:moveTo>
                  <a:lnTo>
                    <a:pt x="946018" y="64738"/>
                  </a:lnTo>
                  <a:lnTo>
                    <a:pt x="933356" y="68004"/>
                  </a:lnTo>
                  <a:close/>
                  <a:moveTo>
                    <a:pt x="986848" y="58522"/>
                  </a:moveTo>
                  <a:lnTo>
                    <a:pt x="946018" y="64738"/>
                  </a:lnTo>
                  <a:lnTo>
                    <a:pt x="965995" y="10023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52" name="Output_density__4351">
              <a:extLst>
                <a:ext uri="{FF2B5EF4-FFF2-40B4-BE49-F238E27FC236}">
                  <a16:creationId xmlns:a16="http://schemas.microsoft.com/office/drawing/2014/main" id="{992732B5-01DE-5E18-E148-2939860F1F19}"/>
                </a:ext>
              </a:extLst>
            </p:cNvPr>
            <p:cNvSpPr>
              <a:spLocks noGrp="1"/>
            </p:cNvSpPr>
            <p:nvPr/>
          </p:nvSpPr>
          <p:spPr>
            <a:xfrm>
              <a:off x="15121051" y="3077396"/>
              <a:ext cx="862898" cy="280014"/>
            </a:xfrm>
            <a:custGeom>
              <a:avLst/>
              <a:gdLst/>
              <a:ahLst/>
              <a:cxnLst/>
              <a:rect l="0" t="0" r="0" b="0"/>
              <a:pathLst>
                <a:path w="862898" h="280014">
                  <a:moveTo>
                    <a:pt x="117109" y="235958"/>
                  </a:moveTo>
                  <a:lnTo>
                    <a:pt x="84739" y="249833"/>
                  </a:lnTo>
                  <a:lnTo>
                    <a:pt x="162075" y="229402"/>
                  </a:lnTo>
                  <a:close/>
                  <a:moveTo>
                    <a:pt x="189166" y="195790"/>
                  </a:moveTo>
                  <a:lnTo>
                    <a:pt x="202959" y="191457"/>
                  </a:lnTo>
                  <a:lnTo>
                    <a:pt x="220730" y="170243"/>
                  </a:lnTo>
                  <a:close/>
                  <a:moveTo>
                    <a:pt x="199736" y="195532"/>
                  </a:moveTo>
                  <a:lnTo>
                    <a:pt x="202959" y="191457"/>
                  </a:lnTo>
                  <a:lnTo>
                    <a:pt x="189166" y="195790"/>
                  </a:lnTo>
                  <a:close/>
                  <a:moveTo>
                    <a:pt x="162075" y="229402"/>
                  </a:moveTo>
                  <a:lnTo>
                    <a:pt x="199736" y="195532"/>
                  </a:lnTo>
                  <a:lnTo>
                    <a:pt x="189166" y="195790"/>
                  </a:lnTo>
                  <a:close/>
                  <a:moveTo>
                    <a:pt x="220730" y="170243"/>
                  </a:moveTo>
                  <a:lnTo>
                    <a:pt x="202959" y="191457"/>
                  </a:lnTo>
                  <a:lnTo>
                    <a:pt x="226877" y="162110"/>
                  </a:lnTo>
                  <a:close/>
                  <a:moveTo>
                    <a:pt x="19925" y="15633"/>
                  </a:moveTo>
                  <a:lnTo>
                    <a:pt x="0" y="39727"/>
                  </a:lnTo>
                  <a:lnTo>
                    <a:pt x="45381" y="7558"/>
                  </a:lnTo>
                  <a:close/>
                  <a:moveTo>
                    <a:pt x="0" y="39727"/>
                  </a:moveTo>
                  <a:lnTo>
                    <a:pt x="15403" y="30375"/>
                  </a:lnTo>
                  <a:lnTo>
                    <a:pt x="45381" y="7558"/>
                  </a:lnTo>
                  <a:close/>
                  <a:moveTo>
                    <a:pt x="45381" y="7558"/>
                  </a:moveTo>
                  <a:lnTo>
                    <a:pt x="15403" y="30375"/>
                  </a:lnTo>
                  <a:lnTo>
                    <a:pt x="90079" y="0"/>
                  </a:lnTo>
                  <a:close/>
                  <a:moveTo>
                    <a:pt x="801662" y="280014"/>
                  </a:moveTo>
                  <a:lnTo>
                    <a:pt x="811293" y="255920"/>
                  </a:lnTo>
                  <a:lnTo>
                    <a:pt x="807797" y="262159"/>
                  </a:lnTo>
                  <a:close/>
                  <a:moveTo>
                    <a:pt x="811293" y="255920"/>
                  </a:moveTo>
                  <a:lnTo>
                    <a:pt x="801662" y="280014"/>
                  </a:lnTo>
                  <a:lnTo>
                    <a:pt x="833970" y="204383"/>
                  </a:lnTo>
                  <a:close/>
                  <a:moveTo>
                    <a:pt x="655388" y="176583"/>
                  </a:moveTo>
                  <a:lnTo>
                    <a:pt x="664329" y="125404"/>
                  </a:lnTo>
                  <a:lnTo>
                    <a:pt x="656792" y="175877"/>
                  </a:lnTo>
                  <a:close/>
                  <a:moveTo>
                    <a:pt x="819859" y="244757"/>
                  </a:moveTo>
                  <a:lnTo>
                    <a:pt x="807797" y="262159"/>
                  </a:lnTo>
                  <a:lnTo>
                    <a:pt x="811293" y="255920"/>
                  </a:lnTo>
                  <a:close/>
                  <a:moveTo>
                    <a:pt x="849985" y="180289"/>
                  </a:moveTo>
                  <a:lnTo>
                    <a:pt x="833322" y="222695"/>
                  </a:lnTo>
                  <a:lnTo>
                    <a:pt x="811293" y="255920"/>
                  </a:lnTo>
                  <a:close/>
                  <a:moveTo>
                    <a:pt x="833970" y="204383"/>
                  </a:moveTo>
                  <a:lnTo>
                    <a:pt x="849985" y="180289"/>
                  </a:lnTo>
                  <a:lnTo>
                    <a:pt x="811293" y="255920"/>
                  </a:lnTo>
                  <a:close/>
                  <a:moveTo>
                    <a:pt x="849985" y="180289"/>
                  </a:moveTo>
                  <a:lnTo>
                    <a:pt x="833970" y="204383"/>
                  </a:lnTo>
                  <a:lnTo>
                    <a:pt x="862898" y="158598"/>
                  </a:lnTo>
                  <a:close/>
                  <a:moveTo>
                    <a:pt x="833970" y="204383"/>
                  </a:moveTo>
                  <a:lnTo>
                    <a:pt x="837893" y="200009"/>
                  </a:lnTo>
                  <a:lnTo>
                    <a:pt x="862898" y="158598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53" name="Output_density__4352">
              <a:extLst>
                <a:ext uri="{FF2B5EF4-FFF2-40B4-BE49-F238E27FC236}">
                  <a16:creationId xmlns:a16="http://schemas.microsoft.com/office/drawing/2014/main" id="{DFC733F6-5FC9-A273-7498-228B80CBFAD3}"/>
                </a:ext>
              </a:extLst>
            </p:cNvPr>
            <p:cNvSpPr>
              <a:spLocks noGrp="1"/>
            </p:cNvSpPr>
            <p:nvPr/>
          </p:nvSpPr>
          <p:spPr>
            <a:xfrm>
              <a:off x="15101859" y="3071674"/>
              <a:ext cx="710043" cy="326675"/>
            </a:xfrm>
            <a:custGeom>
              <a:avLst/>
              <a:gdLst/>
              <a:ahLst/>
              <a:cxnLst/>
              <a:rect l="0" t="0" r="0" b="0"/>
              <a:pathLst>
                <a:path w="710043" h="326675">
                  <a:moveTo>
                    <a:pt x="66167" y="200059"/>
                  </a:moveTo>
                  <a:lnTo>
                    <a:pt x="54738" y="246304"/>
                  </a:lnTo>
                  <a:lnTo>
                    <a:pt x="80928" y="209323"/>
                  </a:lnTo>
                  <a:close/>
                  <a:moveTo>
                    <a:pt x="12797" y="224153"/>
                  </a:moveTo>
                  <a:lnTo>
                    <a:pt x="66167" y="200059"/>
                  </a:lnTo>
                  <a:lnTo>
                    <a:pt x="0" y="216326"/>
                  </a:lnTo>
                  <a:close/>
                  <a:moveTo>
                    <a:pt x="116023" y="205641"/>
                  </a:moveTo>
                  <a:lnTo>
                    <a:pt x="80928" y="209323"/>
                  </a:lnTo>
                  <a:lnTo>
                    <a:pt x="165027" y="214182"/>
                  </a:lnTo>
                  <a:close/>
                  <a:moveTo>
                    <a:pt x="26173" y="96986"/>
                  </a:moveTo>
                  <a:lnTo>
                    <a:pt x="33088" y="70236"/>
                  </a:lnTo>
                  <a:lnTo>
                    <a:pt x="31949" y="74395"/>
                  </a:lnTo>
                  <a:close/>
                  <a:moveTo>
                    <a:pt x="39117" y="21355"/>
                  </a:moveTo>
                  <a:lnTo>
                    <a:pt x="33088" y="70236"/>
                  </a:lnTo>
                  <a:lnTo>
                    <a:pt x="26173" y="96986"/>
                  </a:lnTo>
                  <a:close/>
                  <a:moveTo>
                    <a:pt x="89730" y="65403"/>
                  </a:moveTo>
                  <a:lnTo>
                    <a:pt x="55156" y="118271"/>
                  </a:lnTo>
                  <a:lnTo>
                    <a:pt x="34656" y="72195"/>
                  </a:lnTo>
                  <a:close/>
                  <a:moveTo>
                    <a:pt x="34656" y="72195"/>
                  </a:moveTo>
                  <a:lnTo>
                    <a:pt x="39117" y="21355"/>
                  </a:lnTo>
                  <a:lnTo>
                    <a:pt x="93002" y="0"/>
                  </a:lnTo>
                  <a:close/>
                  <a:moveTo>
                    <a:pt x="34656" y="72195"/>
                  </a:moveTo>
                  <a:lnTo>
                    <a:pt x="93002" y="0"/>
                  </a:lnTo>
                  <a:lnTo>
                    <a:pt x="89730" y="65403"/>
                  </a:lnTo>
                  <a:close/>
                  <a:moveTo>
                    <a:pt x="93002" y="0"/>
                  </a:moveTo>
                  <a:lnTo>
                    <a:pt x="133736" y="4866"/>
                  </a:lnTo>
                  <a:lnTo>
                    <a:pt x="89730" y="65403"/>
                  </a:lnTo>
                  <a:close/>
                  <a:moveTo>
                    <a:pt x="231356" y="88970"/>
                  </a:moveTo>
                  <a:lnTo>
                    <a:pt x="270931" y="94779"/>
                  </a:lnTo>
                  <a:lnTo>
                    <a:pt x="272637" y="30649"/>
                  </a:lnTo>
                  <a:close/>
                  <a:moveTo>
                    <a:pt x="231356" y="88970"/>
                  </a:moveTo>
                  <a:lnTo>
                    <a:pt x="272637" y="30649"/>
                  </a:lnTo>
                  <a:lnTo>
                    <a:pt x="227824" y="29099"/>
                  </a:lnTo>
                  <a:close/>
                  <a:moveTo>
                    <a:pt x="231356" y="88970"/>
                  </a:moveTo>
                  <a:lnTo>
                    <a:pt x="227824" y="29099"/>
                  </a:lnTo>
                  <a:lnTo>
                    <a:pt x="205215" y="76241"/>
                  </a:lnTo>
                  <a:close/>
                  <a:moveTo>
                    <a:pt x="227824" y="29099"/>
                  </a:moveTo>
                  <a:lnTo>
                    <a:pt x="212381" y="24704"/>
                  </a:lnTo>
                  <a:lnTo>
                    <a:pt x="205215" y="76241"/>
                  </a:lnTo>
                  <a:close/>
                  <a:moveTo>
                    <a:pt x="676118" y="268994"/>
                  </a:moveTo>
                  <a:lnTo>
                    <a:pt x="710043" y="279395"/>
                  </a:lnTo>
                  <a:lnTo>
                    <a:pt x="682345" y="326675"/>
                  </a:lnTo>
                  <a:close/>
                  <a:moveTo>
                    <a:pt x="694457" y="210105"/>
                  </a:moveTo>
                  <a:lnTo>
                    <a:pt x="675985" y="181598"/>
                  </a:lnTo>
                  <a:lnTo>
                    <a:pt x="702111" y="22310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54" name="Output_density__4353">
              <a:extLst>
                <a:ext uri="{FF2B5EF4-FFF2-40B4-BE49-F238E27FC236}">
                  <a16:creationId xmlns:a16="http://schemas.microsoft.com/office/drawing/2014/main" id="{9CECCFA5-F638-3812-2358-F0CDEA9E3A38}"/>
                </a:ext>
              </a:extLst>
            </p:cNvPr>
            <p:cNvSpPr>
              <a:spLocks noGrp="1"/>
            </p:cNvSpPr>
            <p:nvPr/>
          </p:nvSpPr>
          <p:spPr>
            <a:xfrm>
              <a:off x="15048856" y="3010172"/>
              <a:ext cx="941117" cy="277827"/>
            </a:xfrm>
            <a:custGeom>
              <a:avLst/>
              <a:gdLst/>
              <a:ahLst/>
              <a:cxnLst/>
              <a:rect l="0" t="0" r="0" b="0"/>
              <a:pathLst>
                <a:path w="941117" h="277827">
                  <a:moveTo>
                    <a:pt x="119169" y="261561"/>
                  </a:moveTo>
                  <a:lnTo>
                    <a:pt x="73203" y="218453"/>
                  </a:lnTo>
                  <a:lnTo>
                    <a:pt x="53003" y="277827"/>
                  </a:lnTo>
                  <a:close/>
                  <a:moveTo>
                    <a:pt x="65602" y="210024"/>
                  </a:moveTo>
                  <a:lnTo>
                    <a:pt x="3347" y="234118"/>
                  </a:lnTo>
                  <a:lnTo>
                    <a:pt x="53003" y="277827"/>
                  </a:lnTo>
                  <a:close/>
                  <a:moveTo>
                    <a:pt x="135063" y="237467"/>
                  </a:moveTo>
                  <a:lnTo>
                    <a:pt x="133930" y="270825"/>
                  </a:lnTo>
                  <a:lnTo>
                    <a:pt x="169026" y="267143"/>
                  </a:lnTo>
                  <a:close/>
                  <a:moveTo>
                    <a:pt x="135063" y="237467"/>
                  </a:moveTo>
                  <a:lnTo>
                    <a:pt x="119169" y="261561"/>
                  </a:lnTo>
                  <a:lnTo>
                    <a:pt x="133930" y="270825"/>
                  </a:lnTo>
                  <a:close/>
                  <a:moveTo>
                    <a:pt x="103529" y="185930"/>
                  </a:moveTo>
                  <a:lnTo>
                    <a:pt x="119169" y="261561"/>
                  </a:lnTo>
                  <a:lnTo>
                    <a:pt x="135063" y="237467"/>
                  </a:lnTo>
                  <a:close/>
                  <a:moveTo>
                    <a:pt x="136720" y="146357"/>
                  </a:moveTo>
                  <a:lnTo>
                    <a:pt x="79176" y="158487"/>
                  </a:lnTo>
                  <a:lnTo>
                    <a:pt x="88693" y="195598"/>
                  </a:lnTo>
                  <a:close/>
                  <a:moveTo>
                    <a:pt x="88693" y="195598"/>
                  </a:moveTo>
                  <a:lnTo>
                    <a:pt x="79176" y="158487"/>
                  </a:lnTo>
                  <a:lnTo>
                    <a:pt x="84951" y="135897"/>
                  </a:lnTo>
                  <a:close/>
                  <a:moveTo>
                    <a:pt x="88693" y="195598"/>
                  </a:moveTo>
                  <a:lnTo>
                    <a:pt x="103529" y="185930"/>
                  </a:lnTo>
                  <a:lnTo>
                    <a:pt x="136720" y="146357"/>
                  </a:lnTo>
                  <a:close/>
                  <a:moveTo>
                    <a:pt x="5192" y="100015"/>
                  </a:moveTo>
                  <a:lnTo>
                    <a:pt x="0" y="119435"/>
                  </a:lnTo>
                  <a:lnTo>
                    <a:pt x="56065" y="82857"/>
                  </a:lnTo>
                  <a:close/>
                  <a:moveTo>
                    <a:pt x="56065" y="82857"/>
                  </a:moveTo>
                  <a:lnTo>
                    <a:pt x="44609" y="158487"/>
                  </a:lnTo>
                  <a:lnTo>
                    <a:pt x="86091" y="131738"/>
                  </a:lnTo>
                  <a:close/>
                  <a:moveTo>
                    <a:pt x="86091" y="131738"/>
                  </a:moveTo>
                  <a:lnTo>
                    <a:pt x="44609" y="158487"/>
                  </a:lnTo>
                  <a:lnTo>
                    <a:pt x="84951" y="135897"/>
                  </a:lnTo>
                  <a:close/>
                  <a:moveTo>
                    <a:pt x="325640" y="92150"/>
                  </a:moveTo>
                  <a:lnTo>
                    <a:pt x="269430" y="37123"/>
                  </a:lnTo>
                  <a:lnTo>
                    <a:pt x="280827" y="90600"/>
                  </a:lnTo>
                  <a:close/>
                  <a:moveTo>
                    <a:pt x="209485" y="47875"/>
                  </a:moveTo>
                  <a:lnTo>
                    <a:pt x="265384" y="86206"/>
                  </a:lnTo>
                  <a:lnTo>
                    <a:pt x="280827" y="90600"/>
                  </a:lnTo>
                  <a:close/>
                  <a:moveTo>
                    <a:pt x="610294" y="154635"/>
                  </a:moveTo>
                  <a:lnTo>
                    <a:pt x="655111" y="192628"/>
                  </a:lnTo>
                  <a:lnTo>
                    <a:pt x="666111" y="116997"/>
                  </a:lnTo>
                  <a:close/>
                  <a:moveTo>
                    <a:pt x="666111" y="116997"/>
                  </a:moveTo>
                  <a:lnTo>
                    <a:pt x="655111" y="192628"/>
                  </a:lnTo>
                  <a:lnTo>
                    <a:pt x="689433" y="140947"/>
                  </a:lnTo>
                  <a:close/>
                  <a:moveTo>
                    <a:pt x="689433" y="140947"/>
                  </a:moveTo>
                  <a:lnTo>
                    <a:pt x="655111" y="192628"/>
                  </a:lnTo>
                  <a:lnTo>
                    <a:pt x="677803" y="183988"/>
                  </a:lnTo>
                  <a:close/>
                  <a:moveTo>
                    <a:pt x="747460" y="271607"/>
                  </a:moveTo>
                  <a:lnTo>
                    <a:pt x="752431" y="220070"/>
                  </a:lnTo>
                  <a:lnTo>
                    <a:pt x="728987" y="243100"/>
                  </a:lnTo>
                  <a:close/>
                  <a:moveTo>
                    <a:pt x="872154" y="227434"/>
                  </a:moveTo>
                  <a:lnTo>
                    <a:pt x="911844" y="233148"/>
                  </a:lnTo>
                  <a:lnTo>
                    <a:pt x="906407" y="174826"/>
                  </a:lnTo>
                  <a:close/>
                  <a:moveTo>
                    <a:pt x="900778" y="137300"/>
                  </a:moveTo>
                  <a:lnTo>
                    <a:pt x="888057" y="120346"/>
                  </a:lnTo>
                  <a:lnTo>
                    <a:pt x="906407" y="174826"/>
                  </a:lnTo>
                  <a:close/>
                  <a:moveTo>
                    <a:pt x="941117" y="121846"/>
                  </a:moveTo>
                  <a:lnTo>
                    <a:pt x="900778" y="137300"/>
                  </a:lnTo>
                  <a:lnTo>
                    <a:pt x="906407" y="174826"/>
                  </a:lnTo>
                  <a:close/>
                  <a:moveTo>
                    <a:pt x="775265" y="79992"/>
                  </a:moveTo>
                  <a:lnTo>
                    <a:pt x="769269" y="129863"/>
                  </a:lnTo>
                  <a:lnTo>
                    <a:pt x="826108" y="68809"/>
                  </a:lnTo>
                  <a:close/>
                  <a:moveTo>
                    <a:pt x="775265" y="79992"/>
                  </a:moveTo>
                  <a:lnTo>
                    <a:pt x="826108" y="68809"/>
                  </a:lnTo>
                  <a:lnTo>
                    <a:pt x="783821" y="49368"/>
                  </a:lnTo>
                  <a:close/>
                  <a:moveTo>
                    <a:pt x="888057" y="120346"/>
                  </a:moveTo>
                  <a:lnTo>
                    <a:pt x="900778" y="137300"/>
                  </a:lnTo>
                  <a:lnTo>
                    <a:pt x="898586" y="118442"/>
                  </a:lnTo>
                  <a:close/>
                  <a:moveTo>
                    <a:pt x="898586" y="118442"/>
                  </a:moveTo>
                  <a:lnTo>
                    <a:pt x="837611" y="75807"/>
                  </a:lnTo>
                  <a:lnTo>
                    <a:pt x="888057" y="120346"/>
                  </a:lnTo>
                  <a:close/>
                  <a:moveTo>
                    <a:pt x="837971" y="66996"/>
                  </a:moveTo>
                  <a:lnTo>
                    <a:pt x="837611" y="75807"/>
                  </a:lnTo>
                  <a:lnTo>
                    <a:pt x="898586" y="118442"/>
                  </a:lnTo>
                  <a:close/>
                  <a:moveTo>
                    <a:pt x="896641" y="57280"/>
                  </a:moveTo>
                  <a:lnTo>
                    <a:pt x="837971" y="66996"/>
                  </a:lnTo>
                  <a:lnTo>
                    <a:pt x="898586" y="118442"/>
                  </a:lnTo>
                  <a:close/>
                  <a:moveTo>
                    <a:pt x="898586" y="118442"/>
                  </a:moveTo>
                  <a:lnTo>
                    <a:pt x="900778" y="137300"/>
                  </a:lnTo>
                  <a:lnTo>
                    <a:pt x="922784" y="120346"/>
                  </a:lnTo>
                  <a:close/>
                  <a:moveTo>
                    <a:pt x="826108" y="68809"/>
                  </a:moveTo>
                  <a:lnTo>
                    <a:pt x="837611" y="75807"/>
                  </a:lnTo>
                  <a:lnTo>
                    <a:pt x="837971" y="66996"/>
                  </a:lnTo>
                  <a:close/>
                  <a:moveTo>
                    <a:pt x="837971" y="66996"/>
                  </a:moveTo>
                  <a:lnTo>
                    <a:pt x="783821" y="49368"/>
                  </a:lnTo>
                  <a:lnTo>
                    <a:pt x="826108" y="68809"/>
                  </a:lnTo>
                  <a:close/>
                  <a:moveTo>
                    <a:pt x="837971" y="66996"/>
                  </a:moveTo>
                  <a:lnTo>
                    <a:pt x="896641" y="57280"/>
                  </a:lnTo>
                  <a:lnTo>
                    <a:pt x="889921" y="0"/>
                  </a:lnTo>
                  <a:close/>
                  <a:moveTo>
                    <a:pt x="837971" y="66996"/>
                  </a:moveTo>
                  <a:lnTo>
                    <a:pt x="889921" y="0"/>
                  </a:lnTo>
                  <a:lnTo>
                    <a:pt x="840684" y="204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55" name="Output_density__4354">
              <a:extLst>
                <a:ext uri="{FF2B5EF4-FFF2-40B4-BE49-F238E27FC236}">
                  <a16:creationId xmlns:a16="http://schemas.microsoft.com/office/drawing/2014/main" id="{026BF4BA-B6FC-8FCE-914A-97D4F66AA4F3}"/>
                </a:ext>
              </a:extLst>
            </p:cNvPr>
            <p:cNvSpPr>
              <a:spLocks noGrp="1"/>
            </p:cNvSpPr>
            <p:nvPr/>
          </p:nvSpPr>
          <p:spPr>
            <a:xfrm>
              <a:off x="14964608" y="2945480"/>
              <a:ext cx="990655" cy="395188"/>
            </a:xfrm>
            <a:custGeom>
              <a:avLst/>
              <a:gdLst/>
              <a:ahLst/>
              <a:cxnLst/>
              <a:rect l="0" t="0" r="0" b="0"/>
              <a:pathLst>
                <a:path w="990655" h="395188">
                  <a:moveTo>
                    <a:pt x="149849" y="274716"/>
                  </a:moveTo>
                  <a:lnTo>
                    <a:pt x="137250" y="342520"/>
                  </a:lnTo>
                  <a:lnTo>
                    <a:pt x="157451" y="283146"/>
                  </a:lnTo>
                  <a:close/>
                  <a:moveTo>
                    <a:pt x="77886" y="236843"/>
                  </a:moveTo>
                  <a:lnTo>
                    <a:pt x="72844" y="276390"/>
                  </a:lnTo>
                  <a:lnTo>
                    <a:pt x="128856" y="223180"/>
                  </a:lnTo>
                  <a:close/>
                  <a:moveTo>
                    <a:pt x="128856" y="223180"/>
                  </a:moveTo>
                  <a:lnTo>
                    <a:pt x="72844" y="276390"/>
                  </a:lnTo>
                  <a:lnTo>
                    <a:pt x="87595" y="298810"/>
                  </a:lnTo>
                  <a:close/>
                  <a:moveTo>
                    <a:pt x="128856" y="223180"/>
                  </a:moveTo>
                  <a:lnTo>
                    <a:pt x="87595" y="298810"/>
                  </a:lnTo>
                  <a:lnTo>
                    <a:pt x="149849" y="274716"/>
                  </a:lnTo>
                  <a:close/>
                  <a:moveTo>
                    <a:pt x="74902" y="171643"/>
                  </a:moveTo>
                  <a:lnTo>
                    <a:pt x="77886" y="236843"/>
                  </a:lnTo>
                  <a:lnTo>
                    <a:pt x="84248" y="184128"/>
                  </a:lnTo>
                  <a:close/>
                  <a:moveTo>
                    <a:pt x="52709" y="247274"/>
                  </a:moveTo>
                  <a:lnTo>
                    <a:pt x="77886" y="236843"/>
                  </a:lnTo>
                  <a:lnTo>
                    <a:pt x="74902" y="171643"/>
                  </a:lnTo>
                  <a:close/>
                  <a:moveTo>
                    <a:pt x="32345" y="195737"/>
                  </a:moveTo>
                  <a:lnTo>
                    <a:pt x="52709" y="247274"/>
                  </a:lnTo>
                  <a:lnTo>
                    <a:pt x="74902" y="171643"/>
                  </a:lnTo>
                  <a:close/>
                  <a:moveTo>
                    <a:pt x="77886" y="236843"/>
                  </a:moveTo>
                  <a:lnTo>
                    <a:pt x="128856" y="223180"/>
                  </a:lnTo>
                  <a:lnTo>
                    <a:pt x="84248" y="184128"/>
                  </a:lnTo>
                  <a:close/>
                  <a:moveTo>
                    <a:pt x="0" y="144200"/>
                  </a:moveTo>
                  <a:lnTo>
                    <a:pt x="74902" y="171643"/>
                  </a:lnTo>
                  <a:lnTo>
                    <a:pt x="41778" y="120106"/>
                  </a:lnTo>
                  <a:close/>
                  <a:moveTo>
                    <a:pt x="172941" y="260290"/>
                  </a:moveTo>
                  <a:lnTo>
                    <a:pt x="157451" y="283146"/>
                  </a:lnTo>
                  <a:lnTo>
                    <a:pt x="187777" y="250622"/>
                  </a:lnTo>
                  <a:close/>
                  <a:moveTo>
                    <a:pt x="187777" y="250622"/>
                  </a:moveTo>
                  <a:lnTo>
                    <a:pt x="157451" y="283146"/>
                  </a:lnTo>
                  <a:lnTo>
                    <a:pt x="203417" y="326253"/>
                  </a:lnTo>
                  <a:close/>
                  <a:moveTo>
                    <a:pt x="149849" y="274716"/>
                  </a:moveTo>
                  <a:lnTo>
                    <a:pt x="157451" y="283146"/>
                  </a:lnTo>
                  <a:lnTo>
                    <a:pt x="172941" y="260290"/>
                  </a:lnTo>
                  <a:close/>
                  <a:moveTo>
                    <a:pt x="128856" y="223180"/>
                  </a:moveTo>
                  <a:lnTo>
                    <a:pt x="172941" y="260290"/>
                  </a:lnTo>
                  <a:lnTo>
                    <a:pt x="169199" y="200589"/>
                  </a:lnTo>
                  <a:close/>
                  <a:moveTo>
                    <a:pt x="128856" y="223180"/>
                  </a:moveTo>
                  <a:lnTo>
                    <a:pt x="149849" y="274716"/>
                  </a:lnTo>
                  <a:lnTo>
                    <a:pt x="172941" y="260290"/>
                  </a:lnTo>
                  <a:close/>
                  <a:moveTo>
                    <a:pt x="84248" y="184128"/>
                  </a:moveTo>
                  <a:lnTo>
                    <a:pt x="128856" y="223180"/>
                  </a:lnTo>
                  <a:lnTo>
                    <a:pt x="140313" y="147549"/>
                  </a:lnTo>
                  <a:close/>
                  <a:moveTo>
                    <a:pt x="74902" y="171643"/>
                  </a:moveTo>
                  <a:lnTo>
                    <a:pt x="84248" y="184128"/>
                  </a:lnTo>
                  <a:lnTo>
                    <a:pt x="89440" y="164707"/>
                  </a:lnTo>
                  <a:close/>
                  <a:moveTo>
                    <a:pt x="41778" y="120106"/>
                  </a:moveTo>
                  <a:lnTo>
                    <a:pt x="74902" y="171643"/>
                  </a:lnTo>
                  <a:lnTo>
                    <a:pt x="89440" y="164707"/>
                  </a:lnTo>
                  <a:close/>
                  <a:moveTo>
                    <a:pt x="140313" y="147549"/>
                  </a:moveTo>
                  <a:lnTo>
                    <a:pt x="103006" y="96012"/>
                  </a:lnTo>
                  <a:lnTo>
                    <a:pt x="89440" y="164707"/>
                  </a:lnTo>
                  <a:close/>
                  <a:moveTo>
                    <a:pt x="409888" y="156843"/>
                  </a:moveTo>
                  <a:lnTo>
                    <a:pt x="379419" y="99362"/>
                  </a:lnTo>
                  <a:lnTo>
                    <a:pt x="353678" y="101815"/>
                  </a:lnTo>
                  <a:close/>
                  <a:moveTo>
                    <a:pt x="319700" y="135717"/>
                  </a:moveTo>
                  <a:lnTo>
                    <a:pt x="349632" y="150898"/>
                  </a:lnTo>
                  <a:lnTo>
                    <a:pt x="293732" y="112568"/>
                  </a:lnTo>
                  <a:close/>
                  <a:moveTo>
                    <a:pt x="293732" y="112568"/>
                  </a:moveTo>
                  <a:lnTo>
                    <a:pt x="365074" y="155293"/>
                  </a:lnTo>
                  <a:lnTo>
                    <a:pt x="353678" y="101815"/>
                  </a:lnTo>
                  <a:close/>
                  <a:moveTo>
                    <a:pt x="293732" y="112568"/>
                  </a:moveTo>
                  <a:lnTo>
                    <a:pt x="353678" y="101815"/>
                  </a:lnTo>
                  <a:lnTo>
                    <a:pt x="341445" y="49017"/>
                  </a:lnTo>
                  <a:close/>
                  <a:moveTo>
                    <a:pt x="293732" y="112568"/>
                  </a:moveTo>
                  <a:lnTo>
                    <a:pt x="341445" y="49017"/>
                  </a:lnTo>
                  <a:lnTo>
                    <a:pt x="290714" y="52278"/>
                  </a:lnTo>
                  <a:close/>
                  <a:moveTo>
                    <a:pt x="235257" y="59382"/>
                  </a:moveTo>
                  <a:lnTo>
                    <a:pt x="290714" y="52278"/>
                  </a:lnTo>
                  <a:lnTo>
                    <a:pt x="274677" y="2573"/>
                  </a:lnTo>
                  <a:close/>
                  <a:moveTo>
                    <a:pt x="698991" y="199221"/>
                  </a:moveTo>
                  <a:lnTo>
                    <a:pt x="694542" y="219327"/>
                  </a:lnTo>
                  <a:lnTo>
                    <a:pt x="750359" y="181690"/>
                  </a:lnTo>
                  <a:close/>
                  <a:moveTo>
                    <a:pt x="762050" y="248680"/>
                  </a:moveTo>
                  <a:lnTo>
                    <a:pt x="799802" y="233226"/>
                  </a:lnTo>
                  <a:lnTo>
                    <a:pt x="773681" y="205639"/>
                  </a:lnTo>
                  <a:close/>
                  <a:moveTo>
                    <a:pt x="680943" y="205783"/>
                  </a:moveTo>
                  <a:lnTo>
                    <a:pt x="694542" y="219327"/>
                  </a:lnTo>
                  <a:lnTo>
                    <a:pt x="698991" y="199221"/>
                  </a:lnTo>
                  <a:close/>
                  <a:moveTo>
                    <a:pt x="638218" y="154246"/>
                  </a:moveTo>
                  <a:lnTo>
                    <a:pt x="698991" y="199221"/>
                  </a:lnTo>
                  <a:lnTo>
                    <a:pt x="706660" y="130243"/>
                  </a:lnTo>
                  <a:close/>
                  <a:moveTo>
                    <a:pt x="638218" y="154246"/>
                  </a:moveTo>
                  <a:lnTo>
                    <a:pt x="680943" y="205783"/>
                  </a:lnTo>
                  <a:lnTo>
                    <a:pt x="698991" y="199221"/>
                  </a:lnTo>
                  <a:close/>
                  <a:moveTo>
                    <a:pt x="750359" y="181690"/>
                  </a:moveTo>
                  <a:lnTo>
                    <a:pt x="706884" y="130153"/>
                  </a:lnTo>
                  <a:lnTo>
                    <a:pt x="698991" y="199221"/>
                  </a:lnTo>
                  <a:close/>
                  <a:moveTo>
                    <a:pt x="839361" y="349295"/>
                  </a:moveTo>
                  <a:lnTo>
                    <a:pt x="817196" y="368333"/>
                  </a:lnTo>
                  <a:lnTo>
                    <a:pt x="831708" y="336299"/>
                  </a:lnTo>
                  <a:close/>
                  <a:moveTo>
                    <a:pt x="813368" y="395188"/>
                  </a:moveTo>
                  <a:lnTo>
                    <a:pt x="817196" y="368333"/>
                  </a:lnTo>
                  <a:lnTo>
                    <a:pt x="839361" y="349295"/>
                  </a:lnTo>
                  <a:close/>
                  <a:moveTo>
                    <a:pt x="799802" y="233226"/>
                  </a:moveTo>
                  <a:lnTo>
                    <a:pt x="847109" y="280254"/>
                  </a:lnTo>
                  <a:lnTo>
                    <a:pt x="849012" y="215964"/>
                  </a:lnTo>
                  <a:close/>
                  <a:moveTo>
                    <a:pt x="779324" y="171894"/>
                  </a:moveTo>
                  <a:lnTo>
                    <a:pt x="773681" y="205639"/>
                  </a:lnTo>
                  <a:lnTo>
                    <a:pt x="818322" y="157595"/>
                  </a:lnTo>
                  <a:close/>
                  <a:moveTo>
                    <a:pt x="773681" y="205639"/>
                  </a:moveTo>
                  <a:lnTo>
                    <a:pt x="799802" y="233226"/>
                  </a:lnTo>
                  <a:lnTo>
                    <a:pt x="818322" y="157595"/>
                  </a:lnTo>
                  <a:close/>
                  <a:moveTo>
                    <a:pt x="818322" y="157595"/>
                  </a:moveTo>
                  <a:lnTo>
                    <a:pt x="799802" y="233226"/>
                  </a:lnTo>
                  <a:lnTo>
                    <a:pt x="853517" y="194555"/>
                  </a:lnTo>
                  <a:close/>
                  <a:moveTo>
                    <a:pt x="853517" y="194555"/>
                  </a:moveTo>
                  <a:lnTo>
                    <a:pt x="799802" y="233226"/>
                  </a:lnTo>
                  <a:lnTo>
                    <a:pt x="849012" y="215964"/>
                  </a:lnTo>
                  <a:close/>
                  <a:moveTo>
                    <a:pt x="849012" y="215964"/>
                  </a:moveTo>
                  <a:lnTo>
                    <a:pt x="869630" y="209132"/>
                  </a:lnTo>
                  <a:lnTo>
                    <a:pt x="853517" y="194555"/>
                  </a:lnTo>
                  <a:close/>
                  <a:moveTo>
                    <a:pt x="750359" y="181690"/>
                  </a:moveTo>
                  <a:lnTo>
                    <a:pt x="773681" y="205639"/>
                  </a:lnTo>
                  <a:lnTo>
                    <a:pt x="779324" y="171894"/>
                  </a:lnTo>
                  <a:close/>
                  <a:moveTo>
                    <a:pt x="770032" y="106059"/>
                  </a:moveTo>
                  <a:lnTo>
                    <a:pt x="779324" y="171894"/>
                  </a:lnTo>
                  <a:lnTo>
                    <a:pt x="789537" y="130023"/>
                  </a:lnTo>
                  <a:close/>
                  <a:moveTo>
                    <a:pt x="750359" y="181690"/>
                  </a:moveTo>
                  <a:lnTo>
                    <a:pt x="779324" y="171894"/>
                  </a:lnTo>
                  <a:lnTo>
                    <a:pt x="770032" y="106059"/>
                  </a:lnTo>
                  <a:close/>
                  <a:moveTo>
                    <a:pt x="706884" y="130153"/>
                  </a:moveTo>
                  <a:lnTo>
                    <a:pt x="750359" y="181690"/>
                  </a:lnTo>
                  <a:lnTo>
                    <a:pt x="770032" y="106059"/>
                  </a:lnTo>
                  <a:close/>
                  <a:moveTo>
                    <a:pt x="779324" y="171894"/>
                  </a:moveTo>
                  <a:lnTo>
                    <a:pt x="818322" y="157595"/>
                  </a:lnTo>
                  <a:lnTo>
                    <a:pt x="789537" y="130023"/>
                  </a:lnTo>
                  <a:close/>
                  <a:moveTo>
                    <a:pt x="956402" y="292126"/>
                  </a:moveTo>
                  <a:lnTo>
                    <a:pt x="990655" y="239518"/>
                  </a:lnTo>
                  <a:lnTo>
                    <a:pt x="933166" y="248273"/>
                  </a:lnTo>
                  <a:close/>
                  <a:moveTo>
                    <a:pt x="990655" y="239518"/>
                  </a:moveTo>
                  <a:lnTo>
                    <a:pt x="972305" y="185038"/>
                  </a:lnTo>
                  <a:lnTo>
                    <a:pt x="917105" y="198588"/>
                  </a:lnTo>
                  <a:close/>
                  <a:moveTo>
                    <a:pt x="990655" y="239518"/>
                  </a:moveTo>
                  <a:lnTo>
                    <a:pt x="917105" y="198588"/>
                  </a:lnTo>
                  <a:lnTo>
                    <a:pt x="933166" y="248273"/>
                  </a:lnTo>
                  <a:close/>
                  <a:moveTo>
                    <a:pt x="853517" y="194555"/>
                  </a:moveTo>
                  <a:lnTo>
                    <a:pt x="869630" y="209132"/>
                  </a:lnTo>
                  <a:lnTo>
                    <a:pt x="910356" y="133501"/>
                  </a:lnTo>
                  <a:close/>
                  <a:moveTo>
                    <a:pt x="910356" y="133501"/>
                  </a:moveTo>
                  <a:lnTo>
                    <a:pt x="869630" y="209132"/>
                  </a:lnTo>
                  <a:lnTo>
                    <a:pt x="921859" y="140499"/>
                  </a:lnTo>
                  <a:close/>
                  <a:moveTo>
                    <a:pt x="921859" y="140499"/>
                  </a:moveTo>
                  <a:lnTo>
                    <a:pt x="869630" y="209132"/>
                  </a:lnTo>
                  <a:lnTo>
                    <a:pt x="917105" y="198588"/>
                  </a:lnTo>
                  <a:close/>
                  <a:moveTo>
                    <a:pt x="917105" y="198588"/>
                  </a:moveTo>
                  <a:lnTo>
                    <a:pt x="972305" y="185038"/>
                  </a:lnTo>
                  <a:lnTo>
                    <a:pt x="921859" y="140499"/>
                  </a:lnTo>
                  <a:close/>
                  <a:moveTo>
                    <a:pt x="818322" y="157595"/>
                  </a:moveTo>
                  <a:lnTo>
                    <a:pt x="853517" y="194555"/>
                  </a:lnTo>
                  <a:lnTo>
                    <a:pt x="859512" y="144685"/>
                  </a:lnTo>
                  <a:close/>
                  <a:moveTo>
                    <a:pt x="789537" y="130023"/>
                  </a:moveTo>
                  <a:lnTo>
                    <a:pt x="818322" y="157595"/>
                  </a:lnTo>
                  <a:lnTo>
                    <a:pt x="838841" y="81965"/>
                  </a:lnTo>
                  <a:close/>
                  <a:moveTo>
                    <a:pt x="838841" y="81965"/>
                  </a:moveTo>
                  <a:lnTo>
                    <a:pt x="818322" y="157595"/>
                  </a:lnTo>
                  <a:lnTo>
                    <a:pt x="868068" y="114061"/>
                  </a:lnTo>
                  <a:close/>
                  <a:moveTo>
                    <a:pt x="868068" y="114061"/>
                  </a:moveTo>
                  <a:lnTo>
                    <a:pt x="818322" y="157595"/>
                  </a:lnTo>
                  <a:lnTo>
                    <a:pt x="859512" y="144685"/>
                  </a:lnTo>
                  <a:close/>
                  <a:moveTo>
                    <a:pt x="742840" y="2986"/>
                  </a:moveTo>
                  <a:lnTo>
                    <a:pt x="774213" y="50564"/>
                  </a:lnTo>
                  <a:lnTo>
                    <a:pt x="759232" y="0"/>
                  </a:lnTo>
                  <a:close/>
                  <a:moveTo>
                    <a:pt x="869174" y="74087"/>
                  </a:moveTo>
                  <a:lnTo>
                    <a:pt x="868068" y="114061"/>
                  </a:lnTo>
                  <a:lnTo>
                    <a:pt x="922219" y="131688"/>
                  </a:lnTo>
                  <a:close/>
                  <a:moveTo>
                    <a:pt x="924932" y="66739"/>
                  </a:moveTo>
                  <a:lnTo>
                    <a:pt x="869174" y="74087"/>
                  </a:lnTo>
                  <a:lnTo>
                    <a:pt x="922219" y="131688"/>
                  </a:lnTo>
                  <a:close/>
                  <a:moveTo>
                    <a:pt x="924932" y="66739"/>
                  </a:moveTo>
                  <a:lnTo>
                    <a:pt x="912148" y="14390"/>
                  </a:lnTo>
                  <a:lnTo>
                    <a:pt x="869174" y="74087"/>
                  </a:lnTo>
                  <a:close/>
                  <a:moveTo>
                    <a:pt x="924932" y="66739"/>
                  </a:moveTo>
                  <a:lnTo>
                    <a:pt x="974169" y="64692"/>
                  </a:lnTo>
                  <a:lnTo>
                    <a:pt x="962026" y="11821"/>
                  </a:lnTo>
                  <a:close/>
                  <a:moveTo>
                    <a:pt x="924932" y="66739"/>
                  </a:moveTo>
                  <a:lnTo>
                    <a:pt x="962026" y="11821"/>
                  </a:lnTo>
                  <a:lnTo>
                    <a:pt x="912148" y="1439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56" name="Output_density__4355">
              <a:extLst>
                <a:ext uri="{FF2B5EF4-FFF2-40B4-BE49-F238E27FC236}">
                  <a16:creationId xmlns:a16="http://schemas.microsoft.com/office/drawing/2014/main" id="{47F73493-8C8A-B9FE-0A4C-C72F00465155}"/>
                </a:ext>
              </a:extLst>
            </p:cNvPr>
            <p:cNvSpPr>
              <a:spLocks noGrp="1"/>
            </p:cNvSpPr>
            <p:nvPr/>
          </p:nvSpPr>
          <p:spPr>
            <a:xfrm>
              <a:off x="14990362" y="2934823"/>
              <a:ext cx="907412" cy="346956"/>
            </a:xfrm>
            <a:custGeom>
              <a:avLst/>
              <a:gdLst/>
              <a:ahLst/>
              <a:cxnLst/>
              <a:rect l="0" t="0" r="0" b="0"/>
              <a:pathLst>
                <a:path w="907412" h="346956">
                  <a:moveTo>
                    <a:pt x="26955" y="257931"/>
                  </a:moveTo>
                  <a:lnTo>
                    <a:pt x="47089" y="287047"/>
                  </a:lnTo>
                  <a:lnTo>
                    <a:pt x="52132" y="247500"/>
                  </a:lnTo>
                  <a:close/>
                  <a:moveTo>
                    <a:pt x="16023" y="130763"/>
                  </a:moveTo>
                  <a:lnTo>
                    <a:pt x="63686" y="175364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66451" y="110372"/>
                  </a:lnTo>
                  <a:lnTo>
                    <a:pt x="63686" y="175364"/>
                  </a:lnTo>
                  <a:close/>
                  <a:moveTo>
                    <a:pt x="0" y="79227"/>
                  </a:moveTo>
                  <a:lnTo>
                    <a:pt x="66451" y="110372"/>
                  </a:lnTo>
                  <a:lnTo>
                    <a:pt x="47615" y="62943"/>
                  </a:lnTo>
                  <a:close/>
                  <a:moveTo>
                    <a:pt x="0" y="79227"/>
                  </a:moveTo>
                  <a:lnTo>
                    <a:pt x="16023" y="130763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71439" y="55133"/>
                  </a:lnTo>
                  <a:lnTo>
                    <a:pt x="66451" y="110372"/>
                  </a:lnTo>
                  <a:close/>
                  <a:moveTo>
                    <a:pt x="71439" y="55133"/>
                  </a:moveTo>
                  <a:lnTo>
                    <a:pt x="47615" y="62943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114559" y="158206"/>
                  </a:lnTo>
                  <a:lnTo>
                    <a:pt x="159625" y="134112"/>
                  </a:lnTo>
                  <a:close/>
                  <a:moveTo>
                    <a:pt x="77252" y="106669"/>
                  </a:moveTo>
                  <a:lnTo>
                    <a:pt x="159625" y="134112"/>
                  </a:lnTo>
                  <a:lnTo>
                    <a:pt x="142906" y="82575"/>
                  </a:lnTo>
                  <a:close/>
                  <a:moveTo>
                    <a:pt x="71439" y="55133"/>
                  </a:moveTo>
                  <a:lnTo>
                    <a:pt x="144675" y="72526"/>
                  </a:lnTo>
                  <a:lnTo>
                    <a:pt x="126032" y="37174"/>
                  </a:lnTo>
                  <a:close/>
                  <a:moveTo>
                    <a:pt x="142906" y="82575"/>
                  </a:moveTo>
                  <a:lnTo>
                    <a:pt x="144675" y="72526"/>
                  </a:lnTo>
                  <a:lnTo>
                    <a:pt x="71439" y="55133"/>
                  </a:lnTo>
                  <a:close/>
                  <a:moveTo>
                    <a:pt x="77252" y="106669"/>
                  </a:moveTo>
                  <a:lnTo>
                    <a:pt x="142906" y="82575"/>
                  </a:lnTo>
                  <a:lnTo>
                    <a:pt x="71439" y="55133"/>
                  </a:lnTo>
                  <a:close/>
                  <a:moveTo>
                    <a:pt x="93769" y="17098"/>
                  </a:moveTo>
                  <a:lnTo>
                    <a:pt x="71439" y="55133"/>
                  </a:lnTo>
                  <a:lnTo>
                    <a:pt x="126032" y="37174"/>
                  </a:lnTo>
                  <a:close/>
                  <a:moveTo>
                    <a:pt x="149121" y="31039"/>
                  </a:moveTo>
                  <a:lnTo>
                    <a:pt x="93769" y="17098"/>
                  </a:lnTo>
                  <a:lnTo>
                    <a:pt x="126032" y="37174"/>
                  </a:lnTo>
                  <a:close/>
                  <a:moveTo>
                    <a:pt x="126032" y="37174"/>
                  </a:moveTo>
                  <a:lnTo>
                    <a:pt x="144675" y="72526"/>
                  </a:lnTo>
                  <a:lnTo>
                    <a:pt x="149121" y="31039"/>
                  </a:lnTo>
                  <a:close/>
                  <a:moveTo>
                    <a:pt x="162160" y="133289"/>
                  </a:moveTo>
                  <a:lnTo>
                    <a:pt x="210221" y="132198"/>
                  </a:lnTo>
                  <a:lnTo>
                    <a:pt x="209503" y="70039"/>
                  </a:lnTo>
                  <a:close/>
                  <a:moveTo>
                    <a:pt x="162160" y="133289"/>
                  </a:moveTo>
                  <a:lnTo>
                    <a:pt x="209503" y="70039"/>
                  </a:lnTo>
                  <a:lnTo>
                    <a:pt x="150329" y="80163"/>
                  </a:lnTo>
                  <a:close/>
                  <a:moveTo>
                    <a:pt x="210221" y="132198"/>
                  </a:moveTo>
                  <a:lnTo>
                    <a:pt x="267978" y="123225"/>
                  </a:lnTo>
                  <a:lnTo>
                    <a:pt x="264960" y="62935"/>
                  </a:lnTo>
                  <a:close/>
                  <a:moveTo>
                    <a:pt x="210221" y="132198"/>
                  </a:moveTo>
                  <a:lnTo>
                    <a:pt x="264960" y="62935"/>
                  </a:lnTo>
                  <a:lnTo>
                    <a:pt x="209503" y="70039"/>
                  </a:lnTo>
                  <a:close/>
                  <a:moveTo>
                    <a:pt x="267978" y="123225"/>
                  </a:moveTo>
                  <a:lnTo>
                    <a:pt x="210221" y="132198"/>
                  </a:lnTo>
                  <a:lnTo>
                    <a:pt x="293946" y="146374"/>
                  </a:lnTo>
                  <a:close/>
                  <a:moveTo>
                    <a:pt x="144675" y="72526"/>
                  </a:moveTo>
                  <a:lnTo>
                    <a:pt x="142906" y="82575"/>
                  </a:lnTo>
                  <a:lnTo>
                    <a:pt x="150329" y="80163"/>
                  </a:lnTo>
                  <a:close/>
                  <a:moveTo>
                    <a:pt x="150329" y="80163"/>
                  </a:moveTo>
                  <a:lnTo>
                    <a:pt x="149121" y="31039"/>
                  </a:lnTo>
                  <a:lnTo>
                    <a:pt x="144675" y="72526"/>
                  </a:lnTo>
                  <a:close/>
                  <a:moveTo>
                    <a:pt x="195908" y="18349"/>
                  </a:moveTo>
                  <a:lnTo>
                    <a:pt x="149121" y="31039"/>
                  </a:lnTo>
                  <a:lnTo>
                    <a:pt x="150329" y="80163"/>
                  </a:lnTo>
                  <a:close/>
                  <a:moveTo>
                    <a:pt x="209503" y="70039"/>
                  </a:moveTo>
                  <a:lnTo>
                    <a:pt x="195908" y="18349"/>
                  </a:lnTo>
                  <a:lnTo>
                    <a:pt x="150329" y="80163"/>
                  </a:lnTo>
                  <a:close/>
                  <a:moveTo>
                    <a:pt x="209503" y="70039"/>
                  </a:moveTo>
                  <a:lnTo>
                    <a:pt x="248923" y="13230"/>
                  </a:lnTo>
                  <a:lnTo>
                    <a:pt x="195908" y="18349"/>
                  </a:lnTo>
                  <a:close/>
                  <a:moveTo>
                    <a:pt x="171996" y="0"/>
                  </a:moveTo>
                  <a:lnTo>
                    <a:pt x="149121" y="31039"/>
                  </a:lnTo>
                  <a:lnTo>
                    <a:pt x="195908" y="18349"/>
                  </a:lnTo>
                  <a:close/>
                  <a:moveTo>
                    <a:pt x="681130" y="140810"/>
                  </a:moveTo>
                  <a:lnTo>
                    <a:pt x="680906" y="140900"/>
                  </a:lnTo>
                  <a:lnTo>
                    <a:pt x="673237" y="209878"/>
                  </a:lnTo>
                  <a:close/>
                  <a:moveTo>
                    <a:pt x="594262" y="126021"/>
                  </a:moveTo>
                  <a:lnTo>
                    <a:pt x="612464" y="164903"/>
                  </a:lnTo>
                  <a:lnTo>
                    <a:pt x="655987" y="89273"/>
                  </a:lnTo>
                  <a:close/>
                  <a:moveTo>
                    <a:pt x="655987" y="89273"/>
                  </a:moveTo>
                  <a:lnTo>
                    <a:pt x="612464" y="164903"/>
                  </a:lnTo>
                  <a:lnTo>
                    <a:pt x="680867" y="140247"/>
                  </a:lnTo>
                  <a:close/>
                  <a:moveTo>
                    <a:pt x="680867" y="140247"/>
                  </a:moveTo>
                  <a:lnTo>
                    <a:pt x="612464" y="164903"/>
                  </a:lnTo>
                  <a:lnTo>
                    <a:pt x="680906" y="140900"/>
                  </a:lnTo>
                  <a:close/>
                  <a:moveTo>
                    <a:pt x="680906" y="140900"/>
                  </a:moveTo>
                  <a:lnTo>
                    <a:pt x="681130" y="140810"/>
                  </a:lnTo>
                  <a:lnTo>
                    <a:pt x="680867" y="140247"/>
                  </a:lnTo>
                  <a:close/>
                  <a:moveTo>
                    <a:pt x="810925" y="295419"/>
                  </a:moveTo>
                  <a:lnTo>
                    <a:pt x="852079" y="296126"/>
                  </a:lnTo>
                  <a:lnTo>
                    <a:pt x="821354" y="290911"/>
                  </a:lnTo>
                  <a:close/>
                  <a:moveTo>
                    <a:pt x="843501" y="322862"/>
                  </a:moveTo>
                  <a:lnTo>
                    <a:pt x="852079" y="296126"/>
                  </a:lnTo>
                  <a:lnTo>
                    <a:pt x="810925" y="295419"/>
                  </a:lnTo>
                  <a:close/>
                  <a:moveTo>
                    <a:pt x="805954" y="346956"/>
                  </a:moveTo>
                  <a:lnTo>
                    <a:pt x="843501" y="322862"/>
                  </a:lnTo>
                  <a:lnTo>
                    <a:pt x="810925" y="295419"/>
                  </a:lnTo>
                  <a:close/>
                  <a:moveTo>
                    <a:pt x="774048" y="243883"/>
                  </a:moveTo>
                  <a:lnTo>
                    <a:pt x="810925" y="295419"/>
                  </a:lnTo>
                  <a:lnTo>
                    <a:pt x="821354" y="290911"/>
                  </a:lnTo>
                  <a:close/>
                  <a:moveTo>
                    <a:pt x="860045" y="271325"/>
                  </a:moveTo>
                  <a:lnTo>
                    <a:pt x="843875" y="219789"/>
                  </a:lnTo>
                  <a:lnTo>
                    <a:pt x="821354" y="290911"/>
                  </a:lnTo>
                  <a:close/>
                  <a:moveTo>
                    <a:pt x="843875" y="219789"/>
                  </a:moveTo>
                  <a:lnTo>
                    <a:pt x="823258" y="226621"/>
                  </a:lnTo>
                  <a:lnTo>
                    <a:pt x="821354" y="290911"/>
                  </a:lnTo>
                  <a:close/>
                  <a:moveTo>
                    <a:pt x="821354" y="290911"/>
                  </a:moveTo>
                  <a:lnTo>
                    <a:pt x="852079" y="296126"/>
                  </a:lnTo>
                  <a:lnTo>
                    <a:pt x="860045" y="271325"/>
                  </a:lnTo>
                  <a:close/>
                  <a:moveTo>
                    <a:pt x="676220" y="81967"/>
                  </a:moveTo>
                  <a:lnTo>
                    <a:pt x="680867" y="140247"/>
                  </a:lnTo>
                  <a:lnTo>
                    <a:pt x="733723" y="65179"/>
                  </a:lnTo>
                  <a:close/>
                  <a:moveTo>
                    <a:pt x="733723" y="65179"/>
                  </a:moveTo>
                  <a:lnTo>
                    <a:pt x="680867" y="140247"/>
                  </a:lnTo>
                  <a:lnTo>
                    <a:pt x="681130" y="140810"/>
                  </a:lnTo>
                  <a:close/>
                  <a:moveTo>
                    <a:pt x="733723" y="65179"/>
                  </a:moveTo>
                  <a:lnTo>
                    <a:pt x="681130" y="140810"/>
                  </a:lnTo>
                  <a:lnTo>
                    <a:pt x="744278" y="116716"/>
                  </a:lnTo>
                  <a:close/>
                  <a:moveTo>
                    <a:pt x="655987" y="89273"/>
                  </a:moveTo>
                  <a:lnTo>
                    <a:pt x="680867" y="140247"/>
                  </a:lnTo>
                  <a:lnTo>
                    <a:pt x="676220" y="81967"/>
                  </a:lnTo>
                  <a:close/>
                  <a:moveTo>
                    <a:pt x="630959" y="37737"/>
                  </a:moveTo>
                  <a:lnTo>
                    <a:pt x="676220" y="81967"/>
                  </a:lnTo>
                  <a:lnTo>
                    <a:pt x="670197" y="24121"/>
                  </a:lnTo>
                  <a:close/>
                  <a:moveTo>
                    <a:pt x="630959" y="37737"/>
                  </a:moveTo>
                  <a:lnTo>
                    <a:pt x="655987" y="89273"/>
                  </a:lnTo>
                  <a:lnTo>
                    <a:pt x="676220" y="81967"/>
                  </a:lnTo>
                  <a:close/>
                  <a:moveTo>
                    <a:pt x="733723" y="65179"/>
                  </a:moveTo>
                  <a:lnTo>
                    <a:pt x="717086" y="13643"/>
                  </a:lnTo>
                  <a:lnTo>
                    <a:pt x="676220" y="81967"/>
                  </a:lnTo>
                  <a:close/>
                  <a:moveTo>
                    <a:pt x="717086" y="13643"/>
                  </a:moveTo>
                  <a:lnTo>
                    <a:pt x="670197" y="24121"/>
                  </a:lnTo>
                  <a:lnTo>
                    <a:pt x="676220" y="81967"/>
                  </a:lnTo>
                  <a:close/>
                  <a:moveTo>
                    <a:pt x="843875" y="219789"/>
                  </a:moveTo>
                  <a:lnTo>
                    <a:pt x="907412" y="258930"/>
                  </a:lnTo>
                  <a:lnTo>
                    <a:pt x="891351" y="209244"/>
                  </a:lnTo>
                  <a:close/>
                  <a:moveTo>
                    <a:pt x="843875" y="219789"/>
                  </a:moveTo>
                  <a:lnTo>
                    <a:pt x="860045" y="271325"/>
                  </a:lnTo>
                  <a:lnTo>
                    <a:pt x="907412" y="258930"/>
                  </a:lnTo>
                  <a:close/>
                  <a:moveTo>
                    <a:pt x="765947" y="109745"/>
                  </a:moveTo>
                  <a:lnTo>
                    <a:pt x="763783" y="140680"/>
                  </a:lnTo>
                  <a:lnTo>
                    <a:pt x="813087" y="92621"/>
                  </a:lnTo>
                  <a:close/>
                  <a:moveTo>
                    <a:pt x="744278" y="116716"/>
                  </a:moveTo>
                  <a:lnTo>
                    <a:pt x="763783" y="140680"/>
                  </a:lnTo>
                  <a:lnTo>
                    <a:pt x="765947" y="109745"/>
                  </a:lnTo>
                  <a:close/>
                  <a:moveTo>
                    <a:pt x="733723" y="65179"/>
                  </a:moveTo>
                  <a:lnTo>
                    <a:pt x="765947" y="109745"/>
                  </a:lnTo>
                  <a:lnTo>
                    <a:pt x="748459" y="61220"/>
                  </a:lnTo>
                  <a:close/>
                  <a:moveTo>
                    <a:pt x="733723" y="65179"/>
                  </a:moveTo>
                  <a:lnTo>
                    <a:pt x="744278" y="116716"/>
                  </a:lnTo>
                  <a:lnTo>
                    <a:pt x="765947" y="109745"/>
                  </a:lnTo>
                  <a:close/>
                  <a:moveTo>
                    <a:pt x="813087" y="92621"/>
                  </a:moveTo>
                  <a:lnTo>
                    <a:pt x="820173" y="41937"/>
                  </a:lnTo>
                  <a:lnTo>
                    <a:pt x="765947" y="109745"/>
                  </a:lnTo>
                  <a:close/>
                  <a:moveTo>
                    <a:pt x="765947" y="109745"/>
                  </a:moveTo>
                  <a:lnTo>
                    <a:pt x="820173" y="41937"/>
                  </a:lnTo>
                  <a:lnTo>
                    <a:pt x="819159" y="41724"/>
                  </a:lnTo>
                  <a:close/>
                  <a:moveTo>
                    <a:pt x="765947" y="109745"/>
                  </a:moveTo>
                  <a:lnTo>
                    <a:pt x="819159" y="41724"/>
                  </a:lnTo>
                  <a:lnTo>
                    <a:pt x="748459" y="61220"/>
                  </a:lnTo>
                  <a:close/>
                  <a:moveTo>
                    <a:pt x="717086" y="13643"/>
                  </a:moveTo>
                  <a:lnTo>
                    <a:pt x="733723" y="65179"/>
                  </a:lnTo>
                  <a:lnTo>
                    <a:pt x="748459" y="61220"/>
                  </a:lnTo>
                  <a:close/>
                  <a:moveTo>
                    <a:pt x="748459" y="61220"/>
                  </a:moveTo>
                  <a:lnTo>
                    <a:pt x="819159" y="41724"/>
                  </a:lnTo>
                  <a:lnTo>
                    <a:pt x="733478" y="10657"/>
                  </a:lnTo>
                  <a:close/>
                  <a:moveTo>
                    <a:pt x="819159" y="41724"/>
                  </a:moveTo>
                  <a:lnTo>
                    <a:pt x="820173" y="41937"/>
                  </a:lnTo>
                  <a:lnTo>
                    <a:pt x="820271" y="41085"/>
                  </a:lnTo>
                  <a:close/>
                  <a:moveTo>
                    <a:pt x="813087" y="92621"/>
                  </a:moveTo>
                  <a:lnTo>
                    <a:pt x="842314" y="124718"/>
                  </a:lnTo>
                  <a:lnTo>
                    <a:pt x="843420" y="84744"/>
                  </a:lnTo>
                  <a:close/>
                  <a:moveTo>
                    <a:pt x="820173" y="41937"/>
                  </a:moveTo>
                  <a:lnTo>
                    <a:pt x="813087" y="92621"/>
                  </a:lnTo>
                  <a:lnTo>
                    <a:pt x="843420" y="84744"/>
                  </a:lnTo>
                  <a:close/>
                  <a:moveTo>
                    <a:pt x="843420" y="84744"/>
                  </a:moveTo>
                  <a:lnTo>
                    <a:pt x="820271" y="41085"/>
                  </a:lnTo>
                  <a:lnTo>
                    <a:pt x="820173" y="41937"/>
                  </a:lnTo>
                  <a:close/>
                  <a:moveTo>
                    <a:pt x="886393" y="25046"/>
                  </a:moveTo>
                  <a:lnTo>
                    <a:pt x="820271" y="41085"/>
                  </a:lnTo>
                  <a:lnTo>
                    <a:pt x="843420" y="84744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57" name="Output_density__4356">
              <a:extLst>
                <a:ext uri="{FF2B5EF4-FFF2-40B4-BE49-F238E27FC236}">
                  <a16:creationId xmlns:a16="http://schemas.microsoft.com/office/drawing/2014/main" id="{B8AEBA11-92F7-6DEF-3DFE-AC4E882F6C46}"/>
                </a:ext>
              </a:extLst>
            </p:cNvPr>
            <p:cNvSpPr>
              <a:spLocks noGrp="1"/>
            </p:cNvSpPr>
            <p:nvPr/>
          </p:nvSpPr>
          <p:spPr>
            <a:xfrm>
              <a:off x="15134947" y="3071674"/>
              <a:ext cx="853970" cy="241680"/>
            </a:xfrm>
            <a:custGeom>
              <a:avLst/>
              <a:gdLst/>
              <a:ahLst/>
              <a:cxnLst/>
              <a:rect l="0" t="0" r="0" b="0"/>
              <a:pathLst>
                <a:path w="853970" h="241680">
                  <a:moveTo>
                    <a:pt x="47839" y="209323"/>
                  </a:moveTo>
                  <a:lnTo>
                    <a:pt x="103213" y="241680"/>
                  </a:lnTo>
                  <a:lnTo>
                    <a:pt x="131939" y="214182"/>
                  </a:lnTo>
                  <a:close/>
                  <a:moveTo>
                    <a:pt x="82935" y="205641"/>
                  </a:moveTo>
                  <a:lnTo>
                    <a:pt x="131939" y="214182"/>
                  </a:lnTo>
                  <a:lnTo>
                    <a:pt x="153163" y="158634"/>
                  </a:lnTo>
                  <a:close/>
                  <a:moveTo>
                    <a:pt x="153163" y="158634"/>
                  </a:moveTo>
                  <a:lnTo>
                    <a:pt x="186132" y="161580"/>
                  </a:lnTo>
                  <a:lnTo>
                    <a:pt x="163218" y="151871"/>
                  </a:lnTo>
                  <a:close/>
                  <a:moveTo>
                    <a:pt x="175270" y="201512"/>
                  </a:moveTo>
                  <a:lnTo>
                    <a:pt x="186132" y="161580"/>
                  </a:lnTo>
                  <a:lnTo>
                    <a:pt x="153163" y="158634"/>
                  </a:lnTo>
                  <a:close/>
                  <a:moveTo>
                    <a:pt x="131939" y="214182"/>
                  </a:moveTo>
                  <a:lnTo>
                    <a:pt x="175270" y="201512"/>
                  </a:lnTo>
                  <a:lnTo>
                    <a:pt x="153163" y="158634"/>
                  </a:lnTo>
                  <a:close/>
                  <a:moveTo>
                    <a:pt x="163218" y="151871"/>
                  </a:moveTo>
                  <a:lnTo>
                    <a:pt x="186132" y="161580"/>
                  </a:lnTo>
                  <a:lnTo>
                    <a:pt x="189442" y="119599"/>
                  </a:lnTo>
                  <a:close/>
                  <a:moveTo>
                    <a:pt x="0" y="70236"/>
                  </a:moveTo>
                  <a:lnTo>
                    <a:pt x="6029" y="21355"/>
                  </a:lnTo>
                  <a:lnTo>
                    <a:pt x="1568" y="72195"/>
                  </a:lnTo>
                  <a:close/>
                  <a:moveTo>
                    <a:pt x="59913" y="0"/>
                  </a:moveTo>
                  <a:lnTo>
                    <a:pt x="6029" y="21355"/>
                  </a:lnTo>
                  <a:lnTo>
                    <a:pt x="31486" y="13280"/>
                  </a:lnTo>
                  <a:close/>
                  <a:moveTo>
                    <a:pt x="167775" y="78365"/>
                  </a:moveTo>
                  <a:lnTo>
                    <a:pt x="189442" y="119599"/>
                  </a:lnTo>
                  <a:lnTo>
                    <a:pt x="198268" y="88970"/>
                  </a:lnTo>
                  <a:close/>
                  <a:moveTo>
                    <a:pt x="163218" y="151871"/>
                  </a:moveTo>
                  <a:lnTo>
                    <a:pt x="189442" y="119599"/>
                  </a:lnTo>
                  <a:lnTo>
                    <a:pt x="156000" y="148094"/>
                  </a:lnTo>
                  <a:close/>
                  <a:moveTo>
                    <a:pt x="237843" y="94779"/>
                  </a:moveTo>
                  <a:lnTo>
                    <a:pt x="198268" y="88970"/>
                  </a:lnTo>
                  <a:lnTo>
                    <a:pt x="189442" y="119599"/>
                  </a:lnTo>
                  <a:close/>
                  <a:moveTo>
                    <a:pt x="796901" y="219864"/>
                  </a:moveTo>
                  <a:lnTo>
                    <a:pt x="815954" y="237548"/>
                  </a:lnTo>
                  <a:lnTo>
                    <a:pt x="825753" y="171647"/>
                  </a:lnTo>
                  <a:close/>
                  <a:moveTo>
                    <a:pt x="820316" y="113324"/>
                  </a:moveTo>
                  <a:lnTo>
                    <a:pt x="825753" y="171647"/>
                  </a:lnTo>
                  <a:lnTo>
                    <a:pt x="853970" y="12394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58" name="Output_density__4357">
              <a:extLst>
                <a:ext uri="{FF2B5EF4-FFF2-40B4-BE49-F238E27FC236}">
                  <a16:creationId xmlns:a16="http://schemas.microsoft.com/office/drawing/2014/main" id="{7424C1BD-7212-030B-C346-A7BD53CF14C9}"/>
                </a:ext>
              </a:extLst>
            </p:cNvPr>
            <p:cNvSpPr>
              <a:spLocks noGrp="1"/>
            </p:cNvSpPr>
            <p:nvPr/>
          </p:nvSpPr>
          <p:spPr>
            <a:xfrm>
              <a:off x="15238160" y="3243321"/>
              <a:ext cx="732876" cy="70033"/>
            </a:xfrm>
            <a:custGeom>
              <a:avLst/>
              <a:gdLst/>
              <a:ahLst/>
              <a:cxnLst/>
              <a:rect l="0" t="0" r="0" b="0"/>
              <a:pathLst>
                <a:path w="732876" h="70033">
                  <a:moveTo>
                    <a:pt x="28726" y="42535"/>
                  </a:moveTo>
                  <a:lnTo>
                    <a:pt x="0" y="70033"/>
                  </a:lnTo>
                  <a:lnTo>
                    <a:pt x="72057" y="29865"/>
                  </a:lnTo>
                  <a:close/>
                  <a:moveTo>
                    <a:pt x="722540" y="0"/>
                  </a:moveTo>
                  <a:lnTo>
                    <a:pt x="712741" y="65901"/>
                  </a:lnTo>
                  <a:lnTo>
                    <a:pt x="716213" y="56770"/>
                  </a:lnTo>
                  <a:close/>
                  <a:moveTo>
                    <a:pt x="722540" y="0"/>
                  </a:moveTo>
                  <a:lnTo>
                    <a:pt x="716213" y="56770"/>
                  </a:lnTo>
                  <a:lnTo>
                    <a:pt x="732876" y="1436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59" name="Output_density__4358">
              <a:extLst>
                <a:ext uri="{FF2B5EF4-FFF2-40B4-BE49-F238E27FC236}">
                  <a16:creationId xmlns:a16="http://schemas.microsoft.com/office/drawing/2014/main" id="{54BDF7A2-4B90-6F86-AB2B-66726AD14176}"/>
                </a:ext>
              </a:extLst>
            </p:cNvPr>
            <p:cNvSpPr>
              <a:spLocks noGrp="1"/>
            </p:cNvSpPr>
            <p:nvPr/>
          </p:nvSpPr>
          <p:spPr>
            <a:xfrm>
              <a:off x="15858943" y="3300091"/>
              <a:ext cx="95430" cy="87681"/>
            </a:xfrm>
            <a:custGeom>
              <a:avLst/>
              <a:gdLst/>
              <a:ahLst/>
              <a:cxnLst/>
              <a:rect l="0" t="0" r="0" b="0"/>
              <a:pathLst>
                <a:path w="95430" h="87681">
                  <a:moveTo>
                    <a:pt x="32253" y="73369"/>
                  </a:moveTo>
                  <a:lnTo>
                    <a:pt x="0" y="87681"/>
                  </a:lnTo>
                  <a:lnTo>
                    <a:pt x="69904" y="39464"/>
                  </a:lnTo>
                  <a:close/>
                  <a:moveTo>
                    <a:pt x="11453" y="84761"/>
                  </a:moveTo>
                  <a:lnTo>
                    <a:pt x="32253" y="73369"/>
                  </a:lnTo>
                  <a:lnTo>
                    <a:pt x="62226" y="50534"/>
                  </a:lnTo>
                  <a:close/>
                  <a:moveTo>
                    <a:pt x="62226" y="50534"/>
                  </a:moveTo>
                  <a:lnTo>
                    <a:pt x="81967" y="22061"/>
                  </a:lnTo>
                  <a:lnTo>
                    <a:pt x="91957" y="9131"/>
                  </a:lnTo>
                  <a:close/>
                  <a:moveTo>
                    <a:pt x="69904" y="39464"/>
                  </a:moveTo>
                  <a:lnTo>
                    <a:pt x="81967" y="22061"/>
                  </a:lnTo>
                  <a:lnTo>
                    <a:pt x="62226" y="50534"/>
                  </a:lnTo>
                  <a:close/>
                  <a:moveTo>
                    <a:pt x="32253" y="73369"/>
                  </a:moveTo>
                  <a:lnTo>
                    <a:pt x="69904" y="39464"/>
                  </a:lnTo>
                  <a:lnTo>
                    <a:pt x="62226" y="50534"/>
                  </a:lnTo>
                  <a:close/>
                  <a:moveTo>
                    <a:pt x="73400" y="33225"/>
                  </a:moveTo>
                  <a:lnTo>
                    <a:pt x="95430" y="0"/>
                  </a:lnTo>
                  <a:lnTo>
                    <a:pt x="81967" y="22061"/>
                  </a:lnTo>
                  <a:close/>
                  <a:moveTo>
                    <a:pt x="91957" y="9131"/>
                  </a:moveTo>
                  <a:lnTo>
                    <a:pt x="81967" y="22061"/>
                  </a:lnTo>
                  <a:lnTo>
                    <a:pt x="95430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60" name="Output_density__4359">
              <a:extLst>
                <a:ext uri="{FF2B5EF4-FFF2-40B4-BE49-F238E27FC236}">
                  <a16:creationId xmlns:a16="http://schemas.microsoft.com/office/drawing/2014/main" id="{B991F84E-337F-AAB0-EBDC-CE34EE40F95B}"/>
                </a:ext>
              </a:extLst>
            </p:cNvPr>
            <p:cNvSpPr>
              <a:spLocks noGrp="1"/>
            </p:cNvSpPr>
            <p:nvPr/>
          </p:nvSpPr>
          <p:spPr>
            <a:xfrm>
              <a:off x="15217882" y="3093846"/>
              <a:ext cx="742818" cy="304503"/>
            </a:xfrm>
            <a:custGeom>
              <a:avLst/>
              <a:gdLst/>
              <a:ahLst/>
              <a:cxnLst/>
              <a:rect l="0" t="0" r="0" b="0"/>
              <a:pathLst>
                <a:path w="742818" h="304503">
                  <a:moveTo>
                    <a:pt x="919" y="129699"/>
                  </a:moveTo>
                  <a:lnTo>
                    <a:pt x="0" y="183469"/>
                  </a:lnTo>
                  <a:lnTo>
                    <a:pt x="25951" y="145596"/>
                  </a:lnTo>
                  <a:close/>
                  <a:moveTo>
                    <a:pt x="25951" y="145596"/>
                  </a:moveTo>
                  <a:lnTo>
                    <a:pt x="0" y="183469"/>
                  </a:lnTo>
                  <a:lnTo>
                    <a:pt x="70227" y="136462"/>
                  </a:lnTo>
                  <a:close/>
                  <a:moveTo>
                    <a:pt x="919" y="129699"/>
                  </a:moveTo>
                  <a:lnTo>
                    <a:pt x="25951" y="145596"/>
                  </a:lnTo>
                  <a:lnTo>
                    <a:pt x="32692" y="120762"/>
                  </a:lnTo>
                  <a:close/>
                  <a:moveTo>
                    <a:pt x="73065" y="125922"/>
                  </a:moveTo>
                  <a:lnTo>
                    <a:pt x="32692" y="120762"/>
                  </a:lnTo>
                  <a:lnTo>
                    <a:pt x="25951" y="145596"/>
                  </a:lnTo>
                  <a:close/>
                  <a:moveTo>
                    <a:pt x="32692" y="120762"/>
                  </a:moveTo>
                  <a:lnTo>
                    <a:pt x="73065" y="125922"/>
                  </a:lnTo>
                  <a:lnTo>
                    <a:pt x="41031" y="67078"/>
                  </a:lnTo>
                  <a:close/>
                  <a:moveTo>
                    <a:pt x="73065" y="125922"/>
                  </a:moveTo>
                  <a:lnTo>
                    <a:pt x="84839" y="56193"/>
                  </a:lnTo>
                  <a:lnTo>
                    <a:pt x="41031" y="67078"/>
                  </a:lnTo>
                  <a:close/>
                  <a:moveTo>
                    <a:pt x="84839" y="56193"/>
                  </a:moveTo>
                  <a:lnTo>
                    <a:pt x="115333" y="66798"/>
                  </a:lnTo>
                  <a:lnTo>
                    <a:pt x="89192" y="54069"/>
                  </a:lnTo>
                  <a:close/>
                  <a:moveTo>
                    <a:pt x="85297" y="53235"/>
                  </a:moveTo>
                  <a:lnTo>
                    <a:pt x="41031" y="67078"/>
                  </a:lnTo>
                  <a:lnTo>
                    <a:pt x="84839" y="56193"/>
                  </a:lnTo>
                  <a:close/>
                  <a:moveTo>
                    <a:pt x="85297" y="53235"/>
                  </a:moveTo>
                  <a:lnTo>
                    <a:pt x="84839" y="56193"/>
                  </a:lnTo>
                  <a:lnTo>
                    <a:pt x="89192" y="54069"/>
                  </a:lnTo>
                  <a:close/>
                  <a:moveTo>
                    <a:pt x="73602" y="0"/>
                  </a:moveTo>
                  <a:lnTo>
                    <a:pt x="85297" y="53235"/>
                  </a:lnTo>
                  <a:lnTo>
                    <a:pt x="89192" y="54069"/>
                  </a:lnTo>
                  <a:close/>
                  <a:moveTo>
                    <a:pt x="574080" y="291007"/>
                  </a:moveTo>
                  <a:lnTo>
                    <a:pt x="566321" y="304503"/>
                  </a:lnTo>
                  <a:lnTo>
                    <a:pt x="584603" y="297292"/>
                  </a:lnTo>
                  <a:close/>
                  <a:moveTo>
                    <a:pt x="703128" y="143760"/>
                  </a:moveTo>
                  <a:lnTo>
                    <a:pt x="713965" y="197692"/>
                  </a:lnTo>
                  <a:lnTo>
                    <a:pt x="742818" y="14947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61" name="Output_density__4360">
              <a:extLst>
                <a:ext uri="{FF2B5EF4-FFF2-40B4-BE49-F238E27FC236}">
                  <a16:creationId xmlns:a16="http://schemas.microsoft.com/office/drawing/2014/main" id="{D3F90E5D-D70C-EDA5-B364-F4E8B073769A}"/>
                </a:ext>
              </a:extLst>
            </p:cNvPr>
            <p:cNvSpPr>
              <a:spLocks noGrp="1"/>
            </p:cNvSpPr>
            <p:nvPr/>
          </p:nvSpPr>
          <p:spPr>
            <a:xfrm>
              <a:off x="15104921" y="3081197"/>
              <a:ext cx="826926" cy="317152"/>
            </a:xfrm>
            <a:custGeom>
              <a:avLst/>
              <a:gdLst/>
              <a:ahLst/>
              <a:cxnLst/>
              <a:rect l="0" t="0" r="0" b="0"/>
              <a:pathLst>
                <a:path w="826926" h="317152">
                  <a:moveTo>
                    <a:pt x="113880" y="142348"/>
                  </a:moveTo>
                  <a:lnTo>
                    <a:pt x="78998" y="166442"/>
                  </a:lnTo>
                  <a:lnTo>
                    <a:pt x="112961" y="196118"/>
                  </a:lnTo>
                  <a:close/>
                  <a:moveTo>
                    <a:pt x="77971" y="105075"/>
                  </a:moveTo>
                  <a:lnTo>
                    <a:pt x="52093" y="108748"/>
                  </a:lnTo>
                  <a:lnTo>
                    <a:pt x="113880" y="142348"/>
                  </a:lnTo>
                  <a:close/>
                  <a:moveTo>
                    <a:pt x="113880" y="142348"/>
                  </a:moveTo>
                  <a:lnTo>
                    <a:pt x="52093" y="108748"/>
                  </a:lnTo>
                  <a:lnTo>
                    <a:pt x="47464" y="114905"/>
                  </a:lnTo>
                  <a:close/>
                  <a:moveTo>
                    <a:pt x="113880" y="142348"/>
                  </a:moveTo>
                  <a:lnTo>
                    <a:pt x="47464" y="114905"/>
                  </a:lnTo>
                  <a:lnTo>
                    <a:pt x="78998" y="166442"/>
                  </a:lnTo>
                  <a:close/>
                  <a:moveTo>
                    <a:pt x="86667" y="55880"/>
                  </a:moveTo>
                  <a:lnTo>
                    <a:pt x="47464" y="114905"/>
                  </a:lnTo>
                  <a:lnTo>
                    <a:pt x="52093" y="108748"/>
                  </a:lnTo>
                  <a:close/>
                  <a:moveTo>
                    <a:pt x="42072" y="39275"/>
                  </a:moveTo>
                  <a:lnTo>
                    <a:pt x="30026" y="60713"/>
                  </a:lnTo>
                  <a:lnTo>
                    <a:pt x="31593" y="62672"/>
                  </a:lnTo>
                  <a:close/>
                  <a:moveTo>
                    <a:pt x="0" y="11832"/>
                  </a:moveTo>
                  <a:lnTo>
                    <a:pt x="30026" y="60713"/>
                  </a:lnTo>
                  <a:lnTo>
                    <a:pt x="42072" y="39275"/>
                  </a:lnTo>
                  <a:close/>
                  <a:moveTo>
                    <a:pt x="64880" y="90811"/>
                  </a:moveTo>
                  <a:lnTo>
                    <a:pt x="31593" y="62672"/>
                  </a:lnTo>
                  <a:lnTo>
                    <a:pt x="52093" y="108748"/>
                  </a:lnTo>
                  <a:close/>
                  <a:moveTo>
                    <a:pt x="198258" y="65884"/>
                  </a:moveTo>
                  <a:lnTo>
                    <a:pt x="155843" y="62384"/>
                  </a:lnTo>
                  <a:lnTo>
                    <a:pt x="153992" y="79727"/>
                  </a:lnTo>
                  <a:close/>
                  <a:moveTo>
                    <a:pt x="155843" y="62384"/>
                  </a:moveTo>
                  <a:lnTo>
                    <a:pt x="198258" y="65884"/>
                  </a:lnTo>
                  <a:lnTo>
                    <a:pt x="186562" y="12649"/>
                  </a:lnTo>
                  <a:close/>
                  <a:moveTo>
                    <a:pt x="186562" y="12649"/>
                  </a:moveTo>
                  <a:lnTo>
                    <a:pt x="202152" y="66718"/>
                  </a:lnTo>
                  <a:lnTo>
                    <a:pt x="209319" y="15181"/>
                  </a:lnTo>
                  <a:close/>
                  <a:moveTo>
                    <a:pt x="186562" y="12649"/>
                  </a:moveTo>
                  <a:lnTo>
                    <a:pt x="209319" y="15181"/>
                  </a:lnTo>
                  <a:lnTo>
                    <a:pt x="179387" y="0"/>
                  </a:lnTo>
                  <a:close/>
                  <a:moveTo>
                    <a:pt x="687041" y="303656"/>
                  </a:moveTo>
                  <a:lnTo>
                    <a:pt x="673055" y="259471"/>
                  </a:lnTo>
                  <a:lnTo>
                    <a:pt x="679282" y="317152"/>
                  </a:lnTo>
                  <a:close/>
                  <a:moveTo>
                    <a:pt x="780617" y="210007"/>
                  </a:moveTo>
                  <a:lnTo>
                    <a:pt x="826926" y="210341"/>
                  </a:lnTo>
                  <a:lnTo>
                    <a:pt x="816089" y="15640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62" name="Output_density__4361">
              <a:extLst>
                <a:ext uri="{FF2B5EF4-FFF2-40B4-BE49-F238E27FC236}">
                  <a16:creationId xmlns:a16="http://schemas.microsoft.com/office/drawing/2014/main" id="{D69EBD4B-E07D-0A48-115E-CDFE1A2A2746}"/>
                </a:ext>
              </a:extLst>
            </p:cNvPr>
            <p:cNvSpPr>
              <a:spLocks noGrp="1"/>
            </p:cNvSpPr>
            <p:nvPr/>
          </p:nvSpPr>
          <p:spPr>
            <a:xfrm>
              <a:off x="15104921" y="3068935"/>
              <a:ext cx="712478" cy="315917"/>
            </a:xfrm>
            <a:custGeom>
              <a:avLst/>
              <a:gdLst/>
              <a:ahLst/>
              <a:cxnLst/>
              <a:rect l="0" t="0" r="0" b="0"/>
              <a:pathLst>
                <a:path w="712478" h="315917">
                  <a:moveTo>
                    <a:pt x="45066" y="0"/>
                  </a:moveTo>
                  <a:lnTo>
                    <a:pt x="0" y="24094"/>
                  </a:lnTo>
                  <a:lnTo>
                    <a:pt x="42072" y="51536"/>
                  </a:lnTo>
                  <a:close/>
                  <a:moveTo>
                    <a:pt x="64880" y="103073"/>
                  </a:moveTo>
                  <a:lnTo>
                    <a:pt x="52093" y="121010"/>
                  </a:lnTo>
                  <a:lnTo>
                    <a:pt x="77971" y="117337"/>
                  </a:lnTo>
                  <a:close/>
                  <a:moveTo>
                    <a:pt x="64880" y="103073"/>
                  </a:moveTo>
                  <a:lnTo>
                    <a:pt x="42072" y="51536"/>
                  </a:lnTo>
                  <a:lnTo>
                    <a:pt x="31593" y="74933"/>
                  </a:lnTo>
                  <a:close/>
                  <a:moveTo>
                    <a:pt x="155843" y="74645"/>
                  </a:moveTo>
                  <a:lnTo>
                    <a:pt x="186562" y="24911"/>
                  </a:lnTo>
                  <a:lnTo>
                    <a:pt x="139210" y="25424"/>
                  </a:lnTo>
                  <a:close/>
                  <a:moveTo>
                    <a:pt x="139210" y="25424"/>
                  </a:moveTo>
                  <a:lnTo>
                    <a:pt x="179387" y="12261"/>
                  </a:lnTo>
                  <a:lnTo>
                    <a:pt x="134177" y="17905"/>
                  </a:lnTo>
                  <a:close/>
                  <a:moveTo>
                    <a:pt x="139210" y="25424"/>
                  </a:moveTo>
                  <a:lnTo>
                    <a:pt x="186562" y="24911"/>
                  </a:lnTo>
                  <a:lnTo>
                    <a:pt x="179387" y="12261"/>
                  </a:lnTo>
                  <a:close/>
                  <a:moveTo>
                    <a:pt x="687041" y="315917"/>
                  </a:moveTo>
                  <a:lnTo>
                    <a:pt x="673209" y="264380"/>
                  </a:lnTo>
                  <a:lnTo>
                    <a:pt x="673055" y="271733"/>
                  </a:lnTo>
                  <a:close/>
                  <a:moveTo>
                    <a:pt x="673209" y="264380"/>
                  </a:moveTo>
                  <a:lnTo>
                    <a:pt x="687041" y="315917"/>
                  </a:lnTo>
                  <a:lnTo>
                    <a:pt x="712478" y="30242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63" name="Output_density__4362">
              <a:extLst>
                <a:ext uri="{FF2B5EF4-FFF2-40B4-BE49-F238E27FC236}">
                  <a16:creationId xmlns:a16="http://schemas.microsoft.com/office/drawing/2014/main" id="{1C7F2774-9EE1-3484-79B7-6792D6E9529D}"/>
                </a:ext>
              </a:extLst>
            </p:cNvPr>
            <p:cNvSpPr>
              <a:spLocks noGrp="1"/>
            </p:cNvSpPr>
            <p:nvPr/>
          </p:nvSpPr>
          <p:spPr>
            <a:xfrm>
              <a:off x="15243833" y="3150039"/>
              <a:ext cx="688014" cy="248309"/>
            </a:xfrm>
            <a:custGeom>
              <a:avLst/>
              <a:gdLst/>
              <a:ahLst/>
              <a:cxnLst/>
              <a:rect l="0" t="0" r="0" b="0"/>
              <a:pathLst>
                <a:path w="688014" h="248309">
                  <a:moveTo>
                    <a:pt x="47114" y="69729"/>
                  </a:moveTo>
                  <a:lnTo>
                    <a:pt x="0" y="89402"/>
                  </a:lnTo>
                  <a:lnTo>
                    <a:pt x="44277" y="80269"/>
                  </a:lnTo>
                  <a:close/>
                  <a:moveTo>
                    <a:pt x="47114" y="69729"/>
                  </a:moveTo>
                  <a:lnTo>
                    <a:pt x="44277" y="80269"/>
                  </a:lnTo>
                  <a:lnTo>
                    <a:pt x="54332" y="73506"/>
                  </a:lnTo>
                  <a:close/>
                  <a:moveTo>
                    <a:pt x="47114" y="69729"/>
                  </a:moveTo>
                  <a:lnTo>
                    <a:pt x="80556" y="41234"/>
                  </a:lnTo>
                  <a:lnTo>
                    <a:pt x="58888" y="0"/>
                  </a:lnTo>
                  <a:close/>
                  <a:moveTo>
                    <a:pt x="606862" y="246670"/>
                  </a:moveTo>
                  <a:lnTo>
                    <a:pt x="558652" y="241098"/>
                  </a:lnTo>
                  <a:lnTo>
                    <a:pt x="540370" y="248309"/>
                  </a:lnTo>
                  <a:close/>
                  <a:moveTo>
                    <a:pt x="606862" y="246670"/>
                  </a:moveTo>
                  <a:lnTo>
                    <a:pt x="636604" y="222969"/>
                  </a:lnTo>
                  <a:lnTo>
                    <a:pt x="558652" y="241098"/>
                  </a:lnTo>
                  <a:close/>
                  <a:moveTo>
                    <a:pt x="643533" y="202422"/>
                  </a:moveTo>
                  <a:lnTo>
                    <a:pt x="636604" y="222969"/>
                  </a:lnTo>
                  <a:lnTo>
                    <a:pt x="659799" y="210719"/>
                  </a:lnTo>
                  <a:close/>
                  <a:moveTo>
                    <a:pt x="643533" y="202422"/>
                  </a:moveTo>
                  <a:lnTo>
                    <a:pt x="659799" y="210719"/>
                  </a:lnTo>
                  <a:lnTo>
                    <a:pt x="688014" y="14149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64" name="Output_density__4363">
              <a:extLst>
                <a:ext uri="{FF2B5EF4-FFF2-40B4-BE49-F238E27FC236}">
                  <a16:creationId xmlns:a16="http://schemas.microsoft.com/office/drawing/2014/main" id="{86032AA8-89E2-1EDD-1A5A-55598335BE5D}"/>
                </a:ext>
              </a:extLst>
            </p:cNvPr>
            <p:cNvSpPr>
              <a:spLocks noGrp="1"/>
            </p:cNvSpPr>
            <p:nvPr/>
          </p:nvSpPr>
          <p:spPr>
            <a:xfrm>
              <a:off x="15133269" y="3014986"/>
              <a:ext cx="787741" cy="356375"/>
            </a:xfrm>
            <a:custGeom>
              <a:avLst/>
              <a:gdLst/>
              <a:ahLst/>
              <a:cxnLst/>
              <a:rect l="0" t="0" r="0" b="0"/>
              <a:pathLst>
                <a:path w="787741" h="356375">
                  <a:moveTo>
                    <a:pt x="16718" y="53949"/>
                  </a:moveTo>
                  <a:lnTo>
                    <a:pt x="50832" y="90195"/>
                  </a:lnTo>
                  <a:lnTo>
                    <a:pt x="19254" y="53125"/>
                  </a:lnTo>
                  <a:close/>
                  <a:moveTo>
                    <a:pt x="16718" y="53949"/>
                  </a:moveTo>
                  <a:lnTo>
                    <a:pt x="13725" y="105485"/>
                  </a:lnTo>
                  <a:lnTo>
                    <a:pt x="50832" y="90195"/>
                  </a:lnTo>
                  <a:close/>
                  <a:moveTo>
                    <a:pt x="93558" y="81391"/>
                  </a:moveTo>
                  <a:lnTo>
                    <a:pt x="105829" y="71854"/>
                  </a:lnTo>
                  <a:lnTo>
                    <a:pt x="50832" y="90195"/>
                  </a:lnTo>
                  <a:close/>
                  <a:moveTo>
                    <a:pt x="50832" y="90195"/>
                  </a:moveTo>
                  <a:lnTo>
                    <a:pt x="105829" y="71854"/>
                  </a:lnTo>
                  <a:lnTo>
                    <a:pt x="67315" y="52034"/>
                  </a:lnTo>
                  <a:close/>
                  <a:moveTo>
                    <a:pt x="50832" y="90195"/>
                  </a:moveTo>
                  <a:lnTo>
                    <a:pt x="67315" y="52034"/>
                  </a:lnTo>
                  <a:lnTo>
                    <a:pt x="19254" y="53125"/>
                  </a:lnTo>
                  <a:close/>
                  <a:moveTo>
                    <a:pt x="0" y="2412"/>
                  </a:moveTo>
                  <a:lnTo>
                    <a:pt x="19254" y="53125"/>
                  </a:lnTo>
                  <a:lnTo>
                    <a:pt x="7423" y="0"/>
                  </a:lnTo>
                  <a:close/>
                  <a:moveTo>
                    <a:pt x="0" y="2412"/>
                  </a:moveTo>
                  <a:lnTo>
                    <a:pt x="16718" y="53949"/>
                  </a:lnTo>
                  <a:lnTo>
                    <a:pt x="19254" y="53125"/>
                  </a:lnTo>
                  <a:close/>
                  <a:moveTo>
                    <a:pt x="67315" y="52034"/>
                  </a:moveTo>
                  <a:lnTo>
                    <a:pt x="105829" y="71854"/>
                  </a:lnTo>
                  <a:lnTo>
                    <a:pt x="151040" y="66210"/>
                  </a:lnTo>
                  <a:close/>
                  <a:moveTo>
                    <a:pt x="105829" y="71854"/>
                  </a:moveTo>
                  <a:lnTo>
                    <a:pt x="93558" y="81391"/>
                  </a:lnTo>
                  <a:lnTo>
                    <a:pt x="110863" y="79373"/>
                  </a:lnTo>
                  <a:close/>
                  <a:moveTo>
                    <a:pt x="648535" y="298827"/>
                  </a:moveTo>
                  <a:lnTo>
                    <a:pt x="644707" y="325682"/>
                  </a:lnTo>
                  <a:lnTo>
                    <a:pt x="644861" y="318329"/>
                  </a:lnTo>
                  <a:close/>
                  <a:moveTo>
                    <a:pt x="644861" y="318329"/>
                  </a:moveTo>
                  <a:lnTo>
                    <a:pt x="684130" y="356375"/>
                  </a:lnTo>
                  <a:lnTo>
                    <a:pt x="663083" y="310743"/>
                  </a:lnTo>
                  <a:close/>
                  <a:moveTo>
                    <a:pt x="648535" y="298827"/>
                  </a:moveTo>
                  <a:lnTo>
                    <a:pt x="644861" y="318329"/>
                  </a:lnTo>
                  <a:lnTo>
                    <a:pt x="663083" y="310743"/>
                  </a:lnTo>
                  <a:close/>
                  <a:moveTo>
                    <a:pt x="648535" y="298827"/>
                  </a:moveTo>
                  <a:lnTo>
                    <a:pt x="663083" y="310743"/>
                  </a:lnTo>
                  <a:lnTo>
                    <a:pt x="663047" y="266793"/>
                  </a:lnTo>
                  <a:close/>
                  <a:moveTo>
                    <a:pt x="663047" y="266793"/>
                  </a:moveTo>
                  <a:lnTo>
                    <a:pt x="663083" y="310743"/>
                  </a:lnTo>
                  <a:lnTo>
                    <a:pt x="694642" y="294235"/>
                  </a:lnTo>
                  <a:close/>
                  <a:moveTo>
                    <a:pt x="663047" y="266793"/>
                  </a:moveTo>
                  <a:lnTo>
                    <a:pt x="694642" y="294235"/>
                  </a:lnTo>
                  <a:lnTo>
                    <a:pt x="700595" y="242699"/>
                  </a:lnTo>
                  <a:close/>
                  <a:moveTo>
                    <a:pt x="700595" y="242699"/>
                  </a:moveTo>
                  <a:lnTo>
                    <a:pt x="752269" y="276218"/>
                  </a:lnTo>
                  <a:lnTo>
                    <a:pt x="726375" y="234527"/>
                  </a:lnTo>
                  <a:close/>
                  <a:moveTo>
                    <a:pt x="700595" y="242699"/>
                  </a:moveTo>
                  <a:lnTo>
                    <a:pt x="694642" y="294235"/>
                  </a:lnTo>
                  <a:lnTo>
                    <a:pt x="752269" y="276218"/>
                  </a:lnTo>
                  <a:close/>
                  <a:moveTo>
                    <a:pt x="752269" y="276218"/>
                  </a:moveTo>
                  <a:lnTo>
                    <a:pt x="787741" y="222620"/>
                  </a:lnTo>
                  <a:lnTo>
                    <a:pt x="726375" y="234527"/>
                  </a:lnTo>
                  <a:close/>
                  <a:moveTo>
                    <a:pt x="709172" y="215963"/>
                  </a:moveTo>
                  <a:lnTo>
                    <a:pt x="700595" y="242699"/>
                  </a:lnTo>
                  <a:lnTo>
                    <a:pt x="726375" y="234527"/>
                  </a:lnTo>
                  <a:close/>
                  <a:moveTo>
                    <a:pt x="726375" y="234527"/>
                  </a:moveTo>
                  <a:lnTo>
                    <a:pt x="717138" y="191162"/>
                  </a:lnTo>
                  <a:lnTo>
                    <a:pt x="709172" y="215963"/>
                  </a:lnTo>
                  <a:close/>
                  <a:moveTo>
                    <a:pt x="764505" y="178767"/>
                  </a:moveTo>
                  <a:lnTo>
                    <a:pt x="717138" y="191162"/>
                  </a:lnTo>
                  <a:lnTo>
                    <a:pt x="726375" y="234527"/>
                  </a:lnTo>
                  <a:close/>
                  <a:moveTo>
                    <a:pt x="787741" y="222620"/>
                  </a:moveTo>
                  <a:lnTo>
                    <a:pt x="764505" y="178767"/>
                  </a:lnTo>
                  <a:lnTo>
                    <a:pt x="726375" y="234527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65" name="Output_density__4364">
              <a:extLst>
                <a:ext uri="{FF2B5EF4-FFF2-40B4-BE49-F238E27FC236}">
                  <a16:creationId xmlns:a16="http://schemas.microsoft.com/office/drawing/2014/main" id="{8231E70C-7D44-8465-B94D-F98746A885C8}"/>
                </a:ext>
              </a:extLst>
            </p:cNvPr>
            <p:cNvSpPr>
              <a:spLocks noGrp="1"/>
            </p:cNvSpPr>
            <p:nvPr/>
          </p:nvSpPr>
          <p:spPr>
            <a:xfrm>
              <a:off x="15784203" y="3291538"/>
              <a:ext cx="166698" cy="106811"/>
            </a:xfrm>
            <a:custGeom>
              <a:avLst/>
              <a:gdLst/>
              <a:ahLst/>
              <a:cxnLst/>
              <a:rect l="0" t="0" r="0" b="0"/>
              <a:pathLst>
                <a:path w="166698" h="106811">
                  <a:moveTo>
                    <a:pt x="66492" y="105171"/>
                  </a:moveTo>
                  <a:lnTo>
                    <a:pt x="0" y="106811"/>
                  </a:lnTo>
                  <a:lnTo>
                    <a:pt x="48975" y="104977"/>
                  </a:lnTo>
                  <a:close/>
                  <a:moveTo>
                    <a:pt x="86193" y="93314"/>
                  </a:moveTo>
                  <a:lnTo>
                    <a:pt x="119428" y="69220"/>
                  </a:lnTo>
                  <a:lnTo>
                    <a:pt x="96234" y="81470"/>
                  </a:lnTo>
                  <a:close/>
                  <a:moveTo>
                    <a:pt x="147644" y="0"/>
                  </a:moveTo>
                  <a:lnTo>
                    <a:pt x="119428" y="69220"/>
                  </a:lnTo>
                  <a:lnTo>
                    <a:pt x="136967" y="59087"/>
                  </a:lnTo>
                  <a:close/>
                  <a:moveTo>
                    <a:pt x="147644" y="0"/>
                  </a:moveTo>
                  <a:lnTo>
                    <a:pt x="136967" y="59087"/>
                  </a:lnTo>
                  <a:lnTo>
                    <a:pt x="166698" y="1768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66" name="Output_density__4365">
              <a:extLst>
                <a:ext uri="{FF2B5EF4-FFF2-40B4-BE49-F238E27FC236}">
                  <a16:creationId xmlns:a16="http://schemas.microsoft.com/office/drawing/2014/main" id="{AE5E797C-9C74-521C-A8F8-24AAD94EA771}"/>
                </a:ext>
              </a:extLst>
            </p:cNvPr>
            <p:cNvSpPr>
              <a:spLocks noGrp="1"/>
            </p:cNvSpPr>
            <p:nvPr/>
          </p:nvSpPr>
          <p:spPr>
            <a:xfrm>
              <a:off x="15850695" y="3350625"/>
              <a:ext cx="70474" cy="46084"/>
            </a:xfrm>
            <a:custGeom>
              <a:avLst/>
              <a:gdLst/>
              <a:ahLst/>
              <a:cxnLst/>
              <a:rect l="0" t="0" r="0" b="0"/>
              <a:pathLst>
                <a:path w="70474" h="46084">
                  <a:moveTo>
                    <a:pt x="19701" y="34227"/>
                  </a:moveTo>
                  <a:lnTo>
                    <a:pt x="29742" y="22383"/>
                  </a:lnTo>
                  <a:lnTo>
                    <a:pt x="0" y="46084"/>
                  </a:lnTo>
                  <a:close/>
                  <a:moveTo>
                    <a:pt x="52936" y="10133"/>
                  </a:moveTo>
                  <a:lnTo>
                    <a:pt x="19701" y="34227"/>
                  </a:lnTo>
                  <a:lnTo>
                    <a:pt x="70474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67" name="Output_density__4366">
              <a:extLst>
                <a:ext uri="{FF2B5EF4-FFF2-40B4-BE49-F238E27FC236}">
                  <a16:creationId xmlns:a16="http://schemas.microsoft.com/office/drawing/2014/main" id="{E9BF4D48-144D-BA88-9BAC-332B862B93AB}"/>
                </a:ext>
              </a:extLst>
            </p:cNvPr>
            <p:cNvSpPr>
              <a:spLocks noGrp="1"/>
            </p:cNvSpPr>
            <p:nvPr/>
          </p:nvSpPr>
          <p:spPr>
            <a:xfrm>
              <a:off x="15146994" y="3094359"/>
              <a:ext cx="740372" cy="277001"/>
            </a:xfrm>
            <a:custGeom>
              <a:avLst/>
              <a:gdLst/>
              <a:ahLst/>
              <a:cxnLst/>
              <a:rect l="0" t="0" r="0" b="0"/>
              <a:pathLst>
                <a:path w="740372" h="277001">
                  <a:moveTo>
                    <a:pt x="47860" y="64823"/>
                  </a:moveTo>
                  <a:lnTo>
                    <a:pt x="35899" y="91912"/>
                  </a:lnTo>
                  <a:lnTo>
                    <a:pt x="81480" y="53555"/>
                  </a:lnTo>
                  <a:close/>
                  <a:moveTo>
                    <a:pt x="22808" y="77649"/>
                  </a:moveTo>
                  <a:lnTo>
                    <a:pt x="35899" y="91912"/>
                  </a:lnTo>
                  <a:lnTo>
                    <a:pt x="47860" y="64823"/>
                  </a:lnTo>
                  <a:close/>
                  <a:moveTo>
                    <a:pt x="0" y="26112"/>
                  </a:moveTo>
                  <a:lnTo>
                    <a:pt x="22808" y="77649"/>
                  </a:lnTo>
                  <a:lnTo>
                    <a:pt x="47860" y="64823"/>
                  </a:lnTo>
                  <a:close/>
                  <a:moveTo>
                    <a:pt x="81480" y="53555"/>
                  </a:moveTo>
                  <a:lnTo>
                    <a:pt x="79834" y="2018"/>
                  </a:lnTo>
                  <a:lnTo>
                    <a:pt x="47860" y="64823"/>
                  </a:lnTo>
                  <a:close/>
                  <a:moveTo>
                    <a:pt x="79834" y="2018"/>
                  </a:moveTo>
                  <a:lnTo>
                    <a:pt x="113770" y="49221"/>
                  </a:lnTo>
                  <a:lnTo>
                    <a:pt x="97138" y="0"/>
                  </a:lnTo>
                  <a:close/>
                  <a:moveTo>
                    <a:pt x="79834" y="2018"/>
                  </a:moveTo>
                  <a:lnTo>
                    <a:pt x="81480" y="53555"/>
                  </a:lnTo>
                  <a:lnTo>
                    <a:pt x="113770" y="49221"/>
                  </a:lnTo>
                  <a:close/>
                  <a:moveTo>
                    <a:pt x="693734" y="266399"/>
                  </a:moveTo>
                  <a:lnTo>
                    <a:pt x="680917" y="214862"/>
                  </a:lnTo>
                  <a:lnTo>
                    <a:pt x="670405" y="277001"/>
                  </a:lnTo>
                  <a:close/>
                  <a:moveTo>
                    <a:pt x="680917" y="214862"/>
                  </a:moveTo>
                  <a:lnTo>
                    <a:pt x="740372" y="258102"/>
                  </a:lnTo>
                  <a:lnTo>
                    <a:pt x="738545" y="196845"/>
                  </a:lnTo>
                  <a:close/>
                  <a:moveTo>
                    <a:pt x="680917" y="214862"/>
                  </a:moveTo>
                  <a:lnTo>
                    <a:pt x="693734" y="266399"/>
                  </a:lnTo>
                  <a:lnTo>
                    <a:pt x="740372" y="25810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68" name="Output_density__4367">
              <a:extLst>
                <a:ext uri="{FF2B5EF4-FFF2-40B4-BE49-F238E27FC236}">
                  <a16:creationId xmlns:a16="http://schemas.microsoft.com/office/drawing/2014/main" id="{2C16AA43-A981-05CF-5D7A-C35EE5B4795D}"/>
                </a:ext>
              </a:extLst>
            </p:cNvPr>
            <p:cNvSpPr>
              <a:spLocks noGrp="1"/>
            </p:cNvSpPr>
            <p:nvPr/>
          </p:nvSpPr>
          <p:spPr>
            <a:xfrm>
              <a:off x="15182892" y="3143581"/>
              <a:ext cx="748955" cy="247557"/>
            </a:xfrm>
            <a:custGeom>
              <a:avLst/>
              <a:gdLst/>
              <a:ahLst/>
              <a:cxnLst/>
              <a:rect l="0" t="0" r="0" b="0"/>
              <a:pathLst>
                <a:path w="748955" h="247557">
                  <a:moveTo>
                    <a:pt x="0" y="42691"/>
                  </a:moveTo>
                  <a:lnTo>
                    <a:pt x="35909" y="79964"/>
                  </a:lnTo>
                  <a:lnTo>
                    <a:pt x="45581" y="4334"/>
                  </a:lnTo>
                  <a:close/>
                  <a:moveTo>
                    <a:pt x="45581" y="4334"/>
                  </a:moveTo>
                  <a:lnTo>
                    <a:pt x="35909" y="79964"/>
                  </a:lnTo>
                  <a:lnTo>
                    <a:pt x="76021" y="17343"/>
                  </a:lnTo>
                  <a:close/>
                  <a:moveTo>
                    <a:pt x="76021" y="17343"/>
                  </a:moveTo>
                  <a:lnTo>
                    <a:pt x="35909" y="79964"/>
                  </a:lnTo>
                  <a:lnTo>
                    <a:pt x="67682" y="71027"/>
                  </a:lnTo>
                  <a:close/>
                  <a:moveTo>
                    <a:pt x="45581" y="4334"/>
                  </a:moveTo>
                  <a:lnTo>
                    <a:pt x="76021" y="17343"/>
                  </a:lnTo>
                  <a:lnTo>
                    <a:pt x="77872" y="0"/>
                  </a:lnTo>
                  <a:close/>
                  <a:moveTo>
                    <a:pt x="609070" y="241272"/>
                  </a:moveTo>
                  <a:lnTo>
                    <a:pt x="619593" y="247557"/>
                  </a:lnTo>
                  <a:lnTo>
                    <a:pt x="634507" y="227780"/>
                  </a:lnTo>
                  <a:close/>
                  <a:moveTo>
                    <a:pt x="619593" y="247557"/>
                  </a:moveTo>
                  <a:lnTo>
                    <a:pt x="657835" y="217178"/>
                  </a:lnTo>
                  <a:lnTo>
                    <a:pt x="634507" y="227780"/>
                  </a:lnTo>
                  <a:close/>
                  <a:moveTo>
                    <a:pt x="702646" y="147623"/>
                  </a:moveTo>
                  <a:lnTo>
                    <a:pt x="704473" y="208881"/>
                  </a:lnTo>
                  <a:lnTo>
                    <a:pt x="748955" y="14795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69" name="Output_density__4368">
              <a:extLst>
                <a:ext uri="{FF2B5EF4-FFF2-40B4-BE49-F238E27FC236}">
                  <a16:creationId xmlns:a16="http://schemas.microsoft.com/office/drawing/2014/main" id="{5149B67C-ED1E-097B-533D-F5EA26133DC4}"/>
                </a:ext>
              </a:extLst>
            </p:cNvPr>
            <p:cNvSpPr>
              <a:spLocks noGrp="1"/>
            </p:cNvSpPr>
            <p:nvPr/>
          </p:nvSpPr>
          <p:spPr>
            <a:xfrm>
              <a:off x="15146994" y="3096378"/>
              <a:ext cx="680917" cy="274983"/>
            </a:xfrm>
            <a:custGeom>
              <a:avLst/>
              <a:gdLst/>
              <a:ahLst/>
              <a:cxnLst/>
              <a:rect l="0" t="0" r="0" b="0"/>
              <a:pathLst>
                <a:path w="680917" h="274983">
                  <a:moveTo>
                    <a:pt x="0" y="24094"/>
                  </a:moveTo>
                  <a:lnTo>
                    <a:pt x="47860" y="62805"/>
                  </a:lnTo>
                  <a:lnTo>
                    <a:pt x="37107" y="8804"/>
                  </a:lnTo>
                  <a:close/>
                  <a:moveTo>
                    <a:pt x="79834" y="0"/>
                  </a:moveTo>
                  <a:lnTo>
                    <a:pt x="37107" y="8804"/>
                  </a:lnTo>
                  <a:lnTo>
                    <a:pt x="47860" y="62805"/>
                  </a:lnTo>
                  <a:close/>
                  <a:moveTo>
                    <a:pt x="680917" y="212844"/>
                  </a:moveTo>
                  <a:lnTo>
                    <a:pt x="649358" y="229351"/>
                  </a:lnTo>
                  <a:lnTo>
                    <a:pt x="670405" y="274983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70" name="Output_density__4369">
              <a:extLst>
                <a:ext uri="{FF2B5EF4-FFF2-40B4-BE49-F238E27FC236}">
                  <a16:creationId xmlns:a16="http://schemas.microsoft.com/office/drawing/2014/main" id="{8DDB460E-BCF4-7495-A42D-4946537F695B}"/>
                </a:ext>
              </a:extLst>
            </p:cNvPr>
            <p:cNvSpPr>
              <a:spLocks noGrp="1"/>
            </p:cNvSpPr>
            <p:nvPr/>
          </p:nvSpPr>
          <p:spPr>
            <a:xfrm>
              <a:off x="15802485" y="3352461"/>
              <a:ext cx="84880" cy="38676"/>
            </a:xfrm>
            <a:custGeom>
              <a:avLst/>
              <a:gdLst/>
              <a:ahLst/>
              <a:cxnLst/>
              <a:rect l="0" t="0" r="0" b="0"/>
              <a:pathLst>
                <a:path w="84880" h="38676">
                  <a:moveTo>
                    <a:pt x="77952" y="20546"/>
                  </a:moveTo>
                  <a:lnTo>
                    <a:pt x="38242" y="8297"/>
                  </a:lnTo>
                  <a:lnTo>
                    <a:pt x="0" y="38676"/>
                  </a:lnTo>
                  <a:close/>
                  <a:moveTo>
                    <a:pt x="38242" y="8297"/>
                  </a:moveTo>
                  <a:lnTo>
                    <a:pt x="77952" y="20546"/>
                  </a:lnTo>
                  <a:lnTo>
                    <a:pt x="84880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</p:grpSp>
      <p:grpSp>
        <p:nvGrpSpPr>
          <p:cNvPr id="6240" name="Build：输出受体主链">
            <a:extLst>
              <a:ext uri="{FF2B5EF4-FFF2-40B4-BE49-F238E27FC236}">
                <a16:creationId xmlns:a16="http://schemas.microsoft.com/office/drawing/2014/main" id="{4B10A46F-2EED-63DB-0EC1-FA42D4765ECA}"/>
              </a:ext>
            </a:extLst>
          </p:cNvPr>
          <p:cNvGrpSpPr/>
          <p:nvPr/>
        </p:nvGrpSpPr>
        <p:grpSpPr>
          <a:xfrm>
            <a:off x="7435199" y="1993763"/>
            <a:ext cx="582735" cy="722172"/>
            <a:chOff x="14845986" y="2225897"/>
            <a:chExt cx="2019177" cy="2502325"/>
          </a:xfrm>
        </p:grpSpPr>
        <p:sp>
          <p:nvSpPr>
            <p:cNvPr id="4371" name="Output_receptor__4370">
              <a:extLst>
                <a:ext uri="{FF2B5EF4-FFF2-40B4-BE49-F238E27FC236}">
                  <a16:creationId xmlns:a16="http://schemas.microsoft.com/office/drawing/2014/main" id="{E36FFAEE-E27C-435C-4AFA-A317A845CDC7}"/>
                </a:ext>
              </a:extLst>
            </p:cNvPr>
            <p:cNvSpPr>
              <a:spLocks noGrp="1"/>
            </p:cNvSpPr>
            <p:nvPr/>
          </p:nvSpPr>
          <p:spPr>
            <a:xfrm>
              <a:off x="15751966" y="4338325"/>
              <a:ext cx="68727" cy="3551"/>
            </a:xfrm>
            <a:custGeom>
              <a:avLst/>
              <a:gdLst/>
              <a:ahLst/>
              <a:cxnLst/>
              <a:rect l="0" t="0" r="0" b="0"/>
              <a:pathLst>
                <a:path w="68727" h="3551">
                  <a:moveTo>
                    <a:pt x="68727" y="0"/>
                  </a:moveTo>
                  <a:lnTo>
                    <a:pt x="0" y="3551"/>
                  </a:lnTo>
                </a:path>
              </a:pathLst>
            </a:custGeom>
            <a:noFill/>
            <a:ln w="20003">
              <a:solidFill>
                <a:srgbClr val="E3E7E9"/>
              </a:solidFill>
            </a:ln>
          </p:spPr>
        </p:sp>
        <p:sp>
          <p:nvSpPr>
            <p:cNvPr id="4372" name="Output_receptor__4371">
              <a:extLst>
                <a:ext uri="{FF2B5EF4-FFF2-40B4-BE49-F238E27FC236}">
                  <a16:creationId xmlns:a16="http://schemas.microsoft.com/office/drawing/2014/main" id="{F601D694-6D6F-4A33-B591-6DEF1D0C4893}"/>
                </a:ext>
              </a:extLst>
            </p:cNvPr>
            <p:cNvSpPr>
              <a:spLocks noGrp="1"/>
            </p:cNvSpPr>
            <p:nvPr/>
          </p:nvSpPr>
          <p:spPr>
            <a:xfrm>
              <a:off x="15730070" y="4341876"/>
              <a:ext cx="21896" cy="29938"/>
            </a:xfrm>
            <a:custGeom>
              <a:avLst/>
              <a:gdLst/>
              <a:ahLst/>
              <a:cxnLst/>
              <a:rect l="0" t="0" r="0" b="0"/>
              <a:pathLst>
                <a:path w="21896" h="29938">
                  <a:moveTo>
                    <a:pt x="21896" y="0"/>
                  </a:moveTo>
                  <a:lnTo>
                    <a:pt x="0" y="299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3" name="Output_receptor__4372">
              <a:extLst>
                <a:ext uri="{FF2B5EF4-FFF2-40B4-BE49-F238E27FC236}">
                  <a16:creationId xmlns:a16="http://schemas.microsoft.com/office/drawing/2014/main" id="{6DA99C23-65D3-E9A3-AF2C-6C2C164E606B}"/>
                </a:ext>
              </a:extLst>
            </p:cNvPr>
            <p:cNvSpPr>
              <a:spLocks noGrp="1"/>
            </p:cNvSpPr>
            <p:nvPr/>
          </p:nvSpPr>
          <p:spPr>
            <a:xfrm>
              <a:off x="15820692" y="4338325"/>
              <a:ext cx="2029" cy="69751"/>
            </a:xfrm>
            <a:custGeom>
              <a:avLst/>
              <a:gdLst/>
              <a:ahLst/>
              <a:cxnLst/>
              <a:rect l="0" t="0" r="0" b="0"/>
              <a:pathLst>
                <a:path w="2029" h="69751">
                  <a:moveTo>
                    <a:pt x="2029" y="69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4" name="Output_receptor__4373">
              <a:extLst>
                <a:ext uri="{FF2B5EF4-FFF2-40B4-BE49-F238E27FC236}">
                  <a16:creationId xmlns:a16="http://schemas.microsoft.com/office/drawing/2014/main" id="{EC42A732-D26C-F71B-8E7F-63FF3AD62916}"/>
                </a:ext>
              </a:extLst>
            </p:cNvPr>
            <p:cNvSpPr>
              <a:spLocks noGrp="1"/>
            </p:cNvSpPr>
            <p:nvPr/>
          </p:nvSpPr>
          <p:spPr>
            <a:xfrm>
              <a:off x="15822721" y="4408075"/>
              <a:ext cx="72277" cy="4033"/>
            </a:xfrm>
            <a:custGeom>
              <a:avLst/>
              <a:gdLst/>
              <a:ahLst/>
              <a:cxnLst/>
              <a:rect l="0" t="0" r="0" b="0"/>
              <a:pathLst>
                <a:path w="72277" h="4033">
                  <a:moveTo>
                    <a:pt x="72277" y="40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5" name="Output_receptor__4374">
              <a:extLst>
                <a:ext uri="{FF2B5EF4-FFF2-40B4-BE49-F238E27FC236}">
                  <a16:creationId xmlns:a16="http://schemas.microsoft.com/office/drawing/2014/main" id="{712B6EE1-030E-5E6D-0480-259FA79A86ED}"/>
                </a:ext>
              </a:extLst>
            </p:cNvPr>
            <p:cNvSpPr>
              <a:spLocks noGrp="1"/>
            </p:cNvSpPr>
            <p:nvPr/>
          </p:nvSpPr>
          <p:spPr>
            <a:xfrm>
              <a:off x="15894998" y="4379687"/>
              <a:ext cx="57673" cy="32421"/>
            </a:xfrm>
            <a:custGeom>
              <a:avLst/>
              <a:gdLst/>
              <a:ahLst/>
              <a:cxnLst/>
              <a:rect l="0" t="0" r="0" b="0"/>
              <a:pathLst>
                <a:path w="57673" h="32421">
                  <a:moveTo>
                    <a:pt x="57673" y="0"/>
                  </a:moveTo>
                  <a:lnTo>
                    <a:pt x="0" y="3242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6" name="Output_receptor__4375">
              <a:extLst>
                <a:ext uri="{FF2B5EF4-FFF2-40B4-BE49-F238E27FC236}">
                  <a16:creationId xmlns:a16="http://schemas.microsoft.com/office/drawing/2014/main" id="{0A4C4BAA-01FB-B88F-EF53-398396CB48EC}"/>
                </a:ext>
              </a:extLst>
            </p:cNvPr>
            <p:cNvSpPr>
              <a:spLocks noGrp="1"/>
            </p:cNvSpPr>
            <p:nvPr/>
          </p:nvSpPr>
          <p:spPr>
            <a:xfrm>
              <a:off x="16022030" y="4327283"/>
              <a:ext cx="21434" cy="67388"/>
            </a:xfrm>
            <a:custGeom>
              <a:avLst/>
              <a:gdLst/>
              <a:ahLst/>
              <a:cxnLst/>
              <a:rect l="0" t="0" r="0" b="0"/>
              <a:pathLst>
                <a:path w="21434" h="67388">
                  <a:moveTo>
                    <a:pt x="21434" y="0"/>
                  </a:moveTo>
                  <a:lnTo>
                    <a:pt x="0" y="6738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7" name="Output_receptor__4376">
              <a:extLst>
                <a:ext uri="{FF2B5EF4-FFF2-40B4-BE49-F238E27FC236}">
                  <a16:creationId xmlns:a16="http://schemas.microsoft.com/office/drawing/2014/main" id="{6D1F9190-88C8-7579-05C0-4C9D023B7B09}"/>
                </a:ext>
              </a:extLst>
            </p:cNvPr>
            <p:cNvSpPr>
              <a:spLocks noGrp="1"/>
            </p:cNvSpPr>
            <p:nvPr/>
          </p:nvSpPr>
          <p:spPr>
            <a:xfrm>
              <a:off x="15952671" y="4379687"/>
              <a:ext cx="69359" cy="14984"/>
            </a:xfrm>
            <a:custGeom>
              <a:avLst/>
              <a:gdLst/>
              <a:ahLst/>
              <a:cxnLst/>
              <a:rect l="0" t="0" r="0" b="0"/>
              <a:pathLst>
                <a:path w="69359" h="14984">
                  <a:moveTo>
                    <a:pt x="69359" y="1498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8" name="Output_receptor__4377">
              <a:extLst>
                <a:ext uri="{FF2B5EF4-FFF2-40B4-BE49-F238E27FC236}">
                  <a16:creationId xmlns:a16="http://schemas.microsoft.com/office/drawing/2014/main" id="{547DB593-2E1C-1D9E-B887-C8ABE06507A8}"/>
                </a:ext>
              </a:extLst>
            </p:cNvPr>
            <p:cNvSpPr>
              <a:spLocks noGrp="1"/>
            </p:cNvSpPr>
            <p:nvPr/>
          </p:nvSpPr>
          <p:spPr>
            <a:xfrm>
              <a:off x="15670688" y="4269004"/>
              <a:ext cx="64674" cy="30666"/>
            </a:xfrm>
            <a:custGeom>
              <a:avLst/>
              <a:gdLst/>
              <a:ahLst/>
              <a:cxnLst/>
              <a:rect l="0" t="0" r="0" b="0"/>
              <a:pathLst>
                <a:path w="64674" h="30666">
                  <a:moveTo>
                    <a:pt x="64674" y="0"/>
                  </a:moveTo>
                  <a:lnTo>
                    <a:pt x="0" y="3066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9" name="Output_receptor__4378">
              <a:extLst>
                <a:ext uri="{FF2B5EF4-FFF2-40B4-BE49-F238E27FC236}">
                  <a16:creationId xmlns:a16="http://schemas.microsoft.com/office/drawing/2014/main" id="{087379BC-0F5E-58EC-30F1-7C735A0F7358}"/>
                </a:ext>
              </a:extLst>
            </p:cNvPr>
            <p:cNvSpPr>
              <a:spLocks noGrp="1"/>
            </p:cNvSpPr>
            <p:nvPr/>
          </p:nvSpPr>
          <p:spPr>
            <a:xfrm>
              <a:off x="15909013" y="4225416"/>
              <a:ext cx="67910" cy="584"/>
            </a:xfrm>
            <a:custGeom>
              <a:avLst/>
              <a:gdLst/>
              <a:ahLst/>
              <a:cxnLst/>
              <a:rect l="0" t="0" r="0" b="0"/>
              <a:pathLst>
                <a:path w="67910" h="584">
                  <a:moveTo>
                    <a:pt x="0" y="0"/>
                  </a:moveTo>
                  <a:lnTo>
                    <a:pt x="67910" y="58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0" name="Output_receptor__4379">
              <a:extLst>
                <a:ext uri="{FF2B5EF4-FFF2-40B4-BE49-F238E27FC236}">
                  <a16:creationId xmlns:a16="http://schemas.microsoft.com/office/drawing/2014/main" id="{41A0F5DC-352B-6CAF-1CD2-26567E11C8FC}"/>
                </a:ext>
              </a:extLst>
            </p:cNvPr>
            <p:cNvSpPr>
              <a:spLocks noGrp="1"/>
            </p:cNvSpPr>
            <p:nvPr/>
          </p:nvSpPr>
          <p:spPr>
            <a:xfrm>
              <a:off x="15735362" y="4269004"/>
              <a:ext cx="31055" cy="52680"/>
            </a:xfrm>
            <a:custGeom>
              <a:avLst/>
              <a:gdLst/>
              <a:ahLst/>
              <a:cxnLst/>
              <a:rect l="0" t="0" r="0" b="0"/>
              <a:pathLst>
                <a:path w="31055" h="52680">
                  <a:moveTo>
                    <a:pt x="31055" y="526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1" name="Output_receptor__4380">
              <a:extLst>
                <a:ext uri="{FF2B5EF4-FFF2-40B4-BE49-F238E27FC236}">
                  <a16:creationId xmlns:a16="http://schemas.microsoft.com/office/drawing/2014/main" id="{9EE6200B-F8F8-2EC5-321B-00409B1AC027}"/>
                </a:ext>
              </a:extLst>
            </p:cNvPr>
            <p:cNvSpPr>
              <a:spLocks noGrp="1"/>
            </p:cNvSpPr>
            <p:nvPr/>
          </p:nvSpPr>
          <p:spPr>
            <a:xfrm>
              <a:off x="15730070" y="4321684"/>
              <a:ext cx="36348" cy="50130"/>
            </a:xfrm>
            <a:custGeom>
              <a:avLst/>
              <a:gdLst/>
              <a:ahLst/>
              <a:cxnLst/>
              <a:rect l="0" t="0" r="0" b="0"/>
              <a:pathLst>
                <a:path w="36348" h="50130">
                  <a:moveTo>
                    <a:pt x="0" y="50130"/>
                  </a:moveTo>
                  <a:lnTo>
                    <a:pt x="36348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2" name="Output_receptor__4381">
              <a:extLst>
                <a:ext uri="{FF2B5EF4-FFF2-40B4-BE49-F238E27FC236}">
                  <a16:creationId xmlns:a16="http://schemas.microsoft.com/office/drawing/2014/main" id="{2BE038DF-F6B5-22E5-EE2F-93F298EB1489}"/>
                </a:ext>
              </a:extLst>
            </p:cNvPr>
            <p:cNvSpPr>
              <a:spLocks noGrp="1"/>
            </p:cNvSpPr>
            <p:nvPr/>
          </p:nvSpPr>
          <p:spPr>
            <a:xfrm>
              <a:off x="15976923" y="4226000"/>
              <a:ext cx="25247" cy="53322"/>
            </a:xfrm>
            <a:custGeom>
              <a:avLst/>
              <a:gdLst/>
              <a:ahLst/>
              <a:cxnLst/>
              <a:rect l="0" t="0" r="0" b="0"/>
              <a:pathLst>
                <a:path w="25247" h="53322">
                  <a:moveTo>
                    <a:pt x="0" y="0"/>
                  </a:moveTo>
                  <a:lnTo>
                    <a:pt x="25247" y="5332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3" name="Output_receptor__4382">
              <a:extLst>
                <a:ext uri="{FF2B5EF4-FFF2-40B4-BE49-F238E27FC236}">
                  <a16:creationId xmlns:a16="http://schemas.microsoft.com/office/drawing/2014/main" id="{17FD90C8-B096-5E18-751E-95E0F40B135F}"/>
                </a:ext>
              </a:extLst>
            </p:cNvPr>
            <p:cNvSpPr>
              <a:spLocks noGrp="1"/>
            </p:cNvSpPr>
            <p:nvPr/>
          </p:nvSpPr>
          <p:spPr>
            <a:xfrm>
              <a:off x="16002170" y="4279322"/>
              <a:ext cx="41293" cy="47961"/>
            </a:xfrm>
            <a:custGeom>
              <a:avLst/>
              <a:gdLst/>
              <a:ahLst/>
              <a:cxnLst/>
              <a:rect l="0" t="0" r="0" b="0"/>
              <a:pathLst>
                <a:path w="41293" h="47961">
                  <a:moveTo>
                    <a:pt x="0" y="0"/>
                  </a:moveTo>
                  <a:lnTo>
                    <a:pt x="41293" y="4796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4" name="Output_receptor__4383">
              <a:extLst>
                <a:ext uri="{FF2B5EF4-FFF2-40B4-BE49-F238E27FC236}">
                  <a16:creationId xmlns:a16="http://schemas.microsoft.com/office/drawing/2014/main" id="{13DFDC08-BBE3-6386-E99A-5E6DB4F0AC4E}"/>
                </a:ext>
              </a:extLst>
            </p:cNvPr>
            <p:cNvSpPr>
              <a:spLocks noGrp="1"/>
            </p:cNvSpPr>
            <p:nvPr/>
          </p:nvSpPr>
          <p:spPr>
            <a:xfrm>
              <a:off x="16619491" y="4050909"/>
              <a:ext cx="65929" cy="11096"/>
            </a:xfrm>
            <a:custGeom>
              <a:avLst/>
              <a:gdLst/>
              <a:ahLst/>
              <a:cxnLst/>
              <a:rect l="0" t="0" r="0" b="0"/>
              <a:pathLst>
                <a:path w="65929" h="11096">
                  <a:moveTo>
                    <a:pt x="0" y="11096"/>
                  </a:moveTo>
                  <a:lnTo>
                    <a:pt x="65929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5" name="Output_receptor__4384">
              <a:extLst>
                <a:ext uri="{FF2B5EF4-FFF2-40B4-BE49-F238E27FC236}">
                  <a16:creationId xmlns:a16="http://schemas.microsoft.com/office/drawing/2014/main" id="{9E6E6C40-4B0C-01BD-2728-71E0708C9D1E}"/>
                </a:ext>
              </a:extLst>
            </p:cNvPr>
            <p:cNvSpPr>
              <a:spLocks noGrp="1"/>
            </p:cNvSpPr>
            <p:nvPr/>
          </p:nvSpPr>
          <p:spPr>
            <a:xfrm>
              <a:off x="15670688" y="4299670"/>
              <a:ext cx="11090" cy="6319"/>
            </a:xfrm>
            <a:custGeom>
              <a:avLst/>
              <a:gdLst/>
              <a:ahLst/>
              <a:cxnLst/>
              <a:rect l="0" t="0" r="0" b="0"/>
              <a:pathLst>
                <a:path w="11090" h="6319">
                  <a:moveTo>
                    <a:pt x="0" y="0"/>
                  </a:moveTo>
                  <a:lnTo>
                    <a:pt x="11090" y="631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6" name="Output_receptor__4385">
              <a:extLst>
                <a:ext uri="{FF2B5EF4-FFF2-40B4-BE49-F238E27FC236}">
                  <a16:creationId xmlns:a16="http://schemas.microsoft.com/office/drawing/2014/main" id="{6FDECD14-5197-E9EE-29C2-4263E8642E6A}"/>
                </a:ext>
              </a:extLst>
            </p:cNvPr>
            <p:cNvSpPr>
              <a:spLocks noGrp="1"/>
            </p:cNvSpPr>
            <p:nvPr/>
          </p:nvSpPr>
          <p:spPr>
            <a:xfrm>
              <a:off x="16578124" y="4030868"/>
              <a:ext cx="41367" cy="31137"/>
            </a:xfrm>
            <a:custGeom>
              <a:avLst/>
              <a:gdLst/>
              <a:ahLst/>
              <a:cxnLst/>
              <a:rect l="0" t="0" r="0" b="0"/>
              <a:pathLst>
                <a:path w="41367" h="31137">
                  <a:moveTo>
                    <a:pt x="0" y="0"/>
                  </a:moveTo>
                  <a:lnTo>
                    <a:pt x="41367" y="31137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7" name="Output_receptor__4386">
              <a:extLst>
                <a:ext uri="{FF2B5EF4-FFF2-40B4-BE49-F238E27FC236}">
                  <a16:creationId xmlns:a16="http://schemas.microsoft.com/office/drawing/2014/main" id="{F8F76468-F8BC-4CE6-E7C2-7CA71ABFA291}"/>
                </a:ext>
              </a:extLst>
            </p:cNvPr>
            <p:cNvSpPr>
              <a:spLocks noGrp="1"/>
            </p:cNvSpPr>
            <p:nvPr/>
          </p:nvSpPr>
          <p:spPr>
            <a:xfrm>
              <a:off x="16559278" y="3925499"/>
              <a:ext cx="64959" cy="21299"/>
            </a:xfrm>
            <a:custGeom>
              <a:avLst/>
              <a:gdLst/>
              <a:ahLst/>
              <a:cxnLst/>
              <a:rect l="0" t="0" r="0" b="0"/>
              <a:pathLst>
                <a:path w="64959" h="21299">
                  <a:moveTo>
                    <a:pt x="0" y="0"/>
                  </a:moveTo>
                  <a:lnTo>
                    <a:pt x="64959" y="2129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8" name="Output_receptor__4387">
              <a:extLst>
                <a:ext uri="{FF2B5EF4-FFF2-40B4-BE49-F238E27FC236}">
                  <a16:creationId xmlns:a16="http://schemas.microsoft.com/office/drawing/2014/main" id="{8D3C1250-8C9A-E4E0-9718-47785BB71594}"/>
                </a:ext>
              </a:extLst>
            </p:cNvPr>
            <p:cNvSpPr>
              <a:spLocks noGrp="1"/>
            </p:cNvSpPr>
            <p:nvPr/>
          </p:nvSpPr>
          <p:spPr>
            <a:xfrm>
              <a:off x="15909013" y="4215436"/>
              <a:ext cx="30482" cy="9979"/>
            </a:xfrm>
            <a:custGeom>
              <a:avLst/>
              <a:gdLst/>
              <a:ahLst/>
              <a:cxnLst/>
              <a:rect l="0" t="0" r="0" b="0"/>
              <a:pathLst>
                <a:path w="30482" h="9979">
                  <a:moveTo>
                    <a:pt x="30482" y="0"/>
                  </a:moveTo>
                  <a:lnTo>
                    <a:pt x="0" y="997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9" name="Output_receptor__4388">
              <a:extLst>
                <a:ext uri="{FF2B5EF4-FFF2-40B4-BE49-F238E27FC236}">
                  <a16:creationId xmlns:a16="http://schemas.microsoft.com/office/drawing/2014/main" id="{CB715796-59B2-6224-9F2D-214214B838D5}"/>
                </a:ext>
              </a:extLst>
            </p:cNvPr>
            <p:cNvSpPr>
              <a:spLocks noGrp="1"/>
            </p:cNvSpPr>
            <p:nvPr/>
          </p:nvSpPr>
          <p:spPr>
            <a:xfrm>
              <a:off x="15895952" y="4127533"/>
              <a:ext cx="63959" cy="21248"/>
            </a:xfrm>
            <a:custGeom>
              <a:avLst/>
              <a:gdLst/>
              <a:ahLst/>
              <a:cxnLst/>
              <a:rect l="0" t="0" r="0" b="0"/>
              <a:pathLst>
                <a:path w="63959" h="21248">
                  <a:moveTo>
                    <a:pt x="0" y="0"/>
                  </a:moveTo>
                  <a:lnTo>
                    <a:pt x="63959" y="2124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90" name="Output_receptor__4389">
              <a:extLst>
                <a:ext uri="{FF2B5EF4-FFF2-40B4-BE49-F238E27FC236}">
                  <a16:creationId xmlns:a16="http://schemas.microsoft.com/office/drawing/2014/main" id="{696AFD30-4914-0965-84B1-12687800A47A}"/>
                </a:ext>
              </a:extLst>
            </p:cNvPr>
            <p:cNvSpPr>
              <a:spLocks noGrp="1"/>
            </p:cNvSpPr>
            <p:nvPr/>
          </p:nvSpPr>
          <p:spPr>
            <a:xfrm>
              <a:off x="16113528" y="4141051"/>
              <a:ext cx="52396" cy="39378"/>
            </a:xfrm>
            <a:custGeom>
              <a:avLst/>
              <a:gdLst/>
              <a:ahLst/>
              <a:cxnLst/>
              <a:rect l="0" t="0" r="0" b="0"/>
              <a:pathLst>
                <a:path w="52396" h="39378">
                  <a:moveTo>
                    <a:pt x="52396" y="393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1" name="Output_receptor__4390">
              <a:extLst>
                <a:ext uri="{FF2B5EF4-FFF2-40B4-BE49-F238E27FC236}">
                  <a16:creationId xmlns:a16="http://schemas.microsoft.com/office/drawing/2014/main" id="{6D45CF80-11BB-96AE-AC6E-0C6DD0E8C620}"/>
                </a:ext>
              </a:extLst>
            </p:cNvPr>
            <p:cNvSpPr>
              <a:spLocks noGrp="1"/>
            </p:cNvSpPr>
            <p:nvPr/>
          </p:nvSpPr>
          <p:spPr>
            <a:xfrm>
              <a:off x="15649500" y="4213650"/>
              <a:ext cx="57155" cy="24580"/>
            </a:xfrm>
            <a:custGeom>
              <a:avLst/>
              <a:gdLst/>
              <a:ahLst/>
              <a:cxnLst/>
              <a:rect l="0" t="0" r="0" b="0"/>
              <a:pathLst>
                <a:path w="57155" h="24580">
                  <a:moveTo>
                    <a:pt x="57155" y="24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2" name="Output_receptor__4391">
              <a:extLst>
                <a:ext uri="{FF2B5EF4-FFF2-40B4-BE49-F238E27FC236}">
                  <a16:creationId xmlns:a16="http://schemas.microsoft.com/office/drawing/2014/main" id="{CEE7AE6B-62B8-75CE-E8F0-C5EBDDCE40ED}"/>
                </a:ext>
              </a:extLst>
            </p:cNvPr>
            <p:cNvSpPr>
              <a:spLocks noGrp="1"/>
            </p:cNvSpPr>
            <p:nvPr/>
          </p:nvSpPr>
          <p:spPr>
            <a:xfrm>
              <a:off x="15602521" y="4213650"/>
              <a:ext cx="46978" cy="38350"/>
            </a:xfrm>
            <a:custGeom>
              <a:avLst/>
              <a:gdLst/>
              <a:ahLst/>
              <a:cxnLst/>
              <a:rect l="0" t="0" r="0" b="0"/>
              <a:pathLst>
                <a:path w="46978" h="38350">
                  <a:moveTo>
                    <a:pt x="46978" y="0"/>
                  </a:moveTo>
                  <a:lnTo>
                    <a:pt x="0" y="3835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3" name="Output_receptor__4392">
              <a:extLst>
                <a:ext uri="{FF2B5EF4-FFF2-40B4-BE49-F238E27FC236}">
                  <a16:creationId xmlns:a16="http://schemas.microsoft.com/office/drawing/2014/main" id="{0E604F50-553F-57C0-C718-446034DDB4B9}"/>
                </a:ext>
              </a:extLst>
            </p:cNvPr>
            <p:cNvSpPr>
              <a:spLocks noGrp="1"/>
            </p:cNvSpPr>
            <p:nvPr/>
          </p:nvSpPr>
          <p:spPr>
            <a:xfrm>
              <a:off x="16136322" y="4180429"/>
              <a:ext cx="29601" cy="60910"/>
            </a:xfrm>
            <a:custGeom>
              <a:avLst/>
              <a:gdLst/>
              <a:ahLst/>
              <a:cxnLst/>
              <a:rect l="0" t="0" r="0" b="0"/>
              <a:pathLst>
                <a:path w="29601" h="60910">
                  <a:moveTo>
                    <a:pt x="0" y="60910"/>
                  </a:moveTo>
                  <a:lnTo>
                    <a:pt x="29601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4" name="Output_receptor__4393">
              <a:extLst>
                <a:ext uri="{FF2B5EF4-FFF2-40B4-BE49-F238E27FC236}">
                  <a16:creationId xmlns:a16="http://schemas.microsoft.com/office/drawing/2014/main" id="{31C72FDD-D37F-DA09-F65A-17890952398A}"/>
                </a:ext>
              </a:extLst>
            </p:cNvPr>
            <p:cNvSpPr>
              <a:spLocks noGrp="1"/>
            </p:cNvSpPr>
            <p:nvPr/>
          </p:nvSpPr>
          <p:spPr>
            <a:xfrm>
              <a:off x="16063510" y="4141051"/>
              <a:ext cx="50018" cy="33167"/>
            </a:xfrm>
            <a:custGeom>
              <a:avLst/>
              <a:gdLst/>
              <a:ahLst/>
              <a:cxnLst/>
              <a:rect l="0" t="0" r="0" b="0"/>
              <a:pathLst>
                <a:path w="50018" h="33167">
                  <a:moveTo>
                    <a:pt x="50018" y="0"/>
                  </a:moveTo>
                  <a:lnTo>
                    <a:pt x="0" y="33167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5" name="Output_receptor__4394">
              <a:extLst>
                <a:ext uri="{FF2B5EF4-FFF2-40B4-BE49-F238E27FC236}">
                  <a16:creationId xmlns:a16="http://schemas.microsoft.com/office/drawing/2014/main" id="{7E291119-46B6-20AB-048D-1DC08F142F2D}"/>
                </a:ext>
              </a:extLst>
            </p:cNvPr>
            <p:cNvSpPr>
              <a:spLocks noGrp="1"/>
            </p:cNvSpPr>
            <p:nvPr/>
          </p:nvSpPr>
          <p:spPr>
            <a:xfrm>
              <a:off x="16624237" y="3946797"/>
              <a:ext cx="3788" cy="38179"/>
            </a:xfrm>
            <a:custGeom>
              <a:avLst/>
              <a:gdLst/>
              <a:ahLst/>
              <a:cxnLst/>
              <a:rect l="0" t="0" r="0" b="0"/>
              <a:pathLst>
                <a:path w="3788" h="38179">
                  <a:moveTo>
                    <a:pt x="0" y="0"/>
                  </a:moveTo>
                  <a:lnTo>
                    <a:pt x="3788" y="38179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6" name="Output_receptor__4395">
              <a:extLst>
                <a:ext uri="{FF2B5EF4-FFF2-40B4-BE49-F238E27FC236}">
                  <a16:creationId xmlns:a16="http://schemas.microsoft.com/office/drawing/2014/main" id="{642F5837-5751-BCC7-0D45-F062AABB6BAF}"/>
                </a:ext>
              </a:extLst>
            </p:cNvPr>
            <p:cNvSpPr>
              <a:spLocks noGrp="1"/>
            </p:cNvSpPr>
            <p:nvPr/>
          </p:nvSpPr>
          <p:spPr>
            <a:xfrm>
              <a:off x="15865707" y="4127533"/>
              <a:ext cx="30245" cy="22834"/>
            </a:xfrm>
            <a:custGeom>
              <a:avLst/>
              <a:gdLst/>
              <a:ahLst/>
              <a:cxnLst/>
              <a:rect l="0" t="0" r="0" b="0"/>
              <a:pathLst>
                <a:path w="30245" h="22834">
                  <a:moveTo>
                    <a:pt x="0" y="22834"/>
                  </a:moveTo>
                  <a:lnTo>
                    <a:pt x="30245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7" name="Output_receptor__4396">
              <a:extLst>
                <a:ext uri="{FF2B5EF4-FFF2-40B4-BE49-F238E27FC236}">
                  <a16:creationId xmlns:a16="http://schemas.microsoft.com/office/drawing/2014/main" id="{D1A5CF70-DB30-CC64-2A3C-FFB6B121A96F}"/>
                </a:ext>
              </a:extLst>
            </p:cNvPr>
            <p:cNvSpPr>
              <a:spLocks noGrp="1"/>
            </p:cNvSpPr>
            <p:nvPr/>
          </p:nvSpPr>
          <p:spPr>
            <a:xfrm>
              <a:off x="15898444" y="4404431"/>
              <a:ext cx="37579" cy="50641"/>
            </a:xfrm>
            <a:custGeom>
              <a:avLst/>
              <a:gdLst/>
              <a:ahLst/>
              <a:cxnLst/>
              <a:rect l="0" t="0" r="0" b="0"/>
              <a:pathLst>
                <a:path w="37579" h="50641">
                  <a:moveTo>
                    <a:pt x="0" y="0"/>
                  </a:moveTo>
                  <a:lnTo>
                    <a:pt x="37579" y="50641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8" name="Output_receptor__4397">
              <a:extLst>
                <a:ext uri="{FF2B5EF4-FFF2-40B4-BE49-F238E27FC236}">
                  <a16:creationId xmlns:a16="http://schemas.microsoft.com/office/drawing/2014/main" id="{FB0FCDF9-017F-272F-FB30-9A0F3E7E20AD}"/>
                </a:ext>
              </a:extLst>
            </p:cNvPr>
            <p:cNvSpPr>
              <a:spLocks noGrp="1"/>
            </p:cNvSpPr>
            <p:nvPr/>
          </p:nvSpPr>
          <p:spPr>
            <a:xfrm>
              <a:off x="16593055" y="3835652"/>
              <a:ext cx="47068" cy="35833"/>
            </a:xfrm>
            <a:custGeom>
              <a:avLst/>
              <a:gdLst/>
              <a:ahLst/>
              <a:cxnLst/>
              <a:rect l="0" t="0" r="0" b="0"/>
              <a:pathLst>
                <a:path w="47068" h="35833">
                  <a:moveTo>
                    <a:pt x="0" y="0"/>
                  </a:moveTo>
                  <a:lnTo>
                    <a:pt x="47068" y="35833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9" name="Output_receptor__4398">
              <a:extLst>
                <a:ext uri="{FF2B5EF4-FFF2-40B4-BE49-F238E27FC236}">
                  <a16:creationId xmlns:a16="http://schemas.microsoft.com/office/drawing/2014/main" id="{7B7CEA09-0805-D9DA-D45E-E399E5CEECFA}"/>
                </a:ext>
              </a:extLst>
            </p:cNvPr>
            <p:cNvSpPr>
              <a:spLocks noGrp="1"/>
            </p:cNvSpPr>
            <p:nvPr/>
          </p:nvSpPr>
          <p:spPr>
            <a:xfrm>
              <a:off x="15939496" y="4148781"/>
              <a:ext cx="20416" cy="66655"/>
            </a:xfrm>
            <a:custGeom>
              <a:avLst/>
              <a:gdLst/>
              <a:ahLst/>
              <a:cxnLst/>
              <a:rect l="0" t="0" r="0" b="0"/>
              <a:pathLst>
                <a:path w="20416" h="66655">
                  <a:moveTo>
                    <a:pt x="20416" y="0"/>
                  </a:moveTo>
                  <a:lnTo>
                    <a:pt x="0" y="66655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0" name="Output_receptor__4399">
              <a:extLst>
                <a:ext uri="{FF2B5EF4-FFF2-40B4-BE49-F238E27FC236}">
                  <a16:creationId xmlns:a16="http://schemas.microsoft.com/office/drawing/2014/main" id="{F12460B9-AD81-385F-A054-CB9402B7AA0E}"/>
                </a:ext>
              </a:extLst>
            </p:cNvPr>
            <p:cNvSpPr>
              <a:spLocks noGrp="1"/>
            </p:cNvSpPr>
            <p:nvPr/>
          </p:nvSpPr>
          <p:spPr>
            <a:xfrm>
              <a:off x="15681778" y="4238230"/>
              <a:ext cx="24876" cy="67759"/>
            </a:xfrm>
            <a:custGeom>
              <a:avLst/>
              <a:gdLst/>
              <a:ahLst/>
              <a:cxnLst/>
              <a:rect l="0" t="0" r="0" b="0"/>
              <a:pathLst>
                <a:path w="24876" h="67759">
                  <a:moveTo>
                    <a:pt x="0" y="67759"/>
                  </a:moveTo>
                  <a:lnTo>
                    <a:pt x="24876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1" name="Output_receptor__4400">
              <a:extLst>
                <a:ext uri="{FF2B5EF4-FFF2-40B4-BE49-F238E27FC236}">
                  <a16:creationId xmlns:a16="http://schemas.microsoft.com/office/drawing/2014/main" id="{7D2A7165-4C80-0CC3-BB87-774FD1A8A97C}"/>
                </a:ext>
              </a:extLst>
            </p:cNvPr>
            <p:cNvSpPr>
              <a:spLocks noGrp="1"/>
            </p:cNvSpPr>
            <p:nvPr/>
          </p:nvSpPr>
          <p:spPr>
            <a:xfrm>
              <a:off x="15765019" y="4591466"/>
              <a:ext cx="69708" cy="16129"/>
            </a:xfrm>
            <a:custGeom>
              <a:avLst/>
              <a:gdLst/>
              <a:ahLst/>
              <a:cxnLst/>
              <a:rect l="0" t="0" r="0" b="0"/>
              <a:pathLst>
                <a:path w="69708" h="16129">
                  <a:moveTo>
                    <a:pt x="69708" y="161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2" name="Output_receptor__4401">
              <a:extLst>
                <a:ext uri="{FF2B5EF4-FFF2-40B4-BE49-F238E27FC236}">
                  <a16:creationId xmlns:a16="http://schemas.microsoft.com/office/drawing/2014/main" id="{82CAC19D-A0BD-A7CF-A46C-031E19CC188D}"/>
                </a:ext>
              </a:extLst>
            </p:cNvPr>
            <p:cNvSpPr>
              <a:spLocks noGrp="1"/>
            </p:cNvSpPr>
            <p:nvPr/>
          </p:nvSpPr>
          <p:spPr>
            <a:xfrm>
              <a:off x="15848011" y="4404431"/>
              <a:ext cx="50432" cy="7705"/>
            </a:xfrm>
            <a:custGeom>
              <a:avLst/>
              <a:gdLst/>
              <a:ahLst/>
              <a:cxnLst/>
              <a:rect l="0" t="0" r="0" b="0"/>
              <a:pathLst>
                <a:path w="50432" h="7705">
                  <a:moveTo>
                    <a:pt x="0" y="7705"/>
                  </a:moveTo>
                  <a:lnTo>
                    <a:pt x="50432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3" name="Output_receptor__4402">
              <a:extLst>
                <a:ext uri="{FF2B5EF4-FFF2-40B4-BE49-F238E27FC236}">
                  <a16:creationId xmlns:a16="http://schemas.microsoft.com/office/drawing/2014/main" id="{08E7E68E-E2C2-83F1-5B63-B74E3A853887}"/>
                </a:ext>
              </a:extLst>
            </p:cNvPr>
            <p:cNvSpPr>
              <a:spLocks noGrp="1"/>
            </p:cNvSpPr>
            <p:nvPr/>
          </p:nvSpPr>
          <p:spPr>
            <a:xfrm>
              <a:off x="15834726" y="4574692"/>
              <a:ext cx="64413" cy="32903"/>
            </a:xfrm>
            <a:custGeom>
              <a:avLst/>
              <a:gdLst/>
              <a:ahLst/>
              <a:cxnLst/>
              <a:rect l="0" t="0" r="0" b="0"/>
              <a:pathLst>
                <a:path w="64413" h="32903">
                  <a:moveTo>
                    <a:pt x="64413" y="0"/>
                  </a:moveTo>
                  <a:lnTo>
                    <a:pt x="0" y="32903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4" name="Output_receptor__4403">
              <a:extLst>
                <a:ext uri="{FF2B5EF4-FFF2-40B4-BE49-F238E27FC236}">
                  <a16:creationId xmlns:a16="http://schemas.microsoft.com/office/drawing/2014/main" id="{CDBC3AFB-FD93-20EC-1332-19ED1AE6DE59}"/>
                </a:ext>
              </a:extLst>
            </p:cNvPr>
            <p:cNvSpPr>
              <a:spLocks noGrp="1"/>
            </p:cNvSpPr>
            <p:nvPr/>
          </p:nvSpPr>
          <p:spPr>
            <a:xfrm>
              <a:off x="16555904" y="3731985"/>
              <a:ext cx="67511" cy="22532"/>
            </a:xfrm>
            <a:custGeom>
              <a:avLst/>
              <a:gdLst/>
              <a:ahLst/>
              <a:cxnLst/>
              <a:rect l="0" t="0" r="0" b="0"/>
              <a:pathLst>
                <a:path w="67511" h="22532">
                  <a:moveTo>
                    <a:pt x="0" y="0"/>
                  </a:moveTo>
                  <a:lnTo>
                    <a:pt x="67511" y="22532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5" name="Output_receptor__4404">
              <a:extLst>
                <a:ext uri="{FF2B5EF4-FFF2-40B4-BE49-F238E27FC236}">
                  <a16:creationId xmlns:a16="http://schemas.microsoft.com/office/drawing/2014/main" id="{B92C7D64-6B8F-8B94-6571-10A736F63622}"/>
                </a:ext>
              </a:extLst>
            </p:cNvPr>
            <p:cNvSpPr>
              <a:spLocks noGrp="1"/>
            </p:cNvSpPr>
            <p:nvPr/>
          </p:nvSpPr>
          <p:spPr>
            <a:xfrm>
              <a:off x="15883869" y="4504882"/>
              <a:ext cx="15270" cy="69809"/>
            </a:xfrm>
            <a:custGeom>
              <a:avLst/>
              <a:gdLst/>
              <a:ahLst/>
              <a:cxnLst/>
              <a:rect l="0" t="0" r="0" b="0"/>
              <a:pathLst>
                <a:path w="15270" h="69809">
                  <a:moveTo>
                    <a:pt x="0" y="0"/>
                  </a:moveTo>
                  <a:lnTo>
                    <a:pt x="15270" y="69809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6" name="Output_receptor__4405">
              <a:extLst>
                <a:ext uri="{FF2B5EF4-FFF2-40B4-BE49-F238E27FC236}">
                  <a16:creationId xmlns:a16="http://schemas.microsoft.com/office/drawing/2014/main" id="{9C722D0E-6AE3-3746-E7E2-44814D807612}"/>
                </a:ext>
              </a:extLst>
            </p:cNvPr>
            <p:cNvSpPr>
              <a:spLocks noGrp="1"/>
            </p:cNvSpPr>
            <p:nvPr/>
          </p:nvSpPr>
          <p:spPr>
            <a:xfrm>
              <a:off x="16549586" y="3824795"/>
              <a:ext cx="43469" cy="10857"/>
            </a:xfrm>
            <a:custGeom>
              <a:avLst/>
              <a:gdLst/>
              <a:ahLst/>
              <a:cxnLst/>
              <a:rect l="0" t="0" r="0" b="0"/>
              <a:pathLst>
                <a:path w="43469" h="10857">
                  <a:moveTo>
                    <a:pt x="0" y="0"/>
                  </a:moveTo>
                  <a:lnTo>
                    <a:pt x="43469" y="10857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7" name="Output_receptor__4406">
              <a:extLst>
                <a:ext uri="{FF2B5EF4-FFF2-40B4-BE49-F238E27FC236}">
                  <a16:creationId xmlns:a16="http://schemas.microsoft.com/office/drawing/2014/main" id="{2D525338-65EB-1175-73F4-0CFDA0CB0A93}"/>
                </a:ext>
              </a:extLst>
            </p:cNvPr>
            <p:cNvSpPr>
              <a:spLocks noGrp="1"/>
            </p:cNvSpPr>
            <p:nvPr/>
          </p:nvSpPr>
          <p:spPr>
            <a:xfrm>
              <a:off x="16685421" y="4050909"/>
              <a:ext cx="8915" cy="16981"/>
            </a:xfrm>
            <a:custGeom>
              <a:avLst/>
              <a:gdLst/>
              <a:ahLst/>
              <a:cxnLst/>
              <a:rect l="0" t="0" r="0" b="0"/>
              <a:pathLst>
                <a:path w="8915" h="16981">
                  <a:moveTo>
                    <a:pt x="0" y="0"/>
                  </a:moveTo>
                  <a:lnTo>
                    <a:pt x="8915" y="16981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8" name="Output_receptor__4407">
              <a:extLst>
                <a:ext uri="{FF2B5EF4-FFF2-40B4-BE49-F238E27FC236}">
                  <a16:creationId xmlns:a16="http://schemas.microsoft.com/office/drawing/2014/main" id="{A1B7CC56-D57A-4754-DECF-2A3D23602D8D}"/>
                </a:ext>
              </a:extLst>
            </p:cNvPr>
            <p:cNvSpPr>
              <a:spLocks noGrp="1"/>
            </p:cNvSpPr>
            <p:nvPr/>
          </p:nvSpPr>
          <p:spPr>
            <a:xfrm>
              <a:off x="16578124" y="3984977"/>
              <a:ext cx="49901" cy="45891"/>
            </a:xfrm>
            <a:custGeom>
              <a:avLst/>
              <a:gdLst/>
              <a:ahLst/>
              <a:cxnLst/>
              <a:rect l="0" t="0" r="0" b="0"/>
              <a:pathLst>
                <a:path w="49901" h="45891">
                  <a:moveTo>
                    <a:pt x="49901" y="0"/>
                  </a:moveTo>
                  <a:lnTo>
                    <a:pt x="0" y="45891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9" name="Output_receptor__4408">
              <a:extLst>
                <a:ext uri="{FF2B5EF4-FFF2-40B4-BE49-F238E27FC236}">
                  <a16:creationId xmlns:a16="http://schemas.microsoft.com/office/drawing/2014/main" id="{2C37D321-0692-8DDA-A85D-CDDAFE1C19A5}"/>
                </a:ext>
              </a:extLst>
            </p:cNvPr>
            <p:cNvSpPr>
              <a:spLocks noGrp="1"/>
            </p:cNvSpPr>
            <p:nvPr/>
          </p:nvSpPr>
          <p:spPr>
            <a:xfrm>
              <a:off x="15883869" y="4455072"/>
              <a:ext cx="52154" cy="49810"/>
            </a:xfrm>
            <a:custGeom>
              <a:avLst/>
              <a:gdLst/>
              <a:ahLst/>
              <a:cxnLst/>
              <a:rect l="0" t="0" r="0" b="0"/>
              <a:pathLst>
                <a:path w="52154" h="49810">
                  <a:moveTo>
                    <a:pt x="52154" y="0"/>
                  </a:moveTo>
                  <a:lnTo>
                    <a:pt x="0" y="49810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10" name="Output_receptor__4409">
              <a:extLst>
                <a:ext uri="{FF2B5EF4-FFF2-40B4-BE49-F238E27FC236}">
                  <a16:creationId xmlns:a16="http://schemas.microsoft.com/office/drawing/2014/main" id="{8FEA2683-ECB9-10C8-1DE8-44AF751F650C}"/>
                </a:ext>
              </a:extLst>
            </p:cNvPr>
            <p:cNvSpPr>
              <a:spLocks noGrp="1"/>
            </p:cNvSpPr>
            <p:nvPr/>
          </p:nvSpPr>
          <p:spPr>
            <a:xfrm>
              <a:off x="16559278" y="3906013"/>
              <a:ext cx="25242" cy="19486"/>
            </a:xfrm>
            <a:custGeom>
              <a:avLst/>
              <a:gdLst/>
              <a:ahLst/>
              <a:cxnLst/>
              <a:rect l="0" t="0" r="0" b="0"/>
              <a:pathLst>
                <a:path w="25242" h="19486">
                  <a:moveTo>
                    <a:pt x="25242" y="0"/>
                  </a:moveTo>
                  <a:lnTo>
                    <a:pt x="0" y="19486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1" name="Output_receptor__4410">
              <a:extLst>
                <a:ext uri="{FF2B5EF4-FFF2-40B4-BE49-F238E27FC236}">
                  <a16:creationId xmlns:a16="http://schemas.microsoft.com/office/drawing/2014/main" id="{44CE4B85-77B3-EA6B-D378-5E337F378D8F}"/>
                </a:ext>
              </a:extLst>
            </p:cNvPr>
            <p:cNvSpPr>
              <a:spLocks noGrp="1"/>
            </p:cNvSpPr>
            <p:nvPr/>
          </p:nvSpPr>
          <p:spPr>
            <a:xfrm>
              <a:off x="16526529" y="3626435"/>
              <a:ext cx="64153" cy="16076"/>
            </a:xfrm>
            <a:custGeom>
              <a:avLst/>
              <a:gdLst/>
              <a:ahLst/>
              <a:cxnLst/>
              <a:rect l="0" t="0" r="0" b="0"/>
              <a:pathLst>
                <a:path w="64153" h="16076">
                  <a:moveTo>
                    <a:pt x="0" y="0"/>
                  </a:moveTo>
                  <a:lnTo>
                    <a:pt x="64153" y="16076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2" name="Output_receptor__4411">
              <a:extLst>
                <a:ext uri="{FF2B5EF4-FFF2-40B4-BE49-F238E27FC236}">
                  <a16:creationId xmlns:a16="http://schemas.microsoft.com/office/drawing/2014/main" id="{45124FD3-6E6C-00D3-DA0C-0075C2386AE7}"/>
                </a:ext>
              </a:extLst>
            </p:cNvPr>
            <p:cNvSpPr>
              <a:spLocks noGrp="1"/>
            </p:cNvSpPr>
            <p:nvPr/>
          </p:nvSpPr>
          <p:spPr>
            <a:xfrm>
              <a:off x="16550922" y="3533648"/>
              <a:ext cx="56055" cy="29785"/>
            </a:xfrm>
            <a:custGeom>
              <a:avLst/>
              <a:gdLst/>
              <a:ahLst/>
              <a:cxnLst/>
              <a:rect l="0" t="0" r="0" b="0"/>
              <a:pathLst>
                <a:path w="56055" h="29785">
                  <a:moveTo>
                    <a:pt x="0" y="0"/>
                  </a:moveTo>
                  <a:lnTo>
                    <a:pt x="56055" y="29785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3" name="Output_receptor__4412">
              <a:extLst>
                <a:ext uri="{FF2B5EF4-FFF2-40B4-BE49-F238E27FC236}">
                  <a16:creationId xmlns:a16="http://schemas.microsoft.com/office/drawing/2014/main" id="{B67037F1-7A99-FB2A-6E7B-C0D3E1841E23}"/>
                </a:ext>
              </a:extLst>
            </p:cNvPr>
            <p:cNvSpPr>
              <a:spLocks noGrp="1"/>
            </p:cNvSpPr>
            <p:nvPr/>
          </p:nvSpPr>
          <p:spPr>
            <a:xfrm>
              <a:off x="16590682" y="3642512"/>
              <a:ext cx="23773" cy="35544"/>
            </a:xfrm>
            <a:custGeom>
              <a:avLst/>
              <a:gdLst/>
              <a:ahLst/>
              <a:cxnLst/>
              <a:rect l="0" t="0" r="0" b="0"/>
              <a:pathLst>
                <a:path w="23773" h="35544">
                  <a:moveTo>
                    <a:pt x="0" y="0"/>
                  </a:moveTo>
                  <a:lnTo>
                    <a:pt x="23773" y="35544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4" name="Output_receptor__4413">
              <a:extLst>
                <a:ext uri="{FF2B5EF4-FFF2-40B4-BE49-F238E27FC236}">
                  <a16:creationId xmlns:a16="http://schemas.microsoft.com/office/drawing/2014/main" id="{7A5094F7-344A-CAE4-A243-E41DDF3ECB1A}"/>
                </a:ext>
              </a:extLst>
            </p:cNvPr>
            <p:cNvSpPr>
              <a:spLocks noGrp="1"/>
            </p:cNvSpPr>
            <p:nvPr/>
          </p:nvSpPr>
          <p:spPr>
            <a:xfrm>
              <a:off x="16550311" y="3711037"/>
              <a:ext cx="5594" cy="20949"/>
            </a:xfrm>
            <a:custGeom>
              <a:avLst/>
              <a:gdLst/>
              <a:ahLst/>
              <a:cxnLst/>
              <a:rect l="0" t="0" r="0" b="0"/>
              <a:pathLst>
                <a:path w="5594" h="20949">
                  <a:moveTo>
                    <a:pt x="0" y="0"/>
                  </a:moveTo>
                  <a:lnTo>
                    <a:pt x="5594" y="20949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5" name="Output_receptor__4414">
              <a:extLst>
                <a:ext uri="{FF2B5EF4-FFF2-40B4-BE49-F238E27FC236}">
                  <a16:creationId xmlns:a16="http://schemas.microsoft.com/office/drawing/2014/main" id="{2E1C0219-073B-A210-827B-EC28493D96FF}"/>
                </a:ext>
              </a:extLst>
            </p:cNvPr>
            <p:cNvSpPr>
              <a:spLocks noGrp="1"/>
            </p:cNvSpPr>
            <p:nvPr/>
          </p:nvSpPr>
          <p:spPr>
            <a:xfrm>
              <a:off x="16584521" y="3871486"/>
              <a:ext cx="55602" cy="34527"/>
            </a:xfrm>
            <a:custGeom>
              <a:avLst/>
              <a:gdLst/>
              <a:ahLst/>
              <a:cxnLst/>
              <a:rect l="0" t="0" r="0" b="0"/>
              <a:pathLst>
                <a:path w="55602" h="34527">
                  <a:moveTo>
                    <a:pt x="55602" y="0"/>
                  </a:moveTo>
                  <a:lnTo>
                    <a:pt x="0" y="34527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6" name="Output_receptor__4415">
              <a:extLst>
                <a:ext uri="{FF2B5EF4-FFF2-40B4-BE49-F238E27FC236}">
                  <a16:creationId xmlns:a16="http://schemas.microsoft.com/office/drawing/2014/main" id="{EFC326C2-1BAF-66EC-1907-31011C1427CE}"/>
                </a:ext>
              </a:extLst>
            </p:cNvPr>
            <p:cNvSpPr>
              <a:spLocks noGrp="1"/>
            </p:cNvSpPr>
            <p:nvPr/>
          </p:nvSpPr>
          <p:spPr>
            <a:xfrm>
              <a:off x="15837887" y="4056081"/>
              <a:ext cx="72039" cy="1110"/>
            </a:xfrm>
            <a:custGeom>
              <a:avLst/>
              <a:gdLst/>
              <a:ahLst/>
              <a:cxnLst/>
              <a:rect l="0" t="0" r="0" b="0"/>
              <a:pathLst>
                <a:path w="72039" h="1110">
                  <a:moveTo>
                    <a:pt x="0" y="1110"/>
                  </a:moveTo>
                  <a:lnTo>
                    <a:pt x="72039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7" name="Output_receptor__4416">
              <a:extLst>
                <a:ext uri="{FF2B5EF4-FFF2-40B4-BE49-F238E27FC236}">
                  <a16:creationId xmlns:a16="http://schemas.microsoft.com/office/drawing/2014/main" id="{EB8045F8-BF78-045A-8471-85B19D003BE7}"/>
                </a:ext>
              </a:extLst>
            </p:cNvPr>
            <p:cNvSpPr>
              <a:spLocks noGrp="1"/>
            </p:cNvSpPr>
            <p:nvPr/>
          </p:nvSpPr>
          <p:spPr>
            <a:xfrm>
              <a:off x="15747683" y="4587874"/>
              <a:ext cx="17335" cy="3592"/>
            </a:xfrm>
            <a:custGeom>
              <a:avLst/>
              <a:gdLst/>
              <a:ahLst/>
              <a:cxnLst/>
              <a:rect l="0" t="0" r="0" b="0"/>
              <a:pathLst>
                <a:path w="17335" h="3592">
                  <a:moveTo>
                    <a:pt x="17335" y="3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8" name="Output_receptor__4417">
              <a:extLst>
                <a:ext uri="{FF2B5EF4-FFF2-40B4-BE49-F238E27FC236}">
                  <a16:creationId xmlns:a16="http://schemas.microsoft.com/office/drawing/2014/main" id="{C68135E0-E518-7108-0C3B-B9842FFC04C6}"/>
                </a:ext>
              </a:extLst>
            </p:cNvPr>
            <p:cNvSpPr>
              <a:spLocks noGrp="1"/>
            </p:cNvSpPr>
            <p:nvPr/>
          </p:nvSpPr>
          <p:spPr>
            <a:xfrm>
              <a:off x="15602521" y="4233375"/>
              <a:ext cx="28760" cy="18625"/>
            </a:xfrm>
            <a:custGeom>
              <a:avLst/>
              <a:gdLst/>
              <a:ahLst/>
              <a:cxnLst/>
              <a:rect l="0" t="0" r="0" b="0"/>
              <a:pathLst>
                <a:path w="28760" h="18625">
                  <a:moveTo>
                    <a:pt x="0" y="18625"/>
                  </a:moveTo>
                  <a:lnTo>
                    <a:pt x="2876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19" name="Output_receptor__4418">
              <a:extLst>
                <a:ext uri="{FF2B5EF4-FFF2-40B4-BE49-F238E27FC236}">
                  <a16:creationId xmlns:a16="http://schemas.microsoft.com/office/drawing/2014/main" id="{625A4CBE-7820-AB21-3B71-35B979CCEE87}"/>
                </a:ext>
              </a:extLst>
            </p:cNvPr>
            <p:cNvSpPr>
              <a:spLocks noGrp="1"/>
            </p:cNvSpPr>
            <p:nvPr/>
          </p:nvSpPr>
          <p:spPr>
            <a:xfrm>
              <a:off x="16514099" y="3518965"/>
              <a:ext cx="36823" cy="14682"/>
            </a:xfrm>
            <a:custGeom>
              <a:avLst/>
              <a:gdLst/>
              <a:ahLst/>
              <a:cxnLst/>
              <a:rect l="0" t="0" r="0" b="0"/>
              <a:pathLst>
                <a:path w="36823" h="14682">
                  <a:moveTo>
                    <a:pt x="0" y="0"/>
                  </a:moveTo>
                  <a:lnTo>
                    <a:pt x="36823" y="1468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0" name="Output_receptor__4419">
              <a:extLst>
                <a:ext uri="{FF2B5EF4-FFF2-40B4-BE49-F238E27FC236}">
                  <a16:creationId xmlns:a16="http://schemas.microsoft.com/office/drawing/2014/main" id="{D6708ECC-46E4-EECA-5CF8-EC15E02AADE4}"/>
                </a:ext>
              </a:extLst>
            </p:cNvPr>
            <p:cNvSpPr>
              <a:spLocks noGrp="1"/>
            </p:cNvSpPr>
            <p:nvPr/>
          </p:nvSpPr>
          <p:spPr>
            <a:xfrm>
              <a:off x="16063510" y="4166374"/>
              <a:ext cx="41338" cy="7844"/>
            </a:xfrm>
            <a:custGeom>
              <a:avLst/>
              <a:gdLst/>
              <a:ahLst/>
              <a:cxnLst/>
              <a:rect l="0" t="0" r="0" b="0"/>
              <a:pathLst>
                <a:path w="41338" h="7844">
                  <a:moveTo>
                    <a:pt x="0" y="7844"/>
                  </a:moveTo>
                  <a:lnTo>
                    <a:pt x="4133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1" name="Output_receptor__4420">
              <a:extLst>
                <a:ext uri="{FF2B5EF4-FFF2-40B4-BE49-F238E27FC236}">
                  <a16:creationId xmlns:a16="http://schemas.microsoft.com/office/drawing/2014/main" id="{868F62B8-56B1-17FA-9867-07D6CCD76DB2}"/>
                </a:ext>
              </a:extLst>
            </p:cNvPr>
            <p:cNvSpPr>
              <a:spLocks noGrp="1"/>
            </p:cNvSpPr>
            <p:nvPr/>
          </p:nvSpPr>
          <p:spPr>
            <a:xfrm>
              <a:off x="15572047" y="4158062"/>
              <a:ext cx="66481" cy="5278"/>
            </a:xfrm>
            <a:custGeom>
              <a:avLst/>
              <a:gdLst/>
              <a:ahLst/>
              <a:cxnLst/>
              <a:rect l="0" t="0" r="0" b="0"/>
              <a:pathLst>
                <a:path w="66481" h="5278">
                  <a:moveTo>
                    <a:pt x="66481" y="5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2" name="Output_receptor__4421">
              <a:extLst>
                <a:ext uri="{FF2B5EF4-FFF2-40B4-BE49-F238E27FC236}">
                  <a16:creationId xmlns:a16="http://schemas.microsoft.com/office/drawing/2014/main" id="{FE92B872-A485-06EE-6AE9-A058FBF690D4}"/>
                </a:ext>
              </a:extLst>
            </p:cNvPr>
            <p:cNvSpPr>
              <a:spLocks noGrp="1"/>
            </p:cNvSpPr>
            <p:nvPr/>
          </p:nvSpPr>
          <p:spPr>
            <a:xfrm>
              <a:off x="15714933" y="4500646"/>
              <a:ext cx="66250" cy="4217"/>
            </a:xfrm>
            <a:custGeom>
              <a:avLst/>
              <a:gdLst/>
              <a:ahLst/>
              <a:cxnLst/>
              <a:rect l="0" t="0" r="0" b="0"/>
              <a:pathLst>
                <a:path w="66250" h="4217">
                  <a:moveTo>
                    <a:pt x="66250" y="4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3" name="Output_receptor__4422">
              <a:extLst>
                <a:ext uri="{FF2B5EF4-FFF2-40B4-BE49-F238E27FC236}">
                  <a16:creationId xmlns:a16="http://schemas.microsoft.com/office/drawing/2014/main" id="{DF752D26-2FD3-4A6E-D43A-7B5A3BF955F6}"/>
                </a:ext>
              </a:extLst>
            </p:cNvPr>
            <p:cNvSpPr>
              <a:spLocks noGrp="1"/>
            </p:cNvSpPr>
            <p:nvPr/>
          </p:nvSpPr>
          <p:spPr>
            <a:xfrm>
              <a:off x="16603597" y="3754517"/>
              <a:ext cx="19818" cy="38496"/>
            </a:xfrm>
            <a:custGeom>
              <a:avLst/>
              <a:gdLst/>
              <a:ahLst/>
              <a:cxnLst/>
              <a:rect l="0" t="0" r="0" b="0"/>
              <a:pathLst>
                <a:path w="19818" h="38496">
                  <a:moveTo>
                    <a:pt x="19818" y="0"/>
                  </a:moveTo>
                  <a:lnTo>
                    <a:pt x="0" y="3849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4" name="Output_receptor__4423">
              <a:extLst>
                <a:ext uri="{FF2B5EF4-FFF2-40B4-BE49-F238E27FC236}">
                  <a16:creationId xmlns:a16="http://schemas.microsoft.com/office/drawing/2014/main" id="{36FF89E9-9871-B5D2-1F24-115FE822440A}"/>
                </a:ext>
              </a:extLst>
            </p:cNvPr>
            <p:cNvSpPr>
              <a:spLocks noGrp="1"/>
            </p:cNvSpPr>
            <p:nvPr/>
          </p:nvSpPr>
          <p:spPr>
            <a:xfrm>
              <a:off x="15865707" y="4117964"/>
              <a:ext cx="48772" cy="32403"/>
            </a:xfrm>
            <a:custGeom>
              <a:avLst/>
              <a:gdLst/>
              <a:ahLst/>
              <a:cxnLst/>
              <a:rect l="0" t="0" r="0" b="0"/>
              <a:pathLst>
                <a:path w="48772" h="32403">
                  <a:moveTo>
                    <a:pt x="48772" y="0"/>
                  </a:moveTo>
                  <a:lnTo>
                    <a:pt x="0" y="3240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5" name="Output_receptor__4424">
              <a:extLst>
                <a:ext uri="{FF2B5EF4-FFF2-40B4-BE49-F238E27FC236}">
                  <a16:creationId xmlns:a16="http://schemas.microsoft.com/office/drawing/2014/main" id="{24EBFD15-3A59-39C0-24C2-3D7B274154F8}"/>
                </a:ext>
              </a:extLst>
            </p:cNvPr>
            <p:cNvSpPr>
              <a:spLocks noGrp="1"/>
            </p:cNvSpPr>
            <p:nvPr/>
          </p:nvSpPr>
          <p:spPr>
            <a:xfrm>
              <a:off x="15909925" y="4056081"/>
              <a:ext cx="4554" cy="61883"/>
            </a:xfrm>
            <a:custGeom>
              <a:avLst/>
              <a:gdLst/>
              <a:ahLst/>
              <a:cxnLst/>
              <a:rect l="0" t="0" r="0" b="0"/>
              <a:pathLst>
                <a:path w="4554" h="61883">
                  <a:moveTo>
                    <a:pt x="0" y="0"/>
                  </a:moveTo>
                  <a:lnTo>
                    <a:pt x="4554" y="6188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6" name="Output_receptor__4425">
              <a:extLst>
                <a:ext uri="{FF2B5EF4-FFF2-40B4-BE49-F238E27FC236}">
                  <a16:creationId xmlns:a16="http://schemas.microsoft.com/office/drawing/2014/main" id="{106A8939-4D83-B5F3-8B2C-77730C4A4025}"/>
                </a:ext>
              </a:extLst>
            </p:cNvPr>
            <p:cNvSpPr>
              <a:spLocks noGrp="1"/>
            </p:cNvSpPr>
            <p:nvPr/>
          </p:nvSpPr>
          <p:spPr>
            <a:xfrm>
              <a:off x="15852676" y="4327895"/>
              <a:ext cx="70324" cy="16400"/>
            </a:xfrm>
            <a:custGeom>
              <a:avLst/>
              <a:gdLst/>
              <a:ahLst/>
              <a:cxnLst/>
              <a:rect l="0" t="0" r="0" b="0"/>
              <a:pathLst>
                <a:path w="70324" h="16400">
                  <a:moveTo>
                    <a:pt x="0" y="0"/>
                  </a:moveTo>
                  <a:lnTo>
                    <a:pt x="70324" y="1640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7" name="Output_receptor__4426">
              <a:extLst>
                <a:ext uri="{FF2B5EF4-FFF2-40B4-BE49-F238E27FC236}">
                  <a16:creationId xmlns:a16="http://schemas.microsoft.com/office/drawing/2014/main" id="{E6012ED0-415D-E83C-5618-DE18DA7F91DE}"/>
                </a:ext>
              </a:extLst>
            </p:cNvPr>
            <p:cNvSpPr>
              <a:spLocks noGrp="1"/>
            </p:cNvSpPr>
            <p:nvPr/>
          </p:nvSpPr>
          <p:spPr>
            <a:xfrm>
              <a:off x="16694336" y="4044249"/>
              <a:ext cx="67026" cy="23640"/>
            </a:xfrm>
            <a:custGeom>
              <a:avLst/>
              <a:gdLst/>
              <a:ahLst/>
              <a:cxnLst/>
              <a:rect l="0" t="0" r="0" b="0"/>
              <a:pathLst>
                <a:path w="67026" h="23640">
                  <a:moveTo>
                    <a:pt x="0" y="23640"/>
                  </a:moveTo>
                  <a:lnTo>
                    <a:pt x="670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8" name="Output_receptor__4427">
              <a:extLst>
                <a:ext uri="{FF2B5EF4-FFF2-40B4-BE49-F238E27FC236}">
                  <a16:creationId xmlns:a16="http://schemas.microsoft.com/office/drawing/2014/main" id="{4B546720-AF99-A1A6-9C3D-03A39373B863}"/>
                </a:ext>
              </a:extLst>
            </p:cNvPr>
            <p:cNvSpPr>
              <a:spLocks noGrp="1"/>
            </p:cNvSpPr>
            <p:nvPr/>
          </p:nvSpPr>
          <p:spPr>
            <a:xfrm>
              <a:off x="16042842" y="4087568"/>
              <a:ext cx="70917" cy="8338"/>
            </a:xfrm>
            <a:custGeom>
              <a:avLst/>
              <a:gdLst/>
              <a:ahLst/>
              <a:cxnLst/>
              <a:rect l="0" t="0" r="0" b="0"/>
              <a:pathLst>
                <a:path w="70917" h="8338">
                  <a:moveTo>
                    <a:pt x="70917" y="8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9" name="Output_receptor__4428">
              <a:extLst>
                <a:ext uri="{FF2B5EF4-FFF2-40B4-BE49-F238E27FC236}">
                  <a16:creationId xmlns:a16="http://schemas.microsoft.com/office/drawing/2014/main" id="{37878657-038C-A40D-177B-A057B3C24051}"/>
                </a:ext>
              </a:extLst>
            </p:cNvPr>
            <p:cNvSpPr>
              <a:spLocks noGrp="1"/>
            </p:cNvSpPr>
            <p:nvPr/>
          </p:nvSpPr>
          <p:spPr>
            <a:xfrm>
              <a:off x="16549586" y="3793013"/>
              <a:ext cx="54011" cy="31782"/>
            </a:xfrm>
            <a:custGeom>
              <a:avLst/>
              <a:gdLst/>
              <a:ahLst/>
              <a:cxnLst/>
              <a:rect l="0" t="0" r="0" b="0"/>
              <a:pathLst>
                <a:path w="54011" h="31782">
                  <a:moveTo>
                    <a:pt x="54011" y="0"/>
                  </a:moveTo>
                  <a:lnTo>
                    <a:pt x="0" y="3178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0" name="Output_receptor__4429">
              <a:extLst>
                <a:ext uri="{FF2B5EF4-FFF2-40B4-BE49-F238E27FC236}">
                  <a16:creationId xmlns:a16="http://schemas.microsoft.com/office/drawing/2014/main" id="{F4BCA05C-652C-6500-FA02-C02DADDC9DE0}"/>
                </a:ext>
              </a:extLst>
            </p:cNvPr>
            <p:cNvSpPr>
              <a:spLocks noGrp="1"/>
            </p:cNvSpPr>
            <p:nvPr/>
          </p:nvSpPr>
          <p:spPr>
            <a:xfrm>
              <a:off x="16424178" y="4082743"/>
              <a:ext cx="52870" cy="32575"/>
            </a:xfrm>
            <a:custGeom>
              <a:avLst/>
              <a:gdLst/>
              <a:ahLst/>
              <a:cxnLst/>
              <a:rect l="0" t="0" r="0" b="0"/>
              <a:pathLst>
                <a:path w="52870" h="32575">
                  <a:moveTo>
                    <a:pt x="52870" y="32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1" name="Output_receptor__4430">
              <a:extLst>
                <a:ext uri="{FF2B5EF4-FFF2-40B4-BE49-F238E27FC236}">
                  <a16:creationId xmlns:a16="http://schemas.microsoft.com/office/drawing/2014/main" id="{C7A26673-5189-DB87-8EA7-9B32E8CFE98C}"/>
                </a:ext>
              </a:extLst>
            </p:cNvPr>
            <p:cNvSpPr>
              <a:spLocks noGrp="1"/>
            </p:cNvSpPr>
            <p:nvPr/>
          </p:nvSpPr>
          <p:spPr>
            <a:xfrm>
              <a:off x="15538704" y="4158062"/>
              <a:ext cx="33343" cy="33309"/>
            </a:xfrm>
            <a:custGeom>
              <a:avLst/>
              <a:gdLst/>
              <a:ahLst/>
              <a:cxnLst/>
              <a:rect l="0" t="0" r="0" b="0"/>
              <a:pathLst>
                <a:path w="33343" h="33309">
                  <a:moveTo>
                    <a:pt x="33343" y="0"/>
                  </a:moveTo>
                  <a:lnTo>
                    <a:pt x="0" y="3330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2" name="Output_receptor__4431">
              <a:extLst>
                <a:ext uri="{FF2B5EF4-FFF2-40B4-BE49-F238E27FC236}">
                  <a16:creationId xmlns:a16="http://schemas.microsoft.com/office/drawing/2014/main" id="{A242E2FC-9E48-C418-FF0C-037B62DE7B35}"/>
                </a:ext>
              </a:extLst>
            </p:cNvPr>
            <p:cNvSpPr>
              <a:spLocks noGrp="1"/>
            </p:cNvSpPr>
            <p:nvPr/>
          </p:nvSpPr>
          <p:spPr>
            <a:xfrm>
              <a:off x="16472857" y="4115318"/>
              <a:ext cx="4191" cy="61006"/>
            </a:xfrm>
            <a:custGeom>
              <a:avLst/>
              <a:gdLst/>
              <a:ahLst/>
              <a:cxnLst/>
              <a:rect l="0" t="0" r="0" b="0"/>
              <a:pathLst>
                <a:path w="4191" h="61006">
                  <a:moveTo>
                    <a:pt x="0" y="61006"/>
                  </a:moveTo>
                  <a:lnTo>
                    <a:pt x="419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3" name="Output_receptor__4432">
              <a:extLst>
                <a:ext uri="{FF2B5EF4-FFF2-40B4-BE49-F238E27FC236}">
                  <a16:creationId xmlns:a16="http://schemas.microsoft.com/office/drawing/2014/main" id="{F422D700-89E9-3209-E032-9E4569DF4345}"/>
                </a:ext>
              </a:extLst>
            </p:cNvPr>
            <p:cNvSpPr>
              <a:spLocks noGrp="1"/>
            </p:cNvSpPr>
            <p:nvPr/>
          </p:nvSpPr>
          <p:spPr>
            <a:xfrm>
              <a:off x="15781183" y="4504863"/>
              <a:ext cx="22472" cy="39014"/>
            </a:xfrm>
            <a:custGeom>
              <a:avLst/>
              <a:gdLst/>
              <a:ahLst/>
              <a:cxnLst/>
              <a:rect l="0" t="0" r="0" b="0"/>
              <a:pathLst>
                <a:path w="22472" h="39014">
                  <a:moveTo>
                    <a:pt x="22472" y="39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4" name="Output_receptor__4433">
              <a:extLst>
                <a:ext uri="{FF2B5EF4-FFF2-40B4-BE49-F238E27FC236}">
                  <a16:creationId xmlns:a16="http://schemas.microsoft.com/office/drawing/2014/main" id="{A92F21FE-F23D-2DF9-1CFF-AF51434940DB}"/>
                </a:ext>
              </a:extLst>
            </p:cNvPr>
            <p:cNvSpPr>
              <a:spLocks noGrp="1"/>
            </p:cNvSpPr>
            <p:nvPr/>
          </p:nvSpPr>
          <p:spPr>
            <a:xfrm>
              <a:off x="15848011" y="4405970"/>
              <a:ext cx="50225" cy="6166"/>
            </a:xfrm>
            <a:custGeom>
              <a:avLst/>
              <a:gdLst/>
              <a:ahLst/>
              <a:cxnLst/>
              <a:rect l="0" t="0" r="0" b="0"/>
              <a:pathLst>
                <a:path w="50225" h="6166">
                  <a:moveTo>
                    <a:pt x="50225" y="0"/>
                  </a:moveTo>
                  <a:lnTo>
                    <a:pt x="0" y="61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5" name="Output_receptor__4434">
              <a:extLst>
                <a:ext uri="{FF2B5EF4-FFF2-40B4-BE49-F238E27FC236}">
                  <a16:creationId xmlns:a16="http://schemas.microsoft.com/office/drawing/2014/main" id="{86EE4D3E-9BCC-CE07-CF09-1EEE712B452E}"/>
                </a:ext>
              </a:extLst>
            </p:cNvPr>
            <p:cNvSpPr>
              <a:spLocks noGrp="1"/>
            </p:cNvSpPr>
            <p:nvPr/>
          </p:nvSpPr>
          <p:spPr>
            <a:xfrm>
              <a:off x="16526529" y="3598387"/>
              <a:ext cx="35726" cy="28048"/>
            </a:xfrm>
            <a:custGeom>
              <a:avLst/>
              <a:gdLst/>
              <a:ahLst/>
              <a:cxnLst/>
              <a:rect l="0" t="0" r="0" b="0"/>
              <a:pathLst>
                <a:path w="35726" h="28048">
                  <a:moveTo>
                    <a:pt x="35726" y="0"/>
                  </a:moveTo>
                  <a:lnTo>
                    <a:pt x="0" y="280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6" name="Output_receptor__4435">
              <a:extLst>
                <a:ext uri="{FF2B5EF4-FFF2-40B4-BE49-F238E27FC236}">
                  <a16:creationId xmlns:a16="http://schemas.microsoft.com/office/drawing/2014/main" id="{EF09CA0A-FCF4-4B3B-E192-7CF2CD8C2DAE}"/>
                </a:ext>
              </a:extLst>
            </p:cNvPr>
            <p:cNvSpPr>
              <a:spLocks noGrp="1"/>
            </p:cNvSpPr>
            <p:nvPr/>
          </p:nvSpPr>
          <p:spPr>
            <a:xfrm>
              <a:off x="15631281" y="4163339"/>
              <a:ext cx="7247" cy="70036"/>
            </a:xfrm>
            <a:custGeom>
              <a:avLst/>
              <a:gdLst/>
              <a:ahLst/>
              <a:cxnLst/>
              <a:rect l="0" t="0" r="0" b="0"/>
              <a:pathLst>
                <a:path w="7247" h="70036">
                  <a:moveTo>
                    <a:pt x="0" y="70036"/>
                  </a:moveTo>
                  <a:lnTo>
                    <a:pt x="724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7" name="Output_receptor__4436">
              <a:extLst>
                <a:ext uri="{FF2B5EF4-FFF2-40B4-BE49-F238E27FC236}">
                  <a16:creationId xmlns:a16="http://schemas.microsoft.com/office/drawing/2014/main" id="{86295757-67BC-A04B-7673-3E1E6CEC479C}"/>
                </a:ext>
              </a:extLst>
            </p:cNvPr>
            <p:cNvSpPr>
              <a:spLocks noGrp="1"/>
            </p:cNvSpPr>
            <p:nvPr/>
          </p:nvSpPr>
          <p:spPr>
            <a:xfrm>
              <a:off x="16104848" y="4095906"/>
              <a:ext cx="8912" cy="70468"/>
            </a:xfrm>
            <a:custGeom>
              <a:avLst/>
              <a:gdLst/>
              <a:ahLst/>
              <a:cxnLst/>
              <a:rect l="0" t="0" r="0" b="0"/>
              <a:pathLst>
                <a:path w="8912" h="70468">
                  <a:moveTo>
                    <a:pt x="0" y="70468"/>
                  </a:moveTo>
                  <a:lnTo>
                    <a:pt x="891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8" name="Output_receptor__4437">
              <a:extLst>
                <a:ext uri="{FF2B5EF4-FFF2-40B4-BE49-F238E27FC236}">
                  <a16:creationId xmlns:a16="http://schemas.microsoft.com/office/drawing/2014/main" id="{B3B2E6A0-A407-69C9-DD77-9087FD42756E}"/>
                </a:ext>
              </a:extLst>
            </p:cNvPr>
            <p:cNvSpPr>
              <a:spLocks noGrp="1"/>
            </p:cNvSpPr>
            <p:nvPr/>
          </p:nvSpPr>
          <p:spPr>
            <a:xfrm>
              <a:off x="16582772" y="3385001"/>
              <a:ext cx="10976" cy="57164"/>
            </a:xfrm>
            <a:custGeom>
              <a:avLst/>
              <a:gdLst/>
              <a:ahLst/>
              <a:cxnLst/>
              <a:rect l="0" t="0" r="0" b="0"/>
              <a:pathLst>
                <a:path w="10976" h="57164">
                  <a:moveTo>
                    <a:pt x="10976" y="0"/>
                  </a:moveTo>
                  <a:lnTo>
                    <a:pt x="0" y="5716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9" name="Output_receptor__4438">
              <a:extLst>
                <a:ext uri="{FF2B5EF4-FFF2-40B4-BE49-F238E27FC236}">
                  <a16:creationId xmlns:a16="http://schemas.microsoft.com/office/drawing/2014/main" id="{4D8F5792-21D4-0A71-A7EF-C443E1ECD844}"/>
                </a:ext>
              </a:extLst>
            </p:cNvPr>
            <p:cNvSpPr>
              <a:spLocks noGrp="1"/>
            </p:cNvSpPr>
            <p:nvPr/>
          </p:nvSpPr>
          <p:spPr>
            <a:xfrm>
              <a:off x="16550311" y="3678055"/>
              <a:ext cx="64144" cy="32981"/>
            </a:xfrm>
            <a:custGeom>
              <a:avLst/>
              <a:gdLst/>
              <a:ahLst/>
              <a:cxnLst/>
              <a:rect l="0" t="0" r="0" b="0"/>
              <a:pathLst>
                <a:path w="64144" h="32981">
                  <a:moveTo>
                    <a:pt x="64144" y="0"/>
                  </a:moveTo>
                  <a:lnTo>
                    <a:pt x="0" y="3298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0" name="Output_receptor__4439">
              <a:extLst>
                <a:ext uri="{FF2B5EF4-FFF2-40B4-BE49-F238E27FC236}">
                  <a16:creationId xmlns:a16="http://schemas.microsoft.com/office/drawing/2014/main" id="{0D316269-7005-CF7C-8605-689EC837E91B}"/>
                </a:ext>
              </a:extLst>
            </p:cNvPr>
            <p:cNvSpPr>
              <a:spLocks noGrp="1"/>
            </p:cNvSpPr>
            <p:nvPr/>
          </p:nvSpPr>
          <p:spPr>
            <a:xfrm>
              <a:off x="16562254" y="3563432"/>
              <a:ext cx="44723" cy="34955"/>
            </a:xfrm>
            <a:custGeom>
              <a:avLst/>
              <a:gdLst/>
              <a:ahLst/>
              <a:cxnLst/>
              <a:rect l="0" t="0" r="0" b="0"/>
              <a:pathLst>
                <a:path w="44723" h="34955">
                  <a:moveTo>
                    <a:pt x="44723" y="0"/>
                  </a:moveTo>
                  <a:lnTo>
                    <a:pt x="0" y="3495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1" name="Output_receptor__4440">
              <a:extLst>
                <a:ext uri="{FF2B5EF4-FFF2-40B4-BE49-F238E27FC236}">
                  <a16:creationId xmlns:a16="http://schemas.microsoft.com/office/drawing/2014/main" id="{453A49FE-C8D4-5B55-F80F-11992B96C6E7}"/>
                </a:ext>
              </a:extLst>
            </p:cNvPr>
            <p:cNvSpPr>
              <a:spLocks noGrp="1"/>
            </p:cNvSpPr>
            <p:nvPr/>
          </p:nvSpPr>
          <p:spPr>
            <a:xfrm>
              <a:off x="15898236" y="4344296"/>
              <a:ext cx="24764" cy="61674"/>
            </a:xfrm>
            <a:custGeom>
              <a:avLst/>
              <a:gdLst/>
              <a:ahLst/>
              <a:cxnLst/>
              <a:rect l="0" t="0" r="0" b="0"/>
              <a:pathLst>
                <a:path w="24764" h="61674">
                  <a:moveTo>
                    <a:pt x="24764" y="0"/>
                  </a:moveTo>
                  <a:lnTo>
                    <a:pt x="0" y="6167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2" name="Output_receptor__4441">
              <a:extLst>
                <a:ext uri="{FF2B5EF4-FFF2-40B4-BE49-F238E27FC236}">
                  <a16:creationId xmlns:a16="http://schemas.microsoft.com/office/drawing/2014/main" id="{62557A56-08A0-4A85-E467-569FC0A9BE92}"/>
                </a:ext>
              </a:extLst>
            </p:cNvPr>
            <p:cNvSpPr>
              <a:spLocks noGrp="1"/>
            </p:cNvSpPr>
            <p:nvPr/>
          </p:nvSpPr>
          <p:spPr>
            <a:xfrm>
              <a:off x="16570905" y="3442165"/>
              <a:ext cx="11866" cy="43166"/>
            </a:xfrm>
            <a:custGeom>
              <a:avLst/>
              <a:gdLst/>
              <a:ahLst/>
              <a:cxnLst/>
              <a:rect l="0" t="0" r="0" b="0"/>
              <a:pathLst>
                <a:path w="11866" h="43166">
                  <a:moveTo>
                    <a:pt x="11866" y="0"/>
                  </a:moveTo>
                  <a:lnTo>
                    <a:pt x="0" y="431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3" name="Output_receptor__4442">
              <a:extLst>
                <a:ext uri="{FF2B5EF4-FFF2-40B4-BE49-F238E27FC236}">
                  <a16:creationId xmlns:a16="http://schemas.microsoft.com/office/drawing/2014/main" id="{9F78530C-C7C8-C29C-D044-828E9336678C}"/>
                </a:ext>
              </a:extLst>
            </p:cNvPr>
            <p:cNvSpPr>
              <a:spLocks noGrp="1"/>
            </p:cNvSpPr>
            <p:nvPr/>
          </p:nvSpPr>
          <p:spPr>
            <a:xfrm>
              <a:off x="15724986" y="4407707"/>
              <a:ext cx="56839" cy="26017"/>
            </a:xfrm>
            <a:custGeom>
              <a:avLst/>
              <a:gdLst/>
              <a:ahLst/>
              <a:cxnLst/>
              <a:rect l="0" t="0" r="0" b="0"/>
              <a:pathLst>
                <a:path w="56839" h="26017">
                  <a:moveTo>
                    <a:pt x="56839" y="260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4" name="Output_receptor__4443">
              <a:extLst>
                <a:ext uri="{FF2B5EF4-FFF2-40B4-BE49-F238E27FC236}">
                  <a16:creationId xmlns:a16="http://schemas.microsoft.com/office/drawing/2014/main" id="{BD590265-9DAB-671C-2B2F-6020DB328012}"/>
                </a:ext>
              </a:extLst>
            </p:cNvPr>
            <p:cNvSpPr>
              <a:spLocks noGrp="1"/>
            </p:cNvSpPr>
            <p:nvPr/>
          </p:nvSpPr>
          <p:spPr>
            <a:xfrm>
              <a:off x="15837887" y="4057191"/>
              <a:ext cx="7829" cy="11006"/>
            </a:xfrm>
            <a:custGeom>
              <a:avLst/>
              <a:gdLst/>
              <a:ahLst/>
              <a:cxnLst/>
              <a:rect l="0" t="0" r="0" b="0"/>
              <a:pathLst>
                <a:path w="7829" h="11006">
                  <a:moveTo>
                    <a:pt x="7829" y="110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5" name="Output_receptor__4444">
              <a:extLst>
                <a:ext uri="{FF2B5EF4-FFF2-40B4-BE49-F238E27FC236}">
                  <a16:creationId xmlns:a16="http://schemas.microsoft.com/office/drawing/2014/main" id="{700936A0-B6CB-A53A-E0A9-B64249D933F4}"/>
                </a:ext>
              </a:extLst>
            </p:cNvPr>
            <p:cNvSpPr>
              <a:spLocks noGrp="1"/>
            </p:cNvSpPr>
            <p:nvPr/>
          </p:nvSpPr>
          <p:spPr>
            <a:xfrm>
              <a:off x="15747683" y="4543877"/>
              <a:ext cx="55972" cy="43997"/>
            </a:xfrm>
            <a:custGeom>
              <a:avLst/>
              <a:gdLst/>
              <a:ahLst/>
              <a:cxnLst/>
              <a:rect l="0" t="0" r="0" b="0"/>
              <a:pathLst>
                <a:path w="55972" h="43997">
                  <a:moveTo>
                    <a:pt x="0" y="43997"/>
                  </a:moveTo>
                  <a:lnTo>
                    <a:pt x="5597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6" name="Output_receptor__4445">
              <a:extLst>
                <a:ext uri="{FF2B5EF4-FFF2-40B4-BE49-F238E27FC236}">
                  <a16:creationId xmlns:a16="http://schemas.microsoft.com/office/drawing/2014/main" id="{86883298-6E2A-356F-A90A-080D02E6B9B7}"/>
                </a:ext>
              </a:extLst>
            </p:cNvPr>
            <p:cNvSpPr>
              <a:spLocks noGrp="1"/>
            </p:cNvSpPr>
            <p:nvPr/>
          </p:nvSpPr>
          <p:spPr>
            <a:xfrm>
              <a:off x="16030855" y="4087568"/>
              <a:ext cx="11987" cy="34495"/>
            </a:xfrm>
            <a:custGeom>
              <a:avLst/>
              <a:gdLst/>
              <a:ahLst/>
              <a:cxnLst/>
              <a:rect l="0" t="0" r="0" b="0"/>
              <a:pathLst>
                <a:path w="11987" h="34495">
                  <a:moveTo>
                    <a:pt x="11987" y="0"/>
                  </a:moveTo>
                  <a:lnTo>
                    <a:pt x="0" y="3449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7" name="Output_receptor__4446">
              <a:extLst>
                <a:ext uri="{FF2B5EF4-FFF2-40B4-BE49-F238E27FC236}">
                  <a16:creationId xmlns:a16="http://schemas.microsoft.com/office/drawing/2014/main" id="{AE33B92C-593A-1A4F-D2D8-AB45671C133E}"/>
                </a:ext>
              </a:extLst>
            </p:cNvPr>
            <p:cNvSpPr>
              <a:spLocks noGrp="1"/>
            </p:cNvSpPr>
            <p:nvPr/>
          </p:nvSpPr>
          <p:spPr>
            <a:xfrm>
              <a:off x="16746032" y="3946486"/>
              <a:ext cx="64507" cy="12978"/>
            </a:xfrm>
            <a:custGeom>
              <a:avLst/>
              <a:gdLst/>
              <a:ahLst/>
              <a:cxnLst/>
              <a:rect l="0" t="0" r="0" b="0"/>
              <a:pathLst>
                <a:path w="64507" h="12978">
                  <a:moveTo>
                    <a:pt x="64507" y="129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8" name="Output_receptor__4447">
              <a:extLst>
                <a:ext uri="{FF2B5EF4-FFF2-40B4-BE49-F238E27FC236}">
                  <a16:creationId xmlns:a16="http://schemas.microsoft.com/office/drawing/2014/main" id="{09A1CD3F-88EA-01B8-004E-7BB28B7B10AC}"/>
                </a:ext>
              </a:extLst>
            </p:cNvPr>
            <p:cNvSpPr>
              <a:spLocks noGrp="1"/>
            </p:cNvSpPr>
            <p:nvPr/>
          </p:nvSpPr>
          <p:spPr>
            <a:xfrm>
              <a:off x="16514099" y="3485331"/>
              <a:ext cx="56806" cy="33634"/>
            </a:xfrm>
            <a:custGeom>
              <a:avLst/>
              <a:gdLst/>
              <a:ahLst/>
              <a:cxnLst/>
              <a:rect l="0" t="0" r="0" b="0"/>
              <a:pathLst>
                <a:path w="56806" h="33634">
                  <a:moveTo>
                    <a:pt x="56806" y="0"/>
                  </a:moveTo>
                  <a:lnTo>
                    <a:pt x="0" y="3363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9" name="Output_receptor__4448">
              <a:extLst>
                <a:ext uri="{FF2B5EF4-FFF2-40B4-BE49-F238E27FC236}">
                  <a16:creationId xmlns:a16="http://schemas.microsoft.com/office/drawing/2014/main" id="{4BCECE26-CD68-B39C-AEBD-22447C61C860}"/>
                </a:ext>
              </a:extLst>
            </p:cNvPr>
            <p:cNvSpPr>
              <a:spLocks noGrp="1"/>
            </p:cNvSpPr>
            <p:nvPr/>
          </p:nvSpPr>
          <p:spPr>
            <a:xfrm>
              <a:off x="15843719" y="4327895"/>
              <a:ext cx="8957" cy="11875"/>
            </a:xfrm>
            <a:custGeom>
              <a:avLst/>
              <a:gdLst/>
              <a:ahLst/>
              <a:cxnLst/>
              <a:rect l="0" t="0" r="0" b="0"/>
              <a:pathLst>
                <a:path w="8957" h="11875">
                  <a:moveTo>
                    <a:pt x="0" y="11875"/>
                  </a:moveTo>
                  <a:lnTo>
                    <a:pt x="895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0" name="Output_receptor__4449">
              <a:extLst>
                <a:ext uri="{FF2B5EF4-FFF2-40B4-BE49-F238E27FC236}">
                  <a16:creationId xmlns:a16="http://schemas.microsoft.com/office/drawing/2014/main" id="{EBA04616-B384-AE24-17A8-07DBDDE464A4}"/>
                </a:ext>
              </a:extLst>
            </p:cNvPr>
            <p:cNvSpPr>
              <a:spLocks noGrp="1"/>
            </p:cNvSpPr>
            <p:nvPr/>
          </p:nvSpPr>
          <p:spPr>
            <a:xfrm>
              <a:off x="15688312" y="4401568"/>
              <a:ext cx="36674" cy="6139"/>
            </a:xfrm>
            <a:custGeom>
              <a:avLst/>
              <a:gdLst/>
              <a:ahLst/>
              <a:cxnLst/>
              <a:rect l="0" t="0" r="0" b="0"/>
              <a:pathLst>
                <a:path w="36674" h="6139">
                  <a:moveTo>
                    <a:pt x="36674" y="6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1" name="Output_receptor__4450">
              <a:extLst>
                <a:ext uri="{FF2B5EF4-FFF2-40B4-BE49-F238E27FC236}">
                  <a16:creationId xmlns:a16="http://schemas.microsoft.com/office/drawing/2014/main" id="{C6E75A68-ACC4-327C-E603-DFFB3CA0F358}"/>
                </a:ext>
              </a:extLst>
            </p:cNvPr>
            <p:cNvSpPr>
              <a:spLocks noGrp="1"/>
            </p:cNvSpPr>
            <p:nvPr/>
          </p:nvSpPr>
          <p:spPr>
            <a:xfrm>
              <a:off x="16472857" y="4176324"/>
              <a:ext cx="47144" cy="46800"/>
            </a:xfrm>
            <a:custGeom>
              <a:avLst/>
              <a:gdLst/>
              <a:ahLst/>
              <a:cxnLst/>
              <a:rect l="0" t="0" r="0" b="0"/>
              <a:pathLst>
                <a:path w="47144" h="46800">
                  <a:moveTo>
                    <a:pt x="47144" y="46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2" name="Output_receptor__4451">
              <a:extLst>
                <a:ext uri="{FF2B5EF4-FFF2-40B4-BE49-F238E27FC236}">
                  <a16:creationId xmlns:a16="http://schemas.microsoft.com/office/drawing/2014/main" id="{8D1CCEF9-E26C-72F2-D827-60DD3B5ECFEC}"/>
                </a:ext>
              </a:extLst>
            </p:cNvPr>
            <p:cNvSpPr>
              <a:spLocks noGrp="1"/>
            </p:cNvSpPr>
            <p:nvPr/>
          </p:nvSpPr>
          <p:spPr>
            <a:xfrm>
              <a:off x="15714933" y="4481777"/>
              <a:ext cx="22033" cy="18869"/>
            </a:xfrm>
            <a:custGeom>
              <a:avLst/>
              <a:gdLst/>
              <a:ahLst/>
              <a:cxnLst/>
              <a:rect l="0" t="0" r="0" b="0"/>
              <a:pathLst>
                <a:path w="22033" h="18869">
                  <a:moveTo>
                    <a:pt x="0" y="18869"/>
                  </a:moveTo>
                  <a:lnTo>
                    <a:pt x="2203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3" name="Output_receptor__4452">
              <a:extLst>
                <a:ext uri="{FF2B5EF4-FFF2-40B4-BE49-F238E27FC236}">
                  <a16:creationId xmlns:a16="http://schemas.microsoft.com/office/drawing/2014/main" id="{D7E1EFE0-E104-EF31-AEC1-6537470A226E}"/>
                </a:ext>
              </a:extLst>
            </p:cNvPr>
            <p:cNvSpPr>
              <a:spLocks noGrp="1"/>
            </p:cNvSpPr>
            <p:nvPr/>
          </p:nvSpPr>
          <p:spPr>
            <a:xfrm>
              <a:off x="16761362" y="4024055"/>
              <a:ext cx="26093" cy="20195"/>
            </a:xfrm>
            <a:custGeom>
              <a:avLst/>
              <a:gdLst/>
              <a:ahLst/>
              <a:cxnLst/>
              <a:rect l="0" t="0" r="0" b="0"/>
              <a:pathLst>
                <a:path w="26093" h="20195">
                  <a:moveTo>
                    <a:pt x="0" y="20195"/>
                  </a:moveTo>
                  <a:lnTo>
                    <a:pt x="2609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4" name="Output_receptor__4453">
              <a:extLst>
                <a:ext uri="{FF2B5EF4-FFF2-40B4-BE49-F238E27FC236}">
                  <a16:creationId xmlns:a16="http://schemas.microsoft.com/office/drawing/2014/main" id="{71EBC338-B407-2227-AB9B-5C04C2A1D1CC}"/>
                </a:ext>
              </a:extLst>
            </p:cNvPr>
            <p:cNvSpPr>
              <a:spLocks noGrp="1"/>
            </p:cNvSpPr>
            <p:nvPr/>
          </p:nvSpPr>
          <p:spPr>
            <a:xfrm>
              <a:off x="15495511" y="4090212"/>
              <a:ext cx="70685" cy="12071"/>
            </a:xfrm>
            <a:custGeom>
              <a:avLst/>
              <a:gdLst/>
              <a:ahLst/>
              <a:cxnLst/>
              <a:rect l="0" t="0" r="0" b="0"/>
              <a:pathLst>
                <a:path w="70685" h="12071">
                  <a:moveTo>
                    <a:pt x="70685" y="0"/>
                  </a:moveTo>
                  <a:lnTo>
                    <a:pt x="0" y="12071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5" name="Output_receptor__4454">
              <a:extLst>
                <a:ext uri="{FF2B5EF4-FFF2-40B4-BE49-F238E27FC236}">
                  <a16:creationId xmlns:a16="http://schemas.microsoft.com/office/drawing/2014/main" id="{AEF46BDF-B38A-022C-CED1-6BBE26DAF77C}"/>
                </a:ext>
              </a:extLst>
            </p:cNvPr>
            <p:cNvSpPr>
              <a:spLocks noGrp="1"/>
            </p:cNvSpPr>
            <p:nvPr/>
          </p:nvSpPr>
          <p:spPr>
            <a:xfrm>
              <a:off x="15679979" y="4307425"/>
              <a:ext cx="70929" cy="14586"/>
            </a:xfrm>
            <a:custGeom>
              <a:avLst/>
              <a:gdLst/>
              <a:ahLst/>
              <a:cxnLst/>
              <a:rect l="0" t="0" r="0" b="0"/>
              <a:pathLst>
                <a:path w="70929" h="14586">
                  <a:moveTo>
                    <a:pt x="70929" y="145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6" name="Output_receptor__4455">
              <a:extLst>
                <a:ext uri="{FF2B5EF4-FFF2-40B4-BE49-F238E27FC236}">
                  <a16:creationId xmlns:a16="http://schemas.microsoft.com/office/drawing/2014/main" id="{9D13A67E-4C36-02F1-DE72-DA943B05A1B0}"/>
                </a:ext>
              </a:extLst>
            </p:cNvPr>
            <p:cNvSpPr>
              <a:spLocks noGrp="1"/>
            </p:cNvSpPr>
            <p:nvPr/>
          </p:nvSpPr>
          <p:spPr>
            <a:xfrm>
              <a:off x="16712292" y="3946486"/>
              <a:ext cx="33740" cy="13510"/>
            </a:xfrm>
            <a:custGeom>
              <a:avLst/>
              <a:gdLst/>
              <a:ahLst/>
              <a:cxnLst/>
              <a:rect l="0" t="0" r="0" b="0"/>
              <a:pathLst>
                <a:path w="33740" h="13510">
                  <a:moveTo>
                    <a:pt x="33740" y="0"/>
                  </a:moveTo>
                  <a:lnTo>
                    <a:pt x="0" y="1351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7" name="Output_receptor__4456">
              <a:extLst>
                <a:ext uri="{FF2B5EF4-FFF2-40B4-BE49-F238E27FC236}">
                  <a16:creationId xmlns:a16="http://schemas.microsoft.com/office/drawing/2014/main" id="{EA65ADE7-6579-AA5E-C2F1-07D49D667E51}"/>
                </a:ext>
              </a:extLst>
            </p:cNvPr>
            <p:cNvSpPr>
              <a:spLocks noGrp="1"/>
            </p:cNvSpPr>
            <p:nvPr/>
          </p:nvSpPr>
          <p:spPr>
            <a:xfrm>
              <a:off x="15856850" y="3969341"/>
              <a:ext cx="39298" cy="48059"/>
            </a:xfrm>
            <a:custGeom>
              <a:avLst/>
              <a:gdLst/>
              <a:ahLst/>
              <a:cxnLst/>
              <a:rect l="0" t="0" r="0" b="0"/>
              <a:pathLst>
                <a:path w="39298" h="48059">
                  <a:moveTo>
                    <a:pt x="0" y="0"/>
                  </a:moveTo>
                  <a:lnTo>
                    <a:pt x="39298" y="48059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8" name="Output_receptor__4457">
              <a:extLst>
                <a:ext uri="{FF2B5EF4-FFF2-40B4-BE49-F238E27FC236}">
                  <a16:creationId xmlns:a16="http://schemas.microsoft.com/office/drawing/2014/main" id="{9EF7F588-B22C-5BF0-674B-BBC6F9474607}"/>
                </a:ext>
              </a:extLst>
            </p:cNvPr>
            <p:cNvSpPr>
              <a:spLocks noGrp="1"/>
            </p:cNvSpPr>
            <p:nvPr/>
          </p:nvSpPr>
          <p:spPr>
            <a:xfrm>
              <a:off x="16476952" y="4010097"/>
              <a:ext cx="37882" cy="58535"/>
            </a:xfrm>
            <a:custGeom>
              <a:avLst/>
              <a:gdLst/>
              <a:ahLst/>
              <a:cxnLst/>
              <a:rect l="0" t="0" r="0" b="0"/>
              <a:pathLst>
                <a:path w="37882" h="58535">
                  <a:moveTo>
                    <a:pt x="37882" y="585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9" name="Output_receptor__4458">
              <a:extLst>
                <a:ext uri="{FF2B5EF4-FFF2-40B4-BE49-F238E27FC236}">
                  <a16:creationId xmlns:a16="http://schemas.microsoft.com/office/drawing/2014/main" id="{6FF2C1A4-C19C-8D5B-9C36-4597EEC33BCE}"/>
                </a:ext>
              </a:extLst>
            </p:cNvPr>
            <p:cNvSpPr>
              <a:spLocks noGrp="1"/>
            </p:cNvSpPr>
            <p:nvPr/>
          </p:nvSpPr>
          <p:spPr>
            <a:xfrm>
              <a:off x="16424178" y="4082743"/>
              <a:ext cx="29609" cy="16253"/>
            </a:xfrm>
            <a:custGeom>
              <a:avLst/>
              <a:gdLst/>
              <a:ahLst/>
              <a:cxnLst/>
              <a:rect l="0" t="0" r="0" b="0"/>
              <a:pathLst>
                <a:path w="29609" h="16253">
                  <a:moveTo>
                    <a:pt x="0" y="0"/>
                  </a:moveTo>
                  <a:lnTo>
                    <a:pt x="29609" y="1625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0" name="Output_receptor__4459">
              <a:extLst>
                <a:ext uri="{FF2B5EF4-FFF2-40B4-BE49-F238E27FC236}">
                  <a16:creationId xmlns:a16="http://schemas.microsoft.com/office/drawing/2014/main" id="{DA4E14D4-783C-8CFD-63A7-205531D5DD3B}"/>
                </a:ext>
              </a:extLst>
            </p:cNvPr>
            <p:cNvSpPr>
              <a:spLocks noGrp="1"/>
            </p:cNvSpPr>
            <p:nvPr/>
          </p:nvSpPr>
          <p:spPr>
            <a:xfrm>
              <a:off x="15802218" y="3969341"/>
              <a:ext cx="54632" cy="14653"/>
            </a:xfrm>
            <a:custGeom>
              <a:avLst/>
              <a:gdLst/>
              <a:ahLst/>
              <a:cxnLst/>
              <a:rect l="0" t="0" r="0" b="0"/>
              <a:pathLst>
                <a:path w="54632" h="14653">
                  <a:moveTo>
                    <a:pt x="0" y="14653"/>
                  </a:moveTo>
                  <a:lnTo>
                    <a:pt x="5463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1" name="Output_receptor__4460">
              <a:extLst>
                <a:ext uri="{FF2B5EF4-FFF2-40B4-BE49-F238E27FC236}">
                  <a16:creationId xmlns:a16="http://schemas.microsoft.com/office/drawing/2014/main" id="{9536664B-636B-110E-084F-F86FB359EB38}"/>
                </a:ext>
              </a:extLst>
            </p:cNvPr>
            <p:cNvSpPr>
              <a:spLocks noGrp="1"/>
            </p:cNvSpPr>
            <p:nvPr/>
          </p:nvSpPr>
          <p:spPr>
            <a:xfrm>
              <a:off x="15538704" y="4154681"/>
              <a:ext cx="38172" cy="36690"/>
            </a:xfrm>
            <a:custGeom>
              <a:avLst/>
              <a:gdLst/>
              <a:ahLst/>
              <a:cxnLst/>
              <a:rect l="0" t="0" r="0" b="0"/>
              <a:pathLst>
                <a:path w="38172" h="36690">
                  <a:moveTo>
                    <a:pt x="0" y="36690"/>
                  </a:moveTo>
                  <a:lnTo>
                    <a:pt x="3817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2" name="Output_receptor__4461">
              <a:extLst>
                <a:ext uri="{FF2B5EF4-FFF2-40B4-BE49-F238E27FC236}">
                  <a16:creationId xmlns:a16="http://schemas.microsoft.com/office/drawing/2014/main" id="{2BD02985-4D26-9B8C-9B44-562BE80D2277}"/>
                </a:ext>
              </a:extLst>
            </p:cNvPr>
            <p:cNvSpPr>
              <a:spLocks noGrp="1"/>
            </p:cNvSpPr>
            <p:nvPr/>
          </p:nvSpPr>
          <p:spPr>
            <a:xfrm>
              <a:off x="15736966" y="4433724"/>
              <a:ext cx="44859" cy="48054"/>
            </a:xfrm>
            <a:custGeom>
              <a:avLst/>
              <a:gdLst/>
              <a:ahLst/>
              <a:cxnLst/>
              <a:rect l="0" t="0" r="0" b="0"/>
              <a:pathLst>
                <a:path w="44859" h="48054">
                  <a:moveTo>
                    <a:pt x="0" y="48054"/>
                  </a:moveTo>
                  <a:lnTo>
                    <a:pt x="44859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3" name="Output_receptor__4462">
              <a:extLst>
                <a:ext uri="{FF2B5EF4-FFF2-40B4-BE49-F238E27FC236}">
                  <a16:creationId xmlns:a16="http://schemas.microsoft.com/office/drawing/2014/main" id="{9F988CC2-406E-B76E-1ECA-73DA16D8D2AD}"/>
                </a:ext>
              </a:extLst>
            </p:cNvPr>
            <p:cNvSpPr>
              <a:spLocks noGrp="1"/>
            </p:cNvSpPr>
            <p:nvPr/>
          </p:nvSpPr>
          <p:spPr>
            <a:xfrm>
              <a:off x="15816475" y="4246192"/>
              <a:ext cx="68700" cy="439"/>
            </a:xfrm>
            <a:custGeom>
              <a:avLst/>
              <a:gdLst/>
              <a:ahLst/>
              <a:cxnLst/>
              <a:rect l="0" t="0" r="0" b="0"/>
              <a:pathLst>
                <a:path w="68700" h="439">
                  <a:moveTo>
                    <a:pt x="0" y="439"/>
                  </a:moveTo>
                  <a:lnTo>
                    <a:pt x="6870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4" name="Output_receptor__4463">
              <a:extLst>
                <a:ext uri="{FF2B5EF4-FFF2-40B4-BE49-F238E27FC236}">
                  <a16:creationId xmlns:a16="http://schemas.microsoft.com/office/drawing/2014/main" id="{206375C6-64CD-77D5-BA76-11241C48925C}"/>
                </a:ext>
              </a:extLst>
            </p:cNvPr>
            <p:cNvSpPr>
              <a:spLocks noGrp="1"/>
            </p:cNvSpPr>
            <p:nvPr/>
          </p:nvSpPr>
          <p:spPr>
            <a:xfrm>
              <a:off x="16787455" y="3959465"/>
              <a:ext cx="23084" cy="64590"/>
            </a:xfrm>
            <a:custGeom>
              <a:avLst/>
              <a:gdLst/>
              <a:ahLst/>
              <a:cxnLst/>
              <a:rect l="0" t="0" r="0" b="0"/>
              <a:pathLst>
                <a:path w="23084" h="64590">
                  <a:moveTo>
                    <a:pt x="0" y="64590"/>
                  </a:moveTo>
                  <a:lnTo>
                    <a:pt x="23084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5" name="Output_receptor__4464">
              <a:extLst>
                <a:ext uri="{FF2B5EF4-FFF2-40B4-BE49-F238E27FC236}">
                  <a16:creationId xmlns:a16="http://schemas.microsoft.com/office/drawing/2014/main" id="{050A197E-4445-A89E-7BD2-C9C6747FC926}"/>
                </a:ext>
              </a:extLst>
            </p:cNvPr>
            <p:cNvSpPr>
              <a:spLocks noGrp="1"/>
            </p:cNvSpPr>
            <p:nvPr/>
          </p:nvSpPr>
          <p:spPr>
            <a:xfrm>
              <a:off x="15845716" y="4017400"/>
              <a:ext cx="50431" cy="50796"/>
            </a:xfrm>
            <a:custGeom>
              <a:avLst/>
              <a:gdLst/>
              <a:ahLst/>
              <a:cxnLst/>
              <a:rect l="0" t="0" r="0" b="0"/>
              <a:pathLst>
                <a:path w="50431" h="50796">
                  <a:moveTo>
                    <a:pt x="50431" y="0"/>
                  </a:moveTo>
                  <a:lnTo>
                    <a:pt x="0" y="50796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6" name="Output_receptor__4465">
              <a:extLst>
                <a:ext uri="{FF2B5EF4-FFF2-40B4-BE49-F238E27FC236}">
                  <a16:creationId xmlns:a16="http://schemas.microsoft.com/office/drawing/2014/main" id="{6CED9715-F2E0-8288-48A9-730EDDB0AF60}"/>
                </a:ext>
              </a:extLst>
            </p:cNvPr>
            <p:cNvSpPr>
              <a:spLocks noGrp="1"/>
            </p:cNvSpPr>
            <p:nvPr/>
          </p:nvSpPr>
          <p:spPr>
            <a:xfrm>
              <a:off x="15566197" y="4090212"/>
              <a:ext cx="10680" cy="64469"/>
            </a:xfrm>
            <a:custGeom>
              <a:avLst/>
              <a:gdLst/>
              <a:ahLst/>
              <a:cxnLst/>
              <a:rect l="0" t="0" r="0" b="0"/>
              <a:pathLst>
                <a:path w="10680" h="64469">
                  <a:moveTo>
                    <a:pt x="10680" y="644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7" name="Output_receptor__4466">
              <a:extLst>
                <a:ext uri="{FF2B5EF4-FFF2-40B4-BE49-F238E27FC236}">
                  <a16:creationId xmlns:a16="http://schemas.microsoft.com/office/drawing/2014/main" id="{AE3CFB82-2F0F-9BD8-9BDD-EE5B694507A1}"/>
                </a:ext>
              </a:extLst>
            </p:cNvPr>
            <p:cNvSpPr>
              <a:spLocks noGrp="1"/>
            </p:cNvSpPr>
            <p:nvPr/>
          </p:nvSpPr>
          <p:spPr>
            <a:xfrm>
              <a:off x="15885176" y="4246192"/>
              <a:ext cx="18434" cy="57733"/>
            </a:xfrm>
            <a:custGeom>
              <a:avLst/>
              <a:gdLst/>
              <a:ahLst/>
              <a:cxnLst/>
              <a:rect l="0" t="0" r="0" b="0"/>
              <a:pathLst>
                <a:path w="18434" h="57733">
                  <a:moveTo>
                    <a:pt x="0" y="0"/>
                  </a:moveTo>
                  <a:lnTo>
                    <a:pt x="18434" y="5773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8" name="Output_receptor__4467">
              <a:extLst>
                <a:ext uri="{FF2B5EF4-FFF2-40B4-BE49-F238E27FC236}">
                  <a16:creationId xmlns:a16="http://schemas.microsoft.com/office/drawing/2014/main" id="{B3777DC6-BBEC-F755-9F1F-1EFB19D6591E}"/>
                </a:ext>
              </a:extLst>
            </p:cNvPr>
            <p:cNvSpPr>
              <a:spLocks noGrp="1"/>
            </p:cNvSpPr>
            <p:nvPr/>
          </p:nvSpPr>
          <p:spPr>
            <a:xfrm>
              <a:off x="16593748" y="3385001"/>
              <a:ext cx="21416" cy="9792"/>
            </a:xfrm>
            <a:custGeom>
              <a:avLst/>
              <a:gdLst/>
              <a:ahLst/>
              <a:cxnLst/>
              <a:rect l="0" t="0" r="0" b="0"/>
              <a:pathLst>
                <a:path w="21416" h="9792">
                  <a:moveTo>
                    <a:pt x="21416" y="97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4469" name="Output_receptor__4468">
              <a:extLst>
                <a:ext uri="{FF2B5EF4-FFF2-40B4-BE49-F238E27FC236}">
                  <a16:creationId xmlns:a16="http://schemas.microsoft.com/office/drawing/2014/main" id="{98A66D19-BC48-BDC0-64A8-990B289C1BED}"/>
                </a:ext>
              </a:extLst>
            </p:cNvPr>
            <p:cNvSpPr>
              <a:spLocks noGrp="1"/>
            </p:cNvSpPr>
            <p:nvPr/>
          </p:nvSpPr>
          <p:spPr>
            <a:xfrm>
              <a:off x="15744654" y="4322011"/>
              <a:ext cx="6254" cy="47063"/>
            </a:xfrm>
            <a:custGeom>
              <a:avLst/>
              <a:gdLst/>
              <a:ahLst/>
              <a:cxnLst/>
              <a:rect l="0" t="0" r="0" b="0"/>
              <a:pathLst>
                <a:path w="6254" h="47063">
                  <a:moveTo>
                    <a:pt x="0" y="47063"/>
                  </a:moveTo>
                  <a:lnTo>
                    <a:pt x="6254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0" name="Output_receptor__4469">
              <a:extLst>
                <a:ext uri="{FF2B5EF4-FFF2-40B4-BE49-F238E27FC236}">
                  <a16:creationId xmlns:a16="http://schemas.microsoft.com/office/drawing/2014/main" id="{69858F1A-A97D-1886-8314-39C52B53574A}"/>
                </a:ext>
              </a:extLst>
            </p:cNvPr>
            <p:cNvSpPr>
              <a:spLocks noGrp="1"/>
            </p:cNvSpPr>
            <p:nvPr/>
          </p:nvSpPr>
          <p:spPr>
            <a:xfrm>
              <a:off x="16679768" y="3864829"/>
              <a:ext cx="71945" cy="7814"/>
            </a:xfrm>
            <a:custGeom>
              <a:avLst/>
              <a:gdLst/>
              <a:ahLst/>
              <a:cxnLst/>
              <a:rect l="0" t="0" r="0" b="0"/>
              <a:pathLst>
                <a:path w="71945" h="7814">
                  <a:moveTo>
                    <a:pt x="71945" y="0"/>
                  </a:moveTo>
                  <a:lnTo>
                    <a:pt x="0" y="7814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1" name="Output_receptor__4470">
              <a:extLst>
                <a:ext uri="{FF2B5EF4-FFF2-40B4-BE49-F238E27FC236}">
                  <a16:creationId xmlns:a16="http://schemas.microsoft.com/office/drawing/2014/main" id="{661E4DC0-DB95-A1AA-698C-D8B09DD59362}"/>
                </a:ext>
              </a:extLst>
            </p:cNvPr>
            <p:cNvSpPr>
              <a:spLocks noGrp="1"/>
            </p:cNvSpPr>
            <p:nvPr/>
          </p:nvSpPr>
          <p:spPr>
            <a:xfrm>
              <a:off x="16453787" y="4068632"/>
              <a:ext cx="61048" cy="30365"/>
            </a:xfrm>
            <a:custGeom>
              <a:avLst/>
              <a:gdLst/>
              <a:ahLst/>
              <a:cxnLst/>
              <a:rect l="0" t="0" r="0" b="0"/>
              <a:pathLst>
                <a:path w="61048" h="30365">
                  <a:moveTo>
                    <a:pt x="0" y="30365"/>
                  </a:moveTo>
                  <a:lnTo>
                    <a:pt x="61048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2" name="Output_receptor__4471">
              <a:extLst>
                <a:ext uri="{FF2B5EF4-FFF2-40B4-BE49-F238E27FC236}">
                  <a16:creationId xmlns:a16="http://schemas.microsoft.com/office/drawing/2014/main" id="{827F77E2-BFEB-94D3-C7EE-46DADCA83D15}"/>
                </a:ext>
              </a:extLst>
            </p:cNvPr>
            <p:cNvSpPr>
              <a:spLocks noGrp="1"/>
            </p:cNvSpPr>
            <p:nvPr/>
          </p:nvSpPr>
          <p:spPr>
            <a:xfrm>
              <a:off x="15975982" y="4021150"/>
              <a:ext cx="62841" cy="25726"/>
            </a:xfrm>
            <a:custGeom>
              <a:avLst/>
              <a:gdLst/>
              <a:ahLst/>
              <a:cxnLst/>
              <a:rect l="0" t="0" r="0" b="0"/>
              <a:pathLst>
                <a:path w="62841" h="25726">
                  <a:moveTo>
                    <a:pt x="62841" y="0"/>
                  </a:moveTo>
                  <a:lnTo>
                    <a:pt x="0" y="2572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3" name="Output_receptor__4472">
              <a:extLst>
                <a:ext uri="{FF2B5EF4-FFF2-40B4-BE49-F238E27FC236}">
                  <a16:creationId xmlns:a16="http://schemas.microsoft.com/office/drawing/2014/main" id="{D68B0D66-C06F-63CF-776D-9448A6AE99A2}"/>
                </a:ext>
              </a:extLst>
            </p:cNvPr>
            <p:cNvSpPr>
              <a:spLocks noGrp="1"/>
            </p:cNvSpPr>
            <p:nvPr/>
          </p:nvSpPr>
          <p:spPr>
            <a:xfrm>
              <a:off x="15487663" y="4102283"/>
              <a:ext cx="7848" cy="25608"/>
            </a:xfrm>
            <a:custGeom>
              <a:avLst/>
              <a:gdLst/>
              <a:ahLst/>
              <a:cxnLst/>
              <a:rect l="0" t="0" r="0" b="0"/>
              <a:pathLst>
                <a:path w="7848" h="25608">
                  <a:moveTo>
                    <a:pt x="7848" y="0"/>
                  </a:moveTo>
                  <a:lnTo>
                    <a:pt x="0" y="25608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4" name="Output_receptor__4473">
              <a:extLst>
                <a:ext uri="{FF2B5EF4-FFF2-40B4-BE49-F238E27FC236}">
                  <a16:creationId xmlns:a16="http://schemas.microsoft.com/office/drawing/2014/main" id="{E44F4912-1DE4-F4EC-FF21-C1FDA11CEA0A}"/>
                </a:ext>
              </a:extLst>
            </p:cNvPr>
            <p:cNvSpPr>
              <a:spLocks noGrp="1"/>
            </p:cNvSpPr>
            <p:nvPr/>
          </p:nvSpPr>
          <p:spPr>
            <a:xfrm>
              <a:off x="16520002" y="4177130"/>
              <a:ext cx="34062" cy="45994"/>
            </a:xfrm>
            <a:custGeom>
              <a:avLst/>
              <a:gdLst/>
              <a:ahLst/>
              <a:cxnLst/>
              <a:rect l="0" t="0" r="0" b="0"/>
              <a:pathLst>
                <a:path w="34062" h="45994">
                  <a:moveTo>
                    <a:pt x="34062" y="0"/>
                  </a:moveTo>
                  <a:lnTo>
                    <a:pt x="0" y="45994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75" name="Output_receptor__4474">
              <a:extLst>
                <a:ext uri="{FF2B5EF4-FFF2-40B4-BE49-F238E27FC236}">
                  <a16:creationId xmlns:a16="http://schemas.microsoft.com/office/drawing/2014/main" id="{A6B5A35F-B444-D91A-99F2-B527F979B858}"/>
                </a:ext>
              </a:extLst>
            </p:cNvPr>
            <p:cNvSpPr>
              <a:spLocks noGrp="1"/>
            </p:cNvSpPr>
            <p:nvPr/>
          </p:nvSpPr>
          <p:spPr>
            <a:xfrm>
              <a:off x="16444187" y="4007141"/>
              <a:ext cx="32765" cy="2956"/>
            </a:xfrm>
            <a:custGeom>
              <a:avLst/>
              <a:gdLst/>
              <a:ahLst/>
              <a:cxnLst/>
              <a:rect l="0" t="0" r="0" b="0"/>
              <a:pathLst>
                <a:path w="32765" h="2956">
                  <a:moveTo>
                    <a:pt x="32765" y="29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6" name="Output_receptor__4475">
              <a:extLst>
                <a:ext uri="{FF2B5EF4-FFF2-40B4-BE49-F238E27FC236}">
                  <a16:creationId xmlns:a16="http://schemas.microsoft.com/office/drawing/2014/main" id="{7FB3D4C6-D992-1C36-DB39-211F5FF92FB5}"/>
                </a:ext>
              </a:extLst>
            </p:cNvPr>
            <p:cNvSpPr>
              <a:spLocks noGrp="1"/>
            </p:cNvSpPr>
            <p:nvPr/>
          </p:nvSpPr>
          <p:spPr>
            <a:xfrm>
              <a:off x="16030855" y="4075716"/>
              <a:ext cx="46289" cy="46348"/>
            </a:xfrm>
            <a:custGeom>
              <a:avLst/>
              <a:gdLst/>
              <a:ahLst/>
              <a:cxnLst/>
              <a:rect l="0" t="0" r="0" b="0"/>
              <a:pathLst>
                <a:path w="46289" h="46348">
                  <a:moveTo>
                    <a:pt x="0" y="46348"/>
                  </a:moveTo>
                  <a:lnTo>
                    <a:pt x="4628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7" name="Output_receptor__4476">
              <a:extLst>
                <a:ext uri="{FF2B5EF4-FFF2-40B4-BE49-F238E27FC236}">
                  <a16:creationId xmlns:a16="http://schemas.microsoft.com/office/drawing/2014/main" id="{82B41BB9-7C0E-AB94-9F08-8F18FA42E3EB}"/>
                </a:ext>
              </a:extLst>
            </p:cNvPr>
            <p:cNvSpPr>
              <a:spLocks noGrp="1"/>
            </p:cNvSpPr>
            <p:nvPr/>
          </p:nvSpPr>
          <p:spPr>
            <a:xfrm>
              <a:off x="16038823" y="4021150"/>
              <a:ext cx="38321" cy="54566"/>
            </a:xfrm>
            <a:custGeom>
              <a:avLst/>
              <a:gdLst/>
              <a:ahLst/>
              <a:cxnLst/>
              <a:rect l="0" t="0" r="0" b="0"/>
              <a:pathLst>
                <a:path w="38321" h="54566">
                  <a:moveTo>
                    <a:pt x="38321" y="54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8" name="Output_receptor__4477">
              <a:extLst>
                <a:ext uri="{FF2B5EF4-FFF2-40B4-BE49-F238E27FC236}">
                  <a16:creationId xmlns:a16="http://schemas.microsoft.com/office/drawing/2014/main" id="{FF748976-BD71-63C2-AE83-B732D93191E1}"/>
                </a:ext>
              </a:extLst>
            </p:cNvPr>
            <p:cNvSpPr>
              <a:spLocks noGrp="1"/>
            </p:cNvSpPr>
            <p:nvPr/>
          </p:nvSpPr>
          <p:spPr>
            <a:xfrm>
              <a:off x="15655063" y="4206371"/>
              <a:ext cx="61531" cy="7985"/>
            </a:xfrm>
            <a:custGeom>
              <a:avLst/>
              <a:gdLst/>
              <a:ahLst/>
              <a:cxnLst/>
              <a:rect l="0" t="0" r="0" b="0"/>
              <a:pathLst>
                <a:path w="61531" h="7985">
                  <a:moveTo>
                    <a:pt x="61531" y="79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9" name="Output_receptor__4478">
              <a:extLst>
                <a:ext uri="{FF2B5EF4-FFF2-40B4-BE49-F238E27FC236}">
                  <a16:creationId xmlns:a16="http://schemas.microsoft.com/office/drawing/2014/main" id="{1EFC9E72-79E1-CE01-4A78-CC3F562FB993}"/>
                </a:ext>
              </a:extLst>
            </p:cNvPr>
            <p:cNvSpPr>
              <a:spLocks noGrp="1"/>
            </p:cNvSpPr>
            <p:nvPr/>
          </p:nvSpPr>
          <p:spPr>
            <a:xfrm>
              <a:off x="15843719" y="4303925"/>
              <a:ext cx="59890" cy="35846"/>
            </a:xfrm>
            <a:custGeom>
              <a:avLst/>
              <a:gdLst/>
              <a:ahLst/>
              <a:cxnLst/>
              <a:rect l="0" t="0" r="0" b="0"/>
              <a:pathLst>
                <a:path w="59890" h="35846">
                  <a:moveTo>
                    <a:pt x="59890" y="0"/>
                  </a:moveTo>
                  <a:lnTo>
                    <a:pt x="0" y="3584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0" name="Output_receptor__4479">
              <a:extLst>
                <a:ext uri="{FF2B5EF4-FFF2-40B4-BE49-F238E27FC236}">
                  <a16:creationId xmlns:a16="http://schemas.microsoft.com/office/drawing/2014/main" id="{541CB08F-296F-D5FF-7D99-A350B596EFC6}"/>
                </a:ext>
              </a:extLst>
            </p:cNvPr>
            <p:cNvSpPr>
              <a:spLocks noGrp="1"/>
            </p:cNvSpPr>
            <p:nvPr/>
          </p:nvSpPr>
          <p:spPr>
            <a:xfrm>
              <a:off x="15688312" y="4369074"/>
              <a:ext cx="56342" cy="32493"/>
            </a:xfrm>
            <a:custGeom>
              <a:avLst/>
              <a:gdLst/>
              <a:ahLst/>
              <a:cxnLst/>
              <a:rect l="0" t="0" r="0" b="0"/>
              <a:pathLst>
                <a:path w="56342" h="32493">
                  <a:moveTo>
                    <a:pt x="0" y="32493"/>
                  </a:moveTo>
                  <a:lnTo>
                    <a:pt x="56342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1" name="Output_receptor__4480">
              <a:extLst>
                <a:ext uri="{FF2B5EF4-FFF2-40B4-BE49-F238E27FC236}">
                  <a16:creationId xmlns:a16="http://schemas.microsoft.com/office/drawing/2014/main" id="{59E96D50-C013-254E-102E-D14F0F7621FF}"/>
                </a:ext>
              </a:extLst>
            </p:cNvPr>
            <p:cNvSpPr>
              <a:spLocks noGrp="1"/>
            </p:cNvSpPr>
            <p:nvPr/>
          </p:nvSpPr>
          <p:spPr>
            <a:xfrm>
              <a:off x="15679979" y="4296004"/>
              <a:ext cx="5321" cy="11421"/>
            </a:xfrm>
            <a:custGeom>
              <a:avLst/>
              <a:gdLst/>
              <a:ahLst/>
              <a:cxnLst/>
              <a:rect l="0" t="0" r="0" b="0"/>
              <a:pathLst>
                <a:path w="5321" h="11421">
                  <a:moveTo>
                    <a:pt x="0" y="11421"/>
                  </a:moveTo>
                  <a:lnTo>
                    <a:pt x="5321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2" name="Output_receptor__4481">
              <a:extLst>
                <a:ext uri="{FF2B5EF4-FFF2-40B4-BE49-F238E27FC236}">
                  <a16:creationId xmlns:a16="http://schemas.microsoft.com/office/drawing/2014/main" id="{8F716E31-3825-223A-673E-D5F336270A8D}"/>
                </a:ext>
              </a:extLst>
            </p:cNvPr>
            <p:cNvSpPr>
              <a:spLocks noGrp="1"/>
            </p:cNvSpPr>
            <p:nvPr/>
          </p:nvSpPr>
          <p:spPr>
            <a:xfrm>
              <a:off x="15716594" y="4214356"/>
              <a:ext cx="27195" cy="39533"/>
            </a:xfrm>
            <a:custGeom>
              <a:avLst/>
              <a:gdLst/>
              <a:ahLst/>
              <a:cxnLst/>
              <a:rect l="0" t="0" r="0" b="0"/>
              <a:pathLst>
                <a:path w="27195" h="39533">
                  <a:moveTo>
                    <a:pt x="27195" y="395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3" name="Output_receptor__4482">
              <a:extLst>
                <a:ext uri="{FF2B5EF4-FFF2-40B4-BE49-F238E27FC236}">
                  <a16:creationId xmlns:a16="http://schemas.microsoft.com/office/drawing/2014/main" id="{A098994F-2495-127F-48B4-BE52788AE2EF}"/>
                </a:ext>
              </a:extLst>
            </p:cNvPr>
            <p:cNvSpPr>
              <a:spLocks noGrp="1"/>
            </p:cNvSpPr>
            <p:nvPr/>
          </p:nvSpPr>
          <p:spPr>
            <a:xfrm>
              <a:off x="16751712" y="3864829"/>
              <a:ext cx="7529" cy="54239"/>
            </a:xfrm>
            <a:custGeom>
              <a:avLst/>
              <a:gdLst/>
              <a:ahLst/>
              <a:cxnLst/>
              <a:rect l="0" t="0" r="0" b="0"/>
              <a:pathLst>
                <a:path w="7529" h="54239">
                  <a:moveTo>
                    <a:pt x="7529" y="5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4" name="Output_receptor__4483">
              <a:extLst>
                <a:ext uri="{FF2B5EF4-FFF2-40B4-BE49-F238E27FC236}">
                  <a16:creationId xmlns:a16="http://schemas.microsoft.com/office/drawing/2014/main" id="{21B0485B-7592-BCF8-CD93-7A011C94F3D3}"/>
                </a:ext>
              </a:extLst>
            </p:cNvPr>
            <p:cNvSpPr>
              <a:spLocks noGrp="1"/>
            </p:cNvSpPr>
            <p:nvPr/>
          </p:nvSpPr>
          <p:spPr>
            <a:xfrm>
              <a:off x="15674663" y="4107572"/>
              <a:ext cx="55559" cy="28064"/>
            </a:xfrm>
            <a:custGeom>
              <a:avLst/>
              <a:gdLst/>
              <a:ahLst/>
              <a:cxnLst/>
              <a:rect l="0" t="0" r="0" b="0"/>
              <a:pathLst>
                <a:path w="55559" h="28064">
                  <a:moveTo>
                    <a:pt x="55559" y="280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5" name="Output_receptor__4484">
              <a:extLst>
                <a:ext uri="{FF2B5EF4-FFF2-40B4-BE49-F238E27FC236}">
                  <a16:creationId xmlns:a16="http://schemas.microsoft.com/office/drawing/2014/main" id="{F424E1D6-4AA8-BCF8-C782-4DBA8A143CAE}"/>
                </a:ext>
              </a:extLst>
            </p:cNvPr>
            <p:cNvSpPr>
              <a:spLocks noGrp="1"/>
            </p:cNvSpPr>
            <p:nvPr/>
          </p:nvSpPr>
          <p:spPr>
            <a:xfrm>
              <a:off x="16712292" y="3919068"/>
              <a:ext cx="46949" cy="40928"/>
            </a:xfrm>
            <a:custGeom>
              <a:avLst/>
              <a:gdLst/>
              <a:ahLst/>
              <a:cxnLst/>
              <a:rect l="0" t="0" r="0" b="0"/>
              <a:pathLst>
                <a:path w="46949" h="40928">
                  <a:moveTo>
                    <a:pt x="0" y="40928"/>
                  </a:moveTo>
                  <a:lnTo>
                    <a:pt x="4694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6" name="Output_receptor__4485">
              <a:extLst>
                <a:ext uri="{FF2B5EF4-FFF2-40B4-BE49-F238E27FC236}">
                  <a16:creationId xmlns:a16="http://schemas.microsoft.com/office/drawing/2014/main" id="{51AAC8E9-833D-C4FF-DD21-15778A2E4EA3}"/>
                </a:ext>
              </a:extLst>
            </p:cNvPr>
            <p:cNvSpPr>
              <a:spLocks noGrp="1"/>
            </p:cNvSpPr>
            <p:nvPr/>
          </p:nvSpPr>
          <p:spPr>
            <a:xfrm>
              <a:off x="15427711" y="4019707"/>
              <a:ext cx="69323" cy="20701"/>
            </a:xfrm>
            <a:custGeom>
              <a:avLst/>
              <a:gdLst/>
              <a:ahLst/>
              <a:cxnLst/>
              <a:rect l="0" t="0" r="0" b="0"/>
              <a:pathLst>
                <a:path w="69323" h="20701">
                  <a:moveTo>
                    <a:pt x="69323" y="0"/>
                  </a:moveTo>
                  <a:lnTo>
                    <a:pt x="0" y="20701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7" name="Output_receptor__4486">
              <a:extLst>
                <a:ext uri="{FF2B5EF4-FFF2-40B4-BE49-F238E27FC236}">
                  <a16:creationId xmlns:a16="http://schemas.microsoft.com/office/drawing/2014/main" id="{AB8ACAA8-FA47-DAD3-7E59-94EE4F687349}"/>
                </a:ext>
              </a:extLst>
            </p:cNvPr>
            <p:cNvSpPr>
              <a:spLocks noGrp="1"/>
            </p:cNvSpPr>
            <p:nvPr/>
          </p:nvSpPr>
          <p:spPr>
            <a:xfrm>
              <a:off x="15816475" y="4246631"/>
              <a:ext cx="21319" cy="9118"/>
            </a:xfrm>
            <a:custGeom>
              <a:avLst/>
              <a:gdLst/>
              <a:ahLst/>
              <a:cxnLst/>
              <a:rect l="0" t="0" r="0" b="0"/>
              <a:pathLst>
                <a:path w="21319" h="9118">
                  <a:moveTo>
                    <a:pt x="21319" y="91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8" name="Output_receptor__4487">
              <a:extLst>
                <a:ext uri="{FF2B5EF4-FFF2-40B4-BE49-F238E27FC236}">
                  <a16:creationId xmlns:a16="http://schemas.microsoft.com/office/drawing/2014/main" id="{89FA3709-D3D3-30D2-450E-BD95E680EEFD}"/>
                </a:ext>
              </a:extLst>
            </p:cNvPr>
            <p:cNvSpPr>
              <a:spLocks noGrp="1"/>
            </p:cNvSpPr>
            <p:nvPr/>
          </p:nvSpPr>
          <p:spPr>
            <a:xfrm>
              <a:off x="15802218" y="3975963"/>
              <a:ext cx="43827" cy="8031"/>
            </a:xfrm>
            <a:custGeom>
              <a:avLst/>
              <a:gdLst/>
              <a:ahLst/>
              <a:cxnLst/>
              <a:rect l="0" t="0" r="0" b="0"/>
              <a:pathLst>
                <a:path w="43827" h="8031">
                  <a:moveTo>
                    <a:pt x="43827" y="0"/>
                  </a:moveTo>
                  <a:lnTo>
                    <a:pt x="0" y="8031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9" name="Output_receptor__4488">
              <a:extLst>
                <a:ext uri="{FF2B5EF4-FFF2-40B4-BE49-F238E27FC236}">
                  <a16:creationId xmlns:a16="http://schemas.microsoft.com/office/drawing/2014/main" id="{4E300220-D2CF-C4AB-075D-D1DFD45DB7AE}"/>
                </a:ext>
              </a:extLst>
            </p:cNvPr>
            <p:cNvSpPr>
              <a:spLocks noGrp="1"/>
            </p:cNvSpPr>
            <p:nvPr/>
          </p:nvSpPr>
          <p:spPr>
            <a:xfrm>
              <a:off x="16479398" y="3917029"/>
              <a:ext cx="56300" cy="44146"/>
            </a:xfrm>
            <a:custGeom>
              <a:avLst/>
              <a:gdLst/>
              <a:ahLst/>
              <a:cxnLst/>
              <a:rect l="0" t="0" r="0" b="0"/>
              <a:pathLst>
                <a:path w="56300" h="44146">
                  <a:moveTo>
                    <a:pt x="56300" y="44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0" name="Output_receptor__4489">
              <a:extLst>
                <a:ext uri="{FF2B5EF4-FFF2-40B4-BE49-F238E27FC236}">
                  <a16:creationId xmlns:a16="http://schemas.microsoft.com/office/drawing/2014/main" id="{49D9ED0A-1A19-82AA-B4AF-515A85EAA96C}"/>
                </a:ext>
              </a:extLst>
            </p:cNvPr>
            <p:cNvSpPr>
              <a:spLocks noGrp="1"/>
            </p:cNvSpPr>
            <p:nvPr/>
          </p:nvSpPr>
          <p:spPr>
            <a:xfrm>
              <a:off x="15627908" y="4107572"/>
              <a:ext cx="46755" cy="602"/>
            </a:xfrm>
            <a:custGeom>
              <a:avLst/>
              <a:gdLst/>
              <a:ahLst/>
              <a:cxnLst/>
              <a:rect l="0" t="0" r="0" b="0"/>
              <a:pathLst>
                <a:path w="46755" h="602">
                  <a:moveTo>
                    <a:pt x="46755" y="0"/>
                  </a:moveTo>
                  <a:lnTo>
                    <a:pt x="0" y="602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1" name="Output_receptor__4490">
              <a:extLst>
                <a:ext uri="{FF2B5EF4-FFF2-40B4-BE49-F238E27FC236}">
                  <a16:creationId xmlns:a16="http://schemas.microsoft.com/office/drawing/2014/main" id="{20C69684-6BC7-51E5-6350-2CB203529B7C}"/>
                </a:ext>
              </a:extLst>
            </p:cNvPr>
            <p:cNvSpPr>
              <a:spLocks noGrp="1"/>
            </p:cNvSpPr>
            <p:nvPr/>
          </p:nvSpPr>
          <p:spPr>
            <a:xfrm>
              <a:off x="15794845" y="3893246"/>
              <a:ext cx="70203" cy="16636"/>
            </a:xfrm>
            <a:custGeom>
              <a:avLst/>
              <a:gdLst/>
              <a:ahLst/>
              <a:cxnLst/>
              <a:rect l="0" t="0" r="0" b="0"/>
              <a:pathLst>
                <a:path w="70203" h="16636">
                  <a:moveTo>
                    <a:pt x="0" y="0"/>
                  </a:moveTo>
                  <a:lnTo>
                    <a:pt x="70203" y="1663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2" name="Output_receptor__4491">
              <a:extLst>
                <a:ext uri="{FF2B5EF4-FFF2-40B4-BE49-F238E27FC236}">
                  <a16:creationId xmlns:a16="http://schemas.microsoft.com/office/drawing/2014/main" id="{0C70E7B8-DD33-2748-42C9-F8225748E33D}"/>
                </a:ext>
              </a:extLst>
            </p:cNvPr>
            <p:cNvSpPr>
              <a:spLocks noGrp="1"/>
            </p:cNvSpPr>
            <p:nvPr/>
          </p:nvSpPr>
          <p:spPr>
            <a:xfrm>
              <a:off x="16210696" y="4153728"/>
              <a:ext cx="71613" cy="139"/>
            </a:xfrm>
            <a:custGeom>
              <a:avLst/>
              <a:gdLst/>
              <a:ahLst/>
              <a:cxnLst/>
              <a:rect l="0" t="0" r="0" b="0"/>
              <a:pathLst>
                <a:path w="71613" h="139">
                  <a:moveTo>
                    <a:pt x="71613" y="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3" name="Output_receptor__4492">
              <a:extLst>
                <a:ext uri="{FF2B5EF4-FFF2-40B4-BE49-F238E27FC236}">
                  <a16:creationId xmlns:a16="http://schemas.microsoft.com/office/drawing/2014/main" id="{DF3D3D18-1BCE-AF94-51C7-4B9BC0BA143C}"/>
                </a:ext>
              </a:extLst>
            </p:cNvPr>
            <p:cNvSpPr>
              <a:spLocks noGrp="1"/>
            </p:cNvSpPr>
            <p:nvPr/>
          </p:nvSpPr>
          <p:spPr>
            <a:xfrm>
              <a:off x="16677548" y="3866880"/>
              <a:ext cx="2220" cy="5764"/>
            </a:xfrm>
            <a:custGeom>
              <a:avLst/>
              <a:gdLst/>
              <a:ahLst/>
              <a:cxnLst/>
              <a:rect l="0" t="0" r="0" b="0"/>
              <a:pathLst>
                <a:path w="2220" h="5764">
                  <a:moveTo>
                    <a:pt x="2220" y="5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4" name="Output_receptor__4493">
              <a:extLst>
                <a:ext uri="{FF2B5EF4-FFF2-40B4-BE49-F238E27FC236}">
                  <a16:creationId xmlns:a16="http://schemas.microsoft.com/office/drawing/2014/main" id="{52F99B2E-75D5-5300-49D6-89C81E01C8B3}"/>
                </a:ext>
              </a:extLst>
            </p:cNvPr>
            <p:cNvSpPr>
              <a:spLocks noGrp="1"/>
            </p:cNvSpPr>
            <p:nvPr/>
          </p:nvSpPr>
          <p:spPr>
            <a:xfrm>
              <a:off x="16133799" y="4319192"/>
              <a:ext cx="66591" cy="5459"/>
            </a:xfrm>
            <a:custGeom>
              <a:avLst/>
              <a:gdLst/>
              <a:ahLst/>
              <a:cxnLst/>
              <a:rect l="0" t="0" r="0" b="0"/>
              <a:pathLst>
                <a:path w="66591" h="5459">
                  <a:moveTo>
                    <a:pt x="0" y="0"/>
                  </a:moveTo>
                  <a:lnTo>
                    <a:pt x="66591" y="5459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95" name="Output_receptor__4494">
              <a:extLst>
                <a:ext uri="{FF2B5EF4-FFF2-40B4-BE49-F238E27FC236}">
                  <a16:creationId xmlns:a16="http://schemas.microsoft.com/office/drawing/2014/main" id="{0943B53E-D3DC-BC18-9299-456A4FE9537A}"/>
                </a:ext>
              </a:extLst>
            </p:cNvPr>
            <p:cNvSpPr>
              <a:spLocks noGrp="1"/>
            </p:cNvSpPr>
            <p:nvPr/>
          </p:nvSpPr>
          <p:spPr>
            <a:xfrm>
              <a:off x="16554063" y="4177130"/>
              <a:ext cx="58379" cy="20111"/>
            </a:xfrm>
            <a:custGeom>
              <a:avLst/>
              <a:gdLst/>
              <a:ahLst/>
              <a:cxnLst/>
              <a:rect l="0" t="0" r="0" b="0"/>
              <a:pathLst>
                <a:path w="58379" h="20111">
                  <a:moveTo>
                    <a:pt x="58379" y="201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96" name="Output_receptor__4495">
              <a:extLst>
                <a:ext uri="{FF2B5EF4-FFF2-40B4-BE49-F238E27FC236}">
                  <a16:creationId xmlns:a16="http://schemas.microsoft.com/office/drawing/2014/main" id="{E7350605-9419-647B-A181-F5391C183DD7}"/>
                </a:ext>
              </a:extLst>
            </p:cNvPr>
            <p:cNvSpPr>
              <a:spLocks noGrp="1"/>
            </p:cNvSpPr>
            <p:nvPr/>
          </p:nvSpPr>
          <p:spPr>
            <a:xfrm>
              <a:off x="15685300" y="4253888"/>
              <a:ext cx="58489" cy="42115"/>
            </a:xfrm>
            <a:custGeom>
              <a:avLst/>
              <a:gdLst/>
              <a:ahLst/>
              <a:cxnLst/>
              <a:rect l="0" t="0" r="0" b="0"/>
              <a:pathLst>
                <a:path w="58489" h="42115">
                  <a:moveTo>
                    <a:pt x="0" y="42115"/>
                  </a:moveTo>
                  <a:lnTo>
                    <a:pt x="5848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7" name="Output_receptor__4496">
              <a:extLst>
                <a:ext uri="{FF2B5EF4-FFF2-40B4-BE49-F238E27FC236}">
                  <a16:creationId xmlns:a16="http://schemas.microsoft.com/office/drawing/2014/main" id="{4603C6E8-0A6A-2492-BF1F-94951A3DEC8E}"/>
                </a:ext>
              </a:extLst>
            </p:cNvPr>
            <p:cNvSpPr>
              <a:spLocks noGrp="1"/>
            </p:cNvSpPr>
            <p:nvPr/>
          </p:nvSpPr>
          <p:spPr>
            <a:xfrm>
              <a:off x="16625277" y="3778065"/>
              <a:ext cx="58878" cy="12895"/>
            </a:xfrm>
            <a:custGeom>
              <a:avLst/>
              <a:gdLst/>
              <a:ahLst/>
              <a:cxnLst/>
              <a:rect l="0" t="0" r="0" b="0"/>
              <a:pathLst>
                <a:path w="58878" h="12895">
                  <a:moveTo>
                    <a:pt x="58878" y="0"/>
                  </a:moveTo>
                  <a:lnTo>
                    <a:pt x="0" y="12895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8" name="Output_receptor__4497">
              <a:extLst>
                <a:ext uri="{FF2B5EF4-FFF2-40B4-BE49-F238E27FC236}">
                  <a16:creationId xmlns:a16="http://schemas.microsoft.com/office/drawing/2014/main" id="{AB385CD0-EDFA-E0F3-E61F-EE702AEDF9D1}"/>
                </a:ext>
              </a:extLst>
            </p:cNvPr>
            <p:cNvSpPr>
              <a:spLocks noGrp="1"/>
            </p:cNvSpPr>
            <p:nvPr/>
          </p:nvSpPr>
          <p:spPr>
            <a:xfrm>
              <a:off x="15975982" y="4046876"/>
              <a:ext cx="29664" cy="9503"/>
            </a:xfrm>
            <a:custGeom>
              <a:avLst/>
              <a:gdLst/>
              <a:ahLst/>
              <a:cxnLst/>
              <a:rect l="0" t="0" r="0" b="0"/>
              <a:pathLst>
                <a:path w="29664" h="9503">
                  <a:moveTo>
                    <a:pt x="0" y="0"/>
                  </a:moveTo>
                  <a:lnTo>
                    <a:pt x="29664" y="95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499" name="Output_receptor__4498">
              <a:extLst>
                <a:ext uri="{FF2B5EF4-FFF2-40B4-BE49-F238E27FC236}">
                  <a16:creationId xmlns:a16="http://schemas.microsoft.com/office/drawing/2014/main" id="{E2871733-6DF6-28C8-5FD8-AC84506546F7}"/>
                </a:ext>
              </a:extLst>
            </p:cNvPr>
            <p:cNvSpPr>
              <a:spLocks noGrp="1"/>
            </p:cNvSpPr>
            <p:nvPr/>
          </p:nvSpPr>
          <p:spPr>
            <a:xfrm>
              <a:off x="16612443" y="4155516"/>
              <a:ext cx="51164" cy="41725"/>
            </a:xfrm>
            <a:custGeom>
              <a:avLst/>
              <a:gdLst/>
              <a:ahLst/>
              <a:cxnLst/>
              <a:rect l="0" t="0" r="0" b="0"/>
              <a:pathLst>
                <a:path w="51164" h="41725">
                  <a:moveTo>
                    <a:pt x="51164" y="0"/>
                  </a:moveTo>
                  <a:lnTo>
                    <a:pt x="0" y="41725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00" name="Output_receptor__4499">
              <a:extLst>
                <a:ext uri="{FF2B5EF4-FFF2-40B4-BE49-F238E27FC236}">
                  <a16:creationId xmlns:a16="http://schemas.microsoft.com/office/drawing/2014/main" id="{CBD2456A-A131-2BC6-242E-4265422F64DC}"/>
                </a:ext>
              </a:extLst>
            </p:cNvPr>
            <p:cNvSpPr>
              <a:spLocks noGrp="1"/>
            </p:cNvSpPr>
            <p:nvPr/>
          </p:nvSpPr>
          <p:spPr>
            <a:xfrm>
              <a:off x="15497034" y="4019707"/>
              <a:ext cx="27168" cy="54698"/>
            </a:xfrm>
            <a:custGeom>
              <a:avLst/>
              <a:gdLst/>
              <a:ahLst/>
              <a:cxnLst/>
              <a:rect l="0" t="0" r="0" b="0"/>
              <a:pathLst>
                <a:path w="27168" h="54698">
                  <a:moveTo>
                    <a:pt x="27168" y="54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1" name="Output_receptor__4500">
              <a:extLst>
                <a:ext uri="{FF2B5EF4-FFF2-40B4-BE49-F238E27FC236}">
                  <a16:creationId xmlns:a16="http://schemas.microsoft.com/office/drawing/2014/main" id="{64FA2B37-8E1F-A89F-F273-A7CDF51FC343}"/>
                </a:ext>
              </a:extLst>
            </p:cNvPr>
            <p:cNvSpPr>
              <a:spLocks noGrp="1"/>
            </p:cNvSpPr>
            <p:nvPr/>
          </p:nvSpPr>
          <p:spPr>
            <a:xfrm>
              <a:off x="16507336" y="3961175"/>
              <a:ext cx="28362" cy="52673"/>
            </a:xfrm>
            <a:custGeom>
              <a:avLst/>
              <a:gdLst/>
              <a:ahLst/>
              <a:cxnLst/>
              <a:rect l="0" t="0" r="0" b="0"/>
              <a:pathLst>
                <a:path w="28362" h="52673">
                  <a:moveTo>
                    <a:pt x="0" y="52673"/>
                  </a:moveTo>
                  <a:lnTo>
                    <a:pt x="2836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2" name="Output_receptor__4501">
              <a:extLst>
                <a:ext uri="{FF2B5EF4-FFF2-40B4-BE49-F238E27FC236}">
                  <a16:creationId xmlns:a16="http://schemas.microsoft.com/office/drawing/2014/main" id="{CDE4DB56-E25D-9AE8-17A1-175CE935EC5A}"/>
                </a:ext>
              </a:extLst>
            </p:cNvPr>
            <p:cNvSpPr>
              <a:spLocks noGrp="1"/>
            </p:cNvSpPr>
            <p:nvPr/>
          </p:nvSpPr>
          <p:spPr>
            <a:xfrm>
              <a:off x="16684155" y="3778065"/>
              <a:ext cx="39956" cy="33542"/>
            </a:xfrm>
            <a:custGeom>
              <a:avLst/>
              <a:gdLst/>
              <a:ahLst/>
              <a:cxnLst/>
              <a:rect l="0" t="0" r="0" b="0"/>
              <a:pathLst>
                <a:path w="39956" h="33542">
                  <a:moveTo>
                    <a:pt x="39956" y="335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3" name="Output_receptor__4502">
              <a:extLst>
                <a:ext uri="{FF2B5EF4-FFF2-40B4-BE49-F238E27FC236}">
                  <a16:creationId xmlns:a16="http://schemas.microsoft.com/office/drawing/2014/main" id="{6A85C006-79FE-3206-12BA-55CA9EE47F4A}"/>
                </a:ext>
              </a:extLst>
            </p:cNvPr>
            <p:cNvSpPr>
              <a:spLocks noGrp="1"/>
            </p:cNvSpPr>
            <p:nvPr/>
          </p:nvSpPr>
          <p:spPr>
            <a:xfrm>
              <a:off x="15846044" y="3909883"/>
              <a:ext cx="19003" cy="66080"/>
            </a:xfrm>
            <a:custGeom>
              <a:avLst/>
              <a:gdLst/>
              <a:ahLst/>
              <a:cxnLst/>
              <a:rect l="0" t="0" r="0" b="0"/>
              <a:pathLst>
                <a:path w="19003" h="66080">
                  <a:moveTo>
                    <a:pt x="19003" y="0"/>
                  </a:moveTo>
                  <a:lnTo>
                    <a:pt x="0" y="6608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4" name="Output_receptor__4503">
              <a:extLst>
                <a:ext uri="{FF2B5EF4-FFF2-40B4-BE49-F238E27FC236}">
                  <a16:creationId xmlns:a16="http://schemas.microsoft.com/office/drawing/2014/main" id="{F672B930-0A36-6FED-EA9E-1EEB55221314}"/>
                </a:ext>
              </a:extLst>
            </p:cNvPr>
            <p:cNvSpPr>
              <a:spLocks noGrp="1"/>
            </p:cNvSpPr>
            <p:nvPr/>
          </p:nvSpPr>
          <p:spPr>
            <a:xfrm>
              <a:off x="16282309" y="4153867"/>
              <a:ext cx="9052" cy="60487"/>
            </a:xfrm>
            <a:custGeom>
              <a:avLst/>
              <a:gdLst/>
              <a:ahLst/>
              <a:cxnLst/>
              <a:rect l="0" t="0" r="0" b="0"/>
              <a:pathLst>
                <a:path w="9052" h="60487">
                  <a:moveTo>
                    <a:pt x="9052" y="604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5" name="Output_receptor__4504">
              <a:extLst>
                <a:ext uri="{FF2B5EF4-FFF2-40B4-BE49-F238E27FC236}">
                  <a16:creationId xmlns:a16="http://schemas.microsoft.com/office/drawing/2014/main" id="{0CA20B08-FF9A-7FE9-7B42-58B77BCE1317}"/>
                </a:ext>
              </a:extLst>
            </p:cNvPr>
            <p:cNvSpPr>
              <a:spLocks noGrp="1"/>
            </p:cNvSpPr>
            <p:nvPr/>
          </p:nvSpPr>
          <p:spPr>
            <a:xfrm>
              <a:off x="15487663" y="4074406"/>
              <a:ext cx="36539" cy="53485"/>
            </a:xfrm>
            <a:custGeom>
              <a:avLst/>
              <a:gdLst/>
              <a:ahLst/>
              <a:cxnLst/>
              <a:rect l="0" t="0" r="0" b="0"/>
              <a:pathLst>
                <a:path w="36539" h="53485">
                  <a:moveTo>
                    <a:pt x="0" y="53485"/>
                  </a:moveTo>
                  <a:lnTo>
                    <a:pt x="3653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6" name="Output_receptor__4505">
              <a:extLst>
                <a:ext uri="{FF2B5EF4-FFF2-40B4-BE49-F238E27FC236}">
                  <a16:creationId xmlns:a16="http://schemas.microsoft.com/office/drawing/2014/main" id="{B5520BB2-CDDE-D210-1297-6EDF14193D33}"/>
                </a:ext>
              </a:extLst>
            </p:cNvPr>
            <p:cNvSpPr>
              <a:spLocks noGrp="1"/>
            </p:cNvSpPr>
            <p:nvPr/>
          </p:nvSpPr>
          <p:spPr>
            <a:xfrm>
              <a:off x="15938488" y="4587291"/>
              <a:ext cx="54570" cy="6264"/>
            </a:xfrm>
            <a:custGeom>
              <a:avLst/>
              <a:gdLst/>
              <a:ahLst/>
              <a:cxnLst/>
              <a:rect l="0" t="0" r="0" b="0"/>
              <a:pathLst>
                <a:path w="54570" h="6264">
                  <a:moveTo>
                    <a:pt x="0" y="0"/>
                  </a:moveTo>
                  <a:lnTo>
                    <a:pt x="54570" y="626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7" name="Output_receptor__4506">
              <a:extLst>
                <a:ext uri="{FF2B5EF4-FFF2-40B4-BE49-F238E27FC236}">
                  <a16:creationId xmlns:a16="http://schemas.microsoft.com/office/drawing/2014/main" id="{E8838F3D-5C53-EFD3-5808-03006EEB75BE}"/>
                </a:ext>
              </a:extLst>
            </p:cNvPr>
            <p:cNvSpPr>
              <a:spLocks noGrp="1"/>
            </p:cNvSpPr>
            <p:nvPr/>
          </p:nvSpPr>
          <p:spPr>
            <a:xfrm>
              <a:off x="16444187" y="4007141"/>
              <a:ext cx="63149" cy="6706"/>
            </a:xfrm>
            <a:custGeom>
              <a:avLst/>
              <a:gdLst/>
              <a:ahLst/>
              <a:cxnLst/>
              <a:rect l="0" t="0" r="0" b="0"/>
              <a:pathLst>
                <a:path w="63149" h="6706">
                  <a:moveTo>
                    <a:pt x="0" y="0"/>
                  </a:moveTo>
                  <a:lnTo>
                    <a:pt x="63149" y="67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8" name="Output_receptor__4507">
              <a:extLst>
                <a:ext uri="{FF2B5EF4-FFF2-40B4-BE49-F238E27FC236}">
                  <a16:creationId xmlns:a16="http://schemas.microsoft.com/office/drawing/2014/main" id="{5C6B606C-CA57-E68E-CA9A-825B8CC84F17}"/>
                </a:ext>
              </a:extLst>
            </p:cNvPr>
            <p:cNvSpPr>
              <a:spLocks noGrp="1"/>
            </p:cNvSpPr>
            <p:nvPr/>
          </p:nvSpPr>
          <p:spPr>
            <a:xfrm>
              <a:off x="15886304" y="4587291"/>
              <a:ext cx="52184" cy="9876"/>
            </a:xfrm>
            <a:custGeom>
              <a:avLst/>
              <a:gdLst/>
              <a:ahLst/>
              <a:cxnLst/>
              <a:rect l="0" t="0" r="0" b="0"/>
              <a:pathLst>
                <a:path w="52184" h="9876">
                  <a:moveTo>
                    <a:pt x="0" y="9876"/>
                  </a:moveTo>
                  <a:lnTo>
                    <a:pt x="5218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9" name="Output_receptor__4508">
              <a:extLst>
                <a:ext uri="{FF2B5EF4-FFF2-40B4-BE49-F238E27FC236}">
                  <a16:creationId xmlns:a16="http://schemas.microsoft.com/office/drawing/2014/main" id="{DC4C60FB-E2C8-AEEA-CDCA-14E437EAAF04}"/>
                </a:ext>
              </a:extLst>
            </p:cNvPr>
            <p:cNvSpPr>
              <a:spLocks noGrp="1"/>
            </p:cNvSpPr>
            <p:nvPr/>
          </p:nvSpPr>
          <p:spPr>
            <a:xfrm>
              <a:off x="15655063" y="4185239"/>
              <a:ext cx="38618" cy="21132"/>
            </a:xfrm>
            <a:custGeom>
              <a:avLst/>
              <a:gdLst/>
              <a:ahLst/>
              <a:cxnLst/>
              <a:rect l="0" t="0" r="0" b="0"/>
              <a:pathLst>
                <a:path w="38618" h="21132">
                  <a:moveTo>
                    <a:pt x="0" y="21132"/>
                  </a:moveTo>
                  <a:lnTo>
                    <a:pt x="3861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0" name="Output_receptor__4509">
              <a:extLst>
                <a:ext uri="{FF2B5EF4-FFF2-40B4-BE49-F238E27FC236}">
                  <a16:creationId xmlns:a16="http://schemas.microsoft.com/office/drawing/2014/main" id="{CB947814-1ABD-9A96-027E-E6DE43EECDAF}"/>
                </a:ext>
              </a:extLst>
            </p:cNvPr>
            <p:cNvSpPr>
              <a:spLocks noGrp="1"/>
            </p:cNvSpPr>
            <p:nvPr/>
          </p:nvSpPr>
          <p:spPr>
            <a:xfrm>
              <a:off x="16562540" y="3391215"/>
              <a:ext cx="52624" cy="3579"/>
            </a:xfrm>
            <a:custGeom>
              <a:avLst/>
              <a:gdLst/>
              <a:ahLst/>
              <a:cxnLst/>
              <a:rect l="0" t="0" r="0" b="0"/>
              <a:pathLst>
                <a:path w="52624" h="3579">
                  <a:moveTo>
                    <a:pt x="0" y="0"/>
                  </a:moveTo>
                  <a:lnTo>
                    <a:pt x="52624" y="3579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1" name="Output_receptor__4510">
              <a:extLst>
                <a:ext uri="{FF2B5EF4-FFF2-40B4-BE49-F238E27FC236}">
                  <a16:creationId xmlns:a16="http://schemas.microsoft.com/office/drawing/2014/main" id="{9ABE9AF1-F5C6-F17A-E168-A04473B2BBB4}"/>
                </a:ext>
              </a:extLst>
            </p:cNvPr>
            <p:cNvSpPr>
              <a:spLocks noGrp="1"/>
            </p:cNvSpPr>
            <p:nvPr/>
          </p:nvSpPr>
          <p:spPr>
            <a:xfrm>
              <a:off x="15993058" y="4554903"/>
              <a:ext cx="46880" cy="38652"/>
            </a:xfrm>
            <a:custGeom>
              <a:avLst/>
              <a:gdLst/>
              <a:ahLst/>
              <a:cxnLst/>
              <a:rect l="0" t="0" r="0" b="0"/>
              <a:pathLst>
                <a:path w="46880" h="38652">
                  <a:moveTo>
                    <a:pt x="0" y="38652"/>
                  </a:moveTo>
                  <a:lnTo>
                    <a:pt x="4688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2" name="Output_receptor__4511">
              <a:extLst>
                <a:ext uri="{FF2B5EF4-FFF2-40B4-BE49-F238E27FC236}">
                  <a16:creationId xmlns:a16="http://schemas.microsoft.com/office/drawing/2014/main" id="{927FDDF5-0190-3391-8DD4-B307AE36C4D9}"/>
                </a:ext>
              </a:extLst>
            </p:cNvPr>
            <p:cNvSpPr>
              <a:spLocks noGrp="1"/>
            </p:cNvSpPr>
            <p:nvPr/>
          </p:nvSpPr>
          <p:spPr>
            <a:xfrm>
              <a:off x="15619819" y="4012234"/>
              <a:ext cx="70022" cy="15029"/>
            </a:xfrm>
            <a:custGeom>
              <a:avLst/>
              <a:gdLst/>
              <a:ahLst/>
              <a:cxnLst/>
              <a:rect l="0" t="0" r="0" b="0"/>
              <a:pathLst>
                <a:path w="70022" h="15029">
                  <a:moveTo>
                    <a:pt x="70022" y="150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3" name="Output_receptor__4512">
              <a:extLst>
                <a:ext uri="{FF2B5EF4-FFF2-40B4-BE49-F238E27FC236}">
                  <a16:creationId xmlns:a16="http://schemas.microsoft.com/office/drawing/2014/main" id="{7C14A127-EA7F-2DE2-A7F0-478A20BEFFEC}"/>
                </a:ext>
              </a:extLst>
            </p:cNvPr>
            <p:cNvSpPr>
              <a:spLocks noGrp="1"/>
            </p:cNvSpPr>
            <p:nvPr/>
          </p:nvSpPr>
          <p:spPr>
            <a:xfrm>
              <a:off x="15693681" y="4135636"/>
              <a:ext cx="36541" cy="49603"/>
            </a:xfrm>
            <a:custGeom>
              <a:avLst/>
              <a:gdLst/>
              <a:ahLst/>
              <a:cxnLst/>
              <a:rect l="0" t="0" r="0" b="0"/>
              <a:pathLst>
                <a:path w="36541" h="49603">
                  <a:moveTo>
                    <a:pt x="0" y="49603"/>
                  </a:moveTo>
                  <a:lnTo>
                    <a:pt x="3654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4" name="Output_receptor__4513">
              <a:extLst>
                <a:ext uri="{FF2B5EF4-FFF2-40B4-BE49-F238E27FC236}">
                  <a16:creationId xmlns:a16="http://schemas.microsoft.com/office/drawing/2014/main" id="{AE9C7A7C-C9DA-7BA2-A907-B912E18046E9}"/>
                </a:ext>
              </a:extLst>
            </p:cNvPr>
            <p:cNvSpPr>
              <a:spLocks noGrp="1"/>
            </p:cNvSpPr>
            <p:nvPr/>
          </p:nvSpPr>
          <p:spPr>
            <a:xfrm>
              <a:off x="15416858" y="4040408"/>
              <a:ext cx="10854" cy="4851"/>
            </a:xfrm>
            <a:custGeom>
              <a:avLst/>
              <a:gdLst/>
              <a:ahLst/>
              <a:cxnLst/>
              <a:rect l="0" t="0" r="0" b="0"/>
              <a:pathLst>
                <a:path w="10854" h="4851">
                  <a:moveTo>
                    <a:pt x="10854" y="0"/>
                  </a:moveTo>
                  <a:lnTo>
                    <a:pt x="0" y="485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5" name="Output_receptor__4514">
              <a:extLst>
                <a:ext uri="{FF2B5EF4-FFF2-40B4-BE49-F238E27FC236}">
                  <a16:creationId xmlns:a16="http://schemas.microsoft.com/office/drawing/2014/main" id="{F13814DC-E623-A462-2806-E05FB606E4EB}"/>
                </a:ext>
              </a:extLst>
            </p:cNvPr>
            <p:cNvSpPr>
              <a:spLocks noGrp="1"/>
            </p:cNvSpPr>
            <p:nvPr/>
          </p:nvSpPr>
          <p:spPr>
            <a:xfrm>
              <a:off x="16663606" y="4149591"/>
              <a:ext cx="35952" cy="5925"/>
            </a:xfrm>
            <a:custGeom>
              <a:avLst/>
              <a:gdLst/>
              <a:ahLst/>
              <a:cxnLst/>
              <a:rect l="0" t="0" r="0" b="0"/>
              <a:pathLst>
                <a:path w="35952" h="5925">
                  <a:moveTo>
                    <a:pt x="35952" y="0"/>
                  </a:moveTo>
                  <a:lnTo>
                    <a:pt x="0" y="592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6" name="Output_receptor__4515">
              <a:extLst>
                <a:ext uri="{FF2B5EF4-FFF2-40B4-BE49-F238E27FC236}">
                  <a16:creationId xmlns:a16="http://schemas.microsoft.com/office/drawing/2014/main" id="{FEE10D02-D2CE-6E29-94C2-BA5DAFFE693A}"/>
                </a:ext>
              </a:extLst>
            </p:cNvPr>
            <p:cNvSpPr>
              <a:spLocks noGrp="1"/>
            </p:cNvSpPr>
            <p:nvPr/>
          </p:nvSpPr>
          <p:spPr>
            <a:xfrm>
              <a:off x="16039938" y="4523989"/>
              <a:ext cx="33671" cy="30913"/>
            </a:xfrm>
            <a:custGeom>
              <a:avLst/>
              <a:gdLst/>
              <a:ahLst/>
              <a:cxnLst/>
              <a:rect l="0" t="0" r="0" b="0"/>
              <a:pathLst>
                <a:path w="33671" h="30913">
                  <a:moveTo>
                    <a:pt x="0" y="30913"/>
                  </a:moveTo>
                  <a:lnTo>
                    <a:pt x="3367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7" name="Output_receptor__4516">
              <a:extLst>
                <a:ext uri="{FF2B5EF4-FFF2-40B4-BE49-F238E27FC236}">
                  <a16:creationId xmlns:a16="http://schemas.microsoft.com/office/drawing/2014/main" id="{9380904C-2531-AC2B-A805-C3F048146E65}"/>
                </a:ext>
              </a:extLst>
            </p:cNvPr>
            <p:cNvSpPr>
              <a:spLocks noGrp="1"/>
            </p:cNvSpPr>
            <p:nvPr/>
          </p:nvSpPr>
          <p:spPr>
            <a:xfrm>
              <a:off x="15782979" y="3893246"/>
              <a:ext cx="11866" cy="23427"/>
            </a:xfrm>
            <a:custGeom>
              <a:avLst/>
              <a:gdLst/>
              <a:ahLst/>
              <a:cxnLst/>
              <a:rect l="0" t="0" r="0" b="0"/>
              <a:pathLst>
                <a:path w="11866" h="23427">
                  <a:moveTo>
                    <a:pt x="0" y="23427"/>
                  </a:moveTo>
                  <a:lnTo>
                    <a:pt x="1186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8" name="Output_receptor__4517">
              <a:extLst>
                <a:ext uri="{FF2B5EF4-FFF2-40B4-BE49-F238E27FC236}">
                  <a16:creationId xmlns:a16="http://schemas.microsoft.com/office/drawing/2014/main" id="{A02FA017-8652-F49A-648A-6E632502EC81}"/>
                </a:ext>
              </a:extLst>
            </p:cNvPr>
            <p:cNvSpPr>
              <a:spLocks noGrp="1"/>
            </p:cNvSpPr>
            <p:nvPr/>
          </p:nvSpPr>
          <p:spPr>
            <a:xfrm>
              <a:off x="15837795" y="4187266"/>
              <a:ext cx="21824" cy="68483"/>
            </a:xfrm>
            <a:custGeom>
              <a:avLst/>
              <a:gdLst/>
              <a:ahLst/>
              <a:cxnLst/>
              <a:rect l="0" t="0" r="0" b="0"/>
              <a:pathLst>
                <a:path w="21824" h="68483">
                  <a:moveTo>
                    <a:pt x="21824" y="0"/>
                  </a:moveTo>
                  <a:lnTo>
                    <a:pt x="0" y="6848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9" name="Output_receptor__4518">
              <a:extLst>
                <a:ext uri="{FF2B5EF4-FFF2-40B4-BE49-F238E27FC236}">
                  <a16:creationId xmlns:a16="http://schemas.microsoft.com/office/drawing/2014/main" id="{FFEF653D-FB49-86C2-8A02-B9238041FDCE}"/>
                </a:ext>
              </a:extLst>
            </p:cNvPr>
            <p:cNvSpPr>
              <a:spLocks noGrp="1"/>
            </p:cNvSpPr>
            <p:nvPr/>
          </p:nvSpPr>
          <p:spPr>
            <a:xfrm>
              <a:off x="16024471" y="4207372"/>
              <a:ext cx="25297" cy="64587"/>
            </a:xfrm>
            <a:custGeom>
              <a:avLst/>
              <a:gdLst/>
              <a:ahLst/>
              <a:cxnLst/>
              <a:rect l="0" t="0" r="0" b="0"/>
              <a:pathLst>
                <a:path w="25297" h="64587">
                  <a:moveTo>
                    <a:pt x="0" y="64587"/>
                  </a:moveTo>
                  <a:lnTo>
                    <a:pt x="2529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0" name="Output_receptor__4519">
              <a:extLst>
                <a:ext uri="{FF2B5EF4-FFF2-40B4-BE49-F238E27FC236}">
                  <a16:creationId xmlns:a16="http://schemas.microsoft.com/office/drawing/2014/main" id="{E718C230-8996-9771-D330-B009940D290E}"/>
                </a:ext>
              </a:extLst>
            </p:cNvPr>
            <p:cNvSpPr>
              <a:spLocks noGrp="1"/>
            </p:cNvSpPr>
            <p:nvPr/>
          </p:nvSpPr>
          <p:spPr>
            <a:xfrm>
              <a:off x="15863118" y="4500421"/>
              <a:ext cx="66846" cy="5559"/>
            </a:xfrm>
            <a:custGeom>
              <a:avLst/>
              <a:gdLst/>
              <a:ahLst/>
              <a:cxnLst/>
              <a:rect l="0" t="0" r="0" b="0"/>
              <a:pathLst>
                <a:path w="66846" h="5559">
                  <a:moveTo>
                    <a:pt x="0" y="5559"/>
                  </a:moveTo>
                  <a:lnTo>
                    <a:pt x="6684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1" name="Output_receptor__4520">
              <a:extLst>
                <a:ext uri="{FF2B5EF4-FFF2-40B4-BE49-F238E27FC236}">
                  <a16:creationId xmlns:a16="http://schemas.microsoft.com/office/drawing/2014/main" id="{62EDF2BE-364B-45E4-44F4-7B85EB1767B6}"/>
                </a:ext>
              </a:extLst>
            </p:cNvPr>
            <p:cNvSpPr>
              <a:spLocks noGrp="1"/>
            </p:cNvSpPr>
            <p:nvPr/>
          </p:nvSpPr>
          <p:spPr>
            <a:xfrm>
              <a:off x="16604319" y="3696826"/>
              <a:ext cx="69859" cy="7910"/>
            </a:xfrm>
            <a:custGeom>
              <a:avLst/>
              <a:gdLst/>
              <a:ahLst/>
              <a:cxnLst/>
              <a:rect l="0" t="0" r="0" b="0"/>
              <a:pathLst>
                <a:path w="69859" h="7910">
                  <a:moveTo>
                    <a:pt x="69859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2" name="Output_receptor__4521">
              <a:extLst>
                <a:ext uri="{FF2B5EF4-FFF2-40B4-BE49-F238E27FC236}">
                  <a16:creationId xmlns:a16="http://schemas.microsoft.com/office/drawing/2014/main" id="{6B32DC96-20D4-DBF7-E84E-F94A9A6448E9}"/>
                </a:ext>
              </a:extLst>
            </p:cNvPr>
            <p:cNvSpPr>
              <a:spLocks noGrp="1"/>
            </p:cNvSpPr>
            <p:nvPr/>
          </p:nvSpPr>
          <p:spPr>
            <a:xfrm>
              <a:off x="16024471" y="4271959"/>
              <a:ext cx="41406" cy="52879"/>
            </a:xfrm>
            <a:custGeom>
              <a:avLst/>
              <a:gdLst/>
              <a:ahLst/>
              <a:cxnLst/>
              <a:rect l="0" t="0" r="0" b="0"/>
              <a:pathLst>
                <a:path w="41406" h="52879">
                  <a:moveTo>
                    <a:pt x="41406" y="528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3" name="Output_receptor__4522">
              <a:extLst>
                <a:ext uri="{FF2B5EF4-FFF2-40B4-BE49-F238E27FC236}">
                  <a16:creationId xmlns:a16="http://schemas.microsoft.com/office/drawing/2014/main" id="{496471E2-8773-48E4-D817-37E8E1776002}"/>
                </a:ext>
              </a:extLst>
            </p:cNvPr>
            <p:cNvSpPr>
              <a:spLocks noGrp="1"/>
            </p:cNvSpPr>
            <p:nvPr/>
          </p:nvSpPr>
          <p:spPr>
            <a:xfrm>
              <a:off x="15957919" y="3967911"/>
              <a:ext cx="66569" cy="18603"/>
            </a:xfrm>
            <a:custGeom>
              <a:avLst/>
              <a:gdLst/>
              <a:ahLst/>
              <a:cxnLst/>
              <a:rect l="0" t="0" r="0" b="0"/>
              <a:pathLst>
                <a:path w="66569" h="18603">
                  <a:moveTo>
                    <a:pt x="66569" y="18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4" name="Output_receptor__4523">
              <a:extLst>
                <a:ext uri="{FF2B5EF4-FFF2-40B4-BE49-F238E27FC236}">
                  <a16:creationId xmlns:a16="http://schemas.microsoft.com/office/drawing/2014/main" id="{98BFDDCC-EC35-625F-8BEE-5FCC42273CDC}"/>
                </a:ext>
              </a:extLst>
            </p:cNvPr>
            <p:cNvSpPr>
              <a:spLocks noGrp="1"/>
            </p:cNvSpPr>
            <p:nvPr/>
          </p:nvSpPr>
          <p:spPr>
            <a:xfrm>
              <a:off x="16644950" y="4068306"/>
              <a:ext cx="69886" cy="12823"/>
            </a:xfrm>
            <a:custGeom>
              <a:avLst/>
              <a:gdLst/>
              <a:ahLst/>
              <a:cxnLst/>
              <a:rect l="0" t="0" r="0" b="0"/>
              <a:pathLst>
                <a:path w="69886" h="12823">
                  <a:moveTo>
                    <a:pt x="0" y="0"/>
                  </a:moveTo>
                  <a:lnTo>
                    <a:pt x="69886" y="1282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5" name="Output_receptor__4524">
              <a:extLst>
                <a:ext uri="{FF2B5EF4-FFF2-40B4-BE49-F238E27FC236}">
                  <a16:creationId xmlns:a16="http://schemas.microsoft.com/office/drawing/2014/main" id="{333C7BF8-2918-2FA3-221A-EABFE12DA745}"/>
                </a:ext>
              </a:extLst>
            </p:cNvPr>
            <p:cNvSpPr>
              <a:spLocks noGrp="1"/>
            </p:cNvSpPr>
            <p:nvPr/>
          </p:nvSpPr>
          <p:spPr>
            <a:xfrm>
              <a:off x="15990078" y="4167074"/>
              <a:ext cx="59690" cy="40297"/>
            </a:xfrm>
            <a:custGeom>
              <a:avLst/>
              <a:gdLst/>
              <a:ahLst/>
              <a:cxnLst/>
              <a:rect l="0" t="0" r="0" b="0"/>
              <a:pathLst>
                <a:path w="59690" h="40297">
                  <a:moveTo>
                    <a:pt x="59690" y="402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6" name="Output_receptor__4525">
              <a:extLst>
                <a:ext uri="{FF2B5EF4-FFF2-40B4-BE49-F238E27FC236}">
                  <a16:creationId xmlns:a16="http://schemas.microsoft.com/office/drawing/2014/main" id="{2828BA81-45EC-2D2D-C8AF-CF33B83A4471}"/>
                </a:ext>
              </a:extLst>
            </p:cNvPr>
            <p:cNvSpPr>
              <a:spLocks noGrp="1"/>
            </p:cNvSpPr>
            <p:nvPr/>
          </p:nvSpPr>
          <p:spPr>
            <a:xfrm>
              <a:off x="16677548" y="3811607"/>
              <a:ext cx="46564" cy="55273"/>
            </a:xfrm>
            <a:custGeom>
              <a:avLst/>
              <a:gdLst/>
              <a:ahLst/>
              <a:cxnLst/>
              <a:rect l="0" t="0" r="0" b="0"/>
              <a:pathLst>
                <a:path w="46564" h="55273">
                  <a:moveTo>
                    <a:pt x="0" y="55273"/>
                  </a:moveTo>
                  <a:lnTo>
                    <a:pt x="4656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7" name="Output_receptor__4526">
              <a:extLst>
                <a:ext uri="{FF2B5EF4-FFF2-40B4-BE49-F238E27FC236}">
                  <a16:creationId xmlns:a16="http://schemas.microsoft.com/office/drawing/2014/main" id="{784B024C-398D-E105-DEA9-90C0FFF8A239}"/>
                </a:ext>
              </a:extLst>
            </p:cNvPr>
            <p:cNvSpPr>
              <a:spLocks noGrp="1"/>
            </p:cNvSpPr>
            <p:nvPr/>
          </p:nvSpPr>
          <p:spPr>
            <a:xfrm>
              <a:off x="16479398" y="3917029"/>
              <a:ext cx="257" cy="13410"/>
            </a:xfrm>
            <a:custGeom>
              <a:avLst/>
              <a:gdLst/>
              <a:ahLst/>
              <a:cxnLst/>
              <a:rect l="0" t="0" r="0" b="0"/>
              <a:pathLst>
                <a:path w="257" h="13410">
                  <a:moveTo>
                    <a:pt x="0" y="0"/>
                  </a:moveTo>
                  <a:lnTo>
                    <a:pt x="257" y="1341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8" name="Output_receptor__4527">
              <a:extLst>
                <a:ext uri="{FF2B5EF4-FFF2-40B4-BE49-F238E27FC236}">
                  <a16:creationId xmlns:a16="http://schemas.microsoft.com/office/drawing/2014/main" id="{12F4E473-8AAF-865B-59EE-64D0EB28A0B2}"/>
                </a:ext>
              </a:extLst>
            </p:cNvPr>
            <p:cNvSpPr>
              <a:spLocks noGrp="1"/>
            </p:cNvSpPr>
            <p:nvPr/>
          </p:nvSpPr>
          <p:spPr>
            <a:xfrm>
              <a:off x="16210696" y="4153728"/>
              <a:ext cx="6331" cy="16990"/>
            </a:xfrm>
            <a:custGeom>
              <a:avLst/>
              <a:gdLst/>
              <a:ahLst/>
              <a:cxnLst/>
              <a:rect l="0" t="0" r="0" b="0"/>
              <a:pathLst>
                <a:path w="6331" h="16990">
                  <a:moveTo>
                    <a:pt x="0" y="0"/>
                  </a:moveTo>
                  <a:lnTo>
                    <a:pt x="6331" y="1699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9" name="Output_receptor__4528">
              <a:extLst>
                <a:ext uri="{FF2B5EF4-FFF2-40B4-BE49-F238E27FC236}">
                  <a16:creationId xmlns:a16="http://schemas.microsoft.com/office/drawing/2014/main" id="{1E6CA1F6-3116-93C5-7B9B-EDE70DB11DFF}"/>
                </a:ext>
              </a:extLst>
            </p:cNvPr>
            <p:cNvSpPr>
              <a:spLocks noGrp="1"/>
            </p:cNvSpPr>
            <p:nvPr/>
          </p:nvSpPr>
          <p:spPr>
            <a:xfrm>
              <a:off x="16313885" y="3475259"/>
              <a:ext cx="21559" cy="65427"/>
            </a:xfrm>
            <a:custGeom>
              <a:avLst/>
              <a:gdLst/>
              <a:ahLst/>
              <a:cxnLst/>
              <a:rect l="0" t="0" r="0" b="0"/>
              <a:pathLst>
                <a:path w="21559" h="65427">
                  <a:moveTo>
                    <a:pt x="0" y="65427"/>
                  </a:moveTo>
                  <a:lnTo>
                    <a:pt x="2155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30" name="Output_receptor__4529">
              <a:extLst>
                <a:ext uri="{FF2B5EF4-FFF2-40B4-BE49-F238E27FC236}">
                  <a16:creationId xmlns:a16="http://schemas.microsoft.com/office/drawing/2014/main" id="{A7DB4363-3717-9BF1-A98E-914E8251AF51}"/>
                </a:ext>
              </a:extLst>
            </p:cNvPr>
            <p:cNvSpPr>
              <a:spLocks noGrp="1"/>
            </p:cNvSpPr>
            <p:nvPr/>
          </p:nvSpPr>
          <p:spPr>
            <a:xfrm>
              <a:off x="16005646" y="3986514"/>
              <a:ext cx="18842" cy="69865"/>
            </a:xfrm>
            <a:custGeom>
              <a:avLst/>
              <a:gdLst/>
              <a:ahLst/>
              <a:cxnLst/>
              <a:rect l="0" t="0" r="0" b="0"/>
              <a:pathLst>
                <a:path w="18842" h="69865">
                  <a:moveTo>
                    <a:pt x="0" y="69865"/>
                  </a:moveTo>
                  <a:lnTo>
                    <a:pt x="1884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1" name="Output_receptor__4530">
              <a:extLst>
                <a:ext uri="{FF2B5EF4-FFF2-40B4-BE49-F238E27FC236}">
                  <a16:creationId xmlns:a16="http://schemas.microsoft.com/office/drawing/2014/main" id="{17F32238-A6C3-2630-0E6D-00A4E5FD5D6E}"/>
                </a:ext>
              </a:extLst>
            </p:cNvPr>
            <p:cNvSpPr>
              <a:spLocks noGrp="1"/>
            </p:cNvSpPr>
            <p:nvPr/>
          </p:nvSpPr>
          <p:spPr>
            <a:xfrm>
              <a:off x="15797375" y="4173457"/>
              <a:ext cx="62244" cy="13809"/>
            </a:xfrm>
            <a:custGeom>
              <a:avLst/>
              <a:gdLst/>
              <a:ahLst/>
              <a:cxnLst/>
              <a:rect l="0" t="0" r="0" b="0"/>
              <a:pathLst>
                <a:path w="62244" h="13809">
                  <a:moveTo>
                    <a:pt x="0" y="0"/>
                  </a:moveTo>
                  <a:lnTo>
                    <a:pt x="62244" y="1380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2" name="Output_receptor__4531">
              <a:extLst>
                <a:ext uri="{FF2B5EF4-FFF2-40B4-BE49-F238E27FC236}">
                  <a16:creationId xmlns:a16="http://schemas.microsoft.com/office/drawing/2014/main" id="{B68BB761-A951-1C68-4AFE-49F721907753}"/>
                </a:ext>
              </a:extLst>
            </p:cNvPr>
            <p:cNvSpPr>
              <a:spLocks noGrp="1"/>
            </p:cNvSpPr>
            <p:nvPr/>
          </p:nvSpPr>
          <p:spPr>
            <a:xfrm>
              <a:off x="16015774" y="4324838"/>
              <a:ext cx="50103" cy="51695"/>
            </a:xfrm>
            <a:custGeom>
              <a:avLst/>
              <a:gdLst/>
              <a:ahLst/>
              <a:cxnLst/>
              <a:rect l="0" t="0" r="0" b="0"/>
              <a:pathLst>
                <a:path w="50103" h="51695">
                  <a:moveTo>
                    <a:pt x="0" y="51695"/>
                  </a:moveTo>
                  <a:lnTo>
                    <a:pt x="5010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3" name="Output_receptor__4532">
              <a:extLst>
                <a:ext uri="{FF2B5EF4-FFF2-40B4-BE49-F238E27FC236}">
                  <a16:creationId xmlns:a16="http://schemas.microsoft.com/office/drawing/2014/main" id="{00870D40-937F-9414-DEFD-CC3D98256572}"/>
                </a:ext>
              </a:extLst>
            </p:cNvPr>
            <p:cNvSpPr>
              <a:spLocks noGrp="1"/>
            </p:cNvSpPr>
            <p:nvPr/>
          </p:nvSpPr>
          <p:spPr>
            <a:xfrm>
              <a:off x="15926355" y="3967911"/>
              <a:ext cx="31565" cy="39095"/>
            </a:xfrm>
            <a:custGeom>
              <a:avLst/>
              <a:gdLst/>
              <a:ahLst/>
              <a:cxnLst/>
              <a:rect l="0" t="0" r="0" b="0"/>
              <a:pathLst>
                <a:path w="31565" h="39095">
                  <a:moveTo>
                    <a:pt x="31565" y="0"/>
                  </a:moveTo>
                  <a:lnTo>
                    <a:pt x="0" y="3909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4" name="Output_receptor__4533">
              <a:extLst>
                <a:ext uri="{FF2B5EF4-FFF2-40B4-BE49-F238E27FC236}">
                  <a16:creationId xmlns:a16="http://schemas.microsoft.com/office/drawing/2014/main" id="{6A0C086E-6EF4-A2B9-77BF-736D1AF80321}"/>
                </a:ext>
              </a:extLst>
            </p:cNvPr>
            <p:cNvSpPr>
              <a:spLocks noGrp="1"/>
            </p:cNvSpPr>
            <p:nvPr/>
          </p:nvSpPr>
          <p:spPr>
            <a:xfrm>
              <a:off x="15627908" y="4081151"/>
              <a:ext cx="47202" cy="27022"/>
            </a:xfrm>
            <a:custGeom>
              <a:avLst/>
              <a:gdLst/>
              <a:ahLst/>
              <a:cxnLst/>
              <a:rect l="0" t="0" r="0" b="0"/>
              <a:pathLst>
                <a:path w="47202" h="27022">
                  <a:moveTo>
                    <a:pt x="0" y="27022"/>
                  </a:moveTo>
                  <a:lnTo>
                    <a:pt x="4720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5" name="Output_receptor__4534">
              <a:extLst>
                <a:ext uri="{FF2B5EF4-FFF2-40B4-BE49-F238E27FC236}">
                  <a16:creationId xmlns:a16="http://schemas.microsoft.com/office/drawing/2014/main" id="{AE07BA5E-13F7-CA6B-7F47-8527B968CCBF}"/>
                </a:ext>
              </a:extLst>
            </p:cNvPr>
            <p:cNvSpPr>
              <a:spLocks noGrp="1"/>
            </p:cNvSpPr>
            <p:nvPr/>
          </p:nvSpPr>
          <p:spPr>
            <a:xfrm>
              <a:off x="15675110" y="4027262"/>
              <a:ext cx="14731" cy="53889"/>
            </a:xfrm>
            <a:custGeom>
              <a:avLst/>
              <a:gdLst/>
              <a:ahLst/>
              <a:cxnLst/>
              <a:rect l="0" t="0" r="0" b="0"/>
              <a:pathLst>
                <a:path w="14731" h="53889">
                  <a:moveTo>
                    <a:pt x="0" y="53889"/>
                  </a:moveTo>
                  <a:lnTo>
                    <a:pt x="1473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6" name="Output_receptor__4535">
              <a:extLst>
                <a:ext uri="{FF2B5EF4-FFF2-40B4-BE49-F238E27FC236}">
                  <a16:creationId xmlns:a16="http://schemas.microsoft.com/office/drawing/2014/main" id="{CCE5B900-BDB7-FE29-504C-15E5AEEFD6A6}"/>
                </a:ext>
              </a:extLst>
            </p:cNvPr>
            <p:cNvSpPr>
              <a:spLocks noGrp="1"/>
            </p:cNvSpPr>
            <p:nvPr/>
          </p:nvSpPr>
          <p:spPr>
            <a:xfrm>
              <a:off x="15834830" y="4503602"/>
              <a:ext cx="28288" cy="2379"/>
            </a:xfrm>
            <a:custGeom>
              <a:avLst/>
              <a:gdLst/>
              <a:ahLst/>
              <a:cxnLst/>
              <a:rect l="0" t="0" r="0" b="0"/>
              <a:pathLst>
                <a:path w="28288" h="2379">
                  <a:moveTo>
                    <a:pt x="0" y="0"/>
                  </a:moveTo>
                  <a:lnTo>
                    <a:pt x="28288" y="237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7" name="Output_receptor__4536">
              <a:extLst>
                <a:ext uri="{FF2B5EF4-FFF2-40B4-BE49-F238E27FC236}">
                  <a16:creationId xmlns:a16="http://schemas.microsoft.com/office/drawing/2014/main" id="{105DDB4B-7662-116B-917F-48D4D1285D67}"/>
                </a:ext>
              </a:extLst>
            </p:cNvPr>
            <p:cNvSpPr>
              <a:spLocks noGrp="1"/>
            </p:cNvSpPr>
            <p:nvPr/>
          </p:nvSpPr>
          <p:spPr>
            <a:xfrm>
              <a:off x="16699558" y="4081129"/>
              <a:ext cx="15277" cy="68462"/>
            </a:xfrm>
            <a:custGeom>
              <a:avLst/>
              <a:gdLst/>
              <a:ahLst/>
              <a:cxnLst/>
              <a:rect l="0" t="0" r="0" b="0"/>
              <a:pathLst>
                <a:path w="15277" h="68462">
                  <a:moveTo>
                    <a:pt x="15277" y="0"/>
                  </a:moveTo>
                  <a:lnTo>
                    <a:pt x="0" y="684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8" name="Output_receptor__4537">
              <a:extLst>
                <a:ext uri="{FF2B5EF4-FFF2-40B4-BE49-F238E27FC236}">
                  <a16:creationId xmlns:a16="http://schemas.microsoft.com/office/drawing/2014/main" id="{DAA1DB83-300D-D7E9-16BB-52B612CBA412}"/>
                </a:ext>
              </a:extLst>
            </p:cNvPr>
            <p:cNvSpPr>
              <a:spLocks noGrp="1"/>
            </p:cNvSpPr>
            <p:nvPr/>
          </p:nvSpPr>
          <p:spPr>
            <a:xfrm>
              <a:off x="15953051" y="4167074"/>
              <a:ext cx="37027" cy="51639"/>
            </a:xfrm>
            <a:custGeom>
              <a:avLst/>
              <a:gdLst/>
              <a:ahLst/>
              <a:cxnLst/>
              <a:rect l="0" t="0" r="0" b="0"/>
              <a:pathLst>
                <a:path w="37027" h="51639">
                  <a:moveTo>
                    <a:pt x="37027" y="0"/>
                  </a:moveTo>
                  <a:lnTo>
                    <a:pt x="0" y="5163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9" name="Output_receptor__4538">
              <a:extLst>
                <a:ext uri="{FF2B5EF4-FFF2-40B4-BE49-F238E27FC236}">
                  <a16:creationId xmlns:a16="http://schemas.microsoft.com/office/drawing/2014/main" id="{B949CF2A-0795-43D6-1527-BEF61B683076}"/>
                </a:ext>
              </a:extLst>
            </p:cNvPr>
            <p:cNvSpPr>
              <a:spLocks noGrp="1"/>
            </p:cNvSpPr>
            <p:nvPr/>
          </p:nvSpPr>
          <p:spPr>
            <a:xfrm>
              <a:off x="15602841" y="4012234"/>
              <a:ext cx="16978" cy="3124"/>
            </a:xfrm>
            <a:custGeom>
              <a:avLst/>
              <a:gdLst/>
              <a:ahLst/>
              <a:cxnLst/>
              <a:rect l="0" t="0" r="0" b="0"/>
              <a:pathLst>
                <a:path w="16978" h="3124">
                  <a:moveTo>
                    <a:pt x="16978" y="0"/>
                  </a:moveTo>
                  <a:lnTo>
                    <a:pt x="0" y="312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0" name="Output_receptor__4539">
              <a:extLst>
                <a:ext uri="{FF2B5EF4-FFF2-40B4-BE49-F238E27FC236}">
                  <a16:creationId xmlns:a16="http://schemas.microsoft.com/office/drawing/2014/main" id="{D86EE185-D99F-CBA6-EB0D-44FBDB76A167}"/>
                </a:ext>
              </a:extLst>
            </p:cNvPr>
            <p:cNvSpPr>
              <a:spLocks noGrp="1"/>
            </p:cNvSpPr>
            <p:nvPr/>
          </p:nvSpPr>
          <p:spPr>
            <a:xfrm>
              <a:off x="16190832" y="4298234"/>
              <a:ext cx="9558" cy="26418"/>
            </a:xfrm>
            <a:custGeom>
              <a:avLst/>
              <a:gdLst/>
              <a:ahLst/>
              <a:cxnLst/>
              <a:rect l="0" t="0" r="0" b="0"/>
              <a:pathLst>
                <a:path w="9558" h="26418">
                  <a:moveTo>
                    <a:pt x="9558" y="264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41" name="Output_receptor__4540">
              <a:extLst>
                <a:ext uri="{FF2B5EF4-FFF2-40B4-BE49-F238E27FC236}">
                  <a16:creationId xmlns:a16="http://schemas.microsoft.com/office/drawing/2014/main" id="{4ACC34D1-01FE-F360-33F7-455117B5C2C5}"/>
                </a:ext>
              </a:extLst>
            </p:cNvPr>
            <p:cNvSpPr>
              <a:spLocks noGrp="1"/>
            </p:cNvSpPr>
            <p:nvPr/>
          </p:nvSpPr>
          <p:spPr>
            <a:xfrm>
              <a:off x="16625277" y="3759819"/>
              <a:ext cx="33679" cy="31141"/>
            </a:xfrm>
            <a:custGeom>
              <a:avLst/>
              <a:gdLst/>
              <a:ahLst/>
              <a:cxnLst/>
              <a:rect l="0" t="0" r="0" b="0"/>
              <a:pathLst>
                <a:path w="33679" h="31141">
                  <a:moveTo>
                    <a:pt x="0" y="31141"/>
                  </a:moveTo>
                  <a:lnTo>
                    <a:pt x="3367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2" name="Output_receptor__4541">
              <a:extLst>
                <a:ext uri="{FF2B5EF4-FFF2-40B4-BE49-F238E27FC236}">
                  <a16:creationId xmlns:a16="http://schemas.microsoft.com/office/drawing/2014/main" id="{86AFC031-6BC7-E056-FF0E-2D2B72BA3F43}"/>
                </a:ext>
              </a:extLst>
            </p:cNvPr>
            <p:cNvSpPr>
              <a:spLocks noGrp="1"/>
            </p:cNvSpPr>
            <p:nvPr/>
          </p:nvSpPr>
          <p:spPr>
            <a:xfrm>
              <a:off x="16540070" y="3606590"/>
              <a:ext cx="70151" cy="10448"/>
            </a:xfrm>
            <a:custGeom>
              <a:avLst/>
              <a:gdLst/>
              <a:ahLst/>
              <a:cxnLst/>
              <a:rect l="0" t="0" r="0" b="0"/>
              <a:pathLst>
                <a:path w="70151" h="10448">
                  <a:moveTo>
                    <a:pt x="70151" y="0"/>
                  </a:moveTo>
                  <a:lnTo>
                    <a:pt x="0" y="1044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3" name="Output_receptor__4542">
              <a:extLst>
                <a:ext uri="{FF2B5EF4-FFF2-40B4-BE49-F238E27FC236}">
                  <a16:creationId xmlns:a16="http://schemas.microsoft.com/office/drawing/2014/main" id="{C26C7AA2-956E-A35C-4D34-EF97D7D52799}"/>
                </a:ext>
              </a:extLst>
            </p:cNvPr>
            <p:cNvSpPr>
              <a:spLocks noGrp="1"/>
            </p:cNvSpPr>
            <p:nvPr/>
          </p:nvSpPr>
          <p:spPr>
            <a:xfrm>
              <a:off x="15786563" y="4409552"/>
              <a:ext cx="67450" cy="21132"/>
            </a:xfrm>
            <a:custGeom>
              <a:avLst/>
              <a:gdLst/>
              <a:ahLst/>
              <a:cxnLst/>
              <a:rect l="0" t="0" r="0" b="0"/>
              <a:pathLst>
                <a:path w="67450" h="21132">
                  <a:moveTo>
                    <a:pt x="0" y="21132"/>
                  </a:moveTo>
                  <a:lnTo>
                    <a:pt x="6745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4" name="Output_receptor__4543">
              <a:extLst>
                <a:ext uri="{FF2B5EF4-FFF2-40B4-BE49-F238E27FC236}">
                  <a16:creationId xmlns:a16="http://schemas.microsoft.com/office/drawing/2014/main" id="{76378D31-2391-4546-0997-337B7771442F}"/>
                </a:ext>
              </a:extLst>
            </p:cNvPr>
            <p:cNvSpPr>
              <a:spLocks noGrp="1"/>
            </p:cNvSpPr>
            <p:nvPr/>
          </p:nvSpPr>
          <p:spPr>
            <a:xfrm>
              <a:off x="16588876" y="3696826"/>
              <a:ext cx="15442" cy="3399"/>
            </a:xfrm>
            <a:custGeom>
              <a:avLst/>
              <a:gdLst/>
              <a:ahLst/>
              <a:cxnLst/>
              <a:rect l="0" t="0" r="0" b="0"/>
              <a:pathLst>
                <a:path w="15442" h="3399">
                  <a:moveTo>
                    <a:pt x="15442" y="0"/>
                  </a:moveTo>
                  <a:lnTo>
                    <a:pt x="0" y="339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5" name="Output_receptor__4544">
              <a:extLst>
                <a:ext uri="{FF2B5EF4-FFF2-40B4-BE49-F238E27FC236}">
                  <a16:creationId xmlns:a16="http://schemas.microsoft.com/office/drawing/2014/main" id="{26B707D9-FDE6-0D27-90BD-50707C81C917}"/>
                </a:ext>
              </a:extLst>
            </p:cNvPr>
            <p:cNvSpPr>
              <a:spLocks noGrp="1"/>
            </p:cNvSpPr>
            <p:nvPr/>
          </p:nvSpPr>
          <p:spPr>
            <a:xfrm>
              <a:off x="16621354" y="4068306"/>
              <a:ext cx="23596" cy="30610"/>
            </a:xfrm>
            <a:custGeom>
              <a:avLst/>
              <a:gdLst/>
              <a:ahLst/>
              <a:cxnLst/>
              <a:rect l="0" t="0" r="0" b="0"/>
              <a:pathLst>
                <a:path w="23596" h="30610">
                  <a:moveTo>
                    <a:pt x="0" y="30610"/>
                  </a:moveTo>
                  <a:lnTo>
                    <a:pt x="2359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6" name="Output_receptor__4545">
              <a:extLst>
                <a:ext uri="{FF2B5EF4-FFF2-40B4-BE49-F238E27FC236}">
                  <a16:creationId xmlns:a16="http://schemas.microsoft.com/office/drawing/2014/main" id="{2F4C3B3C-9FFC-3D42-270A-015FB263FDAF}"/>
                </a:ext>
              </a:extLst>
            </p:cNvPr>
            <p:cNvSpPr>
              <a:spLocks noGrp="1"/>
            </p:cNvSpPr>
            <p:nvPr/>
          </p:nvSpPr>
          <p:spPr>
            <a:xfrm>
              <a:off x="16544974" y="3855523"/>
              <a:ext cx="5584" cy="63079"/>
            </a:xfrm>
            <a:custGeom>
              <a:avLst/>
              <a:gdLst/>
              <a:ahLst/>
              <a:cxnLst/>
              <a:rect l="0" t="0" r="0" b="0"/>
              <a:pathLst>
                <a:path w="5584" h="63079">
                  <a:moveTo>
                    <a:pt x="5584" y="630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7" name="Output_receptor__4546">
              <a:extLst>
                <a:ext uri="{FF2B5EF4-FFF2-40B4-BE49-F238E27FC236}">
                  <a16:creationId xmlns:a16="http://schemas.microsoft.com/office/drawing/2014/main" id="{BD0F0F8E-B1FB-02A1-D3C2-971F6B8201BA}"/>
                </a:ext>
              </a:extLst>
            </p:cNvPr>
            <p:cNvSpPr>
              <a:spLocks noGrp="1"/>
            </p:cNvSpPr>
            <p:nvPr/>
          </p:nvSpPr>
          <p:spPr>
            <a:xfrm>
              <a:off x="16284423" y="3540685"/>
              <a:ext cx="29462" cy="22437"/>
            </a:xfrm>
            <a:custGeom>
              <a:avLst/>
              <a:gdLst/>
              <a:ahLst/>
              <a:cxnLst/>
              <a:rect l="0" t="0" r="0" b="0"/>
              <a:pathLst>
                <a:path w="29462" h="22437">
                  <a:moveTo>
                    <a:pt x="0" y="22437"/>
                  </a:moveTo>
                  <a:lnTo>
                    <a:pt x="2946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48" name="Output_receptor__4547">
              <a:extLst>
                <a:ext uri="{FF2B5EF4-FFF2-40B4-BE49-F238E27FC236}">
                  <a16:creationId xmlns:a16="http://schemas.microsoft.com/office/drawing/2014/main" id="{E4AA4621-AB94-2A16-C31A-89DC6071A822}"/>
                </a:ext>
              </a:extLst>
            </p:cNvPr>
            <p:cNvSpPr>
              <a:spLocks noGrp="1"/>
            </p:cNvSpPr>
            <p:nvPr/>
          </p:nvSpPr>
          <p:spPr>
            <a:xfrm>
              <a:off x="16658956" y="3704736"/>
              <a:ext cx="15222" cy="55083"/>
            </a:xfrm>
            <a:custGeom>
              <a:avLst/>
              <a:gdLst/>
              <a:ahLst/>
              <a:cxnLst/>
              <a:rect l="0" t="0" r="0" b="0"/>
              <a:pathLst>
                <a:path w="15222" h="55083">
                  <a:moveTo>
                    <a:pt x="0" y="55083"/>
                  </a:moveTo>
                  <a:lnTo>
                    <a:pt x="1522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9" name="Output_receptor__4548">
              <a:extLst>
                <a:ext uri="{FF2B5EF4-FFF2-40B4-BE49-F238E27FC236}">
                  <a16:creationId xmlns:a16="http://schemas.microsoft.com/office/drawing/2014/main" id="{62B18CA6-1A1B-DB43-5BD6-00D4C98D052C}"/>
                </a:ext>
              </a:extLst>
            </p:cNvPr>
            <p:cNvSpPr>
              <a:spLocks noGrp="1"/>
            </p:cNvSpPr>
            <p:nvPr/>
          </p:nvSpPr>
          <p:spPr>
            <a:xfrm>
              <a:off x="16489434" y="3833187"/>
              <a:ext cx="55540" cy="22336"/>
            </a:xfrm>
            <a:custGeom>
              <a:avLst/>
              <a:gdLst/>
              <a:ahLst/>
              <a:cxnLst/>
              <a:rect l="0" t="0" r="0" b="0"/>
              <a:pathLst>
                <a:path w="55540" h="22336">
                  <a:moveTo>
                    <a:pt x="55540" y="223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0" name="Output_receptor__4549">
              <a:extLst>
                <a:ext uri="{FF2B5EF4-FFF2-40B4-BE49-F238E27FC236}">
                  <a16:creationId xmlns:a16="http://schemas.microsoft.com/office/drawing/2014/main" id="{59BBC22B-AF8A-9065-2CDD-DE0AFB074C1D}"/>
                </a:ext>
              </a:extLst>
            </p:cNvPr>
            <p:cNvSpPr>
              <a:spLocks noGrp="1"/>
            </p:cNvSpPr>
            <p:nvPr/>
          </p:nvSpPr>
          <p:spPr>
            <a:xfrm>
              <a:off x="15747019" y="3816079"/>
              <a:ext cx="64650" cy="9567"/>
            </a:xfrm>
            <a:custGeom>
              <a:avLst/>
              <a:gdLst/>
              <a:ahLst/>
              <a:cxnLst/>
              <a:rect l="0" t="0" r="0" b="0"/>
              <a:pathLst>
                <a:path w="64650" h="9567">
                  <a:moveTo>
                    <a:pt x="0" y="9567"/>
                  </a:moveTo>
                  <a:lnTo>
                    <a:pt x="6465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1" name="Output_receptor__4550">
              <a:extLst>
                <a:ext uri="{FF2B5EF4-FFF2-40B4-BE49-F238E27FC236}">
                  <a16:creationId xmlns:a16="http://schemas.microsoft.com/office/drawing/2014/main" id="{18358ADA-4FA8-EC38-70D2-95CDF44F360E}"/>
                </a:ext>
              </a:extLst>
            </p:cNvPr>
            <p:cNvSpPr>
              <a:spLocks noGrp="1"/>
            </p:cNvSpPr>
            <p:nvPr/>
          </p:nvSpPr>
          <p:spPr>
            <a:xfrm>
              <a:off x="15886304" y="4553935"/>
              <a:ext cx="31014" cy="43232"/>
            </a:xfrm>
            <a:custGeom>
              <a:avLst/>
              <a:gdLst/>
              <a:ahLst/>
              <a:cxnLst/>
              <a:rect l="0" t="0" r="0" b="0"/>
              <a:pathLst>
                <a:path w="31014" h="43232">
                  <a:moveTo>
                    <a:pt x="31014" y="0"/>
                  </a:moveTo>
                  <a:lnTo>
                    <a:pt x="0" y="4323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2" name="Output_receptor__4551">
              <a:extLst>
                <a:ext uri="{FF2B5EF4-FFF2-40B4-BE49-F238E27FC236}">
                  <a16:creationId xmlns:a16="http://schemas.microsoft.com/office/drawing/2014/main" id="{6BCB6F84-99A9-5BE8-6342-10DC9BE346F0}"/>
                </a:ext>
              </a:extLst>
            </p:cNvPr>
            <p:cNvSpPr>
              <a:spLocks noGrp="1"/>
            </p:cNvSpPr>
            <p:nvPr/>
          </p:nvSpPr>
          <p:spPr>
            <a:xfrm>
              <a:off x="16215515" y="4071577"/>
              <a:ext cx="46209" cy="43034"/>
            </a:xfrm>
            <a:custGeom>
              <a:avLst/>
              <a:gdLst/>
              <a:ahLst/>
              <a:cxnLst/>
              <a:rect l="0" t="0" r="0" b="0"/>
              <a:pathLst>
                <a:path w="46209" h="43034">
                  <a:moveTo>
                    <a:pt x="46209" y="43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3" name="Output_receptor__4552">
              <a:extLst>
                <a:ext uri="{FF2B5EF4-FFF2-40B4-BE49-F238E27FC236}">
                  <a16:creationId xmlns:a16="http://schemas.microsoft.com/office/drawing/2014/main" id="{97416804-F115-ECCD-E3E4-A89B82ACF84A}"/>
                </a:ext>
              </a:extLst>
            </p:cNvPr>
            <p:cNvSpPr>
              <a:spLocks noGrp="1"/>
            </p:cNvSpPr>
            <p:nvPr/>
          </p:nvSpPr>
          <p:spPr>
            <a:xfrm>
              <a:off x="15917318" y="4500421"/>
              <a:ext cx="12645" cy="53514"/>
            </a:xfrm>
            <a:custGeom>
              <a:avLst/>
              <a:gdLst/>
              <a:ahLst/>
              <a:cxnLst/>
              <a:rect l="0" t="0" r="0" b="0"/>
              <a:pathLst>
                <a:path w="12645" h="53514">
                  <a:moveTo>
                    <a:pt x="12645" y="0"/>
                  </a:moveTo>
                  <a:lnTo>
                    <a:pt x="0" y="53514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4" name="Output_receptor__4553">
              <a:extLst>
                <a:ext uri="{FF2B5EF4-FFF2-40B4-BE49-F238E27FC236}">
                  <a16:creationId xmlns:a16="http://schemas.microsoft.com/office/drawing/2014/main" id="{70809768-0F21-9102-D84B-35D23C07E4F2}"/>
                </a:ext>
              </a:extLst>
            </p:cNvPr>
            <p:cNvSpPr>
              <a:spLocks noGrp="1"/>
            </p:cNvSpPr>
            <p:nvPr/>
          </p:nvSpPr>
          <p:spPr>
            <a:xfrm>
              <a:off x="15575520" y="3922925"/>
              <a:ext cx="67306" cy="3259"/>
            </a:xfrm>
            <a:custGeom>
              <a:avLst/>
              <a:gdLst/>
              <a:ahLst/>
              <a:cxnLst/>
              <a:rect l="0" t="0" r="0" b="0"/>
              <a:pathLst>
                <a:path w="67306" h="3259">
                  <a:moveTo>
                    <a:pt x="67306" y="32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5" name="Output_receptor__4554">
              <a:extLst>
                <a:ext uri="{FF2B5EF4-FFF2-40B4-BE49-F238E27FC236}">
                  <a16:creationId xmlns:a16="http://schemas.microsoft.com/office/drawing/2014/main" id="{5C8A8DB6-9F3E-5948-B2E1-8A8EFFD34C54}"/>
                </a:ext>
              </a:extLst>
            </p:cNvPr>
            <p:cNvSpPr>
              <a:spLocks noGrp="1"/>
            </p:cNvSpPr>
            <p:nvPr/>
          </p:nvSpPr>
          <p:spPr>
            <a:xfrm>
              <a:off x="15811669" y="3816079"/>
              <a:ext cx="24045" cy="57596"/>
            </a:xfrm>
            <a:custGeom>
              <a:avLst/>
              <a:gdLst/>
              <a:ahLst/>
              <a:cxnLst/>
              <a:rect l="0" t="0" r="0" b="0"/>
              <a:pathLst>
                <a:path w="24045" h="57596">
                  <a:moveTo>
                    <a:pt x="0" y="0"/>
                  </a:moveTo>
                  <a:lnTo>
                    <a:pt x="24045" y="57596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6" name="Output_receptor__4555">
              <a:extLst>
                <a:ext uri="{FF2B5EF4-FFF2-40B4-BE49-F238E27FC236}">
                  <a16:creationId xmlns:a16="http://schemas.microsoft.com/office/drawing/2014/main" id="{6533F337-2B19-8117-BE15-D0B107C470C3}"/>
                </a:ext>
              </a:extLst>
            </p:cNvPr>
            <p:cNvSpPr>
              <a:spLocks noGrp="1"/>
            </p:cNvSpPr>
            <p:nvPr/>
          </p:nvSpPr>
          <p:spPr>
            <a:xfrm>
              <a:off x="16291361" y="4214354"/>
              <a:ext cx="17539" cy="6660"/>
            </a:xfrm>
            <a:custGeom>
              <a:avLst/>
              <a:gdLst/>
              <a:ahLst/>
              <a:cxnLst/>
              <a:rect l="0" t="0" r="0" b="0"/>
              <a:pathLst>
                <a:path w="17539" h="6660">
                  <a:moveTo>
                    <a:pt x="17539" y="66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7" name="Output_receptor__4556">
              <a:extLst>
                <a:ext uri="{FF2B5EF4-FFF2-40B4-BE49-F238E27FC236}">
                  <a16:creationId xmlns:a16="http://schemas.microsoft.com/office/drawing/2014/main" id="{407ED4E3-8E66-14F8-C237-A83532D9374C}"/>
                </a:ext>
              </a:extLst>
            </p:cNvPr>
            <p:cNvSpPr>
              <a:spLocks noGrp="1"/>
            </p:cNvSpPr>
            <p:nvPr/>
          </p:nvSpPr>
          <p:spPr>
            <a:xfrm>
              <a:off x="16159731" y="4071577"/>
              <a:ext cx="55784" cy="20199"/>
            </a:xfrm>
            <a:custGeom>
              <a:avLst/>
              <a:gdLst/>
              <a:ahLst/>
              <a:cxnLst/>
              <a:rect l="0" t="0" r="0" b="0"/>
              <a:pathLst>
                <a:path w="55784" h="20199">
                  <a:moveTo>
                    <a:pt x="55784" y="0"/>
                  </a:moveTo>
                  <a:lnTo>
                    <a:pt x="0" y="2019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8" name="Output_receptor__4557">
              <a:extLst>
                <a:ext uri="{FF2B5EF4-FFF2-40B4-BE49-F238E27FC236}">
                  <a16:creationId xmlns:a16="http://schemas.microsoft.com/office/drawing/2014/main" id="{4DB8399C-99D2-3B72-BD3F-98634C954337}"/>
                </a:ext>
              </a:extLst>
            </p:cNvPr>
            <p:cNvSpPr>
              <a:spLocks noGrp="1"/>
            </p:cNvSpPr>
            <p:nvPr/>
          </p:nvSpPr>
          <p:spPr>
            <a:xfrm>
              <a:off x="16562540" y="3391215"/>
              <a:ext cx="41393" cy="8712"/>
            </a:xfrm>
            <a:custGeom>
              <a:avLst/>
              <a:gdLst/>
              <a:ahLst/>
              <a:cxnLst/>
              <a:rect l="0" t="0" r="0" b="0"/>
              <a:pathLst>
                <a:path w="41393" h="8712">
                  <a:moveTo>
                    <a:pt x="41393" y="87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59" name="Output_receptor__4558">
              <a:extLst>
                <a:ext uri="{FF2B5EF4-FFF2-40B4-BE49-F238E27FC236}">
                  <a16:creationId xmlns:a16="http://schemas.microsoft.com/office/drawing/2014/main" id="{B8819DAC-A058-0AB4-BC56-51D2AF8AE2A7}"/>
                </a:ext>
              </a:extLst>
            </p:cNvPr>
            <p:cNvSpPr>
              <a:spLocks noGrp="1"/>
            </p:cNvSpPr>
            <p:nvPr/>
          </p:nvSpPr>
          <p:spPr>
            <a:xfrm>
              <a:off x="16381329" y="3504775"/>
              <a:ext cx="34666" cy="31926"/>
            </a:xfrm>
            <a:custGeom>
              <a:avLst/>
              <a:gdLst/>
              <a:ahLst/>
              <a:cxnLst/>
              <a:rect l="0" t="0" r="0" b="0"/>
              <a:pathLst>
                <a:path w="34666" h="31926">
                  <a:moveTo>
                    <a:pt x="0" y="0"/>
                  </a:moveTo>
                  <a:lnTo>
                    <a:pt x="34666" y="3192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0" name="Output_receptor__4559">
              <a:extLst>
                <a:ext uri="{FF2B5EF4-FFF2-40B4-BE49-F238E27FC236}">
                  <a16:creationId xmlns:a16="http://schemas.microsoft.com/office/drawing/2014/main" id="{B7B66CD5-D716-5A07-6AF8-C6FB90021EA1}"/>
                </a:ext>
              </a:extLst>
            </p:cNvPr>
            <p:cNvSpPr>
              <a:spLocks noGrp="1"/>
            </p:cNvSpPr>
            <p:nvPr/>
          </p:nvSpPr>
          <p:spPr>
            <a:xfrm>
              <a:off x="15782979" y="3873676"/>
              <a:ext cx="52735" cy="42998"/>
            </a:xfrm>
            <a:custGeom>
              <a:avLst/>
              <a:gdLst/>
              <a:ahLst/>
              <a:cxnLst/>
              <a:rect l="0" t="0" r="0" b="0"/>
              <a:pathLst>
                <a:path w="52735" h="42998">
                  <a:moveTo>
                    <a:pt x="52735" y="0"/>
                  </a:moveTo>
                  <a:lnTo>
                    <a:pt x="0" y="42998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1" name="Output_receptor__4560">
              <a:extLst>
                <a:ext uri="{FF2B5EF4-FFF2-40B4-BE49-F238E27FC236}">
                  <a16:creationId xmlns:a16="http://schemas.microsoft.com/office/drawing/2014/main" id="{B3D0444F-D5C9-E21B-5A60-DB1329679276}"/>
                </a:ext>
              </a:extLst>
            </p:cNvPr>
            <p:cNvSpPr>
              <a:spLocks noGrp="1"/>
            </p:cNvSpPr>
            <p:nvPr/>
          </p:nvSpPr>
          <p:spPr>
            <a:xfrm>
              <a:off x="16479655" y="3918602"/>
              <a:ext cx="70903" cy="11837"/>
            </a:xfrm>
            <a:custGeom>
              <a:avLst/>
              <a:gdLst/>
              <a:ahLst/>
              <a:cxnLst/>
              <a:rect l="0" t="0" r="0" b="0"/>
              <a:pathLst>
                <a:path w="70903" h="11837">
                  <a:moveTo>
                    <a:pt x="0" y="11837"/>
                  </a:moveTo>
                  <a:lnTo>
                    <a:pt x="7090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2" name="Output_receptor__4561">
              <a:extLst>
                <a:ext uri="{FF2B5EF4-FFF2-40B4-BE49-F238E27FC236}">
                  <a16:creationId xmlns:a16="http://schemas.microsoft.com/office/drawing/2014/main" id="{81892EAD-B6AA-888B-796E-B5BCDF431BAC}"/>
                </a:ext>
              </a:extLst>
            </p:cNvPr>
            <p:cNvSpPr>
              <a:spLocks noGrp="1"/>
            </p:cNvSpPr>
            <p:nvPr/>
          </p:nvSpPr>
          <p:spPr>
            <a:xfrm>
              <a:off x="16335444" y="3475259"/>
              <a:ext cx="45885" cy="29516"/>
            </a:xfrm>
            <a:custGeom>
              <a:avLst/>
              <a:gdLst/>
              <a:ahLst/>
              <a:cxnLst/>
              <a:rect l="0" t="0" r="0" b="0"/>
              <a:pathLst>
                <a:path w="45885" h="29516">
                  <a:moveTo>
                    <a:pt x="0" y="0"/>
                  </a:moveTo>
                  <a:lnTo>
                    <a:pt x="45885" y="2951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3" name="Output_receptor__4562">
              <a:extLst>
                <a:ext uri="{FF2B5EF4-FFF2-40B4-BE49-F238E27FC236}">
                  <a16:creationId xmlns:a16="http://schemas.microsoft.com/office/drawing/2014/main" id="{D0C6A9F6-A5A1-536A-FDB4-5D9D133C0E95}"/>
                </a:ext>
              </a:extLst>
            </p:cNvPr>
            <p:cNvSpPr>
              <a:spLocks noGrp="1"/>
            </p:cNvSpPr>
            <p:nvPr/>
          </p:nvSpPr>
          <p:spPr>
            <a:xfrm>
              <a:off x="16610221" y="3606590"/>
              <a:ext cx="24361" cy="38863"/>
            </a:xfrm>
            <a:custGeom>
              <a:avLst/>
              <a:gdLst/>
              <a:ahLst/>
              <a:cxnLst/>
              <a:rect l="0" t="0" r="0" b="0"/>
              <a:pathLst>
                <a:path w="24361" h="38863">
                  <a:moveTo>
                    <a:pt x="24361" y="38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4" name="Output_receptor__4563">
              <a:extLst>
                <a:ext uri="{FF2B5EF4-FFF2-40B4-BE49-F238E27FC236}">
                  <a16:creationId xmlns:a16="http://schemas.microsoft.com/office/drawing/2014/main" id="{2943BAC6-964C-80DD-2E3E-667CCBBB35C9}"/>
                </a:ext>
              </a:extLst>
            </p:cNvPr>
            <p:cNvSpPr>
              <a:spLocks noGrp="1"/>
            </p:cNvSpPr>
            <p:nvPr/>
          </p:nvSpPr>
          <p:spPr>
            <a:xfrm>
              <a:off x="16073609" y="4523989"/>
              <a:ext cx="37340" cy="44746"/>
            </a:xfrm>
            <a:custGeom>
              <a:avLst/>
              <a:gdLst/>
              <a:ahLst/>
              <a:cxnLst/>
              <a:rect l="0" t="0" r="0" b="0"/>
              <a:pathLst>
                <a:path w="37340" h="44746">
                  <a:moveTo>
                    <a:pt x="0" y="0"/>
                  </a:moveTo>
                  <a:lnTo>
                    <a:pt x="37340" y="4474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5" name="Output_receptor__4564">
              <a:extLst>
                <a:ext uri="{FF2B5EF4-FFF2-40B4-BE49-F238E27FC236}">
                  <a16:creationId xmlns:a16="http://schemas.microsoft.com/office/drawing/2014/main" id="{60F79751-32B0-4D9C-6A6F-4857C9865D34}"/>
                </a:ext>
              </a:extLst>
            </p:cNvPr>
            <p:cNvSpPr>
              <a:spLocks noGrp="1"/>
            </p:cNvSpPr>
            <p:nvPr/>
          </p:nvSpPr>
          <p:spPr>
            <a:xfrm>
              <a:off x="15854014" y="4409552"/>
              <a:ext cx="22802" cy="39442"/>
            </a:xfrm>
            <a:custGeom>
              <a:avLst/>
              <a:gdLst/>
              <a:ahLst/>
              <a:cxnLst/>
              <a:rect l="0" t="0" r="0" b="0"/>
              <a:pathLst>
                <a:path w="22802" h="39442">
                  <a:moveTo>
                    <a:pt x="0" y="0"/>
                  </a:moveTo>
                  <a:lnTo>
                    <a:pt x="22802" y="3944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6" name="Output_receptor__4565">
              <a:extLst>
                <a:ext uri="{FF2B5EF4-FFF2-40B4-BE49-F238E27FC236}">
                  <a16:creationId xmlns:a16="http://schemas.microsoft.com/office/drawing/2014/main" id="{FD22916A-CE72-CD9F-3B78-661E338F4751}"/>
                </a:ext>
              </a:extLst>
            </p:cNvPr>
            <p:cNvSpPr>
              <a:spLocks noGrp="1"/>
            </p:cNvSpPr>
            <p:nvPr/>
          </p:nvSpPr>
          <p:spPr>
            <a:xfrm>
              <a:off x="15642826" y="3926184"/>
              <a:ext cx="16834" cy="48242"/>
            </a:xfrm>
            <a:custGeom>
              <a:avLst/>
              <a:gdLst/>
              <a:ahLst/>
              <a:cxnLst/>
              <a:rect l="0" t="0" r="0" b="0"/>
              <a:pathLst>
                <a:path w="16834" h="48242">
                  <a:moveTo>
                    <a:pt x="16834" y="482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7" name="Output_receptor__4566">
              <a:extLst>
                <a:ext uri="{FF2B5EF4-FFF2-40B4-BE49-F238E27FC236}">
                  <a16:creationId xmlns:a16="http://schemas.microsoft.com/office/drawing/2014/main" id="{BB60CE5C-351B-6C19-8A44-5E187E30F2D7}"/>
                </a:ext>
              </a:extLst>
            </p:cNvPr>
            <p:cNvSpPr>
              <a:spLocks noGrp="1"/>
            </p:cNvSpPr>
            <p:nvPr/>
          </p:nvSpPr>
          <p:spPr>
            <a:xfrm>
              <a:off x="16217027" y="4114611"/>
              <a:ext cx="44696" cy="56106"/>
            </a:xfrm>
            <a:custGeom>
              <a:avLst/>
              <a:gdLst/>
              <a:ahLst/>
              <a:cxnLst/>
              <a:rect l="0" t="0" r="0" b="0"/>
              <a:pathLst>
                <a:path w="44696" h="56106">
                  <a:moveTo>
                    <a:pt x="0" y="56106"/>
                  </a:moveTo>
                  <a:lnTo>
                    <a:pt x="44696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8" name="Output_receptor__4567">
              <a:extLst>
                <a:ext uri="{FF2B5EF4-FFF2-40B4-BE49-F238E27FC236}">
                  <a16:creationId xmlns:a16="http://schemas.microsoft.com/office/drawing/2014/main" id="{4825F609-B253-C430-7AD3-9C2F70F0CEA5}"/>
                </a:ext>
              </a:extLst>
            </p:cNvPr>
            <p:cNvSpPr>
              <a:spLocks noGrp="1"/>
            </p:cNvSpPr>
            <p:nvPr/>
          </p:nvSpPr>
          <p:spPr>
            <a:xfrm>
              <a:off x="16379361" y="4074679"/>
              <a:ext cx="64540" cy="13931"/>
            </a:xfrm>
            <a:custGeom>
              <a:avLst/>
              <a:gdLst/>
              <a:ahLst/>
              <a:cxnLst/>
              <a:rect l="0" t="0" r="0" b="0"/>
              <a:pathLst>
                <a:path w="64540" h="13931">
                  <a:moveTo>
                    <a:pt x="0" y="0"/>
                  </a:moveTo>
                  <a:lnTo>
                    <a:pt x="64540" y="1393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9" name="Output_receptor__4568">
              <a:extLst>
                <a:ext uri="{FF2B5EF4-FFF2-40B4-BE49-F238E27FC236}">
                  <a16:creationId xmlns:a16="http://schemas.microsoft.com/office/drawing/2014/main" id="{E16DAE5D-EAF8-271E-99A6-7251F3735E89}"/>
                </a:ext>
              </a:extLst>
            </p:cNvPr>
            <p:cNvSpPr>
              <a:spLocks noGrp="1"/>
            </p:cNvSpPr>
            <p:nvPr/>
          </p:nvSpPr>
          <p:spPr>
            <a:xfrm>
              <a:off x="16015774" y="4376533"/>
              <a:ext cx="5756" cy="10600"/>
            </a:xfrm>
            <a:custGeom>
              <a:avLst/>
              <a:gdLst/>
              <a:ahLst/>
              <a:cxnLst/>
              <a:rect l="0" t="0" r="0" b="0"/>
              <a:pathLst>
                <a:path w="5756" h="10600">
                  <a:moveTo>
                    <a:pt x="5756" y="106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0" name="Output_receptor__4569">
              <a:extLst>
                <a:ext uri="{FF2B5EF4-FFF2-40B4-BE49-F238E27FC236}">
                  <a16:creationId xmlns:a16="http://schemas.microsoft.com/office/drawing/2014/main" id="{545D4DF2-C8BF-7D5A-5814-964A4A9B5FF0}"/>
                </a:ext>
              </a:extLst>
            </p:cNvPr>
            <p:cNvSpPr>
              <a:spLocks noGrp="1"/>
            </p:cNvSpPr>
            <p:nvPr/>
          </p:nvSpPr>
          <p:spPr>
            <a:xfrm>
              <a:off x="15395956" y="3997891"/>
              <a:ext cx="20902" cy="47368"/>
            </a:xfrm>
            <a:custGeom>
              <a:avLst/>
              <a:gdLst/>
              <a:ahLst/>
              <a:cxnLst/>
              <a:rect l="0" t="0" r="0" b="0"/>
              <a:pathLst>
                <a:path w="20902" h="47368">
                  <a:moveTo>
                    <a:pt x="20902" y="473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71" name="Output_receptor__4570">
              <a:extLst>
                <a:ext uri="{FF2B5EF4-FFF2-40B4-BE49-F238E27FC236}">
                  <a16:creationId xmlns:a16="http://schemas.microsoft.com/office/drawing/2014/main" id="{37C9E499-F98B-A218-FE20-5D3DF8723F50}"/>
                </a:ext>
              </a:extLst>
            </p:cNvPr>
            <p:cNvSpPr>
              <a:spLocks noGrp="1"/>
            </p:cNvSpPr>
            <p:nvPr/>
          </p:nvSpPr>
          <p:spPr>
            <a:xfrm>
              <a:off x="15761615" y="4336845"/>
              <a:ext cx="57613" cy="6681"/>
            </a:xfrm>
            <a:custGeom>
              <a:avLst/>
              <a:gdLst/>
              <a:ahLst/>
              <a:cxnLst/>
              <a:rect l="0" t="0" r="0" b="0"/>
              <a:pathLst>
                <a:path w="57613" h="6681">
                  <a:moveTo>
                    <a:pt x="0" y="0"/>
                  </a:moveTo>
                  <a:lnTo>
                    <a:pt x="57613" y="668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2" name="Output_receptor__4571">
              <a:extLst>
                <a:ext uri="{FF2B5EF4-FFF2-40B4-BE49-F238E27FC236}">
                  <a16:creationId xmlns:a16="http://schemas.microsoft.com/office/drawing/2014/main" id="{7ACCAA9B-BBCF-ABA4-63F3-0E76376AD516}"/>
                </a:ext>
              </a:extLst>
            </p:cNvPr>
            <p:cNvSpPr>
              <a:spLocks noGrp="1"/>
            </p:cNvSpPr>
            <p:nvPr/>
          </p:nvSpPr>
          <p:spPr>
            <a:xfrm>
              <a:off x="15797375" y="4154856"/>
              <a:ext cx="34186" cy="18601"/>
            </a:xfrm>
            <a:custGeom>
              <a:avLst/>
              <a:gdLst/>
              <a:ahLst/>
              <a:cxnLst/>
              <a:rect l="0" t="0" r="0" b="0"/>
              <a:pathLst>
                <a:path w="34186" h="18601">
                  <a:moveTo>
                    <a:pt x="34186" y="0"/>
                  </a:moveTo>
                  <a:lnTo>
                    <a:pt x="0" y="18601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73" name="Output_receptor__4572">
              <a:extLst>
                <a:ext uri="{FF2B5EF4-FFF2-40B4-BE49-F238E27FC236}">
                  <a16:creationId xmlns:a16="http://schemas.microsoft.com/office/drawing/2014/main" id="{E76873E9-2F36-123F-644F-4EC0DAD531E4}"/>
                </a:ext>
              </a:extLst>
            </p:cNvPr>
            <p:cNvSpPr>
              <a:spLocks noGrp="1"/>
            </p:cNvSpPr>
            <p:nvPr/>
          </p:nvSpPr>
          <p:spPr>
            <a:xfrm>
              <a:off x="15717094" y="4336845"/>
              <a:ext cx="44521" cy="19288"/>
            </a:xfrm>
            <a:custGeom>
              <a:avLst/>
              <a:gdLst/>
              <a:ahLst/>
              <a:cxnLst/>
              <a:rect l="0" t="0" r="0" b="0"/>
              <a:pathLst>
                <a:path w="44521" h="19288">
                  <a:moveTo>
                    <a:pt x="0" y="19288"/>
                  </a:moveTo>
                  <a:lnTo>
                    <a:pt x="44521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4" name="Output_receptor__4573">
              <a:extLst>
                <a:ext uri="{FF2B5EF4-FFF2-40B4-BE49-F238E27FC236}">
                  <a16:creationId xmlns:a16="http://schemas.microsoft.com/office/drawing/2014/main" id="{B8977814-EEDB-3866-0308-BE75B7086A19}"/>
                </a:ext>
              </a:extLst>
            </p:cNvPr>
            <p:cNvSpPr>
              <a:spLocks noGrp="1"/>
            </p:cNvSpPr>
            <p:nvPr/>
          </p:nvSpPr>
          <p:spPr>
            <a:xfrm>
              <a:off x="15834830" y="4448994"/>
              <a:ext cx="41986" cy="54608"/>
            </a:xfrm>
            <a:custGeom>
              <a:avLst/>
              <a:gdLst/>
              <a:ahLst/>
              <a:cxnLst/>
              <a:rect l="0" t="0" r="0" b="0"/>
              <a:pathLst>
                <a:path w="41986" h="54608">
                  <a:moveTo>
                    <a:pt x="41986" y="0"/>
                  </a:moveTo>
                  <a:lnTo>
                    <a:pt x="0" y="54608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5" name="Output_receptor__4574">
              <a:extLst>
                <a:ext uri="{FF2B5EF4-FFF2-40B4-BE49-F238E27FC236}">
                  <a16:creationId xmlns:a16="http://schemas.microsoft.com/office/drawing/2014/main" id="{03AE4405-33E1-CFD2-EAA2-1956A6512DD8}"/>
                </a:ext>
              </a:extLst>
            </p:cNvPr>
            <p:cNvSpPr>
              <a:spLocks noGrp="1"/>
            </p:cNvSpPr>
            <p:nvPr/>
          </p:nvSpPr>
          <p:spPr>
            <a:xfrm>
              <a:off x="16443902" y="4088609"/>
              <a:ext cx="26674" cy="41879"/>
            </a:xfrm>
            <a:custGeom>
              <a:avLst/>
              <a:gdLst/>
              <a:ahLst/>
              <a:cxnLst/>
              <a:rect l="0" t="0" r="0" b="0"/>
              <a:pathLst>
                <a:path w="26674" h="41879">
                  <a:moveTo>
                    <a:pt x="0" y="0"/>
                  </a:moveTo>
                  <a:lnTo>
                    <a:pt x="26674" y="4187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6" name="Output_receptor__4575">
              <a:extLst>
                <a:ext uri="{FF2B5EF4-FFF2-40B4-BE49-F238E27FC236}">
                  <a16:creationId xmlns:a16="http://schemas.microsoft.com/office/drawing/2014/main" id="{C449021F-920F-655F-5BCB-DDB33B5EBB5B}"/>
                </a:ext>
              </a:extLst>
            </p:cNvPr>
            <p:cNvSpPr>
              <a:spLocks noGrp="1"/>
            </p:cNvSpPr>
            <p:nvPr/>
          </p:nvSpPr>
          <p:spPr>
            <a:xfrm>
              <a:off x="15602841" y="3974426"/>
              <a:ext cx="56819" cy="40931"/>
            </a:xfrm>
            <a:custGeom>
              <a:avLst/>
              <a:gdLst/>
              <a:ahLst/>
              <a:cxnLst/>
              <a:rect l="0" t="0" r="0" b="0"/>
              <a:pathLst>
                <a:path w="56819" h="40931">
                  <a:moveTo>
                    <a:pt x="0" y="40931"/>
                  </a:moveTo>
                  <a:lnTo>
                    <a:pt x="56819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7" name="Output_receptor__4576">
              <a:extLst>
                <a:ext uri="{FF2B5EF4-FFF2-40B4-BE49-F238E27FC236}">
                  <a16:creationId xmlns:a16="http://schemas.microsoft.com/office/drawing/2014/main" id="{902216EB-CB5B-AD9B-E6A1-87353130DAD3}"/>
                </a:ext>
              </a:extLst>
            </p:cNvPr>
            <p:cNvSpPr>
              <a:spLocks noGrp="1"/>
            </p:cNvSpPr>
            <p:nvPr/>
          </p:nvSpPr>
          <p:spPr>
            <a:xfrm>
              <a:off x="16540070" y="3585362"/>
              <a:ext cx="733" cy="31676"/>
            </a:xfrm>
            <a:custGeom>
              <a:avLst/>
              <a:gdLst/>
              <a:ahLst/>
              <a:cxnLst/>
              <a:rect l="0" t="0" r="0" b="0"/>
              <a:pathLst>
                <a:path w="733" h="31676">
                  <a:moveTo>
                    <a:pt x="0" y="31676"/>
                  </a:moveTo>
                  <a:lnTo>
                    <a:pt x="73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8" name="Output_receptor__4577">
              <a:extLst>
                <a:ext uri="{FF2B5EF4-FFF2-40B4-BE49-F238E27FC236}">
                  <a16:creationId xmlns:a16="http://schemas.microsoft.com/office/drawing/2014/main" id="{F5B3BC5A-D0E6-F49A-0933-1E99EC198814}"/>
                </a:ext>
              </a:extLst>
            </p:cNvPr>
            <p:cNvSpPr>
              <a:spLocks noGrp="1"/>
            </p:cNvSpPr>
            <p:nvPr/>
          </p:nvSpPr>
          <p:spPr>
            <a:xfrm>
              <a:off x="15953051" y="4218714"/>
              <a:ext cx="44647" cy="3791"/>
            </a:xfrm>
            <a:custGeom>
              <a:avLst/>
              <a:gdLst/>
              <a:ahLst/>
              <a:cxnLst/>
              <a:rect l="0" t="0" r="0" b="0"/>
              <a:pathLst>
                <a:path w="44647" h="3791">
                  <a:moveTo>
                    <a:pt x="0" y="0"/>
                  </a:moveTo>
                  <a:lnTo>
                    <a:pt x="44647" y="379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9" name="Output_receptor__4578">
              <a:extLst>
                <a:ext uri="{FF2B5EF4-FFF2-40B4-BE49-F238E27FC236}">
                  <a16:creationId xmlns:a16="http://schemas.microsoft.com/office/drawing/2014/main" id="{B4E46894-FFD2-4699-2562-CF8713E6BF20}"/>
                </a:ext>
              </a:extLst>
            </p:cNvPr>
            <p:cNvSpPr>
              <a:spLocks noGrp="1"/>
            </p:cNvSpPr>
            <p:nvPr/>
          </p:nvSpPr>
          <p:spPr>
            <a:xfrm>
              <a:off x="16248521" y="3501707"/>
              <a:ext cx="35902" cy="61415"/>
            </a:xfrm>
            <a:custGeom>
              <a:avLst/>
              <a:gdLst/>
              <a:ahLst/>
              <a:cxnLst/>
              <a:rect l="0" t="0" r="0" b="0"/>
              <a:pathLst>
                <a:path w="35902" h="61415">
                  <a:moveTo>
                    <a:pt x="0" y="0"/>
                  </a:moveTo>
                  <a:lnTo>
                    <a:pt x="35902" y="61415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0" name="Output_receptor__4579">
              <a:extLst>
                <a:ext uri="{FF2B5EF4-FFF2-40B4-BE49-F238E27FC236}">
                  <a16:creationId xmlns:a16="http://schemas.microsoft.com/office/drawing/2014/main" id="{6C5F3451-7F28-1489-7ACC-5093B13B32FE}"/>
                </a:ext>
              </a:extLst>
            </p:cNvPr>
            <p:cNvSpPr>
              <a:spLocks noGrp="1"/>
            </p:cNvSpPr>
            <p:nvPr/>
          </p:nvSpPr>
          <p:spPr>
            <a:xfrm>
              <a:off x="15755221" y="4080294"/>
              <a:ext cx="71567" cy="5090"/>
            </a:xfrm>
            <a:custGeom>
              <a:avLst/>
              <a:gdLst/>
              <a:ahLst/>
              <a:cxnLst/>
              <a:rect l="0" t="0" r="0" b="0"/>
              <a:pathLst>
                <a:path w="71567" h="5090">
                  <a:moveTo>
                    <a:pt x="0" y="0"/>
                  </a:moveTo>
                  <a:lnTo>
                    <a:pt x="71567" y="509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1" name="Output_receptor__4580">
              <a:extLst>
                <a:ext uri="{FF2B5EF4-FFF2-40B4-BE49-F238E27FC236}">
                  <a16:creationId xmlns:a16="http://schemas.microsoft.com/office/drawing/2014/main" id="{67F38EA6-D0C3-C79E-C9C6-D631A1C1D0E0}"/>
                </a:ext>
              </a:extLst>
            </p:cNvPr>
            <p:cNvSpPr>
              <a:spLocks noGrp="1"/>
            </p:cNvSpPr>
            <p:nvPr/>
          </p:nvSpPr>
          <p:spPr>
            <a:xfrm>
              <a:off x="16588876" y="3645453"/>
              <a:ext cx="45706" cy="54772"/>
            </a:xfrm>
            <a:custGeom>
              <a:avLst/>
              <a:gdLst/>
              <a:ahLst/>
              <a:cxnLst/>
              <a:rect l="0" t="0" r="0" b="0"/>
              <a:pathLst>
                <a:path w="45706" h="54772">
                  <a:moveTo>
                    <a:pt x="0" y="54772"/>
                  </a:moveTo>
                  <a:lnTo>
                    <a:pt x="45706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2" name="Output_receptor__4581">
              <a:extLst>
                <a:ext uri="{FF2B5EF4-FFF2-40B4-BE49-F238E27FC236}">
                  <a16:creationId xmlns:a16="http://schemas.microsoft.com/office/drawing/2014/main" id="{08BF6CA8-41A6-4D86-E63D-2FB586D73403}"/>
                </a:ext>
              </a:extLst>
            </p:cNvPr>
            <p:cNvSpPr>
              <a:spLocks noGrp="1"/>
            </p:cNvSpPr>
            <p:nvPr/>
          </p:nvSpPr>
          <p:spPr>
            <a:xfrm>
              <a:off x="15786563" y="4407742"/>
              <a:ext cx="8566" cy="22943"/>
            </a:xfrm>
            <a:custGeom>
              <a:avLst/>
              <a:gdLst/>
              <a:ahLst/>
              <a:cxnLst/>
              <a:rect l="0" t="0" r="0" b="0"/>
              <a:pathLst>
                <a:path w="8566" h="22943">
                  <a:moveTo>
                    <a:pt x="8566" y="0"/>
                  </a:moveTo>
                  <a:lnTo>
                    <a:pt x="0" y="22943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3" name="Output_receptor__4582">
              <a:extLst>
                <a:ext uri="{FF2B5EF4-FFF2-40B4-BE49-F238E27FC236}">
                  <a16:creationId xmlns:a16="http://schemas.microsoft.com/office/drawing/2014/main" id="{2E16D736-3595-F9BF-5308-BAEEC9308834}"/>
                </a:ext>
              </a:extLst>
            </p:cNvPr>
            <p:cNvSpPr>
              <a:spLocks noGrp="1"/>
            </p:cNvSpPr>
            <p:nvPr/>
          </p:nvSpPr>
          <p:spPr>
            <a:xfrm>
              <a:off x="15926355" y="3978743"/>
              <a:ext cx="42488" cy="28263"/>
            </a:xfrm>
            <a:custGeom>
              <a:avLst/>
              <a:gdLst/>
              <a:ahLst/>
              <a:cxnLst/>
              <a:rect l="0" t="0" r="0" b="0"/>
              <a:pathLst>
                <a:path w="42488" h="28263">
                  <a:moveTo>
                    <a:pt x="0" y="28263"/>
                  </a:moveTo>
                  <a:lnTo>
                    <a:pt x="42488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4" name="Output_receptor__4583">
              <a:extLst>
                <a:ext uri="{FF2B5EF4-FFF2-40B4-BE49-F238E27FC236}">
                  <a16:creationId xmlns:a16="http://schemas.microsoft.com/office/drawing/2014/main" id="{4409A6FA-C92F-1BDA-5507-BF3EB0FC99F3}"/>
                </a:ext>
              </a:extLst>
            </p:cNvPr>
            <p:cNvSpPr>
              <a:spLocks noGrp="1"/>
            </p:cNvSpPr>
            <p:nvPr/>
          </p:nvSpPr>
          <p:spPr>
            <a:xfrm>
              <a:off x="16581590" y="4000675"/>
              <a:ext cx="71823" cy="8344"/>
            </a:xfrm>
            <a:custGeom>
              <a:avLst/>
              <a:gdLst/>
              <a:ahLst/>
              <a:cxnLst/>
              <a:rect l="0" t="0" r="0" b="0"/>
              <a:pathLst>
                <a:path w="71823" h="8344">
                  <a:moveTo>
                    <a:pt x="0" y="8344"/>
                  </a:moveTo>
                  <a:lnTo>
                    <a:pt x="7182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5" name="Output_receptor__4584">
              <a:extLst>
                <a:ext uri="{FF2B5EF4-FFF2-40B4-BE49-F238E27FC236}">
                  <a16:creationId xmlns:a16="http://schemas.microsoft.com/office/drawing/2014/main" id="{DF9DB969-EA4D-3118-B8A2-ED7E85428885}"/>
                </a:ext>
              </a:extLst>
            </p:cNvPr>
            <p:cNvSpPr>
              <a:spLocks noGrp="1"/>
            </p:cNvSpPr>
            <p:nvPr/>
          </p:nvSpPr>
          <p:spPr>
            <a:xfrm>
              <a:off x="15885486" y="3911152"/>
              <a:ext cx="70575" cy="14602"/>
            </a:xfrm>
            <a:custGeom>
              <a:avLst/>
              <a:gdLst/>
              <a:ahLst/>
              <a:cxnLst/>
              <a:rect l="0" t="0" r="0" b="0"/>
              <a:pathLst>
                <a:path w="70575" h="14602">
                  <a:moveTo>
                    <a:pt x="70575" y="0"/>
                  </a:moveTo>
                  <a:lnTo>
                    <a:pt x="0" y="1460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6" name="Output_receptor__4585">
              <a:extLst>
                <a:ext uri="{FF2B5EF4-FFF2-40B4-BE49-F238E27FC236}">
                  <a16:creationId xmlns:a16="http://schemas.microsoft.com/office/drawing/2014/main" id="{B11353D6-9C07-17EE-D1CB-5666CACF2740}"/>
                </a:ext>
              </a:extLst>
            </p:cNvPr>
            <p:cNvSpPr>
              <a:spLocks noGrp="1"/>
            </p:cNvSpPr>
            <p:nvPr/>
          </p:nvSpPr>
          <p:spPr>
            <a:xfrm>
              <a:off x="16525076" y="3480182"/>
              <a:ext cx="52747" cy="44911"/>
            </a:xfrm>
            <a:custGeom>
              <a:avLst/>
              <a:gdLst/>
              <a:ahLst/>
              <a:cxnLst/>
              <a:rect l="0" t="0" r="0" b="0"/>
              <a:pathLst>
                <a:path w="52747" h="44911">
                  <a:moveTo>
                    <a:pt x="52747" y="449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7" name="Output_receptor__4586">
              <a:extLst>
                <a:ext uri="{FF2B5EF4-FFF2-40B4-BE49-F238E27FC236}">
                  <a16:creationId xmlns:a16="http://schemas.microsoft.com/office/drawing/2014/main" id="{11737D31-5935-127A-28CA-96C9E7BC2192}"/>
                </a:ext>
              </a:extLst>
            </p:cNvPr>
            <p:cNvSpPr>
              <a:spLocks noGrp="1"/>
            </p:cNvSpPr>
            <p:nvPr/>
          </p:nvSpPr>
          <p:spPr>
            <a:xfrm>
              <a:off x="16095570" y="3173418"/>
              <a:ext cx="51300" cy="49397"/>
            </a:xfrm>
            <a:custGeom>
              <a:avLst/>
              <a:gdLst/>
              <a:ahLst/>
              <a:cxnLst/>
              <a:rect l="0" t="0" r="0" b="0"/>
              <a:pathLst>
                <a:path w="51300" h="49397">
                  <a:moveTo>
                    <a:pt x="0" y="49397"/>
                  </a:moveTo>
                  <a:lnTo>
                    <a:pt x="5130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8" name="Output_receptor__4587">
              <a:extLst>
                <a:ext uri="{FF2B5EF4-FFF2-40B4-BE49-F238E27FC236}">
                  <a16:creationId xmlns:a16="http://schemas.microsoft.com/office/drawing/2014/main" id="{A5E6F989-A884-023F-9B5C-FC248E83F147}"/>
                </a:ext>
              </a:extLst>
            </p:cNvPr>
            <p:cNvSpPr>
              <a:spLocks noGrp="1"/>
            </p:cNvSpPr>
            <p:nvPr/>
          </p:nvSpPr>
          <p:spPr>
            <a:xfrm>
              <a:off x="15605127" y="3824921"/>
              <a:ext cx="43677" cy="37893"/>
            </a:xfrm>
            <a:custGeom>
              <a:avLst/>
              <a:gdLst/>
              <a:ahLst/>
              <a:cxnLst/>
              <a:rect l="0" t="0" r="0" b="0"/>
              <a:pathLst>
                <a:path w="43677" h="37893">
                  <a:moveTo>
                    <a:pt x="43677" y="378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89" name="Output_receptor__4588">
              <a:extLst>
                <a:ext uri="{FF2B5EF4-FFF2-40B4-BE49-F238E27FC236}">
                  <a16:creationId xmlns:a16="http://schemas.microsoft.com/office/drawing/2014/main" id="{AA54C096-3744-2CB3-8A23-4922E613D0CA}"/>
                </a:ext>
              </a:extLst>
            </p:cNvPr>
            <p:cNvSpPr>
              <a:spLocks noGrp="1"/>
            </p:cNvSpPr>
            <p:nvPr/>
          </p:nvSpPr>
          <p:spPr>
            <a:xfrm>
              <a:off x="15668271" y="4256237"/>
              <a:ext cx="68551" cy="20884"/>
            </a:xfrm>
            <a:custGeom>
              <a:avLst/>
              <a:gdLst/>
              <a:ahLst/>
              <a:cxnLst/>
              <a:rect l="0" t="0" r="0" b="0"/>
              <a:pathLst>
                <a:path w="68551" h="20884">
                  <a:moveTo>
                    <a:pt x="0" y="20884"/>
                  </a:moveTo>
                  <a:lnTo>
                    <a:pt x="6855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0" name="Output_receptor__4589">
              <a:extLst>
                <a:ext uri="{FF2B5EF4-FFF2-40B4-BE49-F238E27FC236}">
                  <a16:creationId xmlns:a16="http://schemas.microsoft.com/office/drawing/2014/main" id="{1AF8B649-1D17-48B3-5DAF-12ABC0CDF1FC}"/>
                </a:ext>
              </a:extLst>
            </p:cNvPr>
            <p:cNvSpPr>
              <a:spLocks noGrp="1"/>
            </p:cNvSpPr>
            <p:nvPr/>
          </p:nvSpPr>
          <p:spPr>
            <a:xfrm>
              <a:off x="16190832" y="4298234"/>
              <a:ext cx="36375" cy="42016"/>
            </a:xfrm>
            <a:custGeom>
              <a:avLst/>
              <a:gdLst/>
              <a:ahLst/>
              <a:cxnLst/>
              <a:rect l="0" t="0" r="0" b="0"/>
              <a:pathLst>
                <a:path w="36375" h="42016">
                  <a:moveTo>
                    <a:pt x="0" y="0"/>
                  </a:moveTo>
                  <a:lnTo>
                    <a:pt x="36375" y="42016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591" name="Output_receptor__4590">
              <a:extLst>
                <a:ext uri="{FF2B5EF4-FFF2-40B4-BE49-F238E27FC236}">
                  <a16:creationId xmlns:a16="http://schemas.microsoft.com/office/drawing/2014/main" id="{79064FD9-7C50-A39B-75EB-A2E680E2EF7F}"/>
                </a:ext>
              </a:extLst>
            </p:cNvPr>
            <p:cNvSpPr>
              <a:spLocks noGrp="1"/>
            </p:cNvSpPr>
            <p:nvPr/>
          </p:nvSpPr>
          <p:spPr>
            <a:xfrm>
              <a:off x="16621354" y="4063856"/>
              <a:ext cx="50449" cy="35060"/>
            </a:xfrm>
            <a:custGeom>
              <a:avLst/>
              <a:gdLst/>
              <a:ahLst/>
              <a:cxnLst/>
              <a:rect l="0" t="0" r="0" b="0"/>
              <a:pathLst>
                <a:path w="50449" h="35060">
                  <a:moveTo>
                    <a:pt x="50449" y="0"/>
                  </a:moveTo>
                  <a:lnTo>
                    <a:pt x="0" y="3506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2" name="Output_receptor__4591">
              <a:extLst>
                <a:ext uri="{FF2B5EF4-FFF2-40B4-BE49-F238E27FC236}">
                  <a16:creationId xmlns:a16="http://schemas.microsoft.com/office/drawing/2014/main" id="{2232F0EB-ABDF-9E05-F929-BC31ACBC6C26}"/>
                </a:ext>
              </a:extLst>
            </p:cNvPr>
            <p:cNvSpPr>
              <a:spLocks noGrp="1"/>
            </p:cNvSpPr>
            <p:nvPr/>
          </p:nvSpPr>
          <p:spPr>
            <a:xfrm>
              <a:off x="16308900" y="4221014"/>
              <a:ext cx="21528" cy="67370"/>
            </a:xfrm>
            <a:custGeom>
              <a:avLst/>
              <a:gdLst/>
              <a:ahLst/>
              <a:cxnLst/>
              <a:rect l="0" t="0" r="0" b="0"/>
              <a:pathLst>
                <a:path w="21528" h="67370">
                  <a:moveTo>
                    <a:pt x="21528" y="673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593" name="Output_receptor__4592">
              <a:extLst>
                <a:ext uri="{FF2B5EF4-FFF2-40B4-BE49-F238E27FC236}">
                  <a16:creationId xmlns:a16="http://schemas.microsoft.com/office/drawing/2014/main" id="{A6DC8DE8-52F0-0E7B-D7DD-53C011E9BE62}"/>
                </a:ext>
              </a:extLst>
            </p:cNvPr>
            <p:cNvSpPr>
              <a:spLocks noGrp="1"/>
            </p:cNvSpPr>
            <p:nvPr/>
          </p:nvSpPr>
          <p:spPr>
            <a:xfrm>
              <a:off x="15826788" y="4085384"/>
              <a:ext cx="4773" cy="69472"/>
            </a:xfrm>
            <a:custGeom>
              <a:avLst/>
              <a:gdLst/>
              <a:ahLst/>
              <a:cxnLst/>
              <a:rect l="0" t="0" r="0" b="0"/>
              <a:pathLst>
                <a:path w="4773" h="69472">
                  <a:moveTo>
                    <a:pt x="0" y="0"/>
                  </a:moveTo>
                  <a:lnTo>
                    <a:pt x="4773" y="6947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4" name="Output_receptor__4593">
              <a:extLst>
                <a:ext uri="{FF2B5EF4-FFF2-40B4-BE49-F238E27FC236}">
                  <a16:creationId xmlns:a16="http://schemas.microsoft.com/office/drawing/2014/main" id="{AE16DEF0-0C76-8968-CCEF-61994FEA53A9}"/>
                </a:ext>
              </a:extLst>
            </p:cNvPr>
            <p:cNvSpPr>
              <a:spLocks noGrp="1"/>
            </p:cNvSpPr>
            <p:nvPr/>
          </p:nvSpPr>
          <p:spPr>
            <a:xfrm>
              <a:off x="15747019" y="3825646"/>
              <a:ext cx="27917" cy="3637"/>
            </a:xfrm>
            <a:custGeom>
              <a:avLst/>
              <a:gdLst/>
              <a:ahLst/>
              <a:cxnLst/>
              <a:rect l="0" t="0" r="0" b="0"/>
              <a:pathLst>
                <a:path w="27917" h="3637">
                  <a:moveTo>
                    <a:pt x="27917" y="3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5" name="Output_receptor__4594">
              <a:extLst>
                <a:ext uri="{FF2B5EF4-FFF2-40B4-BE49-F238E27FC236}">
                  <a16:creationId xmlns:a16="http://schemas.microsoft.com/office/drawing/2014/main" id="{7CE68117-125F-96B1-06A7-7D282A6887A3}"/>
                </a:ext>
              </a:extLst>
            </p:cNvPr>
            <p:cNvSpPr>
              <a:spLocks noGrp="1"/>
            </p:cNvSpPr>
            <p:nvPr/>
          </p:nvSpPr>
          <p:spPr>
            <a:xfrm>
              <a:off x="16653413" y="4000675"/>
              <a:ext cx="18389" cy="63181"/>
            </a:xfrm>
            <a:custGeom>
              <a:avLst/>
              <a:gdLst/>
              <a:ahLst/>
              <a:cxnLst/>
              <a:rect l="0" t="0" r="0" b="0"/>
              <a:pathLst>
                <a:path w="18389" h="63181">
                  <a:moveTo>
                    <a:pt x="0" y="0"/>
                  </a:moveTo>
                  <a:lnTo>
                    <a:pt x="18389" y="6318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6" name="Output_receptor__4595">
              <a:extLst>
                <a:ext uri="{FF2B5EF4-FFF2-40B4-BE49-F238E27FC236}">
                  <a16:creationId xmlns:a16="http://schemas.microsoft.com/office/drawing/2014/main" id="{47EA3892-4C13-FDA8-B1A6-1FAE9522FE46}"/>
                </a:ext>
              </a:extLst>
            </p:cNvPr>
            <p:cNvSpPr>
              <a:spLocks noGrp="1"/>
            </p:cNvSpPr>
            <p:nvPr/>
          </p:nvSpPr>
          <p:spPr>
            <a:xfrm>
              <a:off x="15560651" y="3809990"/>
              <a:ext cx="44476" cy="14931"/>
            </a:xfrm>
            <a:custGeom>
              <a:avLst/>
              <a:gdLst/>
              <a:ahLst/>
              <a:cxnLst/>
              <a:rect l="0" t="0" r="0" b="0"/>
              <a:pathLst>
                <a:path w="44476" h="14931">
                  <a:moveTo>
                    <a:pt x="44476" y="14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7" name="Output_receptor__4596">
              <a:extLst>
                <a:ext uri="{FF2B5EF4-FFF2-40B4-BE49-F238E27FC236}">
                  <a16:creationId xmlns:a16="http://schemas.microsoft.com/office/drawing/2014/main" id="{FD3E50B5-F05F-BCC3-9D28-B68AB1DED6FA}"/>
                </a:ext>
              </a:extLst>
            </p:cNvPr>
            <p:cNvSpPr>
              <a:spLocks noGrp="1"/>
            </p:cNvSpPr>
            <p:nvPr/>
          </p:nvSpPr>
          <p:spPr>
            <a:xfrm>
              <a:off x="15575520" y="3915190"/>
              <a:ext cx="26883" cy="7735"/>
            </a:xfrm>
            <a:custGeom>
              <a:avLst/>
              <a:gdLst/>
              <a:ahLst/>
              <a:cxnLst/>
              <a:rect l="0" t="0" r="0" b="0"/>
              <a:pathLst>
                <a:path w="26883" h="7735">
                  <a:moveTo>
                    <a:pt x="0" y="7735"/>
                  </a:moveTo>
                  <a:lnTo>
                    <a:pt x="2688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8" name="Output_receptor__4597">
              <a:extLst>
                <a:ext uri="{FF2B5EF4-FFF2-40B4-BE49-F238E27FC236}">
                  <a16:creationId xmlns:a16="http://schemas.microsoft.com/office/drawing/2014/main" id="{172FD0A3-416D-EA51-A7ED-3162301815B5}"/>
                </a:ext>
              </a:extLst>
            </p:cNvPr>
            <p:cNvSpPr>
              <a:spLocks noGrp="1"/>
            </p:cNvSpPr>
            <p:nvPr/>
          </p:nvSpPr>
          <p:spPr>
            <a:xfrm>
              <a:off x="16489434" y="3833187"/>
              <a:ext cx="33450" cy="21286"/>
            </a:xfrm>
            <a:custGeom>
              <a:avLst/>
              <a:gdLst/>
              <a:ahLst/>
              <a:cxnLst/>
              <a:rect l="0" t="0" r="0" b="0"/>
              <a:pathLst>
                <a:path w="33450" h="21286">
                  <a:moveTo>
                    <a:pt x="0" y="0"/>
                  </a:moveTo>
                  <a:lnTo>
                    <a:pt x="33450" y="2128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9" name="Output_receptor__4598">
              <a:extLst>
                <a:ext uri="{FF2B5EF4-FFF2-40B4-BE49-F238E27FC236}">
                  <a16:creationId xmlns:a16="http://schemas.microsoft.com/office/drawing/2014/main" id="{2F70E0D8-B08D-573F-5F05-D69B0567AB88}"/>
                </a:ext>
              </a:extLst>
            </p:cNvPr>
            <p:cNvSpPr>
              <a:spLocks noGrp="1"/>
            </p:cNvSpPr>
            <p:nvPr/>
          </p:nvSpPr>
          <p:spPr>
            <a:xfrm>
              <a:off x="15956061" y="3911152"/>
              <a:ext cx="12781" cy="67592"/>
            </a:xfrm>
            <a:custGeom>
              <a:avLst/>
              <a:gdLst/>
              <a:ahLst/>
              <a:cxnLst/>
              <a:rect l="0" t="0" r="0" b="0"/>
              <a:pathLst>
                <a:path w="12781" h="67592">
                  <a:moveTo>
                    <a:pt x="12781" y="67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0" name="Output_receptor__4599">
              <a:extLst>
                <a:ext uri="{FF2B5EF4-FFF2-40B4-BE49-F238E27FC236}">
                  <a16:creationId xmlns:a16="http://schemas.microsoft.com/office/drawing/2014/main" id="{2B03243B-F538-D7E8-4BA2-943CE00DE3CD}"/>
                </a:ext>
              </a:extLst>
            </p:cNvPr>
            <p:cNvSpPr>
              <a:spLocks noGrp="1"/>
            </p:cNvSpPr>
            <p:nvPr/>
          </p:nvSpPr>
          <p:spPr>
            <a:xfrm>
              <a:off x="16404605" y="3982948"/>
              <a:ext cx="54719" cy="34964"/>
            </a:xfrm>
            <a:custGeom>
              <a:avLst/>
              <a:gdLst/>
              <a:ahLst/>
              <a:cxnLst/>
              <a:rect l="0" t="0" r="0" b="0"/>
              <a:pathLst>
                <a:path w="54719" h="34964">
                  <a:moveTo>
                    <a:pt x="0" y="0"/>
                  </a:moveTo>
                  <a:lnTo>
                    <a:pt x="54719" y="3496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1" name="Output_receptor__4600">
              <a:extLst>
                <a:ext uri="{FF2B5EF4-FFF2-40B4-BE49-F238E27FC236}">
                  <a16:creationId xmlns:a16="http://schemas.microsoft.com/office/drawing/2014/main" id="{59523969-8AAB-1507-629D-6012159784E6}"/>
                </a:ext>
              </a:extLst>
            </p:cNvPr>
            <p:cNvSpPr>
              <a:spLocks noGrp="1"/>
            </p:cNvSpPr>
            <p:nvPr/>
          </p:nvSpPr>
          <p:spPr>
            <a:xfrm>
              <a:off x="16478122" y="3480182"/>
              <a:ext cx="46953" cy="18964"/>
            </a:xfrm>
            <a:custGeom>
              <a:avLst/>
              <a:gdLst/>
              <a:ahLst/>
              <a:cxnLst/>
              <a:rect l="0" t="0" r="0" b="0"/>
              <a:pathLst>
                <a:path w="46953" h="18964">
                  <a:moveTo>
                    <a:pt x="46953" y="0"/>
                  </a:moveTo>
                  <a:lnTo>
                    <a:pt x="0" y="18964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2" name="Output_receptor__4601">
              <a:extLst>
                <a:ext uri="{FF2B5EF4-FFF2-40B4-BE49-F238E27FC236}">
                  <a16:creationId xmlns:a16="http://schemas.microsoft.com/office/drawing/2014/main" id="{04238182-791E-0DC1-B303-D1E279CE74FE}"/>
                </a:ext>
              </a:extLst>
            </p:cNvPr>
            <p:cNvSpPr>
              <a:spLocks noGrp="1"/>
            </p:cNvSpPr>
            <p:nvPr/>
          </p:nvSpPr>
          <p:spPr>
            <a:xfrm>
              <a:off x="15940517" y="4296042"/>
              <a:ext cx="40470" cy="50872"/>
            </a:xfrm>
            <a:custGeom>
              <a:avLst/>
              <a:gdLst/>
              <a:ahLst/>
              <a:cxnLst/>
              <a:rect l="0" t="0" r="0" b="0"/>
              <a:pathLst>
                <a:path w="40470" h="50872">
                  <a:moveTo>
                    <a:pt x="0" y="50872"/>
                  </a:moveTo>
                  <a:lnTo>
                    <a:pt x="4047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3" name="Output_receptor__4602">
              <a:extLst>
                <a:ext uri="{FF2B5EF4-FFF2-40B4-BE49-F238E27FC236}">
                  <a16:creationId xmlns:a16="http://schemas.microsoft.com/office/drawing/2014/main" id="{DED6BA66-3F9C-73AD-EE8C-04C4539EEC86}"/>
                </a:ext>
              </a:extLst>
            </p:cNvPr>
            <p:cNvSpPr>
              <a:spLocks noGrp="1"/>
            </p:cNvSpPr>
            <p:nvPr/>
          </p:nvSpPr>
          <p:spPr>
            <a:xfrm>
              <a:off x="16549920" y="3760252"/>
              <a:ext cx="34712" cy="61313"/>
            </a:xfrm>
            <a:custGeom>
              <a:avLst/>
              <a:gdLst/>
              <a:ahLst/>
              <a:cxnLst/>
              <a:rect l="0" t="0" r="0" b="0"/>
              <a:pathLst>
                <a:path w="34712" h="61313">
                  <a:moveTo>
                    <a:pt x="34712" y="613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4" name="Output_receptor__4603">
              <a:extLst>
                <a:ext uri="{FF2B5EF4-FFF2-40B4-BE49-F238E27FC236}">
                  <a16:creationId xmlns:a16="http://schemas.microsoft.com/office/drawing/2014/main" id="{6AEAD897-AC6A-2596-E0A6-2E0821A83AC3}"/>
                </a:ext>
              </a:extLst>
            </p:cNvPr>
            <p:cNvSpPr>
              <a:spLocks noGrp="1"/>
            </p:cNvSpPr>
            <p:nvPr/>
          </p:nvSpPr>
          <p:spPr>
            <a:xfrm>
              <a:off x="15980987" y="4296042"/>
              <a:ext cx="57048" cy="22817"/>
            </a:xfrm>
            <a:custGeom>
              <a:avLst/>
              <a:gdLst/>
              <a:ahLst/>
              <a:cxnLst/>
              <a:rect l="0" t="0" r="0" b="0"/>
              <a:pathLst>
                <a:path w="57048" h="22817">
                  <a:moveTo>
                    <a:pt x="0" y="0"/>
                  </a:moveTo>
                  <a:lnTo>
                    <a:pt x="57048" y="2281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5" name="Output_receptor__4604">
              <a:extLst>
                <a:ext uri="{FF2B5EF4-FFF2-40B4-BE49-F238E27FC236}">
                  <a16:creationId xmlns:a16="http://schemas.microsoft.com/office/drawing/2014/main" id="{3F7CBEDD-3457-23D5-975B-BFAEC49B2042}"/>
                </a:ext>
              </a:extLst>
            </p:cNvPr>
            <p:cNvSpPr>
              <a:spLocks noGrp="1"/>
            </p:cNvSpPr>
            <p:nvPr/>
          </p:nvSpPr>
          <p:spPr>
            <a:xfrm>
              <a:off x="15824701" y="4697522"/>
              <a:ext cx="60524" cy="25763"/>
            </a:xfrm>
            <a:custGeom>
              <a:avLst/>
              <a:gdLst/>
              <a:ahLst/>
              <a:cxnLst/>
              <a:rect l="0" t="0" r="0" b="0"/>
              <a:pathLst>
                <a:path w="60524" h="25763">
                  <a:moveTo>
                    <a:pt x="60524" y="257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6" name="Output_receptor__4605">
              <a:extLst>
                <a:ext uri="{FF2B5EF4-FFF2-40B4-BE49-F238E27FC236}">
                  <a16:creationId xmlns:a16="http://schemas.microsoft.com/office/drawing/2014/main" id="{48AFABB7-BF66-34C9-F003-B74BAB1319EA}"/>
                </a:ext>
              </a:extLst>
            </p:cNvPr>
            <p:cNvSpPr>
              <a:spLocks noGrp="1"/>
            </p:cNvSpPr>
            <p:nvPr/>
          </p:nvSpPr>
          <p:spPr>
            <a:xfrm>
              <a:off x="16330428" y="4268185"/>
              <a:ext cx="69259" cy="20199"/>
            </a:xfrm>
            <a:custGeom>
              <a:avLst/>
              <a:gdLst/>
              <a:ahLst/>
              <a:cxnLst/>
              <a:rect l="0" t="0" r="0" b="0"/>
              <a:pathLst>
                <a:path w="69259" h="20199">
                  <a:moveTo>
                    <a:pt x="69259" y="0"/>
                  </a:moveTo>
                  <a:lnTo>
                    <a:pt x="0" y="20199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7" name="Output_receptor__4606">
              <a:extLst>
                <a:ext uri="{FF2B5EF4-FFF2-40B4-BE49-F238E27FC236}">
                  <a16:creationId xmlns:a16="http://schemas.microsoft.com/office/drawing/2014/main" id="{9309A7E8-62C4-E761-1099-A855F0EAD348}"/>
                </a:ext>
              </a:extLst>
            </p:cNvPr>
            <p:cNvSpPr>
              <a:spLocks noGrp="1"/>
            </p:cNvSpPr>
            <p:nvPr/>
          </p:nvSpPr>
          <p:spPr>
            <a:xfrm>
              <a:off x="16159731" y="4084244"/>
              <a:ext cx="38255" cy="7532"/>
            </a:xfrm>
            <a:custGeom>
              <a:avLst/>
              <a:gdLst/>
              <a:ahLst/>
              <a:cxnLst/>
              <a:rect l="0" t="0" r="0" b="0"/>
              <a:pathLst>
                <a:path w="38255" h="7532">
                  <a:moveTo>
                    <a:pt x="0" y="7532"/>
                  </a:moveTo>
                  <a:lnTo>
                    <a:pt x="38255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8" name="Output_receptor__4607">
              <a:extLst>
                <a:ext uri="{FF2B5EF4-FFF2-40B4-BE49-F238E27FC236}">
                  <a16:creationId xmlns:a16="http://schemas.microsoft.com/office/drawing/2014/main" id="{9A0937DF-D3B7-88EE-9082-BF57F06A599D}"/>
                </a:ext>
              </a:extLst>
            </p:cNvPr>
            <p:cNvSpPr>
              <a:spLocks noGrp="1"/>
            </p:cNvSpPr>
            <p:nvPr/>
          </p:nvSpPr>
          <p:spPr>
            <a:xfrm>
              <a:off x="16540803" y="3525093"/>
              <a:ext cx="37020" cy="60269"/>
            </a:xfrm>
            <a:custGeom>
              <a:avLst/>
              <a:gdLst/>
              <a:ahLst/>
              <a:cxnLst/>
              <a:rect l="0" t="0" r="0" b="0"/>
              <a:pathLst>
                <a:path w="37020" h="60269">
                  <a:moveTo>
                    <a:pt x="0" y="60269"/>
                  </a:moveTo>
                  <a:lnTo>
                    <a:pt x="3702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9" name="Output_receptor__4608">
              <a:extLst>
                <a:ext uri="{FF2B5EF4-FFF2-40B4-BE49-F238E27FC236}">
                  <a16:creationId xmlns:a16="http://schemas.microsoft.com/office/drawing/2014/main" id="{787382A4-994A-E2F5-D2A4-0E6D262C4261}"/>
                </a:ext>
              </a:extLst>
            </p:cNvPr>
            <p:cNvSpPr>
              <a:spLocks noGrp="1"/>
            </p:cNvSpPr>
            <p:nvPr/>
          </p:nvSpPr>
          <p:spPr>
            <a:xfrm>
              <a:off x="16154624" y="3993312"/>
              <a:ext cx="65661" cy="25495"/>
            </a:xfrm>
            <a:custGeom>
              <a:avLst/>
              <a:gdLst/>
              <a:ahLst/>
              <a:cxnLst/>
              <a:rect l="0" t="0" r="0" b="0"/>
              <a:pathLst>
                <a:path w="65661" h="25495">
                  <a:moveTo>
                    <a:pt x="65661" y="25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0" name="Output_receptor__4609">
              <a:extLst>
                <a:ext uri="{FF2B5EF4-FFF2-40B4-BE49-F238E27FC236}">
                  <a16:creationId xmlns:a16="http://schemas.microsoft.com/office/drawing/2014/main" id="{4D65681D-D6B1-9E9A-4B24-9EE7EC83134A}"/>
                </a:ext>
              </a:extLst>
            </p:cNvPr>
            <p:cNvSpPr>
              <a:spLocks noGrp="1"/>
            </p:cNvSpPr>
            <p:nvPr/>
          </p:nvSpPr>
          <p:spPr>
            <a:xfrm>
              <a:off x="15795129" y="4343526"/>
              <a:ext cx="24100" cy="64215"/>
            </a:xfrm>
            <a:custGeom>
              <a:avLst/>
              <a:gdLst/>
              <a:ahLst/>
              <a:cxnLst/>
              <a:rect l="0" t="0" r="0" b="0"/>
              <a:pathLst>
                <a:path w="24100" h="64215">
                  <a:moveTo>
                    <a:pt x="24100" y="0"/>
                  </a:moveTo>
                  <a:lnTo>
                    <a:pt x="0" y="6421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1" name="Output_receptor__4610">
              <a:extLst>
                <a:ext uri="{FF2B5EF4-FFF2-40B4-BE49-F238E27FC236}">
                  <a16:creationId xmlns:a16="http://schemas.microsoft.com/office/drawing/2014/main" id="{1CA554A8-0977-865D-F81D-6FB099133726}"/>
                </a:ext>
              </a:extLst>
            </p:cNvPr>
            <p:cNvSpPr>
              <a:spLocks noGrp="1"/>
            </p:cNvSpPr>
            <p:nvPr/>
          </p:nvSpPr>
          <p:spPr>
            <a:xfrm>
              <a:off x="16248521" y="3441529"/>
              <a:ext cx="7127" cy="60178"/>
            </a:xfrm>
            <a:custGeom>
              <a:avLst/>
              <a:gdLst/>
              <a:ahLst/>
              <a:cxnLst/>
              <a:rect l="0" t="0" r="0" b="0"/>
              <a:pathLst>
                <a:path w="7127" h="60178">
                  <a:moveTo>
                    <a:pt x="7127" y="0"/>
                  </a:moveTo>
                  <a:lnTo>
                    <a:pt x="0" y="60178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2" name="Output_receptor__4611">
              <a:extLst>
                <a:ext uri="{FF2B5EF4-FFF2-40B4-BE49-F238E27FC236}">
                  <a16:creationId xmlns:a16="http://schemas.microsoft.com/office/drawing/2014/main" id="{F8F247C6-26F7-97B4-B9A7-84597625116E}"/>
                </a:ext>
              </a:extLst>
            </p:cNvPr>
            <p:cNvSpPr>
              <a:spLocks noGrp="1"/>
            </p:cNvSpPr>
            <p:nvPr/>
          </p:nvSpPr>
          <p:spPr>
            <a:xfrm>
              <a:off x="16110949" y="4525626"/>
              <a:ext cx="27149" cy="43110"/>
            </a:xfrm>
            <a:custGeom>
              <a:avLst/>
              <a:gdLst/>
              <a:ahLst/>
              <a:cxnLst/>
              <a:rect l="0" t="0" r="0" b="0"/>
              <a:pathLst>
                <a:path w="27149" h="43110">
                  <a:moveTo>
                    <a:pt x="0" y="43110"/>
                  </a:moveTo>
                  <a:lnTo>
                    <a:pt x="2714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3" name="Output_receptor__4612">
              <a:extLst>
                <a:ext uri="{FF2B5EF4-FFF2-40B4-BE49-F238E27FC236}">
                  <a16:creationId xmlns:a16="http://schemas.microsoft.com/office/drawing/2014/main" id="{87D3F1AC-44D8-7D34-5002-18ACF407B81E}"/>
                </a:ext>
              </a:extLst>
            </p:cNvPr>
            <p:cNvSpPr>
              <a:spLocks noGrp="1"/>
            </p:cNvSpPr>
            <p:nvPr/>
          </p:nvSpPr>
          <p:spPr>
            <a:xfrm>
              <a:off x="16546504" y="3399926"/>
              <a:ext cx="57429" cy="4365"/>
            </a:xfrm>
            <a:custGeom>
              <a:avLst/>
              <a:gdLst/>
              <a:ahLst/>
              <a:cxnLst/>
              <a:rect l="0" t="0" r="0" b="0"/>
              <a:pathLst>
                <a:path w="57429" h="4365">
                  <a:moveTo>
                    <a:pt x="0" y="4365"/>
                  </a:moveTo>
                  <a:lnTo>
                    <a:pt x="57429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4" name="Output_receptor__4613">
              <a:extLst>
                <a:ext uri="{FF2B5EF4-FFF2-40B4-BE49-F238E27FC236}">
                  <a16:creationId xmlns:a16="http://schemas.microsoft.com/office/drawing/2014/main" id="{332E79E9-B6E6-6BCC-30B0-59A3E5B6991D}"/>
                </a:ext>
              </a:extLst>
            </p:cNvPr>
            <p:cNvSpPr>
              <a:spLocks noGrp="1"/>
            </p:cNvSpPr>
            <p:nvPr/>
          </p:nvSpPr>
          <p:spPr>
            <a:xfrm>
              <a:off x="16146870" y="3173418"/>
              <a:ext cx="43678" cy="21453"/>
            </a:xfrm>
            <a:custGeom>
              <a:avLst/>
              <a:gdLst/>
              <a:ahLst/>
              <a:cxnLst/>
              <a:rect l="0" t="0" r="0" b="0"/>
              <a:pathLst>
                <a:path w="43678" h="21453">
                  <a:moveTo>
                    <a:pt x="0" y="0"/>
                  </a:moveTo>
                  <a:lnTo>
                    <a:pt x="43678" y="21453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5" name="Output_receptor__4614">
              <a:extLst>
                <a:ext uri="{FF2B5EF4-FFF2-40B4-BE49-F238E27FC236}">
                  <a16:creationId xmlns:a16="http://schemas.microsoft.com/office/drawing/2014/main" id="{1491E4B3-3191-7297-5885-CCC3548A58D3}"/>
                </a:ext>
              </a:extLst>
            </p:cNvPr>
            <p:cNvSpPr>
              <a:spLocks noGrp="1"/>
            </p:cNvSpPr>
            <p:nvPr/>
          </p:nvSpPr>
          <p:spPr>
            <a:xfrm>
              <a:off x="15739678" y="4080294"/>
              <a:ext cx="15543" cy="25598"/>
            </a:xfrm>
            <a:custGeom>
              <a:avLst/>
              <a:gdLst/>
              <a:ahLst/>
              <a:cxnLst/>
              <a:rect l="0" t="0" r="0" b="0"/>
              <a:pathLst>
                <a:path w="15543" h="25598">
                  <a:moveTo>
                    <a:pt x="0" y="25598"/>
                  </a:moveTo>
                  <a:lnTo>
                    <a:pt x="1554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6" name="Output_receptor__4615">
              <a:extLst>
                <a:ext uri="{FF2B5EF4-FFF2-40B4-BE49-F238E27FC236}">
                  <a16:creationId xmlns:a16="http://schemas.microsoft.com/office/drawing/2014/main" id="{2F84543C-FD56-20AE-7F3C-8C2BDCD94D3C}"/>
                </a:ext>
              </a:extLst>
            </p:cNvPr>
            <p:cNvSpPr>
              <a:spLocks noGrp="1"/>
            </p:cNvSpPr>
            <p:nvPr/>
          </p:nvSpPr>
          <p:spPr>
            <a:xfrm>
              <a:off x="15997698" y="4150999"/>
              <a:ext cx="9919" cy="71506"/>
            </a:xfrm>
            <a:custGeom>
              <a:avLst/>
              <a:gdLst/>
              <a:ahLst/>
              <a:cxnLst/>
              <a:rect l="0" t="0" r="0" b="0"/>
              <a:pathLst>
                <a:path w="9919" h="71506">
                  <a:moveTo>
                    <a:pt x="0" y="71506"/>
                  </a:moveTo>
                  <a:lnTo>
                    <a:pt x="991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7" name="Output_receptor__4616">
              <a:extLst>
                <a:ext uri="{FF2B5EF4-FFF2-40B4-BE49-F238E27FC236}">
                  <a16:creationId xmlns:a16="http://schemas.microsoft.com/office/drawing/2014/main" id="{919EB42D-66D3-E6F3-F839-D2827B374CC8}"/>
                </a:ext>
              </a:extLst>
            </p:cNvPr>
            <p:cNvSpPr>
              <a:spLocks noGrp="1"/>
            </p:cNvSpPr>
            <p:nvPr/>
          </p:nvSpPr>
          <p:spPr>
            <a:xfrm>
              <a:off x="15937851" y="4132958"/>
              <a:ext cx="69766" cy="18040"/>
            </a:xfrm>
            <a:custGeom>
              <a:avLst/>
              <a:gdLst/>
              <a:ahLst/>
              <a:cxnLst/>
              <a:rect l="0" t="0" r="0" b="0"/>
              <a:pathLst>
                <a:path w="69766" h="18040">
                  <a:moveTo>
                    <a:pt x="69766" y="180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8" name="Output_receptor__4617">
              <a:extLst>
                <a:ext uri="{FF2B5EF4-FFF2-40B4-BE49-F238E27FC236}">
                  <a16:creationId xmlns:a16="http://schemas.microsoft.com/office/drawing/2014/main" id="{60F06796-7F54-9F8F-61F3-E94637ADF3AB}"/>
                </a:ext>
              </a:extLst>
            </p:cNvPr>
            <p:cNvSpPr>
              <a:spLocks noGrp="1"/>
            </p:cNvSpPr>
            <p:nvPr/>
          </p:nvSpPr>
          <p:spPr>
            <a:xfrm>
              <a:off x="15576982" y="3666878"/>
              <a:ext cx="41684" cy="57752"/>
            </a:xfrm>
            <a:custGeom>
              <a:avLst/>
              <a:gdLst/>
              <a:ahLst/>
              <a:cxnLst/>
              <a:rect l="0" t="0" r="0" b="0"/>
              <a:pathLst>
                <a:path w="41684" h="57752">
                  <a:moveTo>
                    <a:pt x="41684" y="577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9" name="Output_receptor__4618">
              <a:extLst>
                <a:ext uri="{FF2B5EF4-FFF2-40B4-BE49-F238E27FC236}">
                  <a16:creationId xmlns:a16="http://schemas.microsoft.com/office/drawing/2014/main" id="{E11AB798-5D3D-FF6C-6364-665C4BA41169}"/>
                </a:ext>
              </a:extLst>
            </p:cNvPr>
            <p:cNvSpPr>
              <a:spLocks noGrp="1"/>
            </p:cNvSpPr>
            <p:nvPr/>
          </p:nvSpPr>
          <p:spPr>
            <a:xfrm>
              <a:off x="16021530" y="4318859"/>
              <a:ext cx="16505" cy="68274"/>
            </a:xfrm>
            <a:custGeom>
              <a:avLst/>
              <a:gdLst/>
              <a:ahLst/>
              <a:cxnLst/>
              <a:rect l="0" t="0" r="0" b="0"/>
              <a:pathLst>
                <a:path w="16505" h="68274">
                  <a:moveTo>
                    <a:pt x="16505" y="0"/>
                  </a:moveTo>
                  <a:lnTo>
                    <a:pt x="0" y="6827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0" name="Output_receptor__4619">
              <a:extLst>
                <a:ext uri="{FF2B5EF4-FFF2-40B4-BE49-F238E27FC236}">
                  <a16:creationId xmlns:a16="http://schemas.microsoft.com/office/drawing/2014/main" id="{D6F10ED2-8E42-D153-E756-EB66FE1D2EB1}"/>
                </a:ext>
              </a:extLst>
            </p:cNvPr>
            <p:cNvSpPr>
              <a:spLocks noGrp="1"/>
            </p:cNvSpPr>
            <p:nvPr/>
          </p:nvSpPr>
          <p:spPr>
            <a:xfrm>
              <a:off x="16379361" y="4060308"/>
              <a:ext cx="31150" cy="14371"/>
            </a:xfrm>
            <a:custGeom>
              <a:avLst/>
              <a:gdLst/>
              <a:ahLst/>
              <a:cxnLst/>
              <a:rect l="0" t="0" r="0" b="0"/>
              <a:pathLst>
                <a:path w="31150" h="14371">
                  <a:moveTo>
                    <a:pt x="31150" y="0"/>
                  </a:moveTo>
                  <a:lnTo>
                    <a:pt x="0" y="1437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1" name="Output_receptor__4620">
              <a:extLst>
                <a:ext uri="{FF2B5EF4-FFF2-40B4-BE49-F238E27FC236}">
                  <a16:creationId xmlns:a16="http://schemas.microsoft.com/office/drawing/2014/main" id="{4A6D2F0A-461D-3CBE-AA76-D91886644C7E}"/>
                </a:ext>
              </a:extLst>
            </p:cNvPr>
            <p:cNvSpPr>
              <a:spLocks noGrp="1"/>
            </p:cNvSpPr>
            <p:nvPr/>
          </p:nvSpPr>
          <p:spPr>
            <a:xfrm>
              <a:off x="16370767" y="3974794"/>
              <a:ext cx="33838" cy="8154"/>
            </a:xfrm>
            <a:custGeom>
              <a:avLst/>
              <a:gdLst/>
              <a:ahLst/>
              <a:cxnLst/>
              <a:rect l="0" t="0" r="0" b="0"/>
              <a:pathLst>
                <a:path w="33838" h="8154">
                  <a:moveTo>
                    <a:pt x="0" y="0"/>
                  </a:moveTo>
                  <a:lnTo>
                    <a:pt x="33838" y="815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2" name="Output_receptor__4621">
              <a:extLst>
                <a:ext uri="{FF2B5EF4-FFF2-40B4-BE49-F238E27FC236}">
                  <a16:creationId xmlns:a16="http://schemas.microsoft.com/office/drawing/2014/main" id="{DCCD59F7-36C4-C9D8-C354-5B016BB2A074}"/>
                </a:ext>
              </a:extLst>
            </p:cNvPr>
            <p:cNvSpPr>
              <a:spLocks noGrp="1"/>
            </p:cNvSpPr>
            <p:nvPr/>
          </p:nvSpPr>
          <p:spPr>
            <a:xfrm>
              <a:off x="15880738" y="3925754"/>
              <a:ext cx="4748" cy="24473"/>
            </a:xfrm>
            <a:custGeom>
              <a:avLst/>
              <a:gdLst/>
              <a:ahLst/>
              <a:cxnLst/>
              <a:rect l="0" t="0" r="0" b="0"/>
              <a:pathLst>
                <a:path w="4748" h="24473">
                  <a:moveTo>
                    <a:pt x="4748" y="0"/>
                  </a:moveTo>
                  <a:lnTo>
                    <a:pt x="0" y="24473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3" name="Output_receptor__4622">
              <a:extLst>
                <a:ext uri="{FF2B5EF4-FFF2-40B4-BE49-F238E27FC236}">
                  <a16:creationId xmlns:a16="http://schemas.microsoft.com/office/drawing/2014/main" id="{3670F080-0D4B-C7A0-3563-2EFAC82F9DDF}"/>
                </a:ext>
              </a:extLst>
            </p:cNvPr>
            <p:cNvSpPr>
              <a:spLocks noGrp="1"/>
            </p:cNvSpPr>
            <p:nvPr/>
          </p:nvSpPr>
          <p:spPr>
            <a:xfrm>
              <a:off x="16409938" y="4130488"/>
              <a:ext cx="60638" cy="33497"/>
            </a:xfrm>
            <a:custGeom>
              <a:avLst/>
              <a:gdLst/>
              <a:ahLst/>
              <a:cxnLst/>
              <a:rect l="0" t="0" r="0" b="0"/>
              <a:pathLst>
                <a:path w="60638" h="33497">
                  <a:moveTo>
                    <a:pt x="60638" y="0"/>
                  </a:moveTo>
                  <a:lnTo>
                    <a:pt x="0" y="3349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4" name="Output_receptor__4623">
              <a:extLst>
                <a:ext uri="{FF2B5EF4-FFF2-40B4-BE49-F238E27FC236}">
                  <a16:creationId xmlns:a16="http://schemas.microsoft.com/office/drawing/2014/main" id="{5314942B-C99C-4A7D-DE2B-A09B7B065015}"/>
                </a:ext>
              </a:extLst>
            </p:cNvPr>
            <p:cNvSpPr>
              <a:spLocks noGrp="1"/>
            </p:cNvSpPr>
            <p:nvPr/>
          </p:nvSpPr>
          <p:spPr>
            <a:xfrm>
              <a:off x="15782698" y="4697522"/>
              <a:ext cx="42004" cy="22111"/>
            </a:xfrm>
            <a:custGeom>
              <a:avLst/>
              <a:gdLst/>
              <a:ahLst/>
              <a:cxnLst/>
              <a:rect l="0" t="0" r="0" b="0"/>
              <a:pathLst>
                <a:path w="42004" h="22111">
                  <a:moveTo>
                    <a:pt x="42004" y="0"/>
                  </a:moveTo>
                  <a:lnTo>
                    <a:pt x="0" y="2211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5" name="Output_receptor__4624">
              <a:extLst>
                <a:ext uri="{FF2B5EF4-FFF2-40B4-BE49-F238E27FC236}">
                  <a16:creationId xmlns:a16="http://schemas.microsoft.com/office/drawing/2014/main" id="{C275E755-837B-A186-61BB-1E3C141A528E}"/>
                </a:ext>
              </a:extLst>
            </p:cNvPr>
            <p:cNvSpPr>
              <a:spLocks noGrp="1"/>
            </p:cNvSpPr>
            <p:nvPr/>
          </p:nvSpPr>
          <p:spPr>
            <a:xfrm>
              <a:off x="15395956" y="3963334"/>
              <a:ext cx="46539" cy="34557"/>
            </a:xfrm>
            <a:custGeom>
              <a:avLst/>
              <a:gdLst/>
              <a:ahLst/>
              <a:cxnLst/>
              <a:rect l="0" t="0" r="0" b="0"/>
              <a:pathLst>
                <a:path w="46539" h="34557">
                  <a:moveTo>
                    <a:pt x="0" y="34557"/>
                  </a:moveTo>
                  <a:lnTo>
                    <a:pt x="46539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26" name="Output_receptor__4625">
              <a:extLst>
                <a:ext uri="{FF2B5EF4-FFF2-40B4-BE49-F238E27FC236}">
                  <a16:creationId xmlns:a16="http://schemas.microsoft.com/office/drawing/2014/main" id="{FBC2EA18-A34E-9409-F19B-A6E6618F9097}"/>
                </a:ext>
              </a:extLst>
            </p:cNvPr>
            <p:cNvSpPr>
              <a:spLocks noGrp="1"/>
            </p:cNvSpPr>
            <p:nvPr/>
          </p:nvSpPr>
          <p:spPr>
            <a:xfrm>
              <a:off x="16522884" y="3821565"/>
              <a:ext cx="61748" cy="32909"/>
            </a:xfrm>
            <a:custGeom>
              <a:avLst/>
              <a:gdLst/>
              <a:ahLst/>
              <a:cxnLst/>
              <a:rect l="0" t="0" r="0" b="0"/>
              <a:pathLst>
                <a:path w="61748" h="32909">
                  <a:moveTo>
                    <a:pt x="0" y="32909"/>
                  </a:moveTo>
                  <a:lnTo>
                    <a:pt x="61748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7" name="Output_receptor__4626">
              <a:extLst>
                <a:ext uri="{FF2B5EF4-FFF2-40B4-BE49-F238E27FC236}">
                  <a16:creationId xmlns:a16="http://schemas.microsoft.com/office/drawing/2014/main" id="{0EEE1975-2E43-D11F-34D7-50F64CDCA44B}"/>
                </a:ext>
              </a:extLst>
            </p:cNvPr>
            <p:cNvSpPr>
              <a:spLocks noGrp="1"/>
            </p:cNvSpPr>
            <p:nvPr/>
          </p:nvSpPr>
          <p:spPr>
            <a:xfrm>
              <a:off x="16581590" y="4009018"/>
              <a:ext cx="3489" cy="18559"/>
            </a:xfrm>
            <a:custGeom>
              <a:avLst/>
              <a:gdLst/>
              <a:ahLst/>
              <a:cxnLst/>
              <a:rect l="0" t="0" r="0" b="0"/>
              <a:pathLst>
                <a:path w="3489" h="18559">
                  <a:moveTo>
                    <a:pt x="3489" y="185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8" name="Output_receptor__4627">
              <a:extLst>
                <a:ext uri="{FF2B5EF4-FFF2-40B4-BE49-F238E27FC236}">
                  <a16:creationId xmlns:a16="http://schemas.microsoft.com/office/drawing/2014/main" id="{1F90B538-66F1-3C10-0A47-8AD58BD0E4C4}"/>
                </a:ext>
              </a:extLst>
            </p:cNvPr>
            <p:cNvSpPr>
              <a:spLocks noGrp="1"/>
            </p:cNvSpPr>
            <p:nvPr/>
          </p:nvSpPr>
          <p:spPr>
            <a:xfrm>
              <a:off x="15602402" y="3862814"/>
              <a:ext cx="46401" cy="52376"/>
            </a:xfrm>
            <a:custGeom>
              <a:avLst/>
              <a:gdLst/>
              <a:ahLst/>
              <a:cxnLst/>
              <a:rect l="0" t="0" r="0" b="0"/>
              <a:pathLst>
                <a:path w="46401" h="52376">
                  <a:moveTo>
                    <a:pt x="0" y="52376"/>
                  </a:moveTo>
                  <a:lnTo>
                    <a:pt x="4640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9" name="Output_receptor__4628">
              <a:extLst>
                <a:ext uri="{FF2B5EF4-FFF2-40B4-BE49-F238E27FC236}">
                  <a16:creationId xmlns:a16="http://schemas.microsoft.com/office/drawing/2014/main" id="{5F12B297-D867-7BE0-5DD5-EF7125DC8DC2}"/>
                </a:ext>
              </a:extLst>
            </p:cNvPr>
            <p:cNvSpPr>
              <a:spLocks noGrp="1"/>
            </p:cNvSpPr>
            <p:nvPr/>
          </p:nvSpPr>
          <p:spPr>
            <a:xfrm>
              <a:off x="15736822" y="4256237"/>
              <a:ext cx="9470" cy="50561"/>
            </a:xfrm>
            <a:custGeom>
              <a:avLst/>
              <a:gdLst/>
              <a:ahLst/>
              <a:cxnLst/>
              <a:rect l="0" t="0" r="0" b="0"/>
              <a:pathLst>
                <a:path w="9470" h="50561">
                  <a:moveTo>
                    <a:pt x="0" y="0"/>
                  </a:moveTo>
                  <a:lnTo>
                    <a:pt x="9470" y="5056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0" name="Output_receptor__4629">
              <a:extLst>
                <a:ext uri="{FF2B5EF4-FFF2-40B4-BE49-F238E27FC236}">
                  <a16:creationId xmlns:a16="http://schemas.microsoft.com/office/drawing/2014/main" id="{D94DEED8-99E8-2F75-1DA6-759EC3F51D62}"/>
                </a:ext>
              </a:extLst>
            </p:cNvPr>
            <p:cNvSpPr>
              <a:spLocks noGrp="1"/>
            </p:cNvSpPr>
            <p:nvPr/>
          </p:nvSpPr>
          <p:spPr>
            <a:xfrm>
              <a:off x="15656794" y="4272773"/>
              <a:ext cx="11477" cy="4348"/>
            </a:xfrm>
            <a:custGeom>
              <a:avLst/>
              <a:gdLst/>
              <a:ahLst/>
              <a:cxnLst/>
              <a:rect l="0" t="0" r="0" b="0"/>
              <a:pathLst>
                <a:path w="11477" h="4348">
                  <a:moveTo>
                    <a:pt x="0" y="0"/>
                  </a:moveTo>
                  <a:lnTo>
                    <a:pt x="11477" y="4348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1" name="Output_receptor__4630">
              <a:extLst>
                <a:ext uri="{FF2B5EF4-FFF2-40B4-BE49-F238E27FC236}">
                  <a16:creationId xmlns:a16="http://schemas.microsoft.com/office/drawing/2014/main" id="{386ACE34-D135-1C72-3F95-18D58A5A2EA9}"/>
                </a:ext>
              </a:extLst>
            </p:cNvPr>
            <p:cNvSpPr>
              <a:spLocks noGrp="1"/>
            </p:cNvSpPr>
            <p:nvPr/>
          </p:nvSpPr>
          <p:spPr>
            <a:xfrm>
              <a:off x="16197985" y="4018807"/>
              <a:ext cx="22299" cy="65437"/>
            </a:xfrm>
            <a:custGeom>
              <a:avLst/>
              <a:gdLst/>
              <a:ahLst/>
              <a:cxnLst/>
              <a:rect l="0" t="0" r="0" b="0"/>
              <a:pathLst>
                <a:path w="22299" h="65437">
                  <a:moveTo>
                    <a:pt x="0" y="65437"/>
                  </a:moveTo>
                  <a:lnTo>
                    <a:pt x="2229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2" name="Output_receptor__4631">
              <a:extLst>
                <a:ext uri="{FF2B5EF4-FFF2-40B4-BE49-F238E27FC236}">
                  <a16:creationId xmlns:a16="http://schemas.microsoft.com/office/drawing/2014/main" id="{BC93F54F-71EC-7058-B09D-C837B5EECAD8}"/>
                </a:ext>
              </a:extLst>
            </p:cNvPr>
            <p:cNvSpPr>
              <a:spLocks noGrp="1"/>
            </p:cNvSpPr>
            <p:nvPr/>
          </p:nvSpPr>
          <p:spPr>
            <a:xfrm>
              <a:off x="16511447" y="3760252"/>
              <a:ext cx="38473" cy="2476"/>
            </a:xfrm>
            <a:custGeom>
              <a:avLst/>
              <a:gdLst/>
              <a:ahLst/>
              <a:cxnLst/>
              <a:rect l="0" t="0" r="0" b="0"/>
              <a:pathLst>
                <a:path w="38473" h="2476">
                  <a:moveTo>
                    <a:pt x="38473" y="0"/>
                  </a:moveTo>
                  <a:lnTo>
                    <a:pt x="0" y="247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3" name="Output_receptor__4632">
              <a:extLst>
                <a:ext uri="{FF2B5EF4-FFF2-40B4-BE49-F238E27FC236}">
                  <a16:creationId xmlns:a16="http://schemas.microsoft.com/office/drawing/2014/main" id="{07613D43-DBC4-E293-79AD-8D67971A6FDC}"/>
                </a:ext>
              </a:extLst>
            </p:cNvPr>
            <p:cNvSpPr>
              <a:spLocks noGrp="1"/>
            </p:cNvSpPr>
            <p:nvPr/>
          </p:nvSpPr>
          <p:spPr>
            <a:xfrm>
              <a:off x="15717094" y="4306798"/>
              <a:ext cx="29197" cy="49335"/>
            </a:xfrm>
            <a:custGeom>
              <a:avLst/>
              <a:gdLst/>
              <a:ahLst/>
              <a:cxnLst/>
              <a:rect l="0" t="0" r="0" b="0"/>
              <a:pathLst>
                <a:path w="29197" h="49335">
                  <a:moveTo>
                    <a:pt x="29197" y="0"/>
                  </a:moveTo>
                  <a:lnTo>
                    <a:pt x="0" y="4933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4" name="Output_receptor__4633">
              <a:extLst>
                <a:ext uri="{FF2B5EF4-FFF2-40B4-BE49-F238E27FC236}">
                  <a16:creationId xmlns:a16="http://schemas.microsoft.com/office/drawing/2014/main" id="{725F00EE-987D-8583-9976-E485C09AAC93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4" y="4190310"/>
              <a:ext cx="54952" cy="26583"/>
            </a:xfrm>
            <a:custGeom>
              <a:avLst/>
              <a:gdLst/>
              <a:ahLst/>
              <a:cxnLst/>
              <a:rect l="0" t="0" r="0" b="0"/>
              <a:pathLst>
                <a:path w="54952" h="26583">
                  <a:moveTo>
                    <a:pt x="0" y="26583"/>
                  </a:moveTo>
                  <a:lnTo>
                    <a:pt x="54952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5" name="Output_receptor__4634">
              <a:extLst>
                <a:ext uri="{FF2B5EF4-FFF2-40B4-BE49-F238E27FC236}">
                  <a16:creationId xmlns:a16="http://schemas.microsoft.com/office/drawing/2014/main" id="{E805798A-761F-CC85-08AD-3B5FCFF20778}"/>
                </a:ext>
              </a:extLst>
            </p:cNvPr>
            <p:cNvSpPr>
              <a:spLocks noGrp="1"/>
            </p:cNvSpPr>
            <p:nvPr/>
          </p:nvSpPr>
          <p:spPr>
            <a:xfrm>
              <a:off x="16122737" y="3993312"/>
              <a:ext cx="31887" cy="29332"/>
            </a:xfrm>
            <a:custGeom>
              <a:avLst/>
              <a:gdLst/>
              <a:ahLst/>
              <a:cxnLst/>
              <a:rect l="0" t="0" r="0" b="0"/>
              <a:pathLst>
                <a:path w="31887" h="29332">
                  <a:moveTo>
                    <a:pt x="31887" y="0"/>
                  </a:moveTo>
                  <a:lnTo>
                    <a:pt x="0" y="2933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6" name="Output_receptor__4635">
              <a:extLst>
                <a:ext uri="{FF2B5EF4-FFF2-40B4-BE49-F238E27FC236}">
                  <a16:creationId xmlns:a16="http://schemas.microsoft.com/office/drawing/2014/main" id="{55B3DB9E-AA68-1B72-03EF-32832825F380}"/>
                </a:ext>
              </a:extLst>
            </p:cNvPr>
            <p:cNvSpPr>
              <a:spLocks noGrp="1"/>
            </p:cNvSpPr>
            <p:nvPr/>
          </p:nvSpPr>
          <p:spPr>
            <a:xfrm>
              <a:off x="16073968" y="3196599"/>
              <a:ext cx="21602" cy="26217"/>
            </a:xfrm>
            <a:custGeom>
              <a:avLst/>
              <a:gdLst/>
              <a:ahLst/>
              <a:cxnLst/>
              <a:rect l="0" t="0" r="0" b="0"/>
              <a:pathLst>
                <a:path w="21602" h="26217">
                  <a:moveTo>
                    <a:pt x="0" y="0"/>
                  </a:moveTo>
                  <a:lnTo>
                    <a:pt x="21602" y="26217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37" name="Output_receptor__4636">
              <a:extLst>
                <a:ext uri="{FF2B5EF4-FFF2-40B4-BE49-F238E27FC236}">
                  <a16:creationId xmlns:a16="http://schemas.microsoft.com/office/drawing/2014/main" id="{24F582D5-36FD-C9D7-E5A5-9EF9071A5D2F}"/>
                </a:ext>
              </a:extLst>
            </p:cNvPr>
            <p:cNvSpPr>
              <a:spLocks noGrp="1"/>
            </p:cNvSpPr>
            <p:nvPr/>
          </p:nvSpPr>
          <p:spPr>
            <a:xfrm>
              <a:off x="16370921" y="3880661"/>
              <a:ext cx="68902" cy="22075"/>
            </a:xfrm>
            <a:custGeom>
              <a:avLst/>
              <a:gdLst/>
              <a:ahLst/>
              <a:cxnLst/>
              <a:rect l="0" t="0" r="0" b="0"/>
              <a:pathLst>
                <a:path w="68902" h="22075">
                  <a:moveTo>
                    <a:pt x="0" y="0"/>
                  </a:moveTo>
                  <a:lnTo>
                    <a:pt x="68902" y="2207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8" name="Output_receptor__4637">
              <a:extLst>
                <a:ext uri="{FF2B5EF4-FFF2-40B4-BE49-F238E27FC236}">
                  <a16:creationId xmlns:a16="http://schemas.microsoft.com/office/drawing/2014/main" id="{8C04F708-DB0E-CA36-D5E1-FFE396011637}"/>
                </a:ext>
              </a:extLst>
            </p:cNvPr>
            <p:cNvSpPr>
              <a:spLocks noGrp="1"/>
            </p:cNvSpPr>
            <p:nvPr/>
          </p:nvSpPr>
          <p:spPr>
            <a:xfrm>
              <a:off x="15774936" y="3770627"/>
              <a:ext cx="42315" cy="58657"/>
            </a:xfrm>
            <a:custGeom>
              <a:avLst/>
              <a:gdLst/>
              <a:ahLst/>
              <a:cxnLst/>
              <a:rect l="0" t="0" r="0" b="0"/>
              <a:pathLst>
                <a:path w="42315" h="58657">
                  <a:moveTo>
                    <a:pt x="42315" y="0"/>
                  </a:moveTo>
                  <a:lnTo>
                    <a:pt x="0" y="5865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9" name="Output_receptor__4638">
              <a:extLst>
                <a:ext uri="{FF2B5EF4-FFF2-40B4-BE49-F238E27FC236}">
                  <a16:creationId xmlns:a16="http://schemas.microsoft.com/office/drawing/2014/main" id="{1E331381-B3FC-D128-A89E-D88370ADA389}"/>
                </a:ext>
              </a:extLst>
            </p:cNvPr>
            <p:cNvSpPr>
              <a:spLocks noGrp="1"/>
            </p:cNvSpPr>
            <p:nvPr/>
          </p:nvSpPr>
          <p:spPr>
            <a:xfrm>
              <a:off x="16190548" y="3194871"/>
              <a:ext cx="45514" cy="55899"/>
            </a:xfrm>
            <a:custGeom>
              <a:avLst/>
              <a:gdLst/>
              <a:ahLst/>
              <a:cxnLst/>
              <a:rect l="0" t="0" r="0" b="0"/>
              <a:pathLst>
                <a:path w="45514" h="55899">
                  <a:moveTo>
                    <a:pt x="0" y="0"/>
                  </a:moveTo>
                  <a:lnTo>
                    <a:pt x="45514" y="55899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0" name="Output_receptor__4639">
              <a:extLst>
                <a:ext uri="{FF2B5EF4-FFF2-40B4-BE49-F238E27FC236}">
                  <a16:creationId xmlns:a16="http://schemas.microsoft.com/office/drawing/2014/main" id="{9622FB43-083C-4C31-5319-57E499EFEAA7}"/>
                </a:ext>
              </a:extLst>
            </p:cNvPr>
            <p:cNvSpPr>
              <a:spLocks noGrp="1"/>
            </p:cNvSpPr>
            <p:nvPr/>
          </p:nvSpPr>
          <p:spPr>
            <a:xfrm>
              <a:off x="16410512" y="4017912"/>
              <a:ext cx="48812" cy="42396"/>
            </a:xfrm>
            <a:custGeom>
              <a:avLst/>
              <a:gdLst/>
              <a:ahLst/>
              <a:cxnLst/>
              <a:rect l="0" t="0" r="0" b="0"/>
              <a:pathLst>
                <a:path w="48812" h="42396">
                  <a:moveTo>
                    <a:pt x="48812" y="0"/>
                  </a:moveTo>
                  <a:lnTo>
                    <a:pt x="0" y="4239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1" name="Output_receptor__4640">
              <a:extLst>
                <a:ext uri="{FF2B5EF4-FFF2-40B4-BE49-F238E27FC236}">
                  <a16:creationId xmlns:a16="http://schemas.microsoft.com/office/drawing/2014/main" id="{216DC7DA-5656-5B7A-7E8C-932A6BC0040A}"/>
                </a:ext>
              </a:extLst>
            </p:cNvPr>
            <p:cNvSpPr>
              <a:spLocks noGrp="1"/>
            </p:cNvSpPr>
            <p:nvPr/>
          </p:nvSpPr>
          <p:spPr>
            <a:xfrm>
              <a:off x="15918099" y="4132958"/>
              <a:ext cx="19752" cy="55290"/>
            </a:xfrm>
            <a:custGeom>
              <a:avLst/>
              <a:gdLst/>
              <a:ahLst/>
              <a:cxnLst/>
              <a:rect l="0" t="0" r="0" b="0"/>
              <a:pathLst>
                <a:path w="19752" h="55290">
                  <a:moveTo>
                    <a:pt x="19752" y="0"/>
                  </a:moveTo>
                  <a:lnTo>
                    <a:pt x="0" y="5529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2" name="Output_receptor__4641">
              <a:extLst>
                <a:ext uri="{FF2B5EF4-FFF2-40B4-BE49-F238E27FC236}">
                  <a16:creationId xmlns:a16="http://schemas.microsoft.com/office/drawing/2014/main" id="{CA099195-A0FA-158D-01D3-7132D25C4C01}"/>
                </a:ext>
              </a:extLst>
            </p:cNvPr>
            <p:cNvSpPr>
              <a:spLocks noGrp="1"/>
            </p:cNvSpPr>
            <p:nvPr/>
          </p:nvSpPr>
          <p:spPr>
            <a:xfrm>
              <a:off x="15885226" y="4682516"/>
              <a:ext cx="53887" cy="40769"/>
            </a:xfrm>
            <a:custGeom>
              <a:avLst/>
              <a:gdLst/>
              <a:ahLst/>
              <a:cxnLst/>
              <a:rect l="0" t="0" r="0" b="0"/>
              <a:pathLst>
                <a:path w="53887" h="40769">
                  <a:moveTo>
                    <a:pt x="53887" y="0"/>
                  </a:moveTo>
                  <a:lnTo>
                    <a:pt x="0" y="4076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3" name="Output_receptor__4642">
              <a:extLst>
                <a:ext uri="{FF2B5EF4-FFF2-40B4-BE49-F238E27FC236}">
                  <a16:creationId xmlns:a16="http://schemas.microsoft.com/office/drawing/2014/main" id="{974B1754-FB39-5BB5-40A2-C1503AFF8796}"/>
                </a:ext>
              </a:extLst>
            </p:cNvPr>
            <p:cNvSpPr>
              <a:spLocks noGrp="1"/>
            </p:cNvSpPr>
            <p:nvPr/>
          </p:nvSpPr>
          <p:spPr>
            <a:xfrm>
              <a:off x="15639386" y="4190310"/>
              <a:ext cx="45067" cy="16001"/>
            </a:xfrm>
            <a:custGeom>
              <a:avLst/>
              <a:gdLst/>
              <a:ahLst/>
              <a:cxnLst/>
              <a:rect l="0" t="0" r="0" b="0"/>
              <a:pathLst>
                <a:path w="45067" h="16001">
                  <a:moveTo>
                    <a:pt x="0" y="0"/>
                  </a:moveTo>
                  <a:lnTo>
                    <a:pt x="45067" y="1600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4" name="Output_receptor__4643">
              <a:extLst>
                <a:ext uri="{FF2B5EF4-FFF2-40B4-BE49-F238E27FC236}">
                  <a16:creationId xmlns:a16="http://schemas.microsoft.com/office/drawing/2014/main" id="{649930FB-30D9-67A1-E9BF-4A89B0616FCD}"/>
                </a:ext>
              </a:extLst>
            </p:cNvPr>
            <p:cNvSpPr>
              <a:spLocks noGrp="1"/>
            </p:cNvSpPr>
            <p:nvPr/>
          </p:nvSpPr>
          <p:spPr>
            <a:xfrm>
              <a:off x="15615258" y="3724630"/>
              <a:ext cx="3408" cy="57204"/>
            </a:xfrm>
            <a:custGeom>
              <a:avLst/>
              <a:gdLst/>
              <a:ahLst/>
              <a:cxnLst/>
              <a:rect l="0" t="0" r="0" b="0"/>
              <a:pathLst>
                <a:path w="3408" h="57204">
                  <a:moveTo>
                    <a:pt x="0" y="57204"/>
                  </a:moveTo>
                  <a:lnTo>
                    <a:pt x="3408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5" name="Output_receptor__4644">
              <a:extLst>
                <a:ext uri="{FF2B5EF4-FFF2-40B4-BE49-F238E27FC236}">
                  <a16:creationId xmlns:a16="http://schemas.microsoft.com/office/drawing/2014/main" id="{DA4B6868-9919-73AA-2770-6EF0E6A60415}"/>
                </a:ext>
              </a:extLst>
            </p:cNvPr>
            <p:cNvSpPr>
              <a:spLocks noGrp="1"/>
            </p:cNvSpPr>
            <p:nvPr/>
          </p:nvSpPr>
          <p:spPr>
            <a:xfrm>
              <a:off x="16794007" y="4147276"/>
              <a:ext cx="46993" cy="52332"/>
            </a:xfrm>
            <a:custGeom>
              <a:avLst/>
              <a:gdLst/>
              <a:ahLst/>
              <a:cxnLst/>
              <a:rect l="0" t="0" r="0" b="0"/>
              <a:pathLst>
                <a:path w="46993" h="52332">
                  <a:moveTo>
                    <a:pt x="0" y="52332"/>
                  </a:moveTo>
                  <a:lnTo>
                    <a:pt x="4699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6" name="Output_receptor__4645">
              <a:extLst>
                <a:ext uri="{FF2B5EF4-FFF2-40B4-BE49-F238E27FC236}">
                  <a16:creationId xmlns:a16="http://schemas.microsoft.com/office/drawing/2014/main" id="{567CD604-1C94-CD00-E378-3825FE427E40}"/>
                </a:ext>
              </a:extLst>
            </p:cNvPr>
            <p:cNvSpPr>
              <a:spLocks noGrp="1"/>
            </p:cNvSpPr>
            <p:nvPr/>
          </p:nvSpPr>
          <p:spPr>
            <a:xfrm>
              <a:off x="15560651" y="3781834"/>
              <a:ext cx="54607" cy="28155"/>
            </a:xfrm>
            <a:custGeom>
              <a:avLst/>
              <a:gdLst/>
              <a:ahLst/>
              <a:cxnLst/>
              <a:rect l="0" t="0" r="0" b="0"/>
              <a:pathLst>
                <a:path w="54607" h="28155">
                  <a:moveTo>
                    <a:pt x="0" y="28155"/>
                  </a:moveTo>
                  <a:lnTo>
                    <a:pt x="54607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7" name="Output_receptor__4646">
              <a:extLst>
                <a:ext uri="{FF2B5EF4-FFF2-40B4-BE49-F238E27FC236}">
                  <a16:creationId xmlns:a16="http://schemas.microsoft.com/office/drawing/2014/main" id="{23A3E7A8-FD6A-E4C1-B62D-06D0DD437023}"/>
                </a:ext>
              </a:extLst>
            </p:cNvPr>
            <p:cNvSpPr>
              <a:spLocks noGrp="1"/>
            </p:cNvSpPr>
            <p:nvPr/>
          </p:nvSpPr>
          <p:spPr>
            <a:xfrm>
              <a:off x="16768031" y="4040381"/>
              <a:ext cx="60232" cy="37212"/>
            </a:xfrm>
            <a:custGeom>
              <a:avLst/>
              <a:gdLst/>
              <a:ahLst/>
              <a:cxnLst/>
              <a:rect l="0" t="0" r="0" b="0"/>
              <a:pathLst>
                <a:path w="60232" h="37212">
                  <a:moveTo>
                    <a:pt x="60232" y="0"/>
                  </a:moveTo>
                  <a:lnTo>
                    <a:pt x="0" y="3721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8" name="Output_receptor__4647">
              <a:extLst>
                <a:ext uri="{FF2B5EF4-FFF2-40B4-BE49-F238E27FC236}">
                  <a16:creationId xmlns:a16="http://schemas.microsoft.com/office/drawing/2014/main" id="{45404327-D275-8F3E-B726-1F596146BB51}"/>
                </a:ext>
              </a:extLst>
            </p:cNvPr>
            <p:cNvSpPr>
              <a:spLocks noGrp="1"/>
            </p:cNvSpPr>
            <p:nvPr/>
          </p:nvSpPr>
          <p:spPr>
            <a:xfrm>
              <a:off x="16121808" y="3295475"/>
              <a:ext cx="21202" cy="68531"/>
            </a:xfrm>
            <a:custGeom>
              <a:avLst/>
              <a:gdLst/>
              <a:ahLst/>
              <a:cxnLst/>
              <a:rect l="0" t="0" r="0" b="0"/>
              <a:pathLst>
                <a:path w="21202" h="68531">
                  <a:moveTo>
                    <a:pt x="21202" y="0"/>
                  </a:moveTo>
                  <a:lnTo>
                    <a:pt x="0" y="68531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9" name="Output_receptor__4648">
              <a:extLst>
                <a:ext uri="{FF2B5EF4-FFF2-40B4-BE49-F238E27FC236}">
                  <a16:creationId xmlns:a16="http://schemas.microsoft.com/office/drawing/2014/main" id="{6D7CCB60-7F43-FDCC-57F1-39B930B2578A}"/>
                </a:ext>
              </a:extLst>
            </p:cNvPr>
            <p:cNvSpPr>
              <a:spLocks noGrp="1"/>
            </p:cNvSpPr>
            <p:nvPr/>
          </p:nvSpPr>
          <p:spPr>
            <a:xfrm>
              <a:off x="15940517" y="4322485"/>
              <a:ext cx="20427" cy="24429"/>
            </a:xfrm>
            <a:custGeom>
              <a:avLst/>
              <a:gdLst/>
              <a:ahLst/>
              <a:cxnLst/>
              <a:rect l="0" t="0" r="0" b="0"/>
              <a:pathLst>
                <a:path w="20427" h="24429">
                  <a:moveTo>
                    <a:pt x="20427" y="0"/>
                  </a:moveTo>
                  <a:lnTo>
                    <a:pt x="0" y="2442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0" name="Output_receptor__4649">
              <a:extLst>
                <a:ext uri="{FF2B5EF4-FFF2-40B4-BE49-F238E27FC236}">
                  <a16:creationId xmlns:a16="http://schemas.microsoft.com/office/drawing/2014/main" id="{6DD08AFD-D86D-F405-70AF-BE70498903B5}"/>
                </a:ext>
              </a:extLst>
            </p:cNvPr>
            <p:cNvSpPr>
              <a:spLocks noGrp="1"/>
            </p:cNvSpPr>
            <p:nvPr/>
          </p:nvSpPr>
          <p:spPr>
            <a:xfrm>
              <a:off x="16465655" y="3445905"/>
              <a:ext cx="12467" cy="53241"/>
            </a:xfrm>
            <a:custGeom>
              <a:avLst/>
              <a:gdLst/>
              <a:ahLst/>
              <a:cxnLst/>
              <a:rect l="0" t="0" r="0" b="0"/>
              <a:pathLst>
                <a:path w="12467" h="53241">
                  <a:moveTo>
                    <a:pt x="12467" y="532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51" name="Output_receptor__4650">
              <a:extLst>
                <a:ext uri="{FF2B5EF4-FFF2-40B4-BE49-F238E27FC236}">
                  <a16:creationId xmlns:a16="http://schemas.microsoft.com/office/drawing/2014/main" id="{7FDD33FE-2874-D825-4C62-63FAD10F5382}"/>
                </a:ext>
              </a:extLst>
            </p:cNvPr>
            <p:cNvSpPr>
              <a:spLocks noGrp="1"/>
            </p:cNvSpPr>
            <p:nvPr/>
          </p:nvSpPr>
          <p:spPr>
            <a:xfrm>
              <a:off x="16211259" y="3406823"/>
              <a:ext cx="44389" cy="34706"/>
            </a:xfrm>
            <a:custGeom>
              <a:avLst/>
              <a:gdLst/>
              <a:ahLst/>
              <a:cxnLst/>
              <a:rect l="0" t="0" r="0" b="0"/>
              <a:pathLst>
                <a:path w="44389" h="34706">
                  <a:moveTo>
                    <a:pt x="0" y="0"/>
                  </a:moveTo>
                  <a:lnTo>
                    <a:pt x="44389" y="34706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52" name="Output_receptor__4651">
              <a:extLst>
                <a:ext uri="{FF2B5EF4-FFF2-40B4-BE49-F238E27FC236}">
                  <a16:creationId xmlns:a16="http://schemas.microsoft.com/office/drawing/2014/main" id="{29672788-9F83-D7EB-687F-8B3BB1FAF162}"/>
                </a:ext>
              </a:extLst>
            </p:cNvPr>
            <p:cNvSpPr>
              <a:spLocks noGrp="1"/>
            </p:cNvSpPr>
            <p:nvPr/>
          </p:nvSpPr>
          <p:spPr>
            <a:xfrm>
              <a:off x="15749586" y="4624647"/>
              <a:ext cx="71645" cy="1094"/>
            </a:xfrm>
            <a:custGeom>
              <a:avLst/>
              <a:gdLst/>
              <a:ahLst/>
              <a:cxnLst/>
              <a:rect l="0" t="0" r="0" b="0"/>
              <a:pathLst>
                <a:path w="71645" h="1094">
                  <a:moveTo>
                    <a:pt x="71645" y="10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3" name="Output_receptor__4652">
              <a:extLst>
                <a:ext uri="{FF2B5EF4-FFF2-40B4-BE49-F238E27FC236}">
                  <a16:creationId xmlns:a16="http://schemas.microsoft.com/office/drawing/2014/main" id="{30EC78A7-803A-11CC-FFBA-B5862151C4EE}"/>
                </a:ext>
              </a:extLst>
            </p:cNvPr>
            <p:cNvSpPr>
              <a:spLocks noGrp="1"/>
            </p:cNvSpPr>
            <p:nvPr/>
          </p:nvSpPr>
          <p:spPr>
            <a:xfrm>
              <a:off x="15880932" y="4254239"/>
              <a:ext cx="66261" cy="17316"/>
            </a:xfrm>
            <a:custGeom>
              <a:avLst/>
              <a:gdLst/>
              <a:ahLst/>
              <a:cxnLst/>
              <a:rect l="0" t="0" r="0" b="0"/>
              <a:pathLst>
                <a:path w="66261" h="17316">
                  <a:moveTo>
                    <a:pt x="0" y="17316"/>
                  </a:moveTo>
                  <a:lnTo>
                    <a:pt x="6626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4" name="Output_receptor__4653">
              <a:extLst>
                <a:ext uri="{FF2B5EF4-FFF2-40B4-BE49-F238E27FC236}">
                  <a16:creationId xmlns:a16="http://schemas.microsoft.com/office/drawing/2014/main" id="{B86A0E08-AD77-97F5-A784-197453B6FC6E}"/>
                </a:ext>
              </a:extLst>
            </p:cNvPr>
            <p:cNvSpPr>
              <a:spLocks noGrp="1"/>
            </p:cNvSpPr>
            <p:nvPr/>
          </p:nvSpPr>
          <p:spPr>
            <a:xfrm>
              <a:off x="16211296" y="4338895"/>
              <a:ext cx="15910" cy="1355"/>
            </a:xfrm>
            <a:custGeom>
              <a:avLst/>
              <a:gdLst/>
              <a:ahLst/>
              <a:cxnLst/>
              <a:rect l="0" t="0" r="0" b="0"/>
              <a:pathLst>
                <a:path w="15910" h="1355">
                  <a:moveTo>
                    <a:pt x="15910" y="13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5" name="Output_receptor__4654">
              <a:extLst>
                <a:ext uri="{FF2B5EF4-FFF2-40B4-BE49-F238E27FC236}">
                  <a16:creationId xmlns:a16="http://schemas.microsoft.com/office/drawing/2014/main" id="{9374DE27-8A99-48B8-1589-2E00330EFA95}"/>
                </a:ext>
              </a:extLst>
            </p:cNvPr>
            <p:cNvSpPr>
              <a:spLocks noGrp="1"/>
            </p:cNvSpPr>
            <p:nvPr/>
          </p:nvSpPr>
          <p:spPr>
            <a:xfrm>
              <a:off x="15816785" y="3846752"/>
              <a:ext cx="60887" cy="35198"/>
            </a:xfrm>
            <a:custGeom>
              <a:avLst/>
              <a:gdLst/>
              <a:ahLst/>
              <a:cxnLst/>
              <a:rect l="0" t="0" r="0" b="0"/>
              <a:pathLst>
                <a:path w="60887" h="35198">
                  <a:moveTo>
                    <a:pt x="60887" y="0"/>
                  </a:moveTo>
                  <a:lnTo>
                    <a:pt x="0" y="3519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6" name="Output_receptor__4655">
              <a:extLst>
                <a:ext uri="{FF2B5EF4-FFF2-40B4-BE49-F238E27FC236}">
                  <a16:creationId xmlns:a16="http://schemas.microsoft.com/office/drawing/2014/main" id="{CA69AE01-54A9-8297-15A5-2B03C6A78334}"/>
                </a:ext>
              </a:extLst>
            </p:cNvPr>
            <p:cNvSpPr>
              <a:spLocks noGrp="1"/>
            </p:cNvSpPr>
            <p:nvPr/>
          </p:nvSpPr>
          <p:spPr>
            <a:xfrm>
              <a:off x="15548066" y="4116920"/>
              <a:ext cx="63576" cy="10452"/>
            </a:xfrm>
            <a:custGeom>
              <a:avLst/>
              <a:gdLst/>
              <a:ahLst/>
              <a:cxnLst/>
              <a:rect l="0" t="0" r="0" b="0"/>
              <a:pathLst>
                <a:path w="63576" h="10452">
                  <a:moveTo>
                    <a:pt x="0" y="10452"/>
                  </a:moveTo>
                  <a:lnTo>
                    <a:pt x="63576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7" name="Output_receptor__4656">
              <a:extLst>
                <a:ext uri="{FF2B5EF4-FFF2-40B4-BE49-F238E27FC236}">
                  <a16:creationId xmlns:a16="http://schemas.microsoft.com/office/drawing/2014/main" id="{44D8267F-7648-C738-5FF4-66913230FAFE}"/>
                </a:ext>
              </a:extLst>
            </p:cNvPr>
            <p:cNvSpPr>
              <a:spLocks noGrp="1"/>
            </p:cNvSpPr>
            <p:nvPr/>
          </p:nvSpPr>
          <p:spPr>
            <a:xfrm>
              <a:off x="16585248" y="3926201"/>
              <a:ext cx="45059" cy="46045"/>
            </a:xfrm>
            <a:custGeom>
              <a:avLst/>
              <a:gdLst/>
              <a:ahLst/>
              <a:cxnLst/>
              <a:rect l="0" t="0" r="0" b="0"/>
              <a:pathLst>
                <a:path w="45059" h="46045">
                  <a:moveTo>
                    <a:pt x="0" y="0"/>
                  </a:moveTo>
                  <a:lnTo>
                    <a:pt x="45059" y="4604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8" name="Output_receptor__4657">
              <a:extLst>
                <a:ext uri="{FF2B5EF4-FFF2-40B4-BE49-F238E27FC236}">
                  <a16:creationId xmlns:a16="http://schemas.microsoft.com/office/drawing/2014/main" id="{01EC4A68-F31E-2388-193F-FB216B96C4CA}"/>
                </a:ext>
              </a:extLst>
            </p:cNvPr>
            <p:cNvSpPr>
              <a:spLocks noGrp="1"/>
            </p:cNvSpPr>
            <p:nvPr/>
          </p:nvSpPr>
          <p:spPr>
            <a:xfrm>
              <a:off x="15786386" y="3725959"/>
              <a:ext cx="30865" cy="44667"/>
            </a:xfrm>
            <a:custGeom>
              <a:avLst/>
              <a:gdLst/>
              <a:ahLst/>
              <a:cxnLst/>
              <a:rect l="0" t="0" r="0" b="0"/>
              <a:pathLst>
                <a:path w="30865" h="44667">
                  <a:moveTo>
                    <a:pt x="0" y="0"/>
                  </a:moveTo>
                  <a:lnTo>
                    <a:pt x="30865" y="44667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9" name="Output_receptor__4658">
              <a:extLst>
                <a:ext uri="{FF2B5EF4-FFF2-40B4-BE49-F238E27FC236}">
                  <a16:creationId xmlns:a16="http://schemas.microsoft.com/office/drawing/2014/main" id="{80217BE9-4613-BA08-555C-89EC8BCEF620}"/>
                </a:ext>
              </a:extLst>
            </p:cNvPr>
            <p:cNvSpPr>
              <a:spLocks noGrp="1"/>
            </p:cNvSpPr>
            <p:nvPr/>
          </p:nvSpPr>
          <p:spPr>
            <a:xfrm>
              <a:off x="16430556" y="3902736"/>
              <a:ext cx="9268" cy="48452"/>
            </a:xfrm>
            <a:custGeom>
              <a:avLst/>
              <a:gdLst/>
              <a:ahLst/>
              <a:cxnLst/>
              <a:rect l="0" t="0" r="0" b="0"/>
              <a:pathLst>
                <a:path w="9268" h="48452">
                  <a:moveTo>
                    <a:pt x="9268" y="0"/>
                  </a:moveTo>
                  <a:lnTo>
                    <a:pt x="0" y="4845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60" name="Output_receptor__4659">
              <a:extLst>
                <a:ext uri="{FF2B5EF4-FFF2-40B4-BE49-F238E27FC236}">
                  <a16:creationId xmlns:a16="http://schemas.microsoft.com/office/drawing/2014/main" id="{A780862A-CD8C-A705-44A3-24B3406CCA5B}"/>
                </a:ext>
              </a:extLst>
            </p:cNvPr>
            <p:cNvSpPr>
              <a:spLocks noGrp="1"/>
            </p:cNvSpPr>
            <p:nvPr/>
          </p:nvSpPr>
          <p:spPr>
            <a:xfrm>
              <a:off x="16841000" y="4091279"/>
              <a:ext cx="24163" cy="55997"/>
            </a:xfrm>
            <a:custGeom>
              <a:avLst/>
              <a:gdLst/>
              <a:ahLst/>
              <a:cxnLst/>
              <a:rect l="0" t="0" r="0" b="0"/>
              <a:pathLst>
                <a:path w="24163" h="55997">
                  <a:moveTo>
                    <a:pt x="0" y="55997"/>
                  </a:moveTo>
                  <a:lnTo>
                    <a:pt x="2416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1" name="Output_receptor__4660">
              <a:extLst>
                <a:ext uri="{FF2B5EF4-FFF2-40B4-BE49-F238E27FC236}">
                  <a16:creationId xmlns:a16="http://schemas.microsoft.com/office/drawing/2014/main" id="{4D28006F-6972-8041-201A-9031DC091B70}"/>
                </a:ext>
              </a:extLst>
            </p:cNvPr>
            <p:cNvSpPr>
              <a:spLocks noGrp="1"/>
            </p:cNvSpPr>
            <p:nvPr/>
          </p:nvSpPr>
          <p:spPr>
            <a:xfrm>
              <a:off x="16205115" y="3250770"/>
              <a:ext cx="30946" cy="33896"/>
            </a:xfrm>
            <a:custGeom>
              <a:avLst/>
              <a:gdLst/>
              <a:ahLst/>
              <a:cxnLst/>
              <a:rect l="0" t="0" r="0" b="0"/>
              <a:pathLst>
                <a:path w="30946" h="33896">
                  <a:moveTo>
                    <a:pt x="30946" y="0"/>
                  </a:moveTo>
                  <a:lnTo>
                    <a:pt x="0" y="33896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62" name="Output_receptor__4661">
              <a:extLst>
                <a:ext uri="{FF2B5EF4-FFF2-40B4-BE49-F238E27FC236}">
                  <a16:creationId xmlns:a16="http://schemas.microsoft.com/office/drawing/2014/main" id="{3875F014-2023-B9DF-01DF-40A039A02FC6}"/>
                </a:ext>
              </a:extLst>
            </p:cNvPr>
            <p:cNvSpPr>
              <a:spLocks noGrp="1"/>
            </p:cNvSpPr>
            <p:nvPr/>
          </p:nvSpPr>
          <p:spPr>
            <a:xfrm>
              <a:off x="15747989" y="4007447"/>
              <a:ext cx="40932" cy="52215"/>
            </a:xfrm>
            <a:custGeom>
              <a:avLst/>
              <a:gdLst/>
              <a:ahLst/>
              <a:cxnLst/>
              <a:rect l="0" t="0" r="0" b="0"/>
              <a:pathLst>
                <a:path w="40932" h="52215">
                  <a:moveTo>
                    <a:pt x="0" y="0"/>
                  </a:moveTo>
                  <a:lnTo>
                    <a:pt x="40932" y="5221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3" name="Output_receptor__4662">
              <a:extLst>
                <a:ext uri="{FF2B5EF4-FFF2-40B4-BE49-F238E27FC236}">
                  <a16:creationId xmlns:a16="http://schemas.microsoft.com/office/drawing/2014/main" id="{F37A514C-14A9-3572-53F4-E3679BFB24DB}"/>
                </a:ext>
              </a:extLst>
            </p:cNvPr>
            <p:cNvSpPr>
              <a:spLocks noGrp="1"/>
            </p:cNvSpPr>
            <p:nvPr/>
          </p:nvSpPr>
          <p:spPr>
            <a:xfrm>
              <a:off x="16828263" y="4040381"/>
              <a:ext cx="36900" cy="50899"/>
            </a:xfrm>
            <a:custGeom>
              <a:avLst/>
              <a:gdLst/>
              <a:ahLst/>
              <a:cxnLst/>
              <a:rect l="0" t="0" r="0" b="0"/>
              <a:pathLst>
                <a:path w="36900" h="50899">
                  <a:moveTo>
                    <a:pt x="36900" y="508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4" name="Output_receptor__4663">
              <a:extLst>
                <a:ext uri="{FF2B5EF4-FFF2-40B4-BE49-F238E27FC236}">
                  <a16:creationId xmlns:a16="http://schemas.microsoft.com/office/drawing/2014/main" id="{C7D498CB-571A-B42F-822C-BEF0857F891D}"/>
                </a:ext>
              </a:extLst>
            </p:cNvPr>
            <p:cNvSpPr>
              <a:spLocks noGrp="1"/>
            </p:cNvSpPr>
            <p:nvPr/>
          </p:nvSpPr>
          <p:spPr>
            <a:xfrm>
              <a:off x="15739678" y="4059662"/>
              <a:ext cx="49242" cy="46230"/>
            </a:xfrm>
            <a:custGeom>
              <a:avLst/>
              <a:gdLst/>
              <a:ahLst/>
              <a:cxnLst/>
              <a:rect l="0" t="0" r="0" b="0"/>
              <a:pathLst>
                <a:path w="49242" h="46230">
                  <a:moveTo>
                    <a:pt x="49242" y="0"/>
                  </a:moveTo>
                  <a:lnTo>
                    <a:pt x="0" y="4623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5" name="Output_receptor__4664">
              <a:extLst>
                <a:ext uri="{FF2B5EF4-FFF2-40B4-BE49-F238E27FC236}">
                  <a16:creationId xmlns:a16="http://schemas.microsoft.com/office/drawing/2014/main" id="{C1B75687-E25D-5081-CC49-5EE058E12818}"/>
                </a:ext>
              </a:extLst>
            </p:cNvPr>
            <p:cNvSpPr>
              <a:spLocks noGrp="1"/>
            </p:cNvSpPr>
            <p:nvPr/>
          </p:nvSpPr>
          <p:spPr>
            <a:xfrm>
              <a:off x="15690241" y="4007447"/>
              <a:ext cx="57748" cy="30443"/>
            </a:xfrm>
            <a:custGeom>
              <a:avLst/>
              <a:gdLst/>
              <a:ahLst/>
              <a:cxnLst/>
              <a:rect l="0" t="0" r="0" b="0"/>
              <a:pathLst>
                <a:path w="57748" h="30443">
                  <a:moveTo>
                    <a:pt x="0" y="30443"/>
                  </a:moveTo>
                  <a:lnTo>
                    <a:pt x="5774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6" name="Output_receptor__4665">
              <a:extLst>
                <a:ext uri="{FF2B5EF4-FFF2-40B4-BE49-F238E27FC236}">
                  <a16:creationId xmlns:a16="http://schemas.microsoft.com/office/drawing/2014/main" id="{2CBE7860-E4B8-A564-CB08-E1B59855E20C}"/>
                </a:ext>
              </a:extLst>
            </p:cNvPr>
            <p:cNvSpPr>
              <a:spLocks noGrp="1"/>
            </p:cNvSpPr>
            <p:nvPr/>
          </p:nvSpPr>
          <p:spPr>
            <a:xfrm>
              <a:off x="16533749" y="3926201"/>
              <a:ext cx="51498" cy="22349"/>
            </a:xfrm>
            <a:custGeom>
              <a:avLst/>
              <a:gdLst/>
              <a:ahLst/>
              <a:cxnLst/>
              <a:rect l="0" t="0" r="0" b="0"/>
              <a:pathLst>
                <a:path w="51498" h="22349">
                  <a:moveTo>
                    <a:pt x="0" y="22349"/>
                  </a:moveTo>
                  <a:lnTo>
                    <a:pt x="5149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7" name="Output_receptor__4666">
              <a:extLst>
                <a:ext uri="{FF2B5EF4-FFF2-40B4-BE49-F238E27FC236}">
                  <a16:creationId xmlns:a16="http://schemas.microsoft.com/office/drawing/2014/main" id="{8C7478D4-CB38-A841-3975-CB08F14210CC}"/>
                </a:ext>
              </a:extLst>
            </p:cNvPr>
            <p:cNvSpPr>
              <a:spLocks noGrp="1"/>
            </p:cNvSpPr>
            <p:nvPr/>
          </p:nvSpPr>
          <p:spPr>
            <a:xfrm>
              <a:off x="15877672" y="3846752"/>
              <a:ext cx="42996" cy="48313"/>
            </a:xfrm>
            <a:custGeom>
              <a:avLst/>
              <a:gdLst/>
              <a:ahLst/>
              <a:cxnLst/>
              <a:rect l="0" t="0" r="0" b="0"/>
              <a:pathLst>
                <a:path w="42996" h="48313">
                  <a:moveTo>
                    <a:pt x="42996" y="483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8" name="Output_receptor__4667">
              <a:extLst>
                <a:ext uri="{FF2B5EF4-FFF2-40B4-BE49-F238E27FC236}">
                  <a16:creationId xmlns:a16="http://schemas.microsoft.com/office/drawing/2014/main" id="{EBDC07AB-691B-9247-908E-8BE7DD790550}"/>
                </a:ext>
              </a:extLst>
            </p:cNvPr>
            <p:cNvSpPr>
              <a:spLocks noGrp="1"/>
            </p:cNvSpPr>
            <p:nvPr/>
          </p:nvSpPr>
          <p:spPr>
            <a:xfrm>
              <a:off x="15656794" y="4206310"/>
              <a:ext cx="27659" cy="66463"/>
            </a:xfrm>
            <a:custGeom>
              <a:avLst/>
              <a:gdLst/>
              <a:ahLst/>
              <a:cxnLst/>
              <a:rect l="0" t="0" r="0" b="0"/>
              <a:pathLst>
                <a:path w="27659" h="66463">
                  <a:moveTo>
                    <a:pt x="27659" y="0"/>
                  </a:moveTo>
                  <a:lnTo>
                    <a:pt x="0" y="6646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9" name="Output_receptor__4668">
              <a:extLst>
                <a:ext uri="{FF2B5EF4-FFF2-40B4-BE49-F238E27FC236}">
                  <a16:creationId xmlns:a16="http://schemas.microsoft.com/office/drawing/2014/main" id="{37F7C3A0-7A22-3BA0-314B-2B687B2D736D}"/>
                </a:ext>
              </a:extLst>
            </p:cNvPr>
            <p:cNvSpPr>
              <a:spLocks noGrp="1"/>
            </p:cNvSpPr>
            <p:nvPr/>
          </p:nvSpPr>
          <p:spPr>
            <a:xfrm>
              <a:off x="16404479" y="4143592"/>
              <a:ext cx="5459" cy="20392"/>
            </a:xfrm>
            <a:custGeom>
              <a:avLst/>
              <a:gdLst/>
              <a:ahLst/>
              <a:cxnLst/>
              <a:rect l="0" t="0" r="0" b="0"/>
              <a:pathLst>
                <a:path w="5459" h="20392">
                  <a:moveTo>
                    <a:pt x="5459" y="203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0" name="Output_receptor__4669">
              <a:extLst>
                <a:ext uri="{FF2B5EF4-FFF2-40B4-BE49-F238E27FC236}">
                  <a16:creationId xmlns:a16="http://schemas.microsoft.com/office/drawing/2014/main" id="{E89BDAE2-6E5F-371C-CBEC-893D67C04BDA}"/>
                </a:ext>
              </a:extLst>
            </p:cNvPr>
            <p:cNvSpPr>
              <a:spLocks noGrp="1"/>
            </p:cNvSpPr>
            <p:nvPr/>
          </p:nvSpPr>
          <p:spPr>
            <a:xfrm>
              <a:off x="15880738" y="3895065"/>
              <a:ext cx="39931" cy="55162"/>
            </a:xfrm>
            <a:custGeom>
              <a:avLst/>
              <a:gdLst/>
              <a:ahLst/>
              <a:cxnLst/>
              <a:rect l="0" t="0" r="0" b="0"/>
              <a:pathLst>
                <a:path w="39931" h="55162">
                  <a:moveTo>
                    <a:pt x="0" y="55162"/>
                  </a:moveTo>
                  <a:lnTo>
                    <a:pt x="3993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1" name="Output_receptor__4670">
              <a:extLst>
                <a:ext uri="{FF2B5EF4-FFF2-40B4-BE49-F238E27FC236}">
                  <a16:creationId xmlns:a16="http://schemas.microsoft.com/office/drawing/2014/main" id="{61BE261C-AF1B-5119-CFC9-B1AC8A84A1E7}"/>
                </a:ext>
              </a:extLst>
            </p:cNvPr>
            <p:cNvSpPr>
              <a:spLocks noGrp="1"/>
            </p:cNvSpPr>
            <p:nvPr/>
          </p:nvSpPr>
          <p:spPr>
            <a:xfrm>
              <a:off x="16585079" y="3972246"/>
              <a:ext cx="45227" cy="55331"/>
            </a:xfrm>
            <a:custGeom>
              <a:avLst/>
              <a:gdLst/>
              <a:ahLst/>
              <a:cxnLst/>
              <a:rect l="0" t="0" r="0" b="0"/>
              <a:pathLst>
                <a:path w="45227" h="55331">
                  <a:moveTo>
                    <a:pt x="45227" y="0"/>
                  </a:moveTo>
                  <a:lnTo>
                    <a:pt x="0" y="5533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2" name="Output_receptor__4671">
              <a:extLst>
                <a:ext uri="{FF2B5EF4-FFF2-40B4-BE49-F238E27FC236}">
                  <a16:creationId xmlns:a16="http://schemas.microsoft.com/office/drawing/2014/main" id="{BA1E4E60-132F-7D2B-CBAC-49314355BE40}"/>
                </a:ext>
              </a:extLst>
            </p:cNvPr>
            <p:cNvSpPr>
              <a:spLocks noGrp="1"/>
            </p:cNvSpPr>
            <p:nvPr/>
          </p:nvSpPr>
          <p:spPr>
            <a:xfrm>
              <a:off x="16156400" y="4233684"/>
              <a:ext cx="69084" cy="20570"/>
            </a:xfrm>
            <a:custGeom>
              <a:avLst/>
              <a:gdLst/>
              <a:ahLst/>
              <a:cxnLst/>
              <a:rect l="0" t="0" r="0" b="0"/>
              <a:pathLst>
                <a:path w="69084" h="20570">
                  <a:moveTo>
                    <a:pt x="69084" y="0"/>
                  </a:moveTo>
                  <a:lnTo>
                    <a:pt x="0" y="205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3" name="Output_receptor__4672">
              <a:extLst>
                <a:ext uri="{FF2B5EF4-FFF2-40B4-BE49-F238E27FC236}">
                  <a16:creationId xmlns:a16="http://schemas.microsoft.com/office/drawing/2014/main" id="{FD10F40D-DFE8-47BF-FA69-0254E1AD3EFF}"/>
                </a:ext>
              </a:extLst>
            </p:cNvPr>
            <p:cNvSpPr>
              <a:spLocks noGrp="1"/>
            </p:cNvSpPr>
            <p:nvPr/>
          </p:nvSpPr>
          <p:spPr>
            <a:xfrm>
              <a:off x="16546504" y="3379451"/>
              <a:ext cx="16316" cy="24840"/>
            </a:xfrm>
            <a:custGeom>
              <a:avLst/>
              <a:gdLst/>
              <a:ahLst/>
              <a:cxnLst/>
              <a:rect l="0" t="0" r="0" b="0"/>
              <a:pathLst>
                <a:path w="16316" h="24840">
                  <a:moveTo>
                    <a:pt x="16316" y="0"/>
                  </a:moveTo>
                  <a:lnTo>
                    <a:pt x="0" y="2484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4" name="Output_receptor__4673">
              <a:extLst>
                <a:ext uri="{FF2B5EF4-FFF2-40B4-BE49-F238E27FC236}">
                  <a16:creationId xmlns:a16="http://schemas.microsoft.com/office/drawing/2014/main" id="{5B1737E0-0306-27AA-A1F1-3B00BCC612FD}"/>
                </a:ext>
              </a:extLst>
            </p:cNvPr>
            <p:cNvSpPr>
              <a:spLocks noGrp="1"/>
            </p:cNvSpPr>
            <p:nvPr/>
          </p:nvSpPr>
          <p:spPr>
            <a:xfrm>
              <a:off x="16370767" y="3951189"/>
              <a:ext cx="59789" cy="23605"/>
            </a:xfrm>
            <a:custGeom>
              <a:avLst/>
              <a:gdLst/>
              <a:ahLst/>
              <a:cxnLst/>
              <a:rect l="0" t="0" r="0" b="0"/>
              <a:pathLst>
                <a:path w="59789" h="23605">
                  <a:moveTo>
                    <a:pt x="59789" y="0"/>
                  </a:moveTo>
                  <a:lnTo>
                    <a:pt x="0" y="2360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5" name="Output_receptor__4674">
              <a:extLst>
                <a:ext uri="{FF2B5EF4-FFF2-40B4-BE49-F238E27FC236}">
                  <a16:creationId xmlns:a16="http://schemas.microsoft.com/office/drawing/2014/main" id="{3143A98C-A748-A953-DE72-54CB1E519C12}"/>
                </a:ext>
              </a:extLst>
            </p:cNvPr>
            <p:cNvSpPr>
              <a:spLocks noGrp="1"/>
            </p:cNvSpPr>
            <p:nvPr/>
          </p:nvSpPr>
          <p:spPr>
            <a:xfrm>
              <a:off x="16370921" y="3872249"/>
              <a:ext cx="2054" cy="8413"/>
            </a:xfrm>
            <a:custGeom>
              <a:avLst/>
              <a:gdLst/>
              <a:ahLst/>
              <a:cxnLst/>
              <a:rect l="0" t="0" r="0" b="0"/>
              <a:pathLst>
                <a:path w="2054" h="8413">
                  <a:moveTo>
                    <a:pt x="2054" y="0"/>
                  </a:moveTo>
                  <a:lnTo>
                    <a:pt x="0" y="841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6" name="Output_receptor__4675">
              <a:extLst>
                <a:ext uri="{FF2B5EF4-FFF2-40B4-BE49-F238E27FC236}">
                  <a16:creationId xmlns:a16="http://schemas.microsoft.com/office/drawing/2014/main" id="{7EFBD3EC-3843-A8EE-F5A6-21CE13785669}"/>
                </a:ext>
              </a:extLst>
            </p:cNvPr>
            <p:cNvSpPr>
              <a:spLocks noGrp="1"/>
            </p:cNvSpPr>
            <p:nvPr/>
          </p:nvSpPr>
          <p:spPr>
            <a:xfrm>
              <a:off x="16731728" y="4171614"/>
              <a:ext cx="62280" cy="27994"/>
            </a:xfrm>
            <a:custGeom>
              <a:avLst/>
              <a:gdLst/>
              <a:ahLst/>
              <a:cxnLst/>
              <a:rect l="0" t="0" r="0" b="0"/>
              <a:pathLst>
                <a:path w="62280" h="27994">
                  <a:moveTo>
                    <a:pt x="0" y="0"/>
                  </a:moveTo>
                  <a:lnTo>
                    <a:pt x="62280" y="27994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7" name="Output_receptor__4676">
              <a:extLst>
                <a:ext uri="{FF2B5EF4-FFF2-40B4-BE49-F238E27FC236}">
                  <a16:creationId xmlns:a16="http://schemas.microsoft.com/office/drawing/2014/main" id="{4591861D-2B64-FAC8-2592-D5431BBA3EC0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8" y="3780978"/>
              <a:ext cx="59107" cy="11525"/>
            </a:xfrm>
            <a:custGeom>
              <a:avLst/>
              <a:gdLst/>
              <a:ahLst/>
              <a:cxnLst/>
              <a:rect l="0" t="0" r="0" b="0"/>
              <a:pathLst>
                <a:path w="59107" h="11525">
                  <a:moveTo>
                    <a:pt x="0" y="0"/>
                  </a:moveTo>
                  <a:lnTo>
                    <a:pt x="59107" y="1152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8" name="Output_receptor__4677">
              <a:extLst>
                <a:ext uri="{FF2B5EF4-FFF2-40B4-BE49-F238E27FC236}">
                  <a16:creationId xmlns:a16="http://schemas.microsoft.com/office/drawing/2014/main" id="{46CD9692-6180-5C00-60B3-BFC241F04154}"/>
                </a:ext>
              </a:extLst>
            </p:cNvPr>
            <p:cNvSpPr>
              <a:spLocks noGrp="1"/>
            </p:cNvSpPr>
            <p:nvPr/>
          </p:nvSpPr>
          <p:spPr>
            <a:xfrm>
              <a:off x="16143010" y="3284666"/>
              <a:ext cx="62105" cy="10809"/>
            </a:xfrm>
            <a:custGeom>
              <a:avLst/>
              <a:gdLst/>
              <a:ahLst/>
              <a:cxnLst/>
              <a:rect l="0" t="0" r="0" b="0"/>
              <a:pathLst>
                <a:path w="62105" h="10809">
                  <a:moveTo>
                    <a:pt x="62105" y="0"/>
                  </a:moveTo>
                  <a:lnTo>
                    <a:pt x="0" y="1080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9" name="Output_receptor__4678">
              <a:extLst>
                <a:ext uri="{FF2B5EF4-FFF2-40B4-BE49-F238E27FC236}">
                  <a16:creationId xmlns:a16="http://schemas.microsoft.com/office/drawing/2014/main" id="{98F42A1A-8B10-EE96-AB3A-363EBCA605B3}"/>
                </a:ext>
              </a:extLst>
            </p:cNvPr>
            <p:cNvSpPr>
              <a:spLocks noGrp="1"/>
            </p:cNvSpPr>
            <p:nvPr/>
          </p:nvSpPr>
          <p:spPr>
            <a:xfrm>
              <a:off x="15451878" y="4042864"/>
              <a:ext cx="68161" cy="23065"/>
            </a:xfrm>
            <a:custGeom>
              <a:avLst/>
              <a:gdLst/>
              <a:ahLst/>
              <a:cxnLst/>
              <a:rect l="0" t="0" r="0" b="0"/>
              <a:pathLst>
                <a:path w="68161" h="23065">
                  <a:moveTo>
                    <a:pt x="0" y="23065"/>
                  </a:moveTo>
                  <a:lnTo>
                    <a:pt x="6816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0" name="Output_receptor__4679">
              <a:extLst>
                <a:ext uri="{FF2B5EF4-FFF2-40B4-BE49-F238E27FC236}">
                  <a16:creationId xmlns:a16="http://schemas.microsoft.com/office/drawing/2014/main" id="{56755D80-AF7F-A0B3-75D3-0C1CF56B8BEE}"/>
                </a:ext>
              </a:extLst>
            </p:cNvPr>
            <p:cNvSpPr>
              <a:spLocks noGrp="1"/>
            </p:cNvSpPr>
            <p:nvPr/>
          </p:nvSpPr>
          <p:spPr>
            <a:xfrm>
              <a:off x="16112013" y="4525626"/>
              <a:ext cx="26084" cy="16449"/>
            </a:xfrm>
            <a:custGeom>
              <a:avLst/>
              <a:gdLst/>
              <a:ahLst/>
              <a:cxnLst/>
              <a:rect l="0" t="0" r="0" b="0"/>
              <a:pathLst>
                <a:path w="26084" h="16449">
                  <a:moveTo>
                    <a:pt x="26084" y="0"/>
                  </a:moveTo>
                  <a:lnTo>
                    <a:pt x="0" y="1644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1" name="Output_receptor__4680">
              <a:extLst>
                <a:ext uri="{FF2B5EF4-FFF2-40B4-BE49-F238E27FC236}">
                  <a16:creationId xmlns:a16="http://schemas.microsoft.com/office/drawing/2014/main" id="{FC83311E-2247-CA6A-ACB9-88F9CC0D49C9}"/>
                </a:ext>
              </a:extLst>
            </p:cNvPr>
            <p:cNvSpPr>
              <a:spLocks noGrp="1"/>
            </p:cNvSpPr>
            <p:nvPr/>
          </p:nvSpPr>
          <p:spPr>
            <a:xfrm>
              <a:off x="15515032" y="4127372"/>
              <a:ext cx="33034" cy="9055"/>
            </a:xfrm>
            <a:custGeom>
              <a:avLst/>
              <a:gdLst/>
              <a:ahLst/>
              <a:cxnLst/>
              <a:rect l="0" t="0" r="0" b="0"/>
              <a:pathLst>
                <a:path w="33034" h="9055">
                  <a:moveTo>
                    <a:pt x="0" y="9055"/>
                  </a:moveTo>
                  <a:lnTo>
                    <a:pt x="3303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2" name="Output_receptor__4681">
              <a:extLst>
                <a:ext uri="{FF2B5EF4-FFF2-40B4-BE49-F238E27FC236}">
                  <a16:creationId xmlns:a16="http://schemas.microsoft.com/office/drawing/2014/main" id="{33C23197-B991-EA45-651B-38B3228BD2E0}"/>
                </a:ext>
              </a:extLst>
            </p:cNvPr>
            <p:cNvSpPr>
              <a:spLocks noGrp="1"/>
            </p:cNvSpPr>
            <p:nvPr/>
          </p:nvSpPr>
          <p:spPr>
            <a:xfrm>
              <a:off x="16029833" y="4456212"/>
              <a:ext cx="42134" cy="57113"/>
            </a:xfrm>
            <a:custGeom>
              <a:avLst/>
              <a:gdLst/>
              <a:ahLst/>
              <a:cxnLst/>
              <a:rect l="0" t="0" r="0" b="0"/>
              <a:pathLst>
                <a:path w="42134" h="57113">
                  <a:moveTo>
                    <a:pt x="42134" y="0"/>
                  </a:moveTo>
                  <a:lnTo>
                    <a:pt x="0" y="5711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3" name="Output_receptor__4682">
              <a:extLst>
                <a:ext uri="{FF2B5EF4-FFF2-40B4-BE49-F238E27FC236}">
                  <a16:creationId xmlns:a16="http://schemas.microsoft.com/office/drawing/2014/main" id="{FEABA187-556A-1EE3-5942-F6CC887F3029}"/>
                </a:ext>
              </a:extLst>
            </p:cNvPr>
            <p:cNvSpPr>
              <a:spLocks noGrp="1"/>
            </p:cNvSpPr>
            <p:nvPr/>
          </p:nvSpPr>
          <p:spPr>
            <a:xfrm>
              <a:off x="15426118" y="3963334"/>
              <a:ext cx="16377" cy="40839"/>
            </a:xfrm>
            <a:custGeom>
              <a:avLst/>
              <a:gdLst/>
              <a:ahLst/>
              <a:cxnLst/>
              <a:rect l="0" t="0" r="0" b="0"/>
              <a:pathLst>
                <a:path w="16377" h="40839">
                  <a:moveTo>
                    <a:pt x="16377" y="0"/>
                  </a:moveTo>
                  <a:lnTo>
                    <a:pt x="0" y="4083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84" name="Output_receptor__4683">
              <a:extLst>
                <a:ext uri="{FF2B5EF4-FFF2-40B4-BE49-F238E27FC236}">
                  <a16:creationId xmlns:a16="http://schemas.microsoft.com/office/drawing/2014/main" id="{FE443F80-4F3C-2FEC-5091-CC04D0CE99DF}"/>
                </a:ext>
              </a:extLst>
            </p:cNvPr>
            <p:cNvSpPr>
              <a:spLocks noGrp="1"/>
            </p:cNvSpPr>
            <p:nvPr/>
          </p:nvSpPr>
          <p:spPr>
            <a:xfrm>
              <a:off x="15782698" y="4686045"/>
              <a:ext cx="39930" cy="33589"/>
            </a:xfrm>
            <a:custGeom>
              <a:avLst/>
              <a:gdLst/>
              <a:ahLst/>
              <a:cxnLst/>
              <a:rect l="0" t="0" r="0" b="0"/>
              <a:pathLst>
                <a:path w="39930" h="33589">
                  <a:moveTo>
                    <a:pt x="0" y="33589"/>
                  </a:moveTo>
                  <a:lnTo>
                    <a:pt x="3993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5" name="Output_receptor__4684">
              <a:extLst>
                <a:ext uri="{FF2B5EF4-FFF2-40B4-BE49-F238E27FC236}">
                  <a16:creationId xmlns:a16="http://schemas.microsoft.com/office/drawing/2014/main" id="{CD1AD30A-FBB8-3B74-8F1C-10449CBC4034}"/>
                </a:ext>
              </a:extLst>
            </p:cNvPr>
            <p:cNvSpPr>
              <a:spLocks noGrp="1"/>
            </p:cNvSpPr>
            <p:nvPr/>
          </p:nvSpPr>
          <p:spPr>
            <a:xfrm>
              <a:off x="16405345" y="3792503"/>
              <a:ext cx="29161" cy="42553"/>
            </a:xfrm>
            <a:custGeom>
              <a:avLst/>
              <a:gdLst/>
              <a:ahLst/>
              <a:cxnLst/>
              <a:rect l="0" t="0" r="0" b="0"/>
              <a:pathLst>
                <a:path w="29161" h="42553">
                  <a:moveTo>
                    <a:pt x="0" y="0"/>
                  </a:moveTo>
                  <a:lnTo>
                    <a:pt x="29161" y="4255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6" name="Output_receptor__4685">
              <a:extLst>
                <a:ext uri="{FF2B5EF4-FFF2-40B4-BE49-F238E27FC236}">
                  <a16:creationId xmlns:a16="http://schemas.microsoft.com/office/drawing/2014/main" id="{BB06281E-4126-76AE-323B-7E4626F332A0}"/>
                </a:ext>
              </a:extLst>
            </p:cNvPr>
            <p:cNvSpPr>
              <a:spLocks noGrp="1"/>
            </p:cNvSpPr>
            <p:nvPr/>
          </p:nvSpPr>
          <p:spPr>
            <a:xfrm>
              <a:off x="15869998" y="4271555"/>
              <a:ext cx="10934" cy="36560"/>
            </a:xfrm>
            <a:custGeom>
              <a:avLst/>
              <a:gdLst/>
              <a:ahLst/>
              <a:cxnLst/>
              <a:rect l="0" t="0" r="0" b="0"/>
              <a:pathLst>
                <a:path w="10934" h="36560">
                  <a:moveTo>
                    <a:pt x="0" y="36560"/>
                  </a:moveTo>
                  <a:lnTo>
                    <a:pt x="1093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7" name="Output_receptor__4686">
              <a:extLst>
                <a:ext uri="{FF2B5EF4-FFF2-40B4-BE49-F238E27FC236}">
                  <a16:creationId xmlns:a16="http://schemas.microsoft.com/office/drawing/2014/main" id="{37FBB198-2F22-FF59-0731-338C5820B2B0}"/>
                </a:ext>
              </a:extLst>
            </p:cNvPr>
            <p:cNvSpPr>
              <a:spLocks noGrp="1"/>
            </p:cNvSpPr>
            <p:nvPr/>
          </p:nvSpPr>
          <p:spPr>
            <a:xfrm>
              <a:off x="16556717" y="3677198"/>
              <a:ext cx="54014" cy="48039"/>
            </a:xfrm>
            <a:custGeom>
              <a:avLst/>
              <a:gdLst/>
              <a:ahLst/>
              <a:cxnLst/>
              <a:rect l="0" t="0" r="0" b="0"/>
              <a:pathLst>
                <a:path w="54014" h="48039">
                  <a:moveTo>
                    <a:pt x="54014" y="48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8" name="Output_receptor__4687">
              <a:extLst>
                <a:ext uri="{FF2B5EF4-FFF2-40B4-BE49-F238E27FC236}">
                  <a16:creationId xmlns:a16="http://schemas.microsoft.com/office/drawing/2014/main" id="{DA4A4579-B16B-560A-3023-FD22CE82F951}"/>
                </a:ext>
              </a:extLst>
            </p:cNvPr>
            <p:cNvSpPr>
              <a:spLocks noGrp="1"/>
            </p:cNvSpPr>
            <p:nvPr/>
          </p:nvSpPr>
          <p:spPr>
            <a:xfrm>
              <a:off x="15939112" y="4682516"/>
              <a:ext cx="18920" cy="45706"/>
            </a:xfrm>
            <a:custGeom>
              <a:avLst/>
              <a:gdLst/>
              <a:ahLst/>
              <a:cxnLst/>
              <a:rect l="0" t="0" r="0" b="0"/>
              <a:pathLst>
                <a:path w="18920" h="45706">
                  <a:moveTo>
                    <a:pt x="18920" y="45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89" name="Output_receptor__4688">
              <a:extLst>
                <a:ext uri="{FF2B5EF4-FFF2-40B4-BE49-F238E27FC236}">
                  <a16:creationId xmlns:a16="http://schemas.microsoft.com/office/drawing/2014/main" id="{308D3BDB-9B1F-5D46-3E07-13C0C6A20E37}"/>
                </a:ext>
              </a:extLst>
            </p:cNvPr>
            <p:cNvSpPr>
              <a:spLocks noGrp="1"/>
            </p:cNvSpPr>
            <p:nvPr/>
          </p:nvSpPr>
          <p:spPr>
            <a:xfrm>
              <a:off x="15947192" y="4254239"/>
              <a:ext cx="13751" cy="68246"/>
            </a:xfrm>
            <a:custGeom>
              <a:avLst/>
              <a:gdLst/>
              <a:ahLst/>
              <a:cxnLst/>
              <a:rect l="0" t="0" r="0" b="0"/>
              <a:pathLst>
                <a:path w="13751" h="68246">
                  <a:moveTo>
                    <a:pt x="0" y="0"/>
                  </a:moveTo>
                  <a:lnTo>
                    <a:pt x="13751" y="6824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0" name="Output_receptor__4689">
              <a:extLst>
                <a:ext uri="{FF2B5EF4-FFF2-40B4-BE49-F238E27FC236}">
                  <a16:creationId xmlns:a16="http://schemas.microsoft.com/office/drawing/2014/main" id="{52728929-7C19-9871-E2B5-F0E4FC3EE5D6}"/>
                </a:ext>
              </a:extLst>
            </p:cNvPr>
            <p:cNvSpPr>
              <a:spLocks noGrp="1"/>
            </p:cNvSpPr>
            <p:nvPr/>
          </p:nvSpPr>
          <p:spPr>
            <a:xfrm>
              <a:off x="16100304" y="3925991"/>
              <a:ext cx="71359" cy="7481"/>
            </a:xfrm>
            <a:custGeom>
              <a:avLst/>
              <a:gdLst/>
              <a:ahLst/>
              <a:cxnLst/>
              <a:rect l="0" t="0" r="0" b="0"/>
              <a:pathLst>
                <a:path w="71359" h="7481">
                  <a:moveTo>
                    <a:pt x="71359" y="74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1" name="Output_receptor__4690">
              <a:extLst>
                <a:ext uri="{FF2B5EF4-FFF2-40B4-BE49-F238E27FC236}">
                  <a16:creationId xmlns:a16="http://schemas.microsoft.com/office/drawing/2014/main" id="{319E3022-EFAF-DEF8-4573-FCE09B3FBDBF}"/>
                </a:ext>
              </a:extLst>
            </p:cNvPr>
            <p:cNvSpPr>
              <a:spLocks noGrp="1"/>
            </p:cNvSpPr>
            <p:nvPr/>
          </p:nvSpPr>
          <p:spPr>
            <a:xfrm>
              <a:off x="15821231" y="4625741"/>
              <a:ext cx="1397" cy="60304"/>
            </a:xfrm>
            <a:custGeom>
              <a:avLst/>
              <a:gdLst/>
              <a:ahLst/>
              <a:cxnLst/>
              <a:rect l="0" t="0" r="0" b="0"/>
              <a:pathLst>
                <a:path w="1397" h="60304">
                  <a:moveTo>
                    <a:pt x="1397" y="603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2" name="Output_receptor__4691">
              <a:extLst>
                <a:ext uri="{FF2B5EF4-FFF2-40B4-BE49-F238E27FC236}">
                  <a16:creationId xmlns:a16="http://schemas.microsoft.com/office/drawing/2014/main" id="{1284980A-AC12-1904-386B-D77527F2FA34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4" y="4178589"/>
              <a:ext cx="16733" cy="38303"/>
            </a:xfrm>
            <a:custGeom>
              <a:avLst/>
              <a:gdLst/>
              <a:ahLst/>
              <a:cxnLst/>
              <a:rect l="0" t="0" r="0" b="0"/>
              <a:pathLst>
                <a:path w="16733" h="38303">
                  <a:moveTo>
                    <a:pt x="16733" y="0"/>
                  </a:moveTo>
                  <a:lnTo>
                    <a:pt x="0" y="3830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3" name="Output_receptor__4692">
              <a:extLst>
                <a:ext uri="{FF2B5EF4-FFF2-40B4-BE49-F238E27FC236}">
                  <a16:creationId xmlns:a16="http://schemas.microsoft.com/office/drawing/2014/main" id="{C4ADF910-9487-E8B2-A624-C96769D5EDEB}"/>
                </a:ext>
              </a:extLst>
            </p:cNvPr>
            <p:cNvSpPr>
              <a:spLocks noGrp="1"/>
            </p:cNvSpPr>
            <p:nvPr/>
          </p:nvSpPr>
          <p:spPr>
            <a:xfrm>
              <a:off x="16511447" y="3762728"/>
              <a:ext cx="57529" cy="15308"/>
            </a:xfrm>
            <a:custGeom>
              <a:avLst/>
              <a:gdLst/>
              <a:ahLst/>
              <a:cxnLst/>
              <a:rect l="0" t="0" r="0" b="0"/>
              <a:pathLst>
                <a:path w="57529" h="15308">
                  <a:moveTo>
                    <a:pt x="0" y="0"/>
                  </a:moveTo>
                  <a:lnTo>
                    <a:pt x="57529" y="1530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4" name="Output_receptor__4693">
              <a:extLst>
                <a:ext uri="{FF2B5EF4-FFF2-40B4-BE49-F238E27FC236}">
                  <a16:creationId xmlns:a16="http://schemas.microsoft.com/office/drawing/2014/main" id="{2078A6A1-660B-427F-A9C9-70A1F56F7074}"/>
                </a:ext>
              </a:extLst>
            </p:cNvPr>
            <p:cNvSpPr>
              <a:spLocks noGrp="1"/>
            </p:cNvSpPr>
            <p:nvPr/>
          </p:nvSpPr>
          <p:spPr>
            <a:xfrm>
              <a:off x="16673951" y="4171614"/>
              <a:ext cx="57777" cy="43355"/>
            </a:xfrm>
            <a:custGeom>
              <a:avLst/>
              <a:gdLst/>
              <a:ahLst/>
              <a:cxnLst/>
              <a:rect l="0" t="0" r="0" b="0"/>
              <a:pathLst>
                <a:path w="57777" h="43355">
                  <a:moveTo>
                    <a:pt x="0" y="43355"/>
                  </a:moveTo>
                  <a:lnTo>
                    <a:pt x="57777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95" name="Output_receptor__4694">
              <a:extLst>
                <a:ext uri="{FF2B5EF4-FFF2-40B4-BE49-F238E27FC236}">
                  <a16:creationId xmlns:a16="http://schemas.microsoft.com/office/drawing/2014/main" id="{C6C63FCC-0981-0028-C338-A5594BFB76A7}"/>
                </a:ext>
              </a:extLst>
            </p:cNvPr>
            <p:cNvSpPr>
              <a:spLocks noGrp="1"/>
            </p:cNvSpPr>
            <p:nvPr/>
          </p:nvSpPr>
          <p:spPr>
            <a:xfrm>
              <a:off x="15918099" y="4171157"/>
              <a:ext cx="44702" cy="17091"/>
            </a:xfrm>
            <a:custGeom>
              <a:avLst/>
              <a:gdLst/>
              <a:ahLst/>
              <a:cxnLst/>
              <a:rect l="0" t="0" r="0" b="0"/>
              <a:pathLst>
                <a:path w="44702" h="17091">
                  <a:moveTo>
                    <a:pt x="0" y="17091"/>
                  </a:moveTo>
                  <a:lnTo>
                    <a:pt x="44702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6" name="Output_receptor__4695">
              <a:extLst>
                <a:ext uri="{FF2B5EF4-FFF2-40B4-BE49-F238E27FC236}">
                  <a16:creationId xmlns:a16="http://schemas.microsoft.com/office/drawing/2014/main" id="{F44BE183-B9F5-58B5-852B-3FDA483E759B}"/>
                </a:ext>
              </a:extLst>
            </p:cNvPr>
            <p:cNvSpPr>
              <a:spLocks noGrp="1"/>
            </p:cNvSpPr>
            <p:nvPr/>
          </p:nvSpPr>
          <p:spPr>
            <a:xfrm>
              <a:off x="16121808" y="3364006"/>
              <a:ext cx="27676" cy="13448"/>
            </a:xfrm>
            <a:custGeom>
              <a:avLst/>
              <a:gdLst/>
              <a:ahLst/>
              <a:cxnLst/>
              <a:rect l="0" t="0" r="0" b="0"/>
              <a:pathLst>
                <a:path w="27676" h="13448">
                  <a:moveTo>
                    <a:pt x="0" y="0"/>
                  </a:moveTo>
                  <a:lnTo>
                    <a:pt x="27676" y="13448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97" name="Output_receptor__4696">
              <a:extLst>
                <a:ext uri="{FF2B5EF4-FFF2-40B4-BE49-F238E27FC236}">
                  <a16:creationId xmlns:a16="http://schemas.microsoft.com/office/drawing/2014/main" id="{F10A6AFA-D167-8F70-7710-152A79882C60}"/>
                </a:ext>
              </a:extLst>
            </p:cNvPr>
            <p:cNvSpPr>
              <a:spLocks noGrp="1"/>
            </p:cNvSpPr>
            <p:nvPr/>
          </p:nvSpPr>
          <p:spPr>
            <a:xfrm>
              <a:off x="16122737" y="3997035"/>
              <a:ext cx="46478" cy="25610"/>
            </a:xfrm>
            <a:custGeom>
              <a:avLst/>
              <a:gdLst/>
              <a:ahLst/>
              <a:cxnLst/>
              <a:rect l="0" t="0" r="0" b="0"/>
              <a:pathLst>
                <a:path w="46478" h="25610">
                  <a:moveTo>
                    <a:pt x="0" y="25610"/>
                  </a:moveTo>
                  <a:lnTo>
                    <a:pt x="4647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8" name="Output_receptor__4697">
              <a:extLst>
                <a:ext uri="{FF2B5EF4-FFF2-40B4-BE49-F238E27FC236}">
                  <a16:creationId xmlns:a16="http://schemas.microsoft.com/office/drawing/2014/main" id="{6045BAB2-F398-1EDB-100C-027AD0AB789C}"/>
                </a:ext>
              </a:extLst>
            </p:cNvPr>
            <p:cNvSpPr>
              <a:spLocks noGrp="1"/>
            </p:cNvSpPr>
            <p:nvPr/>
          </p:nvSpPr>
          <p:spPr>
            <a:xfrm>
              <a:off x="15738628" y="4624647"/>
              <a:ext cx="10958" cy="18438"/>
            </a:xfrm>
            <a:custGeom>
              <a:avLst/>
              <a:gdLst/>
              <a:ahLst/>
              <a:cxnLst/>
              <a:rect l="0" t="0" r="0" b="0"/>
              <a:pathLst>
                <a:path w="10958" h="18438">
                  <a:moveTo>
                    <a:pt x="10958" y="0"/>
                  </a:moveTo>
                  <a:lnTo>
                    <a:pt x="0" y="1843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9" name="Output_receptor__4698">
              <a:extLst>
                <a:ext uri="{FF2B5EF4-FFF2-40B4-BE49-F238E27FC236}">
                  <a16:creationId xmlns:a16="http://schemas.microsoft.com/office/drawing/2014/main" id="{EA1700E1-0552-7CC2-C13F-F360AD09D072}"/>
                </a:ext>
              </a:extLst>
            </p:cNvPr>
            <p:cNvSpPr>
              <a:spLocks noGrp="1"/>
            </p:cNvSpPr>
            <p:nvPr/>
          </p:nvSpPr>
          <p:spPr>
            <a:xfrm>
              <a:off x="15426118" y="4004173"/>
              <a:ext cx="25760" cy="61756"/>
            </a:xfrm>
            <a:custGeom>
              <a:avLst/>
              <a:gdLst/>
              <a:ahLst/>
              <a:cxnLst/>
              <a:rect l="0" t="0" r="0" b="0"/>
              <a:pathLst>
                <a:path w="25760" h="61756">
                  <a:moveTo>
                    <a:pt x="0" y="0"/>
                  </a:moveTo>
                  <a:lnTo>
                    <a:pt x="25760" y="6175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0" name="Output_receptor__4699">
              <a:extLst>
                <a:ext uri="{FF2B5EF4-FFF2-40B4-BE49-F238E27FC236}">
                  <a16:creationId xmlns:a16="http://schemas.microsoft.com/office/drawing/2014/main" id="{87A5BD08-2AA2-4FD2-3544-5D29D084FC44}"/>
                </a:ext>
              </a:extLst>
            </p:cNvPr>
            <p:cNvSpPr>
              <a:spLocks noGrp="1"/>
            </p:cNvSpPr>
            <p:nvPr/>
          </p:nvSpPr>
          <p:spPr>
            <a:xfrm>
              <a:off x="16568976" y="3725237"/>
              <a:ext cx="41756" cy="52799"/>
            </a:xfrm>
            <a:custGeom>
              <a:avLst/>
              <a:gdLst/>
              <a:ahLst/>
              <a:cxnLst/>
              <a:rect l="0" t="0" r="0" b="0"/>
              <a:pathLst>
                <a:path w="41756" h="52799">
                  <a:moveTo>
                    <a:pt x="0" y="52799"/>
                  </a:moveTo>
                  <a:lnTo>
                    <a:pt x="41756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1" name="Output_receptor__4700">
              <a:extLst>
                <a:ext uri="{FF2B5EF4-FFF2-40B4-BE49-F238E27FC236}">
                  <a16:creationId xmlns:a16="http://schemas.microsoft.com/office/drawing/2014/main" id="{93BED246-320E-EE48-C385-7B2312823E9E}"/>
                </a:ext>
              </a:extLst>
            </p:cNvPr>
            <p:cNvSpPr>
              <a:spLocks noGrp="1"/>
            </p:cNvSpPr>
            <p:nvPr/>
          </p:nvSpPr>
          <p:spPr>
            <a:xfrm>
              <a:off x="16061830" y="3196599"/>
              <a:ext cx="12138" cy="48928"/>
            </a:xfrm>
            <a:custGeom>
              <a:avLst/>
              <a:gdLst/>
              <a:ahLst/>
              <a:cxnLst/>
              <a:rect l="0" t="0" r="0" b="0"/>
              <a:pathLst>
                <a:path w="12138" h="48928">
                  <a:moveTo>
                    <a:pt x="0" y="48928"/>
                  </a:moveTo>
                  <a:lnTo>
                    <a:pt x="12138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02" name="Output_receptor__4701">
              <a:extLst>
                <a:ext uri="{FF2B5EF4-FFF2-40B4-BE49-F238E27FC236}">
                  <a16:creationId xmlns:a16="http://schemas.microsoft.com/office/drawing/2014/main" id="{9C69AB6B-38DF-DA43-0942-A2AC42E9C0C3}"/>
                </a:ext>
              </a:extLst>
            </p:cNvPr>
            <p:cNvSpPr>
              <a:spLocks noGrp="1"/>
            </p:cNvSpPr>
            <p:nvPr/>
          </p:nvSpPr>
          <p:spPr>
            <a:xfrm>
              <a:off x="16366383" y="3685429"/>
              <a:ext cx="60214" cy="35048"/>
            </a:xfrm>
            <a:custGeom>
              <a:avLst/>
              <a:gdLst/>
              <a:ahLst/>
              <a:cxnLst/>
              <a:rect l="0" t="0" r="0" b="0"/>
              <a:pathLst>
                <a:path w="60214" h="35048">
                  <a:moveTo>
                    <a:pt x="0" y="0"/>
                  </a:moveTo>
                  <a:lnTo>
                    <a:pt x="60214" y="3504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3" name="Output_receptor__4702">
              <a:extLst>
                <a:ext uri="{FF2B5EF4-FFF2-40B4-BE49-F238E27FC236}">
                  <a16:creationId xmlns:a16="http://schemas.microsoft.com/office/drawing/2014/main" id="{324FD4D4-7300-A7B4-D644-DBB399838278}"/>
                </a:ext>
              </a:extLst>
            </p:cNvPr>
            <p:cNvSpPr>
              <a:spLocks noGrp="1"/>
            </p:cNvSpPr>
            <p:nvPr/>
          </p:nvSpPr>
          <p:spPr>
            <a:xfrm>
              <a:off x="16768031" y="4077593"/>
              <a:ext cx="15426" cy="9595"/>
            </a:xfrm>
            <a:custGeom>
              <a:avLst/>
              <a:gdLst/>
              <a:ahLst/>
              <a:cxnLst/>
              <a:rect l="0" t="0" r="0" b="0"/>
              <a:pathLst>
                <a:path w="15426" h="9595">
                  <a:moveTo>
                    <a:pt x="0" y="0"/>
                  </a:moveTo>
                  <a:lnTo>
                    <a:pt x="15426" y="959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4" name="Output_receptor__4703">
              <a:extLst>
                <a:ext uri="{FF2B5EF4-FFF2-40B4-BE49-F238E27FC236}">
                  <a16:creationId xmlns:a16="http://schemas.microsoft.com/office/drawing/2014/main" id="{680681A0-6BF9-1878-2215-FF526376DFE7}"/>
                </a:ext>
              </a:extLst>
            </p:cNvPr>
            <p:cNvSpPr>
              <a:spLocks noGrp="1"/>
            </p:cNvSpPr>
            <p:nvPr/>
          </p:nvSpPr>
          <p:spPr>
            <a:xfrm>
              <a:off x="16169215" y="3933471"/>
              <a:ext cx="2448" cy="63563"/>
            </a:xfrm>
            <a:custGeom>
              <a:avLst/>
              <a:gdLst/>
              <a:ahLst/>
              <a:cxnLst/>
              <a:rect l="0" t="0" r="0" b="0"/>
              <a:pathLst>
                <a:path w="2448" h="63563">
                  <a:moveTo>
                    <a:pt x="0" y="63563"/>
                  </a:moveTo>
                  <a:lnTo>
                    <a:pt x="244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5" name="Output_receptor__4704">
              <a:extLst>
                <a:ext uri="{FF2B5EF4-FFF2-40B4-BE49-F238E27FC236}">
                  <a16:creationId xmlns:a16="http://schemas.microsoft.com/office/drawing/2014/main" id="{8283BB3F-61BB-05D8-C974-72F247928A15}"/>
                </a:ext>
              </a:extLst>
            </p:cNvPr>
            <p:cNvSpPr>
              <a:spLocks noGrp="1"/>
            </p:cNvSpPr>
            <p:nvPr/>
          </p:nvSpPr>
          <p:spPr>
            <a:xfrm>
              <a:off x="15601167" y="4116920"/>
              <a:ext cx="10475" cy="61669"/>
            </a:xfrm>
            <a:custGeom>
              <a:avLst/>
              <a:gdLst/>
              <a:ahLst/>
              <a:cxnLst/>
              <a:rect l="0" t="0" r="0" b="0"/>
              <a:pathLst>
                <a:path w="10475" h="61669">
                  <a:moveTo>
                    <a:pt x="10475" y="0"/>
                  </a:moveTo>
                  <a:lnTo>
                    <a:pt x="0" y="6166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6" name="Output_receptor__4705">
              <a:extLst>
                <a:ext uri="{FF2B5EF4-FFF2-40B4-BE49-F238E27FC236}">
                  <a16:creationId xmlns:a16="http://schemas.microsoft.com/office/drawing/2014/main" id="{6D6791B6-0E13-8A55-CFBD-8EDF9835315F}"/>
                </a:ext>
              </a:extLst>
            </p:cNvPr>
            <p:cNvSpPr>
              <a:spLocks noGrp="1"/>
            </p:cNvSpPr>
            <p:nvPr/>
          </p:nvSpPr>
          <p:spPr>
            <a:xfrm>
              <a:off x="15923839" y="4445751"/>
              <a:ext cx="35455" cy="41054"/>
            </a:xfrm>
            <a:custGeom>
              <a:avLst/>
              <a:gdLst/>
              <a:ahLst/>
              <a:cxnLst/>
              <a:rect l="0" t="0" r="0" b="0"/>
              <a:pathLst>
                <a:path w="35455" h="41054">
                  <a:moveTo>
                    <a:pt x="35455" y="0"/>
                  </a:moveTo>
                  <a:lnTo>
                    <a:pt x="0" y="4105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7" name="Output_receptor__4706">
              <a:extLst>
                <a:ext uri="{FF2B5EF4-FFF2-40B4-BE49-F238E27FC236}">
                  <a16:creationId xmlns:a16="http://schemas.microsoft.com/office/drawing/2014/main" id="{305CE9E0-59BD-4469-8030-DD219A5B2248}"/>
                </a:ext>
              </a:extLst>
            </p:cNvPr>
            <p:cNvSpPr>
              <a:spLocks noGrp="1"/>
            </p:cNvSpPr>
            <p:nvPr/>
          </p:nvSpPr>
          <p:spPr>
            <a:xfrm>
              <a:off x="16168198" y="3527211"/>
              <a:ext cx="70549" cy="15086"/>
            </a:xfrm>
            <a:custGeom>
              <a:avLst/>
              <a:gdLst/>
              <a:ahLst/>
              <a:cxnLst/>
              <a:rect l="0" t="0" r="0" b="0"/>
              <a:pathLst>
                <a:path w="70549" h="15086">
                  <a:moveTo>
                    <a:pt x="70549" y="150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8" name="Output_receptor__4707">
              <a:extLst>
                <a:ext uri="{FF2B5EF4-FFF2-40B4-BE49-F238E27FC236}">
                  <a16:creationId xmlns:a16="http://schemas.microsoft.com/office/drawing/2014/main" id="{4E97F052-E245-76E4-738A-34367A811089}"/>
                </a:ext>
              </a:extLst>
            </p:cNvPr>
            <p:cNvSpPr>
              <a:spLocks noGrp="1"/>
            </p:cNvSpPr>
            <p:nvPr/>
          </p:nvSpPr>
          <p:spPr>
            <a:xfrm>
              <a:off x="16225484" y="4233684"/>
              <a:ext cx="15987" cy="46125"/>
            </a:xfrm>
            <a:custGeom>
              <a:avLst/>
              <a:gdLst/>
              <a:ahLst/>
              <a:cxnLst/>
              <a:rect l="0" t="0" r="0" b="0"/>
              <a:pathLst>
                <a:path w="15987" h="46125">
                  <a:moveTo>
                    <a:pt x="15987" y="461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9" name="Output_receptor__4708">
              <a:extLst>
                <a:ext uri="{FF2B5EF4-FFF2-40B4-BE49-F238E27FC236}">
                  <a16:creationId xmlns:a16="http://schemas.microsoft.com/office/drawing/2014/main" id="{86AE8B48-516A-EB07-C895-8688F3C48728}"/>
                </a:ext>
              </a:extLst>
            </p:cNvPr>
            <p:cNvSpPr>
              <a:spLocks noGrp="1"/>
            </p:cNvSpPr>
            <p:nvPr/>
          </p:nvSpPr>
          <p:spPr>
            <a:xfrm>
              <a:off x="15959294" y="4420974"/>
              <a:ext cx="45831" cy="24777"/>
            </a:xfrm>
            <a:custGeom>
              <a:avLst/>
              <a:gdLst/>
              <a:ahLst/>
              <a:cxnLst/>
              <a:rect l="0" t="0" r="0" b="0"/>
              <a:pathLst>
                <a:path w="45831" h="24777">
                  <a:moveTo>
                    <a:pt x="45831" y="0"/>
                  </a:moveTo>
                  <a:lnTo>
                    <a:pt x="0" y="2477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0" name="Output_receptor__4709">
              <a:extLst>
                <a:ext uri="{FF2B5EF4-FFF2-40B4-BE49-F238E27FC236}">
                  <a16:creationId xmlns:a16="http://schemas.microsoft.com/office/drawing/2014/main" id="{B417FA49-35E3-21EB-C282-B4B7C0E3C07C}"/>
                </a:ext>
              </a:extLst>
            </p:cNvPr>
            <p:cNvSpPr>
              <a:spLocks noGrp="1"/>
            </p:cNvSpPr>
            <p:nvPr/>
          </p:nvSpPr>
          <p:spPr>
            <a:xfrm>
              <a:off x="16071967" y="4456212"/>
              <a:ext cx="37673" cy="16744"/>
            </a:xfrm>
            <a:custGeom>
              <a:avLst/>
              <a:gdLst/>
              <a:ahLst/>
              <a:cxnLst/>
              <a:rect l="0" t="0" r="0" b="0"/>
              <a:pathLst>
                <a:path w="37673" h="16744">
                  <a:moveTo>
                    <a:pt x="37673" y="16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1" name="Output_receptor__4710">
              <a:extLst>
                <a:ext uri="{FF2B5EF4-FFF2-40B4-BE49-F238E27FC236}">
                  <a16:creationId xmlns:a16="http://schemas.microsoft.com/office/drawing/2014/main" id="{155A3277-6135-596F-4469-BEAC0D6A4376}"/>
                </a:ext>
              </a:extLst>
            </p:cNvPr>
            <p:cNvSpPr>
              <a:spLocks noGrp="1"/>
            </p:cNvSpPr>
            <p:nvPr/>
          </p:nvSpPr>
          <p:spPr>
            <a:xfrm>
              <a:off x="16201710" y="3635211"/>
              <a:ext cx="65413" cy="15109"/>
            </a:xfrm>
            <a:custGeom>
              <a:avLst/>
              <a:gdLst/>
              <a:ahLst/>
              <a:cxnLst/>
              <a:rect l="0" t="0" r="0" b="0"/>
              <a:pathLst>
                <a:path w="65413" h="15109">
                  <a:moveTo>
                    <a:pt x="65413" y="15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2" name="Output_receptor__4711">
              <a:extLst>
                <a:ext uri="{FF2B5EF4-FFF2-40B4-BE49-F238E27FC236}">
                  <a16:creationId xmlns:a16="http://schemas.microsoft.com/office/drawing/2014/main" id="{C16ABD66-2BCC-3CAC-0321-964E00649DC9}"/>
                </a:ext>
              </a:extLst>
            </p:cNvPr>
            <p:cNvSpPr>
              <a:spLocks noGrp="1"/>
            </p:cNvSpPr>
            <p:nvPr/>
          </p:nvSpPr>
          <p:spPr>
            <a:xfrm>
              <a:off x="15520039" y="4042864"/>
              <a:ext cx="27375" cy="32786"/>
            </a:xfrm>
            <a:custGeom>
              <a:avLst/>
              <a:gdLst/>
              <a:ahLst/>
              <a:cxnLst/>
              <a:rect l="0" t="0" r="0" b="0"/>
              <a:pathLst>
                <a:path w="27375" h="32786">
                  <a:moveTo>
                    <a:pt x="0" y="0"/>
                  </a:moveTo>
                  <a:lnTo>
                    <a:pt x="27375" y="3278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3" name="Output_receptor__4712">
              <a:extLst>
                <a:ext uri="{FF2B5EF4-FFF2-40B4-BE49-F238E27FC236}">
                  <a16:creationId xmlns:a16="http://schemas.microsoft.com/office/drawing/2014/main" id="{4FBC9FCD-9AB3-C038-A516-3360C1CA6E69}"/>
                </a:ext>
              </a:extLst>
            </p:cNvPr>
            <p:cNvSpPr>
              <a:spLocks noGrp="1"/>
            </p:cNvSpPr>
            <p:nvPr/>
          </p:nvSpPr>
          <p:spPr>
            <a:xfrm>
              <a:off x="15548716" y="2645600"/>
              <a:ext cx="21669" cy="68781"/>
            </a:xfrm>
            <a:custGeom>
              <a:avLst/>
              <a:gdLst/>
              <a:ahLst/>
              <a:cxnLst/>
              <a:rect l="0" t="0" r="0" b="0"/>
              <a:pathLst>
                <a:path w="21669" h="68781">
                  <a:moveTo>
                    <a:pt x="0" y="0"/>
                  </a:moveTo>
                  <a:lnTo>
                    <a:pt x="21669" y="6878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4" name="Output_receptor__4713">
              <a:extLst>
                <a:ext uri="{FF2B5EF4-FFF2-40B4-BE49-F238E27FC236}">
                  <a16:creationId xmlns:a16="http://schemas.microsoft.com/office/drawing/2014/main" id="{1BC73FCC-496A-CCEE-35C7-9C42CE82CF6A}"/>
                </a:ext>
              </a:extLst>
            </p:cNvPr>
            <p:cNvSpPr>
              <a:spLocks noGrp="1"/>
            </p:cNvSpPr>
            <p:nvPr/>
          </p:nvSpPr>
          <p:spPr>
            <a:xfrm>
              <a:off x="16227452" y="3833620"/>
              <a:ext cx="70318" cy="11338"/>
            </a:xfrm>
            <a:custGeom>
              <a:avLst/>
              <a:gdLst/>
              <a:ahLst/>
              <a:cxnLst/>
              <a:rect l="0" t="0" r="0" b="0"/>
              <a:pathLst>
                <a:path w="70318" h="11338">
                  <a:moveTo>
                    <a:pt x="70318" y="11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5" name="Output_receptor__4714">
              <a:extLst>
                <a:ext uri="{FF2B5EF4-FFF2-40B4-BE49-F238E27FC236}">
                  <a16:creationId xmlns:a16="http://schemas.microsoft.com/office/drawing/2014/main" id="{0D3F0C97-6210-9B62-F82C-A8324D91197D}"/>
                </a:ext>
              </a:extLst>
            </p:cNvPr>
            <p:cNvSpPr>
              <a:spLocks noGrp="1"/>
            </p:cNvSpPr>
            <p:nvPr/>
          </p:nvSpPr>
          <p:spPr>
            <a:xfrm>
              <a:off x="15816785" y="3880024"/>
              <a:ext cx="17297" cy="1926"/>
            </a:xfrm>
            <a:custGeom>
              <a:avLst/>
              <a:gdLst/>
              <a:ahLst/>
              <a:cxnLst/>
              <a:rect l="0" t="0" r="0" b="0"/>
              <a:pathLst>
                <a:path w="17297" h="1926">
                  <a:moveTo>
                    <a:pt x="0" y="1926"/>
                  </a:moveTo>
                  <a:lnTo>
                    <a:pt x="1729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6" name="Output_receptor__4715">
              <a:extLst>
                <a:ext uri="{FF2B5EF4-FFF2-40B4-BE49-F238E27FC236}">
                  <a16:creationId xmlns:a16="http://schemas.microsoft.com/office/drawing/2014/main" id="{AC1D1CBA-BE64-5115-C5B2-682A73DEC3BA}"/>
                </a:ext>
              </a:extLst>
            </p:cNvPr>
            <p:cNvSpPr>
              <a:spLocks noGrp="1"/>
            </p:cNvSpPr>
            <p:nvPr/>
          </p:nvSpPr>
          <p:spPr>
            <a:xfrm>
              <a:off x="15847570" y="4386436"/>
              <a:ext cx="49500" cy="46203"/>
            </a:xfrm>
            <a:custGeom>
              <a:avLst/>
              <a:gdLst/>
              <a:ahLst/>
              <a:cxnLst/>
              <a:rect l="0" t="0" r="0" b="0"/>
              <a:pathLst>
                <a:path w="49500" h="46203">
                  <a:moveTo>
                    <a:pt x="49500" y="0"/>
                  </a:moveTo>
                  <a:lnTo>
                    <a:pt x="0" y="4620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7" name="Output_receptor__4716">
              <a:extLst>
                <a:ext uri="{FF2B5EF4-FFF2-40B4-BE49-F238E27FC236}">
                  <a16:creationId xmlns:a16="http://schemas.microsoft.com/office/drawing/2014/main" id="{D0A4FD02-C7E1-E286-4EC9-4D337F4E7612}"/>
                </a:ext>
              </a:extLst>
            </p:cNvPr>
            <p:cNvSpPr>
              <a:spLocks noGrp="1"/>
            </p:cNvSpPr>
            <p:nvPr/>
          </p:nvSpPr>
          <p:spPr>
            <a:xfrm>
              <a:off x="16372975" y="3835056"/>
              <a:ext cx="61531" cy="37193"/>
            </a:xfrm>
            <a:custGeom>
              <a:avLst/>
              <a:gdLst/>
              <a:ahLst/>
              <a:cxnLst/>
              <a:rect l="0" t="0" r="0" b="0"/>
              <a:pathLst>
                <a:path w="61531" h="37193">
                  <a:moveTo>
                    <a:pt x="61531" y="0"/>
                  </a:moveTo>
                  <a:lnTo>
                    <a:pt x="0" y="3719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8" name="Output_receptor__4717">
              <a:extLst>
                <a:ext uri="{FF2B5EF4-FFF2-40B4-BE49-F238E27FC236}">
                  <a16:creationId xmlns:a16="http://schemas.microsoft.com/office/drawing/2014/main" id="{8EFE9C02-9620-E63E-1ABE-46296DF1C7B2}"/>
                </a:ext>
              </a:extLst>
            </p:cNvPr>
            <p:cNvSpPr>
              <a:spLocks noGrp="1"/>
            </p:cNvSpPr>
            <p:nvPr/>
          </p:nvSpPr>
          <p:spPr>
            <a:xfrm>
              <a:off x="16195586" y="3723709"/>
              <a:ext cx="56251" cy="17777"/>
            </a:xfrm>
            <a:custGeom>
              <a:avLst/>
              <a:gdLst/>
              <a:ahLst/>
              <a:cxnLst/>
              <a:rect l="0" t="0" r="0" b="0"/>
              <a:pathLst>
                <a:path w="56251" h="17777">
                  <a:moveTo>
                    <a:pt x="56251" y="177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9" name="Output_receptor__4718">
              <a:extLst>
                <a:ext uri="{FF2B5EF4-FFF2-40B4-BE49-F238E27FC236}">
                  <a16:creationId xmlns:a16="http://schemas.microsoft.com/office/drawing/2014/main" id="{FFE87E68-2717-705E-B5FC-325DB1F51ECF}"/>
                </a:ext>
              </a:extLst>
            </p:cNvPr>
            <p:cNvSpPr>
              <a:spLocks noGrp="1"/>
            </p:cNvSpPr>
            <p:nvPr/>
          </p:nvSpPr>
          <p:spPr>
            <a:xfrm>
              <a:off x="16211259" y="3406823"/>
              <a:ext cx="16609" cy="45292"/>
            </a:xfrm>
            <a:custGeom>
              <a:avLst/>
              <a:gdLst/>
              <a:ahLst/>
              <a:cxnLst/>
              <a:rect l="0" t="0" r="0" b="0"/>
              <a:pathLst>
                <a:path w="16609" h="45292">
                  <a:moveTo>
                    <a:pt x="16609" y="452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20" name="Output_receptor__4719">
              <a:extLst>
                <a:ext uri="{FF2B5EF4-FFF2-40B4-BE49-F238E27FC236}">
                  <a16:creationId xmlns:a16="http://schemas.microsoft.com/office/drawing/2014/main" id="{C82E13E4-F855-19B8-F636-C084A6F3AA8A}"/>
                </a:ext>
              </a:extLst>
            </p:cNvPr>
            <p:cNvSpPr>
              <a:spLocks noGrp="1"/>
            </p:cNvSpPr>
            <p:nvPr/>
          </p:nvSpPr>
          <p:spPr>
            <a:xfrm>
              <a:off x="16156400" y="4252716"/>
              <a:ext cx="2174" cy="1538"/>
            </a:xfrm>
            <a:custGeom>
              <a:avLst/>
              <a:gdLst/>
              <a:ahLst/>
              <a:cxnLst/>
              <a:rect l="0" t="0" r="0" b="0"/>
              <a:pathLst>
                <a:path w="2174" h="1538">
                  <a:moveTo>
                    <a:pt x="0" y="1538"/>
                  </a:moveTo>
                  <a:lnTo>
                    <a:pt x="217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1" name="Output_receptor__4720">
              <a:extLst>
                <a:ext uri="{FF2B5EF4-FFF2-40B4-BE49-F238E27FC236}">
                  <a16:creationId xmlns:a16="http://schemas.microsoft.com/office/drawing/2014/main" id="{F1F3F4FC-4629-A874-1DC6-FB1CEDC9DF99}"/>
                </a:ext>
              </a:extLst>
            </p:cNvPr>
            <p:cNvSpPr>
              <a:spLocks noGrp="1"/>
            </p:cNvSpPr>
            <p:nvPr/>
          </p:nvSpPr>
          <p:spPr>
            <a:xfrm>
              <a:off x="16211296" y="4279809"/>
              <a:ext cx="30176" cy="59085"/>
            </a:xfrm>
            <a:custGeom>
              <a:avLst/>
              <a:gdLst/>
              <a:ahLst/>
              <a:cxnLst/>
              <a:rect l="0" t="0" r="0" b="0"/>
              <a:pathLst>
                <a:path w="30176" h="59085">
                  <a:moveTo>
                    <a:pt x="0" y="59085"/>
                  </a:moveTo>
                  <a:lnTo>
                    <a:pt x="30176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2" name="Output_receptor__4721">
              <a:extLst>
                <a:ext uri="{FF2B5EF4-FFF2-40B4-BE49-F238E27FC236}">
                  <a16:creationId xmlns:a16="http://schemas.microsoft.com/office/drawing/2014/main" id="{62A6E884-4694-B805-77A0-9C951D59FB4A}"/>
                </a:ext>
              </a:extLst>
            </p:cNvPr>
            <p:cNvSpPr>
              <a:spLocks noGrp="1"/>
            </p:cNvSpPr>
            <p:nvPr/>
          </p:nvSpPr>
          <p:spPr>
            <a:xfrm>
              <a:off x="16280115" y="3936967"/>
              <a:ext cx="65694" cy="8893"/>
            </a:xfrm>
            <a:custGeom>
              <a:avLst/>
              <a:gdLst/>
              <a:ahLst/>
              <a:cxnLst/>
              <a:rect l="0" t="0" r="0" b="0"/>
              <a:pathLst>
                <a:path w="65694" h="8893">
                  <a:moveTo>
                    <a:pt x="65694" y="88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3" name="Output_receptor__4722">
              <a:extLst>
                <a:ext uri="{FF2B5EF4-FFF2-40B4-BE49-F238E27FC236}">
                  <a16:creationId xmlns:a16="http://schemas.microsoft.com/office/drawing/2014/main" id="{C56A7830-8D77-6585-25CA-3AC8ACC2A1AF}"/>
                </a:ext>
              </a:extLst>
            </p:cNvPr>
            <p:cNvSpPr>
              <a:spLocks noGrp="1"/>
            </p:cNvSpPr>
            <p:nvPr/>
          </p:nvSpPr>
          <p:spPr>
            <a:xfrm>
              <a:off x="16334686" y="4130453"/>
              <a:ext cx="69793" cy="13139"/>
            </a:xfrm>
            <a:custGeom>
              <a:avLst/>
              <a:gdLst/>
              <a:ahLst/>
              <a:cxnLst/>
              <a:rect l="0" t="0" r="0" b="0"/>
              <a:pathLst>
                <a:path w="69793" h="13139">
                  <a:moveTo>
                    <a:pt x="69793" y="13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4" name="Output_receptor__4723">
              <a:extLst>
                <a:ext uri="{FF2B5EF4-FFF2-40B4-BE49-F238E27FC236}">
                  <a16:creationId xmlns:a16="http://schemas.microsoft.com/office/drawing/2014/main" id="{683F4298-E321-76E0-7F43-1F722A78F6F8}"/>
                </a:ext>
              </a:extLst>
            </p:cNvPr>
            <p:cNvSpPr>
              <a:spLocks noGrp="1"/>
            </p:cNvSpPr>
            <p:nvPr/>
          </p:nvSpPr>
          <p:spPr>
            <a:xfrm>
              <a:off x="15761767" y="3725959"/>
              <a:ext cx="24619" cy="45232"/>
            </a:xfrm>
            <a:custGeom>
              <a:avLst/>
              <a:gdLst/>
              <a:ahLst/>
              <a:cxnLst/>
              <a:rect l="0" t="0" r="0" b="0"/>
              <a:pathLst>
                <a:path w="24619" h="45232">
                  <a:moveTo>
                    <a:pt x="0" y="45232"/>
                  </a:moveTo>
                  <a:lnTo>
                    <a:pt x="24619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25" name="Output_receptor__4724">
              <a:extLst>
                <a:ext uri="{FF2B5EF4-FFF2-40B4-BE49-F238E27FC236}">
                  <a16:creationId xmlns:a16="http://schemas.microsoft.com/office/drawing/2014/main" id="{ED33B0AC-B938-388A-1E46-A5C91D1859B4}"/>
                </a:ext>
              </a:extLst>
            </p:cNvPr>
            <p:cNvSpPr>
              <a:spLocks noGrp="1"/>
            </p:cNvSpPr>
            <p:nvPr/>
          </p:nvSpPr>
          <p:spPr>
            <a:xfrm>
              <a:off x="15737585" y="4360434"/>
              <a:ext cx="50441" cy="51121"/>
            </a:xfrm>
            <a:custGeom>
              <a:avLst/>
              <a:gdLst/>
              <a:ahLst/>
              <a:cxnLst/>
              <a:rect l="0" t="0" r="0" b="0"/>
              <a:pathLst>
                <a:path w="50441" h="51121">
                  <a:moveTo>
                    <a:pt x="50441" y="0"/>
                  </a:moveTo>
                  <a:lnTo>
                    <a:pt x="0" y="5112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6" name="Output_receptor__4725">
              <a:extLst>
                <a:ext uri="{FF2B5EF4-FFF2-40B4-BE49-F238E27FC236}">
                  <a16:creationId xmlns:a16="http://schemas.microsoft.com/office/drawing/2014/main" id="{40944AF2-7896-C489-DFB7-761CCCB7FFF9}"/>
                </a:ext>
              </a:extLst>
            </p:cNvPr>
            <p:cNvSpPr>
              <a:spLocks noGrp="1"/>
            </p:cNvSpPr>
            <p:nvPr/>
          </p:nvSpPr>
          <p:spPr>
            <a:xfrm>
              <a:off x="15873284" y="4101385"/>
              <a:ext cx="70778" cy="14571"/>
            </a:xfrm>
            <a:custGeom>
              <a:avLst/>
              <a:gdLst/>
              <a:ahLst/>
              <a:cxnLst/>
              <a:rect l="0" t="0" r="0" b="0"/>
              <a:pathLst>
                <a:path w="70778" h="14571">
                  <a:moveTo>
                    <a:pt x="70778" y="0"/>
                  </a:moveTo>
                  <a:lnTo>
                    <a:pt x="0" y="1457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7" name="Output_receptor__4726">
              <a:extLst>
                <a:ext uri="{FF2B5EF4-FFF2-40B4-BE49-F238E27FC236}">
                  <a16:creationId xmlns:a16="http://schemas.microsoft.com/office/drawing/2014/main" id="{E508273A-2681-FA43-D96F-8AFC47CCDB65}"/>
                </a:ext>
              </a:extLst>
            </p:cNvPr>
            <p:cNvSpPr>
              <a:spLocks noGrp="1"/>
            </p:cNvSpPr>
            <p:nvPr/>
          </p:nvSpPr>
          <p:spPr>
            <a:xfrm>
              <a:off x="15690241" y="4033735"/>
              <a:ext cx="35552" cy="4155"/>
            </a:xfrm>
            <a:custGeom>
              <a:avLst/>
              <a:gdLst/>
              <a:ahLst/>
              <a:cxnLst/>
              <a:rect l="0" t="0" r="0" b="0"/>
              <a:pathLst>
                <a:path w="35552" h="4155">
                  <a:moveTo>
                    <a:pt x="35552" y="0"/>
                  </a:moveTo>
                  <a:lnTo>
                    <a:pt x="0" y="415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8" name="Output_receptor__4727">
              <a:extLst>
                <a:ext uri="{FF2B5EF4-FFF2-40B4-BE49-F238E27FC236}">
                  <a16:creationId xmlns:a16="http://schemas.microsoft.com/office/drawing/2014/main" id="{C954AA03-12C1-47A4-0FD2-86E0535CF77F}"/>
                </a:ext>
              </a:extLst>
            </p:cNvPr>
            <p:cNvSpPr>
              <a:spLocks noGrp="1"/>
            </p:cNvSpPr>
            <p:nvPr/>
          </p:nvSpPr>
          <p:spPr>
            <a:xfrm>
              <a:off x="15944062" y="4101385"/>
              <a:ext cx="18739" cy="69772"/>
            </a:xfrm>
            <a:custGeom>
              <a:avLst/>
              <a:gdLst/>
              <a:ahLst/>
              <a:cxnLst/>
              <a:rect l="0" t="0" r="0" b="0"/>
              <a:pathLst>
                <a:path w="18739" h="69772">
                  <a:moveTo>
                    <a:pt x="18739" y="697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9" name="Output_receptor__4728">
              <a:extLst>
                <a:ext uri="{FF2B5EF4-FFF2-40B4-BE49-F238E27FC236}">
                  <a16:creationId xmlns:a16="http://schemas.microsoft.com/office/drawing/2014/main" id="{DF534453-ABFA-5AB2-843B-EEBE4409AA78}"/>
                </a:ext>
              </a:extLst>
            </p:cNvPr>
            <p:cNvSpPr>
              <a:spLocks noGrp="1"/>
            </p:cNvSpPr>
            <p:nvPr/>
          </p:nvSpPr>
          <p:spPr>
            <a:xfrm>
              <a:off x="16539690" y="3677198"/>
              <a:ext cx="17027" cy="14981"/>
            </a:xfrm>
            <a:custGeom>
              <a:avLst/>
              <a:gdLst/>
              <a:ahLst/>
              <a:cxnLst/>
              <a:rect l="0" t="0" r="0" b="0"/>
              <a:pathLst>
                <a:path w="17027" h="14981">
                  <a:moveTo>
                    <a:pt x="17027" y="0"/>
                  </a:moveTo>
                  <a:lnTo>
                    <a:pt x="0" y="1498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0" name="Output_receptor__4729">
              <a:extLst>
                <a:ext uri="{FF2B5EF4-FFF2-40B4-BE49-F238E27FC236}">
                  <a16:creationId xmlns:a16="http://schemas.microsoft.com/office/drawing/2014/main" id="{5D8BC16C-2118-757B-8583-AC3EA2A29D51}"/>
                </a:ext>
              </a:extLst>
            </p:cNvPr>
            <p:cNvSpPr>
              <a:spLocks noGrp="1"/>
            </p:cNvSpPr>
            <p:nvPr/>
          </p:nvSpPr>
          <p:spPr>
            <a:xfrm>
              <a:off x="15958032" y="4695977"/>
              <a:ext cx="63163" cy="32245"/>
            </a:xfrm>
            <a:custGeom>
              <a:avLst/>
              <a:gdLst/>
              <a:ahLst/>
              <a:cxnLst/>
              <a:rect l="0" t="0" r="0" b="0"/>
              <a:pathLst>
                <a:path w="63163" h="32245">
                  <a:moveTo>
                    <a:pt x="63163" y="0"/>
                  </a:moveTo>
                  <a:lnTo>
                    <a:pt x="0" y="32245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31" name="Output_receptor__4730">
              <a:extLst>
                <a:ext uri="{FF2B5EF4-FFF2-40B4-BE49-F238E27FC236}">
                  <a16:creationId xmlns:a16="http://schemas.microsoft.com/office/drawing/2014/main" id="{BB39F5C9-4682-8FEF-F91D-E9A4536EF8AA}"/>
                </a:ext>
              </a:extLst>
            </p:cNvPr>
            <p:cNvSpPr>
              <a:spLocks noGrp="1"/>
            </p:cNvSpPr>
            <p:nvPr/>
          </p:nvSpPr>
          <p:spPr>
            <a:xfrm>
              <a:off x="15682656" y="4541509"/>
              <a:ext cx="65579" cy="21880"/>
            </a:xfrm>
            <a:custGeom>
              <a:avLst/>
              <a:gdLst/>
              <a:ahLst/>
              <a:cxnLst/>
              <a:rect l="0" t="0" r="0" b="0"/>
              <a:pathLst>
                <a:path w="65579" h="21880">
                  <a:moveTo>
                    <a:pt x="65579" y="0"/>
                  </a:moveTo>
                  <a:lnTo>
                    <a:pt x="0" y="2188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2" name="Output_receptor__4731">
              <a:extLst>
                <a:ext uri="{FF2B5EF4-FFF2-40B4-BE49-F238E27FC236}">
                  <a16:creationId xmlns:a16="http://schemas.microsoft.com/office/drawing/2014/main" id="{5FE3B0F6-259C-8C1E-86A8-58DDA3B62429}"/>
                </a:ext>
              </a:extLst>
            </p:cNvPr>
            <p:cNvSpPr>
              <a:spLocks noGrp="1"/>
            </p:cNvSpPr>
            <p:nvPr/>
          </p:nvSpPr>
          <p:spPr>
            <a:xfrm>
              <a:off x="16251837" y="3741487"/>
              <a:ext cx="40366" cy="15959"/>
            </a:xfrm>
            <a:custGeom>
              <a:avLst/>
              <a:gdLst/>
              <a:ahLst/>
              <a:cxnLst/>
              <a:rect l="0" t="0" r="0" b="0"/>
              <a:pathLst>
                <a:path w="40366" h="15959">
                  <a:moveTo>
                    <a:pt x="40366" y="159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3" name="Output_receptor__4732">
              <a:extLst>
                <a:ext uri="{FF2B5EF4-FFF2-40B4-BE49-F238E27FC236}">
                  <a16:creationId xmlns:a16="http://schemas.microsoft.com/office/drawing/2014/main" id="{D1B8C80E-B51B-964A-F348-49650796AC3C}"/>
                </a:ext>
              </a:extLst>
            </p:cNvPr>
            <p:cNvSpPr>
              <a:spLocks noGrp="1"/>
            </p:cNvSpPr>
            <p:nvPr/>
          </p:nvSpPr>
          <p:spPr>
            <a:xfrm>
              <a:off x="16465655" y="3441811"/>
              <a:ext cx="24467" cy="4094"/>
            </a:xfrm>
            <a:custGeom>
              <a:avLst/>
              <a:gdLst/>
              <a:ahLst/>
              <a:cxnLst/>
              <a:rect l="0" t="0" r="0" b="0"/>
              <a:pathLst>
                <a:path w="24467" h="4094">
                  <a:moveTo>
                    <a:pt x="0" y="4094"/>
                  </a:moveTo>
                  <a:lnTo>
                    <a:pt x="24467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34" name="Output_receptor__4733">
              <a:extLst>
                <a:ext uri="{FF2B5EF4-FFF2-40B4-BE49-F238E27FC236}">
                  <a16:creationId xmlns:a16="http://schemas.microsoft.com/office/drawing/2014/main" id="{C9BFBB26-F152-BD4A-3053-A8E05B376E92}"/>
                </a:ext>
              </a:extLst>
            </p:cNvPr>
            <p:cNvSpPr>
              <a:spLocks noGrp="1"/>
            </p:cNvSpPr>
            <p:nvPr/>
          </p:nvSpPr>
          <p:spPr>
            <a:xfrm>
              <a:off x="16344102" y="3581450"/>
              <a:ext cx="65764" cy="25553"/>
            </a:xfrm>
            <a:custGeom>
              <a:avLst/>
              <a:gdLst/>
              <a:ahLst/>
              <a:cxnLst/>
              <a:rect l="0" t="0" r="0" b="0"/>
              <a:pathLst>
                <a:path w="65764" h="25553">
                  <a:moveTo>
                    <a:pt x="0" y="0"/>
                  </a:moveTo>
                  <a:lnTo>
                    <a:pt x="65764" y="2555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5" name="Output_receptor__4734">
              <a:extLst>
                <a:ext uri="{FF2B5EF4-FFF2-40B4-BE49-F238E27FC236}">
                  <a16:creationId xmlns:a16="http://schemas.microsoft.com/office/drawing/2014/main" id="{2AED2D84-5763-9E1F-016E-DBA30B775ACA}"/>
                </a:ext>
              </a:extLst>
            </p:cNvPr>
            <p:cNvSpPr>
              <a:spLocks noGrp="1"/>
            </p:cNvSpPr>
            <p:nvPr/>
          </p:nvSpPr>
          <p:spPr>
            <a:xfrm>
              <a:off x="16331570" y="4040574"/>
              <a:ext cx="53160" cy="5928"/>
            </a:xfrm>
            <a:custGeom>
              <a:avLst/>
              <a:gdLst/>
              <a:ahLst/>
              <a:cxnLst/>
              <a:rect l="0" t="0" r="0" b="0"/>
              <a:pathLst>
                <a:path w="53160" h="5928">
                  <a:moveTo>
                    <a:pt x="53160" y="5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6" name="Output_receptor__4735">
              <a:extLst>
                <a:ext uri="{FF2B5EF4-FFF2-40B4-BE49-F238E27FC236}">
                  <a16:creationId xmlns:a16="http://schemas.microsoft.com/office/drawing/2014/main" id="{8769595B-6C8B-81CD-F832-F14A18C615AD}"/>
                </a:ext>
              </a:extLst>
            </p:cNvPr>
            <p:cNvSpPr>
              <a:spLocks noGrp="1"/>
            </p:cNvSpPr>
            <p:nvPr/>
          </p:nvSpPr>
          <p:spPr>
            <a:xfrm>
              <a:off x="16280188" y="4027572"/>
              <a:ext cx="51382" cy="13002"/>
            </a:xfrm>
            <a:custGeom>
              <a:avLst/>
              <a:gdLst/>
              <a:ahLst/>
              <a:cxnLst/>
              <a:rect l="0" t="0" r="0" b="0"/>
              <a:pathLst>
                <a:path w="51382" h="13002">
                  <a:moveTo>
                    <a:pt x="51382" y="130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7" name="Output_receptor__4736">
              <a:extLst>
                <a:ext uri="{FF2B5EF4-FFF2-40B4-BE49-F238E27FC236}">
                  <a16:creationId xmlns:a16="http://schemas.microsoft.com/office/drawing/2014/main" id="{542F4D46-7E5A-9D88-59A9-49BE13A97D7F}"/>
                </a:ext>
              </a:extLst>
            </p:cNvPr>
            <p:cNvSpPr>
              <a:spLocks noGrp="1"/>
            </p:cNvSpPr>
            <p:nvPr/>
          </p:nvSpPr>
          <p:spPr>
            <a:xfrm>
              <a:off x="16081814" y="4166240"/>
              <a:ext cx="50470" cy="29564"/>
            </a:xfrm>
            <a:custGeom>
              <a:avLst/>
              <a:gdLst/>
              <a:ahLst/>
              <a:cxnLst/>
              <a:rect l="0" t="0" r="0" b="0"/>
              <a:pathLst>
                <a:path w="50470" h="29564">
                  <a:moveTo>
                    <a:pt x="50470" y="0"/>
                  </a:moveTo>
                  <a:lnTo>
                    <a:pt x="0" y="2956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8" name="Output_receptor__4737">
              <a:extLst>
                <a:ext uri="{FF2B5EF4-FFF2-40B4-BE49-F238E27FC236}">
                  <a16:creationId xmlns:a16="http://schemas.microsoft.com/office/drawing/2014/main" id="{E996CE55-F5C6-7919-A069-DEB72A116993}"/>
                </a:ext>
              </a:extLst>
            </p:cNvPr>
            <p:cNvSpPr>
              <a:spLocks noGrp="1"/>
            </p:cNvSpPr>
            <p:nvPr/>
          </p:nvSpPr>
          <p:spPr>
            <a:xfrm>
              <a:off x="16016548" y="4487572"/>
              <a:ext cx="13285" cy="25753"/>
            </a:xfrm>
            <a:custGeom>
              <a:avLst/>
              <a:gdLst/>
              <a:ahLst/>
              <a:cxnLst/>
              <a:rect l="0" t="0" r="0" b="0"/>
              <a:pathLst>
                <a:path w="13285" h="25753">
                  <a:moveTo>
                    <a:pt x="13285" y="25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9" name="Output_receptor__4738">
              <a:extLst>
                <a:ext uri="{FF2B5EF4-FFF2-40B4-BE49-F238E27FC236}">
                  <a16:creationId xmlns:a16="http://schemas.microsoft.com/office/drawing/2014/main" id="{3514731B-BBA7-0B8F-A585-DA1E56C09CCF}"/>
                </a:ext>
              </a:extLst>
            </p:cNvPr>
            <p:cNvSpPr>
              <a:spLocks noGrp="1"/>
            </p:cNvSpPr>
            <p:nvPr/>
          </p:nvSpPr>
          <p:spPr>
            <a:xfrm>
              <a:off x="15792346" y="4207854"/>
              <a:ext cx="55514" cy="45201"/>
            </a:xfrm>
            <a:custGeom>
              <a:avLst/>
              <a:gdLst/>
              <a:ahLst/>
              <a:cxnLst/>
              <a:rect l="0" t="0" r="0" b="0"/>
              <a:pathLst>
                <a:path w="55514" h="45201">
                  <a:moveTo>
                    <a:pt x="0" y="45201"/>
                  </a:moveTo>
                  <a:lnTo>
                    <a:pt x="5551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0" name="Output_receptor__4739">
              <a:extLst>
                <a:ext uri="{FF2B5EF4-FFF2-40B4-BE49-F238E27FC236}">
                  <a16:creationId xmlns:a16="http://schemas.microsoft.com/office/drawing/2014/main" id="{2D60049B-DD05-D782-5836-97527BAC9259}"/>
                </a:ext>
              </a:extLst>
            </p:cNvPr>
            <p:cNvSpPr>
              <a:spLocks noGrp="1"/>
            </p:cNvSpPr>
            <p:nvPr/>
          </p:nvSpPr>
          <p:spPr>
            <a:xfrm>
              <a:off x="16533749" y="3938344"/>
              <a:ext cx="46342" cy="10206"/>
            </a:xfrm>
            <a:custGeom>
              <a:avLst/>
              <a:gdLst/>
              <a:ahLst/>
              <a:cxnLst/>
              <a:rect l="0" t="0" r="0" b="0"/>
              <a:pathLst>
                <a:path w="46342" h="10206">
                  <a:moveTo>
                    <a:pt x="46342" y="0"/>
                  </a:moveTo>
                  <a:lnTo>
                    <a:pt x="0" y="1020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1" name="Output_receptor__4740">
              <a:extLst>
                <a:ext uri="{FF2B5EF4-FFF2-40B4-BE49-F238E27FC236}">
                  <a16:creationId xmlns:a16="http://schemas.microsoft.com/office/drawing/2014/main" id="{5A680828-E00C-1C41-BD1E-EF202DCAF8FD}"/>
                </a:ext>
              </a:extLst>
            </p:cNvPr>
            <p:cNvSpPr>
              <a:spLocks noGrp="1"/>
            </p:cNvSpPr>
            <p:nvPr/>
          </p:nvSpPr>
          <p:spPr>
            <a:xfrm>
              <a:off x="16109640" y="4472956"/>
              <a:ext cx="2373" cy="69119"/>
            </a:xfrm>
            <a:custGeom>
              <a:avLst/>
              <a:gdLst/>
              <a:ahLst/>
              <a:cxnLst/>
              <a:rect l="0" t="0" r="0" b="0"/>
              <a:pathLst>
                <a:path w="2373" h="69119">
                  <a:moveTo>
                    <a:pt x="2373" y="691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2" name="Output_receptor__4741">
              <a:extLst>
                <a:ext uri="{FF2B5EF4-FFF2-40B4-BE49-F238E27FC236}">
                  <a16:creationId xmlns:a16="http://schemas.microsoft.com/office/drawing/2014/main" id="{D1DDAB67-B1AC-9B6C-586E-E3FB868AC3BA}"/>
                </a:ext>
              </a:extLst>
            </p:cNvPr>
            <p:cNvSpPr>
              <a:spLocks noGrp="1"/>
            </p:cNvSpPr>
            <p:nvPr/>
          </p:nvSpPr>
          <p:spPr>
            <a:xfrm>
              <a:off x="16132284" y="4166240"/>
              <a:ext cx="51783" cy="18937"/>
            </a:xfrm>
            <a:custGeom>
              <a:avLst/>
              <a:gdLst/>
              <a:ahLst/>
              <a:cxnLst/>
              <a:rect l="0" t="0" r="0" b="0"/>
              <a:pathLst>
                <a:path w="51783" h="18937">
                  <a:moveTo>
                    <a:pt x="51783" y="189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3" name="Output_receptor__4742">
              <a:extLst>
                <a:ext uri="{FF2B5EF4-FFF2-40B4-BE49-F238E27FC236}">
                  <a16:creationId xmlns:a16="http://schemas.microsoft.com/office/drawing/2014/main" id="{6F43B206-BD48-ACCD-5CB0-9C813B30528A}"/>
                </a:ext>
              </a:extLst>
            </p:cNvPr>
            <p:cNvSpPr>
              <a:spLocks noGrp="1"/>
            </p:cNvSpPr>
            <p:nvPr/>
          </p:nvSpPr>
          <p:spPr>
            <a:xfrm>
              <a:off x="16178494" y="3609653"/>
              <a:ext cx="23215" cy="25557"/>
            </a:xfrm>
            <a:custGeom>
              <a:avLst/>
              <a:gdLst/>
              <a:ahLst/>
              <a:cxnLst/>
              <a:rect l="0" t="0" r="0" b="0"/>
              <a:pathLst>
                <a:path w="23215" h="25557">
                  <a:moveTo>
                    <a:pt x="23215" y="25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4" name="Output_receptor__4743">
              <a:extLst>
                <a:ext uri="{FF2B5EF4-FFF2-40B4-BE49-F238E27FC236}">
                  <a16:creationId xmlns:a16="http://schemas.microsoft.com/office/drawing/2014/main" id="{C33E6D3E-1A52-A2C6-DFA5-05995D961FD2}"/>
                </a:ext>
              </a:extLst>
            </p:cNvPr>
            <p:cNvSpPr>
              <a:spLocks noGrp="1"/>
            </p:cNvSpPr>
            <p:nvPr/>
          </p:nvSpPr>
          <p:spPr>
            <a:xfrm>
              <a:off x="15515032" y="4075650"/>
              <a:ext cx="32382" cy="60777"/>
            </a:xfrm>
            <a:custGeom>
              <a:avLst/>
              <a:gdLst/>
              <a:ahLst/>
              <a:cxnLst/>
              <a:rect l="0" t="0" r="0" b="0"/>
              <a:pathLst>
                <a:path w="32382" h="60777">
                  <a:moveTo>
                    <a:pt x="32382" y="0"/>
                  </a:moveTo>
                  <a:lnTo>
                    <a:pt x="0" y="6077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5" name="Output_receptor__4744">
              <a:extLst>
                <a:ext uri="{FF2B5EF4-FFF2-40B4-BE49-F238E27FC236}">
                  <a16:creationId xmlns:a16="http://schemas.microsoft.com/office/drawing/2014/main" id="{7BEFA4C2-5182-2718-50C2-6C23193D3030}"/>
                </a:ext>
              </a:extLst>
            </p:cNvPr>
            <p:cNvSpPr>
              <a:spLocks noGrp="1"/>
            </p:cNvSpPr>
            <p:nvPr/>
          </p:nvSpPr>
          <p:spPr>
            <a:xfrm>
              <a:off x="16347968" y="3678203"/>
              <a:ext cx="18416" cy="7226"/>
            </a:xfrm>
            <a:custGeom>
              <a:avLst/>
              <a:gdLst/>
              <a:ahLst/>
              <a:cxnLst/>
              <a:rect l="0" t="0" r="0" b="0"/>
              <a:pathLst>
                <a:path w="18416" h="7226">
                  <a:moveTo>
                    <a:pt x="0" y="0"/>
                  </a:moveTo>
                  <a:lnTo>
                    <a:pt x="18416" y="722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6" name="Output_receptor__4745">
              <a:extLst>
                <a:ext uri="{FF2B5EF4-FFF2-40B4-BE49-F238E27FC236}">
                  <a16:creationId xmlns:a16="http://schemas.microsoft.com/office/drawing/2014/main" id="{08BE7498-9FB7-066F-BA73-BFAD2E9C7876}"/>
                </a:ext>
              </a:extLst>
            </p:cNvPr>
            <p:cNvSpPr>
              <a:spLocks noGrp="1"/>
            </p:cNvSpPr>
            <p:nvPr/>
          </p:nvSpPr>
          <p:spPr>
            <a:xfrm>
              <a:off x="16524529" y="3855237"/>
              <a:ext cx="69736" cy="16244"/>
            </a:xfrm>
            <a:custGeom>
              <a:avLst/>
              <a:gdLst/>
              <a:ahLst/>
              <a:cxnLst/>
              <a:rect l="0" t="0" r="0" b="0"/>
              <a:pathLst>
                <a:path w="69736" h="16244">
                  <a:moveTo>
                    <a:pt x="0" y="0"/>
                  </a:moveTo>
                  <a:lnTo>
                    <a:pt x="69736" y="1624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7" name="Output_receptor__4746">
              <a:extLst>
                <a:ext uri="{FF2B5EF4-FFF2-40B4-BE49-F238E27FC236}">
                  <a16:creationId xmlns:a16="http://schemas.microsoft.com/office/drawing/2014/main" id="{A07F3867-E5A8-F61C-DD2B-B1A614AD8FD2}"/>
                </a:ext>
              </a:extLst>
            </p:cNvPr>
            <p:cNvSpPr>
              <a:spLocks noGrp="1"/>
            </p:cNvSpPr>
            <p:nvPr/>
          </p:nvSpPr>
          <p:spPr>
            <a:xfrm>
              <a:off x="15669962" y="3954772"/>
              <a:ext cx="71137" cy="10684"/>
            </a:xfrm>
            <a:custGeom>
              <a:avLst/>
              <a:gdLst/>
              <a:ahLst/>
              <a:cxnLst/>
              <a:rect l="0" t="0" r="0" b="0"/>
              <a:pathLst>
                <a:path w="71137" h="10684">
                  <a:moveTo>
                    <a:pt x="0" y="0"/>
                  </a:moveTo>
                  <a:lnTo>
                    <a:pt x="71137" y="1068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8" name="Output_receptor__4747">
              <a:extLst>
                <a:ext uri="{FF2B5EF4-FFF2-40B4-BE49-F238E27FC236}">
                  <a16:creationId xmlns:a16="http://schemas.microsoft.com/office/drawing/2014/main" id="{25B57D88-D1D8-03A9-D839-D22CE7F98E32}"/>
                </a:ext>
              </a:extLst>
            </p:cNvPr>
            <p:cNvSpPr>
              <a:spLocks noGrp="1"/>
            </p:cNvSpPr>
            <p:nvPr/>
          </p:nvSpPr>
          <p:spPr>
            <a:xfrm>
              <a:off x="16100304" y="3925991"/>
              <a:ext cx="6074" cy="23970"/>
            </a:xfrm>
            <a:custGeom>
              <a:avLst/>
              <a:gdLst/>
              <a:ahLst/>
              <a:cxnLst/>
              <a:rect l="0" t="0" r="0" b="0"/>
              <a:pathLst>
                <a:path w="6074" h="23970">
                  <a:moveTo>
                    <a:pt x="0" y="0"/>
                  </a:moveTo>
                  <a:lnTo>
                    <a:pt x="6074" y="239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9" name="Output_receptor__4748">
              <a:extLst>
                <a:ext uri="{FF2B5EF4-FFF2-40B4-BE49-F238E27FC236}">
                  <a16:creationId xmlns:a16="http://schemas.microsoft.com/office/drawing/2014/main" id="{EBF6DEEA-5A84-22F4-11FD-9851C8648675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8" y="3761451"/>
              <a:ext cx="42107" cy="19527"/>
            </a:xfrm>
            <a:custGeom>
              <a:avLst/>
              <a:gdLst/>
              <a:ahLst/>
              <a:cxnLst/>
              <a:rect l="0" t="0" r="0" b="0"/>
              <a:pathLst>
                <a:path w="42107" h="19527">
                  <a:moveTo>
                    <a:pt x="42107" y="0"/>
                  </a:moveTo>
                  <a:lnTo>
                    <a:pt x="0" y="1952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0" name="Output_receptor__4749">
              <a:extLst>
                <a:ext uri="{FF2B5EF4-FFF2-40B4-BE49-F238E27FC236}">
                  <a16:creationId xmlns:a16="http://schemas.microsoft.com/office/drawing/2014/main" id="{DFFBB005-5823-5EEF-E596-022BACAE66DC}"/>
                </a:ext>
              </a:extLst>
            </p:cNvPr>
            <p:cNvSpPr>
              <a:spLocks noGrp="1"/>
            </p:cNvSpPr>
            <p:nvPr/>
          </p:nvSpPr>
          <p:spPr>
            <a:xfrm>
              <a:off x="15627131" y="4343142"/>
              <a:ext cx="48308" cy="36415"/>
            </a:xfrm>
            <a:custGeom>
              <a:avLst/>
              <a:gdLst/>
              <a:ahLst/>
              <a:cxnLst/>
              <a:rect l="0" t="0" r="0" b="0"/>
              <a:pathLst>
                <a:path w="48308" h="36415">
                  <a:moveTo>
                    <a:pt x="48308" y="0"/>
                  </a:moveTo>
                  <a:lnTo>
                    <a:pt x="0" y="3641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1" name="Output_receptor__4750">
              <a:extLst>
                <a:ext uri="{FF2B5EF4-FFF2-40B4-BE49-F238E27FC236}">
                  <a16:creationId xmlns:a16="http://schemas.microsoft.com/office/drawing/2014/main" id="{F997295C-E5F0-8FCC-C37F-AAA585D6D73A}"/>
                </a:ext>
              </a:extLst>
            </p:cNvPr>
            <p:cNvSpPr>
              <a:spLocks noGrp="1"/>
            </p:cNvSpPr>
            <p:nvPr/>
          </p:nvSpPr>
          <p:spPr>
            <a:xfrm>
              <a:off x="16663914" y="4205980"/>
              <a:ext cx="10037" cy="8990"/>
            </a:xfrm>
            <a:custGeom>
              <a:avLst/>
              <a:gdLst/>
              <a:ahLst/>
              <a:cxnLst/>
              <a:rect l="0" t="0" r="0" b="0"/>
              <a:pathLst>
                <a:path w="10037" h="8990">
                  <a:moveTo>
                    <a:pt x="0" y="0"/>
                  </a:moveTo>
                  <a:lnTo>
                    <a:pt x="10037" y="899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2" name="Output_receptor__4751">
              <a:extLst>
                <a:ext uri="{FF2B5EF4-FFF2-40B4-BE49-F238E27FC236}">
                  <a16:creationId xmlns:a16="http://schemas.microsoft.com/office/drawing/2014/main" id="{3119CA9B-E7FF-0CFD-6FEB-65BEC4431B83}"/>
                </a:ext>
              </a:extLst>
            </p:cNvPr>
            <p:cNvSpPr>
              <a:spLocks noGrp="1"/>
            </p:cNvSpPr>
            <p:nvPr/>
          </p:nvSpPr>
          <p:spPr>
            <a:xfrm>
              <a:off x="15748235" y="4541509"/>
              <a:ext cx="34443" cy="48135"/>
            </a:xfrm>
            <a:custGeom>
              <a:avLst/>
              <a:gdLst/>
              <a:ahLst/>
              <a:cxnLst/>
              <a:rect l="0" t="0" r="0" b="0"/>
              <a:pathLst>
                <a:path w="34443" h="48135">
                  <a:moveTo>
                    <a:pt x="34443" y="481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3" name="Output_receptor__4752">
              <a:extLst>
                <a:ext uri="{FF2B5EF4-FFF2-40B4-BE49-F238E27FC236}">
                  <a16:creationId xmlns:a16="http://schemas.microsoft.com/office/drawing/2014/main" id="{E0E64343-8730-BC30-98BD-035C733BB835}"/>
                </a:ext>
              </a:extLst>
            </p:cNvPr>
            <p:cNvSpPr>
              <a:spLocks noGrp="1"/>
            </p:cNvSpPr>
            <p:nvPr/>
          </p:nvSpPr>
          <p:spPr>
            <a:xfrm>
              <a:off x="16736172" y="3994981"/>
              <a:ext cx="60979" cy="22055"/>
            </a:xfrm>
            <a:custGeom>
              <a:avLst/>
              <a:gdLst/>
              <a:ahLst/>
              <a:cxnLst/>
              <a:rect l="0" t="0" r="0" b="0"/>
              <a:pathLst>
                <a:path w="60979" h="22055">
                  <a:moveTo>
                    <a:pt x="60979" y="22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4" name="Output_receptor__4753">
              <a:extLst>
                <a:ext uri="{FF2B5EF4-FFF2-40B4-BE49-F238E27FC236}">
                  <a16:creationId xmlns:a16="http://schemas.microsoft.com/office/drawing/2014/main" id="{0F942C0E-5FF9-1835-E73A-BE85536D8042}"/>
                </a:ext>
              </a:extLst>
            </p:cNvPr>
            <p:cNvSpPr>
              <a:spLocks noGrp="1"/>
            </p:cNvSpPr>
            <p:nvPr/>
          </p:nvSpPr>
          <p:spPr>
            <a:xfrm>
              <a:off x="16061830" y="3245526"/>
              <a:ext cx="69687" cy="15353"/>
            </a:xfrm>
            <a:custGeom>
              <a:avLst/>
              <a:gdLst/>
              <a:ahLst/>
              <a:cxnLst/>
              <a:rect l="0" t="0" r="0" b="0"/>
              <a:pathLst>
                <a:path w="69687" h="15353">
                  <a:moveTo>
                    <a:pt x="69687" y="15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5" name="Output_receptor__4754">
              <a:extLst>
                <a:ext uri="{FF2B5EF4-FFF2-40B4-BE49-F238E27FC236}">
                  <a16:creationId xmlns:a16="http://schemas.microsoft.com/office/drawing/2014/main" id="{E2087C5C-20CF-7938-3683-008405073E79}"/>
                </a:ext>
              </a:extLst>
            </p:cNvPr>
            <p:cNvSpPr>
              <a:spLocks noGrp="1"/>
            </p:cNvSpPr>
            <p:nvPr/>
          </p:nvSpPr>
          <p:spPr>
            <a:xfrm>
              <a:off x="16562820" y="3379451"/>
              <a:ext cx="50736" cy="30709"/>
            </a:xfrm>
            <a:custGeom>
              <a:avLst/>
              <a:gdLst/>
              <a:ahLst/>
              <a:cxnLst/>
              <a:rect l="0" t="0" r="0" b="0"/>
              <a:pathLst>
                <a:path w="50736" h="30709">
                  <a:moveTo>
                    <a:pt x="50736" y="3070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56" name="Output_receptor__4755">
              <a:extLst>
                <a:ext uri="{FF2B5EF4-FFF2-40B4-BE49-F238E27FC236}">
                  <a16:creationId xmlns:a16="http://schemas.microsoft.com/office/drawing/2014/main" id="{94E6B472-DD32-F065-A151-F39ED58CC124}"/>
                </a:ext>
              </a:extLst>
            </p:cNvPr>
            <p:cNvSpPr>
              <a:spLocks noGrp="1"/>
            </p:cNvSpPr>
            <p:nvPr/>
          </p:nvSpPr>
          <p:spPr>
            <a:xfrm>
              <a:off x="15823194" y="4432639"/>
              <a:ext cx="24376" cy="10297"/>
            </a:xfrm>
            <a:custGeom>
              <a:avLst/>
              <a:gdLst/>
              <a:ahLst/>
              <a:cxnLst/>
              <a:rect l="0" t="0" r="0" b="0"/>
              <a:pathLst>
                <a:path w="24376" h="10297">
                  <a:moveTo>
                    <a:pt x="24376" y="0"/>
                  </a:moveTo>
                  <a:lnTo>
                    <a:pt x="0" y="1029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7" name="Output_receptor__4756">
              <a:extLst>
                <a:ext uri="{FF2B5EF4-FFF2-40B4-BE49-F238E27FC236}">
                  <a16:creationId xmlns:a16="http://schemas.microsoft.com/office/drawing/2014/main" id="{47C113E9-5B86-077F-808C-61703C282382}"/>
                </a:ext>
              </a:extLst>
            </p:cNvPr>
            <p:cNvSpPr>
              <a:spLocks noGrp="1"/>
            </p:cNvSpPr>
            <p:nvPr/>
          </p:nvSpPr>
          <p:spPr>
            <a:xfrm>
              <a:off x="16388345" y="3720477"/>
              <a:ext cx="38252" cy="40974"/>
            </a:xfrm>
            <a:custGeom>
              <a:avLst/>
              <a:gdLst/>
              <a:ahLst/>
              <a:cxnLst/>
              <a:rect l="0" t="0" r="0" b="0"/>
              <a:pathLst>
                <a:path w="38252" h="40974">
                  <a:moveTo>
                    <a:pt x="38252" y="0"/>
                  </a:moveTo>
                  <a:lnTo>
                    <a:pt x="0" y="4097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8" name="Output_receptor__4757">
              <a:extLst>
                <a:ext uri="{FF2B5EF4-FFF2-40B4-BE49-F238E27FC236}">
                  <a16:creationId xmlns:a16="http://schemas.microsoft.com/office/drawing/2014/main" id="{D87714B8-2331-CCE0-7E01-1289DA267AC6}"/>
                </a:ext>
              </a:extLst>
            </p:cNvPr>
            <p:cNvSpPr>
              <a:spLocks noGrp="1"/>
            </p:cNvSpPr>
            <p:nvPr/>
          </p:nvSpPr>
          <p:spPr>
            <a:xfrm>
              <a:off x="16696643" y="3994981"/>
              <a:ext cx="39529" cy="49424"/>
            </a:xfrm>
            <a:custGeom>
              <a:avLst/>
              <a:gdLst/>
              <a:ahLst/>
              <a:cxnLst/>
              <a:rect l="0" t="0" r="0" b="0"/>
              <a:pathLst>
                <a:path w="39529" h="49424">
                  <a:moveTo>
                    <a:pt x="39529" y="0"/>
                  </a:moveTo>
                  <a:lnTo>
                    <a:pt x="0" y="4942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9" name="Output_receptor__4758">
              <a:extLst>
                <a:ext uri="{FF2B5EF4-FFF2-40B4-BE49-F238E27FC236}">
                  <a16:creationId xmlns:a16="http://schemas.microsoft.com/office/drawing/2014/main" id="{58AE82FA-7892-34BC-53AE-5537F87E7A48}"/>
                </a:ext>
              </a:extLst>
            </p:cNvPr>
            <p:cNvSpPr>
              <a:spLocks noGrp="1"/>
            </p:cNvSpPr>
            <p:nvPr/>
          </p:nvSpPr>
          <p:spPr>
            <a:xfrm>
              <a:off x="16009839" y="4626079"/>
              <a:ext cx="11356" cy="69899"/>
            </a:xfrm>
            <a:custGeom>
              <a:avLst/>
              <a:gdLst/>
              <a:ahLst/>
              <a:cxnLst/>
              <a:rect l="0" t="0" r="0" b="0"/>
              <a:pathLst>
                <a:path w="11356" h="69899">
                  <a:moveTo>
                    <a:pt x="0" y="0"/>
                  </a:moveTo>
                  <a:lnTo>
                    <a:pt x="11356" y="6989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60" name="Output_receptor__4759">
              <a:extLst>
                <a:ext uri="{FF2B5EF4-FFF2-40B4-BE49-F238E27FC236}">
                  <a16:creationId xmlns:a16="http://schemas.microsoft.com/office/drawing/2014/main" id="{B3F1645B-B645-190E-4079-E4F73F465527}"/>
                </a:ext>
              </a:extLst>
            </p:cNvPr>
            <p:cNvSpPr>
              <a:spLocks noGrp="1"/>
            </p:cNvSpPr>
            <p:nvPr/>
          </p:nvSpPr>
          <p:spPr>
            <a:xfrm>
              <a:off x="16254210" y="3914896"/>
              <a:ext cx="25905" cy="22071"/>
            </a:xfrm>
            <a:custGeom>
              <a:avLst/>
              <a:gdLst/>
              <a:ahLst/>
              <a:cxnLst/>
              <a:rect l="0" t="0" r="0" b="0"/>
              <a:pathLst>
                <a:path w="25905" h="22071">
                  <a:moveTo>
                    <a:pt x="25905" y="22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1" name="Output_receptor__4760">
              <a:extLst>
                <a:ext uri="{FF2B5EF4-FFF2-40B4-BE49-F238E27FC236}">
                  <a16:creationId xmlns:a16="http://schemas.microsoft.com/office/drawing/2014/main" id="{AC71954A-D00E-40AD-3648-BF8133F7350D}"/>
                </a:ext>
              </a:extLst>
            </p:cNvPr>
            <p:cNvSpPr>
              <a:spLocks noGrp="1"/>
            </p:cNvSpPr>
            <p:nvPr/>
          </p:nvSpPr>
          <p:spPr>
            <a:xfrm>
              <a:off x="16236817" y="3542298"/>
              <a:ext cx="1930" cy="26815"/>
            </a:xfrm>
            <a:custGeom>
              <a:avLst/>
              <a:gdLst/>
              <a:ahLst/>
              <a:cxnLst/>
              <a:rect l="0" t="0" r="0" b="0"/>
              <a:pathLst>
                <a:path w="1930" h="26815">
                  <a:moveTo>
                    <a:pt x="0" y="26815"/>
                  </a:moveTo>
                  <a:lnTo>
                    <a:pt x="193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2" name="Output_receptor__4761">
              <a:extLst>
                <a:ext uri="{FF2B5EF4-FFF2-40B4-BE49-F238E27FC236}">
                  <a16:creationId xmlns:a16="http://schemas.microsoft.com/office/drawing/2014/main" id="{775C57A9-D68E-B7FB-7CB2-BA4DEACDA9B7}"/>
                </a:ext>
              </a:extLst>
            </p:cNvPr>
            <p:cNvSpPr>
              <a:spLocks noGrp="1"/>
            </p:cNvSpPr>
            <p:nvPr/>
          </p:nvSpPr>
          <p:spPr>
            <a:xfrm>
              <a:off x="15869998" y="4251340"/>
              <a:ext cx="22337" cy="56775"/>
            </a:xfrm>
            <a:custGeom>
              <a:avLst/>
              <a:gdLst/>
              <a:ahLst/>
              <a:cxnLst/>
              <a:rect l="0" t="0" r="0" b="0"/>
              <a:pathLst>
                <a:path w="22337" h="56775">
                  <a:moveTo>
                    <a:pt x="22337" y="0"/>
                  </a:moveTo>
                  <a:lnTo>
                    <a:pt x="0" y="5677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3" name="Output_receptor__4762">
              <a:extLst>
                <a:ext uri="{FF2B5EF4-FFF2-40B4-BE49-F238E27FC236}">
                  <a16:creationId xmlns:a16="http://schemas.microsoft.com/office/drawing/2014/main" id="{CEED5DD4-7038-0440-19AC-6DA4F74FFE68}"/>
                </a:ext>
              </a:extLst>
            </p:cNvPr>
            <p:cNvSpPr>
              <a:spLocks noGrp="1"/>
            </p:cNvSpPr>
            <p:nvPr/>
          </p:nvSpPr>
          <p:spPr>
            <a:xfrm>
              <a:off x="15847860" y="4207854"/>
              <a:ext cx="44475" cy="43487"/>
            </a:xfrm>
            <a:custGeom>
              <a:avLst/>
              <a:gdLst/>
              <a:ahLst/>
              <a:cxnLst/>
              <a:rect l="0" t="0" r="0" b="0"/>
              <a:pathLst>
                <a:path w="44475" h="43487">
                  <a:moveTo>
                    <a:pt x="0" y="0"/>
                  </a:moveTo>
                  <a:lnTo>
                    <a:pt x="44475" y="4348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4" name="Output_receptor__4763">
              <a:extLst>
                <a:ext uri="{FF2B5EF4-FFF2-40B4-BE49-F238E27FC236}">
                  <a16:creationId xmlns:a16="http://schemas.microsoft.com/office/drawing/2014/main" id="{691C77CC-FF61-897E-B74F-FB8B33B2A0E8}"/>
                </a:ext>
              </a:extLst>
            </p:cNvPr>
            <p:cNvSpPr>
              <a:spLocks noGrp="1"/>
            </p:cNvSpPr>
            <p:nvPr/>
          </p:nvSpPr>
          <p:spPr>
            <a:xfrm>
              <a:off x="15675439" y="4321672"/>
              <a:ext cx="39734" cy="21470"/>
            </a:xfrm>
            <a:custGeom>
              <a:avLst/>
              <a:gdLst/>
              <a:ahLst/>
              <a:cxnLst/>
              <a:rect l="0" t="0" r="0" b="0"/>
              <a:pathLst>
                <a:path w="39734" h="21470">
                  <a:moveTo>
                    <a:pt x="39734" y="0"/>
                  </a:moveTo>
                  <a:lnTo>
                    <a:pt x="0" y="214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5" name="Output_receptor__4764">
              <a:extLst>
                <a:ext uri="{FF2B5EF4-FFF2-40B4-BE49-F238E27FC236}">
                  <a16:creationId xmlns:a16="http://schemas.microsoft.com/office/drawing/2014/main" id="{D88FFC82-BE2D-379F-7C4E-8C0B55DCA90B}"/>
                </a:ext>
              </a:extLst>
            </p:cNvPr>
            <p:cNvSpPr>
              <a:spLocks noGrp="1"/>
            </p:cNvSpPr>
            <p:nvPr/>
          </p:nvSpPr>
          <p:spPr>
            <a:xfrm>
              <a:off x="16613021" y="4128573"/>
              <a:ext cx="58192" cy="5962"/>
            </a:xfrm>
            <a:custGeom>
              <a:avLst/>
              <a:gdLst/>
              <a:ahLst/>
              <a:cxnLst/>
              <a:rect l="0" t="0" r="0" b="0"/>
              <a:pathLst>
                <a:path w="58192" h="5962">
                  <a:moveTo>
                    <a:pt x="0" y="0"/>
                  </a:moveTo>
                  <a:lnTo>
                    <a:pt x="58192" y="5962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6" name="Output_receptor__4765">
              <a:extLst>
                <a:ext uri="{FF2B5EF4-FFF2-40B4-BE49-F238E27FC236}">
                  <a16:creationId xmlns:a16="http://schemas.microsoft.com/office/drawing/2014/main" id="{797313CA-7BF7-7420-512F-678E9C3A27A6}"/>
                </a:ext>
              </a:extLst>
            </p:cNvPr>
            <p:cNvSpPr>
              <a:spLocks noGrp="1"/>
            </p:cNvSpPr>
            <p:nvPr/>
          </p:nvSpPr>
          <p:spPr>
            <a:xfrm>
              <a:off x="16168198" y="3495104"/>
              <a:ext cx="9657" cy="32108"/>
            </a:xfrm>
            <a:custGeom>
              <a:avLst/>
              <a:gdLst/>
              <a:ahLst/>
              <a:cxnLst/>
              <a:rect l="0" t="0" r="0" b="0"/>
              <a:pathLst>
                <a:path w="9657" h="32108">
                  <a:moveTo>
                    <a:pt x="0" y="32108"/>
                  </a:moveTo>
                  <a:lnTo>
                    <a:pt x="965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7" name="Output_receptor__4766">
              <a:extLst>
                <a:ext uri="{FF2B5EF4-FFF2-40B4-BE49-F238E27FC236}">
                  <a16:creationId xmlns:a16="http://schemas.microsoft.com/office/drawing/2014/main" id="{74C12B67-C1E9-A138-C7A8-306AE01B013B}"/>
                </a:ext>
              </a:extLst>
            </p:cNvPr>
            <p:cNvSpPr>
              <a:spLocks noGrp="1"/>
            </p:cNvSpPr>
            <p:nvPr/>
          </p:nvSpPr>
          <p:spPr>
            <a:xfrm>
              <a:off x="16297770" y="3844957"/>
              <a:ext cx="10088" cy="21866"/>
            </a:xfrm>
            <a:custGeom>
              <a:avLst/>
              <a:gdLst/>
              <a:ahLst/>
              <a:cxnLst/>
              <a:rect l="0" t="0" r="0" b="0"/>
              <a:pathLst>
                <a:path w="10088" h="21866">
                  <a:moveTo>
                    <a:pt x="10088" y="218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8" name="Output_receptor__4767">
              <a:extLst>
                <a:ext uri="{FF2B5EF4-FFF2-40B4-BE49-F238E27FC236}">
                  <a16:creationId xmlns:a16="http://schemas.microsoft.com/office/drawing/2014/main" id="{3C5C6B20-1556-2E17-BFD2-3CEA1BADEBDC}"/>
                </a:ext>
              </a:extLst>
            </p:cNvPr>
            <p:cNvSpPr>
              <a:spLocks noGrp="1"/>
            </p:cNvSpPr>
            <p:nvPr/>
          </p:nvSpPr>
          <p:spPr>
            <a:xfrm>
              <a:off x="16573758" y="4128573"/>
              <a:ext cx="39263" cy="36960"/>
            </a:xfrm>
            <a:custGeom>
              <a:avLst/>
              <a:gdLst/>
              <a:ahLst/>
              <a:cxnLst/>
              <a:rect l="0" t="0" r="0" b="0"/>
              <a:pathLst>
                <a:path w="39263" h="36960">
                  <a:moveTo>
                    <a:pt x="0" y="36960"/>
                  </a:moveTo>
                  <a:lnTo>
                    <a:pt x="3926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9" name="Output_receptor__4768">
              <a:extLst>
                <a:ext uri="{FF2B5EF4-FFF2-40B4-BE49-F238E27FC236}">
                  <a16:creationId xmlns:a16="http://schemas.microsoft.com/office/drawing/2014/main" id="{DED1F4A5-FAFA-67A4-3DE5-FC477B8B2CE4}"/>
                </a:ext>
              </a:extLst>
            </p:cNvPr>
            <p:cNvSpPr>
              <a:spLocks noGrp="1"/>
            </p:cNvSpPr>
            <p:nvPr/>
          </p:nvSpPr>
          <p:spPr>
            <a:xfrm>
              <a:off x="16580091" y="3871481"/>
              <a:ext cx="14175" cy="66863"/>
            </a:xfrm>
            <a:custGeom>
              <a:avLst/>
              <a:gdLst/>
              <a:ahLst/>
              <a:cxnLst/>
              <a:rect l="0" t="0" r="0" b="0"/>
              <a:pathLst>
                <a:path w="14175" h="66863">
                  <a:moveTo>
                    <a:pt x="14175" y="0"/>
                  </a:moveTo>
                  <a:lnTo>
                    <a:pt x="0" y="6686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0" name="Output_receptor__4769">
              <a:extLst>
                <a:ext uri="{FF2B5EF4-FFF2-40B4-BE49-F238E27FC236}">
                  <a16:creationId xmlns:a16="http://schemas.microsoft.com/office/drawing/2014/main" id="{40BF67DB-5314-5FF1-E678-ED98B0D8328C}"/>
                </a:ext>
              </a:extLst>
            </p:cNvPr>
            <p:cNvSpPr>
              <a:spLocks noGrp="1"/>
            </p:cNvSpPr>
            <p:nvPr/>
          </p:nvSpPr>
          <p:spPr>
            <a:xfrm>
              <a:off x="15738628" y="4589644"/>
              <a:ext cx="44050" cy="53441"/>
            </a:xfrm>
            <a:custGeom>
              <a:avLst/>
              <a:gdLst/>
              <a:ahLst/>
              <a:cxnLst/>
              <a:rect l="0" t="0" r="0" b="0"/>
              <a:pathLst>
                <a:path w="44050" h="53441">
                  <a:moveTo>
                    <a:pt x="0" y="53441"/>
                  </a:moveTo>
                  <a:lnTo>
                    <a:pt x="4405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1" name="Output_receptor__4770">
              <a:extLst>
                <a:ext uri="{FF2B5EF4-FFF2-40B4-BE49-F238E27FC236}">
                  <a16:creationId xmlns:a16="http://schemas.microsoft.com/office/drawing/2014/main" id="{C3BF467F-1C2D-8F5E-3C69-BEA3223E4064}"/>
                </a:ext>
              </a:extLst>
            </p:cNvPr>
            <p:cNvSpPr>
              <a:spLocks noGrp="1"/>
            </p:cNvSpPr>
            <p:nvPr/>
          </p:nvSpPr>
          <p:spPr>
            <a:xfrm>
              <a:off x="15725793" y="3965457"/>
              <a:ext cx="15305" cy="68278"/>
            </a:xfrm>
            <a:custGeom>
              <a:avLst/>
              <a:gdLst/>
              <a:ahLst/>
              <a:cxnLst/>
              <a:rect l="0" t="0" r="0" b="0"/>
              <a:pathLst>
                <a:path w="15305" h="68278">
                  <a:moveTo>
                    <a:pt x="15305" y="0"/>
                  </a:moveTo>
                  <a:lnTo>
                    <a:pt x="0" y="6827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2" name="Output_receptor__4771">
              <a:extLst>
                <a:ext uri="{FF2B5EF4-FFF2-40B4-BE49-F238E27FC236}">
                  <a16:creationId xmlns:a16="http://schemas.microsoft.com/office/drawing/2014/main" id="{CBA4996D-6E1C-58BD-EAA7-C16E12615B32}"/>
                </a:ext>
              </a:extLst>
            </p:cNvPr>
            <p:cNvSpPr>
              <a:spLocks noGrp="1"/>
            </p:cNvSpPr>
            <p:nvPr/>
          </p:nvSpPr>
          <p:spPr>
            <a:xfrm>
              <a:off x="15563133" y="4275969"/>
              <a:ext cx="50464" cy="40606"/>
            </a:xfrm>
            <a:custGeom>
              <a:avLst/>
              <a:gdLst/>
              <a:ahLst/>
              <a:cxnLst/>
              <a:rect l="0" t="0" r="0" b="0"/>
              <a:pathLst>
                <a:path w="50464" h="40606">
                  <a:moveTo>
                    <a:pt x="50464" y="0"/>
                  </a:moveTo>
                  <a:lnTo>
                    <a:pt x="0" y="4060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3" name="Output_receptor__4772">
              <a:extLst>
                <a:ext uri="{FF2B5EF4-FFF2-40B4-BE49-F238E27FC236}">
                  <a16:creationId xmlns:a16="http://schemas.microsoft.com/office/drawing/2014/main" id="{BDB3E0A1-0394-6E5E-236C-99F012DDE684}"/>
                </a:ext>
              </a:extLst>
            </p:cNvPr>
            <p:cNvSpPr>
              <a:spLocks noGrp="1"/>
            </p:cNvSpPr>
            <p:nvPr/>
          </p:nvSpPr>
          <p:spPr>
            <a:xfrm>
              <a:off x="16783457" y="4017037"/>
              <a:ext cx="13694" cy="70151"/>
            </a:xfrm>
            <a:custGeom>
              <a:avLst/>
              <a:gdLst/>
              <a:ahLst/>
              <a:cxnLst/>
              <a:rect l="0" t="0" r="0" b="0"/>
              <a:pathLst>
                <a:path w="13694" h="70151">
                  <a:moveTo>
                    <a:pt x="0" y="70151"/>
                  </a:moveTo>
                  <a:lnTo>
                    <a:pt x="1369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4" name="Output_receptor__4773">
              <a:extLst>
                <a:ext uri="{FF2B5EF4-FFF2-40B4-BE49-F238E27FC236}">
                  <a16:creationId xmlns:a16="http://schemas.microsoft.com/office/drawing/2014/main" id="{7EBBC58C-1748-601A-1289-8F6DF10A34E9}"/>
                </a:ext>
              </a:extLst>
            </p:cNvPr>
            <p:cNvSpPr>
              <a:spLocks noGrp="1"/>
            </p:cNvSpPr>
            <p:nvPr/>
          </p:nvSpPr>
          <p:spPr>
            <a:xfrm>
              <a:off x="16005125" y="4420974"/>
              <a:ext cx="11423" cy="66598"/>
            </a:xfrm>
            <a:custGeom>
              <a:avLst/>
              <a:gdLst/>
              <a:ahLst/>
              <a:cxnLst/>
              <a:rect l="0" t="0" r="0" b="0"/>
              <a:pathLst>
                <a:path w="11423" h="66598">
                  <a:moveTo>
                    <a:pt x="11423" y="6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5" name="Output_receptor__4774">
              <a:extLst>
                <a:ext uri="{FF2B5EF4-FFF2-40B4-BE49-F238E27FC236}">
                  <a16:creationId xmlns:a16="http://schemas.microsoft.com/office/drawing/2014/main" id="{23CA8BC9-807F-D5C5-6F38-5ACFD63DDDC7}"/>
                </a:ext>
              </a:extLst>
            </p:cNvPr>
            <p:cNvSpPr>
              <a:spLocks noGrp="1"/>
            </p:cNvSpPr>
            <p:nvPr/>
          </p:nvSpPr>
          <p:spPr>
            <a:xfrm>
              <a:off x="15570384" y="2714381"/>
              <a:ext cx="21379" cy="12179"/>
            </a:xfrm>
            <a:custGeom>
              <a:avLst/>
              <a:gdLst/>
              <a:ahLst/>
              <a:cxnLst/>
              <a:rect l="0" t="0" r="0" b="0"/>
              <a:pathLst>
                <a:path w="21379" h="12179">
                  <a:moveTo>
                    <a:pt x="0" y="0"/>
                  </a:moveTo>
                  <a:lnTo>
                    <a:pt x="21379" y="1217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6" name="Output_receptor__4775">
              <a:extLst>
                <a:ext uri="{FF2B5EF4-FFF2-40B4-BE49-F238E27FC236}">
                  <a16:creationId xmlns:a16="http://schemas.microsoft.com/office/drawing/2014/main" id="{E253C03E-F681-7B5E-BB7A-C8D10DE9D3F4}"/>
                </a:ext>
              </a:extLst>
            </p:cNvPr>
            <p:cNvSpPr>
              <a:spLocks noGrp="1"/>
            </p:cNvSpPr>
            <p:nvPr/>
          </p:nvSpPr>
          <p:spPr>
            <a:xfrm>
              <a:off x="15938088" y="4626079"/>
              <a:ext cx="71751" cy="12334"/>
            </a:xfrm>
            <a:custGeom>
              <a:avLst/>
              <a:gdLst/>
              <a:ahLst/>
              <a:cxnLst/>
              <a:rect l="0" t="0" r="0" b="0"/>
              <a:pathLst>
                <a:path w="71751" h="12334">
                  <a:moveTo>
                    <a:pt x="0" y="12334"/>
                  </a:moveTo>
                  <a:lnTo>
                    <a:pt x="71751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77" name="Output_receptor__4776">
              <a:extLst>
                <a:ext uri="{FF2B5EF4-FFF2-40B4-BE49-F238E27FC236}">
                  <a16:creationId xmlns:a16="http://schemas.microsoft.com/office/drawing/2014/main" id="{14F983E0-6104-044F-0536-DC84B58AE49E}"/>
                </a:ext>
              </a:extLst>
            </p:cNvPr>
            <p:cNvSpPr>
              <a:spLocks noGrp="1"/>
            </p:cNvSpPr>
            <p:nvPr/>
          </p:nvSpPr>
          <p:spPr>
            <a:xfrm>
              <a:off x="16409866" y="3607004"/>
              <a:ext cx="2326" cy="40764"/>
            </a:xfrm>
            <a:custGeom>
              <a:avLst/>
              <a:gdLst/>
              <a:ahLst/>
              <a:cxnLst/>
              <a:rect l="0" t="0" r="0" b="0"/>
              <a:pathLst>
                <a:path w="2326" h="40764">
                  <a:moveTo>
                    <a:pt x="0" y="0"/>
                  </a:moveTo>
                  <a:lnTo>
                    <a:pt x="2326" y="4076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8" name="Output_receptor__4777">
              <a:extLst>
                <a:ext uri="{FF2B5EF4-FFF2-40B4-BE49-F238E27FC236}">
                  <a16:creationId xmlns:a16="http://schemas.microsoft.com/office/drawing/2014/main" id="{EB86A0C1-561D-4503-1EFE-C51A913BEB77}"/>
                </a:ext>
              </a:extLst>
            </p:cNvPr>
            <p:cNvSpPr>
              <a:spLocks noGrp="1"/>
            </p:cNvSpPr>
            <p:nvPr/>
          </p:nvSpPr>
          <p:spPr>
            <a:xfrm>
              <a:off x="15761767" y="3771191"/>
              <a:ext cx="62799" cy="36622"/>
            </a:xfrm>
            <a:custGeom>
              <a:avLst/>
              <a:gdLst/>
              <a:ahLst/>
              <a:cxnLst/>
              <a:rect l="0" t="0" r="0" b="0"/>
              <a:pathLst>
                <a:path w="62799" h="36622">
                  <a:moveTo>
                    <a:pt x="62799" y="366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79" name="Output_receptor__4778">
              <a:extLst>
                <a:ext uri="{FF2B5EF4-FFF2-40B4-BE49-F238E27FC236}">
                  <a16:creationId xmlns:a16="http://schemas.microsoft.com/office/drawing/2014/main" id="{129D9AC3-057C-E5FE-4107-3E3BEFE2371F}"/>
                </a:ext>
              </a:extLst>
            </p:cNvPr>
            <p:cNvSpPr>
              <a:spLocks noGrp="1"/>
            </p:cNvSpPr>
            <p:nvPr/>
          </p:nvSpPr>
          <p:spPr>
            <a:xfrm>
              <a:off x="15873284" y="4115956"/>
              <a:ext cx="11581" cy="48323"/>
            </a:xfrm>
            <a:custGeom>
              <a:avLst/>
              <a:gdLst/>
              <a:ahLst/>
              <a:cxnLst/>
              <a:rect l="0" t="0" r="0" b="0"/>
              <a:pathLst>
                <a:path w="11581" h="48323">
                  <a:moveTo>
                    <a:pt x="0" y="0"/>
                  </a:moveTo>
                  <a:lnTo>
                    <a:pt x="11581" y="4832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0" name="Output_receptor__4779">
              <a:extLst>
                <a:ext uri="{FF2B5EF4-FFF2-40B4-BE49-F238E27FC236}">
                  <a16:creationId xmlns:a16="http://schemas.microsoft.com/office/drawing/2014/main" id="{D4632650-02E0-1D47-D47D-7C7F0E3F07CD}"/>
                </a:ext>
              </a:extLst>
            </p:cNvPr>
            <p:cNvSpPr>
              <a:spLocks noGrp="1"/>
            </p:cNvSpPr>
            <p:nvPr/>
          </p:nvSpPr>
          <p:spPr>
            <a:xfrm>
              <a:off x="15824565" y="3807813"/>
              <a:ext cx="9517" cy="72211"/>
            </a:xfrm>
            <a:custGeom>
              <a:avLst/>
              <a:gdLst/>
              <a:ahLst/>
              <a:cxnLst/>
              <a:rect l="0" t="0" r="0" b="0"/>
              <a:pathLst>
                <a:path w="9517" h="72211">
                  <a:moveTo>
                    <a:pt x="9517" y="722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81" name="Output_receptor__4780">
              <a:extLst>
                <a:ext uri="{FF2B5EF4-FFF2-40B4-BE49-F238E27FC236}">
                  <a16:creationId xmlns:a16="http://schemas.microsoft.com/office/drawing/2014/main" id="{2FC3DDA0-F1FF-AD08-C4E9-7DD29363E14E}"/>
                </a:ext>
              </a:extLst>
            </p:cNvPr>
            <p:cNvSpPr>
              <a:spLocks noGrp="1"/>
            </p:cNvSpPr>
            <p:nvPr/>
          </p:nvSpPr>
          <p:spPr>
            <a:xfrm>
              <a:off x="15788025" y="4360434"/>
              <a:ext cx="28402" cy="11839"/>
            </a:xfrm>
            <a:custGeom>
              <a:avLst/>
              <a:gdLst/>
              <a:ahLst/>
              <a:cxnLst/>
              <a:rect l="0" t="0" r="0" b="0"/>
              <a:pathLst>
                <a:path w="28402" h="11839">
                  <a:moveTo>
                    <a:pt x="28402" y="11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2" name="Output_receptor__4781">
              <a:extLst>
                <a:ext uri="{FF2B5EF4-FFF2-40B4-BE49-F238E27FC236}">
                  <a16:creationId xmlns:a16="http://schemas.microsoft.com/office/drawing/2014/main" id="{C0634564-08A4-59A5-8660-A287C7D74EB5}"/>
                </a:ext>
              </a:extLst>
            </p:cNvPr>
            <p:cNvSpPr>
              <a:spLocks noGrp="1"/>
            </p:cNvSpPr>
            <p:nvPr/>
          </p:nvSpPr>
          <p:spPr>
            <a:xfrm>
              <a:off x="16227452" y="3798710"/>
              <a:ext cx="13091" cy="34909"/>
            </a:xfrm>
            <a:custGeom>
              <a:avLst/>
              <a:gdLst/>
              <a:ahLst/>
              <a:cxnLst/>
              <a:rect l="0" t="0" r="0" b="0"/>
              <a:pathLst>
                <a:path w="13091" h="34909">
                  <a:moveTo>
                    <a:pt x="0" y="34909"/>
                  </a:moveTo>
                  <a:lnTo>
                    <a:pt x="1309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3" name="Output_receptor__4782">
              <a:extLst>
                <a:ext uri="{FF2B5EF4-FFF2-40B4-BE49-F238E27FC236}">
                  <a16:creationId xmlns:a16="http://schemas.microsoft.com/office/drawing/2014/main" id="{32A29139-1B82-410C-10CF-1EDC842066CE}"/>
                </a:ext>
              </a:extLst>
            </p:cNvPr>
            <p:cNvSpPr>
              <a:spLocks noGrp="1"/>
            </p:cNvSpPr>
            <p:nvPr/>
          </p:nvSpPr>
          <p:spPr>
            <a:xfrm>
              <a:off x="16131517" y="3191392"/>
              <a:ext cx="5973" cy="69488"/>
            </a:xfrm>
            <a:custGeom>
              <a:avLst/>
              <a:gdLst/>
              <a:ahLst/>
              <a:cxnLst/>
              <a:rect l="0" t="0" r="0" b="0"/>
              <a:pathLst>
                <a:path w="5973" h="69488">
                  <a:moveTo>
                    <a:pt x="5973" y="0"/>
                  </a:moveTo>
                  <a:lnTo>
                    <a:pt x="0" y="6948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4" name="Output_receptor__4783">
              <a:extLst>
                <a:ext uri="{FF2B5EF4-FFF2-40B4-BE49-F238E27FC236}">
                  <a16:creationId xmlns:a16="http://schemas.microsoft.com/office/drawing/2014/main" id="{5D79181C-833A-009F-5DD1-4910977988DB}"/>
                </a:ext>
              </a:extLst>
            </p:cNvPr>
            <p:cNvSpPr>
              <a:spLocks noGrp="1"/>
            </p:cNvSpPr>
            <p:nvPr/>
          </p:nvSpPr>
          <p:spPr>
            <a:xfrm>
              <a:off x="16235256" y="3650320"/>
              <a:ext cx="31867" cy="31541"/>
            </a:xfrm>
            <a:custGeom>
              <a:avLst/>
              <a:gdLst/>
              <a:ahLst/>
              <a:cxnLst/>
              <a:rect l="0" t="0" r="0" b="0"/>
              <a:pathLst>
                <a:path w="31867" h="31541">
                  <a:moveTo>
                    <a:pt x="0" y="31541"/>
                  </a:moveTo>
                  <a:lnTo>
                    <a:pt x="3186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5" name="Output_receptor__4784">
              <a:extLst>
                <a:ext uri="{FF2B5EF4-FFF2-40B4-BE49-F238E27FC236}">
                  <a16:creationId xmlns:a16="http://schemas.microsoft.com/office/drawing/2014/main" id="{3598D48F-C62E-1F48-B87A-D8A62BAA8B0C}"/>
                </a:ext>
              </a:extLst>
            </p:cNvPr>
            <p:cNvSpPr>
              <a:spLocks noGrp="1"/>
            </p:cNvSpPr>
            <p:nvPr/>
          </p:nvSpPr>
          <p:spPr>
            <a:xfrm>
              <a:off x="16158574" y="4185177"/>
              <a:ext cx="25493" cy="67539"/>
            </a:xfrm>
            <a:custGeom>
              <a:avLst/>
              <a:gdLst/>
              <a:ahLst/>
              <a:cxnLst/>
              <a:rect l="0" t="0" r="0" b="0"/>
              <a:pathLst>
                <a:path w="25493" h="67539">
                  <a:moveTo>
                    <a:pt x="0" y="67539"/>
                  </a:moveTo>
                  <a:lnTo>
                    <a:pt x="2549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6" name="Output_receptor__4785">
              <a:extLst>
                <a:ext uri="{FF2B5EF4-FFF2-40B4-BE49-F238E27FC236}">
                  <a16:creationId xmlns:a16="http://schemas.microsoft.com/office/drawing/2014/main" id="{414A48E1-2402-1D1A-2789-483593E98351}"/>
                </a:ext>
              </a:extLst>
            </p:cNvPr>
            <p:cNvSpPr>
              <a:spLocks noGrp="1"/>
            </p:cNvSpPr>
            <p:nvPr/>
          </p:nvSpPr>
          <p:spPr>
            <a:xfrm>
              <a:off x="15897070" y="4386436"/>
              <a:ext cx="21102" cy="45735"/>
            </a:xfrm>
            <a:custGeom>
              <a:avLst/>
              <a:gdLst/>
              <a:ahLst/>
              <a:cxnLst/>
              <a:rect l="0" t="0" r="0" b="0"/>
              <a:pathLst>
                <a:path w="21102" h="45735">
                  <a:moveTo>
                    <a:pt x="21102" y="45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7" name="Output_receptor__4786">
              <a:extLst>
                <a:ext uri="{FF2B5EF4-FFF2-40B4-BE49-F238E27FC236}">
                  <a16:creationId xmlns:a16="http://schemas.microsoft.com/office/drawing/2014/main" id="{AABC66F6-A27E-9905-7E9D-E678AC5C2E1B}"/>
                </a:ext>
              </a:extLst>
            </p:cNvPr>
            <p:cNvSpPr>
              <a:spLocks noGrp="1"/>
            </p:cNvSpPr>
            <p:nvPr/>
          </p:nvSpPr>
          <p:spPr>
            <a:xfrm>
              <a:off x="15455072" y="4237799"/>
              <a:ext cx="54189" cy="46402"/>
            </a:xfrm>
            <a:custGeom>
              <a:avLst/>
              <a:gdLst/>
              <a:ahLst/>
              <a:cxnLst/>
              <a:rect l="0" t="0" r="0" b="0"/>
              <a:pathLst>
                <a:path w="54189" h="46402">
                  <a:moveTo>
                    <a:pt x="54189" y="0"/>
                  </a:moveTo>
                  <a:lnTo>
                    <a:pt x="0" y="4640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88" name="Output_receptor__4787">
              <a:extLst>
                <a:ext uri="{FF2B5EF4-FFF2-40B4-BE49-F238E27FC236}">
                  <a16:creationId xmlns:a16="http://schemas.microsoft.com/office/drawing/2014/main" id="{29ED63B6-3D21-A5C3-C570-CD1D4819394C}"/>
                </a:ext>
              </a:extLst>
            </p:cNvPr>
            <p:cNvSpPr>
              <a:spLocks noGrp="1"/>
            </p:cNvSpPr>
            <p:nvPr/>
          </p:nvSpPr>
          <p:spPr>
            <a:xfrm>
              <a:off x="15918172" y="4432171"/>
              <a:ext cx="5667" cy="54634"/>
            </a:xfrm>
            <a:custGeom>
              <a:avLst/>
              <a:gdLst/>
              <a:ahLst/>
              <a:cxnLst/>
              <a:rect l="0" t="0" r="0" b="0"/>
              <a:pathLst>
                <a:path w="5667" h="54634">
                  <a:moveTo>
                    <a:pt x="5667" y="54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89" name="Output_receptor__4788">
              <a:extLst>
                <a:ext uri="{FF2B5EF4-FFF2-40B4-BE49-F238E27FC236}">
                  <a16:creationId xmlns:a16="http://schemas.microsoft.com/office/drawing/2014/main" id="{B4036F2C-E3AD-A7FF-7DBC-A0FEEC4A3A03}"/>
                </a:ext>
              </a:extLst>
            </p:cNvPr>
            <p:cNvSpPr>
              <a:spLocks noGrp="1"/>
            </p:cNvSpPr>
            <p:nvPr/>
          </p:nvSpPr>
          <p:spPr>
            <a:xfrm>
              <a:off x="16047432" y="4099057"/>
              <a:ext cx="65282" cy="1656"/>
            </a:xfrm>
            <a:custGeom>
              <a:avLst/>
              <a:gdLst/>
              <a:ahLst/>
              <a:cxnLst/>
              <a:rect l="0" t="0" r="0" b="0"/>
              <a:pathLst>
                <a:path w="65282" h="1656">
                  <a:moveTo>
                    <a:pt x="65282" y="0"/>
                  </a:moveTo>
                  <a:lnTo>
                    <a:pt x="0" y="1656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0" name="Output_receptor__4789">
              <a:extLst>
                <a:ext uri="{FF2B5EF4-FFF2-40B4-BE49-F238E27FC236}">
                  <a16:creationId xmlns:a16="http://schemas.microsoft.com/office/drawing/2014/main" id="{63C9AFA4-573E-15CF-9C1C-AD3D67AE655A}"/>
                </a:ext>
              </a:extLst>
            </p:cNvPr>
            <p:cNvSpPr>
              <a:spLocks noGrp="1"/>
            </p:cNvSpPr>
            <p:nvPr/>
          </p:nvSpPr>
          <p:spPr>
            <a:xfrm>
              <a:off x="16102944" y="3377454"/>
              <a:ext cx="46539" cy="22739"/>
            </a:xfrm>
            <a:custGeom>
              <a:avLst/>
              <a:gdLst/>
              <a:ahLst/>
              <a:cxnLst/>
              <a:rect l="0" t="0" r="0" b="0"/>
              <a:pathLst>
                <a:path w="46539" h="22739">
                  <a:moveTo>
                    <a:pt x="46539" y="0"/>
                  </a:moveTo>
                  <a:lnTo>
                    <a:pt x="0" y="2273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791" name="Output_receptor__4790">
              <a:extLst>
                <a:ext uri="{FF2B5EF4-FFF2-40B4-BE49-F238E27FC236}">
                  <a16:creationId xmlns:a16="http://schemas.microsoft.com/office/drawing/2014/main" id="{03AE5431-F4C2-DC85-91E6-35534727D88A}"/>
                </a:ext>
              </a:extLst>
            </p:cNvPr>
            <p:cNvSpPr>
              <a:spLocks noGrp="1"/>
            </p:cNvSpPr>
            <p:nvPr/>
          </p:nvSpPr>
          <p:spPr>
            <a:xfrm>
              <a:off x="16396623" y="3479289"/>
              <a:ext cx="27690" cy="54015"/>
            </a:xfrm>
            <a:custGeom>
              <a:avLst/>
              <a:gdLst/>
              <a:ahLst/>
              <a:cxnLst/>
              <a:rect l="0" t="0" r="0" b="0"/>
              <a:pathLst>
                <a:path w="27690" h="54015">
                  <a:moveTo>
                    <a:pt x="0" y="0"/>
                  </a:moveTo>
                  <a:lnTo>
                    <a:pt x="27690" y="5401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2" name="Output_receptor__4791">
              <a:extLst>
                <a:ext uri="{FF2B5EF4-FFF2-40B4-BE49-F238E27FC236}">
                  <a16:creationId xmlns:a16="http://schemas.microsoft.com/office/drawing/2014/main" id="{491C42B9-B70B-D0C3-1E69-0A2251DC832B}"/>
                </a:ext>
              </a:extLst>
            </p:cNvPr>
            <p:cNvSpPr>
              <a:spLocks noGrp="1"/>
            </p:cNvSpPr>
            <p:nvPr/>
          </p:nvSpPr>
          <p:spPr>
            <a:xfrm>
              <a:off x="16334686" y="4092378"/>
              <a:ext cx="9649" cy="38075"/>
            </a:xfrm>
            <a:custGeom>
              <a:avLst/>
              <a:gdLst/>
              <a:ahLst/>
              <a:cxnLst/>
              <a:rect l="0" t="0" r="0" b="0"/>
              <a:pathLst>
                <a:path w="9649" h="38075">
                  <a:moveTo>
                    <a:pt x="0" y="38075"/>
                  </a:moveTo>
                  <a:lnTo>
                    <a:pt x="964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3" name="Output_receptor__4792">
              <a:extLst>
                <a:ext uri="{FF2B5EF4-FFF2-40B4-BE49-F238E27FC236}">
                  <a16:creationId xmlns:a16="http://schemas.microsoft.com/office/drawing/2014/main" id="{A19E3A67-FA42-68C8-7AA5-890DB9F6A2DA}"/>
                </a:ext>
              </a:extLst>
            </p:cNvPr>
            <p:cNvSpPr>
              <a:spLocks noGrp="1"/>
            </p:cNvSpPr>
            <p:nvPr/>
          </p:nvSpPr>
          <p:spPr>
            <a:xfrm>
              <a:off x="15721551" y="4390024"/>
              <a:ext cx="16034" cy="21530"/>
            </a:xfrm>
            <a:custGeom>
              <a:avLst/>
              <a:gdLst/>
              <a:ahLst/>
              <a:cxnLst/>
              <a:rect l="0" t="0" r="0" b="0"/>
              <a:pathLst>
                <a:path w="16034" h="21530">
                  <a:moveTo>
                    <a:pt x="16034" y="215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4" name="Output_receptor__4793">
              <a:extLst>
                <a:ext uri="{FF2B5EF4-FFF2-40B4-BE49-F238E27FC236}">
                  <a16:creationId xmlns:a16="http://schemas.microsoft.com/office/drawing/2014/main" id="{24CA22F4-A992-F3AD-5B8A-35DCA153A901}"/>
                </a:ext>
              </a:extLst>
            </p:cNvPr>
            <p:cNvSpPr>
              <a:spLocks noGrp="1"/>
            </p:cNvSpPr>
            <p:nvPr/>
          </p:nvSpPr>
          <p:spPr>
            <a:xfrm>
              <a:off x="16195586" y="3681861"/>
              <a:ext cx="39669" cy="41849"/>
            </a:xfrm>
            <a:custGeom>
              <a:avLst/>
              <a:gdLst/>
              <a:ahLst/>
              <a:cxnLst/>
              <a:rect l="0" t="0" r="0" b="0"/>
              <a:pathLst>
                <a:path w="39669" h="41849">
                  <a:moveTo>
                    <a:pt x="0" y="41849"/>
                  </a:moveTo>
                  <a:lnTo>
                    <a:pt x="3966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5" name="Output_receptor__4794">
              <a:extLst>
                <a:ext uri="{FF2B5EF4-FFF2-40B4-BE49-F238E27FC236}">
                  <a16:creationId xmlns:a16="http://schemas.microsoft.com/office/drawing/2014/main" id="{6FE32CB9-3DA3-7685-8769-527F2D8E20CF}"/>
                </a:ext>
              </a:extLst>
            </p:cNvPr>
            <p:cNvSpPr>
              <a:spLocks noGrp="1"/>
            </p:cNvSpPr>
            <p:nvPr/>
          </p:nvSpPr>
          <p:spPr>
            <a:xfrm>
              <a:off x="16177855" y="3452115"/>
              <a:ext cx="50013" cy="42989"/>
            </a:xfrm>
            <a:custGeom>
              <a:avLst/>
              <a:gdLst/>
              <a:ahLst/>
              <a:cxnLst/>
              <a:rect l="0" t="0" r="0" b="0"/>
              <a:pathLst>
                <a:path w="50013" h="42989">
                  <a:moveTo>
                    <a:pt x="0" y="42989"/>
                  </a:moveTo>
                  <a:lnTo>
                    <a:pt x="5001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6" name="Output_receptor__4795">
              <a:extLst>
                <a:ext uri="{FF2B5EF4-FFF2-40B4-BE49-F238E27FC236}">
                  <a16:creationId xmlns:a16="http://schemas.microsoft.com/office/drawing/2014/main" id="{B926F8EB-BF2C-EC8A-19AE-92CA9AFB6C96}"/>
                </a:ext>
              </a:extLst>
            </p:cNvPr>
            <p:cNvSpPr>
              <a:spLocks noGrp="1"/>
            </p:cNvSpPr>
            <p:nvPr/>
          </p:nvSpPr>
          <p:spPr>
            <a:xfrm>
              <a:off x="15649751" y="3954772"/>
              <a:ext cx="20211" cy="23365"/>
            </a:xfrm>
            <a:custGeom>
              <a:avLst/>
              <a:gdLst/>
              <a:ahLst/>
              <a:cxnLst/>
              <a:rect l="0" t="0" r="0" b="0"/>
              <a:pathLst>
                <a:path w="20211" h="23365">
                  <a:moveTo>
                    <a:pt x="0" y="23365"/>
                  </a:moveTo>
                  <a:lnTo>
                    <a:pt x="2021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7" name="Output_receptor__4796">
              <a:extLst>
                <a:ext uri="{FF2B5EF4-FFF2-40B4-BE49-F238E27FC236}">
                  <a16:creationId xmlns:a16="http://schemas.microsoft.com/office/drawing/2014/main" id="{650B30FC-C461-143C-4ED0-BC6F5384D116}"/>
                </a:ext>
              </a:extLst>
            </p:cNvPr>
            <p:cNvSpPr>
              <a:spLocks noGrp="1"/>
            </p:cNvSpPr>
            <p:nvPr/>
          </p:nvSpPr>
          <p:spPr>
            <a:xfrm>
              <a:off x="16608844" y="3618457"/>
              <a:ext cx="507" cy="65845"/>
            </a:xfrm>
            <a:custGeom>
              <a:avLst/>
              <a:gdLst/>
              <a:ahLst/>
              <a:cxnLst/>
              <a:rect l="0" t="0" r="0" b="0"/>
              <a:pathLst>
                <a:path w="507" h="65845">
                  <a:moveTo>
                    <a:pt x="507" y="658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8" name="Output_receptor__4797">
              <a:extLst>
                <a:ext uri="{FF2B5EF4-FFF2-40B4-BE49-F238E27FC236}">
                  <a16:creationId xmlns:a16="http://schemas.microsoft.com/office/drawing/2014/main" id="{3362711D-7E63-F0B4-2E7A-E6FEE002B94F}"/>
                </a:ext>
              </a:extLst>
            </p:cNvPr>
            <p:cNvSpPr>
              <a:spLocks noGrp="1"/>
            </p:cNvSpPr>
            <p:nvPr/>
          </p:nvSpPr>
          <p:spPr>
            <a:xfrm>
              <a:off x="16396623" y="3428825"/>
              <a:ext cx="26863" cy="50463"/>
            </a:xfrm>
            <a:custGeom>
              <a:avLst/>
              <a:gdLst/>
              <a:ahLst/>
              <a:cxnLst/>
              <a:rect l="0" t="0" r="0" b="0"/>
              <a:pathLst>
                <a:path w="26863" h="50463">
                  <a:moveTo>
                    <a:pt x="26863" y="0"/>
                  </a:moveTo>
                  <a:lnTo>
                    <a:pt x="0" y="50463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9" name="Output_receptor__4798">
              <a:extLst>
                <a:ext uri="{FF2B5EF4-FFF2-40B4-BE49-F238E27FC236}">
                  <a16:creationId xmlns:a16="http://schemas.microsoft.com/office/drawing/2014/main" id="{2F29FA2F-F460-C7AA-86EB-18B710315D8C}"/>
                </a:ext>
              </a:extLst>
            </p:cNvPr>
            <p:cNvSpPr>
              <a:spLocks noGrp="1"/>
            </p:cNvSpPr>
            <p:nvPr/>
          </p:nvSpPr>
          <p:spPr>
            <a:xfrm>
              <a:off x="15529312" y="4316576"/>
              <a:ext cx="33821" cy="12229"/>
            </a:xfrm>
            <a:custGeom>
              <a:avLst/>
              <a:gdLst/>
              <a:ahLst/>
              <a:cxnLst/>
              <a:rect l="0" t="0" r="0" b="0"/>
              <a:pathLst>
                <a:path w="33821" h="12229">
                  <a:moveTo>
                    <a:pt x="33821" y="0"/>
                  </a:moveTo>
                  <a:lnTo>
                    <a:pt x="0" y="12229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0" name="Output_receptor__4799">
              <a:extLst>
                <a:ext uri="{FF2B5EF4-FFF2-40B4-BE49-F238E27FC236}">
                  <a16:creationId xmlns:a16="http://schemas.microsoft.com/office/drawing/2014/main" id="{F4978679-AEB7-22CD-5291-AF2033E48568}"/>
                </a:ext>
              </a:extLst>
            </p:cNvPr>
            <p:cNvSpPr>
              <a:spLocks noGrp="1"/>
            </p:cNvSpPr>
            <p:nvPr/>
          </p:nvSpPr>
          <p:spPr>
            <a:xfrm>
              <a:off x="16511421" y="3855237"/>
              <a:ext cx="13108" cy="22179"/>
            </a:xfrm>
            <a:custGeom>
              <a:avLst/>
              <a:gdLst/>
              <a:ahLst/>
              <a:cxnLst/>
              <a:rect l="0" t="0" r="0" b="0"/>
              <a:pathLst>
                <a:path w="13108" h="22179">
                  <a:moveTo>
                    <a:pt x="0" y="22179"/>
                  </a:moveTo>
                  <a:lnTo>
                    <a:pt x="1310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1" name="Output_receptor__4800">
              <a:extLst>
                <a:ext uri="{FF2B5EF4-FFF2-40B4-BE49-F238E27FC236}">
                  <a16:creationId xmlns:a16="http://schemas.microsoft.com/office/drawing/2014/main" id="{DC88B02B-0DB1-3F59-F8A8-47C0F4BA336D}"/>
                </a:ext>
              </a:extLst>
            </p:cNvPr>
            <p:cNvSpPr>
              <a:spLocks noGrp="1"/>
            </p:cNvSpPr>
            <p:nvPr/>
          </p:nvSpPr>
          <p:spPr>
            <a:xfrm>
              <a:off x="16546012" y="3602375"/>
              <a:ext cx="62832" cy="16082"/>
            </a:xfrm>
            <a:custGeom>
              <a:avLst/>
              <a:gdLst/>
              <a:ahLst/>
              <a:cxnLst/>
              <a:rect l="0" t="0" r="0" b="0"/>
              <a:pathLst>
                <a:path w="62832" h="16082">
                  <a:moveTo>
                    <a:pt x="62832" y="16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2" name="Output_receptor__4801">
              <a:extLst>
                <a:ext uri="{FF2B5EF4-FFF2-40B4-BE49-F238E27FC236}">
                  <a16:creationId xmlns:a16="http://schemas.microsoft.com/office/drawing/2014/main" id="{C69BBB5F-939B-E996-7AC3-B7BF4857D9F8}"/>
                </a:ext>
              </a:extLst>
            </p:cNvPr>
            <p:cNvSpPr>
              <a:spLocks noGrp="1"/>
            </p:cNvSpPr>
            <p:nvPr/>
          </p:nvSpPr>
          <p:spPr>
            <a:xfrm>
              <a:off x="15639598" y="2851851"/>
              <a:ext cx="16321" cy="65053"/>
            </a:xfrm>
            <a:custGeom>
              <a:avLst/>
              <a:gdLst/>
              <a:ahLst/>
              <a:cxnLst/>
              <a:rect l="0" t="0" r="0" b="0"/>
              <a:pathLst>
                <a:path w="16321" h="65053">
                  <a:moveTo>
                    <a:pt x="16321" y="650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03" name="Output_receptor__4802">
              <a:extLst>
                <a:ext uri="{FF2B5EF4-FFF2-40B4-BE49-F238E27FC236}">
                  <a16:creationId xmlns:a16="http://schemas.microsoft.com/office/drawing/2014/main" id="{0DB87DA0-29F2-2656-C6ED-658373E7E896}"/>
                </a:ext>
              </a:extLst>
            </p:cNvPr>
            <p:cNvSpPr>
              <a:spLocks noGrp="1"/>
            </p:cNvSpPr>
            <p:nvPr/>
          </p:nvSpPr>
          <p:spPr>
            <a:xfrm>
              <a:off x="16319987" y="3945861"/>
              <a:ext cx="25822" cy="36627"/>
            </a:xfrm>
            <a:custGeom>
              <a:avLst/>
              <a:gdLst/>
              <a:ahLst/>
              <a:cxnLst/>
              <a:rect l="0" t="0" r="0" b="0"/>
              <a:pathLst>
                <a:path w="25822" h="36627">
                  <a:moveTo>
                    <a:pt x="0" y="36627"/>
                  </a:moveTo>
                  <a:lnTo>
                    <a:pt x="25822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4" name="Output_receptor__4803">
              <a:extLst>
                <a:ext uri="{FF2B5EF4-FFF2-40B4-BE49-F238E27FC236}">
                  <a16:creationId xmlns:a16="http://schemas.microsoft.com/office/drawing/2014/main" id="{C9C6F253-E250-3B6B-CFDF-21D365562BC9}"/>
                </a:ext>
              </a:extLst>
            </p:cNvPr>
            <p:cNvSpPr>
              <a:spLocks noGrp="1"/>
            </p:cNvSpPr>
            <p:nvPr/>
          </p:nvSpPr>
          <p:spPr>
            <a:xfrm>
              <a:off x="16119186" y="3848642"/>
              <a:ext cx="39757" cy="53963"/>
            </a:xfrm>
            <a:custGeom>
              <a:avLst/>
              <a:gdLst/>
              <a:ahLst/>
              <a:cxnLst/>
              <a:rect l="0" t="0" r="0" b="0"/>
              <a:pathLst>
                <a:path w="39757" h="53963">
                  <a:moveTo>
                    <a:pt x="39757" y="53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5" name="Output_receptor__4804">
              <a:extLst>
                <a:ext uri="{FF2B5EF4-FFF2-40B4-BE49-F238E27FC236}">
                  <a16:creationId xmlns:a16="http://schemas.microsoft.com/office/drawing/2014/main" id="{B364F0AC-723E-17B2-FB70-B20C80E5DB85}"/>
                </a:ext>
              </a:extLst>
            </p:cNvPr>
            <p:cNvSpPr>
              <a:spLocks noGrp="1"/>
            </p:cNvSpPr>
            <p:nvPr/>
          </p:nvSpPr>
          <p:spPr>
            <a:xfrm>
              <a:off x="16663914" y="4134535"/>
              <a:ext cx="7299" cy="71444"/>
            </a:xfrm>
            <a:custGeom>
              <a:avLst/>
              <a:gdLst/>
              <a:ahLst/>
              <a:cxnLst/>
              <a:rect l="0" t="0" r="0" b="0"/>
              <a:pathLst>
                <a:path w="7299" h="71444">
                  <a:moveTo>
                    <a:pt x="7299" y="0"/>
                  </a:moveTo>
                  <a:lnTo>
                    <a:pt x="0" y="7144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6" name="Output_receptor__4805">
              <a:extLst>
                <a:ext uri="{FF2B5EF4-FFF2-40B4-BE49-F238E27FC236}">
                  <a16:creationId xmlns:a16="http://schemas.microsoft.com/office/drawing/2014/main" id="{648670D8-22D9-327E-DFC2-2EAE0DC5AD3C}"/>
                </a:ext>
              </a:extLst>
            </p:cNvPr>
            <p:cNvSpPr>
              <a:spLocks noGrp="1"/>
            </p:cNvSpPr>
            <p:nvPr/>
          </p:nvSpPr>
          <p:spPr>
            <a:xfrm>
              <a:off x="16539690" y="3684302"/>
              <a:ext cx="69661" cy="7877"/>
            </a:xfrm>
            <a:custGeom>
              <a:avLst/>
              <a:gdLst/>
              <a:ahLst/>
              <a:cxnLst/>
              <a:rect l="0" t="0" r="0" b="0"/>
              <a:pathLst>
                <a:path w="69661" h="7877">
                  <a:moveTo>
                    <a:pt x="0" y="7877"/>
                  </a:moveTo>
                  <a:lnTo>
                    <a:pt x="6966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7" name="Output_receptor__4806">
              <a:extLst>
                <a:ext uri="{FF2B5EF4-FFF2-40B4-BE49-F238E27FC236}">
                  <a16:creationId xmlns:a16="http://schemas.microsoft.com/office/drawing/2014/main" id="{6989DA1C-FC6C-5274-F809-373F579FA41E}"/>
                </a:ext>
              </a:extLst>
            </p:cNvPr>
            <p:cNvSpPr>
              <a:spLocks noGrp="1"/>
            </p:cNvSpPr>
            <p:nvPr/>
          </p:nvSpPr>
          <p:spPr>
            <a:xfrm>
              <a:off x="16178494" y="3569112"/>
              <a:ext cx="58323" cy="40541"/>
            </a:xfrm>
            <a:custGeom>
              <a:avLst/>
              <a:gdLst/>
              <a:ahLst/>
              <a:cxnLst/>
              <a:rect l="0" t="0" r="0" b="0"/>
              <a:pathLst>
                <a:path w="58323" h="40541">
                  <a:moveTo>
                    <a:pt x="0" y="40541"/>
                  </a:moveTo>
                  <a:lnTo>
                    <a:pt x="5832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8" name="Output_receptor__4807">
              <a:extLst>
                <a:ext uri="{FF2B5EF4-FFF2-40B4-BE49-F238E27FC236}">
                  <a16:creationId xmlns:a16="http://schemas.microsoft.com/office/drawing/2014/main" id="{D1155A7A-D554-73DF-CBD5-54AF02BBD137}"/>
                </a:ext>
              </a:extLst>
            </p:cNvPr>
            <p:cNvSpPr>
              <a:spLocks noGrp="1"/>
            </p:cNvSpPr>
            <p:nvPr/>
          </p:nvSpPr>
          <p:spPr>
            <a:xfrm>
              <a:off x="15792346" y="4253055"/>
              <a:ext cx="12475" cy="5465"/>
            </a:xfrm>
            <a:custGeom>
              <a:avLst/>
              <a:gdLst/>
              <a:ahLst/>
              <a:cxnLst/>
              <a:rect l="0" t="0" r="0" b="0"/>
              <a:pathLst>
                <a:path w="12475" h="5465">
                  <a:moveTo>
                    <a:pt x="12475" y="54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9" name="Output_receptor__4808">
              <a:extLst>
                <a:ext uri="{FF2B5EF4-FFF2-40B4-BE49-F238E27FC236}">
                  <a16:creationId xmlns:a16="http://schemas.microsoft.com/office/drawing/2014/main" id="{B78BA89B-B940-4E13-8F47-3B30B9986602}"/>
                </a:ext>
              </a:extLst>
            </p:cNvPr>
            <p:cNvSpPr>
              <a:spLocks noGrp="1"/>
            </p:cNvSpPr>
            <p:nvPr/>
          </p:nvSpPr>
          <p:spPr>
            <a:xfrm>
              <a:off x="16344102" y="3569284"/>
              <a:ext cx="20868" cy="12166"/>
            </a:xfrm>
            <a:custGeom>
              <a:avLst/>
              <a:gdLst/>
              <a:ahLst/>
              <a:cxnLst/>
              <a:rect l="0" t="0" r="0" b="0"/>
              <a:pathLst>
                <a:path w="20868" h="12166">
                  <a:moveTo>
                    <a:pt x="20868" y="0"/>
                  </a:moveTo>
                  <a:lnTo>
                    <a:pt x="0" y="12166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0" name="Output_receptor__4809">
              <a:extLst>
                <a:ext uri="{FF2B5EF4-FFF2-40B4-BE49-F238E27FC236}">
                  <a16:creationId xmlns:a16="http://schemas.microsoft.com/office/drawing/2014/main" id="{39091CFA-57F4-670A-4C8A-1905FD56A54D}"/>
                </a:ext>
              </a:extLst>
            </p:cNvPr>
            <p:cNvSpPr>
              <a:spLocks noGrp="1"/>
            </p:cNvSpPr>
            <p:nvPr/>
          </p:nvSpPr>
          <p:spPr>
            <a:xfrm>
              <a:off x="16240544" y="3757446"/>
              <a:ext cx="51659" cy="41264"/>
            </a:xfrm>
            <a:custGeom>
              <a:avLst/>
              <a:gdLst/>
              <a:ahLst/>
              <a:cxnLst/>
              <a:rect l="0" t="0" r="0" b="0"/>
              <a:pathLst>
                <a:path w="51659" h="41264">
                  <a:moveTo>
                    <a:pt x="0" y="41264"/>
                  </a:moveTo>
                  <a:lnTo>
                    <a:pt x="5165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1" name="Output_receptor__4810">
              <a:extLst>
                <a:ext uri="{FF2B5EF4-FFF2-40B4-BE49-F238E27FC236}">
                  <a16:creationId xmlns:a16="http://schemas.microsoft.com/office/drawing/2014/main" id="{16EDB01F-69C4-057D-3908-6A872F9C7108}"/>
                </a:ext>
              </a:extLst>
            </p:cNvPr>
            <p:cNvSpPr>
              <a:spLocks noGrp="1"/>
            </p:cNvSpPr>
            <p:nvPr/>
          </p:nvSpPr>
          <p:spPr>
            <a:xfrm>
              <a:off x="15682656" y="4561710"/>
              <a:ext cx="20647" cy="1679"/>
            </a:xfrm>
            <a:custGeom>
              <a:avLst/>
              <a:gdLst/>
              <a:ahLst/>
              <a:cxnLst/>
              <a:rect l="0" t="0" r="0" b="0"/>
              <a:pathLst>
                <a:path w="20647" h="1679">
                  <a:moveTo>
                    <a:pt x="0" y="1679"/>
                  </a:moveTo>
                  <a:lnTo>
                    <a:pt x="2064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2" name="Output_receptor__4811">
              <a:extLst>
                <a:ext uri="{FF2B5EF4-FFF2-40B4-BE49-F238E27FC236}">
                  <a16:creationId xmlns:a16="http://schemas.microsoft.com/office/drawing/2014/main" id="{BEF62C18-4061-E682-FD1F-B7C043BDD06C}"/>
                </a:ext>
              </a:extLst>
            </p:cNvPr>
            <p:cNvSpPr>
              <a:spLocks noGrp="1"/>
            </p:cNvSpPr>
            <p:nvPr/>
          </p:nvSpPr>
          <p:spPr>
            <a:xfrm>
              <a:off x="16344335" y="4046502"/>
              <a:ext cx="40395" cy="45875"/>
            </a:xfrm>
            <a:custGeom>
              <a:avLst/>
              <a:gdLst/>
              <a:ahLst/>
              <a:cxnLst/>
              <a:rect l="0" t="0" r="0" b="0"/>
              <a:pathLst>
                <a:path w="40395" h="45875">
                  <a:moveTo>
                    <a:pt x="0" y="45875"/>
                  </a:moveTo>
                  <a:lnTo>
                    <a:pt x="40395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3" name="Output_receptor__4812">
              <a:extLst>
                <a:ext uri="{FF2B5EF4-FFF2-40B4-BE49-F238E27FC236}">
                  <a16:creationId xmlns:a16="http://schemas.microsoft.com/office/drawing/2014/main" id="{2DC9E58B-142F-576D-7BE4-9A585A5AC31A}"/>
                </a:ext>
              </a:extLst>
            </p:cNvPr>
            <p:cNvSpPr>
              <a:spLocks noGrp="1"/>
            </p:cNvSpPr>
            <p:nvPr/>
          </p:nvSpPr>
          <p:spPr>
            <a:xfrm>
              <a:off x="16423486" y="3428825"/>
              <a:ext cx="66636" cy="12985"/>
            </a:xfrm>
            <a:custGeom>
              <a:avLst/>
              <a:gdLst/>
              <a:ahLst/>
              <a:cxnLst/>
              <a:rect l="0" t="0" r="0" b="0"/>
              <a:pathLst>
                <a:path w="66636" h="12985">
                  <a:moveTo>
                    <a:pt x="66636" y="12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14" name="Output_receptor__4813">
              <a:extLst>
                <a:ext uri="{FF2B5EF4-FFF2-40B4-BE49-F238E27FC236}">
                  <a16:creationId xmlns:a16="http://schemas.microsoft.com/office/drawing/2014/main" id="{ED8F3E8D-2041-F13D-C898-108769A72F30}"/>
                </a:ext>
              </a:extLst>
            </p:cNvPr>
            <p:cNvSpPr>
              <a:spLocks noGrp="1"/>
            </p:cNvSpPr>
            <p:nvPr/>
          </p:nvSpPr>
          <p:spPr>
            <a:xfrm>
              <a:off x="16280188" y="3982488"/>
              <a:ext cx="39799" cy="45084"/>
            </a:xfrm>
            <a:custGeom>
              <a:avLst/>
              <a:gdLst/>
              <a:ahLst/>
              <a:cxnLst/>
              <a:rect l="0" t="0" r="0" b="0"/>
              <a:pathLst>
                <a:path w="39799" h="45084">
                  <a:moveTo>
                    <a:pt x="0" y="45084"/>
                  </a:moveTo>
                  <a:lnTo>
                    <a:pt x="3979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5" name="Output_receptor__4814">
              <a:extLst>
                <a:ext uri="{FF2B5EF4-FFF2-40B4-BE49-F238E27FC236}">
                  <a16:creationId xmlns:a16="http://schemas.microsoft.com/office/drawing/2014/main" id="{9A1724F9-67B1-21D3-88DA-037F5706AF28}"/>
                </a:ext>
              </a:extLst>
            </p:cNvPr>
            <p:cNvSpPr>
              <a:spLocks noGrp="1"/>
            </p:cNvSpPr>
            <p:nvPr/>
          </p:nvSpPr>
          <p:spPr>
            <a:xfrm>
              <a:off x="16347968" y="3647768"/>
              <a:ext cx="64224" cy="30435"/>
            </a:xfrm>
            <a:custGeom>
              <a:avLst/>
              <a:gdLst/>
              <a:ahLst/>
              <a:cxnLst/>
              <a:rect l="0" t="0" r="0" b="0"/>
              <a:pathLst>
                <a:path w="64224" h="30435">
                  <a:moveTo>
                    <a:pt x="64224" y="0"/>
                  </a:moveTo>
                  <a:lnTo>
                    <a:pt x="0" y="3043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6" name="Output_receptor__4815">
              <a:extLst>
                <a:ext uri="{FF2B5EF4-FFF2-40B4-BE49-F238E27FC236}">
                  <a16:creationId xmlns:a16="http://schemas.microsoft.com/office/drawing/2014/main" id="{3A91E52C-6FDC-670A-1F23-12B65D238852}"/>
                </a:ext>
              </a:extLst>
            </p:cNvPr>
            <p:cNvSpPr>
              <a:spLocks noGrp="1"/>
            </p:cNvSpPr>
            <p:nvPr/>
          </p:nvSpPr>
          <p:spPr>
            <a:xfrm>
              <a:off x="15349471" y="4205508"/>
              <a:ext cx="53440" cy="23171"/>
            </a:xfrm>
            <a:custGeom>
              <a:avLst/>
              <a:gdLst/>
              <a:ahLst/>
              <a:cxnLst/>
              <a:rect l="0" t="0" r="0" b="0"/>
              <a:pathLst>
                <a:path w="53440" h="23171">
                  <a:moveTo>
                    <a:pt x="53440" y="0"/>
                  </a:moveTo>
                  <a:lnTo>
                    <a:pt x="0" y="2317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7" name="Output_receptor__4816">
              <a:extLst>
                <a:ext uri="{FF2B5EF4-FFF2-40B4-BE49-F238E27FC236}">
                  <a16:creationId xmlns:a16="http://schemas.microsoft.com/office/drawing/2014/main" id="{B6EE413D-D0A5-3EF6-B353-B1822468A9D2}"/>
                </a:ext>
              </a:extLst>
            </p:cNvPr>
            <p:cNvSpPr>
              <a:spLocks noGrp="1"/>
            </p:cNvSpPr>
            <p:nvPr/>
          </p:nvSpPr>
          <p:spPr>
            <a:xfrm>
              <a:off x="16106379" y="3902605"/>
              <a:ext cx="52564" cy="47355"/>
            </a:xfrm>
            <a:custGeom>
              <a:avLst/>
              <a:gdLst/>
              <a:ahLst/>
              <a:cxnLst/>
              <a:rect l="0" t="0" r="0" b="0"/>
              <a:pathLst>
                <a:path w="52564" h="47355">
                  <a:moveTo>
                    <a:pt x="0" y="47355"/>
                  </a:moveTo>
                  <a:lnTo>
                    <a:pt x="52564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8" name="Output_receptor__4817">
              <a:extLst>
                <a:ext uri="{FF2B5EF4-FFF2-40B4-BE49-F238E27FC236}">
                  <a16:creationId xmlns:a16="http://schemas.microsoft.com/office/drawing/2014/main" id="{FB94EA8D-8632-60C0-D2E5-6C50A9EBF81B}"/>
                </a:ext>
              </a:extLst>
            </p:cNvPr>
            <p:cNvSpPr>
              <a:spLocks noGrp="1"/>
            </p:cNvSpPr>
            <p:nvPr/>
          </p:nvSpPr>
          <p:spPr>
            <a:xfrm>
              <a:off x="16017758" y="4100713"/>
              <a:ext cx="29674" cy="14645"/>
            </a:xfrm>
            <a:custGeom>
              <a:avLst/>
              <a:gdLst/>
              <a:ahLst/>
              <a:cxnLst/>
              <a:rect l="0" t="0" r="0" b="0"/>
              <a:pathLst>
                <a:path w="29674" h="14645">
                  <a:moveTo>
                    <a:pt x="29674" y="0"/>
                  </a:moveTo>
                  <a:lnTo>
                    <a:pt x="0" y="1464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9" name="Output_receptor__4818">
              <a:extLst>
                <a:ext uri="{FF2B5EF4-FFF2-40B4-BE49-F238E27FC236}">
                  <a16:creationId xmlns:a16="http://schemas.microsoft.com/office/drawing/2014/main" id="{42E9585B-FD75-46AF-7DB9-057274D282B5}"/>
                </a:ext>
              </a:extLst>
            </p:cNvPr>
            <p:cNvSpPr>
              <a:spLocks noGrp="1"/>
            </p:cNvSpPr>
            <p:nvPr/>
          </p:nvSpPr>
          <p:spPr>
            <a:xfrm>
              <a:off x="16514668" y="4065426"/>
              <a:ext cx="68527" cy="21219"/>
            </a:xfrm>
            <a:custGeom>
              <a:avLst/>
              <a:gdLst/>
              <a:ahLst/>
              <a:cxnLst/>
              <a:rect l="0" t="0" r="0" b="0"/>
              <a:pathLst>
                <a:path w="68527" h="21219">
                  <a:moveTo>
                    <a:pt x="0" y="21219"/>
                  </a:moveTo>
                  <a:lnTo>
                    <a:pt x="6852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0" name="Output_receptor__4819">
              <a:extLst>
                <a:ext uri="{FF2B5EF4-FFF2-40B4-BE49-F238E27FC236}">
                  <a16:creationId xmlns:a16="http://schemas.microsoft.com/office/drawing/2014/main" id="{564DF84E-83C2-ABE5-EB79-2D2DF021F5A7}"/>
                </a:ext>
              </a:extLst>
            </p:cNvPr>
            <p:cNvSpPr>
              <a:spLocks noGrp="1"/>
            </p:cNvSpPr>
            <p:nvPr/>
          </p:nvSpPr>
          <p:spPr>
            <a:xfrm>
              <a:off x="16063544" y="3848642"/>
              <a:ext cx="55642" cy="18454"/>
            </a:xfrm>
            <a:custGeom>
              <a:avLst/>
              <a:gdLst/>
              <a:ahLst/>
              <a:cxnLst/>
              <a:rect l="0" t="0" r="0" b="0"/>
              <a:pathLst>
                <a:path w="55642" h="18454">
                  <a:moveTo>
                    <a:pt x="55642" y="0"/>
                  </a:moveTo>
                  <a:lnTo>
                    <a:pt x="0" y="1845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1" name="Output_receptor__4820">
              <a:extLst>
                <a:ext uri="{FF2B5EF4-FFF2-40B4-BE49-F238E27FC236}">
                  <a16:creationId xmlns:a16="http://schemas.microsoft.com/office/drawing/2014/main" id="{D30125D4-C5A2-8BCD-73D6-6EB9679061DA}"/>
                </a:ext>
              </a:extLst>
            </p:cNvPr>
            <p:cNvSpPr>
              <a:spLocks noGrp="1"/>
            </p:cNvSpPr>
            <p:nvPr/>
          </p:nvSpPr>
          <p:spPr>
            <a:xfrm>
              <a:off x="16254210" y="3866823"/>
              <a:ext cx="53648" cy="48073"/>
            </a:xfrm>
            <a:custGeom>
              <a:avLst/>
              <a:gdLst/>
              <a:ahLst/>
              <a:cxnLst/>
              <a:rect l="0" t="0" r="0" b="0"/>
              <a:pathLst>
                <a:path w="53648" h="48073">
                  <a:moveTo>
                    <a:pt x="0" y="48073"/>
                  </a:moveTo>
                  <a:lnTo>
                    <a:pt x="5364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2" name="Output_receptor__4821">
              <a:extLst>
                <a:ext uri="{FF2B5EF4-FFF2-40B4-BE49-F238E27FC236}">
                  <a16:creationId xmlns:a16="http://schemas.microsoft.com/office/drawing/2014/main" id="{DDEF5D0D-C326-3B57-15AD-907BE271F4CD}"/>
                </a:ext>
              </a:extLst>
            </p:cNvPr>
            <p:cNvSpPr>
              <a:spLocks noGrp="1"/>
            </p:cNvSpPr>
            <p:nvPr/>
          </p:nvSpPr>
          <p:spPr>
            <a:xfrm>
              <a:off x="16581065" y="4337672"/>
              <a:ext cx="65689" cy="12430"/>
            </a:xfrm>
            <a:custGeom>
              <a:avLst/>
              <a:gdLst/>
              <a:ahLst/>
              <a:cxnLst/>
              <a:rect l="0" t="0" r="0" b="0"/>
              <a:pathLst>
                <a:path w="65689" h="12430">
                  <a:moveTo>
                    <a:pt x="0" y="12430"/>
                  </a:moveTo>
                  <a:lnTo>
                    <a:pt x="65689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3" name="Output_receptor__4822">
              <a:extLst>
                <a:ext uri="{FF2B5EF4-FFF2-40B4-BE49-F238E27FC236}">
                  <a16:creationId xmlns:a16="http://schemas.microsoft.com/office/drawing/2014/main" id="{7A2CAFBB-B5FA-2929-38DA-5443FA75A911}"/>
                </a:ext>
              </a:extLst>
            </p:cNvPr>
            <p:cNvSpPr>
              <a:spLocks noGrp="1"/>
            </p:cNvSpPr>
            <p:nvPr/>
          </p:nvSpPr>
          <p:spPr>
            <a:xfrm>
              <a:off x="16081814" y="4160506"/>
              <a:ext cx="19813" cy="35297"/>
            </a:xfrm>
            <a:custGeom>
              <a:avLst/>
              <a:gdLst/>
              <a:ahLst/>
              <a:cxnLst/>
              <a:rect l="0" t="0" r="0" b="0"/>
              <a:pathLst>
                <a:path w="19813" h="35297">
                  <a:moveTo>
                    <a:pt x="0" y="35297"/>
                  </a:moveTo>
                  <a:lnTo>
                    <a:pt x="1981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4" name="Output_receptor__4823">
              <a:extLst>
                <a:ext uri="{FF2B5EF4-FFF2-40B4-BE49-F238E27FC236}">
                  <a16:creationId xmlns:a16="http://schemas.microsoft.com/office/drawing/2014/main" id="{192866BF-D726-7E33-A666-8B9EB14D6C0B}"/>
                </a:ext>
              </a:extLst>
            </p:cNvPr>
            <p:cNvSpPr>
              <a:spLocks noGrp="1"/>
            </p:cNvSpPr>
            <p:nvPr/>
          </p:nvSpPr>
          <p:spPr>
            <a:xfrm>
              <a:off x="15816427" y="4372273"/>
              <a:ext cx="6767" cy="70663"/>
            </a:xfrm>
            <a:custGeom>
              <a:avLst/>
              <a:gdLst/>
              <a:ahLst/>
              <a:cxnLst/>
              <a:rect l="0" t="0" r="0" b="0"/>
              <a:pathLst>
                <a:path w="6767" h="70663">
                  <a:moveTo>
                    <a:pt x="6767" y="7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5" name="Output_receptor__4824">
              <a:extLst>
                <a:ext uri="{FF2B5EF4-FFF2-40B4-BE49-F238E27FC236}">
                  <a16:creationId xmlns:a16="http://schemas.microsoft.com/office/drawing/2014/main" id="{2F6AD433-8625-64E5-3F76-840399D5259C}"/>
                </a:ext>
              </a:extLst>
            </p:cNvPr>
            <p:cNvSpPr>
              <a:spLocks noGrp="1"/>
            </p:cNvSpPr>
            <p:nvPr/>
          </p:nvSpPr>
          <p:spPr>
            <a:xfrm>
              <a:off x="15662160" y="3451045"/>
              <a:ext cx="64107" cy="27310"/>
            </a:xfrm>
            <a:custGeom>
              <a:avLst/>
              <a:gdLst/>
              <a:ahLst/>
              <a:cxnLst/>
              <a:rect l="0" t="0" r="0" b="0"/>
              <a:pathLst>
                <a:path w="64107" h="27310">
                  <a:moveTo>
                    <a:pt x="64107" y="273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6" name="Output_receptor__4825">
              <a:extLst>
                <a:ext uri="{FF2B5EF4-FFF2-40B4-BE49-F238E27FC236}">
                  <a16:creationId xmlns:a16="http://schemas.microsoft.com/office/drawing/2014/main" id="{6780FF4A-29BF-B3F3-B074-D7468FF0E5FB}"/>
                </a:ext>
              </a:extLst>
            </p:cNvPr>
            <p:cNvSpPr>
              <a:spLocks noGrp="1"/>
            </p:cNvSpPr>
            <p:nvPr/>
          </p:nvSpPr>
          <p:spPr>
            <a:xfrm>
              <a:off x="15627131" y="4330889"/>
              <a:ext cx="581" cy="48669"/>
            </a:xfrm>
            <a:custGeom>
              <a:avLst/>
              <a:gdLst/>
              <a:ahLst/>
              <a:cxnLst/>
              <a:rect l="0" t="0" r="0" b="0"/>
              <a:pathLst>
                <a:path w="581" h="48669">
                  <a:moveTo>
                    <a:pt x="0" y="48669"/>
                  </a:moveTo>
                  <a:lnTo>
                    <a:pt x="58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7" name="Output_receptor__4826">
              <a:extLst>
                <a:ext uri="{FF2B5EF4-FFF2-40B4-BE49-F238E27FC236}">
                  <a16:creationId xmlns:a16="http://schemas.microsoft.com/office/drawing/2014/main" id="{53969E64-9F9E-6490-6D3F-F3DC82E27896}"/>
                </a:ext>
              </a:extLst>
            </p:cNvPr>
            <p:cNvSpPr>
              <a:spLocks noGrp="1"/>
            </p:cNvSpPr>
            <p:nvPr/>
          </p:nvSpPr>
          <p:spPr>
            <a:xfrm>
              <a:off x="15402911" y="4188379"/>
              <a:ext cx="42542" cy="17128"/>
            </a:xfrm>
            <a:custGeom>
              <a:avLst/>
              <a:gdLst/>
              <a:ahLst/>
              <a:cxnLst/>
              <a:rect l="0" t="0" r="0" b="0"/>
              <a:pathLst>
                <a:path w="42542" h="17128">
                  <a:moveTo>
                    <a:pt x="42542" y="0"/>
                  </a:moveTo>
                  <a:lnTo>
                    <a:pt x="0" y="1712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8" name="Output_receptor__4827">
              <a:extLst>
                <a:ext uri="{FF2B5EF4-FFF2-40B4-BE49-F238E27FC236}">
                  <a16:creationId xmlns:a16="http://schemas.microsoft.com/office/drawing/2014/main" id="{B41FB15E-C4F1-8F5B-BE74-3D6A3485BCDA}"/>
                </a:ext>
              </a:extLst>
            </p:cNvPr>
            <p:cNvSpPr>
              <a:spLocks noGrp="1"/>
            </p:cNvSpPr>
            <p:nvPr/>
          </p:nvSpPr>
          <p:spPr>
            <a:xfrm>
              <a:off x="15347320" y="4228679"/>
              <a:ext cx="2151" cy="67658"/>
            </a:xfrm>
            <a:custGeom>
              <a:avLst/>
              <a:gdLst/>
              <a:ahLst/>
              <a:cxnLst/>
              <a:rect l="0" t="0" r="0" b="0"/>
              <a:pathLst>
                <a:path w="2151" h="67658">
                  <a:moveTo>
                    <a:pt x="2151" y="0"/>
                  </a:moveTo>
                  <a:lnTo>
                    <a:pt x="0" y="67658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9" name="Output_receptor__4828">
              <a:extLst>
                <a:ext uri="{FF2B5EF4-FFF2-40B4-BE49-F238E27FC236}">
                  <a16:creationId xmlns:a16="http://schemas.microsoft.com/office/drawing/2014/main" id="{E4096042-E865-CF18-1A42-1FD8D944E639}"/>
                </a:ext>
              </a:extLst>
            </p:cNvPr>
            <p:cNvSpPr>
              <a:spLocks noGrp="1"/>
            </p:cNvSpPr>
            <p:nvPr/>
          </p:nvSpPr>
          <p:spPr>
            <a:xfrm>
              <a:off x="16646754" y="4276862"/>
              <a:ext cx="13737" cy="60810"/>
            </a:xfrm>
            <a:custGeom>
              <a:avLst/>
              <a:gdLst/>
              <a:ahLst/>
              <a:cxnLst/>
              <a:rect l="0" t="0" r="0" b="0"/>
              <a:pathLst>
                <a:path w="13737" h="60810">
                  <a:moveTo>
                    <a:pt x="0" y="60810"/>
                  </a:moveTo>
                  <a:lnTo>
                    <a:pt x="13737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30" name="Output_receptor__4829">
              <a:extLst>
                <a:ext uri="{FF2B5EF4-FFF2-40B4-BE49-F238E27FC236}">
                  <a16:creationId xmlns:a16="http://schemas.microsoft.com/office/drawing/2014/main" id="{DC2F0A08-6478-411E-6241-66368F9FD563}"/>
                </a:ext>
              </a:extLst>
            </p:cNvPr>
            <p:cNvSpPr>
              <a:spLocks noGrp="1"/>
            </p:cNvSpPr>
            <p:nvPr/>
          </p:nvSpPr>
          <p:spPr>
            <a:xfrm>
              <a:off x="15715173" y="4321672"/>
              <a:ext cx="6378" cy="68352"/>
            </a:xfrm>
            <a:custGeom>
              <a:avLst/>
              <a:gdLst/>
              <a:ahLst/>
              <a:cxnLst/>
              <a:rect l="0" t="0" r="0" b="0"/>
              <a:pathLst>
                <a:path w="6378" h="68352">
                  <a:moveTo>
                    <a:pt x="6378" y="683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1" name="Output_receptor__4830">
              <a:extLst>
                <a:ext uri="{FF2B5EF4-FFF2-40B4-BE49-F238E27FC236}">
                  <a16:creationId xmlns:a16="http://schemas.microsoft.com/office/drawing/2014/main" id="{90843F91-FDDF-7852-2F79-70EBEF115388}"/>
                </a:ext>
              </a:extLst>
            </p:cNvPr>
            <p:cNvSpPr>
              <a:spLocks noGrp="1"/>
            </p:cNvSpPr>
            <p:nvPr/>
          </p:nvSpPr>
          <p:spPr>
            <a:xfrm>
              <a:off x="15663758" y="4475555"/>
              <a:ext cx="63715" cy="18667"/>
            </a:xfrm>
            <a:custGeom>
              <a:avLst/>
              <a:gdLst/>
              <a:ahLst/>
              <a:cxnLst/>
              <a:rect l="0" t="0" r="0" b="0"/>
              <a:pathLst>
                <a:path w="63715" h="18667">
                  <a:moveTo>
                    <a:pt x="63715" y="18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2" name="Output_receptor__4831">
              <a:extLst>
                <a:ext uri="{FF2B5EF4-FFF2-40B4-BE49-F238E27FC236}">
                  <a16:creationId xmlns:a16="http://schemas.microsoft.com/office/drawing/2014/main" id="{77A92247-5CB1-3A62-91B5-77B384C19610}"/>
                </a:ext>
              </a:extLst>
            </p:cNvPr>
            <p:cNvSpPr>
              <a:spLocks noGrp="1"/>
            </p:cNvSpPr>
            <p:nvPr/>
          </p:nvSpPr>
          <p:spPr>
            <a:xfrm>
              <a:off x="15509262" y="4237799"/>
              <a:ext cx="28084" cy="22057"/>
            </a:xfrm>
            <a:custGeom>
              <a:avLst/>
              <a:gdLst/>
              <a:ahLst/>
              <a:cxnLst/>
              <a:rect l="0" t="0" r="0" b="0"/>
              <a:pathLst>
                <a:path w="28084" h="22057">
                  <a:moveTo>
                    <a:pt x="28084" y="220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3" name="Output_receptor__4832">
              <a:extLst>
                <a:ext uri="{FF2B5EF4-FFF2-40B4-BE49-F238E27FC236}">
                  <a16:creationId xmlns:a16="http://schemas.microsoft.com/office/drawing/2014/main" id="{57DB499D-6460-9498-BDA7-155618506615}"/>
                </a:ext>
              </a:extLst>
            </p:cNvPr>
            <p:cNvSpPr>
              <a:spLocks noGrp="1"/>
            </p:cNvSpPr>
            <p:nvPr/>
          </p:nvSpPr>
          <p:spPr>
            <a:xfrm>
              <a:off x="15960729" y="4017402"/>
              <a:ext cx="67721" cy="22974"/>
            </a:xfrm>
            <a:custGeom>
              <a:avLst/>
              <a:gdLst/>
              <a:ahLst/>
              <a:cxnLst/>
              <a:rect l="0" t="0" r="0" b="0"/>
              <a:pathLst>
                <a:path w="67721" h="22974">
                  <a:moveTo>
                    <a:pt x="67721" y="0"/>
                  </a:moveTo>
                  <a:lnTo>
                    <a:pt x="0" y="2297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4" name="Output_receptor__4833">
              <a:extLst>
                <a:ext uri="{FF2B5EF4-FFF2-40B4-BE49-F238E27FC236}">
                  <a16:creationId xmlns:a16="http://schemas.microsoft.com/office/drawing/2014/main" id="{A7ECA140-671C-AAE0-DF64-30FB00BFDC68}"/>
                </a:ext>
              </a:extLst>
            </p:cNvPr>
            <p:cNvSpPr>
              <a:spLocks noGrp="1"/>
            </p:cNvSpPr>
            <p:nvPr/>
          </p:nvSpPr>
          <p:spPr>
            <a:xfrm>
              <a:off x="15938088" y="4638412"/>
              <a:ext cx="6092" cy="23733"/>
            </a:xfrm>
            <a:custGeom>
              <a:avLst/>
              <a:gdLst/>
              <a:ahLst/>
              <a:cxnLst/>
              <a:rect l="0" t="0" r="0" b="0"/>
              <a:pathLst>
                <a:path w="6092" h="23733">
                  <a:moveTo>
                    <a:pt x="6092" y="237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5" name="Output_receptor__4834">
              <a:extLst>
                <a:ext uri="{FF2B5EF4-FFF2-40B4-BE49-F238E27FC236}">
                  <a16:creationId xmlns:a16="http://schemas.microsoft.com/office/drawing/2014/main" id="{5B9AF328-A379-EF21-7454-C9AADF7E0247}"/>
                </a:ext>
              </a:extLst>
            </p:cNvPr>
            <p:cNvSpPr>
              <a:spLocks noGrp="1"/>
            </p:cNvSpPr>
            <p:nvPr/>
          </p:nvSpPr>
          <p:spPr>
            <a:xfrm>
              <a:off x="15613597" y="4275969"/>
              <a:ext cx="14115" cy="54919"/>
            </a:xfrm>
            <a:custGeom>
              <a:avLst/>
              <a:gdLst/>
              <a:ahLst/>
              <a:cxnLst/>
              <a:rect l="0" t="0" r="0" b="0"/>
              <a:pathLst>
                <a:path w="14115" h="54919">
                  <a:moveTo>
                    <a:pt x="14115" y="549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6" name="Output_receptor__4835">
              <a:extLst>
                <a:ext uri="{FF2B5EF4-FFF2-40B4-BE49-F238E27FC236}">
                  <a16:creationId xmlns:a16="http://schemas.microsoft.com/office/drawing/2014/main" id="{D9818D4A-70A6-E054-9911-C760F912A201}"/>
                </a:ext>
              </a:extLst>
            </p:cNvPr>
            <p:cNvSpPr>
              <a:spLocks noGrp="1"/>
            </p:cNvSpPr>
            <p:nvPr/>
          </p:nvSpPr>
          <p:spPr>
            <a:xfrm>
              <a:off x="16696643" y="4027284"/>
              <a:ext cx="29873" cy="17122"/>
            </a:xfrm>
            <a:custGeom>
              <a:avLst/>
              <a:gdLst/>
              <a:ahLst/>
              <a:cxnLst/>
              <a:rect l="0" t="0" r="0" b="0"/>
              <a:pathLst>
                <a:path w="29873" h="17122">
                  <a:moveTo>
                    <a:pt x="0" y="17122"/>
                  </a:moveTo>
                  <a:lnTo>
                    <a:pt x="2987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7" name="Output_receptor__4836">
              <a:extLst>
                <a:ext uri="{FF2B5EF4-FFF2-40B4-BE49-F238E27FC236}">
                  <a16:creationId xmlns:a16="http://schemas.microsoft.com/office/drawing/2014/main" id="{C66CEBF4-6E03-9F59-EABF-FB1EDCA24F56}"/>
                </a:ext>
              </a:extLst>
            </p:cNvPr>
            <p:cNvSpPr>
              <a:spLocks noGrp="1"/>
            </p:cNvSpPr>
            <p:nvPr/>
          </p:nvSpPr>
          <p:spPr>
            <a:xfrm>
              <a:off x="16613556" y="3410160"/>
              <a:ext cx="15473" cy="35755"/>
            </a:xfrm>
            <a:custGeom>
              <a:avLst/>
              <a:gdLst/>
              <a:ahLst/>
              <a:cxnLst/>
              <a:rect l="0" t="0" r="0" b="0"/>
              <a:pathLst>
                <a:path w="15473" h="35755">
                  <a:moveTo>
                    <a:pt x="15473" y="357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38" name="Output_receptor__4837">
              <a:extLst>
                <a:ext uri="{FF2B5EF4-FFF2-40B4-BE49-F238E27FC236}">
                  <a16:creationId xmlns:a16="http://schemas.microsoft.com/office/drawing/2014/main" id="{445EDDBF-94E1-FF29-0B21-F7AD9FB738CC}"/>
                </a:ext>
              </a:extLst>
            </p:cNvPr>
            <p:cNvSpPr>
              <a:spLocks noGrp="1"/>
            </p:cNvSpPr>
            <p:nvPr/>
          </p:nvSpPr>
          <p:spPr>
            <a:xfrm>
              <a:off x="16101627" y="4099057"/>
              <a:ext cx="11086" cy="61449"/>
            </a:xfrm>
            <a:custGeom>
              <a:avLst/>
              <a:gdLst/>
              <a:ahLst/>
              <a:cxnLst/>
              <a:rect l="0" t="0" r="0" b="0"/>
              <a:pathLst>
                <a:path w="11086" h="61449">
                  <a:moveTo>
                    <a:pt x="0" y="61449"/>
                  </a:moveTo>
                  <a:lnTo>
                    <a:pt x="11086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9" name="Output_receptor__4838">
              <a:extLst>
                <a:ext uri="{FF2B5EF4-FFF2-40B4-BE49-F238E27FC236}">
                  <a16:creationId xmlns:a16="http://schemas.microsoft.com/office/drawing/2014/main" id="{95517620-19E2-7CD3-A4CE-0A71570961FB}"/>
                </a:ext>
              </a:extLst>
            </p:cNvPr>
            <p:cNvSpPr>
              <a:spLocks noGrp="1"/>
            </p:cNvSpPr>
            <p:nvPr/>
          </p:nvSpPr>
          <p:spPr>
            <a:xfrm>
              <a:off x="15478314" y="2734235"/>
              <a:ext cx="35465" cy="62751"/>
            </a:xfrm>
            <a:custGeom>
              <a:avLst/>
              <a:gdLst/>
              <a:ahLst/>
              <a:cxnLst/>
              <a:rect l="0" t="0" r="0" b="0"/>
              <a:pathLst>
                <a:path w="35465" h="62751">
                  <a:moveTo>
                    <a:pt x="0" y="0"/>
                  </a:moveTo>
                  <a:lnTo>
                    <a:pt x="35465" y="6275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0" name="Output_receptor__4839">
              <a:extLst>
                <a:ext uri="{FF2B5EF4-FFF2-40B4-BE49-F238E27FC236}">
                  <a16:creationId xmlns:a16="http://schemas.microsoft.com/office/drawing/2014/main" id="{47DD66B5-7215-4A5F-9786-3660D69E2460}"/>
                </a:ext>
              </a:extLst>
            </p:cNvPr>
            <p:cNvSpPr>
              <a:spLocks noGrp="1"/>
            </p:cNvSpPr>
            <p:nvPr/>
          </p:nvSpPr>
          <p:spPr>
            <a:xfrm>
              <a:off x="16364970" y="3533303"/>
              <a:ext cx="59342" cy="35981"/>
            </a:xfrm>
            <a:custGeom>
              <a:avLst/>
              <a:gdLst/>
              <a:ahLst/>
              <a:cxnLst/>
              <a:rect l="0" t="0" r="0" b="0"/>
              <a:pathLst>
                <a:path w="59342" h="35981">
                  <a:moveTo>
                    <a:pt x="59342" y="0"/>
                  </a:moveTo>
                  <a:lnTo>
                    <a:pt x="0" y="3598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1" name="Output_receptor__4840">
              <a:extLst>
                <a:ext uri="{FF2B5EF4-FFF2-40B4-BE49-F238E27FC236}">
                  <a16:creationId xmlns:a16="http://schemas.microsoft.com/office/drawing/2014/main" id="{A7608074-2797-05EA-8BFD-0373482F156E}"/>
                </a:ext>
              </a:extLst>
            </p:cNvPr>
            <p:cNvSpPr>
              <a:spLocks noGrp="1"/>
            </p:cNvSpPr>
            <p:nvPr/>
          </p:nvSpPr>
          <p:spPr>
            <a:xfrm>
              <a:off x="15747513" y="4179044"/>
              <a:ext cx="62457" cy="7612"/>
            </a:xfrm>
            <a:custGeom>
              <a:avLst/>
              <a:gdLst/>
              <a:ahLst/>
              <a:cxnLst/>
              <a:rect l="0" t="0" r="0" b="0"/>
              <a:pathLst>
                <a:path w="62457" h="7612">
                  <a:moveTo>
                    <a:pt x="0" y="0"/>
                  </a:moveTo>
                  <a:lnTo>
                    <a:pt x="62457" y="761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2" name="Output_receptor__4841">
              <a:extLst>
                <a:ext uri="{FF2B5EF4-FFF2-40B4-BE49-F238E27FC236}">
                  <a16:creationId xmlns:a16="http://schemas.microsoft.com/office/drawing/2014/main" id="{FD279871-08F6-21F6-EA48-04CC93DF2B53}"/>
                </a:ext>
              </a:extLst>
            </p:cNvPr>
            <p:cNvSpPr>
              <a:spLocks noGrp="1"/>
            </p:cNvSpPr>
            <p:nvPr/>
          </p:nvSpPr>
          <p:spPr>
            <a:xfrm>
              <a:off x="16104973" y="3191392"/>
              <a:ext cx="32517" cy="19348"/>
            </a:xfrm>
            <a:custGeom>
              <a:avLst/>
              <a:gdLst/>
              <a:ahLst/>
              <a:cxnLst/>
              <a:rect l="0" t="0" r="0" b="0"/>
              <a:pathLst>
                <a:path w="32517" h="19348">
                  <a:moveTo>
                    <a:pt x="0" y="19348"/>
                  </a:moveTo>
                  <a:lnTo>
                    <a:pt x="3251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3" name="Output_receptor__4842">
              <a:extLst>
                <a:ext uri="{FF2B5EF4-FFF2-40B4-BE49-F238E27FC236}">
                  <a16:creationId xmlns:a16="http://schemas.microsoft.com/office/drawing/2014/main" id="{C36A0297-7663-9505-2974-AF0217A4C0B8}"/>
                </a:ext>
              </a:extLst>
            </p:cNvPr>
            <p:cNvSpPr>
              <a:spLocks noGrp="1"/>
            </p:cNvSpPr>
            <p:nvPr/>
          </p:nvSpPr>
          <p:spPr>
            <a:xfrm>
              <a:off x="16573758" y="4121816"/>
              <a:ext cx="25087" cy="43717"/>
            </a:xfrm>
            <a:custGeom>
              <a:avLst/>
              <a:gdLst/>
              <a:ahLst/>
              <a:cxnLst/>
              <a:rect l="0" t="0" r="0" b="0"/>
              <a:pathLst>
                <a:path w="25087" h="43717">
                  <a:moveTo>
                    <a:pt x="25087" y="0"/>
                  </a:moveTo>
                  <a:lnTo>
                    <a:pt x="0" y="43717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4" name="Output_receptor__4843">
              <a:extLst>
                <a:ext uri="{FF2B5EF4-FFF2-40B4-BE49-F238E27FC236}">
                  <a16:creationId xmlns:a16="http://schemas.microsoft.com/office/drawing/2014/main" id="{587186F1-19D2-CEC1-F748-FFB426E91742}"/>
                </a:ext>
              </a:extLst>
            </p:cNvPr>
            <p:cNvSpPr>
              <a:spLocks noGrp="1"/>
            </p:cNvSpPr>
            <p:nvPr/>
          </p:nvSpPr>
          <p:spPr>
            <a:xfrm>
              <a:off x="15629486" y="4475555"/>
              <a:ext cx="34273" cy="32004"/>
            </a:xfrm>
            <a:custGeom>
              <a:avLst/>
              <a:gdLst/>
              <a:ahLst/>
              <a:cxnLst/>
              <a:rect l="0" t="0" r="0" b="0"/>
              <a:pathLst>
                <a:path w="34273" h="32004">
                  <a:moveTo>
                    <a:pt x="34273" y="0"/>
                  </a:moveTo>
                  <a:lnTo>
                    <a:pt x="0" y="3200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5" name="Output_receptor__4844">
              <a:extLst>
                <a:ext uri="{FF2B5EF4-FFF2-40B4-BE49-F238E27FC236}">
                  <a16:creationId xmlns:a16="http://schemas.microsoft.com/office/drawing/2014/main" id="{0DC97D02-2839-78D6-49F1-34D67494DFAB}"/>
                </a:ext>
              </a:extLst>
            </p:cNvPr>
            <p:cNvSpPr>
              <a:spLocks noGrp="1"/>
            </p:cNvSpPr>
            <p:nvPr/>
          </p:nvSpPr>
          <p:spPr>
            <a:xfrm>
              <a:off x="15445238" y="4257356"/>
              <a:ext cx="9835" cy="26845"/>
            </a:xfrm>
            <a:custGeom>
              <a:avLst/>
              <a:gdLst/>
              <a:ahLst/>
              <a:cxnLst/>
              <a:rect l="0" t="0" r="0" b="0"/>
              <a:pathLst>
                <a:path w="9835" h="26845">
                  <a:moveTo>
                    <a:pt x="9835" y="268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6" name="Output_receptor__4845">
              <a:extLst>
                <a:ext uri="{FF2B5EF4-FFF2-40B4-BE49-F238E27FC236}">
                  <a16:creationId xmlns:a16="http://schemas.microsoft.com/office/drawing/2014/main" id="{DF012FD3-9A44-EEE3-1746-3D3ADFC6BCBC}"/>
                </a:ext>
              </a:extLst>
            </p:cNvPr>
            <p:cNvSpPr>
              <a:spLocks noGrp="1"/>
            </p:cNvSpPr>
            <p:nvPr/>
          </p:nvSpPr>
          <p:spPr>
            <a:xfrm>
              <a:off x="15720146" y="4179044"/>
              <a:ext cx="27367" cy="52506"/>
            </a:xfrm>
            <a:custGeom>
              <a:avLst/>
              <a:gdLst/>
              <a:ahLst/>
              <a:cxnLst/>
              <a:rect l="0" t="0" r="0" b="0"/>
              <a:pathLst>
                <a:path w="27367" h="52506">
                  <a:moveTo>
                    <a:pt x="0" y="52506"/>
                  </a:moveTo>
                  <a:lnTo>
                    <a:pt x="2736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7" name="Output_receptor__4846">
              <a:extLst>
                <a:ext uri="{FF2B5EF4-FFF2-40B4-BE49-F238E27FC236}">
                  <a16:creationId xmlns:a16="http://schemas.microsoft.com/office/drawing/2014/main" id="{0D0F38FA-9550-8EA9-A915-4DBACDD6937F}"/>
                </a:ext>
              </a:extLst>
            </p:cNvPr>
            <p:cNvSpPr>
              <a:spLocks noGrp="1"/>
            </p:cNvSpPr>
            <p:nvPr/>
          </p:nvSpPr>
          <p:spPr>
            <a:xfrm>
              <a:off x="15619292" y="3451045"/>
              <a:ext cx="42869" cy="19142"/>
            </a:xfrm>
            <a:custGeom>
              <a:avLst/>
              <a:gdLst/>
              <a:ahLst/>
              <a:cxnLst/>
              <a:rect l="0" t="0" r="0" b="0"/>
              <a:pathLst>
                <a:path w="42869" h="19142">
                  <a:moveTo>
                    <a:pt x="42869" y="0"/>
                  </a:moveTo>
                  <a:lnTo>
                    <a:pt x="0" y="19142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48" name="Output_receptor__4847">
              <a:extLst>
                <a:ext uri="{FF2B5EF4-FFF2-40B4-BE49-F238E27FC236}">
                  <a16:creationId xmlns:a16="http://schemas.microsoft.com/office/drawing/2014/main" id="{7803BCA9-9B79-DBE6-C462-4BD185DF9782}"/>
                </a:ext>
              </a:extLst>
            </p:cNvPr>
            <p:cNvSpPr>
              <a:spLocks noGrp="1"/>
            </p:cNvSpPr>
            <p:nvPr/>
          </p:nvSpPr>
          <p:spPr>
            <a:xfrm>
              <a:off x="16643039" y="3957570"/>
              <a:ext cx="67948" cy="16491"/>
            </a:xfrm>
            <a:custGeom>
              <a:avLst/>
              <a:gdLst/>
              <a:ahLst/>
              <a:cxnLst/>
              <a:rect l="0" t="0" r="0" b="0"/>
              <a:pathLst>
                <a:path w="67948" h="16491">
                  <a:moveTo>
                    <a:pt x="67948" y="0"/>
                  </a:moveTo>
                  <a:lnTo>
                    <a:pt x="0" y="1649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9" name="Output_receptor__4848">
              <a:extLst>
                <a:ext uri="{FF2B5EF4-FFF2-40B4-BE49-F238E27FC236}">
                  <a16:creationId xmlns:a16="http://schemas.microsoft.com/office/drawing/2014/main" id="{4EE4586D-20B0-66C5-2A68-8791B97026EB}"/>
                </a:ext>
              </a:extLst>
            </p:cNvPr>
            <p:cNvSpPr>
              <a:spLocks noGrp="1"/>
            </p:cNvSpPr>
            <p:nvPr/>
          </p:nvSpPr>
          <p:spPr>
            <a:xfrm>
              <a:off x="15347320" y="4296336"/>
              <a:ext cx="37252" cy="20219"/>
            </a:xfrm>
            <a:custGeom>
              <a:avLst/>
              <a:gdLst/>
              <a:ahLst/>
              <a:cxnLst/>
              <a:rect l="0" t="0" r="0" b="0"/>
              <a:pathLst>
                <a:path w="37252" h="20219">
                  <a:moveTo>
                    <a:pt x="0" y="0"/>
                  </a:moveTo>
                  <a:lnTo>
                    <a:pt x="37252" y="2021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50" name="Output_receptor__4849">
              <a:extLst>
                <a:ext uri="{FF2B5EF4-FFF2-40B4-BE49-F238E27FC236}">
                  <a16:creationId xmlns:a16="http://schemas.microsoft.com/office/drawing/2014/main" id="{2D27BA75-3EEF-8CF1-37D5-877C79BA4B56}"/>
                </a:ext>
              </a:extLst>
            </p:cNvPr>
            <p:cNvSpPr>
              <a:spLocks noGrp="1"/>
            </p:cNvSpPr>
            <p:nvPr/>
          </p:nvSpPr>
          <p:spPr>
            <a:xfrm>
              <a:off x="16583195" y="4065426"/>
              <a:ext cx="15651" cy="56390"/>
            </a:xfrm>
            <a:custGeom>
              <a:avLst/>
              <a:gdLst/>
              <a:ahLst/>
              <a:cxnLst/>
              <a:rect l="0" t="0" r="0" b="0"/>
              <a:pathLst>
                <a:path w="15651" h="56390">
                  <a:moveTo>
                    <a:pt x="0" y="0"/>
                  </a:moveTo>
                  <a:lnTo>
                    <a:pt x="15651" y="5639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1" name="Output_receptor__4850">
              <a:extLst>
                <a:ext uri="{FF2B5EF4-FFF2-40B4-BE49-F238E27FC236}">
                  <a16:creationId xmlns:a16="http://schemas.microsoft.com/office/drawing/2014/main" id="{21257C3E-3170-A9E9-B472-26229C813C10}"/>
                </a:ext>
              </a:extLst>
            </p:cNvPr>
            <p:cNvSpPr>
              <a:spLocks noGrp="1"/>
            </p:cNvSpPr>
            <p:nvPr/>
          </p:nvSpPr>
          <p:spPr>
            <a:xfrm>
              <a:off x="15884865" y="4117055"/>
              <a:ext cx="34129" cy="47224"/>
            </a:xfrm>
            <a:custGeom>
              <a:avLst/>
              <a:gdLst/>
              <a:ahLst/>
              <a:cxnLst/>
              <a:rect l="0" t="0" r="0" b="0"/>
              <a:pathLst>
                <a:path w="34129" h="47224">
                  <a:moveTo>
                    <a:pt x="0" y="47224"/>
                  </a:moveTo>
                  <a:lnTo>
                    <a:pt x="3412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2" name="Output_receptor__4851">
              <a:extLst>
                <a:ext uri="{FF2B5EF4-FFF2-40B4-BE49-F238E27FC236}">
                  <a16:creationId xmlns:a16="http://schemas.microsoft.com/office/drawing/2014/main" id="{C54A7E7F-B7BC-1FC3-F766-8324D341FDAF}"/>
                </a:ext>
              </a:extLst>
            </p:cNvPr>
            <p:cNvSpPr>
              <a:spLocks noGrp="1"/>
            </p:cNvSpPr>
            <p:nvPr/>
          </p:nvSpPr>
          <p:spPr>
            <a:xfrm>
              <a:off x="15535035" y="2699643"/>
              <a:ext cx="56729" cy="26917"/>
            </a:xfrm>
            <a:custGeom>
              <a:avLst/>
              <a:gdLst/>
              <a:ahLst/>
              <a:cxnLst/>
              <a:rect l="0" t="0" r="0" b="0"/>
              <a:pathLst>
                <a:path w="56729" h="26917">
                  <a:moveTo>
                    <a:pt x="56729" y="269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3" name="Output_receptor__4852">
              <a:extLst>
                <a:ext uri="{FF2B5EF4-FFF2-40B4-BE49-F238E27FC236}">
                  <a16:creationId xmlns:a16="http://schemas.microsoft.com/office/drawing/2014/main" id="{A1DC5945-DF70-A29E-BBFA-0D7FE2156ED6}"/>
                </a:ext>
              </a:extLst>
            </p:cNvPr>
            <p:cNvSpPr>
              <a:spLocks noGrp="1"/>
            </p:cNvSpPr>
            <p:nvPr/>
          </p:nvSpPr>
          <p:spPr>
            <a:xfrm>
              <a:off x="16483650" y="3781542"/>
              <a:ext cx="67419" cy="3201"/>
            </a:xfrm>
            <a:custGeom>
              <a:avLst/>
              <a:gdLst/>
              <a:ahLst/>
              <a:cxnLst/>
              <a:rect l="0" t="0" r="0" b="0"/>
              <a:pathLst>
                <a:path w="67419" h="3201">
                  <a:moveTo>
                    <a:pt x="0" y="3201"/>
                  </a:moveTo>
                  <a:lnTo>
                    <a:pt x="6741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4" name="Output_receptor__4853">
              <a:extLst>
                <a:ext uri="{FF2B5EF4-FFF2-40B4-BE49-F238E27FC236}">
                  <a16:creationId xmlns:a16="http://schemas.microsoft.com/office/drawing/2014/main" id="{768F914F-CAB3-02A2-C8FE-9B50A064066B}"/>
                </a:ext>
              </a:extLst>
            </p:cNvPr>
            <p:cNvSpPr>
              <a:spLocks noGrp="1"/>
            </p:cNvSpPr>
            <p:nvPr/>
          </p:nvSpPr>
          <p:spPr>
            <a:xfrm>
              <a:off x="15703303" y="4494222"/>
              <a:ext cx="24170" cy="67488"/>
            </a:xfrm>
            <a:custGeom>
              <a:avLst/>
              <a:gdLst/>
              <a:ahLst/>
              <a:cxnLst/>
              <a:rect l="0" t="0" r="0" b="0"/>
              <a:pathLst>
                <a:path w="24170" h="67488">
                  <a:moveTo>
                    <a:pt x="0" y="67488"/>
                  </a:moveTo>
                  <a:lnTo>
                    <a:pt x="2417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5" name="Output_receptor__4854">
              <a:extLst>
                <a:ext uri="{FF2B5EF4-FFF2-40B4-BE49-F238E27FC236}">
                  <a16:creationId xmlns:a16="http://schemas.microsoft.com/office/drawing/2014/main" id="{15AFB923-9E3F-BD6E-14E2-BAA57B824BF1}"/>
                </a:ext>
              </a:extLst>
            </p:cNvPr>
            <p:cNvSpPr>
              <a:spLocks noGrp="1"/>
            </p:cNvSpPr>
            <p:nvPr/>
          </p:nvSpPr>
          <p:spPr>
            <a:xfrm>
              <a:off x="15726267" y="3413096"/>
              <a:ext cx="19874" cy="65259"/>
            </a:xfrm>
            <a:custGeom>
              <a:avLst/>
              <a:gdLst/>
              <a:ahLst/>
              <a:cxnLst/>
              <a:rect l="0" t="0" r="0" b="0"/>
              <a:pathLst>
                <a:path w="19874" h="65259">
                  <a:moveTo>
                    <a:pt x="19874" y="0"/>
                  </a:moveTo>
                  <a:lnTo>
                    <a:pt x="0" y="65259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6" name="Output_receptor__4855">
              <a:extLst>
                <a:ext uri="{FF2B5EF4-FFF2-40B4-BE49-F238E27FC236}">
                  <a16:creationId xmlns:a16="http://schemas.microsoft.com/office/drawing/2014/main" id="{E885F6D3-AB71-078E-4A58-9D0DF27F892D}"/>
                </a:ext>
              </a:extLst>
            </p:cNvPr>
            <p:cNvSpPr>
              <a:spLocks noGrp="1"/>
            </p:cNvSpPr>
            <p:nvPr/>
          </p:nvSpPr>
          <p:spPr>
            <a:xfrm>
              <a:off x="15828509" y="2809540"/>
              <a:ext cx="17622" cy="67248"/>
            </a:xfrm>
            <a:custGeom>
              <a:avLst/>
              <a:gdLst/>
              <a:ahLst/>
              <a:cxnLst/>
              <a:rect l="0" t="0" r="0" b="0"/>
              <a:pathLst>
                <a:path w="17622" h="67248">
                  <a:moveTo>
                    <a:pt x="0" y="0"/>
                  </a:moveTo>
                  <a:lnTo>
                    <a:pt x="17622" y="67248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4857" name="Output_receptor__4856">
              <a:extLst>
                <a:ext uri="{FF2B5EF4-FFF2-40B4-BE49-F238E27FC236}">
                  <a16:creationId xmlns:a16="http://schemas.microsoft.com/office/drawing/2014/main" id="{E7719FD6-FAB3-C4E6-9A7A-1AC8AE1E05BF}"/>
                </a:ext>
              </a:extLst>
            </p:cNvPr>
            <p:cNvSpPr>
              <a:spLocks noGrp="1"/>
            </p:cNvSpPr>
            <p:nvPr/>
          </p:nvSpPr>
          <p:spPr>
            <a:xfrm>
              <a:off x="15529312" y="4259856"/>
              <a:ext cx="8033" cy="68948"/>
            </a:xfrm>
            <a:custGeom>
              <a:avLst/>
              <a:gdLst/>
              <a:ahLst/>
              <a:cxnLst/>
              <a:rect l="0" t="0" r="0" b="0"/>
              <a:pathLst>
                <a:path w="8033" h="68948">
                  <a:moveTo>
                    <a:pt x="0" y="68948"/>
                  </a:moveTo>
                  <a:lnTo>
                    <a:pt x="803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58" name="Output_receptor__4857">
              <a:extLst>
                <a:ext uri="{FF2B5EF4-FFF2-40B4-BE49-F238E27FC236}">
                  <a16:creationId xmlns:a16="http://schemas.microsoft.com/office/drawing/2014/main" id="{E2B6D66F-955A-BB8C-B21F-5CB900DB1821}"/>
                </a:ext>
              </a:extLst>
            </p:cNvPr>
            <p:cNvSpPr>
              <a:spLocks noGrp="1"/>
            </p:cNvSpPr>
            <p:nvPr/>
          </p:nvSpPr>
          <p:spPr>
            <a:xfrm>
              <a:off x="15478314" y="2699643"/>
              <a:ext cx="56721" cy="34592"/>
            </a:xfrm>
            <a:custGeom>
              <a:avLst/>
              <a:gdLst/>
              <a:ahLst/>
              <a:cxnLst/>
              <a:rect l="0" t="0" r="0" b="0"/>
              <a:pathLst>
                <a:path w="56721" h="34592">
                  <a:moveTo>
                    <a:pt x="56721" y="0"/>
                  </a:moveTo>
                  <a:lnTo>
                    <a:pt x="0" y="3459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59" name="Output_receptor__4858">
              <a:extLst>
                <a:ext uri="{FF2B5EF4-FFF2-40B4-BE49-F238E27FC236}">
                  <a16:creationId xmlns:a16="http://schemas.microsoft.com/office/drawing/2014/main" id="{BF62568B-EEAD-9068-EDB4-56A6461A184C}"/>
                </a:ext>
              </a:extLst>
            </p:cNvPr>
            <p:cNvSpPr>
              <a:spLocks noGrp="1"/>
            </p:cNvSpPr>
            <p:nvPr/>
          </p:nvSpPr>
          <p:spPr>
            <a:xfrm>
              <a:off x="16660491" y="4254791"/>
              <a:ext cx="68033" cy="22071"/>
            </a:xfrm>
            <a:custGeom>
              <a:avLst/>
              <a:gdLst/>
              <a:ahLst/>
              <a:cxnLst/>
              <a:rect l="0" t="0" r="0" b="0"/>
              <a:pathLst>
                <a:path w="68033" h="22071">
                  <a:moveTo>
                    <a:pt x="0" y="22071"/>
                  </a:moveTo>
                  <a:lnTo>
                    <a:pt x="68033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0" name="Output_receptor__4859">
              <a:extLst>
                <a:ext uri="{FF2B5EF4-FFF2-40B4-BE49-F238E27FC236}">
                  <a16:creationId xmlns:a16="http://schemas.microsoft.com/office/drawing/2014/main" id="{028F63FE-BDB6-7FD9-B8BF-C2A3AA633D5F}"/>
                </a:ext>
              </a:extLst>
            </p:cNvPr>
            <p:cNvSpPr>
              <a:spLocks noGrp="1"/>
            </p:cNvSpPr>
            <p:nvPr/>
          </p:nvSpPr>
          <p:spPr>
            <a:xfrm>
              <a:off x="16551069" y="3781542"/>
              <a:ext cx="17186" cy="60837"/>
            </a:xfrm>
            <a:custGeom>
              <a:avLst/>
              <a:gdLst/>
              <a:ahLst/>
              <a:cxnLst/>
              <a:rect l="0" t="0" r="0" b="0"/>
              <a:pathLst>
                <a:path w="17186" h="60837">
                  <a:moveTo>
                    <a:pt x="0" y="0"/>
                  </a:moveTo>
                  <a:lnTo>
                    <a:pt x="17186" y="608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1" name="Output_receptor__4860">
              <a:extLst>
                <a:ext uri="{FF2B5EF4-FFF2-40B4-BE49-F238E27FC236}">
                  <a16:creationId xmlns:a16="http://schemas.microsoft.com/office/drawing/2014/main" id="{771A3507-9895-85BF-DE24-77FF0034FBE1}"/>
                </a:ext>
              </a:extLst>
            </p:cNvPr>
            <p:cNvSpPr>
              <a:spLocks noGrp="1"/>
            </p:cNvSpPr>
            <p:nvPr/>
          </p:nvSpPr>
          <p:spPr>
            <a:xfrm>
              <a:off x="16509522" y="4086645"/>
              <a:ext cx="5146" cy="9239"/>
            </a:xfrm>
            <a:custGeom>
              <a:avLst/>
              <a:gdLst/>
              <a:ahLst/>
              <a:cxnLst/>
              <a:rect l="0" t="0" r="0" b="0"/>
              <a:pathLst>
                <a:path w="5146" h="9239">
                  <a:moveTo>
                    <a:pt x="0" y="9239"/>
                  </a:moveTo>
                  <a:lnTo>
                    <a:pt x="514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2" name="Output_receptor__4861">
              <a:extLst>
                <a:ext uri="{FF2B5EF4-FFF2-40B4-BE49-F238E27FC236}">
                  <a16:creationId xmlns:a16="http://schemas.microsoft.com/office/drawing/2014/main" id="{EE25E2AE-511B-FC69-1A30-41F0E36D37D9}"/>
                </a:ext>
              </a:extLst>
            </p:cNvPr>
            <p:cNvSpPr>
              <a:spLocks noGrp="1"/>
            </p:cNvSpPr>
            <p:nvPr/>
          </p:nvSpPr>
          <p:spPr>
            <a:xfrm>
              <a:off x="16028451" y="4017402"/>
              <a:ext cx="20561" cy="39918"/>
            </a:xfrm>
            <a:custGeom>
              <a:avLst/>
              <a:gdLst/>
              <a:ahLst/>
              <a:cxnLst/>
              <a:rect l="0" t="0" r="0" b="0"/>
              <a:pathLst>
                <a:path w="20561" h="39918">
                  <a:moveTo>
                    <a:pt x="20561" y="399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3" name="Output_receptor__4862">
              <a:extLst>
                <a:ext uri="{FF2B5EF4-FFF2-40B4-BE49-F238E27FC236}">
                  <a16:creationId xmlns:a16="http://schemas.microsoft.com/office/drawing/2014/main" id="{C757C21B-F164-0AAD-6A1B-544F62E0B36B}"/>
                </a:ext>
              </a:extLst>
            </p:cNvPr>
            <p:cNvSpPr>
              <a:spLocks noGrp="1"/>
            </p:cNvSpPr>
            <p:nvPr/>
          </p:nvSpPr>
          <p:spPr>
            <a:xfrm>
              <a:off x="15804821" y="4186657"/>
              <a:ext cx="5148" cy="71864"/>
            </a:xfrm>
            <a:custGeom>
              <a:avLst/>
              <a:gdLst/>
              <a:ahLst/>
              <a:cxnLst/>
              <a:rect l="0" t="0" r="0" b="0"/>
              <a:pathLst>
                <a:path w="5148" h="71864">
                  <a:moveTo>
                    <a:pt x="5148" y="0"/>
                  </a:moveTo>
                  <a:lnTo>
                    <a:pt x="0" y="7186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4" name="Output_receptor__4863">
              <a:extLst>
                <a:ext uri="{FF2B5EF4-FFF2-40B4-BE49-F238E27FC236}">
                  <a16:creationId xmlns:a16="http://schemas.microsoft.com/office/drawing/2014/main" id="{90DB4062-E841-62EC-20F2-79BBCC19A2AE}"/>
                </a:ext>
              </a:extLst>
            </p:cNvPr>
            <p:cNvSpPr>
              <a:spLocks noGrp="1"/>
            </p:cNvSpPr>
            <p:nvPr/>
          </p:nvSpPr>
          <p:spPr>
            <a:xfrm>
              <a:off x="16548715" y="4296832"/>
              <a:ext cx="32350" cy="53270"/>
            </a:xfrm>
            <a:custGeom>
              <a:avLst/>
              <a:gdLst/>
              <a:ahLst/>
              <a:cxnLst/>
              <a:rect l="0" t="0" r="0" b="0"/>
              <a:pathLst>
                <a:path w="32350" h="53270">
                  <a:moveTo>
                    <a:pt x="0" y="0"/>
                  </a:moveTo>
                  <a:lnTo>
                    <a:pt x="32350" y="5327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5" name="Output_receptor__4864">
              <a:extLst>
                <a:ext uri="{FF2B5EF4-FFF2-40B4-BE49-F238E27FC236}">
                  <a16:creationId xmlns:a16="http://schemas.microsoft.com/office/drawing/2014/main" id="{D3B91E54-E426-0A46-88C1-832FBC8E74D6}"/>
                </a:ext>
              </a:extLst>
            </p:cNvPr>
            <p:cNvSpPr>
              <a:spLocks noGrp="1"/>
            </p:cNvSpPr>
            <p:nvPr/>
          </p:nvSpPr>
          <p:spPr>
            <a:xfrm>
              <a:off x="16511421" y="3842378"/>
              <a:ext cx="56834" cy="35037"/>
            </a:xfrm>
            <a:custGeom>
              <a:avLst/>
              <a:gdLst/>
              <a:ahLst/>
              <a:cxnLst/>
              <a:rect l="0" t="0" r="0" b="0"/>
              <a:pathLst>
                <a:path w="56834" h="35037">
                  <a:moveTo>
                    <a:pt x="56834" y="0"/>
                  </a:moveTo>
                  <a:lnTo>
                    <a:pt x="0" y="350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6" name="Output_receptor__4865">
              <a:extLst>
                <a:ext uri="{FF2B5EF4-FFF2-40B4-BE49-F238E27FC236}">
                  <a16:creationId xmlns:a16="http://schemas.microsoft.com/office/drawing/2014/main" id="{D34A8A2A-3D2A-2FC6-62EB-794F0A129473}"/>
                </a:ext>
              </a:extLst>
            </p:cNvPr>
            <p:cNvSpPr>
              <a:spLocks noGrp="1"/>
            </p:cNvSpPr>
            <p:nvPr/>
          </p:nvSpPr>
          <p:spPr>
            <a:xfrm>
              <a:off x="16546012" y="3602375"/>
              <a:ext cx="27298" cy="18675"/>
            </a:xfrm>
            <a:custGeom>
              <a:avLst/>
              <a:gdLst/>
              <a:ahLst/>
              <a:cxnLst/>
              <a:rect l="0" t="0" r="0" b="0"/>
              <a:pathLst>
                <a:path w="27298" h="18675">
                  <a:moveTo>
                    <a:pt x="0" y="0"/>
                  </a:moveTo>
                  <a:lnTo>
                    <a:pt x="27298" y="1867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7" name="Output_receptor__4866">
              <a:extLst>
                <a:ext uri="{FF2B5EF4-FFF2-40B4-BE49-F238E27FC236}">
                  <a16:creationId xmlns:a16="http://schemas.microsoft.com/office/drawing/2014/main" id="{DDA00E27-4341-9A74-D418-0EFE17BB98B6}"/>
                </a:ext>
              </a:extLst>
            </p:cNvPr>
            <p:cNvSpPr>
              <a:spLocks noGrp="1"/>
            </p:cNvSpPr>
            <p:nvPr/>
          </p:nvSpPr>
          <p:spPr>
            <a:xfrm>
              <a:off x="16102944" y="3353725"/>
              <a:ext cx="2923" cy="46468"/>
            </a:xfrm>
            <a:custGeom>
              <a:avLst/>
              <a:gdLst/>
              <a:ahLst/>
              <a:cxnLst/>
              <a:rect l="0" t="0" r="0" b="0"/>
              <a:pathLst>
                <a:path w="2923" h="46468">
                  <a:moveTo>
                    <a:pt x="0" y="46468"/>
                  </a:moveTo>
                  <a:lnTo>
                    <a:pt x="2923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8" name="Output_receptor__4867">
              <a:extLst>
                <a:ext uri="{FF2B5EF4-FFF2-40B4-BE49-F238E27FC236}">
                  <a16:creationId xmlns:a16="http://schemas.microsoft.com/office/drawing/2014/main" id="{6BF8EB64-AE2B-8E94-D51A-4872B45CAA7B}"/>
                </a:ext>
              </a:extLst>
            </p:cNvPr>
            <p:cNvSpPr>
              <a:spLocks noGrp="1"/>
            </p:cNvSpPr>
            <p:nvPr/>
          </p:nvSpPr>
          <p:spPr>
            <a:xfrm>
              <a:off x="15636971" y="2915410"/>
              <a:ext cx="18948" cy="1494"/>
            </a:xfrm>
            <a:custGeom>
              <a:avLst/>
              <a:gdLst/>
              <a:ahLst/>
              <a:cxnLst/>
              <a:rect l="0" t="0" r="0" b="0"/>
              <a:pathLst>
                <a:path w="18948" h="1494">
                  <a:moveTo>
                    <a:pt x="0" y="0"/>
                  </a:moveTo>
                  <a:lnTo>
                    <a:pt x="18948" y="1494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9" name="Output_receptor__4868">
              <a:extLst>
                <a:ext uri="{FF2B5EF4-FFF2-40B4-BE49-F238E27FC236}">
                  <a16:creationId xmlns:a16="http://schemas.microsoft.com/office/drawing/2014/main" id="{BE4ECB26-D883-5CA8-0528-180772D61054}"/>
                </a:ext>
              </a:extLst>
            </p:cNvPr>
            <p:cNvSpPr>
              <a:spLocks noGrp="1"/>
            </p:cNvSpPr>
            <p:nvPr/>
          </p:nvSpPr>
          <p:spPr>
            <a:xfrm>
              <a:off x="15870313" y="4066341"/>
              <a:ext cx="48681" cy="50714"/>
            </a:xfrm>
            <a:custGeom>
              <a:avLst/>
              <a:gdLst/>
              <a:ahLst/>
              <a:cxnLst/>
              <a:rect l="0" t="0" r="0" b="0"/>
              <a:pathLst>
                <a:path w="48681" h="50714">
                  <a:moveTo>
                    <a:pt x="48681" y="507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0" name="Output_receptor__4869">
              <a:extLst>
                <a:ext uri="{FF2B5EF4-FFF2-40B4-BE49-F238E27FC236}">
                  <a16:creationId xmlns:a16="http://schemas.microsoft.com/office/drawing/2014/main" id="{D6991A48-A8AD-C898-8B9B-A4ADC1D61CFF}"/>
                </a:ext>
              </a:extLst>
            </p:cNvPr>
            <p:cNvSpPr>
              <a:spLocks noGrp="1"/>
            </p:cNvSpPr>
            <p:nvPr/>
          </p:nvSpPr>
          <p:spPr>
            <a:xfrm>
              <a:off x="15815466" y="4066341"/>
              <a:ext cx="54847" cy="43131"/>
            </a:xfrm>
            <a:custGeom>
              <a:avLst/>
              <a:gdLst/>
              <a:ahLst/>
              <a:cxnLst/>
              <a:rect l="0" t="0" r="0" b="0"/>
              <a:pathLst>
                <a:path w="54847" h="43131">
                  <a:moveTo>
                    <a:pt x="54847" y="0"/>
                  </a:moveTo>
                  <a:lnTo>
                    <a:pt x="0" y="4313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1" name="Output_receptor__4870">
              <a:extLst>
                <a:ext uri="{FF2B5EF4-FFF2-40B4-BE49-F238E27FC236}">
                  <a16:creationId xmlns:a16="http://schemas.microsoft.com/office/drawing/2014/main" id="{32645904-661E-F637-8A78-DA6C0AE92AE8}"/>
                </a:ext>
              </a:extLst>
            </p:cNvPr>
            <p:cNvSpPr>
              <a:spLocks noGrp="1"/>
            </p:cNvSpPr>
            <p:nvPr/>
          </p:nvSpPr>
          <p:spPr>
            <a:xfrm>
              <a:off x="15880665" y="3943085"/>
              <a:ext cx="56054" cy="15022"/>
            </a:xfrm>
            <a:custGeom>
              <a:avLst/>
              <a:gdLst/>
              <a:ahLst/>
              <a:cxnLst/>
              <a:rect l="0" t="0" r="0" b="0"/>
              <a:pathLst>
                <a:path w="56054" h="15022">
                  <a:moveTo>
                    <a:pt x="56054" y="0"/>
                  </a:moveTo>
                  <a:lnTo>
                    <a:pt x="0" y="1502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2" name="Output_receptor__4871">
              <a:extLst>
                <a:ext uri="{FF2B5EF4-FFF2-40B4-BE49-F238E27FC236}">
                  <a16:creationId xmlns:a16="http://schemas.microsoft.com/office/drawing/2014/main" id="{C114AC09-BA24-8717-4E60-B11200C37A78}"/>
                </a:ext>
              </a:extLst>
            </p:cNvPr>
            <p:cNvSpPr>
              <a:spLocks noGrp="1"/>
            </p:cNvSpPr>
            <p:nvPr/>
          </p:nvSpPr>
          <p:spPr>
            <a:xfrm>
              <a:off x="16710987" y="3957570"/>
              <a:ext cx="15528" cy="69713"/>
            </a:xfrm>
            <a:custGeom>
              <a:avLst/>
              <a:gdLst/>
              <a:ahLst/>
              <a:cxnLst/>
              <a:rect l="0" t="0" r="0" b="0"/>
              <a:pathLst>
                <a:path w="15528" h="69713">
                  <a:moveTo>
                    <a:pt x="15528" y="697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3" name="Output_receptor__4872">
              <a:extLst>
                <a:ext uri="{FF2B5EF4-FFF2-40B4-BE49-F238E27FC236}">
                  <a16:creationId xmlns:a16="http://schemas.microsoft.com/office/drawing/2014/main" id="{FACDC665-258E-6EE4-5044-3414C3BD3AE6}"/>
                </a:ext>
              </a:extLst>
            </p:cNvPr>
            <p:cNvSpPr>
              <a:spLocks noGrp="1"/>
            </p:cNvSpPr>
            <p:nvPr/>
          </p:nvSpPr>
          <p:spPr>
            <a:xfrm>
              <a:off x="15846131" y="2876787"/>
              <a:ext cx="53795" cy="21782"/>
            </a:xfrm>
            <a:custGeom>
              <a:avLst/>
              <a:gdLst/>
              <a:ahLst/>
              <a:cxnLst/>
              <a:rect l="0" t="0" r="0" b="0"/>
              <a:pathLst>
                <a:path w="53795" h="21782">
                  <a:moveTo>
                    <a:pt x="0" y="0"/>
                  </a:moveTo>
                  <a:lnTo>
                    <a:pt x="53795" y="2178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4" name="Output_receptor__4873">
              <a:extLst>
                <a:ext uri="{FF2B5EF4-FFF2-40B4-BE49-F238E27FC236}">
                  <a16:creationId xmlns:a16="http://schemas.microsoft.com/office/drawing/2014/main" id="{BC2D2BD1-389C-D088-0F9D-D920EFED3A7A}"/>
                </a:ext>
              </a:extLst>
            </p:cNvPr>
            <p:cNvSpPr>
              <a:spLocks noGrp="1"/>
            </p:cNvSpPr>
            <p:nvPr/>
          </p:nvSpPr>
          <p:spPr>
            <a:xfrm>
              <a:off x="15936719" y="3943085"/>
              <a:ext cx="52082" cy="13234"/>
            </a:xfrm>
            <a:custGeom>
              <a:avLst/>
              <a:gdLst/>
              <a:ahLst/>
              <a:cxnLst/>
              <a:rect l="0" t="0" r="0" b="0"/>
              <a:pathLst>
                <a:path w="52082" h="13234">
                  <a:moveTo>
                    <a:pt x="52082" y="132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5" name="Output_receptor__4874">
              <a:extLst>
                <a:ext uri="{FF2B5EF4-FFF2-40B4-BE49-F238E27FC236}">
                  <a16:creationId xmlns:a16="http://schemas.microsoft.com/office/drawing/2014/main" id="{E5C5560B-9385-1F54-F44B-6FE5AE42FCDC}"/>
                </a:ext>
              </a:extLst>
            </p:cNvPr>
            <p:cNvSpPr>
              <a:spLocks noGrp="1"/>
            </p:cNvSpPr>
            <p:nvPr/>
          </p:nvSpPr>
          <p:spPr>
            <a:xfrm>
              <a:off x="15763344" y="2778768"/>
              <a:ext cx="65165" cy="30771"/>
            </a:xfrm>
            <a:custGeom>
              <a:avLst/>
              <a:gdLst/>
              <a:ahLst/>
              <a:cxnLst/>
              <a:rect l="0" t="0" r="0" b="0"/>
              <a:pathLst>
                <a:path w="65165" h="30771">
                  <a:moveTo>
                    <a:pt x="0" y="0"/>
                  </a:moveTo>
                  <a:lnTo>
                    <a:pt x="65165" y="30771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76" name="Output_receptor__4875">
              <a:extLst>
                <a:ext uri="{FF2B5EF4-FFF2-40B4-BE49-F238E27FC236}">
                  <a16:creationId xmlns:a16="http://schemas.microsoft.com/office/drawing/2014/main" id="{C311BEEF-0400-BD77-29ED-8DAAFA1A3068}"/>
                </a:ext>
              </a:extLst>
            </p:cNvPr>
            <p:cNvSpPr>
              <a:spLocks noGrp="1"/>
            </p:cNvSpPr>
            <p:nvPr/>
          </p:nvSpPr>
          <p:spPr>
            <a:xfrm>
              <a:off x="15649751" y="3948381"/>
              <a:ext cx="48612" cy="29756"/>
            </a:xfrm>
            <a:custGeom>
              <a:avLst/>
              <a:gdLst/>
              <a:ahLst/>
              <a:cxnLst/>
              <a:rect l="0" t="0" r="0" b="0"/>
              <a:pathLst>
                <a:path w="48612" h="29756">
                  <a:moveTo>
                    <a:pt x="48612" y="0"/>
                  </a:moveTo>
                  <a:lnTo>
                    <a:pt x="0" y="297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7" name="Output_receptor__4876">
              <a:extLst>
                <a:ext uri="{FF2B5EF4-FFF2-40B4-BE49-F238E27FC236}">
                  <a16:creationId xmlns:a16="http://schemas.microsoft.com/office/drawing/2014/main" id="{7A740B26-882F-FC61-6617-1922B922A9AC}"/>
                </a:ext>
              </a:extLst>
            </p:cNvPr>
            <p:cNvSpPr>
              <a:spLocks noGrp="1"/>
            </p:cNvSpPr>
            <p:nvPr/>
          </p:nvSpPr>
          <p:spPr>
            <a:xfrm>
              <a:off x="16629030" y="3445915"/>
              <a:ext cx="61982" cy="36899"/>
            </a:xfrm>
            <a:custGeom>
              <a:avLst/>
              <a:gdLst/>
              <a:ahLst/>
              <a:cxnLst/>
              <a:rect l="0" t="0" r="0" b="0"/>
              <a:pathLst>
                <a:path w="61982" h="36899">
                  <a:moveTo>
                    <a:pt x="61982" y="368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78" name="Output_receptor__4877">
              <a:extLst>
                <a:ext uri="{FF2B5EF4-FFF2-40B4-BE49-F238E27FC236}">
                  <a16:creationId xmlns:a16="http://schemas.microsoft.com/office/drawing/2014/main" id="{28CD2E2E-FA2E-D820-5F04-D0CE4A69CCAD}"/>
                </a:ext>
              </a:extLst>
            </p:cNvPr>
            <p:cNvSpPr>
              <a:spLocks noGrp="1"/>
            </p:cNvSpPr>
            <p:nvPr/>
          </p:nvSpPr>
          <p:spPr>
            <a:xfrm>
              <a:off x="15445238" y="4188379"/>
              <a:ext cx="215" cy="68977"/>
            </a:xfrm>
            <a:custGeom>
              <a:avLst/>
              <a:gdLst/>
              <a:ahLst/>
              <a:cxnLst/>
              <a:rect l="0" t="0" r="0" b="0"/>
              <a:pathLst>
                <a:path w="215" h="68977">
                  <a:moveTo>
                    <a:pt x="0" y="68977"/>
                  </a:moveTo>
                  <a:lnTo>
                    <a:pt x="215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9" name="Output_receptor__4878">
              <a:extLst>
                <a:ext uri="{FF2B5EF4-FFF2-40B4-BE49-F238E27FC236}">
                  <a16:creationId xmlns:a16="http://schemas.microsoft.com/office/drawing/2014/main" id="{5A151BC4-6530-E360-463B-5D1D2583741C}"/>
                </a:ext>
              </a:extLst>
            </p:cNvPr>
            <p:cNvSpPr>
              <a:spLocks noGrp="1"/>
            </p:cNvSpPr>
            <p:nvPr/>
          </p:nvSpPr>
          <p:spPr>
            <a:xfrm>
              <a:off x="15858218" y="4575539"/>
              <a:ext cx="33759" cy="57230"/>
            </a:xfrm>
            <a:custGeom>
              <a:avLst/>
              <a:gdLst/>
              <a:ahLst/>
              <a:cxnLst/>
              <a:rect l="0" t="0" r="0" b="0"/>
              <a:pathLst>
                <a:path w="33759" h="57230">
                  <a:moveTo>
                    <a:pt x="0" y="57230"/>
                  </a:moveTo>
                  <a:lnTo>
                    <a:pt x="3375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0" name="Output_receptor__4879">
              <a:extLst>
                <a:ext uri="{FF2B5EF4-FFF2-40B4-BE49-F238E27FC236}">
                  <a16:creationId xmlns:a16="http://schemas.microsoft.com/office/drawing/2014/main" id="{A4B3B657-2D26-C82E-4410-4FE94236C4C7}"/>
                </a:ext>
              </a:extLst>
            </p:cNvPr>
            <p:cNvSpPr>
              <a:spLocks noGrp="1"/>
            </p:cNvSpPr>
            <p:nvPr/>
          </p:nvSpPr>
          <p:spPr>
            <a:xfrm>
              <a:off x="16632743" y="3974061"/>
              <a:ext cx="10296" cy="41435"/>
            </a:xfrm>
            <a:custGeom>
              <a:avLst/>
              <a:gdLst/>
              <a:ahLst/>
              <a:cxnLst/>
              <a:rect l="0" t="0" r="0" b="0"/>
              <a:pathLst>
                <a:path w="10296" h="41435">
                  <a:moveTo>
                    <a:pt x="10296" y="0"/>
                  </a:moveTo>
                  <a:lnTo>
                    <a:pt x="0" y="4143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1" name="Output_receptor__4880">
              <a:extLst>
                <a:ext uri="{FF2B5EF4-FFF2-40B4-BE49-F238E27FC236}">
                  <a16:creationId xmlns:a16="http://schemas.microsoft.com/office/drawing/2014/main" id="{FF326A48-E8AB-CAE5-CDB0-D8642E5D5698}"/>
                </a:ext>
              </a:extLst>
            </p:cNvPr>
            <p:cNvSpPr>
              <a:spLocks noGrp="1"/>
            </p:cNvSpPr>
            <p:nvPr/>
          </p:nvSpPr>
          <p:spPr>
            <a:xfrm>
              <a:off x="16017758" y="4057320"/>
              <a:ext cx="31254" cy="58037"/>
            </a:xfrm>
            <a:custGeom>
              <a:avLst/>
              <a:gdLst/>
              <a:ahLst/>
              <a:cxnLst/>
              <a:rect l="0" t="0" r="0" b="0"/>
              <a:pathLst>
                <a:path w="31254" h="58037">
                  <a:moveTo>
                    <a:pt x="0" y="58037"/>
                  </a:moveTo>
                  <a:lnTo>
                    <a:pt x="3125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2" name="Output_receptor__4881">
              <a:extLst>
                <a:ext uri="{FF2B5EF4-FFF2-40B4-BE49-F238E27FC236}">
                  <a16:creationId xmlns:a16="http://schemas.microsoft.com/office/drawing/2014/main" id="{B6165EA1-187A-7540-E299-51B63F87FAEE}"/>
                </a:ext>
              </a:extLst>
            </p:cNvPr>
            <p:cNvSpPr>
              <a:spLocks noGrp="1"/>
            </p:cNvSpPr>
            <p:nvPr/>
          </p:nvSpPr>
          <p:spPr>
            <a:xfrm>
              <a:off x="16590241" y="3524275"/>
              <a:ext cx="41720" cy="57221"/>
            </a:xfrm>
            <a:custGeom>
              <a:avLst/>
              <a:gdLst/>
              <a:ahLst/>
              <a:cxnLst/>
              <a:rect l="0" t="0" r="0" b="0"/>
              <a:pathLst>
                <a:path w="41720" h="57221">
                  <a:moveTo>
                    <a:pt x="41720" y="57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3" name="Output_receptor__4882">
              <a:extLst>
                <a:ext uri="{FF2B5EF4-FFF2-40B4-BE49-F238E27FC236}">
                  <a16:creationId xmlns:a16="http://schemas.microsoft.com/office/drawing/2014/main" id="{4499AE19-BF28-741A-7BB5-00D3AF02E0F6}"/>
                </a:ext>
              </a:extLst>
            </p:cNvPr>
            <p:cNvSpPr>
              <a:spLocks noGrp="1"/>
            </p:cNvSpPr>
            <p:nvPr/>
          </p:nvSpPr>
          <p:spPr>
            <a:xfrm>
              <a:off x="15960066" y="4020006"/>
              <a:ext cx="663" cy="20370"/>
            </a:xfrm>
            <a:custGeom>
              <a:avLst/>
              <a:gdLst/>
              <a:ahLst/>
              <a:cxnLst/>
              <a:rect l="0" t="0" r="0" b="0"/>
              <a:pathLst>
                <a:path w="663" h="20370">
                  <a:moveTo>
                    <a:pt x="663" y="20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4" name="Output_receptor__4883">
              <a:extLst>
                <a:ext uri="{FF2B5EF4-FFF2-40B4-BE49-F238E27FC236}">
                  <a16:creationId xmlns:a16="http://schemas.microsoft.com/office/drawing/2014/main" id="{BA9B0E58-AEF6-D383-D8A4-4F7D80698368}"/>
                </a:ext>
              </a:extLst>
            </p:cNvPr>
            <p:cNvSpPr>
              <a:spLocks noGrp="1"/>
            </p:cNvSpPr>
            <p:nvPr/>
          </p:nvSpPr>
          <p:spPr>
            <a:xfrm>
              <a:off x="15698363" y="3884986"/>
              <a:ext cx="1456" cy="63395"/>
            </a:xfrm>
            <a:custGeom>
              <a:avLst/>
              <a:gdLst/>
              <a:ahLst/>
              <a:cxnLst/>
              <a:rect l="0" t="0" r="0" b="0"/>
              <a:pathLst>
                <a:path w="1456" h="63395">
                  <a:moveTo>
                    <a:pt x="1456" y="0"/>
                  </a:moveTo>
                  <a:lnTo>
                    <a:pt x="0" y="6339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5" name="Output_receptor__4884">
              <a:extLst>
                <a:ext uri="{FF2B5EF4-FFF2-40B4-BE49-F238E27FC236}">
                  <a16:creationId xmlns:a16="http://schemas.microsoft.com/office/drawing/2014/main" id="{546034CB-F0C8-9230-28AF-A064837E011B}"/>
                </a:ext>
              </a:extLst>
            </p:cNvPr>
            <p:cNvSpPr>
              <a:spLocks noGrp="1"/>
            </p:cNvSpPr>
            <p:nvPr/>
          </p:nvSpPr>
          <p:spPr>
            <a:xfrm>
              <a:off x="15891977" y="4575539"/>
              <a:ext cx="60579" cy="18023"/>
            </a:xfrm>
            <a:custGeom>
              <a:avLst/>
              <a:gdLst/>
              <a:ahLst/>
              <a:cxnLst/>
              <a:rect l="0" t="0" r="0" b="0"/>
              <a:pathLst>
                <a:path w="60579" h="18023">
                  <a:moveTo>
                    <a:pt x="0" y="0"/>
                  </a:moveTo>
                  <a:lnTo>
                    <a:pt x="60579" y="1802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6" name="Output_receptor__4885">
              <a:extLst>
                <a:ext uri="{FF2B5EF4-FFF2-40B4-BE49-F238E27FC236}">
                  <a16:creationId xmlns:a16="http://schemas.microsoft.com/office/drawing/2014/main" id="{23CC19F3-329A-8E88-3961-BDB07185E74F}"/>
                </a:ext>
              </a:extLst>
            </p:cNvPr>
            <p:cNvSpPr>
              <a:spLocks noGrp="1"/>
            </p:cNvSpPr>
            <p:nvPr/>
          </p:nvSpPr>
          <p:spPr>
            <a:xfrm>
              <a:off x="15587649" y="3593280"/>
              <a:ext cx="50726" cy="42024"/>
            </a:xfrm>
            <a:custGeom>
              <a:avLst/>
              <a:gdLst/>
              <a:ahLst/>
              <a:cxnLst/>
              <a:rect l="0" t="0" r="0" b="0"/>
              <a:pathLst>
                <a:path w="50726" h="42024">
                  <a:moveTo>
                    <a:pt x="50726" y="420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87" name="Output_receptor__4886">
              <a:extLst>
                <a:ext uri="{FF2B5EF4-FFF2-40B4-BE49-F238E27FC236}">
                  <a16:creationId xmlns:a16="http://schemas.microsoft.com/office/drawing/2014/main" id="{D3F0BA00-E3FB-2593-62E7-F253CAA0BDB7}"/>
                </a:ext>
              </a:extLst>
            </p:cNvPr>
            <p:cNvSpPr>
              <a:spLocks noGrp="1"/>
            </p:cNvSpPr>
            <p:nvPr/>
          </p:nvSpPr>
          <p:spPr>
            <a:xfrm>
              <a:off x="15513778" y="2788372"/>
              <a:ext cx="22070" cy="8614"/>
            </a:xfrm>
            <a:custGeom>
              <a:avLst/>
              <a:gdLst/>
              <a:ahLst/>
              <a:cxnLst/>
              <a:rect l="0" t="0" r="0" b="0"/>
              <a:pathLst>
                <a:path w="22070" h="8614">
                  <a:moveTo>
                    <a:pt x="0" y="8614"/>
                  </a:moveTo>
                  <a:lnTo>
                    <a:pt x="2207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8" name="Output_receptor__4887">
              <a:extLst>
                <a:ext uri="{FF2B5EF4-FFF2-40B4-BE49-F238E27FC236}">
                  <a16:creationId xmlns:a16="http://schemas.microsoft.com/office/drawing/2014/main" id="{35B1B665-5309-C490-66EC-F589FF0801AA}"/>
                </a:ext>
              </a:extLst>
            </p:cNvPr>
            <p:cNvSpPr>
              <a:spLocks noGrp="1"/>
            </p:cNvSpPr>
            <p:nvPr/>
          </p:nvSpPr>
          <p:spPr>
            <a:xfrm>
              <a:off x="16063544" y="3867096"/>
              <a:ext cx="42242" cy="5580"/>
            </a:xfrm>
            <a:custGeom>
              <a:avLst/>
              <a:gdLst/>
              <a:ahLst/>
              <a:cxnLst/>
              <a:rect l="0" t="0" r="0" b="0"/>
              <a:pathLst>
                <a:path w="42242" h="5580">
                  <a:moveTo>
                    <a:pt x="0" y="0"/>
                  </a:moveTo>
                  <a:lnTo>
                    <a:pt x="42242" y="558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9" name="Output_receptor__4888">
              <a:extLst>
                <a:ext uri="{FF2B5EF4-FFF2-40B4-BE49-F238E27FC236}">
                  <a16:creationId xmlns:a16="http://schemas.microsoft.com/office/drawing/2014/main" id="{771A20D0-47BA-C1EC-E332-3B2466D822DA}"/>
                </a:ext>
              </a:extLst>
            </p:cNvPr>
            <p:cNvSpPr>
              <a:spLocks noGrp="1"/>
            </p:cNvSpPr>
            <p:nvPr/>
          </p:nvSpPr>
          <p:spPr>
            <a:xfrm>
              <a:off x="15552551" y="3535840"/>
              <a:ext cx="35098" cy="57440"/>
            </a:xfrm>
            <a:custGeom>
              <a:avLst/>
              <a:gdLst/>
              <a:ahLst/>
              <a:cxnLst/>
              <a:rect l="0" t="0" r="0" b="0"/>
              <a:pathLst>
                <a:path w="35098" h="57440">
                  <a:moveTo>
                    <a:pt x="35098" y="574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0" name="Output_receptor__4889">
              <a:extLst>
                <a:ext uri="{FF2B5EF4-FFF2-40B4-BE49-F238E27FC236}">
                  <a16:creationId xmlns:a16="http://schemas.microsoft.com/office/drawing/2014/main" id="{AFFA235D-CB29-1B06-2ABC-F3791DD95DAF}"/>
                </a:ext>
              </a:extLst>
            </p:cNvPr>
            <p:cNvSpPr>
              <a:spLocks noGrp="1"/>
            </p:cNvSpPr>
            <p:nvPr/>
          </p:nvSpPr>
          <p:spPr>
            <a:xfrm>
              <a:off x="16440558" y="4005403"/>
              <a:ext cx="51447" cy="19767"/>
            </a:xfrm>
            <a:custGeom>
              <a:avLst/>
              <a:gdLst/>
              <a:ahLst/>
              <a:cxnLst/>
              <a:rect l="0" t="0" r="0" b="0"/>
              <a:pathLst>
                <a:path w="51447" h="19767">
                  <a:moveTo>
                    <a:pt x="0" y="19767"/>
                  </a:moveTo>
                  <a:lnTo>
                    <a:pt x="51447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1" name="Output_receptor__4890">
              <a:extLst>
                <a:ext uri="{FF2B5EF4-FFF2-40B4-BE49-F238E27FC236}">
                  <a16:creationId xmlns:a16="http://schemas.microsoft.com/office/drawing/2014/main" id="{9F2F2A76-B641-510C-3E2A-350D979DE9C6}"/>
                </a:ext>
              </a:extLst>
            </p:cNvPr>
            <p:cNvSpPr>
              <a:spLocks noGrp="1"/>
            </p:cNvSpPr>
            <p:nvPr/>
          </p:nvSpPr>
          <p:spPr>
            <a:xfrm>
              <a:off x="15655595" y="3853277"/>
              <a:ext cx="44224" cy="31708"/>
            </a:xfrm>
            <a:custGeom>
              <a:avLst/>
              <a:gdLst/>
              <a:ahLst/>
              <a:cxnLst/>
              <a:rect l="0" t="0" r="0" b="0"/>
              <a:pathLst>
                <a:path w="44224" h="31708">
                  <a:moveTo>
                    <a:pt x="0" y="0"/>
                  </a:moveTo>
                  <a:lnTo>
                    <a:pt x="44224" y="3170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2" name="Output_receptor__4891">
              <a:extLst>
                <a:ext uri="{FF2B5EF4-FFF2-40B4-BE49-F238E27FC236}">
                  <a16:creationId xmlns:a16="http://schemas.microsoft.com/office/drawing/2014/main" id="{81EBCBBB-6883-382D-B1EE-0EE7929E3069}"/>
                </a:ext>
              </a:extLst>
            </p:cNvPr>
            <p:cNvSpPr>
              <a:spLocks noGrp="1"/>
            </p:cNvSpPr>
            <p:nvPr/>
          </p:nvSpPr>
          <p:spPr>
            <a:xfrm>
              <a:off x="16354881" y="4363814"/>
              <a:ext cx="22547" cy="5196"/>
            </a:xfrm>
            <a:custGeom>
              <a:avLst/>
              <a:gdLst/>
              <a:ahLst/>
              <a:cxnLst/>
              <a:rect l="0" t="0" r="0" b="0"/>
              <a:pathLst>
                <a:path w="22547" h="5196">
                  <a:moveTo>
                    <a:pt x="22547" y="0"/>
                  </a:moveTo>
                  <a:lnTo>
                    <a:pt x="0" y="5196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3" name="Output_receptor__4892">
              <a:extLst>
                <a:ext uri="{FF2B5EF4-FFF2-40B4-BE49-F238E27FC236}">
                  <a16:creationId xmlns:a16="http://schemas.microsoft.com/office/drawing/2014/main" id="{7893F640-807B-D4CD-27EE-969810838C79}"/>
                </a:ext>
              </a:extLst>
            </p:cNvPr>
            <p:cNvSpPr>
              <a:spLocks noGrp="1"/>
            </p:cNvSpPr>
            <p:nvPr/>
          </p:nvSpPr>
          <p:spPr>
            <a:xfrm>
              <a:off x="16492005" y="4005403"/>
              <a:ext cx="45788" cy="24723"/>
            </a:xfrm>
            <a:custGeom>
              <a:avLst/>
              <a:gdLst/>
              <a:ahLst/>
              <a:cxnLst/>
              <a:rect l="0" t="0" r="0" b="0"/>
              <a:pathLst>
                <a:path w="45788" h="24723">
                  <a:moveTo>
                    <a:pt x="0" y="0"/>
                  </a:moveTo>
                  <a:lnTo>
                    <a:pt x="45788" y="2472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4" name="Output_receptor__4893">
              <a:extLst>
                <a:ext uri="{FF2B5EF4-FFF2-40B4-BE49-F238E27FC236}">
                  <a16:creationId xmlns:a16="http://schemas.microsoft.com/office/drawing/2014/main" id="{77B9EE4D-1744-0E63-D810-9AFF7F3CE5C4}"/>
                </a:ext>
              </a:extLst>
            </p:cNvPr>
            <p:cNvSpPr>
              <a:spLocks noGrp="1"/>
            </p:cNvSpPr>
            <p:nvPr/>
          </p:nvSpPr>
          <p:spPr>
            <a:xfrm>
              <a:off x="15638375" y="3613854"/>
              <a:ext cx="56260" cy="21450"/>
            </a:xfrm>
            <a:custGeom>
              <a:avLst/>
              <a:gdLst/>
              <a:ahLst/>
              <a:cxnLst/>
              <a:rect l="0" t="0" r="0" b="0"/>
              <a:pathLst>
                <a:path w="56260" h="21450">
                  <a:moveTo>
                    <a:pt x="56260" y="0"/>
                  </a:moveTo>
                  <a:lnTo>
                    <a:pt x="0" y="2145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5" name="Output_receptor__4894">
              <a:extLst>
                <a:ext uri="{FF2B5EF4-FFF2-40B4-BE49-F238E27FC236}">
                  <a16:creationId xmlns:a16="http://schemas.microsoft.com/office/drawing/2014/main" id="{58F1C5B7-DD6B-916C-1961-FB818305C731}"/>
                </a:ext>
              </a:extLst>
            </p:cNvPr>
            <p:cNvSpPr>
              <a:spLocks noGrp="1"/>
            </p:cNvSpPr>
            <p:nvPr/>
          </p:nvSpPr>
          <p:spPr>
            <a:xfrm>
              <a:off x="15944180" y="4593562"/>
              <a:ext cx="8376" cy="68583"/>
            </a:xfrm>
            <a:custGeom>
              <a:avLst/>
              <a:gdLst/>
              <a:ahLst/>
              <a:cxnLst/>
              <a:rect l="0" t="0" r="0" b="0"/>
              <a:pathLst>
                <a:path w="8376" h="68583">
                  <a:moveTo>
                    <a:pt x="8376" y="0"/>
                  </a:moveTo>
                  <a:lnTo>
                    <a:pt x="0" y="685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6" name="Output_receptor__4895">
              <a:extLst>
                <a:ext uri="{FF2B5EF4-FFF2-40B4-BE49-F238E27FC236}">
                  <a16:creationId xmlns:a16="http://schemas.microsoft.com/office/drawing/2014/main" id="{C32D8652-E27A-C746-BC0A-494E884646A8}"/>
                </a:ext>
              </a:extLst>
            </p:cNvPr>
            <p:cNvSpPr>
              <a:spLocks noGrp="1"/>
            </p:cNvSpPr>
            <p:nvPr/>
          </p:nvSpPr>
          <p:spPr>
            <a:xfrm>
              <a:off x="16728524" y="4206224"/>
              <a:ext cx="33154" cy="48567"/>
            </a:xfrm>
            <a:custGeom>
              <a:avLst/>
              <a:gdLst/>
              <a:ahLst/>
              <a:cxnLst/>
              <a:rect l="0" t="0" r="0" b="0"/>
              <a:pathLst>
                <a:path w="33154" h="48567">
                  <a:moveTo>
                    <a:pt x="0" y="48567"/>
                  </a:moveTo>
                  <a:lnTo>
                    <a:pt x="3315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7" name="Output_receptor__4896">
              <a:extLst>
                <a:ext uri="{FF2B5EF4-FFF2-40B4-BE49-F238E27FC236}">
                  <a16:creationId xmlns:a16="http://schemas.microsoft.com/office/drawing/2014/main" id="{5E6D584C-F8BF-0DD9-73B5-CF7EE366E862}"/>
                </a:ext>
              </a:extLst>
            </p:cNvPr>
            <p:cNvSpPr>
              <a:spLocks noGrp="1"/>
            </p:cNvSpPr>
            <p:nvPr/>
          </p:nvSpPr>
          <p:spPr>
            <a:xfrm>
              <a:off x="16232549" y="3123531"/>
              <a:ext cx="54927" cy="28098"/>
            </a:xfrm>
            <a:custGeom>
              <a:avLst/>
              <a:gdLst/>
              <a:ahLst/>
              <a:cxnLst/>
              <a:rect l="0" t="0" r="0" b="0"/>
              <a:pathLst>
                <a:path w="54927" h="28098">
                  <a:moveTo>
                    <a:pt x="54927" y="0"/>
                  </a:moveTo>
                  <a:lnTo>
                    <a:pt x="0" y="2809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8" name="Output_receptor__4897">
              <a:extLst>
                <a:ext uri="{FF2B5EF4-FFF2-40B4-BE49-F238E27FC236}">
                  <a16:creationId xmlns:a16="http://schemas.microsoft.com/office/drawing/2014/main" id="{BFDBE52C-0E02-4C38-D698-B4F7BDD6A3C4}"/>
                </a:ext>
              </a:extLst>
            </p:cNvPr>
            <p:cNvSpPr>
              <a:spLocks noGrp="1"/>
            </p:cNvSpPr>
            <p:nvPr/>
          </p:nvSpPr>
          <p:spPr>
            <a:xfrm>
              <a:off x="15686866" y="3410054"/>
              <a:ext cx="59275" cy="3041"/>
            </a:xfrm>
            <a:custGeom>
              <a:avLst/>
              <a:gdLst/>
              <a:ahLst/>
              <a:cxnLst/>
              <a:rect l="0" t="0" r="0" b="0"/>
              <a:pathLst>
                <a:path w="59275" h="3041">
                  <a:moveTo>
                    <a:pt x="0" y="0"/>
                  </a:moveTo>
                  <a:lnTo>
                    <a:pt x="59275" y="304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9" name="Output_receptor__4898">
              <a:extLst>
                <a:ext uri="{FF2B5EF4-FFF2-40B4-BE49-F238E27FC236}">
                  <a16:creationId xmlns:a16="http://schemas.microsoft.com/office/drawing/2014/main" id="{9C35D044-4E5E-7413-D640-429290496121}"/>
                </a:ext>
              </a:extLst>
            </p:cNvPr>
            <p:cNvSpPr>
              <a:spLocks noGrp="1"/>
            </p:cNvSpPr>
            <p:nvPr/>
          </p:nvSpPr>
          <p:spPr>
            <a:xfrm>
              <a:off x="16573311" y="3581496"/>
              <a:ext cx="58650" cy="39553"/>
            </a:xfrm>
            <a:custGeom>
              <a:avLst/>
              <a:gdLst/>
              <a:ahLst/>
              <a:cxnLst/>
              <a:rect l="0" t="0" r="0" b="0"/>
              <a:pathLst>
                <a:path w="58650" h="39553">
                  <a:moveTo>
                    <a:pt x="0" y="39553"/>
                  </a:moveTo>
                  <a:lnTo>
                    <a:pt x="5865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0" name="Output_receptor__4899">
              <a:extLst>
                <a:ext uri="{FF2B5EF4-FFF2-40B4-BE49-F238E27FC236}">
                  <a16:creationId xmlns:a16="http://schemas.microsoft.com/office/drawing/2014/main" id="{D96425BF-6911-AB8F-3399-3FE4F354FA40}"/>
                </a:ext>
              </a:extLst>
            </p:cNvPr>
            <p:cNvSpPr>
              <a:spLocks noGrp="1"/>
            </p:cNvSpPr>
            <p:nvPr/>
          </p:nvSpPr>
          <p:spPr>
            <a:xfrm>
              <a:off x="16104973" y="3210740"/>
              <a:ext cx="64329" cy="25375"/>
            </a:xfrm>
            <a:custGeom>
              <a:avLst/>
              <a:gdLst/>
              <a:ahLst/>
              <a:cxnLst/>
              <a:rect l="0" t="0" r="0" b="0"/>
              <a:pathLst>
                <a:path w="64329" h="25375">
                  <a:moveTo>
                    <a:pt x="64329" y="25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1" name="Output_receptor__4900">
              <a:extLst>
                <a:ext uri="{FF2B5EF4-FFF2-40B4-BE49-F238E27FC236}">
                  <a16:creationId xmlns:a16="http://schemas.microsoft.com/office/drawing/2014/main" id="{0F093C4F-D1BC-4711-A350-28B574813169}"/>
                </a:ext>
              </a:extLst>
            </p:cNvPr>
            <p:cNvSpPr>
              <a:spLocks noGrp="1"/>
            </p:cNvSpPr>
            <p:nvPr/>
          </p:nvSpPr>
          <p:spPr>
            <a:xfrm>
              <a:off x="16081500" y="3770677"/>
              <a:ext cx="59354" cy="39762"/>
            </a:xfrm>
            <a:custGeom>
              <a:avLst/>
              <a:gdLst/>
              <a:ahLst/>
              <a:cxnLst/>
              <a:rect l="0" t="0" r="0" b="0"/>
              <a:pathLst>
                <a:path w="59354" h="39762">
                  <a:moveTo>
                    <a:pt x="59354" y="397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2" name="Output_receptor__4901">
              <a:extLst>
                <a:ext uri="{FF2B5EF4-FFF2-40B4-BE49-F238E27FC236}">
                  <a16:creationId xmlns:a16="http://schemas.microsoft.com/office/drawing/2014/main" id="{FDD38F94-EFA4-1307-FB46-42D80289DE51}"/>
                </a:ext>
              </a:extLst>
            </p:cNvPr>
            <p:cNvSpPr>
              <a:spLocks noGrp="1"/>
            </p:cNvSpPr>
            <p:nvPr/>
          </p:nvSpPr>
          <p:spPr>
            <a:xfrm>
              <a:off x="15648368" y="4132664"/>
              <a:ext cx="61121" cy="35785"/>
            </a:xfrm>
            <a:custGeom>
              <a:avLst/>
              <a:gdLst/>
              <a:ahLst/>
              <a:cxnLst/>
              <a:rect l="0" t="0" r="0" b="0"/>
              <a:pathLst>
                <a:path w="61121" h="35785">
                  <a:moveTo>
                    <a:pt x="0" y="35785"/>
                  </a:moveTo>
                  <a:lnTo>
                    <a:pt x="61121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3" name="Output_receptor__4902">
              <a:extLst>
                <a:ext uri="{FF2B5EF4-FFF2-40B4-BE49-F238E27FC236}">
                  <a16:creationId xmlns:a16="http://schemas.microsoft.com/office/drawing/2014/main" id="{D186A483-FC47-1EDF-F7C6-D2302BA721B4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3" y="4409724"/>
              <a:ext cx="70805" cy="14407"/>
            </a:xfrm>
            <a:custGeom>
              <a:avLst/>
              <a:gdLst/>
              <a:ahLst/>
              <a:cxnLst/>
              <a:rect l="0" t="0" r="0" b="0"/>
              <a:pathLst>
                <a:path w="70805" h="14407">
                  <a:moveTo>
                    <a:pt x="70805" y="0"/>
                  </a:moveTo>
                  <a:lnTo>
                    <a:pt x="0" y="1440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4" name="Output_receptor__4903">
              <a:extLst>
                <a:ext uri="{FF2B5EF4-FFF2-40B4-BE49-F238E27FC236}">
                  <a16:creationId xmlns:a16="http://schemas.microsoft.com/office/drawing/2014/main" id="{E818A975-51BE-86F2-35CB-7F506ACE5674}"/>
                </a:ext>
              </a:extLst>
            </p:cNvPr>
            <p:cNvSpPr>
              <a:spLocks noGrp="1"/>
            </p:cNvSpPr>
            <p:nvPr/>
          </p:nvSpPr>
          <p:spPr>
            <a:xfrm>
              <a:off x="15577033" y="3419692"/>
              <a:ext cx="42258" cy="50494"/>
            </a:xfrm>
            <a:custGeom>
              <a:avLst/>
              <a:gdLst/>
              <a:ahLst/>
              <a:cxnLst/>
              <a:rect l="0" t="0" r="0" b="0"/>
              <a:pathLst>
                <a:path w="42258" h="50494">
                  <a:moveTo>
                    <a:pt x="42258" y="504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5" name="Output_receptor__4904">
              <a:extLst>
                <a:ext uri="{FF2B5EF4-FFF2-40B4-BE49-F238E27FC236}">
                  <a16:creationId xmlns:a16="http://schemas.microsoft.com/office/drawing/2014/main" id="{56E4BE48-8E1B-8835-B488-F0C774B4F6AC}"/>
                </a:ext>
              </a:extLst>
            </p:cNvPr>
            <p:cNvSpPr>
              <a:spLocks noGrp="1"/>
            </p:cNvSpPr>
            <p:nvPr/>
          </p:nvSpPr>
          <p:spPr>
            <a:xfrm>
              <a:off x="15834517" y="3642769"/>
              <a:ext cx="56994" cy="8195"/>
            </a:xfrm>
            <a:custGeom>
              <a:avLst/>
              <a:gdLst/>
              <a:ahLst/>
              <a:cxnLst/>
              <a:rect l="0" t="0" r="0" b="0"/>
              <a:pathLst>
                <a:path w="56994" h="8195">
                  <a:moveTo>
                    <a:pt x="56994" y="0"/>
                  </a:moveTo>
                  <a:lnTo>
                    <a:pt x="0" y="819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6" name="Output_receptor__4905">
              <a:extLst>
                <a:ext uri="{FF2B5EF4-FFF2-40B4-BE49-F238E27FC236}">
                  <a16:creationId xmlns:a16="http://schemas.microsoft.com/office/drawing/2014/main" id="{A4504871-0CCD-ECB4-7FEF-1EDBC95922FD}"/>
                </a:ext>
              </a:extLst>
            </p:cNvPr>
            <p:cNvSpPr>
              <a:spLocks noGrp="1"/>
            </p:cNvSpPr>
            <p:nvPr/>
          </p:nvSpPr>
          <p:spPr>
            <a:xfrm>
              <a:off x="16547545" y="3524275"/>
              <a:ext cx="42695" cy="9501"/>
            </a:xfrm>
            <a:custGeom>
              <a:avLst/>
              <a:gdLst/>
              <a:ahLst/>
              <a:cxnLst/>
              <a:rect l="0" t="0" r="0" b="0"/>
              <a:pathLst>
                <a:path w="42695" h="9501">
                  <a:moveTo>
                    <a:pt x="42695" y="0"/>
                  </a:moveTo>
                  <a:lnTo>
                    <a:pt x="0" y="950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7" name="Output_receptor__4906">
              <a:extLst>
                <a:ext uri="{FF2B5EF4-FFF2-40B4-BE49-F238E27FC236}">
                  <a16:creationId xmlns:a16="http://schemas.microsoft.com/office/drawing/2014/main" id="{EE849407-937C-A6C6-80B0-50939447C1B0}"/>
                </a:ext>
              </a:extLst>
            </p:cNvPr>
            <p:cNvSpPr>
              <a:spLocks noGrp="1"/>
            </p:cNvSpPr>
            <p:nvPr/>
          </p:nvSpPr>
          <p:spPr>
            <a:xfrm>
              <a:off x="15525018" y="3509268"/>
              <a:ext cx="27534" cy="26572"/>
            </a:xfrm>
            <a:custGeom>
              <a:avLst/>
              <a:gdLst/>
              <a:ahLst/>
              <a:cxnLst/>
              <a:rect l="0" t="0" r="0" b="0"/>
              <a:pathLst>
                <a:path w="27534" h="26572">
                  <a:moveTo>
                    <a:pt x="27534" y="265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8" name="Output_receptor__4907">
              <a:extLst>
                <a:ext uri="{FF2B5EF4-FFF2-40B4-BE49-F238E27FC236}">
                  <a16:creationId xmlns:a16="http://schemas.microsoft.com/office/drawing/2014/main" id="{0333DAF9-9EA0-F38A-10EE-9E68B423C576}"/>
                </a:ext>
              </a:extLst>
            </p:cNvPr>
            <p:cNvSpPr>
              <a:spLocks noGrp="1"/>
            </p:cNvSpPr>
            <p:nvPr/>
          </p:nvSpPr>
          <p:spPr>
            <a:xfrm>
              <a:off x="15720146" y="4193133"/>
              <a:ext cx="16673" cy="38417"/>
            </a:xfrm>
            <a:custGeom>
              <a:avLst/>
              <a:gdLst/>
              <a:ahLst/>
              <a:cxnLst/>
              <a:rect l="0" t="0" r="0" b="0"/>
              <a:pathLst>
                <a:path w="16673" h="38417">
                  <a:moveTo>
                    <a:pt x="16673" y="0"/>
                  </a:moveTo>
                  <a:lnTo>
                    <a:pt x="0" y="3841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9" name="Output_receptor__4908">
              <a:extLst>
                <a:ext uri="{FF2B5EF4-FFF2-40B4-BE49-F238E27FC236}">
                  <a16:creationId xmlns:a16="http://schemas.microsoft.com/office/drawing/2014/main" id="{2F2F6755-9BE3-C836-1DDD-7854E393A5B7}"/>
                </a:ext>
              </a:extLst>
            </p:cNvPr>
            <p:cNvSpPr>
              <a:spLocks noGrp="1"/>
            </p:cNvSpPr>
            <p:nvPr/>
          </p:nvSpPr>
          <p:spPr>
            <a:xfrm>
              <a:off x="16483650" y="3784742"/>
              <a:ext cx="27864" cy="9216"/>
            </a:xfrm>
            <a:custGeom>
              <a:avLst/>
              <a:gdLst/>
              <a:ahLst/>
              <a:cxnLst/>
              <a:rect l="0" t="0" r="0" b="0"/>
              <a:pathLst>
                <a:path w="27864" h="9216">
                  <a:moveTo>
                    <a:pt x="27864" y="92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0" name="Output_receptor__4909">
              <a:extLst>
                <a:ext uri="{FF2B5EF4-FFF2-40B4-BE49-F238E27FC236}">
                  <a16:creationId xmlns:a16="http://schemas.microsoft.com/office/drawing/2014/main" id="{49E2C390-B06B-93BA-1EE7-91A348271FEF}"/>
                </a:ext>
              </a:extLst>
            </p:cNvPr>
            <p:cNvSpPr>
              <a:spLocks noGrp="1"/>
            </p:cNvSpPr>
            <p:nvPr/>
          </p:nvSpPr>
          <p:spPr>
            <a:xfrm>
              <a:off x="15629486" y="4472087"/>
              <a:ext cx="41142" cy="35473"/>
            </a:xfrm>
            <a:custGeom>
              <a:avLst/>
              <a:gdLst/>
              <a:ahLst/>
              <a:cxnLst/>
              <a:rect l="0" t="0" r="0" b="0"/>
              <a:pathLst>
                <a:path w="41142" h="35473">
                  <a:moveTo>
                    <a:pt x="0" y="35473"/>
                  </a:moveTo>
                  <a:lnTo>
                    <a:pt x="41142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1" name="Output_receptor__4910">
              <a:extLst>
                <a:ext uri="{FF2B5EF4-FFF2-40B4-BE49-F238E27FC236}">
                  <a16:creationId xmlns:a16="http://schemas.microsoft.com/office/drawing/2014/main" id="{1384FC15-CDE6-F3D4-0EFC-0BC394012213}"/>
                </a:ext>
              </a:extLst>
            </p:cNvPr>
            <p:cNvSpPr>
              <a:spLocks noGrp="1"/>
            </p:cNvSpPr>
            <p:nvPr/>
          </p:nvSpPr>
          <p:spPr>
            <a:xfrm>
              <a:off x="15960066" y="3956319"/>
              <a:ext cx="28735" cy="63687"/>
            </a:xfrm>
            <a:custGeom>
              <a:avLst/>
              <a:gdLst/>
              <a:ahLst/>
              <a:cxnLst/>
              <a:rect l="0" t="0" r="0" b="0"/>
              <a:pathLst>
                <a:path w="28735" h="63687">
                  <a:moveTo>
                    <a:pt x="0" y="63687"/>
                  </a:moveTo>
                  <a:lnTo>
                    <a:pt x="28735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2" name="Output_receptor__4911">
              <a:extLst>
                <a:ext uri="{FF2B5EF4-FFF2-40B4-BE49-F238E27FC236}">
                  <a16:creationId xmlns:a16="http://schemas.microsoft.com/office/drawing/2014/main" id="{17B61DAA-977C-FEA0-B7FE-64A9B472BD9F}"/>
                </a:ext>
              </a:extLst>
            </p:cNvPr>
            <p:cNvSpPr>
              <a:spLocks noGrp="1"/>
            </p:cNvSpPr>
            <p:nvPr/>
          </p:nvSpPr>
          <p:spPr>
            <a:xfrm>
              <a:off x="16357324" y="4258950"/>
              <a:ext cx="58099" cy="12412"/>
            </a:xfrm>
            <a:custGeom>
              <a:avLst/>
              <a:gdLst/>
              <a:ahLst/>
              <a:cxnLst/>
              <a:rect l="0" t="0" r="0" b="0"/>
              <a:pathLst>
                <a:path w="58099" h="12412">
                  <a:moveTo>
                    <a:pt x="58099" y="124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3" name="Output_receptor__4912">
              <a:extLst>
                <a:ext uri="{FF2B5EF4-FFF2-40B4-BE49-F238E27FC236}">
                  <a16:creationId xmlns:a16="http://schemas.microsoft.com/office/drawing/2014/main" id="{231875BB-FB2E-DB8B-1D4E-A810C1818AD8}"/>
                </a:ext>
              </a:extLst>
            </p:cNvPr>
            <p:cNvSpPr>
              <a:spLocks noGrp="1"/>
            </p:cNvSpPr>
            <p:nvPr/>
          </p:nvSpPr>
          <p:spPr>
            <a:xfrm>
              <a:off x="16509522" y="4030126"/>
              <a:ext cx="28270" cy="65758"/>
            </a:xfrm>
            <a:custGeom>
              <a:avLst/>
              <a:gdLst/>
              <a:ahLst/>
              <a:cxnLst/>
              <a:rect l="0" t="0" r="0" b="0"/>
              <a:pathLst>
                <a:path w="28270" h="65758">
                  <a:moveTo>
                    <a:pt x="28270" y="0"/>
                  </a:moveTo>
                  <a:lnTo>
                    <a:pt x="0" y="6575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4" name="Output_receptor__4913">
              <a:extLst>
                <a:ext uri="{FF2B5EF4-FFF2-40B4-BE49-F238E27FC236}">
                  <a16:creationId xmlns:a16="http://schemas.microsoft.com/office/drawing/2014/main" id="{6F830B31-813A-8B8C-493B-F2B5CAAE4CD3}"/>
                </a:ext>
              </a:extLst>
            </p:cNvPr>
            <p:cNvSpPr>
              <a:spLocks noGrp="1"/>
            </p:cNvSpPr>
            <p:nvPr/>
          </p:nvSpPr>
          <p:spPr>
            <a:xfrm>
              <a:off x="16105786" y="3810439"/>
              <a:ext cx="35068" cy="62236"/>
            </a:xfrm>
            <a:custGeom>
              <a:avLst/>
              <a:gdLst/>
              <a:ahLst/>
              <a:cxnLst/>
              <a:rect l="0" t="0" r="0" b="0"/>
              <a:pathLst>
                <a:path w="35068" h="62236">
                  <a:moveTo>
                    <a:pt x="0" y="62236"/>
                  </a:moveTo>
                  <a:lnTo>
                    <a:pt x="35068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5" name="Output_receptor__4914">
              <a:extLst>
                <a:ext uri="{FF2B5EF4-FFF2-40B4-BE49-F238E27FC236}">
                  <a16:creationId xmlns:a16="http://schemas.microsoft.com/office/drawing/2014/main" id="{32D4EC80-FC5E-DEA5-0319-E100C8791CFF}"/>
                </a:ext>
              </a:extLst>
            </p:cNvPr>
            <p:cNvSpPr>
              <a:spLocks noGrp="1"/>
            </p:cNvSpPr>
            <p:nvPr/>
          </p:nvSpPr>
          <p:spPr>
            <a:xfrm>
              <a:off x="15747232" y="2778768"/>
              <a:ext cx="16112" cy="35762"/>
            </a:xfrm>
            <a:custGeom>
              <a:avLst/>
              <a:gdLst/>
              <a:ahLst/>
              <a:cxnLst/>
              <a:rect l="0" t="0" r="0" b="0"/>
              <a:pathLst>
                <a:path w="16112" h="35762">
                  <a:moveTo>
                    <a:pt x="0" y="35762"/>
                  </a:moveTo>
                  <a:lnTo>
                    <a:pt x="16112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6" name="Output_receptor__4915">
              <a:extLst>
                <a:ext uri="{FF2B5EF4-FFF2-40B4-BE49-F238E27FC236}">
                  <a16:creationId xmlns:a16="http://schemas.microsoft.com/office/drawing/2014/main" id="{8D92F088-7234-27D5-F98E-5CA3CEF03AB5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2" y="3482814"/>
              <a:ext cx="8076" cy="23126"/>
            </a:xfrm>
            <a:custGeom>
              <a:avLst/>
              <a:gdLst/>
              <a:ahLst/>
              <a:cxnLst/>
              <a:rect l="0" t="0" r="0" b="0"/>
              <a:pathLst>
                <a:path w="8076" h="23126">
                  <a:moveTo>
                    <a:pt x="8076" y="231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7" name="Output_receptor__4916">
              <a:extLst>
                <a:ext uri="{FF2B5EF4-FFF2-40B4-BE49-F238E27FC236}">
                  <a16:creationId xmlns:a16="http://schemas.microsoft.com/office/drawing/2014/main" id="{CBC990B5-6CF6-5AA1-34D5-CC873C323E0D}"/>
                </a:ext>
              </a:extLst>
            </p:cNvPr>
            <p:cNvSpPr>
              <a:spLocks noGrp="1"/>
            </p:cNvSpPr>
            <p:nvPr/>
          </p:nvSpPr>
          <p:spPr>
            <a:xfrm>
              <a:off x="16172888" y="3111529"/>
              <a:ext cx="59661" cy="40100"/>
            </a:xfrm>
            <a:custGeom>
              <a:avLst/>
              <a:gdLst/>
              <a:ahLst/>
              <a:cxnLst/>
              <a:rect l="0" t="0" r="0" b="0"/>
              <a:pathLst>
                <a:path w="59661" h="40100">
                  <a:moveTo>
                    <a:pt x="59661" y="401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8" name="Output_receptor__4917">
              <a:extLst>
                <a:ext uri="{FF2B5EF4-FFF2-40B4-BE49-F238E27FC236}">
                  <a16:creationId xmlns:a16="http://schemas.microsoft.com/office/drawing/2014/main" id="{60AB16F3-6706-AA8D-7747-83ECC2C55E51}"/>
                </a:ext>
              </a:extLst>
            </p:cNvPr>
            <p:cNvSpPr>
              <a:spLocks noGrp="1"/>
            </p:cNvSpPr>
            <p:nvPr/>
          </p:nvSpPr>
          <p:spPr>
            <a:xfrm>
              <a:off x="15815466" y="4109472"/>
              <a:ext cx="30810" cy="18806"/>
            </a:xfrm>
            <a:custGeom>
              <a:avLst/>
              <a:gdLst/>
              <a:ahLst/>
              <a:cxnLst/>
              <a:rect l="0" t="0" r="0" b="0"/>
              <a:pathLst>
                <a:path w="30810" h="18806">
                  <a:moveTo>
                    <a:pt x="0" y="0"/>
                  </a:moveTo>
                  <a:lnTo>
                    <a:pt x="30810" y="1880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9" name="Output_receptor__4918">
              <a:extLst>
                <a:ext uri="{FF2B5EF4-FFF2-40B4-BE49-F238E27FC236}">
                  <a16:creationId xmlns:a16="http://schemas.microsoft.com/office/drawing/2014/main" id="{845477BE-C645-D7B1-151A-144A5CCFB70E}"/>
                </a:ext>
              </a:extLst>
            </p:cNvPr>
            <p:cNvSpPr>
              <a:spLocks noGrp="1"/>
            </p:cNvSpPr>
            <p:nvPr/>
          </p:nvSpPr>
          <p:spPr>
            <a:xfrm>
              <a:off x="16397756" y="3930726"/>
              <a:ext cx="49693" cy="27693"/>
            </a:xfrm>
            <a:custGeom>
              <a:avLst/>
              <a:gdLst/>
              <a:ahLst/>
              <a:cxnLst/>
              <a:rect l="0" t="0" r="0" b="0"/>
              <a:pathLst>
                <a:path w="49693" h="27693">
                  <a:moveTo>
                    <a:pt x="0" y="0"/>
                  </a:moveTo>
                  <a:lnTo>
                    <a:pt x="49693" y="27693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20" name="Output_receptor__4919">
              <a:extLst>
                <a:ext uri="{FF2B5EF4-FFF2-40B4-BE49-F238E27FC236}">
                  <a16:creationId xmlns:a16="http://schemas.microsoft.com/office/drawing/2014/main" id="{52CA1A4F-332A-ECE3-CD88-96D62452317C}"/>
                </a:ext>
              </a:extLst>
            </p:cNvPr>
            <p:cNvSpPr>
              <a:spLocks noGrp="1"/>
            </p:cNvSpPr>
            <p:nvPr/>
          </p:nvSpPr>
          <p:spPr>
            <a:xfrm>
              <a:off x="15655239" y="4409724"/>
              <a:ext cx="15390" cy="62362"/>
            </a:xfrm>
            <a:custGeom>
              <a:avLst/>
              <a:gdLst/>
              <a:ahLst/>
              <a:cxnLst/>
              <a:rect l="0" t="0" r="0" b="0"/>
              <a:pathLst>
                <a:path w="15390" h="62362">
                  <a:moveTo>
                    <a:pt x="15390" y="62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1" name="Output_receptor__4920">
              <a:extLst>
                <a:ext uri="{FF2B5EF4-FFF2-40B4-BE49-F238E27FC236}">
                  <a16:creationId xmlns:a16="http://schemas.microsoft.com/office/drawing/2014/main" id="{44EEEE53-F4B6-4210-319B-C4475F96D8A7}"/>
                </a:ext>
              </a:extLst>
            </p:cNvPr>
            <p:cNvSpPr>
              <a:spLocks noGrp="1"/>
            </p:cNvSpPr>
            <p:nvPr/>
          </p:nvSpPr>
          <p:spPr>
            <a:xfrm>
              <a:off x="16313498" y="4258950"/>
              <a:ext cx="43826" cy="5821"/>
            </a:xfrm>
            <a:custGeom>
              <a:avLst/>
              <a:gdLst/>
              <a:ahLst/>
              <a:cxnLst/>
              <a:rect l="0" t="0" r="0" b="0"/>
              <a:pathLst>
                <a:path w="43826" h="5821">
                  <a:moveTo>
                    <a:pt x="43826" y="0"/>
                  </a:moveTo>
                  <a:lnTo>
                    <a:pt x="0" y="582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2" name="Output_receptor__4921">
              <a:extLst>
                <a:ext uri="{FF2B5EF4-FFF2-40B4-BE49-F238E27FC236}">
                  <a16:creationId xmlns:a16="http://schemas.microsoft.com/office/drawing/2014/main" id="{7AE11915-639F-7B7F-8AA9-1893652171E5}"/>
                </a:ext>
              </a:extLst>
            </p:cNvPr>
            <p:cNvSpPr>
              <a:spLocks noGrp="1"/>
            </p:cNvSpPr>
            <p:nvPr/>
          </p:nvSpPr>
          <p:spPr>
            <a:xfrm>
              <a:off x="16350763" y="3930726"/>
              <a:ext cx="46993" cy="1117"/>
            </a:xfrm>
            <a:custGeom>
              <a:avLst/>
              <a:gdLst/>
              <a:ahLst/>
              <a:cxnLst/>
              <a:rect l="0" t="0" r="0" b="0"/>
              <a:pathLst>
                <a:path w="46993" h="1117">
                  <a:moveTo>
                    <a:pt x="0" y="1117"/>
                  </a:moveTo>
                  <a:lnTo>
                    <a:pt x="4699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3" name="Output_receptor__4922">
              <a:extLst>
                <a:ext uri="{FF2B5EF4-FFF2-40B4-BE49-F238E27FC236}">
                  <a16:creationId xmlns:a16="http://schemas.microsoft.com/office/drawing/2014/main" id="{B3D13FC4-3C89-5DF7-6624-A9B5197DEEB4}"/>
                </a:ext>
              </a:extLst>
            </p:cNvPr>
            <p:cNvSpPr>
              <a:spLocks noGrp="1"/>
            </p:cNvSpPr>
            <p:nvPr/>
          </p:nvSpPr>
          <p:spPr>
            <a:xfrm>
              <a:off x="16555253" y="3913681"/>
              <a:ext cx="58172" cy="42456"/>
            </a:xfrm>
            <a:custGeom>
              <a:avLst/>
              <a:gdLst/>
              <a:ahLst/>
              <a:cxnLst/>
              <a:rect l="0" t="0" r="0" b="0"/>
              <a:pathLst>
                <a:path w="58172" h="42456">
                  <a:moveTo>
                    <a:pt x="58172" y="0"/>
                  </a:moveTo>
                  <a:lnTo>
                    <a:pt x="0" y="424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4" name="Output_receptor__4923">
              <a:extLst>
                <a:ext uri="{FF2B5EF4-FFF2-40B4-BE49-F238E27FC236}">
                  <a16:creationId xmlns:a16="http://schemas.microsoft.com/office/drawing/2014/main" id="{18D9FFAC-D66C-24CD-F690-939A22C1B5F9}"/>
                </a:ext>
              </a:extLst>
            </p:cNvPr>
            <p:cNvSpPr>
              <a:spLocks noGrp="1"/>
            </p:cNvSpPr>
            <p:nvPr/>
          </p:nvSpPr>
          <p:spPr>
            <a:xfrm>
              <a:off x="16276641" y="4171151"/>
              <a:ext cx="71466" cy="10311"/>
            </a:xfrm>
            <a:custGeom>
              <a:avLst/>
              <a:gdLst/>
              <a:ahLst/>
              <a:cxnLst/>
              <a:rect l="0" t="0" r="0" b="0"/>
              <a:pathLst>
                <a:path w="71466" h="10311">
                  <a:moveTo>
                    <a:pt x="71466" y="0"/>
                  </a:moveTo>
                  <a:lnTo>
                    <a:pt x="0" y="1031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5" name="Output_receptor__4924">
              <a:extLst>
                <a:ext uri="{FF2B5EF4-FFF2-40B4-BE49-F238E27FC236}">
                  <a16:creationId xmlns:a16="http://schemas.microsoft.com/office/drawing/2014/main" id="{1B1C4F81-8110-59D9-FB48-E9826CB15C10}"/>
                </a:ext>
              </a:extLst>
            </p:cNvPr>
            <p:cNvSpPr>
              <a:spLocks noGrp="1"/>
            </p:cNvSpPr>
            <p:nvPr/>
          </p:nvSpPr>
          <p:spPr>
            <a:xfrm>
              <a:off x="16496183" y="3696508"/>
              <a:ext cx="56916" cy="38784"/>
            </a:xfrm>
            <a:custGeom>
              <a:avLst/>
              <a:gdLst/>
              <a:ahLst/>
              <a:cxnLst/>
              <a:rect l="0" t="0" r="0" b="0"/>
              <a:pathLst>
                <a:path w="56916" h="38784">
                  <a:moveTo>
                    <a:pt x="0" y="0"/>
                  </a:moveTo>
                  <a:lnTo>
                    <a:pt x="56916" y="3878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6" name="Output_receptor__4925">
              <a:extLst>
                <a:ext uri="{FF2B5EF4-FFF2-40B4-BE49-F238E27FC236}">
                  <a16:creationId xmlns:a16="http://schemas.microsoft.com/office/drawing/2014/main" id="{51D09807-D7BF-B9F4-F50D-4D39C1EFA591}"/>
                </a:ext>
              </a:extLst>
            </p:cNvPr>
            <p:cNvSpPr>
              <a:spLocks noGrp="1"/>
            </p:cNvSpPr>
            <p:nvPr/>
          </p:nvSpPr>
          <p:spPr>
            <a:xfrm>
              <a:off x="16202642" y="3291551"/>
              <a:ext cx="48879" cy="45537"/>
            </a:xfrm>
            <a:custGeom>
              <a:avLst/>
              <a:gdLst/>
              <a:ahLst/>
              <a:cxnLst/>
              <a:rect l="0" t="0" r="0" b="0"/>
              <a:pathLst>
                <a:path w="48879" h="45537">
                  <a:moveTo>
                    <a:pt x="48879" y="0"/>
                  </a:moveTo>
                  <a:lnTo>
                    <a:pt x="0" y="455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7" name="Output_receptor__4926">
              <a:extLst>
                <a:ext uri="{FF2B5EF4-FFF2-40B4-BE49-F238E27FC236}">
                  <a16:creationId xmlns:a16="http://schemas.microsoft.com/office/drawing/2014/main" id="{38CC1D53-9C46-B197-83AC-CBEC7737E92F}"/>
                </a:ext>
              </a:extLst>
            </p:cNvPr>
            <p:cNvSpPr>
              <a:spLocks noGrp="1"/>
            </p:cNvSpPr>
            <p:nvPr/>
          </p:nvSpPr>
          <p:spPr>
            <a:xfrm>
              <a:off x="15709489" y="4132664"/>
              <a:ext cx="27330" cy="60469"/>
            </a:xfrm>
            <a:custGeom>
              <a:avLst/>
              <a:gdLst/>
              <a:ahLst/>
              <a:cxnLst/>
              <a:rect l="0" t="0" r="0" b="0"/>
              <a:pathLst>
                <a:path w="27330" h="60469">
                  <a:moveTo>
                    <a:pt x="0" y="0"/>
                  </a:moveTo>
                  <a:lnTo>
                    <a:pt x="27330" y="6046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8" name="Output_receptor__4927">
              <a:extLst>
                <a:ext uri="{FF2B5EF4-FFF2-40B4-BE49-F238E27FC236}">
                  <a16:creationId xmlns:a16="http://schemas.microsoft.com/office/drawing/2014/main" id="{CBDE41AD-4655-3F5C-F95F-EDB694D59D7C}"/>
                </a:ext>
              </a:extLst>
            </p:cNvPr>
            <p:cNvSpPr>
              <a:spLocks noGrp="1"/>
            </p:cNvSpPr>
            <p:nvPr/>
          </p:nvSpPr>
          <p:spPr>
            <a:xfrm>
              <a:off x="15636971" y="2915410"/>
              <a:ext cx="53454" cy="37662"/>
            </a:xfrm>
            <a:custGeom>
              <a:avLst/>
              <a:gdLst/>
              <a:ahLst/>
              <a:cxnLst/>
              <a:rect l="0" t="0" r="0" b="0"/>
              <a:pathLst>
                <a:path w="53454" h="37662">
                  <a:moveTo>
                    <a:pt x="53454" y="3766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29" name="Output_receptor__4928">
              <a:extLst>
                <a:ext uri="{FF2B5EF4-FFF2-40B4-BE49-F238E27FC236}">
                  <a16:creationId xmlns:a16="http://schemas.microsoft.com/office/drawing/2014/main" id="{E7B30A95-D458-2574-8A45-170423D19340}"/>
                </a:ext>
              </a:extLst>
            </p:cNvPr>
            <p:cNvSpPr>
              <a:spLocks noGrp="1"/>
            </p:cNvSpPr>
            <p:nvPr/>
          </p:nvSpPr>
          <p:spPr>
            <a:xfrm>
              <a:off x="15368763" y="4297792"/>
              <a:ext cx="15810" cy="18764"/>
            </a:xfrm>
            <a:custGeom>
              <a:avLst/>
              <a:gdLst/>
              <a:ahLst/>
              <a:cxnLst/>
              <a:rect l="0" t="0" r="0" b="0"/>
              <a:pathLst>
                <a:path w="15810" h="18764">
                  <a:moveTo>
                    <a:pt x="15810" y="187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0" name="Output_receptor__4929">
              <a:extLst>
                <a:ext uri="{FF2B5EF4-FFF2-40B4-BE49-F238E27FC236}">
                  <a16:creationId xmlns:a16="http://schemas.microsoft.com/office/drawing/2014/main" id="{FF30316E-84C3-E9CB-8CC6-9DE6AE60FFCC}"/>
                </a:ext>
              </a:extLst>
            </p:cNvPr>
            <p:cNvSpPr>
              <a:spLocks noGrp="1"/>
            </p:cNvSpPr>
            <p:nvPr/>
          </p:nvSpPr>
          <p:spPr>
            <a:xfrm>
              <a:off x="15807907" y="2924610"/>
              <a:ext cx="47195" cy="54328"/>
            </a:xfrm>
            <a:custGeom>
              <a:avLst/>
              <a:gdLst/>
              <a:ahLst/>
              <a:cxnLst/>
              <a:rect l="0" t="0" r="0" b="0"/>
              <a:pathLst>
                <a:path w="47195" h="54328">
                  <a:moveTo>
                    <a:pt x="0" y="0"/>
                  </a:moveTo>
                  <a:lnTo>
                    <a:pt x="47195" y="5432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1" name="Output_receptor__4930">
              <a:extLst>
                <a:ext uri="{FF2B5EF4-FFF2-40B4-BE49-F238E27FC236}">
                  <a16:creationId xmlns:a16="http://schemas.microsoft.com/office/drawing/2014/main" id="{F7D2C39D-0225-8E26-1A19-5C2D55CDFC94}"/>
                </a:ext>
              </a:extLst>
            </p:cNvPr>
            <p:cNvSpPr>
              <a:spLocks noGrp="1"/>
            </p:cNvSpPr>
            <p:nvPr/>
          </p:nvSpPr>
          <p:spPr>
            <a:xfrm>
              <a:off x="16055588" y="3770677"/>
              <a:ext cx="25912" cy="16936"/>
            </a:xfrm>
            <a:custGeom>
              <a:avLst/>
              <a:gdLst/>
              <a:ahLst/>
              <a:cxnLst/>
              <a:rect l="0" t="0" r="0" b="0"/>
              <a:pathLst>
                <a:path w="25912" h="16936">
                  <a:moveTo>
                    <a:pt x="25912" y="0"/>
                  </a:moveTo>
                  <a:lnTo>
                    <a:pt x="0" y="1693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2" name="Output_receptor__4931">
              <a:extLst>
                <a:ext uri="{FF2B5EF4-FFF2-40B4-BE49-F238E27FC236}">
                  <a16:creationId xmlns:a16="http://schemas.microsoft.com/office/drawing/2014/main" id="{4384B528-A7A6-4D44-2D3B-B7036C79C185}"/>
                </a:ext>
              </a:extLst>
            </p:cNvPr>
            <p:cNvSpPr>
              <a:spLocks noGrp="1"/>
            </p:cNvSpPr>
            <p:nvPr/>
          </p:nvSpPr>
          <p:spPr>
            <a:xfrm>
              <a:off x="16440558" y="3958419"/>
              <a:ext cx="6892" cy="66751"/>
            </a:xfrm>
            <a:custGeom>
              <a:avLst/>
              <a:gdLst/>
              <a:ahLst/>
              <a:cxnLst/>
              <a:rect l="0" t="0" r="0" b="0"/>
              <a:pathLst>
                <a:path w="6892" h="66751">
                  <a:moveTo>
                    <a:pt x="6892" y="0"/>
                  </a:moveTo>
                  <a:lnTo>
                    <a:pt x="0" y="6675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3" name="Output_receptor__4932">
              <a:extLst>
                <a:ext uri="{FF2B5EF4-FFF2-40B4-BE49-F238E27FC236}">
                  <a16:creationId xmlns:a16="http://schemas.microsoft.com/office/drawing/2014/main" id="{3516BEA4-4EF9-47BA-865A-0431F803D39A}"/>
                </a:ext>
              </a:extLst>
            </p:cNvPr>
            <p:cNvSpPr>
              <a:spLocks noGrp="1"/>
            </p:cNvSpPr>
            <p:nvPr/>
          </p:nvSpPr>
          <p:spPr>
            <a:xfrm>
              <a:off x="16543927" y="4296832"/>
              <a:ext cx="4788" cy="18682"/>
            </a:xfrm>
            <a:custGeom>
              <a:avLst/>
              <a:gdLst/>
              <a:ahLst/>
              <a:cxnLst/>
              <a:rect l="0" t="0" r="0" b="0"/>
              <a:pathLst>
                <a:path w="4788" h="18682">
                  <a:moveTo>
                    <a:pt x="0" y="18682"/>
                  </a:moveTo>
                  <a:lnTo>
                    <a:pt x="478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4" name="Output_receptor__4933">
              <a:extLst>
                <a:ext uri="{FF2B5EF4-FFF2-40B4-BE49-F238E27FC236}">
                  <a16:creationId xmlns:a16="http://schemas.microsoft.com/office/drawing/2014/main" id="{1E327441-48B7-80BC-01E1-54B4A65CC3E4}"/>
                </a:ext>
              </a:extLst>
            </p:cNvPr>
            <p:cNvSpPr>
              <a:spLocks noGrp="1"/>
            </p:cNvSpPr>
            <p:nvPr/>
          </p:nvSpPr>
          <p:spPr>
            <a:xfrm>
              <a:off x="15880665" y="3922030"/>
              <a:ext cx="17644" cy="36077"/>
            </a:xfrm>
            <a:custGeom>
              <a:avLst/>
              <a:gdLst/>
              <a:ahLst/>
              <a:cxnLst/>
              <a:rect l="0" t="0" r="0" b="0"/>
              <a:pathLst>
                <a:path w="17644" h="36077">
                  <a:moveTo>
                    <a:pt x="0" y="36077"/>
                  </a:moveTo>
                  <a:lnTo>
                    <a:pt x="1764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5" name="Output_receptor__4934">
              <a:extLst>
                <a:ext uri="{FF2B5EF4-FFF2-40B4-BE49-F238E27FC236}">
                  <a16:creationId xmlns:a16="http://schemas.microsoft.com/office/drawing/2014/main" id="{49B4FF01-0861-3794-908A-1807B1AE577D}"/>
                </a:ext>
              </a:extLst>
            </p:cNvPr>
            <p:cNvSpPr>
              <a:spLocks noGrp="1"/>
            </p:cNvSpPr>
            <p:nvPr/>
          </p:nvSpPr>
          <p:spPr>
            <a:xfrm>
              <a:off x="15860376" y="2885363"/>
              <a:ext cx="39549" cy="13207"/>
            </a:xfrm>
            <a:custGeom>
              <a:avLst/>
              <a:gdLst/>
              <a:ahLst/>
              <a:cxnLst/>
              <a:rect l="0" t="0" r="0" b="0"/>
              <a:pathLst>
                <a:path w="39549" h="13207">
                  <a:moveTo>
                    <a:pt x="39549" y="13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6" name="Output_receptor__4935">
              <a:extLst>
                <a:ext uri="{FF2B5EF4-FFF2-40B4-BE49-F238E27FC236}">
                  <a16:creationId xmlns:a16="http://schemas.microsoft.com/office/drawing/2014/main" id="{2CBE2D7C-4BEA-1668-422A-7A0E7F974091}"/>
                </a:ext>
              </a:extLst>
            </p:cNvPr>
            <p:cNvSpPr>
              <a:spLocks noGrp="1"/>
            </p:cNvSpPr>
            <p:nvPr/>
          </p:nvSpPr>
          <p:spPr>
            <a:xfrm>
              <a:off x="15647116" y="4168449"/>
              <a:ext cx="1252" cy="27411"/>
            </a:xfrm>
            <a:custGeom>
              <a:avLst/>
              <a:gdLst/>
              <a:ahLst/>
              <a:cxnLst/>
              <a:rect l="0" t="0" r="0" b="0"/>
              <a:pathLst>
                <a:path w="1252" h="27411">
                  <a:moveTo>
                    <a:pt x="0" y="27411"/>
                  </a:moveTo>
                  <a:lnTo>
                    <a:pt x="1252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7" name="Output_receptor__4936">
              <a:extLst>
                <a:ext uri="{FF2B5EF4-FFF2-40B4-BE49-F238E27FC236}">
                  <a16:creationId xmlns:a16="http://schemas.microsoft.com/office/drawing/2014/main" id="{68F63AA2-BB5B-15B2-B67D-B0F2634E19D5}"/>
                </a:ext>
              </a:extLst>
            </p:cNvPr>
            <p:cNvSpPr>
              <a:spLocks noGrp="1"/>
            </p:cNvSpPr>
            <p:nvPr/>
          </p:nvSpPr>
          <p:spPr>
            <a:xfrm>
              <a:off x="16138606" y="2958896"/>
              <a:ext cx="3875" cy="12813"/>
            </a:xfrm>
            <a:custGeom>
              <a:avLst/>
              <a:gdLst/>
              <a:ahLst/>
              <a:cxnLst/>
              <a:rect l="0" t="0" r="0" b="0"/>
              <a:pathLst>
                <a:path w="3875" h="12813">
                  <a:moveTo>
                    <a:pt x="0" y="12813"/>
                  </a:moveTo>
                  <a:lnTo>
                    <a:pt x="3875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8" name="Output_receptor__4937">
              <a:extLst>
                <a:ext uri="{FF2B5EF4-FFF2-40B4-BE49-F238E27FC236}">
                  <a16:creationId xmlns:a16="http://schemas.microsoft.com/office/drawing/2014/main" id="{1E093E42-81C0-D6F0-FDAC-216BE2AF5C35}"/>
                </a:ext>
              </a:extLst>
            </p:cNvPr>
            <p:cNvSpPr>
              <a:spLocks noGrp="1"/>
            </p:cNvSpPr>
            <p:nvPr/>
          </p:nvSpPr>
          <p:spPr>
            <a:xfrm>
              <a:off x="15858218" y="4613409"/>
              <a:ext cx="20639" cy="19360"/>
            </a:xfrm>
            <a:custGeom>
              <a:avLst/>
              <a:gdLst/>
              <a:ahLst/>
              <a:cxnLst/>
              <a:rect l="0" t="0" r="0" b="0"/>
              <a:pathLst>
                <a:path w="20639" h="19360">
                  <a:moveTo>
                    <a:pt x="20639" y="0"/>
                  </a:moveTo>
                  <a:lnTo>
                    <a:pt x="0" y="1936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9" name="Output_receptor__4938">
              <a:extLst>
                <a:ext uri="{FF2B5EF4-FFF2-40B4-BE49-F238E27FC236}">
                  <a16:creationId xmlns:a16="http://schemas.microsoft.com/office/drawing/2014/main" id="{60FCA10D-F8AA-AE0C-1C87-8396EE291EB6}"/>
                </a:ext>
              </a:extLst>
            </p:cNvPr>
            <p:cNvSpPr>
              <a:spLocks noGrp="1"/>
            </p:cNvSpPr>
            <p:nvPr/>
          </p:nvSpPr>
          <p:spPr>
            <a:xfrm>
              <a:off x="16632743" y="3960901"/>
              <a:ext cx="25986" cy="54596"/>
            </a:xfrm>
            <a:custGeom>
              <a:avLst/>
              <a:gdLst/>
              <a:ahLst/>
              <a:cxnLst/>
              <a:rect l="0" t="0" r="0" b="0"/>
              <a:pathLst>
                <a:path w="25986" h="54596">
                  <a:moveTo>
                    <a:pt x="0" y="54596"/>
                  </a:moveTo>
                  <a:lnTo>
                    <a:pt x="2598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0" name="Output_receptor__4939">
              <a:extLst>
                <a:ext uri="{FF2B5EF4-FFF2-40B4-BE49-F238E27FC236}">
                  <a16:creationId xmlns:a16="http://schemas.microsoft.com/office/drawing/2014/main" id="{E7872D9C-BA05-1102-90D0-139706D69F36}"/>
                </a:ext>
              </a:extLst>
            </p:cNvPr>
            <p:cNvSpPr>
              <a:spLocks noGrp="1"/>
            </p:cNvSpPr>
            <p:nvPr/>
          </p:nvSpPr>
          <p:spPr>
            <a:xfrm>
              <a:off x="15686866" y="3410054"/>
              <a:ext cx="17200" cy="64055"/>
            </a:xfrm>
            <a:custGeom>
              <a:avLst/>
              <a:gdLst/>
              <a:ahLst/>
              <a:cxnLst/>
              <a:rect l="0" t="0" r="0" b="0"/>
              <a:pathLst>
                <a:path w="17200" h="64055">
                  <a:moveTo>
                    <a:pt x="17200" y="64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1" name="Output_receptor__4940">
              <a:extLst>
                <a:ext uri="{FF2B5EF4-FFF2-40B4-BE49-F238E27FC236}">
                  <a16:creationId xmlns:a16="http://schemas.microsoft.com/office/drawing/2014/main" id="{17F7D420-FFC4-98EA-6577-36C5AFA996A1}"/>
                </a:ext>
              </a:extLst>
            </p:cNvPr>
            <p:cNvSpPr>
              <a:spLocks noGrp="1"/>
            </p:cNvSpPr>
            <p:nvPr/>
          </p:nvSpPr>
          <p:spPr>
            <a:xfrm>
              <a:off x="15752913" y="3838023"/>
              <a:ext cx="61192" cy="32181"/>
            </a:xfrm>
            <a:custGeom>
              <a:avLst/>
              <a:gdLst/>
              <a:ahLst/>
              <a:cxnLst/>
              <a:rect l="0" t="0" r="0" b="0"/>
              <a:pathLst>
                <a:path w="61192" h="32181">
                  <a:moveTo>
                    <a:pt x="61192" y="32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2" name="Output_receptor__4941">
              <a:extLst>
                <a:ext uri="{FF2B5EF4-FFF2-40B4-BE49-F238E27FC236}">
                  <a16:creationId xmlns:a16="http://schemas.microsoft.com/office/drawing/2014/main" id="{3CC843D5-817C-E6E2-64B7-57201BB08020}"/>
                </a:ext>
              </a:extLst>
            </p:cNvPr>
            <p:cNvSpPr>
              <a:spLocks noGrp="1"/>
            </p:cNvSpPr>
            <p:nvPr/>
          </p:nvSpPr>
          <p:spPr>
            <a:xfrm>
              <a:off x="15469777" y="2768826"/>
              <a:ext cx="66071" cy="19546"/>
            </a:xfrm>
            <a:custGeom>
              <a:avLst/>
              <a:gdLst/>
              <a:ahLst/>
              <a:cxnLst/>
              <a:rect l="0" t="0" r="0" b="0"/>
              <a:pathLst>
                <a:path w="66071" h="19546">
                  <a:moveTo>
                    <a:pt x="66071" y="19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3" name="Output_receptor__4942">
              <a:extLst>
                <a:ext uri="{FF2B5EF4-FFF2-40B4-BE49-F238E27FC236}">
                  <a16:creationId xmlns:a16="http://schemas.microsoft.com/office/drawing/2014/main" id="{CFF3A940-A2B7-57A2-68A3-DFC28F12FAD9}"/>
                </a:ext>
              </a:extLst>
            </p:cNvPr>
            <p:cNvSpPr>
              <a:spLocks noGrp="1"/>
            </p:cNvSpPr>
            <p:nvPr/>
          </p:nvSpPr>
          <p:spPr>
            <a:xfrm>
              <a:off x="16613425" y="3913681"/>
              <a:ext cx="45304" cy="47220"/>
            </a:xfrm>
            <a:custGeom>
              <a:avLst/>
              <a:gdLst/>
              <a:ahLst/>
              <a:cxnLst/>
              <a:rect l="0" t="0" r="0" b="0"/>
              <a:pathLst>
                <a:path w="45304" h="47220">
                  <a:moveTo>
                    <a:pt x="45304" y="472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4" name="Output_receptor__4943">
              <a:extLst>
                <a:ext uri="{FF2B5EF4-FFF2-40B4-BE49-F238E27FC236}">
                  <a16:creationId xmlns:a16="http://schemas.microsoft.com/office/drawing/2014/main" id="{7764E058-D05E-8F69-C135-2A0DAC71834C}"/>
                </a:ext>
              </a:extLst>
            </p:cNvPr>
            <p:cNvSpPr>
              <a:spLocks noGrp="1"/>
            </p:cNvSpPr>
            <p:nvPr/>
          </p:nvSpPr>
          <p:spPr>
            <a:xfrm>
              <a:off x="16090145" y="3348425"/>
              <a:ext cx="15722" cy="5300"/>
            </a:xfrm>
            <a:custGeom>
              <a:avLst/>
              <a:gdLst/>
              <a:ahLst/>
              <a:cxnLst/>
              <a:rect l="0" t="0" r="0" b="0"/>
              <a:pathLst>
                <a:path w="15722" h="5300">
                  <a:moveTo>
                    <a:pt x="15722" y="53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45" name="Output_receptor__4944">
              <a:extLst>
                <a:ext uri="{FF2B5EF4-FFF2-40B4-BE49-F238E27FC236}">
                  <a16:creationId xmlns:a16="http://schemas.microsoft.com/office/drawing/2014/main" id="{F753AB3F-2E65-571A-2C7D-F7D5C4EF8594}"/>
                </a:ext>
              </a:extLst>
            </p:cNvPr>
            <p:cNvSpPr>
              <a:spLocks noGrp="1"/>
            </p:cNvSpPr>
            <p:nvPr/>
          </p:nvSpPr>
          <p:spPr>
            <a:xfrm>
              <a:off x="15866210" y="3579047"/>
              <a:ext cx="25301" cy="63722"/>
            </a:xfrm>
            <a:custGeom>
              <a:avLst/>
              <a:gdLst/>
              <a:ahLst/>
              <a:cxnLst/>
              <a:rect l="0" t="0" r="0" b="0"/>
              <a:pathLst>
                <a:path w="25301" h="63722">
                  <a:moveTo>
                    <a:pt x="0" y="0"/>
                  </a:moveTo>
                  <a:lnTo>
                    <a:pt x="25301" y="6372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6" name="Output_receptor__4945">
              <a:extLst>
                <a:ext uri="{FF2B5EF4-FFF2-40B4-BE49-F238E27FC236}">
                  <a16:creationId xmlns:a16="http://schemas.microsoft.com/office/drawing/2014/main" id="{50D0A1E1-9464-B2AD-0A68-E138FF9E4847}"/>
                </a:ext>
              </a:extLst>
            </p:cNvPr>
            <p:cNvSpPr>
              <a:spLocks noGrp="1"/>
            </p:cNvSpPr>
            <p:nvPr/>
          </p:nvSpPr>
          <p:spPr>
            <a:xfrm>
              <a:off x="16511514" y="3735293"/>
              <a:ext cx="41585" cy="58666"/>
            </a:xfrm>
            <a:custGeom>
              <a:avLst/>
              <a:gdLst/>
              <a:ahLst/>
              <a:cxnLst/>
              <a:rect l="0" t="0" r="0" b="0"/>
              <a:pathLst>
                <a:path w="41585" h="58666">
                  <a:moveTo>
                    <a:pt x="41585" y="0"/>
                  </a:moveTo>
                  <a:lnTo>
                    <a:pt x="0" y="5866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7" name="Output_receptor__4946">
              <a:extLst>
                <a:ext uri="{FF2B5EF4-FFF2-40B4-BE49-F238E27FC236}">
                  <a16:creationId xmlns:a16="http://schemas.microsoft.com/office/drawing/2014/main" id="{DFE5F755-D418-028A-6063-6EA31727728F}"/>
                </a:ext>
              </a:extLst>
            </p:cNvPr>
            <p:cNvSpPr>
              <a:spLocks noGrp="1"/>
            </p:cNvSpPr>
            <p:nvPr/>
          </p:nvSpPr>
          <p:spPr>
            <a:xfrm>
              <a:off x="16166522" y="3236114"/>
              <a:ext cx="2781" cy="45087"/>
            </a:xfrm>
            <a:custGeom>
              <a:avLst/>
              <a:gdLst/>
              <a:ahLst/>
              <a:cxnLst/>
              <a:rect l="0" t="0" r="0" b="0"/>
              <a:pathLst>
                <a:path w="2781" h="45087">
                  <a:moveTo>
                    <a:pt x="0" y="45087"/>
                  </a:moveTo>
                  <a:lnTo>
                    <a:pt x="2781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48" name="Output_receptor__4947">
              <a:extLst>
                <a:ext uri="{FF2B5EF4-FFF2-40B4-BE49-F238E27FC236}">
                  <a16:creationId xmlns:a16="http://schemas.microsoft.com/office/drawing/2014/main" id="{1D3B07EF-3E91-268C-B66D-C4F4041873FD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3" y="4424131"/>
              <a:ext cx="4027" cy="19404"/>
            </a:xfrm>
            <a:custGeom>
              <a:avLst/>
              <a:gdLst/>
              <a:ahLst/>
              <a:cxnLst/>
              <a:rect l="0" t="0" r="0" b="0"/>
              <a:pathLst>
                <a:path w="4027" h="19404">
                  <a:moveTo>
                    <a:pt x="0" y="0"/>
                  </a:moveTo>
                  <a:lnTo>
                    <a:pt x="4027" y="1940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49" name="Output_receptor__4948">
              <a:extLst>
                <a:ext uri="{FF2B5EF4-FFF2-40B4-BE49-F238E27FC236}">
                  <a16:creationId xmlns:a16="http://schemas.microsoft.com/office/drawing/2014/main" id="{1667E57D-4A14-CA18-5ECB-FCEC8C3E9FDD}"/>
                </a:ext>
              </a:extLst>
            </p:cNvPr>
            <p:cNvSpPr>
              <a:spLocks noGrp="1"/>
            </p:cNvSpPr>
            <p:nvPr/>
          </p:nvSpPr>
          <p:spPr>
            <a:xfrm>
              <a:off x="15795309" y="4543962"/>
              <a:ext cx="64964" cy="19222"/>
            </a:xfrm>
            <a:custGeom>
              <a:avLst/>
              <a:gdLst/>
              <a:ahLst/>
              <a:cxnLst/>
              <a:rect l="0" t="0" r="0" b="0"/>
              <a:pathLst>
                <a:path w="64964" h="19222">
                  <a:moveTo>
                    <a:pt x="0" y="19222"/>
                  </a:moveTo>
                  <a:lnTo>
                    <a:pt x="64964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0" name="Output_receptor__4949">
              <a:extLst>
                <a:ext uri="{FF2B5EF4-FFF2-40B4-BE49-F238E27FC236}">
                  <a16:creationId xmlns:a16="http://schemas.microsoft.com/office/drawing/2014/main" id="{8C4A7774-5717-0EB9-A177-DB8327962BEE}"/>
                </a:ext>
              </a:extLst>
            </p:cNvPr>
            <p:cNvSpPr>
              <a:spLocks noGrp="1"/>
            </p:cNvSpPr>
            <p:nvPr/>
          </p:nvSpPr>
          <p:spPr>
            <a:xfrm>
              <a:off x="16456441" y="3696508"/>
              <a:ext cx="39742" cy="19659"/>
            </a:xfrm>
            <a:custGeom>
              <a:avLst/>
              <a:gdLst/>
              <a:ahLst/>
              <a:cxnLst/>
              <a:rect l="0" t="0" r="0" b="0"/>
              <a:pathLst>
                <a:path w="39742" h="19659">
                  <a:moveTo>
                    <a:pt x="0" y="19659"/>
                  </a:moveTo>
                  <a:lnTo>
                    <a:pt x="3974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1" name="Output_receptor__4950">
              <a:extLst>
                <a:ext uri="{FF2B5EF4-FFF2-40B4-BE49-F238E27FC236}">
                  <a16:creationId xmlns:a16="http://schemas.microsoft.com/office/drawing/2014/main" id="{F1589087-58CD-704D-CBBD-DB81BAEDEC45}"/>
                </a:ext>
              </a:extLst>
            </p:cNvPr>
            <p:cNvSpPr>
              <a:spLocks noGrp="1"/>
            </p:cNvSpPr>
            <p:nvPr/>
          </p:nvSpPr>
          <p:spPr>
            <a:xfrm>
              <a:off x="16251521" y="3260487"/>
              <a:ext cx="19888" cy="31064"/>
            </a:xfrm>
            <a:custGeom>
              <a:avLst/>
              <a:gdLst/>
              <a:ahLst/>
              <a:cxnLst/>
              <a:rect l="0" t="0" r="0" b="0"/>
              <a:pathLst>
                <a:path w="19888" h="31064">
                  <a:moveTo>
                    <a:pt x="19888" y="0"/>
                  </a:moveTo>
                  <a:lnTo>
                    <a:pt x="0" y="3106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2" name="Output_receptor__4951">
              <a:extLst>
                <a:ext uri="{FF2B5EF4-FFF2-40B4-BE49-F238E27FC236}">
                  <a16:creationId xmlns:a16="http://schemas.microsoft.com/office/drawing/2014/main" id="{F1866DA8-BC93-D8BD-4BA4-C3F584C548F3}"/>
                </a:ext>
              </a:extLst>
            </p:cNvPr>
            <p:cNvSpPr>
              <a:spLocks noGrp="1"/>
            </p:cNvSpPr>
            <p:nvPr/>
          </p:nvSpPr>
          <p:spPr>
            <a:xfrm>
              <a:off x="15814105" y="3853733"/>
              <a:ext cx="59281" cy="16471"/>
            </a:xfrm>
            <a:custGeom>
              <a:avLst/>
              <a:gdLst/>
              <a:ahLst/>
              <a:cxnLst/>
              <a:rect l="0" t="0" r="0" b="0"/>
              <a:pathLst>
                <a:path w="59281" h="16471">
                  <a:moveTo>
                    <a:pt x="59281" y="0"/>
                  </a:moveTo>
                  <a:lnTo>
                    <a:pt x="0" y="16471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53" name="Output_receptor__4952">
              <a:extLst>
                <a:ext uri="{FF2B5EF4-FFF2-40B4-BE49-F238E27FC236}">
                  <a16:creationId xmlns:a16="http://schemas.microsoft.com/office/drawing/2014/main" id="{BBDA28FD-4D20-FC30-4873-D9BFA91228C7}"/>
                </a:ext>
              </a:extLst>
            </p:cNvPr>
            <p:cNvSpPr>
              <a:spLocks noGrp="1"/>
            </p:cNvSpPr>
            <p:nvPr/>
          </p:nvSpPr>
          <p:spPr>
            <a:xfrm>
              <a:off x="15655595" y="3853277"/>
              <a:ext cx="42023" cy="23476"/>
            </a:xfrm>
            <a:custGeom>
              <a:avLst/>
              <a:gdLst/>
              <a:ahLst/>
              <a:cxnLst/>
              <a:rect l="0" t="0" r="0" b="0"/>
              <a:pathLst>
                <a:path w="42023" h="23476">
                  <a:moveTo>
                    <a:pt x="42023" y="234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4" name="Output_receptor__4953">
              <a:extLst>
                <a:ext uri="{FF2B5EF4-FFF2-40B4-BE49-F238E27FC236}">
                  <a16:creationId xmlns:a16="http://schemas.microsoft.com/office/drawing/2014/main" id="{156974E3-7BF9-F413-0260-762D65C7FECF}"/>
                </a:ext>
              </a:extLst>
            </p:cNvPr>
            <p:cNvSpPr>
              <a:spLocks noGrp="1"/>
            </p:cNvSpPr>
            <p:nvPr/>
          </p:nvSpPr>
          <p:spPr>
            <a:xfrm>
              <a:off x="16721499" y="4206224"/>
              <a:ext cx="40179" cy="9325"/>
            </a:xfrm>
            <a:custGeom>
              <a:avLst/>
              <a:gdLst/>
              <a:ahLst/>
              <a:cxnLst/>
              <a:rect l="0" t="0" r="0" b="0"/>
              <a:pathLst>
                <a:path w="40179" h="9325">
                  <a:moveTo>
                    <a:pt x="40179" y="0"/>
                  </a:moveTo>
                  <a:lnTo>
                    <a:pt x="0" y="932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5" name="Output_receptor__4954">
              <a:extLst>
                <a:ext uri="{FF2B5EF4-FFF2-40B4-BE49-F238E27FC236}">
                  <a16:creationId xmlns:a16="http://schemas.microsoft.com/office/drawing/2014/main" id="{1D382F84-9761-F72C-E4C1-ECCFDE922AF1}"/>
                </a:ext>
              </a:extLst>
            </p:cNvPr>
            <p:cNvSpPr>
              <a:spLocks noGrp="1"/>
            </p:cNvSpPr>
            <p:nvPr/>
          </p:nvSpPr>
          <p:spPr>
            <a:xfrm>
              <a:off x="15657602" y="3613854"/>
              <a:ext cx="37033" cy="3923"/>
            </a:xfrm>
            <a:custGeom>
              <a:avLst/>
              <a:gdLst/>
              <a:ahLst/>
              <a:cxnLst/>
              <a:rect l="0" t="0" r="0" b="0"/>
              <a:pathLst>
                <a:path w="37033" h="3923">
                  <a:moveTo>
                    <a:pt x="0" y="3923"/>
                  </a:moveTo>
                  <a:lnTo>
                    <a:pt x="3703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6" name="Output_receptor__4955">
              <a:extLst>
                <a:ext uri="{FF2B5EF4-FFF2-40B4-BE49-F238E27FC236}">
                  <a16:creationId xmlns:a16="http://schemas.microsoft.com/office/drawing/2014/main" id="{8671166F-43D6-FDFA-BF53-79DE62823704}"/>
                </a:ext>
              </a:extLst>
            </p:cNvPr>
            <p:cNvSpPr>
              <a:spLocks noGrp="1"/>
            </p:cNvSpPr>
            <p:nvPr/>
          </p:nvSpPr>
          <p:spPr>
            <a:xfrm>
              <a:off x="15807907" y="2885363"/>
              <a:ext cx="52469" cy="39247"/>
            </a:xfrm>
            <a:custGeom>
              <a:avLst/>
              <a:gdLst/>
              <a:ahLst/>
              <a:cxnLst/>
              <a:rect l="0" t="0" r="0" b="0"/>
              <a:pathLst>
                <a:path w="52469" h="39247">
                  <a:moveTo>
                    <a:pt x="52469" y="0"/>
                  </a:moveTo>
                  <a:lnTo>
                    <a:pt x="0" y="392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7" name="Output_receptor__4956">
              <a:extLst>
                <a:ext uri="{FF2B5EF4-FFF2-40B4-BE49-F238E27FC236}">
                  <a16:creationId xmlns:a16="http://schemas.microsoft.com/office/drawing/2014/main" id="{0FE5AF7A-02FB-3BD3-797C-2E3CEE88F2B2}"/>
                </a:ext>
              </a:extLst>
            </p:cNvPr>
            <p:cNvSpPr>
              <a:spLocks noGrp="1"/>
            </p:cNvSpPr>
            <p:nvPr/>
          </p:nvSpPr>
          <p:spPr>
            <a:xfrm>
              <a:off x="15441746" y="2768826"/>
              <a:ext cx="28031" cy="66576"/>
            </a:xfrm>
            <a:custGeom>
              <a:avLst/>
              <a:gdLst/>
              <a:ahLst/>
              <a:cxnLst/>
              <a:rect l="0" t="0" r="0" b="0"/>
              <a:pathLst>
                <a:path w="28031" h="66576">
                  <a:moveTo>
                    <a:pt x="28031" y="0"/>
                  </a:moveTo>
                  <a:lnTo>
                    <a:pt x="0" y="6657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8" name="Output_receptor__4957">
              <a:extLst>
                <a:ext uri="{FF2B5EF4-FFF2-40B4-BE49-F238E27FC236}">
                  <a16:creationId xmlns:a16="http://schemas.microsoft.com/office/drawing/2014/main" id="{2DFC68D9-A19B-198F-26E4-74A01DA2073C}"/>
                </a:ext>
              </a:extLst>
            </p:cNvPr>
            <p:cNvSpPr>
              <a:spLocks noGrp="1"/>
            </p:cNvSpPr>
            <p:nvPr/>
          </p:nvSpPr>
          <p:spPr>
            <a:xfrm>
              <a:off x="16194873" y="3475510"/>
              <a:ext cx="58366" cy="36109"/>
            </a:xfrm>
            <a:custGeom>
              <a:avLst/>
              <a:gdLst/>
              <a:ahLst/>
              <a:cxnLst/>
              <a:rect l="0" t="0" r="0" b="0"/>
              <a:pathLst>
                <a:path w="58366" h="36109">
                  <a:moveTo>
                    <a:pt x="0" y="36109"/>
                  </a:moveTo>
                  <a:lnTo>
                    <a:pt x="58366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59" name="Output_receptor__4958">
              <a:extLst>
                <a:ext uri="{FF2B5EF4-FFF2-40B4-BE49-F238E27FC236}">
                  <a16:creationId xmlns:a16="http://schemas.microsoft.com/office/drawing/2014/main" id="{1F522F8F-4980-2AFD-AC04-9603ABA090DE}"/>
                </a:ext>
              </a:extLst>
            </p:cNvPr>
            <p:cNvSpPr>
              <a:spLocks noGrp="1"/>
            </p:cNvSpPr>
            <p:nvPr/>
          </p:nvSpPr>
          <p:spPr>
            <a:xfrm>
              <a:off x="16151584" y="3111529"/>
              <a:ext cx="21304" cy="31924"/>
            </a:xfrm>
            <a:custGeom>
              <a:avLst/>
              <a:gdLst/>
              <a:ahLst/>
              <a:cxnLst/>
              <a:rect l="0" t="0" r="0" b="0"/>
              <a:pathLst>
                <a:path w="21304" h="31924">
                  <a:moveTo>
                    <a:pt x="21304" y="0"/>
                  </a:moveTo>
                  <a:lnTo>
                    <a:pt x="0" y="3192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60" name="Output_receptor__4959">
              <a:extLst>
                <a:ext uri="{FF2B5EF4-FFF2-40B4-BE49-F238E27FC236}">
                  <a16:creationId xmlns:a16="http://schemas.microsoft.com/office/drawing/2014/main" id="{A174CFB4-D81C-E70B-9A72-2F8A17C61435}"/>
                </a:ext>
              </a:extLst>
            </p:cNvPr>
            <p:cNvSpPr>
              <a:spLocks noGrp="1"/>
            </p:cNvSpPr>
            <p:nvPr/>
          </p:nvSpPr>
          <p:spPr>
            <a:xfrm>
              <a:off x="16330981" y="3841063"/>
              <a:ext cx="71340" cy="4503"/>
            </a:xfrm>
            <a:custGeom>
              <a:avLst/>
              <a:gdLst/>
              <a:ahLst/>
              <a:cxnLst/>
              <a:rect l="0" t="0" r="0" b="0"/>
              <a:pathLst>
                <a:path w="71340" h="4503">
                  <a:moveTo>
                    <a:pt x="0" y="4503"/>
                  </a:moveTo>
                  <a:lnTo>
                    <a:pt x="7134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1" name="Output_receptor__4960">
              <a:extLst>
                <a:ext uri="{FF2B5EF4-FFF2-40B4-BE49-F238E27FC236}">
                  <a16:creationId xmlns:a16="http://schemas.microsoft.com/office/drawing/2014/main" id="{7EB53C9C-CA22-1ADF-F044-1F331EE46E3A}"/>
                </a:ext>
              </a:extLst>
            </p:cNvPr>
            <p:cNvSpPr>
              <a:spLocks noGrp="1"/>
            </p:cNvSpPr>
            <p:nvPr/>
          </p:nvSpPr>
          <p:spPr>
            <a:xfrm>
              <a:off x="16208312" y="4084040"/>
              <a:ext cx="58781" cy="12497"/>
            </a:xfrm>
            <a:custGeom>
              <a:avLst/>
              <a:gdLst/>
              <a:ahLst/>
              <a:cxnLst/>
              <a:rect l="0" t="0" r="0" b="0"/>
              <a:pathLst>
                <a:path w="58781" h="12497">
                  <a:moveTo>
                    <a:pt x="58781" y="0"/>
                  </a:moveTo>
                  <a:lnTo>
                    <a:pt x="0" y="1249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2" name="Output_receptor__4961">
              <a:extLst>
                <a:ext uri="{FF2B5EF4-FFF2-40B4-BE49-F238E27FC236}">
                  <a16:creationId xmlns:a16="http://schemas.microsoft.com/office/drawing/2014/main" id="{DFC73EDA-973E-15EF-FC7A-FEB488A7E3C1}"/>
                </a:ext>
              </a:extLst>
            </p:cNvPr>
            <p:cNvSpPr>
              <a:spLocks noGrp="1"/>
            </p:cNvSpPr>
            <p:nvPr/>
          </p:nvSpPr>
          <p:spPr>
            <a:xfrm>
              <a:off x="16354881" y="4328201"/>
              <a:ext cx="39342" cy="40810"/>
            </a:xfrm>
            <a:custGeom>
              <a:avLst/>
              <a:gdLst/>
              <a:ahLst/>
              <a:cxnLst/>
              <a:rect l="0" t="0" r="0" b="0"/>
              <a:pathLst>
                <a:path w="39342" h="40810">
                  <a:moveTo>
                    <a:pt x="0" y="40810"/>
                  </a:moveTo>
                  <a:lnTo>
                    <a:pt x="3934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3" name="Output_receptor__4962">
              <a:extLst>
                <a:ext uri="{FF2B5EF4-FFF2-40B4-BE49-F238E27FC236}">
                  <a16:creationId xmlns:a16="http://schemas.microsoft.com/office/drawing/2014/main" id="{2C4F0EED-C10A-6AC9-24F0-F8943F777676}"/>
                </a:ext>
              </a:extLst>
            </p:cNvPr>
            <p:cNvSpPr>
              <a:spLocks noGrp="1"/>
            </p:cNvSpPr>
            <p:nvPr/>
          </p:nvSpPr>
          <p:spPr>
            <a:xfrm>
              <a:off x="16394222" y="4271362"/>
              <a:ext cx="21201" cy="56838"/>
            </a:xfrm>
            <a:custGeom>
              <a:avLst/>
              <a:gdLst/>
              <a:ahLst/>
              <a:cxnLst/>
              <a:rect l="0" t="0" r="0" b="0"/>
              <a:pathLst>
                <a:path w="21201" h="56838">
                  <a:moveTo>
                    <a:pt x="0" y="56838"/>
                  </a:moveTo>
                  <a:lnTo>
                    <a:pt x="21201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4" name="Output_receptor__4963">
              <a:extLst>
                <a:ext uri="{FF2B5EF4-FFF2-40B4-BE49-F238E27FC236}">
                  <a16:creationId xmlns:a16="http://schemas.microsoft.com/office/drawing/2014/main" id="{A37365A3-19ED-E1E6-4B87-F91A5602A27E}"/>
                </a:ext>
              </a:extLst>
            </p:cNvPr>
            <p:cNvSpPr>
              <a:spLocks noGrp="1"/>
            </p:cNvSpPr>
            <p:nvPr/>
          </p:nvSpPr>
          <p:spPr>
            <a:xfrm>
              <a:off x="16348107" y="4171151"/>
              <a:ext cx="5205" cy="43557"/>
            </a:xfrm>
            <a:custGeom>
              <a:avLst/>
              <a:gdLst/>
              <a:ahLst/>
              <a:cxnLst/>
              <a:rect l="0" t="0" r="0" b="0"/>
              <a:pathLst>
                <a:path w="5205" h="43557">
                  <a:moveTo>
                    <a:pt x="5205" y="43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5" name="Output_receptor__4964">
              <a:extLst>
                <a:ext uri="{FF2B5EF4-FFF2-40B4-BE49-F238E27FC236}">
                  <a16:creationId xmlns:a16="http://schemas.microsoft.com/office/drawing/2014/main" id="{7BEB8556-27C8-F570-0583-E21FEDBFF4AE}"/>
                </a:ext>
              </a:extLst>
            </p:cNvPr>
            <p:cNvSpPr>
              <a:spLocks noGrp="1"/>
            </p:cNvSpPr>
            <p:nvPr/>
          </p:nvSpPr>
          <p:spPr>
            <a:xfrm>
              <a:off x="16166522" y="3281201"/>
              <a:ext cx="36121" cy="55887"/>
            </a:xfrm>
            <a:custGeom>
              <a:avLst/>
              <a:gdLst/>
              <a:ahLst/>
              <a:cxnLst/>
              <a:rect l="0" t="0" r="0" b="0"/>
              <a:pathLst>
                <a:path w="36121" h="55887">
                  <a:moveTo>
                    <a:pt x="36121" y="558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6" name="Output_receptor__4965">
              <a:extLst>
                <a:ext uri="{FF2B5EF4-FFF2-40B4-BE49-F238E27FC236}">
                  <a16:creationId xmlns:a16="http://schemas.microsoft.com/office/drawing/2014/main" id="{5FB6537F-29C0-EB49-B671-05F85D0FEF76}"/>
                </a:ext>
              </a:extLst>
            </p:cNvPr>
            <p:cNvSpPr>
              <a:spLocks noGrp="1"/>
            </p:cNvSpPr>
            <p:nvPr/>
          </p:nvSpPr>
          <p:spPr>
            <a:xfrm>
              <a:off x="15686617" y="2814530"/>
              <a:ext cx="60615" cy="33412"/>
            </a:xfrm>
            <a:custGeom>
              <a:avLst/>
              <a:gdLst/>
              <a:ahLst/>
              <a:cxnLst/>
              <a:rect l="0" t="0" r="0" b="0"/>
              <a:pathLst>
                <a:path w="60615" h="33412">
                  <a:moveTo>
                    <a:pt x="0" y="33412"/>
                  </a:moveTo>
                  <a:lnTo>
                    <a:pt x="60615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67" name="Output_receptor__4966">
              <a:extLst>
                <a:ext uri="{FF2B5EF4-FFF2-40B4-BE49-F238E27FC236}">
                  <a16:creationId xmlns:a16="http://schemas.microsoft.com/office/drawing/2014/main" id="{69807B6A-3F9C-B746-1F10-171228A54F02}"/>
                </a:ext>
              </a:extLst>
            </p:cNvPr>
            <p:cNvSpPr>
              <a:spLocks noGrp="1"/>
            </p:cNvSpPr>
            <p:nvPr/>
          </p:nvSpPr>
          <p:spPr>
            <a:xfrm>
              <a:off x="15577033" y="3419397"/>
              <a:ext cx="10879" cy="295"/>
            </a:xfrm>
            <a:custGeom>
              <a:avLst/>
              <a:gdLst/>
              <a:ahLst/>
              <a:cxnLst/>
              <a:rect l="0" t="0" r="0" b="0"/>
              <a:pathLst>
                <a:path w="10879" h="295">
                  <a:moveTo>
                    <a:pt x="0" y="295"/>
                  </a:moveTo>
                  <a:lnTo>
                    <a:pt x="10879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8" name="Output_receptor__4967">
              <a:extLst>
                <a:ext uri="{FF2B5EF4-FFF2-40B4-BE49-F238E27FC236}">
                  <a16:creationId xmlns:a16="http://schemas.microsoft.com/office/drawing/2014/main" id="{72262D35-30C3-7E84-7559-4AF70FFB994E}"/>
                </a:ext>
              </a:extLst>
            </p:cNvPr>
            <p:cNvSpPr>
              <a:spLocks noGrp="1"/>
            </p:cNvSpPr>
            <p:nvPr/>
          </p:nvSpPr>
          <p:spPr>
            <a:xfrm>
              <a:off x="16267093" y="4084040"/>
              <a:ext cx="44447" cy="21789"/>
            </a:xfrm>
            <a:custGeom>
              <a:avLst/>
              <a:gdLst/>
              <a:ahLst/>
              <a:cxnLst/>
              <a:rect l="0" t="0" r="0" b="0"/>
              <a:pathLst>
                <a:path w="44447" h="21789">
                  <a:moveTo>
                    <a:pt x="44447" y="217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9" name="Output_receptor__4968">
              <a:extLst>
                <a:ext uri="{FF2B5EF4-FFF2-40B4-BE49-F238E27FC236}">
                  <a16:creationId xmlns:a16="http://schemas.microsoft.com/office/drawing/2014/main" id="{1A8B9D34-2B5E-7E7B-3215-CB7A527A0E45}"/>
                </a:ext>
              </a:extLst>
            </p:cNvPr>
            <p:cNvSpPr>
              <a:spLocks noGrp="1"/>
            </p:cNvSpPr>
            <p:nvPr/>
          </p:nvSpPr>
          <p:spPr>
            <a:xfrm>
              <a:off x="15785799" y="4563184"/>
              <a:ext cx="9510" cy="44593"/>
            </a:xfrm>
            <a:custGeom>
              <a:avLst/>
              <a:gdLst/>
              <a:ahLst/>
              <a:cxnLst/>
              <a:rect l="0" t="0" r="0" b="0"/>
              <a:pathLst>
                <a:path w="9510" h="44593">
                  <a:moveTo>
                    <a:pt x="0" y="44593"/>
                  </a:moveTo>
                  <a:lnTo>
                    <a:pt x="951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0" name="Output_receptor__4969">
              <a:extLst>
                <a:ext uri="{FF2B5EF4-FFF2-40B4-BE49-F238E27FC236}">
                  <a16:creationId xmlns:a16="http://schemas.microsoft.com/office/drawing/2014/main" id="{84379FBE-9C93-43B7-9F6E-94BCDC8C8AA0}"/>
                </a:ext>
              </a:extLst>
            </p:cNvPr>
            <p:cNvSpPr>
              <a:spLocks noGrp="1"/>
            </p:cNvSpPr>
            <p:nvPr/>
          </p:nvSpPr>
          <p:spPr>
            <a:xfrm>
              <a:off x="15704066" y="3450092"/>
              <a:ext cx="66296" cy="24017"/>
            </a:xfrm>
            <a:custGeom>
              <a:avLst/>
              <a:gdLst/>
              <a:ahLst/>
              <a:cxnLst/>
              <a:rect l="0" t="0" r="0" b="0"/>
              <a:pathLst>
                <a:path w="66296" h="24017">
                  <a:moveTo>
                    <a:pt x="66296" y="0"/>
                  </a:moveTo>
                  <a:lnTo>
                    <a:pt x="0" y="2401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1" name="Output_receptor__4970">
              <a:extLst>
                <a:ext uri="{FF2B5EF4-FFF2-40B4-BE49-F238E27FC236}">
                  <a16:creationId xmlns:a16="http://schemas.microsoft.com/office/drawing/2014/main" id="{DAF9E969-E3D1-4B00-1D9B-FBBDEFD34733}"/>
                </a:ext>
              </a:extLst>
            </p:cNvPr>
            <p:cNvSpPr>
              <a:spLocks noGrp="1"/>
            </p:cNvSpPr>
            <p:nvPr/>
          </p:nvSpPr>
          <p:spPr>
            <a:xfrm>
              <a:off x="15787671" y="4043758"/>
              <a:ext cx="66947" cy="15575"/>
            </a:xfrm>
            <a:custGeom>
              <a:avLst/>
              <a:gdLst/>
              <a:ahLst/>
              <a:cxnLst/>
              <a:rect l="0" t="0" r="0" b="0"/>
              <a:pathLst>
                <a:path w="66947" h="15575">
                  <a:moveTo>
                    <a:pt x="66947" y="15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2" name="Output_receptor__4971">
              <a:extLst>
                <a:ext uri="{FF2B5EF4-FFF2-40B4-BE49-F238E27FC236}">
                  <a16:creationId xmlns:a16="http://schemas.microsoft.com/office/drawing/2014/main" id="{A6512020-C7BE-7328-B90A-2D222AE7560A}"/>
                </a:ext>
              </a:extLst>
            </p:cNvPr>
            <p:cNvSpPr>
              <a:spLocks noGrp="1"/>
            </p:cNvSpPr>
            <p:nvPr/>
          </p:nvSpPr>
          <p:spPr>
            <a:xfrm>
              <a:off x="16633880" y="3480426"/>
              <a:ext cx="65208" cy="25514"/>
            </a:xfrm>
            <a:custGeom>
              <a:avLst/>
              <a:gdLst/>
              <a:ahLst/>
              <a:cxnLst/>
              <a:rect l="0" t="0" r="0" b="0"/>
              <a:pathLst>
                <a:path w="65208" h="25514">
                  <a:moveTo>
                    <a:pt x="0" y="0"/>
                  </a:moveTo>
                  <a:lnTo>
                    <a:pt x="65208" y="2551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73" name="Output_receptor__4972">
              <a:extLst>
                <a:ext uri="{FF2B5EF4-FFF2-40B4-BE49-F238E27FC236}">
                  <a16:creationId xmlns:a16="http://schemas.microsoft.com/office/drawing/2014/main" id="{B98703C2-61EC-9D18-C906-5072C4655BEF}"/>
                </a:ext>
              </a:extLst>
            </p:cNvPr>
            <p:cNvSpPr>
              <a:spLocks noGrp="1"/>
            </p:cNvSpPr>
            <p:nvPr/>
          </p:nvSpPr>
          <p:spPr>
            <a:xfrm>
              <a:off x="15855102" y="2971258"/>
              <a:ext cx="19958" cy="7680"/>
            </a:xfrm>
            <a:custGeom>
              <a:avLst/>
              <a:gdLst/>
              <a:ahLst/>
              <a:cxnLst/>
              <a:rect l="0" t="0" r="0" b="0"/>
              <a:pathLst>
                <a:path w="19958" h="7680">
                  <a:moveTo>
                    <a:pt x="0" y="7680"/>
                  </a:moveTo>
                  <a:lnTo>
                    <a:pt x="19958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4" name="Output_receptor__4973">
              <a:extLst>
                <a:ext uri="{FF2B5EF4-FFF2-40B4-BE49-F238E27FC236}">
                  <a16:creationId xmlns:a16="http://schemas.microsoft.com/office/drawing/2014/main" id="{D3C50DCD-65ED-E25F-0D62-B4FD00D1201E}"/>
                </a:ext>
              </a:extLst>
            </p:cNvPr>
            <p:cNvSpPr>
              <a:spLocks noGrp="1"/>
            </p:cNvSpPr>
            <p:nvPr/>
          </p:nvSpPr>
          <p:spPr>
            <a:xfrm>
              <a:off x="15697618" y="3838023"/>
              <a:ext cx="55295" cy="38731"/>
            </a:xfrm>
            <a:custGeom>
              <a:avLst/>
              <a:gdLst/>
              <a:ahLst/>
              <a:cxnLst/>
              <a:rect l="0" t="0" r="0" b="0"/>
              <a:pathLst>
                <a:path w="55295" h="38731">
                  <a:moveTo>
                    <a:pt x="55295" y="0"/>
                  </a:moveTo>
                  <a:lnTo>
                    <a:pt x="0" y="3873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5" name="Output_receptor__4974">
              <a:extLst>
                <a:ext uri="{FF2B5EF4-FFF2-40B4-BE49-F238E27FC236}">
                  <a16:creationId xmlns:a16="http://schemas.microsoft.com/office/drawing/2014/main" id="{B12050D5-BED0-CA4F-8E67-A64798A0EE6C}"/>
                </a:ext>
              </a:extLst>
            </p:cNvPr>
            <p:cNvSpPr>
              <a:spLocks noGrp="1"/>
            </p:cNvSpPr>
            <p:nvPr/>
          </p:nvSpPr>
          <p:spPr>
            <a:xfrm>
              <a:off x="15846276" y="4059333"/>
              <a:ext cx="8343" cy="68945"/>
            </a:xfrm>
            <a:custGeom>
              <a:avLst/>
              <a:gdLst/>
              <a:ahLst/>
              <a:cxnLst/>
              <a:rect l="0" t="0" r="0" b="0"/>
              <a:pathLst>
                <a:path w="8343" h="68945">
                  <a:moveTo>
                    <a:pt x="0" y="68945"/>
                  </a:moveTo>
                  <a:lnTo>
                    <a:pt x="834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6" name="Output_receptor__4975">
              <a:extLst>
                <a:ext uri="{FF2B5EF4-FFF2-40B4-BE49-F238E27FC236}">
                  <a16:creationId xmlns:a16="http://schemas.microsoft.com/office/drawing/2014/main" id="{8FBEAF77-5C29-13F9-5123-4FC7EF654CFD}"/>
                </a:ext>
              </a:extLst>
            </p:cNvPr>
            <p:cNvSpPr>
              <a:spLocks noGrp="1"/>
            </p:cNvSpPr>
            <p:nvPr/>
          </p:nvSpPr>
          <p:spPr>
            <a:xfrm>
              <a:off x="15677589" y="2953072"/>
              <a:ext cx="12836" cy="62204"/>
            </a:xfrm>
            <a:custGeom>
              <a:avLst/>
              <a:gdLst/>
              <a:ahLst/>
              <a:cxnLst/>
              <a:rect l="0" t="0" r="0" b="0"/>
              <a:pathLst>
                <a:path w="12836" h="62204">
                  <a:moveTo>
                    <a:pt x="0" y="62204"/>
                  </a:moveTo>
                  <a:lnTo>
                    <a:pt x="12836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7" name="Output_receptor__4976">
              <a:extLst>
                <a:ext uri="{FF2B5EF4-FFF2-40B4-BE49-F238E27FC236}">
                  <a16:creationId xmlns:a16="http://schemas.microsoft.com/office/drawing/2014/main" id="{0A2DACCF-5D6A-1618-B25A-513266D48B0F}"/>
                </a:ext>
              </a:extLst>
            </p:cNvPr>
            <p:cNvSpPr>
              <a:spLocks noGrp="1"/>
            </p:cNvSpPr>
            <p:nvPr/>
          </p:nvSpPr>
          <p:spPr>
            <a:xfrm>
              <a:off x="16271971" y="4165437"/>
              <a:ext cx="4670" cy="16024"/>
            </a:xfrm>
            <a:custGeom>
              <a:avLst/>
              <a:gdLst/>
              <a:ahLst/>
              <a:cxnLst/>
              <a:rect l="0" t="0" r="0" b="0"/>
              <a:pathLst>
                <a:path w="4670" h="16024">
                  <a:moveTo>
                    <a:pt x="4670" y="160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8" name="Output_receptor__4977">
              <a:extLst>
                <a:ext uri="{FF2B5EF4-FFF2-40B4-BE49-F238E27FC236}">
                  <a16:creationId xmlns:a16="http://schemas.microsoft.com/office/drawing/2014/main" id="{6FFFDF8A-7171-168F-701C-426DCF5BCAC8}"/>
                </a:ext>
              </a:extLst>
            </p:cNvPr>
            <p:cNvSpPr>
              <a:spLocks noGrp="1"/>
            </p:cNvSpPr>
            <p:nvPr/>
          </p:nvSpPr>
          <p:spPr>
            <a:xfrm>
              <a:off x="15860273" y="4543962"/>
              <a:ext cx="18584" cy="69447"/>
            </a:xfrm>
            <a:custGeom>
              <a:avLst/>
              <a:gdLst/>
              <a:ahLst/>
              <a:cxnLst/>
              <a:rect l="0" t="0" r="0" b="0"/>
              <a:pathLst>
                <a:path w="18584" h="69447">
                  <a:moveTo>
                    <a:pt x="0" y="0"/>
                  </a:moveTo>
                  <a:lnTo>
                    <a:pt x="18584" y="694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9" name="Output_receptor__4978">
              <a:extLst>
                <a:ext uri="{FF2B5EF4-FFF2-40B4-BE49-F238E27FC236}">
                  <a16:creationId xmlns:a16="http://schemas.microsoft.com/office/drawing/2014/main" id="{920677DC-C787-055E-2890-CDCCE5F8E3E8}"/>
                </a:ext>
              </a:extLst>
            </p:cNvPr>
            <p:cNvSpPr>
              <a:spLocks noGrp="1"/>
            </p:cNvSpPr>
            <p:nvPr/>
          </p:nvSpPr>
          <p:spPr>
            <a:xfrm>
              <a:off x="15441746" y="2835402"/>
              <a:ext cx="60589" cy="29965"/>
            </a:xfrm>
            <a:custGeom>
              <a:avLst/>
              <a:gdLst/>
              <a:ahLst/>
              <a:cxnLst/>
              <a:rect l="0" t="0" r="0" b="0"/>
              <a:pathLst>
                <a:path w="60589" h="29965">
                  <a:moveTo>
                    <a:pt x="0" y="0"/>
                  </a:moveTo>
                  <a:lnTo>
                    <a:pt x="60589" y="2996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0" name="Output_receptor__4979">
              <a:extLst>
                <a:ext uri="{FF2B5EF4-FFF2-40B4-BE49-F238E27FC236}">
                  <a16:creationId xmlns:a16="http://schemas.microsoft.com/office/drawing/2014/main" id="{AFE09744-A509-7B3D-90E9-4442A7D74764}"/>
                </a:ext>
              </a:extLst>
            </p:cNvPr>
            <p:cNvSpPr>
              <a:spLocks noGrp="1"/>
            </p:cNvSpPr>
            <p:nvPr/>
          </p:nvSpPr>
          <p:spPr>
            <a:xfrm>
              <a:off x="16547545" y="3533776"/>
              <a:ext cx="54260" cy="8971"/>
            </a:xfrm>
            <a:custGeom>
              <a:avLst/>
              <a:gdLst/>
              <a:ahLst/>
              <a:cxnLst/>
              <a:rect l="0" t="0" r="0" b="0"/>
              <a:pathLst>
                <a:path w="54260" h="8971">
                  <a:moveTo>
                    <a:pt x="0" y="0"/>
                  </a:moveTo>
                  <a:lnTo>
                    <a:pt x="54260" y="897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1" name="Output_receptor__4980">
              <a:extLst>
                <a:ext uri="{FF2B5EF4-FFF2-40B4-BE49-F238E27FC236}">
                  <a16:creationId xmlns:a16="http://schemas.microsoft.com/office/drawing/2014/main" id="{46754B73-B8ED-F519-5CBA-4415F4E48830}"/>
                </a:ext>
              </a:extLst>
            </p:cNvPr>
            <p:cNvSpPr>
              <a:spLocks noGrp="1"/>
            </p:cNvSpPr>
            <p:nvPr/>
          </p:nvSpPr>
          <p:spPr>
            <a:xfrm>
              <a:off x="16280515" y="3573032"/>
              <a:ext cx="65715" cy="29673"/>
            </a:xfrm>
            <a:custGeom>
              <a:avLst/>
              <a:gdLst/>
              <a:ahLst/>
              <a:cxnLst/>
              <a:rect l="0" t="0" r="0" b="0"/>
              <a:pathLst>
                <a:path w="65715" h="29673">
                  <a:moveTo>
                    <a:pt x="65715" y="0"/>
                  </a:moveTo>
                  <a:lnTo>
                    <a:pt x="0" y="29673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2" name="Output_receptor__4981">
              <a:extLst>
                <a:ext uri="{FF2B5EF4-FFF2-40B4-BE49-F238E27FC236}">
                  <a16:creationId xmlns:a16="http://schemas.microsoft.com/office/drawing/2014/main" id="{AB1A75A4-3AE4-11B9-C961-BA50C2EF49E9}"/>
                </a:ext>
              </a:extLst>
            </p:cNvPr>
            <p:cNvSpPr>
              <a:spLocks noGrp="1"/>
            </p:cNvSpPr>
            <p:nvPr/>
          </p:nvSpPr>
          <p:spPr>
            <a:xfrm>
              <a:off x="15873386" y="3853733"/>
              <a:ext cx="24924" cy="68297"/>
            </a:xfrm>
            <a:custGeom>
              <a:avLst/>
              <a:gdLst/>
              <a:ahLst/>
              <a:cxnLst/>
              <a:rect l="0" t="0" r="0" b="0"/>
              <a:pathLst>
                <a:path w="24924" h="68297">
                  <a:moveTo>
                    <a:pt x="24924" y="68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3" name="Output_receptor__4982">
              <a:extLst>
                <a:ext uri="{FF2B5EF4-FFF2-40B4-BE49-F238E27FC236}">
                  <a16:creationId xmlns:a16="http://schemas.microsoft.com/office/drawing/2014/main" id="{724A12B9-AC63-DF8A-C814-6AA68ECB56E3}"/>
                </a:ext>
              </a:extLst>
            </p:cNvPr>
            <p:cNvSpPr>
              <a:spLocks noGrp="1"/>
            </p:cNvSpPr>
            <p:nvPr/>
          </p:nvSpPr>
          <p:spPr>
            <a:xfrm>
              <a:off x="15643150" y="3688498"/>
              <a:ext cx="67933" cy="14773"/>
            </a:xfrm>
            <a:custGeom>
              <a:avLst/>
              <a:gdLst/>
              <a:ahLst/>
              <a:cxnLst/>
              <a:rect l="0" t="0" r="0" b="0"/>
              <a:pathLst>
                <a:path w="67933" h="14773">
                  <a:moveTo>
                    <a:pt x="67933" y="147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4" name="Output_receptor__4983">
              <a:extLst>
                <a:ext uri="{FF2B5EF4-FFF2-40B4-BE49-F238E27FC236}">
                  <a16:creationId xmlns:a16="http://schemas.microsoft.com/office/drawing/2014/main" id="{88706C32-02D0-EBAD-EABD-4567F60FAFBC}"/>
                </a:ext>
              </a:extLst>
            </p:cNvPr>
            <p:cNvSpPr>
              <a:spLocks noGrp="1"/>
            </p:cNvSpPr>
            <p:nvPr/>
          </p:nvSpPr>
          <p:spPr>
            <a:xfrm>
              <a:off x="16555253" y="3956137"/>
              <a:ext cx="12657" cy="20027"/>
            </a:xfrm>
            <a:custGeom>
              <a:avLst/>
              <a:gdLst/>
              <a:ahLst/>
              <a:cxnLst/>
              <a:rect l="0" t="0" r="0" b="0"/>
              <a:pathLst>
                <a:path w="12657" h="20027">
                  <a:moveTo>
                    <a:pt x="0" y="0"/>
                  </a:moveTo>
                  <a:lnTo>
                    <a:pt x="12657" y="2002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5" name="Output_receptor__4984">
              <a:extLst>
                <a:ext uri="{FF2B5EF4-FFF2-40B4-BE49-F238E27FC236}">
                  <a16:creationId xmlns:a16="http://schemas.microsoft.com/office/drawing/2014/main" id="{F4216471-078B-174E-8F53-45682C9724D0}"/>
                </a:ext>
              </a:extLst>
            </p:cNvPr>
            <p:cNvSpPr>
              <a:spLocks noGrp="1"/>
            </p:cNvSpPr>
            <p:nvPr/>
          </p:nvSpPr>
          <p:spPr>
            <a:xfrm>
              <a:off x="15561903" y="4108096"/>
              <a:ext cx="39607" cy="55388"/>
            </a:xfrm>
            <a:custGeom>
              <a:avLst/>
              <a:gdLst/>
              <a:ahLst/>
              <a:cxnLst/>
              <a:rect l="0" t="0" r="0" b="0"/>
              <a:pathLst>
                <a:path w="39607" h="55388">
                  <a:moveTo>
                    <a:pt x="0" y="55388"/>
                  </a:moveTo>
                  <a:lnTo>
                    <a:pt x="39607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6" name="Output_receptor__4985">
              <a:extLst>
                <a:ext uri="{FF2B5EF4-FFF2-40B4-BE49-F238E27FC236}">
                  <a16:creationId xmlns:a16="http://schemas.microsoft.com/office/drawing/2014/main" id="{FD1D4727-1E49-FB0D-26A2-8C30D7596D17}"/>
                </a:ext>
              </a:extLst>
            </p:cNvPr>
            <p:cNvSpPr>
              <a:spLocks noGrp="1"/>
            </p:cNvSpPr>
            <p:nvPr/>
          </p:nvSpPr>
          <p:spPr>
            <a:xfrm>
              <a:off x="15804771" y="3579047"/>
              <a:ext cx="61439" cy="29854"/>
            </a:xfrm>
            <a:custGeom>
              <a:avLst/>
              <a:gdLst/>
              <a:ahLst/>
              <a:cxnLst/>
              <a:rect l="0" t="0" r="0" b="0"/>
              <a:pathLst>
                <a:path w="61439" h="29854">
                  <a:moveTo>
                    <a:pt x="0" y="29854"/>
                  </a:moveTo>
                  <a:lnTo>
                    <a:pt x="61439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7" name="Output_receptor__4986">
              <a:extLst>
                <a:ext uri="{FF2B5EF4-FFF2-40B4-BE49-F238E27FC236}">
                  <a16:creationId xmlns:a16="http://schemas.microsoft.com/office/drawing/2014/main" id="{BFF9AABF-453C-E7BD-1C66-65E038E61D28}"/>
                </a:ext>
              </a:extLst>
            </p:cNvPr>
            <p:cNvSpPr>
              <a:spLocks noGrp="1"/>
            </p:cNvSpPr>
            <p:nvPr/>
          </p:nvSpPr>
          <p:spPr>
            <a:xfrm>
              <a:off x="15391930" y="3534885"/>
              <a:ext cx="60566" cy="5559"/>
            </a:xfrm>
            <a:custGeom>
              <a:avLst/>
              <a:gdLst/>
              <a:ahLst/>
              <a:cxnLst/>
              <a:rect l="0" t="0" r="0" b="0"/>
              <a:pathLst>
                <a:path w="60566" h="5559">
                  <a:moveTo>
                    <a:pt x="0" y="0"/>
                  </a:moveTo>
                  <a:lnTo>
                    <a:pt x="60566" y="555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8" name="Output_receptor__4987">
              <a:extLst>
                <a:ext uri="{FF2B5EF4-FFF2-40B4-BE49-F238E27FC236}">
                  <a16:creationId xmlns:a16="http://schemas.microsoft.com/office/drawing/2014/main" id="{D8BB6F39-53F2-55E0-57A7-A1E320821866}"/>
                </a:ext>
              </a:extLst>
            </p:cNvPr>
            <p:cNvSpPr>
              <a:spLocks noGrp="1"/>
            </p:cNvSpPr>
            <p:nvPr/>
          </p:nvSpPr>
          <p:spPr>
            <a:xfrm>
              <a:off x="15762841" y="4043758"/>
              <a:ext cx="24830" cy="55623"/>
            </a:xfrm>
            <a:custGeom>
              <a:avLst/>
              <a:gdLst/>
              <a:ahLst/>
              <a:cxnLst/>
              <a:rect l="0" t="0" r="0" b="0"/>
              <a:pathLst>
                <a:path w="24830" h="55623">
                  <a:moveTo>
                    <a:pt x="24830" y="0"/>
                  </a:moveTo>
                  <a:lnTo>
                    <a:pt x="0" y="55623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9" name="Output_receptor__4988">
              <a:extLst>
                <a:ext uri="{FF2B5EF4-FFF2-40B4-BE49-F238E27FC236}">
                  <a16:creationId xmlns:a16="http://schemas.microsoft.com/office/drawing/2014/main" id="{81034430-5335-0333-7FB5-611A57411ECA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0" y="3508756"/>
              <a:ext cx="32540" cy="64277"/>
            </a:xfrm>
            <a:custGeom>
              <a:avLst/>
              <a:gdLst/>
              <a:ahLst/>
              <a:cxnLst/>
              <a:rect l="0" t="0" r="0" b="0"/>
              <a:pathLst>
                <a:path w="32540" h="64277">
                  <a:moveTo>
                    <a:pt x="32540" y="0"/>
                  </a:moveTo>
                  <a:lnTo>
                    <a:pt x="0" y="64277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0" name="Output_receptor__4989">
              <a:extLst>
                <a:ext uri="{FF2B5EF4-FFF2-40B4-BE49-F238E27FC236}">
                  <a16:creationId xmlns:a16="http://schemas.microsoft.com/office/drawing/2014/main" id="{184D3912-8385-F848-472B-9C2B8ADF49A4}"/>
                </a:ext>
              </a:extLst>
            </p:cNvPr>
            <p:cNvSpPr>
              <a:spLocks noGrp="1"/>
            </p:cNvSpPr>
            <p:nvPr/>
          </p:nvSpPr>
          <p:spPr>
            <a:xfrm>
              <a:off x="16313498" y="4214708"/>
              <a:ext cx="39814" cy="50064"/>
            </a:xfrm>
            <a:custGeom>
              <a:avLst/>
              <a:gdLst/>
              <a:ahLst/>
              <a:cxnLst/>
              <a:rect l="0" t="0" r="0" b="0"/>
              <a:pathLst>
                <a:path w="39814" h="50064">
                  <a:moveTo>
                    <a:pt x="0" y="50064"/>
                  </a:moveTo>
                  <a:lnTo>
                    <a:pt x="39814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1" name="Output_receptor__4990">
              <a:extLst>
                <a:ext uri="{FF2B5EF4-FFF2-40B4-BE49-F238E27FC236}">
                  <a16:creationId xmlns:a16="http://schemas.microsoft.com/office/drawing/2014/main" id="{65E01F46-D804-04E2-9528-0FF32F9F9C20}"/>
                </a:ext>
              </a:extLst>
            </p:cNvPr>
            <p:cNvSpPr>
              <a:spLocks noGrp="1"/>
            </p:cNvSpPr>
            <p:nvPr/>
          </p:nvSpPr>
          <p:spPr>
            <a:xfrm>
              <a:off x="16253240" y="3451888"/>
              <a:ext cx="18107" cy="23623"/>
            </a:xfrm>
            <a:custGeom>
              <a:avLst/>
              <a:gdLst/>
              <a:ahLst/>
              <a:cxnLst/>
              <a:rect l="0" t="0" r="0" b="0"/>
              <a:pathLst>
                <a:path w="18107" h="23623">
                  <a:moveTo>
                    <a:pt x="0" y="23623"/>
                  </a:moveTo>
                  <a:lnTo>
                    <a:pt x="18107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2" name="Output_receptor__4991">
              <a:extLst>
                <a:ext uri="{FF2B5EF4-FFF2-40B4-BE49-F238E27FC236}">
                  <a16:creationId xmlns:a16="http://schemas.microsoft.com/office/drawing/2014/main" id="{CB78169B-7743-5DA8-C61D-E42516318AC4}"/>
                </a:ext>
              </a:extLst>
            </p:cNvPr>
            <p:cNvSpPr>
              <a:spLocks noGrp="1"/>
            </p:cNvSpPr>
            <p:nvPr/>
          </p:nvSpPr>
          <p:spPr>
            <a:xfrm>
              <a:off x="15354785" y="3534885"/>
              <a:ext cx="37145" cy="33835"/>
            </a:xfrm>
            <a:custGeom>
              <a:avLst/>
              <a:gdLst/>
              <a:ahLst/>
              <a:cxnLst/>
              <a:rect l="0" t="0" r="0" b="0"/>
              <a:pathLst>
                <a:path w="37145" h="33835">
                  <a:moveTo>
                    <a:pt x="0" y="33835"/>
                  </a:moveTo>
                  <a:lnTo>
                    <a:pt x="37145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3" name="Output_receptor__4992">
              <a:extLst>
                <a:ext uri="{FF2B5EF4-FFF2-40B4-BE49-F238E27FC236}">
                  <a16:creationId xmlns:a16="http://schemas.microsoft.com/office/drawing/2014/main" id="{D06C1DDC-52F9-7E63-9C18-33437EC1EEC9}"/>
                </a:ext>
              </a:extLst>
            </p:cNvPr>
            <p:cNvSpPr>
              <a:spLocks noGrp="1"/>
            </p:cNvSpPr>
            <p:nvPr/>
          </p:nvSpPr>
          <p:spPr>
            <a:xfrm>
              <a:off x="15368763" y="4234658"/>
              <a:ext cx="29110" cy="63134"/>
            </a:xfrm>
            <a:custGeom>
              <a:avLst/>
              <a:gdLst/>
              <a:ahLst/>
              <a:cxnLst/>
              <a:rect l="0" t="0" r="0" b="0"/>
              <a:pathLst>
                <a:path w="29110" h="63134">
                  <a:moveTo>
                    <a:pt x="0" y="63134"/>
                  </a:moveTo>
                  <a:lnTo>
                    <a:pt x="2911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4" name="Output_receptor__4993">
              <a:extLst>
                <a:ext uri="{FF2B5EF4-FFF2-40B4-BE49-F238E27FC236}">
                  <a16:creationId xmlns:a16="http://schemas.microsoft.com/office/drawing/2014/main" id="{27F26673-BB04-C08F-A373-974BC4F9BF16}"/>
                </a:ext>
              </a:extLst>
            </p:cNvPr>
            <p:cNvSpPr>
              <a:spLocks noGrp="1"/>
            </p:cNvSpPr>
            <p:nvPr/>
          </p:nvSpPr>
          <p:spPr>
            <a:xfrm>
              <a:off x="16510790" y="4217782"/>
              <a:ext cx="59533" cy="33302"/>
            </a:xfrm>
            <a:custGeom>
              <a:avLst/>
              <a:gdLst/>
              <a:ahLst/>
              <a:cxnLst/>
              <a:rect l="0" t="0" r="0" b="0"/>
              <a:pathLst>
                <a:path w="59533" h="33302">
                  <a:moveTo>
                    <a:pt x="0" y="0"/>
                  </a:moveTo>
                  <a:lnTo>
                    <a:pt x="59533" y="3330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5" name="Output_receptor__4994">
              <a:extLst>
                <a:ext uri="{FF2B5EF4-FFF2-40B4-BE49-F238E27FC236}">
                  <a16:creationId xmlns:a16="http://schemas.microsoft.com/office/drawing/2014/main" id="{3A677BF1-8CC0-1BFE-6C4D-8E0C44BE1267}"/>
                </a:ext>
              </a:extLst>
            </p:cNvPr>
            <p:cNvSpPr>
              <a:spLocks noGrp="1"/>
            </p:cNvSpPr>
            <p:nvPr/>
          </p:nvSpPr>
          <p:spPr>
            <a:xfrm>
              <a:off x="15525018" y="3509268"/>
              <a:ext cx="35800" cy="3830"/>
            </a:xfrm>
            <a:custGeom>
              <a:avLst/>
              <a:gdLst/>
              <a:ahLst/>
              <a:cxnLst/>
              <a:rect l="0" t="0" r="0" b="0"/>
              <a:pathLst>
                <a:path w="35800" h="3830">
                  <a:moveTo>
                    <a:pt x="0" y="0"/>
                  </a:moveTo>
                  <a:lnTo>
                    <a:pt x="35800" y="383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6" name="Output_receptor__4995">
              <a:extLst>
                <a:ext uri="{FF2B5EF4-FFF2-40B4-BE49-F238E27FC236}">
                  <a16:creationId xmlns:a16="http://schemas.microsoft.com/office/drawing/2014/main" id="{3A5A8920-F5E2-F0F2-054C-7AAF8B274ED0}"/>
                </a:ext>
              </a:extLst>
            </p:cNvPr>
            <p:cNvSpPr>
              <a:spLocks noGrp="1"/>
            </p:cNvSpPr>
            <p:nvPr/>
          </p:nvSpPr>
          <p:spPr>
            <a:xfrm>
              <a:off x="15601511" y="4108096"/>
              <a:ext cx="52955" cy="21757"/>
            </a:xfrm>
            <a:custGeom>
              <a:avLst/>
              <a:gdLst/>
              <a:ahLst/>
              <a:cxnLst/>
              <a:rect l="0" t="0" r="0" b="0"/>
              <a:pathLst>
                <a:path w="52955" h="21757">
                  <a:moveTo>
                    <a:pt x="0" y="0"/>
                  </a:moveTo>
                  <a:lnTo>
                    <a:pt x="52955" y="2175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7" name="Output_receptor__4996">
              <a:extLst>
                <a:ext uri="{FF2B5EF4-FFF2-40B4-BE49-F238E27FC236}">
                  <a16:creationId xmlns:a16="http://schemas.microsoft.com/office/drawing/2014/main" id="{F8B3B561-CEF4-52E2-EE8B-DD87B3760EB1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1" y="4121420"/>
              <a:ext cx="72420" cy="2558"/>
            </a:xfrm>
            <a:custGeom>
              <a:avLst/>
              <a:gdLst/>
              <a:ahLst/>
              <a:cxnLst/>
              <a:rect l="0" t="0" r="0" b="0"/>
              <a:pathLst>
                <a:path w="72420" h="2558">
                  <a:moveTo>
                    <a:pt x="72420" y="0"/>
                  </a:moveTo>
                  <a:lnTo>
                    <a:pt x="0" y="2558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8" name="Output_receptor__4997">
              <a:extLst>
                <a:ext uri="{FF2B5EF4-FFF2-40B4-BE49-F238E27FC236}">
                  <a16:creationId xmlns:a16="http://schemas.microsoft.com/office/drawing/2014/main" id="{EEDA600B-AAD5-2DB2-429F-75726443E31E}"/>
                </a:ext>
              </a:extLst>
            </p:cNvPr>
            <p:cNvSpPr>
              <a:spLocks noGrp="1"/>
            </p:cNvSpPr>
            <p:nvPr/>
          </p:nvSpPr>
          <p:spPr>
            <a:xfrm>
              <a:off x="15452496" y="3540444"/>
              <a:ext cx="41856" cy="54762"/>
            </a:xfrm>
            <a:custGeom>
              <a:avLst/>
              <a:gdLst/>
              <a:ahLst/>
              <a:cxnLst/>
              <a:rect l="0" t="0" r="0" b="0"/>
              <a:pathLst>
                <a:path w="41856" h="54762">
                  <a:moveTo>
                    <a:pt x="0" y="0"/>
                  </a:moveTo>
                  <a:lnTo>
                    <a:pt x="41856" y="54762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9" name="Output_receptor__4998">
              <a:extLst>
                <a:ext uri="{FF2B5EF4-FFF2-40B4-BE49-F238E27FC236}">
                  <a16:creationId xmlns:a16="http://schemas.microsoft.com/office/drawing/2014/main" id="{4532C49C-99E9-3816-B28B-A414D5233116}"/>
                </a:ext>
              </a:extLst>
            </p:cNvPr>
            <p:cNvSpPr>
              <a:spLocks noGrp="1"/>
            </p:cNvSpPr>
            <p:nvPr/>
          </p:nvSpPr>
          <p:spPr>
            <a:xfrm>
              <a:off x="16187202" y="3998953"/>
              <a:ext cx="67796" cy="6176"/>
            </a:xfrm>
            <a:custGeom>
              <a:avLst/>
              <a:gdLst/>
              <a:ahLst/>
              <a:cxnLst/>
              <a:rect l="0" t="0" r="0" b="0"/>
              <a:pathLst>
                <a:path w="67796" h="6176">
                  <a:moveTo>
                    <a:pt x="67796" y="6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0" name="Output_receptor__4999">
              <a:extLst>
                <a:ext uri="{FF2B5EF4-FFF2-40B4-BE49-F238E27FC236}">
                  <a16:creationId xmlns:a16="http://schemas.microsoft.com/office/drawing/2014/main" id="{94CC4872-231B-9E25-D0F2-CE9ED57347E1}"/>
                </a:ext>
              </a:extLst>
            </p:cNvPr>
            <p:cNvSpPr>
              <a:spLocks noGrp="1"/>
            </p:cNvSpPr>
            <p:nvPr/>
          </p:nvSpPr>
          <p:spPr>
            <a:xfrm>
              <a:off x="16543927" y="4251084"/>
              <a:ext cx="26396" cy="64430"/>
            </a:xfrm>
            <a:custGeom>
              <a:avLst/>
              <a:gdLst/>
              <a:ahLst/>
              <a:cxnLst/>
              <a:rect l="0" t="0" r="0" b="0"/>
              <a:pathLst>
                <a:path w="26396" h="64430">
                  <a:moveTo>
                    <a:pt x="26396" y="0"/>
                  </a:moveTo>
                  <a:lnTo>
                    <a:pt x="0" y="6443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001" name="Output_receptor__5000">
              <a:extLst>
                <a:ext uri="{FF2B5EF4-FFF2-40B4-BE49-F238E27FC236}">
                  <a16:creationId xmlns:a16="http://schemas.microsoft.com/office/drawing/2014/main" id="{59B40D37-B742-1074-B28A-7236789C40C4}"/>
                </a:ext>
              </a:extLst>
            </p:cNvPr>
            <p:cNvSpPr>
              <a:spLocks noGrp="1"/>
            </p:cNvSpPr>
            <p:nvPr/>
          </p:nvSpPr>
          <p:spPr>
            <a:xfrm>
              <a:off x="16350763" y="3897934"/>
              <a:ext cx="43604" cy="33909"/>
            </a:xfrm>
            <a:custGeom>
              <a:avLst/>
              <a:gdLst/>
              <a:ahLst/>
              <a:cxnLst/>
              <a:rect l="0" t="0" r="0" b="0"/>
              <a:pathLst>
                <a:path w="43604" h="33909">
                  <a:moveTo>
                    <a:pt x="43604" y="0"/>
                  </a:moveTo>
                  <a:lnTo>
                    <a:pt x="0" y="3390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2" name="Output_receptor__5001">
              <a:extLst>
                <a:ext uri="{FF2B5EF4-FFF2-40B4-BE49-F238E27FC236}">
                  <a16:creationId xmlns:a16="http://schemas.microsoft.com/office/drawing/2014/main" id="{1CFDE91B-7FAA-1406-06C2-01947D5C2053}"/>
                </a:ext>
              </a:extLst>
            </p:cNvPr>
            <p:cNvSpPr>
              <a:spLocks noGrp="1"/>
            </p:cNvSpPr>
            <p:nvPr/>
          </p:nvSpPr>
          <p:spPr>
            <a:xfrm>
              <a:off x="15643150" y="3617777"/>
              <a:ext cx="14452" cy="70721"/>
            </a:xfrm>
            <a:custGeom>
              <a:avLst/>
              <a:gdLst/>
              <a:ahLst/>
              <a:cxnLst/>
              <a:rect l="0" t="0" r="0" b="0"/>
              <a:pathLst>
                <a:path w="14452" h="70721">
                  <a:moveTo>
                    <a:pt x="0" y="70721"/>
                  </a:moveTo>
                  <a:lnTo>
                    <a:pt x="1445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3" name="Output_receptor__5002">
              <a:extLst>
                <a:ext uri="{FF2B5EF4-FFF2-40B4-BE49-F238E27FC236}">
                  <a16:creationId xmlns:a16="http://schemas.microsoft.com/office/drawing/2014/main" id="{ED90A025-F05C-671B-72C4-87C1B15FF81F}"/>
                </a:ext>
              </a:extLst>
            </p:cNvPr>
            <p:cNvSpPr>
              <a:spLocks noGrp="1"/>
            </p:cNvSpPr>
            <p:nvPr/>
          </p:nvSpPr>
          <p:spPr>
            <a:xfrm>
              <a:off x="16394367" y="3841063"/>
              <a:ext cx="7954" cy="56871"/>
            </a:xfrm>
            <a:custGeom>
              <a:avLst/>
              <a:gdLst/>
              <a:ahLst/>
              <a:cxnLst/>
              <a:rect l="0" t="0" r="0" b="0"/>
              <a:pathLst>
                <a:path w="7954" h="56871">
                  <a:moveTo>
                    <a:pt x="7954" y="0"/>
                  </a:moveTo>
                  <a:lnTo>
                    <a:pt x="0" y="5687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4" name="Output_receptor__5003">
              <a:extLst>
                <a:ext uri="{FF2B5EF4-FFF2-40B4-BE49-F238E27FC236}">
                  <a16:creationId xmlns:a16="http://schemas.microsoft.com/office/drawing/2014/main" id="{C86AEF83-D932-A2BF-27CF-60B8A0AD629B}"/>
                </a:ext>
              </a:extLst>
            </p:cNvPr>
            <p:cNvSpPr>
              <a:spLocks noGrp="1"/>
            </p:cNvSpPr>
            <p:nvPr/>
          </p:nvSpPr>
          <p:spPr>
            <a:xfrm>
              <a:off x="16601805" y="3480426"/>
              <a:ext cx="32075" cy="62321"/>
            </a:xfrm>
            <a:custGeom>
              <a:avLst/>
              <a:gdLst/>
              <a:ahLst/>
              <a:cxnLst/>
              <a:rect l="0" t="0" r="0" b="0"/>
              <a:pathLst>
                <a:path w="32075" h="62321">
                  <a:moveTo>
                    <a:pt x="0" y="62321"/>
                  </a:moveTo>
                  <a:lnTo>
                    <a:pt x="32075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5" name="Output_receptor__5004">
              <a:extLst>
                <a:ext uri="{FF2B5EF4-FFF2-40B4-BE49-F238E27FC236}">
                  <a16:creationId xmlns:a16="http://schemas.microsoft.com/office/drawing/2014/main" id="{25B99782-1FC4-A32A-F799-8C4F3E248F3C}"/>
                </a:ext>
              </a:extLst>
            </p:cNvPr>
            <p:cNvSpPr>
              <a:spLocks noGrp="1"/>
            </p:cNvSpPr>
            <p:nvPr/>
          </p:nvSpPr>
          <p:spPr>
            <a:xfrm>
              <a:off x="15579895" y="4340748"/>
              <a:ext cx="48387" cy="44372"/>
            </a:xfrm>
            <a:custGeom>
              <a:avLst/>
              <a:gdLst/>
              <a:ahLst/>
              <a:cxnLst/>
              <a:rect l="0" t="0" r="0" b="0"/>
              <a:pathLst>
                <a:path w="48387" h="44372">
                  <a:moveTo>
                    <a:pt x="48387" y="443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6" name="Output_receptor__5005">
              <a:extLst>
                <a:ext uri="{FF2B5EF4-FFF2-40B4-BE49-F238E27FC236}">
                  <a16:creationId xmlns:a16="http://schemas.microsoft.com/office/drawing/2014/main" id="{F71CD8AF-EC95-29AB-4537-2CC16FA317AE}"/>
                </a:ext>
              </a:extLst>
            </p:cNvPr>
            <p:cNvSpPr>
              <a:spLocks noGrp="1"/>
            </p:cNvSpPr>
            <p:nvPr/>
          </p:nvSpPr>
          <p:spPr>
            <a:xfrm>
              <a:off x="15523059" y="4340748"/>
              <a:ext cx="56836" cy="33618"/>
            </a:xfrm>
            <a:custGeom>
              <a:avLst/>
              <a:gdLst/>
              <a:ahLst/>
              <a:cxnLst/>
              <a:rect l="0" t="0" r="0" b="0"/>
              <a:pathLst>
                <a:path w="56836" h="33618">
                  <a:moveTo>
                    <a:pt x="56836" y="0"/>
                  </a:moveTo>
                  <a:lnTo>
                    <a:pt x="0" y="3361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7" name="Output_receptor__5006">
              <a:extLst>
                <a:ext uri="{FF2B5EF4-FFF2-40B4-BE49-F238E27FC236}">
                  <a16:creationId xmlns:a16="http://schemas.microsoft.com/office/drawing/2014/main" id="{8D04ED91-A29A-5C6A-39C4-CE0A11156D5E}"/>
                </a:ext>
              </a:extLst>
            </p:cNvPr>
            <p:cNvSpPr>
              <a:spLocks noGrp="1"/>
            </p:cNvSpPr>
            <p:nvPr/>
          </p:nvSpPr>
          <p:spPr>
            <a:xfrm>
              <a:off x="15647116" y="4129853"/>
              <a:ext cx="7350" cy="66007"/>
            </a:xfrm>
            <a:custGeom>
              <a:avLst/>
              <a:gdLst/>
              <a:ahLst/>
              <a:cxnLst/>
              <a:rect l="0" t="0" r="0" b="0"/>
              <a:pathLst>
                <a:path w="7350" h="66007">
                  <a:moveTo>
                    <a:pt x="7350" y="0"/>
                  </a:moveTo>
                  <a:lnTo>
                    <a:pt x="0" y="6600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8" name="Output_receptor__5007">
              <a:extLst>
                <a:ext uri="{FF2B5EF4-FFF2-40B4-BE49-F238E27FC236}">
                  <a16:creationId xmlns:a16="http://schemas.microsoft.com/office/drawing/2014/main" id="{EF62AA72-CE32-7E2B-F281-A376C8CE39BB}"/>
                </a:ext>
              </a:extLst>
            </p:cNvPr>
            <p:cNvSpPr>
              <a:spLocks noGrp="1"/>
            </p:cNvSpPr>
            <p:nvPr/>
          </p:nvSpPr>
          <p:spPr>
            <a:xfrm>
              <a:off x="16055588" y="3760976"/>
              <a:ext cx="55378" cy="26637"/>
            </a:xfrm>
            <a:custGeom>
              <a:avLst/>
              <a:gdLst/>
              <a:ahLst/>
              <a:cxnLst/>
              <a:rect l="0" t="0" r="0" b="0"/>
              <a:pathLst>
                <a:path w="55378" h="26637">
                  <a:moveTo>
                    <a:pt x="0" y="26637"/>
                  </a:moveTo>
                  <a:lnTo>
                    <a:pt x="5537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09" name="Output_receptor__5008">
              <a:extLst>
                <a:ext uri="{FF2B5EF4-FFF2-40B4-BE49-F238E27FC236}">
                  <a16:creationId xmlns:a16="http://schemas.microsoft.com/office/drawing/2014/main" id="{DA2923CC-CB72-C167-E0BE-9432D5D0B143}"/>
                </a:ext>
              </a:extLst>
            </p:cNvPr>
            <p:cNvSpPr>
              <a:spLocks noGrp="1"/>
            </p:cNvSpPr>
            <p:nvPr/>
          </p:nvSpPr>
          <p:spPr>
            <a:xfrm>
              <a:off x="15743515" y="3389386"/>
              <a:ext cx="26847" cy="60706"/>
            </a:xfrm>
            <a:custGeom>
              <a:avLst/>
              <a:gdLst/>
              <a:ahLst/>
              <a:cxnLst/>
              <a:rect l="0" t="0" r="0" b="0"/>
              <a:pathLst>
                <a:path w="26847" h="60706">
                  <a:moveTo>
                    <a:pt x="0" y="0"/>
                  </a:moveTo>
                  <a:lnTo>
                    <a:pt x="26847" y="6070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0" name="Output_receptor__5009">
              <a:extLst>
                <a:ext uri="{FF2B5EF4-FFF2-40B4-BE49-F238E27FC236}">
                  <a16:creationId xmlns:a16="http://schemas.microsoft.com/office/drawing/2014/main" id="{EEB06C29-85AB-F424-6275-E9EFDF132AD3}"/>
                </a:ext>
              </a:extLst>
            </p:cNvPr>
            <p:cNvSpPr>
              <a:spLocks noGrp="1"/>
            </p:cNvSpPr>
            <p:nvPr/>
          </p:nvSpPr>
          <p:spPr>
            <a:xfrm>
              <a:off x="15711082" y="3665579"/>
              <a:ext cx="21379" cy="37692"/>
            </a:xfrm>
            <a:custGeom>
              <a:avLst/>
              <a:gdLst/>
              <a:ahLst/>
              <a:cxnLst/>
              <a:rect l="0" t="0" r="0" b="0"/>
              <a:pathLst>
                <a:path w="21379" h="37692">
                  <a:moveTo>
                    <a:pt x="21379" y="0"/>
                  </a:moveTo>
                  <a:lnTo>
                    <a:pt x="0" y="3769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1" name="Output_receptor__5010">
              <a:extLst>
                <a:ext uri="{FF2B5EF4-FFF2-40B4-BE49-F238E27FC236}">
                  <a16:creationId xmlns:a16="http://schemas.microsoft.com/office/drawing/2014/main" id="{C8D3DA51-3FFF-4659-6E28-047F84427B32}"/>
                </a:ext>
              </a:extLst>
            </p:cNvPr>
            <p:cNvSpPr>
              <a:spLocks noGrp="1"/>
            </p:cNvSpPr>
            <p:nvPr/>
          </p:nvSpPr>
          <p:spPr>
            <a:xfrm>
              <a:off x="16037451" y="3300286"/>
              <a:ext cx="52694" cy="48139"/>
            </a:xfrm>
            <a:custGeom>
              <a:avLst/>
              <a:gdLst/>
              <a:ahLst/>
              <a:cxnLst/>
              <a:rect l="0" t="0" r="0" b="0"/>
              <a:pathLst>
                <a:path w="52694" h="48139">
                  <a:moveTo>
                    <a:pt x="52694" y="48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2" name="Output_receptor__5011">
              <a:extLst>
                <a:ext uri="{FF2B5EF4-FFF2-40B4-BE49-F238E27FC236}">
                  <a16:creationId xmlns:a16="http://schemas.microsoft.com/office/drawing/2014/main" id="{E47B1A2D-4B10-7A6C-4A6A-62E277C0A6ED}"/>
                </a:ext>
              </a:extLst>
            </p:cNvPr>
            <p:cNvSpPr>
              <a:spLocks noGrp="1"/>
            </p:cNvSpPr>
            <p:nvPr/>
          </p:nvSpPr>
          <p:spPr>
            <a:xfrm>
              <a:off x="16323474" y="3842657"/>
              <a:ext cx="7507" cy="2909"/>
            </a:xfrm>
            <a:custGeom>
              <a:avLst/>
              <a:gdLst/>
              <a:ahLst/>
              <a:cxnLst/>
              <a:rect l="0" t="0" r="0" b="0"/>
              <a:pathLst>
                <a:path w="7507" h="2909">
                  <a:moveTo>
                    <a:pt x="0" y="0"/>
                  </a:moveTo>
                  <a:lnTo>
                    <a:pt x="7507" y="290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3" name="Output_receptor__5012">
              <a:extLst>
                <a:ext uri="{FF2B5EF4-FFF2-40B4-BE49-F238E27FC236}">
                  <a16:creationId xmlns:a16="http://schemas.microsoft.com/office/drawing/2014/main" id="{BF6CC745-6CBF-C114-C0AA-F5515601206F}"/>
                </a:ext>
              </a:extLst>
            </p:cNvPr>
            <p:cNvSpPr>
              <a:spLocks noGrp="1"/>
            </p:cNvSpPr>
            <p:nvPr/>
          </p:nvSpPr>
          <p:spPr>
            <a:xfrm>
              <a:off x="16178075" y="3454930"/>
              <a:ext cx="16798" cy="56689"/>
            </a:xfrm>
            <a:custGeom>
              <a:avLst/>
              <a:gdLst/>
              <a:ahLst/>
              <a:cxnLst/>
              <a:rect l="0" t="0" r="0" b="0"/>
              <a:pathLst>
                <a:path w="16798" h="56689">
                  <a:moveTo>
                    <a:pt x="0" y="0"/>
                  </a:moveTo>
                  <a:lnTo>
                    <a:pt x="16798" y="56689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14" name="Output_receptor__5013">
              <a:extLst>
                <a:ext uri="{FF2B5EF4-FFF2-40B4-BE49-F238E27FC236}">
                  <a16:creationId xmlns:a16="http://schemas.microsoft.com/office/drawing/2014/main" id="{D4D5CFBC-183D-4096-04FF-61C49778FED1}"/>
                </a:ext>
              </a:extLst>
            </p:cNvPr>
            <p:cNvSpPr>
              <a:spLocks noGrp="1"/>
            </p:cNvSpPr>
            <p:nvPr/>
          </p:nvSpPr>
          <p:spPr>
            <a:xfrm>
              <a:off x="15588460" y="4385120"/>
              <a:ext cx="39822" cy="58415"/>
            </a:xfrm>
            <a:custGeom>
              <a:avLst/>
              <a:gdLst/>
              <a:ahLst/>
              <a:cxnLst/>
              <a:rect l="0" t="0" r="0" b="0"/>
              <a:pathLst>
                <a:path w="39822" h="58415">
                  <a:moveTo>
                    <a:pt x="0" y="58415"/>
                  </a:moveTo>
                  <a:lnTo>
                    <a:pt x="39822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5" name="Output_receptor__5014">
              <a:extLst>
                <a:ext uri="{FF2B5EF4-FFF2-40B4-BE49-F238E27FC236}">
                  <a16:creationId xmlns:a16="http://schemas.microsoft.com/office/drawing/2014/main" id="{AA3E93E3-B70D-98F1-BE32-6995385BA2D3}"/>
                </a:ext>
              </a:extLst>
            </p:cNvPr>
            <p:cNvSpPr>
              <a:spLocks noGrp="1"/>
            </p:cNvSpPr>
            <p:nvPr/>
          </p:nvSpPr>
          <p:spPr>
            <a:xfrm>
              <a:off x="16473006" y="4217782"/>
              <a:ext cx="37784" cy="24809"/>
            </a:xfrm>
            <a:custGeom>
              <a:avLst/>
              <a:gdLst/>
              <a:ahLst/>
              <a:cxnLst/>
              <a:rect l="0" t="0" r="0" b="0"/>
              <a:pathLst>
                <a:path w="37784" h="24809">
                  <a:moveTo>
                    <a:pt x="0" y="24809"/>
                  </a:moveTo>
                  <a:lnTo>
                    <a:pt x="37784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6" name="Output_receptor__5015">
              <a:extLst>
                <a:ext uri="{FF2B5EF4-FFF2-40B4-BE49-F238E27FC236}">
                  <a16:creationId xmlns:a16="http://schemas.microsoft.com/office/drawing/2014/main" id="{3409DEED-730B-8FCB-64F6-9B5C75125CA3}"/>
                </a:ext>
              </a:extLst>
            </p:cNvPr>
            <p:cNvSpPr>
              <a:spLocks noGrp="1"/>
            </p:cNvSpPr>
            <p:nvPr/>
          </p:nvSpPr>
          <p:spPr>
            <a:xfrm>
              <a:off x="15796365" y="3031417"/>
              <a:ext cx="55063" cy="32816"/>
            </a:xfrm>
            <a:custGeom>
              <a:avLst/>
              <a:gdLst/>
              <a:ahLst/>
              <a:cxnLst/>
              <a:rect l="0" t="0" r="0" b="0"/>
              <a:pathLst>
                <a:path w="55063" h="32816">
                  <a:moveTo>
                    <a:pt x="0" y="0"/>
                  </a:moveTo>
                  <a:lnTo>
                    <a:pt x="55063" y="3281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7" name="Output_receptor__5016">
              <a:extLst>
                <a:ext uri="{FF2B5EF4-FFF2-40B4-BE49-F238E27FC236}">
                  <a16:creationId xmlns:a16="http://schemas.microsoft.com/office/drawing/2014/main" id="{212CAC91-C1C2-4D4E-2C15-8BA5AB064522}"/>
                </a:ext>
              </a:extLst>
            </p:cNvPr>
            <p:cNvSpPr>
              <a:spLocks noGrp="1"/>
            </p:cNvSpPr>
            <p:nvPr/>
          </p:nvSpPr>
          <p:spPr>
            <a:xfrm>
              <a:off x="16271971" y="4105829"/>
              <a:ext cx="39569" cy="59608"/>
            </a:xfrm>
            <a:custGeom>
              <a:avLst/>
              <a:gdLst/>
              <a:ahLst/>
              <a:cxnLst/>
              <a:rect l="0" t="0" r="0" b="0"/>
              <a:pathLst>
                <a:path w="39569" h="59608">
                  <a:moveTo>
                    <a:pt x="0" y="59608"/>
                  </a:moveTo>
                  <a:lnTo>
                    <a:pt x="3956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8" name="Output_receptor__5017">
              <a:extLst>
                <a:ext uri="{FF2B5EF4-FFF2-40B4-BE49-F238E27FC236}">
                  <a16:creationId xmlns:a16="http://schemas.microsoft.com/office/drawing/2014/main" id="{24F6A0E2-97B9-7B42-EC96-939528234833}"/>
                </a:ext>
              </a:extLst>
            </p:cNvPr>
            <p:cNvSpPr>
              <a:spLocks noGrp="1"/>
            </p:cNvSpPr>
            <p:nvPr/>
          </p:nvSpPr>
          <p:spPr>
            <a:xfrm>
              <a:off x="16447330" y="3626389"/>
              <a:ext cx="71549" cy="9678"/>
            </a:xfrm>
            <a:custGeom>
              <a:avLst/>
              <a:gdLst/>
              <a:ahLst/>
              <a:cxnLst/>
              <a:rect l="0" t="0" r="0" b="0"/>
              <a:pathLst>
                <a:path w="71549" h="9678">
                  <a:moveTo>
                    <a:pt x="0" y="0"/>
                  </a:moveTo>
                  <a:lnTo>
                    <a:pt x="71549" y="967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9" name="Output_receptor__5018">
              <a:extLst>
                <a:ext uri="{FF2B5EF4-FFF2-40B4-BE49-F238E27FC236}">
                  <a16:creationId xmlns:a16="http://schemas.microsoft.com/office/drawing/2014/main" id="{3846C0BA-42B8-61FD-9F7D-54C5FE06F22B}"/>
                </a:ext>
              </a:extLst>
            </p:cNvPr>
            <p:cNvSpPr>
              <a:spLocks noGrp="1"/>
            </p:cNvSpPr>
            <p:nvPr/>
          </p:nvSpPr>
          <p:spPr>
            <a:xfrm>
              <a:off x="15686617" y="2847942"/>
              <a:ext cx="8590" cy="52343"/>
            </a:xfrm>
            <a:custGeom>
              <a:avLst/>
              <a:gdLst/>
              <a:ahLst/>
              <a:cxnLst/>
              <a:rect l="0" t="0" r="0" b="0"/>
              <a:pathLst>
                <a:path w="8590" h="52343">
                  <a:moveTo>
                    <a:pt x="8590" y="523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0" name="Output_receptor__5019">
              <a:extLst>
                <a:ext uri="{FF2B5EF4-FFF2-40B4-BE49-F238E27FC236}">
                  <a16:creationId xmlns:a16="http://schemas.microsoft.com/office/drawing/2014/main" id="{F83918B7-D35C-14E3-C9CC-D2CF32D3FF77}"/>
                </a:ext>
              </a:extLst>
            </p:cNvPr>
            <p:cNvSpPr>
              <a:spLocks noGrp="1"/>
            </p:cNvSpPr>
            <p:nvPr/>
          </p:nvSpPr>
          <p:spPr>
            <a:xfrm>
              <a:off x="16265501" y="3752130"/>
              <a:ext cx="59029" cy="21730"/>
            </a:xfrm>
            <a:custGeom>
              <a:avLst/>
              <a:gdLst/>
              <a:ahLst/>
              <a:cxnLst/>
              <a:rect l="0" t="0" r="0" b="0"/>
              <a:pathLst>
                <a:path w="59029" h="21730">
                  <a:moveTo>
                    <a:pt x="0" y="21730"/>
                  </a:moveTo>
                  <a:lnTo>
                    <a:pt x="5902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1" name="Output_receptor__5020">
              <a:extLst>
                <a:ext uri="{FF2B5EF4-FFF2-40B4-BE49-F238E27FC236}">
                  <a16:creationId xmlns:a16="http://schemas.microsoft.com/office/drawing/2014/main" id="{E5F17CBC-9C09-287E-2B87-729DBF8DF804}"/>
                </a:ext>
              </a:extLst>
            </p:cNvPr>
            <p:cNvSpPr>
              <a:spLocks noGrp="1"/>
            </p:cNvSpPr>
            <p:nvPr/>
          </p:nvSpPr>
          <p:spPr>
            <a:xfrm>
              <a:off x="16142481" y="2955984"/>
              <a:ext cx="54818" cy="2912"/>
            </a:xfrm>
            <a:custGeom>
              <a:avLst/>
              <a:gdLst/>
              <a:ahLst/>
              <a:cxnLst/>
              <a:rect l="0" t="0" r="0" b="0"/>
              <a:pathLst>
                <a:path w="54818" h="2912">
                  <a:moveTo>
                    <a:pt x="0" y="2912"/>
                  </a:moveTo>
                  <a:lnTo>
                    <a:pt x="5481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2" name="Output_receptor__5021">
              <a:extLst>
                <a:ext uri="{FF2B5EF4-FFF2-40B4-BE49-F238E27FC236}">
                  <a16:creationId xmlns:a16="http://schemas.microsoft.com/office/drawing/2014/main" id="{15DCC012-F7E3-7EAF-D152-9E0155E403F4}"/>
                </a:ext>
              </a:extLst>
            </p:cNvPr>
            <p:cNvSpPr>
              <a:spLocks noGrp="1"/>
            </p:cNvSpPr>
            <p:nvPr/>
          </p:nvSpPr>
          <p:spPr>
            <a:xfrm>
              <a:off x="16010926" y="3456624"/>
              <a:ext cx="62461" cy="29132"/>
            </a:xfrm>
            <a:custGeom>
              <a:avLst/>
              <a:gdLst/>
              <a:ahLst/>
              <a:cxnLst/>
              <a:rect l="0" t="0" r="0" b="0"/>
              <a:pathLst>
                <a:path w="62461" h="29132">
                  <a:moveTo>
                    <a:pt x="62461" y="0"/>
                  </a:moveTo>
                  <a:lnTo>
                    <a:pt x="0" y="2913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3" name="Output_receptor__5022">
              <a:extLst>
                <a:ext uri="{FF2B5EF4-FFF2-40B4-BE49-F238E27FC236}">
                  <a16:creationId xmlns:a16="http://schemas.microsoft.com/office/drawing/2014/main" id="{68CCC9DB-7FE1-E52E-8538-2CC86B111674}"/>
                </a:ext>
              </a:extLst>
            </p:cNvPr>
            <p:cNvSpPr>
              <a:spLocks noGrp="1"/>
            </p:cNvSpPr>
            <p:nvPr/>
          </p:nvSpPr>
          <p:spPr>
            <a:xfrm>
              <a:off x="16249731" y="3596108"/>
              <a:ext cx="30784" cy="6598"/>
            </a:xfrm>
            <a:custGeom>
              <a:avLst/>
              <a:gdLst/>
              <a:ahLst/>
              <a:cxnLst/>
              <a:rect l="0" t="0" r="0" b="0"/>
              <a:pathLst>
                <a:path w="30784" h="6598">
                  <a:moveTo>
                    <a:pt x="30784" y="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4" name="Output_receptor__5023">
              <a:extLst>
                <a:ext uri="{FF2B5EF4-FFF2-40B4-BE49-F238E27FC236}">
                  <a16:creationId xmlns:a16="http://schemas.microsoft.com/office/drawing/2014/main" id="{6092FDE5-7550-3133-BC56-15670A464B46}"/>
                </a:ext>
              </a:extLst>
            </p:cNvPr>
            <p:cNvSpPr>
              <a:spLocks noGrp="1"/>
            </p:cNvSpPr>
            <p:nvPr/>
          </p:nvSpPr>
          <p:spPr>
            <a:xfrm>
              <a:off x="15796365" y="2973396"/>
              <a:ext cx="9342" cy="58022"/>
            </a:xfrm>
            <a:custGeom>
              <a:avLst/>
              <a:gdLst/>
              <a:ahLst/>
              <a:cxnLst/>
              <a:rect l="0" t="0" r="0" b="0"/>
              <a:pathLst>
                <a:path w="9342" h="58022">
                  <a:moveTo>
                    <a:pt x="9342" y="0"/>
                  </a:moveTo>
                  <a:lnTo>
                    <a:pt x="0" y="5802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5" name="Output_receptor__5024">
              <a:extLst>
                <a:ext uri="{FF2B5EF4-FFF2-40B4-BE49-F238E27FC236}">
                  <a16:creationId xmlns:a16="http://schemas.microsoft.com/office/drawing/2014/main" id="{090D115E-1272-127E-E687-78069B79EAE5}"/>
                </a:ext>
              </a:extLst>
            </p:cNvPr>
            <p:cNvSpPr>
              <a:spLocks noGrp="1"/>
            </p:cNvSpPr>
            <p:nvPr/>
          </p:nvSpPr>
          <p:spPr>
            <a:xfrm>
              <a:off x="15494352" y="3595206"/>
              <a:ext cx="41895" cy="3546"/>
            </a:xfrm>
            <a:custGeom>
              <a:avLst/>
              <a:gdLst/>
              <a:ahLst/>
              <a:cxnLst/>
              <a:rect l="0" t="0" r="0" b="0"/>
              <a:pathLst>
                <a:path w="41895" h="3546">
                  <a:moveTo>
                    <a:pt x="0" y="0"/>
                  </a:moveTo>
                  <a:lnTo>
                    <a:pt x="41895" y="354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6" name="Output_receptor__5025">
              <a:extLst>
                <a:ext uri="{FF2B5EF4-FFF2-40B4-BE49-F238E27FC236}">
                  <a16:creationId xmlns:a16="http://schemas.microsoft.com/office/drawing/2014/main" id="{202791E2-8D29-0C16-50DE-128FA909203D}"/>
                </a:ext>
              </a:extLst>
            </p:cNvPr>
            <p:cNvSpPr>
              <a:spLocks noGrp="1"/>
            </p:cNvSpPr>
            <p:nvPr/>
          </p:nvSpPr>
          <p:spPr>
            <a:xfrm>
              <a:off x="16763431" y="4121420"/>
              <a:ext cx="4447" cy="56590"/>
            </a:xfrm>
            <a:custGeom>
              <a:avLst/>
              <a:gdLst/>
              <a:ahLst/>
              <a:cxnLst/>
              <a:rect l="0" t="0" r="0" b="0"/>
              <a:pathLst>
                <a:path w="4447" h="56590">
                  <a:moveTo>
                    <a:pt x="4447" y="565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7" name="Output_receptor__5026">
              <a:extLst>
                <a:ext uri="{FF2B5EF4-FFF2-40B4-BE49-F238E27FC236}">
                  <a16:creationId xmlns:a16="http://schemas.microsoft.com/office/drawing/2014/main" id="{DA59AFEF-0EF8-3078-8EB9-1966E300E035}"/>
                </a:ext>
              </a:extLst>
            </p:cNvPr>
            <p:cNvSpPr>
              <a:spLocks noGrp="1"/>
            </p:cNvSpPr>
            <p:nvPr/>
          </p:nvSpPr>
          <p:spPr>
            <a:xfrm>
              <a:off x="16336624" y="3476513"/>
              <a:ext cx="42146" cy="32243"/>
            </a:xfrm>
            <a:custGeom>
              <a:avLst/>
              <a:gdLst/>
              <a:ahLst/>
              <a:cxnLst/>
              <a:rect l="0" t="0" r="0" b="0"/>
              <a:pathLst>
                <a:path w="42146" h="32243">
                  <a:moveTo>
                    <a:pt x="0" y="0"/>
                  </a:moveTo>
                  <a:lnTo>
                    <a:pt x="42146" y="32243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8" name="Output_receptor__5027">
              <a:extLst>
                <a:ext uri="{FF2B5EF4-FFF2-40B4-BE49-F238E27FC236}">
                  <a16:creationId xmlns:a16="http://schemas.microsoft.com/office/drawing/2014/main" id="{D0344D26-5594-DAF0-4BDF-5717B451D894}"/>
                </a:ext>
              </a:extLst>
            </p:cNvPr>
            <p:cNvSpPr>
              <a:spLocks noGrp="1"/>
            </p:cNvSpPr>
            <p:nvPr/>
          </p:nvSpPr>
          <p:spPr>
            <a:xfrm>
              <a:off x="16456441" y="3701866"/>
              <a:ext cx="55391" cy="14302"/>
            </a:xfrm>
            <a:custGeom>
              <a:avLst/>
              <a:gdLst/>
              <a:ahLst/>
              <a:cxnLst/>
              <a:rect l="0" t="0" r="0" b="0"/>
              <a:pathLst>
                <a:path w="55391" h="14302">
                  <a:moveTo>
                    <a:pt x="55391" y="0"/>
                  </a:moveTo>
                  <a:lnTo>
                    <a:pt x="0" y="1430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9" name="Output_receptor__5028">
              <a:extLst>
                <a:ext uri="{FF2B5EF4-FFF2-40B4-BE49-F238E27FC236}">
                  <a16:creationId xmlns:a16="http://schemas.microsoft.com/office/drawing/2014/main" id="{A83FEB40-EE88-2CAE-C5D7-7689204939F3}"/>
                </a:ext>
              </a:extLst>
            </p:cNvPr>
            <p:cNvSpPr>
              <a:spLocks noGrp="1"/>
            </p:cNvSpPr>
            <p:nvPr/>
          </p:nvSpPr>
          <p:spPr>
            <a:xfrm>
              <a:off x="15804771" y="3608901"/>
              <a:ext cx="38194" cy="47400"/>
            </a:xfrm>
            <a:custGeom>
              <a:avLst/>
              <a:gdLst/>
              <a:ahLst/>
              <a:cxnLst/>
              <a:rect l="0" t="0" r="0" b="0"/>
              <a:pathLst>
                <a:path w="38194" h="47400">
                  <a:moveTo>
                    <a:pt x="38194" y="47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0" name="Output_receptor__5029">
              <a:extLst>
                <a:ext uri="{FF2B5EF4-FFF2-40B4-BE49-F238E27FC236}">
                  <a16:creationId xmlns:a16="http://schemas.microsoft.com/office/drawing/2014/main" id="{11BB9A4E-68C1-675B-E9AD-C90F0233753F}"/>
                </a:ext>
              </a:extLst>
            </p:cNvPr>
            <p:cNvSpPr>
              <a:spLocks noGrp="1"/>
            </p:cNvSpPr>
            <p:nvPr/>
          </p:nvSpPr>
          <p:spPr>
            <a:xfrm>
              <a:off x="16162205" y="3998953"/>
              <a:ext cx="24997" cy="9282"/>
            </a:xfrm>
            <a:custGeom>
              <a:avLst/>
              <a:gdLst/>
              <a:ahLst/>
              <a:cxnLst/>
              <a:rect l="0" t="0" r="0" b="0"/>
              <a:pathLst>
                <a:path w="24997" h="9282">
                  <a:moveTo>
                    <a:pt x="24997" y="0"/>
                  </a:moveTo>
                  <a:lnTo>
                    <a:pt x="0" y="928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1" name="Output_receptor__5030">
              <a:extLst>
                <a:ext uri="{FF2B5EF4-FFF2-40B4-BE49-F238E27FC236}">
                  <a16:creationId xmlns:a16="http://schemas.microsoft.com/office/drawing/2014/main" id="{F278947F-43B5-A59B-1CDD-348AB63C3B35}"/>
                </a:ext>
              </a:extLst>
            </p:cNvPr>
            <p:cNvSpPr>
              <a:spLocks noGrp="1"/>
            </p:cNvSpPr>
            <p:nvPr/>
          </p:nvSpPr>
          <p:spPr>
            <a:xfrm>
              <a:off x="16721499" y="4178010"/>
              <a:ext cx="46379" cy="37539"/>
            </a:xfrm>
            <a:custGeom>
              <a:avLst/>
              <a:gdLst/>
              <a:ahLst/>
              <a:cxnLst/>
              <a:rect l="0" t="0" r="0" b="0"/>
              <a:pathLst>
                <a:path w="46379" h="37539">
                  <a:moveTo>
                    <a:pt x="0" y="37539"/>
                  </a:moveTo>
                  <a:lnTo>
                    <a:pt x="4637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2" name="Output_receptor__5031">
              <a:extLst>
                <a:ext uri="{FF2B5EF4-FFF2-40B4-BE49-F238E27FC236}">
                  <a16:creationId xmlns:a16="http://schemas.microsoft.com/office/drawing/2014/main" id="{2A21B8EC-730F-61B4-B251-C631F533724E}"/>
                </a:ext>
              </a:extLst>
            </p:cNvPr>
            <p:cNvSpPr>
              <a:spLocks noGrp="1"/>
            </p:cNvSpPr>
            <p:nvPr/>
          </p:nvSpPr>
          <p:spPr>
            <a:xfrm>
              <a:off x="16324530" y="3752130"/>
              <a:ext cx="41869" cy="32778"/>
            </a:xfrm>
            <a:custGeom>
              <a:avLst/>
              <a:gdLst/>
              <a:ahLst/>
              <a:cxnLst/>
              <a:rect l="0" t="0" r="0" b="0"/>
              <a:pathLst>
                <a:path w="41869" h="32778">
                  <a:moveTo>
                    <a:pt x="0" y="0"/>
                  </a:moveTo>
                  <a:lnTo>
                    <a:pt x="41869" y="3277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3" name="Output_receptor__5032">
              <a:extLst>
                <a:ext uri="{FF2B5EF4-FFF2-40B4-BE49-F238E27FC236}">
                  <a16:creationId xmlns:a16="http://schemas.microsoft.com/office/drawing/2014/main" id="{D94BB518-1FB5-2D30-A88A-859493FE81E4}"/>
                </a:ext>
              </a:extLst>
            </p:cNvPr>
            <p:cNvSpPr>
              <a:spLocks noGrp="1"/>
            </p:cNvSpPr>
            <p:nvPr/>
          </p:nvSpPr>
          <p:spPr>
            <a:xfrm>
              <a:off x="16478098" y="3886772"/>
              <a:ext cx="41275" cy="50607"/>
            </a:xfrm>
            <a:custGeom>
              <a:avLst/>
              <a:gdLst/>
              <a:ahLst/>
              <a:cxnLst/>
              <a:rect l="0" t="0" r="0" b="0"/>
              <a:pathLst>
                <a:path w="41275" h="50607">
                  <a:moveTo>
                    <a:pt x="41275" y="0"/>
                  </a:moveTo>
                  <a:lnTo>
                    <a:pt x="0" y="5060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4" name="Output_receptor__5033">
              <a:extLst>
                <a:ext uri="{FF2B5EF4-FFF2-40B4-BE49-F238E27FC236}">
                  <a16:creationId xmlns:a16="http://schemas.microsoft.com/office/drawing/2014/main" id="{EDC9F712-FE79-27DF-F014-2C7AF3FBB06D}"/>
                </a:ext>
              </a:extLst>
            </p:cNvPr>
            <p:cNvSpPr>
              <a:spLocks noGrp="1"/>
            </p:cNvSpPr>
            <p:nvPr/>
          </p:nvSpPr>
          <p:spPr>
            <a:xfrm>
              <a:off x="16208312" y="4061281"/>
              <a:ext cx="27694" cy="35256"/>
            </a:xfrm>
            <a:custGeom>
              <a:avLst/>
              <a:gdLst/>
              <a:ahLst/>
              <a:cxnLst/>
              <a:rect l="0" t="0" r="0" b="0"/>
              <a:pathLst>
                <a:path w="27694" h="35256">
                  <a:moveTo>
                    <a:pt x="0" y="35256"/>
                  </a:moveTo>
                  <a:lnTo>
                    <a:pt x="27694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5" name="Output_receptor__5034">
              <a:extLst>
                <a:ext uri="{FF2B5EF4-FFF2-40B4-BE49-F238E27FC236}">
                  <a16:creationId xmlns:a16="http://schemas.microsoft.com/office/drawing/2014/main" id="{5BD02840-CC2C-99AC-93AE-E83D855C4D98}"/>
                </a:ext>
              </a:extLst>
            </p:cNvPr>
            <p:cNvSpPr>
              <a:spLocks noGrp="1"/>
            </p:cNvSpPr>
            <p:nvPr/>
          </p:nvSpPr>
          <p:spPr>
            <a:xfrm>
              <a:off x="16096359" y="3041724"/>
              <a:ext cx="67225" cy="17594"/>
            </a:xfrm>
            <a:custGeom>
              <a:avLst/>
              <a:gdLst/>
              <a:ahLst/>
              <a:cxnLst/>
              <a:rect l="0" t="0" r="0" b="0"/>
              <a:pathLst>
                <a:path w="67225" h="17594">
                  <a:moveTo>
                    <a:pt x="67225" y="0"/>
                  </a:moveTo>
                  <a:lnTo>
                    <a:pt x="0" y="17594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36" name="Output_receptor__5035">
              <a:extLst>
                <a:ext uri="{FF2B5EF4-FFF2-40B4-BE49-F238E27FC236}">
                  <a16:creationId xmlns:a16="http://schemas.microsoft.com/office/drawing/2014/main" id="{716CC5F5-B279-7D1C-1B82-D189FAD8675A}"/>
                </a:ext>
              </a:extLst>
            </p:cNvPr>
            <p:cNvSpPr>
              <a:spLocks noGrp="1"/>
            </p:cNvSpPr>
            <p:nvPr/>
          </p:nvSpPr>
          <p:spPr>
            <a:xfrm>
              <a:off x="16151584" y="3100417"/>
              <a:ext cx="42058" cy="43036"/>
            </a:xfrm>
            <a:custGeom>
              <a:avLst/>
              <a:gdLst/>
              <a:ahLst/>
              <a:cxnLst/>
              <a:rect l="0" t="0" r="0" b="0"/>
              <a:pathLst>
                <a:path w="42058" h="43036">
                  <a:moveTo>
                    <a:pt x="0" y="43036"/>
                  </a:moveTo>
                  <a:lnTo>
                    <a:pt x="4205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37" name="Output_receptor__5036">
              <a:extLst>
                <a:ext uri="{FF2B5EF4-FFF2-40B4-BE49-F238E27FC236}">
                  <a16:creationId xmlns:a16="http://schemas.microsoft.com/office/drawing/2014/main" id="{F65FCDD2-72CD-5437-9E68-14703A404702}"/>
                </a:ext>
              </a:extLst>
            </p:cNvPr>
            <p:cNvSpPr>
              <a:spLocks noGrp="1"/>
            </p:cNvSpPr>
            <p:nvPr/>
          </p:nvSpPr>
          <p:spPr>
            <a:xfrm>
              <a:off x="16519373" y="3886772"/>
              <a:ext cx="59669" cy="21474"/>
            </a:xfrm>
            <a:custGeom>
              <a:avLst/>
              <a:gdLst/>
              <a:ahLst/>
              <a:cxnLst/>
              <a:rect l="0" t="0" r="0" b="0"/>
              <a:pathLst>
                <a:path w="59669" h="21474">
                  <a:moveTo>
                    <a:pt x="59669" y="214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8" name="Output_receptor__5037">
              <a:extLst>
                <a:ext uri="{FF2B5EF4-FFF2-40B4-BE49-F238E27FC236}">
                  <a16:creationId xmlns:a16="http://schemas.microsoft.com/office/drawing/2014/main" id="{8BD633AE-6992-0421-4D78-47ACB639F250}"/>
                </a:ext>
              </a:extLst>
            </p:cNvPr>
            <p:cNvSpPr>
              <a:spLocks noGrp="1"/>
            </p:cNvSpPr>
            <p:nvPr/>
          </p:nvSpPr>
          <p:spPr>
            <a:xfrm>
              <a:off x="15502335" y="2818371"/>
              <a:ext cx="3105" cy="46997"/>
            </a:xfrm>
            <a:custGeom>
              <a:avLst/>
              <a:gdLst/>
              <a:ahLst/>
              <a:cxnLst/>
              <a:rect l="0" t="0" r="0" b="0"/>
              <a:pathLst>
                <a:path w="3105" h="46997">
                  <a:moveTo>
                    <a:pt x="0" y="46997"/>
                  </a:moveTo>
                  <a:lnTo>
                    <a:pt x="3105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9" name="Output_receptor__5038">
              <a:extLst>
                <a:ext uri="{FF2B5EF4-FFF2-40B4-BE49-F238E27FC236}">
                  <a16:creationId xmlns:a16="http://schemas.microsoft.com/office/drawing/2014/main" id="{4D4FA0D6-71FB-59D4-B10B-8F32F7AC7085}"/>
                </a:ext>
              </a:extLst>
            </p:cNvPr>
            <p:cNvSpPr>
              <a:spLocks noGrp="1"/>
            </p:cNvSpPr>
            <p:nvPr/>
          </p:nvSpPr>
          <p:spPr>
            <a:xfrm>
              <a:off x="16511832" y="3636067"/>
              <a:ext cx="7048" cy="65799"/>
            </a:xfrm>
            <a:custGeom>
              <a:avLst/>
              <a:gdLst/>
              <a:ahLst/>
              <a:cxnLst/>
              <a:rect l="0" t="0" r="0" b="0"/>
              <a:pathLst>
                <a:path w="7048" h="65799">
                  <a:moveTo>
                    <a:pt x="7048" y="0"/>
                  </a:moveTo>
                  <a:lnTo>
                    <a:pt x="0" y="6579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0" name="Output_receptor__5039">
              <a:extLst>
                <a:ext uri="{FF2B5EF4-FFF2-40B4-BE49-F238E27FC236}">
                  <a16:creationId xmlns:a16="http://schemas.microsoft.com/office/drawing/2014/main" id="{A19CB4DD-79A0-3CA0-305A-FAAB9053F539}"/>
                </a:ext>
              </a:extLst>
            </p:cNvPr>
            <p:cNvSpPr>
              <a:spLocks noGrp="1"/>
            </p:cNvSpPr>
            <p:nvPr/>
          </p:nvSpPr>
          <p:spPr>
            <a:xfrm>
              <a:off x="15705944" y="4508851"/>
              <a:ext cx="53593" cy="48745"/>
            </a:xfrm>
            <a:custGeom>
              <a:avLst/>
              <a:gdLst/>
              <a:ahLst/>
              <a:cxnLst/>
              <a:rect l="0" t="0" r="0" b="0"/>
              <a:pathLst>
                <a:path w="53593" h="48745">
                  <a:moveTo>
                    <a:pt x="0" y="48745"/>
                  </a:moveTo>
                  <a:lnTo>
                    <a:pt x="53593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1" name="Output_receptor__5040">
              <a:extLst>
                <a:ext uri="{FF2B5EF4-FFF2-40B4-BE49-F238E27FC236}">
                  <a16:creationId xmlns:a16="http://schemas.microsoft.com/office/drawing/2014/main" id="{D17C4365-5554-F577-E60B-BB4C06795B98}"/>
                </a:ext>
              </a:extLst>
            </p:cNvPr>
            <p:cNvSpPr>
              <a:spLocks noGrp="1"/>
            </p:cNvSpPr>
            <p:nvPr/>
          </p:nvSpPr>
          <p:spPr>
            <a:xfrm>
              <a:off x="15805708" y="2971258"/>
              <a:ext cx="69352" cy="2138"/>
            </a:xfrm>
            <a:custGeom>
              <a:avLst/>
              <a:gdLst/>
              <a:ahLst/>
              <a:cxnLst/>
              <a:rect l="0" t="0" r="0" b="0"/>
              <a:pathLst>
                <a:path w="69352" h="2138">
                  <a:moveTo>
                    <a:pt x="69352" y="0"/>
                  </a:moveTo>
                  <a:lnTo>
                    <a:pt x="0" y="213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2" name="Output_receptor__5041">
              <a:extLst>
                <a:ext uri="{FF2B5EF4-FFF2-40B4-BE49-F238E27FC236}">
                  <a16:creationId xmlns:a16="http://schemas.microsoft.com/office/drawing/2014/main" id="{6BC04209-2714-FA9F-B697-340CBD0103CA}"/>
                </a:ext>
              </a:extLst>
            </p:cNvPr>
            <p:cNvSpPr>
              <a:spLocks noGrp="1"/>
            </p:cNvSpPr>
            <p:nvPr/>
          </p:nvSpPr>
          <p:spPr>
            <a:xfrm>
              <a:off x="16163584" y="3041724"/>
              <a:ext cx="30058" cy="58693"/>
            </a:xfrm>
            <a:custGeom>
              <a:avLst/>
              <a:gdLst/>
              <a:ahLst/>
              <a:cxnLst/>
              <a:rect l="0" t="0" r="0" b="0"/>
              <a:pathLst>
                <a:path w="30058" h="58693">
                  <a:moveTo>
                    <a:pt x="30058" y="586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43" name="Output_receptor__5042">
              <a:extLst>
                <a:ext uri="{FF2B5EF4-FFF2-40B4-BE49-F238E27FC236}">
                  <a16:creationId xmlns:a16="http://schemas.microsoft.com/office/drawing/2014/main" id="{13DD6EB6-3E1D-30E1-5AC9-8526907FAF9B}"/>
                </a:ext>
              </a:extLst>
            </p:cNvPr>
            <p:cNvSpPr>
              <a:spLocks noGrp="1"/>
            </p:cNvSpPr>
            <p:nvPr/>
          </p:nvSpPr>
          <p:spPr>
            <a:xfrm>
              <a:off x="16271409" y="3260487"/>
              <a:ext cx="216" cy="42535"/>
            </a:xfrm>
            <a:custGeom>
              <a:avLst/>
              <a:gdLst/>
              <a:ahLst/>
              <a:cxnLst/>
              <a:rect l="0" t="0" r="0" b="0"/>
              <a:pathLst>
                <a:path w="216" h="42535">
                  <a:moveTo>
                    <a:pt x="216" y="425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4" name="Output_receptor__5043">
              <a:extLst>
                <a:ext uri="{FF2B5EF4-FFF2-40B4-BE49-F238E27FC236}">
                  <a16:creationId xmlns:a16="http://schemas.microsoft.com/office/drawing/2014/main" id="{12A3E97E-E4E1-003A-36CE-E52ADE383925}"/>
                </a:ext>
              </a:extLst>
            </p:cNvPr>
            <p:cNvSpPr>
              <a:spLocks noGrp="1"/>
            </p:cNvSpPr>
            <p:nvPr/>
          </p:nvSpPr>
          <p:spPr>
            <a:xfrm>
              <a:off x="15677589" y="3015276"/>
              <a:ext cx="44161" cy="235"/>
            </a:xfrm>
            <a:custGeom>
              <a:avLst/>
              <a:gdLst/>
              <a:ahLst/>
              <a:cxnLst/>
              <a:rect l="0" t="0" r="0" b="0"/>
              <a:pathLst>
                <a:path w="44161" h="235">
                  <a:moveTo>
                    <a:pt x="44161" y="2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5" name="Output_receptor__5044">
              <a:extLst>
                <a:ext uri="{FF2B5EF4-FFF2-40B4-BE49-F238E27FC236}">
                  <a16:creationId xmlns:a16="http://schemas.microsoft.com/office/drawing/2014/main" id="{FD696165-A0F1-3760-837F-6C8BE4461BD9}"/>
                </a:ext>
              </a:extLst>
            </p:cNvPr>
            <p:cNvSpPr>
              <a:spLocks noGrp="1"/>
            </p:cNvSpPr>
            <p:nvPr/>
          </p:nvSpPr>
          <p:spPr>
            <a:xfrm>
              <a:off x="16236006" y="4005129"/>
              <a:ext cx="18993" cy="56152"/>
            </a:xfrm>
            <a:custGeom>
              <a:avLst/>
              <a:gdLst/>
              <a:ahLst/>
              <a:cxnLst/>
              <a:rect l="0" t="0" r="0" b="0"/>
              <a:pathLst>
                <a:path w="18993" h="56152">
                  <a:moveTo>
                    <a:pt x="0" y="56152"/>
                  </a:moveTo>
                  <a:lnTo>
                    <a:pt x="18993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6" name="Output_receptor__5045">
              <a:extLst>
                <a:ext uri="{FF2B5EF4-FFF2-40B4-BE49-F238E27FC236}">
                  <a16:creationId xmlns:a16="http://schemas.microsoft.com/office/drawing/2014/main" id="{9F4A47B0-BF13-1F53-96D2-203A11C7BB06}"/>
                </a:ext>
              </a:extLst>
            </p:cNvPr>
            <p:cNvSpPr>
              <a:spLocks noGrp="1"/>
            </p:cNvSpPr>
            <p:nvPr/>
          </p:nvSpPr>
          <p:spPr>
            <a:xfrm>
              <a:off x="16567910" y="3908246"/>
              <a:ext cx="11132" cy="67918"/>
            </a:xfrm>
            <a:custGeom>
              <a:avLst/>
              <a:gdLst/>
              <a:ahLst/>
              <a:cxnLst/>
              <a:rect l="0" t="0" r="0" b="0"/>
              <a:pathLst>
                <a:path w="11132" h="67918">
                  <a:moveTo>
                    <a:pt x="0" y="67918"/>
                  </a:moveTo>
                  <a:lnTo>
                    <a:pt x="11132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7" name="Output_receptor__5046">
              <a:extLst>
                <a:ext uri="{FF2B5EF4-FFF2-40B4-BE49-F238E27FC236}">
                  <a16:creationId xmlns:a16="http://schemas.microsoft.com/office/drawing/2014/main" id="{A17730FB-A17D-F25A-2380-62ABFB772776}"/>
                </a:ext>
              </a:extLst>
            </p:cNvPr>
            <p:cNvSpPr>
              <a:spLocks noGrp="1"/>
            </p:cNvSpPr>
            <p:nvPr/>
          </p:nvSpPr>
          <p:spPr>
            <a:xfrm>
              <a:off x="15785799" y="4555916"/>
              <a:ext cx="19088" cy="51861"/>
            </a:xfrm>
            <a:custGeom>
              <a:avLst/>
              <a:gdLst/>
              <a:ahLst/>
              <a:cxnLst/>
              <a:rect l="0" t="0" r="0" b="0"/>
              <a:pathLst>
                <a:path w="19088" h="51861">
                  <a:moveTo>
                    <a:pt x="19088" y="0"/>
                  </a:moveTo>
                  <a:lnTo>
                    <a:pt x="0" y="51861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8" name="Output_receptor__5047">
              <a:extLst>
                <a:ext uri="{FF2B5EF4-FFF2-40B4-BE49-F238E27FC236}">
                  <a16:creationId xmlns:a16="http://schemas.microsoft.com/office/drawing/2014/main" id="{198BF22C-508C-B09F-81FD-F740CA7AE8C5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1" y="4123978"/>
              <a:ext cx="1312" cy="2987"/>
            </a:xfrm>
            <a:custGeom>
              <a:avLst/>
              <a:gdLst/>
              <a:ahLst/>
              <a:cxnLst/>
              <a:rect l="0" t="0" r="0" b="0"/>
              <a:pathLst>
                <a:path w="1312" h="2987">
                  <a:moveTo>
                    <a:pt x="0" y="0"/>
                  </a:moveTo>
                  <a:lnTo>
                    <a:pt x="1312" y="298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9" name="Output_receptor__5048">
              <a:extLst>
                <a:ext uri="{FF2B5EF4-FFF2-40B4-BE49-F238E27FC236}">
                  <a16:creationId xmlns:a16="http://schemas.microsoft.com/office/drawing/2014/main" id="{82DE4D24-388C-577D-15AF-12D83EFF6822}"/>
                </a:ext>
              </a:extLst>
            </p:cNvPr>
            <p:cNvSpPr>
              <a:spLocks noGrp="1"/>
            </p:cNvSpPr>
            <p:nvPr/>
          </p:nvSpPr>
          <p:spPr>
            <a:xfrm>
              <a:off x="16116778" y="3911614"/>
              <a:ext cx="68972" cy="13406"/>
            </a:xfrm>
            <a:custGeom>
              <a:avLst/>
              <a:gdLst/>
              <a:ahLst/>
              <a:cxnLst/>
              <a:rect l="0" t="0" r="0" b="0"/>
              <a:pathLst>
                <a:path w="68972" h="13406">
                  <a:moveTo>
                    <a:pt x="68972" y="0"/>
                  </a:moveTo>
                  <a:lnTo>
                    <a:pt x="0" y="1340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0" name="Output_receptor__5049">
              <a:extLst>
                <a:ext uri="{FF2B5EF4-FFF2-40B4-BE49-F238E27FC236}">
                  <a16:creationId xmlns:a16="http://schemas.microsoft.com/office/drawing/2014/main" id="{D0230A84-F756-E144-D9F7-29963B1617C8}"/>
                </a:ext>
              </a:extLst>
            </p:cNvPr>
            <p:cNvSpPr>
              <a:spLocks noGrp="1"/>
            </p:cNvSpPr>
            <p:nvPr/>
          </p:nvSpPr>
          <p:spPr>
            <a:xfrm>
              <a:off x="16271346" y="3451888"/>
              <a:ext cx="65278" cy="24625"/>
            </a:xfrm>
            <a:custGeom>
              <a:avLst/>
              <a:gdLst/>
              <a:ahLst/>
              <a:cxnLst/>
              <a:rect l="0" t="0" r="0" b="0"/>
              <a:pathLst>
                <a:path w="65278" h="24625">
                  <a:moveTo>
                    <a:pt x="0" y="0"/>
                  </a:moveTo>
                  <a:lnTo>
                    <a:pt x="65278" y="24625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51" name="Output_receptor__5050">
              <a:extLst>
                <a:ext uri="{FF2B5EF4-FFF2-40B4-BE49-F238E27FC236}">
                  <a16:creationId xmlns:a16="http://schemas.microsoft.com/office/drawing/2014/main" id="{56E56872-EC0C-544B-3E27-9B9F14D9F1B9}"/>
                </a:ext>
              </a:extLst>
            </p:cNvPr>
            <p:cNvSpPr>
              <a:spLocks noGrp="1"/>
            </p:cNvSpPr>
            <p:nvPr/>
          </p:nvSpPr>
          <p:spPr>
            <a:xfrm>
              <a:off x="15979726" y="3485756"/>
              <a:ext cx="31200" cy="8212"/>
            </a:xfrm>
            <a:custGeom>
              <a:avLst/>
              <a:gdLst/>
              <a:ahLst/>
              <a:cxnLst/>
              <a:rect l="0" t="0" r="0" b="0"/>
              <a:pathLst>
                <a:path w="31200" h="8212">
                  <a:moveTo>
                    <a:pt x="31200" y="0"/>
                  </a:moveTo>
                  <a:lnTo>
                    <a:pt x="0" y="821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2" name="Output_receptor__5051">
              <a:extLst>
                <a:ext uri="{FF2B5EF4-FFF2-40B4-BE49-F238E27FC236}">
                  <a16:creationId xmlns:a16="http://schemas.microsoft.com/office/drawing/2014/main" id="{0E187A27-C759-9F60-C00A-AC636C48F2EB}"/>
                </a:ext>
              </a:extLst>
            </p:cNvPr>
            <p:cNvSpPr>
              <a:spLocks noGrp="1"/>
            </p:cNvSpPr>
            <p:nvPr/>
          </p:nvSpPr>
          <p:spPr>
            <a:xfrm>
              <a:off x="15561569" y="4150088"/>
              <a:ext cx="334" cy="13397"/>
            </a:xfrm>
            <a:custGeom>
              <a:avLst/>
              <a:gdLst/>
              <a:ahLst/>
              <a:cxnLst/>
              <a:rect l="0" t="0" r="0" b="0"/>
              <a:pathLst>
                <a:path w="334" h="13397">
                  <a:moveTo>
                    <a:pt x="0" y="0"/>
                  </a:moveTo>
                  <a:lnTo>
                    <a:pt x="334" y="1339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3" name="Output_receptor__5052">
              <a:extLst>
                <a:ext uri="{FF2B5EF4-FFF2-40B4-BE49-F238E27FC236}">
                  <a16:creationId xmlns:a16="http://schemas.microsoft.com/office/drawing/2014/main" id="{005C8D6F-F62A-C234-CD27-6FB9746EEDAF}"/>
                </a:ext>
              </a:extLst>
            </p:cNvPr>
            <p:cNvSpPr>
              <a:spLocks noGrp="1"/>
            </p:cNvSpPr>
            <p:nvPr/>
          </p:nvSpPr>
          <p:spPr>
            <a:xfrm>
              <a:off x="15395914" y="4234658"/>
              <a:ext cx="1958" cy="23665"/>
            </a:xfrm>
            <a:custGeom>
              <a:avLst/>
              <a:gdLst/>
              <a:ahLst/>
              <a:cxnLst/>
              <a:rect l="0" t="0" r="0" b="0"/>
              <a:pathLst>
                <a:path w="1958" h="23665">
                  <a:moveTo>
                    <a:pt x="1958" y="0"/>
                  </a:moveTo>
                  <a:lnTo>
                    <a:pt x="0" y="23665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54" name="Output_receptor__5053">
              <a:extLst>
                <a:ext uri="{FF2B5EF4-FFF2-40B4-BE49-F238E27FC236}">
                  <a16:creationId xmlns:a16="http://schemas.microsoft.com/office/drawing/2014/main" id="{DF22304B-7757-B677-B650-1B417A552F37}"/>
                </a:ext>
              </a:extLst>
            </p:cNvPr>
            <p:cNvSpPr>
              <a:spLocks noGrp="1"/>
            </p:cNvSpPr>
            <p:nvPr/>
          </p:nvSpPr>
          <p:spPr>
            <a:xfrm>
              <a:off x="15698325" y="3389386"/>
              <a:ext cx="45189" cy="38838"/>
            </a:xfrm>
            <a:custGeom>
              <a:avLst/>
              <a:gdLst/>
              <a:ahLst/>
              <a:cxnLst/>
              <a:rect l="0" t="0" r="0" b="0"/>
              <a:pathLst>
                <a:path w="45189" h="38838">
                  <a:moveTo>
                    <a:pt x="0" y="38838"/>
                  </a:moveTo>
                  <a:lnTo>
                    <a:pt x="4518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5" name="Output_receptor__5054">
              <a:extLst>
                <a:ext uri="{FF2B5EF4-FFF2-40B4-BE49-F238E27FC236}">
                  <a16:creationId xmlns:a16="http://schemas.microsoft.com/office/drawing/2014/main" id="{2B2857EB-AE6E-8030-11C2-922C5DBF9963}"/>
                </a:ext>
              </a:extLst>
            </p:cNvPr>
            <p:cNvSpPr>
              <a:spLocks noGrp="1"/>
            </p:cNvSpPr>
            <p:nvPr/>
          </p:nvSpPr>
          <p:spPr>
            <a:xfrm>
              <a:off x="15762841" y="4072845"/>
              <a:ext cx="33490" cy="26535"/>
            </a:xfrm>
            <a:custGeom>
              <a:avLst/>
              <a:gdLst/>
              <a:ahLst/>
              <a:cxnLst/>
              <a:rect l="0" t="0" r="0" b="0"/>
              <a:pathLst>
                <a:path w="33490" h="26535">
                  <a:moveTo>
                    <a:pt x="0" y="26535"/>
                  </a:moveTo>
                  <a:lnTo>
                    <a:pt x="3349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6" name="Output_receptor__5055">
              <a:extLst>
                <a:ext uri="{FF2B5EF4-FFF2-40B4-BE49-F238E27FC236}">
                  <a16:creationId xmlns:a16="http://schemas.microsoft.com/office/drawing/2014/main" id="{0BBE1048-9D02-3D88-7CBE-1D9A08599DA0}"/>
                </a:ext>
              </a:extLst>
            </p:cNvPr>
            <p:cNvSpPr>
              <a:spLocks noGrp="1"/>
            </p:cNvSpPr>
            <p:nvPr/>
          </p:nvSpPr>
          <p:spPr>
            <a:xfrm>
              <a:off x="16037451" y="3270608"/>
              <a:ext cx="30326" cy="29678"/>
            </a:xfrm>
            <a:custGeom>
              <a:avLst/>
              <a:gdLst/>
              <a:ahLst/>
              <a:cxnLst/>
              <a:rect l="0" t="0" r="0" b="0"/>
              <a:pathLst>
                <a:path w="30326" h="29678">
                  <a:moveTo>
                    <a:pt x="0" y="29678"/>
                  </a:moveTo>
                  <a:lnTo>
                    <a:pt x="30326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7" name="Output_receptor__5056">
              <a:extLst>
                <a:ext uri="{FF2B5EF4-FFF2-40B4-BE49-F238E27FC236}">
                  <a16:creationId xmlns:a16="http://schemas.microsoft.com/office/drawing/2014/main" id="{58945BFD-0898-6B08-DB3B-14012491BF28}"/>
                </a:ext>
              </a:extLst>
            </p:cNvPr>
            <p:cNvSpPr>
              <a:spLocks noGrp="1"/>
            </p:cNvSpPr>
            <p:nvPr/>
          </p:nvSpPr>
          <p:spPr>
            <a:xfrm>
              <a:off x="16102602" y="3698041"/>
              <a:ext cx="8364" cy="62934"/>
            </a:xfrm>
            <a:custGeom>
              <a:avLst/>
              <a:gdLst/>
              <a:ahLst/>
              <a:cxnLst/>
              <a:rect l="0" t="0" r="0" b="0"/>
              <a:pathLst>
                <a:path w="8364" h="62934">
                  <a:moveTo>
                    <a:pt x="8364" y="629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8" name="Output_receptor__5057">
              <a:extLst>
                <a:ext uri="{FF2B5EF4-FFF2-40B4-BE49-F238E27FC236}">
                  <a16:creationId xmlns:a16="http://schemas.microsoft.com/office/drawing/2014/main" id="{41ABC7B3-C7AE-BA69-9C72-A52D9D0C3EC4}"/>
                </a:ext>
              </a:extLst>
            </p:cNvPr>
            <p:cNvSpPr>
              <a:spLocks noGrp="1"/>
            </p:cNvSpPr>
            <p:nvPr/>
          </p:nvSpPr>
          <p:spPr>
            <a:xfrm>
              <a:off x="15759537" y="4508851"/>
              <a:ext cx="45350" cy="47065"/>
            </a:xfrm>
            <a:custGeom>
              <a:avLst/>
              <a:gdLst/>
              <a:ahLst/>
              <a:cxnLst/>
              <a:rect l="0" t="0" r="0" b="0"/>
              <a:pathLst>
                <a:path w="45350" h="47065">
                  <a:moveTo>
                    <a:pt x="0" y="0"/>
                  </a:moveTo>
                  <a:lnTo>
                    <a:pt x="45350" y="47065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9" name="Output_receptor__5058">
              <a:extLst>
                <a:ext uri="{FF2B5EF4-FFF2-40B4-BE49-F238E27FC236}">
                  <a16:creationId xmlns:a16="http://schemas.microsoft.com/office/drawing/2014/main" id="{3C1BB3A4-FEB9-EE48-5A1C-FAE66E827913}"/>
                </a:ext>
              </a:extLst>
            </p:cNvPr>
            <p:cNvSpPr>
              <a:spLocks noGrp="1"/>
            </p:cNvSpPr>
            <p:nvPr/>
          </p:nvSpPr>
          <p:spPr>
            <a:xfrm>
              <a:off x="16428355" y="4140769"/>
              <a:ext cx="68530" cy="19791"/>
            </a:xfrm>
            <a:custGeom>
              <a:avLst/>
              <a:gdLst/>
              <a:ahLst/>
              <a:cxnLst/>
              <a:rect l="0" t="0" r="0" b="0"/>
              <a:pathLst>
                <a:path w="68530" h="19791">
                  <a:moveTo>
                    <a:pt x="0" y="19791"/>
                  </a:moveTo>
                  <a:lnTo>
                    <a:pt x="6853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0" name="Output_receptor__5059">
              <a:extLst>
                <a:ext uri="{FF2B5EF4-FFF2-40B4-BE49-F238E27FC236}">
                  <a16:creationId xmlns:a16="http://schemas.microsoft.com/office/drawing/2014/main" id="{BB044420-2CE0-6BD3-6C07-7C813B850386}"/>
                </a:ext>
              </a:extLst>
            </p:cNvPr>
            <p:cNvSpPr>
              <a:spLocks noGrp="1"/>
            </p:cNvSpPr>
            <p:nvPr/>
          </p:nvSpPr>
          <p:spPr>
            <a:xfrm>
              <a:off x="15544877" y="3391568"/>
              <a:ext cx="43035" cy="27829"/>
            </a:xfrm>
            <a:custGeom>
              <a:avLst/>
              <a:gdLst/>
              <a:ahLst/>
              <a:cxnLst/>
              <a:rect l="0" t="0" r="0" b="0"/>
              <a:pathLst>
                <a:path w="43035" h="27829">
                  <a:moveTo>
                    <a:pt x="43035" y="27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1" name="Output_receptor__5060">
              <a:extLst>
                <a:ext uri="{FF2B5EF4-FFF2-40B4-BE49-F238E27FC236}">
                  <a16:creationId xmlns:a16="http://schemas.microsoft.com/office/drawing/2014/main" id="{9B7ABE69-0FA5-4FD7-CD4A-1FB9F3F4956C}"/>
                </a:ext>
              </a:extLst>
            </p:cNvPr>
            <p:cNvSpPr>
              <a:spLocks noGrp="1"/>
            </p:cNvSpPr>
            <p:nvPr/>
          </p:nvSpPr>
          <p:spPr>
            <a:xfrm>
              <a:off x="16013535" y="2416129"/>
              <a:ext cx="70327" cy="4276"/>
            </a:xfrm>
            <a:custGeom>
              <a:avLst/>
              <a:gdLst/>
              <a:ahLst/>
              <a:cxnLst/>
              <a:rect l="0" t="0" r="0" b="0"/>
              <a:pathLst>
                <a:path w="70327" h="4276">
                  <a:moveTo>
                    <a:pt x="70327" y="4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2" name="Output_receptor__5061">
              <a:extLst>
                <a:ext uri="{FF2B5EF4-FFF2-40B4-BE49-F238E27FC236}">
                  <a16:creationId xmlns:a16="http://schemas.microsoft.com/office/drawing/2014/main" id="{07B7D698-7E92-EBA7-11B4-8182378F4540}"/>
                </a:ext>
              </a:extLst>
            </p:cNvPr>
            <p:cNvSpPr>
              <a:spLocks noGrp="1"/>
            </p:cNvSpPr>
            <p:nvPr/>
          </p:nvSpPr>
          <p:spPr>
            <a:xfrm>
              <a:off x="15418354" y="2620643"/>
              <a:ext cx="43472" cy="57167"/>
            </a:xfrm>
            <a:custGeom>
              <a:avLst/>
              <a:gdLst/>
              <a:ahLst/>
              <a:cxnLst/>
              <a:rect l="0" t="0" r="0" b="0"/>
              <a:pathLst>
                <a:path w="43472" h="57167">
                  <a:moveTo>
                    <a:pt x="0" y="0"/>
                  </a:moveTo>
                  <a:lnTo>
                    <a:pt x="43472" y="57167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3" name="Output_receptor__5062">
              <a:extLst>
                <a:ext uri="{FF2B5EF4-FFF2-40B4-BE49-F238E27FC236}">
                  <a16:creationId xmlns:a16="http://schemas.microsoft.com/office/drawing/2014/main" id="{83E13420-35D5-1F72-3994-92B972A2F5CD}"/>
                </a:ext>
              </a:extLst>
            </p:cNvPr>
            <p:cNvSpPr>
              <a:spLocks noGrp="1"/>
            </p:cNvSpPr>
            <p:nvPr/>
          </p:nvSpPr>
          <p:spPr>
            <a:xfrm>
              <a:off x="15354785" y="3519900"/>
              <a:ext cx="30313" cy="48820"/>
            </a:xfrm>
            <a:custGeom>
              <a:avLst/>
              <a:gdLst/>
              <a:ahLst/>
              <a:cxnLst/>
              <a:rect l="0" t="0" r="0" b="0"/>
              <a:pathLst>
                <a:path w="30313" h="48820">
                  <a:moveTo>
                    <a:pt x="30313" y="0"/>
                  </a:moveTo>
                  <a:lnTo>
                    <a:pt x="0" y="4882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4" name="Output_receptor__5063">
              <a:extLst>
                <a:ext uri="{FF2B5EF4-FFF2-40B4-BE49-F238E27FC236}">
                  <a16:creationId xmlns:a16="http://schemas.microsoft.com/office/drawing/2014/main" id="{671D6AAD-11D4-F485-90AF-47C0C00BA081}"/>
                </a:ext>
              </a:extLst>
            </p:cNvPr>
            <p:cNvSpPr>
              <a:spLocks noGrp="1"/>
            </p:cNvSpPr>
            <p:nvPr/>
          </p:nvSpPr>
          <p:spPr>
            <a:xfrm>
              <a:off x="16323474" y="3784908"/>
              <a:ext cx="42925" cy="57749"/>
            </a:xfrm>
            <a:custGeom>
              <a:avLst/>
              <a:gdLst/>
              <a:ahLst/>
              <a:cxnLst/>
              <a:rect l="0" t="0" r="0" b="0"/>
              <a:pathLst>
                <a:path w="42925" h="57749">
                  <a:moveTo>
                    <a:pt x="42925" y="0"/>
                  </a:moveTo>
                  <a:lnTo>
                    <a:pt x="0" y="5774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5" name="Output_receptor__5064">
              <a:extLst>
                <a:ext uri="{FF2B5EF4-FFF2-40B4-BE49-F238E27FC236}">
                  <a16:creationId xmlns:a16="http://schemas.microsoft.com/office/drawing/2014/main" id="{369CB3CD-7B0B-1A23-E073-0995D7A52860}"/>
                </a:ext>
              </a:extLst>
            </p:cNvPr>
            <p:cNvSpPr>
              <a:spLocks noGrp="1"/>
            </p:cNvSpPr>
            <p:nvPr/>
          </p:nvSpPr>
          <p:spPr>
            <a:xfrm>
              <a:off x="16641004" y="4030998"/>
              <a:ext cx="62020" cy="13920"/>
            </a:xfrm>
            <a:custGeom>
              <a:avLst/>
              <a:gdLst/>
              <a:ahLst/>
              <a:cxnLst/>
              <a:rect l="0" t="0" r="0" b="0"/>
              <a:pathLst>
                <a:path w="62020" h="13920">
                  <a:moveTo>
                    <a:pt x="62020" y="0"/>
                  </a:moveTo>
                  <a:lnTo>
                    <a:pt x="0" y="1392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6" name="Output_receptor__5065">
              <a:extLst>
                <a:ext uri="{FF2B5EF4-FFF2-40B4-BE49-F238E27FC236}">
                  <a16:creationId xmlns:a16="http://schemas.microsoft.com/office/drawing/2014/main" id="{2DC70AFD-043D-FFB1-EA64-AC23CDC47819}"/>
                </a:ext>
              </a:extLst>
            </p:cNvPr>
            <p:cNvSpPr>
              <a:spLocks noGrp="1"/>
            </p:cNvSpPr>
            <p:nvPr/>
          </p:nvSpPr>
          <p:spPr>
            <a:xfrm>
              <a:off x="16228462" y="3686897"/>
              <a:ext cx="67935" cy="7384"/>
            </a:xfrm>
            <a:custGeom>
              <a:avLst/>
              <a:gdLst/>
              <a:ahLst/>
              <a:cxnLst/>
              <a:rect l="0" t="0" r="0" b="0"/>
              <a:pathLst>
                <a:path w="67935" h="7384">
                  <a:moveTo>
                    <a:pt x="0" y="7384"/>
                  </a:moveTo>
                  <a:lnTo>
                    <a:pt x="67935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7" name="Output_receptor__5066">
              <a:extLst>
                <a:ext uri="{FF2B5EF4-FFF2-40B4-BE49-F238E27FC236}">
                  <a16:creationId xmlns:a16="http://schemas.microsoft.com/office/drawing/2014/main" id="{E9193E9B-6DA4-36AB-33C5-1A0A7FF27093}"/>
                </a:ext>
              </a:extLst>
            </p:cNvPr>
            <p:cNvSpPr>
              <a:spLocks noGrp="1"/>
            </p:cNvSpPr>
            <p:nvPr/>
          </p:nvSpPr>
          <p:spPr>
            <a:xfrm>
              <a:off x="16073387" y="3456624"/>
              <a:ext cx="16677" cy="54913"/>
            </a:xfrm>
            <a:custGeom>
              <a:avLst/>
              <a:gdLst/>
              <a:ahLst/>
              <a:cxnLst/>
              <a:rect l="0" t="0" r="0" b="0"/>
              <a:pathLst>
                <a:path w="16677" h="54913">
                  <a:moveTo>
                    <a:pt x="16677" y="549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8" name="Output_receptor__5067">
              <a:extLst>
                <a:ext uri="{FF2B5EF4-FFF2-40B4-BE49-F238E27FC236}">
                  <a16:creationId xmlns:a16="http://schemas.microsoft.com/office/drawing/2014/main" id="{3613E4A7-C6EC-FC9B-170C-4137AA02DA07}"/>
                </a:ext>
              </a:extLst>
            </p:cNvPr>
            <p:cNvSpPr>
              <a:spLocks noGrp="1"/>
            </p:cNvSpPr>
            <p:nvPr/>
          </p:nvSpPr>
          <p:spPr>
            <a:xfrm>
              <a:off x="15469564" y="4110621"/>
              <a:ext cx="32581" cy="54947"/>
            </a:xfrm>
            <a:custGeom>
              <a:avLst/>
              <a:gdLst/>
              <a:ahLst/>
              <a:cxnLst/>
              <a:rect l="0" t="0" r="0" b="0"/>
              <a:pathLst>
                <a:path w="32581" h="54947">
                  <a:moveTo>
                    <a:pt x="0" y="54947"/>
                  </a:moveTo>
                  <a:lnTo>
                    <a:pt x="32581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9" name="Output_receptor__5068">
              <a:extLst>
                <a:ext uri="{FF2B5EF4-FFF2-40B4-BE49-F238E27FC236}">
                  <a16:creationId xmlns:a16="http://schemas.microsoft.com/office/drawing/2014/main" id="{BAA9CDCE-0444-30AC-47FB-48BBDEDD4C5E}"/>
                </a:ext>
              </a:extLst>
            </p:cNvPr>
            <p:cNvSpPr>
              <a:spLocks noGrp="1"/>
            </p:cNvSpPr>
            <p:nvPr/>
          </p:nvSpPr>
          <p:spPr>
            <a:xfrm>
              <a:off x="15649978" y="2900285"/>
              <a:ext cx="45230" cy="52282"/>
            </a:xfrm>
            <a:custGeom>
              <a:avLst/>
              <a:gdLst/>
              <a:ahLst/>
              <a:cxnLst/>
              <a:rect l="0" t="0" r="0" b="0"/>
              <a:pathLst>
                <a:path w="45230" h="52282">
                  <a:moveTo>
                    <a:pt x="0" y="52282"/>
                  </a:moveTo>
                  <a:lnTo>
                    <a:pt x="4523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70" name="Output_receptor__5069">
              <a:extLst>
                <a:ext uri="{FF2B5EF4-FFF2-40B4-BE49-F238E27FC236}">
                  <a16:creationId xmlns:a16="http://schemas.microsoft.com/office/drawing/2014/main" id="{E58932E6-A0B9-572F-31F6-77374ED4D2F4}"/>
                </a:ext>
              </a:extLst>
            </p:cNvPr>
            <p:cNvSpPr>
              <a:spLocks noGrp="1"/>
            </p:cNvSpPr>
            <p:nvPr/>
          </p:nvSpPr>
          <p:spPr>
            <a:xfrm>
              <a:off x="15913516" y="3382102"/>
              <a:ext cx="71607" cy="3407"/>
            </a:xfrm>
            <a:custGeom>
              <a:avLst/>
              <a:gdLst/>
              <a:ahLst/>
              <a:cxnLst/>
              <a:rect l="0" t="0" r="0" b="0"/>
              <a:pathLst>
                <a:path w="71607" h="3407">
                  <a:moveTo>
                    <a:pt x="71607" y="34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71" name="Output_receptor__5070">
              <a:extLst>
                <a:ext uri="{FF2B5EF4-FFF2-40B4-BE49-F238E27FC236}">
                  <a16:creationId xmlns:a16="http://schemas.microsoft.com/office/drawing/2014/main" id="{2FC53CBB-DD8E-8D8F-1AFE-3D32AE6A3CB3}"/>
                </a:ext>
              </a:extLst>
            </p:cNvPr>
            <p:cNvSpPr>
              <a:spLocks noGrp="1"/>
            </p:cNvSpPr>
            <p:nvPr/>
          </p:nvSpPr>
          <p:spPr>
            <a:xfrm>
              <a:off x="15703458" y="4006211"/>
              <a:ext cx="67641" cy="22652"/>
            </a:xfrm>
            <a:custGeom>
              <a:avLst/>
              <a:gdLst/>
              <a:ahLst/>
              <a:cxnLst/>
              <a:rect l="0" t="0" r="0" b="0"/>
              <a:pathLst>
                <a:path w="67641" h="22652">
                  <a:moveTo>
                    <a:pt x="67641" y="0"/>
                  </a:moveTo>
                  <a:lnTo>
                    <a:pt x="0" y="2265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72" name="Output_receptor__5071">
              <a:extLst>
                <a:ext uri="{FF2B5EF4-FFF2-40B4-BE49-F238E27FC236}">
                  <a16:creationId xmlns:a16="http://schemas.microsoft.com/office/drawing/2014/main" id="{24EA4853-AFF2-E28A-2691-C0B6DDA90E2D}"/>
                </a:ext>
              </a:extLst>
            </p:cNvPr>
            <p:cNvSpPr>
              <a:spLocks noGrp="1"/>
            </p:cNvSpPr>
            <p:nvPr/>
          </p:nvSpPr>
          <p:spPr>
            <a:xfrm>
              <a:off x="15469564" y="4165567"/>
              <a:ext cx="16092" cy="59488"/>
            </a:xfrm>
            <a:custGeom>
              <a:avLst/>
              <a:gdLst/>
              <a:ahLst/>
              <a:cxnLst/>
              <a:rect l="0" t="0" r="0" b="0"/>
              <a:pathLst>
                <a:path w="16092" h="59488">
                  <a:moveTo>
                    <a:pt x="16092" y="59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3" name="Output_receptor__5072">
              <a:extLst>
                <a:ext uri="{FF2B5EF4-FFF2-40B4-BE49-F238E27FC236}">
                  <a16:creationId xmlns:a16="http://schemas.microsoft.com/office/drawing/2014/main" id="{C5D4259C-D17A-E66B-3B27-20057EF3AF82}"/>
                </a:ext>
              </a:extLst>
            </p:cNvPr>
            <p:cNvSpPr>
              <a:spLocks noGrp="1"/>
            </p:cNvSpPr>
            <p:nvPr/>
          </p:nvSpPr>
          <p:spPr>
            <a:xfrm>
              <a:off x="15523059" y="4342630"/>
              <a:ext cx="654" cy="31736"/>
            </a:xfrm>
            <a:custGeom>
              <a:avLst/>
              <a:gdLst/>
              <a:ahLst/>
              <a:cxnLst/>
              <a:rect l="0" t="0" r="0" b="0"/>
              <a:pathLst>
                <a:path w="654" h="31736">
                  <a:moveTo>
                    <a:pt x="0" y="31736"/>
                  </a:moveTo>
                  <a:lnTo>
                    <a:pt x="65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4" name="Output_receptor__5073">
              <a:extLst>
                <a:ext uri="{FF2B5EF4-FFF2-40B4-BE49-F238E27FC236}">
                  <a16:creationId xmlns:a16="http://schemas.microsoft.com/office/drawing/2014/main" id="{C74B316B-4AAE-C640-CE05-7F6F762F83BD}"/>
                </a:ext>
              </a:extLst>
            </p:cNvPr>
            <p:cNvSpPr>
              <a:spLocks noGrp="1"/>
            </p:cNvSpPr>
            <p:nvPr/>
          </p:nvSpPr>
          <p:spPr>
            <a:xfrm>
              <a:off x="15627061" y="2580326"/>
              <a:ext cx="11502" cy="65005"/>
            </a:xfrm>
            <a:custGeom>
              <a:avLst/>
              <a:gdLst/>
              <a:ahLst/>
              <a:cxnLst/>
              <a:rect l="0" t="0" r="0" b="0"/>
              <a:pathLst>
                <a:path w="11502" h="65005">
                  <a:moveTo>
                    <a:pt x="11502" y="0"/>
                  </a:moveTo>
                  <a:lnTo>
                    <a:pt x="0" y="65005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5" name="Output_receptor__5074">
              <a:extLst>
                <a:ext uri="{FF2B5EF4-FFF2-40B4-BE49-F238E27FC236}">
                  <a16:creationId xmlns:a16="http://schemas.microsoft.com/office/drawing/2014/main" id="{1C6E4B95-CD83-9BAA-7CC7-590451CF7469}"/>
                </a:ext>
              </a:extLst>
            </p:cNvPr>
            <p:cNvSpPr>
              <a:spLocks noGrp="1"/>
            </p:cNvSpPr>
            <p:nvPr/>
          </p:nvSpPr>
          <p:spPr>
            <a:xfrm>
              <a:off x="15364154" y="3457540"/>
              <a:ext cx="20943" cy="62360"/>
            </a:xfrm>
            <a:custGeom>
              <a:avLst/>
              <a:gdLst/>
              <a:ahLst/>
              <a:cxnLst/>
              <a:rect l="0" t="0" r="0" b="0"/>
              <a:pathLst>
                <a:path w="20943" h="62360">
                  <a:moveTo>
                    <a:pt x="0" y="0"/>
                  </a:moveTo>
                  <a:lnTo>
                    <a:pt x="20943" y="6236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6" name="Output_receptor__5075">
              <a:extLst>
                <a:ext uri="{FF2B5EF4-FFF2-40B4-BE49-F238E27FC236}">
                  <a16:creationId xmlns:a16="http://schemas.microsoft.com/office/drawing/2014/main" id="{422F350D-C26D-1E80-C020-627321E2BA3C}"/>
                </a:ext>
              </a:extLst>
            </p:cNvPr>
            <p:cNvSpPr>
              <a:spLocks noGrp="1"/>
            </p:cNvSpPr>
            <p:nvPr/>
          </p:nvSpPr>
          <p:spPr>
            <a:xfrm>
              <a:off x="15299505" y="3444414"/>
              <a:ext cx="64650" cy="13125"/>
            </a:xfrm>
            <a:custGeom>
              <a:avLst/>
              <a:gdLst/>
              <a:ahLst/>
              <a:cxnLst/>
              <a:rect l="0" t="0" r="0" b="0"/>
              <a:pathLst>
                <a:path w="64650" h="13125">
                  <a:moveTo>
                    <a:pt x="0" y="0"/>
                  </a:moveTo>
                  <a:lnTo>
                    <a:pt x="64650" y="1312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7" name="Output_receptor__5076">
              <a:extLst>
                <a:ext uri="{FF2B5EF4-FFF2-40B4-BE49-F238E27FC236}">
                  <a16:creationId xmlns:a16="http://schemas.microsoft.com/office/drawing/2014/main" id="{4409D1AC-959A-F8FD-99FC-135257E72ED1}"/>
                </a:ext>
              </a:extLst>
            </p:cNvPr>
            <p:cNvSpPr>
              <a:spLocks noGrp="1"/>
            </p:cNvSpPr>
            <p:nvPr/>
          </p:nvSpPr>
          <p:spPr>
            <a:xfrm>
              <a:off x="16446862" y="3626389"/>
              <a:ext cx="468" cy="14376"/>
            </a:xfrm>
            <a:custGeom>
              <a:avLst/>
              <a:gdLst/>
              <a:ahLst/>
              <a:cxnLst/>
              <a:rect l="0" t="0" r="0" b="0"/>
              <a:pathLst>
                <a:path w="468" h="14376">
                  <a:moveTo>
                    <a:pt x="0" y="14376"/>
                  </a:moveTo>
                  <a:lnTo>
                    <a:pt x="46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8" name="Output_receptor__5077">
              <a:extLst>
                <a:ext uri="{FF2B5EF4-FFF2-40B4-BE49-F238E27FC236}">
                  <a16:creationId xmlns:a16="http://schemas.microsoft.com/office/drawing/2014/main" id="{1B633AA3-3C48-7891-EA27-0DC8F0A0810D}"/>
                </a:ext>
              </a:extLst>
            </p:cNvPr>
            <p:cNvSpPr>
              <a:spLocks noGrp="1"/>
            </p:cNvSpPr>
            <p:nvPr/>
          </p:nvSpPr>
          <p:spPr>
            <a:xfrm>
              <a:off x="16102602" y="3641972"/>
              <a:ext cx="42839" cy="56069"/>
            </a:xfrm>
            <a:custGeom>
              <a:avLst/>
              <a:gdLst/>
              <a:ahLst/>
              <a:cxnLst/>
              <a:rect l="0" t="0" r="0" b="0"/>
              <a:pathLst>
                <a:path w="42839" h="56069">
                  <a:moveTo>
                    <a:pt x="0" y="56069"/>
                  </a:moveTo>
                  <a:lnTo>
                    <a:pt x="4283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9" name="Output_receptor__5078">
              <a:extLst>
                <a:ext uri="{FF2B5EF4-FFF2-40B4-BE49-F238E27FC236}">
                  <a16:creationId xmlns:a16="http://schemas.microsoft.com/office/drawing/2014/main" id="{F19DE59F-0E62-A74B-4CE1-31F2DC0EB3CA}"/>
                </a:ext>
              </a:extLst>
            </p:cNvPr>
            <p:cNvSpPr>
              <a:spLocks noGrp="1"/>
            </p:cNvSpPr>
            <p:nvPr/>
          </p:nvSpPr>
          <p:spPr>
            <a:xfrm>
              <a:off x="15842965" y="3600961"/>
              <a:ext cx="38453" cy="55340"/>
            </a:xfrm>
            <a:custGeom>
              <a:avLst/>
              <a:gdLst/>
              <a:ahLst/>
              <a:cxnLst/>
              <a:rect l="0" t="0" r="0" b="0"/>
              <a:pathLst>
                <a:path w="38453" h="55340">
                  <a:moveTo>
                    <a:pt x="38453" y="0"/>
                  </a:moveTo>
                  <a:lnTo>
                    <a:pt x="0" y="5534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0" name="Output_receptor__5079">
              <a:extLst>
                <a:ext uri="{FF2B5EF4-FFF2-40B4-BE49-F238E27FC236}">
                  <a16:creationId xmlns:a16="http://schemas.microsoft.com/office/drawing/2014/main" id="{41D1F345-1DFA-69BD-60AD-744E1213971E}"/>
                </a:ext>
              </a:extLst>
            </p:cNvPr>
            <p:cNvSpPr>
              <a:spLocks noGrp="1"/>
            </p:cNvSpPr>
            <p:nvPr/>
          </p:nvSpPr>
          <p:spPr>
            <a:xfrm>
              <a:off x="16703023" y="4030998"/>
              <a:ext cx="37581" cy="42354"/>
            </a:xfrm>
            <a:custGeom>
              <a:avLst/>
              <a:gdLst/>
              <a:ahLst/>
              <a:cxnLst/>
              <a:rect l="0" t="0" r="0" b="0"/>
              <a:pathLst>
                <a:path w="37581" h="42354">
                  <a:moveTo>
                    <a:pt x="37581" y="423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1" name="Output_receptor__5080">
              <a:extLst>
                <a:ext uri="{FF2B5EF4-FFF2-40B4-BE49-F238E27FC236}">
                  <a16:creationId xmlns:a16="http://schemas.microsoft.com/office/drawing/2014/main" id="{C2E5D365-EF72-604B-C82C-3F026CC0ADA7}"/>
                </a:ext>
              </a:extLst>
            </p:cNvPr>
            <p:cNvSpPr>
              <a:spLocks noGrp="1"/>
            </p:cNvSpPr>
            <p:nvPr/>
          </p:nvSpPr>
          <p:spPr>
            <a:xfrm>
              <a:off x="16185749" y="3911614"/>
              <a:ext cx="19602" cy="44714"/>
            </a:xfrm>
            <a:custGeom>
              <a:avLst/>
              <a:gdLst/>
              <a:ahLst/>
              <a:cxnLst/>
              <a:rect l="0" t="0" r="0" b="0"/>
              <a:pathLst>
                <a:path w="19602" h="44714">
                  <a:moveTo>
                    <a:pt x="19602" y="447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2" name="Output_receptor__5081">
              <a:extLst>
                <a:ext uri="{FF2B5EF4-FFF2-40B4-BE49-F238E27FC236}">
                  <a16:creationId xmlns:a16="http://schemas.microsoft.com/office/drawing/2014/main" id="{D3966D2C-7EF3-1256-3A34-4BAC2950D63F}"/>
                </a:ext>
              </a:extLst>
            </p:cNvPr>
            <p:cNvSpPr>
              <a:spLocks noGrp="1"/>
            </p:cNvSpPr>
            <p:nvPr/>
          </p:nvSpPr>
          <p:spPr>
            <a:xfrm>
              <a:off x="16136068" y="2782693"/>
              <a:ext cx="17379" cy="66106"/>
            </a:xfrm>
            <a:custGeom>
              <a:avLst/>
              <a:gdLst/>
              <a:ahLst/>
              <a:cxnLst/>
              <a:rect l="0" t="0" r="0" b="0"/>
              <a:pathLst>
                <a:path w="17379" h="66106">
                  <a:moveTo>
                    <a:pt x="0" y="0"/>
                  </a:moveTo>
                  <a:lnTo>
                    <a:pt x="17379" y="66106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3" name="Output_receptor__5082">
              <a:extLst>
                <a:ext uri="{FF2B5EF4-FFF2-40B4-BE49-F238E27FC236}">
                  <a16:creationId xmlns:a16="http://schemas.microsoft.com/office/drawing/2014/main" id="{B5170D7F-C65A-5D6C-7E45-C28C2553B71F}"/>
                </a:ext>
              </a:extLst>
            </p:cNvPr>
            <p:cNvSpPr>
              <a:spLocks noGrp="1"/>
            </p:cNvSpPr>
            <p:nvPr/>
          </p:nvSpPr>
          <p:spPr>
            <a:xfrm>
              <a:off x="15978946" y="3204448"/>
              <a:ext cx="69043" cy="15902"/>
            </a:xfrm>
            <a:custGeom>
              <a:avLst/>
              <a:gdLst/>
              <a:ahLst/>
              <a:cxnLst/>
              <a:rect l="0" t="0" r="0" b="0"/>
              <a:pathLst>
                <a:path w="69043" h="15902">
                  <a:moveTo>
                    <a:pt x="69043" y="0"/>
                  </a:moveTo>
                  <a:lnTo>
                    <a:pt x="0" y="1590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4" name="Output_receptor__5083">
              <a:extLst>
                <a:ext uri="{FF2B5EF4-FFF2-40B4-BE49-F238E27FC236}">
                  <a16:creationId xmlns:a16="http://schemas.microsoft.com/office/drawing/2014/main" id="{9237B4AC-B0AA-D40D-7B94-D31B300F8A7B}"/>
                </a:ext>
              </a:extLst>
            </p:cNvPr>
            <p:cNvSpPr>
              <a:spLocks noGrp="1"/>
            </p:cNvSpPr>
            <p:nvPr/>
          </p:nvSpPr>
          <p:spPr>
            <a:xfrm>
              <a:off x="15686795" y="3665579"/>
              <a:ext cx="45667" cy="37295"/>
            </a:xfrm>
            <a:custGeom>
              <a:avLst/>
              <a:gdLst/>
              <a:ahLst/>
              <a:cxnLst/>
              <a:rect l="0" t="0" r="0" b="0"/>
              <a:pathLst>
                <a:path w="45667" h="37295">
                  <a:moveTo>
                    <a:pt x="0" y="37295"/>
                  </a:moveTo>
                  <a:lnTo>
                    <a:pt x="4566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5" name="Output_receptor__5084">
              <a:extLst>
                <a:ext uri="{FF2B5EF4-FFF2-40B4-BE49-F238E27FC236}">
                  <a16:creationId xmlns:a16="http://schemas.microsoft.com/office/drawing/2014/main" id="{1A2D30EE-6BB5-D9A5-017C-7CA691BD3351}"/>
                </a:ext>
              </a:extLst>
            </p:cNvPr>
            <p:cNvSpPr>
              <a:spLocks noGrp="1"/>
            </p:cNvSpPr>
            <p:nvPr/>
          </p:nvSpPr>
          <p:spPr>
            <a:xfrm>
              <a:off x="16080613" y="2744816"/>
              <a:ext cx="55455" cy="37877"/>
            </a:xfrm>
            <a:custGeom>
              <a:avLst/>
              <a:gdLst/>
              <a:ahLst/>
              <a:cxnLst/>
              <a:rect l="0" t="0" r="0" b="0"/>
              <a:pathLst>
                <a:path w="55455" h="37877">
                  <a:moveTo>
                    <a:pt x="0" y="0"/>
                  </a:moveTo>
                  <a:lnTo>
                    <a:pt x="55455" y="3787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6" name="Output_receptor__5085">
              <a:extLst>
                <a:ext uri="{FF2B5EF4-FFF2-40B4-BE49-F238E27FC236}">
                  <a16:creationId xmlns:a16="http://schemas.microsoft.com/office/drawing/2014/main" id="{1DE957FE-359C-983A-4EBF-8A984EACB847}"/>
                </a:ext>
              </a:extLst>
            </p:cNvPr>
            <p:cNvSpPr>
              <a:spLocks noGrp="1"/>
            </p:cNvSpPr>
            <p:nvPr/>
          </p:nvSpPr>
          <p:spPr>
            <a:xfrm>
              <a:off x="15565946" y="2645331"/>
              <a:ext cx="61115" cy="8787"/>
            </a:xfrm>
            <a:custGeom>
              <a:avLst/>
              <a:gdLst/>
              <a:ahLst/>
              <a:cxnLst/>
              <a:rect l="0" t="0" r="0" b="0"/>
              <a:pathLst>
                <a:path w="61115" h="8787">
                  <a:moveTo>
                    <a:pt x="61115" y="0"/>
                  </a:moveTo>
                  <a:lnTo>
                    <a:pt x="0" y="878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7" name="Output_receptor__5086">
              <a:extLst>
                <a:ext uri="{FF2B5EF4-FFF2-40B4-BE49-F238E27FC236}">
                  <a16:creationId xmlns:a16="http://schemas.microsoft.com/office/drawing/2014/main" id="{B5D6CC11-63C4-0D3D-025B-7CF4342BE98E}"/>
                </a:ext>
              </a:extLst>
            </p:cNvPr>
            <p:cNvSpPr>
              <a:spLocks noGrp="1"/>
            </p:cNvSpPr>
            <p:nvPr/>
          </p:nvSpPr>
          <p:spPr>
            <a:xfrm>
              <a:off x="15440490" y="3663954"/>
              <a:ext cx="58567" cy="12523"/>
            </a:xfrm>
            <a:custGeom>
              <a:avLst/>
              <a:gdLst/>
              <a:ahLst/>
              <a:cxnLst/>
              <a:rect l="0" t="0" r="0" b="0"/>
              <a:pathLst>
                <a:path w="58567" h="12523">
                  <a:moveTo>
                    <a:pt x="0" y="0"/>
                  </a:moveTo>
                  <a:lnTo>
                    <a:pt x="58567" y="1252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8" name="Output_receptor__5087">
              <a:extLst>
                <a:ext uri="{FF2B5EF4-FFF2-40B4-BE49-F238E27FC236}">
                  <a16:creationId xmlns:a16="http://schemas.microsoft.com/office/drawing/2014/main" id="{F0169912-74B3-1D7C-7A07-8118F80CFF88}"/>
                </a:ext>
              </a:extLst>
            </p:cNvPr>
            <p:cNvSpPr>
              <a:spLocks noGrp="1"/>
            </p:cNvSpPr>
            <p:nvPr/>
          </p:nvSpPr>
          <p:spPr>
            <a:xfrm>
              <a:off x="15711639" y="3743572"/>
              <a:ext cx="67825" cy="21864"/>
            </a:xfrm>
            <a:custGeom>
              <a:avLst/>
              <a:gdLst/>
              <a:ahLst/>
              <a:cxnLst/>
              <a:rect l="0" t="0" r="0" b="0"/>
              <a:pathLst>
                <a:path w="67825" h="21864">
                  <a:moveTo>
                    <a:pt x="67825" y="0"/>
                  </a:moveTo>
                  <a:lnTo>
                    <a:pt x="0" y="2186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9" name="Output_receptor__5088">
              <a:extLst>
                <a:ext uri="{FF2B5EF4-FFF2-40B4-BE49-F238E27FC236}">
                  <a16:creationId xmlns:a16="http://schemas.microsoft.com/office/drawing/2014/main" id="{CD46F7A9-480F-3DE3-1718-25D409733898}"/>
                </a:ext>
              </a:extLst>
            </p:cNvPr>
            <p:cNvSpPr>
              <a:spLocks noGrp="1"/>
            </p:cNvSpPr>
            <p:nvPr/>
          </p:nvSpPr>
          <p:spPr>
            <a:xfrm>
              <a:off x="15416843" y="3611967"/>
              <a:ext cx="23646" cy="51988"/>
            </a:xfrm>
            <a:custGeom>
              <a:avLst/>
              <a:gdLst/>
              <a:ahLst/>
              <a:cxnLst/>
              <a:rect l="0" t="0" r="0" b="0"/>
              <a:pathLst>
                <a:path w="23646" h="51988">
                  <a:moveTo>
                    <a:pt x="0" y="0"/>
                  </a:moveTo>
                  <a:lnTo>
                    <a:pt x="23646" y="5198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0" name="Output_receptor__5089">
              <a:extLst>
                <a:ext uri="{FF2B5EF4-FFF2-40B4-BE49-F238E27FC236}">
                  <a16:creationId xmlns:a16="http://schemas.microsoft.com/office/drawing/2014/main" id="{3A34FF9E-66D8-76DE-05AD-EDACDFF5EE25}"/>
                </a:ext>
              </a:extLst>
            </p:cNvPr>
            <p:cNvSpPr>
              <a:spLocks noGrp="1"/>
            </p:cNvSpPr>
            <p:nvPr/>
          </p:nvSpPr>
          <p:spPr>
            <a:xfrm>
              <a:off x="15536012" y="3483351"/>
              <a:ext cx="24806" cy="29747"/>
            </a:xfrm>
            <a:custGeom>
              <a:avLst/>
              <a:gdLst/>
              <a:ahLst/>
              <a:cxnLst/>
              <a:rect l="0" t="0" r="0" b="0"/>
              <a:pathLst>
                <a:path w="24806" h="29747">
                  <a:moveTo>
                    <a:pt x="24806" y="29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1" name="Output_receptor__5090">
              <a:extLst>
                <a:ext uri="{FF2B5EF4-FFF2-40B4-BE49-F238E27FC236}">
                  <a16:creationId xmlns:a16="http://schemas.microsoft.com/office/drawing/2014/main" id="{5CD0A98D-1921-F10B-1FB6-29F818FB9CB7}"/>
                </a:ext>
              </a:extLst>
            </p:cNvPr>
            <p:cNvSpPr>
              <a:spLocks noGrp="1"/>
            </p:cNvSpPr>
            <p:nvPr/>
          </p:nvSpPr>
          <p:spPr>
            <a:xfrm>
              <a:off x="16047989" y="3204448"/>
              <a:ext cx="19789" cy="66160"/>
            </a:xfrm>
            <a:custGeom>
              <a:avLst/>
              <a:gdLst/>
              <a:ahLst/>
              <a:cxnLst/>
              <a:rect l="0" t="0" r="0" b="0"/>
              <a:pathLst>
                <a:path w="19789" h="66160">
                  <a:moveTo>
                    <a:pt x="19789" y="661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2" name="Output_receptor__5091">
              <a:extLst>
                <a:ext uri="{FF2B5EF4-FFF2-40B4-BE49-F238E27FC236}">
                  <a16:creationId xmlns:a16="http://schemas.microsoft.com/office/drawing/2014/main" id="{8077F729-C7E4-C796-6562-B8353206942A}"/>
                </a:ext>
              </a:extLst>
            </p:cNvPr>
            <p:cNvSpPr>
              <a:spLocks noGrp="1"/>
            </p:cNvSpPr>
            <p:nvPr/>
          </p:nvSpPr>
          <p:spPr>
            <a:xfrm>
              <a:off x="15434845" y="2818371"/>
              <a:ext cx="70595" cy="10777"/>
            </a:xfrm>
            <a:custGeom>
              <a:avLst/>
              <a:gdLst/>
              <a:ahLst/>
              <a:cxnLst/>
              <a:rect l="0" t="0" r="0" b="0"/>
              <a:pathLst>
                <a:path w="70595" h="10777">
                  <a:moveTo>
                    <a:pt x="70595" y="0"/>
                  </a:moveTo>
                  <a:lnTo>
                    <a:pt x="0" y="1077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3" name="Output_receptor__5092">
              <a:extLst>
                <a:ext uri="{FF2B5EF4-FFF2-40B4-BE49-F238E27FC236}">
                  <a16:creationId xmlns:a16="http://schemas.microsoft.com/office/drawing/2014/main" id="{137C3773-E64F-2406-C829-D28AD243416A}"/>
                </a:ext>
              </a:extLst>
            </p:cNvPr>
            <p:cNvSpPr>
              <a:spLocks noGrp="1"/>
            </p:cNvSpPr>
            <p:nvPr/>
          </p:nvSpPr>
          <p:spPr>
            <a:xfrm>
              <a:off x="16058834" y="3023312"/>
              <a:ext cx="37526" cy="36007"/>
            </a:xfrm>
            <a:custGeom>
              <a:avLst/>
              <a:gdLst/>
              <a:ahLst/>
              <a:cxnLst/>
              <a:rect l="0" t="0" r="0" b="0"/>
              <a:pathLst>
                <a:path w="37526" h="36007">
                  <a:moveTo>
                    <a:pt x="37526" y="36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4" name="Output_receptor__5093">
              <a:extLst>
                <a:ext uri="{FF2B5EF4-FFF2-40B4-BE49-F238E27FC236}">
                  <a16:creationId xmlns:a16="http://schemas.microsoft.com/office/drawing/2014/main" id="{E92E659D-D429-27FD-7738-990598832A65}"/>
                </a:ext>
              </a:extLst>
            </p:cNvPr>
            <p:cNvSpPr>
              <a:spLocks noGrp="1"/>
            </p:cNvSpPr>
            <p:nvPr/>
          </p:nvSpPr>
          <p:spPr>
            <a:xfrm>
              <a:off x="15638562" y="2579692"/>
              <a:ext cx="71443" cy="634"/>
            </a:xfrm>
            <a:custGeom>
              <a:avLst/>
              <a:gdLst/>
              <a:ahLst/>
              <a:cxnLst/>
              <a:rect l="0" t="0" r="0" b="0"/>
              <a:pathLst>
                <a:path w="71443" h="634">
                  <a:moveTo>
                    <a:pt x="71443" y="0"/>
                  </a:moveTo>
                  <a:lnTo>
                    <a:pt x="0" y="63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5" name="Output_receptor__5094">
              <a:extLst>
                <a:ext uri="{FF2B5EF4-FFF2-40B4-BE49-F238E27FC236}">
                  <a16:creationId xmlns:a16="http://schemas.microsoft.com/office/drawing/2014/main" id="{E73ABD5F-645E-57F5-70A5-94E039ACD064}"/>
                </a:ext>
              </a:extLst>
            </p:cNvPr>
            <p:cNvSpPr>
              <a:spLocks noGrp="1"/>
            </p:cNvSpPr>
            <p:nvPr/>
          </p:nvSpPr>
          <p:spPr>
            <a:xfrm>
              <a:off x="15418354" y="2580531"/>
              <a:ext cx="41589" cy="40111"/>
            </a:xfrm>
            <a:custGeom>
              <a:avLst/>
              <a:gdLst/>
              <a:ahLst/>
              <a:cxnLst/>
              <a:rect l="0" t="0" r="0" b="0"/>
              <a:pathLst>
                <a:path w="41589" h="40111">
                  <a:moveTo>
                    <a:pt x="41589" y="0"/>
                  </a:moveTo>
                  <a:lnTo>
                    <a:pt x="0" y="40111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6" name="Output_receptor__5095">
              <a:extLst>
                <a:ext uri="{FF2B5EF4-FFF2-40B4-BE49-F238E27FC236}">
                  <a16:creationId xmlns:a16="http://schemas.microsoft.com/office/drawing/2014/main" id="{8DDFB452-B23D-2278-8475-D81E09F95CEF}"/>
                </a:ext>
              </a:extLst>
            </p:cNvPr>
            <p:cNvSpPr>
              <a:spLocks noGrp="1"/>
            </p:cNvSpPr>
            <p:nvPr/>
          </p:nvSpPr>
          <p:spPr>
            <a:xfrm>
              <a:off x="15824781" y="3047522"/>
              <a:ext cx="26647" cy="16712"/>
            </a:xfrm>
            <a:custGeom>
              <a:avLst/>
              <a:gdLst/>
              <a:ahLst/>
              <a:cxnLst/>
              <a:rect l="0" t="0" r="0" b="0"/>
              <a:pathLst>
                <a:path w="26647" h="16712">
                  <a:moveTo>
                    <a:pt x="26647" y="16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7" name="Output_receptor__5096">
              <a:extLst>
                <a:ext uri="{FF2B5EF4-FFF2-40B4-BE49-F238E27FC236}">
                  <a16:creationId xmlns:a16="http://schemas.microsoft.com/office/drawing/2014/main" id="{356BA64F-6613-8DEA-320A-B7892E35A015}"/>
                </a:ext>
              </a:extLst>
            </p:cNvPr>
            <p:cNvSpPr>
              <a:spLocks noGrp="1"/>
            </p:cNvSpPr>
            <p:nvPr/>
          </p:nvSpPr>
          <p:spPr>
            <a:xfrm>
              <a:off x="16197299" y="2955984"/>
              <a:ext cx="30245" cy="45227"/>
            </a:xfrm>
            <a:custGeom>
              <a:avLst/>
              <a:gdLst/>
              <a:ahLst/>
              <a:cxnLst/>
              <a:rect l="0" t="0" r="0" b="0"/>
              <a:pathLst>
                <a:path w="30245" h="45227">
                  <a:moveTo>
                    <a:pt x="0" y="0"/>
                  </a:moveTo>
                  <a:lnTo>
                    <a:pt x="30245" y="4522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8" name="Output_receptor__5097">
              <a:extLst>
                <a:ext uri="{FF2B5EF4-FFF2-40B4-BE49-F238E27FC236}">
                  <a16:creationId xmlns:a16="http://schemas.microsoft.com/office/drawing/2014/main" id="{BF98021D-E574-045C-EDFB-EF7A031F9D3A}"/>
                </a:ext>
              </a:extLst>
            </p:cNvPr>
            <p:cNvSpPr>
              <a:spLocks noGrp="1"/>
            </p:cNvSpPr>
            <p:nvPr/>
          </p:nvSpPr>
          <p:spPr>
            <a:xfrm>
              <a:off x="16164562" y="3454930"/>
              <a:ext cx="13513" cy="11053"/>
            </a:xfrm>
            <a:custGeom>
              <a:avLst/>
              <a:gdLst/>
              <a:ahLst/>
              <a:cxnLst/>
              <a:rect l="0" t="0" r="0" b="0"/>
              <a:pathLst>
                <a:path w="13513" h="11053">
                  <a:moveTo>
                    <a:pt x="0" y="11053"/>
                  </a:moveTo>
                  <a:lnTo>
                    <a:pt x="1351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9" name="Output_receptor__5098">
              <a:extLst>
                <a:ext uri="{FF2B5EF4-FFF2-40B4-BE49-F238E27FC236}">
                  <a16:creationId xmlns:a16="http://schemas.microsoft.com/office/drawing/2014/main" id="{8F94584C-3866-8EFF-4F43-52C49BD4814A}"/>
                </a:ext>
              </a:extLst>
            </p:cNvPr>
            <p:cNvSpPr>
              <a:spLocks noGrp="1"/>
            </p:cNvSpPr>
            <p:nvPr/>
          </p:nvSpPr>
          <p:spPr>
            <a:xfrm>
              <a:off x="15520979" y="2603209"/>
              <a:ext cx="44967" cy="50910"/>
            </a:xfrm>
            <a:custGeom>
              <a:avLst/>
              <a:gdLst/>
              <a:ahLst/>
              <a:cxnLst/>
              <a:rect l="0" t="0" r="0" b="0"/>
              <a:pathLst>
                <a:path w="44967" h="50910">
                  <a:moveTo>
                    <a:pt x="44967" y="50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0" name="Output_receptor__5099">
              <a:extLst>
                <a:ext uri="{FF2B5EF4-FFF2-40B4-BE49-F238E27FC236}">
                  <a16:creationId xmlns:a16="http://schemas.microsoft.com/office/drawing/2014/main" id="{357AD0C7-EA36-E4E9-BD93-BB0F15639499}"/>
                </a:ext>
              </a:extLst>
            </p:cNvPr>
            <p:cNvSpPr>
              <a:spLocks noGrp="1"/>
            </p:cNvSpPr>
            <p:nvPr/>
          </p:nvSpPr>
          <p:spPr>
            <a:xfrm>
              <a:off x="15771098" y="4006211"/>
              <a:ext cx="25233" cy="66634"/>
            </a:xfrm>
            <a:custGeom>
              <a:avLst/>
              <a:gdLst/>
              <a:ahLst/>
              <a:cxnLst/>
              <a:rect l="0" t="0" r="0" b="0"/>
              <a:pathLst>
                <a:path w="25233" h="66634">
                  <a:moveTo>
                    <a:pt x="25233" y="66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1" name="Output_receptor__5100">
              <a:extLst>
                <a:ext uri="{FF2B5EF4-FFF2-40B4-BE49-F238E27FC236}">
                  <a16:creationId xmlns:a16="http://schemas.microsoft.com/office/drawing/2014/main" id="{44D1DDD4-5403-1328-AAD0-514154AA5591}"/>
                </a:ext>
              </a:extLst>
            </p:cNvPr>
            <p:cNvSpPr>
              <a:spLocks noGrp="1"/>
            </p:cNvSpPr>
            <p:nvPr/>
          </p:nvSpPr>
          <p:spPr>
            <a:xfrm>
              <a:off x="15686795" y="3702874"/>
              <a:ext cx="24844" cy="62562"/>
            </a:xfrm>
            <a:custGeom>
              <a:avLst/>
              <a:gdLst/>
              <a:ahLst/>
              <a:cxnLst/>
              <a:rect l="0" t="0" r="0" b="0"/>
              <a:pathLst>
                <a:path w="24844" h="62562">
                  <a:moveTo>
                    <a:pt x="24844" y="62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2" name="Output_receptor__5101">
              <a:extLst>
                <a:ext uri="{FF2B5EF4-FFF2-40B4-BE49-F238E27FC236}">
                  <a16:creationId xmlns:a16="http://schemas.microsoft.com/office/drawing/2014/main" id="{B00F38DD-F4BE-6AE7-4E6A-B4E9474ADED3}"/>
                </a:ext>
              </a:extLst>
            </p:cNvPr>
            <p:cNvSpPr>
              <a:spLocks noGrp="1"/>
            </p:cNvSpPr>
            <p:nvPr/>
          </p:nvSpPr>
          <p:spPr>
            <a:xfrm>
              <a:off x="15705944" y="4557596"/>
              <a:ext cx="15334" cy="13971"/>
            </a:xfrm>
            <a:custGeom>
              <a:avLst/>
              <a:gdLst/>
              <a:ahLst/>
              <a:cxnLst/>
              <a:rect l="0" t="0" r="0" b="0"/>
              <a:pathLst>
                <a:path w="15334" h="13971">
                  <a:moveTo>
                    <a:pt x="15334" y="139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3" name="Output_receptor__5102">
              <a:extLst>
                <a:ext uri="{FF2B5EF4-FFF2-40B4-BE49-F238E27FC236}">
                  <a16:creationId xmlns:a16="http://schemas.microsoft.com/office/drawing/2014/main" id="{F9D24DB8-C096-7509-FAE6-AAA6A7C6910B}"/>
                </a:ext>
              </a:extLst>
            </p:cNvPr>
            <p:cNvSpPr>
              <a:spLocks noGrp="1"/>
            </p:cNvSpPr>
            <p:nvPr/>
          </p:nvSpPr>
          <p:spPr>
            <a:xfrm>
              <a:off x="15691945" y="2778191"/>
              <a:ext cx="62403" cy="31853"/>
            </a:xfrm>
            <a:custGeom>
              <a:avLst/>
              <a:gdLst/>
              <a:ahLst/>
              <a:cxnLst/>
              <a:rect l="0" t="0" r="0" b="0"/>
              <a:pathLst>
                <a:path w="62403" h="31853">
                  <a:moveTo>
                    <a:pt x="0" y="31853"/>
                  </a:moveTo>
                  <a:lnTo>
                    <a:pt x="6240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4" name="Output_receptor__5103">
              <a:extLst>
                <a:ext uri="{FF2B5EF4-FFF2-40B4-BE49-F238E27FC236}">
                  <a16:creationId xmlns:a16="http://schemas.microsoft.com/office/drawing/2014/main" id="{F1DA861D-C9A4-8B53-8536-F00BD2F57076}"/>
                </a:ext>
              </a:extLst>
            </p:cNvPr>
            <p:cNvSpPr>
              <a:spLocks noGrp="1"/>
            </p:cNvSpPr>
            <p:nvPr/>
          </p:nvSpPr>
          <p:spPr>
            <a:xfrm>
              <a:off x="16265501" y="3750828"/>
              <a:ext cx="31046" cy="23032"/>
            </a:xfrm>
            <a:custGeom>
              <a:avLst/>
              <a:gdLst/>
              <a:ahLst/>
              <a:cxnLst/>
              <a:rect l="0" t="0" r="0" b="0"/>
              <a:pathLst>
                <a:path w="31046" h="23032">
                  <a:moveTo>
                    <a:pt x="31046" y="0"/>
                  </a:moveTo>
                  <a:lnTo>
                    <a:pt x="0" y="2303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5" name="Output_receptor__5104">
              <a:extLst>
                <a:ext uri="{FF2B5EF4-FFF2-40B4-BE49-F238E27FC236}">
                  <a16:creationId xmlns:a16="http://schemas.microsoft.com/office/drawing/2014/main" id="{30203CC1-F9A7-0204-3307-F613D60E6505}"/>
                </a:ext>
              </a:extLst>
            </p:cNvPr>
            <p:cNvSpPr>
              <a:spLocks noGrp="1"/>
            </p:cNvSpPr>
            <p:nvPr/>
          </p:nvSpPr>
          <p:spPr>
            <a:xfrm>
              <a:off x="16083862" y="2420405"/>
              <a:ext cx="27137" cy="28447"/>
            </a:xfrm>
            <a:custGeom>
              <a:avLst/>
              <a:gdLst/>
              <a:ahLst/>
              <a:cxnLst/>
              <a:rect l="0" t="0" r="0" b="0"/>
              <a:pathLst>
                <a:path w="27137" h="28447">
                  <a:moveTo>
                    <a:pt x="27137" y="284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6" name="Output_receptor__5105">
              <a:extLst>
                <a:ext uri="{FF2B5EF4-FFF2-40B4-BE49-F238E27FC236}">
                  <a16:creationId xmlns:a16="http://schemas.microsoft.com/office/drawing/2014/main" id="{080D02ED-1C5F-E037-C806-7F0DC6A41A2D}"/>
                </a:ext>
              </a:extLst>
            </p:cNvPr>
            <p:cNvSpPr>
              <a:spLocks noGrp="1"/>
            </p:cNvSpPr>
            <p:nvPr/>
          </p:nvSpPr>
          <p:spPr>
            <a:xfrm>
              <a:off x="16473006" y="4199750"/>
              <a:ext cx="33035" cy="42842"/>
            </a:xfrm>
            <a:custGeom>
              <a:avLst/>
              <a:gdLst/>
              <a:ahLst/>
              <a:cxnLst/>
              <a:rect l="0" t="0" r="0" b="0"/>
              <a:pathLst>
                <a:path w="33035" h="42842">
                  <a:moveTo>
                    <a:pt x="33035" y="0"/>
                  </a:moveTo>
                  <a:lnTo>
                    <a:pt x="0" y="4284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7" name="Output_receptor__5106">
              <a:extLst>
                <a:ext uri="{FF2B5EF4-FFF2-40B4-BE49-F238E27FC236}">
                  <a16:creationId xmlns:a16="http://schemas.microsoft.com/office/drawing/2014/main" id="{71C6AA2A-BBFA-9F09-09AE-4FBD1244FF36}"/>
                </a:ext>
              </a:extLst>
            </p:cNvPr>
            <p:cNvSpPr>
              <a:spLocks noGrp="1"/>
            </p:cNvSpPr>
            <p:nvPr/>
          </p:nvSpPr>
          <p:spPr>
            <a:xfrm>
              <a:off x="15754348" y="2778191"/>
              <a:ext cx="45252" cy="52169"/>
            </a:xfrm>
            <a:custGeom>
              <a:avLst/>
              <a:gdLst/>
              <a:ahLst/>
              <a:cxnLst/>
              <a:rect l="0" t="0" r="0" b="0"/>
              <a:pathLst>
                <a:path w="45252" h="52169">
                  <a:moveTo>
                    <a:pt x="0" y="0"/>
                  </a:moveTo>
                  <a:lnTo>
                    <a:pt x="45252" y="52169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8" name="Output_receptor__5107">
              <a:extLst>
                <a:ext uri="{FF2B5EF4-FFF2-40B4-BE49-F238E27FC236}">
                  <a16:creationId xmlns:a16="http://schemas.microsoft.com/office/drawing/2014/main" id="{925BCC0D-D035-3258-E679-96D7F09D3B48}"/>
                </a:ext>
              </a:extLst>
            </p:cNvPr>
            <p:cNvSpPr>
              <a:spLocks noGrp="1"/>
            </p:cNvSpPr>
            <p:nvPr/>
          </p:nvSpPr>
          <p:spPr>
            <a:xfrm>
              <a:off x="15485656" y="4225056"/>
              <a:ext cx="51869" cy="49640"/>
            </a:xfrm>
            <a:custGeom>
              <a:avLst/>
              <a:gdLst/>
              <a:ahLst/>
              <a:cxnLst/>
              <a:rect l="0" t="0" r="0" b="0"/>
              <a:pathLst>
                <a:path w="51869" h="49640">
                  <a:moveTo>
                    <a:pt x="51869" y="496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9" name="Output_receptor__5108">
              <a:extLst>
                <a:ext uri="{FF2B5EF4-FFF2-40B4-BE49-F238E27FC236}">
                  <a16:creationId xmlns:a16="http://schemas.microsoft.com/office/drawing/2014/main" id="{4F5A40CC-A7F3-BB1D-6119-09D346C8A34D}"/>
                </a:ext>
              </a:extLst>
            </p:cNvPr>
            <p:cNvSpPr>
              <a:spLocks noGrp="1"/>
            </p:cNvSpPr>
            <p:nvPr/>
          </p:nvSpPr>
          <p:spPr>
            <a:xfrm>
              <a:off x="16249731" y="3571478"/>
              <a:ext cx="58349" cy="24630"/>
            </a:xfrm>
            <a:custGeom>
              <a:avLst/>
              <a:gdLst/>
              <a:ahLst/>
              <a:cxnLst/>
              <a:rect l="0" t="0" r="0" b="0"/>
              <a:pathLst>
                <a:path w="58349" h="24630">
                  <a:moveTo>
                    <a:pt x="0" y="24630"/>
                  </a:moveTo>
                  <a:lnTo>
                    <a:pt x="5834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0" name="Output_receptor__5109">
              <a:extLst>
                <a:ext uri="{FF2B5EF4-FFF2-40B4-BE49-F238E27FC236}">
                  <a16:creationId xmlns:a16="http://schemas.microsoft.com/office/drawing/2014/main" id="{5E00BE14-4262-0397-AEAF-9108BBD1D198}"/>
                </a:ext>
              </a:extLst>
            </p:cNvPr>
            <p:cNvSpPr>
              <a:spLocks noGrp="1"/>
            </p:cNvSpPr>
            <p:nvPr/>
          </p:nvSpPr>
          <p:spPr>
            <a:xfrm>
              <a:off x="16019194" y="2322269"/>
              <a:ext cx="54830" cy="20587"/>
            </a:xfrm>
            <a:custGeom>
              <a:avLst/>
              <a:gdLst/>
              <a:ahLst/>
              <a:cxnLst/>
              <a:rect l="0" t="0" r="0" b="0"/>
              <a:pathLst>
                <a:path w="54830" h="20587">
                  <a:moveTo>
                    <a:pt x="54830" y="205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1" name="Output_receptor__5110">
              <a:extLst>
                <a:ext uri="{FF2B5EF4-FFF2-40B4-BE49-F238E27FC236}">
                  <a16:creationId xmlns:a16="http://schemas.microsoft.com/office/drawing/2014/main" id="{01BD4B9D-E382-F7EE-FFDB-147F0247353A}"/>
                </a:ext>
              </a:extLst>
            </p:cNvPr>
            <p:cNvSpPr>
              <a:spLocks noGrp="1"/>
            </p:cNvSpPr>
            <p:nvPr/>
          </p:nvSpPr>
          <p:spPr>
            <a:xfrm>
              <a:off x="15459943" y="2580531"/>
              <a:ext cx="61036" cy="22678"/>
            </a:xfrm>
            <a:custGeom>
              <a:avLst/>
              <a:gdLst/>
              <a:ahLst/>
              <a:cxnLst/>
              <a:rect l="0" t="0" r="0" b="0"/>
              <a:pathLst>
                <a:path w="61036" h="22678">
                  <a:moveTo>
                    <a:pt x="61036" y="226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2" name="Output_receptor__5111">
              <a:extLst>
                <a:ext uri="{FF2B5EF4-FFF2-40B4-BE49-F238E27FC236}">
                  <a16:creationId xmlns:a16="http://schemas.microsoft.com/office/drawing/2014/main" id="{CF1EC3ED-9236-151D-C7ED-E6B9B96DF7EB}"/>
                </a:ext>
              </a:extLst>
            </p:cNvPr>
            <p:cNvSpPr>
              <a:spLocks noGrp="1"/>
            </p:cNvSpPr>
            <p:nvPr/>
          </p:nvSpPr>
          <p:spPr>
            <a:xfrm>
              <a:off x="16162205" y="3956327"/>
              <a:ext cx="43146" cy="51908"/>
            </a:xfrm>
            <a:custGeom>
              <a:avLst/>
              <a:gdLst/>
              <a:ahLst/>
              <a:cxnLst/>
              <a:rect l="0" t="0" r="0" b="0"/>
              <a:pathLst>
                <a:path w="43146" h="51908">
                  <a:moveTo>
                    <a:pt x="0" y="51908"/>
                  </a:moveTo>
                  <a:lnTo>
                    <a:pt x="4314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3" name="Output_receptor__5112">
              <a:extLst>
                <a:ext uri="{FF2B5EF4-FFF2-40B4-BE49-F238E27FC236}">
                  <a16:creationId xmlns:a16="http://schemas.microsoft.com/office/drawing/2014/main" id="{9F768C80-AA05-D82E-23DE-B15774B7C439}"/>
                </a:ext>
              </a:extLst>
            </p:cNvPr>
            <p:cNvSpPr>
              <a:spLocks noGrp="1"/>
            </p:cNvSpPr>
            <p:nvPr/>
          </p:nvSpPr>
          <p:spPr>
            <a:xfrm>
              <a:off x="15434845" y="2829147"/>
              <a:ext cx="9771" cy="71214"/>
            </a:xfrm>
            <a:custGeom>
              <a:avLst/>
              <a:gdLst/>
              <a:ahLst/>
              <a:cxnLst/>
              <a:rect l="0" t="0" r="0" b="0"/>
              <a:pathLst>
                <a:path w="9771" h="71214">
                  <a:moveTo>
                    <a:pt x="0" y="0"/>
                  </a:moveTo>
                  <a:lnTo>
                    <a:pt x="9771" y="7121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4" name="Output_receptor__5113">
              <a:extLst>
                <a:ext uri="{FF2B5EF4-FFF2-40B4-BE49-F238E27FC236}">
                  <a16:creationId xmlns:a16="http://schemas.microsoft.com/office/drawing/2014/main" id="{FB9D4D67-CE4E-37F1-EAA0-37811ABF3AE9}"/>
                </a:ext>
              </a:extLst>
            </p:cNvPr>
            <p:cNvSpPr>
              <a:spLocks noGrp="1"/>
            </p:cNvSpPr>
            <p:nvPr/>
          </p:nvSpPr>
          <p:spPr>
            <a:xfrm>
              <a:off x="16496885" y="4140769"/>
              <a:ext cx="9156" cy="58981"/>
            </a:xfrm>
            <a:custGeom>
              <a:avLst/>
              <a:gdLst/>
              <a:ahLst/>
              <a:cxnLst/>
              <a:rect l="0" t="0" r="0" b="0"/>
              <a:pathLst>
                <a:path w="9156" h="58981">
                  <a:moveTo>
                    <a:pt x="0" y="0"/>
                  </a:moveTo>
                  <a:lnTo>
                    <a:pt x="9156" y="5898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5" name="Output_receptor__5114">
              <a:extLst>
                <a:ext uri="{FF2B5EF4-FFF2-40B4-BE49-F238E27FC236}">
                  <a16:creationId xmlns:a16="http://schemas.microsoft.com/office/drawing/2014/main" id="{ECF02810-2D58-2FB6-80A3-17101FFDA512}"/>
                </a:ext>
              </a:extLst>
            </p:cNvPr>
            <p:cNvSpPr>
              <a:spLocks noGrp="1"/>
            </p:cNvSpPr>
            <p:nvPr/>
          </p:nvSpPr>
          <p:spPr>
            <a:xfrm>
              <a:off x="15543906" y="3237281"/>
              <a:ext cx="15547" cy="68095"/>
            </a:xfrm>
            <a:custGeom>
              <a:avLst/>
              <a:gdLst/>
              <a:ahLst/>
              <a:cxnLst/>
              <a:rect l="0" t="0" r="0" b="0"/>
              <a:pathLst>
                <a:path w="15547" h="68095">
                  <a:moveTo>
                    <a:pt x="0" y="0"/>
                  </a:moveTo>
                  <a:lnTo>
                    <a:pt x="15547" y="68095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6" name="Output_receptor__5115">
              <a:extLst>
                <a:ext uri="{FF2B5EF4-FFF2-40B4-BE49-F238E27FC236}">
                  <a16:creationId xmlns:a16="http://schemas.microsoft.com/office/drawing/2014/main" id="{9AFA2A8F-494F-5162-3F27-C02E50DF265B}"/>
                </a:ext>
              </a:extLst>
            </p:cNvPr>
            <p:cNvSpPr>
              <a:spLocks noGrp="1"/>
            </p:cNvSpPr>
            <p:nvPr/>
          </p:nvSpPr>
          <p:spPr>
            <a:xfrm>
              <a:off x="15721749" y="3015511"/>
              <a:ext cx="37580" cy="57883"/>
            </a:xfrm>
            <a:custGeom>
              <a:avLst/>
              <a:gdLst/>
              <a:ahLst/>
              <a:cxnLst/>
              <a:rect l="0" t="0" r="0" b="0"/>
              <a:pathLst>
                <a:path w="37580" h="57883">
                  <a:moveTo>
                    <a:pt x="37580" y="578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7" name="Output_receptor__5116">
              <a:extLst>
                <a:ext uri="{FF2B5EF4-FFF2-40B4-BE49-F238E27FC236}">
                  <a16:creationId xmlns:a16="http://schemas.microsoft.com/office/drawing/2014/main" id="{C28AB0FA-8C99-F5D0-5958-85877D8241C8}"/>
                </a:ext>
              </a:extLst>
            </p:cNvPr>
            <p:cNvSpPr>
              <a:spLocks noGrp="1"/>
            </p:cNvSpPr>
            <p:nvPr/>
          </p:nvSpPr>
          <p:spPr>
            <a:xfrm>
              <a:off x="16201337" y="3694281"/>
              <a:ext cx="27126" cy="13841"/>
            </a:xfrm>
            <a:custGeom>
              <a:avLst/>
              <a:gdLst/>
              <a:ahLst/>
              <a:cxnLst/>
              <a:rect l="0" t="0" r="0" b="0"/>
              <a:pathLst>
                <a:path w="27126" h="13841">
                  <a:moveTo>
                    <a:pt x="0" y="13841"/>
                  </a:moveTo>
                  <a:lnTo>
                    <a:pt x="2712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8" name="Output_receptor__5117">
              <a:extLst>
                <a:ext uri="{FF2B5EF4-FFF2-40B4-BE49-F238E27FC236}">
                  <a16:creationId xmlns:a16="http://schemas.microsoft.com/office/drawing/2014/main" id="{5DD1FC85-7F82-2502-C076-B87C829CDCD7}"/>
                </a:ext>
              </a:extLst>
            </p:cNvPr>
            <p:cNvSpPr>
              <a:spLocks noGrp="1"/>
            </p:cNvSpPr>
            <p:nvPr/>
          </p:nvSpPr>
          <p:spPr>
            <a:xfrm>
              <a:off x="15502145" y="4110621"/>
              <a:ext cx="59425" cy="39468"/>
            </a:xfrm>
            <a:custGeom>
              <a:avLst/>
              <a:gdLst/>
              <a:ahLst/>
              <a:cxnLst/>
              <a:rect l="0" t="0" r="0" b="0"/>
              <a:pathLst>
                <a:path w="59425" h="39468">
                  <a:moveTo>
                    <a:pt x="0" y="0"/>
                  </a:moveTo>
                  <a:lnTo>
                    <a:pt x="59425" y="3946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9" name="Output_receptor__5118">
              <a:extLst>
                <a:ext uri="{FF2B5EF4-FFF2-40B4-BE49-F238E27FC236}">
                  <a16:creationId xmlns:a16="http://schemas.microsoft.com/office/drawing/2014/main" id="{FF6B22C8-F73B-37A7-1D78-7F4B06AE1DC5}"/>
                </a:ext>
              </a:extLst>
            </p:cNvPr>
            <p:cNvSpPr>
              <a:spLocks noGrp="1"/>
            </p:cNvSpPr>
            <p:nvPr/>
          </p:nvSpPr>
          <p:spPr>
            <a:xfrm>
              <a:off x="15985123" y="3385510"/>
              <a:ext cx="15266" cy="44811"/>
            </a:xfrm>
            <a:custGeom>
              <a:avLst/>
              <a:gdLst/>
              <a:ahLst/>
              <a:cxnLst/>
              <a:rect l="0" t="0" r="0" b="0"/>
              <a:pathLst>
                <a:path w="15266" h="44811">
                  <a:moveTo>
                    <a:pt x="15266" y="448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0" name="Output_receptor__5119">
              <a:extLst>
                <a:ext uri="{FF2B5EF4-FFF2-40B4-BE49-F238E27FC236}">
                  <a16:creationId xmlns:a16="http://schemas.microsoft.com/office/drawing/2014/main" id="{D18B5AFA-ADA7-C8D1-253E-95E19BD3876C}"/>
                </a:ext>
              </a:extLst>
            </p:cNvPr>
            <p:cNvSpPr>
              <a:spLocks noGrp="1"/>
            </p:cNvSpPr>
            <p:nvPr/>
          </p:nvSpPr>
          <p:spPr>
            <a:xfrm>
              <a:off x="15698325" y="3428225"/>
              <a:ext cx="54240" cy="43312"/>
            </a:xfrm>
            <a:custGeom>
              <a:avLst/>
              <a:gdLst/>
              <a:ahLst/>
              <a:cxnLst/>
              <a:rect l="0" t="0" r="0" b="0"/>
              <a:pathLst>
                <a:path w="54240" h="43312">
                  <a:moveTo>
                    <a:pt x="54240" y="433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1" name="Output_receptor__5120">
              <a:extLst>
                <a:ext uri="{FF2B5EF4-FFF2-40B4-BE49-F238E27FC236}">
                  <a16:creationId xmlns:a16="http://schemas.microsoft.com/office/drawing/2014/main" id="{7FDC4CDF-D636-A99A-2C22-26C467A8279A}"/>
                </a:ext>
              </a:extLst>
            </p:cNvPr>
            <p:cNvSpPr>
              <a:spLocks noGrp="1"/>
            </p:cNvSpPr>
            <p:nvPr/>
          </p:nvSpPr>
          <p:spPr>
            <a:xfrm>
              <a:off x="16414222" y="4160560"/>
              <a:ext cx="14133" cy="8412"/>
            </a:xfrm>
            <a:custGeom>
              <a:avLst/>
              <a:gdLst/>
              <a:ahLst/>
              <a:cxnLst/>
              <a:rect l="0" t="0" r="0" b="0"/>
              <a:pathLst>
                <a:path w="14133" h="8412">
                  <a:moveTo>
                    <a:pt x="0" y="8412"/>
                  </a:moveTo>
                  <a:lnTo>
                    <a:pt x="141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2" name="Output_receptor__5121">
              <a:extLst>
                <a:ext uri="{FF2B5EF4-FFF2-40B4-BE49-F238E27FC236}">
                  <a16:creationId xmlns:a16="http://schemas.microsoft.com/office/drawing/2014/main" id="{263942A5-30F1-818C-FF09-A9E3799EA884}"/>
                </a:ext>
              </a:extLst>
            </p:cNvPr>
            <p:cNvSpPr>
              <a:spLocks noGrp="1"/>
            </p:cNvSpPr>
            <p:nvPr/>
          </p:nvSpPr>
          <p:spPr>
            <a:xfrm>
              <a:off x="16478098" y="3930819"/>
              <a:ext cx="25590" cy="6560"/>
            </a:xfrm>
            <a:custGeom>
              <a:avLst/>
              <a:gdLst/>
              <a:ahLst/>
              <a:cxnLst/>
              <a:rect l="0" t="0" r="0" b="0"/>
              <a:pathLst>
                <a:path w="25590" h="6560">
                  <a:moveTo>
                    <a:pt x="0" y="6560"/>
                  </a:moveTo>
                  <a:lnTo>
                    <a:pt x="2559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3" name="Output_receptor__5122">
              <a:extLst>
                <a:ext uri="{FF2B5EF4-FFF2-40B4-BE49-F238E27FC236}">
                  <a16:creationId xmlns:a16="http://schemas.microsoft.com/office/drawing/2014/main" id="{6F878205-C4A3-EB6E-0D16-40E03EA58D30}"/>
                </a:ext>
              </a:extLst>
            </p:cNvPr>
            <p:cNvSpPr>
              <a:spLocks noGrp="1"/>
            </p:cNvSpPr>
            <p:nvPr/>
          </p:nvSpPr>
          <p:spPr>
            <a:xfrm>
              <a:off x="15970308" y="2321679"/>
              <a:ext cx="48885" cy="590"/>
            </a:xfrm>
            <a:custGeom>
              <a:avLst/>
              <a:gdLst/>
              <a:ahLst/>
              <a:cxnLst/>
              <a:rect l="0" t="0" r="0" b="0"/>
              <a:pathLst>
                <a:path w="48885" h="590">
                  <a:moveTo>
                    <a:pt x="48885" y="5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4" name="Output_receptor__5123">
              <a:extLst>
                <a:ext uri="{FF2B5EF4-FFF2-40B4-BE49-F238E27FC236}">
                  <a16:creationId xmlns:a16="http://schemas.microsoft.com/office/drawing/2014/main" id="{E4D9DF3A-8FE9-0CCA-AD4B-EF1E6820161D}"/>
                </a:ext>
              </a:extLst>
            </p:cNvPr>
            <p:cNvSpPr>
              <a:spLocks noGrp="1"/>
            </p:cNvSpPr>
            <p:nvPr/>
          </p:nvSpPr>
          <p:spPr>
            <a:xfrm>
              <a:off x="16692323" y="4073352"/>
              <a:ext cx="48281" cy="53612"/>
            </a:xfrm>
            <a:custGeom>
              <a:avLst/>
              <a:gdLst/>
              <a:ahLst/>
              <a:cxnLst/>
              <a:rect l="0" t="0" r="0" b="0"/>
              <a:pathLst>
                <a:path w="48281" h="53612">
                  <a:moveTo>
                    <a:pt x="0" y="53612"/>
                  </a:moveTo>
                  <a:lnTo>
                    <a:pt x="48281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5" name="Output_receptor__5124">
              <a:extLst>
                <a:ext uri="{FF2B5EF4-FFF2-40B4-BE49-F238E27FC236}">
                  <a16:creationId xmlns:a16="http://schemas.microsoft.com/office/drawing/2014/main" id="{186B49C0-B782-D7B9-2219-3BFD69DC50F9}"/>
                </a:ext>
              </a:extLst>
            </p:cNvPr>
            <p:cNvSpPr>
              <a:spLocks noGrp="1"/>
            </p:cNvSpPr>
            <p:nvPr/>
          </p:nvSpPr>
          <p:spPr>
            <a:xfrm>
              <a:off x="15523713" y="4274696"/>
              <a:ext cx="13811" cy="67934"/>
            </a:xfrm>
            <a:custGeom>
              <a:avLst/>
              <a:gdLst/>
              <a:ahLst/>
              <a:cxnLst/>
              <a:rect l="0" t="0" r="0" b="0"/>
              <a:pathLst>
                <a:path w="13811" h="67934">
                  <a:moveTo>
                    <a:pt x="0" y="67934"/>
                  </a:moveTo>
                  <a:lnTo>
                    <a:pt x="13811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26" name="Output_receptor__5125">
              <a:extLst>
                <a:ext uri="{FF2B5EF4-FFF2-40B4-BE49-F238E27FC236}">
                  <a16:creationId xmlns:a16="http://schemas.microsoft.com/office/drawing/2014/main" id="{8A19F2A1-2787-5484-ECBC-E0102126E6F2}"/>
                </a:ext>
              </a:extLst>
            </p:cNvPr>
            <p:cNvSpPr>
              <a:spLocks noGrp="1"/>
            </p:cNvSpPr>
            <p:nvPr/>
          </p:nvSpPr>
          <p:spPr>
            <a:xfrm>
              <a:off x="15823170" y="3560892"/>
              <a:ext cx="58248" cy="40069"/>
            </a:xfrm>
            <a:custGeom>
              <a:avLst/>
              <a:gdLst/>
              <a:ahLst/>
              <a:cxnLst/>
              <a:rect l="0" t="0" r="0" b="0"/>
              <a:pathLst>
                <a:path w="58248" h="40069">
                  <a:moveTo>
                    <a:pt x="0" y="0"/>
                  </a:moveTo>
                  <a:lnTo>
                    <a:pt x="58248" y="4006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7" name="Output_receptor__5126">
              <a:extLst>
                <a:ext uri="{FF2B5EF4-FFF2-40B4-BE49-F238E27FC236}">
                  <a16:creationId xmlns:a16="http://schemas.microsoft.com/office/drawing/2014/main" id="{A2B2DC9D-49F0-E66C-6AF5-199731C10667}"/>
                </a:ext>
              </a:extLst>
            </p:cNvPr>
            <p:cNvSpPr>
              <a:spLocks noGrp="1"/>
            </p:cNvSpPr>
            <p:nvPr/>
          </p:nvSpPr>
          <p:spPr>
            <a:xfrm>
              <a:off x="15703458" y="4028863"/>
              <a:ext cx="95" cy="40698"/>
            </a:xfrm>
            <a:custGeom>
              <a:avLst/>
              <a:gdLst/>
              <a:ahLst/>
              <a:cxnLst/>
              <a:rect l="0" t="0" r="0" b="0"/>
              <a:pathLst>
                <a:path w="95" h="40698">
                  <a:moveTo>
                    <a:pt x="0" y="0"/>
                  </a:moveTo>
                  <a:lnTo>
                    <a:pt x="58" y="4069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8" name="Output_receptor__5127">
              <a:extLst>
                <a:ext uri="{FF2B5EF4-FFF2-40B4-BE49-F238E27FC236}">
                  <a16:creationId xmlns:a16="http://schemas.microsoft.com/office/drawing/2014/main" id="{93B1B18F-9C59-D61A-65B6-5C5527B0092A}"/>
                </a:ext>
              </a:extLst>
            </p:cNvPr>
            <p:cNvSpPr>
              <a:spLocks noGrp="1"/>
            </p:cNvSpPr>
            <p:nvPr/>
          </p:nvSpPr>
          <p:spPr>
            <a:xfrm>
              <a:off x="16394358" y="3095371"/>
              <a:ext cx="19535" cy="9634"/>
            </a:xfrm>
            <a:custGeom>
              <a:avLst/>
              <a:gdLst/>
              <a:ahLst/>
              <a:cxnLst/>
              <a:rect l="0" t="0" r="0" b="0"/>
              <a:pathLst>
                <a:path w="19535" h="9634">
                  <a:moveTo>
                    <a:pt x="19535" y="96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29" name="Output_receptor__5128">
              <a:extLst>
                <a:ext uri="{FF2B5EF4-FFF2-40B4-BE49-F238E27FC236}">
                  <a16:creationId xmlns:a16="http://schemas.microsoft.com/office/drawing/2014/main" id="{B07D9945-F934-9FE5-8BE6-A5E0A13DDA85}"/>
                </a:ext>
              </a:extLst>
            </p:cNvPr>
            <p:cNvSpPr>
              <a:spLocks noGrp="1"/>
            </p:cNvSpPr>
            <p:nvPr/>
          </p:nvSpPr>
          <p:spPr>
            <a:xfrm>
              <a:off x="16080613" y="2687332"/>
              <a:ext cx="41364" cy="57484"/>
            </a:xfrm>
            <a:custGeom>
              <a:avLst/>
              <a:gdLst/>
              <a:ahLst/>
              <a:cxnLst/>
              <a:rect l="0" t="0" r="0" b="0"/>
              <a:pathLst>
                <a:path w="41364" h="57484">
                  <a:moveTo>
                    <a:pt x="41364" y="0"/>
                  </a:moveTo>
                  <a:lnTo>
                    <a:pt x="0" y="5748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0" name="Output_receptor__5129">
              <a:extLst>
                <a:ext uri="{FF2B5EF4-FFF2-40B4-BE49-F238E27FC236}">
                  <a16:creationId xmlns:a16="http://schemas.microsoft.com/office/drawing/2014/main" id="{1571AE43-4B98-C6FB-21BF-D85835E24072}"/>
                </a:ext>
              </a:extLst>
            </p:cNvPr>
            <p:cNvSpPr>
              <a:spLocks noGrp="1"/>
            </p:cNvSpPr>
            <p:nvPr/>
          </p:nvSpPr>
          <p:spPr>
            <a:xfrm>
              <a:off x="16296397" y="3686897"/>
              <a:ext cx="150" cy="63931"/>
            </a:xfrm>
            <a:custGeom>
              <a:avLst/>
              <a:gdLst/>
              <a:ahLst/>
              <a:cxnLst/>
              <a:rect l="0" t="0" r="0" b="0"/>
              <a:pathLst>
                <a:path w="150" h="63931">
                  <a:moveTo>
                    <a:pt x="0" y="0"/>
                  </a:moveTo>
                  <a:lnTo>
                    <a:pt x="150" y="6393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1" name="Output_receptor__5130">
              <a:extLst>
                <a:ext uri="{FF2B5EF4-FFF2-40B4-BE49-F238E27FC236}">
                  <a16:creationId xmlns:a16="http://schemas.microsoft.com/office/drawing/2014/main" id="{B77C1E48-BED8-79DF-3DC6-1083AFDF9A7B}"/>
                </a:ext>
              </a:extLst>
            </p:cNvPr>
            <p:cNvSpPr>
              <a:spLocks noGrp="1"/>
            </p:cNvSpPr>
            <p:nvPr/>
          </p:nvSpPr>
          <p:spPr>
            <a:xfrm>
              <a:off x="16153447" y="2822705"/>
              <a:ext cx="61514" cy="26095"/>
            </a:xfrm>
            <a:custGeom>
              <a:avLst/>
              <a:gdLst/>
              <a:ahLst/>
              <a:cxnLst/>
              <a:rect l="0" t="0" r="0" b="0"/>
              <a:pathLst>
                <a:path w="61514" h="26095">
                  <a:moveTo>
                    <a:pt x="0" y="26095"/>
                  </a:moveTo>
                  <a:lnTo>
                    <a:pt x="6151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2" name="Output_receptor__5131">
              <a:extLst>
                <a:ext uri="{FF2B5EF4-FFF2-40B4-BE49-F238E27FC236}">
                  <a16:creationId xmlns:a16="http://schemas.microsoft.com/office/drawing/2014/main" id="{E04B6DFC-A5F1-5EAF-8BBC-31944D878EF2}"/>
                </a:ext>
              </a:extLst>
            </p:cNvPr>
            <p:cNvSpPr>
              <a:spLocks noGrp="1"/>
            </p:cNvSpPr>
            <p:nvPr/>
          </p:nvSpPr>
          <p:spPr>
            <a:xfrm>
              <a:off x="15522352" y="3568449"/>
              <a:ext cx="13895" cy="30303"/>
            </a:xfrm>
            <a:custGeom>
              <a:avLst/>
              <a:gdLst/>
              <a:ahLst/>
              <a:cxnLst/>
              <a:rect l="0" t="0" r="0" b="0"/>
              <a:pathLst>
                <a:path w="13895" h="30303">
                  <a:moveTo>
                    <a:pt x="13895" y="303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3" name="Output_receptor__5132">
              <a:extLst>
                <a:ext uri="{FF2B5EF4-FFF2-40B4-BE49-F238E27FC236}">
                  <a16:creationId xmlns:a16="http://schemas.microsoft.com/office/drawing/2014/main" id="{B57A52E9-6437-6007-68D7-5DC6214CE5EA}"/>
                </a:ext>
              </a:extLst>
            </p:cNvPr>
            <p:cNvSpPr>
              <a:spLocks noGrp="1"/>
            </p:cNvSpPr>
            <p:nvPr/>
          </p:nvSpPr>
          <p:spPr>
            <a:xfrm>
              <a:off x="16116778" y="3915743"/>
              <a:ext cx="12963" cy="9277"/>
            </a:xfrm>
            <a:custGeom>
              <a:avLst/>
              <a:gdLst/>
              <a:ahLst/>
              <a:cxnLst/>
              <a:rect l="0" t="0" r="0" b="0"/>
              <a:pathLst>
                <a:path w="12963" h="9277">
                  <a:moveTo>
                    <a:pt x="0" y="9277"/>
                  </a:moveTo>
                  <a:lnTo>
                    <a:pt x="129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4" name="Output_receptor__5133">
              <a:extLst>
                <a:ext uri="{FF2B5EF4-FFF2-40B4-BE49-F238E27FC236}">
                  <a16:creationId xmlns:a16="http://schemas.microsoft.com/office/drawing/2014/main" id="{5663796D-86A2-E7F2-F51A-D2A15DE505CF}"/>
                </a:ext>
              </a:extLst>
            </p:cNvPr>
            <p:cNvSpPr>
              <a:spLocks noGrp="1"/>
            </p:cNvSpPr>
            <p:nvPr/>
          </p:nvSpPr>
          <p:spPr>
            <a:xfrm>
              <a:off x="16145441" y="3641972"/>
              <a:ext cx="21727" cy="3471"/>
            </a:xfrm>
            <a:custGeom>
              <a:avLst/>
              <a:gdLst/>
              <a:ahLst/>
              <a:cxnLst/>
              <a:rect l="0" t="0" r="0" b="0"/>
              <a:pathLst>
                <a:path w="21727" h="3471">
                  <a:moveTo>
                    <a:pt x="0" y="0"/>
                  </a:moveTo>
                  <a:lnTo>
                    <a:pt x="21727" y="347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5" name="Output_receptor__5134">
              <a:extLst>
                <a:ext uri="{FF2B5EF4-FFF2-40B4-BE49-F238E27FC236}">
                  <a16:creationId xmlns:a16="http://schemas.microsoft.com/office/drawing/2014/main" id="{04CD5C82-F30C-2001-EE7B-22E9EB944DB8}"/>
                </a:ext>
              </a:extLst>
            </p:cNvPr>
            <p:cNvSpPr>
              <a:spLocks noGrp="1"/>
            </p:cNvSpPr>
            <p:nvPr/>
          </p:nvSpPr>
          <p:spPr>
            <a:xfrm>
              <a:off x="16275996" y="2650559"/>
              <a:ext cx="59619" cy="2571"/>
            </a:xfrm>
            <a:custGeom>
              <a:avLst/>
              <a:gdLst/>
              <a:ahLst/>
              <a:cxnLst/>
              <a:rect l="0" t="0" r="0" b="0"/>
              <a:pathLst>
                <a:path w="59619" h="2571">
                  <a:moveTo>
                    <a:pt x="59619" y="2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6" name="Output_receptor__5135">
              <a:extLst>
                <a:ext uri="{FF2B5EF4-FFF2-40B4-BE49-F238E27FC236}">
                  <a16:creationId xmlns:a16="http://schemas.microsoft.com/office/drawing/2014/main" id="{2C916108-8B8E-5105-4748-0016202E5DA8}"/>
                </a:ext>
              </a:extLst>
            </p:cNvPr>
            <p:cNvSpPr>
              <a:spLocks noGrp="1"/>
            </p:cNvSpPr>
            <p:nvPr/>
          </p:nvSpPr>
          <p:spPr>
            <a:xfrm>
              <a:off x="15395914" y="4258323"/>
              <a:ext cx="53604" cy="44498"/>
            </a:xfrm>
            <a:custGeom>
              <a:avLst/>
              <a:gdLst/>
              <a:ahLst/>
              <a:cxnLst/>
              <a:rect l="0" t="0" r="0" b="0"/>
              <a:pathLst>
                <a:path w="53604" h="44498">
                  <a:moveTo>
                    <a:pt x="0" y="0"/>
                  </a:moveTo>
                  <a:lnTo>
                    <a:pt x="53604" y="4449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7" name="Output_receptor__5136">
              <a:extLst>
                <a:ext uri="{FF2B5EF4-FFF2-40B4-BE49-F238E27FC236}">
                  <a16:creationId xmlns:a16="http://schemas.microsoft.com/office/drawing/2014/main" id="{B451544E-39C0-EB7D-B785-0DC9CFB388F5}"/>
                </a:ext>
              </a:extLst>
            </p:cNvPr>
            <p:cNvSpPr>
              <a:spLocks noGrp="1"/>
            </p:cNvSpPr>
            <p:nvPr/>
          </p:nvSpPr>
          <p:spPr>
            <a:xfrm>
              <a:off x="15446930" y="2677810"/>
              <a:ext cx="14897" cy="5282"/>
            </a:xfrm>
            <a:custGeom>
              <a:avLst/>
              <a:gdLst/>
              <a:ahLst/>
              <a:cxnLst/>
              <a:rect l="0" t="0" r="0" b="0"/>
              <a:pathLst>
                <a:path w="14897" h="5282">
                  <a:moveTo>
                    <a:pt x="14897" y="0"/>
                  </a:moveTo>
                  <a:lnTo>
                    <a:pt x="0" y="5282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8" name="Output_receptor__5137">
              <a:extLst>
                <a:ext uri="{FF2B5EF4-FFF2-40B4-BE49-F238E27FC236}">
                  <a16:creationId xmlns:a16="http://schemas.microsoft.com/office/drawing/2014/main" id="{161710DF-48E1-FD22-73E9-4F9D8B0E82E2}"/>
                </a:ext>
              </a:extLst>
            </p:cNvPr>
            <p:cNvSpPr>
              <a:spLocks noGrp="1"/>
            </p:cNvSpPr>
            <p:nvPr/>
          </p:nvSpPr>
          <p:spPr>
            <a:xfrm>
              <a:off x="15979726" y="3430321"/>
              <a:ext cx="20663" cy="63647"/>
            </a:xfrm>
            <a:custGeom>
              <a:avLst/>
              <a:gdLst/>
              <a:ahLst/>
              <a:cxnLst/>
              <a:rect l="0" t="0" r="0" b="0"/>
              <a:pathLst>
                <a:path w="20663" h="63647">
                  <a:moveTo>
                    <a:pt x="0" y="63647"/>
                  </a:moveTo>
                  <a:lnTo>
                    <a:pt x="206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9" name="Output_receptor__5138">
              <a:extLst>
                <a:ext uri="{FF2B5EF4-FFF2-40B4-BE49-F238E27FC236}">
                  <a16:creationId xmlns:a16="http://schemas.microsoft.com/office/drawing/2014/main" id="{9C3C5D8C-157B-8CBD-906A-B397C76B5E76}"/>
                </a:ext>
              </a:extLst>
            </p:cNvPr>
            <p:cNvSpPr>
              <a:spLocks noGrp="1"/>
            </p:cNvSpPr>
            <p:nvPr/>
          </p:nvSpPr>
          <p:spPr>
            <a:xfrm>
              <a:off x="16013535" y="2393872"/>
              <a:ext cx="18733" cy="22258"/>
            </a:xfrm>
            <a:custGeom>
              <a:avLst/>
              <a:gdLst/>
              <a:ahLst/>
              <a:cxnLst/>
              <a:rect l="0" t="0" r="0" b="0"/>
              <a:pathLst>
                <a:path w="18733" h="22258">
                  <a:moveTo>
                    <a:pt x="0" y="22258"/>
                  </a:moveTo>
                  <a:lnTo>
                    <a:pt x="187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0" name="Output_receptor__5139">
              <a:extLst>
                <a:ext uri="{FF2B5EF4-FFF2-40B4-BE49-F238E27FC236}">
                  <a16:creationId xmlns:a16="http://schemas.microsoft.com/office/drawing/2014/main" id="{C43EF7AE-F0F4-1766-18B3-359B55C13F8C}"/>
                </a:ext>
              </a:extLst>
            </p:cNvPr>
            <p:cNvSpPr>
              <a:spLocks noGrp="1"/>
            </p:cNvSpPr>
            <p:nvPr/>
          </p:nvSpPr>
          <p:spPr>
            <a:xfrm>
              <a:off x="15436905" y="4302820"/>
              <a:ext cx="12613" cy="69464"/>
            </a:xfrm>
            <a:custGeom>
              <a:avLst/>
              <a:gdLst/>
              <a:ahLst/>
              <a:cxnLst/>
              <a:rect l="0" t="0" r="0" b="0"/>
              <a:pathLst>
                <a:path w="12613" h="69464">
                  <a:moveTo>
                    <a:pt x="12613" y="0"/>
                  </a:moveTo>
                  <a:lnTo>
                    <a:pt x="0" y="6946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1" name="Output_receptor__5140">
              <a:extLst>
                <a:ext uri="{FF2B5EF4-FFF2-40B4-BE49-F238E27FC236}">
                  <a16:creationId xmlns:a16="http://schemas.microsoft.com/office/drawing/2014/main" id="{46E91590-66D4-A685-E540-63933622C357}"/>
                </a:ext>
              </a:extLst>
            </p:cNvPr>
            <p:cNvSpPr>
              <a:spLocks noGrp="1"/>
            </p:cNvSpPr>
            <p:nvPr/>
          </p:nvSpPr>
          <p:spPr>
            <a:xfrm>
              <a:off x="15710006" y="2561115"/>
              <a:ext cx="35740" cy="18577"/>
            </a:xfrm>
            <a:custGeom>
              <a:avLst/>
              <a:gdLst/>
              <a:ahLst/>
              <a:cxnLst/>
              <a:rect l="0" t="0" r="0" b="0"/>
              <a:pathLst>
                <a:path w="35740" h="18577">
                  <a:moveTo>
                    <a:pt x="35740" y="0"/>
                  </a:moveTo>
                  <a:lnTo>
                    <a:pt x="0" y="1857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2" name="Output_receptor__5141">
              <a:extLst>
                <a:ext uri="{FF2B5EF4-FFF2-40B4-BE49-F238E27FC236}">
                  <a16:creationId xmlns:a16="http://schemas.microsoft.com/office/drawing/2014/main" id="{75836375-97E1-86D0-C6C3-750F4F3F9DD5}"/>
                </a:ext>
              </a:extLst>
            </p:cNvPr>
            <p:cNvSpPr>
              <a:spLocks noGrp="1"/>
            </p:cNvSpPr>
            <p:nvPr/>
          </p:nvSpPr>
          <p:spPr>
            <a:xfrm>
              <a:off x="16271624" y="3298275"/>
              <a:ext cx="45073" cy="4747"/>
            </a:xfrm>
            <a:custGeom>
              <a:avLst/>
              <a:gdLst/>
              <a:ahLst/>
              <a:cxnLst/>
              <a:rect l="0" t="0" r="0" b="0"/>
              <a:pathLst>
                <a:path w="45073" h="4747">
                  <a:moveTo>
                    <a:pt x="45073" y="0"/>
                  </a:moveTo>
                  <a:lnTo>
                    <a:pt x="0" y="474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3" name="Output_receptor__5142">
              <a:extLst>
                <a:ext uri="{FF2B5EF4-FFF2-40B4-BE49-F238E27FC236}">
                  <a16:creationId xmlns:a16="http://schemas.microsoft.com/office/drawing/2014/main" id="{1AE6F405-E813-3EAE-97F5-05E008E8F952}"/>
                </a:ext>
              </a:extLst>
            </p:cNvPr>
            <p:cNvSpPr>
              <a:spLocks noGrp="1"/>
            </p:cNvSpPr>
            <p:nvPr/>
          </p:nvSpPr>
          <p:spPr>
            <a:xfrm>
              <a:off x="15759329" y="3047522"/>
              <a:ext cx="65452" cy="25872"/>
            </a:xfrm>
            <a:custGeom>
              <a:avLst/>
              <a:gdLst/>
              <a:ahLst/>
              <a:cxnLst/>
              <a:rect l="0" t="0" r="0" b="0"/>
              <a:pathLst>
                <a:path w="65452" h="25872">
                  <a:moveTo>
                    <a:pt x="65452" y="0"/>
                  </a:moveTo>
                  <a:lnTo>
                    <a:pt x="0" y="2587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4" name="Output_receptor__5143">
              <a:extLst>
                <a:ext uri="{FF2B5EF4-FFF2-40B4-BE49-F238E27FC236}">
                  <a16:creationId xmlns:a16="http://schemas.microsoft.com/office/drawing/2014/main" id="{0A0381D8-B666-E581-012B-8064C1C52A09}"/>
                </a:ext>
              </a:extLst>
            </p:cNvPr>
            <p:cNvSpPr>
              <a:spLocks noGrp="1"/>
            </p:cNvSpPr>
            <p:nvPr/>
          </p:nvSpPr>
          <p:spPr>
            <a:xfrm>
              <a:off x="16345300" y="4074798"/>
              <a:ext cx="58142" cy="33145"/>
            </a:xfrm>
            <a:custGeom>
              <a:avLst/>
              <a:gdLst/>
              <a:ahLst/>
              <a:cxnLst/>
              <a:rect l="0" t="0" r="0" b="0"/>
              <a:pathLst>
                <a:path w="58142" h="33145">
                  <a:moveTo>
                    <a:pt x="0" y="33145"/>
                  </a:moveTo>
                  <a:lnTo>
                    <a:pt x="58142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5" name="Output_receptor__5144">
              <a:extLst>
                <a:ext uri="{FF2B5EF4-FFF2-40B4-BE49-F238E27FC236}">
                  <a16:creationId xmlns:a16="http://schemas.microsoft.com/office/drawing/2014/main" id="{90FA65A2-F2A2-10FB-2455-C8C8CEF6F2A8}"/>
                </a:ext>
              </a:extLst>
            </p:cNvPr>
            <p:cNvSpPr>
              <a:spLocks noGrp="1"/>
            </p:cNvSpPr>
            <p:nvPr/>
          </p:nvSpPr>
          <p:spPr>
            <a:xfrm>
              <a:off x="15799600" y="2810359"/>
              <a:ext cx="65087" cy="20002"/>
            </a:xfrm>
            <a:custGeom>
              <a:avLst/>
              <a:gdLst/>
              <a:ahLst/>
              <a:cxnLst/>
              <a:rect l="0" t="0" r="0" b="0"/>
              <a:pathLst>
                <a:path w="65087" h="20002">
                  <a:moveTo>
                    <a:pt x="0" y="20002"/>
                  </a:moveTo>
                  <a:lnTo>
                    <a:pt x="6508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6" name="Output_receptor__5145">
              <a:extLst>
                <a:ext uri="{FF2B5EF4-FFF2-40B4-BE49-F238E27FC236}">
                  <a16:creationId xmlns:a16="http://schemas.microsoft.com/office/drawing/2014/main" id="{E403B494-1A94-3F6C-48C4-3DE8A4BD7C9D}"/>
                </a:ext>
              </a:extLst>
            </p:cNvPr>
            <p:cNvSpPr>
              <a:spLocks noGrp="1"/>
            </p:cNvSpPr>
            <p:nvPr/>
          </p:nvSpPr>
          <p:spPr>
            <a:xfrm>
              <a:off x="15543906" y="3211892"/>
              <a:ext cx="32505" cy="25389"/>
            </a:xfrm>
            <a:custGeom>
              <a:avLst/>
              <a:gdLst/>
              <a:ahLst/>
              <a:cxnLst/>
              <a:rect l="0" t="0" r="0" b="0"/>
              <a:pathLst>
                <a:path w="32505" h="25389">
                  <a:moveTo>
                    <a:pt x="32505" y="0"/>
                  </a:moveTo>
                  <a:lnTo>
                    <a:pt x="0" y="25389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7" name="Output_receptor__5146">
              <a:extLst>
                <a:ext uri="{FF2B5EF4-FFF2-40B4-BE49-F238E27FC236}">
                  <a16:creationId xmlns:a16="http://schemas.microsoft.com/office/drawing/2014/main" id="{561F4230-4382-BD36-6522-9B567E951EC2}"/>
                </a:ext>
              </a:extLst>
            </p:cNvPr>
            <p:cNvSpPr>
              <a:spLocks noGrp="1"/>
            </p:cNvSpPr>
            <p:nvPr/>
          </p:nvSpPr>
          <p:spPr>
            <a:xfrm>
              <a:off x="16289321" y="3383451"/>
              <a:ext cx="69137" cy="17760"/>
            </a:xfrm>
            <a:custGeom>
              <a:avLst/>
              <a:gdLst/>
              <a:ahLst/>
              <a:cxnLst/>
              <a:rect l="0" t="0" r="0" b="0"/>
              <a:pathLst>
                <a:path w="69137" h="17760">
                  <a:moveTo>
                    <a:pt x="0" y="0"/>
                  </a:moveTo>
                  <a:lnTo>
                    <a:pt x="69137" y="1776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8" name="Output_receptor__5147">
              <a:extLst>
                <a:ext uri="{FF2B5EF4-FFF2-40B4-BE49-F238E27FC236}">
                  <a16:creationId xmlns:a16="http://schemas.microsoft.com/office/drawing/2014/main" id="{6CC8212E-91FA-EDDE-BF49-CD6345D5CC61}"/>
                </a:ext>
              </a:extLst>
            </p:cNvPr>
            <p:cNvSpPr>
              <a:spLocks noGrp="1"/>
            </p:cNvSpPr>
            <p:nvPr/>
          </p:nvSpPr>
          <p:spPr>
            <a:xfrm>
              <a:off x="15649978" y="2952568"/>
              <a:ext cx="2843" cy="40249"/>
            </a:xfrm>
            <a:custGeom>
              <a:avLst/>
              <a:gdLst/>
              <a:ahLst/>
              <a:cxnLst/>
              <a:rect l="0" t="0" r="0" b="0"/>
              <a:pathLst>
                <a:path w="2843" h="40249">
                  <a:moveTo>
                    <a:pt x="2843" y="402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9" name="Output_receptor__5148">
              <a:extLst>
                <a:ext uri="{FF2B5EF4-FFF2-40B4-BE49-F238E27FC236}">
                  <a16:creationId xmlns:a16="http://schemas.microsoft.com/office/drawing/2014/main" id="{2852D1B8-4F85-7D6C-B010-3E260EA2AFE0}"/>
                </a:ext>
              </a:extLst>
            </p:cNvPr>
            <p:cNvSpPr>
              <a:spLocks noGrp="1"/>
            </p:cNvSpPr>
            <p:nvPr/>
          </p:nvSpPr>
          <p:spPr>
            <a:xfrm>
              <a:off x="16232097" y="2650559"/>
              <a:ext cx="43898" cy="13671"/>
            </a:xfrm>
            <a:custGeom>
              <a:avLst/>
              <a:gdLst/>
              <a:ahLst/>
              <a:cxnLst/>
              <a:rect l="0" t="0" r="0" b="0"/>
              <a:pathLst>
                <a:path w="43898" h="13671">
                  <a:moveTo>
                    <a:pt x="43898" y="0"/>
                  </a:moveTo>
                  <a:lnTo>
                    <a:pt x="0" y="1367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0" name="Output_receptor__5149">
              <a:extLst>
                <a:ext uri="{FF2B5EF4-FFF2-40B4-BE49-F238E27FC236}">
                  <a16:creationId xmlns:a16="http://schemas.microsoft.com/office/drawing/2014/main" id="{BA282817-CB0E-978D-E785-847F3F95EB7F}"/>
                </a:ext>
              </a:extLst>
            </p:cNvPr>
            <p:cNvSpPr>
              <a:spLocks noGrp="1"/>
            </p:cNvSpPr>
            <p:nvPr/>
          </p:nvSpPr>
          <p:spPr>
            <a:xfrm>
              <a:off x="16190142" y="2567748"/>
              <a:ext cx="69097" cy="13068"/>
            </a:xfrm>
            <a:custGeom>
              <a:avLst/>
              <a:gdLst/>
              <a:ahLst/>
              <a:cxnLst/>
              <a:rect l="0" t="0" r="0" b="0"/>
              <a:pathLst>
                <a:path w="69097" h="13068">
                  <a:moveTo>
                    <a:pt x="69097" y="0"/>
                  </a:moveTo>
                  <a:lnTo>
                    <a:pt x="0" y="1306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1" name="Output_receptor__5150">
              <a:extLst>
                <a:ext uri="{FF2B5EF4-FFF2-40B4-BE49-F238E27FC236}">
                  <a16:creationId xmlns:a16="http://schemas.microsoft.com/office/drawing/2014/main" id="{651BF58E-543A-BD96-41D2-4E5D97CDAF19}"/>
                </a:ext>
              </a:extLst>
            </p:cNvPr>
            <p:cNvSpPr>
              <a:spLocks noGrp="1"/>
            </p:cNvSpPr>
            <p:nvPr/>
          </p:nvSpPr>
          <p:spPr>
            <a:xfrm>
              <a:off x="15752565" y="3414992"/>
              <a:ext cx="41195" cy="56544"/>
            </a:xfrm>
            <a:custGeom>
              <a:avLst/>
              <a:gdLst/>
              <a:ahLst/>
              <a:cxnLst/>
              <a:rect l="0" t="0" r="0" b="0"/>
              <a:pathLst>
                <a:path w="41195" h="56544">
                  <a:moveTo>
                    <a:pt x="41195" y="0"/>
                  </a:moveTo>
                  <a:lnTo>
                    <a:pt x="0" y="5654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2" name="Output_receptor__5151">
              <a:extLst>
                <a:ext uri="{FF2B5EF4-FFF2-40B4-BE49-F238E27FC236}">
                  <a16:creationId xmlns:a16="http://schemas.microsoft.com/office/drawing/2014/main" id="{24411AE5-9E94-DD54-7789-78BFC4B1D667}"/>
                </a:ext>
              </a:extLst>
            </p:cNvPr>
            <p:cNvSpPr>
              <a:spLocks noGrp="1"/>
            </p:cNvSpPr>
            <p:nvPr/>
          </p:nvSpPr>
          <p:spPr>
            <a:xfrm>
              <a:off x="16440993" y="3852203"/>
              <a:ext cx="65184" cy="6529"/>
            </a:xfrm>
            <a:custGeom>
              <a:avLst/>
              <a:gdLst/>
              <a:ahLst/>
              <a:cxnLst/>
              <a:rect l="0" t="0" r="0" b="0"/>
              <a:pathLst>
                <a:path w="65184" h="6529">
                  <a:moveTo>
                    <a:pt x="65184" y="65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3" name="Output_receptor__5152">
              <a:extLst>
                <a:ext uri="{FF2B5EF4-FFF2-40B4-BE49-F238E27FC236}">
                  <a16:creationId xmlns:a16="http://schemas.microsoft.com/office/drawing/2014/main" id="{025EED2B-492B-5347-FBB6-78F4FF6B553B}"/>
                </a:ext>
              </a:extLst>
            </p:cNvPr>
            <p:cNvSpPr>
              <a:spLocks noGrp="1"/>
            </p:cNvSpPr>
            <p:nvPr/>
          </p:nvSpPr>
          <p:spPr>
            <a:xfrm>
              <a:off x="16646401" y="3943426"/>
              <a:ext cx="56869" cy="27930"/>
            </a:xfrm>
            <a:custGeom>
              <a:avLst/>
              <a:gdLst/>
              <a:ahLst/>
              <a:cxnLst/>
              <a:rect l="0" t="0" r="0" b="0"/>
              <a:pathLst>
                <a:path w="56869" h="27930">
                  <a:moveTo>
                    <a:pt x="56869" y="279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4" name="Output_receptor__5153">
              <a:extLst>
                <a:ext uri="{FF2B5EF4-FFF2-40B4-BE49-F238E27FC236}">
                  <a16:creationId xmlns:a16="http://schemas.microsoft.com/office/drawing/2014/main" id="{987C7769-B2ED-186D-C0AE-20AE4FC039B6}"/>
                </a:ext>
              </a:extLst>
            </p:cNvPr>
            <p:cNvSpPr>
              <a:spLocks noGrp="1"/>
            </p:cNvSpPr>
            <p:nvPr/>
          </p:nvSpPr>
          <p:spPr>
            <a:xfrm>
              <a:off x="15375986" y="2681620"/>
              <a:ext cx="4131" cy="67028"/>
            </a:xfrm>
            <a:custGeom>
              <a:avLst/>
              <a:gdLst/>
              <a:ahLst/>
              <a:cxnLst/>
              <a:rect l="0" t="0" r="0" b="0"/>
              <a:pathLst>
                <a:path w="4131" h="67028">
                  <a:moveTo>
                    <a:pt x="0" y="0"/>
                  </a:moveTo>
                  <a:lnTo>
                    <a:pt x="4131" y="6702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55" name="Output_receptor__5154">
              <a:extLst>
                <a:ext uri="{FF2B5EF4-FFF2-40B4-BE49-F238E27FC236}">
                  <a16:creationId xmlns:a16="http://schemas.microsoft.com/office/drawing/2014/main" id="{07439523-FF80-1164-8AED-11B274F30638}"/>
                </a:ext>
              </a:extLst>
            </p:cNvPr>
            <p:cNvSpPr>
              <a:spLocks noGrp="1"/>
            </p:cNvSpPr>
            <p:nvPr/>
          </p:nvSpPr>
          <p:spPr>
            <a:xfrm>
              <a:off x="15913516" y="3377733"/>
              <a:ext cx="16078" cy="4369"/>
            </a:xfrm>
            <a:custGeom>
              <a:avLst/>
              <a:gdLst/>
              <a:ahLst/>
              <a:cxnLst/>
              <a:rect l="0" t="0" r="0" b="0"/>
              <a:pathLst>
                <a:path w="16078" h="4369">
                  <a:moveTo>
                    <a:pt x="0" y="4369"/>
                  </a:moveTo>
                  <a:lnTo>
                    <a:pt x="1607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6" name="Output_receptor__5155">
              <a:extLst>
                <a:ext uri="{FF2B5EF4-FFF2-40B4-BE49-F238E27FC236}">
                  <a16:creationId xmlns:a16="http://schemas.microsoft.com/office/drawing/2014/main" id="{A2332CF2-0E0C-A9AB-2430-1FDCE83871DA}"/>
                </a:ext>
              </a:extLst>
            </p:cNvPr>
            <p:cNvSpPr>
              <a:spLocks noGrp="1"/>
            </p:cNvSpPr>
            <p:nvPr/>
          </p:nvSpPr>
          <p:spPr>
            <a:xfrm>
              <a:off x="16094750" y="3824136"/>
              <a:ext cx="66274" cy="27443"/>
            </a:xfrm>
            <a:custGeom>
              <a:avLst/>
              <a:gdLst/>
              <a:ahLst/>
              <a:cxnLst/>
              <a:rect l="0" t="0" r="0" b="0"/>
              <a:pathLst>
                <a:path w="66274" h="27443">
                  <a:moveTo>
                    <a:pt x="66274" y="274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57" name="Output_receptor__5156">
              <a:extLst>
                <a:ext uri="{FF2B5EF4-FFF2-40B4-BE49-F238E27FC236}">
                  <a16:creationId xmlns:a16="http://schemas.microsoft.com/office/drawing/2014/main" id="{9E923725-3B17-3D50-43A7-77409E482672}"/>
                </a:ext>
              </a:extLst>
            </p:cNvPr>
            <p:cNvSpPr>
              <a:spLocks noGrp="1"/>
            </p:cNvSpPr>
            <p:nvPr/>
          </p:nvSpPr>
          <p:spPr>
            <a:xfrm>
              <a:off x="15444616" y="2900095"/>
              <a:ext cx="50963" cy="266"/>
            </a:xfrm>
            <a:custGeom>
              <a:avLst/>
              <a:gdLst/>
              <a:ahLst/>
              <a:cxnLst/>
              <a:rect l="0" t="0" r="0" b="0"/>
              <a:pathLst>
                <a:path w="50963" h="266">
                  <a:moveTo>
                    <a:pt x="0" y="266"/>
                  </a:moveTo>
                  <a:lnTo>
                    <a:pt x="509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8" name="Output_receptor__5157">
              <a:extLst>
                <a:ext uri="{FF2B5EF4-FFF2-40B4-BE49-F238E27FC236}">
                  <a16:creationId xmlns:a16="http://schemas.microsoft.com/office/drawing/2014/main" id="{E7F30FA3-71F8-D25F-E671-7E4F8D2F37DC}"/>
                </a:ext>
              </a:extLst>
            </p:cNvPr>
            <p:cNvSpPr>
              <a:spLocks noGrp="1"/>
            </p:cNvSpPr>
            <p:nvPr/>
          </p:nvSpPr>
          <p:spPr>
            <a:xfrm>
              <a:off x="15764935" y="3724183"/>
              <a:ext cx="14529" cy="19389"/>
            </a:xfrm>
            <a:custGeom>
              <a:avLst/>
              <a:gdLst/>
              <a:ahLst/>
              <a:cxnLst/>
              <a:rect l="0" t="0" r="0" b="0"/>
              <a:pathLst>
                <a:path w="14529" h="19389">
                  <a:moveTo>
                    <a:pt x="0" y="0"/>
                  </a:moveTo>
                  <a:lnTo>
                    <a:pt x="14529" y="1938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9" name="Output_receptor__5158">
              <a:extLst>
                <a:ext uri="{FF2B5EF4-FFF2-40B4-BE49-F238E27FC236}">
                  <a16:creationId xmlns:a16="http://schemas.microsoft.com/office/drawing/2014/main" id="{13B11507-0F11-EDB8-C408-7624DC26D4AA}"/>
                </a:ext>
              </a:extLst>
            </p:cNvPr>
            <p:cNvSpPr>
              <a:spLocks noGrp="1"/>
            </p:cNvSpPr>
            <p:nvPr/>
          </p:nvSpPr>
          <p:spPr>
            <a:xfrm>
              <a:off x="15790154" y="3560892"/>
              <a:ext cx="33016" cy="56552"/>
            </a:xfrm>
            <a:custGeom>
              <a:avLst/>
              <a:gdLst/>
              <a:ahLst/>
              <a:cxnLst/>
              <a:rect l="0" t="0" r="0" b="0"/>
              <a:pathLst>
                <a:path w="33016" h="56552">
                  <a:moveTo>
                    <a:pt x="0" y="56552"/>
                  </a:moveTo>
                  <a:lnTo>
                    <a:pt x="3301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0" name="Output_receptor__5159">
              <a:extLst>
                <a:ext uri="{FF2B5EF4-FFF2-40B4-BE49-F238E27FC236}">
                  <a16:creationId xmlns:a16="http://schemas.microsoft.com/office/drawing/2014/main" id="{65F10AFB-B80F-9DEC-BC2D-0F23ACA9E178}"/>
                </a:ext>
              </a:extLst>
            </p:cNvPr>
            <p:cNvSpPr>
              <a:spLocks noGrp="1"/>
            </p:cNvSpPr>
            <p:nvPr/>
          </p:nvSpPr>
          <p:spPr>
            <a:xfrm>
              <a:off x="15354390" y="3611967"/>
              <a:ext cx="62453" cy="4944"/>
            </a:xfrm>
            <a:custGeom>
              <a:avLst/>
              <a:gdLst/>
              <a:ahLst/>
              <a:cxnLst/>
              <a:rect l="0" t="0" r="0" b="0"/>
              <a:pathLst>
                <a:path w="62453" h="4944">
                  <a:moveTo>
                    <a:pt x="0" y="4944"/>
                  </a:moveTo>
                  <a:lnTo>
                    <a:pt x="6245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61" name="Output_receptor__5160">
              <a:extLst>
                <a:ext uri="{FF2B5EF4-FFF2-40B4-BE49-F238E27FC236}">
                  <a16:creationId xmlns:a16="http://schemas.microsoft.com/office/drawing/2014/main" id="{B40787EE-BFEC-6B89-4803-D1E478488AEE}"/>
                </a:ext>
              </a:extLst>
            </p:cNvPr>
            <p:cNvSpPr>
              <a:spLocks noGrp="1"/>
            </p:cNvSpPr>
            <p:nvPr/>
          </p:nvSpPr>
          <p:spPr>
            <a:xfrm>
              <a:off x="16641004" y="4031049"/>
              <a:ext cx="27308" cy="13870"/>
            </a:xfrm>
            <a:custGeom>
              <a:avLst/>
              <a:gdLst/>
              <a:ahLst/>
              <a:cxnLst/>
              <a:rect l="0" t="0" r="0" b="0"/>
              <a:pathLst>
                <a:path w="27308" h="13870">
                  <a:moveTo>
                    <a:pt x="0" y="13870"/>
                  </a:moveTo>
                  <a:lnTo>
                    <a:pt x="2730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2" name="Output_receptor__5161">
              <a:extLst>
                <a:ext uri="{FF2B5EF4-FFF2-40B4-BE49-F238E27FC236}">
                  <a16:creationId xmlns:a16="http://schemas.microsoft.com/office/drawing/2014/main" id="{3299A905-18E0-9D4E-4105-E4E8FB389751}"/>
                </a:ext>
              </a:extLst>
            </p:cNvPr>
            <p:cNvSpPr>
              <a:spLocks noGrp="1"/>
            </p:cNvSpPr>
            <p:nvPr/>
          </p:nvSpPr>
          <p:spPr>
            <a:xfrm>
              <a:off x="15687112" y="2810045"/>
              <a:ext cx="4833" cy="49276"/>
            </a:xfrm>
            <a:custGeom>
              <a:avLst/>
              <a:gdLst/>
              <a:ahLst/>
              <a:cxnLst/>
              <a:rect l="0" t="0" r="0" b="0"/>
              <a:pathLst>
                <a:path w="4833" h="49276">
                  <a:moveTo>
                    <a:pt x="0" y="49276"/>
                  </a:moveTo>
                  <a:lnTo>
                    <a:pt x="48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3" name="Output_receptor__5162">
              <a:extLst>
                <a:ext uri="{FF2B5EF4-FFF2-40B4-BE49-F238E27FC236}">
                  <a16:creationId xmlns:a16="http://schemas.microsoft.com/office/drawing/2014/main" id="{9875A22B-460D-B72E-BD41-DE7AEBB6A788}"/>
                </a:ext>
              </a:extLst>
            </p:cNvPr>
            <p:cNvSpPr>
              <a:spLocks noGrp="1"/>
            </p:cNvSpPr>
            <p:nvPr/>
          </p:nvSpPr>
          <p:spPr>
            <a:xfrm>
              <a:off x="16403442" y="4074798"/>
              <a:ext cx="42426" cy="31179"/>
            </a:xfrm>
            <a:custGeom>
              <a:avLst/>
              <a:gdLst/>
              <a:ahLst/>
              <a:cxnLst/>
              <a:rect l="0" t="0" r="0" b="0"/>
              <a:pathLst>
                <a:path w="42426" h="31179">
                  <a:moveTo>
                    <a:pt x="0" y="0"/>
                  </a:moveTo>
                  <a:lnTo>
                    <a:pt x="42426" y="3117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4" name="Output_receptor__5163">
              <a:extLst>
                <a:ext uri="{FF2B5EF4-FFF2-40B4-BE49-F238E27FC236}">
                  <a16:creationId xmlns:a16="http://schemas.microsoft.com/office/drawing/2014/main" id="{F1CEEB12-2084-8127-83AD-8F177744C91D}"/>
                </a:ext>
              </a:extLst>
            </p:cNvPr>
            <p:cNvSpPr>
              <a:spLocks noGrp="1"/>
            </p:cNvSpPr>
            <p:nvPr/>
          </p:nvSpPr>
          <p:spPr>
            <a:xfrm>
              <a:off x="15978946" y="3220350"/>
              <a:ext cx="14977" cy="299"/>
            </a:xfrm>
            <a:custGeom>
              <a:avLst/>
              <a:gdLst/>
              <a:ahLst/>
              <a:cxnLst/>
              <a:rect l="0" t="0" r="0" b="0"/>
              <a:pathLst>
                <a:path w="14977" h="299">
                  <a:moveTo>
                    <a:pt x="0" y="0"/>
                  </a:moveTo>
                  <a:lnTo>
                    <a:pt x="14977" y="29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5" name="Output_receptor__5164">
              <a:extLst>
                <a:ext uri="{FF2B5EF4-FFF2-40B4-BE49-F238E27FC236}">
                  <a16:creationId xmlns:a16="http://schemas.microsoft.com/office/drawing/2014/main" id="{0FED420A-B7C9-5B2E-B15F-F8B87DCA423A}"/>
                </a:ext>
              </a:extLst>
            </p:cNvPr>
            <p:cNvSpPr>
              <a:spLocks noGrp="1"/>
            </p:cNvSpPr>
            <p:nvPr/>
          </p:nvSpPr>
          <p:spPr>
            <a:xfrm>
              <a:off x="16335614" y="2598019"/>
              <a:ext cx="46467" cy="55111"/>
            </a:xfrm>
            <a:custGeom>
              <a:avLst/>
              <a:gdLst/>
              <a:ahLst/>
              <a:cxnLst/>
              <a:rect l="0" t="0" r="0" b="0"/>
              <a:pathLst>
                <a:path w="46467" h="55111">
                  <a:moveTo>
                    <a:pt x="46467" y="0"/>
                  </a:moveTo>
                  <a:lnTo>
                    <a:pt x="0" y="5511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6" name="Output_receptor__5165">
              <a:extLst>
                <a:ext uri="{FF2B5EF4-FFF2-40B4-BE49-F238E27FC236}">
                  <a16:creationId xmlns:a16="http://schemas.microsoft.com/office/drawing/2014/main" id="{9F378742-DDA6-6557-CFDE-D4E0783C9381}"/>
                </a:ext>
              </a:extLst>
            </p:cNvPr>
            <p:cNvSpPr>
              <a:spLocks noGrp="1"/>
            </p:cNvSpPr>
            <p:nvPr/>
          </p:nvSpPr>
          <p:spPr>
            <a:xfrm>
              <a:off x="15628715" y="4489114"/>
              <a:ext cx="31409" cy="57640"/>
            </a:xfrm>
            <a:custGeom>
              <a:avLst/>
              <a:gdLst/>
              <a:ahLst/>
              <a:cxnLst/>
              <a:rect l="0" t="0" r="0" b="0"/>
              <a:pathLst>
                <a:path w="31409" h="57640">
                  <a:moveTo>
                    <a:pt x="0" y="57640"/>
                  </a:moveTo>
                  <a:lnTo>
                    <a:pt x="3140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7" name="Output_receptor__5166">
              <a:extLst>
                <a:ext uri="{FF2B5EF4-FFF2-40B4-BE49-F238E27FC236}">
                  <a16:creationId xmlns:a16="http://schemas.microsoft.com/office/drawing/2014/main" id="{87B17DFE-E53A-3F6A-F679-0303A20C1375}"/>
                </a:ext>
              </a:extLst>
            </p:cNvPr>
            <p:cNvSpPr>
              <a:spLocks noGrp="1"/>
            </p:cNvSpPr>
            <p:nvPr/>
          </p:nvSpPr>
          <p:spPr>
            <a:xfrm>
              <a:off x="15660124" y="4489114"/>
              <a:ext cx="63953" cy="12123"/>
            </a:xfrm>
            <a:custGeom>
              <a:avLst/>
              <a:gdLst/>
              <a:ahLst/>
              <a:cxnLst/>
              <a:rect l="0" t="0" r="0" b="0"/>
              <a:pathLst>
                <a:path w="63953" h="12123">
                  <a:moveTo>
                    <a:pt x="0" y="0"/>
                  </a:moveTo>
                  <a:lnTo>
                    <a:pt x="63953" y="1212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8" name="Output_receptor__5167">
              <a:extLst>
                <a:ext uri="{FF2B5EF4-FFF2-40B4-BE49-F238E27FC236}">
                  <a16:creationId xmlns:a16="http://schemas.microsoft.com/office/drawing/2014/main" id="{24E0AD96-20A5-EF15-2184-1278E4576004}"/>
                </a:ext>
              </a:extLst>
            </p:cNvPr>
            <p:cNvSpPr>
              <a:spLocks noGrp="1"/>
            </p:cNvSpPr>
            <p:nvPr/>
          </p:nvSpPr>
          <p:spPr>
            <a:xfrm>
              <a:off x="15299505" y="3444414"/>
              <a:ext cx="32693" cy="1291"/>
            </a:xfrm>
            <a:custGeom>
              <a:avLst/>
              <a:gdLst/>
              <a:ahLst/>
              <a:cxnLst/>
              <a:rect l="0" t="0" r="0" b="0"/>
              <a:pathLst>
                <a:path w="32693" h="1291">
                  <a:moveTo>
                    <a:pt x="32693" y="1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9" name="Output_receptor__5168">
              <a:extLst>
                <a:ext uri="{FF2B5EF4-FFF2-40B4-BE49-F238E27FC236}">
                  <a16:creationId xmlns:a16="http://schemas.microsoft.com/office/drawing/2014/main" id="{B3D991FD-564B-D08F-BD88-6F82721FC724}"/>
                </a:ext>
              </a:extLst>
            </p:cNvPr>
            <p:cNvSpPr>
              <a:spLocks noGrp="1"/>
            </p:cNvSpPr>
            <p:nvPr/>
          </p:nvSpPr>
          <p:spPr>
            <a:xfrm>
              <a:off x="16110999" y="2419129"/>
              <a:ext cx="65009" cy="29723"/>
            </a:xfrm>
            <a:custGeom>
              <a:avLst/>
              <a:gdLst/>
              <a:ahLst/>
              <a:cxnLst/>
              <a:rect l="0" t="0" r="0" b="0"/>
              <a:pathLst>
                <a:path w="65009" h="29723">
                  <a:moveTo>
                    <a:pt x="65009" y="0"/>
                  </a:moveTo>
                  <a:lnTo>
                    <a:pt x="0" y="2972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0" name="Output_receptor__5169">
              <a:extLst>
                <a:ext uri="{FF2B5EF4-FFF2-40B4-BE49-F238E27FC236}">
                  <a16:creationId xmlns:a16="http://schemas.microsoft.com/office/drawing/2014/main" id="{27BAB3AD-65C0-054E-5146-0860F800BD0F}"/>
                </a:ext>
              </a:extLst>
            </p:cNvPr>
            <p:cNvSpPr>
              <a:spLocks noGrp="1"/>
            </p:cNvSpPr>
            <p:nvPr/>
          </p:nvSpPr>
          <p:spPr>
            <a:xfrm>
              <a:off x="16413591" y="3852203"/>
              <a:ext cx="27402" cy="44451"/>
            </a:xfrm>
            <a:custGeom>
              <a:avLst/>
              <a:gdLst/>
              <a:ahLst/>
              <a:cxnLst/>
              <a:rect l="0" t="0" r="0" b="0"/>
              <a:pathLst>
                <a:path w="27402" h="44451">
                  <a:moveTo>
                    <a:pt x="27402" y="0"/>
                  </a:moveTo>
                  <a:lnTo>
                    <a:pt x="0" y="4445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1" name="Output_receptor__5170">
              <a:extLst>
                <a:ext uri="{FF2B5EF4-FFF2-40B4-BE49-F238E27FC236}">
                  <a16:creationId xmlns:a16="http://schemas.microsoft.com/office/drawing/2014/main" id="{54194DA7-7CE1-E5FE-68CE-6681B2419061}"/>
                </a:ext>
              </a:extLst>
            </p:cNvPr>
            <p:cNvSpPr>
              <a:spLocks noGrp="1"/>
            </p:cNvSpPr>
            <p:nvPr/>
          </p:nvSpPr>
          <p:spPr>
            <a:xfrm>
              <a:off x="16446862" y="3597700"/>
              <a:ext cx="52321" cy="43065"/>
            </a:xfrm>
            <a:custGeom>
              <a:avLst/>
              <a:gdLst/>
              <a:ahLst/>
              <a:cxnLst/>
              <a:rect l="0" t="0" r="0" b="0"/>
              <a:pathLst>
                <a:path w="52321" h="43065">
                  <a:moveTo>
                    <a:pt x="52321" y="0"/>
                  </a:moveTo>
                  <a:lnTo>
                    <a:pt x="0" y="4306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2" name="Output_receptor__5171">
              <a:extLst>
                <a:ext uri="{FF2B5EF4-FFF2-40B4-BE49-F238E27FC236}">
                  <a16:creationId xmlns:a16="http://schemas.microsoft.com/office/drawing/2014/main" id="{159791E7-BE6B-5536-0D22-F1FD863E709B}"/>
                </a:ext>
              </a:extLst>
            </p:cNvPr>
            <p:cNvSpPr>
              <a:spLocks noGrp="1"/>
            </p:cNvSpPr>
            <p:nvPr/>
          </p:nvSpPr>
          <p:spPr>
            <a:xfrm>
              <a:off x="16601109" y="3943426"/>
              <a:ext cx="45293" cy="15507"/>
            </a:xfrm>
            <a:custGeom>
              <a:avLst/>
              <a:gdLst/>
              <a:ahLst/>
              <a:cxnLst/>
              <a:rect l="0" t="0" r="0" b="0"/>
              <a:pathLst>
                <a:path w="45293" h="15507">
                  <a:moveTo>
                    <a:pt x="45293" y="0"/>
                  </a:moveTo>
                  <a:lnTo>
                    <a:pt x="0" y="1550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3" name="Output_receptor__5172">
              <a:extLst>
                <a:ext uri="{FF2B5EF4-FFF2-40B4-BE49-F238E27FC236}">
                  <a16:creationId xmlns:a16="http://schemas.microsoft.com/office/drawing/2014/main" id="{D842DEE4-1B69-B2C3-FF60-1A9E324A6103}"/>
                </a:ext>
              </a:extLst>
            </p:cNvPr>
            <p:cNvSpPr>
              <a:spLocks noGrp="1"/>
            </p:cNvSpPr>
            <p:nvPr/>
          </p:nvSpPr>
          <p:spPr>
            <a:xfrm>
              <a:off x="16032268" y="2342855"/>
              <a:ext cx="41756" cy="51017"/>
            </a:xfrm>
            <a:custGeom>
              <a:avLst/>
              <a:gdLst/>
              <a:ahLst/>
              <a:cxnLst/>
              <a:rect l="0" t="0" r="0" b="0"/>
              <a:pathLst>
                <a:path w="41756" h="51017">
                  <a:moveTo>
                    <a:pt x="0" y="51017"/>
                  </a:moveTo>
                  <a:lnTo>
                    <a:pt x="4175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4" name="Output_receptor__5173">
              <a:extLst>
                <a:ext uri="{FF2B5EF4-FFF2-40B4-BE49-F238E27FC236}">
                  <a16:creationId xmlns:a16="http://schemas.microsoft.com/office/drawing/2014/main" id="{EFB595C8-8AF2-A763-AA1A-4A59B51380D0}"/>
                </a:ext>
              </a:extLst>
            </p:cNvPr>
            <p:cNvSpPr>
              <a:spLocks noGrp="1"/>
            </p:cNvSpPr>
            <p:nvPr/>
          </p:nvSpPr>
          <p:spPr>
            <a:xfrm>
              <a:off x="16358458" y="3341865"/>
              <a:ext cx="22627" cy="59346"/>
            </a:xfrm>
            <a:custGeom>
              <a:avLst/>
              <a:gdLst/>
              <a:ahLst/>
              <a:cxnLst/>
              <a:rect l="0" t="0" r="0" b="0"/>
              <a:pathLst>
                <a:path w="22627" h="59346">
                  <a:moveTo>
                    <a:pt x="0" y="59346"/>
                  </a:moveTo>
                  <a:lnTo>
                    <a:pt x="2262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5" name="Output_receptor__5174">
              <a:extLst>
                <a:ext uri="{FF2B5EF4-FFF2-40B4-BE49-F238E27FC236}">
                  <a16:creationId xmlns:a16="http://schemas.microsoft.com/office/drawing/2014/main" id="{573D3DA3-32FE-4BC3-9613-92A26D41E40B}"/>
                </a:ext>
              </a:extLst>
            </p:cNvPr>
            <p:cNvSpPr>
              <a:spLocks noGrp="1"/>
            </p:cNvSpPr>
            <p:nvPr/>
          </p:nvSpPr>
          <p:spPr>
            <a:xfrm>
              <a:off x="15544877" y="3389811"/>
              <a:ext cx="3013" cy="1757"/>
            </a:xfrm>
            <a:custGeom>
              <a:avLst/>
              <a:gdLst/>
              <a:ahLst/>
              <a:cxnLst/>
              <a:rect l="0" t="0" r="0" b="0"/>
              <a:pathLst>
                <a:path w="3013" h="1757">
                  <a:moveTo>
                    <a:pt x="0" y="1757"/>
                  </a:moveTo>
                  <a:lnTo>
                    <a:pt x="301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6" name="Output_receptor__5175">
              <a:extLst>
                <a:ext uri="{FF2B5EF4-FFF2-40B4-BE49-F238E27FC236}">
                  <a16:creationId xmlns:a16="http://schemas.microsoft.com/office/drawing/2014/main" id="{DB1ED9A5-9236-322C-33CC-020AB4383D86}"/>
                </a:ext>
              </a:extLst>
            </p:cNvPr>
            <p:cNvSpPr>
              <a:spLocks noGrp="1"/>
            </p:cNvSpPr>
            <p:nvPr/>
          </p:nvSpPr>
          <p:spPr>
            <a:xfrm>
              <a:off x="16075878" y="3511537"/>
              <a:ext cx="14186" cy="3933"/>
            </a:xfrm>
            <a:custGeom>
              <a:avLst/>
              <a:gdLst/>
              <a:ahLst/>
              <a:cxnLst/>
              <a:rect l="0" t="0" r="0" b="0"/>
              <a:pathLst>
                <a:path w="14186" h="3933">
                  <a:moveTo>
                    <a:pt x="0" y="3933"/>
                  </a:moveTo>
                  <a:lnTo>
                    <a:pt x="1418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7" name="Output_receptor__5176">
              <a:extLst>
                <a:ext uri="{FF2B5EF4-FFF2-40B4-BE49-F238E27FC236}">
                  <a16:creationId xmlns:a16="http://schemas.microsoft.com/office/drawing/2014/main" id="{352965C7-7926-B273-F886-BF420DA23292}"/>
                </a:ext>
              </a:extLst>
            </p:cNvPr>
            <p:cNvSpPr>
              <a:spLocks noGrp="1"/>
            </p:cNvSpPr>
            <p:nvPr/>
          </p:nvSpPr>
          <p:spPr>
            <a:xfrm>
              <a:off x="16503688" y="3858733"/>
              <a:ext cx="2488" cy="72086"/>
            </a:xfrm>
            <a:custGeom>
              <a:avLst/>
              <a:gdLst/>
              <a:ahLst/>
              <a:cxnLst/>
              <a:rect l="0" t="0" r="0" b="0"/>
              <a:pathLst>
                <a:path w="2488" h="72086">
                  <a:moveTo>
                    <a:pt x="0" y="72086"/>
                  </a:moveTo>
                  <a:lnTo>
                    <a:pt x="248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8" name="Output_receptor__5177">
              <a:extLst>
                <a:ext uri="{FF2B5EF4-FFF2-40B4-BE49-F238E27FC236}">
                  <a16:creationId xmlns:a16="http://schemas.microsoft.com/office/drawing/2014/main" id="{CAFE03AB-C11B-181E-107B-6470E423AC1E}"/>
                </a:ext>
              </a:extLst>
            </p:cNvPr>
            <p:cNvSpPr>
              <a:spLocks noGrp="1"/>
            </p:cNvSpPr>
            <p:nvPr/>
          </p:nvSpPr>
          <p:spPr>
            <a:xfrm>
              <a:off x="16276468" y="3525187"/>
              <a:ext cx="31612" cy="46291"/>
            </a:xfrm>
            <a:custGeom>
              <a:avLst/>
              <a:gdLst/>
              <a:ahLst/>
              <a:cxnLst/>
              <a:rect l="0" t="0" r="0" b="0"/>
              <a:pathLst>
                <a:path w="31612" h="46291">
                  <a:moveTo>
                    <a:pt x="31612" y="46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9" name="Output_receptor__5178">
              <a:extLst>
                <a:ext uri="{FF2B5EF4-FFF2-40B4-BE49-F238E27FC236}">
                  <a16:creationId xmlns:a16="http://schemas.microsoft.com/office/drawing/2014/main" id="{01833B72-0648-BE35-FFD6-25452596D6B4}"/>
                </a:ext>
              </a:extLst>
            </p:cNvPr>
            <p:cNvSpPr>
              <a:spLocks noGrp="1"/>
            </p:cNvSpPr>
            <p:nvPr/>
          </p:nvSpPr>
          <p:spPr>
            <a:xfrm>
              <a:off x="15721278" y="4501238"/>
              <a:ext cx="2799" cy="70330"/>
            </a:xfrm>
            <a:custGeom>
              <a:avLst/>
              <a:gdLst/>
              <a:ahLst/>
              <a:cxnLst/>
              <a:rect l="0" t="0" r="0" b="0"/>
              <a:pathLst>
                <a:path w="2799" h="70330">
                  <a:moveTo>
                    <a:pt x="2799" y="0"/>
                  </a:moveTo>
                  <a:lnTo>
                    <a:pt x="0" y="7033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0" name="Output_receptor__5179">
              <a:extLst>
                <a:ext uri="{FF2B5EF4-FFF2-40B4-BE49-F238E27FC236}">
                  <a16:creationId xmlns:a16="http://schemas.microsoft.com/office/drawing/2014/main" id="{08551F35-80F1-9ED8-E181-F345A25EE376}"/>
                </a:ext>
              </a:extLst>
            </p:cNvPr>
            <p:cNvSpPr>
              <a:spLocks noGrp="1"/>
            </p:cNvSpPr>
            <p:nvPr/>
          </p:nvSpPr>
          <p:spPr>
            <a:xfrm>
              <a:off x="15576411" y="3211892"/>
              <a:ext cx="65622" cy="18091"/>
            </a:xfrm>
            <a:custGeom>
              <a:avLst/>
              <a:gdLst/>
              <a:ahLst/>
              <a:cxnLst/>
              <a:rect l="0" t="0" r="0" b="0"/>
              <a:pathLst>
                <a:path w="65622" h="18091">
                  <a:moveTo>
                    <a:pt x="65622" y="180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1" name="Output_receptor__5180">
              <a:extLst>
                <a:ext uri="{FF2B5EF4-FFF2-40B4-BE49-F238E27FC236}">
                  <a16:creationId xmlns:a16="http://schemas.microsoft.com/office/drawing/2014/main" id="{36A8B08A-865A-35E5-CC53-3F02D2864B77}"/>
                </a:ext>
              </a:extLst>
            </p:cNvPr>
            <p:cNvSpPr>
              <a:spLocks noGrp="1"/>
            </p:cNvSpPr>
            <p:nvPr/>
          </p:nvSpPr>
          <p:spPr>
            <a:xfrm>
              <a:off x="16129741" y="3851579"/>
              <a:ext cx="31283" cy="64164"/>
            </a:xfrm>
            <a:custGeom>
              <a:avLst/>
              <a:gdLst/>
              <a:ahLst/>
              <a:cxnLst/>
              <a:rect l="0" t="0" r="0" b="0"/>
              <a:pathLst>
                <a:path w="31283" h="64164">
                  <a:moveTo>
                    <a:pt x="0" y="64164"/>
                  </a:moveTo>
                  <a:lnTo>
                    <a:pt x="3128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2" name="Output_receptor__5181">
              <a:extLst>
                <a:ext uri="{FF2B5EF4-FFF2-40B4-BE49-F238E27FC236}">
                  <a16:creationId xmlns:a16="http://schemas.microsoft.com/office/drawing/2014/main" id="{7DDFD13F-DF2C-4A11-C59A-E56BF60DF125}"/>
                </a:ext>
              </a:extLst>
            </p:cNvPr>
            <p:cNvSpPr>
              <a:spLocks noGrp="1"/>
            </p:cNvSpPr>
            <p:nvPr/>
          </p:nvSpPr>
          <p:spPr>
            <a:xfrm>
              <a:off x="16167168" y="3645443"/>
              <a:ext cx="34169" cy="62679"/>
            </a:xfrm>
            <a:custGeom>
              <a:avLst/>
              <a:gdLst/>
              <a:ahLst/>
              <a:cxnLst/>
              <a:rect l="0" t="0" r="0" b="0"/>
              <a:pathLst>
                <a:path w="34169" h="62679">
                  <a:moveTo>
                    <a:pt x="0" y="0"/>
                  </a:moveTo>
                  <a:lnTo>
                    <a:pt x="34169" y="6267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3" name="Output_receptor__5182">
              <a:extLst>
                <a:ext uri="{FF2B5EF4-FFF2-40B4-BE49-F238E27FC236}">
                  <a16:creationId xmlns:a16="http://schemas.microsoft.com/office/drawing/2014/main" id="{3AB4B7B2-E901-74CD-EA79-B2FD2B70A638}"/>
                </a:ext>
              </a:extLst>
            </p:cNvPr>
            <p:cNvSpPr>
              <a:spLocks noGrp="1"/>
            </p:cNvSpPr>
            <p:nvPr/>
          </p:nvSpPr>
          <p:spPr>
            <a:xfrm>
              <a:off x="15380117" y="2748649"/>
              <a:ext cx="36166" cy="23342"/>
            </a:xfrm>
            <a:custGeom>
              <a:avLst/>
              <a:gdLst/>
              <a:ahLst/>
              <a:cxnLst/>
              <a:rect l="0" t="0" r="0" b="0"/>
              <a:pathLst>
                <a:path w="36166" h="23342">
                  <a:moveTo>
                    <a:pt x="0" y="0"/>
                  </a:moveTo>
                  <a:lnTo>
                    <a:pt x="36166" y="23342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4" name="Output_receptor__5183">
              <a:extLst>
                <a:ext uri="{FF2B5EF4-FFF2-40B4-BE49-F238E27FC236}">
                  <a16:creationId xmlns:a16="http://schemas.microsoft.com/office/drawing/2014/main" id="{DE9BEEB3-9314-B2EE-EB64-B8CFF5B17269}"/>
                </a:ext>
              </a:extLst>
            </p:cNvPr>
            <p:cNvSpPr>
              <a:spLocks noGrp="1"/>
            </p:cNvSpPr>
            <p:nvPr/>
          </p:nvSpPr>
          <p:spPr>
            <a:xfrm>
              <a:off x="15436905" y="4372284"/>
              <a:ext cx="19125" cy="32951"/>
            </a:xfrm>
            <a:custGeom>
              <a:avLst/>
              <a:gdLst/>
              <a:ahLst/>
              <a:cxnLst/>
              <a:rect l="0" t="0" r="0" b="0"/>
              <a:pathLst>
                <a:path w="19125" h="32951">
                  <a:moveTo>
                    <a:pt x="0" y="0"/>
                  </a:moveTo>
                  <a:lnTo>
                    <a:pt x="19125" y="32951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5" name="Output_receptor__5184">
              <a:extLst>
                <a:ext uri="{FF2B5EF4-FFF2-40B4-BE49-F238E27FC236}">
                  <a16:creationId xmlns:a16="http://schemas.microsoft.com/office/drawing/2014/main" id="{A6A33E1F-0C45-43C9-77CF-4D551526EB06}"/>
                </a:ext>
              </a:extLst>
            </p:cNvPr>
            <p:cNvSpPr>
              <a:spLocks noGrp="1"/>
            </p:cNvSpPr>
            <p:nvPr/>
          </p:nvSpPr>
          <p:spPr>
            <a:xfrm>
              <a:off x="16051171" y="3023312"/>
              <a:ext cx="7662" cy="52423"/>
            </a:xfrm>
            <a:custGeom>
              <a:avLst/>
              <a:gdLst/>
              <a:ahLst/>
              <a:cxnLst/>
              <a:rect l="0" t="0" r="0" b="0"/>
              <a:pathLst>
                <a:path w="7662" h="52423">
                  <a:moveTo>
                    <a:pt x="7662" y="0"/>
                  </a:moveTo>
                  <a:lnTo>
                    <a:pt x="0" y="5242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6" name="Output_receptor__5185">
              <a:extLst>
                <a:ext uri="{FF2B5EF4-FFF2-40B4-BE49-F238E27FC236}">
                  <a16:creationId xmlns:a16="http://schemas.microsoft.com/office/drawing/2014/main" id="{A6F1B2C8-40D6-465B-42C2-E5BFFCF329CE}"/>
                </a:ext>
              </a:extLst>
            </p:cNvPr>
            <p:cNvSpPr>
              <a:spLocks noGrp="1"/>
            </p:cNvSpPr>
            <p:nvPr/>
          </p:nvSpPr>
          <p:spPr>
            <a:xfrm>
              <a:off x="15768036" y="2634986"/>
              <a:ext cx="31744" cy="63529"/>
            </a:xfrm>
            <a:custGeom>
              <a:avLst/>
              <a:gdLst/>
              <a:ahLst/>
              <a:cxnLst/>
              <a:rect l="0" t="0" r="0" b="0"/>
              <a:pathLst>
                <a:path w="31744" h="63529">
                  <a:moveTo>
                    <a:pt x="0" y="63529"/>
                  </a:moveTo>
                  <a:lnTo>
                    <a:pt x="3174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7" name="Output_receptor__5186">
              <a:extLst>
                <a:ext uri="{FF2B5EF4-FFF2-40B4-BE49-F238E27FC236}">
                  <a16:creationId xmlns:a16="http://schemas.microsoft.com/office/drawing/2014/main" id="{99BC0504-ABAB-99F3-ED67-93837C045566}"/>
                </a:ext>
              </a:extLst>
            </p:cNvPr>
            <p:cNvSpPr>
              <a:spLocks noGrp="1"/>
            </p:cNvSpPr>
            <p:nvPr/>
          </p:nvSpPr>
          <p:spPr>
            <a:xfrm>
              <a:off x="15499057" y="3658329"/>
              <a:ext cx="19178" cy="18149"/>
            </a:xfrm>
            <a:custGeom>
              <a:avLst/>
              <a:gdLst/>
              <a:ahLst/>
              <a:cxnLst/>
              <a:rect l="0" t="0" r="0" b="0"/>
              <a:pathLst>
                <a:path w="19178" h="18149">
                  <a:moveTo>
                    <a:pt x="0" y="18149"/>
                  </a:moveTo>
                  <a:lnTo>
                    <a:pt x="1917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8" name="Output_receptor__5187">
              <a:extLst>
                <a:ext uri="{FF2B5EF4-FFF2-40B4-BE49-F238E27FC236}">
                  <a16:creationId xmlns:a16="http://schemas.microsoft.com/office/drawing/2014/main" id="{E7BC3EF1-88CF-EB2D-4E78-C18487C06CC1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7" y="4221345"/>
              <a:ext cx="42724" cy="55847"/>
            </a:xfrm>
            <a:custGeom>
              <a:avLst/>
              <a:gdLst/>
              <a:ahLst/>
              <a:cxnLst/>
              <a:rect l="0" t="0" r="0" b="0"/>
              <a:pathLst>
                <a:path w="42724" h="55847">
                  <a:moveTo>
                    <a:pt x="0" y="0"/>
                  </a:moveTo>
                  <a:lnTo>
                    <a:pt x="42724" y="5584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9" name="Output_receptor__5188">
              <a:extLst>
                <a:ext uri="{FF2B5EF4-FFF2-40B4-BE49-F238E27FC236}">
                  <a16:creationId xmlns:a16="http://schemas.microsoft.com/office/drawing/2014/main" id="{2A279C97-E880-ED74-22EE-8A75B60EAB09}"/>
                </a:ext>
              </a:extLst>
            </p:cNvPr>
            <p:cNvSpPr>
              <a:spLocks noGrp="1"/>
            </p:cNvSpPr>
            <p:nvPr/>
          </p:nvSpPr>
          <p:spPr>
            <a:xfrm>
              <a:off x="15536483" y="3299238"/>
              <a:ext cx="22969" cy="6138"/>
            </a:xfrm>
            <a:custGeom>
              <a:avLst/>
              <a:gdLst/>
              <a:ahLst/>
              <a:cxnLst/>
              <a:rect l="0" t="0" r="0" b="0"/>
              <a:pathLst>
                <a:path w="22969" h="6138">
                  <a:moveTo>
                    <a:pt x="22969" y="61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0" name="Output_receptor__5189">
              <a:extLst>
                <a:ext uri="{FF2B5EF4-FFF2-40B4-BE49-F238E27FC236}">
                  <a16:creationId xmlns:a16="http://schemas.microsoft.com/office/drawing/2014/main" id="{064879E5-708C-C2BD-4EFC-E54EDF397BE7}"/>
                </a:ext>
              </a:extLst>
            </p:cNvPr>
            <p:cNvSpPr>
              <a:spLocks noGrp="1"/>
            </p:cNvSpPr>
            <p:nvPr/>
          </p:nvSpPr>
          <p:spPr>
            <a:xfrm>
              <a:off x="15375986" y="2681620"/>
              <a:ext cx="70944" cy="1472"/>
            </a:xfrm>
            <a:custGeom>
              <a:avLst/>
              <a:gdLst/>
              <a:ahLst/>
              <a:cxnLst/>
              <a:rect l="0" t="0" r="0" b="0"/>
              <a:pathLst>
                <a:path w="70944" h="1472">
                  <a:moveTo>
                    <a:pt x="70944" y="14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1" name="Output_receptor__5190">
              <a:extLst>
                <a:ext uri="{FF2B5EF4-FFF2-40B4-BE49-F238E27FC236}">
                  <a16:creationId xmlns:a16="http://schemas.microsoft.com/office/drawing/2014/main" id="{A8F5AC83-0F0E-34A7-0225-8F50A6E388C9}"/>
                </a:ext>
              </a:extLst>
            </p:cNvPr>
            <p:cNvSpPr>
              <a:spLocks noGrp="1"/>
            </p:cNvSpPr>
            <p:nvPr/>
          </p:nvSpPr>
          <p:spPr>
            <a:xfrm>
              <a:off x="15347357" y="3335793"/>
              <a:ext cx="35243" cy="62799"/>
            </a:xfrm>
            <a:custGeom>
              <a:avLst/>
              <a:gdLst/>
              <a:ahLst/>
              <a:cxnLst/>
              <a:rect l="0" t="0" r="0" b="0"/>
              <a:pathLst>
                <a:path w="35243" h="62799">
                  <a:moveTo>
                    <a:pt x="0" y="0"/>
                  </a:moveTo>
                  <a:lnTo>
                    <a:pt x="35243" y="62799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2" name="Output_receptor__5191">
              <a:extLst>
                <a:ext uri="{FF2B5EF4-FFF2-40B4-BE49-F238E27FC236}">
                  <a16:creationId xmlns:a16="http://schemas.microsoft.com/office/drawing/2014/main" id="{A89EF897-7060-15FB-D0F3-4B85123DF86A}"/>
                </a:ext>
              </a:extLst>
            </p:cNvPr>
            <p:cNvSpPr>
              <a:spLocks noGrp="1"/>
            </p:cNvSpPr>
            <p:nvPr/>
          </p:nvSpPr>
          <p:spPr>
            <a:xfrm>
              <a:off x="16414222" y="4105977"/>
              <a:ext cx="31646" cy="62995"/>
            </a:xfrm>
            <a:custGeom>
              <a:avLst/>
              <a:gdLst/>
              <a:ahLst/>
              <a:cxnLst/>
              <a:rect l="0" t="0" r="0" b="0"/>
              <a:pathLst>
                <a:path w="31646" h="62995">
                  <a:moveTo>
                    <a:pt x="31646" y="0"/>
                  </a:moveTo>
                  <a:lnTo>
                    <a:pt x="0" y="6299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3" name="Output_receptor__5192">
              <a:extLst>
                <a:ext uri="{FF2B5EF4-FFF2-40B4-BE49-F238E27FC236}">
                  <a16:creationId xmlns:a16="http://schemas.microsoft.com/office/drawing/2014/main" id="{C7E11A24-2184-B40B-001D-F07145D94460}"/>
                </a:ext>
              </a:extLst>
            </p:cNvPr>
            <p:cNvSpPr>
              <a:spLocks noGrp="1"/>
            </p:cNvSpPr>
            <p:nvPr/>
          </p:nvSpPr>
          <p:spPr>
            <a:xfrm>
              <a:off x="15621475" y="3964105"/>
              <a:ext cx="60392" cy="38955"/>
            </a:xfrm>
            <a:custGeom>
              <a:avLst/>
              <a:gdLst/>
              <a:ahLst/>
              <a:cxnLst/>
              <a:rect l="0" t="0" r="0" b="0"/>
              <a:pathLst>
                <a:path w="60392" h="38955">
                  <a:moveTo>
                    <a:pt x="60392" y="0"/>
                  </a:moveTo>
                  <a:lnTo>
                    <a:pt x="0" y="3895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4" name="Output_receptor__5193">
              <a:extLst>
                <a:ext uri="{FF2B5EF4-FFF2-40B4-BE49-F238E27FC236}">
                  <a16:creationId xmlns:a16="http://schemas.microsoft.com/office/drawing/2014/main" id="{D57488AA-E6D7-CDEE-36A7-4E1FD93AE783}"/>
                </a:ext>
              </a:extLst>
            </p:cNvPr>
            <p:cNvSpPr>
              <a:spLocks noGrp="1"/>
            </p:cNvSpPr>
            <p:nvPr/>
          </p:nvSpPr>
          <p:spPr>
            <a:xfrm>
              <a:off x="16175391" y="2781910"/>
              <a:ext cx="39570" cy="40795"/>
            </a:xfrm>
            <a:custGeom>
              <a:avLst/>
              <a:gdLst/>
              <a:ahLst/>
              <a:cxnLst/>
              <a:rect l="0" t="0" r="0" b="0"/>
              <a:pathLst>
                <a:path w="39570" h="40795">
                  <a:moveTo>
                    <a:pt x="39570" y="407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5" name="Output_receptor__5194">
              <a:extLst>
                <a:ext uri="{FF2B5EF4-FFF2-40B4-BE49-F238E27FC236}">
                  <a16:creationId xmlns:a16="http://schemas.microsoft.com/office/drawing/2014/main" id="{352C0FDC-C527-BBE1-A438-18736DE7F2A1}"/>
                </a:ext>
              </a:extLst>
            </p:cNvPr>
            <p:cNvSpPr>
              <a:spLocks noGrp="1"/>
            </p:cNvSpPr>
            <p:nvPr/>
          </p:nvSpPr>
          <p:spPr>
            <a:xfrm>
              <a:off x="15642032" y="3229984"/>
              <a:ext cx="38170" cy="45432"/>
            </a:xfrm>
            <a:custGeom>
              <a:avLst/>
              <a:gdLst/>
              <a:ahLst/>
              <a:cxnLst/>
              <a:rect l="0" t="0" r="0" b="0"/>
              <a:pathLst>
                <a:path w="38170" h="45432">
                  <a:moveTo>
                    <a:pt x="38170" y="454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6" name="Output_receptor__5195">
              <a:extLst>
                <a:ext uri="{FF2B5EF4-FFF2-40B4-BE49-F238E27FC236}">
                  <a16:creationId xmlns:a16="http://schemas.microsoft.com/office/drawing/2014/main" id="{7CA66782-99A5-38F4-6953-CB0A5C6864AA}"/>
                </a:ext>
              </a:extLst>
            </p:cNvPr>
            <p:cNvSpPr>
              <a:spLocks noGrp="1"/>
            </p:cNvSpPr>
            <p:nvPr/>
          </p:nvSpPr>
          <p:spPr>
            <a:xfrm>
              <a:off x="15745746" y="2561115"/>
              <a:ext cx="54035" cy="73870"/>
            </a:xfrm>
            <a:custGeom>
              <a:avLst/>
              <a:gdLst/>
              <a:ahLst/>
              <a:cxnLst/>
              <a:rect l="0" t="0" r="0" b="0"/>
              <a:pathLst>
                <a:path w="54035" h="73870">
                  <a:moveTo>
                    <a:pt x="54035" y="738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7" name="Output_receptor__5196">
              <a:extLst>
                <a:ext uri="{FF2B5EF4-FFF2-40B4-BE49-F238E27FC236}">
                  <a16:creationId xmlns:a16="http://schemas.microsoft.com/office/drawing/2014/main" id="{27E4ABCB-5FDD-3CCD-4B1F-A3D4E00E394F}"/>
                </a:ext>
              </a:extLst>
            </p:cNvPr>
            <p:cNvSpPr>
              <a:spLocks noGrp="1"/>
            </p:cNvSpPr>
            <p:nvPr/>
          </p:nvSpPr>
          <p:spPr>
            <a:xfrm>
              <a:off x="16120023" y="2659712"/>
              <a:ext cx="1953" cy="27620"/>
            </a:xfrm>
            <a:custGeom>
              <a:avLst/>
              <a:gdLst/>
              <a:ahLst/>
              <a:cxnLst/>
              <a:rect l="0" t="0" r="0" b="0"/>
              <a:pathLst>
                <a:path w="1953" h="27620">
                  <a:moveTo>
                    <a:pt x="0" y="0"/>
                  </a:moveTo>
                  <a:lnTo>
                    <a:pt x="1953" y="2762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8" name="Output_receptor__5197">
              <a:extLst>
                <a:ext uri="{FF2B5EF4-FFF2-40B4-BE49-F238E27FC236}">
                  <a16:creationId xmlns:a16="http://schemas.microsoft.com/office/drawing/2014/main" id="{9577244E-B28E-19A0-CFA0-1E49AA45B7F1}"/>
                </a:ext>
              </a:extLst>
            </p:cNvPr>
            <p:cNvSpPr>
              <a:spLocks noGrp="1"/>
            </p:cNvSpPr>
            <p:nvPr/>
          </p:nvSpPr>
          <p:spPr>
            <a:xfrm>
              <a:off x="16116905" y="3427406"/>
              <a:ext cx="47657" cy="38577"/>
            </a:xfrm>
            <a:custGeom>
              <a:avLst/>
              <a:gdLst/>
              <a:ahLst/>
              <a:cxnLst/>
              <a:rect l="0" t="0" r="0" b="0"/>
              <a:pathLst>
                <a:path w="47657" h="38577">
                  <a:moveTo>
                    <a:pt x="0" y="0"/>
                  </a:moveTo>
                  <a:lnTo>
                    <a:pt x="47657" y="38577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9" name="Output_receptor__5198">
              <a:extLst>
                <a:ext uri="{FF2B5EF4-FFF2-40B4-BE49-F238E27FC236}">
                  <a16:creationId xmlns:a16="http://schemas.microsoft.com/office/drawing/2014/main" id="{1A1733A6-7448-B0FD-84E3-19BE7D1813FE}"/>
                </a:ext>
              </a:extLst>
            </p:cNvPr>
            <p:cNvSpPr>
              <a:spLocks noGrp="1"/>
            </p:cNvSpPr>
            <p:nvPr/>
          </p:nvSpPr>
          <p:spPr>
            <a:xfrm>
              <a:off x="16167787" y="2580816"/>
              <a:ext cx="22355" cy="936"/>
            </a:xfrm>
            <a:custGeom>
              <a:avLst/>
              <a:gdLst/>
              <a:ahLst/>
              <a:cxnLst/>
              <a:rect l="0" t="0" r="0" b="0"/>
              <a:pathLst>
                <a:path w="22355" h="936">
                  <a:moveTo>
                    <a:pt x="22355" y="0"/>
                  </a:moveTo>
                  <a:lnTo>
                    <a:pt x="0" y="93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0" name="Output_receptor__5199">
              <a:extLst>
                <a:ext uri="{FF2B5EF4-FFF2-40B4-BE49-F238E27FC236}">
                  <a16:creationId xmlns:a16="http://schemas.microsoft.com/office/drawing/2014/main" id="{A76C3F2B-45C0-5451-4F17-6AAECEEB078A}"/>
                </a:ext>
              </a:extLst>
            </p:cNvPr>
            <p:cNvSpPr>
              <a:spLocks noGrp="1"/>
            </p:cNvSpPr>
            <p:nvPr/>
          </p:nvSpPr>
          <p:spPr>
            <a:xfrm>
              <a:off x="15622598" y="2859321"/>
              <a:ext cx="64514" cy="29265"/>
            </a:xfrm>
            <a:custGeom>
              <a:avLst/>
              <a:gdLst/>
              <a:ahLst/>
              <a:cxnLst/>
              <a:rect l="0" t="0" r="0" b="0"/>
              <a:pathLst>
                <a:path w="64514" h="29265">
                  <a:moveTo>
                    <a:pt x="0" y="29265"/>
                  </a:moveTo>
                  <a:lnTo>
                    <a:pt x="6451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1" name="Output_receptor__5200">
              <a:extLst>
                <a:ext uri="{FF2B5EF4-FFF2-40B4-BE49-F238E27FC236}">
                  <a16:creationId xmlns:a16="http://schemas.microsoft.com/office/drawing/2014/main" id="{EEBAF3A9-FB82-5A0C-D1FC-CAD095CC1D93}"/>
                </a:ext>
              </a:extLst>
            </p:cNvPr>
            <p:cNvSpPr>
              <a:spLocks noGrp="1"/>
            </p:cNvSpPr>
            <p:nvPr/>
          </p:nvSpPr>
          <p:spPr>
            <a:xfrm>
              <a:off x="15739077" y="3383495"/>
              <a:ext cx="54683" cy="31497"/>
            </a:xfrm>
            <a:custGeom>
              <a:avLst/>
              <a:gdLst/>
              <a:ahLst/>
              <a:cxnLst/>
              <a:rect l="0" t="0" r="0" b="0"/>
              <a:pathLst>
                <a:path w="54683" h="31497">
                  <a:moveTo>
                    <a:pt x="0" y="0"/>
                  </a:moveTo>
                  <a:lnTo>
                    <a:pt x="54683" y="3149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2" name="Output_receptor__5201">
              <a:extLst>
                <a:ext uri="{FF2B5EF4-FFF2-40B4-BE49-F238E27FC236}">
                  <a16:creationId xmlns:a16="http://schemas.microsoft.com/office/drawing/2014/main" id="{A67408A0-794A-54E6-0973-09EC647D17CC}"/>
                </a:ext>
              </a:extLst>
            </p:cNvPr>
            <p:cNvSpPr>
              <a:spLocks noGrp="1"/>
            </p:cNvSpPr>
            <p:nvPr/>
          </p:nvSpPr>
          <p:spPr>
            <a:xfrm>
              <a:off x="16668311" y="3971355"/>
              <a:ext cx="34959" cy="59693"/>
            </a:xfrm>
            <a:custGeom>
              <a:avLst/>
              <a:gdLst/>
              <a:ahLst/>
              <a:cxnLst/>
              <a:rect l="0" t="0" r="0" b="0"/>
              <a:pathLst>
                <a:path w="34959" h="59693">
                  <a:moveTo>
                    <a:pt x="0" y="59693"/>
                  </a:moveTo>
                  <a:lnTo>
                    <a:pt x="3495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3" name="Output_receptor__5202">
              <a:extLst>
                <a:ext uri="{FF2B5EF4-FFF2-40B4-BE49-F238E27FC236}">
                  <a16:creationId xmlns:a16="http://schemas.microsoft.com/office/drawing/2014/main" id="{C901EE9F-DF75-A59E-4105-7400813B978F}"/>
                </a:ext>
              </a:extLst>
            </p:cNvPr>
            <p:cNvSpPr>
              <a:spLocks noGrp="1"/>
            </p:cNvSpPr>
            <p:nvPr/>
          </p:nvSpPr>
          <p:spPr>
            <a:xfrm>
              <a:off x="15536012" y="3481177"/>
              <a:ext cx="37929" cy="2174"/>
            </a:xfrm>
            <a:custGeom>
              <a:avLst/>
              <a:gdLst/>
              <a:ahLst/>
              <a:cxnLst/>
              <a:rect l="0" t="0" r="0" b="0"/>
              <a:pathLst>
                <a:path w="37929" h="2174">
                  <a:moveTo>
                    <a:pt x="0" y="2174"/>
                  </a:moveTo>
                  <a:lnTo>
                    <a:pt x="3792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4" name="Output_receptor__5203">
              <a:extLst>
                <a:ext uri="{FF2B5EF4-FFF2-40B4-BE49-F238E27FC236}">
                  <a16:creationId xmlns:a16="http://schemas.microsoft.com/office/drawing/2014/main" id="{E565791F-EA8E-9642-B39C-4691B029B6BF}"/>
                </a:ext>
              </a:extLst>
            </p:cNvPr>
            <p:cNvSpPr>
              <a:spLocks noGrp="1"/>
            </p:cNvSpPr>
            <p:nvPr/>
          </p:nvSpPr>
          <p:spPr>
            <a:xfrm>
              <a:off x="16206580" y="2994136"/>
              <a:ext cx="20965" cy="7075"/>
            </a:xfrm>
            <a:custGeom>
              <a:avLst/>
              <a:gdLst/>
              <a:ahLst/>
              <a:cxnLst/>
              <a:rect l="0" t="0" r="0" b="0"/>
              <a:pathLst>
                <a:path w="20965" h="7075">
                  <a:moveTo>
                    <a:pt x="20965" y="7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05" name="Output_receptor__5204">
              <a:extLst>
                <a:ext uri="{FF2B5EF4-FFF2-40B4-BE49-F238E27FC236}">
                  <a16:creationId xmlns:a16="http://schemas.microsoft.com/office/drawing/2014/main" id="{6053AB53-F001-FA55-58C2-1D5C244A9169}"/>
                </a:ext>
              </a:extLst>
            </p:cNvPr>
            <p:cNvSpPr>
              <a:spLocks noGrp="1"/>
            </p:cNvSpPr>
            <p:nvPr/>
          </p:nvSpPr>
          <p:spPr>
            <a:xfrm>
              <a:off x="15912772" y="3268169"/>
              <a:ext cx="54665" cy="48265"/>
            </a:xfrm>
            <a:custGeom>
              <a:avLst/>
              <a:gdLst/>
              <a:ahLst/>
              <a:cxnLst/>
              <a:rect l="0" t="0" r="0" b="0"/>
              <a:pathLst>
                <a:path w="54665" h="48265">
                  <a:moveTo>
                    <a:pt x="54665" y="482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6" name="Output_receptor__5205">
              <a:extLst>
                <a:ext uri="{FF2B5EF4-FFF2-40B4-BE49-F238E27FC236}">
                  <a16:creationId xmlns:a16="http://schemas.microsoft.com/office/drawing/2014/main" id="{326E4758-0D06-5427-E390-8E2A7ABDD905}"/>
                </a:ext>
              </a:extLst>
            </p:cNvPr>
            <p:cNvSpPr>
              <a:spLocks noGrp="1"/>
            </p:cNvSpPr>
            <p:nvPr/>
          </p:nvSpPr>
          <p:spPr>
            <a:xfrm>
              <a:off x="15332197" y="3398593"/>
              <a:ext cx="50402" cy="47113"/>
            </a:xfrm>
            <a:custGeom>
              <a:avLst/>
              <a:gdLst/>
              <a:ahLst/>
              <a:cxnLst/>
              <a:rect l="0" t="0" r="0" b="0"/>
              <a:pathLst>
                <a:path w="50402" h="47113">
                  <a:moveTo>
                    <a:pt x="50402" y="0"/>
                  </a:moveTo>
                  <a:lnTo>
                    <a:pt x="0" y="47113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7" name="Output_receptor__5206">
              <a:extLst>
                <a:ext uri="{FF2B5EF4-FFF2-40B4-BE49-F238E27FC236}">
                  <a16:creationId xmlns:a16="http://schemas.microsoft.com/office/drawing/2014/main" id="{ADE58D90-C19D-E7D9-8603-F878DA943E03}"/>
                </a:ext>
              </a:extLst>
            </p:cNvPr>
            <p:cNvSpPr>
              <a:spLocks noGrp="1"/>
            </p:cNvSpPr>
            <p:nvPr/>
          </p:nvSpPr>
          <p:spPr>
            <a:xfrm>
              <a:off x="16245869" y="3380964"/>
              <a:ext cx="43452" cy="2488"/>
            </a:xfrm>
            <a:custGeom>
              <a:avLst/>
              <a:gdLst/>
              <a:ahLst/>
              <a:cxnLst/>
              <a:rect l="0" t="0" r="0" b="0"/>
              <a:pathLst>
                <a:path w="43452" h="2488">
                  <a:moveTo>
                    <a:pt x="0" y="0"/>
                  </a:moveTo>
                  <a:lnTo>
                    <a:pt x="43452" y="2488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8" name="Output_receptor__5207">
              <a:extLst>
                <a:ext uri="{FF2B5EF4-FFF2-40B4-BE49-F238E27FC236}">
                  <a16:creationId xmlns:a16="http://schemas.microsoft.com/office/drawing/2014/main" id="{CD3909F6-3B3E-5875-4707-43C8B68F5528}"/>
                </a:ext>
              </a:extLst>
            </p:cNvPr>
            <p:cNvSpPr>
              <a:spLocks noGrp="1"/>
            </p:cNvSpPr>
            <p:nvPr/>
          </p:nvSpPr>
          <p:spPr>
            <a:xfrm>
              <a:off x="15703516" y="4011781"/>
              <a:ext cx="23699" cy="57779"/>
            </a:xfrm>
            <a:custGeom>
              <a:avLst/>
              <a:gdLst/>
              <a:ahLst/>
              <a:cxnLst/>
              <a:rect l="0" t="0" r="0" b="0"/>
              <a:pathLst>
                <a:path w="23699" h="57779">
                  <a:moveTo>
                    <a:pt x="0" y="57779"/>
                  </a:moveTo>
                  <a:lnTo>
                    <a:pt x="2369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9" name="Output_receptor__5208">
              <a:extLst>
                <a:ext uri="{FF2B5EF4-FFF2-40B4-BE49-F238E27FC236}">
                  <a16:creationId xmlns:a16="http://schemas.microsoft.com/office/drawing/2014/main" id="{DA24BA11-4150-A7A1-A8D4-A51502E6B186}"/>
                </a:ext>
              </a:extLst>
            </p:cNvPr>
            <p:cNvSpPr>
              <a:spLocks noGrp="1"/>
            </p:cNvSpPr>
            <p:nvPr/>
          </p:nvSpPr>
          <p:spPr>
            <a:xfrm>
              <a:off x="15970308" y="2289051"/>
              <a:ext cx="45004" cy="32628"/>
            </a:xfrm>
            <a:custGeom>
              <a:avLst/>
              <a:gdLst/>
              <a:ahLst/>
              <a:cxnLst/>
              <a:rect l="0" t="0" r="0" b="0"/>
              <a:pathLst>
                <a:path w="45004" h="32628">
                  <a:moveTo>
                    <a:pt x="0" y="32628"/>
                  </a:moveTo>
                  <a:lnTo>
                    <a:pt x="4500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0" name="Output_receptor__5209">
              <a:extLst>
                <a:ext uri="{FF2B5EF4-FFF2-40B4-BE49-F238E27FC236}">
                  <a16:creationId xmlns:a16="http://schemas.microsoft.com/office/drawing/2014/main" id="{6A62D619-15BF-6315-76FA-80B8A12843B3}"/>
                </a:ext>
              </a:extLst>
            </p:cNvPr>
            <p:cNvSpPr>
              <a:spLocks noGrp="1"/>
            </p:cNvSpPr>
            <p:nvPr/>
          </p:nvSpPr>
          <p:spPr>
            <a:xfrm>
              <a:off x="16304011" y="4018014"/>
              <a:ext cx="63479" cy="7169"/>
            </a:xfrm>
            <a:custGeom>
              <a:avLst/>
              <a:gdLst/>
              <a:ahLst/>
              <a:cxnLst/>
              <a:rect l="0" t="0" r="0" b="0"/>
              <a:pathLst>
                <a:path w="63479" h="7169">
                  <a:moveTo>
                    <a:pt x="0" y="7169"/>
                  </a:moveTo>
                  <a:lnTo>
                    <a:pt x="6347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1" name="Output_receptor__5210">
              <a:extLst>
                <a:ext uri="{FF2B5EF4-FFF2-40B4-BE49-F238E27FC236}">
                  <a16:creationId xmlns:a16="http://schemas.microsoft.com/office/drawing/2014/main" id="{2E7B5EDA-D4AA-E3D0-4118-BE6887AC832C}"/>
                </a:ext>
              </a:extLst>
            </p:cNvPr>
            <p:cNvSpPr>
              <a:spLocks noGrp="1"/>
            </p:cNvSpPr>
            <p:nvPr/>
          </p:nvSpPr>
          <p:spPr>
            <a:xfrm>
              <a:off x="16084592" y="3806575"/>
              <a:ext cx="10158" cy="17561"/>
            </a:xfrm>
            <a:custGeom>
              <a:avLst/>
              <a:gdLst/>
              <a:ahLst/>
              <a:cxnLst/>
              <a:rect l="0" t="0" r="0" b="0"/>
              <a:pathLst>
                <a:path w="10158" h="17561">
                  <a:moveTo>
                    <a:pt x="10158" y="175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12" name="Output_receptor__5211">
              <a:extLst>
                <a:ext uri="{FF2B5EF4-FFF2-40B4-BE49-F238E27FC236}">
                  <a16:creationId xmlns:a16="http://schemas.microsoft.com/office/drawing/2014/main" id="{15EC2476-B6DB-9AF7-6992-DE6AE4EFFA38}"/>
                </a:ext>
              </a:extLst>
            </p:cNvPr>
            <p:cNvSpPr>
              <a:spLocks noGrp="1"/>
            </p:cNvSpPr>
            <p:nvPr/>
          </p:nvSpPr>
          <p:spPr>
            <a:xfrm>
              <a:off x="15929595" y="3316434"/>
              <a:ext cx="37842" cy="61299"/>
            </a:xfrm>
            <a:custGeom>
              <a:avLst/>
              <a:gdLst/>
              <a:ahLst/>
              <a:cxnLst/>
              <a:rect l="0" t="0" r="0" b="0"/>
              <a:pathLst>
                <a:path w="37842" h="61299">
                  <a:moveTo>
                    <a:pt x="0" y="61299"/>
                  </a:moveTo>
                  <a:lnTo>
                    <a:pt x="37842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3" name="Output_receptor__5212">
              <a:extLst>
                <a:ext uri="{FF2B5EF4-FFF2-40B4-BE49-F238E27FC236}">
                  <a16:creationId xmlns:a16="http://schemas.microsoft.com/office/drawing/2014/main" id="{B095DC88-8C82-BD58-8328-E833E7D8C8D5}"/>
                </a:ext>
              </a:extLst>
            </p:cNvPr>
            <p:cNvSpPr>
              <a:spLocks noGrp="1"/>
            </p:cNvSpPr>
            <p:nvPr/>
          </p:nvSpPr>
          <p:spPr>
            <a:xfrm>
              <a:off x="15643967" y="4277192"/>
              <a:ext cx="35124" cy="43308"/>
            </a:xfrm>
            <a:custGeom>
              <a:avLst/>
              <a:gdLst/>
              <a:ahLst/>
              <a:cxnLst/>
              <a:rect l="0" t="0" r="0" b="0"/>
              <a:pathLst>
                <a:path w="35124" h="43308">
                  <a:moveTo>
                    <a:pt x="35124" y="0"/>
                  </a:moveTo>
                  <a:lnTo>
                    <a:pt x="0" y="43308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4" name="Output_receptor__5213">
              <a:extLst>
                <a:ext uri="{FF2B5EF4-FFF2-40B4-BE49-F238E27FC236}">
                  <a16:creationId xmlns:a16="http://schemas.microsoft.com/office/drawing/2014/main" id="{C07F0EDC-87DA-2B28-958B-86F09B0E09C6}"/>
                </a:ext>
              </a:extLst>
            </p:cNvPr>
            <p:cNvSpPr>
              <a:spLocks noGrp="1"/>
            </p:cNvSpPr>
            <p:nvPr/>
          </p:nvSpPr>
          <p:spPr>
            <a:xfrm>
              <a:off x="15681867" y="3964105"/>
              <a:ext cx="45348" cy="47676"/>
            </a:xfrm>
            <a:custGeom>
              <a:avLst/>
              <a:gdLst/>
              <a:ahLst/>
              <a:cxnLst/>
              <a:rect l="0" t="0" r="0" b="0"/>
              <a:pathLst>
                <a:path w="45348" h="47676">
                  <a:moveTo>
                    <a:pt x="45348" y="476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5" name="Output_receptor__5214">
              <a:extLst>
                <a:ext uri="{FF2B5EF4-FFF2-40B4-BE49-F238E27FC236}">
                  <a16:creationId xmlns:a16="http://schemas.microsoft.com/office/drawing/2014/main" id="{90753C8A-6776-D6A9-C258-357A32CF474F}"/>
                </a:ext>
              </a:extLst>
            </p:cNvPr>
            <p:cNvSpPr>
              <a:spLocks noGrp="1"/>
            </p:cNvSpPr>
            <p:nvPr/>
          </p:nvSpPr>
          <p:spPr>
            <a:xfrm>
              <a:off x="15864687" y="2810359"/>
              <a:ext cx="35346" cy="27537"/>
            </a:xfrm>
            <a:custGeom>
              <a:avLst/>
              <a:gdLst/>
              <a:ahLst/>
              <a:cxnLst/>
              <a:rect l="0" t="0" r="0" b="0"/>
              <a:pathLst>
                <a:path w="35346" h="27537">
                  <a:moveTo>
                    <a:pt x="0" y="0"/>
                  </a:moveTo>
                  <a:lnTo>
                    <a:pt x="35346" y="2753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6" name="Output_receptor__5215">
              <a:extLst>
                <a:ext uri="{FF2B5EF4-FFF2-40B4-BE49-F238E27FC236}">
                  <a16:creationId xmlns:a16="http://schemas.microsoft.com/office/drawing/2014/main" id="{E36C2E7B-A044-19D2-891D-76A49001490C}"/>
                </a:ext>
              </a:extLst>
            </p:cNvPr>
            <p:cNvSpPr>
              <a:spLocks noGrp="1"/>
            </p:cNvSpPr>
            <p:nvPr/>
          </p:nvSpPr>
          <p:spPr>
            <a:xfrm>
              <a:off x="16258551" y="2567748"/>
              <a:ext cx="688" cy="42031"/>
            </a:xfrm>
            <a:custGeom>
              <a:avLst/>
              <a:gdLst/>
              <a:ahLst/>
              <a:cxnLst/>
              <a:rect l="0" t="0" r="0" b="0"/>
              <a:pathLst>
                <a:path w="688" h="42031">
                  <a:moveTo>
                    <a:pt x="0" y="42031"/>
                  </a:moveTo>
                  <a:lnTo>
                    <a:pt x="688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7" name="Output_receptor__5216">
              <a:extLst>
                <a:ext uri="{FF2B5EF4-FFF2-40B4-BE49-F238E27FC236}">
                  <a16:creationId xmlns:a16="http://schemas.microsoft.com/office/drawing/2014/main" id="{46F7ED74-85CC-44F3-A086-65B6A2851346}"/>
                </a:ext>
              </a:extLst>
            </p:cNvPr>
            <p:cNvSpPr>
              <a:spLocks noGrp="1"/>
            </p:cNvSpPr>
            <p:nvPr/>
          </p:nvSpPr>
          <p:spPr>
            <a:xfrm>
              <a:off x="16010384" y="2225897"/>
              <a:ext cx="4929" cy="63153"/>
            </a:xfrm>
            <a:custGeom>
              <a:avLst/>
              <a:gdLst/>
              <a:ahLst/>
              <a:cxnLst/>
              <a:rect l="0" t="0" r="0" b="0"/>
              <a:pathLst>
                <a:path w="4929" h="63153">
                  <a:moveTo>
                    <a:pt x="4929" y="631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8" name="Output_receptor__5217">
              <a:extLst>
                <a:ext uri="{FF2B5EF4-FFF2-40B4-BE49-F238E27FC236}">
                  <a16:creationId xmlns:a16="http://schemas.microsoft.com/office/drawing/2014/main" id="{DD3CCC26-0FBA-C81A-F395-898D667BC7FF}"/>
                </a:ext>
              </a:extLst>
            </p:cNvPr>
            <p:cNvSpPr>
              <a:spLocks noGrp="1"/>
            </p:cNvSpPr>
            <p:nvPr/>
          </p:nvSpPr>
          <p:spPr>
            <a:xfrm>
              <a:off x="16451374" y="3552337"/>
              <a:ext cx="47809" cy="45363"/>
            </a:xfrm>
            <a:custGeom>
              <a:avLst/>
              <a:gdLst/>
              <a:ahLst/>
              <a:cxnLst/>
              <a:rect l="0" t="0" r="0" b="0"/>
              <a:pathLst>
                <a:path w="47809" h="45363">
                  <a:moveTo>
                    <a:pt x="0" y="0"/>
                  </a:moveTo>
                  <a:lnTo>
                    <a:pt x="47809" y="45363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9" name="Output_receptor__5218">
              <a:extLst>
                <a:ext uri="{FF2B5EF4-FFF2-40B4-BE49-F238E27FC236}">
                  <a16:creationId xmlns:a16="http://schemas.microsoft.com/office/drawing/2014/main" id="{4B6D7F4D-C2C5-F536-9C43-9302096CE0D8}"/>
                </a:ext>
              </a:extLst>
            </p:cNvPr>
            <p:cNvSpPr>
              <a:spLocks noGrp="1"/>
            </p:cNvSpPr>
            <p:nvPr/>
          </p:nvSpPr>
          <p:spPr>
            <a:xfrm>
              <a:off x="16373717" y="2574824"/>
              <a:ext cx="8365" cy="23195"/>
            </a:xfrm>
            <a:custGeom>
              <a:avLst/>
              <a:gdLst/>
              <a:ahLst/>
              <a:cxnLst/>
              <a:rect l="0" t="0" r="0" b="0"/>
              <a:pathLst>
                <a:path w="8365" h="23195">
                  <a:moveTo>
                    <a:pt x="0" y="0"/>
                  </a:moveTo>
                  <a:lnTo>
                    <a:pt x="8365" y="23195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20" name="Output_receptor__5219">
              <a:extLst>
                <a:ext uri="{FF2B5EF4-FFF2-40B4-BE49-F238E27FC236}">
                  <a16:creationId xmlns:a16="http://schemas.microsoft.com/office/drawing/2014/main" id="{2048E196-4C3E-B8D6-0B56-06765C413358}"/>
                </a:ext>
              </a:extLst>
            </p:cNvPr>
            <p:cNvSpPr>
              <a:spLocks noGrp="1"/>
            </p:cNvSpPr>
            <p:nvPr/>
          </p:nvSpPr>
          <p:spPr>
            <a:xfrm>
              <a:off x="15608700" y="2992817"/>
              <a:ext cx="44121" cy="52867"/>
            </a:xfrm>
            <a:custGeom>
              <a:avLst/>
              <a:gdLst/>
              <a:ahLst/>
              <a:cxnLst/>
              <a:rect l="0" t="0" r="0" b="0"/>
              <a:pathLst>
                <a:path w="44121" h="52867">
                  <a:moveTo>
                    <a:pt x="0" y="52867"/>
                  </a:moveTo>
                  <a:lnTo>
                    <a:pt x="44121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21" name="Output_receptor__5220">
              <a:extLst>
                <a:ext uri="{FF2B5EF4-FFF2-40B4-BE49-F238E27FC236}">
                  <a16:creationId xmlns:a16="http://schemas.microsoft.com/office/drawing/2014/main" id="{23522A33-8893-42F8-DE1C-7D7B0F02B9AB}"/>
                </a:ext>
              </a:extLst>
            </p:cNvPr>
            <p:cNvSpPr>
              <a:spLocks noGrp="1"/>
            </p:cNvSpPr>
            <p:nvPr/>
          </p:nvSpPr>
          <p:spPr>
            <a:xfrm>
              <a:off x="16161045" y="2367871"/>
              <a:ext cx="14964" cy="51258"/>
            </a:xfrm>
            <a:custGeom>
              <a:avLst/>
              <a:gdLst/>
              <a:ahLst/>
              <a:cxnLst/>
              <a:rect l="0" t="0" r="0" b="0"/>
              <a:pathLst>
                <a:path w="14964" h="51258">
                  <a:moveTo>
                    <a:pt x="0" y="0"/>
                  </a:moveTo>
                  <a:lnTo>
                    <a:pt x="14964" y="51258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22" name="Output_receptor__5221">
              <a:extLst>
                <a:ext uri="{FF2B5EF4-FFF2-40B4-BE49-F238E27FC236}">
                  <a16:creationId xmlns:a16="http://schemas.microsoft.com/office/drawing/2014/main" id="{2FED69BC-C6D4-43E2-81B1-391F797C2E93}"/>
                </a:ext>
              </a:extLst>
            </p:cNvPr>
            <p:cNvSpPr>
              <a:spLocks noGrp="1"/>
            </p:cNvSpPr>
            <p:nvPr/>
          </p:nvSpPr>
          <p:spPr>
            <a:xfrm>
              <a:off x="15758061" y="2698514"/>
              <a:ext cx="9975" cy="46173"/>
            </a:xfrm>
            <a:custGeom>
              <a:avLst/>
              <a:gdLst/>
              <a:ahLst/>
              <a:cxnLst/>
              <a:rect l="0" t="0" r="0" b="0"/>
              <a:pathLst>
                <a:path w="9975" h="46173">
                  <a:moveTo>
                    <a:pt x="0" y="46173"/>
                  </a:moveTo>
                  <a:lnTo>
                    <a:pt x="997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23" name="Output_receptor__5222">
              <a:extLst>
                <a:ext uri="{FF2B5EF4-FFF2-40B4-BE49-F238E27FC236}">
                  <a16:creationId xmlns:a16="http://schemas.microsoft.com/office/drawing/2014/main" id="{905B3289-27E1-62B8-4BD1-9113826AE5CB}"/>
                </a:ext>
              </a:extLst>
            </p:cNvPr>
            <p:cNvSpPr>
              <a:spLocks noGrp="1"/>
            </p:cNvSpPr>
            <p:nvPr/>
          </p:nvSpPr>
          <p:spPr>
            <a:xfrm>
              <a:off x="16051171" y="3075735"/>
              <a:ext cx="67636" cy="25575"/>
            </a:xfrm>
            <a:custGeom>
              <a:avLst/>
              <a:gdLst/>
              <a:ahLst/>
              <a:cxnLst/>
              <a:rect l="0" t="0" r="0" b="0"/>
              <a:pathLst>
                <a:path w="67636" h="25575">
                  <a:moveTo>
                    <a:pt x="0" y="0"/>
                  </a:moveTo>
                  <a:lnTo>
                    <a:pt x="67636" y="2557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4" name="Output_receptor__5223">
              <a:extLst>
                <a:ext uri="{FF2B5EF4-FFF2-40B4-BE49-F238E27FC236}">
                  <a16:creationId xmlns:a16="http://schemas.microsoft.com/office/drawing/2014/main" id="{0116736D-5CAD-4A6F-6C05-A05C7528F2BD}"/>
                </a:ext>
              </a:extLst>
            </p:cNvPr>
            <p:cNvSpPr>
              <a:spLocks noGrp="1"/>
            </p:cNvSpPr>
            <p:nvPr/>
          </p:nvSpPr>
          <p:spPr>
            <a:xfrm>
              <a:off x="15790154" y="3617444"/>
              <a:ext cx="59562" cy="12508"/>
            </a:xfrm>
            <a:custGeom>
              <a:avLst/>
              <a:gdLst/>
              <a:ahLst/>
              <a:cxnLst/>
              <a:rect l="0" t="0" r="0" b="0"/>
              <a:pathLst>
                <a:path w="59562" h="12508">
                  <a:moveTo>
                    <a:pt x="59562" y="12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5" name="Output_receptor__5224">
              <a:extLst>
                <a:ext uri="{FF2B5EF4-FFF2-40B4-BE49-F238E27FC236}">
                  <a16:creationId xmlns:a16="http://schemas.microsoft.com/office/drawing/2014/main" id="{BB99FB45-840F-9DC2-C9CB-35B5659BC4C6}"/>
                </a:ext>
              </a:extLst>
            </p:cNvPr>
            <p:cNvSpPr>
              <a:spLocks noGrp="1"/>
            </p:cNvSpPr>
            <p:nvPr/>
          </p:nvSpPr>
          <p:spPr>
            <a:xfrm>
              <a:off x="15522352" y="3568449"/>
              <a:ext cx="58408" cy="5618"/>
            </a:xfrm>
            <a:custGeom>
              <a:avLst/>
              <a:gdLst/>
              <a:ahLst/>
              <a:cxnLst/>
              <a:rect l="0" t="0" r="0" b="0"/>
              <a:pathLst>
                <a:path w="58408" h="5618">
                  <a:moveTo>
                    <a:pt x="0" y="0"/>
                  </a:moveTo>
                  <a:lnTo>
                    <a:pt x="58408" y="561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6" name="Output_receptor__5225">
              <a:extLst>
                <a:ext uri="{FF2B5EF4-FFF2-40B4-BE49-F238E27FC236}">
                  <a16:creationId xmlns:a16="http://schemas.microsoft.com/office/drawing/2014/main" id="{0DC0C902-5BDE-8071-25A2-51E19AA79790}"/>
                </a:ext>
              </a:extLst>
            </p:cNvPr>
            <p:cNvSpPr>
              <a:spLocks noGrp="1"/>
            </p:cNvSpPr>
            <p:nvPr/>
          </p:nvSpPr>
          <p:spPr>
            <a:xfrm>
              <a:off x="16345300" y="4084213"/>
              <a:ext cx="16265" cy="23731"/>
            </a:xfrm>
            <a:custGeom>
              <a:avLst/>
              <a:gdLst/>
              <a:ahLst/>
              <a:cxnLst/>
              <a:rect l="0" t="0" r="0" b="0"/>
              <a:pathLst>
                <a:path w="16265" h="23731">
                  <a:moveTo>
                    <a:pt x="16265" y="0"/>
                  </a:moveTo>
                  <a:lnTo>
                    <a:pt x="0" y="2373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7" name="Output_receptor__5226">
              <a:extLst>
                <a:ext uri="{FF2B5EF4-FFF2-40B4-BE49-F238E27FC236}">
                  <a16:creationId xmlns:a16="http://schemas.microsoft.com/office/drawing/2014/main" id="{9DEB0787-019E-4020-C0AB-839003C2D6E7}"/>
                </a:ext>
              </a:extLst>
            </p:cNvPr>
            <p:cNvSpPr>
              <a:spLocks noGrp="1"/>
            </p:cNvSpPr>
            <p:nvPr/>
          </p:nvSpPr>
          <p:spPr>
            <a:xfrm>
              <a:off x="16593840" y="3858034"/>
              <a:ext cx="67414" cy="14311"/>
            </a:xfrm>
            <a:custGeom>
              <a:avLst/>
              <a:gdLst/>
              <a:ahLst/>
              <a:cxnLst/>
              <a:rect l="0" t="0" r="0" b="0"/>
              <a:pathLst>
                <a:path w="67414" h="14311">
                  <a:moveTo>
                    <a:pt x="67414" y="143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8" name="Output_receptor__5227">
              <a:extLst>
                <a:ext uri="{FF2B5EF4-FFF2-40B4-BE49-F238E27FC236}">
                  <a16:creationId xmlns:a16="http://schemas.microsoft.com/office/drawing/2014/main" id="{A55983D0-C5BF-4432-4572-FA844DA05DB5}"/>
                </a:ext>
              </a:extLst>
            </p:cNvPr>
            <p:cNvSpPr>
              <a:spLocks noGrp="1"/>
            </p:cNvSpPr>
            <p:nvPr/>
          </p:nvSpPr>
          <p:spPr>
            <a:xfrm>
              <a:off x="16409298" y="3105005"/>
              <a:ext cx="4595" cy="50848"/>
            </a:xfrm>
            <a:custGeom>
              <a:avLst/>
              <a:gdLst/>
              <a:ahLst/>
              <a:cxnLst/>
              <a:rect l="0" t="0" r="0" b="0"/>
              <a:pathLst>
                <a:path w="4595" h="50848">
                  <a:moveTo>
                    <a:pt x="0" y="50848"/>
                  </a:moveTo>
                  <a:lnTo>
                    <a:pt x="459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29" name="Output_receptor__5228">
              <a:extLst>
                <a:ext uri="{FF2B5EF4-FFF2-40B4-BE49-F238E27FC236}">
                  <a16:creationId xmlns:a16="http://schemas.microsoft.com/office/drawing/2014/main" id="{7F8AC98B-1A96-CD22-CEEE-BCA22D0E7BDC}"/>
                </a:ext>
              </a:extLst>
            </p:cNvPr>
            <p:cNvSpPr>
              <a:spLocks noGrp="1"/>
            </p:cNvSpPr>
            <p:nvPr/>
          </p:nvSpPr>
          <p:spPr>
            <a:xfrm>
              <a:off x="16272386" y="4025183"/>
              <a:ext cx="31625" cy="17273"/>
            </a:xfrm>
            <a:custGeom>
              <a:avLst/>
              <a:gdLst/>
              <a:ahLst/>
              <a:cxnLst/>
              <a:rect l="0" t="0" r="0" b="0"/>
              <a:pathLst>
                <a:path w="31625" h="17273">
                  <a:moveTo>
                    <a:pt x="0" y="17273"/>
                  </a:moveTo>
                  <a:lnTo>
                    <a:pt x="3162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0" name="Output_receptor__5229">
              <a:extLst>
                <a:ext uri="{FF2B5EF4-FFF2-40B4-BE49-F238E27FC236}">
                  <a16:creationId xmlns:a16="http://schemas.microsoft.com/office/drawing/2014/main" id="{F4197E81-AA70-6B11-E8B4-CBCE24A98427}"/>
                </a:ext>
              </a:extLst>
            </p:cNvPr>
            <p:cNvSpPr>
              <a:spLocks noGrp="1"/>
            </p:cNvSpPr>
            <p:nvPr/>
          </p:nvSpPr>
          <p:spPr>
            <a:xfrm>
              <a:off x="16232097" y="2609779"/>
              <a:ext cx="26454" cy="54450"/>
            </a:xfrm>
            <a:custGeom>
              <a:avLst/>
              <a:gdLst/>
              <a:ahLst/>
              <a:cxnLst/>
              <a:rect l="0" t="0" r="0" b="0"/>
              <a:pathLst>
                <a:path w="26454" h="54450">
                  <a:moveTo>
                    <a:pt x="0" y="54450"/>
                  </a:moveTo>
                  <a:lnTo>
                    <a:pt x="2645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1" name="Output_receptor__5230">
              <a:extLst>
                <a:ext uri="{FF2B5EF4-FFF2-40B4-BE49-F238E27FC236}">
                  <a16:creationId xmlns:a16="http://schemas.microsoft.com/office/drawing/2014/main" id="{C6B19C52-FA25-F73F-8BA5-0AA26991634D}"/>
                </a:ext>
              </a:extLst>
            </p:cNvPr>
            <p:cNvSpPr>
              <a:spLocks noGrp="1"/>
            </p:cNvSpPr>
            <p:nvPr/>
          </p:nvSpPr>
          <p:spPr>
            <a:xfrm>
              <a:off x="15435608" y="3754872"/>
              <a:ext cx="26155" cy="60536"/>
            </a:xfrm>
            <a:custGeom>
              <a:avLst/>
              <a:gdLst/>
              <a:ahLst/>
              <a:cxnLst/>
              <a:rect l="0" t="0" r="0" b="0"/>
              <a:pathLst>
                <a:path w="26155" h="60536">
                  <a:moveTo>
                    <a:pt x="0" y="60536"/>
                  </a:moveTo>
                  <a:lnTo>
                    <a:pt x="2615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2" name="Output_receptor__5231">
              <a:extLst>
                <a:ext uri="{FF2B5EF4-FFF2-40B4-BE49-F238E27FC236}">
                  <a16:creationId xmlns:a16="http://schemas.microsoft.com/office/drawing/2014/main" id="{47D777A7-DB48-59B5-4B21-37B59F79C60F}"/>
                </a:ext>
              </a:extLst>
            </p:cNvPr>
            <p:cNvSpPr>
              <a:spLocks noGrp="1"/>
            </p:cNvSpPr>
            <p:nvPr/>
          </p:nvSpPr>
          <p:spPr>
            <a:xfrm>
              <a:off x="15602234" y="2888586"/>
              <a:ext cx="20364" cy="43482"/>
            </a:xfrm>
            <a:custGeom>
              <a:avLst/>
              <a:gdLst/>
              <a:ahLst/>
              <a:cxnLst/>
              <a:rect l="0" t="0" r="0" b="0"/>
              <a:pathLst>
                <a:path w="20364" h="43482">
                  <a:moveTo>
                    <a:pt x="0" y="43482"/>
                  </a:moveTo>
                  <a:lnTo>
                    <a:pt x="2036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3" name="Output_receptor__5232">
              <a:extLst>
                <a:ext uri="{FF2B5EF4-FFF2-40B4-BE49-F238E27FC236}">
                  <a16:creationId xmlns:a16="http://schemas.microsoft.com/office/drawing/2014/main" id="{5791CAA5-5CF7-E929-77CE-69275751DC0C}"/>
                </a:ext>
              </a:extLst>
            </p:cNvPr>
            <p:cNvSpPr>
              <a:spLocks noGrp="1"/>
            </p:cNvSpPr>
            <p:nvPr/>
          </p:nvSpPr>
          <p:spPr>
            <a:xfrm>
              <a:off x="15740237" y="3724183"/>
              <a:ext cx="24699" cy="65979"/>
            </a:xfrm>
            <a:custGeom>
              <a:avLst/>
              <a:gdLst/>
              <a:ahLst/>
              <a:cxnLst/>
              <a:rect l="0" t="0" r="0" b="0"/>
              <a:pathLst>
                <a:path w="24699" h="65979">
                  <a:moveTo>
                    <a:pt x="0" y="65979"/>
                  </a:moveTo>
                  <a:lnTo>
                    <a:pt x="2469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4" name="Output_receptor__5233">
              <a:extLst>
                <a:ext uri="{FF2B5EF4-FFF2-40B4-BE49-F238E27FC236}">
                  <a16:creationId xmlns:a16="http://schemas.microsoft.com/office/drawing/2014/main" id="{C65618B4-00E6-5A2B-571A-16C41BBBE44C}"/>
                </a:ext>
              </a:extLst>
            </p:cNvPr>
            <p:cNvSpPr>
              <a:spLocks noGrp="1"/>
            </p:cNvSpPr>
            <p:nvPr/>
          </p:nvSpPr>
          <p:spPr>
            <a:xfrm>
              <a:off x="16268926" y="3295314"/>
              <a:ext cx="47772" cy="2961"/>
            </a:xfrm>
            <a:custGeom>
              <a:avLst/>
              <a:gdLst/>
              <a:ahLst/>
              <a:cxnLst/>
              <a:rect l="0" t="0" r="0" b="0"/>
              <a:pathLst>
                <a:path w="47772" h="2961">
                  <a:moveTo>
                    <a:pt x="0" y="0"/>
                  </a:moveTo>
                  <a:lnTo>
                    <a:pt x="47772" y="2961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5" name="Output_receptor__5234">
              <a:extLst>
                <a:ext uri="{FF2B5EF4-FFF2-40B4-BE49-F238E27FC236}">
                  <a16:creationId xmlns:a16="http://schemas.microsoft.com/office/drawing/2014/main" id="{F1A5ED57-DC9B-7649-EE04-6F73E8690C02}"/>
                </a:ext>
              </a:extLst>
            </p:cNvPr>
            <p:cNvSpPr>
              <a:spLocks noGrp="1"/>
            </p:cNvSpPr>
            <p:nvPr/>
          </p:nvSpPr>
          <p:spPr>
            <a:xfrm>
              <a:off x="16232109" y="3525187"/>
              <a:ext cx="44358" cy="51130"/>
            </a:xfrm>
            <a:custGeom>
              <a:avLst/>
              <a:gdLst/>
              <a:ahLst/>
              <a:cxnLst/>
              <a:rect l="0" t="0" r="0" b="0"/>
              <a:pathLst>
                <a:path w="44358" h="51130">
                  <a:moveTo>
                    <a:pt x="44358" y="0"/>
                  </a:moveTo>
                  <a:lnTo>
                    <a:pt x="0" y="5113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6" name="Output_receptor__5235">
              <a:extLst>
                <a:ext uri="{FF2B5EF4-FFF2-40B4-BE49-F238E27FC236}">
                  <a16:creationId xmlns:a16="http://schemas.microsoft.com/office/drawing/2014/main" id="{AF861276-B6E9-34A3-5A7F-DECFA9731782}"/>
                </a:ext>
              </a:extLst>
            </p:cNvPr>
            <p:cNvSpPr>
              <a:spLocks noGrp="1"/>
            </p:cNvSpPr>
            <p:nvPr/>
          </p:nvSpPr>
          <p:spPr>
            <a:xfrm>
              <a:off x="16124881" y="2781910"/>
              <a:ext cx="50510" cy="50904"/>
            </a:xfrm>
            <a:custGeom>
              <a:avLst/>
              <a:gdLst/>
              <a:ahLst/>
              <a:cxnLst/>
              <a:rect l="0" t="0" r="0" b="0"/>
              <a:pathLst>
                <a:path w="50510" h="50904">
                  <a:moveTo>
                    <a:pt x="50510" y="0"/>
                  </a:moveTo>
                  <a:lnTo>
                    <a:pt x="0" y="50904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7" name="Output_receptor__5236">
              <a:extLst>
                <a:ext uri="{FF2B5EF4-FFF2-40B4-BE49-F238E27FC236}">
                  <a16:creationId xmlns:a16="http://schemas.microsoft.com/office/drawing/2014/main" id="{E39B4F12-7D86-6568-0925-660D045C467F}"/>
                </a:ext>
              </a:extLst>
            </p:cNvPr>
            <p:cNvSpPr>
              <a:spLocks noGrp="1"/>
            </p:cNvSpPr>
            <p:nvPr/>
          </p:nvSpPr>
          <p:spPr>
            <a:xfrm>
              <a:off x="15354390" y="3616910"/>
              <a:ext cx="36257" cy="19684"/>
            </a:xfrm>
            <a:custGeom>
              <a:avLst/>
              <a:gdLst/>
              <a:ahLst/>
              <a:cxnLst/>
              <a:rect l="0" t="0" r="0" b="0"/>
              <a:pathLst>
                <a:path w="36257" h="19684">
                  <a:moveTo>
                    <a:pt x="36257" y="1968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8" name="Output_receptor__5237">
              <a:extLst>
                <a:ext uri="{FF2B5EF4-FFF2-40B4-BE49-F238E27FC236}">
                  <a16:creationId xmlns:a16="http://schemas.microsoft.com/office/drawing/2014/main" id="{1E5F59AD-3D85-C04C-90A7-635A07646398}"/>
                </a:ext>
              </a:extLst>
            </p:cNvPr>
            <p:cNvSpPr>
              <a:spLocks noGrp="1"/>
            </p:cNvSpPr>
            <p:nvPr/>
          </p:nvSpPr>
          <p:spPr>
            <a:xfrm>
              <a:off x="15588138" y="2623545"/>
              <a:ext cx="68813" cy="6035"/>
            </a:xfrm>
            <a:custGeom>
              <a:avLst/>
              <a:gdLst/>
              <a:ahLst/>
              <a:cxnLst/>
              <a:rect l="0" t="0" r="0" b="0"/>
              <a:pathLst>
                <a:path w="68813" h="6035">
                  <a:moveTo>
                    <a:pt x="68813" y="60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9" name="Output_receptor__5238">
              <a:extLst>
                <a:ext uri="{FF2B5EF4-FFF2-40B4-BE49-F238E27FC236}">
                  <a16:creationId xmlns:a16="http://schemas.microsoft.com/office/drawing/2014/main" id="{48CBC1DF-7FB5-50BA-FBA4-F96793D8C66E}"/>
                </a:ext>
              </a:extLst>
            </p:cNvPr>
            <p:cNvSpPr>
              <a:spLocks noGrp="1"/>
            </p:cNvSpPr>
            <p:nvPr/>
          </p:nvSpPr>
          <p:spPr>
            <a:xfrm>
              <a:off x="15797166" y="2848304"/>
              <a:ext cx="34817" cy="62664"/>
            </a:xfrm>
            <a:custGeom>
              <a:avLst/>
              <a:gdLst/>
              <a:ahLst/>
              <a:cxnLst/>
              <a:rect l="0" t="0" r="0" b="0"/>
              <a:pathLst>
                <a:path w="34817" h="62664">
                  <a:moveTo>
                    <a:pt x="0" y="0"/>
                  </a:moveTo>
                  <a:lnTo>
                    <a:pt x="34817" y="62664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0" name="Output_receptor__5239">
              <a:extLst>
                <a:ext uri="{FF2B5EF4-FFF2-40B4-BE49-F238E27FC236}">
                  <a16:creationId xmlns:a16="http://schemas.microsoft.com/office/drawing/2014/main" id="{A067BE6B-6A9B-5D16-E628-8EF8C30E7E52}"/>
                </a:ext>
              </a:extLst>
            </p:cNvPr>
            <p:cNvSpPr>
              <a:spLocks noGrp="1"/>
            </p:cNvSpPr>
            <p:nvPr/>
          </p:nvSpPr>
          <p:spPr>
            <a:xfrm>
              <a:off x="15465445" y="3299238"/>
              <a:ext cx="71039" cy="13360"/>
            </a:xfrm>
            <a:custGeom>
              <a:avLst/>
              <a:gdLst/>
              <a:ahLst/>
              <a:cxnLst/>
              <a:rect l="0" t="0" r="0" b="0"/>
              <a:pathLst>
                <a:path w="71039" h="13360">
                  <a:moveTo>
                    <a:pt x="71039" y="0"/>
                  </a:moveTo>
                  <a:lnTo>
                    <a:pt x="0" y="1336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1" name="Output_receptor__5240">
              <a:extLst>
                <a:ext uri="{FF2B5EF4-FFF2-40B4-BE49-F238E27FC236}">
                  <a16:creationId xmlns:a16="http://schemas.microsoft.com/office/drawing/2014/main" id="{12895B24-DEDE-2A4F-3B52-2DBAE89CF81E}"/>
                </a:ext>
              </a:extLst>
            </p:cNvPr>
            <p:cNvSpPr>
              <a:spLocks noGrp="1"/>
            </p:cNvSpPr>
            <p:nvPr/>
          </p:nvSpPr>
          <p:spPr>
            <a:xfrm>
              <a:off x="15628715" y="4531089"/>
              <a:ext cx="26110" cy="15665"/>
            </a:xfrm>
            <a:custGeom>
              <a:avLst/>
              <a:gdLst/>
              <a:ahLst/>
              <a:cxnLst/>
              <a:rect l="0" t="0" r="0" b="0"/>
              <a:pathLst>
                <a:path w="26110" h="15665">
                  <a:moveTo>
                    <a:pt x="26110" y="0"/>
                  </a:moveTo>
                  <a:lnTo>
                    <a:pt x="0" y="1566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2" name="Output_receptor__5241">
              <a:extLst>
                <a:ext uri="{FF2B5EF4-FFF2-40B4-BE49-F238E27FC236}">
                  <a16:creationId xmlns:a16="http://schemas.microsoft.com/office/drawing/2014/main" id="{E8E67309-DB03-DB89-9D30-AFFB7469639A}"/>
                </a:ext>
              </a:extLst>
            </p:cNvPr>
            <p:cNvSpPr>
              <a:spLocks noGrp="1"/>
            </p:cNvSpPr>
            <p:nvPr/>
          </p:nvSpPr>
          <p:spPr>
            <a:xfrm>
              <a:off x="16212629" y="3943287"/>
              <a:ext cx="66385" cy="27137"/>
            </a:xfrm>
            <a:custGeom>
              <a:avLst/>
              <a:gdLst/>
              <a:ahLst/>
              <a:cxnLst/>
              <a:rect l="0" t="0" r="0" b="0"/>
              <a:pathLst>
                <a:path w="66385" h="27137">
                  <a:moveTo>
                    <a:pt x="0" y="27137"/>
                  </a:moveTo>
                  <a:lnTo>
                    <a:pt x="6638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3" name="Output_receptor__5242">
              <a:extLst>
                <a:ext uri="{FF2B5EF4-FFF2-40B4-BE49-F238E27FC236}">
                  <a16:creationId xmlns:a16="http://schemas.microsoft.com/office/drawing/2014/main" id="{CF71C3C2-4855-9264-4C29-93E137FCDF99}"/>
                </a:ext>
              </a:extLst>
            </p:cNvPr>
            <p:cNvSpPr>
              <a:spLocks noGrp="1"/>
            </p:cNvSpPr>
            <p:nvPr/>
          </p:nvSpPr>
          <p:spPr>
            <a:xfrm>
              <a:off x="16085350" y="2596098"/>
              <a:ext cx="34674" cy="63614"/>
            </a:xfrm>
            <a:custGeom>
              <a:avLst/>
              <a:gdLst/>
              <a:ahLst/>
              <a:cxnLst/>
              <a:rect l="0" t="0" r="0" b="0"/>
              <a:pathLst>
                <a:path w="34674" h="63614">
                  <a:moveTo>
                    <a:pt x="0" y="0"/>
                  </a:moveTo>
                  <a:lnTo>
                    <a:pt x="34674" y="63614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4" name="Output_receptor__5243">
              <a:extLst>
                <a:ext uri="{FF2B5EF4-FFF2-40B4-BE49-F238E27FC236}">
                  <a16:creationId xmlns:a16="http://schemas.microsoft.com/office/drawing/2014/main" id="{25A095ED-A01B-15E2-C269-814F4A3A707F}"/>
                </a:ext>
              </a:extLst>
            </p:cNvPr>
            <p:cNvSpPr>
              <a:spLocks noGrp="1"/>
            </p:cNvSpPr>
            <p:nvPr/>
          </p:nvSpPr>
          <p:spPr>
            <a:xfrm>
              <a:off x="16177351" y="3357022"/>
              <a:ext cx="68518" cy="23941"/>
            </a:xfrm>
            <a:custGeom>
              <a:avLst/>
              <a:gdLst/>
              <a:ahLst/>
              <a:cxnLst/>
              <a:rect l="0" t="0" r="0" b="0"/>
              <a:pathLst>
                <a:path w="68518" h="23941">
                  <a:moveTo>
                    <a:pt x="0" y="0"/>
                  </a:moveTo>
                  <a:lnTo>
                    <a:pt x="68518" y="2394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5" name="Output_receptor__5244">
              <a:extLst>
                <a:ext uri="{FF2B5EF4-FFF2-40B4-BE49-F238E27FC236}">
                  <a16:creationId xmlns:a16="http://schemas.microsoft.com/office/drawing/2014/main" id="{AEE77DCB-0742-3452-F5EF-9C07DBE90A66}"/>
                </a:ext>
              </a:extLst>
            </p:cNvPr>
            <p:cNvSpPr>
              <a:spLocks noGrp="1"/>
            </p:cNvSpPr>
            <p:nvPr/>
          </p:nvSpPr>
          <p:spPr>
            <a:xfrm>
              <a:off x="16354786" y="3795575"/>
              <a:ext cx="68644" cy="17560"/>
            </a:xfrm>
            <a:custGeom>
              <a:avLst/>
              <a:gdLst/>
              <a:ahLst/>
              <a:cxnLst/>
              <a:rect l="0" t="0" r="0" b="0"/>
              <a:pathLst>
                <a:path w="68644" h="17560">
                  <a:moveTo>
                    <a:pt x="68644" y="0"/>
                  </a:moveTo>
                  <a:lnTo>
                    <a:pt x="0" y="1756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6" name="Output_receptor__5245">
              <a:extLst>
                <a:ext uri="{FF2B5EF4-FFF2-40B4-BE49-F238E27FC236}">
                  <a16:creationId xmlns:a16="http://schemas.microsoft.com/office/drawing/2014/main" id="{729B54FA-59C5-AD56-2E7B-6A34362B00FA}"/>
                </a:ext>
              </a:extLst>
            </p:cNvPr>
            <p:cNvSpPr>
              <a:spLocks noGrp="1"/>
            </p:cNvSpPr>
            <p:nvPr/>
          </p:nvSpPr>
          <p:spPr>
            <a:xfrm>
              <a:off x="15456030" y="4405235"/>
              <a:ext cx="2853" cy="69016"/>
            </a:xfrm>
            <a:custGeom>
              <a:avLst/>
              <a:gdLst/>
              <a:ahLst/>
              <a:cxnLst/>
              <a:rect l="0" t="0" r="0" b="0"/>
              <a:pathLst>
                <a:path w="2853" h="69016">
                  <a:moveTo>
                    <a:pt x="0" y="0"/>
                  </a:moveTo>
                  <a:lnTo>
                    <a:pt x="2853" y="69016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7" name="Output_receptor__5246">
              <a:extLst>
                <a:ext uri="{FF2B5EF4-FFF2-40B4-BE49-F238E27FC236}">
                  <a16:creationId xmlns:a16="http://schemas.microsoft.com/office/drawing/2014/main" id="{4D611C92-BB2C-B98A-6C8E-4AE28EF1A4BE}"/>
                </a:ext>
              </a:extLst>
            </p:cNvPr>
            <p:cNvSpPr>
              <a:spLocks noGrp="1"/>
            </p:cNvSpPr>
            <p:nvPr/>
          </p:nvSpPr>
          <p:spPr>
            <a:xfrm>
              <a:off x="15577412" y="4292922"/>
              <a:ext cx="66555" cy="27579"/>
            </a:xfrm>
            <a:custGeom>
              <a:avLst/>
              <a:gdLst/>
              <a:ahLst/>
              <a:cxnLst/>
              <a:rect l="0" t="0" r="0" b="0"/>
              <a:pathLst>
                <a:path w="66555" h="27579">
                  <a:moveTo>
                    <a:pt x="66555" y="275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8" name="Output_receptor__5247">
              <a:extLst>
                <a:ext uri="{FF2B5EF4-FFF2-40B4-BE49-F238E27FC236}">
                  <a16:creationId xmlns:a16="http://schemas.microsoft.com/office/drawing/2014/main" id="{A09974B9-7112-CCF3-67EC-58E889CF296A}"/>
                </a:ext>
              </a:extLst>
            </p:cNvPr>
            <p:cNvSpPr>
              <a:spLocks noGrp="1"/>
            </p:cNvSpPr>
            <p:nvPr/>
          </p:nvSpPr>
          <p:spPr>
            <a:xfrm>
              <a:off x="15319864" y="3335793"/>
              <a:ext cx="27493" cy="13829"/>
            </a:xfrm>
            <a:custGeom>
              <a:avLst/>
              <a:gdLst/>
              <a:ahLst/>
              <a:cxnLst/>
              <a:rect l="0" t="0" r="0" b="0"/>
              <a:pathLst>
                <a:path w="27493" h="13829">
                  <a:moveTo>
                    <a:pt x="0" y="13829"/>
                  </a:moveTo>
                  <a:lnTo>
                    <a:pt x="27493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9" name="Output_receptor__5248">
              <a:extLst>
                <a:ext uri="{FF2B5EF4-FFF2-40B4-BE49-F238E27FC236}">
                  <a16:creationId xmlns:a16="http://schemas.microsoft.com/office/drawing/2014/main" id="{40747583-EE9D-86F0-6661-49D910F2D633}"/>
                </a:ext>
              </a:extLst>
            </p:cNvPr>
            <p:cNvSpPr>
              <a:spLocks noGrp="1"/>
            </p:cNvSpPr>
            <p:nvPr/>
          </p:nvSpPr>
          <p:spPr>
            <a:xfrm>
              <a:off x="16358663" y="3341865"/>
              <a:ext cx="22422" cy="28687"/>
            </a:xfrm>
            <a:custGeom>
              <a:avLst/>
              <a:gdLst/>
              <a:ahLst/>
              <a:cxnLst/>
              <a:rect l="0" t="0" r="0" b="0"/>
              <a:pathLst>
                <a:path w="22422" h="28687">
                  <a:moveTo>
                    <a:pt x="22422" y="0"/>
                  </a:moveTo>
                  <a:lnTo>
                    <a:pt x="0" y="2868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0" name="Output_receptor__5249">
              <a:extLst>
                <a:ext uri="{FF2B5EF4-FFF2-40B4-BE49-F238E27FC236}">
                  <a16:creationId xmlns:a16="http://schemas.microsoft.com/office/drawing/2014/main" id="{93F02E2C-9882-37FC-0DDC-DD4A1180AAF5}"/>
                </a:ext>
              </a:extLst>
            </p:cNvPr>
            <p:cNvSpPr>
              <a:spLocks noGrp="1"/>
            </p:cNvSpPr>
            <p:nvPr/>
          </p:nvSpPr>
          <p:spPr>
            <a:xfrm>
              <a:off x="15461763" y="3736699"/>
              <a:ext cx="39019" cy="18174"/>
            </a:xfrm>
            <a:custGeom>
              <a:avLst/>
              <a:gdLst/>
              <a:ahLst/>
              <a:cxnLst/>
              <a:rect l="0" t="0" r="0" b="0"/>
              <a:pathLst>
                <a:path w="39019" h="18174">
                  <a:moveTo>
                    <a:pt x="0" y="18174"/>
                  </a:moveTo>
                  <a:lnTo>
                    <a:pt x="3901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1" name="Output_receptor__5250">
              <a:extLst>
                <a:ext uri="{FF2B5EF4-FFF2-40B4-BE49-F238E27FC236}">
                  <a16:creationId xmlns:a16="http://schemas.microsoft.com/office/drawing/2014/main" id="{64FEE8E1-714B-41CF-105C-5D8B396D16B1}"/>
                </a:ext>
              </a:extLst>
            </p:cNvPr>
            <p:cNvSpPr>
              <a:spLocks noGrp="1"/>
            </p:cNvSpPr>
            <p:nvPr/>
          </p:nvSpPr>
          <p:spPr>
            <a:xfrm>
              <a:off x="16361565" y="4018014"/>
              <a:ext cx="5925" cy="66198"/>
            </a:xfrm>
            <a:custGeom>
              <a:avLst/>
              <a:gdLst/>
              <a:ahLst/>
              <a:cxnLst/>
              <a:rect l="0" t="0" r="0" b="0"/>
              <a:pathLst>
                <a:path w="5925" h="66198">
                  <a:moveTo>
                    <a:pt x="5925" y="0"/>
                  </a:moveTo>
                  <a:lnTo>
                    <a:pt x="0" y="6619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2" name="Output_receptor__5251">
              <a:extLst>
                <a:ext uri="{FF2B5EF4-FFF2-40B4-BE49-F238E27FC236}">
                  <a16:creationId xmlns:a16="http://schemas.microsoft.com/office/drawing/2014/main" id="{558AC128-8EB3-F412-13FA-D2DF44956223}"/>
                </a:ext>
              </a:extLst>
            </p:cNvPr>
            <p:cNvSpPr>
              <a:spLocks noGrp="1"/>
            </p:cNvSpPr>
            <p:nvPr/>
          </p:nvSpPr>
          <p:spPr>
            <a:xfrm>
              <a:off x="16118807" y="3082716"/>
              <a:ext cx="49194" cy="18593"/>
            </a:xfrm>
            <a:custGeom>
              <a:avLst/>
              <a:gdLst/>
              <a:ahLst/>
              <a:cxnLst/>
              <a:rect l="0" t="0" r="0" b="0"/>
              <a:pathLst>
                <a:path w="49194" h="18593">
                  <a:moveTo>
                    <a:pt x="0" y="18593"/>
                  </a:moveTo>
                  <a:lnTo>
                    <a:pt x="4919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3" name="Output_receptor__5252">
              <a:extLst>
                <a:ext uri="{FF2B5EF4-FFF2-40B4-BE49-F238E27FC236}">
                  <a16:creationId xmlns:a16="http://schemas.microsoft.com/office/drawing/2014/main" id="{5B83C822-2C0E-C577-F82A-444C6E44FFDE}"/>
                </a:ext>
              </a:extLst>
            </p:cNvPr>
            <p:cNvSpPr>
              <a:spLocks noGrp="1"/>
            </p:cNvSpPr>
            <p:nvPr/>
          </p:nvSpPr>
          <p:spPr>
            <a:xfrm>
              <a:off x="15680203" y="3249765"/>
              <a:ext cx="58059" cy="25650"/>
            </a:xfrm>
            <a:custGeom>
              <a:avLst/>
              <a:gdLst/>
              <a:ahLst/>
              <a:cxnLst/>
              <a:rect l="0" t="0" r="0" b="0"/>
              <a:pathLst>
                <a:path w="58059" h="25650">
                  <a:moveTo>
                    <a:pt x="58059" y="0"/>
                  </a:moveTo>
                  <a:lnTo>
                    <a:pt x="0" y="2565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4" name="Output_receptor__5253">
              <a:extLst>
                <a:ext uri="{FF2B5EF4-FFF2-40B4-BE49-F238E27FC236}">
                  <a16:creationId xmlns:a16="http://schemas.microsoft.com/office/drawing/2014/main" id="{BB6D5302-9E5A-9479-7434-820EFDC25C07}"/>
                </a:ext>
              </a:extLst>
            </p:cNvPr>
            <p:cNvSpPr>
              <a:spLocks noGrp="1"/>
            </p:cNvSpPr>
            <p:nvPr/>
          </p:nvSpPr>
          <p:spPr>
            <a:xfrm>
              <a:off x="16413591" y="3860517"/>
              <a:ext cx="30052" cy="36137"/>
            </a:xfrm>
            <a:custGeom>
              <a:avLst/>
              <a:gdLst/>
              <a:ahLst/>
              <a:cxnLst/>
              <a:rect l="0" t="0" r="0" b="0"/>
              <a:pathLst>
                <a:path w="30052" h="36137">
                  <a:moveTo>
                    <a:pt x="0" y="36137"/>
                  </a:moveTo>
                  <a:lnTo>
                    <a:pt x="30052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5" name="Output_receptor__5254">
              <a:extLst>
                <a:ext uri="{FF2B5EF4-FFF2-40B4-BE49-F238E27FC236}">
                  <a16:creationId xmlns:a16="http://schemas.microsoft.com/office/drawing/2014/main" id="{C6E472F8-EADE-3EDC-AAC9-812D5A6F2B39}"/>
                </a:ext>
              </a:extLst>
            </p:cNvPr>
            <p:cNvSpPr>
              <a:spLocks noGrp="1"/>
            </p:cNvSpPr>
            <p:nvPr/>
          </p:nvSpPr>
          <p:spPr>
            <a:xfrm>
              <a:off x="15727670" y="3383495"/>
              <a:ext cx="11407" cy="61662"/>
            </a:xfrm>
            <a:custGeom>
              <a:avLst/>
              <a:gdLst/>
              <a:ahLst/>
              <a:cxnLst/>
              <a:rect l="0" t="0" r="0" b="0"/>
              <a:pathLst>
                <a:path w="11407" h="61662">
                  <a:moveTo>
                    <a:pt x="0" y="61662"/>
                  </a:moveTo>
                  <a:lnTo>
                    <a:pt x="1140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6" name="Output_receptor__5255">
              <a:extLst>
                <a:ext uri="{FF2B5EF4-FFF2-40B4-BE49-F238E27FC236}">
                  <a16:creationId xmlns:a16="http://schemas.microsoft.com/office/drawing/2014/main" id="{B9243E55-D093-BC72-C306-7C71277A5F72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7" y="4221345"/>
              <a:ext cx="14292" cy="7777"/>
            </a:xfrm>
            <a:custGeom>
              <a:avLst/>
              <a:gdLst/>
              <a:ahLst/>
              <a:cxnLst/>
              <a:rect l="0" t="0" r="0" b="0"/>
              <a:pathLst>
                <a:path w="14292" h="7777">
                  <a:moveTo>
                    <a:pt x="14292" y="77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7" name="Output_receptor__5256">
              <a:extLst>
                <a:ext uri="{FF2B5EF4-FFF2-40B4-BE49-F238E27FC236}">
                  <a16:creationId xmlns:a16="http://schemas.microsoft.com/office/drawing/2014/main" id="{F562E848-E504-478C-51CC-611F62C5715B}"/>
                </a:ext>
              </a:extLst>
            </p:cNvPr>
            <p:cNvSpPr>
              <a:spLocks noGrp="1"/>
            </p:cNvSpPr>
            <p:nvPr/>
          </p:nvSpPr>
          <p:spPr>
            <a:xfrm>
              <a:off x="15621475" y="4003060"/>
              <a:ext cx="16110" cy="17313"/>
            </a:xfrm>
            <a:custGeom>
              <a:avLst/>
              <a:gdLst/>
              <a:ahLst/>
              <a:cxnLst/>
              <a:rect l="0" t="0" r="0" b="0"/>
              <a:pathLst>
                <a:path w="16110" h="17313">
                  <a:moveTo>
                    <a:pt x="0" y="0"/>
                  </a:moveTo>
                  <a:lnTo>
                    <a:pt x="16110" y="17313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8" name="Output_receptor__5257">
              <a:extLst>
                <a:ext uri="{FF2B5EF4-FFF2-40B4-BE49-F238E27FC236}">
                  <a16:creationId xmlns:a16="http://schemas.microsoft.com/office/drawing/2014/main" id="{566D5093-027B-3536-8D4B-70FC87F7CEBF}"/>
                </a:ext>
              </a:extLst>
            </p:cNvPr>
            <p:cNvSpPr>
              <a:spLocks noGrp="1"/>
            </p:cNvSpPr>
            <p:nvPr/>
          </p:nvSpPr>
          <p:spPr>
            <a:xfrm>
              <a:off x="15973198" y="3165989"/>
              <a:ext cx="20725" cy="54659"/>
            </a:xfrm>
            <a:custGeom>
              <a:avLst/>
              <a:gdLst/>
              <a:ahLst/>
              <a:cxnLst/>
              <a:rect l="0" t="0" r="0" b="0"/>
              <a:pathLst>
                <a:path w="20725" h="54659">
                  <a:moveTo>
                    <a:pt x="20725" y="5465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9" name="Output_receptor__5258">
              <a:extLst>
                <a:ext uri="{FF2B5EF4-FFF2-40B4-BE49-F238E27FC236}">
                  <a16:creationId xmlns:a16="http://schemas.microsoft.com/office/drawing/2014/main" id="{4BFC76A1-CA7F-98FB-D8DB-DE155B4832B9}"/>
                </a:ext>
              </a:extLst>
            </p:cNvPr>
            <p:cNvSpPr>
              <a:spLocks noGrp="1"/>
            </p:cNvSpPr>
            <p:nvPr/>
          </p:nvSpPr>
          <p:spPr>
            <a:xfrm>
              <a:off x="16601109" y="3931827"/>
              <a:ext cx="40495" cy="27105"/>
            </a:xfrm>
            <a:custGeom>
              <a:avLst/>
              <a:gdLst/>
              <a:ahLst/>
              <a:cxnLst/>
              <a:rect l="0" t="0" r="0" b="0"/>
              <a:pathLst>
                <a:path w="40495" h="27105">
                  <a:moveTo>
                    <a:pt x="0" y="27105"/>
                  </a:moveTo>
                  <a:lnTo>
                    <a:pt x="4049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0" name="Output_receptor__5259">
              <a:extLst>
                <a:ext uri="{FF2B5EF4-FFF2-40B4-BE49-F238E27FC236}">
                  <a16:creationId xmlns:a16="http://schemas.microsoft.com/office/drawing/2014/main" id="{C93F7249-75E2-8346-2978-0C6748FCF0E8}"/>
                </a:ext>
              </a:extLst>
            </p:cNvPr>
            <p:cNvSpPr>
              <a:spLocks noGrp="1"/>
            </p:cNvSpPr>
            <p:nvPr/>
          </p:nvSpPr>
          <p:spPr>
            <a:xfrm>
              <a:off x="15672206" y="3790162"/>
              <a:ext cx="68031" cy="9872"/>
            </a:xfrm>
            <a:custGeom>
              <a:avLst/>
              <a:gdLst/>
              <a:ahLst/>
              <a:cxnLst/>
              <a:rect l="0" t="0" r="0" b="0"/>
              <a:pathLst>
                <a:path w="68031" h="9872">
                  <a:moveTo>
                    <a:pt x="0" y="9872"/>
                  </a:moveTo>
                  <a:lnTo>
                    <a:pt x="68031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1" name="Output_receptor__5260">
              <a:extLst>
                <a:ext uri="{FF2B5EF4-FFF2-40B4-BE49-F238E27FC236}">
                  <a16:creationId xmlns:a16="http://schemas.microsoft.com/office/drawing/2014/main" id="{3797CE6E-5A89-B769-8E1F-1B919FAEED8E}"/>
                </a:ext>
              </a:extLst>
            </p:cNvPr>
            <p:cNvSpPr>
              <a:spLocks noGrp="1"/>
            </p:cNvSpPr>
            <p:nvPr/>
          </p:nvSpPr>
          <p:spPr>
            <a:xfrm>
              <a:off x="16344975" y="3155853"/>
              <a:ext cx="64323" cy="30901"/>
            </a:xfrm>
            <a:custGeom>
              <a:avLst/>
              <a:gdLst/>
              <a:ahLst/>
              <a:cxnLst/>
              <a:rect l="0" t="0" r="0" b="0"/>
              <a:pathLst>
                <a:path w="64323" h="30901">
                  <a:moveTo>
                    <a:pt x="0" y="30901"/>
                  </a:moveTo>
                  <a:lnTo>
                    <a:pt x="64323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2" name="Output_receptor__5261">
              <a:extLst>
                <a:ext uri="{FF2B5EF4-FFF2-40B4-BE49-F238E27FC236}">
                  <a16:creationId xmlns:a16="http://schemas.microsoft.com/office/drawing/2014/main" id="{069BF4FE-0CD5-F4EF-FFF1-181933FEC9CF}"/>
                </a:ext>
              </a:extLst>
            </p:cNvPr>
            <p:cNvSpPr>
              <a:spLocks noGrp="1"/>
            </p:cNvSpPr>
            <p:nvPr/>
          </p:nvSpPr>
          <p:spPr>
            <a:xfrm>
              <a:off x="16565993" y="3858034"/>
              <a:ext cx="27847" cy="12417"/>
            </a:xfrm>
            <a:custGeom>
              <a:avLst/>
              <a:gdLst/>
              <a:ahLst/>
              <a:cxnLst/>
              <a:rect l="0" t="0" r="0" b="0"/>
              <a:pathLst>
                <a:path w="27847" h="12417">
                  <a:moveTo>
                    <a:pt x="27847" y="0"/>
                  </a:moveTo>
                  <a:lnTo>
                    <a:pt x="0" y="1241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3" name="Output_receptor__5262">
              <a:extLst>
                <a:ext uri="{FF2B5EF4-FFF2-40B4-BE49-F238E27FC236}">
                  <a16:creationId xmlns:a16="http://schemas.microsoft.com/office/drawing/2014/main" id="{4E28B9EB-2889-2FE1-1DB1-EA6F59855FDD}"/>
                </a:ext>
              </a:extLst>
            </p:cNvPr>
            <p:cNvSpPr>
              <a:spLocks noGrp="1"/>
            </p:cNvSpPr>
            <p:nvPr/>
          </p:nvSpPr>
          <p:spPr>
            <a:xfrm>
              <a:off x="15518235" y="3658329"/>
              <a:ext cx="67777" cy="4739"/>
            </a:xfrm>
            <a:custGeom>
              <a:avLst/>
              <a:gdLst/>
              <a:ahLst/>
              <a:cxnLst/>
              <a:rect l="0" t="0" r="0" b="0"/>
              <a:pathLst>
                <a:path w="67777" h="4739">
                  <a:moveTo>
                    <a:pt x="0" y="0"/>
                  </a:moveTo>
                  <a:lnTo>
                    <a:pt x="67777" y="4739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4" name="Output_receptor__5263">
              <a:extLst>
                <a:ext uri="{FF2B5EF4-FFF2-40B4-BE49-F238E27FC236}">
                  <a16:creationId xmlns:a16="http://schemas.microsoft.com/office/drawing/2014/main" id="{A587E494-941D-D1C7-7C82-6A6446306C20}"/>
                </a:ext>
              </a:extLst>
            </p:cNvPr>
            <p:cNvSpPr>
              <a:spLocks noGrp="1"/>
            </p:cNvSpPr>
            <p:nvPr/>
          </p:nvSpPr>
          <p:spPr>
            <a:xfrm>
              <a:off x="15898857" y="3268169"/>
              <a:ext cx="13915" cy="26386"/>
            </a:xfrm>
            <a:custGeom>
              <a:avLst/>
              <a:gdLst/>
              <a:ahLst/>
              <a:cxnLst/>
              <a:rect l="0" t="0" r="0" b="0"/>
              <a:pathLst>
                <a:path w="13915" h="26386">
                  <a:moveTo>
                    <a:pt x="13915" y="0"/>
                  </a:moveTo>
                  <a:lnTo>
                    <a:pt x="0" y="2638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5" name="Output_receptor__5264">
              <a:extLst>
                <a:ext uri="{FF2B5EF4-FFF2-40B4-BE49-F238E27FC236}">
                  <a16:creationId xmlns:a16="http://schemas.microsoft.com/office/drawing/2014/main" id="{604CD333-3E7E-A3EC-8C3D-D143C50C93AD}"/>
                </a:ext>
              </a:extLst>
            </p:cNvPr>
            <p:cNvSpPr>
              <a:spLocks noGrp="1"/>
            </p:cNvSpPr>
            <p:nvPr/>
          </p:nvSpPr>
          <p:spPr>
            <a:xfrm>
              <a:off x="15493704" y="2900095"/>
              <a:ext cx="1876" cy="1368"/>
            </a:xfrm>
            <a:custGeom>
              <a:avLst/>
              <a:gdLst/>
              <a:ahLst/>
              <a:cxnLst/>
              <a:rect l="0" t="0" r="0" b="0"/>
              <a:pathLst>
                <a:path w="1876" h="1368">
                  <a:moveTo>
                    <a:pt x="1876" y="0"/>
                  </a:moveTo>
                  <a:lnTo>
                    <a:pt x="0" y="1368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6" name="Output_receptor__5265">
              <a:extLst>
                <a:ext uri="{FF2B5EF4-FFF2-40B4-BE49-F238E27FC236}">
                  <a16:creationId xmlns:a16="http://schemas.microsoft.com/office/drawing/2014/main" id="{BAC31A5B-15B4-461C-6CDD-F3D993532FAA}"/>
                </a:ext>
              </a:extLst>
            </p:cNvPr>
            <p:cNvSpPr>
              <a:spLocks noGrp="1"/>
            </p:cNvSpPr>
            <p:nvPr/>
          </p:nvSpPr>
          <p:spPr>
            <a:xfrm>
              <a:off x="15373312" y="2771991"/>
              <a:ext cx="42971" cy="42128"/>
            </a:xfrm>
            <a:custGeom>
              <a:avLst/>
              <a:gdLst/>
              <a:ahLst/>
              <a:cxnLst/>
              <a:rect l="0" t="0" r="0" b="0"/>
              <a:pathLst>
                <a:path w="42971" h="42128">
                  <a:moveTo>
                    <a:pt x="42971" y="0"/>
                  </a:moveTo>
                  <a:lnTo>
                    <a:pt x="0" y="42128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7" name="Output_receptor__5266">
              <a:extLst>
                <a:ext uri="{FF2B5EF4-FFF2-40B4-BE49-F238E27FC236}">
                  <a16:creationId xmlns:a16="http://schemas.microsoft.com/office/drawing/2014/main" id="{4E1E1071-8533-11F9-F1D5-C7D40D368CB5}"/>
                </a:ext>
              </a:extLst>
            </p:cNvPr>
            <p:cNvSpPr>
              <a:spLocks noGrp="1"/>
            </p:cNvSpPr>
            <p:nvPr/>
          </p:nvSpPr>
          <p:spPr>
            <a:xfrm>
              <a:off x="15686195" y="2744687"/>
              <a:ext cx="71866" cy="5627"/>
            </a:xfrm>
            <a:custGeom>
              <a:avLst/>
              <a:gdLst/>
              <a:ahLst/>
              <a:cxnLst/>
              <a:rect l="0" t="0" r="0" b="0"/>
              <a:pathLst>
                <a:path w="71866" h="5627">
                  <a:moveTo>
                    <a:pt x="0" y="5627"/>
                  </a:moveTo>
                  <a:lnTo>
                    <a:pt x="71866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8" name="Output_receptor__5267">
              <a:extLst>
                <a:ext uri="{FF2B5EF4-FFF2-40B4-BE49-F238E27FC236}">
                  <a16:creationId xmlns:a16="http://schemas.microsoft.com/office/drawing/2014/main" id="{69265099-1ECF-A77A-5506-2037312B9FB0}"/>
                </a:ext>
              </a:extLst>
            </p:cNvPr>
            <p:cNvSpPr>
              <a:spLocks noGrp="1"/>
            </p:cNvSpPr>
            <p:nvPr/>
          </p:nvSpPr>
          <p:spPr>
            <a:xfrm>
              <a:off x="15719831" y="4183411"/>
              <a:ext cx="11637" cy="61766"/>
            </a:xfrm>
            <a:custGeom>
              <a:avLst/>
              <a:gdLst/>
              <a:ahLst/>
              <a:cxnLst/>
              <a:rect l="0" t="0" r="0" b="0"/>
              <a:pathLst>
                <a:path w="11637" h="61766">
                  <a:moveTo>
                    <a:pt x="11637" y="0"/>
                  </a:moveTo>
                  <a:lnTo>
                    <a:pt x="0" y="6176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9" name="Output_receptor__5268">
              <a:extLst>
                <a:ext uri="{FF2B5EF4-FFF2-40B4-BE49-F238E27FC236}">
                  <a16:creationId xmlns:a16="http://schemas.microsoft.com/office/drawing/2014/main" id="{868EA664-0BAE-D915-B4C3-36DB515FFC83}"/>
                </a:ext>
              </a:extLst>
            </p:cNvPr>
            <p:cNvSpPr>
              <a:spLocks noGrp="1"/>
            </p:cNvSpPr>
            <p:nvPr/>
          </p:nvSpPr>
          <p:spPr>
            <a:xfrm>
              <a:off x="16421766" y="3552337"/>
              <a:ext cx="29609" cy="57530"/>
            </a:xfrm>
            <a:custGeom>
              <a:avLst/>
              <a:gdLst/>
              <a:ahLst/>
              <a:cxnLst/>
              <a:rect l="0" t="0" r="0" b="0"/>
              <a:pathLst>
                <a:path w="29609" h="57530">
                  <a:moveTo>
                    <a:pt x="0" y="57530"/>
                  </a:moveTo>
                  <a:lnTo>
                    <a:pt x="2960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0" name="Output_receptor__5269">
              <a:extLst>
                <a:ext uri="{FF2B5EF4-FFF2-40B4-BE49-F238E27FC236}">
                  <a16:creationId xmlns:a16="http://schemas.microsoft.com/office/drawing/2014/main" id="{94820F0F-1CC7-925E-ECE9-B3641E0834D8}"/>
                </a:ext>
              </a:extLst>
            </p:cNvPr>
            <p:cNvSpPr>
              <a:spLocks noGrp="1"/>
            </p:cNvSpPr>
            <p:nvPr/>
          </p:nvSpPr>
          <p:spPr>
            <a:xfrm>
              <a:off x="15656951" y="2580541"/>
              <a:ext cx="16350" cy="49040"/>
            </a:xfrm>
            <a:custGeom>
              <a:avLst/>
              <a:gdLst/>
              <a:ahLst/>
              <a:cxnLst/>
              <a:rect l="0" t="0" r="0" b="0"/>
              <a:pathLst>
                <a:path w="16350" h="49040">
                  <a:moveTo>
                    <a:pt x="16350" y="0"/>
                  </a:moveTo>
                  <a:lnTo>
                    <a:pt x="0" y="4904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71" name="Output_receptor__5270">
              <a:extLst>
                <a:ext uri="{FF2B5EF4-FFF2-40B4-BE49-F238E27FC236}">
                  <a16:creationId xmlns:a16="http://schemas.microsoft.com/office/drawing/2014/main" id="{37D335C0-20B4-61DA-5359-16F18D8096FC}"/>
                </a:ext>
              </a:extLst>
            </p:cNvPr>
            <p:cNvSpPr>
              <a:spLocks noGrp="1"/>
            </p:cNvSpPr>
            <p:nvPr/>
          </p:nvSpPr>
          <p:spPr>
            <a:xfrm>
              <a:off x="15490052" y="3389811"/>
              <a:ext cx="57838" cy="13112"/>
            </a:xfrm>
            <a:custGeom>
              <a:avLst/>
              <a:gdLst/>
              <a:ahLst/>
              <a:cxnLst/>
              <a:rect l="0" t="0" r="0" b="0"/>
              <a:pathLst>
                <a:path w="57838" h="13112">
                  <a:moveTo>
                    <a:pt x="57838" y="0"/>
                  </a:moveTo>
                  <a:lnTo>
                    <a:pt x="0" y="131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2" name="Output_receptor__5271">
              <a:extLst>
                <a:ext uri="{FF2B5EF4-FFF2-40B4-BE49-F238E27FC236}">
                  <a16:creationId xmlns:a16="http://schemas.microsoft.com/office/drawing/2014/main" id="{6E880C5D-5749-34AC-086F-7C4E2C534634}"/>
                </a:ext>
              </a:extLst>
            </p:cNvPr>
            <p:cNvSpPr>
              <a:spLocks noGrp="1"/>
            </p:cNvSpPr>
            <p:nvPr/>
          </p:nvSpPr>
          <p:spPr>
            <a:xfrm>
              <a:off x="15548266" y="2932068"/>
              <a:ext cx="53967" cy="47134"/>
            </a:xfrm>
            <a:custGeom>
              <a:avLst/>
              <a:gdLst/>
              <a:ahLst/>
              <a:cxnLst/>
              <a:rect l="0" t="0" r="0" b="0"/>
              <a:pathLst>
                <a:path w="53967" h="47134">
                  <a:moveTo>
                    <a:pt x="0" y="47134"/>
                  </a:moveTo>
                  <a:lnTo>
                    <a:pt x="5396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3" name="Output_receptor__5272">
              <a:extLst>
                <a:ext uri="{FF2B5EF4-FFF2-40B4-BE49-F238E27FC236}">
                  <a16:creationId xmlns:a16="http://schemas.microsoft.com/office/drawing/2014/main" id="{8CA37627-320A-E325-CFE0-5D45839D113E}"/>
                </a:ext>
              </a:extLst>
            </p:cNvPr>
            <p:cNvSpPr>
              <a:spLocks noGrp="1"/>
            </p:cNvSpPr>
            <p:nvPr/>
          </p:nvSpPr>
          <p:spPr>
            <a:xfrm>
              <a:off x="15549041" y="2563673"/>
              <a:ext cx="39097" cy="59873"/>
            </a:xfrm>
            <a:custGeom>
              <a:avLst/>
              <a:gdLst/>
              <a:ahLst/>
              <a:cxnLst/>
              <a:rect l="0" t="0" r="0" b="0"/>
              <a:pathLst>
                <a:path w="39097" h="59873">
                  <a:moveTo>
                    <a:pt x="39097" y="598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74" name="Output_receptor__5273">
              <a:extLst>
                <a:ext uri="{FF2B5EF4-FFF2-40B4-BE49-F238E27FC236}">
                  <a16:creationId xmlns:a16="http://schemas.microsoft.com/office/drawing/2014/main" id="{2419830D-7E2D-0828-2062-12B3DDC65A58}"/>
                </a:ext>
              </a:extLst>
            </p:cNvPr>
            <p:cNvSpPr>
              <a:spLocks noGrp="1"/>
            </p:cNvSpPr>
            <p:nvPr/>
          </p:nvSpPr>
          <p:spPr>
            <a:xfrm>
              <a:off x="16395513" y="3393417"/>
              <a:ext cx="59190" cy="37778"/>
            </a:xfrm>
            <a:custGeom>
              <a:avLst/>
              <a:gdLst/>
              <a:ahLst/>
              <a:cxnLst/>
              <a:rect l="0" t="0" r="0" b="0"/>
              <a:pathLst>
                <a:path w="59190" h="37778">
                  <a:moveTo>
                    <a:pt x="0" y="37778"/>
                  </a:moveTo>
                  <a:lnTo>
                    <a:pt x="5919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5" name="Output_receptor__5274">
              <a:extLst>
                <a:ext uri="{FF2B5EF4-FFF2-40B4-BE49-F238E27FC236}">
                  <a16:creationId xmlns:a16="http://schemas.microsoft.com/office/drawing/2014/main" id="{522421F0-0FC4-382D-E56C-335E556FA1DE}"/>
                </a:ext>
              </a:extLst>
            </p:cNvPr>
            <p:cNvSpPr>
              <a:spLocks noGrp="1"/>
            </p:cNvSpPr>
            <p:nvPr/>
          </p:nvSpPr>
          <p:spPr>
            <a:xfrm>
              <a:off x="16201322" y="3273763"/>
              <a:ext cx="67603" cy="21551"/>
            </a:xfrm>
            <a:custGeom>
              <a:avLst/>
              <a:gdLst/>
              <a:ahLst/>
              <a:cxnLst/>
              <a:rect l="0" t="0" r="0" b="0"/>
              <a:pathLst>
                <a:path w="67603" h="21551">
                  <a:moveTo>
                    <a:pt x="0" y="0"/>
                  </a:moveTo>
                  <a:lnTo>
                    <a:pt x="67603" y="2155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6" name="Output_receptor__5275">
              <a:extLst>
                <a:ext uri="{FF2B5EF4-FFF2-40B4-BE49-F238E27FC236}">
                  <a16:creationId xmlns:a16="http://schemas.microsoft.com/office/drawing/2014/main" id="{E5BA90C4-B50D-9BEB-6AB8-86C2D735FDA8}"/>
                </a:ext>
              </a:extLst>
            </p:cNvPr>
            <p:cNvSpPr>
              <a:spLocks noGrp="1"/>
            </p:cNvSpPr>
            <p:nvPr/>
          </p:nvSpPr>
          <p:spPr>
            <a:xfrm>
              <a:off x="16167787" y="2519941"/>
              <a:ext cx="29183" cy="61811"/>
            </a:xfrm>
            <a:custGeom>
              <a:avLst/>
              <a:gdLst/>
              <a:ahLst/>
              <a:cxnLst/>
              <a:rect l="0" t="0" r="0" b="0"/>
              <a:pathLst>
                <a:path w="29183" h="61811">
                  <a:moveTo>
                    <a:pt x="0" y="61811"/>
                  </a:moveTo>
                  <a:lnTo>
                    <a:pt x="29183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7" name="Output_receptor__5276">
              <a:extLst>
                <a:ext uri="{FF2B5EF4-FFF2-40B4-BE49-F238E27FC236}">
                  <a16:creationId xmlns:a16="http://schemas.microsoft.com/office/drawing/2014/main" id="{8A7A9C10-6FFA-972C-0E79-DE8AF35EE973}"/>
                </a:ext>
              </a:extLst>
            </p:cNvPr>
            <p:cNvSpPr>
              <a:spLocks noGrp="1"/>
            </p:cNvSpPr>
            <p:nvPr/>
          </p:nvSpPr>
          <p:spPr>
            <a:xfrm>
              <a:off x="15848357" y="3561440"/>
              <a:ext cx="1359" cy="68512"/>
            </a:xfrm>
            <a:custGeom>
              <a:avLst/>
              <a:gdLst/>
              <a:ahLst/>
              <a:cxnLst/>
              <a:rect l="0" t="0" r="0" b="0"/>
              <a:pathLst>
                <a:path w="1359" h="68512">
                  <a:moveTo>
                    <a:pt x="0" y="0"/>
                  </a:moveTo>
                  <a:lnTo>
                    <a:pt x="1359" y="685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8" name="Output_receptor__5277">
              <a:extLst>
                <a:ext uri="{FF2B5EF4-FFF2-40B4-BE49-F238E27FC236}">
                  <a16:creationId xmlns:a16="http://schemas.microsoft.com/office/drawing/2014/main" id="{126D829C-C475-6CDF-3542-4E42E7693CED}"/>
                </a:ext>
              </a:extLst>
            </p:cNvPr>
            <p:cNvSpPr>
              <a:spLocks noGrp="1"/>
            </p:cNvSpPr>
            <p:nvPr/>
          </p:nvSpPr>
          <p:spPr>
            <a:xfrm>
              <a:off x="16641603" y="3872345"/>
              <a:ext cx="19651" cy="59482"/>
            </a:xfrm>
            <a:custGeom>
              <a:avLst/>
              <a:gdLst/>
              <a:ahLst/>
              <a:cxnLst/>
              <a:rect l="0" t="0" r="0" b="0"/>
              <a:pathLst>
                <a:path w="19651" h="59482">
                  <a:moveTo>
                    <a:pt x="0" y="59482"/>
                  </a:moveTo>
                  <a:lnTo>
                    <a:pt x="19651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9" name="Output_receptor__5278">
              <a:extLst>
                <a:ext uri="{FF2B5EF4-FFF2-40B4-BE49-F238E27FC236}">
                  <a16:creationId xmlns:a16="http://schemas.microsoft.com/office/drawing/2014/main" id="{3DC40275-6ED9-7817-0F07-CF55657F16AE}"/>
                </a:ext>
              </a:extLst>
            </p:cNvPr>
            <p:cNvSpPr>
              <a:spLocks noGrp="1"/>
            </p:cNvSpPr>
            <p:nvPr/>
          </p:nvSpPr>
          <p:spPr>
            <a:xfrm>
              <a:off x="15697060" y="4141998"/>
              <a:ext cx="34409" cy="41413"/>
            </a:xfrm>
            <a:custGeom>
              <a:avLst/>
              <a:gdLst/>
              <a:ahLst/>
              <a:cxnLst/>
              <a:rect l="0" t="0" r="0" b="0"/>
              <a:pathLst>
                <a:path w="34409" h="41413">
                  <a:moveTo>
                    <a:pt x="0" y="0"/>
                  </a:moveTo>
                  <a:lnTo>
                    <a:pt x="34409" y="4141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0" name="Output_receptor__5279">
              <a:extLst>
                <a:ext uri="{FF2B5EF4-FFF2-40B4-BE49-F238E27FC236}">
                  <a16:creationId xmlns:a16="http://schemas.microsoft.com/office/drawing/2014/main" id="{38F464DB-29D3-3636-B343-F6DC9D540BDB}"/>
                </a:ext>
              </a:extLst>
            </p:cNvPr>
            <p:cNvSpPr>
              <a:spLocks noGrp="1"/>
            </p:cNvSpPr>
            <p:nvPr/>
          </p:nvSpPr>
          <p:spPr>
            <a:xfrm>
              <a:off x="16161045" y="2324278"/>
              <a:ext cx="53482" cy="43593"/>
            </a:xfrm>
            <a:custGeom>
              <a:avLst/>
              <a:gdLst/>
              <a:ahLst/>
              <a:cxnLst/>
              <a:rect l="0" t="0" r="0" b="0"/>
              <a:pathLst>
                <a:path w="53482" h="43593">
                  <a:moveTo>
                    <a:pt x="53482" y="0"/>
                  </a:moveTo>
                  <a:lnTo>
                    <a:pt x="0" y="4359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1" name="Output_receptor__5280">
              <a:extLst>
                <a:ext uri="{FF2B5EF4-FFF2-40B4-BE49-F238E27FC236}">
                  <a16:creationId xmlns:a16="http://schemas.microsoft.com/office/drawing/2014/main" id="{999B888D-EB98-21D9-6A51-C58EDA87362F}"/>
                </a:ext>
              </a:extLst>
            </p:cNvPr>
            <p:cNvSpPr>
              <a:spLocks noGrp="1"/>
            </p:cNvSpPr>
            <p:nvPr/>
          </p:nvSpPr>
          <p:spPr>
            <a:xfrm>
              <a:off x="15570452" y="4461036"/>
              <a:ext cx="67519" cy="16614"/>
            </a:xfrm>
            <a:custGeom>
              <a:avLst/>
              <a:gdLst/>
              <a:ahLst/>
              <a:cxnLst/>
              <a:rect l="0" t="0" r="0" b="0"/>
              <a:pathLst>
                <a:path w="67519" h="16614">
                  <a:moveTo>
                    <a:pt x="0" y="16614"/>
                  </a:moveTo>
                  <a:lnTo>
                    <a:pt x="6751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2" name="Output_receptor__5281">
              <a:extLst>
                <a:ext uri="{FF2B5EF4-FFF2-40B4-BE49-F238E27FC236}">
                  <a16:creationId xmlns:a16="http://schemas.microsoft.com/office/drawing/2014/main" id="{26B92C9C-ADDD-07B0-A72B-51AE344F4F65}"/>
                </a:ext>
              </a:extLst>
            </p:cNvPr>
            <p:cNvSpPr>
              <a:spLocks noGrp="1"/>
            </p:cNvSpPr>
            <p:nvPr/>
          </p:nvSpPr>
          <p:spPr>
            <a:xfrm>
              <a:off x="16232109" y="3576317"/>
              <a:ext cx="54864" cy="40412"/>
            </a:xfrm>
            <a:custGeom>
              <a:avLst/>
              <a:gdLst/>
              <a:ahLst/>
              <a:cxnLst/>
              <a:rect l="0" t="0" r="0" b="0"/>
              <a:pathLst>
                <a:path w="54864" h="40412">
                  <a:moveTo>
                    <a:pt x="0" y="0"/>
                  </a:moveTo>
                  <a:lnTo>
                    <a:pt x="54864" y="404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3" name="Output_receptor__5282">
              <a:extLst>
                <a:ext uri="{FF2B5EF4-FFF2-40B4-BE49-F238E27FC236}">
                  <a16:creationId xmlns:a16="http://schemas.microsoft.com/office/drawing/2014/main" id="{AD43739B-CC87-C46C-9EB4-F123E5675E87}"/>
                </a:ext>
              </a:extLst>
            </p:cNvPr>
            <p:cNvSpPr>
              <a:spLocks noGrp="1"/>
            </p:cNvSpPr>
            <p:nvPr/>
          </p:nvSpPr>
          <p:spPr>
            <a:xfrm>
              <a:off x="16423430" y="3795575"/>
              <a:ext cx="20212" cy="64942"/>
            </a:xfrm>
            <a:custGeom>
              <a:avLst/>
              <a:gdLst/>
              <a:ahLst/>
              <a:cxnLst/>
              <a:rect l="0" t="0" r="0" b="0"/>
              <a:pathLst>
                <a:path w="20212" h="64942">
                  <a:moveTo>
                    <a:pt x="20212" y="64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4" name="Output_receptor__5283">
              <a:extLst>
                <a:ext uri="{FF2B5EF4-FFF2-40B4-BE49-F238E27FC236}">
                  <a16:creationId xmlns:a16="http://schemas.microsoft.com/office/drawing/2014/main" id="{041715E0-2077-4AE3-48BA-CBCA2B21068E}"/>
                </a:ext>
              </a:extLst>
            </p:cNvPr>
            <p:cNvSpPr>
              <a:spLocks noGrp="1"/>
            </p:cNvSpPr>
            <p:nvPr/>
          </p:nvSpPr>
          <p:spPr>
            <a:xfrm>
              <a:off x="16075878" y="3515470"/>
              <a:ext cx="41179" cy="21744"/>
            </a:xfrm>
            <a:custGeom>
              <a:avLst/>
              <a:gdLst/>
              <a:ahLst/>
              <a:cxnLst/>
              <a:rect l="0" t="0" r="0" b="0"/>
              <a:pathLst>
                <a:path w="41179" h="21744">
                  <a:moveTo>
                    <a:pt x="41179" y="21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5" name="Output_receptor__5284">
              <a:extLst>
                <a:ext uri="{FF2B5EF4-FFF2-40B4-BE49-F238E27FC236}">
                  <a16:creationId xmlns:a16="http://schemas.microsoft.com/office/drawing/2014/main" id="{FB94288D-27AD-D758-CCDA-BC8549ED4E9C}"/>
                </a:ext>
              </a:extLst>
            </p:cNvPr>
            <p:cNvSpPr>
              <a:spLocks noGrp="1"/>
            </p:cNvSpPr>
            <p:nvPr/>
          </p:nvSpPr>
          <p:spPr>
            <a:xfrm>
              <a:off x="16116905" y="3427406"/>
              <a:ext cx="3975" cy="13039"/>
            </a:xfrm>
            <a:custGeom>
              <a:avLst/>
              <a:gdLst/>
              <a:ahLst/>
              <a:cxnLst/>
              <a:rect l="0" t="0" r="0" b="0"/>
              <a:pathLst>
                <a:path w="3975" h="13039">
                  <a:moveTo>
                    <a:pt x="3975" y="13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6" name="Output_receptor__5285">
              <a:extLst>
                <a:ext uri="{FF2B5EF4-FFF2-40B4-BE49-F238E27FC236}">
                  <a16:creationId xmlns:a16="http://schemas.microsoft.com/office/drawing/2014/main" id="{F9BEDED3-BFFB-FEC6-D6E6-26F88F6848F1}"/>
                </a:ext>
              </a:extLst>
            </p:cNvPr>
            <p:cNvSpPr>
              <a:spLocks noGrp="1"/>
            </p:cNvSpPr>
            <p:nvPr/>
          </p:nvSpPr>
          <p:spPr>
            <a:xfrm>
              <a:off x="16279014" y="3943287"/>
              <a:ext cx="23532" cy="41339"/>
            </a:xfrm>
            <a:custGeom>
              <a:avLst/>
              <a:gdLst/>
              <a:ahLst/>
              <a:cxnLst/>
              <a:rect l="0" t="0" r="0" b="0"/>
              <a:pathLst>
                <a:path w="23532" h="41339">
                  <a:moveTo>
                    <a:pt x="0" y="0"/>
                  </a:moveTo>
                  <a:lnTo>
                    <a:pt x="23532" y="41339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7" name="Output_receptor__5286">
              <a:extLst>
                <a:ext uri="{FF2B5EF4-FFF2-40B4-BE49-F238E27FC236}">
                  <a16:creationId xmlns:a16="http://schemas.microsoft.com/office/drawing/2014/main" id="{531E6E82-E5F1-8D51-96CC-7B01173E852B}"/>
                </a:ext>
              </a:extLst>
            </p:cNvPr>
            <p:cNvSpPr>
              <a:spLocks noGrp="1"/>
            </p:cNvSpPr>
            <p:nvPr/>
          </p:nvSpPr>
          <p:spPr>
            <a:xfrm>
              <a:off x="16287607" y="3186755"/>
              <a:ext cx="57368" cy="12713"/>
            </a:xfrm>
            <a:custGeom>
              <a:avLst/>
              <a:gdLst/>
              <a:ahLst/>
              <a:cxnLst/>
              <a:rect l="0" t="0" r="0" b="0"/>
              <a:pathLst>
                <a:path w="57368" h="12713">
                  <a:moveTo>
                    <a:pt x="0" y="12713"/>
                  </a:moveTo>
                  <a:lnTo>
                    <a:pt x="57368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88" name="Output_receptor__5287">
              <a:extLst>
                <a:ext uri="{FF2B5EF4-FFF2-40B4-BE49-F238E27FC236}">
                  <a16:creationId xmlns:a16="http://schemas.microsoft.com/office/drawing/2014/main" id="{D62402E3-3C48-4D99-BABC-1BD2742DCB4E}"/>
                </a:ext>
              </a:extLst>
            </p:cNvPr>
            <p:cNvSpPr>
              <a:spLocks noGrp="1"/>
            </p:cNvSpPr>
            <p:nvPr/>
          </p:nvSpPr>
          <p:spPr>
            <a:xfrm>
              <a:off x="16035463" y="2596098"/>
              <a:ext cx="49887" cy="14340"/>
            </a:xfrm>
            <a:custGeom>
              <a:avLst/>
              <a:gdLst/>
              <a:ahLst/>
              <a:cxnLst/>
              <a:rect l="0" t="0" r="0" b="0"/>
              <a:pathLst>
                <a:path w="49887" h="14340">
                  <a:moveTo>
                    <a:pt x="0" y="14340"/>
                  </a:moveTo>
                  <a:lnTo>
                    <a:pt x="49887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89" name="Output_receptor__5288">
              <a:extLst>
                <a:ext uri="{FF2B5EF4-FFF2-40B4-BE49-F238E27FC236}">
                  <a16:creationId xmlns:a16="http://schemas.microsoft.com/office/drawing/2014/main" id="{A69476F6-ECD3-26A8-6AD2-713ABDE3CB55}"/>
                </a:ext>
              </a:extLst>
            </p:cNvPr>
            <p:cNvSpPr>
              <a:spLocks noGrp="1"/>
            </p:cNvSpPr>
            <p:nvPr/>
          </p:nvSpPr>
          <p:spPr>
            <a:xfrm>
              <a:off x="15658026" y="2750314"/>
              <a:ext cx="28169" cy="56323"/>
            </a:xfrm>
            <a:custGeom>
              <a:avLst/>
              <a:gdLst/>
              <a:ahLst/>
              <a:cxnLst/>
              <a:rect l="0" t="0" r="0" b="0"/>
              <a:pathLst>
                <a:path w="28169" h="56323">
                  <a:moveTo>
                    <a:pt x="0" y="56323"/>
                  </a:moveTo>
                  <a:lnTo>
                    <a:pt x="2816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0" name="Output_receptor__5289">
              <a:extLst>
                <a:ext uri="{FF2B5EF4-FFF2-40B4-BE49-F238E27FC236}">
                  <a16:creationId xmlns:a16="http://schemas.microsoft.com/office/drawing/2014/main" id="{D9E1C6E7-97B7-AB9E-A100-346D61E06CB9}"/>
                </a:ext>
              </a:extLst>
            </p:cNvPr>
            <p:cNvSpPr>
              <a:spLocks noGrp="1"/>
            </p:cNvSpPr>
            <p:nvPr/>
          </p:nvSpPr>
          <p:spPr>
            <a:xfrm>
              <a:off x="15797166" y="2822788"/>
              <a:ext cx="46624" cy="25516"/>
            </a:xfrm>
            <a:custGeom>
              <a:avLst/>
              <a:gdLst/>
              <a:ahLst/>
              <a:cxnLst/>
              <a:rect l="0" t="0" r="0" b="0"/>
              <a:pathLst>
                <a:path w="46624" h="25516">
                  <a:moveTo>
                    <a:pt x="46624" y="0"/>
                  </a:moveTo>
                  <a:lnTo>
                    <a:pt x="0" y="2551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1" name="Output_receptor__5290">
              <a:extLst>
                <a:ext uri="{FF2B5EF4-FFF2-40B4-BE49-F238E27FC236}">
                  <a16:creationId xmlns:a16="http://schemas.microsoft.com/office/drawing/2014/main" id="{AEF517AC-0699-88E1-E18B-861CC946600F}"/>
                </a:ext>
              </a:extLst>
            </p:cNvPr>
            <p:cNvSpPr>
              <a:spLocks noGrp="1"/>
            </p:cNvSpPr>
            <p:nvPr/>
          </p:nvSpPr>
          <p:spPr>
            <a:xfrm>
              <a:off x="16348638" y="3813135"/>
              <a:ext cx="6148" cy="35991"/>
            </a:xfrm>
            <a:custGeom>
              <a:avLst/>
              <a:gdLst/>
              <a:ahLst/>
              <a:cxnLst/>
              <a:rect l="0" t="0" r="0" b="0"/>
              <a:pathLst>
                <a:path w="6148" h="35991">
                  <a:moveTo>
                    <a:pt x="6148" y="0"/>
                  </a:moveTo>
                  <a:lnTo>
                    <a:pt x="0" y="3599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2" name="Output_receptor__5291">
              <a:extLst>
                <a:ext uri="{FF2B5EF4-FFF2-40B4-BE49-F238E27FC236}">
                  <a16:creationId xmlns:a16="http://schemas.microsoft.com/office/drawing/2014/main" id="{E7860687-B95B-3F68-7E0C-C9343ACD3D08}"/>
                </a:ext>
              </a:extLst>
            </p:cNvPr>
            <p:cNvSpPr>
              <a:spLocks noGrp="1"/>
            </p:cNvSpPr>
            <p:nvPr/>
          </p:nvSpPr>
          <p:spPr>
            <a:xfrm>
              <a:off x="15419819" y="3312598"/>
              <a:ext cx="45626" cy="10312"/>
            </a:xfrm>
            <a:custGeom>
              <a:avLst/>
              <a:gdLst/>
              <a:ahLst/>
              <a:cxnLst/>
              <a:rect l="0" t="0" r="0" b="0"/>
              <a:pathLst>
                <a:path w="45626" h="10312">
                  <a:moveTo>
                    <a:pt x="45626" y="0"/>
                  </a:moveTo>
                  <a:lnTo>
                    <a:pt x="0" y="103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3" name="Output_receptor__5292">
              <a:extLst>
                <a:ext uri="{FF2B5EF4-FFF2-40B4-BE49-F238E27FC236}">
                  <a16:creationId xmlns:a16="http://schemas.microsoft.com/office/drawing/2014/main" id="{3D72F3AC-840F-63C2-0A0C-2F22F483B227}"/>
                </a:ext>
              </a:extLst>
            </p:cNvPr>
            <p:cNvSpPr>
              <a:spLocks noGrp="1"/>
            </p:cNvSpPr>
            <p:nvPr/>
          </p:nvSpPr>
          <p:spPr>
            <a:xfrm>
              <a:off x="16358663" y="3370552"/>
              <a:ext cx="36850" cy="60643"/>
            </a:xfrm>
            <a:custGeom>
              <a:avLst/>
              <a:gdLst/>
              <a:ahLst/>
              <a:cxnLst/>
              <a:rect l="0" t="0" r="0" b="0"/>
              <a:pathLst>
                <a:path w="36850" h="60643">
                  <a:moveTo>
                    <a:pt x="0" y="0"/>
                  </a:moveTo>
                  <a:lnTo>
                    <a:pt x="36850" y="6064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4" name="Output_receptor__5293">
              <a:extLst>
                <a:ext uri="{FF2B5EF4-FFF2-40B4-BE49-F238E27FC236}">
                  <a16:creationId xmlns:a16="http://schemas.microsoft.com/office/drawing/2014/main" id="{D8A9C53A-6C75-55AB-F78C-F95CD3C9B1A2}"/>
                </a:ext>
              </a:extLst>
            </p:cNvPr>
            <p:cNvSpPr>
              <a:spLocks noGrp="1"/>
            </p:cNvSpPr>
            <p:nvPr/>
          </p:nvSpPr>
          <p:spPr>
            <a:xfrm>
              <a:off x="15843790" y="2822788"/>
              <a:ext cx="56243" cy="15109"/>
            </a:xfrm>
            <a:custGeom>
              <a:avLst/>
              <a:gdLst/>
              <a:ahLst/>
              <a:cxnLst/>
              <a:rect l="0" t="0" r="0" b="0"/>
              <a:pathLst>
                <a:path w="56243" h="15109">
                  <a:moveTo>
                    <a:pt x="56243" y="15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5" name="Output_receptor__5294">
              <a:extLst>
                <a:ext uri="{FF2B5EF4-FFF2-40B4-BE49-F238E27FC236}">
                  <a16:creationId xmlns:a16="http://schemas.microsoft.com/office/drawing/2014/main" id="{F12E7235-4694-149D-6093-BC14A1C84046}"/>
                </a:ext>
              </a:extLst>
            </p:cNvPr>
            <p:cNvSpPr>
              <a:spLocks noGrp="1"/>
            </p:cNvSpPr>
            <p:nvPr/>
          </p:nvSpPr>
          <p:spPr>
            <a:xfrm>
              <a:off x="15608700" y="3045684"/>
              <a:ext cx="9832" cy="1139"/>
            </a:xfrm>
            <a:custGeom>
              <a:avLst/>
              <a:gdLst/>
              <a:ahLst/>
              <a:cxnLst/>
              <a:rect l="0" t="0" r="0" b="0"/>
              <a:pathLst>
                <a:path w="9832" h="1139">
                  <a:moveTo>
                    <a:pt x="9832" y="1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6" name="Output_receptor__5295">
              <a:extLst>
                <a:ext uri="{FF2B5EF4-FFF2-40B4-BE49-F238E27FC236}">
                  <a16:creationId xmlns:a16="http://schemas.microsoft.com/office/drawing/2014/main" id="{4DD1C995-3A08-6B6D-B716-E84B7D8E5D92}"/>
                </a:ext>
              </a:extLst>
            </p:cNvPr>
            <p:cNvSpPr>
              <a:spLocks noGrp="1"/>
            </p:cNvSpPr>
            <p:nvPr/>
          </p:nvSpPr>
          <p:spPr>
            <a:xfrm>
              <a:off x="16168001" y="3082716"/>
              <a:ext cx="70715" cy="12777"/>
            </a:xfrm>
            <a:custGeom>
              <a:avLst/>
              <a:gdLst/>
              <a:ahLst/>
              <a:cxnLst/>
              <a:rect l="0" t="0" r="0" b="0"/>
              <a:pathLst>
                <a:path w="70715" h="12777">
                  <a:moveTo>
                    <a:pt x="0" y="0"/>
                  </a:moveTo>
                  <a:lnTo>
                    <a:pt x="70715" y="1277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7" name="Output_receptor__5296">
              <a:extLst>
                <a:ext uri="{FF2B5EF4-FFF2-40B4-BE49-F238E27FC236}">
                  <a16:creationId xmlns:a16="http://schemas.microsoft.com/office/drawing/2014/main" id="{27D5CD23-D73F-D044-9536-29B6868ED4CC}"/>
                </a:ext>
              </a:extLst>
            </p:cNvPr>
            <p:cNvSpPr>
              <a:spLocks noGrp="1"/>
            </p:cNvSpPr>
            <p:nvPr/>
          </p:nvSpPr>
          <p:spPr>
            <a:xfrm>
              <a:off x="16224700" y="3187292"/>
              <a:ext cx="62907" cy="12176"/>
            </a:xfrm>
            <a:custGeom>
              <a:avLst/>
              <a:gdLst/>
              <a:ahLst/>
              <a:cxnLst/>
              <a:rect l="0" t="0" r="0" b="0"/>
              <a:pathLst>
                <a:path w="62907" h="12176">
                  <a:moveTo>
                    <a:pt x="0" y="0"/>
                  </a:moveTo>
                  <a:lnTo>
                    <a:pt x="62907" y="1217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8" name="Output_receptor__5297">
              <a:extLst>
                <a:ext uri="{FF2B5EF4-FFF2-40B4-BE49-F238E27FC236}">
                  <a16:creationId xmlns:a16="http://schemas.microsoft.com/office/drawing/2014/main" id="{E5221730-7211-D30B-C563-FADAB673686C}"/>
                </a:ext>
              </a:extLst>
            </p:cNvPr>
            <p:cNvSpPr>
              <a:spLocks noGrp="1"/>
            </p:cNvSpPr>
            <p:nvPr/>
          </p:nvSpPr>
          <p:spPr>
            <a:xfrm>
              <a:off x="16535825" y="3775622"/>
              <a:ext cx="72046" cy="4742"/>
            </a:xfrm>
            <a:custGeom>
              <a:avLst/>
              <a:gdLst/>
              <a:ahLst/>
              <a:cxnLst/>
              <a:rect l="0" t="0" r="0" b="0"/>
              <a:pathLst>
                <a:path w="72046" h="4742">
                  <a:moveTo>
                    <a:pt x="72046" y="0"/>
                  </a:moveTo>
                  <a:lnTo>
                    <a:pt x="0" y="474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9" name="Output_receptor__5298">
              <a:extLst>
                <a:ext uri="{FF2B5EF4-FFF2-40B4-BE49-F238E27FC236}">
                  <a16:creationId xmlns:a16="http://schemas.microsoft.com/office/drawing/2014/main" id="{850037CD-58AD-325B-DCB9-72DAD929B391}"/>
                </a:ext>
              </a:extLst>
            </p:cNvPr>
            <p:cNvSpPr>
              <a:spLocks noGrp="1"/>
            </p:cNvSpPr>
            <p:nvPr/>
          </p:nvSpPr>
          <p:spPr>
            <a:xfrm>
              <a:off x="15637972" y="4461036"/>
              <a:ext cx="16854" cy="70052"/>
            </a:xfrm>
            <a:custGeom>
              <a:avLst/>
              <a:gdLst/>
              <a:ahLst/>
              <a:cxnLst/>
              <a:rect l="0" t="0" r="0" b="0"/>
              <a:pathLst>
                <a:path w="16854" h="70052">
                  <a:moveTo>
                    <a:pt x="0" y="0"/>
                  </a:moveTo>
                  <a:lnTo>
                    <a:pt x="16854" y="7005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0" name="Output_receptor__5299">
              <a:extLst>
                <a:ext uri="{FF2B5EF4-FFF2-40B4-BE49-F238E27FC236}">
                  <a16:creationId xmlns:a16="http://schemas.microsoft.com/office/drawing/2014/main" id="{FAAF0D55-E615-BE91-909B-810228A75241}"/>
                </a:ext>
              </a:extLst>
            </p:cNvPr>
            <p:cNvSpPr>
              <a:spLocks noGrp="1"/>
            </p:cNvSpPr>
            <p:nvPr/>
          </p:nvSpPr>
          <p:spPr>
            <a:xfrm>
              <a:off x="15390647" y="3569076"/>
              <a:ext cx="25475" cy="67519"/>
            </a:xfrm>
            <a:custGeom>
              <a:avLst/>
              <a:gdLst/>
              <a:ahLst/>
              <a:cxnLst/>
              <a:rect l="0" t="0" r="0" b="0"/>
              <a:pathLst>
                <a:path w="25475" h="67519">
                  <a:moveTo>
                    <a:pt x="25475" y="0"/>
                  </a:moveTo>
                  <a:lnTo>
                    <a:pt x="0" y="67519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1" name="Output_receptor__5300">
              <a:extLst>
                <a:ext uri="{FF2B5EF4-FFF2-40B4-BE49-F238E27FC236}">
                  <a16:creationId xmlns:a16="http://schemas.microsoft.com/office/drawing/2014/main" id="{D30CAFDF-DE2D-F69C-C424-A36AA0E45206}"/>
                </a:ext>
              </a:extLst>
            </p:cNvPr>
            <p:cNvSpPr>
              <a:spLocks noGrp="1"/>
            </p:cNvSpPr>
            <p:nvPr/>
          </p:nvSpPr>
          <p:spPr>
            <a:xfrm>
              <a:off x="15727670" y="3445158"/>
              <a:ext cx="70658" cy="5768"/>
            </a:xfrm>
            <a:custGeom>
              <a:avLst/>
              <a:gdLst/>
              <a:ahLst/>
              <a:cxnLst/>
              <a:rect l="0" t="0" r="0" b="0"/>
              <a:pathLst>
                <a:path w="70658" h="5768">
                  <a:moveTo>
                    <a:pt x="70658" y="57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2" name="Output_receptor__5301">
              <a:extLst>
                <a:ext uri="{FF2B5EF4-FFF2-40B4-BE49-F238E27FC236}">
                  <a16:creationId xmlns:a16="http://schemas.microsoft.com/office/drawing/2014/main" id="{DB6F58A5-FC98-B9D8-81F0-FAFD534147CB}"/>
                </a:ext>
              </a:extLst>
            </p:cNvPr>
            <p:cNvSpPr>
              <a:spLocks noGrp="1"/>
            </p:cNvSpPr>
            <p:nvPr/>
          </p:nvSpPr>
          <p:spPr>
            <a:xfrm>
              <a:off x="15831982" y="2910968"/>
              <a:ext cx="5949" cy="6700"/>
            </a:xfrm>
            <a:custGeom>
              <a:avLst/>
              <a:gdLst/>
              <a:ahLst/>
              <a:cxnLst/>
              <a:rect l="0" t="0" r="0" b="0"/>
              <a:pathLst>
                <a:path w="5949" h="6700">
                  <a:moveTo>
                    <a:pt x="0" y="0"/>
                  </a:moveTo>
                  <a:lnTo>
                    <a:pt x="5949" y="670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3" name="Output_receptor__5302">
              <a:extLst>
                <a:ext uri="{FF2B5EF4-FFF2-40B4-BE49-F238E27FC236}">
                  <a16:creationId xmlns:a16="http://schemas.microsoft.com/office/drawing/2014/main" id="{7DB81249-2260-14DC-51F6-979834FC88D3}"/>
                </a:ext>
              </a:extLst>
            </p:cNvPr>
            <p:cNvSpPr>
              <a:spLocks noGrp="1"/>
            </p:cNvSpPr>
            <p:nvPr/>
          </p:nvSpPr>
          <p:spPr>
            <a:xfrm>
              <a:off x="16373717" y="2574824"/>
              <a:ext cx="6641" cy="65036"/>
            </a:xfrm>
            <a:custGeom>
              <a:avLst/>
              <a:gdLst/>
              <a:ahLst/>
              <a:cxnLst/>
              <a:rect l="0" t="0" r="0" b="0"/>
              <a:pathLst>
                <a:path w="6641" h="65036">
                  <a:moveTo>
                    <a:pt x="6641" y="6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4" name="Output_receptor__5303">
              <a:extLst>
                <a:ext uri="{FF2B5EF4-FFF2-40B4-BE49-F238E27FC236}">
                  <a16:creationId xmlns:a16="http://schemas.microsoft.com/office/drawing/2014/main" id="{AAF7E478-A411-8D91-B82B-292471FC55C9}"/>
                </a:ext>
              </a:extLst>
            </p:cNvPr>
            <p:cNvSpPr>
              <a:spLocks noGrp="1"/>
            </p:cNvSpPr>
            <p:nvPr/>
          </p:nvSpPr>
          <p:spPr>
            <a:xfrm>
              <a:off x="16124881" y="2832814"/>
              <a:ext cx="21728" cy="19383"/>
            </a:xfrm>
            <a:custGeom>
              <a:avLst/>
              <a:gdLst/>
              <a:ahLst/>
              <a:cxnLst/>
              <a:rect l="0" t="0" r="0" b="0"/>
              <a:pathLst>
                <a:path w="21728" h="19383">
                  <a:moveTo>
                    <a:pt x="0" y="0"/>
                  </a:moveTo>
                  <a:lnTo>
                    <a:pt x="21728" y="19383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5" name="Output_receptor__5304">
              <a:extLst>
                <a:ext uri="{FF2B5EF4-FFF2-40B4-BE49-F238E27FC236}">
                  <a16:creationId xmlns:a16="http://schemas.microsoft.com/office/drawing/2014/main" id="{FF14E94C-83BE-6A58-F72C-2404245AA286}"/>
                </a:ext>
              </a:extLst>
            </p:cNvPr>
            <p:cNvSpPr>
              <a:spLocks noGrp="1"/>
            </p:cNvSpPr>
            <p:nvPr/>
          </p:nvSpPr>
          <p:spPr>
            <a:xfrm>
              <a:off x="16206580" y="2994136"/>
              <a:ext cx="48492" cy="17965"/>
            </a:xfrm>
            <a:custGeom>
              <a:avLst/>
              <a:gdLst/>
              <a:ahLst/>
              <a:cxnLst/>
              <a:rect l="0" t="0" r="0" b="0"/>
              <a:pathLst>
                <a:path w="48492" h="17965">
                  <a:moveTo>
                    <a:pt x="0" y="0"/>
                  </a:moveTo>
                  <a:lnTo>
                    <a:pt x="48492" y="17965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6" name="Output_receptor__5305">
              <a:extLst>
                <a:ext uri="{FF2B5EF4-FFF2-40B4-BE49-F238E27FC236}">
                  <a16:creationId xmlns:a16="http://schemas.microsoft.com/office/drawing/2014/main" id="{46802005-7812-ABF0-6706-56697654BE78}"/>
                </a:ext>
              </a:extLst>
            </p:cNvPr>
            <p:cNvSpPr>
              <a:spLocks noGrp="1"/>
            </p:cNvSpPr>
            <p:nvPr/>
          </p:nvSpPr>
          <p:spPr>
            <a:xfrm>
              <a:off x="16146458" y="2470099"/>
              <a:ext cx="50512" cy="49842"/>
            </a:xfrm>
            <a:custGeom>
              <a:avLst/>
              <a:gdLst/>
              <a:ahLst/>
              <a:cxnLst/>
              <a:rect l="0" t="0" r="0" b="0"/>
              <a:pathLst>
                <a:path w="50512" h="49842">
                  <a:moveTo>
                    <a:pt x="50512" y="49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7" name="Output_receptor__5306">
              <a:extLst>
                <a:ext uri="{FF2B5EF4-FFF2-40B4-BE49-F238E27FC236}">
                  <a16:creationId xmlns:a16="http://schemas.microsoft.com/office/drawing/2014/main" id="{F3413806-7311-015B-8969-752AC191C6D1}"/>
                </a:ext>
              </a:extLst>
            </p:cNvPr>
            <p:cNvSpPr>
              <a:spLocks noGrp="1"/>
            </p:cNvSpPr>
            <p:nvPr/>
          </p:nvSpPr>
          <p:spPr>
            <a:xfrm>
              <a:off x="15500782" y="3736699"/>
              <a:ext cx="69011" cy="20167"/>
            </a:xfrm>
            <a:custGeom>
              <a:avLst/>
              <a:gdLst/>
              <a:ahLst/>
              <a:cxnLst/>
              <a:rect l="0" t="0" r="0" b="0"/>
              <a:pathLst>
                <a:path w="69011" h="20167">
                  <a:moveTo>
                    <a:pt x="0" y="0"/>
                  </a:moveTo>
                  <a:lnTo>
                    <a:pt x="69011" y="2016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8" name="Output_receptor__5307">
              <a:extLst>
                <a:ext uri="{FF2B5EF4-FFF2-40B4-BE49-F238E27FC236}">
                  <a16:creationId xmlns:a16="http://schemas.microsoft.com/office/drawing/2014/main" id="{A8561A03-0FAB-74AC-F893-A87E374DAC45}"/>
                </a:ext>
              </a:extLst>
            </p:cNvPr>
            <p:cNvSpPr>
              <a:spLocks noGrp="1"/>
            </p:cNvSpPr>
            <p:nvPr/>
          </p:nvSpPr>
          <p:spPr>
            <a:xfrm>
              <a:off x="15559295" y="4477650"/>
              <a:ext cx="11157" cy="48273"/>
            </a:xfrm>
            <a:custGeom>
              <a:avLst/>
              <a:gdLst/>
              <a:ahLst/>
              <a:cxnLst/>
              <a:rect l="0" t="0" r="0" b="0"/>
              <a:pathLst>
                <a:path w="11157" h="48273">
                  <a:moveTo>
                    <a:pt x="0" y="48273"/>
                  </a:moveTo>
                  <a:lnTo>
                    <a:pt x="1115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9" name="Output_receptor__5308">
              <a:extLst>
                <a:ext uri="{FF2B5EF4-FFF2-40B4-BE49-F238E27FC236}">
                  <a16:creationId xmlns:a16="http://schemas.microsoft.com/office/drawing/2014/main" id="{D51B6128-679B-92BC-AF7C-AF2508471E85}"/>
                </a:ext>
              </a:extLst>
            </p:cNvPr>
            <p:cNvSpPr>
              <a:spLocks noGrp="1"/>
            </p:cNvSpPr>
            <p:nvPr/>
          </p:nvSpPr>
          <p:spPr>
            <a:xfrm>
              <a:off x="16167722" y="3173534"/>
              <a:ext cx="56979" cy="13758"/>
            </a:xfrm>
            <a:custGeom>
              <a:avLst/>
              <a:gdLst/>
              <a:ahLst/>
              <a:cxnLst/>
              <a:rect l="0" t="0" r="0" b="0"/>
              <a:pathLst>
                <a:path w="56979" h="13758">
                  <a:moveTo>
                    <a:pt x="0" y="0"/>
                  </a:moveTo>
                  <a:lnTo>
                    <a:pt x="56979" y="1375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0" name="Output_receptor__5309">
              <a:extLst>
                <a:ext uri="{FF2B5EF4-FFF2-40B4-BE49-F238E27FC236}">
                  <a16:creationId xmlns:a16="http://schemas.microsoft.com/office/drawing/2014/main" id="{9AEF3D9B-ED42-C44A-1247-F44025CD9A4D}"/>
                </a:ext>
              </a:extLst>
            </p:cNvPr>
            <p:cNvSpPr>
              <a:spLocks noGrp="1"/>
            </p:cNvSpPr>
            <p:nvPr/>
          </p:nvSpPr>
          <p:spPr>
            <a:xfrm>
              <a:off x="15777177" y="3561440"/>
              <a:ext cx="71180" cy="3026"/>
            </a:xfrm>
            <a:custGeom>
              <a:avLst/>
              <a:gdLst/>
              <a:ahLst/>
              <a:cxnLst/>
              <a:rect l="0" t="0" r="0" b="0"/>
              <a:pathLst>
                <a:path w="71180" h="3026">
                  <a:moveTo>
                    <a:pt x="0" y="3026"/>
                  </a:moveTo>
                  <a:lnTo>
                    <a:pt x="7118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1" name="Output_receptor__5310">
              <a:extLst>
                <a:ext uri="{FF2B5EF4-FFF2-40B4-BE49-F238E27FC236}">
                  <a16:creationId xmlns:a16="http://schemas.microsoft.com/office/drawing/2014/main" id="{95A3ED92-1D93-12B3-829D-B5C06B41038C}"/>
                </a:ext>
              </a:extLst>
            </p:cNvPr>
            <p:cNvSpPr>
              <a:spLocks noGrp="1"/>
            </p:cNvSpPr>
            <p:nvPr/>
          </p:nvSpPr>
          <p:spPr>
            <a:xfrm>
              <a:off x="15648321" y="4090398"/>
              <a:ext cx="48739" cy="51600"/>
            </a:xfrm>
            <a:custGeom>
              <a:avLst/>
              <a:gdLst/>
              <a:ahLst/>
              <a:cxnLst/>
              <a:rect l="0" t="0" r="0" b="0"/>
              <a:pathLst>
                <a:path w="48739" h="51600">
                  <a:moveTo>
                    <a:pt x="0" y="0"/>
                  </a:moveTo>
                  <a:lnTo>
                    <a:pt x="48739" y="5160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2" name="Output_receptor__5311">
              <a:extLst>
                <a:ext uri="{FF2B5EF4-FFF2-40B4-BE49-F238E27FC236}">
                  <a16:creationId xmlns:a16="http://schemas.microsoft.com/office/drawing/2014/main" id="{59BD1D43-6318-D10B-E4D7-7605922E598D}"/>
                </a:ext>
              </a:extLst>
            </p:cNvPr>
            <p:cNvSpPr>
              <a:spLocks noGrp="1"/>
            </p:cNvSpPr>
            <p:nvPr/>
          </p:nvSpPr>
          <p:spPr>
            <a:xfrm>
              <a:off x="16149388" y="3356297"/>
              <a:ext cx="27963" cy="725"/>
            </a:xfrm>
            <a:custGeom>
              <a:avLst/>
              <a:gdLst/>
              <a:ahLst/>
              <a:cxnLst/>
              <a:rect l="0" t="0" r="0" b="0"/>
              <a:pathLst>
                <a:path w="27963" h="725">
                  <a:moveTo>
                    <a:pt x="0" y="0"/>
                  </a:moveTo>
                  <a:lnTo>
                    <a:pt x="27963" y="72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3" name="Output_receptor__5312">
              <a:extLst>
                <a:ext uri="{FF2B5EF4-FFF2-40B4-BE49-F238E27FC236}">
                  <a16:creationId xmlns:a16="http://schemas.microsoft.com/office/drawing/2014/main" id="{57994C3A-891A-64C0-D062-0F6FF6396486}"/>
                </a:ext>
              </a:extLst>
            </p:cNvPr>
            <p:cNvSpPr>
              <a:spLocks noGrp="1"/>
            </p:cNvSpPr>
            <p:nvPr/>
          </p:nvSpPr>
          <p:spPr>
            <a:xfrm>
              <a:off x="15540730" y="3481177"/>
              <a:ext cx="33211" cy="3028"/>
            </a:xfrm>
            <a:custGeom>
              <a:avLst/>
              <a:gdLst/>
              <a:ahLst/>
              <a:cxnLst/>
              <a:rect l="0" t="0" r="0" b="0"/>
              <a:pathLst>
                <a:path w="33211" h="3028">
                  <a:moveTo>
                    <a:pt x="33211" y="0"/>
                  </a:moveTo>
                  <a:lnTo>
                    <a:pt x="0" y="302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4" name="Output_receptor__5313">
              <a:extLst>
                <a:ext uri="{FF2B5EF4-FFF2-40B4-BE49-F238E27FC236}">
                  <a16:creationId xmlns:a16="http://schemas.microsoft.com/office/drawing/2014/main" id="{947CD0C0-3BB6-8717-8545-C225C86BA51C}"/>
                </a:ext>
              </a:extLst>
            </p:cNvPr>
            <p:cNvSpPr>
              <a:spLocks noGrp="1"/>
            </p:cNvSpPr>
            <p:nvPr/>
          </p:nvSpPr>
          <p:spPr>
            <a:xfrm>
              <a:off x="15589273" y="2806637"/>
              <a:ext cx="68753" cy="14201"/>
            </a:xfrm>
            <a:custGeom>
              <a:avLst/>
              <a:gdLst/>
              <a:ahLst/>
              <a:cxnLst/>
              <a:rect l="0" t="0" r="0" b="0"/>
              <a:pathLst>
                <a:path w="68753" h="14201">
                  <a:moveTo>
                    <a:pt x="0" y="14201"/>
                  </a:moveTo>
                  <a:lnTo>
                    <a:pt x="68753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5" name="Output_receptor__5314">
              <a:extLst>
                <a:ext uri="{FF2B5EF4-FFF2-40B4-BE49-F238E27FC236}">
                  <a16:creationId xmlns:a16="http://schemas.microsoft.com/office/drawing/2014/main" id="{C36114D0-56D8-4BFE-BB65-DDF6985747DB}"/>
                </a:ext>
              </a:extLst>
            </p:cNvPr>
            <p:cNvSpPr>
              <a:spLocks noGrp="1"/>
            </p:cNvSpPr>
            <p:nvPr/>
          </p:nvSpPr>
          <p:spPr>
            <a:xfrm>
              <a:off x="15637585" y="4020373"/>
              <a:ext cx="10736" cy="70025"/>
            </a:xfrm>
            <a:custGeom>
              <a:avLst/>
              <a:gdLst/>
              <a:ahLst/>
              <a:cxnLst/>
              <a:rect l="0" t="0" r="0" b="0"/>
              <a:pathLst>
                <a:path w="10736" h="70025">
                  <a:moveTo>
                    <a:pt x="0" y="0"/>
                  </a:moveTo>
                  <a:lnTo>
                    <a:pt x="10736" y="7002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6" name="Output_receptor__5315">
              <a:extLst>
                <a:ext uri="{FF2B5EF4-FFF2-40B4-BE49-F238E27FC236}">
                  <a16:creationId xmlns:a16="http://schemas.microsoft.com/office/drawing/2014/main" id="{46D90CB6-AF89-5E7D-C37B-49811BE2EC5B}"/>
                </a:ext>
              </a:extLst>
            </p:cNvPr>
            <p:cNvSpPr>
              <a:spLocks noGrp="1"/>
            </p:cNvSpPr>
            <p:nvPr/>
          </p:nvSpPr>
          <p:spPr>
            <a:xfrm>
              <a:off x="16084592" y="3779120"/>
              <a:ext cx="46545" cy="27456"/>
            </a:xfrm>
            <a:custGeom>
              <a:avLst/>
              <a:gdLst/>
              <a:ahLst/>
              <a:cxnLst/>
              <a:rect l="0" t="0" r="0" b="0"/>
              <a:pathLst>
                <a:path w="46545" h="27456">
                  <a:moveTo>
                    <a:pt x="0" y="27456"/>
                  </a:moveTo>
                  <a:lnTo>
                    <a:pt x="4654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7" name="Output_receptor__5316">
              <a:extLst>
                <a:ext uri="{FF2B5EF4-FFF2-40B4-BE49-F238E27FC236}">
                  <a16:creationId xmlns:a16="http://schemas.microsoft.com/office/drawing/2014/main" id="{405FB632-1136-72FA-1292-C9ECBF78E951}"/>
                </a:ext>
              </a:extLst>
            </p:cNvPr>
            <p:cNvSpPr>
              <a:spLocks noGrp="1"/>
            </p:cNvSpPr>
            <p:nvPr/>
          </p:nvSpPr>
          <p:spPr>
            <a:xfrm>
              <a:off x="15561934" y="4292922"/>
              <a:ext cx="15478" cy="31859"/>
            </a:xfrm>
            <a:custGeom>
              <a:avLst/>
              <a:gdLst/>
              <a:ahLst/>
              <a:cxnLst/>
              <a:rect l="0" t="0" r="0" b="0"/>
              <a:pathLst>
                <a:path w="15478" h="31859">
                  <a:moveTo>
                    <a:pt x="15478" y="0"/>
                  </a:moveTo>
                  <a:lnTo>
                    <a:pt x="0" y="31859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8" name="Output_receptor__5317">
              <a:extLst>
                <a:ext uri="{FF2B5EF4-FFF2-40B4-BE49-F238E27FC236}">
                  <a16:creationId xmlns:a16="http://schemas.microsoft.com/office/drawing/2014/main" id="{7E04E4BB-F75D-A16C-11C6-6359EA1F38A0}"/>
                </a:ext>
              </a:extLst>
            </p:cNvPr>
            <p:cNvSpPr>
              <a:spLocks noGrp="1"/>
            </p:cNvSpPr>
            <p:nvPr/>
          </p:nvSpPr>
          <p:spPr>
            <a:xfrm>
              <a:off x="15650658" y="4229123"/>
              <a:ext cx="69173" cy="16055"/>
            </a:xfrm>
            <a:custGeom>
              <a:avLst/>
              <a:gdLst/>
              <a:ahLst/>
              <a:cxnLst/>
              <a:rect l="0" t="0" r="0" b="0"/>
              <a:pathLst>
                <a:path w="69173" h="16055">
                  <a:moveTo>
                    <a:pt x="69173" y="1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9" name="Output_receptor__5318">
              <a:extLst>
                <a:ext uri="{FF2B5EF4-FFF2-40B4-BE49-F238E27FC236}">
                  <a16:creationId xmlns:a16="http://schemas.microsoft.com/office/drawing/2014/main" id="{90C437D2-240A-BFB7-05F7-53A45694A1D4}"/>
                </a:ext>
              </a:extLst>
            </p:cNvPr>
            <p:cNvSpPr>
              <a:spLocks noGrp="1"/>
            </p:cNvSpPr>
            <p:nvPr/>
          </p:nvSpPr>
          <p:spPr>
            <a:xfrm>
              <a:off x="16041444" y="3153685"/>
              <a:ext cx="62290" cy="24414"/>
            </a:xfrm>
            <a:custGeom>
              <a:avLst/>
              <a:gdLst/>
              <a:ahLst/>
              <a:cxnLst/>
              <a:rect l="0" t="0" r="0" b="0"/>
              <a:pathLst>
                <a:path w="62290" h="24414">
                  <a:moveTo>
                    <a:pt x="0" y="0"/>
                  </a:moveTo>
                  <a:lnTo>
                    <a:pt x="62290" y="2441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0" name="Output_receptor__5319">
              <a:extLst>
                <a:ext uri="{FF2B5EF4-FFF2-40B4-BE49-F238E27FC236}">
                  <a16:creationId xmlns:a16="http://schemas.microsoft.com/office/drawing/2014/main" id="{74082412-C1CF-52A1-1666-0B1613DBA10D}"/>
                </a:ext>
              </a:extLst>
            </p:cNvPr>
            <p:cNvSpPr>
              <a:spLocks noGrp="1"/>
            </p:cNvSpPr>
            <p:nvPr/>
          </p:nvSpPr>
          <p:spPr>
            <a:xfrm>
              <a:off x="16450060" y="3353403"/>
              <a:ext cx="4643" cy="40014"/>
            </a:xfrm>
            <a:custGeom>
              <a:avLst/>
              <a:gdLst/>
              <a:ahLst/>
              <a:cxnLst/>
              <a:rect l="0" t="0" r="0" b="0"/>
              <a:pathLst>
                <a:path w="4643" h="40014">
                  <a:moveTo>
                    <a:pt x="4643" y="4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1" name="Output_receptor__5320">
              <a:extLst>
                <a:ext uri="{FF2B5EF4-FFF2-40B4-BE49-F238E27FC236}">
                  <a16:creationId xmlns:a16="http://schemas.microsoft.com/office/drawing/2014/main" id="{491156AB-4E78-91EA-1F4F-047673798167}"/>
                </a:ext>
              </a:extLst>
            </p:cNvPr>
            <p:cNvSpPr>
              <a:spLocks noGrp="1"/>
            </p:cNvSpPr>
            <p:nvPr/>
          </p:nvSpPr>
          <p:spPr>
            <a:xfrm>
              <a:off x="16159119" y="3262683"/>
              <a:ext cx="42203" cy="11080"/>
            </a:xfrm>
            <a:custGeom>
              <a:avLst/>
              <a:gdLst/>
              <a:ahLst/>
              <a:cxnLst/>
              <a:rect l="0" t="0" r="0" b="0"/>
              <a:pathLst>
                <a:path w="42203" h="11080">
                  <a:moveTo>
                    <a:pt x="0" y="0"/>
                  </a:moveTo>
                  <a:lnTo>
                    <a:pt x="42203" y="1108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2" name="Output_receptor__5321">
              <a:extLst>
                <a:ext uri="{FF2B5EF4-FFF2-40B4-BE49-F238E27FC236}">
                  <a16:creationId xmlns:a16="http://schemas.microsoft.com/office/drawing/2014/main" id="{88553D0C-9F29-5FEF-C45F-0D76B13127C8}"/>
                </a:ext>
              </a:extLst>
            </p:cNvPr>
            <p:cNvSpPr>
              <a:spLocks noGrp="1"/>
            </p:cNvSpPr>
            <p:nvPr/>
          </p:nvSpPr>
          <p:spPr>
            <a:xfrm>
              <a:off x="16272386" y="3984626"/>
              <a:ext cx="30160" cy="57831"/>
            </a:xfrm>
            <a:custGeom>
              <a:avLst/>
              <a:gdLst/>
              <a:ahLst/>
              <a:cxnLst/>
              <a:rect l="0" t="0" r="0" b="0"/>
              <a:pathLst>
                <a:path w="30160" h="57831">
                  <a:moveTo>
                    <a:pt x="30160" y="0"/>
                  </a:moveTo>
                  <a:lnTo>
                    <a:pt x="0" y="5783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3" name="Output_receptor__5322">
              <a:extLst>
                <a:ext uri="{FF2B5EF4-FFF2-40B4-BE49-F238E27FC236}">
                  <a16:creationId xmlns:a16="http://schemas.microsoft.com/office/drawing/2014/main" id="{4AD379A1-40F1-9667-15E6-D09DF7518E15}"/>
                </a:ext>
              </a:extLst>
            </p:cNvPr>
            <p:cNvSpPr>
              <a:spLocks noGrp="1"/>
            </p:cNvSpPr>
            <p:nvPr/>
          </p:nvSpPr>
          <p:spPr>
            <a:xfrm>
              <a:off x="15351404" y="3538815"/>
              <a:ext cx="64717" cy="30261"/>
            </a:xfrm>
            <a:custGeom>
              <a:avLst/>
              <a:gdLst/>
              <a:ahLst/>
              <a:cxnLst/>
              <a:rect l="0" t="0" r="0" b="0"/>
              <a:pathLst>
                <a:path w="64717" h="30261">
                  <a:moveTo>
                    <a:pt x="0" y="0"/>
                  </a:moveTo>
                  <a:lnTo>
                    <a:pt x="64717" y="3026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4" name="Output_receptor__5323">
              <a:extLst>
                <a:ext uri="{FF2B5EF4-FFF2-40B4-BE49-F238E27FC236}">
                  <a16:creationId xmlns:a16="http://schemas.microsoft.com/office/drawing/2014/main" id="{CF7ED30E-1B45-FB13-3461-E01F30D51BD6}"/>
                </a:ext>
              </a:extLst>
            </p:cNvPr>
            <p:cNvSpPr>
              <a:spLocks noGrp="1"/>
            </p:cNvSpPr>
            <p:nvPr/>
          </p:nvSpPr>
          <p:spPr>
            <a:xfrm>
              <a:off x="15420305" y="3790973"/>
              <a:ext cx="15303" cy="24436"/>
            </a:xfrm>
            <a:custGeom>
              <a:avLst/>
              <a:gdLst/>
              <a:ahLst/>
              <a:cxnLst/>
              <a:rect l="0" t="0" r="0" b="0"/>
              <a:pathLst>
                <a:path w="15303" h="24436">
                  <a:moveTo>
                    <a:pt x="0" y="0"/>
                  </a:moveTo>
                  <a:lnTo>
                    <a:pt x="15303" y="2443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5" name="Output_receptor__5324">
              <a:extLst>
                <a:ext uri="{FF2B5EF4-FFF2-40B4-BE49-F238E27FC236}">
                  <a16:creationId xmlns:a16="http://schemas.microsoft.com/office/drawing/2014/main" id="{54A8C33D-38A7-5710-C2C3-BD8BC4EE0FFA}"/>
                </a:ext>
              </a:extLst>
            </p:cNvPr>
            <p:cNvSpPr>
              <a:spLocks noGrp="1"/>
            </p:cNvSpPr>
            <p:nvPr/>
          </p:nvSpPr>
          <p:spPr>
            <a:xfrm>
              <a:off x="16103734" y="3173534"/>
              <a:ext cx="63988" cy="4565"/>
            </a:xfrm>
            <a:custGeom>
              <a:avLst/>
              <a:gdLst/>
              <a:ahLst/>
              <a:cxnLst/>
              <a:rect l="0" t="0" r="0" b="0"/>
              <a:pathLst>
                <a:path w="63988" h="4565">
                  <a:moveTo>
                    <a:pt x="0" y="4565"/>
                  </a:moveTo>
                  <a:lnTo>
                    <a:pt x="6398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6" name="Output_receptor__5325">
              <a:extLst>
                <a:ext uri="{FF2B5EF4-FFF2-40B4-BE49-F238E27FC236}">
                  <a16:creationId xmlns:a16="http://schemas.microsoft.com/office/drawing/2014/main" id="{53676FE7-40E0-D6CB-0418-3EA3F3F221F3}"/>
                </a:ext>
              </a:extLst>
            </p:cNvPr>
            <p:cNvSpPr>
              <a:spLocks noGrp="1"/>
            </p:cNvSpPr>
            <p:nvPr/>
          </p:nvSpPr>
          <p:spPr>
            <a:xfrm>
              <a:off x="15973198" y="3153685"/>
              <a:ext cx="68246" cy="12305"/>
            </a:xfrm>
            <a:custGeom>
              <a:avLst/>
              <a:gdLst/>
              <a:ahLst/>
              <a:cxnLst/>
              <a:rect l="0" t="0" r="0" b="0"/>
              <a:pathLst>
                <a:path w="68246" h="12305">
                  <a:moveTo>
                    <a:pt x="0" y="12305"/>
                  </a:moveTo>
                  <a:lnTo>
                    <a:pt x="6824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7" name="Output_receptor__5326">
              <a:extLst>
                <a:ext uri="{FF2B5EF4-FFF2-40B4-BE49-F238E27FC236}">
                  <a16:creationId xmlns:a16="http://schemas.microsoft.com/office/drawing/2014/main" id="{A152EE0B-DDA9-DBCD-150C-B15013E0C480}"/>
                </a:ext>
              </a:extLst>
            </p:cNvPr>
            <p:cNvSpPr>
              <a:spLocks noGrp="1"/>
            </p:cNvSpPr>
            <p:nvPr/>
          </p:nvSpPr>
          <p:spPr>
            <a:xfrm>
              <a:off x="15523210" y="2979202"/>
              <a:ext cx="25056" cy="29284"/>
            </a:xfrm>
            <a:custGeom>
              <a:avLst/>
              <a:gdLst/>
              <a:ahLst/>
              <a:cxnLst/>
              <a:rect l="0" t="0" r="0" b="0"/>
              <a:pathLst>
                <a:path w="25056" h="29284">
                  <a:moveTo>
                    <a:pt x="0" y="29284"/>
                  </a:moveTo>
                  <a:lnTo>
                    <a:pt x="2505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8" name="Output_receptor__5327">
              <a:extLst>
                <a:ext uri="{FF2B5EF4-FFF2-40B4-BE49-F238E27FC236}">
                  <a16:creationId xmlns:a16="http://schemas.microsoft.com/office/drawing/2014/main" id="{0028CC15-5FE4-242D-58EC-B5A352E4ADFA}"/>
                </a:ext>
              </a:extLst>
            </p:cNvPr>
            <p:cNvSpPr>
              <a:spLocks noGrp="1"/>
            </p:cNvSpPr>
            <p:nvPr/>
          </p:nvSpPr>
          <p:spPr>
            <a:xfrm>
              <a:off x="15458883" y="4474251"/>
              <a:ext cx="30693" cy="35492"/>
            </a:xfrm>
            <a:custGeom>
              <a:avLst/>
              <a:gdLst/>
              <a:ahLst/>
              <a:cxnLst/>
              <a:rect l="0" t="0" r="0" b="0"/>
              <a:pathLst>
                <a:path w="30693" h="35492">
                  <a:moveTo>
                    <a:pt x="0" y="0"/>
                  </a:moveTo>
                  <a:lnTo>
                    <a:pt x="30693" y="3549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9" name="Output_receptor__5328">
              <a:extLst>
                <a:ext uri="{FF2B5EF4-FFF2-40B4-BE49-F238E27FC236}">
                  <a16:creationId xmlns:a16="http://schemas.microsoft.com/office/drawing/2014/main" id="{CF2E04D3-B58D-D59A-7648-6C7C9EF8B62D}"/>
                </a:ext>
              </a:extLst>
            </p:cNvPr>
            <p:cNvSpPr>
              <a:spLocks noGrp="1"/>
            </p:cNvSpPr>
            <p:nvPr/>
          </p:nvSpPr>
          <p:spPr>
            <a:xfrm>
              <a:off x="16212629" y="3957490"/>
              <a:ext cx="154" cy="12934"/>
            </a:xfrm>
            <a:custGeom>
              <a:avLst/>
              <a:gdLst/>
              <a:ahLst/>
              <a:cxnLst/>
              <a:rect l="0" t="0" r="0" b="0"/>
              <a:pathLst>
                <a:path w="154" h="12934">
                  <a:moveTo>
                    <a:pt x="154" y="0"/>
                  </a:moveTo>
                  <a:lnTo>
                    <a:pt x="0" y="1293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0" name="Output_receptor__5329">
              <a:extLst>
                <a:ext uri="{FF2B5EF4-FFF2-40B4-BE49-F238E27FC236}">
                  <a16:creationId xmlns:a16="http://schemas.microsoft.com/office/drawing/2014/main" id="{9315D549-5F43-4CCC-AB3E-2900DAFA86A8}"/>
                </a:ext>
              </a:extLst>
            </p:cNvPr>
            <p:cNvSpPr>
              <a:spLocks noGrp="1"/>
            </p:cNvSpPr>
            <p:nvPr/>
          </p:nvSpPr>
          <p:spPr>
            <a:xfrm>
              <a:off x="15755723" y="2955876"/>
              <a:ext cx="42713" cy="47030"/>
            </a:xfrm>
            <a:custGeom>
              <a:avLst/>
              <a:gdLst/>
              <a:ahLst/>
              <a:cxnLst/>
              <a:rect l="0" t="0" r="0" b="0"/>
              <a:pathLst>
                <a:path w="42713" h="47030">
                  <a:moveTo>
                    <a:pt x="0" y="0"/>
                  </a:moveTo>
                  <a:lnTo>
                    <a:pt x="42713" y="4703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1" name="Output_receptor__5330">
              <a:extLst>
                <a:ext uri="{FF2B5EF4-FFF2-40B4-BE49-F238E27FC236}">
                  <a16:creationId xmlns:a16="http://schemas.microsoft.com/office/drawing/2014/main" id="{59B47D8A-584E-D23D-F5E1-DFBDB727172F}"/>
                </a:ext>
              </a:extLst>
            </p:cNvPr>
            <p:cNvSpPr>
              <a:spLocks noGrp="1"/>
            </p:cNvSpPr>
            <p:nvPr/>
          </p:nvSpPr>
          <p:spPr>
            <a:xfrm>
              <a:off x="15566577" y="3569714"/>
              <a:ext cx="14182" cy="4353"/>
            </a:xfrm>
            <a:custGeom>
              <a:avLst/>
              <a:gdLst/>
              <a:ahLst/>
              <a:cxnLst/>
              <a:rect l="0" t="0" r="0" b="0"/>
              <a:pathLst>
                <a:path w="14182" h="4353">
                  <a:moveTo>
                    <a:pt x="14182" y="4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2" name="Output_receptor__5331">
              <a:extLst>
                <a:ext uri="{FF2B5EF4-FFF2-40B4-BE49-F238E27FC236}">
                  <a16:creationId xmlns:a16="http://schemas.microsoft.com/office/drawing/2014/main" id="{A0234A14-B1CF-BA64-AACB-8F05D2C82505}"/>
                </a:ext>
              </a:extLst>
            </p:cNvPr>
            <p:cNvSpPr>
              <a:spLocks noGrp="1"/>
            </p:cNvSpPr>
            <p:nvPr/>
          </p:nvSpPr>
          <p:spPr>
            <a:xfrm>
              <a:off x="16286974" y="3557004"/>
              <a:ext cx="34772" cy="59724"/>
            </a:xfrm>
            <a:custGeom>
              <a:avLst/>
              <a:gdLst/>
              <a:ahLst/>
              <a:cxnLst/>
              <a:rect l="0" t="0" r="0" b="0"/>
              <a:pathLst>
                <a:path w="34772" h="59724">
                  <a:moveTo>
                    <a:pt x="0" y="59724"/>
                  </a:moveTo>
                  <a:lnTo>
                    <a:pt x="34772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3" name="Output_receptor__5332">
              <a:extLst>
                <a:ext uri="{FF2B5EF4-FFF2-40B4-BE49-F238E27FC236}">
                  <a16:creationId xmlns:a16="http://schemas.microsoft.com/office/drawing/2014/main" id="{75974C4E-4F06-7B14-5074-81F887A758A1}"/>
                </a:ext>
              </a:extLst>
            </p:cNvPr>
            <p:cNvSpPr>
              <a:spLocks noGrp="1"/>
            </p:cNvSpPr>
            <p:nvPr/>
          </p:nvSpPr>
          <p:spPr>
            <a:xfrm>
              <a:off x="15673301" y="2522984"/>
              <a:ext cx="40866" cy="57557"/>
            </a:xfrm>
            <a:custGeom>
              <a:avLst/>
              <a:gdLst/>
              <a:ahLst/>
              <a:cxnLst/>
              <a:rect l="0" t="0" r="0" b="0"/>
              <a:pathLst>
                <a:path w="40866" h="57557">
                  <a:moveTo>
                    <a:pt x="40866" y="0"/>
                  </a:moveTo>
                  <a:lnTo>
                    <a:pt x="0" y="5755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34" name="Output_receptor__5333">
              <a:extLst>
                <a:ext uri="{FF2B5EF4-FFF2-40B4-BE49-F238E27FC236}">
                  <a16:creationId xmlns:a16="http://schemas.microsoft.com/office/drawing/2014/main" id="{6ED82913-42BF-C80A-BB1E-62C7DE83B1E4}"/>
                </a:ext>
              </a:extLst>
            </p:cNvPr>
            <p:cNvSpPr>
              <a:spLocks noGrp="1"/>
            </p:cNvSpPr>
            <p:nvPr/>
          </p:nvSpPr>
          <p:spPr>
            <a:xfrm>
              <a:off x="16421766" y="3609867"/>
              <a:ext cx="61442" cy="16361"/>
            </a:xfrm>
            <a:custGeom>
              <a:avLst/>
              <a:gdLst/>
              <a:ahLst/>
              <a:cxnLst/>
              <a:rect l="0" t="0" r="0" b="0"/>
              <a:pathLst>
                <a:path w="61442" h="16361">
                  <a:moveTo>
                    <a:pt x="61442" y="163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5" name="Output_receptor__5334">
              <a:extLst>
                <a:ext uri="{FF2B5EF4-FFF2-40B4-BE49-F238E27FC236}">
                  <a16:creationId xmlns:a16="http://schemas.microsoft.com/office/drawing/2014/main" id="{5A06CC5E-7858-3FBA-0B2C-BF42BE7BD12E}"/>
                </a:ext>
              </a:extLst>
            </p:cNvPr>
            <p:cNvSpPr>
              <a:spLocks noGrp="1"/>
            </p:cNvSpPr>
            <p:nvPr/>
          </p:nvSpPr>
          <p:spPr>
            <a:xfrm>
              <a:off x="16146458" y="2418994"/>
              <a:ext cx="48717" cy="51106"/>
            </a:xfrm>
            <a:custGeom>
              <a:avLst/>
              <a:gdLst/>
              <a:ahLst/>
              <a:cxnLst/>
              <a:rect l="0" t="0" r="0" b="0"/>
              <a:pathLst>
                <a:path w="48717" h="51106">
                  <a:moveTo>
                    <a:pt x="0" y="51106"/>
                  </a:moveTo>
                  <a:lnTo>
                    <a:pt x="4871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6" name="Output_receptor__5335">
              <a:extLst>
                <a:ext uri="{FF2B5EF4-FFF2-40B4-BE49-F238E27FC236}">
                  <a16:creationId xmlns:a16="http://schemas.microsoft.com/office/drawing/2014/main" id="{081ADB27-0559-399F-66DC-EC80FFE6E323}"/>
                </a:ext>
              </a:extLst>
            </p:cNvPr>
            <p:cNvSpPr>
              <a:spLocks noGrp="1"/>
            </p:cNvSpPr>
            <p:nvPr/>
          </p:nvSpPr>
          <p:spPr>
            <a:xfrm>
              <a:off x="15557012" y="2820838"/>
              <a:ext cx="32261" cy="51426"/>
            </a:xfrm>
            <a:custGeom>
              <a:avLst/>
              <a:gdLst/>
              <a:ahLst/>
              <a:cxnLst/>
              <a:rect l="0" t="0" r="0" b="0"/>
              <a:pathLst>
                <a:path w="32261" h="51426">
                  <a:moveTo>
                    <a:pt x="0" y="51426"/>
                  </a:moveTo>
                  <a:lnTo>
                    <a:pt x="3226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7" name="Output_receptor__5336">
              <a:extLst>
                <a:ext uri="{FF2B5EF4-FFF2-40B4-BE49-F238E27FC236}">
                  <a16:creationId xmlns:a16="http://schemas.microsoft.com/office/drawing/2014/main" id="{92B2C65B-3EE9-28A6-A82F-FC9613735858}"/>
                </a:ext>
              </a:extLst>
            </p:cNvPr>
            <p:cNvSpPr>
              <a:spLocks noGrp="1"/>
            </p:cNvSpPr>
            <p:nvPr/>
          </p:nvSpPr>
          <p:spPr>
            <a:xfrm>
              <a:off x="15319864" y="3349623"/>
              <a:ext cx="60342" cy="33075"/>
            </a:xfrm>
            <a:custGeom>
              <a:avLst/>
              <a:gdLst/>
              <a:ahLst/>
              <a:cxnLst/>
              <a:rect l="0" t="0" r="0" b="0"/>
              <a:pathLst>
                <a:path w="60342" h="33075">
                  <a:moveTo>
                    <a:pt x="60342" y="33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38" name="Output_receptor__5337">
              <a:extLst>
                <a:ext uri="{FF2B5EF4-FFF2-40B4-BE49-F238E27FC236}">
                  <a16:creationId xmlns:a16="http://schemas.microsoft.com/office/drawing/2014/main" id="{89199834-BFFC-854A-082C-22B134A1FA6B}"/>
                </a:ext>
              </a:extLst>
            </p:cNvPr>
            <p:cNvSpPr>
              <a:spLocks noGrp="1"/>
            </p:cNvSpPr>
            <p:nvPr/>
          </p:nvSpPr>
          <p:spPr>
            <a:xfrm>
              <a:off x="15755723" y="2905213"/>
              <a:ext cx="11317" cy="50663"/>
            </a:xfrm>
            <a:custGeom>
              <a:avLst/>
              <a:gdLst/>
              <a:ahLst/>
              <a:cxnLst/>
              <a:rect l="0" t="0" r="0" b="0"/>
              <a:pathLst>
                <a:path w="11317" h="50663">
                  <a:moveTo>
                    <a:pt x="11317" y="0"/>
                  </a:moveTo>
                  <a:lnTo>
                    <a:pt x="0" y="5066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9" name="Output_receptor__5338">
              <a:extLst>
                <a:ext uri="{FF2B5EF4-FFF2-40B4-BE49-F238E27FC236}">
                  <a16:creationId xmlns:a16="http://schemas.microsoft.com/office/drawing/2014/main" id="{F8550FB4-E09B-8DBE-85F0-787BA907FF92}"/>
                </a:ext>
              </a:extLst>
            </p:cNvPr>
            <p:cNvSpPr>
              <a:spLocks noGrp="1"/>
            </p:cNvSpPr>
            <p:nvPr/>
          </p:nvSpPr>
          <p:spPr>
            <a:xfrm>
              <a:off x="15738262" y="3249765"/>
              <a:ext cx="16207" cy="47055"/>
            </a:xfrm>
            <a:custGeom>
              <a:avLst/>
              <a:gdLst/>
              <a:ahLst/>
              <a:cxnLst/>
              <a:rect l="0" t="0" r="0" b="0"/>
              <a:pathLst>
                <a:path w="16207" h="47055">
                  <a:moveTo>
                    <a:pt x="16207" y="47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0" name="Output_receptor__5339">
              <a:extLst>
                <a:ext uri="{FF2B5EF4-FFF2-40B4-BE49-F238E27FC236}">
                  <a16:creationId xmlns:a16="http://schemas.microsoft.com/office/drawing/2014/main" id="{2DEDEBE6-70DC-B348-58E9-790B7FE0DFA7}"/>
                </a:ext>
              </a:extLst>
            </p:cNvPr>
            <p:cNvSpPr>
              <a:spLocks noGrp="1"/>
            </p:cNvSpPr>
            <p:nvPr/>
          </p:nvSpPr>
          <p:spPr>
            <a:xfrm>
              <a:off x="15525439" y="2563673"/>
              <a:ext cx="23602" cy="22685"/>
            </a:xfrm>
            <a:custGeom>
              <a:avLst/>
              <a:gdLst/>
              <a:ahLst/>
              <a:cxnLst/>
              <a:rect l="0" t="0" r="0" b="0"/>
              <a:pathLst>
                <a:path w="23602" h="22685">
                  <a:moveTo>
                    <a:pt x="23602" y="0"/>
                  </a:moveTo>
                  <a:lnTo>
                    <a:pt x="0" y="2268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1" name="Output_receptor__5340">
              <a:extLst>
                <a:ext uri="{FF2B5EF4-FFF2-40B4-BE49-F238E27FC236}">
                  <a16:creationId xmlns:a16="http://schemas.microsoft.com/office/drawing/2014/main" id="{BDD67714-980F-E093-48DA-A137407CE8AF}"/>
                </a:ext>
              </a:extLst>
            </p:cNvPr>
            <p:cNvSpPr>
              <a:spLocks noGrp="1"/>
            </p:cNvSpPr>
            <p:nvPr/>
          </p:nvSpPr>
          <p:spPr>
            <a:xfrm>
              <a:off x="15655707" y="3800034"/>
              <a:ext cx="16499" cy="27358"/>
            </a:xfrm>
            <a:custGeom>
              <a:avLst/>
              <a:gdLst/>
              <a:ahLst/>
              <a:cxnLst/>
              <a:rect l="0" t="0" r="0" b="0"/>
              <a:pathLst>
                <a:path w="16499" h="27358">
                  <a:moveTo>
                    <a:pt x="0" y="27358"/>
                  </a:moveTo>
                  <a:lnTo>
                    <a:pt x="16499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2" name="Output_receptor__5341">
              <a:extLst>
                <a:ext uri="{FF2B5EF4-FFF2-40B4-BE49-F238E27FC236}">
                  <a16:creationId xmlns:a16="http://schemas.microsoft.com/office/drawing/2014/main" id="{39A65540-360F-5C77-0C60-3BE67B643AC9}"/>
                </a:ext>
              </a:extLst>
            </p:cNvPr>
            <p:cNvSpPr>
              <a:spLocks noGrp="1"/>
            </p:cNvSpPr>
            <p:nvPr/>
          </p:nvSpPr>
          <p:spPr>
            <a:xfrm>
              <a:off x="16607871" y="3775622"/>
              <a:ext cx="6958" cy="53822"/>
            </a:xfrm>
            <a:custGeom>
              <a:avLst/>
              <a:gdLst/>
              <a:ahLst/>
              <a:cxnLst/>
              <a:rect l="0" t="0" r="0" b="0"/>
              <a:pathLst>
                <a:path w="6958" h="53822">
                  <a:moveTo>
                    <a:pt x="6958" y="538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3" name="Output_receptor__5342">
              <a:extLst>
                <a:ext uri="{FF2B5EF4-FFF2-40B4-BE49-F238E27FC236}">
                  <a16:creationId xmlns:a16="http://schemas.microsoft.com/office/drawing/2014/main" id="{85B959CE-C37E-5EC9-A8D8-1B24B0811DB9}"/>
                </a:ext>
              </a:extLst>
            </p:cNvPr>
            <p:cNvSpPr>
              <a:spLocks noGrp="1"/>
            </p:cNvSpPr>
            <p:nvPr/>
          </p:nvSpPr>
          <p:spPr>
            <a:xfrm>
              <a:off x="15795949" y="3384400"/>
              <a:ext cx="2380" cy="66526"/>
            </a:xfrm>
            <a:custGeom>
              <a:avLst/>
              <a:gdLst/>
              <a:ahLst/>
              <a:cxnLst/>
              <a:rect l="0" t="0" r="0" b="0"/>
              <a:pathLst>
                <a:path w="2380" h="66526">
                  <a:moveTo>
                    <a:pt x="0" y="0"/>
                  </a:moveTo>
                  <a:lnTo>
                    <a:pt x="2380" y="6652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4" name="Output_receptor__5343">
              <a:extLst>
                <a:ext uri="{FF2B5EF4-FFF2-40B4-BE49-F238E27FC236}">
                  <a16:creationId xmlns:a16="http://schemas.microsoft.com/office/drawing/2014/main" id="{72618C0F-1CE8-903C-5A5C-E9789CAC7FD9}"/>
                </a:ext>
              </a:extLst>
            </p:cNvPr>
            <p:cNvSpPr>
              <a:spLocks noGrp="1"/>
            </p:cNvSpPr>
            <p:nvPr/>
          </p:nvSpPr>
          <p:spPr>
            <a:xfrm>
              <a:off x="16177519" y="3864549"/>
              <a:ext cx="57080" cy="24075"/>
            </a:xfrm>
            <a:custGeom>
              <a:avLst/>
              <a:gdLst/>
              <a:ahLst/>
              <a:cxnLst/>
              <a:rect l="0" t="0" r="0" b="0"/>
              <a:pathLst>
                <a:path w="57080" h="24075">
                  <a:moveTo>
                    <a:pt x="0" y="0"/>
                  </a:moveTo>
                  <a:lnTo>
                    <a:pt x="57080" y="2407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5" name="Output_receptor__5344">
              <a:extLst>
                <a:ext uri="{FF2B5EF4-FFF2-40B4-BE49-F238E27FC236}">
                  <a16:creationId xmlns:a16="http://schemas.microsoft.com/office/drawing/2014/main" id="{66E67E88-917E-93D8-6BB7-4C21EF2CBF0E}"/>
                </a:ext>
              </a:extLst>
            </p:cNvPr>
            <p:cNvSpPr>
              <a:spLocks noGrp="1"/>
            </p:cNvSpPr>
            <p:nvPr/>
          </p:nvSpPr>
          <p:spPr>
            <a:xfrm>
              <a:off x="16120271" y="3864549"/>
              <a:ext cx="57248" cy="22476"/>
            </a:xfrm>
            <a:custGeom>
              <a:avLst/>
              <a:gdLst/>
              <a:ahLst/>
              <a:cxnLst/>
              <a:rect l="0" t="0" r="0" b="0"/>
              <a:pathLst>
                <a:path w="57248" h="22476">
                  <a:moveTo>
                    <a:pt x="0" y="22476"/>
                  </a:moveTo>
                  <a:lnTo>
                    <a:pt x="5724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6" name="Output_receptor__5345">
              <a:extLst>
                <a:ext uri="{FF2B5EF4-FFF2-40B4-BE49-F238E27FC236}">
                  <a16:creationId xmlns:a16="http://schemas.microsoft.com/office/drawing/2014/main" id="{2C3E6B60-F3DF-E044-A74D-71F603B535A7}"/>
                </a:ext>
              </a:extLst>
            </p:cNvPr>
            <p:cNvSpPr>
              <a:spLocks noGrp="1"/>
            </p:cNvSpPr>
            <p:nvPr/>
          </p:nvSpPr>
          <p:spPr>
            <a:xfrm>
              <a:off x="15898857" y="3287135"/>
              <a:ext cx="68651" cy="7421"/>
            </a:xfrm>
            <a:custGeom>
              <a:avLst/>
              <a:gdLst/>
              <a:ahLst/>
              <a:cxnLst/>
              <a:rect l="0" t="0" r="0" b="0"/>
              <a:pathLst>
                <a:path w="68651" h="7421">
                  <a:moveTo>
                    <a:pt x="0" y="7421"/>
                  </a:moveTo>
                  <a:lnTo>
                    <a:pt x="6865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7" name="Output_receptor__5346">
              <a:extLst>
                <a:ext uri="{FF2B5EF4-FFF2-40B4-BE49-F238E27FC236}">
                  <a16:creationId xmlns:a16="http://schemas.microsoft.com/office/drawing/2014/main" id="{D04B5D39-7FD2-735E-6AF1-BCA695C2718F}"/>
                </a:ext>
              </a:extLst>
            </p:cNvPr>
            <p:cNvSpPr>
              <a:spLocks noGrp="1"/>
            </p:cNvSpPr>
            <p:nvPr/>
          </p:nvSpPr>
          <p:spPr>
            <a:xfrm>
              <a:off x="16238716" y="3095493"/>
              <a:ext cx="45651" cy="21381"/>
            </a:xfrm>
            <a:custGeom>
              <a:avLst/>
              <a:gdLst/>
              <a:ahLst/>
              <a:cxnLst/>
              <a:rect l="0" t="0" r="0" b="0"/>
              <a:pathLst>
                <a:path w="45651" h="21381">
                  <a:moveTo>
                    <a:pt x="0" y="0"/>
                  </a:moveTo>
                  <a:lnTo>
                    <a:pt x="45651" y="2138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8" name="Output_receptor__5347">
              <a:extLst>
                <a:ext uri="{FF2B5EF4-FFF2-40B4-BE49-F238E27FC236}">
                  <a16:creationId xmlns:a16="http://schemas.microsoft.com/office/drawing/2014/main" id="{CFEB4FB6-4343-465C-7238-C99FE215DE3C}"/>
                </a:ext>
              </a:extLst>
            </p:cNvPr>
            <p:cNvSpPr>
              <a:spLocks noGrp="1"/>
            </p:cNvSpPr>
            <p:nvPr/>
          </p:nvSpPr>
          <p:spPr>
            <a:xfrm>
              <a:off x="15493704" y="2872264"/>
              <a:ext cx="63309" cy="29199"/>
            </a:xfrm>
            <a:custGeom>
              <a:avLst/>
              <a:gdLst/>
              <a:ahLst/>
              <a:cxnLst/>
              <a:rect l="0" t="0" r="0" b="0"/>
              <a:pathLst>
                <a:path w="63309" h="29199">
                  <a:moveTo>
                    <a:pt x="0" y="29199"/>
                  </a:moveTo>
                  <a:lnTo>
                    <a:pt x="63309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9" name="Output_receptor__5348">
              <a:extLst>
                <a:ext uri="{FF2B5EF4-FFF2-40B4-BE49-F238E27FC236}">
                  <a16:creationId xmlns:a16="http://schemas.microsoft.com/office/drawing/2014/main" id="{A3D85813-C172-023A-FAF1-FC30885AFB18}"/>
                </a:ext>
              </a:extLst>
            </p:cNvPr>
            <p:cNvSpPr>
              <a:spLocks noGrp="1"/>
            </p:cNvSpPr>
            <p:nvPr/>
          </p:nvSpPr>
          <p:spPr>
            <a:xfrm>
              <a:off x="15586011" y="3653958"/>
              <a:ext cx="3778" cy="9110"/>
            </a:xfrm>
            <a:custGeom>
              <a:avLst/>
              <a:gdLst/>
              <a:ahLst/>
              <a:cxnLst/>
              <a:rect l="0" t="0" r="0" b="0"/>
              <a:pathLst>
                <a:path w="3778" h="9110">
                  <a:moveTo>
                    <a:pt x="0" y="9110"/>
                  </a:moveTo>
                  <a:lnTo>
                    <a:pt x="377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0" name="Output_receptor__5349">
              <a:extLst>
                <a:ext uri="{FF2B5EF4-FFF2-40B4-BE49-F238E27FC236}">
                  <a16:creationId xmlns:a16="http://schemas.microsoft.com/office/drawing/2014/main" id="{C0CFC59A-2B0C-BC7B-FE85-878E7CBB41A5}"/>
                </a:ext>
              </a:extLst>
            </p:cNvPr>
            <p:cNvSpPr>
              <a:spLocks noGrp="1"/>
            </p:cNvSpPr>
            <p:nvPr/>
          </p:nvSpPr>
          <p:spPr>
            <a:xfrm>
              <a:off x="15380205" y="3322910"/>
              <a:ext cx="39614" cy="59787"/>
            </a:xfrm>
            <a:custGeom>
              <a:avLst/>
              <a:gdLst/>
              <a:ahLst/>
              <a:cxnLst/>
              <a:rect l="0" t="0" r="0" b="0"/>
              <a:pathLst>
                <a:path w="39614" h="59787">
                  <a:moveTo>
                    <a:pt x="39614" y="0"/>
                  </a:moveTo>
                  <a:lnTo>
                    <a:pt x="0" y="5978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1" name="Output_receptor__5350">
              <a:extLst>
                <a:ext uri="{FF2B5EF4-FFF2-40B4-BE49-F238E27FC236}">
                  <a16:creationId xmlns:a16="http://schemas.microsoft.com/office/drawing/2014/main" id="{B9CF1B54-71EA-83C9-2C18-A95CD9379B34}"/>
                </a:ext>
              </a:extLst>
            </p:cNvPr>
            <p:cNvSpPr>
              <a:spLocks noGrp="1"/>
            </p:cNvSpPr>
            <p:nvPr/>
          </p:nvSpPr>
          <p:spPr>
            <a:xfrm>
              <a:off x="16483207" y="3626229"/>
              <a:ext cx="47047" cy="53780"/>
            </a:xfrm>
            <a:custGeom>
              <a:avLst/>
              <a:gdLst/>
              <a:ahLst/>
              <a:cxnLst/>
              <a:rect l="0" t="0" r="0" b="0"/>
              <a:pathLst>
                <a:path w="47047" h="53780">
                  <a:moveTo>
                    <a:pt x="47047" y="537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2" name="Output_receptor__5351">
              <a:extLst>
                <a:ext uri="{FF2B5EF4-FFF2-40B4-BE49-F238E27FC236}">
                  <a16:creationId xmlns:a16="http://schemas.microsoft.com/office/drawing/2014/main" id="{A1584922-3940-FF23-D7C8-7DE1E176C4A1}"/>
                </a:ext>
              </a:extLst>
            </p:cNvPr>
            <p:cNvSpPr>
              <a:spLocks noGrp="1"/>
            </p:cNvSpPr>
            <p:nvPr/>
          </p:nvSpPr>
          <p:spPr>
            <a:xfrm>
              <a:off x="16195176" y="2409681"/>
              <a:ext cx="70618" cy="9312"/>
            </a:xfrm>
            <a:custGeom>
              <a:avLst/>
              <a:gdLst/>
              <a:ahLst/>
              <a:cxnLst/>
              <a:rect l="0" t="0" r="0" b="0"/>
              <a:pathLst>
                <a:path w="70618" h="9312">
                  <a:moveTo>
                    <a:pt x="0" y="9312"/>
                  </a:moveTo>
                  <a:lnTo>
                    <a:pt x="7061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3" name="Output_receptor__5352">
              <a:extLst>
                <a:ext uri="{FF2B5EF4-FFF2-40B4-BE49-F238E27FC236}">
                  <a16:creationId xmlns:a16="http://schemas.microsoft.com/office/drawing/2014/main" id="{02B519DA-BE37-A045-8BED-5B709396B31C}"/>
                </a:ext>
              </a:extLst>
            </p:cNvPr>
            <p:cNvSpPr>
              <a:spLocks noGrp="1"/>
            </p:cNvSpPr>
            <p:nvPr/>
          </p:nvSpPr>
          <p:spPr>
            <a:xfrm>
              <a:off x="16088433" y="3262683"/>
              <a:ext cx="70686" cy="376"/>
            </a:xfrm>
            <a:custGeom>
              <a:avLst/>
              <a:gdLst/>
              <a:ahLst/>
              <a:cxnLst/>
              <a:rect l="0" t="0" r="0" b="0"/>
              <a:pathLst>
                <a:path w="70686" h="376">
                  <a:moveTo>
                    <a:pt x="0" y="376"/>
                  </a:moveTo>
                  <a:lnTo>
                    <a:pt x="7068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4" name="Output_receptor__5353">
              <a:extLst>
                <a:ext uri="{FF2B5EF4-FFF2-40B4-BE49-F238E27FC236}">
                  <a16:creationId xmlns:a16="http://schemas.microsoft.com/office/drawing/2014/main" id="{9BF84CB0-EE88-3319-1866-33FC6CEC5080}"/>
                </a:ext>
              </a:extLst>
            </p:cNvPr>
            <p:cNvSpPr>
              <a:spLocks noGrp="1"/>
            </p:cNvSpPr>
            <p:nvPr/>
          </p:nvSpPr>
          <p:spPr>
            <a:xfrm>
              <a:off x="15714167" y="2522984"/>
              <a:ext cx="68657" cy="15737"/>
            </a:xfrm>
            <a:custGeom>
              <a:avLst/>
              <a:gdLst/>
              <a:ahLst/>
              <a:cxnLst/>
              <a:rect l="0" t="0" r="0" b="0"/>
              <a:pathLst>
                <a:path w="68657" h="15737">
                  <a:moveTo>
                    <a:pt x="68657" y="15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5" name="Output_receptor__5354">
              <a:extLst>
                <a:ext uri="{FF2B5EF4-FFF2-40B4-BE49-F238E27FC236}">
                  <a16:creationId xmlns:a16="http://schemas.microsoft.com/office/drawing/2014/main" id="{840C297C-B0AD-76D8-1B16-DB2D2BA13B0D}"/>
                </a:ext>
              </a:extLst>
            </p:cNvPr>
            <p:cNvSpPr>
              <a:spLocks noGrp="1"/>
            </p:cNvSpPr>
            <p:nvPr/>
          </p:nvSpPr>
          <p:spPr>
            <a:xfrm>
              <a:off x="16565993" y="3829444"/>
              <a:ext cx="48836" cy="41007"/>
            </a:xfrm>
            <a:custGeom>
              <a:avLst/>
              <a:gdLst/>
              <a:ahLst/>
              <a:cxnLst/>
              <a:rect l="0" t="0" r="0" b="0"/>
              <a:pathLst>
                <a:path w="48836" h="41007">
                  <a:moveTo>
                    <a:pt x="0" y="41007"/>
                  </a:moveTo>
                  <a:lnTo>
                    <a:pt x="4883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6" name="Output_receptor__5355">
              <a:extLst>
                <a:ext uri="{FF2B5EF4-FFF2-40B4-BE49-F238E27FC236}">
                  <a16:creationId xmlns:a16="http://schemas.microsoft.com/office/drawing/2014/main" id="{68A592FB-6594-05E1-FE21-49B9B94350BA}"/>
                </a:ext>
              </a:extLst>
            </p:cNvPr>
            <p:cNvSpPr>
              <a:spLocks noGrp="1"/>
            </p:cNvSpPr>
            <p:nvPr/>
          </p:nvSpPr>
          <p:spPr>
            <a:xfrm>
              <a:off x="15777177" y="3564466"/>
              <a:ext cx="10338" cy="60299"/>
            </a:xfrm>
            <a:custGeom>
              <a:avLst/>
              <a:gdLst/>
              <a:ahLst/>
              <a:cxnLst/>
              <a:rect l="0" t="0" r="0" b="0"/>
              <a:pathLst>
                <a:path w="10338" h="60299">
                  <a:moveTo>
                    <a:pt x="10338" y="602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7" name="Output_receptor__5356">
              <a:extLst>
                <a:ext uri="{FF2B5EF4-FFF2-40B4-BE49-F238E27FC236}">
                  <a16:creationId xmlns:a16="http://schemas.microsoft.com/office/drawing/2014/main" id="{7EDC9FC2-44F5-27C8-D7DC-06EFE2E406EF}"/>
                </a:ext>
              </a:extLst>
            </p:cNvPr>
            <p:cNvSpPr>
              <a:spLocks noGrp="1"/>
            </p:cNvSpPr>
            <p:nvPr/>
          </p:nvSpPr>
          <p:spPr>
            <a:xfrm>
              <a:off x="16268890" y="3748415"/>
              <a:ext cx="57984" cy="40279"/>
            </a:xfrm>
            <a:custGeom>
              <a:avLst/>
              <a:gdLst/>
              <a:ahLst/>
              <a:cxnLst/>
              <a:rect l="0" t="0" r="0" b="0"/>
              <a:pathLst>
                <a:path w="57984" h="40279">
                  <a:moveTo>
                    <a:pt x="57984" y="0"/>
                  </a:moveTo>
                  <a:lnTo>
                    <a:pt x="0" y="4027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8" name="Output_receptor__5357">
              <a:extLst>
                <a:ext uri="{FF2B5EF4-FFF2-40B4-BE49-F238E27FC236}">
                  <a16:creationId xmlns:a16="http://schemas.microsoft.com/office/drawing/2014/main" id="{DB07127F-675C-CBD5-6A9D-9A07E5F70B94}"/>
                </a:ext>
              </a:extLst>
            </p:cNvPr>
            <p:cNvSpPr>
              <a:spLocks noGrp="1"/>
            </p:cNvSpPr>
            <p:nvPr/>
          </p:nvSpPr>
          <p:spPr>
            <a:xfrm>
              <a:off x="15569792" y="3747620"/>
              <a:ext cx="40237" cy="9245"/>
            </a:xfrm>
            <a:custGeom>
              <a:avLst/>
              <a:gdLst/>
              <a:ahLst/>
              <a:cxnLst/>
              <a:rect l="0" t="0" r="0" b="0"/>
              <a:pathLst>
                <a:path w="40237" h="9245">
                  <a:moveTo>
                    <a:pt x="0" y="9245"/>
                  </a:moveTo>
                  <a:lnTo>
                    <a:pt x="4023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9" name="Output_receptor__5358">
              <a:extLst>
                <a:ext uri="{FF2B5EF4-FFF2-40B4-BE49-F238E27FC236}">
                  <a16:creationId xmlns:a16="http://schemas.microsoft.com/office/drawing/2014/main" id="{EA754337-03DE-791F-F87C-FD8CD9A3CE88}"/>
                </a:ext>
              </a:extLst>
            </p:cNvPr>
            <p:cNvSpPr>
              <a:spLocks noGrp="1"/>
            </p:cNvSpPr>
            <p:nvPr/>
          </p:nvSpPr>
          <p:spPr>
            <a:xfrm>
              <a:off x="16214527" y="2324278"/>
              <a:ext cx="5634" cy="3383"/>
            </a:xfrm>
            <a:custGeom>
              <a:avLst/>
              <a:gdLst/>
              <a:ahLst/>
              <a:cxnLst/>
              <a:rect l="0" t="0" r="0" b="0"/>
              <a:pathLst>
                <a:path w="5634" h="3383">
                  <a:moveTo>
                    <a:pt x="5634" y="3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0" name="Output_receptor__5359">
              <a:extLst>
                <a:ext uri="{FF2B5EF4-FFF2-40B4-BE49-F238E27FC236}">
                  <a16:creationId xmlns:a16="http://schemas.microsoft.com/office/drawing/2014/main" id="{5BECD1F3-E336-D8FE-C0EB-578BA53BE2D9}"/>
                </a:ext>
              </a:extLst>
            </p:cNvPr>
            <p:cNvSpPr>
              <a:spLocks noGrp="1"/>
            </p:cNvSpPr>
            <p:nvPr/>
          </p:nvSpPr>
          <p:spPr>
            <a:xfrm>
              <a:off x="15489576" y="4509743"/>
              <a:ext cx="69719" cy="16181"/>
            </a:xfrm>
            <a:custGeom>
              <a:avLst/>
              <a:gdLst/>
              <a:ahLst/>
              <a:cxnLst/>
              <a:rect l="0" t="0" r="0" b="0"/>
              <a:pathLst>
                <a:path w="69719" h="16181">
                  <a:moveTo>
                    <a:pt x="0" y="0"/>
                  </a:moveTo>
                  <a:lnTo>
                    <a:pt x="69719" y="1618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1" name="Output_receptor__5360">
              <a:extLst>
                <a:ext uri="{FF2B5EF4-FFF2-40B4-BE49-F238E27FC236}">
                  <a16:creationId xmlns:a16="http://schemas.microsoft.com/office/drawing/2014/main" id="{CEBBF55E-6808-FA37-43C7-787CECDA7821}"/>
                </a:ext>
              </a:extLst>
            </p:cNvPr>
            <p:cNvSpPr>
              <a:spLocks noGrp="1"/>
            </p:cNvSpPr>
            <p:nvPr/>
          </p:nvSpPr>
          <p:spPr>
            <a:xfrm>
              <a:off x="15360718" y="2799871"/>
              <a:ext cx="12594" cy="14249"/>
            </a:xfrm>
            <a:custGeom>
              <a:avLst/>
              <a:gdLst/>
              <a:ahLst/>
              <a:cxnLst/>
              <a:rect l="0" t="0" r="0" b="0"/>
              <a:pathLst>
                <a:path w="12594" h="14249">
                  <a:moveTo>
                    <a:pt x="12594" y="142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2" name="Output_receptor__5361">
              <a:extLst>
                <a:ext uri="{FF2B5EF4-FFF2-40B4-BE49-F238E27FC236}">
                  <a16:creationId xmlns:a16="http://schemas.microsoft.com/office/drawing/2014/main" id="{002F9F97-18A9-576D-DF52-35AFF277658A}"/>
                </a:ext>
              </a:extLst>
            </p:cNvPr>
            <p:cNvSpPr>
              <a:spLocks noGrp="1"/>
            </p:cNvSpPr>
            <p:nvPr/>
          </p:nvSpPr>
          <p:spPr>
            <a:xfrm>
              <a:off x="15490052" y="3368810"/>
              <a:ext cx="6640" cy="34113"/>
            </a:xfrm>
            <a:custGeom>
              <a:avLst/>
              <a:gdLst/>
              <a:ahLst/>
              <a:cxnLst/>
              <a:rect l="0" t="0" r="0" b="0"/>
              <a:pathLst>
                <a:path w="6640" h="34113">
                  <a:moveTo>
                    <a:pt x="0" y="34113"/>
                  </a:moveTo>
                  <a:lnTo>
                    <a:pt x="664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3" name="Output_receptor__5362">
              <a:extLst>
                <a:ext uri="{FF2B5EF4-FFF2-40B4-BE49-F238E27FC236}">
                  <a16:creationId xmlns:a16="http://schemas.microsoft.com/office/drawing/2014/main" id="{FFD75808-4503-E4C0-D60A-0C5A96118528}"/>
                </a:ext>
              </a:extLst>
            </p:cNvPr>
            <p:cNvSpPr>
              <a:spLocks noGrp="1"/>
            </p:cNvSpPr>
            <p:nvPr/>
          </p:nvSpPr>
          <p:spPr>
            <a:xfrm>
              <a:off x="15351404" y="3495968"/>
              <a:ext cx="22312" cy="42847"/>
            </a:xfrm>
            <a:custGeom>
              <a:avLst/>
              <a:gdLst/>
              <a:ahLst/>
              <a:cxnLst/>
              <a:rect l="0" t="0" r="0" b="0"/>
              <a:pathLst>
                <a:path w="22312" h="42847">
                  <a:moveTo>
                    <a:pt x="22312" y="0"/>
                  </a:moveTo>
                  <a:lnTo>
                    <a:pt x="0" y="4284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4" name="Output_receptor__5363">
              <a:extLst>
                <a:ext uri="{FF2B5EF4-FFF2-40B4-BE49-F238E27FC236}">
                  <a16:creationId xmlns:a16="http://schemas.microsoft.com/office/drawing/2014/main" id="{F4375CBB-544D-6A23-ADA6-FF202FAE047C}"/>
                </a:ext>
              </a:extLst>
            </p:cNvPr>
            <p:cNvSpPr>
              <a:spLocks noGrp="1"/>
            </p:cNvSpPr>
            <p:nvPr/>
          </p:nvSpPr>
          <p:spPr>
            <a:xfrm>
              <a:off x="16535825" y="3776762"/>
              <a:ext cx="3841" cy="3603"/>
            </a:xfrm>
            <a:custGeom>
              <a:avLst/>
              <a:gdLst/>
              <a:ahLst/>
              <a:cxnLst/>
              <a:rect l="0" t="0" r="0" b="0"/>
              <a:pathLst>
                <a:path w="3841" h="3603">
                  <a:moveTo>
                    <a:pt x="0" y="3603"/>
                  </a:moveTo>
                  <a:lnTo>
                    <a:pt x="384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5" name="Output_receptor__5364">
              <a:extLst>
                <a:ext uri="{FF2B5EF4-FFF2-40B4-BE49-F238E27FC236}">
                  <a16:creationId xmlns:a16="http://schemas.microsoft.com/office/drawing/2014/main" id="{48B44760-6ECC-8DCE-410E-AF41E4179EB1}"/>
                </a:ext>
              </a:extLst>
            </p:cNvPr>
            <p:cNvSpPr>
              <a:spLocks noGrp="1"/>
            </p:cNvSpPr>
            <p:nvPr/>
          </p:nvSpPr>
          <p:spPr>
            <a:xfrm>
              <a:off x="15074745" y="2931032"/>
              <a:ext cx="17037" cy="60625"/>
            </a:xfrm>
            <a:custGeom>
              <a:avLst/>
              <a:gdLst/>
              <a:ahLst/>
              <a:cxnLst/>
              <a:rect l="0" t="0" r="0" b="0"/>
              <a:pathLst>
                <a:path w="17037" h="60625">
                  <a:moveTo>
                    <a:pt x="0" y="0"/>
                  </a:moveTo>
                  <a:lnTo>
                    <a:pt x="17037" y="6062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6" name="Output_receptor__5365">
              <a:extLst>
                <a:ext uri="{FF2B5EF4-FFF2-40B4-BE49-F238E27FC236}">
                  <a16:creationId xmlns:a16="http://schemas.microsoft.com/office/drawing/2014/main" id="{4D3A34B9-2E73-5C09-A2C6-A318F297B406}"/>
                </a:ext>
              </a:extLst>
            </p:cNvPr>
            <p:cNvSpPr>
              <a:spLocks noGrp="1"/>
            </p:cNvSpPr>
            <p:nvPr/>
          </p:nvSpPr>
          <p:spPr>
            <a:xfrm>
              <a:off x="15767040" y="2905213"/>
              <a:ext cx="70891" cy="12455"/>
            </a:xfrm>
            <a:custGeom>
              <a:avLst/>
              <a:gdLst/>
              <a:ahLst/>
              <a:cxnLst/>
              <a:rect l="0" t="0" r="0" b="0"/>
              <a:pathLst>
                <a:path w="70891" h="12455">
                  <a:moveTo>
                    <a:pt x="70891" y="124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7" name="Output_receptor__5366">
              <a:extLst>
                <a:ext uri="{FF2B5EF4-FFF2-40B4-BE49-F238E27FC236}">
                  <a16:creationId xmlns:a16="http://schemas.microsoft.com/office/drawing/2014/main" id="{663357A1-C478-2D86-0965-406ED072C4F2}"/>
                </a:ext>
              </a:extLst>
            </p:cNvPr>
            <p:cNvSpPr>
              <a:spLocks noGrp="1"/>
            </p:cNvSpPr>
            <p:nvPr/>
          </p:nvSpPr>
          <p:spPr>
            <a:xfrm>
              <a:off x="15523210" y="3008486"/>
              <a:ext cx="5158" cy="71430"/>
            </a:xfrm>
            <a:custGeom>
              <a:avLst/>
              <a:gdLst/>
              <a:ahLst/>
              <a:cxnLst/>
              <a:rect l="0" t="0" r="0" b="0"/>
              <a:pathLst>
                <a:path w="5158" h="71430">
                  <a:moveTo>
                    <a:pt x="5158" y="714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8" name="Output_receptor__5367">
              <a:extLst>
                <a:ext uri="{FF2B5EF4-FFF2-40B4-BE49-F238E27FC236}">
                  <a16:creationId xmlns:a16="http://schemas.microsoft.com/office/drawing/2014/main" id="{C05D141B-116E-2FBF-DAF0-9ACEEBF3CAB8}"/>
                </a:ext>
              </a:extLst>
            </p:cNvPr>
            <p:cNvSpPr>
              <a:spLocks noGrp="1"/>
            </p:cNvSpPr>
            <p:nvPr/>
          </p:nvSpPr>
          <p:spPr>
            <a:xfrm>
              <a:off x="16078109" y="3351415"/>
              <a:ext cx="71279" cy="4882"/>
            </a:xfrm>
            <a:custGeom>
              <a:avLst/>
              <a:gdLst/>
              <a:ahLst/>
              <a:cxnLst/>
              <a:rect l="0" t="0" r="0" b="0"/>
              <a:pathLst>
                <a:path w="71279" h="4882">
                  <a:moveTo>
                    <a:pt x="0" y="0"/>
                  </a:moveTo>
                  <a:lnTo>
                    <a:pt x="71279" y="488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9" name="Output_receptor__5368">
              <a:extLst>
                <a:ext uri="{FF2B5EF4-FFF2-40B4-BE49-F238E27FC236}">
                  <a16:creationId xmlns:a16="http://schemas.microsoft.com/office/drawing/2014/main" id="{1D74AE8A-C85E-0F62-B603-74764E4E1266}"/>
                </a:ext>
              </a:extLst>
            </p:cNvPr>
            <p:cNvSpPr>
              <a:spLocks noGrp="1"/>
            </p:cNvSpPr>
            <p:nvPr/>
          </p:nvSpPr>
          <p:spPr>
            <a:xfrm>
              <a:off x="16326874" y="3748415"/>
              <a:ext cx="43743" cy="41432"/>
            </a:xfrm>
            <a:custGeom>
              <a:avLst/>
              <a:gdLst/>
              <a:ahLst/>
              <a:cxnLst/>
              <a:rect l="0" t="0" r="0" b="0"/>
              <a:pathLst>
                <a:path w="43743" h="41432">
                  <a:moveTo>
                    <a:pt x="43743" y="414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0" name="Output_receptor__5369">
              <a:extLst>
                <a:ext uri="{FF2B5EF4-FFF2-40B4-BE49-F238E27FC236}">
                  <a16:creationId xmlns:a16="http://schemas.microsoft.com/office/drawing/2014/main" id="{0286FD05-01D1-700F-2C0C-C8EFF703D120}"/>
                </a:ext>
              </a:extLst>
            </p:cNvPr>
            <p:cNvSpPr>
              <a:spLocks noGrp="1"/>
            </p:cNvSpPr>
            <p:nvPr/>
          </p:nvSpPr>
          <p:spPr>
            <a:xfrm>
              <a:off x="16212783" y="3888624"/>
              <a:ext cx="21816" cy="68866"/>
            </a:xfrm>
            <a:custGeom>
              <a:avLst/>
              <a:gdLst/>
              <a:ahLst/>
              <a:cxnLst/>
              <a:rect l="0" t="0" r="0" b="0"/>
              <a:pathLst>
                <a:path w="21816" h="68866">
                  <a:moveTo>
                    <a:pt x="21816" y="0"/>
                  </a:moveTo>
                  <a:lnTo>
                    <a:pt x="0" y="6886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1" name="Output_receptor__5370">
              <a:extLst>
                <a:ext uri="{FF2B5EF4-FFF2-40B4-BE49-F238E27FC236}">
                  <a16:creationId xmlns:a16="http://schemas.microsoft.com/office/drawing/2014/main" id="{8F35087B-B19B-9A30-D5DB-B96D00584A17}"/>
                </a:ext>
              </a:extLst>
            </p:cNvPr>
            <p:cNvSpPr>
              <a:spLocks noGrp="1"/>
            </p:cNvSpPr>
            <p:nvPr/>
          </p:nvSpPr>
          <p:spPr>
            <a:xfrm>
              <a:off x="16267371" y="3535147"/>
              <a:ext cx="54374" cy="21857"/>
            </a:xfrm>
            <a:custGeom>
              <a:avLst/>
              <a:gdLst/>
              <a:ahLst/>
              <a:cxnLst/>
              <a:rect l="0" t="0" r="0" b="0"/>
              <a:pathLst>
                <a:path w="54374" h="21857">
                  <a:moveTo>
                    <a:pt x="54374" y="21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2" name="Output_receptor__5371">
              <a:extLst>
                <a:ext uri="{FF2B5EF4-FFF2-40B4-BE49-F238E27FC236}">
                  <a16:creationId xmlns:a16="http://schemas.microsoft.com/office/drawing/2014/main" id="{27681A56-1DF5-AD1C-D1AA-F16A536EC833}"/>
                </a:ext>
              </a:extLst>
            </p:cNvPr>
            <p:cNvSpPr>
              <a:spLocks noGrp="1"/>
            </p:cNvSpPr>
            <p:nvPr/>
          </p:nvSpPr>
          <p:spPr>
            <a:xfrm>
              <a:off x="15986960" y="2722208"/>
              <a:ext cx="5969" cy="69227"/>
            </a:xfrm>
            <a:custGeom>
              <a:avLst/>
              <a:gdLst/>
              <a:ahLst/>
              <a:cxnLst/>
              <a:rect l="0" t="0" r="0" b="0"/>
              <a:pathLst>
                <a:path w="5969" h="69227">
                  <a:moveTo>
                    <a:pt x="5969" y="0"/>
                  </a:moveTo>
                  <a:lnTo>
                    <a:pt x="0" y="69227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3" name="Output_receptor__5372">
              <a:extLst>
                <a:ext uri="{FF2B5EF4-FFF2-40B4-BE49-F238E27FC236}">
                  <a16:creationId xmlns:a16="http://schemas.microsoft.com/office/drawing/2014/main" id="{95E4293C-BBAC-98A9-D683-E8D6B1E5A695}"/>
                </a:ext>
              </a:extLst>
            </p:cNvPr>
            <p:cNvSpPr>
              <a:spLocks noGrp="1"/>
            </p:cNvSpPr>
            <p:nvPr/>
          </p:nvSpPr>
          <p:spPr>
            <a:xfrm>
              <a:off x="16051827" y="3224970"/>
              <a:ext cx="36605" cy="38089"/>
            </a:xfrm>
            <a:custGeom>
              <a:avLst/>
              <a:gdLst/>
              <a:ahLst/>
              <a:cxnLst/>
              <a:rect l="0" t="0" r="0" b="0"/>
              <a:pathLst>
                <a:path w="36605" h="38089">
                  <a:moveTo>
                    <a:pt x="0" y="0"/>
                  </a:moveTo>
                  <a:lnTo>
                    <a:pt x="36605" y="3808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4" name="Output_receptor__5373">
              <a:extLst>
                <a:ext uri="{FF2B5EF4-FFF2-40B4-BE49-F238E27FC236}">
                  <a16:creationId xmlns:a16="http://schemas.microsoft.com/office/drawing/2014/main" id="{180EA20E-4E94-9858-2ED4-406DE8A76710}"/>
                </a:ext>
              </a:extLst>
            </p:cNvPr>
            <p:cNvSpPr>
              <a:spLocks noGrp="1"/>
            </p:cNvSpPr>
            <p:nvPr/>
          </p:nvSpPr>
          <p:spPr>
            <a:xfrm>
              <a:off x="16348638" y="3789847"/>
              <a:ext cx="21979" cy="59279"/>
            </a:xfrm>
            <a:custGeom>
              <a:avLst/>
              <a:gdLst/>
              <a:ahLst/>
              <a:cxnLst/>
              <a:rect l="0" t="0" r="0" b="0"/>
              <a:pathLst>
                <a:path w="21979" h="59279">
                  <a:moveTo>
                    <a:pt x="0" y="59279"/>
                  </a:moveTo>
                  <a:lnTo>
                    <a:pt x="21979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5" name="Output_receptor__5374">
              <a:extLst>
                <a:ext uri="{FF2B5EF4-FFF2-40B4-BE49-F238E27FC236}">
                  <a16:creationId xmlns:a16="http://schemas.microsoft.com/office/drawing/2014/main" id="{6F3F4104-0BE8-693B-4586-F763103DE12E}"/>
                </a:ext>
              </a:extLst>
            </p:cNvPr>
            <p:cNvSpPr>
              <a:spLocks noGrp="1"/>
            </p:cNvSpPr>
            <p:nvPr/>
          </p:nvSpPr>
          <p:spPr>
            <a:xfrm>
              <a:off x="15465343" y="3079916"/>
              <a:ext cx="63025" cy="35400"/>
            </a:xfrm>
            <a:custGeom>
              <a:avLst/>
              <a:gdLst/>
              <a:ahLst/>
              <a:cxnLst/>
              <a:rect l="0" t="0" r="0" b="0"/>
              <a:pathLst>
                <a:path w="63025" h="35400">
                  <a:moveTo>
                    <a:pt x="0" y="35400"/>
                  </a:moveTo>
                  <a:lnTo>
                    <a:pt x="6302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6" name="Output_receptor__5375">
              <a:extLst>
                <a:ext uri="{FF2B5EF4-FFF2-40B4-BE49-F238E27FC236}">
                  <a16:creationId xmlns:a16="http://schemas.microsoft.com/office/drawing/2014/main" id="{CF76A9C8-5439-2D1A-27C5-3DC3A5ADBB53}"/>
                </a:ext>
              </a:extLst>
            </p:cNvPr>
            <p:cNvSpPr>
              <a:spLocks noGrp="1"/>
            </p:cNvSpPr>
            <p:nvPr/>
          </p:nvSpPr>
          <p:spPr>
            <a:xfrm>
              <a:off x="16035463" y="2610438"/>
              <a:ext cx="49058" cy="15353"/>
            </a:xfrm>
            <a:custGeom>
              <a:avLst/>
              <a:gdLst/>
              <a:ahLst/>
              <a:cxnLst/>
              <a:rect l="0" t="0" r="0" b="0"/>
              <a:pathLst>
                <a:path w="49058" h="15353">
                  <a:moveTo>
                    <a:pt x="49058" y="153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7" name="Output_receptor__5376">
              <a:extLst>
                <a:ext uri="{FF2B5EF4-FFF2-40B4-BE49-F238E27FC236}">
                  <a16:creationId xmlns:a16="http://schemas.microsoft.com/office/drawing/2014/main" id="{47835BFC-9AB1-F104-33E8-4A7A1F5A330D}"/>
                </a:ext>
              </a:extLst>
            </p:cNvPr>
            <p:cNvSpPr>
              <a:spLocks noGrp="1"/>
            </p:cNvSpPr>
            <p:nvPr/>
          </p:nvSpPr>
          <p:spPr>
            <a:xfrm>
              <a:off x="16284368" y="3111667"/>
              <a:ext cx="71624" cy="5206"/>
            </a:xfrm>
            <a:custGeom>
              <a:avLst/>
              <a:gdLst/>
              <a:ahLst/>
              <a:cxnLst/>
              <a:rect l="0" t="0" r="0" b="0"/>
              <a:pathLst>
                <a:path w="71624" h="5206">
                  <a:moveTo>
                    <a:pt x="0" y="5206"/>
                  </a:moveTo>
                  <a:lnTo>
                    <a:pt x="71624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8" name="Output_receptor__5377">
              <a:extLst>
                <a:ext uri="{FF2B5EF4-FFF2-40B4-BE49-F238E27FC236}">
                  <a16:creationId xmlns:a16="http://schemas.microsoft.com/office/drawing/2014/main" id="{A37566E4-969A-01BC-38D7-87F2D2E0A60F}"/>
                </a:ext>
              </a:extLst>
            </p:cNvPr>
            <p:cNvSpPr>
              <a:spLocks noGrp="1"/>
            </p:cNvSpPr>
            <p:nvPr/>
          </p:nvSpPr>
          <p:spPr>
            <a:xfrm>
              <a:off x="16530255" y="3680008"/>
              <a:ext cx="41754" cy="31910"/>
            </a:xfrm>
            <a:custGeom>
              <a:avLst/>
              <a:gdLst/>
              <a:ahLst/>
              <a:cxnLst/>
              <a:rect l="0" t="0" r="0" b="0"/>
              <a:pathLst>
                <a:path w="41754" h="31910">
                  <a:moveTo>
                    <a:pt x="41754" y="31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9" name="Output_receptor__5378">
              <a:extLst>
                <a:ext uri="{FF2B5EF4-FFF2-40B4-BE49-F238E27FC236}">
                  <a16:creationId xmlns:a16="http://schemas.microsoft.com/office/drawing/2014/main" id="{842D1FB0-3C6C-ED44-96DE-5784495D3BF0}"/>
                </a:ext>
              </a:extLst>
            </p:cNvPr>
            <p:cNvSpPr>
              <a:spLocks noGrp="1"/>
            </p:cNvSpPr>
            <p:nvPr/>
          </p:nvSpPr>
          <p:spPr>
            <a:xfrm>
              <a:off x="16146609" y="2784537"/>
              <a:ext cx="2937" cy="67660"/>
            </a:xfrm>
            <a:custGeom>
              <a:avLst/>
              <a:gdLst/>
              <a:ahLst/>
              <a:cxnLst/>
              <a:rect l="0" t="0" r="0" b="0"/>
              <a:pathLst>
                <a:path w="2937" h="67660">
                  <a:moveTo>
                    <a:pt x="0" y="67660"/>
                  </a:moveTo>
                  <a:lnTo>
                    <a:pt x="2937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0" name="Output_receptor__5379">
              <a:extLst>
                <a:ext uri="{FF2B5EF4-FFF2-40B4-BE49-F238E27FC236}">
                  <a16:creationId xmlns:a16="http://schemas.microsoft.com/office/drawing/2014/main" id="{CC49CB98-2FCC-3375-F60E-20827095FDAA}"/>
                </a:ext>
              </a:extLst>
            </p:cNvPr>
            <p:cNvSpPr>
              <a:spLocks noGrp="1"/>
            </p:cNvSpPr>
            <p:nvPr/>
          </p:nvSpPr>
          <p:spPr>
            <a:xfrm>
              <a:off x="16085732" y="2761940"/>
              <a:ext cx="63814" cy="22597"/>
            </a:xfrm>
            <a:custGeom>
              <a:avLst/>
              <a:gdLst/>
              <a:ahLst/>
              <a:cxnLst/>
              <a:rect l="0" t="0" r="0" b="0"/>
              <a:pathLst>
                <a:path w="63814" h="22597">
                  <a:moveTo>
                    <a:pt x="63814" y="225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1" name="Output_receptor__5380">
              <a:extLst>
                <a:ext uri="{FF2B5EF4-FFF2-40B4-BE49-F238E27FC236}">
                  <a16:creationId xmlns:a16="http://schemas.microsoft.com/office/drawing/2014/main" id="{07481711-A42B-D5BE-A27C-F87CEDECE170}"/>
                </a:ext>
              </a:extLst>
            </p:cNvPr>
            <p:cNvSpPr>
              <a:spLocks noGrp="1"/>
            </p:cNvSpPr>
            <p:nvPr/>
          </p:nvSpPr>
          <p:spPr>
            <a:xfrm>
              <a:off x="15586872" y="3827392"/>
              <a:ext cx="68835" cy="20451"/>
            </a:xfrm>
            <a:custGeom>
              <a:avLst/>
              <a:gdLst/>
              <a:ahLst/>
              <a:cxnLst/>
              <a:rect l="0" t="0" r="0" b="0"/>
              <a:pathLst>
                <a:path w="68835" h="20451">
                  <a:moveTo>
                    <a:pt x="0" y="20451"/>
                  </a:moveTo>
                  <a:lnTo>
                    <a:pt x="6883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2" name="Output_receptor__5381">
              <a:extLst>
                <a:ext uri="{FF2B5EF4-FFF2-40B4-BE49-F238E27FC236}">
                  <a16:creationId xmlns:a16="http://schemas.microsoft.com/office/drawing/2014/main" id="{F01D8860-B1AF-226A-FCEE-F482D3D419C8}"/>
                </a:ext>
              </a:extLst>
            </p:cNvPr>
            <p:cNvSpPr>
              <a:spLocks noGrp="1"/>
            </p:cNvSpPr>
            <p:nvPr/>
          </p:nvSpPr>
          <p:spPr>
            <a:xfrm>
              <a:off x="15918752" y="2421493"/>
              <a:ext cx="68993" cy="9515"/>
            </a:xfrm>
            <a:custGeom>
              <a:avLst/>
              <a:gdLst/>
              <a:ahLst/>
              <a:cxnLst/>
              <a:rect l="0" t="0" r="0" b="0"/>
              <a:pathLst>
                <a:path w="68993" h="9515">
                  <a:moveTo>
                    <a:pt x="68993" y="9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3" name="Output_receptor__5382">
              <a:extLst>
                <a:ext uri="{FF2B5EF4-FFF2-40B4-BE49-F238E27FC236}">
                  <a16:creationId xmlns:a16="http://schemas.microsoft.com/office/drawing/2014/main" id="{A9F83148-41ED-C337-318A-D6536147FF0B}"/>
                </a:ext>
              </a:extLst>
            </p:cNvPr>
            <p:cNvSpPr>
              <a:spLocks noGrp="1"/>
            </p:cNvSpPr>
            <p:nvPr/>
          </p:nvSpPr>
          <p:spPr>
            <a:xfrm>
              <a:off x="15741769" y="2633438"/>
              <a:ext cx="2317" cy="65049"/>
            </a:xfrm>
            <a:custGeom>
              <a:avLst/>
              <a:gdLst/>
              <a:ahLst/>
              <a:cxnLst/>
              <a:rect l="0" t="0" r="0" b="0"/>
              <a:pathLst>
                <a:path w="2317" h="65049">
                  <a:moveTo>
                    <a:pt x="0" y="65049"/>
                  </a:moveTo>
                  <a:lnTo>
                    <a:pt x="2317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4" name="Output_receptor__5383">
              <a:extLst>
                <a:ext uri="{FF2B5EF4-FFF2-40B4-BE49-F238E27FC236}">
                  <a16:creationId xmlns:a16="http://schemas.microsoft.com/office/drawing/2014/main" id="{4905A859-7EAF-87A1-79F7-D3ABE39E2912}"/>
                </a:ext>
              </a:extLst>
            </p:cNvPr>
            <p:cNvSpPr>
              <a:spLocks noGrp="1"/>
            </p:cNvSpPr>
            <p:nvPr/>
          </p:nvSpPr>
          <p:spPr>
            <a:xfrm>
              <a:off x="15701082" y="2994677"/>
              <a:ext cx="18696" cy="60698"/>
            </a:xfrm>
            <a:custGeom>
              <a:avLst/>
              <a:gdLst/>
              <a:ahLst/>
              <a:cxnLst/>
              <a:rect l="0" t="0" r="0" b="0"/>
              <a:pathLst>
                <a:path w="18696" h="60698">
                  <a:moveTo>
                    <a:pt x="0" y="0"/>
                  </a:moveTo>
                  <a:lnTo>
                    <a:pt x="18696" y="6069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5" name="Output_receptor__5384">
              <a:extLst>
                <a:ext uri="{FF2B5EF4-FFF2-40B4-BE49-F238E27FC236}">
                  <a16:creationId xmlns:a16="http://schemas.microsoft.com/office/drawing/2014/main" id="{589E934C-1496-D86C-DF3F-97D4F5A95393}"/>
                </a:ext>
              </a:extLst>
            </p:cNvPr>
            <p:cNvSpPr>
              <a:spLocks noGrp="1"/>
            </p:cNvSpPr>
            <p:nvPr/>
          </p:nvSpPr>
          <p:spPr>
            <a:xfrm>
              <a:off x="16380357" y="2617594"/>
              <a:ext cx="695" cy="22267"/>
            </a:xfrm>
            <a:custGeom>
              <a:avLst/>
              <a:gdLst/>
              <a:ahLst/>
              <a:cxnLst/>
              <a:rect l="0" t="0" r="0" b="0"/>
              <a:pathLst>
                <a:path w="695" h="22267">
                  <a:moveTo>
                    <a:pt x="695" y="0"/>
                  </a:moveTo>
                  <a:lnTo>
                    <a:pt x="0" y="2226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6" name="Output_receptor__5385">
              <a:extLst>
                <a:ext uri="{FF2B5EF4-FFF2-40B4-BE49-F238E27FC236}">
                  <a16:creationId xmlns:a16="http://schemas.microsoft.com/office/drawing/2014/main" id="{6C1A1F79-834A-2F78-19C2-21380AD902BD}"/>
                </a:ext>
              </a:extLst>
            </p:cNvPr>
            <p:cNvSpPr>
              <a:spLocks noGrp="1"/>
            </p:cNvSpPr>
            <p:nvPr/>
          </p:nvSpPr>
          <p:spPr>
            <a:xfrm>
              <a:off x="16083958" y="3532312"/>
              <a:ext cx="33099" cy="4903"/>
            </a:xfrm>
            <a:custGeom>
              <a:avLst/>
              <a:gdLst/>
              <a:ahLst/>
              <a:cxnLst/>
              <a:rect l="0" t="0" r="0" b="0"/>
              <a:pathLst>
                <a:path w="33099" h="4903">
                  <a:moveTo>
                    <a:pt x="0" y="0"/>
                  </a:moveTo>
                  <a:lnTo>
                    <a:pt x="33099" y="490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7" name="Output_receptor__5386">
              <a:extLst>
                <a:ext uri="{FF2B5EF4-FFF2-40B4-BE49-F238E27FC236}">
                  <a16:creationId xmlns:a16="http://schemas.microsoft.com/office/drawing/2014/main" id="{90CC3F1E-92B5-3899-B64B-5225F1ADE9BA}"/>
                </a:ext>
              </a:extLst>
            </p:cNvPr>
            <p:cNvSpPr>
              <a:spLocks noGrp="1"/>
            </p:cNvSpPr>
            <p:nvPr/>
          </p:nvSpPr>
          <p:spPr>
            <a:xfrm>
              <a:off x="16265794" y="2352052"/>
              <a:ext cx="22149" cy="57629"/>
            </a:xfrm>
            <a:custGeom>
              <a:avLst/>
              <a:gdLst/>
              <a:ahLst/>
              <a:cxnLst/>
              <a:rect l="0" t="0" r="0" b="0"/>
              <a:pathLst>
                <a:path w="22149" h="57629">
                  <a:moveTo>
                    <a:pt x="0" y="57629"/>
                  </a:moveTo>
                  <a:lnTo>
                    <a:pt x="22149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8" name="Output_receptor__5387">
              <a:extLst>
                <a:ext uri="{FF2B5EF4-FFF2-40B4-BE49-F238E27FC236}">
                  <a16:creationId xmlns:a16="http://schemas.microsoft.com/office/drawing/2014/main" id="{E5115A30-DA12-C802-2BCD-A6CA8A34EB56}"/>
                </a:ext>
              </a:extLst>
            </p:cNvPr>
            <p:cNvSpPr>
              <a:spLocks noGrp="1"/>
            </p:cNvSpPr>
            <p:nvPr/>
          </p:nvSpPr>
          <p:spPr>
            <a:xfrm>
              <a:off x="16067150" y="3435363"/>
              <a:ext cx="53731" cy="5082"/>
            </a:xfrm>
            <a:custGeom>
              <a:avLst/>
              <a:gdLst/>
              <a:ahLst/>
              <a:cxnLst/>
              <a:rect l="0" t="0" r="0" b="0"/>
              <a:pathLst>
                <a:path w="53731" h="5082">
                  <a:moveTo>
                    <a:pt x="0" y="0"/>
                  </a:moveTo>
                  <a:lnTo>
                    <a:pt x="53731" y="508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9" name="Output_receptor__5388">
              <a:extLst>
                <a:ext uri="{FF2B5EF4-FFF2-40B4-BE49-F238E27FC236}">
                  <a16:creationId xmlns:a16="http://schemas.microsoft.com/office/drawing/2014/main" id="{7AEC33CA-63D3-4411-D863-8E7FCFDBF138}"/>
                </a:ext>
              </a:extLst>
            </p:cNvPr>
            <p:cNvSpPr>
              <a:spLocks noGrp="1"/>
            </p:cNvSpPr>
            <p:nvPr/>
          </p:nvSpPr>
          <p:spPr>
            <a:xfrm>
              <a:off x="15054292" y="2901680"/>
              <a:ext cx="20453" cy="29352"/>
            </a:xfrm>
            <a:custGeom>
              <a:avLst/>
              <a:gdLst/>
              <a:ahLst/>
              <a:cxnLst/>
              <a:rect l="0" t="0" r="0" b="0"/>
              <a:pathLst>
                <a:path w="20453" h="29352">
                  <a:moveTo>
                    <a:pt x="0" y="0"/>
                  </a:moveTo>
                  <a:lnTo>
                    <a:pt x="20453" y="2935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90" name="Output_receptor__5389">
              <a:extLst>
                <a:ext uri="{FF2B5EF4-FFF2-40B4-BE49-F238E27FC236}">
                  <a16:creationId xmlns:a16="http://schemas.microsoft.com/office/drawing/2014/main" id="{3B053B89-ED84-0F63-68AB-479539D23462}"/>
                </a:ext>
              </a:extLst>
            </p:cNvPr>
            <p:cNvSpPr>
              <a:spLocks noGrp="1"/>
            </p:cNvSpPr>
            <p:nvPr/>
          </p:nvSpPr>
          <p:spPr>
            <a:xfrm>
              <a:off x="15618532" y="3046823"/>
              <a:ext cx="30404" cy="53141"/>
            </a:xfrm>
            <a:custGeom>
              <a:avLst/>
              <a:gdLst/>
              <a:ahLst/>
              <a:cxnLst/>
              <a:rect l="0" t="0" r="0" b="0"/>
              <a:pathLst>
                <a:path w="30404" h="53141">
                  <a:moveTo>
                    <a:pt x="30404" y="531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91" name="Output_receptor__5390">
              <a:extLst>
                <a:ext uri="{FF2B5EF4-FFF2-40B4-BE49-F238E27FC236}">
                  <a16:creationId xmlns:a16="http://schemas.microsoft.com/office/drawing/2014/main" id="{0D469E72-75E4-890A-0C7D-DA4CA8154250}"/>
                </a:ext>
              </a:extLst>
            </p:cNvPr>
            <p:cNvSpPr>
              <a:spLocks noGrp="1"/>
            </p:cNvSpPr>
            <p:nvPr/>
          </p:nvSpPr>
          <p:spPr>
            <a:xfrm>
              <a:off x="16430724" y="3353403"/>
              <a:ext cx="19335" cy="59089"/>
            </a:xfrm>
            <a:custGeom>
              <a:avLst/>
              <a:gdLst/>
              <a:ahLst/>
              <a:cxnLst/>
              <a:rect l="0" t="0" r="0" b="0"/>
              <a:pathLst>
                <a:path w="19335" h="59089">
                  <a:moveTo>
                    <a:pt x="19335" y="0"/>
                  </a:moveTo>
                  <a:lnTo>
                    <a:pt x="0" y="59089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2" name="Output_receptor__5391">
              <a:extLst>
                <a:ext uri="{FF2B5EF4-FFF2-40B4-BE49-F238E27FC236}">
                  <a16:creationId xmlns:a16="http://schemas.microsoft.com/office/drawing/2014/main" id="{568D5C62-2A2F-C0B7-BEA4-62BF3DB82DD3}"/>
                </a:ext>
              </a:extLst>
            </p:cNvPr>
            <p:cNvSpPr>
              <a:spLocks noGrp="1"/>
            </p:cNvSpPr>
            <p:nvPr/>
          </p:nvSpPr>
          <p:spPr>
            <a:xfrm>
              <a:off x="15967507" y="3229457"/>
              <a:ext cx="12263" cy="57678"/>
            </a:xfrm>
            <a:custGeom>
              <a:avLst/>
              <a:gdLst/>
              <a:ahLst/>
              <a:cxnLst/>
              <a:rect l="0" t="0" r="0" b="0"/>
              <a:pathLst>
                <a:path w="12263" h="57678">
                  <a:moveTo>
                    <a:pt x="0" y="57678"/>
                  </a:moveTo>
                  <a:lnTo>
                    <a:pt x="12263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3" name="Output_receptor__5392">
              <a:extLst>
                <a:ext uri="{FF2B5EF4-FFF2-40B4-BE49-F238E27FC236}">
                  <a16:creationId xmlns:a16="http://schemas.microsoft.com/office/drawing/2014/main" id="{B613A85B-6C26-770A-498B-1555C112BCE1}"/>
                </a:ext>
              </a:extLst>
            </p:cNvPr>
            <p:cNvSpPr>
              <a:spLocks noGrp="1"/>
            </p:cNvSpPr>
            <p:nvPr/>
          </p:nvSpPr>
          <p:spPr>
            <a:xfrm>
              <a:off x="16112989" y="3779120"/>
              <a:ext cx="18148" cy="47365"/>
            </a:xfrm>
            <a:custGeom>
              <a:avLst/>
              <a:gdLst/>
              <a:ahLst/>
              <a:cxnLst/>
              <a:rect l="0" t="0" r="0" b="0"/>
              <a:pathLst>
                <a:path w="18148" h="47365">
                  <a:moveTo>
                    <a:pt x="18148" y="0"/>
                  </a:moveTo>
                  <a:lnTo>
                    <a:pt x="0" y="47365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4" name="Output_receptor__5393">
              <a:extLst>
                <a:ext uri="{FF2B5EF4-FFF2-40B4-BE49-F238E27FC236}">
                  <a16:creationId xmlns:a16="http://schemas.microsoft.com/office/drawing/2014/main" id="{0CA2C7F0-56C4-2BE5-9F23-B6602F69BE01}"/>
                </a:ext>
              </a:extLst>
            </p:cNvPr>
            <p:cNvSpPr>
              <a:spLocks noGrp="1"/>
            </p:cNvSpPr>
            <p:nvPr/>
          </p:nvSpPr>
          <p:spPr>
            <a:xfrm>
              <a:off x="15736257" y="3384400"/>
              <a:ext cx="59692" cy="12459"/>
            </a:xfrm>
            <a:custGeom>
              <a:avLst/>
              <a:gdLst/>
              <a:ahLst/>
              <a:cxnLst/>
              <a:rect l="0" t="0" r="0" b="0"/>
              <a:pathLst>
                <a:path w="59692" h="12459">
                  <a:moveTo>
                    <a:pt x="0" y="12459"/>
                  </a:moveTo>
                  <a:lnTo>
                    <a:pt x="5969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5" name="Output_receptor__5394">
              <a:extLst>
                <a:ext uri="{FF2B5EF4-FFF2-40B4-BE49-F238E27FC236}">
                  <a16:creationId xmlns:a16="http://schemas.microsoft.com/office/drawing/2014/main" id="{4A659CC9-0FCB-B3ED-2900-77E4769E07AB}"/>
                </a:ext>
              </a:extLst>
            </p:cNvPr>
            <p:cNvSpPr>
              <a:spLocks noGrp="1"/>
            </p:cNvSpPr>
            <p:nvPr/>
          </p:nvSpPr>
          <p:spPr>
            <a:xfrm>
              <a:off x="16355992" y="3111667"/>
              <a:ext cx="50145" cy="43579"/>
            </a:xfrm>
            <a:custGeom>
              <a:avLst/>
              <a:gdLst/>
              <a:ahLst/>
              <a:cxnLst/>
              <a:rect l="0" t="0" r="0" b="0"/>
              <a:pathLst>
                <a:path w="50145" h="43579">
                  <a:moveTo>
                    <a:pt x="0" y="0"/>
                  </a:moveTo>
                  <a:lnTo>
                    <a:pt x="50145" y="43579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6" name="Output_receptor__5395">
              <a:extLst>
                <a:ext uri="{FF2B5EF4-FFF2-40B4-BE49-F238E27FC236}">
                  <a16:creationId xmlns:a16="http://schemas.microsoft.com/office/drawing/2014/main" id="{815DF80D-2D07-D32F-7C8B-651864CF5F0C}"/>
                </a:ext>
              </a:extLst>
            </p:cNvPr>
            <p:cNvSpPr>
              <a:spLocks noGrp="1"/>
            </p:cNvSpPr>
            <p:nvPr/>
          </p:nvSpPr>
          <p:spPr>
            <a:xfrm>
              <a:off x="16227496" y="3012102"/>
              <a:ext cx="27576" cy="22624"/>
            </a:xfrm>
            <a:custGeom>
              <a:avLst/>
              <a:gdLst/>
              <a:ahLst/>
              <a:cxnLst/>
              <a:rect l="0" t="0" r="0" b="0"/>
              <a:pathLst>
                <a:path w="27576" h="22624">
                  <a:moveTo>
                    <a:pt x="27576" y="0"/>
                  </a:moveTo>
                  <a:lnTo>
                    <a:pt x="0" y="22624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7" name="Output_receptor__5396">
              <a:extLst>
                <a:ext uri="{FF2B5EF4-FFF2-40B4-BE49-F238E27FC236}">
                  <a16:creationId xmlns:a16="http://schemas.microsoft.com/office/drawing/2014/main" id="{811E39ED-3115-9C6E-F58F-64B3D7437145}"/>
                </a:ext>
              </a:extLst>
            </p:cNvPr>
            <p:cNvSpPr>
              <a:spLocks noGrp="1"/>
            </p:cNvSpPr>
            <p:nvPr/>
          </p:nvSpPr>
          <p:spPr>
            <a:xfrm>
              <a:off x="15768719" y="2991341"/>
              <a:ext cx="29717" cy="11565"/>
            </a:xfrm>
            <a:custGeom>
              <a:avLst/>
              <a:gdLst/>
              <a:ahLst/>
              <a:cxnLst/>
              <a:rect l="0" t="0" r="0" b="0"/>
              <a:pathLst>
                <a:path w="29717" h="11565">
                  <a:moveTo>
                    <a:pt x="29717" y="115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8" name="Output_receptor__5397">
              <a:extLst>
                <a:ext uri="{FF2B5EF4-FFF2-40B4-BE49-F238E27FC236}">
                  <a16:creationId xmlns:a16="http://schemas.microsoft.com/office/drawing/2014/main" id="{914E389C-1730-8590-24ED-D351AFD4120C}"/>
                </a:ext>
              </a:extLst>
            </p:cNvPr>
            <p:cNvSpPr>
              <a:spLocks noGrp="1"/>
            </p:cNvSpPr>
            <p:nvPr/>
          </p:nvSpPr>
          <p:spPr>
            <a:xfrm>
              <a:off x="15713286" y="2596860"/>
              <a:ext cx="30800" cy="36578"/>
            </a:xfrm>
            <a:custGeom>
              <a:avLst/>
              <a:gdLst/>
              <a:ahLst/>
              <a:cxnLst/>
              <a:rect l="0" t="0" r="0" b="0"/>
              <a:pathLst>
                <a:path w="30800" h="36578">
                  <a:moveTo>
                    <a:pt x="30800" y="365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9" name="Output_receptor__5398">
              <a:extLst>
                <a:ext uri="{FF2B5EF4-FFF2-40B4-BE49-F238E27FC236}">
                  <a16:creationId xmlns:a16="http://schemas.microsoft.com/office/drawing/2014/main" id="{120C8EF3-A629-B08A-CDE4-9C45353F62E4}"/>
                </a:ext>
              </a:extLst>
            </p:cNvPr>
            <p:cNvSpPr>
              <a:spLocks noGrp="1"/>
            </p:cNvSpPr>
            <p:nvPr/>
          </p:nvSpPr>
          <p:spPr>
            <a:xfrm>
              <a:off x="15610029" y="3718918"/>
              <a:ext cx="65827" cy="28702"/>
            </a:xfrm>
            <a:custGeom>
              <a:avLst/>
              <a:gdLst/>
              <a:ahLst/>
              <a:cxnLst/>
              <a:rect l="0" t="0" r="0" b="0"/>
              <a:pathLst>
                <a:path w="65827" h="28702">
                  <a:moveTo>
                    <a:pt x="0" y="28702"/>
                  </a:moveTo>
                  <a:lnTo>
                    <a:pt x="65827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0" name="Output_receptor__5399">
              <a:extLst>
                <a:ext uri="{FF2B5EF4-FFF2-40B4-BE49-F238E27FC236}">
                  <a16:creationId xmlns:a16="http://schemas.microsoft.com/office/drawing/2014/main" id="{4321A8FA-9FD5-9C63-E32B-225E6669719F}"/>
                </a:ext>
              </a:extLst>
            </p:cNvPr>
            <p:cNvSpPr>
              <a:spLocks noGrp="1"/>
            </p:cNvSpPr>
            <p:nvPr/>
          </p:nvSpPr>
          <p:spPr>
            <a:xfrm>
              <a:off x="16043643" y="2927230"/>
              <a:ext cx="59024" cy="32929"/>
            </a:xfrm>
            <a:custGeom>
              <a:avLst/>
              <a:gdLst/>
              <a:ahLst/>
              <a:cxnLst/>
              <a:rect l="0" t="0" r="0" b="0"/>
              <a:pathLst>
                <a:path w="59024" h="32929">
                  <a:moveTo>
                    <a:pt x="0" y="32929"/>
                  </a:moveTo>
                  <a:lnTo>
                    <a:pt x="59024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01" name="Output_receptor__5400">
              <a:extLst>
                <a:ext uri="{FF2B5EF4-FFF2-40B4-BE49-F238E27FC236}">
                  <a16:creationId xmlns:a16="http://schemas.microsoft.com/office/drawing/2014/main" id="{FDBC5162-3BCC-1486-96C4-93C4E5DE00D8}"/>
                </a:ext>
              </a:extLst>
            </p:cNvPr>
            <p:cNvSpPr>
              <a:spLocks noGrp="1"/>
            </p:cNvSpPr>
            <p:nvPr/>
          </p:nvSpPr>
          <p:spPr>
            <a:xfrm>
              <a:off x="16112989" y="3826485"/>
              <a:ext cx="7282" cy="60540"/>
            </a:xfrm>
            <a:custGeom>
              <a:avLst/>
              <a:gdLst/>
              <a:ahLst/>
              <a:cxnLst/>
              <a:rect l="0" t="0" r="0" b="0"/>
              <a:pathLst>
                <a:path w="7282" h="60540">
                  <a:moveTo>
                    <a:pt x="0" y="0"/>
                  </a:moveTo>
                  <a:lnTo>
                    <a:pt x="7282" y="6054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2" name="Output_receptor__5401">
              <a:extLst>
                <a:ext uri="{FF2B5EF4-FFF2-40B4-BE49-F238E27FC236}">
                  <a16:creationId xmlns:a16="http://schemas.microsoft.com/office/drawing/2014/main" id="{02FF00BB-83BF-6DA1-E28B-7177D5F0F8F9}"/>
                </a:ext>
              </a:extLst>
            </p:cNvPr>
            <p:cNvSpPr>
              <a:spLocks noGrp="1"/>
            </p:cNvSpPr>
            <p:nvPr/>
          </p:nvSpPr>
          <p:spPr>
            <a:xfrm>
              <a:off x="15667440" y="3233441"/>
              <a:ext cx="12052" cy="71016"/>
            </a:xfrm>
            <a:custGeom>
              <a:avLst/>
              <a:gdLst/>
              <a:ahLst/>
              <a:cxnLst/>
              <a:rect l="0" t="0" r="0" b="0"/>
              <a:pathLst>
                <a:path w="12052" h="71016">
                  <a:moveTo>
                    <a:pt x="0" y="71016"/>
                  </a:moveTo>
                  <a:lnTo>
                    <a:pt x="1205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3" name="Output_receptor__5402">
              <a:extLst>
                <a:ext uri="{FF2B5EF4-FFF2-40B4-BE49-F238E27FC236}">
                  <a16:creationId xmlns:a16="http://schemas.microsoft.com/office/drawing/2014/main" id="{075CEF9A-67BA-8FBE-3C0E-B69499F34BBE}"/>
                </a:ext>
              </a:extLst>
            </p:cNvPr>
            <p:cNvSpPr>
              <a:spLocks noGrp="1"/>
            </p:cNvSpPr>
            <p:nvPr/>
          </p:nvSpPr>
          <p:spPr>
            <a:xfrm>
              <a:off x="15669941" y="2698487"/>
              <a:ext cx="71828" cy="2293"/>
            </a:xfrm>
            <a:custGeom>
              <a:avLst/>
              <a:gdLst/>
              <a:ahLst/>
              <a:cxnLst/>
              <a:rect l="0" t="0" r="0" b="0"/>
              <a:pathLst>
                <a:path w="71828" h="2293">
                  <a:moveTo>
                    <a:pt x="0" y="2293"/>
                  </a:moveTo>
                  <a:lnTo>
                    <a:pt x="71828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04" name="Output_receptor__5403">
              <a:extLst>
                <a:ext uri="{FF2B5EF4-FFF2-40B4-BE49-F238E27FC236}">
                  <a16:creationId xmlns:a16="http://schemas.microsoft.com/office/drawing/2014/main" id="{FF08BFFA-6FD0-9DD0-8A5A-97092B5A5C22}"/>
                </a:ext>
              </a:extLst>
            </p:cNvPr>
            <p:cNvSpPr>
              <a:spLocks noGrp="1"/>
            </p:cNvSpPr>
            <p:nvPr/>
          </p:nvSpPr>
          <p:spPr>
            <a:xfrm>
              <a:off x="15540730" y="3465322"/>
              <a:ext cx="45015" cy="18883"/>
            </a:xfrm>
            <a:custGeom>
              <a:avLst/>
              <a:gdLst/>
              <a:ahLst/>
              <a:cxnLst/>
              <a:rect l="0" t="0" r="0" b="0"/>
              <a:pathLst>
                <a:path w="45015" h="18883">
                  <a:moveTo>
                    <a:pt x="0" y="18883"/>
                  </a:moveTo>
                  <a:lnTo>
                    <a:pt x="45015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5" name="Output_receptor__5404">
              <a:extLst>
                <a:ext uri="{FF2B5EF4-FFF2-40B4-BE49-F238E27FC236}">
                  <a16:creationId xmlns:a16="http://schemas.microsoft.com/office/drawing/2014/main" id="{F8397B21-5458-E79A-46A5-94845D03898F}"/>
                </a:ext>
              </a:extLst>
            </p:cNvPr>
            <p:cNvSpPr>
              <a:spLocks noGrp="1"/>
            </p:cNvSpPr>
            <p:nvPr/>
          </p:nvSpPr>
          <p:spPr>
            <a:xfrm>
              <a:off x="15116177" y="2833644"/>
              <a:ext cx="38332" cy="61501"/>
            </a:xfrm>
            <a:custGeom>
              <a:avLst/>
              <a:gdLst/>
              <a:ahLst/>
              <a:cxnLst/>
              <a:rect l="0" t="0" r="0" b="0"/>
              <a:pathLst>
                <a:path w="38332" h="61501">
                  <a:moveTo>
                    <a:pt x="0" y="0"/>
                  </a:moveTo>
                  <a:lnTo>
                    <a:pt x="38332" y="6150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6" name="Output_receptor__5405">
              <a:extLst>
                <a:ext uri="{FF2B5EF4-FFF2-40B4-BE49-F238E27FC236}">
                  <a16:creationId xmlns:a16="http://schemas.microsoft.com/office/drawing/2014/main" id="{D067F18F-8C3C-AF12-A5E9-427DE9A7F5AB}"/>
                </a:ext>
              </a:extLst>
            </p:cNvPr>
            <p:cNvSpPr>
              <a:spLocks noGrp="1"/>
            </p:cNvSpPr>
            <p:nvPr/>
          </p:nvSpPr>
          <p:spPr>
            <a:xfrm>
              <a:off x="15719778" y="3055375"/>
              <a:ext cx="25786" cy="26246"/>
            </a:xfrm>
            <a:custGeom>
              <a:avLst/>
              <a:gdLst/>
              <a:ahLst/>
              <a:cxnLst/>
              <a:rect l="0" t="0" r="0" b="0"/>
              <a:pathLst>
                <a:path w="25786" h="26246">
                  <a:moveTo>
                    <a:pt x="0" y="0"/>
                  </a:moveTo>
                  <a:lnTo>
                    <a:pt x="25786" y="2624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7" name="Output_receptor__5406">
              <a:extLst>
                <a:ext uri="{FF2B5EF4-FFF2-40B4-BE49-F238E27FC236}">
                  <a16:creationId xmlns:a16="http://schemas.microsoft.com/office/drawing/2014/main" id="{4E3C5997-02B9-B4D4-8F8E-1270A666A79B}"/>
                </a:ext>
              </a:extLst>
            </p:cNvPr>
            <p:cNvSpPr>
              <a:spLocks noGrp="1"/>
            </p:cNvSpPr>
            <p:nvPr/>
          </p:nvSpPr>
          <p:spPr>
            <a:xfrm>
              <a:off x="16050648" y="2740344"/>
              <a:ext cx="35083" cy="21596"/>
            </a:xfrm>
            <a:custGeom>
              <a:avLst/>
              <a:gdLst/>
              <a:ahLst/>
              <a:cxnLst/>
              <a:rect l="0" t="0" r="0" b="0"/>
              <a:pathLst>
                <a:path w="35083" h="21596">
                  <a:moveTo>
                    <a:pt x="35083" y="215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8" name="Output_receptor__5407">
              <a:extLst>
                <a:ext uri="{FF2B5EF4-FFF2-40B4-BE49-F238E27FC236}">
                  <a16:creationId xmlns:a16="http://schemas.microsoft.com/office/drawing/2014/main" id="{BF468BFC-2855-6407-FC1B-444867D770E8}"/>
                </a:ext>
              </a:extLst>
            </p:cNvPr>
            <p:cNvSpPr>
              <a:spLocks noGrp="1"/>
            </p:cNvSpPr>
            <p:nvPr/>
          </p:nvSpPr>
          <p:spPr>
            <a:xfrm>
              <a:off x="15566577" y="3548418"/>
              <a:ext cx="58606" cy="21296"/>
            </a:xfrm>
            <a:custGeom>
              <a:avLst/>
              <a:gdLst/>
              <a:ahLst/>
              <a:cxnLst/>
              <a:rect l="0" t="0" r="0" b="0"/>
              <a:pathLst>
                <a:path w="58606" h="21296">
                  <a:moveTo>
                    <a:pt x="0" y="21296"/>
                  </a:moveTo>
                  <a:lnTo>
                    <a:pt x="58606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9" name="Output_receptor__5408">
              <a:extLst>
                <a:ext uri="{FF2B5EF4-FFF2-40B4-BE49-F238E27FC236}">
                  <a16:creationId xmlns:a16="http://schemas.microsoft.com/office/drawing/2014/main" id="{C2FAA2C7-6205-E5C8-A458-BAECA528557C}"/>
                </a:ext>
              </a:extLst>
            </p:cNvPr>
            <p:cNvSpPr>
              <a:spLocks noGrp="1"/>
            </p:cNvSpPr>
            <p:nvPr/>
          </p:nvSpPr>
          <p:spPr>
            <a:xfrm>
              <a:off x="15787515" y="3592154"/>
              <a:ext cx="54718" cy="32611"/>
            </a:xfrm>
            <a:custGeom>
              <a:avLst/>
              <a:gdLst/>
              <a:ahLst/>
              <a:cxnLst/>
              <a:rect l="0" t="0" r="0" b="0"/>
              <a:pathLst>
                <a:path w="54718" h="32611">
                  <a:moveTo>
                    <a:pt x="54718" y="0"/>
                  </a:moveTo>
                  <a:lnTo>
                    <a:pt x="0" y="3261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0" name="Output_receptor__5409">
              <a:extLst>
                <a:ext uri="{FF2B5EF4-FFF2-40B4-BE49-F238E27FC236}">
                  <a16:creationId xmlns:a16="http://schemas.microsoft.com/office/drawing/2014/main" id="{0AC8D0DC-7188-9F97-AA56-FFECE1568F12}"/>
                </a:ext>
              </a:extLst>
            </p:cNvPr>
            <p:cNvSpPr>
              <a:spLocks noGrp="1"/>
            </p:cNvSpPr>
            <p:nvPr/>
          </p:nvSpPr>
          <p:spPr>
            <a:xfrm>
              <a:off x="15525439" y="2586357"/>
              <a:ext cx="64640" cy="7484"/>
            </a:xfrm>
            <a:custGeom>
              <a:avLst/>
              <a:gdLst/>
              <a:ahLst/>
              <a:cxnLst/>
              <a:rect l="0" t="0" r="0" b="0"/>
              <a:pathLst>
                <a:path w="64640" h="7484">
                  <a:moveTo>
                    <a:pt x="0" y="0"/>
                  </a:moveTo>
                  <a:lnTo>
                    <a:pt x="64640" y="7484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1" name="Output_receptor__5410">
              <a:extLst>
                <a:ext uri="{FF2B5EF4-FFF2-40B4-BE49-F238E27FC236}">
                  <a16:creationId xmlns:a16="http://schemas.microsoft.com/office/drawing/2014/main" id="{B26E86AA-CAE5-ADF4-DD45-E42FC9E4C11E}"/>
                </a:ext>
              </a:extLst>
            </p:cNvPr>
            <p:cNvSpPr>
              <a:spLocks noGrp="1"/>
            </p:cNvSpPr>
            <p:nvPr/>
          </p:nvSpPr>
          <p:spPr>
            <a:xfrm>
              <a:off x="15986960" y="2791435"/>
              <a:ext cx="2581" cy="24326"/>
            </a:xfrm>
            <a:custGeom>
              <a:avLst/>
              <a:gdLst/>
              <a:ahLst/>
              <a:cxnLst/>
              <a:rect l="0" t="0" r="0" b="0"/>
              <a:pathLst>
                <a:path w="2581" h="24326">
                  <a:moveTo>
                    <a:pt x="0" y="0"/>
                  </a:moveTo>
                  <a:lnTo>
                    <a:pt x="2581" y="2432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2" name="Output_receptor__5411">
              <a:extLst>
                <a:ext uri="{FF2B5EF4-FFF2-40B4-BE49-F238E27FC236}">
                  <a16:creationId xmlns:a16="http://schemas.microsoft.com/office/drawing/2014/main" id="{D93DE641-6AA2-3466-F93B-BC4BAA3D7CCB}"/>
                </a:ext>
              </a:extLst>
            </p:cNvPr>
            <p:cNvSpPr>
              <a:spLocks noGrp="1"/>
            </p:cNvSpPr>
            <p:nvPr/>
          </p:nvSpPr>
          <p:spPr>
            <a:xfrm>
              <a:off x="15023899" y="2991658"/>
              <a:ext cx="67883" cy="6320"/>
            </a:xfrm>
            <a:custGeom>
              <a:avLst/>
              <a:gdLst/>
              <a:ahLst/>
              <a:cxnLst/>
              <a:rect l="0" t="0" r="0" b="0"/>
              <a:pathLst>
                <a:path w="67883" h="6320">
                  <a:moveTo>
                    <a:pt x="67883" y="0"/>
                  </a:moveTo>
                  <a:lnTo>
                    <a:pt x="0" y="632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3" name="Output_receptor__5412">
              <a:extLst>
                <a:ext uri="{FF2B5EF4-FFF2-40B4-BE49-F238E27FC236}">
                  <a16:creationId xmlns:a16="http://schemas.microsoft.com/office/drawing/2014/main" id="{5D1C990A-9876-2416-C157-6283AEF57C19}"/>
                </a:ext>
              </a:extLst>
            </p:cNvPr>
            <p:cNvSpPr>
              <a:spLocks noGrp="1"/>
            </p:cNvSpPr>
            <p:nvPr/>
          </p:nvSpPr>
          <p:spPr>
            <a:xfrm>
              <a:off x="15775580" y="2538722"/>
              <a:ext cx="7245" cy="25080"/>
            </a:xfrm>
            <a:custGeom>
              <a:avLst/>
              <a:gdLst/>
              <a:ahLst/>
              <a:cxnLst/>
              <a:rect l="0" t="0" r="0" b="0"/>
              <a:pathLst>
                <a:path w="7245" h="25080">
                  <a:moveTo>
                    <a:pt x="0" y="25080"/>
                  </a:moveTo>
                  <a:lnTo>
                    <a:pt x="7245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4" name="Output_receptor__5413">
              <a:extLst>
                <a:ext uri="{FF2B5EF4-FFF2-40B4-BE49-F238E27FC236}">
                  <a16:creationId xmlns:a16="http://schemas.microsoft.com/office/drawing/2014/main" id="{68ACF2F7-61DB-963B-6732-62AF9268ACEC}"/>
                </a:ext>
              </a:extLst>
            </p:cNvPr>
            <p:cNvSpPr>
              <a:spLocks noGrp="1"/>
            </p:cNvSpPr>
            <p:nvPr/>
          </p:nvSpPr>
          <p:spPr>
            <a:xfrm>
              <a:off x="15741409" y="3245963"/>
              <a:ext cx="13060" cy="50857"/>
            </a:xfrm>
            <a:custGeom>
              <a:avLst/>
              <a:gdLst/>
              <a:ahLst/>
              <a:cxnLst/>
              <a:rect l="0" t="0" r="0" b="0"/>
              <a:pathLst>
                <a:path w="13060" h="50857">
                  <a:moveTo>
                    <a:pt x="0" y="0"/>
                  </a:moveTo>
                  <a:lnTo>
                    <a:pt x="13060" y="50857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5" name="Output_receptor__5414">
              <a:extLst>
                <a:ext uri="{FF2B5EF4-FFF2-40B4-BE49-F238E27FC236}">
                  <a16:creationId xmlns:a16="http://schemas.microsoft.com/office/drawing/2014/main" id="{2E1DC288-462A-1649-4E35-438FB44ECED9}"/>
                </a:ext>
              </a:extLst>
            </p:cNvPr>
            <p:cNvSpPr>
              <a:spLocks noGrp="1"/>
            </p:cNvSpPr>
            <p:nvPr/>
          </p:nvSpPr>
          <p:spPr>
            <a:xfrm>
              <a:off x="16406137" y="3155246"/>
              <a:ext cx="20925" cy="68704"/>
            </a:xfrm>
            <a:custGeom>
              <a:avLst/>
              <a:gdLst/>
              <a:ahLst/>
              <a:cxnLst/>
              <a:rect l="0" t="0" r="0" b="0"/>
              <a:pathLst>
                <a:path w="20925" h="68704">
                  <a:moveTo>
                    <a:pt x="0" y="0"/>
                  </a:moveTo>
                  <a:lnTo>
                    <a:pt x="20925" y="6870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6" name="Output_receptor__5415">
              <a:extLst>
                <a:ext uri="{FF2B5EF4-FFF2-40B4-BE49-F238E27FC236}">
                  <a16:creationId xmlns:a16="http://schemas.microsoft.com/office/drawing/2014/main" id="{3960AA3E-26E4-BB18-9A85-6FE623B32E7E}"/>
                </a:ext>
              </a:extLst>
            </p:cNvPr>
            <p:cNvSpPr>
              <a:spLocks noGrp="1"/>
            </p:cNvSpPr>
            <p:nvPr/>
          </p:nvSpPr>
          <p:spPr>
            <a:xfrm>
              <a:off x="16220160" y="2327661"/>
              <a:ext cx="67782" cy="24391"/>
            </a:xfrm>
            <a:custGeom>
              <a:avLst/>
              <a:gdLst/>
              <a:ahLst/>
              <a:cxnLst/>
              <a:rect l="0" t="0" r="0" b="0"/>
              <a:pathLst>
                <a:path w="67782" h="24391">
                  <a:moveTo>
                    <a:pt x="67782" y="243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7" name="Output_receptor__5416">
              <a:extLst>
                <a:ext uri="{FF2B5EF4-FFF2-40B4-BE49-F238E27FC236}">
                  <a16:creationId xmlns:a16="http://schemas.microsoft.com/office/drawing/2014/main" id="{952F04EA-426D-3CF8-F78A-0B22E39D1074}"/>
                </a:ext>
              </a:extLst>
            </p:cNvPr>
            <p:cNvSpPr>
              <a:spLocks noGrp="1"/>
            </p:cNvSpPr>
            <p:nvPr/>
          </p:nvSpPr>
          <p:spPr>
            <a:xfrm>
              <a:off x="16084521" y="2558449"/>
              <a:ext cx="24493" cy="67343"/>
            </a:xfrm>
            <a:custGeom>
              <a:avLst/>
              <a:gdLst/>
              <a:ahLst/>
              <a:cxnLst/>
              <a:rect l="0" t="0" r="0" b="0"/>
              <a:pathLst>
                <a:path w="24493" h="67343">
                  <a:moveTo>
                    <a:pt x="24493" y="0"/>
                  </a:moveTo>
                  <a:lnTo>
                    <a:pt x="0" y="67343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8" name="Output_receptor__5417">
              <a:extLst>
                <a:ext uri="{FF2B5EF4-FFF2-40B4-BE49-F238E27FC236}">
                  <a16:creationId xmlns:a16="http://schemas.microsoft.com/office/drawing/2014/main" id="{68D928D2-5A18-AA83-B37B-30A90C638B6F}"/>
                </a:ext>
              </a:extLst>
            </p:cNvPr>
            <p:cNvSpPr>
              <a:spLocks noGrp="1"/>
            </p:cNvSpPr>
            <p:nvPr/>
          </p:nvSpPr>
          <p:spPr>
            <a:xfrm>
              <a:off x="16268890" y="3788695"/>
              <a:ext cx="20604" cy="1994"/>
            </a:xfrm>
            <a:custGeom>
              <a:avLst/>
              <a:gdLst/>
              <a:ahLst/>
              <a:cxnLst/>
              <a:rect l="0" t="0" r="0" b="0"/>
              <a:pathLst>
                <a:path w="20604" h="1994">
                  <a:moveTo>
                    <a:pt x="0" y="0"/>
                  </a:moveTo>
                  <a:lnTo>
                    <a:pt x="20604" y="199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9" name="Output_receptor__5418">
              <a:extLst>
                <a:ext uri="{FF2B5EF4-FFF2-40B4-BE49-F238E27FC236}">
                  <a16:creationId xmlns:a16="http://schemas.microsoft.com/office/drawing/2014/main" id="{59B6C591-6DA8-4D6E-DF0F-629353673F80}"/>
                </a:ext>
              </a:extLst>
            </p:cNvPr>
            <p:cNvSpPr>
              <a:spLocks noGrp="1"/>
            </p:cNvSpPr>
            <p:nvPr/>
          </p:nvSpPr>
          <p:spPr>
            <a:xfrm>
              <a:off x="16375183" y="3223951"/>
              <a:ext cx="51879" cy="49650"/>
            </a:xfrm>
            <a:custGeom>
              <a:avLst/>
              <a:gdLst/>
              <a:ahLst/>
              <a:cxnLst/>
              <a:rect l="0" t="0" r="0" b="0"/>
              <a:pathLst>
                <a:path w="51879" h="49650">
                  <a:moveTo>
                    <a:pt x="51879" y="0"/>
                  </a:moveTo>
                  <a:lnTo>
                    <a:pt x="0" y="4965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0" name="Output_receptor__5419">
              <a:extLst>
                <a:ext uri="{FF2B5EF4-FFF2-40B4-BE49-F238E27FC236}">
                  <a16:creationId xmlns:a16="http://schemas.microsoft.com/office/drawing/2014/main" id="{6CAC8589-D2AA-51C9-57AB-6EC92DDC2EAF}"/>
                </a:ext>
              </a:extLst>
            </p:cNvPr>
            <p:cNvSpPr>
              <a:spLocks noGrp="1"/>
            </p:cNvSpPr>
            <p:nvPr/>
          </p:nvSpPr>
          <p:spPr>
            <a:xfrm>
              <a:off x="15979770" y="3224970"/>
              <a:ext cx="72057" cy="4487"/>
            </a:xfrm>
            <a:custGeom>
              <a:avLst/>
              <a:gdLst/>
              <a:ahLst/>
              <a:cxnLst/>
              <a:rect l="0" t="0" r="0" b="0"/>
              <a:pathLst>
                <a:path w="72057" h="4487">
                  <a:moveTo>
                    <a:pt x="0" y="4487"/>
                  </a:moveTo>
                  <a:lnTo>
                    <a:pt x="72057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1" name="Output_receptor__5420">
              <a:extLst>
                <a:ext uri="{FF2B5EF4-FFF2-40B4-BE49-F238E27FC236}">
                  <a16:creationId xmlns:a16="http://schemas.microsoft.com/office/drawing/2014/main" id="{E3596E93-B7F9-609A-16DA-E13BF358038D}"/>
                </a:ext>
              </a:extLst>
            </p:cNvPr>
            <p:cNvSpPr>
              <a:spLocks noGrp="1"/>
            </p:cNvSpPr>
            <p:nvPr/>
          </p:nvSpPr>
          <p:spPr>
            <a:xfrm>
              <a:off x="16539666" y="3711918"/>
              <a:ext cx="32344" cy="64843"/>
            </a:xfrm>
            <a:custGeom>
              <a:avLst/>
              <a:gdLst/>
              <a:ahLst/>
              <a:cxnLst/>
              <a:rect l="0" t="0" r="0" b="0"/>
              <a:pathLst>
                <a:path w="32344" h="64843">
                  <a:moveTo>
                    <a:pt x="0" y="64843"/>
                  </a:moveTo>
                  <a:lnTo>
                    <a:pt x="32344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2" name="Output_receptor__5421">
              <a:extLst>
                <a:ext uri="{FF2B5EF4-FFF2-40B4-BE49-F238E27FC236}">
                  <a16:creationId xmlns:a16="http://schemas.microsoft.com/office/drawing/2014/main" id="{1F43D96E-62F7-EC39-EAFB-2FD8DE60FE88}"/>
                </a:ext>
              </a:extLst>
            </p:cNvPr>
            <p:cNvSpPr>
              <a:spLocks noGrp="1"/>
            </p:cNvSpPr>
            <p:nvPr/>
          </p:nvSpPr>
          <p:spPr>
            <a:xfrm>
              <a:off x="15897600" y="2419252"/>
              <a:ext cx="21151" cy="2240"/>
            </a:xfrm>
            <a:custGeom>
              <a:avLst/>
              <a:gdLst/>
              <a:ahLst/>
              <a:cxnLst/>
              <a:rect l="0" t="0" r="0" b="0"/>
              <a:pathLst>
                <a:path w="21151" h="2240">
                  <a:moveTo>
                    <a:pt x="21151" y="22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23" name="Output_receptor__5422">
              <a:extLst>
                <a:ext uri="{FF2B5EF4-FFF2-40B4-BE49-F238E27FC236}">
                  <a16:creationId xmlns:a16="http://schemas.microsoft.com/office/drawing/2014/main" id="{D800A3C4-F3D4-9EA7-ECE1-A84F0815A898}"/>
                </a:ext>
              </a:extLst>
            </p:cNvPr>
            <p:cNvSpPr>
              <a:spLocks noGrp="1"/>
            </p:cNvSpPr>
            <p:nvPr/>
          </p:nvSpPr>
          <p:spPr>
            <a:xfrm>
              <a:off x="15420305" y="3790973"/>
              <a:ext cx="22484" cy="15875"/>
            </a:xfrm>
            <a:custGeom>
              <a:avLst/>
              <a:gdLst/>
              <a:ahLst/>
              <a:cxnLst/>
              <a:rect l="0" t="0" r="0" b="0"/>
              <a:pathLst>
                <a:path w="22484" h="15875">
                  <a:moveTo>
                    <a:pt x="22484" y="158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24" name="Output_receptor__5423">
              <a:extLst>
                <a:ext uri="{FF2B5EF4-FFF2-40B4-BE49-F238E27FC236}">
                  <a16:creationId xmlns:a16="http://schemas.microsoft.com/office/drawing/2014/main" id="{054DA8A0-F692-F9CC-4B6B-375D370F65DA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1" y="2700780"/>
              <a:ext cx="33579" cy="56740"/>
            </a:xfrm>
            <a:custGeom>
              <a:avLst/>
              <a:gdLst/>
              <a:ahLst/>
              <a:cxnLst/>
              <a:rect l="0" t="0" r="0" b="0"/>
              <a:pathLst>
                <a:path w="33579" h="56740">
                  <a:moveTo>
                    <a:pt x="0" y="56740"/>
                  </a:moveTo>
                  <a:lnTo>
                    <a:pt x="33579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5" name="Output_receptor__5424">
              <a:extLst>
                <a:ext uri="{FF2B5EF4-FFF2-40B4-BE49-F238E27FC236}">
                  <a16:creationId xmlns:a16="http://schemas.microsoft.com/office/drawing/2014/main" id="{B246037D-4AF0-ED7E-714C-15362730CB14}"/>
                </a:ext>
              </a:extLst>
            </p:cNvPr>
            <p:cNvSpPr>
              <a:spLocks noGrp="1"/>
            </p:cNvSpPr>
            <p:nvPr/>
          </p:nvSpPr>
          <p:spPr>
            <a:xfrm>
              <a:off x="15992929" y="2722208"/>
              <a:ext cx="57720" cy="18136"/>
            </a:xfrm>
            <a:custGeom>
              <a:avLst/>
              <a:gdLst/>
              <a:ahLst/>
              <a:cxnLst/>
              <a:rect l="0" t="0" r="0" b="0"/>
              <a:pathLst>
                <a:path w="57720" h="18136">
                  <a:moveTo>
                    <a:pt x="57720" y="181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6" name="Output_receptor__5425">
              <a:extLst>
                <a:ext uri="{FF2B5EF4-FFF2-40B4-BE49-F238E27FC236}">
                  <a16:creationId xmlns:a16="http://schemas.microsoft.com/office/drawing/2014/main" id="{1C512F9B-5E9A-06DF-3166-5C0F16D83CC0}"/>
                </a:ext>
              </a:extLst>
            </p:cNvPr>
            <p:cNvSpPr>
              <a:spLocks noGrp="1"/>
            </p:cNvSpPr>
            <p:nvPr/>
          </p:nvSpPr>
          <p:spPr>
            <a:xfrm>
              <a:off x="16255214" y="3535147"/>
              <a:ext cx="12157" cy="67580"/>
            </a:xfrm>
            <a:custGeom>
              <a:avLst/>
              <a:gdLst/>
              <a:ahLst/>
              <a:cxnLst/>
              <a:rect l="0" t="0" r="0" b="0"/>
              <a:pathLst>
                <a:path w="12157" h="67580">
                  <a:moveTo>
                    <a:pt x="12157" y="0"/>
                  </a:moveTo>
                  <a:lnTo>
                    <a:pt x="0" y="6758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7" name="Output_receptor__5426">
              <a:extLst>
                <a:ext uri="{FF2B5EF4-FFF2-40B4-BE49-F238E27FC236}">
                  <a16:creationId xmlns:a16="http://schemas.microsoft.com/office/drawing/2014/main" id="{D5F3AFBF-C5BF-17E8-69A9-C690F32C4008}"/>
                </a:ext>
              </a:extLst>
            </p:cNvPr>
            <p:cNvSpPr>
              <a:spLocks noGrp="1"/>
            </p:cNvSpPr>
            <p:nvPr/>
          </p:nvSpPr>
          <p:spPr>
            <a:xfrm>
              <a:off x="15568841" y="2757520"/>
              <a:ext cx="67520" cy="2751"/>
            </a:xfrm>
            <a:custGeom>
              <a:avLst/>
              <a:gdLst/>
              <a:ahLst/>
              <a:cxnLst/>
              <a:rect l="0" t="0" r="0" b="0"/>
              <a:pathLst>
                <a:path w="67520" h="2751">
                  <a:moveTo>
                    <a:pt x="0" y="2751"/>
                  </a:moveTo>
                  <a:lnTo>
                    <a:pt x="6752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8" name="Output_receptor__5427">
              <a:extLst>
                <a:ext uri="{FF2B5EF4-FFF2-40B4-BE49-F238E27FC236}">
                  <a16:creationId xmlns:a16="http://schemas.microsoft.com/office/drawing/2014/main" id="{AA778DAC-5341-FC8C-11BA-3D15B4683EB0}"/>
                </a:ext>
              </a:extLst>
            </p:cNvPr>
            <p:cNvSpPr>
              <a:spLocks noGrp="1"/>
            </p:cNvSpPr>
            <p:nvPr/>
          </p:nvSpPr>
          <p:spPr>
            <a:xfrm>
              <a:off x="16052566" y="3318434"/>
              <a:ext cx="25543" cy="32982"/>
            </a:xfrm>
            <a:custGeom>
              <a:avLst/>
              <a:gdLst/>
              <a:ahLst/>
              <a:cxnLst/>
              <a:rect l="0" t="0" r="0" b="0"/>
              <a:pathLst>
                <a:path w="25543" h="32982">
                  <a:moveTo>
                    <a:pt x="0" y="0"/>
                  </a:moveTo>
                  <a:lnTo>
                    <a:pt x="25543" y="3298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9" name="Output_receptor__5428">
              <a:extLst>
                <a:ext uri="{FF2B5EF4-FFF2-40B4-BE49-F238E27FC236}">
                  <a16:creationId xmlns:a16="http://schemas.microsoft.com/office/drawing/2014/main" id="{D528D7B4-31AF-8023-BA48-33F1FD1334A2}"/>
                </a:ext>
              </a:extLst>
            </p:cNvPr>
            <p:cNvSpPr>
              <a:spLocks noGrp="1"/>
            </p:cNvSpPr>
            <p:nvPr/>
          </p:nvSpPr>
          <p:spPr>
            <a:xfrm>
              <a:off x="15553162" y="3846075"/>
              <a:ext cx="33710" cy="1767"/>
            </a:xfrm>
            <a:custGeom>
              <a:avLst/>
              <a:gdLst/>
              <a:ahLst/>
              <a:cxnLst/>
              <a:rect l="0" t="0" r="0" b="0"/>
              <a:pathLst>
                <a:path w="33710" h="1767">
                  <a:moveTo>
                    <a:pt x="0" y="0"/>
                  </a:moveTo>
                  <a:lnTo>
                    <a:pt x="33710" y="1767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0" name="Output_receptor__5429">
              <a:extLst>
                <a:ext uri="{FF2B5EF4-FFF2-40B4-BE49-F238E27FC236}">
                  <a16:creationId xmlns:a16="http://schemas.microsoft.com/office/drawing/2014/main" id="{6911B985-6A0F-9B05-C53E-725376CB7C9D}"/>
                </a:ext>
              </a:extLst>
            </p:cNvPr>
            <p:cNvSpPr>
              <a:spLocks noGrp="1"/>
            </p:cNvSpPr>
            <p:nvPr/>
          </p:nvSpPr>
          <p:spPr>
            <a:xfrm>
              <a:off x="15589789" y="3636536"/>
              <a:ext cx="63833" cy="17422"/>
            </a:xfrm>
            <a:custGeom>
              <a:avLst/>
              <a:gdLst/>
              <a:ahLst/>
              <a:cxnLst/>
              <a:rect l="0" t="0" r="0" b="0"/>
              <a:pathLst>
                <a:path w="63833" h="17422">
                  <a:moveTo>
                    <a:pt x="0" y="17422"/>
                  </a:moveTo>
                  <a:lnTo>
                    <a:pt x="63833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1" name="Output_receptor__5430">
              <a:extLst>
                <a:ext uri="{FF2B5EF4-FFF2-40B4-BE49-F238E27FC236}">
                  <a16:creationId xmlns:a16="http://schemas.microsoft.com/office/drawing/2014/main" id="{A0C4D539-DE7D-73AF-81F1-C52E1FB8732A}"/>
                </a:ext>
              </a:extLst>
            </p:cNvPr>
            <p:cNvSpPr>
              <a:spLocks noGrp="1"/>
            </p:cNvSpPr>
            <p:nvPr/>
          </p:nvSpPr>
          <p:spPr>
            <a:xfrm>
              <a:off x="15679492" y="3233441"/>
              <a:ext cx="61916" cy="12522"/>
            </a:xfrm>
            <a:custGeom>
              <a:avLst/>
              <a:gdLst/>
              <a:ahLst/>
              <a:cxnLst/>
              <a:rect l="0" t="0" r="0" b="0"/>
              <a:pathLst>
                <a:path w="61916" h="12522">
                  <a:moveTo>
                    <a:pt x="0" y="0"/>
                  </a:moveTo>
                  <a:lnTo>
                    <a:pt x="61916" y="1252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2" name="Output_receptor__5431">
              <a:extLst>
                <a:ext uri="{FF2B5EF4-FFF2-40B4-BE49-F238E27FC236}">
                  <a16:creationId xmlns:a16="http://schemas.microsoft.com/office/drawing/2014/main" id="{9B6BC697-A62A-0BF9-5E21-59CD57452E34}"/>
                </a:ext>
              </a:extLst>
            </p:cNvPr>
            <p:cNvSpPr>
              <a:spLocks noGrp="1"/>
            </p:cNvSpPr>
            <p:nvPr/>
          </p:nvSpPr>
          <p:spPr>
            <a:xfrm>
              <a:off x="15971846" y="2431008"/>
              <a:ext cx="15899" cy="60857"/>
            </a:xfrm>
            <a:custGeom>
              <a:avLst/>
              <a:gdLst/>
              <a:ahLst/>
              <a:cxnLst/>
              <a:rect l="0" t="0" r="0" b="0"/>
              <a:pathLst>
                <a:path w="15899" h="60857">
                  <a:moveTo>
                    <a:pt x="0" y="60857"/>
                  </a:moveTo>
                  <a:lnTo>
                    <a:pt x="15899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3" name="Output_receptor__5432">
              <a:extLst>
                <a:ext uri="{FF2B5EF4-FFF2-40B4-BE49-F238E27FC236}">
                  <a16:creationId xmlns:a16="http://schemas.microsoft.com/office/drawing/2014/main" id="{E97F545F-DFD5-6CC3-5C7C-36C62EEB575A}"/>
                </a:ext>
              </a:extLst>
            </p:cNvPr>
            <p:cNvSpPr>
              <a:spLocks noGrp="1"/>
            </p:cNvSpPr>
            <p:nvPr/>
          </p:nvSpPr>
          <p:spPr>
            <a:xfrm>
              <a:off x="16060167" y="3600774"/>
              <a:ext cx="69294" cy="19349"/>
            </a:xfrm>
            <a:custGeom>
              <a:avLst/>
              <a:gdLst/>
              <a:ahLst/>
              <a:cxnLst/>
              <a:rect l="0" t="0" r="0" b="0"/>
              <a:pathLst>
                <a:path w="69294" h="19349">
                  <a:moveTo>
                    <a:pt x="69294" y="193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4" name="Output_receptor__5433">
              <a:extLst>
                <a:ext uri="{FF2B5EF4-FFF2-40B4-BE49-F238E27FC236}">
                  <a16:creationId xmlns:a16="http://schemas.microsoft.com/office/drawing/2014/main" id="{FE5D11FD-FD97-DEAD-3D8E-520619BBD731}"/>
                </a:ext>
              </a:extLst>
            </p:cNvPr>
            <p:cNvSpPr>
              <a:spLocks noGrp="1"/>
            </p:cNvSpPr>
            <p:nvPr/>
          </p:nvSpPr>
          <p:spPr>
            <a:xfrm>
              <a:off x="16109014" y="2542599"/>
              <a:ext cx="68658" cy="15851"/>
            </a:xfrm>
            <a:custGeom>
              <a:avLst/>
              <a:gdLst/>
              <a:ahLst/>
              <a:cxnLst/>
              <a:rect l="0" t="0" r="0" b="0"/>
              <a:pathLst>
                <a:path w="68658" h="15851">
                  <a:moveTo>
                    <a:pt x="68658" y="0"/>
                  </a:moveTo>
                  <a:lnTo>
                    <a:pt x="0" y="1585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5" name="Output_receptor__5434">
              <a:extLst>
                <a:ext uri="{FF2B5EF4-FFF2-40B4-BE49-F238E27FC236}">
                  <a16:creationId xmlns:a16="http://schemas.microsoft.com/office/drawing/2014/main" id="{95048997-E30F-6050-B662-E52C76E8FFEA}"/>
                </a:ext>
              </a:extLst>
            </p:cNvPr>
            <p:cNvSpPr>
              <a:spLocks noGrp="1"/>
            </p:cNvSpPr>
            <p:nvPr/>
          </p:nvSpPr>
          <p:spPr>
            <a:xfrm>
              <a:off x="15440047" y="3115316"/>
              <a:ext cx="25296" cy="25610"/>
            </a:xfrm>
            <a:custGeom>
              <a:avLst/>
              <a:gdLst/>
              <a:ahLst/>
              <a:cxnLst/>
              <a:rect l="0" t="0" r="0" b="0"/>
              <a:pathLst>
                <a:path w="25296" h="25610">
                  <a:moveTo>
                    <a:pt x="0" y="25610"/>
                  </a:moveTo>
                  <a:lnTo>
                    <a:pt x="25296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6" name="Output_receptor__5435">
              <a:extLst>
                <a:ext uri="{FF2B5EF4-FFF2-40B4-BE49-F238E27FC236}">
                  <a16:creationId xmlns:a16="http://schemas.microsoft.com/office/drawing/2014/main" id="{121E155A-B704-96F9-56EC-FEDF9B1BC11E}"/>
                </a:ext>
              </a:extLst>
            </p:cNvPr>
            <p:cNvSpPr>
              <a:spLocks noGrp="1"/>
            </p:cNvSpPr>
            <p:nvPr/>
          </p:nvSpPr>
          <p:spPr>
            <a:xfrm>
              <a:off x="15701082" y="2991341"/>
              <a:ext cx="67638" cy="3336"/>
            </a:xfrm>
            <a:custGeom>
              <a:avLst/>
              <a:gdLst/>
              <a:ahLst/>
              <a:cxnLst/>
              <a:rect l="0" t="0" r="0" b="0"/>
              <a:pathLst>
                <a:path w="67638" h="3336">
                  <a:moveTo>
                    <a:pt x="67638" y="0"/>
                  </a:moveTo>
                  <a:lnTo>
                    <a:pt x="0" y="333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7" name="Output_receptor__5436">
              <a:extLst>
                <a:ext uri="{FF2B5EF4-FFF2-40B4-BE49-F238E27FC236}">
                  <a16:creationId xmlns:a16="http://schemas.microsoft.com/office/drawing/2014/main" id="{0F73B2A5-55F9-18AB-8F6D-6A4682CA7890}"/>
                </a:ext>
              </a:extLst>
            </p:cNvPr>
            <p:cNvSpPr>
              <a:spLocks noGrp="1"/>
            </p:cNvSpPr>
            <p:nvPr/>
          </p:nvSpPr>
          <p:spPr>
            <a:xfrm>
              <a:off x="15525345" y="2760271"/>
              <a:ext cx="43496" cy="47861"/>
            </a:xfrm>
            <a:custGeom>
              <a:avLst/>
              <a:gdLst/>
              <a:ahLst/>
              <a:cxnLst/>
              <a:rect l="0" t="0" r="0" b="0"/>
              <a:pathLst>
                <a:path w="43496" h="47861">
                  <a:moveTo>
                    <a:pt x="0" y="47861"/>
                  </a:moveTo>
                  <a:lnTo>
                    <a:pt x="43496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8" name="Output_receptor__5437">
              <a:extLst>
                <a:ext uri="{FF2B5EF4-FFF2-40B4-BE49-F238E27FC236}">
                  <a16:creationId xmlns:a16="http://schemas.microsoft.com/office/drawing/2014/main" id="{3D708EC8-273F-2F7B-253B-A76B5AB9A562}"/>
                </a:ext>
              </a:extLst>
            </p:cNvPr>
            <p:cNvSpPr>
              <a:spLocks noGrp="1"/>
            </p:cNvSpPr>
            <p:nvPr/>
          </p:nvSpPr>
          <p:spPr>
            <a:xfrm>
              <a:off x="15462347" y="2808132"/>
              <a:ext cx="62998" cy="16462"/>
            </a:xfrm>
            <a:custGeom>
              <a:avLst/>
              <a:gdLst/>
              <a:ahLst/>
              <a:cxnLst/>
              <a:rect l="0" t="0" r="0" b="0"/>
              <a:pathLst>
                <a:path w="62998" h="16462">
                  <a:moveTo>
                    <a:pt x="0" y="16462"/>
                  </a:moveTo>
                  <a:lnTo>
                    <a:pt x="62998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9" name="Output_receptor__5438">
              <a:extLst>
                <a:ext uri="{FF2B5EF4-FFF2-40B4-BE49-F238E27FC236}">
                  <a16:creationId xmlns:a16="http://schemas.microsoft.com/office/drawing/2014/main" id="{FBC7E4D3-DCCA-19F7-3055-8C7457DAC63A}"/>
                </a:ext>
              </a:extLst>
            </p:cNvPr>
            <p:cNvSpPr>
              <a:spLocks noGrp="1"/>
            </p:cNvSpPr>
            <p:nvPr/>
          </p:nvSpPr>
          <p:spPr>
            <a:xfrm>
              <a:off x="16102667" y="2898206"/>
              <a:ext cx="14912" cy="29024"/>
            </a:xfrm>
            <a:custGeom>
              <a:avLst/>
              <a:gdLst/>
              <a:ahLst/>
              <a:cxnLst/>
              <a:rect l="0" t="0" r="0" b="0"/>
              <a:pathLst>
                <a:path w="14912" h="29024">
                  <a:moveTo>
                    <a:pt x="0" y="29024"/>
                  </a:moveTo>
                  <a:lnTo>
                    <a:pt x="14912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40" name="Output_receptor__5439">
              <a:extLst>
                <a:ext uri="{FF2B5EF4-FFF2-40B4-BE49-F238E27FC236}">
                  <a16:creationId xmlns:a16="http://schemas.microsoft.com/office/drawing/2014/main" id="{B74E7145-61BE-7E9D-2840-F35EA8B5E52A}"/>
                </a:ext>
              </a:extLst>
            </p:cNvPr>
            <p:cNvSpPr>
              <a:spLocks noGrp="1"/>
            </p:cNvSpPr>
            <p:nvPr/>
          </p:nvSpPr>
          <p:spPr>
            <a:xfrm>
              <a:off x="16060167" y="3532312"/>
              <a:ext cx="23791" cy="68462"/>
            </a:xfrm>
            <a:custGeom>
              <a:avLst/>
              <a:gdLst/>
              <a:ahLst/>
              <a:cxnLst/>
              <a:rect l="0" t="0" r="0" b="0"/>
              <a:pathLst>
                <a:path w="23791" h="68462">
                  <a:moveTo>
                    <a:pt x="0" y="68462"/>
                  </a:moveTo>
                  <a:lnTo>
                    <a:pt x="23791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41" name="Output_receptor__5440">
              <a:extLst>
                <a:ext uri="{FF2B5EF4-FFF2-40B4-BE49-F238E27FC236}">
                  <a16:creationId xmlns:a16="http://schemas.microsoft.com/office/drawing/2014/main" id="{263CB6A2-4231-1C67-3DF8-9301E3753F4A}"/>
                </a:ext>
              </a:extLst>
            </p:cNvPr>
            <p:cNvSpPr>
              <a:spLocks noGrp="1"/>
            </p:cNvSpPr>
            <p:nvPr/>
          </p:nvSpPr>
          <p:spPr>
            <a:xfrm>
              <a:off x="15900927" y="2780038"/>
              <a:ext cx="3221" cy="70324"/>
            </a:xfrm>
            <a:custGeom>
              <a:avLst/>
              <a:gdLst/>
              <a:ahLst/>
              <a:cxnLst/>
              <a:rect l="0" t="0" r="0" b="0"/>
              <a:pathLst>
                <a:path w="3221" h="70324">
                  <a:moveTo>
                    <a:pt x="0" y="0"/>
                  </a:moveTo>
                  <a:lnTo>
                    <a:pt x="3221" y="70324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2" name="Output_receptor__5441">
              <a:extLst>
                <a:ext uri="{FF2B5EF4-FFF2-40B4-BE49-F238E27FC236}">
                  <a16:creationId xmlns:a16="http://schemas.microsoft.com/office/drawing/2014/main" id="{F81A65E5-2A5E-604F-6873-3A3F2AE93259}"/>
                </a:ext>
              </a:extLst>
            </p:cNvPr>
            <p:cNvSpPr>
              <a:spLocks noGrp="1"/>
            </p:cNvSpPr>
            <p:nvPr/>
          </p:nvSpPr>
          <p:spPr>
            <a:xfrm>
              <a:off x="15407622" y="2824594"/>
              <a:ext cx="54725" cy="10200"/>
            </a:xfrm>
            <a:custGeom>
              <a:avLst/>
              <a:gdLst/>
              <a:ahLst/>
              <a:cxnLst/>
              <a:rect l="0" t="0" r="0" b="0"/>
              <a:pathLst>
                <a:path w="54725" h="10200">
                  <a:moveTo>
                    <a:pt x="0" y="10200"/>
                  </a:moveTo>
                  <a:lnTo>
                    <a:pt x="54725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43" name="Output_receptor__5442">
              <a:extLst>
                <a:ext uri="{FF2B5EF4-FFF2-40B4-BE49-F238E27FC236}">
                  <a16:creationId xmlns:a16="http://schemas.microsoft.com/office/drawing/2014/main" id="{D0767D2E-203C-54EA-3EAA-9AE7E9BD368A}"/>
                </a:ext>
              </a:extLst>
            </p:cNvPr>
            <p:cNvSpPr>
              <a:spLocks noGrp="1"/>
            </p:cNvSpPr>
            <p:nvPr/>
          </p:nvSpPr>
          <p:spPr>
            <a:xfrm>
              <a:off x="16372423" y="3384025"/>
              <a:ext cx="58301" cy="28466"/>
            </a:xfrm>
            <a:custGeom>
              <a:avLst/>
              <a:gdLst/>
              <a:ahLst/>
              <a:cxnLst/>
              <a:rect l="0" t="0" r="0" b="0"/>
              <a:pathLst>
                <a:path w="58301" h="28466">
                  <a:moveTo>
                    <a:pt x="58301" y="28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4" name="Output_receptor__5443">
              <a:extLst>
                <a:ext uri="{FF2B5EF4-FFF2-40B4-BE49-F238E27FC236}">
                  <a16:creationId xmlns:a16="http://schemas.microsoft.com/office/drawing/2014/main" id="{AB774643-EE01-41F4-F4FC-F37C3B2DEA19}"/>
                </a:ext>
              </a:extLst>
            </p:cNvPr>
            <p:cNvSpPr>
              <a:spLocks noGrp="1"/>
            </p:cNvSpPr>
            <p:nvPr/>
          </p:nvSpPr>
          <p:spPr>
            <a:xfrm>
              <a:off x="15675856" y="3718918"/>
              <a:ext cx="35682" cy="6926"/>
            </a:xfrm>
            <a:custGeom>
              <a:avLst/>
              <a:gdLst/>
              <a:ahLst/>
              <a:cxnLst/>
              <a:rect l="0" t="0" r="0" b="0"/>
              <a:pathLst>
                <a:path w="35682" h="6926">
                  <a:moveTo>
                    <a:pt x="0" y="0"/>
                  </a:moveTo>
                  <a:lnTo>
                    <a:pt x="35682" y="692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5" name="Output_receptor__5444">
              <a:extLst>
                <a:ext uri="{FF2B5EF4-FFF2-40B4-BE49-F238E27FC236}">
                  <a16:creationId xmlns:a16="http://schemas.microsoft.com/office/drawing/2014/main" id="{8F2F8BF0-3803-9B0D-0316-3BCB0404B9AF}"/>
                </a:ext>
              </a:extLst>
            </p:cNvPr>
            <p:cNvSpPr>
              <a:spLocks noGrp="1"/>
            </p:cNvSpPr>
            <p:nvPr/>
          </p:nvSpPr>
          <p:spPr>
            <a:xfrm>
              <a:off x="15360718" y="2799871"/>
              <a:ext cx="46904" cy="34924"/>
            </a:xfrm>
            <a:custGeom>
              <a:avLst/>
              <a:gdLst/>
              <a:ahLst/>
              <a:cxnLst/>
              <a:rect l="0" t="0" r="0" b="0"/>
              <a:pathLst>
                <a:path w="46904" h="34924">
                  <a:moveTo>
                    <a:pt x="0" y="0"/>
                  </a:moveTo>
                  <a:lnTo>
                    <a:pt x="46904" y="3492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46" name="Output_receptor__5445">
              <a:extLst>
                <a:ext uri="{FF2B5EF4-FFF2-40B4-BE49-F238E27FC236}">
                  <a16:creationId xmlns:a16="http://schemas.microsoft.com/office/drawing/2014/main" id="{3696ACFE-FE6B-AE2F-2E22-20301E591927}"/>
                </a:ext>
              </a:extLst>
            </p:cNvPr>
            <p:cNvSpPr>
              <a:spLocks noGrp="1"/>
            </p:cNvSpPr>
            <p:nvPr/>
          </p:nvSpPr>
          <p:spPr>
            <a:xfrm>
              <a:off x="15115338" y="2895145"/>
              <a:ext cx="39171" cy="27958"/>
            </a:xfrm>
            <a:custGeom>
              <a:avLst/>
              <a:gdLst/>
              <a:ahLst/>
              <a:cxnLst/>
              <a:rect l="0" t="0" r="0" b="0"/>
              <a:pathLst>
                <a:path w="39171" h="27958">
                  <a:moveTo>
                    <a:pt x="39171" y="0"/>
                  </a:moveTo>
                  <a:lnTo>
                    <a:pt x="0" y="2795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7" name="Output_receptor__5446">
              <a:extLst>
                <a:ext uri="{FF2B5EF4-FFF2-40B4-BE49-F238E27FC236}">
                  <a16:creationId xmlns:a16="http://schemas.microsoft.com/office/drawing/2014/main" id="{81739C81-8AF5-AD5B-F543-937BB44732CA}"/>
                </a:ext>
              </a:extLst>
            </p:cNvPr>
            <p:cNvSpPr>
              <a:spLocks noGrp="1"/>
            </p:cNvSpPr>
            <p:nvPr/>
          </p:nvSpPr>
          <p:spPr>
            <a:xfrm>
              <a:off x="15013138" y="3158318"/>
              <a:ext cx="8920" cy="51462"/>
            </a:xfrm>
            <a:custGeom>
              <a:avLst/>
              <a:gdLst/>
              <a:ahLst/>
              <a:cxnLst/>
              <a:rect l="0" t="0" r="0" b="0"/>
              <a:pathLst>
                <a:path w="8920" h="51462">
                  <a:moveTo>
                    <a:pt x="8920" y="0"/>
                  </a:moveTo>
                  <a:lnTo>
                    <a:pt x="0" y="5146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8" name="Output_receptor__5447">
              <a:extLst>
                <a:ext uri="{FF2B5EF4-FFF2-40B4-BE49-F238E27FC236}">
                  <a16:creationId xmlns:a16="http://schemas.microsoft.com/office/drawing/2014/main" id="{BD1DA60C-F8E6-1B33-B793-1901EE0BF8E6}"/>
                </a:ext>
              </a:extLst>
            </p:cNvPr>
            <p:cNvSpPr>
              <a:spLocks noGrp="1"/>
            </p:cNvSpPr>
            <p:nvPr/>
          </p:nvSpPr>
          <p:spPr>
            <a:xfrm>
              <a:off x="15099084" y="3076903"/>
              <a:ext cx="10578" cy="70479"/>
            </a:xfrm>
            <a:custGeom>
              <a:avLst/>
              <a:gdLst/>
              <a:ahLst/>
              <a:cxnLst/>
              <a:rect l="0" t="0" r="0" b="0"/>
              <a:pathLst>
                <a:path w="10578" h="70479">
                  <a:moveTo>
                    <a:pt x="0" y="0"/>
                  </a:moveTo>
                  <a:lnTo>
                    <a:pt x="10578" y="704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9" name="Output_receptor__5448">
              <a:extLst>
                <a:ext uri="{FF2B5EF4-FFF2-40B4-BE49-F238E27FC236}">
                  <a16:creationId xmlns:a16="http://schemas.microsoft.com/office/drawing/2014/main" id="{5D39E421-CD8B-F9F8-4B85-61B7DBFCD46D}"/>
                </a:ext>
              </a:extLst>
            </p:cNvPr>
            <p:cNvSpPr>
              <a:spLocks noGrp="1"/>
            </p:cNvSpPr>
            <p:nvPr/>
          </p:nvSpPr>
          <p:spPr>
            <a:xfrm>
              <a:off x="15801693" y="3534492"/>
              <a:ext cx="40540" cy="57662"/>
            </a:xfrm>
            <a:custGeom>
              <a:avLst/>
              <a:gdLst/>
              <a:ahLst/>
              <a:cxnLst/>
              <a:rect l="0" t="0" r="0" b="0"/>
              <a:pathLst>
                <a:path w="40540" h="57662">
                  <a:moveTo>
                    <a:pt x="0" y="0"/>
                  </a:moveTo>
                  <a:lnTo>
                    <a:pt x="40540" y="5766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0" name="Output_receptor__5449">
              <a:extLst>
                <a:ext uri="{FF2B5EF4-FFF2-40B4-BE49-F238E27FC236}">
                  <a16:creationId xmlns:a16="http://schemas.microsoft.com/office/drawing/2014/main" id="{189671E2-0E06-507F-CCDA-605C0CE0FF6F}"/>
                </a:ext>
              </a:extLst>
            </p:cNvPr>
            <p:cNvSpPr>
              <a:spLocks noGrp="1"/>
            </p:cNvSpPr>
            <p:nvPr/>
          </p:nvSpPr>
          <p:spPr>
            <a:xfrm>
              <a:off x="15736257" y="3396859"/>
              <a:ext cx="24358" cy="59324"/>
            </a:xfrm>
            <a:custGeom>
              <a:avLst/>
              <a:gdLst/>
              <a:ahLst/>
              <a:cxnLst/>
              <a:rect l="0" t="0" r="0" b="0"/>
              <a:pathLst>
                <a:path w="24358" h="59324">
                  <a:moveTo>
                    <a:pt x="24358" y="593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1" name="Output_receptor__5450">
              <a:extLst>
                <a:ext uri="{FF2B5EF4-FFF2-40B4-BE49-F238E27FC236}">
                  <a16:creationId xmlns:a16="http://schemas.microsoft.com/office/drawing/2014/main" id="{1DD21861-EF8F-B674-0A00-0C2D6A81E1CA}"/>
                </a:ext>
              </a:extLst>
            </p:cNvPr>
            <p:cNvSpPr>
              <a:spLocks noGrp="1"/>
            </p:cNvSpPr>
            <p:nvPr/>
          </p:nvSpPr>
          <p:spPr>
            <a:xfrm>
              <a:off x="15016299" y="3109652"/>
              <a:ext cx="5760" cy="48666"/>
            </a:xfrm>
            <a:custGeom>
              <a:avLst/>
              <a:gdLst/>
              <a:ahLst/>
              <a:cxnLst/>
              <a:rect l="0" t="0" r="0" b="0"/>
              <a:pathLst>
                <a:path w="5760" h="48666">
                  <a:moveTo>
                    <a:pt x="0" y="0"/>
                  </a:moveTo>
                  <a:lnTo>
                    <a:pt x="5760" y="4866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2" name="Output_receptor__5451">
              <a:extLst>
                <a:ext uri="{FF2B5EF4-FFF2-40B4-BE49-F238E27FC236}">
                  <a16:creationId xmlns:a16="http://schemas.microsoft.com/office/drawing/2014/main" id="{53B61CDE-687E-788E-3C46-70038F54B5DA}"/>
                </a:ext>
              </a:extLst>
            </p:cNvPr>
            <p:cNvSpPr>
              <a:spLocks noGrp="1"/>
            </p:cNvSpPr>
            <p:nvPr/>
          </p:nvSpPr>
          <p:spPr>
            <a:xfrm>
              <a:off x="16025592" y="2960159"/>
              <a:ext cx="18052" cy="58288"/>
            </a:xfrm>
            <a:custGeom>
              <a:avLst/>
              <a:gdLst/>
              <a:ahLst/>
              <a:cxnLst/>
              <a:rect l="0" t="0" r="0" b="0"/>
              <a:pathLst>
                <a:path w="18052" h="58288">
                  <a:moveTo>
                    <a:pt x="0" y="58288"/>
                  </a:moveTo>
                  <a:lnTo>
                    <a:pt x="18052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3" name="Output_receptor__5452">
              <a:extLst>
                <a:ext uri="{FF2B5EF4-FFF2-40B4-BE49-F238E27FC236}">
                  <a16:creationId xmlns:a16="http://schemas.microsoft.com/office/drawing/2014/main" id="{659284D6-6795-FED9-2925-75BDB903892D}"/>
                </a:ext>
              </a:extLst>
            </p:cNvPr>
            <p:cNvSpPr>
              <a:spLocks noGrp="1"/>
            </p:cNvSpPr>
            <p:nvPr/>
          </p:nvSpPr>
          <p:spPr>
            <a:xfrm>
              <a:off x="15327399" y="3495968"/>
              <a:ext cx="46318" cy="786"/>
            </a:xfrm>
            <a:custGeom>
              <a:avLst/>
              <a:gdLst/>
              <a:ahLst/>
              <a:cxnLst/>
              <a:rect l="0" t="0" r="0" b="0"/>
              <a:pathLst>
                <a:path w="46318" h="786">
                  <a:moveTo>
                    <a:pt x="0" y="786"/>
                  </a:moveTo>
                  <a:lnTo>
                    <a:pt x="4631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4" name="Output_receptor__5453">
              <a:extLst>
                <a:ext uri="{FF2B5EF4-FFF2-40B4-BE49-F238E27FC236}">
                  <a16:creationId xmlns:a16="http://schemas.microsoft.com/office/drawing/2014/main" id="{A834B517-F12F-F3B1-869D-6D5B328101F5}"/>
                </a:ext>
              </a:extLst>
            </p:cNvPr>
            <p:cNvSpPr>
              <a:spLocks noGrp="1"/>
            </p:cNvSpPr>
            <p:nvPr/>
          </p:nvSpPr>
          <p:spPr>
            <a:xfrm>
              <a:off x="15454263" y="3368810"/>
              <a:ext cx="42428" cy="24314"/>
            </a:xfrm>
            <a:custGeom>
              <a:avLst/>
              <a:gdLst/>
              <a:ahLst/>
              <a:cxnLst/>
              <a:rect l="0" t="0" r="0" b="0"/>
              <a:pathLst>
                <a:path w="42428" h="24314">
                  <a:moveTo>
                    <a:pt x="42428" y="0"/>
                  </a:moveTo>
                  <a:lnTo>
                    <a:pt x="0" y="2431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5" name="Output_receptor__5454">
              <a:extLst>
                <a:ext uri="{FF2B5EF4-FFF2-40B4-BE49-F238E27FC236}">
                  <a16:creationId xmlns:a16="http://schemas.microsoft.com/office/drawing/2014/main" id="{FC34D4D4-BDCD-0FC9-06D0-7116B7DACCA9}"/>
                </a:ext>
              </a:extLst>
            </p:cNvPr>
            <p:cNvSpPr>
              <a:spLocks noGrp="1"/>
            </p:cNvSpPr>
            <p:nvPr/>
          </p:nvSpPr>
          <p:spPr>
            <a:xfrm>
              <a:off x="16323682" y="2666965"/>
              <a:ext cx="15300" cy="50272"/>
            </a:xfrm>
            <a:custGeom>
              <a:avLst/>
              <a:gdLst/>
              <a:ahLst/>
              <a:cxnLst/>
              <a:rect l="0" t="0" r="0" b="0"/>
              <a:pathLst>
                <a:path w="15300" h="50272">
                  <a:moveTo>
                    <a:pt x="0" y="50272"/>
                  </a:moveTo>
                  <a:lnTo>
                    <a:pt x="1530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6" name="Output_receptor__5455">
              <a:extLst>
                <a:ext uri="{FF2B5EF4-FFF2-40B4-BE49-F238E27FC236}">
                  <a16:creationId xmlns:a16="http://schemas.microsoft.com/office/drawing/2014/main" id="{B4A290C5-CE1F-AFD6-3143-9059D1E501EA}"/>
                </a:ext>
              </a:extLst>
            </p:cNvPr>
            <p:cNvSpPr>
              <a:spLocks noGrp="1"/>
            </p:cNvSpPr>
            <p:nvPr/>
          </p:nvSpPr>
          <p:spPr>
            <a:xfrm>
              <a:off x="16319676" y="2717238"/>
              <a:ext cx="4007" cy="51437"/>
            </a:xfrm>
            <a:custGeom>
              <a:avLst/>
              <a:gdLst/>
              <a:ahLst/>
              <a:cxnLst/>
              <a:rect l="0" t="0" r="0" b="0"/>
              <a:pathLst>
                <a:path w="4007" h="51437">
                  <a:moveTo>
                    <a:pt x="0" y="51437"/>
                  </a:moveTo>
                  <a:lnTo>
                    <a:pt x="4007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7" name="Output_receptor__5456">
              <a:extLst>
                <a:ext uri="{FF2B5EF4-FFF2-40B4-BE49-F238E27FC236}">
                  <a16:creationId xmlns:a16="http://schemas.microsoft.com/office/drawing/2014/main" id="{31A668FE-15AE-48B4-3F93-D2CD2677D0D9}"/>
                </a:ext>
              </a:extLst>
            </p:cNvPr>
            <p:cNvSpPr>
              <a:spLocks noGrp="1"/>
            </p:cNvSpPr>
            <p:nvPr/>
          </p:nvSpPr>
          <p:spPr>
            <a:xfrm>
              <a:off x="15713286" y="2563802"/>
              <a:ext cx="62294" cy="33058"/>
            </a:xfrm>
            <a:custGeom>
              <a:avLst/>
              <a:gdLst/>
              <a:ahLst/>
              <a:cxnLst/>
              <a:rect l="0" t="0" r="0" b="0"/>
              <a:pathLst>
                <a:path w="62294" h="33058">
                  <a:moveTo>
                    <a:pt x="0" y="33058"/>
                  </a:moveTo>
                  <a:lnTo>
                    <a:pt x="62294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8" name="Output_receptor__5457">
              <a:extLst>
                <a:ext uri="{FF2B5EF4-FFF2-40B4-BE49-F238E27FC236}">
                  <a16:creationId xmlns:a16="http://schemas.microsoft.com/office/drawing/2014/main" id="{B7DEE00E-0693-31F5-3D85-51AE53EB2ACC}"/>
                </a:ext>
              </a:extLst>
            </p:cNvPr>
            <p:cNvSpPr>
              <a:spLocks noGrp="1"/>
            </p:cNvSpPr>
            <p:nvPr/>
          </p:nvSpPr>
          <p:spPr>
            <a:xfrm>
              <a:off x="16255214" y="3602728"/>
              <a:ext cx="69485" cy="4078"/>
            </a:xfrm>
            <a:custGeom>
              <a:avLst/>
              <a:gdLst/>
              <a:ahLst/>
              <a:cxnLst/>
              <a:rect l="0" t="0" r="0" b="0"/>
              <a:pathLst>
                <a:path w="69485" h="4078">
                  <a:moveTo>
                    <a:pt x="0" y="0"/>
                  </a:moveTo>
                  <a:lnTo>
                    <a:pt x="69485" y="407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9" name="Output_receptor__5458">
              <a:extLst>
                <a:ext uri="{FF2B5EF4-FFF2-40B4-BE49-F238E27FC236}">
                  <a16:creationId xmlns:a16="http://schemas.microsoft.com/office/drawing/2014/main" id="{890A7475-0D88-518D-E37B-534CAB3B77E5}"/>
                </a:ext>
              </a:extLst>
            </p:cNvPr>
            <p:cNvSpPr>
              <a:spLocks noGrp="1"/>
            </p:cNvSpPr>
            <p:nvPr/>
          </p:nvSpPr>
          <p:spPr>
            <a:xfrm>
              <a:off x="16177671" y="2475361"/>
              <a:ext cx="9004" cy="67237"/>
            </a:xfrm>
            <a:custGeom>
              <a:avLst/>
              <a:gdLst/>
              <a:ahLst/>
              <a:cxnLst/>
              <a:rect l="0" t="0" r="0" b="0"/>
              <a:pathLst>
                <a:path w="9004" h="67237">
                  <a:moveTo>
                    <a:pt x="9004" y="0"/>
                  </a:moveTo>
                  <a:lnTo>
                    <a:pt x="0" y="6723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0" name="Output_receptor__5459">
              <a:extLst>
                <a:ext uri="{FF2B5EF4-FFF2-40B4-BE49-F238E27FC236}">
                  <a16:creationId xmlns:a16="http://schemas.microsoft.com/office/drawing/2014/main" id="{BF4F34EB-64F1-160A-4826-760FA81A06DF}"/>
                </a:ext>
              </a:extLst>
            </p:cNvPr>
            <p:cNvSpPr>
              <a:spLocks noGrp="1"/>
            </p:cNvSpPr>
            <p:nvPr/>
          </p:nvSpPr>
          <p:spPr>
            <a:xfrm>
              <a:off x="15426170" y="3888170"/>
              <a:ext cx="69064" cy="3567"/>
            </a:xfrm>
            <a:custGeom>
              <a:avLst/>
              <a:gdLst/>
              <a:ahLst/>
              <a:cxnLst/>
              <a:rect l="0" t="0" r="0" b="0"/>
              <a:pathLst>
                <a:path w="69064" h="3567">
                  <a:moveTo>
                    <a:pt x="0" y="3567"/>
                  </a:moveTo>
                  <a:lnTo>
                    <a:pt x="69064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1" name="Output_receptor__5460">
              <a:extLst>
                <a:ext uri="{FF2B5EF4-FFF2-40B4-BE49-F238E27FC236}">
                  <a16:creationId xmlns:a16="http://schemas.microsoft.com/office/drawing/2014/main" id="{6E012194-2093-F75D-A5AA-69201B5FD6AC}"/>
                </a:ext>
              </a:extLst>
            </p:cNvPr>
            <p:cNvSpPr>
              <a:spLocks noGrp="1"/>
            </p:cNvSpPr>
            <p:nvPr/>
          </p:nvSpPr>
          <p:spPr>
            <a:xfrm>
              <a:off x="15648936" y="3065641"/>
              <a:ext cx="33812" cy="34323"/>
            </a:xfrm>
            <a:custGeom>
              <a:avLst/>
              <a:gdLst/>
              <a:ahLst/>
              <a:cxnLst/>
              <a:rect l="0" t="0" r="0" b="0"/>
              <a:pathLst>
                <a:path w="33812" h="34323">
                  <a:moveTo>
                    <a:pt x="33812" y="0"/>
                  </a:moveTo>
                  <a:lnTo>
                    <a:pt x="0" y="34323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2" name="Output_receptor__5461">
              <a:extLst>
                <a:ext uri="{FF2B5EF4-FFF2-40B4-BE49-F238E27FC236}">
                  <a16:creationId xmlns:a16="http://schemas.microsoft.com/office/drawing/2014/main" id="{7C13954E-2F5E-811F-BE7D-5DF9CF53D401}"/>
                </a:ext>
              </a:extLst>
            </p:cNvPr>
            <p:cNvSpPr>
              <a:spLocks noGrp="1"/>
            </p:cNvSpPr>
            <p:nvPr/>
          </p:nvSpPr>
          <p:spPr>
            <a:xfrm>
              <a:off x="15667440" y="3304457"/>
              <a:ext cx="12143" cy="317"/>
            </a:xfrm>
            <a:custGeom>
              <a:avLst/>
              <a:gdLst/>
              <a:ahLst/>
              <a:cxnLst/>
              <a:rect l="0" t="0" r="0" b="0"/>
              <a:pathLst>
                <a:path w="12143" h="317">
                  <a:moveTo>
                    <a:pt x="12143" y="3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3" name="Output_receptor__5462">
              <a:extLst>
                <a:ext uri="{FF2B5EF4-FFF2-40B4-BE49-F238E27FC236}">
                  <a16:creationId xmlns:a16="http://schemas.microsoft.com/office/drawing/2014/main" id="{A063E64D-1519-B9C4-FDC5-C5649032606E}"/>
                </a:ext>
              </a:extLst>
            </p:cNvPr>
            <p:cNvSpPr>
              <a:spLocks noGrp="1"/>
            </p:cNvSpPr>
            <p:nvPr/>
          </p:nvSpPr>
          <p:spPr>
            <a:xfrm>
              <a:off x="16216818" y="3716092"/>
              <a:ext cx="69933" cy="2278"/>
            </a:xfrm>
            <a:custGeom>
              <a:avLst/>
              <a:gdLst/>
              <a:ahLst/>
              <a:cxnLst/>
              <a:rect l="0" t="0" r="0" b="0"/>
              <a:pathLst>
                <a:path w="69933" h="2278">
                  <a:moveTo>
                    <a:pt x="69933" y="2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4" name="Output_receptor__5463">
              <a:extLst>
                <a:ext uri="{FF2B5EF4-FFF2-40B4-BE49-F238E27FC236}">
                  <a16:creationId xmlns:a16="http://schemas.microsoft.com/office/drawing/2014/main" id="{5663688C-0CE2-99AE-C0FE-3D29469855A3}"/>
                </a:ext>
              </a:extLst>
            </p:cNvPr>
            <p:cNvSpPr>
              <a:spLocks noGrp="1"/>
            </p:cNvSpPr>
            <p:nvPr/>
          </p:nvSpPr>
          <p:spPr>
            <a:xfrm>
              <a:off x="15116177" y="2830173"/>
              <a:ext cx="11124" cy="3471"/>
            </a:xfrm>
            <a:custGeom>
              <a:avLst/>
              <a:gdLst/>
              <a:ahLst/>
              <a:cxnLst/>
              <a:rect l="0" t="0" r="0" b="0"/>
              <a:pathLst>
                <a:path w="11124" h="3471">
                  <a:moveTo>
                    <a:pt x="11124" y="0"/>
                  </a:moveTo>
                  <a:lnTo>
                    <a:pt x="0" y="347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5" name="Output_receptor__5464">
              <a:extLst>
                <a:ext uri="{FF2B5EF4-FFF2-40B4-BE49-F238E27FC236}">
                  <a16:creationId xmlns:a16="http://schemas.microsoft.com/office/drawing/2014/main" id="{6E915B44-7681-E17F-F7DE-0C7DEAC19317}"/>
                </a:ext>
              </a:extLst>
            </p:cNvPr>
            <p:cNvSpPr>
              <a:spLocks noGrp="1"/>
            </p:cNvSpPr>
            <p:nvPr/>
          </p:nvSpPr>
          <p:spPr>
            <a:xfrm>
              <a:off x="15054292" y="2901680"/>
              <a:ext cx="61046" cy="21423"/>
            </a:xfrm>
            <a:custGeom>
              <a:avLst/>
              <a:gdLst/>
              <a:ahLst/>
              <a:cxnLst/>
              <a:rect l="0" t="0" r="0" b="0"/>
              <a:pathLst>
                <a:path w="61046" h="21423">
                  <a:moveTo>
                    <a:pt x="61046" y="21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6" name="Output_receptor__5465">
              <a:extLst>
                <a:ext uri="{FF2B5EF4-FFF2-40B4-BE49-F238E27FC236}">
                  <a16:creationId xmlns:a16="http://schemas.microsoft.com/office/drawing/2014/main" id="{88E99538-462B-6D49-2E88-87327D8F36EA}"/>
                </a:ext>
              </a:extLst>
            </p:cNvPr>
            <p:cNvSpPr>
              <a:spLocks noGrp="1"/>
            </p:cNvSpPr>
            <p:nvPr/>
          </p:nvSpPr>
          <p:spPr>
            <a:xfrm>
              <a:off x="15537055" y="3110200"/>
              <a:ext cx="46815" cy="48093"/>
            </a:xfrm>
            <a:custGeom>
              <a:avLst/>
              <a:gdLst/>
              <a:ahLst/>
              <a:cxnLst/>
              <a:rect l="0" t="0" r="0" b="0"/>
              <a:pathLst>
                <a:path w="46815" h="48093">
                  <a:moveTo>
                    <a:pt x="46815" y="0"/>
                  </a:moveTo>
                  <a:lnTo>
                    <a:pt x="0" y="48093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7" name="Output_receptor__5466">
              <a:extLst>
                <a:ext uri="{FF2B5EF4-FFF2-40B4-BE49-F238E27FC236}">
                  <a16:creationId xmlns:a16="http://schemas.microsoft.com/office/drawing/2014/main" id="{6CD4C9DF-1A4D-EEB7-BDF2-7E33BB523C42}"/>
                </a:ext>
              </a:extLst>
            </p:cNvPr>
            <p:cNvSpPr>
              <a:spLocks noGrp="1"/>
            </p:cNvSpPr>
            <p:nvPr/>
          </p:nvSpPr>
          <p:spPr>
            <a:xfrm>
              <a:off x="15900927" y="2766746"/>
              <a:ext cx="43108" cy="13292"/>
            </a:xfrm>
            <a:custGeom>
              <a:avLst/>
              <a:gdLst/>
              <a:ahLst/>
              <a:cxnLst/>
              <a:rect l="0" t="0" r="0" b="0"/>
              <a:pathLst>
                <a:path w="43108" h="13292">
                  <a:moveTo>
                    <a:pt x="43108" y="0"/>
                  </a:moveTo>
                  <a:lnTo>
                    <a:pt x="0" y="1329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8" name="Output_receptor__5467">
              <a:extLst>
                <a:ext uri="{FF2B5EF4-FFF2-40B4-BE49-F238E27FC236}">
                  <a16:creationId xmlns:a16="http://schemas.microsoft.com/office/drawing/2014/main" id="{30CA590C-CBD0-8BEB-ABE1-EA9B09E6FCC5}"/>
                </a:ext>
              </a:extLst>
            </p:cNvPr>
            <p:cNvSpPr>
              <a:spLocks noGrp="1"/>
            </p:cNvSpPr>
            <p:nvPr/>
          </p:nvSpPr>
          <p:spPr>
            <a:xfrm>
              <a:off x="15348912" y="2682792"/>
              <a:ext cx="21891" cy="61655"/>
            </a:xfrm>
            <a:custGeom>
              <a:avLst/>
              <a:gdLst/>
              <a:ahLst/>
              <a:cxnLst/>
              <a:rect l="0" t="0" r="0" b="0"/>
              <a:pathLst>
                <a:path w="21891" h="61655">
                  <a:moveTo>
                    <a:pt x="0" y="0"/>
                  </a:moveTo>
                  <a:lnTo>
                    <a:pt x="21891" y="61655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9" name="Output_receptor__5468">
              <a:extLst>
                <a:ext uri="{FF2B5EF4-FFF2-40B4-BE49-F238E27FC236}">
                  <a16:creationId xmlns:a16="http://schemas.microsoft.com/office/drawing/2014/main" id="{D492CB65-596B-FB05-45FC-9B941C3D57C2}"/>
                </a:ext>
              </a:extLst>
            </p:cNvPr>
            <p:cNvSpPr>
              <a:spLocks noGrp="1"/>
            </p:cNvSpPr>
            <p:nvPr/>
          </p:nvSpPr>
          <p:spPr>
            <a:xfrm>
              <a:off x="15348912" y="2648076"/>
              <a:ext cx="55221" cy="34716"/>
            </a:xfrm>
            <a:custGeom>
              <a:avLst/>
              <a:gdLst/>
              <a:ahLst/>
              <a:cxnLst/>
              <a:rect l="0" t="0" r="0" b="0"/>
              <a:pathLst>
                <a:path w="55221" h="34716">
                  <a:moveTo>
                    <a:pt x="55221" y="0"/>
                  </a:moveTo>
                  <a:lnTo>
                    <a:pt x="0" y="3471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0" name="Output_receptor__5469">
              <a:extLst>
                <a:ext uri="{FF2B5EF4-FFF2-40B4-BE49-F238E27FC236}">
                  <a16:creationId xmlns:a16="http://schemas.microsoft.com/office/drawing/2014/main" id="{D2A06BBB-D872-ECB3-8DBC-8C7136BD4C16}"/>
                </a:ext>
              </a:extLst>
            </p:cNvPr>
            <p:cNvSpPr>
              <a:spLocks noGrp="1"/>
            </p:cNvSpPr>
            <p:nvPr/>
          </p:nvSpPr>
          <p:spPr>
            <a:xfrm>
              <a:off x="15370803" y="2737802"/>
              <a:ext cx="67069" cy="6646"/>
            </a:xfrm>
            <a:custGeom>
              <a:avLst/>
              <a:gdLst/>
              <a:ahLst/>
              <a:cxnLst/>
              <a:rect l="0" t="0" r="0" b="0"/>
              <a:pathLst>
                <a:path w="67069" h="6646">
                  <a:moveTo>
                    <a:pt x="0" y="6646"/>
                  </a:moveTo>
                  <a:lnTo>
                    <a:pt x="67069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1" name="Output_receptor__5470">
              <a:extLst>
                <a:ext uri="{FF2B5EF4-FFF2-40B4-BE49-F238E27FC236}">
                  <a16:creationId xmlns:a16="http://schemas.microsoft.com/office/drawing/2014/main" id="{E524AF55-32D2-CEB1-DCCB-026E8453239D}"/>
                </a:ext>
              </a:extLst>
            </p:cNvPr>
            <p:cNvSpPr>
              <a:spLocks noGrp="1"/>
            </p:cNvSpPr>
            <p:nvPr/>
          </p:nvSpPr>
          <p:spPr>
            <a:xfrm>
              <a:off x="16381052" y="2617024"/>
              <a:ext cx="59503" cy="570"/>
            </a:xfrm>
            <a:custGeom>
              <a:avLst/>
              <a:gdLst/>
              <a:ahLst/>
              <a:cxnLst/>
              <a:rect l="0" t="0" r="0" b="0"/>
              <a:pathLst>
                <a:path w="59503" h="570">
                  <a:moveTo>
                    <a:pt x="59503" y="0"/>
                  </a:moveTo>
                  <a:lnTo>
                    <a:pt x="0" y="57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2" name="Output_receptor__5471">
              <a:extLst>
                <a:ext uri="{FF2B5EF4-FFF2-40B4-BE49-F238E27FC236}">
                  <a16:creationId xmlns:a16="http://schemas.microsoft.com/office/drawing/2014/main" id="{7577AB75-0A2A-DCB0-DA54-F217E210EA0A}"/>
                </a:ext>
              </a:extLst>
            </p:cNvPr>
            <p:cNvSpPr>
              <a:spLocks noGrp="1"/>
            </p:cNvSpPr>
            <p:nvPr/>
          </p:nvSpPr>
          <p:spPr>
            <a:xfrm>
              <a:off x="15407831" y="3140925"/>
              <a:ext cx="32216" cy="63984"/>
            </a:xfrm>
            <a:custGeom>
              <a:avLst/>
              <a:gdLst/>
              <a:ahLst/>
              <a:cxnLst/>
              <a:rect l="0" t="0" r="0" b="0"/>
              <a:pathLst>
                <a:path w="32216" h="63984">
                  <a:moveTo>
                    <a:pt x="0" y="63984"/>
                  </a:moveTo>
                  <a:lnTo>
                    <a:pt x="32216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3" name="Output_receptor__5472">
              <a:extLst>
                <a:ext uri="{FF2B5EF4-FFF2-40B4-BE49-F238E27FC236}">
                  <a16:creationId xmlns:a16="http://schemas.microsoft.com/office/drawing/2014/main" id="{C1602806-90BE-6A2B-B740-8C2B24E47B85}"/>
                </a:ext>
              </a:extLst>
            </p:cNvPr>
            <p:cNvSpPr>
              <a:spLocks noGrp="1"/>
            </p:cNvSpPr>
            <p:nvPr/>
          </p:nvSpPr>
          <p:spPr>
            <a:xfrm>
              <a:off x="16375183" y="3273601"/>
              <a:ext cx="19046" cy="33056"/>
            </a:xfrm>
            <a:custGeom>
              <a:avLst/>
              <a:gdLst/>
              <a:ahLst/>
              <a:cxnLst/>
              <a:rect l="0" t="0" r="0" b="0"/>
              <a:pathLst>
                <a:path w="19046" h="33056">
                  <a:moveTo>
                    <a:pt x="0" y="0"/>
                  </a:moveTo>
                  <a:lnTo>
                    <a:pt x="19046" y="3305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4" name="Output_receptor__5473">
              <a:extLst>
                <a:ext uri="{FF2B5EF4-FFF2-40B4-BE49-F238E27FC236}">
                  <a16:creationId xmlns:a16="http://schemas.microsoft.com/office/drawing/2014/main" id="{AFEA99D0-CE17-D509-5F38-395DA5E6F462}"/>
                </a:ext>
              </a:extLst>
            </p:cNvPr>
            <p:cNvSpPr>
              <a:spLocks noGrp="1"/>
            </p:cNvSpPr>
            <p:nvPr/>
          </p:nvSpPr>
          <p:spPr>
            <a:xfrm>
              <a:off x="15364124" y="3888471"/>
              <a:ext cx="62046" cy="3266"/>
            </a:xfrm>
            <a:custGeom>
              <a:avLst/>
              <a:gdLst/>
              <a:ahLst/>
              <a:cxnLst/>
              <a:rect l="0" t="0" r="0" b="0"/>
              <a:pathLst>
                <a:path w="62046" h="3266">
                  <a:moveTo>
                    <a:pt x="0" y="0"/>
                  </a:moveTo>
                  <a:lnTo>
                    <a:pt x="62046" y="326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5" name="Output_receptor__5474">
              <a:extLst>
                <a:ext uri="{FF2B5EF4-FFF2-40B4-BE49-F238E27FC236}">
                  <a16:creationId xmlns:a16="http://schemas.microsoft.com/office/drawing/2014/main" id="{4B316DB0-4CE0-E3C1-6523-982B04FC6941}"/>
                </a:ext>
              </a:extLst>
            </p:cNvPr>
            <p:cNvSpPr>
              <a:spLocks noGrp="1"/>
            </p:cNvSpPr>
            <p:nvPr/>
          </p:nvSpPr>
          <p:spPr>
            <a:xfrm>
              <a:off x="16328540" y="3384025"/>
              <a:ext cx="43883" cy="57389"/>
            </a:xfrm>
            <a:custGeom>
              <a:avLst/>
              <a:gdLst/>
              <a:ahLst/>
              <a:cxnLst/>
              <a:rect l="0" t="0" r="0" b="0"/>
              <a:pathLst>
                <a:path w="43883" h="57389">
                  <a:moveTo>
                    <a:pt x="43883" y="0"/>
                  </a:moveTo>
                  <a:lnTo>
                    <a:pt x="0" y="5738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6" name="Output_receptor__5475">
              <a:extLst>
                <a:ext uri="{FF2B5EF4-FFF2-40B4-BE49-F238E27FC236}">
                  <a16:creationId xmlns:a16="http://schemas.microsoft.com/office/drawing/2014/main" id="{862C5B08-84AC-C4AD-AF3F-BA2FCCDEA312}"/>
                </a:ext>
              </a:extLst>
            </p:cNvPr>
            <p:cNvSpPr>
              <a:spLocks noGrp="1"/>
            </p:cNvSpPr>
            <p:nvPr/>
          </p:nvSpPr>
          <p:spPr>
            <a:xfrm>
              <a:off x="15175730" y="3004127"/>
              <a:ext cx="18544" cy="61863"/>
            </a:xfrm>
            <a:custGeom>
              <a:avLst/>
              <a:gdLst/>
              <a:ahLst/>
              <a:cxnLst/>
              <a:rect l="0" t="0" r="0" b="0"/>
              <a:pathLst>
                <a:path w="18544" h="61863">
                  <a:moveTo>
                    <a:pt x="0" y="0"/>
                  </a:moveTo>
                  <a:lnTo>
                    <a:pt x="18544" y="6186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7" name="Output_receptor__5476">
              <a:extLst>
                <a:ext uri="{FF2B5EF4-FFF2-40B4-BE49-F238E27FC236}">
                  <a16:creationId xmlns:a16="http://schemas.microsoft.com/office/drawing/2014/main" id="{81902A39-2C74-CA99-70EC-61BDB77582A5}"/>
                </a:ext>
              </a:extLst>
            </p:cNvPr>
            <p:cNvSpPr>
              <a:spLocks noGrp="1"/>
            </p:cNvSpPr>
            <p:nvPr/>
          </p:nvSpPr>
          <p:spPr>
            <a:xfrm>
              <a:off x="16286751" y="3718370"/>
              <a:ext cx="2743" cy="72320"/>
            </a:xfrm>
            <a:custGeom>
              <a:avLst/>
              <a:gdLst/>
              <a:ahLst/>
              <a:cxnLst/>
              <a:rect l="0" t="0" r="0" b="0"/>
              <a:pathLst>
                <a:path w="2743" h="72320">
                  <a:moveTo>
                    <a:pt x="2743" y="72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8" name="Output_receptor__5477">
              <a:extLst>
                <a:ext uri="{FF2B5EF4-FFF2-40B4-BE49-F238E27FC236}">
                  <a16:creationId xmlns:a16="http://schemas.microsoft.com/office/drawing/2014/main" id="{D96EF7B9-FCFC-CAEE-7E2B-2D8FD21624D7}"/>
                </a:ext>
              </a:extLst>
            </p:cNvPr>
            <p:cNvSpPr>
              <a:spLocks noGrp="1"/>
            </p:cNvSpPr>
            <p:nvPr/>
          </p:nvSpPr>
          <p:spPr>
            <a:xfrm>
              <a:off x="15495234" y="3846075"/>
              <a:ext cx="57928" cy="42095"/>
            </a:xfrm>
            <a:custGeom>
              <a:avLst/>
              <a:gdLst/>
              <a:ahLst/>
              <a:cxnLst/>
              <a:rect l="0" t="0" r="0" b="0"/>
              <a:pathLst>
                <a:path w="57928" h="42095">
                  <a:moveTo>
                    <a:pt x="0" y="42095"/>
                  </a:moveTo>
                  <a:lnTo>
                    <a:pt x="5792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9" name="Output_receptor__5478">
              <a:extLst>
                <a:ext uri="{FF2B5EF4-FFF2-40B4-BE49-F238E27FC236}">
                  <a16:creationId xmlns:a16="http://schemas.microsoft.com/office/drawing/2014/main" id="{6F02D9BA-C1B0-2F19-00AF-D8FBD5D06C51}"/>
                </a:ext>
              </a:extLst>
            </p:cNvPr>
            <p:cNvSpPr>
              <a:spLocks noGrp="1"/>
            </p:cNvSpPr>
            <p:nvPr/>
          </p:nvSpPr>
          <p:spPr>
            <a:xfrm>
              <a:off x="16060639" y="3404567"/>
              <a:ext cx="6511" cy="30797"/>
            </a:xfrm>
            <a:custGeom>
              <a:avLst/>
              <a:gdLst/>
              <a:ahLst/>
              <a:cxnLst/>
              <a:rect l="0" t="0" r="0" b="0"/>
              <a:pathLst>
                <a:path w="6511" h="30797">
                  <a:moveTo>
                    <a:pt x="0" y="0"/>
                  </a:moveTo>
                  <a:lnTo>
                    <a:pt x="6511" y="3079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0" name="Output_receptor__5479">
              <a:extLst>
                <a:ext uri="{FF2B5EF4-FFF2-40B4-BE49-F238E27FC236}">
                  <a16:creationId xmlns:a16="http://schemas.microsoft.com/office/drawing/2014/main" id="{970A7A82-3FF0-DFFC-AA99-4B10858799F5}"/>
                </a:ext>
              </a:extLst>
            </p:cNvPr>
            <p:cNvSpPr>
              <a:spLocks noGrp="1"/>
            </p:cNvSpPr>
            <p:nvPr/>
          </p:nvSpPr>
          <p:spPr>
            <a:xfrm>
              <a:off x="16129461" y="3599144"/>
              <a:ext cx="15375" cy="20979"/>
            </a:xfrm>
            <a:custGeom>
              <a:avLst/>
              <a:gdLst/>
              <a:ahLst/>
              <a:cxnLst/>
              <a:rect l="0" t="0" r="0" b="0"/>
              <a:pathLst>
                <a:path w="15375" h="20979">
                  <a:moveTo>
                    <a:pt x="15375" y="0"/>
                  </a:moveTo>
                  <a:lnTo>
                    <a:pt x="0" y="209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1" name="Output_receptor__5480">
              <a:extLst>
                <a:ext uri="{FF2B5EF4-FFF2-40B4-BE49-F238E27FC236}">
                  <a16:creationId xmlns:a16="http://schemas.microsoft.com/office/drawing/2014/main" id="{1010D764-3D33-8688-230D-7FE81F410ABF}"/>
                </a:ext>
              </a:extLst>
            </p:cNvPr>
            <p:cNvSpPr>
              <a:spLocks noGrp="1"/>
            </p:cNvSpPr>
            <p:nvPr/>
          </p:nvSpPr>
          <p:spPr>
            <a:xfrm>
              <a:off x="15442789" y="3748398"/>
              <a:ext cx="42883" cy="58450"/>
            </a:xfrm>
            <a:custGeom>
              <a:avLst/>
              <a:gdLst/>
              <a:ahLst/>
              <a:cxnLst/>
              <a:rect l="0" t="0" r="0" b="0"/>
              <a:pathLst>
                <a:path w="42883" h="58450">
                  <a:moveTo>
                    <a:pt x="42883" y="0"/>
                  </a:moveTo>
                  <a:lnTo>
                    <a:pt x="0" y="5845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2" name="Output_receptor__5481">
              <a:extLst>
                <a:ext uri="{FF2B5EF4-FFF2-40B4-BE49-F238E27FC236}">
                  <a16:creationId xmlns:a16="http://schemas.microsoft.com/office/drawing/2014/main" id="{A5E58F3D-DA6C-03C9-F305-C6C4488BA50E}"/>
                </a:ext>
              </a:extLst>
            </p:cNvPr>
            <p:cNvSpPr>
              <a:spLocks noGrp="1"/>
            </p:cNvSpPr>
            <p:nvPr/>
          </p:nvSpPr>
          <p:spPr>
            <a:xfrm>
              <a:off x="15429519" y="3703530"/>
              <a:ext cx="56153" cy="44868"/>
            </a:xfrm>
            <a:custGeom>
              <a:avLst/>
              <a:gdLst/>
              <a:ahLst/>
              <a:cxnLst/>
              <a:rect l="0" t="0" r="0" b="0"/>
              <a:pathLst>
                <a:path w="56153" h="44868">
                  <a:moveTo>
                    <a:pt x="0" y="0"/>
                  </a:moveTo>
                  <a:lnTo>
                    <a:pt x="56153" y="44868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3" name="Output_receptor__5482">
              <a:extLst>
                <a:ext uri="{FF2B5EF4-FFF2-40B4-BE49-F238E27FC236}">
                  <a16:creationId xmlns:a16="http://schemas.microsoft.com/office/drawing/2014/main" id="{4F02878B-1D4D-304B-2CFF-F1F7DCCDE761}"/>
                </a:ext>
              </a:extLst>
            </p:cNvPr>
            <p:cNvSpPr>
              <a:spLocks noGrp="1"/>
            </p:cNvSpPr>
            <p:nvPr/>
          </p:nvSpPr>
          <p:spPr>
            <a:xfrm>
              <a:off x="15743721" y="3534492"/>
              <a:ext cx="57972" cy="37350"/>
            </a:xfrm>
            <a:custGeom>
              <a:avLst/>
              <a:gdLst/>
              <a:ahLst/>
              <a:cxnLst/>
              <a:rect l="0" t="0" r="0" b="0"/>
              <a:pathLst>
                <a:path w="57972" h="37350">
                  <a:moveTo>
                    <a:pt x="0" y="37350"/>
                  </a:moveTo>
                  <a:lnTo>
                    <a:pt x="5797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4" name="Output_receptor__5483">
              <a:extLst>
                <a:ext uri="{FF2B5EF4-FFF2-40B4-BE49-F238E27FC236}">
                  <a16:creationId xmlns:a16="http://schemas.microsoft.com/office/drawing/2014/main" id="{D4CF2D4B-4F73-F19D-2C22-77150775A620}"/>
                </a:ext>
              </a:extLst>
            </p:cNvPr>
            <p:cNvSpPr>
              <a:spLocks noGrp="1"/>
            </p:cNvSpPr>
            <p:nvPr/>
          </p:nvSpPr>
          <p:spPr>
            <a:xfrm>
              <a:off x="15682747" y="3065641"/>
              <a:ext cx="62816" cy="15979"/>
            </a:xfrm>
            <a:custGeom>
              <a:avLst/>
              <a:gdLst/>
              <a:ahLst/>
              <a:cxnLst/>
              <a:rect l="0" t="0" r="0" b="0"/>
              <a:pathLst>
                <a:path w="62816" h="15979">
                  <a:moveTo>
                    <a:pt x="62816" y="159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5" name="Output_receptor__5484">
              <a:extLst>
                <a:ext uri="{FF2B5EF4-FFF2-40B4-BE49-F238E27FC236}">
                  <a16:creationId xmlns:a16="http://schemas.microsoft.com/office/drawing/2014/main" id="{BE32E92B-59FF-D7DE-931A-12FD307056F1}"/>
                </a:ext>
              </a:extLst>
            </p:cNvPr>
            <p:cNvSpPr>
              <a:spLocks noGrp="1"/>
            </p:cNvSpPr>
            <p:nvPr/>
          </p:nvSpPr>
          <p:spPr>
            <a:xfrm>
              <a:off x="16186676" y="2436826"/>
              <a:ext cx="60877" cy="38535"/>
            </a:xfrm>
            <a:custGeom>
              <a:avLst/>
              <a:gdLst/>
              <a:ahLst/>
              <a:cxnLst/>
              <a:rect l="0" t="0" r="0" b="0"/>
              <a:pathLst>
                <a:path w="60877" h="38535">
                  <a:moveTo>
                    <a:pt x="60877" y="0"/>
                  </a:moveTo>
                  <a:lnTo>
                    <a:pt x="0" y="3853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6" name="Output_receptor__5485">
              <a:extLst>
                <a:ext uri="{FF2B5EF4-FFF2-40B4-BE49-F238E27FC236}">
                  <a16:creationId xmlns:a16="http://schemas.microsoft.com/office/drawing/2014/main" id="{D9EC042B-71F1-C7F0-112E-9D8FADE9F803}"/>
                </a:ext>
              </a:extLst>
            </p:cNvPr>
            <p:cNvSpPr>
              <a:spLocks noGrp="1"/>
            </p:cNvSpPr>
            <p:nvPr/>
          </p:nvSpPr>
          <p:spPr>
            <a:xfrm>
              <a:off x="15807324" y="2791263"/>
              <a:ext cx="25247" cy="49948"/>
            </a:xfrm>
            <a:custGeom>
              <a:avLst/>
              <a:gdLst/>
              <a:ahLst/>
              <a:cxnLst/>
              <a:rect l="0" t="0" r="0" b="0"/>
              <a:pathLst>
                <a:path w="25247" h="49948">
                  <a:moveTo>
                    <a:pt x="25247" y="0"/>
                  </a:moveTo>
                  <a:lnTo>
                    <a:pt x="0" y="4994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7" name="Output_receptor__5486">
              <a:extLst>
                <a:ext uri="{FF2B5EF4-FFF2-40B4-BE49-F238E27FC236}">
                  <a16:creationId xmlns:a16="http://schemas.microsoft.com/office/drawing/2014/main" id="{1B85BCAA-4D14-1606-061B-B9F8C9F793B7}"/>
                </a:ext>
              </a:extLst>
            </p:cNvPr>
            <p:cNvSpPr>
              <a:spLocks noGrp="1"/>
            </p:cNvSpPr>
            <p:nvPr/>
          </p:nvSpPr>
          <p:spPr>
            <a:xfrm>
              <a:off x="15971846" y="2491865"/>
              <a:ext cx="63606" cy="10796"/>
            </a:xfrm>
            <a:custGeom>
              <a:avLst/>
              <a:gdLst/>
              <a:ahLst/>
              <a:cxnLst/>
              <a:rect l="0" t="0" r="0" b="0"/>
              <a:pathLst>
                <a:path w="63606" h="10796">
                  <a:moveTo>
                    <a:pt x="63606" y="107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8" name="Output_receptor__5487">
              <a:extLst>
                <a:ext uri="{FF2B5EF4-FFF2-40B4-BE49-F238E27FC236}">
                  <a16:creationId xmlns:a16="http://schemas.microsoft.com/office/drawing/2014/main" id="{6BD6110D-8C34-9FCA-B579-55FCA329A526}"/>
                </a:ext>
              </a:extLst>
            </p:cNvPr>
            <p:cNvSpPr>
              <a:spLocks noGrp="1"/>
            </p:cNvSpPr>
            <p:nvPr/>
          </p:nvSpPr>
          <p:spPr>
            <a:xfrm>
              <a:off x="16226428" y="2730939"/>
              <a:ext cx="2641" cy="70325"/>
            </a:xfrm>
            <a:custGeom>
              <a:avLst/>
              <a:gdLst/>
              <a:ahLst/>
              <a:cxnLst/>
              <a:rect l="0" t="0" r="0" b="0"/>
              <a:pathLst>
                <a:path w="2641" h="70325">
                  <a:moveTo>
                    <a:pt x="0" y="70325"/>
                  </a:moveTo>
                  <a:lnTo>
                    <a:pt x="2641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9" name="Output_receptor__5488">
              <a:extLst>
                <a:ext uri="{FF2B5EF4-FFF2-40B4-BE49-F238E27FC236}">
                  <a16:creationId xmlns:a16="http://schemas.microsoft.com/office/drawing/2014/main" id="{A4F129F4-B55D-CB81-0ED8-CBC269036A3E}"/>
                </a:ext>
              </a:extLst>
            </p:cNvPr>
            <p:cNvSpPr>
              <a:spLocks noGrp="1"/>
            </p:cNvSpPr>
            <p:nvPr/>
          </p:nvSpPr>
          <p:spPr>
            <a:xfrm>
              <a:off x="15807324" y="2841211"/>
              <a:ext cx="95" cy="52407"/>
            </a:xfrm>
            <a:custGeom>
              <a:avLst/>
              <a:gdLst/>
              <a:ahLst/>
              <a:cxnLst/>
              <a:rect l="0" t="0" r="0" b="0"/>
              <a:pathLst>
                <a:path w="95" h="52407">
                  <a:moveTo>
                    <a:pt x="0" y="0"/>
                  </a:moveTo>
                  <a:lnTo>
                    <a:pt x="32" y="5240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0" name="Output_receptor__5489">
              <a:extLst>
                <a:ext uri="{FF2B5EF4-FFF2-40B4-BE49-F238E27FC236}">
                  <a16:creationId xmlns:a16="http://schemas.microsoft.com/office/drawing/2014/main" id="{4883F9BB-0FBC-07AA-C933-3E3A0F43E26B}"/>
                </a:ext>
              </a:extLst>
            </p:cNvPr>
            <p:cNvSpPr>
              <a:spLocks noGrp="1"/>
            </p:cNvSpPr>
            <p:nvPr/>
          </p:nvSpPr>
          <p:spPr>
            <a:xfrm>
              <a:off x="15023899" y="2970051"/>
              <a:ext cx="1683" cy="27926"/>
            </a:xfrm>
            <a:custGeom>
              <a:avLst/>
              <a:gdLst/>
              <a:ahLst/>
              <a:cxnLst/>
              <a:rect l="0" t="0" r="0" b="0"/>
              <a:pathLst>
                <a:path w="1683" h="27926">
                  <a:moveTo>
                    <a:pt x="0" y="27926"/>
                  </a:moveTo>
                  <a:lnTo>
                    <a:pt x="1683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1" name="Output_receptor__5490">
              <a:extLst>
                <a:ext uri="{FF2B5EF4-FFF2-40B4-BE49-F238E27FC236}">
                  <a16:creationId xmlns:a16="http://schemas.microsoft.com/office/drawing/2014/main" id="{168DB961-1ADD-FFEE-2929-07D0FEB9A199}"/>
                </a:ext>
              </a:extLst>
            </p:cNvPr>
            <p:cNvSpPr>
              <a:spLocks noGrp="1"/>
            </p:cNvSpPr>
            <p:nvPr/>
          </p:nvSpPr>
          <p:spPr>
            <a:xfrm>
              <a:off x="15507889" y="3158293"/>
              <a:ext cx="29166" cy="40429"/>
            </a:xfrm>
            <a:custGeom>
              <a:avLst/>
              <a:gdLst/>
              <a:ahLst/>
              <a:cxnLst/>
              <a:rect l="0" t="0" r="0" b="0"/>
              <a:pathLst>
                <a:path w="29166" h="40429">
                  <a:moveTo>
                    <a:pt x="29166" y="0"/>
                  </a:moveTo>
                  <a:lnTo>
                    <a:pt x="0" y="4042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2" name="Output_receptor__5491">
              <a:extLst>
                <a:ext uri="{FF2B5EF4-FFF2-40B4-BE49-F238E27FC236}">
                  <a16:creationId xmlns:a16="http://schemas.microsoft.com/office/drawing/2014/main" id="{23E53EE6-3A19-069B-2EF6-A9E1588B19F1}"/>
                </a:ext>
              </a:extLst>
            </p:cNvPr>
            <p:cNvSpPr>
              <a:spLocks noGrp="1"/>
            </p:cNvSpPr>
            <p:nvPr/>
          </p:nvSpPr>
          <p:spPr>
            <a:xfrm>
              <a:off x="15590080" y="2558233"/>
              <a:ext cx="10556" cy="35607"/>
            </a:xfrm>
            <a:custGeom>
              <a:avLst/>
              <a:gdLst/>
              <a:ahLst/>
              <a:cxnLst/>
              <a:rect l="0" t="0" r="0" b="0"/>
              <a:pathLst>
                <a:path w="10556" h="35607">
                  <a:moveTo>
                    <a:pt x="0" y="35607"/>
                  </a:moveTo>
                  <a:lnTo>
                    <a:pt x="10556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3" name="Output_receptor__5492">
              <a:extLst>
                <a:ext uri="{FF2B5EF4-FFF2-40B4-BE49-F238E27FC236}">
                  <a16:creationId xmlns:a16="http://schemas.microsoft.com/office/drawing/2014/main" id="{84EA54AF-F8E9-07D3-DC3C-17272157747E}"/>
                </a:ext>
              </a:extLst>
            </p:cNvPr>
            <p:cNvSpPr>
              <a:spLocks noGrp="1"/>
            </p:cNvSpPr>
            <p:nvPr/>
          </p:nvSpPr>
          <p:spPr>
            <a:xfrm>
              <a:off x="15437872" y="2734462"/>
              <a:ext cx="53808" cy="3340"/>
            </a:xfrm>
            <a:custGeom>
              <a:avLst/>
              <a:gdLst/>
              <a:ahLst/>
              <a:cxnLst/>
              <a:rect l="0" t="0" r="0" b="0"/>
              <a:pathLst>
                <a:path w="53808" h="3340">
                  <a:moveTo>
                    <a:pt x="0" y="3340"/>
                  </a:moveTo>
                  <a:lnTo>
                    <a:pt x="53808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4" name="Output_receptor__5493">
              <a:extLst>
                <a:ext uri="{FF2B5EF4-FFF2-40B4-BE49-F238E27FC236}">
                  <a16:creationId xmlns:a16="http://schemas.microsoft.com/office/drawing/2014/main" id="{7E3E3394-C203-E4F5-2C16-A98D9018AF79}"/>
                </a:ext>
              </a:extLst>
            </p:cNvPr>
            <p:cNvSpPr>
              <a:spLocks noGrp="1"/>
            </p:cNvSpPr>
            <p:nvPr/>
          </p:nvSpPr>
          <p:spPr>
            <a:xfrm>
              <a:off x="16062065" y="2277473"/>
              <a:ext cx="12282" cy="71141"/>
            </a:xfrm>
            <a:custGeom>
              <a:avLst/>
              <a:gdLst/>
              <a:ahLst/>
              <a:cxnLst/>
              <a:rect l="0" t="0" r="0" b="0"/>
              <a:pathLst>
                <a:path w="12282" h="71141">
                  <a:moveTo>
                    <a:pt x="0" y="71141"/>
                  </a:moveTo>
                  <a:lnTo>
                    <a:pt x="1228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5" name="Output_receptor__5494">
              <a:extLst>
                <a:ext uri="{FF2B5EF4-FFF2-40B4-BE49-F238E27FC236}">
                  <a16:creationId xmlns:a16="http://schemas.microsoft.com/office/drawing/2014/main" id="{B8BE0720-8DD6-B7E3-6744-F14FDB5E4F85}"/>
                </a:ext>
              </a:extLst>
            </p:cNvPr>
            <p:cNvSpPr>
              <a:spLocks noGrp="1"/>
            </p:cNvSpPr>
            <p:nvPr/>
          </p:nvSpPr>
          <p:spPr>
            <a:xfrm>
              <a:off x="15983519" y="3318434"/>
              <a:ext cx="69047" cy="3260"/>
            </a:xfrm>
            <a:custGeom>
              <a:avLst/>
              <a:gdLst/>
              <a:ahLst/>
              <a:cxnLst/>
              <a:rect l="0" t="0" r="0" b="0"/>
              <a:pathLst>
                <a:path w="69047" h="3260">
                  <a:moveTo>
                    <a:pt x="0" y="3260"/>
                  </a:moveTo>
                  <a:lnTo>
                    <a:pt x="69047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6" name="Output_receptor__5495">
              <a:extLst>
                <a:ext uri="{FF2B5EF4-FFF2-40B4-BE49-F238E27FC236}">
                  <a16:creationId xmlns:a16="http://schemas.microsoft.com/office/drawing/2014/main" id="{B0F378F4-5DA5-2B8A-43CE-846008954EA4}"/>
                </a:ext>
              </a:extLst>
            </p:cNvPr>
            <p:cNvSpPr>
              <a:spLocks noGrp="1"/>
            </p:cNvSpPr>
            <p:nvPr/>
          </p:nvSpPr>
          <p:spPr>
            <a:xfrm>
              <a:off x="15944035" y="2766746"/>
              <a:ext cx="45505" cy="49015"/>
            </a:xfrm>
            <a:custGeom>
              <a:avLst/>
              <a:gdLst/>
              <a:ahLst/>
              <a:cxnLst/>
              <a:rect l="0" t="0" r="0" b="0"/>
              <a:pathLst>
                <a:path w="45505" h="49015">
                  <a:moveTo>
                    <a:pt x="45505" y="49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7" name="Output_receptor__5496">
              <a:extLst>
                <a:ext uri="{FF2B5EF4-FFF2-40B4-BE49-F238E27FC236}">
                  <a16:creationId xmlns:a16="http://schemas.microsoft.com/office/drawing/2014/main" id="{894E1D2C-3C1B-FD2B-C234-79FD8F24D907}"/>
                </a:ext>
              </a:extLst>
            </p:cNvPr>
            <p:cNvSpPr>
              <a:spLocks noGrp="1"/>
            </p:cNvSpPr>
            <p:nvPr/>
          </p:nvSpPr>
          <p:spPr>
            <a:xfrm>
              <a:off x="15575014" y="3037746"/>
              <a:ext cx="8856" cy="72454"/>
            </a:xfrm>
            <a:custGeom>
              <a:avLst/>
              <a:gdLst/>
              <a:ahLst/>
              <a:cxnLst/>
              <a:rect l="0" t="0" r="0" b="0"/>
              <a:pathLst>
                <a:path w="8856" h="72454">
                  <a:moveTo>
                    <a:pt x="0" y="0"/>
                  </a:moveTo>
                  <a:lnTo>
                    <a:pt x="8856" y="7245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8" name="Output_receptor__5497">
              <a:extLst>
                <a:ext uri="{FF2B5EF4-FFF2-40B4-BE49-F238E27FC236}">
                  <a16:creationId xmlns:a16="http://schemas.microsoft.com/office/drawing/2014/main" id="{ABCB8672-70A6-BFD2-1193-14F4FD3E6017}"/>
                </a:ext>
              </a:extLst>
            </p:cNvPr>
            <p:cNvSpPr>
              <a:spLocks noGrp="1"/>
            </p:cNvSpPr>
            <p:nvPr/>
          </p:nvSpPr>
          <p:spPr>
            <a:xfrm>
              <a:off x="15099084" y="3060502"/>
              <a:ext cx="17037" cy="16401"/>
            </a:xfrm>
            <a:custGeom>
              <a:avLst/>
              <a:gdLst/>
              <a:ahLst/>
              <a:cxnLst/>
              <a:rect l="0" t="0" r="0" b="0"/>
              <a:pathLst>
                <a:path w="17037" h="16401">
                  <a:moveTo>
                    <a:pt x="17037" y="0"/>
                  </a:moveTo>
                  <a:lnTo>
                    <a:pt x="0" y="1640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9" name="Output_receptor__5498">
              <a:extLst>
                <a:ext uri="{FF2B5EF4-FFF2-40B4-BE49-F238E27FC236}">
                  <a16:creationId xmlns:a16="http://schemas.microsoft.com/office/drawing/2014/main" id="{2E3B4D7C-CC65-6D81-5CA8-3AA0831E1CEB}"/>
                </a:ext>
              </a:extLst>
            </p:cNvPr>
            <p:cNvSpPr>
              <a:spLocks noGrp="1"/>
            </p:cNvSpPr>
            <p:nvPr/>
          </p:nvSpPr>
          <p:spPr>
            <a:xfrm>
              <a:off x="16195508" y="3716092"/>
              <a:ext cx="21311" cy="40445"/>
            </a:xfrm>
            <a:custGeom>
              <a:avLst/>
              <a:gdLst/>
              <a:ahLst/>
              <a:cxnLst/>
              <a:rect l="0" t="0" r="0" b="0"/>
              <a:pathLst>
                <a:path w="21311" h="40445">
                  <a:moveTo>
                    <a:pt x="21311" y="0"/>
                  </a:moveTo>
                  <a:lnTo>
                    <a:pt x="0" y="40445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00" name="Output_receptor__5499">
              <a:extLst>
                <a:ext uri="{FF2B5EF4-FFF2-40B4-BE49-F238E27FC236}">
                  <a16:creationId xmlns:a16="http://schemas.microsoft.com/office/drawing/2014/main" id="{E3242DE8-8BD8-BA51-28C6-C2EB7BFFDEE2}"/>
                </a:ext>
              </a:extLst>
            </p:cNvPr>
            <p:cNvSpPr>
              <a:spLocks noGrp="1"/>
            </p:cNvSpPr>
            <p:nvPr/>
          </p:nvSpPr>
          <p:spPr>
            <a:xfrm>
              <a:off x="15623582" y="3548418"/>
              <a:ext cx="1601" cy="9016"/>
            </a:xfrm>
            <a:custGeom>
              <a:avLst/>
              <a:gdLst/>
              <a:ahLst/>
              <a:cxnLst/>
              <a:rect l="0" t="0" r="0" b="0"/>
              <a:pathLst>
                <a:path w="1601" h="9016">
                  <a:moveTo>
                    <a:pt x="1601" y="0"/>
                  </a:moveTo>
                  <a:lnTo>
                    <a:pt x="0" y="901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01" name="Output_receptor__5500">
              <a:extLst>
                <a:ext uri="{FF2B5EF4-FFF2-40B4-BE49-F238E27FC236}">
                  <a16:creationId xmlns:a16="http://schemas.microsoft.com/office/drawing/2014/main" id="{BA02BD07-E9A8-85C2-F187-B010BACFD567}"/>
                </a:ext>
              </a:extLst>
            </p:cNvPr>
            <p:cNvSpPr>
              <a:spLocks noGrp="1"/>
            </p:cNvSpPr>
            <p:nvPr/>
          </p:nvSpPr>
          <p:spPr>
            <a:xfrm>
              <a:off x="15954015" y="2332827"/>
              <a:ext cx="20042" cy="54829"/>
            </a:xfrm>
            <a:custGeom>
              <a:avLst/>
              <a:gdLst/>
              <a:ahLst/>
              <a:cxnLst/>
              <a:rect l="0" t="0" r="0" b="0"/>
              <a:pathLst>
                <a:path w="20042" h="54829">
                  <a:moveTo>
                    <a:pt x="0" y="54829"/>
                  </a:moveTo>
                  <a:lnTo>
                    <a:pt x="2004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2" name="Output_receptor__5501">
              <a:extLst>
                <a:ext uri="{FF2B5EF4-FFF2-40B4-BE49-F238E27FC236}">
                  <a16:creationId xmlns:a16="http://schemas.microsoft.com/office/drawing/2014/main" id="{C2094675-33AE-CC66-1ACA-06A59479917E}"/>
                </a:ext>
              </a:extLst>
            </p:cNvPr>
            <p:cNvSpPr>
              <a:spLocks noGrp="1"/>
            </p:cNvSpPr>
            <p:nvPr/>
          </p:nvSpPr>
          <p:spPr>
            <a:xfrm>
              <a:off x="15173716" y="3065990"/>
              <a:ext cx="20557" cy="38292"/>
            </a:xfrm>
            <a:custGeom>
              <a:avLst/>
              <a:gdLst/>
              <a:ahLst/>
              <a:cxnLst/>
              <a:rect l="0" t="0" r="0" b="0"/>
              <a:pathLst>
                <a:path w="20557" h="38292">
                  <a:moveTo>
                    <a:pt x="20557" y="0"/>
                  </a:moveTo>
                  <a:lnTo>
                    <a:pt x="0" y="3829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3" name="Output_receptor__5502">
              <a:extLst>
                <a:ext uri="{FF2B5EF4-FFF2-40B4-BE49-F238E27FC236}">
                  <a16:creationId xmlns:a16="http://schemas.microsoft.com/office/drawing/2014/main" id="{8B454A51-46D4-1C8B-62CF-DB6F010BE89E}"/>
                </a:ext>
              </a:extLst>
            </p:cNvPr>
            <p:cNvSpPr>
              <a:spLocks noGrp="1"/>
            </p:cNvSpPr>
            <p:nvPr/>
          </p:nvSpPr>
          <p:spPr>
            <a:xfrm>
              <a:off x="16314596" y="3544665"/>
              <a:ext cx="10104" cy="62141"/>
            </a:xfrm>
            <a:custGeom>
              <a:avLst/>
              <a:gdLst/>
              <a:ahLst/>
              <a:cxnLst/>
              <a:rect l="0" t="0" r="0" b="0"/>
              <a:pathLst>
                <a:path w="10104" h="62141">
                  <a:moveTo>
                    <a:pt x="10104" y="621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4" name="Output_receptor__5503">
              <a:extLst>
                <a:ext uri="{FF2B5EF4-FFF2-40B4-BE49-F238E27FC236}">
                  <a16:creationId xmlns:a16="http://schemas.microsoft.com/office/drawing/2014/main" id="{F8A9668B-C3E1-6C5D-3D71-208BA54246C6}"/>
                </a:ext>
              </a:extLst>
            </p:cNvPr>
            <p:cNvSpPr>
              <a:spLocks noGrp="1"/>
            </p:cNvSpPr>
            <p:nvPr/>
          </p:nvSpPr>
          <p:spPr>
            <a:xfrm>
              <a:off x="14950382" y="3179168"/>
              <a:ext cx="62756" cy="30613"/>
            </a:xfrm>
            <a:custGeom>
              <a:avLst/>
              <a:gdLst/>
              <a:ahLst/>
              <a:cxnLst/>
              <a:rect l="0" t="0" r="0" b="0"/>
              <a:pathLst>
                <a:path w="62756" h="30613">
                  <a:moveTo>
                    <a:pt x="62756" y="306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5" name="Output_receptor__5504">
              <a:extLst>
                <a:ext uri="{FF2B5EF4-FFF2-40B4-BE49-F238E27FC236}">
                  <a16:creationId xmlns:a16="http://schemas.microsoft.com/office/drawing/2014/main" id="{EB936C70-B901-06F1-16EC-B8B8E97F8337}"/>
                </a:ext>
              </a:extLst>
            </p:cNvPr>
            <p:cNvSpPr>
              <a:spLocks noGrp="1"/>
            </p:cNvSpPr>
            <p:nvPr/>
          </p:nvSpPr>
          <p:spPr>
            <a:xfrm>
              <a:off x="15356526" y="3204909"/>
              <a:ext cx="51305" cy="20302"/>
            </a:xfrm>
            <a:custGeom>
              <a:avLst/>
              <a:gdLst/>
              <a:ahLst/>
              <a:cxnLst/>
              <a:rect l="0" t="0" r="0" b="0"/>
              <a:pathLst>
                <a:path w="51305" h="20302">
                  <a:moveTo>
                    <a:pt x="0" y="20302"/>
                  </a:moveTo>
                  <a:lnTo>
                    <a:pt x="51305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6" name="Output_receptor__5505">
              <a:extLst>
                <a:ext uri="{FF2B5EF4-FFF2-40B4-BE49-F238E27FC236}">
                  <a16:creationId xmlns:a16="http://schemas.microsoft.com/office/drawing/2014/main" id="{485DA756-6A76-46C5-BDF9-817DFDBEE5E6}"/>
                </a:ext>
              </a:extLst>
            </p:cNvPr>
            <p:cNvSpPr>
              <a:spLocks noGrp="1"/>
            </p:cNvSpPr>
            <p:nvPr/>
          </p:nvSpPr>
          <p:spPr>
            <a:xfrm>
              <a:off x="16227496" y="3034725"/>
              <a:ext cx="21912" cy="7087"/>
            </a:xfrm>
            <a:custGeom>
              <a:avLst/>
              <a:gdLst/>
              <a:ahLst/>
              <a:cxnLst/>
              <a:rect l="0" t="0" r="0" b="0"/>
              <a:pathLst>
                <a:path w="21912" h="7087">
                  <a:moveTo>
                    <a:pt x="0" y="0"/>
                  </a:moveTo>
                  <a:lnTo>
                    <a:pt x="21912" y="708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7" name="Output_receptor__5506">
              <a:extLst>
                <a:ext uri="{FF2B5EF4-FFF2-40B4-BE49-F238E27FC236}">
                  <a16:creationId xmlns:a16="http://schemas.microsoft.com/office/drawing/2014/main" id="{350AF979-E885-E35F-CC64-64DAAC273693}"/>
                </a:ext>
              </a:extLst>
            </p:cNvPr>
            <p:cNvSpPr>
              <a:spLocks noGrp="1"/>
            </p:cNvSpPr>
            <p:nvPr/>
          </p:nvSpPr>
          <p:spPr>
            <a:xfrm>
              <a:off x="15897600" y="2387656"/>
              <a:ext cx="56414" cy="31597"/>
            </a:xfrm>
            <a:custGeom>
              <a:avLst/>
              <a:gdLst/>
              <a:ahLst/>
              <a:cxnLst/>
              <a:rect l="0" t="0" r="0" b="0"/>
              <a:pathLst>
                <a:path w="56414" h="31597">
                  <a:moveTo>
                    <a:pt x="0" y="31597"/>
                  </a:moveTo>
                  <a:lnTo>
                    <a:pt x="56414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8" name="Output_receptor__5507">
              <a:extLst>
                <a:ext uri="{FF2B5EF4-FFF2-40B4-BE49-F238E27FC236}">
                  <a16:creationId xmlns:a16="http://schemas.microsoft.com/office/drawing/2014/main" id="{F8DD5BC4-27FB-0451-F635-7BF5DC8B7F8C}"/>
                </a:ext>
              </a:extLst>
            </p:cNvPr>
            <p:cNvSpPr>
              <a:spLocks noGrp="1"/>
            </p:cNvSpPr>
            <p:nvPr/>
          </p:nvSpPr>
          <p:spPr>
            <a:xfrm>
              <a:off x="15884620" y="2835375"/>
              <a:ext cx="19529" cy="14988"/>
            </a:xfrm>
            <a:custGeom>
              <a:avLst/>
              <a:gdLst/>
              <a:ahLst/>
              <a:cxnLst/>
              <a:rect l="0" t="0" r="0" b="0"/>
              <a:pathLst>
                <a:path w="19529" h="14988">
                  <a:moveTo>
                    <a:pt x="19529" y="149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9" name="Output_receptor__5508">
              <a:extLst>
                <a:ext uri="{FF2B5EF4-FFF2-40B4-BE49-F238E27FC236}">
                  <a16:creationId xmlns:a16="http://schemas.microsoft.com/office/drawing/2014/main" id="{714F1084-63C9-A834-DFAC-571A3F69E030}"/>
                </a:ext>
              </a:extLst>
            </p:cNvPr>
            <p:cNvSpPr>
              <a:spLocks noGrp="1"/>
            </p:cNvSpPr>
            <p:nvPr/>
          </p:nvSpPr>
          <p:spPr>
            <a:xfrm>
              <a:off x="15584999" y="3272480"/>
              <a:ext cx="6885" cy="65516"/>
            </a:xfrm>
            <a:custGeom>
              <a:avLst/>
              <a:gdLst/>
              <a:ahLst/>
              <a:cxnLst/>
              <a:rect l="0" t="0" r="0" b="0"/>
              <a:pathLst>
                <a:path w="6885" h="65516">
                  <a:moveTo>
                    <a:pt x="6885" y="655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0" name="Output_receptor__5509">
              <a:extLst>
                <a:ext uri="{FF2B5EF4-FFF2-40B4-BE49-F238E27FC236}">
                  <a16:creationId xmlns:a16="http://schemas.microsoft.com/office/drawing/2014/main" id="{3E42E2A8-59CD-6A83-3A00-06CD3940A326}"/>
                </a:ext>
              </a:extLst>
            </p:cNvPr>
            <p:cNvSpPr>
              <a:spLocks noGrp="1"/>
            </p:cNvSpPr>
            <p:nvPr/>
          </p:nvSpPr>
          <p:spPr>
            <a:xfrm>
              <a:off x="15574781" y="3465322"/>
              <a:ext cx="10964" cy="8285"/>
            </a:xfrm>
            <a:custGeom>
              <a:avLst/>
              <a:gdLst/>
              <a:ahLst/>
              <a:cxnLst/>
              <a:rect l="0" t="0" r="0" b="0"/>
              <a:pathLst>
                <a:path w="10964" h="8285">
                  <a:moveTo>
                    <a:pt x="10964" y="0"/>
                  </a:moveTo>
                  <a:lnTo>
                    <a:pt x="0" y="828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1" name="Output_receptor__5510">
              <a:extLst>
                <a:ext uri="{FF2B5EF4-FFF2-40B4-BE49-F238E27FC236}">
                  <a16:creationId xmlns:a16="http://schemas.microsoft.com/office/drawing/2014/main" id="{FE179FC7-1797-9DA4-5C30-6931540B9E37}"/>
                </a:ext>
              </a:extLst>
            </p:cNvPr>
            <p:cNvSpPr>
              <a:spLocks noGrp="1"/>
            </p:cNvSpPr>
            <p:nvPr/>
          </p:nvSpPr>
          <p:spPr>
            <a:xfrm>
              <a:off x="15067692" y="3144444"/>
              <a:ext cx="41971" cy="2938"/>
            </a:xfrm>
            <a:custGeom>
              <a:avLst/>
              <a:gdLst/>
              <a:ahLst/>
              <a:cxnLst/>
              <a:rect l="0" t="0" r="0" b="0"/>
              <a:pathLst>
                <a:path w="41971" h="2938">
                  <a:moveTo>
                    <a:pt x="41971" y="2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2" name="Output_receptor__5511">
              <a:extLst>
                <a:ext uri="{FF2B5EF4-FFF2-40B4-BE49-F238E27FC236}">
                  <a16:creationId xmlns:a16="http://schemas.microsoft.com/office/drawing/2014/main" id="{A7561912-D4D5-042B-6D47-C114D0D0272E}"/>
                </a:ext>
              </a:extLst>
            </p:cNvPr>
            <p:cNvSpPr>
              <a:spLocks noGrp="1"/>
            </p:cNvSpPr>
            <p:nvPr/>
          </p:nvSpPr>
          <p:spPr>
            <a:xfrm>
              <a:off x="15653622" y="3636536"/>
              <a:ext cx="6921" cy="10695"/>
            </a:xfrm>
            <a:custGeom>
              <a:avLst/>
              <a:gdLst/>
              <a:ahLst/>
              <a:cxnLst/>
              <a:rect l="0" t="0" r="0" b="0"/>
              <a:pathLst>
                <a:path w="6921" h="10695">
                  <a:moveTo>
                    <a:pt x="0" y="0"/>
                  </a:moveTo>
                  <a:lnTo>
                    <a:pt x="6921" y="1069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3" name="Output_receptor__5512">
              <a:extLst>
                <a:ext uri="{FF2B5EF4-FFF2-40B4-BE49-F238E27FC236}">
                  <a16:creationId xmlns:a16="http://schemas.microsoft.com/office/drawing/2014/main" id="{A4BF9288-E0FC-D578-B027-93C512C93A5C}"/>
                </a:ext>
              </a:extLst>
            </p:cNvPr>
            <p:cNvSpPr>
              <a:spLocks noGrp="1"/>
            </p:cNvSpPr>
            <p:nvPr/>
          </p:nvSpPr>
          <p:spPr>
            <a:xfrm>
              <a:off x="15974057" y="2292016"/>
              <a:ext cx="13790" cy="40811"/>
            </a:xfrm>
            <a:custGeom>
              <a:avLst/>
              <a:gdLst/>
              <a:ahLst/>
              <a:cxnLst/>
              <a:rect l="0" t="0" r="0" b="0"/>
              <a:pathLst>
                <a:path w="13790" h="40811">
                  <a:moveTo>
                    <a:pt x="0" y="40811"/>
                  </a:moveTo>
                  <a:lnTo>
                    <a:pt x="1379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4" name="Output_receptor__5513">
              <a:extLst>
                <a:ext uri="{FF2B5EF4-FFF2-40B4-BE49-F238E27FC236}">
                  <a16:creationId xmlns:a16="http://schemas.microsoft.com/office/drawing/2014/main" id="{F2642BFD-E870-6753-188F-7FE95EAE7A55}"/>
                </a:ext>
              </a:extLst>
            </p:cNvPr>
            <p:cNvSpPr>
              <a:spLocks noGrp="1"/>
            </p:cNvSpPr>
            <p:nvPr/>
          </p:nvSpPr>
          <p:spPr>
            <a:xfrm>
              <a:off x="15491680" y="2693072"/>
              <a:ext cx="53904" cy="41390"/>
            </a:xfrm>
            <a:custGeom>
              <a:avLst/>
              <a:gdLst/>
              <a:ahLst/>
              <a:cxnLst/>
              <a:rect l="0" t="0" r="0" b="0"/>
              <a:pathLst>
                <a:path w="53904" h="41390">
                  <a:moveTo>
                    <a:pt x="0" y="41390"/>
                  </a:moveTo>
                  <a:lnTo>
                    <a:pt x="53904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5" name="Output_receptor__5514">
              <a:extLst>
                <a:ext uri="{FF2B5EF4-FFF2-40B4-BE49-F238E27FC236}">
                  <a16:creationId xmlns:a16="http://schemas.microsoft.com/office/drawing/2014/main" id="{442F592E-A643-F5F1-4741-34FB6919F751}"/>
                </a:ext>
              </a:extLst>
            </p:cNvPr>
            <p:cNvSpPr>
              <a:spLocks noGrp="1"/>
            </p:cNvSpPr>
            <p:nvPr/>
          </p:nvSpPr>
          <p:spPr>
            <a:xfrm>
              <a:off x="15584999" y="3244818"/>
              <a:ext cx="55717" cy="27661"/>
            </a:xfrm>
            <a:custGeom>
              <a:avLst/>
              <a:gdLst/>
              <a:ahLst/>
              <a:cxnLst/>
              <a:rect l="0" t="0" r="0" b="0"/>
              <a:pathLst>
                <a:path w="55717" h="27661">
                  <a:moveTo>
                    <a:pt x="0" y="27661"/>
                  </a:moveTo>
                  <a:lnTo>
                    <a:pt x="55717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6" name="Output_receptor__5515">
              <a:extLst>
                <a:ext uri="{FF2B5EF4-FFF2-40B4-BE49-F238E27FC236}">
                  <a16:creationId xmlns:a16="http://schemas.microsoft.com/office/drawing/2014/main" id="{592C4616-B5BD-6637-2751-27F246FC7053}"/>
                </a:ext>
              </a:extLst>
            </p:cNvPr>
            <p:cNvSpPr>
              <a:spLocks noGrp="1"/>
            </p:cNvSpPr>
            <p:nvPr/>
          </p:nvSpPr>
          <p:spPr>
            <a:xfrm>
              <a:off x="15707489" y="2828750"/>
              <a:ext cx="21320" cy="67827"/>
            </a:xfrm>
            <a:custGeom>
              <a:avLst/>
              <a:gdLst/>
              <a:ahLst/>
              <a:cxnLst/>
              <a:rect l="0" t="0" r="0" b="0"/>
              <a:pathLst>
                <a:path w="21320" h="67827">
                  <a:moveTo>
                    <a:pt x="21320" y="0"/>
                  </a:moveTo>
                  <a:lnTo>
                    <a:pt x="0" y="6782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7" name="Output_receptor__5516">
              <a:extLst>
                <a:ext uri="{FF2B5EF4-FFF2-40B4-BE49-F238E27FC236}">
                  <a16:creationId xmlns:a16="http://schemas.microsoft.com/office/drawing/2014/main" id="{D7D4C4F8-76FA-824B-138B-141F5338D8B8}"/>
                </a:ext>
              </a:extLst>
            </p:cNvPr>
            <p:cNvSpPr>
              <a:spLocks noGrp="1"/>
            </p:cNvSpPr>
            <p:nvPr/>
          </p:nvSpPr>
          <p:spPr>
            <a:xfrm>
              <a:off x="16229069" y="2717596"/>
              <a:ext cx="52793" cy="13343"/>
            </a:xfrm>
            <a:custGeom>
              <a:avLst/>
              <a:gdLst/>
              <a:ahLst/>
              <a:cxnLst/>
              <a:rect l="0" t="0" r="0" b="0"/>
              <a:pathLst>
                <a:path w="52793" h="13343">
                  <a:moveTo>
                    <a:pt x="0" y="13343"/>
                  </a:moveTo>
                  <a:lnTo>
                    <a:pt x="5279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8" name="Output_receptor__5517">
              <a:extLst>
                <a:ext uri="{FF2B5EF4-FFF2-40B4-BE49-F238E27FC236}">
                  <a16:creationId xmlns:a16="http://schemas.microsoft.com/office/drawing/2014/main" id="{3B199DB1-7830-214E-6EC1-E26CCBA8EAD8}"/>
                </a:ext>
              </a:extLst>
            </p:cNvPr>
            <p:cNvSpPr>
              <a:spLocks noGrp="1"/>
            </p:cNvSpPr>
            <p:nvPr/>
          </p:nvSpPr>
          <p:spPr>
            <a:xfrm>
              <a:off x="15127301" y="2827857"/>
              <a:ext cx="70757" cy="2315"/>
            </a:xfrm>
            <a:custGeom>
              <a:avLst/>
              <a:gdLst/>
              <a:ahLst/>
              <a:cxnLst/>
              <a:rect l="0" t="0" r="0" b="0"/>
              <a:pathLst>
                <a:path w="70757" h="2315">
                  <a:moveTo>
                    <a:pt x="70757" y="0"/>
                  </a:moveTo>
                  <a:lnTo>
                    <a:pt x="0" y="231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9" name="Output_receptor__5518">
              <a:extLst>
                <a:ext uri="{FF2B5EF4-FFF2-40B4-BE49-F238E27FC236}">
                  <a16:creationId xmlns:a16="http://schemas.microsoft.com/office/drawing/2014/main" id="{BAE17733-C063-5DEE-E8AC-F83467DBD680}"/>
                </a:ext>
              </a:extLst>
            </p:cNvPr>
            <p:cNvSpPr>
              <a:spLocks noGrp="1"/>
            </p:cNvSpPr>
            <p:nvPr/>
          </p:nvSpPr>
          <p:spPr>
            <a:xfrm>
              <a:off x="16167459" y="2242089"/>
              <a:ext cx="8253" cy="57417"/>
            </a:xfrm>
            <a:custGeom>
              <a:avLst/>
              <a:gdLst/>
              <a:ahLst/>
              <a:cxnLst/>
              <a:rect l="0" t="0" r="0" b="0"/>
              <a:pathLst>
                <a:path w="8253" h="57417">
                  <a:moveTo>
                    <a:pt x="0" y="57417"/>
                  </a:moveTo>
                  <a:lnTo>
                    <a:pt x="825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0" name="Output_receptor__5519">
              <a:extLst>
                <a:ext uri="{FF2B5EF4-FFF2-40B4-BE49-F238E27FC236}">
                  <a16:creationId xmlns:a16="http://schemas.microsoft.com/office/drawing/2014/main" id="{04607B7A-4F60-81CD-3E23-1D7A9AD820D2}"/>
                </a:ext>
              </a:extLst>
            </p:cNvPr>
            <p:cNvSpPr>
              <a:spLocks noGrp="1"/>
            </p:cNvSpPr>
            <p:nvPr/>
          </p:nvSpPr>
          <p:spPr>
            <a:xfrm>
              <a:off x="15198057" y="2827857"/>
              <a:ext cx="46242" cy="54117"/>
            </a:xfrm>
            <a:custGeom>
              <a:avLst/>
              <a:gdLst/>
              <a:ahLst/>
              <a:cxnLst/>
              <a:rect l="0" t="0" r="0" b="0"/>
              <a:pathLst>
                <a:path w="46242" h="54117">
                  <a:moveTo>
                    <a:pt x="46242" y="54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1" name="Output_receptor__5520">
              <a:extLst>
                <a:ext uri="{FF2B5EF4-FFF2-40B4-BE49-F238E27FC236}">
                  <a16:creationId xmlns:a16="http://schemas.microsoft.com/office/drawing/2014/main" id="{58FA8A13-58C8-B950-30C1-ED3169D1E9A6}"/>
                </a:ext>
              </a:extLst>
            </p:cNvPr>
            <p:cNvSpPr>
              <a:spLocks noGrp="1"/>
            </p:cNvSpPr>
            <p:nvPr/>
          </p:nvSpPr>
          <p:spPr>
            <a:xfrm>
              <a:off x="16240817" y="2378140"/>
              <a:ext cx="6736" cy="58686"/>
            </a:xfrm>
            <a:custGeom>
              <a:avLst/>
              <a:gdLst/>
              <a:ahLst/>
              <a:cxnLst/>
              <a:rect l="0" t="0" r="0" b="0"/>
              <a:pathLst>
                <a:path w="6736" h="58686">
                  <a:moveTo>
                    <a:pt x="0" y="0"/>
                  </a:moveTo>
                  <a:lnTo>
                    <a:pt x="6736" y="5868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2" name="Output_receptor__5521">
              <a:extLst>
                <a:ext uri="{FF2B5EF4-FFF2-40B4-BE49-F238E27FC236}">
                  <a16:creationId xmlns:a16="http://schemas.microsoft.com/office/drawing/2014/main" id="{7BC3FDDB-0248-A40D-CD90-2FFD72C5678E}"/>
                </a:ext>
              </a:extLst>
            </p:cNvPr>
            <p:cNvSpPr>
              <a:spLocks noGrp="1"/>
            </p:cNvSpPr>
            <p:nvPr/>
          </p:nvSpPr>
          <p:spPr>
            <a:xfrm>
              <a:off x="15968321" y="3008945"/>
              <a:ext cx="57271" cy="9503"/>
            </a:xfrm>
            <a:custGeom>
              <a:avLst/>
              <a:gdLst/>
              <a:ahLst/>
              <a:cxnLst/>
              <a:rect l="0" t="0" r="0" b="0"/>
              <a:pathLst>
                <a:path w="57271" h="9503">
                  <a:moveTo>
                    <a:pt x="0" y="0"/>
                  </a:moveTo>
                  <a:lnTo>
                    <a:pt x="57271" y="950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3" name="Output_receptor__5522">
              <a:extLst>
                <a:ext uri="{FF2B5EF4-FFF2-40B4-BE49-F238E27FC236}">
                  <a16:creationId xmlns:a16="http://schemas.microsoft.com/office/drawing/2014/main" id="{6A5FD7AF-2404-A6B4-0840-C26708F078A3}"/>
                </a:ext>
              </a:extLst>
            </p:cNvPr>
            <p:cNvSpPr>
              <a:spLocks noGrp="1"/>
            </p:cNvSpPr>
            <p:nvPr/>
          </p:nvSpPr>
          <p:spPr>
            <a:xfrm>
              <a:off x="16114138" y="2898206"/>
              <a:ext cx="3442" cy="58807"/>
            </a:xfrm>
            <a:custGeom>
              <a:avLst/>
              <a:gdLst/>
              <a:ahLst/>
              <a:cxnLst/>
              <a:rect l="0" t="0" r="0" b="0"/>
              <a:pathLst>
                <a:path w="3442" h="58807">
                  <a:moveTo>
                    <a:pt x="3442" y="0"/>
                  </a:moveTo>
                  <a:lnTo>
                    <a:pt x="0" y="58807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4" name="Output_receptor__5523">
              <a:extLst>
                <a:ext uri="{FF2B5EF4-FFF2-40B4-BE49-F238E27FC236}">
                  <a16:creationId xmlns:a16="http://schemas.microsoft.com/office/drawing/2014/main" id="{89D809C5-B5B9-4FFC-9488-AEC9F818969D}"/>
                </a:ext>
              </a:extLst>
            </p:cNvPr>
            <p:cNvSpPr>
              <a:spLocks noGrp="1"/>
            </p:cNvSpPr>
            <p:nvPr/>
          </p:nvSpPr>
          <p:spPr>
            <a:xfrm>
              <a:off x="16034903" y="2502660"/>
              <a:ext cx="550" cy="71403"/>
            </a:xfrm>
            <a:custGeom>
              <a:avLst/>
              <a:gdLst/>
              <a:ahLst/>
              <a:cxnLst/>
              <a:rect l="0" t="0" r="0" b="0"/>
              <a:pathLst>
                <a:path w="550" h="71403">
                  <a:moveTo>
                    <a:pt x="0" y="71403"/>
                  </a:moveTo>
                  <a:lnTo>
                    <a:pt x="55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5" name="Output_receptor__5524">
              <a:extLst>
                <a:ext uri="{FF2B5EF4-FFF2-40B4-BE49-F238E27FC236}">
                  <a16:creationId xmlns:a16="http://schemas.microsoft.com/office/drawing/2014/main" id="{D2E324BC-6FB9-968B-BC71-82146A53799A}"/>
                </a:ext>
              </a:extLst>
            </p:cNvPr>
            <p:cNvSpPr>
              <a:spLocks noGrp="1"/>
            </p:cNvSpPr>
            <p:nvPr/>
          </p:nvSpPr>
          <p:spPr>
            <a:xfrm>
              <a:off x="15711538" y="3683759"/>
              <a:ext cx="51089" cy="42085"/>
            </a:xfrm>
            <a:custGeom>
              <a:avLst/>
              <a:gdLst/>
              <a:ahLst/>
              <a:cxnLst/>
              <a:rect l="0" t="0" r="0" b="0"/>
              <a:pathLst>
                <a:path w="51089" h="42085">
                  <a:moveTo>
                    <a:pt x="0" y="42085"/>
                  </a:moveTo>
                  <a:lnTo>
                    <a:pt x="51089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6" name="Output_receptor__5525">
              <a:extLst>
                <a:ext uri="{FF2B5EF4-FFF2-40B4-BE49-F238E27FC236}">
                  <a16:creationId xmlns:a16="http://schemas.microsoft.com/office/drawing/2014/main" id="{FEC52104-2EA7-53ED-017A-E54B7611032C}"/>
                </a:ext>
              </a:extLst>
            </p:cNvPr>
            <p:cNvSpPr>
              <a:spLocks noGrp="1"/>
            </p:cNvSpPr>
            <p:nvPr/>
          </p:nvSpPr>
          <p:spPr>
            <a:xfrm>
              <a:off x="15398772" y="3703530"/>
              <a:ext cx="30747" cy="35436"/>
            </a:xfrm>
            <a:custGeom>
              <a:avLst/>
              <a:gdLst/>
              <a:ahLst/>
              <a:cxnLst/>
              <a:rect l="0" t="0" r="0" b="0"/>
              <a:pathLst>
                <a:path w="30747" h="35436">
                  <a:moveTo>
                    <a:pt x="0" y="35436"/>
                  </a:moveTo>
                  <a:lnTo>
                    <a:pt x="30747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7" name="Output_receptor__5526">
              <a:extLst>
                <a:ext uri="{FF2B5EF4-FFF2-40B4-BE49-F238E27FC236}">
                  <a16:creationId xmlns:a16="http://schemas.microsoft.com/office/drawing/2014/main" id="{247D30B1-E4FC-C351-3443-DEDFE105207B}"/>
                </a:ext>
              </a:extLst>
            </p:cNvPr>
            <p:cNvSpPr>
              <a:spLocks noGrp="1"/>
            </p:cNvSpPr>
            <p:nvPr/>
          </p:nvSpPr>
          <p:spPr>
            <a:xfrm>
              <a:off x="15462984" y="3198721"/>
              <a:ext cx="44905" cy="55793"/>
            </a:xfrm>
            <a:custGeom>
              <a:avLst/>
              <a:gdLst/>
              <a:ahLst/>
              <a:cxnLst/>
              <a:rect l="0" t="0" r="0" b="0"/>
              <a:pathLst>
                <a:path w="44905" h="55793">
                  <a:moveTo>
                    <a:pt x="44905" y="0"/>
                  </a:moveTo>
                  <a:lnTo>
                    <a:pt x="0" y="5579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8" name="Output_receptor__5527">
              <a:extLst>
                <a:ext uri="{FF2B5EF4-FFF2-40B4-BE49-F238E27FC236}">
                  <a16:creationId xmlns:a16="http://schemas.microsoft.com/office/drawing/2014/main" id="{2C03EE3B-9D44-15CA-32D7-329A9E068D99}"/>
                </a:ext>
              </a:extLst>
            </p:cNvPr>
            <p:cNvSpPr>
              <a:spLocks noGrp="1"/>
            </p:cNvSpPr>
            <p:nvPr/>
          </p:nvSpPr>
          <p:spPr>
            <a:xfrm>
              <a:off x="16281861" y="2717596"/>
              <a:ext cx="37815" cy="51079"/>
            </a:xfrm>
            <a:custGeom>
              <a:avLst/>
              <a:gdLst/>
              <a:ahLst/>
              <a:cxnLst/>
              <a:rect l="0" t="0" r="0" b="0"/>
              <a:pathLst>
                <a:path w="37815" h="51079">
                  <a:moveTo>
                    <a:pt x="0" y="0"/>
                  </a:moveTo>
                  <a:lnTo>
                    <a:pt x="37815" y="510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9" name="Output_receptor__5528">
              <a:extLst>
                <a:ext uri="{FF2B5EF4-FFF2-40B4-BE49-F238E27FC236}">
                  <a16:creationId xmlns:a16="http://schemas.microsoft.com/office/drawing/2014/main" id="{2BFCB2A4-FCBD-0169-DDA1-1DF6BFB86B18}"/>
                </a:ext>
              </a:extLst>
            </p:cNvPr>
            <p:cNvSpPr>
              <a:spLocks noGrp="1"/>
            </p:cNvSpPr>
            <p:nvPr/>
          </p:nvSpPr>
          <p:spPr>
            <a:xfrm>
              <a:off x="15545584" y="2693072"/>
              <a:ext cx="57681" cy="5393"/>
            </a:xfrm>
            <a:custGeom>
              <a:avLst/>
              <a:gdLst/>
              <a:ahLst/>
              <a:cxnLst/>
              <a:rect l="0" t="0" r="0" b="0"/>
              <a:pathLst>
                <a:path w="57681" h="5393">
                  <a:moveTo>
                    <a:pt x="0" y="0"/>
                  </a:moveTo>
                  <a:lnTo>
                    <a:pt x="57681" y="539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0" name="Output_receptor__5529">
              <a:extLst>
                <a:ext uri="{FF2B5EF4-FFF2-40B4-BE49-F238E27FC236}">
                  <a16:creationId xmlns:a16="http://schemas.microsoft.com/office/drawing/2014/main" id="{171FEA04-DF69-0EA5-A933-634AE6CD5444}"/>
                </a:ext>
              </a:extLst>
            </p:cNvPr>
            <p:cNvSpPr>
              <a:spLocks noGrp="1"/>
            </p:cNvSpPr>
            <p:nvPr/>
          </p:nvSpPr>
          <p:spPr>
            <a:xfrm>
              <a:off x="15016299" y="3109652"/>
              <a:ext cx="51393" cy="34792"/>
            </a:xfrm>
            <a:custGeom>
              <a:avLst/>
              <a:gdLst/>
              <a:ahLst/>
              <a:cxnLst/>
              <a:rect l="0" t="0" r="0" b="0"/>
              <a:pathLst>
                <a:path w="51393" h="34792">
                  <a:moveTo>
                    <a:pt x="51393" y="347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1" name="Output_receptor__5530">
              <a:extLst>
                <a:ext uri="{FF2B5EF4-FFF2-40B4-BE49-F238E27FC236}">
                  <a16:creationId xmlns:a16="http://schemas.microsoft.com/office/drawing/2014/main" id="{E20C799B-3E90-06F3-8F39-9A732089E41D}"/>
                </a:ext>
              </a:extLst>
            </p:cNvPr>
            <p:cNvSpPr>
              <a:spLocks noGrp="1"/>
            </p:cNvSpPr>
            <p:nvPr/>
          </p:nvSpPr>
          <p:spPr>
            <a:xfrm>
              <a:off x="16143162" y="2299506"/>
              <a:ext cx="24298" cy="37459"/>
            </a:xfrm>
            <a:custGeom>
              <a:avLst/>
              <a:gdLst/>
              <a:ahLst/>
              <a:cxnLst/>
              <a:rect l="0" t="0" r="0" b="0"/>
              <a:pathLst>
                <a:path w="24298" h="37459">
                  <a:moveTo>
                    <a:pt x="0" y="37459"/>
                  </a:moveTo>
                  <a:lnTo>
                    <a:pt x="24298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2" name="Output_receptor__5531">
              <a:extLst>
                <a:ext uri="{FF2B5EF4-FFF2-40B4-BE49-F238E27FC236}">
                  <a16:creationId xmlns:a16="http://schemas.microsoft.com/office/drawing/2014/main" id="{34A22B4F-71FC-84A4-E7F4-4CA830F7C10C}"/>
                </a:ext>
              </a:extLst>
            </p:cNvPr>
            <p:cNvSpPr>
              <a:spLocks noGrp="1"/>
            </p:cNvSpPr>
            <p:nvPr/>
          </p:nvSpPr>
          <p:spPr>
            <a:xfrm>
              <a:off x="15306027" y="3440709"/>
              <a:ext cx="21372" cy="56046"/>
            </a:xfrm>
            <a:custGeom>
              <a:avLst/>
              <a:gdLst/>
              <a:ahLst/>
              <a:cxnLst/>
              <a:rect l="0" t="0" r="0" b="0"/>
              <a:pathLst>
                <a:path w="21372" h="56046">
                  <a:moveTo>
                    <a:pt x="0" y="0"/>
                  </a:moveTo>
                  <a:lnTo>
                    <a:pt x="21372" y="5604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33" name="Output_receptor__5532">
              <a:extLst>
                <a:ext uri="{FF2B5EF4-FFF2-40B4-BE49-F238E27FC236}">
                  <a16:creationId xmlns:a16="http://schemas.microsoft.com/office/drawing/2014/main" id="{4C36F165-0CB7-61D7-7BE8-D0176992EABE}"/>
                </a:ext>
              </a:extLst>
            </p:cNvPr>
            <p:cNvSpPr>
              <a:spLocks noGrp="1"/>
            </p:cNvSpPr>
            <p:nvPr/>
          </p:nvSpPr>
          <p:spPr>
            <a:xfrm>
              <a:off x="15760615" y="3429056"/>
              <a:ext cx="16207" cy="27127"/>
            </a:xfrm>
            <a:custGeom>
              <a:avLst/>
              <a:gdLst/>
              <a:ahLst/>
              <a:cxnLst/>
              <a:rect l="0" t="0" r="0" b="0"/>
              <a:pathLst>
                <a:path w="16207" h="27127">
                  <a:moveTo>
                    <a:pt x="16207" y="0"/>
                  </a:moveTo>
                  <a:lnTo>
                    <a:pt x="0" y="2712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4" name="Output_receptor__5533">
              <a:extLst>
                <a:ext uri="{FF2B5EF4-FFF2-40B4-BE49-F238E27FC236}">
                  <a16:creationId xmlns:a16="http://schemas.microsoft.com/office/drawing/2014/main" id="{FB192937-4843-CE53-D9BE-912CCDB7A9CB}"/>
                </a:ext>
              </a:extLst>
            </p:cNvPr>
            <p:cNvSpPr>
              <a:spLocks noGrp="1"/>
            </p:cNvSpPr>
            <p:nvPr/>
          </p:nvSpPr>
          <p:spPr>
            <a:xfrm>
              <a:off x="15640716" y="3244818"/>
              <a:ext cx="38867" cy="59956"/>
            </a:xfrm>
            <a:custGeom>
              <a:avLst/>
              <a:gdLst/>
              <a:ahLst/>
              <a:cxnLst/>
              <a:rect l="0" t="0" r="0" b="0"/>
              <a:pathLst>
                <a:path w="38867" h="59956">
                  <a:moveTo>
                    <a:pt x="0" y="0"/>
                  </a:moveTo>
                  <a:lnTo>
                    <a:pt x="38867" y="5995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5" name="Output_receptor__5534">
              <a:extLst>
                <a:ext uri="{FF2B5EF4-FFF2-40B4-BE49-F238E27FC236}">
                  <a16:creationId xmlns:a16="http://schemas.microsoft.com/office/drawing/2014/main" id="{282391CF-1FAF-93FB-4ECF-80CF51BD78B5}"/>
                </a:ext>
              </a:extLst>
            </p:cNvPr>
            <p:cNvSpPr>
              <a:spLocks noGrp="1"/>
            </p:cNvSpPr>
            <p:nvPr/>
          </p:nvSpPr>
          <p:spPr>
            <a:xfrm>
              <a:off x="15429731" y="3343459"/>
              <a:ext cx="24532" cy="49664"/>
            </a:xfrm>
            <a:custGeom>
              <a:avLst/>
              <a:gdLst/>
              <a:ahLst/>
              <a:cxnLst/>
              <a:rect l="0" t="0" r="0" b="0"/>
              <a:pathLst>
                <a:path w="24532" h="49664">
                  <a:moveTo>
                    <a:pt x="24532" y="496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36" name="Output_receptor__5535">
              <a:extLst>
                <a:ext uri="{FF2B5EF4-FFF2-40B4-BE49-F238E27FC236}">
                  <a16:creationId xmlns:a16="http://schemas.microsoft.com/office/drawing/2014/main" id="{8D9C42BB-B393-C61A-1104-EA34C2581138}"/>
                </a:ext>
              </a:extLst>
            </p:cNvPr>
            <p:cNvSpPr>
              <a:spLocks noGrp="1"/>
            </p:cNvSpPr>
            <p:nvPr/>
          </p:nvSpPr>
          <p:spPr>
            <a:xfrm>
              <a:off x="16328540" y="3441414"/>
              <a:ext cx="12352" cy="14075"/>
            </a:xfrm>
            <a:custGeom>
              <a:avLst/>
              <a:gdLst/>
              <a:ahLst/>
              <a:cxnLst/>
              <a:rect l="0" t="0" r="0" b="0"/>
              <a:pathLst>
                <a:path w="12352" h="14075">
                  <a:moveTo>
                    <a:pt x="0" y="0"/>
                  </a:moveTo>
                  <a:lnTo>
                    <a:pt x="12352" y="1407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7" name="Output_receptor__5536">
              <a:extLst>
                <a:ext uri="{FF2B5EF4-FFF2-40B4-BE49-F238E27FC236}">
                  <a16:creationId xmlns:a16="http://schemas.microsoft.com/office/drawing/2014/main" id="{6BEC470D-315F-6335-4F8F-87BE715FF85B}"/>
                </a:ext>
              </a:extLst>
            </p:cNvPr>
            <p:cNvSpPr>
              <a:spLocks noGrp="1"/>
            </p:cNvSpPr>
            <p:nvPr/>
          </p:nvSpPr>
          <p:spPr>
            <a:xfrm>
              <a:off x="16338982" y="2666965"/>
              <a:ext cx="44639" cy="30029"/>
            </a:xfrm>
            <a:custGeom>
              <a:avLst/>
              <a:gdLst/>
              <a:ahLst/>
              <a:cxnLst/>
              <a:rect l="0" t="0" r="0" b="0"/>
              <a:pathLst>
                <a:path w="44639" h="30029">
                  <a:moveTo>
                    <a:pt x="0" y="0"/>
                  </a:moveTo>
                  <a:lnTo>
                    <a:pt x="44639" y="3002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8" name="Output_receptor__5537">
              <a:extLst>
                <a:ext uri="{FF2B5EF4-FFF2-40B4-BE49-F238E27FC236}">
                  <a16:creationId xmlns:a16="http://schemas.microsoft.com/office/drawing/2014/main" id="{AA8FFFDC-5F0F-5451-4405-CDB075DD6D02}"/>
                </a:ext>
              </a:extLst>
            </p:cNvPr>
            <p:cNvSpPr>
              <a:spLocks noGrp="1"/>
            </p:cNvSpPr>
            <p:nvPr/>
          </p:nvSpPr>
          <p:spPr>
            <a:xfrm>
              <a:off x="16144835" y="3552554"/>
              <a:ext cx="54896" cy="46591"/>
            </a:xfrm>
            <a:custGeom>
              <a:avLst/>
              <a:gdLst/>
              <a:ahLst/>
              <a:cxnLst/>
              <a:rect l="0" t="0" r="0" b="0"/>
              <a:pathLst>
                <a:path w="54896" h="46591">
                  <a:moveTo>
                    <a:pt x="54896" y="0"/>
                  </a:moveTo>
                  <a:lnTo>
                    <a:pt x="0" y="4659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9" name="Output_receptor__5538">
              <a:extLst>
                <a:ext uri="{FF2B5EF4-FFF2-40B4-BE49-F238E27FC236}">
                  <a16:creationId xmlns:a16="http://schemas.microsoft.com/office/drawing/2014/main" id="{AE3F62DD-8592-6D25-7115-A49DBE0EE973}"/>
                </a:ext>
              </a:extLst>
            </p:cNvPr>
            <p:cNvSpPr>
              <a:spLocks noGrp="1"/>
            </p:cNvSpPr>
            <p:nvPr/>
          </p:nvSpPr>
          <p:spPr>
            <a:xfrm>
              <a:off x="15518711" y="3037746"/>
              <a:ext cx="56303" cy="1067"/>
            </a:xfrm>
            <a:custGeom>
              <a:avLst/>
              <a:gdLst/>
              <a:ahLst/>
              <a:cxnLst/>
              <a:rect l="0" t="0" r="0" b="0"/>
              <a:pathLst>
                <a:path w="56303" h="1067">
                  <a:moveTo>
                    <a:pt x="0" y="1067"/>
                  </a:moveTo>
                  <a:lnTo>
                    <a:pt x="56303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0" name="Output_receptor__5539">
              <a:extLst>
                <a:ext uri="{FF2B5EF4-FFF2-40B4-BE49-F238E27FC236}">
                  <a16:creationId xmlns:a16="http://schemas.microsoft.com/office/drawing/2014/main" id="{C7594540-5B29-DCD0-0506-551CB300ED6B}"/>
                </a:ext>
              </a:extLst>
            </p:cNvPr>
            <p:cNvSpPr>
              <a:spLocks noGrp="1"/>
            </p:cNvSpPr>
            <p:nvPr/>
          </p:nvSpPr>
          <p:spPr>
            <a:xfrm>
              <a:off x="16240817" y="2309276"/>
              <a:ext cx="6603" cy="68864"/>
            </a:xfrm>
            <a:custGeom>
              <a:avLst/>
              <a:gdLst/>
              <a:ahLst/>
              <a:cxnLst/>
              <a:rect l="0" t="0" r="0" b="0"/>
              <a:pathLst>
                <a:path w="6603" h="68864">
                  <a:moveTo>
                    <a:pt x="6603" y="0"/>
                  </a:moveTo>
                  <a:lnTo>
                    <a:pt x="0" y="6886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1" name="Output_receptor__5540">
              <a:extLst>
                <a:ext uri="{FF2B5EF4-FFF2-40B4-BE49-F238E27FC236}">
                  <a16:creationId xmlns:a16="http://schemas.microsoft.com/office/drawing/2014/main" id="{229DDBCF-6BB5-DB00-6AE8-8278A01B76B7}"/>
                </a:ext>
              </a:extLst>
            </p:cNvPr>
            <p:cNvSpPr>
              <a:spLocks noGrp="1"/>
            </p:cNvSpPr>
            <p:nvPr/>
          </p:nvSpPr>
          <p:spPr>
            <a:xfrm>
              <a:off x="15743721" y="3571842"/>
              <a:ext cx="33565" cy="44449"/>
            </a:xfrm>
            <a:custGeom>
              <a:avLst/>
              <a:gdLst/>
              <a:ahLst/>
              <a:cxnLst/>
              <a:rect l="0" t="0" r="0" b="0"/>
              <a:pathLst>
                <a:path w="33565" h="44449">
                  <a:moveTo>
                    <a:pt x="33565" y="444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2" name="Output_receptor__5541">
              <a:extLst>
                <a:ext uri="{FF2B5EF4-FFF2-40B4-BE49-F238E27FC236}">
                  <a16:creationId xmlns:a16="http://schemas.microsoft.com/office/drawing/2014/main" id="{415DA3F9-CB14-5082-4BEB-68DB35783410}"/>
                </a:ext>
              </a:extLst>
            </p:cNvPr>
            <p:cNvSpPr>
              <a:spLocks noGrp="1"/>
            </p:cNvSpPr>
            <p:nvPr/>
          </p:nvSpPr>
          <p:spPr>
            <a:xfrm>
              <a:off x="15832571" y="2791263"/>
              <a:ext cx="52049" cy="44111"/>
            </a:xfrm>
            <a:custGeom>
              <a:avLst/>
              <a:gdLst/>
              <a:ahLst/>
              <a:cxnLst/>
              <a:rect l="0" t="0" r="0" b="0"/>
              <a:pathLst>
                <a:path w="52049" h="44111">
                  <a:moveTo>
                    <a:pt x="52049" y="441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3" name="Output_receptor__5542">
              <a:extLst>
                <a:ext uri="{FF2B5EF4-FFF2-40B4-BE49-F238E27FC236}">
                  <a16:creationId xmlns:a16="http://schemas.microsoft.com/office/drawing/2014/main" id="{4E4FF8B1-512B-4460-1D77-E454D5198E2E}"/>
                </a:ext>
              </a:extLst>
            </p:cNvPr>
            <p:cNvSpPr>
              <a:spLocks noGrp="1"/>
            </p:cNvSpPr>
            <p:nvPr/>
          </p:nvSpPr>
          <p:spPr>
            <a:xfrm>
              <a:off x="16030068" y="2345512"/>
              <a:ext cx="31997" cy="3102"/>
            </a:xfrm>
            <a:custGeom>
              <a:avLst/>
              <a:gdLst/>
              <a:ahLst/>
              <a:cxnLst/>
              <a:rect l="0" t="0" r="0" b="0"/>
              <a:pathLst>
                <a:path w="31997" h="3102">
                  <a:moveTo>
                    <a:pt x="0" y="0"/>
                  </a:moveTo>
                  <a:lnTo>
                    <a:pt x="31997" y="310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4" name="Output_receptor__5543">
              <a:extLst>
                <a:ext uri="{FF2B5EF4-FFF2-40B4-BE49-F238E27FC236}">
                  <a16:creationId xmlns:a16="http://schemas.microsoft.com/office/drawing/2014/main" id="{C57541B2-6791-ABB0-F3C1-245B097C1C88}"/>
                </a:ext>
              </a:extLst>
            </p:cNvPr>
            <p:cNvSpPr>
              <a:spLocks noGrp="1"/>
            </p:cNvSpPr>
            <p:nvPr/>
          </p:nvSpPr>
          <p:spPr>
            <a:xfrm>
              <a:off x="15404133" y="2648076"/>
              <a:ext cx="36866" cy="29831"/>
            </a:xfrm>
            <a:custGeom>
              <a:avLst/>
              <a:gdLst/>
              <a:ahLst/>
              <a:cxnLst/>
              <a:rect l="0" t="0" r="0" b="0"/>
              <a:pathLst>
                <a:path w="36866" h="29831">
                  <a:moveTo>
                    <a:pt x="36866" y="29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5" name="Output_receptor__5544">
              <a:extLst>
                <a:ext uri="{FF2B5EF4-FFF2-40B4-BE49-F238E27FC236}">
                  <a16:creationId xmlns:a16="http://schemas.microsoft.com/office/drawing/2014/main" id="{1E2385D6-97ED-AE8F-A4A0-7387BF30E0F1}"/>
                </a:ext>
              </a:extLst>
            </p:cNvPr>
            <p:cNvSpPr>
              <a:spLocks noGrp="1"/>
            </p:cNvSpPr>
            <p:nvPr/>
          </p:nvSpPr>
          <p:spPr>
            <a:xfrm>
              <a:off x="15244299" y="2856661"/>
              <a:ext cx="63874" cy="25314"/>
            </a:xfrm>
            <a:custGeom>
              <a:avLst/>
              <a:gdLst/>
              <a:ahLst/>
              <a:cxnLst/>
              <a:rect l="0" t="0" r="0" b="0"/>
              <a:pathLst>
                <a:path w="63874" h="25314">
                  <a:moveTo>
                    <a:pt x="63874" y="0"/>
                  </a:moveTo>
                  <a:lnTo>
                    <a:pt x="0" y="2531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6" name="Output_receptor__5545">
              <a:extLst>
                <a:ext uri="{FF2B5EF4-FFF2-40B4-BE49-F238E27FC236}">
                  <a16:creationId xmlns:a16="http://schemas.microsoft.com/office/drawing/2014/main" id="{36539DA4-6F9A-165E-2DC1-C84DCF164053}"/>
                </a:ext>
              </a:extLst>
            </p:cNvPr>
            <p:cNvSpPr>
              <a:spLocks noGrp="1"/>
            </p:cNvSpPr>
            <p:nvPr/>
          </p:nvSpPr>
          <p:spPr>
            <a:xfrm>
              <a:off x="15399632" y="3564516"/>
              <a:ext cx="36354" cy="45042"/>
            </a:xfrm>
            <a:custGeom>
              <a:avLst/>
              <a:gdLst/>
              <a:ahLst/>
              <a:cxnLst/>
              <a:rect l="0" t="0" r="0" b="0"/>
              <a:pathLst>
                <a:path w="36354" h="45042">
                  <a:moveTo>
                    <a:pt x="36354" y="0"/>
                  </a:moveTo>
                  <a:lnTo>
                    <a:pt x="0" y="4504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7" name="Output_receptor__5546">
              <a:extLst>
                <a:ext uri="{FF2B5EF4-FFF2-40B4-BE49-F238E27FC236}">
                  <a16:creationId xmlns:a16="http://schemas.microsoft.com/office/drawing/2014/main" id="{B5BBF443-286B-9287-95A0-6657AE4531E5}"/>
                </a:ext>
              </a:extLst>
            </p:cNvPr>
            <p:cNvSpPr>
              <a:spLocks noGrp="1"/>
            </p:cNvSpPr>
            <p:nvPr/>
          </p:nvSpPr>
          <p:spPr>
            <a:xfrm>
              <a:off x="15603265" y="2659256"/>
              <a:ext cx="56806" cy="39209"/>
            </a:xfrm>
            <a:custGeom>
              <a:avLst/>
              <a:gdLst/>
              <a:ahLst/>
              <a:cxnLst/>
              <a:rect l="0" t="0" r="0" b="0"/>
              <a:pathLst>
                <a:path w="56806" h="39209">
                  <a:moveTo>
                    <a:pt x="0" y="39209"/>
                  </a:moveTo>
                  <a:lnTo>
                    <a:pt x="56806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8" name="Output_receptor__5547">
              <a:extLst>
                <a:ext uri="{FF2B5EF4-FFF2-40B4-BE49-F238E27FC236}">
                  <a16:creationId xmlns:a16="http://schemas.microsoft.com/office/drawing/2014/main" id="{AD3B45CA-6F30-24ED-9FE0-2EB9E4E385DC}"/>
                </a:ext>
              </a:extLst>
            </p:cNvPr>
            <p:cNvSpPr>
              <a:spLocks noGrp="1"/>
            </p:cNvSpPr>
            <p:nvPr/>
          </p:nvSpPr>
          <p:spPr>
            <a:xfrm>
              <a:off x="15116122" y="3060502"/>
              <a:ext cx="57595" cy="43780"/>
            </a:xfrm>
            <a:custGeom>
              <a:avLst/>
              <a:gdLst/>
              <a:ahLst/>
              <a:cxnLst/>
              <a:rect l="0" t="0" r="0" b="0"/>
              <a:pathLst>
                <a:path w="57595" h="43780">
                  <a:moveTo>
                    <a:pt x="57595" y="437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9" name="Output_receptor__5548">
              <a:extLst>
                <a:ext uri="{FF2B5EF4-FFF2-40B4-BE49-F238E27FC236}">
                  <a16:creationId xmlns:a16="http://schemas.microsoft.com/office/drawing/2014/main" id="{6928D298-ECAA-784A-93D6-54A3364B7CFB}"/>
                </a:ext>
              </a:extLst>
            </p:cNvPr>
            <p:cNvSpPr>
              <a:spLocks noGrp="1"/>
            </p:cNvSpPr>
            <p:nvPr/>
          </p:nvSpPr>
          <p:spPr>
            <a:xfrm>
              <a:off x="16074346" y="2277473"/>
              <a:ext cx="24366" cy="5728"/>
            </a:xfrm>
            <a:custGeom>
              <a:avLst/>
              <a:gdLst/>
              <a:ahLst/>
              <a:cxnLst/>
              <a:rect l="0" t="0" r="0" b="0"/>
              <a:pathLst>
                <a:path w="24366" h="5728">
                  <a:moveTo>
                    <a:pt x="0" y="0"/>
                  </a:moveTo>
                  <a:lnTo>
                    <a:pt x="24366" y="572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0" name="Output_receptor__5549">
              <a:extLst>
                <a:ext uri="{FF2B5EF4-FFF2-40B4-BE49-F238E27FC236}">
                  <a16:creationId xmlns:a16="http://schemas.microsoft.com/office/drawing/2014/main" id="{D95E7C8F-4497-315F-387F-08F7EDC4B57E}"/>
                </a:ext>
              </a:extLst>
            </p:cNvPr>
            <p:cNvSpPr>
              <a:spLocks noGrp="1"/>
            </p:cNvSpPr>
            <p:nvPr/>
          </p:nvSpPr>
          <p:spPr>
            <a:xfrm>
              <a:off x="15175730" y="3004127"/>
              <a:ext cx="44254" cy="11089"/>
            </a:xfrm>
            <a:custGeom>
              <a:avLst/>
              <a:gdLst/>
              <a:ahLst/>
              <a:cxnLst/>
              <a:rect l="0" t="0" r="0" b="0"/>
              <a:pathLst>
                <a:path w="44254" h="11089">
                  <a:moveTo>
                    <a:pt x="44254" y="110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1" name="Output_receptor__5550">
              <a:extLst>
                <a:ext uri="{FF2B5EF4-FFF2-40B4-BE49-F238E27FC236}">
                  <a16:creationId xmlns:a16="http://schemas.microsoft.com/office/drawing/2014/main" id="{93CF8CB7-A9E5-3D21-773B-57DC6D96E7F5}"/>
                </a:ext>
              </a:extLst>
            </p:cNvPr>
            <p:cNvSpPr>
              <a:spLocks noGrp="1"/>
            </p:cNvSpPr>
            <p:nvPr/>
          </p:nvSpPr>
          <p:spPr>
            <a:xfrm>
              <a:off x="15435985" y="3512129"/>
              <a:ext cx="3219" cy="52387"/>
            </a:xfrm>
            <a:custGeom>
              <a:avLst/>
              <a:gdLst/>
              <a:ahLst/>
              <a:cxnLst/>
              <a:rect l="0" t="0" r="0" b="0"/>
              <a:pathLst>
                <a:path w="3219" h="52387">
                  <a:moveTo>
                    <a:pt x="3219" y="0"/>
                  </a:moveTo>
                  <a:lnTo>
                    <a:pt x="0" y="52387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2" name="Output_receptor__5551">
              <a:extLst>
                <a:ext uri="{FF2B5EF4-FFF2-40B4-BE49-F238E27FC236}">
                  <a16:creationId xmlns:a16="http://schemas.microsoft.com/office/drawing/2014/main" id="{1CC13165-5DA8-A59F-014D-A5D88949DF32}"/>
                </a:ext>
              </a:extLst>
            </p:cNvPr>
            <p:cNvSpPr>
              <a:spLocks noGrp="1"/>
            </p:cNvSpPr>
            <p:nvPr/>
          </p:nvSpPr>
          <p:spPr>
            <a:xfrm>
              <a:off x="16034903" y="2574063"/>
              <a:ext cx="63803" cy="17883"/>
            </a:xfrm>
            <a:custGeom>
              <a:avLst/>
              <a:gdLst/>
              <a:ahLst/>
              <a:cxnLst/>
              <a:rect l="0" t="0" r="0" b="0"/>
              <a:pathLst>
                <a:path w="63803" h="17883">
                  <a:moveTo>
                    <a:pt x="63803" y="178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3" name="Output_receptor__5552">
              <a:extLst>
                <a:ext uri="{FF2B5EF4-FFF2-40B4-BE49-F238E27FC236}">
                  <a16:creationId xmlns:a16="http://schemas.microsoft.com/office/drawing/2014/main" id="{ADA3947B-6437-5662-2F90-A73975FCD224}"/>
                </a:ext>
              </a:extLst>
            </p:cNvPr>
            <p:cNvSpPr>
              <a:spLocks noGrp="1"/>
            </p:cNvSpPr>
            <p:nvPr/>
          </p:nvSpPr>
          <p:spPr>
            <a:xfrm>
              <a:off x="16394229" y="3244689"/>
              <a:ext cx="19643" cy="61969"/>
            </a:xfrm>
            <a:custGeom>
              <a:avLst/>
              <a:gdLst/>
              <a:ahLst/>
              <a:cxnLst/>
              <a:rect l="0" t="0" r="0" b="0"/>
              <a:pathLst>
                <a:path w="19643" h="61969">
                  <a:moveTo>
                    <a:pt x="0" y="61969"/>
                  </a:moveTo>
                  <a:lnTo>
                    <a:pt x="1964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4" name="Output_receptor__5553">
              <a:extLst>
                <a:ext uri="{FF2B5EF4-FFF2-40B4-BE49-F238E27FC236}">
                  <a16:creationId xmlns:a16="http://schemas.microsoft.com/office/drawing/2014/main" id="{DF01D468-9B23-91BD-C9CA-90947BC32FDD}"/>
                </a:ext>
              </a:extLst>
            </p:cNvPr>
            <p:cNvSpPr>
              <a:spLocks noGrp="1"/>
            </p:cNvSpPr>
            <p:nvPr/>
          </p:nvSpPr>
          <p:spPr>
            <a:xfrm>
              <a:off x="15953589" y="3286234"/>
              <a:ext cx="29930" cy="35460"/>
            </a:xfrm>
            <a:custGeom>
              <a:avLst/>
              <a:gdLst/>
              <a:ahLst/>
              <a:cxnLst/>
              <a:rect l="0" t="0" r="0" b="0"/>
              <a:pathLst>
                <a:path w="29930" h="35460">
                  <a:moveTo>
                    <a:pt x="0" y="0"/>
                  </a:moveTo>
                  <a:lnTo>
                    <a:pt x="29930" y="3546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5" name="Output_receptor__5554">
              <a:extLst>
                <a:ext uri="{FF2B5EF4-FFF2-40B4-BE49-F238E27FC236}">
                  <a16:creationId xmlns:a16="http://schemas.microsoft.com/office/drawing/2014/main" id="{CC9405FC-E9BE-606E-C3CE-253BEB695219}"/>
                </a:ext>
              </a:extLst>
            </p:cNvPr>
            <p:cNvSpPr>
              <a:spLocks noGrp="1"/>
            </p:cNvSpPr>
            <p:nvPr/>
          </p:nvSpPr>
          <p:spPr>
            <a:xfrm>
              <a:off x="16225507" y="2785311"/>
              <a:ext cx="921" cy="15953"/>
            </a:xfrm>
            <a:custGeom>
              <a:avLst/>
              <a:gdLst/>
              <a:ahLst/>
              <a:cxnLst/>
              <a:rect l="0" t="0" r="0" b="0"/>
              <a:pathLst>
                <a:path w="921" h="15953">
                  <a:moveTo>
                    <a:pt x="0" y="0"/>
                  </a:moveTo>
                  <a:lnTo>
                    <a:pt x="921" y="1595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6" name="Output_receptor__5555">
              <a:extLst>
                <a:ext uri="{FF2B5EF4-FFF2-40B4-BE49-F238E27FC236}">
                  <a16:creationId xmlns:a16="http://schemas.microsoft.com/office/drawing/2014/main" id="{5E140F1A-DD32-138D-C83F-9985E8852132}"/>
                </a:ext>
              </a:extLst>
            </p:cNvPr>
            <p:cNvSpPr>
              <a:spLocks noGrp="1"/>
            </p:cNvSpPr>
            <p:nvPr/>
          </p:nvSpPr>
          <p:spPr>
            <a:xfrm>
              <a:off x="15335949" y="3609559"/>
              <a:ext cx="63683" cy="21790"/>
            </a:xfrm>
            <a:custGeom>
              <a:avLst/>
              <a:gdLst/>
              <a:ahLst/>
              <a:cxnLst/>
              <a:rect l="0" t="0" r="0" b="0"/>
              <a:pathLst>
                <a:path w="63683" h="21790">
                  <a:moveTo>
                    <a:pt x="63683" y="0"/>
                  </a:moveTo>
                  <a:lnTo>
                    <a:pt x="0" y="2179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7" name="Output_receptor__5556">
              <a:extLst>
                <a:ext uri="{FF2B5EF4-FFF2-40B4-BE49-F238E27FC236}">
                  <a16:creationId xmlns:a16="http://schemas.microsoft.com/office/drawing/2014/main" id="{B28CC2C2-3609-837F-3B62-986C592C4929}"/>
                </a:ext>
              </a:extLst>
            </p:cNvPr>
            <p:cNvSpPr>
              <a:spLocks noGrp="1"/>
            </p:cNvSpPr>
            <p:nvPr/>
          </p:nvSpPr>
          <p:spPr>
            <a:xfrm>
              <a:off x="15600635" y="2558233"/>
              <a:ext cx="68161" cy="12959"/>
            </a:xfrm>
            <a:custGeom>
              <a:avLst/>
              <a:gdLst/>
              <a:ahLst/>
              <a:cxnLst/>
              <a:rect l="0" t="0" r="0" b="0"/>
              <a:pathLst>
                <a:path w="68161" h="12959">
                  <a:moveTo>
                    <a:pt x="0" y="0"/>
                  </a:moveTo>
                  <a:lnTo>
                    <a:pt x="68161" y="12959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8" name="Output_receptor__5557">
              <a:extLst>
                <a:ext uri="{FF2B5EF4-FFF2-40B4-BE49-F238E27FC236}">
                  <a16:creationId xmlns:a16="http://schemas.microsoft.com/office/drawing/2014/main" id="{2981C3C0-68BC-B697-CBFB-A8CC14064EB7}"/>
                </a:ext>
              </a:extLst>
            </p:cNvPr>
            <p:cNvSpPr>
              <a:spLocks noGrp="1"/>
            </p:cNvSpPr>
            <p:nvPr/>
          </p:nvSpPr>
          <p:spPr>
            <a:xfrm>
              <a:off x="15762627" y="3616291"/>
              <a:ext cx="14659" cy="67468"/>
            </a:xfrm>
            <a:custGeom>
              <a:avLst/>
              <a:gdLst/>
              <a:ahLst/>
              <a:cxnLst/>
              <a:rect l="0" t="0" r="0" b="0"/>
              <a:pathLst>
                <a:path w="14659" h="67468">
                  <a:moveTo>
                    <a:pt x="0" y="67468"/>
                  </a:moveTo>
                  <a:lnTo>
                    <a:pt x="14659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9" name="Output_receptor__5558">
              <a:extLst>
                <a:ext uri="{FF2B5EF4-FFF2-40B4-BE49-F238E27FC236}">
                  <a16:creationId xmlns:a16="http://schemas.microsoft.com/office/drawing/2014/main" id="{CAB90886-FEF2-2CC6-3D6A-2C46D42CE7CD}"/>
                </a:ext>
              </a:extLst>
            </p:cNvPr>
            <p:cNvSpPr>
              <a:spLocks noGrp="1"/>
            </p:cNvSpPr>
            <p:nvPr/>
          </p:nvSpPr>
          <p:spPr>
            <a:xfrm>
              <a:off x="15552479" y="3547158"/>
              <a:ext cx="71104" cy="10276"/>
            </a:xfrm>
            <a:custGeom>
              <a:avLst/>
              <a:gdLst/>
              <a:ahLst/>
              <a:cxnLst/>
              <a:rect l="0" t="0" r="0" b="0"/>
              <a:pathLst>
                <a:path w="71104" h="10276">
                  <a:moveTo>
                    <a:pt x="71104" y="10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0" name="Output_receptor__5559">
              <a:extLst>
                <a:ext uri="{FF2B5EF4-FFF2-40B4-BE49-F238E27FC236}">
                  <a16:creationId xmlns:a16="http://schemas.microsoft.com/office/drawing/2014/main" id="{08E2CA0D-0CD9-3F92-8A0F-C6FD606E37E3}"/>
                </a:ext>
              </a:extLst>
            </p:cNvPr>
            <p:cNvSpPr>
              <a:spLocks noGrp="1"/>
            </p:cNvSpPr>
            <p:nvPr/>
          </p:nvSpPr>
          <p:spPr>
            <a:xfrm>
              <a:off x="16259524" y="3544665"/>
              <a:ext cx="55072" cy="31785"/>
            </a:xfrm>
            <a:custGeom>
              <a:avLst/>
              <a:gdLst/>
              <a:ahLst/>
              <a:cxnLst/>
              <a:rect l="0" t="0" r="0" b="0"/>
              <a:pathLst>
                <a:path w="55072" h="31785">
                  <a:moveTo>
                    <a:pt x="55072" y="0"/>
                  </a:moveTo>
                  <a:lnTo>
                    <a:pt x="0" y="3178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1" name="Output_receptor__5560">
              <a:extLst>
                <a:ext uri="{FF2B5EF4-FFF2-40B4-BE49-F238E27FC236}">
                  <a16:creationId xmlns:a16="http://schemas.microsoft.com/office/drawing/2014/main" id="{974570C7-D61F-6D4C-521C-3F1039276577}"/>
                </a:ext>
              </a:extLst>
            </p:cNvPr>
            <p:cNvSpPr>
              <a:spLocks noGrp="1"/>
            </p:cNvSpPr>
            <p:nvPr/>
          </p:nvSpPr>
          <p:spPr>
            <a:xfrm>
              <a:off x="15704544" y="2896577"/>
              <a:ext cx="2945" cy="11367"/>
            </a:xfrm>
            <a:custGeom>
              <a:avLst/>
              <a:gdLst/>
              <a:ahLst/>
              <a:cxnLst/>
              <a:rect l="0" t="0" r="0" b="0"/>
              <a:pathLst>
                <a:path w="2945" h="11367">
                  <a:moveTo>
                    <a:pt x="2945" y="0"/>
                  </a:moveTo>
                  <a:lnTo>
                    <a:pt x="0" y="1136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2" name="Output_receptor__5561">
              <a:extLst>
                <a:ext uri="{FF2B5EF4-FFF2-40B4-BE49-F238E27FC236}">
                  <a16:creationId xmlns:a16="http://schemas.microsoft.com/office/drawing/2014/main" id="{31DD30B5-F058-66BB-5969-2A7D628C9574}"/>
                </a:ext>
              </a:extLst>
            </p:cNvPr>
            <p:cNvSpPr>
              <a:spLocks noGrp="1"/>
            </p:cNvSpPr>
            <p:nvPr/>
          </p:nvSpPr>
          <p:spPr>
            <a:xfrm>
              <a:off x="16199731" y="3552554"/>
              <a:ext cx="59793" cy="23896"/>
            </a:xfrm>
            <a:custGeom>
              <a:avLst/>
              <a:gdLst/>
              <a:ahLst/>
              <a:cxnLst/>
              <a:rect l="0" t="0" r="0" b="0"/>
              <a:pathLst>
                <a:path w="59793" h="23896">
                  <a:moveTo>
                    <a:pt x="59793" y="238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3" name="Output_receptor__5562">
              <a:extLst>
                <a:ext uri="{FF2B5EF4-FFF2-40B4-BE49-F238E27FC236}">
                  <a16:creationId xmlns:a16="http://schemas.microsoft.com/office/drawing/2014/main" id="{A6162BEC-F6AA-6AA5-082C-11E1C019DC8A}"/>
                </a:ext>
              </a:extLst>
            </p:cNvPr>
            <p:cNvSpPr>
              <a:spLocks noGrp="1"/>
            </p:cNvSpPr>
            <p:nvPr/>
          </p:nvSpPr>
          <p:spPr>
            <a:xfrm>
              <a:off x="15999406" y="3395164"/>
              <a:ext cx="61233" cy="9403"/>
            </a:xfrm>
            <a:custGeom>
              <a:avLst/>
              <a:gdLst/>
              <a:ahLst/>
              <a:cxnLst/>
              <a:rect l="0" t="0" r="0" b="0"/>
              <a:pathLst>
                <a:path w="61233" h="9403">
                  <a:moveTo>
                    <a:pt x="0" y="0"/>
                  </a:moveTo>
                  <a:lnTo>
                    <a:pt x="61233" y="940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4" name="Output_receptor__5563">
              <a:extLst>
                <a:ext uri="{FF2B5EF4-FFF2-40B4-BE49-F238E27FC236}">
                  <a16:creationId xmlns:a16="http://schemas.microsoft.com/office/drawing/2014/main" id="{2732A77E-07AE-CFD0-D0A3-82616216017D}"/>
                </a:ext>
              </a:extLst>
            </p:cNvPr>
            <p:cNvSpPr>
              <a:spLocks noGrp="1"/>
            </p:cNvSpPr>
            <p:nvPr/>
          </p:nvSpPr>
          <p:spPr>
            <a:xfrm>
              <a:off x="16350522" y="3213500"/>
              <a:ext cx="63351" cy="31189"/>
            </a:xfrm>
            <a:custGeom>
              <a:avLst/>
              <a:gdLst/>
              <a:ahLst/>
              <a:cxnLst/>
              <a:rect l="0" t="0" r="0" b="0"/>
              <a:pathLst>
                <a:path w="63351" h="31189">
                  <a:moveTo>
                    <a:pt x="63351" y="311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5" name="Output_receptor__5564">
              <a:extLst>
                <a:ext uri="{FF2B5EF4-FFF2-40B4-BE49-F238E27FC236}">
                  <a16:creationId xmlns:a16="http://schemas.microsoft.com/office/drawing/2014/main" id="{C4FA5811-D8CC-AA8B-1060-DAFBFDA8CBE7}"/>
                </a:ext>
              </a:extLst>
            </p:cNvPr>
            <p:cNvSpPr>
              <a:spLocks noGrp="1"/>
            </p:cNvSpPr>
            <p:nvPr/>
          </p:nvSpPr>
          <p:spPr>
            <a:xfrm>
              <a:off x="14950382" y="3135817"/>
              <a:ext cx="14648" cy="43350"/>
            </a:xfrm>
            <a:custGeom>
              <a:avLst/>
              <a:gdLst/>
              <a:ahLst/>
              <a:cxnLst/>
              <a:rect l="0" t="0" r="0" b="0"/>
              <a:pathLst>
                <a:path w="14648" h="43350">
                  <a:moveTo>
                    <a:pt x="0" y="43350"/>
                  </a:moveTo>
                  <a:lnTo>
                    <a:pt x="1464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6" name="Output_receptor__5565">
              <a:extLst>
                <a:ext uri="{FF2B5EF4-FFF2-40B4-BE49-F238E27FC236}">
                  <a16:creationId xmlns:a16="http://schemas.microsoft.com/office/drawing/2014/main" id="{15E1BFD2-4A75-8EAB-4491-84A53F9FD6BB}"/>
                </a:ext>
              </a:extLst>
            </p:cNvPr>
            <p:cNvSpPr>
              <a:spLocks noGrp="1"/>
            </p:cNvSpPr>
            <p:nvPr/>
          </p:nvSpPr>
          <p:spPr>
            <a:xfrm>
              <a:off x="15728809" y="2828750"/>
              <a:ext cx="45148" cy="23018"/>
            </a:xfrm>
            <a:custGeom>
              <a:avLst/>
              <a:gdLst/>
              <a:ahLst/>
              <a:cxnLst/>
              <a:rect l="0" t="0" r="0" b="0"/>
              <a:pathLst>
                <a:path w="45148" h="23018">
                  <a:moveTo>
                    <a:pt x="45148" y="230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7" name="Output_receptor__5566">
              <a:extLst>
                <a:ext uri="{FF2B5EF4-FFF2-40B4-BE49-F238E27FC236}">
                  <a16:creationId xmlns:a16="http://schemas.microsoft.com/office/drawing/2014/main" id="{3A45EE29-8188-FCC5-E0A0-26AC22EF1E32}"/>
                </a:ext>
              </a:extLst>
            </p:cNvPr>
            <p:cNvSpPr>
              <a:spLocks noGrp="1"/>
            </p:cNvSpPr>
            <p:nvPr/>
          </p:nvSpPr>
          <p:spPr>
            <a:xfrm>
              <a:off x="16383621" y="2696994"/>
              <a:ext cx="62671" cy="33857"/>
            </a:xfrm>
            <a:custGeom>
              <a:avLst/>
              <a:gdLst/>
              <a:ahLst/>
              <a:cxnLst/>
              <a:rect l="0" t="0" r="0" b="0"/>
              <a:pathLst>
                <a:path w="62671" h="33857">
                  <a:moveTo>
                    <a:pt x="0" y="0"/>
                  </a:moveTo>
                  <a:lnTo>
                    <a:pt x="62671" y="3385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8" name="Output_receptor__5567">
              <a:extLst>
                <a:ext uri="{FF2B5EF4-FFF2-40B4-BE49-F238E27FC236}">
                  <a16:creationId xmlns:a16="http://schemas.microsoft.com/office/drawing/2014/main" id="{300CA83F-C681-4C7C-75CC-B771BE9FB06B}"/>
                </a:ext>
              </a:extLst>
            </p:cNvPr>
            <p:cNvSpPr>
              <a:spLocks noGrp="1"/>
            </p:cNvSpPr>
            <p:nvPr/>
          </p:nvSpPr>
          <p:spPr>
            <a:xfrm>
              <a:off x="16429719" y="2603065"/>
              <a:ext cx="10836" cy="13959"/>
            </a:xfrm>
            <a:custGeom>
              <a:avLst/>
              <a:gdLst/>
              <a:ahLst/>
              <a:cxnLst/>
              <a:rect l="0" t="0" r="0" b="0"/>
              <a:pathLst>
                <a:path w="10836" h="13959">
                  <a:moveTo>
                    <a:pt x="0" y="0"/>
                  </a:moveTo>
                  <a:lnTo>
                    <a:pt x="10836" y="13959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9" name="Output_receptor__5568">
              <a:extLst>
                <a:ext uri="{FF2B5EF4-FFF2-40B4-BE49-F238E27FC236}">
                  <a16:creationId xmlns:a16="http://schemas.microsoft.com/office/drawing/2014/main" id="{F0A0112D-B97C-AA6F-1411-194B168E2674}"/>
                </a:ext>
              </a:extLst>
            </p:cNvPr>
            <p:cNvSpPr>
              <a:spLocks noGrp="1"/>
            </p:cNvSpPr>
            <p:nvPr/>
          </p:nvSpPr>
          <p:spPr>
            <a:xfrm>
              <a:off x="14985138" y="2917556"/>
              <a:ext cx="40444" cy="52495"/>
            </a:xfrm>
            <a:custGeom>
              <a:avLst/>
              <a:gdLst/>
              <a:ahLst/>
              <a:cxnLst/>
              <a:rect l="0" t="0" r="0" b="0"/>
              <a:pathLst>
                <a:path w="40444" h="52495">
                  <a:moveTo>
                    <a:pt x="40444" y="52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70" name="Output_receptor__5569">
              <a:extLst>
                <a:ext uri="{FF2B5EF4-FFF2-40B4-BE49-F238E27FC236}">
                  <a16:creationId xmlns:a16="http://schemas.microsoft.com/office/drawing/2014/main" id="{29AD891D-3D5E-3413-9912-FD254886E41E}"/>
                </a:ext>
              </a:extLst>
            </p:cNvPr>
            <p:cNvSpPr>
              <a:spLocks noGrp="1"/>
            </p:cNvSpPr>
            <p:nvPr/>
          </p:nvSpPr>
          <p:spPr>
            <a:xfrm>
              <a:off x="15473750" y="2983181"/>
              <a:ext cx="44961" cy="55632"/>
            </a:xfrm>
            <a:custGeom>
              <a:avLst/>
              <a:gdLst/>
              <a:ahLst/>
              <a:cxnLst/>
              <a:rect l="0" t="0" r="0" b="0"/>
              <a:pathLst>
                <a:path w="44961" h="55632">
                  <a:moveTo>
                    <a:pt x="0" y="0"/>
                  </a:moveTo>
                  <a:lnTo>
                    <a:pt x="44961" y="55632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71" name="Output_receptor__5570">
              <a:extLst>
                <a:ext uri="{FF2B5EF4-FFF2-40B4-BE49-F238E27FC236}">
                  <a16:creationId xmlns:a16="http://schemas.microsoft.com/office/drawing/2014/main" id="{BBFFA220-B56E-25BF-A8E4-B1E81B014494}"/>
                </a:ext>
              </a:extLst>
            </p:cNvPr>
            <p:cNvSpPr>
              <a:spLocks noGrp="1"/>
            </p:cNvSpPr>
            <p:nvPr/>
          </p:nvSpPr>
          <p:spPr>
            <a:xfrm>
              <a:off x="15773957" y="2851769"/>
              <a:ext cx="33399" cy="41850"/>
            </a:xfrm>
            <a:custGeom>
              <a:avLst/>
              <a:gdLst/>
              <a:ahLst/>
              <a:cxnLst/>
              <a:rect l="0" t="0" r="0" b="0"/>
              <a:pathLst>
                <a:path w="33399" h="41850">
                  <a:moveTo>
                    <a:pt x="33399" y="418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2" name="Output_receptor__5571">
              <a:extLst>
                <a:ext uri="{FF2B5EF4-FFF2-40B4-BE49-F238E27FC236}">
                  <a16:creationId xmlns:a16="http://schemas.microsoft.com/office/drawing/2014/main" id="{A6BEA5C1-7C04-4348-804D-C60559D23DF1}"/>
                </a:ext>
              </a:extLst>
            </p:cNvPr>
            <p:cNvSpPr>
              <a:spLocks noGrp="1"/>
            </p:cNvSpPr>
            <p:nvPr/>
          </p:nvSpPr>
          <p:spPr>
            <a:xfrm>
              <a:off x="16315599" y="3213500"/>
              <a:ext cx="34923" cy="59771"/>
            </a:xfrm>
            <a:custGeom>
              <a:avLst/>
              <a:gdLst/>
              <a:ahLst/>
              <a:cxnLst/>
              <a:rect l="0" t="0" r="0" b="0"/>
              <a:pathLst>
                <a:path w="34923" h="59771">
                  <a:moveTo>
                    <a:pt x="34923" y="0"/>
                  </a:moveTo>
                  <a:lnTo>
                    <a:pt x="0" y="59771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3" name="Output_receptor__5572">
              <a:extLst>
                <a:ext uri="{FF2B5EF4-FFF2-40B4-BE49-F238E27FC236}">
                  <a16:creationId xmlns:a16="http://schemas.microsoft.com/office/drawing/2014/main" id="{56E918A4-BE46-14E1-39C5-E00CBE758BB0}"/>
                </a:ext>
              </a:extLst>
            </p:cNvPr>
            <p:cNvSpPr>
              <a:spLocks noGrp="1"/>
            </p:cNvSpPr>
            <p:nvPr/>
          </p:nvSpPr>
          <p:spPr>
            <a:xfrm>
              <a:off x="16134986" y="2735686"/>
              <a:ext cx="39141" cy="50405"/>
            </a:xfrm>
            <a:custGeom>
              <a:avLst/>
              <a:gdLst/>
              <a:ahLst/>
              <a:cxnLst/>
              <a:rect l="0" t="0" r="0" b="0"/>
              <a:pathLst>
                <a:path w="39141" h="50405">
                  <a:moveTo>
                    <a:pt x="0" y="50405"/>
                  </a:moveTo>
                  <a:lnTo>
                    <a:pt x="39141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4" name="Output_receptor__5573">
              <a:extLst>
                <a:ext uri="{FF2B5EF4-FFF2-40B4-BE49-F238E27FC236}">
                  <a16:creationId xmlns:a16="http://schemas.microsoft.com/office/drawing/2014/main" id="{E68F6E2F-A76F-3DA5-84D7-5E7037A356C8}"/>
                </a:ext>
              </a:extLst>
            </p:cNvPr>
            <p:cNvSpPr>
              <a:spLocks noGrp="1"/>
            </p:cNvSpPr>
            <p:nvPr/>
          </p:nvSpPr>
          <p:spPr>
            <a:xfrm>
              <a:off x="16215579" y="2285003"/>
              <a:ext cx="31841" cy="24272"/>
            </a:xfrm>
            <a:custGeom>
              <a:avLst/>
              <a:gdLst/>
              <a:ahLst/>
              <a:cxnLst/>
              <a:rect l="0" t="0" r="0" b="0"/>
              <a:pathLst>
                <a:path w="31841" h="24272">
                  <a:moveTo>
                    <a:pt x="0" y="0"/>
                  </a:moveTo>
                  <a:lnTo>
                    <a:pt x="31841" y="2427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5" name="Output_receptor__5574">
              <a:extLst>
                <a:ext uri="{FF2B5EF4-FFF2-40B4-BE49-F238E27FC236}">
                  <a16:creationId xmlns:a16="http://schemas.microsoft.com/office/drawing/2014/main" id="{6C0A7655-CACA-7555-2114-76550E38814B}"/>
                </a:ext>
              </a:extLst>
            </p:cNvPr>
            <p:cNvSpPr>
              <a:spLocks noGrp="1"/>
            </p:cNvSpPr>
            <p:nvPr/>
          </p:nvSpPr>
          <p:spPr>
            <a:xfrm>
              <a:off x="15660071" y="2659256"/>
              <a:ext cx="49991" cy="13625"/>
            </a:xfrm>
            <a:custGeom>
              <a:avLst/>
              <a:gdLst/>
              <a:ahLst/>
              <a:cxnLst/>
              <a:rect l="0" t="0" r="0" b="0"/>
              <a:pathLst>
                <a:path w="49991" h="13625">
                  <a:moveTo>
                    <a:pt x="0" y="0"/>
                  </a:moveTo>
                  <a:lnTo>
                    <a:pt x="49991" y="13625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76" name="Output_receptor__5575">
              <a:extLst>
                <a:ext uri="{FF2B5EF4-FFF2-40B4-BE49-F238E27FC236}">
                  <a16:creationId xmlns:a16="http://schemas.microsoft.com/office/drawing/2014/main" id="{AEBE1803-C300-6841-20AA-D7A70CBC0F54}"/>
                </a:ext>
              </a:extLst>
            </p:cNvPr>
            <p:cNvSpPr>
              <a:spLocks noGrp="1"/>
            </p:cNvSpPr>
            <p:nvPr/>
          </p:nvSpPr>
          <p:spPr>
            <a:xfrm>
              <a:off x="15610569" y="2867006"/>
              <a:ext cx="13382" cy="64095"/>
            </a:xfrm>
            <a:custGeom>
              <a:avLst/>
              <a:gdLst/>
              <a:ahLst/>
              <a:cxnLst/>
              <a:rect l="0" t="0" r="0" b="0"/>
              <a:pathLst>
                <a:path w="13382" h="64095">
                  <a:moveTo>
                    <a:pt x="13382" y="0"/>
                  </a:moveTo>
                  <a:lnTo>
                    <a:pt x="0" y="6409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7" name="Output_receptor__5576">
              <a:extLst>
                <a:ext uri="{FF2B5EF4-FFF2-40B4-BE49-F238E27FC236}">
                  <a16:creationId xmlns:a16="http://schemas.microsoft.com/office/drawing/2014/main" id="{883C9410-D83B-6332-DC70-E7566EDDF6B5}"/>
                </a:ext>
              </a:extLst>
            </p:cNvPr>
            <p:cNvSpPr>
              <a:spLocks noGrp="1"/>
            </p:cNvSpPr>
            <p:nvPr/>
          </p:nvSpPr>
          <p:spPr>
            <a:xfrm>
              <a:off x="16098706" y="2575220"/>
              <a:ext cx="69516" cy="16726"/>
            </a:xfrm>
            <a:custGeom>
              <a:avLst/>
              <a:gdLst/>
              <a:ahLst/>
              <a:cxnLst/>
              <a:rect l="0" t="0" r="0" b="0"/>
              <a:pathLst>
                <a:path w="69516" h="16726">
                  <a:moveTo>
                    <a:pt x="69516" y="0"/>
                  </a:moveTo>
                  <a:lnTo>
                    <a:pt x="0" y="1672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8" name="Output_receptor__5577">
              <a:extLst>
                <a:ext uri="{FF2B5EF4-FFF2-40B4-BE49-F238E27FC236}">
                  <a16:creationId xmlns:a16="http://schemas.microsoft.com/office/drawing/2014/main" id="{DC30103C-FACE-C0C6-BE5F-20468C1BC529}"/>
                </a:ext>
              </a:extLst>
            </p:cNvPr>
            <p:cNvSpPr>
              <a:spLocks noGrp="1"/>
            </p:cNvSpPr>
            <p:nvPr/>
          </p:nvSpPr>
          <p:spPr>
            <a:xfrm>
              <a:off x="15437561" y="3253228"/>
              <a:ext cx="25423" cy="1287"/>
            </a:xfrm>
            <a:custGeom>
              <a:avLst/>
              <a:gdLst/>
              <a:ahLst/>
              <a:cxnLst/>
              <a:rect l="0" t="0" r="0" b="0"/>
              <a:pathLst>
                <a:path w="25423" h="1287">
                  <a:moveTo>
                    <a:pt x="25423" y="12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9" name="Output_receptor__5578">
              <a:extLst>
                <a:ext uri="{FF2B5EF4-FFF2-40B4-BE49-F238E27FC236}">
                  <a16:creationId xmlns:a16="http://schemas.microsoft.com/office/drawing/2014/main" id="{93E4FF72-612A-8AC2-369B-7937710FDF46}"/>
                </a:ext>
              </a:extLst>
            </p:cNvPr>
            <p:cNvSpPr>
              <a:spLocks noGrp="1"/>
            </p:cNvSpPr>
            <p:nvPr/>
          </p:nvSpPr>
          <p:spPr>
            <a:xfrm>
              <a:off x="16076061" y="2957013"/>
              <a:ext cx="38076" cy="55300"/>
            </a:xfrm>
            <a:custGeom>
              <a:avLst/>
              <a:gdLst/>
              <a:ahLst/>
              <a:cxnLst/>
              <a:rect l="0" t="0" r="0" b="0"/>
              <a:pathLst>
                <a:path w="38076" h="55300">
                  <a:moveTo>
                    <a:pt x="38076" y="0"/>
                  </a:moveTo>
                  <a:lnTo>
                    <a:pt x="0" y="5530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0" name="Output_receptor__5579">
              <a:extLst>
                <a:ext uri="{FF2B5EF4-FFF2-40B4-BE49-F238E27FC236}">
                  <a16:creationId xmlns:a16="http://schemas.microsoft.com/office/drawing/2014/main" id="{6548E2B5-0907-F0C8-DB64-4EF152CB02FA}"/>
                </a:ext>
              </a:extLst>
            </p:cNvPr>
            <p:cNvSpPr>
              <a:spLocks noGrp="1"/>
            </p:cNvSpPr>
            <p:nvPr/>
          </p:nvSpPr>
          <p:spPr>
            <a:xfrm>
              <a:off x="15987846" y="2292016"/>
              <a:ext cx="42221" cy="53496"/>
            </a:xfrm>
            <a:custGeom>
              <a:avLst/>
              <a:gdLst/>
              <a:ahLst/>
              <a:cxnLst/>
              <a:rect l="0" t="0" r="0" b="0"/>
              <a:pathLst>
                <a:path w="42221" h="53496">
                  <a:moveTo>
                    <a:pt x="0" y="0"/>
                  </a:moveTo>
                  <a:lnTo>
                    <a:pt x="42221" y="5349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1" name="Output_receptor__5580">
              <a:extLst>
                <a:ext uri="{FF2B5EF4-FFF2-40B4-BE49-F238E27FC236}">
                  <a16:creationId xmlns:a16="http://schemas.microsoft.com/office/drawing/2014/main" id="{09091C28-B653-D232-81BC-DC6967258DF8}"/>
                </a:ext>
              </a:extLst>
            </p:cNvPr>
            <p:cNvSpPr>
              <a:spLocks noGrp="1"/>
            </p:cNvSpPr>
            <p:nvPr/>
          </p:nvSpPr>
          <p:spPr>
            <a:xfrm>
              <a:off x="16245025" y="3391620"/>
              <a:ext cx="21860" cy="60334"/>
            </a:xfrm>
            <a:custGeom>
              <a:avLst/>
              <a:gdLst/>
              <a:ahLst/>
              <a:cxnLst/>
              <a:rect l="0" t="0" r="0" b="0"/>
              <a:pathLst>
                <a:path w="21860" h="60334">
                  <a:moveTo>
                    <a:pt x="21860" y="0"/>
                  </a:moveTo>
                  <a:lnTo>
                    <a:pt x="0" y="6033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2" name="Output_receptor__5581">
              <a:extLst>
                <a:ext uri="{FF2B5EF4-FFF2-40B4-BE49-F238E27FC236}">
                  <a16:creationId xmlns:a16="http://schemas.microsoft.com/office/drawing/2014/main" id="{92898749-ACDD-9CBB-8693-D0975892C382}"/>
                </a:ext>
              </a:extLst>
            </p:cNvPr>
            <p:cNvSpPr>
              <a:spLocks noGrp="1"/>
            </p:cNvSpPr>
            <p:nvPr/>
          </p:nvSpPr>
          <p:spPr>
            <a:xfrm>
              <a:off x="16175713" y="2242089"/>
              <a:ext cx="39866" cy="42915"/>
            </a:xfrm>
            <a:custGeom>
              <a:avLst/>
              <a:gdLst/>
              <a:ahLst/>
              <a:cxnLst/>
              <a:rect l="0" t="0" r="0" b="0"/>
              <a:pathLst>
                <a:path w="39866" h="42915">
                  <a:moveTo>
                    <a:pt x="0" y="0"/>
                  </a:moveTo>
                  <a:lnTo>
                    <a:pt x="39866" y="4291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3" name="Output_receptor__5582">
              <a:extLst>
                <a:ext uri="{FF2B5EF4-FFF2-40B4-BE49-F238E27FC236}">
                  <a16:creationId xmlns:a16="http://schemas.microsoft.com/office/drawing/2014/main" id="{DC3B774A-39D7-74A9-6619-F67547E1A7EB}"/>
                </a:ext>
              </a:extLst>
            </p:cNvPr>
            <p:cNvSpPr>
              <a:spLocks noGrp="1"/>
            </p:cNvSpPr>
            <p:nvPr/>
          </p:nvSpPr>
          <p:spPr>
            <a:xfrm>
              <a:off x="15584768" y="3311090"/>
              <a:ext cx="7116" cy="26905"/>
            </a:xfrm>
            <a:custGeom>
              <a:avLst/>
              <a:gdLst/>
              <a:ahLst/>
              <a:cxnLst/>
              <a:rect l="0" t="0" r="0" b="0"/>
              <a:pathLst>
                <a:path w="7116" h="26905">
                  <a:moveTo>
                    <a:pt x="0" y="0"/>
                  </a:moveTo>
                  <a:lnTo>
                    <a:pt x="7116" y="2690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4" name="Output_receptor__5583">
              <a:extLst>
                <a:ext uri="{FF2B5EF4-FFF2-40B4-BE49-F238E27FC236}">
                  <a16:creationId xmlns:a16="http://schemas.microsoft.com/office/drawing/2014/main" id="{E9B454EE-B93E-2F78-4F3B-7D2670BE60C9}"/>
                </a:ext>
              </a:extLst>
            </p:cNvPr>
            <p:cNvSpPr>
              <a:spLocks noGrp="1"/>
            </p:cNvSpPr>
            <p:nvPr/>
          </p:nvSpPr>
          <p:spPr>
            <a:xfrm>
              <a:off x="15946194" y="3008945"/>
              <a:ext cx="22127" cy="56123"/>
            </a:xfrm>
            <a:custGeom>
              <a:avLst/>
              <a:gdLst/>
              <a:ahLst/>
              <a:cxnLst/>
              <a:rect l="0" t="0" r="0" b="0"/>
              <a:pathLst>
                <a:path w="22127" h="56123">
                  <a:moveTo>
                    <a:pt x="0" y="56123"/>
                  </a:moveTo>
                  <a:lnTo>
                    <a:pt x="22127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5" name="Output_receptor__5584">
              <a:extLst>
                <a:ext uri="{FF2B5EF4-FFF2-40B4-BE49-F238E27FC236}">
                  <a16:creationId xmlns:a16="http://schemas.microsoft.com/office/drawing/2014/main" id="{EA923FCD-7445-B639-CF31-486293EAEF57}"/>
                </a:ext>
              </a:extLst>
            </p:cNvPr>
            <p:cNvSpPr>
              <a:spLocks noGrp="1"/>
            </p:cNvSpPr>
            <p:nvPr/>
          </p:nvSpPr>
          <p:spPr>
            <a:xfrm>
              <a:off x="16134986" y="2786091"/>
              <a:ext cx="12013" cy="45287"/>
            </a:xfrm>
            <a:custGeom>
              <a:avLst/>
              <a:gdLst/>
              <a:ahLst/>
              <a:cxnLst/>
              <a:rect l="0" t="0" r="0" b="0"/>
              <a:pathLst>
                <a:path w="12013" h="45287">
                  <a:moveTo>
                    <a:pt x="12013" y="452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6" name="Output_receptor__5585">
              <a:extLst>
                <a:ext uri="{FF2B5EF4-FFF2-40B4-BE49-F238E27FC236}">
                  <a16:creationId xmlns:a16="http://schemas.microsoft.com/office/drawing/2014/main" id="{F7C25944-90C6-4C39-B3D0-46EE109E5571}"/>
                </a:ext>
              </a:extLst>
            </p:cNvPr>
            <p:cNvSpPr>
              <a:spLocks noGrp="1"/>
            </p:cNvSpPr>
            <p:nvPr/>
          </p:nvSpPr>
          <p:spPr>
            <a:xfrm>
              <a:off x="16249409" y="3041812"/>
              <a:ext cx="9513" cy="63028"/>
            </a:xfrm>
            <a:custGeom>
              <a:avLst/>
              <a:gdLst/>
              <a:ahLst/>
              <a:cxnLst/>
              <a:rect l="0" t="0" r="0" b="0"/>
              <a:pathLst>
                <a:path w="9513" h="63028">
                  <a:moveTo>
                    <a:pt x="0" y="0"/>
                  </a:moveTo>
                  <a:lnTo>
                    <a:pt x="9513" y="63028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7" name="Output_receptor__5586">
              <a:extLst>
                <a:ext uri="{FF2B5EF4-FFF2-40B4-BE49-F238E27FC236}">
                  <a16:creationId xmlns:a16="http://schemas.microsoft.com/office/drawing/2014/main" id="{5428625B-9417-A247-FE53-3DA21F2E76D4}"/>
                </a:ext>
              </a:extLst>
            </p:cNvPr>
            <p:cNvSpPr>
              <a:spLocks noGrp="1"/>
            </p:cNvSpPr>
            <p:nvPr/>
          </p:nvSpPr>
          <p:spPr>
            <a:xfrm>
              <a:off x="16098712" y="2283201"/>
              <a:ext cx="44449" cy="53764"/>
            </a:xfrm>
            <a:custGeom>
              <a:avLst/>
              <a:gdLst/>
              <a:ahLst/>
              <a:cxnLst/>
              <a:rect l="0" t="0" r="0" b="0"/>
              <a:pathLst>
                <a:path w="44449" h="53764">
                  <a:moveTo>
                    <a:pt x="0" y="0"/>
                  </a:moveTo>
                  <a:lnTo>
                    <a:pt x="44449" y="5376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8" name="Output_receptor__5587">
              <a:extLst>
                <a:ext uri="{FF2B5EF4-FFF2-40B4-BE49-F238E27FC236}">
                  <a16:creationId xmlns:a16="http://schemas.microsoft.com/office/drawing/2014/main" id="{ED111F7B-97F9-052E-EBD1-64050A8B98FC}"/>
                </a:ext>
              </a:extLst>
            </p:cNvPr>
            <p:cNvSpPr>
              <a:spLocks noGrp="1"/>
            </p:cNvSpPr>
            <p:nvPr/>
          </p:nvSpPr>
          <p:spPr>
            <a:xfrm>
              <a:off x="15311473" y="3631348"/>
              <a:ext cx="24475" cy="9833"/>
            </a:xfrm>
            <a:custGeom>
              <a:avLst/>
              <a:gdLst/>
              <a:ahLst/>
              <a:cxnLst/>
              <a:rect l="0" t="0" r="0" b="0"/>
              <a:pathLst>
                <a:path w="24475" h="9833">
                  <a:moveTo>
                    <a:pt x="24475" y="0"/>
                  </a:moveTo>
                  <a:lnTo>
                    <a:pt x="0" y="9833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9" name="Output_receptor__5588">
              <a:extLst>
                <a:ext uri="{FF2B5EF4-FFF2-40B4-BE49-F238E27FC236}">
                  <a16:creationId xmlns:a16="http://schemas.microsoft.com/office/drawing/2014/main" id="{9310D6CF-0481-699B-B1CC-DACBAFF39D02}"/>
                </a:ext>
              </a:extLst>
            </p:cNvPr>
            <p:cNvSpPr>
              <a:spLocks noGrp="1"/>
            </p:cNvSpPr>
            <p:nvPr/>
          </p:nvSpPr>
          <p:spPr>
            <a:xfrm>
              <a:off x="16266885" y="3389136"/>
              <a:ext cx="56064" cy="2484"/>
            </a:xfrm>
            <a:custGeom>
              <a:avLst/>
              <a:gdLst/>
              <a:ahLst/>
              <a:cxnLst/>
              <a:rect l="0" t="0" r="0" b="0"/>
              <a:pathLst>
                <a:path w="56064" h="2484">
                  <a:moveTo>
                    <a:pt x="56064" y="0"/>
                  </a:moveTo>
                  <a:lnTo>
                    <a:pt x="0" y="248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0" name="Output_receptor__5589">
              <a:extLst>
                <a:ext uri="{FF2B5EF4-FFF2-40B4-BE49-F238E27FC236}">
                  <a16:creationId xmlns:a16="http://schemas.microsoft.com/office/drawing/2014/main" id="{0D86F9DB-E65F-8BD5-0DC0-049A0E6865D9}"/>
                </a:ext>
              </a:extLst>
            </p:cNvPr>
            <p:cNvSpPr>
              <a:spLocks noGrp="1"/>
            </p:cNvSpPr>
            <p:nvPr/>
          </p:nvSpPr>
          <p:spPr>
            <a:xfrm>
              <a:off x="15623951" y="2849055"/>
              <a:ext cx="40048" cy="17952"/>
            </a:xfrm>
            <a:custGeom>
              <a:avLst/>
              <a:gdLst/>
              <a:ahLst/>
              <a:cxnLst/>
              <a:rect l="0" t="0" r="0" b="0"/>
              <a:pathLst>
                <a:path w="40048" h="17952">
                  <a:moveTo>
                    <a:pt x="40048" y="0"/>
                  </a:moveTo>
                  <a:lnTo>
                    <a:pt x="0" y="1795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1" name="Output_receptor__5590">
              <a:extLst>
                <a:ext uri="{FF2B5EF4-FFF2-40B4-BE49-F238E27FC236}">
                  <a16:creationId xmlns:a16="http://schemas.microsoft.com/office/drawing/2014/main" id="{AD5779AD-2236-3A04-699A-537815156A6A}"/>
                </a:ext>
              </a:extLst>
            </p:cNvPr>
            <p:cNvSpPr>
              <a:spLocks noGrp="1"/>
            </p:cNvSpPr>
            <p:nvPr/>
          </p:nvSpPr>
          <p:spPr>
            <a:xfrm>
              <a:off x="15457683" y="2925118"/>
              <a:ext cx="16066" cy="58063"/>
            </a:xfrm>
            <a:custGeom>
              <a:avLst/>
              <a:gdLst/>
              <a:ahLst/>
              <a:cxnLst/>
              <a:rect l="0" t="0" r="0" b="0"/>
              <a:pathLst>
                <a:path w="16066" h="58063">
                  <a:moveTo>
                    <a:pt x="0" y="0"/>
                  </a:moveTo>
                  <a:lnTo>
                    <a:pt x="16066" y="58063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2" name="Output_receptor__5591">
              <a:extLst>
                <a:ext uri="{FF2B5EF4-FFF2-40B4-BE49-F238E27FC236}">
                  <a16:creationId xmlns:a16="http://schemas.microsoft.com/office/drawing/2014/main" id="{D26B41EB-93A5-33E2-F331-2B17DC01AF49}"/>
                </a:ext>
              </a:extLst>
            </p:cNvPr>
            <p:cNvSpPr>
              <a:spLocks noGrp="1"/>
            </p:cNvSpPr>
            <p:nvPr/>
          </p:nvSpPr>
          <p:spPr>
            <a:xfrm>
              <a:off x="16168222" y="2511605"/>
              <a:ext cx="19295" cy="63615"/>
            </a:xfrm>
            <a:custGeom>
              <a:avLst/>
              <a:gdLst/>
              <a:ahLst/>
              <a:cxnLst/>
              <a:rect l="0" t="0" r="0" b="0"/>
              <a:pathLst>
                <a:path w="19295" h="63615">
                  <a:moveTo>
                    <a:pt x="19295" y="0"/>
                  </a:moveTo>
                  <a:lnTo>
                    <a:pt x="0" y="6361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3" name="Output_receptor__5592">
              <a:extLst>
                <a:ext uri="{FF2B5EF4-FFF2-40B4-BE49-F238E27FC236}">
                  <a16:creationId xmlns:a16="http://schemas.microsoft.com/office/drawing/2014/main" id="{F2BC56C1-5E30-C6CC-6AA8-C63509AD8DFE}"/>
                </a:ext>
              </a:extLst>
            </p:cNvPr>
            <p:cNvSpPr>
              <a:spLocks noGrp="1"/>
            </p:cNvSpPr>
            <p:nvPr/>
          </p:nvSpPr>
          <p:spPr>
            <a:xfrm>
              <a:off x="15440999" y="2639863"/>
              <a:ext cx="60279" cy="38045"/>
            </a:xfrm>
            <a:custGeom>
              <a:avLst/>
              <a:gdLst/>
              <a:ahLst/>
              <a:cxnLst/>
              <a:rect l="0" t="0" r="0" b="0"/>
              <a:pathLst>
                <a:path w="60279" h="38045">
                  <a:moveTo>
                    <a:pt x="60279" y="0"/>
                  </a:moveTo>
                  <a:lnTo>
                    <a:pt x="0" y="3804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4" name="Output_receptor__5593">
              <a:extLst>
                <a:ext uri="{FF2B5EF4-FFF2-40B4-BE49-F238E27FC236}">
                  <a16:creationId xmlns:a16="http://schemas.microsoft.com/office/drawing/2014/main" id="{7A799E79-85AD-FE58-F43A-239BED81FA49}"/>
                </a:ext>
              </a:extLst>
            </p:cNvPr>
            <p:cNvSpPr>
              <a:spLocks noGrp="1"/>
            </p:cNvSpPr>
            <p:nvPr/>
          </p:nvSpPr>
          <p:spPr>
            <a:xfrm>
              <a:off x="16177359" y="3737346"/>
              <a:ext cx="18149" cy="19190"/>
            </a:xfrm>
            <a:custGeom>
              <a:avLst/>
              <a:gdLst/>
              <a:ahLst/>
              <a:cxnLst/>
              <a:rect l="0" t="0" r="0" b="0"/>
              <a:pathLst>
                <a:path w="18149" h="19190">
                  <a:moveTo>
                    <a:pt x="18149" y="191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5" name="Output_receptor__5594">
              <a:extLst>
                <a:ext uri="{FF2B5EF4-FFF2-40B4-BE49-F238E27FC236}">
                  <a16:creationId xmlns:a16="http://schemas.microsoft.com/office/drawing/2014/main" id="{D6E1CA6A-F001-72FF-D29D-170A2CC3F4C2}"/>
                </a:ext>
              </a:extLst>
            </p:cNvPr>
            <p:cNvSpPr>
              <a:spLocks noGrp="1"/>
            </p:cNvSpPr>
            <p:nvPr/>
          </p:nvSpPr>
          <p:spPr>
            <a:xfrm>
              <a:off x="15510992" y="3547158"/>
              <a:ext cx="41487" cy="44366"/>
            </a:xfrm>
            <a:custGeom>
              <a:avLst/>
              <a:gdLst/>
              <a:ahLst/>
              <a:cxnLst/>
              <a:rect l="0" t="0" r="0" b="0"/>
              <a:pathLst>
                <a:path w="41487" h="44366">
                  <a:moveTo>
                    <a:pt x="41487" y="0"/>
                  </a:moveTo>
                  <a:lnTo>
                    <a:pt x="0" y="4436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6" name="Output_receptor__5595">
              <a:extLst>
                <a:ext uri="{FF2B5EF4-FFF2-40B4-BE49-F238E27FC236}">
                  <a16:creationId xmlns:a16="http://schemas.microsoft.com/office/drawing/2014/main" id="{3F2886C2-B15B-029E-F44E-205A5826A370}"/>
                </a:ext>
              </a:extLst>
            </p:cNvPr>
            <p:cNvSpPr>
              <a:spLocks noGrp="1"/>
            </p:cNvSpPr>
            <p:nvPr/>
          </p:nvSpPr>
          <p:spPr>
            <a:xfrm>
              <a:off x="15341505" y="3225211"/>
              <a:ext cx="15021" cy="5371"/>
            </a:xfrm>
            <a:custGeom>
              <a:avLst/>
              <a:gdLst/>
              <a:ahLst/>
              <a:cxnLst/>
              <a:rect l="0" t="0" r="0" b="0"/>
              <a:pathLst>
                <a:path w="15021" h="5371">
                  <a:moveTo>
                    <a:pt x="0" y="5371"/>
                  </a:moveTo>
                  <a:lnTo>
                    <a:pt x="15021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7" name="Output_receptor__5596">
              <a:extLst>
                <a:ext uri="{FF2B5EF4-FFF2-40B4-BE49-F238E27FC236}">
                  <a16:creationId xmlns:a16="http://schemas.microsoft.com/office/drawing/2014/main" id="{0C590F8B-35E4-5732-AA76-4A2454744C21}"/>
                </a:ext>
              </a:extLst>
            </p:cNvPr>
            <p:cNvSpPr>
              <a:spLocks noGrp="1"/>
            </p:cNvSpPr>
            <p:nvPr/>
          </p:nvSpPr>
          <p:spPr>
            <a:xfrm>
              <a:off x="15654188" y="3477776"/>
              <a:ext cx="30915" cy="43091"/>
            </a:xfrm>
            <a:custGeom>
              <a:avLst/>
              <a:gdLst/>
              <a:ahLst/>
              <a:cxnLst/>
              <a:rect l="0" t="0" r="0" b="0"/>
              <a:pathLst>
                <a:path w="30915" h="43091">
                  <a:moveTo>
                    <a:pt x="0" y="43091"/>
                  </a:moveTo>
                  <a:lnTo>
                    <a:pt x="30915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8" name="Output_receptor__5597">
              <a:extLst>
                <a:ext uri="{FF2B5EF4-FFF2-40B4-BE49-F238E27FC236}">
                  <a16:creationId xmlns:a16="http://schemas.microsoft.com/office/drawing/2014/main" id="{95CE9DD2-89F2-BD96-5150-44AA79217BA6}"/>
                </a:ext>
              </a:extLst>
            </p:cNvPr>
            <p:cNvSpPr>
              <a:spLocks noGrp="1"/>
            </p:cNvSpPr>
            <p:nvPr/>
          </p:nvSpPr>
          <p:spPr>
            <a:xfrm>
              <a:off x="16161843" y="3068669"/>
              <a:ext cx="9661" cy="63622"/>
            </a:xfrm>
            <a:custGeom>
              <a:avLst/>
              <a:gdLst/>
              <a:ahLst/>
              <a:cxnLst/>
              <a:rect l="0" t="0" r="0" b="0"/>
              <a:pathLst>
                <a:path w="9661" h="63622">
                  <a:moveTo>
                    <a:pt x="0" y="0"/>
                  </a:moveTo>
                  <a:lnTo>
                    <a:pt x="9661" y="6362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9" name="Output_receptor__5598">
              <a:extLst>
                <a:ext uri="{FF2B5EF4-FFF2-40B4-BE49-F238E27FC236}">
                  <a16:creationId xmlns:a16="http://schemas.microsoft.com/office/drawing/2014/main" id="{534501DC-FC31-BE68-0795-1B3EEB808D95}"/>
                </a:ext>
              </a:extLst>
            </p:cNvPr>
            <p:cNvSpPr>
              <a:spLocks noGrp="1"/>
            </p:cNvSpPr>
            <p:nvPr/>
          </p:nvSpPr>
          <p:spPr>
            <a:xfrm>
              <a:off x="15953589" y="3228276"/>
              <a:ext cx="42076" cy="57958"/>
            </a:xfrm>
            <a:custGeom>
              <a:avLst/>
              <a:gdLst/>
              <a:ahLst/>
              <a:cxnLst/>
              <a:rect l="0" t="0" r="0" b="0"/>
              <a:pathLst>
                <a:path w="42076" h="57958">
                  <a:moveTo>
                    <a:pt x="42076" y="0"/>
                  </a:moveTo>
                  <a:lnTo>
                    <a:pt x="0" y="57958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0" name="Output_receptor__5599">
              <a:extLst>
                <a:ext uri="{FF2B5EF4-FFF2-40B4-BE49-F238E27FC236}">
                  <a16:creationId xmlns:a16="http://schemas.microsoft.com/office/drawing/2014/main" id="{537ED413-5CAA-8028-28A6-D7E236D8CD6E}"/>
                </a:ext>
              </a:extLst>
            </p:cNvPr>
            <p:cNvSpPr>
              <a:spLocks noGrp="1"/>
            </p:cNvSpPr>
            <p:nvPr/>
          </p:nvSpPr>
          <p:spPr>
            <a:xfrm>
              <a:off x="16446292" y="2730851"/>
              <a:ext cx="25835" cy="34056"/>
            </a:xfrm>
            <a:custGeom>
              <a:avLst/>
              <a:gdLst/>
              <a:ahLst/>
              <a:cxnLst/>
              <a:rect l="0" t="0" r="0" b="0"/>
              <a:pathLst>
                <a:path w="25835" h="34056">
                  <a:moveTo>
                    <a:pt x="0" y="0"/>
                  </a:moveTo>
                  <a:lnTo>
                    <a:pt x="25835" y="3405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1" name="Output_receptor__5600">
              <a:extLst>
                <a:ext uri="{FF2B5EF4-FFF2-40B4-BE49-F238E27FC236}">
                  <a16:creationId xmlns:a16="http://schemas.microsoft.com/office/drawing/2014/main" id="{CEC6E9FF-71E8-A8D4-3C20-F5F4B9E9B025}"/>
                </a:ext>
              </a:extLst>
            </p:cNvPr>
            <p:cNvSpPr>
              <a:spLocks noGrp="1"/>
            </p:cNvSpPr>
            <p:nvPr/>
          </p:nvSpPr>
          <p:spPr>
            <a:xfrm>
              <a:off x="15683884" y="3426529"/>
              <a:ext cx="1219" cy="51246"/>
            </a:xfrm>
            <a:custGeom>
              <a:avLst/>
              <a:gdLst/>
              <a:ahLst/>
              <a:cxnLst/>
              <a:rect l="0" t="0" r="0" b="0"/>
              <a:pathLst>
                <a:path w="1219" h="51246">
                  <a:moveTo>
                    <a:pt x="1219" y="51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2" name="Output_receptor__5601">
              <a:extLst>
                <a:ext uri="{FF2B5EF4-FFF2-40B4-BE49-F238E27FC236}">
                  <a16:creationId xmlns:a16="http://schemas.microsoft.com/office/drawing/2014/main" id="{8E6D22AD-33BE-7197-97FE-EB4E7DE11E53}"/>
                </a:ext>
              </a:extLst>
            </p:cNvPr>
            <p:cNvSpPr>
              <a:spLocks noGrp="1"/>
            </p:cNvSpPr>
            <p:nvPr/>
          </p:nvSpPr>
          <p:spPr>
            <a:xfrm>
              <a:off x="16079661" y="3148316"/>
              <a:ext cx="17688" cy="69418"/>
            </a:xfrm>
            <a:custGeom>
              <a:avLst/>
              <a:gdLst/>
              <a:ahLst/>
              <a:cxnLst/>
              <a:rect l="0" t="0" r="0" b="0"/>
              <a:pathLst>
                <a:path w="17688" h="69418">
                  <a:moveTo>
                    <a:pt x="0" y="0"/>
                  </a:moveTo>
                  <a:lnTo>
                    <a:pt x="17688" y="69418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3" name="Output_receptor__5602">
              <a:extLst>
                <a:ext uri="{FF2B5EF4-FFF2-40B4-BE49-F238E27FC236}">
                  <a16:creationId xmlns:a16="http://schemas.microsoft.com/office/drawing/2014/main" id="{118E9522-BE72-C6EE-451B-2BC5AF7319DC}"/>
                </a:ext>
              </a:extLst>
            </p:cNvPr>
            <p:cNvSpPr>
              <a:spLocks noGrp="1"/>
            </p:cNvSpPr>
            <p:nvPr/>
          </p:nvSpPr>
          <p:spPr>
            <a:xfrm>
              <a:off x="15660543" y="3647231"/>
              <a:ext cx="47004" cy="29904"/>
            </a:xfrm>
            <a:custGeom>
              <a:avLst/>
              <a:gdLst/>
              <a:ahLst/>
              <a:cxnLst/>
              <a:rect l="0" t="0" r="0" b="0"/>
              <a:pathLst>
                <a:path w="47004" h="29904">
                  <a:moveTo>
                    <a:pt x="0" y="0"/>
                  </a:moveTo>
                  <a:lnTo>
                    <a:pt x="47004" y="29904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4" name="Output_receptor__5603">
              <a:extLst>
                <a:ext uri="{FF2B5EF4-FFF2-40B4-BE49-F238E27FC236}">
                  <a16:creationId xmlns:a16="http://schemas.microsoft.com/office/drawing/2014/main" id="{F80C24FC-A62E-F5FF-2255-CC9ECB7AB767}"/>
                </a:ext>
              </a:extLst>
            </p:cNvPr>
            <p:cNvSpPr>
              <a:spLocks noGrp="1"/>
            </p:cNvSpPr>
            <p:nvPr/>
          </p:nvSpPr>
          <p:spPr>
            <a:xfrm>
              <a:off x="16187517" y="2499588"/>
              <a:ext cx="69267" cy="12017"/>
            </a:xfrm>
            <a:custGeom>
              <a:avLst/>
              <a:gdLst/>
              <a:ahLst/>
              <a:cxnLst/>
              <a:rect l="0" t="0" r="0" b="0"/>
              <a:pathLst>
                <a:path w="69267" h="12017">
                  <a:moveTo>
                    <a:pt x="69267" y="0"/>
                  </a:moveTo>
                  <a:lnTo>
                    <a:pt x="0" y="12017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5" name="Output_receptor__5604">
              <a:extLst>
                <a:ext uri="{FF2B5EF4-FFF2-40B4-BE49-F238E27FC236}">
                  <a16:creationId xmlns:a16="http://schemas.microsoft.com/office/drawing/2014/main" id="{62B8A79D-6355-1680-6A0B-86273F11A9AB}"/>
                </a:ext>
              </a:extLst>
            </p:cNvPr>
            <p:cNvSpPr>
              <a:spLocks noGrp="1"/>
            </p:cNvSpPr>
            <p:nvPr/>
          </p:nvSpPr>
          <p:spPr>
            <a:xfrm>
              <a:off x="16174127" y="2735686"/>
              <a:ext cx="51380" cy="49625"/>
            </a:xfrm>
            <a:custGeom>
              <a:avLst/>
              <a:gdLst/>
              <a:ahLst/>
              <a:cxnLst/>
              <a:rect l="0" t="0" r="0" b="0"/>
              <a:pathLst>
                <a:path w="51380" h="49625">
                  <a:moveTo>
                    <a:pt x="0" y="0"/>
                  </a:moveTo>
                  <a:lnTo>
                    <a:pt x="51380" y="4962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6" name="Output_receptor__5605">
              <a:extLst>
                <a:ext uri="{FF2B5EF4-FFF2-40B4-BE49-F238E27FC236}">
                  <a16:creationId xmlns:a16="http://schemas.microsoft.com/office/drawing/2014/main" id="{1F5ADF3C-8904-0798-173D-5CB9AAA7C921}"/>
                </a:ext>
              </a:extLst>
            </p:cNvPr>
            <p:cNvSpPr>
              <a:spLocks noGrp="1"/>
            </p:cNvSpPr>
            <p:nvPr/>
          </p:nvSpPr>
          <p:spPr>
            <a:xfrm>
              <a:off x="15457683" y="2893067"/>
              <a:ext cx="59872" cy="32051"/>
            </a:xfrm>
            <a:custGeom>
              <a:avLst/>
              <a:gdLst/>
              <a:ahLst/>
              <a:cxnLst/>
              <a:rect l="0" t="0" r="0" b="0"/>
              <a:pathLst>
                <a:path w="59872" h="32051">
                  <a:moveTo>
                    <a:pt x="59872" y="0"/>
                  </a:moveTo>
                  <a:lnTo>
                    <a:pt x="0" y="32051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7" name="Output_receptor__5606">
              <a:extLst>
                <a:ext uri="{FF2B5EF4-FFF2-40B4-BE49-F238E27FC236}">
                  <a16:creationId xmlns:a16="http://schemas.microsoft.com/office/drawing/2014/main" id="{356E0D69-52BD-C609-9E57-D724B77720E9}"/>
                </a:ext>
              </a:extLst>
            </p:cNvPr>
            <p:cNvSpPr>
              <a:spLocks noGrp="1"/>
            </p:cNvSpPr>
            <p:nvPr/>
          </p:nvSpPr>
          <p:spPr>
            <a:xfrm>
              <a:off x="15398772" y="3701699"/>
              <a:ext cx="37094" cy="37267"/>
            </a:xfrm>
            <a:custGeom>
              <a:avLst/>
              <a:gdLst/>
              <a:ahLst/>
              <a:cxnLst/>
              <a:rect l="0" t="0" r="0" b="0"/>
              <a:pathLst>
                <a:path w="37094" h="37267">
                  <a:moveTo>
                    <a:pt x="37094" y="0"/>
                  </a:moveTo>
                  <a:lnTo>
                    <a:pt x="0" y="3726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8" name="Output_receptor__5607">
              <a:extLst>
                <a:ext uri="{FF2B5EF4-FFF2-40B4-BE49-F238E27FC236}">
                  <a16:creationId xmlns:a16="http://schemas.microsoft.com/office/drawing/2014/main" id="{AE5E5402-D4FD-5E24-8679-075C25A63B96}"/>
                </a:ext>
              </a:extLst>
            </p:cNvPr>
            <p:cNvSpPr>
              <a:spLocks noGrp="1"/>
            </p:cNvSpPr>
            <p:nvPr/>
          </p:nvSpPr>
          <p:spPr>
            <a:xfrm>
              <a:off x="15308173" y="2856661"/>
              <a:ext cx="3178" cy="45024"/>
            </a:xfrm>
            <a:custGeom>
              <a:avLst/>
              <a:gdLst/>
              <a:ahLst/>
              <a:cxnLst/>
              <a:rect l="0" t="0" r="0" b="0"/>
              <a:pathLst>
                <a:path w="3178" h="45024">
                  <a:moveTo>
                    <a:pt x="3178" y="450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9" name="Output_receptor__5608">
              <a:extLst>
                <a:ext uri="{FF2B5EF4-FFF2-40B4-BE49-F238E27FC236}">
                  <a16:creationId xmlns:a16="http://schemas.microsoft.com/office/drawing/2014/main" id="{A95B5ECF-7BD6-A9C2-D0C8-D6E9E81CCDE6}"/>
                </a:ext>
              </a:extLst>
            </p:cNvPr>
            <p:cNvSpPr>
              <a:spLocks noGrp="1"/>
            </p:cNvSpPr>
            <p:nvPr/>
          </p:nvSpPr>
          <p:spPr>
            <a:xfrm>
              <a:off x="16322949" y="3389136"/>
              <a:ext cx="17943" cy="66353"/>
            </a:xfrm>
            <a:custGeom>
              <a:avLst/>
              <a:gdLst/>
              <a:ahLst/>
              <a:cxnLst/>
              <a:rect l="0" t="0" r="0" b="0"/>
              <a:pathLst>
                <a:path w="17943" h="66353">
                  <a:moveTo>
                    <a:pt x="17943" y="66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10" name="Output_receptor__5609">
              <a:extLst>
                <a:ext uri="{FF2B5EF4-FFF2-40B4-BE49-F238E27FC236}">
                  <a16:creationId xmlns:a16="http://schemas.microsoft.com/office/drawing/2014/main" id="{71615F4C-4083-1AC9-C440-A376E7CEEB2C}"/>
                </a:ext>
              </a:extLst>
            </p:cNvPr>
            <p:cNvSpPr>
              <a:spLocks noGrp="1"/>
            </p:cNvSpPr>
            <p:nvPr/>
          </p:nvSpPr>
          <p:spPr>
            <a:xfrm>
              <a:off x="15766144" y="3429056"/>
              <a:ext cx="10677" cy="64338"/>
            </a:xfrm>
            <a:custGeom>
              <a:avLst/>
              <a:gdLst/>
              <a:ahLst/>
              <a:cxnLst/>
              <a:rect l="0" t="0" r="0" b="0"/>
              <a:pathLst>
                <a:path w="10677" h="64338">
                  <a:moveTo>
                    <a:pt x="0" y="64338"/>
                  </a:moveTo>
                  <a:lnTo>
                    <a:pt x="10677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1" name="Output_receptor__5610">
              <a:extLst>
                <a:ext uri="{FF2B5EF4-FFF2-40B4-BE49-F238E27FC236}">
                  <a16:creationId xmlns:a16="http://schemas.microsoft.com/office/drawing/2014/main" id="{3335F226-B6B8-1CCC-D8DD-3189E25A7B04}"/>
                </a:ext>
              </a:extLst>
            </p:cNvPr>
            <p:cNvSpPr>
              <a:spLocks noGrp="1"/>
            </p:cNvSpPr>
            <p:nvPr/>
          </p:nvSpPr>
          <p:spPr>
            <a:xfrm>
              <a:off x="14985138" y="2864275"/>
              <a:ext cx="39157" cy="53281"/>
            </a:xfrm>
            <a:custGeom>
              <a:avLst/>
              <a:gdLst/>
              <a:ahLst/>
              <a:cxnLst/>
              <a:rect l="0" t="0" r="0" b="0"/>
              <a:pathLst>
                <a:path w="39157" h="53281">
                  <a:moveTo>
                    <a:pt x="0" y="53281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2" name="Output_receptor__5611">
              <a:extLst>
                <a:ext uri="{FF2B5EF4-FFF2-40B4-BE49-F238E27FC236}">
                  <a16:creationId xmlns:a16="http://schemas.microsoft.com/office/drawing/2014/main" id="{05D7DB7F-FD34-D70C-FE42-9B146999D938}"/>
                </a:ext>
              </a:extLst>
            </p:cNvPr>
            <p:cNvSpPr>
              <a:spLocks noGrp="1"/>
            </p:cNvSpPr>
            <p:nvPr/>
          </p:nvSpPr>
          <p:spPr>
            <a:xfrm>
              <a:off x="15241305" y="3569730"/>
              <a:ext cx="58452" cy="17269"/>
            </a:xfrm>
            <a:custGeom>
              <a:avLst/>
              <a:gdLst/>
              <a:ahLst/>
              <a:cxnLst/>
              <a:rect l="0" t="0" r="0" b="0"/>
              <a:pathLst>
                <a:path w="58452" h="17269">
                  <a:moveTo>
                    <a:pt x="58452" y="0"/>
                  </a:moveTo>
                  <a:lnTo>
                    <a:pt x="0" y="17269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3" name="Output_receptor__5612">
              <a:extLst>
                <a:ext uri="{FF2B5EF4-FFF2-40B4-BE49-F238E27FC236}">
                  <a16:creationId xmlns:a16="http://schemas.microsoft.com/office/drawing/2014/main" id="{F1B58C07-BACF-B57F-482F-04334166B231}"/>
                </a:ext>
              </a:extLst>
            </p:cNvPr>
            <p:cNvSpPr>
              <a:spLocks noGrp="1"/>
            </p:cNvSpPr>
            <p:nvPr/>
          </p:nvSpPr>
          <p:spPr>
            <a:xfrm>
              <a:off x="15574781" y="3471025"/>
              <a:ext cx="30333" cy="2582"/>
            </a:xfrm>
            <a:custGeom>
              <a:avLst/>
              <a:gdLst/>
              <a:ahLst/>
              <a:cxnLst/>
              <a:rect l="0" t="0" r="0" b="0"/>
              <a:pathLst>
                <a:path w="30333" h="2582">
                  <a:moveTo>
                    <a:pt x="0" y="2582"/>
                  </a:moveTo>
                  <a:lnTo>
                    <a:pt x="30333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4" name="Output_receptor__5613">
              <a:extLst>
                <a:ext uri="{FF2B5EF4-FFF2-40B4-BE49-F238E27FC236}">
                  <a16:creationId xmlns:a16="http://schemas.microsoft.com/office/drawing/2014/main" id="{932FCC7B-588C-69F8-8C3B-30DCED0918F9}"/>
                </a:ext>
              </a:extLst>
            </p:cNvPr>
            <p:cNvSpPr>
              <a:spLocks noGrp="1"/>
            </p:cNvSpPr>
            <p:nvPr/>
          </p:nvSpPr>
          <p:spPr>
            <a:xfrm>
              <a:off x="14930425" y="3219068"/>
              <a:ext cx="14800" cy="62394"/>
            </a:xfrm>
            <a:custGeom>
              <a:avLst/>
              <a:gdLst/>
              <a:ahLst/>
              <a:cxnLst/>
              <a:rect l="0" t="0" r="0" b="0"/>
              <a:pathLst>
                <a:path w="14800" h="62394">
                  <a:moveTo>
                    <a:pt x="14800" y="6239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5" name="Output_receptor__5614">
              <a:extLst>
                <a:ext uri="{FF2B5EF4-FFF2-40B4-BE49-F238E27FC236}">
                  <a16:creationId xmlns:a16="http://schemas.microsoft.com/office/drawing/2014/main" id="{3EB36407-5708-429E-59F2-B5E44B6E797A}"/>
                </a:ext>
              </a:extLst>
            </p:cNvPr>
            <p:cNvSpPr>
              <a:spLocks noGrp="1"/>
            </p:cNvSpPr>
            <p:nvPr/>
          </p:nvSpPr>
          <p:spPr>
            <a:xfrm>
              <a:off x="15306027" y="3440709"/>
              <a:ext cx="6713" cy="14737"/>
            </a:xfrm>
            <a:custGeom>
              <a:avLst/>
              <a:gdLst/>
              <a:ahLst/>
              <a:cxnLst/>
              <a:rect l="0" t="0" r="0" b="0"/>
              <a:pathLst>
                <a:path w="6713" h="14737">
                  <a:moveTo>
                    <a:pt x="6713" y="14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6" name="Output_receptor__5615">
              <a:extLst>
                <a:ext uri="{FF2B5EF4-FFF2-40B4-BE49-F238E27FC236}">
                  <a16:creationId xmlns:a16="http://schemas.microsoft.com/office/drawing/2014/main" id="{153FC7E3-A0F3-96E7-B11D-09F98511D3C2}"/>
                </a:ext>
              </a:extLst>
            </p:cNvPr>
            <p:cNvSpPr>
              <a:spLocks noGrp="1"/>
            </p:cNvSpPr>
            <p:nvPr/>
          </p:nvSpPr>
          <p:spPr>
            <a:xfrm>
              <a:off x="14956597" y="3065726"/>
              <a:ext cx="8433" cy="70092"/>
            </a:xfrm>
            <a:custGeom>
              <a:avLst/>
              <a:gdLst/>
              <a:ahLst/>
              <a:cxnLst/>
              <a:rect l="0" t="0" r="0" b="0"/>
              <a:pathLst>
                <a:path w="8433" h="70092">
                  <a:moveTo>
                    <a:pt x="8433" y="70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7" name="Output_receptor__5616">
              <a:extLst>
                <a:ext uri="{FF2B5EF4-FFF2-40B4-BE49-F238E27FC236}">
                  <a16:creationId xmlns:a16="http://schemas.microsoft.com/office/drawing/2014/main" id="{27370674-0138-80DF-B27A-FEFCF5D8037E}"/>
                </a:ext>
              </a:extLst>
            </p:cNvPr>
            <p:cNvSpPr>
              <a:spLocks noGrp="1"/>
            </p:cNvSpPr>
            <p:nvPr/>
          </p:nvSpPr>
          <p:spPr>
            <a:xfrm>
              <a:off x="15429731" y="3343459"/>
              <a:ext cx="14885" cy="36072"/>
            </a:xfrm>
            <a:custGeom>
              <a:avLst/>
              <a:gdLst/>
              <a:ahLst/>
              <a:cxnLst/>
              <a:rect l="0" t="0" r="0" b="0"/>
              <a:pathLst>
                <a:path w="14885" h="36072">
                  <a:moveTo>
                    <a:pt x="0" y="0"/>
                  </a:moveTo>
                  <a:lnTo>
                    <a:pt x="14885" y="36072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8" name="Output_receptor__5617">
              <a:extLst>
                <a:ext uri="{FF2B5EF4-FFF2-40B4-BE49-F238E27FC236}">
                  <a16:creationId xmlns:a16="http://schemas.microsoft.com/office/drawing/2014/main" id="{16C37E7C-B831-B8CE-D52A-F68B7163AF06}"/>
                </a:ext>
              </a:extLst>
            </p:cNvPr>
            <p:cNvSpPr>
              <a:spLocks noGrp="1"/>
            </p:cNvSpPr>
            <p:nvPr/>
          </p:nvSpPr>
          <p:spPr>
            <a:xfrm>
              <a:off x="15517555" y="2848661"/>
              <a:ext cx="36229" cy="44406"/>
            </a:xfrm>
            <a:custGeom>
              <a:avLst/>
              <a:gdLst/>
              <a:ahLst/>
              <a:cxnLst/>
              <a:rect l="0" t="0" r="0" b="0"/>
              <a:pathLst>
                <a:path w="36229" h="44406">
                  <a:moveTo>
                    <a:pt x="36229" y="0"/>
                  </a:moveTo>
                  <a:lnTo>
                    <a:pt x="0" y="44406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9" name="Output_receptor__5618">
              <a:extLst>
                <a:ext uri="{FF2B5EF4-FFF2-40B4-BE49-F238E27FC236}">
                  <a16:creationId xmlns:a16="http://schemas.microsoft.com/office/drawing/2014/main" id="{41035E00-C647-3253-481D-024264006B43}"/>
                </a:ext>
              </a:extLst>
            </p:cNvPr>
            <p:cNvSpPr>
              <a:spLocks noGrp="1"/>
            </p:cNvSpPr>
            <p:nvPr/>
          </p:nvSpPr>
          <p:spPr>
            <a:xfrm>
              <a:off x="15365933" y="2971923"/>
              <a:ext cx="27234" cy="66568"/>
            </a:xfrm>
            <a:custGeom>
              <a:avLst/>
              <a:gdLst/>
              <a:ahLst/>
              <a:cxnLst/>
              <a:rect l="0" t="0" r="0" b="0"/>
              <a:pathLst>
                <a:path w="27234" h="66568">
                  <a:moveTo>
                    <a:pt x="0" y="0"/>
                  </a:moveTo>
                  <a:lnTo>
                    <a:pt x="27234" y="66568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20" name="Output_receptor__5619">
              <a:extLst>
                <a:ext uri="{FF2B5EF4-FFF2-40B4-BE49-F238E27FC236}">
                  <a16:creationId xmlns:a16="http://schemas.microsoft.com/office/drawing/2014/main" id="{48E42CA9-9D53-0C0A-1A72-6DB19A172839}"/>
                </a:ext>
              </a:extLst>
            </p:cNvPr>
            <p:cNvSpPr>
              <a:spLocks noGrp="1"/>
            </p:cNvSpPr>
            <p:nvPr/>
          </p:nvSpPr>
          <p:spPr>
            <a:xfrm>
              <a:off x="15215807" y="3587000"/>
              <a:ext cx="25499" cy="43788"/>
            </a:xfrm>
            <a:custGeom>
              <a:avLst/>
              <a:gdLst/>
              <a:ahLst/>
              <a:cxnLst/>
              <a:rect l="0" t="0" r="0" b="0"/>
              <a:pathLst>
                <a:path w="25499" h="43788">
                  <a:moveTo>
                    <a:pt x="25499" y="0"/>
                  </a:moveTo>
                  <a:lnTo>
                    <a:pt x="0" y="43788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21" name="Output_receptor__5620">
              <a:extLst>
                <a:ext uri="{FF2B5EF4-FFF2-40B4-BE49-F238E27FC236}">
                  <a16:creationId xmlns:a16="http://schemas.microsoft.com/office/drawing/2014/main" id="{22254B12-025B-8CEF-8C2E-8BCF2EBB2C02}"/>
                </a:ext>
              </a:extLst>
            </p:cNvPr>
            <p:cNvSpPr>
              <a:spLocks noGrp="1"/>
            </p:cNvSpPr>
            <p:nvPr/>
          </p:nvSpPr>
          <p:spPr>
            <a:xfrm>
              <a:off x="16256784" y="2456834"/>
              <a:ext cx="41175" cy="42754"/>
            </a:xfrm>
            <a:custGeom>
              <a:avLst/>
              <a:gdLst/>
              <a:ahLst/>
              <a:cxnLst/>
              <a:rect l="0" t="0" r="0" b="0"/>
              <a:pathLst>
                <a:path w="41175" h="42754">
                  <a:moveTo>
                    <a:pt x="41175" y="0"/>
                  </a:moveTo>
                  <a:lnTo>
                    <a:pt x="0" y="42754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22" name="Output_receptor__5621">
              <a:extLst>
                <a:ext uri="{FF2B5EF4-FFF2-40B4-BE49-F238E27FC236}">
                  <a16:creationId xmlns:a16="http://schemas.microsoft.com/office/drawing/2014/main" id="{010DF012-4153-34F7-2F18-FC1C68C7181E}"/>
                </a:ext>
              </a:extLst>
            </p:cNvPr>
            <p:cNvSpPr>
              <a:spLocks noGrp="1"/>
            </p:cNvSpPr>
            <p:nvPr/>
          </p:nvSpPr>
          <p:spPr>
            <a:xfrm>
              <a:off x="15740716" y="3084384"/>
              <a:ext cx="31319" cy="63639"/>
            </a:xfrm>
            <a:custGeom>
              <a:avLst/>
              <a:gdLst/>
              <a:ahLst/>
              <a:cxnLst/>
              <a:rect l="0" t="0" r="0" b="0"/>
              <a:pathLst>
                <a:path w="31319" h="63639">
                  <a:moveTo>
                    <a:pt x="0" y="63639"/>
                  </a:moveTo>
                  <a:lnTo>
                    <a:pt x="3131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3" name="Output_receptor__5622">
              <a:extLst>
                <a:ext uri="{FF2B5EF4-FFF2-40B4-BE49-F238E27FC236}">
                  <a16:creationId xmlns:a16="http://schemas.microsoft.com/office/drawing/2014/main" id="{60AE6DE0-0356-B961-05F6-7704BB891E22}"/>
                </a:ext>
              </a:extLst>
            </p:cNvPr>
            <p:cNvSpPr>
              <a:spLocks noGrp="1"/>
            </p:cNvSpPr>
            <p:nvPr/>
          </p:nvSpPr>
          <p:spPr>
            <a:xfrm>
              <a:off x="16167953" y="3132291"/>
              <a:ext cx="3551" cy="31637"/>
            </a:xfrm>
            <a:custGeom>
              <a:avLst/>
              <a:gdLst/>
              <a:ahLst/>
              <a:cxnLst/>
              <a:rect l="0" t="0" r="0" b="0"/>
              <a:pathLst>
                <a:path w="3551" h="31637">
                  <a:moveTo>
                    <a:pt x="3551" y="0"/>
                  </a:moveTo>
                  <a:lnTo>
                    <a:pt x="0" y="3163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4" name="Output_receptor__5623">
              <a:extLst>
                <a:ext uri="{FF2B5EF4-FFF2-40B4-BE49-F238E27FC236}">
                  <a16:creationId xmlns:a16="http://schemas.microsoft.com/office/drawing/2014/main" id="{E418920D-11AD-E805-5A66-47787D2EA321}"/>
                </a:ext>
              </a:extLst>
            </p:cNvPr>
            <p:cNvSpPr>
              <a:spLocks noGrp="1"/>
            </p:cNvSpPr>
            <p:nvPr/>
          </p:nvSpPr>
          <p:spPr>
            <a:xfrm>
              <a:off x="15710061" y="2628758"/>
              <a:ext cx="52121" cy="44123"/>
            </a:xfrm>
            <a:custGeom>
              <a:avLst/>
              <a:gdLst/>
              <a:ahLst/>
              <a:cxnLst/>
              <a:rect l="0" t="0" r="0" b="0"/>
              <a:pathLst>
                <a:path w="52121" h="44123">
                  <a:moveTo>
                    <a:pt x="0" y="44123"/>
                  </a:moveTo>
                  <a:lnTo>
                    <a:pt x="52121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5" name="Output_receptor__5624">
              <a:extLst>
                <a:ext uri="{FF2B5EF4-FFF2-40B4-BE49-F238E27FC236}">
                  <a16:creationId xmlns:a16="http://schemas.microsoft.com/office/drawing/2014/main" id="{AC74F31F-D5D3-4C7F-D8AF-972F8C9DA3BC}"/>
                </a:ext>
              </a:extLst>
            </p:cNvPr>
            <p:cNvSpPr>
              <a:spLocks noGrp="1"/>
            </p:cNvSpPr>
            <p:nvPr/>
          </p:nvSpPr>
          <p:spPr>
            <a:xfrm>
              <a:off x="15668796" y="2571192"/>
              <a:ext cx="4202" cy="32108"/>
            </a:xfrm>
            <a:custGeom>
              <a:avLst/>
              <a:gdLst/>
              <a:ahLst/>
              <a:cxnLst/>
              <a:rect l="0" t="0" r="0" b="0"/>
              <a:pathLst>
                <a:path w="4202" h="32108">
                  <a:moveTo>
                    <a:pt x="0" y="0"/>
                  </a:moveTo>
                  <a:lnTo>
                    <a:pt x="4202" y="3210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6" name="Output_receptor__5625">
              <a:extLst>
                <a:ext uri="{FF2B5EF4-FFF2-40B4-BE49-F238E27FC236}">
                  <a16:creationId xmlns:a16="http://schemas.microsoft.com/office/drawing/2014/main" id="{FF0CBD70-14E2-44BE-1A22-0E8E97CD721F}"/>
                </a:ext>
              </a:extLst>
            </p:cNvPr>
            <p:cNvSpPr>
              <a:spLocks noGrp="1"/>
            </p:cNvSpPr>
            <p:nvPr/>
          </p:nvSpPr>
          <p:spPr>
            <a:xfrm>
              <a:off x="15876517" y="3056359"/>
              <a:ext cx="69677" cy="8708"/>
            </a:xfrm>
            <a:custGeom>
              <a:avLst/>
              <a:gdLst/>
              <a:ahLst/>
              <a:cxnLst/>
              <a:rect l="0" t="0" r="0" b="0"/>
              <a:pathLst>
                <a:path w="69677" h="8708">
                  <a:moveTo>
                    <a:pt x="0" y="0"/>
                  </a:moveTo>
                  <a:lnTo>
                    <a:pt x="69677" y="870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7" name="Output_receptor__5626">
              <a:extLst>
                <a:ext uri="{FF2B5EF4-FFF2-40B4-BE49-F238E27FC236}">
                  <a16:creationId xmlns:a16="http://schemas.microsoft.com/office/drawing/2014/main" id="{C5D3651A-B6B4-0B2A-6A44-EA295BF3374F}"/>
                </a:ext>
              </a:extLst>
            </p:cNvPr>
            <p:cNvSpPr>
              <a:spLocks noGrp="1"/>
            </p:cNvSpPr>
            <p:nvPr/>
          </p:nvSpPr>
          <p:spPr>
            <a:xfrm>
              <a:off x="15663999" y="2849055"/>
              <a:ext cx="40545" cy="58890"/>
            </a:xfrm>
            <a:custGeom>
              <a:avLst/>
              <a:gdLst/>
              <a:ahLst/>
              <a:cxnLst/>
              <a:rect l="0" t="0" r="0" b="0"/>
              <a:pathLst>
                <a:path w="40545" h="58890">
                  <a:moveTo>
                    <a:pt x="40545" y="588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8" name="Output_receptor__5627">
              <a:extLst>
                <a:ext uri="{FF2B5EF4-FFF2-40B4-BE49-F238E27FC236}">
                  <a16:creationId xmlns:a16="http://schemas.microsoft.com/office/drawing/2014/main" id="{A9ACEFA7-0100-6917-850A-5401526D30D9}"/>
                </a:ext>
              </a:extLst>
            </p:cNvPr>
            <p:cNvSpPr>
              <a:spLocks noGrp="1"/>
            </p:cNvSpPr>
            <p:nvPr/>
          </p:nvSpPr>
          <p:spPr>
            <a:xfrm>
              <a:off x="15534213" y="3260682"/>
              <a:ext cx="50555" cy="50408"/>
            </a:xfrm>
            <a:custGeom>
              <a:avLst/>
              <a:gdLst/>
              <a:ahLst/>
              <a:cxnLst/>
              <a:rect l="0" t="0" r="0" b="0"/>
              <a:pathLst>
                <a:path w="50555" h="50408">
                  <a:moveTo>
                    <a:pt x="0" y="0"/>
                  </a:moveTo>
                  <a:lnTo>
                    <a:pt x="50555" y="5040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9" name="Output_receptor__5628">
              <a:extLst>
                <a:ext uri="{FF2B5EF4-FFF2-40B4-BE49-F238E27FC236}">
                  <a16:creationId xmlns:a16="http://schemas.microsoft.com/office/drawing/2014/main" id="{705EAED2-E9FB-E437-7F61-0C61EC3C91E4}"/>
                </a:ext>
              </a:extLst>
            </p:cNvPr>
            <p:cNvSpPr>
              <a:spLocks noGrp="1"/>
            </p:cNvSpPr>
            <p:nvPr/>
          </p:nvSpPr>
          <p:spPr>
            <a:xfrm>
              <a:off x="16297959" y="2409559"/>
              <a:ext cx="42571" cy="47275"/>
            </a:xfrm>
            <a:custGeom>
              <a:avLst/>
              <a:gdLst/>
              <a:ahLst/>
              <a:cxnLst/>
              <a:rect l="0" t="0" r="0" b="0"/>
              <a:pathLst>
                <a:path w="42571" h="47275">
                  <a:moveTo>
                    <a:pt x="42571" y="0"/>
                  </a:moveTo>
                  <a:lnTo>
                    <a:pt x="0" y="47275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0" name="Output_receptor__5629">
              <a:extLst>
                <a:ext uri="{FF2B5EF4-FFF2-40B4-BE49-F238E27FC236}">
                  <a16:creationId xmlns:a16="http://schemas.microsoft.com/office/drawing/2014/main" id="{B8640AF0-1280-2C2A-2B54-0F0F2CC335B5}"/>
                </a:ext>
              </a:extLst>
            </p:cNvPr>
            <p:cNvSpPr>
              <a:spLocks noGrp="1"/>
            </p:cNvSpPr>
            <p:nvPr/>
          </p:nvSpPr>
          <p:spPr>
            <a:xfrm>
              <a:off x="15439205" y="3512129"/>
              <a:ext cx="11949" cy="49514"/>
            </a:xfrm>
            <a:custGeom>
              <a:avLst/>
              <a:gdLst/>
              <a:ahLst/>
              <a:cxnLst/>
              <a:rect l="0" t="0" r="0" b="0"/>
              <a:pathLst>
                <a:path w="11949" h="49514">
                  <a:moveTo>
                    <a:pt x="11949" y="495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1" name="Output_receptor__5630">
              <a:extLst>
                <a:ext uri="{FF2B5EF4-FFF2-40B4-BE49-F238E27FC236}">
                  <a16:creationId xmlns:a16="http://schemas.microsoft.com/office/drawing/2014/main" id="{42297C3B-154B-BC6D-A809-E10406FD3027}"/>
                </a:ext>
              </a:extLst>
            </p:cNvPr>
            <p:cNvSpPr>
              <a:spLocks noGrp="1"/>
            </p:cNvSpPr>
            <p:nvPr/>
          </p:nvSpPr>
          <p:spPr>
            <a:xfrm>
              <a:off x="15501278" y="2639863"/>
              <a:ext cx="54465" cy="30692"/>
            </a:xfrm>
            <a:custGeom>
              <a:avLst/>
              <a:gdLst/>
              <a:ahLst/>
              <a:cxnLst/>
              <a:rect l="0" t="0" r="0" b="0"/>
              <a:pathLst>
                <a:path w="54465" h="30692">
                  <a:moveTo>
                    <a:pt x="54465" y="306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2" name="Output_receptor__5631">
              <a:extLst>
                <a:ext uri="{FF2B5EF4-FFF2-40B4-BE49-F238E27FC236}">
                  <a16:creationId xmlns:a16="http://schemas.microsoft.com/office/drawing/2014/main" id="{954EC90F-0C1A-692D-9650-B5095658415D}"/>
                </a:ext>
              </a:extLst>
            </p:cNvPr>
            <p:cNvSpPr>
              <a:spLocks noGrp="1"/>
            </p:cNvSpPr>
            <p:nvPr/>
          </p:nvSpPr>
          <p:spPr>
            <a:xfrm>
              <a:off x="16024040" y="3006190"/>
              <a:ext cx="52022" cy="6123"/>
            </a:xfrm>
            <a:custGeom>
              <a:avLst/>
              <a:gdLst/>
              <a:ahLst/>
              <a:cxnLst/>
              <a:rect l="0" t="0" r="0" b="0"/>
              <a:pathLst>
                <a:path w="52022" h="6123">
                  <a:moveTo>
                    <a:pt x="52022" y="61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3" name="Output_receptor__5632">
              <a:extLst>
                <a:ext uri="{FF2B5EF4-FFF2-40B4-BE49-F238E27FC236}">
                  <a16:creationId xmlns:a16="http://schemas.microsoft.com/office/drawing/2014/main" id="{04132669-7ED4-28DF-00DF-D37E27534F6F}"/>
                </a:ext>
              </a:extLst>
            </p:cNvPr>
            <p:cNvSpPr>
              <a:spLocks noGrp="1"/>
            </p:cNvSpPr>
            <p:nvPr/>
          </p:nvSpPr>
          <p:spPr>
            <a:xfrm>
              <a:off x="15999406" y="3347349"/>
              <a:ext cx="11957" cy="47815"/>
            </a:xfrm>
            <a:custGeom>
              <a:avLst/>
              <a:gdLst/>
              <a:ahLst/>
              <a:cxnLst/>
              <a:rect l="0" t="0" r="0" b="0"/>
              <a:pathLst>
                <a:path w="11957" h="47815">
                  <a:moveTo>
                    <a:pt x="11957" y="0"/>
                  </a:moveTo>
                  <a:lnTo>
                    <a:pt x="0" y="4781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4" name="Output_receptor__5633">
              <a:extLst>
                <a:ext uri="{FF2B5EF4-FFF2-40B4-BE49-F238E27FC236}">
                  <a16:creationId xmlns:a16="http://schemas.microsoft.com/office/drawing/2014/main" id="{6BE40DD5-B929-62CE-6ACF-1EFDF63483CC}"/>
                </a:ext>
              </a:extLst>
            </p:cNvPr>
            <p:cNvSpPr>
              <a:spLocks noGrp="1"/>
            </p:cNvSpPr>
            <p:nvPr/>
          </p:nvSpPr>
          <p:spPr>
            <a:xfrm>
              <a:off x="16315599" y="3273271"/>
              <a:ext cx="32548" cy="1984"/>
            </a:xfrm>
            <a:custGeom>
              <a:avLst/>
              <a:gdLst/>
              <a:ahLst/>
              <a:cxnLst/>
              <a:rect l="0" t="0" r="0" b="0"/>
              <a:pathLst>
                <a:path w="32548" h="1984">
                  <a:moveTo>
                    <a:pt x="0" y="0"/>
                  </a:moveTo>
                  <a:lnTo>
                    <a:pt x="32548" y="198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5" name="Output_receptor__5634">
              <a:extLst>
                <a:ext uri="{FF2B5EF4-FFF2-40B4-BE49-F238E27FC236}">
                  <a16:creationId xmlns:a16="http://schemas.microsoft.com/office/drawing/2014/main" id="{DB15F569-6E0F-D320-181F-8031D7D3A4C4}"/>
                </a:ext>
              </a:extLst>
            </p:cNvPr>
            <p:cNvSpPr>
              <a:spLocks noGrp="1"/>
            </p:cNvSpPr>
            <p:nvPr/>
          </p:nvSpPr>
          <p:spPr>
            <a:xfrm>
              <a:off x="16049865" y="2769121"/>
              <a:ext cx="14480" cy="70806"/>
            </a:xfrm>
            <a:custGeom>
              <a:avLst/>
              <a:gdLst/>
              <a:ahLst/>
              <a:cxnLst/>
              <a:rect l="0" t="0" r="0" b="0"/>
              <a:pathLst>
                <a:path w="14480" h="70806">
                  <a:moveTo>
                    <a:pt x="0" y="70806"/>
                  </a:moveTo>
                  <a:lnTo>
                    <a:pt x="1448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6" name="Output_receptor__5635">
              <a:extLst>
                <a:ext uri="{FF2B5EF4-FFF2-40B4-BE49-F238E27FC236}">
                  <a16:creationId xmlns:a16="http://schemas.microsoft.com/office/drawing/2014/main" id="{0F6AE291-B8C3-E4E1-A3ED-E81110E4E36E}"/>
                </a:ext>
              </a:extLst>
            </p:cNvPr>
            <p:cNvSpPr>
              <a:spLocks noGrp="1"/>
            </p:cNvSpPr>
            <p:nvPr/>
          </p:nvSpPr>
          <p:spPr>
            <a:xfrm>
              <a:off x="14945225" y="3281462"/>
              <a:ext cx="32236" cy="26387"/>
            </a:xfrm>
            <a:custGeom>
              <a:avLst/>
              <a:gdLst/>
              <a:ahLst/>
              <a:cxnLst/>
              <a:rect l="0" t="0" r="0" b="0"/>
              <a:pathLst>
                <a:path w="32236" h="26387">
                  <a:moveTo>
                    <a:pt x="32236" y="263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7" name="Output_receptor__5636">
              <a:extLst>
                <a:ext uri="{FF2B5EF4-FFF2-40B4-BE49-F238E27FC236}">
                  <a16:creationId xmlns:a16="http://schemas.microsoft.com/office/drawing/2014/main" id="{676BDDC3-D174-A0B7-30EB-FB64F039E42F}"/>
                </a:ext>
              </a:extLst>
            </p:cNvPr>
            <p:cNvSpPr>
              <a:spLocks noGrp="1"/>
            </p:cNvSpPr>
            <p:nvPr/>
          </p:nvSpPr>
          <p:spPr>
            <a:xfrm>
              <a:off x="16328063" y="2357156"/>
              <a:ext cx="12467" cy="52403"/>
            </a:xfrm>
            <a:custGeom>
              <a:avLst/>
              <a:gdLst/>
              <a:ahLst/>
              <a:cxnLst/>
              <a:rect l="0" t="0" r="0" b="0"/>
              <a:pathLst>
                <a:path w="12467" h="52403">
                  <a:moveTo>
                    <a:pt x="0" y="0"/>
                  </a:moveTo>
                  <a:lnTo>
                    <a:pt x="12467" y="5240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8" name="Output_receptor__5637">
              <a:extLst>
                <a:ext uri="{FF2B5EF4-FFF2-40B4-BE49-F238E27FC236}">
                  <a16:creationId xmlns:a16="http://schemas.microsoft.com/office/drawing/2014/main" id="{C71C31B8-AF70-1138-C924-E7B277525B76}"/>
                </a:ext>
              </a:extLst>
            </p:cNvPr>
            <p:cNvSpPr>
              <a:spLocks noGrp="1"/>
            </p:cNvSpPr>
            <p:nvPr/>
          </p:nvSpPr>
          <p:spPr>
            <a:xfrm>
              <a:off x="15772034" y="3084384"/>
              <a:ext cx="62563" cy="35119"/>
            </a:xfrm>
            <a:custGeom>
              <a:avLst/>
              <a:gdLst/>
              <a:ahLst/>
              <a:cxnLst/>
              <a:rect l="0" t="0" r="0" b="0"/>
              <a:pathLst>
                <a:path w="62563" h="35119">
                  <a:moveTo>
                    <a:pt x="0" y="0"/>
                  </a:moveTo>
                  <a:lnTo>
                    <a:pt x="62563" y="3511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9" name="Output_receptor__5638">
              <a:extLst>
                <a:ext uri="{FF2B5EF4-FFF2-40B4-BE49-F238E27FC236}">
                  <a16:creationId xmlns:a16="http://schemas.microsoft.com/office/drawing/2014/main" id="{9B77F21C-34C5-B70D-F918-58E2467E9445}"/>
                </a:ext>
              </a:extLst>
            </p:cNvPr>
            <p:cNvSpPr>
              <a:spLocks noGrp="1"/>
            </p:cNvSpPr>
            <p:nvPr/>
          </p:nvSpPr>
          <p:spPr>
            <a:xfrm>
              <a:off x="16429719" y="2603065"/>
              <a:ext cx="39549" cy="52612"/>
            </a:xfrm>
            <a:custGeom>
              <a:avLst/>
              <a:gdLst/>
              <a:ahLst/>
              <a:cxnLst/>
              <a:rect l="0" t="0" r="0" b="0"/>
              <a:pathLst>
                <a:path w="39549" h="52612">
                  <a:moveTo>
                    <a:pt x="39549" y="52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0" name="Output_receptor__5639">
              <a:extLst>
                <a:ext uri="{FF2B5EF4-FFF2-40B4-BE49-F238E27FC236}">
                  <a16:creationId xmlns:a16="http://schemas.microsoft.com/office/drawing/2014/main" id="{DFF7981F-9523-8B18-3BBC-6A88F5A5A5A8}"/>
                </a:ext>
              </a:extLst>
            </p:cNvPr>
            <p:cNvSpPr>
              <a:spLocks noGrp="1"/>
            </p:cNvSpPr>
            <p:nvPr/>
          </p:nvSpPr>
          <p:spPr>
            <a:xfrm>
              <a:off x="15299757" y="3569730"/>
              <a:ext cx="11717" cy="71451"/>
            </a:xfrm>
            <a:custGeom>
              <a:avLst/>
              <a:gdLst/>
              <a:ahLst/>
              <a:cxnLst/>
              <a:rect l="0" t="0" r="0" b="0"/>
              <a:pathLst>
                <a:path w="11717" h="71451">
                  <a:moveTo>
                    <a:pt x="11717" y="714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1" name="Output_receptor__5640">
              <a:extLst>
                <a:ext uri="{FF2B5EF4-FFF2-40B4-BE49-F238E27FC236}">
                  <a16:creationId xmlns:a16="http://schemas.microsoft.com/office/drawing/2014/main" id="{6E3A0E9B-9FC5-241F-8DA2-13B6A42E906C}"/>
                </a:ext>
              </a:extLst>
            </p:cNvPr>
            <p:cNvSpPr>
              <a:spLocks noGrp="1"/>
            </p:cNvSpPr>
            <p:nvPr/>
          </p:nvSpPr>
          <p:spPr>
            <a:xfrm>
              <a:off x="15188327" y="3015215"/>
              <a:ext cx="31657" cy="20534"/>
            </a:xfrm>
            <a:custGeom>
              <a:avLst/>
              <a:gdLst/>
              <a:ahLst/>
              <a:cxnLst/>
              <a:rect l="0" t="0" r="0" b="0"/>
              <a:pathLst>
                <a:path w="31657" h="20534">
                  <a:moveTo>
                    <a:pt x="0" y="20534"/>
                  </a:moveTo>
                  <a:lnTo>
                    <a:pt x="3165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2" name="Output_receptor__5641">
              <a:extLst>
                <a:ext uri="{FF2B5EF4-FFF2-40B4-BE49-F238E27FC236}">
                  <a16:creationId xmlns:a16="http://schemas.microsoft.com/office/drawing/2014/main" id="{17815E2C-6A9A-8BC6-B1C8-81C9F1184DA6}"/>
                </a:ext>
              </a:extLst>
            </p:cNvPr>
            <p:cNvSpPr>
              <a:spLocks noGrp="1"/>
            </p:cNvSpPr>
            <p:nvPr/>
          </p:nvSpPr>
          <p:spPr>
            <a:xfrm>
              <a:off x="15598385" y="2899865"/>
              <a:ext cx="12184" cy="31236"/>
            </a:xfrm>
            <a:custGeom>
              <a:avLst/>
              <a:gdLst/>
              <a:ahLst/>
              <a:cxnLst/>
              <a:rect l="0" t="0" r="0" b="0"/>
              <a:pathLst>
                <a:path w="12184" h="31236">
                  <a:moveTo>
                    <a:pt x="12184" y="312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3" name="Output_receptor__5642">
              <a:extLst>
                <a:ext uri="{FF2B5EF4-FFF2-40B4-BE49-F238E27FC236}">
                  <a16:creationId xmlns:a16="http://schemas.microsoft.com/office/drawing/2014/main" id="{95AA5B23-60AE-5B79-36B9-52DEF963579E}"/>
                </a:ext>
              </a:extLst>
            </p:cNvPr>
            <p:cNvSpPr>
              <a:spLocks noGrp="1"/>
            </p:cNvSpPr>
            <p:nvPr/>
          </p:nvSpPr>
          <p:spPr>
            <a:xfrm>
              <a:off x="14956597" y="3026556"/>
              <a:ext cx="57498" cy="39170"/>
            </a:xfrm>
            <a:custGeom>
              <a:avLst/>
              <a:gdLst/>
              <a:ahLst/>
              <a:cxnLst/>
              <a:rect l="0" t="0" r="0" b="0"/>
              <a:pathLst>
                <a:path w="57498" h="39170">
                  <a:moveTo>
                    <a:pt x="0" y="39170"/>
                  </a:moveTo>
                  <a:lnTo>
                    <a:pt x="57498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4" name="Output_receptor__5643">
              <a:extLst>
                <a:ext uri="{FF2B5EF4-FFF2-40B4-BE49-F238E27FC236}">
                  <a16:creationId xmlns:a16="http://schemas.microsoft.com/office/drawing/2014/main" id="{2CA8AE61-EC94-4D7B-DB64-CA5826DFB52E}"/>
                </a:ext>
              </a:extLst>
            </p:cNvPr>
            <p:cNvSpPr>
              <a:spLocks noGrp="1"/>
            </p:cNvSpPr>
            <p:nvPr/>
          </p:nvSpPr>
          <p:spPr>
            <a:xfrm>
              <a:off x="15381934" y="3253228"/>
              <a:ext cx="55627" cy="36860"/>
            </a:xfrm>
            <a:custGeom>
              <a:avLst/>
              <a:gdLst/>
              <a:ahLst/>
              <a:cxnLst/>
              <a:rect l="0" t="0" r="0" b="0"/>
              <a:pathLst>
                <a:path w="55627" h="36860">
                  <a:moveTo>
                    <a:pt x="55627" y="0"/>
                  </a:moveTo>
                  <a:lnTo>
                    <a:pt x="0" y="3686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5" name="Output_receptor__5644">
              <a:extLst>
                <a:ext uri="{FF2B5EF4-FFF2-40B4-BE49-F238E27FC236}">
                  <a16:creationId xmlns:a16="http://schemas.microsoft.com/office/drawing/2014/main" id="{666E97E0-4436-5254-3E33-5BEC25D2BD24}"/>
                </a:ext>
              </a:extLst>
            </p:cNvPr>
            <p:cNvSpPr>
              <a:spLocks noGrp="1"/>
            </p:cNvSpPr>
            <p:nvPr/>
          </p:nvSpPr>
          <p:spPr>
            <a:xfrm>
              <a:off x="16079661" y="3131073"/>
              <a:ext cx="25162" cy="17243"/>
            </a:xfrm>
            <a:custGeom>
              <a:avLst/>
              <a:gdLst/>
              <a:ahLst/>
              <a:cxnLst/>
              <a:rect l="0" t="0" r="0" b="0"/>
              <a:pathLst>
                <a:path w="25162" h="17243">
                  <a:moveTo>
                    <a:pt x="25162" y="0"/>
                  </a:moveTo>
                  <a:lnTo>
                    <a:pt x="0" y="1724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6" name="Output_receptor__5645">
              <a:extLst>
                <a:ext uri="{FF2B5EF4-FFF2-40B4-BE49-F238E27FC236}">
                  <a16:creationId xmlns:a16="http://schemas.microsoft.com/office/drawing/2014/main" id="{40DC1774-B347-B9DD-DDF6-0C28DC9BE4AD}"/>
                </a:ext>
              </a:extLst>
            </p:cNvPr>
            <p:cNvSpPr>
              <a:spLocks noGrp="1"/>
            </p:cNvSpPr>
            <p:nvPr/>
          </p:nvSpPr>
          <p:spPr>
            <a:xfrm>
              <a:off x="15444616" y="3379531"/>
              <a:ext cx="58880" cy="33101"/>
            </a:xfrm>
            <a:custGeom>
              <a:avLst/>
              <a:gdLst/>
              <a:ahLst/>
              <a:cxnLst/>
              <a:rect l="0" t="0" r="0" b="0"/>
              <a:pathLst>
                <a:path w="58880" h="33101">
                  <a:moveTo>
                    <a:pt x="0" y="0"/>
                  </a:moveTo>
                  <a:lnTo>
                    <a:pt x="58880" y="3310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7" name="Output_receptor__5646">
              <a:extLst>
                <a:ext uri="{FF2B5EF4-FFF2-40B4-BE49-F238E27FC236}">
                  <a16:creationId xmlns:a16="http://schemas.microsoft.com/office/drawing/2014/main" id="{3D64F19D-9880-34D8-541E-21F800AC9312}"/>
                </a:ext>
              </a:extLst>
            </p:cNvPr>
            <p:cNvSpPr>
              <a:spLocks noGrp="1"/>
            </p:cNvSpPr>
            <p:nvPr/>
          </p:nvSpPr>
          <p:spPr>
            <a:xfrm>
              <a:off x="15451154" y="3561643"/>
              <a:ext cx="59838" cy="29881"/>
            </a:xfrm>
            <a:custGeom>
              <a:avLst/>
              <a:gdLst/>
              <a:ahLst/>
              <a:cxnLst/>
              <a:rect l="0" t="0" r="0" b="0"/>
              <a:pathLst>
                <a:path w="59838" h="29881">
                  <a:moveTo>
                    <a:pt x="59838" y="298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8" name="Output_receptor__5647">
              <a:extLst>
                <a:ext uri="{FF2B5EF4-FFF2-40B4-BE49-F238E27FC236}">
                  <a16:creationId xmlns:a16="http://schemas.microsoft.com/office/drawing/2014/main" id="{B57F3467-D6CB-4E50-EFA3-77F1978F87BE}"/>
                </a:ext>
              </a:extLst>
            </p:cNvPr>
            <p:cNvSpPr>
              <a:spLocks noGrp="1"/>
            </p:cNvSpPr>
            <p:nvPr/>
          </p:nvSpPr>
          <p:spPr>
            <a:xfrm>
              <a:off x="16163060" y="3362295"/>
              <a:ext cx="51763" cy="44333"/>
            </a:xfrm>
            <a:custGeom>
              <a:avLst/>
              <a:gdLst/>
              <a:ahLst/>
              <a:cxnLst/>
              <a:rect l="0" t="0" r="0" b="0"/>
              <a:pathLst>
                <a:path w="51763" h="44333">
                  <a:moveTo>
                    <a:pt x="51763" y="0"/>
                  </a:moveTo>
                  <a:lnTo>
                    <a:pt x="0" y="4433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9" name="Output_receptor__5648">
              <a:extLst>
                <a:ext uri="{FF2B5EF4-FFF2-40B4-BE49-F238E27FC236}">
                  <a16:creationId xmlns:a16="http://schemas.microsoft.com/office/drawing/2014/main" id="{75C868B0-29CF-E954-93E0-CC4DCB8640CB}"/>
                </a:ext>
              </a:extLst>
            </p:cNvPr>
            <p:cNvSpPr>
              <a:spLocks noGrp="1"/>
            </p:cNvSpPr>
            <p:nvPr/>
          </p:nvSpPr>
          <p:spPr>
            <a:xfrm>
              <a:off x="15605115" y="3471025"/>
              <a:ext cx="49073" cy="49841"/>
            </a:xfrm>
            <a:custGeom>
              <a:avLst/>
              <a:gdLst/>
              <a:ahLst/>
              <a:cxnLst/>
              <a:rect l="0" t="0" r="0" b="0"/>
              <a:pathLst>
                <a:path w="49073" h="49841">
                  <a:moveTo>
                    <a:pt x="0" y="0"/>
                  </a:moveTo>
                  <a:lnTo>
                    <a:pt x="49073" y="4984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0" name="Output_receptor__5649">
              <a:extLst>
                <a:ext uri="{FF2B5EF4-FFF2-40B4-BE49-F238E27FC236}">
                  <a16:creationId xmlns:a16="http://schemas.microsoft.com/office/drawing/2014/main" id="{08857AF1-C0BF-BE7C-877F-5AD0CD73E025}"/>
                </a:ext>
              </a:extLst>
            </p:cNvPr>
            <p:cNvSpPr>
              <a:spLocks noGrp="1"/>
            </p:cNvSpPr>
            <p:nvPr/>
          </p:nvSpPr>
          <p:spPr>
            <a:xfrm>
              <a:off x="15995665" y="3195756"/>
              <a:ext cx="12012" cy="32520"/>
            </a:xfrm>
            <a:custGeom>
              <a:avLst/>
              <a:gdLst/>
              <a:ahLst/>
              <a:cxnLst/>
              <a:rect l="0" t="0" r="0" b="0"/>
              <a:pathLst>
                <a:path w="12012" h="32520">
                  <a:moveTo>
                    <a:pt x="12012" y="0"/>
                  </a:moveTo>
                  <a:lnTo>
                    <a:pt x="0" y="3252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51" name="Output_receptor__5650">
              <a:extLst>
                <a:ext uri="{FF2B5EF4-FFF2-40B4-BE49-F238E27FC236}">
                  <a16:creationId xmlns:a16="http://schemas.microsoft.com/office/drawing/2014/main" id="{FA0D276D-A0FC-85BA-F203-544B69B17527}"/>
                </a:ext>
              </a:extLst>
            </p:cNvPr>
            <p:cNvSpPr>
              <a:spLocks noGrp="1"/>
            </p:cNvSpPr>
            <p:nvPr/>
          </p:nvSpPr>
          <p:spPr>
            <a:xfrm>
              <a:off x="15805826" y="2724254"/>
              <a:ext cx="68790" cy="23038"/>
            </a:xfrm>
            <a:custGeom>
              <a:avLst/>
              <a:gdLst/>
              <a:ahLst/>
              <a:cxnLst/>
              <a:rect l="0" t="0" r="0" b="0"/>
              <a:pathLst>
                <a:path w="68790" h="23038">
                  <a:moveTo>
                    <a:pt x="0" y="0"/>
                  </a:moveTo>
                  <a:lnTo>
                    <a:pt x="68790" y="2303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2" name="Output_receptor__5651">
              <a:extLst>
                <a:ext uri="{FF2B5EF4-FFF2-40B4-BE49-F238E27FC236}">
                  <a16:creationId xmlns:a16="http://schemas.microsoft.com/office/drawing/2014/main" id="{32E6C9F2-66C9-199B-9B66-9501212B51E3}"/>
                </a:ext>
              </a:extLst>
            </p:cNvPr>
            <p:cNvSpPr>
              <a:spLocks noGrp="1"/>
            </p:cNvSpPr>
            <p:nvPr/>
          </p:nvSpPr>
          <p:spPr>
            <a:xfrm>
              <a:off x="16245025" y="3418888"/>
              <a:ext cx="8647" cy="33066"/>
            </a:xfrm>
            <a:custGeom>
              <a:avLst/>
              <a:gdLst/>
              <a:ahLst/>
              <a:cxnLst/>
              <a:rect l="0" t="0" r="0" b="0"/>
              <a:pathLst>
                <a:path w="8647" h="33066">
                  <a:moveTo>
                    <a:pt x="0" y="33066"/>
                  </a:moveTo>
                  <a:lnTo>
                    <a:pt x="864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3" name="Output_receptor__5652">
              <a:extLst>
                <a:ext uri="{FF2B5EF4-FFF2-40B4-BE49-F238E27FC236}">
                  <a16:creationId xmlns:a16="http://schemas.microsoft.com/office/drawing/2014/main" id="{E3B3FADF-8FF9-A207-2332-FF848CCAB81F}"/>
                </a:ext>
              </a:extLst>
            </p:cNvPr>
            <p:cNvSpPr>
              <a:spLocks noGrp="1"/>
            </p:cNvSpPr>
            <p:nvPr/>
          </p:nvSpPr>
          <p:spPr>
            <a:xfrm>
              <a:off x="15762182" y="2628758"/>
              <a:ext cx="64321" cy="28490"/>
            </a:xfrm>
            <a:custGeom>
              <a:avLst/>
              <a:gdLst/>
              <a:ahLst/>
              <a:cxnLst/>
              <a:rect l="0" t="0" r="0" b="0"/>
              <a:pathLst>
                <a:path w="64321" h="28490">
                  <a:moveTo>
                    <a:pt x="0" y="0"/>
                  </a:moveTo>
                  <a:lnTo>
                    <a:pt x="64321" y="2849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4" name="Output_receptor__5653">
              <a:extLst>
                <a:ext uri="{FF2B5EF4-FFF2-40B4-BE49-F238E27FC236}">
                  <a16:creationId xmlns:a16="http://schemas.microsoft.com/office/drawing/2014/main" id="{EC285622-F745-D90D-7371-5B161FA9F844}"/>
                </a:ext>
              </a:extLst>
            </p:cNvPr>
            <p:cNvSpPr>
              <a:spLocks noGrp="1"/>
            </p:cNvSpPr>
            <p:nvPr/>
          </p:nvSpPr>
          <p:spPr>
            <a:xfrm>
              <a:off x="16213719" y="3087832"/>
              <a:ext cx="45203" cy="17008"/>
            </a:xfrm>
            <a:custGeom>
              <a:avLst/>
              <a:gdLst/>
              <a:ahLst/>
              <a:cxnLst/>
              <a:rect l="0" t="0" r="0" b="0"/>
              <a:pathLst>
                <a:path w="45203" h="17008">
                  <a:moveTo>
                    <a:pt x="45203" y="170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5" name="Output_receptor__5654">
              <a:extLst>
                <a:ext uri="{FF2B5EF4-FFF2-40B4-BE49-F238E27FC236}">
                  <a16:creationId xmlns:a16="http://schemas.microsoft.com/office/drawing/2014/main" id="{D859C943-5F58-FDE5-46DE-A9065780DAA6}"/>
                </a:ext>
              </a:extLst>
            </p:cNvPr>
            <p:cNvSpPr>
              <a:spLocks noGrp="1"/>
            </p:cNvSpPr>
            <p:nvPr/>
          </p:nvSpPr>
          <p:spPr>
            <a:xfrm>
              <a:off x="15805826" y="2657249"/>
              <a:ext cx="20678" cy="67005"/>
            </a:xfrm>
            <a:custGeom>
              <a:avLst/>
              <a:gdLst/>
              <a:ahLst/>
              <a:cxnLst/>
              <a:rect l="0" t="0" r="0" b="0"/>
              <a:pathLst>
                <a:path w="20678" h="67005">
                  <a:moveTo>
                    <a:pt x="20678" y="0"/>
                  </a:moveTo>
                  <a:lnTo>
                    <a:pt x="0" y="670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6" name="Output_receptor__5655">
              <a:extLst>
                <a:ext uri="{FF2B5EF4-FFF2-40B4-BE49-F238E27FC236}">
                  <a16:creationId xmlns:a16="http://schemas.microsoft.com/office/drawing/2014/main" id="{70FB895F-7826-0676-49C3-1D0EC0D59D8E}"/>
                </a:ext>
              </a:extLst>
            </p:cNvPr>
            <p:cNvSpPr>
              <a:spLocks noGrp="1"/>
            </p:cNvSpPr>
            <p:nvPr/>
          </p:nvSpPr>
          <p:spPr>
            <a:xfrm>
              <a:off x="15341505" y="3230582"/>
              <a:ext cx="40429" cy="59506"/>
            </a:xfrm>
            <a:custGeom>
              <a:avLst/>
              <a:gdLst/>
              <a:ahLst/>
              <a:cxnLst/>
              <a:rect l="0" t="0" r="0" b="0"/>
              <a:pathLst>
                <a:path w="40429" h="59506">
                  <a:moveTo>
                    <a:pt x="40429" y="59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57" name="Output_receptor__5656">
              <a:extLst>
                <a:ext uri="{FF2B5EF4-FFF2-40B4-BE49-F238E27FC236}">
                  <a16:creationId xmlns:a16="http://schemas.microsoft.com/office/drawing/2014/main" id="{542F7712-BE28-66F6-9D1C-A9F247231B76}"/>
                </a:ext>
              </a:extLst>
            </p:cNvPr>
            <p:cNvSpPr>
              <a:spLocks noGrp="1"/>
            </p:cNvSpPr>
            <p:nvPr/>
          </p:nvSpPr>
          <p:spPr>
            <a:xfrm>
              <a:off x="15309690" y="3075299"/>
              <a:ext cx="27142" cy="54127"/>
            </a:xfrm>
            <a:custGeom>
              <a:avLst/>
              <a:gdLst/>
              <a:ahLst/>
              <a:cxnLst/>
              <a:rect l="0" t="0" r="0" b="0"/>
              <a:pathLst>
                <a:path w="27142" h="54127">
                  <a:moveTo>
                    <a:pt x="0" y="0"/>
                  </a:moveTo>
                  <a:lnTo>
                    <a:pt x="27142" y="5412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8" name="Output_receptor__5657">
              <a:extLst>
                <a:ext uri="{FF2B5EF4-FFF2-40B4-BE49-F238E27FC236}">
                  <a16:creationId xmlns:a16="http://schemas.microsoft.com/office/drawing/2014/main" id="{49664913-E4CA-0A49-CD6E-3FEC039156B6}"/>
                </a:ext>
              </a:extLst>
            </p:cNvPr>
            <p:cNvSpPr>
              <a:spLocks noGrp="1"/>
            </p:cNvSpPr>
            <p:nvPr/>
          </p:nvSpPr>
          <p:spPr>
            <a:xfrm>
              <a:off x="15224891" y="2817032"/>
              <a:ext cx="34356" cy="63199"/>
            </a:xfrm>
            <a:custGeom>
              <a:avLst/>
              <a:gdLst/>
              <a:ahLst/>
              <a:cxnLst/>
              <a:rect l="0" t="0" r="0" b="0"/>
              <a:pathLst>
                <a:path w="34356" h="63199">
                  <a:moveTo>
                    <a:pt x="0" y="63199"/>
                  </a:moveTo>
                  <a:lnTo>
                    <a:pt x="34356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9" name="Output_receptor__5658">
              <a:extLst>
                <a:ext uri="{FF2B5EF4-FFF2-40B4-BE49-F238E27FC236}">
                  <a16:creationId xmlns:a16="http://schemas.microsoft.com/office/drawing/2014/main" id="{58E20D19-0EA8-57F8-09CF-92F66D1B610A}"/>
                </a:ext>
              </a:extLst>
            </p:cNvPr>
            <p:cNvSpPr>
              <a:spLocks noGrp="1"/>
            </p:cNvSpPr>
            <p:nvPr/>
          </p:nvSpPr>
          <p:spPr>
            <a:xfrm>
              <a:off x="15676432" y="3677135"/>
              <a:ext cx="31115" cy="57163"/>
            </a:xfrm>
            <a:custGeom>
              <a:avLst/>
              <a:gdLst/>
              <a:ahLst/>
              <a:cxnLst/>
              <a:rect l="0" t="0" r="0" b="0"/>
              <a:pathLst>
                <a:path w="31115" h="57163">
                  <a:moveTo>
                    <a:pt x="31115" y="0"/>
                  </a:moveTo>
                  <a:lnTo>
                    <a:pt x="0" y="5716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0" name="Output_receptor__5659">
              <a:extLst>
                <a:ext uri="{FF2B5EF4-FFF2-40B4-BE49-F238E27FC236}">
                  <a16:creationId xmlns:a16="http://schemas.microsoft.com/office/drawing/2014/main" id="{3FCC74B3-E77E-F07B-721C-46A8EA026D96}"/>
                </a:ext>
              </a:extLst>
            </p:cNvPr>
            <p:cNvSpPr>
              <a:spLocks noGrp="1"/>
            </p:cNvSpPr>
            <p:nvPr/>
          </p:nvSpPr>
          <p:spPr>
            <a:xfrm>
              <a:off x="15740716" y="3148023"/>
              <a:ext cx="29678" cy="27252"/>
            </a:xfrm>
            <a:custGeom>
              <a:avLst/>
              <a:gdLst/>
              <a:ahLst/>
              <a:cxnLst/>
              <a:rect l="0" t="0" r="0" b="0"/>
              <a:pathLst>
                <a:path w="29678" h="27252">
                  <a:moveTo>
                    <a:pt x="29678" y="272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1" name="Output_receptor__5660">
              <a:extLst>
                <a:ext uri="{FF2B5EF4-FFF2-40B4-BE49-F238E27FC236}">
                  <a16:creationId xmlns:a16="http://schemas.microsoft.com/office/drawing/2014/main" id="{A17781A1-DCDD-D45A-6468-78A64D5A0EF7}"/>
                </a:ext>
              </a:extLst>
            </p:cNvPr>
            <p:cNvSpPr>
              <a:spLocks noGrp="1"/>
            </p:cNvSpPr>
            <p:nvPr/>
          </p:nvSpPr>
          <p:spPr>
            <a:xfrm>
              <a:off x="16161843" y="3068669"/>
              <a:ext cx="51876" cy="19163"/>
            </a:xfrm>
            <a:custGeom>
              <a:avLst/>
              <a:gdLst/>
              <a:ahLst/>
              <a:cxnLst/>
              <a:rect l="0" t="0" r="0" b="0"/>
              <a:pathLst>
                <a:path w="51876" h="19163">
                  <a:moveTo>
                    <a:pt x="51876" y="191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2" name="Output_receptor__5661">
              <a:extLst>
                <a:ext uri="{FF2B5EF4-FFF2-40B4-BE49-F238E27FC236}">
                  <a16:creationId xmlns:a16="http://schemas.microsoft.com/office/drawing/2014/main" id="{8855F812-315E-DCF7-DAA1-C448EB9F3BD6}"/>
                </a:ext>
              </a:extLst>
            </p:cNvPr>
            <p:cNvSpPr>
              <a:spLocks noGrp="1"/>
            </p:cNvSpPr>
            <p:nvPr/>
          </p:nvSpPr>
          <p:spPr>
            <a:xfrm>
              <a:off x="16075412" y="3217734"/>
              <a:ext cx="21936" cy="95"/>
            </a:xfrm>
            <a:custGeom>
              <a:avLst/>
              <a:gdLst/>
              <a:ahLst/>
              <a:cxnLst/>
              <a:rect l="0" t="0" r="0" b="0"/>
              <a:pathLst>
                <a:path w="21936" h="95">
                  <a:moveTo>
                    <a:pt x="21936" y="0"/>
                  </a:moveTo>
                  <a:lnTo>
                    <a:pt x="0" y="56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3" name="Output_receptor__5662">
              <a:extLst>
                <a:ext uri="{FF2B5EF4-FFF2-40B4-BE49-F238E27FC236}">
                  <a16:creationId xmlns:a16="http://schemas.microsoft.com/office/drawing/2014/main" id="{7AA37C1F-B2AA-47D0-D08D-3C9B4EBD2F34}"/>
                </a:ext>
              </a:extLst>
            </p:cNvPr>
            <p:cNvSpPr>
              <a:spLocks noGrp="1"/>
            </p:cNvSpPr>
            <p:nvPr/>
          </p:nvSpPr>
          <p:spPr>
            <a:xfrm>
              <a:off x="16122454" y="2780558"/>
              <a:ext cx="24545" cy="50820"/>
            </a:xfrm>
            <a:custGeom>
              <a:avLst/>
              <a:gdLst/>
              <a:ahLst/>
              <a:cxnLst/>
              <a:rect l="0" t="0" r="0" b="0"/>
              <a:pathLst>
                <a:path w="24545" h="50820">
                  <a:moveTo>
                    <a:pt x="0" y="0"/>
                  </a:moveTo>
                  <a:lnTo>
                    <a:pt x="24545" y="5082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4" name="Output_receptor__5663">
              <a:extLst>
                <a:ext uri="{FF2B5EF4-FFF2-40B4-BE49-F238E27FC236}">
                  <a16:creationId xmlns:a16="http://schemas.microsoft.com/office/drawing/2014/main" id="{A0C2DE05-5270-FB1D-0F6E-373CFCFA9595}"/>
                </a:ext>
              </a:extLst>
            </p:cNvPr>
            <p:cNvSpPr>
              <a:spLocks noGrp="1"/>
            </p:cNvSpPr>
            <p:nvPr/>
          </p:nvSpPr>
          <p:spPr>
            <a:xfrm>
              <a:off x="16064346" y="2769121"/>
              <a:ext cx="58108" cy="11438"/>
            </a:xfrm>
            <a:custGeom>
              <a:avLst/>
              <a:gdLst/>
              <a:ahLst/>
              <a:cxnLst/>
              <a:rect l="0" t="0" r="0" b="0"/>
              <a:pathLst>
                <a:path w="58108" h="11438">
                  <a:moveTo>
                    <a:pt x="0" y="0"/>
                  </a:moveTo>
                  <a:lnTo>
                    <a:pt x="58108" y="1143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5" name="Output_receptor__5664">
              <a:extLst>
                <a:ext uri="{FF2B5EF4-FFF2-40B4-BE49-F238E27FC236}">
                  <a16:creationId xmlns:a16="http://schemas.microsoft.com/office/drawing/2014/main" id="{808B0CAA-21FD-8833-63C2-88760A2C63D5}"/>
                </a:ext>
              </a:extLst>
            </p:cNvPr>
            <p:cNvSpPr>
              <a:spLocks noGrp="1"/>
            </p:cNvSpPr>
            <p:nvPr/>
          </p:nvSpPr>
          <p:spPr>
            <a:xfrm>
              <a:off x="15503496" y="3408190"/>
              <a:ext cx="53356" cy="4442"/>
            </a:xfrm>
            <a:custGeom>
              <a:avLst/>
              <a:gdLst/>
              <a:ahLst/>
              <a:cxnLst/>
              <a:rect l="0" t="0" r="0" b="0"/>
              <a:pathLst>
                <a:path w="53356" h="4442">
                  <a:moveTo>
                    <a:pt x="0" y="4442"/>
                  </a:moveTo>
                  <a:lnTo>
                    <a:pt x="53356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6" name="Output_receptor__5665">
              <a:extLst>
                <a:ext uri="{FF2B5EF4-FFF2-40B4-BE49-F238E27FC236}">
                  <a16:creationId xmlns:a16="http://schemas.microsoft.com/office/drawing/2014/main" id="{6F2813B1-FE7F-B531-8306-0CD9E7DDE9DC}"/>
                </a:ext>
              </a:extLst>
            </p:cNvPr>
            <p:cNvSpPr>
              <a:spLocks noGrp="1"/>
            </p:cNvSpPr>
            <p:nvPr/>
          </p:nvSpPr>
          <p:spPr>
            <a:xfrm>
              <a:off x="15497879" y="3260682"/>
              <a:ext cx="36334" cy="9997"/>
            </a:xfrm>
            <a:custGeom>
              <a:avLst/>
              <a:gdLst/>
              <a:ahLst/>
              <a:cxnLst/>
              <a:rect l="0" t="0" r="0" b="0"/>
              <a:pathLst>
                <a:path w="36334" h="9997">
                  <a:moveTo>
                    <a:pt x="0" y="9997"/>
                  </a:moveTo>
                  <a:lnTo>
                    <a:pt x="36334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7" name="Output_receptor__5666">
              <a:extLst>
                <a:ext uri="{FF2B5EF4-FFF2-40B4-BE49-F238E27FC236}">
                  <a16:creationId xmlns:a16="http://schemas.microsoft.com/office/drawing/2014/main" id="{27D5459C-7846-4EF1-9540-210B6A325A73}"/>
                </a:ext>
              </a:extLst>
            </p:cNvPr>
            <p:cNvSpPr>
              <a:spLocks noGrp="1"/>
            </p:cNvSpPr>
            <p:nvPr/>
          </p:nvSpPr>
          <p:spPr>
            <a:xfrm>
              <a:off x="15989928" y="2496616"/>
              <a:ext cx="30519" cy="62379"/>
            </a:xfrm>
            <a:custGeom>
              <a:avLst/>
              <a:gdLst/>
              <a:ahLst/>
              <a:cxnLst/>
              <a:rect l="0" t="0" r="0" b="0"/>
              <a:pathLst>
                <a:path w="30519" h="62379">
                  <a:moveTo>
                    <a:pt x="0" y="62379"/>
                  </a:moveTo>
                  <a:lnTo>
                    <a:pt x="3051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8" name="Output_receptor__5667">
              <a:extLst>
                <a:ext uri="{FF2B5EF4-FFF2-40B4-BE49-F238E27FC236}">
                  <a16:creationId xmlns:a16="http://schemas.microsoft.com/office/drawing/2014/main" id="{8E14A272-4088-0879-1495-7F491581F9AC}"/>
                </a:ext>
              </a:extLst>
            </p:cNvPr>
            <p:cNvSpPr>
              <a:spLocks noGrp="1"/>
            </p:cNvSpPr>
            <p:nvPr/>
          </p:nvSpPr>
          <p:spPr>
            <a:xfrm>
              <a:off x="15309690" y="3029078"/>
              <a:ext cx="2475" cy="46221"/>
            </a:xfrm>
            <a:custGeom>
              <a:avLst/>
              <a:gdLst/>
              <a:ahLst/>
              <a:cxnLst/>
              <a:rect l="0" t="0" r="0" b="0"/>
              <a:pathLst>
                <a:path w="2475" h="46221">
                  <a:moveTo>
                    <a:pt x="2475" y="0"/>
                  </a:moveTo>
                  <a:lnTo>
                    <a:pt x="0" y="4622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9" name="Output_receptor__5668">
              <a:extLst>
                <a:ext uri="{FF2B5EF4-FFF2-40B4-BE49-F238E27FC236}">
                  <a16:creationId xmlns:a16="http://schemas.microsoft.com/office/drawing/2014/main" id="{64AD30C8-F95D-0FA9-074B-FEE78FFAE40B}"/>
                </a:ext>
              </a:extLst>
            </p:cNvPr>
            <p:cNvSpPr>
              <a:spLocks noGrp="1"/>
            </p:cNvSpPr>
            <p:nvPr/>
          </p:nvSpPr>
          <p:spPr>
            <a:xfrm>
              <a:off x="15365933" y="2950005"/>
              <a:ext cx="16234" cy="21918"/>
            </a:xfrm>
            <a:custGeom>
              <a:avLst/>
              <a:gdLst/>
              <a:ahLst/>
              <a:cxnLst/>
              <a:rect l="0" t="0" r="0" b="0"/>
              <a:pathLst>
                <a:path w="16234" h="21918">
                  <a:moveTo>
                    <a:pt x="16234" y="0"/>
                  </a:moveTo>
                  <a:lnTo>
                    <a:pt x="0" y="2191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0" name="Output_receptor__5669">
              <a:extLst>
                <a:ext uri="{FF2B5EF4-FFF2-40B4-BE49-F238E27FC236}">
                  <a16:creationId xmlns:a16="http://schemas.microsoft.com/office/drawing/2014/main" id="{9D9532BC-D157-71AD-1009-E646DA573B3D}"/>
                </a:ext>
              </a:extLst>
            </p:cNvPr>
            <p:cNvSpPr>
              <a:spLocks noGrp="1"/>
            </p:cNvSpPr>
            <p:nvPr/>
          </p:nvSpPr>
          <p:spPr>
            <a:xfrm>
              <a:off x="15719505" y="3469648"/>
              <a:ext cx="46639" cy="23745"/>
            </a:xfrm>
            <a:custGeom>
              <a:avLst/>
              <a:gdLst/>
              <a:ahLst/>
              <a:cxnLst/>
              <a:rect l="0" t="0" r="0" b="0"/>
              <a:pathLst>
                <a:path w="46639" h="23745">
                  <a:moveTo>
                    <a:pt x="0" y="0"/>
                  </a:moveTo>
                  <a:lnTo>
                    <a:pt x="46639" y="2374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1" name="Output_receptor__5670">
              <a:extLst>
                <a:ext uri="{FF2B5EF4-FFF2-40B4-BE49-F238E27FC236}">
                  <a16:creationId xmlns:a16="http://schemas.microsoft.com/office/drawing/2014/main" id="{2806445B-CF41-48F6-3B32-FBE56161740A}"/>
                </a:ext>
              </a:extLst>
            </p:cNvPr>
            <p:cNvSpPr>
              <a:spLocks noGrp="1"/>
            </p:cNvSpPr>
            <p:nvPr/>
          </p:nvSpPr>
          <p:spPr>
            <a:xfrm>
              <a:off x="15553785" y="2848661"/>
              <a:ext cx="44600" cy="51204"/>
            </a:xfrm>
            <a:custGeom>
              <a:avLst/>
              <a:gdLst/>
              <a:ahLst/>
              <a:cxnLst/>
              <a:rect l="0" t="0" r="0" b="0"/>
              <a:pathLst>
                <a:path w="44600" h="51204">
                  <a:moveTo>
                    <a:pt x="44600" y="51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2" name="Output_receptor__5671">
              <a:extLst>
                <a:ext uri="{FF2B5EF4-FFF2-40B4-BE49-F238E27FC236}">
                  <a16:creationId xmlns:a16="http://schemas.microsoft.com/office/drawing/2014/main" id="{C8FF6471-AF08-3144-20FC-FB90B447659F}"/>
                </a:ext>
              </a:extLst>
            </p:cNvPr>
            <p:cNvSpPr>
              <a:spLocks noGrp="1"/>
            </p:cNvSpPr>
            <p:nvPr/>
          </p:nvSpPr>
          <p:spPr>
            <a:xfrm>
              <a:off x="15683884" y="3426529"/>
              <a:ext cx="35621" cy="43119"/>
            </a:xfrm>
            <a:custGeom>
              <a:avLst/>
              <a:gdLst/>
              <a:ahLst/>
              <a:cxnLst/>
              <a:rect l="0" t="0" r="0" b="0"/>
              <a:pathLst>
                <a:path w="35621" h="43119">
                  <a:moveTo>
                    <a:pt x="0" y="0"/>
                  </a:moveTo>
                  <a:lnTo>
                    <a:pt x="35621" y="4311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3" name="Output_receptor__5672">
              <a:extLst>
                <a:ext uri="{FF2B5EF4-FFF2-40B4-BE49-F238E27FC236}">
                  <a16:creationId xmlns:a16="http://schemas.microsoft.com/office/drawing/2014/main" id="{9B92EE71-AEAA-B736-5E13-6AB9BD556323}"/>
                </a:ext>
              </a:extLst>
            </p:cNvPr>
            <p:cNvSpPr>
              <a:spLocks noGrp="1"/>
            </p:cNvSpPr>
            <p:nvPr/>
          </p:nvSpPr>
          <p:spPr>
            <a:xfrm>
              <a:off x="14990431" y="2836237"/>
              <a:ext cx="33863" cy="28039"/>
            </a:xfrm>
            <a:custGeom>
              <a:avLst/>
              <a:gdLst/>
              <a:ahLst/>
              <a:cxnLst/>
              <a:rect l="0" t="0" r="0" b="0"/>
              <a:pathLst>
                <a:path w="33863" h="28039">
                  <a:moveTo>
                    <a:pt x="33863" y="28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4" name="Output_receptor__5673">
              <a:extLst>
                <a:ext uri="{FF2B5EF4-FFF2-40B4-BE49-F238E27FC236}">
                  <a16:creationId xmlns:a16="http://schemas.microsoft.com/office/drawing/2014/main" id="{C8BC6605-D9F3-1DAD-B4F7-169EDFCD74FC}"/>
                </a:ext>
              </a:extLst>
            </p:cNvPr>
            <p:cNvSpPr>
              <a:spLocks noGrp="1"/>
            </p:cNvSpPr>
            <p:nvPr/>
          </p:nvSpPr>
          <p:spPr>
            <a:xfrm>
              <a:off x="15555743" y="2623960"/>
              <a:ext cx="49474" cy="46595"/>
            </a:xfrm>
            <a:custGeom>
              <a:avLst/>
              <a:gdLst/>
              <a:ahLst/>
              <a:cxnLst/>
              <a:rect l="0" t="0" r="0" b="0"/>
              <a:pathLst>
                <a:path w="49474" h="46595">
                  <a:moveTo>
                    <a:pt x="49474" y="0"/>
                  </a:moveTo>
                  <a:lnTo>
                    <a:pt x="0" y="4659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5" name="Output_receptor__5674">
              <a:extLst>
                <a:ext uri="{FF2B5EF4-FFF2-40B4-BE49-F238E27FC236}">
                  <a16:creationId xmlns:a16="http://schemas.microsoft.com/office/drawing/2014/main" id="{8EDAD799-7BFD-AED4-51A5-7E0651BA79C0}"/>
                </a:ext>
              </a:extLst>
            </p:cNvPr>
            <p:cNvSpPr>
              <a:spLocks noGrp="1"/>
            </p:cNvSpPr>
            <p:nvPr/>
          </p:nvSpPr>
          <p:spPr>
            <a:xfrm>
              <a:off x="15381263" y="3038490"/>
              <a:ext cx="11904" cy="7158"/>
            </a:xfrm>
            <a:custGeom>
              <a:avLst/>
              <a:gdLst/>
              <a:ahLst/>
              <a:cxnLst/>
              <a:rect l="0" t="0" r="0" b="0"/>
              <a:pathLst>
                <a:path w="11904" h="7158">
                  <a:moveTo>
                    <a:pt x="11904" y="0"/>
                  </a:moveTo>
                  <a:lnTo>
                    <a:pt x="0" y="715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6" name="Output_receptor__5675">
              <a:extLst>
                <a:ext uri="{FF2B5EF4-FFF2-40B4-BE49-F238E27FC236}">
                  <a16:creationId xmlns:a16="http://schemas.microsoft.com/office/drawing/2014/main" id="{8ECC40B4-2ED4-E558-6D96-AD25C0246F1B}"/>
                </a:ext>
              </a:extLst>
            </p:cNvPr>
            <p:cNvSpPr>
              <a:spLocks noGrp="1"/>
            </p:cNvSpPr>
            <p:nvPr/>
          </p:nvSpPr>
          <p:spPr>
            <a:xfrm>
              <a:off x="15846207" y="3025029"/>
              <a:ext cx="30309" cy="31330"/>
            </a:xfrm>
            <a:custGeom>
              <a:avLst/>
              <a:gdLst/>
              <a:ahLst/>
              <a:cxnLst/>
              <a:rect l="0" t="0" r="0" b="0"/>
              <a:pathLst>
                <a:path w="30309" h="31330">
                  <a:moveTo>
                    <a:pt x="0" y="0"/>
                  </a:moveTo>
                  <a:lnTo>
                    <a:pt x="30309" y="3133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77" name="Output_receptor__5676">
              <a:extLst>
                <a:ext uri="{FF2B5EF4-FFF2-40B4-BE49-F238E27FC236}">
                  <a16:creationId xmlns:a16="http://schemas.microsoft.com/office/drawing/2014/main" id="{C156FA69-7123-A381-6957-D307BC584B00}"/>
                </a:ext>
              </a:extLst>
            </p:cNvPr>
            <p:cNvSpPr>
              <a:spLocks noGrp="1"/>
            </p:cNvSpPr>
            <p:nvPr/>
          </p:nvSpPr>
          <p:spPr>
            <a:xfrm>
              <a:off x="16444867" y="2714924"/>
              <a:ext cx="27260" cy="49983"/>
            </a:xfrm>
            <a:custGeom>
              <a:avLst/>
              <a:gdLst/>
              <a:ahLst/>
              <a:cxnLst/>
              <a:rect l="0" t="0" r="0" b="0"/>
              <a:pathLst>
                <a:path w="27260" h="49983">
                  <a:moveTo>
                    <a:pt x="27260" y="49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78" name="Output_receptor__5677">
              <a:extLst>
                <a:ext uri="{FF2B5EF4-FFF2-40B4-BE49-F238E27FC236}">
                  <a16:creationId xmlns:a16="http://schemas.microsoft.com/office/drawing/2014/main" id="{516BAE09-85A1-6351-9966-92428ECD27D9}"/>
                </a:ext>
              </a:extLst>
            </p:cNvPr>
            <p:cNvSpPr>
              <a:spLocks noGrp="1"/>
            </p:cNvSpPr>
            <p:nvPr/>
          </p:nvSpPr>
          <p:spPr>
            <a:xfrm>
              <a:off x="16162655" y="3406628"/>
              <a:ext cx="405" cy="32084"/>
            </a:xfrm>
            <a:custGeom>
              <a:avLst/>
              <a:gdLst/>
              <a:ahLst/>
              <a:cxnLst/>
              <a:rect l="0" t="0" r="0" b="0"/>
              <a:pathLst>
                <a:path w="405" h="32084">
                  <a:moveTo>
                    <a:pt x="405" y="0"/>
                  </a:moveTo>
                  <a:lnTo>
                    <a:pt x="0" y="3208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9" name="Output_receptor__5678">
              <a:extLst>
                <a:ext uri="{FF2B5EF4-FFF2-40B4-BE49-F238E27FC236}">
                  <a16:creationId xmlns:a16="http://schemas.microsoft.com/office/drawing/2014/main" id="{E0BD491A-0F35-D3BA-35FA-5BC59F562090}"/>
                </a:ext>
              </a:extLst>
            </p:cNvPr>
            <p:cNvSpPr>
              <a:spLocks noGrp="1"/>
            </p:cNvSpPr>
            <p:nvPr/>
          </p:nvSpPr>
          <p:spPr>
            <a:xfrm>
              <a:off x="15311351" y="2844272"/>
              <a:ext cx="859" cy="57413"/>
            </a:xfrm>
            <a:custGeom>
              <a:avLst/>
              <a:gdLst/>
              <a:ahLst/>
              <a:cxnLst/>
              <a:rect l="0" t="0" r="0" b="0"/>
              <a:pathLst>
                <a:path w="859" h="57413">
                  <a:moveTo>
                    <a:pt x="859" y="0"/>
                  </a:moveTo>
                  <a:lnTo>
                    <a:pt x="0" y="5741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0" name="Output_receptor__5679">
              <a:extLst>
                <a:ext uri="{FF2B5EF4-FFF2-40B4-BE49-F238E27FC236}">
                  <a16:creationId xmlns:a16="http://schemas.microsoft.com/office/drawing/2014/main" id="{AC16112F-9188-5AD3-178D-7C092B0BA543}"/>
                </a:ext>
              </a:extLst>
            </p:cNvPr>
            <p:cNvSpPr>
              <a:spLocks noGrp="1"/>
            </p:cNvSpPr>
            <p:nvPr/>
          </p:nvSpPr>
          <p:spPr>
            <a:xfrm>
              <a:off x="14894674" y="3219068"/>
              <a:ext cx="35752" cy="26769"/>
            </a:xfrm>
            <a:custGeom>
              <a:avLst/>
              <a:gdLst/>
              <a:ahLst/>
              <a:cxnLst/>
              <a:rect l="0" t="0" r="0" b="0"/>
              <a:pathLst>
                <a:path w="35752" h="26769">
                  <a:moveTo>
                    <a:pt x="35752" y="0"/>
                  </a:moveTo>
                  <a:lnTo>
                    <a:pt x="0" y="26769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1" name="Output_receptor__5680">
              <a:extLst>
                <a:ext uri="{FF2B5EF4-FFF2-40B4-BE49-F238E27FC236}">
                  <a16:creationId xmlns:a16="http://schemas.microsoft.com/office/drawing/2014/main" id="{AD7F58E0-CB59-3CB8-128D-5E9E2389E968}"/>
                </a:ext>
              </a:extLst>
            </p:cNvPr>
            <p:cNvSpPr>
              <a:spLocks noGrp="1"/>
            </p:cNvSpPr>
            <p:nvPr/>
          </p:nvSpPr>
          <p:spPr>
            <a:xfrm>
              <a:off x="16267738" y="3203845"/>
              <a:ext cx="69914" cy="13073"/>
            </a:xfrm>
            <a:custGeom>
              <a:avLst/>
              <a:gdLst/>
              <a:ahLst/>
              <a:cxnLst/>
              <a:rect l="0" t="0" r="0" b="0"/>
              <a:pathLst>
                <a:path w="69914" h="13073">
                  <a:moveTo>
                    <a:pt x="69914" y="0"/>
                  </a:moveTo>
                  <a:lnTo>
                    <a:pt x="0" y="1307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2" name="Output_receptor__5681">
              <a:extLst>
                <a:ext uri="{FF2B5EF4-FFF2-40B4-BE49-F238E27FC236}">
                  <a16:creationId xmlns:a16="http://schemas.microsoft.com/office/drawing/2014/main" id="{6ACB600A-541A-39FE-CB91-57277F20E704}"/>
                </a:ext>
              </a:extLst>
            </p:cNvPr>
            <p:cNvSpPr>
              <a:spLocks noGrp="1"/>
            </p:cNvSpPr>
            <p:nvPr/>
          </p:nvSpPr>
          <p:spPr>
            <a:xfrm>
              <a:off x="16104822" y="3131073"/>
              <a:ext cx="63131" cy="32856"/>
            </a:xfrm>
            <a:custGeom>
              <a:avLst/>
              <a:gdLst/>
              <a:ahLst/>
              <a:cxnLst/>
              <a:rect l="0" t="0" r="0" b="0"/>
              <a:pathLst>
                <a:path w="63131" h="32856">
                  <a:moveTo>
                    <a:pt x="63131" y="328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3" name="Output_receptor__5682">
              <a:extLst>
                <a:ext uri="{FF2B5EF4-FFF2-40B4-BE49-F238E27FC236}">
                  <a16:creationId xmlns:a16="http://schemas.microsoft.com/office/drawing/2014/main" id="{6043D0B3-761A-F80A-3D7F-986156B0A8D2}"/>
                </a:ext>
              </a:extLst>
            </p:cNvPr>
            <p:cNvSpPr>
              <a:spLocks noGrp="1"/>
            </p:cNvSpPr>
            <p:nvPr/>
          </p:nvSpPr>
          <p:spPr>
            <a:xfrm>
              <a:off x="15605216" y="2603300"/>
              <a:ext cx="67781" cy="20660"/>
            </a:xfrm>
            <a:custGeom>
              <a:avLst/>
              <a:gdLst/>
              <a:ahLst/>
              <a:cxnLst/>
              <a:rect l="0" t="0" r="0" b="0"/>
              <a:pathLst>
                <a:path w="67781" h="20660">
                  <a:moveTo>
                    <a:pt x="67781" y="0"/>
                  </a:moveTo>
                  <a:lnTo>
                    <a:pt x="0" y="2066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4" name="Output_receptor__5683">
              <a:extLst>
                <a:ext uri="{FF2B5EF4-FFF2-40B4-BE49-F238E27FC236}">
                  <a16:creationId xmlns:a16="http://schemas.microsoft.com/office/drawing/2014/main" id="{CA233A78-6F1B-2966-142A-F544A7F852CD}"/>
                </a:ext>
              </a:extLst>
            </p:cNvPr>
            <p:cNvSpPr>
              <a:spLocks noGrp="1"/>
            </p:cNvSpPr>
            <p:nvPr/>
          </p:nvSpPr>
          <p:spPr>
            <a:xfrm>
              <a:off x="16214822" y="3362295"/>
              <a:ext cx="38849" cy="56593"/>
            </a:xfrm>
            <a:custGeom>
              <a:avLst/>
              <a:gdLst/>
              <a:ahLst/>
              <a:cxnLst/>
              <a:rect l="0" t="0" r="0" b="0"/>
              <a:pathLst>
                <a:path w="38849" h="56593">
                  <a:moveTo>
                    <a:pt x="38849" y="565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5" name="Output_receptor__5684">
              <a:extLst>
                <a:ext uri="{FF2B5EF4-FFF2-40B4-BE49-F238E27FC236}">
                  <a16:creationId xmlns:a16="http://schemas.microsoft.com/office/drawing/2014/main" id="{459DE4BD-E6B5-2997-47B5-AF3CD0F57E41}"/>
                </a:ext>
              </a:extLst>
            </p:cNvPr>
            <p:cNvSpPr>
              <a:spLocks noGrp="1"/>
            </p:cNvSpPr>
            <p:nvPr/>
          </p:nvSpPr>
          <p:spPr>
            <a:xfrm>
              <a:off x="15989928" y="2558995"/>
              <a:ext cx="40715" cy="59013"/>
            </a:xfrm>
            <a:custGeom>
              <a:avLst/>
              <a:gdLst/>
              <a:ahLst/>
              <a:cxnLst/>
              <a:rect l="0" t="0" r="0" b="0"/>
              <a:pathLst>
                <a:path w="40715" h="59013">
                  <a:moveTo>
                    <a:pt x="40715" y="59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6" name="Output_receptor__5685">
              <a:extLst>
                <a:ext uri="{FF2B5EF4-FFF2-40B4-BE49-F238E27FC236}">
                  <a16:creationId xmlns:a16="http://schemas.microsoft.com/office/drawing/2014/main" id="{1C3D2419-0F66-25E6-26E5-DC8C1871CF42}"/>
                </a:ext>
              </a:extLst>
            </p:cNvPr>
            <p:cNvSpPr>
              <a:spLocks noGrp="1"/>
            </p:cNvSpPr>
            <p:nvPr/>
          </p:nvSpPr>
          <p:spPr>
            <a:xfrm>
              <a:off x="15006404" y="2964079"/>
              <a:ext cx="7691" cy="62476"/>
            </a:xfrm>
            <a:custGeom>
              <a:avLst/>
              <a:gdLst/>
              <a:ahLst/>
              <a:cxnLst/>
              <a:rect l="0" t="0" r="0" b="0"/>
              <a:pathLst>
                <a:path w="7691" h="62476">
                  <a:moveTo>
                    <a:pt x="7691" y="624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7" name="Output_receptor__5686">
              <a:extLst>
                <a:ext uri="{FF2B5EF4-FFF2-40B4-BE49-F238E27FC236}">
                  <a16:creationId xmlns:a16="http://schemas.microsoft.com/office/drawing/2014/main" id="{F9DDB10B-15AF-DD7E-2ECD-C2E78CE0B355}"/>
                </a:ext>
              </a:extLst>
            </p:cNvPr>
            <p:cNvSpPr>
              <a:spLocks noGrp="1"/>
            </p:cNvSpPr>
            <p:nvPr/>
          </p:nvSpPr>
          <p:spPr>
            <a:xfrm>
              <a:off x="15236148" y="3110578"/>
              <a:ext cx="15243" cy="64705"/>
            </a:xfrm>
            <a:custGeom>
              <a:avLst/>
              <a:gdLst/>
              <a:ahLst/>
              <a:cxnLst/>
              <a:rect l="0" t="0" r="0" b="0"/>
              <a:pathLst>
                <a:path w="15243" h="64705">
                  <a:moveTo>
                    <a:pt x="0" y="0"/>
                  </a:moveTo>
                  <a:lnTo>
                    <a:pt x="15243" y="647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8" name="Output_receptor__5687">
              <a:extLst>
                <a:ext uri="{FF2B5EF4-FFF2-40B4-BE49-F238E27FC236}">
                  <a16:creationId xmlns:a16="http://schemas.microsoft.com/office/drawing/2014/main" id="{F6ACB6CB-40F2-F842-ADB1-A47C97034E56}"/>
                </a:ext>
              </a:extLst>
            </p:cNvPr>
            <p:cNvSpPr>
              <a:spLocks noGrp="1"/>
            </p:cNvSpPr>
            <p:nvPr/>
          </p:nvSpPr>
          <p:spPr>
            <a:xfrm>
              <a:off x="15259247" y="2817032"/>
              <a:ext cx="52962" cy="27240"/>
            </a:xfrm>
            <a:custGeom>
              <a:avLst/>
              <a:gdLst/>
              <a:ahLst/>
              <a:cxnLst/>
              <a:rect l="0" t="0" r="0" b="0"/>
              <a:pathLst>
                <a:path w="52962" h="27240">
                  <a:moveTo>
                    <a:pt x="0" y="0"/>
                  </a:moveTo>
                  <a:lnTo>
                    <a:pt x="52962" y="2724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9" name="Output_receptor__5688">
              <a:extLst>
                <a:ext uri="{FF2B5EF4-FFF2-40B4-BE49-F238E27FC236}">
                  <a16:creationId xmlns:a16="http://schemas.microsoft.com/office/drawing/2014/main" id="{8AC93F7C-C6D9-B858-F936-EB98E45EC7F2}"/>
                </a:ext>
              </a:extLst>
            </p:cNvPr>
            <p:cNvSpPr>
              <a:spLocks noGrp="1"/>
            </p:cNvSpPr>
            <p:nvPr/>
          </p:nvSpPr>
          <p:spPr>
            <a:xfrm>
              <a:off x="16337652" y="3203845"/>
              <a:ext cx="10495" cy="71410"/>
            </a:xfrm>
            <a:custGeom>
              <a:avLst/>
              <a:gdLst/>
              <a:ahLst/>
              <a:cxnLst/>
              <a:rect l="0" t="0" r="0" b="0"/>
              <a:pathLst>
                <a:path w="10495" h="71410">
                  <a:moveTo>
                    <a:pt x="10495" y="714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0" name="Output_receptor__5689">
              <a:extLst>
                <a:ext uri="{FF2B5EF4-FFF2-40B4-BE49-F238E27FC236}">
                  <a16:creationId xmlns:a16="http://schemas.microsoft.com/office/drawing/2014/main" id="{1B07F0CC-31CE-666B-65FA-279C8A576291}"/>
                </a:ext>
              </a:extLst>
            </p:cNvPr>
            <p:cNvSpPr>
              <a:spLocks noGrp="1"/>
            </p:cNvSpPr>
            <p:nvPr/>
          </p:nvSpPr>
          <p:spPr>
            <a:xfrm>
              <a:off x="16444867" y="2655677"/>
              <a:ext cx="24401" cy="59247"/>
            </a:xfrm>
            <a:custGeom>
              <a:avLst/>
              <a:gdLst/>
              <a:ahLst/>
              <a:cxnLst/>
              <a:rect l="0" t="0" r="0" b="0"/>
              <a:pathLst>
                <a:path w="24401" h="59247">
                  <a:moveTo>
                    <a:pt x="0" y="59247"/>
                  </a:moveTo>
                  <a:lnTo>
                    <a:pt x="24401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1" name="Output_receptor__5690">
              <a:extLst>
                <a:ext uri="{FF2B5EF4-FFF2-40B4-BE49-F238E27FC236}">
                  <a16:creationId xmlns:a16="http://schemas.microsoft.com/office/drawing/2014/main" id="{4A307684-D497-0983-B4AC-0AC8CE2497BF}"/>
                </a:ext>
              </a:extLst>
            </p:cNvPr>
            <p:cNvSpPr>
              <a:spLocks noGrp="1"/>
            </p:cNvSpPr>
            <p:nvPr/>
          </p:nvSpPr>
          <p:spPr>
            <a:xfrm>
              <a:off x="16049865" y="2839927"/>
              <a:ext cx="8641" cy="3018"/>
            </a:xfrm>
            <a:custGeom>
              <a:avLst/>
              <a:gdLst/>
              <a:ahLst/>
              <a:cxnLst/>
              <a:rect l="0" t="0" r="0" b="0"/>
              <a:pathLst>
                <a:path w="8641" h="3018">
                  <a:moveTo>
                    <a:pt x="8641" y="30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2" name="Output_receptor__5691">
              <a:extLst>
                <a:ext uri="{FF2B5EF4-FFF2-40B4-BE49-F238E27FC236}">
                  <a16:creationId xmlns:a16="http://schemas.microsoft.com/office/drawing/2014/main" id="{48CE14F1-45D2-9731-9B24-3587A851F301}"/>
                </a:ext>
              </a:extLst>
            </p:cNvPr>
            <p:cNvSpPr>
              <a:spLocks noGrp="1"/>
            </p:cNvSpPr>
            <p:nvPr/>
          </p:nvSpPr>
          <p:spPr>
            <a:xfrm>
              <a:off x="15435866" y="3701699"/>
              <a:ext cx="4479" cy="27959"/>
            </a:xfrm>
            <a:custGeom>
              <a:avLst/>
              <a:gdLst/>
              <a:ahLst/>
              <a:cxnLst/>
              <a:rect l="0" t="0" r="0" b="0"/>
              <a:pathLst>
                <a:path w="4479" h="27959">
                  <a:moveTo>
                    <a:pt x="4479" y="2795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3" name="Output_receptor__5692">
              <a:extLst>
                <a:ext uri="{FF2B5EF4-FFF2-40B4-BE49-F238E27FC236}">
                  <a16:creationId xmlns:a16="http://schemas.microsoft.com/office/drawing/2014/main" id="{7EA687D4-02EC-3E04-F470-1A77B1119A8A}"/>
                </a:ext>
              </a:extLst>
            </p:cNvPr>
            <p:cNvSpPr>
              <a:spLocks noGrp="1"/>
            </p:cNvSpPr>
            <p:nvPr/>
          </p:nvSpPr>
          <p:spPr>
            <a:xfrm>
              <a:off x="16020447" y="2466015"/>
              <a:ext cx="31318" cy="30601"/>
            </a:xfrm>
            <a:custGeom>
              <a:avLst/>
              <a:gdLst/>
              <a:ahLst/>
              <a:cxnLst/>
              <a:rect l="0" t="0" r="0" b="0"/>
              <a:pathLst>
                <a:path w="31318" h="30601">
                  <a:moveTo>
                    <a:pt x="0" y="30601"/>
                  </a:moveTo>
                  <a:lnTo>
                    <a:pt x="31318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4" name="Output_receptor__5693">
              <a:extLst>
                <a:ext uri="{FF2B5EF4-FFF2-40B4-BE49-F238E27FC236}">
                  <a16:creationId xmlns:a16="http://schemas.microsoft.com/office/drawing/2014/main" id="{B3291071-9C96-14EB-B59F-95BE67E7AA68}"/>
                </a:ext>
              </a:extLst>
            </p:cNvPr>
            <p:cNvSpPr>
              <a:spLocks noGrp="1"/>
            </p:cNvSpPr>
            <p:nvPr/>
          </p:nvSpPr>
          <p:spPr>
            <a:xfrm>
              <a:off x="15249758" y="3455446"/>
              <a:ext cx="62982" cy="6037"/>
            </a:xfrm>
            <a:custGeom>
              <a:avLst/>
              <a:gdLst/>
              <a:ahLst/>
              <a:cxnLst/>
              <a:rect l="0" t="0" r="0" b="0"/>
              <a:pathLst>
                <a:path w="62982" h="6037">
                  <a:moveTo>
                    <a:pt x="0" y="6037"/>
                  </a:moveTo>
                  <a:lnTo>
                    <a:pt x="6298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5" name="Output_receptor__5694">
              <a:extLst>
                <a:ext uri="{FF2B5EF4-FFF2-40B4-BE49-F238E27FC236}">
                  <a16:creationId xmlns:a16="http://schemas.microsoft.com/office/drawing/2014/main" id="{FF330CE2-4BAE-B29D-246E-10BCC847420C}"/>
                </a:ext>
              </a:extLst>
            </p:cNvPr>
            <p:cNvSpPr>
              <a:spLocks noGrp="1"/>
            </p:cNvSpPr>
            <p:nvPr/>
          </p:nvSpPr>
          <p:spPr>
            <a:xfrm>
              <a:off x="16002963" y="3006190"/>
              <a:ext cx="21077" cy="56620"/>
            </a:xfrm>
            <a:custGeom>
              <a:avLst/>
              <a:gdLst/>
              <a:ahLst/>
              <a:cxnLst/>
              <a:rect l="0" t="0" r="0" b="0"/>
              <a:pathLst>
                <a:path w="21077" h="56620">
                  <a:moveTo>
                    <a:pt x="21077" y="0"/>
                  </a:moveTo>
                  <a:lnTo>
                    <a:pt x="0" y="5662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6" name="Output_receptor__5695">
              <a:extLst>
                <a:ext uri="{FF2B5EF4-FFF2-40B4-BE49-F238E27FC236}">
                  <a16:creationId xmlns:a16="http://schemas.microsoft.com/office/drawing/2014/main" id="{1499CE60-E029-5CCF-3745-2AE9196B79CB}"/>
                </a:ext>
              </a:extLst>
            </p:cNvPr>
            <p:cNvSpPr>
              <a:spLocks noGrp="1"/>
            </p:cNvSpPr>
            <p:nvPr/>
          </p:nvSpPr>
          <p:spPr>
            <a:xfrm>
              <a:off x="15834597" y="3118617"/>
              <a:ext cx="12468" cy="887"/>
            </a:xfrm>
            <a:custGeom>
              <a:avLst/>
              <a:gdLst/>
              <a:ahLst/>
              <a:cxnLst/>
              <a:rect l="0" t="0" r="0" b="0"/>
              <a:pathLst>
                <a:path w="12468" h="887">
                  <a:moveTo>
                    <a:pt x="0" y="887"/>
                  </a:moveTo>
                  <a:lnTo>
                    <a:pt x="12468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7" name="Output_receptor__5696">
              <a:extLst>
                <a:ext uri="{FF2B5EF4-FFF2-40B4-BE49-F238E27FC236}">
                  <a16:creationId xmlns:a16="http://schemas.microsoft.com/office/drawing/2014/main" id="{5319C912-C603-678D-A189-23AA8B397560}"/>
                </a:ext>
              </a:extLst>
            </p:cNvPr>
            <p:cNvSpPr>
              <a:spLocks noGrp="1"/>
            </p:cNvSpPr>
            <p:nvPr/>
          </p:nvSpPr>
          <p:spPr>
            <a:xfrm>
              <a:off x="15178501" y="3598004"/>
              <a:ext cx="37305" cy="32783"/>
            </a:xfrm>
            <a:custGeom>
              <a:avLst/>
              <a:gdLst/>
              <a:ahLst/>
              <a:cxnLst/>
              <a:rect l="0" t="0" r="0" b="0"/>
              <a:pathLst>
                <a:path w="37305" h="32783">
                  <a:moveTo>
                    <a:pt x="37305" y="327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8" name="Output_receptor__5697">
              <a:extLst>
                <a:ext uri="{FF2B5EF4-FFF2-40B4-BE49-F238E27FC236}">
                  <a16:creationId xmlns:a16="http://schemas.microsoft.com/office/drawing/2014/main" id="{697AC925-9E59-24BC-707A-69C49491D2B3}"/>
                </a:ext>
              </a:extLst>
            </p:cNvPr>
            <p:cNvSpPr>
              <a:spLocks noGrp="1"/>
            </p:cNvSpPr>
            <p:nvPr/>
          </p:nvSpPr>
          <p:spPr>
            <a:xfrm>
              <a:off x="16030642" y="2591018"/>
              <a:ext cx="63905" cy="26991"/>
            </a:xfrm>
            <a:custGeom>
              <a:avLst/>
              <a:gdLst/>
              <a:ahLst/>
              <a:cxnLst/>
              <a:rect l="0" t="0" r="0" b="0"/>
              <a:pathLst>
                <a:path w="63905" h="26991">
                  <a:moveTo>
                    <a:pt x="63905" y="0"/>
                  </a:moveTo>
                  <a:lnTo>
                    <a:pt x="0" y="2699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9" name="Output_receptor__5698">
              <a:extLst>
                <a:ext uri="{FF2B5EF4-FFF2-40B4-BE49-F238E27FC236}">
                  <a16:creationId xmlns:a16="http://schemas.microsoft.com/office/drawing/2014/main" id="{526B43BC-6F2A-3E68-F4C9-81D0DF0909BD}"/>
                </a:ext>
              </a:extLst>
            </p:cNvPr>
            <p:cNvSpPr>
              <a:spLocks noGrp="1"/>
            </p:cNvSpPr>
            <p:nvPr/>
          </p:nvSpPr>
          <p:spPr>
            <a:xfrm>
              <a:off x="15181784" y="2863610"/>
              <a:ext cx="43107" cy="16621"/>
            </a:xfrm>
            <a:custGeom>
              <a:avLst/>
              <a:gdLst/>
              <a:ahLst/>
              <a:cxnLst/>
              <a:rect l="0" t="0" r="0" b="0"/>
              <a:pathLst>
                <a:path w="43107" h="16621">
                  <a:moveTo>
                    <a:pt x="0" y="0"/>
                  </a:moveTo>
                  <a:lnTo>
                    <a:pt x="43107" y="1662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0" name="Output_receptor__5699">
              <a:extLst>
                <a:ext uri="{FF2B5EF4-FFF2-40B4-BE49-F238E27FC236}">
                  <a16:creationId xmlns:a16="http://schemas.microsoft.com/office/drawing/2014/main" id="{7191DE2A-7836-2BEF-94CB-2F529EC56BE1}"/>
                </a:ext>
              </a:extLst>
            </p:cNvPr>
            <p:cNvSpPr>
              <a:spLocks noGrp="1"/>
            </p:cNvSpPr>
            <p:nvPr/>
          </p:nvSpPr>
          <p:spPr>
            <a:xfrm>
              <a:off x="16007677" y="3195756"/>
              <a:ext cx="67735" cy="22034"/>
            </a:xfrm>
            <a:custGeom>
              <a:avLst/>
              <a:gdLst/>
              <a:ahLst/>
              <a:cxnLst/>
              <a:rect l="0" t="0" r="0" b="0"/>
              <a:pathLst>
                <a:path w="67735" h="22034">
                  <a:moveTo>
                    <a:pt x="67735" y="22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1" name="Output_receptor__5700">
              <a:extLst>
                <a:ext uri="{FF2B5EF4-FFF2-40B4-BE49-F238E27FC236}">
                  <a16:creationId xmlns:a16="http://schemas.microsoft.com/office/drawing/2014/main" id="{5CFFC47B-E331-1161-53B6-0FEFE5299D84}"/>
                </a:ext>
              </a:extLst>
            </p:cNvPr>
            <p:cNvSpPr>
              <a:spLocks noGrp="1"/>
            </p:cNvSpPr>
            <p:nvPr/>
          </p:nvSpPr>
          <p:spPr>
            <a:xfrm>
              <a:off x="15615909" y="3734298"/>
              <a:ext cx="60522" cy="19707"/>
            </a:xfrm>
            <a:custGeom>
              <a:avLst/>
              <a:gdLst/>
              <a:ahLst/>
              <a:cxnLst/>
              <a:rect l="0" t="0" r="0" b="0"/>
              <a:pathLst>
                <a:path w="60522" h="19707">
                  <a:moveTo>
                    <a:pt x="60522" y="0"/>
                  </a:moveTo>
                  <a:lnTo>
                    <a:pt x="0" y="19707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02" name="Output_receptor__5701">
              <a:extLst>
                <a:ext uri="{FF2B5EF4-FFF2-40B4-BE49-F238E27FC236}">
                  <a16:creationId xmlns:a16="http://schemas.microsoft.com/office/drawing/2014/main" id="{04194103-7AEA-9A18-02E2-9398FDBFC5F0}"/>
                </a:ext>
              </a:extLst>
            </p:cNvPr>
            <p:cNvSpPr>
              <a:spLocks noGrp="1"/>
            </p:cNvSpPr>
            <p:nvPr/>
          </p:nvSpPr>
          <p:spPr>
            <a:xfrm>
              <a:off x="15871365" y="2721071"/>
              <a:ext cx="3251" cy="26222"/>
            </a:xfrm>
            <a:custGeom>
              <a:avLst/>
              <a:gdLst/>
              <a:ahLst/>
              <a:cxnLst/>
              <a:rect l="0" t="0" r="0" b="0"/>
              <a:pathLst>
                <a:path w="3251" h="26222">
                  <a:moveTo>
                    <a:pt x="3251" y="26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3" name="Output_receptor__5702">
              <a:extLst>
                <a:ext uri="{FF2B5EF4-FFF2-40B4-BE49-F238E27FC236}">
                  <a16:creationId xmlns:a16="http://schemas.microsoft.com/office/drawing/2014/main" id="{15ECC2B7-7BC6-8DEA-4623-3CA22AB26256}"/>
                </a:ext>
              </a:extLst>
            </p:cNvPr>
            <p:cNvSpPr>
              <a:spLocks noGrp="1"/>
            </p:cNvSpPr>
            <p:nvPr/>
          </p:nvSpPr>
          <p:spPr>
            <a:xfrm>
              <a:off x="15166915" y="3202749"/>
              <a:ext cx="25909" cy="65426"/>
            </a:xfrm>
            <a:custGeom>
              <a:avLst/>
              <a:gdLst/>
              <a:ahLst/>
              <a:cxnLst/>
              <a:rect l="0" t="0" r="0" b="0"/>
              <a:pathLst>
                <a:path w="25909" h="65426">
                  <a:moveTo>
                    <a:pt x="0" y="0"/>
                  </a:moveTo>
                  <a:lnTo>
                    <a:pt x="25909" y="65426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4" name="Output_receptor__5703">
              <a:extLst>
                <a:ext uri="{FF2B5EF4-FFF2-40B4-BE49-F238E27FC236}">
                  <a16:creationId xmlns:a16="http://schemas.microsoft.com/office/drawing/2014/main" id="{99E1DE83-75E9-E7F7-8001-2859EB2846DB}"/>
                </a:ext>
              </a:extLst>
            </p:cNvPr>
            <p:cNvSpPr>
              <a:spLocks noGrp="1"/>
            </p:cNvSpPr>
            <p:nvPr/>
          </p:nvSpPr>
          <p:spPr>
            <a:xfrm>
              <a:off x="16267738" y="3216918"/>
              <a:ext cx="3284" cy="52883"/>
            </a:xfrm>
            <a:custGeom>
              <a:avLst/>
              <a:gdLst/>
              <a:ahLst/>
              <a:cxnLst/>
              <a:rect l="0" t="0" r="0" b="0"/>
              <a:pathLst>
                <a:path w="3284" h="52883">
                  <a:moveTo>
                    <a:pt x="0" y="0"/>
                  </a:moveTo>
                  <a:lnTo>
                    <a:pt x="3284" y="5288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5" name="Output_receptor__5704">
              <a:extLst>
                <a:ext uri="{FF2B5EF4-FFF2-40B4-BE49-F238E27FC236}">
                  <a16:creationId xmlns:a16="http://schemas.microsoft.com/office/drawing/2014/main" id="{D7F6FCDD-1620-C10B-9BA4-EB10CA9EF00F}"/>
                </a:ext>
              </a:extLst>
            </p:cNvPr>
            <p:cNvSpPr>
              <a:spLocks noGrp="1"/>
            </p:cNvSpPr>
            <p:nvPr/>
          </p:nvSpPr>
          <p:spPr>
            <a:xfrm>
              <a:off x="16094548" y="2591018"/>
              <a:ext cx="69266" cy="19628"/>
            </a:xfrm>
            <a:custGeom>
              <a:avLst/>
              <a:gdLst/>
              <a:ahLst/>
              <a:cxnLst/>
              <a:rect l="0" t="0" r="0" b="0"/>
              <a:pathLst>
                <a:path w="69266" h="19628">
                  <a:moveTo>
                    <a:pt x="69266" y="196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06" name="Output_receptor__5705">
              <a:extLst>
                <a:ext uri="{FF2B5EF4-FFF2-40B4-BE49-F238E27FC236}">
                  <a16:creationId xmlns:a16="http://schemas.microsoft.com/office/drawing/2014/main" id="{7E859C00-A15B-3B72-CBA0-A47329E6B7BC}"/>
                </a:ext>
              </a:extLst>
            </p:cNvPr>
            <p:cNvSpPr>
              <a:spLocks noGrp="1"/>
            </p:cNvSpPr>
            <p:nvPr/>
          </p:nvSpPr>
          <p:spPr>
            <a:xfrm>
              <a:off x="15006404" y="2925652"/>
              <a:ext cx="61039" cy="38428"/>
            </a:xfrm>
            <a:custGeom>
              <a:avLst/>
              <a:gdLst/>
              <a:ahLst/>
              <a:cxnLst/>
              <a:rect l="0" t="0" r="0" b="0"/>
              <a:pathLst>
                <a:path w="61039" h="38428">
                  <a:moveTo>
                    <a:pt x="0" y="38428"/>
                  </a:moveTo>
                  <a:lnTo>
                    <a:pt x="6103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7" name="Output_receptor__5706">
              <a:extLst>
                <a:ext uri="{FF2B5EF4-FFF2-40B4-BE49-F238E27FC236}">
                  <a16:creationId xmlns:a16="http://schemas.microsoft.com/office/drawing/2014/main" id="{DB389C21-C556-86B5-2759-EBEF9540D8E9}"/>
                </a:ext>
              </a:extLst>
            </p:cNvPr>
            <p:cNvSpPr>
              <a:spLocks noGrp="1"/>
            </p:cNvSpPr>
            <p:nvPr/>
          </p:nvSpPr>
          <p:spPr>
            <a:xfrm>
              <a:off x="15251391" y="3175283"/>
              <a:ext cx="7589" cy="24974"/>
            </a:xfrm>
            <a:custGeom>
              <a:avLst/>
              <a:gdLst/>
              <a:ahLst/>
              <a:cxnLst/>
              <a:rect l="0" t="0" r="0" b="0"/>
              <a:pathLst>
                <a:path w="7589" h="24974">
                  <a:moveTo>
                    <a:pt x="0" y="0"/>
                  </a:moveTo>
                  <a:lnTo>
                    <a:pt x="7589" y="2497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8" name="Output_receptor__5707">
              <a:extLst>
                <a:ext uri="{FF2B5EF4-FFF2-40B4-BE49-F238E27FC236}">
                  <a16:creationId xmlns:a16="http://schemas.microsoft.com/office/drawing/2014/main" id="{404F7DFB-86F1-9C74-E24C-EE5599749717}"/>
                </a:ext>
              </a:extLst>
            </p:cNvPr>
            <p:cNvSpPr>
              <a:spLocks noGrp="1"/>
            </p:cNvSpPr>
            <p:nvPr/>
          </p:nvSpPr>
          <p:spPr>
            <a:xfrm>
              <a:off x="15095274" y="2797805"/>
              <a:ext cx="70758" cy="7856"/>
            </a:xfrm>
            <a:custGeom>
              <a:avLst/>
              <a:gdLst/>
              <a:ahLst/>
              <a:cxnLst/>
              <a:rect l="0" t="0" r="0" b="0"/>
              <a:pathLst>
                <a:path w="70758" h="7856">
                  <a:moveTo>
                    <a:pt x="0" y="7856"/>
                  </a:moveTo>
                  <a:lnTo>
                    <a:pt x="70758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9" name="Output_receptor__5708">
              <a:extLst>
                <a:ext uri="{FF2B5EF4-FFF2-40B4-BE49-F238E27FC236}">
                  <a16:creationId xmlns:a16="http://schemas.microsoft.com/office/drawing/2014/main" id="{CEA0C7D5-239C-05CA-B826-6DBB767D26EF}"/>
                </a:ext>
              </a:extLst>
            </p:cNvPr>
            <p:cNvSpPr>
              <a:spLocks noGrp="1"/>
            </p:cNvSpPr>
            <p:nvPr/>
          </p:nvSpPr>
          <p:spPr>
            <a:xfrm>
              <a:off x="16269904" y="2524363"/>
              <a:ext cx="58687" cy="37848"/>
            </a:xfrm>
            <a:custGeom>
              <a:avLst/>
              <a:gdLst/>
              <a:ahLst/>
              <a:cxnLst/>
              <a:rect l="0" t="0" r="0" b="0"/>
              <a:pathLst>
                <a:path w="58687" h="37848">
                  <a:moveTo>
                    <a:pt x="58687" y="0"/>
                  </a:moveTo>
                  <a:lnTo>
                    <a:pt x="0" y="3784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0" name="Output_receptor__5709">
              <a:extLst>
                <a:ext uri="{FF2B5EF4-FFF2-40B4-BE49-F238E27FC236}">
                  <a16:creationId xmlns:a16="http://schemas.microsoft.com/office/drawing/2014/main" id="{51C863C9-D3E8-3C73-2EF9-229963FD35AF}"/>
                </a:ext>
              </a:extLst>
            </p:cNvPr>
            <p:cNvSpPr>
              <a:spLocks noGrp="1"/>
            </p:cNvSpPr>
            <p:nvPr/>
          </p:nvSpPr>
          <p:spPr>
            <a:xfrm>
              <a:off x="16298708" y="2357156"/>
              <a:ext cx="29355" cy="31293"/>
            </a:xfrm>
            <a:custGeom>
              <a:avLst/>
              <a:gdLst/>
              <a:ahLst/>
              <a:cxnLst/>
              <a:rect l="0" t="0" r="0" b="0"/>
              <a:pathLst>
                <a:path w="29355" h="31293">
                  <a:moveTo>
                    <a:pt x="0" y="31293"/>
                  </a:moveTo>
                  <a:lnTo>
                    <a:pt x="29355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1" name="Output_receptor__5710">
              <a:extLst>
                <a:ext uri="{FF2B5EF4-FFF2-40B4-BE49-F238E27FC236}">
                  <a16:creationId xmlns:a16="http://schemas.microsoft.com/office/drawing/2014/main" id="{264F1472-1994-B8E3-09E9-FA72ABCDD61F}"/>
                </a:ext>
              </a:extLst>
            </p:cNvPr>
            <p:cNvSpPr>
              <a:spLocks noGrp="1"/>
            </p:cNvSpPr>
            <p:nvPr/>
          </p:nvSpPr>
          <p:spPr>
            <a:xfrm>
              <a:off x="16202010" y="2551716"/>
              <a:ext cx="67894" cy="10495"/>
            </a:xfrm>
            <a:custGeom>
              <a:avLst/>
              <a:gdLst/>
              <a:ahLst/>
              <a:cxnLst/>
              <a:rect l="0" t="0" r="0" b="0"/>
              <a:pathLst>
                <a:path w="67894" h="10495">
                  <a:moveTo>
                    <a:pt x="67894" y="10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2" name="Output_receptor__5711">
              <a:extLst>
                <a:ext uri="{FF2B5EF4-FFF2-40B4-BE49-F238E27FC236}">
                  <a16:creationId xmlns:a16="http://schemas.microsoft.com/office/drawing/2014/main" id="{D7D9BEA2-EB9A-3556-6273-D9F6F5B90D61}"/>
                </a:ext>
              </a:extLst>
            </p:cNvPr>
            <p:cNvSpPr>
              <a:spLocks noGrp="1"/>
            </p:cNvSpPr>
            <p:nvPr/>
          </p:nvSpPr>
          <p:spPr>
            <a:xfrm>
              <a:off x="14845986" y="3146492"/>
              <a:ext cx="59033" cy="18873"/>
            </a:xfrm>
            <a:custGeom>
              <a:avLst/>
              <a:gdLst/>
              <a:ahLst/>
              <a:cxnLst/>
              <a:rect l="0" t="0" r="0" b="0"/>
              <a:pathLst>
                <a:path w="59033" h="18873">
                  <a:moveTo>
                    <a:pt x="0" y="18873"/>
                  </a:moveTo>
                  <a:lnTo>
                    <a:pt x="59033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3" name="Output_receptor__5712">
              <a:extLst>
                <a:ext uri="{FF2B5EF4-FFF2-40B4-BE49-F238E27FC236}">
                  <a16:creationId xmlns:a16="http://schemas.microsoft.com/office/drawing/2014/main" id="{FD0A3686-CBAA-A54D-B8A8-87FEBB3D0AFF}"/>
                </a:ext>
              </a:extLst>
            </p:cNvPr>
            <p:cNvSpPr>
              <a:spLocks noGrp="1"/>
            </p:cNvSpPr>
            <p:nvPr/>
          </p:nvSpPr>
          <p:spPr>
            <a:xfrm>
              <a:off x="14977461" y="3263879"/>
              <a:ext cx="20536" cy="43970"/>
            </a:xfrm>
            <a:custGeom>
              <a:avLst/>
              <a:gdLst/>
              <a:ahLst/>
              <a:cxnLst/>
              <a:rect l="0" t="0" r="0" b="0"/>
              <a:pathLst>
                <a:path w="20536" h="43970">
                  <a:moveTo>
                    <a:pt x="20536" y="0"/>
                  </a:moveTo>
                  <a:lnTo>
                    <a:pt x="0" y="4397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4" name="Output_receptor__5713">
              <a:extLst>
                <a:ext uri="{FF2B5EF4-FFF2-40B4-BE49-F238E27FC236}">
                  <a16:creationId xmlns:a16="http://schemas.microsoft.com/office/drawing/2014/main" id="{78C93E94-F11B-A1FA-3781-FD4F8613D51C}"/>
                </a:ext>
              </a:extLst>
            </p:cNvPr>
            <p:cNvSpPr>
              <a:spLocks noGrp="1"/>
            </p:cNvSpPr>
            <p:nvPr/>
          </p:nvSpPr>
          <p:spPr>
            <a:xfrm>
              <a:off x="15846207" y="2963576"/>
              <a:ext cx="36187" cy="61453"/>
            </a:xfrm>
            <a:custGeom>
              <a:avLst/>
              <a:gdLst/>
              <a:ahLst/>
              <a:cxnLst/>
              <a:rect l="0" t="0" r="0" b="0"/>
              <a:pathLst>
                <a:path w="36187" h="61453">
                  <a:moveTo>
                    <a:pt x="36187" y="0"/>
                  </a:moveTo>
                  <a:lnTo>
                    <a:pt x="0" y="6145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5" name="Output_receptor__5714">
              <a:extLst>
                <a:ext uri="{FF2B5EF4-FFF2-40B4-BE49-F238E27FC236}">
                  <a16:creationId xmlns:a16="http://schemas.microsoft.com/office/drawing/2014/main" id="{1679C1CE-085B-7B12-6EC7-1D723D829D16}"/>
                </a:ext>
              </a:extLst>
            </p:cNvPr>
            <p:cNvSpPr>
              <a:spLocks noGrp="1"/>
            </p:cNvSpPr>
            <p:nvPr/>
          </p:nvSpPr>
          <p:spPr>
            <a:xfrm>
              <a:off x="15312165" y="3029078"/>
              <a:ext cx="69099" cy="16571"/>
            </a:xfrm>
            <a:custGeom>
              <a:avLst/>
              <a:gdLst/>
              <a:ahLst/>
              <a:cxnLst/>
              <a:rect l="0" t="0" r="0" b="0"/>
              <a:pathLst>
                <a:path w="69099" h="16571">
                  <a:moveTo>
                    <a:pt x="69099" y="16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6" name="Output_receptor__5715">
              <a:extLst>
                <a:ext uri="{FF2B5EF4-FFF2-40B4-BE49-F238E27FC236}">
                  <a16:creationId xmlns:a16="http://schemas.microsoft.com/office/drawing/2014/main" id="{1A2F42C7-9FEA-6D97-34AE-0CDF302F1BC6}"/>
                </a:ext>
              </a:extLst>
            </p:cNvPr>
            <p:cNvSpPr>
              <a:spLocks noGrp="1"/>
            </p:cNvSpPr>
            <p:nvPr/>
          </p:nvSpPr>
          <p:spPr>
            <a:xfrm>
              <a:off x="15382167" y="2950005"/>
              <a:ext cx="70628" cy="12305"/>
            </a:xfrm>
            <a:custGeom>
              <a:avLst/>
              <a:gdLst/>
              <a:ahLst/>
              <a:cxnLst/>
              <a:rect l="0" t="0" r="0" b="0"/>
              <a:pathLst>
                <a:path w="70628" h="12305">
                  <a:moveTo>
                    <a:pt x="70628" y="123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7" name="Output_receptor__5716">
              <a:extLst>
                <a:ext uri="{FF2B5EF4-FFF2-40B4-BE49-F238E27FC236}">
                  <a16:creationId xmlns:a16="http://schemas.microsoft.com/office/drawing/2014/main" id="{CCC09BF7-91DC-E8AF-EA81-2C944EA27F01}"/>
                </a:ext>
              </a:extLst>
            </p:cNvPr>
            <p:cNvSpPr>
              <a:spLocks noGrp="1"/>
            </p:cNvSpPr>
            <p:nvPr/>
          </p:nvSpPr>
          <p:spPr>
            <a:xfrm>
              <a:off x="16069335" y="3352197"/>
              <a:ext cx="35530" cy="61942"/>
            </a:xfrm>
            <a:custGeom>
              <a:avLst/>
              <a:gdLst/>
              <a:ahLst/>
              <a:cxnLst/>
              <a:rect l="0" t="0" r="0" b="0"/>
              <a:pathLst>
                <a:path w="35530" h="61942">
                  <a:moveTo>
                    <a:pt x="35530" y="0"/>
                  </a:moveTo>
                  <a:lnTo>
                    <a:pt x="0" y="61942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8" name="Output_receptor__5717">
              <a:extLst>
                <a:ext uri="{FF2B5EF4-FFF2-40B4-BE49-F238E27FC236}">
                  <a16:creationId xmlns:a16="http://schemas.microsoft.com/office/drawing/2014/main" id="{2B0C78A7-624F-744C-1139-D6C887425EAC}"/>
                </a:ext>
              </a:extLst>
            </p:cNvPr>
            <p:cNvSpPr>
              <a:spLocks noGrp="1"/>
            </p:cNvSpPr>
            <p:nvPr/>
          </p:nvSpPr>
          <p:spPr>
            <a:xfrm>
              <a:off x="16163814" y="2551716"/>
              <a:ext cx="38196" cy="58929"/>
            </a:xfrm>
            <a:custGeom>
              <a:avLst/>
              <a:gdLst/>
              <a:ahLst/>
              <a:cxnLst/>
              <a:rect l="0" t="0" r="0" b="0"/>
              <a:pathLst>
                <a:path w="38196" h="58929">
                  <a:moveTo>
                    <a:pt x="38196" y="0"/>
                  </a:moveTo>
                  <a:lnTo>
                    <a:pt x="0" y="5892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9" name="Output_receptor__5718">
              <a:extLst>
                <a:ext uri="{FF2B5EF4-FFF2-40B4-BE49-F238E27FC236}">
                  <a16:creationId xmlns:a16="http://schemas.microsoft.com/office/drawing/2014/main" id="{77A9B75A-A1D7-A376-7477-FB8A52E27C19}"/>
                </a:ext>
              </a:extLst>
            </p:cNvPr>
            <p:cNvSpPr>
              <a:spLocks noGrp="1"/>
            </p:cNvSpPr>
            <p:nvPr/>
          </p:nvSpPr>
          <p:spPr>
            <a:xfrm>
              <a:off x="15965646" y="2812560"/>
              <a:ext cx="7312" cy="60931"/>
            </a:xfrm>
            <a:custGeom>
              <a:avLst/>
              <a:gdLst/>
              <a:ahLst/>
              <a:cxnLst/>
              <a:rect l="0" t="0" r="0" b="0"/>
              <a:pathLst>
                <a:path w="7312" h="60931">
                  <a:moveTo>
                    <a:pt x="7312" y="60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0" name="Output_receptor__5719">
              <a:extLst>
                <a:ext uri="{FF2B5EF4-FFF2-40B4-BE49-F238E27FC236}">
                  <a16:creationId xmlns:a16="http://schemas.microsoft.com/office/drawing/2014/main" id="{07E8BF2A-9511-D1F7-0FF8-492EC40747E1}"/>
                </a:ext>
              </a:extLst>
            </p:cNvPr>
            <p:cNvSpPr>
              <a:spLocks noGrp="1"/>
            </p:cNvSpPr>
            <p:nvPr/>
          </p:nvSpPr>
          <p:spPr>
            <a:xfrm>
              <a:off x="15679033" y="3132499"/>
              <a:ext cx="1282" cy="70908"/>
            </a:xfrm>
            <a:custGeom>
              <a:avLst/>
              <a:gdLst/>
              <a:ahLst/>
              <a:cxnLst/>
              <a:rect l="0" t="0" r="0" b="0"/>
              <a:pathLst>
                <a:path w="1282" h="70908">
                  <a:moveTo>
                    <a:pt x="1282" y="70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1" name="Output_receptor__5720">
              <a:extLst>
                <a:ext uri="{FF2B5EF4-FFF2-40B4-BE49-F238E27FC236}">
                  <a16:creationId xmlns:a16="http://schemas.microsoft.com/office/drawing/2014/main" id="{8C4D6275-68E2-B9C2-3775-3E83D21A3731}"/>
                </a:ext>
              </a:extLst>
            </p:cNvPr>
            <p:cNvSpPr>
              <a:spLocks noGrp="1"/>
            </p:cNvSpPr>
            <p:nvPr/>
          </p:nvSpPr>
          <p:spPr>
            <a:xfrm>
              <a:off x="15994201" y="3347349"/>
              <a:ext cx="17162" cy="13156"/>
            </a:xfrm>
            <a:custGeom>
              <a:avLst/>
              <a:gdLst/>
              <a:ahLst/>
              <a:cxnLst/>
              <a:rect l="0" t="0" r="0" b="0"/>
              <a:pathLst>
                <a:path w="17162" h="13156">
                  <a:moveTo>
                    <a:pt x="0" y="13156"/>
                  </a:moveTo>
                  <a:lnTo>
                    <a:pt x="1716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22" name="Output_receptor__5721">
              <a:extLst>
                <a:ext uri="{FF2B5EF4-FFF2-40B4-BE49-F238E27FC236}">
                  <a16:creationId xmlns:a16="http://schemas.microsoft.com/office/drawing/2014/main" id="{81447F62-CBBF-ADA8-FBDB-1AD6364DC11E}"/>
                </a:ext>
              </a:extLst>
            </p:cNvPr>
            <p:cNvSpPr>
              <a:spLocks noGrp="1"/>
            </p:cNvSpPr>
            <p:nvPr/>
          </p:nvSpPr>
          <p:spPr>
            <a:xfrm>
              <a:off x="15965646" y="2784343"/>
              <a:ext cx="51585" cy="28217"/>
            </a:xfrm>
            <a:custGeom>
              <a:avLst/>
              <a:gdLst/>
              <a:ahLst/>
              <a:cxnLst/>
              <a:rect l="0" t="0" r="0" b="0"/>
              <a:pathLst>
                <a:path w="51585" h="28217">
                  <a:moveTo>
                    <a:pt x="0" y="28217"/>
                  </a:moveTo>
                  <a:lnTo>
                    <a:pt x="51585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3" name="Output_receptor__5722">
              <a:extLst>
                <a:ext uri="{FF2B5EF4-FFF2-40B4-BE49-F238E27FC236}">
                  <a16:creationId xmlns:a16="http://schemas.microsoft.com/office/drawing/2014/main" id="{875176C2-AE9B-5034-D752-3BBFD8CA95FD}"/>
                </a:ext>
              </a:extLst>
            </p:cNvPr>
            <p:cNvSpPr>
              <a:spLocks noGrp="1"/>
            </p:cNvSpPr>
            <p:nvPr/>
          </p:nvSpPr>
          <p:spPr>
            <a:xfrm>
              <a:off x="15166032" y="2797805"/>
              <a:ext cx="15752" cy="65805"/>
            </a:xfrm>
            <a:custGeom>
              <a:avLst/>
              <a:gdLst/>
              <a:ahLst/>
              <a:cxnLst/>
              <a:rect l="0" t="0" r="0" b="0"/>
              <a:pathLst>
                <a:path w="15752" h="65805">
                  <a:moveTo>
                    <a:pt x="0" y="0"/>
                  </a:moveTo>
                  <a:lnTo>
                    <a:pt x="15752" y="658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4" name="Output_receptor__5723">
              <a:extLst>
                <a:ext uri="{FF2B5EF4-FFF2-40B4-BE49-F238E27FC236}">
                  <a16:creationId xmlns:a16="http://schemas.microsoft.com/office/drawing/2014/main" id="{5C4158A2-73EF-9226-F8DE-F9EF16C36D92}"/>
                </a:ext>
              </a:extLst>
            </p:cNvPr>
            <p:cNvSpPr>
              <a:spLocks noGrp="1"/>
            </p:cNvSpPr>
            <p:nvPr/>
          </p:nvSpPr>
          <p:spPr>
            <a:xfrm>
              <a:off x="15293479" y="3113856"/>
              <a:ext cx="43353" cy="15570"/>
            </a:xfrm>
            <a:custGeom>
              <a:avLst/>
              <a:gdLst/>
              <a:ahLst/>
              <a:cxnLst/>
              <a:rect l="0" t="0" r="0" b="0"/>
              <a:pathLst>
                <a:path w="43353" h="15570">
                  <a:moveTo>
                    <a:pt x="43353" y="155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5" name="Output_receptor__5724">
              <a:extLst>
                <a:ext uri="{FF2B5EF4-FFF2-40B4-BE49-F238E27FC236}">
                  <a16:creationId xmlns:a16="http://schemas.microsoft.com/office/drawing/2014/main" id="{0F29AFE5-AF2D-D47F-695C-65027B50B730}"/>
                </a:ext>
              </a:extLst>
            </p:cNvPr>
            <p:cNvSpPr>
              <a:spLocks noGrp="1"/>
            </p:cNvSpPr>
            <p:nvPr/>
          </p:nvSpPr>
          <p:spPr>
            <a:xfrm>
              <a:off x="15249758" y="3461483"/>
              <a:ext cx="9506" cy="70073"/>
            </a:xfrm>
            <a:custGeom>
              <a:avLst/>
              <a:gdLst/>
              <a:ahLst/>
              <a:cxnLst/>
              <a:rect l="0" t="0" r="0" b="0"/>
              <a:pathLst>
                <a:path w="9506" h="70073">
                  <a:moveTo>
                    <a:pt x="9506" y="700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26" name="Output_receptor__5725">
              <a:extLst>
                <a:ext uri="{FF2B5EF4-FFF2-40B4-BE49-F238E27FC236}">
                  <a16:creationId xmlns:a16="http://schemas.microsoft.com/office/drawing/2014/main" id="{421F4C51-4EEF-00C1-D00A-3436F5DEA57C}"/>
                </a:ext>
              </a:extLst>
            </p:cNvPr>
            <p:cNvSpPr>
              <a:spLocks noGrp="1"/>
            </p:cNvSpPr>
            <p:nvPr/>
          </p:nvSpPr>
          <p:spPr>
            <a:xfrm>
              <a:off x="15742748" y="3119922"/>
              <a:ext cx="27645" cy="55353"/>
            </a:xfrm>
            <a:custGeom>
              <a:avLst/>
              <a:gdLst/>
              <a:ahLst/>
              <a:cxnLst/>
              <a:rect l="0" t="0" r="0" b="0"/>
              <a:pathLst>
                <a:path w="27645" h="55353">
                  <a:moveTo>
                    <a:pt x="0" y="0"/>
                  </a:moveTo>
                  <a:lnTo>
                    <a:pt x="27645" y="5535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7" name="Output_receptor__5726">
              <a:extLst>
                <a:ext uri="{FF2B5EF4-FFF2-40B4-BE49-F238E27FC236}">
                  <a16:creationId xmlns:a16="http://schemas.microsoft.com/office/drawing/2014/main" id="{43A71C90-A501-F4D9-BF8B-0BB665946D9A}"/>
                </a:ext>
              </a:extLst>
            </p:cNvPr>
            <p:cNvSpPr>
              <a:spLocks noGrp="1"/>
            </p:cNvSpPr>
            <p:nvPr/>
          </p:nvSpPr>
          <p:spPr>
            <a:xfrm>
              <a:off x="15679033" y="3119922"/>
              <a:ext cx="63716" cy="12578"/>
            </a:xfrm>
            <a:custGeom>
              <a:avLst/>
              <a:gdLst/>
              <a:ahLst/>
              <a:cxnLst/>
              <a:rect l="0" t="0" r="0" b="0"/>
              <a:pathLst>
                <a:path w="63716" h="12578">
                  <a:moveTo>
                    <a:pt x="0" y="12578"/>
                  </a:moveTo>
                  <a:lnTo>
                    <a:pt x="63716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8" name="Output_receptor__5727">
              <a:extLst>
                <a:ext uri="{FF2B5EF4-FFF2-40B4-BE49-F238E27FC236}">
                  <a16:creationId xmlns:a16="http://schemas.microsoft.com/office/drawing/2014/main" id="{4DC80DED-E115-ADA1-953B-2BF43FCF1EC5}"/>
                </a:ext>
              </a:extLst>
            </p:cNvPr>
            <p:cNvSpPr>
              <a:spLocks noGrp="1"/>
            </p:cNvSpPr>
            <p:nvPr/>
          </p:nvSpPr>
          <p:spPr>
            <a:xfrm>
              <a:off x="15236148" y="3110578"/>
              <a:ext cx="57331" cy="3278"/>
            </a:xfrm>
            <a:custGeom>
              <a:avLst/>
              <a:gdLst/>
              <a:ahLst/>
              <a:cxnLst/>
              <a:rect l="0" t="0" r="0" b="0"/>
              <a:pathLst>
                <a:path w="57331" h="3278">
                  <a:moveTo>
                    <a:pt x="57331" y="3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9" name="Output_receptor__5728">
              <a:extLst>
                <a:ext uri="{FF2B5EF4-FFF2-40B4-BE49-F238E27FC236}">
                  <a16:creationId xmlns:a16="http://schemas.microsoft.com/office/drawing/2014/main" id="{F77B5E4D-4774-1CBA-2BD4-68762B880FA0}"/>
                </a:ext>
              </a:extLst>
            </p:cNvPr>
            <p:cNvSpPr>
              <a:spLocks noGrp="1"/>
            </p:cNvSpPr>
            <p:nvPr/>
          </p:nvSpPr>
          <p:spPr>
            <a:xfrm>
              <a:off x="15932796" y="3062810"/>
              <a:ext cx="70166" cy="12848"/>
            </a:xfrm>
            <a:custGeom>
              <a:avLst/>
              <a:gdLst/>
              <a:ahLst/>
              <a:cxnLst/>
              <a:rect l="0" t="0" r="0" b="0"/>
              <a:pathLst>
                <a:path w="70166" h="12848">
                  <a:moveTo>
                    <a:pt x="70166" y="0"/>
                  </a:moveTo>
                  <a:lnTo>
                    <a:pt x="0" y="1284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0" name="Output_receptor__5729">
              <a:extLst>
                <a:ext uri="{FF2B5EF4-FFF2-40B4-BE49-F238E27FC236}">
                  <a16:creationId xmlns:a16="http://schemas.microsoft.com/office/drawing/2014/main" id="{4390ECD7-DBAD-F181-7D78-6C3D628EE342}"/>
                </a:ext>
              </a:extLst>
            </p:cNvPr>
            <p:cNvSpPr>
              <a:spLocks noGrp="1"/>
            </p:cNvSpPr>
            <p:nvPr/>
          </p:nvSpPr>
          <p:spPr>
            <a:xfrm>
              <a:off x="15188327" y="3026804"/>
              <a:ext cx="19818" cy="8946"/>
            </a:xfrm>
            <a:custGeom>
              <a:avLst/>
              <a:gdLst/>
              <a:ahLst/>
              <a:cxnLst/>
              <a:rect l="0" t="0" r="0" b="0"/>
              <a:pathLst>
                <a:path w="19818" h="8946">
                  <a:moveTo>
                    <a:pt x="19818" y="0"/>
                  </a:moveTo>
                  <a:lnTo>
                    <a:pt x="0" y="8946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1" name="Output_receptor__5730">
              <a:extLst>
                <a:ext uri="{FF2B5EF4-FFF2-40B4-BE49-F238E27FC236}">
                  <a16:creationId xmlns:a16="http://schemas.microsoft.com/office/drawing/2014/main" id="{B7689D3E-5BA8-2A3F-9194-A2BB0FBB7237}"/>
                </a:ext>
              </a:extLst>
            </p:cNvPr>
            <p:cNvSpPr>
              <a:spLocks noGrp="1"/>
            </p:cNvSpPr>
            <p:nvPr/>
          </p:nvSpPr>
          <p:spPr>
            <a:xfrm>
              <a:off x="15166915" y="3173676"/>
              <a:ext cx="26933" cy="29073"/>
            </a:xfrm>
            <a:custGeom>
              <a:avLst/>
              <a:gdLst/>
              <a:ahLst/>
              <a:cxnLst/>
              <a:rect l="0" t="0" r="0" b="0"/>
              <a:pathLst>
                <a:path w="26933" h="29073">
                  <a:moveTo>
                    <a:pt x="26933" y="0"/>
                  </a:moveTo>
                  <a:lnTo>
                    <a:pt x="0" y="2907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2" name="Output_receptor__5731">
              <a:extLst>
                <a:ext uri="{FF2B5EF4-FFF2-40B4-BE49-F238E27FC236}">
                  <a16:creationId xmlns:a16="http://schemas.microsoft.com/office/drawing/2014/main" id="{3EF148E3-D9BC-ED37-D0A0-F4CBFF3E97D9}"/>
                </a:ext>
              </a:extLst>
            </p:cNvPr>
            <p:cNvSpPr>
              <a:spLocks noGrp="1"/>
            </p:cNvSpPr>
            <p:nvPr/>
          </p:nvSpPr>
          <p:spPr>
            <a:xfrm>
              <a:off x="15067443" y="2865899"/>
              <a:ext cx="8762" cy="59753"/>
            </a:xfrm>
            <a:custGeom>
              <a:avLst/>
              <a:gdLst/>
              <a:ahLst/>
              <a:cxnLst/>
              <a:rect l="0" t="0" r="0" b="0"/>
              <a:pathLst>
                <a:path w="8762" h="59753">
                  <a:moveTo>
                    <a:pt x="0" y="59753"/>
                  </a:moveTo>
                  <a:lnTo>
                    <a:pt x="8762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3" name="Output_receptor__5732">
              <a:extLst>
                <a:ext uri="{FF2B5EF4-FFF2-40B4-BE49-F238E27FC236}">
                  <a16:creationId xmlns:a16="http://schemas.microsoft.com/office/drawing/2014/main" id="{17A0FF17-4DC3-99C2-76FF-465B30BB6587}"/>
                </a:ext>
              </a:extLst>
            </p:cNvPr>
            <p:cNvSpPr>
              <a:spLocks noGrp="1"/>
            </p:cNvSpPr>
            <p:nvPr/>
          </p:nvSpPr>
          <p:spPr>
            <a:xfrm>
              <a:off x="15497879" y="3270679"/>
              <a:ext cx="39890" cy="38413"/>
            </a:xfrm>
            <a:custGeom>
              <a:avLst/>
              <a:gdLst/>
              <a:ahLst/>
              <a:cxnLst/>
              <a:rect l="0" t="0" r="0" b="0"/>
              <a:pathLst>
                <a:path w="39890" h="38413">
                  <a:moveTo>
                    <a:pt x="39890" y="384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4" name="Output_receptor__5733">
              <a:extLst>
                <a:ext uri="{FF2B5EF4-FFF2-40B4-BE49-F238E27FC236}">
                  <a16:creationId xmlns:a16="http://schemas.microsoft.com/office/drawing/2014/main" id="{B54EA7A4-1A0F-2C32-FE7F-F148657A8FE5}"/>
                </a:ext>
              </a:extLst>
            </p:cNvPr>
            <p:cNvSpPr>
              <a:spLocks noGrp="1"/>
            </p:cNvSpPr>
            <p:nvPr/>
          </p:nvSpPr>
          <p:spPr>
            <a:xfrm>
              <a:off x="16104865" y="3352197"/>
              <a:ext cx="53818" cy="22413"/>
            </a:xfrm>
            <a:custGeom>
              <a:avLst/>
              <a:gdLst/>
              <a:ahLst/>
              <a:cxnLst/>
              <a:rect l="0" t="0" r="0" b="0"/>
              <a:pathLst>
                <a:path w="53818" h="22413">
                  <a:moveTo>
                    <a:pt x="53818" y="22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5" name="Output_receptor__5734">
              <a:extLst>
                <a:ext uri="{FF2B5EF4-FFF2-40B4-BE49-F238E27FC236}">
                  <a16:creationId xmlns:a16="http://schemas.microsoft.com/office/drawing/2014/main" id="{C539F99F-1E14-6456-B001-DA26E96929EA}"/>
                </a:ext>
              </a:extLst>
            </p:cNvPr>
            <p:cNvSpPr>
              <a:spLocks noGrp="1"/>
            </p:cNvSpPr>
            <p:nvPr/>
          </p:nvSpPr>
          <p:spPr>
            <a:xfrm>
              <a:off x="15076205" y="2805661"/>
              <a:ext cx="19069" cy="60237"/>
            </a:xfrm>
            <a:custGeom>
              <a:avLst/>
              <a:gdLst/>
              <a:ahLst/>
              <a:cxnLst/>
              <a:rect l="0" t="0" r="0" b="0"/>
              <a:pathLst>
                <a:path w="19069" h="60237">
                  <a:moveTo>
                    <a:pt x="0" y="60237"/>
                  </a:moveTo>
                  <a:lnTo>
                    <a:pt x="1906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6" name="Output_receptor__5735">
              <a:extLst>
                <a:ext uri="{FF2B5EF4-FFF2-40B4-BE49-F238E27FC236}">
                  <a16:creationId xmlns:a16="http://schemas.microsoft.com/office/drawing/2014/main" id="{5BBEA1F9-1EFF-D269-7958-B36BD3304FF0}"/>
                </a:ext>
              </a:extLst>
            </p:cNvPr>
            <p:cNvSpPr>
              <a:spLocks noGrp="1"/>
            </p:cNvSpPr>
            <p:nvPr/>
          </p:nvSpPr>
          <p:spPr>
            <a:xfrm>
              <a:off x="15548703" y="3379549"/>
              <a:ext cx="8150" cy="28642"/>
            </a:xfrm>
            <a:custGeom>
              <a:avLst/>
              <a:gdLst/>
              <a:ahLst/>
              <a:cxnLst/>
              <a:rect l="0" t="0" r="0" b="0"/>
              <a:pathLst>
                <a:path w="8150" h="28642">
                  <a:moveTo>
                    <a:pt x="8150" y="2864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7" name="Output_receptor__5736">
              <a:extLst>
                <a:ext uri="{FF2B5EF4-FFF2-40B4-BE49-F238E27FC236}">
                  <a16:creationId xmlns:a16="http://schemas.microsoft.com/office/drawing/2014/main" id="{E22C4258-40FA-E0FA-20D7-0916AC8DC4F6}"/>
                </a:ext>
              </a:extLst>
            </p:cNvPr>
            <p:cNvSpPr>
              <a:spLocks noGrp="1"/>
            </p:cNvSpPr>
            <p:nvPr/>
          </p:nvSpPr>
          <p:spPr>
            <a:xfrm>
              <a:off x="14905019" y="3084860"/>
              <a:ext cx="37235" cy="61631"/>
            </a:xfrm>
            <a:custGeom>
              <a:avLst/>
              <a:gdLst/>
              <a:ahLst/>
              <a:cxnLst/>
              <a:rect l="0" t="0" r="0" b="0"/>
              <a:pathLst>
                <a:path w="37235" h="61631">
                  <a:moveTo>
                    <a:pt x="0" y="61631"/>
                  </a:moveTo>
                  <a:lnTo>
                    <a:pt x="37235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8" name="Output_receptor__5737">
              <a:extLst>
                <a:ext uri="{FF2B5EF4-FFF2-40B4-BE49-F238E27FC236}">
                  <a16:creationId xmlns:a16="http://schemas.microsoft.com/office/drawing/2014/main" id="{30EC9683-C360-F01C-6309-9207B235673B}"/>
                </a:ext>
              </a:extLst>
            </p:cNvPr>
            <p:cNvSpPr>
              <a:spLocks noGrp="1"/>
            </p:cNvSpPr>
            <p:nvPr/>
          </p:nvSpPr>
          <p:spPr>
            <a:xfrm>
              <a:off x="15714368" y="3308807"/>
              <a:ext cx="71399" cy="12114"/>
            </a:xfrm>
            <a:custGeom>
              <a:avLst/>
              <a:gdLst/>
              <a:ahLst/>
              <a:cxnLst/>
              <a:rect l="0" t="0" r="0" b="0"/>
              <a:pathLst>
                <a:path w="71399" h="12114">
                  <a:moveTo>
                    <a:pt x="0" y="12114"/>
                  </a:moveTo>
                  <a:lnTo>
                    <a:pt x="7139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9" name="Output_receptor__5738">
              <a:extLst>
                <a:ext uri="{FF2B5EF4-FFF2-40B4-BE49-F238E27FC236}">
                  <a16:creationId xmlns:a16="http://schemas.microsoft.com/office/drawing/2014/main" id="{85784391-3FD0-13B1-87AF-F69113929EE1}"/>
                </a:ext>
              </a:extLst>
            </p:cNvPr>
            <p:cNvSpPr>
              <a:spLocks noGrp="1"/>
            </p:cNvSpPr>
            <p:nvPr/>
          </p:nvSpPr>
          <p:spPr>
            <a:xfrm>
              <a:off x="16017231" y="2784343"/>
              <a:ext cx="41275" cy="58602"/>
            </a:xfrm>
            <a:custGeom>
              <a:avLst/>
              <a:gdLst/>
              <a:ahLst/>
              <a:cxnLst/>
              <a:rect l="0" t="0" r="0" b="0"/>
              <a:pathLst>
                <a:path w="41275" h="58602">
                  <a:moveTo>
                    <a:pt x="0" y="0"/>
                  </a:moveTo>
                  <a:lnTo>
                    <a:pt x="41275" y="58602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0" name="Output_receptor__5739">
              <a:extLst>
                <a:ext uri="{FF2B5EF4-FFF2-40B4-BE49-F238E27FC236}">
                  <a16:creationId xmlns:a16="http://schemas.microsoft.com/office/drawing/2014/main" id="{6453042F-1EB5-DBBF-27D9-B92032D6412B}"/>
                </a:ext>
              </a:extLst>
            </p:cNvPr>
            <p:cNvSpPr>
              <a:spLocks noGrp="1"/>
            </p:cNvSpPr>
            <p:nvPr/>
          </p:nvSpPr>
          <p:spPr>
            <a:xfrm>
              <a:off x="16158683" y="3374610"/>
              <a:ext cx="3972" cy="64102"/>
            </a:xfrm>
            <a:custGeom>
              <a:avLst/>
              <a:gdLst/>
              <a:ahLst/>
              <a:cxnLst/>
              <a:rect l="0" t="0" r="0" b="0"/>
              <a:pathLst>
                <a:path w="3972" h="64102">
                  <a:moveTo>
                    <a:pt x="3972" y="6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1" name="Output_receptor__5740">
              <a:extLst>
                <a:ext uri="{FF2B5EF4-FFF2-40B4-BE49-F238E27FC236}">
                  <a16:creationId xmlns:a16="http://schemas.microsoft.com/office/drawing/2014/main" id="{9C4F8BC7-8094-FD92-2EFE-B24D2134A9B8}"/>
                </a:ext>
              </a:extLst>
            </p:cNvPr>
            <p:cNvSpPr>
              <a:spLocks noGrp="1"/>
            </p:cNvSpPr>
            <p:nvPr/>
          </p:nvSpPr>
          <p:spPr>
            <a:xfrm>
              <a:off x="15259264" y="3531556"/>
              <a:ext cx="66261" cy="21093"/>
            </a:xfrm>
            <a:custGeom>
              <a:avLst/>
              <a:gdLst/>
              <a:ahLst/>
              <a:cxnLst/>
              <a:rect l="0" t="0" r="0" b="0"/>
              <a:pathLst>
                <a:path w="66261" h="21093">
                  <a:moveTo>
                    <a:pt x="66261" y="21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2" name="Output_receptor__5741">
              <a:extLst>
                <a:ext uri="{FF2B5EF4-FFF2-40B4-BE49-F238E27FC236}">
                  <a16:creationId xmlns:a16="http://schemas.microsoft.com/office/drawing/2014/main" id="{648B8E77-FCFF-3DE0-4FE6-CEDE0071AF3E}"/>
                </a:ext>
              </a:extLst>
            </p:cNvPr>
            <p:cNvSpPr>
              <a:spLocks noGrp="1"/>
            </p:cNvSpPr>
            <p:nvPr/>
          </p:nvSpPr>
          <p:spPr>
            <a:xfrm>
              <a:off x="15100445" y="3238991"/>
              <a:ext cx="2485" cy="61859"/>
            </a:xfrm>
            <a:custGeom>
              <a:avLst/>
              <a:gdLst/>
              <a:ahLst/>
              <a:cxnLst/>
              <a:rect l="0" t="0" r="0" b="0"/>
              <a:pathLst>
                <a:path w="2485" h="61859">
                  <a:moveTo>
                    <a:pt x="2485" y="0"/>
                  </a:moveTo>
                  <a:lnTo>
                    <a:pt x="0" y="6185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3" name="Output_receptor__5742">
              <a:extLst>
                <a:ext uri="{FF2B5EF4-FFF2-40B4-BE49-F238E27FC236}">
                  <a16:creationId xmlns:a16="http://schemas.microsoft.com/office/drawing/2014/main" id="{8C1B9772-ED11-5A89-1906-160371DF41D6}"/>
                </a:ext>
              </a:extLst>
            </p:cNvPr>
            <p:cNvSpPr>
              <a:spLocks noGrp="1"/>
            </p:cNvSpPr>
            <p:nvPr/>
          </p:nvSpPr>
          <p:spPr>
            <a:xfrm>
              <a:off x="15714368" y="3320920"/>
              <a:ext cx="8384" cy="70662"/>
            </a:xfrm>
            <a:custGeom>
              <a:avLst/>
              <a:gdLst/>
              <a:ahLst/>
              <a:cxnLst/>
              <a:rect l="0" t="0" r="0" b="0"/>
              <a:pathLst>
                <a:path w="8384" h="70662">
                  <a:moveTo>
                    <a:pt x="8384" y="706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4" name="Output_receptor__5743">
              <a:extLst>
                <a:ext uri="{FF2B5EF4-FFF2-40B4-BE49-F238E27FC236}">
                  <a16:creationId xmlns:a16="http://schemas.microsoft.com/office/drawing/2014/main" id="{D4BBD24D-8D5A-4D51-746D-432FB00F99F6}"/>
                </a:ext>
              </a:extLst>
            </p:cNvPr>
            <p:cNvSpPr>
              <a:spLocks noGrp="1"/>
            </p:cNvSpPr>
            <p:nvPr/>
          </p:nvSpPr>
          <p:spPr>
            <a:xfrm>
              <a:off x="15452795" y="2913480"/>
              <a:ext cx="12003" cy="48830"/>
            </a:xfrm>
            <a:custGeom>
              <a:avLst/>
              <a:gdLst/>
              <a:ahLst/>
              <a:cxnLst/>
              <a:rect l="0" t="0" r="0" b="0"/>
              <a:pathLst>
                <a:path w="12003" h="48830">
                  <a:moveTo>
                    <a:pt x="12003" y="0"/>
                  </a:moveTo>
                  <a:lnTo>
                    <a:pt x="0" y="4883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5" name="Output_receptor__5744">
              <a:extLst>
                <a:ext uri="{FF2B5EF4-FFF2-40B4-BE49-F238E27FC236}">
                  <a16:creationId xmlns:a16="http://schemas.microsoft.com/office/drawing/2014/main" id="{BA4BBFDF-6568-5FA0-F8F2-22E728F7A379}"/>
                </a:ext>
              </a:extLst>
            </p:cNvPr>
            <p:cNvSpPr>
              <a:spLocks noGrp="1"/>
            </p:cNvSpPr>
            <p:nvPr/>
          </p:nvSpPr>
          <p:spPr>
            <a:xfrm>
              <a:off x="14990431" y="2794637"/>
              <a:ext cx="15382" cy="41600"/>
            </a:xfrm>
            <a:custGeom>
              <a:avLst/>
              <a:gdLst/>
              <a:ahLst/>
              <a:cxnLst/>
              <a:rect l="0" t="0" r="0" b="0"/>
              <a:pathLst>
                <a:path w="15382" h="41600">
                  <a:moveTo>
                    <a:pt x="0" y="41600"/>
                  </a:moveTo>
                  <a:lnTo>
                    <a:pt x="1538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6" name="Output_receptor__5745">
              <a:extLst>
                <a:ext uri="{FF2B5EF4-FFF2-40B4-BE49-F238E27FC236}">
                  <a16:creationId xmlns:a16="http://schemas.microsoft.com/office/drawing/2014/main" id="{E8297F3A-3B11-A4C2-E918-08A71E794D95}"/>
                </a:ext>
              </a:extLst>
            </p:cNvPr>
            <p:cNvSpPr>
              <a:spLocks noGrp="1"/>
            </p:cNvSpPr>
            <p:nvPr/>
          </p:nvSpPr>
          <p:spPr>
            <a:xfrm>
              <a:off x="16019697" y="2410225"/>
              <a:ext cx="32068" cy="55790"/>
            </a:xfrm>
            <a:custGeom>
              <a:avLst/>
              <a:gdLst/>
              <a:ahLst/>
              <a:cxnLst/>
              <a:rect l="0" t="0" r="0" b="0"/>
              <a:pathLst>
                <a:path w="32068" h="55790">
                  <a:moveTo>
                    <a:pt x="32068" y="557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7" name="Output_receptor__5746">
              <a:extLst>
                <a:ext uri="{FF2B5EF4-FFF2-40B4-BE49-F238E27FC236}">
                  <a16:creationId xmlns:a16="http://schemas.microsoft.com/office/drawing/2014/main" id="{EAB30B2D-21A7-C674-6252-30520E03B308}"/>
                </a:ext>
              </a:extLst>
            </p:cNvPr>
            <p:cNvSpPr>
              <a:spLocks noGrp="1"/>
            </p:cNvSpPr>
            <p:nvPr/>
          </p:nvSpPr>
          <p:spPr>
            <a:xfrm>
              <a:off x="14942254" y="3069947"/>
              <a:ext cx="68689" cy="14913"/>
            </a:xfrm>
            <a:custGeom>
              <a:avLst/>
              <a:gdLst/>
              <a:ahLst/>
              <a:cxnLst/>
              <a:rect l="0" t="0" r="0" b="0"/>
              <a:pathLst>
                <a:path w="68689" h="14913">
                  <a:moveTo>
                    <a:pt x="0" y="14913"/>
                  </a:moveTo>
                  <a:lnTo>
                    <a:pt x="6868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8" name="Output_receptor__5747">
              <a:extLst>
                <a:ext uri="{FF2B5EF4-FFF2-40B4-BE49-F238E27FC236}">
                  <a16:creationId xmlns:a16="http://schemas.microsoft.com/office/drawing/2014/main" id="{AEBAD2E4-AE77-8C42-3713-1DE1D932A34C}"/>
                </a:ext>
              </a:extLst>
            </p:cNvPr>
            <p:cNvSpPr>
              <a:spLocks noGrp="1"/>
            </p:cNvSpPr>
            <p:nvPr/>
          </p:nvSpPr>
          <p:spPr>
            <a:xfrm>
              <a:off x="15882395" y="2929242"/>
              <a:ext cx="9560" cy="34334"/>
            </a:xfrm>
            <a:custGeom>
              <a:avLst/>
              <a:gdLst/>
              <a:ahLst/>
              <a:cxnLst/>
              <a:rect l="0" t="0" r="0" b="0"/>
              <a:pathLst>
                <a:path w="9560" h="34334">
                  <a:moveTo>
                    <a:pt x="9560" y="0"/>
                  </a:moveTo>
                  <a:lnTo>
                    <a:pt x="0" y="34334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9" name="Output_receptor__5748">
              <a:extLst>
                <a:ext uri="{FF2B5EF4-FFF2-40B4-BE49-F238E27FC236}">
                  <a16:creationId xmlns:a16="http://schemas.microsoft.com/office/drawing/2014/main" id="{0C7B3AFF-FA07-D1B1-A07B-3F0525AF94A6}"/>
                </a:ext>
              </a:extLst>
            </p:cNvPr>
            <p:cNvSpPr>
              <a:spLocks noGrp="1"/>
            </p:cNvSpPr>
            <p:nvPr/>
          </p:nvSpPr>
          <p:spPr>
            <a:xfrm>
              <a:off x="15610947" y="3697089"/>
              <a:ext cx="4962" cy="56917"/>
            </a:xfrm>
            <a:custGeom>
              <a:avLst/>
              <a:gdLst/>
              <a:ahLst/>
              <a:cxnLst/>
              <a:rect l="0" t="0" r="0" b="0"/>
              <a:pathLst>
                <a:path w="4962" h="56917">
                  <a:moveTo>
                    <a:pt x="4962" y="5691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0" name="Output_receptor__5749">
              <a:extLst>
                <a:ext uri="{FF2B5EF4-FFF2-40B4-BE49-F238E27FC236}">
                  <a16:creationId xmlns:a16="http://schemas.microsoft.com/office/drawing/2014/main" id="{DE5D9796-7A23-1EFD-73D2-B30FB19438F7}"/>
                </a:ext>
              </a:extLst>
            </p:cNvPr>
            <p:cNvSpPr>
              <a:spLocks noGrp="1"/>
            </p:cNvSpPr>
            <p:nvPr/>
          </p:nvSpPr>
          <p:spPr>
            <a:xfrm>
              <a:off x="16228231" y="2388449"/>
              <a:ext cx="70476" cy="3771"/>
            </a:xfrm>
            <a:custGeom>
              <a:avLst/>
              <a:gdLst/>
              <a:ahLst/>
              <a:cxnLst/>
              <a:rect l="0" t="0" r="0" b="0"/>
              <a:pathLst>
                <a:path w="70476" h="3771">
                  <a:moveTo>
                    <a:pt x="0" y="3771"/>
                  </a:moveTo>
                  <a:lnTo>
                    <a:pt x="70476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1" name="Output_receptor__5750">
              <a:extLst>
                <a:ext uri="{FF2B5EF4-FFF2-40B4-BE49-F238E27FC236}">
                  <a16:creationId xmlns:a16="http://schemas.microsoft.com/office/drawing/2014/main" id="{5523B555-71C3-56F6-7034-60E7ED58D2E8}"/>
                </a:ext>
              </a:extLst>
            </p:cNvPr>
            <p:cNvSpPr>
              <a:spLocks noGrp="1"/>
            </p:cNvSpPr>
            <p:nvPr/>
          </p:nvSpPr>
          <p:spPr>
            <a:xfrm>
              <a:off x="15167326" y="3260831"/>
              <a:ext cx="25499" cy="7344"/>
            </a:xfrm>
            <a:custGeom>
              <a:avLst/>
              <a:gdLst/>
              <a:ahLst/>
              <a:cxnLst/>
              <a:rect l="0" t="0" r="0" b="0"/>
              <a:pathLst>
                <a:path w="25499" h="7344">
                  <a:moveTo>
                    <a:pt x="25499" y="73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2" name="Output_receptor__5751">
              <a:extLst>
                <a:ext uri="{FF2B5EF4-FFF2-40B4-BE49-F238E27FC236}">
                  <a16:creationId xmlns:a16="http://schemas.microsoft.com/office/drawing/2014/main" id="{3F2C8DDD-F4E2-7A5D-2F98-FC4FF0481188}"/>
                </a:ext>
              </a:extLst>
            </p:cNvPr>
            <p:cNvSpPr>
              <a:spLocks noGrp="1"/>
            </p:cNvSpPr>
            <p:nvPr/>
          </p:nvSpPr>
          <p:spPr>
            <a:xfrm>
              <a:off x="15820518" y="2721071"/>
              <a:ext cx="50846" cy="47415"/>
            </a:xfrm>
            <a:custGeom>
              <a:avLst/>
              <a:gdLst/>
              <a:ahLst/>
              <a:cxnLst/>
              <a:rect l="0" t="0" r="0" b="0"/>
              <a:pathLst>
                <a:path w="50846" h="47415">
                  <a:moveTo>
                    <a:pt x="50846" y="0"/>
                  </a:moveTo>
                  <a:lnTo>
                    <a:pt x="0" y="47415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3" name="Output_receptor__5752">
              <a:extLst>
                <a:ext uri="{FF2B5EF4-FFF2-40B4-BE49-F238E27FC236}">
                  <a16:creationId xmlns:a16="http://schemas.microsoft.com/office/drawing/2014/main" id="{FA76654C-91A7-A887-DE44-1CC338FC125F}"/>
                </a:ext>
              </a:extLst>
            </p:cNvPr>
            <p:cNvSpPr>
              <a:spLocks noGrp="1"/>
            </p:cNvSpPr>
            <p:nvPr/>
          </p:nvSpPr>
          <p:spPr>
            <a:xfrm>
              <a:off x="15193848" y="3173676"/>
              <a:ext cx="65132" cy="26581"/>
            </a:xfrm>
            <a:custGeom>
              <a:avLst/>
              <a:gdLst/>
              <a:ahLst/>
              <a:cxnLst/>
              <a:rect l="0" t="0" r="0" b="0"/>
              <a:pathLst>
                <a:path w="65132" h="26581">
                  <a:moveTo>
                    <a:pt x="65132" y="265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4" name="Output_receptor__5753">
              <a:extLst>
                <a:ext uri="{FF2B5EF4-FFF2-40B4-BE49-F238E27FC236}">
                  <a16:creationId xmlns:a16="http://schemas.microsoft.com/office/drawing/2014/main" id="{1E46C0D0-91B0-7117-4DC1-C58BDCB74810}"/>
                </a:ext>
              </a:extLst>
            </p:cNvPr>
            <p:cNvSpPr>
              <a:spLocks noGrp="1"/>
            </p:cNvSpPr>
            <p:nvPr/>
          </p:nvSpPr>
          <p:spPr>
            <a:xfrm>
              <a:off x="14894674" y="3237475"/>
              <a:ext cx="17890" cy="8361"/>
            </a:xfrm>
            <a:custGeom>
              <a:avLst/>
              <a:gdLst/>
              <a:ahLst/>
              <a:cxnLst/>
              <a:rect l="0" t="0" r="0" b="0"/>
              <a:pathLst>
                <a:path w="17890" h="8361">
                  <a:moveTo>
                    <a:pt x="0" y="8361"/>
                  </a:moveTo>
                  <a:lnTo>
                    <a:pt x="1789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5" name="Output_receptor__5754">
              <a:extLst>
                <a:ext uri="{FF2B5EF4-FFF2-40B4-BE49-F238E27FC236}">
                  <a16:creationId xmlns:a16="http://schemas.microsoft.com/office/drawing/2014/main" id="{8496F4EA-8432-1CA5-30A8-D180D6DCEA8B}"/>
                </a:ext>
              </a:extLst>
            </p:cNvPr>
            <p:cNvSpPr>
              <a:spLocks noGrp="1"/>
            </p:cNvSpPr>
            <p:nvPr/>
          </p:nvSpPr>
          <p:spPr>
            <a:xfrm>
              <a:off x="15178501" y="3598004"/>
              <a:ext cx="20711" cy="46731"/>
            </a:xfrm>
            <a:custGeom>
              <a:avLst/>
              <a:gdLst/>
              <a:ahLst/>
              <a:cxnLst/>
              <a:rect l="0" t="0" r="0" b="0"/>
              <a:pathLst>
                <a:path w="20711" h="46731">
                  <a:moveTo>
                    <a:pt x="0" y="0"/>
                  </a:moveTo>
                  <a:lnTo>
                    <a:pt x="20711" y="46731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6" name="Output_receptor__5755">
              <a:extLst>
                <a:ext uri="{FF2B5EF4-FFF2-40B4-BE49-F238E27FC236}">
                  <a16:creationId xmlns:a16="http://schemas.microsoft.com/office/drawing/2014/main" id="{9D574C65-5C11-E3FD-4A0C-00FCC51C532B}"/>
                </a:ext>
              </a:extLst>
            </p:cNvPr>
            <p:cNvSpPr>
              <a:spLocks noGrp="1"/>
            </p:cNvSpPr>
            <p:nvPr/>
          </p:nvSpPr>
          <p:spPr>
            <a:xfrm>
              <a:off x="15820518" y="2768485"/>
              <a:ext cx="43826" cy="56030"/>
            </a:xfrm>
            <a:custGeom>
              <a:avLst/>
              <a:gdLst/>
              <a:ahLst/>
              <a:cxnLst/>
              <a:rect l="0" t="0" r="0" b="0"/>
              <a:pathLst>
                <a:path w="43826" h="56030">
                  <a:moveTo>
                    <a:pt x="0" y="0"/>
                  </a:moveTo>
                  <a:lnTo>
                    <a:pt x="43826" y="5603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7" name="Output_receptor__5756">
              <a:extLst>
                <a:ext uri="{FF2B5EF4-FFF2-40B4-BE49-F238E27FC236}">
                  <a16:creationId xmlns:a16="http://schemas.microsoft.com/office/drawing/2014/main" id="{A65548F6-A83D-1CD3-39DC-3EE6EB74143B}"/>
                </a:ext>
              </a:extLst>
            </p:cNvPr>
            <p:cNvSpPr>
              <a:spLocks noGrp="1"/>
            </p:cNvSpPr>
            <p:nvPr/>
          </p:nvSpPr>
          <p:spPr>
            <a:xfrm>
              <a:off x="15085621" y="3300851"/>
              <a:ext cx="14825" cy="26679"/>
            </a:xfrm>
            <a:custGeom>
              <a:avLst/>
              <a:gdLst/>
              <a:ahLst/>
              <a:cxnLst/>
              <a:rect l="0" t="0" r="0" b="0"/>
              <a:pathLst>
                <a:path w="14825" h="26679">
                  <a:moveTo>
                    <a:pt x="14825" y="0"/>
                  </a:moveTo>
                  <a:lnTo>
                    <a:pt x="0" y="26679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8" name="Output_receptor__5757">
              <a:extLst>
                <a:ext uri="{FF2B5EF4-FFF2-40B4-BE49-F238E27FC236}">
                  <a16:creationId xmlns:a16="http://schemas.microsoft.com/office/drawing/2014/main" id="{E7D60040-A42E-6FC9-8897-F2E5A8766667}"/>
                </a:ext>
              </a:extLst>
            </p:cNvPr>
            <p:cNvSpPr>
              <a:spLocks noGrp="1"/>
            </p:cNvSpPr>
            <p:nvPr/>
          </p:nvSpPr>
          <p:spPr>
            <a:xfrm>
              <a:off x="15847065" y="3118617"/>
              <a:ext cx="30769" cy="53458"/>
            </a:xfrm>
            <a:custGeom>
              <a:avLst/>
              <a:gdLst/>
              <a:ahLst/>
              <a:cxnLst/>
              <a:rect l="0" t="0" r="0" b="0"/>
              <a:pathLst>
                <a:path w="30769" h="53458">
                  <a:moveTo>
                    <a:pt x="0" y="0"/>
                  </a:moveTo>
                  <a:lnTo>
                    <a:pt x="30769" y="53458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9" name="Output_receptor__5758">
              <a:extLst>
                <a:ext uri="{FF2B5EF4-FFF2-40B4-BE49-F238E27FC236}">
                  <a16:creationId xmlns:a16="http://schemas.microsoft.com/office/drawing/2014/main" id="{1F4D5A38-65F5-CED0-1378-258998C94BBD}"/>
                </a:ext>
              </a:extLst>
            </p:cNvPr>
            <p:cNvSpPr>
              <a:spLocks noGrp="1"/>
            </p:cNvSpPr>
            <p:nvPr/>
          </p:nvSpPr>
          <p:spPr>
            <a:xfrm>
              <a:off x="15430356" y="3683829"/>
              <a:ext cx="9989" cy="45829"/>
            </a:xfrm>
            <a:custGeom>
              <a:avLst/>
              <a:gdLst/>
              <a:ahLst/>
              <a:cxnLst/>
              <a:rect l="0" t="0" r="0" b="0"/>
              <a:pathLst>
                <a:path w="9989" h="45829">
                  <a:moveTo>
                    <a:pt x="0" y="0"/>
                  </a:moveTo>
                  <a:lnTo>
                    <a:pt x="9989" y="45829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0" name="Output_receptor__5759">
              <a:extLst>
                <a:ext uri="{FF2B5EF4-FFF2-40B4-BE49-F238E27FC236}">
                  <a16:creationId xmlns:a16="http://schemas.microsoft.com/office/drawing/2014/main" id="{12DEC223-009C-BDC7-28E0-0964096FA470}"/>
                </a:ext>
              </a:extLst>
            </p:cNvPr>
            <p:cNvSpPr>
              <a:spLocks noGrp="1"/>
            </p:cNvSpPr>
            <p:nvPr/>
          </p:nvSpPr>
          <p:spPr>
            <a:xfrm>
              <a:off x="16320146" y="2517836"/>
              <a:ext cx="8445" cy="6527"/>
            </a:xfrm>
            <a:custGeom>
              <a:avLst/>
              <a:gdLst/>
              <a:ahLst/>
              <a:cxnLst/>
              <a:rect l="0" t="0" r="0" b="0"/>
              <a:pathLst>
                <a:path w="8445" h="6527">
                  <a:moveTo>
                    <a:pt x="0" y="0"/>
                  </a:moveTo>
                  <a:lnTo>
                    <a:pt x="8445" y="6527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1" name="Output_receptor__5760">
              <a:extLst>
                <a:ext uri="{FF2B5EF4-FFF2-40B4-BE49-F238E27FC236}">
                  <a16:creationId xmlns:a16="http://schemas.microsoft.com/office/drawing/2014/main" id="{2C62D1D0-6F4A-A334-B674-B99DAA34DB48}"/>
                </a:ext>
              </a:extLst>
            </p:cNvPr>
            <p:cNvSpPr>
              <a:spLocks noGrp="1"/>
            </p:cNvSpPr>
            <p:nvPr/>
          </p:nvSpPr>
          <p:spPr>
            <a:xfrm>
              <a:off x="16069335" y="3405931"/>
              <a:ext cx="8760" cy="8208"/>
            </a:xfrm>
            <a:custGeom>
              <a:avLst/>
              <a:gdLst/>
              <a:ahLst/>
              <a:cxnLst/>
              <a:rect l="0" t="0" r="0" b="0"/>
              <a:pathLst>
                <a:path w="8760" h="8208">
                  <a:moveTo>
                    <a:pt x="0" y="8208"/>
                  </a:moveTo>
                  <a:lnTo>
                    <a:pt x="876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2" name="Output_receptor__5761">
              <a:extLst>
                <a:ext uri="{FF2B5EF4-FFF2-40B4-BE49-F238E27FC236}">
                  <a16:creationId xmlns:a16="http://schemas.microsoft.com/office/drawing/2014/main" id="{F67D47A7-CFC3-135D-EBA2-BB11C59A3798}"/>
                </a:ext>
              </a:extLst>
            </p:cNvPr>
            <p:cNvSpPr>
              <a:spLocks noGrp="1"/>
            </p:cNvSpPr>
            <p:nvPr/>
          </p:nvSpPr>
          <p:spPr>
            <a:xfrm>
              <a:off x="16271022" y="3223894"/>
              <a:ext cx="28255" cy="45907"/>
            </a:xfrm>
            <a:custGeom>
              <a:avLst/>
              <a:gdLst/>
              <a:ahLst/>
              <a:cxnLst/>
              <a:rect l="0" t="0" r="0" b="0"/>
              <a:pathLst>
                <a:path w="28255" h="45907">
                  <a:moveTo>
                    <a:pt x="0" y="45907"/>
                  </a:moveTo>
                  <a:lnTo>
                    <a:pt x="28255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3" name="Output_receptor__5762">
              <a:extLst>
                <a:ext uri="{FF2B5EF4-FFF2-40B4-BE49-F238E27FC236}">
                  <a16:creationId xmlns:a16="http://schemas.microsoft.com/office/drawing/2014/main" id="{5987D9A0-A072-6B08-CF9E-8C4E560E1711}"/>
                </a:ext>
              </a:extLst>
            </p:cNvPr>
            <p:cNvSpPr>
              <a:spLocks noGrp="1"/>
            </p:cNvSpPr>
            <p:nvPr/>
          </p:nvSpPr>
          <p:spPr>
            <a:xfrm>
              <a:off x="15208145" y="2964641"/>
              <a:ext cx="34727" cy="62163"/>
            </a:xfrm>
            <a:custGeom>
              <a:avLst/>
              <a:gdLst/>
              <a:ahLst/>
              <a:cxnLst/>
              <a:rect l="0" t="0" r="0" b="0"/>
              <a:pathLst>
                <a:path w="34727" h="62163">
                  <a:moveTo>
                    <a:pt x="34727" y="0"/>
                  </a:moveTo>
                  <a:lnTo>
                    <a:pt x="0" y="62163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4" name="Output_receptor__5763">
              <a:extLst>
                <a:ext uri="{FF2B5EF4-FFF2-40B4-BE49-F238E27FC236}">
                  <a16:creationId xmlns:a16="http://schemas.microsoft.com/office/drawing/2014/main" id="{FD17433B-66C6-D6BD-7BED-4FFCF2695CDB}"/>
                </a:ext>
              </a:extLst>
            </p:cNvPr>
            <p:cNvSpPr>
              <a:spLocks noGrp="1"/>
            </p:cNvSpPr>
            <p:nvPr/>
          </p:nvSpPr>
          <p:spPr>
            <a:xfrm>
              <a:off x="15311305" y="3310153"/>
              <a:ext cx="25217" cy="47405"/>
            </a:xfrm>
            <a:custGeom>
              <a:avLst/>
              <a:gdLst/>
              <a:ahLst/>
              <a:cxnLst/>
              <a:rect l="0" t="0" r="0" b="0"/>
              <a:pathLst>
                <a:path w="25217" h="47405">
                  <a:moveTo>
                    <a:pt x="25217" y="474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5" name="Output_receptor__5764">
              <a:extLst>
                <a:ext uri="{FF2B5EF4-FFF2-40B4-BE49-F238E27FC236}">
                  <a16:creationId xmlns:a16="http://schemas.microsoft.com/office/drawing/2014/main" id="{4B13AB77-696D-327F-C151-A0565C81DA34}"/>
                </a:ext>
              </a:extLst>
            </p:cNvPr>
            <p:cNvSpPr>
              <a:spLocks noGrp="1"/>
            </p:cNvSpPr>
            <p:nvPr/>
          </p:nvSpPr>
          <p:spPr>
            <a:xfrm>
              <a:off x="16135559" y="2318748"/>
              <a:ext cx="22262" cy="54252"/>
            </a:xfrm>
            <a:custGeom>
              <a:avLst/>
              <a:gdLst/>
              <a:ahLst/>
              <a:cxnLst/>
              <a:rect l="0" t="0" r="0" b="0"/>
              <a:pathLst>
                <a:path w="22262" h="54252">
                  <a:moveTo>
                    <a:pt x="0" y="54252"/>
                  </a:moveTo>
                  <a:lnTo>
                    <a:pt x="22262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6" name="Output_receptor__5765">
              <a:extLst>
                <a:ext uri="{FF2B5EF4-FFF2-40B4-BE49-F238E27FC236}">
                  <a16:creationId xmlns:a16="http://schemas.microsoft.com/office/drawing/2014/main" id="{3C8D8FD1-6E9C-2DE0-517A-BB1BF5B265FB}"/>
                </a:ext>
              </a:extLst>
            </p:cNvPr>
            <p:cNvSpPr>
              <a:spLocks noGrp="1"/>
            </p:cNvSpPr>
            <p:nvPr/>
          </p:nvSpPr>
          <p:spPr>
            <a:xfrm>
              <a:off x="15680315" y="3195702"/>
              <a:ext cx="21883" cy="7706"/>
            </a:xfrm>
            <a:custGeom>
              <a:avLst/>
              <a:gdLst/>
              <a:ahLst/>
              <a:cxnLst/>
              <a:rect l="0" t="0" r="0" b="0"/>
              <a:pathLst>
                <a:path w="21883" h="7706">
                  <a:moveTo>
                    <a:pt x="21883" y="0"/>
                  </a:moveTo>
                  <a:lnTo>
                    <a:pt x="0" y="7706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7" name="Output_receptor__5766">
              <a:extLst>
                <a:ext uri="{FF2B5EF4-FFF2-40B4-BE49-F238E27FC236}">
                  <a16:creationId xmlns:a16="http://schemas.microsoft.com/office/drawing/2014/main" id="{F6FE58C8-2720-AE79-5D7F-729B2FBB22EA}"/>
                </a:ext>
              </a:extLst>
            </p:cNvPr>
            <p:cNvSpPr>
              <a:spLocks noGrp="1"/>
            </p:cNvSpPr>
            <p:nvPr/>
          </p:nvSpPr>
          <p:spPr>
            <a:xfrm>
              <a:off x="15270008" y="3277927"/>
              <a:ext cx="41297" cy="32226"/>
            </a:xfrm>
            <a:custGeom>
              <a:avLst/>
              <a:gdLst/>
              <a:ahLst/>
              <a:cxnLst/>
              <a:rect l="0" t="0" r="0" b="0"/>
              <a:pathLst>
                <a:path w="41297" h="32226">
                  <a:moveTo>
                    <a:pt x="41297" y="322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8" name="Output_receptor__5767">
              <a:extLst>
                <a:ext uri="{FF2B5EF4-FFF2-40B4-BE49-F238E27FC236}">
                  <a16:creationId xmlns:a16="http://schemas.microsoft.com/office/drawing/2014/main" id="{489B2BE4-5AA1-C04C-0760-71AD049F0B81}"/>
                </a:ext>
              </a:extLst>
            </p:cNvPr>
            <p:cNvSpPr>
              <a:spLocks noGrp="1"/>
            </p:cNvSpPr>
            <p:nvPr/>
          </p:nvSpPr>
          <p:spPr>
            <a:xfrm>
              <a:off x="16406285" y="2619507"/>
              <a:ext cx="69543" cy="12716"/>
            </a:xfrm>
            <a:custGeom>
              <a:avLst/>
              <a:gdLst/>
              <a:ahLst/>
              <a:cxnLst/>
              <a:rect l="0" t="0" r="0" b="0"/>
              <a:pathLst>
                <a:path w="69543" h="12716">
                  <a:moveTo>
                    <a:pt x="69543" y="1271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9" name="Output_receptor__5768">
              <a:extLst>
                <a:ext uri="{FF2B5EF4-FFF2-40B4-BE49-F238E27FC236}">
                  <a16:creationId xmlns:a16="http://schemas.microsoft.com/office/drawing/2014/main" id="{21B48C2A-36DE-5322-AF19-E7E8858DF2BE}"/>
                </a:ext>
              </a:extLst>
            </p:cNvPr>
            <p:cNvSpPr>
              <a:spLocks noGrp="1"/>
            </p:cNvSpPr>
            <p:nvPr/>
          </p:nvSpPr>
          <p:spPr>
            <a:xfrm>
              <a:off x="15537769" y="3309093"/>
              <a:ext cx="10934" cy="70456"/>
            </a:xfrm>
            <a:custGeom>
              <a:avLst/>
              <a:gdLst/>
              <a:ahLst/>
              <a:cxnLst/>
              <a:rect l="0" t="0" r="0" b="0"/>
              <a:pathLst>
                <a:path w="10934" h="70456">
                  <a:moveTo>
                    <a:pt x="10934" y="704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0" name="Output_receptor__5769">
              <a:extLst>
                <a:ext uri="{FF2B5EF4-FFF2-40B4-BE49-F238E27FC236}">
                  <a16:creationId xmlns:a16="http://schemas.microsoft.com/office/drawing/2014/main" id="{73699362-43F5-836E-7A4D-25A41BCB713A}"/>
                </a:ext>
              </a:extLst>
            </p:cNvPr>
            <p:cNvSpPr>
              <a:spLocks noGrp="1"/>
            </p:cNvSpPr>
            <p:nvPr/>
          </p:nvSpPr>
          <p:spPr>
            <a:xfrm>
              <a:off x="16019697" y="2344151"/>
              <a:ext cx="27602" cy="66073"/>
            </a:xfrm>
            <a:custGeom>
              <a:avLst/>
              <a:gdLst/>
              <a:ahLst/>
              <a:cxnLst/>
              <a:rect l="0" t="0" r="0" b="0"/>
              <a:pathLst>
                <a:path w="27602" h="66073">
                  <a:moveTo>
                    <a:pt x="0" y="66073"/>
                  </a:moveTo>
                  <a:lnTo>
                    <a:pt x="27602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1" name="Output_receptor__5770">
              <a:extLst>
                <a:ext uri="{FF2B5EF4-FFF2-40B4-BE49-F238E27FC236}">
                  <a16:creationId xmlns:a16="http://schemas.microsoft.com/office/drawing/2014/main" id="{A7A331E7-4A7F-A73D-BC67-D5ABCF2696B1}"/>
                </a:ext>
              </a:extLst>
            </p:cNvPr>
            <p:cNvSpPr>
              <a:spLocks noGrp="1"/>
            </p:cNvSpPr>
            <p:nvPr/>
          </p:nvSpPr>
          <p:spPr>
            <a:xfrm>
              <a:off x="16087254" y="2693945"/>
              <a:ext cx="44445" cy="49443"/>
            </a:xfrm>
            <a:custGeom>
              <a:avLst/>
              <a:gdLst/>
              <a:ahLst/>
              <a:cxnLst/>
              <a:rect l="0" t="0" r="0" b="0"/>
              <a:pathLst>
                <a:path w="44445" h="49443">
                  <a:moveTo>
                    <a:pt x="0" y="0"/>
                  </a:moveTo>
                  <a:lnTo>
                    <a:pt x="44445" y="49443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2" name="Output_receptor__5771">
              <a:extLst>
                <a:ext uri="{FF2B5EF4-FFF2-40B4-BE49-F238E27FC236}">
                  <a16:creationId xmlns:a16="http://schemas.microsoft.com/office/drawing/2014/main" id="{AB6CD7BF-EFFE-D75C-0F1A-9ECFE03B5373}"/>
                </a:ext>
              </a:extLst>
            </p:cNvPr>
            <p:cNvSpPr>
              <a:spLocks noGrp="1"/>
            </p:cNvSpPr>
            <p:nvPr/>
          </p:nvSpPr>
          <p:spPr>
            <a:xfrm>
              <a:off x="15242872" y="2943653"/>
              <a:ext cx="65328" cy="20988"/>
            </a:xfrm>
            <a:custGeom>
              <a:avLst/>
              <a:gdLst/>
              <a:ahLst/>
              <a:cxnLst/>
              <a:rect l="0" t="0" r="0" b="0"/>
              <a:pathLst>
                <a:path w="65328" h="20988">
                  <a:moveTo>
                    <a:pt x="65328" y="0"/>
                  </a:moveTo>
                  <a:lnTo>
                    <a:pt x="0" y="20988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3" name="Output_receptor__5772">
              <a:extLst>
                <a:ext uri="{FF2B5EF4-FFF2-40B4-BE49-F238E27FC236}">
                  <a16:creationId xmlns:a16="http://schemas.microsoft.com/office/drawing/2014/main" id="{3ED2B0C9-1097-E216-E162-1454EC9BE736}"/>
                </a:ext>
              </a:extLst>
            </p:cNvPr>
            <p:cNvSpPr>
              <a:spLocks noGrp="1"/>
            </p:cNvSpPr>
            <p:nvPr/>
          </p:nvSpPr>
          <p:spPr>
            <a:xfrm>
              <a:off x="15904512" y="3055588"/>
              <a:ext cx="28284" cy="20070"/>
            </a:xfrm>
            <a:custGeom>
              <a:avLst/>
              <a:gdLst/>
              <a:ahLst/>
              <a:cxnLst/>
              <a:rect l="0" t="0" r="0" b="0"/>
              <a:pathLst>
                <a:path w="28284" h="20070">
                  <a:moveTo>
                    <a:pt x="28284" y="200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4" name="Output_receptor__5773">
              <a:extLst>
                <a:ext uri="{FF2B5EF4-FFF2-40B4-BE49-F238E27FC236}">
                  <a16:creationId xmlns:a16="http://schemas.microsoft.com/office/drawing/2014/main" id="{B0ECFA30-7B72-141A-79C7-9997F65DC32A}"/>
                </a:ext>
              </a:extLst>
            </p:cNvPr>
            <p:cNvSpPr>
              <a:spLocks noGrp="1"/>
            </p:cNvSpPr>
            <p:nvPr/>
          </p:nvSpPr>
          <p:spPr>
            <a:xfrm>
              <a:off x="15864344" y="2789739"/>
              <a:ext cx="52053" cy="34776"/>
            </a:xfrm>
            <a:custGeom>
              <a:avLst/>
              <a:gdLst/>
              <a:ahLst/>
              <a:cxnLst/>
              <a:rect l="0" t="0" r="0" b="0"/>
              <a:pathLst>
                <a:path w="52053" h="34776">
                  <a:moveTo>
                    <a:pt x="0" y="34776"/>
                  </a:moveTo>
                  <a:lnTo>
                    <a:pt x="52053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5" name="Output_receptor__5774">
              <a:extLst>
                <a:ext uri="{FF2B5EF4-FFF2-40B4-BE49-F238E27FC236}">
                  <a16:creationId xmlns:a16="http://schemas.microsoft.com/office/drawing/2014/main" id="{DC8D6694-B3DF-7027-3F35-DE29978E7507}"/>
                </a:ext>
              </a:extLst>
            </p:cNvPr>
            <p:cNvSpPr>
              <a:spLocks noGrp="1"/>
            </p:cNvSpPr>
            <p:nvPr/>
          </p:nvSpPr>
          <p:spPr>
            <a:xfrm>
              <a:off x="15579212" y="3016061"/>
              <a:ext cx="7639" cy="67573"/>
            </a:xfrm>
            <a:custGeom>
              <a:avLst/>
              <a:gdLst/>
              <a:ahLst/>
              <a:cxnLst/>
              <a:rect l="0" t="0" r="0" b="0"/>
              <a:pathLst>
                <a:path w="7639" h="67573">
                  <a:moveTo>
                    <a:pt x="7639" y="675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6" name="Output_receptor__5775">
              <a:extLst>
                <a:ext uri="{FF2B5EF4-FFF2-40B4-BE49-F238E27FC236}">
                  <a16:creationId xmlns:a16="http://schemas.microsoft.com/office/drawing/2014/main" id="{3724E495-A0E5-3E7D-0B0A-5D93CFA1DB7C}"/>
                </a:ext>
              </a:extLst>
            </p:cNvPr>
            <p:cNvSpPr>
              <a:spLocks noGrp="1"/>
            </p:cNvSpPr>
            <p:nvPr/>
          </p:nvSpPr>
          <p:spPr>
            <a:xfrm>
              <a:off x="15725398" y="2896425"/>
              <a:ext cx="25956" cy="67391"/>
            </a:xfrm>
            <a:custGeom>
              <a:avLst/>
              <a:gdLst/>
              <a:ahLst/>
              <a:cxnLst/>
              <a:rect l="0" t="0" r="0" b="0"/>
              <a:pathLst>
                <a:path w="25956" h="67391">
                  <a:moveTo>
                    <a:pt x="25956" y="673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7" name="Output_receptor__5776">
              <a:extLst>
                <a:ext uri="{FF2B5EF4-FFF2-40B4-BE49-F238E27FC236}">
                  <a16:creationId xmlns:a16="http://schemas.microsoft.com/office/drawing/2014/main" id="{C5754642-9FB1-4C35-6C29-DCBBBC1CF042}"/>
                </a:ext>
              </a:extLst>
            </p:cNvPr>
            <p:cNvSpPr>
              <a:spLocks noGrp="1"/>
            </p:cNvSpPr>
            <p:nvPr/>
          </p:nvSpPr>
          <p:spPr>
            <a:xfrm>
              <a:off x="15534531" y="3590994"/>
              <a:ext cx="13966" cy="70566"/>
            </a:xfrm>
            <a:custGeom>
              <a:avLst/>
              <a:gdLst/>
              <a:ahLst/>
              <a:cxnLst/>
              <a:rect l="0" t="0" r="0" b="0"/>
              <a:pathLst>
                <a:path w="13966" h="70566">
                  <a:moveTo>
                    <a:pt x="13966" y="705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8" name="Output_receptor__5777">
              <a:extLst>
                <a:ext uri="{FF2B5EF4-FFF2-40B4-BE49-F238E27FC236}">
                  <a16:creationId xmlns:a16="http://schemas.microsoft.com/office/drawing/2014/main" id="{56178D96-A2B3-3995-8E15-D01CB43969CF}"/>
                </a:ext>
              </a:extLst>
            </p:cNvPr>
            <p:cNvSpPr>
              <a:spLocks noGrp="1"/>
            </p:cNvSpPr>
            <p:nvPr/>
          </p:nvSpPr>
          <p:spPr>
            <a:xfrm>
              <a:off x="16196161" y="3173390"/>
              <a:ext cx="53960" cy="47984"/>
            </a:xfrm>
            <a:custGeom>
              <a:avLst/>
              <a:gdLst/>
              <a:ahLst/>
              <a:cxnLst/>
              <a:rect l="0" t="0" r="0" b="0"/>
              <a:pathLst>
                <a:path w="53960" h="47984">
                  <a:moveTo>
                    <a:pt x="53960" y="0"/>
                  </a:moveTo>
                  <a:lnTo>
                    <a:pt x="0" y="47984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9" name="Output_receptor__5778">
              <a:extLst>
                <a:ext uri="{FF2B5EF4-FFF2-40B4-BE49-F238E27FC236}">
                  <a16:creationId xmlns:a16="http://schemas.microsoft.com/office/drawing/2014/main" id="{3C95C05E-8BDB-65C8-DE83-7688B602FB9C}"/>
                </a:ext>
              </a:extLst>
            </p:cNvPr>
            <p:cNvSpPr>
              <a:spLocks noGrp="1"/>
            </p:cNvSpPr>
            <p:nvPr/>
          </p:nvSpPr>
          <p:spPr>
            <a:xfrm>
              <a:off x="15010943" y="3008333"/>
              <a:ext cx="21388" cy="61614"/>
            </a:xfrm>
            <a:custGeom>
              <a:avLst/>
              <a:gdLst/>
              <a:ahLst/>
              <a:cxnLst/>
              <a:rect l="0" t="0" r="0" b="0"/>
              <a:pathLst>
                <a:path w="21388" h="61614">
                  <a:moveTo>
                    <a:pt x="0" y="61614"/>
                  </a:moveTo>
                  <a:lnTo>
                    <a:pt x="21388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0" name="Output_receptor__5779">
              <a:extLst>
                <a:ext uri="{FF2B5EF4-FFF2-40B4-BE49-F238E27FC236}">
                  <a16:creationId xmlns:a16="http://schemas.microsoft.com/office/drawing/2014/main" id="{E7DD2FD7-B587-54BF-FCFD-7CE74A59DB76}"/>
                </a:ext>
              </a:extLst>
            </p:cNvPr>
            <p:cNvSpPr>
              <a:spLocks noGrp="1"/>
            </p:cNvSpPr>
            <p:nvPr/>
          </p:nvSpPr>
          <p:spPr>
            <a:xfrm>
              <a:off x="16120613" y="2373000"/>
              <a:ext cx="14946" cy="38220"/>
            </a:xfrm>
            <a:custGeom>
              <a:avLst/>
              <a:gdLst/>
              <a:ahLst/>
              <a:cxnLst/>
              <a:rect l="0" t="0" r="0" b="0"/>
              <a:pathLst>
                <a:path w="14946" h="38220">
                  <a:moveTo>
                    <a:pt x="0" y="38220"/>
                  </a:moveTo>
                  <a:lnTo>
                    <a:pt x="14946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1" name="Output_receptor__5780">
              <a:extLst>
                <a:ext uri="{FF2B5EF4-FFF2-40B4-BE49-F238E27FC236}">
                  <a16:creationId xmlns:a16="http://schemas.microsoft.com/office/drawing/2014/main" id="{D7F86E22-3AD0-B133-D89F-58646338580F}"/>
                </a:ext>
              </a:extLst>
            </p:cNvPr>
            <p:cNvSpPr>
              <a:spLocks noGrp="1"/>
            </p:cNvSpPr>
            <p:nvPr/>
          </p:nvSpPr>
          <p:spPr>
            <a:xfrm>
              <a:off x="15548497" y="3661560"/>
              <a:ext cx="62450" cy="35529"/>
            </a:xfrm>
            <a:custGeom>
              <a:avLst/>
              <a:gdLst/>
              <a:ahLst/>
              <a:cxnLst/>
              <a:rect l="0" t="0" r="0" b="0"/>
              <a:pathLst>
                <a:path w="62450" h="35529">
                  <a:moveTo>
                    <a:pt x="62450" y="355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2" name="Output_receptor__5781">
              <a:extLst>
                <a:ext uri="{FF2B5EF4-FFF2-40B4-BE49-F238E27FC236}">
                  <a16:creationId xmlns:a16="http://schemas.microsoft.com/office/drawing/2014/main" id="{1215A96F-CE2B-0C94-5641-16B65D3813E2}"/>
                </a:ext>
              </a:extLst>
            </p:cNvPr>
            <p:cNvSpPr>
              <a:spLocks noGrp="1"/>
            </p:cNvSpPr>
            <p:nvPr/>
          </p:nvSpPr>
          <p:spPr>
            <a:xfrm>
              <a:off x="16402731" y="2771448"/>
              <a:ext cx="28230" cy="56792"/>
            </a:xfrm>
            <a:custGeom>
              <a:avLst/>
              <a:gdLst/>
              <a:ahLst/>
              <a:cxnLst/>
              <a:rect l="0" t="0" r="0" b="0"/>
              <a:pathLst>
                <a:path w="28230" h="56792">
                  <a:moveTo>
                    <a:pt x="0" y="56792"/>
                  </a:moveTo>
                  <a:lnTo>
                    <a:pt x="2823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3" name="Output_receptor__5782">
              <a:extLst>
                <a:ext uri="{FF2B5EF4-FFF2-40B4-BE49-F238E27FC236}">
                  <a16:creationId xmlns:a16="http://schemas.microsoft.com/office/drawing/2014/main" id="{D7AF4A63-B4FF-FF94-BCB2-BBB8FC0AB70E}"/>
                </a:ext>
              </a:extLst>
            </p:cNvPr>
            <p:cNvSpPr>
              <a:spLocks noGrp="1"/>
            </p:cNvSpPr>
            <p:nvPr/>
          </p:nvSpPr>
          <p:spPr>
            <a:xfrm>
              <a:off x="15963625" y="2842205"/>
              <a:ext cx="9333" cy="31286"/>
            </a:xfrm>
            <a:custGeom>
              <a:avLst/>
              <a:gdLst/>
              <a:ahLst/>
              <a:cxnLst/>
              <a:rect l="0" t="0" r="0" b="0"/>
              <a:pathLst>
                <a:path w="9333" h="31286">
                  <a:moveTo>
                    <a:pt x="0" y="0"/>
                  </a:moveTo>
                  <a:lnTo>
                    <a:pt x="9333" y="31286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4" name="Output_receptor__5783">
              <a:extLst>
                <a:ext uri="{FF2B5EF4-FFF2-40B4-BE49-F238E27FC236}">
                  <a16:creationId xmlns:a16="http://schemas.microsoft.com/office/drawing/2014/main" id="{BBD86BB5-7B98-B6C7-A721-6235E65BF5E8}"/>
                </a:ext>
              </a:extLst>
            </p:cNvPr>
            <p:cNvSpPr>
              <a:spLocks noGrp="1"/>
            </p:cNvSpPr>
            <p:nvPr/>
          </p:nvSpPr>
          <p:spPr>
            <a:xfrm>
              <a:off x="15785768" y="3286380"/>
              <a:ext cx="12336" cy="22427"/>
            </a:xfrm>
            <a:custGeom>
              <a:avLst/>
              <a:gdLst/>
              <a:ahLst/>
              <a:cxnLst/>
              <a:rect l="0" t="0" r="0" b="0"/>
              <a:pathLst>
                <a:path w="12336" h="22427">
                  <a:moveTo>
                    <a:pt x="0" y="22427"/>
                  </a:moveTo>
                  <a:lnTo>
                    <a:pt x="12336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5" name="Output_receptor__5784">
              <a:extLst>
                <a:ext uri="{FF2B5EF4-FFF2-40B4-BE49-F238E27FC236}">
                  <a16:creationId xmlns:a16="http://schemas.microsoft.com/office/drawing/2014/main" id="{D0240823-38EE-AAB1-BB20-618150CCCFBA}"/>
                </a:ext>
              </a:extLst>
            </p:cNvPr>
            <p:cNvSpPr>
              <a:spLocks noGrp="1"/>
            </p:cNvSpPr>
            <p:nvPr/>
          </p:nvSpPr>
          <p:spPr>
            <a:xfrm>
              <a:off x="16289214" y="2794755"/>
              <a:ext cx="19706" cy="69386"/>
            </a:xfrm>
            <a:custGeom>
              <a:avLst/>
              <a:gdLst/>
              <a:ahLst/>
              <a:cxnLst/>
              <a:rect l="0" t="0" r="0" b="0"/>
              <a:pathLst>
                <a:path w="19706" h="69386">
                  <a:moveTo>
                    <a:pt x="0" y="69386"/>
                  </a:moveTo>
                  <a:lnTo>
                    <a:pt x="19706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6" name="Output_receptor__5785">
              <a:extLst>
                <a:ext uri="{FF2B5EF4-FFF2-40B4-BE49-F238E27FC236}">
                  <a16:creationId xmlns:a16="http://schemas.microsoft.com/office/drawing/2014/main" id="{842A7C95-02F4-0D88-BE87-0D3F0C03C852}"/>
                </a:ext>
              </a:extLst>
            </p:cNvPr>
            <p:cNvSpPr>
              <a:spLocks noGrp="1"/>
            </p:cNvSpPr>
            <p:nvPr/>
          </p:nvSpPr>
          <p:spPr>
            <a:xfrm>
              <a:off x="15994201" y="3338199"/>
              <a:ext cx="59066" cy="22306"/>
            </a:xfrm>
            <a:custGeom>
              <a:avLst/>
              <a:gdLst/>
              <a:ahLst/>
              <a:cxnLst/>
              <a:rect l="0" t="0" r="0" b="0"/>
              <a:pathLst>
                <a:path w="59066" h="22306">
                  <a:moveTo>
                    <a:pt x="59066" y="0"/>
                  </a:moveTo>
                  <a:lnTo>
                    <a:pt x="0" y="22306"/>
                  </a:lnTo>
                </a:path>
              </a:pathLst>
            </a:custGeom>
            <a:noFill/>
            <a:ln w="20003">
              <a:solidFill>
                <a:srgbClr val="EDEFF2"/>
              </a:solidFill>
            </a:ln>
          </p:spPr>
        </p:sp>
        <p:sp>
          <p:nvSpPr>
            <p:cNvPr id="5787" name="Output_receptor__5786">
              <a:extLst>
                <a:ext uri="{FF2B5EF4-FFF2-40B4-BE49-F238E27FC236}">
                  <a16:creationId xmlns:a16="http://schemas.microsoft.com/office/drawing/2014/main" id="{2644678C-2CC1-5557-5FB5-AB99D04B390D}"/>
                </a:ext>
              </a:extLst>
            </p:cNvPr>
            <p:cNvSpPr>
              <a:spLocks noGrp="1"/>
            </p:cNvSpPr>
            <p:nvPr/>
          </p:nvSpPr>
          <p:spPr>
            <a:xfrm>
              <a:off x="15660143" y="2991311"/>
              <a:ext cx="14555" cy="57283"/>
            </a:xfrm>
            <a:custGeom>
              <a:avLst/>
              <a:gdLst/>
              <a:ahLst/>
              <a:cxnLst/>
              <a:rect l="0" t="0" r="0" b="0"/>
              <a:pathLst>
                <a:path w="14555" h="57283">
                  <a:moveTo>
                    <a:pt x="14555" y="572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EFF2"/>
              </a:solidFill>
            </a:ln>
          </p:spPr>
        </p:sp>
        <p:sp>
          <p:nvSpPr>
            <p:cNvPr id="5788" name="Output_receptor__5787">
              <a:extLst>
                <a:ext uri="{FF2B5EF4-FFF2-40B4-BE49-F238E27FC236}">
                  <a16:creationId xmlns:a16="http://schemas.microsoft.com/office/drawing/2014/main" id="{27271740-51C5-5087-0D36-29DFA2DE19DF}"/>
                </a:ext>
              </a:extLst>
            </p:cNvPr>
            <p:cNvSpPr>
              <a:spLocks noGrp="1"/>
            </p:cNvSpPr>
            <p:nvPr/>
          </p:nvSpPr>
          <p:spPr>
            <a:xfrm>
              <a:off x="14997997" y="3263879"/>
              <a:ext cx="37453" cy="13183"/>
            </a:xfrm>
            <a:custGeom>
              <a:avLst/>
              <a:gdLst/>
              <a:ahLst/>
              <a:cxnLst/>
              <a:rect l="0" t="0" r="0" b="0"/>
              <a:pathLst>
                <a:path w="37453" h="13183">
                  <a:moveTo>
                    <a:pt x="37453" y="131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89" name="Output_receptor__5788">
              <a:extLst>
                <a:ext uri="{FF2B5EF4-FFF2-40B4-BE49-F238E27FC236}">
                  <a16:creationId xmlns:a16="http://schemas.microsoft.com/office/drawing/2014/main" id="{B0B2B953-8B2B-7AC4-4BF8-4DD564B48FD2}"/>
                </a:ext>
              </a:extLst>
            </p:cNvPr>
            <p:cNvSpPr>
              <a:spLocks noGrp="1"/>
            </p:cNvSpPr>
            <p:nvPr/>
          </p:nvSpPr>
          <p:spPr>
            <a:xfrm>
              <a:off x="15102930" y="3238991"/>
              <a:ext cx="64395" cy="21839"/>
            </a:xfrm>
            <a:custGeom>
              <a:avLst/>
              <a:gdLst/>
              <a:ahLst/>
              <a:cxnLst/>
              <a:rect l="0" t="0" r="0" b="0"/>
              <a:pathLst>
                <a:path w="64395" h="21839">
                  <a:moveTo>
                    <a:pt x="64395" y="21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0" name="Output_receptor__5789">
              <a:extLst>
                <a:ext uri="{FF2B5EF4-FFF2-40B4-BE49-F238E27FC236}">
                  <a16:creationId xmlns:a16="http://schemas.microsoft.com/office/drawing/2014/main" id="{D4489E24-9419-B9B0-3F52-BA08A33611B2}"/>
                </a:ext>
              </a:extLst>
            </p:cNvPr>
            <p:cNvSpPr>
              <a:spLocks noGrp="1"/>
            </p:cNvSpPr>
            <p:nvPr/>
          </p:nvSpPr>
          <p:spPr>
            <a:xfrm>
              <a:off x="16346875" y="2604465"/>
              <a:ext cx="59410" cy="15043"/>
            </a:xfrm>
            <a:custGeom>
              <a:avLst/>
              <a:gdLst/>
              <a:ahLst/>
              <a:cxnLst/>
              <a:rect l="0" t="0" r="0" b="0"/>
              <a:pathLst>
                <a:path w="59410" h="15043">
                  <a:moveTo>
                    <a:pt x="59410" y="150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1" name="Output_receptor__5790">
              <a:extLst>
                <a:ext uri="{FF2B5EF4-FFF2-40B4-BE49-F238E27FC236}">
                  <a16:creationId xmlns:a16="http://schemas.microsoft.com/office/drawing/2014/main" id="{07907C02-1718-6C7D-424A-8CC964DE26E5}"/>
                </a:ext>
              </a:extLst>
            </p:cNvPr>
            <p:cNvSpPr>
              <a:spLocks noGrp="1"/>
            </p:cNvSpPr>
            <p:nvPr/>
          </p:nvSpPr>
          <p:spPr>
            <a:xfrm>
              <a:off x="15488670" y="3087286"/>
              <a:ext cx="11492" cy="70375"/>
            </a:xfrm>
            <a:custGeom>
              <a:avLst/>
              <a:gdLst/>
              <a:ahLst/>
              <a:cxnLst/>
              <a:rect l="0" t="0" r="0" b="0"/>
              <a:pathLst>
                <a:path w="11492" h="70375">
                  <a:moveTo>
                    <a:pt x="11492" y="70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2" name="Output_receptor__5791">
              <a:extLst>
                <a:ext uri="{FF2B5EF4-FFF2-40B4-BE49-F238E27FC236}">
                  <a16:creationId xmlns:a16="http://schemas.microsoft.com/office/drawing/2014/main" id="{9FB7FE3A-4220-3384-8B66-FCFD91B22091}"/>
                </a:ext>
              </a:extLst>
            </p:cNvPr>
            <p:cNvSpPr>
              <a:spLocks noGrp="1"/>
            </p:cNvSpPr>
            <p:nvPr/>
          </p:nvSpPr>
          <p:spPr>
            <a:xfrm>
              <a:off x="16250121" y="3173390"/>
              <a:ext cx="49156" cy="50504"/>
            </a:xfrm>
            <a:custGeom>
              <a:avLst/>
              <a:gdLst/>
              <a:ahLst/>
              <a:cxnLst/>
              <a:rect l="0" t="0" r="0" b="0"/>
              <a:pathLst>
                <a:path w="49156" h="50504">
                  <a:moveTo>
                    <a:pt x="49156" y="50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3" name="Output_receptor__5792">
              <a:extLst>
                <a:ext uri="{FF2B5EF4-FFF2-40B4-BE49-F238E27FC236}">
                  <a16:creationId xmlns:a16="http://schemas.microsoft.com/office/drawing/2014/main" id="{6AD0A380-C70C-FB37-43AD-9F0EBE419C28}"/>
                </a:ext>
              </a:extLst>
            </p:cNvPr>
            <p:cNvSpPr>
              <a:spLocks noGrp="1"/>
            </p:cNvSpPr>
            <p:nvPr/>
          </p:nvSpPr>
          <p:spPr>
            <a:xfrm>
              <a:off x="16036263" y="2693945"/>
              <a:ext cx="50991" cy="8619"/>
            </a:xfrm>
            <a:custGeom>
              <a:avLst/>
              <a:gdLst/>
              <a:ahLst/>
              <a:cxnLst/>
              <a:rect l="0" t="0" r="0" b="0"/>
              <a:pathLst>
                <a:path w="50991" h="8619">
                  <a:moveTo>
                    <a:pt x="0" y="8619"/>
                  </a:moveTo>
                  <a:lnTo>
                    <a:pt x="5099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4" name="Output_receptor__5793">
              <a:extLst>
                <a:ext uri="{FF2B5EF4-FFF2-40B4-BE49-F238E27FC236}">
                  <a16:creationId xmlns:a16="http://schemas.microsoft.com/office/drawing/2014/main" id="{FBA8126E-A6B1-0CFD-F380-C4625A3F518C}"/>
                </a:ext>
              </a:extLst>
            </p:cNvPr>
            <p:cNvSpPr>
              <a:spLocks noGrp="1"/>
            </p:cNvSpPr>
            <p:nvPr/>
          </p:nvSpPr>
          <p:spPr>
            <a:xfrm>
              <a:off x="15722752" y="3375039"/>
              <a:ext cx="45446" cy="16543"/>
            </a:xfrm>
            <a:custGeom>
              <a:avLst/>
              <a:gdLst/>
              <a:ahLst/>
              <a:cxnLst/>
              <a:rect l="0" t="0" r="0" b="0"/>
              <a:pathLst>
                <a:path w="45446" h="16543">
                  <a:moveTo>
                    <a:pt x="45446" y="0"/>
                  </a:moveTo>
                  <a:lnTo>
                    <a:pt x="0" y="1654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5" name="Output_receptor__5794">
              <a:extLst>
                <a:ext uri="{FF2B5EF4-FFF2-40B4-BE49-F238E27FC236}">
                  <a16:creationId xmlns:a16="http://schemas.microsoft.com/office/drawing/2014/main" id="{C98F7313-2C3C-E915-8714-9D0324FA8877}"/>
                </a:ext>
              </a:extLst>
            </p:cNvPr>
            <p:cNvSpPr>
              <a:spLocks noGrp="1"/>
            </p:cNvSpPr>
            <p:nvPr/>
          </p:nvSpPr>
          <p:spPr>
            <a:xfrm>
              <a:off x="15199212" y="3636862"/>
              <a:ext cx="71197" cy="7873"/>
            </a:xfrm>
            <a:custGeom>
              <a:avLst/>
              <a:gdLst/>
              <a:ahLst/>
              <a:cxnLst/>
              <a:rect l="0" t="0" r="0" b="0"/>
              <a:pathLst>
                <a:path w="71197" h="7873">
                  <a:moveTo>
                    <a:pt x="0" y="7873"/>
                  </a:moveTo>
                  <a:lnTo>
                    <a:pt x="71197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6" name="Output_receptor__5795">
              <a:extLst>
                <a:ext uri="{FF2B5EF4-FFF2-40B4-BE49-F238E27FC236}">
                  <a16:creationId xmlns:a16="http://schemas.microsoft.com/office/drawing/2014/main" id="{C1C876FC-E992-0872-C014-71AA8CB6E842}"/>
                </a:ext>
              </a:extLst>
            </p:cNvPr>
            <p:cNvSpPr>
              <a:spLocks noGrp="1"/>
            </p:cNvSpPr>
            <p:nvPr/>
          </p:nvSpPr>
          <p:spPr>
            <a:xfrm>
              <a:off x="15660097" y="2945491"/>
              <a:ext cx="95" cy="45820"/>
            </a:xfrm>
            <a:custGeom>
              <a:avLst/>
              <a:gdLst/>
              <a:ahLst/>
              <a:cxnLst/>
              <a:rect l="0" t="0" r="0" b="0"/>
              <a:pathLst>
                <a:path w="95" h="45820">
                  <a:moveTo>
                    <a:pt x="46" y="458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7" name="Output_receptor__5796">
              <a:extLst>
                <a:ext uri="{FF2B5EF4-FFF2-40B4-BE49-F238E27FC236}">
                  <a16:creationId xmlns:a16="http://schemas.microsoft.com/office/drawing/2014/main" id="{F01D47DB-16CB-0BF6-0968-BF6CCA543C40}"/>
                </a:ext>
              </a:extLst>
            </p:cNvPr>
            <p:cNvSpPr>
              <a:spLocks noGrp="1"/>
            </p:cNvSpPr>
            <p:nvPr/>
          </p:nvSpPr>
          <p:spPr>
            <a:xfrm>
              <a:off x="15310351" y="3552649"/>
              <a:ext cx="15175" cy="36718"/>
            </a:xfrm>
            <a:custGeom>
              <a:avLst/>
              <a:gdLst/>
              <a:ahLst/>
              <a:cxnLst/>
              <a:rect l="0" t="0" r="0" b="0"/>
              <a:pathLst>
                <a:path w="15175" h="36718">
                  <a:moveTo>
                    <a:pt x="0" y="36718"/>
                  </a:moveTo>
                  <a:lnTo>
                    <a:pt x="15175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8" name="Output_receptor__5797">
              <a:extLst>
                <a:ext uri="{FF2B5EF4-FFF2-40B4-BE49-F238E27FC236}">
                  <a16:creationId xmlns:a16="http://schemas.microsoft.com/office/drawing/2014/main" id="{58BFF063-8594-261F-A7F2-BC96C128FAA6}"/>
                </a:ext>
              </a:extLst>
            </p:cNvPr>
            <p:cNvSpPr>
              <a:spLocks noGrp="1"/>
            </p:cNvSpPr>
            <p:nvPr/>
          </p:nvSpPr>
          <p:spPr>
            <a:xfrm>
              <a:off x="15308200" y="2877086"/>
              <a:ext cx="24741" cy="66566"/>
            </a:xfrm>
            <a:custGeom>
              <a:avLst/>
              <a:gdLst/>
              <a:ahLst/>
              <a:cxnLst/>
              <a:rect l="0" t="0" r="0" b="0"/>
              <a:pathLst>
                <a:path w="24741" h="66566">
                  <a:moveTo>
                    <a:pt x="24741" y="0"/>
                  </a:moveTo>
                  <a:lnTo>
                    <a:pt x="0" y="6656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9" name="Output_receptor__5798">
              <a:extLst>
                <a:ext uri="{FF2B5EF4-FFF2-40B4-BE49-F238E27FC236}">
                  <a16:creationId xmlns:a16="http://schemas.microsoft.com/office/drawing/2014/main" id="{ED3A4056-E303-FF8F-4D86-8EC23950C3C2}"/>
                </a:ext>
              </a:extLst>
            </p:cNvPr>
            <p:cNvSpPr>
              <a:spLocks noGrp="1"/>
            </p:cNvSpPr>
            <p:nvPr/>
          </p:nvSpPr>
          <p:spPr>
            <a:xfrm>
              <a:off x="16378771" y="2828240"/>
              <a:ext cx="23961" cy="28834"/>
            </a:xfrm>
            <a:custGeom>
              <a:avLst/>
              <a:gdLst/>
              <a:ahLst/>
              <a:cxnLst/>
              <a:rect l="0" t="0" r="0" b="0"/>
              <a:pathLst>
                <a:path w="23961" h="28834">
                  <a:moveTo>
                    <a:pt x="0" y="28834"/>
                  </a:moveTo>
                  <a:lnTo>
                    <a:pt x="23961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0" name="Output_receptor__5799">
              <a:extLst>
                <a:ext uri="{FF2B5EF4-FFF2-40B4-BE49-F238E27FC236}">
                  <a16:creationId xmlns:a16="http://schemas.microsoft.com/office/drawing/2014/main" id="{CE4910D8-C4BF-008E-E8E8-653E8630FF48}"/>
                </a:ext>
              </a:extLst>
            </p:cNvPr>
            <p:cNvSpPr>
              <a:spLocks noGrp="1"/>
            </p:cNvSpPr>
            <p:nvPr/>
          </p:nvSpPr>
          <p:spPr>
            <a:xfrm>
              <a:off x="15032332" y="2981072"/>
              <a:ext cx="66555" cy="27262"/>
            </a:xfrm>
            <a:custGeom>
              <a:avLst/>
              <a:gdLst/>
              <a:ahLst/>
              <a:cxnLst/>
              <a:rect l="0" t="0" r="0" b="0"/>
              <a:pathLst>
                <a:path w="66555" h="27262">
                  <a:moveTo>
                    <a:pt x="0" y="27262"/>
                  </a:moveTo>
                  <a:lnTo>
                    <a:pt x="6655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1" name="Output_receptor__5800">
              <a:extLst>
                <a:ext uri="{FF2B5EF4-FFF2-40B4-BE49-F238E27FC236}">
                  <a16:creationId xmlns:a16="http://schemas.microsoft.com/office/drawing/2014/main" id="{596D318E-A863-CFF0-70BD-4B443D54CA45}"/>
                </a:ext>
              </a:extLst>
            </p:cNvPr>
            <p:cNvSpPr>
              <a:spLocks noGrp="1"/>
            </p:cNvSpPr>
            <p:nvPr/>
          </p:nvSpPr>
          <p:spPr>
            <a:xfrm>
              <a:off x="16278772" y="2604465"/>
              <a:ext cx="68102" cy="18090"/>
            </a:xfrm>
            <a:custGeom>
              <a:avLst/>
              <a:gdLst/>
              <a:ahLst/>
              <a:cxnLst/>
              <a:rect l="0" t="0" r="0" b="0"/>
              <a:pathLst>
                <a:path w="68102" h="18090">
                  <a:moveTo>
                    <a:pt x="68102" y="0"/>
                  </a:moveTo>
                  <a:lnTo>
                    <a:pt x="0" y="1809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2" name="Output_receptor__5801">
              <a:extLst>
                <a:ext uri="{FF2B5EF4-FFF2-40B4-BE49-F238E27FC236}">
                  <a16:creationId xmlns:a16="http://schemas.microsoft.com/office/drawing/2014/main" id="{276E7689-31C0-1FC2-C081-E9EF15259A2E}"/>
                </a:ext>
              </a:extLst>
            </p:cNvPr>
            <p:cNvSpPr>
              <a:spLocks noGrp="1"/>
            </p:cNvSpPr>
            <p:nvPr/>
          </p:nvSpPr>
          <p:spPr>
            <a:xfrm>
              <a:off x="16378498" y="2721535"/>
              <a:ext cx="52464" cy="49913"/>
            </a:xfrm>
            <a:custGeom>
              <a:avLst/>
              <a:gdLst/>
              <a:ahLst/>
              <a:cxnLst/>
              <a:rect l="0" t="0" r="0" b="0"/>
              <a:pathLst>
                <a:path w="52464" h="49913">
                  <a:moveTo>
                    <a:pt x="52464" y="499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3" name="Output_receptor__5802">
              <a:extLst>
                <a:ext uri="{FF2B5EF4-FFF2-40B4-BE49-F238E27FC236}">
                  <a16:creationId xmlns:a16="http://schemas.microsoft.com/office/drawing/2014/main" id="{05CB4681-5567-A6A6-C75A-95B4C71D3D59}"/>
                </a:ext>
              </a:extLst>
            </p:cNvPr>
            <p:cNvSpPr>
              <a:spLocks noGrp="1"/>
            </p:cNvSpPr>
            <p:nvPr/>
          </p:nvSpPr>
          <p:spPr>
            <a:xfrm>
              <a:off x="15407058" y="2913480"/>
              <a:ext cx="57740" cy="21469"/>
            </a:xfrm>
            <a:custGeom>
              <a:avLst/>
              <a:gdLst/>
              <a:ahLst/>
              <a:cxnLst/>
              <a:rect l="0" t="0" r="0" b="0"/>
              <a:pathLst>
                <a:path w="57740" h="21469">
                  <a:moveTo>
                    <a:pt x="0" y="21469"/>
                  </a:moveTo>
                  <a:lnTo>
                    <a:pt x="5774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4" name="Output_receptor__5803">
              <a:extLst>
                <a:ext uri="{FF2B5EF4-FFF2-40B4-BE49-F238E27FC236}">
                  <a16:creationId xmlns:a16="http://schemas.microsoft.com/office/drawing/2014/main" id="{917E8D4F-8229-7B56-999F-05F5C05858E8}"/>
                </a:ext>
              </a:extLst>
            </p:cNvPr>
            <p:cNvSpPr>
              <a:spLocks noGrp="1"/>
            </p:cNvSpPr>
            <p:nvPr/>
          </p:nvSpPr>
          <p:spPr>
            <a:xfrm>
              <a:off x="15505581" y="3542805"/>
              <a:ext cx="28950" cy="48189"/>
            </a:xfrm>
            <a:custGeom>
              <a:avLst/>
              <a:gdLst/>
              <a:ahLst/>
              <a:cxnLst/>
              <a:rect l="0" t="0" r="0" b="0"/>
              <a:pathLst>
                <a:path w="28950" h="48189">
                  <a:moveTo>
                    <a:pt x="28950" y="481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5" name="Output_receptor__5804">
              <a:extLst>
                <a:ext uri="{FF2B5EF4-FFF2-40B4-BE49-F238E27FC236}">
                  <a16:creationId xmlns:a16="http://schemas.microsoft.com/office/drawing/2014/main" id="{C17D8A87-5ED2-68C0-B6FE-34276721199E}"/>
                </a:ext>
              </a:extLst>
            </p:cNvPr>
            <p:cNvSpPr>
              <a:spLocks noGrp="1"/>
            </p:cNvSpPr>
            <p:nvPr/>
          </p:nvSpPr>
          <p:spPr>
            <a:xfrm>
              <a:off x="15576666" y="3083634"/>
              <a:ext cx="10186" cy="26679"/>
            </a:xfrm>
            <a:custGeom>
              <a:avLst/>
              <a:gdLst/>
              <a:ahLst/>
              <a:cxnLst/>
              <a:rect l="0" t="0" r="0" b="0"/>
              <a:pathLst>
                <a:path w="10186" h="26679">
                  <a:moveTo>
                    <a:pt x="0" y="26679"/>
                  </a:moveTo>
                  <a:lnTo>
                    <a:pt x="10186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6" name="Output_receptor__5805">
              <a:extLst>
                <a:ext uri="{FF2B5EF4-FFF2-40B4-BE49-F238E27FC236}">
                  <a16:creationId xmlns:a16="http://schemas.microsoft.com/office/drawing/2014/main" id="{FF5D9E74-E4EC-A430-8E23-3CCC4034B936}"/>
                </a:ext>
              </a:extLst>
            </p:cNvPr>
            <p:cNvSpPr>
              <a:spLocks noGrp="1"/>
            </p:cNvSpPr>
            <p:nvPr/>
          </p:nvSpPr>
          <p:spPr>
            <a:xfrm>
              <a:off x="16195183" y="2368321"/>
              <a:ext cx="33048" cy="23899"/>
            </a:xfrm>
            <a:custGeom>
              <a:avLst/>
              <a:gdLst/>
              <a:ahLst/>
              <a:cxnLst/>
              <a:rect l="0" t="0" r="0" b="0"/>
              <a:pathLst>
                <a:path w="33048" h="23899">
                  <a:moveTo>
                    <a:pt x="0" y="0"/>
                  </a:moveTo>
                  <a:lnTo>
                    <a:pt x="33048" y="2389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7" name="Output_receptor__5806">
              <a:extLst>
                <a:ext uri="{FF2B5EF4-FFF2-40B4-BE49-F238E27FC236}">
                  <a16:creationId xmlns:a16="http://schemas.microsoft.com/office/drawing/2014/main" id="{63013521-8188-844E-02BC-84D32AF52FF0}"/>
                </a:ext>
              </a:extLst>
            </p:cNvPr>
            <p:cNvSpPr>
              <a:spLocks noGrp="1"/>
            </p:cNvSpPr>
            <p:nvPr/>
          </p:nvSpPr>
          <p:spPr>
            <a:xfrm>
              <a:off x="15967210" y="2702564"/>
              <a:ext cx="69053" cy="3761"/>
            </a:xfrm>
            <a:custGeom>
              <a:avLst/>
              <a:gdLst/>
              <a:ahLst/>
              <a:cxnLst/>
              <a:rect l="0" t="0" r="0" b="0"/>
              <a:pathLst>
                <a:path w="69053" h="3761">
                  <a:moveTo>
                    <a:pt x="0" y="3761"/>
                  </a:moveTo>
                  <a:lnTo>
                    <a:pt x="69053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8" name="Output_receptor__5807">
              <a:extLst>
                <a:ext uri="{FF2B5EF4-FFF2-40B4-BE49-F238E27FC236}">
                  <a16:creationId xmlns:a16="http://schemas.microsoft.com/office/drawing/2014/main" id="{2A4DC0CB-74A8-3455-745A-60D998FE4071}"/>
                </a:ext>
              </a:extLst>
            </p:cNvPr>
            <p:cNvSpPr>
              <a:spLocks noGrp="1"/>
            </p:cNvSpPr>
            <p:nvPr/>
          </p:nvSpPr>
          <p:spPr>
            <a:xfrm>
              <a:off x="15270409" y="3589367"/>
              <a:ext cx="39941" cy="47495"/>
            </a:xfrm>
            <a:custGeom>
              <a:avLst/>
              <a:gdLst/>
              <a:ahLst/>
              <a:cxnLst/>
              <a:rect l="0" t="0" r="0" b="0"/>
              <a:pathLst>
                <a:path w="39941" h="47495">
                  <a:moveTo>
                    <a:pt x="0" y="47495"/>
                  </a:moveTo>
                  <a:lnTo>
                    <a:pt x="3994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9" name="Output_receptor__5808">
              <a:extLst>
                <a:ext uri="{FF2B5EF4-FFF2-40B4-BE49-F238E27FC236}">
                  <a16:creationId xmlns:a16="http://schemas.microsoft.com/office/drawing/2014/main" id="{7C3A7289-6704-E49A-F981-2EB0EDCC947E}"/>
                </a:ext>
              </a:extLst>
            </p:cNvPr>
            <p:cNvSpPr>
              <a:spLocks noGrp="1"/>
            </p:cNvSpPr>
            <p:nvPr/>
          </p:nvSpPr>
          <p:spPr>
            <a:xfrm>
              <a:off x="15602990" y="3144309"/>
              <a:ext cx="49291" cy="44534"/>
            </a:xfrm>
            <a:custGeom>
              <a:avLst/>
              <a:gdLst/>
              <a:ahLst/>
              <a:cxnLst/>
              <a:rect l="0" t="0" r="0" b="0"/>
              <a:pathLst>
                <a:path w="49291" h="44534">
                  <a:moveTo>
                    <a:pt x="0" y="44534"/>
                  </a:moveTo>
                  <a:lnTo>
                    <a:pt x="49291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0" name="Output_receptor__5809">
              <a:extLst>
                <a:ext uri="{FF2B5EF4-FFF2-40B4-BE49-F238E27FC236}">
                  <a16:creationId xmlns:a16="http://schemas.microsoft.com/office/drawing/2014/main" id="{4F533536-4BE1-4D9C-504D-D2EBCEC7435C}"/>
                </a:ext>
              </a:extLst>
            </p:cNvPr>
            <p:cNvSpPr>
              <a:spLocks noGrp="1"/>
            </p:cNvSpPr>
            <p:nvPr/>
          </p:nvSpPr>
          <p:spPr>
            <a:xfrm>
              <a:off x="16053267" y="3338199"/>
              <a:ext cx="24828" cy="67732"/>
            </a:xfrm>
            <a:custGeom>
              <a:avLst/>
              <a:gdLst/>
              <a:ahLst/>
              <a:cxnLst/>
              <a:rect l="0" t="0" r="0" b="0"/>
              <a:pathLst>
                <a:path w="24828" h="67732">
                  <a:moveTo>
                    <a:pt x="24828" y="677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1" name="Output_receptor__5810">
              <a:extLst>
                <a:ext uri="{FF2B5EF4-FFF2-40B4-BE49-F238E27FC236}">
                  <a16:creationId xmlns:a16="http://schemas.microsoft.com/office/drawing/2014/main" id="{CD75F560-1A32-4FD7-86EB-61CF863685E5}"/>
                </a:ext>
              </a:extLst>
            </p:cNvPr>
            <p:cNvSpPr>
              <a:spLocks noGrp="1"/>
            </p:cNvSpPr>
            <p:nvPr/>
          </p:nvSpPr>
          <p:spPr>
            <a:xfrm>
              <a:off x="16223040" y="2590370"/>
              <a:ext cx="55732" cy="32185"/>
            </a:xfrm>
            <a:custGeom>
              <a:avLst/>
              <a:gdLst/>
              <a:ahLst/>
              <a:cxnLst/>
              <a:rect l="0" t="0" r="0" b="0"/>
              <a:pathLst>
                <a:path w="55732" h="32185">
                  <a:moveTo>
                    <a:pt x="55732" y="321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2" name="Output_receptor__5811">
              <a:extLst>
                <a:ext uri="{FF2B5EF4-FFF2-40B4-BE49-F238E27FC236}">
                  <a16:creationId xmlns:a16="http://schemas.microsoft.com/office/drawing/2014/main" id="{FACF9F4B-A753-DB4A-2F35-F03163CB2A14}"/>
                </a:ext>
              </a:extLst>
            </p:cNvPr>
            <p:cNvSpPr>
              <a:spLocks noGrp="1"/>
            </p:cNvSpPr>
            <p:nvPr/>
          </p:nvSpPr>
          <p:spPr>
            <a:xfrm>
              <a:off x="15866343" y="2869740"/>
              <a:ext cx="25611" cy="59502"/>
            </a:xfrm>
            <a:custGeom>
              <a:avLst/>
              <a:gdLst/>
              <a:ahLst/>
              <a:cxnLst/>
              <a:rect l="0" t="0" r="0" b="0"/>
              <a:pathLst>
                <a:path w="25611" h="59502">
                  <a:moveTo>
                    <a:pt x="0" y="0"/>
                  </a:moveTo>
                  <a:lnTo>
                    <a:pt x="25611" y="59502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13" name="Output_receptor__5812">
              <a:extLst>
                <a:ext uri="{FF2B5EF4-FFF2-40B4-BE49-F238E27FC236}">
                  <a16:creationId xmlns:a16="http://schemas.microsoft.com/office/drawing/2014/main" id="{26D42CE6-23C1-4E08-88F0-A7FBED3F8E3D}"/>
                </a:ext>
              </a:extLst>
            </p:cNvPr>
            <p:cNvSpPr>
              <a:spLocks noGrp="1"/>
            </p:cNvSpPr>
            <p:nvPr/>
          </p:nvSpPr>
          <p:spPr>
            <a:xfrm>
              <a:off x="15916396" y="2789739"/>
              <a:ext cx="47229" cy="52466"/>
            </a:xfrm>
            <a:custGeom>
              <a:avLst/>
              <a:gdLst/>
              <a:ahLst/>
              <a:cxnLst/>
              <a:rect l="0" t="0" r="0" b="0"/>
              <a:pathLst>
                <a:path w="47229" h="52466">
                  <a:moveTo>
                    <a:pt x="0" y="0"/>
                  </a:moveTo>
                  <a:lnTo>
                    <a:pt x="47229" y="5246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4" name="Output_receptor__5813">
              <a:extLst>
                <a:ext uri="{FF2B5EF4-FFF2-40B4-BE49-F238E27FC236}">
                  <a16:creationId xmlns:a16="http://schemas.microsoft.com/office/drawing/2014/main" id="{A989A222-F121-6922-CA11-9D1250C29647}"/>
                </a:ext>
              </a:extLst>
            </p:cNvPr>
            <p:cNvSpPr>
              <a:spLocks noGrp="1"/>
            </p:cNvSpPr>
            <p:nvPr/>
          </p:nvSpPr>
          <p:spPr>
            <a:xfrm>
              <a:off x="16200621" y="2796685"/>
              <a:ext cx="28044" cy="42806"/>
            </a:xfrm>
            <a:custGeom>
              <a:avLst/>
              <a:gdLst/>
              <a:ahLst/>
              <a:cxnLst/>
              <a:rect l="0" t="0" r="0" b="0"/>
              <a:pathLst>
                <a:path w="28044" h="42806">
                  <a:moveTo>
                    <a:pt x="0" y="42806"/>
                  </a:moveTo>
                  <a:lnTo>
                    <a:pt x="2804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5" name="Output_receptor__5814">
              <a:extLst>
                <a:ext uri="{FF2B5EF4-FFF2-40B4-BE49-F238E27FC236}">
                  <a16:creationId xmlns:a16="http://schemas.microsoft.com/office/drawing/2014/main" id="{A8883571-2F88-5802-06A6-05DF8701F43A}"/>
                </a:ext>
              </a:extLst>
            </p:cNvPr>
            <p:cNvSpPr>
              <a:spLocks noGrp="1"/>
            </p:cNvSpPr>
            <p:nvPr/>
          </p:nvSpPr>
          <p:spPr>
            <a:xfrm>
              <a:off x="15822578" y="3172075"/>
              <a:ext cx="55256" cy="23657"/>
            </a:xfrm>
            <a:custGeom>
              <a:avLst/>
              <a:gdLst/>
              <a:ahLst/>
              <a:cxnLst/>
              <a:rect l="0" t="0" r="0" b="0"/>
              <a:pathLst>
                <a:path w="55256" h="23657">
                  <a:moveTo>
                    <a:pt x="55256" y="0"/>
                  </a:moveTo>
                  <a:lnTo>
                    <a:pt x="0" y="23657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6" name="Output_receptor__5815">
              <a:extLst>
                <a:ext uri="{FF2B5EF4-FFF2-40B4-BE49-F238E27FC236}">
                  <a16:creationId xmlns:a16="http://schemas.microsoft.com/office/drawing/2014/main" id="{20DA5CA3-8565-B74E-7BE8-FCA64ACADD02}"/>
                </a:ext>
              </a:extLst>
            </p:cNvPr>
            <p:cNvSpPr>
              <a:spLocks noGrp="1"/>
            </p:cNvSpPr>
            <p:nvPr/>
          </p:nvSpPr>
          <p:spPr>
            <a:xfrm>
              <a:off x="16181738" y="2839491"/>
              <a:ext cx="18883" cy="45569"/>
            </a:xfrm>
            <a:custGeom>
              <a:avLst/>
              <a:gdLst/>
              <a:ahLst/>
              <a:cxnLst/>
              <a:rect l="0" t="0" r="0" b="0"/>
              <a:pathLst>
                <a:path w="18883" h="45569">
                  <a:moveTo>
                    <a:pt x="0" y="45569"/>
                  </a:moveTo>
                  <a:lnTo>
                    <a:pt x="18883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7" name="Output_receptor__5816">
              <a:extLst>
                <a:ext uri="{FF2B5EF4-FFF2-40B4-BE49-F238E27FC236}">
                  <a16:creationId xmlns:a16="http://schemas.microsoft.com/office/drawing/2014/main" id="{7DB0909D-CFEC-38D4-D222-99AEFC9239EE}"/>
                </a:ext>
              </a:extLst>
            </p:cNvPr>
            <p:cNvSpPr>
              <a:spLocks noGrp="1"/>
            </p:cNvSpPr>
            <p:nvPr/>
          </p:nvSpPr>
          <p:spPr>
            <a:xfrm>
              <a:off x="15261079" y="3433387"/>
              <a:ext cx="69404" cy="16698"/>
            </a:xfrm>
            <a:custGeom>
              <a:avLst/>
              <a:gdLst/>
              <a:ahLst/>
              <a:cxnLst/>
              <a:rect l="0" t="0" r="0" b="0"/>
              <a:pathLst>
                <a:path w="69404" h="16698">
                  <a:moveTo>
                    <a:pt x="69404" y="16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8" name="Output_receptor__5817">
              <a:extLst>
                <a:ext uri="{FF2B5EF4-FFF2-40B4-BE49-F238E27FC236}">
                  <a16:creationId xmlns:a16="http://schemas.microsoft.com/office/drawing/2014/main" id="{0F3FFABE-8DD3-25F8-4950-9CA701FD5975}"/>
                </a:ext>
              </a:extLst>
            </p:cNvPr>
            <p:cNvSpPr>
              <a:spLocks noGrp="1"/>
            </p:cNvSpPr>
            <p:nvPr/>
          </p:nvSpPr>
          <p:spPr>
            <a:xfrm>
              <a:off x="15035450" y="3277062"/>
              <a:ext cx="50171" cy="50469"/>
            </a:xfrm>
            <a:custGeom>
              <a:avLst/>
              <a:gdLst/>
              <a:ahLst/>
              <a:cxnLst/>
              <a:rect l="0" t="0" r="0" b="0"/>
              <a:pathLst>
                <a:path w="50171" h="50469">
                  <a:moveTo>
                    <a:pt x="50171" y="504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19" name="Output_receptor__5818">
              <a:extLst>
                <a:ext uri="{FF2B5EF4-FFF2-40B4-BE49-F238E27FC236}">
                  <a16:creationId xmlns:a16="http://schemas.microsoft.com/office/drawing/2014/main" id="{273AE27C-7AC0-101B-8B05-F8EFEF795EC2}"/>
                </a:ext>
              </a:extLst>
            </p:cNvPr>
            <p:cNvSpPr>
              <a:spLocks noGrp="1"/>
            </p:cNvSpPr>
            <p:nvPr/>
          </p:nvSpPr>
          <p:spPr>
            <a:xfrm>
              <a:off x="16047299" y="2344151"/>
              <a:ext cx="36085" cy="12185"/>
            </a:xfrm>
            <a:custGeom>
              <a:avLst/>
              <a:gdLst/>
              <a:ahLst/>
              <a:cxnLst/>
              <a:rect l="0" t="0" r="0" b="0"/>
              <a:pathLst>
                <a:path w="36085" h="12185">
                  <a:moveTo>
                    <a:pt x="0" y="0"/>
                  </a:moveTo>
                  <a:lnTo>
                    <a:pt x="36085" y="1218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0" name="Output_receptor__5819">
              <a:extLst>
                <a:ext uri="{FF2B5EF4-FFF2-40B4-BE49-F238E27FC236}">
                  <a16:creationId xmlns:a16="http://schemas.microsoft.com/office/drawing/2014/main" id="{1F88AB03-9DC9-75FC-FD72-DD802D378AA6}"/>
                </a:ext>
              </a:extLst>
            </p:cNvPr>
            <p:cNvSpPr>
              <a:spLocks noGrp="1"/>
            </p:cNvSpPr>
            <p:nvPr/>
          </p:nvSpPr>
          <p:spPr>
            <a:xfrm>
              <a:off x="15832301" y="2524993"/>
              <a:ext cx="70771" cy="4268"/>
            </a:xfrm>
            <a:custGeom>
              <a:avLst/>
              <a:gdLst/>
              <a:ahLst/>
              <a:cxnLst/>
              <a:rect l="0" t="0" r="0" b="0"/>
              <a:pathLst>
                <a:path w="70771" h="4268">
                  <a:moveTo>
                    <a:pt x="70771" y="0"/>
                  </a:moveTo>
                  <a:lnTo>
                    <a:pt x="0" y="426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21" name="Output_receptor__5820">
              <a:extLst>
                <a:ext uri="{FF2B5EF4-FFF2-40B4-BE49-F238E27FC236}">
                  <a16:creationId xmlns:a16="http://schemas.microsoft.com/office/drawing/2014/main" id="{3E8645E9-30D7-A16E-AECA-E44CDF2A926A}"/>
                </a:ext>
              </a:extLst>
            </p:cNvPr>
            <p:cNvSpPr>
              <a:spLocks noGrp="1"/>
            </p:cNvSpPr>
            <p:nvPr/>
          </p:nvSpPr>
          <p:spPr>
            <a:xfrm>
              <a:off x="16112170" y="2743387"/>
              <a:ext cx="19529" cy="58976"/>
            </a:xfrm>
            <a:custGeom>
              <a:avLst/>
              <a:gdLst/>
              <a:ahLst/>
              <a:cxnLst/>
              <a:rect l="0" t="0" r="0" b="0"/>
              <a:pathLst>
                <a:path w="19529" h="58976">
                  <a:moveTo>
                    <a:pt x="19529" y="0"/>
                  </a:moveTo>
                  <a:lnTo>
                    <a:pt x="0" y="589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2" name="Output_receptor__5821">
              <a:extLst>
                <a:ext uri="{FF2B5EF4-FFF2-40B4-BE49-F238E27FC236}">
                  <a16:creationId xmlns:a16="http://schemas.microsoft.com/office/drawing/2014/main" id="{E6123F82-1E12-C065-A72A-4ADD60F377B7}"/>
                </a:ext>
              </a:extLst>
            </p:cNvPr>
            <p:cNvSpPr>
              <a:spLocks noGrp="1"/>
            </p:cNvSpPr>
            <p:nvPr/>
          </p:nvSpPr>
          <p:spPr>
            <a:xfrm>
              <a:off x="15825390" y="2600804"/>
              <a:ext cx="66002" cy="25636"/>
            </a:xfrm>
            <a:custGeom>
              <a:avLst/>
              <a:gdLst/>
              <a:ahLst/>
              <a:cxnLst/>
              <a:rect l="0" t="0" r="0" b="0"/>
              <a:pathLst>
                <a:path w="66002" h="25636">
                  <a:moveTo>
                    <a:pt x="0" y="0"/>
                  </a:moveTo>
                  <a:lnTo>
                    <a:pt x="66002" y="2563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23" name="Output_receptor__5822">
              <a:extLst>
                <a:ext uri="{FF2B5EF4-FFF2-40B4-BE49-F238E27FC236}">
                  <a16:creationId xmlns:a16="http://schemas.microsoft.com/office/drawing/2014/main" id="{84839EFE-26CB-F413-7427-8D1D80697D1B}"/>
                </a:ext>
              </a:extLst>
            </p:cNvPr>
            <p:cNvSpPr>
              <a:spLocks noGrp="1"/>
            </p:cNvSpPr>
            <p:nvPr/>
          </p:nvSpPr>
          <p:spPr>
            <a:xfrm>
              <a:off x="15602990" y="3188842"/>
              <a:ext cx="22297" cy="53433"/>
            </a:xfrm>
            <a:custGeom>
              <a:avLst/>
              <a:gdLst/>
              <a:ahLst/>
              <a:cxnLst/>
              <a:rect l="0" t="0" r="0" b="0"/>
              <a:pathLst>
                <a:path w="22297" h="53433">
                  <a:moveTo>
                    <a:pt x="22297" y="534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4" name="Output_receptor__5823">
              <a:extLst>
                <a:ext uri="{FF2B5EF4-FFF2-40B4-BE49-F238E27FC236}">
                  <a16:creationId xmlns:a16="http://schemas.microsoft.com/office/drawing/2014/main" id="{D32A161D-6D98-83D3-D16D-87A496950453}"/>
                </a:ext>
              </a:extLst>
            </p:cNvPr>
            <p:cNvSpPr>
              <a:spLocks noGrp="1"/>
            </p:cNvSpPr>
            <p:nvPr/>
          </p:nvSpPr>
          <p:spPr>
            <a:xfrm>
              <a:off x="16308920" y="2794755"/>
              <a:ext cx="35387" cy="850"/>
            </a:xfrm>
            <a:custGeom>
              <a:avLst/>
              <a:gdLst/>
              <a:ahLst/>
              <a:cxnLst/>
              <a:rect l="0" t="0" r="0" b="0"/>
              <a:pathLst>
                <a:path w="35387" h="850">
                  <a:moveTo>
                    <a:pt x="0" y="0"/>
                  </a:moveTo>
                  <a:lnTo>
                    <a:pt x="35387" y="85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5" name="Output_receptor__5824">
              <a:extLst>
                <a:ext uri="{FF2B5EF4-FFF2-40B4-BE49-F238E27FC236}">
                  <a16:creationId xmlns:a16="http://schemas.microsoft.com/office/drawing/2014/main" id="{720D8BC1-DCEC-97A3-DE4B-67C6961A4780}"/>
                </a:ext>
              </a:extLst>
            </p:cNvPr>
            <p:cNvSpPr>
              <a:spLocks noGrp="1"/>
            </p:cNvSpPr>
            <p:nvPr/>
          </p:nvSpPr>
          <p:spPr>
            <a:xfrm>
              <a:off x="15408739" y="3120096"/>
              <a:ext cx="7014" cy="57518"/>
            </a:xfrm>
            <a:custGeom>
              <a:avLst/>
              <a:gdLst/>
              <a:ahLst/>
              <a:cxnLst/>
              <a:rect l="0" t="0" r="0" b="0"/>
              <a:pathLst>
                <a:path w="7014" h="57518">
                  <a:moveTo>
                    <a:pt x="0" y="57518"/>
                  </a:moveTo>
                  <a:lnTo>
                    <a:pt x="701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6" name="Output_receptor__5825">
              <a:extLst>
                <a:ext uri="{FF2B5EF4-FFF2-40B4-BE49-F238E27FC236}">
                  <a16:creationId xmlns:a16="http://schemas.microsoft.com/office/drawing/2014/main" id="{E5478112-5ED5-50A0-BCA3-492FCECD4857}"/>
                </a:ext>
              </a:extLst>
            </p:cNvPr>
            <p:cNvSpPr>
              <a:spLocks noGrp="1"/>
            </p:cNvSpPr>
            <p:nvPr/>
          </p:nvSpPr>
          <p:spPr>
            <a:xfrm>
              <a:off x="15720039" y="2963816"/>
              <a:ext cx="31315" cy="12775"/>
            </a:xfrm>
            <a:custGeom>
              <a:avLst/>
              <a:gdLst/>
              <a:ahLst/>
              <a:cxnLst/>
              <a:rect l="0" t="0" r="0" b="0"/>
              <a:pathLst>
                <a:path w="31315" h="12775">
                  <a:moveTo>
                    <a:pt x="0" y="12775"/>
                  </a:moveTo>
                  <a:lnTo>
                    <a:pt x="3131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7" name="Output_receptor__5826">
              <a:extLst>
                <a:ext uri="{FF2B5EF4-FFF2-40B4-BE49-F238E27FC236}">
                  <a16:creationId xmlns:a16="http://schemas.microsoft.com/office/drawing/2014/main" id="{C8567CA5-D833-C7D2-1028-FEE5FA3F882B}"/>
                </a:ext>
              </a:extLst>
            </p:cNvPr>
            <p:cNvSpPr>
              <a:spLocks noGrp="1"/>
            </p:cNvSpPr>
            <p:nvPr/>
          </p:nvSpPr>
          <p:spPr>
            <a:xfrm>
              <a:off x="16157821" y="2318748"/>
              <a:ext cx="37363" cy="49573"/>
            </a:xfrm>
            <a:custGeom>
              <a:avLst/>
              <a:gdLst/>
              <a:ahLst/>
              <a:cxnLst/>
              <a:rect l="0" t="0" r="0" b="0"/>
              <a:pathLst>
                <a:path w="37363" h="49573">
                  <a:moveTo>
                    <a:pt x="0" y="0"/>
                  </a:moveTo>
                  <a:lnTo>
                    <a:pt x="37363" y="4957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8" name="Output_receptor__5827">
              <a:extLst>
                <a:ext uri="{FF2B5EF4-FFF2-40B4-BE49-F238E27FC236}">
                  <a16:creationId xmlns:a16="http://schemas.microsoft.com/office/drawing/2014/main" id="{A6E33E9C-FAAA-F38B-05FC-A3939D7CBD5F}"/>
                </a:ext>
              </a:extLst>
            </p:cNvPr>
            <p:cNvSpPr>
              <a:spLocks noGrp="1"/>
            </p:cNvSpPr>
            <p:nvPr/>
          </p:nvSpPr>
          <p:spPr>
            <a:xfrm>
              <a:off x="15652281" y="3144309"/>
              <a:ext cx="49917" cy="51393"/>
            </a:xfrm>
            <a:custGeom>
              <a:avLst/>
              <a:gdLst/>
              <a:ahLst/>
              <a:cxnLst/>
              <a:rect l="0" t="0" r="0" b="0"/>
              <a:pathLst>
                <a:path w="49917" h="51393">
                  <a:moveTo>
                    <a:pt x="0" y="0"/>
                  </a:moveTo>
                  <a:lnTo>
                    <a:pt x="49917" y="5139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9" name="Output_receptor__5828">
              <a:extLst>
                <a:ext uri="{FF2B5EF4-FFF2-40B4-BE49-F238E27FC236}">
                  <a16:creationId xmlns:a16="http://schemas.microsoft.com/office/drawing/2014/main" id="{476432B7-88BB-F096-D761-BF5183DACAE2}"/>
                </a:ext>
              </a:extLst>
            </p:cNvPr>
            <p:cNvSpPr>
              <a:spLocks noGrp="1"/>
            </p:cNvSpPr>
            <p:nvPr/>
          </p:nvSpPr>
          <p:spPr>
            <a:xfrm>
              <a:off x="15098886" y="2918549"/>
              <a:ext cx="15319" cy="62523"/>
            </a:xfrm>
            <a:custGeom>
              <a:avLst/>
              <a:gdLst/>
              <a:ahLst/>
              <a:cxnLst/>
              <a:rect l="0" t="0" r="0" b="0"/>
              <a:pathLst>
                <a:path w="15319" h="62523">
                  <a:moveTo>
                    <a:pt x="0" y="62523"/>
                  </a:moveTo>
                  <a:lnTo>
                    <a:pt x="1531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0" name="Output_receptor__5829">
              <a:extLst>
                <a:ext uri="{FF2B5EF4-FFF2-40B4-BE49-F238E27FC236}">
                  <a16:creationId xmlns:a16="http://schemas.microsoft.com/office/drawing/2014/main" id="{075644C1-BE7D-E86A-5152-2CE6A90C1D2E}"/>
                </a:ext>
              </a:extLst>
            </p:cNvPr>
            <p:cNvSpPr>
              <a:spLocks noGrp="1"/>
            </p:cNvSpPr>
            <p:nvPr/>
          </p:nvSpPr>
          <p:spPr>
            <a:xfrm>
              <a:off x="15488670" y="3070834"/>
              <a:ext cx="28505" cy="16452"/>
            </a:xfrm>
            <a:custGeom>
              <a:avLst/>
              <a:gdLst/>
              <a:ahLst/>
              <a:cxnLst/>
              <a:rect l="0" t="0" r="0" b="0"/>
              <a:pathLst>
                <a:path w="28505" h="16452">
                  <a:moveTo>
                    <a:pt x="0" y="16452"/>
                  </a:moveTo>
                  <a:lnTo>
                    <a:pt x="2850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1" name="Output_receptor__5830">
              <a:extLst>
                <a:ext uri="{FF2B5EF4-FFF2-40B4-BE49-F238E27FC236}">
                  <a16:creationId xmlns:a16="http://schemas.microsoft.com/office/drawing/2014/main" id="{4586F017-EFCD-D4A8-DA19-F7CDECCBAF18}"/>
                </a:ext>
              </a:extLst>
            </p:cNvPr>
            <p:cNvSpPr>
              <a:spLocks noGrp="1"/>
            </p:cNvSpPr>
            <p:nvPr/>
          </p:nvSpPr>
          <p:spPr>
            <a:xfrm>
              <a:off x="16196161" y="3221374"/>
              <a:ext cx="18224" cy="27019"/>
            </a:xfrm>
            <a:custGeom>
              <a:avLst/>
              <a:gdLst/>
              <a:ahLst/>
              <a:cxnLst/>
              <a:rect l="0" t="0" r="0" b="0"/>
              <a:pathLst>
                <a:path w="18224" h="27019">
                  <a:moveTo>
                    <a:pt x="0" y="0"/>
                  </a:moveTo>
                  <a:lnTo>
                    <a:pt x="18224" y="2701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2" name="Output_receptor__5831">
              <a:extLst>
                <a:ext uri="{FF2B5EF4-FFF2-40B4-BE49-F238E27FC236}">
                  <a16:creationId xmlns:a16="http://schemas.microsoft.com/office/drawing/2014/main" id="{0A8A10F2-A551-028E-411A-95ADA382A4C2}"/>
                </a:ext>
              </a:extLst>
            </p:cNvPr>
            <p:cNvSpPr>
              <a:spLocks noGrp="1"/>
            </p:cNvSpPr>
            <p:nvPr/>
          </p:nvSpPr>
          <p:spPr>
            <a:xfrm>
              <a:off x="14912564" y="3237475"/>
              <a:ext cx="16408" cy="65544"/>
            </a:xfrm>
            <a:custGeom>
              <a:avLst/>
              <a:gdLst/>
              <a:ahLst/>
              <a:cxnLst/>
              <a:rect l="0" t="0" r="0" b="0"/>
              <a:pathLst>
                <a:path w="16408" h="65544">
                  <a:moveTo>
                    <a:pt x="0" y="0"/>
                  </a:moveTo>
                  <a:lnTo>
                    <a:pt x="16408" y="6554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3" name="Output_receptor__5832">
              <a:extLst>
                <a:ext uri="{FF2B5EF4-FFF2-40B4-BE49-F238E27FC236}">
                  <a16:creationId xmlns:a16="http://schemas.microsoft.com/office/drawing/2014/main" id="{39B46B80-A015-16B0-D702-A5C4FA86F0B4}"/>
                </a:ext>
              </a:extLst>
            </p:cNvPr>
            <p:cNvSpPr>
              <a:spLocks noGrp="1"/>
            </p:cNvSpPr>
            <p:nvPr/>
          </p:nvSpPr>
          <p:spPr>
            <a:xfrm>
              <a:off x="15275118" y="3357558"/>
              <a:ext cx="61404" cy="11196"/>
            </a:xfrm>
            <a:custGeom>
              <a:avLst/>
              <a:gdLst/>
              <a:ahLst/>
              <a:cxnLst/>
              <a:rect l="0" t="0" r="0" b="0"/>
              <a:pathLst>
                <a:path w="61404" h="11196">
                  <a:moveTo>
                    <a:pt x="0" y="11196"/>
                  </a:moveTo>
                  <a:lnTo>
                    <a:pt x="6140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4" name="Output_receptor__5833">
              <a:extLst>
                <a:ext uri="{FF2B5EF4-FFF2-40B4-BE49-F238E27FC236}">
                  <a16:creationId xmlns:a16="http://schemas.microsoft.com/office/drawing/2014/main" id="{6E11A254-FE29-177F-6F18-C6F8FBBF1381}"/>
                </a:ext>
              </a:extLst>
            </p:cNvPr>
            <p:cNvSpPr>
              <a:spLocks noGrp="1"/>
            </p:cNvSpPr>
            <p:nvPr/>
          </p:nvSpPr>
          <p:spPr>
            <a:xfrm>
              <a:off x="15725398" y="2880131"/>
              <a:ext cx="19252" cy="16295"/>
            </a:xfrm>
            <a:custGeom>
              <a:avLst/>
              <a:gdLst/>
              <a:ahLst/>
              <a:cxnLst/>
              <a:rect l="0" t="0" r="0" b="0"/>
              <a:pathLst>
                <a:path w="19252" h="16295">
                  <a:moveTo>
                    <a:pt x="0" y="16295"/>
                  </a:moveTo>
                  <a:lnTo>
                    <a:pt x="19252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5" name="Output_receptor__5834">
              <a:extLst>
                <a:ext uri="{FF2B5EF4-FFF2-40B4-BE49-F238E27FC236}">
                  <a16:creationId xmlns:a16="http://schemas.microsoft.com/office/drawing/2014/main" id="{ADEBC8CF-14F1-E8F9-BA62-B522240DFF3D}"/>
                </a:ext>
              </a:extLst>
            </p:cNvPr>
            <p:cNvSpPr>
              <a:spLocks noGrp="1"/>
            </p:cNvSpPr>
            <p:nvPr/>
          </p:nvSpPr>
          <p:spPr>
            <a:xfrm>
              <a:off x="15914461" y="2685471"/>
              <a:ext cx="52748" cy="20854"/>
            </a:xfrm>
            <a:custGeom>
              <a:avLst/>
              <a:gdLst/>
              <a:ahLst/>
              <a:cxnLst/>
              <a:rect l="0" t="0" r="0" b="0"/>
              <a:pathLst>
                <a:path w="52748" h="20854">
                  <a:moveTo>
                    <a:pt x="0" y="0"/>
                  </a:moveTo>
                  <a:lnTo>
                    <a:pt x="52748" y="2085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6" name="Output_receptor__5835">
              <a:extLst>
                <a:ext uri="{FF2B5EF4-FFF2-40B4-BE49-F238E27FC236}">
                  <a16:creationId xmlns:a16="http://schemas.microsoft.com/office/drawing/2014/main" id="{38353348-2E1D-00B2-66D8-DFB761FB8609}"/>
                </a:ext>
              </a:extLst>
            </p:cNvPr>
            <p:cNvSpPr>
              <a:spLocks noGrp="1"/>
            </p:cNvSpPr>
            <p:nvPr/>
          </p:nvSpPr>
          <p:spPr>
            <a:xfrm>
              <a:off x="15408739" y="3177614"/>
              <a:ext cx="13072" cy="49168"/>
            </a:xfrm>
            <a:custGeom>
              <a:avLst/>
              <a:gdLst/>
              <a:ahLst/>
              <a:cxnLst/>
              <a:rect l="0" t="0" r="0" b="0"/>
              <a:pathLst>
                <a:path w="13072" h="49168">
                  <a:moveTo>
                    <a:pt x="13072" y="491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7" name="Output_receptor__5836">
              <a:extLst>
                <a:ext uri="{FF2B5EF4-FFF2-40B4-BE49-F238E27FC236}">
                  <a16:creationId xmlns:a16="http://schemas.microsoft.com/office/drawing/2014/main" id="{06F6BC20-BAAA-5DCD-9083-CB3EA726E28D}"/>
                </a:ext>
              </a:extLst>
            </p:cNvPr>
            <p:cNvSpPr>
              <a:spLocks noGrp="1"/>
            </p:cNvSpPr>
            <p:nvPr/>
          </p:nvSpPr>
          <p:spPr>
            <a:xfrm>
              <a:off x="15825390" y="2529261"/>
              <a:ext cx="6911" cy="71544"/>
            </a:xfrm>
            <a:custGeom>
              <a:avLst/>
              <a:gdLst/>
              <a:ahLst/>
              <a:cxnLst/>
              <a:rect l="0" t="0" r="0" b="0"/>
              <a:pathLst>
                <a:path w="6911" h="71544">
                  <a:moveTo>
                    <a:pt x="6911" y="0"/>
                  </a:moveTo>
                  <a:lnTo>
                    <a:pt x="0" y="7154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8" name="Output_receptor__5837">
              <a:extLst>
                <a:ext uri="{FF2B5EF4-FFF2-40B4-BE49-F238E27FC236}">
                  <a16:creationId xmlns:a16="http://schemas.microsoft.com/office/drawing/2014/main" id="{5BCA4CC3-9D91-C0D0-50D7-15C6EF7C86F1}"/>
                </a:ext>
              </a:extLst>
            </p:cNvPr>
            <p:cNvSpPr>
              <a:spLocks noGrp="1"/>
            </p:cNvSpPr>
            <p:nvPr/>
          </p:nvSpPr>
          <p:spPr>
            <a:xfrm>
              <a:off x="15430356" y="3641995"/>
              <a:ext cx="42551" cy="41834"/>
            </a:xfrm>
            <a:custGeom>
              <a:avLst/>
              <a:gdLst/>
              <a:ahLst/>
              <a:cxnLst/>
              <a:rect l="0" t="0" r="0" b="0"/>
              <a:pathLst>
                <a:path w="42551" h="41834">
                  <a:moveTo>
                    <a:pt x="42551" y="0"/>
                  </a:moveTo>
                  <a:lnTo>
                    <a:pt x="0" y="4183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9" name="Output_receptor__5838">
              <a:extLst>
                <a:ext uri="{FF2B5EF4-FFF2-40B4-BE49-F238E27FC236}">
                  <a16:creationId xmlns:a16="http://schemas.microsoft.com/office/drawing/2014/main" id="{93B2E529-1EC4-3055-67A0-B88D5D9D3955}"/>
                </a:ext>
              </a:extLst>
            </p:cNvPr>
            <p:cNvSpPr>
              <a:spLocks noGrp="1"/>
            </p:cNvSpPr>
            <p:nvPr/>
          </p:nvSpPr>
          <p:spPr>
            <a:xfrm>
              <a:off x="15261079" y="3368754"/>
              <a:ext cx="14039" cy="64633"/>
            </a:xfrm>
            <a:custGeom>
              <a:avLst/>
              <a:gdLst/>
              <a:ahLst/>
              <a:cxnLst/>
              <a:rect l="0" t="0" r="0" b="0"/>
              <a:pathLst>
                <a:path w="14039" h="64633">
                  <a:moveTo>
                    <a:pt x="0" y="64633"/>
                  </a:moveTo>
                  <a:lnTo>
                    <a:pt x="14039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0" name="Output_receptor__5839">
              <a:extLst>
                <a:ext uri="{FF2B5EF4-FFF2-40B4-BE49-F238E27FC236}">
                  <a16:creationId xmlns:a16="http://schemas.microsoft.com/office/drawing/2014/main" id="{CE4344D7-353B-F6D0-222A-F0BC7670F1AA}"/>
                </a:ext>
              </a:extLst>
            </p:cNvPr>
            <p:cNvSpPr>
              <a:spLocks noGrp="1"/>
            </p:cNvSpPr>
            <p:nvPr/>
          </p:nvSpPr>
          <p:spPr>
            <a:xfrm>
              <a:off x="15005813" y="2794637"/>
              <a:ext cx="15825" cy="16458"/>
            </a:xfrm>
            <a:custGeom>
              <a:avLst/>
              <a:gdLst/>
              <a:ahLst/>
              <a:cxnLst/>
              <a:rect l="0" t="0" r="0" b="0"/>
              <a:pathLst>
                <a:path w="15825" h="16458">
                  <a:moveTo>
                    <a:pt x="0" y="0"/>
                  </a:moveTo>
                  <a:lnTo>
                    <a:pt x="15825" y="1645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1" name="Output_receptor__5840">
              <a:extLst>
                <a:ext uri="{FF2B5EF4-FFF2-40B4-BE49-F238E27FC236}">
                  <a16:creationId xmlns:a16="http://schemas.microsoft.com/office/drawing/2014/main" id="{D40F999C-F511-C8CB-2B8D-08A51A47D023}"/>
                </a:ext>
              </a:extLst>
            </p:cNvPr>
            <p:cNvSpPr>
              <a:spLocks noGrp="1"/>
            </p:cNvSpPr>
            <p:nvPr/>
          </p:nvSpPr>
          <p:spPr>
            <a:xfrm>
              <a:off x="16269541" y="2852565"/>
              <a:ext cx="19673" cy="11576"/>
            </a:xfrm>
            <a:custGeom>
              <a:avLst/>
              <a:gdLst/>
              <a:ahLst/>
              <a:cxnLst/>
              <a:rect l="0" t="0" r="0" b="0"/>
              <a:pathLst>
                <a:path w="19673" h="11576">
                  <a:moveTo>
                    <a:pt x="0" y="0"/>
                  </a:moveTo>
                  <a:lnTo>
                    <a:pt x="19673" y="115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2" name="Output_receptor__5841">
              <a:extLst>
                <a:ext uri="{FF2B5EF4-FFF2-40B4-BE49-F238E27FC236}">
                  <a16:creationId xmlns:a16="http://schemas.microsoft.com/office/drawing/2014/main" id="{5C3B1F6C-D462-F3D6-8A83-B54684632823}"/>
                </a:ext>
              </a:extLst>
            </p:cNvPr>
            <p:cNvSpPr>
              <a:spLocks noGrp="1"/>
            </p:cNvSpPr>
            <p:nvPr/>
          </p:nvSpPr>
          <p:spPr>
            <a:xfrm>
              <a:off x="15270008" y="3263670"/>
              <a:ext cx="55802" cy="14257"/>
            </a:xfrm>
            <a:custGeom>
              <a:avLst/>
              <a:gdLst/>
              <a:ahLst/>
              <a:cxnLst/>
              <a:rect l="0" t="0" r="0" b="0"/>
              <a:pathLst>
                <a:path w="55802" h="14257">
                  <a:moveTo>
                    <a:pt x="0" y="14257"/>
                  </a:moveTo>
                  <a:lnTo>
                    <a:pt x="55802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3" name="Output_receptor__5842">
              <a:extLst>
                <a:ext uri="{FF2B5EF4-FFF2-40B4-BE49-F238E27FC236}">
                  <a16:creationId xmlns:a16="http://schemas.microsoft.com/office/drawing/2014/main" id="{6645D8D0-BAD4-89C5-D06D-169A95BBC5E7}"/>
                </a:ext>
              </a:extLst>
            </p:cNvPr>
            <p:cNvSpPr>
              <a:spLocks noGrp="1"/>
            </p:cNvSpPr>
            <p:nvPr/>
          </p:nvSpPr>
          <p:spPr>
            <a:xfrm>
              <a:off x="15579212" y="3016061"/>
              <a:ext cx="41371" cy="14188"/>
            </a:xfrm>
            <a:custGeom>
              <a:avLst/>
              <a:gdLst/>
              <a:ahLst/>
              <a:cxnLst/>
              <a:rect l="0" t="0" r="0" b="0"/>
              <a:pathLst>
                <a:path w="41371" h="14188">
                  <a:moveTo>
                    <a:pt x="0" y="0"/>
                  </a:moveTo>
                  <a:lnTo>
                    <a:pt x="41371" y="1418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4" name="Output_receptor__5843">
              <a:extLst>
                <a:ext uri="{FF2B5EF4-FFF2-40B4-BE49-F238E27FC236}">
                  <a16:creationId xmlns:a16="http://schemas.microsoft.com/office/drawing/2014/main" id="{50263C6A-62AF-C34D-6BBF-B875ABA885F3}"/>
                </a:ext>
              </a:extLst>
            </p:cNvPr>
            <p:cNvSpPr>
              <a:spLocks noGrp="1"/>
            </p:cNvSpPr>
            <p:nvPr/>
          </p:nvSpPr>
          <p:spPr>
            <a:xfrm>
              <a:off x="15891392" y="2626441"/>
              <a:ext cx="23069" cy="59031"/>
            </a:xfrm>
            <a:custGeom>
              <a:avLst/>
              <a:gdLst/>
              <a:ahLst/>
              <a:cxnLst/>
              <a:rect l="0" t="0" r="0" b="0"/>
              <a:pathLst>
                <a:path w="23069" h="59031">
                  <a:moveTo>
                    <a:pt x="0" y="0"/>
                  </a:moveTo>
                  <a:lnTo>
                    <a:pt x="23069" y="5903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5" name="Output_receptor__5844">
              <a:extLst>
                <a:ext uri="{FF2B5EF4-FFF2-40B4-BE49-F238E27FC236}">
                  <a16:creationId xmlns:a16="http://schemas.microsoft.com/office/drawing/2014/main" id="{26C389F5-A026-B2F6-4B30-5AB455D4B37A}"/>
                </a:ext>
              </a:extLst>
            </p:cNvPr>
            <p:cNvSpPr>
              <a:spLocks noGrp="1"/>
            </p:cNvSpPr>
            <p:nvPr/>
          </p:nvSpPr>
          <p:spPr>
            <a:xfrm>
              <a:off x="15407058" y="2934949"/>
              <a:ext cx="25499" cy="67464"/>
            </a:xfrm>
            <a:custGeom>
              <a:avLst/>
              <a:gdLst/>
              <a:ahLst/>
              <a:cxnLst/>
              <a:rect l="0" t="0" r="0" b="0"/>
              <a:pathLst>
                <a:path w="25499" h="67464">
                  <a:moveTo>
                    <a:pt x="25499" y="674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6" name="Output_receptor__5845">
              <a:extLst>
                <a:ext uri="{FF2B5EF4-FFF2-40B4-BE49-F238E27FC236}">
                  <a16:creationId xmlns:a16="http://schemas.microsoft.com/office/drawing/2014/main" id="{1872A6A5-5B49-8992-7413-75E14A5CB687}"/>
                </a:ext>
              </a:extLst>
            </p:cNvPr>
            <p:cNvSpPr>
              <a:spLocks noGrp="1"/>
            </p:cNvSpPr>
            <p:nvPr/>
          </p:nvSpPr>
          <p:spPr>
            <a:xfrm>
              <a:off x="16156782" y="2590370"/>
              <a:ext cx="66258" cy="28563"/>
            </a:xfrm>
            <a:custGeom>
              <a:avLst/>
              <a:gdLst/>
              <a:ahLst/>
              <a:cxnLst/>
              <a:rect l="0" t="0" r="0" b="0"/>
              <a:pathLst>
                <a:path w="66258" h="28563">
                  <a:moveTo>
                    <a:pt x="66258" y="0"/>
                  </a:moveTo>
                  <a:lnTo>
                    <a:pt x="0" y="2856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7" name="Output_receptor__5846">
              <a:extLst>
                <a:ext uri="{FF2B5EF4-FFF2-40B4-BE49-F238E27FC236}">
                  <a16:creationId xmlns:a16="http://schemas.microsoft.com/office/drawing/2014/main" id="{CA95347A-B9B5-D6B1-E61B-8812A2B40671}"/>
                </a:ext>
              </a:extLst>
            </p:cNvPr>
            <p:cNvSpPr>
              <a:spLocks noGrp="1"/>
            </p:cNvSpPr>
            <p:nvPr/>
          </p:nvSpPr>
          <p:spPr>
            <a:xfrm>
              <a:off x="16083383" y="2356337"/>
              <a:ext cx="37229" cy="54884"/>
            </a:xfrm>
            <a:custGeom>
              <a:avLst/>
              <a:gdLst/>
              <a:ahLst/>
              <a:cxnLst/>
              <a:rect l="0" t="0" r="0" b="0"/>
              <a:pathLst>
                <a:path w="37229" h="54884">
                  <a:moveTo>
                    <a:pt x="0" y="0"/>
                  </a:moveTo>
                  <a:lnTo>
                    <a:pt x="37229" y="54884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8" name="Output_receptor__5847">
              <a:extLst>
                <a:ext uri="{FF2B5EF4-FFF2-40B4-BE49-F238E27FC236}">
                  <a16:creationId xmlns:a16="http://schemas.microsoft.com/office/drawing/2014/main" id="{7CDB4B5C-F8F6-4496-4089-8F2DE117C6E8}"/>
                </a:ext>
              </a:extLst>
            </p:cNvPr>
            <p:cNvSpPr>
              <a:spLocks noGrp="1"/>
            </p:cNvSpPr>
            <p:nvPr/>
          </p:nvSpPr>
          <p:spPr>
            <a:xfrm>
              <a:off x="15114205" y="2870868"/>
              <a:ext cx="52448" cy="47681"/>
            </a:xfrm>
            <a:custGeom>
              <a:avLst/>
              <a:gdLst/>
              <a:ahLst/>
              <a:cxnLst/>
              <a:rect l="0" t="0" r="0" b="0"/>
              <a:pathLst>
                <a:path w="52448" h="47681">
                  <a:moveTo>
                    <a:pt x="0" y="47681"/>
                  </a:moveTo>
                  <a:lnTo>
                    <a:pt x="52448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9" name="Output_receptor__5848">
              <a:extLst>
                <a:ext uri="{FF2B5EF4-FFF2-40B4-BE49-F238E27FC236}">
                  <a16:creationId xmlns:a16="http://schemas.microsoft.com/office/drawing/2014/main" id="{0039985D-C6F5-395B-8A88-EFBF0927D52B}"/>
                </a:ext>
              </a:extLst>
            </p:cNvPr>
            <p:cNvSpPr>
              <a:spLocks noGrp="1"/>
            </p:cNvSpPr>
            <p:nvPr/>
          </p:nvSpPr>
          <p:spPr>
            <a:xfrm>
              <a:off x="16320146" y="2481116"/>
              <a:ext cx="46767" cy="36719"/>
            </a:xfrm>
            <a:custGeom>
              <a:avLst/>
              <a:gdLst/>
              <a:ahLst/>
              <a:cxnLst/>
              <a:rect l="0" t="0" r="0" b="0"/>
              <a:pathLst>
                <a:path w="46767" h="36719">
                  <a:moveTo>
                    <a:pt x="46767" y="0"/>
                  </a:moveTo>
                  <a:lnTo>
                    <a:pt x="0" y="3671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0" name="Output_receptor__5849">
              <a:extLst>
                <a:ext uri="{FF2B5EF4-FFF2-40B4-BE49-F238E27FC236}">
                  <a16:creationId xmlns:a16="http://schemas.microsoft.com/office/drawing/2014/main" id="{2F077B3B-6D81-9792-DF36-783585F9DC5C}"/>
                </a:ext>
              </a:extLst>
            </p:cNvPr>
            <p:cNvSpPr>
              <a:spLocks noGrp="1"/>
            </p:cNvSpPr>
            <p:nvPr/>
          </p:nvSpPr>
          <p:spPr>
            <a:xfrm>
              <a:off x="15620583" y="3030249"/>
              <a:ext cx="54114" cy="18344"/>
            </a:xfrm>
            <a:custGeom>
              <a:avLst/>
              <a:gdLst/>
              <a:ahLst/>
              <a:cxnLst/>
              <a:rect l="0" t="0" r="0" b="0"/>
              <a:pathLst>
                <a:path w="54114" h="18344">
                  <a:moveTo>
                    <a:pt x="0" y="0"/>
                  </a:moveTo>
                  <a:lnTo>
                    <a:pt x="54114" y="18344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1" name="Output_receptor__5850">
              <a:extLst>
                <a:ext uri="{FF2B5EF4-FFF2-40B4-BE49-F238E27FC236}">
                  <a16:creationId xmlns:a16="http://schemas.microsoft.com/office/drawing/2014/main" id="{E0B61F1A-65ED-9811-0F24-8A2FB2CEE520}"/>
                </a:ext>
              </a:extLst>
            </p:cNvPr>
            <p:cNvSpPr>
              <a:spLocks noGrp="1"/>
            </p:cNvSpPr>
            <p:nvPr/>
          </p:nvSpPr>
          <p:spPr>
            <a:xfrm>
              <a:off x="15475501" y="3150256"/>
              <a:ext cx="24661" cy="7405"/>
            </a:xfrm>
            <a:custGeom>
              <a:avLst/>
              <a:gdLst/>
              <a:ahLst/>
              <a:cxnLst/>
              <a:rect l="0" t="0" r="0" b="0"/>
              <a:pathLst>
                <a:path w="24661" h="7405">
                  <a:moveTo>
                    <a:pt x="0" y="0"/>
                  </a:moveTo>
                  <a:lnTo>
                    <a:pt x="24661" y="740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2" name="Output_receptor__5851">
              <a:extLst>
                <a:ext uri="{FF2B5EF4-FFF2-40B4-BE49-F238E27FC236}">
                  <a16:creationId xmlns:a16="http://schemas.microsoft.com/office/drawing/2014/main" id="{2C69BF6B-DDF0-8B05-5C5B-5C9C80EF7FB1}"/>
                </a:ext>
              </a:extLst>
            </p:cNvPr>
            <p:cNvSpPr>
              <a:spLocks noGrp="1"/>
            </p:cNvSpPr>
            <p:nvPr/>
          </p:nvSpPr>
          <p:spPr>
            <a:xfrm>
              <a:off x="16348670" y="2682475"/>
              <a:ext cx="29828" cy="39060"/>
            </a:xfrm>
            <a:custGeom>
              <a:avLst/>
              <a:gdLst/>
              <a:ahLst/>
              <a:cxnLst/>
              <a:rect l="0" t="0" r="0" b="0"/>
              <a:pathLst>
                <a:path w="29828" h="39060">
                  <a:moveTo>
                    <a:pt x="29828" y="390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3" name="Output_receptor__5852">
              <a:extLst>
                <a:ext uri="{FF2B5EF4-FFF2-40B4-BE49-F238E27FC236}">
                  <a16:creationId xmlns:a16="http://schemas.microsoft.com/office/drawing/2014/main" id="{0100AF1C-0E7B-7C02-FEF5-4A2D86B0F186}"/>
                </a:ext>
              </a:extLst>
            </p:cNvPr>
            <p:cNvSpPr>
              <a:spLocks noGrp="1"/>
            </p:cNvSpPr>
            <p:nvPr/>
          </p:nvSpPr>
          <p:spPr>
            <a:xfrm>
              <a:off x="15442606" y="3542805"/>
              <a:ext cx="62975" cy="34109"/>
            </a:xfrm>
            <a:custGeom>
              <a:avLst/>
              <a:gdLst/>
              <a:ahLst/>
              <a:cxnLst/>
              <a:rect l="0" t="0" r="0" b="0"/>
              <a:pathLst>
                <a:path w="62975" h="34109">
                  <a:moveTo>
                    <a:pt x="62975" y="0"/>
                  </a:moveTo>
                  <a:lnTo>
                    <a:pt x="0" y="3410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4" name="Output_receptor__5853">
              <a:extLst>
                <a:ext uri="{FF2B5EF4-FFF2-40B4-BE49-F238E27FC236}">
                  <a16:creationId xmlns:a16="http://schemas.microsoft.com/office/drawing/2014/main" id="{0109325E-A722-EA83-4EBB-3FD688EE7DE6}"/>
                </a:ext>
              </a:extLst>
            </p:cNvPr>
            <p:cNvSpPr>
              <a:spLocks noGrp="1"/>
            </p:cNvSpPr>
            <p:nvPr/>
          </p:nvSpPr>
          <p:spPr>
            <a:xfrm>
              <a:off x="15716627" y="3332351"/>
              <a:ext cx="51572" cy="42688"/>
            </a:xfrm>
            <a:custGeom>
              <a:avLst/>
              <a:gdLst/>
              <a:ahLst/>
              <a:cxnLst/>
              <a:rect l="0" t="0" r="0" b="0"/>
              <a:pathLst>
                <a:path w="51572" h="42688">
                  <a:moveTo>
                    <a:pt x="0" y="0"/>
                  </a:moveTo>
                  <a:lnTo>
                    <a:pt x="51572" y="4268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5" name="Output_receptor__5854">
              <a:extLst>
                <a:ext uri="{FF2B5EF4-FFF2-40B4-BE49-F238E27FC236}">
                  <a16:creationId xmlns:a16="http://schemas.microsoft.com/office/drawing/2014/main" id="{630E3E2C-179C-6E25-522A-8AE9747C19DB}"/>
                </a:ext>
              </a:extLst>
            </p:cNvPr>
            <p:cNvSpPr>
              <a:spLocks noGrp="1"/>
            </p:cNvSpPr>
            <p:nvPr/>
          </p:nvSpPr>
          <p:spPr>
            <a:xfrm>
              <a:off x="15903072" y="2524993"/>
              <a:ext cx="43709" cy="504"/>
            </a:xfrm>
            <a:custGeom>
              <a:avLst/>
              <a:gdLst/>
              <a:ahLst/>
              <a:cxnLst/>
              <a:rect l="0" t="0" r="0" b="0"/>
              <a:pathLst>
                <a:path w="43709" h="504">
                  <a:moveTo>
                    <a:pt x="43709" y="5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6" name="Output_receptor__5855">
              <a:extLst>
                <a:ext uri="{FF2B5EF4-FFF2-40B4-BE49-F238E27FC236}">
                  <a16:creationId xmlns:a16="http://schemas.microsoft.com/office/drawing/2014/main" id="{00166076-449C-2C2D-B721-87D2995F0E47}"/>
                </a:ext>
              </a:extLst>
            </p:cNvPr>
            <p:cNvSpPr>
              <a:spLocks noGrp="1"/>
            </p:cNvSpPr>
            <p:nvPr/>
          </p:nvSpPr>
          <p:spPr>
            <a:xfrm>
              <a:off x="15660097" y="2945491"/>
              <a:ext cx="59942" cy="31100"/>
            </a:xfrm>
            <a:custGeom>
              <a:avLst/>
              <a:gdLst/>
              <a:ahLst/>
              <a:cxnLst/>
              <a:rect l="0" t="0" r="0" b="0"/>
              <a:pathLst>
                <a:path w="59942" h="31100">
                  <a:moveTo>
                    <a:pt x="0" y="0"/>
                  </a:moveTo>
                  <a:lnTo>
                    <a:pt x="59942" y="3110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7" name="Output_receptor__5856">
              <a:extLst>
                <a:ext uri="{FF2B5EF4-FFF2-40B4-BE49-F238E27FC236}">
                  <a16:creationId xmlns:a16="http://schemas.microsoft.com/office/drawing/2014/main" id="{8D88F6F9-93D2-9255-159E-A6DC30758B02}"/>
                </a:ext>
              </a:extLst>
            </p:cNvPr>
            <p:cNvSpPr>
              <a:spLocks noGrp="1"/>
            </p:cNvSpPr>
            <p:nvPr/>
          </p:nvSpPr>
          <p:spPr>
            <a:xfrm>
              <a:off x="15810322" y="2869740"/>
              <a:ext cx="56021" cy="39419"/>
            </a:xfrm>
            <a:custGeom>
              <a:avLst/>
              <a:gdLst/>
              <a:ahLst/>
              <a:cxnLst/>
              <a:rect l="0" t="0" r="0" b="0"/>
              <a:pathLst>
                <a:path w="56021" h="39419">
                  <a:moveTo>
                    <a:pt x="0" y="39419"/>
                  </a:moveTo>
                  <a:lnTo>
                    <a:pt x="5602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8" name="Output_receptor__5857">
              <a:extLst>
                <a:ext uri="{FF2B5EF4-FFF2-40B4-BE49-F238E27FC236}">
                  <a16:creationId xmlns:a16="http://schemas.microsoft.com/office/drawing/2014/main" id="{EDD95C8B-E5FE-6CFE-C878-DE5A50902E7C}"/>
                </a:ext>
              </a:extLst>
            </p:cNvPr>
            <p:cNvSpPr>
              <a:spLocks noGrp="1"/>
            </p:cNvSpPr>
            <p:nvPr/>
          </p:nvSpPr>
          <p:spPr>
            <a:xfrm>
              <a:off x="14922918" y="2845337"/>
              <a:ext cx="50590" cy="47439"/>
            </a:xfrm>
            <a:custGeom>
              <a:avLst/>
              <a:gdLst/>
              <a:ahLst/>
              <a:cxnLst/>
              <a:rect l="0" t="0" r="0" b="0"/>
              <a:pathLst>
                <a:path w="50590" h="47439">
                  <a:moveTo>
                    <a:pt x="0" y="0"/>
                  </a:moveTo>
                  <a:lnTo>
                    <a:pt x="50590" y="4743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9" name="Output_receptor__5858">
              <a:extLst>
                <a:ext uri="{FF2B5EF4-FFF2-40B4-BE49-F238E27FC236}">
                  <a16:creationId xmlns:a16="http://schemas.microsoft.com/office/drawing/2014/main" id="{6B923788-C640-DBFE-0BFC-1504300B96C8}"/>
                </a:ext>
              </a:extLst>
            </p:cNvPr>
            <p:cNvSpPr>
              <a:spLocks noGrp="1"/>
            </p:cNvSpPr>
            <p:nvPr/>
          </p:nvSpPr>
          <p:spPr>
            <a:xfrm>
              <a:off x="15891608" y="3055588"/>
              <a:ext cx="12904" cy="52480"/>
            </a:xfrm>
            <a:custGeom>
              <a:avLst/>
              <a:gdLst/>
              <a:ahLst/>
              <a:cxnLst/>
              <a:rect l="0" t="0" r="0" b="0"/>
              <a:pathLst>
                <a:path w="12904" h="52480">
                  <a:moveTo>
                    <a:pt x="12904" y="0"/>
                  </a:moveTo>
                  <a:lnTo>
                    <a:pt x="0" y="524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0" name="Output_receptor__5859">
              <a:extLst>
                <a:ext uri="{FF2B5EF4-FFF2-40B4-BE49-F238E27FC236}">
                  <a16:creationId xmlns:a16="http://schemas.microsoft.com/office/drawing/2014/main" id="{A64C12AE-5E63-4B62-B202-CFB0C6FBFB19}"/>
                </a:ext>
              </a:extLst>
            </p:cNvPr>
            <p:cNvSpPr>
              <a:spLocks noGrp="1"/>
            </p:cNvSpPr>
            <p:nvPr/>
          </p:nvSpPr>
          <p:spPr>
            <a:xfrm>
              <a:off x="16344307" y="2795606"/>
              <a:ext cx="34464" cy="61468"/>
            </a:xfrm>
            <a:custGeom>
              <a:avLst/>
              <a:gdLst/>
              <a:ahLst/>
              <a:cxnLst/>
              <a:rect l="0" t="0" r="0" b="0"/>
              <a:pathLst>
                <a:path w="34464" h="61468">
                  <a:moveTo>
                    <a:pt x="0" y="0"/>
                  </a:moveTo>
                  <a:lnTo>
                    <a:pt x="34464" y="6146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1" name="Output_receptor__5860">
              <a:extLst>
                <a:ext uri="{FF2B5EF4-FFF2-40B4-BE49-F238E27FC236}">
                  <a16:creationId xmlns:a16="http://schemas.microsoft.com/office/drawing/2014/main" id="{8A0EB057-5B12-DA89-CE08-5B134E5F6409}"/>
                </a:ext>
              </a:extLst>
            </p:cNvPr>
            <p:cNvSpPr>
              <a:spLocks noGrp="1"/>
            </p:cNvSpPr>
            <p:nvPr/>
          </p:nvSpPr>
          <p:spPr>
            <a:xfrm>
              <a:off x="15442606" y="3576914"/>
              <a:ext cx="30301" cy="65081"/>
            </a:xfrm>
            <a:custGeom>
              <a:avLst/>
              <a:gdLst/>
              <a:ahLst/>
              <a:cxnLst/>
              <a:rect l="0" t="0" r="0" b="0"/>
              <a:pathLst>
                <a:path w="30301" h="65081">
                  <a:moveTo>
                    <a:pt x="0" y="0"/>
                  </a:moveTo>
                  <a:lnTo>
                    <a:pt x="30301" y="6508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2" name="Output_receptor__5861">
              <a:extLst>
                <a:ext uri="{FF2B5EF4-FFF2-40B4-BE49-F238E27FC236}">
                  <a16:creationId xmlns:a16="http://schemas.microsoft.com/office/drawing/2014/main" id="{4C9BB180-C76D-2227-AF65-4639312EC4A0}"/>
                </a:ext>
              </a:extLst>
            </p:cNvPr>
            <p:cNvSpPr>
              <a:spLocks noGrp="1"/>
            </p:cNvSpPr>
            <p:nvPr/>
          </p:nvSpPr>
          <p:spPr>
            <a:xfrm>
              <a:off x="15798104" y="3286380"/>
              <a:ext cx="50209" cy="29883"/>
            </a:xfrm>
            <a:custGeom>
              <a:avLst/>
              <a:gdLst/>
              <a:ahLst/>
              <a:cxnLst/>
              <a:rect l="0" t="0" r="0" b="0"/>
              <a:pathLst>
                <a:path w="50209" h="29883">
                  <a:moveTo>
                    <a:pt x="0" y="0"/>
                  </a:moveTo>
                  <a:lnTo>
                    <a:pt x="50209" y="2988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3" name="Output_receptor__5862">
              <a:extLst>
                <a:ext uri="{FF2B5EF4-FFF2-40B4-BE49-F238E27FC236}">
                  <a16:creationId xmlns:a16="http://schemas.microsoft.com/office/drawing/2014/main" id="{E1CDEFA0-DECB-0D41-3A9E-6C453776C1AB}"/>
                </a:ext>
              </a:extLst>
            </p:cNvPr>
            <p:cNvSpPr>
              <a:spLocks noGrp="1"/>
            </p:cNvSpPr>
            <p:nvPr/>
          </p:nvSpPr>
          <p:spPr>
            <a:xfrm>
              <a:off x="15332941" y="2877086"/>
              <a:ext cx="5494" cy="5645"/>
            </a:xfrm>
            <a:custGeom>
              <a:avLst/>
              <a:gdLst/>
              <a:ahLst/>
              <a:cxnLst/>
              <a:rect l="0" t="0" r="0" b="0"/>
              <a:pathLst>
                <a:path w="5494" h="5645">
                  <a:moveTo>
                    <a:pt x="5494" y="5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4" name="Output_receptor__5863">
              <a:extLst>
                <a:ext uri="{FF2B5EF4-FFF2-40B4-BE49-F238E27FC236}">
                  <a16:creationId xmlns:a16="http://schemas.microsoft.com/office/drawing/2014/main" id="{ADBF805F-B89F-70E3-EE34-14157B571D72}"/>
                </a:ext>
              </a:extLst>
            </p:cNvPr>
            <p:cNvSpPr>
              <a:spLocks noGrp="1"/>
            </p:cNvSpPr>
            <p:nvPr/>
          </p:nvSpPr>
          <p:spPr>
            <a:xfrm>
              <a:off x="16108386" y="2571297"/>
              <a:ext cx="48396" cy="47636"/>
            </a:xfrm>
            <a:custGeom>
              <a:avLst/>
              <a:gdLst/>
              <a:ahLst/>
              <a:cxnLst/>
              <a:rect l="0" t="0" r="0" b="0"/>
              <a:pathLst>
                <a:path w="48396" h="47636">
                  <a:moveTo>
                    <a:pt x="48396" y="476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5" name="Output_receptor__5864">
              <a:extLst>
                <a:ext uri="{FF2B5EF4-FFF2-40B4-BE49-F238E27FC236}">
                  <a16:creationId xmlns:a16="http://schemas.microsoft.com/office/drawing/2014/main" id="{5B40FA88-2B0E-1F07-E88B-296F0925B771}"/>
                </a:ext>
              </a:extLst>
            </p:cNvPr>
            <p:cNvSpPr>
              <a:spLocks noGrp="1"/>
            </p:cNvSpPr>
            <p:nvPr/>
          </p:nvSpPr>
          <p:spPr>
            <a:xfrm>
              <a:off x="14861854" y="2996228"/>
              <a:ext cx="62113" cy="36761"/>
            </a:xfrm>
            <a:custGeom>
              <a:avLst/>
              <a:gdLst/>
              <a:ahLst/>
              <a:cxnLst/>
              <a:rect l="0" t="0" r="0" b="0"/>
              <a:pathLst>
                <a:path w="62113" h="36761">
                  <a:moveTo>
                    <a:pt x="0" y="0"/>
                  </a:moveTo>
                  <a:lnTo>
                    <a:pt x="62113" y="3676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6" name="Output_receptor__5865">
              <a:extLst>
                <a:ext uri="{FF2B5EF4-FFF2-40B4-BE49-F238E27FC236}">
                  <a16:creationId xmlns:a16="http://schemas.microsoft.com/office/drawing/2014/main" id="{4B6CE904-E179-34C2-1285-0DEFCE40779F}"/>
                </a:ext>
              </a:extLst>
            </p:cNvPr>
            <p:cNvSpPr>
              <a:spLocks noGrp="1"/>
            </p:cNvSpPr>
            <p:nvPr/>
          </p:nvSpPr>
          <p:spPr>
            <a:xfrm>
              <a:off x="15668492" y="3332351"/>
              <a:ext cx="48135" cy="53387"/>
            </a:xfrm>
            <a:custGeom>
              <a:avLst/>
              <a:gdLst/>
              <a:ahLst/>
              <a:cxnLst/>
              <a:rect l="0" t="0" r="0" b="0"/>
              <a:pathLst>
                <a:path w="48135" h="53387">
                  <a:moveTo>
                    <a:pt x="0" y="53387"/>
                  </a:moveTo>
                  <a:lnTo>
                    <a:pt x="4813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7" name="Output_receptor__5866">
              <a:extLst>
                <a:ext uri="{FF2B5EF4-FFF2-40B4-BE49-F238E27FC236}">
                  <a16:creationId xmlns:a16="http://schemas.microsoft.com/office/drawing/2014/main" id="{7B6E3ED2-9F1C-A6DE-EB79-51A5F79F5307}"/>
                </a:ext>
              </a:extLst>
            </p:cNvPr>
            <p:cNvSpPr>
              <a:spLocks noGrp="1"/>
            </p:cNvSpPr>
            <p:nvPr/>
          </p:nvSpPr>
          <p:spPr>
            <a:xfrm>
              <a:off x="15517176" y="3070834"/>
              <a:ext cx="59490" cy="39479"/>
            </a:xfrm>
            <a:custGeom>
              <a:avLst/>
              <a:gdLst/>
              <a:ahLst/>
              <a:cxnLst/>
              <a:rect l="0" t="0" r="0" b="0"/>
              <a:pathLst>
                <a:path w="59490" h="39479">
                  <a:moveTo>
                    <a:pt x="0" y="0"/>
                  </a:moveTo>
                  <a:lnTo>
                    <a:pt x="59490" y="3947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8" name="Output_receptor__5867">
              <a:extLst>
                <a:ext uri="{FF2B5EF4-FFF2-40B4-BE49-F238E27FC236}">
                  <a16:creationId xmlns:a16="http://schemas.microsoft.com/office/drawing/2014/main" id="{34D9FA41-700A-B165-02D5-3E44C4D0F04A}"/>
                </a:ext>
              </a:extLst>
            </p:cNvPr>
            <p:cNvSpPr>
              <a:spLocks noGrp="1"/>
            </p:cNvSpPr>
            <p:nvPr/>
          </p:nvSpPr>
          <p:spPr>
            <a:xfrm>
              <a:off x="15325810" y="3191742"/>
              <a:ext cx="854" cy="71928"/>
            </a:xfrm>
            <a:custGeom>
              <a:avLst/>
              <a:gdLst/>
              <a:ahLst/>
              <a:cxnLst/>
              <a:rect l="0" t="0" r="0" b="0"/>
              <a:pathLst>
                <a:path w="854" h="71928">
                  <a:moveTo>
                    <a:pt x="0" y="71928"/>
                  </a:moveTo>
                  <a:lnTo>
                    <a:pt x="85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9" name="Output_receptor__5868">
              <a:extLst>
                <a:ext uri="{FF2B5EF4-FFF2-40B4-BE49-F238E27FC236}">
                  <a16:creationId xmlns:a16="http://schemas.microsoft.com/office/drawing/2014/main" id="{DD48E69D-5245-7348-785D-8477048DEDC6}"/>
                </a:ext>
              </a:extLst>
            </p:cNvPr>
            <p:cNvSpPr>
              <a:spLocks noGrp="1"/>
            </p:cNvSpPr>
            <p:nvPr/>
          </p:nvSpPr>
          <p:spPr>
            <a:xfrm>
              <a:off x="16228665" y="2796685"/>
              <a:ext cx="40876" cy="55880"/>
            </a:xfrm>
            <a:custGeom>
              <a:avLst/>
              <a:gdLst/>
              <a:ahLst/>
              <a:cxnLst/>
              <a:rect l="0" t="0" r="0" b="0"/>
              <a:pathLst>
                <a:path w="40876" h="55880">
                  <a:moveTo>
                    <a:pt x="0" y="0"/>
                  </a:moveTo>
                  <a:lnTo>
                    <a:pt x="40876" y="558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0" name="Output_receptor__5869">
              <a:extLst>
                <a:ext uri="{FF2B5EF4-FFF2-40B4-BE49-F238E27FC236}">
                  <a16:creationId xmlns:a16="http://schemas.microsoft.com/office/drawing/2014/main" id="{4159829F-1E9F-6F0F-13F5-38F6AD9387F5}"/>
                </a:ext>
              </a:extLst>
            </p:cNvPr>
            <p:cNvSpPr>
              <a:spLocks noGrp="1"/>
            </p:cNvSpPr>
            <p:nvPr/>
          </p:nvSpPr>
          <p:spPr>
            <a:xfrm>
              <a:off x="15744651" y="2880131"/>
              <a:ext cx="65672" cy="29029"/>
            </a:xfrm>
            <a:custGeom>
              <a:avLst/>
              <a:gdLst/>
              <a:ahLst/>
              <a:cxnLst/>
              <a:rect l="0" t="0" r="0" b="0"/>
              <a:pathLst>
                <a:path w="65672" h="29029">
                  <a:moveTo>
                    <a:pt x="0" y="0"/>
                  </a:moveTo>
                  <a:lnTo>
                    <a:pt x="65672" y="2902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1" name="Output_receptor__5870">
              <a:extLst>
                <a:ext uri="{FF2B5EF4-FFF2-40B4-BE49-F238E27FC236}">
                  <a16:creationId xmlns:a16="http://schemas.microsoft.com/office/drawing/2014/main" id="{6B38AC9A-B54F-9313-EA02-5E2EAA11EFAE}"/>
                </a:ext>
              </a:extLst>
            </p:cNvPr>
            <p:cNvSpPr>
              <a:spLocks noGrp="1"/>
            </p:cNvSpPr>
            <p:nvPr/>
          </p:nvSpPr>
          <p:spPr>
            <a:xfrm>
              <a:off x="15946781" y="2525498"/>
              <a:ext cx="50415" cy="45003"/>
            </a:xfrm>
            <a:custGeom>
              <a:avLst/>
              <a:gdLst/>
              <a:ahLst/>
              <a:cxnLst/>
              <a:rect l="0" t="0" r="0" b="0"/>
              <a:pathLst>
                <a:path w="50415" h="45003">
                  <a:moveTo>
                    <a:pt x="50415" y="45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2" name="Output_receptor__5871">
              <a:extLst>
                <a:ext uri="{FF2B5EF4-FFF2-40B4-BE49-F238E27FC236}">
                  <a16:creationId xmlns:a16="http://schemas.microsoft.com/office/drawing/2014/main" id="{70626DFE-6196-3184-8853-2CCFCA070048}"/>
                </a:ext>
              </a:extLst>
            </p:cNvPr>
            <p:cNvSpPr>
              <a:spLocks noGrp="1"/>
            </p:cNvSpPr>
            <p:nvPr/>
          </p:nvSpPr>
          <p:spPr>
            <a:xfrm>
              <a:off x="15415753" y="3120096"/>
              <a:ext cx="59749" cy="30160"/>
            </a:xfrm>
            <a:custGeom>
              <a:avLst/>
              <a:gdLst/>
              <a:ahLst/>
              <a:cxnLst/>
              <a:rect l="0" t="0" r="0" b="0"/>
              <a:pathLst>
                <a:path w="59749" h="30160">
                  <a:moveTo>
                    <a:pt x="0" y="0"/>
                  </a:moveTo>
                  <a:lnTo>
                    <a:pt x="59749" y="3016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3" name="Output_receptor__5872">
              <a:extLst>
                <a:ext uri="{FF2B5EF4-FFF2-40B4-BE49-F238E27FC236}">
                  <a16:creationId xmlns:a16="http://schemas.microsoft.com/office/drawing/2014/main" id="{2CC8E8C4-9353-7882-1CA0-00EAA69BD81B}"/>
                </a:ext>
              </a:extLst>
            </p:cNvPr>
            <p:cNvSpPr>
              <a:spLocks noGrp="1"/>
            </p:cNvSpPr>
            <p:nvPr/>
          </p:nvSpPr>
          <p:spPr>
            <a:xfrm>
              <a:off x="14959828" y="2892777"/>
              <a:ext cx="13680" cy="50276"/>
            </a:xfrm>
            <a:custGeom>
              <a:avLst/>
              <a:gdLst/>
              <a:ahLst/>
              <a:cxnLst/>
              <a:rect l="0" t="0" r="0" b="0"/>
              <a:pathLst>
                <a:path w="13680" h="50276">
                  <a:moveTo>
                    <a:pt x="13680" y="0"/>
                  </a:moveTo>
                  <a:lnTo>
                    <a:pt x="0" y="5027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4" name="Output_receptor__5873">
              <a:extLst>
                <a:ext uri="{FF2B5EF4-FFF2-40B4-BE49-F238E27FC236}">
                  <a16:creationId xmlns:a16="http://schemas.microsoft.com/office/drawing/2014/main" id="{767BAF31-5569-2A1B-E25D-93136D8EB89E}"/>
                </a:ext>
              </a:extLst>
            </p:cNvPr>
            <p:cNvSpPr>
              <a:spLocks noGrp="1"/>
            </p:cNvSpPr>
            <p:nvPr/>
          </p:nvSpPr>
          <p:spPr>
            <a:xfrm>
              <a:off x="14923966" y="3032989"/>
              <a:ext cx="9791" cy="68338"/>
            </a:xfrm>
            <a:custGeom>
              <a:avLst/>
              <a:gdLst/>
              <a:ahLst/>
              <a:cxnLst/>
              <a:rect l="0" t="0" r="0" b="0"/>
              <a:pathLst>
                <a:path w="9791" h="68338">
                  <a:moveTo>
                    <a:pt x="0" y="0"/>
                  </a:moveTo>
                  <a:lnTo>
                    <a:pt x="9791" y="6833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5" name="Output_receptor__5874">
              <a:extLst>
                <a:ext uri="{FF2B5EF4-FFF2-40B4-BE49-F238E27FC236}">
                  <a16:creationId xmlns:a16="http://schemas.microsoft.com/office/drawing/2014/main" id="{37A14455-B0D4-556A-051C-26D74F79EAFB}"/>
                </a:ext>
              </a:extLst>
            </p:cNvPr>
            <p:cNvSpPr>
              <a:spLocks noGrp="1"/>
            </p:cNvSpPr>
            <p:nvPr/>
          </p:nvSpPr>
          <p:spPr>
            <a:xfrm>
              <a:off x="15432557" y="2975748"/>
              <a:ext cx="54219" cy="26665"/>
            </a:xfrm>
            <a:custGeom>
              <a:avLst/>
              <a:gdLst/>
              <a:ahLst/>
              <a:cxnLst/>
              <a:rect l="0" t="0" r="0" b="0"/>
              <a:pathLst>
                <a:path w="54219" h="26665">
                  <a:moveTo>
                    <a:pt x="54219" y="0"/>
                  </a:moveTo>
                  <a:lnTo>
                    <a:pt x="0" y="26665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6" name="Output_receptor__5875">
              <a:extLst>
                <a:ext uri="{FF2B5EF4-FFF2-40B4-BE49-F238E27FC236}">
                  <a16:creationId xmlns:a16="http://schemas.microsoft.com/office/drawing/2014/main" id="{1417096B-5AA7-EA9C-93C1-B242D9486E98}"/>
                </a:ext>
              </a:extLst>
            </p:cNvPr>
            <p:cNvSpPr>
              <a:spLocks noGrp="1"/>
            </p:cNvSpPr>
            <p:nvPr/>
          </p:nvSpPr>
          <p:spPr>
            <a:xfrm>
              <a:off x="15166654" y="2870868"/>
              <a:ext cx="47008" cy="13859"/>
            </a:xfrm>
            <a:custGeom>
              <a:avLst/>
              <a:gdLst/>
              <a:ahLst/>
              <a:cxnLst/>
              <a:rect l="0" t="0" r="0" b="0"/>
              <a:pathLst>
                <a:path w="47008" h="13859">
                  <a:moveTo>
                    <a:pt x="0" y="0"/>
                  </a:moveTo>
                  <a:lnTo>
                    <a:pt x="47008" y="1385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7" name="Output_receptor__5876">
              <a:extLst>
                <a:ext uri="{FF2B5EF4-FFF2-40B4-BE49-F238E27FC236}">
                  <a16:creationId xmlns:a16="http://schemas.microsoft.com/office/drawing/2014/main" id="{AD0E893E-89DB-2B01-39EB-D682EE527872}"/>
                </a:ext>
              </a:extLst>
            </p:cNvPr>
            <p:cNvSpPr>
              <a:spLocks noGrp="1"/>
            </p:cNvSpPr>
            <p:nvPr/>
          </p:nvSpPr>
          <p:spPr>
            <a:xfrm>
              <a:off x="14928971" y="3303020"/>
              <a:ext cx="59803" cy="3817"/>
            </a:xfrm>
            <a:custGeom>
              <a:avLst/>
              <a:gdLst/>
              <a:ahLst/>
              <a:cxnLst/>
              <a:rect l="0" t="0" r="0" b="0"/>
              <a:pathLst>
                <a:path w="59803" h="3817">
                  <a:moveTo>
                    <a:pt x="0" y="0"/>
                  </a:moveTo>
                  <a:lnTo>
                    <a:pt x="59803" y="3817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8" name="Output_receptor__5877">
              <a:extLst>
                <a:ext uri="{FF2B5EF4-FFF2-40B4-BE49-F238E27FC236}">
                  <a16:creationId xmlns:a16="http://schemas.microsoft.com/office/drawing/2014/main" id="{E105CCBB-2208-C189-9437-407E7641850E}"/>
                </a:ext>
              </a:extLst>
            </p:cNvPr>
            <p:cNvSpPr>
              <a:spLocks noGrp="1"/>
            </p:cNvSpPr>
            <p:nvPr/>
          </p:nvSpPr>
          <p:spPr>
            <a:xfrm>
              <a:off x="15326058" y="3440253"/>
              <a:ext cx="4425" cy="9833"/>
            </a:xfrm>
            <a:custGeom>
              <a:avLst/>
              <a:gdLst/>
              <a:ahLst/>
              <a:cxnLst/>
              <a:rect l="0" t="0" r="0" b="0"/>
              <a:pathLst>
                <a:path w="4425" h="9833">
                  <a:moveTo>
                    <a:pt x="0" y="0"/>
                  </a:moveTo>
                  <a:lnTo>
                    <a:pt x="4425" y="983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9" name="Output_receptor__5878">
              <a:extLst>
                <a:ext uri="{FF2B5EF4-FFF2-40B4-BE49-F238E27FC236}">
                  <a16:creationId xmlns:a16="http://schemas.microsoft.com/office/drawing/2014/main" id="{C54AAF47-9BE2-D9B7-0A6C-7E1078C7E5E3}"/>
                </a:ext>
              </a:extLst>
            </p:cNvPr>
            <p:cNvSpPr>
              <a:spLocks noGrp="1"/>
            </p:cNvSpPr>
            <p:nvPr/>
          </p:nvSpPr>
          <p:spPr>
            <a:xfrm>
              <a:off x="15668492" y="3385737"/>
              <a:ext cx="44836" cy="46809"/>
            </a:xfrm>
            <a:custGeom>
              <a:avLst/>
              <a:gdLst/>
              <a:ahLst/>
              <a:cxnLst/>
              <a:rect l="0" t="0" r="0" b="0"/>
              <a:pathLst>
                <a:path w="44836" h="46809">
                  <a:moveTo>
                    <a:pt x="44836" y="468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0" name="Output_receptor__5879">
              <a:extLst>
                <a:ext uri="{FF2B5EF4-FFF2-40B4-BE49-F238E27FC236}">
                  <a16:creationId xmlns:a16="http://schemas.microsoft.com/office/drawing/2014/main" id="{0760C354-12B0-FC74-2C81-C3FBA36301BD}"/>
                </a:ext>
              </a:extLst>
            </p:cNvPr>
            <p:cNvSpPr>
              <a:spLocks noGrp="1"/>
            </p:cNvSpPr>
            <p:nvPr/>
          </p:nvSpPr>
          <p:spPr>
            <a:xfrm>
              <a:off x="16112170" y="2802363"/>
              <a:ext cx="46804" cy="28820"/>
            </a:xfrm>
            <a:custGeom>
              <a:avLst/>
              <a:gdLst/>
              <a:ahLst/>
              <a:cxnLst/>
              <a:rect l="0" t="0" r="0" b="0"/>
              <a:pathLst>
                <a:path w="46804" h="28820">
                  <a:moveTo>
                    <a:pt x="0" y="0"/>
                  </a:moveTo>
                  <a:lnTo>
                    <a:pt x="46804" y="2882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1" name="Output_receptor__5880">
              <a:extLst>
                <a:ext uri="{FF2B5EF4-FFF2-40B4-BE49-F238E27FC236}">
                  <a16:creationId xmlns:a16="http://schemas.microsoft.com/office/drawing/2014/main" id="{F16E9D49-CE4A-6182-DCC7-548677956E40}"/>
                </a:ext>
              </a:extLst>
            </p:cNvPr>
            <p:cNvSpPr>
              <a:spLocks noGrp="1"/>
            </p:cNvSpPr>
            <p:nvPr/>
          </p:nvSpPr>
          <p:spPr>
            <a:xfrm>
              <a:off x="14861854" y="2937231"/>
              <a:ext cx="25844" cy="58997"/>
            </a:xfrm>
            <a:custGeom>
              <a:avLst/>
              <a:gdLst/>
              <a:ahLst/>
              <a:cxnLst/>
              <a:rect l="0" t="0" r="0" b="0"/>
              <a:pathLst>
                <a:path w="25844" h="58997">
                  <a:moveTo>
                    <a:pt x="25844" y="0"/>
                  </a:moveTo>
                  <a:lnTo>
                    <a:pt x="0" y="58997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2" name="Output_receptor__5881">
              <a:extLst>
                <a:ext uri="{FF2B5EF4-FFF2-40B4-BE49-F238E27FC236}">
                  <a16:creationId xmlns:a16="http://schemas.microsoft.com/office/drawing/2014/main" id="{40801815-27E0-5E1B-7855-400351712D42}"/>
                </a:ext>
              </a:extLst>
            </p:cNvPr>
            <p:cNvSpPr>
              <a:spLocks noGrp="1"/>
            </p:cNvSpPr>
            <p:nvPr/>
          </p:nvSpPr>
          <p:spPr>
            <a:xfrm>
              <a:off x="16158974" y="2831184"/>
              <a:ext cx="22764" cy="53876"/>
            </a:xfrm>
            <a:custGeom>
              <a:avLst/>
              <a:gdLst/>
              <a:ahLst/>
              <a:cxnLst/>
              <a:rect l="0" t="0" r="0" b="0"/>
              <a:pathLst>
                <a:path w="22764" h="53876">
                  <a:moveTo>
                    <a:pt x="0" y="0"/>
                  </a:moveTo>
                  <a:lnTo>
                    <a:pt x="22764" y="538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3" name="Output_receptor__5882">
              <a:extLst>
                <a:ext uri="{FF2B5EF4-FFF2-40B4-BE49-F238E27FC236}">
                  <a16:creationId xmlns:a16="http://schemas.microsoft.com/office/drawing/2014/main" id="{1D0C8203-DB19-1A2A-4994-1E02312496B2}"/>
                </a:ext>
              </a:extLst>
            </p:cNvPr>
            <p:cNvSpPr>
              <a:spLocks noGrp="1"/>
            </p:cNvSpPr>
            <p:nvPr/>
          </p:nvSpPr>
          <p:spPr>
            <a:xfrm>
              <a:off x="16276653" y="2680424"/>
              <a:ext cx="72017" cy="2051"/>
            </a:xfrm>
            <a:custGeom>
              <a:avLst/>
              <a:gdLst/>
              <a:ahLst/>
              <a:cxnLst/>
              <a:rect l="0" t="0" r="0" b="0"/>
              <a:pathLst>
                <a:path w="72017" h="2051">
                  <a:moveTo>
                    <a:pt x="72017" y="2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4" name="Output_receptor__5883">
              <a:extLst>
                <a:ext uri="{FF2B5EF4-FFF2-40B4-BE49-F238E27FC236}">
                  <a16:creationId xmlns:a16="http://schemas.microsoft.com/office/drawing/2014/main" id="{88F39F34-D622-A2F4-471B-B1D2B5457CB9}"/>
                </a:ext>
              </a:extLst>
            </p:cNvPr>
            <p:cNvSpPr>
              <a:spLocks noGrp="1"/>
            </p:cNvSpPr>
            <p:nvPr/>
          </p:nvSpPr>
          <p:spPr>
            <a:xfrm>
              <a:off x="14933757" y="3101327"/>
              <a:ext cx="72407" cy="1839"/>
            </a:xfrm>
            <a:custGeom>
              <a:avLst/>
              <a:gdLst/>
              <a:ahLst/>
              <a:cxnLst/>
              <a:rect l="0" t="0" r="0" b="0"/>
              <a:pathLst>
                <a:path w="72407" h="1839">
                  <a:moveTo>
                    <a:pt x="0" y="0"/>
                  </a:moveTo>
                  <a:lnTo>
                    <a:pt x="72407" y="183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5" name="Output_receptor__5884">
              <a:extLst>
                <a:ext uri="{FF2B5EF4-FFF2-40B4-BE49-F238E27FC236}">
                  <a16:creationId xmlns:a16="http://schemas.microsoft.com/office/drawing/2014/main" id="{F70573D7-7409-609B-9C3D-4B69DBE200BF}"/>
                </a:ext>
              </a:extLst>
            </p:cNvPr>
            <p:cNvSpPr>
              <a:spLocks noGrp="1"/>
            </p:cNvSpPr>
            <p:nvPr/>
          </p:nvSpPr>
          <p:spPr>
            <a:xfrm>
              <a:off x="15057192" y="3055229"/>
              <a:ext cx="64194" cy="7098"/>
            </a:xfrm>
            <a:custGeom>
              <a:avLst/>
              <a:gdLst/>
              <a:ahLst/>
              <a:cxnLst/>
              <a:rect l="0" t="0" r="0" b="0"/>
              <a:pathLst>
                <a:path w="64194" h="7098">
                  <a:moveTo>
                    <a:pt x="0" y="0"/>
                  </a:moveTo>
                  <a:lnTo>
                    <a:pt x="64194" y="709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6" name="Output_receptor__5885">
              <a:extLst>
                <a:ext uri="{FF2B5EF4-FFF2-40B4-BE49-F238E27FC236}">
                  <a16:creationId xmlns:a16="http://schemas.microsoft.com/office/drawing/2014/main" id="{9BC08047-46E6-AF97-4C19-F33C94C3DF83}"/>
                </a:ext>
              </a:extLst>
            </p:cNvPr>
            <p:cNvSpPr>
              <a:spLocks noGrp="1"/>
            </p:cNvSpPr>
            <p:nvPr/>
          </p:nvSpPr>
          <p:spPr>
            <a:xfrm>
              <a:off x="15997196" y="2570500"/>
              <a:ext cx="49505" cy="17521"/>
            </a:xfrm>
            <a:custGeom>
              <a:avLst/>
              <a:gdLst/>
              <a:ahLst/>
              <a:cxnLst/>
              <a:rect l="0" t="0" r="0" b="0"/>
              <a:pathLst>
                <a:path w="49505" h="17521">
                  <a:moveTo>
                    <a:pt x="49505" y="175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7" name="Output_receptor__5886">
              <a:extLst>
                <a:ext uri="{FF2B5EF4-FFF2-40B4-BE49-F238E27FC236}">
                  <a16:creationId xmlns:a16="http://schemas.microsoft.com/office/drawing/2014/main" id="{62AF31B3-CB3E-6B86-4E49-BCBE7162A8EF}"/>
                </a:ext>
              </a:extLst>
            </p:cNvPr>
            <p:cNvSpPr>
              <a:spLocks noGrp="1"/>
            </p:cNvSpPr>
            <p:nvPr/>
          </p:nvSpPr>
          <p:spPr>
            <a:xfrm>
              <a:off x="15822578" y="3195732"/>
              <a:ext cx="8197" cy="34271"/>
            </a:xfrm>
            <a:custGeom>
              <a:avLst/>
              <a:gdLst/>
              <a:ahLst/>
              <a:cxnLst/>
              <a:rect l="0" t="0" r="0" b="0"/>
              <a:pathLst>
                <a:path w="8197" h="34271">
                  <a:moveTo>
                    <a:pt x="0" y="0"/>
                  </a:moveTo>
                  <a:lnTo>
                    <a:pt x="8197" y="34271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8" name="Output_receptor__5887">
              <a:extLst>
                <a:ext uri="{FF2B5EF4-FFF2-40B4-BE49-F238E27FC236}">
                  <a16:creationId xmlns:a16="http://schemas.microsoft.com/office/drawing/2014/main" id="{1A969FC0-8892-8CD1-759E-FBAA5C162E29}"/>
                </a:ext>
              </a:extLst>
            </p:cNvPr>
            <p:cNvSpPr>
              <a:spLocks noGrp="1"/>
            </p:cNvSpPr>
            <p:nvPr/>
          </p:nvSpPr>
          <p:spPr>
            <a:xfrm>
              <a:off x="15121386" y="3021091"/>
              <a:ext cx="48018" cy="41236"/>
            </a:xfrm>
            <a:custGeom>
              <a:avLst/>
              <a:gdLst/>
              <a:ahLst/>
              <a:cxnLst/>
              <a:rect l="0" t="0" r="0" b="0"/>
              <a:pathLst>
                <a:path w="48018" h="41236">
                  <a:moveTo>
                    <a:pt x="0" y="41236"/>
                  </a:moveTo>
                  <a:lnTo>
                    <a:pt x="48018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9" name="Output_receptor__5888">
              <a:extLst>
                <a:ext uri="{FF2B5EF4-FFF2-40B4-BE49-F238E27FC236}">
                  <a16:creationId xmlns:a16="http://schemas.microsoft.com/office/drawing/2014/main" id="{F3611808-DCD7-FB12-C284-5E35339F502E}"/>
                </a:ext>
              </a:extLst>
            </p:cNvPr>
            <p:cNvSpPr>
              <a:spLocks noGrp="1"/>
            </p:cNvSpPr>
            <p:nvPr/>
          </p:nvSpPr>
          <p:spPr>
            <a:xfrm>
              <a:off x="16209672" y="3180779"/>
              <a:ext cx="4712" cy="67614"/>
            </a:xfrm>
            <a:custGeom>
              <a:avLst/>
              <a:gdLst/>
              <a:ahLst/>
              <a:cxnLst/>
              <a:rect l="0" t="0" r="0" b="0"/>
              <a:pathLst>
                <a:path w="4712" h="67614">
                  <a:moveTo>
                    <a:pt x="4712" y="67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0" name="Output_receptor__5889">
              <a:extLst>
                <a:ext uri="{FF2B5EF4-FFF2-40B4-BE49-F238E27FC236}">
                  <a16:creationId xmlns:a16="http://schemas.microsoft.com/office/drawing/2014/main" id="{2B4391D9-6166-08BB-FDB6-BE03AC9AA155}"/>
                </a:ext>
              </a:extLst>
            </p:cNvPr>
            <p:cNvSpPr>
              <a:spLocks noGrp="1"/>
            </p:cNvSpPr>
            <p:nvPr/>
          </p:nvSpPr>
          <p:spPr>
            <a:xfrm>
              <a:off x="16141742" y="3167511"/>
              <a:ext cx="67930" cy="13268"/>
            </a:xfrm>
            <a:custGeom>
              <a:avLst/>
              <a:gdLst/>
              <a:ahLst/>
              <a:cxnLst/>
              <a:rect l="0" t="0" r="0" b="0"/>
              <a:pathLst>
                <a:path w="67930" h="13268">
                  <a:moveTo>
                    <a:pt x="67930" y="132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1" name="Output_receptor__5890">
              <a:extLst>
                <a:ext uri="{FF2B5EF4-FFF2-40B4-BE49-F238E27FC236}">
                  <a16:creationId xmlns:a16="http://schemas.microsoft.com/office/drawing/2014/main" id="{698A0960-DE53-9B1D-8DED-8B107970C5ED}"/>
                </a:ext>
              </a:extLst>
            </p:cNvPr>
            <p:cNvSpPr>
              <a:spLocks noGrp="1"/>
            </p:cNvSpPr>
            <p:nvPr/>
          </p:nvSpPr>
          <p:spPr>
            <a:xfrm>
              <a:off x="15623380" y="3199551"/>
              <a:ext cx="1906" cy="42725"/>
            </a:xfrm>
            <a:custGeom>
              <a:avLst/>
              <a:gdLst/>
              <a:ahLst/>
              <a:cxnLst/>
              <a:rect l="0" t="0" r="0" b="0"/>
              <a:pathLst>
                <a:path w="1906" h="42725">
                  <a:moveTo>
                    <a:pt x="0" y="0"/>
                  </a:moveTo>
                  <a:lnTo>
                    <a:pt x="1906" y="4272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2" name="Output_receptor__5891">
              <a:extLst>
                <a:ext uri="{FF2B5EF4-FFF2-40B4-BE49-F238E27FC236}">
                  <a16:creationId xmlns:a16="http://schemas.microsoft.com/office/drawing/2014/main" id="{993CF7D7-56F1-729F-A379-4FCB6871B04A}"/>
                </a:ext>
              </a:extLst>
            </p:cNvPr>
            <p:cNvSpPr>
              <a:spLocks noGrp="1"/>
            </p:cNvSpPr>
            <p:nvPr/>
          </p:nvSpPr>
          <p:spPr>
            <a:xfrm>
              <a:off x="15006165" y="3055229"/>
              <a:ext cx="51028" cy="47937"/>
            </a:xfrm>
            <a:custGeom>
              <a:avLst/>
              <a:gdLst/>
              <a:ahLst/>
              <a:cxnLst/>
              <a:rect l="0" t="0" r="0" b="0"/>
              <a:pathLst>
                <a:path w="51028" h="47937">
                  <a:moveTo>
                    <a:pt x="0" y="47937"/>
                  </a:moveTo>
                  <a:lnTo>
                    <a:pt x="51028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3" name="Output_receptor__5892">
              <a:extLst>
                <a:ext uri="{FF2B5EF4-FFF2-40B4-BE49-F238E27FC236}">
                  <a16:creationId xmlns:a16="http://schemas.microsoft.com/office/drawing/2014/main" id="{9D413387-DBF2-2555-F06B-C6C62B411901}"/>
                </a:ext>
              </a:extLst>
            </p:cNvPr>
            <p:cNvSpPr>
              <a:spLocks noGrp="1"/>
            </p:cNvSpPr>
            <p:nvPr/>
          </p:nvSpPr>
          <p:spPr>
            <a:xfrm>
              <a:off x="15821688" y="3108068"/>
              <a:ext cx="69921" cy="7070"/>
            </a:xfrm>
            <a:custGeom>
              <a:avLst/>
              <a:gdLst/>
              <a:ahLst/>
              <a:cxnLst/>
              <a:rect l="0" t="0" r="0" b="0"/>
              <a:pathLst>
                <a:path w="69921" h="7070">
                  <a:moveTo>
                    <a:pt x="69921" y="0"/>
                  </a:moveTo>
                  <a:lnTo>
                    <a:pt x="0" y="707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4" name="Output_receptor__5893">
              <a:extLst>
                <a:ext uri="{FF2B5EF4-FFF2-40B4-BE49-F238E27FC236}">
                  <a16:creationId xmlns:a16="http://schemas.microsoft.com/office/drawing/2014/main" id="{C330E4AD-4A87-135D-1B78-84649C9CDE91}"/>
                </a:ext>
              </a:extLst>
            </p:cNvPr>
            <p:cNvSpPr>
              <a:spLocks noGrp="1"/>
            </p:cNvSpPr>
            <p:nvPr/>
          </p:nvSpPr>
          <p:spPr>
            <a:xfrm>
              <a:off x="16046702" y="2571297"/>
              <a:ext cx="61685" cy="16724"/>
            </a:xfrm>
            <a:custGeom>
              <a:avLst/>
              <a:gdLst/>
              <a:ahLst/>
              <a:cxnLst/>
              <a:rect l="0" t="0" r="0" b="0"/>
              <a:pathLst>
                <a:path w="61685" h="16724">
                  <a:moveTo>
                    <a:pt x="61685" y="0"/>
                  </a:moveTo>
                  <a:lnTo>
                    <a:pt x="0" y="1672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95" name="Output_receptor__5894">
              <a:extLst>
                <a:ext uri="{FF2B5EF4-FFF2-40B4-BE49-F238E27FC236}">
                  <a16:creationId xmlns:a16="http://schemas.microsoft.com/office/drawing/2014/main" id="{88FB8F3A-89E2-E662-9F95-5B0B93D1C8F3}"/>
                </a:ext>
              </a:extLst>
            </p:cNvPr>
            <p:cNvSpPr>
              <a:spLocks noGrp="1"/>
            </p:cNvSpPr>
            <p:nvPr/>
          </p:nvSpPr>
          <p:spPr>
            <a:xfrm>
              <a:off x="15379733" y="3195248"/>
              <a:ext cx="42077" cy="31535"/>
            </a:xfrm>
            <a:custGeom>
              <a:avLst/>
              <a:gdLst/>
              <a:ahLst/>
              <a:cxnLst/>
              <a:rect l="0" t="0" r="0" b="0"/>
              <a:pathLst>
                <a:path w="42077" h="31535">
                  <a:moveTo>
                    <a:pt x="0" y="0"/>
                  </a:moveTo>
                  <a:lnTo>
                    <a:pt x="42077" y="3153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6" name="Output_receptor__5895">
              <a:extLst>
                <a:ext uri="{FF2B5EF4-FFF2-40B4-BE49-F238E27FC236}">
                  <a16:creationId xmlns:a16="http://schemas.microsoft.com/office/drawing/2014/main" id="{8C4B5BAC-8803-5CA2-CD28-7EFD04A30F1D}"/>
                </a:ext>
              </a:extLst>
            </p:cNvPr>
            <p:cNvSpPr>
              <a:spLocks noGrp="1"/>
            </p:cNvSpPr>
            <p:nvPr/>
          </p:nvSpPr>
          <p:spPr>
            <a:xfrm>
              <a:off x="15326665" y="3191742"/>
              <a:ext cx="53068" cy="3505"/>
            </a:xfrm>
            <a:custGeom>
              <a:avLst/>
              <a:gdLst/>
              <a:ahLst/>
              <a:cxnLst/>
              <a:rect l="0" t="0" r="0" b="0"/>
              <a:pathLst>
                <a:path w="53068" h="3505">
                  <a:moveTo>
                    <a:pt x="0" y="0"/>
                  </a:moveTo>
                  <a:lnTo>
                    <a:pt x="53068" y="350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7" name="Output_receptor__5896">
              <a:extLst>
                <a:ext uri="{FF2B5EF4-FFF2-40B4-BE49-F238E27FC236}">
                  <a16:creationId xmlns:a16="http://schemas.microsoft.com/office/drawing/2014/main" id="{F25C6B08-C0CA-61DA-3C33-553838C54A16}"/>
                </a:ext>
              </a:extLst>
            </p:cNvPr>
            <p:cNvSpPr>
              <a:spLocks noGrp="1"/>
            </p:cNvSpPr>
            <p:nvPr/>
          </p:nvSpPr>
          <p:spPr>
            <a:xfrm>
              <a:off x="15531984" y="3177083"/>
              <a:ext cx="25124" cy="67234"/>
            </a:xfrm>
            <a:custGeom>
              <a:avLst/>
              <a:gdLst/>
              <a:ahLst/>
              <a:cxnLst/>
              <a:rect l="0" t="0" r="0" b="0"/>
              <a:pathLst>
                <a:path w="25124" h="67234">
                  <a:moveTo>
                    <a:pt x="0" y="67234"/>
                  </a:moveTo>
                  <a:lnTo>
                    <a:pt x="2512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8" name="Output_receptor__5897">
              <a:extLst>
                <a:ext uri="{FF2B5EF4-FFF2-40B4-BE49-F238E27FC236}">
                  <a16:creationId xmlns:a16="http://schemas.microsoft.com/office/drawing/2014/main" id="{88AE4F79-5F1C-FFFC-9664-96234E8817C9}"/>
                </a:ext>
              </a:extLst>
            </p:cNvPr>
            <p:cNvSpPr>
              <a:spLocks noGrp="1"/>
            </p:cNvSpPr>
            <p:nvPr/>
          </p:nvSpPr>
          <p:spPr>
            <a:xfrm>
              <a:off x="16314953" y="2460146"/>
              <a:ext cx="51960" cy="20970"/>
            </a:xfrm>
            <a:custGeom>
              <a:avLst/>
              <a:gdLst/>
              <a:ahLst/>
              <a:cxnLst/>
              <a:rect l="0" t="0" r="0" b="0"/>
              <a:pathLst>
                <a:path w="51960" h="20970">
                  <a:moveTo>
                    <a:pt x="0" y="0"/>
                  </a:moveTo>
                  <a:lnTo>
                    <a:pt x="51960" y="2097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99" name="Output_receptor__5898">
              <a:extLst>
                <a:ext uri="{FF2B5EF4-FFF2-40B4-BE49-F238E27FC236}">
                  <a16:creationId xmlns:a16="http://schemas.microsoft.com/office/drawing/2014/main" id="{1F74E63A-FF55-772C-78BA-022A39546F38}"/>
                </a:ext>
              </a:extLst>
            </p:cNvPr>
            <p:cNvSpPr>
              <a:spLocks noGrp="1"/>
            </p:cNvSpPr>
            <p:nvPr/>
          </p:nvSpPr>
          <p:spPr>
            <a:xfrm>
              <a:off x="14922918" y="2825204"/>
              <a:ext cx="43688" cy="20133"/>
            </a:xfrm>
            <a:custGeom>
              <a:avLst/>
              <a:gdLst/>
              <a:ahLst/>
              <a:cxnLst/>
              <a:rect l="0" t="0" r="0" b="0"/>
              <a:pathLst>
                <a:path w="43688" h="20133">
                  <a:moveTo>
                    <a:pt x="43688" y="0"/>
                  </a:moveTo>
                  <a:lnTo>
                    <a:pt x="0" y="20133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0" name="Output_receptor__5899">
              <a:extLst>
                <a:ext uri="{FF2B5EF4-FFF2-40B4-BE49-F238E27FC236}">
                  <a16:creationId xmlns:a16="http://schemas.microsoft.com/office/drawing/2014/main" id="{C387372F-1DAA-CCE1-D2D3-D81563A48146}"/>
                </a:ext>
              </a:extLst>
            </p:cNvPr>
            <p:cNvSpPr>
              <a:spLocks noGrp="1"/>
            </p:cNvSpPr>
            <p:nvPr/>
          </p:nvSpPr>
          <p:spPr>
            <a:xfrm>
              <a:off x="14887697" y="2937231"/>
              <a:ext cx="72130" cy="5821"/>
            </a:xfrm>
            <a:custGeom>
              <a:avLst/>
              <a:gdLst/>
              <a:ahLst/>
              <a:cxnLst/>
              <a:rect l="0" t="0" r="0" b="0"/>
              <a:pathLst>
                <a:path w="72130" h="5821">
                  <a:moveTo>
                    <a:pt x="72130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1" name="Output_receptor__5900">
              <a:extLst>
                <a:ext uri="{FF2B5EF4-FFF2-40B4-BE49-F238E27FC236}">
                  <a16:creationId xmlns:a16="http://schemas.microsoft.com/office/drawing/2014/main" id="{2115C8C4-073E-672B-9E43-F9C87016B1B2}"/>
                </a:ext>
              </a:extLst>
            </p:cNvPr>
            <p:cNvSpPr>
              <a:spLocks noGrp="1"/>
            </p:cNvSpPr>
            <p:nvPr/>
          </p:nvSpPr>
          <p:spPr>
            <a:xfrm>
              <a:off x="14988774" y="3306837"/>
              <a:ext cx="25076" cy="66664"/>
            </a:xfrm>
            <a:custGeom>
              <a:avLst/>
              <a:gdLst/>
              <a:ahLst/>
              <a:cxnLst/>
              <a:rect l="0" t="0" r="0" b="0"/>
              <a:pathLst>
                <a:path w="25076" h="66664">
                  <a:moveTo>
                    <a:pt x="0" y="0"/>
                  </a:moveTo>
                  <a:lnTo>
                    <a:pt x="25076" y="6666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2" name="Output_receptor__5901">
              <a:extLst>
                <a:ext uri="{FF2B5EF4-FFF2-40B4-BE49-F238E27FC236}">
                  <a16:creationId xmlns:a16="http://schemas.microsoft.com/office/drawing/2014/main" id="{E91276CC-86F3-BA7B-7F8D-C2E386D2D483}"/>
                </a:ext>
              </a:extLst>
            </p:cNvPr>
            <p:cNvSpPr>
              <a:spLocks noGrp="1"/>
            </p:cNvSpPr>
            <p:nvPr/>
          </p:nvSpPr>
          <p:spPr>
            <a:xfrm>
              <a:off x="14966606" y="2811095"/>
              <a:ext cx="55033" cy="14109"/>
            </a:xfrm>
            <a:custGeom>
              <a:avLst/>
              <a:gdLst/>
              <a:ahLst/>
              <a:cxnLst/>
              <a:rect l="0" t="0" r="0" b="0"/>
              <a:pathLst>
                <a:path w="55033" h="14109">
                  <a:moveTo>
                    <a:pt x="55033" y="0"/>
                  </a:moveTo>
                  <a:lnTo>
                    <a:pt x="0" y="1410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3" name="Output_receptor__5902">
              <a:extLst>
                <a:ext uri="{FF2B5EF4-FFF2-40B4-BE49-F238E27FC236}">
                  <a16:creationId xmlns:a16="http://schemas.microsoft.com/office/drawing/2014/main" id="{9BEA07FF-5E7D-13E7-D908-9B9A03F6678C}"/>
                </a:ext>
              </a:extLst>
            </p:cNvPr>
            <p:cNvSpPr>
              <a:spLocks noGrp="1"/>
            </p:cNvSpPr>
            <p:nvPr/>
          </p:nvSpPr>
          <p:spPr>
            <a:xfrm>
              <a:off x="16249334" y="2460146"/>
              <a:ext cx="65619" cy="10238"/>
            </a:xfrm>
            <a:custGeom>
              <a:avLst/>
              <a:gdLst/>
              <a:ahLst/>
              <a:cxnLst/>
              <a:rect l="0" t="0" r="0" b="0"/>
              <a:pathLst>
                <a:path w="65619" h="10238">
                  <a:moveTo>
                    <a:pt x="0" y="10238"/>
                  </a:moveTo>
                  <a:lnTo>
                    <a:pt x="6561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4" name="Output_receptor__5903">
              <a:extLst>
                <a:ext uri="{FF2B5EF4-FFF2-40B4-BE49-F238E27FC236}">
                  <a16:creationId xmlns:a16="http://schemas.microsoft.com/office/drawing/2014/main" id="{4EF1FAC0-D542-8D33-EBEE-630FF49D98E7}"/>
                </a:ext>
              </a:extLst>
            </p:cNvPr>
            <p:cNvSpPr>
              <a:spLocks noGrp="1"/>
            </p:cNvSpPr>
            <p:nvPr/>
          </p:nvSpPr>
          <p:spPr>
            <a:xfrm>
              <a:off x="15169404" y="3017905"/>
              <a:ext cx="71509" cy="3186"/>
            </a:xfrm>
            <a:custGeom>
              <a:avLst/>
              <a:gdLst/>
              <a:ahLst/>
              <a:cxnLst/>
              <a:rect l="0" t="0" r="0" b="0"/>
              <a:pathLst>
                <a:path w="71509" h="3186">
                  <a:moveTo>
                    <a:pt x="0" y="3186"/>
                  </a:moveTo>
                  <a:lnTo>
                    <a:pt x="7150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5" name="Output_receptor__5904">
              <a:extLst>
                <a:ext uri="{FF2B5EF4-FFF2-40B4-BE49-F238E27FC236}">
                  <a16:creationId xmlns:a16="http://schemas.microsoft.com/office/drawing/2014/main" id="{95A87872-88B6-22F3-E557-B4E44A3D69C9}"/>
                </a:ext>
              </a:extLst>
            </p:cNvPr>
            <p:cNvSpPr>
              <a:spLocks noGrp="1"/>
            </p:cNvSpPr>
            <p:nvPr/>
          </p:nvSpPr>
          <p:spPr>
            <a:xfrm>
              <a:off x="16246094" y="2629571"/>
              <a:ext cx="30558" cy="50853"/>
            </a:xfrm>
            <a:custGeom>
              <a:avLst/>
              <a:gdLst/>
              <a:ahLst/>
              <a:cxnLst/>
              <a:rect l="0" t="0" r="0" b="0"/>
              <a:pathLst>
                <a:path w="30558" h="50853">
                  <a:moveTo>
                    <a:pt x="30558" y="508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6" name="Output_receptor__5905">
              <a:extLst>
                <a:ext uri="{FF2B5EF4-FFF2-40B4-BE49-F238E27FC236}">
                  <a16:creationId xmlns:a16="http://schemas.microsoft.com/office/drawing/2014/main" id="{35C7CDF5-ACCA-62D0-5471-22716596A144}"/>
                </a:ext>
              </a:extLst>
            </p:cNvPr>
            <p:cNvSpPr>
              <a:spLocks noGrp="1"/>
            </p:cNvSpPr>
            <p:nvPr/>
          </p:nvSpPr>
          <p:spPr>
            <a:xfrm>
              <a:off x="15557108" y="3177083"/>
              <a:ext cx="66273" cy="22467"/>
            </a:xfrm>
            <a:custGeom>
              <a:avLst/>
              <a:gdLst/>
              <a:ahLst/>
              <a:cxnLst/>
              <a:rect l="0" t="0" r="0" b="0"/>
              <a:pathLst>
                <a:path w="66273" h="22467">
                  <a:moveTo>
                    <a:pt x="0" y="0"/>
                  </a:moveTo>
                  <a:lnTo>
                    <a:pt x="66273" y="22467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7" name="Output_receptor__5906">
              <a:extLst>
                <a:ext uri="{FF2B5EF4-FFF2-40B4-BE49-F238E27FC236}">
                  <a16:creationId xmlns:a16="http://schemas.microsoft.com/office/drawing/2014/main" id="{CE3FFBDB-F7DB-46B4-E5AA-C63EAF5ACE53}"/>
                </a:ext>
              </a:extLst>
            </p:cNvPr>
            <p:cNvSpPr>
              <a:spLocks noGrp="1"/>
            </p:cNvSpPr>
            <p:nvPr/>
          </p:nvSpPr>
          <p:spPr>
            <a:xfrm>
              <a:off x="15338436" y="2832106"/>
              <a:ext cx="41269" cy="50625"/>
            </a:xfrm>
            <a:custGeom>
              <a:avLst/>
              <a:gdLst/>
              <a:ahLst/>
              <a:cxnLst/>
              <a:rect l="0" t="0" r="0" b="0"/>
              <a:pathLst>
                <a:path w="41269" h="50625">
                  <a:moveTo>
                    <a:pt x="41269" y="0"/>
                  </a:moveTo>
                  <a:lnTo>
                    <a:pt x="0" y="50625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8" name="Output_receptor__5907">
              <a:extLst>
                <a:ext uri="{FF2B5EF4-FFF2-40B4-BE49-F238E27FC236}">
                  <a16:creationId xmlns:a16="http://schemas.microsoft.com/office/drawing/2014/main" id="{385CA5F3-5F60-3B6D-566B-79545A76CBD0}"/>
                </a:ext>
              </a:extLst>
            </p:cNvPr>
            <p:cNvSpPr>
              <a:spLocks noGrp="1"/>
            </p:cNvSpPr>
            <p:nvPr/>
          </p:nvSpPr>
          <p:spPr>
            <a:xfrm>
              <a:off x="15817123" y="3316263"/>
              <a:ext cx="31189" cy="17380"/>
            </a:xfrm>
            <a:custGeom>
              <a:avLst/>
              <a:gdLst/>
              <a:ahLst/>
              <a:cxnLst/>
              <a:rect l="0" t="0" r="0" b="0"/>
              <a:pathLst>
                <a:path w="31189" h="17380">
                  <a:moveTo>
                    <a:pt x="31189" y="0"/>
                  </a:moveTo>
                  <a:lnTo>
                    <a:pt x="0" y="173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9" name="Output_receptor__5908">
              <a:extLst>
                <a:ext uri="{FF2B5EF4-FFF2-40B4-BE49-F238E27FC236}">
                  <a16:creationId xmlns:a16="http://schemas.microsoft.com/office/drawing/2014/main" id="{6BEE9E1A-F2D7-7ACE-65A8-DCD85B4E6EAC}"/>
                </a:ext>
              </a:extLst>
            </p:cNvPr>
            <p:cNvSpPr>
              <a:spLocks noGrp="1"/>
            </p:cNvSpPr>
            <p:nvPr/>
          </p:nvSpPr>
          <p:spPr>
            <a:xfrm>
              <a:off x="16214372" y="2470384"/>
              <a:ext cx="34962" cy="36493"/>
            </a:xfrm>
            <a:custGeom>
              <a:avLst/>
              <a:gdLst/>
              <a:ahLst/>
              <a:cxnLst/>
              <a:rect l="0" t="0" r="0" b="0"/>
              <a:pathLst>
                <a:path w="34962" h="36493">
                  <a:moveTo>
                    <a:pt x="0" y="36493"/>
                  </a:moveTo>
                  <a:lnTo>
                    <a:pt x="34962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10" name="Output_receptor__5909">
              <a:extLst>
                <a:ext uri="{FF2B5EF4-FFF2-40B4-BE49-F238E27FC236}">
                  <a16:creationId xmlns:a16="http://schemas.microsoft.com/office/drawing/2014/main" id="{E0566A58-923B-7714-C6F8-2B303D0B55D7}"/>
                </a:ext>
              </a:extLst>
            </p:cNvPr>
            <p:cNvSpPr>
              <a:spLocks noGrp="1"/>
            </p:cNvSpPr>
            <p:nvPr/>
          </p:nvSpPr>
          <p:spPr>
            <a:xfrm>
              <a:off x="15933638" y="2728486"/>
              <a:ext cx="39050" cy="54410"/>
            </a:xfrm>
            <a:custGeom>
              <a:avLst/>
              <a:gdLst/>
              <a:ahLst/>
              <a:cxnLst/>
              <a:rect l="0" t="0" r="0" b="0"/>
              <a:pathLst>
                <a:path w="39050" h="54410">
                  <a:moveTo>
                    <a:pt x="0" y="0"/>
                  </a:moveTo>
                  <a:lnTo>
                    <a:pt x="39050" y="5441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1" name="Output_receptor__5910">
              <a:extLst>
                <a:ext uri="{FF2B5EF4-FFF2-40B4-BE49-F238E27FC236}">
                  <a16:creationId xmlns:a16="http://schemas.microsoft.com/office/drawing/2014/main" id="{768C4FD6-D3B0-B66C-5AE4-321F4A761368}"/>
                </a:ext>
              </a:extLst>
            </p:cNvPr>
            <p:cNvSpPr>
              <a:spLocks noGrp="1"/>
            </p:cNvSpPr>
            <p:nvPr/>
          </p:nvSpPr>
          <p:spPr>
            <a:xfrm>
              <a:off x="15445167" y="2945939"/>
              <a:ext cx="41609" cy="29809"/>
            </a:xfrm>
            <a:custGeom>
              <a:avLst/>
              <a:gdLst/>
              <a:ahLst/>
              <a:cxnLst/>
              <a:rect l="0" t="0" r="0" b="0"/>
              <a:pathLst>
                <a:path w="41609" h="29809">
                  <a:moveTo>
                    <a:pt x="0" y="0"/>
                  </a:moveTo>
                  <a:lnTo>
                    <a:pt x="41609" y="29809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2" name="Output_receptor__5911">
              <a:extLst>
                <a:ext uri="{FF2B5EF4-FFF2-40B4-BE49-F238E27FC236}">
                  <a16:creationId xmlns:a16="http://schemas.microsoft.com/office/drawing/2014/main" id="{5C62C11B-8F7B-DDE7-38A5-C94D2C92FA6D}"/>
                </a:ext>
              </a:extLst>
            </p:cNvPr>
            <p:cNvSpPr>
              <a:spLocks noGrp="1"/>
            </p:cNvSpPr>
            <p:nvPr/>
          </p:nvSpPr>
          <p:spPr>
            <a:xfrm>
              <a:off x="15531984" y="3244317"/>
              <a:ext cx="32034" cy="21546"/>
            </a:xfrm>
            <a:custGeom>
              <a:avLst/>
              <a:gdLst/>
              <a:ahLst/>
              <a:cxnLst/>
              <a:rect l="0" t="0" r="0" b="0"/>
              <a:pathLst>
                <a:path w="32034" h="21546">
                  <a:moveTo>
                    <a:pt x="32034" y="21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3" name="Output_receptor__5912">
              <a:extLst>
                <a:ext uri="{FF2B5EF4-FFF2-40B4-BE49-F238E27FC236}">
                  <a16:creationId xmlns:a16="http://schemas.microsoft.com/office/drawing/2014/main" id="{6EB481D0-9BF5-89B6-7318-85D1FFE289A4}"/>
                </a:ext>
              </a:extLst>
            </p:cNvPr>
            <p:cNvSpPr>
              <a:spLocks noGrp="1"/>
            </p:cNvSpPr>
            <p:nvPr/>
          </p:nvSpPr>
          <p:spPr>
            <a:xfrm>
              <a:off x="15713328" y="3384396"/>
              <a:ext cx="11178" cy="48151"/>
            </a:xfrm>
            <a:custGeom>
              <a:avLst/>
              <a:gdLst/>
              <a:ahLst/>
              <a:cxnLst/>
              <a:rect l="0" t="0" r="0" b="0"/>
              <a:pathLst>
                <a:path w="11178" h="48151">
                  <a:moveTo>
                    <a:pt x="11178" y="0"/>
                  </a:moveTo>
                  <a:lnTo>
                    <a:pt x="0" y="48151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4" name="Output_receptor__5913">
              <a:extLst>
                <a:ext uri="{FF2B5EF4-FFF2-40B4-BE49-F238E27FC236}">
                  <a16:creationId xmlns:a16="http://schemas.microsoft.com/office/drawing/2014/main" id="{4A99DD19-2B00-7FE6-AA47-4E14057BE318}"/>
                </a:ext>
              </a:extLst>
            </p:cNvPr>
            <p:cNvSpPr>
              <a:spLocks noGrp="1"/>
            </p:cNvSpPr>
            <p:nvPr/>
          </p:nvSpPr>
          <p:spPr>
            <a:xfrm>
              <a:off x="15213662" y="2832149"/>
              <a:ext cx="2192" cy="52578"/>
            </a:xfrm>
            <a:custGeom>
              <a:avLst/>
              <a:gdLst/>
              <a:ahLst/>
              <a:cxnLst/>
              <a:rect l="0" t="0" r="0" b="0"/>
              <a:pathLst>
                <a:path w="2192" h="52578">
                  <a:moveTo>
                    <a:pt x="0" y="52578"/>
                  </a:moveTo>
                  <a:lnTo>
                    <a:pt x="2192" y="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5" name="Output_receptor__5914">
              <a:extLst>
                <a:ext uri="{FF2B5EF4-FFF2-40B4-BE49-F238E27FC236}">
                  <a16:creationId xmlns:a16="http://schemas.microsoft.com/office/drawing/2014/main" id="{4E07FD35-F0A3-26E7-230E-D4124E37042F}"/>
                </a:ext>
              </a:extLst>
            </p:cNvPr>
            <p:cNvSpPr>
              <a:spLocks noGrp="1"/>
            </p:cNvSpPr>
            <p:nvPr/>
          </p:nvSpPr>
          <p:spPr>
            <a:xfrm>
              <a:off x="15326058" y="3382659"/>
              <a:ext cx="32313" cy="57594"/>
            </a:xfrm>
            <a:custGeom>
              <a:avLst/>
              <a:gdLst/>
              <a:ahLst/>
              <a:cxnLst/>
              <a:rect l="0" t="0" r="0" b="0"/>
              <a:pathLst>
                <a:path w="32313" h="57594">
                  <a:moveTo>
                    <a:pt x="32313" y="0"/>
                  </a:moveTo>
                  <a:lnTo>
                    <a:pt x="0" y="57594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6" name="Output_receptor__5915">
              <a:extLst>
                <a:ext uri="{FF2B5EF4-FFF2-40B4-BE49-F238E27FC236}">
                  <a16:creationId xmlns:a16="http://schemas.microsoft.com/office/drawing/2014/main" id="{B29C1C84-7166-9BE2-BBF7-95F38E529493}"/>
                </a:ext>
              </a:extLst>
            </p:cNvPr>
            <p:cNvSpPr>
              <a:spLocks noGrp="1"/>
            </p:cNvSpPr>
            <p:nvPr/>
          </p:nvSpPr>
          <p:spPr>
            <a:xfrm>
              <a:off x="15800078" y="3115138"/>
              <a:ext cx="21610" cy="39629"/>
            </a:xfrm>
            <a:custGeom>
              <a:avLst/>
              <a:gdLst/>
              <a:ahLst/>
              <a:cxnLst/>
              <a:rect l="0" t="0" r="0" b="0"/>
              <a:pathLst>
                <a:path w="21610" h="39629">
                  <a:moveTo>
                    <a:pt x="21610" y="0"/>
                  </a:moveTo>
                  <a:lnTo>
                    <a:pt x="0" y="39629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7" name="Output_receptor__5916">
              <a:extLst>
                <a:ext uri="{FF2B5EF4-FFF2-40B4-BE49-F238E27FC236}">
                  <a16:creationId xmlns:a16="http://schemas.microsoft.com/office/drawing/2014/main" id="{77914215-8350-C497-D0F1-A09C41E065B1}"/>
                </a:ext>
              </a:extLst>
            </p:cNvPr>
            <p:cNvSpPr>
              <a:spLocks noGrp="1"/>
            </p:cNvSpPr>
            <p:nvPr/>
          </p:nvSpPr>
          <p:spPr>
            <a:xfrm>
              <a:off x="16176285" y="2629571"/>
              <a:ext cx="69809" cy="10078"/>
            </a:xfrm>
            <a:custGeom>
              <a:avLst/>
              <a:gdLst/>
              <a:ahLst/>
              <a:cxnLst/>
              <a:rect l="0" t="0" r="0" b="0"/>
              <a:pathLst>
                <a:path w="69809" h="10078">
                  <a:moveTo>
                    <a:pt x="69809" y="0"/>
                  </a:moveTo>
                  <a:lnTo>
                    <a:pt x="0" y="10078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8" name="Output_receptor__5917">
              <a:extLst>
                <a:ext uri="{FF2B5EF4-FFF2-40B4-BE49-F238E27FC236}">
                  <a16:creationId xmlns:a16="http://schemas.microsoft.com/office/drawing/2014/main" id="{E3C912C0-BFFB-B8D6-6C84-8A28C0F4A2C4}"/>
                </a:ext>
              </a:extLst>
            </p:cNvPr>
            <p:cNvSpPr>
              <a:spLocks noGrp="1"/>
            </p:cNvSpPr>
            <p:nvPr/>
          </p:nvSpPr>
          <p:spPr>
            <a:xfrm>
              <a:off x="15776122" y="3230003"/>
              <a:ext cx="54653" cy="29534"/>
            </a:xfrm>
            <a:custGeom>
              <a:avLst/>
              <a:gdLst/>
              <a:ahLst/>
              <a:cxnLst/>
              <a:rect l="0" t="0" r="0" b="0"/>
              <a:pathLst>
                <a:path w="54653" h="29534">
                  <a:moveTo>
                    <a:pt x="54653" y="0"/>
                  </a:moveTo>
                  <a:lnTo>
                    <a:pt x="0" y="29534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9" name="Output_receptor__5918">
              <a:extLst>
                <a:ext uri="{FF2B5EF4-FFF2-40B4-BE49-F238E27FC236}">
                  <a16:creationId xmlns:a16="http://schemas.microsoft.com/office/drawing/2014/main" id="{99EBD8F0-11B2-7268-74B8-EDA4AED7EB20}"/>
                </a:ext>
              </a:extLst>
            </p:cNvPr>
            <p:cNvSpPr>
              <a:spLocks noGrp="1"/>
            </p:cNvSpPr>
            <p:nvPr/>
          </p:nvSpPr>
          <p:spPr>
            <a:xfrm>
              <a:off x="15969175" y="2782896"/>
              <a:ext cx="3513" cy="33162"/>
            </a:xfrm>
            <a:custGeom>
              <a:avLst/>
              <a:gdLst/>
              <a:ahLst/>
              <a:cxnLst/>
              <a:rect l="0" t="0" r="0" b="0"/>
              <a:pathLst>
                <a:path w="3513" h="33162">
                  <a:moveTo>
                    <a:pt x="3513" y="0"/>
                  </a:moveTo>
                  <a:lnTo>
                    <a:pt x="0" y="33162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0" name="Output_receptor__5919">
              <a:extLst>
                <a:ext uri="{FF2B5EF4-FFF2-40B4-BE49-F238E27FC236}">
                  <a16:creationId xmlns:a16="http://schemas.microsoft.com/office/drawing/2014/main" id="{2D199068-141D-E62A-AE96-17C2C971033F}"/>
                </a:ext>
              </a:extLst>
            </p:cNvPr>
            <p:cNvSpPr>
              <a:spLocks noGrp="1"/>
            </p:cNvSpPr>
            <p:nvPr/>
          </p:nvSpPr>
          <p:spPr>
            <a:xfrm>
              <a:off x="15240912" y="2988373"/>
              <a:ext cx="7770" cy="29532"/>
            </a:xfrm>
            <a:custGeom>
              <a:avLst/>
              <a:gdLst/>
              <a:ahLst/>
              <a:cxnLst/>
              <a:rect l="0" t="0" r="0" b="0"/>
              <a:pathLst>
                <a:path w="7770" h="29532">
                  <a:moveTo>
                    <a:pt x="0" y="29532"/>
                  </a:moveTo>
                  <a:lnTo>
                    <a:pt x="7770" y="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1" name="Output_receptor__5920">
              <a:extLst>
                <a:ext uri="{FF2B5EF4-FFF2-40B4-BE49-F238E27FC236}">
                  <a16:creationId xmlns:a16="http://schemas.microsoft.com/office/drawing/2014/main" id="{D1723338-6D2E-A845-F69E-ED9FD05A6AF0}"/>
                </a:ext>
              </a:extLst>
            </p:cNvPr>
            <p:cNvSpPr>
              <a:spLocks noGrp="1"/>
            </p:cNvSpPr>
            <p:nvPr/>
          </p:nvSpPr>
          <p:spPr>
            <a:xfrm>
              <a:off x="15129255" y="3101606"/>
              <a:ext cx="65921" cy="27536"/>
            </a:xfrm>
            <a:custGeom>
              <a:avLst/>
              <a:gdLst/>
              <a:ahLst/>
              <a:cxnLst/>
              <a:rect l="0" t="0" r="0" b="0"/>
              <a:pathLst>
                <a:path w="65921" h="27536">
                  <a:moveTo>
                    <a:pt x="0" y="27536"/>
                  </a:moveTo>
                  <a:lnTo>
                    <a:pt x="65921" y="0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22" name="Output_receptor__5921">
              <a:extLst>
                <a:ext uri="{FF2B5EF4-FFF2-40B4-BE49-F238E27FC236}">
                  <a16:creationId xmlns:a16="http://schemas.microsoft.com/office/drawing/2014/main" id="{9CB1064E-0A04-AE28-A79F-CAF19760B6A1}"/>
                </a:ext>
              </a:extLst>
            </p:cNvPr>
            <p:cNvSpPr>
              <a:spLocks noGrp="1"/>
            </p:cNvSpPr>
            <p:nvPr/>
          </p:nvSpPr>
          <p:spPr>
            <a:xfrm>
              <a:off x="15814680" y="3029647"/>
              <a:ext cx="71599" cy="6739"/>
            </a:xfrm>
            <a:custGeom>
              <a:avLst/>
              <a:gdLst/>
              <a:ahLst/>
              <a:cxnLst/>
              <a:rect l="0" t="0" r="0" b="0"/>
              <a:pathLst>
                <a:path w="71599" h="6739">
                  <a:moveTo>
                    <a:pt x="71599" y="0"/>
                  </a:moveTo>
                  <a:lnTo>
                    <a:pt x="0" y="6739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23" name="Output_receptor__5922">
              <a:extLst>
                <a:ext uri="{FF2B5EF4-FFF2-40B4-BE49-F238E27FC236}">
                  <a16:creationId xmlns:a16="http://schemas.microsoft.com/office/drawing/2014/main" id="{C1430998-55DB-7C8F-FB2A-26DEA87868F5}"/>
                </a:ext>
              </a:extLst>
            </p:cNvPr>
            <p:cNvSpPr>
              <a:spLocks noGrp="1"/>
            </p:cNvSpPr>
            <p:nvPr/>
          </p:nvSpPr>
          <p:spPr>
            <a:xfrm>
              <a:off x="15013850" y="3373501"/>
              <a:ext cx="6976" cy="2555"/>
            </a:xfrm>
            <a:custGeom>
              <a:avLst/>
              <a:gdLst/>
              <a:ahLst/>
              <a:cxnLst/>
              <a:rect l="0" t="0" r="0" b="0"/>
              <a:pathLst>
                <a:path w="6976" h="2555">
                  <a:moveTo>
                    <a:pt x="0" y="0"/>
                  </a:moveTo>
                  <a:lnTo>
                    <a:pt x="6976" y="2555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4" name="Output_receptor__5923">
              <a:extLst>
                <a:ext uri="{FF2B5EF4-FFF2-40B4-BE49-F238E27FC236}">
                  <a16:creationId xmlns:a16="http://schemas.microsoft.com/office/drawing/2014/main" id="{D5285396-75FF-ECE8-88A0-4ADBB4C26B87}"/>
                </a:ext>
              </a:extLst>
            </p:cNvPr>
            <p:cNvSpPr>
              <a:spLocks noGrp="1"/>
            </p:cNvSpPr>
            <p:nvPr/>
          </p:nvSpPr>
          <p:spPr>
            <a:xfrm>
              <a:off x="16035485" y="2656884"/>
              <a:ext cx="12366" cy="70533"/>
            </a:xfrm>
            <a:custGeom>
              <a:avLst/>
              <a:gdLst/>
              <a:ahLst/>
              <a:cxnLst/>
              <a:rect l="0" t="0" r="0" b="0"/>
              <a:pathLst>
                <a:path w="12366" h="70533">
                  <a:moveTo>
                    <a:pt x="12366" y="0"/>
                  </a:moveTo>
                  <a:lnTo>
                    <a:pt x="0" y="70533"/>
                  </a:lnTo>
                </a:path>
              </a:pathLst>
            </a:custGeom>
            <a:noFill/>
            <a:ln w="8096">
              <a:solidFill>
                <a:srgbClr val="EEF0F3"/>
              </a:solidFill>
            </a:ln>
          </p:spPr>
        </p:sp>
        <p:sp>
          <p:nvSpPr>
            <p:cNvPr id="5925" name="Output_receptor__5924">
              <a:extLst>
                <a:ext uri="{FF2B5EF4-FFF2-40B4-BE49-F238E27FC236}">
                  <a16:creationId xmlns:a16="http://schemas.microsoft.com/office/drawing/2014/main" id="{5CC8C4B5-1869-6E71-6630-30B88F174798}"/>
                </a:ext>
              </a:extLst>
            </p:cNvPr>
            <p:cNvSpPr>
              <a:spLocks noGrp="1"/>
            </p:cNvSpPr>
            <p:nvPr/>
          </p:nvSpPr>
          <p:spPr>
            <a:xfrm>
              <a:off x="15652722" y="3377277"/>
              <a:ext cx="71783" cy="7119"/>
            </a:xfrm>
            <a:custGeom>
              <a:avLst/>
              <a:gdLst/>
              <a:ahLst/>
              <a:cxnLst/>
              <a:rect l="0" t="0" r="0" b="0"/>
              <a:pathLst>
                <a:path w="71783" h="7119">
                  <a:moveTo>
                    <a:pt x="0" y="0"/>
                  </a:moveTo>
                  <a:lnTo>
                    <a:pt x="71783" y="7119"/>
                  </a:lnTo>
                </a:path>
              </a:pathLst>
            </a:custGeom>
            <a:noFill/>
            <a:ln w="20003">
              <a:solidFill>
                <a:srgbClr val="EEF0F3"/>
              </a:solidFill>
            </a:ln>
          </p:spPr>
        </p:sp>
        <p:sp>
          <p:nvSpPr>
            <p:cNvPr id="5926" name="Output_receptor__5925">
              <a:extLst>
                <a:ext uri="{FF2B5EF4-FFF2-40B4-BE49-F238E27FC236}">
                  <a16:creationId xmlns:a16="http://schemas.microsoft.com/office/drawing/2014/main" id="{997DE8AD-9F93-BC25-859B-E15726D5086C}"/>
                </a:ext>
              </a:extLst>
            </p:cNvPr>
            <p:cNvSpPr>
              <a:spLocks noGrp="1"/>
            </p:cNvSpPr>
            <p:nvPr/>
          </p:nvSpPr>
          <p:spPr>
            <a:xfrm>
              <a:off x="15072409" y="3103293"/>
              <a:ext cx="56845" cy="25849"/>
            </a:xfrm>
            <a:custGeom>
              <a:avLst/>
              <a:gdLst/>
              <a:ahLst/>
              <a:cxnLst/>
              <a:rect l="0" t="0" r="0" b="0"/>
              <a:pathLst>
                <a:path w="56845" h="25849">
                  <a:moveTo>
                    <a:pt x="0" y="0"/>
                  </a:moveTo>
                  <a:lnTo>
                    <a:pt x="56845" y="25849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27" name="Output_receptor__5926">
              <a:extLst>
                <a:ext uri="{FF2B5EF4-FFF2-40B4-BE49-F238E27FC236}">
                  <a16:creationId xmlns:a16="http://schemas.microsoft.com/office/drawing/2014/main" id="{D822283F-D08C-2BAC-317E-13FF1717606E}"/>
                </a:ext>
              </a:extLst>
            </p:cNvPr>
            <p:cNvSpPr>
              <a:spLocks noGrp="1"/>
            </p:cNvSpPr>
            <p:nvPr/>
          </p:nvSpPr>
          <p:spPr>
            <a:xfrm>
              <a:off x="15331765" y="2810528"/>
              <a:ext cx="47940" cy="21578"/>
            </a:xfrm>
            <a:custGeom>
              <a:avLst/>
              <a:gdLst/>
              <a:ahLst/>
              <a:cxnLst/>
              <a:rect l="0" t="0" r="0" b="0"/>
              <a:pathLst>
                <a:path w="47940" h="21578">
                  <a:moveTo>
                    <a:pt x="0" y="0"/>
                  </a:moveTo>
                  <a:lnTo>
                    <a:pt x="47940" y="2157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28" name="Output_receptor__5927">
              <a:extLst>
                <a:ext uri="{FF2B5EF4-FFF2-40B4-BE49-F238E27FC236}">
                  <a16:creationId xmlns:a16="http://schemas.microsoft.com/office/drawing/2014/main" id="{859C2736-F08E-8911-DE82-8563F6CDF500}"/>
                </a:ext>
              </a:extLst>
            </p:cNvPr>
            <p:cNvSpPr>
              <a:spLocks noGrp="1"/>
            </p:cNvSpPr>
            <p:nvPr/>
          </p:nvSpPr>
          <p:spPr>
            <a:xfrm>
              <a:off x="15645348" y="3377277"/>
              <a:ext cx="7374" cy="71487"/>
            </a:xfrm>
            <a:custGeom>
              <a:avLst/>
              <a:gdLst/>
              <a:ahLst/>
              <a:cxnLst/>
              <a:rect l="0" t="0" r="0" b="0"/>
              <a:pathLst>
                <a:path w="7374" h="71487">
                  <a:moveTo>
                    <a:pt x="0" y="71487"/>
                  </a:moveTo>
                  <a:lnTo>
                    <a:pt x="7374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29" name="Output_receptor__5928">
              <a:extLst>
                <a:ext uri="{FF2B5EF4-FFF2-40B4-BE49-F238E27FC236}">
                  <a16:creationId xmlns:a16="http://schemas.microsoft.com/office/drawing/2014/main" id="{CFB3C5B1-0EC4-EEB3-FA04-D4B61F78E8D0}"/>
                </a:ext>
              </a:extLst>
            </p:cNvPr>
            <p:cNvSpPr>
              <a:spLocks noGrp="1"/>
            </p:cNvSpPr>
            <p:nvPr/>
          </p:nvSpPr>
          <p:spPr>
            <a:xfrm>
              <a:off x="16130456" y="2593552"/>
              <a:ext cx="45829" cy="46097"/>
            </a:xfrm>
            <a:custGeom>
              <a:avLst/>
              <a:gdLst/>
              <a:ahLst/>
              <a:cxnLst/>
              <a:rect l="0" t="0" r="0" b="0"/>
              <a:pathLst>
                <a:path w="45829" h="46097">
                  <a:moveTo>
                    <a:pt x="45829" y="4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0" name="Output_receptor__5929">
              <a:extLst>
                <a:ext uri="{FF2B5EF4-FFF2-40B4-BE49-F238E27FC236}">
                  <a16:creationId xmlns:a16="http://schemas.microsoft.com/office/drawing/2014/main" id="{801C12C6-7261-FFE6-A5B9-2ED3F2209670}"/>
                </a:ext>
              </a:extLst>
            </p:cNvPr>
            <p:cNvSpPr>
              <a:spLocks noGrp="1"/>
            </p:cNvSpPr>
            <p:nvPr/>
          </p:nvSpPr>
          <p:spPr>
            <a:xfrm>
              <a:off x="15564018" y="3265472"/>
              <a:ext cx="70696" cy="391"/>
            </a:xfrm>
            <a:custGeom>
              <a:avLst/>
              <a:gdLst/>
              <a:ahLst/>
              <a:cxnLst/>
              <a:rect l="0" t="0" r="0" b="0"/>
              <a:pathLst>
                <a:path w="70696" h="391">
                  <a:moveTo>
                    <a:pt x="70696" y="0"/>
                  </a:moveTo>
                  <a:lnTo>
                    <a:pt x="0" y="39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1" name="Output_receptor__5930">
              <a:extLst>
                <a:ext uri="{FF2B5EF4-FFF2-40B4-BE49-F238E27FC236}">
                  <a16:creationId xmlns:a16="http://schemas.microsoft.com/office/drawing/2014/main" id="{5AD88612-2849-2360-742A-48452EE1B699}"/>
                </a:ext>
              </a:extLst>
            </p:cNvPr>
            <p:cNvSpPr>
              <a:spLocks noGrp="1"/>
            </p:cNvSpPr>
            <p:nvPr/>
          </p:nvSpPr>
          <p:spPr>
            <a:xfrm>
              <a:off x="15730373" y="3154767"/>
              <a:ext cx="69705" cy="17731"/>
            </a:xfrm>
            <a:custGeom>
              <a:avLst/>
              <a:gdLst/>
              <a:ahLst/>
              <a:cxnLst/>
              <a:rect l="0" t="0" r="0" b="0"/>
              <a:pathLst>
                <a:path w="69705" h="17731">
                  <a:moveTo>
                    <a:pt x="69705" y="0"/>
                  </a:moveTo>
                  <a:lnTo>
                    <a:pt x="0" y="1773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2" name="Output_receptor__5931">
              <a:extLst>
                <a:ext uri="{FF2B5EF4-FFF2-40B4-BE49-F238E27FC236}">
                  <a16:creationId xmlns:a16="http://schemas.microsoft.com/office/drawing/2014/main" id="{5583614A-E0FF-6B87-FB80-6943B67E11ED}"/>
                </a:ext>
              </a:extLst>
            </p:cNvPr>
            <p:cNvSpPr>
              <a:spLocks noGrp="1"/>
            </p:cNvSpPr>
            <p:nvPr/>
          </p:nvSpPr>
          <p:spPr>
            <a:xfrm>
              <a:off x="15040476" y="3433596"/>
              <a:ext cx="62314" cy="12104"/>
            </a:xfrm>
            <a:custGeom>
              <a:avLst/>
              <a:gdLst/>
              <a:ahLst/>
              <a:cxnLst/>
              <a:rect l="0" t="0" r="0" b="0"/>
              <a:pathLst>
                <a:path w="62314" h="12104">
                  <a:moveTo>
                    <a:pt x="0" y="12104"/>
                  </a:moveTo>
                  <a:lnTo>
                    <a:pt x="62314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3" name="Output_receptor__5932">
              <a:extLst>
                <a:ext uri="{FF2B5EF4-FFF2-40B4-BE49-F238E27FC236}">
                  <a16:creationId xmlns:a16="http://schemas.microsoft.com/office/drawing/2014/main" id="{02016D47-9299-D600-6255-1D50E28183F3}"/>
                </a:ext>
              </a:extLst>
            </p:cNvPr>
            <p:cNvSpPr>
              <a:spLocks noGrp="1"/>
            </p:cNvSpPr>
            <p:nvPr/>
          </p:nvSpPr>
          <p:spPr>
            <a:xfrm>
              <a:off x="15102790" y="3433596"/>
              <a:ext cx="62544" cy="4878"/>
            </a:xfrm>
            <a:custGeom>
              <a:avLst/>
              <a:gdLst/>
              <a:ahLst/>
              <a:cxnLst/>
              <a:rect l="0" t="0" r="0" b="0"/>
              <a:pathLst>
                <a:path w="62544" h="4878">
                  <a:moveTo>
                    <a:pt x="0" y="0"/>
                  </a:moveTo>
                  <a:lnTo>
                    <a:pt x="62544" y="487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4" name="Output_receptor__5933">
              <a:extLst>
                <a:ext uri="{FF2B5EF4-FFF2-40B4-BE49-F238E27FC236}">
                  <a16:creationId xmlns:a16="http://schemas.microsoft.com/office/drawing/2014/main" id="{257BC1B2-C7F3-20FE-9AA2-BA0677CEDFCF}"/>
                </a:ext>
              </a:extLst>
            </p:cNvPr>
            <p:cNvSpPr>
              <a:spLocks noGrp="1"/>
            </p:cNvSpPr>
            <p:nvPr/>
          </p:nvSpPr>
          <p:spPr>
            <a:xfrm>
              <a:off x="15933638" y="2728486"/>
              <a:ext cx="44623" cy="3025"/>
            </a:xfrm>
            <a:custGeom>
              <a:avLst/>
              <a:gdLst/>
              <a:ahLst/>
              <a:cxnLst/>
              <a:rect l="0" t="0" r="0" b="0"/>
              <a:pathLst>
                <a:path w="44623" h="3025">
                  <a:moveTo>
                    <a:pt x="44623" y="30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5" name="Output_receptor__5934">
              <a:extLst>
                <a:ext uri="{FF2B5EF4-FFF2-40B4-BE49-F238E27FC236}">
                  <a16:creationId xmlns:a16="http://schemas.microsoft.com/office/drawing/2014/main" id="{098AD5EE-22E8-3D42-69AB-941860F6D4A0}"/>
                </a:ext>
              </a:extLst>
            </p:cNvPr>
            <p:cNvSpPr>
              <a:spLocks noGrp="1"/>
            </p:cNvSpPr>
            <p:nvPr/>
          </p:nvSpPr>
          <p:spPr>
            <a:xfrm>
              <a:off x="15302911" y="3361292"/>
              <a:ext cx="55460" cy="21367"/>
            </a:xfrm>
            <a:custGeom>
              <a:avLst/>
              <a:gdLst/>
              <a:ahLst/>
              <a:cxnLst/>
              <a:rect l="0" t="0" r="0" b="0"/>
              <a:pathLst>
                <a:path w="55460" h="21367">
                  <a:moveTo>
                    <a:pt x="0" y="0"/>
                  </a:moveTo>
                  <a:lnTo>
                    <a:pt x="55460" y="2136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6" name="Output_receptor__5935">
              <a:extLst>
                <a:ext uri="{FF2B5EF4-FFF2-40B4-BE49-F238E27FC236}">
                  <a16:creationId xmlns:a16="http://schemas.microsoft.com/office/drawing/2014/main" id="{7D537099-D111-A2EB-E804-4AD391AF57B7}"/>
                </a:ext>
              </a:extLst>
            </p:cNvPr>
            <p:cNvSpPr>
              <a:spLocks noGrp="1"/>
            </p:cNvSpPr>
            <p:nvPr/>
          </p:nvSpPr>
          <p:spPr>
            <a:xfrm>
              <a:off x="15886278" y="3029647"/>
              <a:ext cx="18608" cy="60598"/>
            </a:xfrm>
            <a:custGeom>
              <a:avLst/>
              <a:gdLst/>
              <a:ahLst/>
              <a:cxnLst/>
              <a:rect l="0" t="0" r="0" b="0"/>
              <a:pathLst>
                <a:path w="18608" h="60598">
                  <a:moveTo>
                    <a:pt x="18608" y="6059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7" name="Output_receptor__5936">
              <a:extLst>
                <a:ext uri="{FF2B5EF4-FFF2-40B4-BE49-F238E27FC236}">
                  <a16:creationId xmlns:a16="http://schemas.microsoft.com/office/drawing/2014/main" id="{93CE6845-E914-679E-1637-FACF497DDD6A}"/>
                </a:ext>
              </a:extLst>
            </p:cNvPr>
            <p:cNvSpPr>
              <a:spLocks noGrp="1"/>
            </p:cNvSpPr>
            <p:nvPr/>
          </p:nvSpPr>
          <p:spPr>
            <a:xfrm>
              <a:off x="15128994" y="3341516"/>
              <a:ext cx="60879" cy="33434"/>
            </a:xfrm>
            <a:custGeom>
              <a:avLst/>
              <a:gdLst/>
              <a:ahLst/>
              <a:cxnLst/>
              <a:rect l="0" t="0" r="0" b="0"/>
              <a:pathLst>
                <a:path w="60879" h="33434">
                  <a:moveTo>
                    <a:pt x="60879" y="334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8" name="Output_receptor__5937">
              <a:extLst>
                <a:ext uri="{FF2B5EF4-FFF2-40B4-BE49-F238E27FC236}">
                  <a16:creationId xmlns:a16="http://schemas.microsoft.com/office/drawing/2014/main" id="{99BF4EB1-77A1-A2D5-E84D-F0B74AA02476}"/>
                </a:ext>
              </a:extLst>
            </p:cNvPr>
            <p:cNvSpPr>
              <a:spLocks noGrp="1"/>
            </p:cNvSpPr>
            <p:nvPr/>
          </p:nvSpPr>
          <p:spPr>
            <a:xfrm>
              <a:off x="15775804" y="3036386"/>
              <a:ext cx="38876" cy="32700"/>
            </a:xfrm>
            <a:custGeom>
              <a:avLst/>
              <a:gdLst/>
              <a:ahLst/>
              <a:cxnLst/>
              <a:rect l="0" t="0" r="0" b="0"/>
              <a:pathLst>
                <a:path w="38876" h="32700">
                  <a:moveTo>
                    <a:pt x="38876" y="0"/>
                  </a:moveTo>
                  <a:lnTo>
                    <a:pt x="0" y="3270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9" name="Output_receptor__5938">
              <a:extLst>
                <a:ext uri="{FF2B5EF4-FFF2-40B4-BE49-F238E27FC236}">
                  <a16:creationId xmlns:a16="http://schemas.microsoft.com/office/drawing/2014/main" id="{2BCBF695-DF7B-7FD3-875F-5622F9C5EB8D}"/>
                </a:ext>
              </a:extLst>
            </p:cNvPr>
            <p:cNvSpPr>
              <a:spLocks noGrp="1"/>
            </p:cNvSpPr>
            <p:nvPr/>
          </p:nvSpPr>
          <p:spPr>
            <a:xfrm>
              <a:off x="15165334" y="3374951"/>
              <a:ext cx="24539" cy="63523"/>
            </a:xfrm>
            <a:custGeom>
              <a:avLst/>
              <a:gdLst/>
              <a:ahLst/>
              <a:cxnLst/>
              <a:rect l="0" t="0" r="0" b="0"/>
              <a:pathLst>
                <a:path w="24539" h="63523">
                  <a:moveTo>
                    <a:pt x="0" y="63523"/>
                  </a:moveTo>
                  <a:lnTo>
                    <a:pt x="24539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0" name="Output_receptor__5939">
              <a:extLst>
                <a:ext uri="{FF2B5EF4-FFF2-40B4-BE49-F238E27FC236}">
                  <a16:creationId xmlns:a16="http://schemas.microsoft.com/office/drawing/2014/main" id="{277DF345-0311-D2C6-28B6-F9F21F543818}"/>
                </a:ext>
              </a:extLst>
            </p:cNvPr>
            <p:cNvSpPr>
              <a:spLocks noGrp="1"/>
            </p:cNvSpPr>
            <p:nvPr/>
          </p:nvSpPr>
          <p:spPr>
            <a:xfrm>
              <a:off x="15978261" y="2727417"/>
              <a:ext cx="57225" cy="4093"/>
            </a:xfrm>
            <a:custGeom>
              <a:avLst/>
              <a:gdLst/>
              <a:ahLst/>
              <a:cxnLst/>
              <a:rect l="0" t="0" r="0" b="0"/>
              <a:pathLst>
                <a:path w="57225" h="4093">
                  <a:moveTo>
                    <a:pt x="57225" y="0"/>
                  </a:moveTo>
                  <a:lnTo>
                    <a:pt x="0" y="409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1" name="Output_receptor__5940">
              <a:extLst>
                <a:ext uri="{FF2B5EF4-FFF2-40B4-BE49-F238E27FC236}">
                  <a16:creationId xmlns:a16="http://schemas.microsoft.com/office/drawing/2014/main" id="{C0203051-FC53-6CD0-4347-E5799C897215}"/>
                </a:ext>
              </a:extLst>
            </p:cNvPr>
            <p:cNvSpPr>
              <a:spLocks noGrp="1"/>
            </p:cNvSpPr>
            <p:nvPr/>
          </p:nvSpPr>
          <p:spPr>
            <a:xfrm>
              <a:off x="15215854" y="2832149"/>
              <a:ext cx="59520" cy="23949"/>
            </a:xfrm>
            <a:custGeom>
              <a:avLst/>
              <a:gdLst/>
              <a:ahLst/>
              <a:cxnLst/>
              <a:rect l="0" t="0" r="0" b="0"/>
              <a:pathLst>
                <a:path w="59520" h="23949">
                  <a:moveTo>
                    <a:pt x="0" y="0"/>
                  </a:moveTo>
                  <a:lnTo>
                    <a:pt x="59520" y="23949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2" name="Output_receptor__5941">
              <a:extLst>
                <a:ext uri="{FF2B5EF4-FFF2-40B4-BE49-F238E27FC236}">
                  <a16:creationId xmlns:a16="http://schemas.microsoft.com/office/drawing/2014/main" id="{258626D0-E03B-F182-4586-09CC3348169A}"/>
                </a:ext>
              </a:extLst>
            </p:cNvPr>
            <p:cNvSpPr>
              <a:spLocks noGrp="1"/>
            </p:cNvSpPr>
            <p:nvPr/>
          </p:nvSpPr>
          <p:spPr>
            <a:xfrm>
              <a:off x="15195175" y="3093513"/>
              <a:ext cx="54985" cy="8093"/>
            </a:xfrm>
            <a:custGeom>
              <a:avLst/>
              <a:gdLst/>
              <a:ahLst/>
              <a:cxnLst/>
              <a:rect l="0" t="0" r="0" b="0"/>
              <a:pathLst>
                <a:path w="54985" h="8093">
                  <a:moveTo>
                    <a:pt x="0" y="8093"/>
                  </a:moveTo>
                  <a:lnTo>
                    <a:pt x="54985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3" name="Output_receptor__5942">
              <a:extLst>
                <a:ext uri="{FF2B5EF4-FFF2-40B4-BE49-F238E27FC236}">
                  <a16:creationId xmlns:a16="http://schemas.microsoft.com/office/drawing/2014/main" id="{42B448D3-DED8-3761-2D8F-EB86A455D006}"/>
                </a:ext>
              </a:extLst>
            </p:cNvPr>
            <p:cNvSpPr>
              <a:spLocks noGrp="1"/>
            </p:cNvSpPr>
            <p:nvPr/>
          </p:nvSpPr>
          <p:spPr>
            <a:xfrm>
              <a:off x="16253792" y="2732012"/>
              <a:ext cx="37959" cy="60645"/>
            </a:xfrm>
            <a:custGeom>
              <a:avLst/>
              <a:gdLst/>
              <a:ahLst/>
              <a:cxnLst/>
              <a:rect l="0" t="0" r="0" b="0"/>
              <a:pathLst>
                <a:path w="37959" h="60645">
                  <a:moveTo>
                    <a:pt x="37959" y="60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4" name="Output_receptor__5943">
              <a:extLst>
                <a:ext uri="{FF2B5EF4-FFF2-40B4-BE49-F238E27FC236}">
                  <a16:creationId xmlns:a16="http://schemas.microsoft.com/office/drawing/2014/main" id="{6B712496-BDF5-B01A-7DA9-49D74C70E788}"/>
                </a:ext>
              </a:extLst>
            </p:cNvPr>
            <p:cNvSpPr>
              <a:spLocks noGrp="1"/>
            </p:cNvSpPr>
            <p:nvPr/>
          </p:nvSpPr>
          <p:spPr>
            <a:xfrm>
              <a:off x="16241279" y="2792657"/>
              <a:ext cx="50471" cy="51298"/>
            </a:xfrm>
            <a:custGeom>
              <a:avLst/>
              <a:gdLst/>
              <a:ahLst/>
              <a:cxnLst/>
              <a:rect l="0" t="0" r="0" b="0"/>
              <a:pathLst>
                <a:path w="50471" h="51298">
                  <a:moveTo>
                    <a:pt x="0" y="51298"/>
                  </a:moveTo>
                  <a:lnTo>
                    <a:pt x="50471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5" name="Output_receptor__5944">
              <a:extLst>
                <a:ext uri="{FF2B5EF4-FFF2-40B4-BE49-F238E27FC236}">
                  <a16:creationId xmlns:a16="http://schemas.microsoft.com/office/drawing/2014/main" id="{3A61E4E7-3C97-D61C-E53F-E0340FBA24EE}"/>
                </a:ext>
              </a:extLst>
            </p:cNvPr>
            <p:cNvSpPr>
              <a:spLocks noGrp="1"/>
            </p:cNvSpPr>
            <p:nvPr/>
          </p:nvSpPr>
          <p:spPr>
            <a:xfrm>
              <a:off x="16214372" y="2468013"/>
              <a:ext cx="18771" cy="38864"/>
            </a:xfrm>
            <a:custGeom>
              <a:avLst/>
              <a:gdLst/>
              <a:ahLst/>
              <a:cxnLst/>
              <a:rect l="0" t="0" r="0" b="0"/>
              <a:pathLst>
                <a:path w="18771" h="38864">
                  <a:moveTo>
                    <a:pt x="18771" y="0"/>
                  </a:moveTo>
                  <a:lnTo>
                    <a:pt x="0" y="3886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6" name="Output_receptor__5945">
              <a:extLst>
                <a:ext uri="{FF2B5EF4-FFF2-40B4-BE49-F238E27FC236}">
                  <a16:creationId xmlns:a16="http://schemas.microsoft.com/office/drawing/2014/main" id="{88C3A96E-7056-1402-EA8C-5A85136E7A61}"/>
                </a:ext>
              </a:extLst>
            </p:cNvPr>
            <p:cNvSpPr>
              <a:spLocks noGrp="1"/>
            </p:cNvSpPr>
            <p:nvPr/>
          </p:nvSpPr>
          <p:spPr>
            <a:xfrm>
              <a:off x="15013348" y="3103293"/>
              <a:ext cx="59061" cy="41401"/>
            </a:xfrm>
            <a:custGeom>
              <a:avLst/>
              <a:gdLst/>
              <a:ahLst/>
              <a:cxnLst/>
              <a:rect l="0" t="0" r="0" b="0"/>
              <a:pathLst>
                <a:path w="59061" h="41401">
                  <a:moveTo>
                    <a:pt x="0" y="41401"/>
                  </a:moveTo>
                  <a:lnTo>
                    <a:pt x="59061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7" name="Output_receptor__5946">
              <a:extLst>
                <a:ext uri="{FF2B5EF4-FFF2-40B4-BE49-F238E27FC236}">
                  <a16:creationId xmlns:a16="http://schemas.microsoft.com/office/drawing/2014/main" id="{0C21C5F2-971A-6ACE-FD69-5DE06C679CD1}"/>
                </a:ext>
              </a:extLst>
            </p:cNvPr>
            <p:cNvSpPr>
              <a:spLocks noGrp="1"/>
            </p:cNvSpPr>
            <p:nvPr/>
          </p:nvSpPr>
          <p:spPr>
            <a:xfrm>
              <a:off x="14946141" y="3118831"/>
              <a:ext cx="67207" cy="25862"/>
            </a:xfrm>
            <a:custGeom>
              <a:avLst/>
              <a:gdLst/>
              <a:ahLst/>
              <a:cxnLst/>
              <a:rect l="0" t="0" r="0" b="0"/>
              <a:pathLst>
                <a:path w="67207" h="25862">
                  <a:moveTo>
                    <a:pt x="0" y="0"/>
                  </a:moveTo>
                  <a:lnTo>
                    <a:pt x="67207" y="2586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8" name="Output_receptor__5947">
              <a:extLst>
                <a:ext uri="{FF2B5EF4-FFF2-40B4-BE49-F238E27FC236}">
                  <a16:creationId xmlns:a16="http://schemas.microsoft.com/office/drawing/2014/main" id="{3AE579ED-F251-E6FD-BEAB-F897C506327B}"/>
                </a:ext>
              </a:extLst>
            </p:cNvPr>
            <p:cNvSpPr>
              <a:spLocks noGrp="1"/>
            </p:cNvSpPr>
            <p:nvPr/>
          </p:nvSpPr>
          <p:spPr>
            <a:xfrm>
              <a:off x="15969175" y="2815524"/>
              <a:ext cx="71175" cy="534"/>
            </a:xfrm>
            <a:custGeom>
              <a:avLst/>
              <a:gdLst/>
              <a:ahLst/>
              <a:cxnLst/>
              <a:rect l="0" t="0" r="0" b="0"/>
              <a:pathLst>
                <a:path w="71175" h="534">
                  <a:moveTo>
                    <a:pt x="0" y="534"/>
                  </a:moveTo>
                  <a:lnTo>
                    <a:pt x="71175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9" name="Output_receptor__5948">
              <a:extLst>
                <a:ext uri="{FF2B5EF4-FFF2-40B4-BE49-F238E27FC236}">
                  <a16:creationId xmlns:a16="http://schemas.microsoft.com/office/drawing/2014/main" id="{A4E0E89C-4B70-384F-192D-F8E053087C3E}"/>
                </a:ext>
              </a:extLst>
            </p:cNvPr>
            <p:cNvSpPr>
              <a:spLocks noGrp="1"/>
            </p:cNvSpPr>
            <p:nvPr/>
          </p:nvSpPr>
          <p:spPr>
            <a:xfrm>
              <a:off x="15270911" y="3296896"/>
              <a:ext cx="32000" cy="64396"/>
            </a:xfrm>
            <a:custGeom>
              <a:avLst/>
              <a:gdLst/>
              <a:ahLst/>
              <a:cxnLst/>
              <a:rect l="0" t="0" r="0" b="0"/>
              <a:pathLst>
                <a:path w="32000" h="64396">
                  <a:moveTo>
                    <a:pt x="0" y="0"/>
                  </a:moveTo>
                  <a:lnTo>
                    <a:pt x="32000" y="6439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0" name="Output_receptor__5949">
              <a:extLst>
                <a:ext uri="{FF2B5EF4-FFF2-40B4-BE49-F238E27FC236}">
                  <a16:creationId xmlns:a16="http://schemas.microsoft.com/office/drawing/2014/main" id="{064E4533-D7A3-3CA1-7530-4631E1714427}"/>
                </a:ext>
              </a:extLst>
            </p:cNvPr>
            <p:cNvSpPr>
              <a:spLocks noGrp="1"/>
            </p:cNvSpPr>
            <p:nvPr/>
          </p:nvSpPr>
          <p:spPr>
            <a:xfrm>
              <a:off x="15020827" y="3376056"/>
              <a:ext cx="19650" cy="69643"/>
            </a:xfrm>
            <a:custGeom>
              <a:avLst/>
              <a:gdLst/>
              <a:ahLst/>
              <a:cxnLst/>
              <a:rect l="0" t="0" r="0" b="0"/>
              <a:pathLst>
                <a:path w="19650" h="69643">
                  <a:moveTo>
                    <a:pt x="0" y="0"/>
                  </a:moveTo>
                  <a:lnTo>
                    <a:pt x="19650" y="6964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1" name="Output_receptor__5950">
              <a:extLst>
                <a:ext uri="{FF2B5EF4-FFF2-40B4-BE49-F238E27FC236}">
                  <a16:creationId xmlns:a16="http://schemas.microsoft.com/office/drawing/2014/main" id="{44281ED4-0505-1B81-8217-350882D66D3A}"/>
                </a:ext>
              </a:extLst>
            </p:cNvPr>
            <p:cNvSpPr>
              <a:spLocks noGrp="1"/>
            </p:cNvSpPr>
            <p:nvPr/>
          </p:nvSpPr>
          <p:spPr>
            <a:xfrm>
              <a:off x="15445167" y="2924075"/>
              <a:ext cx="23137" cy="21864"/>
            </a:xfrm>
            <a:custGeom>
              <a:avLst/>
              <a:gdLst/>
              <a:ahLst/>
              <a:cxnLst/>
              <a:rect l="0" t="0" r="0" b="0"/>
              <a:pathLst>
                <a:path w="23137" h="21864">
                  <a:moveTo>
                    <a:pt x="23137" y="0"/>
                  </a:moveTo>
                  <a:lnTo>
                    <a:pt x="0" y="2186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2" name="Output_receptor__5951">
              <a:extLst>
                <a:ext uri="{FF2B5EF4-FFF2-40B4-BE49-F238E27FC236}">
                  <a16:creationId xmlns:a16="http://schemas.microsoft.com/office/drawing/2014/main" id="{F1B93A77-1876-1888-51F5-9616269A17F5}"/>
                </a:ext>
              </a:extLst>
            </p:cNvPr>
            <p:cNvSpPr>
              <a:spLocks noGrp="1"/>
            </p:cNvSpPr>
            <p:nvPr/>
          </p:nvSpPr>
          <p:spPr>
            <a:xfrm>
              <a:off x="15817123" y="3318679"/>
              <a:ext cx="32827" cy="14964"/>
            </a:xfrm>
            <a:custGeom>
              <a:avLst/>
              <a:gdLst/>
              <a:ahLst/>
              <a:cxnLst/>
              <a:rect l="0" t="0" r="0" b="0"/>
              <a:pathLst>
                <a:path w="32827" h="14964">
                  <a:moveTo>
                    <a:pt x="0" y="14964"/>
                  </a:moveTo>
                  <a:lnTo>
                    <a:pt x="32827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3" name="Output_receptor__5952">
              <a:extLst>
                <a:ext uri="{FF2B5EF4-FFF2-40B4-BE49-F238E27FC236}">
                  <a16:creationId xmlns:a16="http://schemas.microsoft.com/office/drawing/2014/main" id="{87B09136-86F6-3E7F-99FF-F404E0EC686E}"/>
                </a:ext>
              </a:extLst>
            </p:cNvPr>
            <p:cNvSpPr>
              <a:spLocks noGrp="1"/>
            </p:cNvSpPr>
            <p:nvPr/>
          </p:nvSpPr>
          <p:spPr>
            <a:xfrm>
              <a:off x="15275374" y="2810528"/>
              <a:ext cx="56391" cy="45571"/>
            </a:xfrm>
            <a:custGeom>
              <a:avLst/>
              <a:gdLst/>
              <a:ahLst/>
              <a:cxnLst/>
              <a:rect l="0" t="0" r="0" b="0"/>
              <a:pathLst>
                <a:path w="56391" h="45571">
                  <a:moveTo>
                    <a:pt x="0" y="45571"/>
                  </a:moveTo>
                  <a:lnTo>
                    <a:pt x="56391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4" name="Output_receptor__5953">
              <a:extLst>
                <a:ext uri="{FF2B5EF4-FFF2-40B4-BE49-F238E27FC236}">
                  <a16:creationId xmlns:a16="http://schemas.microsoft.com/office/drawing/2014/main" id="{56987008-9A3D-1ABB-E7F7-ACAB63412B2B}"/>
                </a:ext>
              </a:extLst>
            </p:cNvPr>
            <p:cNvSpPr>
              <a:spLocks noGrp="1"/>
            </p:cNvSpPr>
            <p:nvPr/>
          </p:nvSpPr>
          <p:spPr>
            <a:xfrm>
              <a:off x="15787981" y="2952352"/>
              <a:ext cx="69671" cy="1407"/>
            </a:xfrm>
            <a:custGeom>
              <a:avLst/>
              <a:gdLst/>
              <a:ahLst/>
              <a:cxnLst/>
              <a:rect l="0" t="0" r="0" b="0"/>
              <a:pathLst>
                <a:path w="69671" h="1407">
                  <a:moveTo>
                    <a:pt x="69671" y="14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5" name="Output_receptor__5954">
              <a:extLst>
                <a:ext uri="{FF2B5EF4-FFF2-40B4-BE49-F238E27FC236}">
                  <a16:creationId xmlns:a16="http://schemas.microsoft.com/office/drawing/2014/main" id="{5C391FB1-8D72-4EFA-7EB8-1EF6618477F2}"/>
                </a:ext>
              </a:extLst>
            </p:cNvPr>
            <p:cNvSpPr>
              <a:spLocks noGrp="1"/>
            </p:cNvSpPr>
            <p:nvPr/>
          </p:nvSpPr>
          <p:spPr>
            <a:xfrm>
              <a:off x="15706681" y="3069085"/>
              <a:ext cx="69122" cy="15562"/>
            </a:xfrm>
            <a:custGeom>
              <a:avLst/>
              <a:gdLst/>
              <a:ahLst/>
              <a:cxnLst/>
              <a:rect l="0" t="0" r="0" b="0"/>
              <a:pathLst>
                <a:path w="69122" h="15562">
                  <a:moveTo>
                    <a:pt x="69122" y="0"/>
                  </a:moveTo>
                  <a:lnTo>
                    <a:pt x="0" y="1556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6" name="Output_receptor__5955">
              <a:extLst>
                <a:ext uri="{FF2B5EF4-FFF2-40B4-BE49-F238E27FC236}">
                  <a16:creationId xmlns:a16="http://schemas.microsoft.com/office/drawing/2014/main" id="{9EDB2F43-9149-B991-611F-DE0CEFC1F153}"/>
                </a:ext>
              </a:extLst>
            </p:cNvPr>
            <p:cNvSpPr>
              <a:spLocks noGrp="1"/>
            </p:cNvSpPr>
            <p:nvPr/>
          </p:nvSpPr>
          <p:spPr>
            <a:xfrm>
              <a:off x="15857652" y="2889685"/>
              <a:ext cx="30348" cy="64074"/>
            </a:xfrm>
            <a:custGeom>
              <a:avLst/>
              <a:gdLst/>
              <a:ahLst/>
              <a:cxnLst/>
              <a:rect l="0" t="0" r="0" b="0"/>
              <a:pathLst>
                <a:path w="30348" h="64074">
                  <a:moveTo>
                    <a:pt x="30348" y="0"/>
                  </a:moveTo>
                  <a:lnTo>
                    <a:pt x="0" y="6407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7" name="Output_receptor__5956">
              <a:extLst>
                <a:ext uri="{FF2B5EF4-FFF2-40B4-BE49-F238E27FC236}">
                  <a16:creationId xmlns:a16="http://schemas.microsoft.com/office/drawing/2014/main" id="{95126951-FE8C-85D1-0F31-2A3009753B89}"/>
                </a:ext>
              </a:extLst>
            </p:cNvPr>
            <p:cNvSpPr>
              <a:spLocks noGrp="1"/>
            </p:cNvSpPr>
            <p:nvPr/>
          </p:nvSpPr>
          <p:spPr>
            <a:xfrm>
              <a:off x="15645348" y="3448763"/>
              <a:ext cx="49941" cy="1425"/>
            </a:xfrm>
            <a:custGeom>
              <a:avLst/>
              <a:gdLst/>
              <a:ahLst/>
              <a:cxnLst/>
              <a:rect l="0" t="0" r="0" b="0"/>
              <a:pathLst>
                <a:path w="49941" h="1425">
                  <a:moveTo>
                    <a:pt x="49941" y="14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8" name="Output_receptor__5957">
              <a:extLst>
                <a:ext uri="{FF2B5EF4-FFF2-40B4-BE49-F238E27FC236}">
                  <a16:creationId xmlns:a16="http://schemas.microsoft.com/office/drawing/2014/main" id="{A2F6C245-5487-7F44-6E55-F42E8BFD777E}"/>
                </a:ext>
              </a:extLst>
            </p:cNvPr>
            <p:cNvSpPr>
              <a:spLocks noGrp="1"/>
            </p:cNvSpPr>
            <p:nvPr/>
          </p:nvSpPr>
          <p:spPr>
            <a:xfrm>
              <a:off x="16253792" y="2672781"/>
              <a:ext cx="8403" cy="59231"/>
            </a:xfrm>
            <a:custGeom>
              <a:avLst/>
              <a:gdLst/>
              <a:ahLst/>
              <a:cxnLst/>
              <a:rect l="0" t="0" r="0" b="0"/>
              <a:pathLst>
                <a:path w="8403" h="59231">
                  <a:moveTo>
                    <a:pt x="0" y="59231"/>
                  </a:moveTo>
                  <a:lnTo>
                    <a:pt x="8403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9" name="Output_receptor__5958">
              <a:extLst>
                <a:ext uri="{FF2B5EF4-FFF2-40B4-BE49-F238E27FC236}">
                  <a16:creationId xmlns:a16="http://schemas.microsoft.com/office/drawing/2014/main" id="{B0D41344-30D6-8EB0-6013-55FC90F0F74E}"/>
                </a:ext>
              </a:extLst>
            </p:cNvPr>
            <p:cNvSpPr>
              <a:spLocks noGrp="1"/>
            </p:cNvSpPr>
            <p:nvPr/>
          </p:nvSpPr>
          <p:spPr>
            <a:xfrm>
              <a:off x="16039117" y="2653080"/>
              <a:ext cx="8735" cy="3804"/>
            </a:xfrm>
            <a:custGeom>
              <a:avLst/>
              <a:gdLst/>
              <a:ahLst/>
              <a:cxnLst/>
              <a:rect l="0" t="0" r="0" b="0"/>
              <a:pathLst>
                <a:path w="8735" h="3804">
                  <a:moveTo>
                    <a:pt x="0" y="0"/>
                  </a:moveTo>
                  <a:lnTo>
                    <a:pt x="8735" y="380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0" name="Output_receptor__5959">
              <a:extLst>
                <a:ext uri="{FF2B5EF4-FFF2-40B4-BE49-F238E27FC236}">
                  <a16:creationId xmlns:a16="http://schemas.microsoft.com/office/drawing/2014/main" id="{07DA4650-ED2C-1227-2D38-710912C13EFC}"/>
                </a:ext>
              </a:extLst>
            </p:cNvPr>
            <p:cNvSpPr>
              <a:spLocks noGrp="1"/>
            </p:cNvSpPr>
            <p:nvPr/>
          </p:nvSpPr>
          <p:spPr>
            <a:xfrm>
              <a:off x="15764166" y="3259537"/>
              <a:ext cx="11956" cy="13703"/>
            </a:xfrm>
            <a:custGeom>
              <a:avLst/>
              <a:gdLst/>
              <a:ahLst/>
              <a:cxnLst/>
              <a:rect l="0" t="0" r="0" b="0"/>
              <a:pathLst>
                <a:path w="11956" h="13703">
                  <a:moveTo>
                    <a:pt x="11956" y="0"/>
                  </a:moveTo>
                  <a:lnTo>
                    <a:pt x="0" y="1370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1" name="Output_receptor__5960">
              <a:extLst>
                <a:ext uri="{FF2B5EF4-FFF2-40B4-BE49-F238E27FC236}">
                  <a16:creationId xmlns:a16="http://schemas.microsoft.com/office/drawing/2014/main" id="{D3FD06EF-171B-4218-7BF6-1C0BBA2C1FB5}"/>
                </a:ext>
              </a:extLst>
            </p:cNvPr>
            <p:cNvSpPr>
              <a:spLocks noGrp="1"/>
            </p:cNvSpPr>
            <p:nvPr/>
          </p:nvSpPr>
          <p:spPr>
            <a:xfrm>
              <a:off x="15247889" y="3190152"/>
              <a:ext cx="56457" cy="13051"/>
            </a:xfrm>
            <a:custGeom>
              <a:avLst/>
              <a:gdLst/>
              <a:ahLst/>
              <a:cxnLst/>
              <a:rect l="0" t="0" r="0" b="0"/>
              <a:pathLst>
                <a:path w="56457" h="13051">
                  <a:moveTo>
                    <a:pt x="0" y="0"/>
                  </a:moveTo>
                  <a:lnTo>
                    <a:pt x="56457" y="1305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2" name="Output_receptor__5961">
              <a:extLst>
                <a:ext uri="{FF2B5EF4-FFF2-40B4-BE49-F238E27FC236}">
                  <a16:creationId xmlns:a16="http://schemas.microsoft.com/office/drawing/2014/main" id="{3692C39D-0061-0360-5FA5-9F603C158DAA}"/>
                </a:ext>
              </a:extLst>
            </p:cNvPr>
            <p:cNvSpPr>
              <a:spLocks noGrp="1"/>
            </p:cNvSpPr>
            <p:nvPr/>
          </p:nvSpPr>
          <p:spPr>
            <a:xfrm>
              <a:off x="14891529" y="3118831"/>
              <a:ext cx="54612" cy="31989"/>
            </a:xfrm>
            <a:custGeom>
              <a:avLst/>
              <a:gdLst/>
              <a:ahLst/>
              <a:cxnLst/>
              <a:rect l="0" t="0" r="0" b="0"/>
              <a:pathLst>
                <a:path w="54612" h="31989">
                  <a:moveTo>
                    <a:pt x="0" y="31989"/>
                  </a:moveTo>
                  <a:lnTo>
                    <a:pt x="54612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3" name="Output_receptor__5962">
              <a:extLst>
                <a:ext uri="{FF2B5EF4-FFF2-40B4-BE49-F238E27FC236}">
                  <a16:creationId xmlns:a16="http://schemas.microsoft.com/office/drawing/2014/main" id="{6AC8DB13-76F7-C89F-9FCB-61F5ECAF2D0D}"/>
                </a:ext>
              </a:extLst>
            </p:cNvPr>
            <p:cNvSpPr>
              <a:spLocks noGrp="1"/>
            </p:cNvSpPr>
            <p:nvPr/>
          </p:nvSpPr>
          <p:spPr>
            <a:xfrm>
              <a:off x="15741739" y="2952352"/>
              <a:ext cx="46242" cy="38115"/>
            </a:xfrm>
            <a:custGeom>
              <a:avLst/>
              <a:gdLst/>
              <a:ahLst/>
              <a:cxnLst/>
              <a:rect l="0" t="0" r="0" b="0"/>
              <a:pathLst>
                <a:path w="46242" h="38115">
                  <a:moveTo>
                    <a:pt x="46242" y="0"/>
                  </a:moveTo>
                  <a:lnTo>
                    <a:pt x="0" y="38115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4" name="Output_receptor__5963">
              <a:extLst>
                <a:ext uri="{FF2B5EF4-FFF2-40B4-BE49-F238E27FC236}">
                  <a16:creationId xmlns:a16="http://schemas.microsoft.com/office/drawing/2014/main" id="{60F81F59-79F0-D82D-1361-DF46D060E0A4}"/>
                </a:ext>
              </a:extLst>
            </p:cNvPr>
            <p:cNvSpPr>
              <a:spLocks noGrp="1"/>
            </p:cNvSpPr>
            <p:nvPr/>
          </p:nvSpPr>
          <p:spPr>
            <a:xfrm>
              <a:off x="16132112" y="2427198"/>
              <a:ext cx="41402" cy="58417"/>
            </a:xfrm>
            <a:custGeom>
              <a:avLst/>
              <a:gdLst/>
              <a:ahLst/>
              <a:cxnLst/>
              <a:rect l="0" t="0" r="0" b="0"/>
              <a:pathLst>
                <a:path w="41402" h="58417">
                  <a:moveTo>
                    <a:pt x="0" y="58417"/>
                  </a:moveTo>
                  <a:lnTo>
                    <a:pt x="41402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5" name="Output_receptor__5964">
              <a:extLst>
                <a:ext uri="{FF2B5EF4-FFF2-40B4-BE49-F238E27FC236}">
                  <a16:creationId xmlns:a16="http://schemas.microsoft.com/office/drawing/2014/main" id="{B871173F-882D-6DD6-FF87-0EB5DA1BC4E8}"/>
                </a:ext>
              </a:extLst>
            </p:cNvPr>
            <p:cNvSpPr>
              <a:spLocks noGrp="1"/>
            </p:cNvSpPr>
            <p:nvPr/>
          </p:nvSpPr>
          <p:spPr>
            <a:xfrm>
              <a:off x="15709238" y="3172499"/>
              <a:ext cx="21135" cy="16298"/>
            </a:xfrm>
            <a:custGeom>
              <a:avLst/>
              <a:gdLst/>
              <a:ahLst/>
              <a:cxnLst/>
              <a:rect l="0" t="0" r="0" b="0"/>
              <a:pathLst>
                <a:path w="21135" h="16298">
                  <a:moveTo>
                    <a:pt x="21135" y="0"/>
                  </a:moveTo>
                  <a:lnTo>
                    <a:pt x="0" y="1629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6" name="Output_receptor__5965">
              <a:extLst>
                <a:ext uri="{FF2B5EF4-FFF2-40B4-BE49-F238E27FC236}">
                  <a16:creationId xmlns:a16="http://schemas.microsoft.com/office/drawing/2014/main" id="{AF3F5346-7E52-A40C-C04F-D8F5B2D207D4}"/>
                </a:ext>
              </a:extLst>
            </p:cNvPr>
            <p:cNvSpPr>
              <a:spLocks noGrp="1"/>
            </p:cNvSpPr>
            <p:nvPr/>
          </p:nvSpPr>
          <p:spPr>
            <a:xfrm>
              <a:off x="15202463" y="3178568"/>
              <a:ext cx="45425" cy="11584"/>
            </a:xfrm>
            <a:custGeom>
              <a:avLst/>
              <a:gdLst/>
              <a:ahLst/>
              <a:cxnLst/>
              <a:rect l="0" t="0" r="0" b="0"/>
              <a:pathLst>
                <a:path w="45425" h="11584">
                  <a:moveTo>
                    <a:pt x="0" y="0"/>
                  </a:moveTo>
                  <a:lnTo>
                    <a:pt x="45425" y="1158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7" name="Output_receptor__5966">
              <a:extLst>
                <a:ext uri="{FF2B5EF4-FFF2-40B4-BE49-F238E27FC236}">
                  <a16:creationId xmlns:a16="http://schemas.microsoft.com/office/drawing/2014/main" id="{27683432-E67A-6FBC-F523-CC4D5DA3E16B}"/>
                </a:ext>
              </a:extLst>
            </p:cNvPr>
            <p:cNvSpPr>
              <a:spLocks noGrp="1"/>
            </p:cNvSpPr>
            <p:nvPr/>
          </p:nvSpPr>
          <p:spPr>
            <a:xfrm>
              <a:off x="15634714" y="3230135"/>
              <a:ext cx="15798" cy="35337"/>
            </a:xfrm>
            <a:custGeom>
              <a:avLst/>
              <a:gdLst/>
              <a:ahLst/>
              <a:cxnLst/>
              <a:rect l="0" t="0" r="0" b="0"/>
              <a:pathLst>
                <a:path w="15798" h="35337">
                  <a:moveTo>
                    <a:pt x="15798" y="0"/>
                  </a:moveTo>
                  <a:lnTo>
                    <a:pt x="0" y="3533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8" name="Output_receptor__5967">
              <a:extLst>
                <a:ext uri="{FF2B5EF4-FFF2-40B4-BE49-F238E27FC236}">
                  <a16:creationId xmlns:a16="http://schemas.microsoft.com/office/drawing/2014/main" id="{9D1D4420-8890-16A2-53B3-20D1823D2954}"/>
                </a:ext>
              </a:extLst>
            </p:cNvPr>
            <p:cNvSpPr>
              <a:spLocks noGrp="1"/>
            </p:cNvSpPr>
            <p:nvPr/>
          </p:nvSpPr>
          <p:spPr>
            <a:xfrm>
              <a:off x="15904887" y="3090244"/>
              <a:ext cx="59568" cy="18305"/>
            </a:xfrm>
            <a:custGeom>
              <a:avLst/>
              <a:gdLst/>
              <a:ahLst/>
              <a:cxnLst/>
              <a:rect l="0" t="0" r="0" b="0"/>
              <a:pathLst>
                <a:path w="59568" h="18305">
                  <a:moveTo>
                    <a:pt x="59568" y="183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9" name="Output_receptor__5968">
              <a:extLst>
                <a:ext uri="{FF2B5EF4-FFF2-40B4-BE49-F238E27FC236}">
                  <a16:creationId xmlns:a16="http://schemas.microsoft.com/office/drawing/2014/main" id="{EB031ED7-0530-C636-BE77-2C070741F057}"/>
                </a:ext>
              </a:extLst>
            </p:cNvPr>
            <p:cNvSpPr>
              <a:spLocks noGrp="1"/>
            </p:cNvSpPr>
            <p:nvPr/>
          </p:nvSpPr>
          <p:spPr>
            <a:xfrm>
              <a:off x="16173514" y="2427198"/>
              <a:ext cx="59629" cy="40815"/>
            </a:xfrm>
            <a:custGeom>
              <a:avLst/>
              <a:gdLst/>
              <a:ahLst/>
              <a:cxnLst/>
              <a:rect l="0" t="0" r="0" b="0"/>
              <a:pathLst>
                <a:path w="59629" h="40815">
                  <a:moveTo>
                    <a:pt x="0" y="0"/>
                  </a:moveTo>
                  <a:lnTo>
                    <a:pt x="59629" y="40815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0" name="Output_receptor__5969">
              <a:extLst>
                <a:ext uri="{FF2B5EF4-FFF2-40B4-BE49-F238E27FC236}">
                  <a16:creationId xmlns:a16="http://schemas.microsoft.com/office/drawing/2014/main" id="{BA6AE35A-A93A-FD65-DA61-7A2C29EE082C}"/>
                </a:ext>
              </a:extLst>
            </p:cNvPr>
            <p:cNvSpPr>
              <a:spLocks noGrp="1"/>
            </p:cNvSpPr>
            <p:nvPr/>
          </p:nvSpPr>
          <p:spPr>
            <a:xfrm>
              <a:off x="15468304" y="2924075"/>
              <a:ext cx="68006" cy="3480"/>
            </a:xfrm>
            <a:custGeom>
              <a:avLst/>
              <a:gdLst/>
              <a:ahLst/>
              <a:cxnLst/>
              <a:rect l="0" t="0" r="0" b="0"/>
              <a:pathLst>
                <a:path w="68006" h="3480">
                  <a:moveTo>
                    <a:pt x="68006" y="348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1" name="Output_receptor__5970">
              <a:extLst>
                <a:ext uri="{FF2B5EF4-FFF2-40B4-BE49-F238E27FC236}">
                  <a16:creationId xmlns:a16="http://schemas.microsoft.com/office/drawing/2014/main" id="{D779D580-A35A-CC28-718D-B57BB8192B60}"/>
                </a:ext>
              </a:extLst>
            </p:cNvPr>
            <p:cNvSpPr>
              <a:spLocks noGrp="1"/>
            </p:cNvSpPr>
            <p:nvPr/>
          </p:nvSpPr>
          <p:spPr>
            <a:xfrm>
              <a:off x="15674807" y="2990467"/>
              <a:ext cx="66933" cy="10052"/>
            </a:xfrm>
            <a:custGeom>
              <a:avLst/>
              <a:gdLst/>
              <a:ahLst/>
              <a:cxnLst/>
              <a:rect l="0" t="0" r="0" b="0"/>
              <a:pathLst>
                <a:path w="66933" h="10052">
                  <a:moveTo>
                    <a:pt x="66933" y="0"/>
                  </a:moveTo>
                  <a:lnTo>
                    <a:pt x="0" y="1005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2" name="Output_receptor__5971">
              <a:extLst>
                <a:ext uri="{FF2B5EF4-FFF2-40B4-BE49-F238E27FC236}">
                  <a16:creationId xmlns:a16="http://schemas.microsoft.com/office/drawing/2014/main" id="{C3F86971-CFF6-4D3B-A720-66ACA4939F6B}"/>
                </a:ext>
              </a:extLst>
            </p:cNvPr>
            <p:cNvSpPr>
              <a:spLocks noGrp="1"/>
            </p:cNvSpPr>
            <p:nvPr/>
          </p:nvSpPr>
          <p:spPr>
            <a:xfrm>
              <a:off x="15205192" y="2988373"/>
              <a:ext cx="43491" cy="13239"/>
            </a:xfrm>
            <a:custGeom>
              <a:avLst/>
              <a:gdLst/>
              <a:ahLst/>
              <a:cxnLst/>
              <a:rect l="0" t="0" r="0" b="0"/>
              <a:pathLst>
                <a:path w="43491" h="13239">
                  <a:moveTo>
                    <a:pt x="43491" y="0"/>
                  </a:moveTo>
                  <a:lnTo>
                    <a:pt x="0" y="13239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3" name="Output_receptor__5972">
              <a:extLst>
                <a:ext uri="{FF2B5EF4-FFF2-40B4-BE49-F238E27FC236}">
                  <a16:creationId xmlns:a16="http://schemas.microsoft.com/office/drawing/2014/main" id="{3C66D712-DF1D-153D-749F-364E98D82BA5}"/>
                </a:ext>
              </a:extLst>
            </p:cNvPr>
            <p:cNvSpPr>
              <a:spLocks noGrp="1"/>
            </p:cNvSpPr>
            <p:nvPr/>
          </p:nvSpPr>
          <p:spPr>
            <a:xfrm>
              <a:off x="15666531" y="3084647"/>
              <a:ext cx="40150" cy="26120"/>
            </a:xfrm>
            <a:custGeom>
              <a:avLst/>
              <a:gdLst/>
              <a:ahLst/>
              <a:cxnLst/>
              <a:rect l="0" t="0" r="0" b="0"/>
              <a:pathLst>
                <a:path w="40150" h="26120">
                  <a:moveTo>
                    <a:pt x="40150" y="0"/>
                  </a:moveTo>
                  <a:lnTo>
                    <a:pt x="0" y="2612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4" name="Output_receptor__5973">
              <a:extLst>
                <a:ext uri="{FF2B5EF4-FFF2-40B4-BE49-F238E27FC236}">
                  <a16:creationId xmlns:a16="http://schemas.microsoft.com/office/drawing/2014/main" id="{7A5E83FE-0893-9093-ED68-A5EDDEF73D7A}"/>
                </a:ext>
              </a:extLst>
            </p:cNvPr>
            <p:cNvSpPr>
              <a:spLocks noGrp="1"/>
            </p:cNvSpPr>
            <p:nvPr/>
          </p:nvSpPr>
          <p:spPr>
            <a:xfrm>
              <a:off x="16241279" y="2843954"/>
              <a:ext cx="1642" cy="5309"/>
            </a:xfrm>
            <a:custGeom>
              <a:avLst/>
              <a:gdLst/>
              <a:ahLst/>
              <a:cxnLst/>
              <a:rect l="0" t="0" r="0" b="0"/>
              <a:pathLst>
                <a:path w="1642" h="5309">
                  <a:moveTo>
                    <a:pt x="1642" y="53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5" name="Output_receptor__5974">
              <a:extLst>
                <a:ext uri="{FF2B5EF4-FFF2-40B4-BE49-F238E27FC236}">
                  <a16:creationId xmlns:a16="http://schemas.microsoft.com/office/drawing/2014/main" id="{4780336D-87E4-9F25-8A60-BD1A210DECCB}"/>
                </a:ext>
              </a:extLst>
            </p:cNvPr>
            <p:cNvSpPr>
              <a:spLocks noGrp="1"/>
            </p:cNvSpPr>
            <p:nvPr/>
          </p:nvSpPr>
          <p:spPr>
            <a:xfrm>
              <a:off x="15270911" y="3263806"/>
              <a:ext cx="2088" cy="33090"/>
            </a:xfrm>
            <a:custGeom>
              <a:avLst/>
              <a:gdLst/>
              <a:ahLst/>
              <a:cxnLst/>
              <a:rect l="0" t="0" r="0" b="0"/>
              <a:pathLst>
                <a:path w="2088" h="33090">
                  <a:moveTo>
                    <a:pt x="2088" y="0"/>
                  </a:moveTo>
                  <a:lnTo>
                    <a:pt x="0" y="3309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6" name="Output_receptor__5975">
              <a:extLst>
                <a:ext uri="{FF2B5EF4-FFF2-40B4-BE49-F238E27FC236}">
                  <a16:creationId xmlns:a16="http://schemas.microsoft.com/office/drawing/2014/main" id="{23C0BB4D-C2FD-2B46-203D-52BC338C0688}"/>
                </a:ext>
              </a:extLst>
            </p:cNvPr>
            <p:cNvSpPr>
              <a:spLocks noGrp="1"/>
            </p:cNvSpPr>
            <p:nvPr/>
          </p:nvSpPr>
          <p:spPr>
            <a:xfrm>
              <a:off x="16098169" y="2593552"/>
              <a:ext cx="32288" cy="19725"/>
            </a:xfrm>
            <a:custGeom>
              <a:avLst/>
              <a:gdLst/>
              <a:ahLst/>
              <a:cxnLst/>
              <a:rect l="0" t="0" r="0" b="0"/>
              <a:pathLst>
                <a:path w="32288" h="19725">
                  <a:moveTo>
                    <a:pt x="32288" y="0"/>
                  </a:moveTo>
                  <a:lnTo>
                    <a:pt x="0" y="19725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7" name="Output_receptor__5976">
              <a:extLst>
                <a:ext uri="{FF2B5EF4-FFF2-40B4-BE49-F238E27FC236}">
                  <a16:creationId xmlns:a16="http://schemas.microsoft.com/office/drawing/2014/main" id="{D5682C5E-9CCF-6810-10CF-A1BA4FF8E650}"/>
                </a:ext>
              </a:extLst>
            </p:cNvPr>
            <p:cNvSpPr>
              <a:spLocks noGrp="1"/>
            </p:cNvSpPr>
            <p:nvPr/>
          </p:nvSpPr>
          <p:spPr>
            <a:xfrm>
              <a:off x="15127683" y="3341516"/>
              <a:ext cx="1311" cy="33966"/>
            </a:xfrm>
            <a:custGeom>
              <a:avLst/>
              <a:gdLst/>
              <a:ahLst/>
              <a:cxnLst/>
              <a:rect l="0" t="0" r="0" b="0"/>
              <a:pathLst>
                <a:path w="1311" h="33966">
                  <a:moveTo>
                    <a:pt x="1311" y="0"/>
                  </a:moveTo>
                  <a:lnTo>
                    <a:pt x="0" y="3396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8" name="Output_receptor__5977">
              <a:extLst>
                <a:ext uri="{FF2B5EF4-FFF2-40B4-BE49-F238E27FC236}">
                  <a16:creationId xmlns:a16="http://schemas.microsoft.com/office/drawing/2014/main" id="{983B2778-E95D-7EAB-4B65-377F4F5DD113}"/>
                </a:ext>
              </a:extLst>
            </p:cNvPr>
            <p:cNvSpPr>
              <a:spLocks noGrp="1"/>
            </p:cNvSpPr>
            <p:nvPr/>
          </p:nvSpPr>
          <p:spPr>
            <a:xfrm>
              <a:off x="15887999" y="2889685"/>
              <a:ext cx="39799" cy="1051"/>
            </a:xfrm>
            <a:custGeom>
              <a:avLst/>
              <a:gdLst/>
              <a:ahLst/>
              <a:cxnLst/>
              <a:rect l="0" t="0" r="0" b="0"/>
              <a:pathLst>
                <a:path w="39799" h="1051">
                  <a:moveTo>
                    <a:pt x="39799" y="10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9" name="Output_receptor__5978">
              <a:extLst>
                <a:ext uri="{FF2B5EF4-FFF2-40B4-BE49-F238E27FC236}">
                  <a16:creationId xmlns:a16="http://schemas.microsoft.com/office/drawing/2014/main" id="{E189556D-9CA7-DF63-3D0B-BA5A24C8399E}"/>
                </a:ext>
              </a:extLst>
            </p:cNvPr>
            <p:cNvSpPr>
              <a:spLocks noGrp="1"/>
            </p:cNvSpPr>
            <p:nvPr/>
          </p:nvSpPr>
          <p:spPr>
            <a:xfrm>
              <a:off x="16143482" y="2784955"/>
              <a:ext cx="31625" cy="52717"/>
            </a:xfrm>
            <a:custGeom>
              <a:avLst/>
              <a:gdLst/>
              <a:ahLst/>
              <a:cxnLst/>
              <a:rect l="0" t="0" r="0" b="0"/>
              <a:pathLst>
                <a:path w="31625" h="52717">
                  <a:moveTo>
                    <a:pt x="0" y="52717"/>
                  </a:moveTo>
                  <a:lnTo>
                    <a:pt x="31625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0" name="Output_receptor__5979">
              <a:extLst>
                <a:ext uri="{FF2B5EF4-FFF2-40B4-BE49-F238E27FC236}">
                  <a16:creationId xmlns:a16="http://schemas.microsoft.com/office/drawing/2014/main" id="{703F7982-E2AB-9782-A203-08EB024A759F}"/>
                </a:ext>
              </a:extLst>
            </p:cNvPr>
            <p:cNvSpPr>
              <a:spLocks noGrp="1"/>
            </p:cNvSpPr>
            <p:nvPr/>
          </p:nvSpPr>
          <p:spPr>
            <a:xfrm>
              <a:off x="16040349" y="2786071"/>
              <a:ext cx="17465" cy="29453"/>
            </a:xfrm>
            <a:custGeom>
              <a:avLst/>
              <a:gdLst/>
              <a:ahLst/>
              <a:cxnLst/>
              <a:rect l="0" t="0" r="0" b="0"/>
              <a:pathLst>
                <a:path w="17465" h="29453">
                  <a:moveTo>
                    <a:pt x="0" y="29453"/>
                  </a:moveTo>
                  <a:lnTo>
                    <a:pt x="17465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1" name="Output_receptor__5980">
              <a:extLst>
                <a:ext uri="{FF2B5EF4-FFF2-40B4-BE49-F238E27FC236}">
                  <a16:creationId xmlns:a16="http://schemas.microsoft.com/office/drawing/2014/main" id="{CCF1877A-6410-EF86-B289-FC34E1D79323}"/>
                </a:ext>
              </a:extLst>
            </p:cNvPr>
            <p:cNvSpPr>
              <a:spLocks noGrp="1"/>
            </p:cNvSpPr>
            <p:nvPr/>
          </p:nvSpPr>
          <p:spPr>
            <a:xfrm>
              <a:off x="15536309" y="2927555"/>
              <a:ext cx="52848" cy="4392"/>
            </a:xfrm>
            <a:custGeom>
              <a:avLst/>
              <a:gdLst/>
              <a:ahLst/>
              <a:cxnLst/>
              <a:rect l="0" t="0" r="0" b="0"/>
              <a:pathLst>
                <a:path w="52848" h="4392">
                  <a:moveTo>
                    <a:pt x="52848" y="43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2" name="Output_receptor__5981">
              <a:extLst>
                <a:ext uri="{FF2B5EF4-FFF2-40B4-BE49-F238E27FC236}">
                  <a16:creationId xmlns:a16="http://schemas.microsoft.com/office/drawing/2014/main" id="{941ED2CE-D0D1-B906-75EA-E8D4F75C7052}"/>
                </a:ext>
              </a:extLst>
            </p:cNvPr>
            <p:cNvSpPr>
              <a:spLocks noGrp="1"/>
            </p:cNvSpPr>
            <p:nvPr/>
          </p:nvSpPr>
          <p:spPr>
            <a:xfrm>
              <a:off x="15628637" y="3000519"/>
              <a:ext cx="46169" cy="20890"/>
            </a:xfrm>
            <a:custGeom>
              <a:avLst/>
              <a:gdLst/>
              <a:ahLst/>
              <a:cxnLst/>
              <a:rect l="0" t="0" r="0" b="0"/>
              <a:pathLst>
                <a:path w="46169" h="20890">
                  <a:moveTo>
                    <a:pt x="46169" y="0"/>
                  </a:moveTo>
                  <a:lnTo>
                    <a:pt x="0" y="2089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3" name="Output_receptor__5982">
              <a:extLst>
                <a:ext uri="{FF2B5EF4-FFF2-40B4-BE49-F238E27FC236}">
                  <a16:creationId xmlns:a16="http://schemas.microsoft.com/office/drawing/2014/main" id="{87DF3E2F-7FA1-8077-0059-82DE5B5DC079}"/>
                </a:ext>
              </a:extLst>
            </p:cNvPr>
            <p:cNvSpPr>
              <a:spLocks noGrp="1"/>
            </p:cNvSpPr>
            <p:nvPr/>
          </p:nvSpPr>
          <p:spPr>
            <a:xfrm>
              <a:off x="14887120" y="2995021"/>
              <a:ext cx="61961" cy="35326"/>
            </a:xfrm>
            <a:custGeom>
              <a:avLst/>
              <a:gdLst/>
              <a:ahLst/>
              <a:cxnLst/>
              <a:rect l="0" t="0" r="0" b="0"/>
              <a:pathLst>
                <a:path w="61961" h="35326">
                  <a:moveTo>
                    <a:pt x="61961" y="0"/>
                  </a:moveTo>
                  <a:lnTo>
                    <a:pt x="0" y="3532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4" name="Output_receptor__5983">
              <a:extLst>
                <a:ext uri="{FF2B5EF4-FFF2-40B4-BE49-F238E27FC236}">
                  <a16:creationId xmlns:a16="http://schemas.microsoft.com/office/drawing/2014/main" id="{8BD4B8EC-05BA-C929-11CC-7A8187603DC1}"/>
                </a:ext>
              </a:extLst>
            </p:cNvPr>
            <p:cNvSpPr>
              <a:spLocks noGrp="1"/>
            </p:cNvSpPr>
            <p:nvPr/>
          </p:nvSpPr>
          <p:spPr>
            <a:xfrm>
              <a:off x="16132112" y="2485615"/>
              <a:ext cx="28483" cy="37338"/>
            </a:xfrm>
            <a:custGeom>
              <a:avLst/>
              <a:gdLst/>
              <a:ahLst/>
              <a:cxnLst/>
              <a:rect l="0" t="0" r="0" b="0"/>
              <a:pathLst>
                <a:path w="28483" h="37338">
                  <a:moveTo>
                    <a:pt x="28483" y="373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5" name="Output_receptor__5984">
              <a:extLst>
                <a:ext uri="{FF2B5EF4-FFF2-40B4-BE49-F238E27FC236}">
                  <a16:creationId xmlns:a16="http://schemas.microsoft.com/office/drawing/2014/main" id="{080B9DE6-E479-EF9F-CE0C-BCE9F5A10997}"/>
                </a:ext>
              </a:extLst>
            </p:cNvPr>
            <p:cNvSpPr>
              <a:spLocks noGrp="1"/>
            </p:cNvSpPr>
            <p:nvPr/>
          </p:nvSpPr>
          <p:spPr>
            <a:xfrm>
              <a:off x="16175107" y="2779488"/>
              <a:ext cx="49236" cy="5467"/>
            </a:xfrm>
            <a:custGeom>
              <a:avLst/>
              <a:gdLst/>
              <a:ahLst/>
              <a:cxnLst/>
              <a:rect l="0" t="0" r="0" b="0"/>
              <a:pathLst>
                <a:path w="49236" h="5467">
                  <a:moveTo>
                    <a:pt x="0" y="5467"/>
                  </a:moveTo>
                  <a:lnTo>
                    <a:pt x="49236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6" name="Output_receptor__5985">
              <a:extLst>
                <a:ext uri="{FF2B5EF4-FFF2-40B4-BE49-F238E27FC236}">
                  <a16:creationId xmlns:a16="http://schemas.microsoft.com/office/drawing/2014/main" id="{E5E8E0C1-D452-586E-CC59-18A3F6C48302}"/>
                </a:ext>
              </a:extLst>
            </p:cNvPr>
            <p:cNvSpPr>
              <a:spLocks noGrp="1"/>
            </p:cNvSpPr>
            <p:nvPr/>
          </p:nvSpPr>
          <p:spPr>
            <a:xfrm>
              <a:off x="14948693" y="2922725"/>
              <a:ext cx="388" cy="72296"/>
            </a:xfrm>
            <a:custGeom>
              <a:avLst/>
              <a:gdLst/>
              <a:ahLst/>
              <a:cxnLst/>
              <a:rect l="0" t="0" r="0" b="0"/>
              <a:pathLst>
                <a:path w="388" h="72296">
                  <a:moveTo>
                    <a:pt x="0" y="0"/>
                  </a:moveTo>
                  <a:lnTo>
                    <a:pt x="388" y="7229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7" name="Output_receptor__5986">
              <a:extLst>
                <a:ext uri="{FF2B5EF4-FFF2-40B4-BE49-F238E27FC236}">
                  <a16:creationId xmlns:a16="http://schemas.microsoft.com/office/drawing/2014/main" id="{5D3162B5-9069-B4DD-17FC-64E5A19422AC}"/>
                </a:ext>
              </a:extLst>
            </p:cNvPr>
            <p:cNvSpPr>
              <a:spLocks noGrp="1"/>
            </p:cNvSpPr>
            <p:nvPr/>
          </p:nvSpPr>
          <p:spPr>
            <a:xfrm>
              <a:off x="16197683" y="2651244"/>
              <a:ext cx="64512" cy="21538"/>
            </a:xfrm>
            <a:custGeom>
              <a:avLst/>
              <a:gdLst/>
              <a:ahLst/>
              <a:cxnLst/>
              <a:rect l="0" t="0" r="0" b="0"/>
              <a:pathLst>
                <a:path w="64512" h="21538">
                  <a:moveTo>
                    <a:pt x="64512" y="215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8" name="Output_receptor__5987">
              <a:extLst>
                <a:ext uri="{FF2B5EF4-FFF2-40B4-BE49-F238E27FC236}">
                  <a16:creationId xmlns:a16="http://schemas.microsoft.com/office/drawing/2014/main" id="{BFCEAE1B-EB12-ECCE-2E3E-E77CDB566E75}"/>
                </a:ext>
              </a:extLst>
            </p:cNvPr>
            <p:cNvSpPr>
              <a:spLocks noGrp="1"/>
            </p:cNvSpPr>
            <p:nvPr/>
          </p:nvSpPr>
          <p:spPr>
            <a:xfrm>
              <a:off x="15133584" y="3178568"/>
              <a:ext cx="68879" cy="19185"/>
            </a:xfrm>
            <a:custGeom>
              <a:avLst/>
              <a:gdLst/>
              <a:ahLst/>
              <a:cxnLst/>
              <a:rect l="0" t="0" r="0" b="0"/>
              <a:pathLst>
                <a:path w="68879" h="19185">
                  <a:moveTo>
                    <a:pt x="0" y="19185"/>
                  </a:moveTo>
                  <a:lnTo>
                    <a:pt x="68879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9" name="Output_receptor__5988">
              <a:extLst>
                <a:ext uri="{FF2B5EF4-FFF2-40B4-BE49-F238E27FC236}">
                  <a16:creationId xmlns:a16="http://schemas.microsoft.com/office/drawing/2014/main" id="{3BFC2B3A-4C26-324B-2E12-FAE88DBDCD28}"/>
                </a:ext>
              </a:extLst>
            </p:cNvPr>
            <p:cNvSpPr>
              <a:spLocks noGrp="1"/>
            </p:cNvSpPr>
            <p:nvPr/>
          </p:nvSpPr>
          <p:spPr>
            <a:xfrm>
              <a:off x="15605270" y="3110768"/>
              <a:ext cx="61261" cy="32673"/>
            </a:xfrm>
            <a:custGeom>
              <a:avLst/>
              <a:gdLst/>
              <a:ahLst/>
              <a:cxnLst/>
              <a:rect l="0" t="0" r="0" b="0"/>
              <a:pathLst>
                <a:path w="61261" h="32673">
                  <a:moveTo>
                    <a:pt x="61261" y="0"/>
                  </a:moveTo>
                  <a:lnTo>
                    <a:pt x="0" y="3267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0" name="Output_receptor__5989">
              <a:extLst>
                <a:ext uri="{FF2B5EF4-FFF2-40B4-BE49-F238E27FC236}">
                  <a16:creationId xmlns:a16="http://schemas.microsoft.com/office/drawing/2014/main" id="{0EAC8738-7A7B-4B0E-42F9-0FA250B933B9}"/>
                </a:ext>
              </a:extLst>
            </p:cNvPr>
            <p:cNvSpPr>
              <a:spLocks noGrp="1"/>
            </p:cNvSpPr>
            <p:nvPr/>
          </p:nvSpPr>
          <p:spPr>
            <a:xfrm>
              <a:off x="15230669" y="3081799"/>
              <a:ext cx="19492" cy="11714"/>
            </a:xfrm>
            <a:custGeom>
              <a:avLst/>
              <a:gdLst/>
              <a:ahLst/>
              <a:cxnLst/>
              <a:rect l="0" t="0" r="0" b="0"/>
              <a:pathLst>
                <a:path w="19492" h="11714">
                  <a:moveTo>
                    <a:pt x="19492" y="117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1" name="Output_receptor__5990">
              <a:extLst>
                <a:ext uri="{FF2B5EF4-FFF2-40B4-BE49-F238E27FC236}">
                  <a16:creationId xmlns:a16="http://schemas.microsoft.com/office/drawing/2014/main" id="{1795CE28-1F21-80BA-605B-961D256F9895}"/>
                </a:ext>
              </a:extLst>
            </p:cNvPr>
            <p:cNvSpPr>
              <a:spLocks noGrp="1"/>
            </p:cNvSpPr>
            <p:nvPr/>
          </p:nvSpPr>
          <p:spPr>
            <a:xfrm>
              <a:off x="15272999" y="3203203"/>
              <a:ext cx="31347" cy="60603"/>
            </a:xfrm>
            <a:custGeom>
              <a:avLst/>
              <a:gdLst/>
              <a:ahLst/>
              <a:cxnLst/>
              <a:rect l="0" t="0" r="0" b="0"/>
              <a:pathLst>
                <a:path w="31347" h="60603">
                  <a:moveTo>
                    <a:pt x="31347" y="0"/>
                  </a:moveTo>
                  <a:lnTo>
                    <a:pt x="0" y="6060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2" name="Output_receptor__5991">
              <a:extLst>
                <a:ext uri="{FF2B5EF4-FFF2-40B4-BE49-F238E27FC236}">
                  <a16:creationId xmlns:a16="http://schemas.microsoft.com/office/drawing/2014/main" id="{080A392D-9B07-52B0-6280-7D61CE24F22C}"/>
                </a:ext>
              </a:extLst>
            </p:cNvPr>
            <p:cNvSpPr>
              <a:spLocks noGrp="1"/>
            </p:cNvSpPr>
            <p:nvPr/>
          </p:nvSpPr>
          <p:spPr>
            <a:xfrm>
              <a:off x="15589158" y="2911405"/>
              <a:ext cx="63853" cy="20542"/>
            </a:xfrm>
            <a:custGeom>
              <a:avLst/>
              <a:gdLst/>
              <a:ahLst/>
              <a:cxnLst/>
              <a:rect l="0" t="0" r="0" b="0"/>
              <a:pathLst>
                <a:path w="63853" h="20542">
                  <a:moveTo>
                    <a:pt x="63853" y="0"/>
                  </a:moveTo>
                  <a:lnTo>
                    <a:pt x="0" y="2054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3" name="Output_receptor__5992">
              <a:extLst>
                <a:ext uri="{FF2B5EF4-FFF2-40B4-BE49-F238E27FC236}">
                  <a16:creationId xmlns:a16="http://schemas.microsoft.com/office/drawing/2014/main" id="{436F36FB-4CA4-FAB9-ED2A-8D765E3538BB}"/>
                </a:ext>
              </a:extLst>
            </p:cNvPr>
            <p:cNvSpPr>
              <a:spLocks noGrp="1"/>
            </p:cNvSpPr>
            <p:nvPr/>
          </p:nvSpPr>
          <p:spPr>
            <a:xfrm>
              <a:off x="15147187" y="2959141"/>
              <a:ext cx="58005" cy="42470"/>
            </a:xfrm>
            <a:custGeom>
              <a:avLst/>
              <a:gdLst/>
              <a:ahLst/>
              <a:cxnLst/>
              <a:rect l="0" t="0" r="0" b="0"/>
              <a:pathLst>
                <a:path w="58005" h="42470">
                  <a:moveTo>
                    <a:pt x="58005" y="424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4" name="Output_receptor__5993">
              <a:extLst>
                <a:ext uri="{FF2B5EF4-FFF2-40B4-BE49-F238E27FC236}">
                  <a16:creationId xmlns:a16="http://schemas.microsoft.com/office/drawing/2014/main" id="{231DAF7F-8A04-710E-513C-3E3753478C51}"/>
                </a:ext>
              </a:extLst>
            </p:cNvPr>
            <p:cNvSpPr>
              <a:spLocks noGrp="1"/>
            </p:cNvSpPr>
            <p:nvPr/>
          </p:nvSpPr>
          <p:spPr>
            <a:xfrm>
              <a:off x="15570513" y="3021409"/>
              <a:ext cx="58125" cy="32861"/>
            </a:xfrm>
            <a:custGeom>
              <a:avLst/>
              <a:gdLst/>
              <a:ahLst/>
              <a:cxnLst/>
              <a:rect l="0" t="0" r="0" b="0"/>
              <a:pathLst>
                <a:path w="58125" h="32861">
                  <a:moveTo>
                    <a:pt x="58125" y="0"/>
                  </a:moveTo>
                  <a:lnTo>
                    <a:pt x="0" y="3286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5" name="Output_receptor__5994">
              <a:extLst>
                <a:ext uri="{FF2B5EF4-FFF2-40B4-BE49-F238E27FC236}">
                  <a16:creationId xmlns:a16="http://schemas.microsoft.com/office/drawing/2014/main" id="{16D20532-7CF1-121B-E737-95AC4A755564}"/>
                </a:ext>
              </a:extLst>
            </p:cNvPr>
            <p:cNvSpPr>
              <a:spLocks noGrp="1"/>
            </p:cNvSpPr>
            <p:nvPr/>
          </p:nvSpPr>
          <p:spPr>
            <a:xfrm>
              <a:off x="15650512" y="3188797"/>
              <a:ext cx="58726" cy="41338"/>
            </a:xfrm>
            <a:custGeom>
              <a:avLst/>
              <a:gdLst/>
              <a:ahLst/>
              <a:cxnLst/>
              <a:rect l="0" t="0" r="0" b="0"/>
              <a:pathLst>
                <a:path w="58726" h="41338">
                  <a:moveTo>
                    <a:pt x="58726" y="0"/>
                  </a:moveTo>
                  <a:lnTo>
                    <a:pt x="0" y="4133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6" name="Output_receptor__5995">
              <a:extLst>
                <a:ext uri="{FF2B5EF4-FFF2-40B4-BE49-F238E27FC236}">
                  <a16:creationId xmlns:a16="http://schemas.microsoft.com/office/drawing/2014/main" id="{F9DAD94C-31B0-EBAE-5E71-F36C8AA0247B}"/>
                </a:ext>
              </a:extLst>
            </p:cNvPr>
            <p:cNvSpPr>
              <a:spLocks noGrp="1"/>
            </p:cNvSpPr>
            <p:nvPr/>
          </p:nvSpPr>
          <p:spPr>
            <a:xfrm>
              <a:off x="15582345" y="2827205"/>
              <a:ext cx="68416" cy="6464"/>
            </a:xfrm>
            <a:custGeom>
              <a:avLst/>
              <a:gdLst/>
              <a:ahLst/>
              <a:cxnLst/>
              <a:rect l="0" t="0" r="0" b="0"/>
              <a:pathLst>
                <a:path w="68416" h="6464">
                  <a:moveTo>
                    <a:pt x="0" y="0"/>
                  </a:moveTo>
                  <a:lnTo>
                    <a:pt x="68416" y="6464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7" name="Output_receptor__5996">
              <a:extLst>
                <a:ext uri="{FF2B5EF4-FFF2-40B4-BE49-F238E27FC236}">
                  <a16:creationId xmlns:a16="http://schemas.microsoft.com/office/drawing/2014/main" id="{2F6D78CC-DC2A-61E4-28A5-A23DEEABAFC1}"/>
                </a:ext>
              </a:extLst>
            </p:cNvPr>
            <p:cNvSpPr>
              <a:spLocks noGrp="1"/>
            </p:cNvSpPr>
            <p:nvPr/>
          </p:nvSpPr>
          <p:spPr>
            <a:xfrm>
              <a:off x="15849951" y="3318679"/>
              <a:ext cx="6563" cy="61691"/>
            </a:xfrm>
            <a:custGeom>
              <a:avLst/>
              <a:gdLst/>
              <a:ahLst/>
              <a:cxnLst/>
              <a:rect l="0" t="0" r="0" b="0"/>
              <a:pathLst>
                <a:path w="6563" h="61691">
                  <a:moveTo>
                    <a:pt x="0" y="0"/>
                  </a:moveTo>
                  <a:lnTo>
                    <a:pt x="6563" y="6169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8" name="Output_receptor__5997">
              <a:extLst>
                <a:ext uri="{FF2B5EF4-FFF2-40B4-BE49-F238E27FC236}">
                  <a16:creationId xmlns:a16="http://schemas.microsoft.com/office/drawing/2014/main" id="{2BBF8FDE-8283-9919-3967-4BE0FF4D61E3}"/>
                </a:ext>
              </a:extLst>
            </p:cNvPr>
            <p:cNvSpPr>
              <a:spLocks noGrp="1"/>
            </p:cNvSpPr>
            <p:nvPr/>
          </p:nvSpPr>
          <p:spPr>
            <a:xfrm>
              <a:off x="14877054" y="3092229"/>
              <a:ext cx="14475" cy="58591"/>
            </a:xfrm>
            <a:custGeom>
              <a:avLst/>
              <a:gdLst/>
              <a:ahLst/>
              <a:cxnLst/>
              <a:rect l="0" t="0" r="0" b="0"/>
              <a:pathLst>
                <a:path w="14475" h="58591">
                  <a:moveTo>
                    <a:pt x="0" y="0"/>
                  </a:moveTo>
                  <a:lnTo>
                    <a:pt x="14475" y="5859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9" name="Output_receptor__5998">
              <a:extLst>
                <a:ext uri="{FF2B5EF4-FFF2-40B4-BE49-F238E27FC236}">
                  <a16:creationId xmlns:a16="http://schemas.microsoft.com/office/drawing/2014/main" id="{C6F1CE10-D89D-8A4B-A148-490276D122DC}"/>
                </a:ext>
              </a:extLst>
            </p:cNvPr>
            <p:cNvSpPr>
              <a:spLocks noGrp="1"/>
            </p:cNvSpPr>
            <p:nvPr/>
          </p:nvSpPr>
          <p:spPr>
            <a:xfrm>
              <a:off x="16039117" y="2613276"/>
              <a:ext cx="59052" cy="39804"/>
            </a:xfrm>
            <a:custGeom>
              <a:avLst/>
              <a:gdLst/>
              <a:ahLst/>
              <a:cxnLst/>
              <a:rect l="0" t="0" r="0" b="0"/>
              <a:pathLst>
                <a:path w="59052" h="39804">
                  <a:moveTo>
                    <a:pt x="59052" y="0"/>
                  </a:moveTo>
                  <a:lnTo>
                    <a:pt x="0" y="3980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0" name="Output_receptor__5999">
              <a:extLst>
                <a:ext uri="{FF2B5EF4-FFF2-40B4-BE49-F238E27FC236}">
                  <a16:creationId xmlns:a16="http://schemas.microsoft.com/office/drawing/2014/main" id="{9AB3CDB9-0A12-B90F-7C9B-6796F59AC80F}"/>
                </a:ext>
              </a:extLst>
            </p:cNvPr>
            <p:cNvSpPr>
              <a:spLocks noGrp="1"/>
            </p:cNvSpPr>
            <p:nvPr/>
          </p:nvSpPr>
          <p:spPr>
            <a:xfrm>
              <a:off x="15084330" y="3156061"/>
              <a:ext cx="49255" cy="41691"/>
            </a:xfrm>
            <a:custGeom>
              <a:avLst/>
              <a:gdLst/>
              <a:ahLst/>
              <a:cxnLst/>
              <a:rect l="0" t="0" r="0" b="0"/>
              <a:pathLst>
                <a:path w="49255" h="41691">
                  <a:moveTo>
                    <a:pt x="0" y="0"/>
                  </a:moveTo>
                  <a:lnTo>
                    <a:pt x="49255" y="4169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1" name="Output_receptor__6000">
              <a:extLst>
                <a:ext uri="{FF2B5EF4-FFF2-40B4-BE49-F238E27FC236}">
                  <a16:creationId xmlns:a16="http://schemas.microsoft.com/office/drawing/2014/main" id="{639FC84F-B224-3A13-F83D-F154000BD1BB}"/>
                </a:ext>
              </a:extLst>
            </p:cNvPr>
            <p:cNvSpPr>
              <a:spLocks noGrp="1"/>
            </p:cNvSpPr>
            <p:nvPr/>
          </p:nvSpPr>
          <p:spPr>
            <a:xfrm>
              <a:off x="14877054" y="3030347"/>
              <a:ext cx="10066" cy="61881"/>
            </a:xfrm>
            <a:custGeom>
              <a:avLst/>
              <a:gdLst/>
              <a:ahLst/>
              <a:cxnLst/>
              <a:rect l="0" t="0" r="0" b="0"/>
              <a:pathLst>
                <a:path w="10066" h="61881">
                  <a:moveTo>
                    <a:pt x="10066" y="0"/>
                  </a:moveTo>
                  <a:lnTo>
                    <a:pt x="0" y="6188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2" name="Output_receptor__6001">
              <a:extLst>
                <a:ext uri="{FF2B5EF4-FFF2-40B4-BE49-F238E27FC236}">
                  <a16:creationId xmlns:a16="http://schemas.microsoft.com/office/drawing/2014/main" id="{6A628A75-F37D-848E-50E8-6B14D81C8AAD}"/>
                </a:ext>
              </a:extLst>
            </p:cNvPr>
            <p:cNvSpPr>
              <a:spLocks noGrp="1"/>
            </p:cNvSpPr>
            <p:nvPr/>
          </p:nvSpPr>
          <p:spPr>
            <a:xfrm>
              <a:off x="15040836" y="2857586"/>
              <a:ext cx="3752" cy="59825"/>
            </a:xfrm>
            <a:custGeom>
              <a:avLst/>
              <a:gdLst/>
              <a:ahLst/>
              <a:cxnLst/>
              <a:rect l="0" t="0" r="0" b="0"/>
              <a:pathLst>
                <a:path w="3752" h="59825">
                  <a:moveTo>
                    <a:pt x="0" y="0"/>
                  </a:moveTo>
                  <a:lnTo>
                    <a:pt x="3752" y="59825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3" name="Output_receptor__6002">
              <a:extLst>
                <a:ext uri="{FF2B5EF4-FFF2-40B4-BE49-F238E27FC236}">
                  <a16:creationId xmlns:a16="http://schemas.microsoft.com/office/drawing/2014/main" id="{620971DD-EAB7-C2B6-28F9-322497B579C5}"/>
                </a:ext>
              </a:extLst>
            </p:cNvPr>
            <p:cNvSpPr>
              <a:spLocks noGrp="1"/>
            </p:cNvSpPr>
            <p:nvPr/>
          </p:nvSpPr>
          <p:spPr>
            <a:xfrm>
              <a:off x="15653010" y="2911405"/>
              <a:ext cx="60254" cy="3318"/>
            </a:xfrm>
            <a:custGeom>
              <a:avLst/>
              <a:gdLst/>
              <a:ahLst/>
              <a:cxnLst/>
              <a:rect l="0" t="0" r="0" b="0"/>
              <a:pathLst>
                <a:path w="60254" h="3318">
                  <a:moveTo>
                    <a:pt x="60254" y="3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4" name="Output_receptor__6003">
              <a:extLst>
                <a:ext uri="{FF2B5EF4-FFF2-40B4-BE49-F238E27FC236}">
                  <a16:creationId xmlns:a16="http://schemas.microsoft.com/office/drawing/2014/main" id="{7312172A-D388-4B1A-9259-D2C77333AEF5}"/>
                </a:ext>
              </a:extLst>
            </p:cNvPr>
            <p:cNvSpPr>
              <a:spLocks noGrp="1"/>
            </p:cNvSpPr>
            <p:nvPr/>
          </p:nvSpPr>
          <p:spPr>
            <a:xfrm>
              <a:off x="15657825" y="3404902"/>
              <a:ext cx="37465" cy="45286"/>
            </a:xfrm>
            <a:custGeom>
              <a:avLst/>
              <a:gdLst/>
              <a:ahLst/>
              <a:cxnLst/>
              <a:rect l="0" t="0" r="0" b="0"/>
              <a:pathLst>
                <a:path w="37465" h="45286">
                  <a:moveTo>
                    <a:pt x="0" y="0"/>
                  </a:moveTo>
                  <a:lnTo>
                    <a:pt x="37465" y="4528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5" name="Output_receptor__6004">
              <a:extLst>
                <a:ext uri="{FF2B5EF4-FFF2-40B4-BE49-F238E27FC236}">
                  <a16:creationId xmlns:a16="http://schemas.microsoft.com/office/drawing/2014/main" id="{50C4F870-4324-8E71-0C5D-B2A1A91BDB4B}"/>
                </a:ext>
              </a:extLst>
            </p:cNvPr>
            <p:cNvSpPr>
              <a:spLocks noGrp="1"/>
            </p:cNvSpPr>
            <p:nvPr/>
          </p:nvSpPr>
          <p:spPr>
            <a:xfrm>
              <a:off x="16197683" y="2579806"/>
              <a:ext cx="7056" cy="71438"/>
            </a:xfrm>
            <a:custGeom>
              <a:avLst/>
              <a:gdLst/>
              <a:ahLst/>
              <a:cxnLst/>
              <a:rect l="0" t="0" r="0" b="0"/>
              <a:pathLst>
                <a:path w="7056" h="71438">
                  <a:moveTo>
                    <a:pt x="0" y="71438"/>
                  </a:moveTo>
                  <a:lnTo>
                    <a:pt x="7056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6" name="Output_receptor__6005">
              <a:extLst>
                <a:ext uri="{FF2B5EF4-FFF2-40B4-BE49-F238E27FC236}">
                  <a16:creationId xmlns:a16="http://schemas.microsoft.com/office/drawing/2014/main" id="{F18F5F9A-8549-3FE3-585A-6EE1522CC5E4}"/>
                </a:ext>
              </a:extLst>
            </p:cNvPr>
            <p:cNvSpPr>
              <a:spLocks noGrp="1"/>
            </p:cNvSpPr>
            <p:nvPr/>
          </p:nvSpPr>
          <p:spPr>
            <a:xfrm>
              <a:off x="15709173" y="3273240"/>
              <a:ext cx="54993" cy="39637"/>
            </a:xfrm>
            <a:custGeom>
              <a:avLst/>
              <a:gdLst/>
              <a:ahLst/>
              <a:cxnLst/>
              <a:rect l="0" t="0" r="0" b="0"/>
              <a:pathLst>
                <a:path w="54993" h="39637">
                  <a:moveTo>
                    <a:pt x="54993" y="0"/>
                  </a:moveTo>
                  <a:lnTo>
                    <a:pt x="0" y="3963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7" name="Output_receptor__6006">
              <a:extLst>
                <a:ext uri="{FF2B5EF4-FFF2-40B4-BE49-F238E27FC236}">
                  <a16:creationId xmlns:a16="http://schemas.microsoft.com/office/drawing/2014/main" id="{D2869DEE-9823-7FE3-36A2-80B8DF96C55C}"/>
                </a:ext>
              </a:extLst>
            </p:cNvPr>
            <p:cNvSpPr>
              <a:spLocks noGrp="1"/>
            </p:cNvSpPr>
            <p:nvPr/>
          </p:nvSpPr>
          <p:spPr>
            <a:xfrm>
              <a:off x="15517534" y="2827205"/>
              <a:ext cx="64812" cy="30711"/>
            </a:xfrm>
            <a:custGeom>
              <a:avLst/>
              <a:gdLst/>
              <a:ahLst/>
              <a:cxnLst/>
              <a:rect l="0" t="0" r="0" b="0"/>
              <a:pathLst>
                <a:path w="64812" h="30711">
                  <a:moveTo>
                    <a:pt x="0" y="30711"/>
                  </a:moveTo>
                  <a:lnTo>
                    <a:pt x="64812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8" name="Output_receptor__6007">
              <a:extLst>
                <a:ext uri="{FF2B5EF4-FFF2-40B4-BE49-F238E27FC236}">
                  <a16:creationId xmlns:a16="http://schemas.microsoft.com/office/drawing/2014/main" id="{AC278434-C9A2-F3C6-304F-489B345D95A5}"/>
                </a:ext>
              </a:extLst>
            </p:cNvPr>
            <p:cNvSpPr>
              <a:spLocks noGrp="1"/>
            </p:cNvSpPr>
            <p:nvPr/>
          </p:nvSpPr>
          <p:spPr>
            <a:xfrm>
              <a:off x="15713264" y="2878100"/>
              <a:ext cx="55106" cy="36623"/>
            </a:xfrm>
            <a:custGeom>
              <a:avLst/>
              <a:gdLst/>
              <a:ahLst/>
              <a:cxnLst/>
              <a:rect l="0" t="0" r="0" b="0"/>
              <a:pathLst>
                <a:path w="55106" h="36623">
                  <a:moveTo>
                    <a:pt x="55106" y="0"/>
                  </a:moveTo>
                  <a:lnTo>
                    <a:pt x="0" y="3662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9" name="Output_receptor__6008">
              <a:extLst>
                <a:ext uri="{FF2B5EF4-FFF2-40B4-BE49-F238E27FC236}">
                  <a16:creationId xmlns:a16="http://schemas.microsoft.com/office/drawing/2014/main" id="{4243B3CB-68FD-2CBD-76CE-F9E4AA24F4D7}"/>
                </a:ext>
              </a:extLst>
            </p:cNvPr>
            <p:cNvSpPr>
              <a:spLocks noGrp="1"/>
            </p:cNvSpPr>
            <p:nvPr/>
          </p:nvSpPr>
          <p:spPr>
            <a:xfrm>
              <a:off x="15030298" y="2917411"/>
              <a:ext cx="14290" cy="41588"/>
            </a:xfrm>
            <a:custGeom>
              <a:avLst/>
              <a:gdLst/>
              <a:ahLst/>
              <a:cxnLst/>
              <a:rect l="0" t="0" r="0" b="0"/>
              <a:pathLst>
                <a:path w="14290" h="41588">
                  <a:moveTo>
                    <a:pt x="14290" y="0"/>
                  </a:moveTo>
                  <a:lnTo>
                    <a:pt x="0" y="4158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0" name="Output_receptor__6009">
              <a:extLst>
                <a:ext uri="{FF2B5EF4-FFF2-40B4-BE49-F238E27FC236}">
                  <a16:creationId xmlns:a16="http://schemas.microsoft.com/office/drawing/2014/main" id="{EC50F6E6-A1AB-BEED-2458-E98164AAF6D1}"/>
                </a:ext>
              </a:extLst>
            </p:cNvPr>
            <p:cNvSpPr>
              <a:spLocks noGrp="1"/>
            </p:cNvSpPr>
            <p:nvPr/>
          </p:nvSpPr>
          <p:spPr>
            <a:xfrm>
              <a:off x="15589889" y="3143441"/>
              <a:ext cx="15381" cy="36408"/>
            </a:xfrm>
            <a:custGeom>
              <a:avLst/>
              <a:gdLst/>
              <a:ahLst/>
              <a:cxnLst/>
              <a:rect l="0" t="0" r="0" b="0"/>
              <a:pathLst>
                <a:path w="15381" h="36408">
                  <a:moveTo>
                    <a:pt x="15381" y="0"/>
                  </a:moveTo>
                  <a:lnTo>
                    <a:pt x="0" y="3640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1" name="Output_receptor__6010">
              <a:extLst>
                <a:ext uri="{FF2B5EF4-FFF2-40B4-BE49-F238E27FC236}">
                  <a16:creationId xmlns:a16="http://schemas.microsoft.com/office/drawing/2014/main" id="{CBC9DC25-2BD2-993B-B672-C9CBBC0ACA14}"/>
                </a:ext>
              </a:extLst>
            </p:cNvPr>
            <p:cNvSpPr>
              <a:spLocks noGrp="1"/>
            </p:cNvSpPr>
            <p:nvPr/>
          </p:nvSpPr>
          <p:spPr>
            <a:xfrm>
              <a:off x="16160595" y="2522953"/>
              <a:ext cx="44144" cy="56852"/>
            </a:xfrm>
            <a:custGeom>
              <a:avLst/>
              <a:gdLst/>
              <a:ahLst/>
              <a:cxnLst/>
              <a:rect l="0" t="0" r="0" b="0"/>
              <a:pathLst>
                <a:path w="44144" h="56852">
                  <a:moveTo>
                    <a:pt x="44144" y="568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2" name="Output_receptor__6011">
              <a:extLst>
                <a:ext uri="{FF2B5EF4-FFF2-40B4-BE49-F238E27FC236}">
                  <a16:creationId xmlns:a16="http://schemas.microsoft.com/office/drawing/2014/main" id="{62625DF7-35E3-965C-38AD-6E2B18DAA3DB}"/>
                </a:ext>
              </a:extLst>
            </p:cNvPr>
            <p:cNvSpPr>
              <a:spLocks noGrp="1"/>
            </p:cNvSpPr>
            <p:nvPr/>
          </p:nvSpPr>
          <p:spPr>
            <a:xfrm>
              <a:off x="16224343" y="2779488"/>
              <a:ext cx="18578" cy="69776"/>
            </a:xfrm>
            <a:custGeom>
              <a:avLst/>
              <a:gdLst/>
              <a:ahLst/>
              <a:cxnLst/>
              <a:rect l="0" t="0" r="0" b="0"/>
              <a:pathLst>
                <a:path w="18578" h="69776">
                  <a:moveTo>
                    <a:pt x="0" y="0"/>
                  </a:moveTo>
                  <a:lnTo>
                    <a:pt x="18578" y="6977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3" name="Output_receptor__6012">
              <a:extLst>
                <a:ext uri="{FF2B5EF4-FFF2-40B4-BE49-F238E27FC236}">
                  <a16:creationId xmlns:a16="http://schemas.microsoft.com/office/drawing/2014/main" id="{3162235C-DD55-1669-2756-9A06B0014609}"/>
                </a:ext>
              </a:extLst>
            </p:cNvPr>
            <p:cNvSpPr>
              <a:spLocks noGrp="1"/>
            </p:cNvSpPr>
            <p:nvPr/>
          </p:nvSpPr>
          <p:spPr>
            <a:xfrm>
              <a:off x="15768370" y="2878100"/>
              <a:ext cx="58561" cy="17222"/>
            </a:xfrm>
            <a:custGeom>
              <a:avLst/>
              <a:gdLst/>
              <a:ahLst/>
              <a:cxnLst/>
              <a:rect l="0" t="0" r="0" b="0"/>
              <a:pathLst>
                <a:path w="58561" h="17222">
                  <a:moveTo>
                    <a:pt x="58561" y="17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4" name="Output_receptor__6013">
              <a:extLst>
                <a:ext uri="{FF2B5EF4-FFF2-40B4-BE49-F238E27FC236}">
                  <a16:creationId xmlns:a16="http://schemas.microsoft.com/office/drawing/2014/main" id="{36CD6E00-EBA8-7FEC-13F4-A163886D5445}"/>
                </a:ext>
              </a:extLst>
            </p:cNvPr>
            <p:cNvSpPr>
              <a:spLocks noGrp="1"/>
            </p:cNvSpPr>
            <p:nvPr/>
          </p:nvSpPr>
          <p:spPr>
            <a:xfrm>
              <a:off x="15191040" y="3290526"/>
              <a:ext cx="5631" cy="69749"/>
            </a:xfrm>
            <a:custGeom>
              <a:avLst/>
              <a:gdLst/>
              <a:ahLst/>
              <a:cxnLst/>
              <a:rect l="0" t="0" r="0" b="0"/>
              <a:pathLst>
                <a:path w="5631" h="69749">
                  <a:moveTo>
                    <a:pt x="5631" y="697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5" name="Output_receptor__6014">
              <a:extLst>
                <a:ext uri="{FF2B5EF4-FFF2-40B4-BE49-F238E27FC236}">
                  <a16:creationId xmlns:a16="http://schemas.microsoft.com/office/drawing/2014/main" id="{B72B5856-5B3A-46F6-5609-87A4ACADC808}"/>
                </a:ext>
              </a:extLst>
            </p:cNvPr>
            <p:cNvSpPr>
              <a:spLocks noGrp="1"/>
            </p:cNvSpPr>
            <p:nvPr/>
          </p:nvSpPr>
          <p:spPr>
            <a:xfrm>
              <a:off x="15124489" y="3269549"/>
              <a:ext cx="66551" cy="20977"/>
            </a:xfrm>
            <a:custGeom>
              <a:avLst/>
              <a:gdLst/>
              <a:ahLst/>
              <a:cxnLst/>
              <a:rect l="0" t="0" r="0" b="0"/>
              <a:pathLst>
                <a:path w="66551" h="20977">
                  <a:moveTo>
                    <a:pt x="66551" y="20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6" name="Output_receptor__6015">
              <a:extLst>
                <a:ext uri="{FF2B5EF4-FFF2-40B4-BE49-F238E27FC236}">
                  <a16:creationId xmlns:a16="http://schemas.microsoft.com/office/drawing/2014/main" id="{A0B5692C-E316-DD92-A98F-0ABF140FA41C}"/>
                </a:ext>
              </a:extLst>
            </p:cNvPr>
            <p:cNvSpPr>
              <a:spLocks noGrp="1"/>
            </p:cNvSpPr>
            <p:nvPr/>
          </p:nvSpPr>
          <p:spPr>
            <a:xfrm>
              <a:off x="15136860" y="2900827"/>
              <a:ext cx="10327" cy="58314"/>
            </a:xfrm>
            <a:custGeom>
              <a:avLst/>
              <a:gdLst/>
              <a:ahLst/>
              <a:cxnLst/>
              <a:rect l="0" t="0" r="0" b="0"/>
              <a:pathLst>
                <a:path w="10327" h="58314">
                  <a:moveTo>
                    <a:pt x="10327" y="58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7" name="Output_receptor__6016">
              <a:extLst>
                <a:ext uri="{FF2B5EF4-FFF2-40B4-BE49-F238E27FC236}">
                  <a16:creationId xmlns:a16="http://schemas.microsoft.com/office/drawing/2014/main" id="{B7612F13-0BD2-9CAA-0804-EE9B464C23AA}"/>
                </a:ext>
              </a:extLst>
            </p:cNvPr>
            <p:cNvSpPr>
              <a:spLocks noGrp="1"/>
            </p:cNvSpPr>
            <p:nvPr/>
          </p:nvSpPr>
          <p:spPr>
            <a:xfrm>
              <a:off x="15127683" y="3360275"/>
              <a:ext cx="68988" cy="15208"/>
            </a:xfrm>
            <a:custGeom>
              <a:avLst/>
              <a:gdLst/>
              <a:ahLst/>
              <a:cxnLst/>
              <a:rect l="0" t="0" r="0" b="0"/>
              <a:pathLst>
                <a:path w="68988" h="15208">
                  <a:moveTo>
                    <a:pt x="0" y="15208"/>
                  </a:moveTo>
                  <a:lnTo>
                    <a:pt x="68988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8" name="Output_receptor__6017">
              <a:extLst>
                <a:ext uri="{FF2B5EF4-FFF2-40B4-BE49-F238E27FC236}">
                  <a16:creationId xmlns:a16="http://schemas.microsoft.com/office/drawing/2014/main" id="{BE70566B-DCE9-D489-9BA2-3FF6AC339DED}"/>
                </a:ext>
              </a:extLst>
            </p:cNvPr>
            <p:cNvSpPr>
              <a:spLocks noGrp="1"/>
            </p:cNvSpPr>
            <p:nvPr/>
          </p:nvSpPr>
          <p:spPr>
            <a:xfrm>
              <a:off x="15650761" y="2817240"/>
              <a:ext cx="44767" cy="16429"/>
            </a:xfrm>
            <a:custGeom>
              <a:avLst/>
              <a:gdLst/>
              <a:ahLst/>
              <a:cxnLst/>
              <a:rect l="0" t="0" r="0" b="0"/>
              <a:pathLst>
                <a:path w="44767" h="16429">
                  <a:moveTo>
                    <a:pt x="0" y="16429"/>
                  </a:moveTo>
                  <a:lnTo>
                    <a:pt x="44767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9" name="Output_receptor__6018">
              <a:extLst>
                <a:ext uri="{FF2B5EF4-FFF2-40B4-BE49-F238E27FC236}">
                  <a16:creationId xmlns:a16="http://schemas.microsoft.com/office/drawing/2014/main" id="{8254B965-0566-67A1-15DD-041EAA79AB15}"/>
                </a:ext>
              </a:extLst>
            </p:cNvPr>
            <p:cNvSpPr>
              <a:spLocks noGrp="1"/>
            </p:cNvSpPr>
            <p:nvPr/>
          </p:nvSpPr>
          <p:spPr>
            <a:xfrm>
              <a:off x="15544191" y="3054270"/>
              <a:ext cx="26322" cy="14243"/>
            </a:xfrm>
            <a:custGeom>
              <a:avLst/>
              <a:gdLst/>
              <a:ahLst/>
              <a:cxnLst/>
              <a:rect l="0" t="0" r="0" b="0"/>
              <a:pathLst>
                <a:path w="26322" h="14243">
                  <a:moveTo>
                    <a:pt x="26322" y="0"/>
                  </a:moveTo>
                  <a:lnTo>
                    <a:pt x="0" y="1424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20" name="Output_receptor__6019">
              <a:extLst>
                <a:ext uri="{FF2B5EF4-FFF2-40B4-BE49-F238E27FC236}">
                  <a16:creationId xmlns:a16="http://schemas.microsoft.com/office/drawing/2014/main" id="{28B02DBF-2632-3303-1BC2-A616767B2FE0}"/>
                </a:ext>
              </a:extLst>
            </p:cNvPr>
            <p:cNvSpPr>
              <a:spLocks noGrp="1"/>
            </p:cNvSpPr>
            <p:nvPr/>
          </p:nvSpPr>
          <p:spPr>
            <a:xfrm>
              <a:off x="15927798" y="2890736"/>
              <a:ext cx="27236" cy="65075"/>
            </a:xfrm>
            <a:custGeom>
              <a:avLst/>
              <a:gdLst/>
              <a:ahLst/>
              <a:cxnLst/>
              <a:rect l="0" t="0" r="0" b="0"/>
              <a:pathLst>
                <a:path w="27236" h="65075">
                  <a:moveTo>
                    <a:pt x="27236" y="6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21" name="Output_receptor__6020">
              <a:extLst>
                <a:ext uri="{FF2B5EF4-FFF2-40B4-BE49-F238E27FC236}">
                  <a16:creationId xmlns:a16="http://schemas.microsoft.com/office/drawing/2014/main" id="{8AEE3155-CD05-97BB-E7D7-2C9CE2B0967A}"/>
                </a:ext>
              </a:extLst>
            </p:cNvPr>
            <p:cNvSpPr>
              <a:spLocks noGrp="1"/>
            </p:cNvSpPr>
            <p:nvPr/>
          </p:nvSpPr>
          <p:spPr>
            <a:xfrm>
              <a:off x="15939634" y="3087389"/>
              <a:ext cx="24820" cy="21160"/>
            </a:xfrm>
            <a:custGeom>
              <a:avLst/>
              <a:gdLst/>
              <a:ahLst/>
              <a:cxnLst/>
              <a:rect l="0" t="0" r="0" b="0"/>
              <a:pathLst>
                <a:path w="24820" h="21160">
                  <a:moveTo>
                    <a:pt x="0" y="0"/>
                  </a:moveTo>
                  <a:lnTo>
                    <a:pt x="24820" y="2116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22" name="Output_receptor__6021">
              <a:extLst>
                <a:ext uri="{FF2B5EF4-FFF2-40B4-BE49-F238E27FC236}">
                  <a16:creationId xmlns:a16="http://schemas.microsoft.com/office/drawing/2014/main" id="{CCF46828-1DA6-2835-DE15-261F410BDD2D}"/>
                </a:ext>
              </a:extLst>
            </p:cNvPr>
            <p:cNvSpPr>
              <a:spLocks noGrp="1"/>
            </p:cNvSpPr>
            <p:nvPr/>
          </p:nvSpPr>
          <p:spPr>
            <a:xfrm>
              <a:off x="16057814" y="2743617"/>
              <a:ext cx="56766" cy="42454"/>
            </a:xfrm>
            <a:custGeom>
              <a:avLst/>
              <a:gdLst/>
              <a:ahLst/>
              <a:cxnLst/>
              <a:rect l="0" t="0" r="0" b="0"/>
              <a:pathLst>
                <a:path w="56766" h="42454">
                  <a:moveTo>
                    <a:pt x="0" y="42454"/>
                  </a:moveTo>
                  <a:lnTo>
                    <a:pt x="56766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3" name="Output_receptor__6022">
              <a:extLst>
                <a:ext uri="{FF2B5EF4-FFF2-40B4-BE49-F238E27FC236}">
                  <a16:creationId xmlns:a16="http://schemas.microsoft.com/office/drawing/2014/main" id="{8F4A829A-EF71-A778-59C0-29F914238538}"/>
                </a:ext>
              </a:extLst>
            </p:cNvPr>
            <p:cNvSpPr>
              <a:spLocks noGrp="1"/>
            </p:cNvSpPr>
            <p:nvPr/>
          </p:nvSpPr>
          <p:spPr>
            <a:xfrm>
              <a:off x="15013826" y="3156061"/>
              <a:ext cx="70503" cy="11209"/>
            </a:xfrm>
            <a:custGeom>
              <a:avLst/>
              <a:gdLst/>
              <a:ahLst/>
              <a:cxnLst/>
              <a:rect l="0" t="0" r="0" b="0"/>
              <a:pathLst>
                <a:path w="70503" h="11209">
                  <a:moveTo>
                    <a:pt x="0" y="11209"/>
                  </a:moveTo>
                  <a:lnTo>
                    <a:pt x="70503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4" name="Output_receptor__6023">
              <a:extLst>
                <a:ext uri="{FF2B5EF4-FFF2-40B4-BE49-F238E27FC236}">
                  <a16:creationId xmlns:a16="http://schemas.microsoft.com/office/drawing/2014/main" id="{71744549-CF97-5806-8BCE-9A45C4DB6996}"/>
                </a:ext>
              </a:extLst>
            </p:cNvPr>
            <p:cNvSpPr>
              <a:spLocks noGrp="1"/>
            </p:cNvSpPr>
            <p:nvPr/>
          </p:nvSpPr>
          <p:spPr>
            <a:xfrm>
              <a:off x="14948693" y="2922192"/>
              <a:ext cx="22225" cy="534"/>
            </a:xfrm>
            <a:custGeom>
              <a:avLst/>
              <a:gdLst/>
              <a:ahLst/>
              <a:cxnLst/>
              <a:rect l="0" t="0" r="0" b="0"/>
              <a:pathLst>
                <a:path w="22225" h="534">
                  <a:moveTo>
                    <a:pt x="22225" y="0"/>
                  </a:moveTo>
                  <a:lnTo>
                    <a:pt x="0" y="534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5" name="Output_receptor__6024">
              <a:extLst>
                <a:ext uri="{FF2B5EF4-FFF2-40B4-BE49-F238E27FC236}">
                  <a16:creationId xmlns:a16="http://schemas.microsoft.com/office/drawing/2014/main" id="{B259C20E-87F9-2E14-659A-B8ABF12F5CB2}"/>
                </a:ext>
              </a:extLst>
            </p:cNvPr>
            <p:cNvSpPr>
              <a:spLocks noGrp="1"/>
            </p:cNvSpPr>
            <p:nvPr/>
          </p:nvSpPr>
          <p:spPr>
            <a:xfrm>
              <a:off x="16143482" y="2797421"/>
              <a:ext cx="7443" cy="40252"/>
            </a:xfrm>
            <a:custGeom>
              <a:avLst/>
              <a:gdLst/>
              <a:ahLst/>
              <a:cxnLst/>
              <a:rect l="0" t="0" r="0" b="0"/>
              <a:pathLst>
                <a:path w="7443" h="40252">
                  <a:moveTo>
                    <a:pt x="7443" y="0"/>
                  </a:moveTo>
                  <a:lnTo>
                    <a:pt x="0" y="40252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6" name="Output_receptor__6025">
              <a:extLst>
                <a:ext uri="{FF2B5EF4-FFF2-40B4-BE49-F238E27FC236}">
                  <a16:creationId xmlns:a16="http://schemas.microsoft.com/office/drawing/2014/main" id="{0FDD6251-B799-573D-AD36-E73ED9DF6430}"/>
                </a:ext>
              </a:extLst>
            </p:cNvPr>
            <p:cNvSpPr>
              <a:spLocks noGrp="1"/>
            </p:cNvSpPr>
            <p:nvPr/>
          </p:nvSpPr>
          <p:spPr>
            <a:xfrm>
              <a:off x="15517534" y="2857916"/>
              <a:ext cx="15284" cy="40639"/>
            </a:xfrm>
            <a:custGeom>
              <a:avLst/>
              <a:gdLst/>
              <a:ahLst/>
              <a:cxnLst/>
              <a:rect l="0" t="0" r="0" b="0"/>
              <a:pathLst>
                <a:path w="15284" h="40639">
                  <a:moveTo>
                    <a:pt x="15284" y="406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27" name="Output_receptor__6026">
              <a:extLst>
                <a:ext uri="{FF2B5EF4-FFF2-40B4-BE49-F238E27FC236}">
                  <a16:creationId xmlns:a16="http://schemas.microsoft.com/office/drawing/2014/main" id="{E5BEA61D-7EE5-8961-62B5-E34F8C9733CA}"/>
                </a:ext>
              </a:extLst>
            </p:cNvPr>
            <p:cNvSpPr>
              <a:spLocks noGrp="1"/>
            </p:cNvSpPr>
            <p:nvPr/>
          </p:nvSpPr>
          <p:spPr>
            <a:xfrm>
              <a:off x="15826932" y="2843629"/>
              <a:ext cx="50443" cy="51693"/>
            </a:xfrm>
            <a:custGeom>
              <a:avLst/>
              <a:gdLst/>
              <a:ahLst/>
              <a:cxnLst/>
              <a:rect l="0" t="0" r="0" b="0"/>
              <a:pathLst>
                <a:path w="50443" h="51693">
                  <a:moveTo>
                    <a:pt x="50443" y="0"/>
                  </a:moveTo>
                  <a:lnTo>
                    <a:pt x="0" y="51693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8" name="Output_receptor__6027">
              <a:extLst>
                <a:ext uri="{FF2B5EF4-FFF2-40B4-BE49-F238E27FC236}">
                  <a16:creationId xmlns:a16="http://schemas.microsoft.com/office/drawing/2014/main" id="{B9B4D06A-E331-160B-1B83-4C4ED1E43A27}"/>
                </a:ext>
              </a:extLst>
            </p:cNvPr>
            <p:cNvSpPr>
              <a:spLocks noGrp="1"/>
            </p:cNvSpPr>
            <p:nvPr/>
          </p:nvSpPr>
          <p:spPr>
            <a:xfrm>
              <a:off x="15882402" y="3130669"/>
              <a:ext cx="41903" cy="59068"/>
            </a:xfrm>
            <a:custGeom>
              <a:avLst/>
              <a:gdLst/>
              <a:ahLst/>
              <a:cxnLst/>
              <a:rect l="0" t="0" r="0" b="0"/>
              <a:pathLst>
                <a:path w="41903" h="59068">
                  <a:moveTo>
                    <a:pt x="41903" y="590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9" name="Output_receptor__6028">
              <a:extLst>
                <a:ext uri="{FF2B5EF4-FFF2-40B4-BE49-F238E27FC236}">
                  <a16:creationId xmlns:a16="http://schemas.microsoft.com/office/drawing/2014/main" id="{FD74640F-B017-FE1F-3163-076A5834D0A5}"/>
                </a:ext>
              </a:extLst>
            </p:cNvPr>
            <p:cNvSpPr>
              <a:spLocks noGrp="1"/>
            </p:cNvSpPr>
            <p:nvPr/>
          </p:nvSpPr>
          <p:spPr>
            <a:xfrm>
              <a:off x="16114580" y="2743617"/>
              <a:ext cx="36345" cy="53804"/>
            </a:xfrm>
            <a:custGeom>
              <a:avLst/>
              <a:gdLst/>
              <a:ahLst/>
              <a:cxnLst/>
              <a:rect l="0" t="0" r="0" b="0"/>
              <a:pathLst>
                <a:path w="36345" h="53804">
                  <a:moveTo>
                    <a:pt x="0" y="0"/>
                  </a:moveTo>
                  <a:lnTo>
                    <a:pt x="36345" y="53804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0" name="Output_receptor__6029">
              <a:extLst>
                <a:ext uri="{FF2B5EF4-FFF2-40B4-BE49-F238E27FC236}">
                  <a16:creationId xmlns:a16="http://schemas.microsoft.com/office/drawing/2014/main" id="{843A088E-619F-FCCA-9624-F417E3515927}"/>
                </a:ext>
              </a:extLst>
            </p:cNvPr>
            <p:cNvSpPr>
              <a:spLocks noGrp="1"/>
            </p:cNvSpPr>
            <p:nvPr/>
          </p:nvSpPr>
          <p:spPr>
            <a:xfrm>
              <a:off x="15696719" y="3312877"/>
              <a:ext cx="12454" cy="50140"/>
            </a:xfrm>
            <a:custGeom>
              <a:avLst/>
              <a:gdLst/>
              <a:ahLst/>
              <a:cxnLst/>
              <a:rect l="0" t="0" r="0" b="0"/>
              <a:pathLst>
                <a:path w="12454" h="50140">
                  <a:moveTo>
                    <a:pt x="12454" y="0"/>
                  </a:moveTo>
                  <a:lnTo>
                    <a:pt x="0" y="5014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31" name="Output_receptor__6030">
              <a:extLst>
                <a:ext uri="{FF2B5EF4-FFF2-40B4-BE49-F238E27FC236}">
                  <a16:creationId xmlns:a16="http://schemas.microsoft.com/office/drawing/2014/main" id="{10218043-4114-D0D8-E7AF-95F498697637}"/>
                </a:ext>
              </a:extLst>
            </p:cNvPr>
            <p:cNvSpPr>
              <a:spLocks noGrp="1"/>
            </p:cNvSpPr>
            <p:nvPr/>
          </p:nvSpPr>
          <p:spPr>
            <a:xfrm>
              <a:off x="15695528" y="2814951"/>
              <a:ext cx="71895" cy="2289"/>
            </a:xfrm>
            <a:custGeom>
              <a:avLst/>
              <a:gdLst/>
              <a:ahLst/>
              <a:cxnLst/>
              <a:rect l="0" t="0" r="0" b="0"/>
              <a:pathLst>
                <a:path w="71895" h="2289">
                  <a:moveTo>
                    <a:pt x="0" y="2289"/>
                  </a:moveTo>
                  <a:lnTo>
                    <a:pt x="71895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2" name="Output_receptor__6031">
              <a:extLst>
                <a:ext uri="{FF2B5EF4-FFF2-40B4-BE49-F238E27FC236}">
                  <a16:creationId xmlns:a16="http://schemas.microsoft.com/office/drawing/2014/main" id="{FC115B8B-BA60-F84E-EEE3-EB7AD317C6F1}"/>
                </a:ext>
              </a:extLst>
            </p:cNvPr>
            <p:cNvSpPr>
              <a:spLocks noGrp="1"/>
            </p:cNvSpPr>
            <p:nvPr/>
          </p:nvSpPr>
          <p:spPr>
            <a:xfrm>
              <a:off x="14987040" y="3109408"/>
              <a:ext cx="26786" cy="57863"/>
            </a:xfrm>
            <a:custGeom>
              <a:avLst/>
              <a:gdLst/>
              <a:ahLst/>
              <a:cxnLst/>
              <a:rect l="0" t="0" r="0" b="0"/>
              <a:pathLst>
                <a:path w="26786" h="57863">
                  <a:moveTo>
                    <a:pt x="0" y="0"/>
                  </a:moveTo>
                  <a:lnTo>
                    <a:pt x="26786" y="57863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3" name="Output_receptor__6032">
              <a:extLst>
                <a:ext uri="{FF2B5EF4-FFF2-40B4-BE49-F238E27FC236}">
                  <a16:creationId xmlns:a16="http://schemas.microsoft.com/office/drawing/2014/main" id="{234509A6-83F7-814A-06CA-32392AF3AF15}"/>
                </a:ext>
              </a:extLst>
            </p:cNvPr>
            <p:cNvSpPr>
              <a:spLocks noGrp="1"/>
            </p:cNvSpPr>
            <p:nvPr/>
          </p:nvSpPr>
          <p:spPr>
            <a:xfrm>
              <a:off x="15882402" y="3087389"/>
              <a:ext cx="57233" cy="43280"/>
            </a:xfrm>
            <a:custGeom>
              <a:avLst/>
              <a:gdLst/>
              <a:ahLst/>
              <a:cxnLst/>
              <a:rect l="0" t="0" r="0" b="0"/>
              <a:pathLst>
                <a:path w="57233" h="43280">
                  <a:moveTo>
                    <a:pt x="0" y="43280"/>
                  </a:moveTo>
                  <a:lnTo>
                    <a:pt x="57233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4" name="Output_receptor__6033">
              <a:extLst>
                <a:ext uri="{FF2B5EF4-FFF2-40B4-BE49-F238E27FC236}">
                  <a16:creationId xmlns:a16="http://schemas.microsoft.com/office/drawing/2014/main" id="{9E2E7867-8736-5938-1435-79D2D7254A03}"/>
                </a:ext>
              </a:extLst>
            </p:cNvPr>
            <p:cNvSpPr>
              <a:spLocks noGrp="1"/>
            </p:cNvSpPr>
            <p:nvPr/>
          </p:nvSpPr>
          <p:spPr>
            <a:xfrm>
              <a:off x="15657825" y="3363017"/>
              <a:ext cx="38894" cy="41885"/>
            </a:xfrm>
            <a:custGeom>
              <a:avLst/>
              <a:gdLst/>
              <a:ahLst/>
              <a:cxnLst/>
              <a:rect l="0" t="0" r="0" b="0"/>
              <a:pathLst>
                <a:path w="38894" h="41885">
                  <a:moveTo>
                    <a:pt x="38894" y="0"/>
                  </a:moveTo>
                  <a:lnTo>
                    <a:pt x="0" y="41885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5" name="Output_receptor__6034">
              <a:extLst>
                <a:ext uri="{FF2B5EF4-FFF2-40B4-BE49-F238E27FC236}">
                  <a16:creationId xmlns:a16="http://schemas.microsoft.com/office/drawing/2014/main" id="{53CB8B3B-FC82-ECBF-37C2-754477DA2171}"/>
                </a:ext>
              </a:extLst>
            </p:cNvPr>
            <p:cNvSpPr>
              <a:spLocks noGrp="1"/>
            </p:cNvSpPr>
            <p:nvPr/>
          </p:nvSpPr>
          <p:spPr>
            <a:xfrm>
              <a:off x="15918087" y="2955811"/>
              <a:ext cx="36948" cy="42698"/>
            </a:xfrm>
            <a:custGeom>
              <a:avLst/>
              <a:gdLst/>
              <a:ahLst/>
              <a:cxnLst/>
              <a:rect l="0" t="0" r="0" b="0"/>
              <a:pathLst>
                <a:path w="36948" h="42698">
                  <a:moveTo>
                    <a:pt x="0" y="42698"/>
                  </a:moveTo>
                  <a:lnTo>
                    <a:pt x="36948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36" name="Output_receptor__6035">
              <a:extLst>
                <a:ext uri="{FF2B5EF4-FFF2-40B4-BE49-F238E27FC236}">
                  <a16:creationId xmlns:a16="http://schemas.microsoft.com/office/drawing/2014/main" id="{9E25D6CF-EE90-EDE9-033D-5D505E3AD337}"/>
                </a:ext>
              </a:extLst>
            </p:cNvPr>
            <p:cNvSpPr>
              <a:spLocks noGrp="1"/>
            </p:cNvSpPr>
            <p:nvPr/>
          </p:nvSpPr>
          <p:spPr>
            <a:xfrm>
              <a:off x="14970918" y="2922192"/>
              <a:ext cx="59380" cy="36807"/>
            </a:xfrm>
            <a:custGeom>
              <a:avLst/>
              <a:gdLst/>
              <a:ahLst/>
              <a:cxnLst/>
              <a:rect l="0" t="0" r="0" b="0"/>
              <a:pathLst>
                <a:path w="59380" h="36807">
                  <a:moveTo>
                    <a:pt x="59380" y="368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37" name="Output_receptor__6036">
              <a:extLst>
                <a:ext uri="{FF2B5EF4-FFF2-40B4-BE49-F238E27FC236}">
                  <a16:creationId xmlns:a16="http://schemas.microsoft.com/office/drawing/2014/main" id="{487D0EA1-B265-1CC2-3A66-968E00744642}"/>
                </a:ext>
              </a:extLst>
            </p:cNvPr>
            <p:cNvSpPr>
              <a:spLocks noGrp="1"/>
            </p:cNvSpPr>
            <p:nvPr/>
          </p:nvSpPr>
          <p:spPr>
            <a:xfrm>
              <a:off x="15040836" y="2857586"/>
              <a:ext cx="37967" cy="30652"/>
            </a:xfrm>
            <a:custGeom>
              <a:avLst/>
              <a:gdLst/>
              <a:ahLst/>
              <a:cxnLst/>
              <a:rect l="0" t="0" r="0" b="0"/>
              <a:pathLst>
                <a:path w="37967" h="30652">
                  <a:moveTo>
                    <a:pt x="37967" y="30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38" name="Output_receptor__6037">
              <a:extLst>
                <a:ext uri="{FF2B5EF4-FFF2-40B4-BE49-F238E27FC236}">
                  <a16:creationId xmlns:a16="http://schemas.microsoft.com/office/drawing/2014/main" id="{5C65E83F-A6B9-6420-6104-6834F80894BA}"/>
                </a:ext>
              </a:extLst>
            </p:cNvPr>
            <p:cNvSpPr>
              <a:spLocks noGrp="1"/>
            </p:cNvSpPr>
            <p:nvPr/>
          </p:nvSpPr>
          <p:spPr>
            <a:xfrm>
              <a:off x="15230669" y="3081799"/>
              <a:ext cx="59266" cy="6441"/>
            </a:xfrm>
            <a:custGeom>
              <a:avLst/>
              <a:gdLst/>
              <a:ahLst/>
              <a:cxnLst/>
              <a:rect l="0" t="0" r="0" b="0"/>
              <a:pathLst>
                <a:path w="59266" h="6441">
                  <a:moveTo>
                    <a:pt x="0" y="0"/>
                  </a:moveTo>
                  <a:lnTo>
                    <a:pt x="59266" y="6441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39" name="Output_receptor__6038">
              <a:extLst>
                <a:ext uri="{FF2B5EF4-FFF2-40B4-BE49-F238E27FC236}">
                  <a16:creationId xmlns:a16="http://schemas.microsoft.com/office/drawing/2014/main" id="{1D869429-41A5-D2B7-BEA9-7A5638A2437B}"/>
                </a:ext>
              </a:extLst>
            </p:cNvPr>
            <p:cNvSpPr>
              <a:spLocks noGrp="1"/>
            </p:cNvSpPr>
            <p:nvPr/>
          </p:nvSpPr>
          <p:spPr>
            <a:xfrm>
              <a:off x="15124489" y="3224005"/>
              <a:ext cx="14946" cy="45545"/>
            </a:xfrm>
            <a:custGeom>
              <a:avLst/>
              <a:gdLst/>
              <a:ahLst/>
              <a:cxnLst/>
              <a:rect l="0" t="0" r="0" b="0"/>
              <a:pathLst>
                <a:path w="14946" h="45545">
                  <a:moveTo>
                    <a:pt x="0" y="45545"/>
                  </a:moveTo>
                  <a:lnTo>
                    <a:pt x="14946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0" name="Output_receptor__6039">
              <a:extLst>
                <a:ext uri="{FF2B5EF4-FFF2-40B4-BE49-F238E27FC236}">
                  <a16:creationId xmlns:a16="http://schemas.microsoft.com/office/drawing/2014/main" id="{EB0A353C-EE5C-CA6A-5D55-CDC6CE9FAB38}"/>
                </a:ext>
              </a:extLst>
            </p:cNvPr>
            <p:cNvSpPr>
              <a:spLocks noGrp="1"/>
            </p:cNvSpPr>
            <p:nvPr/>
          </p:nvSpPr>
          <p:spPr>
            <a:xfrm>
              <a:off x="15856514" y="3367819"/>
              <a:ext cx="10310" cy="12551"/>
            </a:xfrm>
            <a:custGeom>
              <a:avLst/>
              <a:gdLst/>
              <a:ahLst/>
              <a:cxnLst/>
              <a:rect l="0" t="0" r="0" b="0"/>
              <a:pathLst>
                <a:path w="10310" h="12551">
                  <a:moveTo>
                    <a:pt x="0" y="12551"/>
                  </a:moveTo>
                  <a:lnTo>
                    <a:pt x="10310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1" name="Output_receptor__6040">
              <a:extLst>
                <a:ext uri="{FF2B5EF4-FFF2-40B4-BE49-F238E27FC236}">
                  <a16:creationId xmlns:a16="http://schemas.microsoft.com/office/drawing/2014/main" id="{9F13E4BE-93B1-5A46-AC66-4F34BD93E1F1}"/>
                </a:ext>
              </a:extLst>
            </p:cNvPr>
            <p:cNvSpPr>
              <a:spLocks noGrp="1"/>
            </p:cNvSpPr>
            <p:nvPr/>
          </p:nvSpPr>
          <p:spPr>
            <a:xfrm>
              <a:off x="15078803" y="2888238"/>
              <a:ext cx="58057" cy="12589"/>
            </a:xfrm>
            <a:custGeom>
              <a:avLst/>
              <a:gdLst/>
              <a:ahLst/>
              <a:cxnLst/>
              <a:rect l="0" t="0" r="0" b="0"/>
              <a:pathLst>
                <a:path w="58057" h="12589">
                  <a:moveTo>
                    <a:pt x="58057" y="125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2" name="Output_receptor__6041">
              <a:extLst>
                <a:ext uri="{FF2B5EF4-FFF2-40B4-BE49-F238E27FC236}">
                  <a16:creationId xmlns:a16="http://schemas.microsoft.com/office/drawing/2014/main" id="{9624E328-F79F-DFA0-B1AF-FE32CE629A73}"/>
                </a:ext>
              </a:extLst>
            </p:cNvPr>
            <p:cNvSpPr>
              <a:spLocks noGrp="1"/>
            </p:cNvSpPr>
            <p:nvPr/>
          </p:nvSpPr>
          <p:spPr>
            <a:xfrm>
              <a:off x="15531109" y="2999247"/>
              <a:ext cx="13083" cy="69265"/>
            </a:xfrm>
            <a:custGeom>
              <a:avLst/>
              <a:gdLst/>
              <a:ahLst/>
              <a:cxnLst/>
              <a:rect l="0" t="0" r="0" b="0"/>
              <a:pathLst>
                <a:path w="13083" h="69265">
                  <a:moveTo>
                    <a:pt x="13083" y="692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3" name="Output_receptor__6042">
              <a:extLst>
                <a:ext uri="{FF2B5EF4-FFF2-40B4-BE49-F238E27FC236}">
                  <a16:creationId xmlns:a16="http://schemas.microsoft.com/office/drawing/2014/main" id="{498AB4EC-C050-354D-EAE5-807DBD55D787}"/>
                </a:ext>
              </a:extLst>
            </p:cNvPr>
            <p:cNvSpPr>
              <a:spLocks noGrp="1"/>
            </p:cNvSpPr>
            <p:nvPr/>
          </p:nvSpPr>
          <p:spPr>
            <a:xfrm>
              <a:off x="15459893" y="2999247"/>
              <a:ext cx="71216" cy="10256"/>
            </a:xfrm>
            <a:custGeom>
              <a:avLst/>
              <a:gdLst/>
              <a:ahLst/>
              <a:cxnLst/>
              <a:rect l="0" t="0" r="0" b="0"/>
              <a:pathLst>
                <a:path w="71216" h="10256">
                  <a:moveTo>
                    <a:pt x="71216" y="0"/>
                  </a:moveTo>
                  <a:lnTo>
                    <a:pt x="0" y="10256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4" name="Output_receptor__6043">
              <a:extLst>
                <a:ext uri="{FF2B5EF4-FFF2-40B4-BE49-F238E27FC236}">
                  <a16:creationId xmlns:a16="http://schemas.microsoft.com/office/drawing/2014/main" id="{8195D130-5BCC-928B-E1D2-37B22EE26D18}"/>
                </a:ext>
              </a:extLst>
            </p:cNvPr>
            <p:cNvSpPr>
              <a:spLocks noGrp="1"/>
            </p:cNvSpPr>
            <p:nvPr/>
          </p:nvSpPr>
          <p:spPr>
            <a:xfrm>
              <a:off x="15924305" y="3174783"/>
              <a:ext cx="40719" cy="14954"/>
            </a:xfrm>
            <a:custGeom>
              <a:avLst/>
              <a:gdLst/>
              <a:ahLst/>
              <a:cxnLst/>
              <a:rect l="0" t="0" r="0" b="0"/>
              <a:pathLst>
                <a:path w="40719" h="14954">
                  <a:moveTo>
                    <a:pt x="40719" y="0"/>
                  </a:moveTo>
                  <a:lnTo>
                    <a:pt x="0" y="14954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5" name="Output_receptor__6044">
              <a:extLst>
                <a:ext uri="{FF2B5EF4-FFF2-40B4-BE49-F238E27FC236}">
                  <a16:creationId xmlns:a16="http://schemas.microsoft.com/office/drawing/2014/main" id="{C4011B25-EA9A-EA7C-ADAB-A5F7A32D9940}"/>
                </a:ext>
              </a:extLst>
            </p:cNvPr>
            <p:cNvSpPr>
              <a:spLocks noGrp="1"/>
            </p:cNvSpPr>
            <p:nvPr/>
          </p:nvSpPr>
          <p:spPr>
            <a:xfrm>
              <a:off x="15874813" y="2843299"/>
              <a:ext cx="2561" cy="330"/>
            </a:xfrm>
            <a:custGeom>
              <a:avLst/>
              <a:gdLst/>
              <a:ahLst/>
              <a:cxnLst/>
              <a:rect l="0" t="0" r="0" b="0"/>
              <a:pathLst>
                <a:path w="2561" h="330">
                  <a:moveTo>
                    <a:pt x="0" y="0"/>
                  </a:moveTo>
                  <a:lnTo>
                    <a:pt x="2561" y="33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46" name="Output_receptor__6045">
              <a:extLst>
                <a:ext uri="{FF2B5EF4-FFF2-40B4-BE49-F238E27FC236}">
                  <a16:creationId xmlns:a16="http://schemas.microsoft.com/office/drawing/2014/main" id="{7435B735-73E5-5D06-D3F5-60DEE7A83CD8}"/>
                </a:ext>
              </a:extLst>
            </p:cNvPr>
            <p:cNvSpPr>
              <a:spLocks noGrp="1"/>
            </p:cNvSpPr>
            <p:nvPr/>
          </p:nvSpPr>
          <p:spPr>
            <a:xfrm>
              <a:off x="15767423" y="2814951"/>
              <a:ext cx="35242" cy="19430"/>
            </a:xfrm>
            <a:custGeom>
              <a:avLst/>
              <a:gdLst/>
              <a:ahLst/>
              <a:cxnLst/>
              <a:rect l="0" t="0" r="0" b="0"/>
              <a:pathLst>
                <a:path w="35242" h="19430">
                  <a:moveTo>
                    <a:pt x="0" y="0"/>
                  </a:moveTo>
                  <a:lnTo>
                    <a:pt x="35242" y="1943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47" name="Output_receptor__6046">
              <a:extLst>
                <a:ext uri="{FF2B5EF4-FFF2-40B4-BE49-F238E27FC236}">
                  <a16:creationId xmlns:a16="http://schemas.microsoft.com/office/drawing/2014/main" id="{377DDDFC-7769-2E1C-4CA9-46173C5A216E}"/>
                </a:ext>
              </a:extLst>
            </p:cNvPr>
            <p:cNvSpPr>
              <a:spLocks noGrp="1"/>
            </p:cNvSpPr>
            <p:nvPr/>
          </p:nvSpPr>
          <p:spPr>
            <a:xfrm>
              <a:off x="15532817" y="2881253"/>
              <a:ext cx="51913" cy="17302"/>
            </a:xfrm>
            <a:custGeom>
              <a:avLst/>
              <a:gdLst/>
              <a:ahLst/>
              <a:cxnLst/>
              <a:rect l="0" t="0" r="0" b="0"/>
              <a:pathLst>
                <a:path w="51913" h="17302">
                  <a:moveTo>
                    <a:pt x="51913" y="0"/>
                  </a:moveTo>
                  <a:lnTo>
                    <a:pt x="0" y="17302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48" name="Output_receptor__6047">
              <a:extLst>
                <a:ext uri="{FF2B5EF4-FFF2-40B4-BE49-F238E27FC236}">
                  <a16:creationId xmlns:a16="http://schemas.microsoft.com/office/drawing/2014/main" id="{3AE3243E-E940-DCDF-2FDA-48B773043217}"/>
                </a:ext>
              </a:extLst>
            </p:cNvPr>
            <p:cNvSpPr>
              <a:spLocks noGrp="1"/>
            </p:cNvSpPr>
            <p:nvPr/>
          </p:nvSpPr>
          <p:spPr>
            <a:xfrm>
              <a:off x="15070519" y="3212349"/>
              <a:ext cx="68917" cy="11656"/>
            </a:xfrm>
            <a:custGeom>
              <a:avLst/>
              <a:gdLst/>
              <a:ahLst/>
              <a:cxnLst/>
              <a:rect l="0" t="0" r="0" b="0"/>
              <a:pathLst>
                <a:path w="68917" h="11656">
                  <a:moveTo>
                    <a:pt x="68917" y="116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49" name="Output_receptor__6048">
              <a:extLst>
                <a:ext uri="{FF2B5EF4-FFF2-40B4-BE49-F238E27FC236}">
                  <a16:creationId xmlns:a16="http://schemas.microsoft.com/office/drawing/2014/main" id="{5C91FABC-4BCE-EC59-72C3-EFD97D09B3E3}"/>
                </a:ext>
              </a:extLst>
            </p:cNvPr>
            <p:cNvSpPr>
              <a:spLocks noGrp="1"/>
            </p:cNvSpPr>
            <p:nvPr/>
          </p:nvSpPr>
          <p:spPr>
            <a:xfrm>
              <a:off x="15005550" y="3212349"/>
              <a:ext cx="64969" cy="26312"/>
            </a:xfrm>
            <a:custGeom>
              <a:avLst/>
              <a:gdLst/>
              <a:ahLst/>
              <a:cxnLst/>
              <a:rect l="0" t="0" r="0" b="0"/>
              <a:pathLst>
                <a:path w="64969" h="26312">
                  <a:moveTo>
                    <a:pt x="64969" y="0"/>
                  </a:moveTo>
                  <a:lnTo>
                    <a:pt x="0" y="26312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0" name="Output_receptor__6049">
              <a:extLst>
                <a:ext uri="{FF2B5EF4-FFF2-40B4-BE49-F238E27FC236}">
                  <a16:creationId xmlns:a16="http://schemas.microsoft.com/office/drawing/2014/main" id="{ABB81D20-6BDE-EDD1-FF83-BD3571DD5AE1}"/>
                </a:ext>
              </a:extLst>
            </p:cNvPr>
            <p:cNvSpPr>
              <a:spLocks noGrp="1"/>
            </p:cNvSpPr>
            <p:nvPr/>
          </p:nvSpPr>
          <p:spPr>
            <a:xfrm>
              <a:off x="15459893" y="3009504"/>
              <a:ext cx="1216" cy="42950"/>
            </a:xfrm>
            <a:custGeom>
              <a:avLst/>
              <a:gdLst/>
              <a:ahLst/>
              <a:cxnLst/>
              <a:rect l="0" t="0" r="0" b="0"/>
              <a:pathLst>
                <a:path w="1216" h="42950">
                  <a:moveTo>
                    <a:pt x="0" y="0"/>
                  </a:moveTo>
                  <a:lnTo>
                    <a:pt x="1216" y="4295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1" name="Output_receptor__6050">
              <a:extLst>
                <a:ext uri="{FF2B5EF4-FFF2-40B4-BE49-F238E27FC236}">
                  <a16:creationId xmlns:a16="http://schemas.microsoft.com/office/drawing/2014/main" id="{09A695FC-6AA8-A1DE-7EF8-05CC19CD70DD}"/>
                </a:ext>
              </a:extLst>
            </p:cNvPr>
            <p:cNvSpPr>
              <a:spLocks noGrp="1"/>
            </p:cNvSpPr>
            <p:nvPr/>
          </p:nvSpPr>
          <p:spPr>
            <a:xfrm>
              <a:off x="14961112" y="3186009"/>
              <a:ext cx="44438" cy="52652"/>
            </a:xfrm>
            <a:custGeom>
              <a:avLst/>
              <a:gdLst/>
              <a:ahLst/>
              <a:cxnLst/>
              <a:rect l="0" t="0" r="0" b="0"/>
              <a:pathLst>
                <a:path w="44438" h="52652">
                  <a:moveTo>
                    <a:pt x="44438" y="526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2" name="Output_receptor__6051">
              <a:extLst>
                <a:ext uri="{FF2B5EF4-FFF2-40B4-BE49-F238E27FC236}">
                  <a16:creationId xmlns:a16="http://schemas.microsoft.com/office/drawing/2014/main" id="{17E1B356-46AD-72D0-BCC3-151E2C09F0CD}"/>
                </a:ext>
              </a:extLst>
            </p:cNvPr>
            <p:cNvSpPr>
              <a:spLocks noGrp="1"/>
            </p:cNvSpPr>
            <p:nvPr/>
          </p:nvSpPr>
          <p:spPr>
            <a:xfrm>
              <a:off x="14961596" y="3109408"/>
              <a:ext cx="25444" cy="110"/>
            </a:xfrm>
            <a:custGeom>
              <a:avLst/>
              <a:gdLst/>
              <a:ahLst/>
              <a:cxnLst/>
              <a:rect l="0" t="0" r="0" b="0"/>
              <a:pathLst>
                <a:path w="25444" h="110">
                  <a:moveTo>
                    <a:pt x="0" y="110"/>
                  </a:moveTo>
                  <a:lnTo>
                    <a:pt x="25444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3" name="Output_receptor__6052">
              <a:extLst>
                <a:ext uri="{FF2B5EF4-FFF2-40B4-BE49-F238E27FC236}">
                  <a16:creationId xmlns:a16="http://schemas.microsoft.com/office/drawing/2014/main" id="{D344C8B1-18B0-2B79-16DF-3DBA4D1B579C}"/>
                </a:ext>
              </a:extLst>
            </p:cNvPr>
            <p:cNvSpPr>
              <a:spLocks noGrp="1"/>
            </p:cNvSpPr>
            <p:nvPr/>
          </p:nvSpPr>
          <p:spPr>
            <a:xfrm>
              <a:off x="15918087" y="2998510"/>
              <a:ext cx="37435" cy="15835"/>
            </a:xfrm>
            <a:custGeom>
              <a:avLst/>
              <a:gdLst/>
              <a:ahLst/>
              <a:cxnLst/>
              <a:rect l="0" t="0" r="0" b="0"/>
              <a:pathLst>
                <a:path w="37435" h="15835">
                  <a:moveTo>
                    <a:pt x="37435" y="158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54" name="Output_receptor__6053">
              <a:extLst>
                <a:ext uri="{FF2B5EF4-FFF2-40B4-BE49-F238E27FC236}">
                  <a16:creationId xmlns:a16="http://schemas.microsoft.com/office/drawing/2014/main" id="{7CF35E0C-BC6B-057D-A814-2AF015CC9914}"/>
                </a:ext>
              </a:extLst>
            </p:cNvPr>
            <p:cNvSpPr>
              <a:spLocks noGrp="1"/>
            </p:cNvSpPr>
            <p:nvPr/>
          </p:nvSpPr>
          <p:spPr>
            <a:xfrm>
              <a:off x="15253261" y="3088240"/>
              <a:ext cx="36674" cy="8036"/>
            </a:xfrm>
            <a:custGeom>
              <a:avLst/>
              <a:gdLst/>
              <a:ahLst/>
              <a:cxnLst/>
              <a:rect l="0" t="0" r="0" b="0"/>
              <a:pathLst>
                <a:path w="36674" h="8036">
                  <a:moveTo>
                    <a:pt x="36674" y="0"/>
                  </a:moveTo>
                  <a:lnTo>
                    <a:pt x="0" y="8036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5" name="Output_receptor__6054">
              <a:extLst>
                <a:ext uri="{FF2B5EF4-FFF2-40B4-BE49-F238E27FC236}">
                  <a16:creationId xmlns:a16="http://schemas.microsoft.com/office/drawing/2014/main" id="{ED8AB17E-109D-B4F1-400E-86447C08120D}"/>
                </a:ext>
              </a:extLst>
            </p:cNvPr>
            <p:cNvSpPr>
              <a:spLocks noGrp="1"/>
            </p:cNvSpPr>
            <p:nvPr/>
          </p:nvSpPr>
          <p:spPr>
            <a:xfrm>
              <a:off x="15866823" y="3367819"/>
              <a:ext cx="43325" cy="45413"/>
            </a:xfrm>
            <a:custGeom>
              <a:avLst/>
              <a:gdLst/>
              <a:ahLst/>
              <a:cxnLst/>
              <a:rect l="0" t="0" r="0" b="0"/>
              <a:pathLst>
                <a:path w="43325" h="45413">
                  <a:moveTo>
                    <a:pt x="0" y="0"/>
                  </a:moveTo>
                  <a:lnTo>
                    <a:pt x="43325" y="45413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6" name="Output_receptor__6055">
              <a:extLst>
                <a:ext uri="{FF2B5EF4-FFF2-40B4-BE49-F238E27FC236}">
                  <a16:creationId xmlns:a16="http://schemas.microsoft.com/office/drawing/2014/main" id="{0832D6DD-6B67-AEF8-307D-817B6EF31CDC}"/>
                </a:ext>
              </a:extLst>
            </p:cNvPr>
            <p:cNvSpPr>
              <a:spLocks noGrp="1"/>
            </p:cNvSpPr>
            <p:nvPr/>
          </p:nvSpPr>
          <p:spPr>
            <a:xfrm>
              <a:off x="15802666" y="2834381"/>
              <a:ext cx="72148" cy="8918"/>
            </a:xfrm>
            <a:custGeom>
              <a:avLst/>
              <a:gdLst/>
              <a:ahLst/>
              <a:cxnLst/>
              <a:rect l="0" t="0" r="0" b="0"/>
              <a:pathLst>
                <a:path w="72148" h="8918">
                  <a:moveTo>
                    <a:pt x="0" y="0"/>
                  </a:moveTo>
                  <a:lnTo>
                    <a:pt x="72148" y="8918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7" name="Output_receptor__6056">
              <a:extLst>
                <a:ext uri="{FF2B5EF4-FFF2-40B4-BE49-F238E27FC236}">
                  <a16:creationId xmlns:a16="http://schemas.microsoft.com/office/drawing/2014/main" id="{29C0C94A-FD3E-C954-A62E-B51F52559E82}"/>
                </a:ext>
              </a:extLst>
            </p:cNvPr>
            <p:cNvSpPr>
              <a:spLocks noGrp="1"/>
            </p:cNvSpPr>
            <p:nvPr/>
          </p:nvSpPr>
          <p:spPr>
            <a:xfrm>
              <a:off x="15584730" y="2881253"/>
              <a:ext cx="49186" cy="52439"/>
            </a:xfrm>
            <a:custGeom>
              <a:avLst/>
              <a:gdLst/>
              <a:ahLst/>
              <a:cxnLst/>
              <a:rect l="0" t="0" r="0" b="0"/>
              <a:pathLst>
                <a:path w="49186" h="52439">
                  <a:moveTo>
                    <a:pt x="49186" y="52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8" name="Output_receptor__6057">
              <a:extLst>
                <a:ext uri="{FF2B5EF4-FFF2-40B4-BE49-F238E27FC236}">
                  <a16:creationId xmlns:a16="http://schemas.microsoft.com/office/drawing/2014/main" id="{657FC421-0C80-699E-B817-2FABBFFFD459}"/>
                </a:ext>
              </a:extLst>
            </p:cNvPr>
            <p:cNvSpPr>
              <a:spLocks noGrp="1"/>
            </p:cNvSpPr>
            <p:nvPr/>
          </p:nvSpPr>
          <p:spPr>
            <a:xfrm>
              <a:off x="15906478" y="3157002"/>
              <a:ext cx="58546" cy="17781"/>
            </a:xfrm>
            <a:custGeom>
              <a:avLst/>
              <a:gdLst/>
              <a:ahLst/>
              <a:cxnLst/>
              <a:rect l="0" t="0" r="0" b="0"/>
              <a:pathLst>
                <a:path w="58546" h="17781">
                  <a:moveTo>
                    <a:pt x="0" y="0"/>
                  </a:moveTo>
                  <a:lnTo>
                    <a:pt x="58546" y="17781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59" name="Output_receptor__6058">
              <a:extLst>
                <a:ext uri="{FF2B5EF4-FFF2-40B4-BE49-F238E27FC236}">
                  <a16:creationId xmlns:a16="http://schemas.microsoft.com/office/drawing/2014/main" id="{FE472A6B-CCE3-7E01-C233-BACB573CC675}"/>
                </a:ext>
              </a:extLst>
            </p:cNvPr>
            <p:cNvSpPr>
              <a:spLocks noGrp="1"/>
            </p:cNvSpPr>
            <p:nvPr/>
          </p:nvSpPr>
          <p:spPr>
            <a:xfrm>
              <a:off x="15576329" y="3025421"/>
              <a:ext cx="53559" cy="48023"/>
            </a:xfrm>
            <a:custGeom>
              <a:avLst/>
              <a:gdLst/>
              <a:ahLst/>
              <a:cxnLst/>
              <a:rect l="0" t="0" r="0" b="0"/>
              <a:pathLst>
                <a:path w="53559" h="48023">
                  <a:moveTo>
                    <a:pt x="0" y="0"/>
                  </a:moveTo>
                  <a:lnTo>
                    <a:pt x="53559" y="48023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60" name="Output_receptor__6059">
              <a:extLst>
                <a:ext uri="{FF2B5EF4-FFF2-40B4-BE49-F238E27FC236}">
                  <a16:creationId xmlns:a16="http://schemas.microsoft.com/office/drawing/2014/main" id="{41B8FF19-69BC-213F-8B5F-DCA26862BE8F}"/>
                </a:ext>
              </a:extLst>
            </p:cNvPr>
            <p:cNvSpPr>
              <a:spLocks noGrp="1"/>
            </p:cNvSpPr>
            <p:nvPr/>
          </p:nvSpPr>
          <p:spPr>
            <a:xfrm>
              <a:off x="15874600" y="3157002"/>
              <a:ext cx="31879" cy="61620"/>
            </a:xfrm>
            <a:custGeom>
              <a:avLst/>
              <a:gdLst/>
              <a:ahLst/>
              <a:cxnLst/>
              <a:rect l="0" t="0" r="0" b="0"/>
              <a:pathLst>
                <a:path w="31879" h="61620">
                  <a:moveTo>
                    <a:pt x="0" y="61620"/>
                  </a:moveTo>
                  <a:lnTo>
                    <a:pt x="31879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61" name="Output_receptor__6060">
              <a:extLst>
                <a:ext uri="{FF2B5EF4-FFF2-40B4-BE49-F238E27FC236}">
                  <a16:creationId xmlns:a16="http://schemas.microsoft.com/office/drawing/2014/main" id="{5BC1B60F-DF83-E54A-CA8B-E412E4D06CCF}"/>
                </a:ext>
              </a:extLst>
            </p:cNvPr>
            <p:cNvSpPr>
              <a:spLocks noGrp="1"/>
            </p:cNvSpPr>
            <p:nvPr/>
          </p:nvSpPr>
          <p:spPr>
            <a:xfrm>
              <a:off x="15874600" y="3218623"/>
              <a:ext cx="58217" cy="36301"/>
            </a:xfrm>
            <a:custGeom>
              <a:avLst/>
              <a:gdLst/>
              <a:ahLst/>
              <a:cxnLst/>
              <a:rect l="0" t="0" r="0" b="0"/>
              <a:pathLst>
                <a:path w="58217" h="36301">
                  <a:moveTo>
                    <a:pt x="58217" y="36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62" name="Output_receptor__6061">
              <a:extLst>
                <a:ext uri="{FF2B5EF4-FFF2-40B4-BE49-F238E27FC236}">
                  <a16:creationId xmlns:a16="http://schemas.microsoft.com/office/drawing/2014/main" id="{A5E5B1A9-EFF5-D16A-B59A-8D993DC128CA}"/>
                </a:ext>
              </a:extLst>
            </p:cNvPr>
            <p:cNvSpPr>
              <a:spLocks noGrp="1"/>
            </p:cNvSpPr>
            <p:nvPr/>
          </p:nvSpPr>
          <p:spPr>
            <a:xfrm>
              <a:off x="15629888" y="3025016"/>
              <a:ext cx="51497" cy="48427"/>
            </a:xfrm>
            <a:custGeom>
              <a:avLst/>
              <a:gdLst/>
              <a:ahLst/>
              <a:cxnLst/>
              <a:rect l="0" t="0" r="0" b="0"/>
              <a:pathLst>
                <a:path w="51497" h="48427">
                  <a:moveTo>
                    <a:pt x="0" y="48427"/>
                  </a:moveTo>
                  <a:lnTo>
                    <a:pt x="51497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63" name="Output_receptor__6062">
              <a:extLst>
                <a:ext uri="{FF2B5EF4-FFF2-40B4-BE49-F238E27FC236}">
                  <a16:creationId xmlns:a16="http://schemas.microsoft.com/office/drawing/2014/main" id="{ABD5B058-044C-44DE-BFCA-1416BE02E90B}"/>
                </a:ext>
              </a:extLst>
            </p:cNvPr>
            <p:cNvSpPr>
              <a:spLocks noGrp="1"/>
            </p:cNvSpPr>
            <p:nvPr/>
          </p:nvSpPr>
          <p:spPr>
            <a:xfrm>
              <a:off x="15633917" y="2925945"/>
              <a:ext cx="57697" cy="7746"/>
            </a:xfrm>
            <a:custGeom>
              <a:avLst/>
              <a:gdLst/>
              <a:ahLst/>
              <a:cxnLst/>
              <a:rect l="0" t="0" r="0" b="0"/>
              <a:pathLst>
                <a:path w="57697" h="7746">
                  <a:moveTo>
                    <a:pt x="57697" y="0"/>
                  </a:moveTo>
                  <a:lnTo>
                    <a:pt x="0" y="7746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4" name="Output_receptor__6063">
              <a:extLst>
                <a:ext uri="{FF2B5EF4-FFF2-40B4-BE49-F238E27FC236}">
                  <a16:creationId xmlns:a16="http://schemas.microsoft.com/office/drawing/2014/main" id="{EEFB773E-0061-5678-37F2-AA99928E964D}"/>
                </a:ext>
              </a:extLst>
            </p:cNvPr>
            <p:cNvSpPr>
              <a:spLocks noGrp="1"/>
            </p:cNvSpPr>
            <p:nvPr/>
          </p:nvSpPr>
          <p:spPr>
            <a:xfrm>
              <a:off x="14961112" y="3165224"/>
              <a:ext cx="26560" cy="20784"/>
            </a:xfrm>
            <a:custGeom>
              <a:avLst/>
              <a:gdLst/>
              <a:ahLst/>
              <a:cxnLst/>
              <a:rect l="0" t="0" r="0" b="0"/>
              <a:pathLst>
                <a:path w="26560" h="20784">
                  <a:moveTo>
                    <a:pt x="0" y="20784"/>
                  </a:moveTo>
                  <a:lnTo>
                    <a:pt x="26560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5" name="Output_receptor__6064">
              <a:extLst>
                <a:ext uri="{FF2B5EF4-FFF2-40B4-BE49-F238E27FC236}">
                  <a16:creationId xmlns:a16="http://schemas.microsoft.com/office/drawing/2014/main" id="{1924E4DA-345A-EE88-2863-B64CDAF52D23}"/>
                </a:ext>
              </a:extLst>
            </p:cNvPr>
            <p:cNvSpPr>
              <a:spLocks noGrp="1"/>
            </p:cNvSpPr>
            <p:nvPr/>
          </p:nvSpPr>
          <p:spPr>
            <a:xfrm>
              <a:off x="14953498" y="3037437"/>
              <a:ext cx="8098" cy="72081"/>
            </a:xfrm>
            <a:custGeom>
              <a:avLst/>
              <a:gdLst/>
              <a:ahLst/>
              <a:cxnLst/>
              <a:rect l="0" t="0" r="0" b="0"/>
              <a:pathLst>
                <a:path w="8098" h="72081">
                  <a:moveTo>
                    <a:pt x="0" y="0"/>
                  </a:moveTo>
                  <a:lnTo>
                    <a:pt x="8098" y="72081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66" name="Output_receptor__6065">
              <a:extLst>
                <a:ext uri="{FF2B5EF4-FFF2-40B4-BE49-F238E27FC236}">
                  <a16:creationId xmlns:a16="http://schemas.microsoft.com/office/drawing/2014/main" id="{D86F1369-4E2E-F038-ECF4-23290C9BF8A7}"/>
                </a:ext>
              </a:extLst>
            </p:cNvPr>
            <p:cNvSpPr>
              <a:spLocks noGrp="1"/>
            </p:cNvSpPr>
            <p:nvPr/>
          </p:nvSpPr>
          <p:spPr>
            <a:xfrm>
              <a:off x="15516350" y="3025421"/>
              <a:ext cx="59979" cy="143"/>
            </a:xfrm>
            <a:custGeom>
              <a:avLst/>
              <a:gdLst/>
              <a:ahLst/>
              <a:cxnLst/>
              <a:rect l="0" t="0" r="0" b="0"/>
              <a:pathLst>
                <a:path w="59979" h="143">
                  <a:moveTo>
                    <a:pt x="0" y="143"/>
                  </a:moveTo>
                  <a:lnTo>
                    <a:pt x="59979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7" name="Output_receptor__6066">
              <a:extLst>
                <a:ext uri="{FF2B5EF4-FFF2-40B4-BE49-F238E27FC236}">
                  <a16:creationId xmlns:a16="http://schemas.microsoft.com/office/drawing/2014/main" id="{279CE003-4349-7528-735E-4E4B527AC11C}"/>
                </a:ext>
              </a:extLst>
            </p:cNvPr>
            <p:cNvSpPr>
              <a:spLocks noGrp="1"/>
            </p:cNvSpPr>
            <p:nvPr/>
          </p:nvSpPr>
          <p:spPr>
            <a:xfrm>
              <a:off x="15461108" y="3025563"/>
              <a:ext cx="55242" cy="26890"/>
            </a:xfrm>
            <a:custGeom>
              <a:avLst/>
              <a:gdLst/>
              <a:ahLst/>
              <a:cxnLst/>
              <a:rect l="0" t="0" r="0" b="0"/>
              <a:pathLst>
                <a:path w="55242" h="26890">
                  <a:moveTo>
                    <a:pt x="0" y="26890"/>
                  </a:moveTo>
                  <a:lnTo>
                    <a:pt x="55242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8" name="Output_receptor__6067">
              <a:extLst>
                <a:ext uri="{FF2B5EF4-FFF2-40B4-BE49-F238E27FC236}">
                  <a16:creationId xmlns:a16="http://schemas.microsoft.com/office/drawing/2014/main" id="{E4F6B295-49E6-302D-8B5A-03CDD426FE7D}"/>
                </a:ext>
              </a:extLst>
            </p:cNvPr>
            <p:cNvSpPr>
              <a:spLocks noGrp="1"/>
            </p:cNvSpPr>
            <p:nvPr/>
          </p:nvSpPr>
          <p:spPr>
            <a:xfrm>
              <a:off x="15856389" y="2989461"/>
              <a:ext cx="17544" cy="68639"/>
            </a:xfrm>
            <a:custGeom>
              <a:avLst/>
              <a:gdLst/>
              <a:ahLst/>
              <a:cxnLst/>
              <a:rect l="0" t="0" r="0" b="0"/>
              <a:pathLst>
                <a:path w="17544" h="68639">
                  <a:moveTo>
                    <a:pt x="17544" y="68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69" name="Output_receptor__6068">
              <a:extLst>
                <a:ext uri="{FF2B5EF4-FFF2-40B4-BE49-F238E27FC236}">
                  <a16:creationId xmlns:a16="http://schemas.microsoft.com/office/drawing/2014/main" id="{9F6410A8-FBF9-3760-E8CB-FEE5448FAC12}"/>
                </a:ext>
              </a:extLst>
            </p:cNvPr>
            <p:cNvSpPr>
              <a:spLocks noGrp="1"/>
            </p:cNvSpPr>
            <p:nvPr/>
          </p:nvSpPr>
          <p:spPr>
            <a:xfrm>
              <a:off x="15856670" y="3413231"/>
              <a:ext cx="53479" cy="20317"/>
            </a:xfrm>
            <a:custGeom>
              <a:avLst/>
              <a:gdLst/>
              <a:ahLst/>
              <a:cxnLst/>
              <a:rect l="0" t="0" r="0" b="0"/>
              <a:pathLst>
                <a:path w="53479" h="20317">
                  <a:moveTo>
                    <a:pt x="53479" y="0"/>
                  </a:moveTo>
                  <a:lnTo>
                    <a:pt x="0" y="20317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0" name="Output_receptor__6069">
              <a:extLst>
                <a:ext uri="{FF2B5EF4-FFF2-40B4-BE49-F238E27FC236}">
                  <a16:creationId xmlns:a16="http://schemas.microsoft.com/office/drawing/2014/main" id="{A8B6782B-9AF3-1360-562E-5460E0814D95}"/>
                </a:ext>
              </a:extLst>
            </p:cNvPr>
            <p:cNvSpPr>
              <a:spLocks noGrp="1"/>
            </p:cNvSpPr>
            <p:nvPr/>
          </p:nvSpPr>
          <p:spPr>
            <a:xfrm>
              <a:off x="15136609" y="2989444"/>
              <a:ext cx="11266" cy="68995"/>
            </a:xfrm>
            <a:custGeom>
              <a:avLst/>
              <a:gdLst/>
              <a:ahLst/>
              <a:cxnLst/>
              <a:rect l="0" t="0" r="0" b="0"/>
              <a:pathLst>
                <a:path w="11266" h="68995">
                  <a:moveTo>
                    <a:pt x="11266" y="0"/>
                  </a:moveTo>
                  <a:lnTo>
                    <a:pt x="0" y="68995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1" name="Output_receptor__6070">
              <a:extLst>
                <a:ext uri="{FF2B5EF4-FFF2-40B4-BE49-F238E27FC236}">
                  <a16:creationId xmlns:a16="http://schemas.microsoft.com/office/drawing/2014/main" id="{B8BDCE90-89BA-B533-2632-FA04FEE58B24}"/>
                </a:ext>
              </a:extLst>
            </p:cNvPr>
            <p:cNvSpPr>
              <a:spLocks noGrp="1"/>
            </p:cNvSpPr>
            <p:nvPr/>
          </p:nvSpPr>
          <p:spPr>
            <a:xfrm>
              <a:off x="15917682" y="2965732"/>
              <a:ext cx="37840" cy="48613"/>
            </a:xfrm>
            <a:custGeom>
              <a:avLst/>
              <a:gdLst/>
              <a:ahLst/>
              <a:cxnLst/>
              <a:rect l="0" t="0" r="0" b="0"/>
              <a:pathLst>
                <a:path w="37840" h="48613">
                  <a:moveTo>
                    <a:pt x="0" y="0"/>
                  </a:moveTo>
                  <a:lnTo>
                    <a:pt x="37840" y="48613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2" name="Output_receptor__6071">
              <a:extLst>
                <a:ext uri="{FF2B5EF4-FFF2-40B4-BE49-F238E27FC236}">
                  <a16:creationId xmlns:a16="http://schemas.microsoft.com/office/drawing/2014/main" id="{8963B0AB-F536-4843-E2C2-C3127306798C}"/>
                </a:ext>
              </a:extLst>
            </p:cNvPr>
            <p:cNvSpPr>
              <a:spLocks noGrp="1"/>
            </p:cNvSpPr>
            <p:nvPr/>
          </p:nvSpPr>
          <p:spPr>
            <a:xfrm>
              <a:off x="15243700" y="3004168"/>
              <a:ext cx="71484" cy="11643"/>
            </a:xfrm>
            <a:custGeom>
              <a:avLst/>
              <a:gdLst/>
              <a:ahLst/>
              <a:cxnLst/>
              <a:rect l="0" t="0" r="0" b="0"/>
              <a:pathLst>
                <a:path w="71484" h="11643">
                  <a:moveTo>
                    <a:pt x="71484" y="116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3" name="Output_receptor__6072">
              <a:extLst>
                <a:ext uri="{FF2B5EF4-FFF2-40B4-BE49-F238E27FC236}">
                  <a16:creationId xmlns:a16="http://schemas.microsoft.com/office/drawing/2014/main" id="{90D6C5A7-580E-488C-E119-CF8F56B8A94A}"/>
                </a:ext>
              </a:extLst>
            </p:cNvPr>
            <p:cNvSpPr>
              <a:spLocks noGrp="1"/>
            </p:cNvSpPr>
            <p:nvPr/>
          </p:nvSpPr>
          <p:spPr>
            <a:xfrm>
              <a:off x="15702625" y="3083573"/>
              <a:ext cx="48974" cy="53062"/>
            </a:xfrm>
            <a:custGeom>
              <a:avLst/>
              <a:gdLst/>
              <a:ahLst/>
              <a:cxnLst/>
              <a:rect l="0" t="0" r="0" b="0"/>
              <a:pathLst>
                <a:path w="48974" h="53062">
                  <a:moveTo>
                    <a:pt x="0" y="53062"/>
                  </a:moveTo>
                  <a:lnTo>
                    <a:pt x="48974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4" name="Output_receptor__6073">
              <a:extLst>
                <a:ext uri="{FF2B5EF4-FFF2-40B4-BE49-F238E27FC236}">
                  <a16:creationId xmlns:a16="http://schemas.microsoft.com/office/drawing/2014/main" id="{38985ADD-D85E-8E2E-3B30-35A49F82171F}"/>
                </a:ext>
              </a:extLst>
            </p:cNvPr>
            <p:cNvSpPr>
              <a:spLocks noGrp="1"/>
            </p:cNvSpPr>
            <p:nvPr/>
          </p:nvSpPr>
          <p:spPr>
            <a:xfrm>
              <a:off x="15118894" y="3277747"/>
              <a:ext cx="71278" cy="12549"/>
            </a:xfrm>
            <a:custGeom>
              <a:avLst/>
              <a:gdLst/>
              <a:ahLst/>
              <a:cxnLst/>
              <a:rect l="0" t="0" r="0" b="0"/>
              <a:pathLst>
                <a:path w="71278" h="12549">
                  <a:moveTo>
                    <a:pt x="0" y="12549"/>
                  </a:moveTo>
                  <a:lnTo>
                    <a:pt x="71278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5" name="Output_receptor__6074">
              <a:extLst>
                <a:ext uri="{FF2B5EF4-FFF2-40B4-BE49-F238E27FC236}">
                  <a16:creationId xmlns:a16="http://schemas.microsoft.com/office/drawing/2014/main" id="{DE206D74-7FE5-02A4-DF66-D28986520FEE}"/>
                </a:ext>
              </a:extLst>
            </p:cNvPr>
            <p:cNvSpPr>
              <a:spLocks noGrp="1"/>
            </p:cNvSpPr>
            <p:nvPr/>
          </p:nvSpPr>
          <p:spPr>
            <a:xfrm>
              <a:off x="15048786" y="2994221"/>
              <a:ext cx="9750" cy="56887"/>
            </a:xfrm>
            <a:custGeom>
              <a:avLst/>
              <a:gdLst/>
              <a:ahLst/>
              <a:cxnLst/>
              <a:rect l="0" t="0" r="0" b="0"/>
              <a:pathLst>
                <a:path w="9750" h="56887">
                  <a:moveTo>
                    <a:pt x="9750" y="0"/>
                  </a:moveTo>
                  <a:lnTo>
                    <a:pt x="0" y="56887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6" name="Output_receptor__6075">
              <a:extLst>
                <a:ext uri="{FF2B5EF4-FFF2-40B4-BE49-F238E27FC236}">
                  <a16:creationId xmlns:a16="http://schemas.microsoft.com/office/drawing/2014/main" id="{1CDEC39D-F403-056C-A848-D513AFF152F9}"/>
                </a:ext>
              </a:extLst>
            </p:cNvPr>
            <p:cNvSpPr>
              <a:spLocks noGrp="1"/>
            </p:cNvSpPr>
            <p:nvPr/>
          </p:nvSpPr>
          <p:spPr>
            <a:xfrm>
              <a:off x="15856389" y="2965732"/>
              <a:ext cx="61293" cy="23729"/>
            </a:xfrm>
            <a:custGeom>
              <a:avLst/>
              <a:gdLst/>
              <a:ahLst/>
              <a:cxnLst/>
              <a:rect l="0" t="0" r="0" b="0"/>
              <a:pathLst>
                <a:path w="61293" h="23729">
                  <a:moveTo>
                    <a:pt x="0" y="23729"/>
                  </a:moveTo>
                  <a:lnTo>
                    <a:pt x="61293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7" name="Output_receptor__6076">
              <a:extLst>
                <a:ext uri="{FF2B5EF4-FFF2-40B4-BE49-F238E27FC236}">
                  <a16:creationId xmlns:a16="http://schemas.microsoft.com/office/drawing/2014/main" id="{A2962A0F-D70D-089B-EA69-A26F52977F2E}"/>
                </a:ext>
              </a:extLst>
            </p:cNvPr>
            <p:cNvSpPr>
              <a:spLocks noGrp="1"/>
            </p:cNvSpPr>
            <p:nvPr/>
          </p:nvSpPr>
          <p:spPr>
            <a:xfrm>
              <a:off x="15253261" y="3084061"/>
              <a:ext cx="57531" cy="12215"/>
            </a:xfrm>
            <a:custGeom>
              <a:avLst/>
              <a:gdLst/>
              <a:ahLst/>
              <a:cxnLst/>
              <a:rect l="0" t="0" r="0" b="0"/>
              <a:pathLst>
                <a:path w="57531" h="12215">
                  <a:moveTo>
                    <a:pt x="0" y="12215"/>
                  </a:moveTo>
                  <a:lnTo>
                    <a:pt x="57531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8" name="Output_receptor__6077">
              <a:extLst>
                <a:ext uri="{FF2B5EF4-FFF2-40B4-BE49-F238E27FC236}">
                  <a16:creationId xmlns:a16="http://schemas.microsoft.com/office/drawing/2014/main" id="{95D969DF-4D22-324D-B6F4-0E92A2149139}"/>
                </a:ext>
              </a:extLst>
            </p:cNvPr>
            <p:cNvSpPr>
              <a:spLocks noGrp="1"/>
            </p:cNvSpPr>
            <p:nvPr/>
          </p:nvSpPr>
          <p:spPr>
            <a:xfrm>
              <a:off x="15032114" y="3051108"/>
              <a:ext cx="16672" cy="38582"/>
            </a:xfrm>
            <a:custGeom>
              <a:avLst/>
              <a:gdLst/>
              <a:ahLst/>
              <a:cxnLst/>
              <a:rect l="0" t="0" r="0" b="0"/>
              <a:pathLst>
                <a:path w="16672" h="38582">
                  <a:moveTo>
                    <a:pt x="16672" y="0"/>
                  </a:moveTo>
                  <a:lnTo>
                    <a:pt x="0" y="38582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9" name="Output_receptor__6078">
              <a:extLst>
                <a:ext uri="{FF2B5EF4-FFF2-40B4-BE49-F238E27FC236}">
                  <a16:creationId xmlns:a16="http://schemas.microsoft.com/office/drawing/2014/main" id="{88B7A8DD-8BCA-D5C7-8A0A-8AD22F8165DA}"/>
                </a:ext>
              </a:extLst>
            </p:cNvPr>
            <p:cNvSpPr>
              <a:spLocks noGrp="1"/>
            </p:cNvSpPr>
            <p:nvPr/>
          </p:nvSpPr>
          <p:spPr>
            <a:xfrm>
              <a:off x="15681385" y="2985694"/>
              <a:ext cx="1397" cy="39323"/>
            </a:xfrm>
            <a:custGeom>
              <a:avLst/>
              <a:gdLst/>
              <a:ahLst/>
              <a:cxnLst/>
              <a:rect l="0" t="0" r="0" b="0"/>
              <a:pathLst>
                <a:path w="1397" h="39323">
                  <a:moveTo>
                    <a:pt x="0" y="39323"/>
                  </a:moveTo>
                  <a:lnTo>
                    <a:pt x="1397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0" name="Output_receptor__6079">
              <a:extLst>
                <a:ext uri="{FF2B5EF4-FFF2-40B4-BE49-F238E27FC236}">
                  <a16:creationId xmlns:a16="http://schemas.microsoft.com/office/drawing/2014/main" id="{095C3A01-71FD-CE75-6FFA-A8A2A3BA4CF1}"/>
                </a:ext>
              </a:extLst>
            </p:cNvPr>
            <p:cNvSpPr>
              <a:spLocks noGrp="1"/>
            </p:cNvSpPr>
            <p:nvPr/>
          </p:nvSpPr>
          <p:spPr>
            <a:xfrm>
              <a:off x="15310791" y="3015811"/>
              <a:ext cx="4393" cy="68250"/>
            </a:xfrm>
            <a:custGeom>
              <a:avLst/>
              <a:gdLst/>
              <a:ahLst/>
              <a:cxnLst/>
              <a:rect l="0" t="0" r="0" b="0"/>
              <a:pathLst>
                <a:path w="4393" h="68250">
                  <a:moveTo>
                    <a:pt x="0" y="68250"/>
                  </a:moveTo>
                  <a:lnTo>
                    <a:pt x="4393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1" name="Output_receptor__6080">
              <a:extLst>
                <a:ext uri="{FF2B5EF4-FFF2-40B4-BE49-F238E27FC236}">
                  <a16:creationId xmlns:a16="http://schemas.microsoft.com/office/drawing/2014/main" id="{F5BBAE04-209A-4C97-4F10-5534691ECC7D}"/>
                </a:ext>
              </a:extLst>
            </p:cNvPr>
            <p:cNvSpPr>
              <a:spLocks noGrp="1"/>
            </p:cNvSpPr>
            <p:nvPr/>
          </p:nvSpPr>
          <p:spPr>
            <a:xfrm>
              <a:off x="15097903" y="3226931"/>
              <a:ext cx="20991" cy="63365"/>
            </a:xfrm>
            <a:custGeom>
              <a:avLst/>
              <a:gdLst/>
              <a:ahLst/>
              <a:cxnLst/>
              <a:rect l="0" t="0" r="0" b="0"/>
              <a:pathLst>
                <a:path w="20991" h="63365">
                  <a:moveTo>
                    <a:pt x="0" y="0"/>
                  </a:moveTo>
                  <a:lnTo>
                    <a:pt x="20991" y="63365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2" name="Output_receptor__6081">
              <a:extLst>
                <a:ext uri="{FF2B5EF4-FFF2-40B4-BE49-F238E27FC236}">
                  <a16:creationId xmlns:a16="http://schemas.microsoft.com/office/drawing/2014/main" id="{236A1563-CC7F-508E-8650-698BE7C9DBC8}"/>
                </a:ext>
              </a:extLst>
            </p:cNvPr>
            <p:cNvSpPr>
              <a:spLocks noGrp="1"/>
            </p:cNvSpPr>
            <p:nvPr/>
          </p:nvSpPr>
          <p:spPr>
            <a:xfrm>
              <a:off x="15927048" y="3218592"/>
              <a:ext cx="5769" cy="36331"/>
            </a:xfrm>
            <a:custGeom>
              <a:avLst/>
              <a:gdLst/>
              <a:ahLst/>
              <a:cxnLst/>
              <a:rect l="0" t="0" r="0" b="0"/>
              <a:pathLst>
                <a:path w="5769" h="36331">
                  <a:moveTo>
                    <a:pt x="0" y="0"/>
                  </a:moveTo>
                  <a:lnTo>
                    <a:pt x="5769" y="36331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3" name="Output_receptor__6082">
              <a:extLst>
                <a:ext uri="{FF2B5EF4-FFF2-40B4-BE49-F238E27FC236}">
                  <a16:creationId xmlns:a16="http://schemas.microsoft.com/office/drawing/2014/main" id="{8A95C3B3-C7E3-253B-B48F-BB723E038B79}"/>
                </a:ext>
              </a:extLst>
            </p:cNvPr>
            <p:cNvSpPr>
              <a:spLocks noGrp="1"/>
            </p:cNvSpPr>
            <p:nvPr/>
          </p:nvSpPr>
          <p:spPr>
            <a:xfrm>
              <a:off x="15654054" y="3113642"/>
              <a:ext cx="48571" cy="22994"/>
            </a:xfrm>
            <a:custGeom>
              <a:avLst/>
              <a:gdLst/>
              <a:ahLst/>
              <a:cxnLst/>
              <a:rect l="0" t="0" r="0" b="0"/>
              <a:pathLst>
                <a:path w="48571" h="22994">
                  <a:moveTo>
                    <a:pt x="0" y="0"/>
                  </a:moveTo>
                  <a:lnTo>
                    <a:pt x="48571" y="22994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4" name="Output_receptor__6083">
              <a:extLst>
                <a:ext uri="{FF2B5EF4-FFF2-40B4-BE49-F238E27FC236}">
                  <a16:creationId xmlns:a16="http://schemas.microsoft.com/office/drawing/2014/main" id="{72DD91DF-447B-4E17-A85A-786C794C1C35}"/>
                </a:ext>
              </a:extLst>
            </p:cNvPr>
            <p:cNvSpPr>
              <a:spLocks noGrp="1"/>
            </p:cNvSpPr>
            <p:nvPr/>
          </p:nvSpPr>
          <p:spPr>
            <a:xfrm>
              <a:off x="14953498" y="3037437"/>
              <a:ext cx="29540" cy="1927"/>
            </a:xfrm>
            <a:custGeom>
              <a:avLst/>
              <a:gdLst/>
              <a:ahLst/>
              <a:cxnLst/>
              <a:rect l="0" t="0" r="0" b="0"/>
              <a:pathLst>
                <a:path w="29540" h="1927">
                  <a:moveTo>
                    <a:pt x="29540" y="19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5" name="Output_receptor__6084">
              <a:extLst>
                <a:ext uri="{FF2B5EF4-FFF2-40B4-BE49-F238E27FC236}">
                  <a16:creationId xmlns:a16="http://schemas.microsoft.com/office/drawing/2014/main" id="{1E22516F-2F38-D6A5-5394-B9AEC9C946EC}"/>
                </a:ext>
              </a:extLst>
            </p:cNvPr>
            <p:cNvSpPr>
              <a:spLocks noGrp="1"/>
            </p:cNvSpPr>
            <p:nvPr/>
          </p:nvSpPr>
          <p:spPr>
            <a:xfrm>
              <a:off x="15682782" y="2925945"/>
              <a:ext cx="8831" cy="59748"/>
            </a:xfrm>
            <a:custGeom>
              <a:avLst/>
              <a:gdLst/>
              <a:ahLst/>
              <a:cxnLst/>
              <a:rect l="0" t="0" r="0" b="0"/>
              <a:pathLst>
                <a:path w="8831" h="59748">
                  <a:moveTo>
                    <a:pt x="0" y="59748"/>
                  </a:moveTo>
                  <a:lnTo>
                    <a:pt x="8831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6" name="Output_receptor__6085">
              <a:extLst>
                <a:ext uri="{FF2B5EF4-FFF2-40B4-BE49-F238E27FC236}">
                  <a16:creationId xmlns:a16="http://schemas.microsoft.com/office/drawing/2014/main" id="{44417445-D32B-CD56-15CB-FF3799893DDA}"/>
                </a:ext>
              </a:extLst>
            </p:cNvPr>
            <p:cNvSpPr>
              <a:spLocks noGrp="1"/>
            </p:cNvSpPr>
            <p:nvPr/>
          </p:nvSpPr>
          <p:spPr>
            <a:xfrm>
              <a:off x="15147875" y="2971048"/>
              <a:ext cx="18744" cy="18396"/>
            </a:xfrm>
            <a:custGeom>
              <a:avLst/>
              <a:gdLst/>
              <a:ahLst/>
              <a:cxnLst/>
              <a:rect l="0" t="0" r="0" b="0"/>
              <a:pathLst>
                <a:path w="18744" h="18396">
                  <a:moveTo>
                    <a:pt x="18744" y="0"/>
                  </a:moveTo>
                  <a:lnTo>
                    <a:pt x="0" y="18396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7" name="Output_receptor__6086">
              <a:extLst>
                <a:ext uri="{FF2B5EF4-FFF2-40B4-BE49-F238E27FC236}">
                  <a16:creationId xmlns:a16="http://schemas.microsoft.com/office/drawing/2014/main" id="{8F7238FE-0DC0-0187-ABB1-07438E91E96F}"/>
                </a:ext>
              </a:extLst>
            </p:cNvPr>
            <p:cNvSpPr>
              <a:spLocks noGrp="1"/>
            </p:cNvSpPr>
            <p:nvPr/>
          </p:nvSpPr>
          <p:spPr>
            <a:xfrm>
              <a:off x="14987672" y="3165224"/>
              <a:ext cx="39255" cy="56105"/>
            </a:xfrm>
            <a:custGeom>
              <a:avLst/>
              <a:gdLst/>
              <a:ahLst/>
              <a:cxnLst/>
              <a:rect l="0" t="0" r="0" b="0"/>
              <a:pathLst>
                <a:path w="39255" h="56105">
                  <a:moveTo>
                    <a:pt x="0" y="0"/>
                  </a:moveTo>
                  <a:lnTo>
                    <a:pt x="39255" y="56105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8" name="Output_receptor__6087">
              <a:extLst>
                <a:ext uri="{FF2B5EF4-FFF2-40B4-BE49-F238E27FC236}">
                  <a16:creationId xmlns:a16="http://schemas.microsoft.com/office/drawing/2014/main" id="{0EE127DC-8B93-EB48-0C43-6FBD2E0DFA37}"/>
                </a:ext>
              </a:extLst>
            </p:cNvPr>
            <p:cNvSpPr>
              <a:spLocks noGrp="1"/>
            </p:cNvSpPr>
            <p:nvPr/>
          </p:nvSpPr>
          <p:spPr>
            <a:xfrm>
              <a:off x="15190172" y="3277747"/>
              <a:ext cx="34648" cy="32310"/>
            </a:xfrm>
            <a:custGeom>
              <a:avLst/>
              <a:gdLst/>
              <a:ahLst/>
              <a:cxnLst/>
              <a:rect l="0" t="0" r="0" b="0"/>
              <a:pathLst>
                <a:path w="34648" h="32310">
                  <a:moveTo>
                    <a:pt x="0" y="0"/>
                  </a:moveTo>
                  <a:lnTo>
                    <a:pt x="34648" y="3231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9" name="Output_receptor__6088">
              <a:extLst>
                <a:ext uri="{FF2B5EF4-FFF2-40B4-BE49-F238E27FC236}">
                  <a16:creationId xmlns:a16="http://schemas.microsoft.com/office/drawing/2014/main" id="{AD93ED08-0717-1FFE-BBDA-D13FE1EA3C93}"/>
                </a:ext>
              </a:extLst>
            </p:cNvPr>
            <p:cNvSpPr>
              <a:spLocks noGrp="1"/>
            </p:cNvSpPr>
            <p:nvPr/>
          </p:nvSpPr>
          <p:spPr>
            <a:xfrm>
              <a:off x="15213456" y="3004168"/>
              <a:ext cx="30244" cy="21816"/>
            </a:xfrm>
            <a:custGeom>
              <a:avLst/>
              <a:gdLst/>
              <a:ahLst/>
              <a:cxnLst/>
              <a:rect l="0" t="0" r="0" b="0"/>
              <a:pathLst>
                <a:path w="30244" h="21816">
                  <a:moveTo>
                    <a:pt x="30244" y="0"/>
                  </a:moveTo>
                  <a:lnTo>
                    <a:pt x="0" y="21816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0" name="Output_receptor__6089">
              <a:extLst>
                <a:ext uri="{FF2B5EF4-FFF2-40B4-BE49-F238E27FC236}">
                  <a16:creationId xmlns:a16="http://schemas.microsoft.com/office/drawing/2014/main" id="{9BE9307B-D800-85F9-399E-58A047F2244B}"/>
                </a:ext>
              </a:extLst>
            </p:cNvPr>
            <p:cNvSpPr>
              <a:spLocks noGrp="1"/>
            </p:cNvSpPr>
            <p:nvPr/>
          </p:nvSpPr>
          <p:spPr>
            <a:xfrm>
              <a:off x="15026927" y="3221329"/>
              <a:ext cx="70976" cy="5602"/>
            </a:xfrm>
            <a:custGeom>
              <a:avLst/>
              <a:gdLst/>
              <a:ahLst/>
              <a:cxnLst/>
              <a:rect l="0" t="0" r="0" b="0"/>
              <a:pathLst>
                <a:path w="70976" h="5602">
                  <a:moveTo>
                    <a:pt x="0" y="0"/>
                  </a:moveTo>
                  <a:lnTo>
                    <a:pt x="70976" y="5602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91" name="Output_receptor__6090">
              <a:extLst>
                <a:ext uri="{FF2B5EF4-FFF2-40B4-BE49-F238E27FC236}">
                  <a16:creationId xmlns:a16="http://schemas.microsoft.com/office/drawing/2014/main" id="{FB94ED10-7753-01B3-73B3-9C3CBFE567B7}"/>
                </a:ext>
              </a:extLst>
            </p:cNvPr>
            <p:cNvSpPr>
              <a:spLocks noGrp="1"/>
            </p:cNvSpPr>
            <p:nvPr/>
          </p:nvSpPr>
          <p:spPr>
            <a:xfrm>
              <a:off x="15751599" y="3064764"/>
              <a:ext cx="36349" cy="18810"/>
            </a:xfrm>
            <a:custGeom>
              <a:avLst/>
              <a:gdLst/>
              <a:ahLst/>
              <a:cxnLst/>
              <a:rect l="0" t="0" r="0" b="0"/>
              <a:pathLst>
                <a:path w="36349" h="18810">
                  <a:moveTo>
                    <a:pt x="0" y="18810"/>
                  </a:moveTo>
                  <a:lnTo>
                    <a:pt x="36349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2" name="Output_receptor__6091">
              <a:extLst>
                <a:ext uri="{FF2B5EF4-FFF2-40B4-BE49-F238E27FC236}">
                  <a16:creationId xmlns:a16="http://schemas.microsoft.com/office/drawing/2014/main" id="{43BDC947-CC33-3587-F99A-DAA5DE994CDA}"/>
                </a:ext>
              </a:extLst>
            </p:cNvPr>
            <p:cNvSpPr>
              <a:spLocks noGrp="1"/>
            </p:cNvSpPr>
            <p:nvPr/>
          </p:nvSpPr>
          <p:spPr>
            <a:xfrm>
              <a:off x="15100070" y="3035764"/>
              <a:ext cx="36539" cy="22674"/>
            </a:xfrm>
            <a:custGeom>
              <a:avLst/>
              <a:gdLst/>
              <a:ahLst/>
              <a:cxnLst/>
              <a:rect l="0" t="0" r="0" b="0"/>
              <a:pathLst>
                <a:path w="36539" h="22674">
                  <a:moveTo>
                    <a:pt x="36539" y="226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3" name="Output_receptor__6092">
              <a:extLst>
                <a:ext uri="{FF2B5EF4-FFF2-40B4-BE49-F238E27FC236}">
                  <a16:creationId xmlns:a16="http://schemas.microsoft.com/office/drawing/2014/main" id="{B44E096C-94A2-4703-D322-E4E7D11D546C}"/>
                </a:ext>
              </a:extLst>
            </p:cNvPr>
            <p:cNvSpPr>
              <a:spLocks noGrp="1"/>
            </p:cNvSpPr>
            <p:nvPr/>
          </p:nvSpPr>
          <p:spPr>
            <a:xfrm>
              <a:off x="15873933" y="3040950"/>
              <a:ext cx="17214" cy="17150"/>
            </a:xfrm>
            <a:custGeom>
              <a:avLst/>
              <a:gdLst/>
              <a:ahLst/>
              <a:cxnLst/>
              <a:rect l="0" t="0" r="0" b="0"/>
              <a:pathLst>
                <a:path w="17214" h="17150">
                  <a:moveTo>
                    <a:pt x="17214" y="0"/>
                  </a:moveTo>
                  <a:lnTo>
                    <a:pt x="0" y="1715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4" name="Output_receptor__6093">
              <a:extLst>
                <a:ext uri="{FF2B5EF4-FFF2-40B4-BE49-F238E27FC236}">
                  <a16:creationId xmlns:a16="http://schemas.microsoft.com/office/drawing/2014/main" id="{AF1A7B94-D124-C19D-6350-0385A83C6AE3}"/>
                </a:ext>
              </a:extLst>
            </p:cNvPr>
            <p:cNvSpPr>
              <a:spLocks noGrp="1"/>
            </p:cNvSpPr>
            <p:nvPr/>
          </p:nvSpPr>
          <p:spPr>
            <a:xfrm>
              <a:off x="15593127" y="3113642"/>
              <a:ext cx="60927" cy="36559"/>
            </a:xfrm>
            <a:custGeom>
              <a:avLst/>
              <a:gdLst/>
              <a:ahLst/>
              <a:cxnLst/>
              <a:rect l="0" t="0" r="0" b="0"/>
              <a:pathLst>
                <a:path w="60927" h="36559">
                  <a:moveTo>
                    <a:pt x="0" y="36559"/>
                  </a:moveTo>
                  <a:lnTo>
                    <a:pt x="60927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95" name="Output_receptor__6094">
              <a:extLst>
                <a:ext uri="{FF2B5EF4-FFF2-40B4-BE49-F238E27FC236}">
                  <a16:creationId xmlns:a16="http://schemas.microsoft.com/office/drawing/2014/main" id="{6C7C62AB-349D-8DE4-B2D7-834AD8D4EA31}"/>
                </a:ext>
              </a:extLst>
            </p:cNvPr>
            <p:cNvSpPr>
              <a:spLocks noGrp="1"/>
            </p:cNvSpPr>
            <p:nvPr/>
          </p:nvSpPr>
          <p:spPr>
            <a:xfrm>
              <a:off x="15058537" y="2994221"/>
              <a:ext cx="41534" cy="41543"/>
            </a:xfrm>
            <a:custGeom>
              <a:avLst/>
              <a:gdLst/>
              <a:ahLst/>
              <a:cxnLst/>
              <a:rect l="0" t="0" r="0" b="0"/>
              <a:pathLst>
                <a:path w="41534" h="41543">
                  <a:moveTo>
                    <a:pt x="41534" y="41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6" name="Output_receptor__6095">
              <a:extLst>
                <a:ext uri="{FF2B5EF4-FFF2-40B4-BE49-F238E27FC236}">
                  <a16:creationId xmlns:a16="http://schemas.microsoft.com/office/drawing/2014/main" id="{0AB27936-911F-9D12-4B48-65F6211F135D}"/>
                </a:ext>
              </a:extLst>
            </p:cNvPr>
            <p:cNvSpPr>
              <a:spLocks noGrp="1"/>
            </p:cNvSpPr>
            <p:nvPr/>
          </p:nvSpPr>
          <p:spPr>
            <a:xfrm>
              <a:off x="15857232" y="3236438"/>
              <a:ext cx="10639" cy="69661"/>
            </a:xfrm>
            <a:custGeom>
              <a:avLst/>
              <a:gdLst/>
              <a:ahLst/>
              <a:cxnLst/>
              <a:rect l="0" t="0" r="0" b="0"/>
              <a:pathLst>
                <a:path w="10639" h="69661">
                  <a:moveTo>
                    <a:pt x="10639" y="69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7" name="Output_receptor__6096">
              <a:extLst>
                <a:ext uri="{FF2B5EF4-FFF2-40B4-BE49-F238E27FC236}">
                  <a16:creationId xmlns:a16="http://schemas.microsoft.com/office/drawing/2014/main" id="{3FB26226-5E56-FEB9-2DE0-BA9FFA8F414F}"/>
                </a:ext>
              </a:extLst>
            </p:cNvPr>
            <p:cNvSpPr>
              <a:spLocks noGrp="1"/>
            </p:cNvSpPr>
            <p:nvPr/>
          </p:nvSpPr>
          <p:spPr>
            <a:xfrm>
              <a:off x="14983039" y="3039365"/>
              <a:ext cx="49076" cy="50325"/>
            </a:xfrm>
            <a:custGeom>
              <a:avLst/>
              <a:gdLst/>
              <a:ahLst/>
              <a:cxnLst/>
              <a:rect l="0" t="0" r="0" b="0"/>
              <a:pathLst>
                <a:path w="49076" h="50325">
                  <a:moveTo>
                    <a:pt x="49076" y="503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8" name="Output_receptor__6097">
              <a:extLst>
                <a:ext uri="{FF2B5EF4-FFF2-40B4-BE49-F238E27FC236}">
                  <a16:creationId xmlns:a16="http://schemas.microsoft.com/office/drawing/2014/main" id="{D5B21E44-533D-3DE2-74FE-9EBB1DDDCBED}"/>
                </a:ext>
              </a:extLst>
            </p:cNvPr>
            <p:cNvSpPr>
              <a:spLocks noGrp="1"/>
            </p:cNvSpPr>
            <p:nvPr/>
          </p:nvSpPr>
          <p:spPr>
            <a:xfrm>
              <a:off x="15857232" y="3218592"/>
              <a:ext cx="69817" cy="17845"/>
            </a:xfrm>
            <a:custGeom>
              <a:avLst/>
              <a:gdLst/>
              <a:ahLst/>
              <a:cxnLst/>
              <a:rect l="0" t="0" r="0" b="0"/>
              <a:pathLst>
                <a:path w="69817" h="17845">
                  <a:moveTo>
                    <a:pt x="0" y="17845"/>
                  </a:moveTo>
                  <a:lnTo>
                    <a:pt x="69817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9" name="Output_receptor__6098">
              <a:extLst>
                <a:ext uri="{FF2B5EF4-FFF2-40B4-BE49-F238E27FC236}">
                  <a16:creationId xmlns:a16="http://schemas.microsoft.com/office/drawing/2014/main" id="{AF217440-5A30-515D-63B7-9CB19E8394CF}"/>
                </a:ext>
              </a:extLst>
            </p:cNvPr>
            <p:cNvSpPr>
              <a:spLocks noGrp="1"/>
            </p:cNvSpPr>
            <p:nvPr/>
          </p:nvSpPr>
          <p:spPr>
            <a:xfrm>
              <a:off x="15166619" y="2971048"/>
              <a:ext cx="46837" cy="54937"/>
            </a:xfrm>
            <a:custGeom>
              <a:avLst/>
              <a:gdLst/>
              <a:ahLst/>
              <a:cxnLst/>
              <a:rect l="0" t="0" r="0" b="0"/>
              <a:pathLst>
                <a:path w="46837" h="54937">
                  <a:moveTo>
                    <a:pt x="46837" y="549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0" name="Output_receptor__6099">
              <a:extLst>
                <a:ext uri="{FF2B5EF4-FFF2-40B4-BE49-F238E27FC236}">
                  <a16:creationId xmlns:a16="http://schemas.microsoft.com/office/drawing/2014/main" id="{915E3CDF-04B2-35C1-97FA-BE36957045DD}"/>
                </a:ext>
              </a:extLst>
            </p:cNvPr>
            <p:cNvSpPr>
              <a:spLocks noGrp="1"/>
            </p:cNvSpPr>
            <p:nvPr/>
          </p:nvSpPr>
          <p:spPr>
            <a:xfrm>
              <a:off x="15224820" y="3262506"/>
              <a:ext cx="53445" cy="47551"/>
            </a:xfrm>
            <a:custGeom>
              <a:avLst/>
              <a:gdLst/>
              <a:ahLst/>
              <a:cxnLst/>
              <a:rect l="0" t="0" r="0" b="0"/>
              <a:pathLst>
                <a:path w="53445" h="47551">
                  <a:moveTo>
                    <a:pt x="0" y="47551"/>
                  </a:moveTo>
                  <a:lnTo>
                    <a:pt x="53445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1" name="Output_receptor__6100">
              <a:extLst>
                <a:ext uri="{FF2B5EF4-FFF2-40B4-BE49-F238E27FC236}">
                  <a16:creationId xmlns:a16="http://schemas.microsoft.com/office/drawing/2014/main" id="{50752633-70F1-951A-6EA2-CA234FF19308}"/>
                </a:ext>
              </a:extLst>
            </p:cNvPr>
            <p:cNvSpPr>
              <a:spLocks noGrp="1"/>
            </p:cNvSpPr>
            <p:nvPr/>
          </p:nvSpPr>
          <p:spPr>
            <a:xfrm>
              <a:off x="15867870" y="3306099"/>
              <a:ext cx="55401" cy="5735"/>
            </a:xfrm>
            <a:custGeom>
              <a:avLst/>
              <a:gdLst/>
              <a:ahLst/>
              <a:cxnLst/>
              <a:rect l="0" t="0" r="0" b="0"/>
              <a:pathLst>
                <a:path w="55401" h="5735">
                  <a:moveTo>
                    <a:pt x="55401" y="5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2" name="Output_receptor__6101">
              <a:extLst>
                <a:ext uri="{FF2B5EF4-FFF2-40B4-BE49-F238E27FC236}">
                  <a16:creationId xmlns:a16="http://schemas.microsoft.com/office/drawing/2014/main" id="{36244582-2C9A-2719-1C3A-5006795F64FE}"/>
                </a:ext>
              </a:extLst>
            </p:cNvPr>
            <p:cNvSpPr>
              <a:spLocks noGrp="1"/>
            </p:cNvSpPr>
            <p:nvPr/>
          </p:nvSpPr>
          <p:spPr>
            <a:xfrm>
              <a:off x="15231306" y="3207730"/>
              <a:ext cx="46959" cy="54776"/>
            </a:xfrm>
            <a:custGeom>
              <a:avLst/>
              <a:gdLst/>
              <a:ahLst/>
              <a:cxnLst/>
              <a:rect l="0" t="0" r="0" b="0"/>
              <a:pathLst>
                <a:path w="46959" h="54776">
                  <a:moveTo>
                    <a:pt x="46959" y="54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3" name="Output_receptor__6102">
              <a:extLst>
                <a:ext uri="{FF2B5EF4-FFF2-40B4-BE49-F238E27FC236}">
                  <a16:creationId xmlns:a16="http://schemas.microsoft.com/office/drawing/2014/main" id="{5AAA0E77-C819-54DD-D9CF-8B3D639845E6}"/>
                </a:ext>
              </a:extLst>
            </p:cNvPr>
            <p:cNvSpPr>
              <a:spLocks noGrp="1"/>
            </p:cNvSpPr>
            <p:nvPr/>
          </p:nvSpPr>
          <p:spPr>
            <a:xfrm>
              <a:off x="15787948" y="3006762"/>
              <a:ext cx="39839" cy="58002"/>
            </a:xfrm>
            <a:custGeom>
              <a:avLst/>
              <a:gdLst/>
              <a:ahLst/>
              <a:cxnLst/>
              <a:rect l="0" t="0" r="0" b="0"/>
              <a:pathLst>
                <a:path w="39839" h="58002">
                  <a:moveTo>
                    <a:pt x="0" y="58002"/>
                  </a:moveTo>
                  <a:lnTo>
                    <a:pt x="39839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4" name="Output_receptor__6103">
              <a:extLst>
                <a:ext uri="{FF2B5EF4-FFF2-40B4-BE49-F238E27FC236}">
                  <a16:creationId xmlns:a16="http://schemas.microsoft.com/office/drawing/2014/main" id="{6700B230-1C20-F376-16A9-92B82E657110}"/>
                </a:ext>
              </a:extLst>
            </p:cNvPr>
            <p:cNvSpPr>
              <a:spLocks noGrp="1"/>
            </p:cNvSpPr>
            <p:nvPr/>
          </p:nvSpPr>
          <p:spPr>
            <a:xfrm>
              <a:off x="15827786" y="3006762"/>
              <a:ext cx="63361" cy="34188"/>
            </a:xfrm>
            <a:custGeom>
              <a:avLst/>
              <a:gdLst/>
              <a:ahLst/>
              <a:cxnLst/>
              <a:rect l="0" t="0" r="0" b="0"/>
              <a:pathLst>
                <a:path w="63361" h="34188">
                  <a:moveTo>
                    <a:pt x="0" y="0"/>
                  </a:moveTo>
                  <a:lnTo>
                    <a:pt x="63361" y="34188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5" name="Output_receptor__6104">
              <a:extLst>
                <a:ext uri="{FF2B5EF4-FFF2-40B4-BE49-F238E27FC236}">
                  <a16:creationId xmlns:a16="http://schemas.microsoft.com/office/drawing/2014/main" id="{EC53BFC6-36C5-A155-0D0C-BE0805DED637}"/>
                </a:ext>
              </a:extLst>
            </p:cNvPr>
            <p:cNvSpPr>
              <a:spLocks noGrp="1"/>
            </p:cNvSpPr>
            <p:nvPr/>
          </p:nvSpPr>
          <p:spPr>
            <a:xfrm>
              <a:off x="15192122" y="3207730"/>
              <a:ext cx="39184" cy="30512"/>
            </a:xfrm>
            <a:custGeom>
              <a:avLst/>
              <a:gdLst/>
              <a:ahLst/>
              <a:cxnLst/>
              <a:rect l="0" t="0" r="0" b="0"/>
              <a:pathLst>
                <a:path w="39184" h="30512">
                  <a:moveTo>
                    <a:pt x="39184" y="0"/>
                  </a:moveTo>
                  <a:lnTo>
                    <a:pt x="0" y="30512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6" name="Output_receptor__6105">
              <a:extLst>
                <a:ext uri="{FF2B5EF4-FFF2-40B4-BE49-F238E27FC236}">
                  <a16:creationId xmlns:a16="http://schemas.microsoft.com/office/drawing/2014/main" id="{D7532F4E-37CB-ECE0-82CD-33C79EAD133B}"/>
                </a:ext>
              </a:extLst>
            </p:cNvPr>
            <p:cNvSpPr>
              <a:spLocks noGrp="1"/>
            </p:cNvSpPr>
            <p:nvPr/>
          </p:nvSpPr>
          <p:spPr>
            <a:xfrm>
              <a:off x="15890012" y="3274863"/>
              <a:ext cx="33260" cy="36971"/>
            </a:xfrm>
            <a:custGeom>
              <a:avLst/>
              <a:gdLst/>
              <a:ahLst/>
              <a:cxnLst/>
              <a:rect l="0" t="0" r="0" b="0"/>
              <a:pathLst>
                <a:path w="33260" h="36971">
                  <a:moveTo>
                    <a:pt x="0" y="0"/>
                  </a:moveTo>
                  <a:lnTo>
                    <a:pt x="33260" y="36971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7" name="Output_receptor__6106">
              <a:extLst>
                <a:ext uri="{FF2B5EF4-FFF2-40B4-BE49-F238E27FC236}">
                  <a16:creationId xmlns:a16="http://schemas.microsoft.com/office/drawing/2014/main" id="{20E89C3F-3DA0-95FE-401D-C0C0C8AFCED7}"/>
                </a:ext>
              </a:extLst>
            </p:cNvPr>
            <p:cNvSpPr>
              <a:spLocks noGrp="1"/>
            </p:cNvSpPr>
            <p:nvPr/>
          </p:nvSpPr>
          <p:spPr>
            <a:xfrm>
              <a:off x="15192122" y="3238242"/>
              <a:ext cx="61694" cy="10324"/>
            </a:xfrm>
            <a:custGeom>
              <a:avLst/>
              <a:gdLst/>
              <a:ahLst/>
              <a:cxnLst/>
              <a:rect l="0" t="0" r="0" b="0"/>
              <a:pathLst>
                <a:path w="61694" h="10324">
                  <a:moveTo>
                    <a:pt x="0" y="0"/>
                  </a:moveTo>
                  <a:lnTo>
                    <a:pt x="61694" y="10324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8" name="Output_receptor__6107">
              <a:extLst>
                <a:ext uri="{FF2B5EF4-FFF2-40B4-BE49-F238E27FC236}">
                  <a16:creationId xmlns:a16="http://schemas.microsoft.com/office/drawing/2014/main" id="{5E937A58-113E-0906-292E-87780654E09F}"/>
                </a:ext>
              </a:extLst>
            </p:cNvPr>
            <p:cNvSpPr>
              <a:spLocks noGrp="1"/>
            </p:cNvSpPr>
            <p:nvPr/>
          </p:nvSpPr>
          <p:spPr>
            <a:xfrm>
              <a:off x="15832934" y="3274863"/>
              <a:ext cx="57078" cy="43654"/>
            </a:xfrm>
            <a:custGeom>
              <a:avLst/>
              <a:gdLst/>
              <a:ahLst/>
              <a:cxnLst/>
              <a:rect l="0" t="0" r="0" b="0"/>
              <a:pathLst>
                <a:path w="57078" h="43654">
                  <a:moveTo>
                    <a:pt x="0" y="43654"/>
                  </a:moveTo>
                  <a:lnTo>
                    <a:pt x="57078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9" name="Output_receptor__6108">
              <a:extLst>
                <a:ext uri="{FF2B5EF4-FFF2-40B4-BE49-F238E27FC236}">
                  <a16:creationId xmlns:a16="http://schemas.microsoft.com/office/drawing/2014/main" id="{54E43FC5-EFCB-D101-2F7B-F5513B6ECCCD}"/>
                </a:ext>
              </a:extLst>
            </p:cNvPr>
            <p:cNvSpPr>
              <a:spLocks noGrp="1"/>
            </p:cNvSpPr>
            <p:nvPr/>
          </p:nvSpPr>
          <p:spPr>
            <a:xfrm>
              <a:off x="15832934" y="3318517"/>
              <a:ext cx="43708" cy="57162"/>
            </a:xfrm>
            <a:custGeom>
              <a:avLst/>
              <a:gdLst/>
              <a:ahLst/>
              <a:cxnLst/>
              <a:rect l="0" t="0" r="0" b="0"/>
              <a:pathLst>
                <a:path w="43708" h="57162">
                  <a:moveTo>
                    <a:pt x="43708" y="571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0" name="Output_receptor__6109">
              <a:extLst>
                <a:ext uri="{FF2B5EF4-FFF2-40B4-BE49-F238E27FC236}">
                  <a16:creationId xmlns:a16="http://schemas.microsoft.com/office/drawing/2014/main" id="{81F0A043-D7D7-144F-B871-DAAA6C5C9319}"/>
                </a:ext>
              </a:extLst>
            </p:cNvPr>
            <p:cNvSpPr>
              <a:spLocks noGrp="1"/>
            </p:cNvSpPr>
            <p:nvPr/>
          </p:nvSpPr>
          <p:spPr>
            <a:xfrm>
              <a:off x="15253816" y="3178772"/>
              <a:ext cx="18739" cy="69794"/>
            </a:xfrm>
            <a:custGeom>
              <a:avLst/>
              <a:gdLst/>
              <a:ahLst/>
              <a:cxnLst/>
              <a:rect l="0" t="0" r="0" b="0"/>
              <a:pathLst>
                <a:path w="18739" h="69794">
                  <a:moveTo>
                    <a:pt x="0" y="69794"/>
                  </a:moveTo>
                  <a:lnTo>
                    <a:pt x="18739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1" name="Output_receptor__6110">
              <a:extLst>
                <a:ext uri="{FF2B5EF4-FFF2-40B4-BE49-F238E27FC236}">
                  <a16:creationId xmlns:a16="http://schemas.microsoft.com/office/drawing/2014/main" id="{257BA791-05C4-644D-2E4D-5CA2B2B09DC2}"/>
                </a:ext>
              </a:extLst>
            </p:cNvPr>
            <p:cNvSpPr>
              <a:spLocks noGrp="1"/>
            </p:cNvSpPr>
            <p:nvPr/>
          </p:nvSpPr>
          <p:spPr>
            <a:xfrm>
              <a:off x="15210194" y="3156973"/>
              <a:ext cx="62361" cy="21798"/>
            </a:xfrm>
            <a:custGeom>
              <a:avLst/>
              <a:gdLst/>
              <a:ahLst/>
              <a:cxnLst/>
              <a:rect l="0" t="0" r="0" b="0"/>
              <a:pathLst>
                <a:path w="62361" h="21798">
                  <a:moveTo>
                    <a:pt x="62361" y="21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2" name="Output_receptor__6111">
              <a:extLst>
                <a:ext uri="{FF2B5EF4-FFF2-40B4-BE49-F238E27FC236}">
                  <a16:creationId xmlns:a16="http://schemas.microsoft.com/office/drawing/2014/main" id="{2781CD86-EFB2-8682-2178-12CD85946AC5}"/>
                </a:ext>
              </a:extLst>
            </p:cNvPr>
            <p:cNvSpPr>
              <a:spLocks noGrp="1"/>
            </p:cNvSpPr>
            <p:nvPr/>
          </p:nvSpPr>
          <p:spPr>
            <a:xfrm>
              <a:off x="15876642" y="3368800"/>
              <a:ext cx="18590" cy="6878"/>
            </a:xfrm>
            <a:custGeom>
              <a:avLst/>
              <a:gdLst/>
              <a:ahLst/>
              <a:cxnLst/>
              <a:rect l="0" t="0" r="0" b="0"/>
              <a:pathLst>
                <a:path w="18590" h="6878">
                  <a:moveTo>
                    <a:pt x="18590" y="0"/>
                  </a:moveTo>
                  <a:lnTo>
                    <a:pt x="0" y="6878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3" name="Output_receptor__6112">
              <a:extLst>
                <a:ext uri="{FF2B5EF4-FFF2-40B4-BE49-F238E27FC236}">
                  <a16:creationId xmlns:a16="http://schemas.microsoft.com/office/drawing/2014/main" id="{CF87E21F-C856-2BDF-5937-3C6B209413D5}"/>
                </a:ext>
              </a:extLst>
            </p:cNvPr>
            <p:cNvSpPr>
              <a:spLocks noGrp="1"/>
            </p:cNvSpPr>
            <p:nvPr/>
          </p:nvSpPr>
          <p:spPr>
            <a:xfrm>
              <a:off x="15792180" y="3342183"/>
              <a:ext cx="41467" cy="49641"/>
            </a:xfrm>
            <a:custGeom>
              <a:avLst/>
              <a:gdLst/>
              <a:ahLst/>
              <a:cxnLst/>
              <a:rect l="0" t="0" r="0" b="0"/>
              <a:pathLst>
                <a:path w="41467" h="49641">
                  <a:moveTo>
                    <a:pt x="0" y="49641"/>
                  </a:moveTo>
                  <a:lnTo>
                    <a:pt x="41467" y="0"/>
                  </a:lnTo>
                </a:path>
              </a:pathLst>
            </a:custGeom>
            <a:noFill/>
            <a:ln w="8096">
              <a:solidFill>
                <a:srgbClr val="F2F4F6"/>
              </a:solidFill>
            </a:ln>
          </p:spPr>
        </p:sp>
        <p:sp>
          <p:nvSpPr>
            <p:cNvPr id="6114" name="Output_receptor__6113">
              <a:extLst>
                <a:ext uri="{FF2B5EF4-FFF2-40B4-BE49-F238E27FC236}">
                  <a16:creationId xmlns:a16="http://schemas.microsoft.com/office/drawing/2014/main" id="{A02F8CB3-9965-2E58-971D-D81167697E40}"/>
                </a:ext>
              </a:extLst>
            </p:cNvPr>
            <p:cNvSpPr>
              <a:spLocks noGrp="1"/>
            </p:cNvSpPr>
            <p:nvPr/>
          </p:nvSpPr>
          <p:spPr>
            <a:xfrm>
              <a:off x="15833647" y="3342183"/>
              <a:ext cx="61585" cy="26617"/>
            </a:xfrm>
            <a:custGeom>
              <a:avLst/>
              <a:gdLst/>
              <a:ahLst/>
              <a:cxnLst/>
              <a:rect l="0" t="0" r="0" b="0"/>
              <a:pathLst>
                <a:path w="61585" h="26617">
                  <a:moveTo>
                    <a:pt x="0" y="0"/>
                  </a:moveTo>
                  <a:lnTo>
                    <a:pt x="61585" y="26617"/>
                  </a:lnTo>
                </a:path>
              </a:pathLst>
            </a:custGeom>
            <a:noFill/>
            <a:ln w="8096">
              <a:solidFill>
                <a:srgbClr val="F2F4F6"/>
              </a:solidFill>
            </a:ln>
          </p:spPr>
        </p:sp>
      </p:grpSp>
      <p:grpSp>
        <p:nvGrpSpPr>
          <p:cNvPr id="6241" name="Pose_0">
            <a:extLst>
              <a:ext uri="{FF2B5EF4-FFF2-40B4-BE49-F238E27FC236}">
                <a16:creationId xmlns:a16="http://schemas.microsoft.com/office/drawing/2014/main" id="{47685700-8CF0-3DCD-8193-E759A21B5CA4}"/>
              </a:ext>
            </a:extLst>
          </p:cNvPr>
          <p:cNvGrpSpPr/>
          <p:nvPr/>
        </p:nvGrpSpPr>
        <p:grpSpPr>
          <a:xfrm>
            <a:off x="7493171" y="2098532"/>
            <a:ext cx="204069" cy="56923"/>
            <a:chOff x="15046860" y="2588926"/>
            <a:chExt cx="707099" cy="197236"/>
          </a:xfrm>
        </p:grpSpPr>
        <p:sp>
          <p:nvSpPr>
            <p:cNvPr id="6115" name="Pose_0__6114">
              <a:extLst>
                <a:ext uri="{FF2B5EF4-FFF2-40B4-BE49-F238E27FC236}">
                  <a16:creationId xmlns:a16="http://schemas.microsoft.com/office/drawing/2014/main" id="{52B993FE-27A4-BB9A-0519-4223BE42B006}"/>
                </a:ext>
              </a:extLst>
            </p:cNvPr>
            <p:cNvSpPr>
              <a:spLocks noGrp="1"/>
            </p:cNvSpPr>
            <p:nvPr/>
          </p:nvSpPr>
          <p:spPr>
            <a:xfrm>
              <a:off x="15249525" y="2655296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6" name="Pose_0__6115">
              <a:extLst>
                <a:ext uri="{FF2B5EF4-FFF2-40B4-BE49-F238E27FC236}">
                  <a16:creationId xmlns:a16="http://schemas.microsoft.com/office/drawing/2014/main" id="{D4C030CE-48AC-D238-559A-4724D392403C}"/>
                </a:ext>
              </a:extLst>
            </p:cNvPr>
            <p:cNvSpPr>
              <a:spLocks noGrp="1"/>
            </p:cNvSpPr>
            <p:nvPr/>
          </p:nvSpPr>
          <p:spPr>
            <a:xfrm>
              <a:off x="15317782" y="2624169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7" name="Pose_0__6116">
              <a:extLst>
                <a:ext uri="{FF2B5EF4-FFF2-40B4-BE49-F238E27FC236}">
                  <a16:creationId xmlns:a16="http://schemas.microsoft.com/office/drawing/2014/main" id="{CF52B03D-D375-6AD1-DD04-F0D327D1E4F8}"/>
                </a:ext>
              </a:extLst>
            </p:cNvPr>
            <p:cNvSpPr>
              <a:spLocks noGrp="1"/>
            </p:cNvSpPr>
            <p:nvPr/>
          </p:nvSpPr>
          <p:spPr>
            <a:xfrm>
              <a:off x="15423836" y="2624169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8" name="Pose_0__6117">
              <a:extLst>
                <a:ext uri="{FF2B5EF4-FFF2-40B4-BE49-F238E27FC236}">
                  <a16:creationId xmlns:a16="http://schemas.microsoft.com/office/drawing/2014/main" id="{010826C1-6F4E-3BED-D511-4B8F89BB6533}"/>
                </a:ext>
              </a:extLst>
            </p:cNvPr>
            <p:cNvSpPr>
              <a:spLocks noGrp="1"/>
            </p:cNvSpPr>
            <p:nvPr/>
          </p:nvSpPr>
          <p:spPr>
            <a:xfrm>
              <a:off x="15392415" y="2662422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9" name="Pose_0__6118">
              <a:extLst>
                <a:ext uri="{FF2B5EF4-FFF2-40B4-BE49-F238E27FC236}">
                  <a16:creationId xmlns:a16="http://schemas.microsoft.com/office/drawing/2014/main" id="{0E13BB40-88F5-D197-B153-0CDB9528998F}"/>
                </a:ext>
              </a:extLst>
            </p:cNvPr>
            <p:cNvSpPr>
              <a:spLocks noGrp="1"/>
            </p:cNvSpPr>
            <p:nvPr/>
          </p:nvSpPr>
          <p:spPr>
            <a:xfrm>
              <a:off x="15283828" y="2725764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0" name="Pose_0__6119">
              <a:extLst>
                <a:ext uri="{FF2B5EF4-FFF2-40B4-BE49-F238E27FC236}">
                  <a16:creationId xmlns:a16="http://schemas.microsoft.com/office/drawing/2014/main" id="{683D7FFD-33CE-997C-4836-23DA59FD6D06}"/>
                </a:ext>
              </a:extLst>
            </p:cNvPr>
            <p:cNvSpPr>
              <a:spLocks noGrp="1"/>
            </p:cNvSpPr>
            <p:nvPr/>
          </p:nvSpPr>
          <p:spPr>
            <a:xfrm>
              <a:off x="15249525" y="2732246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1" name="Pose_0__6120">
              <a:extLst>
                <a:ext uri="{FF2B5EF4-FFF2-40B4-BE49-F238E27FC236}">
                  <a16:creationId xmlns:a16="http://schemas.microsoft.com/office/drawing/2014/main" id="{A48FD6FE-4B94-C5AE-AD56-1E55BCB83A59}"/>
                </a:ext>
              </a:extLst>
            </p:cNvPr>
            <p:cNvSpPr>
              <a:spLocks noGrp="1"/>
            </p:cNvSpPr>
            <p:nvPr/>
          </p:nvSpPr>
          <p:spPr>
            <a:xfrm>
              <a:off x="15461736" y="2662422"/>
              <a:ext cx="81128" cy="27091"/>
            </a:xfrm>
            <a:custGeom>
              <a:avLst/>
              <a:gdLst/>
              <a:ahLst/>
              <a:cxnLst/>
              <a:rect l="0" t="0" r="0" b="0"/>
              <a:pathLst>
                <a:path w="81128" h="27091">
                  <a:moveTo>
                    <a:pt x="0" y="0"/>
                  </a:moveTo>
                  <a:lnTo>
                    <a:pt x="81128" y="27091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2" name="Pose_0__6121">
              <a:extLst>
                <a:ext uri="{FF2B5EF4-FFF2-40B4-BE49-F238E27FC236}">
                  <a16:creationId xmlns:a16="http://schemas.microsoft.com/office/drawing/2014/main" id="{51D43921-A6DB-C817-BB36-DA5A1DF58D96}"/>
                </a:ext>
              </a:extLst>
            </p:cNvPr>
            <p:cNvSpPr>
              <a:spLocks noGrp="1"/>
            </p:cNvSpPr>
            <p:nvPr/>
          </p:nvSpPr>
          <p:spPr>
            <a:xfrm>
              <a:off x="15542864" y="2689513"/>
              <a:ext cx="101480" cy="50062"/>
            </a:xfrm>
            <a:custGeom>
              <a:avLst/>
              <a:gdLst/>
              <a:ahLst/>
              <a:cxnLst/>
              <a:rect l="0" t="0" r="0" b="0"/>
              <a:pathLst>
                <a:path w="101480" h="50062">
                  <a:moveTo>
                    <a:pt x="0" y="0"/>
                  </a:moveTo>
                  <a:lnTo>
                    <a:pt x="101480" y="50062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3" name="Pose_0__6122">
              <a:extLst>
                <a:ext uri="{FF2B5EF4-FFF2-40B4-BE49-F238E27FC236}">
                  <a16:creationId xmlns:a16="http://schemas.microsoft.com/office/drawing/2014/main" id="{56FE8A63-47D4-60F1-F231-83216C6EBAA5}"/>
                </a:ext>
              </a:extLst>
            </p:cNvPr>
            <p:cNvSpPr>
              <a:spLocks noGrp="1"/>
            </p:cNvSpPr>
            <p:nvPr/>
          </p:nvSpPr>
          <p:spPr>
            <a:xfrm>
              <a:off x="15644344" y="2677546"/>
              <a:ext cx="74372" cy="62030"/>
            </a:xfrm>
            <a:custGeom>
              <a:avLst/>
              <a:gdLst/>
              <a:ahLst/>
              <a:cxnLst/>
              <a:rect l="0" t="0" r="0" b="0"/>
              <a:pathLst>
                <a:path w="74372" h="62030">
                  <a:moveTo>
                    <a:pt x="0" y="62030"/>
                  </a:moveTo>
                  <a:lnTo>
                    <a:pt x="74372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4" name="Pose_0__6123">
              <a:extLst>
                <a:ext uri="{FF2B5EF4-FFF2-40B4-BE49-F238E27FC236}">
                  <a16:creationId xmlns:a16="http://schemas.microsoft.com/office/drawing/2014/main" id="{72BF9EB1-E3D2-B9BE-D033-18F26C5BFC7B}"/>
                </a:ext>
              </a:extLst>
            </p:cNvPr>
            <p:cNvSpPr>
              <a:spLocks noGrp="1"/>
            </p:cNvSpPr>
            <p:nvPr/>
          </p:nvSpPr>
          <p:spPr>
            <a:xfrm>
              <a:off x="15173477" y="2723315"/>
              <a:ext cx="76048" cy="8931"/>
            </a:xfrm>
            <a:custGeom>
              <a:avLst/>
              <a:gdLst/>
              <a:ahLst/>
              <a:cxnLst/>
              <a:rect l="0" t="0" r="0" b="0"/>
              <a:pathLst>
                <a:path w="76048" h="8931">
                  <a:moveTo>
                    <a:pt x="76048" y="8931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5" name="Pose_0__6124">
              <a:extLst>
                <a:ext uri="{FF2B5EF4-FFF2-40B4-BE49-F238E27FC236}">
                  <a16:creationId xmlns:a16="http://schemas.microsoft.com/office/drawing/2014/main" id="{F31C797A-34F5-FFE4-5DC5-27B3E1504D80}"/>
                </a:ext>
              </a:extLst>
            </p:cNvPr>
            <p:cNvSpPr>
              <a:spLocks noGrp="1"/>
            </p:cNvSpPr>
            <p:nvPr/>
          </p:nvSpPr>
          <p:spPr>
            <a:xfrm>
              <a:off x="15082103" y="2669497"/>
              <a:ext cx="91375" cy="53818"/>
            </a:xfrm>
            <a:custGeom>
              <a:avLst/>
              <a:gdLst/>
              <a:ahLst/>
              <a:cxnLst/>
              <a:rect l="0" t="0" r="0" b="0"/>
              <a:pathLst>
                <a:path w="91375" h="53818">
                  <a:moveTo>
                    <a:pt x="91375" y="53818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6" name="Pose_0__6125">
              <a:extLst>
                <a:ext uri="{FF2B5EF4-FFF2-40B4-BE49-F238E27FC236}">
                  <a16:creationId xmlns:a16="http://schemas.microsoft.com/office/drawing/2014/main" id="{1A68869A-366E-F9EC-41E0-8B31DA3B0BE4}"/>
                </a:ext>
              </a:extLst>
            </p:cNvPr>
            <p:cNvSpPr>
              <a:spLocks noGrp="1"/>
            </p:cNvSpPr>
            <p:nvPr/>
          </p:nvSpPr>
          <p:spPr>
            <a:xfrm>
              <a:off x="15214283" y="2697004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27" name="Pose_0__6126">
              <a:extLst>
                <a:ext uri="{FF2B5EF4-FFF2-40B4-BE49-F238E27FC236}">
                  <a16:creationId xmlns:a16="http://schemas.microsoft.com/office/drawing/2014/main" id="{E907DF34-D886-AC76-9021-F5AAB7F4D69E}"/>
                </a:ext>
              </a:extLst>
            </p:cNvPr>
            <p:cNvSpPr>
              <a:spLocks noGrp="1"/>
            </p:cNvSpPr>
            <p:nvPr/>
          </p:nvSpPr>
          <p:spPr>
            <a:xfrm>
              <a:off x="15282540" y="262005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28" name="Pose_0__6127">
              <a:extLst>
                <a:ext uri="{FF2B5EF4-FFF2-40B4-BE49-F238E27FC236}">
                  <a16:creationId xmlns:a16="http://schemas.microsoft.com/office/drawing/2014/main" id="{C83AD4F0-9B18-B2C5-9279-EF16D72FE1BD}"/>
                </a:ext>
              </a:extLst>
            </p:cNvPr>
            <p:cNvSpPr>
              <a:spLocks noGrp="1"/>
            </p:cNvSpPr>
            <p:nvPr/>
          </p:nvSpPr>
          <p:spPr>
            <a:xfrm>
              <a:off x="15388594" y="2588926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29" name="Pose_0__6128">
              <a:extLst>
                <a:ext uri="{FF2B5EF4-FFF2-40B4-BE49-F238E27FC236}">
                  <a16:creationId xmlns:a16="http://schemas.microsoft.com/office/drawing/2014/main" id="{EF364ED3-227C-7E8B-AE45-9DB80F8A681D}"/>
                </a:ext>
              </a:extLst>
            </p:cNvPr>
            <p:cNvSpPr>
              <a:spLocks noGrp="1"/>
            </p:cNvSpPr>
            <p:nvPr/>
          </p:nvSpPr>
          <p:spPr>
            <a:xfrm>
              <a:off x="15426494" y="2627179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0" name="Pose_0__6129">
              <a:extLst>
                <a:ext uri="{FF2B5EF4-FFF2-40B4-BE49-F238E27FC236}">
                  <a16:creationId xmlns:a16="http://schemas.microsoft.com/office/drawing/2014/main" id="{BE330468-9AD7-9446-C24C-3D188A2D53BB}"/>
                </a:ext>
              </a:extLst>
            </p:cNvPr>
            <p:cNvSpPr>
              <a:spLocks noGrp="1"/>
            </p:cNvSpPr>
            <p:nvPr/>
          </p:nvSpPr>
          <p:spPr>
            <a:xfrm>
              <a:off x="15357172" y="2690522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1" name="Pose_0__6130">
              <a:extLst>
                <a:ext uri="{FF2B5EF4-FFF2-40B4-BE49-F238E27FC236}">
                  <a16:creationId xmlns:a16="http://schemas.microsoft.com/office/drawing/2014/main" id="{4607339E-E0B6-E5FD-C476-08DAF036DCD7}"/>
                </a:ext>
              </a:extLst>
            </p:cNvPr>
            <p:cNvSpPr>
              <a:spLocks noGrp="1"/>
            </p:cNvSpPr>
            <p:nvPr/>
          </p:nvSpPr>
          <p:spPr>
            <a:xfrm>
              <a:off x="15248585" y="2715677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32" name="Pose_0__6131">
              <a:extLst>
                <a:ext uri="{FF2B5EF4-FFF2-40B4-BE49-F238E27FC236}">
                  <a16:creationId xmlns:a16="http://schemas.microsoft.com/office/drawing/2014/main" id="{871B8B20-AE5A-A413-DFD8-B8CDC9F72BFC}"/>
                </a:ext>
              </a:extLst>
            </p:cNvPr>
            <p:cNvSpPr>
              <a:spLocks noGrp="1"/>
            </p:cNvSpPr>
            <p:nvPr/>
          </p:nvSpPr>
          <p:spPr>
            <a:xfrm>
              <a:off x="15507622" y="2654270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3" name="Pose_0__6132">
              <a:extLst>
                <a:ext uri="{FF2B5EF4-FFF2-40B4-BE49-F238E27FC236}">
                  <a16:creationId xmlns:a16="http://schemas.microsoft.com/office/drawing/2014/main" id="{AAA1B9E1-B86E-900B-EB00-54554BD5D536}"/>
                </a:ext>
              </a:extLst>
            </p:cNvPr>
            <p:cNvSpPr>
              <a:spLocks noGrp="1"/>
            </p:cNvSpPr>
            <p:nvPr/>
          </p:nvSpPr>
          <p:spPr>
            <a:xfrm>
              <a:off x="15609102" y="270433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4" name="Pose_0__6133">
              <a:extLst>
                <a:ext uri="{FF2B5EF4-FFF2-40B4-BE49-F238E27FC236}">
                  <a16:creationId xmlns:a16="http://schemas.microsoft.com/office/drawing/2014/main" id="{8ABA0F77-6EA3-C312-F508-B70663C28B77}"/>
                </a:ext>
              </a:extLst>
            </p:cNvPr>
            <p:cNvSpPr>
              <a:spLocks noGrp="1"/>
            </p:cNvSpPr>
            <p:nvPr/>
          </p:nvSpPr>
          <p:spPr>
            <a:xfrm>
              <a:off x="15683474" y="264230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5" name="Pose_0__6134">
              <a:extLst>
                <a:ext uri="{FF2B5EF4-FFF2-40B4-BE49-F238E27FC236}">
                  <a16:creationId xmlns:a16="http://schemas.microsoft.com/office/drawing/2014/main" id="{7710417A-212D-3F45-5430-CDCF0EEC19F3}"/>
                </a:ext>
              </a:extLst>
            </p:cNvPr>
            <p:cNvSpPr>
              <a:spLocks noGrp="1"/>
            </p:cNvSpPr>
            <p:nvPr/>
          </p:nvSpPr>
          <p:spPr>
            <a:xfrm>
              <a:off x="15138235" y="268807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6" name="Pose_0__6135">
              <a:extLst>
                <a:ext uri="{FF2B5EF4-FFF2-40B4-BE49-F238E27FC236}">
                  <a16:creationId xmlns:a16="http://schemas.microsoft.com/office/drawing/2014/main" id="{A75EA27E-7CF8-F06C-708A-BD45CDAE4CCE}"/>
                </a:ext>
              </a:extLst>
            </p:cNvPr>
            <p:cNvSpPr>
              <a:spLocks noGrp="1"/>
            </p:cNvSpPr>
            <p:nvPr/>
          </p:nvSpPr>
          <p:spPr>
            <a:xfrm>
              <a:off x="15046860" y="2634254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2" name="Pose_1">
            <a:extLst>
              <a:ext uri="{FF2B5EF4-FFF2-40B4-BE49-F238E27FC236}">
                <a16:creationId xmlns:a16="http://schemas.microsoft.com/office/drawing/2014/main" id="{5ED7A44A-B391-00C6-ECEF-C512C0EAAE42}"/>
              </a:ext>
            </a:extLst>
          </p:cNvPr>
          <p:cNvGrpSpPr/>
          <p:nvPr/>
        </p:nvGrpSpPr>
        <p:grpSpPr>
          <a:xfrm>
            <a:off x="7729578" y="2436649"/>
            <a:ext cx="204069" cy="56923"/>
            <a:chOff x="15866010" y="3760501"/>
            <a:chExt cx="707099" cy="197236"/>
          </a:xfrm>
        </p:grpSpPr>
        <p:sp>
          <p:nvSpPr>
            <p:cNvPr id="6137" name="Pose_1__6136">
              <a:extLst>
                <a:ext uri="{FF2B5EF4-FFF2-40B4-BE49-F238E27FC236}">
                  <a16:creationId xmlns:a16="http://schemas.microsoft.com/office/drawing/2014/main" id="{DEDBDE4E-4B03-FF8D-CAC8-2AD769EE762F}"/>
                </a:ext>
              </a:extLst>
            </p:cNvPr>
            <p:cNvSpPr>
              <a:spLocks noGrp="1"/>
            </p:cNvSpPr>
            <p:nvPr/>
          </p:nvSpPr>
          <p:spPr>
            <a:xfrm>
              <a:off x="16068675" y="3826871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38" name="Pose_1__6137">
              <a:extLst>
                <a:ext uri="{FF2B5EF4-FFF2-40B4-BE49-F238E27FC236}">
                  <a16:creationId xmlns:a16="http://schemas.microsoft.com/office/drawing/2014/main" id="{3934215D-DC87-09C0-4E0D-29C37465695B}"/>
                </a:ext>
              </a:extLst>
            </p:cNvPr>
            <p:cNvSpPr>
              <a:spLocks noGrp="1"/>
            </p:cNvSpPr>
            <p:nvPr/>
          </p:nvSpPr>
          <p:spPr>
            <a:xfrm>
              <a:off x="16136932" y="3795744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39" name="Pose_1__6138">
              <a:extLst>
                <a:ext uri="{FF2B5EF4-FFF2-40B4-BE49-F238E27FC236}">
                  <a16:creationId xmlns:a16="http://schemas.microsoft.com/office/drawing/2014/main" id="{C40795CA-2630-606B-554A-B9BEC0D34EF3}"/>
                </a:ext>
              </a:extLst>
            </p:cNvPr>
            <p:cNvSpPr>
              <a:spLocks noGrp="1"/>
            </p:cNvSpPr>
            <p:nvPr/>
          </p:nvSpPr>
          <p:spPr>
            <a:xfrm>
              <a:off x="16242986" y="3795744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0" name="Pose_1__6139">
              <a:extLst>
                <a:ext uri="{FF2B5EF4-FFF2-40B4-BE49-F238E27FC236}">
                  <a16:creationId xmlns:a16="http://schemas.microsoft.com/office/drawing/2014/main" id="{32E14311-C0C4-83AB-8D1B-EB8EF19B1C7C}"/>
                </a:ext>
              </a:extLst>
            </p:cNvPr>
            <p:cNvSpPr>
              <a:spLocks noGrp="1"/>
            </p:cNvSpPr>
            <p:nvPr/>
          </p:nvSpPr>
          <p:spPr>
            <a:xfrm>
              <a:off x="16211565" y="3833997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1" name="Pose_1__6140">
              <a:extLst>
                <a:ext uri="{FF2B5EF4-FFF2-40B4-BE49-F238E27FC236}">
                  <a16:creationId xmlns:a16="http://schemas.microsoft.com/office/drawing/2014/main" id="{E404693D-E608-F20A-AAA9-4D1BD98F6D46}"/>
                </a:ext>
              </a:extLst>
            </p:cNvPr>
            <p:cNvSpPr>
              <a:spLocks noGrp="1"/>
            </p:cNvSpPr>
            <p:nvPr/>
          </p:nvSpPr>
          <p:spPr>
            <a:xfrm>
              <a:off x="16102978" y="3897339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2" name="Pose_1__6141">
              <a:extLst>
                <a:ext uri="{FF2B5EF4-FFF2-40B4-BE49-F238E27FC236}">
                  <a16:creationId xmlns:a16="http://schemas.microsoft.com/office/drawing/2014/main" id="{B692D4A6-AD0C-902B-AA5A-F2B83B23026D}"/>
                </a:ext>
              </a:extLst>
            </p:cNvPr>
            <p:cNvSpPr>
              <a:spLocks noGrp="1"/>
            </p:cNvSpPr>
            <p:nvPr/>
          </p:nvSpPr>
          <p:spPr>
            <a:xfrm>
              <a:off x="16068675" y="3903821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3" name="Pose_1__6142">
              <a:extLst>
                <a:ext uri="{FF2B5EF4-FFF2-40B4-BE49-F238E27FC236}">
                  <a16:creationId xmlns:a16="http://schemas.microsoft.com/office/drawing/2014/main" id="{CC5F2AF9-FAF9-D233-AD13-D56498785DD9}"/>
                </a:ext>
              </a:extLst>
            </p:cNvPr>
            <p:cNvSpPr>
              <a:spLocks noGrp="1"/>
            </p:cNvSpPr>
            <p:nvPr/>
          </p:nvSpPr>
          <p:spPr>
            <a:xfrm>
              <a:off x="16280886" y="3833997"/>
              <a:ext cx="81128" cy="27091"/>
            </a:xfrm>
            <a:custGeom>
              <a:avLst/>
              <a:gdLst/>
              <a:ahLst/>
              <a:cxnLst/>
              <a:rect l="0" t="0" r="0" b="0"/>
              <a:pathLst>
                <a:path w="81128" h="27091">
                  <a:moveTo>
                    <a:pt x="0" y="0"/>
                  </a:moveTo>
                  <a:lnTo>
                    <a:pt x="81128" y="27091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4" name="Pose_1__6143">
              <a:extLst>
                <a:ext uri="{FF2B5EF4-FFF2-40B4-BE49-F238E27FC236}">
                  <a16:creationId xmlns:a16="http://schemas.microsoft.com/office/drawing/2014/main" id="{5689494D-7CA1-804A-0FA1-B05E9D2C4CFD}"/>
                </a:ext>
              </a:extLst>
            </p:cNvPr>
            <p:cNvSpPr>
              <a:spLocks noGrp="1"/>
            </p:cNvSpPr>
            <p:nvPr/>
          </p:nvSpPr>
          <p:spPr>
            <a:xfrm>
              <a:off x="16362014" y="3861088"/>
              <a:ext cx="101480" cy="50062"/>
            </a:xfrm>
            <a:custGeom>
              <a:avLst/>
              <a:gdLst/>
              <a:ahLst/>
              <a:cxnLst/>
              <a:rect l="0" t="0" r="0" b="0"/>
              <a:pathLst>
                <a:path w="101480" h="50062">
                  <a:moveTo>
                    <a:pt x="0" y="0"/>
                  </a:moveTo>
                  <a:lnTo>
                    <a:pt x="101480" y="50062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5" name="Pose_1__6144">
              <a:extLst>
                <a:ext uri="{FF2B5EF4-FFF2-40B4-BE49-F238E27FC236}">
                  <a16:creationId xmlns:a16="http://schemas.microsoft.com/office/drawing/2014/main" id="{76D476AB-CDAF-F52F-7ACB-F8EC5239A5C3}"/>
                </a:ext>
              </a:extLst>
            </p:cNvPr>
            <p:cNvSpPr>
              <a:spLocks noGrp="1"/>
            </p:cNvSpPr>
            <p:nvPr/>
          </p:nvSpPr>
          <p:spPr>
            <a:xfrm>
              <a:off x="16463494" y="3849121"/>
              <a:ext cx="74372" cy="62030"/>
            </a:xfrm>
            <a:custGeom>
              <a:avLst/>
              <a:gdLst/>
              <a:ahLst/>
              <a:cxnLst/>
              <a:rect l="0" t="0" r="0" b="0"/>
              <a:pathLst>
                <a:path w="74372" h="62030">
                  <a:moveTo>
                    <a:pt x="0" y="62030"/>
                  </a:moveTo>
                  <a:lnTo>
                    <a:pt x="74372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6" name="Pose_1__6145">
              <a:extLst>
                <a:ext uri="{FF2B5EF4-FFF2-40B4-BE49-F238E27FC236}">
                  <a16:creationId xmlns:a16="http://schemas.microsoft.com/office/drawing/2014/main" id="{86ED2AD5-7B6D-06D7-1F63-BD9D1EDA37EE}"/>
                </a:ext>
              </a:extLst>
            </p:cNvPr>
            <p:cNvSpPr>
              <a:spLocks noGrp="1"/>
            </p:cNvSpPr>
            <p:nvPr/>
          </p:nvSpPr>
          <p:spPr>
            <a:xfrm>
              <a:off x="15992627" y="3894890"/>
              <a:ext cx="76048" cy="8931"/>
            </a:xfrm>
            <a:custGeom>
              <a:avLst/>
              <a:gdLst/>
              <a:ahLst/>
              <a:cxnLst/>
              <a:rect l="0" t="0" r="0" b="0"/>
              <a:pathLst>
                <a:path w="76048" h="8931">
                  <a:moveTo>
                    <a:pt x="76048" y="8931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7" name="Pose_1__6146">
              <a:extLst>
                <a:ext uri="{FF2B5EF4-FFF2-40B4-BE49-F238E27FC236}">
                  <a16:creationId xmlns:a16="http://schemas.microsoft.com/office/drawing/2014/main" id="{C771BD2D-F35D-BEA1-31C5-BFADE83F9383}"/>
                </a:ext>
              </a:extLst>
            </p:cNvPr>
            <p:cNvSpPr>
              <a:spLocks noGrp="1"/>
            </p:cNvSpPr>
            <p:nvPr/>
          </p:nvSpPr>
          <p:spPr>
            <a:xfrm>
              <a:off x="15901253" y="3841072"/>
              <a:ext cx="91375" cy="53818"/>
            </a:xfrm>
            <a:custGeom>
              <a:avLst/>
              <a:gdLst/>
              <a:ahLst/>
              <a:cxnLst/>
              <a:rect l="0" t="0" r="0" b="0"/>
              <a:pathLst>
                <a:path w="91375" h="53818">
                  <a:moveTo>
                    <a:pt x="91375" y="53818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8" name="Pose_1__6147">
              <a:extLst>
                <a:ext uri="{FF2B5EF4-FFF2-40B4-BE49-F238E27FC236}">
                  <a16:creationId xmlns:a16="http://schemas.microsoft.com/office/drawing/2014/main" id="{305A8A1E-DAE2-62A0-B34B-4642E15E04D4}"/>
                </a:ext>
              </a:extLst>
            </p:cNvPr>
            <p:cNvSpPr>
              <a:spLocks noGrp="1"/>
            </p:cNvSpPr>
            <p:nvPr/>
          </p:nvSpPr>
          <p:spPr>
            <a:xfrm>
              <a:off x="16033433" y="3868579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49" name="Pose_1__6148">
              <a:extLst>
                <a:ext uri="{FF2B5EF4-FFF2-40B4-BE49-F238E27FC236}">
                  <a16:creationId xmlns:a16="http://schemas.microsoft.com/office/drawing/2014/main" id="{7719AD72-1747-6D02-6CAA-88B18EA1472D}"/>
                </a:ext>
              </a:extLst>
            </p:cNvPr>
            <p:cNvSpPr>
              <a:spLocks noGrp="1"/>
            </p:cNvSpPr>
            <p:nvPr/>
          </p:nvSpPr>
          <p:spPr>
            <a:xfrm>
              <a:off x="16101690" y="379162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0" name="Pose_1__6149">
              <a:extLst>
                <a:ext uri="{FF2B5EF4-FFF2-40B4-BE49-F238E27FC236}">
                  <a16:creationId xmlns:a16="http://schemas.microsoft.com/office/drawing/2014/main" id="{5418E822-B1B4-E9D1-9C0A-E15053432665}"/>
                </a:ext>
              </a:extLst>
            </p:cNvPr>
            <p:cNvSpPr>
              <a:spLocks noGrp="1"/>
            </p:cNvSpPr>
            <p:nvPr/>
          </p:nvSpPr>
          <p:spPr>
            <a:xfrm>
              <a:off x="16207744" y="3760501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1" name="Pose_1__6150">
              <a:extLst>
                <a:ext uri="{FF2B5EF4-FFF2-40B4-BE49-F238E27FC236}">
                  <a16:creationId xmlns:a16="http://schemas.microsoft.com/office/drawing/2014/main" id="{B760DC0E-ABCD-733B-10A8-3EEDE755B8DA}"/>
                </a:ext>
              </a:extLst>
            </p:cNvPr>
            <p:cNvSpPr>
              <a:spLocks noGrp="1"/>
            </p:cNvSpPr>
            <p:nvPr/>
          </p:nvSpPr>
          <p:spPr>
            <a:xfrm>
              <a:off x="16245644" y="3798754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2" name="Pose_1__6151">
              <a:extLst>
                <a:ext uri="{FF2B5EF4-FFF2-40B4-BE49-F238E27FC236}">
                  <a16:creationId xmlns:a16="http://schemas.microsoft.com/office/drawing/2014/main" id="{421CE0EA-A0D8-2414-E09E-C69BF580684C}"/>
                </a:ext>
              </a:extLst>
            </p:cNvPr>
            <p:cNvSpPr>
              <a:spLocks noGrp="1"/>
            </p:cNvSpPr>
            <p:nvPr/>
          </p:nvSpPr>
          <p:spPr>
            <a:xfrm>
              <a:off x="16176322" y="3862097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3" name="Pose_1__6152">
              <a:extLst>
                <a:ext uri="{FF2B5EF4-FFF2-40B4-BE49-F238E27FC236}">
                  <a16:creationId xmlns:a16="http://schemas.microsoft.com/office/drawing/2014/main" id="{82F257C7-CC66-06A4-BDEF-C55D8BE93B8C}"/>
                </a:ext>
              </a:extLst>
            </p:cNvPr>
            <p:cNvSpPr>
              <a:spLocks noGrp="1"/>
            </p:cNvSpPr>
            <p:nvPr/>
          </p:nvSpPr>
          <p:spPr>
            <a:xfrm>
              <a:off x="16067735" y="3887252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54" name="Pose_1__6153">
              <a:extLst>
                <a:ext uri="{FF2B5EF4-FFF2-40B4-BE49-F238E27FC236}">
                  <a16:creationId xmlns:a16="http://schemas.microsoft.com/office/drawing/2014/main" id="{BFEA532E-BC16-B618-42D3-EFF24D43259A}"/>
                </a:ext>
              </a:extLst>
            </p:cNvPr>
            <p:cNvSpPr>
              <a:spLocks noGrp="1"/>
            </p:cNvSpPr>
            <p:nvPr/>
          </p:nvSpPr>
          <p:spPr>
            <a:xfrm>
              <a:off x="16326772" y="3825845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5" name="Pose_1__6154">
              <a:extLst>
                <a:ext uri="{FF2B5EF4-FFF2-40B4-BE49-F238E27FC236}">
                  <a16:creationId xmlns:a16="http://schemas.microsoft.com/office/drawing/2014/main" id="{F1A28BBF-73C2-27EC-0A09-D75153E92883}"/>
                </a:ext>
              </a:extLst>
            </p:cNvPr>
            <p:cNvSpPr>
              <a:spLocks noGrp="1"/>
            </p:cNvSpPr>
            <p:nvPr/>
          </p:nvSpPr>
          <p:spPr>
            <a:xfrm>
              <a:off x="16428252" y="387590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6" name="Pose_1__6155">
              <a:extLst>
                <a:ext uri="{FF2B5EF4-FFF2-40B4-BE49-F238E27FC236}">
                  <a16:creationId xmlns:a16="http://schemas.microsoft.com/office/drawing/2014/main" id="{2009DD61-FFAC-EFB9-59F7-BBD4F7399C96}"/>
                </a:ext>
              </a:extLst>
            </p:cNvPr>
            <p:cNvSpPr>
              <a:spLocks noGrp="1"/>
            </p:cNvSpPr>
            <p:nvPr/>
          </p:nvSpPr>
          <p:spPr>
            <a:xfrm>
              <a:off x="16502624" y="381387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7" name="Pose_1__6156">
              <a:extLst>
                <a:ext uri="{FF2B5EF4-FFF2-40B4-BE49-F238E27FC236}">
                  <a16:creationId xmlns:a16="http://schemas.microsoft.com/office/drawing/2014/main" id="{BBC2B13F-2AFD-E83F-9BE0-012C85DF9847}"/>
                </a:ext>
              </a:extLst>
            </p:cNvPr>
            <p:cNvSpPr>
              <a:spLocks noGrp="1"/>
            </p:cNvSpPr>
            <p:nvPr/>
          </p:nvSpPr>
          <p:spPr>
            <a:xfrm>
              <a:off x="15957385" y="385964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8" name="Pose_1__6157">
              <a:extLst>
                <a:ext uri="{FF2B5EF4-FFF2-40B4-BE49-F238E27FC236}">
                  <a16:creationId xmlns:a16="http://schemas.microsoft.com/office/drawing/2014/main" id="{6CE356C8-17B0-6128-3C35-B0C7CC779B11}"/>
                </a:ext>
              </a:extLst>
            </p:cNvPr>
            <p:cNvSpPr>
              <a:spLocks noGrp="1"/>
            </p:cNvSpPr>
            <p:nvPr/>
          </p:nvSpPr>
          <p:spPr>
            <a:xfrm>
              <a:off x="15866010" y="3805829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3" name="Pose_2">
            <a:extLst>
              <a:ext uri="{FF2B5EF4-FFF2-40B4-BE49-F238E27FC236}">
                <a16:creationId xmlns:a16="http://schemas.microsoft.com/office/drawing/2014/main" id="{747E2F5E-3F0F-D14E-0C73-050858A36098}"/>
              </a:ext>
            </a:extLst>
          </p:cNvPr>
          <p:cNvGrpSpPr/>
          <p:nvPr/>
        </p:nvGrpSpPr>
        <p:grpSpPr>
          <a:xfrm>
            <a:off x="7538658" y="2477884"/>
            <a:ext cx="188408" cy="68555"/>
            <a:chOff x="15204472" y="3903376"/>
            <a:chExt cx="652833" cy="237543"/>
          </a:xfrm>
        </p:grpSpPr>
        <p:sp>
          <p:nvSpPr>
            <p:cNvPr id="6159" name="Pose_2__6158">
              <a:extLst>
                <a:ext uri="{FF2B5EF4-FFF2-40B4-BE49-F238E27FC236}">
                  <a16:creationId xmlns:a16="http://schemas.microsoft.com/office/drawing/2014/main" id="{11BC3C03-9662-83C5-6ED8-DFB18ED71D33}"/>
                </a:ext>
              </a:extLst>
            </p:cNvPr>
            <p:cNvSpPr>
              <a:spLocks noGrp="1"/>
            </p:cNvSpPr>
            <p:nvPr/>
          </p:nvSpPr>
          <p:spPr>
            <a:xfrm>
              <a:off x="15420975" y="3969746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0" name="Pose_2__6159">
              <a:extLst>
                <a:ext uri="{FF2B5EF4-FFF2-40B4-BE49-F238E27FC236}">
                  <a16:creationId xmlns:a16="http://schemas.microsoft.com/office/drawing/2014/main" id="{309C8D04-2BE6-91D6-AF21-91486B5E13B2}"/>
                </a:ext>
              </a:extLst>
            </p:cNvPr>
            <p:cNvSpPr>
              <a:spLocks noGrp="1"/>
            </p:cNvSpPr>
            <p:nvPr/>
          </p:nvSpPr>
          <p:spPr>
            <a:xfrm>
              <a:off x="15489232" y="3938619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1" name="Pose_2__6160">
              <a:extLst>
                <a:ext uri="{FF2B5EF4-FFF2-40B4-BE49-F238E27FC236}">
                  <a16:creationId xmlns:a16="http://schemas.microsoft.com/office/drawing/2014/main" id="{9CAA876B-C717-B425-390D-BF1D9A940F27}"/>
                </a:ext>
              </a:extLst>
            </p:cNvPr>
            <p:cNvSpPr>
              <a:spLocks noGrp="1"/>
            </p:cNvSpPr>
            <p:nvPr/>
          </p:nvSpPr>
          <p:spPr>
            <a:xfrm>
              <a:off x="15595286" y="3938619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2" name="Pose_2__6161">
              <a:extLst>
                <a:ext uri="{FF2B5EF4-FFF2-40B4-BE49-F238E27FC236}">
                  <a16:creationId xmlns:a16="http://schemas.microsoft.com/office/drawing/2014/main" id="{0B657ACC-FE00-2A2F-C8E2-8E69F0459FEC}"/>
                </a:ext>
              </a:extLst>
            </p:cNvPr>
            <p:cNvSpPr>
              <a:spLocks noGrp="1"/>
            </p:cNvSpPr>
            <p:nvPr/>
          </p:nvSpPr>
          <p:spPr>
            <a:xfrm>
              <a:off x="15563865" y="3976872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3" name="Pose_2__6162">
              <a:extLst>
                <a:ext uri="{FF2B5EF4-FFF2-40B4-BE49-F238E27FC236}">
                  <a16:creationId xmlns:a16="http://schemas.microsoft.com/office/drawing/2014/main" id="{212FA2A6-F9FF-08C9-DE20-2EF409C15D11}"/>
                </a:ext>
              </a:extLst>
            </p:cNvPr>
            <p:cNvSpPr>
              <a:spLocks noGrp="1"/>
            </p:cNvSpPr>
            <p:nvPr/>
          </p:nvSpPr>
          <p:spPr>
            <a:xfrm>
              <a:off x="15455278" y="4040214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4" name="Pose_2__6163">
              <a:extLst>
                <a:ext uri="{FF2B5EF4-FFF2-40B4-BE49-F238E27FC236}">
                  <a16:creationId xmlns:a16="http://schemas.microsoft.com/office/drawing/2014/main" id="{DE913C7E-4B09-917D-1089-B3240AE3ADE0}"/>
                </a:ext>
              </a:extLst>
            </p:cNvPr>
            <p:cNvSpPr>
              <a:spLocks noGrp="1"/>
            </p:cNvSpPr>
            <p:nvPr/>
          </p:nvSpPr>
          <p:spPr>
            <a:xfrm>
              <a:off x="15420975" y="4046696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5" name="Pose_2__6164">
              <a:extLst>
                <a:ext uri="{FF2B5EF4-FFF2-40B4-BE49-F238E27FC236}">
                  <a16:creationId xmlns:a16="http://schemas.microsoft.com/office/drawing/2014/main" id="{10BC6644-9EFD-71EF-66AB-6EE0DAA97725}"/>
                </a:ext>
              </a:extLst>
            </p:cNvPr>
            <p:cNvSpPr>
              <a:spLocks noGrp="1"/>
            </p:cNvSpPr>
            <p:nvPr/>
          </p:nvSpPr>
          <p:spPr>
            <a:xfrm>
              <a:off x="15633186" y="3976872"/>
              <a:ext cx="75889" cy="19757"/>
            </a:xfrm>
            <a:custGeom>
              <a:avLst/>
              <a:gdLst/>
              <a:ahLst/>
              <a:cxnLst/>
              <a:rect l="0" t="0" r="0" b="0"/>
              <a:pathLst>
                <a:path w="75889" h="19757">
                  <a:moveTo>
                    <a:pt x="0" y="0"/>
                  </a:moveTo>
                  <a:lnTo>
                    <a:pt x="75889" y="19757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6" name="Pose_2__6165">
              <a:extLst>
                <a:ext uri="{FF2B5EF4-FFF2-40B4-BE49-F238E27FC236}">
                  <a16:creationId xmlns:a16="http://schemas.microsoft.com/office/drawing/2014/main" id="{289FD69E-7E5E-71A6-B8E9-EA4344549A54}"/>
                </a:ext>
              </a:extLst>
            </p:cNvPr>
            <p:cNvSpPr>
              <a:spLocks noGrp="1"/>
            </p:cNvSpPr>
            <p:nvPr/>
          </p:nvSpPr>
          <p:spPr>
            <a:xfrm>
              <a:off x="15709075" y="3996629"/>
              <a:ext cx="106719" cy="50062"/>
            </a:xfrm>
            <a:custGeom>
              <a:avLst/>
              <a:gdLst/>
              <a:ahLst/>
              <a:cxnLst/>
              <a:rect l="0" t="0" r="0" b="0"/>
              <a:pathLst>
                <a:path w="106719" h="50062">
                  <a:moveTo>
                    <a:pt x="0" y="0"/>
                  </a:moveTo>
                  <a:lnTo>
                    <a:pt x="106719" y="50062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7" name="Pose_2__6166">
              <a:extLst>
                <a:ext uri="{FF2B5EF4-FFF2-40B4-BE49-F238E27FC236}">
                  <a16:creationId xmlns:a16="http://schemas.microsoft.com/office/drawing/2014/main" id="{95F4B8F0-771D-4646-B952-4D110AA68557}"/>
                </a:ext>
              </a:extLst>
            </p:cNvPr>
            <p:cNvSpPr>
              <a:spLocks noGrp="1"/>
            </p:cNvSpPr>
            <p:nvPr/>
          </p:nvSpPr>
          <p:spPr>
            <a:xfrm>
              <a:off x="15815794" y="4046691"/>
              <a:ext cx="6268" cy="58985"/>
            </a:xfrm>
            <a:custGeom>
              <a:avLst/>
              <a:gdLst/>
              <a:ahLst/>
              <a:cxnLst/>
              <a:rect l="0" t="0" r="0" b="0"/>
              <a:pathLst>
                <a:path w="6268" h="58985">
                  <a:moveTo>
                    <a:pt x="0" y="0"/>
                  </a:moveTo>
                  <a:lnTo>
                    <a:pt x="6268" y="58985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8" name="Pose_2__6167">
              <a:extLst>
                <a:ext uri="{FF2B5EF4-FFF2-40B4-BE49-F238E27FC236}">
                  <a16:creationId xmlns:a16="http://schemas.microsoft.com/office/drawing/2014/main" id="{572667E0-FA5B-9C4B-80F6-EE6EEF1BCA9A}"/>
                </a:ext>
              </a:extLst>
            </p:cNvPr>
            <p:cNvSpPr>
              <a:spLocks noGrp="1"/>
            </p:cNvSpPr>
            <p:nvPr/>
          </p:nvSpPr>
          <p:spPr>
            <a:xfrm>
              <a:off x="15722117" y="4103773"/>
              <a:ext cx="99945" cy="1903"/>
            </a:xfrm>
            <a:custGeom>
              <a:avLst/>
              <a:gdLst/>
              <a:ahLst/>
              <a:cxnLst/>
              <a:rect l="0" t="0" r="0" b="0"/>
              <a:pathLst>
                <a:path w="99945" h="1903">
                  <a:moveTo>
                    <a:pt x="99945" y="190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9" name="Pose_2__6168">
              <a:extLst>
                <a:ext uri="{FF2B5EF4-FFF2-40B4-BE49-F238E27FC236}">
                  <a16:creationId xmlns:a16="http://schemas.microsoft.com/office/drawing/2014/main" id="{42C55754-2D1E-3CBC-7BCA-BA1FD1E80EAA}"/>
                </a:ext>
              </a:extLst>
            </p:cNvPr>
            <p:cNvSpPr>
              <a:spLocks noGrp="1"/>
            </p:cNvSpPr>
            <p:nvPr/>
          </p:nvSpPr>
          <p:spPr>
            <a:xfrm>
              <a:off x="15563865" y="4040214"/>
              <a:ext cx="158253" cy="63559"/>
            </a:xfrm>
            <a:custGeom>
              <a:avLst/>
              <a:gdLst/>
              <a:ahLst/>
              <a:cxnLst/>
              <a:rect l="0" t="0" r="0" b="0"/>
              <a:pathLst>
                <a:path w="158253" h="63559">
                  <a:moveTo>
                    <a:pt x="158253" y="63559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0" name="Pose_2__6169">
              <a:extLst>
                <a:ext uri="{FF2B5EF4-FFF2-40B4-BE49-F238E27FC236}">
                  <a16:creationId xmlns:a16="http://schemas.microsoft.com/office/drawing/2014/main" id="{B9CF7EFE-BE4F-CB30-3924-268D5444FEC5}"/>
                </a:ext>
              </a:extLst>
            </p:cNvPr>
            <p:cNvSpPr>
              <a:spLocks noGrp="1"/>
            </p:cNvSpPr>
            <p:nvPr/>
          </p:nvSpPr>
          <p:spPr>
            <a:xfrm>
              <a:off x="15326895" y="3939941"/>
              <a:ext cx="94080" cy="106755"/>
            </a:xfrm>
            <a:custGeom>
              <a:avLst/>
              <a:gdLst/>
              <a:ahLst/>
              <a:cxnLst/>
              <a:rect l="0" t="0" r="0" b="0"/>
              <a:pathLst>
                <a:path w="94080" h="106755">
                  <a:moveTo>
                    <a:pt x="94080" y="106755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1" name="Pose_2__6170">
              <a:extLst>
                <a:ext uri="{FF2B5EF4-FFF2-40B4-BE49-F238E27FC236}">
                  <a16:creationId xmlns:a16="http://schemas.microsoft.com/office/drawing/2014/main" id="{718A335E-DA40-33AB-FDA8-10AAAF4CADAB}"/>
                </a:ext>
              </a:extLst>
            </p:cNvPr>
            <p:cNvSpPr>
              <a:spLocks noGrp="1"/>
            </p:cNvSpPr>
            <p:nvPr/>
          </p:nvSpPr>
          <p:spPr>
            <a:xfrm>
              <a:off x="15239714" y="3939941"/>
              <a:ext cx="87181" cy="30142"/>
            </a:xfrm>
            <a:custGeom>
              <a:avLst/>
              <a:gdLst/>
              <a:ahLst/>
              <a:cxnLst/>
              <a:rect l="0" t="0" r="0" b="0"/>
              <a:pathLst>
                <a:path w="87181" h="30142">
                  <a:moveTo>
                    <a:pt x="87181" y="0"/>
                  </a:moveTo>
                  <a:lnTo>
                    <a:pt x="0" y="30142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2" name="Pose_2__6171">
              <a:extLst>
                <a:ext uri="{FF2B5EF4-FFF2-40B4-BE49-F238E27FC236}">
                  <a16:creationId xmlns:a16="http://schemas.microsoft.com/office/drawing/2014/main" id="{AF494F42-58DD-1668-6C85-22A8BB0D5724}"/>
                </a:ext>
              </a:extLst>
            </p:cNvPr>
            <p:cNvSpPr>
              <a:spLocks noGrp="1"/>
            </p:cNvSpPr>
            <p:nvPr/>
          </p:nvSpPr>
          <p:spPr>
            <a:xfrm>
              <a:off x="15385733" y="4011454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73" name="Pose_2__6172">
              <a:extLst>
                <a:ext uri="{FF2B5EF4-FFF2-40B4-BE49-F238E27FC236}">
                  <a16:creationId xmlns:a16="http://schemas.microsoft.com/office/drawing/2014/main" id="{D2B1DB20-9E81-D848-678A-04DAEC5F2C5A}"/>
                </a:ext>
              </a:extLst>
            </p:cNvPr>
            <p:cNvSpPr>
              <a:spLocks noGrp="1"/>
            </p:cNvSpPr>
            <p:nvPr/>
          </p:nvSpPr>
          <p:spPr>
            <a:xfrm>
              <a:off x="15453990" y="3934503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4" name="Pose_2__6173">
              <a:extLst>
                <a:ext uri="{FF2B5EF4-FFF2-40B4-BE49-F238E27FC236}">
                  <a16:creationId xmlns:a16="http://schemas.microsoft.com/office/drawing/2014/main" id="{6A9E21DC-FE28-6831-93C4-09AC97A7A4CC}"/>
                </a:ext>
              </a:extLst>
            </p:cNvPr>
            <p:cNvSpPr>
              <a:spLocks noGrp="1"/>
            </p:cNvSpPr>
            <p:nvPr/>
          </p:nvSpPr>
          <p:spPr>
            <a:xfrm>
              <a:off x="15560044" y="3903376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5" name="Pose_2__6174">
              <a:extLst>
                <a:ext uri="{FF2B5EF4-FFF2-40B4-BE49-F238E27FC236}">
                  <a16:creationId xmlns:a16="http://schemas.microsoft.com/office/drawing/2014/main" id="{BDCF6A23-4732-0996-854C-3111BC7806C8}"/>
                </a:ext>
              </a:extLst>
            </p:cNvPr>
            <p:cNvSpPr>
              <a:spLocks noGrp="1"/>
            </p:cNvSpPr>
            <p:nvPr/>
          </p:nvSpPr>
          <p:spPr>
            <a:xfrm>
              <a:off x="15597944" y="3941629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6" name="Pose_2__6175">
              <a:extLst>
                <a:ext uri="{FF2B5EF4-FFF2-40B4-BE49-F238E27FC236}">
                  <a16:creationId xmlns:a16="http://schemas.microsoft.com/office/drawing/2014/main" id="{7A45C929-86FD-C867-2935-6D2F23F75926}"/>
                </a:ext>
              </a:extLst>
            </p:cNvPr>
            <p:cNvSpPr>
              <a:spLocks noGrp="1"/>
            </p:cNvSpPr>
            <p:nvPr/>
          </p:nvSpPr>
          <p:spPr>
            <a:xfrm>
              <a:off x="15528622" y="4004972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7" name="Pose_2__6176">
              <a:extLst>
                <a:ext uri="{FF2B5EF4-FFF2-40B4-BE49-F238E27FC236}">
                  <a16:creationId xmlns:a16="http://schemas.microsoft.com/office/drawing/2014/main" id="{F67277FC-CB3C-A1FA-CE54-9D0CC4596DCB}"/>
                </a:ext>
              </a:extLst>
            </p:cNvPr>
            <p:cNvSpPr>
              <a:spLocks noGrp="1"/>
            </p:cNvSpPr>
            <p:nvPr/>
          </p:nvSpPr>
          <p:spPr>
            <a:xfrm>
              <a:off x="15420035" y="4030127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78" name="Pose_2__6177">
              <a:extLst>
                <a:ext uri="{FF2B5EF4-FFF2-40B4-BE49-F238E27FC236}">
                  <a16:creationId xmlns:a16="http://schemas.microsoft.com/office/drawing/2014/main" id="{1DE6EA69-365A-F762-003A-12847DA99F48}"/>
                </a:ext>
              </a:extLst>
            </p:cNvPr>
            <p:cNvSpPr>
              <a:spLocks noGrp="1"/>
            </p:cNvSpPr>
            <p:nvPr/>
          </p:nvSpPr>
          <p:spPr>
            <a:xfrm>
              <a:off x="15673833" y="3961386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9" name="Pose_2__6178">
              <a:extLst>
                <a:ext uri="{FF2B5EF4-FFF2-40B4-BE49-F238E27FC236}">
                  <a16:creationId xmlns:a16="http://schemas.microsoft.com/office/drawing/2014/main" id="{5C13CF46-F037-5B10-307B-94E3540D0F41}"/>
                </a:ext>
              </a:extLst>
            </p:cNvPr>
            <p:cNvSpPr>
              <a:spLocks noGrp="1"/>
            </p:cNvSpPr>
            <p:nvPr/>
          </p:nvSpPr>
          <p:spPr>
            <a:xfrm>
              <a:off x="15780552" y="4011449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0" name="Pose_2__6179">
              <a:extLst>
                <a:ext uri="{FF2B5EF4-FFF2-40B4-BE49-F238E27FC236}">
                  <a16:creationId xmlns:a16="http://schemas.microsoft.com/office/drawing/2014/main" id="{5261E047-862D-7C4A-28CE-6000CF4776EA}"/>
                </a:ext>
              </a:extLst>
            </p:cNvPr>
            <p:cNvSpPr>
              <a:spLocks noGrp="1"/>
            </p:cNvSpPr>
            <p:nvPr/>
          </p:nvSpPr>
          <p:spPr>
            <a:xfrm>
              <a:off x="15786820" y="4070434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1" name="Pose_2__6180">
              <a:extLst>
                <a:ext uri="{FF2B5EF4-FFF2-40B4-BE49-F238E27FC236}">
                  <a16:creationId xmlns:a16="http://schemas.microsoft.com/office/drawing/2014/main" id="{C6EDF570-8A31-52E4-D45E-6E060C7F9E0D}"/>
                </a:ext>
              </a:extLst>
            </p:cNvPr>
            <p:cNvSpPr>
              <a:spLocks noGrp="1"/>
            </p:cNvSpPr>
            <p:nvPr/>
          </p:nvSpPr>
          <p:spPr>
            <a:xfrm>
              <a:off x="15686875" y="4068531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2" name="Pose_2__6181">
              <a:extLst>
                <a:ext uri="{FF2B5EF4-FFF2-40B4-BE49-F238E27FC236}">
                  <a16:creationId xmlns:a16="http://schemas.microsoft.com/office/drawing/2014/main" id="{7E5A37CF-C38B-3D59-5174-B6E72EA4733C}"/>
                </a:ext>
              </a:extLst>
            </p:cNvPr>
            <p:cNvSpPr>
              <a:spLocks noGrp="1"/>
            </p:cNvSpPr>
            <p:nvPr/>
          </p:nvSpPr>
          <p:spPr>
            <a:xfrm>
              <a:off x="15291653" y="3904699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83" name="Pose_2__6182">
              <a:extLst>
                <a:ext uri="{FF2B5EF4-FFF2-40B4-BE49-F238E27FC236}">
                  <a16:creationId xmlns:a16="http://schemas.microsoft.com/office/drawing/2014/main" id="{C41E1435-F53E-36BC-A8EA-119728B3E3A1}"/>
                </a:ext>
              </a:extLst>
            </p:cNvPr>
            <p:cNvSpPr>
              <a:spLocks noGrp="1"/>
            </p:cNvSpPr>
            <p:nvPr/>
          </p:nvSpPr>
          <p:spPr>
            <a:xfrm>
              <a:off x="15204472" y="3934840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4" name="Pose_3">
            <a:extLst>
              <a:ext uri="{FF2B5EF4-FFF2-40B4-BE49-F238E27FC236}">
                <a16:creationId xmlns:a16="http://schemas.microsoft.com/office/drawing/2014/main" id="{09F5F57A-D501-038F-4433-CD8C32E38920}"/>
              </a:ext>
            </a:extLst>
          </p:cNvPr>
          <p:cNvGrpSpPr/>
          <p:nvPr/>
        </p:nvGrpSpPr>
        <p:grpSpPr>
          <a:xfrm>
            <a:off x="7693567" y="1996150"/>
            <a:ext cx="178069" cy="69228"/>
            <a:chOff x="15741233" y="2234169"/>
            <a:chExt cx="617010" cy="239875"/>
          </a:xfrm>
        </p:grpSpPr>
        <p:sp>
          <p:nvSpPr>
            <p:cNvPr id="6184" name="Pose_3__6183">
              <a:extLst>
                <a:ext uri="{FF2B5EF4-FFF2-40B4-BE49-F238E27FC236}">
                  <a16:creationId xmlns:a16="http://schemas.microsoft.com/office/drawing/2014/main" id="{09129D87-D65F-396B-CA0C-35E901BAF40A}"/>
                </a:ext>
              </a:extLst>
            </p:cNvPr>
            <p:cNvSpPr>
              <a:spLocks noGrp="1"/>
            </p:cNvSpPr>
            <p:nvPr/>
          </p:nvSpPr>
          <p:spPr>
            <a:xfrm>
              <a:off x="15954375" y="2307271"/>
              <a:ext cx="89212" cy="72550"/>
            </a:xfrm>
            <a:custGeom>
              <a:avLst/>
              <a:gdLst/>
              <a:ahLst/>
              <a:cxnLst/>
              <a:rect l="0" t="0" r="0" b="0"/>
              <a:pathLst>
                <a:path w="89212" h="72550">
                  <a:moveTo>
                    <a:pt x="0" y="72550"/>
                  </a:moveTo>
                  <a:lnTo>
                    <a:pt x="89212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5" name="Pose_3__6184">
              <a:extLst>
                <a:ext uri="{FF2B5EF4-FFF2-40B4-BE49-F238E27FC236}">
                  <a16:creationId xmlns:a16="http://schemas.microsoft.com/office/drawing/2014/main" id="{06278730-D5E4-6FA0-D4D1-BDD9529FC9CE}"/>
                </a:ext>
              </a:extLst>
            </p:cNvPr>
            <p:cNvSpPr>
              <a:spLocks noGrp="1"/>
            </p:cNvSpPr>
            <p:nvPr/>
          </p:nvSpPr>
          <p:spPr>
            <a:xfrm>
              <a:off x="16043587" y="2298147"/>
              <a:ext cx="95577" cy="9124"/>
            </a:xfrm>
            <a:custGeom>
              <a:avLst/>
              <a:gdLst/>
              <a:ahLst/>
              <a:cxnLst/>
              <a:rect l="0" t="0" r="0" b="0"/>
              <a:pathLst>
                <a:path w="95577" h="9124">
                  <a:moveTo>
                    <a:pt x="0" y="9124"/>
                  </a:moveTo>
                  <a:lnTo>
                    <a:pt x="95577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6" name="Pose_3__6185">
              <a:extLst>
                <a:ext uri="{FF2B5EF4-FFF2-40B4-BE49-F238E27FC236}">
                  <a16:creationId xmlns:a16="http://schemas.microsoft.com/office/drawing/2014/main" id="{573EB436-8378-0BD5-9077-269B9E68608E}"/>
                </a:ext>
              </a:extLst>
            </p:cNvPr>
            <p:cNvSpPr>
              <a:spLocks noGrp="1"/>
            </p:cNvSpPr>
            <p:nvPr/>
          </p:nvSpPr>
          <p:spPr>
            <a:xfrm>
              <a:off x="16124676" y="2298147"/>
              <a:ext cx="14487" cy="48521"/>
            </a:xfrm>
            <a:custGeom>
              <a:avLst/>
              <a:gdLst/>
              <a:ahLst/>
              <a:cxnLst/>
              <a:rect l="0" t="0" r="0" b="0"/>
              <a:pathLst>
                <a:path w="14487" h="48521">
                  <a:moveTo>
                    <a:pt x="14487" y="0"/>
                  </a:moveTo>
                  <a:lnTo>
                    <a:pt x="0" y="48521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7" name="Pose_3__6186">
              <a:extLst>
                <a:ext uri="{FF2B5EF4-FFF2-40B4-BE49-F238E27FC236}">
                  <a16:creationId xmlns:a16="http://schemas.microsoft.com/office/drawing/2014/main" id="{7CE5F70A-CA4D-3724-4568-72F8CE655A1D}"/>
                </a:ext>
              </a:extLst>
            </p:cNvPr>
            <p:cNvSpPr>
              <a:spLocks noGrp="1"/>
            </p:cNvSpPr>
            <p:nvPr/>
          </p:nvSpPr>
          <p:spPr>
            <a:xfrm>
              <a:off x="16013445" y="2346668"/>
              <a:ext cx="111232" cy="22271"/>
            </a:xfrm>
            <a:custGeom>
              <a:avLst/>
              <a:gdLst/>
              <a:ahLst/>
              <a:cxnLst/>
              <a:rect l="0" t="0" r="0" b="0"/>
              <a:pathLst>
                <a:path w="111232" h="22271">
                  <a:moveTo>
                    <a:pt x="111232" y="0"/>
                  </a:moveTo>
                  <a:lnTo>
                    <a:pt x="0" y="22271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8" name="Pose_3__6187">
              <a:extLst>
                <a:ext uri="{FF2B5EF4-FFF2-40B4-BE49-F238E27FC236}">
                  <a16:creationId xmlns:a16="http://schemas.microsoft.com/office/drawing/2014/main" id="{9FDBCD32-8179-0327-CE62-F3155A8255AE}"/>
                </a:ext>
              </a:extLst>
            </p:cNvPr>
            <p:cNvSpPr>
              <a:spLocks noGrp="1"/>
            </p:cNvSpPr>
            <p:nvPr/>
          </p:nvSpPr>
          <p:spPr>
            <a:xfrm>
              <a:off x="15954375" y="2368939"/>
              <a:ext cx="59070" cy="10883"/>
            </a:xfrm>
            <a:custGeom>
              <a:avLst/>
              <a:gdLst/>
              <a:ahLst/>
              <a:cxnLst/>
              <a:rect l="0" t="0" r="0" b="0"/>
              <a:pathLst>
                <a:path w="59070" h="10883">
                  <a:moveTo>
                    <a:pt x="59070" y="0"/>
                  </a:moveTo>
                  <a:lnTo>
                    <a:pt x="0" y="10883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9" name="Pose_3__6188">
              <a:extLst>
                <a:ext uri="{FF2B5EF4-FFF2-40B4-BE49-F238E27FC236}">
                  <a16:creationId xmlns:a16="http://schemas.microsoft.com/office/drawing/2014/main" id="{B2B54C2E-94DB-D2D7-4C80-612F6FE57F99}"/>
                </a:ext>
              </a:extLst>
            </p:cNvPr>
            <p:cNvSpPr>
              <a:spLocks noGrp="1"/>
            </p:cNvSpPr>
            <p:nvPr/>
          </p:nvSpPr>
          <p:spPr>
            <a:xfrm>
              <a:off x="16139164" y="2269412"/>
              <a:ext cx="64303" cy="28735"/>
            </a:xfrm>
            <a:custGeom>
              <a:avLst/>
              <a:gdLst/>
              <a:ahLst/>
              <a:cxnLst/>
              <a:rect l="0" t="0" r="0" b="0"/>
              <a:pathLst>
                <a:path w="64303" h="28735">
                  <a:moveTo>
                    <a:pt x="0" y="28735"/>
                  </a:moveTo>
                  <a:lnTo>
                    <a:pt x="64303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0" name="Pose_3__6189">
              <a:extLst>
                <a:ext uri="{FF2B5EF4-FFF2-40B4-BE49-F238E27FC236}">
                  <a16:creationId xmlns:a16="http://schemas.microsoft.com/office/drawing/2014/main" id="{7336039A-3E06-32C2-0127-BE8C778F5C84}"/>
                </a:ext>
              </a:extLst>
            </p:cNvPr>
            <p:cNvSpPr>
              <a:spLocks noGrp="1"/>
            </p:cNvSpPr>
            <p:nvPr/>
          </p:nvSpPr>
          <p:spPr>
            <a:xfrm>
              <a:off x="16203466" y="2269412"/>
              <a:ext cx="101874" cy="64009"/>
            </a:xfrm>
            <a:custGeom>
              <a:avLst/>
              <a:gdLst/>
              <a:ahLst/>
              <a:cxnLst/>
              <a:rect l="0" t="0" r="0" b="0"/>
              <a:pathLst>
                <a:path w="101874" h="64009">
                  <a:moveTo>
                    <a:pt x="0" y="0"/>
                  </a:moveTo>
                  <a:lnTo>
                    <a:pt x="101874" y="64009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1" name="Pose_3__6190">
              <a:extLst>
                <a:ext uri="{FF2B5EF4-FFF2-40B4-BE49-F238E27FC236}">
                  <a16:creationId xmlns:a16="http://schemas.microsoft.com/office/drawing/2014/main" id="{98DC340E-8F4E-E716-7841-ECDFE59B5D01}"/>
                </a:ext>
              </a:extLst>
            </p:cNvPr>
            <p:cNvSpPr>
              <a:spLocks noGrp="1"/>
            </p:cNvSpPr>
            <p:nvPr/>
          </p:nvSpPr>
          <p:spPr>
            <a:xfrm>
              <a:off x="16305340" y="2333421"/>
              <a:ext cx="17660" cy="86734"/>
            </a:xfrm>
            <a:custGeom>
              <a:avLst/>
              <a:gdLst/>
              <a:ahLst/>
              <a:cxnLst/>
              <a:rect l="0" t="0" r="0" b="0"/>
              <a:pathLst>
                <a:path w="17660" h="86734">
                  <a:moveTo>
                    <a:pt x="0" y="0"/>
                  </a:moveTo>
                  <a:lnTo>
                    <a:pt x="17660" y="86734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2" name="Pose_3__6191">
              <a:extLst>
                <a:ext uri="{FF2B5EF4-FFF2-40B4-BE49-F238E27FC236}">
                  <a16:creationId xmlns:a16="http://schemas.microsoft.com/office/drawing/2014/main" id="{146617B4-88DA-A689-5445-87EA139D59C8}"/>
                </a:ext>
              </a:extLst>
            </p:cNvPr>
            <p:cNvSpPr>
              <a:spLocks noGrp="1"/>
            </p:cNvSpPr>
            <p:nvPr/>
          </p:nvSpPr>
          <p:spPr>
            <a:xfrm>
              <a:off x="16240210" y="2420154"/>
              <a:ext cx="82790" cy="18647"/>
            </a:xfrm>
            <a:custGeom>
              <a:avLst/>
              <a:gdLst/>
              <a:ahLst/>
              <a:cxnLst/>
              <a:rect l="0" t="0" r="0" b="0"/>
              <a:pathLst>
                <a:path w="82790" h="18647">
                  <a:moveTo>
                    <a:pt x="82790" y="0"/>
                  </a:moveTo>
                  <a:lnTo>
                    <a:pt x="0" y="18647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3" name="Pose_3__6192">
              <a:extLst>
                <a:ext uri="{FF2B5EF4-FFF2-40B4-BE49-F238E27FC236}">
                  <a16:creationId xmlns:a16="http://schemas.microsoft.com/office/drawing/2014/main" id="{C2F94AEC-3389-1E52-ADFA-7756953A3839}"/>
                </a:ext>
              </a:extLst>
            </p:cNvPr>
            <p:cNvSpPr>
              <a:spLocks noGrp="1"/>
            </p:cNvSpPr>
            <p:nvPr/>
          </p:nvSpPr>
          <p:spPr>
            <a:xfrm>
              <a:off x="16124676" y="2346668"/>
              <a:ext cx="115534" cy="92134"/>
            </a:xfrm>
            <a:custGeom>
              <a:avLst/>
              <a:gdLst/>
              <a:ahLst/>
              <a:cxnLst/>
              <a:rect l="0" t="0" r="0" b="0"/>
              <a:pathLst>
                <a:path w="115534" h="92134">
                  <a:moveTo>
                    <a:pt x="115534" y="92134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4" name="Pose_3__6193">
              <a:extLst>
                <a:ext uri="{FF2B5EF4-FFF2-40B4-BE49-F238E27FC236}">
                  <a16:creationId xmlns:a16="http://schemas.microsoft.com/office/drawing/2014/main" id="{8AF9B320-9519-43BE-33F8-4D1125B05856}"/>
                </a:ext>
              </a:extLst>
            </p:cNvPr>
            <p:cNvSpPr>
              <a:spLocks noGrp="1"/>
            </p:cNvSpPr>
            <p:nvPr/>
          </p:nvSpPr>
          <p:spPr>
            <a:xfrm>
              <a:off x="15878327" y="2378224"/>
              <a:ext cx="76048" cy="1597"/>
            </a:xfrm>
            <a:custGeom>
              <a:avLst/>
              <a:gdLst/>
              <a:ahLst/>
              <a:cxnLst/>
              <a:rect l="0" t="0" r="0" b="0"/>
              <a:pathLst>
                <a:path w="76048" h="1597">
                  <a:moveTo>
                    <a:pt x="76048" y="1597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5" name="Pose_3__6194">
              <a:extLst>
                <a:ext uri="{FF2B5EF4-FFF2-40B4-BE49-F238E27FC236}">
                  <a16:creationId xmlns:a16="http://schemas.microsoft.com/office/drawing/2014/main" id="{197E5637-89F1-1EF4-7609-37ED5C73CDFC}"/>
                </a:ext>
              </a:extLst>
            </p:cNvPr>
            <p:cNvSpPr>
              <a:spLocks noGrp="1"/>
            </p:cNvSpPr>
            <p:nvPr/>
          </p:nvSpPr>
          <p:spPr>
            <a:xfrm>
              <a:off x="15776475" y="2317072"/>
              <a:ext cx="101852" cy="61152"/>
            </a:xfrm>
            <a:custGeom>
              <a:avLst/>
              <a:gdLst/>
              <a:ahLst/>
              <a:cxnLst/>
              <a:rect l="0" t="0" r="0" b="0"/>
              <a:pathLst>
                <a:path w="101852" h="61152">
                  <a:moveTo>
                    <a:pt x="101852" y="61152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6" name="Pose_3__6195">
              <a:extLst>
                <a:ext uri="{FF2B5EF4-FFF2-40B4-BE49-F238E27FC236}">
                  <a16:creationId xmlns:a16="http://schemas.microsoft.com/office/drawing/2014/main" id="{A5604AA5-FC94-B017-F770-607B013605EE}"/>
                </a:ext>
              </a:extLst>
            </p:cNvPr>
            <p:cNvSpPr>
              <a:spLocks noGrp="1"/>
            </p:cNvSpPr>
            <p:nvPr/>
          </p:nvSpPr>
          <p:spPr>
            <a:xfrm>
              <a:off x="15919133" y="234457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  <p:sp>
          <p:nvSpPr>
            <p:cNvPr id="6197" name="Pose_3__6196">
              <a:extLst>
                <a:ext uri="{FF2B5EF4-FFF2-40B4-BE49-F238E27FC236}">
                  <a16:creationId xmlns:a16="http://schemas.microsoft.com/office/drawing/2014/main" id="{D6A8C56E-5179-0E11-8447-1445D288C516}"/>
                </a:ext>
              </a:extLst>
            </p:cNvPr>
            <p:cNvSpPr>
              <a:spLocks noGrp="1"/>
            </p:cNvSpPr>
            <p:nvPr/>
          </p:nvSpPr>
          <p:spPr>
            <a:xfrm>
              <a:off x="16008345" y="2272029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198" name="Pose_3__6197">
              <a:extLst>
                <a:ext uri="{FF2B5EF4-FFF2-40B4-BE49-F238E27FC236}">
                  <a16:creationId xmlns:a16="http://schemas.microsoft.com/office/drawing/2014/main" id="{03C84B01-24EB-190B-0D20-C67CE650FB4B}"/>
                </a:ext>
              </a:extLst>
            </p:cNvPr>
            <p:cNvSpPr>
              <a:spLocks noGrp="1"/>
            </p:cNvSpPr>
            <p:nvPr/>
          </p:nvSpPr>
          <p:spPr>
            <a:xfrm>
              <a:off x="16103921" y="2262904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199" name="Pose_3__6198">
              <a:extLst>
                <a:ext uri="{FF2B5EF4-FFF2-40B4-BE49-F238E27FC236}">
                  <a16:creationId xmlns:a16="http://schemas.microsoft.com/office/drawing/2014/main" id="{E1393CDB-568C-0FCF-FE6A-827AA63B2071}"/>
                </a:ext>
              </a:extLst>
            </p:cNvPr>
            <p:cNvSpPr>
              <a:spLocks noGrp="1"/>
            </p:cNvSpPr>
            <p:nvPr/>
          </p:nvSpPr>
          <p:spPr>
            <a:xfrm>
              <a:off x="16089434" y="2311425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0" name="Pose_3__6199">
              <a:extLst>
                <a:ext uri="{FF2B5EF4-FFF2-40B4-BE49-F238E27FC236}">
                  <a16:creationId xmlns:a16="http://schemas.microsoft.com/office/drawing/2014/main" id="{4AD78230-DCF8-C8C6-11DB-E333B65E25A6}"/>
                </a:ext>
              </a:extLst>
            </p:cNvPr>
            <p:cNvSpPr>
              <a:spLocks noGrp="1"/>
            </p:cNvSpPr>
            <p:nvPr/>
          </p:nvSpPr>
          <p:spPr>
            <a:xfrm>
              <a:off x="15978202" y="2333696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1" name="Pose_3__6200">
              <a:extLst>
                <a:ext uri="{FF2B5EF4-FFF2-40B4-BE49-F238E27FC236}">
                  <a16:creationId xmlns:a16="http://schemas.microsoft.com/office/drawing/2014/main" id="{B59F0676-0F66-44B2-0F6B-C660BC322A44}"/>
                </a:ext>
              </a:extLst>
            </p:cNvPr>
            <p:cNvSpPr>
              <a:spLocks noGrp="1"/>
            </p:cNvSpPr>
            <p:nvPr/>
          </p:nvSpPr>
          <p:spPr>
            <a:xfrm>
              <a:off x="16168224" y="223416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  <p:sp>
          <p:nvSpPr>
            <p:cNvPr id="6202" name="Pose_3__6201">
              <a:extLst>
                <a:ext uri="{FF2B5EF4-FFF2-40B4-BE49-F238E27FC236}">
                  <a16:creationId xmlns:a16="http://schemas.microsoft.com/office/drawing/2014/main" id="{159566A4-05E7-6681-B008-47EE3BEB535B}"/>
                </a:ext>
              </a:extLst>
            </p:cNvPr>
            <p:cNvSpPr>
              <a:spLocks noGrp="1"/>
            </p:cNvSpPr>
            <p:nvPr/>
          </p:nvSpPr>
          <p:spPr>
            <a:xfrm>
              <a:off x="16270098" y="2298178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3" name="Pose_3__6202">
              <a:extLst>
                <a:ext uri="{FF2B5EF4-FFF2-40B4-BE49-F238E27FC236}">
                  <a16:creationId xmlns:a16="http://schemas.microsoft.com/office/drawing/2014/main" id="{35831019-A66A-01E2-84BE-D59DE29CF403}"/>
                </a:ext>
              </a:extLst>
            </p:cNvPr>
            <p:cNvSpPr>
              <a:spLocks noGrp="1"/>
            </p:cNvSpPr>
            <p:nvPr/>
          </p:nvSpPr>
          <p:spPr>
            <a:xfrm>
              <a:off x="16287758" y="2384912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4" name="Pose_3__6203">
              <a:extLst>
                <a:ext uri="{FF2B5EF4-FFF2-40B4-BE49-F238E27FC236}">
                  <a16:creationId xmlns:a16="http://schemas.microsoft.com/office/drawing/2014/main" id="{E6B3BE5A-2790-345C-348C-B561B2A2E644}"/>
                </a:ext>
              </a:extLst>
            </p:cNvPr>
            <p:cNvSpPr>
              <a:spLocks noGrp="1"/>
            </p:cNvSpPr>
            <p:nvPr/>
          </p:nvSpPr>
          <p:spPr>
            <a:xfrm>
              <a:off x="16204968" y="2403559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5" name="Pose_3__6204">
              <a:extLst>
                <a:ext uri="{FF2B5EF4-FFF2-40B4-BE49-F238E27FC236}">
                  <a16:creationId xmlns:a16="http://schemas.microsoft.com/office/drawing/2014/main" id="{2D6F260E-99C3-0F40-8A19-9E041C6CD9BD}"/>
                </a:ext>
              </a:extLst>
            </p:cNvPr>
            <p:cNvSpPr>
              <a:spLocks noGrp="1"/>
            </p:cNvSpPr>
            <p:nvPr/>
          </p:nvSpPr>
          <p:spPr>
            <a:xfrm>
              <a:off x="15843085" y="2342982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6" name="Pose_3__6205">
              <a:extLst>
                <a:ext uri="{FF2B5EF4-FFF2-40B4-BE49-F238E27FC236}">
                  <a16:creationId xmlns:a16="http://schemas.microsoft.com/office/drawing/2014/main" id="{10905C33-2799-7274-08EB-82707FF4410F}"/>
                </a:ext>
              </a:extLst>
            </p:cNvPr>
            <p:cNvSpPr>
              <a:spLocks noGrp="1"/>
            </p:cNvSpPr>
            <p:nvPr/>
          </p:nvSpPr>
          <p:spPr>
            <a:xfrm>
              <a:off x="15741233" y="228182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</p:grpSp>
      <p:sp>
        <p:nvSpPr>
          <p:cNvPr id="1973" name="label__4139">
            <a:extLst>
              <a:ext uri="{FF2B5EF4-FFF2-40B4-BE49-F238E27FC236}">
                <a16:creationId xmlns:a16="http://schemas.microsoft.com/office/drawing/2014/main" id="{2169A95E-CFF3-36DF-8C89-06B67A1F1801}"/>
              </a:ext>
            </a:extLst>
          </p:cNvPr>
          <p:cNvSpPr>
            <a:spLocks noGrp="1"/>
          </p:cNvSpPr>
          <p:nvPr/>
        </p:nvSpPr>
        <p:spPr>
          <a:xfrm>
            <a:off x="6393305" y="2824009"/>
            <a:ext cx="219913" cy="8246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5C6570"/>
                </a:solidFill>
                <a:latin typeface="Arial"/>
                <a:ea typeface="Arial"/>
                <a:cs typeface="Arial"/>
              </a:defRPr>
            </a:pPr>
            <a:r>
              <a:rPr lang="en-US" sz="468" dirty="0">
                <a:solidFill>
                  <a:srgbClr val="5C6570"/>
                </a:solidFill>
                <a:latin typeface="Arial"/>
                <a:ea typeface="Arial"/>
                <a:cs typeface="Arial"/>
              </a:rPr>
              <a:t>R</a:t>
            </a:r>
            <a:r>
              <a:rPr sz="468" dirty="0">
                <a:solidFill>
                  <a:srgbClr val="5C6570"/>
                </a:solidFill>
                <a:latin typeface="Arial"/>
                <a:ea typeface="Arial"/>
                <a:cs typeface="Arial"/>
              </a:rPr>
              <a:t>eject</a:t>
            </a:r>
          </a:p>
        </p:txBody>
      </p:sp>
      <p:grpSp>
        <p:nvGrpSpPr>
          <p:cNvPr id="6" name="flow_Match">
            <a:extLst>
              <a:ext uri="{FF2B5EF4-FFF2-40B4-BE49-F238E27FC236}">
                <a16:creationId xmlns:a16="http://schemas.microsoft.com/office/drawing/2014/main" id="{6B918436-9205-A873-D5CC-197250DB9C22}"/>
              </a:ext>
            </a:extLst>
          </p:cNvPr>
          <p:cNvGrpSpPr/>
          <p:nvPr/>
        </p:nvGrpSpPr>
        <p:grpSpPr>
          <a:xfrm>
            <a:off x="6687596" y="2286000"/>
            <a:ext cx="244654" cy="32987"/>
            <a:chOff x="7162800" y="3209925"/>
            <a:chExt cx="847725" cy="114300"/>
          </a:xfrm>
        </p:grpSpPr>
        <p:sp>
          <p:nvSpPr>
            <p:cNvPr id="4002" name="flow_Match__3998">
              <a:extLst>
                <a:ext uri="{FF2B5EF4-FFF2-40B4-BE49-F238E27FC236}">
                  <a16:creationId xmlns:a16="http://schemas.microsoft.com/office/drawing/2014/main" id="{40530874-EAC6-3564-B8C1-F4FF5F3CCA82}"/>
                </a:ext>
              </a:extLst>
            </p:cNvPr>
            <p:cNvSpPr>
              <a:spLocks noGrp="1"/>
            </p:cNvSpPr>
            <p:nvPr/>
          </p:nvSpPr>
          <p:spPr>
            <a:xfrm>
              <a:off x="7162800" y="3267075"/>
              <a:ext cx="752475" cy="95"/>
            </a:xfrm>
            <a:custGeom>
              <a:avLst/>
              <a:gdLst/>
              <a:ahLst/>
              <a:cxnLst/>
              <a:rect l="0" t="0" r="0" b="0"/>
              <a:pathLst>
                <a:path w="752475" h="95">
                  <a:moveTo>
                    <a:pt x="0" y="0"/>
                  </a:moveTo>
                  <a:lnTo>
                    <a:pt x="752475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003" name="flow_Match__3999">
              <a:extLst>
                <a:ext uri="{FF2B5EF4-FFF2-40B4-BE49-F238E27FC236}">
                  <a16:creationId xmlns:a16="http://schemas.microsoft.com/office/drawing/2014/main" id="{1E6DD00D-1E0B-3AEB-9946-4C2AB1EF3FF6}"/>
                </a:ext>
              </a:extLst>
            </p:cNvPr>
            <p:cNvSpPr>
              <a:spLocks noGrp="1"/>
            </p:cNvSpPr>
            <p:nvPr/>
          </p:nvSpPr>
          <p:spPr>
            <a:xfrm>
              <a:off x="7896225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pic>
        <p:nvPicPr>
          <p:cNvPr id="3998" name="图片 3997">
            <a:extLst>
              <a:ext uri="{FF2B5EF4-FFF2-40B4-BE49-F238E27FC236}">
                <a16:creationId xmlns:a16="http://schemas.microsoft.com/office/drawing/2014/main" id="{45EC5897-C070-7860-BD69-A73F8B62627D}"/>
              </a:ext>
            </a:extLst>
          </p:cNvPr>
          <p:cNvPicPr>
            <a:picLocks/>
          </p:cNvPicPr>
          <p:nvPr/>
        </p:nvPicPr>
        <p:blipFill>
          <a:blip r:embed="rId4"/>
          <a:srcRect t="34099" b="31224"/>
          <a:stretch>
            <a:fillRect/>
          </a:stretch>
        </p:blipFill>
        <p:spPr>
          <a:xfrm>
            <a:off x="328316" y="411149"/>
            <a:ext cx="11290223" cy="3617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142546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verview / text">
    <p:spTree>
      <p:nvGrpSpPr>
        <p:cNvPr id="1" name="">
          <a:extLst>
            <a:ext uri="{FF2B5EF4-FFF2-40B4-BE49-F238E27FC236}">
              <a16:creationId xmlns:a16="http://schemas.microsoft.com/office/drawing/2014/main" id="{894D68E8-1582-F9D7-8096-3D2A83EB1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42" name="F1-Find-input-frame">
            <a:extLst>
              <a:ext uri="{FF2B5EF4-FFF2-40B4-BE49-F238E27FC236}">
                <a16:creationId xmlns:a16="http://schemas.microsoft.com/office/drawing/2014/main" id="{F3327475-A097-4330-A9B3-DA6119E73771}"/>
              </a:ext>
            </a:extLst>
          </p:cNvPr>
          <p:cNvSpPr>
            <a:spLocks noGrp="1"/>
          </p:cNvSpPr>
          <p:nvPr/>
        </p:nvSpPr>
        <p:spPr>
          <a:xfrm>
            <a:off x="471055" y="552450"/>
            <a:ext cx="1270048" cy="2771775"/>
          </a:xfrm>
          <a:prstGeom prst="roundRect">
            <a:avLst>
              <a:gd name="adj" fmla="val 4494"/>
            </a:avLst>
          </a:prstGeom>
          <a:noFill/>
          <a:ln w="9525">
            <a:solidFill>
              <a:srgbClr val="BAC8D1"/>
            </a:solidFill>
          </a:ln>
        </p:spPr>
      </p:sp>
      <p:sp>
        <p:nvSpPr>
          <p:cNvPr id="50043" name="F1-SMILES-input-frame">
            <a:extLst>
              <a:ext uri="{FF2B5EF4-FFF2-40B4-BE49-F238E27FC236}">
                <a16:creationId xmlns:a16="http://schemas.microsoft.com/office/drawing/2014/main" id="{754724AD-F4B4-45E1-9CAB-A3DC2E98D646}"/>
              </a:ext>
            </a:extLst>
          </p:cNvPr>
          <p:cNvSpPr>
            <a:spLocks noGrp="1"/>
          </p:cNvSpPr>
          <p:nvPr/>
        </p:nvSpPr>
        <p:spPr>
          <a:xfrm>
            <a:off x="471054" y="3409950"/>
            <a:ext cx="1270048" cy="987052"/>
          </a:xfrm>
          <a:prstGeom prst="roundRect">
            <a:avLst>
              <a:gd name="adj" fmla="val 6723"/>
            </a:avLst>
          </a:prstGeom>
          <a:noFill/>
          <a:ln w="9525">
            <a:solidFill>
              <a:srgbClr val="BAC8D1"/>
            </a:solidFill>
          </a:ln>
        </p:spPr>
      </p:sp>
      <p:grpSp>
        <p:nvGrpSpPr>
          <p:cNvPr id="50001" name="Original label 3"/>
          <p:cNvGrpSpPr/>
          <p:nvPr/>
        </p:nvGrpSpPr>
        <p:grpSpPr>
          <a:xfrm>
            <a:off x="199161" y="161925"/>
            <a:ext cx="1695450" cy="285750"/>
            <a:chOff x="21315" y="0"/>
            <a:chExt cx="1304192" cy="219808"/>
          </a:xfrm>
        </p:grpSpPr>
        <p:sp>
          <p:nvSpPr>
            <p:cNvPr id="3" name="label__2">
              <a:extLst>
                <a:ext uri="{FF2B5EF4-FFF2-40B4-BE49-F238E27FC236}">
                  <a16:creationId xmlns:a16="http://schemas.microsoft.com/office/drawing/2014/main" id="{E8CDBD93-28E4-B4CE-0393-1FF6A3EED108}"/>
                </a:ext>
              </a:extLst>
            </p:cNvPr>
            <p:cNvSpPr>
              <a:spLocks noGrp="1"/>
            </p:cNvSpPr>
            <p:nvPr/>
          </p:nvSpPr>
          <p:spPr>
            <a:xfrm>
              <a:off x="21315" y="0"/>
              <a:ext cx="1304192" cy="21980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242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I</a:t>
              </a:r>
              <a:r>
                <a:rPr lang="en-US" altLang="zh-CN"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nput</a:t>
              </a:r>
              <a:endParaRPr sz="1560" b="1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50002" name="Original label 4"/>
          <p:cNvGrpSpPr/>
          <p:nvPr/>
        </p:nvGrpSpPr>
        <p:grpSpPr>
          <a:xfrm>
            <a:off x="2209800" y="161925"/>
            <a:ext cx="2333625" cy="285750"/>
            <a:chOff x="0" y="0"/>
            <a:chExt cx="1795096" cy="219808"/>
          </a:xfrm>
        </p:grpSpPr>
        <p:sp>
          <p:nvSpPr>
            <p:cNvPr id="4" name="label__3">
              <a:extLst>
                <a:ext uri="{FF2B5EF4-FFF2-40B4-BE49-F238E27FC236}">
                  <a16:creationId xmlns:a16="http://schemas.microsoft.com/office/drawing/2014/main" id="{BFC276B0-76AA-A77C-4AFE-0BA744539D4A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795096" cy="21980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242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Candidate </a:t>
              </a:r>
              <a:r>
                <a:rPr lang="en-US"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blob</a:t>
              </a:r>
              <a:endParaRPr sz="1560" b="1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50003" name="Original label 5"/>
          <p:cNvGrpSpPr/>
          <p:nvPr/>
        </p:nvGrpSpPr>
        <p:grpSpPr>
          <a:xfrm>
            <a:off x="5156527" y="161925"/>
            <a:ext cx="3133725" cy="285750"/>
            <a:chOff x="383694" y="0"/>
            <a:chExt cx="2410558" cy="219808"/>
          </a:xfrm>
        </p:grpSpPr>
        <p:sp>
          <p:nvSpPr>
            <p:cNvPr id="5" name="label__4">
              <a:extLst>
                <a:ext uri="{FF2B5EF4-FFF2-40B4-BE49-F238E27FC236}">
                  <a16:creationId xmlns:a16="http://schemas.microsoft.com/office/drawing/2014/main" id="{90C29469-562A-DEA3-48C8-FA4C526BF8DF}"/>
                </a:ext>
              </a:extLst>
            </p:cNvPr>
            <p:cNvSpPr>
              <a:spLocks noGrp="1"/>
            </p:cNvSpPr>
            <p:nvPr/>
          </p:nvSpPr>
          <p:spPr>
            <a:xfrm>
              <a:off x="383694" y="0"/>
              <a:ext cx="2410558" cy="21980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242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identity assignment</a:t>
              </a:r>
            </a:p>
          </p:txBody>
        </p:sp>
      </p:grpSp>
      <p:grpSp>
        <p:nvGrpSpPr>
          <p:cNvPr id="50004" name="Original label 7"/>
          <p:cNvGrpSpPr/>
          <p:nvPr/>
        </p:nvGrpSpPr>
        <p:grpSpPr>
          <a:xfrm>
            <a:off x="8625418" y="153458"/>
            <a:ext cx="3057525" cy="285750"/>
            <a:chOff x="-91179" y="-6513"/>
            <a:chExt cx="2351942" cy="219808"/>
          </a:xfrm>
        </p:grpSpPr>
        <p:sp>
          <p:nvSpPr>
            <p:cNvPr id="7" name="label__6">
              <a:extLst>
                <a:ext uri="{FF2B5EF4-FFF2-40B4-BE49-F238E27FC236}">
                  <a16:creationId xmlns:a16="http://schemas.microsoft.com/office/drawing/2014/main" id="{1624704C-B6CB-1FE0-42C9-16E6B9BCB35C}"/>
                </a:ext>
              </a:extLst>
            </p:cNvPr>
            <p:cNvSpPr>
              <a:spLocks noGrp="1"/>
            </p:cNvSpPr>
            <p:nvPr/>
          </p:nvSpPr>
          <p:spPr>
            <a:xfrm>
              <a:off x="-91179" y="-6513"/>
              <a:ext cx="2351942" cy="21980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242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poses</a:t>
              </a:r>
            </a:p>
          </p:txBody>
        </p:sp>
      </p:grpSp>
      <p:grpSp>
        <p:nvGrpSpPr>
          <p:cNvPr id="6211" name="输入：实验密度表面">
            <a:extLst>
              <a:ext uri="{FF2B5EF4-FFF2-40B4-BE49-F238E27FC236}">
                <a16:creationId xmlns:a16="http://schemas.microsoft.com/office/drawing/2014/main" id="{8143059A-4228-C29B-75D0-902A65C9598F}"/>
              </a:ext>
            </a:extLst>
          </p:cNvPr>
          <p:cNvGrpSpPr/>
          <p:nvPr/>
        </p:nvGrpSpPr>
        <p:grpSpPr>
          <a:xfrm>
            <a:off x="609296" y="616102"/>
            <a:ext cx="896081" cy="1065742"/>
            <a:chOff x="496477" y="1485900"/>
            <a:chExt cx="1521646" cy="1809750"/>
          </a:xfrm>
        </p:grpSpPr>
        <p:sp>
          <p:nvSpPr>
            <p:cNvPr id="8" name="Input_density__7">
              <a:extLst>
                <a:ext uri="{FF2B5EF4-FFF2-40B4-BE49-F238E27FC236}">
                  <a16:creationId xmlns:a16="http://schemas.microsoft.com/office/drawing/2014/main" id="{B65A5FCC-90A2-EC4F-43F0-9138284FFE24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" name="Input_density__8">
              <a:extLst>
                <a:ext uri="{FF2B5EF4-FFF2-40B4-BE49-F238E27FC236}">
                  <a16:creationId xmlns:a16="http://schemas.microsoft.com/office/drawing/2014/main" id="{9F3A144E-51DA-9DF2-AD55-0CFADB1050CF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" name="Input_density__9">
              <a:extLst>
                <a:ext uri="{FF2B5EF4-FFF2-40B4-BE49-F238E27FC236}">
                  <a16:creationId xmlns:a16="http://schemas.microsoft.com/office/drawing/2014/main" id="{045E7A2F-067C-70F9-8289-7895B0C3DB1B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" name="Input_density__10">
              <a:extLst>
                <a:ext uri="{FF2B5EF4-FFF2-40B4-BE49-F238E27FC236}">
                  <a16:creationId xmlns:a16="http://schemas.microsoft.com/office/drawing/2014/main" id="{D4A91E4B-2F76-924E-D438-14AB7209621B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" name="Input_density__11">
              <a:extLst>
                <a:ext uri="{FF2B5EF4-FFF2-40B4-BE49-F238E27FC236}">
                  <a16:creationId xmlns:a16="http://schemas.microsoft.com/office/drawing/2014/main" id="{5F477FA7-3897-BF28-8F3F-7B3C39025F77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" name="Input_density__12">
              <a:extLst>
                <a:ext uri="{FF2B5EF4-FFF2-40B4-BE49-F238E27FC236}">
                  <a16:creationId xmlns:a16="http://schemas.microsoft.com/office/drawing/2014/main" id="{F3AB399F-C950-CD1D-B900-0B88D8EAD355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" name="Input_density__13">
              <a:extLst>
                <a:ext uri="{FF2B5EF4-FFF2-40B4-BE49-F238E27FC236}">
                  <a16:creationId xmlns:a16="http://schemas.microsoft.com/office/drawing/2014/main" id="{339E16CB-2008-11E9-6341-14300C9A96FE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" name="Input_density__14">
              <a:extLst>
                <a:ext uri="{FF2B5EF4-FFF2-40B4-BE49-F238E27FC236}">
                  <a16:creationId xmlns:a16="http://schemas.microsoft.com/office/drawing/2014/main" id="{5E851612-0F68-0FA6-E144-D64AB71D7015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" name="Input_density__15">
              <a:extLst>
                <a:ext uri="{FF2B5EF4-FFF2-40B4-BE49-F238E27FC236}">
                  <a16:creationId xmlns:a16="http://schemas.microsoft.com/office/drawing/2014/main" id="{32225CA6-D301-460F-C25D-3920E1701055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" name="Input_density__16">
              <a:extLst>
                <a:ext uri="{FF2B5EF4-FFF2-40B4-BE49-F238E27FC236}">
                  <a16:creationId xmlns:a16="http://schemas.microsoft.com/office/drawing/2014/main" id="{E1BBD017-ED7A-3C93-826C-935AD9F45387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" name="Input_density__17">
              <a:extLst>
                <a:ext uri="{FF2B5EF4-FFF2-40B4-BE49-F238E27FC236}">
                  <a16:creationId xmlns:a16="http://schemas.microsoft.com/office/drawing/2014/main" id="{B0AAE471-2B3E-3693-376E-4593A5870774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" name="Input_density__18">
              <a:extLst>
                <a:ext uri="{FF2B5EF4-FFF2-40B4-BE49-F238E27FC236}">
                  <a16:creationId xmlns:a16="http://schemas.microsoft.com/office/drawing/2014/main" id="{2D0917E2-D466-23F5-C243-4CA13C882CD6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" name="Input_density__19">
              <a:extLst>
                <a:ext uri="{FF2B5EF4-FFF2-40B4-BE49-F238E27FC236}">
                  <a16:creationId xmlns:a16="http://schemas.microsoft.com/office/drawing/2014/main" id="{42F3A83B-0A93-5CB1-C0A7-7829B832BB09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" name="Input_density__20">
              <a:extLst>
                <a:ext uri="{FF2B5EF4-FFF2-40B4-BE49-F238E27FC236}">
                  <a16:creationId xmlns:a16="http://schemas.microsoft.com/office/drawing/2014/main" id="{A8183AB7-1875-8492-D8F4-0BC2F1178B9B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" name="Input_density__21">
              <a:extLst>
                <a:ext uri="{FF2B5EF4-FFF2-40B4-BE49-F238E27FC236}">
                  <a16:creationId xmlns:a16="http://schemas.microsoft.com/office/drawing/2014/main" id="{FB3FDF59-BDA0-B2B9-5E8F-271326877E98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3" name="Input_density__22">
              <a:extLst>
                <a:ext uri="{FF2B5EF4-FFF2-40B4-BE49-F238E27FC236}">
                  <a16:creationId xmlns:a16="http://schemas.microsoft.com/office/drawing/2014/main" id="{3248A7FF-F917-CDE8-2C23-490BB32D9353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4" name="Input_density__23">
              <a:extLst>
                <a:ext uri="{FF2B5EF4-FFF2-40B4-BE49-F238E27FC236}">
                  <a16:creationId xmlns:a16="http://schemas.microsoft.com/office/drawing/2014/main" id="{74B2E9F3-6109-F028-E228-BFDFC7DC2FD1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5" name="Input_density__24">
              <a:extLst>
                <a:ext uri="{FF2B5EF4-FFF2-40B4-BE49-F238E27FC236}">
                  <a16:creationId xmlns:a16="http://schemas.microsoft.com/office/drawing/2014/main" id="{46FD2868-D411-B607-9FB1-84A47128300E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6" name="Input_density__25">
              <a:extLst>
                <a:ext uri="{FF2B5EF4-FFF2-40B4-BE49-F238E27FC236}">
                  <a16:creationId xmlns:a16="http://schemas.microsoft.com/office/drawing/2014/main" id="{C9CC8190-5D8E-C09B-C286-D24000CEC44E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7" name="Input_density__26">
              <a:extLst>
                <a:ext uri="{FF2B5EF4-FFF2-40B4-BE49-F238E27FC236}">
                  <a16:creationId xmlns:a16="http://schemas.microsoft.com/office/drawing/2014/main" id="{98F132B2-AADD-0355-7083-DA02886ADCE1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8" name="Input_density__27">
              <a:extLst>
                <a:ext uri="{FF2B5EF4-FFF2-40B4-BE49-F238E27FC236}">
                  <a16:creationId xmlns:a16="http://schemas.microsoft.com/office/drawing/2014/main" id="{B610A84B-7824-40B7-1B72-A3094102E05D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9" name="Input_density__28">
              <a:extLst>
                <a:ext uri="{FF2B5EF4-FFF2-40B4-BE49-F238E27FC236}">
                  <a16:creationId xmlns:a16="http://schemas.microsoft.com/office/drawing/2014/main" id="{C4DF25C6-E190-D03D-86D1-52F063AE9C4B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0" name="Input_density__29">
              <a:extLst>
                <a:ext uri="{FF2B5EF4-FFF2-40B4-BE49-F238E27FC236}">
                  <a16:creationId xmlns:a16="http://schemas.microsoft.com/office/drawing/2014/main" id="{B5B1C3DF-4275-F0AD-C88D-FCDC44F6F6F0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1" name="Input_density__30">
              <a:extLst>
                <a:ext uri="{FF2B5EF4-FFF2-40B4-BE49-F238E27FC236}">
                  <a16:creationId xmlns:a16="http://schemas.microsoft.com/office/drawing/2014/main" id="{7FD50B3F-3AB3-3198-576F-39B4D7CB13EB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2" name="Input_density__31">
              <a:extLst>
                <a:ext uri="{FF2B5EF4-FFF2-40B4-BE49-F238E27FC236}">
                  <a16:creationId xmlns:a16="http://schemas.microsoft.com/office/drawing/2014/main" id="{4D2FB551-B6DB-04E3-152B-B3E354EA46C5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3" name="Input_density__32">
              <a:extLst>
                <a:ext uri="{FF2B5EF4-FFF2-40B4-BE49-F238E27FC236}">
                  <a16:creationId xmlns:a16="http://schemas.microsoft.com/office/drawing/2014/main" id="{7D2E9B1B-428A-8738-C130-3199DEF68A36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4" name="Input_density__33">
              <a:extLst>
                <a:ext uri="{FF2B5EF4-FFF2-40B4-BE49-F238E27FC236}">
                  <a16:creationId xmlns:a16="http://schemas.microsoft.com/office/drawing/2014/main" id="{A2F3DA3B-8674-3AB3-EF9B-C79595B3E79A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5" name="Input_density__34">
              <a:extLst>
                <a:ext uri="{FF2B5EF4-FFF2-40B4-BE49-F238E27FC236}">
                  <a16:creationId xmlns:a16="http://schemas.microsoft.com/office/drawing/2014/main" id="{94744716-3A6F-4685-B8FF-DC32F7CE4086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6" name="Input_density__35">
              <a:extLst>
                <a:ext uri="{FF2B5EF4-FFF2-40B4-BE49-F238E27FC236}">
                  <a16:creationId xmlns:a16="http://schemas.microsoft.com/office/drawing/2014/main" id="{59EC6867-F8F9-6878-B9BF-89E80E2B32D8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7" name="Input_density__36">
              <a:extLst>
                <a:ext uri="{FF2B5EF4-FFF2-40B4-BE49-F238E27FC236}">
                  <a16:creationId xmlns:a16="http://schemas.microsoft.com/office/drawing/2014/main" id="{2F192A1C-F68F-2099-C91F-BE0AB68FCBC2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" name="Input_density__37">
              <a:extLst>
                <a:ext uri="{FF2B5EF4-FFF2-40B4-BE49-F238E27FC236}">
                  <a16:creationId xmlns:a16="http://schemas.microsoft.com/office/drawing/2014/main" id="{6501393F-DF5E-8C1B-3174-9CDFE455B6BC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" name="Input_density__38">
              <a:extLst>
                <a:ext uri="{FF2B5EF4-FFF2-40B4-BE49-F238E27FC236}">
                  <a16:creationId xmlns:a16="http://schemas.microsoft.com/office/drawing/2014/main" id="{67654AEB-432A-A879-F3E2-8464DC0201C0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0" name="Input_density__39">
              <a:extLst>
                <a:ext uri="{FF2B5EF4-FFF2-40B4-BE49-F238E27FC236}">
                  <a16:creationId xmlns:a16="http://schemas.microsoft.com/office/drawing/2014/main" id="{F26116DA-4C31-DD5F-4128-7DA75AC025BC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1" name="Input_density__40">
              <a:extLst>
                <a:ext uri="{FF2B5EF4-FFF2-40B4-BE49-F238E27FC236}">
                  <a16:creationId xmlns:a16="http://schemas.microsoft.com/office/drawing/2014/main" id="{95A34490-EFFC-DC38-107A-AC02B1A815C4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2" name="Input_density__41">
              <a:extLst>
                <a:ext uri="{FF2B5EF4-FFF2-40B4-BE49-F238E27FC236}">
                  <a16:creationId xmlns:a16="http://schemas.microsoft.com/office/drawing/2014/main" id="{83F49643-5C3B-8CD8-DD14-BF854207C71D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3" name="Input_density__42">
              <a:extLst>
                <a:ext uri="{FF2B5EF4-FFF2-40B4-BE49-F238E27FC236}">
                  <a16:creationId xmlns:a16="http://schemas.microsoft.com/office/drawing/2014/main" id="{AD6411A6-7B52-F06E-657E-F12FF06135C1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4" name="Input_density__43">
              <a:extLst>
                <a:ext uri="{FF2B5EF4-FFF2-40B4-BE49-F238E27FC236}">
                  <a16:creationId xmlns:a16="http://schemas.microsoft.com/office/drawing/2014/main" id="{0E40DD67-86BA-7305-A483-A76F774423A3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5" name="Input_density__44">
              <a:extLst>
                <a:ext uri="{FF2B5EF4-FFF2-40B4-BE49-F238E27FC236}">
                  <a16:creationId xmlns:a16="http://schemas.microsoft.com/office/drawing/2014/main" id="{41C6E046-5A7C-ECDF-3D90-08AC43AB29BA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" name="Input_density__45">
              <a:extLst>
                <a:ext uri="{FF2B5EF4-FFF2-40B4-BE49-F238E27FC236}">
                  <a16:creationId xmlns:a16="http://schemas.microsoft.com/office/drawing/2014/main" id="{02B32962-98EA-084C-02B3-E415C4DA24D4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" name="Input_density__46">
              <a:extLst>
                <a:ext uri="{FF2B5EF4-FFF2-40B4-BE49-F238E27FC236}">
                  <a16:creationId xmlns:a16="http://schemas.microsoft.com/office/drawing/2014/main" id="{38D63721-A528-A7E1-C0A0-235BD58E6D4B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8" name="Input_density__47">
              <a:extLst>
                <a:ext uri="{FF2B5EF4-FFF2-40B4-BE49-F238E27FC236}">
                  <a16:creationId xmlns:a16="http://schemas.microsoft.com/office/drawing/2014/main" id="{32711522-46F1-46D6-1AEF-DFEA124A10EC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9" name="Input_density__48">
              <a:extLst>
                <a:ext uri="{FF2B5EF4-FFF2-40B4-BE49-F238E27FC236}">
                  <a16:creationId xmlns:a16="http://schemas.microsoft.com/office/drawing/2014/main" id="{53E5F31B-6114-AEF8-FA88-D1D9BD76A11A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0" name="Input_density__49">
              <a:extLst>
                <a:ext uri="{FF2B5EF4-FFF2-40B4-BE49-F238E27FC236}">
                  <a16:creationId xmlns:a16="http://schemas.microsoft.com/office/drawing/2014/main" id="{1DF6CBF8-293C-B984-92FA-97EE839D3A7A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1" name="Input_density__50">
              <a:extLst>
                <a:ext uri="{FF2B5EF4-FFF2-40B4-BE49-F238E27FC236}">
                  <a16:creationId xmlns:a16="http://schemas.microsoft.com/office/drawing/2014/main" id="{05169599-A020-E05F-FC8C-68965EB6C855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2" name="Input_density__51">
              <a:extLst>
                <a:ext uri="{FF2B5EF4-FFF2-40B4-BE49-F238E27FC236}">
                  <a16:creationId xmlns:a16="http://schemas.microsoft.com/office/drawing/2014/main" id="{BFB15DB7-E4BC-EE8E-8FF1-1FCEE0E07B7D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3" name="Input_density__52">
              <a:extLst>
                <a:ext uri="{FF2B5EF4-FFF2-40B4-BE49-F238E27FC236}">
                  <a16:creationId xmlns:a16="http://schemas.microsoft.com/office/drawing/2014/main" id="{0AF4A31A-AC1E-38E2-985B-07E26C68CEFD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4" name="Input_density__53">
              <a:extLst>
                <a:ext uri="{FF2B5EF4-FFF2-40B4-BE49-F238E27FC236}">
                  <a16:creationId xmlns:a16="http://schemas.microsoft.com/office/drawing/2014/main" id="{8E1EE796-8EC8-DAB5-0088-7C45928AED44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5" name="Input_density__54">
              <a:extLst>
                <a:ext uri="{FF2B5EF4-FFF2-40B4-BE49-F238E27FC236}">
                  <a16:creationId xmlns:a16="http://schemas.microsoft.com/office/drawing/2014/main" id="{0883B306-A38F-94AC-1DA0-2DD2EC1CCE75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6" name="Input_density__55">
              <a:extLst>
                <a:ext uri="{FF2B5EF4-FFF2-40B4-BE49-F238E27FC236}">
                  <a16:creationId xmlns:a16="http://schemas.microsoft.com/office/drawing/2014/main" id="{534497A4-FF9E-A9CF-4BAC-59C7B9598148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7" name="Input_density__56">
              <a:extLst>
                <a:ext uri="{FF2B5EF4-FFF2-40B4-BE49-F238E27FC236}">
                  <a16:creationId xmlns:a16="http://schemas.microsoft.com/office/drawing/2014/main" id="{09D91678-D671-5EEA-B76E-46314B253E54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8" name="Input_density__57">
              <a:extLst>
                <a:ext uri="{FF2B5EF4-FFF2-40B4-BE49-F238E27FC236}">
                  <a16:creationId xmlns:a16="http://schemas.microsoft.com/office/drawing/2014/main" id="{33D356AA-808D-0F77-42FD-270C8507D0A8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9" name="Input_density__58">
              <a:extLst>
                <a:ext uri="{FF2B5EF4-FFF2-40B4-BE49-F238E27FC236}">
                  <a16:creationId xmlns:a16="http://schemas.microsoft.com/office/drawing/2014/main" id="{FAD0C73C-B5A0-6793-67B8-A89470AFFADF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0" name="Input_density__59">
              <a:extLst>
                <a:ext uri="{FF2B5EF4-FFF2-40B4-BE49-F238E27FC236}">
                  <a16:creationId xmlns:a16="http://schemas.microsoft.com/office/drawing/2014/main" id="{ACADA955-0D4D-8F20-1072-8BD0B26BAC25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1" name="Input_density__60">
              <a:extLst>
                <a:ext uri="{FF2B5EF4-FFF2-40B4-BE49-F238E27FC236}">
                  <a16:creationId xmlns:a16="http://schemas.microsoft.com/office/drawing/2014/main" id="{B987812F-1948-BA07-3214-918D5686DF70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2" name="Input_density__61">
              <a:extLst>
                <a:ext uri="{FF2B5EF4-FFF2-40B4-BE49-F238E27FC236}">
                  <a16:creationId xmlns:a16="http://schemas.microsoft.com/office/drawing/2014/main" id="{06D6F696-C8C1-A998-C1D8-DC2C21738675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3" name="Input_density__62">
              <a:extLst>
                <a:ext uri="{FF2B5EF4-FFF2-40B4-BE49-F238E27FC236}">
                  <a16:creationId xmlns:a16="http://schemas.microsoft.com/office/drawing/2014/main" id="{18EF40B8-C8BD-18EC-5AE8-3482B097D02F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4" name="Input_density__63">
              <a:extLst>
                <a:ext uri="{FF2B5EF4-FFF2-40B4-BE49-F238E27FC236}">
                  <a16:creationId xmlns:a16="http://schemas.microsoft.com/office/drawing/2014/main" id="{0EBC753C-AD96-D5ED-E42A-EF1E812D2E51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5" name="Input_density__64">
              <a:extLst>
                <a:ext uri="{FF2B5EF4-FFF2-40B4-BE49-F238E27FC236}">
                  <a16:creationId xmlns:a16="http://schemas.microsoft.com/office/drawing/2014/main" id="{15440290-2F8C-759D-5506-E0E50CF93603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6" name="Input_density__65">
              <a:extLst>
                <a:ext uri="{FF2B5EF4-FFF2-40B4-BE49-F238E27FC236}">
                  <a16:creationId xmlns:a16="http://schemas.microsoft.com/office/drawing/2014/main" id="{E3779811-6E08-B38A-172E-1FEA1B5C72D0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7" name="Input_density__66">
              <a:extLst>
                <a:ext uri="{FF2B5EF4-FFF2-40B4-BE49-F238E27FC236}">
                  <a16:creationId xmlns:a16="http://schemas.microsoft.com/office/drawing/2014/main" id="{3805AF72-58C6-1611-324B-4472FBAC0C43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8" name="Input_density__67">
              <a:extLst>
                <a:ext uri="{FF2B5EF4-FFF2-40B4-BE49-F238E27FC236}">
                  <a16:creationId xmlns:a16="http://schemas.microsoft.com/office/drawing/2014/main" id="{D9CD6A1B-2CE0-1A8A-FBFD-1D2C751BE9FD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9" name="Input_density__68">
              <a:extLst>
                <a:ext uri="{FF2B5EF4-FFF2-40B4-BE49-F238E27FC236}">
                  <a16:creationId xmlns:a16="http://schemas.microsoft.com/office/drawing/2014/main" id="{CC32A38B-41E0-3E0B-17A9-D43C1497259E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0" name="Input_density__69">
              <a:extLst>
                <a:ext uri="{FF2B5EF4-FFF2-40B4-BE49-F238E27FC236}">
                  <a16:creationId xmlns:a16="http://schemas.microsoft.com/office/drawing/2014/main" id="{A3EE2714-E82B-C20D-BFEA-2304D104CA81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1" name="Input_density__70">
              <a:extLst>
                <a:ext uri="{FF2B5EF4-FFF2-40B4-BE49-F238E27FC236}">
                  <a16:creationId xmlns:a16="http://schemas.microsoft.com/office/drawing/2014/main" id="{39E1912B-4DAE-3110-714A-62156AC267A5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72" name="Input_density__71">
              <a:extLst>
                <a:ext uri="{FF2B5EF4-FFF2-40B4-BE49-F238E27FC236}">
                  <a16:creationId xmlns:a16="http://schemas.microsoft.com/office/drawing/2014/main" id="{BA592E67-1786-68AB-7A3B-ACA67D1F697C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73" name="Input_density__72">
              <a:extLst>
                <a:ext uri="{FF2B5EF4-FFF2-40B4-BE49-F238E27FC236}">
                  <a16:creationId xmlns:a16="http://schemas.microsoft.com/office/drawing/2014/main" id="{741F1A27-1526-31BE-4C91-124AE3413BE9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74" name="Input_density__73">
              <a:extLst>
                <a:ext uri="{FF2B5EF4-FFF2-40B4-BE49-F238E27FC236}">
                  <a16:creationId xmlns:a16="http://schemas.microsoft.com/office/drawing/2014/main" id="{9FF0773A-7525-C8ED-60CC-09F9D968ADDC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75" name="Input_density__74">
              <a:extLst>
                <a:ext uri="{FF2B5EF4-FFF2-40B4-BE49-F238E27FC236}">
                  <a16:creationId xmlns:a16="http://schemas.microsoft.com/office/drawing/2014/main" id="{1E855100-F588-79B6-B2C7-C6D6B7E14F42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6" name="Input_density__75">
              <a:extLst>
                <a:ext uri="{FF2B5EF4-FFF2-40B4-BE49-F238E27FC236}">
                  <a16:creationId xmlns:a16="http://schemas.microsoft.com/office/drawing/2014/main" id="{0CFB34B9-AD6F-63F8-4C25-F0B885D84620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77" name="Input_density__76">
              <a:extLst>
                <a:ext uri="{FF2B5EF4-FFF2-40B4-BE49-F238E27FC236}">
                  <a16:creationId xmlns:a16="http://schemas.microsoft.com/office/drawing/2014/main" id="{13A606B7-63AF-2EA1-1D22-00DDFAE92161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78" name="Input_density__77">
              <a:extLst>
                <a:ext uri="{FF2B5EF4-FFF2-40B4-BE49-F238E27FC236}">
                  <a16:creationId xmlns:a16="http://schemas.microsoft.com/office/drawing/2014/main" id="{8386B8B7-2381-8DA1-5F50-2E7020F5EFBD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9" name="Input_density__78">
              <a:extLst>
                <a:ext uri="{FF2B5EF4-FFF2-40B4-BE49-F238E27FC236}">
                  <a16:creationId xmlns:a16="http://schemas.microsoft.com/office/drawing/2014/main" id="{F06F868A-CFE9-BAF8-FF7A-B0A08A5C1277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80" name="Input_density__79">
              <a:extLst>
                <a:ext uri="{FF2B5EF4-FFF2-40B4-BE49-F238E27FC236}">
                  <a16:creationId xmlns:a16="http://schemas.microsoft.com/office/drawing/2014/main" id="{93C1CD80-A559-A683-FA9A-9622C0DC8D2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1" name="Input_density__80">
              <a:extLst>
                <a:ext uri="{FF2B5EF4-FFF2-40B4-BE49-F238E27FC236}">
                  <a16:creationId xmlns:a16="http://schemas.microsoft.com/office/drawing/2014/main" id="{C9E70BBF-2D13-F20C-A15E-0EDB0F799B58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2" name="Input_density__81">
              <a:extLst>
                <a:ext uri="{FF2B5EF4-FFF2-40B4-BE49-F238E27FC236}">
                  <a16:creationId xmlns:a16="http://schemas.microsoft.com/office/drawing/2014/main" id="{ADD792BE-9B95-C292-6563-114EFC647C61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83" name="Input_density__82">
              <a:extLst>
                <a:ext uri="{FF2B5EF4-FFF2-40B4-BE49-F238E27FC236}">
                  <a16:creationId xmlns:a16="http://schemas.microsoft.com/office/drawing/2014/main" id="{1D0106A4-CECE-D238-2FFE-BD8A79EA0B43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84" name="Input_density__83">
              <a:extLst>
                <a:ext uri="{FF2B5EF4-FFF2-40B4-BE49-F238E27FC236}">
                  <a16:creationId xmlns:a16="http://schemas.microsoft.com/office/drawing/2014/main" id="{7F68652B-88EF-70E0-2D05-DC79BE670CB1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5" name="Input_density__84">
              <a:extLst>
                <a:ext uri="{FF2B5EF4-FFF2-40B4-BE49-F238E27FC236}">
                  <a16:creationId xmlns:a16="http://schemas.microsoft.com/office/drawing/2014/main" id="{97713D54-C701-3C50-EC2E-B804F8AF5874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86" name="Input_density__85">
              <a:extLst>
                <a:ext uri="{FF2B5EF4-FFF2-40B4-BE49-F238E27FC236}">
                  <a16:creationId xmlns:a16="http://schemas.microsoft.com/office/drawing/2014/main" id="{3392B16D-04E7-3F28-61C8-AA99AE971704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7" name="Input_density__86">
              <a:extLst>
                <a:ext uri="{FF2B5EF4-FFF2-40B4-BE49-F238E27FC236}">
                  <a16:creationId xmlns:a16="http://schemas.microsoft.com/office/drawing/2014/main" id="{ADD83858-DB4E-3123-BA53-F10B49B6FC0D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8" name="Input_density__87">
              <a:extLst>
                <a:ext uri="{FF2B5EF4-FFF2-40B4-BE49-F238E27FC236}">
                  <a16:creationId xmlns:a16="http://schemas.microsoft.com/office/drawing/2014/main" id="{36E336DE-3825-883E-E054-C16239A871A3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9" name="Input_density__88">
              <a:extLst>
                <a:ext uri="{FF2B5EF4-FFF2-40B4-BE49-F238E27FC236}">
                  <a16:creationId xmlns:a16="http://schemas.microsoft.com/office/drawing/2014/main" id="{C3C45186-3AB7-E64C-A8D0-B566057389E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0" name="Input_density__89">
              <a:extLst>
                <a:ext uri="{FF2B5EF4-FFF2-40B4-BE49-F238E27FC236}">
                  <a16:creationId xmlns:a16="http://schemas.microsoft.com/office/drawing/2014/main" id="{1A5EEFC2-DB69-73D0-EA0D-EC221316A871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1" name="Input_density__90">
              <a:extLst>
                <a:ext uri="{FF2B5EF4-FFF2-40B4-BE49-F238E27FC236}">
                  <a16:creationId xmlns:a16="http://schemas.microsoft.com/office/drawing/2014/main" id="{D7C9AFBC-44A1-B7F5-E2DF-F5C1C8C118F9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2" name="Input_density__91">
              <a:extLst>
                <a:ext uri="{FF2B5EF4-FFF2-40B4-BE49-F238E27FC236}">
                  <a16:creationId xmlns:a16="http://schemas.microsoft.com/office/drawing/2014/main" id="{D455B2EF-D6F4-9819-3AB6-AE2BB1545D52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3" name="Input_density__92">
              <a:extLst>
                <a:ext uri="{FF2B5EF4-FFF2-40B4-BE49-F238E27FC236}">
                  <a16:creationId xmlns:a16="http://schemas.microsoft.com/office/drawing/2014/main" id="{FCA9C9E8-1A5B-045F-03F6-6BD932B2A0D9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4" name="Input_density__93">
              <a:extLst>
                <a:ext uri="{FF2B5EF4-FFF2-40B4-BE49-F238E27FC236}">
                  <a16:creationId xmlns:a16="http://schemas.microsoft.com/office/drawing/2014/main" id="{B2834AF4-08C3-8C0B-7973-40271D5AD5EA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5" name="Input_density__94">
              <a:extLst>
                <a:ext uri="{FF2B5EF4-FFF2-40B4-BE49-F238E27FC236}">
                  <a16:creationId xmlns:a16="http://schemas.microsoft.com/office/drawing/2014/main" id="{22EEE02D-1A49-5AF5-6E7E-B01EB8DED6E8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6" name="Input_density__95">
              <a:extLst>
                <a:ext uri="{FF2B5EF4-FFF2-40B4-BE49-F238E27FC236}">
                  <a16:creationId xmlns:a16="http://schemas.microsoft.com/office/drawing/2014/main" id="{94EAC8BC-14E7-592D-49AF-B2E9C849DA10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7" name="Input_density__96">
              <a:extLst>
                <a:ext uri="{FF2B5EF4-FFF2-40B4-BE49-F238E27FC236}">
                  <a16:creationId xmlns:a16="http://schemas.microsoft.com/office/drawing/2014/main" id="{5074797D-6584-2F29-B00C-6A6344C08DCB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8" name="Input_density__97">
              <a:extLst>
                <a:ext uri="{FF2B5EF4-FFF2-40B4-BE49-F238E27FC236}">
                  <a16:creationId xmlns:a16="http://schemas.microsoft.com/office/drawing/2014/main" id="{9AD8DC53-905C-E186-6BFF-1F8AE608E4EC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9" name="Input_density__98">
              <a:extLst>
                <a:ext uri="{FF2B5EF4-FFF2-40B4-BE49-F238E27FC236}">
                  <a16:creationId xmlns:a16="http://schemas.microsoft.com/office/drawing/2014/main" id="{32CEAB5A-CCCC-0C2B-32A9-888C368DEDCE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" name="Input_density__99">
              <a:extLst>
                <a:ext uri="{FF2B5EF4-FFF2-40B4-BE49-F238E27FC236}">
                  <a16:creationId xmlns:a16="http://schemas.microsoft.com/office/drawing/2014/main" id="{2DA4A4B4-12C4-E00B-3C54-FCBDEDE3A509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1" name="Input_density__100">
              <a:extLst>
                <a:ext uri="{FF2B5EF4-FFF2-40B4-BE49-F238E27FC236}">
                  <a16:creationId xmlns:a16="http://schemas.microsoft.com/office/drawing/2014/main" id="{21627E49-2853-AA14-B9B7-D86B82B463A8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2" name="Input_density__101">
              <a:extLst>
                <a:ext uri="{FF2B5EF4-FFF2-40B4-BE49-F238E27FC236}">
                  <a16:creationId xmlns:a16="http://schemas.microsoft.com/office/drawing/2014/main" id="{81E8362F-491B-AF6B-EAA7-266FC2CFA57A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3" name="Input_density__102">
              <a:extLst>
                <a:ext uri="{FF2B5EF4-FFF2-40B4-BE49-F238E27FC236}">
                  <a16:creationId xmlns:a16="http://schemas.microsoft.com/office/drawing/2014/main" id="{2451D4FD-4337-1399-06D9-24B796D3ED4A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4" name="Input_density__103">
              <a:extLst>
                <a:ext uri="{FF2B5EF4-FFF2-40B4-BE49-F238E27FC236}">
                  <a16:creationId xmlns:a16="http://schemas.microsoft.com/office/drawing/2014/main" id="{B1FB5AD7-793A-2806-8796-EE901DDA3688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5" name="Input_density__104">
              <a:extLst>
                <a:ext uri="{FF2B5EF4-FFF2-40B4-BE49-F238E27FC236}">
                  <a16:creationId xmlns:a16="http://schemas.microsoft.com/office/drawing/2014/main" id="{E94B0D3D-730D-7819-10F9-B09A285C42B9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6" name="Input_density__105">
              <a:extLst>
                <a:ext uri="{FF2B5EF4-FFF2-40B4-BE49-F238E27FC236}">
                  <a16:creationId xmlns:a16="http://schemas.microsoft.com/office/drawing/2014/main" id="{1D9BE5CB-C89E-F228-7267-864DE60F428C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7" name="Input_density__106">
              <a:extLst>
                <a:ext uri="{FF2B5EF4-FFF2-40B4-BE49-F238E27FC236}">
                  <a16:creationId xmlns:a16="http://schemas.microsoft.com/office/drawing/2014/main" id="{05FE9AAF-BF26-DAF6-6FCF-A6C45C0AFAC6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8" name="Input_density__107">
              <a:extLst>
                <a:ext uri="{FF2B5EF4-FFF2-40B4-BE49-F238E27FC236}">
                  <a16:creationId xmlns:a16="http://schemas.microsoft.com/office/drawing/2014/main" id="{470D0966-75BB-C390-66D2-46BB9E2254D9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9" name="Input_density__108">
              <a:extLst>
                <a:ext uri="{FF2B5EF4-FFF2-40B4-BE49-F238E27FC236}">
                  <a16:creationId xmlns:a16="http://schemas.microsoft.com/office/drawing/2014/main" id="{31F17660-CABB-EA10-1064-EDC6819CDAD7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0" name="Input_density__109">
              <a:extLst>
                <a:ext uri="{FF2B5EF4-FFF2-40B4-BE49-F238E27FC236}">
                  <a16:creationId xmlns:a16="http://schemas.microsoft.com/office/drawing/2014/main" id="{1D19A916-EAAB-A827-D418-EEDC40E88607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1" name="Input_density__110">
              <a:extLst>
                <a:ext uri="{FF2B5EF4-FFF2-40B4-BE49-F238E27FC236}">
                  <a16:creationId xmlns:a16="http://schemas.microsoft.com/office/drawing/2014/main" id="{9CDA2102-8D5A-941B-F588-C8809B8E76BB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2" name="Input_density__111">
              <a:extLst>
                <a:ext uri="{FF2B5EF4-FFF2-40B4-BE49-F238E27FC236}">
                  <a16:creationId xmlns:a16="http://schemas.microsoft.com/office/drawing/2014/main" id="{D53057FB-D8E1-4463-507C-FF232A50A7EA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3" name="Input_density__112">
              <a:extLst>
                <a:ext uri="{FF2B5EF4-FFF2-40B4-BE49-F238E27FC236}">
                  <a16:creationId xmlns:a16="http://schemas.microsoft.com/office/drawing/2014/main" id="{02720D2D-71F1-1D5C-227D-0FD101FEB665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4" name="Input_density__113">
              <a:extLst>
                <a:ext uri="{FF2B5EF4-FFF2-40B4-BE49-F238E27FC236}">
                  <a16:creationId xmlns:a16="http://schemas.microsoft.com/office/drawing/2014/main" id="{5A9E22AD-C0E2-5C30-4FE7-4DF507B70662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15" name="Input_density__114">
              <a:extLst>
                <a:ext uri="{FF2B5EF4-FFF2-40B4-BE49-F238E27FC236}">
                  <a16:creationId xmlns:a16="http://schemas.microsoft.com/office/drawing/2014/main" id="{151B3A2B-428C-0B5B-734F-ACDA3686EAD0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6" name="Input_density__115">
              <a:extLst>
                <a:ext uri="{FF2B5EF4-FFF2-40B4-BE49-F238E27FC236}">
                  <a16:creationId xmlns:a16="http://schemas.microsoft.com/office/drawing/2014/main" id="{AC1C9803-5F5F-29E5-E8FE-4147261D63FB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7" name="Input_density__116">
              <a:extLst>
                <a:ext uri="{FF2B5EF4-FFF2-40B4-BE49-F238E27FC236}">
                  <a16:creationId xmlns:a16="http://schemas.microsoft.com/office/drawing/2014/main" id="{96E75CA7-55C7-2A6B-BA9F-0E78D1DA0F21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8" name="Input_density__117">
              <a:extLst>
                <a:ext uri="{FF2B5EF4-FFF2-40B4-BE49-F238E27FC236}">
                  <a16:creationId xmlns:a16="http://schemas.microsoft.com/office/drawing/2014/main" id="{FA9B2043-B006-6910-6F93-511492A8D660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9" name="Input_density__118">
              <a:extLst>
                <a:ext uri="{FF2B5EF4-FFF2-40B4-BE49-F238E27FC236}">
                  <a16:creationId xmlns:a16="http://schemas.microsoft.com/office/drawing/2014/main" id="{92E6EE6A-557A-F246-1CEC-1DD0C9C1479B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0" name="Input_density__119">
              <a:extLst>
                <a:ext uri="{FF2B5EF4-FFF2-40B4-BE49-F238E27FC236}">
                  <a16:creationId xmlns:a16="http://schemas.microsoft.com/office/drawing/2014/main" id="{B4825C83-A141-F0BB-D380-F8919BEF45B7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1" name="Input_density__120">
              <a:extLst>
                <a:ext uri="{FF2B5EF4-FFF2-40B4-BE49-F238E27FC236}">
                  <a16:creationId xmlns:a16="http://schemas.microsoft.com/office/drawing/2014/main" id="{2BDD03B9-BB35-DBC1-8908-B8C184B0C703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2" name="Input_density__121">
              <a:extLst>
                <a:ext uri="{FF2B5EF4-FFF2-40B4-BE49-F238E27FC236}">
                  <a16:creationId xmlns:a16="http://schemas.microsoft.com/office/drawing/2014/main" id="{7C72325B-028A-3A2E-E902-50F080E58D5E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3" name="Input_density__122">
              <a:extLst>
                <a:ext uri="{FF2B5EF4-FFF2-40B4-BE49-F238E27FC236}">
                  <a16:creationId xmlns:a16="http://schemas.microsoft.com/office/drawing/2014/main" id="{5A96469F-9EA3-9DAA-42AB-15F31FBFC3CD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24" name="Input_density__123">
              <a:extLst>
                <a:ext uri="{FF2B5EF4-FFF2-40B4-BE49-F238E27FC236}">
                  <a16:creationId xmlns:a16="http://schemas.microsoft.com/office/drawing/2014/main" id="{87A51577-2DBE-9217-92C5-3D9181F9D533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25" name="Input_density__124">
              <a:extLst>
                <a:ext uri="{FF2B5EF4-FFF2-40B4-BE49-F238E27FC236}">
                  <a16:creationId xmlns:a16="http://schemas.microsoft.com/office/drawing/2014/main" id="{69E100E5-1BB4-2A74-C244-481B3E5C0E4E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26" name="Input_density__125">
              <a:extLst>
                <a:ext uri="{FF2B5EF4-FFF2-40B4-BE49-F238E27FC236}">
                  <a16:creationId xmlns:a16="http://schemas.microsoft.com/office/drawing/2014/main" id="{03B094CF-886A-A8DA-F39F-8E07ACA3DA34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7" name="Input_density__126">
              <a:extLst>
                <a:ext uri="{FF2B5EF4-FFF2-40B4-BE49-F238E27FC236}">
                  <a16:creationId xmlns:a16="http://schemas.microsoft.com/office/drawing/2014/main" id="{B0D0D9C2-12A0-87A6-FB77-4D6D044CE020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8" name="Input_density__127">
              <a:extLst>
                <a:ext uri="{FF2B5EF4-FFF2-40B4-BE49-F238E27FC236}">
                  <a16:creationId xmlns:a16="http://schemas.microsoft.com/office/drawing/2014/main" id="{5941FFD2-56BA-8CEC-A488-3DE03B1291E5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9" name="Input_density__128">
              <a:extLst>
                <a:ext uri="{FF2B5EF4-FFF2-40B4-BE49-F238E27FC236}">
                  <a16:creationId xmlns:a16="http://schemas.microsoft.com/office/drawing/2014/main" id="{911B14A0-BC77-5889-6314-722478E70F8F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30" name="Input_density__129">
              <a:extLst>
                <a:ext uri="{FF2B5EF4-FFF2-40B4-BE49-F238E27FC236}">
                  <a16:creationId xmlns:a16="http://schemas.microsoft.com/office/drawing/2014/main" id="{4787A6C7-1A74-FC20-0ED9-4280A2EDECF8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1" name="Input_density__130">
              <a:extLst>
                <a:ext uri="{FF2B5EF4-FFF2-40B4-BE49-F238E27FC236}">
                  <a16:creationId xmlns:a16="http://schemas.microsoft.com/office/drawing/2014/main" id="{7C576854-1B7E-E883-3C4A-9C5F50CB8F6C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2" name="Input_density__131">
              <a:extLst>
                <a:ext uri="{FF2B5EF4-FFF2-40B4-BE49-F238E27FC236}">
                  <a16:creationId xmlns:a16="http://schemas.microsoft.com/office/drawing/2014/main" id="{1C2F106E-4F99-9B4A-D16B-36EF355F4C46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33" name="Input_density__132">
              <a:extLst>
                <a:ext uri="{FF2B5EF4-FFF2-40B4-BE49-F238E27FC236}">
                  <a16:creationId xmlns:a16="http://schemas.microsoft.com/office/drawing/2014/main" id="{CBD30EDD-E807-B759-C188-3E5198F8EFD9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4" name="Input_density__133">
              <a:extLst>
                <a:ext uri="{FF2B5EF4-FFF2-40B4-BE49-F238E27FC236}">
                  <a16:creationId xmlns:a16="http://schemas.microsoft.com/office/drawing/2014/main" id="{E3F70684-F78C-0A1B-9CFD-AF17F2C7E162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35" name="Input_density__134">
              <a:extLst>
                <a:ext uri="{FF2B5EF4-FFF2-40B4-BE49-F238E27FC236}">
                  <a16:creationId xmlns:a16="http://schemas.microsoft.com/office/drawing/2014/main" id="{3EAB8CBA-8E89-7B19-14A5-CB7AAC6AD6D0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36" name="Input_density__135">
              <a:extLst>
                <a:ext uri="{FF2B5EF4-FFF2-40B4-BE49-F238E27FC236}">
                  <a16:creationId xmlns:a16="http://schemas.microsoft.com/office/drawing/2014/main" id="{8C287A3A-EBD4-1FF2-8351-4E9A4A6E3983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7" name="Input_density__136">
              <a:extLst>
                <a:ext uri="{FF2B5EF4-FFF2-40B4-BE49-F238E27FC236}">
                  <a16:creationId xmlns:a16="http://schemas.microsoft.com/office/drawing/2014/main" id="{FA26406A-C765-A294-1E53-B70E38E87C4A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8" name="Input_density__137">
              <a:extLst>
                <a:ext uri="{FF2B5EF4-FFF2-40B4-BE49-F238E27FC236}">
                  <a16:creationId xmlns:a16="http://schemas.microsoft.com/office/drawing/2014/main" id="{29631BAF-7A22-944E-5213-72A9F322DC27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9" name="Input_density__138">
              <a:extLst>
                <a:ext uri="{FF2B5EF4-FFF2-40B4-BE49-F238E27FC236}">
                  <a16:creationId xmlns:a16="http://schemas.microsoft.com/office/drawing/2014/main" id="{7A7FCE75-82E7-940B-F594-CBED1B6BDC0F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0" name="Input_density__139">
              <a:extLst>
                <a:ext uri="{FF2B5EF4-FFF2-40B4-BE49-F238E27FC236}">
                  <a16:creationId xmlns:a16="http://schemas.microsoft.com/office/drawing/2014/main" id="{FC1E9925-8CB2-8608-565A-3E868E0E5D44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41" name="Input_density__140">
              <a:extLst>
                <a:ext uri="{FF2B5EF4-FFF2-40B4-BE49-F238E27FC236}">
                  <a16:creationId xmlns:a16="http://schemas.microsoft.com/office/drawing/2014/main" id="{20DFF550-4F41-8DBA-4795-2C6C53020078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2" name="Input_density__141">
              <a:extLst>
                <a:ext uri="{FF2B5EF4-FFF2-40B4-BE49-F238E27FC236}">
                  <a16:creationId xmlns:a16="http://schemas.microsoft.com/office/drawing/2014/main" id="{52A22132-890A-E420-D2AA-CCDD2C706A54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3" name="Input_density__142">
              <a:extLst>
                <a:ext uri="{FF2B5EF4-FFF2-40B4-BE49-F238E27FC236}">
                  <a16:creationId xmlns:a16="http://schemas.microsoft.com/office/drawing/2014/main" id="{6BC9CEE1-B813-B2B5-3373-53248B6C4849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44" name="Input_density__143">
              <a:extLst>
                <a:ext uri="{FF2B5EF4-FFF2-40B4-BE49-F238E27FC236}">
                  <a16:creationId xmlns:a16="http://schemas.microsoft.com/office/drawing/2014/main" id="{CFAC945D-7A86-8427-0336-4B239AF475AC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45" name="Input_density__144">
              <a:extLst>
                <a:ext uri="{FF2B5EF4-FFF2-40B4-BE49-F238E27FC236}">
                  <a16:creationId xmlns:a16="http://schemas.microsoft.com/office/drawing/2014/main" id="{BC3EF2BD-2FCD-5439-7DCD-F0986F09E1DD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46" name="Input_density__145">
              <a:extLst>
                <a:ext uri="{FF2B5EF4-FFF2-40B4-BE49-F238E27FC236}">
                  <a16:creationId xmlns:a16="http://schemas.microsoft.com/office/drawing/2014/main" id="{DF2A209B-8AB8-0FBD-4A6C-01E8056026F9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7" name="Input_density__146">
              <a:extLst>
                <a:ext uri="{FF2B5EF4-FFF2-40B4-BE49-F238E27FC236}">
                  <a16:creationId xmlns:a16="http://schemas.microsoft.com/office/drawing/2014/main" id="{856B3365-C7AD-DF91-BBC7-97770883C511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8" name="Input_density__147">
              <a:extLst>
                <a:ext uri="{FF2B5EF4-FFF2-40B4-BE49-F238E27FC236}">
                  <a16:creationId xmlns:a16="http://schemas.microsoft.com/office/drawing/2014/main" id="{1D49E24B-25F3-217C-8E34-F76DDD5DE311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9" name="Input_density__148">
              <a:extLst>
                <a:ext uri="{FF2B5EF4-FFF2-40B4-BE49-F238E27FC236}">
                  <a16:creationId xmlns:a16="http://schemas.microsoft.com/office/drawing/2014/main" id="{A4E0EC6A-0124-75CC-3994-1E2772154000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0" name="Input_density__149">
              <a:extLst>
                <a:ext uri="{FF2B5EF4-FFF2-40B4-BE49-F238E27FC236}">
                  <a16:creationId xmlns:a16="http://schemas.microsoft.com/office/drawing/2014/main" id="{B92ADB2A-DF95-3B9B-3D4E-25E8F2A0A5A3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1" name="Input_density__150">
              <a:extLst>
                <a:ext uri="{FF2B5EF4-FFF2-40B4-BE49-F238E27FC236}">
                  <a16:creationId xmlns:a16="http://schemas.microsoft.com/office/drawing/2014/main" id="{E4CCC484-D9E5-87A4-C9BB-E042EB143340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52" name="Input_density__151">
              <a:extLst>
                <a:ext uri="{FF2B5EF4-FFF2-40B4-BE49-F238E27FC236}">
                  <a16:creationId xmlns:a16="http://schemas.microsoft.com/office/drawing/2014/main" id="{7B3FC3DE-B214-0B26-B914-B1027F80D19E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53" name="Input_density__152">
              <a:extLst>
                <a:ext uri="{FF2B5EF4-FFF2-40B4-BE49-F238E27FC236}">
                  <a16:creationId xmlns:a16="http://schemas.microsoft.com/office/drawing/2014/main" id="{D97C5D30-A161-B1A7-317C-A2A2879F1950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4" name="Input_density__153">
              <a:extLst>
                <a:ext uri="{FF2B5EF4-FFF2-40B4-BE49-F238E27FC236}">
                  <a16:creationId xmlns:a16="http://schemas.microsoft.com/office/drawing/2014/main" id="{15B091DC-D41A-94A0-9EE0-80F9B1481C74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55" name="Input_density__154">
              <a:extLst>
                <a:ext uri="{FF2B5EF4-FFF2-40B4-BE49-F238E27FC236}">
                  <a16:creationId xmlns:a16="http://schemas.microsoft.com/office/drawing/2014/main" id="{96E911C8-8BCE-4138-2ED8-5CCE9CCCDC46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56" name="Input_density__155">
              <a:extLst>
                <a:ext uri="{FF2B5EF4-FFF2-40B4-BE49-F238E27FC236}">
                  <a16:creationId xmlns:a16="http://schemas.microsoft.com/office/drawing/2014/main" id="{72EC5496-A61D-F325-F8BE-45689C212B1B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57" name="Input_density__156">
              <a:extLst>
                <a:ext uri="{FF2B5EF4-FFF2-40B4-BE49-F238E27FC236}">
                  <a16:creationId xmlns:a16="http://schemas.microsoft.com/office/drawing/2014/main" id="{68D9A704-97AB-AA83-771B-D88B62519C4E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8" name="Input_density__157">
              <a:extLst>
                <a:ext uri="{FF2B5EF4-FFF2-40B4-BE49-F238E27FC236}">
                  <a16:creationId xmlns:a16="http://schemas.microsoft.com/office/drawing/2014/main" id="{5E64DBAF-4D14-1FC8-0424-032BAC17B696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9" name="Input_density__158">
              <a:extLst>
                <a:ext uri="{FF2B5EF4-FFF2-40B4-BE49-F238E27FC236}">
                  <a16:creationId xmlns:a16="http://schemas.microsoft.com/office/drawing/2014/main" id="{06F1C48D-E8E6-4ABC-41E1-8F5F622C3264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0" name="Input_density__159">
              <a:extLst>
                <a:ext uri="{FF2B5EF4-FFF2-40B4-BE49-F238E27FC236}">
                  <a16:creationId xmlns:a16="http://schemas.microsoft.com/office/drawing/2014/main" id="{34F87126-A184-C8E3-79EA-A18EA469FACA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61" name="Input_density__160">
              <a:extLst>
                <a:ext uri="{FF2B5EF4-FFF2-40B4-BE49-F238E27FC236}">
                  <a16:creationId xmlns:a16="http://schemas.microsoft.com/office/drawing/2014/main" id="{C4FA9F6F-2B9C-2B6A-AF79-A4BA113B1F49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2" name="Input_density__161">
              <a:extLst>
                <a:ext uri="{FF2B5EF4-FFF2-40B4-BE49-F238E27FC236}">
                  <a16:creationId xmlns:a16="http://schemas.microsoft.com/office/drawing/2014/main" id="{2C9806F5-9D73-941B-78E9-C4965E6DB170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63" name="Input_density__162">
              <a:extLst>
                <a:ext uri="{FF2B5EF4-FFF2-40B4-BE49-F238E27FC236}">
                  <a16:creationId xmlns:a16="http://schemas.microsoft.com/office/drawing/2014/main" id="{C4982C0D-D58E-00D3-7E40-489CCFC78666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64" name="Input_density__163">
              <a:extLst>
                <a:ext uri="{FF2B5EF4-FFF2-40B4-BE49-F238E27FC236}">
                  <a16:creationId xmlns:a16="http://schemas.microsoft.com/office/drawing/2014/main" id="{4C70A18D-69C6-F9B7-97F9-115382F9DC3C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5" name="Input_density__164">
              <a:extLst>
                <a:ext uri="{FF2B5EF4-FFF2-40B4-BE49-F238E27FC236}">
                  <a16:creationId xmlns:a16="http://schemas.microsoft.com/office/drawing/2014/main" id="{CE5A0341-05EA-BAE6-8D71-D27526DC5D40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66" name="Input_density__165">
              <a:extLst>
                <a:ext uri="{FF2B5EF4-FFF2-40B4-BE49-F238E27FC236}">
                  <a16:creationId xmlns:a16="http://schemas.microsoft.com/office/drawing/2014/main" id="{4FA405FB-0759-1D75-F019-E8526AC74056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67" name="Input_density__166">
              <a:extLst>
                <a:ext uri="{FF2B5EF4-FFF2-40B4-BE49-F238E27FC236}">
                  <a16:creationId xmlns:a16="http://schemas.microsoft.com/office/drawing/2014/main" id="{9F1BA964-9796-FBA5-E26C-521BCADDCD85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8" name="Input_density__167">
              <a:extLst>
                <a:ext uri="{FF2B5EF4-FFF2-40B4-BE49-F238E27FC236}">
                  <a16:creationId xmlns:a16="http://schemas.microsoft.com/office/drawing/2014/main" id="{02C7AC75-9B21-F70E-2E87-FD70C85BD897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9" name="Input_density__168">
              <a:extLst>
                <a:ext uri="{FF2B5EF4-FFF2-40B4-BE49-F238E27FC236}">
                  <a16:creationId xmlns:a16="http://schemas.microsoft.com/office/drawing/2014/main" id="{476F9FA5-CE71-5691-1D5B-0C8FDB7FDBDD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0" name="Input_density__169">
              <a:extLst>
                <a:ext uri="{FF2B5EF4-FFF2-40B4-BE49-F238E27FC236}">
                  <a16:creationId xmlns:a16="http://schemas.microsoft.com/office/drawing/2014/main" id="{EE72F1B9-89D0-9A5D-F545-7D658956E283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1" name="Input_density__170">
              <a:extLst>
                <a:ext uri="{FF2B5EF4-FFF2-40B4-BE49-F238E27FC236}">
                  <a16:creationId xmlns:a16="http://schemas.microsoft.com/office/drawing/2014/main" id="{725B9082-F92D-9B9F-EC9E-BE243990C405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72" name="Input_density__171">
              <a:extLst>
                <a:ext uri="{FF2B5EF4-FFF2-40B4-BE49-F238E27FC236}">
                  <a16:creationId xmlns:a16="http://schemas.microsoft.com/office/drawing/2014/main" id="{6D8911D1-263D-3445-137C-5F860D7CD420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3" name="Input_density__172">
              <a:extLst>
                <a:ext uri="{FF2B5EF4-FFF2-40B4-BE49-F238E27FC236}">
                  <a16:creationId xmlns:a16="http://schemas.microsoft.com/office/drawing/2014/main" id="{E07035F3-92E3-7D8C-20AB-F4C6CAC5DC15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4" name="Input_density__173">
              <a:extLst>
                <a:ext uri="{FF2B5EF4-FFF2-40B4-BE49-F238E27FC236}">
                  <a16:creationId xmlns:a16="http://schemas.microsoft.com/office/drawing/2014/main" id="{FF059BA3-5A12-C367-FC0F-2BFFE65B6F3B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75" name="Input_density__174">
              <a:extLst>
                <a:ext uri="{FF2B5EF4-FFF2-40B4-BE49-F238E27FC236}">
                  <a16:creationId xmlns:a16="http://schemas.microsoft.com/office/drawing/2014/main" id="{D178DF40-8492-A2F7-EBF4-651A2EEDB47F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76" name="Input_density__175">
              <a:extLst>
                <a:ext uri="{FF2B5EF4-FFF2-40B4-BE49-F238E27FC236}">
                  <a16:creationId xmlns:a16="http://schemas.microsoft.com/office/drawing/2014/main" id="{2F5A566A-5F23-1FD1-74F2-C89DDD65B8BE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7" name="Input_density__176">
              <a:extLst>
                <a:ext uri="{FF2B5EF4-FFF2-40B4-BE49-F238E27FC236}">
                  <a16:creationId xmlns:a16="http://schemas.microsoft.com/office/drawing/2014/main" id="{F2DD7F45-FBEF-E112-CE15-272084E1F267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8" name="Input_density__177">
              <a:extLst>
                <a:ext uri="{FF2B5EF4-FFF2-40B4-BE49-F238E27FC236}">
                  <a16:creationId xmlns:a16="http://schemas.microsoft.com/office/drawing/2014/main" id="{8CBF3A39-AC74-5E07-8AA0-9F52F648DC52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9" name="Input_density__178">
              <a:extLst>
                <a:ext uri="{FF2B5EF4-FFF2-40B4-BE49-F238E27FC236}">
                  <a16:creationId xmlns:a16="http://schemas.microsoft.com/office/drawing/2014/main" id="{7D36D49E-C206-6400-20D8-1721AB8EAF47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0" name="Input_density__179">
              <a:extLst>
                <a:ext uri="{FF2B5EF4-FFF2-40B4-BE49-F238E27FC236}">
                  <a16:creationId xmlns:a16="http://schemas.microsoft.com/office/drawing/2014/main" id="{44492EA8-CCC0-E1C4-A97C-E26408323154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1" name="Input_density__180">
              <a:extLst>
                <a:ext uri="{FF2B5EF4-FFF2-40B4-BE49-F238E27FC236}">
                  <a16:creationId xmlns:a16="http://schemas.microsoft.com/office/drawing/2014/main" id="{BCDDE5DF-6391-6C88-A5CE-DAD46C71C70D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82" name="Input_density__181">
              <a:extLst>
                <a:ext uri="{FF2B5EF4-FFF2-40B4-BE49-F238E27FC236}">
                  <a16:creationId xmlns:a16="http://schemas.microsoft.com/office/drawing/2014/main" id="{E9C1549C-0AB2-1391-00E9-5FCF90816730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3" name="Input_density__182">
              <a:extLst>
                <a:ext uri="{FF2B5EF4-FFF2-40B4-BE49-F238E27FC236}">
                  <a16:creationId xmlns:a16="http://schemas.microsoft.com/office/drawing/2014/main" id="{68F0C776-942B-C803-4AC2-5826644E204A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84" name="Input_density__183">
              <a:extLst>
                <a:ext uri="{FF2B5EF4-FFF2-40B4-BE49-F238E27FC236}">
                  <a16:creationId xmlns:a16="http://schemas.microsoft.com/office/drawing/2014/main" id="{6A75E5F3-FAE2-080D-CB9F-A75AB4726B18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5" name="Input_density__184">
              <a:extLst>
                <a:ext uri="{FF2B5EF4-FFF2-40B4-BE49-F238E27FC236}">
                  <a16:creationId xmlns:a16="http://schemas.microsoft.com/office/drawing/2014/main" id="{1FBFB837-1F75-8DB7-3D04-4D9C996BF6FA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6" name="Input_density__185">
              <a:extLst>
                <a:ext uri="{FF2B5EF4-FFF2-40B4-BE49-F238E27FC236}">
                  <a16:creationId xmlns:a16="http://schemas.microsoft.com/office/drawing/2014/main" id="{D0C40203-B1C3-77DB-7A6F-E62C84E9CC14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87" name="Input_density__186">
              <a:extLst>
                <a:ext uri="{FF2B5EF4-FFF2-40B4-BE49-F238E27FC236}">
                  <a16:creationId xmlns:a16="http://schemas.microsoft.com/office/drawing/2014/main" id="{B3BFC36A-B61B-FE00-14E9-A3902D1A3FBD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8" name="Input_density__187">
              <a:extLst>
                <a:ext uri="{FF2B5EF4-FFF2-40B4-BE49-F238E27FC236}">
                  <a16:creationId xmlns:a16="http://schemas.microsoft.com/office/drawing/2014/main" id="{CDF17322-454E-7D0D-EA60-033A2382DB95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9" name="Input_density__188">
              <a:extLst>
                <a:ext uri="{FF2B5EF4-FFF2-40B4-BE49-F238E27FC236}">
                  <a16:creationId xmlns:a16="http://schemas.microsoft.com/office/drawing/2014/main" id="{360C1605-E31C-AA70-1B76-9E741CA86FE1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0" name="Input_density__189">
              <a:extLst>
                <a:ext uri="{FF2B5EF4-FFF2-40B4-BE49-F238E27FC236}">
                  <a16:creationId xmlns:a16="http://schemas.microsoft.com/office/drawing/2014/main" id="{5673AAC0-B2A9-B686-9867-3C7D1AC67E52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1" name="Input_density__190">
              <a:extLst>
                <a:ext uri="{FF2B5EF4-FFF2-40B4-BE49-F238E27FC236}">
                  <a16:creationId xmlns:a16="http://schemas.microsoft.com/office/drawing/2014/main" id="{72C9849D-8F76-6250-5A77-410A557F7674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2" name="Input_density__191">
              <a:extLst>
                <a:ext uri="{FF2B5EF4-FFF2-40B4-BE49-F238E27FC236}">
                  <a16:creationId xmlns:a16="http://schemas.microsoft.com/office/drawing/2014/main" id="{EE1CF1C1-7796-A5C3-037D-CB1272885423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93" name="Input_density__192">
              <a:extLst>
                <a:ext uri="{FF2B5EF4-FFF2-40B4-BE49-F238E27FC236}">
                  <a16:creationId xmlns:a16="http://schemas.microsoft.com/office/drawing/2014/main" id="{77D5F1AB-9AC3-9638-F333-2E0201C80C43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94" name="Input_density__193">
              <a:extLst>
                <a:ext uri="{FF2B5EF4-FFF2-40B4-BE49-F238E27FC236}">
                  <a16:creationId xmlns:a16="http://schemas.microsoft.com/office/drawing/2014/main" id="{9BA369DF-4DBE-63F7-B0D4-F43528AFB4C9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95" name="Input_density__194">
              <a:extLst>
                <a:ext uri="{FF2B5EF4-FFF2-40B4-BE49-F238E27FC236}">
                  <a16:creationId xmlns:a16="http://schemas.microsoft.com/office/drawing/2014/main" id="{BC36A4F1-2FB1-0785-5D98-6AC1F94E5639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6" name="Input_density__195">
              <a:extLst>
                <a:ext uri="{FF2B5EF4-FFF2-40B4-BE49-F238E27FC236}">
                  <a16:creationId xmlns:a16="http://schemas.microsoft.com/office/drawing/2014/main" id="{EB0D6B45-DEB7-4A88-9D67-8D1111CD1C26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7" name="Input_density__196">
              <a:extLst>
                <a:ext uri="{FF2B5EF4-FFF2-40B4-BE49-F238E27FC236}">
                  <a16:creationId xmlns:a16="http://schemas.microsoft.com/office/drawing/2014/main" id="{34D11963-69B7-7EEE-EC85-3D6DBB5ADFFB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8" name="Input_density__197">
              <a:extLst>
                <a:ext uri="{FF2B5EF4-FFF2-40B4-BE49-F238E27FC236}">
                  <a16:creationId xmlns:a16="http://schemas.microsoft.com/office/drawing/2014/main" id="{DEB7EC63-A1D4-84C2-6321-FE721F89AB52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9" name="Input_density__198">
              <a:extLst>
                <a:ext uri="{FF2B5EF4-FFF2-40B4-BE49-F238E27FC236}">
                  <a16:creationId xmlns:a16="http://schemas.microsoft.com/office/drawing/2014/main" id="{9B2D94A9-BD32-BD28-B355-1DB1E698B7E6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0" name="Input_density__199">
              <a:extLst>
                <a:ext uri="{FF2B5EF4-FFF2-40B4-BE49-F238E27FC236}">
                  <a16:creationId xmlns:a16="http://schemas.microsoft.com/office/drawing/2014/main" id="{87F7515F-33AF-E5D9-BB98-C8463A03DB19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1" name="Input_density__200">
              <a:extLst>
                <a:ext uri="{FF2B5EF4-FFF2-40B4-BE49-F238E27FC236}">
                  <a16:creationId xmlns:a16="http://schemas.microsoft.com/office/drawing/2014/main" id="{E7A73A3C-A1DA-0F38-19F2-FF57B6419B39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2" name="Input_density__201">
              <a:extLst>
                <a:ext uri="{FF2B5EF4-FFF2-40B4-BE49-F238E27FC236}">
                  <a16:creationId xmlns:a16="http://schemas.microsoft.com/office/drawing/2014/main" id="{83888CE7-2416-E5EC-60F1-B0775041FC9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3" name="Input_density__202">
              <a:extLst>
                <a:ext uri="{FF2B5EF4-FFF2-40B4-BE49-F238E27FC236}">
                  <a16:creationId xmlns:a16="http://schemas.microsoft.com/office/drawing/2014/main" id="{96A0585B-7AAF-B8AB-4330-274D0F0A4158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4" name="Input_density__203">
              <a:extLst>
                <a:ext uri="{FF2B5EF4-FFF2-40B4-BE49-F238E27FC236}">
                  <a16:creationId xmlns:a16="http://schemas.microsoft.com/office/drawing/2014/main" id="{92F320BB-9039-B534-0D54-A8659AE70512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05" name="Input_density__204">
              <a:extLst>
                <a:ext uri="{FF2B5EF4-FFF2-40B4-BE49-F238E27FC236}">
                  <a16:creationId xmlns:a16="http://schemas.microsoft.com/office/drawing/2014/main" id="{79847181-B9E6-8711-CA18-787E3A730952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06" name="Input_density__205">
              <a:extLst>
                <a:ext uri="{FF2B5EF4-FFF2-40B4-BE49-F238E27FC236}">
                  <a16:creationId xmlns:a16="http://schemas.microsoft.com/office/drawing/2014/main" id="{8484F5BC-978F-3AE4-D3B7-35FC01535F2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07" name="Input_density__206">
              <a:extLst>
                <a:ext uri="{FF2B5EF4-FFF2-40B4-BE49-F238E27FC236}">
                  <a16:creationId xmlns:a16="http://schemas.microsoft.com/office/drawing/2014/main" id="{D8D6BB88-876C-2F52-AC15-4A98932BAECD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8" name="Input_density__207">
              <a:extLst>
                <a:ext uri="{FF2B5EF4-FFF2-40B4-BE49-F238E27FC236}">
                  <a16:creationId xmlns:a16="http://schemas.microsoft.com/office/drawing/2014/main" id="{44466AF0-09B4-C019-4CA2-E60EBE562669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9" name="Input_density__208">
              <a:extLst>
                <a:ext uri="{FF2B5EF4-FFF2-40B4-BE49-F238E27FC236}">
                  <a16:creationId xmlns:a16="http://schemas.microsoft.com/office/drawing/2014/main" id="{8BF60D16-4919-732C-DC4D-768E5E44E692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0" name="Input_density__209">
              <a:extLst>
                <a:ext uri="{FF2B5EF4-FFF2-40B4-BE49-F238E27FC236}">
                  <a16:creationId xmlns:a16="http://schemas.microsoft.com/office/drawing/2014/main" id="{BC97D809-CEDF-AB3C-3723-6F46AD10FA82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1" name="Input_density__210">
              <a:extLst>
                <a:ext uri="{FF2B5EF4-FFF2-40B4-BE49-F238E27FC236}">
                  <a16:creationId xmlns:a16="http://schemas.microsoft.com/office/drawing/2014/main" id="{76518636-2548-566B-58F7-DB50CA70C5F6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2" name="Input_density__211">
              <a:extLst>
                <a:ext uri="{FF2B5EF4-FFF2-40B4-BE49-F238E27FC236}">
                  <a16:creationId xmlns:a16="http://schemas.microsoft.com/office/drawing/2014/main" id="{A13493AE-B835-D1B9-6E98-5F4FFA9BAB35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13" name="Input_density__212">
              <a:extLst>
                <a:ext uri="{FF2B5EF4-FFF2-40B4-BE49-F238E27FC236}">
                  <a16:creationId xmlns:a16="http://schemas.microsoft.com/office/drawing/2014/main" id="{4BE2DC3B-B963-B507-9CE5-3736EDBCA6FA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14" name="Input_density__213">
              <a:extLst>
                <a:ext uri="{FF2B5EF4-FFF2-40B4-BE49-F238E27FC236}">
                  <a16:creationId xmlns:a16="http://schemas.microsoft.com/office/drawing/2014/main" id="{9957F1AE-352A-E1B4-7FFF-4DD98A230F97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15" name="Input_density__214">
              <a:extLst>
                <a:ext uri="{FF2B5EF4-FFF2-40B4-BE49-F238E27FC236}">
                  <a16:creationId xmlns:a16="http://schemas.microsoft.com/office/drawing/2014/main" id="{9366AAE2-2095-DD45-A78E-E5828B74F8F5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16" name="Input_density__215">
              <a:extLst>
                <a:ext uri="{FF2B5EF4-FFF2-40B4-BE49-F238E27FC236}">
                  <a16:creationId xmlns:a16="http://schemas.microsoft.com/office/drawing/2014/main" id="{E263BB5A-A5AA-70B1-E351-53C85309A363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7" name="Input_density__216">
              <a:extLst>
                <a:ext uri="{FF2B5EF4-FFF2-40B4-BE49-F238E27FC236}">
                  <a16:creationId xmlns:a16="http://schemas.microsoft.com/office/drawing/2014/main" id="{1DEA02F9-ED80-870E-FEBD-609670ED9ED8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8" name="Input_density__217">
              <a:extLst>
                <a:ext uri="{FF2B5EF4-FFF2-40B4-BE49-F238E27FC236}">
                  <a16:creationId xmlns:a16="http://schemas.microsoft.com/office/drawing/2014/main" id="{D4719262-43FE-8FC5-C600-609B6CC7F6DD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9" name="Input_density__218">
              <a:extLst>
                <a:ext uri="{FF2B5EF4-FFF2-40B4-BE49-F238E27FC236}">
                  <a16:creationId xmlns:a16="http://schemas.microsoft.com/office/drawing/2014/main" id="{C9AC029A-5445-3C28-A6D4-68ECC5A835A8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20" name="Input_density__219">
              <a:extLst>
                <a:ext uri="{FF2B5EF4-FFF2-40B4-BE49-F238E27FC236}">
                  <a16:creationId xmlns:a16="http://schemas.microsoft.com/office/drawing/2014/main" id="{A5BE88BA-0384-54E6-1098-437AA9CB6C68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1" name="Input_density__220">
              <a:extLst>
                <a:ext uri="{FF2B5EF4-FFF2-40B4-BE49-F238E27FC236}">
                  <a16:creationId xmlns:a16="http://schemas.microsoft.com/office/drawing/2014/main" id="{5F7A25AA-291F-F68A-9343-2D605DD47E58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2" name="Input_density__221">
              <a:extLst>
                <a:ext uri="{FF2B5EF4-FFF2-40B4-BE49-F238E27FC236}">
                  <a16:creationId xmlns:a16="http://schemas.microsoft.com/office/drawing/2014/main" id="{81DBACF6-9AE8-4BBC-898F-4426B0BAAAD3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23" name="Input_density__222">
              <a:extLst>
                <a:ext uri="{FF2B5EF4-FFF2-40B4-BE49-F238E27FC236}">
                  <a16:creationId xmlns:a16="http://schemas.microsoft.com/office/drawing/2014/main" id="{E52BDA79-FDD1-C231-9AC1-544E08FF596E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24" name="Input_density__223">
              <a:extLst>
                <a:ext uri="{FF2B5EF4-FFF2-40B4-BE49-F238E27FC236}">
                  <a16:creationId xmlns:a16="http://schemas.microsoft.com/office/drawing/2014/main" id="{3B254313-4111-3025-C5F9-339264CEDB7F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25" name="Input_density__224">
              <a:extLst>
                <a:ext uri="{FF2B5EF4-FFF2-40B4-BE49-F238E27FC236}">
                  <a16:creationId xmlns:a16="http://schemas.microsoft.com/office/drawing/2014/main" id="{102E5770-594E-9AFB-7320-9A9B6B269514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6" name="Input_density__225">
              <a:extLst>
                <a:ext uri="{FF2B5EF4-FFF2-40B4-BE49-F238E27FC236}">
                  <a16:creationId xmlns:a16="http://schemas.microsoft.com/office/drawing/2014/main" id="{22A563DF-7817-D9C8-E20A-0A78B22C1D3E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grpSp>
        <p:nvGrpSpPr>
          <p:cNvPr id="6212" name="输入：受体主链">
            <a:extLst>
              <a:ext uri="{FF2B5EF4-FFF2-40B4-BE49-F238E27FC236}">
                <a16:creationId xmlns:a16="http://schemas.microsoft.com/office/drawing/2014/main" id="{F540CB5A-D646-220C-4E61-5045E1659513}"/>
              </a:ext>
            </a:extLst>
          </p:cNvPr>
          <p:cNvGrpSpPr/>
          <p:nvPr/>
        </p:nvGrpSpPr>
        <p:grpSpPr>
          <a:xfrm>
            <a:off x="686144" y="2200435"/>
            <a:ext cx="712020" cy="882392"/>
            <a:chOff x="599474" y="4025272"/>
            <a:chExt cx="1349091" cy="1671901"/>
          </a:xfrm>
        </p:grpSpPr>
        <p:sp>
          <p:nvSpPr>
            <p:cNvPr id="228" name="Input_receptor__227">
              <a:extLst>
                <a:ext uri="{FF2B5EF4-FFF2-40B4-BE49-F238E27FC236}">
                  <a16:creationId xmlns:a16="http://schemas.microsoft.com/office/drawing/2014/main" id="{130825EB-1144-D0AD-AD51-CD3DC8C59340}"/>
                </a:ext>
              </a:extLst>
            </p:cNvPr>
            <p:cNvSpPr>
              <a:spLocks noGrp="1"/>
            </p:cNvSpPr>
            <p:nvPr/>
          </p:nvSpPr>
          <p:spPr>
            <a:xfrm>
              <a:off x="1204795" y="5436667"/>
              <a:ext cx="45919" cy="2373"/>
            </a:xfrm>
            <a:custGeom>
              <a:avLst/>
              <a:gdLst/>
              <a:ahLst/>
              <a:cxnLst/>
              <a:rect l="0" t="0" r="0" b="0"/>
              <a:pathLst>
                <a:path w="45919" h="2373">
                  <a:moveTo>
                    <a:pt x="45919" y="0"/>
                  </a:moveTo>
                  <a:lnTo>
                    <a:pt x="0" y="2373"/>
                  </a:lnTo>
                </a:path>
              </a:pathLst>
            </a:custGeom>
            <a:noFill/>
            <a:ln w="20003">
              <a:solidFill>
                <a:srgbClr val="667B8B"/>
              </a:solidFill>
            </a:ln>
          </p:spPr>
        </p:sp>
        <p:sp>
          <p:nvSpPr>
            <p:cNvPr id="229" name="Input_receptor__228">
              <a:extLst>
                <a:ext uri="{FF2B5EF4-FFF2-40B4-BE49-F238E27FC236}">
                  <a16:creationId xmlns:a16="http://schemas.microsoft.com/office/drawing/2014/main" id="{0AA6A9EF-58B0-B963-3676-535A03F2E6E3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39040"/>
              <a:ext cx="14630" cy="20003"/>
            </a:xfrm>
            <a:custGeom>
              <a:avLst/>
              <a:gdLst/>
              <a:ahLst/>
              <a:cxnLst/>
              <a:rect l="0" t="0" r="0" b="0"/>
              <a:pathLst>
                <a:path w="14630" h="20003">
                  <a:moveTo>
                    <a:pt x="14630" y="0"/>
                  </a:moveTo>
                  <a:lnTo>
                    <a:pt x="0" y="20003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0" name="Input_receptor__229">
              <a:extLst>
                <a:ext uri="{FF2B5EF4-FFF2-40B4-BE49-F238E27FC236}">
                  <a16:creationId xmlns:a16="http://schemas.microsoft.com/office/drawing/2014/main" id="{1B38AF80-2791-9B31-1392-BCF8E79DF73E}"/>
                </a:ext>
              </a:extLst>
            </p:cNvPr>
            <p:cNvSpPr>
              <a:spLocks noGrp="1"/>
            </p:cNvSpPr>
            <p:nvPr/>
          </p:nvSpPr>
          <p:spPr>
            <a:xfrm>
              <a:off x="1250714" y="5436667"/>
              <a:ext cx="1355" cy="46603"/>
            </a:xfrm>
            <a:custGeom>
              <a:avLst/>
              <a:gdLst/>
              <a:ahLst/>
              <a:cxnLst/>
              <a:rect l="0" t="0" r="0" b="0"/>
              <a:pathLst>
                <a:path w="1355" h="46603">
                  <a:moveTo>
                    <a:pt x="1355" y="46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1" name="Input_receptor__230">
              <a:extLst>
                <a:ext uri="{FF2B5EF4-FFF2-40B4-BE49-F238E27FC236}">
                  <a16:creationId xmlns:a16="http://schemas.microsoft.com/office/drawing/2014/main" id="{89713209-E356-FD08-2AEF-E5B11B62B94C}"/>
                </a:ext>
              </a:extLst>
            </p:cNvPr>
            <p:cNvSpPr>
              <a:spLocks noGrp="1"/>
            </p:cNvSpPr>
            <p:nvPr/>
          </p:nvSpPr>
          <p:spPr>
            <a:xfrm>
              <a:off x="1252069" y="5483270"/>
              <a:ext cx="48291" cy="2695"/>
            </a:xfrm>
            <a:custGeom>
              <a:avLst/>
              <a:gdLst/>
              <a:ahLst/>
              <a:cxnLst/>
              <a:rect l="0" t="0" r="0" b="0"/>
              <a:pathLst>
                <a:path w="48291" h="2695">
                  <a:moveTo>
                    <a:pt x="48291" y="26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2" name="Input_receptor__231">
              <a:extLst>
                <a:ext uri="{FF2B5EF4-FFF2-40B4-BE49-F238E27FC236}">
                  <a16:creationId xmlns:a16="http://schemas.microsoft.com/office/drawing/2014/main" id="{768BA67D-77E1-8957-5504-19E1AB6DD86D}"/>
                </a:ext>
              </a:extLst>
            </p:cNvPr>
            <p:cNvSpPr>
              <a:spLocks noGrp="1"/>
            </p:cNvSpPr>
            <p:nvPr/>
          </p:nvSpPr>
          <p:spPr>
            <a:xfrm>
              <a:off x="1300361" y="5464303"/>
              <a:ext cx="38533" cy="21662"/>
            </a:xfrm>
            <a:custGeom>
              <a:avLst/>
              <a:gdLst/>
              <a:ahLst/>
              <a:cxnLst/>
              <a:rect l="0" t="0" r="0" b="0"/>
              <a:pathLst>
                <a:path w="38533" h="21662">
                  <a:moveTo>
                    <a:pt x="38533" y="0"/>
                  </a:moveTo>
                  <a:lnTo>
                    <a:pt x="0" y="21662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3" name="Input_receptor__232">
              <a:extLst>
                <a:ext uri="{FF2B5EF4-FFF2-40B4-BE49-F238E27FC236}">
                  <a16:creationId xmlns:a16="http://schemas.microsoft.com/office/drawing/2014/main" id="{1F0C0298-462C-2580-BA93-694F0DDF0BCD}"/>
                </a:ext>
              </a:extLst>
            </p:cNvPr>
            <p:cNvSpPr>
              <a:spLocks noGrp="1"/>
            </p:cNvSpPr>
            <p:nvPr/>
          </p:nvSpPr>
          <p:spPr>
            <a:xfrm>
              <a:off x="1385235" y="5429290"/>
              <a:ext cx="14321" cy="45025"/>
            </a:xfrm>
            <a:custGeom>
              <a:avLst/>
              <a:gdLst/>
              <a:ahLst/>
              <a:cxnLst/>
              <a:rect l="0" t="0" r="0" b="0"/>
              <a:pathLst>
                <a:path w="14321" h="45025">
                  <a:moveTo>
                    <a:pt x="14321" y="0"/>
                  </a:moveTo>
                  <a:lnTo>
                    <a:pt x="0" y="45025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4" name="Input_receptor__233">
              <a:extLst>
                <a:ext uri="{FF2B5EF4-FFF2-40B4-BE49-F238E27FC236}">
                  <a16:creationId xmlns:a16="http://schemas.microsoft.com/office/drawing/2014/main" id="{609412A2-DF9A-03C2-E253-A5E1F4A158DE}"/>
                </a:ext>
              </a:extLst>
            </p:cNvPr>
            <p:cNvSpPr>
              <a:spLocks noGrp="1"/>
            </p:cNvSpPr>
            <p:nvPr/>
          </p:nvSpPr>
          <p:spPr>
            <a:xfrm>
              <a:off x="1338894" y="5464303"/>
              <a:ext cx="46341" cy="10012"/>
            </a:xfrm>
            <a:custGeom>
              <a:avLst/>
              <a:gdLst/>
              <a:ahLst/>
              <a:cxnLst/>
              <a:rect l="0" t="0" r="0" b="0"/>
              <a:pathLst>
                <a:path w="46341" h="10012">
                  <a:moveTo>
                    <a:pt x="46341" y="100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5" name="Input_receptor__234">
              <a:extLst>
                <a:ext uri="{FF2B5EF4-FFF2-40B4-BE49-F238E27FC236}">
                  <a16:creationId xmlns:a16="http://schemas.microsoft.com/office/drawing/2014/main" id="{682FF5FA-16D0-A481-FBF1-0BEEA2967410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390352"/>
              <a:ext cx="43211" cy="20489"/>
            </a:xfrm>
            <a:custGeom>
              <a:avLst/>
              <a:gdLst/>
              <a:ahLst/>
              <a:cxnLst/>
              <a:rect l="0" t="0" r="0" b="0"/>
              <a:pathLst>
                <a:path w="43211" h="20489">
                  <a:moveTo>
                    <a:pt x="43211" y="0"/>
                  </a:moveTo>
                  <a:lnTo>
                    <a:pt x="0" y="20489"/>
                  </a:lnTo>
                </a:path>
              </a:pathLst>
            </a:custGeom>
            <a:noFill/>
            <a:ln w="20003">
              <a:solidFill>
                <a:srgbClr val="697D8D"/>
              </a:solidFill>
            </a:ln>
          </p:spPr>
        </p:sp>
        <p:sp>
          <p:nvSpPr>
            <p:cNvPr id="236" name="Input_receptor__235">
              <a:extLst>
                <a:ext uri="{FF2B5EF4-FFF2-40B4-BE49-F238E27FC236}">
                  <a16:creationId xmlns:a16="http://schemas.microsoft.com/office/drawing/2014/main" id="{1C65B0D4-33F8-7D49-17B6-62862DBBFC4F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61228"/>
              <a:ext cx="45373" cy="390"/>
            </a:xfrm>
            <a:custGeom>
              <a:avLst/>
              <a:gdLst/>
              <a:ahLst/>
              <a:cxnLst/>
              <a:rect l="0" t="0" r="0" b="0"/>
              <a:pathLst>
                <a:path w="45373" h="390">
                  <a:moveTo>
                    <a:pt x="0" y="0"/>
                  </a:moveTo>
                  <a:lnTo>
                    <a:pt x="45373" y="390"/>
                  </a:lnTo>
                </a:path>
              </a:pathLst>
            </a:custGeom>
            <a:noFill/>
            <a:ln w="8096">
              <a:solidFill>
                <a:srgbClr val="697E8D"/>
              </a:solidFill>
            </a:ln>
          </p:spPr>
        </p:sp>
        <p:sp>
          <p:nvSpPr>
            <p:cNvPr id="237" name="Input_receptor__236">
              <a:extLst>
                <a:ext uri="{FF2B5EF4-FFF2-40B4-BE49-F238E27FC236}">
                  <a16:creationId xmlns:a16="http://schemas.microsoft.com/office/drawing/2014/main" id="{99C344A9-56E5-00D7-2F30-46A555C66FB8}"/>
                </a:ext>
              </a:extLst>
            </p:cNvPr>
            <p:cNvSpPr>
              <a:spLocks noGrp="1"/>
            </p:cNvSpPr>
            <p:nvPr/>
          </p:nvSpPr>
          <p:spPr>
            <a:xfrm>
              <a:off x="1193701" y="5390352"/>
              <a:ext cx="20749" cy="35198"/>
            </a:xfrm>
            <a:custGeom>
              <a:avLst/>
              <a:gdLst/>
              <a:ahLst/>
              <a:cxnLst/>
              <a:rect l="0" t="0" r="0" b="0"/>
              <a:pathLst>
                <a:path w="20749" h="35198">
                  <a:moveTo>
                    <a:pt x="20749" y="351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8" name="Input_receptor__237">
              <a:extLst>
                <a:ext uri="{FF2B5EF4-FFF2-40B4-BE49-F238E27FC236}">
                  <a16:creationId xmlns:a16="http://schemas.microsoft.com/office/drawing/2014/main" id="{3AC6747C-F1E2-0CC1-B5B9-5A315EBE78E0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25549"/>
              <a:ext cx="24285" cy="33494"/>
            </a:xfrm>
            <a:custGeom>
              <a:avLst/>
              <a:gdLst/>
              <a:ahLst/>
              <a:cxnLst/>
              <a:rect l="0" t="0" r="0" b="0"/>
              <a:pathLst>
                <a:path w="24285" h="33494">
                  <a:moveTo>
                    <a:pt x="0" y="33494"/>
                  </a:moveTo>
                  <a:lnTo>
                    <a:pt x="24285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9" name="Input_receptor__238">
              <a:extLst>
                <a:ext uri="{FF2B5EF4-FFF2-40B4-BE49-F238E27FC236}">
                  <a16:creationId xmlns:a16="http://schemas.microsoft.com/office/drawing/2014/main" id="{635D72B3-A8A7-F1FF-96A8-910CD872F18E}"/>
                </a:ext>
              </a:extLst>
            </p:cNvPr>
            <p:cNvSpPr>
              <a:spLocks noGrp="1"/>
            </p:cNvSpPr>
            <p:nvPr/>
          </p:nvSpPr>
          <p:spPr>
            <a:xfrm>
              <a:off x="1355097" y="5361619"/>
              <a:ext cx="16869" cy="35627"/>
            </a:xfrm>
            <a:custGeom>
              <a:avLst/>
              <a:gdLst/>
              <a:ahLst/>
              <a:cxnLst/>
              <a:rect l="0" t="0" r="0" b="0"/>
              <a:pathLst>
                <a:path w="16869" h="35627">
                  <a:moveTo>
                    <a:pt x="0" y="0"/>
                  </a:moveTo>
                  <a:lnTo>
                    <a:pt x="16869" y="35627"/>
                  </a:lnTo>
                </a:path>
              </a:pathLst>
            </a:custGeom>
            <a:noFill/>
            <a:ln w="8096">
              <a:solidFill>
                <a:srgbClr val="697E8E"/>
              </a:solidFill>
            </a:ln>
          </p:spPr>
        </p:sp>
        <p:sp>
          <p:nvSpPr>
            <p:cNvPr id="240" name="Input_receptor__239">
              <a:extLst>
                <a:ext uri="{FF2B5EF4-FFF2-40B4-BE49-F238E27FC236}">
                  <a16:creationId xmlns:a16="http://schemas.microsoft.com/office/drawing/2014/main" id="{B43661C4-59C8-E49D-FA65-ECF09C93C228}"/>
                </a:ext>
              </a:extLst>
            </p:cNvPr>
            <p:cNvSpPr>
              <a:spLocks noGrp="1"/>
            </p:cNvSpPr>
            <p:nvPr/>
          </p:nvSpPr>
          <p:spPr>
            <a:xfrm>
              <a:off x="1371966" y="5397246"/>
              <a:ext cx="27590" cy="32045"/>
            </a:xfrm>
            <a:custGeom>
              <a:avLst/>
              <a:gdLst/>
              <a:ahLst/>
              <a:cxnLst/>
              <a:rect l="0" t="0" r="0" b="0"/>
              <a:pathLst>
                <a:path w="27590" h="32045">
                  <a:moveTo>
                    <a:pt x="0" y="0"/>
                  </a:moveTo>
                  <a:lnTo>
                    <a:pt x="27590" y="32045"/>
                  </a:lnTo>
                </a:path>
              </a:pathLst>
            </a:custGeom>
            <a:noFill/>
            <a:ln w="8096">
              <a:solidFill>
                <a:srgbClr val="6A7E8E"/>
              </a:solidFill>
            </a:ln>
          </p:spPr>
        </p:sp>
        <p:sp>
          <p:nvSpPr>
            <p:cNvPr id="241" name="Input_receptor__240">
              <a:extLst>
                <a:ext uri="{FF2B5EF4-FFF2-40B4-BE49-F238E27FC236}">
                  <a16:creationId xmlns:a16="http://schemas.microsoft.com/office/drawing/2014/main" id="{58FC215E-0AA0-7754-905B-536EA68DFA83}"/>
                </a:ext>
              </a:extLst>
            </p:cNvPr>
            <p:cNvSpPr>
              <a:spLocks noGrp="1"/>
            </p:cNvSpPr>
            <p:nvPr/>
          </p:nvSpPr>
          <p:spPr>
            <a:xfrm>
              <a:off x="1784423" y="5244633"/>
              <a:ext cx="44050" cy="7414"/>
            </a:xfrm>
            <a:custGeom>
              <a:avLst/>
              <a:gdLst/>
              <a:ahLst/>
              <a:cxnLst/>
              <a:rect l="0" t="0" r="0" b="0"/>
              <a:pathLst>
                <a:path w="44050" h="7414">
                  <a:moveTo>
                    <a:pt x="0" y="7414"/>
                  </a:moveTo>
                  <a:lnTo>
                    <a:pt x="44050" y="0"/>
                  </a:lnTo>
                </a:path>
              </a:pathLst>
            </a:custGeom>
            <a:noFill/>
            <a:ln w="8096">
              <a:solidFill>
                <a:srgbClr val="6A7F8E"/>
              </a:solidFill>
            </a:ln>
          </p:spPr>
        </p:sp>
        <p:sp>
          <p:nvSpPr>
            <p:cNvPr id="242" name="Input_receptor__241">
              <a:extLst>
                <a:ext uri="{FF2B5EF4-FFF2-40B4-BE49-F238E27FC236}">
                  <a16:creationId xmlns:a16="http://schemas.microsoft.com/office/drawing/2014/main" id="{E3A71E1B-D694-78D0-A76B-215DAEBDDC0D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410841"/>
              <a:ext cx="7410" cy="4222"/>
            </a:xfrm>
            <a:custGeom>
              <a:avLst/>
              <a:gdLst/>
              <a:ahLst/>
              <a:cxnLst/>
              <a:rect l="0" t="0" r="0" b="0"/>
              <a:pathLst>
                <a:path w="7410" h="4222">
                  <a:moveTo>
                    <a:pt x="0" y="0"/>
                  </a:moveTo>
                  <a:lnTo>
                    <a:pt x="7410" y="4222"/>
                  </a:lnTo>
                </a:path>
              </a:pathLst>
            </a:custGeom>
            <a:noFill/>
            <a:ln w="20003">
              <a:solidFill>
                <a:srgbClr val="6A7F8E"/>
              </a:solidFill>
            </a:ln>
          </p:spPr>
        </p:sp>
        <p:sp>
          <p:nvSpPr>
            <p:cNvPr id="243" name="Input_receptor__242">
              <a:extLst>
                <a:ext uri="{FF2B5EF4-FFF2-40B4-BE49-F238E27FC236}">
                  <a16:creationId xmlns:a16="http://schemas.microsoft.com/office/drawing/2014/main" id="{2183BC27-2DA5-30E5-F61E-8FEDB65BAFBF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31243"/>
              <a:ext cx="27639" cy="20804"/>
            </a:xfrm>
            <a:custGeom>
              <a:avLst/>
              <a:gdLst/>
              <a:ahLst/>
              <a:cxnLst/>
              <a:rect l="0" t="0" r="0" b="0"/>
              <a:pathLst>
                <a:path w="27639" h="20804">
                  <a:moveTo>
                    <a:pt x="0" y="0"/>
                  </a:moveTo>
                  <a:lnTo>
                    <a:pt x="27639" y="20804"/>
                  </a:lnTo>
                </a:path>
              </a:pathLst>
            </a:custGeom>
            <a:noFill/>
            <a:ln w="8096">
              <a:solidFill>
                <a:srgbClr val="6B7F8E"/>
              </a:solidFill>
            </a:ln>
          </p:spPr>
        </p:sp>
        <p:sp>
          <p:nvSpPr>
            <p:cNvPr id="244" name="Input_receptor__243">
              <a:extLst>
                <a:ext uri="{FF2B5EF4-FFF2-40B4-BE49-F238E27FC236}">
                  <a16:creationId xmlns:a16="http://schemas.microsoft.com/office/drawing/2014/main" id="{923381E4-608C-3C71-B1BF-62FC0E4F3169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60842"/>
              <a:ext cx="43402" cy="14230"/>
            </a:xfrm>
            <a:custGeom>
              <a:avLst/>
              <a:gdLst/>
              <a:ahLst/>
              <a:cxnLst/>
              <a:rect l="0" t="0" r="0" b="0"/>
              <a:pathLst>
                <a:path w="43402" h="14230">
                  <a:moveTo>
                    <a:pt x="0" y="0"/>
                  </a:moveTo>
                  <a:lnTo>
                    <a:pt x="43402" y="14230"/>
                  </a:lnTo>
                </a:path>
              </a:pathLst>
            </a:custGeom>
            <a:noFill/>
            <a:ln w="20003">
              <a:solidFill>
                <a:srgbClr val="6B7F8E"/>
              </a:solidFill>
            </a:ln>
          </p:spPr>
        </p:sp>
        <p:sp>
          <p:nvSpPr>
            <p:cNvPr id="245" name="Input_receptor__244">
              <a:extLst>
                <a:ext uri="{FF2B5EF4-FFF2-40B4-BE49-F238E27FC236}">
                  <a16:creationId xmlns:a16="http://schemas.microsoft.com/office/drawing/2014/main" id="{2E638650-F8D2-A7F8-80EA-FD1D522F75B3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54561"/>
              <a:ext cx="20367" cy="6668"/>
            </a:xfrm>
            <a:custGeom>
              <a:avLst/>
              <a:gdLst/>
              <a:ahLst/>
              <a:cxnLst/>
              <a:rect l="0" t="0" r="0" b="0"/>
              <a:pathLst>
                <a:path w="20367" h="6668">
                  <a:moveTo>
                    <a:pt x="20367" y="0"/>
                  </a:moveTo>
                  <a:lnTo>
                    <a:pt x="0" y="6668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6" name="Input_receptor__245">
              <a:extLst>
                <a:ext uri="{FF2B5EF4-FFF2-40B4-BE49-F238E27FC236}">
                  <a16:creationId xmlns:a16="http://schemas.microsoft.com/office/drawing/2014/main" id="{28790B67-5BC3-B496-98A9-772C893D8750}"/>
                </a:ext>
              </a:extLst>
            </p:cNvPr>
            <p:cNvSpPr>
              <a:spLocks noGrp="1"/>
            </p:cNvSpPr>
            <p:nvPr/>
          </p:nvSpPr>
          <p:spPr>
            <a:xfrm>
              <a:off x="1300998" y="5295829"/>
              <a:ext cx="42734" cy="14197"/>
            </a:xfrm>
            <a:custGeom>
              <a:avLst/>
              <a:gdLst/>
              <a:ahLst/>
              <a:cxnLst/>
              <a:rect l="0" t="0" r="0" b="0"/>
              <a:pathLst>
                <a:path w="42734" h="14197">
                  <a:moveTo>
                    <a:pt x="0" y="0"/>
                  </a:moveTo>
                  <a:lnTo>
                    <a:pt x="42734" y="14197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7" name="Input_receptor__246">
              <a:extLst>
                <a:ext uri="{FF2B5EF4-FFF2-40B4-BE49-F238E27FC236}">
                  <a16:creationId xmlns:a16="http://schemas.microsoft.com/office/drawing/2014/main" id="{37F39AD4-13D1-7470-043D-D20FB7759455}"/>
                </a:ext>
              </a:extLst>
            </p:cNvPr>
            <p:cNvSpPr>
              <a:spLocks noGrp="1"/>
            </p:cNvSpPr>
            <p:nvPr/>
          </p:nvSpPr>
          <p:spPr>
            <a:xfrm>
              <a:off x="1446368" y="5304861"/>
              <a:ext cx="35008" cy="26310"/>
            </a:xfrm>
            <a:custGeom>
              <a:avLst/>
              <a:gdLst/>
              <a:ahLst/>
              <a:cxnLst/>
              <a:rect l="0" t="0" r="0" b="0"/>
              <a:pathLst>
                <a:path w="35008" h="26310">
                  <a:moveTo>
                    <a:pt x="35008" y="263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8" name="Input_receptor__247">
              <a:extLst>
                <a:ext uri="{FF2B5EF4-FFF2-40B4-BE49-F238E27FC236}">
                  <a16:creationId xmlns:a16="http://schemas.microsoft.com/office/drawing/2014/main" id="{A632457D-F735-DC4C-5021-233B6BB3583B}"/>
                </a:ext>
              </a:extLst>
            </p:cNvPr>
            <p:cNvSpPr>
              <a:spLocks noGrp="1"/>
            </p:cNvSpPr>
            <p:nvPr/>
          </p:nvSpPr>
          <p:spPr>
            <a:xfrm>
              <a:off x="1136333" y="5353368"/>
              <a:ext cx="38187" cy="16423"/>
            </a:xfrm>
            <a:custGeom>
              <a:avLst/>
              <a:gdLst/>
              <a:ahLst/>
              <a:cxnLst/>
              <a:rect l="0" t="0" r="0" b="0"/>
              <a:pathLst>
                <a:path w="38187" h="16423">
                  <a:moveTo>
                    <a:pt x="38187" y="16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9" name="Input_receptor__248">
              <a:extLst>
                <a:ext uri="{FF2B5EF4-FFF2-40B4-BE49-F238E27FC236}">
                  <a16:creationId xmlns:a16="http://schemas.microsoft.com/office/drawing/2014/main" id="{94574BA2-66AE-84C5-EAFA-37A6A94F32CA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53368"/>
              <a:ext cx="31388" cy="25623"/>
            </a:xfrm>
            <a:custGeom>
              <a:avLst/>
              <a:gdLst/>
              <a:ahLst/>
              <a:cxnLst/>
              <a:rect l="0" t="0" r="0" b="0"/>
              <a:pathLst>
                <a:path w="31388" h="25623">
                  <a:moveTo>
                    <a:pt x="31388" y="0"/>
                  </a:moveTo>
                  <a:lnTo>
                    <a:pt x="0" y="25623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0" name="Input_receptor__249">
              <a:extLst>
                <a:ext uri="{FF2B5EF4-FFF2-40B4-BE49-F238E27FC236}">
                  <a16:creationId xmlns:a16="http://schemas.microsoft.com/office/drawing/2014/main" id="{3555E6A7-4B81-05D3-BAD4-54B011167748}"/>
                </a:ext>
              </a:extLst>
            </p:cNvPr>
            <p:cNvSpPr>
              <a:spLocks noGrp="1"/>
            </p:cNvSpPr>
            <p:nvPr/>
          </p:nvSpPr>
          <p:spPr>
            <a:xfrm>
              <a:off x="1461598" y="5331171"/>
              <a:ext cx="19778" cy="40696"/>
            </a:xfrm>
            <a:custGeom>
              <a:avLst/>
              <a:gdLst/>
              <a:ahLst/>
              <a:cxnLst/>
              <a:rect l="0" t="0" r="0" b="0"/>
              <a:pathLst>
                <a:path w="19778" h="40696">
                  <a:moveTo>
                    <a:pt x="0" y="40696"/>
                  </a:moveTo>
                  <a:lnTo>
                    <a:pt x="1977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1" name="Input_receptor__250">
              <a:extLst>
                <a:ext uri="{FF2B5EF4-FFF2-40B4-BE49-F238E27FC236}">
                  <a16:creationId xmlns:a16="http://schemas.microsoft.com/office/drawing/2014/main" id="{76824CBA-3D59-E09A-3163-6FBF06F9FD9F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04861"/>
              <a:ext cx="33419" cy="22160"/>
            </a:xfrm>
            <a:custGeom>
              <a:avLst/>
              <a:gdLst/>
              <a:ahLst/>
              <a:cxnLst/>
              <a:rect l="0" t="0" r="0" b="0"/>
              <a:pathLst>
                <a:path w="33419" h="22160">
                  <a:moveTo>
                    <a:pt x="33419" y="0"/>
                  </a:moveTo>
                  <a:lnTo>
                    <a:pt x="0" y="2216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2" name="Input_receptor__251">
              <a:extLst>
                <a:ext uri="{FF2B5EF4-FFF2-40B4-BE49-F238E27FC236}">
                  <a16:creationId xmlns:a16="http://schemas.microsoft.com/office/drawing/2014/main" id="{74AB958D-E61D-DC00-DD00-CD1E914E3AB7}"/>
                </a:ext>
              </a:extLst>
            </p:cNvPr>
            <p:cNvSpPr>
              <a:spLocks noGrp="1"/>
            </p:cNvSpPr>
            <p:nvPr/>
          </p:nvSpPr>
          <p:spPr>
            <a:xfrm>
              <a:off x="1787594" y="5175073"/>
              <a:ext cx="2531" cy="25509"/>
            </a:xfrm>
            <a:custGeom>
              <a:avLst/>
              <a:gdLst/>
              <a:ahLst/>
              <a:cxnLst/>
              <a:rect l="0" t="0" r="0" b="0"/>
              <a:pathLst>
                <a:path w="2531" h="25509">
                  <a:moveTo>
                    <a:pt x="0" y="0"/>
                  </a:moveTo>
                  <a:lnTo>
                    <a:pt x="2531" y="25509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3" name="Input_receptor__252">
              <a:extLst>
                <a:ext uri="{FF2B5EF4-FFF2-40B4-BE49-F238E27FC236}">
                  <a16:creationId xmlns:a16="http://schemas.microsoft.com/office/drawing/2014/main" id="{59420809-AEFA-C324-3F94-EBC2AAA6E01F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95829"/>
              <a:ext cx="20208" cy="15256"/>
            </a:xfrm>
            <a:custGeom>
              <a:avLst/>
              <a:gdLst/>
              <a:ahLst/>
              <a:cxnLst/>
              <a:rect l="0" t="0" r="0" b="0"/>
              <a:pathLst>
                <a:path w="20208" h="15256">
                  <a:moveTo>
                    <a:pt x="0" y="15256"/>
                  </a:moveTo>
                  <a:lnTo>
                    <a:pt x="2020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4" name="Input_receptor__253">
              <a:extLst>
                <a:ext uri="{FF2B5EF4-FFF2-40B4-BE49-F238E27FC236}">
                  <a16:creationId xmlns:a16="http://schemas.microsoft.com/office/drawing/2014/main" id="{8133BC45-2219-99A1-EB48-E41A201A1EBD}"/>
                </a:ext>
              </a:extLst>
            </p:cNvPr>
            <p:cNvSpPr>
              <a:spLocks noGrp="1"/>
            </p:cNvSpPr>
            <p:nvPr/>
          </p:nvSpPr>
          <p:spPr>
            <a:xfrm>
              <a:off x="1302662" y="5480836"/>
              <a:ext cx="25108" cy="33835"/>
            </a:xfrm>
            <a:custGeom>
              <a:avLst/>
              <a:gdLst/>
              <a:ahLst/>
              <a:cxnLst/>
              <a:rect l="0" t="0" r="0" b="0"/>
              <a:pathLst>
                <a:path w="25108" h="33835">
                  <a:moveTo>
                    <a:pt x="0" y="0"/>
                  </a:moveTo>
                  <a:lnTo>
                    <a:pt x="25108" y="33835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5" name="Input_receptor__254">
              <a:extLst>
                <a:ext uri="{FF2B5EF4-FFF2-40B4-BE49-F238E27FC236}">
                  <a16:creationId xmlns:a16="http://schemas.microsoft.com/office/drawing/2014/main" id="{ABCB1E00-DAB7-1B8F-6955-523EBEDC43DA}"/>
                </a:ext>
              </a:extLst>
            </p:cNvPr>
            <p:cNvSpPr>
              <a:spLocks noGrp="1"/>
            </p:cNvSpPr>
            <p:nvPr/>
          </p:nvSpPr>
          <p:spPr>
            <a:xfrm>
              <a:off x="1766760" y="5100812"/>
              <a:ext cx="31448" cy="23942"/>
            </a:xfrm>
            <a:custGeom>
              <a:avLst/>
              <a:gdLst/>
              <a:ahLst/>
              <a:cxnLst/>
              <a:rect l="0" t="0" r="0" b="0"/>
              <a:pathLst>
                <a:path w="31448" h="23942">
                  <a:moveTo>
                    <a:pt x="0" y="0"/>
                  </a:moveTo>
                  <a:lnTo>
                    <a:pt x="31448" y="23942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6" name="Input_receptor__255">
              <a:extLst>
                <a:ext uri="{FF2B5EF4-FFF2-40B4-BE49-F238E27FC236}">
                  <a16:creationId xmlns:a16="http://schemas.microsoft.com/office/drawing/2014/main" id="{F3DEF6DE-8043-3E3D-C3B4-18B2DED54F6A}"/>
                </a:ext>
              </a:extLst>
            </p:cNvPr>
            <p:cNvSpPr>
              <a:spLocks noGrp="1"/>
            </p:cNvSpPr>
            <p:nvPr/>
          </p:nvSpPr>
          <p:spPr>
            <a:xfrm>
              <a:off x="1330091" y="5310026"/>
              <a:ext cx="13640" cy="44535"/>
            </a:xfrm>
            <a:custGeom>
              <a:avLst/>
              <a:gdLst/>
              <a:ahLst/>
              <a:cxnLst/>
              <a:rect l="0" t="0" r="0" b="0"/>
              <a:pathLst>
                <a:path w="13640" h="44535">
                  <a:moveTo>
                    <a:pt x="13640" y="0"/>
                  </a:moveTo>
                  <a:lnTo>
                    <a:pt x="0" y="44535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7" name="Input_receptor__256">
              <a:extLst>
                <a:ext uri="{FF2B5EF4-FFF2-40B4-BE49-F238E27FC236}">
                  <a16:creationId xmlns:a16="http://schemas.microsoft.com/office/drawing/2014/main" id="{BEF29445-4693-7B59-01FC-6FC4C7FCEE33}"/>
                </a:ext>
              </a:extLst>
            </p:cNvPr>
            <p:cNvSpPr>
              <a:spLocks noGrp="1"/>
            </p:cNvSpPr>
            <p:nvPr/>
          </p:nvSpPr>
          <p:spPr>
            <a:xfrm>
              <a:off x="1157900" y="5369790"/>
              <a:ext cx="16621" cy="45272"/>
            </a:xfrm>
            <a:custGeom>
              <a:avLst/>
              <a:gdLst/>
              <a:ahLst/>
              <a:cxnLst/>
              <a:rect l="0" t="0" r="0" b="0"/>
              <a:pathLst>
                <a:path w="16621" h="45272">
                  <a:moveTo>
                    <a:pt x="0" y="45272"/>
                  </a:moveTo>
                  <a:lnTo>
                    <a:pt x="16621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8" name="Input_receptor__257">
              <a:extLst>
                <a:ext uri="{FF2B5EF4-FFF2-40B4-BE49-F238E27FC236}">
                  <a16:creationId xmlns:a16="http://schemas.microsoft.com/office/drawing/2014/main" id="{CE8C43C3-FD32-68A3-83E5-1E6094B8A66A}"/>
                </a:ext>
              </a:extLst>
            </p:cNvPr>
            <p:cNvSpPr>
              <a:spLocks noGrp="1"/>
            </p:cNvSpPr>
            <p:nvPr/>
          </p:nvSpPr>
          <p:spPr>
            <a:xfrm>
              <a:off x="1213516" y="5605801"/>
              <a:ext cx="46574" cy="10776"/>
            </a:xfrm>
            <a:custGeom>
              <a:avLst/>
              <a:gdLst/>
              <a:ahLst/>
              <a:cxnLst/>
              <a:rect l="0" t="0" r="0" b="0"/>
              <a:pathLst>
                <a:path w="46574" h="10776">
                  <a:moveTo>
                    <a:pt x="46574" y="10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9" name="Input_receptor__258">
              <a:extLst>
                <a:ext uri="{FF2B5EF4-FFF2-40B4-BE49-F238E27FC236}">
                  <a16:creationId xmlns:a16="http://schemas.microsoft.com/office/drawing/2014/main" id="{72F49CB3-0956-75E6-5253-3DA330297B76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0836"/>
              <a:ext cx="33696" cy="5148"/>
            </a:xfrm>
            <a:custGeom>
              <a:avLst/>
              <a:gdLst/>
              <a:ahLst/>
              <a:cxnLst/>
              <a:rect l="0" t="0" r="0" b="0"/>
              <a:pathLst>
                <a:path w="33696" h="5148">
                  <a:moveTo>
                    <a:pt x="0" y="5148"/>
                  </a:moveTo>
                  <a:lnTo>
                    <a:pt x="33696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0" name="Input_receptor__259">
              <a:extLst>
                <a:ext uri="{FF2B5EF4-FFF2-40B4-BE49-F238E27FC236}">
                  <a16:creationId xmlns:a16="http://schemas.microsoft.com/office/drawing/2014/main" id="{D8CA0AAC-5A10-35D9-BBD6-B7EF3A401A84}"/>
                </a:ext>
              </a:extLst>
            </p:cNvPr>
            <p:cNvSpPr>
              <a:spLocks noGrp="1"/>
            </p:cNvSpPr>
            <p:nvPr/>
          </p:nvSpPr>
          <p:spPr>
            <a:xfrm>
              <a:off x="1260090" y="5594593"/>
              <a:ext cx="43037" cy="21984"/>
            </a:xfrm>
            <a:custGeom>
              <a:avLst/>
              <a:gdLst/>
              <a:ahLst/>
              <a:cxnLst/>
              <a:rect l="0" t="0" r="0" b="0"/>
              <a:pathLst>
                <a:path w="43037" h="21984">
                  <a:moveTo>
                    <a:pt x="43037" y="0"/>
                  </a:moveTo>
                  <a:lnTo>
                    <a:pt x="0" y="21984"/>
                  </a:lnTo>
                </a:path>
              </a:pathLst>
            </a:custGeom>
            <a:noFill/>
            <a:ln w="8096">
              <a:solidFill>
                <a:srgbClr val="6C818F"/>
              </a:solidFill>
            </a:ln>
          </p:spPr>
        </p:sp>
        <p:sp>
          <p:nvSpPr>
            <p:cNvPr id="261" name="Input_receptor__260">
              <a:extLst>
                <a:ext uri="{FF2B5EF4-FFF2-40B4-BE49-F238E27FC236}">
                  <a16:creationId xmlns:a16="http://schemas.microsoft.com/office/drawing/2014/main" id="{1ABC4B83-3219-9120-A963-4D89CCE1A269}"/>
                </a:ext>
              </a:extLst>
            </p:cNvPr>
            <p:cNvSpPr>
              <a:spLocks noGrp="1"/>
            </p:cNvSpPr>
            <p:nvPr/>
          </p:nvSpPr>
          <p:spPr>
            <a:xfrm>
              <a:off x="1741938" y="5031548"/>
              <a:ext cx="45107" cy="15054"/>
            </a:xfrm>
            <a:custGeom>
              <a:avLst/>
              <a:gdLst/>
              <a:ahLst/>
              <a:cxnLst/>
              <a:rect l="0" t="0" r="0" b="0"/>
              <a:pathLst>
                <a:path w="45107" h="15054">
                  <a:moveTo>
                    <a:pt x="0" y="0"/>
                  </a:moveTo>
                  <a:lnTo>
                    <a:pt x="45107" y="15054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2" name="Input_receptor__261">
              <a:extLst>
                <a:ext uri="{FF2B5EF4-FFF2-40B4-BE49-F238E27FC236}">
                  <a16:creationId xmlns:a16="http://schemas.microsoft.com/office/drawing/2014/main" id="{298D5439-DA68-1F20-5739-5190B57E5B7F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47951"/>
              <a:ext cx="10202" cy="46642"/>
            </a:xfrm>
            <a:custGeom>
              <a:avLst/>
              <a:gdLst/>
              <a:ahLst/>
              <a:cxnLst/>
              <a:rect l="0" t="0" r="0" b="0"/>
              <a:pathLst>
                <a:path w="10202" h="46642">
                  <a:moveTo>
                    <a:pt x="0" y="0"/>
                  </a:moveTo>
                  <a:lnTo>
                    <a:pt x="10202" y="46642"/>
                  </a:lnTo>
                </a:path>
              </a:pathLst>
            </a:custGeom>
            <a:noFill/>
            <a:ln w="8096">
              <a:solidFill>
                <a:srgbClr val="6D818F"/>
              </a:solidFill>
            </a:ln>
          </p:spPr>
        </p:sp>
        <p:sp>
          <p:nvSpPr>
            <p:cNvPr id="263" name="Input_receptor__262">
              <a:extLst>
                <a:ext uri="{FF2B5EF4-FFF2-40B4-BE49-F238E27FC236}">
                  <a16:creationId xmlns:a16="http://schemas.microsoft.com/office/drawing/2014/main" id="{3BEE20D6-2D11-4AA1-74DA-21A122125BC9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93558"/>
              <a:ext cx="29043" cy="7254"/>
            </a:xfrm>
            <a:custGeom>
              <a:avLst/>
              <a:gdLst/>
              <a:ahLst/>
              <a:cxnLst/>
              <a:rect l="0" t="0" r="0" b="0"/>
              <a:pathLst>
                <a:path w="29043" h="7254">
                  <a:moveTo>
                    <a:pt x="0" y="0"/>
                  </a:moveTo>
                  <a:lnTo>
                    <a:pt x="29043" y="7254"/>
                  </a:lnTo>
                </a:path>
              </a:pathLst>
            </a:custGeom>
            <a:noFill/>
            <a:ln w="20003">
              <a:solidFill>
                <a:srgbClr val="6D818F"/>
              </a:solidFill>
            </a:ln>
          </p:spPr>
        </p:sp>
        <p:sp>
          <p:nvSpPr>
            <p:cNvPr id="264" name="Input_receptor__263">
              <a:extLst>
                <a:ext uri="{FF2B5EF4-FFF2-40B4-BE49-F238E27FC236}">
                  <a16:creationId xmlns:a16="http://schemas.microsoft.com/office/drawing/2014/main" id="{B7B224D1-5C20-C172-0B65-6538A27055D9}"/>
                </a:ext>
              </a:extLst>
            </p:cNvPr>
            <p:cNvSpPr>
              <a:spLocks noGrp="1"/>
            </p:cNvSpPr>
            <p:nvPr/>
          </p:nvSpPr>
          <p:spPr>
            <a:xfrm>
              <a:off x="1828473" y="5244633"/>
              <a:ext cx="5956" cy="11345"/>
            </a:xfrm>
            <a:custGeom>
              <a:avLst/>
              <a:gdLst/>
              <a:ahLst/>
              <a:cxnLst/>
              <a:rect l="0" t="0" r="0" b="0"/>
              <a:pathLst>
                <a:path w="5956" h="11345">
                  <a:moveTo>
                    <a:pt x="0" y="0"/>
                  </a:moveTo>
                  <a:lnTo>
                    <a:pt x="5956" y="11345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5" name="Input_receptor__264">
              <a:extLst>
                <a:ext uri="{FF2B5EF4-FFF2-40B4-BE49-F238E27FC236}">
                  <a16:creationId xmlns:a16="http://schemas.microsoft.com/office/drawing/2014/main" id="{63BFB9A6-4F73-23B7-406C-DE602F414BC8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00582"/>
              <a:ext cx="33341" cy="30662"/>
            </a:xfrm>
            <a:custGeom>
              <a:avLst/>
              <a:gdLst/>
              <a:ahLst/>
              <a:cxnLst/>
              <a:rect l="0" t="0" r="0" b="0"/>
              <a:pathLst>
                <a:path w="33341" h="30662">
                  <a:moveTo>
                    <a:pt x="33341" y="0"/>
                  </a:moveTo>
                  <a:lnTo>
                    <a:pt x="0" y="30662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6" name="Input_receptor__265">
              <a:extLst>
                <a:ext uri="{FF2B5EF4-FFF2-40B4-BE49-F238E27FC236}">
                  <a16:creationId xmlns:a16="http://schemas.microsoft.com/office/drawing/2014/main" id="{410E7D20-65F2-EE8C-47EA-3710F1E7154A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14671"/>
              <a:ext cx="34846" cy="33280"/>
            </a:xfrm>
            <a:custGeom>
              <a:avLst/>
              <a:gdLst/>
              <a:ahLst/>
              <a:cxnLst/>
              <a:rect l="0" t="0" r="0" b="0"/>
              <a:pathLst>
                <a:path w="34846" h="33280">
                  <a:moveTo>
                    <a:pt x="34846" y="0"/>
                  </a:moveTo>
                  <a:lnTo>
                    <a:pt x="0" y="33280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7" name="Input_receptor__266">
              <a:extLst>
                <a:ext uri="{FF2B5EF4-FFF2-40B4-BE49-F238E27FC236}">
                  <a16:creationId xmlns:a16="http://schemas.microsoft.com/office/drawing/2014/main" id="{664D2E55-44DB-CBBA-E64F-B8D85B396941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47823"/>
              <a:ext cx="16865" cy="13019"/>
            </a:xfrm>
            <a:custGeom>
              <a:avLst/>
              <a:gdLst/>
              <a:ahLst/>
              <a:cxnLst/>
              <a:rect l="0" t="0" r="0" b="0"/>
              <a:pathLst>
                <a:path w="16865" h="13019">
                  <a:moveTo>
                    <a:pt x="16865" y="0"/>
                  </a:moveTo>
                  <a:lnTo>
                    <a:pt x="0" y="13019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8" name="Input_receptor__267">
              <a:extLst>
                <a:ext uri="{FF2B5EF4-FFF2-40B4-BE49-F238E27FC236}">
                  <a16:creationId xmlns:a16="http://schemas.microsoft.com/office/drawing/2014/main" id="{B6D52CC4-FC19-255E-48C9-526C7D9A5A9A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61026"/>
              <a:ext cx="42863" cy="10741"/>
            </a:xfrm>
            <a:custGeom>
              <a:avLst/>
              <a:gdLst/>
              <a:ahLst/>
              <a:cxnLst/>
              <a:rect l="0" t="0" r="0" b="0"/>
              <a:pathLst>
                <a:path w="42863" h="10741">
                  <a:moveTo>
                    <a:pt x="0" y="0"/>
                  </a:moveTo>
                  <a:lnTo>
                    <a:pt x="42863" y="10741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9" name="Input_receptor__268">
              <a:extLst>
                <a:ext uri="{FF2B5EF4-FFF2-40B4-BE49-F238E27FC236}">
                  <a16:creationId xmlns:a16="http://schemas.microsoft.com/office/drawing/2014/main" id="{54F13F9F-35DF-6041-EDA0-A1D1D3A7784B}"/>
                </a:ext>
              </a:extLst>
            </p:cNvPr>
            <p:cNvSpPr>
              <a:spLocks noGrp="1"/>
            </p:cNvSpPr>
            <p:nvPr/>
          </p:nvSpPr>
          <p:spPr>
            <a:xfrm>
              <a:off x="1738609" y="4899031"/>
              <a:ext cx="37453" cy="19900"/>
            </a:xfrm>
            <a:custGeom>
              <a:avLst/>
              <a:gdLst/>
              <a:ahLst/>
              <a:cxnLst/>
              <a:rect l="0" t="0" r="0" b="0"/>
              <a:pathLst>
                <a:path w="37453" h="19900">
                  <a:moveTo>
                    <a:pt x="0" y="0"/>
                  </a:moveTo>
                  <a:lnTo>
                    <a:pt x="37453" y="19900"/>
                  </a:lnTo>
                </a:path>
              </a:pathLst>
            </a:custGeom>
            <a:noFill/>
            <a:ln w="20003">
              <a:solidFill>
                <a:srgbClr val="6D8290"/>
              </a:solidFill>
            </a:ln>
          </p:spPr>
        </p:sp>
        <p:sp>
          <p:nvSpPr>
            <p:cNvPr id="270" name="Input_receptor__269">
              <a:extLst>
                <a:ext uri="{FF2B5EF4-FFF2-40B4-BE49-F238E27FC236}">
                  <a16:creationId xmlns:a16="http://schemas.microsoft.com/office/drawing/2014/main" id="{FD753534-4FD4-B98A-56FF-679C36DF4FCC}"/>
                </a:ext>
              </a:extLst>
            </p:cNvPr>
            <p:cNvSpPr>
              <a:spLocks noGrp="1"/>
            </p:cNvSpPr>
            <p:nvPr/>
          </p:nvSpPr>
          <p:spPr>
            <a:xfrm>
              <a:off x="1765174" y="4971767"/>
              <a:ext cx="15884" cy="23748"/>
            </a:xfrm>
            <a:custGeom>
              <a:avLst/>
              <a:gdLst/>
              <a:ahLst/>
              <a:cxnLst/>
              <a:rect l="0" t="0" r="0" b="0"/>
              <a:pathLst>
                <a:path w="15884" h="23748">
                  <a:moveTo>
                    <a:pt x="0" y="0"/>
                  </a:moveTo>
                  <a:lnTo>
                    <a:pt x="15884" y="23748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1" name="Input_receptor__270">
              <a:extLst>
                <a:ext uri="{FF2B5EF4-FFF2-40B4-BE49-F238E27FC236}">
                  <a16:creationId xmlns:a16="http://schemas.microsoft.com/office/drawing/2014/main" id="{5356FEC4-DA1D-908B-ECA5-43CB40E28DC9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5017552"/>
              <a:ext cx="3737" cy="13997"/>
            </a:xfrm>
            <a:custGeom>
              <a:avLst/>
              <a:gdLst/>
              <a:ahLst/>
              <a:cxnLst/>
              <a:rect l="0" t="0" r="0" b="0"/>
              <a:pathLst>
                <a:path w="3737" h="13997">
                  <a:moveTo>
                    <a:pt x="0" y="0"/>
                  </a:moveTo>
                  <a:lnTo>
                    <a:pt x="3737" y="13997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2" name="Input_receptor__271">
              <a:extLst>
                <a:ext uri="{FF2B5EF4-FFF2-40B4-BE49-F238E27FC236}">
                  <a16:creationId xmlns:a16="http://schemas.microsoft.com/office/drawing/2014/main" id="{A6B6C01F-674C-1334-66FA-0E79FBA3AFBF}"/>
                </a:ext>
              </a:extLst>
            </p:cNvPr>
            <p:cNvSpPr>
              <a:spLocks noGrp="1"/>
            </p:cNvSpPr>
            <p:nvPr/>
          </p:nvSpPr>
          <p:spPr>
            <a:xfrm>
              <a:off x="1761057" y="5124754"/>
              <a:ext cx="37150" cy="23069"/>
            </a:xfrm>
            <a:custGeom>
              <a:avLst/>
              <a:gdLst/>
              <a:ahLst/>
              <a:cxnLst/>
              <a:rect l="0" t="0" r="0" b="0"/>
              <a:pathLst>
                <a:path w="37150" h="23069">
                  <a:moveTo>
                    <a:pt x="37150" y="0"/>
                  </a:moveTo>
                  <a:lnTo>
                    <a:pt x="0" y="23069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3" name="Input_receptor__272">
              <a:extLst>
                <a:ext uri="{FF2B5EF4-FFF2-40B4-BE49-F238E27FC236}">
                  <a16:creationId xmlns:a16="http://schemas.microsoft.com/office/drawing/2014/main" id="{C5897AA1-59B7-8182-A927-B42D4AE20FAA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089"/>
              <a:ext cx="48132" cy="742"/>
            </a:xfrm>
            <a:custGeom>
              <a:avLst/>
              <a:gdLst/>
              <a:ahLst/>
              <a:cxnLst/>
              <a:rect l="0" t="0" r="0" b="0"/>
              <a:pathLst>
                <a:path w="48132" h="742">
                  <a:moveTo>
                    <a:pt x="0" y="742"/>
                  </a:moveTo>
                  <a:lnTo>
                    <a:pt x="48132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4" name="Input_receptor__273">
              <a:extLst>
                <a:ext uri="{FF2B5EF4-FFF2-40B4-BE49-F238E27FC236}">
                  <a16:creationId xmlns:a16="http://schemas.microsoft.com/office/drawing/2014/main" id="{439F6821-3E1F-07BD-3966-BAF271D277E2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603401"/>
              <a:ext cx="11582" cy="2400"/>
            </a:xfrm>
            <a:custGeom>
              <a:avLst/>
              <a:gdLst/>
              <a:ahLst/>
              <a:cxnLst/>
              <a:rect l="0" t="0" r="0" b="0"/>
              <a:pathLst>
                <a:path w="11582" h="2400">
                  <a:moveTo>
                    <a:pt x="11582" y="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5" name="Input_receptor__274">
              <a:extLst>
                <a:ext uri="{FF2B5EF4-FFF2-40B4-BE49-F238E27FC236}">
                  <a16:creationId xmlns:a16="http://schemas.microsoft.com/office/drawing/2014/main" id="{7CEF2EC0-BD48-C350-279D-1811B515CF16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66546"/>
              <a:ext cx="19216" cy="12444"/>
            </a:xfrm>
            <a:custGeom>
              <a:avLst/>
              <a:gdLst/>
              <a:ahLst/>
              <a:cxnLst/>
              <a:rect l="0" t="0" r="0" b="0"/>
              <a:pathLst>
                <a:path w="19216" h="12444">
                  <a:moveTo>
                    <a:pt x="0" y="12444"/>
                  </a:moveTo>
                  <a:lnTo>
                    <a:pt x="19216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6" name="Input_receptor__275">
              <a:extLst>
                <a:ext uri="{FF2B5EF4-FFF2-40B4-BE49-F238E27FC236}">
                  <a16:creationId xmlns:a16="http://schemas.microsoft.com/office/drawing/2014/main" id="{874DB2AE-9DC1-AF65-4F7F-9AB7C6726287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89221"/>
              <a:ext cx="24603" cy="9810"/>
            </a:xfrm>
            <a:custGeom>
              <a:avLst/>
              <a:gdLst/>
              <a:ahLst/>
              <a:cxnLst/>
              <a:rect l="0" t="0" r="0" b="0"/>
              <a:pathLst>
                <a:path w="24603" h="9810">
                  <a:moveTo>
                    <a:pt x="0" y="0"/>
                  </a:moveTo>
                  <a:lnTo>
                    <a:pt x="24603" y="981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7" name="Input_receptor__276">
              <a:extLst>
                <a:ext uri="{FF2B5EF4-FFF2-40B4-BE49-F238E27FC236}">
                  <a16:creationId xmlns:a16="http://schemas.microsoft.com/office/drawing/2014/main" id="{DF6C3AC3-691C-D5CD-06AD-2F0C8D5934D9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21780"/>
              <a:ext cx="27619" cy="5241"/>
            </a:xfrm>
            <a:custGeom>
              <a:avLst/>
              <a:gdLst/>
              <a:ahLst/>
              <a:cxnLst/>
              <a:rect l="0" t="0" r="0" b="0"/>
              <a:pathLst>
                <a:path w="27619" h="5241">
                  <a:moveTo>
                    <a:pt x="0" y="5241"/>
                  </a:moveTo>
                  <a:lnTo>
                    <a:pt x="27619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8" name="Input_receptor__277">
              <a:extLst>
                <a:ext uri="{FF2B5EF4-FFF2-40B4-BE49-F238E27FC236}">
                  <a16:creationId xmlns:a16="http://schemas.microsoft.com/office/drawing/2014/main" id="{84E9173E-C687-CDA8-144A-D793047AE741}"/>
                </a:ext>
              </a:extLst>
            </p:cNvPr>
            <p:cNvSpPr>
              <a:spLocks noGrp="1"/>
            </p:cNvSpPr>
            <p:nvPr/>
          </p:nvSpPr>
          <p:spPr>
            <a:xfrm>
              <a:off x="1084584" y="5316226"/>
              <a:ext cx="44418" cy="3526"/>
            </a:xfrm>
            <a:custGeom>
              <a:avLst/>
              <a:gdLst/>
              <a:ahLst/>
              <a:cxnLst/>
              <a:rect l="0" t="0" r="0" b="0"/>
              <a:pathLst>
                <a:path w="44418" h="3526">
                  <a:moveTo>
                    <a:pt x="44418" y="3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9" name="Input_receptor__278">
              <a:extLst>
                <a:ext uri="{FF2B5EF4-FFF2-40B4-BE49-F238E27FC236}">
                  <a16:creationId xmlns:a16="http://schemas.microsoft.com/office/drawing/2014/main" id="{41A1B6CA-93CB-B8CD-17A5-A3A6839E4CF5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45121"/>
              <a:ext cx="44264" cy="2818"/>
            </a:xfrm>
            <a:custGeom>
              <a:avLst/>
              <a:gdLst/>
              <a:ahLst/>
              <a:cxnLst/>
              <a:rect l="0" t="0" r="0" b="0"/>
              <a:pathLst>
                <a:path w="44264" h="2818">
                  <a:moveTo>
                    <a:pt x="44264" y="2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0" name="Input_receptor__279">
              <a:extLst>
                <a:ext uri="{FF2B5EF4-FFF2-40B4-BE49-F238E27FC236}">
                  <a16:creationId xmlns:a16="http://schemas.microsoft.com/office/drawing/2014/main" id="{DC381C14-7BCC-6619-B220-11BC998B5557}"/>
                </a:ext>
              </a:extLst>
            </p:cNvPr>
            <p:cNvSpPr>
              <a:spLocks noGrp="1"/>
            </p:cNvSpPr>
            <p:nvPr/>
          </p:nvSpPr>
          <p:spPr>
            <a:xfrm>
              <a:off x="1773803" y="5046603"/>
              <a:ext cx="13241" cy="25721"/>
            </a:xfrm>
            <a:custGeom>
              <a:avLst/>
              <a:gdLst/>
              <a:ahLst/>
              <a:cxnLst/>
              <a:rect l="0" t="0" r="0" b="0"/>
              <a:pathLst>
                <a:path w="13241" h="25721">
                  <a:moveTo>
                    <a:pt x="13241" y="0"/>
                  </a:moveTo>
                  <a:lnTo>
                    <a:pt x="0" y="25721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1" name="Input_receptor__280">
              <a:extLst>
                <a:ext uri="{FF2B5EF4-FFF2-40B4-BE49-F238E27FC236}">
                  <a16:creationId xmlns:a16="http://schemas.microsoft.com/office/drawing/2014/main" id="{553A3FB8-0D88-6EBF-38BB-BE08AB1F9452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89436"/>
              <a:ext cx="32586" cy="21650"/>
            </a:xfrm>
            <a:custGeom>
              <a:avLst/>
              <a:gdLst/>
              <a:ahLst/>
              <a:cxnLst/>
              <a:rect l="0" t="0" r="0" b="0"/>
              <a:pathLst>
                <a:path w="32586" h="21650">
                  <a:moveTo>
                    <a:pt x="32586" y="0"/>
                  </a:moveTo>
                  <a:lnTo>
                    <a:pt x="0" y="2165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2" name="Input_receptor__281">
              <a:extLst>
                <a:ext uri="{FF2B5EF4-FFF2-40B4-BE49-F238E27FC236}">
                  <a16:creationId xmlns:a16="http://schemas.microsoft.com/office/drawing/2014/main" id="{27FF9839-6CD6-C384-F803-FB3F4DE5E273}"/>
                </a:ext>
              </a:extLst>
            </p:cNvPr>
            <p:cNvSpPr>
              <a:spLocks noGrp="1"/>
            </p:cNvSpPr>
            <p:nvPr/>
          </p:nvSpPr>
          <p:spPr>
            <a:xfrm>
              <a:off x="1310334" y="5248089"/>
              <a:ext cx="3042" cy="41346"/>
            </a:xfrm>
            <a:custGeom>
              <a:avLst/>
              <a:gdLst/>
              <a:ahLst/>
              <a:cxnLst/>
              <a:rect l="0" t="0" r="0" b="0"/>
              <a:pathLst>
                <a:path w="3042" h="41346">
                  <a:moveTo>
                    <a:pt x="0" y="0"/>
                  </a:moveTo>
                  <a:lnTo>
                    <a:pt x="3042" y="41346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3" name="Input_receptor__282">
              <a:extLst>
                <a:ext uri="{FF2B5EF4-FFF2-40B4-BE49-F238E27FC236}">
                  <a16:creationId xmlns:a16="http://schemas.microsoft.com/office/drawing/2014/main" id="{D6552BE6-831D-8518-ADB0-769E83AA12D2}"/>
                </a:ext>
              </a:extLst>
            </p:cNvPr>
            <p:cNvSpPr>
              <a:spLocks noGrp="1"/>
            </p:cNvSpPr>
            <p:nvPr/>
          </p:nvSpPr>
          <p:spPr>
            <a:xfrm>
              <a:off x="1272083" y="5429699"/>
              <a:ext cx="46986" cy="10958"/>
            </a:xfrm>
            <a:custGeom>
              <a:avLst/>
              <a:gdLst/>
              <a:ahLst/>
              <a:cxnLst/>
              <a:rect l="0" t="0" r="0" b="0"/>
              <a:pathLst>
                <a:path w="46986" h="10958">
                  <a:moveTo>
                    <a:pt x="0" y="0"/>
                  </a:moveTo>
                  <a:lnTo>
                    <a:pt x="46986" y="10958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4" name="Input_receptor__283">
              <a:extLst>
                <a:ext uri="{FF2B5EF4-FFF2-40B4-BE49-F238E27FC236}">
                  <a16:creationId xmlns:a16="http://schemas.microsoft.com/office/drawing/2014/main" id="{35623B7E-D6CE-F510-670C-CCA5FA14128D}"/>
                </a:ext>
              </a:extLst>
            </p:cNvPr>
            <p:cNvSpPr>
              <a:spLocks noGrp="1"/>
            </p:cNvSpPr>
            <p:nvPr/>
          </p:nvSpPr>
          <p:spPr>
            <a:xfrm>
              <a:off x="1834429" y="5240184"/>
              <a:ext cx="44783" cy="15795"/>
            </a:xfrm>
            <a:custGeom>
              <a:avLst/>
              <a:gdLst/>
              <a:ahLst/>
              <a:cxnLst/>
              <a:rect l="0" t="0" r="0" b="0"/>
              <a:pathLst>
                <a:path w="44783" h="15795">
                  <a:moveTo>
                    <a:pt x="0" y="15795"/>
                  </a:moveTo>
                  <a:lnTo>
                    <a:pt x="44783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5" name="Input_receptor__284">
              <a:extLst>
                <a:ext uri="{FF2B5EF4-FFF2-40B4-BE49-F238E27FC236}">
                  <a16:creationId xmlns:a16="http://schemas.microsoft.com/office/drawing/2014/main" id="{596F7B8A-0F4B-1B73-3EDB-B726CDE95BBC}"/>
                </a:ext>
              </a:extLst>
            </p:cNvPr>
            <p:cNvSpPr>
              <a:spLocks noGrp="1"/>
            </p:cNvSpPr>
            <p:nvPr/>
          </p:nvSpPr>
          <p:spPr>
            <a:xfrm>
              <a:off x="1399141" y="5269127"/>
              <a:ext cx="47383" cy="5571"/>
            </a:xfrm>
            <a:custGeom>
              <a:avLst/>
              <a:gdLst/>
              <a:ahLst/>
              <a:cxnLst/>
              <a:rect l="0" t="0" r="0" b="0"/>
              <a:pathLst>
                <a:path w="47383" h="5571">
                  <a:moveTo>
                    <a:pt x="47383" y="5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6" name="Input_receptor__285">
              <a:extLst>
                <a:ext uri="{FF2B5EF4-FFF2-40B4-BE49-F238E27FC236}">
                  <a16:creationId xmlns:a16="http://schemas.microsoft.com/office/drawing/2014/main" id="{ED27F8E8-8254-9EAA-EFB8-275D8E3284A6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72324"/>
              <a:ext cx="36087" cy="21235"/>
            </a:xfrm>
            <a:custGeom>
              <a:avLst/>
              <a:gdLst/>
              <a:ahLst/>
              <a:cxnLst/>
              <a:rect l="0" t="0" r="0" b="0"/>
              <a:pathLst>
                <a:path w="36087" h="21235">
                  <a:moveTo>
                    <a:pt x="36087" y="0"/>
                  </a:moveTo>
                  <a:lnTo>
                    <a:pt x="0" y="2123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7" name="Input_receptor__286">
              <a:extLst>
                <a:ext uri="{FF2B5EF4-FFF2-40B4-BE49-F238E27FC236}">
                  <a16:creationId xmlns:a16="http://schemas.microsoft.com/office/drawing/2014/main" id="{095BBBEC-28CC-69A6-E88B-F36BA4E1D628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35325" cy="21764"/>
            </a:xfrm>
            <a:custGeom>
              <a:avLst/>
              <a:gdLst/>
              <a:ahLst/>
              <a:cxnLst/>
              <a:rect l="0" t="0" r="0" b="0"/>
              <a:pathLst>
                <a:path w="35325" h="21764">
                  <a:moveTo>
                    <a:pt x="35325" y="21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8" name="Input_receptor__287">
              <a:extLst>
                <a:ext uri="{FF2B5EF4-FFF2-40B4-BE49-F238E27FC236}">
                  <a16:creationId xmlns:a16="http://schemas.microsoft.com/office/drawing/2014/main" id="{FB95E9A7-7162-28A3-AA36-5CA761480EEB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6226"/>
              <a:ext cx="22278" cy="22255"/>
            </a:xfrm>
            <a:custGeom>
              <a:avLst/>
              <a:gdLst/>
              <a:ahLst/>
              <a:cxnLst/>
              <a:rect l="0" t="0" r="0" b="0"/>
              <a:pathLst>
                <a:path w="22278" h="22255">
                  <a:moveTo>
                    <a:pt x="22278" y="0"/>
                  </a:moveTo>
                  <a:lnTo>
                    <a:pt x="0" y="2225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9" name="Input_receptor__288">
              <a:extLst>
                <a:ext uri="{FF2B5EF4-FFF2-40B4-BE49-F238E27FC236}">
                  <a16:creationId xmlns:a16="http://schemas.microsoft.com/office/drawing/2014/main" id="{7383D033-1C4C-D914-9231-2617B9FC7C24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287668"/>
              <a:ext cx="2800" cy="40760"/>
            </a:xfrm>
            <a:custGeom>
              <a:avLst/>
              <a:gdLst/>
              <a:ahLst/>
              <a:cxnLst/>
              <a:rect l="0" t="0" r="0" b="0"/>
              <a:pathLst>
                <a:path w="2800" h="40760">
                  <a:moveTo>
                    <a:pt x="0" y="40760"/>
                  </a:moveTo>
                  <a:lnTo>
                    <a:pt x="280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0" name="Input_receptor__289">
              <a:extLst>
                <a:ext uri="{FF2B5EF4-FFF2-40B4-BE49-F238E27FC236}">
                  <a16:creationId xmlns:a16="http://schemas.microsoft.com/office/drawing/2014/main" id="{E1FCC1B3-C851-EB63-9FD4-0BA7C0B7E642}"/>
                </a:ext>
              </a:extLst>
            </p:cNvPr>
            <p:cNvSpPr>
              <a:spLocks noGrp="1"/>
            </p:cNvSpPr>
            <p:nvPr/>
          </p:nvSpPr>
          <p:spPr>
            <a:xfrm>
              <a:off x="1224316" y="5547938"/>
              <a:ext cx="15015" cy="26067"/>
            </a:xfrm>
            <a:custGeom>
              <a:avLst/>
              <a:gdLst/>
              <a:ahLst/>
              <a:cxnLst/>
              <a:rect l="0" t="0" r="0" b="0"/>
              <a:pathLst>
                <a:path w="15015" h="26067">
                  <a:moveTo>
                    <a:pt x="15015" y="26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1" name="Input_receptor__290">
              <a:extLst>
                <a:ext uri="{FF2B5EF4-FFF2-40B4-BE49-F238E27FC236}">
                  <a16:creationId xmlns:a16="http://schemas.microsoft.com/office/drawing/2014/main" id="{C830BDB0-833F-DBD1-DF97-BB3F13E6C2EF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1864"/>
              <a:ext cx="33557" cy="4120"/>
            </a:xfrm>
            <a:custGeom>
              <a:avLst/>
              <a:gdLst/>
              <a:ahLst/>
              <a:cxnLst/>
              <a:rect l="0" t="0" r="0" b="0"/>
              <a:pathLst>
                <a:path w="33557" h="4120">
                  <a:moveTo>
                    <a:pt x="33557" y="0"/>
                  </a:moveTo>
                  <a:lnTo>
                    <a:pt x="0" y="412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2" name="Input_receptor__291">
              <a:extLst>
                <a:ext uri="{FF2B5EF4-FFF2-40B4-BE49-F238E27FC236}">
                  <a16:creationId xmlns:a16="http://schemas.microsoft.com/office/drawing/2014/main" id="{7EC5B713-AD69-785C-C325-ED476F082432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42286"/>
              <a:ext cx="23870" cy="18740"/>
            </a:xfrm>
            <a:custGeom>
              <a:avLst/>
              <a:gdLst/>
              <a:ahLst/>
              <a:cxnLst/>
              <a:rect l="0" t="0" r="0" b="0"/>
              <a:pathLst>
                <a:path w="23870" h="18740">
                  <a:moveTo>
                    <a:pt x="23870" y="0"/>
                  </a:moveTo>
                  <a:lnTo>
                    <a:pt x="0" y="1874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3" name="Input_receptor__292">
              <a:extLst>
                <a:ext uri="{FF2B5EF4-FFF2-40B4-BE49-F238E27FC236}">
                  <a16:creationId xmlns:a16="http://schemas.microsoft.com/office/drawing/2014/main" id="{14DDA715-CBAC-A726-EC84-10C5A9782636}"/>
                </a:ext>
              </a:extLst>
            </p:cNvPr>
            <p:cNvSpPr>
              <a:spLocks noGrp="1"/>
            </p:cNvSpPr>
            <p:nvPr/>
          </p:nvSpPr>
          <p:spPr>
            <a:xfrm>
              <a:off x="1124160" y="5319753"/>
              <a:ext cx="4842" cy="46794"/>
            </a:xfrm>
            <a:custGeom>
              <a:avLst/>
              <a:gdLst/>
              <a:ahLst/>
              <a:cxnLst/>
              <a:rect l="0" t="0" r="0" b="0"/>
              <a:pathLst>
                <a:path w="4842" h="46794">
                  <a:moveTo>
                    <a:pt x="0" y="46794"/>
                  </a:moveTo>
                  <a:lnTo>
                    <a:pt x="4842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4" name="Input_receptor__293">
              <a:extLst>
                <a:ext uri="{FF2B5EF4-FFF2-40B4-BE49-F238E27FC236}">
                  <a16:creationId xmlns:a16="http://schemas.microsoft.com/office/drawing/2014/main" id="{51B6FBD5-D801-78A8-4A03-0E0AA9820BD1}"/>
                </a:ext>
              </a:extLst>
            </p:cNvPr>
            <p:cNvSpPr>
              <a:spLocks noGrp="1"/>
            </p:cNvSpPr>
            <p:nvPr/>
          </p:nvSpPr>
          <p:spPr>
            <a:xfrm>
              <a:off x="1440569" y="5274698"/>
              <a:ext cx="5954" cy="47082"/>
            </a:xfrm>
            <a:custGeom>
              <a:avLst/>
              <a:gdLst/>
              <a:ahLst/>
              <a:cxnLst/>
              <a:rect l="0" t="0" r="0" b="0"/>
              <a:pathLst>
                <a:path w="5954" h="47082">
                  <a:moveTo>
                    <a:pt x="0" y="47082"/>
                  </a:moveTo>
                  <a:lnTo>
                    <a:pt x="5954" y="0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5" name="Input_receptor__294">
              <a:extLst>
                <a:ext uri="{FF2B5EF4-FFF2-40B4-BE49-F238E27FC236}">
                  <a16:creationId xmlns:a16="http://schemas.microsoft.com/office/drawing/2014/main" id="{560C82B2-9A9F-A53C-C73D-5FCE9A575551}"/>
                </a:ext>
              </a:extLst>
            </p:cNvPr>
            <p:cNvSpPr>
              <a:spLocks noGrp="1"/>
            </p:cNvSpPr>
            <p:nvPr/>
          </p:nvSpPr>
          <p:spPr>
            <a:xfrm>
              <a:off x="1759889" y="4799715"/>
              <a:ext cx="7334" cy="38194"/>
            </a:xfrm>
            <a:custGeom>
              <a:avLst/>
              <a:gdLst/>
              <a:ahLst/>
              <a:cxnLst/>
              <a:rect l="0" t="0" r="0" b="0"/>
              <a:pathLst>
                <a:path w="7334" h="38194">
                  <a:moveTo>
                    <a:pt x="7334" y="0"/>
                  </a:moveTo>
                  <a:lnTo>
                    <a:pt x="0" y="38194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6" name="Input_receptor__295">
              <a:extLst>
                <a:ext uri="{FF2B5EF4-FFF2-40B4-BE49-F238E27FC236}">
                  <a16:creationId xmlns:a16="http://schemas.microsoft.com/office/drawing/2014/main" id="{9EDABCF7-4926-8303-9638-9B666170DF9E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4995516"/>
              <a:ext cx="42857" cy="22036"/>
            </a:xfrm>
            <a:custGeom>
              <a:avLst/>
              <a:gdLst/>
              <a:ahLst/>
              <a:cxnLst/>
              <a:rect l="0" t="0" r="0" b="0"/>
              <a:pathLst>
                <a:path w="42857" h="22036">
                  <a:moveTo>
                    <a:pt x="42857" y="0"/>
                  </a:moveTo>
                  <a:lnTo>
                    <a:pt x="0" y="22036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7" name="Input_receptor__296">
              <a:extLst>
                <a:ext uri="{FF2B5EF4-FFF2-40B4-BE49-F238E27FC236}">
                  <a16:creationId xmlns:a16="http://schemas.microsoft.com/office/drawing/2014/main" id="{4E55E7A7-BD2B-C707-DE48-4526D1030F81}"/>
                </a:ext>
              </a:extLst>
            </p:cNvPr>
            <p:cNvSpPr>
              <a:spLocks noGrp="1"/>
            </p:cNvSpPr>
            <p:nvPr/>
          </p:nvSpPr>
          <p:spPr>
            <a:xfrm>
              <a:off x="1746180" y="4918931"/>
              <a:ext cx="29881" cy="23355"/>
            </a:xfrm>
            <a:custGeom>
              <a:avLst/>
              <a:gdLst/>
              <a:ahLst/>
              <a:cxnLst/>
              <a:rect l="0" t="0" r="0" b="0"/>
              <a:pathLst>
                <a:path w="29881" h="23355">
                  <a:moveTo>
                    <a:pt x="29881" y="0"/>
                  </a:moveTo>
                  <a:lnTo>
                    <a:pt x="0" y="23355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8" name="Input_receptor__297">
              <a:extLst>
                <a:ext uri="{FF2B5EF4-FFF2-40B4-BE49-F238E27FC236}">
                  <a16:creationId xmlns:a16="http://schemas.microsoft.com/office/drawing/2014/main" id="{1C986B19-09E4-8308-2485-EE7DEBECDC6F}"/>
                </a:ext>
              </a:extLst>
            </p:cNvPr>
            <p:cNvSpPr>
              <a:spLocks noGrp="1"/>
            </p:cNvSpPr>
            <p:nvPr/>
          </p:nvSpPr>
          <p:spPr>
            <a:xfrm>
              <a:off x="1302524" y="5440657"/>
              <a:ext cx="16546" cy="41207"/>
            </a:xfrm>
            <a:custGeom>
              <a:avLst/>
              <a:gdLst/>
              <a:ahLst/>
              <a:cxnLst/>
              <a:rect l="0" t="0" r="0" b="0"/>
              <a:pathLst>
                <a:path w="16546" h="41207">
                  <a:moveTo>
                    <a:pt x="16546" y="0"/>
                  </a:moveTo>
                  <a:lnTo>
                    <a:pt x="0" y="41207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9" name="Input_receptor__298">
              <a:extLst>
                <a:ext uri="{FF2B5EF4-FFF2-40B4-BE49-F238E27FC236}">
                  <a16:creationId xmlns:a16="http://schemas.microsoft.com/office/drawing/2014/main" id="{354FC31F-6B50-0DCA-2F57-B7FCAC8BAB1F}"/>
                </a:ext>
              </a:extLst>
            </p:cNvPr>
            <p:cNvSpPr>
              <a:spLocks noGrp="1"/>
            </p:cNvSpPr>
            <p:nvPr/>
          </p:nvSpPr>
          <p:spPr>
            <a:xfrm>
              <a:off x="1751960" y="4837908"/>
              <a:ext cx="7928" cy="28841"/>
            </a:xfrm>
            <a:custGeom>
              <a:avLst/>
              <a:gdLst/>
              <a:ahLst/>
              <a:cxnLst/>
              <a:rect l="0" t="0" r="0" b="0"/>
              <a:pathLst>
                <a:path w="7928" h="28841">
                  <a:moveTo>
                    <a:pt x="7928" y="0"/>
                  </a:moveTo>
                  <a:lnTo>
                    <a:pt x="0" y="28841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0" name="Input_receptor__299">
              <a:extLst>
                <a:ext uri="{FF2B5EF4-FFF2-40B4-BE49-F238E27FC236}">
                  <a16:creationId xmlns:a16="http://schemas.microsoft.com/office/drawing/2014/main" id="{CE186742-C1E4-714C-61D0-E98AEA782B7F}"/>
                </a:ext>
              </a:extLst>
            </p:cNvPr>
            <p:cNvSpPr>
              <a:spLocks noGrp="1"/>
            </p:cNvSpPr>
            <p:nvPr/>
          </p:nvSpPr>
          <p:spPr>
            <a:xfrm>
              <a:off x="1186769" y="5483024"/>
              <a:ext cx="37976" cy="17383"/>
            </a:xfrm>
            <a:custGeom>
              <a:avLst/>
              <a:gdLst/>
              <a:ahLst/>
              <a:cxnLst/>
              <a:rect l="0" t="0" r="0" b="0"/>
              <a:pathLst>
                <a:path w="37976" h="17383">
                  <a:moveTo>
                    <a:pt x="37976" y="1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1" name="Input_receptor__300">
              <a:extLst>
                <a:ext uri="{FF2B5EF4-FFF2-40B4-BE49-F238E27FC236}">
                  <a16:creationId xmlns:a16="http://schemas.microsoft.com/office/drawing/2014/main" id="{E326A970-6CEB-DD80-A3E7-72955127CB2F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831"/>
              <a:ext cx="5231" cy="7353"/>
            </a:xfrm>
            <a:custGeom>
              <a:avLst/>
              <a:gdLst/>
              <a:ahLst/>
              <a:cxnLst/>
              <a:rect l="0" t="0" r="0" b="0"/>
              <a:pathLst>
                <a:path w="5231" h="7353">
                  <a:moveTo>
                    <a:pt x="5231" y="7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2" name="Input_receptor__301">
              <a:extLst>
                <a:ext uri="{FF2B5EF4-FFF2-40B4-BE49-F238E27FC236}">
                  <a16:creationId xmlns:a16="http://schemas.microsoft.com/office/drawing/2014/main" id="{3FD9ADBF-DAEF-C2CD-798C-CD3E7151AE2D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574005"/>
              <a:ext cx="37397" cy="29396"/>
            </a:xfrm>
            <a:custGeom>
              <a:avLst/>
              <a:gdLst/>
              <a:ahLst/>
              <a:cxnLst/>
              <a:rect l="0" t="0" r="0" b="0"/>
              <a:pathLst>
                <a:path w="37397" h="29396">
                  <a:moveTo>
                    <a:pt x="0" y="29396"/>
                  </a:moveTo>
                  <a:lnTo>
                    <a:pt x="37397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3" name="Input_receptor__302">
              <a:extLst>
                <a:ext uri="{FF2B5EF4-FFF2-40B4-BE49-F238E27FC236}">
                  <a16:creationId xmlns:a16="http://schemas.microsoft.com/office/drawing/2014/main" id="{54352004-96BA-5724-120B-8602AED895A4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9127"/>
              <a:ext cx="8009" cy="23048"/>
            </a:xfrm>
            <a:custGeom>
              <a:avLst/>
              <a:gdLst/>
              <a:ahLst/>
              <a:cxnLst/>
              <a:rect l="0" t="0" r="0" b="0"/>
              <a:pathLst>
                <a:path w="8009" h="23048">
                  <a:moveTo>
                    <a:pt x="8009" y="0"/>
                  </a:moveTo>
                  <a:lnTo>
                    <a:pt x="0" y="23048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4" name="Input_receptor__303">
              <a:extLst>
                <a:ext uri="{FF2B5EF4-FFF2-40B4-BE49-F238E27FC236}">
                  <a16:creationId xmlns:a16="http://schemas.microsoft.com/office/drawing/2014/main" id="{A33EFF38-36E5-9559-45E4-CB69FDEC7AB4}"/>
                </a:ext>
              </a:extLst>
            </p:cNvPr>
            <p:cNvSpPr>
              <a:spLocks noGrp="1"/>
            </p:cNvSpPr>
            <p:nvPr/>
          </p:nvSpPr>
          <p:spPr>
            <a:xfrm>
              <a:off x="1868969" y="5174865"/>
              <a:ext cx="43100" cy="8671"/>
            </a:xfrm>
            <a:custGeom>
              <a:avLst/>
              <a:gdLst/>
              <a:ahLst/>
              <a:cxnLst/>
              <a:rect l="0" t="0" r="0" b="0"/>
              <a:pathLst>
                <a:path w="43100" h="8671">
                  <a:moveTo>
                    <a:pt x="43100" y="8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5" name="Input_receptor__304">
              <a:extLst>
                <a:ext uri="{FF2B5EF4-FFF2-40B4-BE49-F238E27FC236}">
                  <a16:creationId xmlns:a16="http://schemas.microsoft.com/office/drawing/2014/main" id="{EA8B71C1-5B4E-62F2-D207-D001A6D3FF09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66749"/>
              <a:ext cx="37954" cy="22472"/>
            </a:xfrm>
            <a:custGeom>
              <a:avLst/>
              <a:gdLst/>
              <a:ahLst/>
              <a:cxnLst/>
              <a:rect l="0" t="0" r="0" b="0"/>
              <a:pathLst>
                <a:path w="37954" h="22472">
                  <a:moveTo>
                    <a:pt x="37954" y="0"/>
                  </a:moveTo>
                  <a:lnTo>
                    <a:pt x="0" y="22472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6" name="Input_receptor__305">
              <a:extLst>
                <a:ext uri="{FF2B5EF4-FFF2-40B4-BE49-F238E27FC236}">
                  <a16:creationId xmlns:a16="http://schemas.microsoft.com/office/drawing/2014/main" id="{110D6FDB-5EFE-623B-D3C9-16F7320152A7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29699"/>
              <a:ext cx="5985" cy="7934"/>
            </a:xfrm>
            <a:custGeom>
              <a:avLst/>
              <a:gdLst/>
              <a:ahLst/>
              <a:cxnLst/>
              <a:rect l="0" t="0" r="0" b="0"/>
              <a:pathLst>
                <a:path w="5985" h="7934">
                  <a:moveTo>
                    <a:pt x="0" y="7934"/>
                  </a:moveTo>
                  <a:lnTo>
                    <a:pt x="5985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7" name="Input_receptor__306">
              <a:extLst>
                <a:ext uri="{FF2B5EF4-FFF2-40B4-BE49-F238E27FC236}">
                  <a16:creationId xmlns:a16="http://schemas.microsoft.com/office/drawing/2014/main" id="{1F92C2A1-6C62-8981-477B-954AC71F36F9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78922"/>
              <a:ext cx="24503" cy="4102"/>
            </a:xfrm>
            <a:custGeom>
              <a:avLst/>
              <a:gdLst/>
              <a:ahLst/>
              <a:cxnLst/>
              <a:rect l="0" t="0" r="0" b="0"/>
              <a:pathLst>
                <a:path w="24503" h="4102">
                  <a:moveTo>
                    <a:pt x="24503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8" name="Input_receptor__307">
              <a:extLst>
                <a:ext uri="{FF2B5EF4-FFF2-40B4-BE49-F238E27FC236}">
                  <a16:creationId xmlns:a16="http://schemas.microsoft.com/office/drawing/2014/main" id="{85C11ECB-3628-F5D1-13EC-6BF966772B27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328428"/>
              <a:ext cx="31499" cy="31269"/>
            </a:xfrm>
            <a:custGeom>
              <a:avLst/>
              <a:gdLst/>
              <a:ahLst/>
              <a:cxnLst/>
              <a:rect l="0" t="0" r="0" b="0"/>
              <a:pathLst>
                <a:path w="31499" h="31269">
                  <a:moveTo>
                    <a:pt x="31499" y="312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9" name="Input_receptor__308">
              <a:extLst>
                <a:ext uri="{FF2B5EF4-FFF2-40B4-BE49-F238E27FC236}">
                  <a16:creationId xmlns:a16="http://schemas.microsoft.com/office/drawing/2014/main" id="{F64CD266-F3C5-2E5B-D2D5-030BD8FCB42B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32514"/>
              <a:ext cx="14721" cy="12607"/>
            </a:xfrm>
            <a:custGeom>
              <a:avLst/>
              <a:gdLst/>
              <a:ahLst/>
              <a:cxnLst/>
              <a:rect l="0" t="0" r="0" b="0"/>
              <a:pathLst>
                <a:path w="14721" h="12607">
                  <a:moveTo>
                    <a:pt x="0" y="12607"/>
                  </a:moveTo>
                  <a:lnTo>
                    <a:pt x="14721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0" name="Input_receptor__309">
              <a:extLst>
                <a:ext uri="{FF2B5EF4-FFF2-40B4-BE49-F238E27FC236}">
                  <a16:creationId xmlns:a16="http://schemas.microsoft.com/office/drawing/2014/main" id="{6E813032-FB4B-5BEC-563B-A71842AA9B1B}"/>
                </a:ext>
              </a:extLst>
            </p:cNvPr>
            <p:cNvSpPr>
              <a:spLocks noGrp="1"/>
            </p:cNvSpPr>
            <p:nvPr/>
          </p:nvSpPr>
          <p:spPr>
            <a:xfrm>
              <a:off x="1879212" y="5226691"/>
              <a:ext cx="17434" cy="13493"/>
            </a:xfrm>
            <a:custGeom>
              <a:avLst/>
              <a:gdLst/>
              <a:ahLst/>
              <a:cxnLst/>
              <a:rect l="0" t="0" r="0" b="0"/>
              <a:pathLst>
                <a:path w="17434" h="13493">
                  <a:moveTo>
                    <a:pt x="0" y="13493"/>
                  </a:moveTo>
                  <a:lnTo>
                    <a:pt x="17434" y="0"/>
                  </a:lnTo>
                </a:path>
              </a:pathLst>
            </a:custGeom>
            <a:noFill/>
            <a:ln w="20003">
              <a:solidFill>
                <a:srgbClr val="6F8493"/>
              </a:solidFill>
            </a:ln>
          </p:spPr>
        </p:sp>
        <p:sp>
          <p:nvSpPr>
            <p:cNvPr id="311" name="Input_receptor__310">
              <a:extLst>
                <a:ext uri="{FF2B5EF4-FFF2-40B4-BE49-F238E27FC236}">
                  <a16:creationId xmlns:a16="http://schemas.microsoft.com/office/drawing/2014/main" id="{3D9E0876-1EBF-A15B-128C-0D6218CAE912}"/>
                </a:ext>
              </a:extLst>
            </p:cNvPr>
            <p:cNvSpPr>
              <a:spLocks noGrp="1"/>
            </p:cNvSpPr>
            <p:nvPr/>
          </p:nvSpPr>
          <p:spPr>
            <a:xfrm>
              <a:off x="1033448" y="5270893"/>
              <a:ext cx="47228" cy="8065"/>
            </a:xfrm>
            <a:custGeom>
              <a:avLst/>
              <a:gdLst/>
              <a:ahLst/>
              <a:cxnLst/>
              <a:rect l="0" t="0" r="0" b="0"/>
              <a:pathLst>
                <a:path w="47228" h="8065">
                  <a:moveTo>
                    <a:pt x="47228" y="0"/>
                  </a:moveTo>
                  <a:lnTo>
                    <a:pt x="0" y="8065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2" name="Input_receptor__311">
              <a:extLst>
                <a:ext uri="{FF2B5EF4-FFF2-40B4-BE49-F238E27FC236}">
                  <a16:creationId xmlns:a16="http://schemas.microsoft.com/office/drawing/2014/main" id="{BD9058CB-9A96-91E2-1B5C-C349961FBDE5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16022"/>
              <a:ext cx="47390" cy="9745"/>
            </a:xfrm>
            <a:custGeom>
              <a:avLst/>
              <a:gdLst/>
              <a:ahLst/>
              <a:cxnLst/>
              <a:rect l="0" t="0" r="0" b="0"/>
              <a:pathLst>
                <a:path w="47390" h="9745">
                  <a:moveTo>
                    <a:pt x="47390" y="9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3" name="Input_receptor__312">
              <a:extLst>
                <a:ext uri="{FF2B5EF4-FFF2-40B4-BE49-F238E27FC236}">
                  <a16:creationId xmlns:a16="http://schemas.microsoft.com/office/drawing/2014/main" id="{AA001687-F6F3-3872-A4E7-261CDE100B5D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74865"/>
              <a:ext cx="22543" cy="9027"/>
            </a:xfrm>
            <a:custGeom>
              <a:avLst/>
              <a:gdLst/>
              <a:ahLst/>
              <a:cxnLst/>
              <a:rect l="0" t="0" r="0" b="0"/>
              <a:pathLst>
                <a:path w="22543" h="9027">
                  <a:moveTo>
                    <a:pt x="22543" y="0"/>
                  </a:moveTo>
                  <a:lnTo>
                    <a:pt x="0" y="9027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4" name="Input_receptor__313">
              <a:extLst>
                <a:ext uri="{FF2B5EF4-FFF2-40B4-BE49-F238E27FC236}">
                  <a16:creationId xmlns:a16="http://schemas.microsoft.com/office/drawing/2014/main" id="{55629252-4500-321A-8BCB-88FFDC62C6FB}"/>
                </a:ext>
              </a:extLst>
            </p:cNvPr>
            <p:cNvSpPr>
              <a:spLocks noGrp="1"/>
            </p:cNvSpPr>
            <p:nvPr/>
          </p:nvSpPr>
          <p:spPr>
            <a:xfrm>
              <a:off x="1274872" y="5190135"/>
              <a:ext cx="26256" cy="32110"/>
            </a:xfrm>
            <a:custGeom>
              <a:avLst/>
              <a:gdLst/>
              <a:ahLst/>
              <a:cxnLst/>
              <a:rect l="0" t="0" r="0" b="0"/>
              <a:pathLst>
                <a:path w="26256" h="32110">
                  <a:moveTo>
                    <a:pt x="0" y="0"/>
                  </a:moveTo>
                  <a:lnTo>
                    <a:pt x="26256" y="3211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5" name="Input_receptor__314">
              <a:extLst>
                <a:ext uri="{FF2B5EF4-FFF2-40B4-BE49-F238E27FC236}">
                  <a16:creationId xmlns:a16="http://schemas.microsoft.com/office/drawing/2014/main" id="{0AE794BE-25F9-3AE9-A5B7-540A7781D153}"/>
                </a:ext>
              </a:extLst>
            </p:cNvPr>
            <p:cNvSpPr>
              <a:spLocks noGrp="1"/>
            </p:cNvSpPr>
            <p:nvPr/>
          </p:nvSpPr>
          <p:spPr>
            <a:xfrm>
              <a:off x="1689187" y="5217366"/>
              <a:ext cx="25311" cy="39109"/>
            </a:xfrm>
            <a:custGeom>
              <a:avLst/>
              <a:gdLst/>
              <a:ahLst/>
              <a:cxnLst/>
              <a:rect l="0" t="0" r="0" b="0"/>
              <a:pathLst>
                <a:path w="25311" h="39109">
                  <a:moveTo>
                    <a:pt x="25311" y="39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6" name="Input_receptor__315">
              <a:extLst>
                <a:ext uri="{FF2B5EF4-FFF2-40B4-BE49-F238E27FC236}">
                  <a16:creationId xmlns:a16="http://schemas.microsoft.com/office/drawing/2014/main" id="{85182367-E2BC-AA19-1F43-2A430A1E8A64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19783" cy="10859"/>
            </a:xfrm>
            <a:custGeom>
              <a:avLst/>
              <a:gdLst/>
              <a:ahLst/>
              <a:cxnLst/>
              <a:rect l="0" t="0" r="0" b="0"/>
              <a:pathLst>
                <a:path w="19783" h="10859">
                  <a:moveTo>
                    <a:pt x="0" y="0"/>
                  </a:moveTo>
                  <a:lnTo>
                    <a:pt x="19783" y="10859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7" name="Input_receptor__316">
              <a:extLst>
                <a:ext uri="{FF2B5EF4-FFF2-40B4-BE49-F238E27FC236}">
                  <a16:creationId xmlns:a16="http://schemas.microsoft.com/office/drawing/2014/main" id="{46BD26E7-7C4A-B2F8-E2EB-866807CAFFE0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0135"/>
              <a:ext cx="36502" cy="9790"/>
            </a:xfrm>
            <a:custGeom>
              <a:avLst/>
              <a:gdLst/>
              <a:ahLst/>
              <a:cxnLst/>
              <a:rect l="0" t="0" r="0" b="0"/>
              <a:pathLst>
                <a:path w="36502" h="9790">
                  <a:moveTo>
                    <a:pt x="0" y="9790"/>
                  </a:moveTo>
                  <a:lnTo>
                    <a:pt x="3650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8" name="Input_receptor__317">
              <a:extLst>
                <a:ext uri="{FF2B5EF4-FFF2-40B4-BE49-F238E27FC236}">
                  <a16:creationId xmlns:a16="http://schemas.microsoft.com/office/drawing/2014/main" id="{3283B345-0F36-33DD-81E8-C72EBEFB40D2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3968"/>
              <a:ext cx="25504" cy="24514"/>
            </a:xfrm>
            <a:custGeom>
              <a:avLst/>
              <a:gdLst/>
              <a:ahLst/>
              <a:cxnLst/>
              <a:rect l="0" t="0" r="0" b="0"/>
              <a:pathLst>
                <a:path w="25504" h="24514">
                  <a:moveTo>
                    <a:pt x="0" y="24514"/>
                  </a:moveTo>
                  <a:lnTo>
                    <a:pt x="25504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9" name="Input_receptor__318">
              <a:extLst>
                <a:ext uri="{FF2B5EF4-FFF2-40B4-BE49-F238E27FC236}">
                  <a16:creationId xmlns:a16="http://schemas.microsoft.com/office/drawing/2014/main" id="{11C35E13-E15B-2C95-E221-22340FAF1A7B}"/>
                </a:ext>
              </a:extLst>
            </p:cNvPr>
            <p:cNvSpPr>
              <a:spLocks noGrp="1"/>
            </p:cNvSpPr>
            <p:nvPr/>
          </p:nvSpPr>
          <p:spPr>
            <a:xfrm>
              <a:off x="1194773" y="5500407"/>
              <a:ext cx="29972" cy="32107"/>
            </a:xfrm>
            <a:custGeom>
              <a:avLst/>
              <a:gdLst/>
              <a:ahLst/>
              <a:cxnLst/>
              <a:rect l="0" t="0" r="0" b="0"/>
              <a:pathLst>
                <a:path w="29972" h="32107">
                  <a:moveTo>
                    <a:pt x="0" y="32107"/>
                  </a:moveTo>
                  <a:lnTo>
                    <a:pt x="2997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0" name="Input_receptor__319">
              <a:extLst>
                <a:ext uri="{FF2B5EF4-FFF2-40B4-BE49-F238E27FC236}">
                  <a16:creationId xmlns:a16="http://schemas.microsoft.com/office/drawing/2014/main" id="{6F4E467C-44CE-09F8-DA39-2B887E46276A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110"/>
              <a:ext cx="45901" cy="293"/>
            </a:xfrm>
            <a:custGeom>
              <a:avLst/>
              <a:gdLst/>
              <a:ahLst/>
              <a:cxnLst/>
              <a:rect l="0" t="0" r="0" b="0"/>
              <a:pathLst>
                <a:path w="45901" h="293">
                  <a:moveTo>
                    <a:pt x="0" y="293"/>
                  </a:moveTo>
                  <a:lnTo>
                    <a:pt x="45901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1" name="Input_receptor__320">
              <a:extLst>
                <a:ext uri="{FF2B5EF4-FFF2-40B4-BE49-F238E27FC236}">
                  <a16:creationId xmlns:a16="http://schemas.microsoft.com/office/drawing/2014/main" id="{A94C571E-DA0F-9674-D026-6AA14E1B22B9}"/>
                </a:ext>
              </a:extLst>
            </p:cNvPr>
            <p:cNvSpPr>
              <a:spLocks noGrp="1"/>
            </p:cNvSpPr>
            <p:nvPr/>
          </p:nvSpPr>
          <p:spPr>
            <a:xfrm>
              <a:off x="1896646" y="5183536"/>
              <a:ext cx="15423" cy="43155"/>
            </a:xfrm>
            <a:custGeom>
              <a:avLst/>
              <a:gdLst/>
              <a:ahLst/>
              <a:cxnLst/>
              <a:rect l="0" t="0" r="0" b="0"/>
              <a:pathLst>
                <a:path w="15423" h="43155">
                  <a:moveTo>
                    <a:pt x="0" y="43155"/>
                  </a:moveTo>
                  <a:lnTo>
                    <a:pt x="15423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2" name="Input_receptor__321">
              <a:extLst>
                <a:ext uri="{FF2B5EF4-FFF2-40B4-BE49-F238E27FC236}">
                  <a16:creationId xmlns:a16="http://schemas.microsoft.com/office/drawing/2014/main" id="{465BD7D8-0391-9762-50FA-700ED3098952}"/>
                </a:ext>
              </a:extLst>
            </p:cNvPr>
            <p:cNvSpPr>
              <a:spLocks noGrp="1"/>
            </p:cNvSpPr>
            <p:nvPr/>
          </p:nvSpPr>
          <p:spPr>
            <a:xfrm>
              <a:off x="1267433" y="5222245"/>
              <a:ext cx="33695" cy="33939"/>
            </a:xfrm>
            <a:custGeom>
              <a:avLst/>
              <a:gdLst/>
              <a:ahLst/>
              <a:cxnLst/>
              <a:rect l="0" t="0" r="0" b="0"/>
              <a:pathLst>
                <a:path w="33695" h="33939">
                  <a:moveTo>
                    <a:pt x="33695" y="0"/>
                  </a:moveTo>
                  <a:lnTo>
                    <a:pt x="0" y="33939"/>
                  </a:lnTo>
                </a:path>
              </a:pathLst>
            </a:custGeom>
            <a:noFill/>
            <a:ln w="20003">
              <a:solidFill>
                <a:srgbClr val="718593"/>
              </a:solidFill>
            </a:ln>
          </p:spPr>
        </p:sp>
        <p:sp>
          <p:nvSpPr>
            <p:cNvPr id="323" name="Input_receptor__322">
              <a:extLst>
                <a:ext uri="{FF2B5EF4-FFF2-40B4-BE49-F238E27FC236}">
                  <a16:creationId xmlns:a16="http://schemas.microsoft.com/office/drawing/2014/main" id="{2A06A223-FC18-9F25-92B0-9A1E8271C62D}"/>
                </a:ext>
              </a:extLst>
            </p:cNvPr>
            <p:cNvSpPr>
              <a:spLocks noGrp="1"/>
            </p:cNvSpPr>
            <p:nvPr/>
          </p:nvSpPr>
          <p:spPr>
            <a:xfrm>
              <a:off x="1080675" y="5270893"/>
              <a:ext cx="7136" cy="43074"/>
            </a:xfrm>
            <a:custGeom>
              <a:avLst/>
              <a:gdLst/>
              <a:ahLst/>
              <a:cxnLst/>
              <a:rect l="0" t="0" r="0" b="0"/>
              <a:pathLst>
                <a:path w="7136" h="43074">
                  <a:moveTo>
                    <a:pt x="7136" y="43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4" name="Input_receptor__323">
              <a:extLst>
                <a:ext uri="{FF2B5EF4-FFF2-40B4-BE49-F238E27FC236}">
                  <a16:creationId xmlns:a16="http://schemas.microsoft.com/office/drawing/2014/main" id="{F5A019FF-3348-02B5-9219-7572B89495E7}"/>
                </a:ext>
              </a:extLst>
            </p:cNvPr>
            <p:cNvSpPr>
              <a:spLocks noGrp="1"/>
            </p:cNvSpPr>
            <p:nvPr/>
          </p:nvSpPr>
          <p:spPr>
            <a:xfrm>
              <a:off x="1293797" y="5375110"/>
              <a:ext cx="12316" cy="38573"/>
            </a:xfrm>
            <a:custGeom>
              <a:avLst/>
              <a:gdLst/>
              <a:ahLst/>
              <a:cxnLst/>
              <a:rect l="0" t="0" r="0" b="0"/>
              <a:pathLst>
                <a:path w="12316" h="38573">
                  <a:moveTo>
                    <a:pt x="0" y="0"/>
                  </a:moveTo>
                  <a:lnTo>
                    <a:pt x="12316" y="38573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5" name="Input_receptor__324">
              <a:extLst>
                <a:ext uri="{FF2B5EF4-FFF2-40B4-BE49-F238E27FC236}">
                  <a16:creationId xmlns:a16="http://schemas.microsoft.com/office/drawing/2014/main" id="{4B9E6B85-2486-BA38-739A-A18EE58DDEE2}"/>
                </a:ext>
              </a:extLst>
            </p:cNvPr>
            <p:cNvSpPr>
              <a:spLocks noGrp="1"/>
            </p:cNvSpPr>
            <p:nvPr/>
          </p:nvSpPr>
          <p:spPr>
            <a:xfrm>
              <a:off x="1767222" y="4799715"/>
              <a:ext cx="14309" cy="6543"/>
            </a:xfrm>
            <a:custGeom>
              <a:avLst/>
              <a:gdLst/>
              <a:ahLst/>
              <a:cxnLst/>
              <a:rect l="0" t="0" r="0" b="0"/>
              <a:pathLst>
                <a:path w="14309" h="6543">
                  <a:moveTo>
                    <a:pt x="14309" y="65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18594"/>
              </a:solidFill>
            </a:ln>
          </p:spPr>
        </p:sp>
        <p:sp>
          <p:nvSpPr>
            <p:cNvPr id="326" name="Input_receptor__325">
              <a:extLst>
                <a:ext uri="{FF2B5EF4-FFF2-40B4-BE49-F238E27FC236}">
                  <a16:creationId xmlns:a16="http://schemas.microsoft.com/office/drawing/2014/main" id="{6641ED15-0C60-6665-11E4-6B32FBF74DAE}"/>
                </a:ext>
              </a:extLst>
            </p:cNvPr>
            <p:cNvSpPr>
              <a:spLocks noGrp="1"/>
            </p:cNvSpPr>
            <p:nvPr/>
          </p:nvSpPr>
          <p:spPr>
            <a:xfrm>
              <a:off x="1199909" y="5425768"/>
              <a:ext cx="4179" cy="31445"/>
            </a:xfrm>
            <a:custGeom>
              <a:avLst/>
              <a:gdLst/>
              <a:ahLst/>
              <a:cxnLst/>
              <a:rect l="0" t="0" r="0" b="0"/>
              <a:pathLst>
                <a:path w="4179" h="31445">
                  <a:moveTo>
                    <a:pt x="0" y="31445"/>
                  </a:moveTo>
                  <a:lnTo>
                    <a:pt x="4179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7" name="Input_receptor__326">
              <a:extLst>
                <a:ext uri="{FF2B5EF4-FFF2-40B4-BE49-F238E27FC236}">
                  <a16:creationId xmlns:a16="http://schemas.microsoft.com/office/drawing/2014/main" id="{02812E7B-457D-8948-D341-B19B0F03845A}"/>
                </a:ext>
              </a:extLst>
            </p:cNvPr>
            <p:cNvSpPr>
              <a:spLocks noGrp="1"/>
            </p:cNvSpPr>
            <p:nvPr/>
          </p:nvSpPr>
          <p:spPr>
            <a:xfrm>
              <a:off x="1824696" y="5120306"/>
              <a:ext cx="48069" cy="5221"/>
            </a:xfrm>
            <a:custGeom>
              <a:avLst/>
              <a:gdLst/>
              <a:ahLst/>
              <a:cxnLst/>
              <a:rect l="0" t="0" r="0" b="0"/>
              <a:pathLst>
                <a:path w="48069" h="5221">
                  <a:moveTo>
                    <a:pt x="48069" y="0"/>
                  </a:moveTo>
                  <a:lnTo>
                    <a:pt x="0" y="5221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8" name="Input_receptor__327">
              <a:extLst>
                <a:ext uri="{FF2B5EF4-FFF2-40B4-BE49-F238E27FC236}">
                  <a16:creationId xmlns:a16="http://schemas.microsoft.com/office/drawing/2014/main" id="{97FCBF62-09DE-F71E-CD62-A38D5EA31B64}"/>
                </a:ext>
              </a:extLst>
            </p:cNvPr>
            <p:cNvSpPr>
              <a:spLocks noGrp="1"/>
            </p:cNvSpPr>
            <p:nvPr/>
          </p:nvSpPr>
          <p:spPr>
            <a:xfrm>
              <a:off x="1673709" y="5256475"/>
              <a:ext cx="40788" cy="20288"/>
            </a:xfrm>
            <a:custGeom>
              <a:avLst/>
              <a:gdLst/>
              <a:ahLst/>
              <a:cxnLst/>
              <a:rect l="0" t="0" r="0" b="0"/>
              <a:pathLst>
                <a:path w="40788" h="20288">
                  <a:moveTo>
                    <a:pt x="0" y="20288"/>
                  </a:moveTo>
                  <a:lnTo>
                    <a:pt x="40788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9" name="Input_receptor__328">
              <a:extLst>
                <a:ext uri="{FF2B5EF4-FFF2-40B4-BE49-F238E27FC236}">
                  <a16:creationId xmlns:a16="http://schemas.microsoft.com/office/drawing/2014/main" id="{0043D1B4-443F-E63A-A6C9-5B6E6854BDBD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24750"/>
              <a:ext cx="41987" cy="17188"/>
            </a:xfrm>
            <a:custGeom>
              <a:avLst/>
              <a:gdLst/>
              <a:ahLst/>
              <a:cxnLst/>
              <a:rect l="0" t="0" r="0" b="0"/>
              <a:pathLst>
                <a:path w="41987" h="17188">
                  <a:moveTo>
                    <a:pt x="41987" y="0"/>
                  </a:moveTo>
                  <a:lnTo>
                    <a:pt x="0" y="17188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0" name="Input_receptor__329">
              <a:extLst>
                <a:ext uri="{FF2B5EF4-FFF2-40B4-BE49-F238E27FC236}">
                  <a16:creationId xmlns:a16="http://schemas.microsoft.com/office/drawing/2014/main" id="{C30DD668-3816-73FC-C48F-8DFDA76F62CF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78959"/>
              <a:ext cx="5244" cy="17110"/>
            </a:xfrm>
            <a:custGeom>
              <a:avLst/>
              <a:gdLst/>
              <a:ahLst/>
              <a:cxnLst/>
              <a:rect l="0" t="0" r="0" b="0"/>
              <a:pathLst>
                <a:path w="5244" h="17110">
                  <a:moveTo>
                    <a:pt x="5244" y="0"/>
                  </a:moveTo>
                  <a:lnTo>
                    <a:pt x="0" y="1711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1" name="Input_receptor__330">
              <a:extLst>
                <a:ext uri="{FF2B5EF4-FFF2-40B4-BE49-F238E27FC236}">
                  <a16:creationId xmlns:a16="http://schemas.microsoft.com/office/drawing/2014/main" id="{EBF37239-A239-792F-1666-F9B24D413FF5}"/>
                </a:ext>
              </a:extLst>
            </p:cNvPr>
            <p:cNvSpPr>
              <a:spLocks noGrp="1"/>
            </p:cNvSpPr>
            <p:nvPr/>
          </p:nvSpPr>
          <p:spPr>
            <a:xfrm>
              <a:off x="1717950" y="5328967"/>
              <a:ext cx="22758" cy="30730"/>
            </a:xfrm>
            <a:custGeom>
              <a:avLst/>
              <a:gdLst/>
              <a:ahLst/>
              <a:cxnLst/>
              <a:rect l="0" t="0" r="0" b="0"/>
              <a:pathLst>
                <a:path w="22758" h="30730">
                  <a:moveTo>
                    <a:pt x="22758" y="0"/>
                  </a:moveTo>
                  <a:lnTo>
                    <a:pt x="0" y="30730"/>
                  </a:lnTo>
                </a:path>
              </a:pathLst>
            </a:custGeom>
            <a:noFill/>
            <a:ln w="8096">
              <a:solidFill>
                <a:srgbClr val="718694"/>
              </a:solidFill>
            </a:ln>
          </p:spPr>
        </p:sp>
        <p:sp>
          <p:nvSpPr>
            <p:cNvPr id="332" name="Input_receptor__331">
              <a:extLst>
                <a:ext uri="{FF2B5EF4-FFF2-40B4-BE49-F238E27FC236}">
                  <a16:creationId xmlns:a16="http://schemas.microsoft.com/office/drawing/2014/main" id="{CC0A6845-8BD0-34D2-ED58-9B2B57EAAD06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21892" cy="1975"/>
            </a:xfrm>
            <a:custGeom>
              <a:avLst/>
              <a:gdLst/>
              <a:ahLst/>
              <a:cxnLst/>
              <a:rect l="0" t="0" r="0" b="0"/>
              <a:pathLst>
                <a:path w="21892" h="1975">
                  <a:moveTo>
                    <a:pt x="21892" y="1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3" name="Input_receptor__332">
              <a:extLst>
                <a:ext uri="{FF2B5EF4-FFF2-40B4-BE49-F238E27FC236}">
                  <a16:creationId xmlns:a16="http://schemas.microsoft.com/office/drawing/2014/main" id="{D8B6FCD7-D7EB-4A83-BFCC-84AC2BFD5F5E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1208"/>
              <a:ext cx="30927" cy="30967"/>
            </a:xfrm>
            <a:custGeom>
              <a:avLst/>
              <a:gdLst/>
              <a:ahLst/>
              <a:cxnLst/>
              <a:rect l="0" t="0" r="0" b="0"/>
              <a:pathLst>
                <a:path w="30927" h="30967">
                  <a:moveTo>
                    <a:pt x="0" y="30967"/>
                  </a:moveTo>
                  <a:lnTo>
                    <a:pt x="30927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4" name="Input_receptor__333">
              <a:extLst>
                <a:ext uri="{FF2B5EF4-FFF2-40B4-BE49-F238E27FC236}">
                  <a16:creationId xmlns:a16="http://schemas.microsoft.com/office/drawing/2014/main" id="{02D95C73-0668-AE6B-77EF-209B1EDB3BC4}"/>
                </a:ext>
              </a:extLst>
            </p:cNvPr>
            <p:cNvSpPr>
              <a:spLocks noGrp="1"/>
            </p:cNvSpPr>
            <p:nvPr/>
          </p:nvSpPr>
          <p:spPr>
            <a:xfrm>
              <a:off x="1396455" y="5224750"/>
              <a:ext cx="25604" cy="36458"/>
            </a:xfrm>
            <a:custGeom>
              <a:avLst/>
              <a:gdLst/>
              <a:ahLst/>
              <a:cxnLst/>
              <a:rect l="0" t="0" r="0" b="0"/>
              <a:pathLst>
                <a:path w="25604" h="36458">
                  <a:moveTo>
                    <a:pt x="25604" y="364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5" name="Input_receptor__334">
              <a:extLst>
                <a:ext uri="{FF2B5EF4-FFF2-40B4-BE49-F238E27FC236}">
                  <a16:creationId xmlns:a16="http://schemas.microsoft.com/office/drawing/2014/main" id="{A3DB0105-F102-9053-5766-EF415DF69076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48504"/>
              <a:ext cx="41111" cy="5335"/>
            </a:xfrm>
            <a:custGeom>
              <a:avLst/>
              <a:gdLst/>
              <a:ahLst/>
              <a:cxnLst/>
              <a:rect l="0" t="0" r="0" b="0"/>
              <a:pathLst>
                <a:path w="41111" h="5335">
                  <a:moveTo>
                    <a:pt x="41111" y="5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6" name="Input_receptor__335">
              <a:extLst>
                <a:ext uri="{FF2B5EF4-FFF2-40B4-BE49-F238E27FC236}">
                  <a16:creationId xmlns:a16="http://schemas.microsoft.com/office/drawing/2014/main" id="{83E99AFC-780E-4F6D-C86C-B46271E59D4D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13683"/>
              <a:ext cx="40015" cy="23950"/>
            </a:xfrm>
            <a:custGeom>
              <a:avLst/>
              <a:gdLst/>
              <a:ahLst/>
              <a:cxnLst/>
              <a:rect l="0" t="0" r="0" b="0"/>
              <a:pathLst>
                <a:path w="40015" h="23950">
                  <a:moveTo>
                    <a:pt x="40015" y="0"/>
                  </a:moveTo>
                  <a:lnTo>
                    <a:pt x="0" y="2395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7" name="Input_receptor__336">
              <a:extLst>
                <a:ext uri="{FF2B5EF4-FFF2-40B4-BE49-F238E27FC236}">
                  <a16:creationId xmlns:a16="http://schemas.microsoft.com/office/drawing/2014/main" id="{0A874462-5775-BAC9-3327-E4C81ADDD502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57212"/>
              <a:ext cx="37644" cy="21710"/>
            </a:xfrm>
            <a:custGeom>
              <a:avLst/>
              <a:gdLst/>
              <a:ahLst/>
              <a:cxnLst/>
              <a:rect l="0" t="0" r="0" b="0"/>
              <a:pathLst>
                <a:path w="37644" h="21710">
                  <a:moveTo>
                    <a:pt x="0" y="21710"/>
                  </a:moveTo>
                  <a:lnTo>
                    <a:pt x="37644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8" name="Input_receptor__337">
              <a:extLst>
                <a:ext uri="{FF2B5EF4-FFF2-40B4-BE49-F238E27FC236}">
                  <a16:creationId xmlns:a16="http://schemas.microsoft.com/office/drawing/2014/main" id="{A66AC8F9-4F60-3885-1566-F2F67F0B3B05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08391"/>
              <a:ext cx="3555" cy="7631"/>
            </a:xfrm>
            <a:custGeom>
              <a:avLst/>
              <a:gdLst/>
              <a:ahLst/>
              <a:cxnLst/>
              <a:rect l="0" t="0" r="0" b="0"/>
              <a:pathLst>
                <a:path w="3555" h="7631">
                  <a:moveTo>
                    <a:pt x="0" y="7631"/>
                  </a:moveTo>
                  <a:lnTo>
                    <a:pt x="3555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9" name="Input_receptor__338">
              <a:extLst>
                <a:ext uri="{FF2B5EF4-FFF2-40B4-BE49-F238E27FC236}">
                  <a16:creationId xmlns:a16="http://schemas.microsoft.com/office/drawing/2014/main" id="{7CDB881A-0708-3AA3-4D16-B246969D40C9}"/>
                </a:ext>
              </a:extLst>
            </p:cNvPr>
            <p:cNvSpPr>
              <a:spLocks noGrp="1"/>
            </p:cNvSpPr>
            <p:nvPr/>
          </p:nvSpPr>
          <p:spPr>
            <a:xfrm>
              <a:off x="1181161" y="5353839"/>
              <a:ext cx="18170" cy="26413"/>
            </a:xfrm>
            <a:custGeom>
              <a:avLst/>
              <a:gdLst/>
              <a:ahLst/>
              <a:cxnLst/>
              <a:rect l="0" t="0" r="0" b="0"/>
              <a:pathLst>
                <a:path w="18170" h="26413">
                  <a:moveTo>
                    <a:pt x="18170" y="26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694"/>
              </a:solidFill>
            </a:ln>
          </p:spPr>
        </p:sp>
        <p:sp>
          <p:nvSpPr>
            <p:cNvPr id="340" name="Input_receptor__339">
              <a:extLst>
                <a:ext uri="{FF2B5EF4-FFF2-40B4-BE49-F238E27FC236}">
                  <a16:creationId xmlns:a16="http://schemas.microsoft.com/office/drawing/2014/main" id="{4167657E-3DC7-F2CF-E50F-EDA8DFBD2B63}"/>
                </a:ext>
              </a:extLst>
            </p:cNvPr>
            <p:cNvSpPr>
              <a:spLocks noGrp="1"/>
            </p:cNvSpPr>
            <p:nvPr/>
          </p:nvSpPr>
          <p:spPr>
            <a:xfrm>
              <a:off x="1872765" y="5120306"/>
              <a:ext cx="5030" cy="36239"/>
            </a:xfrm>
            <a:custGeom>
              <a:avLst/>
              <a:gdLst/>
              <a:ahLst/>
              <a:cxnLst/>
              <a:rect l="0" t="0" r="0" b="0"/>
              <a:pathLst>
                <a:path w="5030" h="36239">
                  <a:moveTo>
                    <a:pt x="5030" y="36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1" name="Input_receptor__340">
              <a:extLst>
                <a:ext uri="{FF2B5EF4-FFF2-40B4-BE49-F238E27FC236}">
                  <a16:creationId xmlns:a16="http://schemas.microsoft.com/office/drawing/2014/main" id="{55684312-D85C-32CE-D965-981C66E2E085}"/>
                </a:ext>
              </a:extLst>
            </p:cNvPr>
            <p:cNvSpPr>
              <a:spLocks noGrp="1"/>
            </p:cNvSpPr>
            <p:nvPr/>
          </p:nvSpPr>
          <p:spPr>
            <a:xfrm>
              <a:off x="1153146" y="5282492"/>
              <a:ext cx="37121" cy="18751"/>
            </a:xfrm>
            <a:custGeom>
              <a:avLst/>
              <a:gdLst/>
              <a:ahLst/>
              <a:cxnLst/>
              <a:rect l="0" t="0" r="0" b="0"/>
              <a:pathLst>
                <a:path w="37121" h="18751">
                  <a:moveTo>
                    <a:pt x="37121" y="18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2" name="Input_receptor__341">
              <a:extLst>
                <a:ext uri="{FF2B5EF4-FFF2-40B4-BE49-F238E27FC236}">
                  <a16:creationId xmlns:a16="http://schemas.microsoft.com/office/drawing/2014/main" id="{E7DD68A0-4675-10C5-2641-C49C84516067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56545"/>
              <a:ext cx="31368" cy="27346"/>
            </a:xfrm>
            <a:custGeom>
              <a:avLst/>
              <a:gdLst/>
              <a:ahLst/>
              <a:cxnLst/>
              <a:rect l="0" t="0" r="0" b="0"/>
              <a:pathLst>
                <a:path w="31368" h="27346">
                  <a:moveTo>
                    <a:pt x="0" y="27346"/>
                  </a:moveTo>
                  <a:lnTo>
                    <a:pt x="31368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3" name="Input_receptor__342">
              <a:extLst>
                <a:ext uri="{FF2B5EF4-FFF2-40B4-BE49-F238E27FC236}">
                  <a16:creationId xmlns:a16="http://schemas.microsoft.com/office/drawing/2014/main" id="{84987111-ABFE-B378-DCF2-EB7F09F42C6F}"/>
                </a:ext>
              </a:extLst>
            </p:cNvPr>
            <p:cNvSpPr>
              <a:spLocks noGrp="1"/>
            </p:cNvSpPr>
            <p:nvPr/>
          </p:nvSpPr>
          <p:spPr>
            <a:xfrm>
              <a:off x="988148" y="5223787"/>
              <a:ext cx="46318" cy="13831"/>
            </a:xfrm>
            <a:custGeom>
              <a:avLst/>
              <a:gdLst/>
              <a:ahLst/>
              <a:cxnLst/>
              <a:rect l="0" t="0" r="0" b="0"/>
              <a:pathLst>
                <a:path w="46318" h="13831">
                  <a:moveTo>
                    <a:pt x="46318" y="0"/>
                  </a:moveTo>
                  <a:lnTo>
                    <a:pt x="0" y="13831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4" name="Input_receptor__343">
              <a:extLst>
                <a:ext uri="{FF2B5EF4-FFF2-40B4-BE49-F238E27FC236}">
                  <a16:creationId xmlns:a16="http://schemas.microsoft.com/office/drawing/2014/main" id="{18502568-46B4-0C83-2116-0DE1E85107D0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403"/>
              <a:ext cx="14244" cy="6092"/>
            </a:xfrm>
            <a:custGeom>
              <a:avLst/>
              <a:gdLst/>
              <a:ahLst/>
              <a:cxnLst/>
              <a:rect l="0" t="0" r="0" b="0"/>
              <a:pathLst>
                <a:path w="14244" h="6092">
                  <a:moveTo>
                    <a:pt x="14244" y="6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5" name="Input_receptor__344">
              <a:extLst>
                <a:ext uri="{FF2B5EF4-FFF2-40B4-BE49-F238E27FC236}">
                  <a16:creationId xmlns:a16="http://schemas.microsoft.com/office/drawing/2014/main" id="{8BC0D9AF-ED81-FECA-E0F4-CC8165ABF021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4559"/>
              <a:ext cx="29282" cy="5366"/>
            </a:xfrm>
            <a:custGeom>
              <a:avLst/>
              <a:gdLst/>
              <a:ahLst/>
              <a:cxnLst/>
              <a:rect l="0" t="0" r="0" b="0"/>
              <a:pathLst>
                <a:path w="29282" h="5366">
                  <a:moveTo>
                    <a:pt x="29282" y="0"/>
                  </a:moveTo>
                  <a:lnTo>
                    <a:pt x="0" y="5366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6" name="Input_receptor__345">
              <a:extLst>
                <a:ext uri="{FF2B5EF4-FFF2-40B4-BE49-F238E27FC236}">
                  <a16:creationId xmlns:a16="http://schemas.microsoft.com/office/drawing/2014/main" id="{0ABF478A-9F86-7E30-ACBF-D41F69BC5309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37616" cy="29496"/>
            </a:xfrm>
            <a:custGeom>
              <a:avLst/>
              <a:gdLst/>
              <a:ahLst/>
              <a:cxnLst/>
              <a:rect l="0" t="0" r="0" b="0"/>
              <a:pathLst>
                <a:path w="37616" h="29496">
                  <a:moveTo>
                    <a:pt x="37616" y="294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7" name="Input_receptor__346">
              <a:extLst>
                <a:ext uri="{FF2B5EF4-FFF2-40B4-BE49-F238E27FC236}">
                  <a16:creationId xmlns:a16="http://schemas.microsoft.com/office/drawing/2014/main" id="{BA318736-3397-3FCE-E62D-19672830CFD9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82492"/>
              <a:ext cx="31239" cy="402"/>
            </a:xfrm>
            <a:custGeom>
              <a:avLst/>
              <a:gdLst/>
              <a:ahLst/>
              <a:cxnLst/>
              <a:rect l="0" t="0" r="0" b="0"/>
              <a:pathLst>
                <a:path w="31239" h="402">
                  <a:moveTo>
                    <a:pt x="31239" y="0"/>
                  </a:moveTo>
                  <a:lnTo>
                    <a:pt x="0" y="402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8" name="Input_receptor__347">
              <a:extLst>
                <a:ext uri="{FF2B5EF4-FFF2-40B4-BE49-F238E27FC236}">
                  <a16:creationId xmlns:a16="http://schemas.microsoft.com/office/drawing/2014/main" id="{73373272-4D4C-F6C4-F4E8-8211C8A72962}"/>
                </a:ext>
              </a:extLst>
            </p:cNvPr>
            <p:cNvSpPr>
              <a:spLocks noGrp="1"/>
            </p:cNvSpPr>
            <p:nvPr/>
          </p:nvSpPr>
          <p:spPr>
            <a:xfrm>
              <a:off x="1233444" y="5139293"/>
              <a:ext cx="46905" cy="11115"/>
            </a:xfrm>
            <a:custGeom>
              <a:avLst/>
              <a:gdLst/>
              <a:ahLst/>
              <a:cxnLst/>
              <a:rect l="0" t="0" r="0" b="0"/>
              <a:pathLst>
                <a:path w="46905" h="11115">
                  <a:moveTo>
                    <a:pt x="0" y="0"/>
                  </a:moveTo>
                  <a:lnTo>
                    <a:pt x="46905" y="111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9" name="Input_receptor__348">
              <a:extLst>
                <a:ext uri="{FF2B5EF4-FFF2-40B4-BE49-F238E27FC236}">
                  <a16:creationId xmlns:a16="http://schemas.microsoft.com/office/drawing/2014/main" id="{7E9D3174-E1A5-78AC-6872-78916DD89718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7847" cy="95"/>
            </a:xfrm>
            <a:custGeom>
              <a:avLst/>
              <a:gdLst/>
              <a:ahLst/>
              <a:cxnLst/>
              <a:rect l="0" t="0" r="0" b="0"/>
              <a:pathLst>
                <a:path w="47847" h="95">
                  <a:moveTo>
                    <a:pt x="47847" y="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0" name="Input_receptor__349">
              <a:extLst>
                <a:ext uri="{FF2B5EF4-FFF2-40B4-BE49-F238E27FC236}">
                  <a16:creationId xmlns:a16="http://schemas.microsoft.com/office/drawing/2014/main" id="{386327CC-8424-1FE3-30D2-9CBE7F0A0501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121676"/>
              <a:ext cx="1483" cy="3851"/>
            </a:xfrm>
            <a:custGeom>
              <a:avLst/>
              <a:gdLst/>
              <a:ahLst/>
              <a:cxnLst/>
              <a:rect l="0" t="0" r="0" b="0"/>
              <a:pathLst>
                <a:path w="1483" h="3851">
                  <a:moveTo>
                    <a:pt x="1483" y="3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1" name="Input_receptor__350">
              <a:extLst>
                <a:ext uri="{FF2B5EF4-FFF2-40B4-BE49-F238E27FC236}">
                  <a16:creationId xmlns:a16="http://schemas.microsoft.com/office/drawing/2014/main" id="{31E57DCF-EC45-B9DD-A5A1-41A8ECD427F9}"/>
                </a:ext>
              </a:extLst>
            </p:cNvPr>
            <p:cNvSpPr>
              <a:spLocks noGrp="1"/>
            </p:cNvSpPr>
            <p:nvPr/>
          </p:nvSpPr>
          <p:spPr>
            <a:xfrm>
              <a:off x="1459912" y="5423884"/>
              <a:ext cx="44492" cy="3648"/>
            </a:xfrm>
            <a:custGeom>
              <a:avLst/>
              <a:gdLst/>
              <a:ahLst/>
              <a:cxnLst/>
              <a:rect l="0" t="0" r="0" b="0"/>
              <a:pathLst>
                <a:path w="44492" h="3648">
                  <a:moveTo>
                    <a:pt x="0" y="0"/>
                  </a:moveTo>
                  <a:lnTo>
                    <a:pt x="44492" y="3648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2" name="Input_receptor__351">
              <a:extLst>
                <a:ext uri="{FF2B5EF4-FFF2-40B4-BE49-F238E27FC236}">
                  <a16:creationId xmlns:a16="http://schemas.microsoft.com/office/drawing/2014/main" id="{75487BCA-ED14-5A74-9ED7-B7463B920989}"/>
                </a:ext>
              </a:extLst>
            </p:cNvPr>
            <p:cNvSpPr>
              <a:spLocks noGrp="1"/>
            </p:cNvSpPr>
            <p:nvPr/>
          </p:nvSpPr>
          <p:spPr>
            <a:xfrm>
              <a:off x="1740708" y="5328967"/>
              <a:ext cx="39005" cy="13437"/>
            </a:xfrm>
            <a:custGeom>
              <a:avLst/>
              <a:gdLst/>
              <a:ahLst/>
              <a:cxnLst/>
              <a:rect l="0" t="0" r="0" b="0"/>
              <a:pathLst>
                <a:path w="39005" h="13437">
                  <a:moveTo>
                    <a:pt x="39005" y="13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3" name="Input_receptor__352">
              <a:extLst>
                <a:ext uri="{FF2B5EF4-FFF2-40B4-BE49-F238E27FC236}">
                  <a16:creationId xmlns:a16="http://schemas.microsoft.com/office/drawing/2014/main" id="{E2878A5C-CE6A-8392-5821-5108EA0C34D3}"/>
                </a:ext>
              </a:extLst>
            </p:cNvPr>
            <p:cNvSpPr>
              <a:spLocks noGrp="1"/>
            </p:cNvSpPr>
            <p:nvPr/>
          </p:nvSpPr>
          <p:spPr>
            <a:xfrm>
              <a:off x="1160253" y="5380252"/>
              <a:ext cx="39079" cy="28139"/>
            </a:xfrm>
            <a:custGeom>
              <a:avLst/>
              <a:gdLst/>
              <a:ahLst/>
              <a:cxnLst/>
              <a:rect l="0" t="0" r="0" b="0"/>
              <a:pathLst>
                <a:path w="39079" h="28139">
                  <a:moveTo>
                    <a:pt x="0" y="28139"/>
                  </a:moveTo>
                  <a:lnTo>
                    <a:pt x="39079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4" name="Input_receptor__353">
              <a:extLst>
                <a:ext uri="{FF2B5EF4-FFF2-40B4-BE49-F238E27FC236}">
                  <a16:creationId xmlns:a16="http://schemas.microsoft.com/office/drawing/2014/main" id="{228162FC-B286-89D7-3BFB-570575EA7938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62336"/>
              <a:ext cx="39339" cy="8615"/>
            </a:xfrm>
            <a:custGeom>
              <a:avLst/>
              <a:gdLst/>
              <a:ahLst/>
              <a:cxnLst/>
              <a:rect l="0" t="0" r="0" b="0"/>
              <a:pathLst>
                <a:path w="39339" h="8615">
                  <a:moveTo>
                    <a:pt x="39339" y="0"/>
                  </a:moveTo>
                  <a:lnTo>
                    <a:pt x="0" y="86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5" name="Input_receptor__354">
              <a:extLst>
                <a:ext uri="{FF2B5EF4-FFF2-40B4-BE49-F238E27FC236}">
                  <a16:creationId xmlns:a16="http://schemas.microsoft.com/office/drawing/2014/main" id="{26C9AEB5-776F-B3BA-D16D-AFFACB5C41A0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41939"/>
              <a:ext cx="19820" cy="6350"/>
            </a:xfrm>
            <a:custGeom>
              <a:avLst/>
              <a:gdLst/>
              <a:ahLst/>
              <a:cxnLst/>
              <a:rect l="0" t="0" r="0" b="0"/>
              <a:pathLst>
                <a:path w="19820" h="6350">
                  <a:moveTo>
                    <a:pt x="0" y="0"/>
                  </a:moveTo>
                  <a:lnTo>
                    <a:pt x="19820" y="635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6" name="Input_receptor__355">
              <a:extLst>
                <a:ext uri="{FF2B5EF4-FFF2-40B4-BE49-F238E27FC236}">
                  <a16:creationId xmlns:a16="http://schemas.microsoft.com/office/drawing/2014/main" id="{F8B08845-7A4D-93E5-44C5-E5EEF6DE9F87}"/>
                </a:ext>
              </a:extLst>
            </p:cNvPr>
            <p:cNvSpPr>
              <a:spLocks noGrp="1"/>
            </p:cNvSpPr>
            <p:nvPr/>
          </p:nvSpPr>
          <p:spPr>
            <a:xfrm>
              <a:off x="1779713" y="5314526"/>
              <a:ext cx="34185" cy="27878"/>
            </a:xfrm>
            <a:custGeom>
              <a:avLst/>
              <a:gdLst/>
              <a:ahLst/>
              <a:cxnLst/>
              <a:rect l="0" t="0" r="0" b="0"/>
              <a:pathLst>
                <a:path w="34185" h="27878">
                  <a:moveTo>
                    <a:pt x="34185" y="0"/>
                  </a:moveTo>
                  <a:lnTo>
                    <a:pt x="0" y="27878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57" name="Input_receptor__356">
              <a:extLst>
                <a:ext uri="{FF2B5EF4-FFF2-40B4-BE49-F238E27FC236}">
                  <a16:creationId xmlns:a16="http://schemas.microsoft.com/office/drawing/2014/main" id="{3E7B8545-638D-931B-308E-FFC1C9F3F87F}"/>
                </a:ext>
              </a:extLst>
            </p:cNvPr>
            <p:cNvSpPr>
              <a:spLocks noGrp="1"/>
            </p:cNvSpPr>
            <p:nvPr/>
          </p:nvSpPr>
          <p:spPr>
            <a:xfrm>
              <a:off x="1034465" y="5223787"/>
              <a:ext cx="18152" cy="36546"/>
            </a:xfrm>
            <a:custGeom>
              <a:avLst/>
              <a:gdLst/>
              <a:ahLst/>
              <a:cxnLst/>
              <a:rect l="0" t="0" r="0" b="0"/>
              <a:pathLst>
                <a:path w="18152" h="36546">
                  <a:moveTo>
                    <a:pt x="18152" y="36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8" name="Input_receptor__357">
              <a:extLst>
                <a:ext uri="{FF2B5EF4-FFF2-40B4-BE49-F238E27FC236}">
                  <a16:creationId xmlns:a16="http://schemas.microsoft.com/office/drawing/2014/main" id="{2606464F-F245-A0A5-EA46-168B342E6AA4}"/>
                </a:ext>
              </a:extLst>
            </p:cNvPr>
            <p:cNvSpPr>
              <a:spLocks noGrp="1"/>
            </p:cNvSpPr>
            <p:nvPr/>
          </p:nvSpPr>
          <p:spPr>
            <a:xfrm>
              <a:off x="1709487" y="5184679"/>
              <a:ext cx="18950" cy="35193"/>
            </a:xfrm>
            <a:custGeom>
              <a:avLst/>
              <a:gdLst/>
              <a:ahLst/>
              <a:cxnLst/>
              <a:rect l="0" t="0" r="0" b="0"/>
              <a:pathLst>
                <a:path w="18950" h="35193">
                  <a:moveTo>
                    <a:pt x="0" y="35193"/>
                  </a:moveTo>
                  <a:lnTo>
                    <a:pt x="1895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9" name="Input_receptor__358">
              <a:extLst>
                <a:ext uri="{FF2B5EF4-FFF2-40B4-BE49-F238E27FC236}">
                  <a16:creationId xmlns:a16="http://schemas.microsoft.com/office/drawing/2014/main" id="{F7BC6FA0-6D10-FA68-7D40-B0BBF9402499}"/>
                </a:ext>
              </a:extLst>
            </p:cNvPr>
            <p:cNvSpPr>
              <a:spLocks noGrp="1"/>
            </p:cNvSpPr>
            <p:nvPr/>
          </p:nvSpPr>
          <p:spPr>
            <a:xfrm>
              <a:off x="1827627" y="5062336"/>
              <a:ext cx="26696" cy="22411"/>
            </a:xfrm>
            <a:custGeom>
              <a:avLst/>
              <a:gdLst/>
              <a:ahLst/>
              <a:cxnLst/>
              <a:rect l="0" t="0" r="0" b="0"/>
              <a:pathLst>
                <a:path w="26696" h="22411">
                  <a:moveTo>
                    <a:pt x="26696" y="22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0" name="Input_receptor__359">
              <a:extLst>
                <a:ext uri="{FF2B5EF4-FFF2-40B4-BE49-F238E27FC236}">
                  <a16:creationId xmlns:a16="http://schemas.microsoft.com/office/drawing/2014/main" id="{AA50B621-BEAC-2923-3921-6A72B544482D}"/>
                </a:ext>
              </a:extLst>
            </p:cNvPr>
            <p:cNvSpPr>
              <a:spLocks noGrp="1"/>
            </p:cNvSpPr>
            <p:nvPr/>
          </p:nvSpPr>
          <p:spPr>
            <a:xfrm>
              <a:off x="1267652" y="5150408"/>
              <a:ext cx="12697" cy="44151"/>
            </a:xfrm>
            <a:custGeom>
              <a:avLst/>
              <a:gdLst/>
              <a:ahLst/>
              <a:cxnLst/>
              <a:rect l="0" t="0" r="0" b="0"/>
              <a:pathLst>
                <a:path w="12697" h="44151">
                  <a:moveTo>
                    <a:pt x="12697" y="0"/>
                  </a:moveTo>
                  <a:lnTo>
                    <a:pt x="0" y="4415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1" name="Input_receptor__360">
              <a:extLst>
                <a:ext uri="{FF2B5EF4-FFF2-40B4-BE49-F238E27FC236}">
                  <a16:creationId xmlns:a16="http://schemas.microsoft.com/office/drawing/2014/main" id="{646EA487-4922-3592-BFB0-73F8D4837A74}"/>
                </a:ext>
              </a:extLst>
            </p:cNvPr>
            <p:cNvSpPr>
              <a:spLocks noGrp="1"/>
            </p:cNvSpPr>
            <p:nvPr/>
          </p:nvSpPr>
          <p:spPr>
            <a:xfrm>
              <a:off x="1559138" y="5313424"/>
              <a:ext cx="6048" cy="40414"/>
            </a:xfrm>
            <a:custGeom>
              <a:avLst/>
              <a:gdLst/>
              <a:ahLst/>
              <a:cxnLst/>
              <a:rect l="0" t="0" r="0" b="0"/>
              <a:pathLst>
                <a:path w="6048" h="40414">
                  <a:moveTo>
                    <a:pt x="6048" y="40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2" name="Input_receptor__361">
              <a:extLst>
                <a:ext uri="{FF2B5EF4-FFF2-40B4-BE49-F238E27FC236}">
                  <a16:creationId xmlns:a16="http://schemas.microsoft.com/office/drawing/2014/main" id="{C7BBBB1D-041D-8FF1-645F-250BE10536A8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60333"/>
              <a:ext cx="24413" cy="35736"/>
            </a:xfrm>
            <a:custGeom>
              <a:avLst/>
              <a:gdLst/>
              <a:ahLst/>
              <a:cxnLst/>
              <a:rect l="0" t="0" r="0" b="0"/>
              <a:pathLst>
                <a:path w="24413" h="35736">
                  <a:moveTo>
                    <a:pt x="0" y="35736"/>
                  </a:moveTo>
                  <a:lnTo>
                    <a:pt x="24413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3" name="Input_receptor__362">
              <a:extLst>
                <a:ext uri="{FF2B5EF4-FFF2-40B4-BE49-F238E27FC236}">
                  <a16:creationId xmlns:a16="http://schemas.microsoft.com/office/drawing/2014/main" id="{2BF607B0-1222-EEE2-FB27-E19EE07EEDA0}"/>
                </a:ext>
              </a:extLst>
            </p:cNvPr>
            <p:cNvSpPr>
              <a:spLocks noGrp="1"/>
            </p:cNvSpPr>
            <p:nvPr/>
          </p:nvSpPr>
          <p:spPr>
            <a:xfrm>
              <a:off x="1329418" y="5603012"/>
              <a:ext cx="36460" cy="4185"/>
            </a:xfrm>
            <a:custGeom>
              <a:avLst/>
              <a:gdLst/>
              <a:ahLst/>
              <a:cxnLst/>
              <a:rect l="0" t="0" r="0" b="0"/>
              <a:pathLst>
                <a:path w="36460" h="4185">
                  <a:moveTo>
                    <a:pt x="0" y="0"/>
                  </a:moveTo>
                  <a:lnTo>
                    <a:pt x="36460" y="4185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4" name="Input_receptor__363">
              <a:extLst>
                <a:ext uri="{FF2B5EF4-FFF2-40B4-BE49-F238E27FC236}">
                  <a16:creationId xmlns:a16="http://schemas.microsoft.com/office/drawing/2014/main" id="{86479FF1-7477-4687-2F06-C8613AE7E8CC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42192" cy="4481"/>
            </a:xfrm>
            <a:custGeom>
              <a:avLst/>
              <a:gdLst/>
              <a:ahLst/>
              <a:cxnLst/>
              <a:rect l="0" t="0" r="0" b="0"/>
              <a:pathLst>
                <a:path w="42192" h="4481">
                  <a:moveTo>
                    <a:pt x="0" y="0"/>
                  </a:moveTo>
                  <a:lnTo>
                    <a:pt x="42192" y="448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5" name="Input_receptor__364">
              <a:extLst>
                <a:ext uri="{FF2B5EF4-FFF2-40B4-BE49-F238E27FC236}">
                  <a16:creationId xmlns:a16="http://schemas.microsoft.com/office/drawing/2014/main" id="{B96EC064-374F-4796-D625-F60D222E9B01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603012"/>
              <a:ext cx="34866" cy="6599"/>
            </a:xfrm>
            <a:custGeom>
              <a:avLst/>
              <a:gdLst/>
              <a:ahLst/>
              <a:cxnLst/>
              <a:rect l="0" t="0" r="0" b="0"/>
              <a:pathLst>
                <a:path w="34866" h="6599">
                  <a:moveTo>
                    <a:pt x="0" y="6599"/>
                  </a:moveTo>
                  <a:lnTo>
                    <a:pt x="34866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6" name="Input_receptor__365">
              <a:extLst>
                <a:ext uri="{FF2B5EF4-FFF2-40B4-BE49-F238E27FC236}">
                  <a16:creationId xmlns:a16="http://schemas.microsoft.com/office/drawing/2014/main" id="{16365C60-6AEF-408E-F007-00F58B52CE01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34385"/>
              <a:ext cx="25802" cy="14119"/>
            </a:xfrm>
            <a:custGeom>
              <a:avLst/>
              <a:gdLst/>
              <a:ahLst/>
              <a:cxnLst/>
              <a:rect l="0" t="0" r="0" b="0"/>
              <a:pathLst>
                <a:path w="25802" h="14119">
                  <a:moveTo>
                    <a:pt x="0" y="14119"/>
                  </a:moveTo>
                  <a:lnTo>
                    <a:pt x="25802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7" name="Input_receptor__366">
              <a:extLst>
                <a:ext uri="{FF2B5EF4-FFF2-40B4-BE49-F238E27FC236}">
                  <a16:creationId xmlns:a16="http://schemas.microsoft.com/office/drawing/2014/main" id="{7C162581-2DA3-5D3A-442D-120D327060E7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35160" cy="2391"/>
            </a:xfrm>
            <a:custGeom>
              <a:avLst/>
              <a:gdLst/>
              <a:ahLst/>
              <a:cxnLst/>
              <a:rect l="0" t="0" r="0" b="0"/>
              <a:pathLst>
                <a:path w="35160" h="2391">
                  <a:moveTo>
                    <a:pt x="0" y="0"/>
                  </a:moveTo>
                  <a:lnTo>
                    <a:pt x="35160" y="2391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68" name="Input_receptor__367">
              <a:extLst>
                <a:ext uri="{FF2B5EF4-FFF2-40B4-BE49-F238E27FC236}">
                  <a16:creationId xmlns:a16="http://schemas.microsoft.com/office/drawing/2014/main" id="{AB86D2C7-F157-80DC-7E72-3872641E4F83}"/>
                </a:ext>
              </a:extLst>
            </p:cNvPr>
            <p:cNvSpPr>
              <a:spLocks noGrp="1"/>
            </p:cNvSpPr>
            <p:nvPr/>
          </p:nvSpPr>
          <p:spPr>
            <a:xfrm>
              <a:off x="1365878" y="5581372"/>
              <a:ext cx="31322" cy="25825"/>
            </a:xfrm>
            <a:custGeom>
              <a:avLst/>
              <a:gdLst/>
              <a:ahLst/>
              <a:cxnLst/>
              <a:rect l="0" t="0" r="0" b="0"/>
              <a:pathLst>
                <a:path w="31322" h="25825">
                  <a:moveTo>
                    <a:pt x="0" y="25825"/>
                  </a:moveTo>
                  <a:lnTo>
                    <a:pt x="31322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69" name="Input_receptor__368">
              <a:extLst>
                <a:ext uri="{FF2B5EF4-FFF2-40B4-BE49-F238E27FC236}">
                  <a16:creationId xmlns:a16="http://schemas.microsoft.com/office/drawing/2014/main" id="{726E96E9-D5A5-9DC5-597A-928E6E991B60}"/>
                </a:ext>
              </a:extLst>
            </p:cNvPr>
            <p:cNvSpPr>
              <a:spLocks noGrp="1"/>
            </p:cNvSpPr>
            <p:nvPr/>
          </p:nvSpPr>
          <p:spPr>
            <a:xfrm>
              <a:off x="1116502" y="5218793"/>
              <a:ext cx="46784" cy="10041"/>
            </a:xfrm>
            <a:custGeom>
              <a:avLst/>
              <a:gdLst/>
              <a:ahLst/>
              <a:cxnLst/>
              <a:rect l="0" t="0" r="0" b="0"/>
              <a:pathLst>
                <a:path w="46784" h="10041">
                  <a:moveTo>
                    <a:pt x="46784" y="10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0" name="Input_receptor__369">
              <a:extLst>
                <a:ext uri="{FF2B5EF4-FFF2-40B4-BE49-F238E27FC236}">
                  <a16:creationId xmlns:a16="http://schemas.microsoft.com/office/drawing/2014/main" id="{DF8CA3A4-B2E4-62A6-F0A6-524D2E5857CA}"/>
                </a:ext>
              </a:extLst>
            </p:cNvPr>
            <p:cNvSpPr>
              <a:spLocks noGrp="1"/>
            </p:cNvSpPr>
            <p:nvPr/>
          </p:nvSpPr>
          <p:spPr>
            <a:xfrm>
              <a:off x="1165852" y="5301243"/>
              <a:ext cx="24415" cy="33142"/>
            </a:xfrm>
            <a:custGeom>
              <a:avLst/>
              <a:gdLst/>
              <a:ahLst/>
              <a:cxnLst/>
              <a:rect l="0" t="0" r="0" b="0"/>
              <a:pathLst>
                <a:path w="24415" h="33142">
                  <a:moveTo>
                    <a:pt x="0" y="33142"/>
                  </a:moveTo>
                  <a:lnTo>
                    <a:pt x="24415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1" name="Input_receptor__370">
              <a:extLst>
                <a:ext uri="{FF2B5EF4-FFF2-40B4-BE49-F238E27FC236}">
                  <a16:creationId xmlns:a16="http://schemas.microsoft.com/office/drawing/2014/main" id="{3051A8BB-BABA-D39A-DA08-CF511122B37F}"/>
                </a:ext>
              </a:extLst>
            </p:cNvPr>
            <p:cNvSpPr>
              <a:spLocks noGrp="1"/>
            </p:cNvSpPr>
            <p:nvPr/>
          </p:nvSpPr>
          <p:spPr>
            <a:xfrm>
              <a:off x="980896" y="5237618"/>
              <a:ext cx="7252" cy="3241"/>
            </a:xfrm>
            <a:custGeom>
              <a:avLst/>
              <a:gdLst/>
              <a:ahLst/>
              <a:cxnLst/>
              <a:rect l="0" t="0" r="0" b="0"/>
              <a:pathLst>
                <a:path w="7252" h="3241">
                  <a:moveTo>
                    <a:pt x="7252" y="0"/>
                  </a:moveTo>
                  <a:lnTo>
                    <a:pt x="0" y="3241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2" name="Input_receptor__371">
              <a:extLst>
                <a:ext uri="{FF2B5EF4-FFF2-40B4-BE49-F238E27FC236}">
                  <a16:creationId xmlns:a16="http://schemas.microsoft.com/office/drawing/2014/main" id="{5C0BDE77-1D25-620F-09B8-D784845D0DFB}"/>
                </a:ext>
              </a:extLst>
            </p:cNvPr>
            <p:cNvSpPr>
              <a:spLocks noGrp="1"/>
            </p:cNvSpPr>
            <p:nvPr/>
          </p:nvSpPr>
          <p:spPr>
            <a:xfrm>
              <a:off x="1813898" y="5310567"/>
              <a:ext cx="24021" cy="3959"/>
            </a:xfrm>
            <a:custGeom>
              <a:avLst/>
              <a:gdLst/>
              <a:ahLst/>
              <a:cxnLst/>
              <a:rect l="0" t="0" r="0" b="0"/>
              <a:pathLst>
                <a:path w="24021" h="3959">
                  <a:moveTo>
                    <a:pt x="24021" y="0"/>
                  </a:moveTo>
                  <a:lnTo>
                    <a:pt x="0" y="3959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3" name="Input_receptor__372">
              <a:extLst>
                <a:ext uri="{FF2B5EF4-FFF2-40B4-BE49-F238E27FC236}">
                  <a16:creationId xmlns:a16="http://schemas.microsoft.com/office/drawing/2014/main" id="{9A3E3C50-1385-24CE-986F-DFB208270ADB}"/>
                </a:ext>
              </a:extLst>
            </p:cNvPr>
            <p:cNvSpPr>
              <a:spLocks noGrp="1"/>
            </p:cNvSpPr>
            <p:nvPr/>
          </p:nvSpPr>
          <p:spPr>
            <a:xfrm>
              <a:off x="1397200" y="5560717"/>
              <a:ext cx="22497" cy="20654"/>
            </a:xfrm>
            <a:custGeom>
              <a:avLst/>
              <a:gdLst/>
              <a:ahLst/>
              <a:cxnLst/>
              <a:rect l="0" t="0" r="0" b="0"/>
              <a:pathLst>
                <a:path w="22497" h="20654">
                  <a:moveTo>
                    <a:pt x="0" y="20654"/>
                  </a:moveTo>
                  <a:lnTo>
                    <a:pt x="22497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4" name="Input_receptor__373">
              <a:extLst>
                <a:ext uri="{FF2B5EF4-FFF2-40B4-BE49-F238E27FC236}">
                  <a16:creationId xmlns:a16="http://schemas.microsoft.com/office/drawing/2014/main" id="{9B4614B4-4EA4-FB18-AECC-95DF4DBF718A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39293"/>
              <a:ext cx="7928" cy="15653"/>
            </a:xfrm>
            <a:custGeom>
              <a:avLst/>
              <a:gdLst/>
              <a:ahLst/>
              <a:cxnLst/>
              <a:rect l="0" t="0" r="0" b="0"/>
              <a:pathLst>
                <a:path w="7928" h="15653">
                  <a:moveTo>
                    <a:pt x="0" y="15653"/>
                  </a:moveTo>
                  <a:lnTo>
                    <a:pt x="7928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5" name="Input_receptor__374">
              <a:extLst>
                <a:ext uri="{FF2B5EF4-FFF2-40B4-BE49-F238E27FC236}">
                  <a16:creationId xmlns:a16="http://schemas.microsoft.com/office/drawing/2014/main" id="{474B3C89-FEDA-4A8A-145B-75D7D0D590A0}"/>
                </a:ext>
              </a:extLst>
            </p:cNvPr>
            <p:cNvSpPr>
              <a:spLocks noGrp="1"/>
            </p:cNvSpPr>
            <p:nvPr/>
          </p:nvSpPr>
          <p:spPr>
            <a:xfrm>
              <a:off x="1262140" y="5335739"/>
              <a:ext cx="14582" cy="45756"/>
            </a:xfrm>
            <a:custGeom>
              <a:avLst/>
              <a:gdLst/>
              <a:ahLst/>
              <a:cxnLst/>
              <a:rect l="0" t="0" r="0" b="0"/>
              <a:pathLst>
                <a:path w="14582" h="45756">
                  <a:moveTo>
                    <a:pt x="14582" y="0"/>
                  </a:moveTo>
                  <a:lnTo>
                    <a:pt x="0" y="45756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6" name="Input_receptor__375">
              <a:extLst>
                <a:ext uri="{FF2B5EF4-FFF2-40B4-BE49-F238E27FC236}">
                  <a16:creationId xmlns:a16="http://schemas.microsoft.com/office/drawing/2014/main" id="{7DDDA6E1-88D9-6981-9EAF-0489DCE9C372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49173"/>
              <a:ext cx="16902" cy="43153"/>
            </a:xfrm>
            <a:custGeom>
              <a:avLst/>
              <a:gdLst/>
              <a:ahLst/>
              <a:cxnLst/>
              <a:rect l="0" t="0" r="0" b="0"/>
              <a:pathLst>
                <a:path w="16902" h="43153">
                  <a:moveTo>
                    <a:pt x="0" y="43153"/>
                  </a:moveTo>
                  <a:lnTo>
                    <a:pt x="1690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7" name="Input_receptor__376">
              <a:extLst>
                <a:ext uri="{FF2B5EF4-FFF2-40B4-BE49-F238E27FC236}">
                  <a16:creationId xmlns:a16="http://schemas.microsoft.com/office/drawing/2014/main" id="{2984C856-E48D-9F34-1B5E-77807602B9B8}"/>
                </a:ext>
              </a:extLst>
            </p:cNvPr>
            <p:cNvSpPr>
              <a:spLocks noGrp="1"/>
            </p:cNvSpPr>
            <p:nvPr/>
          </p:nvSpPr>
          <p:spPr>
            <a:xfrm>
              <a:off x="1279060" y="5544970"/>
              <a:ext cx="44662" cy="3714"/>
            </a:xfrm>
            <a:custGeom>
              <a:avLst/>
              <a:gdLst/>
              <a:ahLst/>
              <a:cxnLst/>
              <a:rect l="0" t="0" r="0" b="0"/>
              <a:pathLst>
                <a:path w="44662" h="3714">
                  <a:moveTo>
                    <a:pt x="0" y="3714"/>
                  </a:moveTo>
                  <a:lnTo>
                    <a:pt x="4466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8" name="Input_receptor__377">
              <a:extLst>
                <a:ext uri="{FF2B5EF4-FFF2-40B4-BE49-F238E27FC236}">
                  <a16:creationId xmlns:a16="http://schemas.microsoft.com/office/drawing/2014/main" id="{CFDBAE8D-80C3-B10A-202C-622DCD6BC46E}"/>
                </a:ext>
              </a:extLst>
            </p:cNvPr>
            <p:cNvSpPr>
              <a:spLocks noGrp="1"/>
            </p:cNvSpPr>
            <p:nvPr/>
          </p:nvSpPr>
          <p:spPr>
            <a:xfrm>
              <a:off x="1774285" y="5008057"/>
              <a:ext cx="46675" cy="5285"/>
            </a:xfrm>
            <a:custGeom>
              <a:avLst/>
              <a:gdLst/>
              <a:ahLst/>
              <a:cxnLst/>
              <a:rect l="0" t="0" r="0" b="0"/>
              <a:pathLst>
                <a:path w="46675" h="5285">
                  <a:moveTo>
                    <a:pt x="46675" y="52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9" name="Input_receptor__378">
              <a:extLst>
                <a:ext uri="{FF2B5EF4-FFF2-40B4-BE49-F238E27FC236}">
                  <a16:creationId xmlns:a16="http://schemas.microsoft.com/office/drawing/2014/main" id="{BED269AD-EB7E-27A9-50D9-C0F46B151DD3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92326"/>
              <a:ext cx="27665" cy="35331"/>
            </a:xfrm>
            <a:custGeom>
              <a:avLst/>
              <a:gdLst/>
              <a:ahLst/>
              <a:cxnLst/>
              <a:rect l="0" t="0" r="0" b="0"/>
              <a:pathLst>
                <a:path w="27665" h="35331">
                  <a:moveTo>
                    <a:pt x="27665" y="35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0" name="Input_receptor__379">
              <a:extLst>
                <a:ext uri="{FF2B5EF4-FFF2-40B4-BE49-F238E27FC236}">
                  <a16:creationId xmlns:a16="http://schemas.microsoft.com/office/drawing/2014/main" id="{8868AAEB-D924-7C17-D334-1A3417033A82}"/>
                </a:ext>
              </a:extLst>
            </p:cNvPr>
            <p:cNvSpPr>
              <a:spLocks noGrp="1"/>
            </p:cNvSpPr>
            <p:nvPr/>
          </p:nvSpPr>
          <p:spPr>
            <a:xfrm>
              <a:off x="1342400" y="5189180"/>
              <a:ext cx="44477" cy="12429"/>
            </a:xfrm>
            <a:custGeom>
              <a:avLst/>
              <a:gdLst/>
              <a:ahLst/>
              <a:cxnLst/>
              <a:rect l="0" t="0" r="0" b="0"/>
              <a:pathLst>
                <a:path w="44477" h="12429">
                  <a:moveTo>
                    <a:pt x="44477" y="12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1" name="Input_receptor__380">
              <a:extLst>
                <a:ext uri="{FF2B5EF4-FFF2-40B4-BE49-F238E27FC236}">
                  <a16:creationId xmlns:a16="http://schemas.microsoft.com/office/drawing/2014/main" id="{3B66B199-88D0-E790-3740-3673CB63ACCF}"/>
                </a:ext>
              </a:extLst>
            </p:cNvPr>
            <p:cNvSpPr>
              <a:spLocks noGrp="1"/>
            </p:cNvSpPr>
            <p:nvPr/>
          </p:nvSpPr>
          <p:spPr>
            <a:xfrm>
              <a:off x="1801432" y="5256257"/>
              <a:ext cx="46693" cy="8568"/>
            </a:xfrm>
            <a:custGeom>
              <a:avLst/>
              <a:gdLst/>
              <a:ahLst/>
              <a:cxnLst/>
              <a:rect l="0" t="0" r="0" b="0"/>
              <a:pathLst>
                <a:path w="46693" h="8568">
                  <a:moveTo>
                    <a:pt x="0" y="0"/>
                  </a:moveTo>
                  <a:lnTo>
                    <a:pt x="46693" y="8568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2" name="Input_receptor__381">
              <a:extLst>
                <a:ext uri="{FF2B5EF4-FFF2-40B4-BE49-F238E27FC236}">
                  <a16:creationId xmlns:a16="http://schemas.microsoft.com/office/drawing/2014/main" id="{5DF604DF-E844-52ED-B07B-FF195735F572}"/>
                </a:ext>
              </a:extLst>
            </p:cNvPr>
            <p:cNvSpPr>
              <a:spLocks noGrp="1"/>
            </p:cNvSpPr>
            <p:nvPr/>
          </p:nvSpPr>
          <p:spPr>
            <a:xfrm>
              <a:off x="1363887" y="5322248"/>
              <a:ext cx="39881" cy="26924"/>
            </a:xfrm>
            <a:custGeom>
              <a:avLst/>
              <a:gdLst/>
              <a:ahLst/>
              <a:cxnLst/>
              <a:rect l="0" t="0" r="0" b="0"/>
              <a:pathLst>
                <a:path w="39881" h="26924">
                  <a:moveTo>
                    <a:pt x="39881" y="269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3" name="Input_receptor__382">
              <a:extLst>
                <a:ext uri="{FF2B5EF4-FFF2-40B4-BE49-F238E27FC236}">
                  <a16:creationId xmlns:a16="http://schemas.microsoft.com/office/drawing/2014/main" id="{57B0FA0D-75B2-7D70-53BC-0AB827AC1876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084747"/>
              <a:ext cx="31111" cy="36930"/>
            </a:xfrm>
            <a:custGeom>
              <a:avLst/>
              <a:gdLst/>
              <a:ahLst/>
              <a:cxnLst/>
              <a:rect l="0" t="0" r="0" b="0"/>
              <a:pathLst>
                <a:path w="31111" h="36930">
                  <a:moveTo>
                    <a:pt x="0" y="36930"/>
                  </a:moveTo>
                  <a:lnTo>
                    <a:pt x="31111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4" name="Input_receptor__383">
              <a:extLst>
                <a:ext uri="{FF2B5EF4-FFF2-40B4-BE49-F238E27FC236}">
                  <a16:creationId xmlns:a16="http://schemas.microsoft.com/office/drawing/2014/main" id="{B64E93A7-08D8-2700-C2E2-1433FF55082E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172" cy="8960"/>
            </a:xfrm>
            <a:custGeom>
              <a:avLst/>
              <a:gdLst/>
              <a:ahLst/>
              <a:cxnLst/>
              <a:rect l="0" t="0" r="0" b="0"/>
              <a:pathLst>
                <a:path w="172" h="8960">
                  <a:moveTo>
                    <a:pt x="0" y="0"/>
                  </a:moveTo>
                  <a:lnTo>
                    <a:pt x="172" y="896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5" name="Input_receptor__384">
              <a:extLst>
                <a:ext uri="{FF2B5EF4-FFF2-40B4-BE49-F238E27FC236}">
                  <a16:creationId xmlns:a16="http://schemas.microsoft.com/office/drawing/2014/main" id="{6C851347-6737-B712-73E1-7AEFD7E97750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230" cy="11351"/>
            </a:xfrm>
            <a:custGeom>
              <a:avLst/>
              <a:gdLst/>
              <a:ahLst/>
              <a:cxnLst/>
              <a:rect l="0" t="0" r="0" b="0"/>
              <a:pathLst>
                <a:path w="4230" h="11351">
                  <a:moveTo>
                    <a:pt x="0" y="0"/>
                  </a:moveTo>
                  <a:lnTo>
                    <a:pt x="4230" y="1135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6" name="Input_receptor__385">
              <a:extLst>
                <a:ext uri="{FF2B5EF4-FFF2-40B4-BE49-F238E27FC236}">
                  <a16:creationId xmlns:a16="http://schemas.microsoft.com/office/drawing/2014/main" id="{EB1D6B32-1AD3-603B-6222-7DFA655FC476}"/>
                </a:ext>
              </a:extLst>
            </p:cNvPr>
            <p:cNvSpPr>
              <a:spLocks noGrp="1"/>
            </p:cNvSpPr>
            <p:nvPr/>
          </p:nvSpPr>
          <p:spPr>
            <a:xfrm>
              <a:off x="1580235" y="4860019"/>
              <a:ext cx="14404" cy="43714"/>
            </a:xfrm>
            <a:custGeom>
              <a:avLst/>
              <a:gdLst/>
              <a:ahLst/>
              <a:cxnLst/>
              <a:rect l="0" t="0" r="0" b="0"/>
              <a:pathLst>
                <a:path w="14404" h="43714">
                  <a:moveTo>
                    <a:pt x="0" y="43714"/>
                  </a:moveTo>
                  <a:lnTo>
                    <a:pt x="14404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87" name="Input_receptor__386">
              <a:extLst>
                <a:ext uri="{FF2B5EF4-FFF2-40B4-BE49-F238E27FC236}">
                  <a16:creationId xmlns:a16="http://schemas.microsoft.com/office/drawing/2014/main" id="{F47AFA83-FD33-6D27-0C48-7CA986970D1F}"/>
                </a:ext>
              </a:extLst>
            </p:cNvPr>
            <p:cNvSpPr>
              <a:spLocks noGrp="1"/>
            </p:cNvSpPr>
            <p:nvPr/>
          </p:nvSpPr>
          <p:spPr>
            <a:xfrm>
              <a:off x="1374288" y="5201609"/>
              <a:ext cx="12589" cy="46680"/>
            </a:xfrm>
            <a:custGeom>
              <a:avLst/>
              <a:gdLst/>
              <a:ahLst/>
              <a:cxnLst/>
              <a:rect l="0" t="0" r="0" b="0"/>
              <a:pathLst>
                <a:path w="12589" h="46680">
                  <a:moveTo>
                    <a:pt x="0" y="46680"/>
                  </a:moveTo>
                  <a:lnTo>
                    <a:pt x="12589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8" name="Input_receptor__387">
              <a:extLst>
                <a:ext uri="{FF2B5EF4-FFF2-40B4-BE49-F238E27FC236}">
                  <a16:creationId xmlns:a16="http://schemas.microsoft.com/office/drawing/2014/main" id="{8C7CC269-9C55-3CC3-D71F-553B389D9978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26513"/>
              <a:ext cx="41587" cy="9226"/>
            </a:xfrm>
            <a:custGeom>
              <a:avLst/>
              <a:gdLst/>
              <a:ahLst/>
              <a:cxnLst/>
              <a:rect l="0" t="0" r="0" b="0"/>
              <a:pathLst>
                <a:path w="41587" h="9226">
                  <a:moveTo>
                    <a:pt x="0" y="0"/>
                  </a:moveTo>
                  <a:lnTo>
                    <a:pt x="41587" y="9226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9" name="Input_receptor__388">
              <a:extLst>
                <a:ext uri="{FF2B5EF4-FFF2-40B4-BE49-F238E27FC236}">
                  <a16:creationId xmlns:a16="http://schemas.microsoft.com/office/drawing/2014/main" id="{BCF9B0E1-F6C1-23CC-DD1D-AF2A19DDF875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27656"/>
              <a:ext cx="33475" cy="34540"/>
            </a:xfrm>
            <a:custGeom>
              <a:avLst/>
              <a:gdLst/>
              <a:ahLst/>
              <a:cxnLst/>
              <a:rect l="0" t="0" r="0" b="0"/>
              <a:pathLst>
                <a:path w="33475" h="34540">
                  <a:moveTo>
                    <a:pt x="0" y="34540"/>
                  </a:moveTo>
                  <a:lnTo>
                    <a:pt x="33475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0" name="Input_receptor__389">
              <a:extLst>
                <a:ext uri="{FF2B5EF4-FFF2-40B4-BE49-F238E27FC236}">
                  <a16:creationId xmlns:a16="http://schemas.microsoft.com/office/drawing/2014/main" id="{4EA32DAC-361B-3516-3788-760563EA3D38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89180"/>
              <a:ext cx="21090" cy="26121"/>
            </a:xfrm>
            <a:custGeom>
              <a:avLst/>
              <a:gdLst/>
              <a:ahLst/>
              <a:cxnLst/>
              <a:rect l="0" t="0" r="0" b="0"/>
              <a:pathLst>
                <a:path w="21090" h="26121">
                  <a:moveTo>
                    <a:pt x="21090" y="0"/>
                  </a:moveTo>
                  <a:lnTo>
                    <a:pt x="0" y="2612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1" name="Input_receptor__390">
              <a:extLst>
                <a:ext uri="{FF2B5EF4-FFF2-40B4-BE49-F238E27FC236}">
                  <a16:creationId xmlns:a16="http://schemas.microsoft.com/office/drawing/2014/main" id="{3F8AE1D4-397D-454E-E99D-A169FEA34125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64840"/>
              <a:ext cx="31537" cy="18055"/>
            </a:xfrm>
            <a:custGeom>
              <a:avLst/>
              <a:gdLst/>
              <a:ahLst/>
              <a:cxnLst/>
              <a:rect l="0" t="0" r="0" b="0"/>
              <a:pathLst>
                <a:path w="31537" h="18055">
                  <a:moveTo>
                    <a:pt x="0" y="18055"/>
                  </a:moveTo>
                  <a:lnTo>
                    <a:pt x="31537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2" name="Input_receptor__391">
              <a:extLst>
                <a:ext uri="{FF2B5EF4-FFF2-40B4-BE49-F238E27FC236}">
                  <a16:creationId xmlns:a16="http://schemas.microsoft.com/office/drawing/2014/main" id="{E6FE8606-97AD-B8AC-D364-450F3B265949}"/>
                </a:ext>
              </a:extLst>
            </p:cNvPr>
            <p:cNvSpPr>
              <a:spLocks noGrp="1"/>
            </p:cNvSpPr>
            <p:nvPr/>
          </p:nvSpPr>
          <p:spPr>
            <a:xfrm>
              <a:off x="1153444" y="5228834"/>
              <a:ext cx="9842" cy="36005"/>
            </a:xfrm>
            <a:custGeom>
              <a:avLst/>
              <a:gdLst/>
              <a:ahLst/>
              <a:cxnLst/>
              <a:rect l="0" t="0" r="0" b="0"/>
              <a:pathLst>
                <a:path w="9842" h="36005">
                  <a:moveTo>
                    <a:pt x="0" y="36005"/>
                  </a:moveTo>
                  <a:lnTo>
                    <a:pt x="984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3" name="Input_receptor__392">
              <a:extLst>
                <a:ext uri="{FF2B5EF4-FFF2-40B4-BE49-F238E27FC236}">
                  <a16:creationId xmlns:a16="http://schemas.microsoft.com/office/drawing/2014/main" id="{98891C46-2F7A-98CD-A1F2-7430FECBC191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47095"/>
              <a:ext cx="18900" cy="1589"/>
            </a:xfrm>
            <a:custGeom>
              <a:avLst/>
              <a:gdLst/>
              <a:ahLst/>
              <a:cxnLst/>
              <a:rect l="0" t="0" r="0" b="0"/>
              <a:pathLst>
                <a:path w="18900" h="1589">
                  <a:moveTo>
                    <a:pt x="0" y="0"/>
                  </a:moveTo>
                  <a:lnTo>
                    <a:pt x="18900" y="1589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4" name="Input_receptor__393">
              <a:extLst>
                <a:ext uri="{FF2B5EF4-FFF2-40B4-BE49-F238E27FC236}">
                  <a16:creationId xmlns:a16="http://schemas.microsoft.com/office/drawing/2014/main" id="{6CDB93A2-2601-3C98-FC6A-F05C2B10A9CF}"/>
                </a:ext>
              </a:extLst>
            </p:cNvPr>
            <p:cNvSpPr>
              <a:spLocks noGrp="1"/>
            </p:cNvSpPr>
            <p:nvPr/>
          </p:nvSpPr>
          <p:spPr>
            <a:xfrm>
              <a:off x="1837918" y="5264825"/>
              <a:ext cx="10207" cy="45742"/>
            </a:xfrm>
            <a:custGeom>
              <a:avLst/>
              <a:gdLst/>
              <a:ahLst/>
              <a:cxnLst/>
              <a:rect l="0" t="0" r="0" b="0"/>
              <a:pathLst>
                <a:path w="10207" h="45742">
                  <a:moveTo>
                    <a:pt x="10207" y="0"/>
                  </a:moveTo>
                  <a:lnTo>
                    <a:pt x="0" y="4574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5" name="Input_receptor__394">
              <a:extLst>
                <a:ext uri="{FF2B5EF4-FFF2-40B4-BE49-F238E27FC236}">
                  <a16:creationId xmlns:a16="http://schemas.microsoft.com/office/drawing/2014/main" id="{C818F542-3471-D39B-24E9-ACE34776C06E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22248"/>
              <a:ext cx="24739" cy="34502"/>
            </a:xfrm>
            <a:custGeom>
              <a:avLst/>
              <a:gdLst/>
              <a:ahLst/>
              <a:cxnLst/>
              <a:rect l="0" t="0" r="0" b="0"/>
              <a:pathLst>
                <a:path w="24739" h="34502">
                  <a:moveTo>
                    <a:pt x="24739" y="0"/>
                  </a:moveTo>
                  <a:lnTo>
                    <a:pt x="0" y="3450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6" name="Input_receptor__395">
              <a:extLst>
                <a:ext uri="{FF2B5EF4-FFF2-40B4-BE49-F238E27FC236}">
                  <a16:creationId xmlns:a16="http://schemas.microsoft.com/office/drawing/2014/main" id="{8536C368-3532-EEEE-570F-6C8581C007B4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218793"/>
              <a:ext cx="11344" cy="2087"/>
            </a:xfrm>
            <a:custGeom>
              <a:avLst/>
              <a:gdLst/>
              <a:ahLst/>
              <a:cxnLst/>
              <a:rect l="0" t="0" r="0" b="0"/>
              <a:pathLst>
                <a:path w="11344" h="2087">
                  <a:moveTo>
                    <a:pt x="11344" y="0"/>
                  </a:moveTo>
                  <a:lnTo>
                    <a:pt x="0" y="2087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7" name="Input_receptor__396">
              <a:extLst>
                <a:ext uri="{FF2B5EF4-FFF2-40B4-BE49-F238E27FC236}">
                  <a16:creationId xmlns:a16="http://schemas.microsoft.com/office/drawing/2014/main" id="{6E8F0250-1B1E-BCE1-D715-7614CB0383F4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6386" cy="17651"/>
            </a:xfrm>
            <a:custGeom>
              <a:avLst/>
              <a:gdLst/>
              <a:ahLst/>
              <a:cxnLst/>
              <a:rect l="0" t="0" r="0" b="0"/>
              <a:pathLst>
                <a:path w="6386" h="17651">
                  <a:moveTo>
                    <a:pt x="6386" y="176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98" name="Input_receptor__397">
              <a:extLst>
                <a:ext uri="{FF2B5EF4-FFF2-40B4-BE49-F238E27FC236}">
                  <a16:creationId xmlns:a16="http://schemas.microsoft.com/office/drawing/2014/main" id="{4086624E-375A-A269-FE39-16A3783291B4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50145"/>
              <a:ext cx="22502" cy="20807"/>
            </a:xfrm>
            <a:custGeom>
              <a:avLst/>
              <a:gdLst/>
              <a:ahLst/>
              <a:cxnLst/>
              <a:rect l="0" t="0" r="0" b="0"/>
              <a:pathLst>
                <a:path w="22502" h="20807">
                  <a:moveTo>
                    <a:pt x="0" y="20807"/>
                  </a:moveTo>
                  <a:lnTo>
                    <a:pt x="2250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9" name="Input_receptor__398">
              <a:extLst>
                <a:ext uri="{FF2B5EF4-FFF2-40B4-BE49-F238E27FC236}">
                  <a16:creationId xmlns:a16="http://schemas.microsoft.com/office/drawing/2014/main" id="{98A771EC-9889-49EF-8467-27C348D2525A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47767"/>
              <a:ext cx="46871" cy="6980"/>
            </a:xfrm>
            <a:custGeom>
              <a:avLst/>
              <a:gdLst/>
              <a:ahLst/>
              <a:cxnLst/>
              <a:rect l="0" t="0" r="0" b="0"/>
              <a:pathLst>
                <a:path w="46871" h="6980">
                  <a:moveTo>
                    <a:pt x="46871" y="0"/>
                  </a:moveTo>
                  <a:lnTo>
                    <a:pt x="0" y="698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400" name="Input_receptor__399">
              <a:extLst>
                <a:ext uri="{FF2B5EF4-FFF2-40B4-BE49-F238E27FC236}">
                  <a16:creationId xmlns:a16="http://schemas.microsoft.com/office/drawing/2014/main" id="{E0939649-F3F9-A34A-9E4C-D18C8BACB34C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4257"/>
              <a:ext cx="45066" cy="14119"/>
            </a:xfrm>
            <a:custGeom>
              <a:avLst/>
              <a:gdLst/>
              <a:ahLst/>
              <a:cxnLst/>
              <a:rect l="0" t="0" r="0" b="0"/>
              <a:pathLst>
                <a:path w="45066" h="14119">
                  <a:moveTo>
                    <a:pt x="0" y="14119"/>
                  </a:moveTo>
                  <a:lnTo>
                    <a:pt x="45066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1" name="Input_receptor__400">
              <a:extLst>
                <a:ext uri="{FF2B5EF4-FFF2-40B4-BE49-F238E27FC236}">
                  <a16:creationId xmlns:a16="http://schemas.microsoft.com/office/drawing/2014/main" id="{2B36C070-686A-3EBC-32CF-2B449483030F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5008057"/>
              <a:ext cx="10318" cy="2271"/>
            </a:xfrm>
            <a:custGeom>
              <a:avLst/>
              <a:gdLst/>
              <a:ahLst/>
              <a:cxnLst/>
              <a:rect l="0" t="0" r="0" b="0"/>
              <a:pathLst>
                <a:path w="10318" h="2271">
                  <a:moveTo>
                    <a:pt x="10318" y="0"/>
                  </a:moveTo>
                  <a:lnTo>
                    <a:pt x="0" y="2271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2" name="Input_receptor__401">
              <a:extLst>
                <a:ext uri="{FF2B5EF4-FFF2-40B4-BE49-F238E27FC236}">
                  <a16:creationId xmlns:a16="http://schemas.microsoft.com/office/drawing/2014/main" id="{73981E8E-6A68-FC73-D431-C8B2D5BD7112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6257"/>
              <a:ext cx="15765" cy="20452"/>
            </a:xfrm>
            <a:custGeom>
              <a:avLst/>
              <a:gdLst/>
              <a:ahLst/>
              <a:cxnLst/>
              <a:rect l="0" t="0" r="0" b="0"/>
              <a:pathLst>
                <a:path w="15765" h="20452">
                  <a:moveTo>
                    <a:pt x="0" y="20452"/>
                  </a:moveTo>
                  <a:lnTo>
                    <a:pt x="15765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3" name="Input_receptor__402">
              <a:extLst>
                <a:ext uri="{FF2B5EF4-FFF2-40B4-BE49-F238E27FC236}">
                  <a16:creationId xmlns:a16="http://schemas.microsoft.com/office/drawing/2014/main" id="{90509B3D-E358-81E1-E3B9-8A18CBDAEF97}"/>
                </a:ext>
              </a:extLst>
            </p:cNvPr>
            <p:cNvSpPr>
              <a:spLocks noGrp="1"/>
            </p:cNvSpPr>
            <p:nvPr/>
          </p:nvSpPr>
          <p:spPr>
            <a:xfrm>
              <a:off x="1734635" y="5114089"/>
              <a:ext cx="3731" cy="42146"/>
            </a:xfrm>
            <a:custGeom>
              <a:avLst/>
              <a:gdLst/>
              <a:ahLst/>
              <a:cxnLst/>
              <a:rect l="0" t="0" r="0" b="0"/>
              <a:pathLst>
                <a:path w="3731" h="42146">
                  <a:moveTo>
                    <a:pt x="3731" y="42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4" name="Input_receptor__403">
              <a:extLst>
                <a:ext uri="{FF2B5EF4-FFF2-40B4-BE49-F238E27FC236}">
                  <a16:creationId xmlns:a16="http://schemas.microsoft.com/office/drawing/2014/main" id="{01EF9805-23E4-7904-C91E-F621D4921D76}"/>
                </a:ext>
              </a:extLst>
            </p:cNvPr>
            <p:cNvSpPr>
              <a:spLocks noGrp="1"/>
            </p:cNvSpPr>
            <p:nvPr/>
          </p:nvSpPr>
          <p:spPr>
            <a:xfrm>
              <a:off x="1560550" y="4903733"/>
              <a:ext cx="19685" cy="14991"/>
            </a:xfrm>
            <a:custGeom>
              <a:avLst/>
              <a:gdLst/>
              <a:ahLst/>
              <a:cxnLst/>
              <a:rect l="0" t="0" r="0" b="0"/>
              <a:pathLst>
                <a:path w="19685" h="14991">
                  <a:moveTo>
                    <a:pt x="0" y="14991"/>
                  </a:moveTo>
                  <a:lnTo>
                    <a:pt x="19685" y="0"/>
                  </a:lnTo>
                </a:path>
              </a:pathLst>
            </a:custGeom>
            <a:noFill/>
            <a:ln w="8096">
              <a:solidFill>
                <a:srgbClr val="758A98"/>
              </a:solidFill>
            </a:ln>
          </p:spPr>
        </p:sp>
        <p:sp>
          <p:nvSpPr>
            <p:cNvPr id="405" name="Input_receptor__404">
              <a:extLst>
                <a:ext uri="{FF2B5EF4-FFF2-40B4-BE49-F238E27FC236}">
                  <a16:creationId xmlns:a16="http://schemas.microsoft.com/office/drawing/2014/main" id="{E8E23327-0789-E9A5-DE3C-B2EAD8562E06}"/>
                </a:ext>
              </a:extLst>
            </p:cNvPr>
            <p:cNvSpPr>
              <a:spLocks noGrp="1"/>
            </p:cNvSpPr>
            <p:nvPr/>
          </p:nvSpPr>
          <p:spPr>
            <a:xfrm>
              <a:off x="1810790" y="5013342"/>
              <a:ext cx="10170" cy="36803"/>
            </a:xfrm>
            <a:custGeom>
              <a:avLst/>
              <a:gdLst/>
              <a:ahLst/>
              <a:cxnLst/>
              <a:rect l="0" t="0" r="0" b="0"/>
              <a:pathLst>
                <a:path w="10170" h="36803">
                  <a:moveTo>
                    <a:pt x="0" y="36803"/>
                  </a:moveTo>
                  <a:lnTo>
                    <a:pt x="10170" y="0"/>
                  </a:lnTo>
                </a:path>
              </a:pathLst>
            </a:custGeom>
            <a:noFill/>
            <a:ln w="20003">
              <a:solidFill>
                <a:srgbClr val="758A98"/>
              </a:solidFill>
            </a:ln>
          </p:spPr>
        </p:sp>
        <p:sp>
          <p:nvSpPr>
            <p:cNvPr id="406" name="Input_receptor__405">
              <a:extLst>
                <a:ext uri="{FF2B5EF4-FFF2-40B4-BE49-F238E27FC236}">
                  <a16:creationId xmlns:a16="http://schemas.microsoft.com/office/drawing/2014/main" id="{0A52F265-28FE-48B7-C672-89682D1D6EFC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37109" cy="14923"/>
            </a:xfrm>
            <a:custGeom>
              <a:avLst/>
              <a:gdLst/>
              <a:ahLst/>
              <a:cxnLst/>
              <a:rect l="0" t="0" r="0" b="0"/>
              <a:pathLst>
                <a:path w="37109" h="14923">
                  <a:moveTo>
                    <a:pt x="37109" y="149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7" name="Input_receptor__406">
              <a:extLst>
                <a:ext uri="{FF2B5EF4-FFF2-40B4-BE49-F238E27FC236}">
                  <a16:creationId xmlns:a16="http://schemas.microsoft.com/office/drawing/2014/main" id="{B109B4AD-695B-5488-5425-2BAB9F96F2AD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87735"/>
              <a:ext cx="43195" cy="6392"/>
            </a:xfrm>
            <a:custGeom>
              <a:avLst/>
              <a:gdLst/>
              <a:ahLst/>
              <a:cxnLst/>
              <a:rect l="0" t="0" r="0" b="0"/>
              <a:pathLst>
                <a:path w="43195" h="6392">
                  <a:moveTo>
                    <a:pt x="0" y="6392"/>
                  </a:moveTo>
                  <a:lnTo>
                    <a:pt x="43195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8" name="Input_receptor__407">
              <a:extLst>
                <a:ext uri="{FF2B5EF4-FFF2-40B4-BE49-F238E27FC236}">
                  <a16:creationId xmlns:a16="http://schemas.microsoft.com/office/drawing/2014/main" id="{1F7FEB7C-087E-7160-909A-8AA87B311241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580725"/>
              <a:ext cx="20722" cy="28885"/>
            </a:xfrm>
            <a:custGeom>
              <a:avLst/>
              <a:gdLst/>
              <a:ahLst/>
              <a:cxnLst/>
              <a:rect l="0" t="0" r="0" b="0"/>
              <a:pathLst>
                <a:path w="20722" h="28885">
                  <a:moveTo>
                    <a:pt x="20722" y="0"/>
                  </a:moveTo>
                  <a:lnTo>
                    <a:pt x="0" y="2888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9" name="Input_receptor__408">
              <a:extLst>
                <a:ext uri="{FF2B5EF4-FFF2-40B4-BE49-F238E27FC236}">
                  <a16:creationId xmlns:a16="http://schemas.microsoft.com/office/drawing/2014/main" id="{FCF9E3D5-7757-464A-9CC8-394AA6EED005}"/>
                </a:ext>
              </a:extLst>
            </p:cNvPr>
            <p:cNvSpPr>
              <a:spLocks noGrp="1"/>
            </p:cNvSpPr>
            <p:nvPr/>
          </p:nvSpPr>
          <p:spPr>
            <a:xfrm>
              <a:off x="1514510" y="5258443"/>
              <a:ext cx="30874" cy="28753"/>
            </a:xfrm>
            <a:custGeom>
              <a:avLst/>
              <a:gdLst/>
              <a:ahLst/>
              <a:cxnLst/>
              <a:rect l="0" t="0" r="0" b="0"/>
              <a:pathLst>
                <a:path w="30874" h="28753">
                  <a:moveTo>
                    <a:pt x="30874" y="28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0" name="Input_receptor__409">
              <a:extLst>
                <a:ext uri="{FF2B5EF4-FFF2-40B4-BE49-F238E27FC236}">
                  <a16:creationId xmlns:a16="http://schemas.microsoft.com/office/drawing/2014/main" id="{98911F0C-3F4C-0885-53D4-1D1A43893EDA}"/>
                </a:ext>
              </a:extLst>
            </p:cNvPr>
            <p:cNvSpPr>
              <a:spLocks noGrp="1"/>
            </p:cNvSpPr>
            <p:nvPr/>
          </p:nvSpPr>
          <p:spPr>
            <a:xfrm>
              <a:off x="1315273" y="5544970"/>
              <a:ext cx="8449" cy="35755"/>
            </a:xfrm>
            <a:custGeom>
              <a:avLst/>
              <a:gdLst/>
              <a:ahLst/>
              <a:cxnLst/>
              <a:rect l="0" t="0" r="0" b="0"/>
              <a:pathLst>
                <a:path w="8449" h="35755">
                  <a:moveTo>
                    <a:pt x="8449" y="0"/>
                  </a:moveTo>
                  <a:lnTo>
                    <a:pt x="0" y="3575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1" name="Input_receptor__410">
              <a:extLst>
                <a:ext uri="{FF2B5EF4-FFF2-40B4-BE49-F238E27FC236}">
                  <a16:creationId xmlns:a16="http://schemas.microsoft.com/office/drawing/2014/main" id="{1293AFA2-82C2-FACE-5C9D-A9076006A64C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9122"/>
              <a:ext cx="44970" cy="2178"/>
            </a:xfrm>
            <a:custGeom>
              <a:avLst/>
              <a:gdLst/>
              <a:ahLst/>
              <a:cxnLst/>
              <a:rect l="0" t="0" r="0" b="0"/>
              <a:pathLst>
                <a:path w="44970" h="2178">
                  <a:moveTo>
                    <a:pt x="44970" y="21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2" name="Input_receptor__411">
              <a:extLst>
                <a:ext uri="{FF2B5EF4-FFF2-40B4-BE49-F238E27FC236}">
                  <a16:creationId xmlns:a16="http://schemas.microsoft.com/office/drawing/2014/main" id="{1376BB05-F2D0-A76B-DDCF-01D9E45CF0C0}"/>
                </a:ext>
              </a:extLst>
            </p:cNvPr>
            <p:cNvSpPr>
              <a:spLocks noGrp="1"/>
            </p:cNvSpPr>
            <p:nvPr/>
          </p:nvSpPr>
          <p:spPr>
            <a:xfrm>
              <a:off x="1244685" y="5087735"/>
              <a:ext cx="16065" cy="38482"/>
            </a:xfrm>
            <a:custGeom>
              <a:avLst/>
              <a:gdLst/>
              <a:ahLst/>
              <a:cxnLst/>
              <a:rect l="0" t="0" r="0" b="0"/>
              <a:pathLst>
                <a:path w="16065" h="38482">
                  <a:moveTo>
                    <a:pt x="0" y="0"/>
                  </a:moveTo>
                  <a:lnTo>
                    <a:pt x="16065" y="38482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3" name="Input_receptor__412">
              <a:extLst>
                <a:ext uri="{FF2B5EF4-FFF2-40B4-BE49-F238E27FC236}">
                  <a16:creationId xmlns:a16="http://schemas.microsoft.com/office/drawing/2014/main" id="{66B6B70F-B87B-2A40-AB33-2F793190FB2A}"/>
                </a:ext>
              </a:extLst>
            </p:cNvPr>
            <p:cNvSpPr>
              <a:spLocks noGrp="1"/>
            </p:cNvSpPr>
            <p:nvPr/>
          </p:nvSpPr>
          <p:spPr>
            <a:xfrm>
              <a:off x="1565186" y="5353838"/>
              <a:ext cx="11718" cy="4450"/>
            </a:xfrm>
            <a:custGeom>
              <a:avLst/>
              <a:gdLst/>
              <a:ahLst/>
              <a:cxnLst/>
              <a:rect l="0" t="0" r="0" b="0"/>
              <a:pathLst>
                <a:path w="11718" h="4450">
                  <a:moveTo>
                    <a:pt x="11718" y="4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4" name="Input_receptor__413">
              <a:extLst>
                <a:ext uri="{FF2B5EF4-FFF2-40B4-BE49-F238E27FC236}">
                  <a16:creationId xmlns:a16="http://schemas.microsoft.com/office/drawing/2014/main" id="{70462592-DA77-B47F-F48F-3E410B2BE829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58443"/>
              <a:ext cx="37271" cy="13496"/>
            </a:xfrm>
            <a:custGeom>
              <a:avLst/>
              <a:gdLst/>
              <a:ahLst/>
              <a:cxnLst/>
              <a:rect l="0" t="0" r="0" b="0"/>
              <a:pathLst>
                <a:path w="37271" h="13496">
                  <a:moveTo>
                    <a:pt x="37271" y="0"/>
                  </a:moveTo>
                  <a:lnTo>
                    <a:pt x="0" y="13496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5" name="Input_receptor__414">
              <a:extLst>
                <a:ext uri="{FF2B5EF4-FFF2-40B4-BE49-F238E27FC236}">
                  <a16:creationId xmlns:a16="http://schemas.microsoft.com/office/drawing/2014/main" id="{7A436A63-8C04-7511-C92F-22A7B9E4B2CA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27656" cy="5821"/>
            </a:xfrm>
            <a:custGeom>
              <a:avLst/>
              <a:gdLst/>
              <a:ahLst/>
              <a:cxnLst/>
              <a:rect l="0" t="0" r="0" b="0"/>
              <a:pathLst>
                <a:path w="27656" h="5821">
                  <a:moveTo>
                    <a:pt x="27656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6" name="Input_receptor__415">
              <a:extLst>
                <a:ext uri="{FF2B5EF4-FFF2-40B4-BE49-F238E27FC236}">
                  <a16:creationId xmlns:a16="http://schemas.microsoft.com/office/drawing/2014/main" id="{DAE5B413-6C07-E914-2E55-A151035815BE}"/>
                </a:ext>
              </a:extLst>
            </p:cNvPr>
            <p:cNvSpPr>
              <a:spLocks noGrp="1"/>
            </p:cNvSpPr>
            <p:nvPr/>
          </p:nvSpPr>
          <p:spPr>
            <a:xfrm>
              <a:off x="1625297" y="4879740"/>
              <a:ext cx="23162" cy="21331"/>
            </a:xfrm>
            <a:custGeom>
              <a:avLst/>
              <a:gdLst/>
              <a:ahLst/>
              <a:cxnLst/>
              <a:rect l="0" t="0" r="0" b="0"/>
              <a:pathLst>
                <a:path w="23162" h="21331">
                  <a:moveTo>
                    <a:pt x="0" y="0"/>
                  </a:moveTo>
                  <a:lnTo>
                    <a:pt x="23162" y="2133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7" name="Input_receptor__416">
              <a:extLst>
                <a:ext uri="{FF2B5EF4-FFF2-40B4-BE49-F238E27FC236}">
                  <a16:creationId xmlns:a16="http://schemas.microsoft.com/office/drawing/2014/main" id="{0BCAAFF8-A038-58E5-2A28-6E7579809766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26217"/>
              <a:ext cx="35234" cy="28728"/>
            </a:xfrm>
            <a:custGeom>
              <a:avLst/>
              <a:gdLst/>
              <a:ahLst/>
              <a:cxnLst/>
              <a:rect l="0" t="0" r="0" b="0"/>
              <a:pathLst>
                <a:path w="35234" h="28728">
                  <a:moveTo>
                    <a:pt x="35234" y="0"/>
                  </a:moveTo>
                  <a:lnTo>
                    <a:pt x="0" y="28728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8" name="Input_receptor__417">
              <a:extLst>
                <a:ext uri="{FF2B5EF4-FFF2-40B4-BE49-F238E27FC236}">
                  <a16:creationId xmlns:a16="http://schemas.microsoft.com/office/drawing/2014/main" id="{445C5BB1-7F6E-C2D2-5E06-D227D2DD66C8}"/>
                </a:ext>
              </a:extLst>
            </p:cNvPr>
            <p:cNvSpPr>
              <a:spLocks noGrp="1"/>
            </p:cNvSpPr>
            <p:nvPr/>
          </p:nvSpPr>
          <p:spPr>
            <a:xfrm>
              <a:off x="1690992" y="5156234"/>
              <a:ext cx="47373" cy="7909"/>
            </a:xfrm>
            <a:custGeom>
              <a:avLst/>
              <a:gdLst/>
              <a:ahLst/>
              <a:cxnLst/>
              <a:rect l="0" t="0" r="0" b="0"/>
              <a:pathLst>
                <a:path w="47373" h="7909">
                  <a:moveTo>
                    <a:pt x="0" y="7909"/>
                  </a:moveTo>
                  <a:lnTo>
                    <a:pt x="4737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9" name="Input_receptor__418">
              <a:extLst>
                <a:ext uri="{FF2B5EF4-FFF2-40B4-BE49-F238E27FC236}">
                  <a16:creationId xmlns:a16="http://schemas.microsoft.com/office/drawing/2014/main" id="{F55460FA-A2CB-B7E0-104A-B33FFD109E9F}"/>
                </a:ext>
              </a:extLst>
            </p:cNvPr>
            <p:cNvSpPr>
              <a:spLocks noGrp="1"/>
            </p:cNvSpPr>
            <p:nvPr/>
          </p:nvSpPr>
          <p:spPr>
            <a:xfrm>
              <a:off x="1594639" y="4860019"/>
              <a:ext cx="30657" cy="19721"/>
            </a:xfrm>
            <a:custGeom>
              <a:avLst/>
              <a:gdLst/>
              <a:ahLst/>
              <a:cxnLst/>
              <a:rect l="0" t="0" r="0" b="0"/>
              <a:pathLst>
                <a:path w="30657" h="19721">
                  <a:moveTo>
                    <a:pt x="0" y="0"/>
                  </a:moveTo>
                  <a:lnTo>
                    <a:pt x="30657" y="1972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0" name="Input_receptor__419">
              <a:extLst>
                <a:ext uri="{FF2B5EF4-FFF2-40B4-BE49-F238E27FC236}">
                  <a16:creationId xmlns:a16="http://schemas.microsoft.com/office/drawing/2014/main" id="{AEEFBDB9-1EB1-F205-5F43-3CA860222014}"/>
                </a:ext>
              </a:extLst>
            </p:cNvPr>
            <p:cNvSpPr>
              <a:spLocks noGrp="1"/>
            </p:cNvSpPr>
            <p:nvPr/>
          </p:nvSpPr>
          <p:spPr>
            <a:xfrm>
              <a:off x="1778229" y="4947767"/>
              <a:ext cx="16276" cy="25966"/>
            </a:xfrm>
            <a:custGeom>
              <a:avLst/>
              <a:gdLst/>
              <a:ahLst/>
              <a:cxnLst/>
              <a:rect l="0" t="0" r="0" b="0"/>
              <a:pathLst>
                <a:path w="16276" h="25966">
                  <a:moveTo>
                    <a:pt x="16276" y="25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1" name="Input_receptor__420">
              <a:extLst>
                <a:ext uri="{FF2B5EF4-FFF2-40B4-BE49-F238E27FC236}">
                  <a16:creationId xmlns:a16="http://schemas.microsoft.com/office/drawing/2014/main" id="{D0FD3812-3736-9219-0515-1120D55C9AA9}"/>
                </a:ext>
              </a:extLst>
            </p:cNvPr>
            <p:cNvSpPr>
              <a:spLocks noGrp="1"/>
            </p:cNvSpPr>
            <p:nvPr/>
          </p:nvSpPr>
          <p:spPr>
            <a:xfrm>
              <a:off x="1419697" y="5560717"/>
              <a:ext cx="24948" cy="29897"/>
            </a:xfrm>
            <a:custGeom>
              <a:avLst/>
              <a:gdLst/>
              <a:ahLst/>
              <a:cxnLst/>
              <a:rect l="0" t="0" r="0" b="0"/>
              <a:pathLst>
                <a:path w="24948" h="29897">
                  <a:moveTo>
                    <a:pt x="0" y="0"/>
                  </a:moveTo>
                  <a:lnTo>
                    <a:pt x="24948" y="29897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2" name="Input_receptor__421">
              <a:extLst>
                <a:ext uri="{FF2B5EF4-FFF2-40B4-BE49-F238E27FC236}">
                  <a16:creationId xmlns:a16="http://schemas.microsoft.com/office/drawing/2014/main" id="{4C05AB10-52B8-06D4-3FC1-C76E65FD63FB}"/>
                </a:ext>
              </a:extLst>
            </p:cNvPr>
            <p:cNvSpPr>
              <a:spLocks noGrp="1"/>
            </p:cNvSpPr>
            <p:nvPr/>
          </p:nvSpPr>
          <p:spPr>
            <a:xfrm>
              <a:off x="1272977" y="5484257"/>
              <a:ext cx="15235" cy="26353"/>
            </a:xfrm>
            <a:custGeom>
              <a:avLst/>
              <a:gdLst/>
              <a:ahLst/>
              <a:cxnLst/>
              <a:rect l="0" t="0" r="0" b="0"/>
              <a:pathLst>
                <a:path w="15235" h="26353">
                  <a:moveTo>
                    <a:pt x="0" y="0"/>
                  </a:moveTo>
                  <a:lnTo>
                    <a:pt x="15235" y="26353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3" name="Input_receptor__422">
              <a:extLst>
                <a:ext uri="{FF2B5EF4-FFF2-40B4-BE49-F238E27FC236}">
                  <a16:creationId xmlns:a16="http://schemas.microsoft.com/office/drawing/2014/main" id="{1151EAE9-A6D2-64C0-3563-4103A60C1E69}"/>
                </a:ext>
              </a:extLst>
            </p:cNvPr>
            <p:cNvSpPr>
              <a:spLocks noGrp="1"/>
            </p:cNvSpPr>
            <p:nvPr/>
          </p:nvSpPr>
          <p:spPr>
            <a:xfrm>
              <a:off x="1131874" y="5161300"/>
              <a:ext cx="11248" cy="32233"/>
            </a:xfrm>
            <a:custGeom>
              <a:avLst/>
              <a:gdLst/>
              <a:ahLst/>
              <a:cxnLst/>
              <a:rect l="0" t="0" r="0" b="0"/>
              <a:pathLst>
                <a:path w="11248" h="32233">
                  <a:moveTo>
                    <a:pt x="11248" y="322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4" name="Input_receptor__423">
              <a:extLst>
                <a:ext uri="{FF2B5EF4-FFF2-40B4-BE49-F238E27FC236}">
                  <a16:creationId xmlns:a16="http://schemas.microsoft.com/office/drawing/2014/main" id="{9A2ABA3A-1AFC-092D-8741-FEC7D6CA21B0}"/>
                </a:ext>
              </a:extLst>
            </p:cNvPr>
            <p:cNvSpPr>
              <a:spLocks noGrp="1"/>
            </p:cNvSpPr>
            <p:nvPr/>
          </p:nvSpPr>
          <p:spPr>
            <a:xfrm>
              <a:off x="1515521" y="5287196"/>
              <a:ext cx="29863" cy="37487"/>
            </a:xfrm>
            <a:custGeom>
              <a:avLst/>
              <a:gdLst/>
              <a:ahLst/>
              <a:cxnLst/>
              <a:rect l="0" t="0" r="0" b="0"/>
              <a:pathLst>
                <a:path w="29863" h="37487">
                  <a:moveTo>
                    <a:pt x="0" y="37487"/>
                  </a:moveTo>
                  <a:lnTo>
                    <a:pt x="2986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5" name="Input_receptor__424">
              <a:extLst>
                <a:ext uri="{FF2B5EF4-FFF2-40B4-BE49-F238E27FC236}">
                  <a16:creationId xmlns:a16="http://schemas.microsoft.com/office/drawing/2014/main" id="{0210DC12-EDA3-80AB-260E-55CA6856F58D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60515"/>
              <a:ext cx="43122" cy="9308"/>
            </a:xfrm>
            <a:custGeom>
              <a:avLst/>
              <a:gdLst/>
              <a:ahLst/>
              <a:cxnLst/>
              <a:rect l="0" t="0" r="0" b="0"/>
              <a:pathLst>
                <a:path w="43122" h="9308">
                  <a:moveTo>
                    <a:pt x="0" y="0"/>
                  </a:moveTo>
                  <a:lnTo>
                    <a:pt x="43122" y="9308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6" name="Input_receptor__425">
              <a:extLst>
                <a:ext uri="{FF2B5EF4-FFF2-40B4-BE49-F238E27FC236}">
                  <a16:creationId xmlns:a16="http://schemas.microsoft.com/office/drawing/2014/main" id="{BAE9048C-817D-3B73-428F-C60F3D43F475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62196"/>
              <a:ext cx="3846" cy="7082"/>
            </a:xfrm>
            <a:custGeom>
              <a:avLst/>
              <a:gdLst/>
              <a:ahLst/>
              <a:cxnLst/>
              <a:rect l="0" t="0" r="0" b="0"/>
              <a:pathLst>
                <a:path w="3846" h="7082">
                  <a:moveTo>
                    <a:pt x="3846" y="7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7" name="Input_receptor__426">
              <a:extLst>
                <a:ext uri="{FF2B5EF4-FFF2-40B4-BE49-F238E27FC236}">
                  <a16:creationId xmlns:a16="http://schemas.microsoft.com/office/drawing/2014/main" id="{914B3913-F69B-2F40-A3DF-0D41EE6A7505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209210"/>
              <a:ext cx="13965" cy="31648"/>
            </a:xfrm>
            <a:custGeom>
              <a:avLst/>
              <a:gdLst/>
              <a:ahLst/>
              <a:cxnLst/>
              <a:rect l="0" t="0" r="0" b="0"/>
              <a:pathLst>
                <a:path w="13965" h="31648">
                  <a:moveTo>
                    <a:pt x="13965" y="316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8"/>
              </a:solidFill>
            </a:ln>
          </p:spPr>
        </p:sp>
        <p:sp>
          <p:nvSpPr>
            <p:cNvPr id="428" name="Input_receptor__427">
              <a:extLst>
                <a:ext uri="{FF2B5EF4-FFF2-40B4-BE49-F238E27FC236}">
                  <a16:creationId xmlns:a16="http://schemas.microsoft.com/office/drawing/2014/main" id="{52C677F9-DC3C-42DD-F1AD-1294A5BE8505}"/>
                </a:ext>
              </a:extLst>
            </p:cNvPr>
            <p:cNvSpPr>
              <a:spLocks noGrp="1"/>
            </p:cNvSpPr>
            <p:nvPr/>
          </p:nvSpPr>
          <p:spPr>
            <a:xfrm>
              <a:off x="1211242" y="5435679"/>
              <a:ext cx="38493" cy="4464"/>
            </a:xfrm>
            <a:custGeom>
              <a:avLst/>
              <a:gdLst/>
              <a:ahLst/>
              <a:cxnLst/>
              <a:rect l="0" t="0" r="0" b="0"/>
              <a:pathLst>
                <a:path w="38493" h="4464">
                  <a:moveTo>
                    <a:pt x="0" y="0"/>
                  </a:moveTo>
                  <a:lnTo>
                    <a:pt x="38493" y="4464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29" name="Input_receptor__428">
              <a:extLst>
                <a:ext uri="{FF2B5EF4-FFF2-40B4-BE49-F238E27FC236}">
                  <a16:creationId xmlns:a16="http://schemas.microsoft.com/office/drawing/2014/main" id="{0CB74629-DD46-7B72-E7A5-74E82F063F08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14085"/>
              <a:ext cx="22841" cy="12428"/>
            </a:xfrm>
            <a:custGeom>
              <a:avLst/>
              <a:gdLst/>
              <a:ahLst/>
              <a:cxnLst/>
              <a:rect l="0" t="0" r="0" b="0"/>
              <a:pathLst>
                <a:path w="22841" h="12428">
                  <a:moveTo>
                    <a:pt x="22841" y="0"/>
                  </a:moveTo>
                  <a:lnTo>
                    <a:pt x="0" y="12428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0" name="Input_receptor__429">
              <a:extLst>
                <a:ext uri="{FF2B5EF4-FFF2-40B4-BE49-F238E27FC236}">
                  <a16:creationId xmlns:a16="http://schemas.microsoft.com/office/drawing/2014/main" id="{0E2E0DD7-0A4D-FE53-1D54-15C7EDBC71E7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35679"/>
              <a:ext cx="29746" cy="12887"/>
            </a:xfrm>
            <a:custGeom>
              <a:avLst/>
              <a:gdLst/>
              <a:ahLst/>
              <a:cxnLst/>
              <a:rect l="0" t="0" r="0" b="0"/>
              <a:pathLst>
                <a:path w="29746" h="12887">
                  <a:moveTo>
                    <a:pt x="0" y="12887"/>
                  </a:moveTo>
                  <a:lnTo>
                    <a:pt x="29746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1" name="Input_receptor__430">
              <a:extLst>
                <a:ext uri="{FF2B5EF4-FFF2-40B4-BE49-F238E27FC236}">
                  <a16:creationId xmlns:a16="http://schemas.microsoft.com/office/drawing/2014/main" id="{70CB28E8-46E4-284D-48BB-1452E2E43C9F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10610"/>
              <a:ext cx="28052" cy="36486"/>
            </a:xfrm>
            <a:custGeom>
              <a:avLst/>
              <a:gdLst/>
              <a:ahLst/>
              <a:cxnLst/>
              <a:rect l="0" t="0" r="0" b="0"/>
              <a:pathLst>
                <a:path w="28052" h="36486">
                  <a:moveTo>
                    <a:pt x="28052" y="0"/>
                  </a:moveTo>
                  <a:lnTo>
                    <a:pt x="0" y="3648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2" name="Input_receptor__431">
              <a:extLst>
                <a:ext uri="{FF2B5EF4-FFF2-40B4-BE49-F238E27FC236}">
                  <a16:creationId xmlns:a16="http://schemas.microsoft.com/office/drawing/2014/main" id="{812B707C-864B-463F-1E7F-A4A30E183D46}"/>
                </a:ext>
              </a:extLst>
            </p:cNvPr>
            <p:cNvSpPr>
              <a:spLocks noGrp="1"/>
            </p:cNvSpPr>
            <p:nvPr/>
          </p:nvSpPr>
          <p:spPr>
            <a:xfrm>
              <a:off x="1667104" y="5269823"/>
              <a:ext cx="17822" cy="27981"/>
            </a:xfrm>
            <a:custGeom>
              <a:avLst/>
              <a:gdLst/>
              <a:ahLst/>
              <a:cxnLst/>
              <a:rect l="0" t="0" r="0" b="0"/>
              <a:pathLst>
                <a:path w="17822" h="27981">
                  <a:moveTo>
                    <a:pt x="0" y="0"/>
                  </a:moveTo>
                  <a:lnTo>
                    <a:pt x="17822" y="2798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3" name="Input_receptor__432">
              <a:extLst>
                <a:ext uri="{FF2B5EF4-FFF2-40B4-BE49-F238E27FC236}">
                  <a16:creationId xmlns:a16="http://schemas.microsoft.com/office/drawing/2014/main" id="{9E39AAE6-A2AA-1A4B-129A-87B3098A7741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193533"/>
              <a:ext cx="37963" cy="27348"/>
            </a:xfrm>
            <a:custGeom>
              <a:avLst/>
              <a:gdLst/>
              <a:ahLst/>
              <a:cxnLst/>
              <a:rect l="0" t="0" r="0" b="0"/>
              <a:pathLst>
                <a:path w="37963" h="27348">
                  <a:moveTo>
                    <a:pt x="0" y="27348"/>
                  </a:moveTo>
                  <a:lnTo>
                    <a:pt x="37963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4" name="Input_receptor__433">
              <a:extLst>
                <a:ext uri="{FF2B5EF4-FFF2-40B4-BE49-F238E27FC236}">
                  <a16:creationId xmlns:a16="http://schemas.microsoft.com/office/drawing/2014/main" id="{8D5802C6-F33B-D358-A4A6-644C45DB6C94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33583"/>
              <a:ext cx="490" cy="21164"/>
            </a:xfrm>
            <a:custGeom>
              <a:avLst/>
              <a:gdLst/>
              <a:ahLst/>
              <a:cxnLst/>
              <a:rect l="0" t="0" r="0" b="0"/>
              <a:pathLst>
                <a:path w="490" h="21164">
                  <a:moveTo>
                    <a:pt x="0" y="21164"/>
                  </a:moveTo>
                  <a:lnTo>
                    <a:pt x="490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5" name="Input_receptor__434">
              <a:extLst>
                <a:ext uri="{FF2B5EF4-FFF2-40B4-BE49-F238E27FC236}">
                  <a16:creationId xmlns:a16="http://schemas.microsoft.com/office/drawing/2014/main" id="{490F7443-DF4B-AE47-CC8D-73B98E25741D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56750"/>
              <a:ext cx="29830" cy="2533"/>
            </a:xfrm>
            <a:custGeom>
              <a:avLst/>
              <a:gdLst/>
              <a:ahLst/>
              <a:cxnLst/>
              <a:rect l="0" t="0" r="0" b="0"/>
              <a:pathLst>
                <a:path w="29830" h="2533">
                  <a:moveTo>
                    <a:pt x="0" y="0"/>
                  </a:moveTo>
                  <a:lnTo>
                    <a:pt x="29830" y="2533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6" name="Input_receptor__435">
              <a:extLst>
                <a:ext uri="{FF2B5EF4-FFF2-40B4-BE49-F238E27FC236}">
                  <a16:creationId xmlns:a16="http://schemas.microsoft.com/office/drawing/2014/main" id="{EE388F81-CB0F-524C-A39D-13BD08D888A1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77690"/>
              <a:ext cx="23988" cy="41034"/>
            </a:xfrm>
            <a:custGeom>
              <a:avLst/>
              <a:gdLst/>
              <a:ahLst/>
              <a:cxnLst/>
              <a:rect l="0" t="0" r="0" b="0"/>
              <a:pathLst>
                <a:path w="23988" h="41034">
                  <a:moveTo>
                    <a:pt x="0" y="0"/>
                  </a:moveTo>
                  <a:lnTo>
                    <a:pt x="23988" y="41034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7" name="Input_receptor__436">
              <a:extLst>
                <a:ext uri="{FF2B5EF4-FFF2-40B4-BE49-F238E27FC236}">
                  <a16:creationId xmlns:a16="http://schemas.microsoft.com/office/drawing/2014/main" id="{C8FE6A58-4680-38BF-13E4-5162C1F44170}"/>
                </a:ext>
              </a:extLst>
            </p:cNvPr>
            <p:cNvSpPr>
              <a:spLocks noGrp="1"/>
            </p:cNvSpPr>
            <p:nvPr/>
          </p:nvSpPr>
          <p:spPr>
            <a:xfrm>
              <a:off x="1206970" y="5264267"/>
              <a:ext cx="47817" cy="3401"/>
            </a:xfrm>
            <a:custGeom>
              <a:avLst/>
              <a:gdLst/>
              <a:ahLst/>
              <a:cxnLst/>
              <a:rect l="0" t="0" r="0" b="0"/>
              <a:pathLst>
                <a:path w="47817" h="3401">
                  <a:moveTo>
                    <a:pt x="0" y="0"/>
                  </a:moveTo>
                  <a:lnTo>
                    <a:pt x="47817" y="340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8" name="Input_receptor__437">
              <a:extLst>
                <a:ext uri="{FF2B5EF4-FFF2-40B4-BE49-F238E27FC236}">
                  <a16:creationId xmlns:a16="http://schemas.microsoft.com/office/drawing/2014/main" id="{46DCE8D2-5956-2E70-AB6C-30CC8676A2AF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4973732"/>
              <a:ext cx="30538" cy="36595"/>
            </a:xfrm>
            <a:custGeom>
              <a:avLst/>
              <a:gdLst/>
              <a:ahLst/>
              <a:cxnLst/>
              <a:rect l="0" t="0" r="0" b="0"/>
              <a:pathLst>
                <a:path w="30538" h="36595">
                  <a:moveTo>
                    <a:pt x="0" y="36595"/>
                  </a:moveTo>
                  <a:lnTo>
                    <a:pt x="3053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9" name="Input_receptor__438">
              <a:extLst>
                <a:ext uri="{FF2B5EF4-FFF2-40B4-BE49-F238E27FC236}">
                  <a16:creationId xmlns:a16="http://schemas.microsoft.com/office/drawing/2014/main" id="{35513BC5-FDBD-1D7C-2E34-B31D662C2541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3047"/>
              <a:ext cx="5723" cy="15329"/>
            </a:xfrm>
            <a:custGeom>
              <a:avLst/>
              <a:gdLst/>
              <a:ahLst/>
              <a:cxnLst/>
              <a:rect l="0" t="0" r="0" b="0"/>
              <a:pathLst>
                <a:path w="5723" h="15329">
                  <a:moveTo>
                    <a:pt x="5723" y="0"/>
                  </a:moveTo>
                  <a:lnTo>
                    <a:pt x="0" y="15329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0" name="Input_receptor__439">
              <a:extLst>
                <a:ext uri="{FF2B5EF4-FFF2-40B4-BE49-F238E27FC236}">
                  <a16:creationId xmlns:a16="http://schemas.microsoft.com/office/drawing/2014/main" id="{2FEF3259-32DB-9753-4C15-86CC391923D4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96417"/>
              <a:ext cx="28388" cy="18884"/>
            </a:xfrm>
            <a:custGeom>
              <a:avLst/>
              <a:gdLst/>
              <a:ahLst/>
              <a:cxnLst/>
              <a:rect l="0" t="0" r="0" b="0"/>
              <a:pathLst>
                <a:path w="28388" h="18884">
                  <a:moveTo>
                    <a:pt x="0" y="18884"/>
                  </a:moveTo>
                  <a:lnTo>
                    <a:pt x="283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1" name="Input_receptor__440">
              <a:extLst>
                <a:ext uri="{FF2B5EF4-FFF2-40B4-BE49-F238E27FC236}">
                  <a16:creationId xmlns:a16="http://schemas.microsoft.com/office/drawing/2014/main" id="{08CE5BD4-63DD-CB54-0994-EC58431A4C28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1070"/>
              <a:ext cx="47988" cy="5575"/>
            </a:xfrm>
            <a:custGeom>
              <a:avLst/>
              <a:gdLst/>
              <a:ahLst/>
              <a:cxnLst/>
              <a:rect l="0" t="0" r="0" b="0"/>
              <a:pathLst>
                <a:path w="47988" h="5575">
                  <a:moveTo>
                    <a:pt x="0" y="5575"/>
                  </a:moveTo>
                  <a:lnTo>
                    <a:pt x="479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2" name="Input_receptor__441">
              <a:extLst>
                <a:ext uri="{FF2B5EF4-FFF2-40B4-BE49-F238E27FC236}">
                  <a16:creationId xmlns:a16="http://schemas.microsoft.com/office/drawing/2014/main" id="{22BFB092-308F-0A1C-404F-A0CE2A9F3BB7}"/>
                </a:ext>
              </a:extLst>
            </p:cNvPr>
            <p:cNvSpPr>
              <a:spLocks noGrp="1"/>
            </p:cNvSpPr>
            <p:nvPr/>
          </p:nvSpPr>
          <p:spPr>
            <a:xfrm>
              <a:off x="1294005" y="5151256"/>
              <a:ext cx="47154" cy="9756"/>
            </a:xfrm>
            <a:custGeom>
              <a:avLst/>
              <a:gdLst/>
              <a:ahLst/>
              <a:cxnLst/>
              <a:rect l="0" t="0" r="0" b="0"/>
              <a:pathLst>
                <a:path w="47154" h="9756">
                  <a:moveTo>
                    <a:pt x="47154" y="0"/>
                  </a:moveTo>
                  <a:lnTo>
                    <a:pt x="0" y="975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3" name="Input_receptor__442">
              <a:extLst>
                <a:ext uri="{FF2B5EF4-FFF2-40B4-BE49-F238E27FC236}">
                  <a16:creationId xmlns:a16="http://schemas.microsoft.com/office/drawing/2014/main" id="{9F573266-F722-AC8D-B14E-BA54F79BD834}"/>
                </a:ext>
              </a:extLst>
            </p:cNvPr>
            <p:cNvSpPr>
              <a:spLocks noGrp="1"/>
            </p:cNvSpPr>
            <p:nvPr/>
          </p:nvSpPr>
          <p:spPr>
            <a:xfrm>
              <a:off x="1721340" y="4863309"/>
              <a:ext cx="35243" cy="30007"/>
            </a:xfrm>
            <a:custGeom>
              <a:avLst/>
              <a:gdLst/>
              <a:ahLst/>
              <a:cxnLst/>
              <a:rect l="0" t="0" r="0" b="0"/>
              <a:pathLst>
                <a:path w="35243" h="30007">
                  <a:moveTo>
                    <a:pt x="35243" y="30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4" name="Input_receptor__443">
              <a:extLst>
                <a:ext uri="{FF2B5EF4-FFF2-40B4-BE49-F238E27FC236}">
                  <a16:creationId xmlns:a16="http://schemas.microsoft.com/office/drawing/2014/main" id="{1DE18359-13E6-80D2-98EC-3410437C8ECD}"/>
                </a:ext>
              </a:extLst>
            </p:cNvPr>
            <p:cNvSpPr>
              <a:spLocks noGrp="1"/>
            </p:cNvSpPr>
            <p:nvPr/>
          </p:nvSpPr>
          <p:spPr>
            <a:xfrm>
              <a:off x="1434370" y="4658347"/>
              <a:ext cx="34276" cy="33004"/>
            </a:xfrm>
            <a:custGeom>
              <a:avLst/>
              <a:gdLst/>
              <a:ahLst/>
              <a:cxnLst/>
              <a:rect l="0" t="0" r="0" b="0"/>
              <a:pathLst>
                <a:path w="34276" h="33004">
                  <a:moveTo>
                    <a:pt x="0" y="33004"/>
                  </a:moveTo>
                  <a:lnTo>
                    <a:pt x="34276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5" name="Input_receptor__444">
              <a:extLst>
                <a:ext uri="{FF2B5EF4-FFF2-40B4-BE49-F238E27FC236}">
                  <a16:creationId xmlns:a16="http://schemas.microsoft.com/office/drawing/2014/main" id="{B5CAE3AF-582B-6D49-1B9D-8C048DDAA6B7}"/>
                </a:ext>
              </a:extLst>
            </p:cNvPr>
            <p:cNvSpPr>
              <a:spLocks noGrp="1"/>
            </p:cNvSpPr>
            <p:nvPr/>
          </p:nvSpPr>
          <p:spPr>
            <a:xfrm>
              <a:off x="1106686" y="5093642"/>
              <a:ext cx="29182" cy="25318"/>
            </a:xfrm>
            <a:custGeom>
              <a:avLst/>
              <a:gdLst/>
              <a:ahLst/>
              <a:cxnLst/>
              <a:rect l="0" t="0" r="0" b="0"/>
              <a:pathLst>
                <a:path w="29182" h="25318">
                  <a:moveTo>
                    <a:pt x="29182" y="25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6" name="Input_receptor__445">
              <a:extLst>
                <a:ext uri="{FF2B5EF4-FFF2-40B4-BE49-F238E27FC236}">
                  <a16:creationId xmlns:a16="http://schemas.microsoft.com/office/drawing/2014/main" id="{0E46638D-3320-D0FC-6CF6-95B018422A1A}"/>
                </a:ext>
              </a:extLst>
            </p:cNvPr>
            <p:cNvSpPr>
              <a:spLocks noGrp="1"/>
            </p:cNvSpPr>
            <p:nvPr/>
          </p:nvSpPr>
          <p:spPr>
            <a:xfrm>
              <a:off x="1148875" y="5381821"/>
              <a:ext cx="45801" cy="13954"/>
            </a:xfrm>
            <a:custGeom>
              <a:avLst/>
              <a:gdLst/>
              <a:ahLst/>
              <a:cxnLst/>
              <a:rect l="0" t="0" r="0" b="0"/>
              <a:pathLst>
                <a:path w="45801" h="13954">
                  <a:moveTo>
                    <a:pt x="0" y="13954"/>
                  </a:moveTo>
                  <a:lnTo>
                    <a:pt x="4580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7" name="Input_receptor__446">
              <a:extLst>
                <a:ext uri="{FF2B5EF4-FFF2-40B4-BE49-F238E27FC236}">
                  <a16:creationId xmlns:a16="http://schemas.microsoft.com/office/drawing/2014/main" id="{94B452FD-E6EA-A560-4CE7-1708160B5DFF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24303" cy="28072"/>
            </a:xfrm>
            <a:custGeom>
              <a:avLst/>
              <a:gdLst/>
              <a:ahLst/>
              <a:cxnLst/>
              <a:rect l="0" t="0" r="0" b="0"/>
              <a:pathLst>
                <a:path w="24303" h="28072">
                  <a:moveTo>
                    <a:pt x="0" y="0"/>
                  </a:moveTo>
                  <a:lnTo>
                    <a:pt x="24303" y="28072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48" name="Input_receptor__447">
              <a:extLst>
                <a:ext uri="{FF2B5EF4-FFF2-40B4-BE49-F238E27FC236}">
                  <a16:creationId xmlns:a16="http://schemas.microsoft.com/office/drawing/2014/main" id="{6F48D6A2-0278-D3B2-AAAA-E241428E990A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3284"/>
              <a:ext cx="33707" cy="23425"/>
            </a:xfrm>
            <a:custGeom>
              <a:avLst/>
              <a:gdLst/>
              <a:ahLst/>
              <a:cxnLst/>
              <a:rect l="0" t="0" r="0" b="0"/>
              <a:pathLst>
                <a:path w="33707" h="23425">
                  <a:moveTo>
                    <a:pt x="33707" y="0"/>
                  </a:moveTo>
                  <a:lnTo>
                    <a:pt x="0" y="23425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9" name="Input_receptor__448">
              <a:extLst>
                <a:ext uri="{FF2B5EF4-FFF2-40B4-BE49-F238E27FC236}">
                  <a16:creationId xmlns:a16="http://schemas.microsoft.com/office/drawing/2014/main" id="{99AA678C-B991-3E43-C99A-36539EDD32CA}"/>
                </a:ext>
              </a:extLst>
            </p:cNvPr>
            <p:cNvSpPr>
              <a:spLocks noGrp="1"/>
            </p:cNvSpPr>
            <p:nvPr/>
          </p:nvSpPr>
          <p:spPr>
            <a:xfrm>
              <a:off x="1576904" y="5358287"/>
              <a:ext cx="14384" cy="45013"/>
            </a:xfrm>
            <a:custGeom>
              <a:avLst/>
              <a:gdLst/>
              <a:ahLst/>
              <a:cxnLst/>
              <a:rect l="0" t="0" r="0" b="0"/>
              <a:pathLst>
                <a:path w="14384" h="45013">
                  <a:moveTo>
                    <a:pt x="14384" y="45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50" name="Input_receptor__449">
              <a:extLst>
                <a:ext uri="{FF2B5EF4-FFF2-40B4-BE49-F238E27FC236}">
                  <a16:creationId xmlns:a16="http://schemas.microsoft.com/office/drawing/2014/main" id="{477A4BDC-198C-F5DB-1E5E-A808B57E7074}"/>
                </a:ext>
              </a:extLst>
            </p:cNvPr>
            <p:cNvSpPr>
              <a:spLocks noGrp="1"/>
            </p:cNvSpPr>
            <p:nvPr/>
          </p:nvSpPr>
          <p:spPr>
            <a:xfrm>
              <a:off x="1254787" y="5267668"/>
              <a:ext cx="3189" cy="46417"/>
            </a:xfrm>
            <a:custGeom>
              <a:avLst/>
              <a:gdLst/>
              <a:ahLst/>
              <a:cxnLst/>
              <a:rect l="0" t="0" r="0" b="0"/>
              <a:pathLst>
                <a:path w="3189" h="46417">
                  <a:moveTo>
                    <a:pt x="0" y="0"/>
                  </a:moveTo>
                  <a:lnTo>
                    <a:pt x="3189" y="46417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1" name="Input_receptor__450">
              <a:extLst>
                <a:ext uri="{FF2B5EF4-FFF2-40B4-BE49-F238E27FC236}">
                  <a16:creationId xmlns:a16="http://schemas.microsoft.com/office/drawing/2014/main" id="{B5193F63-7317-F3C6-3851-2E3AE1F7FE68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94127"/>
              <a:ext cx="18652" cy="2430"/>
            </a:xfrm>
            <a:custGeom>
              <a:avLst/>
              <a:gdLst/>
              <a:ahLst/>
              <a:cxnLst/>
              <a:rect l="0" t="0" r="0" b="0"/>
              <a:pathLst>
                <a:path w="18652" h="2430">
                  <a:moveTo>
                    <a:pt x="18652" y="24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2" name="Input_receptor__451">
              <a:extLst>
                <a:ext uri="{FF2B5EF4-FFF2-40B4-BE49-F238E27FC236}">
                  <a16:creationId xmlns:a16="http://schemas.microsoft.com/office/drawing/2014/main" id="{80FA2486-84D5-D7A1-4061-77BA68689A78}"/>
                </a:ext>
              </a:extLst>
            </p:cNvPr>
            <p:cNvSpPr>
              <a:spLocks noGrp="1"/>
            </p:cNvSpPr>
            <p:nvPr/>
          </p:nvSpPr>
          <p:spPr>
            <a:xfrm>
              <a:off x="1807087" y="5211070"/>
              <a:ext cx="12287" cy="42214"/>
            </a:xfrm>
            <a:custGeom>
              <a:avLst/>
              <a:gdLst/>
              <a:ahLst/>
              <a:cxnLst/>
              <a:rect l="0" t="0" r="0" b="0"/>
              <a:pathLst>
                <a:path w="12287" h="42214">
                  <a:moveTo>
                    <a:pt x="0" y="0"/>
                  </a:moveTo>
                  <a:lnTo>
                    <a:pt x="12287" y="42214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3" name="Input_receptor__452">
              <a:extLst>
                <a:ext uri="{FF2B5EF4-FFF2-40B4-BE49-F238E27FC236}">
                  <a16:creationId xmlns:a16="http://schemas.microsoft.com/office/drawing/2014/main" id="{0C9BE23C-B93E-2C6F-1440-38BC101CC659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83666"/>
              <a:ext cx="29716" cy="9976"/>
            </a:xfrm>
            <a:custGeom>
              <a:avLst/>
              <a:gdLst/>
              <a:ahLst/>
              <a:cxnLst/>
              <a:rect l="0" t="0" r="0" b="0"/>
              <a:pathLst>
                <a:path w="29716" h="9976">
                  <a:moveTo>
                    <a:pt x="29716" y="99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4" name="Input_receptor__453">
              <a:extLst>
                <a:ext uri="{FF2B5EF4-FFF2-40B4-BE49-F238E27FC236}">
                  <a16:creationId xmlns:a16="http://schemas.microsoft.com/office/drawing/2014/main" id="{36C19F53-8824-967B-6A88-B811709CB3B7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3954"/>
              <a:ext cx="17961" cy="5168"/>
            </a:xfrm>
            <a:custGeom>
              <a:avLst/>
              <a:gdLst/>
              <a:ahLst/>
              <a:cxnLst/>
              <a:rect l="0" t="0" r="0" b="0"/>
              <a:pathLst>
                <a:path w="17961" h="5168">
                  <a:moveTo>
                    <a:pt x="0" y="5168"/>
                  </a:moveTo>
                  <a:lnTo>
                    <a:pt x="1796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5" name="Input_receptor__454">
              <a:extLst>
                <a:ext uri="{FF2B5EF4-FFF2-40B4-BE49-F238E27FC236}">
                  <a16:creationId xmlns:a16="http://schemas.microsoft.com/office/drawing/2014/main" id="{3FA4DD4D-D5C1-7934-8E46-7AE209E13ECA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22349" cy="14222"/>
            </a:xfrm>
            <a:custGeom>
              <a:avLst/>
              <a:gdLst/>
              <a:ahLst/>
              <a:cxnLst/>
              <a:rect l="0" t="0" r="0" b="0"/>
              <a:pathLst>
                <a:path w="22349" h="14222">
                  <a:moveTo>
                    <a:pt x="0" y="0"/>
                  </a:moveTo>
                  <a:lnTo>
                    <a:pt x="22349" y="14222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6" name="Input_receptor__455">
              <a:extLst>
                <a:ext uri="{FF2B5EF4-FFF2-40B4-BE49-F238E27FC236}">
                  <a16:creationId xmlns:a16="http://schemas.microsoft.com/office/drawing/2014/main" id="{5AE51A25-EB64-65AA-8539-AB2EE4B69BDC}"/>
                </a:ext>
              </a:extLst>
            </p:cNvPr>
            <p:cNvSpPr>
              <a:spLocks noGrp="1"/>
            </p:cNvSpPr>
            <p:nvPr/>
          </p:nvSpPr>
          <p:spPr>
            <a:xfrm>
              <a:off x="1341159" y="5151256"/>
              <a:ext cx="8540" cy="45161"/>
            </a:xfrm>
            <a:custGeom>
              <a:avLst/>
              <a:gdLst/>
              <a:ahLst/>
              <a:cxnLst/>
              <a:rect l="0" t="0" r="0" b="0"/>
              <a:pathLst>
                <a:path w="8540" h="45161">
                  <a:moveTo>
                    <a:pt x="8540" y="45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7" name="Input_receptor__456">
              <a:extLst>
                <a:ext uri="{FF2B5EF4-FFF2-40B4-BE49-F238E27FC236}">
                  <a16:creationId xmlns:a16="http://schemas.microsoft.com/office/drawing/2014/main" id="{F6E3EABE-7FB3-1545-DC9E-699DAB31CAC6}"/>
                </a:ext>
              </a:extLst>
            </p:cNvPr>
            <p:cNvSpPr>
              <a:spLocks noGrp="1"/>
            </p:cNvSpPr>
            <p:nvPr/>
          </p:nvSpPr>
          <p:spPr>
            <a:xfrm>
              <a:off x="1640849" y="5199226"/>
              <a:ext cx="36560" cy="23361"/>
            </a:xfrm>
            <a:custGeom>
              <a:avLst/>
              <a:gdLst/>
              <a:ahLst/>
              <a:cxnLst/>
              <a:rect l="0" t="0" r="0" b="0"/>
              <a:pathLst>
                <a:path w="36560" h="23361">
                  <a:moveTo>
                    <a:pt x="0" y="0"/>
                  </a:moveTo>
                  <a:lnTo>
                    <a:pt x="36560" y="23361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58" name="Input_receptor__457">
              <a:extLst>
                <a:ext uri="{FF2B5EF4-FFF2-40B4-BE49-F238E27FC236}">
                  <a16:creationId xmlns:a16="http://schemas.microsoft.com/office/drawing/2014/main" id="{4D45680B-258B-B263-F157-C17B7B00B8AB}"/>
                </a:ext>
              </a:extLst>
            </p:cNvPr>
            <p:cNvSpPr>
              <a:spLocks noGrp="1"/>
            </p:cNvSpPr>
            <p:nvPr/>
          </p:nvSpPr>
          <p:spPr>
            <a:xfrm>
              <a:off x="1689969" y="4863309"/>
              <a:ext cx="31371" cy="12671"/>
            </a:xfrm>
            <a:custGeom>
              <a:avLst/>
              <a:gdLst/>
              <a:ahLst/>
              <a:cxnLst/>
              <a:rect l="0" t="0" r="0" b="0"/>
              <a:pathLst>
                <a:path w="31371" h="12671">
                  <a:moveTo>
                    <a:pt x="31371" y="0"/>
                  </a:moveTo>
                  <a:lnTo>
                    <a:pt x="0" y="12671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59" name="Input_receptor__458">
              <a:extLst>
                <a:ext uri="{FF2B5EF4-FFF2-40B4-BE49-F238E27FC236}">
                  <a16:creationId xmlns:a16="http://schemas.microsoft.com/office/drawing/2014/main" id="{64012CFD-4069-F6E1-79A7-E79365D11505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08417"/>
              <a:ext cx="27040" cy="33989"/>
            </a:xfrm>
            <a:custGeom>
              <a:avLst/>
              <a:gdLst/>
              <a:ahLst/>
              <a:cxnLst/>
              <a:rect l="0" t="0" r="0" b="0"/>
              <a:pathLst>
                <a:path w="27040" h="33989">
                  <a:moveTo>
                    <a:pt x="0" y="33989"/>
                  </a:moveTo>
                  <a:lnTo>
                    <a:pt x="2704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0" name="Input_receptor__459">
              <a:extLst>
                <a:ext uri="{FF2B5EF4-FFF2-40B4-BE49-F238E27FC236}">
                  <a16:creationId xmlns:a16="http://schemas.microsoft.com/office/drawing/2014/main" id="{78208A53-EBD7-B956-05C0-F9990D4D54A0}"/>
                </a:ext>
              </a:extLst>
            </p:cNvPr>
            <p:cNvSpPr>
              <a:spLocks noGrp="1"/>
            </p:cNvSpPr>
            <p:nvPr/>
          </p:nvSpPr>
          <p:spPr>
            <a:xfrm>
              <a:off x="1737939" y="5050434"/>
              <a:ext cx="23192" cy="40966"/>
            </a:xfrm>
            <a:custGeom>
              <a:avLst/>
              <a:gdLst/>
              <a:ahLst/>
              <a:cxnLst/>
              <a:rect l="0" t="0" r="0" b="0"/>
              <a:pathLst>
                <a:path w="23192" h="40966">
                  <a:moveTo>
                    <a:pt x="23192" y="40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1" name="Input_receptor__460">
              <a:extLst>
                <a:ext uri="{FF2B5EF4-FFF2-40B4-BE49-F238E27FC236}">
                  <a16:creationId xmlns:a16="http://schemas.microsoft.com/office/drawing/2014/main" id="{B7A32720-685D-EBC3-C49D-C30A373D634A}"/>
                </a:ext>
              </a:extLst>
            </p:cNvPr>
            <p:cNvSpPr>
              <a:spLocks noGrp="1"/>
            </p:cNvSpPr>
            <p:nvPr/>
          </p:nvSpPr>
          <p:spPr>
            <a:xfrm>
              <a:off x="1357813" y="5408417"/>
              <a:ext cx="38116" cy="15245"/>
            </a:xfrm>
            <a:custGeom>
              <a:avLst/>
              <a:gdLst/>
              <a:ahLst/>
              <a:cxnLst/>
              <a:rect l="0" t="0" r="0" b="0"/>
              <a:pathLst>
                <a:path w="38116" h="15245">
                  <a:moveTo>
                    <a:pt x="0" y="0"/>
                  </a:moveTo>
                  <a:lnTo>
                    <a:pt x="38116" y="1524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2" name="Input_receptor__461">
              <a:extLst>
                <a:ext uri="{FF2B5EF4-FFF2-40B4-BE49-F238E27FC236}">
                  <a16:creationId xmlns:a16="http://schemas.microsoft.com/office/drawing/2014/main" id="{5BF71E84-CFEE-92E2-F6D5-A92E2F30867E}"/>
                </a:ext>
              </a:extLst>
            </p:cNvPr>
            <p:cNvSpPr>
              <a:spLocks noGrp="1"/>
            </p:cNvSpPr>
            <p:nvPr/>
          </p:nvSpPr>
          <p:spPr>
            <a:xfrm>
              <a:off x="1253392" y="5676661"/>
              <a:ext cx="40439" cy="17213"/>
            </a:xfrm>
            <a:custGeom>
              <a:avLst/>
              <a:gdLst/>
              <a:ahLst/>
              <a:cxnLst/>
              <a:rect l="0" t="0" r="0" b="0"/>
              <a:pathLst>
                <a:path w="40439" h="17213">
                  <a:moveTo>
                    <a:pt x="40439" y="1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3" name="Input_receptor__462">
              <a:extLst>
                <a:ext uri="{FF2B5EF4-FFF2-40B4-BE49-F238E27FC236}">
                  <a16:creationId xmlns:a16="http://schemas.microsoft.com/office/drawing/2014/main" id="{EB5C2766-2A94-73AD-68AF-C28D8421EB30}"/>
                </a:ext>
              </a:extLst>
            </p:cNvPr>
            <p:cNvSpPr>
              <a:spLocks noGrp="1"/>
            </p:cNvSpPr>
            <p:nvPr/>
          </p:nvSpPr>
          <p:spPr>
            <a:xfrm>
              <a:off x="1591288" y="5389804"/>
              <a:ext cx="46274" cy="13496"/>
            </a:xfrm>
            <a:custGeom>
              <a:avLst/>
              <a:gdLst/>
              <a:ahLst/>
              <a:cxnLst/>
              <a:rect l="0" t="0" r="0" b="0"/>
              <a:pathLst>
                <a:path w="46274" h="13496">
                  <a:moveTo>
                    <a:pt x="46274" y="0"/>
                  </a:moveTo>
                  <a:lnTo>
                    <a:pt x="0" y="13496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4" name="Input_receptor__463">
              <a:extLst>
                <a:ext uri="{FF2B5EF4-FFF2-40B4-BE49-F238E27FC236}">
                  <a16:creationId xmlns:a16="http://schemas.microsoft.com/office/drawing/2014/main" id="{BB8C2B49-9EC5-1F86-C1D2-4E0F09FC74E6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66906"/>
              <a:ext cx="25559" cy="5032"/>
            </a:xfrm>
            <a:custGeom>
              <a:avLst/>
              <a:gdLst/>
              <a:ahLst/>
              <a:cxnLst/>
              <a:rect l="0" t="0" r="0" b="0"/>
              <a:pathLst>
                <a:path w="25559" h="5032">
                  <a:moveTo>
                    <a:pt x="0" y="5032"/>
                  </a:moveTo>
                  <a:lnTo>
                    <a:pt x="2555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5" name="Input_receptor__464">
              <a:extLst>
                <a:ext uri="{FF2B5EF4-FFF2-40B4-BE49-F238E27FC236}">
                  <a16:creationId xmlns:a16="http://schemas.microsoft.com/office/drawing/2014/main" id="{84DD500F-4625-E483-B0BC-B62F25AB2D33}"/>
                </a:ext>
              </a:extLst>
            </p:cNvPr>
            <p:cNvSpPr>
              <a:spLocks noGrp="1"/>
            </p:cNvSpPr>
            <p:nvPr/>
          </p:nvSpPr>
          <p:spPr>
            <a:xfrm>
              <a:off x="1731848" y="4893315"/>
              <a:ext cx="24735" cy="40268"/>
            </a:xfrm>
            <a:custGeom>
              <a:avLst/>
              <a:gdLst/>
              <a:ahLst/>
              <a:cxnLst/>
              <a:rect l="0" t="0" r="0" b="0"/>
              <a:pathLst>
                <a:path w="24735" h="40268">
                  <a:moveTo>
                    <a:pt x="0" y="40268"/>
                  </a:moveTo>
                  <a:lnTo>
                    <a:pt x="24735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6" name="Input_receptor__465">
              <a:extLst>
                <a:ext uri="{FF2B5EF4-FFF2-40B4-BE49-F238E27FC236}">
                  <a16:creationId xmlns:a16="http://schemas.microsoft.com/office/drawing/2014/main" id="{F0F9B2EE-6E46-1439-5396-11F387BAD2E6}"/>
                </a:ext>
              </a:extLst>
            </p:cNvPr>
            <p:cNvSpPr>
              <a:spLocks noGrp="1"/>
            </p:cNvSpPr>
            <p:nvPr/>
          </p:nvSpPr>
          <p:spPr>
            <a:xfrm>
              <a:off x="1473826" y="5206151"/>
              <a:ext cx="43871" cy="17034"/>
            </a:xfrm>
            <a:custGeom>
              <a:avLst/>
              <a:gdLst/>
              <a:ahLst/>
              <a:cxnLst/>
              <a:rect l="0" t="0" r="0" b="0"/>
              <a:pathLst>
                <a:path w="43871" h="17034">
                  <a:moveTo>
                    <a:pt x="43871" y="17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7" name="Input_receptor__466">
              <a:extLst>
                <a:ext uri="{FF2B5EF4-FFF2-40B4-BE49-F238E27FC236}">
                  <a16:creationId xmlns:a16="http://schemas.microsoft.com/office/drawing/2014/main" id="{6613F732-1FFE-04F2-6B4B-DBD988B70E61}"/>
                </a:ext>
              </a:extLst>
            </p:cNvPr>
            <p:cNvSpPr>
              <a:spLocks noGrp="1"/>
            </p:cNvSpPr>
            <p:nvPr/>
          </p:nvSpPr>
          <p:spPr>
            <a:xfrm>
              <a:off x="1233634" y="5440143"/>
              <a:ext cx="16102" cy="42905"/>
            </a:xfrm>
            <a:custGeom>
              <a:avLst/>
              <a:gdLst/>
              <a:ahLst/>
              <a:cxnLst/>
              <a:rect l="0" t="0" r="0" b="0"/>
              <a:pathLst>
                <a:path w="16102" h="42905">
                  <a:moveTo>
                    <a:pt x="16102" y="0"/>
                  </a:moveTo>
                  <a:lnTo>
                    <a:pt x="0" y="4290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8" name="Input_receptor__467">
              <a:extLst>
                <a:ext uri="{FF2B5EF4-FFF2-40B4-BE49-F238E27FC236}">
                  <a16:creationId xmlns:a16="http://schemas.microsoft.com/office/drawing/2014/main" id="{A1219B5F-DAA0-966E-16E4-A9B6B8688C4A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37483"/>
              <a:ext cx="4762" cy="40207"/>
            </a:xfrm>
            <a:custGeom>
              <a:avLst/>
              <a:gdLst/>
              <a:ahLst/>
              <a:cxnLst/>
              <a:rect l="0" t="0" r="0" b="0"/>
              <a:pathLst>
                <a:path w="4762" h="40207">
                  <a:moveTo>
                    <a:pt x="4762" y="0"/>
                  </a:moveTo>
                  <a:lnTo>
                    <a:pt x="0" y="40207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9" name="Input_receptor__468">
              <a:extLst>
                <a:ext uri="{FF2B5EF4-FFF2-40B4-BE49-F238E27FC236}">
                  <a16:creationId xmlns:a16="http://schemas.microsoft.com/office/drawing/2014/main" id="{C84153B5-8E6A-BE1A-D801-7CB0D854F8F1}"/>
                </a:ext>
              </a:extLst>
            </p:cNvPr>
            <p:cNvSpPr>
              <a:spLocks noGrp="1"/>
            </p:cNvSpPr>
            <p:nvPr/>
          </p:nvSpPr>
          <p:spPr>
            <a:xfrm>
              <a:off x="1444646" y="5561811"/>
              <a:ext cx="18139" cy="28803"/>
            </a:xfrm>
            <a:custGeom>
              <a:avLst/>
              <a:gdLst/>
              <a:ahLst/>
              <a:cxnLst/>
              <a:rect l="0" t="0" r="0" b="0"/>
              <a:pathLst>
                <a:path w="18139" h="28803">
                  <a:moveTo>
                    <a:pt x="0" y="28803"/>
                  </a:moveTo>
                  <a:lnTo>
                    <a:pt x="1813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70" name="Input_receptor__469">
              <a:extLst>
                <a:ext uri="{FF2B5EF4-FFF2-40B4-BE49-F238E27FC236}">
                  <a16:creationId xmlns:a16="http://schemas.microsoft.com/office/drawing/2014/main" id="{F88EEB64-E123-0A33-E392-F38DF27058B3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809686"/>
              <a:ext cx="38370" cy="2916"/>
            </a:xfrm>
            <a:custGeom>
              <a:avLst/>
              <a:gdLst/>
              <a:ahLst/>
              <a:cxnLst/>
              <a:rect l="0" t="0" r="0" b="0"/>
              <a:pathLst>
                <a:path w="38370" h="2916">
                  <a:moveTo>
                    <a:pt x="0" y="2916"/>
                  </a:moveTo>
                  <a:lnTo>
                    <a:pt x="38370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1" name="Input_receptor__470">
              <a:extLst>
                <a:ext uri="{FF2B5EF4-FFF2-40B4-BE49-F238E27FC236}">
                  <a16:creationId xmlns:a16="http://schemas.microsoft.com/office/drawing/2014/main" id="{9E35D996-A4D4-1B47-9464-12F953454649}"/>
                </a:ext>
              </a:extLst>
            </p:cNvPr>
            <p:cNvSpPr>
              <a:spLocks noGrp="1"/>
            </p:cNvSpPr>
            <p:nvPr/>
          </p:nvSpPr>
          <p:spPr>
            <a:xfrm>
              <a:off x="1468646" y="4658347"/>
              <a:ext cx="29183" cy="14334"/>
            </a:xfrm>
            <a:custGeom>
              <a:avLst/>
              <a:gdLst/>
              <a:ahLst/>
              <a:cxnLst/>
              <a:rect l="0" t="0" r="0" b="0"/>
              <a:pathLst>
                <a:path w="29183" h="14334">
                  <a:moveTo>
                    <a:pt x="0" y="0"/>
                  </a:moveTo>
                  <a:lnTo>
                    <a:pt x="29183" y="14334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2" name="Input_receptor__471">
              <a:extLst>
                <a:ext uri="{FF2B5EF4-FFF2-40B4-BE49-F238E27FC236}">
                  <a16:creationId xmlns:a16="http://schemas.microsoft.com/office/drawing/2014/main" id="{5A214B90-F538-9489-9CD4-5D1EC3A9A0F1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64267"/>
              <a:ext cx="10385" cy="17103"/>
            </a:xfrm>
            <a:custGeom>
              <a:avLst/>
              <a:gdLst/>
              <a:ahLst/>
              <a:cxnLst/>
              <a:rect l="0" t="0" r="0" b="0"/>
              <a:pathLst>
                <a:path w="10385" h="17103">
                  <a:moveTo>
                    <a:pt x="0" y="17103"/>
                  </a:moveTo>
                  <a:lnTo>
                    <a:pt x="10385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3" name="Input_receptor__472">
              <a:extLst>
                <a:ext uri="{FF2B5EF4-FFF2-40B4-BE49-F238E27FC236}">
                  <a16:creationId xmlns:a16="http://schemas.microsoft.com/office/drawing/2014/main" id="{52E906CF-B483-3436-2542-49340F68508F}"/>
                </a:ext>
              </a:extLst>
            </p:cNvPr>
            <p:cNvSpPr>
              <a:spLocks noGrp="1"/>
            </p:cNvSpPr>
            <p:nvPr/>
          </p:nvSpPr>
          <p:spPr>
            <a:xfrm>
              <a:off x="1368978" y="5311507"/>
              <a:ext cx="6627" cy="47776"/>
            </a:xfrm>
            <a:custGeom>
              <a:avLst/>
              <a:gdLst/>
              <a:ahLst/>
              <a:cxnLst/>
              <a:rect l="0" t="0" r="0" b="0"/>
              <a:pathLst>
                <a:path w="6627" h="47776">
                  <a:moveTo>
                    <a:pt x="0" y="47776"/>
                  </a:moveTo>
                  <a:lnTo>
                    <a:pt x="6627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4" name="Input_receptor__473">
              <a:extLst>
                <a:ext uri="{FF2B5EF4-FFF2-40B4-BE49-F238E27FC236}">
                  <a16:creationId xmlns:a16="http://schemas.microsoft.com/office/drawing/2014/main" id="{24829811-1D4A-55AB-3579-80B73118F01A}"/>
                </a:ext>
              </a:extLst>
            </p:cNvPr>
            <p:cNvSpPr>
              <a:spLocks noGrp="1"/>
            </p:cNvSpPr>
            <p:nvPr/>
          </p:nvSpPr>
          <p:spPr>
            <a:xfrm>
              <a:off x="1328992" y="5299454"/>
              <a:ext cx="46613" cy="12054"/>
            </a:xfrm>
            <a:custGeom>
              <a:avLst/>
              <a:gdLst/>
              <a:ahLst/>
              <a:cxnLst/>
              <a:rect l="0" t="0" r="0" b="0"/>
              <a:pathLst>
                <a:path w="46613" h="12054">
                  <a:moveTo>
                    <a:pt x="46613" y="120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5" name="Input_receptor__474">
              <a:extLst>
                <a:ext uri="{FF2B5EF4-FFF2-40B4-BE49-F238E27FC236}">
                  <a16:creationId xmlns:a16="http://schemas.microsoft.com/office/drawing/2014/main" id="{FEF3E0FD-258D-E80F-40DE-7820CDBB7C6C}"/>
                </a:ext>
              </a:extLst>
            </p:cNvPr>
            <p:cNvSpPr>
              <a:spLocks noGrp="1"/>
            </p:cNvSpPr>
            <p:nvPr/>
          </p:nvSpPr>
          <p:spPr>
            <a:xfrm>
              <a:off x="1087881" y="4988047"/>
              <a:ext cx="27851" cy="38587"/>
            </a:xfrm>
            <a:custGeom>
              <a:avLst/>
              <a:gdLst/>
              <a:ahLst/>
              <a:cxnLst/>
              <a:rect l="0" t="0" r="0" b="0"/>
              <a:pathLst>
                <a:path w="27851" h="38587">
                  <a:moveTo>
                    <a:pt x="27851" y="385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76" name="Input_receptor__475">
              <a:extLst>
                <a:ext uri="{FF2B5EF4-FFF2-40B4-BE49-F238E27FC236}">
                  <a16:creationId xmlns:a16="http://schemas.microsoft.com/office/drawing/2014/main" id="{9CDF1209-67F9-0AB2-74BC-D23A1D0CB0CE}"/>
                </a:ext>
              </a:extLst>
            </p:cNvPr>
            <p:cNvSpPr>
              <a:spLocks noGrp="1"/>
            </p:cNvSpPr>
            <p:nvPr/>
          </p:nvSpPr>
          <p:spPr>
            <a:xfrm>
              <a:off x="1384902" y="5423661"/>
              <a:ext cx="11027" cy="45617"/>
            </a:xfrm>
            <a:custGeom>
              <a:avLst/>
              <a:gdLst/>
              <a:ahLst/>
              <a:cxnLst/>
              <a:rect l="0" t="0" r="0" b="0"/>
              <a:pathLst>
                <a:path w="11027" h="45617">
                  <a:moveTo>
                    <a:pt x="11027" y="0"/>
                  </a:moveTo>
                  <a:lnTo>
                    <a:pt x="0" y="45617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7" name="Input_receptor__476">
              <a:extLst>
                <a:ext uri="{FF2B5EF4-FFF2-40B4-BE49-F238E27FC236}">
                  <a16:creationId xmlns:a16="http://schemas.microsoft.com/office/drawing/2014/main" id="{7A30D9D0-5795-A3CA-4ADC-7DC95D977C3A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50913"/>
              <a:ext cx="20813" cy="9602"/>
            </a:xfrm>
            <a:custGeom>
              <a:avLst/>
              <a:gdLst/>
              <a:ahLst/>
              <a:cxnLst/>
              <a:rect l="0" t="0" r="0" b="0"/>
              <a:pathLst>
                <a:path w="20813" h="9602">
                  <a:moveTo>
                    <a:pt x="20813" y="0"/>
                  </a:moveTo>
                  <a:lnTo>
                    <a:pt x="0" y="960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8" name="Input_receptor__477">
              <a:extLst>
                <a:ext uri="{FF2B5EF4-FFF2-40B4-BE49-F238E27FC236}">
                  <a16:creationId xmlns:a16="http://schemas.microsoft.com/office/drawing/2014/main" id="{60E93030-1674-2778-DE4B-67A213FFD998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93778"/>
              <a:ext cx="22609" cy="5448"/>
            </a:xfrm>
            <a:custGeom>
              <a:avLst/>
              <a:gdLst/>
              <a:ahLst/>
              <a:cxnLst/>
              <a:rect l="0" t="0" r="0" b="0"/>
              <a:pathLst>
                <a:path w="22609" h="5448">
                  <a:moveTo>
                    <a:pt x="0" y="0"/>
                  </a:moveTo>
                  <a:lnTo>
                    <a:pt x="22609" y="5448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9" name="Input_receptor__478">
              <a:extLst>
                <a:ext uri="{FF2B5EF4-FFF2-40B4-BE49-F238E27FC236}">
                  <a16:creationId xmlns:a16="http://schemas.microsoft.com/office/drawing/2014/main" id="{B89FA770-4916-BDA4-B1C2-595DC9FAE260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61013"/>
              <a:ext cx="3172" cy="16351"/>
            </a:xfrm>
            <a:custGeom>
              <a:avLst/>
              <a:gdLst/>
              <a:ahLst/>
              <a:cxnLst/>
              <a:rect l="0" t="0" r="0" b="0"/>
              <a:pathLst>
                <a:path w="3172" h="16351">
                  <a:moveTo>
                    <a:pt x="3172" y="0"/>
                  </a:moveTo>
                  <a:lnTo>
                    <a:pt x="0" y="1635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0" name="Input_receptor__479">
              <a:extLst>
                <a:ext uri="{FF2B5EF4-FFF2-40B4-BE49-F238E27FC236}">
                  <a16:creationId xmlns:a16="http://schemas.microsoft.com/office/drawing/2014/main" id="{F0C81504-64DC-9EAC-F681-3E6598594EAF}"/>
                </a:ext>
              </a:extLst>
            </p:cNvPr>
            <p:cNvSpPr>
              <a:spLocks noGrp="1"/>
            </p:cNvSpPr>
            <p:nvPr/>
          </p:nvSpPr>
          <p:spPr>
            <a:xfrm>
              <a:off x="1644412" y="5297803"/>
              <a:ext cx="40515" cy="22381"/>
            </a:xfrm>
            <a:custGeom>
              <a:avLst/>
              <a:gdLst/>
              <a:ahLst/>
              <a:cxnLst/>
              <a:rect l="0" t="0" r="0" b="0"/>
              <a:pathLst>
                <a:path w="40515" h="22381">
                  <a:moveTo>
                    <a:pt x="40515" y="0"/>
                  </a:moveTo>
                  <a:lnTo>
                    <a:pt x="0" y="2238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1" name="Input_receptor__480">
              <a:extLst>
                <a:ext uri="{FF2B5EF4-FFF2-40B4-BE49-F238E27FC236}">
                  <a16:creationId xmlns:a16="http://schemas.microsoft.com/office/drawing/2014/main" id="{941259F4-2F91-057C-646D-D987F51F474E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76661"/>
              <a:ext cx="28064" cy="14773"/>
            </a:xfrm>
            <a:custGeom>
              <a:avLst/>
              <a:gdLst/>
              <a:ahLst/>
              <a:cxnLst/>
              <a:rect l="0" t="0" r="0" b="0"/>
              <a:pathLst>
                <a:path w="28064" h="14773">
                  <a:moveTo>
                    <a:pt x="28064" y="0"/>
                  </a:moveTo>
                  <a:lnTo>
                    <a:pt x="0" y="14773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2" name="Input_receptor__481">
              <a:extLst>
                <a:ext uri="{FF2B5EF4-FFF2-40B4-BE49-F238E27FC236}">
                  <a16:creationId xmlns:a16="http://schemas.microsoft.com/office/drawing/2014/main" id="{819CC6BC-B676-5D84-74E1-9A963EBA09AC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186122"/>
              <a:ext cx="31094" cy="23089"/>
            </a:xfrm>
            <a:custGeom>
              <a:avLst/>
              <a:gdLst/>
              <a:ahLst/>
              <a:cxnLst/>
              <a:rect l="0" t="0" r="0" b="0"/>
              <a:pathLst>
                <a:path w="31094" h="23089">
                  <a:moveTo>
                    <a:pt x="0" y="23089"/>
                  </a:moveTo>
                  <a:lnTo>
                    <a:pt x="31094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83" name="Input_receptor__482">
              <a:extLst>
                <a:ext uri="{FF2B5EF4-FFF2-40B4-BE49-F238E27FC236}">
                  <a16:creationId xmlns:a16="http://schemas.microsoft.com/office/drawing/2014/main" id="{0DD08337-4A4A-4BF3-2173-08DB9DFA9A29}"/>
                </a:ext>
              </a:extLst>
            </p:cNvPr>
            <p:cNvSpPr>
              <a:spLocks noGrp="1"/>
            </p:cNvSpPr>
            <p:nvPr/>
          </p:nvSpPr>
          <p:spPr>
            <a:xfrm>
              <a:off x="1719875" y="5091400"/>
              <a:ext cx="41256" cy="21987"/>
            </a:xfrm>
            <a:custGeom>
              <a:avLst/>
              <a:gdLst/>
              <a:ahLst/>
              <a:cxnLst/>
              <a:rect l="0" t="0" r="0" b="0"/>
              <a:pathLst>
                <a:path w="41256" h="21987">
                  <a:moveTo>
                    <a:pt x="0" y="21987"/>
                  </a:moveTo>
                  <a:lnTo>
                    <a:pt x="41256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4" name="Input_receptor__483">
              <a:extLst>
                <a:ext uri="{FF2B5EF4-FFF2-40B4-BE49-F238E27FC236}">
                  <a16:creationId xmlns:a16="http://schemas.microsoft.com/office/drawing/2014/main" id="{2F0B1BC3-83D9-B355-8E13-B8290B517D5D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6645"/>
              <a:ext cx="2331" cy="12400"/>
            </a:xfrm>
            <a:custGeom>
              <a:avLst/>
              <a:gdLst/>
              <a:ahLst/>
              <a:cxnLst/>
              <a:rect l="0" t="0" r="0" b="0"/>
              <a:pathLst>
                <a:path w="2331" h="12400">
                  <a:moveTo>
                    <a:pt x="2331" y="1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5" name="Input_receptor__484">
              <a:extLst>
                <a:ext uri="{FF2B5EF4-FFF2-40B4-BE49-F238E27FC236}">
                  <a16:creationId xmlns:a16="http://schemas.microsoft.com/office/drawing/2014/main" id="{89FBF2BB-CF8F-05C7-5EBB-68F272CC5F7E}"/>
                </a:ext>
              </a:extLst>
            </p:cNvPr>
            <p:cNvSpPr>
              <a:spLocks noGrp="1"/>
            </p:cNvSpPr>
            <p:nvPr/>
          </p:nvSpPr>
          <p:spPr>
            <a:xfrm>
              <a:off x="1104866" y="5118960"/>
              <a:ext cx="31003" cy="34994"/>
            </a:xfrm>
            <a:custGeom>
              <a:avLst/>
              <a:gdLst/>
              <a:ahLst/>
              <a:cxnLst/>
              <a:rect l="0" t="0" r="0" b="0"/>
              <a:pathLst>
                <a:path w="31003" h="34994">
                  <a:moveTo>
                    <a:pt x="0" y="34994"/>
                  </a:moveTo>
                  <a:lnTo>
                    <a:pt x="31003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6" name="Input_receptor__485">
              <a:extLst>
                <a:ext uri="{FF2B5EF4-FFF2-40B4-BE49-F238E27FC236}">
                  <a16:creationId xmlns:a16="http://schemas.microsoft.com/office/drawing/2014/main" id="{7CE171BA-9AD3-A480-85F0-C0D34BA3951E}"/>
                </a:ext>
              </a:extLst>
            </p:cNvPr>
            <p:cNvSpPr>
              <a:spLocks noGrp="1"/>
            </p:cNvSpPr>
            <p:nvPr/>
          </p:nvSpPr>
          <p:spPr>
            <a:xfrm>
              <a:off x="1194676" y="5381821"/>
              <a:ext cx="6327" cy="33782"/>
            </a:xfrm>
            <a:custGeom>
              <a:avLst/>
              <a:gdLst/>
              <a:ahLst/>
              <a:cxnLst/>
              <a:rect l="0" t="0" r="0" b="0"/>
              <a:pathLst>
                <a:path w="6327" h="33782">
                  <a:moveTo>
                    <a:pt x="0" y="0"/>
                  </a:moveTo>
                  <a:lnTo>
                    <a:pt x="6327" y="3378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7" name="Input_receptor__486">
              <a:extLst>
                <a:ext uri="{FF2B5EF4-FFF2-40B4-BE49-F238E27FC236}">
                  <a16:creationId xmlns:a16="http://schemas.microsoft.com/office/drawing/2014/main" id="{D156D0A4-10A2-0204-0819-F21962A2962E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92870"/>
              <a:ext cx="7668" cy="2905"/>
            </a:xfrm>
            <a:custGeom>
              <a:avLst/>
              <a:gdLst/>
              <a:ahLst/>
              <a:cxnLst/>
              <a:rect l="0" t="0" r="0" b="0"/>
              <a:pathLst>
                <a:path w="7668" h="2905">
                  <a:moveTo>
                    <a:pt x="0" y="0"/>
                  </a:moveTo>
                  <a:lnTo>
                    <a:pt x="7668" y="2905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8" name="Input_receptor__487">
              <a:extLst>
                <a:ext uri="{FF2B5EF4-FFF2-40B4-BE49-F238E27FC236}">
                  <a16:creationId xmlns:a16="http://schemas.microsoft.com/office/drawing/2014/main" id="{E740D35D-50C2-607A-E0F2-77FFAE463F25}"/>
                </a:ext>
              </a:extLst>
            </p:cNvPr>
            <p:cNvSpPr>
              <a:spLocks noGrp="1"/>
            </p:cNvSpPr>
            <p:nvPr/>
          </p:nvSpPr>
          <p:spPr>
            <a:xfrm>
              <a:off x="1502798" y="5223185"/>
              <a:ext cx="14899" cy="43721"/>
            </a:xfrm>
            <a:custGeom>
              <a:avLst/>
              <a:gdLst/>
              <a:ahLst/>
              <a:cxnLst/>
              <a:rect l="0" t="0" r="0" b="0"/>
              <a:pathLst>
                <a:path w="14899" h="43721">
                  <a:moveTo>
                    <a:pt x="0" y="43721"/>
                  </a:moveTo>
                  <a:lnTo>
                    <a:pt x="14899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9" name="Input_receptor__488">
              <a:extLst>
                <a:ext uri="{FF2B5EF4-FFF2-40B4-BE49-F238E27FC236}">
                  <a16:creationId xmlns:a16="http://schemas.microsoft.com/office/drawing/2014/main" id="{AE9DE094-FA4E-589D-84BB-D7304EB5D9B8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0434"/>
              <a:ext cx="25705" cy="1654"/>
            </a:xfrm>
            <a:custGeom>
              <a:avLst/>
              <a:gdLst/>
              <a:ahLst/>
              <a:cxnLst/>
              <a:rect l="0" t="0" r="0" b="0"/>
              <a:pathLst>
                <a:path w="25705" h="1654">
                  <a:moveTo>
                    <a:pt x="25705" y="0"/>
                  </a:moveTo>
                  <a:lnTo>
                    <a:pt x="0" y="1654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0" name="Input_receptor__489">
              <a:extLst>
                <a:ext uri="{FF2B5EF4-FFF2-40B4-BE49-F238E27FC236}">
                  <a16:creationId xmlns:a16="http://schemas.microsoft.com/office/drawing/2014/main" id="{67107712-BE2F-1B73-998D-773FF2AFB74F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15603"/>
              <a:ext cx="19508" cy="32963"/>
            </a:xfrm>
            <a:custGeom>
              <a:avLst/>
              <a:gdLst/>
              <a:ahLst/>
              <a:cxnLst/>
              <a:rect l="0" t="0" r="0" b="0"/>
              <a:pathLst>
                <a:path w="19508" h="32963">
                  <a:moveTo>
                    <a:pt x="19508" y="0"/>
                  </a:moveTo>
                  <a:lnTo>
                    <a:pt x="0" y="32963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1" name="Input_receptor__490">
              <a:extLst>
                <a:ext uri="{FF2B5EF4-FFF2-40B4-BE49-F238E27FC236}">
                  <a16:creationId xmlns:a16="http://schemas.microsoft.com/office/drawing/2014/main" id="{CBB7ABC8-96FA-A37C-5C6D-6EA40FD56344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37773"/>
              <a:ext cx="36716" cy="17761"/>
            </a:xfrm>
            <a:custGeom>
              <a:avLst/>
              <a:gdLst/>
              <a:ahLst/>
              <a:cxnLst/>
              <a:rect l="0" t="0" r="0" b="0"/>
              <a:pathLst>
                <a:path w="36716" h="17761">
                  <a:moveTo>
                    <a:pt x="0" y="17761"/>
                  </a:moveTo>
                  <a:lnTo>
                    <a:pt x="36716" y="0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2" name="Input_receptor__491">
              <a:extLst>
                <a:ext uri="{FF2B5EF4-FFF2-40B4-BE49-F238E27FC236}">
                  <a16:creationId xmlns:a16="http://schemas.microsoft.com/office/drawing/2014/main" id="{1350B62A-870F-679B-1BCD-983512EE37E3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6151"/>
              <a:ext cx="21305" cy="19598"/>
            </a:xfrm>
            <a:custGeom>
              <a:avLst/>
              <a:gdLst/>
              <a:ahLst/>
              <a:cxnLst/>
              <a:rect l="0" t="0" r="0" b="0"/>
              <a:pathLst>
                <a:path w="21305" h="19598">
                  <a:moveTo>
                    <a:pt x="21305" y="0"/>
                  </a:moveTo>
                  <a:lnTo>
                    <a:pt x="0" y="19598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3" name="Input_receptor__492">
              <a:extLst>
                <a:ext uri="{FF2B5EF4-FFF2-40B4-BE49-F238E27FC236}">
                  <a16:creationId xmlns:a16="http://schemas.microsoft.com/office/drawing/2014/main" id="{8B5C4343-869B-1A88-58D2-4ABF92C79EF0}"/>
                </a:ext>
              </a:extLst>
            </p:cNvPr>
            <p:cNvSpPr>
              <a:spLocks noGrp="1"/>
            </p:cNvSpPr>
            <p:nvPr/>
          </p:nvSpPr>
          <p:spPr>
            <a:xfrm>
              <a:off x="1419937" y="4673835"/>
              <a:ext cx="14433" cy="17516"/>
            </a:xfrm>
            <a:custGeom>
              <a:avLst/>
              <a:gdLst/>
              <a:ahLst/>
              <a:cxnLst/>
              <a:rect l="0" t="0" r="0" b="0"/>
              <a:pathLst>
                <a:path w="14433" h="17516">
                  <a:moveTo>
                    <a:pt x="0" y="0"/>
                  </a:moveTo>
                  <a:lnTo>
                    <a:pt x="14433" y="17516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4" name="Input_receptor__493">
              <a:extLst>
                <a:ext uri="{FF2B5EF4-FFF2-40B4-BE49-F238E27FC236}">
                  <a16:creationId xmlns:a16="http://schemas.microsoft.com/office/drawing/2014/main" id="{289ED38E-AE17-76A4-A998-6F525CA25DB0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30884"/>
              <a:ext cx="46036" cy="14749"/>
            </a:xfrm>
            <a:custGeom>
              <a:avLst/>
              <a:gdLst/>
              <a:ahLst/>
              <a:cxnLst/>
              <a:rect l="0" t="0" r="0" b="0"/>
              <a:pathLst>
                <a:path w="46036" h="14749">
                  <a:moveTo>
                    <a:pt x="0" y="0"/>
                  </a:moveTo>
                  <a:lnTo>
                    <a:pt x="46036" y="1474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5" name="Input_receptor__494">
              <a:extLst>
                <a:ext uri="{FF2B5EF4-FFF2-40B4-BE49-F238E27FC236}">
                  <a16:creationId xmlns:a16="http://schemas.microsoft.com/office/drawing/2014/main" id="{29F00CAE-A3BB-DA69-2F0B-99D25EE1C8F0}"/>
                </a:ext>
              </a:extLst>
            </p:cNvPr>
            <p:cNvSpPr>
              <a:spLocks noGrp="1"/>
            </p:cNvSpPr>
            <p:nvPr/>
          </p:nvSpPr>
          <p:spPr>
            <a:xfrm>
              <a:off x="1220142" y="5057366"/>
              <a:ext cx="28272" cy="39191"/>
            </a:xfrm>
            <a:custGeom>
              <a:avLst/>
              <a:gdLst/>
              <a:ahLst/>
              <a:cxnLst/>
              <a:rect l="0" t="0" r="0" b="0"/>
              <a:pathLst>
                <a:path w="28272" h="39191">
                  <a:moveTo>
                    <a:pt x="28272" y="0"/>
                  </a:moveTo>
                  <a:lnTo>
                    <a:pt x="0" y="3919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6" name="Input_receptor__495">
              <a:extLst>
                <a:ext uri="{FF2B5EF4-FFF2-40B4-BE49-F238E27FC236}">
                  <a16:creationId xmlns:a16="http://schemas.microsoft.com/office/drawing/2014/main" id="{19E19E51-828E-7E90-9255-0A0A2622C091}"/>
                </a:ext>
              </a:extLst>
            </p:cNvPr>
            <p:cNvSpPr>
              <a:spLocks noGrp="1"/>
            </p:cNvSpPr>
            <p:nvPr/>
          </p:nvSpPr>
          <p:spPr>
            <a:xfrm>
              <a:off x="1497829" y="4672681"/>
              <a:ext cx="30410" cy="37348"/>
            </a:xfrm>
            <a:custGeom>
              <a:avLst/>
              <a:gdLst/>
              <a:ahLst/>
              <a:cxnLst/>
              <a:rect l="0" t="0" r="0" b="0"/>
              <a:pathLst>
                <a:path w="30410" h="37348">
                  <a:moveTo>
                    <a:pt x="0" y="0"/>
                  </a:moveTo>
                  <a:lnTo>
                    <a:pt x="30410" y="37348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7" name="Input_receptor__496">
              <a:extLst>
                <a:ext uri="{FF2B5EF4-FFF2-40B4-BE49-F238E27FC236}">
                  <a16:creationId xmlns:a16="http://schemas.microsoft.com/office/drawing/2014/main" id="{02A0C944-6A1F-A405-2284-BFB1920D7A9F}"/>
                </a:ext>
              </a:extLst>
            </p:cNvPr>
            <p:cNvSpPr>
              <a:spLocks noGrp="1"/>
            </p:cNvSpPr>
            <p:nvPr/>
          </p:nvSpPr>
          <p:spPr>
            <a:xfrm>
              <a:off x="1644795" y="5222587"/>
              <a:ext cx="32613" cy="28326"/>
            </a:xfrm>
            <a:custGeom>
              <a:avLst/>
              <a:gdLst/>
              <a:ahLst/>
              <a:cxnLst/>
              <a:rect l="0" t="0" r="0" b="0"/>
              <a:pathLst>
                <a:path w="32613" h="28326">
                  <a:moveTo>
                    <a:pt x="32613" y="0"/>
                  </a:moveTo>
                  <a:lnTo>
                    <a:pt x="0" y="28326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8" name="Input_receptor__497">
              <a:extLst>
                <a:ext uri="{FF2B5EF4-FFF2-40B4-BE49-F238E27FC236}">
                  <a16:creationId xmlns:a16="http://schemas.microsoft.com/office/drawing/2014/main" id="{A4286DCA-F999-5785-3D01-8596B30117AB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299454"/>
              <a:ext cx="13197" cy="36941"/>
            </a:xfrm>
            <a:custGeom>
              <a:avLst/>
              <a:gdLst/>
              <a:ahLst/>
              <a:cxnLst/>
              <a:rect l="0" t="0" r="0" b="0"/>
              <a:pathLst>
                <a:path w="13197" h="36941">
                  <a:moveTo>
                    <a:pt x="13197" y="0"/>
                  </a:moveTo>
                  <a:lnTo>
                    <a:pt x="0" y="3694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9" name="Input_receptor__498">
              <a:extLst>
                <a:ext uri="{FF2B5EF4-FFF2-40B4-BE49-F238E27FC236}">
                  <a16:creationId xmlns:a16="http://schemas.microsoft.com/office/drawing/2014/main" id="{D6849419-73CE-0EDF-4765-285CCB04CF04}"/>
                </a:ext>
              </a:extLst>
            </p:cNvPr>
            <p:cNvSpPr>
              <a:spLocks noGrp="1"/>
            </p:cNvSpPr>
            <p:nvPr/>
          </p:nvSpPr>
          <p:spPr>
            <a:xfrm>
              <a:off x="1293831" y="5666635"/>
              <a:ext cx="36004" cy="27239"/>
            </a:xfrm>
            <a:custGeom>
              <a:avLst/>
              <a:gdLst/>
              <a:ahLst/>
              <a:cxnLst/>
              <a:rect l="0" t="0" r="0" b="0"/>
              <a:pathLst>
                <a:path w="36004" h="27239">
                  <a:moveTo>
                    <a:pt x="36004" y="0"/>
                  </a:moveTo>
                  <a:lnTo>
                    <a:pt x="0" y="2723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500" name="Input_receptor__499">
              <a:extLst>
                <a:ext uri="{FF2B5EF4-FFF2-40B4-BE49-F238E27FC236}">
                  <a16:creationId xmlns:a16="http://schemas.microsoft.com/office/drawing/2014/main" id="{B222D460-39A5-0362-B75D-4321CC6CA895}"/>
                </a:ext>
              </a:extLst>
            </p:cNvPr>
            <p:cNvSpPr>
              <a:spLocks noGrp="1"/>
            </p:cNvSpPr>
            <p:nvPr/>
          </p:nvSpPr>
          <p:spPr>
            <a:xfrm>
              <a:off x="1129576" y="5337773"/>
              <a:ext cx="30111" cy="10691"/>
            </a:xfrm>
            <a:custGeom>
              <a:avLst/>
              <a:gdLst/>
              <a:ahLst/>
              <a:cxnLst/>
              <a:rect l="0" t="0" r="0" b="0"/>
              <a:pathLst>
                <a:path w="30111" h="10691">
                  <a:moveTo>
                    <a:pt x="0" y="0"/>
                  </a:moveTo>
                  <a:lnTo>
                    <a:pt x="30111" y="10691"/>
                  </a:lnTo>
                </a:path>
              </a:pathLst>
            </a:custGeom>
            <a:noFill/>
            <a:ln w="20003">
              <a:solidFill>
                <a:srgbClr val="7A8D9B"/>
              </a:solidFill>
            </a:ln>
          </p:spPr>
        </p:sp>
        <p:sp>
          <p:nvSpPr>
            <p:cNvPr id="501" name="Input_receptor__500">
              <a:extLst>
                <a:ext uri="{FF2B5EF4-FFF2-40B4-BE49-F238E27FC236}">
                  <a16:creationId xmlns:a16="http://schemas.microsoft.com/office/drawing/2014/main" id="{2E0E50B9-5020-FB7D-654F-78D1F451325A}"/>
                </a:ext>
              </a:extLst>
            </p:cNvPr>
            <p:cNvSpPr>
              <a:spLocks noGrp="1"/>
            </p:cNvSpPr>
            <p:nvPr/>
          </p:nvSpPr>
          <p:spPr>
            <a:xfrm>
              <a:off x="1113455" y="5026634"/>
              <a:ext cx="2277" cy="38221"/>
            </a:xfrm>
            <a:custGeom>
              <a:avLst/>
              <a:gdLst/>
              <a:ahLst/>
              <a:cxnLst/>
              <a:rect l="0" t="0" r="0" b="0"/>
              <a:pathLst>
                <a:path w="2277" h="38221">
                  <a:moveTo>
                    <a:pt x="0" y="38221"/>
                  </a:moveTo>
                  <a:lnTo>
                    <a:pt x="2277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2" name="Input_receptor__501">
              <a:extLst>
                <a:ext uri="{FF2B5EF4-FFF2-40B4-BE49-F238E27FC236}">
                  <a16:creationId xmlns:a16="http://schemas.microsoft.com/office/drawing/2014/main" id="{7D1294D9-F502-00FF-F2E0-11897DD31828}"/>
                </a:ext>
              </a:extLst>
            </p:cNvPr>
            <p:cNvSpPr>
              <a:spLocks noGrp="1"/>
            </p:cNvSpPr>
            <p:nvPr/>
          </p:nvSpPr>
          <p:spPr>
            <a:xfrm>
              <a:off x="1901024" y="5309020"/>
              <a:ext cx="31398" cy="34965"/>
            </a:xfrm>
            <a:custGeom>
              <a:avLst/>
              <a:gdLst/>
              <a:ahLst/>
              <a:cxnLst/>
              <a:rect l="0" t="0" r="0" b="0"/>
              <a:pathLst>
                <a:path w="31398" h="34965">
                  <a:moveTo>
                    <a:pt x="0" y="34965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3" name="Input_receptor__502">
              <a:extLst>
                <a:ext uri="{FF2B5EF4-FFF2-40B4-BE49-F238E27FC236}">
                  <a16:creationId xmlns:a16="http://schemas.microsoft.com/office/drawing/2014/main" id="{32F961C2-84E1-956E-604D-CA70418D148C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64854"/>
              <a:ext cx="36485" cy="18812"/>
            </a:xfrm>
            <a:custGeom>
              <a:avLst/>
              <a:gdLst/>
              <a:ahLst/>
              <a:cxnLst/>
              <a:rect l="0" t="0" r="0" b="0"/>
              <a:pathLst>
                <a:path w="36485" h="18812">
                  <a:moveTo>
                    <a:pt x="0" y="18812"/>
                  </a:moveTo>
                  <a:lnTo>
                    <a:pt x="36485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4" name="Input_receptor__503">
              <a:extLst>
                <a:ext uri="{FF2B5EF4-FFF2-40B4-BE49-F238E27FC236}">
                  <a16:creationId xmlns:a16="http://schemas.microsoft.com/office/drawing/2014/main" id="{A601BB9D-2C68-E232-E3D1-4745442207E3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37599"/>
              <a:ext cx="40243" cy="24863"/>
            </a:xfrm>
            <a:custGeom>
              <a:avLst/>
              <a:gdLst/>
              <a:ahLst/>
              <a:cxnLst/>
              <a:rect l="0" t="0" r="0" b="0"/>
              <a:pathLst>
                <a:path w="40243" h="24863">
                  <a:moveTo>
                    <a:pt x="40243" y="0"/>
                  </a:moveTo>
                  <a:lnTo>
                    <a:pt x="0" y="24863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5" name="Input_receptor__504">
              <a:extLst>
                <a:ext uri="{FF2B5EF4-FFF2-40B4-BE49-F238E27FC236}">
                  <a16:creationId xmlns:a16="http://schemas.microsoft.com/office/drawing/2014/main" id="{46EF8D0C-84FC-91B6-C395-42702A4DC630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39899"/>
              <a:ext cx="14166" cy="45788"/>
            </a:xfrm>
            <a:custGeom>
              <a:avLst/>
              <a:gdLst/>
              <a:ahLst/>
              <a:cxnLst/>
              <a:rect l="0" t="0" r="0" b="0"/>
              <a:pathLst>
                <a:path w="14166" h="45788">
                  <a:moveTo>
                    <a:pt x="14166" y="0"/>
                  </a:moveTo>
                  <a:lnTo>
                    <a:pt x="0" y="457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6" name="Input_receptor__505">
              <a:extLst>
                <a:ext uri="{FF2B5EF4-FFF2-40B4-BE49-F238E27FC236}">
                  <a16:creationId xmlns:a16="http://schemas.microsoft.com/office/drawing/2014/main" id="{9C70C682-B5BA-671F-E0A7-1DFEBAC521BA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26084"/>
              <a:ext cx="13648" cy="16322"/>
            </a:xfrm>
            <a:custGeom>
              <a:avLst/>
              <a:gdLst/>
              <a:ahLst/>
              <a:cxnLst/>
              <a:rect l="0" t="0" r="0" b="0"/>
              <a:pathLst>
                <a:path w="13648" h="16322">
                  <a:moveTo>
                    <a:pt x="13648" y="0"/>
                  </a:moveTo>
                  <a:lnTo>
                    <a:pt x="0" y="16322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7" name="Input_receptor__506">
              <a:extLst>
                <a:ext uri="{FF2B5EF4-FFF2-40B4-BE49-F238E27FC236}">
                  <a16:creationId xmlns:a16="http://schemas.microsoft.com/office/drawing/2014/main" id="{4BE66012-B192-70E4-BD68-D9EDE780DFEC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40407"/>
              <a:ext cx="8330" cy="35573"/>
            </a:xfrm>
            <a:custGeom>
              <a:avLst/>
              <a:gdLst/>
              <a:ahLst/>
              <a:cxnLst/>
              <a:rect l="0" t="0" r="0" b="0"/>
              <a:pathLst>
                <a:path w="8330" h="35573">
                  <a:moveTo>
                    <a:pt x="8330" y="355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8" name="Input_receptor__507">
              <a:extLst>
                <a:ext uri="{FF2B5EF4-FFF2-40B4-BE49-F238E27FC236}">
                  <a16:creationId xmlns:a16="http://schemas.microsoft.com/office/drawing/2014/main" id="{27985175-371A-B3C7-3DEB-E5ACE76D54F1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29658" cy="23188"/>
            </a:xfrm>
            <a:custGeom>
              <a:avLst/>
              <a:gdLst/>
              <a:ahLst/>
              <a:cxnLst/>
              <a:rect l="0" t="0" r="0" b="0"/>
              <a:pathLst>
                <a:path w="29658" h="23188">
                  <a:moveTo>
                    <a:pt x="0" y="0"/>
                  </a:moveTo>
                  <a:lnTo>
                    <a:pt x="29658" y="231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9" name="Input_receptor__508">
              <a:extLst>
                <a:ext uri="{FF2B5EF4-FFF2-40B4-BE49-F238E27FC236}">
                  <a16:creationId xmlns:a16="http://schemas.microsoft.com/office/drawing/2014/main" id="{A84826DA-DE37-37A2-C01E-D6716A1E8405}"/>
                </a:ext>
              </a:extLst>
            </p:cNvPr>
            <p:cNvSpPr>
              <a:spLocks noGrp="1"/>
            </p:cNvSpPr>
            <p:nvPr/>
          </p:nvSpPr>
          <p:spPr>
            <a:xfrm>
              <a:off x="1203204" y="5627970"/>
              <a:ext cx="47869" cy="731"/>
            </a:xfrm>
            <a:custGeom>
              <a:avLst/>
              <a:gdLst/>
              <a:ahLst/>
              <a:cxnLst/>
              <a:rect l="0" t="0" r="0" b="0"/>
              <a:pathLst>
                <a:path w="47869" h="731">
                  <a:moveTo>
                    <a:pt x="47869" y="7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0" name="Input_receptor__509">
              <a:extLst>
                <a:ext uri="{FF2B5EF4-FFF2-40B4-BE49-F238E27FC236}">
                  <a16:creationId xmlns:a16="http://schemas.microsoft.com/office/drawing/2014/main" id="{B5834572-0162-562A-D156-396213A4611A}"/>
                </a:ext>
              </a:extLst>
            </p:cNvPr>
            <p:cNvSpPr>
              <a:spLocks noGrp="1"/>
            </p:cNvSpPr>
            <p:nvPr/>
          </p:nvSpPr>
          <p:spPr>
            <a:xfrm>
              <a:off x="1290962" y="5380487"/>
              <a:ext cx="44271" cy="11569"/>
            </a:xfrm>
            <a:custGeom>
              <a:avLst/>
              <a:gdLst/>
              <a:ahLst/>
              <a:cxnLst/>
              <a:rect l="0" t="0" r="0" b="0"/>
              <a:pathLst>
                <a:path w="44271" h="11569">
                  <a:moveTo>
                    <a:pt x="0" y="11569"/>
                  </a:moveTo>
                  <a:lnTo>
                    <a:pt x="44271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1" name="Input_receptor__510">
              <a:extLst>
                <a:ext uri="{FF2B5EF4-FFF2-40B4-BE49-F238E27FC236}">
                  <a16:creationId xmlns:a16="http://schemas.microsoft.com/office/drawing/2014/main" id="{B5F71093-C4B5-CA6A-F583-34F5BB38A5DB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437048"/>
              <a:ext cx="10630" cy="905"/>
            </a:xfrm>
            <a:custGeom>
              <a:avLst/>
              <a:gdLst/>
              <a:ahLst/>
              <a:cxnLst/>
              <a:rect l="0" t="0" r="0" b="0"/>
              <a:pathLst>
                <a:path w="10630" h="905">
                  <a:moveTo>
                    <a:pt x="10630" y="9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2" name="Input_receptor__511">
              <a:extLst>
                <a:ext uri="{FF2B5EF4-FFF2-40B4-BE49-F238E27FC236}">
                  <a16:creationId xmlns:a16="http://schemas.microsoft.com/office/drawing/2014/main" id="{9BEA0DE8-4D4A-E862-5CE9-4548927A39A6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08228"/>
              <a:ext cx="40681" cy="23517"/>
            </a:xfrm>
            <a:custGeom>
              <a:avLst/>
              <a:gdLst/>
              <a:ahLst/>
              <a:cxnLst/>
              <a:rect l="0" t="0" r="0" b="0"/>
              <a:pathLst>
                <a:path w="40681" h="23517">
                  <a:moveTo>
                    <a:pt x="40681" y="0"/>
                  </a:moveTo>
                  <a:lnTo>
                    <a:pt x="0" y="23517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3" name="Input_receptor__512">
              <a:extLst>
                <a:ext uri="{FF2B5EF4-FFF2-40B4-BE49-F238E27FC236}">
                  <a16:creationId xmlns:a16="http://schemas.microsoft.com/office/drawing/2014/main" id="{937E7E22-D83F-8F70-7B32-BB54B74B50B8}"/>
                </a:ext>
              </a:extLst>
            </p:cNvPr>
            <p:cNvSpPr>
              <a:spLocks noGrp="1"/>
            </p:cNvSpPr>
            <p:nvPr/>
          </p:nvSpPr>
          <p:spPr>
            <a:xfrm>
              <a:off x="1068561" y="5288738"/>
              <a:ext cx="42478" cy="6983"/>
            </a:xfrm>
            <a:custGeom>
              <a:avLst/>
              <a:gdLst/>
              <a:ahLst/>
              <a:cxnLst/>
              <a:rect l="0" t="0" r="0" b="0"/>
              <a:pathLst>
                <a:path w="42478" h="6983">
                  <a:moveTo>
                    <a:pt x="0" y="6983"/>
                  </a:moveTo>
                  <a:lnTo>
                    <a:pt x="42478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4" name="Input_receptor__513">
              <a:extLst>
                <a:ext uri="{FF2B5EF4-FFF2-40B4-BE49-F238E27FC236}">
                  <a16:creationId xmlns:a16="http://schemas.microsoft.com/office/drawing/2014/main" id="{6A592792-70A3-BE12-41F9-DFB02960D11F}"/>
                </a:ext>
              </a:extLst>
            </p:cNvPr>
            <p:cNvSpPr>
              <a:spLocks noGrp="1"/>
            </p:cNvSpPr>
            <p:nvPr/>
          </p:nvSpPr>
          <p:spPr>
            <a:xfrm>
              <a:off x="1761543" y="5161311"/>
              <a:ext cx="30106" cy="30765"/>
            </a:xfrm>
            <a:custGeom>
              <a:avLst/>
              <a:gdLst/>
              <a:ahLst/>
              <a:cxnLst/>
              <a:rect l="0" t="0" r="0" b="0"/>
              <a:pathLst>
                <a:path w="30106" h="30765">
                  <a:moveTo>
                    <a:pt x="0" y="0"/>
                  </a:moveTo>
                  <a:lnTo>
                    <a:pt x="30106" y="30765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5" name="Input_receptor__514">
              <a:extLst>
                <a:ext uri="{FF2B5EF4-FFF2-40B4-BE49-F238E27FC236}">
                  <a16:creationId xmlns:a16="http://schemas.microsoft.com/office/drawing/2014/main" id="{3936572E-80DE-015A-AECE-2E78A849F8D9}"/>
                </a:ext>
              </a:extLst>
            </p:cNvPr>
            <p:cNvSpPr>
              <a:spLocks noGrp="1"/>
            </p:cNvSpPr>
            <p:nvPr/>
          </p:nvSpPr>
          <p:spPr>
            <a:xfrm>
              <a:off x="1227792" y="5027522"/>
              <a:ext cx="20622" cy="29844"/>
            </a:xfrm>
            <a:custGeom>
              <a:avLst/>
              <a:gdLst/>
              <a:ahLst/>
              <a:cxnLst/>
              <a:rect l="0" t="0" r="0" b="0"/>
              <a:pathLst>
                <a:path w="20622" h="29844">
                  <a:moveTo>
                    <a:pt x="0" y="0"/>
                  </a:moveTo>
                  <a:lnTo>
                    <a:pt x="20622" y="29844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6" name="Input_receptor__515">
              <a:extLst>
                <a:ext uri="{FF2B5EF4-FFF2-40B4-BE49-F238E27FC236}">
                  <a16:creationId xmlns:a16="http://schemas.microsoft.com/office/drawing/2014/main" id="{8F140862-15EB-47C8-1460-DEED8219D983}"/>
                </a:ext>
              </a:extLst>
            </p:cNvPr>
            <p:cNvSpPr>
              <a:spLocks noGrp="1"/>
            </p:cNvSpPr>
            <p:nvPr/>
          </p:nvSpPr>
          <p:spPr>
            <a:xfrm>
              <a:off x="1658188" y="5145634"/>
              <a:ext cx="6192" cy="32373"/>
            </a:xfrm>
            <a:custGeom>
              <a:avLst/>
              <a:gdLst/>
              <a:ahLst/>
              <a:cxnLst/>
              <a:rect l="0" t="0" r="0" b="0"/>
              <a:pathLst>
                <a:path w="6192" h="32373">
                  <a:moveTo>
                    <a:pt x="6192" y="0"/>
                  </a:moveTo>
                  <a:lnTo>
                    <a:pt x="0" y="32373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7" name="Input_receptor__516">
              <a:extLst>
                <a:ext uri="{FF2B5EF4-FFF2-40B4-BE49-F238E27FC236}">
                  <a16:creationId xmlns:a16="http://schemas.microsoft.com/office/drawing/2014/main" id="{9AB98892-1840-0E64-E400-66988F5E8FB2}"/>
                </a:ext>
              </a:extLst>
            </p:cNvPr>
            <p:cNvSpPr>
              <a:spLocks noGrp="1"/>
            </p:cNvSpPr>
            <p:nvPr/>
          </p:nvSpPr>
          <p:spPr>
            <a:xfrm>
              <a:off x="1932421" y="5271606"/>
              <a:ext cx="16144" cy="37414"/>
            </a:xfrm>
            <a:custGeom>
              <a:avLst/>
              <a:gdLst/>
              <a:ahLst/>
              <a:cxnLst/>
              <a:rect l="0" t="0" r="0" b="0"/>
              <a:pathLst>
                <a:path w="16144" h="37414">
                  <a:moveTo>
                    <a:pt x="0" y="37414"/>
                  </a:moveTo>
                  <a:lnTo>
                    <a:pt x="16144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18" name="Input_receptor__517">
              <a:extLst>
                <a:ext uri="{FF2B5EF4-FFF2-40B4-BE49-F238E27FC236}">
                  <a16:creationId xmlns:a16="http://schemas.microsoft.com/office/drawing/2014/main" id="{AE7B427C-6144-EF6E-A4DC-8784F35CC7F3}"/>
                </a:ext>
              </a:extLst>
            </p:cNvPr>
            <p:cNvSpPr>
              <a:spLocks noGrp="1"/>
            </p:cNvSpPr>
            <p:nvPr/>
          </p:nvSpPr>
          <p:spPr>
            <a:xfrm>
              <a:off x="1507562" y="4710029"/>
              <a:ext cx="20677" cy="22648"/>
            </a:xfrm>
            <a:custGeom>
              <a:avLst/>
              <a:gdLst/>
              <a:ahLst/>
              <a:cxnLst/>
              <a:rect l="0" t="0" r="0" b="0"/>
              <a:pathLst>
                <a:path w="20677" h="22648">
                  <a:moveTo>
                    <a:pt x="20677" y="0"/>
                  </a:moveTo>
                  <a:lnTo>
                    <a:pt x="0" y="22648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19" name="Input_receptor__518">
              <a:extLst>
                <a:ext uri="{FF2B5EF4-FFF2-40B4-BE49-F238E27FC236}">
                  <a16:creationId xmlns:a16="http://schemas.microsoft.com/office/drawing/2014/main" id="{4551DEA8-E2B4-D7FA-56CD-0FE118E3F31E}"/>
                </a:ext>
              </a:extLst>
            </p:cNvPr>
            <p:cNvSpPr>
              <a:spLocks noGrp="1"/>
            </p:cNvSpPr>
            <p:nvPr/>
          </p:nvSpPr>
          <p:spPr>
            <a:xfrm>
              <a:off x="1202138" y="5215595"/>
              <a:ext cx="27348" cy="34887"/>
            </a:xfrm>
            <a:custGeom>
              <a:avLst/>
              <a:gdLst/>
              <a:ahLst/>
              <a:cxnLst/>
              <a:rect l="0" t="0" r="0" b="0"/>
              <a:pathLst>
                <a:path w="27348" h="34887">
                  <a:moveTo>
                    <a:pt x="0" y="0"/>
                  </a:moveTo>
                  <a:lnTo>
                    <a:pt x="27348" y="3488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0" name="Input_receptor__519">
              <a:extLst>
                <a:ext uri="{FF2B5EF4-FFF2-40B4-BE49-F238E27FC236}">
                  <a16:creationId xmlns:a16="http://schemas.microsoft.com/office/drawing/2014/main" id="{737F717C-286F-8527-14BC-88D6C543301F}"/>
                </a:ext>
              </a:extLst>
            </p:cNvPr>
            <p:cNvSpPr>
              <a:spLocks noGrp="1"/>
            </p:cNvSpPr>
            <p:nvPr/>
          </p:nvSpPr>
          <p:spPr>
            <a:xfrm>
              <a:off x="1923911" y="5237599"/>
              <a:ext cx="24654" cy="34007"/>
            </a:xfrm>
            <a:custGeom>
              <a:avLst/>
              <a:gdLst/>
              <a:ahLst/>
              <a:cxnLst/>
              <a:rect l="0" t="0" r="0" b="0"/>
              <a:pathLst>
                <a:path w="24654" h="34007">
                  <a:moveTo>
                    <a:pt x="24654" y="34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1" name="Input_receptor__520">
              <a:extLst>
                <a:ext uri="{FF2B5EF4-FFF2-40B4-BE49-F238E27FC236}">
                  <a16:creationId xmlns:a16="http://schemas.microsoft.com/office/drawing/2014/main" id="{F7F57B89-7B45-2FE8-43F8-75031BAFC81B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50482"/>
              <a:ext cx="32901" cy="30888"/>
            </a:xfrm>
            <a:custGeom>
              <a:avLst/>
              <a:gdLst/>
              <a:ahLst/>
              <a:cxnLst/>
              <a:rect l="0" t="0" r="0" b="0"/>
              <a:pathLst>
                <a:path w="32901" h="30888">
                  <a:moveTo>
                    <a:pt x="32901" y="0"/>
                  </a:moveTo>
                  <a:lnTo>
                    <a:pt x="0" y="3088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2" name="Input_receptor__521">
              <a:extLst>
                <a:ext uri="{FF2B5EF4-FFF2-40B4-BE49-F238E27FC236}">
                  <a16:creationId xmlns:a16="http://schemas.microsoft.com/office/drawing/2014/main" id="{B3285B9E-9875-EB19-E873-FFF6752FA671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15595"/>
              <a:ext cx="38583" cy="20340"/>
            </a:xfrm>
            <a:custGeom>
              <a:avLst/>
              <a:gdLst/>
              <a:ahLst/>
              <a:cxnLst/>
              <a:rect l="0" t="0" r="0" b="0"/>
              <a:pathLst>
                <a:path w="38583" h="20340">
                  <a:moveTo>
                    <a:pt x="0" y="20340"/>
                  </a:moveTo>
                  <a:lnTo>
                    <a:pt x="38583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3" name="Input_receptor__522">
              <a:extLst>
                <a:ext uri="{FF2B5EF4-FFF2-40B4-BE49-F238E27FC236}">
                  <a16:creationId xmlns:a16="http://schemas.microsoft.com/office/drawing/2014/main" id="{1510C4D8-12BE-8461-1F84-BECAFEBB022B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1311"/>
              <a:ext cx="34408" cy="14932"/>
            </a:xfrm>
            <a:custGeom>
              <a:avLst/>
              <a:gdLst/>
              <a:ahLst/>
              <a:cxnLst/>
              <a:rect l="0" t="0" r="0" b="0"/>
              <a:pathLst>
                <a:path w="34408" h="14932">
                  <a:moveTo>
                    <a:pt x="0" y="14932"/>
                  </a:moveTo>
                  <a:lnTo>
                    <a:pt x="34408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4" name="Input_receptor__523">
              <a:extLst>
                <a:ext uri="{FF2B5EF4-FFF2-40B4-BE49-F238E27FC236}">
                  <a16:creationId xmlns:a16="http://schemas.microsoft.com/office/drawing/2014/main" id="{91778358-DAB9-D00E-BFA4-D1EF7C832646}"/>
                </a:ext>
              </a:extLst>
            </p:cNvPr>
            <p:cNvSpPr>
              <a:spLocks noGrp="1"/>
            </p:cNvSpPr>
            <p:nvPr/>
          </p:nvSpPr>
          <p:spPr>
            <a:xfrm>
              <a:off x="1288784" y="5108228"/>
              <a:ext cx="28727" cy="32280"/>
            </a:xfrm>
            <a:custGeom>
              <a:avLst/>
              <a:gdLst/>
              <a:ahLst/>
              <a:cxnLst/>
              <a:rect l="0" t="0" r="0" b="0"/>
              <a:pathLst>
                <a:path w="28727" h="32280">
                  <a:moveTo>
                    <a:pt x="28727" y="322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5" name="Input_receptor__524">
              <a:extLst>
                <a:ext uri="{FF2B5EF4-FFF2-40B4-BE49-F238E27FC236}">
                  <a16:creationId xmlns:a16="http://schemas.microsoft.com/office/drawing/2014/main" id="{E0D35427-6607-2BF0-9D99-67CE74460F8B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48463"/>
              <a:ext cx="18480" cy="44407"/>
            </a:xfrm>
            <a:custGeom>
              <a:avLst/>
              <a:gdLst/>
              <a:ahLst/>
              <a:cxnLst/>
              <a:rect l="0" t="0" r="0" b="0"/>
              <a:pathLst>
                <a:path w="18480" h="44407">
                  <a:moveTo>
                    <a:pt x="18480" y="0"/>
                  </a:moveTo>
                  <a:lnTo>
                    <a:pt x="0" y="4440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6" name="Input_receptor__525">
              <a:extLst>
                <a:ext uri="{FF2B5EF4-FFF2-40B4-BE49-F238E27FC236}">
                  <a16:creationId xmlns:a16="http://schemas.microsoft.com/office/drawing/2014/main" id="{6DBF199C-6DBC-C904-7C19-ADC9ADD2B3EF}"/>
                </a:ext>
              </a:extLst>
            </p:cNvPr>
            <p:cNvSpPr>
              <a:spLocks noGrp="1"/>
            </p:cNvSpPr>
            <p:nvPr/>
          </p:nvSpPr>
          <p:spPr>
            <a:xfrm>
              <a:off x="1640764" y="5306559"/>
              <a:ext cx="3647" cy="13625"/>
            </a:xfrm>
            <a:custGeom>
              <a:avLst/>
              <a:gdLst/>
              <a:ahLst/>
              <a:cxnLst/>
              <a:rect l="0" t="0" r="0" b="0"/>
              <a:pathLst>
                <a:path w="3647" h="13625">
                  <a:moveTo>
                    <a:pt x="3647" y="13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7" name="Input_receptor__526">
              <a:extLst>
                <a:ext uri="{FF2B5EF4-FFF2-40B4-BE49-F238E27FC236}">
                  <a16:creationId xmlns:a16="http://schemas.microsoft.com/office/drawing/2014/main" id="{E8D58D7E-6FAC-218B-E2FD-46292875F2B8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40508"/>
              <a:ext cx="26679" cy="36856"/>
            </a:xfrm>
            <a:custGeom>
              <a:avLst/>
              <a:gdLst/>
              <a:ahLst/>
              <a:cxnLst/>
              <a:rect l="0" t="0" r="0" b="0"/>
              <a:pathLst>
                <a:path w="26679" h="36856">
                  <a:moveTo>
                    <a:pt x="0" y="36856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8" name="Input_receptor__527">
              <a:extLst>
                <a:ext uri="{FF2B5EF4-FFF2-40B4-BE49-F238E27FC236}">
                  <a16:creationId xmlns:a16="http://schemas.microsoft.com/office/drawing/2014/main" id="{772FE378-610F-AD9E-42EB-2B68F39BD998}"/>
                </a:ext>
              </a:extLst>
            </p:cNvPr>
            <p:cNvSpPr>
              <a:spLocks noGrp="1"/>
            </p:cNvSpPr>
            <p:nvPr/>
          </p:nvSpPr>
          <p:spPr>
            <a:xfrm>
              <a:off x="1761431" y="5192076"/>
              <a:ext cx="30218" cy="36969"/>
            </a:xfrm>
            <a:custGeom>
              <a:avLst/>
              <a:gdLst/>
              <a:ahLst/>
              <a:cxnLst/>
              <a:rect l="0" t="0" r="0" b="0"/>
              <a:pathLst>
                <a:path w="30218" h="36969">
                  <a:moveTo>
                    <a:pt x="30218" y="0"/>
                  </a:moveTo>
                  <a:lnTo>
                    <a:pt x="0" y="3696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9" name="Input_receptor__528">
              <a:extLst>
                <a:ext uri="{FF2B5EF4-FFF2-40B4-BE49-F238E27FC236}">
                  <a16:creationId xmlns:a16="http://schemas.microsoft.com/office/drawing/2014/main" id="{5A7471AF-9E84-3BFA-30B1-E77A03A30F13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66753"/>
              <a:ext cx="46158" cy="13744"/>
            </a:xfrm>
            <a:custGeom>
              <a:avLst/>
              <a:gdLst/>
              <a:ahLst/>
              <a:cxnLst/>
              <a:rect l="0" t="0" r="0" b="0"/>
              <a:pathLst>
                <a:path w="46158" h="13744">
                  <a:moveTo>
                    <a:pt x="46158" y="0"/>
                  </a:moveTo>
                  <a:lnTo>
                    <a:pt x="0" y="13744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0" name="Input_receptor__529">
              <a:extLst>
                <a:ext uri="{FF2B5EF4-FFF2-40B4-BE49-F238E27FC236}">
                  <a16:creationId xmlns:a16="http://schemas.microsoft.com/office/drawing/2014/main" id="{8C626308-AC6E-1AA7-9462-58B09C7A5AF4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796006"/>
              <a:ext cx="10902" cy="16597"/>
            </a:xfrm>
            <a:custGeom>
              <a:avLst/>
              <a:gdLst/>
              <a:ahLst/>
              <a:cxnLst/>
              <a:rect l="0" t="0" r="0" b="0"/>
              <a:pathLst>
                <a:path w="10902" h="16597">
                  <a:moveTo>
                    <a:pt x="10902" y="0"/>
                  </a:moveTo>
                  <a:lnTo>
                    <a:pt x="0" y="16597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1" name="Input_receptor__530">
              <a:extLst>
                <a:ext uri="{FF2B5EF4-FFF2-40B4-BE49-F238E27FC236}">
                  <a16:creationId xmlns:a16="http://schemas.microsoft.com/office/drawing/2014/main" id="{9BD548AE-DC13-4CFD-9B09-3BBBEFD973CD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78007"/>
              <a:ext cx="39947" cy="15772"/>
            </a:xfrm>
            <a:custGeom>
              <a:avLst/>
              <a:gdLst/>
              <a:ahLst/>
              <a:cxnLst/>
              <a:rect l="0" t="0" r="0" b="0"/>
              <a:pathLst>
                <a:path w="39947" h="15772">
                  <a:moveTo>
                    <a:pt x="39947" y="0"/>
                  </a:moveTo>
                  <a:lnTo>
                    <a:pt x="0" y="15772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2" name="Input_receptor__531">
              <a:extLst>
                <a:ext uri="{FF2B5EF4-FFF2-40B4-BE49-F238E27FC236}">
                  <a16:creationId xmlns:a16="http://schemas.microsoft.com/office/drawing/2014/main" id="{40345F15-B496-26A5-A0EB-C8B5FA43228C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25264"/>
              <a:ext cx="1372" cy="5621"/>
            </a:xfrm>
            <a:custGeom>
              <a:avLst/>
              <a:gdLst/>
              <a:ahLst/>
              <a:cxnLst/>
              <a:rect l="0" t="0" r="0" b="0"/>
              <a:pathLst>
                <a:path w="1372" h="5621">
                  <a:moveTo>
                    <a:pt x="1372" y="0"/>
                  </a:moveTo>
                  <a:lnTo>
                    <a:pt x="0" y="562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3" name="Input_receptor__532">
              <a:extLst>
                <a:ext uri="{FF2B5EF4-FFF2-40B4-BE49-F238E27FC236}">
                  <a16:creationId xmlns:a16="http://schemas.microsoft.com/office/drawing/2014/main" id="{32E90171-BEC7-346B-978E-54112A8F7E6F}"/>
                </a:ext>
              </a:extLst>
            </p:cNvPr>
            <p:cNvSpPr>
              <a:spLocks noGrp="1"/>
            </p:cNvSpPr>
            <p:nvPr/>
          </p:nvSpPr>
          <p:spPr>
            <a:xfrm>
              <a:off x="1859412" y="5325282"/>
              <a:ext cx="41611" cy="18704"/>
            </a:xfrm>
            <a:custGeom>
              <a:avLst/>
              <a:gdLst/>
              <a:ahLst/>
              <a:cxnLst/>
              <a:rect l="0" t="0" r="0" b="0"/>
              <a:pathLst>
                <a:path w="41611" h="18704">
                  <a:moveTo>
                    <a:pt x="0" y="0"/>
                  </a:moveTo>
                  <a:lnTo>
                    <a:pt x="41611" y="18704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4" name="Input_receptor__533">
              <a:extLst>
                <a:ext uri="{FF2B5EF4-FFF2-40B4-BE49-F238E27FC236}">
                  <a16:creationId xmlns:a16="http://schemas.microsoft.com/office/drawing/2014/main" id="{A2C91789-55DC-5E41-A065-A2BBED5FA2F8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64282"/>
              <a:ext cx="39491" cy="7700"/>
            </a:xfrm>
            <a:custGeom>
              <a:avLst/>
              <a:gdLst/>
              <a:ahLst/>
              <a:cxnLst/>
              <a:rect l="0" t="0" r="0" b="0"/>
              <a:pathLst>
                <a:path w="39491" h="7700">
                  <a:moveTo>
                    <a:pt x="0" y="0"/>
                  </a:moveTo>
                  <a:lnTo>
                    <a:pt x="39491" y="770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5" name="Input_receptor__534">
              <a:extLst>
                <a:ext uri="{FF2B5EF4-FFF2-40B4-BE49-F238E27FC236}">
                  <a16:creationId xmlns:a16="http://schemas.microsoft.com/office/drawing/2014/main" id="{ABEA34AC-A153-1C1D-4D08-9412B7C27F90}"/>
                </a:ext>
              </a:extLst>
            </p:cNvPr>
            <p:cNvSpPr>
              <a:spLocks noGrp="1"/>
            </p:cNvSpPr>
            <p:nvPr/>
          </p:nvSpPr>
          <p:spPr>
            <a:xfrm>
              <a:off x="1466067" y="4732677"/>
              <a:ext cx="41495" cy="7222"/>
            </a:xfrm>
            <a:custGeom>
              <a:avLst/>
              <a:gdLst/>
              <a:ahLst/>
              <a:cxnLst/>
              <a:rect l="0" t="0" r="0" b="0"/>
              <a:pathLst>
                <a:path w="41495" h="7222">
                  <a:moveTo>
                    <a:pt x="41495" y="0"/>
                  </a:moveTo>
                  <a:lnTo>
                    <a:pt x="0" y="7222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6" name="Input_receptor__535">
              <a:extLst>
                <a:ext uri="{FF2B5EF4-FFF2-40B4-BE49-F238E27FC236}">
                  <a16:creationId xmlns:a16="http://schemas.microsoft.com/office/drawing/2014/main" id="{6F35FC27-F5A5-CE82-B602-A8B7D28933AD}"/>
                </a:ext>
              </a:extLst>
            </p:cNvPr>
            <p:cNvSpPr>
              <a:spLocks noGrp="1"/>
            </p:cNvSpPr>
            <p:nvPr/>
          </p:nvSpPr>
          <p:spPr>
            <a:xfrm>
              <a:off x="1004295" y="5239258"/>
              <a:ext cx="45541" cy="15411"/>
            </a:xfrm>
            <a:custGeom>
              <a:avLst/>
              <a:gdLst/>
              <a:ahLst/>
              <a:cxnLst/>
              <a:rect l="0" t="0" r="0" b="0"/>
              <a:pathLst>
                <a:path w="45541" h="15411">
                  <a:moveTo>
                    <a:pt x="0" y="15411"/>
                  </a:moveTo>
                  <a:lnTo>
                    <a:pt x="4554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7" name="Input_receptor__536">
              <a:extLst>
                <a:ext uri="{FF2B5EF4-FFF2-40B4-BE49-F238E27FC236}">
                  <a16:creationId xmlns:a16="http://schemas.microsoft.com/office/drawing/2014/main" id="{C28B50E6-05E0-4D35-D410-3946B3E8E42A}"/>
                </a:ext>
              </a:extLst>
            </p:cNvPr>
            <p:cNvSpPr>
              <a:spLocks noGrp="1"/>
            </p:cNvSpPr>
            <p:nvPr/>
          </p:nvSpPr>
          <p:spPr>
            <a:xfrm>
              <a:off x="1445357" y="5561811"/>
              <a:ext cx="17428" cy="10990"/>
            </a:xfrm>
            <a:custGeom>
              <a:avLst/>
              <a:gdLst/>
              <a:ahLst/>
              <a:cxnLst/>
              <a:rect l="0" t="0" r="0" b="0"/>
              <a:pathLst>
                <a:path w="17428" h="10990">
                  <a:moveTo>
                    <a:pt x="17428" y="0"/>
                  </a:moveTo>
                  <a:lnTo>
                    <a:pt x="0" y="1099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8" name="Input_receptor__537">
              <a:extLst>
                <a:ext uri="{FF2B5EF4-FFF2-40B4-BE49-F238E27FC236}">
                  <a16:creationId xmlns:a16="http://schemas.microsoft.com/office/drawing/2014/main" id="{11E61F41-D318-6C3B-7638-4FE1BFACD59B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95722"/>
              <a:ext cx="22071" cy="6050"/>
            </a:xfrm>
            <a:custGeom>
              <a:avLst/>
              <a:gdLst/>
              <a:ahLst/>
              <a:cxnLst/>
              <a:rect l="0" t="0" r="0" b="0"/>
              <a:pathLst>
                <a:path w="22071" h="6050">
                  <a:moveTo>
                    <a:pt x="0" y="6050"/>
                  </a:moveTo>
                  <a:lnTo>
                    <a:pt x="2207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9" name="Input_receptor__538">
              <a:extLst>
                <a:ext uri="{FF2B5EF4-FFF2-40B4-BE49-F238E27FC236}">
                  <a16:creationId xmlns:a16="http://schemas.microsoft.com/office/drawing/2014/main" id="{A0DD4F9A-0EAE-E8B0-F1C3-692A655726FD}"/>
                </a:ext>
              </a:extLst>
            </p:cNvPr>
            <p:cNvSpPr>
              <a:spLocks noGrp="1"/>
            </p:cNvSpPr>
            <p:nvPr/>
          </p:nvSpPr>
          <p:spPr>
            <a:xfrm>
              <a:off x="1390449" y="5515433"/>
              <a:ext cx="28151" cy="38159"/>
            </a:xfrm>
            <a:custGeom>
              <a:avLst/>
              <a:gdLst/>
              <a:ahLst/>
              <a:cxnLst/>
              <a:rect l="0" t="0" r="0" b="0"/>
              <a:pathLst>
                <a:path w="28151" h="38159">
                  <a:moveTo>
                    <a:pt x="28151" y="0"/>
                  </a:moveTo>
                  <a:lnTo>
                    <a:pt x="0" y="3815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0" name="Input_receptor__539">
              <a:extLst>
                <a:ext uri="{FF2B5EF4-FFF2-40B4-BE49-F238E27FC236}">
                  <a16:creationId xmlns:a16="http://schemas.microsoft.com/office/drawing/2014/main" id="{736C2363-BFCD-71ED-5570-AEE1E9F33C89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186122"/>
              <a:ext cx="10942" cy="27286"/>
            </a:xfrm>
            <a:custGeom>
              <a:avLst/>
              <a:gdLst/>
              <a:ahLst/>
              <a:cxnLst/>
              <a:rect l="0" t="0" r="0" b="0"/>
              <a:pathLst>
                <a:path w="10942" h="27286">
                  <a:moveTo>
                    <a:pt x="10942" y="0"/>
                  </a:moveTo>
                  <a:lnTo>
                    <a:pt x="0" y="27286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1" name="Input_receptor__540">
              <a:extLst>
                <a:ext uri="{FF2B5EF4-FFF2-40B4-BE49-F238E27FC236}">
                  <a16:creationId xmlns:a16="http://schemas.microsoft.com/office/drawing/2014/main" id="{C7E4CD11-4A0F-5F81-2AD0-21B7837ECDF6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68993"/>
              <a:ext cx="26679" cy="22442"/>
            </a:xfrm>
            <a:custGeom>
              <a:avLst/>
              <a:gdLst/>
              <a:ahLst/>
              <a:cxnLst/>
              <a:rect l="0" t="0" r="0" b="0"/>
              <a:pathLst>
                <a:path w="26679" h="22442">
                  <a:moveTo>
                    <a:pt x="0" y="22442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2" name="Input_receptor__541">
              <a:extLst>
                <a:ext uri="{FF2B5EF4-FFF2-40B4-BE49-F238E27FC236}">
                  <a16:creationId xmlns:a16="http://schemas.microsoft.com/office/drawing/2014/main" id="{351BCD20-5EEF-66DB-B22A-EC61D013B56F}"/>
                </a:ext>
              </a:extLst>
            </p:cNvPr>
            <p:cNvSpPr>
              <a:spLocks noGrp="1"/>
            </p:cNvSpPr>
            <p:nvPr/>
          </p:nvSpPr>
          <p:spPr>
            <a:xfrm>
              <a:off x="1641343" y="5071982"/>
              <a:ext cx="19484" cy="28431"/>
            </a:xfrm>
            <a:custGeom>
              <a:avLst/>
              <a:gdLst/>
              <a:ahLst/>
              <a:cxnLst/>
              <a:rect l="0" t="0" r="0" b="0"/>
              <a:pathLst>
                <a:path w="19484" h="28431">
                  <a:moveTo>
                    <a:pt x="0" y="0"/>
                  </a:moveTo>
                  <a:lnTo>
                    <a:pt x="19484" y="2843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3" name="Input_receptor__542">
              <a:extLst>
                <a:ext uri="{FF2B5EF4-FFF2-40B4-BE49-F238E27FC236}">
                  <a16:creationId xmlns:a16="http://schemas.microsoft.com/office/drawing/2014/main" id="{E3618C3E-27E3-61F8-4484-3D7378C6F304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92056"/>
              <a:ext cx="7305" cy="24427"/>
            </a:xfrm>
            <a:custGeom>
              <a:avLst/>
              <a:gdLst/>
              <a:ahLst/>
              <a:cxnLst/>
              <a:rect l="0" t="0" r="0" b="0"/>
              <a:pathLst>
                <a:path w="7305" h="24427">
                  <a:moveTo>
                    <a:pt x="0" y="24427"/>
                  </a:moveTo>
                  <a:lnTo>
                    <a:pt x="7305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4" name="Input_receptor__543">
              <a:extLst>
                <a:ext uri="{FF2B5EF4-FFF2-40B4-BE49-F238E27FC236}">
                  <a16:creationId xmlns:a16="http://schemas.microsoft.com/office/drawing/2014/main" id="{9952E04B-F50D-AD42-0A17-5A998D3DB446}"/>
                </a:ext>
              </a:extLst>
            </p:cNvPr>
            <p:cNvSpPr>
              <a:spLocks noGrp="1"/>
            </p:cNvSpPr>
            <p:nvPr/>
          </p:nvSpPr>
          <p:spPr>
            <a:xfrm>
              <a:off x="1742481" y="4994943"/>
              <a:ext cx="36089" cy="32097"/>
            </a:xfrm>
            <a:custGeom>
              <a:avLst/>
              <a:gdLst/>
              <a:ahLst/>
              <a:cxnLst/>
              <a:rect l="0" t="0" r="0" b="0"/>
              <a:pathLst>
                <a:path w="36089" h="32097">
                  <a:moveTo>
                    <a:pt x="36089" y="32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5" name="Input_receptor__544">
              <a:extLst>
                <a:ext uri="{FF2B5EF4-FFF2-40B4-BE49-F238E27FC236}">
                  <a16:creationId xmlns:a16="http://schemas.microsoft.com/office/drawing/2014/main" id="{2613ADB2-8634-E50E-4527-316FEC3182B7}"/>
                </a:ext>
              </a:extLst>
            </p:cNvPr>
            <p:cNvSpPr>
              <a:spLocks noGrp="1"/>
            </p:cNvSpPr>
            <p:nvPr/>
          </p:nvSpPr>
          <p:spPr>
            <a:xfrm>
              <a:off x="1329835" y="5666635"/>
              <a:ext cx="12641" cy="30538"/>
            </a:xfrm>
            <a:custGeom>
              <a:avLst/>
              <a:gdLst/>
              <a:ahLst/>
              <a:cxnLst/>
              <a:rect l="0" t="0" r="0" b="0"/>
              <a:pathLst>
                <a:path w="12641" h="30538">
                  <a:moveTo>
                    <a:pt x="12641" y="305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6" name="Input_receptor__545">
              <a:extLst>
                <a:ext uri="{FF2B5EF4-FFF2-40B4-BE49-F238E27FC236}">
                  <a16:creationId xmlns:a16="http://schemas.microsoft.com/office/drawing/2014/main" id="{C6CE79D4-CF9B-0787-82B4-1159BF797322}"/>
                </a:ext>
              </a:extLst>
            </p:cNvPr>
            <p:cNvSpPr>
              <a:spLocks noGrp="1"/>
            </p:cNvSpPr>
            <p:nvPr/>
          </p:nvSpPr>
          <p:spPr>
            <a:xfrm>
              <a:off x="1335233" y="5380487"/>
              <a:ext cx="9188" cy="45598"/>
            </a:xfrm>
            <a:custGeom>
              <a:avLst/>
              <a:gdLst/>
              <a:ahLst/>
              <a:cxnLst/>
              <a:rect l="0" t="0" r="0" b="0"/>
              <a:pathLst>
                <a:path w="9188" h="45598">
                  <a:moveTo>
                    <a:pt x="0" y="0"/>
                  </a:moveTo>
                  <a:lnTo>
                    <a:pt x="9188" y="4559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7" name="Input_receptor__546">
              <a:extLst>
                <a:ext uri="{FF2B5EF4-FFF2-40B4-BE49-F238E27FC236}">
                  <a16:creationId xmlns:a16="http://schemas.microsoft.com/office/drawing/2014/main" id="{0A9A61F1-5D1E-4EF4-2E1C-D44BBC5AD500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7678" cy="4998"/>
            </a:xfrm>
            <a:custGeom>
              <a:avLst/>
              <a:gdLst/>
              <a:ahLst/>
              <a:cxnLst/>
              <a:rect l="0" t="0" r="0" b="0"/>
              <a:pathLst>
                <a:path w="47678" h="4998">
                  <a:moveTo>
                    <a:pt x="47678" y="4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8" name="Input_receptor__547">
              <a:extLst>
                <a:ext uri="{FF2B5EF4-FFF2-40B4-BE49-F238E27FC236}">
                  <a16:creationId xmlns:a16="http://schemas.microsoft.com/office/drawing/2014/main" id="{19EF7352-0942-9FEA-BE2C-CB2073D59451}"/>
                </a:ext>
              </a:extLst>
            </p:cNvPr>
            <p:cNvSpPr>
              <a:spLocks noGrp="1"/>
            </p:cNvSpPr>
            <p:nvPr/>
          </p:nvSpPr>
          <p:spPr>
            <a:xfrm>
              <a:off x="1251073" y="5628701"/>
              <a:ext cx="933" cy="40291"/>
            </a:xfrm>
            <a:custGeom>
              <a:avLst/>
              <a:gdLst/>
              <a:ahLst/>
              <a:cxnLst/>
              <a:rect l="0" t="0" r="0" b="0"/>
              <a:pathLst>
                <a:path w="933" h="40291">
                  <a:moveTo>
                    <a:pt x="933" y="40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9" name="Input_receptor__548">
              <a:extLst>
                <a:ext uri="{FF2B5EF4-FFF2-40B4-BE49-F238E27FC236}">
                  <a16:creationId xmlns:a16="http://schemas.microsoft.com/office/drawing/2014/main" id="{D5B245DC-522C-2CDE-0973-24ED9F989197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29942"/>
              <a:ext cx="11180" cy="25591"/>
            </a:xfrm>
            <a:custGeom>
              <a:avLst/>
              <a:gdLst/>
              <a:ahLst/>
              <a:cxnLst/>
              <a:rect l="0" t="0" r="0" b="0"/>
              <a:pathLst>
                <a:path w="11180" h="25591">
                  <a:moveTo>
                    <a:pt x="11180" y="0"/>
                  </a:moveTo>
                  <a:lnTo>
                    <a:pt x="0" y="25591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0" name="Input_receptor__549">
              <a:extLst>
                <a:ext uri="{FF2B5EF4-FFF2-40B4-BE49-F238E27FC236}">
                  <a16:creationId xmlns:a16="http://schemas.microsoft.com/office/drawing/2014/main" id="{21A0A108-F13F-3AF8-95B5-42602A9A60B4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2089"/>
              <a:ext cx="38437" cy="10228"/>
            </a:xfrm>
            <a:custGeom>
              <a:avLst/>
              <a:gdLst/>
              <a:ahLst/>
              <a:cxnLst/>
              <a:rect l="0" t="0" r="0" b="0"/>
              <a:pathLst>
                <a:path w="38437" h="10228">
                  <a:moveTo>
                    <a:pt x="0" y="0"/>
                  </a:moveTo>
                  <a:lnTo>
                    <a:pt x="38437" y="10228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1" name="Input_receptor__550">
              <a:extLst>
                <a:ext uri="{FF2B5EF4-FFF2-40B4-BE49-F238E27FC236}">
                  <a16:creationId xmlns:a16="http://schemas.microsoft.com/office/drawing/2014/main" id="{A82286EE-3121-96C3-C9C0-DD66A2154927}"/>
                </a:ext>
              </a:extLst>
            </p:cNvPr>
            <p:cNvSpPr>
              <a:spLocks noGrp="1"/>
            </p:cNvSpPr>
            <p:nvPr/>
          </p:nvSpPr>
          <p:spPr>
            <a:xfrm>
              <a:off x="1820809" y="5325282"/>
              <a:ext cx="38603" cy="28967"/>
            </a:xfrm>
            <a:custGeom>
              <a:avLst/>
              <a:gdLst/>
              <a:ahLst/>
              <a:cxnLst/>
              <a:rect l="0" t="0" r="0" b="0"/>
              <a:pathLst>
                <a:path w="38603" h="28967">
                  <a:moveTo>
                    <a:pt x="0" y="28967"/>
                  </a:moveTo>
                  <a:lnTo>
                    <a:pt x="38603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2" name="Input_receptor__551">
              <a:extLst>
                <a:ext uri="{FF2B5EF4-FFF2-40B4-BE49-F238E27FC236}">
                  <a16:creationId xmlns:a16="http://schemas.microsoft.com/office/drawing/2014/main" id="{8F327C63-BEAB-D1E1-9F7A-0FA1DCB86A21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324976"/>
              <a:ext cx="29867" cy="11419"/>
            </a:xfrm>
            <a:custGeom>
              <a:avLst/>
              <a:gdLst/>
              <a:ahLst/>
              <a:cxnLst/>
              <a:rect l="0" t="0" r="0" b="0"/>
              <a:pathLst>
                <a:path w="29867" h="11419">
                  <a:moveTo>
                    <a:pt x="0" y="11419"/>
                  </a:moveTo>
                  <a:lnTo>
                    <a:pt x="29867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3" name="Input_receptor__552">
              <a:extLst>
                <a:ext uri="{FF2B5EF4-FFF2-40B4-BE49-F238E27FC236}">
                  <a16:creationId xmlns:a16="http://schemas.microsoft.com/office/drawing/2014/main" id="{B611EFFE-BF45-10FF-3439-BEFACDD7D8B4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85687"/>
              <a:ext cx="18491" cy="8985"/>
            </a:xfrm>
            <a:custGeom>
              <a:avLst/>
              <a:gdLst/>
              <a:ahLst/>
              <a:cxnLst/>
              <a:rect l="0" t="0" r="0" b="0"/>
              <a:pathLst>
                <a:path w="18491" h="8985">
                  <a:moveTo>
                    <a:pt x="0" y="0"/>
                  </a:moveTo>
                  <a:lnTo>
                    <a:pt x="18491" y="8985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4" name="Input_receptor__553">
              <a:extLst>
                <a:ext uri="{FF2B5EF4-FFF2-40B4-BE49-F238E27FC236}">
                  <a16:creationId xmlns:a16="http://schemas.microsoft.com/office/drawing/2014/main" id="{BE550D51-4C32-1F33-965E-0C2062EC6016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8638"/>
              <a:ext cx="31054" cy="17111"/>
            </a:xfrm>
            <a:custGeom>
              <a:avLst/>
              <a:gdLst/>
              <a:ahLst/>
              <a:cxnLst/>
              <a:rect l="0" t="0" r="0" b="0"/>
              <a:pathLst>
                <a:path w="31054" h="17111">
                  <a:moveTo>
                    <a:pt x="0" y="17111"/>
                  </a:moveTo>
                  <a:lnTo>
                    <a:pt x="31054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5" name="Input_receptor__554">
              <a:extLst>
                <a:ext uri="{FF2B5EF4-FFF2-40B4-BE49-F238E27FC236}">
                  <a16:creationId xmlns:a16="http://schemas.microsoft.com/office/drawing/2014/main" id="{7B186540-D729-45FD-E92B-604476251C89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27970"/>
              <a:ext cx="7321" cy="12319"/>
            </a:xfrm>
            <a:custGeom>
              <a:avLst/>
              <a:gdLst/>
              <a:ahLst/>
              <a:cxnLst/>
              <a:rect l="0" t="0" r="0" b="0"/>
              <a:pathLst>
                <a:path w="7321" h="12319">
                  <a:moveTo>
                    <a:pt x="7321" y="0"/>
                  </a:moveTo>
                  <a:lnTo>
                    <a:pt x="0" y="12319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6" name="Input_receptor__555">
              <a:extLst>
                <a:ext uri="{FF2B5EF4-FFF2-40B4-BE49-F238E27FC236}">
                  <a16:creationId xmlns:a16="http://schemas.microsoft.com/office/drawing/2014/main" id="{5DFBD557-AB44-545B-F19D-A1D1857621F2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213407"/>
              <a:ext cx="17212" cy="41262"/>
            </a:xfrm>
            <a:custGeom>
              <a:avLst/>
              <a:gdLst/>
              <a:ahLst/>
              <a:cxnLst/>
              <a:rect l="0" t="0" r="0" b="0"/>
              <a:pathLst>
                <a:path w="17212" h="41262">
                  <a:moveTo>
                    <a:pt x="0" y="0"/>
                  </a:moveTo>
                  <a:lnTo>
                    <a:pt x="17212" y="41262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7" name="Input_receptor__556">
              <a:extLst>
                <a:ext uri="{FF2B5EF4-FFF2-40B4-BE49-F238E27FC236}">
                  <a16:creationId xmlns:a16="http://schemas.microsoft.com/office/drawing/2014/main" id="{B566B21B-6CCB-9EDB-A6EB-6B9932FCBD52}"/>
                </a:ext>
              </a:extLst>
            </p:cNvPr>
            <p:cNvSpPr>
              <a:spLocks noGrp="1"/>
            </p:cNvSpPr>
            <p:nvPr/>
          </p:nvSpPr>
          <p:spPr>
            <a:xfrm>
              <a:off x="1750671" y="5027040"/>
              <a:ext cx="27899" cy="35277"/>
            </a:xfrm>
            <a:custGeom>
              <a:avLst/>
              <a:gdLst/>
              <a:ahLst/>
              <a:cxnLst/>
              <a:rect l="0" t="0" r="0" b="0"/>
              <a:pathLst>
                <a:path w="27899" h="35277">
                  <a:moveTo>
                    <a:pt x="0" y="35277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8" name="Input_receptor__557">
              <a:extLst>
                <a:ext uri="{FF2B5EF4-FFF2-40B4-BE49-F238E27FC236}">
                  <a16:creationId xmlns:a16="http://schemas.microsoft.com/office/drawing/2014/main" id="{D895A00C-F8FF-D6A5-799C-51DDB7287A82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673835"/>
              <a:ext cx="8110" cy="32691"/>
            </a:xfrm>
            <a:custGeom>
              <a:avLst/>
              <a:gdLst/>
              <a:ahLst/>
              <a:cxnLst/>
              <a:rect l="0" t="0" r="0" b="0"/>
              <a:pathLst>
                <a:path w="8110" h="32691">
                  <a:moveTo>
                    <a:pt x="0" y="32691"/>
                  </a:moveTo>
                  <a:lnTo>
                    <a:pt x="8110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9" name="Input_receptor__558">
              <a:extLst>
                <a:ext uri="{FF2B5EF4-FFF2-40B4-BE49-F238E27FC236}">
                  <a16:creationId xmlns:a16="http://schemas.microsoft.com/office/drawing/2014/main" id="{B9082100-DBB5-0028-22AA-F4040349DD5F}"/>
                </a:ext>
              </a:extLst>
            </p:cNvPr>
            <p:cNvSpPr>
              <a:spLocks noGrp="1"/>
            </p:cNvSpPr>
            <p:nvPr/>
          </p:nvSpPr>
          <p:spPr>
            <a:xfrm>
              <a:off x="1615311" y="5000442"/>
              <a:ext cx="40231" cy="23417"/>
            </a:xfrm>
            <a:custGeom>
              <a:avLst/>
              <a:gdLst/>
              <a:ahLst/>
              <a:cxnLst/>
              <a:rect l="0" t="0" r="0" b="0"/>
              <a:pathLst>
                <a:path w="40231" h="23417">
                  <a:moveTo>
                    <a:pt x="0" y="0"/>
                  </a:moveTo>
                  <a:lnTo>
                    <a:pt x="40231" y="23417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60" name="Input_receptor__559">
              <a:extLst>
                <a:ext uri="{FF2B5EF4-FFF2-40B4-BE49-F238E27FC236}">
                  <a16:creationId xmlns:a16="http://schemas.microsoft.com/office/drawing/2014/main" id="{7C494D4C-D22A-6919-AE4F-87F858A59120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62462"/>
              <a:ext cx="10307" cy="6411"/>
            </a:xfrm>
            <a:custGeom>
              <a:avLst/>
              <a:gdLst/>
              <a:ahLst/>
              <a:cxnLst/>
              <a:rect l="0" t="0" r="0" b="0"/>
              <a:pathLst>
                <a:path w="10307" h="6411">
                  <a:moveTo>
                    <a:pt x="0" y="0"/>
                  </a:moveTo>
                  <a:lnTo>
                    <a:pt x="10307" y="6411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1" name="Input_receptor__560">
              <a:extLst>
                <a:ext uri="{FF2B5EF4-FFF2-40B4-BE49-F238E27FC236}">
                  <a16:creationId xmlns:a16="http://schemas.microsoft.com/office/drawing/2014/main" id="{C2699C4D-1EB4-F5CD-6BC8-2A3F169FEEB7}"/>
                </a:ext>
              </a:extLst>
            </p:cNvPr>
            <p:cNvSpPr>
              <a:spLocks noGrp="1"/>
            </p:cNvSpPr>
            <p:nvPr/>
          </p:nvSpPr>
          <p:spPr>
            <a:xfrm>
              <a:off x="1483575" y="5166169"/>
              <a:ext cx="1636" cy="42469"/>
            </a:xfrm>
            <a:custGeom>
              <a:avLst/>
              <a:gdLst/>
              <a:ahLst/>
              <a:cxnLst/>
              <a:rect l="0" t="0" r="0" b="0"/>
              <a:pathLst>
                <a:path w="1636" h="42469">
                  <a:moveTo>
                    <a:pt x="0" y="42469"/>
                  </a:moveTo>
                  <a:lnTo>
                    <a:pt x="1636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2" name="Input_receptor__561">
              <a:extLst>
                <a:ext uri="{FF2B5EF4-FFF2-40B4-BE49-F238E27FC236}">
                  <a16:creationId xmlns:a16="http://schemas.microsoft.com/office/drawing/2014/main" id="{DBDCB7CF-E8A4-F282-1122-5CFABB1CCA09}"/>
                </a:ext>
              </a:extLst>
            </p:cNvPr>
            <p:cNvSpPr>
              <a:spLocks noGrp="1"/>
            </p:cNvSpPr>
            <p:nvPr/>
          </p:nvSpPr>
          <p:spPr>
            <a:xfrm>
              <a:off x="1104040" y="5288738"/>
              <a:ext cx="6999" cy="41204"/>
            </a:xfrm>
            <a:custGeom>
              <a:avLst/>
              <a:gdLst/>
              <a:ahLst/>
              <a:cxnLst/>
              <a:rect l="0" t="0" r="0" b="0"/>
              <a:pathLst>
                <a:path w="6999" h="41204">
                  <a:moveTo>
                    <a:pt x="6999" y="0"/>
                  </a:moveTo>
                  <a:lnTo>
                    <a:pt x="0" y="41204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3" name="Input_receptor__562">
              <a:extLst>
                <a:ext uri="{FF2B5EF4-FFF2-40B4-BE49-F238E27FC236}">
                  <a16:creationId xmlns:a16="http://schemas.microsoft.com/office/drawing/2014/main" id="{060D5C3A-97E4-D71C-CEE9-2F222F006F65}"/>
                </a:ext>
              </a:extLst>
            </p:cNvPr>
            <p:cNvSpPr>
              <a:spLocks noGrp="1"/>
            </p:cNvSpPr>
            <p:nvPr/>
          </p:nvSpPr>
          <p:spPr>
            <a:xfrm>
              <a:off x="1319630" y="5508443"/>
              <a:ext cx="23689" cy="27430"/>
            </a:xfrm>
            <a:custGeom>
              <a:avLst/>
              <a:gdLst/>
              <a:ahLst/>
              <a:cxnLst/>
              <a:rect l="0" t="0" r="0" b="0"/>
              <a:pathLst>
                <a:path w="23689" h="27430">
                  <a:moveTo>
                    <a:pt x="23689" y="0"/>
                  </a:moveTo>
                  <a:lnTo>
                    <a:pt x="0" y="2743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4" name="Input_receptor__563">
              <a:extLst>
                <a:ext uri="{FF2B5EF4-FFF2-40B4-BE49-F238E27FC236}">
                  <a16:creationId xmlns:a16="http://schemas.microsoft.com/office/drawing/2014/main" id="{372502DE-C0DE-020B-2459-68B1C956A06A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94731"/>
              <a:ext cx="47137" cy="10080"/>
            </a:xfrm>
            <a:custGeom>
              <a:avLst/>
              <a:gdLst/>
              <a:ahLst/>
              <a:cxnLst/>
              <a:rect l="0" t="0" r="0" b="0"/>
              <a:pathLst>
                <a:path w="47137" h="10080">
                  <a:moveTo>
                    <a:pt x="47137" y="100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5" name="Input_receptor__564">
              <a:extLst>
                <a:ext uri="{FF2B5EF4-FFF2-40B4-BE49-F238E27FC236}">
                  <a16:creationId xmlns:a16="http://schemas.microsoft.com/office/drawing/2014/main" id="{FBA26E89-87A1-4CCC-A93A-F8A4CE371A79}"/>
                </a:ext>
              </a:extLst>
            </p:cNvPr>
            <p:cNvSpPr>
              <a:spLocks noGrp="1"/>
            </p:cNvSpPr>
            <p:nvPr/>
          </p:nvSpPr>
          <p:spPr>
            <a:xfrm>
              <a:off x="1521171" y="5366753"/>
              <a:ext cx="10682" cy="30818"/>
            </a:xfrm>
            <a:custGeom>
              <a:avLst/>
              <a:gdLst/>
              <a:ahLst/>
              <a:cxnLst/>
              <a:rect l="0" t="0" r="0" b="0"/>
              <a:pathLst>
                <a:path w="10682" h="30818">
                  <a:moveTo>
                    <a:pt x="10682" y="30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6" name="Input_receptor__565">
              <a:extLst>
                <a:ext uri="{FF2B5EF4-FFF2-40B4-BE49-F238E27FC236}">
                  <a16:creationId xmlns:a16="http://schemas.microsoft.com/office/drawing/2014/main" id="{169CDDEB-5E8C-419E-0428-6A85D5AEFA94}"/>
                </a:ext>
              </a:extLst>
            </p:cNvPr>
            <p:cNvSpPr>
              <a:spLocks noGrp="1"/>
            </p:cNvSpPr>
            <p:nvPr/>
          </p:nvSpPr>
          <p:spPr>
            <a:xfrm>
              <a:off x="1343319" y="5491888"/>
              <a:ext cx="30622" cy="16555"/>
            </a:xfrm>
            <a:custGeom>
              <a:avLst/>
              <a:gdLst/>
              <a:ahLst/>
              <a:cxnLst/>
              <a:rect l="0" t="0" r="0" b="0"/>
              <a:pathLst>
                <a:path w="30622" h="16555">
                  <a:moveTo>
                    <a:pt x="30622" y="0"/>
                  </a:moveTo>
                  <a:lnTo>
                    <a:pt x="0" y="165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7" name="Input_receptor__566">
              <a:extLst>
                <a:ext uri="{FF2B5EF4-FFF2-40B4-BE49-F238E27FC236}">
                  <a16:creationId xmlns:a16="http://schemas.microsoft.com/office/drawing/2014/main" id="{EA9DACF9-797E-B0DC-945D-A5E3C8FE4BCF}"/>
                </a:ext>
              </a:extLst>
            </p:cNvPr>
            <p:cNvSpPr>
              <a:spLocks noGrp="1"/>
            </p:cNvSpPr>
            <p:nvPr/>
          </p:nvSpPr>
          <p:spPr>
            <a:xfrm>
              <a:off x="1418600" y="5515433"/>
              <a:ext cx="25171" cy="11187"/>
            </a:xfrm>
            <a:custGeom>
              <a:avLst/>
              <a:gdLst/>
              <a:ahLst/>
              <a:cxnLst/>
              <a:rect l="0" t="0" r="0" b="0"/>
              <a:pathLst>
                <a:path w="25171" h="11187">
                  <a:moveTo>
                    <a:pt x="25171" y="111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8" name="Input_receptor__567">
              <a:extLst>
                <a:ext uri="{FF2B5EF4-FFF2-40B4-BE49-F238E27FC236}">
                  <a16:creationId xmlns:a16="http://schemas.microsoft.com/office/drawing/2014/main" id="{91D3A5DF-267B-2E08-5521-0DDD7790007B}"/>
                </a:ext>
              </a:extLst>
            </p:cNvPr>
            <p:cNvSpPr>
              <a:spLocks noGrp="1"/>
            </p:cNvSpPr>
            <p:nvPr/>
          </p:nvSpPr>
          <p:spPr>
            <a:xfrm>
              <a:off x="1505286" y="4966889"/>
              <a:ext cx="43705" cy="10095"/>
            </a:xfrm>
            <a:custGeom>
              <a:avLst/>
              <a:gdLst/>
              <a:ahLst/>
              <a:cxnLst/>
              <a:rect l="0" t="0" r="0" b="0"/>
              <a:pathLst>
                <a:path w="43705" h="10095">
                  <a:moveTo>
                    <a:pt x="43705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9" name="Input_receptor__568">
              <a:extLst>
                <a:ext uri="{FF2B5EF4-FFF2-40B4-BE49-F238E27FC236}">
                  <a16:creationId xmlns:a16="http://schemas.microsoft.com/office/drawing/2014/main" id="{626F1870-C078-1C01-7937-C17FD269B56B}"/>
                </a:ext>
              </a:extLst>
            </p:cNvPr>
            <p:cNvSpPr>
              <a:spLocks noGrp="1"/>
            </p:cNvSpPr>
            <p:nvPr/>
          </p:nvSpPr>
          <p:spPr>
            <a:xfrm>
              <a:off x="1049835" y="5239258"/>
              <a:ext cx="18290" cy="21906"/>
            </a:xfrm>
            <a:custGeom>
              <a:avLst/>
              <a:gdLst/>
              <a:ahLst/>
              <a:cxnLst/>
              <a:rect l="0" t="0" r="0" b="0"/>
              <a:pathLst>
                <a:path w="18290" h="21906">
                  <a:moveTo>
                    <a:pt x="0" y="0"/>
                  </a:moveTo>
                  <a:lnTo>
                    <a:pt x="18290" y="21906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0" name="Input_receptor__569">
              <a:extLst>
                <a:ext uri="{FF2B5EF4-FFF2-40B4-BE49-F238E27FC236}">
                  <a16:creationId xmlns:a16="http://schemas.microsoft.com/office/drawing/2014/main" id="{6AF596AE-4BFD-A4FD-9EBC-1DC0AFFEB9EC}"/>
                </a:ext>
              </a:extLst>
            </p:cNvPr>
            <p:cNvSpPr>
              <a:spLocks noGrp="1"/>
            </p:cNvSpPr>
            <p:nvPr/>
          </p:nvSpPr>
          <p:spPr>
            <a:xfrm>
              <a:off x="1068995" y="4305692"/>
              <a:ext cx="14478" cy="45955"/>
            </a:xfrm>
            <a:custGeom>
              <a:avLst/>
              <a:gdLst/>
              <a:ahLst/>
              <a:cxnLst/>
              <a:rect l="0" t="0" r="0" b="0"/>
              <a:pathLst>
                <a:path w="14478" h="45955">
                  <a:moveTo>
                    <a:pt x="0" y="0"/>
                  </a:moveTo>
                  <a:lnTo>
                    <a:pt x="14478" y="459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1" name="Input_receptor__570">
              <a:extLst>
                <a:ext uri="{FF2B5EF4-FFF2-40B4-BE49-F238E27FC236}">
                  <a16:creationId xmlns:a16="http://schemas.microsoft.com/office/drawing/2014/main" id="{9EBDAE6A-C6EC-25BC-DEFB-D81ED897D7D7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99454"/>
              <a:ext cx="46982" cy="7575"/>
            </a:xfrm>
            <a:custGeom>
              <a:avLst/>
              <a:gdLst/>
              <a:ahLst/>
              <a:cxnLst/>
              <a:rect l="0" t="0" r="0" b="0"/>
              <a:pathLst>
                <a:path w="46982" h="7575">
                  <a:moveTo>
                    <a:pt x="46982" y="7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2" name="Input_receptor__571">
              <a:extLst>
                <a:ext uri="{FF2B5EF4-FFF2-40B4-BE49-F238E27FC236}">
                  <a16:creationId xmlns:a16="http://schemas.microsoft.com/office/drawing/2014/main" id="{E29B697A-A114-35C3-610F-CD91AFF38832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30459"/>
              <a:ext cx="11557" cy="1287"/>
            </a:xfrm>
            <a:custGeom>
              <a:avLst/>
              <a:gdLst/>
              <a:ahLst/>
              <a:cxnLst/>
              <a:rect l="0" t="0" r="0" b="0"/>
              <a:pathLst>
                <a:path w="11557" h="1287">
                  <a:moveTo>
                    <a:pt x="0" y="1287"/>
                  </a:moveTo>
                  <a:lnTo>
                    <a:pt x="11557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3" name="Input_receptor__572">
              <a:extLst>
                <a:ext uri="{FF2B5EF4-FFF2-40B4-BE49-F238E27FC236}">
                  <a16:creationId xmlns:a16="http://schemas.microsoft.com/office/drawing/2014/main" id="{B64837E5-B1DD-C2C9-00AA-8BBBF42391D0}"/>
                </a:ext>
              </a:extLst>
            </p:cNvPr>
            <p:cNvSpPr>
              <a:spLocks noGrp="1"/>
            </p:cNvSpPr>
            <p:nvPr/>
          </p:nvSpPr>
          <p:spPr>
            <a:xfrm>
              <a:off x="1268672" y="5468812"/>
              <a:ext cx="33073" cy="30870"/>
            </a:xfrm>
            <a:custGeom>
              <a:avLst/>
              <a:gdLst/>
              <a:ahLst/>
              <a:cxnLst/>
              <a:rect l="0" t="0" r="0" b="0"/>
              <a:pathLst>
                <a:path w="33073" h="30870">
                  <a:moveTo>
                    <a:pt x="33073" y="0"/>
                  </a:moveTo>
                  <a:lnTo>
                    <a:pt x="0" y="3087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4" name="Input_receptor__573">
              <a:extLst>
                <a:ext uri="{FF2B5EF4-FFF2-40B4-BE49-F238E27FC236}">
                  <a16:creationId xmlns:a16="http://schemas.microsoft.com/office/drawing/2014/main" id="{3076CDC5-350A-305F-5CDA-6F8EFEBF5209}"/>
                </a:ext>
              </a:extLst>
            </p:cNvPr>
            <p:cNvSpPr>
              <a:spLocks noGrp="1"/>
            </p:cNvSpPr>
            <p:nvPr/>
          </p:nvSpPr>
          <p:spPr>
            <a:xfrm>
              <a:off x="1619715" y="5100414"/>
              <a:ext cx="41111" cy="24850"/>
            </a:xfrm>
            <a:custGeom>
              <a:avLst/>
              <a:gdLst/>
              <a:ahLst/>
              <a:cxnLst/>
              <a:rect l="0" t="0" r="0" b="0"/>
              <a:pathLst>
                <a:path w="41111" h="24850">
                  <a:moveTo>
                    <a:pt x="41111" y="0"/>
                  </a:moveTo>
                  <a:lnTo>
                    <a:pt x="0" y="2485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5" name="Input_receptor__574">
              <a:extLst>
                <a:ext uri="{FF2B5EF4-FFF2-40B4-BE49-F238E27FC236}">
                  <a16:creationId xmlns:a16="http://schemas.microsoft.com/office/drawing/2014/main" id="{17A42282-545E-9D68-8F93-14E626B73DA7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5026019"/>
              <a:ext cx="37583" cy="11878"/>
            </a:xfrm>
            <a:custGeom>
              <a:avLst/>
              <a:gdLst/>
              <a:ahLst/>
              <a:cxnLst/>
              <a:rect l="0" t="0" r="0" b="0"/>
              <a:pathLst>
                <a:path w="37583" h="11878">
                  <a:moveTo>
                    <a:pt x="37583" y="118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6" name="Input_receptor__575">
              <a:extLst>
                <a:ext uri="{FF2B5EF4-FFF2-40B4-BE49-F238E27FC236}">
                  <a16:creationId xmlns:a16="http://schemas.microsoft.com/office/drawing/2014/main" id="{44039F67-0BB5-B2B7-EEF9-3BCFD7BB3EFA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11097" cy="30261"/>
            </a:xfrm>
            <a:custGeom>
              <a:avLst/>
              <a:gdLst/>
              <a:ahLst/>
              <a:cxnLst/>
              <a:rect l="0" t="0" r="0" b="0"/>
              <a:pathLst>
                <a:path w="11097" h="30261">
                  <a:moveTo>
                    <a:pt x="11097" y="302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77" name="Input_receptor__576">
              <a:extLst>
                <a:ext uri="{FF2B5EF4-FFF2-40B4-BE49-F238E27FC236}">
                  <a16:creationId xmlns:a16="http://schemas.microsoft.com/office/drawing/2014/main" id="{9D8F4780-20C3-75CD-E5A7-0F0D091AB580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79469"/>
              <a:ext cx="1453" cy="1028"/>
            </a:xfrm>
            <a:custGeom>
              <a:avLst/>
              <a:gdLst/>
              <a:ahLst/>
              <a:cxnLst/>
              <a:rect l="0" t="0" r="0" b="0"/>
              <a:pathLst>
                <a:path w="1453" h="1028">
                  <a:moveTo>
                    <a:pt x="0" y="1028"/>
                  </a:moveTo>
                  <a:lnTo>
                    <a:pt x="1453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8" name="Input_receptor__577">
              <a:extLst>
                <a:ext uri="{FF2B5EF4-FFF2-40B4-BE49-F238E27FC236}">
                  <a16:creationId xmlns:a16="http://schemas.microsoft.com/office/drawing/2014/main" id="{72E114F3-079C-CE13-C374-5820BD0CE6E8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397571"/>
              <a:ext cx="20162" cy="39477"/>
            </a:xfrm>
            <a:custGeom>
              <a:avLst/>
              <a:gdLst/>
              <a:ahLst/>
              <a:cxnLst/>
              <a:rect l="0" t="0" r="0" b="0"/>
              <a:pathLst>
                <a:path w="20162" h="39477">
                  <a:moveTo>
                    <a:pt x="0" y="39477"/>
                  </a:moveTo>
                  <a:lnTo>
                    <a:pt x="20162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9" name="Input_receptor__578">
              <a:extLst>
                <a:ext uri="{FF2B5EF4-FFF2-40B4-BE49-F238E27FC236}">
                  <a16:creationId xmlns:a16="http://schemas.microsoft.com/office/drawing/2014/main" id="{9C666354-7163-3E0B-6F18-615B872FF3C7}"/>
                </a:ext>
              </a:extLst>
            </p:cNvPr>
            <p:cNvSpPr>
              <a:spLocks noGrp="1"/>
            </p:cNvSpPr>
            <p:nvPr/>
          </p:nvSpPr>
          <p:spPr>
            <a:xfrm>
              <a:off x="1557672" y="5168505"/>
              <a:ext cx="43893" cy="5942"/>
            </a:xfrm>
            <a:custGeom>
              <a:avLst/>
              <a:gdLst/>
              <a:ahLst/>
              <a:cxnLst/>
              <a:rect l="0" t="0" r="0" b="0"/>
              <a:pathLst>
                <a:path w="43893" h="5942">
                  <a:moveTo>
                    <a:pt x="43893" y="5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0" name="Input_receptor__579">
              <a:extLst>
                <a:ext uri="{FF2B5EF4-FFF2-40B4-BE49-F238E27FC236}">
                  <a16:creationId xmlns:a16="http://schemas.microsoft.com/office/drawing/2014/main" id="{223BC471-CB49-E546-D785-A6290426B55C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97780"/>
              <a:ext cx="46631" cy="8779"/>
            </a:xfrm>
            <a:custGeom>
              <a:avLst/>
              <a:gdLst/>
              <a:ahLst/>
              <a:cxnLst/>
              <a:rect l="0" t="0" r="0" b="0"/>
              <a:pathLst>
                <a:path w="46631" h="8779">
                  <a:moveTo>
                    <a:pt x="46631" y="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1" name="Input_receptor__580">
              <a:extLst>
                <a:ext uri="{FF2B5EF4-FFF2-40B4-BE49-F238E27FC236}">
                  <a16:creationId xmlns:a16="http://schemas.microsoft.com/office/drawing/2014/main" id="{CA2843DC-7491-D44C-D731-88E85F1A57C7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27522"/>
              <a:ext cx="16449" cy="30221"/>
            </a:xfrm>
            <a:custGeom>
              <a:avLst/>
              <a:gdLst/>
              <a:ahLst/>
              <a:cxnLst/>
              <a:rect l="0" t="0" r="0" b="0"/>
              <a:pathLst>
                <a:path w="16449" h="30221">
                  <a:moveTo>
                    <a:pt x="0" y="30221"/>
                  </a:moveTo>
                  <a:lnTo>
                    <a:pt x="16449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82" name="Input_receptor__581">
              <a:extLst>
                <a:ext uri="{FF2B5EF4-FFF2-40B4-BE49-F238E27FC236}">
                  <a16:creationId xmlns:a16="http://schemas.microsoft.com/office/drawing/2014/main" id="{073907FF-2CB1-3F09-445C-9BB1FAC5B087}"/>
                </a:ext>
              </a:extLst>
            </p:cNvPr>
            <p:cNvSpPr>
              <a:spLocks noGrp="1"/>
            </p:cNvSpPr>
            <p:nvPr/>
          </p:nvSpPr>
          <p:spPr>
            <a:xfrm>
              <a:off x="1195186" y="5451440"/>
              <a:ext cx="33701" cy="34156"/>
            </a:xfrm>
            <a:custGeom>
              <a:avLst/>
              <a:gdLst/>
              <a:ahLst/>
              <a:cxnLst/>
              <a:rect l="0" t="0" r="0" b="0"/>
              <a:pathLst>
                <a:path w="33701" h="34156">
                  <a:moveTo>
                    <a:pt x="33701" y="0"/>
                  </a:moveTo>
                  <a:lnTo>
                    <a:pt x="0" y="3415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3" name="Input_receptor__582">
              <a:extLst>
                <a:ext uri="{FF2B5EF4-FFF2-40B4-BE49-F238E27FC236}">
                  <a16:creationId xmlns:a16="http://schemas.microsoft.com/office/drawing/2014/main" id="{E4629AC8-7286-A1DB-A7E2-F55AA99CCF33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78359"/>
              <a:ext cx="47289" cy="9735"/>
            </a:xfrm>
            <a:custGeom>
              <a:avLst/>
              <a:gdLst/>
              <a:ahLst/>
              <a:cxnLst/>
              <a:rect l="0" t="0" r="0" b="0"/>
              <a:pathLst>
                <a:path w="47289" h="9735">
                  <a:moveTo>
                    <a:pt x="47289" y="0"/>
                  </a:moveTo>
                  <a:lnTo>
                    <a:pt x="0" y="9735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4" name="Input_receptor__583">
              <a:extLst>
                <a:ext uri="{FF2B5EF4-FFF2-40B4-BE49-F238E27FC236}">
                  <a16:creationId xmlns:a16="http://schemas.microsoft.com/office/drawing/2014/main" id="{705D32F0-2404-4DEA-BBE3-6C628C298A02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33159"/>
              <a:ext cx="23754" cy="2776"/>
            </a:xfrm>
            <a:custGeom>
              <a:avLst/>
              <a:gdLst/>
              <a:ahLst/>
              <a:cxnLst/>
              <a:rect l="0" t="0" r="0" b="0"/>
              <a:pathLst>
                <a:path w="23754" h="2776">
                  <a:moveTo>
                    <a:pt x="23754" y="0"/>
                  </a:moveTo>
                  <a:lnTo>
                    <a:pt x="0" y="277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5" name="Input_receptor__584">
              <a:extLst>
                <a:ext uri="{FF2B5EF4-FFF2-40B4-BE49-F238E27FC236}">
                  <a16:creationId xmlns:a16="http://schemas.microsoft.com/office/drawing/2014/main" id="{2F553F03-1599-D633-D44B-27989FD989FD}"/>
                </a:ext>
              </a:extLst>
            </p:cNvPr>
            <p:cNvSpPr>
              <a:spLocks noGrp="1"/>
            </p:cNvSpPr>
            <p:nvPr/>
          </p:nvSpPr>
          <p:spPr>
            <a:xfrm>
              <a:off x="1333142" y="5278359"/>
              <a:ext cx="12520" cy="46617"/>
            </a:xfrm>
            <a:custGeom>
              <a:avLst/>
              <a:gdLst/>
              <a:ahLst/>
              <a:cxnLst/>
              <a:rect l="0" t="0" r="0" b="0"/>
              <a:pathLst>
                <a:path w="12520" h="46617">
                  <a:moveTo>
                    <a:pt x="12520" y="466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6" name="Input_receptor__585">
              <a:extLst>
                <a:ext uri="{FF2B5EF4-FFF2-40B4-BE49-F238E27FC236}">
                  <a16:creationId xmlns:a16="http://schemas.microsoft.com/office/drawing/2014/main" id="{AF83E654-D59E-6837-673F-DE390634E19B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4943"/>
              <a:ext cx="11377" cy="10010"/>
            </a:xfrm>
            <a:custGeom>
              <a:avLst/>
              <a:gdLst/>
              <a:ahLst/>
              <a:cxnLst/>
              <a:rect l="0" t="0" r="0" b="0"/>
              <a:pathLst>
                <a:path w="11377" h="10010">
                  <a:moveTo>
                    <a:pt x="11377" y="0"/>
                  </a:moveTo>
                  <a:lnTo>
                    <a:pt x="0" y="1001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7" name="Input_receptor__586">
              <a:extLst>
                <a:ext uri="{FF2B5EF4-FFF2-40B4-BE49-F238E27FC236}">
                  <a16:creationId xmlns:a16="http://schemas.microsoft.com/office/drawing/2014/main" id="{CEC30503-7B13-31AF-5CC2-C703AE5D5012}"/>
                </a:ext>
              </a:extLst>
            </p:cNvPr>
            <p:cNvSpPr>
              <a:spLocks noGrp="1"/>
            </p:cNvSpPr>
            <p:nvPr/>
          </p:nvSpPr>
          <p:spPr>
            <a:xfrm>
              <a:off x="1342476" y="5675629"/>
              <a:ext cx="42202" cy="21544"/>
            </a:xfrm>
            <a:custGeom>
              <a:avLst/>
              <a:gdLst/>
              <a:ahLst/>
              <a:cxnLst/>
              <a:rect l="0" t="0" r="0" b="0"/>
              <a:pathLst>
                <a:path w="42202" h="21544">
                  <a:moveTo>
                    <a:pt x="42202" y="0"/>
                  </a:moveTo>
                  <a:lnTo>
                    <a:pt x="0" y="21544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88" name="Input_receptor__587">
              <a:extLst>
                <a:ext uri="{FF2B5EF4-FFF2-40B4-BE49-F238E27FC236}">
                  <a16:creationId xmlns:a16="http://schemas.microsoft.com/office/drawing/2014/main" id="{4A7E6384-E9CB-681C-47B8-F6A1E4853625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72423"/>
              <a:ext cx="43816" cy="14619"/>
            </a:xfrm>
            <a:custGeom>
              <a:avLst/>
              <a:gdLst/>
              <a:ahLst/>
              <a:cxnLst/>
              <a:rect l="0" t="0" r="0" b="0"/>
              <a:pathLst>
                <a:path w="43816" h="14619">
                  <a:moveTo>
                    <a:pt x="43816" y="0"/>
                  </a:moveTo>
                  <a:lnTo>
                    <a:pt x="0" y="146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9" name="Input_receptor__588">
              <a:extLst>
                <a:ext uri="{FF2B5EF4-FFF2-40B4-BE49-F238E27FC236}">
                  <a16:creationId xmlns:a16="http://schemas.microsoft.com/office/drawing/2014/main" id="{7ACEEA08-1FB9-4580-492F-95AD4FE25D14}"/>
                </a:ext>
              </a:extLst>
            </p:cNvPr>
            <p:cNvSpPr>
              <a:spLocks noGrp="1"/>
            </p:cNvSpPr>
            <p:nvPr/>
          </p:nvSpPr>
          <p:spPr>
            <a:xfrm>
              <a:off x="1538778" y="5037896"/>
              <a:ext cx="26970" cy="10663"/>
            </a:xfrm>
            <a:custGeom>
              <a:avLst/>
              <a:gdLst/>
              <a:ahLst/>
              <a:cxnLst/>
              <a:rect l="0" t="0" r="0" b="0"/>
              <a:pathLst>
                <a:path w="26970" h="10663">
                  <a:moveTo>
                    <a:pt x="26970" y="1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0" name="Input_receptor__589">
              <a:extLst>
                <a:ext uri="{FF2B5EF4-FFF2-40B4-BE49-F238E27FC236}">
                  <a16:creationId xmlns:a16="http://schemas.microsoft.com/office/drawing/2014/main" id="{39C702EA-BE12-9086-C4AD-2BF2C77EA75F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37671"/>
              <a:ext cx="16347" cy="2735"/>
            </a:xfrm>
            <a:custGeom>
              <a:avLst/>
              <a:gdLst/>
              <a:ahLst/>
              <a:cxnLst/>
              <a:rect l="0" t="0" r="0" b="0"/>
              <a:pathLst>
                <a:path w="16347" h="2735">
                  <a:moveTo>
                    <a:pt x="0" y="2735"/>
                  </a:moveTo>
                  <a:lnTo>
                    <a:pt x="16347" y="0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91" name="Input_receptor__590">
              <a:extLst>
                <a:ext uri="{FF2B5EF4-FFF2-40B4-BE49-F238E27FC236}">
                  <a16:creationId xmlns:a16="http://schemas.microsoft.com/office/drawing/2014/main" id="{4C8F5450-8357-5694-0BF0-9A3F1CE2C64B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30970"/>
              <a:ext cx="43940" cy="17073"/>
            </a:xfrm>
            <a:custGeom>
              <a:avLst/>
              <a:gdLst/>
              <a:ahLst/>
              <a:cxnLst/>
              <a:rect l="0" t="0" r="0" b="0"/>
              <a:pathLst>
                <a:path w="43940" h="17073">
                  <a:moveTo>
                    <a:pt x="0" y="0"/>
                  </a:moveTo>
                  <a:lnTo>
                    <a:pt x="43940" y="1707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2" name="Input_receptor__591">
              <a:extLst>
                <a:ext uri="{FF2B5EF4-FFF2-40B4-BE49-F238E27FC236}">
                  <a16:creationId xmlns:a16="http://schemas.microsoft.com/office/drawing/2014/main" id="{AE98A773-7049-1DFB-0E5A-F94ACA1CCDBC}"/>
                </a:ext>
              </a:extLst>
            </p:cNvPr>
            <p:cNvSpPr>
              <a:spLocks noGrp="1"/>
            </p:cNvSpPr>
            <p:nvPr/>
          </p:nvSpPr>
          <p:spPr>
            <a:xfrm>
              <a:off x="1592051" y="5237729"/>
              <a:ext cx="35519" cy="3961"/>
            </a:xfrm>
            <a:custGeom>
              <a:avLst/>
              <a:gdLst/>
              <a:ahLst/>
              <a:cxnLst/>
              <a:rect l="0" t="0" r="0" b="0"/>
              <a:pathLst>
                <a:path w="35519" h="3961">
                  <a:moveTo>
                    <a:pt x="35519" y="3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3" name="Input_receptor__592">
              <a:extLst>
                <a:ext uri="{FF2B5EF4-FFF2-40B4-BE49-F238E27FC236}">
                  <a16:creationId xmlns:a16="http://schemas.microsoft.com/office/drawing/2014/main" id="{78A25C98-19FD-EF04-60E3-3DECF3D08B70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229042"/>
              <a:ext cx="34331" cy="8687"/>
            </a:xfrm>
            <a:custGeom>
              <a:avLst/>
              <a:gdLst/>
              <a:ahLst/>
              <a:cxnLst/>
              <a:rect l="0" t="0" r="0" b="0"/>
              <a:pathLst>
                <a:path w="34331" h="8687">
                  <a:moveTo>
                    <a:pt x="34331" y="8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4" name="Input_receptor__593">
              <a:extLst>
                <a:ext uri="{FF2B5EF4-FFF2-40B4-BE49-F238E27FC236}">
                  <a16:creationId xmlns:a16="http://schemas.microsoft.com/office/drawing/2014/main" id="{EBB10E3D-60C3-6BAD-338C-EE2796FD2241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21691"/>
              <a:ext cx="33721" cy="19753"/>
            </a:xfrm>
            <a:custGeom>
              <a:avLst/>
              <a:gdLst/>
              <a:ahLst/>
              <a:cxnLst/>
              <a:rect l="0" t="0" r="0" b="0"/>
              <a:pathLst>
                <a:path w="33721" h="19753">
                  <a:moveTo>
                    <a:pt x="33721" y="0"/>
                  </a:moveTo>
                  <a:lnTo>
                    <a:pt x="0" y="1975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5" name="Input_receptor__594">
              <a:extLst>
                <a:ext uri="{FF2B5EF4-FFF2-40B4-BE49-F238E27FC236}">
                  <a16:creationId xmlns:a16="http://schemas.microsoft.com/office/drawing/2014/main" id="{7BBF0DB1-A6E9-99D4-750D-00C7C48EA18C}"/>
                </a:ext>
              </a:extLst>
            </p:cNvPr>
            <p:cNvSpPr>
              <a:spLocks noGrp="1"/>
            </p:cNvSpPr>
            <p:nvPr/>
          </p:nvSpPr>
          <p:spPr>
            <a:xfrm>
              <a:off x="1381573" y="5536385"/>
              <a:ext cx="8876" cy="17207"/>
            </a:xfrm>
            <a:custGeom>
              <a:avLst/>
              <a:gdLst/>
              <a:ahLst/>
              <a:cxnLst/>
              <a:rect l="0" t="0" r="0" b="0"/>
              <a:pathLst>
                <a:path w="8876" h="17207">
                  <a:moveTo>
                    <a:pt x="8876" y="17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6" name="Input_receptor__595">
              <a:extLst>
                <a:ext uri="{FF2B5EF4-FFF2-40B4-BE49-F238E27FC236}">
                  <a16:creationId xmlns:a16="http://schemas.microsoft.com/office/drawing/2014/main" id="{6B9CC82D-6563-99F2-AAFE-6FD17D3BF24D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49495"/>
              <a:ext cx="37091" cy="30201"/>
            </a:xfrm>
            <a:custGeom>
              <a:avLst/>
              <a:gdLst/>
              <a:ahLst/>
              <a:cxnLst/>
              <a:rect l="0" t="0" r="0" b="0"/>
              <a:pathLst>
                <a:path w="37091" h="30201">
                  <a:moveTo>
                    <a:pt x="0" y="30201"/>
                  </a:moveTo>
                  <a:lnTo>
                    <a:pt x="37091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7" name="Input_receptor__596">
              <a:extLst>
                <a:ext uri="{FF2B5EF4-FFF2-40B4-BE49-F238E27FC236}">
                  <a16:creationId xmlns:a16="http://schemas.microsoft.com/office/drawing/2014/main" id="{2AF2EA33-6748-E604-3D71-3442B4005827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9425"/>
              <a:ext cx="30963" cy="6819"/>
            </a:xfrm>
            <a:custGeom>
              <a:avLst/>
              <a:gdLst/>
              <a:ahLst/>
              <a:cxnLst/>
              <a:rect l="0" t="0" r="0" b="0"/>
              <a:pathLst>
                <a:path w="30963" h="6819">
                  <a:moveTo>
                    <a:pt x="30963" y="0"/>
                  </a:moveTo>
                  <a:lnTo>
                    <a:pt x="0" y="68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8" name="Input_receptor__597">
              <a:extLst>
                <a:ext uri="{FF2B5EF4-FFF2-40B4-BE49-F238E27FC236}">
                  <a16:creationId xmlns:a16="http://schemas.microsoft.com/office/drawing/2014/main" id="{605E4D68-E26E-4C1A-1F4E-E35418E890F4}"/>
                </a:ext>
              </a:extLst>
            </p:cNvPr>
            <p:cNvSpPr>
              <a:spLocks noGrp="1"/>
            </p:cNvSpPr>
            <p:nvPr/>
          </p:nvSpPr>
          <p:spPr>
            <a:xfrm>
              <a:off x="1443771" y="5526620"/>
              <a:ext cx="1586" cy="46181"/>
            </a:xfrm>
            <a:custGeom>
              <a:avLst/>
              <a:gdLst/>
              <a:ahLst/>
              <a:cxnLst/>
              <a:rect l="0" t="0" r="0" b="0"/>
              <a:pathLst>
                <a:path w="1586" h="46181">
                  <a:moveTo>
                    <a:pt x="1586" y="46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9" name="Input_receptor__598">
              <a:extLst>
                <a:ext uri="{FF2B5EF4-FFF2-40B4-BE49-F238E27FC236}">
                  <a16:creationId xmlns:a16="http://schemas.microsoft.com/office/drawing/2014/main" id="{6AE72D4A-B7B1-1F3C-891D-F5A5B476FCC7}"/>
                </a:ext>
              </a:extLst>
            </p:cNvPr>
            <p:cNvSpPr>
              <a:spLocks noGrp="1"/>
            </p:cNvSpPr>
            <p:nvPr/>
          </p:nvSpPr>
          <p:spPr>
            <a:xfrm>
              <a:off x="1458900" y="5321691"/>
              <a:ext cx="34598" cy="12653"/>
            </a:xfrm>
            <a:custGeom>
              <a:avLst/>
              <a:gdLst/>
              <a:ahLst/>
              <a:cxnLst/>
              <a:rect l="0" t="0" r="0" b="0"/>
              <a:pathLst>
                <a:path w="34598" h="12653">
                  <a:moveTo>
                    <a:pt x="34598" y="126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0" name="Input_receptor__599">
              <a:extLst>
                <a:ext uri="{FF2B5EF4-FFF2-40B4-BE49-F238E27FC236}">
                  <a16:creationId xmlns:a16="http://schemas.microsoft.com/office/drawing/2014/main" id="{E176A107-877C-5CA6-975E-F4BAF6BD17BC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49813"/>
              <a:ext cx="15511" cy="17076"/>
            </a:xfrm>
            <a:custGeom>
              <a:avLst/>
              <a:gdLst/>
              <a:ahLst/>
              <a:cxnLst/>
              <a:rect l="0" t="0" r="0" b="0"/>
              <a:pathLst>
                <a:path w="15511" h="17076">
                  <a:moveTo>
                    <a:pt x="15511" y="170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1" name="Input_receptor__600">
              <a:extLst>
                <a:ext uri="{FF2B5EF4-FFF2-40B4-BE49-F238E27FC236}">
                  <a16:creationId xmlns:a16="http://schemas.microsoft.com/office/drawing/2014/main" id="{D5FA8D96-8716-742C-A3B3-5858A13FD7F9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61164"/>
              <a:ext cx="21636" cy="40607"/>
            </a:xfrm>
            <a:custGeom>
              <a:avLst/>
              <a:gdLst/>
              <a:ahLst/>
              <a:cxnLst/>
              <a:rect l="0" t="0" r="0" b="0"/>
              <a:pathLst>
                <a:path w="21636" h="40607">
                  <a:moveTo>
                    <a:pt x="21636" y="0"/>
                  </a:moveTo>
                  <a:lnTo>
                    <a:pt x="0" y="4060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2" name="Input_receptor__601">
              <a:extLst>
                <a:ext uri="{FF2B5EF4-FFF2-40B4-BE49-F238E27FC236}">
                  <a16:creationId xmlns:a16="http://schemas.microsoft.com/office/drawing/2014/main" id="{4427B889-7C6E-20F5-427B-E6D184F5008A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95614"/>
              <a:ext cx="12304" cy="4828"/>
            </a:xfrm>
            <a:custGeom>
              <a:avLst/>
              <a:gdLst/>
              <a:ahLst/>
              <a:cxnLst/>
              <a:rect l="0" t="0" r="0" b="0"/>
              <a:pathLst>
                <a:path w="12304" h="4828">
                  <a:moveTo>
                    <a:pt x="0" y="0"/>
                  </a:moveTo>
                  <a:lnTo>
                    <a:pt x="12304" y="4828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3" name="Input_receptor__602">
              <a:extLst>
                <a:ext uri="{FF2B5EF4-FFF2-40B4-BE49-F238E27FC236}">
                  <a16:creationId xmlns:a16="http://schemas.microsoft.com/office/drawing/2014/main" id="{886EC8C5-4B9E-A636-A613-0FC0DE0749BD}"/>
                </a:ext>
              </a:extLst>
            </p:cNvPr>
            <p:cNvSpPr>
              <a:spLocks noGrp="1"/>
            </p:cNvSpPr>
            <p:nvPr/>
          </p:nvSpPr>
          <p:spPr>
            <a:xfrm>
              <a:off x="1720975" y="5113898"/>
              <a:ext cx="46594" cy="10853"/>
            </a:xfrm>
            <a:custGeom>
              <a:avLst/>
              <a:gdLst/>
              <a:ahLst/>
              <a:cxnLst/>
              <a:rect l="0" t="0" r="0" b="0"/>
              <a:pathLst>
                <a:path w="46594" h="10853">
                  <a:moveTo>
                    <a:pt x="0" y="0"/>
                  </a:moveTo>
                  <a:lnTo>
                    <a:pt x="46594" y="10853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4" name="Input_receptor__603">
              <a:extLst>
                <a:ext uri="{FF2B5EF4-FFF2-40B4-BE49-F238E27FC236}">
                  <a16:creationId xmlns:a16="http://schemas.microsoft.com/office/drawing/2014/main" id="{961D7F0B-96DE-2D31-4049-6A41A4A5C757}"/>
                </a:ext>
              </a:extLst>
            </p:cNvPr>
            <p:cNvSpPr>
              <a:spLocks noGrp="1"/>
            </p:cNvSpPr>
            <p:nvPr/>
          </p:nvSpPr>
          <p:spPr>
            <a:xfrm>
              <a:off x="1150005" y="5180401"/>
              <a:ext cx="47529" cy="7139"/>
            </a:xfrm>
            <a:custGeom>
              <a:avLst/>
              <a:gdLst/>
              <a:ahLst/>
              <a:cxnLst/>
              <a:rect l="0" t="0" r="0" b="0"/>
              <a:pathLst>
                <a:path w="47529" h="7139">
                  <a:moveTo>
                    <a:pt x="0" y="0"/>
                  </a:moveTo>
                  <a:lnTo>
                    <a:pt x="47529" y="7139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5" name="Input_receptor__604">
              <a:extLst>
                <a:ext uri="{FF2B5EF4-FFF2-40B4-BE49-F238E27FC236}">
                  <a16:creationId xmlns:a16="http://schemas.microsoft.com/office/drawing/2014/main" id="{A133AB8B-36DE-A69D-99CB-090B706C5D95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059" cy="16015"/>
            </a:xfrm>
            <a:custGeom>
              <a:avLst/>
              <a:gdLst/>
              <a:ahLst/>
              <a:cxnLst/>
              <a:rect l="0" t="0" r="0" b="0"/>
              <a:pathLst>
                <a:path w="4059" h="16015">
                  <a:moveTo>
                    <a:pt x="0" y="0"/>
                  </a:moveTo>
                  <a:lnTo>
                    <a:pt x="4059" y="16015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6" name="Input_receptor__605">
              <a:extLst>
                <a:ext uri="{FF2B5EF4-FFF2-40B4-BE49-F238E27FC236}">
                  <a16:creationId xmlns:a16="http://schemas.microsoft.com/office/drawing/2014/main" id="{EEBA98BF-FB51-A8F0-1095-65C7626860E3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51235"/>
              <a:ext cx="28133" cy="13047"/>
            </a:xfrm>
            <a:custGeom>
              <a:avLst/>
              <a:gdLst/>
              <a:ahLst/>
              <a:cxnLst/>
              <a:rect l="0" t="0" r="0" b="0"/>
              <a:pathLst>
                <a:path w="28133" h="13047">
                  <a:moveTo>
                    <a:pt x="28133" y="0"/>
                  </a:moveTo>
                  <a:lnTo>
                    <a:pt x="0" y="1304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7" name="Input_receptor__606">
              <a:extLst>
                <a:ext uri="{FF2B5EF4-FFF2-40B4-BE49-F238E27FC236}">
                  <a16:creationId xmlns:a16="http://schemas.microsoft.com/office/drawing/2014/main" id="{827A8468-5BB5-39CA-312E-FD102CFB17B5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9886"/>
              <a:ext cx="32277" cy="24331"/>
            </a:xfrm>
            <a:custGeom>
              <a:avLst/>
              <a:gdLst/>
              <a:ahLst/>
              <a:cxnLst/>
              <a:rect l="0" t="0" r="0" b="0"/>
              <a:pathLst>
                <a:path w="32277" h="24331">
                  <a:moveTo>
                    <a:pt x="32277" y="0"/>
                  </a:moveTo>
                  <a:lnTo>
                    <a:pt x="0" y="24331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8" name="Input_receptor__607">
              <a:extLst>
                <a:ext uri="{FF2B5EF4-FFF2-40B4-BE49-F238E27FC236}">
                  <a16:creationId xmlns:a16="http://schemas.microsoft.com/office/drawing/2014/main" id="{6446C01C-4CD0-9398-0174-06235025E467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48242"/>
              <a:ext cx="6706" cy="6006"/>
            </a:xfrm>
            <a:custGeom>
              <a:avLst/>
              <a:gdLst/>
              <a:ahLst/>
              <a:cxnLst/>
              <a:rect l="0" t="0" r="0" b="0"/>
              <a:pathLst>
                <a:path w="6706" h="6006">
                  <a:moveTo>
                    <a:pt x="0" y="0"/>
                  </a:moveTo>
                  <a:lnTo>
                    <a:pt x="6706" y="600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9" name="Input_receptor__608">
              <a:extLst>
                <a:ext uri="{FF2B5EF4-FFF2-40B4-BE49-F238E27FC236}">
                  <a16:creationId xmlns:a16="http://schemas.microsoft.com/office/drawing/2014/main" id="{CF064A64-2992-6CD0-2269-6DF58CD77377}"/>
                </a:ext>
              </a:extLst>
            </p:cNvPr>
            <p:cNvSpPr>
              <a:spLocks noGrp="1"/>
            </p:cNvSpPr>
            <p:nvPr/>
          </p:nvSpPr>
          <p:spPr>
            <a:xfrm>
              <a:off x="1202302" y="5572423"/>
              <a:ext cx="23013" cy="32161"/>
            </a:xfrm>
            <a:custGeom>
              <a:avLst/>
              <a:gdLst/>
              <a:ahLst/>
              <a:cxnLst/>
              <a:rect l="0" t="0" r="0" b="0"/>
              <a:pathLst>
                <a:path w="23013" h="32161">
                  <a:moveTo>
                    <a:pt x="23013" y="32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0" name="Input_receptor__609">
              <a:extLst>
                <a:ext uri="{FF2B5EF4-FFF2-40B4-BE49-F238E27FC236}">
                  <a16:creationId xmlns:a16="http://schemas.microsoft.com/office/drawing/2014/main" id="{E4B5EACF-8CE0-4CB7-79C3-421F2F890A7F}"/>
                </a:ext>
              </a:extLst>
            </p:cNvPr>
            <p:cNvSpPr>
              <a:spLocks noGrp="1"/>
            </p:cNvSpPr>
            <p:nvPr/>
          </p:nvSpPr>
          <p:spPr>
            <a:xfrm>
              <a:off x="1862382" y="5207266"/>
              <a:ext cx="40742" cy="14736"/>
            </a:xfrm>
            <a:custGeom>
              <a:avLst/>
              <a:gdLst/>
              <a:ahLst/>
              <a:cxnLst/>
              <a:rect l="0" t="0" r="0" b="0"/>
              <a:pathLst>
                <a:path w="40742" h="14736">
                  <a:moveTo>
                    <a:pt x="40742" y="147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1" name="Input_receptor__610">
              <a:extLst>
                <a:ext uri="{FF2B5EF4-FFF2-40B4-BE49-F238E27FC236}">
                  <a16:creationId xmlns:a16="http://schemas.microsoft.com/office/drawing/2014/main" id="{D1B4F58E-8FDA-1503-E4D2-C9183A0CF042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706526"/>
              <a:ext cx="46561" cy="10258"/>
            </a:xfrm>
            <a:custGeom>
              <a:avLst/>
              <a:gdLst/>
              <a:ahLst/>
              <a:cxnLst/>
              <a:rect l="0" t="0" r="0" b="0"/>
              <a:pathLst>
                <a:path w="46561" h="10258">
                  <a:moveTo>
                    <a:pt x="46561" y="1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2" name="Input_receptor__611">
              <a:extLst>
                <a:ext uri="{FF2B5EF4-FFF2-40B4-BE49-F238E27FC236}">
                  <a16:creationId xmlns:a16="http://schemas.microsoft.com/office/drawing/2014/main" id="{CC52BB9D-6984-1D55-F7B8-738A6A4F92BC}"/>
                </a:ext>
              </a:extLst>
            </p:cNvPr>
            <p:cNvSpPr>
              <a:spLocks noGrp="1"/>
            </p:cNvSpPr>
            <p:nvPr/>
          </p:nvSpPr>
          <p:spPr>
            <a:xfrm>
              <a:off x="1746558" y="4796006"/>
              <a:ext cx="33899" cy="20518"/>
            </a:xfrm>
            <a:custGeom>
              <a:avLst/>
              <a:gdLst/>
              <a:ahLst/>
              <a:cxnLst/>
              <a:rect l="0" t="0" r="0" b="0"/>
              <a:pathLst>
                <a:path w="33899" h="20518">
                  <a:moveTo>
                    <a:pt x="33899" y="205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909E"/>
              </a:solidFill>
            </a:ln>
          </p:spPr>
        </p:sp>
        <p:sp>
          <p:nvSpPr>
            <p:cNvPr id="613" name="Input_receptor__612">
              <a:extLst>
                <a:ext uri="{FF2B5EF4-FFF2-40B4-BE49-F238E27FC236}">
                  <a16:creationId xmlns:a16="http://schemas.microsoft.com/office/drawing/2014/main" id="{AB657F3A-D1BF-21C4-AFF2-4FD172B4FFE5}"/>
                </a:ext>
              </a:extLst>
            </p:cNvPr>
            <p:cNvSpPr>
              <a:spLocks noGrp="1"/>
            </p:cNvSpPr>
            <p:nvPr/>
          </p:nvSpPr>
          <p:spPr>
            <a:xfrm>
              <a:off x="1252385" y="5499682"/>
              <a:ext cx="16287" cy="6880"/>
            </a:xfrm>
            <a:custGeom>
              <a:avLst/>
              <a:gdLst/>
              <a:ahLst/>
              <a:cxnLst/>
              <a:rect l="0" t="0" r="0" b="0"/>
              <a:pathLst>
                <a:path w="16287" h="6880">
                  <a:moveTo>
                    <a:pt x="16287" y="0"/>
                  </a:moveTo>
                  <a:lnTo>
                    <a:pt x="0" y="688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4" name="Input_receptor__613">
              <a:extLst>
                <a:ext uri="{FF2B5EF4-FFF2-40B4-BE49-F238E27FC236}">
                  <a16:creationId xmlns:a16="http://schemas.microsoft.com/office/drawing/2014/main" id="{35B4DFD2-DE4B-894C-3FBC-AA9068A1A5DD}"/>
                </a:ext>
              </a:extLst>
            </p:cNvPr>
            <p:cNvSpPr>
              <a:spLocks noGrp="1"/>
            </p:cNvSpPr>
            <p:nvPr/>
          </p:nvSpPr>
          <p:spPr>
            <a:xfrm>
              <a:off x="1629985" y="5023859"/>
              <a:ext cx="25558" cy="27376"/>
            </a:xfrm>
            <a:custGeom>
              <a:avLst/>
              <a:gdLst/>
              <a:ahLst/>
              <a:cxnLst/>
              <a:rect l="0" t="0" r="0" b="0"/>
              <a:pathLst>
                <a:path w="25558" h="27376">
                  <a:moveTo>
                    <a:pt x="25558" y="0"/>
                  </a:moveTo>
                  <a:lnTo>
                    <a:pt x="0" y="2737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5" name="Input_receptor__614">
              <a:extLst>
                <a:ext uri="{FF2B5EF4-FFF2-40B4-BE49-F238E27FC236}">
                  <a16:creationId xmlns:a16="http://schemas.microsoft.com/office/drawing/2014/main" id="{84A9EF6D-496D-C9E5-D092-389496C603E0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07266"/>
              <a:ext cx="26411" cy="33022"/>
            </a:xfrm>
            <a:custGeom>
              <a:avLst/>
              <a:gdLst/>
              <a:ahLst/>
              <a:cxnLst/>
              <a:rect l="0" t="0" r="0" b="0"/>
              <a:pathLst>
                <a:path w="26411" h="33022">
                  <a:moveTo>
                    <a:pt x="26411" y="0"/>
                  </a:moveTo>
                  <a:lnTo>
                    <a:pt x="0" y="33022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6" name="Input_receptor__615">
              <a:extLst>
                <a:ext uri="{FF2B5EF4-FFF2-40B4-BE49-F238E27FC236}">
                  <a16:creationId xmlns:a16="http://schemas.microsoft.com/office/drawing/2014/main" id="{FF893B77-ACF9-7743-F335-B6E99EA3B9CA}"/>
                </a:ext>
              </a:extLst>
            </p:cNvPr>
            <p:cNvSpPr>
              <a:spLocks noGrp="1"/>
            </p:cNvSpPr>
            <p:nvPr/>
          </p:nvSpPr>
          <p:spPr>
            <a:xfrm>
              <a:off x="1377090" y="5628927"/>
              <a:ext cx="7588" cy="46702"/>
            </a:xfrm>
            <a:custGeom>
              <a:avLst/>
              <a:gdLst/>
              <a:ahLst/>
              <a:cxnLst/>
              <a:rect l="0" t="0" r="0" b="0"/>
              <a:pathLst>
                <a:path w="7588" h="46702">
                  <a:moveTo>
                    <a:pt x="0" y="0"/>
                  </a:moveTo>
                  <a:lnTo>
                    <a:pt x="7588" y="46702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17" name="Input_receptor__616">
              <a:extLst>
                <a:ext uri="{FF2B5EF4-FFF2-40B4-BE49-F238E27FC236}">
                  <a16:creationId xmlns:a16="http://schemas.microsoft.com/office/drawing/2014/main" id="{DD3B14F7-D5FE-D31D-7F9B-ADE3E90857E3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53758"/>
              <a:ext cx="17308" cy="14747"/>
            </a:xfrm>
            <a:custGeom>
              <a:avLst/>
              <a:gdLst/>
              <a:ahLst/>
              <a:cxnLst/>
              <a:rect l="0" t="0" r="0" b="0"/>
              <a:pathLst>
                <a:path w="17308" h="14747">
                  <a:moveTo>
                    <a:pt x="17308" y="14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8" name="Input_receptor__617">
              <a:extLst>
                <a:ext uri="{FF2B5EF4-FFF2-40B4-BE49-F238E27FC236}">
                  <a16:creationId xmlns:a16="http://schemas.microsoft.com/office/drawing/2014/main" id="{3ACDDA0C-0FBD-2767-3C1C-254F585F29F1}"/>
                </a:ext>
              </a:extLst>
            </p:cNvPr>
            <p:cNvSpPr>
              <a:spLocks noGrp="1"/>
            </p:cNvSpPr>
            <p:nvPr/>
          </p:nvSpPr>
          <p:spPr>
            <a:xfrm>
              <a:off x="1528743" y="4904810"/>
              <a:ext cx="1290" cy="17916"/>
            </a:xfrm>
            <a:custGeom>
              <a:avLst/>
              <a:gdLst/>
              <a:ahLst/>
              <a:cxnLst/>
              <a:rect l="0" t="0" r="0" b="0"/>
              <a:pathLst>
                <a:path w="1290" h="17916">
                  <a:moveTo>
                    <a:pt x="0" y="17916"/>
                  </a:moveTo>
                  <a:lnTo>
                    <a:pt x="129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9" name="Input_receptor__618">
              <a:extLst>
                <a:ext uri="{FF2B5EF4-FFF2-40B4-BE49-F238E27FC236}">
                  <a16:creationId xmlns:a16="http://schemas.microsoft.com/office/drawing/2014/main" id="{5AE019E3-723D-D608-1925-B68074714697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78550"/>
              <a:ext cx="14924" cy="37933"/>
            </a:xfrm>
            <a:custGeom>
              <a:avLst/>
              <a:gdLst/>
              <a:ahLst/>
              <a:cxnLst/>
              <a:rect l="0" t="0" r="0" b="0"/>
              <a:pathLst>
                <a:path w="14924" h="37933">
                  <a:moveTo>
                    <a:pt x="14924" y="0"/>
                  </a:moveTo>
                  <a:lnTo>
                    <a:pt x="0" y="37933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0" name="Input_receptor__619">
              <a:extLst>
                <a:ext uri="{FF2B5EF4-FFF2-40B4-BE49-F238E27FC236}">
                  <a16:creationId xmlns:a16="http://schemas.microsoft.com/office/drawing/2014/main" id="{6739AFFA-A714-2903-2AAF-12CCAD0DF401}"/>
                </a:ext>
              </a:extLst>
            </p:cNvPr>
            <p:cNvSpPr>
              <a:spLocks noGrp="1"/>
            </p:cNvSpPr>
            <p:nvPr/>
          </p:nvSpPr>
          <p:spPr>
            <a:xfrm>
              <a:off x="1268865" y="5349495"/>
              <a:ext cx="29716" cy="29055"/>
            </a:xfrm>
            <a:custGeom>
              <a:avLst/>
              <a:gdLst/>
              <a:ahLst/>
              <a:cxnLst/>
              <a:rect l="0" t="0" r="0" b="0"/>
              <a:pathLst>
                <a:path w="29716" h="29055">
                  <a:moveTo>
                    <a:pt x="0" y="0"/>
                  </a:moveTo>
                  <a:lnTo>
                    <a:pt x="29716" y="2905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1" name="Input_receptor__620">
              <a:extLst>
                <a:ext uri="{FF2B5EF4-FFF2-40B4-BE49-F238E27FC236}">
                  <a16:creationId xmlns:a16="http://schemas.microsoft.com/office/drawing/2014/main" id="{D1860575-E703-A834-2EDB-C95C1B2C8B7A}"/>
                </a:ext>
              </a:extLst>
            </p:cNvPr>
            <p:cNvSpPr>
              <a:spLocks noGrp="1"/>
            </p:cNvSpPr>
            <p:nvPr/>
          </p:nvSpPr>
          <p:spPr>
            <a:xfrm>
              <a:off x="1153664" y="5425541"/>
              <a:ext cx="26548" cy="14345"/>
            </a:xfrm>
            <a:custGeom>
              <a:avLst/>
              <a:gdLst/>
              <a:ahLst/>
              <a:cxnLst/>
              <a:rect l="0" t="0" r="0" b="0"/>
              <a:pathLst>
                <a:path w="26548" h="14345">
                  <a:moveTo>
                    <a:pt x="26548" y="0"/>
                  </a:moveTo>
                  <a:lnTo>
                    <a:pt x="0" y="1434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2" name="Input_receptor__621">
              <a:extLst>
                <a:ext uri="{FF2B5EF4-FFF2-40B4-BE49-F238E27FC236}">
                  <a16:creationId xmlns:a16="http://schemas.microsoft.com/office/drawing/2014/main" id="{6800EEF1-9DA9-6DE2-3724-642EBFCA936F}"/>
                </a:ext>
              </a:extLst>
            </p:cNvPr>
            <p:cNvSpPr>
              <a:spLocks noGrp="1"/>
            </p:cNvSpPr>
            <p:nvPr/>
          </p:nvSpPr>
          <p:spPr>
            <a:xfrm>
              <a:off x="1780100" y="5296524"/>
              <a:ext cx="38880" cy="3984"/>
            </a:xfrm>
            <a:custGeom>
              <a:avLst/>
              <a:gdLst/>
              <a:ahLst/>
              <a:cxnLst/>
              <a:rect l="0" t="0" r="0" b="0"/>
              <a:pathLst>
                <a:path w="38880" h="3984">
                  <a:moveTo>
                    <a:pt x="0" y="0"/>
                  </a:moveTo>
                  <a:lnTo>
                    <a:pt x="38880" y="398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3" name="Input_receptor__622">
              <a:extLst>
                <a:ext uri="{FF2B5EF4-FFF2-40B4-BE49-F238E27FC236}">
                  <a16:creationId xmlns:a16="http://schemas.microsoft.com/office/drawing/2014/main" id="{E6E5423E-9893-BE37-C37B-596042F9444C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73279"/>
              <a:ext cx="6452" cy="21452"/>
            </a:xfrm>
            <a:custGeom>
              <a:avLst/>
              <a:gdLst/>
              <a:ahLst/>
              <a:cxnLst/>
              <a:rect l="0" t="0" r="0" b="0"/>
              <a:pathLst>
                <a:path w="6452" h="21452">
                  <a:moveTo>
                    <a:pt x="0" y="21452"/>
                  </a:moveTo>
                  <a:lnTo>
                    <a:pt x="645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4" name="Input_receptor__623">
              <a:extLst>
                <a:ext uri="{FF2B5EF4-FFF2-40B4-BE49-F238E27FC236}">
                  <a16:creationId xmlns:a16="http://schemas.microsoft.com/office/drawing/2014/main" id="{D7265A4B-F559-FD6D-4F5A-AE0BE0C0C4EE}"/>
                </a:ext>
              </a:extLst>
            </p:cNvPr>
            <p:cNvSpPr>
              <a:spLocks noGrp="1"/>
            </p:cNvSpPr>
            <p:nvPr/>
          </p:nvSpPr>
          <p:spPr>
            <a:xfrm>
              <a:off x="1569468" y="5107029"/>
              <a:ext cx="6740" cy="14609"/>
            </a:xfrm>
            <a:custGeom>
              <a:avLst/>
              <a:gdLst/>
              <a:ahLst/>
              <a:cxnLst/>
              <a:rect l="0" t="0" r="0" b="0"/>
              <a:pathLst>
                <a:path w="6740" h="14609">
                  <a:moveTo>
                    <a:pt x="6740" y="146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5" name="Input_receptor__624">
              <a:extLst>
                <a:ext uri="{FF2B5EF4-FFF2-40B4-BE49-F238E27FC236}">
                  <a16:creationId xmlns:a16="http://schemas.microsoft.com/office/drawing/2014/main" id="{10138158-12B8-38B9-CF1E-1C0604958FFC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6524"/>
              <a:ext cx="26233" cy="24694"/>
            </a:xfrm>
            <a:custGeom>
              <a:avLst/>
              <a:gdLst/>
              <a:ahLst/>
              <a:cxnLst/>
              <a:rect l="0" t="0" r="0" b="0"/>
              <a:pathLst>
                <a:path w="26233" h="24694">
                  <a:moveTo>
                    <a:pt x="0" y="24694"/>
                  </a:moveTo>
                  <a:lnTo>
                    <a:pt x="26233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6" name="Input_receptor__625">
              <a:extLst>
                <a:ext uri="{FF2B5EF4-FFF2-40B4-BE49-F238E27FC236}">
                  <a16:creationId xmlns:a16="http://schemas.microsoft.com/office/drawing/2014/main" id="{863200B2-31BF-149C-9CBA-5C5D7EE9CA6C}"/>
                </a:ext>
              </a:extLst>
            </p:cNvPr>
            <p:cNvSpPr>
              <a:spLocks noGrp="1"/>
            </p:cNvSpPr>
            <p:nvPr/>
          </p:nvSpPr>
          <p:spPr>
            <a:xfrm>
              <a:off x="1758098" y="5124751"/>
              <a:ext cx="9471" cy="44674"/>
            </a:xfrm>
            <a:custGeom>
              <a:avLst/>
              <a:gdLst/>
              <a:ahLst/>
              <a:cxnLst/>
              <a:rect l="0" t="0" r="0" b="0"/>
              <a:pathLst>
                <a:path w="9471" h="44674">
                  <a:moveTo>
                    <a:pt x="9471" y="0"/>
                  </a:moveTo>
                  <a:lnTo>
                    <a:pt x="0" y="4467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7" name="Input_receptor__626">
              <a:extLst>
                <a:ext uri="{FF2B5EF4-FFF2-40B4-BE49-F238E27FC236}">
                  <a16:creationId xmlns:a16="http://schemas.microsoft.com/office/drawing/2014/main" id="{EEBB7144-A402-14B0-45F3-EAA94C39DDE0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04584"/>
              <a:ext cx="29432" cy="35706"/>
            </a:xfrm>
            <a:custGeom>
              <a:avLst/>
              <a:gdLst/>
              <a:ahLst/>
              <a:cxnLst/>
              <a:rect l="0" t="0" r="0" b="0"/>
              <a:pathLst>
                <a:path w="29432" h="35706">
                  <a:moveTo>
                    <a:pt x="0" y="35706"/>
                  </a:moveTo>
                  <a:lnTo>
                    <a:pt x="2943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8" name="Input_receptor__627">
              <a:extLst>
                <a:ext uri="{FF2B5EF4-FFF2-40B4-BE49-F238E27FC236}">
                  <a16:creationId xmlns:a16="http://schemas.microsoft.com/office/drawing/2014/main" id="{BA5E9D28-CADB-6329-3509-B4D31AD31988}"/>
                </a:ext>
              </a:extLst>
            </p:cNvPr>
            <p:cNvSpPr>
              <a:spLocks noGrp="1"/>
            </p:cNvSpPr>
            <p:nvPr/>
          </p:nvSpPr>
          <p:spPr>
            <a:xfrm>
              <a:off x="1187308" y="5187540"/>
              <a:ext cx="10226" cy="45619"/>
            </a:xfrm>
            <a:custGeom>
              <a:avLst/>
              <a:gdLst/>
              <a:ahLst/>
              <a:cxnLst/>
              <a:rect l="0" t="0" r="0" b="0"/>
              <a:pathLst>
                <a:path w="10226" h="45619">
                  <a:moveTo>
                    <a:pt x="10226" y="0"/>
                  </a:moveTo>
                  <a:lnTo>
                    <a:pt x="0" y="45619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9" name="Input_receptor__628">
              <a:extLst>
                <a:ext uri="{FF2B5EF4-FFF2-40B4-BE49-F238E27FC236}">
                  <a16:creationId xmlns:a16="http://schemas.microsoft.com/office/drawing/2014/main" id="{9C1EB7D0-6ED2-2060-A0D6-CC7E9F0C045A}"/>
                </a:ext>
              </a:extLst>
            </p:cNvPr>
            <p:cNvSpPr>
              <a:spLocks noGrp="1"/>
            </p:cNvSpPr>
            <p:nvPr/>
          </p:nvSpPr>
          <p:spPr>
            <a:xfrm>
              <a:off x="1078628" y="5395005"/>
              <a:ext cx="33717" cy="27131"/>
            </a:xfrm>
            <a:custGeom>
              <a:avLst/>
              <a:gdLst/>
              <a:ahLst/>
              <a:cxnLst/>
              <a:rect l="0" t="0" r="0" b="0"/>
              <a:pathLst>
                <a:path w="33717" h="27131">
                  <a:moveTo>
                    <a:pt x="33717" y="0"/>
                  </a:moveTo>
                  <a:lnTo>
                    <a:pt x="0" y="27131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0" name="Input_receptor__629">
              <a:extLst>
                <a:ext uri="{FF2B5EF4-FFF2-40B4-BE49-F238E27FC236}">
                  <a16:creationId xmlns:a16="http://schemas.microsoft.com/office/drawing/2014/main" id="{901A36C6-E65A-4278-E0C6-FBA88EA93251}"/>
                </a:ext>
              </a:extLst>
            </p:cNvPr>
            <p:cNvSpPr>
              <a:spLocks noGrp="1"/>
            </p:cNvSpPr>
            <p:nvPr/>
          </p:nvSpPr>
          <p:spPr>
            <a:xfrm>
              <a:off x="1893975" y="5222002"/>
              <a:ext cx="9150" cy="46870"/>
            </a:xfrm>
            <a:custGeom>
              <a:avLst/>
              <a:gdLst/>
              <a:ahLst/>
              <a:cxnLst/>
              <a:rect l="0" t="0" r="0" b="0"/>
              <a:pathLst>
                <a:path w="9150" h="46870">
                  <a:moveTo>
                    <a:pt x="0" y="46870"/>
                  </a:moveTo>
                  <a:lnTo>
                    <a:pt x="915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1" name="Input_receptor__630">
              <a:extLst>
                <a:ext uri="{FF2B5EF4-FFF2-40B4-BE49-F238E27FC236}">
                  <a16:creationId xmlns:a16="http://schemas.microsoft.com/office/drawing/2014/main" id="{9B18FB59-0CBF-59D2-B255-9A9CFCA24617}"/>
                </a:ext>
              </a:extLst>
            </p:cNvPr>
            <p:cNvSpPr>
              <a:spLocks noGrp="1"/>
            </p:cNvSpPr>
            <p:nvPr/>
          </p:nvSpPr>
          <p:spPr>
            <a:xfrm>
              <a:off x="1373941" y="5491888"/>
              <a:ext cx="7632" cy="44497"/>
            </a:xfrm>
            <a:custGeom>
              <a:avLst/>
              <a:gdLst/>
              <a:ahLst/>
              <a:cxnLst/>
              <a:rect l="0" t="0" r="0" b="0"/>
              <a:pathLst>
                <a:path w="7632" h="44497">
                  <a:moveTo>
                    <a:pt x="7632" y="444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2" name="Input_receptor__631">
              <a:extLst>
                <a:ext uri="{FF2B5EF4-FFF2-40B4-BE49-F238E27FC236}">
                  <a16:creationId xmlns:a16="http://schemas.microsoft.com/office/drawing/2014/main" id="{9A31B903-F8F8-1E20-9452-164CC0F8F689}"/>
                </a:ext>
              </a:extLst>
            </p:cNvPr>
            <p:cNvSpPr>
              <a:spLocks noGrp="1"/>
            </p:cNvSpPr>
            <p:nvPr/>
          </p:nvSpPr>
          <p:spPr>
            <a:xfrm>
              <a:off x="1083473" y="4351647"/>
              <a:ext cx="14284" cy="8137"/>
            </a:xfrm>
            <a:custGeom>
              <a:avLst/>
              <a:gdLst/>
              <a:ahLst/>
              <a:cxnLst/>
              <a:rect l="0" t="0" r="0" b="0"/>
              <a:pathLst>
                <a:path w="14284" h="8137">
                  <a:moveTo>
                    <a:pt x="0" y="0"/>
                  </a:moveTo>
                  <a:lnTo>
                    <a:pt x="14284" y="8137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3" name="Input_receptor__632">
              <a:extLst>
                <a:ext uri="{FF2B5EF4-FFF2-40B4-BE49-F238E27FC236}">
                  <a16:creationId xmlns:a16="http://schemas.microsoft.com/office/drawing/2014/main" id="{49F3C65F-F546-2D10-8CB4-ACC492425060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28927"/>
              <a:ext cx="47940" cy="8241"/>
            </a:xfrm>
            <a:custGeom>
              <a:avLst/>
              <a:gdLst/>
              <a:ahLst/>
              <a:cxnLst/>
              <a:rect l="0" t="0" r="0" b="0"/>
              <a:pathLst>
                <a:path w="47940" h="8241">
                  <a:moveTo>
                    <a:pt x="0" y="8241"/>
                  </a:moveTo>
                  <a:lnTo>
                    <a:pt x="47940" y="0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34" name="Input_receptor__633">
              <a:extLst>
                <a:ext uri="{FF2B5EF4-FFF2-40B4-BE49-F238E27FC236}">
                  <a16:creationId xmlns:a16="http://schemas.microsoft.com/office/drawing/2014/main" id="{473FDD23-CFA9-2A7F-E323-494CD5506A7B}"/>
                </a:ext>
              </a:extLst>
            </p:cNvPr>
            <p:cNvSpPr>
              <a:spLocks noGrp="1"/>
            </p:cNvSpPr>
            <p:nvPr/>
          </p:nvSpPr>
          <p:spPr>
            <a:xfrm>
              <a:off x="1644364" y="4948043"/>
              <a:ext cx="1554" cy="27236"/>
            </a:xfrm>
            <a:custGeom>
              <a:avLst/>
              <a:gdLst/>
              <a:ahLst/>
              <a:cxnLst/>
              <a:rect l="0" t="0" r="0" b="0"/>
              <a:pathLst>
                <a:path w="1554" h="27236">
                  <a:moveTo>
                    <a:pt x="0" y="0"/>
                  </a:moveTo>
                  <a:lnTo>
                    <a:pt x="1554" y="27236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5" name="Input_receptor__634">
              <a:extLst>
                <a:ext uri="{FF2B5EF4-FFF2-40B4-BE49-F238E27FC236}">
                  <a16:creationId xmlns:a16="http://schemas.microsoft.com/office/drawing/2014/main" id="{6929741D-604F-A6F0-9122-F147EDE93F3D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57743"/>
              <a:ext cx="41958" cy="24468"/>
            </a:xfrm>
            <a:custGeom>
              <a:avLst/>
              <a:gdLst/>
              <a:ahLst/>
              <a:cxnLst/>
              <a:rect l="0" t="0" r="0" b="0"/>
              <a:pathLst>
                <a:path w="41958" h="24468">
                  <a:moveTo>
                    <a:pt x="41958" y="244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6" name="Input_receptor__635">
              <a:extLst>
                <a:ext uri="{FF2B5EF4-FFF2-40B4-BE49-F238E27FC236}">
                  <a16:creationId xmlns:a16="http://schemas.microsoft.com/office/drawing/2014/main" id="{D02A152B-6685-87ED-1293-7C1DEAE8BF3F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88094"/>
              <a:ext cx="7738" cy="32287"/>
            </a:xfrm>
            <a:custGeom>
              <a:avLst/>
              <a:gdLst/>
              <a:ahLst/>
              <a:cxnLst/>
              <a:rect l="0" t="0" r="0" b="0"/>
              <a:pathLst>
                <a:path w="7738" h="32287">
                  <a:moveTo>
                    <a:pt x="0" y="0"/>
                  </a:moveTo>
                  <a:lnTo>
                    <a:pt x="7738" y="32287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7" name="Input_receptor__636">
              <a:extLst>
                <a:ext uri="{FF2B5EF4-FFF2-40B4-BE49-F238E27FC236}">
                  <a16:creationId xmlns:a16="http://schemas.microsoft.com/office/drawing/2014/main" id="{C553C4F4-D65E-495B-5E69-AD0144794BE9}"/>
                </a:ext>
              </a:extLst>
            </p:cNvPr>
            <p:cNvSpPr>
              <a:spLocks noGrp="1"/>
            </p:cNvSpPr>
            <p:nvPr/>
          </p:nvSpPr>
          <p:spPr>
            <a:xfrm>
              <a:off x="1253301" y="5082211"/>
              <a:ext cx="6359" cy="48247"/>
            </a:xfrm>
            <a:custGeom>
              <a:avLst/>
              <a:gdLst/>
              <a:ahLst/>
              <a:cxnLst/>
              <a:rect l="0" t="0" r="0" b="0"/>
              <a:pathLst>
                <a:path w="6359" h="48247">
                  <a:moveTo>
                    <a:pt x="6359" y="4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8" name="Input_receptor__637">
              <a:extLst>
                <a:ext uri="{FF2B5EF4-FFF2-40B4-BE49-F238E27FC236}">
                  <a16:creationId xmlns:a16="http://schemas.microsoft.com/office/drawing/2014/main" id="{E9EECD6E-E5FD-DC8E-F4F5-0EB6A3D49662}"/>
                </a:ext>
              </a:extLst>
            </p:cNvPr>
            <p:cNvSpPr>
              <a:spLocks noGrp="1"/>
            </p:cNvSpPr>
            <p:nvPr/>
          </p:nvSpPr>
          <p:spPr>
            <a:xfrm>
              <a:off x="1228888" y="5451440"/>
              <a:ext cx="18976" cy="7910"/>
            </a:xfrm>
            <a:custGeom>
              <a:avLst/>
              <a:gdLst/>
              <a:ahLst/>
              <a:cxnLst/>
              <a:rect l="0" t="0" r="0" b="0"/>
              <a:pathLst>
                <a:path w="18976" h="7910">
                  <a:moveTo>
                    <a:pt x="18976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9" name="Input_receptor__638">
              <a:extLst>
                <a:ext uri="{FF2B5EF4-FFF2-40B4-BE49-F238E27FC236}">
                  <a16:creationId xmlns:a16="http://schemas.microsoft.com/office/drawing/2014/main" id="{DDD8C9CB-29CE-8316-EF14-B5DBC7BB49A1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76130"/>
              <a:ext cx="8747" cy="23324"/>
            </a:xfrm>
            <a:custGeom>
              <a:avLst/>
              <a:gdLst/>
              <a:ahLst/>
              <a:cxnLst/>
              <a:rect l="0" t="0" r="0" b="0"/>
              <a:pathLst>
                <a:path w="8747" h="23324">
                  <a:moveTo>
                    <a:pt x="0" y="23324"/>
                  </a:moveTo>
                  <a:lnTo>
                    <a:pt x="8747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0" name="Input_receptor__639">
              <a:extLst>
                <a:ext uri="{FF2B5EF4-FFF2-40B4-BE49-F238E27FC236}">
                  <a16:creationId xmlns:a16="http://schemas.microsoft.com/office/drawing/2014/main" id="{A81CC622-1B1E-0204-B46A-2FD76D906895}"/>
                </a:ext>
              </a:extLst>
            </p:cNvPr>
            <p:cNvSpPr>
              <a:spLocks noGrp="1"/>
            </p:cNvSpPr>
            <p:nvPr/>
          </p:nvSpPr>
          <p:spPr>
            <a:xfrm>
              <a:off x="1458388" y="4670356"/>
              <a:ext cx="3991" cy="46428"/>
            </a:xfrm>
            <a:custGeom>
              <a:avLst/>
              <a:gdLst/>
              <a:ahLst/>
              <a:cxnLst/>
              <a:rect l="0" t="0" r="0" b="0"/>
              <a:pathLst>
                <a:path w="3991" h="46428">
                  <a:moveTo>
                    <a:pt x="3991" y="0"/>
                  </a:moveTo>
                  <a:lnTo>
                    <a:pt x="0" y="46428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1" name="Input_receptor__640">
              <a:extLst>
                <a:ext uri="{FF2B5EF4-FFF2-40B4-BE49-F238E27FC236}">
                  <a16:creationId xmlns:a16="http://schemas.microsoft.com/office/drawing/2014/main" id="{68B5C8A6-54D1-066D-4257-1DF5941491AA}"/>
                </a:ext>
              </a:extLst>
            </p:cNvPr>
            <p:cNvSpPr>
              <a:spLocks noGrp="1"/>
            </p:cNvSpPr>
            <p:nvPr/>
          </p:nvSpPr>
          <p:spPr>
            <a:xfrm>
              <a:off x="1527700" y="4976984"/>
              <a:ext cx="21292" cy="21074"/>
            </a:xfrm>
            <a:custGeom>
              <a:avLst/>
              <a:gdLst/>
              <a:ahLst/>
              <a:cxnLst/>
              <a:rect l="0" t="0" r="0" b="0"/>
              <a:pathLst>
                <a:path w="21292" h="21074">
                  <a:moveTo>
                    <a:pt x="0" y="21074"/>
                  </a:moveTo>
                  <a:lnTo>
                    <a:pt x="21292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2" name="Input_receptor__641">
              <a:extLst>
                <a:ext uri="{FF2B5EF4-FFF2-40B4-BE49-F238E27FC236}">
                  <a16:creationId xmlns:a16="http://schemas.microsoft.com/office/drawing/2014/main" id="{FA9DF588-F885-5AA9-F5DF-9EA1E8726CE0}"/>
                </a:ext>
              </a:extLst>
            </p:cNvPr>
            <p:cNvSpPr>
              <a:spLocks noGrp="1"/>
            </p:cNvSpPr>
            <p:nvPr/>
          </p:nvSpPr>
          <p:spPr>
            <a:xfrm>
              <a:off x="1476466" y="5334343"/>
              <a:ext cx="17033" cy="45125"/>
            </a:xfrm>
            <a:custGeom>
              <a:avLst/>
              <a:gdLst/>
              <a:ahLst/>
              <a:cxnLst/>
              <a:rect l="0" t="0" r="0" b="0"/>
              <a:pathLst>
                <a:path w="17033" h="45125">
                  <a:moveTo>
                    <a:pt x="0" y="45125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3" name="Input_receptor__642">
              <a:extLst>
                <a:ext uri="{FF2B5EF4-FFF2-40B4-BE49-F238E27FC236}">
                  <a16:creationId xmlns:a16="http://schemas.microsoft.com/office/drawing/2014/main" id="{12E9DA42-7E43-D0CF-D8C1-232C97AB5421}"/>
                </a:ext>
              </a:extLst>
            </p:cNvPr>
            <p:cNvSpPr>
              <a:spLocks noGrp="1"/>
            </p:cNvSpPr>
            <p:nvPr/>
          </p:nvSpPr>
          <p:spPr>
            <a:xfrm>
              <a:off x="1301745" y="5468812"/>
              <a:ext cx="14099" cy="30558"/>
            </a:xfrm>
            <a:custGeom>
              <a:avLst/>
              <a:gdLst/>
              <a:ahLst/>
              <a:cxnLst/>
              <a:rect l="0" t="0" r="0" b="0"/>
              <a:pathLst>
                <a:path w="14099" h="30558">
                  <a:moveTo>
                    <a:pt x="14099" y="30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4" name="Input_receptor__643">
              <a:extLst>
                <a:ext uri="{FF2B5EF4-FFF2-40B4-BE49-F238E27FC236}">
                  <a16:creationId xmlns:a16="http://schemas.microsoft.com/office/drawing/2014/main" id="{AE1B7C32-DEF2-B3D7-664C-E85325C5ACC6}"/>
                </a:ext>
              </a:extLst>
            </p:cNvPr>
            <p:cNvSpPr>
              <a:spLocks noGrp="1"/>
            </p:cNvSpPr>
            <p:nvPr/>
          </p:nvSpPr>
          <p:spPr>
            <a:xfrm>
              <a:off x="1006429" y="5369502"/>
              <a:ext cx="36206" cy="31003"/>
            </a:xfrm>
            <a:custGeom>
              <a:avLst/>
              <a:gdLst/>
              <a:ahLst/>
              <a:cxnLst/>
              <a:rect l="0" t="0" r="0" b="0"/>
              <a:pathLst>
                <a:path w="36206" h="31003">
                  <a:moveTo>
                    <a:pt x="36206" y="0"/>
                  </a:moveTo>
                  <a:lnTo>
                    <a:pt x="0" y="31003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5" name="Input_receptor__644">
              <a:extLst>
                <a:ext uri="{FF2B5EF4-FFF2-40B4-BE49-F238E27FC236}">
                  <a16:creationId xmlns:a16="http://schemas.microsoft.com/office/drawing/2014/main" id="{6B03C6B3-0678-4F7B-4FF3-7A9F1A84F7E3}"/>
                </a:ext>
              </a:extLst>
            </p:cNvPr>
            <p:cNvSpPr>
              <a:spLocks noGrp="1"/>
            </p:cNvSpPr>
            <p:nvPr/>
          </p:nvSpPr>
          <p:spPr>
            <a:xfrm>
              <a:off x="1315844" y="5499370"/>
              <a:ext cx="3787" cy="36503"/>
            </a:xfrm>
            <a:custGeom>
              <a:avLst/>
              <a:gdLst/>
              <a:ahLst/>
              <a:cxnLst/>
              <a:rect l="0" t="0" r="0" b="0"/>
              <a:pathLst>
                <a:path w="3787" h="36503">
                  <a:moveTo>
                    <a:pt x="3787" y="36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6" name="Input_receptor__645">
              <a:extLst>
                <a:ext uri="{FF2B5EF4-FFF2-40B4-BE49-F238E27FC236}">
                  <a16:creationId xmlns:a16="http://schemas.microsoft.com/office/drawing/2014/main" id="{82110929-8775-C70B-C9D8-FD939B14B403}"/>
                </a:ext>
              </a:extLst>
            </p:cNvPr>
            <p:cNvSpPr>
              <a:spLocks noGrp="1"/>
            </p:cNvSpPr>
            <p:nvPr/>
          </p:nvSpPr>
          <p:spPr>
            <a:xfrm>
              <a:off x="1402207" y="5276803"/>
              <a:ext cx="43617" cy="1106"/>
            </a:xfrm>
            <a:custGeom>
              <a:avLst/>
              <a:gdLst/>
              <a:ahLst/>
              <a:cxnLst/>
              <a:rect l="0" t="0" r="0" b="0"/>
              <a:pathLst>
                <a:path w="43617" h="1106">
                  <a:moveTo>
                    <a:pt x="43617" y="0"/>
                  </a:moveTo>
                  <a:lnTo>
                    <a:pt x="0" y="1106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7" name="Input_receptor__646">
              <a:extLst>
                <a:ext uri="{FF2B5EF4-FFF2-40B4-BE49-F238E27FC236}">
                  <a16:creationId xmlns:a16="http://schemas.microsoft.com/office/drawing/2014/main" id="{8FF522E9-5374-2D60-A206-74BD27F1F79C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94672"/>
              <a:ext cx="31095" cy="15193"/>
            </a:xfrm>
            <a:custGeom>
              <a:avLst/>
              <a:gdLst/>
              <a:ahLst/>
              <a:cxnLst/>
              <a:rect l="0" t="0" r="0" b="0"/>
              <a:pathLst>
                <a:path w="31095" h="15193">
                  <a:moveTo>
                    <a:pt x="31095" y="0"/>
                  </a:moveTo>
                  <a:lnTo>
                    <a:pt x="0" y="15193"/>
                  </a:lnTo>
                </a:path>
              </a:pathLst>
            </a:custGeom>
            <a:noFill/>
            <a:ln w="8096">
              <a:solidFill>
                <a:srgbClr val="7E919F"/>
              </a:solidFill>
            </a:ln>
          </p:spPr>
        </p:sp>
        <p:sp>
          <p:nvSpPr>
            <p:cNvPr id="648" name="Input_receptor__647">
              <a:extLst>
                <a:ext uri="{FF2B5EF4-FFF2-40B4-BE49-F238E27FC236}">
                  <a16:creationId xmlns:a16="http://schemas.microsoft.com/office/drawing/2014/main" id="{76BAECE5-8CE8-154C-1099-50481BA05676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62712"/>
              <a:ext cx="18501" cy="36089"/>
            </a:xfrm>
            <a:custGeom>
              <a:avLst/>
              <a:gdLst/>
              <a:ahLst/>
              <a:cxnLst/>
              <a:rect l="0" t="0" r="0" b="0"/>
              <a:pathLst>
                <a:path w="18501" h="36089">
                  <a:moveTo>
                    <a:pt x="0" y="0"/>
                  </a:moveTo>
                  <a:lnTo>
                    <a:pt x="18501" y="36089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9" name="Input_receptor__648">
              <a:extLst>
                <a:ext uri="{FF2B5EF4-FFF2-40B4-BE49-F238E27FC236}">
                  <a16:creationId xmlns:a16="http://schemas.microsoft.com/office/drawing/2014/main" id="{812D4ED8-8840-4BA8-8D23-9F4D9E9E41CF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72340"/>
              <a:ext cx="6447" cy="25440"/>
            </a:xfrm>
            <a:custGeom>
              <a:avLst/>
              <a:gdLst/>
              <a:ahLst/>
              <a:cxnLst/>
              <a:rect l="0" t="0" r="0" b="0"/>
              <a:pathLst>
                <a:path w="6447" h="25440">
                  <a:moveTo>
                    <a:pt x="0" y="25440"/>
                  </a:moveTo>
                  <a:lnTo>
                    <a:pt x="6447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0" name="Input_receptor__649">
              <a:extLst>
                <a:ext uri="{FF2B5EF4-FFF2-40B4-BE49-F238E27FC236}">
                  <a16:creationId xmlns:a16="http://schemas.microsoft.com/office/drawing/2014/main" id="{514F6ADC-19D0-DC1F-122A-4C4BB7F08849}"/>
                </a:ext>
              </a:extLst>
            </p:cNvPr>
            <p:cNvSpPr>
              <a:spLocks noGrp="1"/>
            </p:cNvSpPr>
            <p:nvPr/>
          </p:nvSpPr>
          <p:spPr>
            <a:xfrm>
              <a:off x="1184473" y="5471210"/>
              <a:ext cx="10713" cy="14385"/>
            </a:xfrm>
            <a:custGeom>
              <a:avLst/>
              <a:gdLst/>
              <a:ahLst/>
              <a:cxnLst/>
              <a:rect l="0" t="0" r="0" b="0"/>
              <a:pathLst>
                <a:path w="10713" h="14385">
                  <a:moveTo>
                    <a:pt x="10713" y="143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1" name="Input_receptor__650">
              <a:extLst>
                <a:ext uri="{FF2B5EF4-FFF2-40B4-BE49-F238E27FC236}">
                  <a16:creationId xmlns:a16="http://schemas.microsoft.com/office/drawing/2014/main" id="{EA97F4E2-117F-69C8-36FD-666369C7D279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4998058"/>
              <a:ext cx="26505" cy="27961"/>
            </a:xfrm>
            <a:custGeom>
              <a:avLst/>
              <a:gdLst/>
              <a:ahLst/>
              <a:cxnLst/>
              <a:rect l="0" t="0" r="0" b="0"/>
              <a:pathLst>
                <a:path w="26505" h="27961">
                  <a:moveTo>
                    <a:pt x="0" y="27961"/>
                  </a:moveTo>
                  <a:lnTo>
                    <a:pt x="2650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2" name="Input_receptor__651">
              <a:extLst>
                <a:ext uri="{FF2B5EF4-FFF2-40B4-BE49-F238E27FC236}">
                  <a16:creationId xmlns:a16="http://schemas.microsoft.com/office/drawing/2014/main" id="{462E7A3D-F44B-E36F-61F7-4ED044BCE253}"/>
                </a:ext>
              </a:extLst>
            </p:cNvPr>
            <p:cNvSpPr>
              <a:spLocks noGrp="1"/>
            </p:cNvSpPr>
            <p:nvPr/>
          </p:nvSpPr>
          <p:spPr>
            <a:xfrm>
              <a:off x="1489348" y="4844556"/>
              <a:ext cx="33416" cy="28723"/>
            </a:xfrm>
            <a:custGeom>
              <a:avLst/>
              <a:gdLst/>
              <a:ahLst/>
              <a:cxnLst/>
              <a:rect l="0" t="0" r="0" b="0"/>
              <a:pathLst>
                <a:path w="33416" h="28723">
                  <a:moveTo>
                    <a:pt x="0" y="28723"/>
                  </a:moveTo>
                  <a:lnTo>
                    <a:pt x="3341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3" name="Input_receptor__652">
              <a:extLst>
                <a:ext uri="{FF2B5EF4-FFF2-40B4-BE49-F238E27FC236}">
                  <a16:creationId xmlns:a16="http://schemas.microsoft.com/office/drawing/2014/main" id="{F627869F-4053-7950-A733-C51E031CF6BC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80401"/>
              <a:ext cx="13504" cy="15611"/>
            </a:xfrm>
            <a:custGeom>
              <a:avLst/>
              <a:gdLst/>
              <a:ahLst/>
              <a:cxnLst/>
              <a:rect l="0" t="0" r="0" b="0"/>
              <a:pathLst>
                <a:path w="13504" h="15611">
                  <a:moveTo>
                    <a:pt x="0" y="15611"/>
                  </a:moveTo>
                  <a:lnTo>
                    <a:pt x="1350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4" name="Input_receptor__653">
              <a:extLst>
                <a:ext uri="{FF2B5EF4-FFF2-40B4-BE49-F238E27FC236}">
                  <a16:creationId xmlns:a16="http://schemas.microsoft.com/office/drawing/2014/main" id="{A8C66525-802B-A0CD-A80B-2C632956C04E}"/>
                </a:ext>
              </a:extLst>
            </p:cNvPr>
            <p:cNvSpPr>
              <a:spLocks noGrp="1"/>
            </p:cNvSpPr>
            <p:nvPr/>
          </p:nvSpPr>
          <p:spPr>
            <a:xfrm>
              <a:off x="1777309" y="4955696"/>
              <a:ext cx="339" cy="43994"/>
            </a:xfrm>
            <a:custGeom>
              <a:avLst/>
              <a:gdLst/>
              <a:ahLst/>
              <a:cxnLst/>
              <a:rect l="0" t="0" r="0" b="0"/>
              <a:pathLst>
                <a:path w="339" h="43994">
                  <a:moveTo>
                    <a:pt x="339" y="439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5" name="Input_receptor__654">
              <a:extLst>
                <a:ext uri="{FF2B5EF4-FFF2-40B4-BE49-F238E27FC236}">
                  <a16:creationId xmlns:a16="http://schemas.microsoft.com/office/drawing/2014/main" id="{EA8BF603-8877-38E8-4889-64B90595EC2F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28995"/>
              <a:ext cx="17948" cy="33716"/>
            </a:xfrm>
            <a:custGeom>
              <a:avLst/>
              <a:gdLst/>
              <a:ahLst/>
              <a:cxnLst/>
              <a:rect l="0" t="0" r="0" b="0"/>
              <a:pathLst>
                <a:path w="17948" h="33716">
                  <a:moveTo>
                    <a:pt x="17948" y="0"/>
                  </a:moveTo>
                  <a:lnTo>
                    <a:pt x="0" y="33716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6" name="Input_receptor__655">
              <a:extLst>
                <a:ext uri="{FF2B5EF4-FFF2-40B4-BE49-F238E27FC236}">
                  <a16:creationId xmlns:a16="http://schemas.microsoft.com/office/drawing/2014/main" id="{B361F20B-6B69-6178-A053-2CDA260EA4CD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422136"/>
              <a:ext cx="22597" cy="8171"/>
            </a:xfrm>
            <a:custGeom>
              <a:avLst/>
              <a:gdLst/>
              <a:ahLst/>
              <a:cxnLst/>
              <a:rect l="0" t="0" r="0" b="0"/>
              <a:pathLst>
                <a:path w="22597" h="8171">
                  <a:moveTo>
                    <a:pt x="22597" y="0"/>
                  </a:moveTo>
                  <a:lnTo>
                    <a:pt x="0" y="8171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7" name="Input_receptor__656">
              <a:extLst>
                <a:ext uri="{FF2B5EF4-FFF2-40B4-BE49-F238E27FC236}">
                  <a16:creationId xmlns:a16="http://schemas.microsoft.com/office/drawing/2014/main" id="{79978BE1-1AD9-EE17-6092-898BCC0CAEA6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13898"/>
              <a:ext cx="8758" cy="14818"/>
            </a:xfrm>
            <a:custGeom>
              <a:avLst/>
              <a:gdLst/>
              <a:ahLst/>
              <a:cxnLst/>
              <a:rect l="0" t="0" r="0" b="0"/>
              <a:pathLst>
                <a:path w="8758" h="14818">
                  <a:moveTo>
                    <a:pt x="0" y="14818"/>
                  </a:moveTo>
                  <a:lnTo>
                    <a:pt x="875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8" name="Input_receptor__657">
              <a:extLst>
                <a:ext uri="{FF2B5EF4-FFF2-40B4-BE49-F238E27FC236}">
                  <a16:creationId xmlns:a16="http://schemas.microsoft.com/office/drawing/2014/main" id="{E30B11C1-DA4A-513D-6C01-1A9C75C4E315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41980" cy="10745"/>
            </a:xfrm>
            <a:custGeom>
              <a:avLst/>
              <a:gdLst/>
              <a:ahLst/>
              <a:cxnLst/>
              <a:rect l="0" t="0" r="0" b="0"/>
              <a:pathLst>
                <a:path w="41980" h="10745">
                  <a:moveTo>
                    <a:pt x="41980" y="10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9" name="Input_receptor__658">
              <a:extLst>
                <a:ext uri="{FF2B5EF4-FFF2-40B4-BE49-F238E27FC236}">
                  <a16:creationId xmlns:a16="http://schemas.microsoft.com/office/drawing/2014/main" id="{E0FEF68A-48A7-F33D-24CD-49D07313B576}"/>
                </a:ext>
              </a:extLst>
            </p:cNvPr>
            <p:cNvSpPr>
              <a:spLocks noGrp="1"/>
            </p:cNvSpPr>
            <p:nvPr/>
          </p:nvSpPr>
          <p:spPr>
            <a:xfrm>
              <a:off x="1129718" y="4443496"/>
              <a:ext cx="10905" cy="43465"/>
            </a:xfrm>
            <a:custGeom>
              <a:avLst/>
              <a:gdLst/>
              <a:ahLst/>
              <a:cxnLst/>
              <a:rect l="0" t="0" r="0" b="0"/>
              <a:pathLst>
                <a:path w="10905" h="43465">
                  <a:moveTo>
                    <a:pt x="10905" y="434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60" name="Input_receptor__659">
              <a:extLst>
                <a:ext uri="{FF2B5EF4-FFF2-40B4-BE49-F238E27FC236}">
                  <a16:creationId xmlns:a16="http://schemas.microsoft.com/office/drawing/2014/main" id="{91571CEB-5BEC-127C-8321-66867A618942}"/>
                </a:ext>
              </a:extLst>
            </p:cNvPr>
            <p:cNvSpPr>
              <a:spLocks noGrp="1"/>
            </p:cNvSpPr>
            <p:nvPr/>
          </p:nvSpPr>
          <p:spPr>
            <a:xfrm>
              <a:off x="1584312" y="5174447"/>
              <a:ext cx="17253" cy="24472"/>
            </a:xfrm>
            <a:custGeom>
              <a:avLst/>
              <a:gdLst/>
              <a:ahLst/>
              <a:cxnLst/>
              <a:rect l="0" t="0" r="0" b="0"/>
              <a:pathLst>
                <a:path w="17253" h="24472">
                  <a:moveTo>
                    <a:pt x="0" y="24472"/>
                  </a:moveTo>
                  <a:lnTo>
                    <a:pt x="1725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1" name="Input_receptor__660">
              <a:extLst>
                <a:ext uri="{FF2B5EF4-FFF2-40B4-BE49-F238E27FC236}">
                  <a16:creationId xmlns:a16="http://schemas.microsoft.com/office/drawing/2014/main" id="{6CE75BC8-A837-CA22-1A0F-38640A8846C1}"/>
                </a:ext>
              </a:extLst>
            </p:cNvPr>
            <p:cNvSpPr>
              <a:spLocks noGrp="1"/>
            </p:cNvSpPr>
            <p:nvPr/>
          </p:nvSpPr>
          <p:spPr>
            <a:xfrm>
              <a:off x="1450149" y="5109491"/>
              <a:ext cx="26563" cy="36055"/>
            </a:xfrm>
            <a:custGeom>
              <a:avLst/>
              <a:gdLst/>
              <a:ahLst/>
              <a:cxnLst/>
              <a:rect l="0" t="0" r="0" b="0"/>
              <a:pathLst>
                <a:path w="26563" h="36055">
                  <a:moveTo>
                    <a:pt x="26563" y="3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2" name="Input_receptor__661">
              <a:extLst>
                <a:ext uri="{FF2B5EF4-FFF2-40B4-BE49-F238E27FC236}">
                  <a16:creationId xmlns:a16="http://schemas.microsoft.com/office/drawing/2014/main" id="{6187D258-2FBE-07CF-524A-62E43F955F45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00508"/>
              <a:ext cx="4877" cy="47735"/>
            </a:xfrm>
            <a:custGeom>
              <a:avLst/>
              <a:gdLst/>
              <a:ahLst/>
              <a:cxnLst/>
              <a:rect l="0" t="0" r="0" b="0"/>
              <a:pathLst>
                <a:path w="4877" h="47735">
                  <a:moveTo>
                    <a:pt x="4877" y="0"/>
                  </a:moveTo>
                  <a:lnTo>
                    <a:pt x="0" y="477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3" name="Input_receptor__662">
              <a:extLst>
                <a:ext uri="{FF2B5EF4-FFF2-40B4-BE49-F238E27FC236}">
                  <a16:creationId xmlns:a16="http://schemas.microsoft.com/office/drawing/2014/main" id="{863DC03D-1F04-06EC-AD5E-5E424FC3C625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9689"/>
              <a:ext cx="46543" cy="5263"/>
            </a:xfrm>
            <a:custGeom>
              <a:avLst/>
              <a:gdLst/>
              <a:ahLst/>
              <a:cxnLst/>
              <a:rect l="0" t="0" r="0" b="0"/>
              <a:pathLst>
                <a:path w="46543" h="5263">
                  <a:moveTo>
                    <a:pt x="0" y="5263"/>
                  </a:moveTo>
                  <a:lnTo>
                    <a:pt x="4654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4" name="Input_receptor__663">
              <a:extLst>
                <a:ext uri="{FF2B5EF4-FFF2-40B4-BE49-F238E27FC236}">
                  <a16:creationId xmlns:a16="http://schemas.microsoft.com/office/drawing/2014/main" id="{F8C3B8A6-41E7-4F59-3090-33E666944F7B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22726"/>
              <a:ext cx="38968" cy="27087"/>
            </a:xfrm>
            <a:custGeom>
              <a:avLst/>
              <a:gdLst/>
              <a:ahLst/>
              <a:cxnLst/>
              <a:rect l="0" t="0" r="0" b="0"/>
              <a:pathLst>
                <a:path w="38968" h="27087">
                  <a:moveTo>
                    <a:pt x="0" y="27087"/>
                  </a:moveTo>
                  <a:lnTo>
                    <a:pt x="3896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5" name="Input_receptor__664">
              <a:extLst>
                <a:ext uri="{FF2B5EF4-FFF2-40B4-BE49-F238E27FC236}">
                  <a16:creationId xmlns:a16="http://schemas.microsoft.com/office/drawing/2014/main" id="{8B3DADF1-8E02-BC4F-55EF-E45467D6B679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79695"/>
              <a:ext cx="8335" cy="3652"/>
            </a:xfrm>
            <a:custGeom>
              <a:avLst/>
              <a:gdLst/>
              <a:ahLst/>
              <a:cxnLst/>
              <a:rect l="0" t="0" r="0" b="0"/>
              <a:pathLst>
                <a:path w="8335" h="3652">
                  <a:moveTo>
                    <a:pt x="8335" y="3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6" name="Input_receptor__665">
              <a:extLst>
                <a:ext uri="{FF2B5EF4-FFF2-40B4-BE49-F238E27FC236}">
                  <a16:creationId xmlns:a16="http://schemas.microsoft.com/office/drawing/2014/main" id="{16BA0D62-35C1-341C-3377-C422F1A9E996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22841"/>
              <a:ext cx="13943" cy="8129"/>
            </a:xfrm>
            <a:custGeom>
              <a:avLst/>
              <a:gdLst/>
              <a:ahLst/>
              <a:cxnLst/>
              <a:rect l="0" t="0" r="0" b="0"/>
              <a:pathLst>
                <a:path w="13943" h="8129">
                  <a:moveTo>
                    <a:pt x="13943" y="0"/>
                  </a:moveTo>
                  <a:lnTo>
                    <a:pt x="0" y="8129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7" name="Input_receptor__666">
              <a:extLst>
                <a:ext uri="{FF2B5EF4-FFF2-40B4-BE49-F238E27FC236}">
                  <a16:creationId xmlns:a16="http://schemas.microsoft.com/office/drawing/2014/main" id="{43EA36D6-905C-3630-C4AA-46D20CA4230B}"/>
                </a:ext>
              </a:extLst>
            </p:cNvPr>
            <p:cNvSpPr>
              <a:spLocks noGrp="1"/>
            </p:cNvSpPr>
            <p:nvPr/>
          </p:nvSpPr>
          <p:spPr>
            <a:xfrm>
              <a:off x="1531233" y="5048559"/>
              <a:ext cx="34515" cy="27570"/>
            </a:xfrm>
            <a:custGeom>
              <a:avLst/>
              <a:gdLst/>
              <a:ahLst/>
              <a:cxnLst/>
              <a:rect l="0" t="0" r="0" b="0"/>
              <a:pathLst>
                <a:path w="34515" h="27570">
                  <a:moveTo>
                    <a:pt x="0" y="27570"/>
                  </a:moveTo>
                  <a:lnTo>
                    <a:pt x="3451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8" name="Input_receptor__667">
              <a:extLst>
                <a:ext uri="{FF2B5EF4-FFF2-40B4-BE49-F238E27FC236}">
                  <a16:creationId xmlns:a16="http://schemas.microsoft.com/office/drawing/2014/main" id="{7E177ACC-A23E-B96C-6A75-1FEBD7F28440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85920"/>
              <a:ext cx="13795" cy="1122"/>
            </a:xfrm>
            <a:custGeom>
              <a:avLst/>
              <a:gdLst/>
              <a:ahLst/>
              <a:cxnLst/>
              <a:rect l="0" t="0" r="0" b="0"/>
              <a:pathLst>
                <a:path w="13795" h="1122">
                  <a:moveTo>
                    <a:pt x="0" y="1122"/>
                  </a:moveTo>
                  <a:lnTo>
                    <a:pt x="1379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9" name="Input_receptor__668">
              <a:extLst>
                <a:ext uri="{FF2B5EF4-FFF2-40B4-BE49-F238E27FC236}">
                  <a16:creationId xmlns:a16="http://schemas.microsoft.com/office/drawing/2014/main" id="{50BCEA89-0092-5C84-CDCF-90CDC46EA010}"/>
                </a:ext>
              </a:extLst>
            </p:cNvPr>
            <p:cNvSpPr>
              <a:spLocks noGrp="1"/>
            </p:cNvSpPr>
            <p:nvPr/>
          </p:nvSpPr>
          <p:spPr>
            <a:xfrm>
              <a:off x="1600580" y="5241689"/>
              <a:ext cx="26990" cy="30651"/>
            </a:xfrm>
            <a:custGeom>
              <a:avLst/>
              <a:gdLst/>
              <a:ahLst/>
              <a:cxnLst/>
              <a:rect l="0" t="0" r="0" b="0"/>
              <a:pathLst>
                <a:path w="26990" h="30651">
                  <a:moveTo>
                    <a:pt x="0" y="30651"/>
                  </a:moveTo>
                  <a:lnTo>
                    <a:pt x="2699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0" name="Input_receptor__669">
              <a:extLst>
                <a:ext uri="{FF2B5EF4-FFF2-40B4-BE49-F238E27FC236}">
                  <a16:creationId xmlns:a16="http://schemas.microsoft.com/office/drawing/2014/main" id="{7DE01419-DC57-112B-9563-2138219D1F55}"/>
                </a:ext>
              </a:extLst>
            </p:cNvPr>
            <p:cNvSpPr>
              <a:spLocks noGrp="1"/>
            </p:cNvSpPr>
            <p:nvPr/>
          </p:nvSpPr>
          <p:spPr>
            <a:xfrm>
              <a:off x="1653464" y="4828995"/>
              <a:ext cx="44522" cy="8676"/>
            </a:xfrm>
            <a:custGeom>
              <a:avLst/>
              <a:gdLst/>
              <a:ahLst/>
              <a:cxnLst/>
              <a:rect l="0" t="0" r="0" b="0"/>
              <a:pathLst>
                <a:path w="44522" h="8676">
                  <a:moveTo>
                    <a:pt x="44522" y="8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71" name="Input_receptor__670">
              <a:extLst>
                <a:ext uri="{FF2B5EF4-FFF2-40B4-BE49-F238E27FC236}">
                  <a16:creationId xmlns:a16="http://schemas.microsoft.com/office/drawing/2014/main" id="{13DFEF3C-CC10-7211-380F-7AF95B0DB7EC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198919"/>
              <a:ext cx="26591" cy="30123"/>
            </a:xfrm>
            <a:custGeom>
              <a:avLst/>
              <a:gdLst/>
              <a:ahLst/>
              <a:cxnLst/>
              <a:rect l="0" t="0" r="0" b="0"/>
              <a:pathLst>
                <a:path w="26591" h="30123">
                  <a:moveTo>
                    <a:pt x="0" y="30123"/>
                  </a:moveTo>
                  <a:lnTo>
                    <a:pt x="26591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2" name="Input_receptor__671">
              <a:extLst>
                <a:ext uri="{FF2B5EF4-FFF2-40B4-BE49-F238E27FC236}">
                  <a16:creationId xmlns:a16="http://schemas.microsoft.com/office/drawing/2014/main" id="{E7BB83B5-FC18-56CF-6693-97126E8E0937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75279"/>
              <a:ext cx="42911" cy="20335"/>
            </a:xfrm>
            <a:custGeom>
              <a:avLst/>
              <a:gdLst/>
              <a:ahLst/>
              <a:cxnLst/>
              <a:rect l="0" t="0" r="0" b="0"/>
              <a:pathLst>
                <a:path w="42911" h="20335">
                  <a:moveTo>
                    <a:pt x="42911" y="0"/>
                  </a:moveTo>
                  <a:lnTo>
                    <a:pt x="0" y="203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3" name="Input_receptor__672">
              <a:extLst>
                <a:ext uri="{FF2B5EF4-FFF2-40B4-BE49-F238E27FC236}">
                  <a16:creationId xmlns:a16="http://schemas.microsoft.com/office/drawing/2014/main" id="{94769880-20EA-2FF9-9B43-B8B22E7C4CF3}"/>
                </a:ext>
              </a:extLst>
            </p:cNvPr>
            <p:cNvSpPr>
              <a:spLocks noGrp="1"/>
            </p:cNvSpPr>
            <p:nvPr/>
          </p:nvSpPr>
          <p:spPr>
            <a:xfrm>
              <a:off x="935872" y="5347927"/>
              <a:ext cx="35705" cy="15482"/>
            </a:xfrm>
            <a:custGeom>
              <a:avLst/>
              <a:gdLst/>
              <a:ahLst/>
              <a:cxnLst/>
              <a:rect l="0" t="0" r="0" b="0"/>
              <a:pathLst>
                <a:path w="35705" h="15482">
                  <a:moveTo>
                    <a:pt x="35705" y="0"/>
                  </a:moveTo>
                  <a:lnTo>
                    <a:pt x="0" y="15482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4" name="Input_receptor__673">
              <a:extLst>
                <a:ext uri="{FF2B5EF4-FFF2-40B4-BE49-F238E27FC236}">
                  <a16:creationId xmlns:a16="http://schemas.microsoft.com/office/drawing/2014/main" id="{67539F42-5F48-0936-28AF-F344A2CBF5FA}"/>
                </a:ext>
              </a:extLst>
            </p:cNvPr>
            <p:cNvSpPr>
              <a:spLocks noGrp="1"/>
            </p:cNvSpPr>
            <p:nvPr/>
          </p:nvSpPr>
          <p:spPr>
            <a:xfrm>
              <a:off x="1441592" y="5145546"/>
              <a:ext cx="35120" cy="31640"/>
            </a:xfrm>
            <a:custGeom>
              <a:avLst/>
              <a:gdLst/>
              <a:ahLst/>
              <a:cxnLst/>
              <a:rect l="0" t="0" r="0" b="0"/>
              <a:pathLst>
                <a:path w="35120" h="31640">
                  <a:moveTo>
                    <a:pt x="0" y="31640"/>
                  </a:moveTo>
                  <a:lnTo>
                    <a:pt x="3512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5" name="Input_receptor__674">
              <a:extLst>
                <a:ext uri="{FF2B5EF4-FFF2-40B4-BE49-F238E27FC236}">
                  <a16:creationId xmlns:a16="http://schemas.microsoft.com/office/drawing/2014/main" id="{9DD328C3-B364-C564-C1C9-58374C220E85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77910"/>
              <a:ext cx="19826" cy="9785"/>
            </a:xfrm>
            <a:custGeom>
              <a:avLst/>
              <a:gdLst/>
              <a:ahLst/>
              <a:cxnLst/>
              <a:rect l="0" t="0" r="0" b="0"/>
              <a:pathLst>
                <a:path w="19826" h="9785">
                  <a:moveTo>
                    <a:pt x="19826" y="0"/>
                  </a:moveTo>
                  <a:lnTo>
                    <a:pt x="0" y="978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6" name="Input_receptor__675">
              <a:extLst>
                <a:ext uri="{FF2B5EF4-FFF2-40B4-BE49-F238E27FC236}">
                  <a16:creationId xmlns:a16="http://schemas.microsoft.com/office/drawing/2014/main" id="{1635DF03-456A-7F9B-189C-CA09B6129B66}"/>
                </a:ext>
              </a:extLst>
            </p:cNvPr>
            <p:cNvSpPr>
              <a:spLocks noGrp="1"/>
            </p:cNvSpPr>
            <p:nvPr/>
          </p:nvSpPr>
          <p:spPr>
            <a:xfrm>
              <a:off x="1714386" y="5254333"/>
              <a:ext cx="45786" cy="14177"/>
            </a:xfrm>
            <a:custGeom>
              <a:avLst/>
              <a:gdLst/>
              <a:ahLst/>
              <a:cxnLst/>
              <a:rect l="0" t="0" r="0" b="0"/>
              <a:pathLst>
                <a:path w="45786" h="14177">
                  <a:moveTo>
                    <a:pt x="0" y="14177"/>
                  </a:moveTo>
                  <a:lnTo>
                    <a:pt x="4578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7" name="Input_receptor__676">
              <a:extLst>
                <a:ext uri="{FF2B5EF4-FFF2-40B4-BE49-F238E27FC236}">
                  <a16:creationId xmlns:a16="http://schemas.microsoft.com/office/drawing/2014/main" id="{155BCA3A-4BB5-5D09-B64F-6E642C63E7F4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09491"/>
              <a:ext cx="37176" cy="12330"/>
            </a:xfrm>
            <a:custGeom>
              <a:avLst/>
              <a:gdLst/>
              <a:ahLst/>
              <a:cxnLst/>
              <a:rect l="0" t="0" r="0" b="0"/>
              <a:pathLst>
                <a:path w="37176" h="12330">
                  <a:moveTo>
                    <a:pt x="37176" y="0"/>
                  </a:moveTo>
                  <a:lnTo>
                    <a:pt x="0" y="1233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8" name="Input_receptor__677">
              <a:extLst>
                <a:ext uri="{FF2B5EF4-FFF2-40B4-BE49-F238E27FC236}">
                  <a16:creationId xmlns:a16="http://schemas.microsoft.com/office/drawing/2014/main" id="{2CB97772-9A68-CB68-4FEF-5B3F94FE30CD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21638"/>
              <a:ext cx="35844" cy="32120"/>
            </a:xfrm>
            <a:custGeom>
              <a:avLst/>
              <a:gdLst/>
              <a:ahLst/>
              <a:cxnLst/>
              <a:rect l="0" t="0" r="0" b="0"/>
              <a:pathLst>
                <a:path w="35844" h="32120">
                  <a:moveTo>
                    <a:pt x="0" y="32120"/>
                  </a:moveTo>
                  <a:lnTo>
                    <a:pt x="3584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9" name="Input_receptor__678">
              <a:extLst>
                <a:ext uri="{FF2B5EF4-FFF2-40B4-BE49-F238E27FC236}">
                  <a16:creationId xmlns:a16="http://schemas.microsoft.com/office/drawing/2014/main" id="{2661FF64-967B-1C93-9FB7-EC70D6B9DC65}"/>
                </a:ext>
              </a:extLst>
            </p:cNvPr>
            <p:cNvSpPr>
              <a:spLocks noGrp="1"/>
            </p:cNvSpPr>
            <p:nvPr/>
          </p:nvSpPr>
          <p:spPr>
            <a:xfrm>
              <a:off x="1758748" y="5436231"/>
              <a:ext cx="43889" cy="8305"/>
            </a:xfrm>
            <a:custGeom>
              <a:avLst/>
              <a:gdLst/>
              <a:ahLst/>
              <a:cxnLst/>
              <a:rect l="0" t="0" r="0" b="0"/>
              <a:pathLst>
                <a:path w="43889" h="8305">
                  <a:moveTo>
                    <a:pt x="0" y="8305"/>
                  </a:moveTo>
                  <a:lnTo>
                    <a:pt x="43889" y="0"/>
                  </a:lnTo>
                </a:path>
              </a:pathLst>
            </a:custGeom>
            <a:noFill/>
            <a:ln w="8096">
              <a:solidFill>
                <a:srgbClr val="7F91A0"/>
              </a:solidFill>
            </a:ln>
          </p:spPr>
        </p:sp>
        <p:sp>
          <p:nvSpPr>
            <p:cNvPr id="680" name="Input_receptor__679">
              <a:extLst>
                <a:ext uri="{FF2B5EF4-FFF2-40B4-BE49-F238E27FC236}">
                  <a16:creationId xmlns:a16="http://schemas.microsoft.com/office/drawing/2014/main" id="{C400106D-7D86-DA18-0FA3-23C3B7800751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17860"/>
              <a:ext cx="13238" cy="23583"/>
            </a:xfrm>
            <a:custGeom>
              <a:avLst/>
              <a:gdLst/>
              <a:ahLst/>
              <a:cxnLst/>
              <a:rect l="0" t="0" r="0" b="0"/>
              <a:pathLst>
                <a:path w="13238" h="23583">
                  <a:moveTo>
                    <a:pt x="0" y="23583"/>
                  </a:moveTo>
                  <a:lnTo>
                    <a:pt x="13238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1" name="Input_receptor__680">
              <a:extLst>
                <a:ext uri="{FF2B5EF4-FFF2-40B4-BE49-F238E27FC236}">
                  <a16:creationId xmlns:a16="http://schemas.microsoft.com/office/drawing/2014/main" id="{9F443C5B-3F4F-71A0-E5D1-53DA27ACC337}"/>
                </a:ext>
              </a:extLst>
            </p:cNvPr>
            <p:cNvSpPr>
              <a:spLocks noGrp="1"/>
            </p:cNvSpPr>
            <p:nvPr/>
          </p:nvSpPr>
          <p:spPr>
            <a:xfrm>
              <a:off x="1247864" y="5459350"/>
              <a:ext cx="4521" cy="47213"/>
            </a:xfrm>
            <a:custGeom>
              <a:avLst/>
              <a:gdLst/>
              <a:ahLst/>
              <a:cxnLst/>
              <a:rect l="0" t="0" r="0" b="0"/>
              <a:pathLst>
                <a:path w="4521" h="47213">
                  <a:moveTo>
                    <a:pt x="4521" y="4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2" name="Input_receptor__681">
              <a:extLst>
                <a:ext uri="{FF2B5EF4-FFF2-40B4-BE49-F238E27FC236}">
                  <a16:creationId xmlns:a16="http://schemas.microsoft.com/office/drawing/2014/main" id="{C1FD156D-F853-00F0-9B98-63450E3AE78C}"/>
                </a:ext>
              </a:extLst>
            </p:cNvPr>
            <p:cNvSpPr>
              <a:spLocks noGrp="1"/>
            </p:cNvSpPr>
            <p:nvPr/>
          </p:nvSpPr>
          <p:spPr>
            <a:xfrm>
              <a:off x="1144792" y="4843841"/>
              <a:ext cx="42832" cy="18247"/>
            </a:xfrm>
            <a:custGeom>
              <a:avLst/>
              <a:gdLst/>
              <a:ahLst/>
              <a:cxnLst/>
              <a:rect l="0" t="0" r="0" b="0"/>
              <a:pathLst>
                <a:path w="42832" h="18247">
                  <a:moveTo>
                    <a:pt x="42832" y="1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2A0"/>
              </a:solidFill>
            </a:ln>
          </p:spPr>
        </p:sp>
        <p:sp>
          <p:nvSpPr>
            <p:cNvPr id="683" name="Input_receptor__682">
              <a:extLst>
                <a:ext uri="{FF2B5EF4-FFF2-40B4-BE49-F238E27FC236}">
                  <a16:creationId xmlns:a16="http://schemas.microsoft.com/office/drawing/2014/main" id="{0BA62075-9E4B-67BB-DCD3-E0392A86B5EE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1699"/>
              <a:ext cx="388" cy="32517"/>
            </a:xfrm>
            <a:custGeom>
              <a:avLst/>
              <a:gdLst/>
              <a:ahLst/>
              <a:cxnLst/>
              <a:rect l="0" t="0" r="0" b="0"/>
              <a:pathLst>
                <a:path w="388" h="32517">
                  <a:moveTo>
                    <a:pt x="0" y="32517"/>
                  </a:moveTo>
                  <a:lnTo>
                    <a:pt x="388" y="0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4" name="Input_receptor__683">
              <a:extLst>
                <a:ext uri="{FF2B5EF4-FFF2-40B4-BE49-F238E27FC236}">
                  <a16:creationId xmlns:a16="http://schemas.microsoft.com/office/drawing/2014/main" id="{28C998C7-2BDB-DE95-4943-C8C50270E0E3}"/>
                </a:ext>
              </a:extLst>
            </p:cNvPr>
            <p:cNvSpPr>
              <a:spLocks noGrp="1"/>
            </p:cNvSpPr>
            <p:nvPr/>
          </p:nvSpPr>
          <p:spPr>
            <a:xfrm>
              <a:off x="971577" y="5336483"/>
              <a:ext cx="28424" cy="11444"/>
            </a:xfrm>
            <a:custGeom>
              <a:avLst/>
              <a:gdLst/>
              <a:ahLst/>
              <a:cxnLst/>
              <a:rect l="0" t="0" r="0" b="0"/>
              <a:pathLst>
                <a:path w="28424" h="11444">
                  <a:moveTo>
                    <a:pt x="28424" y="0"/>
                  </a:moveTo>
                  <a:lnTo>
                    <a:pt x="0" y="11444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5" name="Input_receptor__684">
              <a:extLst>
                <a:ext uri="{FF2B5EF4-FFF2-40B4-BE49-F238E27FC236}">
                  <a16:creationId xmlns:a16="http://schemas.microsoft.com/office/drawing/2014/main" id="{E072E12A-43B6-14A1-23BD-93D6FFB274AF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363409"/>
              <a:ext cx="1437" cy="45205"/>
            </a:xfrm>
            <a:custGeom>
              <a:avLst/>
              <a:gdLst/>
              <a:ahLst/>
              <a:cxnLst/>
              <a:rect l="0" t="0" r="0" b="0"/>
              <a:pathLst>
                <a:path w="1437" h="45205">
                  <a:moveTo>
                    <a:pt x="1437" y="0"/>
                  </a:moveTo>
                  <a:lnTo>
                    <a:pt x="0" y="45205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6" name="Input_receptor__685">
              <a:extLst>
                <a:ext uri="{FF2B5EF4-FFF2-40B4-BE49-F238E27FC236}">
                  <a16:creationId xmlns:a16="http://schemas.microsoft.com/office/drawing/2014/main" id="{BC4585F3-FA1A-5443-C996-68D07D5AE9F2}"/>
                </a:ext>
              </a:extLst>
            </p:cNvPr>
            <p:cNvSpPr>
              <a:spLocks noGrp="1"/>
            </p:cNvSpPr>
            <p:nvPr/>
          </p:nvSpPr>
          <p:spPr>
            <a:xfrm>
              <a:off x="1802638" y="5395602"/>
              <a:ext cx="9178" cy="40629"/>
            </a:xfrm>
            <a:custGeom>
              <a:avLst/>
              <a:gdLst/>
              <a:ahLst/>
              <a:cxnLst/>
              <a:rect l="0" t="0" r="0" b="0"/>
              <a:pathLst>
                <a:path w="9178" h="40629">
                  <a:moveTo>
                    <a:pt x="0" y="40629"/>
                  </a:moveTo>
                  <a:lnTo>
                    <a:pt x="9178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7" name="Input_receptor__686">
              <a:extLst>
                <a:ext uri="{FF2B5EF4-FFF2-40B4-BE49-F238E27FC236}">
                  <a16:creationId xmlns:a16="http://schemas.microsoft.com/office/drawing/2014/main" id="{AAE1526C-6B14-BC31-3A12-D891A159DA68}"/>
                </a:ext>
              </a:extLst>
            </p:cNvPr>
            <p:cNvSpPr>
              <a:spLocks noGrp="1"/>
            </p:cNvSpPr>
            <p:nvPr/>
          </p:nvSpPr>
          <p:spPr>
            <a:xfrm>
              <a:off x="1180212" y="5425541"/>
              <a:ext cx="4261" cy="45669"/>
            </a:xfrm>
            <a:custGeom>
              <a:avLst/>
              <a:gdLst/>
              <a:ahLst/>
              <a:cxnLst/>
              <a:rect l="0" t="0" r="0" b="0"/>
              <a:pathLst>
                <a:path w="4261" h="45669">
                  <a:moveTo>
                    <a:pt x="4261" y="456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8" name="Input_receptor__687">
              <a:extLst>
                <a:ext uri="{FF2B5EF4-FFF2-40B4-BE49-F238E27FC236}">
                  <a16:creationId xmlns:a16="http://schemas.microsoft.com/office/drawing/2014/main" id="{DB0BD1A9-0160-29BF-C616-AE24CD672819}"/>
                </a:ext>
              </a:extLst>
            </p:cNvPr>
            <p:cNvSpPr>
              <a:spLocks noGrp="1"/>
            </p:cNvSpPr>
            <p:nvPr/>
          </p:nvSpPr>
          <p:spPr>
            <a:xfrm>
              <a:off x="1145860" y="5528357"/>
              <a:ext cx="42571" cy="12472"/>
            </a:xfrm>
            <a:custGeom>
              <a:avLst/>
              <a:gdLst/>
              <a:ahLst/>
              <a:cxnLst/>
              <a:rect l="0" t="0" r="0" b="0"/>
              <a:pathLst>
                <a:path w="42571" h="12472">
                  <a:moveTo>
                    <a:pt x="42571" y="12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9" name="Input_receptor__688">
              <a:extLst>
                <a:ext uri="{FF2B5EF4-FFF2-40B4-BE49-F238E27FC236}">
                  <a16:creationId xmlns:a16="http://schemas.microsoft.com/office/drawing/2014/main" id="{81CD3CF5-0E08-3286-0847-2675EDFD29CA}"/>
                </a:ext>
              </a:extLst>
            </p:cNvPr>
            <p:cNvSpPr>
              <a:spLocks noGrp="1"/>
            </p:cNvSpPr>
            <p:nvPr/>
          </p:nvSpPr>
          <p:spPr>
            <a:xfrm>
              <a:off x="1042635" y="5369502"/>
              <a:ext cx="18764" cy="14737"/>
            </a:xfrm>
            <a:custGeom>
              <a:avLst/>
              <a:gdLst/>
              <a:ahLst/>
              <a:cxnLst/>
              <a:rect l="0" t="0" r="0" b="0"/>
              <a:pathLst>
                <a:path w="18764" h="14737">
                  <a:moveTo>
                    <a:pt x="18764" y="14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0" name="Input_receptor__689">
              <a:extLst>
                <a:ext uri="{FF2B5EF4-FFF2-40B4-BE49-F238E27FC236}">
                  <a16:creationId xmlns:a16="http://schemas.microsoft.com/office/drawing/2014/main" id="{43E56CA8-8638-BAF9-23D1-EE339593B684}"/>
                </a:ext>
              </a:extLst>
            </p:cNvPr>
            <p:cNvSpPr>
              <a:spLocks noGrp="1"/>
            </p:cNvSpPr>
            <p:nvPr/>
          </p:nvSpPr>
          <p:spPr>
            <a:xfrm>
              <a:off x="1344278" y="5222246"/>
              <a:ext cx="45247" cy="15350"/>
            </a:xfrm>
            <a:custGeom>
              <a:avLst/>
              <a:gdLst/>
              <a:ahLst/>
              <a:cxnLst/>
              <a:rect l="0" t="0" r="0" b="0"/>
              <a:pathLst>
                <a:path w="45247" h="15350">
                  <a:moveTo>
                    <a:pt x="45247" y="0"/>
                  </a:moveTo>
                  <a:lnTo>
                    <a:pt x="0" y="1535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1" name="Input_receptor__690">
              <a:extLst>
                <a:ext uri="{FF2B5EF4-FFF2-40B4-BE49-F238E27FC236}">
                  <a16:creationId xmlns:a16="http://schemas.microsoft.com/office/drawing/2014/main" id="{AE33C1B5-0045-84FD-556B-744D5E0D4573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37168"/>
              <a:ext cx="4070" cy="15857"/>
            </a:xfrm>
            <a:custGeom>
              <a:avLst/>
              <a:gdLst/>
              <a:ahLst/>
              <a:cxnLst/>
              <a:rect l="0" t="0" r="0" b="0"/>
              <a:pathLst>
                <a:path w="4070" h="15857">
                  <a:moveTo>
                    <a:pt x="4070" y="15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2" name="Input_receptor__691">
              <a:extLst>
                <a:ext uri="{FF2B5EF4-FFF2-40B4-BE49-F238E27FC236}">
                  <a16:creationId xmlns:a16="http://schemas.microsoft.com/office/drawing/2014/main" id="{5B5AA91F-C3A7-1E47-32BB-D19286FE2401}"/>
                </a:ext>
              </a:extLst>
            </p:cNvPr>
            <p:cNvSpPr>
              <a:spLocks noGrp="1"/>
            </p:cNvSpPr>
            <p:nvPr/>
          </p:nvSpPr>
          <p:spPr>
            <a:xfrm>
              <a:off x="1112345" y="5395005"/>
              <a:ext cx="9431" cy="36694"/>
            </a:xfrm>
            <a:custGeom>
              <a:avLst/>
              <a:gdLst/>
              <a:ahLst/>
              <a:cxnLst/>
              <a:rect l="0" t="0" r="0" b="0"/>
              <a:pathLst>
                <a:path w="9431" h="36694">
                  <a:moveTo>
                    <a:pt x="9431" y="366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3" name="Input_receptor__692">
              <a:extLst>
                <a:ext uri="{FF2B5EF4-FFF2-40B4-BE49-F238E27FC236}">
                  <a16:creationId xmlns:a16="http://schemas.microsoft.com/office/drawing/2014/main" id="{A82712ED-259F-C32C-6598-F4191425A53C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28849"/>
              <a:ext cx="19959" cy="11440"/>
            </a:xfrm>
            <a:custGeom>
              <a:avLst/>
              <a:gdLst/>
              <a:ahLst/>
              <a:cxnLst/>
              <a:rect l="0" t="0" r="0" b="0"/>
              <a:pathLst>
                <a:path w="19959" h="11440">
                  <a:moveTo>
                    <a:pt x="0" y="11440"/>
                  </a:moveTo>
                  <a:lnTo>
                    <a:pt x="1995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4" name="Input_receptor__693">
              <a:extLst>
                <a:ext uri="{FF2B5EF4-FFF2-40B4-BE49-F238E27FC236}">
                  <a16:creationId xmlns:a16="http://schemas.microsoft.com/office/drawing/2014/main" id="{B16C0A2E-31DD-821E-A3E0-09DA644B3FD9}"/>
                </a:ext>
              </a:extLst>
            </p:cNvPr>
            <p:cNvSpPr>
              <a:spLocks noGrp="1"/>
            </p:cNvSpPr>
            <p:nvPr/>
          </p:nvSpPr>
          <p:spPr>
            <a:xfrm>
              <a:off x="1780457" y="4816524"/>
              <a:ext cx="10338" cy="23889"/>
            </a:xfrm>
            <a:custGeom>
              <a:avLst/>
              <a:gdLst/>
              <a:ahLst/>
              <a:cxnLst/>
              <a:rect l="0" t="0" r="0" b="0"/>
              <a:pathLst>
                <a:path w="10338" h="23889">
                  <a:moveTo>
                    <a:pt x="10338" y="238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95" name="Input_receptor__694">
              <a:extLst>
                <a:ext uri="{FF2B5EF4-FFF2-40B4-BE49-F238E27FC236}">
                  <a16:creationId xmlns:a16="http://schemas.microsoft.com/office/drawing/2014/main" id="{90DD23E1-AC94-2838-23C2-8B6C2BB388AF}"/>
                </a:ext>
              </a:extLst>
            </p:cNvPr>
            <p:cNvSpPr>
              <a:spLocks noGrp="1"/>
            </p:cNvSpPr>
            <p:nvPr/>
          </p:nvSpPr>
          <p:spPr>
            <a:xfrm>
              <a:off x="1438417" y="5276803"/>
              <a:ext cx="7407" cy="41057"/>
            </a:xfrm>
            <a:custGeom>
              <a:avLst/>
              <a:gdLst/>
              <a:ahLst/>
              <a:cxnLst/>
              <a:rect l="0" t="0" r="0" b="0"/>
              <a:pathLst>
                <a:path w="7407" h="41057">
                  <a:moveTo>
                    <a:pt x="0" y="41057"/>
                  </a:moveTo>
                  <a:lnTo>
                    <a:pt x="7407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6" name="Input_receptor__695">
              <a:extLst>
                <a:ext uri="{FF2B5EF4-FFF2-40B4-BE49-F238E27FC236}">
                  <a16:creationId xmlns:a16="http://schemas.microsoft.com/office/drawing/2014/main" id="{EA347A6F-D92B-60F9-570D-84CC61138A70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64912"/>
              <a:ext cx="23695" cy="41926"/>
            </a:xfrm>
            <a:custGeom>
              <a:avLst/>
              <a:gdLst/>
              <a:ahLst/>
              <a:cxnLst/>
              <a:rect l="0" t="0" r="0" b="0"/>
              <a:pathLst>
                <a:path w="23695" h="41926">
                  <a:moveTo>
                    <a:pt x="0" y="0"/>
                  </a:moveTo>
                  <a:lnTo>
                    <a:pt x="23695" y="4192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7" name="Input_receptor__696">
              <a:extLst>
                <a:ext uri="{FF2B5EF4-FFF2-40B4-BE49-F238E27FC236}">
                  <a16:creationId xmlns:a16="http://schemas.microsoft.com/office/drawing/2014/main" id="{2E0FEDD4-7206-12E3-9ABA-D1B3672AF138}"/>
                </a:ext>
              </a:extLst>
            </p:cNvPr>
            <p:cNvSpPr>
              <a:spLocks noGrp="1"/>
            </p:cNvSpPr>
            <p:nvPr/>
          </p:nvSpPr>
          <p:spPr>
            <a:xfrm>
              <a:off x="1614367" y="4898801"/>
              <a:ext cx="39649" cy="24040"/>
            </a:xfrm>
            <a:custGeom>
              <a:avLst/>
              <a:gdLst/>
              <a:ahLst/>
              <a:cxnLst/>
              <a:rect l="0" t="0" r="0" b="0"/>
              <a:pathLst>
                <a:path w="39649" h="24040">
                  <a:moveTo>
                    <a:pt x="39649" y="0"/>
                  </a:moveTo>
                  <a:lnTo>
                    <a:pt x="0" y="2404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8" name="Input_receptor__697">
              <a:extLst>
                <a:ext uri="{FF2B5EF4-FFF2-40B4-BE49-F238E27FC236}">
                  <a16:creationId xmlns:a16="http://schemas.microsoft.com/office/drawing/2014/main" id="{DD214465-BA0C-7452-8EA9-8868ACF031A3}"/>
                </a:ext>
              </a:extLst>
            </p:cNvPr>
            <p:cNvSpPr>
              <a:spLocks noGrp="1"/>
            </p:cNvSpPr>
            <p:nvPr/>
          </p:nvSpPr>
          <p:spPr>
            <a:xfrm>
              <a:off x="1201820" y="5330246"/>
              <a:ext cx="41730" cy="5086"/>
            </a:xfrm>
            <a:custGeom>
              <a:avLst/>
              <a:gdLst/>
              <a:ahLst/>
              <a:cxnLst/>
              <a:rect l="0" t="0" r="0" b="0"/>
              <a:pathLst>
                <a:path w="41730" h="5086">
                  <a:moveTo>
                    <a:pt x="0" y="0"/>
                  </a:moveTo>
                  <a:lnTo>
                    <a:pt x="41730" y="508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9" name="Input_receptor__698">
              <a:extLst>
                <a:ext uri="{FF2B5EF4-FFF2-40B4-BE49-F238E27FC236}">
                  <a16:creationId xmlns:a16="http://schemas.microsoft.com/office/drawing/2014/main" id="{64DD61C1-0D2F-35D8-07D0-4169C65234F0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70356"/>
              <a:ext cx="21726" cy="12927"/>
            </a:xfrm>
            <a:custGeom>
              <a:avLst/>
              <a:gdLst/>
              <a:ahLst/>
              <a:cxnLst/>
              <a:rect l="0" t="0" r="0" b="0"/>
              <a:pathLst>
                <a:path w="21726" h="12927">
                  <a:moveTo>
                    <a:pt x="0" y="12927"/>
                  </a:moveTo>
                  <a:lnTo>
                    <a:pt x="21726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0" name="Input_receptor__699">
              <a:extLst>
                <a:ext uri="{FF2B5EF4-FFF2-40B4-BE49-F238E27FC236}">
                  <a16:creationId xmlns:a16="http://schemas.microsoft.com/office/drawing/2014/main" id="{1A464507-25D7-B136-B563-9A6C53345DEF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2009"/>
              <a:ext cx="16762" cy="29209"/>
            </a:xfrm>
            <a:custGeom>
              <a:avLst/>
              <a:gdLst/>
              <a:ahLst/>
              <a:cxnLst/>
              <a:rect l="0" t="0" r="0" b="0"/>
              <a:pathLst>
                <a:path w="16762" h="29209">
                  <a:moveTo>
                    <a:pt x="16762" y="0"/>
                  </a:moveTo>
                  <a:lnTo>
                    <a:pt x="0" y="29209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1" name="Input_receptor__700">
              <a:extLst>
                <a:ext uri="{FF2B5EF4-FFF2-40B4-BE49-F238E27FC236}">
                  <a16:creationId xmlns:a16="http://schemas.microsoft.com/office/drawing/2014/main" id="{003C30AD-969B-A426-DECA-09AAF602C450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8357"/>
              <a:ext cx="22899" cy="21383"/>
            </a:xfrm>
            <a:custGeom>
              <a:avLst/>
              <a:gdLst/>
              <a:ahLst/>
              <a:cxnLst/>
              <a:rect l="0" t="0" r="0" b="0"/>
              <a:pathLst>
                <a:path w="22899" h="21383">
                  <a:moveTo>
                    <a:pt x="22899" y="0"/>
                  </a:moveTo>
                  <a:lnTo>
                    <a:pt x="0" y="21383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2" name="Input_receptor__701">
              <a:extLst>
                <a:ext uri="{FF2B5EF4-FFF2-40B4-BE49-F238E27FC236}">
                  <a16:creationId xmlns:a16="http://schemas.microsoft.com/office/drawing/2014/main" id="{D7B9B369-C02B-3F46-1BFC-F85D6A6DA555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82569"/>
              <a:ext cx="6571" cy="17936"/>
            </a:xfrm>
            <a:custGeom>
              <a:avLst/>
              <a:gdLst/>
              <a:ahLst/>
              <a:cxnLst/>
              <a:rect l="0" t="0" r="0" b="0"/>
              <a:pathLst>
                <a:path w="6571" h="17936">
                  <a:moveTo>
                    <a:pt x="6571" y="179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3" name="Input_receptor__702">
              <a:extLst>
                <a:ext uri="{FF2B5EF4-FFF2-40B4-BE49-F238E27FC236}">
                  <a16:creationId xmlns:a16="http://schemas.microsoft.com/office/drawing/2014/main" id="{2517B23A-1494-D3BB-C09D-A3110929D3C7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0246"/>
              <a:ext cx="18285" cy="35081"/>
            </a:xfrm>
            <a:custGeom>
              <a:avLst/>
              <a:gdLst/>
              <a:ahLst/>
              <a:cxnLst/>
              <a:rect l="0" t="0" r="0" b="0"/>
              <a:pathLst>
                <a:path w="18285" h="35081">
                  <a:moveTo>
                    <a:pt x="0" y="35081"/>
                  </a:moveTo>
                  <a:lnTo>
                    <a:pt x="1828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4" name="Input_receptor__703">
              <a:extLst>
                <a:ext uri="{FF2B5EF4-FFF2-40B4-BE49-F238E27FC236}">
                  <a16:creationId xmlns:a16="http://schemas.microsoft.com/office/drawing/2014/main" id="{6673F821-28A2-B086-90EE-08F8F8C59F71}"/>
                </a:ext>
              </a:extLst>
            </p:cNvPr>
            <p:cNvSpPr>
              <a:spLocks noGrp="1"/>
            </p:cNvSpPr>
            <p:nvPr/>
          </p:nvSpPr>
          <p:spPr>
            <a:xfrm>
              <a:off x="1116150" y="4843841"/>
              <a:ext cx="28642" cy="12789"/>
            </a:xfrm>
            <a:custGeom>
              <a:avLst/>
              <a:gdLst/>
              <a:ahLst/>
              <a:cxnLst/>
              <a:rect l="0" t="0" r="0" b="0"/>
              <a:pathLst>
                <a:path w="28642" h="12789">
                  <a:moveTo>
                    <a:pt x="28642" y="0"/>
                  </a:moveTo>
                  <a:lnTo>
                    <a:pt x="0" y="1278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5" name="Input_receptor__704">
              <a:extLst>
                <a:ext uri="{FF2B5EF4-FFF2-40B4-BE49-F238E27FC236}">
                  <a16:creationId xmlns:a16="http://schemas.microsoft.com/office/drawing/2014/main" id="{F4A72CFA-98B4-8A36-F071-589E2C541C7F}"/>
                </a:ext>
              </a:extLst>
            </p:cNvPr>
            <p:cNvSpPr>
              <a:spLocks noGrp="1"/>
            </p:cNvSpPr>
            <p:nvPr/>
          </p:nvSpPr>
          <p:spPr>
            <a:xfrm>
              <a:off x="1800156" y="5182270"/>
              <a:ext cx="45399" cy="11018"/>
            </a:xfrm>
            <a:custGeom>
              <a:avLst/>
              <a:gdLst/>
              <a:ahLst/>
              <a:cxnLst/>
              <a:rect l="0" t="0" r="0" b="0"/>
              <a:pathLst>
                <a:path w="45399" h="11018">
                  <a:moveTo>
                    <a:pt x="45399" y="0"/>
                  </a:moveTo>
                  <a:lnTo>
                    <a:pt x="0" y="11018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6" name="Input_receptor__705">
              <a:extLst>
                <a:ext uri="{FF2B5EF4-FFF2-40B4-BE49-F238E27FC236}">
                  <a16:creationId xmlns:a16="http://schemas.microsoft.com/office/drawing/2014/main" id="{1D2D6B81-6351-DC23-58F1-3EEB21A47DBB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408613"/>
              <a:ext cx="24890" cy="13509"/>
            </a:xfrm>
            <a:custGeom>
              <a:avLst/>
              <a:gdLst/>
              <a:ahLst/>
              <a:cxnLst/>
              <a:rect l="0" t="0" r="0" b="0"/>
              <a:pathLst>
                <a:path w="24890" h="13509">
                  <a:moveTo>
                    <a:pt x="0" y="0"/>
                  </a:moveTo>
                  <a:lnTo>
                    <a:pt x="24890" y="1350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7" name="Input_receptor__706">
              <a:extLst>
                <a:ext uri="{FF2B5EF4-FFF2-40B4-BE49-F238E27FC236}">
                  <a16:creationId xmlns:a16="http://schemas.microsoft.com/office/drawing/2014/main" id="{FA2B1A81-A7BB-DCC2-A0C1-AED5B00D44F2}"/>
                </a:ext>
              </a:extLst>
            </p:cNvPr>
            <p:cNvSpPr>
              <a:spLocks noGrp="1"/>
            </p:cNvSpPr>
            <p:nvPr/>
          </p:nvSpPr>
          <p:spPr>
            <a:xfrm>
              <a:off x="1760171" y="5254333"/>
              <a:ext cx="10457" cy="37676"/>
            </a:xfrm>
            <a:custGeom>
              <a:avLst/>
              <a:gdLst/>
              <a:ahLst/>
              <a:cxnLst/>
              <a:rect l="0" t="0" r="0" b="0"/>
              <a:pathLst>
                <a:path w="10457" h="37676">
                  <a:moveTo>
                    <a:pt x="0" y="0"/>
                  </a:moveTo>
                  <a:lnTo>
                    <a:pt x="10457" y="3767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8" name="Input_receptor__707">
              <a:extLst>
                <a:ext uri="{FF2B5EF4-FFF2-40B4-BE49-F238E27FC236}">
                  <a16:creationId xmlns:a16="http://schemas.microsoft.com/office/drawing/2014/main" id="{184A154C-5663-70AD-D9AE-9497E696A81D}"/>
                </a:ext>
              </a:extLst>
            </p:cNvPr>
            <p:cNvSpPr>
              <a:spLocks noGrp="1"/>
            </p:cNvSpPr>
            <p:nvPr/>
          </p:nvSpPr>
          <p:spPr>
            <a:xfrm>
              <a:off x="1293590" y="5288829"/>
              <a:ext cx="22803" cy="31552"/>
            </a:xfrm>
            <a:custGeom>
              <a:avLst/>
              <a:gdLst/>
              <a:ahLst/>
              <a:cxnLst/>
              <a:rect l="0" t="0" r="0" b="0"/>
              <a:pathLst>
                <a:path w="22803" h="31552">
                  <a:moveTo>
                    <a:pt x="0" y="31552"/>
                  </a:moveTo>
                  <a:lnTo>
                    <a:pt x="22803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9" name="Input_receptor__708">
              <a:extLst>
                <a:ext uri="{FF2B5EF4-FFF2-40B4-BE49-F238E27FC236}">
                  <a16:creationId xmlns:a16="http://schemas.microsoft.com/office/drawing/2014/main" id="{2C5E9CBA-DEF7-A166-AAC3-CD64A6F653C6}"/>
                </a:ext>
              </a:extLst>
            </p:cNvPr>
            <p:cNvSpPr>
              <a:spLocks noGrp="1"/>
            </p:cNvSpPr>
            <p:nvPr/>
          </p:nvSpPr>
          <p:spPr>
            <a:xfrm>
              <a:off x="1059855" y="4341800"/>
              <a:ext cx="37903" cy="17984"/>
            </a:xfrm>
            <a:custGeom>
              <a:avLst/>
              <a:gdLst/>
              <a:ahLst/>
              <a:cxnLst/>
              <a:rect l="0" t="0" r="0" b="0"/>
              <a:pathLst>
                <a:path w="37903" h="17984">
                  <a:moveTo>
                    <a:pt x="37903" y="179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0" name="Input_receptor__709">
              <a:extLst>
                <a:ext uri="{FF2B5EF4-FFF2-40B4-BE49-F238E27FC236}">
                  <a16:creationId xmlns:a16="http://schemas.microsoft.com/office/drawing/2014/main" id="{BED51B05-6FF7-E8F0-F9C0-DFDF6AE9B584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4659"/>
              <a:ext cx="45045" cy="2139"/>
            </a:xfrm>
            <a:custGeom>
              <a:avLst/>
              <a:gdLst/>
              <a:ahLst/>
              <a:cxnLst/>
              <a:rect l="0" t="0" r="0" b="0"/>
              <a:pathLst>
                <a:path w="45045" h="2139">
                  <a:moveTo>
                    <a:pt x="0" y="2139"/>
                  </a:moveTo>
                  <a:lnTo>
                    <a:pt x="4504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1" name="Input_receptor__710">
              <a:extLst>
                <a:ext uri="{FF2B5EF4-FFF2-40B4-BE49-F238E27FC236}">
                  <a16:creationId xmlns:a16="http://schemas.microsoft.com/office/drawing/2014/main" id="{8493DACC-8934-3384-64AB-657E322AE561}"/>
                </a:ext>
              </a:extLst>
            </p:cNvPr>
            <p:cNvSpPr>
              <a:spLocks noGrp="1"/>
            </p:cNvSpPr>
            <p:nvPr/>
          </p:nvSpPr>
          <p:spPr>
            <a:xfrm>
              <a:off x="1172281" y="5540829"/>
              <a:ext cx="16149" cy="45091"/>
            </a:xfrm>
            <a:custGeom>
              <a:avLst/>
              <a:gdLst/>
              <a:ahLst/>
              <a:cxnLst/>
              <a:rect l="0" t="0" r="0" b="0"/>
              <a:pathLst>
                <a:path w="16149" h="45091">
                  <a:moveTo>
                    <a:pt x="0" y="45091"/>
                  </a:moveTo>
                  <a:lnTo>
                    <a:pt x="1614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2" name="Input_receptor__711">
              <a:extLst>
                <a:ext uri="{FF2B5EF4-FFF2-40B4-BE49-F238E27FC236}">
                  <a16:creationId xmlns:a16="http://schemas.microsoft.com/office/drawing/2014/main" id="{23D6812E-F1F3-EA97-CCAD-A8491286A19B}"/>
                </a:ext>
              </a:extLst>
            </p:cNvPr>
            <p:cNvSpPr>
              <a:spLocks noGrp="1"/>
            </p:cNvSpPr>
            <p:nvPr/>
          </p:nvSpPr>
          <p:spPr>
            <a:xfrm>
              <a:off x="1187624" y="4818486"/>
              <a:ext cx="13278" cy="43602"/>
            </a:xfrm>
            <a:custGeom>
              <a:avLst/>
              <a:gdLst/>
              <a:ahLst/>
              <a:cxnLst/>
              <a:rect l="0" t="0" r="0" b="0"/>
              <a:pathLst>
                <a:path w="13278" h="43602">
                  <a:moveTo>
                    <a:pt x="13278" y="0"/>
                  </a:moveTo>
                  <a:lnTo>
                    <a:pt x="0" y="43602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3" name="Input_receptor__712">
              <a:extLst>
                <a:ext uri="{FF2B5EF4-FFF2-40B4-BE49-F238E27FC236}">
                  <a16:creationId xmlns:a16="http://schemas.microsoft.com/office/drawing/2014/main" id="{DC8ED785-4E23-5542-3BC5-5CFEFB01E25F}"/>
                </a:ext>
              </a:extLst>
            </p:cNvPr>
            <p:cNvSpPr>
              <a:spLocks noGrp="1"/>
            </p:cNvSpPr>
            <p:nvPr/>
          </p:nvSpPr>
          <p:spPr>
            <a:xfrm>
              <a:off x="1255936" y="4415226"/>
              <a:ext cx="11774" cy="44931"/>
            </a:xfrm>
            <a:custGeom>
              <a:avLst/>
              <a:gdLst/>
              <a:ahLst/>
              <a:cxnLst/>
              <a:rect l="0" t="0" r="0" b="0"/>
              <a:pathLst>
                <a:path w="11774" h="44931">
                  <a:moveTo>
                    <a:pt x="0" y="0"/>
                  </a:moveTo>
                  <a:lnTo>
                    <a:pt x="11774" y="44931"/>
                  </a:lnTo>
                </a:path>
              </a:pathLst>
            </a:custGeom>
            <a:noFill/>
            <a:ln w="20003">
              <a:solidFill>
                <a:srgbClr val="8092A1"/>
              </a:solidFill>
            </a:ln>
          </p:spPr>
        </p:sp>
        <p:sp>
          <p:nvSpPr>
            <p:cNvPr id="714" name="Input_receptor__713">
              <a:extLst>
                <a:ext uri="{FF2B5EF4-FFF2-40B4-BE49-F238E27FC236}">
                  <a16:creationId xmlns:a16="http://schemas.microsoft.com/office/drawing/2014/main" id="{718E73D1-4086-2EC8-4E6A-8FAB599BE4CD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384240"/>
              <a:ext cx="5367" cy="46067"/>
            </a:xfrm>
            <a:custGeom>
              <a:avLst/>
              <a:gdLst/>
              <a:ahLst/>
              <a:cxnLst/>
              <a:rect l="0" t="0" r="0" b="0"/>
              <a:pathLst>
                <a:path w="5367" h="46067">
                  <a:moveTo>
                    <a:pt x="0" y="46067"/>
                  </a:moveTo>
                  <a:lnTo>
                    <a:pt x="5367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5" name="Input_receptor__714">
              <a:extLst>
                <a:ext uri="{FF2B5EF4-FFF2-40B4-BE49-F238E27FC236}">
                  <a16:creationId xmlns:a16="http://schemas.microsoft.com/office/drawing/2014/main" id="{89C4313A-AE0A-9F91-5212-FE8FF8E21C3F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41800"/>
              <a:ext cx="37897" cy="23112"/>
            </a:xfrm>
            <a:custGeom>
              <a:avLst/>
              <a:gdLst/>
              <a:ahLst/>
              <a:cxnLst/>
              <a:rect l="0" t="0" r="0" b="0"/>
              <a:pathLst>
                <a:path w="37897" h="23112">
                  <a:moveTo>
                    <a:pt x="37897" y="0"/>
                  </a:moveTo>
                  <a:lnTo>
                    <a:pt x="0" y="2311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6" name="Input_receptor__715">
              <a:extLst>
                <a:ext uri="{FF2B5EF4-FFF2-40B4-BE49-F238E27FC236}">
                  <a16:creationId xmlns:a16="http://schemas.microsoft.com/office/drawing/2014/main" id="{1FD0B7CE-4B12-3DB0-911C-60F3A36DE668}"/>
                </a:ext>
              </a:extLst>
            </p:cNvPr>
            <p:cNvSpPr>
              <a:spLocks noGrp="1"/>
            </p:cNvSpPr>
            <p:nvPr/>
          </p:nvSpPr>
          <p:spPr>
            <a:xfrm>
              <a:off x="1811816" y="5380855"/>
              <a:ext cx="45455" cy="14747"/>
            </a:xfrm>
            <a:custGeom>
              <a:avLst/>
              <a:gdLst/>
              <a:ahLst/>
              <a:cxnLst/>
              <a:rect l="0" t="0" r="0" b="0"/>
              <a:pathLst>
                <a:path w="45455" h="14747">
                  <a:moveTo>
                    <a:pt x="0" y="14747"/>
                  </a:moveTo>
                  <a:lnTo>
                    <a:pt x="45455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17" name="Input_receptor__716">
              <a:extLst>
                <a:ext uri="{FF2B5EF4-FFF2-40B4-BE49-F238E27FC236}">
                  <a16:creationId xmlns:a16="http://schemas.microsoft.com/office/drawing/2014/main" id="{AAA0E118-44BE-841B-322D-B9E71BE627B0}"/>
                </a:ext>
              </a:extLst>
            </p:cNvPr>
            <p:cNvSpPr>
              <a:spLocks noGrp="1"/>
            </p:cNvSpPr>
            <p:nvPr/>
          </p:nvSpPr>
          <p:spPr>
            <a:xfrm>
              <a:off x="1738707" y="5064659"/>
              <a:ext cx="11483" cy="40647"/>
            </a:xfrm>
            <a:custGeom>
              <a:avLst/>
              <a:gdLst/>
              <a:ahLst/>
              <a:cxnLst/>
              <a:rect l="0" t="0" r="0" b="0"/>
              <a:pathLst>
                <a:path w="11483" h="40647">
                  <a:moveTo>
                    <a:pt x="0" y="0"/>
                  </a:moveTo>
                  <a:lnTo>
                    <a:pt x="11483" y="4064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8" name="Input_receptor__717">
              <a:extLst>
                <a:ext uri="{FF2B5EF4-FFF2-40B4-BE49-F238E27FC236}">
                  <a16:creationId xmlns:a16="http://schemas.microsoft.com/office/drawing/2014/main" id="{2FE63ADA-269F-2E2D-8BA3-A7F8B27A0EE7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68511"/>
              <a:ext cx="3438" cy="6173"/>
            </a:xfrm>
            <a:custGeom>
              <a:avLst/>
              <a:gdLst/>
              <a:ahLst/>
              <a:cxnLst/>
              <a:rect l="0" t="0" r="0" b="0"/>
              <a:pathLst>
                <a:path w="3438" h="6173">
                  <a:moveTo>
                    <a:pt x="0" y="6173"/>
                  </a:moveTo>
                  <a:lnTo>
                    <a:pt x="3438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9" name="Input_receptor__718">
              <a:extLst>
                <a:ext uri="{FF2B5EF4-FFF2-40B4-BE49-F238E27FC236}">
                  <a16:creationId xmlns:a16="http://schemas.microsoft.com/office/drawing/2014/main" id="{53AC46A2-6E76-A245-A1BD-7CFB570066E0}"/>
                </a:ext>
              </a:extLst>
            </p:cNvPr>
            <p:cNvSpPr>
              <a:spLocks noGrp="1"/>
            </p:cNvSpPr>
            <p:nvPr/>
          </p:nvSpPr>
          <p:spPr>
            <a:xfrm>
              <a:off x="1389525" y="5222246"/>
              <a:ext cx="13738" cy="26671"/>
            </a:xfrm>
            <a:custGeom>
              <a:avLst/>
              <a:gdLst/>
              <a:ahLst/>
              <a:cxnLst/>
              <a:rect l="0" t="0" r="0" b="0"/>
              <a:pathLst>
                <a:path w="13738" h="26671">
                  <a:moveTo>
                    <a:pt x="13738" y="26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0" name="Input_receptor__719">
              <a:extLst>
                <a:ext uri="{FF2B5EF4-FFF2-40B4-BE49-F238E27FC236}">
                  <a16:creationId xmlns:a16="http://schemas.microsoft.com/office/drawing/2014/main" id="{C1B771D1-4232-17AD-1A04-6C22A61BC59B}"/>
                </a:ext>
              </a:extLst>
            </p:cNvPr>
            <p:cNvSpPr>
              <a:spLocks noGrp="1"/>
            </p:cNvSpPr>
            <p:nvPr/>
          </p:nvSpPr>
          <p:spPr>
            <a:xfrm>
              <a:off x="1240110" y="5335332"/>
              <a:ext cx="3440" cy="48015"/>
            </a:xfrm>
            <a:custGeom>
              <a:avLst/>
              <a:gdLst/>
              <a:ahLst/>
              <a:cxnLst/>
              <a:rect l="0" t="0" r="0" b="0"/>
              <a:pathLst>
                <a:path w="3440" h="48015">
                  <a:moveTo>
                    <a:pt x="3440" y="0"/>
                  </a:moveTo>
                  <a:lnTo>
                    <a:pt x="0" y="48015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1" name="Input_receptor__720">
              <a:extLst>
                <a:ext uri="{FF2B5EF4-FFF2-40B4-BE49-F238E27FC236}">
                  <a16:creationId xmlns:a16="http://schemas.microsoft.com/office/drawing/2014/main" id="{576A80B1-7F05-CB28-DAC7-BCB6EB204534}"/>
                </a:ext>
              </a:extLst>
            </p:cNvPr>
            <p:cNvSpPr>
              <a:spLocks noGrp="1"/>
            </p:cNvSpPr>
            <p:nvPr/>
          </p:nvSpPr>
          <p:spPr>
            <a:xfrm>
              <a:off x="1737134" y="5408944"/>
              <a:ext cx="21614" cy="35592"/>
            </a:xfrm>
            <a:custGeom>
              <a:avLst/>
              <a:gdLst/>
              <a:ahLst/>
              <a:cxnLst/>
              <a:rect l="0" t="0" r="0" b="0"/>
              <a:pathLst>
                <a:path w="21614" h="35592">
                  <a:moveTo>
                    <a:pt x="0" y="0"/>
                  </a:moveTo>
                  <a:lnTo>
                    <a:pt x="21614" y="35592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2" name="Input_receptor__721">
              <a:extLst>
                <a:ext uri="{FF2B5EF4-FFF2-40B4-BE49-F238E27FC236}">
                  <a16:creationId xmlns:a16="http://schemas.microsoft.com/office/drawing/2014/main" id="{2103E57D-DA30-A7BA-083C-5D2B69B61DA5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05306"/>
              <a:ext cx="37973" cy="23410"/>
            </a:xfrm>
            <a:custGeom>
              <a:avLst/>
              <a:gdLst/>
              <a:ahLst/>
              <a:cxnLst/>
              <a:rect l="0" t="0" r="0" b="0"/>
              <a:pathLst>
                <a:path w="37973" h="23410">
                  <a:moveTo>
                    <a:pt x="37973" y="0"/>
                  </a:moveTo>
                  <a:lnTo>
                    <a:pt x="0" y="2341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3" name="Input_receptor__722">
              <a:extLst>
                <a:ext uri="{FF2B5EF4-FFF2-40B4-BE49-F238E27FC236}">
                  <a16:creationId xmlns:a16="http://schemas.microsoft.com/office/drawing/2014/main" id="{5F7A1439-CC32-2DA1-47F9-531838D0DBF9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18239" cy="12477"/>
            </a:xfrm>
            <a:custGeom>
              <a:avLst/>
              <a:gdLst/>
              <a:ahLst/>
              <a:cxnLst/>
              <a:rect l="0" t="0" r="0" b="0"/>
              <a:pathLst>
                <a:path w="18239" h="12477">
                  <a:moveTo>
                    <a:pt x="0" y="0"/>
                  </a:moveTo>
                  <a:lnTo>
                    <a:pt x="18239" y="1247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4" name="Input_receptor__723">
              <a:extLst>
                <a:ext uri="{FF2B5EF4-FFF2-40B4-BE49-F238E27FC236}">
                  <a16:creationId xmlns:a16="http://schemas.microsoft.com/office/drawing/2014/main" id="{6453E275-7C9F-431A-AB62-DED49C7B19F9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78818"/>
              <a:ext cx="1953" cy="31047"/>
            </a:xfrm>
            <a:custGeom>
              <a:avLst/>
              <a:gdLst/>
              <a:ahLst/>
              <a:cxnLst/>
              <a:rect l="0" t="0" r="0" b="0"/>
              <a:pathLst>
                <a:path w="1953" h="31047">
                  <a:moveTo>
                    <a:pt x="0" y="31047"/>
                  </a:moveTo>
                  <a:lnTo>
                    <a:pt x="1953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5" name="Input_receptor__724">
              <a:extLst>
                <a:ext uri="{FF2B5EF4-FFF2-40B4-BE49-F238E27FC236}">
                  <a16:creationId xmlns:a16="http://schemas.microsoft.com/office/drawing/2014/main" id="{5B38AE9F-D8A1-404E-B0F0-6BCF40586BD0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12660" cy="999"/>
            </a:xfrm>
            <a:custGeom>
              <a:avLst/>
              <a:gdLst/>
              <a:ahLst/>
              <a:cxnLst/>
              <a:rect l="0" t="0" r="0" b="0"/>
              <a:pathLst>
                <a:path w="12660" h="999">
                  <a:moveTo>
                    <a:pt x="0" y="0"/>
                  </a:moveTo>
                  <a:lnTo>
                    <a:pt x="12660" y="99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6" name="Input_receptor__725">
              <a:extLst>
                <a:ext uri="{FF2B5EF4-FFF2-40B4-BE49-F238E27FC236}">
                  <a16:creationId xmlns:a16="http://schemas.microsoft.com/office/drawing/2014/main" id="{9345DAD2-02EC-3C93-0337-99F4277A76E0}"/>
                </a:ext>
              </a:extLst>
            </p:cNvPr>
            <p:cNvSpPr>
              <a:spLocks noGrp="1"/>
            </p:cNvSpPr>
            <p:nvPr/>
          </p:nvSpPr>
          <p:spPr>
            <a:xfrm>
              <a:off x="1283867" y="5254945"/>
              <a:ext cx="32526" cy="33884"/>
            </a:xfrm>
            <a:custGeom>
              <a:avLst/>
              <a:gdLst/>
              <a:ahLst/>
              <a:cxnLst/>
              <a:rect l="0" t="0" r="0" b="0"/>
              <a:pathLst>
                <a:path w="32526" h="33884">
                  <a:moveTo>
                    <a:pt x="32526" y="338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7" name="Input_receptor__726">
              <a:extLst>
                <a:ext uri="{FF2B5EF4-FFF2-40B4-BE49-F238E27FC236}">
                  <a16:creationId xmlns:a16="http://schemas.microsoft.com/office/drawing/2014/main" id="{A38B37E4-7535-9270-ECB3-6D655FBE9FF2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54945"/>
              <a:ext cx="36645" cy="28817"/>
            </a:xfrm>
            <a:custGeom>
              <a:avLst/>
              <a:gdLst/>
              <a:ahLst/>
              <a:cxnLst/>
              <a:rect l="0" t="0" r="0" b="0"/>
              <a:pathLst>
                <a:path w="36645" h="28817">
                  <a:moveTo>
                    <a:pt x="36645" y="0"/>
                  </a:moveTo>
                  <a:lnTo>
                    <a:pt x="0" y="2881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8" name="Input_receptor__727">
              <a:extLst>
                <a:ext uri="{FF2B5EF4-FFF2-40B4-BE49-F238E27FC236}">
                  <a16:creationId xmlns:a16="http://schemas.microsoft.com/office/drawing/2014/main" id="{88C2B362-F28B-D82F-AF69-72B4CF8C8CBF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72592"/>
              <a:ext cx="37452" cy="10037"/>
            </a:xfrm>
            <a:custGeom>
              <a:avLst/>
              <a:gdLst/>
              <a:ahLst/>
              <a:cxnLst/>
              <a:rect l="0" t="0" r="0" b="0"/>
              <a:pathLst>
                <a:path w="37452" h="10037">
                  <a:moveTo>
                    <a:pt x="37452" y="0"/>
                  </a:moveTo>
                  <a:lnTo>
                    <a:pt x="0" y="1003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9" name="Input_receptor__728">
              <a:extLst>
                <a:ext uri="{FF2B5EF4-FFF2-40B4-BE49-F238E27FC236}">
                  <a16:creationId xmlns:a16="http://schemas.microsoft.com/office/drawing/2014/main" id="{F652532F-CEB3-BF27-C1A9-0612C589AD09}"/>
                </a:ext>
              </a:extLst>
            </p:cNvPr>
            <p:cNvSpPr>
              <a:spLocks noGrp="1"/>
            </p:cNvSpPr>
            <p:nvPr/>
          </p:nvSpPr>
          <p:spPr>
            <a:xfrm>
              <a:off x="1845555" y="5182270"/>
              <a:ext cx="10375" cy="46578"/>
            </a:xfrm>
            <a:custGeom>
              <a:avLst/>
              <a:gdLst/>
              <a:ahLst/>
              <a:cxnLst/>
              <a:rect l="0" t="0" r="0" b="0"/>
              <a:pathLst>
                <a:path w="10375" h="46578">
                  <a:moveTo>
                    <a:pt x="10375" y="465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0" name="Input_receptor__729">
              <a:extLst>
                <a:ext uri="{FF2B5EF4-FFF2-40B4-BE49-F238E27FC236}">
                  <a16:creationId xmlns:a16="http://schemas.microsoft.com/office/drawing/2014/main" id="{B072EA0F-599A-530D-F668-FBE59636671C}"/>
                </a:ext>
              </a:extLst>
            </p:cNvPr>
            <p:cNvSpPr>
              <a:spLocks noGrp="1"/>
            </p:cNvSpPr>
            <p:nvPr/>
          </p:nvSpPr>
          <p:spPr>
            <a:xfrm>
              <a:off x="1267710" y="4460157"/>
              <a:ext cx="35942" cy="14554"/>
            </a:xfrm>
            <a:custGeom>
              <a:avLst/>
              <a:gdLst/>
              <a:ahLst/>
              <a:cxnLst/>
              <a:rect l="0" t="0" r="0" b="0"/>
              <a:pathLst>
                <a:path w="35942" h="14554">
                  <a:moveTo>
                    <a:pt x="0" y="0"/>
                  </a:moveTo>
                  <a:lnTo>
                    <a:pt x="35942" y="1455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1" name="Input_receptor__730">
              <a:extLst>
                <a:ext uri="{FF2B5EF4-FFF2-40B4-BE49-F238E27FC236}">
                  <a16:creationId xmlns:a16="http://schemas.microsoft.com/office/drawing/2014/main" id="{FAC1D903-5043-5213-DC07-00F7D82398F1}"/>
                </a:ext>
              </a:extLst>
            </p:cNvPr>
            <p:cNvSpPr>
              <a:spLocks noGrp="1"/>
            </p:cNvSpPr>
            <p:nvPr/>
          </p:nvSpPr>
          <p:spPr>
            <a:xfrm>
              <a:off x="1328236" y="5172592"/>
              <a:ext cx="34798" cy="8842"/>
            </a:xfrm>
            <a:custGeom>
              <a:avLst/>
              <a:gdLst/>
              <a:ahLst/>
              <a:cxnLst/>
              <a:rect l="0" t="0" r="0" b="0"/>
              <a:pathLst>
                <a:path w="34798" h="8842">
                  <a:moveTo>
                    <a:pt x="34798" y="8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2" name="Input_receptor__731">
              <a:extLst>
                <a:ext uri="{FF2B5EF4-FFF2-40B4-BE49-F238E27FC236}">
                  <a16:creationId xmlns:a16="http://schemas.microsoft.com/office/drawing/2014/main" id="{382D9D70-9985-3A7E-6BB4-5A32FF4AB93B}"/>
                </a:ext>
              </a:extLst>
            </p:cNvPr>
            <p:cNvSpPr>
              <a:spLocks noGrp="1"/>
            </p:cNvSpPr>
            <p:nvPr/>
          </p:nvSpPr>
          <p:spPr>
            <a:xfrm>
              <a:off x="1212397" y="4394667"/>
              <a:ext cx="43539" cy="20559"/>
            </a:xfrm>
            <a:custGeom>
              <a:avLst/>
              <a:gdLst/>
              <a:ahLst/>
              <a:cxnLst/>
              <a:rect l="0" t="0" r="0" b="0"/>
              <a:pathLst>
                <a:path w="43539" h="20559">
                  <a:moveTo>
                    <a:pt x="0" y="0"/>
                  </a:moveTo>
                  <a:lnTo>
                    <a:pt x="43539" y="2055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3" name="Input_receptor__732">
              <a:extLst>
                <a:ext uri="{FF2B5EF4-FFF2-40B4-BE49-F238E27FC236}">
                  <a16:creationId xmlns:a16="http://schemas.microsoft.com/office/drawing/2014/main" id="{DA88CD41-BFB3-5612-5DD8-FB3B9649814B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76131"/>
              <a:ext cx="32480" cy="19881"/>
            </a:xfrm>
            <a:custGeom>
              <a:avLst/>
              <a:gdLst/>
              <a:ahLst/>
              <a:cxnLst/>
              <a:rect l="0" t="0" r="0" b="0"/>
              <a:pathLst>
                <a:path w="32480" h="19881">
                  <a:moveTo>
                    <a:pt x="32480" y="0"/>
                  </a:moveTo>
                  <a:lnTo>
                    <a:pt x="0" y="19881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4" name="Input_receptor__733">
              <a:extLst>
                <a:ext uri="{FF2B5EF4-FFF2-40B4-BE49-F238E27FC236}">
                  <a16:creationId xmlns:a16="http://schemas.microsoft.com/office/drawing/2014/main" id="{CA3189F3-F6E1-2261-581D-D0575DABC06D}"/>
                </a:ext>
              </a:extLst>
            </p:cNvPr>
            <p:cNvSpPr>
              <a:spLocks noGrp="1"/>
            </p:cNvSpPr>
            <p:nvPr/>
          </p:nvSpPr>
          <p:spPr>
            <a:xfrm>
              <a:off x="1790795" y="4840413"/>
              <a:ext cx="41413" cy="24654"/>
            </a:xfrm>
            <a:custGeom>
              <a:avLst/>
              <a:gdLst/>
              <a:ahLst/>
              <a:cxnLst/>
              <a:rect l="0" t="0" r="0" b="0"/>
              <a:pathLst>
                <a:path w="41413" h="24654">
                  <a:moveTo>
                    <a:pt x="41413" y="24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5" name="Input_receptor__734">
              <a:extLst>
                <a:ext uri="{FF2B5EF4-FFF2-40B4-BE49-F238E27FC236}">
                  <a16:creationId xmlns:a16="http://schemas.microsoft.com/office/drawing/2014/main" id="{4ABCB9C9-5859-71AB-E6DD-13C6F92B4510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36483"/>
              <a:ext cx="144" cy="46086"/>
            </a:xfrm>
            <a:custGeom>
              <a:avLst/>
              <a:gdLst/>
              <a:ahLst/>
              <a:cxnLst/>
              <a:rect l="0" t="0" r="0" b="0"/>
              <a:pathLst>
                <a:path w="144" h="46086">
                  <a:moveTo>
                    <a:pt x="0" y="46086"/>
                  </a:moveTo>
                  <a:lnTo>
                    <a:pt x="144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6" name="Input_receptor__735">
              <a:extLst>
                <a:ext uri="{FF2B5EF4-FFF2-40B4-BE49-F238E27FC236}">
                  <a16:creationId xmlns:a16="http://schemas.microsoft.com/office/drawing/2014/main" id="{E0A1D605-E868-0EBA-DC33-1F3AA895508F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595160"/>
              <a:ext cx="22555" cy="38238"/>
            </a:xfrm>
            <a:custGeom>
              <a:avLst/>
              <a:gdLst/>
              <a:ahLst/>
              <a:cxnLst/>
              <a:rect l="0" t="0" r="0" b="0"/>
              <a:pathLst>
                <a:path w="22555" h="38238">
                  <a:moveTo>
                    <a:pt x="0" y="38238"/>
                  </a:moveTo>
                  <a:lnTo>
                    <a:pt x="22555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7" name="Input_receptor__736">
              <a:extLst>
                <a:ext uri="{FF2B5EF4-FFF2-40B4-BE49-F238E27FC236}">
                  <a16:creationId xmlns:a16="http://schemas.microsoft.com/office/drawing/2014/main" id="{11C4B907-972B-0CB5-9532-4A39A43BAC83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93289"/>
              <a:ext cx="6879" cy="27684"/>
            </a:xfrm>
            <a:custGeom>
              <a:avLst/>
              <a:gdLst/>
              <a:ahLst/>
              <a:cxnLst/>
              <a:rect l="0" t="0" r="0" b="0"/>
              <a:pathLst>
                <a:path w="6879" h="27684">
                  <a:moveTo>
                    <a:pt x="6879" y="0"/>
                  </a:moveTo>
                  <a:lnTo>
                    <a:pt x="0" y="2768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8" name="Input_receptor__737">
              <a:extLst>
                <a:ext uri="{FF2B5EF4-FFF2-40B4-BE49-F238E27FC236}">
                  <a16:creationId xmlns:a16="http://schemas.microsoft.com/office/drawing/2014/main" id="{D28B710E-8E68-2014-1BC9-D3C2C2ACFA51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48917"/>
              <a:ext cx="20882" cy="38777"/>
            </a:xfrm>
            <a:custGeom>
              <a:avLst/>
              <a:gdLst/>
              <a:ahLst/>
              <a:cxnLst/>
              <a:rect l="0" t="0" r="0" b="0"/>
              <a:pathLst>
                <a:path w="20882" h="38777">
                  <a:moveTo>
                    <a:pt x="0" y="38777"/>
                  </a:moveTo>
                  <a:lnTo>
                    <a:pt x="20882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9" name="Input_receptor__738">
              <a:extLst>
                <a:ext uri="{FF2B5EF4-FFF2-40B4-BE49-F238E27FC236}">
                  <a16:creationId xmlns:a16="http://schemas.microsoft.com/office/drawing/2014/main" id="{F5312961-5FF8-4365-F4EE-53F82D4D8629}"/>
                </a:ext>
              </a:extLst>
            </p:cNvPr>
            <p:cNvSpPr>
              <a:spLocks noGrp="1"/>
            </p:cNvSpPr>
            <p:nvPr/>
          </p:nvSpPr>
          <p:spPr>
            <a:xfrm>
              <a:off x="1764879" y="4892769"/>
              <a:ext cx="27875" cy="38231"/>
            </a:xfrm>
            <a:custGeom>
              <a:avLst/>
              <a:gdLst/>
              <a:ahLst/>
              <a:cxnLst/>
              <a:rect l="0" t="0" r="0" b="0"/>
              <a:pathLst>
                <a:path w="27875" h="38231">
                  <a:moveTo>
                    <a:pt x="27875" y="382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0" name="Input_receptor__739">
              <a:extLst>
                <a:ext uri="{FF2B5EF4-FFF2-40B4-BE49-F238E27FC236}">
                  <a16:creationId xmlns:a16="http://schemas.microsoft.com/office/drawing/2014/main" id="{74E8943D-A664-8F2F-8CBF-25C3124218CC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223986"/>
              <a:ext cx="443" cy="13610"/>
            </a:xfrm>
            <a:custGeom>
              <a:avLst/>
              <a:gdLst/>
              <a:ahLst/>
              <a:cxnLst/>
              <a:rect l="0" t="0" r="0" b="0"/>
              <a:pathLst>
                <a:path w="443" h="13610">
                  <a:moveTo>
                    <a:pt x="443" y="136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1" name="Input_receptor__740">
              <a:extLst>
                <a:ext uri="{FF2B5EF4-FFF2-40B4-BE49-F238E27FC236}">
                  <a16:creationId xmlns:a16="http://schemas.microsoft.com/office/drawing/2014/main" id="{F67B6D95-7BFD-85FC-4CE1-92B83649128B}"/>
                </a:ext>
              </a:extLst>
            </p:cNvPr>
            <p:cNvSpPr>
              <a:spLocks noGrp="1"/>
            </p:cNvSpPr>
            <p:nvPr/>
          </p:nvSpPr>
          <p:spPr>
            <a:xfrm>
              <a:off x="1168981" y="5133774"/>
              <a:ext cx="973" cy="42357"/>
            </a:xfrm>
            <a:custGeom>
              <a:avLst/>
              <a:gdLst/>
              <a:ahLst/>
              <a:cxnLst/>
              <a:rect l="0" t="0" r="0" b="0"/>
              <a:pathLst>
                <a:path w="973" h="42357">
                  <a:moveTo>
                    <a:pt x="973" y="0"/>
                  </a:moveTo>
                  <a:lnTo>
                    <a:pt x="0" y="4235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2" name="Input_receptor__741">
              <a:extLst>
                <a:ext uri="{FF2B5EF4-FFF2-40B4-BE49-F238E27FC236}">
                  <a16:creationId xmlns:a16="http://schemas.microsoft.com/office/drawing/2014/main" id="{8FC6C7E7-7CBF-1518-8C7B-902F84B7F1E9}"/>
                </a:ext>
              </a:extLst>
            </p:cNvPr>
            <p:cNvSpPr>
              <a:spLocks noGrp="1"/>
            </p:cNvSpPr>
            <p:nvPr/>
          </p:nvSpPr>
          <p:spPr>
            <a:xfrm>
              <a:off x="1298342" y="5595160"/>
              <a:ext cx="40475" cy="12042"/>
            </a:xfrm>
            <a:custGeom>
              <a:avLst/>
              <a:gdLst/>
              <a:ahLst/>
              <a:cxnLst/>
              <a:rect l="0" t="0" r="0" b="0"/>
              <a:pathLst>
                <a:path w="40475" h="12042">
                  <a:moveTo>
                    <a:pt x="0" y="0"/>
                  </a:moveTo>
                  <a:lnTo>
                    <a:pt x="40475" y="1204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3" name="Input_receptor__742">
              <a:extLst>
                <a:ext uri="{FF2B5EF4-FFF2-40B4-BE49-F238E27FC236}">
                  <a16:creationId xmlns:a16="http://schemas.microsoft.com/office/drawing/2014/main" id="{7E19812A-D49E-AA25-93D1-7939A711672A}"/>
                </a:ext>
              </a:extLst>
            </p:cNvPr>
            <p:cNvSpPr>
              <a:spLocks noGrp="1"/>
            </p:cNvSpPr>
            <p:nvPr/>
          </p:nvSpPr>
          <p:spPr>
            <a:xfrm>
              <a:off x="1095008" y="4938874"/>
              <a:ext cx="33892" cy="28078"/>
            </a:xfrm>
            <a:custGeom>
              <a:avLst/>
              <a:gdLst/>
              <a:ahLst/>
              <a:cxnLst/>
              <a:rect l="0" t="0" r="0" b="0"/>
              <a:pathLst>
                <a:path w="33892" h="28078">
                  <a:moveTo>
                    <a:pt x="33892" y="280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44" name="Input_receptor__743">
              <a:extLst>
                <a:ext uri="{FF2B5EF4-FFF2-40B4-BE49-F238E27FC236}">
                  <a16:creationId xmlns:a16="http://schemas.microsoft.com/office/drawing/2014/main" id="{F778CC26-F8FD-62F2-F1D6-1548020DB4F5}"/>
                </a:ext>
              </a:extLst>
            </p:cNvPr>
            <p:cNvSpPr>
              <a:spLocks noGrp="1"/>
            </p:cNvSpPr>
            <p:nvPr/>
          </p:nvSpPr>
          <p:spPr>
            <a:xfrm>
              <a:off x="1045652" y="4401083"/>
              <a:ext cx="14746" cy="5755"/>
            </a:xfrm>
            <a:custGeom>
              <a:avLst/>
              <a:gdLst/>
              <a:ahLst/>
              <a:cxnLst/>
              <a:rect l="0" t="0" r="0" b="0"/>
              <a:pathLst>
                <a:path w="14746" h="5755">
                  <a:moveTo>
                    <a:pt x="0" y="5755"/>
                  </a:moveTo>
                  <a:lnTo>
                    <a:pt x="14746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5" name="Input_receptor__744">
              <a:extLst>
                <a:ext uri="{FF2B5EF4-FFF2-40B4-BE49-F238E27FC236}">
                  <a16:creationId xmlns:a16="http://schemas.microsoft.com/office/drawing/2014/main" id="{97C273CE-A1FC-783C-2669-377785DDB4D7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21821"/>
              <a:ext cx="28224" cy="3728"/>
            </a:xfrm>
            <a:custGeom>
              <a:avLst/>
              <a:gdLst/>
              <a:ahLst/>
              <a:cxnLst/>
              <a:rect l="0" t="0" r="0" b="0"/>
              <a:pathLst>
                <a:path w="28224" h="3728">
                  <a:moveTo>
                    <a:pt x="0" y="0"/>
                  </a:moveTo>
                  <a:lnTo>
                    <a:pt x="28224" y="3728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6" name="Input_receptor__745">
              <a:extLst>
                <a:ext uri="{FF2B5EF4-FFF2-40B4-BE49-F238E27FC236}">
                  <a16:creationId xmlns:a16="http://schemas.microsoft.com/office/drawing/2014/main" id="{C806B1B9-C6A8-DBE7-D65C-2AEEFFED030B}"/>
                </a:ext>
              </a:extLst>
            </p:cNvPr>
            <p:cNvSpPr>
              <a:spLocks noGrp="1"/>
            </p:cNvSpPr>
            <p:nvPr/>
          </p:nvSpPr>
          <p:spPr>
            <a:xfrm>
              <a:off x="1071558" y="4900496"/>
              <a:ext cx="23450" cy="38378"/>
            </a:xfrm>
            <a:custGeom>
              <a:avLst/>
              <a:gdLst/>
              <a:ahLst/>
              <a:cxnLst/>
              <a:rect l="0" t="0" r="0" b="0"/>
              <a:pathLst>
                <a:path w="23450" h="38378">
                  <a:moveTo>
                    <a:pt x="23450" y="383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293A1"/>
              </a:solidFill>
            </a:ln>
          </p:spPr>
        </p:sp>
        <p:sp>
          <p:nvSpPr>
            <p:cNvPr id="747" name="Input_receptor__746">
              <a:extLst>
                <a:ext uri="{FF2B5EF4-FFF2-40B4-BE49-F238E27FC236}">
                  <a16:creationId xmlns:a16="http://schemas.microsoft.com/office/drawing/2014/main" id="{655AF6EC-9590-06CB-9ED7-39A4CB34786C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214229"/>
              <a:ext cx="34374" cy="13207"/>
            </a:xfrm>
            <a:custGeom>
              <a:avLst/>
              <a:gdLst/>
              <a:ahLst/>
              <a:cxnLst/>
              <a:rect l="0" t="0" r="0" b="0"/>
              <a:pathLst>
                <a:path w="34374" h="13207">
                  <a:moveTo>
                    <a:pt x="0" y="13207"/>
                  </a:moveTo>
                  <a:lnTo>
                    <a:pt x="34374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8" name="Input_receptor__747">
              <a:extLst>
                <a:ext uri="{FF2B5EF4-FFF2-40B4-BE49-F238E27FC236}">
                  <a16:creationId xmlns:a16="http://schemas.microsoft.com/office/drawing/2014/main" id="{CB357FCD-CF6D-2FFE-0D4F-C6CD64F1236B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9548" cy="21186"/>
            </a:xfrm>
            <a:custGeom>
              <a:avLst/>
              <a:gdLst/>
              <a:ahLst/>
              <a:cxnLst/>
              <a:rect l="0" t="0" r="0" b="0"/>
              <a:pathLst>
                <a:path w="29548" h="21186">
                  <a:moveTo>
                    <a:pt x="0" y="0"/>
                  </a:moveTo>
                  <a:lnTo>
                    <a:pt x="29548" y="21186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49" name="Input_receptor__748">
              <a:extLst>
                <a:ext uri="{FF2B5EF4-FFF2-40B4-BE49-F238E27FC236}">
                  <a16:creationId xmlns:a16="http://schemas.microsoft.com/office/drawing/2014/main" id="{ACF97E6B-0054-8C01-674A-7B2EFCC883CD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53698"/>
              <a:ext cx="15065" cy="3472"/>
            </a:xfrm>
            <a:custGeom>
              <a:avLst/>
              <a:gdLst/>
              <a:ahLst/>
              <a:cxnLst/>
              <a:rect l="0" t="0" r="0" b="0"/>
              <a:pathLst>
                <a:path w="15065" h="3472">
                  <a:moveTo>
                    <a:pt x="15065" y="0"/>
                  </a:moveTo>
                  <a:lnTo>
                    <a:pt x="0" y="3472"/>
                  </a:lnTo>
                </a:path>
              </a:pathLst>
            </a:custGeom>
            <a:noFill/>
            <a:ln w="8096">
              <a:solidFill>
                <a:srgbClr val="8294A1"/>
              </a:solidFill>
            </a:ln>
          </p:spPr>
        </p:sp>
        <p:sp>
          <p:nvSpPr>
            <p:cNvPr id="750" name="Input_receptor__749">
              <a:extLst>
                <a:ext uri="{FF2B5EF4-FFF2-40B4-BE49-F238E27FC236}">
                  <a16:creationId xmlns:a16="http://schemas.microsoft.com/office/drawing/2014/main" id="{44340061-FD96-76EB-5513-3F65B165BB57}"/>
                </a:ext>
              </a:extLst>
            </p:cNvPr>
            <p:cNvSpPr>
              <a:spLocks noGrp="1"/>
            </p:cNvSpPr>
            <p:nvPr/>
          </p:nvSpPr>
          <p:spPr>
            <a:xfrm>
              <a:off x="1699244" y="5214229"/>
              <a:ext cx="30592" cy="16519"/>
            </a:xfrm>
            <a:custGeom>
              <a:avLst/>
              <a:gdLst/>
              <a:ahLst/>
              <a:cxnLst/>
              <a:rect l="0" t="0" r="0" b="0"/>
              <a:pathLst>
                <a:path w="30592" h="16519">
                  <a:moveTo>
                    <a:pt x="0" y="0"/>
                  </a:moveTo>
                  <a:lnTo>
                    <a:pt x="30592" y="16519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1" name="Input_receptor__750">
              <a:extLst>
                <a:ext uri="{FF2B5EF4-FFF2-40B4-BE49-F238E27FC236}">
                  <a16:creationId xmlns:a16="http://schemas.microsoft.com/office/drawing/2014/main" id="{6D4559DC-3FD7-0F3E-E398-AF4B14E5F9BD}"/>
                </a:ext>
              </a:extLst>
            </p:cNvPr>
            <p:cNvSpPr>
              <a:spLocks noGrp="1"/>
            </p:cNvSpPr>
            <p:nvPr/>
          </p:nvSpPr>
          <p:spPr>
            <a:xfrm>
              <a:off x="1128901" y="4952620"/>
              <a:ext cx="37589" cy="14332"/>
            </a:xfrm>
            <a:custGeom>
              <a:avLst/>
              <a:gdLst/>
              <a:ahLst/>
              <a:cxnLst/>
              <a:rect l="0" t="0" r="0" b="0"/>
              <a:pathLst>
                <a:path w="37589" h="14332">
                  <a:moveTo>
                    <a:pt x="37589" y="0"/>
                  </a:moveTo>
                  <a:lnTo>
                    <a:pt x="0" y="14332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2" name="Input_receptor__751">
              <a:extLst>
                <a:ext uri="{FF2B5EF4-FFF2-40B4-BE49-F238E27FC236}">
                  <a16:creationId xmlns:a16="http://schemas.microsoft.com/office/drawing/2014/main" id="{F3422FEC-DC07-0616-4234-2EEE16BD2857}"/>
                </a:ext>
              </a:extLst>
            </p:cNvPr>
            <p:cNvSpPr>
              <a:spLocks noGrp="1"/>
            </p:cNvSpPr>
            <p:nvPr/>
          </p:nvSpPr>
          <p:spPr>
            <a:xfrm>
              <a:off x="1333221" y="5607201"/>
              <a:ext cx="5596" cy="45823"/>
            </a:xfrm>
            <a:custGeom>
              <a:avLst/>
              <a:gdLst/>
              <a:ahLst/>
              <a:cxnLst/>
              <a:rect l="0" t="0" r="0" b="0"/>
              <a:pathLst>
                <a:path w="5596" h="45823">
                  <a:moveTo>
                    <a:pt x="5596" y="0"/>
                  </a:moveTo>
                  <a:lnTo>
                    <a:pt x="0" y="45823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3" name="Input_receptor__752">
              <a:extLst>
                <a:ext uri="{FF2B5EF4-FFF2-40B4-BE49-F238E27FC236}">
                  <a16:creationId xmlns:a16="http://schemas.microsoft.com/office/drawing/2014/main" id="{C4FA1A6F-79AC-4953-42FF-375F16439F4E}"/>
                </a:ext>
              </a:extLst>
            </p:cNvPr>
            <p:cNvSpPr>
              <a:spLocks noGrp="1"/>
            </p:cNvSpPr>
            <p:nvPr/>
          </p:nvSpPr>
          <p:spPr>
            <a:xfrm>
              <a:off x="1857271" y="5348405"/>
              <a:ext cx="22151" cy="32450"/>
            </a:xfrm>
            <a:custGeom>
              <a:avLst/>
              <a:gdLst/>
              <a:ahLst/>
              <a:cxnLst/>
              <a:rect l="0" t="0" r="0" b="0"/>
              <a:pathLst>
                <a:path w="22151" h="32450">
                  <a:moveTo>
                    <a:pt x="0" y="32450"/>
                  </a:moveTo>
                  <a:lnTo>
                    <a:pt x="22151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4" name="Input_receptor__753">
              <a:extLst>
                <a:ext uri="{FF2B5EF4-FFF2-40B4-BE49-F238E27FC236}">
                  <a16:creationId xmlns:a16="http://schemas.microsoft.com/office/drawing/2014/main" id="{EF63B75F-59C7-67C9-218E-D85669DE5788}"/>
                </a:ext>
              </a:extLst>
            </p:cNvPr>
            <p:cNvSpPr>
              <a:spLocks noGrp="1"/>
            </p:cNvSpPr>
            <p:nvPr/>
          </p:nvSpPr>
          <p:spPr>
            <a:xfrm>
              <a:off x="1525891" y="4625016"/>
              <a:ext cx="36699" cy="18773"/>
            </a:xfrm>
            <a:custGeom>
              <a:avLst/>
              <a:gdLst/>
              <a:ahLst/>
              <a:cxnLst/>
              <a:rect l="0" t="0" r="0" b="0"/>
              <a:pathLst>
                <a:path w="36699" h="18773">
                  <a:moveTo>
                    <a:pt x="36699" y="0"/>
                  </a:moveTo>
                  <a:lnTo>
                    <a:pt x="0" y="18773"/>
                  </a:lnTo>
                </a:path>
              </a:pathLst>
            </a:custGeom>
            <a:noFill/>
            <a:ln w="8096">
              <a:solidFill>
                <a:srgbClr val="8294A2"/>
              </a:solidFill>
            </a:ln>
          </p:spPr>
        </p:sp>
        <p:sp>
          <p:nvSpPr>
            <p:cNvPr id="755" name="Input_receptor__754">
              <a:extLst>
                <a:ext uri="{FF2B5EF4-FFF2-40B4-BE49-F238E27FC236}">
                  <a16:creationId xmlns:a16="http://schemas.microsoft.com/office/drawing/2014/main" id="{7DB424BE-02DC-5011-D8AA-B55B090D6EED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39604" cy="2032"/>
            </a:xfrm>
            <a:custGeom>
              <a:avLst/>
              <a:gdLst/>
              <a:ahLst/>
              <a:cxnLst/>
              <a:rect l="0" t="0" r="0" b="0"/>
              <a:pathLst>
                <a:path w="39604" h="2032">
                  <a:moveTo>
                    <a:pt x="0" y="0"/>
                  </a:moveTo>
                  <a:lnTo>
                    <a:pt x="39604" y="2032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6" name="Input_receptor__755">
              <a:extLst>
                <a:ext uri="{FF2B5EF4-FFF2-40B4-BE49-F238E27FC236}">
                  <a16:creationId xmlns:a16="http://schemas.microsoft.com/office/drawing/2014/main" id="{DC231B4A-862C-FA70-F698-3A477A6F8478}"/>
                </a:ext>
              </a:extLst>
            </p:cNvPr>
            <p:cNvSpPr>
              <a:spLocks noGrp="1"/>
            </p:cNvSpPr>
            <p:nvPr/>
          </p:nvSpPr>
          <p:spPr>
            <a:xfrm>
              <a:off x="1753567" y="4931001"/>
              <a:ext cx="39187" cy="26427"/>
            </a:xfrm>
            <a:custGeom>
              <a:avLst/>
              <a:gdLst/>
              <a:ahLst/>
              <a:cxnLst/>
              <a:rect l="0" t="0" r="0" b="0"/>
              <a:pathLst>
                <a:path w="39187" h="26427">
                  <a:moveTo>
                    <a:pt x="0" y="26427"/>
                  </a:moveTo>
                  <a:lnTo>
                    <a:pt x="3918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7" name="Input_receptor__756">
              <a:extLst>
                <a:ext uri="{FF2B5EF4-FFF2-40B4-BE49-F238E27FC236}">
                  <a16:creationId xmlns:a16="http://schemas.microsoft.com/office/drawing/2014/main" id="{053063E5-9CD5-A852-243A-4C7C7D65438A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83284"/>
              <a:ext cx="42981" cy="16954"/>
            </a:xfrm>
            <a:custGeom>
              <a:avLst/>
              <a:gdLst/>
              <a:ahLst/>
              <a:cxnLst/>
              <a:rect l="0" t="0" r="0" b="0"/>
              <a:pathLst>
                <a:path w="42981" h="16954">
                  <a:moveTo>
                    <a:pt x="42981" y="16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8" name="Input_receptor__757">
              <a:extLst>
                <a:ext uri="{FF2B5EF4-FFF2-40B4-BE49-F238E27FC236}">
                  <a16:creationId xmlns:a16="http://schemas.microsoft.com/office/drawing/2014/main" id="{DC312CD7-FA74-3330-A45A-84F41A6FEBB8}"/>
                </a:ext>
              </a:extLst>
            </p:cNvPr>
            <p:cNvSpPr>
              <a:spLocks noGrp="1"/>
            </p:cNvSpPr>
            <p:nvPr/>
          </p:nvSpPr>
          <p:spPr>
            <a:xfrm>
              <a:off x="1424970" y="5057400"/>
              <a:ext cx="39657" cy="26567"/>
            </a:xfrm>
            <a:custGeom>
              <a:avLst/>
              <a:gdLst/>
              <a:ahLst/>
              <a:cxnLst/>
              <a:rect l="0" t="0" r="0" b="0"/>
              <a:pathLst>
                <a:path w="39657" h="26567">
                  <a:moveTo>
                    <a:pt x="39657" y="265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9" name="Input_receptor__758">
              <a:extLst>
                <a:ext uri="{FF2B5EF4-FFF2-40B4-BE49-F238E27FC236}">
                  <a16:creationId xmlns:a16="http://schemas.microsoft.com/office/drawing/2014/main" id="{47DD3479-0B14-B1F4-427B-8C5551955B12}"/>
                </a:ext>
              </a:extLst>
            </p:cNvPr>
            <p:cNvSpPr>
              <a:spLocks noGrp="1"/>
            </p:cNvSpPr>
            <p:nvPr/>
          </p:nvSpPr>
          <p:spPr>
            <a:xfrm>
              <a:off x="1135577" y="5299257"/>
              <a:ext cx="40837" cy="23910"/>
            </a:xfrm>
            <a:custGeom>
              <a:avLst/>
              <a:gdLst/>
              <a:ahLst/>
              <a:cxnLst/>
              <a:rect l="0" t="0" r="0" b="0"/>
              <a:pathLst>
                <a:path w="40837" h="23910">
                  <a:moveTo>
                    <a:pt x="0" y="23910"/>
                  </a:moveTo>
                  <a:lnTo>
                    <a:pt x="4083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0" name="Input_receptor__759">
              <a:extLst>
                <a:ext uri="{FF2B5EF4-FFF2-40B4-BE49-F238E27FC236}">
                  <a16:creationId xmlns:a16="http://schemas.microsoft.com/office/drawing/2014/main" id="{22C879A0-11AC-A861-103B-40AC87BAB2AE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84372"/>
              <a:ext cx="47308" cy="9626"/>
            </a:xfrm>
            <a:custGeom>
              <a:avLst/>
              <a:gdLst/>
              <a:ahLst/>
              <a:cxnLst/>
              <a:rect l="0" t="0" r="0" b="0"/>
              <a:pathLst>
                <a:path w="47308" h="9626">
                  <a:moveTo>
                    <a:pt x="47308" y="0"/>
                  </a:moveTo>
                  <a:lnTo>
                    <a:pt x="0" y="9626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1" name="Input_receptor__760">
              <a:extLst>
                <a:ext uri="{FF2B5EF4-FFF2-40B4-BE49-F238E27FC236}">
                  <a16:creationId xmlns:a16="http://schemas.microsoft.com/office/drawing/2014/main" id="{C47F63A2-328D-F86B-B48C-CF8282485B30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893"/>
              <a:ext cx="28235" cy="33737"/>
            </a:xfrm>
            <a:custGeom>
              <a:avLst/>
              <a:gdLst/>
              <a:ahLst/>
              <a:cxnLst/>
              <a:rect l="0" t="0" r="0" b="0"/>
              <a:pathLst>
                <a:path w="28235" h="33737">
                  <a:moveTo>
                    <a:pt x="28235" y="33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2" name="Input_receptor__761">
              <a:extLst>
                <a:ext uri="{FF2B5EF4-FFF2-40B4-BE49-F238E27FC236}">
                  <a16:creationId xmlns:a16="http://schemas.microsoft.com/office/drawing/2014/main" id="{26E7CA0D-9444-ED91-0541-63226A701D85}"/>
                </a:ext>
              </a:extLst>
            </p:cNvPr>
            <p:cNvSpPr>
              <a:spLocks noGrp="1"/>
            </p:cNvSpPr>
            <p:nvPr/>
          </p:nvSpPr>
          <p:spPr>
            <a:xfrm>
              <a:off x="1259951" y="4971940"/>
              <a:ext cx="38080" cy="5475"/>
            </a:xfrm>
            <a:custGeom>
              <a:avLst/>
              <a:gdLst/>
              <a:ahLst/>
              <a:cxnLst/>
              <a:rect l="0" t="0" r="0" b="0"/>
              <a:pathLst>
                <a:path w="38080" h="5475">
                  <a:moveTo>
                    <a:pt x="38080" y="0"/>
                  </a:moveTo>
                  <a:lnTo>
                    <a:pt x="0" y="5475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3" name="Input_receptor__762">
              <a:extLst>
                <a:ext uri="{FF2B5EF4-FFF2-40B4-BE49-F238E27FC236}">
                  <a16:creationId xmlns:a16="http://schemas.microsoft.com/office/drawing/2014/main" id="{759F60CD-B50D-11A8-70C6-3A5A62BF27A4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2769"/>
              <a:ext cx="28526" cy="6348"/>
            </a:xfrm>
            <a:custGeom>
              <a:avLst/>
              <a:gdLst/>
              <a:ahLst/>
              <a:cxnLst/>
              <a:rect l="0" t="0" r="0" b="0"/>
              <a:pathLst>
                <a:path w="28526" h="6348">
                  <a:moveTo>
                    <a:pt x="28526" y="0"/>
                  </a:moveTo>
                  <a:lnTo>
                    <a:pt x="0" y="6348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4" name="Input_receptor__763">
              <a:extLst>
                <a:ext uri="{FF2B5EF4-FFF2-40B4-BE49-F238E27FC236}">
                  <a16:creationId xmlns:a16="http://schemas.microsoft.com/office/drawing/2014/main" id="{AC03D1DB-0982-C1B2-DB87-7CE3FCD6B80B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18396" cy="17754"/>
            </a:xfrm>
            <a:custGeom>
              <a:avLst/>
              <a:gdLst/>
              <a:ahLst/>
              <a:cxnLst/>
              <a:rect l="0" t="0" r="0" b="0"/>
              <a:pathLst>
                <a:path w="18396" h="17754">
                  <a:moveTo>
                    <a:pt x="18396" y="177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5" name="Input_receptor__764">
              <a:extLst>
                <a:ext uri="{FF2B5EF4-FFF2-40B4-BE49-F238E27FC236}">
                  <a16:creationId xmlns:a16="http://schemas.microsoft.com/office/drawing/2014/main" id="{AABBE541-BB62-5E8D-7251-A739CE7B82D3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9659"/>
              <a:ext cx="11140" cy="25668"/>
            </a:xfrm>
            <a:custGeom>
              <a:avLst/>
              <a:gdLst/>
              <a:ahLst/>
              <a:cxnLst/>
              <a:rect l="0" t="0" r="0" b="0"/>
              <a:pathLst>
                <a:path w="11140" h="25668">
                  <a:moveTo>
                    <a:pt x="11140" y="0"/>
                  </a:moveTo>
                  <a:lnTo>
                    <a:pt x="0" y="25668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6" name="Input_receptor__765">
              <a:extLst>
                <a:ext uri="{FF2B5EF4-FFF2-40B4-BE49-F238E27FC236}">
                  <a16:creationId xmlns:a16="http://schemas.microsoft.com/office/drawing/2014/main" id="{84F2C898-9385-1D28-4A09-1336979526E3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6797"/>
              <a:ext cx="18617" cy="6157"/>
            </a:xfrm>
            <a:custGeom>
              <a:avLst/>
              <a:gdLst/>
              <a:ahLst/>
              <a:cxnLst/>
              <a:rect l="0" t="0" r="0" b="0"/>
              <a:pathLst>
                <a:path w="18617" h="6157">
                  <a:moveTo>
                    <a:pt x="18617" y="6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7" name="Input_receptor__766">
              <a:extLst>
                <a:ext uri="{FF2B5EF4-FFF2-40B4-BE49-F238E27FC236}">
                  <a16:creationId xmlns:a16="http://schemas.microsoft.com/office/drawing/2014/main" id="{FC9349B1-888F-39D7-2BA1-937AD83C954A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6039"/>
              <a:ext cx="27489" cy="23701"/>
            </a:xfrm>
            <a:custGeom>
              <a:avLst/>
              <a:gdLst/>
              <a:ahLst/>
              <a:cxnLst/>
              <a:rect l="0" t="0" r="0" b="0"/>
              <a:pathLst>
                <a:path w="27489" h="23701">
                  <a:moveTo>
                    <a:pt x="0" y="23701"/>
                  </a:moveTo>
                  <a:lnTo>
                    <a:pt x="2748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8" name="Input_receptor__767">
              <a:extLst>
                <a:ext uri="{FF2B5EF4-FFF2-40B4-BE49-F238E27FC236}">
                  <a16:creationId xmlns:a16="http://schemas.microsoft.com/office/drawing/2014/main" id="{EAC1B3EC-AF36-A52A-AE44-BFEFB22996EA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181434"/>
              <a:ext cx="19199" cy="42552"/>
            </a:xfrm>
            <a:custGeom>
              <a:avLst/>
              <a:gdLst/>
              <a:ahLst/>
              <a:cxnLst/>
              <a:rect l="0" t="0" r="0" b="0"/>
              <a:pathLst>
                <a:path w="19199" h="42552">
                  <a:moveTo>
                    <a:pt x="0" y="42552"/>
                  </a:moveTo>
                  <a:lnTo>
                    <a:pt x="1919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9" name="Input_receptor__768">
              <a:extLst>
                <a:ext uri="{FF2B5EF4-FFF2-40B4-BE49-F238E27FC236}">
                  <a16:creationId xmlns:a16="http://schemas.microsoft.com/office/drawing/2014/main" id="{3290C6B4-B1C2-7799-4B5D-AC514744A622}"/>
                </a:ext>
              </a:extLst>
            </p:cNvPr>
            <p:cNvSpPr>
              <a:spLocks noGrp="1"/>
            </p:cNvSpPr>
            <p:nvPr/>
          </p:nvSpPr>
          <p:spPr>
            <a:xfrm>
              <a:off x="1609258" y="5383634"/>
              <a:ext cx="38819" cy="8293"/>
            </a:xfrm>
            <a:custGeom>
              <a:avLst/>
              <a:gdLst/>
              <a:ahLst/>
              <a:cxnLst/>
              <a:rect l="0" t="0" r="0" b="0"/>
              <a:pathLst>
                <a:path w="38819" h="8293">
                  <a:moveTo>
                    <a:pt x="38819" y="82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0" name="Input_receptor__769">
              <a:extLst>
                <a:ext uri="{FF2B5EF4-FFF2-40B4-BE49-F238E27FC236}">
                  <a16:creationId xmlns:a16="http://schemas.microsoft.com/office/drawing/2014/main" id="{D0830527-C063-7A34-9519-92F84A3A2419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30748"/>
              <a:ext cx="18888" cy="43935"/>
            </a:xfrm>
            <a:custGeom>
              <a:avLst/>
              <a:gdLst/>
              <a:ahLst/>
              <a:cxnLst/>
              <a:rect l="0" t="0" r="0" b="0"/>
              <a:pathLst>
                <a:path w="18888" h="43935">
                  <a:moveTo>
                    <a:pt x="18888" y="0"/>
                  </a:moveTo>
                  <a:lnTo>
                    <a:pt x="0" y="43935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1" name="Input_receptor__770">
              <a:extLst>
                <a:ext uri="{FF2B5EF4-FFF2-40B4-BE49-F238E27FC236}">
                  <a16:creationId xmlns:a16="http://schemas.microsoft.com/office/drawing/2014/main" id="{07562ED5-8C84-BF70-20D1-5991B42F23D6}"/>
                </a:ext>
              </a:extLst>
            </p:cNvPr>
            <p:cNvSpPr>
              <a:spLocks noGrp="1"/>
            </p:cNvSpPr>
            <p:nvPr/>
          </p:nvSpPr>
          <p:spPr>
            <a:xfrm>
              <a:off x="1441196" y="5083966"/>
              <a:ext cx="23430" cy="41583"/>
            </a:xfrm>
            <a:custGeom>
              <a:avLst/>
              <a:gdLst/>
              <a:ahLst/>
              <a:cxnLst/>
              <a:rect l="0" t="0" r="0" b="0"/>
              <a:pathLst>
                <a:path w="23430" h="41583">
                  <a:moveTo>
                    <a:pt x="0" y="41583"/>
                  </a:moveTo>
                  <a:lnTo>
                    <a:pt x="2343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2" name="Input_receptor__771">
              <a:extLst>
                <a:ext uri="{FF2B5EF4-FFF2-40B4-BE49-F238E27FC236}">
                  <a16:creationId xmlns:a16="http://schemas.microsoft.com/office/drawing/2014/main" id="{FEBF6706-9819-9423-94E5-2889546D7CB2}"/>
                </a:ext>
              </a:extLst>
            </p:cNvPr>
            <p:cNvSpPr>
              <a:spLocks noGrp="1"/>
            </p:cNvSpPr>
            <p:nvPr/>
          </p:nvSpPr>
          <p:spPr>
            <a:xfrm>
              <a:off x="1201632" y="4394667"/>
              <a:ext cx="10765" cy="23894"/>
            </a:xfrm>
            <a:custGeom>
              <a:avLst/>
              <a:gdLst/>
              <a:ahLst/>
              <a:cxnLst/>
              <a:rect l="0" t="0" r="0" b="0"/>
              <a:pathLst>
                <a:path w="10765" h="23894">
                  <a:moveTo>
                    <a:pt x="0" y="23894"/>
                  </a:moveTo>
                  <a:lnTo>
                    <a:pt x="10765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3" name="Input_receptor__772">
              <a:extLst>
                <a:ext uri="{FF2B5EF4-FFF2-40B4-BE49-F238E27FC236}">
                  <a16:creationId xmlns:a16="http://schemas.microsoft.com/office/drawing/2014/main" id="{3CED49CD-8B75-25FC-BC55-F64C740FF482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4865067"/>
              <a:ext cx="5396" cy="15451"/>
            </a:xfrm>
            <a:custGeom>
              <a:avLst/>
              <a:gdLst/>
              <a:ahLst/>
              <a:cxnLst/>
              <a:rect l="0" t="0" r="0" b="0"/>
              <a:pathLst>
                <a:path w="5396" h="15451">
                  <a:moveTo>
                    <a:pt x="5396" y="154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4" name="Input_receptor__773">
              <a:extLst>
                <a:ext uri="{FF2B5EF4-FFF2-40B4-BE49-F238E27FC236}">
                  <a16:creationId xmlns:a16="http://schemas.microsoft.com/office/drawing/2014/main" id="{77FDD541-6FC8-BC3D-8800-82E761395E68}"/>
                </a:ext>
              </a:extLst>
            </p:cNvPr>
            <p:cNvSpPr>
              <a:spLocks noGrp="1"/>
            </p:cNvSpPr>
            <p:nvPr/>
          </p:nvSpPr>
          <p:spPr>
            <a:xfrm>
              <a:off x="1486029" y="4616997"/>
              <a:ext cx="39862" cy="26793"/>
            </a:xfrm>
            <a:custGeom>
              <a:avLst/>
              <a:gdLst/>
              <a:ahLst/>
              <a:cxnLst/>
              <a:rect l="0" t="0" r="0" b="0"/>
              <a:pathLst>
                <a:path w="39862" h="26793">
                  <a:moveTo>
                    <a:pt x="39862" y="267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5" name="Input_receptor__774">
              <a:extLst>
                <a:ext uri="{FF2B5EF4-FFF2-40B4-BE49-F238E27FC236}">
                  <a16:creationId xmlns:a16="http://schemas.microsoft.com/office/drawing/2014/main" id="{B101B797-0BCE-63D4-1B37-D7089142F738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83762"/>
              <a:ext cx="20585" cy="12565"/>
            </a:xfrm>
            <a:custGeom>
              <a:avLst/>
              <a:gdLst/>
              <a:ahLst/>
              <a:cxnLst/>
              <a:rect l="0" t="0" r="0" b="0"/>
              <a:pathLst>
                <a:path w="20585" h="12565">
                  <a:moveTo>
                    <a:pt x="0" y="0"/>
                  </a:moveTo>
                  <a:lnTo>
                    <a:pt x="20585" y="12565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6" name="Input_receptor__775">
              <a:extLst>
                <a:ext uri="{FF2B5EF4-FFF2-40B4-BE49-F238E27FC236}">
                  <a16:creationId xmlns:a16="http://schemas.microsoft.com/office/drawing/2014/main" id="{6CB2A187-D918-8113-DB34-1789AD1E9374}"/>
                </a:ext>
              </a:extLst>
            </p:cNvPr>
            <p:cNvSpPr>
              <a:spLocks noGrp="1"/>
            </p:cNvSpPr>
            <p:nvPr/>
          </p:nvSpPr>
          <p:spPr>
            <a:xfrm>
              <a:off x="1636273" y="5164335"/>
              <a:ext cx="33202" cy="18503"/>
            </a:xfrm>
            <a:custGeom>
              <a:avLst/>
              <a:gdLst/>
              <a:ahLst/>
              <a:cxnLst/>
              <a:rect l="0" t="0" r="0" b="0"/>
              <a:pathLst>
                <a:path w="33202" h="18503">
                  <a:moveTo>
                    <a:pt x="0" y="0"/>
                  </a:moveTo>
                  <a:lnTo>
                    <a:pt x="33202" y="18503"/>
                  </a:lnTo>
                </a:path>
              </a:pathLst>
            </a:custGeom>
            <a:noFill/>
            <a:ln w="8096">
              <a:solidFill>
                <a:srgbClr val="8395A2"/>
              </a:solidFill>
            </a:ln>
          </p:spPr>
        </p:sp>
        <p:sp>
          <p:nvSpPr>
            <p:cNvPr id="777" name="Input_receptor__776">
              <a:extLst>
                <a:ext uri="{FF2B5EF4-FFF2-40B4-BE49-F238E27FC236}">
                  <a16:creationId xmlns:a16="http://schemas.microsoft.com/office/drawing/2014/main" id="{C23BF1FB-154C-7AC2-4CB2-F415C56D3F0F}"/>
                </a:ext>
              </a:extLst>
            </p:cNvPr>
            <p:cNvSpPr>
              <a:spLocks noGrp="1"/>
            </p:cNvSpPr>
            <p:nvPr/>
          </p:nvSpPr>
          <p:spPr>
            <a:xfrm>
              <a:off x="1140168" y="5484372"/>
              <a:ext cx="10282" cy="41667"/>
            </a:xfrm>
            <a:custGeom>
              <a:avLst/>
              <a:gdLst/>
              <a:ahLst/>
              <a:cxnLst/>
              <a:rect l="0" t="0" r="0" b="0"/>
              <a:pathLst>
                <a:path w="10282" h="41667">
                  <a:moveTo>
                    <a:pt x="10282" y="41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8" name="Input_receptor__777">
              <a:extLst>
                <a:ext uri="{FF2B5EF4-FFF2-40B4-BE49-F238E27FC236}">
                  <a16:creationId xmlns:a16="http://schemas.microsoft.com/office/drawing/2014/main" id="{6A7C1840-EFC4-7C69-3D43-303E050BC365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83634"/>
              <a:ext cx="29282" cy="3889"/>
            </a:xfrm>
            <a:custGeom>
              <a:avLst/>
              <a:gdLst/>
              <a:ahLst/>
              <a:cxnLst/>
              <a:rect l="0" t="0" r="0" b="0"/>
              <a:pathLst>
                <a:path w="29282" h="3889">
                  <a:moveTo>
                    <a:pt x="29282" y="0"/>
                  </a:moveTo>
                  <a:lnTo>
                    <a:pt x="0" y="3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79" name="Input_receptor__778">
              <a:extLst>
                <a:ext uri="{FF2B5EF4-FFF2-40B4-BE49-F238E27FC236}">
                  <a16:creationId xmlns:a16="http://schemas.microsoft.com/office/drawing/2014/main" id="{3A428E38-1091-842A-D2BD-548578166414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64335"/>
              <a:ext cx="31398" cy="746"/>
            </a:xfrm>
            <a:custGeom>
              <a:avLst/>
              <a:gdLst/>
              <a:ahLst/>
              <a:cxnLst/>
              <a:rect l="0" t="0" r="0" b="0"/>
              <a:pathLst>
                <a:path w="31398" h="746">
                  <a:moveTo>
                    <a:pt x="0" y="746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0" name="Input_receptor__779">
              <a:extLst>
                <a:ext uri="{FF2B5EF4-FFF2-40B4-BE49-F238E27FC236}">
                  <a16:creationId xmlns:a16="http://schemas.microsoft.com/office/drawing/2014/main" id="{D2698300-7622-B322-CB54-92B76E1798D1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52946"/>
              <a:ext cx="38867" cy="28367"/>
            </a:xfrm>
            <a:custGeom>
              <a:avLst/>
              <a:gdLst/>
              <a:ahLst/>
              <a:cxnLst/>
              <a:rect l="0" t="0" r="0" b="0"/>
              <a:pathLst>
                <a:path w="38867" h="28367">
                  <a:moveTo>
                    <a:pt x="38867" y="0"/>
                  </a:moveTo>
                  <a:lnTo>
                    <a:pt x="0" y="28367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1" name="Input_receptor__780">
              <a:extLst>
                <a:ext uri="{FF2B5EF4-FFF2-40B4-BE49-F238E27FC236}">
                  <a16:creationId xmlns:a16="http://schemas.microsoft.com/office/drawing/2014/main" id="{F2C71CF7-4383-2FC4-D6C2-5C31C0F2A914}"/>
                </a:ext>
              </a:extLst>
            </p:cNvPr>
            <p:cNvSpPr>
              <a:spLocks noGrp="1"/>
            </p:cNvSpPr>
            <p:nvPr/>
          </p:nvSpPr>
          <p:spPr>
            <a:xfrm>
              <a:off x="1555351" y="5324972"/>
              <a:ext cx="47749" cy="6889"/>
            </a:xfrm>
            <a:custGeom>
              <a:avLst/>
              <a:gdLst/>
              <a:ahLst/>
              <a:cxnLst/>
              <a:rect l="0" t="0" r="0" b="0"/>
              <a:pathLst>
                <a:path w="47749" h="6889">
                  <a:moveTo>
                    <a:pt x="47749" y="0"/>
                  </a:moveTo>
                  <a:lnTo>
                    <a:pt x="0" y="6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2" name="Input_receptor__781">
              <a:extLst>
                <a:ext uri="{FF2B5EF4-FFF2-40B4-BE49-F238E27FC236}">
                  <a16:creationId xmlns:a16="http://schemas.microsoft.com/office/drawing/2014/main" id="{BA59BAFE-AE5A-B7ED-E00C-DD60B83BCD8D}"/>
                </a:ext>
              </a:extLst>
            </p:cNvPr>
            <p:cNvSpPr>
              <a:spLocks noGrp="1"/>
            </p:cNvSpPr>
            <p:nvPr/>
          </p:nvSpPr>
          <p:spPr>
            <a:xfrm>
              <a:off x="1702036" y="5007845"/>
              <a:ext cx="38028" cy="25913"/>
            </a:xfrm>
            <a:custGeom>
              <a:avLst/>
              <a:gdLst/>
              <a:ahLst/>
              <a:cxnLst/>
              <a:rect l="0" t="0" r="0" b="0"/>
              <a:pathLst>
                <a:path w="38028" h="25913">
                  <a:moveTo>
                    <a:pt x="0" y="0"/>
                  </a:moveTo>
                  <a:lnTo>
                    <a:pt x="38028" y="25913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3" name="Input_receptor__782">
              <a:extLst>
                <a:ext uri="{FF2B5EF4-FFF2-40B4-BE49-F238E27FC236}">
                  <a16:creationId xmlns:a16="http://schemas.microsoft.com/office/drawing/2014/main" id="{AC425D24-6AE3-02B6-9D14-8C5A18633A46}"/>
                </a:ext>
              </a:extLst>
            </p:cNvPr>
            <p:cNvSpPr>
              <a:spLocks noGrp="1"/>
            </p:cNvSpPr>
            <p:nvPr/>
          </p:nvSpPr>
          <p:spPr>
            <a:xfrm>
              <a:off x="1505910" y="4737277"/>
              <a:ext cx="32658" cy="30425"/>
            </a:xfrm>
            <a:custGeom>
              <a:avLst/>
              <a:gdLst/>
              <a:ahLst/>
              <a:cxnLst/>
              <a:rect l="0" t="0" r="0" b="0"/>
              <a:pathLst>
                <a:path w="32658" h="30425">
                  <a:moveTo>
                    <a:pt x="32658" y="0"/>
                  </a:moveTo>
                  <a:lnTo>
                    <a:pt x="0" y="3042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4" name="Input_receptor__783">
              <a:extLst>
                <a:ext uri="{FF2B5EF4-FFF2-40B4-BE49-F238E27FC236}">
                  <a16:creationId xmlns:a16="http://schemas.microsoft.com/office/drawing/2014/main" id="{B6B81DD3-04AE-B682-65C3-1512F5743AA4}"/>
                </a:ext>
              </a:extLst>
            </p:cNvPr>
            <p:cNvSpPr>
              <a:spLocks noGrp="1"/>
            </p:cNvSpPr>
            <p:nvPr/>
          </p:nvSpPr>
          <p:spPr>
            <a:xfrm>
              <a:off x="1176414" y="5299257"/>
              <a:ext cx="18261" cy="40402"/>
            </a:xfrm>
            <a:custGeom>
              <a:avLst/>
              <a:gdLst/>
              <a:ahLst/>
              <a:cxnLst/>
              <a:rect l="0" t="0" r="0" b="0"/>
              <a:pathLst>
                <a:path w="18261" h="40402">
                  <a:moveTo>
                    <a:pt x="0" y="0"/>
                  </a:moveTo>
                  <a:lnTo>
                    <a:pt x="18261" y="40402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5" name="Input_receptor__784">
              <a:extLst>
                <a:ext uri="{FF2B5EF4-FFF2-40B4-BE49-F238E27FC236}">
                  <a16:creationId xmlns:a16="http://schemas.microsoft.com/office/drawing/2014/main" id="{3285B6F9-2742-8E19-C1F3-67C394303146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35715" cy="25164"/>
            </a:xfrm>
            <a:custGeom>
              <a:avLst/>
              <a:gdLst/>
              <a:ahLst/>
              <a:cxnLst/>
              <a:rect l="0" t="0" r="0" b="0"/>
              <a:pathLst>
                <a:path w="35715" h="25164">
                  <a:moveTo>
                    <a:pt x="35715" y="251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6" name="Input_receptor__785">
              <a:extLst>
                <a:ext uri="{FF2B5EF4-FFF2-40B4-BE49-F238E27FC236}">
                  <a16:creationId xmlns:a16="http://schemas.microsoft.com/office/drawing/2014/main" id="{529E62BF-7814-E82D-249B-F70E58FC30EB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409586"/>
              <a:ext cx="10563" cy="12537"/>
            </a:xfrm>
            <a:custGeom>
              <a:avLst/>
              <a:gdLst/>
              <a:ahLst/>
              <a:cxnLst/>
              <a:rect l="0" t="0" r="0" b="0"/>
              <a:pathLst>
                <a:path w="10563" h="12537">
                  <a:moveTo>
                    <a:pt x="10563" y="125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7" name="Input_receptor__786">
              <a:extLst>
                <a:ext uri="{FF2B5EF4-FFF2-40B4-BE49-F238E27FC236}">
                  <a16:creationId xmlns:a16="http://schemas.microsoft.com/office/drawing/2014/main" id="{D7B4815E-DF4C-FDFD-DA2A-6747412FD58A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92109"/>
              <a:ext cx="31533" cy="36298"/>
            </a:xfrm>
            <a:custGeom>
              <a:avLst/>
              <a:gdLst/>
              <a:ahLst/>
              <a:cxnLst/>
              <a:rect l="0" t="0" r="0" b="0"/>
              <a:pathLst>
                <a:path w="31533" h="36298">
                  <a:moveTo>
                    <a:pt x="0" y="0"/>
                  </a:moveTo>
                  <a:lnTo>
                    <a:pt x="31533" y="36298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8" name="Input_receptor__787">
              <a:extLst>
                <a:ext uri="{FF2B5EF4-FFF2-40B4-BE49-F238E27FC236}">
                  <a16:creationId xmlns:a16="http://schemas.microsoft.com/office/drawing/2014/main" id="{6679201F-DB89-90C6-DDC3-8E370F4B2D84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7400"/>
              <a:ext cx="17313" cy="11316"/>
            </a:xfrm>
            <a:custGeom>
              <a:avLst/>
              <a:gdLst/>
              <a:ahLst/>
              <a:cxnLst/>
              <a:rect l="0" t="0" r="0" b="0"/>
              <a:pathLst>
                <a:path w="17313" h="11316">
                  <a:moveTo>
                    <a:pt x="17313" y="0"/>
                  </a:moveTo>
                  <a:lnTo>
                    <a:pt x="0" y="11316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9" name="Input_receptor__788">
              <a:extLst>
                <a:ext uri="{FF2B5EF4-FFF2-40B4-BE49-F238E27FC236}">
                  <a16:creationId xmlns:a16="http://schemas.microsoft.com/office/drawing/2014/main" id="{1D0E412D-DFCD-688C-7A49-B41DBD7893E7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182838"/>
              <a:ext cx="4605" cy="44599"/>
            </a:xfrm>
            <a:custGeom>
              <a:avLst/>
              <a:gdLst/>
              <a:ahLst/>
              <a:cxnLst/>
              <a:rect l="0" t="0" r="0" b="0"/>
              <a:pathLst>
                <a:path w="4605" h="44599">
                  <a:moveTo>
                    <a:pt x="4605" y="0"/>
                  </a:moveTo>
                  <a:lnTo>
                    <a:pt x="0" y="4459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0" name="Input_receptor__789">
              <a:extLst>
                <a:ext uri="{FF2B5EF4-FFF2-40B4-BE49-F238E27FC236}">
                  <a16:creationId xmlns:a16="http://schemas.microsoft.com/office/drawing/2014/main" id="{017D4AA8-DF10-A2C5-251A-93EC3329BA83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408944"/>
              <a:ext cx="3199" cy="12482"/>
            </a:xfrm>
            <a:custGeom>
              <a:avLst/>
              <a:gdLst/>
              <a:ahLst/>
              <a:cxnLst/>
              <a:rect l="0" t="0" r="0" b="0"/>
              <a:pathLst>
                <a:path w="3199" h="12482">
                  <a:moveTo>
                    <a:pt x="0" y="12482"/>
                  </a:moveTo>
                  <a:lnTo>
                    <a:pt x="319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1" name="Input_receptor__790">
              <a:extLst>
                <a:ext uri="{FF2B5EF4-FFF2-40B4-BE49-F238E27FC236}">
                  <a16:creationId xmlns:a16="http://schemas.microsoft.com/office/drawing/2014/main" id="{A36BC7E3-0925-2080-1EB3-D1B602F422F1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58525"/>
              <a:ext cx="11789" cy="24105"/>
            </a:xfrm>
            <a:custGeom>
              <a:avLst/>
              <a:gdLst/>
              <a:ahLst/>
              <a:cxnLst/>
              <a:rect l="0" t="0" r="0" b="0"/>
              <a:pathLst>
                <a:path w="11789" h="24105">
                  <a:moveTo>
                    <a:pt x="0" y="24105"/>
                  </a:moveTo>
                  <a:lnTo>
                    <a:pt x="11789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2" name="Input_receptor__791">
              <a:extLst>
                <a:ext uri="{FF2B5EF4-FFF2-40B4-BE49-F238E27FC236}">
                  <a16:creationId xmlns:a16="http://schemas.microsoft.com/office/drawing/2014/main" id="{3DC1E338-CF13-F00A-94D1-6450CA4810EE}"/>
                </a:ext>
              </a:extLst>
            </p:cNvPr>
            <p:cNvSpPr>
              <a:spLocks noGrp="1"/>
            </p:cNvSpPr>
            <p:nvPr/>
          </p:nvSpPr>
          <p:spPr>
            <a:xfrm>
              <a:off x="1277228" y="4465886"/>
              <a:ext cx="26424" cy="8824"/>
            </a:xfrm>
            <a:custGeom>
              <a:avLst/>
              <a:gdLst/>
              <a:ahLst/>
              <a:cxnLst/>
              <a:rect l="0" t="0" r="0" b="0"/>
              <a:pathLst>
                <a:path w="26424" h="8824">
                  <a:moveTo>
                    <a:pt x="26424" y="88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3" name="Input_receptor__792">
              <a:extLst>
                <a:ext uri="{FF2B5EF4-FFF2-40B4-BE49-F238E27FC236}">
                  <a16:creationId xmlns:a16="http://schemas.microsoft.com/office/drawing/2014/main" id="{3686324D-7557-FBF6-6CCE-4FFA39EC7E85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323167"/>
              <a:ext cx="836" cy="18315"/>
            </a:xfrm>
            <a:custGeom>
              <a:avLst/>
              <a:gdLst/>
              <a:ahLst/>
              <a:cxnLst/>
              <a:rect l="0" t="0" r="0" b="0"/>
              <a:pathLst>
                <a:path w="836" h="18315">
                  <a:moveTo>
                    <a:pt x="0" y="18315"/>
                  </a:moveTo>
                  <a:lnTo>
                    <a:pt x="836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4" name="Input_receptor__793">
              <a:extLst>
                <a:ext uri="{FF2B5EF4-FFF2-40B4-BE49-F238E27FC236}">
                  <a16:creationId xmlns:a16="http://schemas.microsoft.com/office/drawing/2014/main" id="{CEA0575A-BADF-582C-FD8C-3D7C66A1B138}"/>
                </a:ext>
              </a:extLst>
            </p:cNvPr>
            <p:cNvSpPr>
              <a:spLocks noGrp="1"/>
            </p:cNvSpPr>
            <p:nvPr/>
          </p:nvSpPr>
          <p:spPr>
            <a:xfrm>
              <a:off x="1463125" y="4515017"/>
              <a:ext cx="2589" cy="8561"/>
            </a:xfrm>
            <a:custGeom>
              <a:avLst/>
              <a:gdLst/>
              <a:ahLst/>
              <a:cxnLst/>
              <a:rect l="0" t="0" r="0" b="0"/>
              <a:pathLst>
                <a:path w="2589" h="8561">
                  <a:moveTo>
                    <a:pt x="0" y="8561"/>
                  </a:moveTo>
                  <a:lnTo>
                    <a:pt x="258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5" name="Input_receptor__794">
              <a:extLst>
                <a:ext uri="{FF2B5EF4-FFF2-40B4-BE49-F238E27FC236}">
                  <a16:creationId xmlns:a16="http://schemas.microsoft.com/office/drawing/2014/main" id="{CD2D98E8-4290-A192-EC71-2DB07754968B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620462"/>
              <a:ext cx="13790" cy="12935"/>
            </a:xfrm>
            <a:custGeom>
              <a:avLst/>
              <a:gdLst/>
              <a:ahLst/>
              <a:cxnLst/>
              <a:rect l="0" t="0" r="0" b="0"/>
              <a:pathLst>
                <a:path w="13790" h="12935">
                  <a:moveTo>
                    <a:pt x="13790" y="0"/>
                  </a:moveTo>
                  <a:lnTo>
                    <a:pt x="0" y="1293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6" name="Input_receptor__795">
              <a:extLst>
                <a:ext uri="{FF2B5EF4-FFF2-40B4-BE49-F238E27FC236}">
                  <a16:creationId xmlns:a16="http://schemas.microsoft.com/office/drawing/2014/main" id="{A80A6A90-E6DA-3738-0ACF-2164C7A036AF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84496"/>
              <a:ext cx="17362" cy="36478"/>
            </a:xfrm>
            <a:custGeom>
              <a:avLst/>
              <a:gdLst/>
              <a:ahLst/>
              <a:cxnLst/>
              <a:rect l="0" t="0" r="0" b="0"/>
              <a:pathLst>
                <a:path w="17362" h="36478">
                  <a:moveTo>
                    <a:pt x="0" y="36478"/>
                  </a:moveTo>
                  <a:lnTo>
                    <a:pt x="17362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7" name="Input_receptor__796">
              <a:extLst>
                <a:ext uri="{FF2B5EF4-FFF2-40B4-BE49-F238E27FC236}">
                  <a16:creationId xmlns:a16="http://schemas.microsoft.com/office/drawing/2014/main" id="{AE7B77D9-67E1-4479-9A98-2022DF5F7BFF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11492" cy="42798"/>
            </a:xfrm>
            <a:custGeom>
              <a:avLst/>
              <a:gdLst/>
              <a:ahLst/>
              <a:cxnLst/>
              <a:rect l="0" t="0" r="0" b="0"/>
              <a:pathLst>
                <a:path w="11492" h="42798">
                  <a:moveTo>
                    <a:pt x="11492" y="42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8" name="Input_receptor__797">
              <a:extLst>
                <a:ext uri="{FF2B5EF4-FFF2-40B4-BE49-F238E27FC236}">
                  <a16:creationId xmlns:a16="http://schemas.microsoft.com/office/drawing/2014/main" id="{7684BAC9-6041-F002-784F-E523AF2E4A48}"/>
                </a:ext>
              </a:extLst>
            </p:cNvPr>
            <p:cNvSpPr>
              <a:spLocks noGrp="1"/>
            </p:cNvSpPr>
            <p:nvPr/>
          </p:nvSpPr>
          <p:spPr>
            <a:xfrm>
              <a:off x="1205428" y="5102396"/>
              <a:ext cx="40885" cy="21502"/>
            </a:xfrm>
            <a:custGeom>
              <a:avLst/>
              <a:gdLst/>
              <a:ahLst/>
              <a:cxnLst/>
              <a:rect l="0" t="0" r="0" b="0"/>
              <a:pathLst>
                <a:path w="40885" h="21502">
                  <a:moveTo>
                    <a:pt x="40885" y="215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9" name="Input_receptor__798">
              <a:extLst>
                <a:ext uri="{FF2B5EF4-FFF2-40B4-BE49-F238E27FC236}">
                  <a16:creationId xmlns:a16="http://schemas.microsoft.com/office/drawing/2014/main" id="{DC49D22B-0B2D-9353-CE82-58DB92E40643}"/>
                </a:ext>
              </a:extLst>
            </p:cNvPr>
            <p:cNvSpPr>
              <a:spLocks noGrp="1"/>
            </p:cNvSpPr>
            <p:nvPr/>
          </p:nvSpPr>
          <p:spPr>
            <a:xfrm>
              <a:off x="1016254" y="4388024"/>
              <a:ext cx="44144" cy="13059"/>
            </a:xfrm>
            <a:custGeom>
              <a:avLst/>
              <a:gdLst/>
              <a:ahLst/>
              <a:cxnLst/>
              <a:rect l="0" t="0" r="0" b="0"/>
              <a:pathLst>
                <a:path w="44144" h="13059">
                  <a:moveTo>
                    <a:pt x="44144" y="130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0" name="Input_receptor__799">
              <a:extLst>
                <a:ext uri="{FF2B5EF4-FFF2-40B4-BE49-F238E27FC236}">
                  <a16:creationId xmlns:a16="http://schemas.microsoft.com/office/drawing/2014/main" id="{A652D13F-79DE-A655-00D9-EA548A79D41E}"/>
                </a:ext>
              </a:extLst>
            </p:cNvPr>
            <p:cNvSpPr>
              <a:spLocks noGrp="1"/>
            </p:cNvSpPr>
            <p:nvPr/>
          </p:nvSpPr>
          <p:spPr>
            <a:xfrm>
              <a:off x="1780369" y="5152946"/>
              <a:ext cx="30270" cy="31549"/>
            </a:xfrm>
            <a:custGeom>
              <a:avLst/>
              <a:gdLst/>
              <a:ahLst/>
              <a:cxnLst/>
              <a:rect l="0" t="0" r="0" b="0"/>
              <a:pathLst>
                <a:path w="30270" h="31549">
                  <a:moveTo>
                    <a:pt x="30270" y="315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1" name="Input_receptor__800">
              <a:extLst>
                <a:ext uri="{FF2B5EF4-FFF2-40B4-BE49-F238E27FC236}">
                  <a16:creationId xmlns:a16="http://schemas.microsoft.com/office/drawing/2014/main" id="{173F5F58-F8C5-E2A3-6E33-AF62D7E2F61D}"/>
                </a:ext>
              </a:extLst>
            </p:cNvPr>
            <p:cNvSpPr>
              <a:spLocks noGrp="1"/>
            </p:cNvSpPr>
            <p:nvPr/>
          </p:nvSpPr>
          <p:spPr>
            <a:xfrm>
              <a:off x="1430746" y="4775276"/>
              <a:ext cx="10505" cy="3541"/>
            </a:xfrm>
            <a:custGeom>
              <a:avLst/>
              <a:gdLst/>
              <a:ahLst/>
              <a:cxnLst/>
              <a:rect l="0" t="0" r="0" b="0"/>
              <a:pathLst>
                <a:path w="10505" h="3541">
                  <a:moveTo>
                    <a:pt x="10505" y="35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495A3"/>
              </a:solidFill>
            </a:ln>
          </p:spPr>
        </p:sp>
        <p:sp>
          <p:nvSpPr>
            <p:cNvPr id="802" name="Input_receptor__801">
              <a:extLst>
                <a:ext uri="{FF2B5EF4-FFF2-40B4-BE49-F238E27FC236}">
                  <a16:creationId xmlns:a16="http://schemas.microsoft.com/office/drawing/2014/main" id="{DA998985-B73B-4914-6081-331A3CFE6ABA}"/>
                </a:ext>
              </a:extLst>
            </p:cNvPr>
            <p:cNvSpPr>
              <a:spLocks noGrp="1"/>
            </p:cNvSpPr>
            <p:nvPr/>
          </p:nvSpPr>
          <p:spPr>
            <a:xfrm>
              <a:off x="1281126" y="4929364"/>
              <a:ext cx="16905" cy="42575"/>
            </a:xfrm>
            <a:custGeom>
              <a:avLst/>
              <a:gdLst/>
              <a:ahLst/>
              <a:cxnLst/>
              <a:rect l="0" t="0" r="0" b="0"/>
              <a:pathLst>
                <a:path w="16905" h="42575">
                  <a:moveTo>
                    <a:pt x="0" y="0"/>
                  </a:moveTo>
                  <a:lnTo>
                    <a:pt x="16905" y="42575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3" name="Input_receptor__802">
              <a:extLst>
                <a:ext uri="{FF2B5EF4-FFF2-40B4-BE49-F238E27FC236}">
                  <a16:creationId xmlns:a16="http://schemas.microsoft.com/office/drawing/2014/main" id="{14BBDB15-0F41-3F07-9721-019C1CDC117B}"/>
                </a:ext>
              </a:extLst>
            </p:cNvPr>
            <p:cNvSpPr>
              <a:spLocks noGrp="1"/>
            </p:cNvSpPr>
            <p:nvPr/>
          </p:nvSpPr>
          <p:spPr>
            <a:xfrm>
              <a:off x="1712279" y="5033758"/>
              <a:ext cx="27785" cy="39197"/>
            </a:xfrm>
            <a:custGeom>
              <a:avLst/>
              <a:gdLst/>
              <a:ahLst/>
              <a:cxnLst/>
              <a:rect l="0" t="0" r="0" b="0"/>
              <a:pathLst>
                <a:path w="27785" h="39197">
                  <a:moveTo>
                    <a:pt x="27785" y="0"/>
                  </a:moveTo>
                  <a:lnTo>
                    <a:pt x="0" y="39197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4" name="Input_receptor__803">
              <a:extLst>
                <a:ext uri="{FF2B5EF4-FFF2-40B4-BE49-F238E27FC236}">
                  <a16:creationId xmlns:a16="http://schemas.microsoft.com/office/drawing/2014/main" id="{95B8E676-58C9-7D59-8203-1E01FF1E8A66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00237"/>
              <a:ext cx="1858" cy="30124"/>
            </a:xfrm>
            <a:custGeom>
              <a:avLst/>
              <a:gdLst/>
              <a:ahLst/>
              <a:cxnLst/>
              <a:rect l="0" t="0" r="0" b="0"/>
              <a:pathLst>
                <a:path w="1858" h="30124">
                  <a:moveTo>
                    <a:pt x="0" y="30124"/>
                  </a:moveTo>
                  <a:lnTo>
                    <a:pt x="1858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5" name="Input_receptor__804">
              <a:extLst>
                <a:ext uri="{FF2B5EF4-FFF2-40B4-BE49-F238E27FC236}">
                  <a16:creationId xmlns:a16="http://schemas.microsoft.com/office/drawing/2014/main" id="{0DCC270E-9CF2-C9A6-5DAF-54FE23814FCA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93998"/>
              <a:ext cx="2690" cy="12965"/>
            </a:xfrm>
            <a:custGeom>
              <a:avLst/>
              <a:gdLst/>
              <a:ahLst/>
              <a:cxnLst/>
              <a:rect l="0" t="0" r="0" b="0"/>
              <a:pathLst>
                <a:path w="2690" h="12965">
                  <a:moveTo>
                    <a:pt x="0" y="0"/>
                  </a:moveTo>
                  <a:lnTo>
                    <a:pt x="2690" y="1296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6" name="Input_receptor__805">
              <a:extLst>
                <a:ext uri="{FF2B5EF4-FFF2-40B4-BE49-F238E27FC236}">
                  <a16:creationId xmlns:a16="http://schemas.microsoft.com/office/drawing/2014/main" id="{C5EB6033-3A1B-5386-27DE-8B55E314A5F6}"/>
                </a:ext>
              </a:extLst>
            </p:cNvPr>
            <p:cNvSpPr>
              <a:spLocks noGrp="1"/>
            </p:cNvSpPr>
            <p:nvPr/>
          </p:nvSpPr>
          <p:spPr>
            <a:xfrm>
              <a:off x="1233754" y="5574062"/>
              <a:ext cx="43405" cy="12843"/>
            </a:xfrm>
            <a:custGeom>
              <a:avLst/>
              <a:gdLst/>
              <a:ahLst/>
              <a:cxnLst/>
              <a:rect l="0" t="0" r="0" b="0"/>
              <a:pathLst>
                <a:path w="43405" h="12843">
                  <a:moveTo>
                    <a:pt x="0" y="12843"/>
                  </a:moveTo>
                  <a:lnTo>
                    <a:pt x="43405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7" name="Input_receptor__806">
              <a:extLst>
                <a:ext uri="{FF2B5EF4-FFF2-40B4-BE49-F238E27FC236}">
                  <a16:creationId xmlns:a16="http://schemas.microsoft.com/office/drawing/2014/main" id="{25219F86-5A21-A479-4E6A-14F7D47F713F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07845"/>
              <a:ext cx="26553" cy="13135"/>
            </a:xfrm>
            <a:custGeom>
              <a:avLst/>
              <a:gdLst/>
              <a:ahLst/>
              <a:cxnLst/>
              <a:rect l="0" t="0" r="0" b="0"/>
              <a:pathLst>
                <a:path w="26553" h="13135">
                  <a:moveTo>
                    <a:pt x="0" y="13135"/>
                  </a:moveTo>
                  <a:lnTo>
                    <a:pt x="2655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8" name="Input_receptor__807">
              <a:extLst>
                <a:ext uri="{FF2B5EF4-FFF2-40B4-BE49-F238E27FC236}">
                  <a16:creationId xmlns:a16="http://schemas.microsoft.com/office/drawing/2014/main" id="{A875CD6E-A2BE-3B58-98F3-6E1ED509E282}"/>
                </a:ext>
              </a:extLst>
            </p:cNvPr>
            <p:cNvSpPr>
              <a:spLocks noGrp="1"/>
            </p:cNvSpPr>
            <p:nvPr/>
          </p:nvSpPr>
          <p:spPr>
            <a:xfrm>
              <a:off x="1538567" y="4716522"/>
              <a:ext cx="13288" cy="20755"/>
            </a:xfrm>
            <a:custGeom>
              <a:avLst/>
              <a:gdLst/>
              <a:ahLst/>
              <a:cxnLst/>
              <a:rect l="0" t="0" r="0" b="0"/>
              <a:pathLst>
                <a:path w="13288" h="20755">
                  <a:moveTo>
                    <a:pt x="13288" y="0"/>
                  </a:moveTo>
                  <a:lnTo>
                    <a:pt x="0" y="2075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9" name="Input_receptor__808">
              <a:extLst>
                <a:ext uri="{FF2B5EF4-FFF2-40B4-BE49-F238E27FC236}">
                  <a16:creationId xmlns:a16="http://schemas.microsoft.com/office/drawing/2014/main" id="{45099894-BFA3-8C2F-407B-9ADE8E2E29FC}"/>
                </a:ext>
              </a:extLst>
            </p:cNvPr>
            <p:cNvSpPr>
              <a:spLocks noGrp="1"/>
            </p:cNvSpPr>
            <p:nvPr/>
          </p:nvSpPr>
          <p:spPr>
            <a:xfrm>
              <a:off x="1246313" y="5112893"/>
              <a:ext cx="39608" cy="11005"/>
            </a:xfrm>
            <a:custGeom>
              <a:avLst/>
              <a:gdLst/>
              <a:ahLst/>
              <a:cxnLst/>
              <a:rect l="0" t="0" r="0" b="0"/>
              <a:pathLst>
                <a:path w="39608" h="11005">
                  <a:moveTo>
                    <a:pt x="39608" y="0"/>
                  </a:moveTo>
                  <a:lnTo>
                    <a:pt x="0" y="11005"/>
                  </a:lnTo>
                </a:path>
              </a:pathLst>
            </a:custGeom>
            <a:noFill/>
            <a:ln w="8096">
              <a:solidFill>
                <a:srgbClr val="8496A3"/>
              </a:solidFill>
            </a:ln>
          </p:spPr>
        </p:sp>
        <p:sp>
          <p:nvSpPr>
            <p:cNvPr id="810" name="Input_receptor__809">
              <a:extLst>
                <a:ext uri="{FF2B5EF4-FFF2-40B4-BE49-F238E27FC236}">
                  <a16:creationId xmlns:a16="http://schemas.microsoft.com/office/drawing/2014/main" id="{F3FEC414-3109-0DD1-4E68-2DFCB58A677C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8077" cy="15686"/>
            </a:xfrm>
            <a:custGeom>
              <a:avLst/>
              <a:gdLst/>
              <a:ahLst/>
              <a:cxnLst/>
              <a:rect l="0" t="0" r="0" b="0"/>
              <a:pathLst>
                <a:path w="28077" h="15686">
                  <a:moveTo>
                    <a:pt x="28077" y="156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1" name="Input_receptor__810">
              <a:extLst>
                <a:ext uri="{FF2B5EF4-FFF2-40B4-BE49-F238E27FC236}">
                  <a16:creationId xmlns:a16="http://schemas.microsoft.com/office/drawing/2014/main" id="{AD73F8CE-7071-3DDE-511B-523DD5A46C6A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48405"/>
              <a:ext cx="26845" cy="6231"/>
            </a:xfrm>
            <a:custGeom>
              <a:avLst/>
              <a:gdLst/>
              <a:ahLst/>
              <a:cxnLst/>
              <a:rect l="0" t="0" r="0" b="0"/>
              <a:pathLst>
                <a:path w="26845" h="6231">
                  <a:moveTo>
                    <a:pt x="26845" y="0"/>
                  </a:moveTo>
                  <a:lnTo>
                    <a:pt x="0" y="6231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2" name="Input_receptor__811">
              <a:extLst>
                <a:ext uri="{FF2B5EF4-FFF2-40B4-BE49-F238E27FC236}">
                  <a16:creationId xmlns:a16="http://schemas.microsoft.com/office/drawing/2014/main" id="{B87BF9CE-D075-CAF8-D64D-ECB699C8EA4D}"/>
                </a:ext>
              </a:extLst>
            </p:cNvPr>
            <p:cNvSpPr>
              <a:spLocks noGrp="1"/>
            </p:cNvSpPr>
            <p:nvPr/>
          </p:nvSpPr>
          <p:spPr>
            <a:xfrm>
              <a:off x="1141747" y="4952620"/>
              <a:ext cx="24743" cy="2621"/>
            </a:xfrm>
            <a:custGeom>
              <a:avLst/>
              <a:gdLst/>
              <a:ahLst/>
              <a:cxnLst/>
              <a:rect l="0" t="0" r="0" b="0"/>
              <a:pathLst>
                <a:path w="24743" h="2621">
                  <a:moveTo>
                    <a:pt x="0" y="2621"/>
                  </a:moveTo>
                  <a:lnTo>
                    <a:pt x="2474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3" name="Input_receptor__812">
              <a:extLst>
                <a:ext uri="{FF2B5EF4-FFF2-40B4-BE49-F238E27FC236}">
                  <a16:creationId xmlns:a16="http://schemas.microsoft.com/office/drawing/2014/main" id="{A061E555-116C-6CC2-79B6-00F84F625D5F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65886"/>
              <a:ext cx="35057" cy="26222"/>
            </a:xfrm>
            <a:custGeom>
              <a:avLst/>
              <a:gdLst/>
              <a:ahLst/>
              <a:cxnLst/>
              <a:rect l="0" t="0" r="0" b="0"/>
              <a:pathLst>
                <a:path w="35057" h="26222">
                  <a:moveTo>
                    <a:pt x="35057" y="0"/>
                  </a:moveTo>
                  <a:lnTo>
                    <a:pt x="0" y="26222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4" name="Input_receptor__813">
              <a:extLst>
                <a:ext uri="{FF2B5EF4-FFF2-40B4-BE49-F238E27FC236}">
                  <a16:creationId xmlns:a16="http://schemas.microsoft.com/office/drawing/2014/main" id="{E6B0E558-3CF2-2452-FAEC-9BF05BBE5CB6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388024"/>
              <a:ext cx="18729" cy="44482"/>
            </a:xfrm>
            <a:custGeom>
              <a:avLst/>
              <a:gdLst/>
              <a:ahLst/>
              <a:cxnLst/>
              <a:rect l="0" t="0" r="0" b="0"/>
              <a:pathLst>
                <a:path w="18729" h="44482">
                  <a:moveTo>
                    <a:pt x="18729" y="0"/>
                  </a:moveTo>
                  <a:lnTo>
                    <a:pt x="0" y="44482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5" name="Input_receptor__814">
              <a:extLst>
                <a:ext uri="{FF2B5EF4-FFF2-40B4-BE49-F238E27FC236}">
                  <a16:creationId xmlns:a16="http://schemas.microsoft.com/office/drawing/2014/main" id="{0650A512-EE7B-12F3-033A-A6D6620D0004}"/>
                </a:ext>
              </a:extLst>
            </p:cNvPr>
            <p:cNvSpPr>
              <a:spLocks noGrp="1"/>
            </p:cNvSpPr>
            <p:nvPr/>
          </p:nvSpPr>
          <p:spPr>
            <a:xfrm>
              <a:off x="1500719" y="4860187"/>
              <a:ext cx="38997" cy="24126"/>
            </a:xfrm>
            <a:custGeom>
              <a:avLst/>
              <a:gdLst/>
              <a:ahLst/>
              <a:cxnLst/>
              <a:rect l="0" t="0" r="0" b="0"/>
              <a:pathLst>
                <a:path w="38997" h="24126">
                  <a:moveTo>
                    <a:pt x="0" y="24126"/>
                  </a:moveTo>
                  <a:lnTo>
                    <a:pt x="38997" y="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6" name="Input_receptor__815">
              <a:extLst>
                <a:ext uri="{FF2B5EF4-FFF2-40B4-BE49-F238E27FC236}">
                  <a16:creationId xmlns:a16="http://schemas.microsoft.com/office/drawing/2014/main" id="{7B367F3F-DD3C-C812-1402-7C2C8DCCD199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16997"/>
              <a:ext cx="14234" cy="21330"/>
            </a:xfrm>
            <a:custGeom>
              <a:avLst/>
              <a:gdLst/>
              <a:ahLst/>
              <a:cxnLst/>
              <a:rect l="0" t="0" r="0" b="0"/>
              <a:pathLst>
                <a:path w="14234" h="21330">
                  <a:moveTo>
                    <a:pt x="14234" y="0"/>
                  </a:moveTo>
                  <a:lnTo>
                    <a:pt x="0" y="2133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7" name="Input_receptor__816">
              <a:extLst>
                <a:ext uri="{FF2B5EF4-FFF2-40B4-BE49-F238E27FC236}">
                  <a16:creationId xmlns:a16="http://schemas.microsoft.com/office/drawing/2014/main" id="{26C1ED5E-E5A5-0C35-6D01-BA822D8BAF63}"/>
                </a:ext>
              </a:extLst>
            </p:cNvPr>
            <p:cNvSpPr>
              <a:spLocks noGrp="1"/>
            </p:cNvSpPr>
            <p:nvPr/>
          </p:nvSpPr>
          <p:spPr>
            <a:xfrm>
              <a:off x="1591657" y="5104427"/>
              <a:ext cx="47665" cy="3009"/>
            </a:xfrm>
            <a:custGeom>
              <a:avLst/>
              <a:gdLst/>
              <a:ahLst/>
              <a:cxnLst/>
              <a:rect l="0" t="0" r="0" b="0"/>
              <a:pathLst>
                <a:path w="47665" h="3009">
                  <a:moveTo>
                    <a:pt x="0" y="3009"/>
                  </a:moveTo>
                  <a:lnTo>
                    <a:pt x="476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8" name="Input_receptor__817">
              <a:extLst>
                <a:ext uri="{FF2B5EF4-FFF2-40B4-BE49-F238E27FC236}">
                  <a16:creationId xmlns:a16="http://schemas.microsoft.com/office/drawing/2014/main" id="{DD6AF2DD-04F5-FEBD-B98E-59F0BEF7A76C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66770"/>
              <a:ext cx="39274" cy="8350"/>
            </a:xfrm>
            <a:custGeom>
              <a:avLst/>
              <a:gdLst/>
              <a:ahLst/>
              <a:cxnLst/>
              <a:rect l="0" t="0" r="0" b="0"/>
              <a:pathLst>
                <a:path w="39274" h="8350">
                  <a:moveTo>
                    <a:pt x="39274" y="0"/>
                  </a:moveTo>
                  <a:lnTo>
                    <a:pt x="0" y="835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9" name="Input_receptor__818">
              <a:extLst>
                <a:ext uri="{FF2B5EF4-FFF2-40B4-BE49-F238E27FC236}">
                  <a16:creationId xmlns:a16="http://schemas.microsoft.com/office/drawing/2014/main" id="{BAAD398E-3B34-EDBB-160A-ADBD5E3D908B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29903"/>
              <a:ext cx="26286" cy="27267"/>
            </a:xfrm>
            <a:custGeom>
              <a:avLst/>
              <a:gdLst/>
              <a:ahLst/>
              <a:cxnLst/>
              <a:rect l="0" t="0" r="0" b="0"/>
              <a:pathLst>
                <a:path w="26286" h="27267">
                  <a:moveTo>
                    <a:pt x="0" y="27267"/>
                  </a:moveTo>
                  <a:lnTo>
                    <a:pt x="26286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0" name="Input_receptor__819">
              <a:extLst>
                <a:ext uri="{FF2B5EF4-FFF2-40B4-BE49-F238E27FC236}">
                  <a16:creationId xmlns:a16="http://schemas.microsoft.com/office/drawing/2014/main" id="{E4F0FE13-3F21-29FB-483C-AEC89E8D322E}"/>
                </a:ext>
              </a:extLst>
            </p:cNvPr>
            <p:cNvSpPr>
              <a:spLocks noGrp="1"/>
            </p:cNvSpPr>
            <p:nvPr/>
          </p:nvSpPr>
          <p:spPr>
            <a:xfrm>
              <a:off x="1633911" y="5391927"/>
              <a:ext cx="14165" cy="37976"/>
            </a:xfrm>
            <a:custGeom>
              <a:avLst/>
              <a:gdLst/>
              <a:ahLst/>
              <a:cxnLst/>
              <a:rect l="0" t="0" r="0" b="0"/>
              <a:pathLst>
                <a:path w="14165" h="37976">
                  <a:moveTo>
                    <a:pt x="0" y="37976"/>
                  </a:moveTo>
                  <a:lnTo>
                    <a:pt x="141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1" name="Input_receptor__820">
              <a:extLst>
                <a:ext uri="{FF2B5EF4-FFF2-40B4-BE49-F238E27FC236}">
                  <a16:creationId xmlns:a16="http://schemas.microsoft.com/office/drawing/2014/main" id="{40575C88-7EB1-BA54-7B86-F1F7246827FD}"/>
                </a:ext>
              </a:extLst>
            </p:cNvPr>
            <p:cNvSpPr>
              <a:spLocks noGrp="1"/>
            </p:cNvSpPr>
            <p:nvPr/>
          </p:nvSpPr>
          <p:spPr>
            <a:xfrm>
              <a:off x="1603100" y="5324972"/>
              <a:ext cx="3478" cy="29102"/>
            </a:xfrm>
            <a:custGeom>
              <a:avLst/>
              <a:gdLst/>
              <a:ahLst/>
              <a:cxnLst/>
              <a:rect l="0" t="0" r="0" b="0"/>
              <a:pathLst>
                <a:path w="3478" h="29102">
                  <a:moveTo>
                    <a:pt x="3478" y="29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2" name="Input_receptor__821">
              <a:extLst>
                <a:ext uri="{FF2B5EF4-FFF2-40B4-BE49-F238E27FC236}">
                  <a16:creationId xmlns:a16="http://schemas.microsoft.com/office/drawing/2014/main" id="{03728211-6124-34A7-E4C9-70E27F7AE220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30361"/>
              <a:ext cx="24134" cy="37340"/>
            </a:xfrm>
            <a:custGeom>
              <a:avLst/>
              <a:gdLst/>
              <a:ahLst/>
              <a:cxnLst/>
              <a:rect l="0" t="0" r="0" b="0"/>
              <a:pathLst>
                <a:path w="24134" h="37340">
                  <a:moveTo>
                    <a:pt x="24134" y="373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3" name="Input_receptor__822">
              <a:extLst>
                <a:ext uri="{FF2B5EF4-FFF2-40B4-BE49-F238E27FC236}">
                  <a16:creationId xmlns:a16="http://schemas.microsoft.com/office/drawing/2014/main" id="{3D940208-60C5-9DCA-1934-CE98DC5427D8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18560"/>
              <a:ext cx="40499" cy="22324"/>
            </a:xfrm>
            <a:custGeom>
              <a:avLst/>
              <a:gdLst/>
              <a:ahLst/>
              <a:cxnLst/>
              <a:rect l="0" t="0" r="0" b="0"/>
              <a:pathLst>
                <a:path w="40499" h="22324">
                  <a:moveTo>
                    <a:pt x="0" y="22324"/>
                  </a:moveTo>
                  <a:lnTo>
                    <a:pt x="40499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24" name="Input_receptor__823">
              <a:extLst>
                <a:ext uri="{FF2B5EF4-FFF2-40B4-BE49-F238E27FC236}">
                  <a16:creationId xmlns:a16="http://schemas.microsoft.com/office/drawing/2014/main" id="{BDF412B3-9394-B109-57F6-355EE0BC90D1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696"/>
              <a:ext cx="7269" cy="197"/>
            </a:xfrm>
            <a:custGeom>
              <a:avLst/>
              <a:gdLst/>
              <a:ahLst/>
              <a:cxnLst/>
              <a:rect l="0" t="0" r="0" b="0"/>
              <a:pathLst>
                <a:path w="7269" h="197">
                  <a:moveTo>
                    <a:pt x="0" y="197"/>
                  </a:moveTo>
                  <a:lnTo>
                    <a:pt x="7269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5" name="Input_receptor__824">
              <a:extLst>
                <a:ext uri="{FF2B5EF4-FFF2-40B4-BE49-F238E27FC236}">
                  <a16:creationId xmlns:a16="http://schemas.microsoft.com/office/drawing/2014/main" id="{1C8660A7-58EE-3C80-0D17-7F26293F42B6}"/>
                </a:ext>
              </a:extLst>
            </p:cNvPr>
            <p:cNvSpPr>
              <a:spLocks noGrp="1"/>
            </p:cNvSpPr>
            <p:nvPr/>
          </p:nvSpPr>
          <p:spPr>
            <a:xfrm>
              <a:off x="1548971" y="5266770"/>
              <a:ext cx="29697" cy="14558"/>
            </a:xfrm>
            <a:custGeom>
              <a:avLst/>
              <a:gdLst/>
              <a:ahLst/>
              <a:cxnLst/>
              <a:rect l="0" t="0" r="0" b="0"/>
              <a:pathLst>
                <a:path w="29697" h="14558">
                  <a:moveTo>
                    <a:pt x="29697" y="14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6" name="Input_receptor__825">
              <a:extLst>
                <a:ext uri="{FF2B5EF4-FFF2-40B4-BE49-F238E27FC236}">
                  <a16:creationId xmlns:a16="http://schemas.microsoft.com/office/drawing/2014/main" id="{74A4B782-3776-D801-361D-868BBBFC97E5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6904"/>
              <a:ext cx="6354" cy="29794"/>
            </a:xfrm>
            <a:custGeom>
              <a:avLst/>
              <a:gdLst/>
              <a:ahLst/>
              <a:cxnLst/>
              <a:rect l="0" t="0" r="0" b="0"/>
              <a:pathLst>
                <a:path w="6354" h="29794">
                  <a:moveTo>
                    <a:pt x="0" y="29794"/>
                  </a:moveTo>
                  <a:lnTo>
                    <a:pt x="635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7" name="Input_receptor__826">
              <a:extLst>
                <a:ext uri="{FF2B5EF4-FFF2-40B4-BE49-F238E27FC236}">
                  <a16:creationId xmlns:a16="http://schemas.microsoft.com/office/drawing/2014/main" id="{E94F4BBE-7362-AC8C-864E-C2723488E0B3}"/>
                </a:ext>
              </a:extLst>
            </p:cNvPr>
            <p:cNvSpPr>
              <a:spLocks noGrp="1"/>
            </p:cNvSpPr>
            <p:nvPr/>
          </p:nvSpPr>
          <p:spPr>
            <a:xfrm>
              <a:off x="1172791" y="4843205"/>
              <a:ext cx="44295" cy="16047"/>
            </a:xfrm>
            <a:custGeom>
              <a:avLst/>
              <a:gdLst/>
              <a:ahLst/>
              <a:cxnLst/>
              <a:rect l="0" t="0" r="0" b="0"/>
              <a:pathLst>
                <a:path w="44295" h="16047">
                  <a:moveTo>
                    <a:pt x="44295" y="0"/>
                  </a:moveTo>
                  <a:lnTo>
                    <a:pt x="0" y="16047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8" name="Input_receptor__827">
              <a:extLst>
                <a:ext uri="{FF2B5EF4-FFF2-40B4-BE49-F238E27FC236}">
                  <a16:creationId xmlns:a16="http://schemas.microsoft.com/office/drawing/2014/main" id="{1FE56F5E-E0FE-D92E-31E2-16C820957F5F}"/>
                </a:ext>
              </a:extLst>
            </p:cNvPr>
            <p:cNvSpPr>
              <a:spLocks noGrp="1"/>
            </p:cNvSpPr>
            <p:nvPr/>
          </p:nvSpPr>
          <p:spPr>
            <a:xfrm>
              <a:off x="1228651" y="5239856"/>
              <a:ext cx="44730" cy="10406"/>
            </a:xfrm>
            <a:custGeom>
              <a:avLst/>
              <a:gdLst/>
              <a:ahLst/>
              <a:cxnLst/>
              <a:rect l="0" t="0" r="0" b="0"/>
              <a:pathLst>
                <a:path w="44730" h="10406">
                  <a:moveTo>
                    <a:pt x="44730" y="104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9" name="Input_receptor__828">
              <a:extLst>
                <a:ext uri="{FF2B5EF4-FFF2-40B4-BE49-F238E27FC236}">
                  <a16:creationId xmlns:a16="http://schemas.microsoft.com/office/drawing/2014/main" id="{D7354D3B-96A3-A92A-5F9B-33D079A1D62B}"/>
                </a:ext>
              </a:extLst>
            </p:cNvPr>
            <p:cNvSpPr>
              <a:spLocks noGrp="1"/>
            </p:cNvSpPr>
            <p:nvPr/>
          </p:nvSpPr>
          <p:spPr>
            <a:xfrm>
              <a:off x="1794036" y="4863472"/>
              <a:ext cx="43568" cy="17047"/>
            </a:xfrm>
            <a:custGeom>
              <a:avLst/>
              <a:gdLst/>
              <a:ahLst/>
              <a:cxnLst/>
              <a:rect l="0" t="0" r="0" b="0"/>
              <a:pathLst>
                <a:path w="43568" h="17047">
                  <a:moveTo>
                    <a:pt x="0" y="0"/>
                  </a:moveTo>
                  <a:lnTo>
                    <a:pt x="43568" y="17047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0" name="Input_receptor__829">
              <a:extLst>
                <a:ext uri="{FF2B5EF4-FFF2-40B4-BE49-F238E27FC236}">
                  <a16:creationId xmlns:a16="http://schemas.microsoft.com/office/drawing/2014/main" id="{1B0F8FF1-91B4-F5D4-133F-B31FBB3D3D0C}"/>
                </a:ext>
              </a:extLst>
            </p:cNvPr>
            <p:cNvSpPr>
              <a:spLocks noGrp="1"/>
            </p:cNvSpPr>
            <p:nvPr/>
          </p:nvSpPr>
          <p:spPr>
            <a:xfrm>
              <a:off x="1273704" y="4523276"/>
              <a:ext cx="13335" cy="5131"/>
            </a:xfrm>
            <a:custGeom>
              <a:avLst/>
              <a:gdLst/>
              <a:ahLst/>
              <a:cxnLst/>
              <a:rect l="0" t="0" r="0" b="0"/>
              <a:pathLst>
                <a:path w="13335" h="5131">
                  <a:moveTo>
                    <a:pt x="0" y="5131"/>
                  </a:moveTo>
                  <a:lnTo>
                    <a:pt x="13335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1" name="Input_receptor__830">
              <a:extLst>
                <a:ext uri="{FF2B5EF4-FFF2-40B4-BE49-F238E27FC236}">
                  <a16:creationId xmlns:a16="http://schemas.microsoft.com/office/drawing/2014/main" id="{2301A899-45EE-F8A6-F463-708CC92BD0E5}"/>
                </a:ext>
              </a:extLst>
            </p:cNvPr>
            <p:cNvSpPr>
              <a:spLocks noGrp="1"/>
            </p:cNvSpPr>
            <p:nvPr/>
          </p:nvSpPr>
          <p:spPr>
            <a:xfrm>
              <a:off x="1168483" y="5102396"/>
              <a:ext cx="36945" cy="25878"/>
            </a:xfrm>
            <a:custGeom>
              <a:avLst/>
              <a:gdLst/>
              <a:ahLst/>
              <a:cxnLst/>
              <a:rect l="0" t="0" r="0" b="0"/>
              <a:pathLst>
                <a:path w="36945" h="25878">
                  <a:moveTo>
                    <a:pt x="36945" y="0"/>
                  </a:moveTo>
                  <a:lnTo>
                    <a:pt x="0" y="25878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2" name="Input_receptor__831">
              <a:extLst>
                <a:ext uri="{FF2B5EF4-FFF2-40B4-BE49-F238E27FC236}">
                  <a16:creationId xmlns:a16="http://schemas.microsoft.com/office/drawing/2014/main" id="{FF299938-6D8F-D9F8-CE62-7401F02C038E}"/>
                </a:ext>
              </a:extLst>
            </p:cNvPr>
            <p:cNvSpPr>
              <a:spLocks noGrp="1"/>
            </p:cNvSpPr>
            <p:nvPr/>
          </p:nvSpPr>
          <p:spPr>
            <a:xfrm>
              <a:off x="1267807" y="5250262"/>
              <a:ext cx="5574" cy="46065"/>
            </a:xfrm>
            <a:custGeom>
              <a:avLst/>
              <a:gdLst/>
              <a:ahLst/>
              <a:cxnLst/>
              <a:rect l="0" t="0" r="0" b="0"/>
              <a:pathLst>
                <a:path w="5574" h="46065">
                  <a:moveTo>
                    <a:pt x="0" y="46065"/>
                  </a:moveTo>
                  <a:lnTo>
                    <a:pt x="557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3" name="Input_receptor__832">
              <a:extLst>
                <a:ext uri="{FF2B5EF4-FFF2-40B4-BE49-F238E27FC236}">
                  <a16:creationId xmlns:a16="http://schemas.microsoft.com/office/drawing/2014/main" id="{9059ACBB-7E67-3EED-5BB2-816C3C9A003F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11126"/>
              <a:ext cx="8576" cy="41561"/>
            </a:xfrm>
            <a:custGeom>
              <a:avLst/>
              <a:gdLst/>
              <a:ahLst/>
              <a:cxnLst/>
              <a:rect l="0" t="0" r="0" b="0"/>
              <a:pathLst>
                <a:path w="8576" h="41561">
                  <a:moveTo>
                    <a:pt x="0" y="41561"/>
                  </a:moveTo>
                  <a:lnTo>
                    <a:pt x="8576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4" name="Input_receptor__833">
              <a:extLst>
                <a:ext uri="{FF2B5EF4-FFF2-40B4-BE49-F238E27FC236}">
                  <a16:creationId xmlns:a16="http://schemas.microsoft.com/office/drawing/2014/main" id="{9E17B43F-305E-8218-A1A9-0778F2C5BB8B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321154"/>
              <a:ext cx="3120" cy="10706"/>
            </a:xfrm>
            <a:custGeom>
              <a:avLst/>
              <a:gdLst/>
              <a:ahLst/>
              <a:cxnLst/>
              <a:rect l="0" t="0" r="0" b="0"/>
              <a:pathLst>
                <a:path w="3120" h="10706">
                  <a:moveTo>
                    <a:pt x="3120" y="107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5" name="Input_receptor__834">
              <a:extLst>
                <a:ext uri="{FF2B5EF4-FFF2-40B4-BE49-F238E27FC236}">
                  <a16:creationId xmlns:a16="http://schemas.microsoft.com/office/drawing/2014/main" id="{293B04D3-C0D0-90B4-9055-197C2CB7DE1B}"/>
                </a:ext>
              </a:extLst>
            </p:cNvPr>
            <p:cNvSpPr>
              <a:spLocks noGrp="1"/>
            </p:cNvSpPr>
            <p:nvPr/>
          </p:nvSpPr>
          <p:spPr>
            <a:xfrm>
              <a:off x="1277159" y="5574062"/>
              <a:ext cx="12417" cy="46400"/>
            </a:xfrm>
            <a:custGeom>
              <a:avLst/>
              <a:gdLst/>
              <a:ahLst/>
              <a:cxnLst/>
              <a:rect l="0" t="0" r="0" b="0"/>
              <a:pathLst>
                <a:path w="12417" h="46400">
                  <a:moveTo>
                    <a:pt x="0" y="0"/>
                  </a:moveTo>
                  <a:lnTo>
                    <a:pt x="12417" y="4640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6" name="Input_receptor__835">
              <a:extLst>
                <a:ext uri="{FF2B5EF4-FFF2-40B4-BE49-F238E27FC236}">
                  <a16:creationId xmlns:a16="http://schemas.microsoft.com/office/drawing/2014/main" id="{F03BBC7B-30BC-1158-57D6-4C21FF2481FC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432506"/>
              <a:ext cx="40482" cy="20021"/>
            </a:xfrm>
            <a:custGeom>
              <a:avLst/>
              <a:gdLst/>
              <a:ahLst/>
              <a:cxnLst/>
              <a:rect l="0" t="0" r="0" b="0"/>
              <a:pathLst>
                <a:path w="40482" h="20021">
                  <a:moveTo>
                    <a:pt x="0" y="0"/>
                  </a:moveTo>
                  <a:lnTo>
                    <a:pt x="40482" y="2002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7" name="Input_receptor__836">
              <a:extLst>
                <a:ext uri="{FF2B5EF4-FFF2-40B4-BE49-F238E27FC236}">
                  <a16:creationId xmlns:a16="http://schemas.microsoft.com/office/drawing/2014/main" id="{0E7D96BE-C428-C3FD-41F5-1EEB9D714A47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9117"/>
              <a:ext cx="36253" cy="5994"/>
            </a:xfrm>
            <a:custGeom>
              <a:avLst/>
              <a:gdLst/>
              <a:ahLst/>
              <a:cxnLst/>
              <a:rect l="0" t="0" r="0" b="0"/>
              <a:pathLst>
                <a:path w="36253" h="5994">
                  <a:moveTo>
                    <a:pt x="0" y="0"/>
                  </a:moveTo>
                  <a:lnTo>
                    <a:pt x="36253" y="5994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8" name="Input_receptor__837">
              <a:extLst>
                <a:ext uri="{FF2B5EF4-FFF2-40B4-BE49-F238E27FC236}">
                  <a16:creationId xmlns:a16="http://schemas.microsoft.com/office/drawing/2014/main" id="{087C1460-3879-FCE8-9B76-31A862879700}"/>
                </a:ext>
              </a:extLst>
            </p:cNvPr>
            <p:cNvSpPr>
              <a:spLocks noGrp="1"/>
            </p:cNvSpPr>
            <p:nvPr/>
          </p:nvSpPr>
          <p:spPr>
            <a:xfrm>
              <a:off x="1557939" y="4925345"/>
              <a:ext cx="43906" cy="19826"/>
            </a:xfrm>
            <a:custGeom>
              <a:avLst/>
              <a:gdLst/>
              <a:ahLst/>
              <a:cxnLst/>
              <a:rect l="0" t="0" r="0" b="0"/>
              <a:pathLst>
                <a:path w="43906" h="19826">
                  <a:moveTo>
                    <a:pt x="43906" y="0"/>
                  </a:moveTo>
                  <a:lnTo>
                    <a:pt x="0" y="19826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9" name="Input_receptor__838">
              <a:extLst>
                <a:ext uri="{FF2B5EF4-FFF2-40B4-BE49-F238E27FC236}">
                  <a16:creationId xmlns:a16="http://schemas.microsoft.com/office/drawing/2014/main" id="{182FE07E-9A26-7640-0712-B0605F136D13}"/>
                </a:ext>
              </a:extLst>
            </p:cNvPr>
            <p:cNvSpPr>
              <a:spLocks noGrp="1"/>
            </p:cNvSpPr>
            <p:nvPr/>
          </p:nvSpPr>
          <p:spPr>
            <a:xfrm>
              <a:off x="1285920" y="5112893"/>
              <a:ext cx="16652" cy="45632"/>
            </a:xfrm>
            <a:custGeom>
              <a:avLst/>
              <a:gdLst/>
              <a:ahLst/>
              <a:cxnLst/>
              <a:rect l="0" t="0" r="0" b="0"/>
              <a:pathLst>
                <a:path w="16652" h="45632">
                  <a:moveTo>
                    <a:pt x="16652" y="45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0" name="Input_receptor__839">
              <a:extLst>
                <a:ext uri="{FF2B5EF4-FFF2-40B4-BE49-F238E27FC236}">
                  <a16:creationId xmlns:a16="http://schemas.microsoft.com/office/drawing/2014/main" id="{12B9CFD8-D49E-E7F6-8154-3905A459260F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5002493"/>
              <a:ext cx="45389" cy="9870"/>
            </a:xfrm>
            <a:custGeom>
              <a:avLst/>
              <a:gdLst/>
              <a:ahLst/>
              <a:cxnLst/>
              <a:rect l="0" t="0" r="0" b="0"/>
              <a:pathLst>
                <a:path w="45389" h="9870">
                  <a:moveTo>
                    <a:pt x="45389" y="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1" name="Input_receptor__840">
              <a:extLst>
                <a:ext uri="{FF2B5EF4-FFF2-40B4-BE49-F238E27FC236}">
                  <a16:creationId xmlns:a16="http://schemas.microsoft.com/office/drawing/2014/main" id="{EB051896-06AC-6BBF-3B49-BE28E2717983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81313"/>
              <a:ext cx="8457" cy="13381"/>
            </a:xfrm>
            <a:custGeom>
              <a:avLst/>
              <a:gdLst/>
              <a:ahLst/>
              <a:cxnLst/>
              <a:rect l="0" t="0" r="0" b="0"/>
              <a:pathLst>
                <a:path w="8457" h="13381">
                  <a:moveTo>
                    <a:pt x="0" y="0"/>
                  </a:moveTo>
                  <a:lnTo>
                    <a:pt x="8457" y="1338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2" name="Input_receptor__841">
              <a:extLst>
                <a:ext uri="{FF2B5EF4-FFF2-40B4-BE49-F238E27FC236}">
                  <a16:creationId xmlns:a16="http://schemas.microsoft.com/office/drawing/2014/main" id="{DCD83C41-BDBD-A83F-F903-4C1F28C040E9}"/>
                </a:ext>
              </a:extLst>
            </p:cNvPr>
            <p:cNvSpPr>
              <a:spLocks noGrp="1"/>
            </p:cNvSpPr>
            <p:nvPr/>
          </p:nvSpPr>
          <p:spPr>
            <a:xfrm>
              <a:off x="1077807" y="5282843"/>
              <a:ext cx="26463" cy="37007"/>
            </a:xfrm>
            <a:custGeom>
              <a:avLst/>
              <a:gdLst/>
              <a:ahLst/>
              <a:cxnLst/>
              <a:rect l="0" t="0" r="0" b="0"/>
              <a:pathLst>
                <a:path w="26463" h="37007">
                  <a:moveTo>
                    <a:pt x="0" y="37007"/>
                  </a:moveTo>
                  <a:lnTo>
                    <a:pt x="26463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3" name="Input_receptor__842">
              <a:extLst>
                <a:ext uri="{FF2B5EF4-FFF2-40B4-BE49-F238E27FC236}">
                  <a16:creationId xmlns:a16="http://schemas.microsoft.com/office/drawing/2014/main" id="{DE92B801-B35B-9110-2225-41E108AD03BC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29364"/>
              <a:ext cx="41050" cy="19947"/>
            </a:xfrm>
            <a:custGeom>
              <a:avLst/>
              <a:gdLst/>
              <a:ahLst/>
              <a:cxnLst/>
              <a:rect l="0" t="0" r="0" b="0"/>
              <a:pathLst>
                <a:path w="41050" h="19947">
                  <a:moveTo>
                    <a:pt x="0" y="19947"/>
                  </a:moveTo>
                  <a:lnTo>
                    <a:pt x="4105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4" name="Input_receptor__843">
              <a:extLst>
                <a:ext uri="{FF2B5EF4-FFF2-40B4-BE49-F238E27FC236}">
                  <a16:creationId xmlns:a16="http://schemas.microsoft.com/office/drawing/2014/main" id="{1395601D-B20C-6826-6B4E-2421C9999611}"/>
                </a:ext>
              </a:extLst>
            </p:cNvPr>
            <p:cNvSpPr>
              <a:spLocks noGrp="1"/>
            </p:cNvSpPr>
            <p:nvPr/>
          </p:nvSpPr>
          <p:spPr>
            <a:xfrm>
              <a:off x="964241" y="4899858"/>
              <a:ext cx="40466" cy="3714"/>
            </a:xfrm>
            <a:custGeom>
              <a:avLst/>
              <a:gdLst/>
              <a:ahLst/>
              <a:cxnLst/>
              <a:rect l="0" t="0" r="0" b="0"/>
              <a:pathLst>
                <a:path w="40466" h="3714">
                  <a:moveTo>
                    <a:pt x="0" y="0"/>
                  </a:moveTo>
                  <a:lnTo>
                    <a:pt x="40466" y="3714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5" name="Input_receptor__844">
              <a:extLst>
                <a:ext uri="{FF2B5EF4-FFF2-40B4-BE49-F238E27FC236}">
                  <a16:creationId xmlns:a16="http://schemas.microsoft.com/office/drawing/2014/main" id="{3C02A128-3574-4AEE-4A03-381952BFADA6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39856"/>
              <a:ext cx="16590" cy="37164"/>
            </a:xfrm>
            <a:custGeom>
              <a:avLst/>
              <a:gdLst/>
              <a:ahLst/>
              <a:cxnLst/>
              <a:rect l="0" t="0" r="0" b="0"/>
              <a:pathLst>
                <a:path w="16590" h="37164">
                  <a:moveTo>
                    <a:pt x="16590" y="0"/>
                  </a:moveTo>
                  <a:lnTo>
                    <a:pt x="0" y="37164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6" name="Input_receptor__845">
              <a:extLst>
                <a:ext uri="{FF2B5EF4-FFF2-40B4-BE49-F238E27FC236}">
                  <a16:creationId xmlns:a16="http://schemas.microsoft.com/office/drawing/2014/main" id="{EFB3232C-282B-17DD-562D-85BDC5CB221A}"/>
                </a:ext>
              </a:extLst>
            </p:cNvPr>
            <p:cNvSpPr>
              <a:spLocks noGrp="1"/>
            </p:cNvSpPr>
            <p:nvPr/>
          </p:nvSpPr>
          <p:spPr>
            <a:xfrm>
              <a:off x="1601846" y="4882400"/>
              <a:ext cx="21741" cy="42946"/>
            </a:xfrm>
            <a:custGeom>
              <a:avLst/>
              <a:gdLst/>
              <a:ahLst/>
              <a:cxnLst/>
              <a:rect l="0" t="0" r="0" b="0"/>
              <a:pathLst>
                <a:path w="21741" h="42946">
                  <a:moveTo>
                    <a:pt x="21741" y="0"/>
                  </a:moveTo>
                  <a:lnTo>
                    <a:pt x="0" y="42946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7" name="Input_receptor__846">
              <a:extLst>
                <a:ext uri="{FF2B5EF4-FFF2-40B4-BE49-F238E27FC236}">
                  <a16:creationId xmlns:a16="http://schemas.microsoft.com/office/drawing/2014/main" id="{CAB0E677-0D61-C256-38A6-3381C05B7EF4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54074"/>
              <a:ext cx="26602" cy="33450"/>
            </a:xfrm>
            <a:custGeom>
              <a:avLst/>
              <a:gdLst/>
              <a:ahLst/>
              <a:cxnLst/>
              <a:rect l="0" t="0" r="0" b="0"/>
              <a:pathLst>
                <a:path w="26602" h="33450">
                  <a:moveTo>
                    <a:pt x="0" y="33450"/>
                  </a:moveTo>
                  <a:lnTo>
                    <a:pt x="26602" y="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8" name="Input_receptor__847">
              <a:extLst>
                <a:ext uri="{FF2B5EF4-FFF2-40B4-BE49-F238E27FC236}">
                  <a16:creationId xmlns:a16="http://schemas.microsoft.com/office/drawing/2014/main" id="{F35A7B68-2047-4463-6923-09B30A2B0194}"/>
                </a:ext>
              </a:extLst>
            </p:cNvPr>
            <p:cNvSpPr>
              <a:spLocks noGrp="1"/>
            </p:cNvSpPr>
            <p:nvPr/>
          </p:nvSpPr>
          <p:spPr>
            <a:xfrm>
              <a:off x="1539716" y="4844404"/>
              <a:ext cx="12098" cy="15783"/>
            </a:xfrm>
            <a:custGeom>
              <a:avLst/>
              <a:gdLst/>
              <a:ahLst/>
              <a:cxnLst/>
              <a:rect l="0" t="0" r="0" b="0"/>
              <a:pathLst>
                <a:path w="12098" h="15783">
                  <a:moveTo>
                    <a:pt x="0" y="15783"/>
                  </a:moveTo>
                  <a:lnTo>
                    <a:pt x="1209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9" name="Input_receptor__848">
              <a:extLst>
                <a:ext uri="{FF2B5EF4-FFF2-40B4-BE49-F238E27FC236}">
                  <a16:creationId xmlns:a16="http://schemas.microsoft.com/office/drawing/2014/main" id="{953D9355-5B3C-6A89-ADBB-64D45960D20F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99858"/>
              <a:ext cx="24818" cy="22606"/>
            </a:xfrm>
            <a:custGeom>
              <a:avLst/>
              <a:gdLst/>
              <a:ahLst/>
              <a:cxnLst/>
              <a:rect l="0" t="0" r="0" b="0"/>
              <a:pathLst>
                <a:path w="24818" h="22606">
                  <a:moveTo>
                    <a:pt x="0" y="22606"/>
                  </a:moveTo>
                  <a:lnTo>
                    <a:pt x="2481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0" name="Input_receptor__849">
              <a:extLst>
                <a:ext uri="{FF2B5EF4-FFF2-40B4-BE49-F238E27FC236}">
                  <a16:creationId xmlns:a16="http://schemas.microsoft.com/office/drawing/2014/main" id="{142FF03E-9D8A-89DC-C77F-DBFB9CEBA137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367403"/>
              <a:ext cx="19449" cy="42182"/>
            </a:xfrm>
            <a:custGeom>
              <a:avLst/>
              <a:gdLst/>
              <a:ahLst/>
              <a:cxnLst/>
              <a:rect l="0" t="0" r="0" b="0"/>
              <a:pathLst>
                <a:path w="19449" h="42182">
                  <a:moveTo>
                    <a:pt x="0" y="42182"/>
                  </a:moveTo>
                  <a:lnTo>
                    <a:pt x="19449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1" name="Input_receptor__850">
              <a:extLst>
                <a:ext uri="{FF2B5EF4-FFF2-40B4-BE49-F238E27FC236}">
                  <a16:creationId xmlns:a16="http://schemas.microsoft.com/office/drawing/2014/main" id="{90D280C2-11AD-7091-033E-92E7B3C3FC49}"/>
                </a:ext>
              </a:extLst>
            </p:cNvPr>
            <p:cNvSpPr>
              <a:spLocks noGrp="1"/>
            </p:cNvSpPr>
            <p:nvPr/>
          </p:nvSpPr>
          <p:spPr>
            <a:xfrm>
              <a:off x="1711795" y="5356128"/>
              <a:ext cx="39776" cy="22250"/>
            </a:xfrm>
            <a:custGeom>
              <a:avLst/>
              <a:gdLst/>
              <a:ahLst/>
              <a:cxnLst/>
              <a:rect l="0" t="0" r="0" b="0"/>
              <a:pathLst>
                <a:path w="39776" h="22250">
                  <a:moveTo>
                    <a:pt x="0" y="0"/>
                  </a:moveTo>
                  <a:lnTo>
                    <a:pt x="39776" y="2225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2" name="Input_receptor__851">
              <a:extLst>
                <a:ext uri="{FF2B5EF4-FFF2-40B4-BE49-F238E27FC236}">
                  <a16:creationId xmlns:a16="http://schemas.microsoft.com/office/drawing/2014/main" id="{25155EE1-C81A-C2AD-8D68-B34169DFEE48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23920" cy="2559"/>
            </a:xfrm>
            <a:custGeom>
              <a:avLst/>
              <a:gdLst/>
              <a:ahLst/>
              <a:cxnLst/>
              <a:rect l="0" t="0" r="0" b="0"/>
              <a:pathLst>
                <a:path w="23920" h="2559">
                  <a:moveTo>
                    <a:pt x="0" y="0"/>
                  </a:moveTo>
                  <a:lnTo>
                    <a:pt x="23920" y="255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3" name="Input_receptor__852">
              <a:extLst>
                <a:ext uri="{FF2B5EF4-FFF2-40B4-BE49-F238E27FC236}">
                  <a16:creationId xmlns:a16="http://schemas.microsoft.com/office/drawing/2014/main" id="{EA84E8D9-BEF4-8201-E406-2EE72EBDEC43}"/>
                </a:ext>
              </a:extLst>
            </p:cNvPr>
            <p:cNvSpPr>
              <a:spLocks noGrp="1"/>
            </p:cNvSpPr>
            <p:nvPr/>
          </p:nvSpPr>
          <p:spPr>
            <a:xfrm>
              <a:off x="1104270" y="5282843"/>
              <a:ext cx="35381" cy="14537"/>
            </a:xfrm>
            <a:custGeom>
              <a:avLst/>
              <a:gdLst/>
              <a:ahLst/>
              <a:cxnLst/>
              <a:rect l="0" t="0" r="0" b="0"/>
              <a:pathLst>
                <a:path w="35381" h="14537">
                  <a:moveTo>
                    <a:pt x="0" y="0"/>
                  </a:moveTo>
                  <a:lnTo>
                    <a:pt x="35381" y="14537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4" name="Input_receptor__853">
              <a:extLst>
                <a:ext uri="{FF2B5EF4-FFF2-40B4-BE49-F238E27FC236}">
                  <a16:creationId xmlns:a16="http://schemas.microsoft.com/office/drawing/2014/main" id="{97B4E91A-3ADD-D87E-E8DE-870497359B26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1745"/>
              <a:ext cx="48387" cy="1709"/>
            </a:xfrm>
            <a:custGeom>
              <a:avLst/>
              <a:gdLst/>
              <a:ahLst/>
              <a:cxnLst/>
              <a:rect l="0" t="0" r="0" b="0"/>
              <a:pathLst>
                <a:path w="48387" h="1709">
                  <a:moveTo>
                    <a:pt x="48387" y="0"/>
                  </a:moveTo>
                  <a:lnTo>
                    <a:pt x="0" y="170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5" name="Input_receptor__854">
              <a:extLst>
                <a:ext uri="{FF2B5EF4-FFF2-40B4-BE49-F238E27FC236}">
                  <a16:creationId xmlns:a16="http://schemas.microsoft.com/office/drawing/2014/main" id="{2EEDBD6F-528C-5ABD-7B3C-0F4CCD59DE03}"/>
                </a:ext>
              </a:extLst>
            </p:cNvPr>
            <p:cNvSpPr>
              <a:spLocks noGrp="1"/>
            </p:cNvSpPr>
            <p:nvPr/>
          </p:nvSpPr>
          <p:spPr>
            <a:xfrm>
              <a:off x="1004707" y="4903572"/>
              <a:ext cx="27966" cy="36589"/>
            </a:xfrm>
            <a:custGeom>
              <a:avLst/>
              <a:gdLst/>
              <a:ahLst/>
              <a:cxnLst/>
              <a:rect l="0" t="0" r="0" b="0"/>
              <a:pathLst>
                <a:path w="27966" h="36589">
                  <a:moveTo>
                    <a:pt x="0" y="0"/>
                  </a:moveTo>
                  <a:lnTo>
                    <a:pt x="27966" y="36589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6" name="Input_receptor__855">
              <a:extLst>
                <a:ext uri="{FF2B5EF4-FFF2-40B4-BE49-F238E27FC236}">
                  <a16:creationId xmlns:a16="http://schemas.microsoft.com/office/drawing/2014/main" id="{1FA34591-2012-485E-3B1E-B739312241E8}"/>
                </a:ext>
              </a:extLst>
            </p:cNvPr>
            <p:cNvSpPr>
              <a:spLocks noGrp="1"/>
            </p:cNvSpPr>
            <p:nvPr/>
          </p:nvSpPr>
          <p:spPr>
            <a:xfrm>
              <a:off x="1495593" y="5209920"/>
              <a:ext cx="45297" cy="4126"/>
            </a:xfrm>
            <a:custGeom>
              <a:avLst/>
              <a:gdLst/>
              <a:ahLst/>
              <a:cxnLst/>
              <a:rect l="0" t="0" r="0" b="0"/>
              <a:pathLst>
                <a:path w="45297" h="4126">
                  <a:moveTo>
                    <a:pt x="45297" y="41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7" name="Input_receptor__856">
              <a:extLst>
                <a:ext uri="{FF2B5EF4-FFF2-40B4-BE49-F238E27FC236}">
                  <a16:creationId xmlns:a16="http://schemas.microsoft.com/office/drawing/2014/main" id="{5258D0D0-2DF3-0DCC-3E4F-73CA208EEC40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378379"/>
              <a:ext cx="17636" cy="43048"/>
            </a:xfrm>
            <a:custGeom>
              <a:avLst/>
              <a:gdLst/>
              <a:ahLst/>
              <a:cxnLst/>
              <a:rect l="0" t="0" r="0" b="0"/>
              <a:pathLst>
                <a:path w="17636" h="43048">
                  <a:moveTo>
                    <a:pt x="17636" y="0"/>
                  </a:moveTo>
                  <a:lnTo>
                    <a:pt x="0" y="43048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8" name="Input_receptor__857">
              <a:extLst>
                <a:ext uri="{FF2B5EF4-FFF2-40B4-BE49-F238E27FC236}">
                  <a16:creationId xmlns:a16="http://schemas.microsoft.com/office/drawing/2014/main" id="{FC3392A7-EB99-A20A-A368-A04A1A95B06C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42425"/>
              <a:ext cx="29133" cy="22656"/>
            </a:xfrm>
            <a:custGeom>
              <a:avLst/>
              <a:gdLst/>
              <a:ahLst/>
              <a:cxnLst/>
              <a:rect l="0" t="0" r="0" b="0"/>
              <a:pathLst>
                <a:path w="29133" h="22656">
                  <a:moveTo>
                    <a:pt x="29133" y="0"/>
                  </a:moveTo>
                  <a:lnTo>
                    <a:pt x="0" y="22656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9" name="Input_receptor__858">
              <a:extLst>
                <a:ext uri="{FF2B5EF4-FFF2-40B4-BE49-F238E27FC236}">
                  <a16:creationId xmlns:a16="http://schemas.microsoft.com/office/drawing/2014/main" id="{15752338-2E80-0A3C-A3D6-29E40C5B447A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4955241"/>
              <a:ext cx="9656" cy="47252"/>
            </a:xfrm>
            <a:custGeom>
              <a:avLst/>
              <a:gdLst/>
              <a:ahLst/>
              <a:cxnLst/>
              <a:rect l="0" t="0" r="0" b="0"/>
              <a:pathLst>
                <a:path w="9656" h="47252">
                  <a:moveTo>
                    <a:pt x="0" y="47252"/>
                  </a:moveTo>
                  <a:lnTo>
                    <a:pt x="9656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0" name="Input_receptor__859">
              <a:extLst>
                <a:ext uri="{FF2B5EF4-FFF2-40B4-BE49-F238E27FC236}">
                  <a16:creationId xmlns:a16="http://schemas.microsoft.com/office/drawing/2014/main" id="{0DB63541-F12D-B521-F3ED-CD939104330F}"/>
                </a:ext>
              </a:extLst>
            </p:cNvPr>
            <p:cNvSpPr>
              <a:spLocks noGrp="1"/>
            </p:cNvSpPr>
            <p:nvPr/>
          </p:nvSpPr>
          <p:spPr>
            <a:xfrm>
              <a:off x="1634008" y="5104427"/>
              <a:ext cx="5314" cy="37998"/>
            </a:xfrm>
            <a:custGeom>
              <a:avLst/>
              <a:gdLst/>
              <a:ahLst/>
              <a:cxnLst/>
              <a:rect l="0" t="0" r="0" b="0"/>
              <a:pathLst>
                <a:path w="5314" h="37998">
                  <a:moveTo>
                    <a:pt x="5314" y="0"/>
                  </a:moveTo>
                  <a:lnTo>
                    <a:pt x="0" y="37998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1" name="Input_receptor__860">
              <a:extLst>
                <a:ext uri="{FF2B5EF4-FFF2-40B4-BE49-F238E27FC236}">
                  <a16:creationId xmlns:a16="http://schemas.microsoft.com/office/drawing/2014/main" id="{8F32CF1E-BECE-AD96-DA9B-86C916BC5647}"/>
                </a:ext>
              </a:extLst>
            </p:cNvPr>
            <p:cNvSpPr>
              <a:spLocks noGrp="1"/>
            </p:cNvSpPr>
            <p:nvPr/>
          </p:nvSpPr>
          <p:spPr>
            <a:xfrm>
              <a:off x="1772606" y="4863472"/>
              <a:ext cx="21430" cy="41639"/>
            </a:xfrm>
            <a:custGeom>
              <a:avLst/>
              <a:gdLst/>
              <a:ahLst/>
              <a:cxnLst/>
              <a:rect l="0" t="0" r="0" b="0"/>
              <a:pathLst>
                <a:path w="21430" h="41639">
                  <a:moveTo>
                    <a:pt x="0" y="41639"/>
                  </a:moveTo>
                  <a:lnTo>
                    <a:pt x="2143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2" name="Input_receptor__861">
              <a:extLst>
                <a:ext uri="{FF2B5EF4-FFF2-40B4-BE49-F238E27FC236}">
                  <a16:creationId xmlns:a16="http://schemas.microsoft.com/office/drawing/2014/main" id="{92C5EA8F-F88B-200F-F638-C3FE10B81F5A}"/>
                </a:ext>
              </a:extLst>
            </p:cNvPr>
            <p:cNvSpPr>
              <a:spLocks noGrp="1"/>
            </p:cNvSpPr>
            <p:nvPr/>
          </p:nvSpPr>
          <p:spPr>
            <a:xfrm>
              <a:off x="1089828" y="5438287"/>
              <a:ext cx="32329" cy="29647"/>
            </a:xfrm>
            <a:custGeom>
              <a:avLst/>
              <a:gdLst/>
              <a:ahLst/>
              <a:cxnLst/>
              <a:rect l="0" t="0" r="0" b="0"/>
              <a:pathLst>
                <a:path w="32329" h="29647">
                  <a:moveTo>
                    <a:pt x="32329" y="296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3" name="Input_receptor__862">
              <a:extLst>
                <a:ext uri="{FF2B5EF4-FFF2-40B4-BE49-F238E27FC236}">
                  <a16:creationId xmlns:a16="http://schemas.microsoft.com/office/drawing/2014/main" id="{1B902296-462E-3BEA-CBFF-57F3F0314B8E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8287"/>
              <a:ext cx="37975" cy="22461"/>
            </a:xfrm>
            <a:custGeom>
              <a:avLst/>
              <a:gdLst/>
              <a:ahLst/>
              <a:cxnLst/>
              <a:rect l="0" t="0" r="0" b="0"/>
              <a:pathLst>
                <a:path w="37975" h="22461">
                  <a:moveTo>
                    <a:pt x="37975" y="0"/>
                  </a:moveTo>
                  <a:lnTo>
                    <a:pt x="0" y="22461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4" name="Input_receptor__863">
              <a:extLst>
                <a:ext uri="{FF2B5EF4-FFF2-40B4-BE49-F238E27FC236}">
                  <a16:creationId xmlns:a16="http://schemas.microsoft.com/office/drawing/2014/main" id="{07E216BB-7944-2623-6217-0024F181ADE0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297380"/>
              <a:ext cx="4911" cy="44102"/>
            </a:xfrm>
            <a:custGeom>
              <a:avLst/>
              <a:gdLst/>
              <a:ahLst/>
              <a:cxnLst/>
              <a:rect l="0" t="0" r="0" b="0"/>
              <a:pathLst>
                <a:path w="4911" h="44102">
                  <a:moveTo>
                    <a:pt x="4911" y="0"/>
                  </a:moveTo>
                  <a:lnTo>
                    <a:pt x="0" y="44102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5" name="Input_receptor__864">
              <a:extLst>
                <a:ext uri="{FF2B5EF4-FFF2-40B4-BE49-F238E27FC236}">
                  <a16:creationId xmlns:a16="http://schemas.microsoft.com/office/drawing/2014/main" id="{575CF79F-0043-A9E7-DF68-5F1411BDF0EE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0918"/>
              <a:ext cx="37000" cy="17797"/>
            </a:xfrm>
            <a:custGeom>
              <a:avLst/>
              <a:gdLst/>
              <a:ahLst/>
              <a:cxnLst/>
              <a:rect l="0" t="0" r="0" b="0"/>
              <a:pathLst>
                <a:path w="37000" h="17797">
                  <a:moveTo>
                    <a:pt x="0" y="17797"/>
                  </a:moveTo>
                  <a:lnTo>
                    <a:pt x="37000" y="0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66" name="Input_receptor__865">
              <a:extLst>
                <a:ext uri="{FF2B5EF4-FFF2-40B4-BE49-F238E27FC236}">
                  <a16:creationId xmlns:a16="http://schemas.microsoft.com/office/drawing/2014/main" id="{4F5966D5-21C2-31D1-D0C7-E72FD174DE53}"/>
                </a:ext>
              </a:extLst>
            </p:cNvPr>
            <p:cNvSpPr>
              <a:spLocks noGrp="1"/>
            </p:cNvSpPr>
            <p:nvPr/>
          </p:nvSpPr>
          <p:spPr>
            <a:xfrm>
              <a:off x="1199148" y="4802644"/>
              <a:ext cx="17938" cy="40560"/>
            </a:xfrm>
            <a:custGeom>
              <a:avLst/>
              <a:gdLst/>
              <a:ahLst/>
              <a:cxnLst/>
              <a:rect l="0" t="0" r="0" b="0"/>
              <a:pathLst>
                <a:path w="17938" h="40560">
                  <a:moveTo>
                    <a:pt x="0" y="0"/>
                  </a:moveTo>
                  <a:lnTo>
                    <a:pt x="17938" y="4056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7" name="Input_receptor__866">
              <a:extLst>
                <a:ext uri="{FF2B5EF4-FFF2-40B4-BE49-F238E27FC236}">
                  <a16:creationId xmlns:a16="http://schemas.microsoft.com/office/drawing/2014/main" id="{B3856456-3EFA-09A5-B338-5B2684D7F14B}"/>
                </a:ext>
              </a:extLst>
            </p:cNvPr>
            <p:cNvSpPr>
              <a:spLocks noGrp="1"/>
            </p:cNvSpPr>
            <p:nvPr/>
          </p:nvSpPr>
          <p:spPr>
            <a:xfrm>
              <a:off x="1177479" y="4987180"/>
              <a:ext cx="14284" cy="25183"/>
            </a:xfrm>
            <a:custGeom>
              <a:avLst/>
              <a:gdLst/>
              <a:ahLst/>
              <a:cxnLst/>
              <a:rect l="0" t="0" r="0" b="0"/>
              <a:pathLst>
                <a:path w="14284" h="25183">
                  <a:moveTo>
                    <a:pt x="14284" y="0"/>
                  </a:moveTo>
                  <a:lnTo>
                    <a:pt x="0" y="2518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8" name="Input_receptor__867">
              <a:extLst>
                <a:ext uri="{FF2B5EF4-FFF2-40B4-BE49-F238E27FC236}">
                  <a16:creationId xmlns:a16="http://schemas.microsoft.com/office/drawing/2014/main" id="{C0AF5FAF-AE8C-A2E8-27DA-AD72B03FDCE9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43113"/>
              <a:ext cx="35207" cy="32164"/>
            </a:xfrm>
            <a:custGeom>
              <a:avLst/>
              <a:gdLst/>
              <a:ahLst/>
              <a:cxnLst/>
              <a:rect l="0" t="0" r="0" b="0"/>
              <a:pathLst>
                <a:path w="35207" h="32164">
                  <a:moveTo>
                    <a:pt x="35207" y="321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9" name="Input_receptor__868">
              <a:extLst>
                <a:ext uri="{FF2B5EF4-FFF2-40B4-BE49-F238E27FC236}">
                  <a16:creationId xmlns:a16="http://schemas.microsoft.com/office/drawing/2014/main" id="{02EE1BF1-E3A5-3BE2-85AF-19F97E73319E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105493"/>
              <a:ext cx="5015" cy="1943"/>
            </a:xfrm>
            <a:custGeom>
              <a:avLst/>
              <a:gdLst/>
              <a:ahLst/>
              <a:cxnLst/>
              <a:rect l="0" t="0" r="0" b="0"/>
              <a:pathLst>
                <a:path w="5015" h="1943">
                  <a:moveTo>
                    <a:pt x="0" y="0"/>
                  </a:moveTo>
                  <a:lnTo>
                    <a:pt x="5015" y="194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0" name="Input_receptor__869">
              <a:extLst>
                <a:ext uri="{FF2B5EF4-FFF2-40B4-BE49-F238E27FC236}">
                  <a16:creationId xmlns:a16="http://schemas.microsoft.com/office/drawing/2014/main" id="{62287C56-7A42-57B8-06C3-47C85F6B33C8}"/>
                </a:ext>
              </a:extLst>
            </p:cNvPr>
            <p:cNvSpPr>
              <a:spLocks noGrp="1"/>
            </p:cNvSpPr>
            <p:nvPr/>
          </p:nvSpPr>
          <p:spPr>
            <a:xfrm>
              <a:off x="1489495" y="4846437"/>
              <a:ext cx="11224" cy="37876"/>
            </a:xfrm>
            <a:custGeom>
              <a:avLst/>
              <a:gdLst/>
              <a:ahLst/>
              <a:cxnLst/>
              <a:rect l="0" t="0" r="0" b="0"/>
              <a:pathLst>
                <a:path w="11224" h="37876">
                  <a:moveTo>
                    <a:pt x="0" y="0"/>
                  </a:moveTo>
                  <a:lnTo>
                    <a:pt x="11224" y="37876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71" name="Input_receptor__870">
              <a:extLst>
                <a:ext uri="{FF2B5EF4-FFF2-40B4-BE49-F238E27FC236}">
                  <a16:creationId xmlns:a16="http://schemas.microsoft.com/office/drawing/2014/main" id="{D7B7B5BE-8FEA-6611-3F11-5FD3C2913D08}"/>
                </a:ext>
              </a:extLst>
            </p:cNvPr>
            <p:cNvSpPr>
              <a:spLocks noGrp="1"/>
            </p:cNvSpPr>
            <p:nvPr/>
          </p:nvSpPr>
          <p:spPr>
            <a:xfrm>
              <a:off x="1095550" y="5467933"/>
              <a:ext cx="26607" cy="39029"/>
            </a:xfrm>
            <a:custGeom>
              <a:avLst/>
              <a:gdLst/>
              <a:ahLst/>
              <a:cxnLst/>
              <a:rect l="0" t="0" r="0" b="0"/>
              <a:pathLst>
                <a:path w="26607" h="39029">
                  <a:moveTo>
                    <a:pt x="0" y="39029"/>
                  </a:moveTo>
                  <a:lnTo>
                    <a:pt x="2660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2" name="Input_receptor__871">
              <a:extLst>
                <a:ext uri="{FF2B5EF4-FFF2-40B4-BE49-F238E27FC236}">
                  <a16:creationId xmlns:a16="http://schemas.microsoft.com/office/drawing/2014/main" id="{E36CF306-97CE-65E8-0E23-5A4ECF1FA7E0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56128"/>
              <a:ext cx="25245" cy="16576"/>
            </a:xfrm>
            <a:custGeom>
              <a:avLst/>
              <a:gdLst/>
              <a:ahLst/>
              <a:cxnLst/>
              <a:rect l="0" t="0" r="0" b="0"/>
              <a:pathLst>
                <a:path w="25245" h="16576">
                  <a:moveTo>
                    <a:pt x="0" y="16576"/>
                  </a:moveTo>
                  <a:lnTo>
                    <a:pt x="25245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3" name="Input_receptor__872">
              <a:extLst>
                <a:ext uri="{FF2B5EF4-FFF2-40B4-BE49-F238E27FC236}">
                  <a16:creationId xmlns:a16="http://schemas.microsoft.com/office/drawing/2014/main" id="{DC8DB07E-54F3-8B51-58B9-571F69AF1FBA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63471"/>
              <a:ext cx="36790" cy="21926"/>
            </a:xfrm>
            <a:custGeom>
              <a:avLst/>
              <a:gdLst/>
              <a:ahLst/>
              <a:cxnLst/>
              <a:rect l="0" t="0" r="0" b="0"/>
              <a:pathLst>
                <a:path w="36790" h="21926">
                  <a:moveTo>
                    <a:pt x="0" y="0"/>
                  </a:moveTo>
                  <a:lnTo>
                    <a:pt x="36790" y="2192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4" name="Input_receptor__873">
              <a:extLst>
                <a:ext uri="{FF2B5EF4-FFF2-40B4-BE49-F238E27FC236}">
                  <a16:creationId xmlns:a16="http://schemas.microsoft.com/office/drawing/2014/main" id="{6B4E7A97-B5BA-6D79-DB3E-932560955846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281328"/>
              <a:ext cx="26437" cy="39826"/>
            </a:xfrm>
            <a:custGeom>
              <a:avLst/>
              <a:gdLst/>
              <a:ahLst/>
              <a:cxnLst/>
              <a:rect l="0" t="0" r="0" b="0"/>
              <a:pathLst>
                <a:path w="26437" h="39826">
                  <a:moveTo>
                    <a:pt x="0" y="39826"/>
                  </a:moveTo>
                  <a:lnTo>
                    <a:pt x="2643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5" name="Input_receptor__874">
              <a:extLst>
                <a:ext uri="{FF2B5EF4-FFF2-40B4-BE49-F238E27FC236}">
                  <a16:creationId xmlns:a16="http://schemas.microsoft.com/office/drawing/2014/main" id="{387AD9AA-533F-234A-E84C-481A362EDBF3}"/>
                </a:ext>
              </a:extLst>
            </p:cNvPr>
            <p:cNvSpPr>
              <a:spLocks noGrp="1"/>
            </p:cNvSpPr>
            <p:nvPr/>
          </p:nvSpPr>
          <p:spPr>
            <a:xfrm>
              <a:off x="1669395" y="4960995"/>
              <a:ext cx="47805" cy="6466"/>
            </a:xfrm>
            <a:custGeom>
              <a:avLst/>
              <a:gdLst/>
              <a:ahLst/>
              <a:cxnLst/>
              <a:rect l="0" t="0" r="0" b="0"/>
              <a:pathLst>
                <a:path w="47805" h="6466">
                  <a:moveTo>
                    <a:pt x="0" y="0"/>
                  </a:moveTo>
                  <a:lnTo>
                    <a:pt x="47805" y="646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6" name="Input_receptor__875">
              <a:extLst>
                <a:ext uri="{FF2B5EF4-FFF2-40B4-BE49-F238E27FC236}">
                  <a16:creationId xmlns:a16="http://schemas.microsoft.com/office/drawing/2014/main" id="{3979F046-22BE-D68C-F12D-32E357F1F269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40884"/>
              <a:ext cx="5739" cy="34973"/>
            </a:xfrm>
            <a:custGeom>
              <a:avLst/>
              <a:gdLst/>
              <a:ahLst/>
              <a:cxnLst/>
              <a:rect l="0" t="0" r="0" b="0"/>
              <a:pathLst>
                <a:path w="5739" h="34973">
                  <a:moveTo>
                    <a:pt x="5739" y="349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7" name="Input_receptor__876">
              <a:extLst>
                <a:ext uri="{FF2B5EF4-FFF2-40B4-BE49-F238E27FC236}">
                  <a16:creationId xmlns:a16="http://schemas.microsoft.com/office/drawing/2014/main" id="{51274693-6C43-34D0-AB66-67B264FEE1B5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5008"/>
              <a:ext cx="39439" cy="14519"/>
            </a:xfrm>
            <a:custGeom>
              <a:avLst/>
              <a:gdLst/>
              <a:ahLst/>
              <a:cxnLst/>
              <a:rect l="0" t="0" r="0" b="0"/>
              <a:pathLst>
                <a:path w="39439" h="14519">
                  <a:moveTo>
                    <a:pt x="0" y="14519"/>
                  </a:moveTo>
                  <a:lnTo>
                    <a:pt x="39439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78" name="Input_receptor__877">
              <a:extLst>
                <a:ext uri="{FF2B5EF4-FFF2-40B4-BE49-F238E27FC236}">
                  <a16:creationId xmlns:a16="http://schemas.microsoft.com/office/drawing/2014/main" id="{D391D2AB-F86B-C1F1-11CC-14E96860A6F7}"/>
                </a:ext>
              </a:extLst>
            </p:cNvPr>
            <p:cNvSpPr>
              <a:spLocks noGrp="1"/>
            </p:cNvSpPr>
            <p:nvPr/>
          </p:nvSpPr>
          <p:spPr>
            <a:xfrm>
              <a:off x="1465713" y="4513071"/>
              <a:ext cx="36626" cy="1946"/>
            </a:xfrm>
            <a:custGeom>
              <a:avLst/>
              <a:gdLst/>
              <a:ahLst/>
              <a:cxnLst/>
              <a:rect l="0" t="0" r="0" b="0"/>
              <a:pathLst>
                <a:path w="36626" h="1946">
                  <a:moveTo>
                    <a:pt x="0" y="1946"/>
                  </a:moveTo>
                  <a:lnTo>
                    <a:pt x="36626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9" name="Input_receptor__878">
              <a:extLst>
                <a:ext uri="{FF2B5EF4-FFF2-40B4-BE49-F238E27FC236}">
                  <a16:creationId xmlns:a16="http://schemas.microsoft.com/office/drawing/2014/main" id="{97CADE0E-E6AE-A64B-3355-366347AE5194}"/>
                </a:ext>
              </a:extLst>
            </p:cNvPr>
            <p:cNvSpPr>
              <a:spLocks noGrp="1"/>
            </p:cNvSpPr>
            <p:nvPr/>
          </p:nvSpPr>
          <p:spPr>
            <a:xfrm>
              <a:off x="1377816" y="4847569"/>
              <a:ext cx="41732" cy="19464"/>
            </a:xfrm>
            <a:custGeom>
              <a:avLst/>
              <a:gdLst/>
              <a:ahLst/>
              <a:cxnLst/>
              <a:rect l="0" t="0" r="0" b="0"/>
              <a:pathLst>
                <a:path w="41732" h="19464">
                  <a:moveTo>
                    <a:pt x="41732" y="0"/>
                  </a:moveTo>
                  <a:lnTo>
                    <a:pt x="0" y="19464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0" name="Input_receptor__879">
              <a:extLst>
                <a:ext uri="{FF2B5EF4-FFF2-40B4-BE49-F238E27FC236}">
                  <a16:creationId xmlns:a16="http://schemas.microsoft.com/office/drawing/2014/main" id="{AB6A179F-8E17-F094-6F2D-4E0C261D1F35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40763"/>
              <a:ext cx="20568" cy="4408"/>
            </a:xfrm>
            <a:custGeom>
              <a:avLst/>
              <a:gdLst/>
              <a:ahLst/>
              <a:cxnLst/>
              <a:rect l="0" t="0" r="0" b="0"/>
              <a:pathLst>
                <a:path w="20568" h="4408">
                  <a:moveTo>
                    <a:pt x="20568" y="44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1" name="Input_receptor__880">
              <a:extLst>
                <a:ext uri="{FF2B5EF4-FFF2-40B4-BE49-F238E27FC236}">
                  <a16:creationId xmlns:a16="http://schemas.microsoft.com/office/drawing/2014/main" id="{36AB5448-098E-5195-1603-8390558B426B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24705"/>
              <a:ext cx="6242" cy="38767"/>
            </a:xfrm>
            <a:custGeom>
              <a:avLst/>
              <a:gdLst/>
              <a:ahLst/>
              <a:cxnLst/>
              <a:rect l="0" t="0" r="0" b="0"/>
              <a:pathLst>
                <a:path w="6242" h="38767">
                  <a:moveTo>
                    <a:pt x="6242" y="0"/>
                  </a:moveTo>
                  <a:lnTo>
                    <a:pt x="0" y="38767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2" name="Input_receptor__881">
              <a:extLst>
                <a:ext uri="{FF2B5EF4-FFF2-40B4-BE49-F238E27FC236}">
                  <a16:creationId xmlns:a16="http://schemas.microsoft.com/office/drawing/2014/main" id="{4062100D-0B35-0BD4-C80E-8291788980F3}"/>
                </a:ext>
              </a:extLst>
            </p:cNvPr>
            <p:cNvSpPr>
              <a:spLocks noGrp="1"/>
            </p:cNvSpPr>
            <p:nvPr/>
          </p:nvSpPr>
          <p:spPr>
            <a:xfrm>
              <a:off x="1032673" y="4940161"/>
              <a:ext cx="27992" cy="2369"/>
            </a:xfrm>
            <a:custGeom>
              <a:avLst/>
              <a:gdLst/>
              <a:ahLst/>
              <a:cxnLst/>
              <a:rect l="0" t="0" r="0" b="0"/>
              <a:pathLst>
                <a:path w="27992" h="2369">
                  <a:moveTo>
                    <a:pt x="0" y="0"/>
                  </a:moveTo>
                  <a:lnTo>
                    <a:pt x="27992" y="2369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3" name="Input_receptor__882">
              <a:extLst>
                <a:ext uri="{FF2B5EF4-FFF2-40B4-BE49-F238E27FC236}">
                  <a16:creationId xmlns:a16="http://schemas.microsoft.com/office/drawing/2014/main" id="{F5926B2C-DADB-65F8-27EC-348A984D241D}"/>
                </a:ext>
              </a:extLst>
            </p:cNvPr>
            <p:cNvSpPr>
              <a:spLocks noGrp="1"/>
            </p:cNvSpPr>
            <p:nvPr/>
          </p:nvSpPr>
          <p:spPr>
            <a:xfrm>
              <a:off x="1880594" y="5291745"/>
              <a:ext cx="2971" cy="37810"/>
            </a:xfrm>
            <a:custGeom>
              <a:avLst/>
              <a:gdLst/>
              <a:ahLst/>
              <a:cxnLst/>
              <a:rect l="0" t="0" r="0" b="0"/>
              <a:pathLst>
                <a:path w="2971" h="37810">
                  <a:moveTo>
                    <a:pt x="2971" y="378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4" name="Input_receptor__883">
              <a:extLst>
                <a:ext uri="{FF2B5EF4-FFF2-40B4-BE49-F238E27FC236}">
                  <a16:creationId xmlns:a16="http://schemas.microsoft.com/office/drawing/2014/main" id="{7F56DCF3-7B5E-5D25-D98C-D4328B0BC051}"/>
                </a:ext>
              </a:extLst>
            </p:cNvPr>
            <p:cNvSpPr>
              <a:spLocks noGrp="1"/>
            </p:cNvSpPr>
            <p:nvPr/>
          </p:nvSpPr>
          <p:spPr>
            <a:xfrm>
              <a:off x="1595428" y="4860857"/>
              <a:ext cx="28159" cy="21542"/>
            </a:xfrm>
            <a:custGeom>
              <a:avLst/>
              <a:gdLst/>
              <a:ahLst/>
              <a:cxnLst/>
              <a:rect l="0" t="0" r="0" b="0"/>
              <a:pathLst>
                <a:path w="28159" h="21542">
                  <a:moveTo>
                    <a:pt x="0" y="0"/>
                  </a:moveTo>
                  <a:lnTo>
                    <a:pt x="28159" y="21542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85" name="Input_receptor__884">
              <a:extLst>
                <a:ext uri="{FF2B5EF4-FFF2-40B4-BE49-F238E27FC236}">
                  <a16:creationId xmlns:a16="http://schemas.microsoft.com/office/drawing/2014/main" id="{90FBA6AD-F075-7A85-53D5-3D52E426112C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11424"/>
              <a:ext cx="37009" cy="9556"/>
            </a:xfrm>
            <a:custGeom>
              <a:avLst/>
              <a:gdLst/>
              <a:ahLst/>
              <a:cxnLst/>
              <a:rect l="0" t="0" r="0" b="0"/>
              <a:pathLst>
                <a:path w="37009" h="9556">
                  <a:moveTo>
                    <a:pt x="37009" y="0"/>
                  </a:moveTo>
                  <a:lnTo>
                    <a:pt x="0" y="9556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6" name="Input_receptor__885">
              <a:extLst>
                <a:ext uri="{FF2B5EF4-FFF2-40B4-BE49-F238E27FC236}">
                  <a16:creationId xmlns:a16="http://schemas.microsoft.com/office/drawing/2014/main" id="{E25590DD-6816-F337-F4FD-FE6DE7368518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49311"/>
              <a:ext cx="25519" cy="31670"/>
            </a:xfrm>
            <a:custGeom>
              <a:avLst/>
              <a:gdLst/>
              <a:ahLst/>
              <a:cxnLst/>
              <a:rect l="0" t="0" r="0" b="0"/>
              <a:pathLst>
                <a:path w="25519" h="31670">
                  <a:moveTo>
                    <a:pt x="25519" y="316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7" name="Input_receptor__886">
              <a:extLst>
                <a:ext uri="{FF2B5EF4-FFF2-40B4-BE49-F238E27FC236}">
                  <a16:creationId xmlns:a16="http://schemas.microsoft.com/office/drawing/2014/main" id="{DAFE2BEE-D5AF-263C-7B7B-05EA6FBDC6FE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209920"/>
              <a:ext cx="16702" cy="6201"/>
            </a:xfrm>
            <a:custGeom>
              <a:avLst/>
              <a:gdLst/>
              <a:ahLst/>
              <a:cxnLst/>
              <a:rect l="0" t="0" r="0" b="0"/>
              <a:pathLst>
                <a:path w="16702" h="6201">
                  <a:moveTo>
                    <a:pt x="16702" y="0"/>
                  </a:moveTo>
                  <a:lnTo>
                    <a:pt x="0" y="6201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8" name="Input_receptor__887">
              <a:extLst>
                <a:ext uri="{FF2B5EF4-FFF2-40B4-BE49-F238E27FC236}">
                  <a16:creationId xmlns:a16="http://schemas.microsoft.com/office/drawing/2014/main" id="{6CC3CF9B-F050-C408-DEC4-2524169CFA05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29554"/>
              <a:ext cx="30988" cy="25081"/>
            </a:xfrm>
            <a:custGeom>
              <a:avLst/>
              <a:gdLst/>
              <a:ahLst/>
              <a:cxnLst/>
              <a:rect l="0" t="0" r="0" b="0"/>
              <a:pathLst>
                <a:path w="30988" h="25081">
                  <a:moveTo>
                    <a:pt x="0" y="25081"/>
                  </a:moveTo>
                  <a:lnTo>
                    <a:pt x="30988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9" name="Input_receptor__888">
              <a:extLst>
                <a:ext uri="{FF2B5EF4-FFF2-40B4-BE49-F238E27FC236}">
                  <a16:creationId xmlns:a16="http://schemas.microsoft.com/office/drawing/2014/main" id="{7DFF36DD-14CA-C5BC-6435-5D5CDBF2919C}"/>
                </a:ext>
              </a:extLst>
            </p:cNvPr>
            <p:cNvSpPr>
              <a:spLocks noGrp="1"/>
            </p:cNvSpPr>
            <p:nvPr/>
          </p:nvSpPr>
          <p:spPr>
            <a:xfrm>
              <a:off x="1587347" y="5045008"/>
              <a:ext cx="27974" cy="21900"/>
            </a:xfrm>
            <a:custGeom>
              <a:avLst/>
              <a:gdLst/>
              <a:ahLst/>
              <a:cxnLst/>
              <a:rect l="0" t="0" r="0" b="0"/>
              <a:pathLst>
                <a:path w="27974" h="21900">
                  <a:moveTo>
                    <a:pt x="0" y="0"/>
                  </a:moveTo>
                  <a:lnTo>
                    <a:pt x="27974" y="2190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0" name="Input_receptor__889">
              <a:extLst>
                <a:ext uri="{FF2B5EF4-FFF2-40B4-BE49-F238E27FC236}">
                  <a16:creationId xmlns:a16="http://schemas.microsoft.com/office/drawing/2014/main" id="{BEBE0F3E-2903-6818-3656-0E38E1CB0148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34967"/>
              <a:ext cx="27577" cy="33813"/>
            </a:xfrm>
            <a:custGeom>
              <a:avLst/>
              <a:gdLst/>
              <a:ahLst/>
              <a:cxnLst/>
              <a:rect l="0" t="0" r="0" b="0"/>
              <a:pathLst>
                <a:path w="27577" h="33813">
                  <a:moveTo>
                    <a:pt x="27577" y="0"/>
                  </a:moveTo>
                  <a:lnTo>
                    <a:pt x="0" y="33813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1" name="Input_receptor__890">
              <a:extLst>
                <a:ext uri="{FF2B5EF4-FFF2-40B4-BE49-F238E27FC236}">
                  <a16:creationId xmlns:a16="http://schemas.microsoft.com/office/drawing/2014/main" id="{3549721C-5484-62EC-337C-BF2176D6D5CD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51564"/>
              <a:ext cx="18504" cy="23556"/>
            </a:xfrm>
            <a:custGeom>
              <a:avLst/>
              <a:gdLst/>
              <a:ahLst/>
              <a:cxnLst/>
              <a:rect l="0" t="0" r="0" b="0"/>
              <a:pathLst>
                <a:path w="18504" h="23556">
                  <a:moveTo>
                    <a:pt x="0" y="23556"/>
                  </a:moveTo>
                  <a:lnTo>
                    <a:pt x="18504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2" name="Input_receptor__891">
              <a:extLst>
                <a:ext uri="{FF2B5EF4-FFF2-40B4-BE49-F238E27FC236}">
                  <a16:creationId xmlns:a16="http://schemas.microsoft.com/office/drawing/2014/main" id="{1280A381-36EF-1AE1-FF94-4E7434E32B36}"/>
                </a:ext>
              </a:extLst>
            </p:cNvPr>
            <p:cNvSpPr>
              <a:spLocks noGrp="1"/>
            </p:cNvSpPr>
            <p:nvPr/>
          </p:nvSpPr>
          <p:spPr>
            <a:xfrm>
              <a:off x="1434898" y="4570358"/>
              <a:ext cx="44916" cy="11755"/>
            </a:xfrm>
            <a:custGeom>
              <a:avLst/>
              <a:gdLst/>
              <a:ahLst/>
              <a:cxnLst/>
              <a:rect l="0" t="0" r="0" b="0"/>
              <a:pathLst>
                <a:path w="44916" h="11755">
                  <a:moveTo>
                    <a:pt x="44916" y="0"/>
                  </a:moveTo>
                  <a:lnTo>
                    <a:pt x="0" y="11755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3" name="Input_receptor__892">
              <a:extLst>
                <a:ext uri="{FF2B5EF4-FFF2-40B4-BE49-F238E27FC236}">
                  <a16:creationId xmlns:a16="http://schemas.microsoft.com/office/drawing/2014/main" id="{739681A6-1AE2-96AA-F43A-288EA765AA3D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09573"/>
              <a:ext cx="28101" cy="28754"/>
            </a:xfrm>
            <a:custGeom>
              <a:avLst/>
              <a:gdLst/>
              <a:ahLst/>
              <a:cxnLst/>
              <a:rect l="0" t="0" r="0" b="0"/>
              <a:pathLst>
                <a:path w="28101" h="28754">
                  <a:moveTo>
                    <a:pt x="0" y="28754"/>
                  </a:moveTo>
                  <a:lnTo>
                    <a:pt x="28101" y="0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4" name="Input_receptor__893">
              <a:extLst>
                <a:ext uri="{FF2B5EF4-FFF2-40B4-BE49-F238E27FC236}">
                  <a16:creationId xmlns:a16="http://schemas.microsoft.com/office/drawing/2014/main" id="{A3D31F3B-D5DD-121F-7DB9-DCDCF66DD653}"/>
                </a:ext>
              </a:extLst>
            </p:cNvPr>
            <p:cNvSpPr>
              <a:spLocks noGrp="1"/>
            </p:cNvSpPr>
            <p:nvPr/>
          </p:nvSpPr>
          <p:spPr>
            <a:xfrm>
              <a:off x="1717530" y="5134967"/>
              <a:ext cx="39867" cy="14348"/>
            </a:xfrm>
            <a:custGeom>
              <a:avLst/>
              <a:gdLst/>
              <a:ahLst/>
              <a:cxnLst/>
              <a:rect l="0" t="0" r="0" b="0"/>
              <a:pathLst>
                <a:path w="39867" h="14348">
                  <a:moveTo>
                    <a:pt x="39867" y="143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5" name="Input_receptor__894">
              <a:extLst>
                <a:ext uri="{FF2B5EF4-FFF2-40B4-BE49-F238E27FC236}">
                  <a16:creationId xmlns:a16="http://schemas.microsoft.com/office/drawing/2014/main" id="{8ECAD697-F48A-2EED-34D5-048DC5A8D952}"/>
                </a:ext>
              </a:extLst>
            </p:cNvPr>
            <p:cNvSpPr>
              <a:spLocks noGrp="1"/>
            </p:cNvSpPr>
            <p:nvPr/>
          </p:nvSpPr>
          <p:spPr>
            <a:xfrm>
              <a:off x="1038007" y="4421126"/>
              <a:ext cx="2074" cy="31401"/>
            </a:xfrm>
            <a:custGeom>
              <a:avLst/>
              <a:gdLst/>
              <a:ahLst/>
              <a:cxnLst/>
              <a:rect l="0" t="0" r="0" b="0"/>
              <a:pathLst>
                <a:path w="2074" h="31401">
                  <a:moveTo>
                    <a:pt x="0" y="31401"/>
                  </a:moveTo>
                  <a:lnTo>
                    <a:pt x="2074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6" name="Input_receptor__895">
              <a:extLst>
                <a:ext uri="{FF2B5EF4-FFF2-40B4-BE49-F238E27FC236}">
                  <a16:creationId xmlns:a16="http://schemas.microsoft.com/office/drawing/2014/main" id="{EC0E5C76-D39C-46C1-7CB4-E11359253091}"/>
                </a:ext>
              </a:extLst>
            </p:cNvPr>
            <p:cNvSpPr>
              <a:spLocks noGrp="1"/>
            </p:cNvSpPr>
            <p:nvPr/>
          </p:nvSpPr>
          <p:spPr>
            <a:xfrm>
              <a:off x="1712491" y="4967461"/>
              <a:ext cx="4709" cy="43963"/>
            </a:xfrm>
            <a:custGeom>
              <a:avLst/>
              <a:gdLst/>
              <a:ahLst/>
              <a:cxnLst/>
              <a:rect l="0" t="0" r="0" b="0"/>
              <a:pathLst>
                <a:path w="4709" h="43963">
                  <a:moveTo>
                    <a:pt x="4709" y="0"/>
                  </a:moveTo>
                  <a:lnTo>
                    <a:pt x="0" y="43963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7" name="Input_receptor__896">
              <a:extLst>
                <a:ext uri="{FF2B5EF4-FFF2-40B4-BE49-F238E27FC236}">
                  <a16:creationId xmlns:a16="http://schemas.microsoft.com/office/drawing/2014/main" id="{E66C7812-168A-C843-CF11-30D1EC824F64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50602"/>
              <a:ext cx="35808" cy="32569"/>
            </a:xfrm>
            <a:custGeom>
              <a:avLst/>
              <a:gdLst/>
              <a:ahLst/>
              <a:cxnLst/>
              <a:rect l="0" t="0" r="0" b="0"/>
              <a:pathLst>
                <a:path w="35808" h="32569">
                  <a:moveTo>
                    <a:pt x="0" y="32569"/>
                  </a:moveTo>
                  <a:lnTo>
                    <a:pt x="35808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8" name="Input_receptor__897">
              <a:extLst>
                <a:ext uri="{FF2B5EF4-FFF2-40B4-BE49-F238E27FC236}">
                  <a16:creationId xmlns:a16="http://schemas.microsoft.com/office/drawing/2014/main" id="{B3FFB4C8-657A-4858-2978-DB6A0D29110D}"/>
                </a:ext>
              </a:extLst>
            </p:cNvPr>
            <p:cNvSpPr>
              <a:spLocks noGrp="1"/>
            </p:cNvSpPr>
            <p:nvPr/>
          </p:nvSpPr>
          <p:spPr>
            <a:xfrm>
              <a:off x="1240702" y="4523276"/>
              <a:ext cx="46337" cy="1428"/>
            </a:xfrm>
            <a:custGeom>
              <a:avLst/>
              <a:gdLst/>
              <a:ahLst/>
              <a:cxnLst/>
              <a:rect l="0" t="0" r="0" b="0"/>
              <a:pathLst>
                <a:path w="46337" h="1428">
                  <a:moveTo>
                    <a:pt x="46337" y="0"/>
                  </a:moveTo>
                  <a:lnTo>
                    <a:pt x="0" y="1428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9" name="Input_receptor__898">
              <a:extLst>
                <a:ext uri="{FF2B5EF4-FFF2-40B4-BE49-F238E27FC236}">
                  <a16:creationId xmlns:a16="http://schemas.microsoft.com/office/drawing/2014/main" id="{7EEDEBD8-8A9A-2FBF-A75A-D0C5CA91DE99}"/>
                </a:ext>
              </a:extLst>
            </p:cNvPr>
            <p:cNvSpPr>
              <a:spLocks noGrp="1"/>
            </p:cNvSpPr>
            <p:nvPr/>
          </p:nvSpPr>
          <p:spPr>
            <a:xfrm>
              <a:off x="1479813" y="4570358"/>
              <a:ext cx="20083" cy="39215"/>
            </a:xfrm>
            <a:custGeom>
              <a:avLst/>
              <a:gdLst/>
              <a:ahLst/>
              <a:cxnLst/>
              <a:rect l="0" t="0" r="0" b="0"/>
              <a:pathLst>
                <a:path w="20083" h="39215">
                  <a:moveTo>
                    <a:pt x="20083" y="39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0" name="Input_receptor__899">
              <a:extLst>
                <a:ext uri="{FF2B5EF4-FFF2-40B4-BE49-F238E27FC236}">
                  <a16:creationId xmlns:a16="http://schemas.microsoft.com/office/drawing/2014/main" id="{AB80482C-9EF6-532E-B761-AEB416AD3C55}"/>
                </a:ext>
              </a:extLst>
            </p:cNvPr>
            <p:cNvSpPr>
              <a:spLocks noGrp="1"/>
            </p:cNvSpPr>
            <p:nvPr/>
          </p:nvSpPr>
          <p:spPr>
            <a:xfrm>
              <a:off x="1551855" y="4716522"/>
              <a:ext cx="144" cy="28419"/>
            </a:xfrm>
            <a:custGeom>
              <a:avLst/>
              <a:gdLst/>
              <a:ahLst/>
              <a:cxnLst/>
              <a:rect l="0" t="0" r="0" b="0"/>
              <a:pathLst>
                <a:path w="144" h="28419">
                  <a:moveTo>
                    <a:pt x="144" y="2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1" name="Input_receptor__900">
              <a:extLst>
                <a:ext uri="{FF2B5EF4-FFF2-40B4-BE49-F238E27FC236}">
                  <a16:creationId xmlns:a16="http://schemas.microsoft.com/office/drawing/2014/main" id="{65E96837-87F1-A1C6-B820-0EBB65CB7A64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52686"/>
              <a:ext cx="29505" cy="157"/>
            </a:xfrm>
            <a:custGeom>
              <a:avLst/>
              <a:gdLst/>
              <a:ahLst/>
              <a:cxnLst/>
              <a:rect l="0" t="0" r="0" b="0"/>
              <a:pathLst>
                <a:path w="29505" h="157">
                  <a:moveTo>
                    <a:pt x="29505" y="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2" name="Input_receptor__901">
              <a:extLst>
                <a:ext uri="{FF2B5EF4-FFF2-40B4-BE49-F238E27FC236}">
                  <a16:creationId xmlns:a16="http://schemas.microsoft.com/office/drawing/2014/main" id="{5792D075-51D2-090C-12B7-C53344EC449D}"/>
                </a:ext>
              </a:extLst>
            </p:cNvPr>
            <p:cNvSpPr>
              <a:spLocks noGrp="1"/>
            </p:cNvSpPr>
            <p:nvPr/>
          </p:nvSpPr>
          <p:spPr>
            <a:xfrm>
              <a:off x="1528201" y="5214046"/>
              <a:ext cx="12690" cy="37518"/>
            </a:xfrm>
            <a:custGeom>
              <a:avLst/>
              <a:gdLst/>
              <a:ahLst/>
              <a:cxnLst/>
              <a:rect l="0" t="0" r="0" b="0"/>
              <a:pathLst>
                <a:path w="12690" h="37518">
                  <a:moveTo>
                    <a:pt x="0" y="37518"/>
                  </a:moveTo>
                  <a:lnTo>
                    <a:pt x="1269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3" name="Input_receptor__902">
              <a:extLst>
                <a:ext uri="{FF2B5EF4-FFF2-40B4-BE49-F238E27FC236}">
                  <a16:creationId xmlns:a16="http://schemas.microsoft.com/office/drawing/2014/main" id="{1793D72D-9887-CCE0-EADA-54A26D455C7D}"/>
                </a:ext>
              </a:extLst>
            </p:cNvPr>
            <p:cNvSpPr>
              <a:spLocks noGrp="1"/>
            </p:cNvSpPr>
            <p:nvPr/>
          </p:nvSpPr>
          <p:spPr>
            <a:xfrm>
              <a:off x="1749959" y="5149315"/>
              <a:ext cx="7437" cy="45379"/>
            </a:xfrm>
            <a:custGeom>
              <a:avLst/>
              <a:gdLst/>
              <a:ahLst/>
              <a:cxnLst/>
              <a:rect l="0" t="0" r="0" b="0"/>
              <a:pathLst>
                <a:path w="7437" h="45379">
                  <a:moveTo>
                    <a:pt x="0" y="45379"/>
                  </a:moveTo>
                  <a:lnTo>
                    <a:pt x="7437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4" name="Input_receptor__903">
              <a:extLst>
                <a:ext uri="{FF2B5EF4-FFF2-40B4-BE49-F238E27FC236}">
                  <a16:creationId xmlns:a16="http://schemas.microsoft.com/office/drawing/2014/main" id="{9162D278-6D51-64C1-0968-526B39C74025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2049"/>
              <a:ext cx="12754" cy="34650"/>
            </a:xfrm>
            <a:custGeom>
              <a:avLst/>
              <a:gdLst/>
              <a:ahLst/>
              <a:cxnLst/>
              <a:rect l="0" t="0" r="0" b="0"/>
              <a:pathLst>
                <a:path w="12754" h="34650">
                  <a:moveTo>
                    <a:pt x="12754" y="0"/>
                  </a:moveTo>
                  <a:lnTo>
                    <a:pt x="0" y="3465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5" name="Input_receptor__904">
              <a:extLst>
                <a:ext uri="{FF2B5EF4-FFF2-40B4-BE49-F238E27FC236}">
                  <a16:creationId xmlns:a16="http://schemas.microsoft.com/office/drawing/2014/main" id="{B60012ED-5A42-E66C-F672-33E68CB1E9C8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3454"/>
              <a:ext cx="876" cy="1996"/>
            </a:xfrm>
            <a:custGeom>
              <a:avLst/>
              <a:gdLst/>
              <a:ahLst/>
              <a:cxnLst/>
              <a:rect l="0" t="0" r="0" b="0"/>
              <a:pathLst>
                <a:path w="876" h="1996">
                  <a:moveTo>
                    <a:pt x="0" y="0"/>
                  </a:moveTo>
                  <a:lnTo>
                    <a:pt x="876" y="199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6" name="Input_receptor__905">
              <a:extLst>
                <a:ext uri="{FF2B5EF4-FFF2-40B4-BE49-F238E27FC236}">
                  <a16:creationId xmlns:a16="http://schemas.microsoft.com/office/drawing/2014/main" id="{B1255F71-8CDE-9C35-8B1E-3367989F2437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1565"/>
              <a:ext cx="46083" cy="8957"/>
            </a:xfrm>
            <a:custGeom>
              <a:avLst/>
              <a:gdLst/>
              <a:ahLst/>
              <a:cxnLst/>
              <a:rect l="0" t="0" r="0" b="0"/>
              <a:pathLst>
                <a:path w="46083" h="8957">
                  <a:moveTo>
                    <a:pt x="46083" y="0"/>
                  </a:moveTo>
                  <a:lnTo>
                    <a:pt x="0" y="8957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7" name="Input_receptor__906">
              <a:extLst>
                <a:ext uri="{FF2B5EF4-FFF2-40B4-BE49-F238E27FC236}">
                  <a16:creationId xmlns:a16="http://schemas.microsoft.com/office/drawing/2014/main" id="{48A76BD2-62EB-647E-F518-2EF9177B5DEA}"/>
                </a:ext>
              </a:extLst>
            </p:cNvPr>
            <p:cNvSpPr>
              <a:spLocks noGrp="1"/>
            </p:cNvSpPr>
            <p:nvPr/>
          </p:nvSpPr>
          <p:spPr>
            <a:xfrm>
              <a:off x="1551813" y="4844404"/>
              <a:ext cx="43614" cy="16453"/>
            </a:xfrm>
            <a:custGeom>
              <a:avLst/>
              <a:gdLst/>
              <a:ahLst/>
              <a:cxnLst/>
              <a:rect l="0" t="0" r="0" b="0"/>
              <a:pathLst>
                <a:path w="43614" h="16453">
                  <a:moveTo>
                    <a:pt x="0" y="0"/>
                  </a:moveTo>
                  <a:lnTo>
                    <a:pt x="43614" y="16453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8" name="Input_receptor__907">
              <a:extLst>
                <a:ext uri="{FF2B5EF4-FFF2-40B4-BE49-F238E27FC236}">
                  <a16:creationId xmlns:a16="http://schemas.microsoft.com/office/drawing/2014/main" id="{ED2CF8ED-1E24-69FD-9CA7-6E733C58108F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67033"/>
              <a:ext cx="20846" cy="5486"/>
            </a:xfrm>
            <a:custGeom>
              <a:avLst/>
              <a:gdLst/>
              <a:ahLst/>
              <a:cxnLst/>
              <a:rect l="0" t="0" r="0" b="0"/>
              <a:pathLst>
                <a:path w="20846" h="5486">
                  <a:moveTo>
                    <a:pt x="20846" y="0"/>
                  </a:moveTo>
                  <a:lnTo>
                    <a:pt x="0" y="548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9" name="Input_receptor__908">
              <a:extLst>
                <a:ext uri="{FF2B5EF4-FFF2-40B4-BE49-F238E27FC236}">
                  <a16:creationId xmlns:a16="http://schemas.microsoft.com/office/drawing/2014/main" id="{8C18BA93-B029-5F6A-2D07-46E7ADB68AD6}"/>
                </a:ext>
              </a:extLst>
            </p:cNvPr>
            <p:cNvSpPr>
              <a:spLocks noGrp="1"/>
            </p:cNvSpPr>
            <p:nvPr/>
          </p:nvSpPr>
          <p:spPr>
            <a:xfrm>
              <a:off x="1077584" y="5310899"/>
              <a:ext cx="223" cy="8951"/>
            </a:xfrm>
            <a:custGeom>
              <a:avLst/>
              <a:gdLst/>
              <a:ahLst/>
              <a:cxnLst/>
              <a:rect l="0" t="0" r="0" b="0"/>
              <a:pathLst>
                <a:path w="223" h="8951">
                  <a:moveTo>
                    <a:pt x="0" y="0"/>
                  </a:moveTo>
                  <a:lnTo>
                    <a:pt x="223" y="8951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10" name="Input_receptor__909">
              <a:extLst>
                <a:ext uri="{FF2B5EF4-FFF2-40B4-BE49-F238E27FC236}">
                  <a16:creationId xmlns:a16="http://schemas.microsoft.com/office/drawing/2014/main" id="{BE533D2E-ACAF-1FB9-957F-99A07467BCE2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67403"/>
              <a:ext cx="1309" cy="15811"/>
            </a:xfrm>
            <a:custGeom>
              <a:avLst/>
              <a:gdLst/>
              <a:ahLst/>
              <a:cxnLst/>
              <a:rect l="0" t="0" r="0" b="0"/>
              <a:pathLst>
                <a:path w="1309" h="15811">
                  <a:moveTo>
                    <a:pt x="1309" y="0"/>
                  </a:moveTo>
                  <a:lnTo>
                    <a:pt x="0" y="15811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11" name="Input_receptor__910">
              <a:extLst>
                <a:ext uri="{FF2B5EF4-FFF2-40B4-BE49-F238E27FC236}">
                  <a16:creationId xmlns:a16="http://schemas.microsoft.com/office/drawing/2014/main" id="{DFFD3A08-C35E-96F5-CA08-14FC5637F476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02644"/>
              <a:ext cx="30193" cy="25949"/>
            </a:xfrm>
            <a:custGeom>
              <a:avLst/>
              <a:gdLst/>
              <a:ahLst/>
              <a:cxnLst/>
              <a:rect l="0" t="0" r="0" b="0"/>
              <a:pathLst>
                <a:path w="30193" h="25949">
                  <a:moveTo>
                    <a:pt x="0" y="25949"/>
                  </a:moveTo>
                  <a:lnTo>
                    <a:pt x="30193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2" name="Input_receptor__911">
              <a:extLst>
                <a:ext uri="{FF2B5EF4-FFF2-40B4-BE49-F238E27FC236}">
                  <a16:creationId xmlns:a16="http://schemas.microsoft.com/office/drawing/2014/main" id="{4D0EC0C1-8D4F-CEC4-9ACB-FB77F44E4672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59290"/>
              <a:ext cx="22376" cy="17729"/>
            </a:xfrm>
            <a:custGeom>
              <a:avLst/>
              <a:gdLst/>
              <a:ahLst/>
              <a:cxnLst/>
              <a:rect l="0" t="0" r="0" b="0"/>
              <a:pathLst>
                <a:path w="22376" h="17729">
                  <a:moveTo>
                    <a:pt x="0" y="17729"/>
                  </a:moveTo>
                  <a:lnTo>
                    <a:pt x="22376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3" name="Input_receptor__912">
              <a:extLst>
                <a:ext uri="{FF2B5EF4-FFF2-40B4-BE49-F238E27FC236}">
                  <a16:creationId xmlns:a16="http://schemas.microsoft.com/office/drawing/2014/main" id="{11D7FA45-0FAF-E01A-EA0E-1037D96024DF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23284"/>
              <a:ext cx="20262" cy="19829"/>
            </a:xfrm>
            <a:custGeom>
              <a:avLst/>
              <a:gdLst/>
              <a:ahLst/>
              <a:cxnLst/>
              <a:rect l="0" t="0" r="0" b="0"/>
              <a:pathLst>
                <a:path w="20262" h="19829">
                  <a:moveTo>
                    <a:pt x="0" y="19829"/>
                  </a:moveTo>
                  <a:lnTo>
                    <a:pt x="20262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4" name="Input_receptor__913">
              <a:extLst>
                <a:ext uri="{FF2B5EF4-FFF2-40B4-BE49-F238E27FC236}">
                  <a16:creationId xmlns:a16="http://schemas.microsoft.com/office/drawing/2014/main" id="{7082A5C9-C7BD-1141-D241-034C6121A009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5008869"/>
              <a:ext cx="5588" cy="42049"/>
            </a:xfrm>
            <a:custGeom>
              <a:avLst/>
              <a:gdLst/>
              <a:ahLst/>
              <a:cxnLst/>
              <a:rect l="0" t="0" r="0" b="0"/>
              <a:pathLst>
                <a:path w="5588" h="42049">
                  <a:moveTo>
                    <a:pt x="5588" y="42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5" name="Input_receptor__914">
              <a:extLst>
                <a:ext uri="{FF2B5EF4-FFF2-40B4-BE49-F238E27FC236}">
                  <a16:creationId xmlns:a16="http://schemas.microsoft.com/office/drawing/2014/main" id="{ED1C0670-5404-9DF0-3394-C9966999516C}"/>
                </a:ext>
              </a:extLst>
            </p:cNvPr>
            <p:cNvSpPr>
              <a:spLocks noGrp="1"/>
            </p:cNvSpPr>
            <p:nvPr/>
          </p:nvSpPr>
          <p:spPr>
            <a:xfrm>
              <a:off x="1209854" y="5550602"/>
              <a:ext cx="30300" cy="31446"/>
            </a:xfrm>
            <a:custGeom>
              <a:avLst/>
              <a:gdLst/>
              <a:ahLst/>
              <a:cxnLst/>
              <a:rect l="0" t="0" r="0" b="0"/>
              <a:pathLst>
                <a:path w="30300" h="31446">
                  <a:moveTo>
                    <a:pt x="0" y="0"/>
                  </a:moveTo>
                  <a:lnTo>
                    <a:pt x="30300" y="31446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6" name="Input_receptor__915">
              <a:extLst>
                <a:ext uri="{FF2B5EF4-FFF2-40B4-BE49-F238E27FC236}">
                  <a16:creationId xmlns:a16="http://schemas.microsoft.com/office/drawing/2014/main" id="{C843AF53-1C2B-F40C-8AC7-E9D23621DC07}"/>
                </a:ext>
              </a:extLst>
            </p:cNvPr>
            <p:cNvSpPr>
              <a:spLocks noGrp="1"/>
            </p:cNvSpPr>
            <p:nvPr/>
          </p:nvSpPr>
          <p:spPr>
            <a:xfrm>
              <a:off x="1656717" y="5304673"/>
              <a:ext cx="45788" cy="13223"/>
            </a:xfrm>
            <a:custGeom>
              <a:avLst/>
              <a:gdLst/>
              <a:ahLst/>
              <a:cxnLst/>
              <a:rect l="0" t="0" r="0" b="0"/>
              <a:pathLst>
                <a:path w="45788" h="13223">
                  <a:moveTo>
                    <a:pt x="0" y="13223"/>
                  </a:moveTo>
                  <a:lnTo>
                    <a:pt x="45788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7" name="Input_receptor__916">
              <a:extLst>
                <a:ext uri="{FF2B5EF4-FFF2-40B4-BE49-F238E27FC236}">
                  <a16:creationId xmlns:a16="http://schemas.microsoft.com/office/drawing/2014/main" id="{528EA4AF-BEA0-D17B-D613-DFB528573D30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4102"/>
              <a:ext cx="28753" cy="18594"/>
            </a:xfrm>
            <a:custGeom>
              <a:avLst/>
              <a:gdLst/>
              <a:ahLst/>
              <a:cxnLst/>
              <a:rect l="0" t="0" r="0" b="0"/>
              <a:pathLst>
                <a:path w="28753" h="18594">
                  <a:moveTo>
                    <a:pt x="28753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8" name="Input_receptor__917">
              <a:extLst>
                <a:ext uri="{FF2B5EF4-FFF2-40B4-BE49-F238E27FC236}">
                  <a16:creationId xmlns:a16="http://schemas.microsoft.com/office/drawing/2014/main" id="{FDBB2213-5E95-5912-765E-52FC9347A21A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52373"/>
              <a:ext cx="46988" cy="2857"/>
            </a:xfrm>
            <a:custGeom>
              <a:avLst/>
              <a:gdLst/>
              <a:ahLst/>
              <a:cxnLst/>
              <a:rect l="0" t="0" r="0" b="0"/>
              <a:pathLst>
                <a:path w="46988" h="2857">
                  <a:moveTo>
                    <a:pt x="46988" y="2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9" name="Input_receptor__918">
              <a:extLst>
                <a:ext uri="{FF2B5EF4-FFF2-40B4-BE49-F238E27FC236}">
                  <a16:creationId xmlns:a16="http://schemas.microsoft.com/office/drawing/2014/main" id="{D838EBDE-B7B0-1F17-2366-277B6DA499F2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89017"/>
              <a:ext cx="29045" cy="38196"/>
            </a:xfrm>
            <a:custGeom>
              <a:avLst/>
              <a:gdLst/>
              <a:ahLst/>
              <a:cxnLst/>
              <a:rect l="0" t="0" r="0" b="0"/>
              <a:pathLst>
                <a:path w="29045" h="38196">
                  <a:moveTo>
                    <a:pt x="0" y="0"/>
                  </a:moveTo>
                  <a:lnTo>
                    <a:pt x="29045" y="38196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0" name="Input_receptor__919">
              <a:extLst>
                <a:ext uri="{FF2B5EF4-FFF2-40B4-BE49-F238E27FC236}">
                  <a16:creationId xmlns:a16="http://schemas.microsoft.com/office/drawing/2014/main" id="{079D7274-8782-E393-0CE0-960623D7EF97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89846"/>
              <a:ext cx="20253" cy="32619"/>
            </a:xfrm>
            <a:custGeom>
              <a:avLst/>
              <a:gdLst/>
              <a:ahLst/>
              <a:cxnLst/>
              <a:rect l="0" t="0" r="0" b="0"/>
              <a:pathLst>
                <a:path w="20253" h="32619">
                  <a:moveTo>
                    <a:pt x="20253" y="0"/>
                  </a:moveTo>
                  <a:lnTo>
                    <a:pt x="0" y="32619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1" name="Input_receptor__920">
              <a:extLst>
                <a:ext uri="{FF2B5EF4-FFF2-40B4-BE49-F238E27FC236}">
                  <a16:creationId xmlns:a16="http://schemas.microsoft.com/office/drawing/2014/main" id="{51B54315-256E-42B5-F499-805764B48DE7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066908"/>
              <a:ext cx="28680" cy="38585"/>
            </a:xfrm>
            <a:custGeom>
              <a:avLst/>
              <a:gdLst/>
              <a:ahLst/>
              <a:cxnLst/>
              <a:rect l="0" t="0" r="0" b="0"/>
              <a:pathLst>
                <a:path w="28680" h="38585">
                  <a:moveTo>
                    <a:pt x="28680" y="0"/>
                  </a:moveTo>
                  <a:lnTo>
                    <a:pt x="0" y="38585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22" name="Input_receptor__921">
              <a:extLst>
                <a:ext uri="{FF2B5EF4-FFF2-40B4-BE49-F238E27FC236}">
                  <a16:creationId xmlns:a16="http://schemas.microsoft.com/office/drawing/2014/main" id="{2A37D0FC-FBF9-A4F7-91A2-3A28D18CB58B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31"/>
              <a:ext cx="41438" cy="9300"/>
            </a:xfrm>
            <a:custGeom>
              <a:avLst/>
              <a:gdLst/>
              <a:ahLst/>
              <a:cxnLst/>
              <a:rect l="0" t="0" r="0" b="0"/>
              <a:pathLst>
                <a:path w="41438" h="9300">
                  <a:moveTo>
                    <a:pt x="41438" y="0"/>
                  </a:moveTo>
                  <a:lnTo>
                    <a:pt x="0" y="930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3" name="Input_receptor__922">
              <a:extLst>
                <a:ext uri="{FF2B5EF4-FFF2-40B4-BE49-F238E27FC236}">
                  <a16:creationId xmlns:a16="http://schemas.microsoft.com/office/drawing/2014/main" id="{5CCC452A-C7EE-BB06-706F-0FFBA41A308C}"/>
                </a:ext>
              </a:extLst>
            </p:cNvPr>
            <p:cNvSpPr>
              <a:spLocks noGrp="1"/>
            </p:cNvSpPr>
            <p:nvPr/>
          </p:nvSpPr>
          <p:spPr>
            <a:xfrm>
              <a:off x="1523161" y="5001423"/>
              <a:ext cx="45390" cy="4933"/>
            </a:xfrm>
            <a:custGeom>
              <a:avLst/>
              <a:gdLst/>
              <a:ahLst/>
              <a:cxnLst/>
              <a:rect l="0" t="0" r="0" b="0"/>
              <a:pathLst>
                <a:path w="45390" h="4933">
                  <a:moveTo>
                    <a:pt x="0" y="4933"/>
                  </a:moveTo>
                  <a:lnTo>
                    <a:pt x="4539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4" name="Input_receptor__923">
              <a:extLst>
                <a:ext uri="{FF2B5EF4-FFF2-40B4-BE49-F238E27FC236}">
                  <a16:creationId xmlns:a16="http://schemas.microsoft.com/office/drawing/2014/main" id="{FBAB6242-1863-9BFB-392A-60C83775111E}"/>
                </a:ext>
              </a:extLst>
            </p:cNvPr>
            <p:cNvSpPr>
              <a:spLocks noGrp="1"/>
            </p:cNvSpPr>
            <p:nvPr/>
          </p:nvSpPr>
          <p:spPr>
            <a:xfrm>
              <a:off x="1419549" y="4847569"/>
              <a:ext cx="11142" cy="36689"/>
            </a:xfrm>
            <a:custGeom>
              <a:avLst/>
              <a:gdLst/>
              <a:ahLst/>
              <a:cxnLst/>
              <a:rect l="0" t="0" r="0" b="0"/>
              <a:pathLst>
                <a:path w="11142" h="36689">
                  <a:moveTo>
                    <a:pt x="11142" y="366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5" name="Input_receptor__924">
              <a:extLst>
                <a:ext uri="{FF2B5EF4-FFF2-40B4-BE49-F238E27FC236}">
                  <a16:creationId xmlns:a16="http://schemas.microsoft.com/office/drawing/2014/main" id="{70330F48-8292-2723-B485-CCB01F7973DA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284529"/>
              <a:ext cx="21769" cy="36712"/>
            </a:xfrm>
            <a:custGeom>
              <a:avLst/>
              <a:gdLst/>
              <a:ahLst/>
              <a:cxnLst/>
              <a:rect l="0" t="0" r="0" b="0"/>
              <a:pathLst>
                <a:path w="21769" h="36712">
                  <a:moveTo>
                    <a:pt x="0" y="36712"/>
                  </a:moveTo>
                  <a:lnTo>
                    <a:pt x="21769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6" name="Input_receptor__925">
              <a:extLst>
                <a:ext uri="{FF2B5EF4-FFF2-40B4-BE49-F238E27FC236}">
                  <a16:creationId xmlns:a16="http://schemas.microsoft.com/office/drawing/2014/main" id="{754676F6-F959-4E79-7E19-52291FA80E24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475857"/>
              <a:ext cx="30220" cy="34932"/>
            </a:xfrm>
            <a:custGeom>
              <a:avLst/>
              <a:gdLst/>
              <a:ahLst/>
              <a:cxnLst/>
              <a:rect l="0" t="0" r="0" b="0"/>
              <a:pathLst>
                <a:path w="30220" h="34932">
                  <a:moveTo>
                    <a:pt x="0" y="34932"/>
                  </a:moveTo>
                  <a:lnTo>
                    <a:pt x="3022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7" name="Input_receptor__926">
              <a:extLst>
                <a:ext uri="{FF2B5EF4-FFF2-40B4-BE49-F238E27FC236}">
                  <a16:creationId xmlns:a16="http://schemas.microsoft.com/office/drawing/2014/main" id="{147B0B3B-8B15-BA6A-ECC0-CC143D75EEF3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7778"/>
              <a:ext cx="47844" cy="2276"/>
            </a:xfrm>
            <a:custGeom>
              <a:avLst/>
              <a:gdLst/>
              <a:ahLst/>
              <a:cxnLst/>
              <a:rect l="0" t="0" r="0" b="0"/>
              <a:pathLst>
                <a:path w="47844" h="2276">
                  <a:moveTo>
                    <a:pt x="47844" y="2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8" name="Input_receptor__927">
              <a:extLst>
                <a:ext uri="{FF2B5EF4-FFF2-40B4-BE49-F238E27FC236}">
                  <a16:creationId xmlns:a16="http://schemas.microsoft.com/office/drawing/2014/main" id="{F6F96905-45EF-951D-64FC-C4F75F1EF614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14769"/>
              <a:ext cx="45193" cy="15134"/>
            </a:xfrm>
            <a:custGeom>
              <a:avLst/>
              <a:gdLst/>
              <a:ahLst/>
              <a:cxnLst/>
              <a:rect l="0" t="0" r="0" b="0"/>
              <a:pathLst>
                <a:path w="45193" h="15134">
                  <a:moveTo>
                    <a:pt x="45193" y="0"/>
                  </a:moveTo>
                  <a:lnTo>
                    <a:pt x="0" y="15134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9" name="Input_receptor__928">
              <a:extLst>
                <a:ext uri="{FF2B5EF4-FFF2-40B4-BE49-F238E27FC236}">
                  <a16:creationId xmlns:a16="http://schemas.microsoft.com/office/drawing/2014/main" id="{2C063888-5A1F-F383-F46A-8B87625A9BEF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321241"/>
              <a:ext cx="10752" cy="39746"/>
            </a:xfrm>
            <a:custGeom>
              <a:avLst/>
              <a:gdLst/>
              <a:ahLst/>
              <a:cxnLst/>
              <a:rect l="0" t="0" r="0" b="0"/>
              <a:pathLst>
                <a:path w="10752" h="39746">
                  <a:moveTo>
                    <a:pt x="10752" y="3974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0" name="Input_receptor__929">
              <a:extLst>
                <a:ext uri="{FF2B5EF4-FFF2-40B4-BE49-F238E27FC236}">
                  <a16:creationId xmlns:a16="http://schemas.microsoft.com/office/drawing/2014/main" id="{D93E5950-A240-0230-C204-1F3AAB6251D8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9544"/>
              <a:ext cx="437" cy="21204"/>
            </a:xfrm>
            <a:custGeom>
              <a:avLst/>
              <a:gdLst/>
              <a:ahLst/>
              <a:cxnLst/>
              <a:rect l="0" t="0" r="0" b="0"/>
              <a:pathLst>
                <a:path w="437" h="21204">
                  <a:moveTo>
                    <a:pt x="0" y="21204"/>
                  </a:moveTo>
                  <a:lnTo>
                    <a:pt x="437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1" name="Input_receptor__930">
              <a:extLst>
                <a:ext uri="{FF2B5EF4-FFF2-40B4-BE49-F238E27FC236}">
                  <a16:creationId xmlns:a16="http://schemas.microsoft.com/office/drawing/2014/main" id="{C2ABA24C-34C3-B96E-2072-A45441551393}"/>
                </a:ext>
              </a:extLst>
            </p:cNvPr>
            <p:cNvSpPr>
              <a:spLocks noGrp="1"/>
            </p:cNvSpPr>
            <p:nvPr/>
          </p:nvSpPr>
          <p:spPr>
            <a:xfrm>
              <a:off x="1121341" y="4262080"/>
              <a:ext cx="7685" cy="43433"/>
            </a:xfrm>
            <a:custGeom>
              <a:avLst/>
              <a:gdLst/>
              <a:ahLst/>
              <a:cxnLst/>
              <a:rect l="0" t="0" r="0" b="0"/>
              <a:pathLst>
                <a:path w="7685" h="43433">
                  <a:moveTo>
                    <a:pt x="7685" y="0"/>
                  </a:moveTo>
                  <a:lnTo>
                    <a:pt x="0" y="4343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2" name="Input_receptor__931">
              <a:extLst>
                <a:ext uri="{FF2B5EF4-FFF2-40B4-BE49-F238E27FC236}">
                  <a16:creationId xmlns:a16="http://schemas.microsoft.com/office/drawing/2014/main" id="{72E44F36-1DE9-A9D9-3677-5229A925A22D}"/>
                </a:ext>
              </a:extLst>
            </p:cNvPr>
            <p:cNvSpPr>
              <a:spLocks noGrp="1"/>
            </p:cNvSpPr>
            <p:nvPr/>
          </p:nvSpPr>
          <p:spPr>
            <a:xfrm>
              <a:off x="945683" y="4848180"/>
              <a:ext cx="13993" cy="41665"/>
            </a:xfrm>
            <a:custGeom>
              <a:avLst/>
              <a:gdLst/>
              <a:ahLst/>
              <a:cxnLst/>
              <a:rect l="0" t="0" r="0" b="0"/>
              <a:pathLst>
                <a:path w="13993" h="41665">
                  <a:moveTo>
                    <a:pt x="0" y="0"/>
                  </a:moveTo>
                  <a:lnTo>
                    <a:pt x="13993" y="4166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3" name="Input_receptor__932">
              <a:extLst>
                <a:ext uri="{FF2B5EF4-FFF2-40B4-BE49-F238E27FC236}">
                  <a16:creationId xmlns:a16="http://schemas.microsoft.com/office/drawing/2014/main" id="{4D603D07-D42A-F4C6-3559-1ACEE4F6A2B8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43195" cy="8769"/>
            </a:xfrm>
            <a:custGeom>
              <a:avLst/>
              <a:gdLst/>
              <a:ahLst/>
              <a:cxnLst/>
              <a:rect l="0" t="0" r="0" b="0"/>
              <a:pathLst>
                <a:path w="43195" h="8769">
                  <a:moveTo>
                    <a:pt x="0" y="0"/>
                  </a:moveTo>
                  <a:lnTo>
                    <a:pt x="43195" y="8769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4" name="Input_receptor__933">
              <a:extLst>
                <a:ext uri="{FF2B5EF4-FFF2-40B4-BE49-F238E27FC236}">
                  <a16:creationId xmlns:a16="http://schemas.microsoft.com/office/drawing/2014/main" id="{8BE37EF1-A6E7-CC32-2C57-24011C9CB11A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60995"/>
              <a:ext cx="313" cy="9605"/>
            </a:xfrm>
            <a:custGeom>
              <a:avLst/>
              <a:gdLst/>
              <a:ahLst/>
              <a:cxnLst/>
              <a:rect l="0" t="0" r="0" b="0"/>
              <a:pathLst>
                <a:path w="313" h="9605">
                  <a:moveTo>
                    <a:pt x="0" y="9605"/>
                  </a:moveTo>
                  <a:lnTo>
                    <a:pt x="313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5" name="Input_receptor__934">
              <a:extLst>
                <a:ext uri="{FF2B5EF4-FFF2-40B4-BE49-F238E27FC236}">
                  <a16:creationId xmlns:a16="http://schemas.microsoft.com/office/drawing/2014/main" id="{DBD9BDA0-0507-C376-C50B-32455379DAFC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4971407"/>
              <a:ext cx="28622" cy="37462"/>
            </a:xfrm>
            <a:custGeom>
              <a:avLst/>
              <a:gdLst/>
              <a:ahLst/>
              <a:cxnLst/>
              <a:rect l="0" t="0" r="0" b="0"/>
              <a:pathLst>
                <a:path w="28622" h="37462">
                  <a:moveTo>
                    <a:pt x="0" y="37462"/>
                  </a:moveTo>
                  <a:lnTo>
                    <a:pt x="2862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6" name="Input_receptor__935">
              <a:extLst>
                <a:ext uri="{FF2B5EF4-FFF2-40B4-BE49-F238E27FC236}">
                  <a16:creationId xmlns:a16="http://schemas.microsoft.com/office/drawing/2014/main" id="{765BDE79-747F-E4B3-C9EB-7E3DA754DC6B}"/>
                </a:ext>
              </a:extLst>
            </p:cNvPr>
            <p:cNvSpPr>
              <a:spLocks noGrp="1"/>
            </p:cNvSpPr>
            <p:nvPr/>
          </p:nvSpPr>
          <p:spPr>
            <a:xfrm>
              <a:off x="1265595" y="4944006"/>
              <a:ext cx="25692" cy="36975"/>
            </a:xfrm>
            <a:custGeom>
              <a:avLst/>
              <a:gdLst/>
              <a:ahLst/>
              <a:cxnLst/>
              <a:rect l="0" t="0" r="0" b="0"/>
              <a:pathLst>
                <a:path w="25692" h="36975">
                  <a:moveTo>
                    <a:pt x="25692" y="0"/>
                  </a:moveTo>
                  <a:lnTo>
                    <a:pt x="0" y="3697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7" name="Input_receptor__936">
              <a:extLst>
                <a:ext uri="{FF2B5EF4-FFF2-40B4-BE49-F238E27FC236}">
                  <a16:creationId xmlns:a16="http://schemas.microsoft.com/office/drawing/2014/main" id="{E5C12EDD-2FB0-5EEF-69BC-A097D368DEE5}"/>
                </a:ext>
              </a:extLst>
            </p:cNvPr>
            <p:cNvSpPr>
              <a:spLocks noGrp="1"/>
            </p:cNvSpPr>
            <p:nvPr/>
          </p:nvSpPr>
          <p:spPr>
            <a:xfrm>
              <a:off x="1840234" y="5231331"/>
              <a:ext cx="25109" cy="28298"/>
            </a:xfrm>
            <a:custGeom>
              <a:avLst/>
              <a:gdLst/>
              <a:ahLst/>
              <a:cxnLst/>
              <a:rect l="0" t="0" r="0" b="0"/>
              <a:pathLst>
                <a:path w="25109" h="28298">
                  <a:moveTo>
                    <a:pt x="25109" y="282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8" name="Input_receptor__937">
              <a:extLst>
                <a:ext uri="{FF2B5EF4-FFF2-40B4-BE49-F238E27FC236}">
                  <a16:creationId xmlns:a16="http://schemas.microsoft.com/office/drawing/2014/main" id="{DDAD15F1-D4B3-4CFD-5E07-49884DFCB313}"/>
                </a:ext>
              </a:extLst>
            </p:cNvPr>
            <p:cNvSpPr>
              <a:spLocks noGrp="1"/>
            </p:cNvSpPr>
            <p:nvPr/>
          </p:nvSpPr>
          <p:spPr>
            <a:xfrm>
              <a:off x="1494623" y="5151565"/>
              <a:ext cx="13097" cy="29875"/>
            </a:xfrm>
            <a:custGeom>
              <a:avLst/>
              <a:gdLst/>
              <a:ahLst/>
              <a:cxnLst/>
              <a:rect l="0" t="0" r="0" b="0"/>
              <a:pathLst>
                <a:path w="13097" h="29875">
                  <a:moveTo>
                    <a:pt x="13097" y="2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9" name="Input_receptor__938">
              <a:extLst>
                <a:ext uri="{FF2B5EF4-FFF2-40B4-BE49-F238E27FC236}">
                  <a16:creationId xmlns:a16="http://schemas.microsoft.com/office/drawing/2014/main" id="{FA631DB4-BECB-2770-240A-B3E9CDB04B56}"/>
                </a:ext>
              </a:extLst>
            </p:cNvPr>
            <p:cNvSpPr>
              <a:spLocks noGrp="1"/>
            </p:cNvSpPr>
            <p:nvPr/>
          </p:nvSpPr>
          <p:spPr>
            <a:xfrm>
              <a:off x="1461428" y="4397289"/>
              <a:ext cx="11612" cy="44168"/>
            </a:xfrm>
            <a:custGeom>
              <a:avLst/>
              <a:gdLst/>
              <a:ahLst/>
              <a:cxnLst/>
              <a:rect l="0" t="0" r="0" b="0"/>
              <a:pathLst>
                <a:path w="11612" h="44168">
                  <a:moveTo>
                    <a:pt x="0" y="0"/>
                  </a:moveTo>
                  <a:lnTo>
                    <a:pt x="11612" y="4416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0" name="Input_receptor__939">
              <a:extLst>
                <a:ext uri="{FF2B5EF4-FFF2-40B4-BE49-F238E27FC236}">
                  <a16:creationId xmlns:a16="http://schemas.microsoft.com/office/drawing/2014/main" id="{63511CF2-173E-A14F-CDDB-D537F1DB4ED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79080"/>
              <a:ext cx="46130" cy="10625"/>
            </a:xfrm>
            <a:custGeom>
              <a:avLst/>
              <a:gdLst/>
              <a:ahLst/>
              <a:cxnLst/>
              <a:rect l="0" t="0" r="0" b="0"/>
              <a:pathLst>
                <a:path w="46130" h="10625">
                  <a:moveTo>
                    <a:pt x="46130" y="0"/>
                  </a:moveTo>
                  <a:lnTo>
                    <a:pt x="0" y="1062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1" name="Input_receptor__940">
              <a:extLst>
                <a:ext uri="{FF2B5EF4-FFF2-40B4-BE49-F238E27FC236}">
                  <a16:creationId xmlns:a16="http://schemas.microsoft.com/office/drawing/2014/main" id="{733B1403-8D8E-E792-8509-552D39844593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4987180"/>
              <a:ext cx="30512" cy="24918"/>
            </a:xfrm>
            <a:custGeom>
              <a:avLst/>
              <a:gdLst/>
              <a:ahLst/>
              <a:cxnLst/>
              <a:rect l="0" t="0" r="0" b="0"/>
              <a:pathLst>
                <a:path w="30512" h="24918">
                  <a:moveTo>
                    <a:pt x="0" y="24918"/>
                  </a:moveTo>
                  <a:lnTo>
                    <a:pt x="3051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2" name="Input_receptor__941">
              <a:extLst>
                <a:ext uri="{FF2B5EF4-FFF2-40B4-BE49-F238E27FC236}">
                  <a16:creationId xmlns:a16="http://schemas.microsoft.com/office/drawing/2014/main" id="{DE555F70-52F1-2660-532B-3DAC20723EE2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71982"/>
              <a:ext cx="37052" cy="25307"/>
            </a:xfrm>
            <a:custGeom>
              <a:avLst/>
              <a:gdLst/>
              <a:ahLst/>
              <a:cxnLst/>
              <a:rect l="0" t="0" r="0" b="0"/>
              <a:pathLst>
                <a:path w="37052" h="25307">
                  <a:moveTo>
                    <a:pt x="0" y="0"/>
                  </a:moveTo>
                  <a:lnTo>
                    <a:pt x="37052" y="2530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3" name="Input_receptor__942">
              <a:extLst>
                <a:ext uri="{FF2B5EF4-FFF2-40B4-BE49-F238E27FC236}">
                  <a16:creationId xmlns:a16="http://schemas.microsoft.com/office/drawing/2014/main" id="{BFB858B5-A46E-6947-8583-CD6B87A44F8B}"/>
                </a:ext>
              </a:extLst>
            </p:cNvPr>
            <p:cNvSpPr>
              <a:spLocks noGrp="1"/>
            </p:cNvSpPr>
            <p:nvPr/>
          </p:nvSpPr>
          <p:spPr>
            <a:xfrm>
              <a:off x="1080508" y="4305512"/>
              <a:ext cx="40833" cy="5871"/>
            </a:xfrm>
            <a:custGeom>
              <a:avLst/>
              <a:gdLst/>
              <a:ahLst/>
              <a:cxnLst/>
              <a:rect l="0" t="0" r="0" b="0"/>
              <a:pathLst>
                <a:path w="40833" h="5871">
                  <a:moveTo>
                    <a:pt x="40833" y="0"/>
                  </a:moveTo>
                  <a:lnTo>
                    <a:pt x="0" y="5871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4" name="Input_receptor__943">
              <a:extLst>
                <a:ext uri="{FF2B5EF4-FFF2-40B4-BE49-F238E27FC236}">
                  <a16:creationId xmlns:a16="http://schemas.microsoft.com/office/drawing/2014/main" id="{8B8C5349-C21B-99D6-36E9-00C3547A94AA}"/>
                </a:ext>
              </a:extLst>
            </p:cNvPr>
            <p:cNvSpPr>
              <a:spLocks noGrp="1"/>
            </p:cNvSpPr>
            <p:nvPr/>
          </p:nvSpPr>
          <p:spPr>
            <a:xfrm>
              <a:off x="996685" y="4986094"/>
              <a:ext cx="39131" cy="8367"/>
            </a:xfrm>
            <a:custGeom>
              <a:avLst/>
              <a:gdLst/>
              <a:ahLst/>
              <a:cxnLst/>
              <a:rect l="0" t="0" r="0" b="0"/>
              <a:pathLst>
                <a:path w="39131" h="8367">
                  <a:moveTo>
                    <a:pt x="0" y="0"/>
                  </a:moveTo>
                  <a:lnTo>
                    <a:pt x="39131" y="836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5" name="Input_receptor__944">
              <a:extLst>
                <a:ext uri="{FF2B5EF4-FFF2-40B4-BE49-F238E27FC236}">
                  <a16:creationId xmlns:a16="http://schemas.microsoft.com/office/drawing/2014/main" id="{9ADB08CE-2F09-0C6E-6B2D-E8FE03556C14}"/>
                </a:ext>
              </a:extLst>
            </p:cNvPr>
            <p:cNvSpPr>
              <a:spLocks noGrp="1"/>
            </p:cNvSpPr>
            <p:nvPr/>
          </p:nvSpPr>
          <p:spPr>
            <a:xfrm>
              <a:off x="1177851" y="5039290"/>
              <a:ext cx="45317" cy="14608"/>
            </a:xfrm>
            <a:custGeom>
              <a:avLst/>
              <a:gdLst/>
              <a:ahLst/>
              <a:cxnLst/>
              <a:rect l="0" t="0" r="0" b="0"/>
              <a:pathLst>
                <a:path w="45317" h="14608">
                  <a:moveTo>
                    <a:pt x="45317" y="0"/>
                  </a:moveTo>
                  <a:lnTo>
                    <a:pt x="0" y="14608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6" name="Input_receptor__945">
              <a:extLst>
                <a:ext uri="{FF2B5EF4-FFF2-40B4-BE49-F238E27FC236}">
                  <a16:creationId xmlns:a16="http://schemas.microsoft.com/office/drawing/2014/main" id="{9B1A2E4C-A904-DFAE-E30E-4D91E0975EDE}"/>
                </a:ext>
              </a:extLst>
            </p:cNvPr>
            <p:cNvSpPr>
              <a:spLocks noGrp="1"/>
            </p:cNvSpPr>
            <p:nvPr/>
          </p:nvSpPr>
          <p:spPr>
            <a:xfrm>
              <a:off x="980886" y="4951359"/>
              <a:ext cx="15799" cy="34735"/>
            </a:xfrm>
            <a:custGeom>
              <a:avLst/>
              <a:gdLst/>
              <a:ahLst/>
              <a:cxnLst/>
              <a:rect l="0" t="0" r="0" b="0"/>
              <a:pathLst>
                <a:path w="15799" h="34735">
                  <a:moveTo>
                    <a:pt x="0" y="0"/>
                  </a:moveTo>
                  <a:lnTo>
                    <a:pt x="15799" y="34735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7" name="Input_receptor__946">
              <a:extLst>
                <a:ext uri="{FF2B5EF4-FFF2-40B4-BE49-F238E27FC236}">
                  <a16:creationId xmlns:a16="http://schemas.microsoft.com/office/drawing/2014/main" id="{11FE36AC-B042-E271-69D3-DED106B4DBAC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5426"/>
              <a:ext cx="16574" cy="19875"/>
            </a:xfrm>
            <a:custGeom>
              <a:avLst/>
              <a:gdLst/>
              <a:ahLst/>
              <a:cxnLst/>
              <a:rect l="0" t="0" r="0" b="0"/>
              <a:pathLst>
                <a:path w="16574" h="19875">
                  <a:moveTo>
                    <a:pt x="16574" y="1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8" name="Input_receptor__947">
              <a:extLst>
                <a:ext uri="{FF2B5EF4-FFF2-40B4-BE49-F238E27FC236}">
                  <a16:creationId xmlns:a16="http://schemas.microsoft.com/office/drawing/2014/main" id="{421B288D-5E4E-4A46-0B76-B0249767F647}"/>
                </a:ext>
              </a:extLst>
            </p:cNvPr>
            <p:cNvSpPr>
              <a:spLocks noGrp="1"/>
            </p:cNvSpPr>
            <p:nvPr/>
          </p:nvSpPr>
          <p:spPr>
            <a:xfrm>
              <a:off x="1402579" y="4679080"/>
              <a:ext cx="13222" cy="44204"/>
            </a:xfrm>
            <a:custGeom>
              <a:avLst/>
              <a:gdLst/>
              <a:ahLst/>
              <a:cxnLst/>
              <a:rect l="0" t="0" r="0" b="0"/>
              <a:pathLst>
                <a:path w="13222" h="44204">
                  <a:moveTo>
                    <a:pt x="13222" y="44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9" name="Input_receptor__948">
              <a:extLst>
                <a:ext uri="{FF2B5EF4-FFF2-40B4-BE49-F238E27FC236}">
                  <a16:creationId xmlns:a16="http://schemas.microsoft.com/office/drawing/2014/main" id="{E411A6EA-D4F3-44E2-4DB6-1B8DB3CF54C1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1126"/>
              <a:ext cx="47167" cy="7200"/>
            </a:xfrm>
            <a:custGeom>
              <a:avLst/>
              <a:gdLst/>
              <a:ahLst/>
              <a:cxnLst/>
              <a:rect l="0" t="0" r="0" b="0"/>
              <a:pathLst>
                <a:path w="47167" h="7200">
                  <a:moveTo>
                    <a:pt x="47167" y="0"/>
                  </a:moveTo>
                  <a:lnTo>
                    <a:pt x="0" y="720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0" name="Input_receptor__949">
              <a:extLst>
                <a:ext uri="{FF2B5EF4-FFF2-40B4-BE49-F238E27FC236}">
                  <a16:creationId xmlns:a16="http://schemas.microsoft.com/office/drawing/2014/main" id="{9CD0F869-C721-C1C7-7DE5-257392BFD547}"/>
                </a:ext>
              </a:extLst>
            </p:cNvPr>
            <p:cNvSpPr>
              <a:spLocks noGrp="1"/>
            </p:cNvSpPr>
            <p:nvPr/>
          </p:nvSpPr>
          <p:spPr>
            <a:xfrm>
              <a:off x="1409825" y="4558056"/>
              <a:ext cx="25073" cy="24057"/>
            </a:xfrm>
            <a:custGeom>
              <a:avLst/>
              <a:gdLst/>
              <a:ahLst/>
              <a:cxnLst/>
              <a:rect l="0" t="0" r="0" b="0"/>
              <a:pathLst>
                <a:path w="25073" h="24057">
                  <a:moveTo>
                    <a:pt x="25073" y="240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1" name="Input_receptor__950">
              <a:extLst>
                <a:ext uri="{FF2B5EF4-FFF2-40B4-BE49-F238E27FC236}">
                  <a16:creationId xmlns:a16="http://schemas.microsoft.com/office/drawing/2014/main" id="{24A40760-401A-78F7-8553-0ED0DF6A0CFE}"/>
                </a:ext>
              </a:extLst>
            </p:cNvPr>
            <p:cNvSpPr>
              <a:spLocks noGrp="1"/>
            </p:cNvSpPr>
            <p:nvPr/>
          </p:nvSpPr>
          <p:spPr>
            <a:xfrm>
              <a:off x="1129025" y="4261656"/>
              <a:ext cx="47734" cy="423"/>
            </a:xfrm>
            <a:custGeom>
              <a:avLst/>
              <a:gdLst/>
              <a:ahLst/>
              <a:cxnLst/>
              <a:rect l="0" t="0" r="0" b="0"/>
              <a:pathLst>
                <a:path w="47734" h="423">
                  <a:moveTo>
                    <a:pt x="47734" y="0"/>
                  </a:moveTo>
                  <a:lnTo>
                    <a:pt x="0" y="42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2" name="Input_receptor__951">
              <a:extLst>
                <a:ext uri="{FF2B5EF4-FFF2-40B4-BE49-F238E27FC236}">
                  <a16:creationId xmlns:a16="http://schemas.microsoft.com/office/drawing/2014/main" id="{EC46DD7D-95C3-43FC-BDCF-F13D36B55D44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62217"/>
              <a:ext cx="27787" cy="26800"/>
            </a:xfrm>
            <a:custGeom>
              <a:avLst/>
              <a:gdLst/>
              <a:ahLst/>
              <a:cxnLst/>
              <a:rect l="0" t="0" r="0" b="0"/>
              <a:pathLst>
                <a:path w="27787" h="26800">
                  <a:moveTo>
                    <a:pt x="27787" y="0"/>
                  </a:moveTo>
                  <a:lnTo>
                    <a:pt x="0" y="2680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3" name="Input_receptor__952">
              <a:extLst>
                <a:ext uri="{FF2B5EF4-FFF2-40B4-BE49-F238E27FC236}">
                  <a16:creationId xmlns:a16="http://schemas.microsoft.com/office/drawing/2014/main" id="{4EF98A0C-8EBB-F75C-4882-AE2B55C20A05}"/>
                </a:ext>
              </a:extLst>
            </p:cNvPr>
            <p:cNvSpPr>
              <a:spLocks noGrp="1"/>
            </p:cNvSpPr>
            <p:nvPr/>
          </p:nvSpPr>
          <p:spPr>
            <a:xfrm>
              <a:off x="1253446" y="4574231"/>
              <a:ext cx="17804" cy="11166"/>
            </a:xfrm>
            <a:custGeom>
              <a:avLst/>
              <a:gdLst/>
              <a:ahLst/>
              <a:cxnLst/>
              <a:rect l="0" t="0" r="0" b="0"/>
              <a:pathLst>
                <a:path w="17804" h="11166">
                  <a:moveTo>
                    <a:pt x="17804" y="1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4" name="Input_receptor__953">
              <a:extLst>
                <a:ext uri="{FF2B5EF4-FFF2-40B4-BE49-F238E27FC236}">
                  <a16:creationId xmlns:a16="http://schemas.microsoft.com/office/drawing/2014/main" id="{D94B37BA-22BB-44EA-D056-8BD922F02E1B}"/>
                </a:ext>
              </a:extLst>
            </p:cNvPr>
            <p:cNvSpPr>
              <a:spLocks noGrp="1"/>
            </p:cNvSpPr>
            <p:nvPr/>
          </p:nvSpPr>
          <p:spPr>
            <a:xfrm>
              <a:off x="1502339" y="4513071"/>
              <a:ext cx="20208" cy="30218"/>
            </a:xfrm>
            <a:custGeom>
              <a:avLst/>
              <a:gdLst/>
              <a:ahLst/>
              <a:cxnLst/>
              <a:rect l="0" t="0" r="0" b="0"/>
              <a:pathLst>
                <a:path w="20208" h="30218">
                  <a:moveTo>
                    <a:pt x="0" y="0"/>
                  </a:moveTo>
                  <a:lnTo>
                    <a:pt x="20208" y="3021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5" name="Input_receptor__954">
              <a:extLst>
                <a:ext uri="{FF2B5EF4-FFF2-40B4-BE49-F238E27FC236}">
                  <a16:creationId xmlns:a16="http://schemas.microsoft.com/office/drawing/2014/main" id="{AB96B3ED-7A6C-E933-2937-F9F83D11C5FF}"/>
                </a:ext>
              </a:extLst>
            </p:cNvPr>
            <p:cNvSpPr>
              <a:spLocks noGrp="1"/>
            </p:cNvSpPr>
            <p:nvPr/>
          </p:nvSpPr>
          <p:spPr>
            <a:xfrm>
              <a:off x="1480467" y="4846437"/>
              <a:ext cx="9028" cy="7385"/>
            </a:xfrm>
            <a:custGeom>
              <a:avLst/>
              <a:gdLst/>
              <a:ahLst/>
              <a:cxnLst/>
              <a:rect l="0" t="0" r="0" b="0"/>
              <a:pathLst>
                <a:path w="9028" h="7385">
                  <a:moveTo>
                    <a:pt x="0" y="7385"/>
                  </a:moveTo>
                  <a:lnTo>
                    <a:pt x="9028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6" name="Input_receptor__955">
              <a:extLst>
                <a:ext uri="{FF2B5EF4-FFF2-40B4-BE49-F238E27FC236}">
                  <a16:creationId xmlns:a16="http://schemas.microsoft.com/office/drawing/2014/main" id="{57E6DC6B-E1F3-BC9C-7DFE-36C99FC8B15E}"/>
                </a:ext>
              </a:extLst>
            </p:cNvPr>
            <p:cNvSpPr>
              <a:spLocks noGrp="1"/>
            </p:cNvSpPr>
            <p:nvPr/>
          </p:nvSpPr>
          <p:spPr>
            <a:xfrm>
              <a:off x="1050463" y="4277369"/>
              <a:ext cx="30044" cy="34015"/>
            </a:xfrm>
            <a:custGeom>
              <a:avLst/>
              <a:gdLst/>
              <a:ahLst/>
              <a:cxnLst/>
              <a:rect l="0" t="0" r="0" b="0"/>
              <a:pathLst>
                <a:path w="30044" h="34015">
                  <a:moveTo>
                    <a:pt x="30044" y="34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57" name="Input_receptor__956">
              <a:extLst>
                <a:ext uri="{FF2B5EF4-FFF2-40B4-BE49-F238E27FC236}">
                  <a16:creationId xmlns:a16="http://schemas.microsoft.com/office/drawing/2014/main" id="{BF5D7402-0642-9086-489D-B37FF5E6039C}"/>
                </a:ext>
              </a:extLst>
            </p:cNvPr>
            <p:cNvSpPr>
              <a:spLocks noGrp="1"/>
            </p:cNvSpPr>
            <p:nvPr/>
          </p:nvSpPr>
          <p:spPr>
            <a:xfrm>
              <a:off x="1217578" y="5214769"/>
              <a:ext cx="16859" cy="44521"/>
            </a:xfrm>
            <a:custGeom>
              <a:avLst/>
              <a:gdLst/>
              <a:ahLst/>
              <a:cxnLst/>
              <a:rect l="0" t="0" r="0" b="0"/>
              <a:pathLst>
                <a:path w="16859" h="44521">
                  <a:moveTo>
                    <a:pt x="16859" y="445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8" name="Input_receptor__957">
              <a:extLst>
                <a:ext uri="{FF2B5EF4-FFF2-40B4-BE49-F238E27FC236}">
                  <a16:creationId xmlns:a16="http://schemas.microsoft.com/office/drawing/2014/main" id="{9D0C2C22-970F-B3E9-E001-C70345F22C23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5012098"/>
              <a:ext cx="16599" cy="41800"/>
            </a:xfrm>
            <a:custGeom>
              <a:avLst/>
              <a:gdLst/>
              <a:ahLst/>
              <a:cxnLst/>
              <a:rect l="0" t="0" r="0" b="0"/>
              <a:pathLst>
                <a:path w="16599" h="41800">
                  <a:moveTo>
                    <a:pt x="16599" y="41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9" name="Input_receptor__958">
              <a:extLst>
                <a:ext uri="{FF2B5EF4-FFF2-40B4-BE49-F238E27FC236}">
                  <a16:creationId xmlns:a16="http://schemas.microsoft.com/office/drawing/2014/main" id="{F6A0F2A7-EDC0-0570-E2CA-C665257815A6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83171"/>
              <a:ext cx="10245" cy="9335"/>
            </a:xfrm>
            <a:custGeom>
              <a:avLst/>
              <a:gdLst/>
              <a:ahLst/>
              <a:cxnLst/>
              <a:rect l="0" t="0" r="0" b="0"/>
              <a:pathLst>
                <a:path w="10245" h="9335">
                  <a:moveTo>
                    <a:pt x="10245" y="9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0" name="Input_receptor__959">
              <a:extLst>
                <a:ext uri="{FF2B5EF4-FFF2-40B4-BE49-F238E27FC236}">
                  <a16:creationId xmlns:a16="http://schemas.microsoft.com/office/drawing/2014/main" id="{4739EDD3-357C-E3A2-AF05-862B491C1831}"/>
                </a:ext>
              </a:extLst>
            </p:cNvPr>
            <p:cNvSpPr>
              <a:spLocks noGrp="1"/>
            </p:cNvSpPr>
            <p:nvPr/>
          </p:nvSpPr>
          <p:spPr>
            <a:xfrm>
              <a:off x="1164693" y="4394281"/>
              <a:ext cx="41694" cy="21282"/>
            </a:xfrm>
            <a:custGeom>
              <a:avLst/>
              <a:gdLst/>
              <a:ahLst/>
              <a:cxnLst/>
              <a:rect l="0" t="0" r="0" b="0"/>
              <a:pathLst>
                <a:path w="41694" h="21282">
                  <a:moveTo>
                    <a:pt x="0" y="21282"/>
                  </a:moveTo>
                  <a:lnTo>
                    <a:pt x="41694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1" name="Input_receptor__960">
              <a:extLst>
                <a:ext uri="{FF2B5EF4-FFF2-40B4-BE49-F238E27FC236}">
                  <a16:creationId xmlns:a16="http://schemas.microsoft.com/office/drawing/2014/main" id="{C61A959A-56C5-78FE-386C-422AF3EE9AEB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4138"/>
              <a:ext cx="20743" cy="15389"/>
            </a:xfrm>
            <a:custGeom>
              <a:avLst/>
              <a:gdLst/>
              <a:ahLst/>
              <a:cxnLst/>
              <a:rect l="0" t="0" r="0" b="0"/>
              <a:pathLst>
                <a:path w="20743" h="15389">
                  <a:moveTo>
                    <a:pt x="20743" y="0"/>
                  </a:moveTo>
                  <a:lnTo>
                    <a:pt x="0" y="15389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2" name="Input_receptor__961">
              <a:extLst>
                <a:ext uri="{FF2B5EF4-FFF2-40B4-BE49-F238E27FC236}">
                  <a16:creationId xmlns:a16="http://schemas.microsoft.com/office/drawing/2014/main" id="{8B5B049D-262D-A9D3-F455-B098B2217E27}"/>
                </a:ext>
              </a:extLst>
            </p:cNvPr>
            <p:cNvSpPr>
              <a:spLocks noGrp="1"/>
            </p:cNvSpPr>
            <p:nvPr/>
          </p:nvSpPr>
          <p:spPr>
            <a:xfrm>
              <a:off x="1426548" y="4155230"/>
              <a:ext cx="18131" cy="19007"/>
            </a:xfrm>
            <a:custGeom>
              <a:avLst/>
              <a:gdLst/>
              <a:ahLst/>
              <a:cxnLst/>
              <a:rect l="0" t="0" r="0" b="0"/>
              <a:pathLst>
                <a:path w="18131" h="19007">
                  <a:moveTo>
                    <a:pt x="18131" y="19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3" name="Input_receptor__962">
              <a:extLst>
                <a:ext uri="{FF2B5EF4-FFF2-40B4-BE49-F238E27FC236}">
                  <a16:creationId xmlns:a16="http://schemas.microsoft.com/office/drawing/2014/main" id="{28B549DB-95EE-66C6-8BB2-280482C08D4A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44080"/>
              <a:ext cx="22072" cy="28624"/>
            </a:xfrm>
            <a:custGeom>
              <a:avLst/>
              <a:gdLst/>
              <a:ahLst/>
              <a:cxnLst/>
              <a:rect l="0" t="0" r="0" b="0"/>
              <a:pathLst>
                <a:path w="22072" h="28624">
                  <a:moveTo>
                    <a:pt x="22072" y="0"/>
                  </a:moveTo>
                  <a:lnTo>
                    <a:pt x="0" y="28624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4" name="Input_receptor__963">
              <a:extLst>
                <a:ext uri="{FF2B5EF4-FFF2-40B4-BE49-F238E27FC236}">
                  <a16:creationId xmlns:a16="http://schemas.microsoft.com/office/drawing/2014/main" id="{7AB3C967-2B2B-AEEF-E537-B38B1A075F23}"/>
                </a:ext>
              </a:extLst>
            </p:cNvPr>
            <p:cNvSpPr>
              <a:spLocks noGrp="1"/>
            </p:cNvSpPr>
            <p:nvPr/>
          </p:nvSpPr>
          <p:spPr>
            <a:xfrm>
              <a:off x="1206387" y="4394281"/>
              <a:ext cx="30234" cy="34856"/>
            </a:xfrm>
            <a:custGeom>
              <a:avLst/>
              <a:gdLst/>
              <a:ahLst/>
              <a:cxnLst/>
              <a:rect l="0" t="0" r="0" b="0"/>
              <a:pathLst>
                <a:path w="30234" h="34856">
                  <a:moveTo>
                    <a:pt x="0" y="0"/>
                  </a:moveTo>
                  <a:lnTo>
                    <a:pt x="30234" y="34856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5" name="Input_receptor__964">
              <a:extLst>
                <a:ext uri="{FF2B5EF4-FFF2-40B4-BE49-F238E27FC236}">
                  <a16:creationId xmlns:a16="http://schemas.microsoft.com/office/drawing/2014/main" id="{7DEE17BE-E8F7-77DB-BF90-840AD15C7B96}"/>
                </a:ext>
              </a:extLst>
            </p:cNvPr>
            <p:cNvSpPr>
              <a:spLocks noGrp="1"/>
            </p:cNvSpPr>
            <p:nvPr/>
          </p:nvSpPr>
          <p:spPr>
            <a:xfrm>
              <a:off x="1026863" y="5360988"/>
              <a:ext cx="34656" cy="33167"/>
            </a:xfrm>
            <a:custGeom>
              <a:avLst/>
              <a:gdLst/>
              <a:ahLst/>
              <a:cxnLst/>
              <a:rect l="0" t="0" r="0" b="0"/>
              <a:pathLst>
                <a:path w="34656" h="33167">
                  <a:moveTo>
                    <a:pt x="34656" y="331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6" name="Input_receptor__965">
              <a:extLst>
                <a:ext uri="{FF2B5EF4-FFF2-40B4-BE49-F238E27FC236}">
                  <a16:creationId xmlns:a16="http://schemas.microsoft.com/office/drawing/2014/main" id="{866B07A1-E429-E045-187E-C4F33F314D1F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24307"/>
              <a:ext cx="38985" cy="16456"/>
            </a:xfrm>
            <a:custGeom>
              <a:avLst/>
              <a:gdLst/>
              <a:ahLst/>
              <a:cxnLst/>
              <a:rect l="0" t="0" r="0" b="0"/>
              <a:pathLst>
                <a:path w="38985" h="16456">
                  <a:moveTo>
                    <a:pt x="0" y="16456"/>
                  </a:moveTo>
                  <a:lnTo>
                    <a:pt x="38985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7" name="Input_receptor__966">
              <a:extLst>
                <a:ext uri="{FF2B5EF4-FFF2-40B4-BE49-F238E27FC236}">
                  <a16:creationId xmlns:a16="http://schemas.microsoft.com/office/drawing/2014/main" id="{1171D9CE-C353-6C7B-DF3B-8B843E43480E}"/>
                </a:ext>
              </a:extLst>
            </p:cNvPr>
            <p:cNvSpPr>
              <a:spLocks noGrp="1"/>
            </p:cNvSpPr>
            <p:nvPr/>
          </p:nvSpPr>
          <p:spPr>
            <a:xfrm>
              <a:off x="1383340" y="4089661"/>
              <a:ext cx="36634" cy="13755"/>
            </a:xfrm>
            <a:custGeom>
              <a:avLst/>
              <a:gdLst/>
              <a:ahLst/>
              <a:cxnLst/>
              <a:rect l="0" t="0" r="0" b="0"/>
              <a:pathLst>
                <a:path w="36634" h="13755">
                  <a:moveTo>
                    <a:pt x="36634" y="13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8" name="Input_receptor__967">
              <a:extLst>
                <a:ext uri="{FF2B5EF4-FFF2-40B4-BE49-F238E27FC236}">
                  <a16:creationId xmlns:a16="http://schemas.microsoft.com/office/drawing/2014/main" id="{3EB5DA64-378A-4E2B-EC24-58BE3B6B8A84}"/>
                </a:ext>
              </a:extLst>
            </p:cNvPr>
            <p:cNvSpPr>
              <a:spLocks noGrp="1"/>
            </p:cNvSpPr>
            <p:nvPr/>
          </p:nvSpPr>
          <p:spPr>
            <a:xfrm>
              <a:off x="1009683" y="4262217"/>
              <a:ext cx="40780" cy="15152"/>
            </a:xfrm>
            <a:custGeom>
              <a:avLst/>
              <a:gdLst/>
              <a:ahLst/>
              <a:cxnLst/>
              <a:rect l="0" t="0" r="0" b="0"/>
              <a:pathLst>
                <a:path w="40780" h="15152">
                  <a:moveTo>
                    <a:pt x="40780" y="15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69" name="Input_receptor__968">
              <a:extLst>
                <a:ext uri="{FF2B5EF4-FFF2-40B4-BE49-F238E27FC236}">
                  <a16:creationId xmlns:a16="http://schemas.microsoft.com/office/drawing/2014/main" id="{FBF96A5A-D646-EE20-FF06-57060A4C9208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181440"/>
              <a:ext cx="28828" cy="34682"/>
            </a:xfrm>
            <a:custGeom>
              <a:avLst/>
              <a:gdLst/>
              <a:ahLst/>
              <a:cxnLst/>
              <a:rect l="0" t="0" r="0" b="0"/>
              <a:pathLst>
                <a:path w="28828" h="34682">
                  <a:moveTo>
                    <a:pt x="0" y="34682"/>
                  </a:moveTo>
                  <a:lnTo>
                    <a:pt x="2882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0" name="Input_receptor__969">
              <a:extLst>
                <a:ext uri="{FF2B5EF4-FFF2-40B4-BE49-F238E27FC236}">
                  <a16:creationId xmlns:a16="http://schemas.microsoft.com/office/drawing/2014/main" id="{6032401E-1FD8-A392-3CDF-293432E2A416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8327"/>
              <a:ext cx="6528" cy="47581"/>
            </a:xfrm>
            <a:custGeom>
              <a:avLst/>
              <a:gdLst/>
              <a:ahLst/>
              <a:cxnLst/>
              <a:rect l="0" t="0" r="0" b="0"/>
              <a:pathLst>
                <a:path w="6528" h="47581">
                  <a:moveTo>
                    <a:pt x="0" y="0"/>
                  </a:moveTo>
                  <a:lnTo>
                    <a:pt x="6528" y="4758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1" name="Input_receptor__970">
              <a:extLst>
                <a:ext uri="{FF2B5EF4-FFF2-40B4-BE49-F238E27FC236}">
                  <a16:creationId xmlns:a16="http://schemas.microsoft.com/office/drawing/2014/main" id="{D083C4D8-5112-B119-95DC-6C15FA749737}"/>
                </a:ext>
              </a:extLst>
            </p:cNvPr>
            <p:cNvSpPr>
              <a:spLocks noGrp="1"/>
            </p:cNvSpPr>
            <p:nvPr/>
          </p:nvSpPr>
          <p:spPr>
            <a:xfrm>
              <a:off x="1702505" y="5304673"/>
              <a:ext cx="6118" cy="39407"/>
            </a:xfrm>
            <a:custGeom>
              <a:avLst/>
              <a:gdLst/>
              <a:ahLst/>
              <a:cxnLst/>
              <a:rect l="0" t="0" r="0" b="0"/>
              <a:pathLst>
                <a:path w="6118" h="39407">
                  <a:moveTo>
                    <a:pt x="0" y="0"/>
                  </a:moveTo>
                  <a:lnTo>
                    <a:pt x="6118" y="39407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2" name="Input_receptor__971">
              <a:extLst>
                <a:ext uri="{FF2B5EF4-FFF2-40B4-BE49-F238E27FC236}">
                  <a16:creationId xmlns:a16="http://schemas.microsoft.com/office/drawing/2014/main" id="{4BDB9FEA-DE9C-662F-5EF1-E790349210BC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701017"/>
              <a:ext cx="10387" cy="45497"/>
            </a:xfrm>
            <a:custGeom>
              <a:avLst/>
              <a:gdLst/>
              <a:ahLst/>
              <a:cxnLst/>
              <a:rect l="0" t="0" r="0" b="0"/>
              <a:pathLst>
                <a:path w="10387" h="45497">
                  <a:moveTo>
                    <a:pt x="0" y="0"/>
                  </a:moveTo>
                  <a:lnTo>
                    <a:pt x="10387" y="4549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3" name="Input_receptor__972">
              <a:extLst>
                <a:ext uri="{FF2B5EF4-FFF2-40B4-BE49-F238E27FC236}">
                  <a16:creationId xmlns:a16="http://schemas.microsoft.com/office/drawing/2014/main" id="{35EBD2BC-3D79-C5B2-F785-547CE3F75727}"/>
                </a:ext>
              </a:extLst>
            </p:cNvPr>
            <p:cNvSpPr>
              <a:spLocks noGrp="1"/>
            </p:cNvSpPr>
            <p:nvPr/>
          </p:nvSpPr>
          <p:spPr>
            <a:xfrm>
              <a:off x="1184606" y="4552844"/>
              <a:ext cx="25108" cy="38674"/>
            </a:xfrm>
            <a:custGeom>
              <a:avLst/>
              <a:gdLst/>
              <a:ahLst/>
              <a:cxnLst/>
              <a:rect l="0" t="0" r="0" b="0"/>
              <a:pathLst>
                <a:path w="25108" h="38674">
                  <a:moveTo>
                    <a:pt x="25108" y="386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4" name="Input_receptor__973">
              <a:extLst>
                <a:ext uri="{FF2B5EF4-FFF2-40B4-BE49-F238E27FC236}">
                  <a16:creationId xmlns:a16="http://schemas.microsoft.com/office/drawing/2014/main" id="{8CA7E17C-AC1E-16D9-E099-D68724F55A34}"/>
                </a:ext>
              </a:extLst>
            </p:cNvPr>
            <p:cNvSpPr>
              <a:spLocks noGrp="1"/>
            </p:cNvSpPr>
            <p:nvPr/>
          </p:nvSpPr>
          <p:spPr>
            <a:xfrm>
              <a:off x="1505037" y="5006356"/>
              <a:ext cx="18124" cy="9247"/>
            </a:xfrm>
            <a:custGeom>
              <a:avLst/>
              <a:gdLst/>
              <a:ahLst/>
              <a:cxnLst/>
              <a:rect l="0" t="0" r="0" b="0"/>
              <a:pathLst>
                <a:path w="18124" h="9247">
                  <a:moveTo>
                    <a:pt x="0" y="9247"/>
                  </a:moveTo>
                  <a:lnTo>
                    <a:pt x="18124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5" name="Input_receptor__974">
              <a:extLst>
                <a:ext uri="{FF2B5EF4-FFF2-40B4-BE49-F238E27FC236}">
                  <a16:creationId xmlns:a16="http://schemas.microsoft.com/office/drawing/2014/main" id="{29B86639-5BDF-1F96-EF3E-8C88C0C2B77A}"/>
                </a:ext>
              </a:extLst>
            </p:cNvPr>
            <p:cNvSpPr>
              <a:spLocks noGrp="1"/>
            </p:cNvSpPr>
            <p:nvPr/>
          </p:nvSpPr>
          <p:spPr>
            <a:xfrm>
              <a:off x="1037880" y="5284529"/>
              <a:ext cx="39704" cy="26370"/>
            </a:xfrm>
            <a:custGeom>
              <a:avLst/>
              <a:gdLst/>
              <a:ahLst/>
              <a:cxnLst/>
              <a:rect l="0" t="0" r="0" b="0"/>
              <a:pathLst>
                <a:path w="39704" h="26370">
                  <a:moveTo>
                    <a:pt x="0" y="0"/>
                  </a:moveTo>
                  <a:lnTo>
                    <a:pt x="39704" y="2637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6" name="Input_receptor__975">
              <a:extLst>
                <a:ext uri="{FF2B5EF4-FFF2-40B4-BE49-F238E27FC236}">
                  <a16:creationId xmlns:a16="http://schemas.microsoft.com/office/drawing/2014/main" id="{ADBE14C0-C640-1091-F99F-ACB40D2A086A}"/>
                </a:ext>
              </a:extLst>
            </p:cNvPr>
            <p:cNvSpPr>
              <a:spLocks noGrp="1"/>
            </p:cNvSpPr>
            <p:nvPr/>
          </p:nvSpPr>
          <p:spPr>
            <a:xfrm>
              <a:off x="1360577" y="4800054"/>
              <a:ext cx="10200" cy="29940"/>
            </a:xfrm>
            <a:custGeom>
              <a:avLst/>
              <a:gdLst/>
              <a:ahLst/>
              <a:cxnLst/>
              <a:rect l="0" t="0" r="0" b="0"/>
              <a:pathLst>
                <a:path w="10200" h="29940">
                  <a:moveTo>
                    <a:pt x="10200" y="29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7" name="Input_receptor__976">
              <a:extLst>
                <a:ext uri="{FF2B5EF4-FFF2-40B4-BE49-F238E27FC236}">
                  <a16:creationId xmlns:a16="http://schemas.microsoft.com/office/drawing/2014/main" id="{85E90C5B-416A-145E-41F1-A1A9EF55E9A5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28594"/>
              <a:ext cx="36240" cy="28938"/>
            </a:xfrm>
            <a:custGeom>
              <a:avLst/>
              <a:gdLst/>
              <a:ahLst/>
              <a:cxnLst/>
              <a:rect l="0" t="0" r="0" b="0"/>
              <a:pathLst>
                <a:path w="36240" h="28938">
                  <a:moveTo>
                    <a:pt x="36240" y="28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8" name="Input_receptor__977">
              <a:extLst>
                <a:ext uri="{FF2B5EF4-FFF2-40B4-BE49-F238E27FC236}">
                  <a16:creationId xmlns:a16="http://schemas.microsoft.com/office/drawing/2014/main" id="{AC0B64DA-875B-57E0-C4D7-A276CDA19763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317896"/>
              <a:ext cx="9443" cy="5620"/>
            </a:xfrm>
            <a:custGeom>
              <a:avLst/>
              <a:gdLst/>
              <a:ahLst/>
              <a:cxnLst/>
              <a:rect l="0" t="0" r="0" b="0"/>
              <a:pathLst>
                <a:path w="9443" h="5620">
                  <a:moveTo>
                    <a:pt x="0" y="5620"/>
                  </a:moveTo>
                  <a:lnTo>
                    <a:pt x="9443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9" name="Input_receptor__978">
              <a:extLst>
                <a:ext uri="{FF2B5EF4-FFF2-40B4-BE49-F238E27FC236}">
                  <a16:creationId xmlns:a16="http://schemas.microsoft.com/office/drawing/2014/main" id="{CD5BF84D-5DBD-0862-59F1-7B7841FBE9C4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64397"/>
              <a:ext cx="17098" cy="4383"/>
            </a:xfrm>
            <a:custGeom>
              <a:avLst/>
              <a:gdLst/>
              <a:ahLst/>
              <a:cxnLst/>
              <a:rect l="0" t="0" r="0" b="0"/>
              <a:pathLst>
                <a:path w="17098" h="4383">
                  <a:moveTo>
                    <a:pt x="0" y="4383"/>
                  </a:moveTo>
                  <a:lnTo>
                    <a:pt x="1709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0" name="Input_receptor__979">
              <a:extLst>
                <a:ext uri="{FF2B5EF4-FFF2-40B4-BE49-F238E27FC236}">
                  <a16:creationId xmlns:a16="http://schemas.microsoft.com/office/drawing/2014/main" id="{2C60DCAE-5C0F-C534-1E25-A1A3692E7669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89267"/>
              <a:ext cx="32662" cy="394"/>
            </a:xfrm>
            <a:custGeom>
              <a:avLst/>
              <a:gdLst/>
              <a:ahLst/>
              <a:cxnLst/>
              <a:rect l="0" t="0" r="0" b="0"/>
              <a:pathLst>
                <a:path w="32662" h="394">
                  <a:moveTo>
                    <a:pt x="32662" y="3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1" name="Input_receptor__980">
              <a:extLst>
                <a:ext uri="{FF2B5EF4-FFF2-40B4-BE49-F238E27FC236}">
                  <a16:creationId xmlns:a16="http://schemas.microsoft.com/office/drawing/2014/main" id="{DAA810B3-0F5B-8AD7-DE18-4B3E2E0225ED}"/>
                </a:ext>
              </a:extLst>
            </p:cNvPr>
            <p:cNvSpPr>
              <a:spLocks noGrp="1"/>
            </p:cNvSpPr>
            <p:nvPr/>
          </p:nvSpPr>
          <p:spPr>
            <a:xfrm>
              <a:off x="1833084" y="5259629"/>
              <a:ext cx="32259" cy="35821"/>
            </a:xfrm>
            <a:custGeom>
              <a:avLst/>
              <a:gdLst/>
              <a:ahLst/>
              <a:cxnLst/>
              <a:rect l="0" t="0" r="0" b="0"/>
              <a:pathLst>
                <a:path w="32259" h="35821">
                  <a:moveTo>
                    <a:pt x="0" y="35821"/>
                  </a:moveTo>
                  <a:lnTo>
                    <a:pt x="32259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2" name="Input_receptor__981">
              <a:extLst>
                <a:ext uri="{FF2B5EF4-FFF2-40B4-BE49-F238E27FC236}">
                  <a16:creationId xmlns:a16="http://schemas.microsoft.com/office/drawing/2014/main" id="{7565C027-8DD8-02EA-1648-8F24F3DF68E9}"/>
                </a:ext>
              </a:extLst>
            </p:cNvPr>
            <p:cNvSpPr>
              <a:spLocks noGrp="1"/>
            </p:cNvSpPr>
            <p:nvPr/>
          </p:nvSpPr>
          <p:spPr>
            <a:xfrm>
              <a:off x="1052290" y="5394154"/>
              <a:ext cx="9228" cy="45389"/>
            </a:xfrm>
            <a:custGeom>
              <a:avLst/>
              <a:gdLst/>
              <a:ahLst/>
              <a:cxnLst/>
              <a:rect l="0" t="0" r="0" b="0"/>
              <a:pathLst>
                <a:path w="9228" h="45389">
                  <a:moveTo>
                    <a:pt x="0" y="45389"/>
                  </a:moveTo>
                  <a:lnTo>
                    <a:pt x="9228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3" name="Input_receptor__982">
              <a:extLst>
                <a:ext uri="{FF2B5EF4-FFF2-40B4-BE49-F238E27FC236}">
                  <a16:creationId xmlns:a16="http://schemas.microsoft.com/office/drawing/2014/main" id="{37DB29D8-444E-A296-6808-F764773716F4}"/>
                </a:ext>
              </a:extLst>
            </p:cNvPr>
            <p:cNvSpPr>
              <a:spLocks noGrp="1"/>
            </p:cNvSpPr>
            <p:nvPr/>
          </p:nvSpPr>
          <p:spPr>
            <a:xfrm>
              <a:off x="1252369" y="4917234"/>
              <a:ext cx="38918" cy="26771"/>
            </a:xfrm>
            <a:custGeom>
              <a:avLst/>
              <a:gdLst/>
              <a:ahLst/>
              <a:cxnLst/>
              <a:rect l="0" t="0" r="0" b="0"/>
              <a:pathLst>
                <a:path w="38918" h="26771">
                  <a:moveTo>
                    <a:pt x="0" y="0"/>
                  </a:moveTo>
                  <a:lnTo>
                    <a:pt x="38918" y="2677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4" name="Input_receptor__983">
              <a:extLst>
                <a:ext uri="{FF2B5EF4-FFF2-40B4-BE49-F238E27FC236}">
                  <a16:creationId xmlns:a16="http://schemas.microsoft.com/office/drawing/2014/main" id="{9815AB5A-7B00-6134-15B6-33D19AF95EAA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29904"/>
              <a:ext cx="95" cy="27192"/>
            </a:xfrm>
            <a:custGeom>
              <a:avLst/>
              <a:gdLst/>
              <a:ahLst/>
              <a:cxnLst/>
              <a:rect l="0" t="0" r="0" b="0"/>
              <a:pathLst>
                <a:path w="95" h="27192">
                  <a:moveTo>
                    <a:pt x="0" y="0"/>
                  </a:moveTo>
                  <a:lnTo>
                    <a:pt x="39" y="27192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5" name="Input_receptor__984">
              <a:extLst>
                <a:ext uri="{FF2B5EF4-FFF2-40B4-BE49-F238E27FC236}">
                  <a16:creationId xmlns:a16="http://schemas.microsoft.com/office/drawing/2014/main" id="{CA4B6A63-268F-05AB-240C-7611D8BA0CA2}"/>
                </a:ext>
              </a:extLst>
            </p:cNvPr>
            <p:cNvSpPr>
              <a:spLocks noGrp="1"/>
            </p:cNvSpPr>
            <p:nvPr/>
          </p:nvSpPr>
          <p:spPr>
            <a:xfrm>
              <a:off x="1634002" y="4606201"/>
              <a:ext cx="13052" cy="6437"/>
            </a:xfrm>
            <a:custGeom>
              <a:avLst/>
              <a:gdLst/>
              <a:ahLst/>
              <a:cxnLst/>
              <a:rect l="0" t="0" r="0" b="0"/>
              <a:pathLst>
                <a:path w="13052" h="6437">
                  <a:moveTo>
                    <a:pt x="13052" y="6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6" name="Input_receptor__985">
              <a:extLst>
                <a:ext uri="{FF2B5EF4-FFF2-40B4-BE49-F238E27FC236}">
                  <a16:creationId xmlns:a16="http://schemas.microsoft.com/office/drawing/2014/main" id="{817FAEF0-CB1D-68C0-CC1F-19CA4E9D59AB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33575"/>
              <a:ext cx="27637" cy="38407"/>
            </a:xfrm>
            <a:custGeom>
              <a:avLst/>
              <a:gdLst/>
              <a:ahLst/>
              <a:cxnLst/>
              <a:rect l="0" t="0" r="0" b="0"/>
              <a:pathLst>
                <a:path w="27637" h="38407">
                  <a:moveTo>
                    <a:pt x="27637" y="0"/>
                  </a:moveTo>
                  <a:lnTo>
                    <a:pt x="0" y="3840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7" name="Input_receptor__986">
              <a:extLst>
                <a:ext uri="{FF2B5EF4-FFF2-40B4-BE49-F238E27FC236}">
                  <a16:creationId xmlns:a16="http://schemas.microsoft.com/office/drawing/2014/main" id="{BF4CFED5-0BDC-316B-EDD2-C7D47A9529F2}"/>
                </a:ext>
              </a:extLst>
            </p:cNvPr>
            <p:cNvSpPr>
              <a:spLocks noGrp="1"/>
            </p:cNvSpPr>
            <p:nvPr/>
          </p:nvSpPr>
          <p:spPr>
            <a:xfrm>
              <a:off x="1568551" y="5001423"/>
              <a:ext cx="101" cy="42715"/>
            </a:xfrm>
            <a:custGeom>
              <a:avLst/>
              <a:gdLst/>
              <a:ahLst/>
              <a:cxnLst/>
              <a:rect l="0" t="0" r="0" b="0"/>
              <a:pathLst>
                <a:path w="101" h="42715">
                  <a:moveTo>
                    <a:pt x="0" y="0"/>
                  </a:moveTo>
                  <a:lnTo>
                    <a:pt x="101" y="42715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88" name="Input_receptor__987">
              <a:extLst>
                <a:ext uri="{FF2B5EF4-FFF2-40B4-BE49-F238E27FC236}">
                  <a16:creationId xmlns:a16="http://schemas.microsoft.com/office/drawing/2014/main" id="{34C0F01E-BB1D-CAB8-2635-2C379D1F6F44}"/>
                </a:ext>
              </a:extLst>
            </p:cNvPr>
            <p:cNvSpPr>
              <a:spLocks noGrp="1"/>
            </p:cNvSpPr>
            <p:nvPr/>
          </p:nvSpPr>
          <p:spPr>
            <a:xfrm>
              <a:off x="1473040" y="4424022"/>
              <a:ext cx="41100" cy="17435"/>
            </a:xfrm>
            <a:custGeom>
              <a:avLst/>
              <a:gdLst/>
              <a:ahLst/>
              <a:cxnLst/>
              <a:rect l="0" t="0" r="0" b="0"/>
              <a:pathLst>
                <a:path w="41100" h="17435">
                  <a:moveTo>
                    <a:pt x="0" y="17435"/>
                  </a:moveTo>
                  <a:lnTo>
                    <a:pt x="41100" y="0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89" name="Input_receptor__988">
              <a:extLst>
                <a:ext uri="{FF2B5EF4-FFF2-40B4-BE49-F238E27FC236}">
                  <a16:creationId xmlns:a16="http://schemas.microsoft.com/office/drawing/2014/main" id="{E4F2C1A4-3230-C194-0F3B-CA818469DD22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9284" cy="20247"/>
            </a:xfrm>
            <a:custGeom>
              <a:avLst/>
              <a:gdLst/>
              <a:ahLst/>
              <a:cxnLst/>
              <a:rect l="0" t="0" r="0" b="0"/>
              <a:pathLst>
                <a:path w="9284" h="20247">
                  <a:moveTo>
                    <a:pt x="9284" y="202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0" name="Input_receptor__989">
              <a:extLst>
                <a:ext uri="{FF2B5EF4-FFF2-40B4-BE49-F238E27FC236}">
                  <a16:creationId xmlns:a16="http://schemas.microsoft.com/office/drawing/2014/main" id="{2B27C227-5B2D-8E2B-DDC7-021CED119853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4324"/>
              <a:ext cx="8661" cy="6198"/>
            </a:xfrm>
            <a:custGeom>
              <a:avLst/>
              <a:gdLst/>
              <a:ahLst/>
              <a:cxnLst/>
              <a:rect l="0" t="0" r="0" b="0"/>
              <a:pathLst>
                <a:path w="8661" h="6198">
                  <a:moveTo>
                    <a:pt x="0" y="6198"/>
                  </a:moveTo>
                  <a:lnTo>
                    <a:pt x="8661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1" name="Input_receptor__990">
              <a:extLst>
                <a:ext uri="{FF2B5EF4-FFF2-40B4-BE49-F238E27FC236}">
                  <a16:creationId xmlns:a16="http://schemas.microsoft.com/office/drawing/2014/main" id="{BF35DBD2-CCB6-914C-E3DF-18B3E703A274}"/>
                </a:ext>
              </a:extLst>
            </p:cNvPr>
            <p:cNvSpPr>
              <a:spLocks noGrp="1"/>
            </p:cNvSpPr>
            <p:nvPr/>
          </p:nvSpPr>
          <p:spPr>
            <a:xfrm>
              <a:off x="1467691" y="4971407"/>
              <a:ext cx="14517" cy="2319"/>
            </a:xfrm>
            <a:custGeom>
              <a:avLst/>
              <a:gdLst/>
              <a:ahLst/>
              <a:cxnLst/>
              <a:rect l="0" t="0" r="0" b="0"/>
              <a:pathLst>
                <a:path w="14517" h="2319">
                  <a:moveTo>
                    <a:pt x="0" y="0"/>
                  </a:moveTo>
                  <a:lnTo>
                    <a:pt x="14517" y="2319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2" name="Input_receptor__991">
              <a:extLst>
                <a:ext uri="{FF2B5EF4-FFF2-40B4-BE49-F238E27FC236}">
                  <a16:creationId xmlns:a16="http://schemas.microsoft.com/office/drawing/2014/main" id="{73CF9C77-0621-661A-BFBF-242C58759E81}"/>
                </a:ext>
              </a:extLst>
            </p:cNvPr>
            <p:cNvSpPr>
              <a:spLocks noGrp="1"/>
            </p:cNvSpPr>
            <p:nvPr/>
          </p:nvSpPr>
          <p:spPr>
            <a:xfrm>
              <a:off x="1554920" y="4309005"/>
              <a:ext cx="39834" cy="1718"/>
            </a:xfrm>
            <a:custGeom>
              <a:avLst/>
              <a:gdLst/>
              <a:ahLst/>
              <a:cxnLst/>
              <a:rect l="0" t="0" r="0" b="0"/>
              <a:pathLst>
                <a:path w="39834" h="1718">
                  <a:moveTo>
                    <a:pt x="39834" y="17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3" name="Input_receptor__992">
              <a:extLst>
                <a:ext uri="{FF2B5EF4-FFF2-40B4-BE49-F238E27FC236}">
                  <a16:creationId xmlns:a16="http://schemas.microsoft.com/office/drawing/2014/main" id="{402D3E0E-00C9-A7A6-A1CE-F10A7983F049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83215"/>
              <a:ext cx="35815" cy="29731"/>
            </a:xfrm>
            <a:custGeom>
              <a:avLst/>
              <a:gdLst/>
              <a:ahLst/>
              <a:cxnLst/>
              <a:rect l="0" t="0" r="0" b="0"/>
              <a:pathLst>
                <a:path w="35815" h="29731">
                  <a:moveTo>
                    <a:pt x="0" y="0"/>
                  </a:moveTo>
                  <a:lnTo>
                    <a:pt x="35815" y="29731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4" name="Input_receptor__993">
              <a:extLst>
                <a:ext uri="{FF2B5EF4-FFF2-40B4-BE49-F238E27FC236}">
                  <a16:creationId xmlns:a16="http://schemas.microsoft.com/office/drawing/2014/main" id="{9B1C9D31-3BE9-F3A1-9982-61E63704C6D8}"/>
                </a:ext>
              </a:extLst>
            </p:cNvPr>
            <p:cNvSpPr>
              <a:spLocks noGrp="1"/>
            </p:cNvSpPr>
            <p:nvPr/>
          </p:nvSpPr>
          <p:spPr>
            <a:xfrm>
              <a:off x="1000988" y="4327212"/>
              <a:ext cx="9953" cy="3529"/>
            </a:xfrm>
            <a:custGeom>
              <a:avLst/>
              <a:gdLst/>
              <a:ahLst/>
              <a:cxnLst/>
              <a:rect l="0" t="0" r="0" b="0"/>
              <a:pathLst>
                <a:path w="9953" h="3529">
                  <a:moveTo>
                    <a:pt x="9953" y="0"/>
                  </a:moveTo>
                  <a:lnTo>
                    <a:pt x="0" y="3529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5" name="Input_receptor__994">
              <a:extLst>
                <a:ext uri="{FF2B5EF4-FFF2-40B4-BE49-F238E27FC236}">
                  <a16:creationId xmlns:a16="http://schemas.microsoft.com/office/drawing/2014/main" id="{8D5F8648-C589-360F-2D47-A45C523BF854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29994"/>
              <a:ext cx="13806" cy="42525"/>
            </a:xfrm>
            <a:custGeom>
              <a:avLst/>
              <a:gdLst/>
              <a:ahLst/>
              <a:cxnLst/>
              <a:rect l="0" t="0" r="0" b="0"/>
              <a:pathLst>
                <a:path w="13806" h="42525">
                  <a:moveTo>
                    <a:pt x="0" y="42525"/>
                  </a:moveTo>
                  <a:lnTo>
                    <a:pt x="1380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6" name="Input_receptor__995">
              <a:extLst>
                <a:ext uri="{FF2B5EF4-FFF2-40B4-BE49-F238E27FC236}">
                  <a16:creationId xmlns:a16="http://schemas.microsoft.com/office/drawing/2014/main" id="{B02B6D2A-EF2C-B507-F433-F3C50EDCC33D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37502"/>
              <a:ext cx="12516" cy="14871"/>
            </a:xfrm>
            <a:custGeom>
              <a:avLst/>
              <a:gdLst/>
              <a:ahLst/>
              <a:cxnLst/>
              <a:rect l="0" t="0" r="0" b="0"/>
              <a:pathLst>
                <a:path w="12516" h="14871">
                  <a:moveTo>
                    <a:pt x="0" y="14871"/>
                  </a:moveTo>
                  <a:lnTo>
                    <a:pt x="1251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7" name="Input_receptor__996">
              <a:extLst>
                <a:ext uri="{FF2B5EF4-FFF2-40B4-BE49-F238E27FC236}">
                  <a16:creationId xmlns:a16="http://schemas.microsoft.com/office/drawing/2014/main" id="{C02D4376-1BBF-C3FD-2B0A-9EB67A0F37BD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12945"/>
              <a:ext cx="8428" cy="46412"/>
            </a:xfrm>
            <a:custGeom>
              <a:avLst/>
              <a:gdLst/>
              <a:ahLst/>
              <a:cxnLst/>
              <a:rect l="0" t="0" r="0" b="0"/>
              <a:pathLst>
                <a:path w="8428" h="46412">
                  <a:moveTo>
                    <a:pt x="8428" y="0"/>
                  </a:moveTo>
                  <a:lnTo>
                    <a:pt x="0" y="46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8" name="Input_receptor__997">
              <a:extLst>
                <a:ext uri="{FF2B5EF4-FFF2-40B4-BE49-F238E27FC236}">
                  <a16:creationId xmlns:a16="http://schemas.microsoft.com/office/drawing/2014/main" id="{D6C71801-4A19-5411-6748-DFEDAEF072C5}"/>
                </a:ext>
              </a:extLst>
            </p:cNvPr>
            <p:cNvSpPr>
              <a:spLocks noGrp="1"/>
            </p:cNvSpPr>
            <p:nvPr/>
          </p:nvSpPr>
          <p:spPr>
            <a:xfrm>
              <a:off x="1176760" y="4249244"/>
              <a:ext cx="23879" cy="12412"/>
            </a:xfrm>
            <a:custGeom>
              <a:avLst/>
              <a:gdLst/>
              <a:ahLst/>
              <a:cxnLst/>
              <a:rect l="0" t="0" r="0" b="0"/>
              <a:pathLst>
                <a:path w="23879" h="12412">
                  <a:moveTo>
                    <a:pt x="23879" y="0"/>
                  </a:moveTo>
                  <a:lnTo>
                    <a:pt x="0" y="12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9" name="Input_receptor__998">
              <a:extLst>
                <a:ext uri="{FF2B5EF4-FFF2-40B4-BE49-F238E27FC236}">
                  <a16:creationId xmlns:a16="http://schemas.microsoft.com/office/drawing/2014/main" id="{68C14C43-7347-C3EC-D16E-BCC1C0A1EB34}"/>
                </a:ext>
              </a:extLst>
            </p:cNvPr>
            <p:cNvSpPr>
              <a:spLocks noGrp="1"/>
            </p:cNvSpPr>
            <p:nvPr/>
          </p:nvSpPr>
          <p:spPr>
            <a:xfrm>
              <a:off x="1551999" y="4741769"/>
              <a:ext cx="30115" cy="3172"/>
            </a:xfrm>
            <a:custGeom>
              <a:avLst/>
              <a:gdLst/>
              <a:ahLst/>
              <a:cxnLst/>
              <a:rect l="0" t="0" r="0" b="0"/>
              <a:pathLst>
                <a:path w="30115" h="3172">
                  <a:moveTo>
                    <a:pt x="30115" y="0"/>
                  </a:moveTo>
                  <a:lnTo>
                    <a:pt x="0" y="317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000" name="Input_receptor__999">
              <a:extLst>
                <a:ext uri="{FF2B5EF4-FFF2-40B4-BE49-F238E27FC236}">
                  <a16:creationId xmlns:a16="http://schemas.microsoft.com/office/drawing/2014/main" id="{DC03193E-85C8-12B3-3027-3FCC2C65984F}"/>
                </a:ext>
              </a:extLst>
            </p:cNvPr>
            <p:cNvSpPr>
              <a:spLocks noGrp="1"/>
            </p:cNvSpPr>
            <p:nvPr/>
          </p:nvSpPr>
          <p:spPr>
            <a:xfrm>
              <a:off x="1209714" y="4574231"/>
              <a:ext cx="43731" cy="17286"/>
            </a:xfrm>
            <a:custGeom>
              <a:avLst/>
              <a:gdLst/>
              <a:ahLst/>
              <a:cxnLst/>
              <a:rect l="0" t="0" r="0" b="0"/>
              <a:pathLst>
                <a:path w="43731" h="17286">
                  <a:moveTo>
                    <a:pt x="43731" y="0"/>
                  </a:moveTo>
                  <a:lnTo>
                    <a:pt x="0" y="17286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1" name="Input_receptor__1000">
              <a:extLst>
                <a:ext uri="{FF2B5EF4-FFF2-40B4-BE49-F238E27FC236}">
                  <a16:creationId xmlns:a16="http://schemas.microsoft.com/office/drawing/2014/main" id="{DC929972-A24E-2B89-A505-CD15BC9B10D4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0595"/>
              <a:ext cx="38847" cy="22146"/>
            </a:xfrm>
            <a:custGeom>
              <a:avLst/>
              <a:gdLst/>
              <a:ahLst/>
              <a:cxnLst/>
              <a:rect l="0" t="0" r="0" b="0"/>
              <a:pathLst>
                <a:path w="38847" h="22146">
                  <a:moveTo>
                    <a:pt x="0" y="22146"/>
                  </a:moveTo>
                  <a:lnTo>
                    <a:pt x="3884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2" name="Input_receptor__1001">
              <a:extLst>
                <a:ext uri="{FF2B5EF4-FFF2-40B4-BE49-F238E27FC236}">
                  <a16:creationId xmlns:a16="http://schemas.microsoft.com/office/drawing/2014/main" id="{16249CF1-EAB5-E02A-E39B-FF5570786987}"/>
                </a:ext>
              </a:extLst>
            </p:cNvPr>
            <p:cNvSpPr>
              <a:spLocks noGrp="1"/>
            </p:cNvSpPr>
            <p:nvPr/>
          </p:nvSpPr>
          <p:spPr>
            <a:xfrm>
              <a:off x="1236621" y="4415774"/>
              <a:ext cx="43487" cy="13364"/>
            </a:xfrm>
            <a:custGeom>
              <a:avLst/>
              <a:gdLst/>
              <a:ahLst/>
              <a:cxnLst/>
              <a:rect l="0" t="0" r="0" b="0"/>
              <a:pathLst>
                <a:path w="43487" h="13364">
                  <a:moveTo>
                    <a:pt x="0" y="13364"/>
                  </a:moveTo>
                  <a:lnTo>
                    <a:pt x="4348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3" name="Input_receptor__1002">
              <a:extLst>
                <a:ext uri="{FF2B5EF4-FFF2-40B4-BE49-F238E27FC236}">
                  <a16:creationId xmlns:a16="http://schemas.microsoft.com/office/drawing/2014/main" id="{3F98AC9E-3B7F-6052-1AC1-83FC94CCFEAD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684054"/>
              <a:ext cx="21718" cy="16963"/>
            </a:xfrm>
            <a:custGeom>
              <a:avLst/>
              <a:gdLst/>
              <a:ahLst/>
              <a:cxnLst/>
              <a:rect l="0" t="0" r="0" b="0"/>
              <a:pathLst>
                <a:path w="21718" h="16963">
                  <a:moveTo>
                    <a:pt x="21718" y="0"/>
                  </a:moveTo>
                  <a:lnTo>
                    <a:pt x="0" y="16963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04" name="Input_receptor__1003">
              <a:extLst>
                <a:ext uri="{FF2B5EF4-FFF2-40B4-BE49-F238E27FC236}">
                  <a16:creationId xmlns:a16="http://schemas.microsoft.com/office/drawing/2014/main" id="{07A1B918-6C40-2866-9ED4-76773E3AF2E9}"/>
                </a:ext>
              </a:extLst>
            </p:cNvPr>
            <p:cNvSpPr>
              <a:spLocks noGrp="1"/>
            </p:cNvSpPr>
            <p:nvPr/>
          </p:nvSpPr>
          <p:spPr>
            <a:xfrm>
              <a:off x="1563823" y="4798679"/>
              <a:ext cx="46193" cy="11866"/>
            </a:xfrm>
            <a:custGeom>
              <a:avLst/>
              <a:gdLst/>
              <a:ahLst/>
              <a:cxnLst/>
              <a:rect l="0" t="0" r="0" b="0"/>
              <a:pathLst>
                <a:path w="46193" h="11866">
                  <a:moveTo>
                    <a:pt x="0" y="0"/>
                  </a:moveTo>
                  <a:lnTo>
                    <a:pt x="46193" y="11866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5" name="Input_receptor__1004">
              <a:extLst>
                <a:ext uri="{FF2B5EF4-FFF2-40B4-BE49-F238E27FC236}">
                  <a16:creationId xmlns:a16="http://schemas.microsoft.com/office/drawing/2014/main" id="{BF475AC0-1329-486A-353E-CC18230957C9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510789"/>
              <a:ext cx="1899" cy="26892"/>
            </a:xfrm>
            <a:custGeom>
              <a:avLst/>
              <a:gdLst/>
              <a:ahLst/>
              <a:cxnLst/>
              <a:rect l="0" t="0" r="0" b="0"/>
              <a:pathLst>
                <a:path w="1899" h="26892">
                  <a:moveTo>
                    <a:pt x="1899" y="268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6" name="Input_receptor__1005">
              <a:extLst>
                <a:ext uri="{FF2B5EF4-FFF2-40B4-BE49-F238E27FC236}">
                  <a16:creationId xmlns:a16="http://schemas.microsoft.com/office/drawing/2014/main" id="{952AC399-5709-264E-DCBF-25D0D353EC40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309005"/>
              <a:ext cx="29330" cy="9134"/>
            </a:xfrm>
            <a:custGeom>
              <a:avLst/>
              <a:gdLst/>
              <a:ahLst/>
              <a:cxnLst/>
              <a:rect l="0" t="0" r="0" b="0"/>
              <a:pathLst>
                <a:path w="29330" h="9134">
                  <a:moveTo>
                    <a:pt x="29330" y="0"/>
                  </a:moveTo>
                  <a:lnTo>
                    <a:pt x="0" y="913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7" name="Input_receptor__1006">
              <a:extLst>
                <a:ext uri="{FF2B5EF4-FFF2-40B4-BE49-F238E27FC236}">
                  <a16:creationId xmlns:a16="http://schemas.microsoft.com/office/drawing/2014/main" id="{E5CBB82B-BC21-C13B-07B1-F4FE50BCD27F}"/>
                </a:ext>
              </a:extLst>
            </p:cNvPr>
            <p:cNvSpPr>
              <a:spLocks noGrp="1"/>
            </p:cNvSpPr>
            <p:nvPr/>
          </p:nvSpPr>
          <p:spPr>
            <a:xfrm>
              <a:off x="1497558" y="4253675"/>
              <a:ext cx="46167" cy="8731"/>
            </a:xfrm>
            <a:custGeom>
              <a:avLst/>
              <a:gdLst/>
              <a:ahLst/>
              <a:cxnLst/>
              <a:rect l="0" t="0" r="0" b="0"/>
              <a:pathLst>
                <a:path w="46167" h="8731">
                  <a:moveTo>
                    <a:pt x="46167" y="0"/>
                  </a:moveTo>
                  <a:lnTo>
                    <a:pt x="0" y="873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8" name="Input_receptor__1007">
              <a:extLst>
                <a:ext uri="{FF2B5EF4-FFF2-40B4-BE49-F238E27FC236}">
                  <a16:creationId xmlns:a16="http://schemas.microsoft.com/office/drawing/2014/main" id="{78839299-3394-86BB-0ECA-1451EDBBC771}"/>
                </a:ext>
              </a:extLst>
            </p:cNvPr>
            <p:cNvSpPr>
              <a:spLocks noGrp="1"/>
            </p:cNvSpPr>
            <p:nvPr/>
          </p:nvSpPr>
          <p:spPr>
            <a:xfrm>
              <a:off x="1205195" y="4819753"/>
              <a:ext cx="27524" cy="37779"/>
            </a:xfrm>
            <a:custGeom>
              <a:avLst/>
              <a:gdLst/>
              <a:ahLst/>
              <a:cxnLst/>
              <a:rect l="0" t="0" r="0" b="0"/>
              <a:pathLst>
                <a:path w="27524" h="37779">
                  <a:moveTo>
                    <a:pt x="27524" y="0"/>
                  </a:moveTo>
                  <a:lnTo>
                    <a:pt x="0" y="3777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9" name="Input_receptor__1008">
              <a:extLst>
                <a:ext uri="{FF2B5EF4-FFF2-40B4-BE49-F238E27FC236}">
                  <a16:creationId xmlns:a16="http://schemas.microsoft.com/office/drawing/2014/main" id="{91988139-EE06-0B44-5624-D4F624C38A77}"/>
                </a:ext>
              </a:extLst>
            </p:cNvPr>
            <p:cNvSpPr>
              <a:spLocks noGrp="1"/>
            </p:cNvSpPr>
            <p:nvPr/>
          </p:nvSpPr>
          <p:spPr>
            <a:xfrm>
              <a:off x="1665161" y="5111871"/>
              <a:ext cx="43552" cy="4362"/>
            </a:xfrm>
            <a:custGeom>
              <a:avLst/>
              <a:gdLst/>
              <a:ahLst/>
              <a:cxnLst/>
              <a:rect l="0" t="0" r="0" b="0"/>
              <a:pathLst>
                <a:path w="43552" h="4362">
                  <a:moveTo>
                    <a:pt x="43552" y="4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0" name="Input_receptor__1009">
              <a:extLst>
                <a:ext uri="{FF2B5EF4-FFF2-40B4-BE49-F238E27FC236}">
                  <a16:creationId xmlns:a16="http://schemas.microsoft.com/office/drawing/2014/main" id="{36011117-7CF8-AF66-F0B9-B284B2DBB390}"/>
                </a:ext>
              </a:extLst>
            </p:cNvPr>
            <p:cNvSpPr>
              <a:spLocks noGrp="1"/>
            </p:cNvSpPr>
            <p:nvPr/>
          </p:nvSpPr>
          <p:spPr>
            <a:xfrm>
              <a:off x="1802402" y="5172820"/>
              <a:ext cx="37996" cy="18661"/>
            </a:xfrm>
            <a:custGeom>
              <a:avLst/>
              <a:gdLst/>
              <a:ahLst/>
              <a:cxnLst/>
              <a:rect l="0" t="0" r="0" b="0"/>
              <a:pathLst>
                <a:path w="37996" h="18661">
                  <a:moveTo>
                    <a:pt x="37996" y="18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1" name="Input_receptor__1010">
              <a:extLst>
                <a:ext uri="{FF2B5EF4-FFF2-40B4-BE49-F238E27FC236}">
                  <a16:creationId xmlns:a16="http://schemas.microsoft.com/office/drawing/2014/main" id="{42CA930E-59E8-E588-D318-46AA21E54CCB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2760" cy="44784"/>
            </a:xfrm>
            <a:custGeom>
              <a:avLst/>
              <a:gdLst/>
              <a:ahLst/>
              <a:cxnLst/>
              <a:rect l="0" t="0" r="0" b="0"/>
              <a:pathLst>
                <a:path w="2760" h="44784">
                  <a:moveTo>
                    <a:pt x="0" y="0"/>
                  </a:moveTo>
                  <a:lnTo>
                    <a:pt x="2760" y="44784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2" name="Input_receptor__1011">
              <a:extLst>
                <a:ext uri="{FF2B5EF4-FFF2-40B4-BE49-F238E27FC236}">
                  <a16:creationId xmlns:a16="http://schemas.microsoft.com/office/drawing/2014/main" id="{3C68F5EC-F18F-4E7C-1D3A-DED8E956FE01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4858"/>
              <a:ext cx="10743" cy="2919"/>
            </a:xfrm>
            <a:custGeom>
              <a:avLst/>
              <a:gdLst/>
              <a:ahLst/>
              <a:cxnLst/>
              <a:rect l="0" t="0" r="0" b="0"/>
              <a:pathLst>
                <a:path w="10743" h="2919">
                  <a:moveTo>
                    <a:pt x="0" y="2919"/>
                  </a:moveTo>
                  <a:lnTo>
                    <a:pt x="10743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3" name="Input_receptor__1012">
              <a:extLst>
                <a:ext uri="{FF2B5EF4-FFF2-40B4-BE49-F238E27FC236}">
                  <a16:creationId xmlns:a16="http://schemas.microsoft.com/office/drawing/2014/main" id="{1B4E6522-33C9-973B-DC7C-A0D160D8F697}"/>
                </a:ext>
              </a:extLst>
            </p:cNvPr>
            <p:cNvSpPr>
              <a:spLocks noGrp="1"/>
            </p:cNvSpPr>
            <p:nvPr/>
          </p:nvSpPr>
          <p:spPr>
            <a:xfrm>
              <a:off x="1433822" y="5093118"/>
              <a:ext cx="44280" cy="18336"/>
            </a:xfrm>
            <a:custGeom>
              <a:avLst/>
              <a:gdLst/>
              <a:ahLst/>
              <a:cxnLst/>
              <a:rect l="0" t="0" r="0" b="0"/>
              <a:pathLst>
                <a:path w="44280" h="18336">
                  <a:moveTo>
                    <a:pt x="44280" y="183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4" name="Input_receptor__1013">
              <a:extLst>
                <a:ext uri="{FF2B5EF4-FFF2-40B4-BE49-F238E27FC236}">
                  <a16:creationId xmlns:a16="http://schemas.microsoft.com/office/drawing/2014/main" id="{B5DFA66F-73A6-BD09-7A85-5C252DC8F8BF}"/>
                </a:ext>
              </a:extLst>
            </p:cNvPr>
            <p:cNvSpPr>
              <a:spLocks noGrp="1"/>
            </p:cNvSpPr>
            <p:nvPr/>
          </p:nvSpPr>
          <p:spPr>
            <a:xfrm>
              <a:off x="999442" y="4475730"/>
              <a:ext cx="34051" cy="178"/>
            </a:xfrm>
            <a:custGeom>
              <a:avLst/>
              <a:gdLst/>
              <a:ahLst/>
              <a:cxnLst/>
              <a:rect l="0" t="0" r="0" b="0"/>
              <a:pathLst>
                <a:path w="34051" h="178">
                  <a:moveTo>
                    <a:pt x="0" y="178"/>
                  </a:moveTo>
                  <a:lnTo>
                    <a:pt x="34051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5" name="Input_receptor__1014">
              <a:extLst>
                <a:ext uri="{FF2B5EF4-FFF2-40B4-BE49-F238E27FC236}">
                  <a16:creationId xmlns:a16="http://schemas.microsoft.com/office/drawing/2014/main" id="{E2D6DC00-5137-4554-C6AE-9E67C9F5169E}"/>
                </a:ext>
              </a:extLst>
            </p:cNvPr>
            <p:cNvSpPr>
              <a:spLocks noGrp="1"/>
            </p:cNvSpPr>
            <p:nvPr/>
          </p:nvSpPr>
          <p:spPr>
            <a:xfrm>
              <a:off x="1213460" y="5026335"/>
              <a:ext cx="9707" cy="12954"/>
            </a:xfrm>
            <a:custGeom>
              <a:avLst/>
              <a:gdLst/>
              <a:ahLst/>
              <a:cxnLst/>
              <a:rect l="0" t="0" r="0" b="0"/>
              <a:pathLst>
                <a:path w="9707" h="12954">
                  <a:moveTo>
                    <a:pt x="0" y="0"/>
                  </a:moveTo>
                  <a:lnTo>
                    <a:pt x="9707" y="1295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6" name="Input_receptor__1015">
              <a:extLst>
                <a:ext uri="{FF2B5EF4-FFF2-40B4-BE49-F238E27FC236}">
                  <a16:creationId xmlns:a16="http://schemas.microsoft.com/office/drawing/2014/main" id="{07262F83-48B8-080B-AC5F-5A2BF28DFA31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17234"/>
              <a:ext cx="22059" cy="37784"/>
            </a:xfrm>
            <a:custGeom>
              <a:avLst/>
              <a:gdLst/>
              <a:ahLst/>
              <a:cxnLst/>
              <a:rect l="0" t="0" r="0" b="0"/>
              <a:pathLst>
                <a:path w="22059" h="37784">
                  <a:moveTo>
                    <a:pt x="0" y="37784"/>
                  </a:moveTo>
                  <a:lnTo>
                    <a:pt x="2205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7" name="Input_receptor__1016">
              <a:extLst>
                <a:ext uri="{FF2B5EF4-FFF2-40B4-BE49-F238E27FC236}">
                  <a16:creationId xmlns:a16="http://schemas.microsoft.com/office/drawing/2014/main" id="{CF875710-4CB8-21EC-92C0-43AF2567D8DA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1359"/>
              <a:ext cx="41728" cy="3303"/>
            </a:xfrm>
            <a:custGeom>
              <a:avLst/>
              <a:gdLst/>
              <a:ahLst/>
              <a:cxnLst/>
              <a:rect l="0" t="0" r="0" b="0"/>
              <a:pathLst>
                <a:path w="41728" h="3303">
                  <a:moveTo>
                    <a:pt x="0" y="3303"/>
                  </a:moveTo>
                  <a:lnTo>
                    <a:pt x="41728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8" name="Input_receptor__1017">
              <a:extLst>
                <a:ext uri="{FF2B5EF4-FFF2-40B4-BE49-F238E27FC236}">
                  <a16:creationId xmlns:a16="http://schemas.microsoft.com/office/drawing/2014/main" id="{5ACDF6B8-5F21-6AD4-4293-FCF2561E537B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64"/>
              <a:ext cx="18245" cy="9267"/>
            </a:xfrm>
            <a:custGeom>
              <a:avLst/>
              <a:gdLst/>
              <a:ahLst/>
              <a:cxnLst/>
              <a:rect l="0" t="0" r="0" b="0"/>
              <a:pathLst>
                <a:path w="18245" h="9267">
                  <a:moveTo>
                    <a:pt x="0" y="9267"/>
                  </a:moveTo>
                  <a:lnTo>
                    <a:pt x="18245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9" name="Input_receptor__1018">
              <a:extLst>
                <a:ext uri="{FF2B5EF4-FFF2-40B4-BE49-F238E27FC236}">
                  <a16:creationId xmlns:a16="http://schemas.microsoft.com/office/drawing/2014/main" id="{5956A4D1-ED00-06EE-2223-3610017B8E12}"/>
                </a:ext>
              </a:extLst>
            </p:cNvPr>
            <p:cNvSpPr>
              <a:spLocks noGrp="1"/>
            </p:cNvSpPr>
            <p:nvPr/>
          </p:nvSpPr>
          <p:spPr>
            <a:xfrm>
              <a:off x="1161463" y="4415564"/>
              <a:ext cx="3229" cy="32923"/>
            </a:xfrm>
            <a:custGeom>
              <a:avLst/>
              <a:gdLst/>
              <a:ahLst/>
              <a:cxnLst/>
              <a:rect l="0" t="0" r="0" b="0"/>
              <a:pathLst>
                <a:path w="3229" h="32923">
                  <a:moveTo>
                    <a:pt x="0" y="32923"/>
                  </a:moveTo>
                  <a:lnTo>
                    <a:pt x="322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0" name="Input_receptor__1019">
              <a:extLst>
                <a:ext uri="{FF2B5EF4-FFF2-40B4-BE49-F238E27FC236}">
                  <a16:creationId xmlns:a16="http://schemas.microsoft.com/office/drawing/2014/main" id="{2331A292-A95B-E3BD-6CBE-A9C241350A92}"/>
                </a:ext>
              </a:extLst>
            </p:cNvPr>
            <p:cNvSpPr>
              <a:spLocks noGrp="1"/>
            </p:cNvSpPr>
            <p:nvPr/>
          </p:nvSpPr>
          <p:spPr>
            <a:xfrm>
              <a:off x="1640072" y="5260595"/>
              <a:ext cx="28347" cy="20832"/>
            </a:xfrm>
            <a:custGeom>
              <a:avLst/>
              <a:gdLst/>
              <a:ahLst/>
              <a:cxnLst/>
              <a:rect l="0" t="0" r="0" b="0"/>
              <a:pathLst>
                <a:path w="28347" h="20832">
                  <a:moveTo>
                    <a:pt x="0" y="0"/>
                  </a:moveTo>
                  <a:lnTo>
                    <a:pt x="28347" y="2083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1" name="Input_receptor__1020">
              <a:extLst>
                <a:ext uri="{FF2B5EF4-FFF2-40B4-BE49-F238E27FC236}">
                  <a16:creationId xmlns:a16="http://schemas.microsoft.com/office/drawing/2014/main" id="{DA5F115C-D50F-8A5A-AA80-DCC25F463A9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89704"/>
              <a:ext cx="10007" cy="200"/>
            </a:xfrm>
            <a:custGeom>
              <a:avLst/>
              <a:gdLst/>
              <a:ahLst/>
              <a:cxnLst/>
              <a:rect l="0" t="0" r="0" b="0"/>
              <a:pathLst>
                <a:path w="10007" h="200">
                  <a:moveTo>
                    <a:pt x="0" y="0"/>
                  </a:moveTo>
                  <a:lnTo>
                    <a:pt x="10007" y="2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2" name="Input_receptor__1021">
              <a:extLst>
                <a:ext uri="{FF2B5EF4-FFF2-40B4-BE49-F238E27FC236}">
                  <a16:creationId xmlns:a16="http://schemas.microsoft.com/office/drawing/2014/main" id="{F98616F0-B14C-5355-D7DD-D7CF927FE740}"/>
                </a:ext>
              </a:extLst>
            </p:cNvPr>
            <p:cNvSpPr>
              <a:spLocks noGrp="1"/>
            </p:cNvSpPr>
            <p:nvPr/>
          </p:nvSpPr>
          <p:spPr>
            <a:xfrm>
              <a:off x="1594753" y="4273901"/>
              <a:ext cx="31046" cy="36822"/>
            </a:xfrm>
            <a:custGeom>
              <a:avLst/>
              <a:gdLst/>
              <a:ahLst/>
              <a:cxnLst/>
              <a:rect l="0" t="0" r="0" b="0"/>
              <a:pathLst>
                <a:path w="31046" h="36822">
                  <a:moveTo>
                    <a:pt x="31046" y="0"/>
                  </a:moveTo>
                  <a:lnTo>
                    <a:pt x="0" y="3682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3" name="Input_receptor__1022">
              <a:extLst>
                <a:ext uri="{FF2B5EF4-FFF2-40B4-BE49-F238E27FC236}">
                  <a16:creationId xmlns:a16="http://schemas.microsoft.com/office/drawing/2014/main" id="{DC2A7D8C-AC8D-81CC-ADFB-A142EE48A5D3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37416"/>
              <a:ext cx="20986" cy="38511"/>
            </a:xfrm>
            <a:custGeom>
              <a:avLst/>
              <a:gdLst/>
              <a:ahLst/>
              <a:cxnLst/>
              <a:rect l="0" t="0" r="0" b="0"/>
              <a:pathLst>
                <a:path w="20986" h="38511">
                  <a:moveTo>
                    <a:pt x="0" y="38511"/>
                  </a:moveTo>
                  <a:lnTo>
                    <a:pt x="20986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4" name="Input_receptor__1023">
              <a:extLst>
                <a:ext uri="{FF2B5EF4-FFF2-40B4-BE49-F238E27FC236}">
                  <a16:creationId xmlns:a16="http://schemas.microsoft.com/office/drawing/2014/main" id="{86407F68-EA81-3854-A0AE-FE94503B0696}"/>
                </a:ext>
              </a:extLst>
            </p:cNvPr>
            <p:cNvSpPr>
              <a:spLocks noGrp="1"/>
            </p:cNvSpPr>
            <p:nvPr/>
          </p:nvSpPr>
          <p:spPr>
            <a:xfrm>
              <a:off x="1143432" y="5537416"/>
              <a:ext cx="42729" cy="8100"/>
            </a:xfrm>
            <a:custGeom>
              <a:avLst/>
              <a:gdLst/>
              <a:ahLst/>
              <a:cxnLst/>
              <a:rect l="0" t="0" r="0" b="0"/>
              <a:pathLst>
                <a:path w="42729" h="8100">
                  <a:moveTo>
                    <a:pt x="0" y="0"/>
                  </a:moveTo>
                  <a:lnTo>
                    <a:pt x="42729" y="81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5" name="Input_receptor__1024">
              <a:extLst>
                <a:ext uri="{FF2B5EF4-FFF2-40B4-BE49-F238E27FC236}">
                  <a16:creationId xmlns:a16="http://schemas.microsoft.com/office/drawing/2014/main" id="{308A167C-C092-364C-F84D-3291320BC0EF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21843" cy="863"/>
            </a:xfrm>
            <a:custGeom>
              <a:avLst/>
              <a:gdLst/>
              <a:ahLst/>
              <a:cxnLst/>
              <a:rect l="0" t="0" r="0" b="0"/>
              <a:pathLst>
                <a:path w="21843" h="863">
                  <a:moveTo>
                    <a:pt x="21843" y="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6" name="Input_receptor__1025">
              <a:extLst>
                <a:ext uri="{FF2B5EF4-FFF2-40B4-BE49-F238E27FC236}">
                  <a16:creationId xmlns:a16="http://schemas.microsoft.com/office/drawing/2014/main" id="{F9C194D2-9A0C-BB62-6C42-A414B3F41384}"/>
                </a:ext>
              </a:extLst>
            </p:cNvPr>
            <p:cNvSpPr>
              <a:spLocks noGrp="1"/>
            </p:cNvSpPr>
            <p:nvPr/>
          </p:nvSpPr>
          <p:spPr>
            <a:xfrm>
              <a:off x="1444679" y="4154378"/>
              <a:ext cx="43435" cy="19859"/>
            </a:xfrm>
            <a:custGeom>
              <a:avLst/>
              <a:gdLst/>
              <a:ahLst/>
              <a:cxnLst/>
              <a:rect l="0" t="0" r="0" b="0"/>
              <a:pathLst>
                <a:path w="43435" h="19859">
                  <a:moveTo>
                    <a:pt x="43435" y="0"/>
                  </a:moveTo>
                  <a:lnTo>
                    <a:pt x="0" y="1985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7" name="Input_receptor__1026">
              <a:extLst>
                <a:ext uri="{FF2B5EF4-FFF2-40B4-BE49-F238E27FC236}">
                  <a16:creationId xmlns:a16="http://schemas.microsoft.com/office/drawing/2014/main" id="{CCF6D4D4-9430-0595-C0D9-A50BA6DA18B8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1871"/>
              <a:ext cx="18308" cy="29699"/>
            </a:xfrm>
            <a:custGeom>
              <a:avLst/>
              <a:gdLst/>
              <a:ahLst/>
              <a:cxnLst/>
              <a:rect l="0" t="0" r="0" b="0"/>
              <a:pathLst>
                <a:path w="18308" h="29699">
                  <a:moveTo>
                    <a:pt x="18308" y="0"/>
                  </a:moveTo>
                  <a:lnTo>
                    <a:pt x="0" y="2969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8" name="Input_receptor__1027">
              <a:extLst>
                <a:ext uri="{FF2B5EF4-FFF2-40B4-BE49-F238E27FC236}">
                  <a16:creationId xmlns:a16="http://schemas.microsoft.com/office/drawing/2014/main" id="{8C5AC657-1025-1C55-F35D-C99CBFE8239E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41827"/>
              <a:ext cx="34958" cy="28773"/>
            </a:xfrm>
            <a:custGeom>
              <a:avLst/>
              <a:gdLst/>
              <a:ahLst/>
              <a:cxnLst/>
              <a:rect l="0" t="0" r="0" b="0"/>
              <a:pathLst>
                <a:path w="34958" h="28773">
                  <a:moveTo>
                    <a:pt x="34958" y="0"/>
                  </a:moveTo>
                  <a:lnTo>
                    <a:pt x="0" y="28773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9" name="Input_receptor__1028">
              <a:extLst>
                <a:ext uri="{FF2B5EF4-FFF2-40B4-BE49-F238E27FC236}">
                  <a16:creationId xmlns:a16="http://schemas.microsoft.com/office/drawing/2014/main" id="{FB861BE2-C6E4-F796-4E6A-34C1BBE5940A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72820"/>
              <a:ext cx="30262" cy="10361"/>
            </a:xfrm>
            <a:custGeom>
              <a:avLst/>
              <a:gdLst/>
              <a:ahLst/>
              <a:cxnLst/>
              <a:rect l="0" t="0" r="0" b="0"/>
              <a:pathLst>
                <a:path w="30262" h="10361">
                  <a:moveTo>
                    <a:pt x="30262" y="0"/>
                  </a:moveTo>
                  <a:lnTo>
                    <a:pt x="0" y="1036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0" name="Input_receptor__1029">
              <a:extLst>
                <a:ext uri="{FF2B5EF4-FFF2-40B4-BE49-F238E27FC236}">
                  <a16:creationId xmlns:a16="http://schemas.microsoft.com/office/drawing/2014/main" id="{F4B38FC4-82A4-693F-E972-D35BD7CF0E6A}"/>
                </a:ext>
              </a:extLst>
            </p:cNvPr>
            <p:cNvSpPr>
              <a:spLocks noGrp="1"/>
            </p:cNvSpPr>
            <p:nvPr/>
          </p:nvSpPr>
          <p:spPr>
            <a:xfrm>
              <a:off x="1392076" y="4103416"/>
              <a:ext cx="27899" cy="34086"/>
            </a:xfrm>
            <a:custGeom>
              <a:avLst/>
              <a:gdLst/>
              <a:ahLst/>
              <a:cxnLst/>
              <a:rect l="0" t="0" r="0" b="0"/>
              <a:pathLst>
                <a:path w="27899" h="34086">
                  <a:moveTo>
                    <a:pt x="0" y="34086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1" name="Input_receptor__1030">
              <a:extLst>
                <a:ext uri="{FF2B5EF4-FFF2-40B4-BE49-F238E27FC236}">
                  <a16:creationId xmlns:a16="http://schemas.microsoft.com/office/drawing/2014/main" id="{CB9DFA57-FC18-593D-DAE4-8B862F7D3341}"/>
                </a:ext>
              </a:extLst>
            </p:cNvPr>
            <p:cNvSpPr>
              <a:spLocks noGrp="1"/>
            </p:cNvSpPr>
            <p:nvPr/>
          </p:nvSpPr>
          <p:spPr>
            <a:xfrm>
              <a:off x="1610016" y="4770893"/>
              <a:ext cx="15118" cy="39652"/>
            </a:xfrm>
            <a:custGeom>
              <a:avLst/>
              <a:gdLst/>
              <a:ahLst/>
              <a:cxnLst/>
              <a:rect l="0" t="0" r="0" b="0"/>
              <a:pathLst>
                <a:path w="15118" h="39652">
                  <a:moveTo>
                    <a:pt x="0" y="39652"/>
                  </a:moveTo>
                  <a:lnTo>
                    <a:pt x="15118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2" name="Input_receptor__1031">
              <a:extLst>
                <a:ext uri="{FF2B5EF4-FFF2-40B4-BE49-F238E27FC236}">
                  <a16:creationId xmlns:a16="http://schemas.microsoft.com/office/drawing/2014/main" id="{154B1960-858E-B4C4-A9BF-EA6588D11B8C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2928"/>
              <a:ext cx="2013" cy="1174"/>
            </a:xfrm>
            <a:custGeom>
              <a:avLst/>
              <a:gdLst/>
              <a:ahLst/>
              <a:cxnLst/>
              <a:rect l="0" t="0" r="0" b="0"/>
              <a:pathLst>
                <a:path w="2013" h="1174">
                  <a:moveTo>
                    <a:pt x="0" y="1174"/>
                  </a:moveTo>
                  <a:lnTo>
                    <a:pt x="201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3" name="Input_receptor__1032">
              <a:extLst>
                <a:ext uri="{FF2B5EF4-FFF2-40B4-BE49-F238E27FC236}">
                  <a16:creationId xmlns:a16="http://schemas.microsoft.com/office/drawing/2014/main" id="{0F3CF95C-0FCB-45C3-9A1D-AE095AFAE5EA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4258"/>
              <a:ext cx="9478" cy="2628"/>
            </a:xfrm>
            <a:custGeom>
              <a:avLst/>
              <a:gdLst/>
              <a:ahLst/>
              <a:cxnLst/>
              <a:rect l="0" t="0" r="0" b="0"/>
              <a:pathLst>
                <a:path w="9478" h="2628">
                  <a:moveTo>
                    <a:pt x="0" y="2628"/>
                  </a:moveTo>
                  <a:lnTo>
                    <a:pt x="9478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4" name="Input_receptor__1033">
              <a:extLst>
                <a:ext uri="{FF2B5EF4-FFF2-40B4-BE49-F238E27FC236}">
                  <a16:creationId xmlns:a16="http://schemas.microsoft.com/office/drawing/2014/main" id="{168EBABC-3742-F7A0-6C30-CA00C6F2377D}"/>
                </a:ext>
              </a:extLst>
            </p:cNvPr>
            <p:cNvSpPr>
              <a:spLocks noGrp="1"/>
            </p:cNvSpPr>
            <p:nvPr/>
          </p:nvSpPr>
          <p:spPr>
            <a:xfrm>
              <a:off x="1707050" y="5116233"/>
              <a:ext cx="1663" cy="48163"/>
            </a:xfrm>
            <a:custGeom>
              <a:avLst/>
              <a:gdLst/>
              <a:ahLst/>
              <a:cxnLst/>
              <a:rect l="0" t="0" r="0" b="0"/>
              <a:pathLst>
                <a:path w="1663" h="48163">
                  <a:moveTo>
                    <a:pt x="0" y="48163"/>
                  </a:moveTo>
                  <a:lnTo>
                    <a:pt x="166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5" name="Input_receptor__1034">
              <a:extLst>
                <a:ext uri="{FF2B5EF4-FFF2-40B4-BE49-F238E27FC236}">
                  <a16:creationId xmlns:a16="http://schemas.microsoft.com/office/drawing/2014/main" id="{E839189F-BF44-DB42-EEF7-BF8080B94481}"/>
                </a:ext>
              </a:extLst>
            </p:cNvPr>
            <p:cNvSpPr>
              <a:spLocks noGrp="1"/>
            </p:cNvSpPr>
            <p:nvPr/>
          </p:nvSpPr>
          <p:spPr>
            <a:xfrm>
              <a:off x="1555235" y="4893378"/>
              <a:ext cx="21121" cy="30929"/>
            </a:xfrm>
            <a:custGeom>
              <a:avLst/>
              <a:gdLst/>
              <a:ahLst/>
              <a:cxnLst/>
              <a:rect l="0" t="0" r="0" b="0"/>
              <a:pathLst>
                <a:path w="21121" h="30929">
                  <a:moveTo>
                    <a:pt x="21121" y="309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6" name="Input_receptor__1035">
              <a:extLst>
                <a:ext uri="{FF2B5EF4-FFF2-40B4-BE49-F238E27FC236}">
                  <a16:creationId xmlns:a16="http://schemas.microsoft.com/office/drawing/2014/main" id="{8A541F17-7581-B4AD-B6AE-91810E965AED}"/>
                </a:ext>
              </a:extLst>
            </p:cNvPr>
            <p:cNvSpPr>
              <a:spLocks noGrp="1"/>
            </p:cNvSpPr>
            <p:nvPr/>
          </p:nvSpPr>
          <p:spPr>
            <a:xfrm>
              <a:off x="1184291" y="5545516"/>
              <a:ext cx="1870" cy="46990"/>
            </a:xfrm>
            <a:custGeom>
              <a:avLst/>
              <a:gdLst/>
              <a:ahLst/>
              <a:cxnLst/>
              <a:rect l="0" t="0" r="0" b="0"/>
              <a:pathLst>
                <a:path w="1870" h="46990">
                  <a:moveTo>
                    <a:pt x="1870" y="0"/>
                  </a:moveTo>
                  <a:lnTo>
                    <a:pt x="0" y="4699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7" name="Input_receptor__1036">
              <a:extLst>
                <a:ext uri="{FF2B5EF4-FFF2-40B4-BE49-F238E27FC236}">
                  <a16:creationId xmlns:a16="http://schemas.microsoft.com/office/drawing/2014/main" id="{15D3AB5C-5A95-FB30-C4A8-C7D126CD05AC}"/>
                </a:ext>
              </a:extLst>
            </p:cNvPr>
            <p:cNvSpPr>
              <a:spLocks noGrp="1"/>
            </p:cNvSpPr>
            <p:nvPr/>
          </p:nvSpPr>
          <p:spPr>
            <a:xfrm>
              <a:off x="1087499" y="4684054"/>
              <a:ext cx="43844" cy="12087"/>
            </a:xfrm>
            <a:custGeom>
              <a:avLst/>
              <a:gdLst/>
              <a:ahLst/>
              <a:cxnLst/>
              <a:rect l="0" t="0" r="0" b="0"/>
              <a:pathLst>
                <a:path w="43844" h="12087">
                  <a:moveTo>
                    <a:pt x="43844" y="120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38" name="Input_receptor__1037">
              <a:extLst>
                <a:ext uri="{FF2B5EF4-FFF2-40B4-BE49-F238E27FC236}">
                  <a16:creationId xmlns:a16="http://schemas.microsoft.com/office/drawing/2014/main" id="{49DC0E47-A32E-784A-6857-86290A3BFA69}"/>
                </a:ext>
              </a:extLst>
            </p:cNvPr>
            <p:cNvSpPr>
              <a:spLocks noGrp="1"/>
            </p:cNvSpPr>
            <p:nvPr/>
          </p:nvSpPr>
          <p:spPr>
            <a:xfrm>
              <a:off x="1457201" y="5111454"/>
              <a:ext cx="20901" cy="42870"/>
            </a:xfrm>
            <a:custGeom>
              <a:avLst/>
              <a:gdLst/>
              <a:ahLst/>
              <a:cxnLst/>
              <a:rect l="0" t="0" r="0" b="0"/>
              <a:pathLst>
                <a:path w="20901" h="42870">
                  <a:moveTo>
                    <a:pt x="0" y="42870"/>
                  </a:moveTo>
                  <a:lnTo>
                    <a:pt x="20901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9" name="Input_receptor__1038">
              <a:extLst>
                <a:ext uri="{FF2B5EF4-FFF2-40B4-BE49-F238E27FC236}">
                  <a16:creationId xmlns:a16="http://schemas.microsoft.com/office/drawing/2014/main" id="{27324120-3498-5267-C809-1EA81A3E54AC}"/>
                </a:ext>
              </a:extLst>
            </p:cNvPr>
            <p:cNvSpPr>
              <a:spLocks noGrp="1"/>
            </p:cNvSpPr>
            <p:nvPr/>
          </p:nvSpPr>
          <p:spPr>
            <a:xfrm>
              <a:off x="1482207" y="4973726"/>
              <a:ext cx="22830" cy="41878"/>
            </a:xfrm>
            <a:custGeom>
              <a:avLst/>
              <a:gdLst/>
              <a:ahLst/>
              <a:cxnLst/>
              <a:rect l="0" t="0" r="0" b="0"/>
              <a:pathLst>
                <a:path w="22830" h="41878">
                  <a:moveTo>
                    <a:pt x="0" y="0"/>
                  </a:moveTo>
                  <a:lnTo>
                    <a:pt x="22830" y="41878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40" name="Input_receptor__1039">
              <a:extLst>
                <a:ext uri="{FF2B5EF4-FFF2-40B4-BE49-F238E27FC236}">
                  <a16:creationId xmlns:a16="http://schemas.microsoft.com/office/drawing/2014/main" id="{3040CDBD-DE71-7B07-470D-FB73D481E39B}"/>
                </a:ext>
              </a:extLst>
            </p:cNvPr>
            <p:cNvSpPr>
              <a:spLocks noGrp="1"/>
            </p:cNvSpPr>
            <p:nvPr/>
          </p:nvSpPr>
          <p:spPr>
            <a:xfrm>
              <a:off x="956348" y="4374543"/>
              <a:ext cx="24164" cy="15596"/>
            </a:xfrm>
            <a:custGeom>
              <a:avLst/>
              <a:gdLst/>
              <a:ahLst/>
              <a:cxnLst/>
              <a:rect l="0" t="0" r="0" b="0"/>
              <a:pathLst>
                <a:path w="24164" h="15596">
                  <a:moveTo>
                    <a:pt x="0" y="0"/>
                  </a:moveTo>
                  <a:lnTo>
                    <a:pt x="24164" y="1559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1" name="Input_receptor__1040">
              <a:extLst>
                <a:ext uri="{FF2B5EF4-FFF2-40B4-BE49-F238E27FC236}">
                  <a16:creationId xmlns:a16="http://schemas.microsoft.com/office/drawing/2014/main" id="{6F1C0281-5BCC-B99F-8967-C885BF6A0810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59357"/>
              <a:ext cx="12778" cy="22016"/>
            </a:xfrm>
            <a:custGeom>
              <a:avLst/>
              <a:gdLst/>
              <a:ahLst/>
              <a:cxnLst/>
              <a:rect l="0" t="0" r="0" b="0"/>
              <a:pathLst>
                <a:path w="12778" h="22016">
                  <a:moveTo>
                    <a:pt x="0" y="0"/>
                  </a:moveTo>
                  <a:lnTo>
                    <a:pt x="12778" y="2201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2" name="Input_receptor__1041">
              <a:extLst>
                <a:ext uri="{FF2B5EF4-FFF2-40B4-BE49-F238E27FC236}">
                  <a16:creationId xmlns:a16="http://schemas.microsoft.com/office/drawing/2014/main" id="{BA1A83EE-553D-1D0D-867D-45310D260034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58056"/>
              <a:ext cx="5120" cy="35026"/>
            </a:xfrm>
            <a:custGeom>
              <a:avLst/>
              <a:gdLst/>
              <a:ahLst/>
              <a:cxnLst/>
              <a:rect l="0" t="0" r="0" b="0"/>
              <a:pathLst>
                <a:path w="5120" h="35026">
                  <a:moveTo>
                    <a:pt x="5120" y="0"/>
                  </a:moveTo>
                  <a:lnTo>
                    <a:pt x="0" y="3502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3" name="Input_receptor__1042">
              <a:extLst>
                <a:ext uri="{FF2B5EF4-FFF2-40B4-BE49-F238E27FC236}">
                  <a16:creationId xmlns:a16="http://schemas.microsoft.com/office/drawing/2014/main" id="{28A959F1-054F-6D83-5F82-7F4785086CF4}"/>
                </a:ext>
              </a:extLst>
            </p:cNvPr>
            <p:cNvSpPr>
              <a:spLocks noGrp="1"/>
            </p:cNvSpPr>
            <p:nvPr/>
          </p:nvSpPr>
          <p:spPr>
            <a:xfrm>
              <a:off x="1215532" y="4298600"/>
              <a:ext cx="21210" cy="42446"/>
            </a:xfrm>
            <a:custGeom>
              <a:avLst/>
              <a:gdLst/>
              <a:ahLst/>
              <a:cxnLst/>
              <a:rect l="0" t="0" r="0" b="0"/>
              <a:pathLst>
                <a:path w="21210" h="42446">
                  <a:moveTo>
                    <a:pt x="0" y="42446"/>
                  </a:moveTo>
                  <a:lnTo>
                    <a:pt x="21210" y="0"/>
                  </a:lnTo>
                </a:path>
              </a:pathLst>
            </a:custGeom>
            <a:noFill/>
            <a:ln w="8096">
              <a:solidFill>
                <a:srgbClr val="8B9BA9"/>
              </a:solidFill>
            </a:ln>
          </p:spPr>
        </p:sp>
        <p:sp>
          <p:nvSpPr>
            <p:cNvPr id="1044" name="Input_receptor__1043">
              <a:extLst>
                <a:ext uri="{FF2B5EF4-FFF2-40B4-BE49-F238E27FC236}">
                  <a16:creationId xmlns:a16="http://schemas.microsoft.com/office/drawing/2014/main" id="{FB8455E0-591F-C036-E063-057E4FA4FDBD}"/>
                </a:ext>
              </a:extLst>
            </p:cNvPr>
            <p:cNvSpPr>
              <a:spLocks noGrp="1"/>
            </p:cNvSpPr>
            <p:nvPr/>
          </p:nvSpPr>
          <p:spPr>
            <a:xfrm>
              <a:off x="1035817" y="4982335"/>
              <a:ext cx="12813" cy="12126"/>
            </a:xfrm>
            <a:custGeom>
              <a:avLst/>
              <a:gdLst/>
              <a:ahLst/>
              <a:cxnLst/>
              <a:rect l="0" t="0" r="0" b="0"/>
              <a:pathLst>
                <a:path w="12813" h="12126">
                  <a:moveTo>
                    <a:pt x="0" y="12126"/>
                  </a:moveTo>
                  <a:lnTo>
                    <a:pt x="12813" y="0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5" name="Input_receptor__1044">
              <a:extLst>
                <a:ext uri="{FF2B5EF4-FFF2-40B4-BE49-F238E27FC236}">
                  <a16:creationId xmlns:a16="http://schemas.microsoft.com/office/drawing/2014/main" id="{CE1565FA-DD81-BFA4-5739-0B85947F66FE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28546" cy="37314"/>
            </a:xfrm>
            <a:custGeom>
              <a:avLst/>
              <a:gdLst/>
              <a:ahLst/>
              <a:cxnLst/>
              <a:rect l="0" t="0" r="0" b="0"/>
              <a:pathLst>
                <a:path w="28546" h="37314">
                  <a:moveTo>
                    <a:pt x="0" y="0"/>
                  </a:moveTo>
                  <a:lnTo>
                    <a:pt x="28546" y="37314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6" name="Input_receptor__1045">
              <a:extLst>
                <a:ext uri="{FF2B5EF4-FFF2-40B4-BE49-F238E27FC236}">
                  <a16:creationId xmlns:a16="http://schemas.microsoft.com/office/drawing/2014/main" id="{D1323031-E346-BC8C-0654-2D197CB97685}"/>
                </a:ext>
              </a:extLst>
            </p:cNvPr>
            <p:cNvSpPr>
              <a:spLocks noGrp="1"/>
            </p:cNvSpPr>
            <p:nvPr/>
          </p:nvSpPr>
          <p:spPr>
            <a:xfrm>
              <a:off x="1060823" y="4742413"/>
              <a:ext cx="15346" cy="4101"/>
            </a:xfrm>
            <a:custGeom>
              <a:avLst/>
              <a:gdLst/>
              <a:ahLst/>
              <a:cxnLst/>
              <a:rect l="0" t="0" r="0" b="0"/>
              <a:pathLst>
                <a:path w="15346" h="4101">
                  <a:moveTo>
                    <a:pt x="15346" y="4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7" name="Input_receptor__1046">
              <a:extLst>
                <a:ext uri="{FF2B5EF4-FFF2-40B4-BE49-F238E27FC236}">
                  <a16:creationId xmlns:a16="http://schemas.microsoft.com/office/drawing/2014/main" id="{EDE17BE4-1271-C5C5-CD8D-95DAE663A97B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47400" cy="983"/>
            </a:xfrm>
            <a:custGeom>
              <a:avLst/>
              <a:gdLst/>
              <a:ahLst/>
              <a:cxnLst/>
              <a:rect l="0" t="0" r="0" b="0"/>
              <a:pathLst>
                <a:path w="47400" h="983">
                  <a:moveTo>
                    <a:pt x="47400" y="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48" name="Input_receptor__1047">
              <a:extLst>
                <a:ext uri="{FF2B5EF4-FFF2-40B4-BE49-F238E27FC236}">
                  <a16:creationId xmlns:a16="http://schemas.microsoft.com/office/drawing/2014/main" id="{DA93D61F-A31A-B5AC-4C9C-60B85CB7CA86}"/>
                </a:ext>
              </a:extLst>
            </p:cNvPr>
            <p:cNvSpPr>
              <a:spLocks noGrp="1"/>
            </p:cNvSpPr>
            <p:nvPr/>
          </p:nvSpPr>
          <p:spPr>
            <a:xfrm>
              <a:off x="934460" y="4766837"/>
              <a:ext cx="23547" cy="41959"/>
            </a:xfrm>
            <a:custGeom>
              <a:avLst/>
              <a:gdLst/>
              <a:ahLst/>
              <a:cxnLst/>
              <a:rect l="0" t="0" r="0" b="0"/>
              <a:pathLst>
                <a:path w="23547" h="41959">
                  <a:moveTo>
                    <a:pt x="0" y="0"/>
                  </a:moveTo>
                  <a:lnTo>
                    <a:pt x="23547" y="4195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9" name="Input_receptor__1048">
              <a:extLst>
                <a:ext uri="{FF2B5EF4-FFF2-40B4-BE49-F238E27FC236}">
                  <a16:creationId xmlns:a16="http://schemas.microsoft.com/office/drawing/2014/main" id="{2F2281A4-6835-83D4-1AA4-B6FC51ABF292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281427"/>
              <a:ext cx="21144" cy="42090"/>
            </a:xfrm>
            <a:custGeom>
              <a:avLst/>
              <a:gdLst/>
              <a:ahLst/>
              <a:cxnLst/>
              <a:rect l="0" t="0" r="0" b="0"/>
              <a:pathLst>
                <a:path w="21144" h="42090">
                  <a:moveTo>
                    <a:pt x="21144" y="0"/>
                  </a:moveTo>
                  <a:lnTo>
                    <a:pt x="0" y="4209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0" name="Input_receptor__1049">
              <a:extLst>
                <a:ext uri="{FF2B5EF4-FFF2-40B4-BE49-F238E27FC236}">
                  <a16:creationId xmlns:a16="http://schemas.microsoft.com/office/drawing/2014/main" id="{30468B08-A7DB-90D7-9516-BD1288B2B397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186637"/>
              <a:ext cx="40350" cy="26028"/>
            </a:xfrm>
            <a:custGeom>
              <a:avLst/>
              <a:gdLst/>
              <a:ahLst/>
              <a:cxnLst/>
              <a:rect l="0" t="0" r="0" b="0"/>
              <a:pathLst>
                <a:path w="40350" h="26028">
                  <a:moveTo>
                    <a:pt x="40350" y="0"/>
                  </a:moveTo>
                  <a:lnTo>
                    <a:pt x="0" y="2602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1" name="Input_receptor__1050">
              <a:extLst>
                <a:ext uri="{FF2B5EF4-FFF2-40B4-BE49-F238E27FC236}">
                  <a16:creationId xmlns:a16="http://schemas.microsoft.com/office/drawing/2014/main" id="{CB49C68F-CD26-8887-3C06-359DD4EB610D}"/>
                </a:ext>
              </a:extLst>
            </p:cNvPr>
            <p:cNvSpPr>
              <a:spLocks noGrp="1"/>
            </p:cNvSpPr>
            <p:nvPr/>
          </p:nvSpPr>
          <p:spPr>
            <a:xfrm>
              <a:off x="1487702" y="4396766"/>
              <a:ext cx="26438" cy="27256"/>
            </a:xfrm>
            <a:custGeom>
              <a:avLst/>
              <a:gdLst/>
              <a:ahLst/>
              <a:cxnLst/>
              <a:rect l="0" t="0" r="0" b="0"/>
              <a:pathLst>
                <a:path w="26438" h="27256">
                  <a:moveTo>
                    <a:pt x="26438" y="272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2" name="Input_receptor__1051">
              <a:extLst>
                <a:ext uri="{FF2B5EF4-FFF2-40B4-BE49-F238E27FC236}">
                  <a16:creationId xmlns:a16="http://schemas.microsoft.com/office/drawing/2014/main" id="{480AC52A-C266-81EE-F3FA-58F5E273AD68}"/>
                </a:ext>
              </a:extLst>
            </p:cNvPr>
            <p:cNvSpPr>
              <a:spLocks noGrp="1"/>
            </p:cNvSpPr>
            <p:nvPr/>
          </p:nvSpPr>
          <p:spPr>
            <a:xfrm>
              <a:off x="1131344" y="4696141"/>
              <a:ext cx="25503" cy="30355"/>
            </a:xfrm>
            <a:custGeom>
              <a:avLst/>
              <a:gdLst/>
              <a:ahLst/>
              <a:cxnLst/>
              <a:rect l="0" t="0" r="0" b="0"/>
              <a:pathLst>
                <a:path w="25503" h="30355">
                  <a:moveTo>
                    <a:pt x="25503" y="303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3" name="Input_receptor__1052">
              <a:extLst>
                <a:ext uri="{FF2B5EF4-FFF2-40B4-BE49-F238E27FC236}">
                  <a16:creationId xmlns:a16="http://schemas.microsoft.com/office/drawing/2014/main" id="{33F2CE5A-7791-8E5D-D578-3CF3B95E9109}"/>
                </a:ext>
              </a:extLst>
            </p:cNvPr>
            <p:cNvSpPr>
              <a:spLocks noGrp="1"/>
            </p:cNvSpPr>
            <p:nvPr/>
          </p:nvSpPr>
          <p:spPr>
            <a:xfrm>
              <a:off x="1200639" y="4249244"/>
              <a:ext cx="36103" cy="49356"/>
            </a:xfrm>
            <a:custGeom>
              <a:avLst/>
              <a:gdLst/>
              <a:ahLst/>
              <a:cxnLst/>
              <a:rect l="0" t="0" r="0" b="0"/>
              <a:pathLst>
                <a:path w="36103" h="49356">
                  <a:moveTo>
                    <a:pt x="36103" y="493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4" name="Input_receptor__1053">
              <a:extLst>
                <a:ext uri="{FF2B5EF4-FFF2-40B4-BE49-F238E27FC236}">
                  <a16:creationId xmlns:a16="http://schemas.microsoft.com/office/drawing/2014/main" id="{950D19D1-4856-2184-4804-2CA3703B36EB}"/>
                </a:ext>
              </a:extLst>
            </p:cNvPr>
            <p:cNvSpPr>
              <a:spLocks noGrp="1"/>
            </p:cNvSpPr>
            <p:nvPr/>
          </p:nvSpPr>
          <p:spPr>
            <a:xfrm>
              <a:off x="1450708" y="4315121"/>
              <a:ext cx="1305" cy="18454"/>
            </a:xfrm>
            <a:custGeom>
              <a:avLst/>
              <a:gdLst/>
              <a:ahLst/>
              <a:cxnLst/>
              <a:rect l="0" t="0" r="0" b="0"/>
              <a:pathLst>
                <a:path w="1305" h="18454">
                  <a:moveTo>
                    <a:pt x="0" y="0"/>
                  </a:moveTo>
                  <a:lnTo>
                    <a:pt x="1305" y="18454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5" name="Input_receptor__1054">
              <a:extLst>
                <a:ext uri="{FF2B5EF4-FFF2-40B4-BE49-F238E27FC236}">
                  <a16:creationId xmlns:a16="http://schemas.microsoft.com/office/drawing/2014/main" id="{93FE493A-E32D-84A4-1D6B-869A1DB0FD47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31841" cy="25775"/>
            </a:xfrm>
            <a:custGeom>
              <a:avLst/>
              <a:gdLst/>
              <a:ahLst/>
              <a:cxnLst/>
              <a:rect l="0" t="0" r="0" b="0"/>
              <a:pathLst>
                <a:path w="31841" h="25775">
                  <a:moveTo>
                    <a:pt x="0" y="0"/>
                  </a:moveTo>
                  <a:lnTo>
                    <a:pt x="31841" y="25775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6" name="Input_receptor__1055">
              <a:extLst>
                <a:ext uri="{FF2B5EF4-FFF2-40B4-BE49-F238E27FC236}">
                  <a16:creationId xmlns:a16="http://schemas.microsoft.com/office/drawing/2014/main" id="{47CFA846-9366-673D-5EF0-4D4E4849017E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62407"/>
              <a:ext cx="14937" cy="625"/>
            </a:xfrm>
            <a:custGeom>
              <a:avLst/>
              <a:gdLst/>
              <a:ahLst/>
              <a:cxnLst/>
              <a:rect l="0" t="0" r="0" b="0"/>
              <a:pathLst>
                <a:path w="14937" h="625">
                  <a:moveTo>
                    <a:pt x="14937" y="0"/>
                  </a:moveTo>
                  <a:lnTo>
                    <a:pt x="0" y="625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7" name="Input_receptor__1056">
              <a:extLst>
                <a:ext uri="{FF2B5EF4-FFF2-40B4-BE49-F238E27FC236}">
                  <a16:creationId xmlns:a16="http://schemas.microsoft.com/office/drawing/2014/main" id="{A2FA3160-333F-C3A7-341F-15C28463FAB3}"/>
                </a:ext>
              </a:extLst>
            </p:cNvPr>
            <p:cNvSpPr>
              <a:spLocks noGrp="1"/>
            </p:cNvSpPr>
            <p:nvPr/>
          </p:nvSpPr>
          <p:spPr>
            <a:xfrm>
              <a:off x="1118359" y="4448487"/>
              <a:ext cx="43104" cy="19553"/>
            </a:xfrm>
            <a:custGeom>
              <a:avLst/>
              <a:gdLst/>
              <a:ahLst/>
              <a:cxnLst/>
              <a:rect l="0" t="0" r="0" b="0"/>
              <a:pathLst>
                <a:path w="43104" h="19553">
                  <a:moveTo>
                    <a:pt x="0" y="19553"/>
                  </a:moveTo>
                  <a:lnTo>
                    <a:pt x="4310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8" name="Input_receptor__1057">
              <a:extLst>
                <a:ext uri="{FF2B5EF4-FFF2-40B4-BE49-F238E27FC236}">
                  <a16:creationId xmlns:a16="http://schemas.microsoft.com/office/drawing/2014/main" id="{82416D66-C92F-523A-5897-29DCF69A302D}"/>
                </a:ext>
              </a:extLst>
            </p:cNvPr>
            <p:cNvSpPr>
              <a:spLocks noGrp="1"/>
            </p:cNvSpPr>
            <p:nvPr/>
          </p:nvSpPr>
          <p:spPr>
            <a:xfrm>
              <a:off x="1196183" y="4798709"/>
              <a:ext cx="36536" cy="21044"/>
            </a:xfrm>
            <a:custGeom>
              <a:avLst/>
              <a:gdLst/>
              <a:ahLst/>
              <a:cxnLst/>
              <a:rect l="0" t="0" r="0" b="0"/>
              <a:pathLst>
                <a:path w="36536" h="21044">
                  <a:moveTo>
                    <a:pt x="0" y="0"/>
                  </a:moveTo>
                  <a:lnTo>
                    <a:pt x="36536" y="21044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9" name="Input_receptor__1058">
              <a:extLst>
                <a:ext uri="{FF2B5EF4-FFF2-40B4-BE49-F238E27FC236}">
                  <a16:creationId xmlns:a16="http://schemas.microsoft.com/office/drawing/2014/main" id="{5952129B-683A-6952-8FFD-C68DAE078B13}"/>
                </a:ext>
              </a:extLst>
            </p:cNvPr>
            <p:cNvSpPr>
              <a:spLocks noGrp="1"/>
            </p:cNvSpPr>
            <p:nvPr/>
          </p:nvSpPr>
          <p:spPr>
            <a:xfrm>
              <a:off x="1817041" y="5191481"/>
              <a:ext cx="23358" cy="39884"/>
            </a:xfrm>
            <a:custGeom>
              <a:avLst/>
              <a:gdLst/>
              <a:ahLst/>
              <a:cxnLst/>
              <a:rect l="0" t="0" r="0" b="0"/>
              <a:pathLst>
                <a:path w="23358" h="39884">
                  <a:moveTo>
                    <a:pt x="0" y="39884"/>
                  </a:moveTo>
                  <a:lnTo>
                    <a:pt x="23358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0" name="Input_receptor__1059">
              <a:extLst>
                <a:ext uri="{FF2B5EF4-FFF2-40B4-BE49-F238E27FC236}">
                  <a16:creationId xmlns:a16="http://schemas.microsoft.com/office/drawing/2014/main" id="{D97F1611-07A0-778B-50A8-9B1F5B7A6B31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3973"/>
              <a:ext cx="25342" cy="1453"/>
            </a:xfrm>
            <a:custGeom>
              <a:avLst/>
              <a:gdLst/>
              <a:ahLst/>
              <a:cxnLst/>
              <a:rect l="0" t="0" r="0" b="0"/>
              <a:pathLst>
                <a:path w="25342" h="1453">
                  <a:moveTo>
                    <a:pt x="0" y="1453"/>
                  </a:moveTo>
                  <a:lnTo>
                    <a:pt x="2534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1" name="Input_receptor__1060">
              <a:extLst>
                <a:ext uri="{FF2B5EF4-FFF2-40B4-BE49-F238E27FC236}">
                  <a16:creationId xmlns:a16="http://schemas.microsoft.com/office/drawing/2014/main" id="{928EA39B-2DC5-F03F-D5F7-4DF05B5EC08E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14007" cy="4727"/>
            </a:xfrm>
            <a:custGeom>
              <a:avLst/>
              <a:gdLst/>
              <a:ahLst/>
              <a:cxnLst/>
              <a:rect l="0" t="0" r="0" b="0"/>
              <a:pathLst>
                <a:path w="14007" h="4727">
                  <a:moveTo>
                    <a:pt x="14007" y="47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2" name="Input_receptor__1061">
              <a:extLst>
                <a:ext uri="{FF2B5EF4-FFF2-40B4-BE49-F238E27FC236}">
                  <a16:creationId xmlns:a16="http://schemas.microsoft.com/office/drawing/2014/main" id="{8F5A7A67-744D-344F-11F0-1464FC7B7A34}"/>
                </a:ext>
              </a:extLst>
            </p:cNvPr>
            <p:cNvSpPr>
              <a:spLocks noGrp="1"/>
            </p:cNvSpPr>
            <p:nvPr/>
          </p:nvSpPr>
          <p:spPr>
            <a:xfrm>
              <a:off x="1312235" y="4721654"/>
              <a:ext cx="36524" cy="32248"/>
            </a:xfrm>
            <a:custGeom>
              <a:avLst/>
              <a:gdLst/>
              <a:ahLst/>
              <a:cxnLst/>
              <a:rect l="0" t="0" r="0" b="0"/>
              <a:pathLst>
                <a:path w="36524" h="32248">
                  <a:moveTo>
                    <a:pt x="36524" y="322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3" name="Input_receptor__1062">
              <a:extLst>
                <a:ext uri="{FF2B5EF4-FFF2-40B4-BE49-F238E27FC236}">
                  <a16:creationId xmlns:a16="http://schemas.microsoft.com/office/drawing/2014/main" id="{38D844AB-B343-FA58-C7B2-ED0733B23DCE}"/>
                </a:ext>
              </a:extLst>
            </p:cNvPr>
            <p:cNvSpPr>
              <a:spLocks noGrp="1"/>
            </p:cNvSpPr>
            <p:nvPr/>
          </p:nvSpPr>
          <p:spPr>
            <a:xfrm>
              <a:off x="924331" y="4808795"/>
              <a:ext cx="33676" cy="31478"/>
            </a:xfrm>
            <a:custGeom>
              <a:avLst/>
              <a:gdLst/>
              <a:ahLst/>
              <a:cxnLst/>
              <a:rect l="0" t="0" r="0" b="0"/>
              <a:pathLst>
                <a:path w="33676" h="31478">
                  <a:moveTo>
                    <a:pt x="33676" y="0"/>
                  </a:moveTo>
                  <a:lnTo>
                    <a:pt x="0" y="3147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4" name="Input_receptor__1063">
              <a:extLst>
                <a:ext uri="{FF2B5EF4-FFF2-40B4-BE49-F238E27FC236}">
                  <a16:creationId xmlns:a16="http://schemas.microsoft.com/office/drawing/2014/main" id="{F258EBF7-7730-3DA7-AC27-E43D9D1CD710}"/>
                </a:ext>
              </a:extLst>
            </p:cNvPr>
            <p:cNvSpPr>
              <a:spLocks noGrp="1"/>
            </p:cNvSpPr>
            <p:nvPr/>
          </p:nvSpPr>
          <p:spPr>
            <a:xfrm>
              <a:off x="1534791" y="4797017"/>
              <a:ext cx="29032" cy="1662"/>
            </a:xfrm>
            <a:custGeom>
              <a:avLst/>
              <a:gdLst/>
              <a:ahLst/>
              <a:cxnLst/>
              <a:rect l="0" t="0" r="0" b="0"/>
              <a:pathLst>
                <a:path w="29032" h="1662">
                  <a:moveTo>
                    <a:pt x="0" y="0"/>
                  </a:moveTo>
                  <a:lnTo>
                    <a:pt x="29032" y="1662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5" name="Input_receptor__1064">
              <a:extLst>
                <a:ext uri="{FF2B5EF4-FFF2-40B4-BE49-F238E27FC236}">
                  <a16:creationId xmlns:a16="http://schemas.microsoft.com/office/drawing/2014/main" id="{5CE8783A-113D-ADD0-C2D2-E0191180A706}"/>
                </a:ext>
              </a:extLst>
            </p:cNvPr>
            <p:cNvSpPr>
              <a:spLocks noGrp="1"/>
            </p:cNvSpPr>
            <p:nvPr/>
          </p:nvSpPr>
          <p:spPr>
            <a:xfrm>
              <a:off x="1172424" y="5218491"/>
              <a:ext cx="15834" cy="38605"/>
            </a:xfrm>
            <a:custGeom>
              <a:avLst/>
              <a:gdLst/>
              <a:ahLst/>
              <a:cxnLst/>
              <a:rect l="0" t="0" r="0" b="0"/>
              <a:pathLst>
                <a:path w="15834" h="38605">
                  <a:moveTo>
                    <a:pt x="0" y="38605"/>
                  </a:moveTo>
                  <a:lnTo>
                    <a:pt x="1583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6" name="Input_receptor__1065">
              <a:extLst>
                <a:ext uri="{FF2B5EF4-FFF2-40B4-BE49-F238E27FC236}">
                  <a16:creationId xmlns:a16="http://schemas.microsoft.com/office/drawing/2014/main" id="{7A782D20-6D97-3E58-4A32-F6164D338429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67467"/>
              <a:ext cx="30069" cy="21800"/>
            </a:xfrm>
            <a:custGeom>
              <a:avLst/>
              <a:gdLst/>
              <a:ahLst/>
              <a:cxnLst/>
              <a:rect l="0" t="0" r="0" b="0"/>
              <a:pathLst>
                <a:path w="30069" h="21800">
                  <a:moveTo>
                    <a:pt x="0" y="21800"/>
                  </a:moveTo>
                  <a:lnTo>
                    <a:pt x="30069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7" name="Input_receptor__1066">
              <a:extLst>
                <a:ext uri="{FF2B5EF4-FFF2-40B4-BE49-F238E27FC236}">
                  <a16:creationId xmlns:a16="http://schemas.microsoft.com/office/drawing/2014/main" id="{6B1E679B-3177-4EE7-5B60-3418CB3B455C}"/>
                </a:ext>
              </a:extLst>
            </p:cNvPr>
            <p:cNvSpPr>
              <a:spLocks noGrp="1"/>
            </p:cNvSpPr>
            <p:nvPr/>
          </p:nvSpPr>
          <p:spPr>
            <a:xfrm>
              <a:off x="1573638" y="5222656"/>
              <a:ext cx="42412" cy="4790"/>
            </a:xfrm>
            <a:custGeom>
              <a:avLst/>
              <a:gdLst/>
              <a:ahLst/>
              <a:cxnLst/>
              <a:rect l="0" t="0" r="0" b="0"/>
              <a:pathLst>
                <a:path w="42412" h="4790">
                  <a:moveTo>
                    <a:pt x="0" y="4790"/>
                  </a:moveTo>
                  <a:lnTo>
                    <a:pt x="4241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8" name="Input_receptor__1067">
              <a:extLst>
                <a:ext uri="{FF2B5EF4-FFF2-40B4-BE49-F238E27FC236}">
                  <a16:creationId xmlns:a16="http://schemas.microsoft.com/office/drawing/2014/main" id="{26B66B34-B862-F147-1770-114310FE87BC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81385"/>
              <a:ext cx="6787" cy="11733"/>
            </a:xfrm>
            <a:custGeom>
              <a:avLst/>
              <a:gdLst/>
              <a:ahLst/>
              <a:cxnLst/>
              <a:rect l="0" t="0" r="0" b="0"/>
              <a:pathLst>
                <a:path w="6787" h="11733">
                  <a:moveTo>
                    <a:pt x="6787" y="117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9" name="Input_receptor__1068">
              <a:extLst>
                <a:ext uri="{FF2B5EF4-FFF2-40B4-BE49-F238E27FC236}">
                  <a16:creationId xmlns:a16="http://schemas.microsoft.com/office/drawing/2014/main" id="{B49B0A40-B2B5-EF44-9530-69DA7B4EC14C}"/>
                </a:ext>
              </a:extLst>
            </p:cNvPr>
            <p:cNvSpPr>
              <a:spLocks noGrp="1"/>
            </p:cNvSpPr>
            <p:nvPr/>
          </p:nvSpPr>
          <p:spPr>
            <a:xfrm>
              <a:off x="1323476" y="4753902"/>
              <a:ext cx="25283" cy="40956"/>
            </a:xfrm>
            <a:custGeom>
              <a:avLst/>
              <a:gdLst/>
              <a:ahLst/>
              <a:cxnLst/>
              <a:rect l="0" t="0" r="0" b="0"/>
              <a:pathLst>
                <a:path w="25283" h="40956">
                  <a:moveTo>
                    <a:pt x="0" y="40956"/>
                  </a:moveTo>
                  <a:lnTo>
                    <a:pt x="25283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0" name="Input_receptor__1069">
              <a:extLst>
                <a:ext uri="{FF2B5EF4-FFF2-40B4-BE49-F238E27FC236}">
                  <a16:creationId xmlns:a16="http://schemas.microsoft.com/office/drawing/2014/main" id="{F4A2F074-5116-4EFA-89BA-9E48BA3E629C}"/>
                </a:ext>
              </a:extLst>
            </p:cNvPr>
            <p:cNvSpPr>
              <a:spLocks noGrp="1"/>
            </p:cNvSpPr>
            <p:nvPr/>
          </p:nvSpPr>
          <p:spPr>
            <a:xfrm>
              <a:off x="1132637" y="5395822"/>
              <a:ext cx="23468" cy="28936"/>
            </a:xfrm>
            <a:custGeom>
              <a:avLst/>
              <a:gdLst/>
              <a:ahLst/>
              <a:cxnLst/>
              <a:rect l="0" t="0" r="0" b="0"/>
              <a:pathLst>
                <a:path w="23468" h="28936">
                  <a:moveTo>
                    <a:pt x="23468" y="0"/>
                  </a:moveTo>
                  <a:lnTo>
                    <a:pt x="0" y="28936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1" name="Input_receptor__1070">
              <a:extLst>
                <a:ext uri="{FF2B5EF4-FFF2-40B4-BE49-F238E27FC236}">
                  <a16:creationId xmlns:a16="http://schemas.microsoft.com/office/drawing/2014/main" id="{9B9A1653-F3E2-7618-9C98-7D8A8EF1911C}"/>
                </a:ext>
              </a:extLst>
            </p:cNvPr>
            <p:cNvSpPr>
              <a:spLocks noGrp="1"/>
            </p:cNvSpPr>
            <p:nvPr/>
          </p:nvSpPr>
          <p:spPr>
            <a:xfrm>
              <a:off x="1157959" y="5186637"/>
              <a:ext cx="30299" cy="31854"/>
            </a:xfrm>
            <a:custGeom>
              <a:avLst/>
              <a:gdLst/>
              <a:ahLst/>
              <a:cxnLst/>
              <a:rect l="0" t="0" r="0" b="0"/>
              <a:pathLst>
                <a:path w="30299" h="31854">
                  <a:moveTo>
                    <a:pt x="30299" y="31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2" name="Input_receptor__1071">
              <a:extLst>
                <a:ext uri="{FF2B5EF4-FFF2-40B4-BE49-F238E27FC236}">
                  <a16:creationId xmlns:a16="http://schemas.microsoft.com/office/drawing/2014/main" id="{16F03976-742E-421C-09C4-A33F8198200D}"/>
                </a:ext>
              </a:extLst>
            </p:cNvPr>
            <p:cNvSpPr>
              <a:spLocks noGrp="1"/>
            </p:cNvSpPr>
            <p:nvPr/>
          </p:nvSpPr>
          <p:spPr>
            <a:xfrm>
              <a:off x="1280108" y="4415774"/>
              <a:ext cx="23616" cy="18399"/>
            </a:xfrm>
            <a:custGeom>
              <a:avLst/>
              <a:gdLst/>
              <a:ahLst/>
              <a:cxnLst/>
              <a:rect l="0" t="0" r="0" b="0"/>
              <a:pathLst>
                <a:path w="23616" h="18399">
                  <a:moveTo>
                    <a:pt x="0" y="0"/>
                  </a:moveTo>
                  <a:lnTo>
                    <a:pt x="23616" y="1839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3" name="Input_receptor__1072">
              <a:extLst>
                <a:ext uri="{FF2B5EF4-FFF2-40B4-BE49-F238E27FC236}">
                  <a16:creationId xmlns:a16="http://schemas.microsoft.com/office/drawing/2014/main" id="{3563B259-E5FE-41FE-1A35-8E2D615AF5A3}"/>
                </a:ext>
              </a:extLst>
            </p:cNvPr>
            <p:cNvSpPr>
              <a:spLocks noGrp="1"/>
            </p:cNvSpPr>
            <p:nvPr/>
          </p:nvSpPr>
          <p:spPr>
            <a:xfrm>
              <a:off x="1543265" y="4253675"/>
              <a:ext cx="460" cy="28083"/>
            </a:xfrm>
            <a:custGeom>
              <a:avLst/>
              <a:gdLst/>
              <a:ahLst/>
              <a:cxnLst/>
              <a:rect l="0" t="0" r="0" b="0"/>
              <a:pathLst>
                <a:path w="460" h="28083">
                  <a:moveTo>
                    <a:pt x="0" y="28083"/>
                  </a:moveTo>
                  <a:lnTo>
                    <a:pt x="46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4" name="Input_receptor__1073">
              <a:extLst>
                <a:ext uri="{FF2B5EF4-FFF2-40B4-BE49-F238E27FC236}">
                  <a16:creationId xmlns:a16="http://schemas.microsoft.com/office/drawing/2014/main" id="{1F34185C-4498-7E0F-A467-13A3F2BDE5B2}"/>
                </a:ext>
              </a:extLst>
            </p:cNvPr>
            <p:cNvSpPr>
              <a:spLocks noGrp="1"/>
            </p:cNvSpPr>
            <p:nvPr/>
          </p:nvSpPr>
          <p:spPr>
            <a:xfrm>
              <a:off x="1377454" y="4025272"/>
              <a:ext cx="3293" cy="42195"/>
            </a:xfrm>
            <a:custGeom>
              <a:avLst/>
              <a:gdLst/>
              <a:ahLst/>
              <a:cxnLst/>
              <a:rect l="0" t="0" r="0" b="0"/>
              <a:pathLst>
                <a:path w="3293" h="42195">
                  <a:moveTo>
                    <a:pt x="3293" y="421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5" name="Input_receptor__1074">
              <a:extLst>
                <a:ext uri="{FF2B5EF4-FFF2-40B4-BE49-F238E27FC236}">
                  <a16:creationId xmlns:a16="http://schemas.microsoft.com/office/drawing/2014/main" id="{A4CD3A3D-381A-3DFC-11C2-97E5508E49FA}"/>
                </a:ext>
              </a:extLst>
            </p:cNvPr>
            <p:cNvSpPr>
              <a:spLocks noGrp="1"/>
            </p:cNvSpPr>
            <p:nvPr/>
          </p:nvSpPr>
          <p:spPr>
            <a:xfrm>
              <a:off x="1672097" y="4911518"/>
              <a:ext cx="31943" cy="30309"/>
            </a:xfrm>
            <a:custGeom>
              <a:avLst/>
              <a:gdLst/>
              <a:ahLst/>
              <a:cxnLst/>
              <a:rect l="0" t="0" r="0" b="0"/>
              <a:pathLst>
                <a:path w="31943" h="30309">
                  <a:moveTo>
                    <a:pt x="0" y="0"/>
                  </a:moveTo>
                  <a:lnTo>
                    <a:pt x="31943" y="3030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6" name="Input_receptor__1075">
              <a:extLst>
                <a:ext uri="{FF2B5EF4-FFF2-40B4-BE49-F238E27FC236}">
                  <a16:creationId xmlns:a16="http://schemas.microsoft.com/office/drawing/2014/main" id="{49671AE9-2FC6-FDA3-0643-4250BA4E2FB0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5589" cy="15498"/>
            </a:xfrm>
            <a:custGeom>
              <a:avLst/>
              <a:gdLst/>
              <a:ahLst/>
              <a:cxnLst/>
              <a:rect l="0" t="0" r="0" b="0"/>
              <a:pathLst>
                <a:path w="5589" h="15498">
                  <a:moveTo>
                    <a:pt x="0" y="0"/>
                  </a:moveTo>
                  <a:lnTo>
                    <a:pt x="5589" y="1549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7" name="Input_receptor__1076">
              <a:extLst>
                <a:ext uri="{FF2B5EF4-FFF2-40B4-BE49-F238E27FC236}">
                  <a16:creationId xmlns:a16="http://schemas.microsoft.com/office/drawing/2014/main" id="{05F77BAD-696D-E8E3-F6D2-C9401B234F74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37681"/>
              <a:ext cx="29479" cy="35322"/>
            </a:xfrm>
            <a:custGeom>
              <a:avLst/>
              <a:gdLst/>
              <a:ahLst/>
              <a:cxnLst/>
              <a:rect l="0" t="0" r="0" b="0"/>
              <a:pathLst>
                <a:path w="29479" h="35322">
                  <a:moveTo>
                    <a:pt x="0" y="35322"/>
                  </a:moveTo>
                  <a:lnTo>
                    <a:pt x="29479" y="0"/>
                  </a:lnTo>
                </a:path>
              </a:pathLst>
            </a:custGeom>
            <a:noFill/>
            <a:ln w="20003">
              <a:solidFill>
                <a:srgbClr val="8B9CAA"/>
              </a:solidFill>
            </a:ln>
          </p:spPr>
        </p:sp>
        <p:sp>
          <p:nvSpPr>
            <p:cNvPr id="1078" name="Input_receptor__1077">
              <a:extLst>
                <a:ext uri="{FF2B5EF4-FFF2-40B4-BE49-F238E27FC236}">
                  <a16:creationId xmlns:a16="http://schemas.microsoft.com/office/drawing/2014/main" id="{1D375A10-05C3-8856-48AD-2173F20CE2FF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120130"/>
              <a:ext cx="9998" cy="34248"/>
            </a:xfrm>
            <a:custGeom>
              <a:avLst/>
              <a:gdLst/>
              <a:ahLst/>
              <a:cxnLst/>
              <a:rect l="0" t="0" r="0" b="0"/>
              <a:pathLst>
                <a:path w="9998" h="34248">
                  <a:moveTo>
                    <a:pt x="0" y="0"/>
                  </a:moveTo>
                  <a:lnTo>
                    <a:pt x="9998" y="3424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9" name="Input_receptor__1078">
              <a:extLst>
                <a:ext uri="{FF2B5EF4-FFF2-40B4-BE49-F238E27FC236}">
                  <a16:creationId xmlns:a16="http://schemas.microsoft.com/office/drawing/2014/main" id="{9F52DCFC-F58A-D1CD-24FB-353299185CC7}"/>
                </a:ext>
              </a:extLst>
            </p:cNvPr>
            <p:cNvSpPr>
              <a:spLocks noGrp="1"/>
            </p:cNvSpPr>
            <p:nvPr/>
          </p:nvSpPr>
          <p:spPr>
            <a:xfrm>
              <a:off x="1208867" y="4341046"/>
              <a:ext cx="6665" cy="30850"/>
            </a:xfrm>
            <a:custGeom>
              <a:avLst/>
              <a:gdLst/>
              <a:ahLst/>
              <a:cxnLst/>
              <a:rect l="0" t="0" r="0" b="0"/>
              <a:pathLst>
                <a:path w="6665" h="30850">
                  <a:moveTo>
                    <a:pt x="0" y="30850"/>
                  </a:moveTo>
                  <a:lnTo>
                    <a:pt x="6665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0" name="Input_receptor__1079">
              <a:extLst>
                <a:ext uri="{FF2B5EF4-FFF2-40B4-BE49-F238E27FC236}">
                  <a16:creationId xmlns:a16="http://schemas.microsoft.com/office/drawing/2014/main" id="{30973F6B-8F80-C4B4-1FA1-189A66AB4BDF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93081"/>
              <a:ext cx="45190" cy="17087"/>
            </a:xfrm>
            <a:custGeom>
              <a:avLst/>
              <a:gdLst/>
              <a:ahLst/>
              <a:cxnLst/>
              <a:rect l="0" t="0" r="0" b="0"/>
              <a:pathLst>
                <a:path w="45190" h="17087">
                  <a:moveTo>
                    <a:pt x="0" y="0"/>
                  </a:moveTo>
                  <a:lnTo>
                    <a:pt x="45190" y="17087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1" name="Input_receptor__1080">
              <a:extLst>
                <a:ext uri="{FF2B5EF4-FFF2-40B4-BE49-F238E27FC236}">
                  <a16:creationId xmlns:a16="http://schemas.microsoft.com/office/drawing/2014/main" id="{31BAC564-49E3-4B0C-49AF-FEBE5C1B1E65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55019"/>
              <a:ext cx="39796" cy="8357"/>
            </a:xfrm>
            <a:custGeom>
              <a:avLst/>
              <a:gdLst/>
              <a:ahLst/>
              <a:cxnLst/>
              <a:rect l="0" t="0" r="0" b="0"/>
              <a:pathLst>
                <a:path w="39796" h="8357">
                  <a:moveTo>
                    <a:pt x="39796" y="8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2" name="Input_receptor__1081">
              <a:extLst>
                <a:ext uri="{FF2B5EF4-FFF2-40B4-BE49-F238E27FC236}">
                  <a16:creationId xmlns:a16="http://schemas.microsoft.com/office/drawing/2014/main" id="{D81436C2-DEE7-DC0A-F7E8-F5CFC481483B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39025" cy="3754"/>
            </a:xfrm>
            <a:custGeom>
              <a:avLst/>
              <a:gdLst/>
              <a:ahLst/>
              <a:cxnLst/>
              <a:rect l="0" t="0" r="0" b="0"/>
              <a:pathLst>
                <a:path w="39025" h="3754">
                  <a:moveTo>
                    <a:pt x="0" y="0"/>
                  </a:moveTo>
                  <a:lnTo>
                    <a:pt x="39025" y="3754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3" name="Input_receptor__1082">
              <a:extLst>
                <a:ext uri="{FF2B5EF4-FFF2-40B4-BE49-F238E27FC236}">
                  <a16:creationId xmlns:a16="http://schemas.microsoft.com/office/drawing/2014/main" id="{516C3E4F-5E18-AEA9-19BB-91897A5A3E72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6885"/>
              <a:ext cx="10867" cy="15855"/>
            </a:xfrm>
            <a:custGeom>
              <a:avLst/>
              <a:gdLst/>
              <a:ahLst/>
              <a:cxnLst/>
              <a:rect l="0" t="0" r="0" b="0"/>
              <a:pathLst>
                <a:path w="10867" h="15855">
                  <a:moveTo>
                    <a:pt x="10867" y="0"/>
                  </a:moveTo>
                  <a:lnTo>
                    <a:pt x="0" y="15855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4" name="Input_receptor__1083">
              <a:extLst>
                <a:ext uri="{FF2B5EF4-FFF2-40B4-BE49-F238E27FC236}">
                  <a16:creationId xmlns:a16="http://schemas.microsoft.com/office/drawing/2014/main" id="{BF1196BE-207E-A3C2-055D-31EE1BE8D058}"/>
                </a:ext>
              </a:extLst>
            </p:cNvPr>
            <p:cNvSpPr>
              <a:spLocks noGrp="1"/>
            </p:cNvSpPr>
            <p:nvPr/>
          </p:nvSpPr>
          <p:spPr>
            <a:xfrm>
              <a:off x="1767284" y="5115766"/>
              <a:ext cx="45042" cy="9562"/>
            </a:xfrm>
            <a:custGeom>
              <a:avLst/>
              <a:gdLst/>
              <a:ahLst/>
              <a:cxnLst/>
              <a:rect l="0" t="0" r="0" b="0"/>
              <a:pathLst>
                <a:path w="45042" h="9562">
                  <a:moveTo>
                    <a:pt x="45042" y="9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5" name="Input_receptor__1084">
              <a:extLst>
                <a:ext uri="{FF2B5EF4-FFF2-40B4-BE49-F238E27FC236}">
                  <a16:creationId xmlns:a16="http://schemas.microsoft.com/office/drawing/2014/main" id="{2BEFD27B-9036-0CCF-BF9A-BFB4FE30EC94}"/>
                </a:ext>
              </a:extLst>
            </p:cNvPr>
            <p:cNvSpPr>
              <a:spLocks noGrp="1"/>
            </p:cNvSpPr>
            <p:nvPr/>
          </p:nvSpPr>
          <p:spPr>
            <a:xfrm>
              <a:off x="1643984" y="4612638"/>
              <a:ext cx="3070" cy="33974"/>
            </a:xfrm>
            <a:custGeom>
              <a:avLst/>
              <a:gdLst/>
              <a:ahLst/>
              <a:cxnLst/>
              <a:rect l="0" t="0" r="0" b="0"/>
              <a:pathLst>
                <a:path w="3070" h="33974">
                  <a:moveTo>
                    <a:pt x="0" y="33974"/>
                  </a:moveTo>
                  <a:lnTo>
                    <a:pt x="3070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6" name="Input_receptor__1085">
              <a:extLst>
                <a:ext uri="{FF2B5EF4-FFF2-40B4-BE49-F238E27FC236}">
                  <a16:creationId xmlns:a16="http://schemas.microsoft.com/office/drawing/2014/main" id="{CAFF85D9-9C0D-5255-1583-21118E27B093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27445"/>
              <a:ext cx="21130" cy="11541"/>
            </a:xfrm>
            <a:custGeom>
              <a:avLst/>
              <a:gdLst/>
              <a:ahLst/>
              <a:cxnLst/>
              <a:rect l="0" t="0" r="0" b="0"/>
              <a:pathLst>
                <a:path w="21130" h="11541">
                  <a:moveTo>
                    <a:pt x="0" y="11541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7" name="Input_receptor__1086">
              <a:extLst>
                <a:ext uri="{FF2B5EF4-FFF2-40B4-BE49-F238E27FC236}">
                  <a16:creationId xmlns:a16="http://schemas.microsoft.com/office/drawing/2014/main" id="{4C698E1B-A88D-64EB-DF0B-D15E93F496BC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281758"/>
              <a:ext cx="17675" cy="36380"/>
            </a:xfrm>
            <a:custGeom>
              <a:avLst/>
              <a:gdLst/>
              <a:ahLst/>
              <a:cxnLst/>
              <a:rect l="0" t="0" r="0" b="0"/>
              <a:pathLst>
                <a:path w="17675" h="36380">
                  <a:moveTo>
                    <a:pt x="0" y="36380"/>
                  </a:moveTo>
                  <a:lnTo>
                    <a:pt x="1767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8" name="Input_receptor__1087">
              <a:extLst>
                <a:ext uri="{FF2B5EF4-FFF2-40B4-BE49-F238E27FC236}">
                  <a16:creationId xmlns:a16="http://schemas.microsoft.com/office/drawing/2014/main" id="{8509C7A4-4580-298C-A9BD-9BE7AE092AB6}"/>
                </a:ext>
              </a:extLst>
            </p:cNvPr>
            <p:cNvSpPr>
              <a:spLocks noGrp="1"/>
            </p:cNvSpPr>
            <p:nvPr/>
          </p:nvSpPr>
          <p:spPr>
            <a:xfrm>
              <a:off x="993424" y="5046840"/>
              <a:ext cx="17475" cy="40447"/>
            </a:xfrm>
            <a:custGeom>
              <a:avLst/>
              <a:gdLst/>
              <a:ahLst/>
              <a:cxnLst/>
              <a:rect l="0" t="0" r="0" b="0"/>
              <a:pathLst>
                <a:path w="17475" h="40447">
                  <a:moveTo>
                    <a:pt x="0" y="40447"/>
                  </a:moveTo>
                  <a:lnTo>
                    <a:pt x="17475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89" name="Input_receptor__1088">
              <a:extLst>
                <a:ext uri="{FF2B5EF4-FFF2-40B4-BE49-F238E27FC236}">
                  <a16:creationId xmlns:a16="http://schemas.microsoft.com/office/drawing/2014/main" id="{E0C42778-5D9C-36B1-68F4-833A464FE8EC}"/>
                </a:ext>
              </a:extLst>
            </p:cNvPr>
            <p:cNvSpPr>
              <a:spLocks noGrp="1"/>
            </p:cNvSpPr>
            <p:nvPr/>
          </p:nvSpPr>
          <p:spPr>
            <a:xfrm>
              <a:off x="1104753" y="4468040"/>
              <a:ext cx="13606" cy="29052"/>
            </a:xfrm>
            <a:custGeom>
              <a:avLst/>
              <a:gdLst/>
              <a:ahLst/>
              <a:cxnLst/>
              <a:rect l="0" t="0" r="0" b="0"/>
              <a:pathLst>
                <a:path w="13606" h="29052">
                  <a:moveTo>
                    <a:pt x="0" y="29052"/>
                  </a:moveTo>
                  <a:lnTo>
                    <a:pt x="13606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0" name="Input_receptor__1089">
              <a:extLst>
                <a:ext uri="{FF2B5EF4-FFF2-40B4-BE49-F238E27FC236}">
                  <a16:creationId xmlns:a16="http://schemas.microsoft.com/office/drawing/2014/main" id="{26955519-41B7-4C71-569D-020204D280CF}"/>
                </a:ext>
              </a:extLst>
            </p:cNvPr>
            <p:cNvSpPr>
              <a:spLocks noGrp="1"/>
            </p:cNvSpPr>
            <p:nvPr/>
          </p:nvSpPr>
          <p:spPr>
            <a:xfrm>
              <a:off x="1196958" y="5026335"/>
              <a:ext cx="16502" cy="44083"/>
            </a:xfrm>
            <a:custGeom>
              <a:avLst/>
              <a:gdLst/>
              <a:ahLst/>
              <a:cxnLst/>
              <a:rect l="0" t="0" r="0" b="0"/>
              <a:pathLst>
                <a:path w="16502" h="44083">
                  <a:moveTo>
                    <a:pt x="0" y="44083"/>
                  </a:moveTo>
                  <a:lnTo>
                    <a:pt x="16502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1" name="Input_receptor__1090">
              <a:extLst>
                <a:ext uri="{FF2B5EF4-FFF2-40B4-BE49-F238E27FC236}">
                  <a16:creationId xmlns:a16="http://schemas.microsoft.com/office/drawing/2014/main" id="{03D4BF90-F667-4EED-A63D-4891B49A9423}"/>
                </a:ext>
              </a:extLst>
            </p:cNvPr>
            <p:cNvSpPr>
              <a:spLocks noGrp="1"/>
            </p:cNvSpPr>
            <p:nvPr/>
          </p:nvSpPr>
          <p:spPr>
            <a:xfrm>
              <a:off x="1550196" y="4739791"/>
              <a:ext cx="31918" cy="1978"/>
            </a:xfrm>
            <a:custGeom>
              <a:avLst/>
              <a:gdLst/>
              <a:ahLst/>
              <a:cxnLst/>
              <a:rect l="0" t="0" r="0" b="0"/>
              <a:pathLst>
                <a:path w="31918" h="1978">
                  <a:moveTo>
                    <a:pt x="0" y="0"/>
                  </a:moveTo>
                  <a:lnTo>
                    <a:pt x="31918" y="1978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2" name="Input_receptor__1091">
              <a:extLst>
                <a:ext uri="{FF2B5EF4-FFF2-40B4-BE49-F238E27FC236}">
                  <a16:creationId xmlns:a16="http://schemas.microsoft.com/office/drawing/2014/main" id="{3D3898CC-3CD0-46E7-C626-F2B381CDB888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893378"/>
              <a:ext cx="29638" cy="34162"/>
            </a:xfrm>
            <a:custGeom>
              <a:avLst/>
              <a:gdLst/>
              <a:ahLst/>
              <a:cxnLst/>
              <a:rect l="0" t="0" r="0" b="0"/>
              <a:pathLst>
                <a:path w="29638" h="34162">
                  <a:moveTo>
                    <a:pt x="29638" y="0"/>
                  </a:moveTo>
                  <a:lnTo>
                    <a:pt x="0" y="34162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3" name="Input_receptor__1092">
              <a:extLst>
                <a:ext uri="{FF2B5EF4-FFF2-40B4-BE49-F238E27FC236}">
                  <a16:creationId xmlns:a16="http://schemas.microsoft.com/office/drawing/2014/main" id="{6DA70E76-F941-B2D0-13BE-E700F7A1A12E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396766"/>
              <a:ext cx="33748" cy="34011"/>
            </a:xfrm>
            <a:custGeom>
              <a:avLst/>
              <a:gdLst/>
              <a:ahLst/>
              <a:cxnLst/>
              <a:rect l="0" t="0" r="0" b="0"/>
              <a:pathLst>
                <a:path w="33748" h="34011">
                  <a:moveTo>
                    <a:pt x="33748" y="0"/>
                  </a:moveTo>
                  <a:lnTo>
                    <a:pt x="0" y="34011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4" name="Input_receptor__1093">
              <a:extLst>
                <a:ext uri="{FF2B5EF4-FFF2-40B4-BE49-F238E27FC236}">
                  <a16:creationId xmlns:a16="http://schemas.microsoft.com/office/drawing/2014/main" id="{68C5EEF0-AD02-6663-B2E3-3B7B7D617711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4662"/>
              <a:ext cx="24225" cy="13152"/>
            </a:xfrm>
            <a:custGeom>
              <a:avLst/>
              <a:gdLst/>
              <a:ahLst/>
              <a:cxnLst/>
              <a:rect l="0" t="0" r="0" b="0"/>
              <a:pathLst>
                <a:path w="24225" h="13152">
                  <a:moveTo>
                    <a:pt x="24225" y="13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5" name="Input_receptor__1094">
              <a:extLst>
                <a:ext uri="{FF2B5EF4-FFF2-40B4-BE49-F238E27FC236}">
                  <a16:creationId xmlns:a16="http://schemas.microsoft.com/office/drawing/2014/main" id="{D9F0481A-6A9A-9AF6-D9A7-A92D881E9709}"/>
                </a:ext>
              </a:extLst>
            </p:cNvPr>
            <p:cNvSpPr>
              <a:spLocks noGrp="1"/>
            </p:cNvSpPr>
            <p:nvPr/>
          </p:nvSpPr>
          <p:spPr>
            <a:xfrm>
              <a:off x="1095335" y="4290956"/>
              <a:ext cx="45977" cy="4033"/>
            </a:xfrm>
            <a:custGeom>
              <a:avLst/>
              <a:gdLst/>
              <a:ahLst/>
              <a:cxnLst/>
              <a:rect l="0" t="0" r="0" b="0"/>
              <a:pathLst>
                <a:path w="45977" h="4033">
                  <a:moveTo>
                    <a:pt x="45977" y="40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6" name="Input_receptor__1095">
              <a:extLst>
                <a:ext uri="{FF2B5EF4-FFF2-40B4-BE49-F238E27FC236}">
                  <a16:creationId xmlns:a16="http://schemas.microsoft.com/office/drawing/2014/main" id="{F317ECE5-DF62-DD62-9F3D-326B086E8C2D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41126"/>
              <a:ext cx="23262" cy="41868"/>
            </a:xfrm>
            <a:custGeom>
              <a:avLst/>
              <a:gdLst/>
              <a:ahLst/>
              <a:cxnLst/>
              <a:rect l="0" t="0" r="0" b="0"/>
              <a:pathLst>
                <a:path w="23262" h="41868">
                  <a:moveTo>
                    <a:pt x="0" y="0"/>
                  </a:moveTo>
                  <a:lnTo>
                    <a:pt x="23262" y="41868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7" name="Input_receptor__1096">
              <a:extLst>
                <a:ext uri="{FF2B5EF4-FFF2-40B4-BE49-F238E27FC236}">
                  <a16:creationId xmlns:a16="http://schemas.microsoft.com/office/drawing/2014/main" id="{48DD719D-4379-FA76-DBDF-60A4C6F7F80A}"/>
                </a:ext>
              </a:extLst>
            </p:cNvPr>
            <p:cNvSpPr>
              <a:spLocks noGrp="1"/>
            </p:cNvSpPr>
            <p:nvPr/>
          </p:nvSpPr>
          <p:spPr>
            <a:xfrm>
              <a:off x="1013359" y="4742413"/>
              <a:ext cx="47464" cy="8926"/>
            </a:xfrm>
            <a:custGeom>
              <a:avLst/>
              <a:gdLst/>
              <a:ahLst/>
              <a:cxnLst/>
              <a:rect l="0" t="0" r="0" b="0"/>
              <a:pathLst>
                <a:path w="47464" h="8926">
                  <a:moveTo>
                    <a:pt x="47464" y="0"/>
                  </a:moveTo>
                  <a:lnTo>
                    <a:pt x="0" y="892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8" name="Input_receptor__1097">
              <a:extLst>
                <a:ext uri="{FF2B5EF4-FFF2-40B4-BE49-F238E27FC236}">
                  <a16:creationId xmlns:a16="http://schemas.microsoft.com/office/drawing/2014/main" id="{AC818E53-0784-6397-AAAC-A371396238C1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65460"/>
              <a:ext cx="17445" cy="10467"/>
            </a:xfrm>
            <a:custGeom>
              <a:avLst/>
              <a:gdLst/>
              <a:ahLst/>
              <a:cxnLst/>
              <a:rect l="0" t="0" r="0" b="0"/>
              <a:pathLst>
                <a:path w="17445" h="10467">
                  <a:moveTo>
                    <a:pt x="17445" y="0"/>
                  </a:moveTo>
                  <a:lnTo>
                    <a:pt x="0" y="104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9" name="Input_receptor__1098">
              <a:extLst>
                <a:ext uri="{FF2B5EF4-FFF2-40B4-BE49-F238E27FC236}">
                  <a16:creationId xmlns:a16="http://schemas.microsoft.com/office/drawing/2014/main" id="{A24D8A8A-BA72-9EC2-E525-6C8189A69E6F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72727"/>
              <a:ext cx="44355" cy="18132"/>
            </a:xfrm>
            <a:custGeom>
              <a:avLst/>
              <a:gdLst/>
              <a:ahLst/>
              <a:cxnLst/>
              <a:rect l="0" t="0" r="0" b="0"/>
              <a:pathLst>
                <a:path w="44355" h="18132">
                  <a:moveTo>
                    <a:pt x="0" y="18132"/>
                  </a:moveTo>
                  <a:lnTo>
                    <a:pt x="4435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0" name="Input_receptor__1099">
              <a:extLst>
                <a:ext uri="{FF2B5EF4-FFF2-40B4-BE49-F238E27FC236}">
                  <a16:creationId xmlns:a16="http://schemas.microsoft.com/office/drawing/2014/main" id="{1FA6F3FB-B27B-A2E7-B394-2010CD35098E}"/>
                </a:ext>
              </a:extLst>
            </p:cNvPr>
            <p:cNvSpPr>
              <a:spLocks noGrp="1"/>
            </p:cNvSpPr>
            <p:nvPr/>
          </p:nvSpPr>
          <p:spPr>
            <a:xfrm>
              <a:off x="1427542" y="4272617"/>
              <a:ext cx="23167" cy="42503"/>
            </a:xfrm>
            <a:custGeom>
              <a:avLst/>
              <a:gdLst/>
              <a:ahLst/>
              <a:cxnLst/>
              <a:rect l="0" t="0" r="0" b="0"/>
              <a:pathLst>
                <a:path w="23167" h="42503">
                  <a:moveTo>
                    <a:pt x="0" y="0"/>
                  </a:moveTo>
                  <a:lnTo>
                    <a:pt x="23167" y="42503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1" name="Input_receptor__1100">
              <a:extLst>
                <a:ext uri="{FF2B5EF4-FFF2-40B4-BE49-F238E27FC236}">
                  <a16:creationId xmlns:a16="http://schemas.microsoft.com/office/drawing/2014/main" id="{E989D75E-ECFE-0AC4-71DA-682002982AE1}"/>
                </a:ext>
              </a:extLst>
            </p:cNvPr>
            <p:cNvSpPr>
              <a:spLocks noGrp="1"/>
            </p:cNvSpPr>
            <p:nvPr/>
          </p:nvSpPr>
          <p:spPr>
            <a:xfrm>
              <a:off x="1489012" y="4781021"/>
              <a:ext cx="45779" cy="15996"/>
            </a:xfrm>
            <a:custGeom>
              <a:avLst/>
              <a:gdLst/>
              <a:ahLst/>
              <a:cxnLst/>
              <a:rect l="0" t="0" r="0" b="0"/>
              <a:pathLst>
                <a:path w="45779" h="15996">
                  <a:moveTo>
                    <a:pt x="0" y="0"/>
                  </a:moveTo>
                  <a:lnTo>
                    <a:pt x="45779" y="1599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2" name="Input_receptor__1101">
              <a:extLst>
                <a:ext uri="{FF2B5EF4-FFF2-40B4-BE49-F238E27FC236}">
                  <a16:creationId xmlns:a16="http://schemas.microsoft.com/office/drawing/2014/main" id="{94F593E5-6620-07E8-9801-5EBDE623FFF6}"/>
                </a:ext>
              </a:extLst>
            </p:cNvPr>
            <p:cNvSpPr>
              <a:spLocks noGrp="1"/>
            </p:cNvSpPr>
            <p:nvPr/>
          </p:nvSpPr>
          <p:spPr>
            <a:xfrm>
              <a:off x="1607562" y="5074035"/>
              <a:ext cx="45864" cy="11733"/>
            </a:xfrm>
            <a:custGeom>
              <a:avLst/>
              <a:gdLst/>
              <a:ahLst/>
              <a:cxnLst/>
              <a:rect l="0" t="0" r="0" b="0"/>
              <a:pathLst>
                <a:path w="45864" h="11733">
                  <a:moveTo>
                    <a:pt x="45864" y="0"/>
                  </a:moveTo>
                  <a:lnTo>
                    <a:pt x="0" y="11733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3" name="Input_receptor__1102">
              <a:extLst>
                <a:ext uri="{FF2B5EF4-FFF2-40B4-BE49-F238E27FC236}">
                  <a16:creationId xmlns:a16="http://schemas.microsoft.com/office/drawing/2014/main" id="{B400A288-91B0-BFF8-8B81-70EF86DDDCA4}"/>
                </a:ext>
              </a:extLst>
            </p:cNvPr>
            <p:cNvSpPr>
              <a:spLocks noGrp="1"/>
            </p:cNvSpPr>
            <p:nvPr/>
          </p:nvSpPr>
          <p:spPr>
            <a:xfrm>
              <a:off x="1007068" y="5481373"/>
              <a:ext cx="1906" cy="46112"/>
            </a:xfrm>
            <a:custGeom>
              <a:avLst/>
              <a:gdLst/>
              <a:ahLst/>
              <a:cxnLst/>
              <a:rect l="0" t="0" r="0" b="0"/>
              <a:pathLst>
                <a:path w="1906" h="46112">
                  <a:moveTo>
                    <a:pt x="0" y="0"/>
                  </a:moveTo>
                  <a:lnTo>
                    <a:pt x="1906" y="46112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4" name="Input_receptor__1103">
              <a:extLst>
                <a:ext uri="{FF2B5EF4-FFF2-40B4-BE49-F238E27FC236}">
                  <a16:creationId xmlns:a16="http://schemas.microsoft.com/office/drawing/2014/main" id="{39360D0D-939B-B51A-C406-CF71B4780422}"/>
                </a:ext>
              </a:extLst>
            </p:cNvPr>
            <p:cNvSpPr>
              <a:spLocks noGrp="1"/>
            </p:cNvSpPr>
            <p:nvPr/>
          </p:nvSpPr>
          <p:spPr>
            <a:xfrm>
              <a:off x="1088168" y="5406332"/>
              <a:ext cx="44468" cy="18426"/>
            </a:xfrm>
            <a:custGeom>
              <a:avLst/>
              <a:gdLst/>
              <a:ahLst/>
              <a:cxnLst/>
              <a:rect l="0" t="0" r="0" b="0"/>
              <a:pathLst>
                <a:path w="44468" h="18426">
                  <a:moveTo>
                    <a:pt x="44468" y="184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5" name="Input_receptor__1104">
              <a:extLst>
                <a:ext uri="{FF2B5EF4-FFF2-40B4-BE49-F238E27FC236}">
                  <a16:creationId xmlns:a16="http://schemas.microsoft.com/office/drawing/2014/main" id="{4488C8FE-6700-9D0E-160C-583A2DA4E651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66837"/>
              <a:ext cx="18369" cy="9240"/>
            </a:xfrm>
            <a:custGeom>
              <a:avLst/>
              <a:gdLst/>
              <a:ahLst/>
              <a:cxnLst/>
              <a:rect l="0" t="0" r="0" b="0"/>
              <a:pathLst>
                <a:path w="18369" h="9240">
                  <a:moveTo>
                    <a:pt x="0" y="9240"/>
                  </a:moveTo>
                  <a:lnTo>
                    <a:pt x="18369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6" name="Input_receptor__1105">
              <a:extLst>
                <a:ext uri="{FF2B5EF4-FFF2-40B4-BE49-F238E27FC236}">
                  <a16:creationId xmlns:a16="http://schemas.microsoft.com/office/drawing/2014/main" id="{E39DC712-E7C3-9BE3-5B2C-3D382918938D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70893"/>
              <a:ext cx="14981" cy="19167"/>
            </a:xfrm>
            <a:custGeom>
              <a:avLst/>
              <a:gdLst/>
              <a:ahLst/>
              <a:cxnLst/>
              <a:rect l="0" t="0" r="0" b="0"/>
              <a:pathLst>
                <a:path w="14981" h="19167">
                  <a:moveTo>
                    <a:pt x="14981" y="0"/>
                  </a:moveTo>
                  <a:lnTo>
                    <a:pt x="0" y="191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7" name="Input_receptor__1106">
              <a:extLst>
                <a:ext uri="{FF2B5EF4-FFF2-40B4-BE49-F238E27FC236}">
                  <a16:creationId xmlns:a16="http://schemas.microsoft.com/office/drawing/2014/main" id="{CD3645AF-CF49-8539-B304-9DBF4B708E6B}"/>
                </a:ext>
              </a:extLst>
            </p:cNvPr>
            <p:cNvSpPr>
              <a:spLocks noGrp="1"/>
            </p:cNvSpPr>
            <p:nvPr/>
          </p:nvSpPr>
          <p:spPr>
            <a:xfrm>
              <a:off x="1010899" y="5034697"/>
              <a:ext cx="26070" cy="12143"/>
            </a:xfrm>
            <a:custGeom>
              <a:avLst/>
              <a:gdLst/>
              <a:ahLst/>
              <a:cxnLst/>
              <a:rect l="0" t="0" r="0" b="0"/>
              <a:pathLst>
                <a:path w="26070" h="12143">
                  <a:moveTo>
                    <a:pt x="0" y="12143"/>
                  </a:moveTo>
                  <a:lnTo>
                    <a:pt x="2607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8" name="Input_receptor__1107">
              <a:extLst>
                <a:ext uri="{FF2B5EF4-FFF2-40B4-BE49-F238E27FC236}">
                  <a16:creationId xmlns:a16="http://schemas.microsoft.com/office/drawing/2014/main" id="{37DFBB07-38CE-7531-03B1-566107AE9800}"/>
                </a:ext>
              </a:extLst>
            </p:cNvPr>
            <p:cNvSpPr>
              <a:spLocks noGrp="1"/>
            </p:cNvSpPr>
            <p:nvPr/>
          </p:nvSpPr>
          <p:spPr>
            <a:xfrm>
              <a:off x="1612092" y="5222656"/>
              <a:ext cx="3959" cy="44230"/>
            </a:xfrm>
            <a:custGeom>
              <a:avLst/>
              <a:gdLst/>
              <a:ahLst/>
              <a:cxnLst/>
              <a:rect l="0" t="0" r="0" b="0"/>
              <a:pathLst>
                <a:path w="3959" h="44230">
                  <a:moveTo>
                    <a:pt x="3959" y="0"/>
                  </a:moveTo>
                  <a:lnTo>
                    <a:pt x="0" y="4423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09" name="Input_receptor__1108">
              <a:extLst>
                <a:ext uri="{FF2B5EF4-FFF2-40B4-BE49-F238E27FC236}">
                  <a16:creationId xmlns:a16="http://schemas.microsoft.com/office/drawing/2014/main" id="{7FE9CD14-152C-8CC6-9B5B-5D5419ABC0C0}"/>
                </a:ext>
              </a:extLst>
            </p:cNvPr>
            <p:cNvSpPr>
              <a:spLocks noGrp="1"/>
            </p:cNvSpPr>
            <p:nvPr/>
          </p:nvSpPr>
          <p:spPr>
            <a:xfrm>
              <a:off x="1449896" y="4597746"/>
              <a:ext cx="32868" cy="12423"/>
            </a:xfrm>
            <a:custGeom>
              <a:avLst/>
              <a:gdLst/>
              <a:ahLst/>
              <a:cxnLst/>
              <a:rect l="0" t="0" r="0" b="0"/>
              <a:pathLst>
                <a:path w="32868" h="12423">
                  <a:moveTo>
                    <a:pt x="0" y="12423"/>
                  </a:moveTo>
                  <a:lnTo>
                    <a:pt x="32868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0" name="Input_receptor__1109">
              <a:extLst>
                <a:ext uri="{FF2B5EF4-FFF2-40B4-BE49-F238E27FC236}">
                  <a16:creationId xmlns:a16="http://schemas.microsoft.com/office/drawing/2014/main" id="{2AEBC352-84D6-BC29-6828-DD67B7787027}"/>
                </a:ext>
              </a:extLst>
            </p:cNvPr>
            <p:cNvSpPr>
              <a:spLocks noGrp="1"/>
            </p:cNvSpPr>
            <p:nvPr/>
          </p:nvSpPr>
          <p:spPr>
            <a:xfrm>
              <a:off x="1156847" y="4709358"/>
              <a:ext cx="38792" cy="17138"/>
            </a:xfrm>
            <a:custGeom>
              <a:avLst/>
              <a:gdLst/>
              <a:ahLst/>
              <a:cxnLst/>
              <a:rect l="0" t="0" r="0" b="0"/>
              <a:pathLst>
                <a:path w="38792" h="17138">
                  <a:moveTo>
                    <a:pt x="38792" y="0"/>
                  </a:moveTo>
                  <a:lnTo>
                    <a:pt x="0" y="17138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1" name="Input_receptor__1110">
              <a:extLst>
                <a:ext uri="{FF2B5EF4-FFF2-40B4-BE49-F238E27FC236}">
                  <a16:creationId xmlns:a16="http://schemas.microsoft.com/office/drawing/2014/main" id="{C779C58B-146D-6649-8517-F0E94A921EDF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7426"/>
              <a:ext cx="20079" cy="24145"/>
            </a:xfrm>
            <a:custGeom>
              <a:avLst/>
              <a:gdLst/>
              <a:ahLst/>
              <a:cxnLst/>
              <a:rect l="0" t="0" r="0" b="0"/>
              <a:pathLst>
                <a:path w="20079" h="24145">
                  <a:moveTo>
                    <a:pt x="0" y="24145"/>
                  </a:moveTo>
                  <a:lnTo>
                    <a:pt x="20079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2" name="Input_receptor__1111">
              <a:extLst>
                <a:ext uri="{FF2B5EF4-FFF2-40B4-BE49-F238E27FC236}">
                  <a16:creationId xmlns:a16="http://schemas.microsoft.com/office/drawing/2014/main" id="{F3EFC118-1C9C-F200-B1BE-A1A4936E9587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798709"/>
              <a:ext cx="7621" cy="41199"/>
            </a:xfrm>
            <a:custGeom>
              <a:avLst/>
              <a:gdLst/>
              <a:ahLst/>
              <a:cxnLst/>
              <a:rect l="0" t="0" r="0" b="0"/>
              <a:pathLst>
                <a:path w="7621" h="41199">
                  <a:moveTo>
                    <a:pt x="0" y="41199"/>
                  </a:moveTo>
                  <a:lnTo>
                    <a:pt x="7621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3" name="Input_receptor__1112">
              <a:extLst>
                <a:ext uri="{FF2B5EF4-FFF2-40B4-BE49-F238E27FC236}">
                  <a16:creationId xmlns:a16="http://schemas.microsoft.com/office/drawing/2014/main" id="{24739ECF-FD6A-AA13-8BB5-B341A0C058AA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9549" cy="5196"/>
            </a:xfrm>
            <a:custGeom>
              <a:avLst/>
              <a:gdLst/>
              <a:ahLst/>
              <a:cxnLst/>
              <a:rect l="0" t="0" r="0" b="0"/>
              <a:pathLst>
                <a:path w="9549" h="5196">
                  <a:moveTo>
                    <a:pt x="9549" y="51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4" name="Input_receptor__1113">
              <a:extLst>
                <a:ext uri="{FF2B5EF4-FFF2-40B4-BE49-F238E27FC236}">
                  <a16:creationId xmlns:a16="http://schemas.microsoft.com/office/drawing/2014/main" id="{D6BE9E02-48C3-4717-7858-29C92752BDB6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212664"/>
              <a:ext cx="10764" cy="11567"/>
            </a:xfrm>
            <a:custGeom>
              <a:avLst/>
              <a:gdLst/>
              <a:ahLst/>
              <a:cxnLst/>
              <a:rect l="0" t="0" r="0" b="0"/>
              <a:pathLst>
                <a:path w="10764" h="11567">
                  <a:moveTo>
                    <a:pt x="0" y="0"/>
                  </a:moveTo>
                  <a:lnTo>
                    <a:pt x="10764" y="11567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5" name="Input_receptor__1114">
              <a:extLst>
                <a:ext uri="{FF2B5EF4-FFF2-40B4-BE49-F238E27FC236}">
                  <a16:creationId xmlns:a16="http://schemas.microsoft.com/office/drawing/2014/main" id="{B6524475-52DD-AEFF-D3A2-BA13AB99ED04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53384"/>
              <a:ext cx="13847" cy="36520"/>
            </a:xfrm>
            <a:custGeom>
              <a:avLst/>
              <a:gdLst/>
              <a:ahLst/>
              <a:cxnLst/>
              <a:rect l="0" t="0" r="0" b="0"/>
              <a:pathLst>
                <a:path w="13847" h="36520">
                  <a:moveTo>
                    <a:pt x="13847" y="36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6" name="Input_receptor__1115">
              <a:extLst>
                <a:ext uri="{FF2B5EF4-FFF2-40B4-BE49-F238E27FC236}">
                  <a16:creationId xmlns:a16="http://schemas.microsoft.com/office/drawing/2014/main" id="{71A7E7F4-C5F8-1956-C4A5-FE4B8B32E531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65070"/>
              <a:ext cx="27056" cy="18110"/>
            </a:xfrm>
            <a:custGeom>
              <a:avLst/>
              <a:gdLst/>
              <a:ahLst/>
              <a:cxnLst/>
              <a:rect l="0" t="0" r="0" b="0"/>
              <a:pathLst>
                <a:path w="27056" h="18110">
                  <a:moveTo>
                    <a:pt x="0" y="18110"/>
                  </a:moveTo>
                  <a:lnTo>
                    <a:pt x="27056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7" name="Input_receptor__1116">
              <a:extLst>
                <a:ext uri="{FF2B5EF4-FFF2-40B4-BE49-F238E27FC236}">
                  <a16:creationId xmlns:a16="http://schemas.microsoft.com/office/drawing/2014/main" id="{24164FFE-593A-F261-0E40-D89BC9402810}"/>
                </a:ext>
              </a:extLst>
            </p:cNvPr>
            <p:cNvSpPr>
              <a:spLocks noGrp="1"/>
            </p:cNvSpPr>
            <p:nvPr/>
          </p:nvSpPr>
          <p:spPr>
            <a:xfrm>
              <a:off x="1151504" y="5070418"/>
              <a:ext cx="45454" cy="6596"/>
            </a:xfrm>
            <a:custGeom>
              <a:avLst/>
              <a:gdLst/>
              <a:ahLst/>
              <a:cxnLst/>
              <a:rect l="0" t="0" r="0" b="0"/>
              <a:pathLst>
                <a:path w="45454" h="6596">
                  <a:moveTo>
                    <a:pt x="0" y="6596"/>
                  </a:moveTo>
                  <a:lnTo>
                    <a:pt x="45454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8" name="Input_receptor__1117">
              <a:extLst>
                <a:ext uri="{FF2B5EF4-FFF2-40B4-BE49-F238E27FC236}">
                  <a16:creationId xmlns:a16="http://schemas.microsoft.com/office/drawing/2014/main" id="{B148DDB3-D1B6-2240-D770-43565712BA24}"/>
                </a:ext>
              </a:extLst>
            </p:cNvPr>
            <p:cNvSpPr>
              <a:spLocks noGrp="1"/>
            </p:cNvSpPr>
            <p:nvPr/>
          </p:nvSpPr>
          <p:spPr>
            <a:xfrm>
              <a:off x="1601007" y="4646612"/>
              <a:ext cx="42977" cy="20646"/>
            </a:xfrm>
            <a:custGeom>
              <a:avLst/>
              <a:gdLst/>
              <a:ahLst/>
              <a:cxnLst/>
              <a:rect l="0" t="0" r="0" b="0"/>
              <a:pathLst>
                <a:path w="42977" h="20646">
                  <a:moveTo>
                    <a:pt x="0" y="20646"/>
                  </a:moveTo>
                  <a:lnTo>
                    <a:pt x="42977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9" name="Input_receptor__1118">
              <a:extLst>
                <a:ext uri="{FF2B5EF4-FFF2-40B4-BE49-F238E27FC236}">
                  <a16:creationId xmlns:a16="http://schemas.microsoft.com/office/drawing/2014/main" id="{45242174-66D2-DF5B-1D92-4B2A8DE04D35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115766"/>
              <a:ext cx="18605" cy="8296"/>
            </a:xfrm>
            <a:custGeom>
              <a:avLst/>
              <a:gdLst/>
              <a:ahLst/>
              <a:cxnLst/>
              <a:rect l="0" t="0" r="0" b="0"/>
              <a:pathLst>
                <a:path w="18605" h="8296">
                  <a:moveTo>
                    <a:pt x="18605" y="0"/>
                  </a:moveTo>
                  <a:lnTo>
                    <a:pt x="0" y="8296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20" name="Input_receptor__1119">
              <a:extLst>
                <a:ext uri="{FF2B5EF4-FFF2-40B4-BE49-F238E27FC236}">
                  <a16:creationId xmlns:a16="http://schemas.microsoft.com/office/drawing/2014/main" id="{6844AF99-4C44-23AF-EC65-AD4AEF015FD0}"/>
                </a:ext>
              </a:extLst>
            </p:cNvPr>
            <p:cNvSpPr>
              <a:spLocks noGrp="1"/>
            </p:cNvSpPr>
            <p:nvPr/>
          </p:nvSpPr>
          <p:spPr>
            <a:xfrm>
              <a:off x="1048630" y="4982335"/>
              <a:ext cx="45284" cy="3166"/>
            </a:xfrm>
            <a:custGeom>
              <a:avLst/>
              <a:gdLst/>
              <a:ahLst/>
              <a:cxnLst/>
              <a:rect l="0" t="0" r="0" b="0"/>
              <a:pathLst>
                <a:path w="45284" h="3166">
                  <a:moveTo>
                    <a:pt x="0" y="0"/>
                  </a:moveTo>
                  <a:lnTo>
                    <a:pt x="45284" y="3166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1" name="Input_receptor__1120">
              <a:extLst>
                <a:ext uri="{FF2B5EF4-FFF2-40B4-BE49-F238E27FC236}">
                  <a16:creationId xmlns:a16="http://schemas.microsoft.com/office/drawing/2014/main" id="{6BBE9BC9-64F0-C89F-4091-DBE1051242D1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21654"/>
              <a:ext cx="9297" cy="17630"/>
            </a:xfrm>
            <a:custGeom>
              <a:avLst/>
              <a:gdLst/>
              <a:ahLst/>
              <a:cxnLst/>
              <a:rect l="0" t="0" r="0" b="0"/>
              <a:pathLst>
                <a:path w="9297" h="17630">
                  <a:moveTo>
                    <a:pt x="9297" y="0"/>
                  </a:moveTo>
                  <a:lnTo>
                    <a:pt x="0" y="17630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2" name="Input_receptor__1121">
              <a:extLst>
                <a:ext uri="{FF2B5EF4-FFF2-40B4-BE49-F238E27FC236}">
                  <a16:creationId xmlns:a16="http://schemas.microsoft.com/office/drawing/2014/main" id="{41266367-0C38-1D83-32E9-757FB2CD8936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75730"/>
              <a:ext cx="1253" cy="914"/>
            </a:xfrm>
            <a:custGeom>
              <a:avLst/>
              <a:gdLst/>
              <a:ahLst/>
              <a:cxnLst/>
              <a:rect l="0" t="0" r="0" b="0"/>
              <a:pathLst>
                <a:path w="1253" h="914">
                  <a:moveTo>
                    <a:pt x="1253" y="0"/>
                  </a:moveTo>
                  <a:lnTo>
                    <a:pt x="0" y="914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3" name="Input_receptor__1122">
              <a:extLst>
                <a:ext uri="{FF2B5EF4-FFF2-40B4-BE49-F238E27FC236}">
                  <a16:creationId xmlns:a16="http://schemas.microsoft.com/office/drawing/2014/main" id="{4CC3D45F-1E8D-4344-7E62-76DAD18F7651}"/>
                </a:ext>
              </a:extLst>
            </p:cNvPr>
            <p:cNvSpPr>
              <a:spLocks noGrp="1"/>
            </p:cNvSpPr>
            <p:nvPr/>
          </p:nvSpPr>
          <p:spPr>
            <a:xfrm>
              <a:off x="951802" y="4390138"/>
              <a:ext cx="28710" cy="28147"/>
            </a:xfrm>
            <a:custGeom>
              <a:avLst/>
              <a:gdLst/>
              <a:ahLst/>
              <a:cxnLst/>
              <a:rect l="0" t="0" r="0" b="0"/>
              <a:pathLst>
                <a:path w="28710" h="28147">
                  <a:moveTo>
                    <a:pt x="28710" y="0"/>
                  </a:moveTo>
                  <a:lnTo>
                    <a:pt x="0" y="28147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4" name="Input_receptor__1123">
              <a:extLst>
                <a:ext uri="{FF2B5EF4-FFF2-40B4-BE49-F238E27FC236}">
                  <a16:creationId xmlns:a16="http://schemas.microsoft.com/office/drawing/2014/main" id="{B3F85974-FD23-6CE0-D0C9-7895167DE5B5}"/>
                </a:ext>
              </a:extLst>
            </p:cNvPr>
            <p:cNvSpPr>
              <a:spLocks noGrp="1"/>
            </p:cNvSpPr>
            <p:nvPr/>
          </p:nvSpPr>
          <p:spPr>
            <a:xfrm>
              <a:off x="1160851" y="4371896"/>
              <a:ext cx="48017" cy="3759"/>
            </a:xfrm>
            <a:custGeom>
              <a:avLst/>
              <a:gdLst/>
              <a:ahLst/>
              <a:cxnLst/>
              <a:rect l="0" t="0" r="0" b="0"/>
              <a:pathLst>
                <a:path w="48017" h="3759">
                  <a:moveTo>
                    <a:pt x="0" y="3759"/>
                  </a:moveTo>
                  <a:lnTo>
                    <a:pt x="48017" y="0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5" name="Input_receptor__1124">
              <a:extLst>
                <a:ext uri="{FF2B5EF4-FFF2-40B4-BE49-F238E27FC236}">
                  <a16:creationId xmlns:a16="http://schemas.microsoft.com/office/drawing/2014/main" id="{4D684156-3145-D463-4DB1-45F3D45ED63C}"/>
                </a:ext>
              </a:extLst>
            </p:cNvPr>
            <p:cNvSpPr>
              <a:spLocks noGrp="1"/>
            </p:cNvSpPr>
            <p:nvPr/>
          </p:nvSpPr>
          <p:spPr>
            <a:xfrm>
              <a:off x="1183325" y="5333163"/>
              <a:ext cx="7775" cy="41269"/>
            </a:xfrm>
            <a:custGeom>
              <a:avLst/>
              <a:gdLst/>
              <a:ahLst/>
              <a:cxnLst/>
              <a:rect l="0" t="0" r="0" b="0"/>
              <a:pathLst>
                <a:path w="7775" h="41269">
                  <a:moveTo>
                    <a:pt x="7775" y="0"/>
                  </a:moveTo>
                  <a:lnTo>
                    <a:pt x="0" y="41269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6" name="Input_receptor__1125">
              <a:extLst>
                <a:ext uri="{FF2B5EF4-FFF2-40B4-BE49-F238E27FC236}">
                  <a16:creationId xmlns:a16="http://schemas.microsoft.com/office/drawing/2014/main" id="{1F5DC37C-756D-8F30-C76D-D35DBB518A21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11518"/>
              <a:ext cx="19783" cy="38438"/>
            </a:xfrm>
            <a:custGeom>
              <a:avLst/>
              <a:gdLst/>
              <a:ahLst/>
              <a:cxnLst/>
              <a:rect l="0" t="0" r="0" b="0"/>
              <a:pathLst>
                <a:path w="19783" h="38438">
                  <a:moveTo>
                    <a:pt x="0" y="38438"/>
                  </a:moveTo>
                  <a:lnTo>
                    <a:pt x="19783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7" name="Input_receptor__1126">
              <a:extLst>
                <a:ext uri="{FF2B5EF4-FFF2-40B4-BE49-F238E27FC236}">
                  <a16:creationId xmlns:a16="http://schemas.microsoft.com/office/drawing/2014/main" id="{757AFFB4-5925-E32A-214B-F57D9BBBD9E3}"/>
                </a:ext>
              </a:extLst>
            </p:cNvPr>
            <p:cNvSpPr>
              <a:spLocks noGrp="1"/>
            </p:cNvSpPr>
            <p:nvPr/>
          </p:nvSpPr>
          <p:spPr>
            <a:xfrm>
              <a:off x="1141312" y="4262223"/>
              <a:ext cx="10924" cy="32766"/>
            </a:xfrm>
            <a:custGeom>
              <a:avLst/>
              <a:gdLst/>
              <a:ahLst/>
              <a:cxnLst/>
              <a:rect l="0" t="0" r="0" b="0"/>
              <a:pathLst>
                <a:path w="10924" h="32766">
                  <a:moveTo>
                    <a:pt x="10924" y="0"/>
                  </a:moveTo>
                  <a:lnTo>
                    <a:pt x="0" y="32766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28" name="Input_receptor__1127">
              <a:extLst>
                <a:ext uri="{FF2B5EF4-FFF2-40B4-BE49-F238E27FC236}">
                  <a16:creationId xmlns:a16="http://schemas.microsoft.com/office/drawing/2014/main" id="{3EC8CAAE-A17A-FED3-BFA4-20AA6667745E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802928"/>
              <a:ext cx="38644" cy="8760"/>
            </a:xfrm>
            <a:custGeom>
              <a:avLst/>
              <a:gdLst/>
              <a:ahLst/>
              <a:cxnLst/>
              <a:rect l="0" t="0" r="0" b="0"/>
              <a:pathLst>
                <a:path w="38644" h="8760">
                  <a:moveTo>
                    <a:pt x="38644" y="0"/>
                  </a:moveTo>
                  <a:lnTo>
                    <a:pt x="0" y="876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9" name="Input_receptor__1128">
              <a:extLst>
                <a:ext uri="{FF2B5EF4-FFF2-40B4-BE49-F238E27FC236}">
                  <a16:creationId xmlns:a16="http://schemas.microsoft.com/office/drawing/2014/main" id="{514CF28F-F006-8064-CBBC-DD28FADCCFB3}"/>
                </a:ext>
              </a:extLst>
            </p:cNvPr>
            <p:cNvSpPr>
              <a:spLocks noGrp="1"/>
            </p:cNvSpPr>
            <p:nvPr/>
          </p:nvSpPr>
          <p:spPr>
            <a:xfrm>
              <a:off x="1068695" y="4497092"/>
              <a:ext cx="36058" cy="31492"/>
            </a:xfrm>
            <a:custGeom>
              <a:avLst/>
              <a:gdLst/>
              <a:ahLst/>
              <a:cxnLst/>
              <a:rect l="0" t="0" r="0" b="0"/>
              <a:pathLst>
                <a:path w="36058" h="31492">
                  <a:moveTo>
                    <a:pt x="0" y="31492"/>
                  </a:moveTo>
                  <a:lnTo>
                    <a:pt x="3605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0" name="Input_receptor__1129">
              <a:extLst>
                <a:ext uri="{FF2B5EF4-FFF2-40B4-BE49-F238E27FC236}">
                  <a16:creationId xmlns:a16="http://schemas.microsoft.com/office/drawing/2014/main" id="{D598B1A7-0C91-F874-5577-DAAC941AE4E8}"/>
                </a:ext>
              </a:extLst>
            </p:cNvPr>
            <p:cNvSpPr>
              <a:spLocks noGrp="1"/>
            </p:cNvSpPr>
            <p:nvPr/>
          </p:nvSpPr>
          <p:spPr>
            <a:xfrm>
              <a:off x="1069213" y="4250953"/>
              <a:ext cx="26122" cy="40003"/>
            </a:xfrm>
            <a:custGeom>
              <a:avLst/>
              <a:gdLst/>
              <a:ahLst/>
              <a:cxnLst/>
              <a:rect l="0" t="0" r="0" b="0"/>
              <a:pathLst>
                <a:path w="26122" h="40003">
                  <a:moveTo>
                    <a:pt x="26122" y="40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31" name="Input_receptor__1130">
              <a:extLst>
                <a:ext uri="{FF2B5EF4-FFF2-40B4-BE49-F238E27FC236}">
                  <a16:creationId xmlns:a16="http://schemas.microsoft.com/office/drawing/2014/main" id="{A30C255E-6BC5-E5A8-6833-61BAFAF0E213}"/>
                </a:ext>
              </a:extLst>
            </p:cNvPr>
            <p:cNvSpPr>
              <a:spLocks noGrp="1"/>
            </p:cNvSpPr>
            <p:nvPr/>
          </p:nvSpPr>
          <p:spPr>
            <a:xfrm>
              <a:off x="1634774" y="4805337"/>
              <a:ext cx="39547" cy="25241"/>
            </a:xfrm>
            <a:custGeom>
              <a:avLst/>
              <a:gdLst/>
              <a:ahLst/>
              <a:cxnLst/>
              <a:rect l="0" t="0" r="0" b="0"/>
              <a:pathLst>
                <a:path w="39547" h="25241">
                  <a:moveTo>
                    <a:pt x="0" y="25241"/>
                  </a:moveTo>
                  <a:lnTo>
                    <a:pt x="39547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2" name="Input_receptor__1131">
              <a:extLst>
                <a:ext uri="{FF2B5EF4-FFF2-40B4-BE49-F238E27FC236}">
                  <a16:creationId xmlns:a16="http://schemas.microsoft.com/office/drawing/2014/main" id="{80D94F6D-4C84-6D92-8D0E-20004E41C3B9}"/>
                </a:ext>
              </a:extLst>
            </p:cNvPr>
            <p:cNvSpPr>
              <a:spLocks noGrp="1"/>
            </p:cNvSpPr>
            <p:nvPr/>
          </p:nvSpPr>
          <p:spPr>
            <a:xfrm>
              <a:off x="1505027" y="4725392"/>
              <a:ext cx="45169" cy="14399"/>
            </a:xfrm>
            <a:custGeom>
              <a:avLst/>
              <a:gdLst/>
              <a:ahLst/>
              <a:cxnLst/>
              <a:rect l="0" t="0" r="0" b="0"/>
              <a:pathLst>
                <a:path w="45169" h="14399">
                  <a:moveTo>
                    <a:pt x="0" y="0"/>
                  </a:moveTo>
                  <a:lnTo>
                    <a:pt x="45169" y="1439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3" name="Input_receptor__1132">
              <a:extLst>
                <a:ext uri="{FF2B5EF4-FFF2-40B4-BE49-F238E27FC236}">
                  <a16:creationId xmlns:a16="http://schemas.microsoft.com/office/drawing/2014/main" id="{04BCFD25-08D0-B6D0-AC7D-1653EDD5EBA1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21734"/>
              <a:ext cx="19498" cy="41298"/>
            </a:xfrm>
            <a:custGeom>
              <a:avLst/>
              <a:gdLst/>
              <a:ahLst/>
              <a:cxnLst/>
              <a:rect l="0" t="0" r="0" b="0"/>
              <a:pathLst>
                <a:path w="19498" h="41298">
                  <a:moveTo>
                    <a:pt x="0" y="41298"/>
                  </a:moveTo>
                  <a:lnTo>
                    <a:pt x="1949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4" name="Input_receptor__1133">
              <a:extLst>
                <a:ext uri="{FF2B5EF4-FFF2-40B4-BE49-F238E27FC236}">
                  <a16:creationId xmlns:a16="http://schemas.microsoft.com/office/drawing/2014/main" id="{94346AA3-87A3-AF00-4112-9A8C0EF63BDB}"/>
                </a:ext>
              </a:extLst>
            </p:cNvPr>
            <p:cNvSpPr>
              <a:spLocks noGrp="1"/>
            </p:cNvSpPr>
            <p:nvPr/>
          </p:nvSpPr>
          <p:spPr>
            <a:xfrm>
              <a:off x="1269198" y="4917600"/>
              <a:ext cx="908" cy="45775"/>
            </a:xfrm>
            <a:custGeom>
              <a:avLst/>
              <a:gdLst/>
              <a:ahLst/>
              <a:cxnLst/>
              <a:rect l="0" t="0" r="0" b="0"/>
              <a:pathLst>
                <a:path w="908" h="45775">
                  <a:moveTo>
                    <a:pt x="0" y="0"/>
                  </a:moveTo>
                  <a:lnTo>
                    <a:pt x="908" y="45775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5" name="Input_receptor__1134">
              <a:extLst>
                <a:ext uri="{FF2B5EF4-FFF2-40B4-BE49-F238E27FC236}">
                  <a16:creationId xmlns:a16="http://schemas.microsoft.com/office/drawing/2014/main" id="{31568D38-5251-0B92-FCB5-233173E68E01}"/>
                </a:ext>
              </a:extLst>
            </p:cNvPr>
            <p:cNvSpPr>
              <a:spLocks noGrp="1"/>
            </p:cNvSpPr>
            <p:nvPr/>
          </p:nvSpPr>
          <p:spPr>
            <a:xfrm>
              <a:off x="1799197" y="5125328"/>
              <a:ext cx="13129" cy="39742"/>
            </a:xfrm>
            <a:custGeom>
              <a:avLst/>
              <a:gdLst/>
              <a:ahLst/>
              <a:cxnLst/>
              <a:rect l="0" t="0" r="0" b="0"/>
              <a:pathLst>
                <a:path w="13129" h="39742">
                  <a:moveTo>
                    <a:pt x="0" y="39742"/>
                  </a:moveTo>
                  <a:lnTo>
                    <a:pt x="13129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6" name="Input_receptor__1135">
              <a:extLst>
                <a:ext uri="{FF2B5EF4-FFF2-40B4-BE49-F238E27FC236}">
                  <a16:creationId xmlns:a16="http://schemas.microsoft.com/office/drawing/2014/main" id="{D3A6D341-88CE-A34E-D0EA-F00008C32AE8}"/>
                </a:ext>
              </a:extLst>
            </p:cNvPr>
            <p:cNvSpPr>
              <a:spLocks noGrp="1"/>
            </p:cNvSpPr>
            <p:nvPr/>
          </p:nvSpPr>
          <p:spPr>
            <a:xfrm>
              <a:off x="1168110" y="5305494"/>
              <a:ext cx="22990" cy="27669"/>
            </a:xfrm>
            <a:custGeom>
              <a:avLst/>
              <a:gdLst/>
              <a:ahLst/>
              <a:cxnLst/>
              <a:rect l="0" t="0" r="0" b="0"/>
              <a:pathLst>
                <a:path w="22990" h="27669">
                  <a:moveTo>
                    <a:pt x="0" y="0"/>
                  </a:moveTo>
                  <a:lnTo>
                    <a:pt x="22990" y="2766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7" name="Input_receptor__1136">
              <a:extLst>
                <a:ext uri="{FF2B5EF4-FFF2-40B4-BE49-F238E27FC236}">
                  <a16:creationId xmlns:a16="http://schemas.microsoft.com/office/drawing/2014/main" id="{8148C40E-F172-D0FF-BCE7-0F54977E8140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091004"/>
              <a:ext cx="35733" cy="29126"/>
            </a:xfrm>
            <a:custGeom>
              <a:avLst/>
              <a:gdLst/>
              <a:ahLst/>
              <a:cxnLst/>
              <a:rect l="0" t="0" r="0" b="0"/>
              <a:pathLst>
                <a:path w="35733" h="29126">
                  <a:moveTo>
                    <a:pt x="35733" y="0"/>
                  </a:moveTo>
                  <a:lnTo>
                    <a:pt x="0" y="29126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8" name="Input_receptor__1137">
              <a:extLst>
                <a:ext uri="{FF2B5EF4-FFF2-40B4-BE49-F238E27FC236}">
                  <a16:creationId xmlns:a16="http://schemas.microsoft.com/office/drawing/2014/main" id="{3DE07005-7406-4F89-8302-B5443B6C766A}"/>
                </a:ext>
              </a:extLst>
            </p:cNvPr>
            <p:cNvSpPr>
              <a:spLocks noGrp="1"/>
            </p:cNvSpPr>
            <p:nvPr/>
          </p:nvSpPr>
          <p:spPr>
            <a:xfrm>
              <a:off x="1083519" y="5518656"/>
              <a:ext cx="45112" cy="11100"/>
            </a:xfrm>
            <a:custGeom>
              <a:avLst/>
              <a:gdLst/>
              <a:ahLst/>
              <a:cxnLst/>
              <a:rect l="0" t="0" r="0" b="0"/>
              <a:pathLst>
                <a:path w="45112" h="11100">
                  <a:moveTo>
                    <a:pt x="0" y="11100"/>
                  </a:moveTo>
                  <a:lnTo>
                    <a:pt x="45112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9" name="Input_receptor__1138">
              <a:extLst>
                <a:ext uri="{FF2B5EF4-FFF2-40B4-BE49-F238E27FC236}">
                  <a16:creationId xmlns:a16="http://schemas.microsoft.com/office/drawing/2014/main" id="{A2D2D229-6DE7-CD6B-8393-54BF72AFD91E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927540"/>
              <a:ext cx="36657" cy="27001"/>
            </a:xfrm>
            <a:custGeom>
              <a:avLst/>
              <a:gdLst/>
              <a:ahLst/>
              <a:cxnLst/>
              <a:rect l="0" t="0" r="0" b="0"/>
              <a:pathLst>
                <a:path w="36657" h="27001">
                  <a:moveTo>
                    <a:pt x="0" y="0"/>
                  </a:moveTo>
                  <a:lnTo>
                    <a:pt x="36657" y="27001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0" name="Input_receptor__1139">
              <a:extLst>
                <a:ext uri="{FF2B5EF4-FFF2-40B4-BE49-F238E27FC236}">
                  <a16:creationId xmlns:a16="http://schemas.microsoft.com/office/drawing/2014/main" id="{C2389E33-07F8-08C3-38B5-5A76B4FD62E2}"/>
                </a:ext>
              </a:extLst>
            </p:cNvPr>
            <p:cNvSpPr>
              <a:spLocks noGrp="1"/>
            </p:cNvSpPr>
            <p:nvPr/>
          </p:nvSpPr>
          <p:spPr>
            <a:xfrm>
              <a:off x="1653426" y="5074035"/>
              <a:ext cx="13505" cy="43390"/>
            </a:xfrm>
            <a:custGeom>
              <a:avLst/>
              <a:gdLst/>
              <a:ahLst/>
              <a:cxnLst/>
              <a:rect l="0" t="0" r="0" b="0"/>
              <a:pathLst>
                <a:path w="13505" h="43390">
                  <a:moveTo>
                    <a:pt x="13505" y="43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1" name="Input_receptor__1140">
              <a:extLst>
                <a:ext uri="{FF2B5EF4-FFF2-40B4-BE49-F238E27FC236}">
                  <a16:creationId xmlns:a16="http://schemas.microsoft.com/office/drawing/2014/main" id="{E1725A5B-6892-2C93-94B6-DFB8F076B5BE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6886"/>
              <a:ext cx="27513" cy="14528"/>
            </a:xfrm>
            <a:custGeom>
              <a:avLst/>
              <a:gdLst/>
              <a:ahLst/>
              <a:cxnLst/>
              <a:rect l="0" t="0" r="0" b="0"/>
              <a:pathLst>
                <a:path w="27513" h="14528">
                  <a:moveTo>
                    <a:pt x="27513" y="145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2" name="Input_receptor__1141">
              <a:extLst>
                <a:ext uri="{FF2B5EF4-FFF2-40B4-BE49-F238E27FC236}">
                  <a16:creationId xmlns:a16="http://schemas.microsoft.com/office/drawing/2014/main" id="{43B867C7-D479-19EE-CEE0-E00C264D5AB0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2656" cy="8712"/>
            </a:xfrm>
            <a:custGeom>
              <a:avLst/>
              <a:gdLst/>
              <a:ahLst/>
              <a:cxnLst/>
              <a:rect l="0" t="0" r="0" b="0"/>
              <a:pathLst>
                <a:path w="2656" h="8712">
                  <a:moveTo>
                    <a:pt x="2656" y="8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3" name="Input_receptor__1142">
              <a:extLst>
                <a:ext uri="{FF2B5EF4-FFF2-40B4-BE49-F238E27FC236}">
                  <a16:creationId xmlns:a16="http://schemas.microsoft.com/office/drawing/2014/main" id="{AEC7193A-CE05-26A6-76E8-2802C4E66977}"/>
                </a:ext>
              </a:extLst>
            </p:cNvPr>
            <p:cNvSpPr>
              <a:spLocks noGrp="1"/>
            </p:cNvSpPr>
            <p:nvPr/>
          </p:nvSpPr>
          <p:spPr>
            <a:xfrm>
              <a:off x="1556937" y="5172727"/>
              <a:ext cx="15722" cy="27620"/>
            </a:xfrm>
            <a:custGeom>
              <a:avLst/>
              <a:gdLst/>
              <a:ahLst/>
              <a:cxnLst/>
              <a:rect l="0" t="0" r="0" b="0"/>
              <a:pathLst>
                <a:path w="15722" h="27620">
                  <a:moveTo>
                    <a:pt x="0" y="0"/>
                  </a:moveTo>
                  <a:lnTo>
                    <a:pt x="15722" y="2762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4" name="Input_receptor__1143">
              <a:extLst>
                <a:ext uri="{FF2B5EF4-FFF2-40B4-BE49-F238E27FC236}">
                  <a16:creationId xmlns:a16="http://schemas.microsoft.com/office/drawing/2014/main" id="{A8E5BBB4-A460-E1FE-D953-B4E321EDCCE2}"/>
                </a:ext>
              </a:extLst>
            </p:cNvPr>
            <p:cNvSpPr>
              <a:spLocks noGrp="1"/>
            </p:cNvSpPr>
            <p:nvPr/>
          </p:nvSpPr>
          <p:spPr>
            <a:xfrm>
              <a:off x="1562678" y="4667258"/>
              <a:ext cx="38330" cy="8494"/>
            </a:xfrm>
            <a:custGeom>
              <a:avLst/>
              <a:gdLst/>
              <a:ahLst/>
              <a:cxnLst/>
              <a:rect l="0" t="0" r="0" b="0"/>
              <a:pathLst>
                <a:path w="38330" h="8494">
                  <a:moveTo>
                    <a:pt x="0" y="8494"/>
                  </a:moveTo>
                  <a:lnTo>
                    <a:pt x="3833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5" name="Input_receptor__1144">
              <a:extLst>
                <a:ext uri="{FF2B5EF4-FFF2-40B4-BE49-F238E27FC236}">
                  <a16:creationId xmlns:a16="http://schemas.microsoft.com/office/drawing/2014/main" id="{27C8405D-2ED4-AEEE-7F3A-579DF1BDFCA5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72617"/>
              <a:ext cx="33331" cy="9581"/>
            </a:xfrm>
            <a:custGeom>
              <a:avLst/>
              <a:gdLst/>
              <a:ahLst/>
              <a:cxnLst/>
              <a:rect l="0" t="0" r="0" b="0"/>
              <a:pathLst>
                <a:path w="33331" h="9581">
                  <a:moveTo>
                    <a:pt x="0" y="9581"/>
                  </a:moveTo>
                  <a:lnTo>
                    <a:pt x="33331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6" name="Input_receptor__1145">
              <a:extLst>
                <a:ext uri="{FF2B5EF4-FFF2-40B4-BE49-F238E27FC236}">
                  <a16:creationId xmlns:a16="http://schemas.microsoft.com/office/drawing/2014/main" id="{5A3FDAC8-E886-C81F-D482-8467151E1007}"/>
                </a:ext>
              </a:extLst>
            </p:cNvPr>
            <p:cNvSpPr>
              <a:spLocks noGrp="1"/>
            </p:cNvSpPr>
            <p:nvPr/>
          </p:nvSpPr>
          <p:spPr>
            <a:xfrm>
              <a:off x="1142030" y="4375655"/>
              <a:ext cx="18821" cy="37632"/>
            </a:xfrm>
            <a:custGeom>
              <a:avLst/>
              <a:gdLst/>
              <a:ahLst/>
              <a:cxnLst/>
              <a:rect l="0" t="0" r="0" b="0"/>
              <a:pathLst>
                <a:path w="18821" h="37632">
                  <a:moveTo>
                    <a:pt x="0" y="37632"/>
                  </a:moveTo>
                  <a:lnTo>
                    <a:pt x="18821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7" name="Input_receptor__1146">
              <a:extLst>
                <a:ext uri="{FF2B5EF4-FFF2-40B4-BE49-F238E27FC236}">
                  <a16:creationId xmlns:a16="http://schemas.microsoft.com/office/drawing/2014/main" id="{A91B6794-E002-8127-ABCA-5DF9E88A1B4B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24078"/>
              <a:ext cx="31152" cy="17048"/>
            </a:xfrm>
            <a:custGeom>
              <a:avLst/>
              <a:gdLst/>
              <a:ahLst/>
              <a:cxnLst/>
              <a:rect l="0" t="0" r="0" b="0"/>
              <a:pathLst>
                <a:path w="31152" h="17048">
                  <a:moveTo>
                    <a:pt x="31152" y="0"/>
                  </a:moveTo>
                  <a:lnTo>
                    <a:pt x="0" y="17048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8" name="Input_receptor__1147">
              <a:extLst>
                <a:ext uri="{FF2B5EF4-FFF2-40B4-BE49-F238E27FC236}">
                  <a16:creationId xmlns:a16="http://schemas.microsoft.com/office/drawing/2014/main" id="{91B9D168-D4D7-80D9-5928-7B96D7CEE845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85768"/>
              <a:ext cx="4108" cy="24047"/>
            </a:xfrm>
            <a:custGeom>
              <a:avLst/>
              <a:gdLst/>
              <a:ahLst/>
              <a:cxnLst/>
              <a:rect l="0" t="0" r="0" b="0"/>
              <a:pathLst>
                <a:path w="4108" h="24047">
                  <a:moveTo>
                    <a:pt x="4108" y="0"/>
                  </a:moveTo>
                  <a:lnTo>
                    <a:pt x="0" y="2404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49" name="Input_receptor__1148">
              <a:extLst>
                <a:ext uri="{FF2B5EF4-FFF2-40B4-BE49-F238E27FC236}">
                  <a16:creationId xmlns:a16="http://schemas.microsoft.com/office/drawing/2014/main" id="{E2AFE146-5BF2-1FAE-6949-60AA73E4007D}"/>
                </a:ext>
              </a:extLst>
            </p:cNvPr>
            <p:cNvSpPr>
              <a:spLocks noGrp="1"/>
            </p:cNvSpPr>
            <p:nvPr/>
          </p:nvSpPr>
          <p:spPr>
            <a:xfrm>
              <a:off x="982875" y="4751339"/>
              <a:ext cx="30484" cy="6890"/>
            </a:xfrm>
            <a:custGeom>
              <a:avLst/>
              <a:gdLst/>
              <a:ahLst/>
              <a:cxnLst/>
              <a:rect l="0" t="0" r="0" b="0"/>
              <a:pathLst>
                <a:path w="30484" h="6890">
                  <a:moveTo>
                    <a:pt x="30484" y="0"/>
                  </a:moveTo>
                  <a:lnTo>
                    <a:pt x="0" y="689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0" name="Input_receptor__1149">
              <a:extLst>
                <a:ext uri="{FF2B5EF4-FFF2-40B4-BE49-F238E27FC236}">
                  <a16:creationId xmlns:a16="http://schemas.microsoft.com/office/drawing/2014/main" id="{370CF3BF-6C34-9429-B169-7A2F20BD2041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90060"/>
              <a:ext cx="24621" cy="40518"/>
            </a:xfrm>
            <a:custGeom>
              <a:avLst/>
              <a:gdLst/>
              <a:ahLst/>
              <a:cxnLst/>
              <a:rect l="0" t="0" r="0" b="0"/>
              <a:pathLst>
                <a:path w="24621" h="40518">
                  <a:moveTo>
                    <a:pt x="0" y="0"/>
                  </a:moveTo>
                  <a:lnTo>
                    <a:pt x="24621" y="40518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1" name="Input_receptor__1150">
              <a:extLst>
                <a:ext uri="{FF2B5EF4-FFF2-40B4-BE49-F238E27FC236}">
                  <a16:creationId xmlns:a16="http://schemas.microsoft.com/office/drawing/2014/main" id="{405FE999-5D12-8DFC-54A9-BBE0A539B0F6}"/>
                </a:ext>
              </a:extLst>
            </p:cNvPr>
            <p:cNvSpPr>
              <a:spLocks noGrp="1"/>
            </p:cNvSpPr>
            <p:nvPr/>
          </p:nvSpPr>
          <p:spPr>
            <a:xfrm>
              <a:off x="1266146" y="4424078"/>
              <a:ext cx="37578" cy="10095"/>
            </a:xfrm>
            <a:custGeom>
              <a:avLst/>
              <a:gdLst/>
              <a:ahLst/>
              <a:cxnLst/>
              <a:rect l="0" t="0" r="0" b="0"/>
              <a:pathLst>
                <a:path w="37578" h="10095">
                  <a:moveTo>
                    <a:pt x="37578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2" name="Input_receptor__1151">
              <a:extLst>
                <a:ext uri="{FF2B5EF4-FFF2-40B4-BE49-F238E27FC236}">
                  <a16:creationId xmlns:a16="http://schemas.microsoft.com/office/drawing/2014/main" id="{C7A1429A-ED5C-7C86-37C7-E578D6C7F494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73003"/>
              <a:ext cx="6569" cy="761"/>
            </a:xfrm>
            <a:custGeom>
              <a:avLst/>
              <a:gdLst/>
              <a:ahLst/>
              <a:cxnLst/>
              <a:rect l="0" t="0" r="0" b="0"/>
              <a:pathLst>
                <a:path w="6569" h="761">
                  <a:moveTo>
                    <a:pt x="6569" y="7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3" name="Input_receptor__1152">
              <a:extLst>
                <a:ext uri="{FF2B5EF4-FFF2-40B4-BE49-F238E27FC236}">
                  <a16:creationId xmlns:a16="http://schemas.microsoft.com/office/drawing/2014/main" id="{27BB8FFE-4D6F-594A-F7F1-D20958BA1C89}"/>
                </a:ext>
              </a:extLst>
            </p:cNvPr>
            <p:cNvSpPr>
              <a:spLocks noGrp="1"/>
            </p:cNvSpPr>
            <p:nvPr/>
          </p:nvSpPr>
          <p:spPr>
            <a:xfrm>
              <a:off x="1482764" y="4597746"/>
              <a:ext cx="47248" cy="8537"/>
            </a:xfrm>
            <a:custGeom>
              <a:avLst/>
              <a:gdLst/>
              <a:ahLst/>
              <a:cxnLst/>
              <a:rect l="0" t="0" r="0" b="0"/>
              <a:pathLst>
                <a:path w="47248" h="8537">
                  <a:moveTo>
                    <a:pt x="0" y="0"/>
                  </a:moveTo>
                  <a:lnTo>
                    <a:pt x="47248" y="853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4" name="Input_receptor__1153">
              <a:extLst>
                <a:ext uri="{FF2B5EF4-FFF2-40B4-BE49-F238E27FC236}">
                  <a16:creationId xmlns:a16="http://schemas.microsoft.com/office/drawing/2014/main" id="{BC800475-26E2-F8F5-52C6-3C2A42061BAB}"/>
                </a:ext>
              </a:extLst>
            </p:cNvPr>
            <p:cNvSpPr>
              <a:spLocks noGrp="1"/>
            </p:cNvSpPr>
            <p:nvPr/>
          </p:nvSpPr>
          <p:spPr>
            <a:xfrm>
              <a:off x="1520647" y="4667617"/>
              <a:ext cx="42030" cy="8135"/>
            </a:xfrm>
            <a:custGeom>
              <a:avLst/>
              <a:gdLst/>
              <a:ahLst/>
              <a:cxnLst/>
              <a:rect l="0" t="0" r="0" b="0"/>
              <a:pathLst>
                <a:path w="42030" h="8135">
                  <a:moveTo>
                    <a:pt x="0" y="0"/>
                  </a:moveTo>
                  <a:lnTo>
                    <a:pt x="42030" y="813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5" name="Input_receptor__1154">
              <a:extLst>
                <a:ext uri="{FF2B5EF4-FFF2-40B4-BE49-F238E27FC236}">
                  <a16:creationId xmlns:a16="http://schemas.microsoft.com/office/drawing/2014/main" id="{FEA822D3-295D-1D4C-F047-0C01BD3FD5BF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0704"/>
              <a:ext cx="48137" cy="3169"/>
            </a:xfrm>
            <a:custGeom>
              <a:avLst/>
              <a:gdLst/>
              <a:ahLst/>
              <a:cxnLst/>
              <a:rect l="0" t="0" r="0" b="0"/>
              <a:pathLst>
                <a:path w="48137" h="3169">
                  <a:moveTo>
                    <a:pt x="48137" y="0"/>
                  </a:moveTo>
                  <a:lnTo>
                    <a:pt x="0" y="3169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6" name="Input_receptor__1155">
              <a:extLst>
                <a:ext uri="{FF2B5EF4-FFF2-40B4-BE49-F238E27FC236}">
                  <a16:creationId xmlns:a16="http://schemas.microsoft.com/office/drawing/2014/main" id="{EE48D03F-6F1A-0859-3632-708BECD9B218}"/>
                </a:ext>
              </a:extLst>
            </p:cNvPr>
            <p:cNvSpPr>
              <a:spLocks noGrp="1"/>
            </p:cNvSpPr>
            <p:nvPr/>
          </p:nvSpPr>
          <p:spPr>
            <a:xfrm>
              <a:off x="1128631" y="5518656"/>
              <a:ext cx="11261" cy="46805"/>
            </a:xfrm>
            <a:custGeom>
              <a:avLst/>
              <a:gdLst/>
              <a:ahLst/>
              <a:cxnLst/>
              <a:rect l="0" t="0" r="0" b="0"/>
              <a:pathLst>
                <a:path w="11261" h="46805">
                  <a:moveTo>
                    <a:pt x="0" y="0"/>
                  </a:moveTo>
                  <a:lnTo>
                    <a:pt x="11261" y="4680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7" name="Input_receptor__1156">
              <a:extLst>
                <a:ext uri="{FF2B5EF4-FFF2-40B4-BE49-F238E27FC236}">
                  <a16:creationId xmlns:a16="http://schemas.microsoft.com/office/drawing/2014/main" id="{0D4D6697-1F37-C12D-7C6C-9F53F62D1D58}"/>
                </a:ext>
              </a:extLst>
            </p:cNvPr>
            <p:cNvSpPr>
              <a:spLocks noGrp="1"/>
            </p:cNvSpPr>
            <p:nvPr/>
          </p:nvSpPr>
          <p:spPr>
            <a:xfrm>
              <a:off x="963383" y="4922702"/>
              <a:ext cx="17021" cy="45112"/>
            </a:xfrm>
            <a:custGeom>
              <a:avLst/>
              <a:gdLst/>
              <a:ahLst/>
              <a:cxnLst/>
              <a:rect l="0" t="0" r="0" b="0"/>
              <a:pathLst>
                <a:path w="17021" h="45112">
                  <a:moveTo>
                    <a:pt x="17021" y="0"/>
                  </a:moveTo>
                  <a:lnTo>
                    <a:pt x="0" y="45112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58" name="Input_receptor__1157">
              <a:extLst>
                <a:ext uri="{FF2B5EF4-FFF2-40B4-BE49-F238E27FC236}">
                  <a16:creationId xmlns:a16="http://schemas.microsoft.com/office/drawing/2014/main" id="{3B6F62D7-B589-9079-1D14-1570A5239F34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839908"/>
              <a:ext cx="47209" cy="3854"/>
            </a:xfrm>
            <a:custGeom>
              <a:avLst/>
              <a:gdLst/>
              <a:ahLst/>
              <a:cxnLst/>
              <a:rect l="0" t="0" r="0" b="0"/>
              <a:pathLst>
                <a:path w="47209" h="3854">
                  <a:moveTo>
                    <a:pt x="47209" y="3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9" name="Input_receptor__1158">
              <a:extLst>
                <a:ext uri="{FF2B5EF4-FFF2-40B4-BE49-F238E27FC236}">
                  <a16:creationId xmlns:a16="http://schemas.microsoft.com/office/drawing/2014/main" id="{890030F9-5B14-9097-7379-316D419E55C8}"/>
                </a:ext>
              </a:extLst>
            </p:cNvPr>
            <p:cNvSpPr>
              <a:spLocks noGrp="1"/>
            </p:cNvSpPr>
            <p:nvPr/>
          </p:nvSpPr>
          <p:spPr>
            <a:xfrm>
              <a:off x="1258257" y="4482994"/>
              <a:ext cx="3975" cy="4477"/>
            </a:xfrm>
            <a:custGeom>
              <a:avLst/>
              <a:gdLst/>
              <a:ahLst/>
              <a:cxnLst/>
              <a:rect l="0" t="0" r="0" b="0"/>
              <a:pathLst>
                <a:path w="3975" h="4477">
                  <a:moveTo>
                    <a:pt x="0" y="0"/>
                  </a:moveTo>
                  <a:lnTo>
                    <a:pt x="3975" y="447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0" name="Input_receptor__1159">
              <a:extLst>
                <a:ext uri="{FF2B5EF4-FFF2-40B4-BE49-F238E27FC236}">
                  <a16:creationId xmlns:a16="http://schemas.microsoft.com/office/drawing/2014/main" id="{BD572798-D4CE-62EC-C0CB-35A508DD3FDB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4437" cy="43453"/>
            </a:xfrm>
            <a:custGeom>
              <a:avLst/>
              <a:gdLst/>
              <a:ahLst/>
              <a:cxnLst/>
              <a:rect l="0" t="0" r="0" b="0"/>
              <a:pathLst>
                <a:path w="4437" h="43453">
                  <a:moveTo>
                    <a:pt x="4437" y="434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1" name="Input_receptor__1160">
              <a:extLst>
                <a:ext uri="{FF2B5EF4-FFF2-40B4-BE49-F238E27FC236}">
                  <a16:creationId xmlns:a16="http://schemas.microsoft.com/office/drawing/2014/main" id="{D175A5FD-5695-EC1D-9CF0-453F224BA674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430776"/>
              <a:ext cx="14517" cy="12951"/>
            </a:xfrm>
            <a:custGeom>
              <a:avLst/>
              <a:gdLst/>
              <a:ahLst/>
              <a:cxnLst/>
              <a:rect l="0" t="0" r="0" b="0"/>
              <a:pathLst>
                <a:path w="14517" h="12951">
                  <a:moveTo>
                    <a:pt x="0" y="0"/>
                  </a:moveTo>
                  <a:lnTo>
                    <a:pt x="14517" y="12951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2" name="Input_receptor__1161">
              <a:extLst>
                <a:ext uri="{FF2B5EF4-FFF2-40B4-BE49-F238E27FC236}">
                  <a16:creationId xmlns:a16="http://schemas.microsoft.com/office/drawing/2014/main" id="{E696C91C-EBA2-710D-8422-2A9A6CD84F6A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32400" cy="12003"/>
            </a:xfrm>
            <a:custGeom>
              <a:avLst/>
              <a:gdLst/>
              <a:ahLst/>
              <a:cxnLst/>
              <a:rect l="0" t="0" r="0" b="0"/>
              <a:pathLst>
                <a:path w="32400" h="12003">
                  <a:moveTo>
                    <a:pt x="0" y="0"/>
                  </a:moveTo>
                  <a:lnTo>
                    <a:pt x="32400" y="12003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3" name="Input_receptor__1162">
              <a:extLst>
                <a:ext uri="{FF2B5EF4-FFF2-40B4-BE49-F238E27FC236}">
                  <a16:creationId xmlns:a16="http://schemas.microsoft.com/office/drawing/2014/main" id="{23E72BDD-3772-EB80-8FB9-2E6A82F103BF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88433"/>
              <a:ext cx="33749" cy="33301"/>
            </a:xfrm>
            <a:custGeom>
              <a:avLst/>
              <a:gdLst/>
              <a:ahLst/>
              <a:cxnLst/>
              <a:rect l="0" t="0" r="0" b="0"/>
              <a:pathLst>
                <a:path w="33749" h="33301">
                  <a:moveTo>
                    <a:pt x="33749" y="3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4" name="Input_receptor__1163">
              <a:extLst>
                <a:ext uri="{FF2B5EF4-FFF2-40B4-BE49-F238E27FC236}">
                  <a16:creationId xmlns:a16="http://schemas.microsoft.com/office/drawing/2014/main" id="{2FFA39CA-E66F-55AA-073F-1085B0763E59}"/>
                </a:ext>
              </a:extLst>
            </p:cNvPr>
            <p:cNvSpPr>
              <a:spLocks noGrp="1"/>
            </p:cNvSpPr>
            <p:nvPr/>
          </p:nvSpPr>
          <p:spPr>
            <a:xfrm>
              <a:off x="1036969" y="5034697"/>
              <a:ext cx="46109" cy="13474"/>
            </a:xfrm>
            <a:custGeom>
              <a:avLst/>
              <a:gdLst/>
              <a:ahLst/>
              <a:cxnLst/>
              <a:rect l="0" t="0" r="0" b="0"/>
              <a:pathLst>
                <a:path w="46109" h="13474">
                  <a:moveTo>
                    <a:pt x="0" y="0"/>
                  </a:moveTo>
                  <a:lnTo>
                    <a:pt x="46109" y="1347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5" name="Input_receptor__1164">
              <a:extLst>
                <a:ext uri="{FF2B5EF4-FFF2-40B4-BE49-F238E27FC236}">
                  <a16:creationId xmlns:a16="http://schemas.microsoft.com/office/drawing/2014/main" id="{BC7314B6-F28F-8553-7495-EA11C69E69CE}"/>
                </a:ext>
              </a:extLst>
            </p:cNvPr>
            <p:cNvSpPr>
              <a:spLocks noGrp="1"/>
            </p:cNvSpPr>
            <p:nvPr/>
          </p:nvSpPr>
          <p:spPr>
            <a:xfrm>
              <a:off x="1076064" y="5529756"/>
              <a:ext cx="7455" cy="32253"/>
            </a:xfrm>
            <a:custGeom>
              <a:avLst/>
              <a:gdLst/>
              <a:ahLst/>
              <a:cxnLst/>
              <a:rect l="0" t="0" r="0" b="0"/>
              <a:pathLst>
                <a:path w="7455" h="32253">
                  <a:moveTo>
                    <a:pt x="0" y="32253"/>
                  </a:moveTo>
                  <a:lnTo>
                    <a:pt x="7455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6" name="Input_receptor__1165">
              <a:extLst>
                <a:ext uri="{FF2B5EF4-FFF2-40B4-BE49-F238E27FC236}">
                  <a16:creationId xmlns:a16="http://schemas.microsoft.com/office/drawing/2014/main" id="{70998AB4-A939-8559-7672-F398F1B963CC}"/>
                </a:ext>
              </a:extLst>
            </p:cNvPr>
            <p:cNvSpPr>
              <a:spLocks noGrp="1"/>
            </p:cNvSpPr>
            <p:nvPr/>
          </p:nvSpPr>
          <p:spPr>
            <a:xfrm>
              <a:off x="1482578" y="4658425"/>
              <a:ext cx="38070" cy="9192"/>
            </a:xfrm>
            <a:custGeom>
              <a:avLst/>
              <a:gdLst/>
              <a:ahLst/>
              <a:cxnLst/>
              <a:rect l="0" t="0" r="0" b="0"/>
              <a:pathLst>
                <a:path w="38070" h="9192">
                  <a:moveTo>
                    <a:pt x="0" y="0"/>
                  </a:moveTo>
                  <a:lnTo>
                    <a:pt x="38070" y="9192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7" name="Input_receptor__1166">
              <a:extLst>
                <a:ext uri="{FF2B5EF4-FFF2-40B4-BE49-F238E27FC236}">
                  <a16:creationId xmlns:a16="http://schemas.microsoft.com/office/drawing/2014/main" id="{F9E0C5B2-D8B7-737D-4A11-B86AAC34440D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7600"/>
              <a:ext cx="47558" cy="2022"/>
            </a:xfrm>
            <a:custGeom>
              <a:avLst/>
              <a:gdLst/>
              <a:ahLst/>
              <a:cxnLst/>
              <a:rect l="0" t="0" r="0" b="0"/>
              <a:pathLst>
                <a:path w="47558" h="2022">
                  <a:moveTo>
                    <a:pt x="0" y="2022"/>
                  </a:moveTo>
                  <a:lnTo>
                    <a:pt x="47558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8" name="Input_receptor__1167">
              <a:extLst>
                <a:ext uri="{FF2B5EF4-FFF2-40B4-BE49-F238E27FC236}">
                  <a16:creationId xmlns:a16="http://schemas.microsoft.com/office/drawing/2014/main" id="{03807252-3C7B-309B-07AA-7CAC984D8B6B}"/>
                </a:ext>
              </a:extLst>
            </p:cNvPr>
            <p:cNvSpPr>
              <a:spLocks noGrp="1"/>
            </p:cNvSpPr>
            <p:nvPr/>
          </p:nvSpPr>
          <p:spPr>
            <a:xfrm>
              <a:off x="1135546" y="5271018"/>
              <a:ext cx="32564" cy="34476"/>
            </a:xfrm>
            <a:custGeom>
              <a:avLst/>
              <a:gdLst/>
              <a:ahLst/>
              <a:cxnLst/>
              <a:rect l="0" t="0" r="0" b="0"/>
              <a:pathLst>
                <a:path w="32564" h="34476">
                  <a:moveTo>
                    <a:pt x="0" y="0"/>
                  </a:moveTo>
                  <a:lnTo>
                    <a:pt x="32564" y="34476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9" name="Input_receptor__1168">
              <a:extLst>
                <a:ext uri="{FF2B5EF4-FFF2-40B4-BE49-F238E27FC236}">
                  <a16:creationId xmlns:a16="http://schemas.microsoft.com/office/drawing/2014/main" id="{2D0EEF23-B9DC-1CDF-145D-7BBFB3718127}"/>
                </a:ext>
              </a:extLst>
            </p:cNvPr>
            <p:cNvSpPr>
              <a:spLocks noGrp="1"/>
            </p:cNvSpPr>
            <p:nvPr/>
          </p:nvSpPr>
          <p:spPr>
            <a:xfrm>
              <a:off x="1470328" y="4780536"/>
              <a:ext cx="18683" cy="484"/>
            </a:xfrm>
            <a:custGeom>
              <a:avLst/>
              <a:gdLst/>
              <a:ahLst/>
              <a:cxnLst/>
              <a:rect l="0" t="0" r="0" b="0"/>
              <a:pathLst>
                <a:path w="18683" h="484">
                  <a:moveTo>
                    <a:pt x="0" y="0"/>
                  </a:moveTo>
                  <a:lnTo>
                    <a:pt x="18683" y="48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70" name="Input_receptor__1169">
              <a:extLst>
                <a:ext uri="{FF2B5EF4-FFF2-40B4-BE49-F238E27FC236}">
                  <a16:creationId xmlns:a16="http://schemas.microsoft.com/office/drawing/2014/main" id="{3D2C49E0-7ECB-A73C-3AED-F828F16291A6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63973"/>
              <a:ext cx="22190" cy="2023"/>
            </a:xfrm>
            <a:custGeom>
              <a:avLst/>
              <a:gdLst/>
              <a:ahLst/>
              <a:cxnLst/>
              <a:rect l="0" t="0" r="0" b="0"/>
              <a:pathLst>
                <a:path w="22190" h="2023">
                  <a:moveTo>
                    <a:pt x="22190" y="0"/>
                  </a:moveTo>
                  <a:lnTo>
                    <a:pt x="0" y="2023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1" name="Input_receptor__1170">
              <a:extLst>
                <a:ext uri="{FF2B5EF4-FFF2-40B4-BE49-F238E27FC236}">
                  <a16:creationId xmlns:a16="http://schemas.microsoft.com/office/drawing/2014/main" id="{E3B7B5DD-3B67-2290-F5CA-D5935E8F5061}"/>
                </a:ext>
              </a:extLst>
            </p:cNvPr>
            <p:cNvSpPr>
              <a:spLocks noGrp="1"/>
            </p:cNvSpPr>
            <p:nvPr/>
          </p:nvSpPr>
          <p:spPr>
            <a:xfrm>
              <a:off x="1096094" y="4413287"/>
              <a:ext cx="45936" cy="9488"/>
            </a:xfrm>
            <a:custGeom>
              <a:avLst/>
              <a:gdLst/>
              <a:ahLst/>
              <a:cxnLst/>
              <a:rect l="0" t="0" r="0" b="0"/>
              <a:pathLst>
                <a:path w="45936" h="9488">
                  <a:moveTo>
                    <a:pt x="0" y="9488"/>
                  </a:moveTo>
                  <a:lnTo>
                    <a:pt x="45936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2" name="Input_receptor__1171">
              <a:extLst>
                <a:ext uri="{FF2B5EF4-FFF2-40B4-BE49-F238E27FC236}">
                  <a16:creationId xmlns:a16="http://schemas.microsoft.com/office/drawing/2014/main" id="{8070E031-7E24-2C3E-F4E9-13A11415B188}"/>
                </a:ext>
              </a:extLst>
            </p:cNvPr>
            <p:cNvSpPr>
              <a:spLocks noGrp="1"/>
            </p:cNvSpPr>
            <p:nvPr/>
          </p:nvSpPr>
          <p:spPr>
            <a:xfrm>
              <a:off x="1128372" y="5224231"/>
              <a:ext cx="7173" cy="46786"/>
            </a:xfrm>
            <a:custGeom>
              <a:avLst/>
              <a:gdLst/>
              <a:ahLst/>
              <a:cxnLst/>
              <a:rect l="0" t="0" r="0" b="0"/>
              <a:pathLst>
                <a:path w="7173" h="46786">
                  <a:moveTo>
                    <a:pt x="0" y="0"/>
                  </a:moveTo>
                  <a:lnTo>
                    <a:pt x="7173" y="467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3" name="Input_receptor__1172">
              <a:extLst>
                <a:ext uri="{FF2B5EF4-FFF2-40B4-BE49-F238E27FC236}">
                  <a16:creationId xmlns:a16="http://schemas.microsoft.com/office/drawing/2014/main" id="{142593BA-D49D-0CCC-462D-D790AB8FE448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63040"/>
              <a:ext cx="31099" cy="18344"/>
            </a:xfrm>
            <a:custGeom>
              <a:avLst/>
              <a:gdLst/>
              <a:ahLst/>
              <a:cxnLst/>
              <a:rect l="0" t="0" r="0" b="0"/>
              <a:pathLst>
                <a:path w="31099" h="18344">
                  <a:moveTo>
                    <a:pt x="0" y="18344"/>
                  </a:moveTo>
                  <a:lnTo>
                    <a:pt x="31099" y="0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4" name="Input_receptor__1173">
              <a:extLst>
                <a:ext uri="{FF2B5EF4-FFF2-40B4-BE49-F238E27FC236}">
                  <a16:creationId xmlns:a16="http://schemas.microsoft.com/office/drawing/2014/main" id="{14F95233-537D-9D9D-1220-C91F917542D5}"/>
                </a:ext>
              </a:extLst>
            </p:cNvPr>
            <p:cNvSpPr>
              <a:spLocks noGrp="1"/>
            </p:cNvSpPr>
            <p:nvPr/>
          </p:nvSpPr>
          <p:spPr>
            <a:xfrm>
              <a:off x="1077827" y="5406332"/>
              <a:ext cx="10341" cy="21286"/>
            </a:xfrm>
            <a:custGeom>
              <a:avLst/>
              <a:gdLst/>
              <a:ahLst/>
              <a:cxnLst/>
              <a:rect l="0" t="0" r="0" b="0"/>
              <a:pathLst>
                <a:path w="10341" h="21286">
                  <a:moveTo>
                    <a:pt x="10341" y="0"/>
                  </a:moveTo>
                  <a:lnTo>
                    <a:pt x="0" y="212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5" name="Input_receptor__1174">
              <a:extLst>
                <a:ext uri="{FF2B5EF4-FFF2-40B4-BE49-F238E27FC236}">
                  <a16:creationId xmlns:a16="http://schemas.microsoft.com/office/drawing/2014/main" id="{90E2E4DD-A86C-7383-B6D3-56D0CA6F241D}"/>
                </a:ext>
              </a:extLst>
            </p:cNvPr>
            <p:cNvSpPr>
              <a:spLocks noGrp="1"/>
            </p:cNvSpPr>
            <p:nvPr/>
          </p:nvSpPr>
          <p:spPr>
            <a:xfrm>
              <a:off x="1137107" y="5363705"/>
              <a:ext cx="46217" cy="10727"/>
            </a:xfrm>
            <a:custGeom>
              <a:avLst/>
              <a:gdLst/>
              <a:ahLst/>
              <a:cxnLst/>
              <a:rect l="0" t="0" r="0" b="0"/>
              <a:pathLst>
                <a:path w="46217" h="10727">
                  <a:moveTo>
                    <a:pt x="46217" y="10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6" name="Input_receptor__1175">
              <a:extLst>
                <a:ext uri="{FF2B5EF4-FFF2-40B4-BE49-F238E27FC236}">
                  <a16:creationId xmlns:a16="http://schemas.microsoft.com/office/drawing/2014/main" id="{E7C20793-2B2F-575F-E4F6-A6DE6A4669B3}"/>
                </a:ext>
              </a:extLst>
            </p:cNvPr>
            <p:cNvSpPr>
              <a:spLocks noGrp="1"/>
            </p:cNvSpPr>
            <p:nvPr/>
          </p:nvSpPr>
          <p:spPr>
            <a:xfrm>
              <a:off x="1398206" y="4645163"/>
              <a:ext cx="41618" cy="16312"/>
            </a:xfrm>
            <a:custGeom>
              <a:avLst/>
              <a:gdLst/>
              <a:ahLst/>
              <a:cxnLst/>
              <a:rect l="0" t="0" r="0" b="0"/>
              <a:pathLst>
                <a:path w="41618" h="16312">
                  <a:moveTo>
                    <a:pt x="0" y="0"/>
                  </a:moveTo>
                  <a:lnTo>
                    <a:pt x="41618" y="16312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7" name="Input_receptor__1176">
              <a:extLst>
                <a:ext uri="{FF2B5EF4-FFF2-40B4-BE49-F238E27FC236}">
                  <a16:creationId xmlns:a16="http://schemas.microsoft.com/office/drawing/2014/main" id="{600BB12C-AA85-3EEF-8C09-A74B846887B3}"/>
                </a:ext>
              </a:extLst>
            </p:cNvPr>
            <p:cNvSpPr>
              <a:spLocks noGrp="1"/>
            </p:cNvSpPr>
            <p:nvPr/>
          </p:nvSpPr>
          <p:spPr>
            <a:xfrm>
              <a:off x="1671219" y="4778602"/>
              <a:ext cx="3102" cy="26735"/>
            </a:xfrm>
            <a:custGeom>
              <a:avLst/>
              <a:gdLst/>
              <a:ahLst/>
              <a:cxnLst/>
              <a:rect l="0" t="0" r="0" b="0"/>
              <a:pathLst>
                <a:path w="3102" h="26735">
                  <a:moveTo>
                    <a:pt x="3102" y="26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8" name="Input_receptor__1177">
              <a:extLst>
                <a:ext uri="{FF2B5EF4-FFF2-40B4-BE49-F238E27FC236}">
                  <a16:creationId xmlns:a16="http://schemas.microsoft.com/office/drawing/2014/main" id="{E3718944-6D56-D4F2-7C9D-CE92BC8D9ED8}"/>
                </a:ext>
              </a:extLst>
            </p:cNvPr>
            <p:cNvSpPr>
              <a:spLocks noGrp="1"/>
            </p:cNvSpPr>
            <p:nvPr/>
          </p:nvSpPr>
          <p:spPr>
            <a:xfrm>
              <a:off x="1476830" y="4717989"/>
              <a:ext cx="28198" cy="7403"/>
            </a:xfrm>
            <a:custGeom>
              <a:avLst/>
              <a:gdLst/>
              <a:ahLst/>
              <a:cxnLst/>
              <a:rect l="0" t="0" r="0" b="0"/>
              <a:pathLst>
                <a:path w="28198" h="7403">
                  <a:moveTo>
                    <a:pt x="0" y="0"/>
                  </a:moveTo>
                  <a:lnTo>
                    <a:pt x="28198" y="740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79" name="Input_receptor__1178">
              <a:extLst>
                <a:ext uri="{FF2B5EF4-FFF2-40B4-BE49-F238E27FC236}">
                  <a16:creationId xmlns:a16="http://schemas.microsoft.com/office/drawing/2014/main" id="{9EDCDB43-2A79-EBF9-CCC8-D72E7EE9558C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00347"/>
              <a:ext cx="20151" cy="38639"/>
            </a:xfrm>
            <a:custGeom>
              <a:avLst/>
              <a:gdLst/>
              <a:ahLst/>
              <a:cxnLst/>
              <a:rect l="0" t="0" r="0" b="0"/>
              <a:pathLst>
                <a:path w="20151" h="38639">
                  <a:moveTo>
                    <a:pt x="20151" y="0"/>
                  </a:moveTo>
                  <a:lnTo>
                    <a:pt x="0" y="3863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0" name="Input_receptor__1179">
              <a:extLst>
                <a:ext uri="{FF2B5EF4-FFF2-40B4-BE49-F238E27FC236}">
                  <a16:creationId xmlns:a16="http://schemas.microsoft.com/office/drawing/2014/main" id="{30D07A67-A3C4-140E-9B99-85A72530B7F5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902483"/>
              <a:ext cx="43240" cy="20219"/>
            </a:xfrm>
            <a:custGeom>
              <a:avLst/>
              <a:gdLst/>
              <a:ahLst/>
              <a:cxnLst/>
              <a:rect l="0" t="0" r="0" b="0"/>
              <a:pathLst>
                <a:path w="43240" h="20219">
                  <a:moveTo>
                    <a:pt x="0" y="0"/>
                  </a:moveTo>
                  <a:lnTo>
                    <a:pt x="43240" y="20219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1" name="Input_receptor__1180">
              <a:extLst>
                <a:ext uri="{FF2B5EF4-FFF2-40B4-BE49-F238E27FC236}">
                  <a16:creationId xmlns:a16="http://schemas.microsoft.com/office/drawing/2014/main" id="{ADA84F9E-1036-3AE2-22FC-A77245828D91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0225" cy="16326"/>
            </a:xfrm>
            <a:custGeom>
              <a:avLst/>
              <a:gdLst/>
              <a:ahLst/>
              <a:cxnLst/>
              <a:rect l="0" t="0" r="0" b="0"/>
              <a:pathLst>
                <a:path w="10225" h="16326">
                  <a:moveTo>
                    <a:pt x="0" y="0"/>
                  </a:moveTo>
                  <a:lnTo>
                    <a:pt x="10225" y="1632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2" name="Input_receptor__1181">
              <a:extLst>
                <a:ext uri="{FF2B5EF4-FFF2-40B4-BE49-F238E27FC236}">
                  <a16:creationId xmlns:a16="http://schemas.microsoft.com/office/drawing/2014/main" id="{EA678820-6A75-2016-1ED4-EABEC45D5BCF}"/>
                </a:ext>
              </a:extLst>
            </p:cNvPr>
            <p:cNvSpPr>
              <a:spLocks noGrp="1"/>
            </p:cNvSpPr>
            <p:nvPr/>
          </p:nvSpPr>
          <p:spPr>
            <a:xfrm>
              <a:off x="1439825" y="4658425"/>
              <a:ext cx="42753" cy="3050"/>
            </a:xfrm>
            <a:custGeom>
              <a:avLst/>
              <a:gdLst/>
              <a:ahLst/>
              <a:cxnLst/>
              <a:rect l="0" t="0" r="0" b="0"/>
              <a:pathLst>
                <a:path w="42753" h="3050">
                  <a:moveTo>
                    <a:pt x="0" y="3050"/>
                  </a:moveTo>
                  <a:lnTo>
                    <a:pt x="4275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3" name="Input_receptor__1182">
              <a:extLst>
                <a:ext uri="{FF2B5EF4-FFF2-40B4-BE49-F238E27FC236}">
                  <a16:creationId xmlns:a16="http://schemas.microsoft.com/office/drawing/2014/main" id="{377338AC-3E0D-4412-DF3C-1A43BD83B4A2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45163"/>
              <a:ext cx="45598" cy="8221"/>
            </a:xfrm>
            <a:custGeom>
              <a:avLst/>
              <a:gdLst/>
              <a:ahLst/>
              <a:cxnLst/>
              <a:rect l="0" t="0" r="0" b="0"/>
              <a:pathLst>
                <a:path w="45598" h="8221">
                  <a:moveTo>
                    <a:pt x="0" y="8221"/>
                  </a:moveTo>
                  <a:lnTo>
                    <a:pt x="4559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4" name="Input_receptor__1183">
              <a:extLst>
                <a:ext uri="{FF2B5EF4-FFF2-40B4-BE49-F238E27FC236}">
                  <a16:creationId xmlns:a16="http://schemas.microsoft.com/office/drawing/2014/main" id="{BA3DAEFD-DBB4-6CAD-BB8C-4025A2C513ED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28584"/>
              <a:ext cx="16741" cy="19566"/>
            </a:xfrm>
            <a:custGeom>
              <a:avLst/>
              <a:gdLst/>
              <a:ahLst/>
              <a:cxnLst/>
              <a:rect l="0" t="0" r="0" b="0"/>
              <a:pathLst>
                <a:path w="16741" h="19566">
                  <a:moveTo>
                    <a:pt x="0" y="19566"/>
                  </a:moveTo>
                  <a:lnTo>
                    <a:pt x="16741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5" name="Input_receptor__1184">
              <a:extLst>
                <a:ext uri="{FF2B5EF4-FFF2-40B4-BE49-F238E27FC236}">
                  <a16:creationId xmlns:a16="http://schemas.microsoft.com/office/drawing/2014/main" id="{4753C82E-7700-2165-19AF-5CDDA0998838}"/>
                </a:ext>
              </a:extLst>
            </p:cNvPr>
            <p:cNvSpPr>
              <a:spLocks noGrp="1"/>
            </p:cNvSpPr>
            <p:nvPr/>
          </p:nvSpPr>
          <p:spPr>
            <a:xfrm>
              <a:off x="1008975" y="5527485"/>
              <a:ext cx="20507" cy="23713"/>
            </a:xfrm>
            <a:custGeom>
              <a:avLst/>
              <a:gdLst/>
              <a:ahLst/>
              <a:cxnLst/>
              <a:rect l="0" t="0" r="0" b="0"/>
              <a:pathLst>
                <a:path w="20507" h="23713">
                  <a:moveTo>
                    <a:pt x="0" y="0"/>
                  </a:moveTo>
                  <a:lnTo>
                    <a:pt x="20507" y="23713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6" name="Input_receptor__1185">
              <a:extLst>
                <a:ext uri="{FF2B5EF4-FFF2-40B4-BE49-F238E27FC236}">
                  <a16:creationId xmlns:a16="http://schemas.microsoft.com/office/drawing/2014/main" id="{379DBF2C-EDCF-CFC4-3722-23488BDD9979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82217"/>
              <a:ext cx="103" cy="8642"/>
            </a:xfrm>
            <a:custGeom>
              <a:avLst/>
              <a:gdLst/>
              <a:ahLst/>
              <a:cxnLst/>
              <a:rect l="0" t="0" r="0" b="0"/>
              <a:pathLst>
                <a:path w="103" h="8642">
                  <a:moveTo>
                    <a:pt x="103" y="0"/>
                  </a:moveTo>
                  <a:lnTo>
                    <a:pt x="0" y="8642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7" name="Input_receptor__1186">
              <a:extLst>
                <a:ext uri="{FF2B5EF4-FFF2-40B4-BE49-F238E27FC236}">
                  <a16:creationId xmlns:a16="http://schemas.microsoft.com/office/drawing/2014/main" id="{79BB4858-81A0-B478-35DC-8335BD40BEB8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512999"/>
              <a:ext cx="28538" cy="31423"/>
            </a:xfrm>
            <a:custGeom>
              <a:avLst/>
              <a:gdLst/>
              <a:ahLst/>
              <a:cxnLst/>
              <a:rect l="0" t="0" r="0" b="0"/>
              <a:pathLst>
                <a:path w="28538" h="31423">
                  <a:moveTo>
                    <a:pt x="0" y="0"/>
                  </a:moveTo>
                  <a:lnTo>
                    <a:pt x="28538" y="3142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8" name="Input_receptor__1187">
              <a:extLst>
                <a:ext uri="{FF2B5EF4-FFF2-40B4-BE49-F238E27FC236}">
                  <a16:creationId xmlns:a16="http://schemas.microsoft.com/office/drawing/2014/main" id="{97AE120C-7C6B-3443-5DFA-7C41E1DFD0A5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23129"/>
              <a:ext cx="9476" cy="2908"/>
            </a:xfrm>
            <a:custGeom>
              <a:avLst/>
              <a:gdLst/>
              <a:ahLst/>
              <a:cxnLst/>
              <a:rect l="0" t="0" r="0" b="0"/>
              <a:pathLst>
                <a:path w="9476" h="2908">
                  <a:moveTo>
                    <a:pt x="9476" y="2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9" name="Input_receptor__1188">
              <a:extLst>
                <a:ext uri="{FF2B5EF4-FFF2-40B4-BE49-F238E27FC236}">
                  <a16:creationId xmlns:a16="http://schemas.microsoft.com/office/drawing/2014/main" id="{E3272631-0DCC-0569-209C-525BC5CD92A0}"/>
                </a:ext>
              </a:extLst>
            </p:cNvPr>
            <p:cNvSpPr>
              <a:spLocks noGrp="1"/>
            </p:cNvSpPr>
            <p:nvPr/>
          </p:nvSpPr>
          <p:spPr>
            <a:xfrm>
              <a:off x="1562255" y="4914636"/>
              <a:ext cx="23232" cy="39904"/>
            </a:xfrm>
            <a:custGeom>
              <a:avLst/>
              <a:gdLst/>
              <a:ahLst/>
              <a:cxnLst/>
              <a:rect l="0" t="0" r="0" b="0"/>
              <a:pathLst>
                <a:path w="23232" h="39904">
                  <a:moveTo>
                    <a:pt x="0" y="39904"/>
                  </a:moveTo>
                  <a:lnTo>
                    <a:pt x="23232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0" name="Input_receptor__1189">
              <a:extLst>
                <a:ext uri="{FF2B5EF4-FFF2-40B4-BE49-F238E27FC236}">
                  <a16:creationId xmlns:a16="http://schemas.microsoft.com/office/drawing/2014/main" id="{D48E05E4-D03A-421B-0A9C-DBCE5FD4468D}"/>
                </a:ext>
              </a:extLst>
            </p:cNvPr>
            <p:cNvSpPr>
              <a:spLocks noGrp="1"/>
            </p:cNvSpPr>
            <p:nvPr/>
          </p:nvSpPr>
          <p:spPr>
            <a:xfrm>
              <a:off x="1152236" y="4223767"/>
              <a:ext cx="27304" cy="38456"/>
            </a:xfrm>
            <a:custGeom>
              <a:avLst/>
              <a:gdLst/>
              <a:ahLst/>
              <a:cxnLst/>
              <a:rect l="0" t="0" r="0" b="0"/>
              <a:pathLst>
                <a:path w="27304" h="38456">
                  <a:moveTo>
                    <a:pt x="27304" y="0"/>
                  </a:moveTo>
                  <a:lnTo>
                    <a:pt x="0" y="384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1" name="Input_receptor__1190">
              <a:extLst>
                <a:ext uri="{FF2B5EF4-FFF2-40B4-BE49-F238E27FC236}">
                  <a16:creationId xmlns:a16="http://schemas.microsoft.com/office/drawing/2014/main" id="{553559F7-680D-AF6E-FC6F-064B107A8169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49956"/>
              <a:ext cx="41052" cy="10932"/>
            </a:xfrm>
            <a:custGeom>
              <a:avLst/>
              <a:gdLst/>
              <a:ahLst/>
              <a:cxnLst/>
              <a:rect l="0" t="0" r="0" b="0"/>
              <a:pathLst>
                <a:path w="41052" h="10932">
                  <a:moveTo>
                    <a:pt x="41052" y="10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2" name="Input_receptor__1191">
              <a:extLst>
                <a:ext uri="{FF2B5EF4-FFF2-40B4-BE49-F238E27FC236}">
                  <a16:creationId xmlns:a16="http://schemas.microsoft.com/office/drawing/2014/main" id="{F904ED93-D8C9-74B2-5444-EC30339DC1C8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54287"/>
              <a:ext cx="32550" cy="34146"/>
            </a:xfrm>
            <a:custGeom>
              <a:avLst/>
              <a:gdLst/>
              <a:ahLst/>
              <a:cxnLst/>
              <a:rect l="0" t="0" r="0" b="0"/>
              <a:pathLst>
                <a:path w="32550" h="34146">
                  <a:moveTo>
                    <a:pt x="0" y="34146"/>
                  </a:moveTo>
                  <a:lnTo>
                    <a:pt x="325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3" name="Input_receptor__1192">
              <a:extLst>
                <a:ext uri="{FF2B5EF4-FFF2-40B4-BE49-F238E27FC236}">
                  <a16:creationId xmlns:a16="http://schemas.microsoft.com/office/drawing/2014/main" id="{99D67069-EC15-4AD1-78C6-7C3B0BD55FE6}"/>
                </a:ext>
              </a:extLst>
            </p:cNvPr>
            <p:cNvSpPr>
              <a:spLocks noGrp="1"/>
            </p:cNvSpPr>
            <p:nvPr/>
          </p:nvSpPr>
          <p:spPr>
            <a:xfrm>
              <a:off x="1074539" y="4422775"/>
              <a:ext cx="21555" cy="34360"/>
            </a:xfrm>
            <a:custGeom>
              <a:avLst/>
              <a:gdLst/>
              <a:ahLst/>
              <a:cxnLst/>
              <a:rect l="0" t="0" r="0" b="0"/>
              <a:pathLst>
                <a:path w="21555" h="34360">
                  <a:moveTo>
                    <a:pt x="0" y="34360"/>
                  </a:moveTo>
                  <a:lnTo>
                    <a:pt x="21555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4" name="Input_receptor__1193">
              <a:extLst>
                <a:ext uri="{FF2B5EF4-FFF2-40B4-BE49-F238E27FC236}">
                  <a16:creationId xmlns:a16="http://schemas.microsoft.com/office/drawing/2014/main" id="{88956099-1A71-231D-3AFB-35FED60C932D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76077"/>
              <a:ext cx="40317" cy="22099"/>
            </a:xfrm>
            <a:custGeom>
              <a:avLst/>
              <a:gdLst/>
              <a:ahLst/>
              <a:cxnLst/>
              <a:rect l="0" t="0" r="0" b="0"/>
              <a:pathLst>
                <a:path w="40317" h="22099">
                  <a:moveTo>
                    <a:pt x="40317" y="220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5" name="Input_receptor__1194">
              <a:extLst>
                <a:ext uri="{FF2B5EF4-FFF2-40B4-BE49-F238E27FC236}">
                  <a16:creationId xmlns:a16="http://schemas.microsoft.com/office/drawing/2014/main" id="{01020E18-424F-50ED-F9C1-475007FE6712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479149"/>
              <a:ext cx="7561" cy="33850"/>
            </a:xfrm>
            <a:custGeom>
              <a:avLst/>
              <a:gdLst/>
              <a:ahLst/>
              <a:cxnLst/>
              <a:rect l="0" t="0" r="0" b="0"/>
              <a:pathLst>
                <a:path w="7561" h="33850">
                  <a:moveTo>
                    <a:pt x="7561" y="0"/>
                  </a:moveTo>
                  <a:lnTo>
                    <a:pt x="0" y="3385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6" name="Input_receptor__1195">
              <a:extLst>
                <a:ext uri="{FF2B5EF4-FFF2-40B4-BE49-F238E27FC236}">
                  <a16:creationId xmlns:a16="http://schemas.microsoft.com/office/drawing/2014/main" id="{43CD05B8-8C40-83DA-18E6-0FD9374B823B}"/>
                </a:ext>
              </a:extLst>
            </p:cNvPr>
            <p:cNvSpPr>
              <a:spLocks noGrp="1"/>
            </p:cNvSpPr>
            <p:nvPr/>
          </p:nvSpPr>
          <p:spPr>
            <a:xfrm>
              <a:off x="1195639" y="4709358"/>
              <a:ext cx="10829" cy="31439"/>
            </a:xfrm>
            <a:custGeom>
              <a:avLst/>
              <a:gdLst/>
              <a:ahLst/>
              <a:cxnLst/>
              <a:rect l="0" t="0" r="0" b="0"/>
              <a:pathLst>
                <a:path w="10829" h="31439">
                  <a:moveTo>
                    <a:pt x="10829" y="314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7" name="Input_receptor__1196">
              <a:extLst>
                <a:ext uri="{FF2B5EF4-FFF2-40B4-BE49-F238E27FC236}">
                  <a16:creationId xmlns:a16="http://schemas.microsoft.com/office/drawing/2014/main" id="{1B2B3ADB-5F72-267D-038F-919BE358D8AA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50953"/>
              <a:ext cx="15769" cy="15156"/>
            </a:xfrm>
            <a:custGeom>
              <a:avLst/>
              <a:gdLst/>
              <a:ahLst/>
              <a:cxnLst/>
              <a:rect l="0" t="0" r="0" b="0"/>
              <a:pathLst>
                <a:path w="15769" h="15156">
                  <a:moveTo>
                    <a:pt x="15769" y="0"/>
                  </a:moveTo>
                  <a:lnTo>
                    <a:pt x="0" y="151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8" name="Input_receptor__1197">
              <a:extLst>
                <a:ext uri="{FF2B5EF4-FFF2-40B4-BE49-F238E27FC236}">
                  <a16:creationId xmlns:a16="http://schemas.microsoft.com/office/drawing/2014/main" id="{1385F1E6-943F-E206-0184-5052C466664D}"/>
                </a:ext>
              </a:extLst>
            </p:cNvPr>
            <p:cNvSpPr>
              <a:spLocks noGrp="1"/>
            </p:cNvSpPr>
            <p:nvPr/>
          </p:nvSpPr>
          <p:spPr>
            <a:xfrm>
              <a:off x="1140481" y="5077014"/>
              <a:ext cx="11024" cy="18279"/>
            </a:xfrm>
            <a:custGeom>
              <a:avLst/>
              <a:gdLst/>
              <a:ahLst/>
              <a:cxnLst/>
              <a:rect l="0" t="0" r="0" b="0"/>
              <a:pathLst>
                <a:path w="11024" h="18279">
                  <a:moveTo>
                    <a:pt x="0" y="18279"/>
                  </a:moveTo>
                  <a:lnTo>
                    <a:pt x="11024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9" name="Input_receptor__1198">
              <a:extLst>
                <a:ext uri="{FF2B5EF4-FFF2-40B4-BE49-F238E27FC236}">
                  <a16:creationId xmlns:a16="http://schemas.microsoft.com/office/drawing/2014/main" id="{AFE985C6-5816-E89A-2DBF-7BB5A17861B7}"/>
                </a:ext>
              </a:extLst>
            </p:cNvPr>
            <p:cNvSpPr>
              <a:spLocks noGrp="1"/>
            </p:cNvSpPr>
            <p:nvPr/>
          </p:nvSpPr>
          <p:spPr>
            <a:xfrm>
              <a:off x="1776659" y="5060704"/>
              <a:ext cx="4649" cy="35961"/>
            </a:xfrm>
            <a:custGeom>
              <a:avLst/>
              <a:gdLst/>
              <a:ahLst/>
              <a:cxnLst/>
              <a:rect l="0" t="0" r="0" b="0"/>
              <a:pathLst>
                <a:path w="4649" h="35961">
                  <a:moveTo>
                    <a:pt x="4649" y="35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0" name="Input_receptor__1199">
              <a:extLst>
                <a:ext uri="{FF2B5EF4-FFF2-40B4-BE49-F238E27FC236}">
                  <a16:creationId xmlns:a16="http://schemas.microsoft.com/office/drawing/2014/main" id="{04F84637-F2A1-F97D-DE56-A37C13C594F1}"/>
                </a:ext>
              </a:extLst>
            </p:cNvPr>
            <p:cNvSpPr>
              <a:spLocks noGrp="1"/>
            </p:cNvSpPr>
            <p:nvPr/>
          </p:nvSpPr>
          <p:spPr>
            <a:xfrm>
              <a:off x="1234181" y="4799313"/>
              <a:ext cx="1590" cy="44449"/>
            </a:xfrm>
            <a:custGeom>
              <a:avLst/>
              <a:gdLst/>
              <a:ahLst/>
              <a:cxnLst/>
              <a:rect l="0" t="0" r="0" b="0"/>
              <a:pathLst>
                <a:path w="1590" h="44449">
                  <a:moveTo>
                    <a:pt x="0" y="0"/>
                  </a:moveTo>
                  <a:lnTo>
                    <a:pt x="1590" y="4444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1" name="Input_receptor__1200">
              <a:extLst>
                <a:ext uri="{FF2B5EF4-FFF2-40B4-BE49-F238E27FC236}">
                  <a16:creationId xmlns:a16="http://schemas.microsoft.com/office/drawing/2014/main" id="{A76E6054-1349-8637-86D5-64627B9CCFDF}"/>
                </a:ext>
              </a:extLst>
            </p:cNvPr>
            <p:cNvSpPr>
              <a:spLocks noGrp="1"/>
            </p:cNvSpPr>
            <p:nvPr/>
          </p:nvSpPr>
          <p:spPr>
            <a:xfrm>
              <a:off x="1489123" y="5120119"/>
              <a:ext cx="38138" cy="16085"/>
            </a:xfrm>
            <a:custGeom>
              <a:avLst/>
              <a:gdLst/>
              <a:ahLst/>
              <a:cxnLst/>
              <a:rect l="0" t="0" r="0" b="0"/>
              <a:pathLst>
                <a:path w="38138" h="16085">
                  <a:moveTo>
                    <a:pt x="0" y="0"/>
                  </a:moveTo>
                  <a:lnTo>
                    <a:pt x="38138" y="160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2" name="Input_receptor__1201">
              <a:extLst>
                <a:ext uri="{FF2B5EF4-FFF2-40B4-BE49-F238E27FC236}">
                  <a16:creationId xmlns:a16="http://schemas.microsoft.com/office/drawing/2014/main" id="{362C3789-756C-C7A6-3575-DDD34E3A639E}"/>
                </a:ext>
              </a:extLst>
            </p:cNvPr>
            <p:cNvSpPr>
              <a:spLocks noGrp="1"/>
            </p:cNvSpPr>
            <p:nvPr/>
          </p:nvSpPr>
          <p:spPr>
            <a:xfrm>
              <a:off x="1450874" y="5120119"/>
              <a:ext cx="38250" cy="15017"/>
            </a:xfrm>
            <a:custGeom>
              <a:avLst/>
              <a:gdLst/>
              <a:ahLst/>
              <a:cxnLst/>
              <a:rect l="0" t="0" r="0" b="0"/>
              <a:pathLst>
                <a:path w="38250" h="15017">
                  <a:moveTo>
                    <a:pt x="0" y="15017"/>
                  </a:moveTo>
                  <a:lnTo>
                    <a:pt x="382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3" name="Input_receptor__1202">
              <a:extLst>
                <a:ext uri="{FF2B5EF4-FFF2-40B4-BE49-F238E27FC236}">
                  <a16:creationId xmlns:a16="http://schemas.microsoft.com/office/drawing/2014/main" id="{6460B5E6-21BC-3205-A700-D5277492D567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34326"/>
              <a:ext cx="45868" cy="4958"/>
            </a:xfrm>
            <a:custGeom>
              <a:avLst/>
              <a:gdLst/>
              <a:ahLst/>
              <a:cxnLst/>
              <a:rect l="0" t="0" r="0" b="0"/>
              <a:pathLst>
                <a:path w="45868" h="4958">
                  <a:moveTo>
                    <a:pt x="0" y="4958"/>
                  </a:moveTo>
                  <a:lnTo>
                    <a:pt x="4586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4" name="Input_receptor__1203">
              <a:extLst>
                <a:ext uri="{FF2B5EF4-FFF2-40B4-BE49-F238E27FC236}">
                  <a16:creationId xmlns:a16="http://schemas.microsoft.com/office/drawing/2014/main" id="{2EAA312D-6650-EEC4-D4AB-C3AD8A0E120C}"/>
                </a:ext>
              </a:extLst>
            </p:cNvPr>
            <p:cNvSpPr>
              <a:spLocks noGrp="1"/>
            </p:cNvSpPr>
            <p:nvPr/>
          </p:nvSpPr>
          <p:spPr>
            <a:xfrm>
              <a:off x="1530012" y="4606283"/>
              <a:ext cx="30501" cy="14285"/>
            </a:xfrm>
            <a:custGeom>
              <a:avLst/>
              <a:gdLst/>
              <a:ahLst/>
              <a:cxnLst/>
              <a:rect l="0" t="0" r="0" b="0"/>
              <a:pathLst>
                <a:path w="30501" h="14285">
                  <a:moveTo>
                    <a:pt x="0" y="0"/>
                  </a:moveTo>
                  <a:lnTo>
                    <a:pt x="30501" y="142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5" name="Input_receptor__1204">
              <a:extLst>
                <a:ext uri="{FF2B5EF4-FFF2-40B4-BE49-F238E27FC236}">
                  <a16:creationId xmlns:a16="http://schemas.microsoft.com/office/drawing/2014/main" id="{5B31EEE6-BCC8-51AE-717C-C5C3643CAC18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57135"/>
              <a:ext cx="42299" cy="19509"/>
            </a:xfrm>
            <a:custGeom>
              <a:avLst/>
              <a:gdLst/>
              <a:ahLst/>
              <a:cxnLst/>
              <a:rect l="0" t="0" r="0" b="0"/>
              <a:pathLst>
                <a:path w="42299" h="19509">
                  <a:moveTo>
                    <a:pt x="0" y="19509"/>
                  </a:moveTo>
                  <a:lnTo>
                    <a:pt x="4229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6" name="Input_receptor__1205">
              <a:extLst>
                <a:ext uri="{FF2B5EF4-FFF2-40B4-BE49-F238E27FC236}">
                  <a16:creationId xmlns:a16="http://schemas.microsoft.com/office/drawing/2014/main" id="{987C6328-3209-7A1B-B0CD-F90C20FEE8E0}"/>
                </a:ext>
              </a:extLst>
            </p:cNvPr>
            <p:cNvSpPr>
              <a:spLocks noGrp="1"/>
            </p:cNvSpPr>
            <p:nvPr/>
          </p:nvSpPr>
          <p:spPr>
            <a:xfrm>
              <a:off x="1093914" y="4979415"/>
              <a:ext cx="2524" cy="6087"/>
            </a:xfrm>
            <a:custGeom>
              <a:avLst/>
              <a:gdLst/>
              <a:ahLst/>
              <a:cxnLst/>
              <a:rect l="0" t="0" r="0" b="0"/>
              <a:pathLst>
                <a:path w="2524" h="6087">
                  <a:moveTo>
                    <a:pt x="0" y="6087"/>
                  </a:moveTo>
                  <a:lnTo>
                    <a:pt x="2524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7" name="Input_receptor__1206">
              <a:extLst>
                <a:ext uri="{FF2B5EF4-FFF2-40B4-BE49-F238E27FC236}">
                  <a16:creationId xmlns:a16="http://schemas.microsoft.com/office/drawing/2014/main" id="{A2AC1E66-81FA-3122-B95E-6666118548BD}"/>
                </a:ext>
              </a:extLst>
            </p:cNvPr>
            <p:cNvSpPr>
              <a:spLocks noGrp="1"/>
            </p:cNvSpPr>
            <p:nvPr/>
          </p:nvSpPr>
          <p:spPr>
            <a:xfrm>
              <a:off x="956407" y="4758229"/>
              <a:ext cx="26468" cy="39946"/>
            </a:xfrm>
            <a:custGeom>
              <a:avLst/>
              <a:gdLst/>
              <a:ahLst/>
              <a:cxnLst/>
              <a:rect l="0" t="0" r="0" b="0"/>
              <a:pathLst>
                <a:path w="26468" h="39946">
                  <a:moveTo>
                    <a:pt x="26468" y="0"/>
                  </a:moveTo>
                  <a:lnTo>
                    <a:pt x="0" y="3994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08" name="Input_receptor__1207">
              <a:extLst>
                <a:ext uri="{FF2B5EF4-FFF2-40B4-BE49-F238E27FC236}">
                  <a16:creationId xmlns:a16="http://schemas.microsoft.com/office/drawing/2014/main" id="{322C4BB4-5192-7FA5-E528-4BD793412799}"/>
                </a:ext>
              </a:extLst>
            </p:cNvPr>
            <p:cNvSpPr>
              <a:spLocks noGrp="1"/>
            </p:cNvSpPr>
            <p:nvPr/>
          </p:nvSpPr>
          <p:spPr>
            <a:xfrm>
              <a:off x="1693366" y="4960888"/>
              <a:ext cx="31434" cy="35932"/>
            </a:xfrm>
            <a:custGeom>
              <a:avLst/>
              <a:gdLst/>
              <a:ahLst/>
              <a:cxnLst/>
              <a:rect l="0" t="0" r="0" b="0"/>
              <a:pathLst>
                <a:path w="31434" h="35932">
                  <a:moveTo>
                    <a:pt x="31434" y="35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9" name="Input_receptor__1208">
              <a:extLst>
                <a:ext uri="{FF2B5EF4-FFF2-40B4-BE49-F238E27FC236}">
                  <a16:creationId xmlns:a16="http://schemas.microsoft.com/office/drawing/2014/main" id="{116CC4A1-763B-D66C-1B99-D91A1923D2C6}"/>
                </a:ext>
              </a:extLst>
            </p:cNvPr>
            <p:cNvSpPr>
              <a:spLocks noGrp="1"/>
            </p:cNvSpPr>
            <p:nvPr/>
          </p:nvSpPr>
          <p:spPr>
            <a:xfrm>
              <a:off x="1500921" y="4148065"/>
              <a:ext cx="47183" cy="6222"/>
            </a:xfrm>
            <a:custGeom>
              <a:avLst/>
              <a:gdLst/>
              <a:ahLst/>
              <a:cxnLst/>
              <a:rect l="0" t="0" r="0" b="0"/>
              <a:pathLst>
                <a:path w="47183" h="6222">
                  <a:moveTo>
                    <a:pt x="0" y="6222"/>
                  </a:moveTo>
                  <a:lnTo>
                    <a:pt x="4718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0" name="Input_receptor__1209">
              <a:extLst>
                <a:ext uri="{FF2B5EF4-FFF2-40B4-BE49-F238E27FC236}">
                  <a16:creationId xmlns:a16="http://schemas.microsoft.com/office/drawing/2014/main" id="{997061BB-946B-A9EB-3A3A-069B6228449E}"/>
                </a:ext>
              </a:extLst>
            </p:cNvPr>
            <p:cNvSpPr>
              <a:spLocks noGrp="1"/>
            </p:cNvSpPr>
            <p:nvPr/>
          </p:nvSpPr>
          <p:spPr>
            <a:xfrm>
              <a:off x="1429602" y="4717989"/>
              <a:ext cx="47228" cy="251"/>
            </a:xfrm>
            <a:custGeom>
              <a:avLst/>
              <a:gdLst/>
              <a:ahLst/>
              <a:cxnLst/>
              <a:rect l="0" t="0" r="0" b="0"/>
              <a:pathLst>
                <a:path w="47228" h="251">
                  <a:moveTo>
                    <a:pt x="0" y="251"/>
                  </a:moveTo>
                  <a:lnTo>
                    <a:pt x="4722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1" name="Input_receptor__1210">
              <a:extLst>
                <a:ext uri="{FF2B5EF4-FFF2-40B4-BE49-F238E27FC236}">
                  <a16:creationId xmlns:a16="http://schemas.microsoft.com/office/drawing/2014/main" id="{A184EF07-8BC7-A25F-9C06-63DD501E2232}"/>
                </a:ext>
              </a:extLst>
            </p:cNvPr>
            <p:cNvSpPr>
              <a:spLocks noGrp="1"/>
            </p:cNvSpPr>
            <p:nvPr/>
          </p:nvSpPr>
          <p:spPr>
            <a:xfrm>
              <a:off x="1179540" y="4223767"/>
              <a:ext cx="45873" cy="10515"/>
            </a:xfrm>
            <a:custGeom>
              <a:avLst/>
              <a:gdLst/>
              <a:ahLst/>
              <a:cxnLst/>
              <a:rect l="0" t="0" r="0" b="0"/>
              <a:pathLst>
                <a:path w="45873" h="10515">
                  <a:moveTo>
                    <a:pt x="45873" y="10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12" name="Input_receptor__1211">
              <a:extLst>
                <a:ext uri="{FF2B5EF4-FFF2-40B4-BE49-F238E27FC236}">
                  <a16:creationId xmlns:a16="http://schemas.microsoft.com/office/drawing/2014/main" id="{F7E481AF-CF9A-EC40-16D1-3B45C404FD13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096664"/>
              <a:ext cx="32629" cy="27398"/>
            </a:xfrm>
            <a:custGeom>
              <a:avLst/>
              <a:gdLst/>
              <a:ahLst/>
              <a:cxnLst/>
              <a:rect l="0" t="0" r="0" b="0"/>
              <a:pathLst>
                <a:path w="32629" h="27398">
                  <a:moveTo>
                    <a:pt x="0" y="27398"/>
                  </a:moveTo>
                  <a:lnTo>
                    <a:pt x="3262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3" name="Input_receptor__1212">
              <a:extLst>
                <a:ext uri="{FF2B5EF4-FFF2-40B4-BE49-F238E27FC236}">
                  <a16:creationId xmlns:a16="http://schemas.microsoft.com/office/drawing/2014/main" id="{695B05DC-222F-2E48-2E86-76DBDA2DF05C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9622"/>
              <a:ext cx="6907" cy="40288"/>
            </a:xfrm>
            <a:custGeom>
              <a:avLst/>
              <a:gdLst/>
              <a:ahLst/>
              <a:cxnLst/>
              <a:rect l="0" t="0" r="0" b="0"/>
              <a:pathLst>
                <a:path w="6907" h="40288">
                  <a:moveTo>
                    <a:pt x="6907" y="40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4" name="Input_receptor__1213">
              <a:extLst>
                <a:ext uri="{FF2B5EF4-FFF2-40B4-BE49-F238E27FC236}">
                  <a16:creationId xmlns:a16="http://schemas.microsoft.com/office/drawing/2014/main" id="{49384480-5E1B-5EB4-5369-A1FD2ECFB6D8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42526"/>
              <a:ext cx="38741" cy="26912"/>
            </a:xfrm>
            <a:custGeom>
              <a:avLst/>
              <a:gdLst/>
              <a:ahLst/>
              <a:cxnLst/>
              <a:rect l="0" t="0" r="0" b="0"/>
              <a:pathLst>
                <a:path w="38741" h="26912">
                  <a:moveTo>
                    <a:pt x="38741" y="0"/>
                  </a:moveTo>
                  <a:lnTo>
                    <a:pt x="0" y="26912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5" name="Input_receptor__1214">
              <a:extLst>
                <a:ext uri="{FF2B5EF4-FFF2-40B4-BE49-F238E27FC236}">
                  <a16:creationId xmlns:a16="http://schemas.microsoft.com/office/drawing/2014/main" id="{4AEF9E7C-158E-CA3B-76EE-5DC0E4368B18}"/>
                </a:ext>
              </a:extLst>
            </p:cNvPr>
            <p:cNvSpPr>
              <a:spLocks noGrp="1"/>
            </p:cNvSpPr>
            <p:nvPr/>
          </p:nvSpPr>
          <p:spPr>
            <a:xfrm>
              <a:off x="1083078" y="5041994"/>
              <a:ext cx="26884" cy="6177"/>
            </a:xfrm>
            <a:custGeom>
              <a:avLst/>
              <a:gdLst/>
              <a:ahLst/>
              <a:cxnLst/>
              <a:rect l="0" t="0" r="0" b="0"/>
              <a:pathLst>
                <a:path w="26884" h="6177">
                  <a:moveTo>
                    <a:pt x="0" y="6177"/>
                  </a:moveTo>
                  <a:lnTo>
                    <a:pt x="26884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6" name="Input_receptor__1215">
              <a:extLst>
                <a:ext uri="{FF2B5EF4-FFF2-40B4-BE49-F238E27FC236}">
                  <a16:creationId xmlns:a16="http://schemas.microsoft.com/office/drawing/2014/main" id="{D0E2AF76-B44F-EBCE-8AD2-EA2AF0835954}"/>
                </a:ext>
              </a:extLst>
            </p:cNvPr>
            <p:cNvSpPr>
              <a:spLocks noGrp="1"/>
            </p:cNvSpPr>
            <p:nvPr/>
          </p:nvSpPr>
          <p:spPr>
            <a:xfrm>
              <a:off x="1513850" y="4091004"/>
              <a:ext cx="3764" cy="2260"/>
            </a:xfrm>
            <a:custGeom>
              <a:avLst/>
              <a:gdLst/>
              <a:ahLst/>
              <a:cxnLst/>
              <a:rect l="0" t="0" r="0" b="0"/>
              <a:pathLst>
                <a:path w="3764" h="2260">
                  <a:moveTo>
                    <a:pt x="3764" y="22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7" name="Input_receptor__1216">
              <a:extLst>
                <a:ext uri="{FF2B5EF4-FFF2-40B4-BE49-F238E27FC236}">
                  <a16:creationId xmlns:a16="http://schemas.microsoft.com/office/drawing/2014/main" id="{34DF97CA-D169-652B-B4C8-5EC40BA9E998}"/>
                </a:ext>
              </a:extLst>
            </p:cNvPr>
            <p:cNvSpPr>
              <a:spLocks noGrp="1"/>
            </p:cNvSpPr>
            <p:nvPr/>
          </p:nvSpPr>
          <p:spPr>
            <a:xfrm>
              <a:off x="1029482" y="5551199"/>
              <a:ext cx="46582" cy="10811"/>
            </a:xfrm>
            <a:custGeom>
              <a:avLst/>
              <a:gdLst/>
              <a:ahLst/>
              <a:cxnLst/>
              <a:rect l="0" t="0" r="0" b="0"/>
              <a:pathLst>
                <a:path w="46582" h="10811">
                  <a:moveTo>
                    <a:pt x="0" y="0"/>
                  </a:moveTo>
                  <a:lnTo>
                    <a:pt x="46582" y="10811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8" name="Input_receptor__1217">
              <a:extLst>
                <a:ext uri="{FF2B5EF4-FFF2-40B4-BE49-F238E27FC236}">
                  <a16:creationId xmlns:a16="http://schemas.microsoft.com/office/drawing/2014/main" id="{CF40E6E4-6DB6-692B-599D-D883AE4762E0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8415" cy="9520"/>
            </a:xfrm>
            <a:custGeom>
              <a:avLst/>
              <a:gdLst/>
              <a:ahLst/>
              <a:cxnLst/>
              <a:rect l="0" t="0" r="0" b="0"/>
              <a:pathLst>
                <a:path w="8415" h="9520">
                  <a:moveTo>
                    <a:pt x="8415" y="9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19" name="Input_receptor__1218">
              <a:extLst>
                <a:ext uri="{FF2B5EF4-FFF2-40B4-BE49-F238E27FC236}">
                  <a16:creationId xmlns:a16="http://schemas.microsoft.com/office/drawing/2014/main" id="{20E64BD9-2D4D-5E52-77D4-661A4614EECC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788896"/>
              <a:ext cx="4436" cy="22792"/>
            </a:xfrm>
            <a:custGeom>
              <a:avLst/>
              <a:gdLst/>
              <a:ahLst/>
              <a:cxnLst/>
              <a:rect l="0" t="0" r="0" b="0"/>
              <a:pathLst>
                <a:path w="4436" h="22792">
                  <a:moveTo>
                    <a:pt x="0" y="22792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0" name="Input_receptor__1219">
              <a:extLst>
                <a:ext uri="{FF2B5EF4-FFF2-40B4-BE49-F238E27FC236}">
                  <a16:creationId xmlns:a16="http://schemas.microsoft.com/office/drawing/2014/main" id="{B7359C87-96EC-0DE8-3FD7-621B663E4E3E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873856"/>
              <a:ext cx="14907" cy="28628"/>
            </a:xfrm>
            <a:custGeom>
              <a:avLst/>
              <a:gdLst/>
              <a:ahLst/>
              <a:cxnLst/>
              <a:rect l="0" t="0" r="0" b="0"/>
              <a:pathLst>
                <a:path w="14907" h="28628">
                  <a:moveTo>
                    <a:pt x="14907" y="0"/>
                  </a:moveTo>
                  <a:lnTo>
                    <a:pt x="0" y="28628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21" name="Input_receptor__1220">
              <a:extLst>
                <a:ext uri="{FF2B5EF4-FFF2-40B4-BE49-F238E27FC236}">
                  <a16:creationId xmlns:a16="http://schemas.microsoft.com/office/drawing/2014/main" id="{54FCA5E9-1053-E74F-BFC1-8C9B622A0575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1465"/>
              <a:ext cx="2566" cy="2407"/>
            </a:xfrm>
            <a:custGeom>
              <a:avLst/>
              <a:gdLst/>
              <a:ahLst/>
              <a:cxnLst/>
              <a:rect l="0" t="0" r="0" b="0"/>
              <a:pathLst>
                <a:path w="2566" h="2407">
                  <a:moveTo>
                    <a:pt x="0" y="2407"/>
                  </a:moveTo>
                  <a:lnTo>
                    <a:pt x="256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2" name="Input_receptor__1221">
              <a:extLst>
                <a:ext uri="{FF2B5EF4-FFF2-40B4-BE49-F238E27FC236}">
                  <a16:creationId xmlns:a16="http://schemas.microsoft.com/office/drawing/2014/main" id="{8EF6C017-2B71-3434-7735-0746D0100C31}"/>
                </a:ext>
              </a:extLst>
            </p:cNvPr>
            <p:cNvSpPr>
              <a:spLocks noGrp="1"/>
            </p:cNvSpPr>
            <p:nvPr/>
          </p:nvSpPr>
          <p:spPr>
            <a:xfrm>
              <a:off x="752317" y="4496400"/>
              <a:ext cx="11383" cy="40506"/>
            </a:xfrm>
            <a:custGeom>
              <a:avLst/>
              <a:gdLst/>
              <a:ahLst/>
              <a:cxnLst/>
              <a:rect l="0" t="0" r="0" b="0"/>
              <a:pathLst>
                <a:path w="11383" h="40506">
                  <a:moveTo>
                    <a:pt x="0" y="0"/>
                  </a:moveTo>
                  <a:lnTo>
                    <a:pt x="11383" y="4050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3" name="Input_receptor__1222">
              <a:extLst>
                <a:ext uri="{FF2B5EF4-FFF2-40B4-BE49-F238E27FC236}">
                  <a16:creationId xmlns:a16="http://schemas.microsoft.com/office/drawing/2014/main" id="{1BD7CD1B-EFEF-E29D-FB1E-EF418204EDEB}"/>
                </a:ext>
              </a:extLst>
            </p:cNvPr>
            <p:cNvSpPr>
              <a:spLocks noGrp="1"/>
            </p:cNvSpPr>
            <p:nvPr/>
          </p:nvSpPr>
          <p:spPr>
            <a:xfrm>
              <a:off x="1214867" y="4479149"/>
              <a:ext cx="47365" cy="8322"/>
            </a:xfrm>
            <a:custGeom>
              <a:avLst/>
              <a:gdLst/>
              <a:ahLst/>
              <a:cxnLst/>
              <a:rect l="0" t="0" r="0" b="0"/>
              <a:pathLst>
                <a:path w="47365" h="8322">
                  <a:moveTo>
                    <a:pt x="47365" y="83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4" name="Input_receptor__1223">
              <a:extLst>
                <a:ext uri="{FF2B5EF4-FFF2-40B4-BE49-F238E27FC236}">
                  <a16:creationId xmlns:a16="http://schemas.microsoft.com/office/drawing/2014/main" id="{73D0CC17-8B2E-11AC-43A2-76D57815A73B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48150"/>
              <a:ext cx="3446" cy="47725"/>
            </a:xfrm>
            <a:custGeom>
              <a:avLst/>
              <a:gdLst/>
              <a:ahLst/>
              <a:cxnLst/>
              <a:rect l="0" t="0" r="0" b="0"/>
              <a:pathLst>
                <a:path w="3446" h="47725">
                  <a:moveTo>
                    <a:pt x="3446" y="477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25" name="Input_receptor__1224">
              <a:extLst>
                <a:ext uri="{FF2B5EF4-FFF2-40B4-BE49-F238E27FC236}">
                  <a16:creationId xmlns:a16="http://schemas.microsoft.com/office/drawing/2014/main" id="{BCE34EEA-8094-5853-6694-5A90FFE850BE}"/>
                </a:ext>
              </a:extLst>
            </p:cNvPr>
            <p:cNvSpPr>
              <a:spLocks noGrp="1"/>
            </p:cNvSpPr>
            <p:nvPr/>
          </p:nvSpPr>
          <p:spPr>
            <a:xfrm>
              <a:off x="1422704" y="4777274"/>
              <a:ext cx="47624" cy="3262"/>
            </a:xfrm>
            <a:custGeom>
              <a:avLst/>
              <a:gdLst/>
              <a:ahLst/>
              <a:cxnLst/>
              <a:rect l="0" t="0" r="0" b="0"/>
              <a:pathLst>
                <a:path w="47624" h="3262">
                  <a:moveTo>
                    <a:pt x="0" y="0"/>
                  </a:moveTo>
                  <a:lnTo>
                    <a:pt x="47624" y="326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6" name="Input_receptor__1225">
              <a:extLst>
                <a:ext uri="{FF2B5EF4-FFF2-40B4-BE49-F238E27FC236}">
                  <a16:creationId xmlns:a16="http://schemas.microsoft.com/office/drawing/2014/main" id="{B3EFF8AA-18E1-3AED-0113-29F5515E6509}"/>
                </a:ext>
              </a:extLst>
            </p:cNvPr>
            <p:cNvSpPr>
              <a:spLocks noGrp="1"/>
            </p:cNvSpPr>
            <p:nvPr/>
          </p:nvSpPr>
          <p:spPr>
            <a:xfrm>
              <a:off x="1588913" y="5042526"/>
              <a:ext cx="29226" cy="27682"/>
            </a:xfrm>
            <a:custGeom>
              <a:avLst/>
              <a:gdLst/>
              <a:ahLst/>
              <a:cxnLst/>
              <a:rect l="0" t="0" r="0" b="0"/>
              <a:pathLst>
                <a:path w="29226" h="27682">
                  <a:moveTo>
                    <a:pt x="29226" y="276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7" name="Input_receptor__1226">
              <a:extLst>
                <a:ext uri="{FF2B5EF4-FFF2-40B4-BE49-F238E27FC236}">
                  <a16:creationId xmlns:a16="http://schemas.microsoft.com/office/drawing/2014/main" id="{098EDD84-A9F3-6B55-E258-86642A2EDDDC}"/>
                </a:ext>
              </a:extLst>
            </p:cNvPr>
            <p:cNvSpPr>
              <a:spLocks noGrp="1"/>
            </p:cNvSpPr>
            <p:nvPr/>
          </p:nvSpPr>
          <p:spPr>
            <a:xfrm>
              <a:off x="1512685" y="5136205"/>
              <a:ext cx="14576" cy="46012"/>
            </a:xfrm>
            <a:custGeom>
              <a:avLst/>
              <a:gdLst/>
              <a:ahLst/>
              <a:cxnLst/>
              <a:rect l="0" t="0" r="0" b="0"/>
              <a:pathLst>
                <a:path w="14576" h="46012">
                  <a:moveTo>
                    <a:pt x="14576" y="0"/>
                  </a:moveTo>
                  <a:lnTo>
                    <a:pt x="0" y="4601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8" name="Input_receptor__1227">
              <a:extLst>
                <a:ext uri="{FF2B5EF4-FFF2-40B4-BE49-F238E27FC236}">
                  <a16:creationId xmlns:a16="http://schemas.microsoft.com/office/drawing/2014/main" id="{2F14085D-CBAD-756E-FF19-61361C5E7D40}"/>
                </a:ext>
              </a:extLst>
            </p:cNvPr>
            <p:cNvSpPr>
              <a:spLocks noGrp="1"/>
            </p:cNvSpPr>
            <p:nvPr/>
          </p:nvSpPr>
          <p:spPr>
            <a:xfrm>
              <a:off x="1549157" y="4900033"/>
              <a:ext cx="36330" cy="14603"/>
            </a:xfrm>
            <a:custGeom>
              <a:avLst/>
              <a:gdLst/>
              <a:ahLst/>
              <a:cxnLst/>
              <a:rect l="0" t="0" r="0" b="0"/>
              <a:pathLst>
                <a:path w="36330" h="14603">
                  <a:moveTo>
                    <a:pt x="36330" y="14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9" name="Input_receptor__1228">
              <a:extLst>
                <a:ext uri="{FF2B5EF4-FFF2-40B4-BE49-F238E27FC236}">
                  <a16:creationId xmlns:a16="http://schemas.microsoft.com/office/drawing/2014/main" id="{1A45860D-2289-98A8-CE46-677173986193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356876"/>
              <a:ext cx="3988" cy="46253"/>
            </a:xfrm>
            <a:custGeom>
              <a:avLst/>
              <a:gdLst/>
              <a:ahLst/>
              <a:cxnLst/>
              <a:rect l="0" t="0" r="0" b="0"/>
              <a:pathLst>
                <a:path w="3988" h="46253">
                  <a:moveTo>
                    <a:pt x="3988" y="0"/>
                  </a:moveTo>
                  <a:lnTo>
                    <a:pt x="0" y="46253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0" name="Input_receptor__1229">
              <a:extLst>
                <a:ext uri="{FF2B5EF4-FFF2-40B4-BE49-F238E27FC236}">
                  <a16:creationId xmlns:a16="http://schemas.microsoft.com/office/drawing/2014/main" id="{17C10026-8956-AF5B-9721-63141D08425A}"/>
                </a:ext>
              </a:extLst>
            </p:cNvPr>
            <p:cNvSpPr>
              <a:spLocks noGrp="1"/>
            </p:cNvSpPr>
            <p:nvPr/>
          </p:nvSpPr>
          <p:spPr>
            <a:xfrm>
              <a:off x="1405144" y="4692791"/>
              <a:ext cx="24457" cy="25449"/>
            </a:xfrm>
            <a:custGeom>
              <a:avLst/>
              <a:gdLst/>
              <a:ahLst/>
              <a:cxnLst/>
              <a:rect l="0" t="0" r="0" b="0"/>
              <a:pathLst>
                <a:path w="24457" h="25449">
                  <a:moveTo>
                    <a:pt x="0" y="0"/>
                  </a:moveTo>
                  <a:lnTo>
                    <a:pt x="24457" y="25449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1" name="Input_receptor__1230">
              <a:extLst>
                <a:ext uri="{FF2B5EF4-FFF2-40B4-BE49-F238E27FC236}">
                  <a16:creationId xmlns:a16="http://schemas.microsoft.com/office/drawing/2014/main" id="{E5CCC651-C80E-5BD7-54CB-207F39AA0770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70208"/>
              <a:ext cx="14685" cy="39606"/>
            </a:xfrm>
            <a:custGeom>
              <a:avLst/>
              <a:gdLst/>
              <a:ahLst/>
              <a:cxnLst/>
              <a:rect l="0" t="0" r="0" b="0"/>
              <a:pathLst>
                <a:path w="14685" h="39606">
                  <a:moveTo>
                    <a:pt x="0" y="39606"/>
                  </a:moveTo>
                  <a:lnTo>
                    <a:pt x="14685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2" name="Input_receptor__1231">
              <a:extLst>
                <a:ext uri="{FF2B5EF4-FFF2-40B4-BE49-F238E27FC236}">
                  <a16:creationId xmlns:a16="http://schemas.microsoft.com/office/drawing/2014/main" id="{4507FF7C-2924-AB5E-057E-9D7E20FE97A1}"/>
                </a:ext>
              </a:extLst>
            </p:cNvPr>
            <p:cNvSpPr>
              <a:spLocks noGrp="1"/>
            </p:cNvSpPr>
            <p:nvPr/>
          </p:nvSpPr>
          <p:spPr>
            <a:xfrm>
              <a:off x="1013291" y="4595875"/>
              <a:ext cx="42109" cy="23652"/>
            </a:xfrm>
            <a:custGeom>
              <a:avLst/>
              <a:gdLst/>
              <a:ahLst/>
              <a:cxnLst/>
              <a:rect l="0" t="0" r="0" b="0"/>
              <a:pathLst>
                <a:path w="42109" h="23652">
                  <a:moveTo>
                    <a:pt x="0" y="23652"/>
                  </a:moveTo>
                  <a:lnTo>
                    <a:pt x="42109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3" name="Input_receptor__1232">
              <a:extLst>
                <a:ext uri="{FF2B5EF4-FFF2-40B4-BE49-F238E27FC236}">
                  <a16:creationId xmlns:a16="http://schemas.microsoft.com/office/drawing/2014/main" id="{650FC13E-8C27-661B-0468-A32317F5BEE4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82199"/>
              <a:ext cx="32777" cy="10258"/>
            </a:xfrm>
            <a:custGeom>
              <a:avLst/>
              <a:gdLst/>
              <a:ahLst/>
              <a:cxnLst/>
              <a:rect l="0" t="0" r="0" b="0"/>
              <a:pathLst>
                <a:path w="32777" h="10258">
                  <a:moveTo>
                    <a:pt x="32777" y="102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4" name="Input_receptor__1233">
              <a:extLst>
                <a:ext uri="{FF2B5EF4-FFF2-40B4-BE49-F238E27FC236}">
                  <a16:creationId xmlns:a16="http://schemas.microsoft.com/office/drawing/2014/main" id="{5D2F1692-DB7F-9EAD-F825-CF19CA80CB62}"/>
                </a:ext>
              </a:extLst>
            </p:cNvPr>
            <p:cNvSpPr>
              <a:spLocks noGrp="1"/>
            </p:cNvSpPr>
            <p:nvPr/>
          </p:nvSpPr>
          <p:spPr>
            <a:xfrm>
              <a:off x="1560513" y="4617089"/>
              <a:ext cx="47855" cy="3479"/>
            </a:xfrm>
            <a:custGeom>
              <a:avLst/>
              <a:gdLst/>
              <a:ahLst/>
              <a:cxnLst/>
              <a:rect l="0" t="0" r="0" b="0"/>
              <a:pathLst>
                <a:path w="47855" h="3479">
                  <a:moveTo>
                    <a:pt x="0" y="3479"/>
                  </a:moveTo>
                  <a:lnTo>
                    <a:pt x="47855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5" name="Input_receptor__1234">
              <a:extLst>
                <a:ext uri="{FF2B5EF4-FFF2-40B4-BE49-F238E27FC236}">
                  <a16:creationId xmlns:a16="http://schemas.microsoft.com/office/drawing/2014/main" id="{F1BF1103-ED8E-2214-8B68-FE6D40828BE4}"/>
                </a:ext>
              </a:extLst>
            </p:cNvPr>
            <p:cNvSpPr>
              <a:spLocks noGrp="1"/>
            </p:cNvSpPr>
            <p:nvPr/>
          </p:nvSpPr>
          <p:spPr>
            <a:xfrm>
              <a:off x="1724800" y="4996820"/>
              <a:ext cx="27898" cy="21320"/>
            </a:xfrm>
            <a:custGeom>
              <a:avLst/>
              <a:gdLst/>
              <a:ahLst/>
              <a:cxnLst/>
              <a:rect l="0" t="0" r="0" b="0"/>
              <a:pathLst>
                <a:path w="27898" h="21320">
                  <a:moveTo>
                    <a:pt x="27898" y="213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6" name="Input_receptor__1235">
              <a:extLst>
                <a:ext uri="{FF2B5EF4-FFF2-40B4-BE49-F238E27FC236}">
                  <a16:creationId xmlns:a16="http://schemas.microsoft.com/office/drawing/2014/main" id="{922897C5-A976-9C8B-161D-E6F9ACC255A1}"/>
                </a:ext>
              </a:extLst>
            </p:cNvPr>
            <p:cNvSpPr>
              <a:spLocks noGrp="1"/>
            </p:cNvSpPr>
            <p:nvPr/>
          </p:nvSpPr>
          <p:spPr>
            <a:xfrm>
              <a:off x="1468471" y="4398521"/>
              <a:ext cx="1962" cy="45206"/>
            </a:xfrm>
            <a:custGeom>
              <a:avLst/>
              <a:gdLst/>
              <a:ahLst/>
              <a:cxnLst/>
              <a:rect l="0" t="0" r="0" b="0"/>
              <a:pathLst>
                <a:path w="1962" h="45206">
                  <a:moveTo>
                    <a:pt x="0" y="45206"/>
                  </a:moveTo>
                  <a:lnTo>
                    <a:pt x="1962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7" name="Input_receptor__1236">
              <a:extLst>
                <a:ext uri="{FF2B5EF4-FFF2-40B4-BE49-F238E27FC236}">
                  <a16:creationId xmlns:a16="http://schemas.microsoft.com/office/drawing/2014/main" id="{0619AA17-1A69-98DF-FFDE-AFEB7A58C8FA}"/>
                </a:ext>
              </a:extLst>
            </p:cNvPr>
            <p:cNvSpPr>
              <a:spLocks noGrp="1"/>
            </p:cNvSpPr>
            <p:nvPr/>
          </p:nvSpPr>
          <p:spPr>
            <a:xfrm>
              <a:off x="1427797" y="4383423"/>
              <a:ext cx="42637" cy="15098"/>
            </a:xfrm>
            <a:custGeom>
              <a:avLst/>
              <a:gdLst/>
              <a:ahLst/>
              <a:cxnLst/>
              <a:rect l="0" t="0" r="0" b="0"/>
              <a:pathLst>
                <a:path w="42637" h="15098">
                  <a:moveTo>
                    <a:pt x="42637" y="150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8" name="Input_receptor__1237">
              <a:extLst>
                <a:ext uri="{FF2B5EF4-FFF2-40B4-BE49-F238E27FC236}">
                  <a16:creationId xmlns:a16="http://schemas.microsoft.com/office/drawing/2014/main" id="{3C3C9BCD-999D-B154-FCC3-3F38168E445E}"/>
                </a:ext>
              </a:extLst>
            </p:cNvPr>
            <p:cNvSpPr>
              <a:spLocks noGrp="1"/>
            </p:cNvSpPr>
            <p:nvPr/>
          </p:nvSpPr>
          <p:spPr>
            <a:xfrm>
              <a:off x="1094489" y="5095293"/>
              <a:ext cx="45991" cy="13664"/>
            </a:xfrm>
            <a:custGeom>
              <a:avLst/>
              <a:gdLst/>
              <a:ahLst/>
              <a:cxnLst/>
              <a:rect l="0" t="0" r="0" b="0"/>
              <a:pathLst>
                <a:path w="45991" h="13664">
                  <a:moveTo>
                    <a:pt x="0" y="13664"/>
                  </a:moveTo>
                  <a:lnTo>
                    <a:pt x="45991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9" name="Input_receptor__1238">
              <a:extLst>
                <a:ext uri="{FF2B5EF4-FFF2-40B4-BE49-F238E27FC236}">
                  <a16:creationId xmlns:a16="http://schemas.microsoft.com/office/drawing/2014/main" id="{D104120B-607D-1437-3643-1C61E81267D1}"/>
                </a:ext>
              </a:extLst>
            </p:cNvPr>
            <p:cNvSpPr>
              <a:spLocks noGrp="1"/>
            </p:cNvSpPr>
            <p:nvPr/>
          </p:nvSpPr>
          <p:spPr>
            <a:xfrm>
              <a:off x="1316231" y="4155957"/>
              <a:ext cx="46097" cy="6357"/>
            </a:xfrm>
            <a:custGeom>
              <a:avLst/>
              <a:gdLst/>
              <a:ahLst/>
              <a:cxnLst/>
              <a:rect l="0" t="0" r="0" b="0"/>
              <a:pathLst>
                <a:path w="46097" h="6357">
                  <a:moveTo>
                    <a:pt x="46097" y="63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0" name="Input_receptor__1239">
              <a:extLst>
                <a:ext uri="{FF2B5EF4-FFF2-40B4-BE49-F238E27FC236}">
                  <a16:creationId xmlns:a16="http://schemas.microsoft.com/office/drawing/2014/main" id="{CA02DD9A-AF31-5A5C-875B-6931CF162834}"/>
                </a:ext>
              </a:extLst>
            </p:cNvPr>
            <p:cNvSpPr>
              <a:spLocks noGrp="1"/>
            </p:cNvSpPr>
            <p:nvPr/>
          </p:nvSpPr>
          <p:spPr>
            <a:xfrm>
              <a:off x="1197982" y="4297566"/>
              <a:ext cx="1548" cy="43462"/>
            </a:xfrm>
            <a:custGeom>
              <a:avLst/>
              <a:gdLst/>
              <a:ahLst/>
              <a:cxnLst/>
              <a:rect l="0" t="0" r="0" b="0"/>
              <a:pathLst>
                <a:path w="1548" h="43462">
                  <a:moveTo>
                    <a:pt x="0" y="43462"/>
                  </a:moveTo>
                  <a:lnTo>
                    <a:pt x="154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1" name="Input_receptor__1240">
              <a:extLst>
                <a:ext uri="{FF2B5EF4-FFF2-40B4-BE49-F238E27FC236}">
                  <a16:creationId xmlns:a16="http://schemas.microsoft.com/office/drawing/2014/main" id="{6D3DCF85-386F-99F9-FB3B-AC8247FDB1BA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8924"/>
              <a:ext cx="12492" cy="40555"/>
            </a:xfrm>
            <a:custGeom>
              <a:avLst/>
              <a:gdLst/>
              <a:ahLst/>
              <a:cxnLst/>
              <a:rect l="0" t="0" r="0" b="0"/>
              <a:pathLst>
                <a:path w="12492" h="40555">
                  <a:moveTo>
                    <a:pt x="0" y="0"/>
                  </a:moveTo>
                  <a:lnTo>
                    <a:pt x="12492" y="4055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2" name="Input_receptor__1241">
              <a:extLst>
                <a:ext uri="{FF2B5EF4-FFF2-40B4-BE49-F238E27FC236}">
                  <a16:creationId xmlns:a16="http://schemas.microsoft.com/office/drawing/2014/main" id="{301A82DF-79DD-0BA8-1D56-AB9052B75FD9}"/>
                </a:ext>
              </a:extLst>
            </p:cNvPr>
            <p:cNvSpPr>
              <a:spLocks noGrp="1"/>
            </p:cNvSpPr>
            <p:nvPr/>
          </p:nvSpPr>
          <p:spPr>
            <a:xfrm>
              <a:off x="1624648" y="4286979"/>
              <a:ext cx="464" cy="14877"/>
            </a:xfrm>
            <a:custGeom>
              <a:avLst/>
              <a:gdLst/>
              <a:ahLst/>
              <a:cxnLst/>
              <a:rect l="0" t="0" r="0" b="0"/>
              <a:pathLst>
                <a:path w="464" h="14877">
                  <a:moveTo>
                    <a:pt x="464" y="0"/>
                  </a:moveTo>
                  <a:lnTo>
                    <a:pt x="0" y="14877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3" name="Input_receptor__1242">
              <a:extLst>
                <a:ext uri="{FF2B5EF4-FFF2-40B4-BE49-F238E27FC236}">
                  <a16:creationId xmlns:a16="http://schemas.microsoft.com/office/drawing/2014/main" id="{9DE48C69-3610-C0BD-AB2C-5BF7CEEAEFFC}"/>
                </a:ext>
              </a:extLst>
            </p:cNvPr>
            <p:cNvSpPr>
              <a:spLocks noGrp="1"/>
            </p:cNvSpPr>
            <p:nvPr/>
          </p:nvSpPr>
          <p:spPr>
            <a:xfrm>
              <a:off x="1426611" y="4898139"/>
              <a:ext cx="22115" cy="3276"/>
            </a:xfrm>
            <a:custGeom>
              <a:avLst/>
              <a:gdLst/>
              <a:ahLst/>
              <a:cxnLst/>
              <a:rect l="0" t="0" r="0" b="0"/>
              <a:pathLst>
                <a:path w="22115" h="3276">
                  <a:moveTo>
                    <a:pt x="0" y="0"/>
                  </a:moveTo>
                  <a:lnTo>
                    <a:pt x="22115" y="327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4" name="Input_receptor__1243">
              <a:extLst>
                <a:ext uri="{FF2B5EF4-FFF2-40B4-BE49-F238E27FC236}">
                  <a16:creationId xmlns:a16="http://schemas.microsoft.com/office/drawing/2014/main" id="{A42A595B-1031-60D4-AC86-ACC9BA8274CF}"/>
                </a:ext>
              </a:extLst>
            </p:cNvPr>
            <p:cNvSpPr>
              <a:spLocks noGrp="1"/>
            </p:cNvSpPr>
            <p:nvPr/>
          </p:nvSpPr>
          <p:spPr>
            <a:xfrm>
              <a:off x="1548103" y="4109561"/>
              <a:ext cx="14798" cy="38504"/>
            </a:xfrm>
            <a:custGeom>
              <a:avLst/>
              <a:gdLst/>
              <a:ahLst/>
              <a:cxnLst/>
              <a:rect l="0" t="0" r="0" b="0"/>
              <a:pathLst>
                <a:path w="14798" h="38504">
                  <a:moveTo>
                    <a:pt x="0" y="38504"/>
                  </a:moveTo>
                  <a:lnTo>
                    <a:pt x="1479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5" name="Input_receptor__1244">
              <a:extLst>
                <a:ext uri="{FF2B5EF4-FFF2-40B4-BE49-F238E27FC236}">
                  <a16:creationId xmlns:a16="http://schemas.microsoft.com/office/drawing/2014/main" id="{3624F14A-3896-5700-6E04-BE532BFE8FCF}"/>
                </a:ext>
              </a:extLst>
            </p:cNvPr>
            <p:cNvSpPr>
              <a:spLocks noGrp="1"/>
            </p:cNvSpPr>
            <p:nvPr/>
          </p:nvSpPr>
          <p:spPr>
            <a:xfrm>
              <a:off x="1415382" y="4833363"/>
              <a:ext cx="35900" cy="3395"/>
            </a:xfrm>
            <a:custGeom>
              <a:avLst/>
              <a:gdLst/>
              <a:ahLst/>
              <a:cxnLst/>
              <a:rect l="0" t="0" r="0" b="0"/>
              <a:pathLst>
                <a:path w="35900" h="3395">
                  <a:moveTo>
                    <a:pt x="0" y="0"/>
                  </a:moveTo>
                  <a:lnTo>
                    <a:pt x="35900" y="339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6" name="Input_receptor__1245">
              <a:extLst>
                <a:ext uri="{FF2B5EF4-FFF2-40B4-BE49-F238E27FC236}">
                  <a16:creationId xmlns:a16="http://schemas.microsoft.com/office/drawing/2014/main" id="{6AB91B22-4FDC-426D-8B2F-497769A68545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13666" cy="19611"/>
            </a:xfrm>
            <a:custGeom>
              <a:avLst/>
              <a:gdLst/>
              <a:ahLst/>
              <a:cxnLst/>
              <a:rect l="0" t="0" r="0" b="0"/>
              <a:pathLst>
                <a:path w="13666" h="19611">
                  <a:moveTo>
                    <a:pt x="0" y="0"/>
                  </a:moveTo>
                  <a:lnTo>
                    <a:pt x="13666" y="19611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7" name="Input_receptor__1246">
              <a:extLst>
                <a:ext uri="{FF2B5EF4-FFF2-40B4-BE49-F238E27FC236}">
                  <a16:creationId xmlns:a16="http://schemas.microsoft.com/office/drawing/2014/main" id="{7D1C662B-7117-D54B-853E-902FAC50239A}"/>
                </a:ext>
              </a:extLst>
            </p:cNvPr>
            <p:cNvSpPr>
              <a:spLocks noGrp="1"/>
            </p:cNvSpPr>
            <p:nvPr/>
          </p:nvSpPr>
          <p:spPr>
            <a:xfrm>
              <a:off x="1115642" y="4573764"/>
              <a:ext cx="20314" cy="35506"/>
            </a:xfrm>
            <a:custGeom>
              <a:avLst/>
              <a:gdLst/>
              <a:ahLst/>
              <a:cxnLst/>
              <a:rect l="0" t="0" r="0" b="0"/>
              <a:pathLst>
                <a:path w="20314" h="35506">
                  <a:moveTo>
                    <a:pt x="20314" y="35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8" name="Input_receptor__1247">
              <a:extLst>
                <a:ext uri="{FF2B5EF4-FFF2-40B4-BE49-F238E27FC236}">
                  <a16:creationId xmlns:a16="http://schemas.microsoft.com/office/drawing/2014/main" id="{58C4236E-689D-9358-984D-10CE96356206}"/>
                </a:ext>
              </a:extLst>
            </p:cNvPr>
            <p:cNvSpPr>
              <a:spLocks noGrp="1"/>
            </p:cNvSpPr>
            <p:nvPr/>
          </p:nvSpPr>
          <p:spPr>
            <a:xfrm>
              <a:off x="1658300" y="4778602"/>
              <a:ext cx="12919" cy="39479"/>
            </a:xfrm>
            <a:custGeom>
              <a:avLst/>
              <a:gdLst/>
              <a:ahLst/>
              <a:cxnLst/>
              <a:rect l="0" t="0" r="0" b="0"/>
              <a:pathLst>
                <a:path w="12919" h="39479">
                  <a:moveTo>
                    <a:pt x="12919" y="0"/>
                  </a:moveTo>
                  <a:lnTo>
                    <a:pt x="0" y="39479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49" name="Input_receptor__1248">
              <a:extLst>
                <a:ext uri="{FF2B5EF4-FFF2-40B4-BE49-F238E27FC236}">
                  <a16:creationId xmlns:a16="http://schemas.microsoft.com/office/drawing/2014/main" id="{E6351742-87CA-264D-F588-2777BD215187}"/>
                </a:ext>
              </a:extLst>
            </p:cNvPr>
            <p:cNvSpPr>
              <a:spLocks noGrp="1"/>
            </p:cNvSpPr>
            <p:nvPr/>
          </p:nvSpPr>
          <p:spPr>
            <a:xfrm>
              <a:off x="1348807" y="4695789"/>
              <a:ext cx="8193" cy="38537"/>
            </a:xfrm>
            <a:custGeom>
              <a:avLst/>
              <a:gdLst/>
              <a:ahLst/>
              <a:cxnLst/>
              <a:rect l="0" t="0" r="0" b="0"/>
              <a:pathLst>
                <a:path w="8193" h="38537">
                  <a:moveTo>
                    <a:pt x="0" y="38537"/>
                  </a:moveTo>
                  <a:lnTo>
                    <a:pt x="8193" y="0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0" name="Input_receptor__1249">
              <a:extLst>
                <a:ext uri="{FF2B5EF4-FFF2-40B4-BE49-F238E27FC236}">
                  <a16:creationId xmlns:a16="http://schemas.microsoft.com/office/drawing/2014/main" id="{BC55956E-FE4F-D8F1-B2E1-03417B2B95B0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63040"/>
              <a:ext cx="12126" cy="31646"/>
            </a:xfrm>
            <a:custGeom>
              <a:avLst/>
              <a:gdLst/>
              <a:ahLst/>
              <a:cxnLst/>
              <a:rect l="0" t="0" r="0" b="0"/>
              <a:pathLst>
                <a:path w="12126" h="31646">
                  <a:moveTo>
                    <a:pt x="12126" y="0"/>
                  </a:moveTo>
                  <a:lnTo>
                    <a:pt x="0" y="31646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1" name="Input_receptor__1250">
              <a:extLst>
                <a:ext uri="{FF2B5EF4-FFF2-40B4-BE49-F238E27FC236}">
                  <a16:creationId xmlns:a16="http://schemas.microsoft.com/office/drawing/2014/main" id="{271FF722-0912-EEB7-F598-1A2C7940875B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799313"/>
              <a:ext cx="39882" cy="8324"/>
            </a:xfrm>
            <a:custGeom>
              <a:avLst/>
              <a:gdLst/>
              <a:ahLst/>
              <a:cxnLst/>
              <a:rect l="0" t="0" r="0" b="0"/>
              <a:pathLst>
                <a:path w="39882" h="8324">
                  <a:moveTo>
                    <a:pt x="0" y="8324"/>
                  </a:moveTo>
                  <a:lnTo>
                    <a:pt x="39882" y="0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52" name="Input_receptor__1251">
              <a:extLst>
                <a:ext uri="{FF2B5EF4-FFF2-40B4-BE49-F238E27FC236}">
                  <a16:creationId xmlns:a16="http://schemas.microsoft.com/office/drawing/2014/main" id="{72166754-9592-D196-C1FF-E12CB090EA18}"/>
                </a:ext>
              </a:extLst>
            </p:cNvPr>
            <p:cNvSpPr>
              <a:spLocks noGrp="1"/>
            </p:cNvSpPr>
            <p:nvPr/>
          </p:nvSpPr>
          <p:spPr>
            <a:xfrm>
              <a:off x="1608368" y="4617089"/>
              <a:ext cx="33504" cy="29117"/>
            </a:xfrm>
            <a:custGeom>
              <a:avLst/>
              <a:gdLst/>
              <a:ahLst/>
              <a:cxnLst/>
              <a:rect l="0" t="0" r="0" b="0"/>
              <a:pathLst>
                <a:path w="33504" h="29117">
                  <a:moveTo>
                    <a:pt x="0" y="0"/>
                  </a:moveTo>
                  <a:lnTo>
                    <a:pt x="33504" y="29117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3" name="Input_receptor__1252">
              <a:extLst>
                <a:ext uri="{FF2B5EF4-FFF2-40B4-BE49-F238E27FC236}">
                  <a16:creationId xmlns:a16="http://schemas.microsoft.com/office/drawing/2014/main" id="{0CD3662C-E770-B5A5-DA1E-FDB4D8C8C0B6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50566"/>
              <a:ext cx="18424" cy="15116"/>
            </a:xfrm>
            <a:custGeom>
              <a:avLst/>
              <a:gdLst/>
              <a:ahLst/>
              <a:cxnLst/>
              <a:rect l="0" t="0" r="0" b="0"/>
              <a:pathLst>
                <a:path w="18424" h="15116">
                  <a:moveTo>
                    <a:pt x="18424" y="0"/>
                  </a:moveTo>
                  <a:lnTo>
                    <a:pt x="0" y="15116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4" name="Input_receptor__1253">
              <a:extLst>
                <a:ext uri="{FF2B5EF4-FFF2-40B4-BE49-F238E27FC236}">
                  <a16:creationId xmlns:a16="http://schemas.microsoft.com/office/drawing/2014/main" id="{4E5BDBA9-B162-FCAA-70ED-9A9310923507}"/>
                </a:ext>
              </a:extLst>
            </p:cNvPr>
            <p:cNvSpPr>
              <a:spLocks noGrp="1"/>
            </p:cNvSpPr>
            <p:nvPr/>
          </p:nvSpPr>
          <p:spPr>
            <a:xfrm>
              <a:off x="1215988" y="4536695"/>
              <a:ext cx="19855" cy="7727"/>
            </a:xfrm>
            <a:custGeom>
              <a:avLst/>
              <a:gdLst/>
              <a:ahLst/>
              <a:cxnLst/>
              <a:rect l="0" t="0" r="0" b="0"/>
              <a:pathLst>
                <a:path w="19855" h="7727">
                  <a:moveTo>
                    <a:pt x="19855" y="7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5" name="Input_receptor__1254">
              <a:extLst>
                <a:ext uri="{FF2B5EF4-FFF2-40B4-BE49-F238E27FC236}">
                  <a16:creationId xmlns:a16="http://schemas.microsoft.com/office/drawing/2014/main" id="{6E997BCF-58F1-6C67-586E-23C03BA6D33B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73127"/>
              <a:ext cx="20578" cy="24439"/>
            </a:xfrm>
            <a:custGeom>
              <a:avLst/>
              <a:gdLst/>
              <a:ahLst/>
              <a:cxnLst/>
              <a:rect l="0" t="0" r="0" b="0"/>
              <a:pathLst>
                <a:path w="20578" h="24439">
                  <a:moveTo>
                    <a:pt x="20578" y="24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6" name="Input_receptor__1255">
              <a:extLst>
                <a:ext uri="{FF2B5EF4-FFF2-40B4-BE49-F238E27FC236}">
                  <a16:creationId xmlns:a16="http://schemas.microsoft.com/office/drawing/2014/main" id="{073F830E-09EF-DDCF-F3FC-39102C0A3000}"/>
                </a:ext>
              </a:extLst>
            </p:cNvPr>
            <p:cNvSpPr>
              <a:spLocks noGrp="1"/>
            </p:cNvSpPr>
            <p:nvPr/>
          </p:nvSpPr>
          <p:spPr>
            <a:xfrm>
              <a:off x="1109961" y="5022818"/>
              <a:ext cx="43981" cy="19177"/>
            </a:xfrm>
            <a:custGeom>
              <a:avLst/>
              <a:gdLst/>
              <a:ahLst/>
              <a:cxnLst/>
              <a:rect l="0" t="0" r="0" b="0"/>
              <a:pathLst>
                <a:path w="43981" h="19177">
                  <a:moveTo>
                    <a:pt x="0" y="19177"/>
                  </a:moveTo>
                  <a:lnTo>
                    <a:pt x="43981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7" name="Input_receptor__1256">
              <a:extLst>
                <a:ext uri="{FF2B5EF4-FFF2-40B4-BE49-F238E27FC236}">
                  <a16:creationId xmlns:a16="http://schemas.microsoft.com/office/drawing/2014/main" id="{7C33E07D-FF26-BEE6-8036-BDCEA253922B}"/>
                </a:ext>
              </a:extLst>
            </p:cNvPr>
            <p:cNvSpPr>
              <a:spLocks noGrp="1"/>
            </p:cNvSpPr>
            <p:nvPr/>
          </p:nvSpPr>
          <p:spPr>
            <a:xfrm>
              <a:off x="1399676" y="4493860"/>
              <a:ext cx="39436" cy="22001"/>
            </a:xfrm>
            <a:custGeom>
              <a:avLst/>
              <a:gdLst/>
              <a:ahLst/>
              <a:cxnLst/>
              <a:rect l="0" t="0" r="0" b="0"/>
              <a:pathLst>
                <a:path w="39436" h="22001">
                  <a:moveTo>
                    <a:pt x="0" y="22001"/>
                  </a:moveTo>
                  <a:lnTo>
                    <a:pt x="39436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58" name="Input_receptor__1257">
              <a:extLst>
                <a:ext uri="{FF2B5EF4-FFF2-40B4-BE49-F238E27FC236}">
                  <a16:creationId xmlns:a16="http://schemas.microsoft.com/office/drawing/2014/main" id="{E9338B19-F291-A701-B0F6-CA629A490664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94687"/>
              <a:ext cx="4865" cy="40449"/>
            </a:xfrm>
            <a:custGeom>
              <a:avLst/>
              <a:gdLst/>
              <a:ahLst/>
              <a:cxnLst/>
              <a:rect l="0" t="0" r="0" b="0"/>
              <a:pathLst>
                <a:path w="4865" h="40449">
                  <a:moveTo>
                    <a:pt x="0" y="0"/>
                  </a:moveTo>
                  <a:lnTo>
                    <a:pt x="4865" y="4044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59" name="Input_receptor__1258">
              <a:extLst>
                <a:ext uri="{FF2B5EF4-FFF2-40B4-BE49-F238E27FC236}">
                  <a16:creationId xmlns:a16="http://schemas.microsoft.com/office/drawing/2014/main" id="{F4E27E6D-2041-DFAD-A07D-7EEF47E65412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698451"/>
              <a:ext cx="8053" cy="47448"/>
            </a:xfrm>
            <a:custGeom>
              <a:avLst/>
              <a:gdLst/>
              <a:ahLst/>
              <a:cxnLst/>
              <a:rect l="0" t="0" r="0" b="0"/>
              <a:pathLst>
                <a:path w="8053" h="47448">
                  <a:moveTo>
                    <a:pt x="0" y="47448"/>
                  </a:moveTo>
                  <a:lnTo>
                    <a:pt x="805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0" name="Input_receptor__1259">
              <a:extLst>
                <a:ext uri="{FF2B5EF4-FFF2-40B4-BE49-F238E27FC236}">
                  <a16:creationId xmlns:a16="http://schemas.microsoft.com/office/drawing/2014/main" id="{DEE5187B-BD8E-F52A-4013-C4C82C57F161}"/>
                </a:ext>
              </a:extLst>
            </p:cNvPr>
            <p:cNvSpPr>
              <a:spLocks noGrp="1"/>
            </p:cNvSpPr>
            <p:nvPr/>
          </p:nvSpPr>
          <p:spPr>
            <a:xfrm>
              <a:off x="1149991" y="4341028"/>
              <a:ext cx="47991" cy="1532"/>
            </a:xfrm>
            <a:custGeom>
              <a:avLst/>
              <a:gdLst/>
              <a:ahLst/>
              <a:cxnLst/>
              <a:rect l="0" t="0" r="0" b="0"/>
              <a:pathLst>
                <a:path w="47991" h="1532">
                  <a:moveTo>
                    <a:pt x="0" y="1532"/>
                  </a:moveTo>
                  <a:lnTo>
                    <a:pt x="47991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1" name="Input_receptor__1260">
              <a:extLst>
                <a:ext uri="{FF2B5EF4-FFF2-40B4-BE49-F238E27FC236}">
                  <a16:creationId xmlns:a16="http://schemas.microsoft.com/office/drawing/2014/main" id="{0D58163D-186F-3C42-D8D4-C70740E605EF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53380"/>
              <a:ext cx="30076" cy="12616"/>
            </a:xfrm>
            <a:custGeom>
              <a:avLst/>
              <a:gdLst/>
              <a:ahLst/>
              <a:cxnLst/>
              <a:rect l="0" t="0" r="0" b="0"/>
              <a:pathLst>
                <a:path w="30076" h="12616">
                  <a:moveTo>
                    <a:pt x="0" y="12616"/>
                  </a:moveTo>
                  <a:lnTo>
                    <a:pt x="3007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2" name="Input_receptor__1261">
              <a:extLst>
                <a:ext uri="{FF2B5EF4-FFF2-40B4-BE49-F238E27FC236}">
                  <a16:creationId xmlns:a16="http://schemas.microsoft.com/office/drawing/2014/main" id="{BE04CFF1-2C9B-2E5E-BDEA-A98DC867E7A0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31331"/>
              <a:ext cx="25611" cy="41091"/>
            </a:xfrm>
            <a:custGeom>
              <a:avLst/>
              <a:gdLst/>
              <a:ahLst/>
              <a:cxnLst/>
              <a:rect l="0" t="0" r="0" b="0"/>
              <a:pathLst>
                <a:path w="25611" h="41091">
                  <a:moveTo>
                    <a:pt x="0" y="0"/>
                  </a:moveTo>
                  <a:lnTo>
                    <a:pt x="25611" y="41091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3" name="Input_receptor__1262">
              <a:extLst>
                <a:ext uri="{FF2B5EF4-FFF2-40B4-BE49-F238E27FC236}">
                  <a16:creationId xmlns:a16="http://schemas.microsoft.com/office/drawing/2014/main" id="{C75E9ED3-C5AA-45FD-B1BC-5D897C5B5D9C}"/>
                </a:ext>
              </a:extLst>
            </p:cNvPr>
            <p:cNvSpPr>
              <a:spLocks noGrp="1"/>
            </p:cNvSpPr>
            <p:nvPr/>
          </p:nvSpPr>
          <p:spPr>
            <a:xfrm>
              <a:off x="1183289" y="4579478"/>
              <a:ext cx="17228" cy="17536"/>
            </a:xfrm>
            <a:custGeom>
              <a:avLst/>
              <a:gdLst/>
              <a:ahLst/>
              <a:cxnLst/>
              <a:rect l="0" t="0" r="0" b="0"/>
              <a:pathLst>
                <a:path w="17228" h="17536">
                  <a:moveTo>
                    <a:pt x="0" y="0"/>
                  </a:moveTo>
                  <a:lnTo>
                    <a:pt x="17228" y="175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4" name="Input_receptor__1263">
              <a:extLst>
                <a:ext uri="{FF2B5EF4-FFF2-40B4-BE49-F238E27FC236}">
                  <a16:creationId xmlns:a16="http://schemas.microsoft.com/office/drawing/2014/main" id="{00FA9EA1-9DBF-407C-4872-295F3E91D119}"/>
                </a:ext>
              </a:extLst>
            </p:cNvPr>
            <p:cNvSpPr>
              <a:spLocks noGrp="1"/>
            </p:cNvSpPr>
            <p:nvPr/>
          </p:nvSpPr>
          <p:spPr>
            <a:xfrm>
              <a:off x="1404356" y="4368994"/>
              <a:ext cx="23441" cy="14429"/>
            </a:xfrm>
            <a:custGeom>
              <a:avLst/>
              <a:gdLst/>
              <a:ahLst/>
              <a:cxnLst/>
              <a:rect l="0" t="0" r="0" b="0"/>
              <a:pathLst>
                <a:path w="23441" h="14429">
                  <a:moveTo>
                    <a:pt x="23441" y="14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5" name="Input_receptor__1264">
              <a:extLst>
                <a:ext uri="{FF2B5EF4-FFF2-40B4-BE49-F238E27FC236}">
                  <a16:creationId xmlns:a16="http://schemas.microsoft.com/office/drawing/2014/main" id="{1C53FC8D-7A2E-2224-B06E-E7EF7D1243AC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08900"/>
              <a:ext cx="39157" cy="14229"/>
            </a:xfrm>
            <a:custGeom>
              <a:avLst/>
              <a:gdLst/>
              <a:ahLst/>
              <a:cxnLst/>
              <a:rect l="0" t="0" r="0" b="0"/>
              <a:pathLst>
                <a:path w="39157" h="14229">
                  <a:moveTo>
                    <a:pt x="0" y="14229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6" name="Input_receptor__1265">
              <a:extLst>
                <a:ext uri="{FF2B5EF4-FFF2-40B4-BE49-F238E27FC236}">
                  <a16:creationId xmlns:a16="http://schemas.microsoft.com/office/drawing/2014/main" id="{B4FFBB67-98BA-DABF-6E10-A42B4B5AD7E4}"/>
                </a:ext>
              </a:extLst>
            </p:cNvPr>
            <p:cNvSpPr>
              <a:spLocks noGrp="1"/>
            </p:cNvSpPr>
            <p:nvPr/>
          </p:nvSpPr>
          <p:spPr>
            <a:xfrm>
              <a:off x="1228547" y="4938122"/>
              <a:ext cx="36559" cy="21789"/>
            </a:xfrm>
            <a:custGeom>
              <a:avLst/>
              <a:gdLst/>
              <a:ahLst/>
              <a:cxnLst/>
              <a:rect l="0" t="0" r="0" b="0"/>
              <a:pathLst>
                <a:path w="36559" h="21789">
                  <a:moveTo>
                    <a:pt x="36559" y="0"/>
                  </a:moveTo>
                  <a:lnTo>
                    <a:pt x="0" y="2178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7" name="Input_receptor__1266">
              <a:extLst>
                <a:ext uri="{FF2B5EF4-FFF2-40B4-BE49-F238E27FC236}">
                  <a16:creationId xmlns:a16="http://schemas.microsoft.com/office/drawing/2014/main" id="{3D2193CD-E4B9-914E-4196-30B47B83E663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66109"/>
              <a:ext cx="43189" cy="5000"/>
            </a:xfrm>
            <a:custGeom>
              <a:avLst/>
              <a:gdLst/>
              <a:ahLst/>
              <a:cxnLst/>
              <a:rect l="0" t="0" r="0" b="0"/>
              <a:pathLst>
                <a:path w="43189" h="5000">
                  <a:moveTo>
                    <a:pt x="0" y="0"/>
                  </a:moveTo>
                  <a:lnTo>
                    <a:pt x="43189" y="500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8" name="Input_receptor__1267">
              <a:extLst>
                <a:ext uri="{FF2B5EF4-FFF2-40B4-BE49-F238E27FC236}">
                  <a16:creationId xmlns:a16="http://schemas.microsoft.com/office/drawing/2014/main" id="{658D0922-AA65-9A9B-E884-85CACBB1C69C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403130"/>
              <a:ext cx="1724" cy="16253"/>
            </a:xfrm>
            <a:custGeom>
              <a:avLst/>
              <a:gdLst/>
              <a:ahLst/>
              <a:cxnLst/>
              <a:rect l="0" t="0" r="0" b="0"/>
              <a:pathLst>
                <a:path w="1724" h="16253">
                  <a:moveTo>
                    <a:pt x="0" y="0"/>
                  </a:moveTo>
                  <a:lnTo>
                    <a:pt x="1724" y="162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9" name="Input_receptor__1268">
              <a:extLst>
                <a:ext uri="{FF2B5EF4-FFF2-40B4-BE49-F238E27FC236}">
                  <a16:creationId xmlns:a16="http://schemas.microsoft.com/office/drawing/2014/main" id="{14F2540E-F790-8042-5857-640AB530D24C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36906"/>
              <a:ext cx="45355" cy="4222"/>
            </a:xfrm>
            <a:custGeom>
              <a:avLst/>
              <a:gdLst/>
              <a:ahLst/>
              <a:cxnLst/>
              <a:rect l="0" t="0" r="0" b="0"/>
              <a:pathLst>
                <a:path w="45355" h="4222">
                  <a:moveTo>
                    <a:pt x="45355" y="0"/>
                  </a:moveTo>
                  <a:lnTo>
                    <a:pt x="0" y="4222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0" name="Input_receptor__1269">
              <a:extLst>
                <a:ext uri="{FF2B5EF4-FFF2-40B4-BE49-F238E27FC236}">
                  <a16:creationId xmlns:a16="http://schemas.microsoft.com/office/drawing/2014/main" id="{F4293CC1-941F-9A0E-C0D2-2EFF75DB9C3D}"/>
                </a:ext>
              </a:extLst>
            </p:cNvPr>
            <p:cNvSpPr>
              <a:spLocks noGrp="1"/>
            </p:cNvSpPr>
            <p:nvPr/>
          </p:nvSpPr>
          <p:spPr>
            <a:xfrm>
              <a:off x="1220573" y="4234282"/>
              <a:ext cx="4840" cy="16757"/>
            </a:xfrm>
            <a:custGeom>
              <a:avLst/>
              <a:gdLst/>
              <a:ahLst/>
              <a:cxnLst/>
              <a:rect l="0" t="0" r="0" b="0"/>
              <a:pathLst>
                <a:path w="4840" h="16757">
                  <a:moveTo>
                    <a:pt x="0" y="16757"/>
                  </a:moveTo>
                  <a:lnTo>
                    <a:pt x="484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1" name="Input_receptor__1270">
              <a:extLst>
                <a:ext uri="{FF2B5EF4-FFF2-40B4-BE49-F238E27FC236}">
                  <a16:creationId xmlns:a16="http://schemas.microsoft.com/office/drawing/2014/main" id="{0AB3B747-DCF8-CAEC-1380-CD33641532C6}"/>
                </a:ext>
              </a:extLst>
            </p:cNvPr>
            <p:cNvSpPr>
              <a:spLocks noGrp="1"/>
            </p:cNvSpPr>
            <p:nvPr/>
          </p:nvSpPr>
          <p:spPr>
            <a:xfrm>
              <a:off x="1197741" y="4706818"/>
              <a:ext cx="8726" cy="33979"/>
            </a:xfrm>
            <a:custGeom>
              <a:avLst/>
              <a:gdLst/>
              <a:ahLst/>
              <a:cxnLst/>
              <a:rect l="0" t="0" r="0" b="0"/>
              <a:pathLst>
                <a:path w="8726" h="33979">
                  <a:moveTo>
                    <a:pt x="0" y="0"/>
                  </a:moveTo>
                  <a:lnTo>
                    <a:pt x="8726" y="3397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2" name="Input_receptor__1271">
              <a:extLst>
                <a:ext uri="{FF2B5EF4-FFF2-40B4-BE49-F238E27FC236}">
                  <a16:creationId xmlns:a16="http://schemas.microsoft.com/office/drawing/2014/main" id="{25F70FEF-DFB5-D866-84A6-7E0390C22037}"/>
                </a:ext>
              </a:extLst>
            </p:cNvPr>
            <p:cNvSpPr>
              <a:spLocks noGrp="1"/>
            </p:cNvSpPr>
            <p:nvPr/>
          </p:nvSpPr>
          <p:spPr>
            <a:xfrm>
              <a:off x="1641872" y="4646206"/>
              <a:ext cx="13981" cy="45904"/>
            </a:xfrm>
            <a:custGeom>
              <a:avLst/>
              <a:gdLst/>
              <a:ahLst/>
              <a:cxnLst/>
              <a:rect l="0" t="0" r="0" b="0"/>
              <a:pathLst>
                <a:path w="13981" h="45904">
                  <a:moveTo>
                    <a:pt x="0" y="0"/>
                  </a:moveTo>
                  <a:lnTo>
                    <a:pt x="13981" y="45904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3" name="Input_receptor__1272">
              <a:extLst>
                <a:ext uri="{FF2B5EF4-FFF2-40B4-BE49-F238E27FC236}">
                  <a16:creationId xmlns:a16="http://schemas.microsoft.com/office/drawing/2014/main" id="{111C0FF2-57F9-77D0-F063-939DC707E9C6}"/>
                </a:ext>
              </a:extLst>
            </p:cNvPr>
            <p:cNvSpPr>
              <a:spLocks noGrp="1"/>
            </p:cNvSpPr>
            <p:nvPr/>
          </p:nvSpPr>
          <p:spPr>
            <a:xfrm>
              <a:off x="1517614" y="4093264"/>
              <a:ext cx="45288" cy="16297"/>
            </a:xfrm>
            <a:custGeom>
              <a:avLst/>
              <a:gdLst/>
              <a:ahLst/>
              <a:cxnLst/>
              <a:rect l="0" t="0" r="0" b="0"/>
              <a:pathLst>
                <a:path w="45288" h="16297">
                  <a:moveTo>
                    <a:pt x="45288" y="16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4" name="Input_receptor__1273">
              <a:extLst>
                <a:ext uri="{FF2B5EF4-FFF2-40B4-BE49-F238E27FC236}">
                  <a16:creationId xmlns:a16="http://schemas.microsoft.com/office/drawing/2014/main" id="{87992645-288E-334A-CC14-F770F45E02F9}"/>
                </a:ext>
              </a:extLst>
            </p:cNvPr>
            <p:cNvSpPr>
              <a:spLocks noGrp="1"/>
            </p:cNvSpPr>
            <p:nvPr/>
          </p:nvSpPr>
          <p:spPr>
            <a:xfrm>
              <a:off x="1426988" y="4247463"/>
              <a:ext cx="16365" cy="44994"/>
            </a:xfrm>
            <a:custGeom>
              <a:avLst/>
              <a:gdLst/>
              <a:ahLst/>
              <a:cxnLst/>
              <a:rect l="0" t="0" r="0" b="0"/>
              <a:pathLst>
                <a:path w="16365" h="44994">
                  <a:moveTo>
                    <a:pt x="16365" y="0"/>
                  </a:moveTo>
                  <a:lnTo>
                    <a:pt x="0" y="44994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5" name="Input_receptor__1274">
              <a:extLst>
                <a:ext uri="{FF2B5EF4-FFF2-40B4-BE49-F238E27FC236}">
                  <a16:creationId xmlns:a16="http://schemas.microsoft.com/office/drawing/2014/main" id="{C15680A6-F7C8-01D1-4F56-7989CACDC644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69438"/>
              <a:ext cx="13767" cy="1333"/>
            </a:xfrm>
            <a:custGeom>
              <a:avLst/>
              <a:gdLst/>
              <a:ahLst/>
              <a:cxnLst/>
              <a:rect l="0" t="0" r="0" b="0"/>
              <a:pathLst>
                <a:path w="13767" h="1333">
                  <a:moveTo>
                    <a:pt x="0" y="0"/>
                  </a:moveTo>
                  <a:lnTo>
                    <a:pt x="13767" y="133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6" name="Input_receptor__1275">
              <a:extLst>
                <a:ext uri="{FF2B5EF4-FFF2-40B4-BE49-F238E27FC236}">
                  <a16:creationId xmlns:a16="http://schemas.microsoft.com/office/drawing/2014/main" id="{DD05A632-4F32-430F-D694-E4C01D301510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692111"/>
              <a:ext cx="34662" cy="33173"/>
            </a:xfrm>
            <a:custGeom>
              <a:avLst/>
              <a:gdLst/>
              <a:ahLst/>
              <a:cxnLst/>
              <a:rect l="0" t="0" r="0" b="0"/>
              <a:pathLst>
                <a:path w="34662" h="33173">
                  <a:moveTo>
                    <a:pt x="34662" y="0"/>
                  </a:moveTo>
                  <a:lnTo>
                    <a:pt x="0" y="3317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7" name="Input_receptor__1276">
              <a:extLst>
                <a:ext uri="{FF2B5EF4-FFF2-40B4-BE49-F238E27FC236}">
                  <a16:creationId xmlns:a16="http://schemas.microsoft.com/office/drawing/2014/main" id="{6005E3FF-24DA-0E6A-F236-E1D7DA38A803}"/>
                </a:ext>
              </a:extLst>
            </p:cNvPr>
            <p:cNvSpPr>
              <a:spLocks noGrp="1"/>
            </p:cNvSpPr>
            <p:nvPr/>
          </p:nvSpPr>
          <p:spPr>
            <a:xfrm>
              <a:off x="1357000" y="4692791"/>
              <a:ext cx="48144" cy="2998"/>
            </a:xfrm>
            <a:custGeom>
              <a:avLst/>
              <a:gdLst/>
              <a:ahLst/>
              <a:cxnLst/>
              <a:rect l="0" t="0" r="0" b="0"/>
              <a:pathLst>
                <a:path w="48144" h="2998">
                  <a:moveTo>
                    <a:pt x="0" y="2998"/>
                  </a:moveTo>
                  <a:lnTo>
                    <a:pt x="48144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8" name="Input_receptor__1277">
              <a:extLst>
                <a:ext uri="{FF2B5EF4-FFF2-40B4-BE49-F238E27FC236}">
                  <a16:creationId xmlns:a16="http://schemas.microsoft.com/office/drawing/2014/main" id="{C30B6CFC-69C3-79DA-0A49-1B0F3AB171F4}"/>
                </a:ext>
              </a:extLst>
            </p:cNvPr>
            <p:cNvSpPr>
              <a:spLocks noGrp="1"/>
            </p:cNvSpPr>
            <p:nvPr/>
          </p:nvSpPr>
          <p:spPr>
            <a:xfrm>
              <a:off x="1731088" y="5018141"/>
              <a:ext cx="21610" cy="43324"/>
            </a:xfrm>
            <a:custGeom>
              <a:avLst/>
              <a:gdLst/>
              <a:ahLst/>
              <a:cxnLst/>
              <a:rect l="0" t="0" r="0" b="0"/>
              <a:pathLst>
                <a:path w="21610" h="43324">
                  <a:moveTo>
                    <a:pt x="0" y="43324"/>
                  </a:moveTo>
                  <a:lnTo>
                    <a:pt x="2161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9" name="Input_receptor__1278">
              <a:extLst>
                <a:ext uri="{FF2B5EF4-FFF2-40B4-BE49-F238E27FC236}">
                  <a16:creationId xmlns:a16="http://schemas.microsoft.com/office/drawing/2014/main" id="{A015D8D5-FEE0-BCB0-3A47-2DA152C17E56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54460"/>
              <a:ext cx="14132" cy="1497"/>
            </a:xfrm>
            <a:custGeom>
              <a:avLst/>
              <a:gdLst/>
              <a:ahLst/>
              <a:cxnLst/>
              <a:rect l="0" t="0" r="0" b="0"/>
              <a:pathLst>
                <a:path w="14132" h="1497">
                  <a:moveTo>
                    <a:pt x="14132" y="1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0" name="Input_receptor__1279">
              <a:extLst>
                <a:ext uri="{FF2B5EF4-FFF2-40B4-BE49-F238E27FC236}">
                  <a16:creationId xmlns:a16="http://schemas.microsoft.com/office/drawing/2014/main" id="{95A74799-6363-CB38-FAAA-6E5F841D64F9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5022" cy="10607"/>
            </a:xfrm>
            <a:custGeom>
              <a:avLst/>
              <a:gdLst/>
              <a:ahLst/>
              <a:cxnLst/>
              <a:rect l="0" t="0" r="0" b="0"/>
              <a:pathLst>
                <a:path w="15022" h="10607">
                  <a:moveTo>
                    <a:pt x="15022" y="106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1" name="Input_receptor__1280">
              <a:extLst>
                <a:ext uri="{FF2B5EF4-FFF2-40B4-BE49-F238E27FC236}">
                  <a16:creationId xmlns:a16="http://schemas.microsoft.com/office/drawing/2014/main" id="{8CD963B3-26EF-630F-28AF-BFE31D4B293D}"/>
                </a:ext>
              </a:extLst>
            </p:cNvPr>
            <p:cNvSpPr>
              <a:spLocks noGrp="1"/>
            </p:cNvSpPr>
            <p:nvPr/>
          </p:nvSpPr>
          <p:spPr>
            <a:xfrm>
              <a:off x="1127555" y="4342560"/>
              <a:ext cx="22436" cy="37910"/>
            </a:xfrm>
            <a:custGeom>
              <a:avLst/>
              <a:gdLst/>
              <a:ahLst/>
              <a:cxnLst/>
              <a:rect l="0" t="0" r="0" b="0"/>
              <a:pathLst>
                <a:path w="22436" h="37910">
                  <a:moveTo>
                    <a:pt x="0" y="37910"/>
                  </a:moveTo>
                  <a:lnTo>
                    <a:pt x="2243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2" name="Input_receptor__1281">
              <a:extLst>
                <a:ext uri="{FF2B5EF4-FFF2-40B4-BE49-F238E27FC236}">
                  <a16:creationId xmlns:a16="http://schemas.microsoft.com/office/drawing/2014/main" id="{D5458A3B-CC0B-657F-054C-9CE94111E55B}"/>
                </a:ext>
              </a:extLst>
            </p:cNvPr>
            <p:cNvSpPr>
              <a:spLocks noGrp="1"/>
            </p:cNvSpPr>
            <p:nvPr/>
          </p:nvSpPr>
          <p:spPr>
            <a:xfrm>
              <a:off x="1365792" y="4356876"/>
              <a:ext cx="38565" cy="12117"/>
            </a:xfrm>
            <a:custGeom>
              <a:avLst/>
              <a:gdLst/>
              <a:ahLst/>
              <a:cxnLst/>
              <a:rect l="0" t="0" r="0" b="0"/>
              <a:pathLst>
                <a:path w="38565" h="12117">
                  <a:moveTo>
                    <a:pt x="38565" y="12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3" name="Input_receptor__1282">
              <a:extLst>
                <a:ext uri="{FF2B5EF4-FFF2-40B4-BE49-F238E27FC236}">
                  <a16:creationId xmlns:a16="http://schemas.microsoft.com/office/drawing/2014/main" id="{FDE2E768-5AC3-63FB-C804-D411C3AEE841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00033"/>
              <a:ext cx="8123" cy="45153"/>
            </a:xfrm>
            <a:custGeom>
              <a:avLst/>
              <a:gdLst/>
              <a:ahLst/>
              <a:cxnLst/>
              <a:rect l="0" t="0" r="0" b="0"/>
              <a:pathLst>
                <a:path w="8123" h="45153">
                  <a:moveTo>
                    <a:pt x="8123" y="0"/>
                  </a:moveTo>
                  <a:lnTo>
                    <a:pt x="0" y="451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4" name="Input_receptor__1283">
              <a:extLst>
                <a:ext uri="{FF2B5EF4-FFF2-40B4-BE49-F238E27FC236}">
                  <a16:creationId xmlns:a16="http://schemas.microsoft.com/office/drawing/2014/main" id="{8ACF0F3A-7FF4-F80F-A5E5-67B3E9636520}"/>
                </a:ext>
              </a:extLst>
            </p:cNvPr>
            <p:cNvSpPr>
              <a:spLocks noGrp="1"/>
            </p:cNvSpPr>
            <p:nvPr/>
          </p:nvSpPr>
          <p:spPr>
            <a:xfrm>
              <a:off x="1082442" y="4380470"/>
              <a:ext cx="45113" cy="1838"/>
            </a:xfrm>
            <a:custGeom>
              <a:avLst/>
              <a:gdLst/>
              <a:ahLst/>
              <a:cxnLst/>
              <a:rect l="0" t="0" r="0" b="0"/>
              <a:pathLst>
                <a:path w="45113" h="1838">
                  <a:moveTo>
                    <a:pt x="0" y="1838"/>
                  </a:moveTo>
                  <a:lnTo>
                    <a:pt x="4511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5" name="Input_receptor__1284">
              <a:extLst>
                <a:ext uri="{FF2B5EF4-FFF2-40B4-BE49-F238E27FC236}">
                  <a16:creationId xmlns:a16="http://schemas.microsoft.com/office/drawing/2014/main" id="{AE7071B9-449E-ADD2-7CA2-4B717A533BC8}"/>
                </a:ext>
              </a:extLst>
            </p:cNvPr>
            <p:cNvSpPr>
              <a:spLocks noGrp="1"/>
            </p:cNvSpPr>
            <p:nvPr/>
          </p:nvSpPr>
          <p:spPr>
            <a:xfrm>
              <a:off x="1405638" y="4755238"/>
              <a:ext cx="17066" cy="22036"/>
            </a:xfrm>
            <a:custGeom>
              <a:avLst/>
              <a:gdLst/>
              <a:ahLst/>
              <a:cxnLst/>
              <a:rect l="0" t="0" r="0" b="0"/>
              <a:pathLst>
                <a:path w="17066" h="22036">
                  <a:moveTo>
                    <a:pt x="0" y="0"/>
                  </a:moveTo>
                  <a:lnTo>
                    <a:pt x="17066" y="220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6" name="Input_receptor__1285">
              <a:extLst>
                <a:ext uri="{FF2B5EF4-FFF2-40B4-BE49-F238E27FC236}">
                  <a16:creationId xmlns:a16="http://schemas.microsoft.com/office/drawing/2014/main" id="{097E3B4D-0CFB-37B7-B9A0-4753C3917439}"/>
                </a:ext>
              </a:extLst>
            </p:cNvPr>
            <p:cNvSpPr>
              <a:spLocks noGrp="1"/>
            </p:cNvSpPr>
            <p:nvPr/>
          </p:nvSpPr>
          <p:spPr>
            <a:xfrm>
              <a:off x="1071966" y="5107776"/>
              <a:ext cx="22523" cy="1181"/>
            </a:xfrm>
            <a:custGeom>
              <a:avLst/>
              <a:gdLst/>
              <a:ahLst/>
              <a:cxnLst/>
              <a:rect l="0" t="0" r="0" b="0"/>
              <a:pathLst>
                <a:path w="22523" h="1181">
                  <a:moveTo>
                    <a:pt x="0" y="0"/>
                  </a:moveTo>
                  <a:lnTo>
                    <a:pt x="22523" y="1181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7" name="Input_receptor__1286">
              <a:extLst>
                <a:ext uri="{FF2B5EF4-FFF2-40B4-BE49-F238E27FC236}">
                  <a16:creationId xmlns:a16="http://schemas.microsoft.com/office/drawing/2014/main" id="{BF2077D1-8575-1710-AEBD-9D0B459E876D}"/>
                </a:ext>
              </a:extLst>
            </p:cNvPr>
            <p:cNvSpPr>
              <a:spLocks noGrp="1"/>
            </p:cNvSpPr>
            <p:nvPr/>
          </p:nvSpPr>
          <p:spPr>
            <a:xfrm>
              <a:off x="1096438" y="4967775"/>
              <a:ext cx="42649" cy="11640"/>
            </a:xfrm>
            <a:custGeom>
              <a:avLst/>
              <a:gdLst/>
              <a:ahLst/>
              <a:cxnLst/>
              <a:rect l="0" t="0" r="0" b="0"/>
              <a:pathLst>
                <a:path w="42649" h="11640">
                  <a:moveTo>
                    <a:pt x="0" y="11640"/>
                  </a:moveTo>
                  <a:lnTo>
                    <a:pt x="42649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8" name="Input_receptor__1287">
              <a:extLst>
                <a:ext uri="{FF2B5EF4-FFF2-40B4-BE49-F238E27FC236}">
                  <a16:creationId xmlns:a16="http://schemas.microsoft.com/office/drawing/2014/main" id="{4D44805C-789E-C1FE-9A6B-108AAE0FFDD3}"/>
                </a:ext>
              </a:extLst>
            </p:cNvPr>
            <p:cNvSpPr>
              <a:spLocks noGrp="1"/>
            </p:cNvSpPr>
            <p:nvPr/>
          </p:nvSpPr>
          <p:spPr>
            <a:xfrm>
              <a:off x="1156372" y="4698451"/>
              <a:ext cx="41369" cy="8367"/>
            </a:xfrm>
            <a:custGeom>
              <a:avLst/>
              <a:gdLst/>
              <a:ahLst/>
              <a:cxnLst/>
              <a:rect l="0" t="0" r="0" b="0"/>
              <a:pathLst>
                <a:path w="41369" h="8367">
                  <a:moveTo>
                    <a:pt x="0" y="0"/>
                  </a:moveTo>
                  <a:lnTo>
                    <a:pt x="41369" y="8367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9" name="Input_receptor__1288">
              <a:extLst>
                <a:ext uri="{FF2B5EF4-FFF2-40B4-BE49-F238E27FC236}">
                  <a16:creationId xmlns:a16="http://schemas.microsoft.com/office/drawing/2014/main" id="{C25A8EDF-6FCA-01D0-4D80-317640BE7713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162314"/>
              <a:ext cx="10623" cy="40661"/>
            </a:xfrm>
            <a:custGeom>
              <a:avLst/>
              <a:gdLst/>
              <a:ahLst/>
              <a:cxnLst/>
              <a:rect l="0" t="0" r="0" b="0"/>
              <a:pathLst>
                <a:path w="10623" h="40661">
                  <a:moveTo>
                    <a:pt x="0" y="40661"/>
                  </a:moveTo>
                  <a:lnTo>
                    <a:pt x="10623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90" name="Input_receptor__1289">
              <a:extLst>
                <a:ext uri="{FF2B5EF4-FFF2-40B4-BE49-F238E27FC236}">
                  <a16:creationId xmlns:a16="http://schemas.microsoft.com/office/drawing/2014/main" id="{42C74211-5D52-D853-26CC-8C27F553CF18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943881"/>
              <a:ext cx="46298" cy="12928"/>
            </a:xfrm>
            <a:custGeom>
              <a:avLst/>
              <a:gdLst/>
              <a:ahLst/>
              <a:cxnLst/>
              <a:rect l="0" t="0" r="0" b="0"/>
              <a:pathLst>
                <a:path w="46298" h="12928">
                  <a:moveTo>
                    <a:pt x="46298" y="12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1" name="Input_receptor__1290">
              <a:extLst>
                <a:ext uri="{FF2B5EF4-FFF2-40B4-BE49-F238E27FC236}">
                  <a16:creationId xmlns:a16="http://schemas.microsoft.com/office/drawing/2014/main" id="{D1AD86F2-BC45-1AD5-ACC7-F832EF75FBA2}"/>
                </a:ext>
              </a:extLst>
            </p:cNvPr>
            <p:cNvSpPr>
              <a:spLocks noGrp="1"/>
            </p:cNvSpPr>
            <p:nvPr/>
          </p:nvSpPr>
          <p:spPr>
            <a:xfrm>
              <a:off x="1443352" y="4236872"/>
              <a:ext cx="45873" cy="10590"/>
            </a:xfrm>
            <a:custGeom>
              <a:avLst/>
              <a:gdLst/>
              <a:ahLst/>
              <a:cxnLst/>
              <a:rect l="0" t="0" r="0" b="0"/>
              <a:pathLst>
                <a:path w="45873" h="10590">
                  <a:moveTo>
                    <a:pt x="45873" y="0"/>
                  </a:moveTo>
                  <a:lnTo>
                    <a:pt x="0" y="1059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2" name="Input_receptor__1291">
              <a:extLst>
                <a:ext uri="{FF2B5EF4-FFF2-40B4-BE49-F238E27FC236}">
                  <a16:creationId xmlns:a16="http://schemas.microsoft.com/office/drawing/2014/main" id="{C2198C6B-E0C5-CB3B-3210-E20442866266}"/>
                </a:ext>
              </a:extLst>
            </p:cNvPr>
            <p:cNvSpPr>
              <a:spLocks noGrp="1"/>
            </p:cNvSpPr>
            <p:nvPr/>
          </p:nvSpPr>
          <p:spPr>
            <a:xfrm>
              <a:off x="996390" y="4619527"/>
              <a:ext cx="16901" cy="17111"/>
            </a:xfrm>
            <a:custGeom>
              <a:avLst/>
              <a:gdLst/>
              <a:ahLst/>
              <a:cxnLst/>
              <a:rect l="0" t="0" r="0" b="0"/>
              <a:pathLst>
                <a:path w="16901" h="17111">
                  <a:moveTo>
                    <a:pt x="0" y="17111"/>
                  </a:moveTo>
                  <a:lnTo>
                    <a:pt x="16901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3" name="Input_receptor__1292">
              <a:extLst>
                <a:ext uri="{FF2B5EF4-FFF2-40B4-BE49-F238E27FC236}">
                  <a16:creationId xmlns:a16="http://schemas.microsoft.com/office/drawing/2014/main" id="{E296980A-CC25-DCCB-9561-F740FF83C421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6695"/>
              <a:ext cx="45191" cy="2229"/>
            </a:xfrm>
            <a:custGeom>
              <a:avLst/>
              <a:gdLst/>
              <a:ahLst/>
              <a:cxnLst/>
              <a:rect l="0" t="0" r="0" b="0"/>
              <a:pathLst>
                <a:path w="45191" h="2229">
                  <a:moveTo>
                    <a:pt x="45191" y="0"/>
                  </a:moveTo>
                  <a:lnTo>
                    <a:pt x="0" y="2229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4" name="Input_receptor__1293">
              <a:extLst>
                <a:ext uri="{FF2B5EF4-FFF2-40B4-BE49-F238E27FC236}">
                  <a16:creationId xmlns:a16="http://schemas.microsoft.com/office/drawing/2014/main" id="{267368C0-ABFC-5DB4-D16C-1E8D04789303}"/>
                </a:ext>
              </a:extLst>
            </p:cNvPr>
            <p:cNvSpPr>
              <a:spLocks noGrp="1"/>
            </p:cNvSpPr>
            <p:nvPr/>
          </p:nvSpPr>
          <p:spPr>
            <a:xfrm>
              <a:off x="1053381" y="4382308"/>
              <a:ext cx="29061" cy="31978"/>
            </a:xfrm>
            <a:custGeom>
              <a:avLst/>
              <a:gdLst/>
              <a:ahLst/>
              <a:cxnLst/>
              <a:rect l="0" t="0" r="0" b="0"/>
              <a:pathLst>
                <a:path w="29061" h="31978">
                  <a:moveTo>
                    <a:pt x="0" y="31978"/>
                  </a:moveTo>
                  <a:lnTo>
                    <a:pt x="2906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5" name="Input_receptor__1294">
              <a:extLst>
                <a:ext uri="{FF2B5EF4-FFF2-40B4-BE49-F238E27FC236}">
                  <a16:creationId xmlns:a16="http://schemas.microsoft.com/office/drawing/2014/main" id="{CAE88691-7382-4B88-B171-AF652C5E6033}"/>
                </a:ext>
              </a:extLst>
            </p:cNvPr>
            <p:cNvSpPr>
              <a:spLocks noGrp="1"/>
            </p:cNvSpPr>
            <p:nvPr/>
          </p:nvSpPr>
          <p:spPr>
            <a:xfrm>
              <a:off x="1011289" y="4414286"/>
              <a:ext cx="42091" cy="10999"/>
            </a:xfrm>
            <a:custGeom>
              <a:avLst/>
              <a:gdLst/>
              <a:ahLst/>
              <a:cxnLst/>
              <a:rect l="0" t="0" r="0" b="0"/>
              <a:pathLst>
                <a:path w="42091" h="10999">
                  <a:moveTo>
                    <a:pt x="0" y="10999"/>
                  </a:moveTo>
                  <a:lnTo>
                    <a:pt x="4209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6" name="Input_receptor__1295">
              <a:extLst>
                <a:ext uri="{FF2B5EF4-FFF2-40B4-BE49-F238E27FC236}">
                  <a16:creationId xmlns:a16="http://schemas.microsoft.com/office/drawing/2014/main" id="{6D8240D2-08DF-23AF-AF9A-1A68661F0271}"/>
                </a:ext>
              </a:extLst>
            </p:cNvPr>
            <p:cNvSpPr>
              <a:spLocks noGrp="1"/>
            </p:cNvSpPr>
            <p:nvPr/>
          </p:nvSpPr>
          <p:spPr>
            <a:xfrm>
              <a:off x="1439112" y="4474468"/>
              <a:ext cx="9964" cy="19392"/>
            </a:xfrm>
            <a:custGeom>
              <a:avLst/>
              <a:gdLst/>
              <a:ahLst/>
              <a:cxnLst/>
              <a:rect l="0" t="0" r="0" b="0"/>
              <a:pathLst>
                <a:path w="9964" h="19392">
                  <a:moveTo>
                    <a:pt x="0" y="19392"/>
                  </a:moveTo>
                  <a:lnTo>
                    <a:pt x="9964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7" name="Input_receptor__1296">
              <a:extLst>
                <a:ext uri="{FF2B5EF4-FFF2-40B4-BE49-F238E27FC236}">
                  <a16:creationId xmlns:a16="http://schemas.microsoft.com/office/drawing/2014/main" id="{498AEAE6-21E9-ACA6-D1E0-EBED0D71BB34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898139"/>
              <a:ext cx="15896" cy="45742"/>
            </a:xfrm>
            <a:custGeom>
              <a:avLst/>
              <a:gdLst/>
              <a:ahLst/>
              <a:cxnLst/>
              <a:rect l="0" t="0" r="0" b="0"/>
              <a:pathLst>
                <a:path w="15896" h="45742">
                  <a:moveTo>
                    <a:pt x="0" y="45742"/>
                  </a:moveTo>
                  <a:lnTo>
                    <a:pt x="15896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8" name="Input_receptor__1297">
              <a:extLst>
                <a:ext uri="{FF2B5EF4-FFF2-40B4-BE49-F238E27FC236}">
                  <a16:creationId xmlns:a16="http://schemas.microsoft.com/office/drawing/2014/main" id="{02196EBC-3DE4-1BD0-F35F-974EC09F4981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95515"/>
              <a:ext cx="2152" cy="46986"/>
            </a:xfrm>
            <a:custGeom>
              <a:avLst/>
              <a:gdLst/>
              <a:ahLst/>
              <a:cxnLst/>
              <a:rect l="0" t="0" r="0" b="0"/>
              <a:pathLst>
                <a:path w="2152" h="46986">
                  <a:moveTo>
                    <a:pt x="0" y="0"/>
                  </a:moveTo>
                  <a:lnTo>
                    <a:pt x="2152" y="4698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299" name="Input_receptor__1298">
              <a:extLst>
                <a:ext uri="{FF2B5EF4-FFF2-40B4-BE49-F238E27FC236}">
                  <a16:creationId xmlns:a16="http://schemas.microsoft.com/office/drawing/2014/main" id="{14D6D62A-99DC-38C5-C520-9BDA2C41C66C}"/>
                </a:ext>
              </a:extLst>
            </p:cNvPr>
            <p:cNvSpPr>
              <a:spLocks noGrp="1"/>
            </p:cNvSpPr>
            <p:nvPr/>
          </p:nvSpPr>
          <p:spPr>
            <a:xfrm>
              <a:off x="974726" y="4425285"/>
              <a:ext cx="36564" cy="6815"/>
            </a:xfrm>
            <a:custGeom>
              <a:avLst/>
              <a:gdLst/>
              <a:ahLst/>
              <a:cxnLst/>
              <a:rect l="0" t="0" r="0" b="0"/>
              <a:pathLst>
                <a:path w="36564" h="6815">
                  <a:moveTo>
                    <a:pt x="0" y="6815"/>
                  </a:moveTo>
                  <a:lnTo>
                    <a:pt x="3656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0" name="Input_receptor__1299">
              <a:extLst>
                <a:ext uri="{FF2B5EF4-FFF2-40B4-BE49-F238E27FC236}">
                  <a16:creationId xmlns:a16="http://schemas.microsoft.com/office/drawing/2014/main" id="{9F9CBBB4-ADC7-5886-9E1D-C582B116D376}"/>
                </a:ext>
              </a:extLst>
            </p:cNvPr>
            <p:cNvSpPr>
              <a:spLocks noGrp="1"/>
            </p:cNvSpPr>
            <p:nvPr/>
          </p:nvSpPr>
          <p:spPr>
            <a:xfrm>
              <a:off x="1619347" y="4799062"/>
              <a:ext cx="38953" cy="19019"/>
            </a:xfrm>
            <a:custGeom>
              <a:avLst/>
              <a:gdLst/>
              <a:ahLst/>
              <a:cxnLst/>
              <a:rect l="0" t="0" r="0" b="0"/>
              <a:pathLst>
                <a:path w="38953" h="19019">
                  <a:moveTo>
                    <a:pt x="38953" y="190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1" name="Input_receptor__1300">
              <a:extLst>
                <a:ext uri="{FF2B5EF4-FFF2-40B4-BE49-F238E27FC236}">
                  <a16:creationId xmlns:a16="http://schemas.microsoft.com/office/drawing/2014/main" id="{E179A8B8-0658-3BCB-BBE8-CF69153E47B1}"/>
                </a:ext>
              </a:extLst>
            </p:cNvPr>
            <p:cNvSpPr>
              <a:spLocks noGrp="1"/>
            </p:cNvSpPr>
            <p:nvPr/>
          </p:nvSpPr>
          <p:spPr>
            <a:xfrm>
              <a:off x="1153943" y="5022818"/>
              <a:ext cx="23841" cy="4628"/>
            </a:xfrm>
            <a:custGeom>
              <a:avLst/>
              <a:gdLst/>
              <a:ahLst/>
              <a:cxnLst/>
              <a:rect l="0" t="0" r="0" b="0"/>
              <a:pathLst>
                <a:path w="23841" h="4628">
                  <a:moveTo>
                    <a:pt x="0" y="0"/>
                  </a:moveTo>
                  <a:lnTo>
                    <a:pt x="23841" y="4628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2" name="Input_receptor__1301">
              <a:extLst>
                <a:ext uri="{FF2B5EF4-FFF2-40B4-BE49-F238E27FC236}">
                  <a16:creationId xmlns:a16="http://schemas.microsoft.com/office/drawing/2014/main" id="{775D1BF9-8CA5-42C5-D83F-F8C203791DCF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31339" cy="23334"/>
            </a:xfrm>
            <a:custGeom>
              <a:avLst/>
              <a:gdLst/>
              <a:ahLst/>
              <a:cxnLst/>
              <a:rect l="0" t="0" r="0" b="0"/>
              <a:pathLst>
                <a:path w="31339" h="23334">
                  <a:moveTo>
                    <a:pt x="0" y="0"/>
                  </a:moveTo>
                  <a:lnTo>
                    <a:pt x="31339" y="23334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3" name="Input_receptor__1302">
              <a:extLst>
                <a:ext uri="{FF2B5EF4-FFF2-40B4-BE49-F238E27FC236}">
                  <a16:creationId xmlns:a16="http://schemas.microsoft.com/office/drawing/2014/main" id="{843458D7-DE0C-9C38-9A68-26CFDE77206C}"/>
                </a:ext>
              </a:extLst>
            </p:cNvPr>
            <p:cNvSpPr>
              <a:spLocks noGrp="1"/>
            </p:cNvSpPr>
            <p:nvPr/>
          </p:nvSpPr>
          <p:spPr>
            <a:xfrm>
              <a:off x="779439" y="4472423"/>
              <a:ext cx="26171" cy="18680"/>
            </a:xfrm>
            <a:custGeom>
              <a:avLst/>
              <a:gdLst/>
              <a:ahLst/>
              <a:cxnLst/>
              <a:rect l="0" t="0" r="0" b="0"/>
              <a:pathLst>
                <a:path w="26171" h="18680">
                  <a:moveTo>
                    <a:pt x="26171" y="0"/>
                  </a:moveTo>
                  <a:lnTo>
                    <a:pt x="0" y="1868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4" name="Input_receptor__1303">
              <a:extLst>
                <a:ext uri="{FF2B5EF4-FFF2-40B4-BE49-F238E27FC236}">
                  <a16:creationId xmlns:a16="http://schemas.microsoft.com/office/drawing/2014/main" id="{300B84A3-4FB4-8641-0809-8B33E13E49C3}"/>
                </a:ext>
              </a:extLst>
            </p:cNvPr>
            <p:cNvSpPr>
              <a:spLocks noGrp="1"/>
            </p:cNvSpPr>
            <p:nvPr/>
          </p:nvSpPr>
          <p:spPr>
            <a:xfrm>
              <a:off x="711155" y="4648259"/>
              <a:ext cx="5960" cy="34384"/>
            </a:xfrm>
            <a:custGeom>
              <a:avLst/>
              <a:gdLst/>
              <a:ahLst/>
              <a:cxnLst/>
              <a:rect l="0" t="0" r="0" b="0"/>
              <a:pathLst>
                <a:path w="5960" h="34384">
                  <a:moveTo>
                    <a:pt x="5960" y="0"/>
                  </a:moveTo>
                  <a:lnTo>
                    <a:pt x="0" y="3438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5" name="Input_receptor__1304">
              <a:extLst>
                <a:ext uri="{FF2B5EF4-FFF2-40B4-BE49-F238E27FC236}">
                  <a16:creationId xmlns:a16="http://schemas.microsoft.com/office/drawing/2014/main" id="{B64EE0B0-07C2-283A-7280-A8BB5BC9787B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93862"/>
              <a:ext cx="7068" cy="47090"/>
            </a:xfrm>
            <a:custGeom>
              <a:avLst/>
              <a:gdLst/>
              <a:ahLst/>
              <a:cxnLst/>
              <a:rect l="0" t="0" r="0" b="0"/>
              <a:pathLst>
                <a:path w="7068" h="47090">
                  <a:moveTo>
                    <a:pt x="0" y="0"/>
                  </a:moveTo>
                  <a:lnTo>
                    <a:pt x="7068" y="4709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6" name="Input_receptor__1305">
              <a:extLst>
                <a:ext uri="{FF2B5EF4-FFF2-40B4-BE49-F238E27FC236}">
                  <a16:creationId xmlns:a16="http://schemas.microsoft.com/office/drawing/2014/main" id="{0D0E4CF9-C75C-D014-AC58-9C86D9607D92}"/>
                </a:ext>
              </a:extLst>
            </p:cNvPr>
            <p:cNvSpPr>
              <a:spLocks noGrp="1"/>
            </p:cNvSpPr>
            <p:nvPr/>
          </p:nvSpPr>
          <p:spPr>
            <a:xfrm>
              <a:off x="1238019" y="4899595"/>
              <a:ext cx="27087" cy="38526"/>
            </a:xfrm>
            <a:custGeom>
              <a:avLst/>
              <a:gdLst/>
              <a:ahLst/>
              <a:cxnLst/>
              <a:rect l="0" t="0" r="0" b="0"/>
              <a:pathLst>
                <a:path w="27087" h="38526">
                  <a:moveTo>
                    <a:pt x="0" y="0"/>
                  </a:moveTo>
                  <a:lnTo>
                    <a:pt x="27087" y="3852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7" name="Input_receptor__1306">
              <a:extLst>
                <a:ext uri="{FF2B5EF4-FFF2-40B4-BE49-F238E27FC236}">
                  <a16:creationId xmlns:a16="http://schemas.microsoft.com/office/drawing/2014/main" id="{BBE228AE-A133-77BD-9829-522069CD4E0D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807637"/>
              <a:ext cx="16275" cy="39637"/>
            </a:xfrm>
            <a:custGeom>
              <a:avLst/>
              <a:gdLst/>
              <a:ahLst/>
              <a:cxnLst/>
              <a:rect l="0" t="0" r="0" b="0"/>
              <a:pathLst>
                <a:path w="16275" h="39637">
                  <a:moveTo>
                    <a:pt x="16275" y="39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8" name="Input_receptor__1307">
              <a:extLst>
                <a:ext uri="{FF2B5EF4-FFF2-40B4-BE49-F238E27FC236}">
                  <a16:creationId xmlns:a16="http://schemas.microsoft.com/office/drawing/2014/main" id="{0C002985-96A7-98B7-E370-84967C2EAEE5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848" cy="32516"/>
            </a:xfrm>
            <a:custGeom>
              <a:avLst/>
              <a:gdLst/>
              <a:ahLst/>
              <a:cxnLst/>
              <a:rect l="0" t="0" r="0" b="0"/>
              <a:pathLst>
                <a:path w="3848" h="32516">
                  <a:moveTo>
                    <a:pt x="0" y="0"/>
                  </a:moveTo>
                  <a:lnTo>
                    <a:pt x="3848" y="3251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9" name="Input_receptor__1308">
              <a:extLst>
                <a:ext uri="{FF2B5EF4-FFF2-40B4-BE49-F238E27FC236}">
                  <a16:creationId xmlns:a16="http://schemas.microsoft.com/office/drawing/2014/main" id="{2D31B031-990E-119E-709A-122C884C5255}"/>
                </a:ext>
              </a:extLst>
            </p:cNvPr>
            <p:cNvSpPr>
              <a:spLocks noGrp="1"/>
            </p:cNvSpPr>
            <p:nvPr/>
          </p:nvSpPr>
          <p:spPr>
            <a:xfrm>
              <a:off x="1387615" y="4515861"/>
              <a:ext cx="12061" cy="38945"/>
            </a:xfrm>
            <a:custGeom>
              <a:avLst/>
              <a:gdLst/>
              <a:ahLst/>
              <a:cxnLst/>
              <a:rect l="0" t="0" r="0" b="0"/>
              <a:pathLst>
                <a:path w="12061" h="38945">
                  <a:moveTo>
                    <a:pt x="0" y="38945"/>
                  </a:moveTo>
                  <a:lnTo>
                    <a:pt x="1206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0" name="Input_receptor__1309">
              <a:extLst>
                <a:ext uri="{FF2B5EF4-FFF2-40B4-BE49-F238E27FC236}">
                  <a16:creationId xmlns:a16="http://schemas.microsoft.com/office/drawing/2014/main" id="{94F7F6F8-A047-99CF-F2E7-46EA19C0D1E7}"/>
                </a:ext>
              </a:extLst>
            </p:cNvPr>
            <p:cNvSpPr>
              <a:spLocks noGrp="1"/>
            </p:cNvSpPr>
            <p:nvPr/>
          </p:nvSpPr>
          <p:spPr>
            <a:xfrm>
              <a:off x="921125" y="4873856"/>
              <a:ext cx="30947" cy="525"/>
            </a:xfrm>
            <a:custGeom>
              <a:avLst/>
              <a:gdLst/>
              <a:ahLst/>
              <a:cxnLst/>
              <a:rect l="0" t="0" r="0" b="0"/>
              <a:pathLst>
                <a:path w="30947" h="525">
                  <a:moveTo>
                    <a:pt x="0" y="525"/>
                  </a:moveTo>
                  <a:lnTo>
                    <a:pt x="3094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1" name="Input_receptor__1310">
              <a:extLst>
                <a:ext uri="{FF2B5EF4-FFF2-40B4-BE49-F238E27FC236}">
                  <a16:creationId xmlns:a16="http://schemas.microsoft.com/office/drawing/2014/main" id="{FE0B2683-7C46-CC69-63D7-1C4986C49198}"/>
                </a:ext>
              </a:extLst>
            </p:cNvPr>
            <p:cNvSpPr>
              <a:spLocks noGrp="1"/>
            </p:cNvSpPr>
            <p:nvPr/>
          </p:nvSpPr>
          <p:spPr>
            <a:xfrm>
              <a:off x="1005888" y="4788896"/>
              <a:ext cx="28348" cy="16245"/>
            </a:xfrm>
            <a:custGeom>
              <a:avLst/>
              <a:gdLst/>
              <a:ahLst/>
              <a:cxnLst/>
              <a:rect l="0" t="0" r="0" b="0"/>
              <a:pathLst>
                <a:path w="28348" h="16245">
                  <a:moveTo>
                    <a:pt x="28348" y="0"/>
                  </a:moveTo>
                  <a:lnTo>
                    <a:pt x="0" y="16245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2" name="Input_receptor__1311">
              <a:extLst>
                <a:ext uri="{FF2B5EF4-FFF2-40B4-BE49-F238E27FC236}">
                  <a16:creationId xmlns:a16="http://schemas.microsoft.com/office/drawing/2014/main" id="{E724048F-7C53-A18F-4FF3-B75E2402B5AA}"/>
                </a:ext>
              </a:extLst>
            </p:cNvPr>
            <p:cNvSpPr>
              <a:spLocks noGrp="1"/>
            </p:cNvSpPr>
            <p:nvPr/>
          </p:nvSpPr>
          <p:spPr>
            <a:xfrm>
              <a:off x="1586781" y="4319967"/>
              <a:ext cx="10222" cy="33589"/>
            </a:xfrm>
            <a:custGeom>
              <a:avLst/>
              <a:gdLst/>
              <a:ahLst/>
              <a:cxnLst/>
              <a:rect l="0" t="0" r="0" b="0"/>
              <a:pathLst>
                <a:path w="10222" h="33589">
                  <a:moveTo>
                    <a:pt x="0" y="33589"/>
                  </a:moveTo>
                  <a:lnTo>
                    <a:pt x="10222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3" name="Input_receptor__1312">
              <a:extLst>
                <a:ext uri="{FF2B5EF4-FFF2-40B4-BE49-F238E27FC236}">
                  <a16:creationId xmlns:a16="http://schemas.microsoft.com/office/drawing/2014/main" id="{7F93E14D-2E17-F807-CDF9-C31D2D33C877}"/>
                </a:ext>
              </a:extLst>
            </p:cNvPr>
            <p:cNvSpPr>
              <a:spLocks noGrp="1"/>
            </p:cNvSpPr>
            <p:nvPr/>
          </p:nvSpPr>
          <p:spPr>
            <a:xfrm>
              <a:off x="1584104" y="4353556"/>
              <a:ext cx="2677" cy="34367"/>
            </a:xfrm>
            <a:custGeom>
              <a:avLst/>
              <a:gdLst/>
              <a:ahLst/>
              <a:cxnLst/>
              <a:rect l="0" t="0" r="0" b="0"/>
              <a:pathLst>
                <a:path w="2677" h="34367">
                  <a:moveTo>
                    <a:pt x="0" y="34367"/>
                  </a:moveTo>
                  <a:lnTo>
                    <a:pt x="267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4" name="Input_receptor__1313">
              <a:extLst>
                <a:ext uri="{FF2B5EF4-FFF2-40B4-BE49-F238E27FC236}">
                  <a16:creationId xmlns:a16="http://schemas.microsoft.com/office/drawing/2014/main" id="{EA4524B4-B90B-D40D-486A-02278676E436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51039"/>
              <a:ext cx="41621" cy="22088"/>
            </a:xfrm>
            <a:custGeom>
              <a:avLst/>
              <a:gdLst/>
              <a:ahLst/>
              <a:cxnLst/>
              <a:rect l="0" t="0" r="0" b="0"/>
              <a:pathLst>
                <a:path w="41621" h="22088">
                  <a:moveTo>
                    <a:pt x="0" y="22088"/>
                  </a:moveTo>
                  <a:lnTo>
                    <a:pt x="4162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5" name="Input_receptor__1314">
              <a:extLst>
                <a:ext uri="{FF2B5EF4-FFF2-40B4-BE49-F238E27FC236}">
                  <a16:creationId xmlns:a16="http://schemas.microsoft.com/office/drawing/2014/main" id="{4A0A9891-FAD6-094E-9995-0AC18D0E1A2B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45186"/>
              <a:ext cx="46426" cy="2725"/>
            </a:xfrm>
            <a:custGeom>
              <a:avLst/>
              <a:gdLst/>
              <a:ahLst/>
              <a:cxnLst/>
              <a:rect l="0" t="0" r="0" b="0"/>
              <a:pathLst>
                <a:path w="46426" h="2725">
                  <a:moveTo>
                    <a:pt x="0" y="0"/>
                  </a:moveTo>
                  <a:lnTo>
                    <a:pt x="46426" y="2725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6" name="Input_receptor__1315">
              <a:extLst>
                <a:ext uri="{FF2B5EF4-FFF2-40B4-BE49-F238E27FC236}">
                  <a16:creationId xmlns:a16="http://schemas.microsoft.com/office/drawing/2014/main" id="{044B0276-B8B5-94FF-D0D6-0417DD27B0F3}"/>
                </a:ext>
              </a:extLst>
            </p:cNvPr>
            <p:cNvSpPr>
              <a:spLocks noGrp="1"/>
            </p:cNvSpPr>
            <p:nvPr/>
          </p:nvSpPr>
          <p:spPr>
            <a:xfrm>
              <a:off x="1489225" y="4191948"/>
              <a:ext cx="6016" cy="44924"/>
            </a:xfrm>
            <a:custGeom>
              <a:avLst/>
              <a:gdLst/>
              <a:ahLst/>
              <a:cxnLst/>
              <a:rect l="0" t="0" r="0" b="0"/>
              <a:pathLst>
                <a:path w="6016" h="44924">
                  <a:moveTo>
                    <a:pt x="6016" y="0"/>
                  </a:moveTo>
                  <a:lnTo>
                    <a:pt x="0" y="4492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7" name="Input_receptor__1316">
              <a:extLst>
                <a:ext uri="{FF2B5EF4-FFF2-40B4-BE49-F238E27FC236}">
                  <a16:creationId xmlns:a16="http://schemas.microsoft.com/office/drawing/2014/main" id="{56EC5EDC-1A1D-17BF-8A8E-3DFE18888B96}"/>
                </a:ext>
              </a:extLst>
            </p:cNvPr>
            <p:cNvSpPr>
              <a:spLocks noGrp="1"/>
            </p:cNvSpPr>
            <p:nvPr/>
          </p:nvSpPr>
          <p:spPr>
            <a:xfrm>
              <a:off x="987118" y="5135902"/>
              <a:ext cx="46144" cy="2383"/>
            </a:xfrm>
            <a:custGeom>
              <a:avLst/>
              <a:gdLst/>
              <a:ahLst/>
              <a:cxnLst/>
              <a:rect l="0" t="0" r="0" b="0"/>
              <a:pathLst>
                <a:path w="46144" h="2383">
                  <a:moveTo>
                    <a:pt x="0" y="2383"/>
                  </a:moveTo>
                  <a:lnTo>
                    <a:pt x="4614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8" name="Input_receptor__1317">
              <a:extLst>
                <a:ext uri="{FF2B5EF4-FFF2-40B4-BE49-F238E27FC236}">
                  <a16:creationId xmlns:a16="http://schemas.microsoft.com/office/drawing/2014/main" id="{776CEC10-9A4E-15A4-7B1B-4E41ADED7490}"/>
                </a:ext>
              </a:extLst>
            </p:cNvPr>
            <p:cNvSpPr>
              <a:spLocks noGrp="1"/>
            </p:cNvSpPr>
            <p:nvPr/>
          </p:nvSpPr>
          <p:spPr>
            <a:xfrm>
              <a:off x="1135957" y="4586338"/>
              <a:ext cx="22591" cy="22932"/>
            </a:xfrm>
            <a:custGeom>
              <a:avLst/>
              <a:gdLst/>
              <a:ahLst/>
              <a:cxnLst/>
              <a:rect l="0" t="0" r="0" b="0"/>
              <a:pathLst>
                <a:path w="22591" h="22932">
                  <a:moveTo>
                    <a:pt x="22591" y="0"/>
                  </a:moveTo>
                  <a:lnTo>
                    <a:pt x="0" y="22932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9" name="Input_receptor__1318">
              <a:extLst>
                <a:ext uri="{FF2B5EF4-FFF2-40B4-BE49-F238E27FC236}">
                  <a16:creationId xmlns:a16="http://schemas.microsoft.com/office/drawing/2014/main" id="{4678D37E-F1FE-ECF4-D82C-6A68CFA153D8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745900"/>
              <a:ext cx="8113" cy="212"/>
            </a:xfrm>
            <a:custGeom>
              <a:avLst/>
              <a:gdLst/>
              <a:ahLst/>
              <a:cxnLst/>
              <a:rect l="0" t="0" r="0" b="0"/>
              <a:pathLst>
                <a:path w="8113" h="212">
                  <a:moveTo>
                    <a:pt x="8113" y="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0" name="Input_receptor__1319">
              <a:extLst>
                <a:ext uri="{FF2B5EF4-FFF2-40B4-BE49-F238E27FC236}">
                  <a16:creationId xmlns:a16="http://schemas.microsoft.com/office/drawing/2014/main" id="{822E4A57-D2BB-0CC7-DAB0-0991454C7984}"/>
                </a:ext>
              </a:extLst>
            </p:cNvPr>
            <p:cNvSpPr>
              <a:spLocks noGrp="1"/>
            </p:cNvSpPr>
            <p:nvPr/>
          </p:nvSpPr>
          <p:spPr>
            <a:xfrm>
              <a:off x="1515381" y="5020929"/>
              <a:ext cx="46725" cy="1522"/>
            </a:xfrm>
            <a:custGeom>
              <a:avLst/>
              <a:gdLst/>
              <a:ahLst/>
              <a:cxnLst/>
              <a:rect l="0" t="0" r="0" b="0"/>
              <a:pathLst>
                <a:path w="46725" h="1522">
                  <a:moveTo>
                    <a:pt x="46725" y="15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1" name="Input_receptor__1320">
              <a:extLst>
                <a:ext uri="{FF2B5EF4-FFF2-40B4-BE49-F238E27FC236}">
                  <a16:creationId xmlns:a16="http://schemas.microsoft.com/office/drawing/2014/main" id="{376F7EA2-7C46-7AE2-C6CF-13EE5966E4CC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29012"/>
              <a:ext cx="7432" cy="2319"/>
            </a:xfrm>
            <a:custGeom>
              <a:avLst/>
              <a:gdLst/>
              <a:ahLst/>
              <a:cxnLst/>
              <a:rect l="0" t="0" r="0" b="0"/>
              <a:pathLst>
                <a:path w="7432" h="2319">
                  <a:moveTo>
                    <a:pt x="7432" y="0"/>
                  </a:moveTo>
                  <a:lnTo>
                    <a:pt x="0" y="2319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2" name="Input_receptor__1321">
              <a:extLst>
                <a:ext uri="{FF2B5EF4-FFF2-40B4-BE49-F238E27FC236}">
                  <a16:creationId xmlns:a16="http://schemas.microsoft.com/office/drawing/2014/main" id="{2FAA8375-EB2B-1584-6C0B-EF57547ADB61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40787" cy="14314"/>
            </a:xfrm>
            <a:custGeom>
              <a:avLst/>
              <a:gdLst/>
              <a:ahLst/>
              <a:cxnLst/>
              <a:rect l="0" t="0" r="0" b="0"/>
              <a:pathLst>
                <a:path w="40787" h="14314">
                  <a:moveTo>
                    <a:pt x="40787" y="14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3" name="Input_receptor__1322">
              <a:extLst>
                <a:ext uri="{FF2B5EF4-FFF2-40B4-BE49-F238E27FC236}">
                  <a16:creationId xmlns:a16="http://schemas.microsoft.com/office/drawing/2014/main" id="{2145DBA1-E744-EFB6-39B6-7CE7BFED860E}"/>
                </a:ext>
              </a:extLst>
            </p:cNvPr>
            <p:cNvSpPr>
              <a:spLocks noGrp="1"/>
            </p:cNvSpPr>
            <p:nvPr/>
          </p:nvSpPr>
          <p:spPr>
            <a:xfrm>
              <a:off x="1061204" y="4616109"/>
              <a:ext cx="31279" cy="32133"/>
            </a:xfrm>
            <a:custGeom>
              <a:avLst/>
              <a:gdLst/>
              <a:ahLst/>
              <a:cxnLst/>
              <a:rect l="0" t="0" r="0" b="0"/>
              <a:pathLst>
                <a:path w="31279" h="32133">
                  <a:moveTo>
                    <a:pt x="31279" y="0"/>
                  </a:moveTo>
                  <a:lnTo>
                    <a:pt x="0" y="32133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24" name="Input_receptor__1323">
              <a:extLst>
                <a:ext uri="{FF2B5EF4-FFF2-40B4-BE49-F238E27FC236}">
                  <a16:creationId xmlns:a16="http://schemas.microsoft.com/office/drawing/2014/main" id="{8EC4ABAD-6414-F546-27C5-543ECD6CF479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86634"/>
              <a:ext cx="28802" cy="8881"/>
            </a:xfrm>
            <a:custGeom>
              <a:avLst/>
              <a:gdLst/>
              <a:ahLst/>
              <a:cxnLst/>
              <a:rect l="0" t="0" r="0" b="0"/>
              <a:pathLst>
                <a:path w="28802" h="8881">
                  <a:moveTo>
                    <a:pt x="28802" y="0"/>
                  </a:moveTo>
                  <a:lnTo>
                    <a:pt x="0" y="8881"/>
                  </a:lnTo>
                </a:path>
              </a:pathLst>
            </a:custGeom>
            <a:noFill/>
            <a:ln w="20003">
              <a:solidFill>
                <a:srgbClr val="91A3AE"/>
              </a:solidFill>
            </a:ln>
          </p:spPr>
        </p:sp>
        <p:sp>
          <p:nvSpPr>
            <p:cNvPr id="1325" name="Input_receptor__1324">
              <a:extLst>
                <a:ext uri="{FF2B5EF4-FFF2-40B4-BE49-F238E27FC236}">
                  <a16:creationId xmlns:a16="http://schemas.microsoft.com/office/drawing/2014/main" id="{D6280146-5B8C-4847-7B3F-5C60E91CCBAF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30541"/>
              <a:ext cx="14626" cy="41194"/>
            </a:xfrm>
            <a:custGeom>
              <a:avLst/>
              <a:gdLst/>
              <a:ahLst/>
              <a:cxnLst/>
              <a:rect l="0" t="0" r="0" b="0"/>
              <a:pathLst>
                <a:path w="14626" h="41194">
                  <a:moveTo>
                    <a:pt x="0" y="0"/>
                  </a:moveTo>
                  <a:lnTo>
                    <a:pt x="14626" y="41194"/>
                  </a:lnTo>
                </a:path>
              </a:pathLst>
            </a:custGeom>
            <a:noFill/>
            <a:ln w="8096">
              <a:solidFill>
                <a:srgbClr val="91A3AE"/>
              </a:solidFill>
            </a:ln>
          </p:spPr>
        </p:sp>
        <p:sp>
          <p:nvSpPr>
            <p:cNvPr id="1326" name="Input_receptor__1325">
              <a:extLst>
                <a:ext uri="{FF2B5EF4-FFF2-40B4-BE49-F238E27FC236}">
                  <a16:creationId xmlns:a16="http://schemas.microsoft.com/office/drawing/2014/main" id="{82D7184E-2566-F273-8504-9FF703549D24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07346"/>
              <a:ext cx="36895" cy="23195"/>
            </a:xfrm>
            <a:custGeom>
              <a:avLst/>
              <a:gdLst/>
              <a:ahLst/>
              <a:cxnLst/>
              <a:rect l="0" t="0" r="0" b="0"/>
              <a:pathLst>
                <a:path w="36895" h="23195">
                  <a:moveTo>
                    <a:pt x="36895" y="0"/>
                  </a:moveTo>
                  <a:lnTo>
                    <a:pt x="0" y="23195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7" name="Input_receptor__1326">
              <a:extLst>
                <a:ext uri="{FF2B5EF4-FFF2-40B4-BE49-F238E27FC236}">
                  <a16:creationId xmlns:a16="http://schemas.microsoft.com/office/drawing/2014/main" id="{2351976B-D940-BA84-B6CC-4B8E3E0CC00F}"/>
                </a:ext>
              </a:extLst>
            </p:cNvPr>
            <p:cNvSpPr>
              <a:spLocks noGrp="1"/>
            </p:cNvSpPr>
            <p:nvPr/>
          </p:nvSpPr>
          <p:spPr>
            <a:xfrm>
              <a:off x="950125" y="4367295"/>
              <a:ext cx="44812" cy="4440"/>
            </a:xfrm>
            <a:custGeom>
              <a:avLst/>
              <a:gdLst/>
              <a:ahLst/>
              <a:cxnLst/>
              <a:rect l="0" t="0" r="0" b="0"/>
              <a:pathLst>
                <a:path w="44812" h="4440">
                  <a:moveTo>
                    <a:pt x="0" y="4440"/>
                  </a:moveTo>
                  <a:lnTo>
                    <a:pt x="44812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28" name="Input_receptor__1327">
              <a:extLst>
                <a:ext uri="{FF2B5EF4-FFF2-40B4-BE49-F238E27FC236}">
                  <a16:creationId xmlns:a16="http://schemas.microsoft.com/office/drawing/2014/main" id="{A147BD48-373B-788D-E95C-02A579D694D3}"/>
                </a:ext>
              </a:extLst>
            </p:cNvPr>
            <p:cNvSpPr>
              <a:spLocks noGrp="1"/>
            </p:cNvSpPr>
            <p:nvPr/>
          </p:nvSpPr>
          <p:spPr>
            <a:xfrm>
              <a:off x="1625112" y="4286599"/>
              <a:ext cx="39756" cy="381"/>
            </a:xfrm>
            <a:custGeom>
              <a:avLst/>
              <a:gdLst/>
              <a:ahLst/>
              <a:cxnLst/>
              <a:rect l="0" t="0" r="0" b="0"/>
              <a:pathLst>
                <a:path w="39756" h="381">
                  <a:moveTo>
                    <a:pt x="39756" y="0"/>
                  </a:moveTo>
                  <a:lnTo>
                    <a:pt x="0" y="381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9" name="Input_receptor__1328">
              <a:extLst>
                <a:ext uri="{FF2B5EF4-FFF2-40B4-BE49-F238E27FC236}">
                  <a16:creationId xmlns:a16="http://schemas.microsoft.com/office/drawing/2014/main" id="{1B3412CC-7DFF-6D46-D818-BD0CA33FB5F6}"/>
                </a:ext>
              </a:extLst>
            </p:cNvPr>
            <p:cNvSpPr>
              <a:spLocks noGrp="1"/>
            </p:cNvSpPr>
            <p:nvPr/>
          </p:nvSpPr>
          <p:spPr>
            <a:xfrm>
              <a:off x="974865" y="4636638"/>
              <a:ext cx="21525" cy="42750"/>
            </a:xfrm>
            <a:custGeom>
              <a:avLst/>
              <a:gdLst/>
              <a:ahLst/>
              <a:cxnLst/>
              <a:rect l="0" t="0" r="0" b="0"/>
              <a:pathLst>
                <a:path w="21525" h="42750">
                  <a:moveTo>
                    <a:pt x="0" y="42750"/>
                  </a:moveTo>
                  <a:lnTo>
                    <a:pt x="21525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0" name="Input_receptor__1329">
              <a:extLst>
                <a:ext uri="{FF2B5EF4-FFF2-40B4-BE49-F238E27FC236}">
                  <a16:creationId xmlns:a16="http://schemas.microsoft.com/office/drawing/2014/main" id="{5D87731A-F165-FD69-EFC7-23D63A5763B9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725284"/>
              <a:ext cx="12725" cy="22086"/>
            </a:xfrm>
            <a:custGeom>
              <a:avLst/>
              <a:gdLst/>
              <a:ahLst/>
              <a:cxnLst/>
              <a:rect l="0" t="0" r="0" b="0"/>
              <a:pathLst>
                <a:path w="12725" h="22086">
                  <a:moveTo>
                    <a:pt x="0" y="0"/>
                  </a:moveTo>
                  <a:lnTo>
                    <a:pt x="12725" y="2208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1" name="Input_receptor__1330">
              <a:extLst>
                <a:ext uri="{FF2B5EF4-FFF2-40B4-BE49-F238E27FC236}">
                  <a16:creationId xmlns:a16="http://schemas.microsoft.com/office/drawing/2014/main" id="{FE7DCB98-A181-AF76-7640-204CBDE02719}"/>
                </a:ext>
              </a:extLst>
            </p:cNvPr>
            <p:cNvSpPr>
              <a:spLocks noGrp="1"/>
            </p:cNvSpPr>
            <p:nvPr/>
          </p:nvSpPr>
          <p:spPr>
            <a:xfrm>
              <a:off x="945663" y="5136102"/>
              <a:ext cx="41455" cy="2182"/>
            </a:xfrm>
            <a:custGeom>
              <a:avLst/>
              <a:gdLst/>
              <a:ahLst/>
              <a:cxnLst/>
              <a:rect l="0" t="0" r="0" b="0"/>
              <a:pathLst>
                <a:path w="41455" h="2182">
                  <a:moveTo>
                    <a:pt x="0" y="0"/>
                  </a:moveTo>
                  <a:lnTo>
                    <a:pt x="41455" y="2182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2" name="Input_receptor__1331">
              <a:extLst>
                <a:ext uri="{FF2B5EF4-FFF2-40B4-BE49-F238E27FC236}">
                  <a16:creationId xmlns:a16="http://schemas.microsoft.com/office/drawing/2014/main" id="{1BA3C591-1C30-EA7D-2E99-DA896958E3EC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799062"/>
              <a:ext cx="29320" cy="38344"/>
            </a:xfrm>
            <a:custGeom>
              <a:avLst/>
              <a:gdLst/>
              <a:ahLst/>
              <a:cxnLst/>
              <a:rect l="0" t="0" r="0" b="0"/>
              <a:pathLst>
                <a:path w="29320" h="38344">
                  <a:moveTo>
                    <a:pt x="29320" y="0"/>
                  </a:moveTo>
                  <a:lnTo>
                    <a:pt x="0" y="38344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3" name="Input_receptor__1332">
              <a:extLst>
                <a:ext uri="{FF2B5EF4-FFF2-40B4-BE49-F238E27FC236}">
                  <a16:creationId xmlns:a16="http://schemas.microsoft.com/office/drawing/2014/main" id="{D2564E38-F87B-F89A-96CB-56F0EF8E9B99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12390" cy="41333"/>
            </a:xfrm>
            <a:custGeom>
              <a:avLst/>
              <a:gdLst/>
              <a:ahLst/>
              <a:cxnLst/>
              <a:rect l="0" t="0" r="0" b="0"/>
              <a:pathLst>
                <a:path w="12390" h="41333">
                  <a:moveTo>
                    <a:pt x="0" y="0"/>
                  </a:moveTo>
                  <a:lnTo>
                    <a:pt x="12390" y="41333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4" name="Input_receptor__1333">
              <a:extLst>
                <a:ext uri="{FF2B5EF4-FFF2-40B4-BE49-F238E27FC236}">
                  <a16:creationId xmlns:a16="http://schemas.microsoft.com/office/drawing/2014/main" id="{DEEAF3AB-DB51-1AB7-C7EC-DFA6C029EE5B}"/>
                </a:ext>
              </a:extLst>
            </p:cNvPr>
            <p:cNvSpPr>
              <a:spLocks noGrp="1"/>
            </p:cNvSpPr>
            <p:nvPr/>
          </p:nvSpPr>
          <p:spPr>
            <a:xfrm>
              <a:off x="1562106" y="5022451"/>
              <a:ext cx="1833" cy="48320"/>
            </a:xfrm>
            <a:custGeom>
              <a:avLst/>
              <a:gdLst/>
              <a:ahLst/>
              <a:cxnLst/>
              <a:rect l="0" t="0" r="0" b="0"/>
              <a:pathLst>
                <a:path w="1833" h="48320">
                  <a:moveTo>
                    <a:pt x="1833" y="48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5" name="Input_receptor__1334">
              <a:extLst>
                <a:ext uri="{FF2B5EF4-FFF2-40B4-BE49-F238E27FC236}">
                  <a16:creationId xmlns:a16="http://schemas.microsoft.com/office/drawing/2014/main" id="{3E452226-8754-1559-0882-479C65257749}"/>
                </a:ext>
              </a:extLst>
            </p:cNvPr>
            <p:cNvSpPr>
              <a:spLocks noGrp="1"/>
            </p:cNvSpPr>
            <p:nvPr/>
          </p:nvSpPr>
          <p:spPr>
            <a:xfrm>
              <a:off x="1033262" y="5107776"/>
              <a:ext cx="38704" cy="28126"/>
            </a:xfrm>
            <a:custGeom>
              <a:avLst/>
              <a:gdLst/>
              <a:ahLst/>
              <a:cxnLst/>
              <a:rect l="0" t="0" r="0" b="0"/>
              <a:pathLst>
                <a:path w="38704" h="28126">
                  <a:moveTo>
                    <a:pt x="0" y="28126"/>
                  </a:moveTo>
                  <a:lnTo>
                    <a:pt x="38704" y="0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6" name="Input_receptor__1335">
              <a:extLst>
                <a:ext uri="{FF2B5EF4-FFF2-40B4-BE49-F238E27FC236}">
                  <a16:creationId xmlns:a16="http://schemas.microsoft.com/office/drawing/2014/main" id="{40754C59-6817-C5D9-BFE6-719716AC347E}"/>
                </a:ext>
              </a:extLst>
            </p:cNvPr>
            <p:cNvSpPr>
              <a:spLocks noGrp="1"/>
            </p:cNvSpPr>
            <p:nvPr/>
          </p:nvSpPr>
          <p:spPr>
            <a:xfrm>
              <a:off x="1411032" y="4812787"/>
              <a:ext cx="4350" cy="20576"/>
            </a:xfrm>
            <a:custGeom>
              <a:avLst/>
              <a:gdLst/>
              <a:ahLst/>
              <a:cxnLst/>
              <a:rect l="0" t="0" r="0" b="0"/>
              <a:pathLst>
                <a:path w="4350" h="20576">
                  <a:moveTo>
                    <a:pt x="0" y="0"/>
                  </a:moveTo>
                  <a:lnTo>
                    <a:pt x="4350" y="2057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7" name="Input_receptor__1336">
              <a:extLst>
                <a:ext uri="{FF2B5EF4-FFF2-40B4-BE49-F238E27FC236}">
                  <a16:creationId xmlns:a16="http://schemas.microsoft.com/office/drawing/2014/main" id="{07F53029-2688-8EEA-126F-7CFA7CAF8777}"/>
                </a:ext>
              </a:extLst>
            </p:cNvPr>
            <p:cNvSpPr>
              <a:spLocks noGrp="1"/>
            </p:cNvSpPr>
            <p:nvPr/>
          </p:nvSpPr>
          <p:spPr>
            <a:xfrm>
              <a:off x="1457014" y="4942792"/>
              <a:ext cx="10272" cy="14017"/>
            </a:xfrm>
            <a:custGeom>
              <a:avLst/>
              <a:gdLst/>
              <a:ahLst/>
              <a:cxnLst/>
              <a:rect l="0" t="0" r="0" b="0"/>
              <a:pathLst>
                <a:path w="10272" h="14017">
                  <a:moveTo>
                    <a:pt x="10272" y="0"/>
                  </a:moveTo>
                  <a:lnTo>
                    <a:pt x="0" y="14017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8" name="Input_receptor__1337">
              <a:extLst>
                <a:ext uri="{FF2B5EF4-FFF2-40B4-BE49-F238E27FC236}">
                  <a16:creationId xmlns:a16="http://schemas.microsoft.com/office/drawing/2014/main" id="{34599CF6-9B0A-5942-9549-851FB5830498}"/>
                </a:ext>
              </a:extLst>
            </p:cNvPr>
            <p:cNvSpPr>
              <a:spLocks noGrp="1"/>
            </p:cNvSpPr>
            <p:nvPr/>
          </p:nvSpPr>
          <p:spPr>
            <a:xfrm>
              <a:off x="998221" y="5042514"/>
              <a:ext cx="28652" cy="39053"/>
            </a:xfrm>
            <a:custGeom>
              <a:avLst/>
              <a:gdLst/>
              <a:ahLst/>
              <a:cxnLst/>
              <a:rect l="0" t="0" r="0" b="0"/>
              <a:pathLst>
                <a:path w="28652" h="39053">
                  <a:moveTo>
                    <a:pt x="28652" y="0"/>
                  </a:moveTo>
                  <a:lnTo>
                    <a:pt x="0" y="3905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39" name="Input_receptor__1338">
              <a:extLst>
                <a:ext uri="{FF2B5EF4-FFF2-40B4-BE49-F238E27FC236}">
                  <a16:creationId xmlns:a16="http://schemas.microsoft.com/office/drawing/2014/main" id="{16C22F08-C8CC-F7AF-67E0-7769819E78CE}"/>
                </a:ext>
              </a:extLst>
            </p:cNvPr>
            <p:cNvSpPr>
              <a:spLocks noGrp="1"/>
            </p:cNvSpPr>
            <p:nvPr/>
          </p:nvSpPr>
          <p:spPr>
            <a:xfrm>
              <a:off x="989355" y="5012536"/>
              <a:ext cx="37518" cy="29978"/>
            </a:xfrm>
            <a:custGeom>
              <a:avLst/>
              <a:gdLst/>
              <a:ahLst/>
              <a:cxnLst/>
              <a:rect l="0" t="0" r="0" b="0"/>
              <a:pathLst>
                <a:path w="37518" h="29978">
                  <a:moveTo>
                    <a:pt x="0" y="0"/>
                  </a:moveTo>
                  <a:lnTo>
                    <a:pt x="37518" y="29978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0" name="Input_receptor__1339">
              <a:extLst>
                <a:ext uri="{FF2B5EF4-FFF2-40B4-BE49-F238E27FC236}">
                  <a16:creationId xmlns:a16="http://schemas.microsoft.com/office/drawing/2014/main" id="{3A334838-8828-9D7E-DA54-57EFA075A263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899595"/>
              <a:ext cx="38733" cy="24955"/>
            </a:xfrm>
            <a:custGeom>
              <a:avLst/>
              <a:gdLst/>
              <a:ahLst/>
              <a:cxnLst/>
              <a:rect l="0" t="0" r="0" b="0"/>
              <a:pathLst>
                <a:path w="38733" h="24955">
                  <a:moveTo>
                    <a:pt x="0" y="24955"/>
                  </a:moveTo>
                  <a:lnTo>
                    <a:pt x="387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1" name="Input_receptor__1340">
              <a:extLst>
                <a:ext uri="{FF2B5EF4-FFF2-40B4-BE49-F238E27FC236}">
                  <a16:creationId xmlns:a16="http://schemas.microsoft.com/office/drawing/2014/main" id="{E8D3466A-FEB0-7F86-C9E2-AC6768533391}"/>
                </a:ext>
              </a:extLst>
            </p:cNvPr>
            <p:cNvSpPr>
              <a:spLocks noGrp="1"/>
            </p:cNvSpPr>
            <p:nvPr/>
          </p:nvSpPr>
          <p:spPr>
            <a:xfrm>
              <a:off x="1158547" y="4586338"/>
              <a:ext cx="41970" cy="10677"/>
            </a:xfrm>
            <a:custGeom>
              <a:avLst/>
              <a:gdLst/>
              <a:ahLst/>
              <a:cxnLst/>
              <a:rect l="0" t="0" r="0" b="0"/>
              <a:pathLst>
                <a:path w="41970" h="10677">
                  <a:moveTo>
                    <a:pt x="41970" y="106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2" name="Input_receptor__1341">
              <a:extLst>
                <a:ext uri="{FF2B5EF4-FFF2-40B4-BE49-F238E27FC236}">
                  <a16:creationId xmlns:a16="http://schemas.microsoft.com/office/drawing/2014/main" id="{8E3F2FAE-577B-4058-294F-4771DFC66FC1}"/>
                </a:ext>
              </a:extLst>
            </p:cNvPr>
            <p:cNvSpPr>
              <a:spLocks noGrp="1"/>
            </p:cNvSpPr>
            <p:nvPr/>
          </p:nvSpPr>
          <p:spPr>
            <a:xfrm>
              <a:off x="1495241" y="4166201"/>
              <a:ext cx="40674" cy="25747"/>
            </a:xfrm>
            <a:custGeom>
              <a:avLst/>
              <a:gdLst/>
              <a:ahLst/>
              <a:cxnLst/>
              <a:rect l="0" t="0" r="0" b="0"/>
              <a:pathLst>
                <a:path w="40674" h="25747">
                  <a:moveTo>
                    <a:pt x="40674" y="0"/>
                  </a:moveTo>
                  <a:lnTo>
                    <a:pt x="0" y="25747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3" name="Input_receptor__1342">
              <a:extLst>
                <a:ext uri="{FF2B5EF4-FFF2-40B4-BE49-F238E27FC236}">
                  <a16:creationId xmlns:a16="http://schemas.microsoft.com/office/drawing/2014/main" id="{5866BD69-F75E-F3EE-1A30-067EA4476D20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03015"/>
              <a:ext cx="16868" cy="33372"/>
            </a:xfrm>
            <a:custGeom>
              <a:avLst/>
              <a:gdLst/>
              <a:ahLst/>
              <a:cxnLst/>
              <a:rect l="0" t="0" r="0" b="0"/>
              <a:pathLst>
                <a:path w="16868" h="33372">
                  <a:moveTo>
                    <a:pt x="16868" y="0"/>
                  </a:moveTo>
                  <a:lnTo>
                    <a:pt x="0" y="3337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4" name="Input_receptor__1343">
              <a:extLst>
                <a:ext uri="{FF2B5EF4-FFF2-40B4-BE49-F238E27FC236}">
                  <a16:creationId xmlns:a16="http://schemas.microsoft.com/office/drawing/2014/main" id="{692936A3-7EBA-72D1-D027-0A79E6F4734D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202975"/>
              <a:ext cx="42498" cy="7213"/>
            </a:xfrm>
            <a:custGeom>
              <a:avLst/>
              <a:gdLst/>
              <a:ahLst/>
              <a:cxnLst/>
              <a:rect l="0" t="0" r="0" b="0"/>
              <a:pathLst>
                <a:path w="42498" h="7213">
                  <a:moveTo>
                    <a:pt x="42498" y="72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5" name="Input_receptor__1344">
              <a:extLst>
                <a:ext uri="{FF2B5EF4-FFF2-40B4-BE49-F238E27FC236}">
                  <a16:creationId xmlns:a16="http://schemas.microsoft.com/office/drawing/2014/main" id="{0224243A-3468-8C3B-6D6C-F79C29D03965}"/>
                </a:ext>
              </a:extLst>
            </p:cNvPr>
            <p:cNvSpPr>
              <a:spLocks noGrp="1"/>
            </p:cNvSpPr>
            <p:nvPr/>
          </p:nvSpPr>
          <p:spPr>
            <a:xfrm>
              <a:off x="1521801" y="4362710"/>
              <a:ext cx="1765" cy="46987"/>
            </a:xfrm>
            <a:custGeom>
              <a:avLst/>
              <a:gdLst/>
              <a:ahLst/>
              <a:cxnLst/>
              <a:rect l="0" t="0" r="0" b="0"/>
              <a:pathLst>
                <a:path w="1765" h="46987">
                  <a:moveTo>
                    <a:pt x="0" y="46987"/>
                  </a:moveTo>
                  <a:lnTo>
                    <a:pt x="1765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6" name="Input_receptor__1345">
              <a:extLst>
                <a:ext uri="{FF2B5EF4-FFF2-40B4-BE49-F238E27FC236}">
                  <a16:creationId xmlns:a16="http://schemas.microsoft.com/office/drawing/2014/main" id="{463532E3-DCD8-12C6-B105-A4B27E6E6B4D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36387"/>
              <a:ext cx="95" cy="35015"/>
            </a:xfrm>
            <a:custGeom>
              <a:avLst/>
              <a:gdLst/>
              <a:ahLst/>
              <a:cxnLst/>
              <a:rect l="0" t="0" r="0" b="0"/>
              <a:pathLst>
                <a:path w="95" h="35015">
                  <a:moveTo>
                    <a:pt x="0" y="0"/>
                  </a:moveTo>
                  <a:lnTo>
                    <a:pt x="21" y="3501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7" name="Input_receptor__1346">
              <a:extLst>
                <a:ext uri="{FF2B5EF4-FFF2-40B4-BE49-F238E27FC236}">
                  <a16:creationId xmlns:a16="http://schemas.microsoft.com/office/drawing/2014/main" id="{51C05E91-F9B5-CEDF-AAED-BA9626AA0A80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22470"/>
              <a:ext cx="1124" cy="18659"/>
            </a:xfrm>
            <a:custGeom>
              <a:avLst/>
              <a:gdLst/>
              <a:ahLst/>
              <a:cxnLst/>
              <a:rect l="0" t="0" r="0" b="0"/>
              <a:pathLst>
                <a:path w="1124" h="18659">
                  <a:moveTo>
                    <a:pt x="0" y="18659"/>
                  </a:moveTo>
                  <a:lnTo>
                    <a:pt x="1124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8" name="Input_receptor__1347">
              <a:extLst>
                <a:ext uri="{FF2B5EF4-FFF2-40B4-BE49-F238E27FC236}">
                  <a16:creationId xmlns:a16="http://schemas.microsoft.com/office/drawing/2014/main" id="{550821EA-0C58-62CB-E79E-771A4FBDBAF2}"/>
                </a:ext>
              </a:extLst>
            </p:cNvPr>
            <p:cNvSpPr>
              <a:spLocks noGrp="1"/>
            </p:cNvSpPr>
            <p:nvPr/>
          </p:nvSpPr>
          <p:spPr>
            <a:xfrm>
              <a:off x="1041717" y="4648242"/>
              <a:ext cx="19487" cy="27012"/>
            </a:xfrm>
            <a:custGeom>
              <a:avLst/>
              <a:gdLst/>
              <a:ahLst/>
              <a:cxnLst/>
              <a:rect l="0" t="0" r="0" b="0"/>
              <a:pathLst>
                <a:path w="19487" h="27012">
                  <a:moveTo>
                    <a:pt x="19487" y="0"/>
                  </a:moveTo>
                  <a:lnTo>
                    <a:pt x="0" y="2701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9" name="Input_receptor__1348">
              <a:extLst>
                <a:ext uri="{FF2B5EF4-FFF2-40B4-BE49-F238E27FC236}">
                  <a16:creationId xmlns:a16="http://schemas.microsoft.com/office/drawing/2014/main" id="{23DC352B-783A-D76F-0A15-2CDAC5E0CA6C}"/>
                </a:ext>
              </a:extLst>
            </p:cNvPr>
            <p:cNvSpPr>
              <a:spLocks noGrp="1"/>
            </p:cNvSpPr>
            <p:nvPr/>
          </p:nvSpPr>
          <p:spPr>
            <a:xfrm>
              <a:off x="1096632" y="4247319"/>
              <a:ext cx="7053" cy="23791"/>
            </a:xfrm>
            <a:custGeom>
              <a:avLst/>
              <a:gdLst/>
              <a:ahLst/>
              <a:cxnLst/>
              <a:rect l="0" t="0" r="0" b="0"/>
              <a:pathLst>
                <a:path w="7053" h="23791">
                  <a:moveTo>
                    <a:pt x="0" y="23791"/>
                  </a:moveTo>
                  <a:lnTo>
                    <a:pt x="7053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0" name="Input_receptor__1349">
              <a:extLst>
                <a:ext uri="{FF2B5EF4-FFF2-40B4-BE49-F238E27FC236}">
                  <a16:creationId xmlns:a16="http://schemas.microsoft.com/office/drawing/2014/main" id="{269B902B-E62D-7B41-6FCC-3CEDD4B36330}"/>
                </a:ext>
              </a:extLst>
            </p:cNvPr>
            <p:cNvSpPr>
              <a:spLocks noGrp="1"/>
            </p:cNvSpPr>
            <p:nvPr/>
          </p:nvSpPr>
          <p:spPr>
            <a:xfrm>
              <a:off x="994937" y="4365064"/>
              <a:ext cx="35951" cy="2232"/>
            </a:xfrm>
            <a:custGeom>
              <a:avLst/>
              <a:gdLst/>
              <a:ahLst/>
              <a:cxnLst/>
              <a:rect l="0" t="0" r="0" b="0"/>
              <a:pathLst>
                <a:path w="35951" h="2232">
                  <a:moveTo>
                    <a:pt x="0" y="2232"/>
                  </a:moveTo>
                  <a:lnTo>
                    <a:pt x="3595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1" name="Input_receptor__1350">
              <a:extLst>
                <a:ext uri="{FF2B5EF4-FFF2-40B4-BE49-F238E27FC236}">
                  <a16:creationId xmlns:a16="http://schemas.microsoft.com/office/drawing/2014/main" id="{1283E791-3566-0147-6B7D-0879F8D519B1}"/>
                </a:ext>
              </a:extLst>
            </p:cNvPr>
            <p:cNvSpPr>
              <a:spLocks noGrp="1"/>
            </p:cNvSpPr>
            <p:nvPr/>
          </p:nvSpPr>
          <p:spPr>
            <a:xfrm>
              <a:off x="1411984" y="4059732"/>
              <a:ext cx="8206" cy="47532"/>
            </a:xfrm>
            <a:custGeom>
              <a:avLst/>
              <a:gdLst/>
              <a:ahLst/>
              <a:cxnLst/>
              <a:rect l="0" t="0" r="0" b="0"/>
              <a:pathLst>
                <a:path w="8206" h="47532">
                  <a:moveTo>
                    <a:pt x="0" y="47532"/>
                  </a:moveTo>
                  <a:lnTo>
                    <a:pt x="8206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2" name="Input_receptor__1351">
              <a:extLst>
                <a:ext uri="{FF2B5EF4-FFF2-40B4-BE49-F238E27FC236}">
                  <a16:creationId xmlns:a16="http://schemas.microsoft.com/office/drawing/2014/main" id="{E6A63588-D4B0-6041-64D5-86DF4C3AECD6}"/>
                </a:ext>
              </a:extLst>
            </p:cNvPr>
            <p:cNvSpPr>
              <a:spLocks noGrp="1"/>
            </p:cNvSpPr>
            <p:nvPr/>
          </p:nvSpPr>
          <p:spPr>
            <a:xfrm>
              <a:off x="1359505" y="4755238"/>
              <a:ext cx="46133" cy="2178"/>
            </a:xfrm>
            <a:custGeom>
              <a:avLst/>
              <a:gdLst/>
              <a:ahLst/>
              <a:cxnLst/>
              <a:rect l="0" t="0" r="0" b="0"/>
              <a:pathLst>
                <a:path w="46133" h="2178">
                  <a:moveTo>
                    <a:pt x="0" y="2178"/>
                  </a:moveTo>
                  <a:lnTo>
                    <a:pt x="461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3" name="Input_receptor__1352">
              <a:extLst>
                <a:ext uri="{FF2B5EF4-FFF2-40B4-BE49-F238E27FC236}">
                  <a16:creationId xmlns:a16="http://schemas.microsoft.com/office/drawing/2014/main" id="{6FF0C53B-7E19-1BD6-8D3F-413C8B17E837}"/>
                </a:ext>
              </a:extLst>
            </p:cNvPr>
            <p:cNvSpPr>
              <a:spLocks noGrp="1"/>
            </p:cNvSpPr>
            <p:nvPr/>
          </p:nvSpPr>
          <p:spPr>
            <a:xfrm>
              <a:off x="1333124" y="4386634"/>
              <a:ext cx="30404" cy="32749"/>
            </a:xfrm>
            <a:custGeom>
              <a:avLst/>
              <a:gdLst/>
              <a:ahLst/>
              <a:cxnLst/>
              <a:rect l="0" t="0" r="0" b="0"/>
              <a:pathLst>
                <a:path w="30404" h="32749">
                  <a:moveTo>
                    <a:pt x="30404" y="327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4" name="Input_receptor__1353">
              <a:extLst>
                <a:ext uri="{FF2B5EF4-FFF2-40B4-BE49-F238E27FC236}">
                  <a16:creationId xmlns:a16="http://schemas.microsoft.com/office/drawing/2014/main" id="{5646A6E6-CE35-9177-FB6E-C241F3A1D540}"/>
                </a:ext>
              </a:extLst>
            </p:cNvPr>
            <p:cNvSpPr>
              <a:spLocks noGrp="1"/>
            </p:cNvSpPr>
            <p:nvPr/>
          </p:nvSpPr>
          <p:spPr>
            <a:xfrm>
              <a:off x="1086566" y="4567700"/>
              <a:ext cx="5917" cy="48409"/>
            </a:xfrm>
            <a:custGeom>
              <a:avLst/>
              <a:gdLst/>
              <a:ahLst/>
              <a:cxnLst/>
              <a:rect l="0" t="0" r="0" b="0"/>
              <a:pathLst>
                <a:path w="5917" h="48409">
                  <a:moveTo>
                    <a:pt x="0" y="0"/>
                  </a:moveTo>
                  <a:lnTo>
                    <a:pt x="5917" y="48409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5" name="Input_receptor__1354">
              <a:extLst>
                <a:ext uri="{FF2B5EF4-FFF2-40B4-BE49-F238E27FC236}">
                  <a16:creationId xmlns:a16="http://schemas.microsoft.com/office/drawing/2014/main" id="{11CC102C-A9C5-5B44-E3D9-79492CA75C33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82904"/>
              <a:ext cx="11383" cy="10958"/>
            </a:xfrm>
            <a:custGeom>
              <a:avLst/>
              <a:gdLst/>
              <a:ahLst/>
              <a:cxnLst/>
              <a:rect l="0" t="0" r="0" b="0"/>
              <a:pathLst>
                <a:path w="11383" h="10958">
                  <a:moveTo>
                    <a:pt x="11383" y="0"/>
                  </a:moveTo>
                  <a:lnTo>
                    <a:pt x="0" y="10958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6" name="Input_receptor__1355">
              <a:extLst>
                <a:ext uri="{FF2B5EF4-FFF2-40B4-BE49-F238E27FC236}">
                  <a16:creationId xmlns:a16="http://schemas.microsoft.com/office/drawing/2014/main" id="{815C7D20-8E96-56A9-E5A5-8D67DA36617A}"/>
                </a:ext>
              </a:extLst>
            </p:cNvPr>
            <p:cNvSpPr>
              <a:spLocks noGrp="1"/>
            </p:cNvSpPr>
            <p:nvPr/>
          </p:nvSpPr>
          <p:spPr>
            <a:xfrm>
              <a:off x="1501142" y="5020929"/>
              <a:ext cx="14238" cy="27023"/>
            </a:xfrm>
            <a:custGeom>
              <a:avLst/>
              <a:gdLst/>
              <a:ahLst/>
              <a:cxnLst/>
              <a:rect l="0" t="0" r="0" b="0"/>
              <a:pathLst>
                <a:path w="14238" h="27023">
                  <a:moveTo>
                    <a:pt x="14238" y="0"/>
                  </a:moveTo>
                  <a:lnTo>
                    <a:pt x="0" y="2702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7" name="Input_receptor__1356">
              <a:extLst>
                <a:ext uri="{FF2B5EF4-FFF2-40B4-BE49-F238E27FC236}">
                  <a16:creationId xmlns:a16="http://schemas.microsoft.com/office/drawing/2014/main" id="{62B86729-1E08-20F8-A41D-12CE7810B795}"/>
                </a:ext>
              </a:extLst>
            </p:cNvPr>
            <p:cNvSpPr>
              <a:spLocks noGrp="1"/>
            </p:cNvSpPr>
            <p:nvPr/>
          </p:nvSpPr>
          <p:spPr>
            <a:xfrm>
              <a:off x="1119017" y="4908900"/>
              <a:ext cx="1070" cy="6024"/>
            </a:xfrm>
            <a:custGeom>
              <a:avLst/>
              <a:gdLst/>
              <a:ahLst/>
              <a:cxnLst/>
              <a:rect l="0" t="0" r="0" b="0"/>
              <a:pathLst>
                <a:path w="1070" h="6024">
                  <a:moveTo>
                    <a:pt x="1070" y="0"/>
                  </a:moveTo>
                  <a:lnTo>
                    <a:pt x="0" y="6024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8" name="Input_receptor__1357">
              <a:extLst>
                <a:ext uri="{FF2B5EF4-FFF2-40B4-BE49-F238E27FC236}">
                  <a16:creationId xmlns:a16="http://schemas.microsoft.com/office/drawing/2014/main" id="{0445C3E3-53AE-08D9-1A72-F01ED21437D3}"/>
                </a:ext>
              </a:extLst>
            </p:cNvPr>
            <p:cNvSpPr>
              <a:spLocks noGrp="1"/>
            </p:cNvSpPr>
            <p:nvPr/>
          </p:nvSpPr>
          <p:spPr>
            <a:xfrm>
              <a:off x="1339792" y="4096716"/>
              <a:ext cx="13391" cy="36633"/>
            </a:xfrm>
            <a:custGeom>
              <a:avLst/>
              <a:gdLst/>
              <a:ahLst/>
              <a:cxnLst/>
              <a:rect l="0" t="0" r="0" b="0"/>
              <a:pathLst>
                <a:path w="13391" h="36633">
                  <a:moveTo>
                    <a:pt x="0" y="36633"/>
                  </a:moveTo>
                  <a:lnTo>
                    <a:pt x="1339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9" name="Input_receptor__1358">
              <a:extLst>
                <a:ext uri="{FF2B5EF4-FFF2-40B4-BE49-F238E27FC236}">
                  <a16:creationId xmlns:a16="http://schemas.microsoft.com/office/drawing/2014/main" id="{E680EFC8-BDD9-7196-1585-1B09C9A1D55A}"/>
                </a:ext>
              </a:extLst>
            </p:cNvPr>
            <p:cNvSpPr>
              <a:spLocks noGrp="1"/>
            </p:cNvSpPr>
            <p:nvPr/>
          </p:nvSpPr>
          <p:spPr>
            <a:xfrm>
              <a:off x="818444" y="4586570"/>
              <a:ext cx="13735" cy="25585"/>
            </a:xfrm>
            <a:custGeom>
              <a:avLst/>
              <a:gdLst/>
              <a:ahLst/>
              <a:cxnLst/>
              <a:rect l="0" t="0" r="0" b="0"/>
              <a:pathLst>
                <a:path w="13735" h="25585">
                  <a:moveTo>
                    <a:pt x="13735" y="0"/>
                  </a:moveTo>
                  <a:lnTo>
                    <a:pt x="0" y="2558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0" name="Input_receptor__1359">
              <a:extLst>
                <a:ext uri="{FF2B5EF4-FFF2-40B4-BE49-F238E27FC236}">
                  <a16:creationId xmlns:a16="http://schemas.microsoft.com/office/drawing/2014/main" id="{F19FB1AE-252E-E981-6714-824B08EA832E}"/>
                </a:ext>
              </a:extLst>
            </p:cNvPr>
            <p:cNvSpPr>
              <a:spLocks noGrp="1"/>
            </p:cNvSpPr>
            <p:nvPr/>
          </p:nvSpPr>
          <p:spPr>
            <a:xfrm>
              <a:off x="1580710" y="4906392"/>
              <a:ext cx="6751" cy="41519"/>
            </a:xfrm>
            <a:custGeom>
              <a:avLst/>
              <a:gdLst/>
              <a:ahLst/>
              <a:cxnLst/>
              <a:rect l="0" t="0" r="0" b="0"/>
              <a:pathLst>
                <a:path w="6751" h="41519">
                  <a:moveTo>
                    <a:pt x="6751" y="415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1" name="Input_receptor__1360">
              <a:extLst>
                <a:ext uri="{FF2B5EF4-FFF2-40B4-BE49-F238E27FC236}">
                  <a16:creationId xmlns:a16="http://schemas.microsoft.com/office/drawing/2014/main" id="{A1CD61F8-2B0B-F469-62AD-D29B6BD99E2D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62189"/>
              <a:ext cx="41930" cy="20453"/>
            </a:xfrm>
            <a:custGeom>
              <a:avLst/>
              <a:gdLst/>
              <a:ahLst/>
              <a:cxnLst/>
              <a:rect l="0" t="0" r="0" b="0"/>
              <a:pathLst>
                <a:path w="41930" h="20453">
                  <a:moveTo>
                    <a:pt x="41930" y="204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2" name="Input_receptor__1361">
              <a:extLst>
                <a:ext uri="{FF2B5EF4-FFF2-40B4-BE49-F238E27FC236}">
                  <a16:creationId xmlns:a16="http://schemas.microsoft.com/office/drawing/2014/main" id="{58CE7B2E-52DE-BEF2-EFD7-E252E0A3B138}"/>
                </a:ext>
              </a:extLst>
            </p:cNvPr>
            <p:cNvSpPr>
              <a:spLocks noGrp="1"/>
            </p:cNvSpPr>
            <p:nvPr/>
          </p:nvSpPr>
          <p:spPr>
            <a:xfrm>
              <a:off x="940586" y="4679388"/>
              <a:ext cx="34279" cy="13564"/>
            </a:xfrm>
            <a:custGeom>
              <a:avLst/>
              <a:gdLst/>
              <a:ahLst/>
              <a:cxnLst/>
              <a:rect l="0" t="0" r="0" b="0"/>
              <a:pathLst>
                <a:path w="34279" h="13564">
                  <a:moveTo>
                    <a:pt x="0" y="13564"/>
                  </a:moveTo>
                  <a:lnTo>
                    <a:pt x="34279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3" name="Input_receptor__1362">
              <a:extLst>
                <a:ext uri="{FF2B5EF4-FFF2-40B4-BE49-F238E27FC236}">
                  <a16:creationId xmlns:a16="http://schemas.microsoft.com/office/drawing/2014/main" id="{C62113C8-D956-7D92-CF6B-43B83131205B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65682"/>
              <a:ext cx="14640" cy="4735"/>
            </a:xfrm>
            <a:custGeom>
              <a:avLst/>
              <a:gdLst/>
              <a:ahLst/>
              <a:cxnLst/>
              <a:rect l="0" t="0" r="0" b="0"/>
              <a:pathLst>
                <a:path w="14640" h="4735">
                  <a:moveTo>
                    <a:pt x="0" y="0"/>
                  </a:moveTo>
                  <a:lnTo>
                    <a:pt x="14640" y="473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4" name="Input_receptor__1363">
              <a:extLst>
                <a:ext uri="{FF2B5EF4-FFF2-40B4-BE49-F238E27FC236}">
                  <a16:creationId xmlns:a16="http://schemas.microsoft.com/office/drawing/2014/main" id="{DE5A8BA5-6793-B482-2876-7D59FDD41071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33349"/>
              <a:ext cx="37693" cy="21111"/>
            </a:xfrm>
            <a:custGeom>
              <a:avLst/>
              <a:gdLst/>
              <a:ahLst/>
              <a:cxnLst/>
              <a:rect l="0" t="0" r="0" b="0"/>
              <a:pathLst>
                <a:path w="37693" h="21111">
                  <a:moveTo>
                    <a:pt x="0" y="21111"/>
                  </a:moveTo>
                  <a:lnTo>
                    <a:pt x="3769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5" name="Input_receptor__1364">
              <a:extLst>
                <a:ext uri="{FF2B5EF4-FFF2-40B4-BE49-F238E27FC236}">
                  <a16:creationId xmlns:a16="http://schemas.microsoft.com/office/drawing/2014/main" id="{E83501EF-1C3A-1CEE-4D0B-07A12749C845}"/>
                </a:ext>
              </a:extLst>
            </p:cNvPr>
            <p:cNvSpPr>
              <a:spLocks noGrp="1"/>
            </p:cNvSpPr>
            <p:nvPr/>
          </p:nvSpPr>
          <p:spPr>
            <a:xfrm>
              <a:off x="1293426" y="4432488"/>
              <a:ext cx="13048" cy="10014"/>
            </a:xfrm>
            <a:custGeom>
              <a:avLst/>
              <a:gdLst/>
              <a:ahLst/>
              <a:cxnLst/>
              <a:rect l="0" t="0" r="0" b="0"/>
              <a:pathLst>
                <a:path w="13048" h="10014">
                  <a:moveTo>
                    <a:pt x="13048" y="1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6" name="Input_receptor__1365">
              <a:extLst>
                <a:ext uri="{FF2B5EF4-FFF2-40B4-BE49-F238E27FC236}">
                  <a16:creationId xmlns:a16="http://schemas.microsoft.com/office/drawing/2014/main" id="{80A80735-C2E8-2FB9-1E3E-FF1647CED58D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24534"/>
              <a:ext cx="4600" cy="43774"/>
            </a:xfrm>
            <a:custGeom>
              <a:avLst/>
              <a:gdLst/>
              <a:ahLst/>
              <a:cxnLst/>
              <a:rect l="0" t="0" r="0" b="0"/>
              <a:pathLst>
                <a:path w="4600" h="43774">
                  <a:moveTo>
                    <a:pt x="4600" y="43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7" name="Input_receptor__1366">
              <a:extLst>
                <a:ext uri="{FF2B5EF4-FFF2-40B4-BE49-F238E27FC236}">
                  <a16:creationId xmlns:a16="http://schemas.microsoft.com/office/drawing/2014/main" id="{EF582395-D726-632E-B83E-1772180E8364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3380"/>
              <a:ext cx="7325" cy="5536"/>
            </a:xfrm>
            <a:custGeom>
              <a:avLst/>
              <a:gdLst/>
              <a:ahLst/>
              <a:cxnLst/>
              <a:rect l="0" t="0" r="0" b="0"/>
              <a:pathLst>
                <a:path w="7325" h="5536">
                  <a:moveTo>
                    <a:pt x="7325" y="0"/>
                  </a:moveTo>
                  <a:lnTo>
                    <a:pt x="0" y="5536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8" name="Input_receptor__1367">
              <a:extLst>
                <a:ext uri="{FF2B5EF4-FFF2-40B4-BE49-F238E27FC236}">
                  <a16:creationId xmlns:a16="http://schemas.microsoft.com/office/drawing/2014/main" id="{F4F8765C-5CED-5839-864A-9CEE3566C9FA}"/>
                </a:ext>
              </a:extLst>
            </p:cNvPr>
            <p:cNvSpPr>
              <a:spLocks noGrp="1"/>
            </p:cNvSpPr>
            <p:nvPr/>
          </p:nvSpPr>
          <p:spPr>
            <a:xfrm>
              <a:off x="747604" y="4638989"/>
              <a:ext cx="28043" cy="1963"/>
            </a:xfrm>
            <a:custGeom>
              <a:avLst/>
              <a:gdLst/>
              <a:ahLst/>
              <a:cxnLst/>
              <a:rect l="0" t="0" r="0" b="0"/>
              <a:pathLst>
                <a:path w="28043" h="1963">
                  <a:moveTo>
                    <a:pt x="28043" y="1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69" name="Input_receptor__1368">
              <a:extLst>
                <a:ext uri="{FF2B5EF4-FFF2-40B4-BE49-F238E27FC236}">
                  <a16:creationId xmlns:a16="http://schemas.microsoft.com/office/drawing/2014/main" id="{E411BE94-0BCD-D936-A623-4D0582D6C80F}"/>
                </a:ext>
              </a:extLst>
            </p:cNvPr>
            <p:cNvSpPr>
              <a:spLocks noGrp="1"/>
            </p:cNvSpPr>
            <p:nvPr/>
          </p:nvSpPr>
          <p:spPr>
            <a:xfrm>
              <a:off x="1139087" y="4967775"/>
              <a:ext cx="4624" cy="7146"/>
            </a:xfrm>
            <a:custGeom>
              <a:avLst/>
              <a:gdLst/>
              <a:ahLst/>
              <a:cxnLst/>
              <a:rect l="0" t="0" r="0" b="0"/>
              <a:pathLst>
                <a:path w="4624" h="7146">
                  <a:moveTo>
                    <a:pt x="0" y="0"/>
                  </a:moveTo>
                  <a:lnTo>
                    <a:pt x="4624" y="7146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0" name="Input_receptor__1369">
              <a:extLst>
                <a:ext uri="{FF2B5EF4-FFF2-40B4-BE49-F238E27FC236}">
                  <a16:creationId xmlns:a16="http://schemas.microsoft.com/office/drawing/2014/main" id="{0DC6AD36-D244-70EA-CEB0-C14A788CB380}"/>
                </a:ext>
              </a:extLst>
            </p:cNvPr>
            <p:cNvSpPr>
              <a:spLocks noGrp="1"/>
            </p:cNvSpPr>
            <p:nvPr/>
          </p:nvSpPr>
          <p:spPr>
            <a:xfrm>
              <a:off x="1353182" y="4069448"/>
              <a:ext cx="9213" cy="27267"/>
            </a:xfrm>
            <a:custGeom>
              <a:avLst/>
              <a:gdLst/>
              <a:ahLst/>
              <a:cxnLst/>
              <a:rect l="0" t="0" r="0" b="0"/>
              <a:pathLst>
                <a:path w="9213" h="27267">
                  <a:moveTo>
                    <a:pt x="0" y="27267"/>
                  </a:moveTo>
                  <a:lnTo>
                    <a:pt x="921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1" name="Input_receptor__1370">
              <a:extLst>
                <a:ext uri="{FF2B5EF4-FFF2-40B4-BE49-F238E27FC236}">
                  <a16:creationId xmlns:a16="http://schemas.microsoft.com/office/drawing/2014/main" id="{1C980CC5-F190-CE20-8329-7D2847957C81}"/>
                </a:ext>
              </a:extLst>
            </p:cNvPr>
            <p:cNvSpPr>
              <a:spLocks noGrp="1"/>
            </p:cNvSpPr>
            <p:nvPr/>
          </p:nvSpPr>
          <p:spPr>
            <a:xfrm>
              <a:off x="1030888" y="4337409"/>
              <a:ext cx="36015" cy="27654"/>
            </a:xfrm>
            <a:custGeom>
              <a:avLst/>
              <a:gdLst/>
              <a:ahLst/>
              <a:cxnLst/>
              <a:rect l="0" t="0" r="0" b="0"/>
              <a:pathLst>
                <a:path w="36015" h="27654">
                  <a:moveTo>
                    <a:pt x="0" y="27654"/>
                  </a:moveTo>
                  <a:lnTo>
                    <a:pt x="36015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2" name="Input_receptor__1371">
              <a:extLst>
                <a:ext uri="{FF2B5EF4-FFF2-40B4-BE49-F238E27FC236}">
                  <a16:creationId xmlns:a16="http://schemas.microsoft.com/office/drawing/2014/main" id="{720D34A3-F8D9-A171-1B54-D403EA490B2E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06053"/>
              <a:ext cx="37227" cy="18481"/>
            </a:xfrm>
            <a:custGeom>
              <a:avLst/>
              <a:gdLst/>
              <a:ahLst/>
              <a:cxnLst/>
              <a:rect l="0" t="0" r="0" b="0"/>
              <a:pathLst>
                <a:path w="37227" h="18481">
                  <a:moveTo>
                    <a:pt x="0" y="18481"/>
                  </a:moveTo>
                  <a:lnTo>
                    <a:pt x="37227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3" name="Input_receptor__1372">
              <a:extLst>
                <a:ext uri="{FF2B5EF4-FFF2-40B4-BE49-F238E27FC236}">
                  <a16:creationId xmlns:a16="http://schemas.microsoft.com/office/drawing/2014/main" id="{CBCF85B4-B308-0AC8-47C0-9F203C31C594}"/>
                </a:ext>
              </a:extLst>
            </p:cNvPr>
            <p:cNvSpPr>
              <a:spLocks noGrp="1"/>
            </p:cNvSpPr>
            <p:nvPr/>
          </p:nvSpPr>
          <p:spPr>
            <a:xfrm>
              <a:off x="1175078" y="4428062"/>
              <a:ext cx="14245" cy="45318"/>
            </a:xfrm>
            <a:custGeom>
              <a:avLst/>
              <a:gdLst/>
              <a:ahLst/>
              <a:cxnLst/>
              <a:rect l="0" t="0" r="0" b="0"/>
              <a:pathLst>
                <a:path w="14245" h="45318">
                  <a:moveTo>
                    <a:pt x="14245" y="0"/>
                  </a:moveTo>
                  <a:lnTo>
                    <a:pt x="0" y="45318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4" name="Input_receptor__1373">
              <a:extLst>
                <a:ext uri="{FF2B5EF4-FFF2-40B4-BE49-F238E27FC236}">
                  <a16:creationId xmlns:a16="http://schemas.microsoft.com/office/drawing/2014/main" id="{5D60732B-6D60-50DD-3092-B7B9AD627C4A}"/>
                </a:ext>
              </a:extLst>
            </p:cNvPr>
            <p:cNvSpPr>
              <a:spLocks noGrp="1"/>
            </p:cNvSpPr>
            <p:nvPr/>
          </p:nvSpPr>
          <p:spPr>
            <a:xfrm>
              <a:off x="1523566" y="4353795"/>
              <a:ext cx="35273" cy="8915"/>
            </a:xfrm>
            <a:custGeom>
              <a:avLst/>
              <a:gdLst/>
              <a:ahLst/>
              <a:cxnLst/>
              <a:rect l="0" t="0" r="0" b="0"/>
              <a:pathLst>
                <a:path w="35273" h="8915">
                  <a:moveTo>
                    <a:pt x="0" y="8915"/>
                  </a:moveTo>
                  <a:lnTo>
                    <a:pt x="3527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5" name="Input_receptor__1374">
              <a:extLst>
                <a:ext uri="{FF2B5EF4-FFF2-40B4-BE49-F238E27FC236}">
                  <a16:creationId xmlns:a16="http://schemas.microsoft.com/office/drawing/2014/main" id="{FCFAAB73-9357-F9C2-BC34-D4254D757DAB}"/>
                </a:ext>
              </a:extLst>
            </p:cNvPr>
            <p:cNvSpPr>
              <a:spLocks noGrp="1"/>
            </p:cNvSpPr>
            <p:nvPr/>
          </p:nvSpPr>
          <p:spPr>
            <a:xfrm>
              <a:off x="787432" y="4427465"/>
              <a:ext cx="47275" cy="1547"/>
            </a:xfrm>
            <a:custGeom>
              <a:avLst/>
              <a:gdLst/>
              <a:ahLst/>
              <a:cxnLst/>
              <a:rect l="0" t="0" r="0" b="0"/>
              <a:pathLst>
                <a:path w="47275" h="1547">
                  <a:moveTo>
                    <a:pt x="47275" y="0"/>
                  </a:moveTo>
                  <a:lnTo>
                    <a:pt x="0" y="1547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6" name="Input_receptor__1375">
              <a:extLst>
                <a:ext uri="{FF2B5EF4-FFF2-40B4-BE49-F238E27FC236}">
                  <a16:creationId xmlns:a16="http://schemas.microsoft.com/office/drawing/2014/main" id="{2B3C22E7-3675-3EFC-3606-599E1D8A7BF6}"/>
                </a:ext>
              </a:extLst>
            </p:cNvPr>
            <p:cNvSpPr>
              <a:spLocks noGrp="1"/>
            </p:cNvSpPr>
            <p:nvPr/>
          </p:nvSpPr>
          <p:spPr>
            <a:xfrm>
              <a:off x="1482402" y="4036090"/>
              <a:ext cx="5514" cy="38363"/>
            </a:xfrm>
            <a:custGeom>
              <a:avLst/>
              <a:gdLst/>
              <a:ahLst/>
              <a:cxnLst/>
              <a:rect l="0" t="0" r="0" b="0"/>
              <a:pathLst>
                <a:path w="5514" h="38363">
                  <a:moveTo>
                    <a:pt x="0" y="38363"/>
                  </a:moveTo>
                  <a:lnTo>
                    <a:pt x="5514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7" name="Input_receptor__1376">
              <a:extLst>
                <a:ext uri="{FF2B5EF4-FFF2-40B4-BE49-F238E27FC236}">
                  <a16:creationId xmlns:a16="http://schemas.microsoft.com/office/drawing/2014/main" id="{2E09CF79-9A1F-DA18-FD4C-A84294D902A1}"/>
                </a:ext>
              </a:extLst>
            </p:cNvPr>
            <p:cNvSpPr>
              <a:spLocks noGrp="1"/>
            </p:cNvSpPr>
            <p:nvPr/>
          </p:nvSpPr>
          <p:spPr>
            <a:xfrm>
              <a:off x="834707" y="4427465"/>
              <a:ext cx="30896" cy="36158"/>
            </a:xfrm>
            <a:custGeom>
              <a:avLst/>
              <a:gdLst/>
              <a:ahLst/>
              <a:cxnLst/>
              <a:rect l="0" t="0" r="0" b="0"/>
              <a:pathLst>
                <a:path w="30896" h="36158">
                  <a:moveTo>
                    <a:pt x="30896" y="361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8" name="Input_receptor__1377">
              <a:extLst>
                <a:ext uri="{FF2B5EF4-FFF2-40B4-BE49-F238E27FC236}">
                  <a16:creationId xmlns:a16="http://schemas.microsoft.com/office/drawing/2014/main" id="{C14765E3-7D48-F1D5-616F-E284FD017108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126991"/>
              <a:ext cx="4500" cy="39210"/>
            </a:xfrm>
            <a:custGeom>
              <a:avLst/>
              <a:gdLst/>
              <a:ahLst/>
              <a:cxnLst/>
              <a:rect l="0" t="0" r="0" b="0"/>
              <a:pathLst>
                <a:path w="4500" h="39210">
                  <a:moveTo>
                    <a:pt x="0" y="0"/>
                  </a:moveTo>
                  <a:lnTo>
                    <a:pt x="4500" y="3921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9" name="Input_receptor__1378">
              <a:extLst>
                <a:ext uri="{FF2B5EF4-FFF2-40B4-BE49-F238E27FC236}">
                  <a16:creationId xmlns:a16="http://schemas.microsoft.com/office/drawing/2014/main" id="{E51DF93A-F3AF-340F-F6C8-05E7C922AFE4}"/>
                </a:ext>
              </a:extLst>
            </p:cNvPr>
            <p:cNvSpPr>
              <a:spLocks noGrp="1"/>
            </p:cNvSpPr>
            <p:nvPr/>
          </p:nvSpPr>
          <p:spPr>
            <a:xfrm>
              <a:off x="1349350" y="4548457"/>
              <a:ext cx="38265" cy="6349"/>
            </a:xfrm>
            <a:custGeom>
              <a:avLst/>
              <a:gdLst/>
              <a:ahLst/>
              <a:cxnLst/>
              <a:rect l="0" t="0" r="0" b="0"/>
              <a:pathLst>
                <a:path w="38265" h="6349">
                  <a:moveTo>
                    <a:pt x="0" y="0"/>
                  </a:moveTo>
                  <a:lnTo>
                    <a:pt x="38265" y="6349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0" name="Input_receptor__1379">
              <a:extLst>
                <a:ext uri="{FF2B5EF4-FFF2-40B4-BE49-F238E27FC236}">
                  <a16:creationId xmlns:a16="http://schemas.microsoft.com/office/drawing/2014/main" id="{C7C4BA61-43B3-72EE-2243-27CC9885098D}"/>
                </a:ext>
              </a:extLst>
            </p:cNvPr>
            <p:cNvSpPr>
              <a:spLocks noGrp="1"/>
            </p:cNvSpPr>
            <p:nvPr/>
          </p:nvSpPr>
          <p:spPr>
            <a:xfrm>
              <a:off x="1446776" y="4474468"/>
              <a:ext cx="2300" cy="39291"/>
            </a:xfrm>
            <a:custGeom>
              <a:avLst/>
              <a:gdLst/>
              <a:ahLst/>
              <a:cxnLst/>
              <a:rect l="0" t="0" r="0" b="0"/>
              <a:pathLst>
                <a:path w="2300" h="39291">
                  <a:moveTo>
                    <a:pt x="2300" y="0"/>
                  </a:moveTo>
                  <a:lnTo>
                    <a:pt x="0" y="39291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1" name="Input_receptor__1380">
              <a:extLst>
                <a:ext uri="{FF2B5EF4-FFF2-40B4-BE49-F238E27FC236}">
                  <a16:creationId xmlns:a16="http://schemas.microsoft.com/office/drawing/2014/main" id="{9D725F61-188C-C930-0F00-5C7B9F3B54D9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10188"/>
              <a:ext cx="367" cy="47707"/>
            </a:xfrm>
            <a:custGeom>
              <a:avLst/>
              <a:gdLst/>
              <a:ahLst/>
              <a:cxnLst/>
              <a:rect l="0" t="0" r="0" b="0"/>
              <a:pathLst>
                <a:path w="367" h="47707">
                  <a:moveTo>
                    <a:pt x="0" y="47707"/>
                  </a:moveTo>
                  <a:lnTo>
                    <a:pt x="367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2" name="Input_receptor__1381">
              <a:extLst>
                <a:ext uri="{FF2B5EF4-FFF2-40B4-BE49-F238E27FC236}">
                  <a16:creationId xmlns:a16="http://schemas.microsoft.com/office/drawing/2014/main" id="{5945C4DA-A366-7B78-4F95-1165178F6845}"/>
                </a:ext>
              </a:extLst>
            </p:cNvPr>
            <p:cNvSpPr>
              <a:spLocks noGrp="1"/>
            </p:cNvSpPr>
            <p:nvPr/>
          </p:nvSpPr>
          <p:spPr>
            <a:xfrm>
              <a:off x="1177784" y="4999326"/>
              <a:ext cx="34134" cy="28119"/>
            </a:xfrm>
            <a:custGeom>
              <a:avLst/>
              <a:gdLst/>
              <a:ahLst/>
              <a:cxnLst/>
              <a:rect l="0" t="0" r="0" b="0"/>
              <a:pathLst>
                <a:path w="34134" h="28119">
                  <a:moveTo>
                    <a:pt x="0" y="28119"/>
                  </a:moveTo>
                  <a:lnTo>
                    <a:pt x="34134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3" name="Input_receptor__1382">
              <a:extLst>
                <a:ext uri="{FF2B5EF4-FFF2-40B4-BE49-F238E27FC236}">
                  <a16:creationId xmlns:a16="http://schemas.microsoft.com/office/drawing/2014/main" id="{2E34A878-C95F-E26A-4557-F5B8DD28330A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2536"/>
              <a:ext cx="20543" cy="23676"/>
            </a:xfrm>
            <a:custGeom>
              <a:avLst/>
              <a:gdLst/>
              <a:ahLst/>
              <a:cxnLst/>
              <a:rect l="0" t="0" r="0" b="0"/>
              <a:pathLst>
                <a:path w="20543" h="23676">
                  <a:moveTo>
                    <a:pt x="0" y="23676"/>
                  </a:moveTo>
                  <a:lnTo>
                    <a:pt x="20543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4" name="Input_receptor__1383">
              <a:extLst>
                <a:ext uri="{FF2B5EF4-FFF2-40B4-BE49-F238E27FC236}">
                  <a16:creationId xmlns:a16="http://schemas.microsoft.com/office/drawing/2014/main" id="{92EF81BD-799A-4453-03B7-8DC5169BAAB0}"/>
                </a:ext>
              </a:extLst>
            </p:cNvPr>
            <p:cNvSpPr>
              <a:spLocks noGrp="1"/>
            </p:cNvSpPr>
            <p:nvPr/>
          </p:nvSpPr>
          <p:spPr>
            <a:xfrm>
              <a:off x="1011715" y="4675254"/>
              <a:ext cx="30003" cy="37278"/>
            </a:xfrm>
            <a:custGeom>
              <a:avLst/>
              <a:gdLst/>
              <a:ahLst/>
              <a:cxnLst/>
              <a:rect l="0" t="0" r="0" b="0"/>
              <a:pathLst>
                <a:path w="30003" h="37278">
                  <a:moveTo>
                    <a:pt x="30003" y="0"/>
                  </a:moveTo>
                  <a:lnTo>
                    <a:pt x="0" y="3727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5" name="Input_receptor__1384">
              <a:extLst>
                <a:ext uri="{FF2B5EF4-FFF2-40B4-BE49-F238E27FC236}">
                  <a16:creationId xmlns:a16="http://schemas.microsoft.com/office/drawing/2014/main" id="{F6437427-BD87-F8F2-8092-7D152E4A9B81}"/>
                </a:ext>
              </a:extLst>
            </p:cNvPr>
            <p:cNvSpPr>
              <a:spLocks noGrp="1"/>
            </p:cNvSpPr>
            <p:nvPr/>
          </p:nvSpPr>
          <p:spPr>
            <a:xfrm>
              <a:off x="1558839" y="4353795"/>
              <a:ext cx="25265" cy="34128"/>
            </a:xfrm>
            <a:custGeom>
              <a:avLst/>
              <a:gdLst/>
              <a:ahLst/>
              <a:cxnLst/>
              <a:rect l="0" t="0" r="0" b="0"/>
              <a:pathLst>
                <a:path w="25265" h="34128">
                  <a:moveTo>
                    <a:pt x="0" y="0"/>
                  </a:moveTo>
                  <a:lnTo>
                    <a:pt x="25265" y="3412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6" name="Input_receptor__1385">
              <a:extLst>
                <a:ext uri="{FF2B5EF4-FFF2-40B4-BE49-F238E27FC236}">
                  <a16:creationId xmlns:a16="http://schemas.microsoft.com/office/drawing/2014/main" id="{1BB4F18B-B637-52B8-DBC9-0E14B55E4248}"/>
                </a:ext>
              </a:extLst>
            </p:cNvPr>
            <p:cNvSpPr>
              <a:spLocks noGrp="1"/>
            </p:cNvSpPr>
            <p:nvPr/>
          </p:nvSpPr>
          <p:spPr>
            <a:xfrm>
              <a:off x="1066903" y="4337409"/>
              <a:ext cx="38539" cy="3603"/>
            </a:xfrm>
            <a:custGeom>
              <a:avLst/>
              <a:gdLst/>
              <a:ahLst/>
              <a:cxnLst/>
              <a:rect l="0" t="0" r="0" b="0"/>
              <a:pathLst>
                <a:path w="38539" h="3603">
                  <a:moveTo>
                    <a:pt x="0" y="0"/>
                  </a:moveTo>
                  <a:lnTo>
                    <a:pt x="38539" y="3603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7" name="Input_receptor__1386">
              <a:extLst>
                <a:ext uri="{FF2B5EF4-FFF2-40B4-BE49-F238E27FC236}">
                  <a16:creationId xmlns:a16="http://schemas.microsoft.com/office/drawing/2014/main" id="{1885352A-5EAE-E168-EA08-42447981D34A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4338" cy="23246"/>
            </a:xfrm>
            <a:custGeom>
              <a:avLst/>
              <a:gdLst/>
              <a:ahLst/>
              <a:cxnLst/>
              <a:rect l="0" t="0" r="0" b="0"/>
              <a:pathLst>
                <a:path w="34338" h="23246">
                  <a:moveTo>
                    <a:pt x="34338" y="23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8" name="Input_receptor__1387">
              <a:extLst>
                <a:ext uri="{FF2B5EF4-FFF2-40B4-BE49-F238E27FC236}">
                  <a16:creationId xmlns:a16="http://schemas.microsoft.com/office/drawing/2014/main" id="{3A1EBA2D-02D9-98F5-B2F4-74F6B905025A}"/>
                </a:ext>
              </a:extLst>
            </p:cNvPr>
            <p:cNvSpPr>
              <a:spLocks noGrp="1"/>
            </p:cNvSpPr>
            <p:nvPr/>
          </p:nvSpPr>
          <p:spPr>
            <a:xfrm>
              <a:off x="1466168" y="4074453"/>
              <a:ext cx="16234" cy="25028"/>
            </a:xfrm>
            <a:custGeom>
              <a:avLst/>
              <a:gdLst/>
              <a:ahLst/>
              <a:cxnLst/>
              <a:rect l="0" t="0" r="0" b="0"/>
              <a:pathLst>
                <a:path w="16234" h="25028">
                  <a:moveTo>
                    <a:pt x="0" y="25028"/>
                  </a:moveTo>
                  <a:lnTo>
                    <a:pt x="16234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9" name="Input_receptor__1388">
              <a:extLst>
                <a:ext uri="{FF2B5EF4-FFF2-40B4-BE49-F238E27FC236}">
                  <a16:creationId xmlns:a16="http://schemas.microsoft.com/office/drawing/2014/main" id="{D848715D-F31A-17CD-A721-F10BE370F0D4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14279" cy="37446"/>
            </a:xfrm>
            <a:custGeom>
              <a:avLst/>
              <a:gdLst/>
              <a:ahLst/>
              <a:cxnLst/>
              <a:rect l="0" t="0" r="0" b="0"/>
              <a:pathLst>
                <a:path w="14279" h="37446">
                  <a:moveTo>
                    <a:pt x="0" y="0"/>
                  </a:moveTo>
                  <a:lnTo>
                    <a:pt x="14279" y="37446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0" name="Input_receptor__1389">
              <a:extLst>
                <a:ext uri="{FF2B5EF4-FFF2-40B4-BE49-F238E27FC236}">
                  <a16:creationId xmlns:a16="http://schemas.microsoft.com/office/drawing/2014/main" id="{91568E83-2DD8-0870-CA38-7692E6EC5C51}"/>
                </a:ext>
              </a:extLst>
            </p:cNvPr>
            <p:cNvSpPr>
              <a:spLocks noGrp="1"/>
            </p:cNvSpPr>
            <p:nvPr/>
          </p:nvSpPr>
          <p:spPr>
            <a:xfrm>
              <a:off x="1210574" y="4829149"/>
              <a:ext cx="10828" cy="18125"/>
            </a:xfrm>
            <a:custGeom>
              <a:avLst/>
              <a:gdLst/>
              <a:ahLst/>
              <a:cxnLst/>
              <a:rect l="0" t="0" r="0" b="0"/>
              <a:pathLst>
                <a:path w="10828" h="18125">
                  <a:moveTo>
                    <a:pt x="10828" y="0"/>
                  </a:moveTo>
                  <a:lnTo>
                    <a:pt x="0" y="18125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1" name="Input_receptor__1390">
              <a:extLst>
                <a:ext uri="{FF2B5EF4-FFF2-40B4-BE49-F238E27FC236}">
                  <a16:creationId xmlns:a16="http://schemas.microsoft.com/office/drawing/2014/main" id="{037AC99F-A3DC-FC8B-F8E1-2021863D7C48}"/>
                </a:ext>
              </a:extLst>
            </p:cNvPr>
            <p:cNvSpPr>
              <a:spLocks noGrp="1"/>
            </p:cNvSpPr>
            <p:nvPr/>
          </p:nvSpPr>
          <p:spPr>
            <a:xfrm>
              <a:off x="1130464" y="4706053"/>
              <a:ext cx="25969" cy="40059"/>
            </a:xfrm>
            <a:custGeom>
              <a:avLst/>
              <a:gdLst/>
              <a:ahLst/>
              <a:cxnLst/>
              <a:rect l="0" t="0" r="0" b="0"/>
              <a:pathLst>
                <a:path w="25969" h="40059">
                  <a:moveTo>
                    <a:pt x="0" y="0"/>
                  </a:moveTo>
                  <a:lnTo>
                    <a:pt x="25969" y="4005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2" name="Input_receptor__1391">
              <a:extLst>
                <a:ext uri="{FF2B5EF4-FFF2-40B4-BE49-F238E27FC236}">
                  <a16:creationId xmlns:a16="http://schemas.microsoft.com/office/drawing/2014/main" id="{8AA425DB-0FF4-0192-BFDE-6A710D9CD4D5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16390" cy="33182"/>
            </a:xfrm>
            <a:custGeom>
              <a:avLst/>
              <a:gdLst/>
              <a:ahLst/>
              <a:cxnLst/>
              <a:rect l="0" t="0" r="0" b="0"/>
              <a:pathLst>
                <a:path w="16390" h="33182">
                  <a:moveTo>
                    <a:pt x="16390" y="331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3" name="Input_receptor__1392">
              <a:extLst>
                <a:ext uri="{FF2B5EF4-FFF2-40B4-BE49-F238E27FC236}">
                  <a16:creationId xmlns:a16="http://schemas.microsoft.com/office/drawing/2014/main" id="{97E879FF-8955-4B4C-2AB9-4891F94134B9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837406"/>
              <a:ext cx="8253" cy="9404"/>
            </a:xfrm>
            <a:custGeom>
              <a:avLst/>
              <a:gdLst/>
              <a:ahLst/>
              <a:cxnLst/>
              <a:rect l="0" t="0" r="0" b="0"/>
              <a:pathLst>
                <a:path w="8253" h="9404">
                  <a:moveTo>
                    <a:pt x="0" y="0"/>
                  </a:moveTo>
                  <a:lnTo>
                    <a:pt x="8253" y="940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4" name="Input_receptor__1393">
              <a:extLst>
                <a:ext uri="{FF2B5EF4-FFF2-40B4-BE49-F238E27FC236}">
                  <a16:creationId xmlns:a16="http://schemas.microsoft.com/office/drawing/2014/main" id="{AFA40F04-E6D4-D927-DCD4-B9C6CF8C815E}"/>
                </a:ext>
              </a:extLst>
            </p:cNvPr>
            <p:cNvSpPr>
              <a:spLocks noGrp="1"/>
            </p:cNvSpPr>
            <p:nvPr/>
          </p:nvSpPr>
          <p:spPr>
            <a:xfrm>
              <a:off x="1597003" y="4319967"/>
              <a:ext cx="29825" cy="20064"/>
            </a:xfrm>
            <a:custGeom>
              <a:avLst/>
              <a:gdLst/>
              <a:ahLst/>
              <a:cxnLst/>
              <a:rect l="0" t="0" r="0" b="0"/>
              <a:pathLst>
                <a:path w="29825" h="20064">
                  <a:moveTo>
                    <a:pt x="0" y="0"/>
                  </a:moveTo>
                  <a:lnTo>
                    <a:pt x="29825" y="2006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5" name="Input_receptor__1394">
              <a:extLst>
                <a:ext uri="{FF2B5EF4-FFF2-40B4-BE49-F238E27FC236}">
                  <a16:creationId xmlns:a16="http://schemas.microsoft.com/office/drawing/2014/main" id="{A3AB79E6-C11B-F564-0A84-16BDBDA8137A}"/>
                </a:ext>
              </a:extLst>
            </p:cNvPr>
            <p:cNvSpPr>
              <a:spLocks noGrp="1"/>
            </p:cNvSpPr>
            <p:nvPr/>
          </p:nvSpPr>
          <p:spPr>
            <a:xfrm>
              <a:off x="1467286" y="4911663"/>
              <a:ext cx="36678" cy="31129"/>
            </a:xfrm>
            <a:custGeom>
              <a:avLst/>
              <a:gdLst/>
              <a:ahLst/>
              <a:cxnLst/>
              <a:rect l="0" t="0" r="0" b="0"/>
              <a:pathLst>
                <a:path w="36678" h="31129">
                  <a:moveTo>
                    <a:pt x="36678" y="0"/>
                  </a:moveTo>
                  <a:lnTo>
                    <a:pt x="0" y="3112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6" name="Input_receptor__1395">
              <a:extLst>
                <a:ext uri="{FF2B5EF4-FFF2-40B4-BE49-F238E27FC236}">
                  <a16:creationId xmlns:a16="http://schemas.microsoft.com/office/drawing/2014/main" id="{9AF29023-69C3-E322-8B52-65AB3B5144F2}"/>
                </a:ext>
              </a:extLst>
            </p:cNvPr>
            <p:cNvSpPr>
              <a:spLocks noGrp="1"/>
            </p:cNvSpPr>
            <p:nvPr/>
          </p:nvSpPr>
          <p:spPr>
            <a:xfrm>
              <a:off x="1048948" y="4567700"/>
              <a:ext cx="37618" cy="713"/>
            </a:xfrm>
            <a:custGeom>
              <a:avLst/>
              <a:gdLst/>
              <a:ahLst/>
              <a:cxnLst/>
              <a:rect l="0" t="0" r="0" b="0"/>
              <a:pathLst>
                <a:path w="37618" h="713">
                  <a:moveTo>
                    <a:pt x="0" y="713"/>
                  </a:moveTo>
                  <a:lnTo>
                    <a:pt x="37618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7" name="Input_receptor__1396">
              <a:extLst>
                <a:ext uri="{FF2B5EF4-FFF2-40B4-BE49-F238E27FC236}">
                  <a16:creationId xmlns:a16="http://schemas.microsoft.com/office/drawing/2014/main" id="{28915595-9CB6-1FF6-64D2-D2F8A2656726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080980"/>
              <a:ext cx="4412" cy="46011"/>
            </a:xfrm>
            <a:custGeom>
              <a:avLst/>
              <a:gdLst/>
              <a:ahLst/>
              <a:cxnLst/>
              <a:rect l="0" t="0" r="0" b="0"/>
              <a:pathLst>
                <a:path w="4412" h="46011">
                  <a:moveTo>
                    <a:pt x="4412" y="0"/>
                  </a:moveTo>
                  <a:lnTo>
                    <a:pt x="0" y="46011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8" name="Input_receptor__1397">
              <a:extLst>
                <a:ext uri="{FF2B5EF4-FFF2-40B4-BE49-F238E27FC236}">
                  <a16:creationId xmlns:a16="http://schemas.microsoft.com/office/drawing/2014/main" id="{3732F495-2B0F-92A3-8CB4-EFDBB31BC7F8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924550"/>
              <a:ext cx="22426" cy="29698"/>
            </a:xfrm>
            <a:custGeom>
              <a:avLst/>
              <a:gdLst/>
              <a:ahLst/>
              <a:cxnLst/>
              <a:rect l="0" t="0" r="0" b="0"/>
              <a:pathLst>
                <a:path w="22426" h="29698">
                  <a:moveTo>
                    <a:pt x="22426" y="29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9" name="Input_receptor__1398">
              <a:extLst>
                <a:ext uri="{FF2B5EF4-FFF2-40B4-BE49-F238E27FC236}">
                  <a16:creationId xmlns:a16="http://schemas.microsoft.com/office/drawing/2014/main" id="{D01908EC-7217-4FAD-3689-1EDBE1F0347D}"/>
                </a:ext>
              </a:extLst>
            </p:cNvPr>
            <p:cNvSpPr>
              <a:spLocks noGrp="1"/>
            </p:cNvSpPr>
            <p:nvPr/>
          </p:nvSpPr>
          <p:spPr>
            <a:xfrm>
              <a:off x="1258650" y="4403015"/>
              <a:ext cx="34776" cy="29472"/>
            </a:xfrm>
            <a:custGeom>
              <a:avLst/>
              <a:gdLst/>
              <a:ahLst/>
              <a:cxnLst/>
              <a:rect l="0" t="0" r="0" b="0"/>
              <a:pathLst>
                <a:path w="34776" h="29472">
                  <a:moveTo>
                    <a:pt x="34776" y="29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400" name="Input_receptor__1399">
              <a:extLst>
                <a:ext uri="{FF2B5EF4-FFF2-40B4-BE49-F238E27FC236}">
                  <a16:creationId xmlns:a16="http://schemas.microsoft.com/office/drawing/2014/main" id="{C6EB0C9A-EE23-5636-C296-113F16A9593A}"/>
                </a:ext>
              </a:extLst>
            </p:cNvPr>
            <p:cNvSpPr>
              <a:spLocks noGrp="1"/>
            </p:cNvSpPr>
            <p:nvPr/>
          </p:nvSpPr>
          <p:spPr>
            <a:xfrm>
              <a:off x="1390606" y="4105191"/>
              <a:ext cx="21379" cy="2073"/>
            </a:xfrm>
            <a:custGeom>
              <a:avLst/>
              <a:gdLst/>
              <a:ahLst/>
              <a:cxnLst/>
              <a:rect l="0" t="0" r="0" b="0"/>
              <a:pathLst>
                <a:path w="21379" h="2073">
                  <a:moveTo>
                    <a:pt x="0" y="0"/>
                  </a:moveTo>
                  <a:lnTo>
                    <a:pt x="21379" y="2073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1" name="Input_receptor__1400">
              <a:extLst>
                <a:ext uri="{FF2B5EF4-FFF2-40B4-BE49-F238E27FC236}">
                  <a16:creationId xmlns:a16="http://schemas.microsoft.com/office/drawing/2014/main" id="{62E43934-917A-9798-326F-195363727134}"/>
                </a:ext>
              </a:extLst>
            </p:cNvPr>
            <p:cNvSpPr>
              <a:spLocks noGrp="1"/>
            </p:cNvSpPr>
            <p:nvPr/>
          </p:nvSpPr>
          <p:spPr>
            <a:xfrm>
              <a:off x="972394" y="4307346"/>
              <a:ext cx="24632" cy="19931"/>
            </a:xfrm>
            <a:custGeom>
              <a:avLst/>
              <a:gdLst/>
              <a:ahLst/>
              <a:cxnLst/>
              <a:rect l="0" t="0" r="0" b="0"/>
              <a:pathLst>
                <a:path w="24632" h="19931">
                  <a:moveTo>
                    <a:pt x="24632" y="19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2" name="Input_receptor__1401">
              <a:extLst>
                <a:ext uri="{FF2B5EF4-FFF2-40B4-BE49-F238E27FC236}">
                  <a16:creationId xmlns:a16="http://schemas.microsoft.com/office/drawing/2014/main" id="{FA664D94-84D7-D4B5-5EF7-F91A7A36E403}"/>
                </a:ext>
              </a:extLst>
            </p:cNvPr>
            <p:cNvSpPr>
              <a:spLocks noGrp="1"/>
            </p:cNvSpPr>
            <p:nvPr/>
          </p:nvSpPr>
          <p:spPr>
            <a:xfrm>
              <a:off x="865603" y="4446710"/>
              <a:ext cx="42677" cy="16913"/>
            </a:xfrm>
            <a:custGeom>
              <a:avLst/>
              <a:gdLst/>
              <a:ahLst/>
              <a:cxnLst/>
              <a:rect l="0" t="0" r="0" b="0"/>
              <a:pathLst>
                <a:path w="42677" h="16913">
                  <a:moveTo>
                    <a:pt x="42677" y="0"/>
                  </a:moveTo>
                  <a:lnTo>
                    <a:pt x="0" y="16913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3" name="Input_receptor__1402">
              <a:extLst>
                <a:ext uri="{FF2B5EF4-FFF2-40B4-BE49-F238E27FC236}">
                  <a16:creationId xmlns:a16="http://schemas.microsoft.com/office/drawing/2014/main" id="{639A313A-9E9F-C30A-0163-451D350270C5}"/>
                </a:ext>
              </a:extLst>
            </p:cNvPr>
            <p:cNvSpPr>
              <a:spLocks noGrp="1"/>
            </p:cNvSpPr>
            <p:nvPr/>
          </p:nvSpPr>
          <p:spPr>
            <a:xfrm>
              <a:off x="969387" y="4919656"/>
              <a:ext cx="24289" cy="30095"/>
            </a:xfrm>
            <a:custGeom>
              <a:avLst/>
              <a:gdLst/>
              <a:ahLst/>
              <a:cxnLst/>
              <a:rect l="0" t="0" r="0" b="0"/>
              <a:pathLst>
                <a:path w="24289" h="30095">
                  <a:moveTo>
                    <a:pt x="24289" y="0"/>
                  </a:moveTo>
                  <a:lnTo>
                    <a:pt x="0" y="30095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4" name="Input_receptor__1403">
              <a:extLst>
                <a:ext uri="{FF2B5EF4-FFF2-40B4-BE49-F238E27FC236}">
                  <a16:creationId xmlns:a16="http://schemas.microsoft.com/office/drawing/2014/main" id="{3B78EB55-BCE2-A83D-3043-15C94F487D67}"/>
                </a:ext>
              </a:extLst>
            </p:cNvPr>
            <p:cNvSpPr>
              <a:spLocks noGrp="1"/>
            </p:cNvSpPr>
            <p:nvPr/>
          </p:nvSpPr>
          <p:spPr>
            <a:xfrm>
              <a:off x="1105442" y="4314816"/>
              <a:ext cx="37954" cy="26197"/>
            </a:xfrm>
            <a:custGeom>
              <a:avLst/>
              <a:gdLst/>
              <a:ahLst/>
              <a:cxnLst/>
              <a:rect l="0" t="0" r="0" b="0"/>
              <a:pathLst>
                <a:path w="37954" h="26197">
                  <a:moveTo>
                    <a:pt x="0" y="26197"/>
                  </a:moveTo>
                  <a:lnTo>
                    <a:pt x="37954" y="0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5" name="Input_receptor__1404">
              <a:extLst>
                <a:ext uri="{FF2B5EF4-FFF2-40B4-BE49-F238E27FC236}">
                  <a16:creationId xmlns:a16="http://schemas.microsoft.com/office/drawing/2014/main" id="{9E98C3D3-9949-207E-33D1-5E0DD075E521}"/>
                </a:ext>
              </a:extLst>
            </p:cNvPr>
            <p:cNvSpPr>
              <a:spLocks noGrp="1"/>
            </p:cNvSpPr>
            <p:nvPr/>
          </p:nvSpPr>
          <p:spPr>
            <a:xfrm>
              <a:off x="779962" y="4582904"/>
              <a:ext cx="38481" cy="29251"/>
            </a:xfrm>
            <a:custGeom>
              <a:avLst/>
              <a:gdLst/>
              <a:ahLst/>
              <a:cxnLst/>
              <a:rect l="0" t="0" r="0" b="0"/>
              <a:pathLst>
                <a:path w="38481" h="29251">
                  <a:moveTo>
                    <a:pt x="38481" y="292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6" name="Input_receptor__1405">
              <a:extLst>
                <a:ext uri="{FF2B5EF4-FFF2-40B4-BE49-F238E27FC236}">
                  <a16:creationId xmlns:a16="http://schemas.microsoft.com/office/drawing/2014/main" id="{947F566B-EEA2-B023-C488-21AA41E05046}"/>
                </a:ext>
              </a:extLst>
            </p:cNvPr>
            <p:cNvSpPr>
              <a:spLocks noGrp="1"/>
            </p:cNvSpPr>
            <p:nvPr/>
          </p:nvSpPr>
          <p:spPr>
            <a:xfrm>
              <a:off x="1420190" y="4059732"/>
              <a:ext cx="16280" cy="3827"/>
            </a:xfrm>
            <a:custGeom>
              <a:avLst/>
              <a:gdLst/>
              <a:ahLst/>
              <a:cxnLst/>
              <a:rect l="0" t="0" r="0" b="0"/>
              <a:pathLst>
                <a:path w="16280" h="3827">
                  <a:moveTo>
                    <a:pt x="0" y="0"/>
                  </a:moveTo>
                  <a:lnTo>
                    <a:pt x="16280" y="382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7" name="Input_receptor__1406">
              <a:extLst>
                <a:ext uri="{FF2B5EF4-FFF2-40B4-BE49-F238E27FC236}">
                  <a16:creationId xmlns:a16="http://schemas.microsoft.com/office/drawing/2014/main" id="{4A0BB261-27B5-508C-2714-6B60CE2FA7F8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29568" cy="7409"/>
            </a:xfrm>
            <a:custGeom>
              <a:avLst/>
              <a:gdLst/>
              <a:ahLst/>
              <a:cxnLst/>
              <a:rect l="0" t="0" r="0" b="0"/>
              <a:pathLst>
                <a:path w="29568" h="7409">
                  <a:moveTo>
                    <a:pt x="29568" y="74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8" name="Input_receptor__1407">
              <a:extLst>
                <a:ext uri="{FF2B5EF4-FFF2-40B4-BE49-F238E27FC236}">
                  <a16:creationId xmlns:a16="http://schemas.microsoft.com/office/drawing/2014/main" id="{109EEE08-CD36-FBD6-5DF1-BBB3B269F274}"/>
                </a:ext>
              </a:extLst>
            </p:cNvPr>
            <p:cNvSpPr>
              <a:spLocks noGrp="1"/>
            </p:cNvSpPr>
            <p:nvPr/>
          </p:nvSpPr>
          <p:spPr>
            <a:xfrm>
              <a:off x="993676" y="4884654"/>
              <a:ext cx="2151" cy="35002"/>
            </a:xfrm>
            <a:custGeom>
              <a:avLst/>
              <a:gdLst/>
              <a:ahLst/>
              <a:cxnLst/>
              <a:rect l="0" t="0" r="0" b="0"/>
              <a:pathLst>
                <a:path w="2151" h="35002">
                  <a:moveTo>
                    <a:pt x="2151" y="0"/>
                  </a:moveTo>
                  <a:lnTo>
                    <a:pt x="0" y="35002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09" name="Input_receptor__1408">
              <a:extLst>
                <a:ext uri="{FF2B5EF4-FFF2-40B4-BE49-F238E27FC236}">
                  <a16:creationId xmlns:a16="http://schemas.microsoft.com/office/drawing/2014/main" id="{B700A824-1B36-4B9E-FDD5-A903B9DCED1D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57895"/>
              <a:ext cx="42629" cy="11948"/>
            </a:xfrm>
            <a:custGeom>
              <a:avLst/>
              <a:gdLst/>
              <a:ahLst/>
              <a:cxnLst/>
              <a:rect l="0" t="0" r="0" b="0"/>
              <a:pathLst>
                <a:path w="42629" h="11948">
                  <a:moveTo>
                    <a:pt x="42629" y="119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0" name="Input_receptor__1409">
              <a:extLst>
                <a:ext uri="{FF2B5EF4-FFF2-40B4-BE49-F238E27FC236}">
                  <a16:creationId xmlns:a16="http://schemas.microsoft.com/office/drawing/2014/main" id="{7BFD23E9-24CE-03DD-E593-FB6E3DB86536}"/>
                </a:ext>
              </a:extLst>
            </p:cNvPr>
            <p:cNvSpPr>
              <a:spLocks noGrp="1"/>
            </p:cNvSpPr>
            <p:nvPr/>
          </p:nvSpPr>
          <p:spPr>
            <a:xfrm>
              <a:off x="1633916" y="4705966"/>
              <a:ext cx="13124" cy="41404"/>
            </a:xfrm>
            <a:custGeom>
              <a:avLst/>
              <a:gdLst/>
              <a:ahLst/>
              <a:cxnLst/>
              <a:rect l="0" t="0" r="0" b="0"/>
              <a:pathLst>
                <a:path w="13124" h="41404">
                  <a:moveTo>
                    <a:pt x="0" y="41404"/>
                  </a:moveTo>
                  <a:lnTo>
                    <a:pt x="13124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1" name="Input_receptor__1410">
              <a:extLst>
                <a:ext uri="{FF2B5EF4-FFF2-40B4-BE49-F238E27FC236}">
                  <a16:creationId xmlns:a16="http://schemas.microsoft.com/office/drawing/2014/main" id="{C52182A6-1484-D02A-C80B-E0DCBE0209FE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733724"/>
              <a:ext cx="19998" cy="23692"/>
            </a:xfrm>
            <a:custGeom>
              <a:avLst/>
              <a:gdLst/>
              <a:ahLst/>
              <a:cxnLst/>
              <a:rect l="0" t="0" r="0" b="0"/>
              <a:pathLst>
                <a:path w="19998" h="23692">
                  <a:moveTo>
                    <a:pt x="0" y="0"/>
                  </a:moveTo>
                  <a:lnTo>
                    <a:pt x="19998" y="2369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2" name="Input_receptor__1411">
              <a:extLst>
                <a:ext uri="{FF2B5EF4-FFF2-40B4-BE49-F238E27FC236}">
                  <a16:creationId xmlns:a16="http://schemas.microsoft.com/office/drawing/2014/main" id="{14E53399-21A1-282C-1BF6-586777781D94}"/>
                </a:ext>
              </a:extLst>
            </p:cNvPr>
            <p:cNvSpPr>
              <a:spLocks noGrp="1"/>
            </p:cNvSpPr>
            <p:nvPr/>
          </p:nvSpPr>
          <p:spPr>
            <a:xfrm>
              <a:off x="1521186" y="4399038"/>
              <a:ext cx="615" cy="10659"/>
            </a:xfrm>
            <a:custGeom>
              <a:avLst/>
              <a:gdLst/>
              <a:ahLst/>
              <a:cxnLst/>
              <a:rect l="0" t="0" r="0" b="0"/>
              <a:pathLst>
                <a:path w="615" h="10659">
                  <a:moveTo>
                    <a:pt x="0" y="0"/>
                  </a:moveTo>
                  <a:lnTo>
                    <a:pt x="615" y="106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3" name="Input_receptor__1412">
              <a:extLst>
                <a:ext uri="{FF2B5EF4-FFF2-40B4-BE49-F238E27FC236}">
                  <a16:creationId xmlns:a16="http://schemas.microsoft.com/office/drawing/2014/main" id="{23BDEAC6-1342-DF6A-794F-5337917332D5}"/>
                </a:ext>
              </a:extLst>
            </p:cNvPr>
            <p:cNvSpPr>
              <a:spLocks noGrp="1"/>
            </p:cNvSpPr>
            <p:nvPr/>
          </p:nvSpPr>
          <p:spPr>
            <a:xfrm>
              <a:off x="926837" y="4949750"/>
              <a:ext cx="42549" cy="14559"/>
            </a:xfrm>
            <a:custGeom>
              <a:avLst/>
              <a:gdLst/>
              <a:ahLst/>
              <a:cxnLst/>
              <a:rect l="0" t="0" r="0" b="0"/>
              <a:pathLst>
                <a:path w="42549" h="14559">
                  <a:moveTo>
                    <a:pt x="42549" y="0"/>
                  </a:moveTo>
                  <a:lnTo>
                    <a:pt x="0" y="145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4" name="Input_receptor__1413">
              <a:extLst>
                <a:ext uri="{FF2B5EF4-FFF2-40B4-BE49-F238E27FC236}">
                  <a16:creationId xmlns:a16="http://schemas.microsoft.com/office/drawing/2014/main" id="{D27115E4-6653-1709-E717-95E913A11294}"/>
                </a:ext>
              </a:extLst>
            </p:cNvPr>
            <p:cNvSpPr>
              <a:spLocks noGrp="1"/>
            </p:cNvSpPr>
            <p:nvPr/>
          </p:nvSpPr>
          <p:spPr>
            <a:xfrm>
              <a:off x="1103685" y="4247319"/>
              <a:ext cx="45541" cy="8658"/>
            </a:xfrm>
            <a:custGeom>
              <a:avLst/>
              <a:gdLst/>
              <a:ahLst/>
              <a:cxnLst/>
              <a:rect l="0" t="0" r="0" b="0"/>
              <a:pathLst>
                <a:path w="45541" h="8658">
                  <a:moveTo>
                    <a:pt x="0" y="0"/>
                  </a:moveTo>
                  <a:lnTo>
                    <a:pt x="45541" y="8658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5" name="Input_receptor__1414">
              <a:extLst>
                <a:ext uri="{FF2B5EF4-FFF2-40B4-BE49-F238E27FC236}">
                  <a16:creationId xmlns:a16="http://schemas.microsoft.com/office/drawing/2014/main" id="{F0B28C17-3C17-46E4-8CE5-FE9541EFE8A7}"/>
                </a:ext>
              </a:extLst>
            </p:cNvPr>
            <p:cNvSpPr>
              <a:spLocks noGrp="1"/>
            </p:cNvSpPr>
            <p:nvPr/>
          </p:nvSpPr>
          <p:spPr>
            <a:xfrm>
              <a:off x="1211918" y="4954248"/>
              <a:ext cx="9795" cy="45078"/>
            </a:xfrm>
            <a:custGeom>
              <a:avLst/>
              <a:gdLst/>
              <a:ahLst/>
              <a:cxnLst/>
              <a:rect l="0" t="0" r="0" b="0"/>
              <a:pathLst>
                <a:path w="9795" h="45078">
                  <a:moveTo>
                    <a:pt x="0" y="45078"/>
                  </a:moveTo>
                  <a:lnTo>
                    <a:pt x="9795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6" name="Input_receptor__1415">
              <a:extLst>
                <a:ext uri="{FF2B5EF4-FFF2-40B4-BE49-F238E27FC236}">
                  <a16:creationId xmlns:a16="http://schemas.microsoft.com/office/drawing/2014/main" id="{D64B914F-878D-3063-6A81-C139C2EDE895}"/>
                </a:ext>
              </a:extLst>
            </p:cNvPr>
            <p:cNvSpPr>
              <a:spLocks noGrp="1"/>
            </p:cNvSpPr>
            <p:nvPr/>
          </p:nvSpPr>
          <p:spPr>
            <a:xfrm>
              <a:off x="1071510" y="4908058"/>
              <a:ext cx="47507" cy="6866"/>
            </a:xfrm>
            <a:custGeom>
              <a:avLst/>
              <a:gdLst/>
              <a:ahLst/>
              <a:cxnLst/>
              <a:rect l="0" t="0" r="0" b="0"/>
              <a:pathLst>
                <a:path w="47507" h="6866">
                  <a:moveTo>
                    <a:pt x="47507" y="68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7" name="Input_receptor__1416">
              <a:extLst>
                <a:ext uri="{FF2B5EF4-FFF2-40B4-BE49-F238E27FC236}">
                  <a16:creationId xmlns:a16="http://schemas.microsoft.com/office/drawing/2014/main" id="{C3834F29-44E4-445A-675A-CB0844C695E5}"/>
                </a:ext>
              </a:extLst>
            </p:cNvPr>
            <p:cNvSpPr>
              <a:spLocks noGrp="1"/>
            </p:cNvSpPr>
            <p:nvPr/>
          </p:nvSpPr>
          <p:spPr>
            <a:xfrm>
              <a:off x="1543915" y="4906392"/>
              <a:ext cx="36796" cy="21237"/>
            </a:xfrm>
            <a:custGeom>
              <a:avLst/>
              <a:gdLst/>
              <a:ahLst/>
              <a:cxnLst/>
              <a:rect l="0" t="0" r="0" b="0"/>
              <a:pathLst>
                <a:path w="36796" h="21237">
                  <a:moveTo>
                    <a:pt x="36796" y="0"/>
                  </a:moveTo>
                  <a:lnTo>
                    <a:pt x="0" y="2123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8" name="Input_receptor__1417">
              <a:extLst>
                <a:ext uri="{FF2B5EF4-FFF2-40B4-BE49-F238E27FC236}">
                  <a16:creationId xmlns:a16="http://schemas.microsoft.com/office/drawing/2014/main" id="{91EAECD1-CE11-3686-D19F-3116F96E8AAF}"/>
                </a:ext>
              </a:extLst>
            </p:cNvPr>
            <p:cNvSpPr>
              <a:spLocks noGrp="1"/>
            </p:cNvSpPr>
            <p:nvPr/>
          </p:nvSpPr>
          <p:spPr>
            <a:xfrm>
              <a:off x="1173111" y="4473379"/>
              <a:ext cx="1968" cy="7595"/>
            </a:xfrm>
            <a:custGeom>
              <a:avLst/>
              <a:gdLst/>
              <a:ahLst/>
              <a:cxnLst/>
              <a:rect l="0" t="0" r="0" b="0"/>
              <a:pathLst>
                <a:path w="1968" h="7595">
                  <a:moveTo>
                    <a:pt x="1968" y="0"/>
                  </a:moveTo>
                  <a:lnTo>
                    <a:pt x="0" y="7595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9" name="Input_receptor__1418">
              <a:extLst>
                <a:ext uri="{FF2B5EF4-FFF2-40B4-BE49-F238E27FC236}">
                  <a16:creationId xmlns:a16="http://schemas.microsoft.com/office/drawing/2014/main" id="{C48105AD-CC17-6855-59E7-FD99BC6AA945}"/>
                </a:ext>
              </a:extLst>
            </p:cNvPr>
            <p:cNvSpPr>
              <a:spLocks noGrp="1"/>
            </p:cNvSpPr>
            <p:nvPr/>
          </p:nvSpPr>
          <p:spPr>
            <a:xfrm>
              <a:off x="1503965" y="4911663"/>
              <a:ext cx="39950" cy="15966"/>
            </a:xfrm>
            <a:custGeom>
              <a:avLst/>
              <a:gdLst/>
              <a:ahLst/>
              <a:cxnLst/>
              <a:rect l="0" t="0" r="0" b="0"/>
              <a:pathLst>
                <a:path w="39950" h="15966">
                  <a:moveTo>
                    <a:pt x="39950" y="159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0" name="Input_receptor__1419">
              <a:extLst>
                <a:ext uri="{FF2B5EF4-FFF2-40B4-BE49-F238E27FC236}">
                  <a16:creationId xmlns:a16="http://schemas.microsoft.com/office/drawing/2014/main" id="{2578CFDD-A4F6-011B-B47C-B9B514509B9A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806505"/>
              <a:ext cx="40912" cy="6282"/>
            </a:xfrm>
            <a:custGeom>
              <a:avLst/>
              <a:gdLst/>
              <a:ahLst/>
              <a:cxnLst/>
              <a:rect l="0" t="0" r="0" b="0"/>
              <a:pathLst>
                <a:path w="40912" h="6282">
                  <a:moveTo>
                    <a:pt x="0" y="0"/>
                  </a:moveTo>
                  <a:lnTo>
                    <a:pt x="40912" y="628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1" name="Input_receptor__1420">
              <a:extLst>
                <a:ext uri="{FF2B5EF4-FFF2-40B4-BE49-F238E27FC236}">
                  <a16:creationId xmlns:a16="http://schemas.microsoft.com/office/drawing/2014/main" id="{C8572AC5-846B-A12C-3EF7-0DA38CE905CF}"/>
                </a:ext>
              </a:extLst>
            </p:cNvPr>
            <p:cNvSpPr>
              <a:spLocks noGrp="1"/>
            </p:cNvSpPr>
            <p:nvPr/>
          </p:nvSpPr>
          <p:spPr>
            <a:xfrm>
              <a:off x="1604713" y="4685128"/>
              <a:ext cx="42327" cy="20838"/>
            </a:xfrm>
            <a:custGeom>
              <a:avLst/>
              <a:gdLst/>
              <a:ahLst/>
              <a:cxnLst/>
              <a:rect l="0" t="0" r="0" b="0"/>
              <a:pathLst>
                <a:path w="42327" h="20838">
                  <a:moveTo>
                    <a:pt x="42327" y="20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2" name="Input_receptor__1421">
              <a:extLst>
                <a:ext uri="{FF2B5EF4-FFF2-40B4-BE49-F238E27FC236}">
                  <a16:creationId xmlns:a16="http://schemas.microsoft.com/office/drawing/2014/main" id="{A391D666-6CBB-2B7C-4EF3-8941AEF74563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33225"/>
              <a:ext cx="9787" cy="28964"/>
            </a:xfrm>
            <a:custGeom>
              <a:avLst/>
              <a:gdLst/>
              <a:ahLst/>
              <a:cxnLst/>
              <a:rect l="0" t="0" r="0" b="0"/>
              <a:pathLst>
                <a:path w="9787" h="28964">
                  <a:moveTo>
                    <a:pt x="0" y="28964"/>
                  </a:moveTo>
                  <a:lnTo>
                    <a:pt x="9787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3" name="Input_receptor__1422">
              <a:extLst>
                <a:ext uri="{FF2B5EF4-FFF2-40B4-BE49-F238E27FC236}">
                  <a16:creationId xmlns:a16="http://schemas.microsoft.com/office/drawing/2014/main" id="{83B56E93-05F0-79FA-7F60-F7BB92A58328}"/>
                </a:ext>
              </a:extLst>
            </p:cNvPr>
            <p:cNvSpPr>
              <a:spLocks noGrp="1"/>
            </p:cNvSpPr>
            <p:nvPr/>
          </p:nvSpPr>
          <p:spPr>
            <a:xfrm>
              <a:off x="1189323" y="4428062"/>
              <a:ext cx="30165" cy="15379"/>
            </a:xfrm>
            <a:custGeom>
              <a:avLst/>
              <a:gdLst/>
              <a:ahLst/>
              <a:cxnLst/>
              <a:rect l="0" t="0" r="0" b="0"/>
              <a:pathLst>
                <a:path w="30165" h="15379">
                  <a:moveTo>
                    <a:pt x="30165" y="15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4" name="Input_receptor__1423">
              <a:extLst>
                <a:ext uri="{FF2B5EF4-FFF2-40B4-BE49-F238E27FC236}">
                  <a16:creationId xmlns:a16="http://schemas.microsoft.com/office/drawing/2014/main" id="{EC659A2F-DE3C-BB51-AC17-23370CFD2299}"/>
                </a:ext>
              </a:extLst>
            </p:cNvPr>
            <p:cNvSpPr>
              <a:spLocks noGrp="1"/>
            </p:cNvSpPr>
            <p:nvPr/>
          </p:nvSpPr>
          <p:spPr>
            <a:xfrm>
              <a:off x="1626828" y="4340030"/>
              <a:ext cx="41873" cy="22621"/>
            </a:xfrm>
            <a:custGeom>
              <a:avLst/>
              <a:gdLst/>
              <a:ahLst/>
              <a:cxnLst/>
              <a:rect l="0" t="0" r="0" b="0"/>
              <a:pathLst>
                <a:path w="41873" h="22621">
                  <a:moveTo>
                    <a:pt x="0" y="0"/>
                  </a:moveTo>
                  <a:lnTo>
                    <a:pt x="41873" y="22621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5" name="Input_receptor__1424">
              <a:extLst>
                <a:ext uri="{FF2B5EF4-FFF2-40B4-BE49-F238E27FC236}">
                  <a16:creationId xmlns:a16="http://schemas.microsoft.com/office/drawing/2014/main" id="{663DE024-E2B4-A6F1-1293-9017F45C43F5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7240" cy="9326"/>
            </a:xfrm>
            <a:custGeom>
              <a:avLst/>
              <a:gdLst/>
              <a:ahLst/>
              <a:cxnLst/>
              <a:rect l="0" t="0" r="0" b="0"/>
              <a:pathLst>
                <a:path w="7240" h="9326">
                  <a:moveTo>
                    <a:pt x="0" y="0"/>
                  </a:moveTo>
                  <a:lnTo>
                    <a:pt x="7240" y="9326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6" name="Input_receptor__1425">
              <a:extLst>
                <a:ext uri="{FF2B5EF4-FFF2-40B4-BE49-F238E27FC236}">
                  <a16:creationId xmlns:a16="http://schemas.microsoft.com/office/drawing/2014/main" id="{0284F292-21D5-06FA-9224-6082F29426EB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87396"/>
              <a:ext cx="27022" cy="35074"/>
            </a:xfrm>
            <a:custGeom>
              <a:avLst/>
              <a:gdLst/>
              <a:ahLst/>
              <a:cxnLst/>
              <a:rect l="0" t="0" r="0" b="0"/>
              <a:pathLst>
                <a:path w="27022" h="35074">
                  <a:moveTo>
                    <a:pt x="27022" y="35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7" name="Input_receptor__1426">
              <a:extLst>
                <a:ext uri="{FF2B5EF4-FFF2-40B4-BE49-F238E27FC236}">
                  <a16:creationId xmlns:a16="http://schemas.microsoft.com/office/drawing/2014/main" id="{E69A5105-AFDD-C124-DFCC-A1C2F0E7518E}"/>
                </a:ext>
              </a:extLst>
            </p:cNvPr>
            <p:cNvSpPr>
              <a:spLocks noGrp="1"/>
            </p:cNvSpPr>
            <p:nvPr/>
          </p:nvSpPr>
          <p:spPr>
            <a:xfrm>
              <a:off x="1018908" y="4531243"/>
              <a:ext cx="30040" cy="37170"/>
            </a:xfrm>
            <a:custGeom>
              <a:avLst/>
              <a:gdLst/>
              <a:ahLst/>
              <a:cxnLst/>
              <a:rect l="0" t="0" r="0" b="0"/>
              <a:pathLst>
                <a:path w="30040" h="37170">
                  <a:moveTo>
                    <a:pt x="0" y="0"/>
                  </a:moveTo>
                  <a:lnTo>
                    <a:pt x="30040" y="37170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28" name="Input_receptor__1427">
              <a:extLst>
                <a:ext uri="{FF2B5EF4-FFF2-40B4-BE49-F238E27FC236}">
                  <a16:creationId xmlns:a16="http://schemas.microsoft.com/office/drawing/2014/main" id="{133420A1-78F6-D045-BC73-CE0753AE2D54}"/>
                </a:ext>
              </a:extLst>
            </p:cNvPr>
            <p:cNvSpPr>
              <a:spLocks noGrp="1"/>
            </p:cNvSpPr>
            <p:nvPr/>
          </p:nvSpPr>
          <p:spPr>
            <a:xfrm>
              <a:off x="1219488" y="4443441"/>
              <a:ext cx="22315" cy="27961"/>
            </a:xfrm>
            <a:custGeom>
              <a:avLst/>
              <a:gdLst/>
              <a:ahLst/>
              <a:cxnLst/>
              <a:rect l="0" t="0" r="0" b="0"/>
              <a:pathLst>
                <a:path w="22315" h="27961">
                  <a:moveTo>
                    <a:pt x="22315" y="27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29" name="Input_receptor__1428">
              <a:extLst>
                <a:ext uri="{FF2B5EF4-FFF2-40B4-BE49-F238E27FC236}">
                  <a16:creationId xmlns:a16="http://schemas.microsoft.com/office/drawing/2014/main" id="{45D97CCD-A6EB-D75A-A50D-D6510C4FF88E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685128"/>
              <a:ext cx="23333" cy="39935"/>
            </a:xfrm>
            <a:custGeom>
              <a:avLst/>
              <a:gdLst/>
              <a:ahLst/>
              <a:cxnLst/>
              <a:rect l="0" t="0" r="0" b="0"/>
              <a:pathLst>
                <a:path w="23333" h="39935">
                  <a:moveTo>
                    <a:pt x="23333" y="0"/>
                  </a:moveTo>
                  <a:lnTo>
                    <a:pt x="0" y="3993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0" name="Input_receptor__1429">
              <a:extLst>
                <a:ext uri="{FF2B5EF4-FFF2-40B4-BE49-F238E27FC236}">
                  <a16:creationId xmlns:a16="http://schemas.microsoft.com/office/drawing/2014/main" id="{A800624F-0979-F6AB-D693-55B66537A9A9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65882"/>
              <a:ext cx="26152" cy="33678"/>
            </a:xfrm>
            <a:custGeom>
              <a:avLst/>
              <a:gdLst/>
              <a:ahLst/>
              <a:cxnLst/>
              <a:rect l="0" t="0" r="0" b="0"/>
              <a:pathLst>
                <a:path w="26152" h="33678">
                  <a:moveTo>
                    <a:pt x="0" y="33678"/>
                  </a:moveTo>
                  <a:lnTo>
                    <a:pt x="26152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1" name="Input_receptor__1430">
              <a:extLst>
                <a:ext uri="{FF2B5EF4-FFF2-40B4-BE49-F238E27FC236}">
                  <a16:creationId xmlns:a16="http://schemas.microsoft.com/office/drawing/2014/main" id="{9104E3B3-35FF-8316-9F13-E7B6636F23D5}"/>
                </a:ext>
              </a:extLst>
            </p:cNvPr>
            <p:cNvSpPr>
              <a:spLocks noGrp="1"/>
            </p:cNvSpPr>
            <p:nvPr/>
          </p:nvSpPr>
          <p:spPr>
            <a:xfrm>
              <a:off x="1514553" y="4064763"/>
              <a:ext cx="21274" cy="16217"/>
            </a:xfrm>
            <a:custGeom>
              <a:avLst/>
              <a:gdLst/>
              <a:ahLst/>
              <a:cxnLst/>
              <a:rect l="0" t="0" r="0" b="0"/>
              <a:pathLst>
                <a:path w="21274" h="16217">
                  <a:moveTo>
                    <a:pt x="0" y="0"/>
                  </a:moveTo>
                  <a:lnTo>
                    <a:pt x="21274" y="16217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2" name="Input_receptor__1431">
              <a:extLst>
                <a:ext uri="{FF2B5EF4-FFF2-40B4-BE49-F238E27FC236}">
                  <a16:creationId xmlns:a16="http://schemas.microsoft.com/office/drawing/2014/main" id="{453988D3-FFDC-0EB1-B225-AB4981D22D62}"/>
                </a:ext>
              </a:extLst>
            </p:cNvPr>
            <p:cNvSpPr>
              <a:spLocks noGrp="1"/>
            </p:cNvSpPr>
            <p:nvPr/>
          </p:nvSpPr>
          <p:spPr>
            <a:xfrm>
              <a:off x="1143396" y="4314816"/>
              <a:ext cx="33401" cy="9104"/>
            </a:xfrm>
            <a:custGeom>
              <a:avLst/>
              <a:gdLst/>
              <a:ahLst/>
              <a:cxnLst/>
              <a:rect l="0" t="0" r="0" b="0"/>
              <a:pathLst>
                <a:path w="33401" h="9104">
                  <a:moveTo>
                    <a:pt x="0" y="0"/>
                  </a:moveTo>
                  <a:lnTo>
                    <a:pt x="33401" y="9104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33" name="Input_receptor__1432">
              <a:extLst>
                <a:ext uri="{FF2B5EF4-FFF2-40B4-BE49-F238E27FC236}">
                  <a16:creationId xmlns:a16="http://schemas.microsoft.com/office/drawing/2014/main" id="{50CDF655-7049-88D3-C60A-173EBC0B47A8}"/>
                </a:ext>
              </a:extLst>
            </p:cNvPr>
            <p:cNvSpPr>
              <a:spLocks noGrp="1"/>
            </p:cNvSpPr>
            <p:nvPr/>
          </p:nvSpPr>
          <p:spPr>
            <a:xfrm>
              <a:off x="1110322" y="4453622"/>
              <a:ext cx="8941" cy="42825"/>
            </a:xfrm>
            <a:custGeom>
              <a:avLst/>
              <a:gdLst/>
              <a:ahLst/>
              <a:cxnLst/>
              <a:rect l="0" t="0" r="0" b="0"/>
              <a:pathLst>
                <a:path w="8941" h="42825">
                  <a:moveTo>
                    <a:pt x="8941" y="0"/>
                  </a:moveTo>
                  <a:lnTo>
                    <a:pt x="0" y="4282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4" name="Input_receptor__1433">
              <a:extLst>
                <a:ext uri="{FF2B5EF4-FFF2-40B4-BE49-F238E27FC236}">
                  <a16:creationId xmlns:a16="http://schemas.microsoft.com/office/drawing/2014/main" id="{06A00C7D-982B-6566-9C3D-2E98DE3EA687}"/>
                </a:ext>
              </a:extLst>
            </p:cNvPr>
            <p:cNvSpPr>
              <a:spLocks noGrp="1"/>
            </p:cNvSpPr>
            <p:nvPr/>
          </p:nvSpPr>
          <p:spPr>
            <a:xfrm>
              <a:off x="1436465" y="4258668"/>
              <a:ext cx="46447" cy="11175"/>
            </a:xfrm>
            <a:custGeom>
              <a:avLst/>
              <a:gdLst/>
              <a:ahLst/>
              <a:cxnLst/>
              <a:rect l="0" t="0" r="0" b="0"/>
              <a:pathLst>
                <a:path w="46447" h="11175">
                  <a:moveTo>
                    <a:pt x="46447" y="0"/>
                  </a:moveTo>
                  <a:lnTo>
                    <a:pt x="0" y="1117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5" name="Input_receptor__1434">
              <a:extLst>
                <a:ext uri="{FF2B5EF4-FFF2-40B4-BE49-F238E27FC236}">
                  <a16:creationId xmlns:a16="http://schemas.microsoft.com/office/drawing/2014/main" id="{A5FE122B-01A6-38BC-62B8-EADBF405DF66}"/>
                </a:ext>
              </a:extLst>
            </p:cNvPr>
            <p:cNvSpPr>
              <a:spLocks noGrp="1"/>
            </p:cNvSpPr>
            <p:nvPr/>
          </p:nvSpPr>
          <p:spPr>
            <a:xfrm>
              <a:off x="994729" y="4711672"/>
              <a:ext cx="16986" cy="860"/>
            </a:xfrm>
            <a:custGeom>
              <a:avLst/>
              <a:gdLst/>
              <a:ahLst/>
              <a:cxnLst/>
              <a:rect l="0" t="0" r="0" b="0"/>
              <a:pathLst>
                <a:path w="16986" h="860">
                  <a:moveTo>
                    <a:pt x="16986" y="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6" name="Input_receptor__1435">
              <a:extLst>
                <a:ext uri="{FF2B5EF4-FFF2-40B4-BE49-F238E27FC236}">
                  <a16:creationId xmlns:a16="http://schemas.microsoft.com/office/drawing/2014/main" id="{021CF3CF-AECE-511C-E697-2938EFFB03F3}"/>
                </a:ext>
              </a:extLst>
            </p:cNvPr>
            <p:cNvSpPr>
              <a:spLocks noGrp="1"/>
            </p:cNvSpPr>
            <p:nvPr/>
          </p:nvSpPr>
          <p:spPr>
            <a:xfrm>
              <a:off x="1421336" y="4513759"/>
              <a:ext cx="25440" cy="36948"/>
            </a:xfrm>
            <a:custGeom>
              <a:avLst/>
              <a:gdLst/>
              <a:ahLst/>
              <a:cxnLst/>
              <a:rect l="0" t="0" r="0" b="0"/>
              <a:pathLst>
                <a:path w="25440" h="36948">
                  <a:moveTo>
                    <a:pt x="25440" y="0"/>
                  </a:moveTo>
                  <a:lnTo>
                    <a:pt x="0" y="36948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7" name="Input_receptor__1436">
              <a:extLst>
                <a:ext uri="{FF2B5EF4-FFF2-40B4-BE49-F238E27FC236}">
                  <a16:creationId xmlns:a16="http://schemas.microsoft.com/office/drawing/2014/main" id="{2E545F1E-5419-0BC2-38E0-63FAEB48C147}"/>
                </a:ext>
              </a:extLst>
            </p:cNvPr>
            <p:cNvSpPr>
              <a:spLocks noGrp="1"/>
            </p:cNvSpPr>
            <p:nvPr/>
          </p:nvSpPr>
          <p:spPr>
            <a:xfrm>
              <a:off x="1362396" y="4069448"/>
              <a:ext cx="28210" cy="35743"/>
            </a:xfrm>
            <a:custGeom>
              <a:avLst/>
              <a:gdLst/>
              <a:ahLst/>
              <a:cxnLst/>
              <a:rect l="0" t="0" r="0" b="0"/>
              <a:pathLst>
                <a:path w="28210" h="35743">
                  <a:moveTo>
                    <a:pt x="0" y="0"/>
                  </a:moveTo>
                  <a:lnTo>
                    <a:pt x="28210" y="35743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8" name="Input_receptor__1437">
              <a:extLst>
                <a:ext uri="{FF2B5EF4-FFF2-40B4-BE49-F238E27FC236}">
                  <a16:creationId xmlns:a16="http://schemas.microsoft.com/office/drawing/2014/main" id="{949EB686-CB06-A0FD-E138-36E3F3A9883F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04137"/>
              <a:ext cx="14606" cy="40311"/>
            </a:xfrm>
            <a:custGeom>
              <a:avLst/>
              <a:gdLst/>
              <a:ahLst/>
              <a:cxnLst/>
              <a:rect l="0" t="0" r="0" b="0"/>
              <a:pathLst>
                <a:path w="14606" h="40311">
                  <a:moveTo>
                    <a:pt x="14606" y="0"/>
                  </a:moveTo>
                  <a:lnTo>
                    <a:pt x="0" y="40311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39" name="Input_receptor__1438">
              <a:extLst>
                <a:ext uri="{FF2B5EF4-FFF2-40B4-BE49-F238E27FC236}">
                  <a16:creationId xmlns:a16="http://schemas.microsoft.com/office/drawing/2014/main" id="{64C74054-EB71-ECE9-411B-A95534B85BF8}"/>
                </a:ext>
              </a:extLst>
            </p:cNvPr>
            <p:cNvSpPr>
              <a:spLocks noGrp="1"/>
            </p:cNvSpPr>
            <p:nvPr/>
          </p:nvSpPr>
          <p:spPr>
            <a:xfrm>
              <a:off x="1487917" y="4036090"/>
              <a:ext cx="26636" cy="28673"/>
            </a:xfrm>
            <a:custGeom>
              <a:avLst/>
              <a:gdLst/>
              <a:ahLst/>
              <a:cxnLst/>
              <a:rect l="0" t="0" r="0" b="0"/>
              <a:pathLst>
                <a:path w="26636" h="28673">
                  <a:moveTo>
                    <a:pt x="0" y="0"/>
                  </a:moveTo>
                  <a:lnTo>
                    <a:pt x="26636" y="28673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0" name="Input_receptor__1439">
              <a:extLst>
                <a:ext uri="{FF2B5EF4-FFF2-40B4-BE49-F238E27FC236}">
                  <a16:creationId xmlns:a16="http://schemas.microsoft.com/office/drawing/2014/main" id="{E08ADFAA-28CF-64C4-1E80-14058C779496}"/>
                </a:ext>
              </a:extLst>
            </p:cNvPr>
            <p:cNvSpPr>
              <a:spLocks noGrp="1"/>
            </p:cNvSpPr>
            <p:nvPr/>
          </p:nvSpPr>
          <p:spPr>
            <a:xfrm>
              <a:off x="1093083" y="4750332"/>
              <a:ext cx="4754" cy="17976"/>
            </a:xfrm>
            <a:custGeom>
              <a:avLst/>
              <a:gdLst/>
              <a:ahLst/>
              <a:cxnLst/>
              <a:rect l="0" t="0" r="0" b="0"/>
              <a:pathLst>
                <a:path w="4754" h="17976">
                  <a:moveTo>
                    <a:pt x="0" y="0"/>
                  </a:moveTo>
                  <a:lnTo>
                    <a:pt x="4754" y="17976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1" name="Input_receptor__1440">
              <a:extLst>
                <a:ext uri="{FF2B5EF4-FFF2-40B4-BE49-F238E27FC236}">
                  <a16:creationId xmlns:a16="http://schemas.microsoft.com/office/drawing/2014/main" id="{08E495A9-8F8C-C330-3ED1-5233DEADC0B4}"/>
                </a:ext>
              </a:extLst>
            </p:cNvPr>
            <p:cNvSpPr>
              <a:spLocks noGrp="1"/>
            </p:cNvSpPr>
            <p:nvPr/>
          </p:nvSpPr>
          <p:spPr>
            <a:xfrm>
              <a:off x="1334566" y="4548457"/>
              <a:ext cx="14784" cy="37498"/>
            </a:xfrm>
            <a:custGeom>
              <a:avLst/>
              <a:gdLst/>
              <a:ahLst/>
              <a:cxnLst/>
              <a:rect l="0" t="0" r="0" b="0"/>
              <a:pathLst>
                <a:path w="14784" h="37498">
                  <a:moveTo>
                    <a:pt x="0" y="37498"/>
                  </a:moveTo>
                  <a:lnTo>
                    <a:pt x="14784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2" name="Input_receptor__1441">
              <a:extLst>
                <a:ext uri="{FF2B5EF4-FFF2-40B4-BE49-F238E27FC236}">
                  <a16:creationId xmlns:a16="http://schemas.microsoft.com/office/drawing/2014/main" id="{E0FA9325-640B-4FA6-1143-8FB4A4275807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99559"/>
              <a:ext cx="8026" cy="30258"/>
            </a:xfrm>
            <a:custGeom>
              <a:avLst/>
              <a:gdLst/>
              <a:ahLst/>
              <a:cxnLst/>
              <a:rect l="0" t="0" r="0" b="0"/>
              <a:pathLst>
                <a:path w="8026" h="30258">
                  <a:moveTo>
                    <a:pt x="8026" y="3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3" name="Input_receptor__1442">
              <a:extLst>
                <a:ext uri="{FF2B5EF4-FFF2-40B4-BE49-F238E27FC236}">
                  <a16:creationId xmlns:a16="http://schemas.microsoft.com/office/drawing/2014/main" id="{49312818-02E7-ACF6-2101-FC1538FD0B0B}"/>
                </a:ext>
              </a:extLst>
            </p:cNvPr>
            <p:cNvSpPr>
              <a:spLocks noGrp="1"/>
            </p:cNvSpPr>
            <p:nvPr/>
          </p:nvSpPr>
          <p:spPr>
            <a:xfrm>
              <a:off x="1537156" y="4570416"/>
              <a:ext cx="6356" cy="42112"/>
            </a:xfrm>
            <a:custGeom>
              <a:avLst/>
              <a:gdLst/>
              <a:ahLst/>
              <a:cxnLst/>
              <a:rect l="0" t="0" r="0" b="0"/>
              <a:pathLst>
                <a:path w="6356" h="42112">
                  <a:moveTo>
                    <a:pt x="0" y="0"/>
                  </a:moveTo>
                  <a:lnTo>
                    <a:pt x="6356" y="4211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4" name="Input_receptor__1443">
              <a:extLst>
                <a:ext uri="{FF2B5EF4-FFF2-40B4-BE49-F238E27FC236}">
                  <a16:creationId xmlns:a16="http://schemas.microsoft.com/office/drawing/2014/main" id="{3986C3A0-3450-ABB7-04E3-09195F8D446F}"/>
                </a:ext>
              </a:extLst>
            </p:cNvPr>
            <p:cNvSpPr>
              <a:spLocks noGrp="1"/>
            </p:cNvSpPr>
            <p:nvPr/>
          </p:nvSpPr>
          <p:spPr>
            <a:xfrm>
              <a:off x="1436470" y="4063559"/>
              <a:ext cx="29698" cy="35922"/>
            </a:xfrm>
            <a:custGeom>
              <a:avLst/>
              <a:gdLst/>
              <a:ahLst/>
              <a:cxnLst/>
              <a:rect l="0" t="0" r="0" b="0"/>
              <a:pathLst>
                <a:path w="29698" h="35922">
                  <a:moveTo>
                    <a:pt x="0" y="0"/>
                  </a:moveTo>
                  <a:lnTo>
                    <a:pt x="29698" y="3592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5" name="Input_receptor__1444">
              <a:extLst>
                <a:ext uri="{FF2B5EF4-FFF2-40B4-BE49-F238E27FC236}">
                  <a16:creationId xmlns:a16="http://schemas.microsoft.com/office/drawing/2014/main" id="{A8F379AE-BFF9-F174-BBB0-E0BF974FCAE5}"/>
                </a:ext>
              </a:extLst>
            </p:cNvPr>
            <p:cNvSpPr>
              <a:spLocks noGrp="1"/>
            </p:cNvSpPr>
            <p:nvPr/>
          </p:nvSpPr>
          <p:spPr>
            <a:xfrm>
              <a:off x="910485" y="4964309"/>
              <a:ext cx="16353" cy="6570"/>
            </a:xfrm>
            <a:custGeom>
              <a:avLst/>
              <a:gdLst/>
              <a:ahLst/>
              <a:cxnLst/>
              <a:rect l="0" t="0" r="0" b="0"/>
              <a:pathLst>
                <a:path w="16353" h="6570">
                  <a:moveTo>
                    <a:pt x="16353" y="0"/>
                  </a:moveTo>
                  <a:lnTo>
                    <a:pt x="0" y="657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6" name="Input_receptor__1445">
              <a:extLst>
                <a:ext uri="{FF2B5EF4-FFF2-40B4-BE49-F238E27FC236}">
                  <a16:creationId xmlns:a16="http://schemas.microsoft.com/office/drawing/2014/main" id="{82EDB513-3ED1-F691-37E5-D536895BAEF9}"/>
                </a:ext>
              </a:extLst>
            </p:cNvPr>
            <p:cNvSpPr>
              <a:spLocks noGrp="1"/>
            </p:cNvSpPr>
            <p:nvPr/>
          </p:nvSpPr>
          <p:spPr>
            <a:xfrm>
              <a:off x="1548833" y="4802477"/>
              <a:ext cx="37458" cy="1660"/>
            </a:xfrm>
            <a:custGeom>
              <a:avLst/>
              <a:gdLst/>
              <a:ahLst/>
              <a:cxnLst/>
              <a:rect l="0" t="0" r="0" b="0"/>
              <a:pathLst>
                <a:path w="37458" h="1660">
                  <a:moveTo>
                    <a:pt x="37458" y="0"/>
                  </a:moveTo>
                  <a:lnTo>
                    <a:pt x="0" y="166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7" name="Input_receptor__1446">
              <a:extLst>
                <a:ext uri="{FF2B5EF4-FFF2-40B4-BE49-F238E27FC236}">
                  <a16:creationId xmlns:a16="http://schemas.microsoft.com/office/drawing/2014/main" id="{07692037-3589-5CA3-4FCB-5DA19FF80AA2}"/>
                </a:ext>
              </a:extLst>
            </p:cNvPr>
            <p:cNvSpPr>
              <a:spLocks noGrp="1"/>
            </p:cNvSpPr>
            <p:nvPr/>
          </p:nvSpPr>
          <p:spPr>
            <a:xfrm>
              <a:off x="1119263" y="4441628"/>
              <a:ext cx="26758" cy="11994"/>
            </a:xfrm>
            <a:custGeom>
              <a:avLst/>
              <a:gdLst/>
              <a:ahLst/>
              <a:cxnLst/>
              <a:rect l="0" t="0" r="0" b="0"/>
              <a:pathLst>
                <a:path w="26758" h="11994">
                  <a:moveTo>
                    <a:pt x="26758" y="0"/>
                  </a:moveTo>
                  <a:lnTo>
                    <a:pt x="0" y="1199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8" name="Input_receptor__1447">
              <a:extLst>
                <a:ext uri="{FF2B5EF4-FFF2-40B4-BE49-F238E27FC236}">
                  <a16:creationId xmlns:a16="http://schemas.microsoft.com/office/drawing/2014/main" id="{CB610844-B15A-2F59-7CF7-4010C4D09E94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92449"/>
              <a:ext cx="10735" cy="38794"/>
            </a:xfrm>
            <a:custGeom>
              <a:avLst/>
              <a:gdLst/>
              <a:ahLst/>
              <a:cxnLst/>
              <a:rect l="0" t="0" r="0" b="0"/>
              <a:pathLst>
                <a:path w="10735" h="38794">
                  <a:moveTo>
                    <a:pt x="0" y="0"/>
                  </a:moveTo>
                  <a:lnTo>
                    <a:pt x="10735" y="3879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49" name="Input_receptor__1448">
              <a:extLst>
                <a:ext uri="{FF2B5EF4-FFF2-40B4-BE49-F238E27FC236}">
                  <a16:creationId xmlns:a16="http://schemas.microsoft.com/office/drawing/2014/main" id="{EB374968-EDF0-9E8D-EADE-200129875C05}"/>
                </a:ext>
              </a:extLst>
            </p:cNvPr>
            <p:cNvSpPr>
              <a:spLocks noGrp="1"/>
            </p:cNvSpPr>
            <p:nvPr/>
          </p:nvSpPr>
          <p:spPr>
            <a:xfrm>
              <a:off x="1482912" y="4216164"/>
              <a:ext cx="12892" cy="42504"/>
            </a:xfrm>
            <a:custGeom>
              <a:avLst/>
              <a:gdLst/>
              <a:ahLst/>
              <a:cxnLst/>
              <a:rect l="0" t="0" r="0" b="0"/>
              <a:pathLst>
                <a:path w="12892" h="42504">
                  <a:moveTo>
                    <a:pt x="12892" y="0"/>
                  </a:moveTo>
                  <a:lnTo>
                    <a:pt x="0" y="4250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0" name="Input_receptor__1449">
              <a:extLst>
                <a:ext uri="{FF2B5EF4-FFF2-40B4-BE49-F238E27FC236}">
                  <a16:creationId xmlns:a16="http://schemas.microsoft.com/office/drawing/2014/main" id="{976750C8-80D6-280B-76C2-EFD0943B983A}"/>
                </a:ext>
              </a:extLst>
            </p:cNvPr>
            <p:cNvSpPr>
              <a:spLocks noGrp="1"/>
            </p:cNvSpPr>
            <p:nvPr/>
          </p:nvSpPr>
          <p:spPr>
            <a:xfrm>
              <a:off x="997026" y="4301858"/>
              <a:ext cx="40274" cy="25419"/>
            </a:xfrm>
            <a:custGeom>
              <a:avLst/>
              <a:gdLst/>
              <a:ahLst/>
              <a:cxnLst/>
              <a:rect l="0" t="0" r="0" b="0"/>
              <a:pathLst>
                <a:path w="40274" h="25419">
                  <a:moveTo>
                    <a:pt x="40274" y="0"/>
                  </a:moveTo>
                  <a:lnTo>
                    <a:pt x="0" y="2541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1" name="Input_receptor__1450">
              <a:extLst>
                <a:ext uri="{FF2B5EF4-FFF2-40B4-BE49-F238E27FC236}">
                  <a16:creationId xmlns:a16="http://schemas.microsoft.com/office/drawing/2014/main" id="{BD27A6EA-079B-E453-CC9F-1C17B5BDAB59}"/>
                </a:ext>
              </a:extLst>
            </p:cNvPr>
            <p:cNvSpPr>
              <a:spLocks noGrp="1"/>
            </p:cNvSpPr>
            <p:nvPr/>
          </p:nvSpPr>
          <p:spPr>
            <a:xfrm>
              <a:off x="1489017" y="5035130"/>
              <a:ext cx="12126" cy="12822"/>
            </a:xfrm>
            <a:custGeom>
              <a:avLst/>
              <a:gdLst/>
              <a:ahLst/>
              <a:cxnLst/>
              <a:rect l="0" t="0" r="0" b="0"/>
              <a:pathLst>
                <a:path w="12126" h="12822">
                  <a:moveTo>
                    <a:pt x="12126" y="128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2" name="Input_receptor__1451">
              <a:extLst>
                <a:ext uri="{FF2B5EF4-FFF2-40B4-BE49-F238E27FC236}">
                  <a16:creationId xmlns:a16="http://schemas.microsoft.com/office/drawing/2014/main" id="{821F4966-614F-C06B-A4E2-18EB6225977C}"/>
                </a:ext>
              </a:extLst>
            </p:cNvPr>
            <p:cNvSpPr>
              <a:spLocks noGrp="1"/>
            </p:cNvSpPr>
            <p:nvPr/>
          </p:nvSpPr>
          <p:spPr>
            <a:xfrm>
              <a:off x="1043790" y="4908058"/>
              <a:ext cx="27719" cy="29643"/>
            </a:xfrm>
            <a:custGeom>
              <a:avLst/>
              <a:gdLst/>
              <a:ahLst/>
              <a:cxnLst/>
              <a:rect l="0" t="0" r="0" b="0"/>
              <a:pathLst>
                <a:path w="27719" h="29643">
                  <a:moveTo>
                    <a:pt x="27719" y="0"/>
                  </a:moveTo>
                  <a:lnTo>
                    <a:pt x="0" y="29643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3" name="Input_receptor__1452">
              <a:extLst>
                <a:ext uri="{FF2B5EF4-FFF2-40B4-BE49-F238E27FC236}">
                  <a16:creationId xmlns:a16="http://schemas.microsoft.com/office/drawing/2014/main" id="{38B9DABE-9118-CDA0-01FC-A5A3BCC5ADE1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2952"/>
              <a:ext cx="10036" cy="3589"/>
            </a:xfrm>
            <a:custGeom>
              <a:avLst/>
              <a:gdLst/>
              <a:ahLst/>
              <a:cxnLst/>
              <a:rect l="0" t="0" r="0" b="0"/>
              <a:pathLst>
                <a:path w="10036" h="3589">
                  <a:moveTo>
                    <a:pt x="0" y="3589"/>
                  </a:moveTo>
                  <a:lnTo>
                    <a:pt x="10036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4" name="Input_receptor__1453">
              <a:extLst>
                <a:ext uri="{FF2B5EF4-FFF2-40B4-BE49-F238E27FC236}">
                  <a16:creationId xmlns:a16="http://schemas.microsoft.com/office/drawing/2014/main" id="{F69C3AF1-C116-25EA-E0A4-EB88F150C8F1}"/>
                </a:ext>
              </a:extLst>
            </p:cNvPr>
            <p:cNvSpPr>
              <a:spLocks noGrp="1"/>
            </p:cNvSpPr>
            <p:nvPr/>
          </p:nvSpPr>
          <p:spPr>
            <a:xfrm>
              <a:off x="1139466" y="4861701"/>
              <a:ext cx="20655" cy="28791"/>
            </a:xfrm>
            <a:custGeom>
              <a:avLst/>
              <a:gdLst/>
              <a:ahLst/>
              <a:cxnLst/>
              <a:rect l="0" t="0" r="0" b="0"/>
              <a:pathLst>
                <a:path w="20655" h="28791">
                  <a:moveTo>
                    <a:pt x="0" y="28791"/>
                  </a:moveTo>
                  <a:lnTo>
                    <a:pt x="20655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5" name="Input_receptor__1454">
              <a:extLst>
                <a:ext uri="{FF2B5EF4-FFF2-40B4-BE49-F238E27FC236}">
                  <a16:creationId xmlns:a16="http://schemas.microsoft.com/office/drawing/2014/main" id="{E3F82851-ABCF-A174-3AFC-F30BD6E11B4C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6455" cy="42509"/>
            </a:xfrm>
            <a:custGeom>
              <a:avLst/>
              <a:gdLst/>
              <a:ahLst/>
              <a:cxnLst/>
              <a:rect l="0" t="0" r="0" b="0"/>
              <a:pathLst>
                <a:path w="6455" h="42509">
                  <a:moveTo>
                    <a:pt x="0" y="0"/>
                  </a:moveTo>
                  <a:lnTo>
                    <a:pt x="6455" y="4250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6" name="Input_receptor__1455">
              <a:extLst>
                <a:ext uri="{FF2B5EF4-FFF2-40B4-BE49-F238E27FC236}">
                  <a16:creationId xmlns:a16="http://schemas.microsoft.com/office/drawing/2014/main" id="{B3DEBAEA-89B6-1BB1-45AC-BF333CAC15D3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695000"/>
              <a:ext cx="28113" cy="38724"/>
            </a:xfrm>
            <a:custGeom>
              <a:avLst/>
              <a:gdLst/>
              <a:ahLst/>
              <a:cxnLst/>
              <a:rect l="0" t="0" r="0" b="0"/>
              <a:pathLst>
                <a:path w="28113" h="38724">
                  <a:moveTo>
                    <a:pt x="28113" y="0"/>
                  </a:moveTo>
                  <a:lnTo>
                    <a:pt x="0" y="3872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7" name="Input_receptor__1456">
              <a:extLst>
                <a:ext uri="{FF2B5EF4-FFF2-40B4-BE49-F238E27FC236}">
                  <a16:creationId xmlns:a16="http://schemas.microsoft.com/office/drawing/2014/main" id="{87745F8E-1693-DD88-3C55-F03C3684B032}"/>
                </a:ext>
              </a:extLst>
            </p:cNvPr>
            <p:cNvSpPr>
              <a:spLocks noGrp="1"/>
            </p:cNvSpPr>
            <p:nvPr/>
          </p:nvSpPr>
          <p:spPr>
            <a:xfrm>
              <a:off x="1668702" y="4362651"/>
              <a:ext cx="17261" cy="22754"/>
            </a:xfrm>
            <a:custGeom>
              <a:avLst/>
              <a:gdLst/>
              <a:ahLst/>
              <a:cxnLst/>
              <a:rect l="0" t="0" r="0" b="0"/>
              <a:pathLst>
                <a:path w="17261" h="22754">
                  <a:moveTo>
                    <a:pt x="0" y="0"/>
                  </a:moveTo>
                  <a:lnTo>
                    <a:pt x="17261" y="2275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8" name="Input_receptor__1457">
              <a:extLst>
                <a:ext uri="{FF2B5EF4-FFF2-40B4-BE49-F238E27FC236}">
                  <a16:creationId xmlns:a16="http://schemas.microsoft.com/office/drawing/2014/main" id="{D15EA8EA-902B-B8C2-570F-1F72B1720EDF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814" cy="34239"/>
            </a:xfrm>
            <a:custGeom>
              <a:avLst/>
              <a:gdLst/>
              <a:ahLst/>
              <a:cxnLst/>
              <a:rect l="0" t="0" r="0" b="0"/>
              <a:pathLst>
                <a:path w="814" h="34239">
                  <a:moveTo>
                    <a:pt x="814" y="3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9" name="Input_receptor__1458">
              <a:extLst>
                <a:ext uri="{FF2B5EF4-FFF2-40B4-BE49-F238E27FC236}">
                  <a16:creationId xmlns:a16="http://schemas.microsoft.com/office/drawing/2014/main" id="{E67A2CE9-B0AB-5ECC-F25C-832366191A8D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41576"/>
              <a:ext cx="11818" cy="46381"/>
            </a:xfrm>
            <a:custGeom>
              <a:avLst/>
              <a:gdLst/>
              <a:ahLst/>
              <a:cxnLst/>
              <a:rect l="0" t="0" r="0" b="0"/>
              <a:pathLst>
                <a:path w="11818" h="46381">
                  <a:moveTo>
                    <a:pt x="0" y="0"/>
                  </a:moveTo>
                  <a:lnTo>
                    <a:pt x="11818" y="46381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0" name="Input_receptor__1459">
              <a:extLst>
                <a:ext uri="{FF2B5EF4-FFF2-40B4-BE49-F238E27FC236}">
                  <a16:creationId xmlns:a16="http://schemas.microsoft.com/office/drawing/2014/main" id="{BDF090EE-5F91-35D2-8F93-F0985F6B0DCD}"/>
                </a:ext>
              </a:extLst>
            </p:cNvPr>
            <p:cNvSpPr>
              <a:spLocks noGrp="1"/>
            </p:cNvSpPr>
            <p:nvPr/>
          </p:nvSpPr>
          <p:spPr>
            <a:xfrm>
              <a:off x="1143711" y="4974921"/>
              <a:ext cx="31405" cy="19980"/>
            </a:xfrm>
            <a:custGeom>
              <a:avLst/>
              <a:gdLst/>
              <a:ahLst/>
              <a:cxnLst/>
              <a:rect l="0" t="0" r="0" b="0"/>
              <a:pathLst>
                <a:path w="31405" h="19980">
                  <a:moveTo>
                    <a:pt x="0" y="0"/>
                  </a:moveTo>
                  <a:lnTo>
                    <a:pt x="31405" y="1998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1" name="Input_receptor__1460">
              <a:extLst>
                <a:ext uri="{FF2B5EF4-FFF2-40B4-BE49-F238E27FC236}">
                  <a16:creationId xmlns:a16="http://schemas.microsoft.com/office/drawing/2014/main" id="{2A98AE5F-5CFD-8148-72C7-880C9CC7C83A}"/>
                </a:ext>
              </a:extLst>
            </p:cNvPr>
            <p:cNvSpPr>
              <a:spLocks noGrp="1"/>
            </p:cNvSpPr>
            <p:nvPr/>
          </p:nvSpPr>
          <p:spPr>
            <a:xfrm>
              <a:off x="1495803" y="4208135"/>
              <a:ext cx="46280" cy="8029"/>
            </a:xfrm>
            <a:custGeom>
              <a:avLst/>
              <a:gdLst/>
              <a:ahLst/>
              <a:cxnLst/>
              <a:rect l="0" t="0" r="0" b="0"/>
              <a:pathLst>
                <a:path w="46280" h="8029">
                  <a:moveTo>
                    <a:pt x="46280" y="0"/>
                  </a:moveTo>
                  <a:lnTo>
                    <a:pt x="0" y="802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2" name="Input_receptor__1461">
              <a:extLst>
                <a:ext uri="{FF2B5EF4-FFF2-40B4-BE49-F238E27FC236}">
                  <a16:creationId xmlns:a16="http://schemas.microsoft.com/office/drawing/2014/main" id="{89A7F7BD-944C-3ACA-BC11-CA7DC9DA7817}"/>
                </a:ext>
              </a:extLst>
            </p:cNvPr>
            <p:cNvSpPr>
              <a:spLocks noGrp="1"/>
            </p:cNvSpPr>
            <p:nvPr/>
          </p:nvSpPr>
          <p:spPr>
            <a:xfrm>
              <a:off x="1486857" y="4365882"/>
              <a:ext cx="34329" cy="33157"/>
            </a:xfrm>
            <a:custGeom>
              <a:avLst/>
              <a:gdLst/>
              <a:ahLst/>
              <a:cxnLst/>
              <a:rect l="0" t="0" r="0" b="0"/>
              <a:pathLst>
                <a:path w="34329" h="33157">
                  <a:moveTo>
                    <a:pt x="0" y="0"/>
                  </a:moveTo>
                  <a:lnTo>
                    <a:pt x="34329" y="33157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3" name="Input_receptor__1462">
              <a:extLst>
                <a:ext uri="{FF2B5EF4-FFF2-40B4-BE49-F238E27FC236}">
                  <a16:creationId xmlns:a16="http://schemas.microsoft.com/office/drawing/2014/main" id="{A419BDB6-1CF6-C6E1-8407-F0580C9B1BE0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71034"/>
              <a:ext cx="40003" cy="21414"/>
            </a:xfrm>
            <a:custGeom>
              <a:avLst/>
              <a:gdLst/>
              <a:ahLst/>
              <a:cxnLst/>
              <a:rect l="0" t="0" r="0" b="0"/>
              <a:pathLst>
                <a:path w="40003" h="21414">
                  <a:moveTo>
                    <a:pt x="40003" y="0"/>
                  </a:moveTo>
                  <a:lnTo>
                    <a:pt x="0" y="2141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4" name="Input_receptor__1463">
              <a:extLst>
                <a:ext uri="{FF2B5EF4-FFF2-40B4-BE49-F238E27FC236}">
                  <a16:creationId xmlns:a16="http://schemas.microsoft.com/office/drawing/2014/main" id="{9B4AC354-03CE-CD8D-9767-6C2A45A999C5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1313"/>
              <a:ext cx="24784" cy="24900"/>
            </a:xfrm>
            <a:custGeom>
              <a:avLst/>
              <a:gdLst/>
              <a:ahLst/>
              <a:cxnLst/>
              <a:rect l="0" t="0" r="0" b="0"/>
              <a:pathLst>
                <a:path w="24784" h="24900">
                  <a:moveTo>
                    <a:pt x="24784" y="0"/>
                  </a:moveTo>
                  <a:lnTo>
                    <a:pt x="0" y="2490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5" name="Input_receptor__1464">
              <a:extLst>
                <a:ext uri="{FF2B5EF4-FFF2-40B4-BE49-F238E27FC236}">
                  <a16:creationId xmlns:a16="http://schemas.microsoft.com/office/drawing/2014/main" id="{82386EDA-DE48-77D2-492B-1584EC277943}"/>
                </a:ext>
              </a:extLst>
            </p:cNvPr>
            <p:cNvSpPr>
              <a:spLocks noGrp="1"/>
            </p:cNvSpPr>
            <p:nvPr/>
          </p:nvSpPr>
          <p:spPr>
            <a:xfrm>
              <a:off x="908279" y="4446710"/>
              <a:ext cx="2123" cy="30082"/>
            </a:xfrm>
            <a:custGeom>
              <a:avLst/>
              <a:gdLst/>
              <a:ahLst/>
              <a:cxnLst/>
              <a:rect l="0" t="0" r="0" b="0"/>
              <a:pathLst>
                <a:path w="2123" h="30082">
                  <a:moveTo>
                    <a:pt x="2123" y="3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6" name="Input_receptor__1465">
              <a:extLst>
                <a:ext uri="{FF2B5EF4-FFF2-40B4-BE49-F238E27FC236}">
                  <a16:creationId xmlns:a16="http://schemas.microsoft.com/office/drawing/2014/main" id="{A1C2DB68-B6C5-606E-88CB-A416A619F32E}"/>
                </a:ext>
              </a:extLst>
            </p:cNvPr>
            <p:cNvSpPr>
              <a:spLocks noGrp="1"/>
            </p:cNvSpPr>
            <p:nvPr/>
          </p:nvSpPr>
          <p:spPr>
            <a:xfrm>
              <a:off x="1586291" y="4802477"/>
              <a:ext cx="11989" cy="44333"/>
            </a:xfrm>
            <a:custGeom>
              <a:avLst/>
              <a:gdLst/>
              <a:ahLst/>
              <a:cxnLst/>
              <a:rect l="0" t="0" r="0" b="0"/>
              <a:pathLst>
                <a:path w="11989" h="44333">
                  <a:moveTo>
                    <a:pt x="11989" y="443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2"/>
              </a:solidFill>
            </a:ln>
          </p:spPr>
        </p:sp>
        <p:sp>
          <p:nvSpPr>
            <p:cNvPr id="1467" name="Input_receptor__1466">
              <a:extLst>
                <a:ext uri="{FF2B5EF4-FFF2-40B4-BE49-F238E27FC236}">
                  <a16:creationId xmlns:a16="http://schemas.microsoft.com/office/drawing/2014/main" id="{48B0E92E-932D-B3FD-8461-BA88523EE85C}"/>
                </a:ext>
              </a:extLst>
            </p:cNvPr>
            <p:cNvSpPr>
              <a:spLocks noGrp="1"/>
            </p:cNvSpPr>
            <p:nvPr/>
          </p:nvSpPr>
          <p:spPr>
            <a:xfrm>
              <a:off x="1214268" y="4829149"/>
              <a:ext cx="7134" cy="42987"/>
            </a:xfrm>
            <a:custGeom>
              <a:avLst/>
              <a:gdLst/>
              <a:ahLst/>
              <a:cxnLst/>
              <a:rect l="0" t="0" r="0" b="0"/>
              <a:pathLst>
                <a:path w="7134" h="42987">
                  <a:moveTo>
                    <a:pt x="0" y="42987"/>
                  </a:moveTo>
                  <a:lnTo>
                    <a:pt x="7134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8" name="Input_receptor__1467">
              <a:extLst>
                <a:ext uri="{FF2B5EF4-FFF2-40B4-BE49-F238E27FC236}">
                  <a16:creationId xmlns:a16="http://schemas.microsoft.com/office/drawing/2014/main" id="{EB14F11B-7FFE-F51B-1DDC-64E174EE953A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51797"/>
              <a:ext cx="26162" cy="35599"/>
            </a:xfrm>
            <a:custGeom>
              <a:avLst/>
              <a:gdLst/>
              <a:ahLst/>
              <a:cxnLst/>
              <a:rect l="0" t="0" r="0" b="0"/>
              <a:pathLst>
                <a:path w="26162" h="35599">
                  <a:moveTo>
                    <a:pt x="0" y="35599"/>
                  </a:moveTo>
                  <a:lnTo>
                    <a:pt x="26162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9" name="Input_receptor__1468">
              <a:extLst>
                <a:ext uri="{FF2B5EF4-FFF2-40B4-BE49-F238E27FC236}">
                  <a16:creationId xmlns:a16="http://schemas.microsoft.com/office/drawing/2014/main" id="{843E5E3A-BFE1-3240-2DE3-9AEE8F5F1E69}"/>
                </a:ext>
              </a:extLst>
            </p:cNvPr>
            <p:cNvSpPr>
              <a:spLocks noGrp="1"/>
            </p:cNvSpPr>
            <p:nvPr/>
          </p:nvSpPr>
          <p:spPr>
            <a:xfrm>
              <a:off x="863602" y="4923139"/>
              <a:ext cx="39054" cy="11538"/>
            </a:xfrm>
            <a:custGeom>
              <a:avLst/>
              <a:gdLst/>
              <a:ahLst/>
              <a:cxnLst/>
              <a:rect l="0" t="0" r="0" b="0"/>
              <a:pathLst>
                <a:path w="39054" h="11538">
                  <a:moveTo>
                    <a:pt x="39054" y="0"/>
                  </a:moveTo>
                  <a:lnTo>
                    <a:pt x="0" y="11538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0" name="Input_receptor__1469">
              <a:extLst>
                <a:ext uri="{FF2B5EF4-FFF2-40B4-BE49-F238E27FC236}">
                  <a16:creationId xmlns:a16="http://schemas.microsoft.com/office/drawing/2014/main" id="{C2613B17-3398-A116-BD1C-4A3728EAB08E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7191"/>
              <a:ext cx="20267" cy="1725"/>
            </a:xfrm>
            <a:custGeom>
              <a:avLst/>
              <a:gdLst/>
              <a:ahLst/>
              <a:cxnLst/>
              <a:rect l="0" t="0" r="0" b="0"/>
              <a:pathLst>
                <a:path w="20267" h="1725">
                  <a:moveTo>
                    <a:pt x="0" y="1725"/>
                  </a:moveTo>
                  <a:lnTo>
                    <a:pt x="20267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1" name="Input_receptor__1470">
              <a:extLst>
                <a:ext uri="{FF2B5EF4-FFF2-40B4-BE49-F238E27FC236}">
                  <a16:creationId xmlns:a16="http://schemas.microsoft.com/office/drawing/2014/main" id="{F74C6541-AD44-9F10-B9D5-392E4448F219}"/>
                </a:ext>
              </a:extLst>
            </p:cNvPr>
            <p:cNvSpPr>
              <a:spLocks noGrp="1"/>
            </p:cNvSpPr>
            <p:nvPr/>
          </p:nvSpPr>
          <p:spPr>
            <a:xfrm>
              <a:off x="655891" y="4688848"/>
              <a:ext cx="9889" cy="41688"/>
            </a:xfrm>
            <a:custGeom>
              <a:avLst/>
              <a:gdLst/>
              <a:ahLst/>
              <a:cxnLst/>
              <a:rect l="0" t="0" r="0" b="0"/>
              <a:pathLst>
                <a:path w="9889" h="41688">
                  <a:moveTo>
                    <a:pt x="9889" y="416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2" name="Input_receptor__1471">
              <a:extLst>
                <a:ext uri="{FF2B5EF4-FFF2-40B4-BE49-F238E27FC236}">
                  <a16:creationId xmlns:a16="http://schemas.microsoft.com/office/drawing/2014/main" id="{C4C0C221-4C05-703A-B202-EC6702DCCB12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4486" cy="9847"/>
            </a:xfrm>
            <a:custGeom>
              <a:avLst/>
              <a:gdLst/>
              <a:ahLst/>
              <a:cxnLst/>
              <a:rect l="0" t="0" r="0" b="0"/>
              <a:pathLst>
                <a:path w="4486" h="9847">
                  <a:moveTo>
                    <a:pt x="4486" y="98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3" name="Input_receptor__1472">
              <a:extLst>
                <a:ext uri="{FF2B5EF4-FFF2-40B4-BE49-F238E27FC236}">
                  <a16:creationId xmlns:a16="http://schemas.microsoft.com/office/drawing/2014/main" id="{8B05FE49-68FC-5F15-3FE4-933F389174AE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86394"/>
              <a:ext cx="5635" cy="46831"/>
            </a:xfrm>
            <a:custGeom>
              <a:avLst/>
              <a:gdLst/>
              <a:ahLst/>
              <a:cxnLst/>
              <a:rect l="0" t="0" r="0" b="0"/>
              <a:pathLst>
                <a:path w="5635" h="46831">
                  <a:moveTo>
                    <a:pt x="5635" y="46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4" name="Input_receptor__1473">
              <a:extLst>
                <a:ext uri="{FF2B5EF4-FFF2-40B4-BE49-F238E27FC236}">
                  <a16:creationId xmlns:a16="http://schemas.microsoft.com/office/drawing/2014/main" id="{60E22179-6D15-5B14-7AF2-AD45F930A72C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9945" cy="24101"/>
            </a:xfrm>
            <a:custGeom>
              <a:avLst/>
              <a:gdLst/>
              <a:ahLst/>
              <a:cxnLst/>
              <a:rect l="0" t="0" r="0" b="0"/>
              <a:pathLst>
                <a:path w="9945" h="24101">
                  <a:moveTo>
                    <a:pt x="0" y="0"/>
                  </a:moveTo>
                  <a:lnTo>
                    <a:pt x="9945" y="24101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5" name="Input_receptor__1474">
              <a:extLst>
                <a:ext uri="{FF2B5EF4-FFF2-40B4-BE49-F238E27FC236}">
                  <a16:creationId xmlns:a16="http://schemas.microsoft.com/office/drawing/2014/main" id="{7849789B-7C89-241F-3DED-B404F70B7DFE}"/>
                </a:ext>
              </a:extLst>
            </p:cNvPr>
            <p:cNvSpPr>
              <a:spLocks noGrp="1"/>
            </p:cNvSpPr>
            <p:nvPr/>
          </p:nvSpPr>
          <p:spPr>
            <a:xfrm>
              <a:off x="1048176" y="4441365"/>
              <a:ext cx="24206" cy="29670"/>
            </a:xfrm>
            <a:custGeom>
              <a:avLst/>
              <a:gdLst/>
              <a:ahLst/>
              <a:cxnLst/>
              <a:rect l="0" t="0" r="0" b="0"/>
              <a:pathLst>
                <a:path w="24206" h="29670">
                  <a:moveTo>
                    <a:pt x="24206" y="0"/>
                  </a:moveTo>
                  <a:lnTo>
                    <a:pt x="0" y="2967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6" name="Input_receptor__1475">
              <a:extLst>
                <a:ext uri="{FF2B5EF4-FFF2-40B4-BE49-F238E27FC236}">
                  <a16:creationId xmlns:a16="http://schemas.microsoft.com/office/drawing/2014/main" id="{DD14109A-07EB-1BE9-9B74-64E30C706C91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23721"/>
              <a:ext cx="18196" cy="44476"/>
            </a:xfrm>
            <a:custGeom>
              <a:avLst/>
              <a:gdLst/>
              <a:ahLst/>
              <a:cxnLst/>
              <a:rect l="0" t="0" r="0" b="0"/>
              <a:pathLst>
                <a:path w="18196" h="44476">
                  <a:moveTo>
                    <a:pt x="0" y="0"/>
                  </a:moveTo>
                  <a:lnTo>
                    <a:pt x="18196" y="44476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7" name="Input_receptor__1476">
              <a:extLst>
                <a:ext uri="{FF2B5EF4-FFF2-40B4-BE49-F238E27FC236}">
                  <a16:creationId xmlns:a16="http://schemas.microsoft.com/office/drawing/2014/main" id="{F41A8C2B-0605-9816-BD5F-77CA0784C3EB}"/>
                </a:ext>
              </a:extLst>
            </p:cNvPr>
            <p:cNvSpPr>
              <a:spLocks noGrp="1"/>
            </p:cNvSpPr>
            <p:nvPr/>
          </p:nvSpPr>
          <p:spPr>
            <a:xfrm>
              <a:off x="846566" y="4934678"/>
              <a:ext cx="17037" cy="29256"/>
            </a:xfrm>
            <a:custGeom>
              <a:avLst/>
              <a:gdLst/>
              <a:ahLst/>
              <a:cxnLst/>
              <a:rect l="0" t="0" r="0" b="0"/>
              <a:pathLst>
                <a:path w="17037" h="29256">
                  <a:moveTo>
                    <a:pt x="17037" y="0"/>
                  </a:moveTo>
                  <a:lnTo>
                    <a:pt x="0" y="29256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8" name="Input_receptor__1477">
              <a:extLst>
                <a:ext uri="{FF2B5EF4-FFF2-40B4-BE49-F238E27FC236}">
                  <a16:creationId xmlns:a16="http://schemas.microsoft.com/office/drawing/2014/main" id="{8F4722B1-AADB-ABCA-7A1F-1C1E00659F00}"/>
                </a:ext>
              </a:extLst>
            </p:cNvPr>
            <p:cNvSpPr>
              <a:spLocks noGrp="1"/>
            </p:cNvSpPr>
            <p:nvPr/>
          </p:nvSpPr>
          <p:spPr>
            <a:xfrm>
              <a:off x="1542083" y="4179570"/>
              <a:ext cx="27511" cy="28565"/>
            </a:xfrm>
            <a:custGeom>
              <a:avLst/>
              <a:gdLst/>
              <a:ahLst/>
              <a:cxnLst/>
              <a:rect l="0" t="0" r="0" b="0"/>
              <a:pathLst>
                <a:path w="27511" h="28565">
                  <a:moveTo>
                    <a:pt x="27511" y="0"/>
                  </a:moveTo>
                  <a:lnTo>
                    <a:pt x="0" y="28565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9" name="Input_receptor__1478">
              <a:extLst>
                <a:ext uri="{FF2B5EF4-FFF2-40B4-BE49-F238E27FC236}">
                  <a16:creationId xmlns:a16="http://schemas.microsoft.com/office/drawing/2014/main" id="{D0CFFB0D-7476-1489-C2D6-0F1F14A36BE7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598860"/>
              <a:ext cx="20925" cy="42519"/>
            </a:xfrm>
            <a:custGeom>
              <a:avLst/>
              <a:gdLst/>
              <a:ahLst/>
              <a:cxnLst/>
              <a:rect l="0" t="0" r="0" b="0"/>
              <a:pathLst>
                <a:path w="20925" h="42519">
                  <a:moveTo>
                    <a:pt x="0" y="42519"/>
                  </a:moveTo>
                  <a:lnTo>
                    <a:pt x="2092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0" name="Input_receptor__1479">
              <a:extLst>
                <a:ext uri="{FF2B5EF4-FFF2-40B4-BE49-F238E27FC236}">
                  <a16:creationId xmlns:a16="http://schemas.microsoft.com/office/drawing/2014/main" id="{0ADF1363-64DF-AAD0-EB1E-1FA8A26D84B3}"/>
                </a:ext>
              </a:extLst>
            </p:cNvPr>
            <p:cNvSpPr>
              <a:spLocks noGrp="1"/>
            </p:cNvSpPr>
            <p:nvPr/>
          </p:nvSpPr>
          <p:spPr>
            <a:xfrm>
              <a:off x="1482732" y="4630869"/>
              <a:ext cx="2373" cy="21138"/>
            </a:xfrm>
            <a:custGeom>
              <a:avLst/>
              <a:gdLst/>
              <a:ahLst/>
              <a:cxnLst/>
              <a:rect l="0" t="0" r="0" b="0"/>
              <a:pathLst>
                <a:path w="2373" h="21138">
                  <a:moveTo>
                    <a:pt x="2373" y="0"/>
                  </a:moveTo>
                  <a:lnTo>
                    <a:pt x="0" y="21138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1" name="Input_receptor__1480">
              <a:extLst>
                <a:ext uri="{FF2B5EF4-FFF2-40B4-BE49-F238E27FC236}">
                  <a16:creationId xmlns:a16="http://schemas.microsoft.com/office/drawing/2014/main" id="{1A574567-2D67-1247-F1B1-3B5F72CB6CF6}"/>
                </a:ext>
              </a:extLst>
            </p:cNvPr>
            <p:cNvSpPr>
              <a:spLocks noGrp="1"/>
            </p:cNvSpPr>
            <p:nvPr/>
          </p:nvSpPr>
          <p:spPr>
            <a:xfrm>
              <a:off x="1176797" y="4294439"/>
              <a:ext cx="34824" cy="29480"/>
            </a:xfrm>
            <a:custGeom>
              <a:avLst/>
              <a:gdLst/>
              <a:ahLst/>
              <a:cxnLst/>
              <a:rect l="0" t="0" r="0" b="0"/>
              <a:pathLst>
                <a:path w="34824" h="29480">
                  <a:moveTo>
                    <a:pt x="0" y="29480"/>
                  </a:moveTo>
                  <a:lnTo>
                    <a:pt x="34824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2" name="Input_receptor__1481">
              <a:extLst>
                <a:ext uri="{FF2B5EF4-FFF2-40B4-BE49-F238E27FC236}">
                  <a16:creationId xmlns:a16="http://schemas.microsoft.com/office/drawing/2014/main" id="{7920CB1B-99B2-B977-77AE-BC3C980129D0}"/>
                </a:ext>
              </a:extLst>
            </p:cNvPr>
            <p:cNvSpPr>
              <a:spLocks noGrp="1"/>
            </p:cNvSpPr>
            <p:nvPr/>
          </p:nvSpPr>
          <p:spPr>
            <a:xfrm>
              <a:off x="1149226" y="4255977"/>
              <a:ext cx="2807" cy="21452"/>
            </a:xfrm>
            <a:custGeom>
              <a:avLst/>
              <a:gdLst/>
              <a:ahLst/>
              <a:cxnLst/>
              <a:rect l="0" t="0" r="0" b="0"/>
              <a:pathLst>
                <a:path w="2807" h="21452">
                  <a:moveTo>
                    <a:pt x="0" y="0"/>
                  </a:moveTo>
                  <a:lnTo>
                    <a:pt x="2807" y="21452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3" name="Input_receptor__1482">
              <a:extLst>
                <a:ext uri="{FF2B5EF4-FFF2-40B4-BE49-F238E27FC236}">
                  <a16:creationId xmlns:a16="http://schemas.microsoft.com/office/drawing/2014/main" id="{049943CF-CB36-C94A-8C45-BFAAE1BAEBAC}"/>
                </a:ext>
              </a:extLst>
            </p:cNvPr>
            <p:cNvSpPr>
              <a:spLocks noGrp="1"/>
            </p:cNvSpPr>
            <p:nvPr/>
          </p:nvSpPr>
          <p:spPr>
            <a:xfrm>
              <a:off x="1288012" y="4580136"/>
              <a:ext cx="46554" cy="5818"/>
            </a:xfrm>
            <a:custGeom>
              <a:avLst/>
              <a:gdLst/>
              <a:ahLst/>
              <a:cxnLst/>
              <a:rect l="0" t="0" r="0" b="0"/>
              <a:pathLst>
                <a:path w="46554" h="5818">
                  <a:moveTo>
                    <a:pt x="0" y="0"/>
                  </a:moveTo>
                  <a:lnTo>
                    <a:pt x="46554" y="5818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4" name="Input_receptor__1483">
              <a:extLst>
                <a:ext uri="{FF2B5EF4-FFF2-40B4-BE49-F238E27FC236}">
                  <a16:creationId xmlns:a16="http://schemas.microsoft.com/office/drawing/2014/main" id="{3B19170E-EC1D-FE1A-52ED-02F42F902CAC}"/>
                </a:ext>
              </a:extLst>
            </p:cNvPr>
            <p:cNvSpPr>
              <a:spLocks noGrp="1"/>
            </p:cNvSpPr>
            <p:nvPr/>
          </p:nvSpPr>
          <p:spPr>
            <a:xfrm>
              <a:off x="1146021" y="4441628"/>
              <a:ext cx="27090" cy="39347"/>
            </a:xfrm>
            <a:custGeom>
              <a:avLst/>
              <a:gdLst/>
              <a:ahLst/>
              <a:cxnLst/>
              <a:rect l="0" t="0" r="0" b="0"/>
              <a:pathLst>
                <a:path w="27090" h="39347">
                  <a:moveTo>
                    <a:pt x="27090" y="39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5" name="Input_receptor__1484">
              <a:extLst>
                <a:ext uri="{FF2B5EF4-FFF2-40B4-BE49-F238E27FC236}">
                  <a16:creationId xmlns:a16="http://schemas.microsoft.com/office/drawing/2014/main" id="{741E4D77-3066-E21F-1958-E27ADCCC5C8D}"/>
                </a:ext>
              </a:extLst>
            </p:cNvPr>
            <p:cNvSpPr>
              <a:spLocks noGrp="1"/>
            </p:cNvSpPr>
            <p:nvPr/>
          </p:nvSpPr>
          <p:spPr>
            <a:xfrm>
              <a:off x="1059306" y="4716652"/>
              <a:ext cx="33778" cy="33680"/>
            </a:xfrm>
            <a:custGeom>
              <a:avLst/>
              <a:gdLst/>
              <a:ahLst/>
              <a:cxnLst/>
              <a:rect l="0" t="0" r="0" b="0"/>
              <a:pathLst>
                <a:path w="33778" h="33680">
                  <a:moveTo>
                    <a:pt x="0" y="0"/>
                  </a:moveTo>
                  <a:lnTo>
                    <a:pt x="33778" y="3368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6" name="Input_receptor__1485">
              <a:extLst>
                <a:ext uri="{FF2B5EF4-FFF2-40B4-BE49-F238E27FC236}">
                  <a16:creationId xmlns:a16="http://schemas.microsoft.com/office/drawing/2014/main" id="{5C43E121-2506-AC20-0BC8-C4046C677F3E}"/>
                </a:ext>
              </a:extLst>
            </p:cNvPr>
            <p:cNvSpPr>
              <a:spLocks noGrp="1"/>
            </p:cNvSpPr>
            <p:nvPr/>
          </p:nvSpPr>
          <p:spPr>
            <a:xfrm>
              <a:off x="1569594" y="4147983"/>
              <a:ext cx="28444" cy="31586"/>
            </a:xfrm>
            <a:custGeom>
              <a:avLst/>
              <a:gdLst/>
              <a:ahLst/>
              <a:cxnLst/>
              <a:rect l="0" t="0" r="0" b="0"/>
              <a:pathLst>
                <a:path w="28444" h="31586">
                  <a:moveTo>
                    <a:pt x="28444" y="0"/>
                  </a:moveTo>
                  <a:lnTo>
                    <a:pt x="0" y="31586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7" name="Input_receptor__1486">
              <a:extLst>
                <a:ext uri="{FF2B5EF4-FFF2-40B4-BE49-F238E27FC236}">
                  <a16:creationId xmlns:a16="http://schemas.microsoft.com/office/drawing/2014/main" id="{4FC6796E-E207-3E9A-5FBA-B808726DC116}"/>
                </a:ext>
              </a:extLst>
            </p:cNvPr>
            <p:cNvSpPr>
              <a:spLocks noGrp="1"/>
            </p:cNvSpPr>
            <p:nvPr/>
          </p:nvSpPr>
          <p:spPr>
            <a:xfrm>
              <a:off x="995827" y="4884654"/>
              <a:ext cx="7984" cy="33082"/>
            </a:xfrm>
            <a:custGeom>
              <a:avLst/>
              <a:gdLst/>
              <a:ahLst/>
              <a:cxnLst/>
              <a:rect l="0" t="0" r="0" b="0"/>
              <a:pathLst>
                <a:path w="7984" h="33082">
                  <a:moveTo>
                    <a:pt x="7984" y="33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8" name="Input_receptor__1487">
              <a:extLst>
                <a:ext uri="{FF2B5EF4-FFF2-40B4-BE49-F238E27FC236}">
                  <a16:creationId xmlns:a16="http://schemas.microsoft.com/office/drawing/2014/main" id="{E8D17D2D-EE82-AAD7-D158-48940406689D}"/>
                </a:ext>
              </a:extLst>
            </p:cNvPr>
            <p:cNvSpPr>
              <a:spLocks noGrp="1"/>
            </p:cNvSpPr>
            <p:nvPr/>
          </p:nvSpPr>
          <p:spPr>
            <a:xfrm>
              <a:off x="1037300" y="4301858"/>
              <a:ext cx="36390" cy="20506"/>
            </a:xfrm>
            <a:custGeom>
              <a:avLst/>
              <a:gdLst/>
              <a:ahLst/>
              <a:cxnLst/>
              <a:rect l="0" t="0" r="0" b="0"/>
              <a:pathLst>
                <a:path w="36390" h="20506">
                  <a:moveTo>
                    <a:pt x="36390" y="20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9" name="Input_receptor__1488">
              <a:extLst>
                <a:ext uri="{FF2B5EF4-FFF2-40B4-BE49-F238E27FC236}">
                  <a16:creationId xmlns:a16="http://schemas.microsoft.com/office/drawing/2014/main" id="{DE1FC172-C133-5AAB-B817-1358EFAFD7A8}"/>
                </a:ext>
              </a:extLst>
            </p:cNvPr>
            <p:cNvSpPr>
              <a:spLocks noGrp="1"/>
            </p:cNvSpPr>
            <p:nvPr/>
          </p:nvSpPr>
          <p:spPr>
            <a:xfrm>
              <a:off x="1386578" y="4546616"/>
              <a:ext cx="34758" cy="4091"/>
            </a:xfrm>
            <a:custGeom>
              <a:avLst/>
              <a:gdLst/>
              <a:ahLst/>
              <a:cxnLst/>
              <a:rect l="0" t="0" r="0" b="0"/>
              <a:pathLst>
                <a:path w="34758" h="4091">
                  <a:moveTo>
                    <a:pt x="34758" y="40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0" name="Input_receptor__1489">
              <a:extLst>
                <a:ext uri="{FF2B5EF4-FFF2-40B4-BE49-F238E27FC236}">
                  <a16:creationId xmlns:a16="http://schemas.microsoft.com/office/drawing/2014/main" id="{D389D7B3-959C-D54A-A83A-DEF8086836F0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774558"/>
              <a:ext cx="7989" cy="31947"/>
            </a:xfrm>
            <a:custGeom>
              <a:avLst/>
              <a:gdLst/>
              <a:ahLst/>
              <a:cxnLst/>
              <a:rect l="0" t="0" r="0" b="0"/>
              <a:pathLst>
                <a:path w="7989" h="31947">
                  <a:moveTo>
                    <a:pt x="7989" y="0"/>
                  </a:moveTo>
                  <a:lnTo>
                    <a:pt x="0" y="31947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1" name="Input_receptor__1490">
              <a:extLst>
                <a:ext uri="{FF2B5EF4-FFF2-40B4-BE49-F238E27FC236}">
                  <a16:creationId xmlns:a16="http://schemas.microsoft.com/office/drawing/2014/main" id="{A24DDBB5-6DEB-3B65-0D73-056E3F80F27A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725063"/>
              <a:ext cx="21747" cy="1325"/>
            </a:xfrm>
            <a:custGeom>
              <a:avLst/>
              <a:gdLst/>
              <a:ahLst/>
              <a:cxnLst/>
              <a:rect l="0" t="0" r="0" b="0"/>
              <a:pathLst>
                <a:path w="21747" h="1325">
                  <a:moveTo>
                    <a:pt x="0" y="0"/>
                  </a:moveTo>
                  <a:lnTo>
                    <a:pt x="21747" y="1325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2" name="Input_receptor__1491">
              <a:extLst>
                <a:ext uri="{FF2B5EF4-FFF2-40B4-BE49-F238E27FC236}">
                  <a16:creationId xmlns:a16="http://schemas.microsoft.com/office/drawing/2014/main" id="{9D22963F-1B29-C62F-72CF-2DE4E42DB49B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388221"/>
              <a:ext cx="9675" cy="47308"/>
            </a:xfrm>
            <a:custGeom>
              <a:avLst/>
              <a:gdLst/>
              <a:ahLst/>
              <a:cxnLst/>
              <a:rect l="0" t="0" r="0" b="0"/>
              <a:pathLst>
                <a:path w="9675" h="47308">
                  <a:moveTo>
                    <a:pt x="0" y="47308"/>
                  </a:moveTo>
                  <a:lnTo>
                    <a:pt x="967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3" name="Input_receptor__1492">
              <a:extLst>
                <a:ext uri="{FF2B5EF4-FFF2-40B4-BE49-F238E27FC236}">
                  <a16:creationId xmlns:a16="http://schemas.microsoft.com/office/drawing/2014/main" id="{7C40FE05-8ACD-682A-56E7-FF07EDAAEDBD}"/>
                </a:ext>
              </a:extLst>
            </p:cNvPr>
            <p:cNvSpPr>
              <a:spLocks noGrp="1"/>
            </p:cNvSpPr>
            <p:nvPr/>
          </p:nvSpPr>
          <p:spPr>
            <a:xfrm>
              <a:off x="665780" y="4730536"/>
              <a:ext cx="21538" cy="17630"/>
            </a:xfrm>
            <a:custGeom>
              <a:avLst/>
              <a:gdLst/>
              <a:ahLst/>
              <a:cxnLst/>
              <a:rect l="0" t="0" r="0" b="0"/>
              <a:pathLst>
                <a:path w="21538" h="17630">
                  <a:moveTo>
                    <a:pt x="21538" y="176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4" name="Input_receptor__1493">
              <a:extLst>
                <a:ext uri="{FF2B5EF4-FFF2-40B4-BE49-F238E27FC236}">
                  <a16:creationId xmlns:a16="http://schemas.microsoft.com/office/drawing/2014/main" id="{94A5B179-A79D-B3E6-7B0E-B94F21A5E504}"/>
                </a:ext>
              </a:extLst>
            </p:cNvPr>
            <p:cNvSpPr>
              <a:spLocks noGrp="1"/>
            </p:cNvSpPr>
            <p:nvPr/>
          </p:nvSpPr>
          <p:spPr>
            <a:xfrm>
              <a:off x="1589708" y="4112971"/>
              <a:ext cx="8330" cy="35013"/>
            </a:xfrm>
            <a:custGeom>
              <a:avLst/>
              <a:gdLst/>
              <a:ahLst/>
              <a:cxnLst/>
              <a:rect l="0" t="0" r="0" b="0"/>
              <a:pathLst>
                <a:path w="8330" h="35013">
                  <a:moveTo>
                    <a:pt x="0" y="0"/>
                  </a:moveTo>
                  <a:lnTo>
                    <a:pt x="8330" y="35013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5" name="Input_receptor__1494">
              <a:extLst>
                <a:ext uri="{FF2B5EF4-FFF2-40B4-BE49-F238E27FC236}">
                  <a16:creationId xmlns:a16="http://schemas.microsoft.com/office/drawing/2014/main" id="{F8A235D4-AD8F-DC9F-86A9-CAC902A23706}"/>
                </a:ext>
              </a:extLst>
            </p:cNvPr>
            <p:cNvSpPr>
              <a:spLocks noGrp="1"/>
            </p:cNvSpPr>
            <p:nvPr/>
          </p:nvSpPr>
          <p:spPr>
            <a:xfrm>
              <a:off x="1218203" y="4598860"/>
              <a:ext cx="41801" cy="23464"/>
            </a:xfrm>
            <a:custGeom>
              <a:avLst/>
              <a:gdLst/>
              <a:ahLst/>
              <a:cxnLst/>
              <a:rect l="0" t="0" r="0" b="0"/>
              <a:pathLst>
                <a:path w="41801" h="23464">
                  <a:moveTo>
                    <a:pt x="0" y="0"/>
                  </a:moveTo>
                  <a:lnTo>
                    <a:pt x="41801" y="23464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6" name="Input_receptor__1495">
              <a:extLst>
                <a:ext uri="{FF2B5EF4-FFF2-40B4-BE49-F238E27FC236}">
                  <a16:creationId xmlns:a16="http://schemas.microsoft.com/office/drawing/2014/main" id="{F8EEE0C8-0FC6-831D-300C-92D3D87878B4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26424" cy="35152"/>
            </a:xfrm>
            <a:custGeom>
              <a:avLst/>
              <a:gdLst/>
              <a:ahLst/>
              <a:cxnLst/>
              <a:rect l="0" t="0" r="0" b="0"/>
              <a:pathLst>
                <a:path w="26424" h="35152">
                  <a:moveTo>
                    <a:pt x="26424" y="351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7" name="Input_receptor__1496">
              <a:extLst>
                <a:ext uri="{FF2B5EF4-FFF2-40B4-BE49-F238E27FC236}">
                  <a16:creationId xmlns:a16="http://schemas.microsoft.com/office/drawing/2014/main" id="{51E6AAC7-0FED-710D-B9F8-6356402E87A6}"/>
                </a:ext>
              </a:extLst>
            </p:cNvPr>
            <p:cNvSpPr>
              <a:spLocks noGrp="1"/>
            </p:cNvSpPr>
            <p:nvPr/>
          </p:nvSpPr>
          <p:spPr>
            <a:xfrm>
              <a:off x="902656" y="4923139"/>
              <a:ext cx="7828" cy="47739"/>
            </a:xfrm>
            <a:custGeom>
              <a:avLst/>
              <a:gdLst/>
              <a:ahLst/>
              <a:cxnLst/>
              <a:rect l="0" t="0" r="0" b="0"/>
              <a:pathLst>
                <a:path w="7828" h="47739">
                  <a:moveTo>
                    <a:pt x="7828" y="47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8" name="Input_receptor__1497">
              <a:extLst>
                <a:ext uri="{FF2B5EF4-FFF2-40B4-BE49-F238E27FC236}">
                  <a16:creationId xmlns:a16="http://schemas.microsoft.com/office/drawing/2014/main" id="{2C627875-92A2-7DCF-C11D-3B62427106B7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52646"/>
              <a:ext cx="21151" cy="13720"/>
            </a:xfrm>
            <a:custGeom>
              <a:avLst/>
              <a:gdLst/>
              <a:ahLst/>
              <a:cxnLst/>
              <a:rect l="0" t="0" r="0" b="0"/>
              <a:pathLst>
                <a:path w="21151" h="13720">
                  <a:moveTo>
                    <a:pt x="0" y="13720"/>
                  </a:moveTo>
                  <a:lnTo>
                    <a:pt x="21151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499" name="Input_receptor__1498">
              <a:extLst>
                <a:ext uri="{FF2B5EF4-FFF2-40B4-BE49-F238E27FC236}">
                  <a16:creationId xmlns:a16="http://schemas.microsoft.com/office/drawing/2014/main" id="{AEB6A683-226F-4CE1-AB7A-D0E8B280AF9C}"/>
                </a:ext>
              </a:extLst>
            </p:cNvPr>
            <p:cNvSpPr>
              <a:spLocks noGrp="1"/>
            </p:cNvSpPr>
            <p:nvPr/>
          </p:nvSpPr>
          <p:spPr>
            <a:xfrm>
              <a:off x="1102181" y="4475576"/>
              <a:ext cx="8141" cy="20870"/>
            </a:xfrm>
            <a:custGeom>
              <a:avLst/>
              <a:gdLst/>
              <a:ahLst/>
              <a:cxnLst/>
              <a:rect l="0" t="0" r="0" b="0"/>
              <a:pathLst>
                <a:path w="8141" h="20870">
                  <a:moveTo>
                    <a:pt x="8141" y="20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0" name="Input_receptor__1499">
              <a:extLst>
                <a:ext uri="{FF2B5EF4-FFF2-40B4-BE49-F238E27FC236}">
                  <a16:creationId xmlns:a16="http://schemas.microsoft.com/office/drawing/2014/main" id="{9725CAB1-11EA-CF45-5AAF-D78683451855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60223"/>
              <a:ext cx="38416" cy="26171"/>
            </a:xfrm>
            <a:custGeom>
              <a:avLst/>
              <a:gdLst/>
              <a:ahLst/>
              <a:cxnLst/>
              <a:rect l="0" t="0" r="0" b="0"/>
              <a:pathLst>
                <a:path w="38416" h="26171">
                  <a:moveTo>
                    <a:pt x="0" y="26171"/>
                  </a:moveTo>
                  <a:lnTo>
                    <a:pt x="38416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1" name="Input_receptor__1500">
              <a:extLst>
                <a:ext uri="{FF2B5EF4-FFF2-40B4-BE49-F238E27FC236}">
                  <a16:creationId xmlns:a16="http://schemas.microsoft.com/office/drawing/2014/main" id="{012B36E2-4A16-5B02-6977-EA119FB43282}"/>
                </a:ext>
              </a:extLst>
            </p:cNvPr>
            <p:cNvSpPr>
              <a:spLocks noGrp="1"/>
            </p:cNvSpPr>
            <p:nvPr/>
          </p:nvSpPr>
          <p:spPr>
            <a:xfrm>
              <a:off x="957562" y="4711672"/>
              <a:ext cx="37166" cy="24628"/>
            </a:xfrm>
            <a:custGeom>
              <a:avLst/>
              <a:gdLst/>
              <a:ahLst/>
              <a:cxnLst/>
              <a:rect l="0" t="0" r="0" b="0"/>
              <a:pathLst>
                <a:path w="37166" h="24628">
                  <a:moveTo>
                    <a:pt x="37166" y="0"/>
                  </a:moveTo>
                  <a:lnTo>
                    <a:pt x="0" y="24628"/>
                  </a:lnTo>
                </a:path>
              </a:pathLst>
            </a:custGeom>
            <a:noFill/>
            <a:ln w="8096">
              <a:solidFill>
                <a:srgbClr val="97A7B2"/>
              </a:solidFill>
            </a:ln>
          </p:spPr>
        </p:sp>
        <p:sp>
          <p:nvSpPr>
            <p:cNvPr id="1502" name="Input_receptor__1501">
              <a:extLst>
                <a:ext uri="{FF2B5EF4-FFF2-40B4-BE49-F238E27FC236}">
                  <a16:creationId xmlns:a16="http://schemas.microsoft.com/office/drawing/2014/main" id="{FD72765F-0AFC-76E8-9E98-5E4253571812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30055"/>
              <a:ext cx="16811" cy="11521"/>
            </a:xfrm>
            <a:custGeom>
              <a:avLst/>
              <a:gdLst/>
              <a:ahLst/>
              <a:cxnLst/>
              <a:rect l="0" t="0" r="0" b="0"/>
              <a:pathLst>
                <a:path w="16811" h="11521">
                  <a:moveTo>
                    <a:pt x="16811" y="0"/>
                  </a:moveTo>
                  <a:lnTo>
                    <a:pt x="0" y="11521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3" name="Input_receptor__1502">
              <a:extLst>
                <a:ext uri="{FF2B5EF4-FFF2-40B4-BE49-F238E27FC236}">
                  <a16:creationId xmlns:a16="http://schemas.microsoft.com/office/drawing/2014/main" id="{FE6D5064-19E5-1352-718C-6E93FA3A9060}"/>
                </a:ext>
              </a:extLst>
            </p:cNvPr>
            <p:cNvSpPr>
              <a:spLocks noGrp="1"/>
            </p:cNvSpPr>
            <p:nvPr/>
          </p:nvSpPr>
          <p:spPr>
            <a:xfrm>
              <a:off x="999443" y="4796060"/>
              <a:ext cx="39340" cy="22116"/>
            </a:xfrm>
            <a:custGeom>
              <a:avLst/>
              <a:gdLst/>
              <a:ahLst/>
              <a:cxnLst/>
              <a:rect l="0" t="0" r="0" b="0"/>
              <a:pathLst>
                <a:path w="39340" h="22116">
                  <a:moveTo>
                    <a:pt x="0" y="0"/>
                  </a:moveTo>
                  <a:lnTo>
                    <a:pt x="39340" y="22116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4" name="Input_receptor__1503">
              <a:extLst>
                <a:ext uri="{FF2B5EF4-FFF2-40B4-BE49-F238E27FC236}">
                  <a16:creationId xmlns:a16="http://schemas.microsoft.com/office/drawing/2014/main" id="{AE584D3D-9295-0231-7FE8-317BA8EDE3C4}"/>
                </a:ext>
              </a:extLst>
            </p:cNvPr>
            <p:cNvSpPr>
              <a:spLocks noGrp="1"/>
            </p:cNvSpPr>
            <p:nvPr/>
          </p:nvSpPr>
          <p:spPr>
            <a:xfrm>
              <a:off x="1003810" y="4917736"/>
              <a:ext cx="39980" cy="19965"/>
            </a:xfrm>
            <a:custGeom>
              <a:avLst/>
              <a:gdLst/>
              <a:ahLst/>
              <a:cxnLst/>
              <a:rect l="0" t="0" r="0" b="0"/>
              <a:pathLst>
                <a:path w="39980" h="19965">
                  <a:moveTo>
                    <a:pt x="39980" y="199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5" name="Input_receptor__1504">
              <a:extLst>
                <a:ext uri="{FF2B5EF4-FFF2-40B4-BE49-F238E27FC236}">
                  <a16:creationId xmlns:a16="http://schemas.microsoft.com/office/drawing/2014/main" id="{01E45E25-9F86-54C9-6788-83C7B5FD2E62}"/>
                </a:ext>
              </a:extLst>
            </p:cNvPr>
            <p:cNvSpPr>
              <a:spLocks noGrp="1"/>
            </p:cNvSpPr>
            <p:nvPr/>
          </p:nvSpPr>
          <p:spPr>
            <a:xfrm>
              <a:off x="1479463" y="4784544"/>
              <a:ext cx="34585" cy="29621"/>
            </a:xfrm>
            <a:custGeom>
              <a:avLst/>
              <a:gdLst/>
              <a:ahLst/>
              <a:cxnLst/>
              <a:rect l="0" t="0" r="0" b="0"/>
              <a:pathLst>
                <a:path w="34585" h="29621">
                  <a:moveTo>
                    <a:pt x="34585" y="0"/>
                  </a:moveTo>
                  <a:lnTo>
                    <a:pt x="0" y="2962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6" name="Input_receptor__1505">
              <a:extLst>
                <a:ext uri="{FF2B5EF4-FFF2-40B4-BE49-F238E27FC236}">
                  <a16:creationId xmlns:a16="http://schemas.microsoft.com/office/drawing/2014/main" id="{0D236D7D-323D-AB0F-2EA8-F90BA20716A4}"/>
                </a:ext>
              </a:extLst>
            </p:cNvPr>
            <p:cNvSpPr>
              <a:spLocks noGrp="1"/>
            </p:cNvSpPr>
            <p:nvPr/>
          </p:nvSpPr>
          <p:spPr>
            <a:xfrm>
              <a:off x="1106678" y="4857191"/>
              <a:ext cx="32788" cy="33301"/>
            </a:xfrm>
            <a:custGeom>
              <a:avLst/>
              <a:gdLst/>
              <a:ahLst/>
              <a:cxnLst/>
              <a:rect l="0" t="0" r="0" b="0"/>
              <a:pathLst>
                <a:path w="32788" h="33301">
                  <a:moveTo>
                    <a:pt x="0" y="0"/>
                  </a:moveTo>
                  <a:lnTo>
                    <a:pt x="32788" y="3330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7" name="Input_receptor__1506">
              <a:extLst>
                <a:ext uri="{FF2B5EF4-FFF2-40B4-BE49-F238E27FC236}">
                  <a16:creationId xmlns:a16="http://schemas.microsoft.com/office/drawing/2014/main" id="{BEB615EB-68D6-AC8D-2E97-9616F81773A3}"/>
                </a:ext>
              </a:extLst>
            </p:cNvPr>
            <p:cNvSpPr>
              <a:spLocks noGrp="1"/>
            </p:cNvSpPr>
            <p:nvPr/>
          </p:nvSpPr>
          <p:spPr>
            <a:xfrm>
              <a:off x="1367620" y="4673273"/>
              <a:ext cx="8026" cy="21728"/>
            </a:xfrm>
            <a:custGeom>
              <a:avLst/>
              <a:gdLst/>
              <a:ahLst/>
              <a:cxnLst/>
              <a:rect l="0" t="0" r="0" b="0"/>
              <a:pathLst>
                <a:path w="8026" h="21728">
                  <a:moveTo>
                    <a:pt x="8026" y="0"/>
                  </a:moveTo>
                  <a:lnTo>
                    <a:pt x="0" y="21728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8" name="Input_receptor__1507">
              <a:extLst>
                <a:ext uri="{FF2B5EF4-FFF2-40B4-BE49-F238E27FC236}">
                  <a16:creationId xmlns:a16="http://schemas.microsoft.com/office/drawing/2014/main" id="{1B2E502D-DE28-5FFC-B0A5-B94B7D9E01DF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58244"/>
              <a:ext cx="45961" cy="15393"/>
            </a:xfrm>
            <a:custGeom>
              <a:avLst/>
              <a:gdLst/>
              <a:ahLst/>
              <a:cxnLst/>
              <a:rect l="0" t="0" r="0" b="0"/>
              <a:pathLst>
                <a:path w="45961" h="15393">
                  <a:moveTo>
                    <a:pt x="0" y="0"/>
                  </a:moveTo>
                  <a:lnTo>
                    <a:pt x="45961" y="15393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9" name="Input_receptor__1508">
              <a:extLst>
                <a:ext uri="{FF2B5EF4-FFF2-40B4-BE49-F238E27FC236}">
                  <a16:creationId xmlns:a16="http://schemas.microsoft.com/office/drawing/2014/main" id="{AA5ACB13-8FBB-2538-18DF-D045ADC0D24D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22356"/>
              <a:ext cx="5777" cy="22093"/>
            </a:xfrm>
            <a:custGeom>
              <a:avLst/>
              <a:gdLst/>
              <a:ahLst/>
              <a:cxnLst/>
              <a:rect l="0" t="0" r="0" b="0"/>
              <a:pathLst>
                <a:path w="5777" h="22093">
                  <a:moveTo>
                    <a:pt x="0" y="22093"/>
                  </a:moveTo>
                  <a:lnTo>
                    <a:pt x="5777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0" name="Input_receptor__1509">
              <a:extLst>
                <a:ext uri="{FF2B5EF4-FFF2-40B4-BE49-F238E27FC236}">
                  <a16:creationId xmlns:a16="http://schemas.microsoft.com/office/drawing/2014/main" id="{A4A4AE8A-05EB-4153-5048-133BF467D6A6}"/>
                </a:ext>
              </a:extLst>
            </p:cNvPr>
            <p:cNvSpPr>
              <a:spLocks noGrp="1"/>
            </p:cNvSpPr>
            <p:nvPr/>
          </p:nvSpPr>
          <p:spPr>
            <a:xfrm>
              <a:off x="1211621" y="4294439"/>
              <a:ext cx="42975" cy="19036"/>
            </a:xfrm>
            <a:custGeom>
              <a:avLst/>
              <a:gdLst/>
              <a:ahLst/>
              <a:cxnLst/>
              <a:rect l="0" t="0" r="0" b="0"/>
              <a:pathLst>
                <a:path w="42975" h="19036">
                  <a:moveTo>
                    <a:pt x="0" y="0"/>
                  </a:moveTo>
                  <a:lnTo>
                    <a:pt x="42975" y="19036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1" name="Input_receptor__1510">
              <a:extLst>
                <a:ext uri="{FF2B5EF4-FFF2-40B4-BE49-F238E27FC236}">
                  <a16:creationId xmlns:a16="http://schemas.microsoft.com/office/drawing/2014/main" id="{067E29D4-2056-8E6F-A398-44B443CE8179}"/>
                </a:ext>
              </a:extLst>
            </p:cNvPr>
            <p:cNvSpPr>
              <a:spLocks noGrp="1"/>
            </p:cNvSpPr>
            <p:nvPr/>
          </p:nvSpPr>
          <p:spPr>
            <a:xfrm>
              <a:off x="1513310" y="4601164"/>
              <a:ext cx="30202" cy="11364"/>
            </a:xfrm>
            <a:custGeom>
              <a:avLst/>
              <a:gdLst/>
              <a:ahLst/>
              <a:cxnLst/>
              <a:rect l="0" t="0" r="0" b="0"/>
              <a:pathLst>
                <a:path w="30202" h="11364">
                  <a:moveTo>
                    <a:pt x="30202" y="113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2" name="Input_receptor__1511">
              <a:extLst>
                <a:ext uri="{FF2B5EF4-FFF2-40B4-BE49-F238E27FC236}">
                  <a16:creationId xmlns:a16="http://schemas.microsoft.com/office/drawing/2014/main" id="{E1032141-75AB-50ED-FDC7-A54F3D705BED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13475"/>
              <a:ext cx="13816" cy="44769"/>
            </a:xfrm>
            <a:custGeom>
              <a:avLst/>
              <a:gdLst/>
              <a:ahLst/>
              <a:cxnLst/>
              <a:rect l="0" t="0" r="0" b="0"/>
              <a:pathLst>
                <a:path w="13816" h="44769">
                  <a:moveTo>
                    <a:pt x="13816" y="0"/>
                  </a:moveTo>
                  <a:lnTo>
                    <a:pt x="0" y="44769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3" name="Input_receptor__1512">
              <a:extLst>
                <a:ext uri="{FF2B5EF4-FFF2-40B4-BE49-F238E27FC236}">
                  <a16:creationId xmlns:a16="http://schemas.microsoft.com/office/drawing/2014/main" id="{AD852185-0FF7-E32B-5440-D36369AF3B14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6541"/>
              <a:ext cx="27013" cy="39758"/>
            </a:xfrm>
            <a:custGeom>
              <a:avLst/>
              <a:gdLst/>
              <a:ahLst/>
              <a:cxnLst/>
              <a:rect l="0" t="0" r="0" b="0"/>
              <a:pathLst>
                <a:path w="27013" h="39758">
                  <a:moveTo>
                    <a:pt x="27013" y="397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14" name="Input_receptor__1513">
              <a:extLst>
                <a:ext uri="{FF2B5EF4-FFF2-40B4-BE49-F238E27FC236}">
                  <a16:creationId xmlns:a16="http://schemas.microsoft.com/office/drawing/2014/main" id="{64664009-F2CB-8D61-C026-1B42AD6B201A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92790"/>
              <a:ext cx="18135" cy="36164"/>
            </a:xfrm>
            <a:custGeom>
              <a:avLst/>
              <a:gdLst/>
              <a:ahLst/>
              <a:cxnLst/>
              <a:rect l="0" t="0" r="0" b="0"/>
              <a:pathLst>
                <a:path w="18135" h="36164">
                  <a:moveTo>
                    <a:pt x="0" y="0"/>
                  </a:moveTo>
                  <a:lnTo>
                    <a:pt x="18135" y="36164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5" name="Input_receptor__1514">
              <a:extLst>
                <a:ext uri="{FF2B5EF4-FFF2-40B4-BE49-F238E27FC236}">
                  <a16:creationId xmlns:a16="http://schemas.microsoft.com/office/drawing/2014/main" id="{32BF8721-D9CF-C090-229C-A668E5F7654C}"/>
                </a:ext>
              </a:extLst>
            </p:cNvPr>
            <p:cNvSpPr>
              <a:spLocks noGrp="1"/>
            </p:cNvSpPr>
            <p:nvPr/>
          </p:nvSpPr>
          <p:spPr>
            <a:xfrm>
              <a:off x="852635" y="4420232"/>
              <a:ext cx="22955" cy="42226"/>
            </a:xfrm>
            <a:custGeom>
              <a:avLst/>
              <a:gdLst/>
              <a:ahLst/>
              <a:cxnLst/>
              <a:rect l="0" t="0" r="0" b="0"/>
              <a:pathLst>
                <a:path w="22955" h="42226">
                  <a:moveTo>
                    <a:pt x="0" y="42226"/>
                  </a:moveTo>
                  <a:lnTo>
                    <a:pt x="22955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6" name="Input_receptor__1515">
              <a:extLst>
                <a:ext uri="{FF2B5EF4-FFF2-40B4-BE49-F238E27FC236}">
                  <a16:creationId xmlns:a16="http://schemas.microsoft.com/office/drawing/2014/main" id="{6C067A7E-D3E2-3FBB-14C4-CC1C5C8FB63B}"/>
                </a:ext>
              </a:extLst>
            </p:cNvPr>
            <p:cNvSpPr>
              <a:spLocks noGrp="1"/>
            </p:cNvSpPr>
            <p:nvPr/>
          </p:nvSpPr>
          <p:spPr>
            <a:xfrm>
              <a:off x="1154328" y="4994900"/>
              <a:ext cx="20789" cy="38193"/>
            </a:xfrm>
            <a:custGeom>
              <a:avLst/>
              <a:gdLst/>
              <a:ahLst/>
              <a:cxnLst/>
              <a:rect l="0" t="0" r="0" b="0"/>
              <a:pathLst>
                <a:path w="20789" h="38193">
                  <a:moveTo>
                    <a:pt x="20789" y="0"/>
                  </a:moveTo>
                  <a:lnTo>
                    <a:pt x="0" y="38193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17" name="Input_receptor__1516">
              <a:extLst>
                <a:ext uri="{FF2B5EF4-FFF2-40B4-BE49-F238E27FC236}">
                  <a16:creationId xmlns:a16="http://schemas.microsoft.com/office/drawing/2014/main" id="{7DB6ACEC-ADAA-F9EB-C49D-FA4A584F8119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641380"/>
              <a:ext cx="19829" cy="18208"/>
            </a:xfrm>
            <a:custGeom>
              <a:avLst/>
              <a:gdLst/>
              <a:ahLst/>
              <a:cxnLst/>
              <a:rect l="0" t="0" r="0" b="0"/>
              <a:pathLst>
                <a:path w="19829" h="18208">
                  <a:moveTo>
                    <a:pt x="19829" y="182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8" name="Input_receptor__1517">
              <a:extLst>
                <a:ext uri="{FF2B5EF4-FFF2-40B4-BE49-F238E27FC236}">
                  <a16:creationId xmlns:a16="http://schemas.microsoft.com/office/drawing/2014/main" id="{9F8A1EE8-8FA3-BB91-FF76-0797A608923A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34660" cy="12803"/>
            </a:xfrm>
            <a:custGeom>
              <a:avLst/>
              <a:gdLst/>
              <a:ahLst/>
              <a:cxnLst/>
              <a:rect l="0" t="0" r="0" b="0"/>
              <a:pathLst>
                <a:path w="34660" h="12803">
                  <a:moveTo>
                    <a:pt x="34660" y="12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9" name="Input_receptor__1518">
              <a:extLst>
                <a:ext uri="{FF2B5EF4-FFF2-40B4-BE49-F238E27FC236}">
                  <a16:creationId xmlns:a16="http://schemas.microsoft.com/office/drawing/2014/main" id="{29555BBC-0D7C-B0C7-70F4-9B8D8BC3CE62}"/>
                </a:ext>
              </a:extLst>
            </p:cNvPr>
            <p:cNvSpPr>
              <a:spLocks noGrp="1"/>
            </p:cNvSpPr>
            <p:nvPr/>
          </p:nvSpPr>
          <p:spPr>
            <a:xfrm>
              <a:off x="1420902" y="4687957"/>
              <a:ext cx="14657" cy="95"/>
            </a:xfrm>
            <a:custGeom>
              <a:avLst/>
              <a:gdLst/>
              <a:ahLst/>
              <a:cxnLst/>
              <a:rect l="0" t="0" r="0" b="0"/>
              <a:pathLst>
                <a:path w="14657" h="95">
                  <a:moveTo>
                    <a:pt x="14657" y="0"/>
                  </a:moveTo>
                  <a:lnTo>
                    <a:pt x="0" y="38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0" name="Input_receptor__1519">
              <a:extLst>
                <a:ext uri="{FF2B5EF4-FFF2-40B4-BE49-F238E27FC236}">
                  <a16:creationId xmlns:a16="http://schemas.microsoft.com/office/drawing/2014/main" id="{D24F0745-39A4-3115-8FFB-34712EB86B8A}"/>
                </a:ext>
              </a:extLst>
            </p:cNvPr>
            <p:cNvSpPr>
              <a:spLocks noGrp="1"/>
            </p:cNvSpPr>
            <p:nvPr/>
          </p:nvSpPr>
          <p:spPr>
            <a:xfrm>
              <a:off x="1452333" y="4395863"/>
              <a:ext cx="16399" cy="33955"/>
            </a:xfrm>
            <a:custGeom>
              <a:avLst/>
              <a:gdLst/>
              <a:ahLst/>
              <a:cxnLst/>
              <a:rect l="0" t="0" r="0" b="0"/>
              <a:pathLst>
                <a:path w="16399" h="33955">
                  <a:moveTo>
                    <a:pt x="0" y="0"/>
                  </a:moveTo>
                  <a:lnTo>
                    <a:pt x="16399" y="3395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1" name="Input_receptor__1520">
              <a:extLst>
                <a:ext uri="{FF2B5EF4-FFF2-40B4-BE49-F238E27FC236}">
                  <a16:creationId xmlns:a16="http://schemas.microsoft.com/office/drawing/2014/main" id="{76971F13-A8F9-E157-9F90-D6C28A9D4A42}"/>
                </a:ext>
              </a:extLst>
            </p:cNvPr>
            <p:cNvSpPr>
              <a:spLocks noGrp="1"/>
            </p:cNvSpPr>
            <p:nvPr/>
          </p:nvSpPr>
          <p:spPr>
            <a:xfrm>
              <a:off x="1413508" y="4388221"/>
              <a:ext cx="38824" cy="7642"/>
            </a:xfrm>
            <a:custGeom>
              <a:avLst/>
              <a:gdLst/>
              <a:ahLst/>
              <a:cxnLst/>
              <a:rect l="0" t="0" r="0" b="0"/>
              <a:pathLst>
                <a:path w="38824" h="7642">
                  <a:moveTo>
                    <a:pt x="0" y="0"/>
                  </a:moveTo>
                  <a:lnTo>
                    <a:pt x="38824" y="764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2" name="Input_receptor__1521">
              <a:extLst>
                <a:ext uri="{FF2B5EF4-FFF2-40B4-BE49-F238E27FC236}">
                  <a16:creationId xmlns:a16="http://schemas.microsoft.com/office/drawing/2014/main" id="{654E5ADB-F5DE-6774-8B17-78E1A1A9221D}"/>
                </a:ext>
              </a:extLst>
            </p:cNvPr>
            <p:cNvSpPr>
              <a:spLocks noGrp="1"/>
            </p:cNvSpPr>
            <p:nvPr/>
          </p:nvSpPr>
          <p:spPr>
            <a:xfrm>
              <a:off x="1038783" y="4815208"/>
              <a:ext cx="35649" cy="2968"/>
            </a:xfrm>
            <a:custGeom>
              <a:avLst/>
              <a:gdLst/>
              <a:ahLst/>
              <a:cxnLst/>
              <a:rect l="0" t="0" r="0" b="0"/>
              <a:pathLst>
                <a:path w="35649" h="2968">
                  <a:moveTo>
                    <a:pt x="0" y="2968"/>
                  </a:moveTo>
                  <a:lnTo>
                    <a:pt x="35649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3" name="Input_receptor__1522">
              <a:extLst>
                <a:ext uri="{FF2B5EF4-FFF2-40B4-BE49-F238E27FC236}">
                  <a16:creationId xmlns:a16="http://schemas.microsoft.com/office/drawing/2014/main" id="{BC209D55-666A-50DB-F58D-1D2A89D1C1D5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16652"/>
              <a:ext cx="24276" cy="6680"/>
            </a:xfrm>
            <a:custGeom>
              <a:avLst/>
              <a:gdLst/>
              <a:ahLst/>
              <a:cxnLst/>
              <a:rect l="0" t="0" r="0" b="0"/>
              <a:pathLst>
                <a:path w="24276" h="6680">
                  <a:moveTo>
                    <a:pt x="0" y="6680"/>
                  </a:moveTo>
                  <a:lnTo>
                    <a:pt x="24276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4" name="Input_receptor__1523">
              <a:extLst>
                <a:ext uri="{FF2B5EF4-FFF2-40B4-BE49-F238E27FC236}">
                  <a16:creationId xmlns:a16="http://schemas.microsoft.com/office/drawing/2014/main" id="{7316A8E8-CFB8-E25C-4619-F2863477078C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06149"/>
              <a:ext cx="20391" cy="41678"/>
            </a:xfrm>
            <a:custGeom>
              <a:avLst/>
              <a:gdLst/>
              <a:ahLst/>
              <a:cxnLst/>
              <a:rect l="0" t="0" r="0" b="0"/>
              <a:pathLst>
                <a:path w="20391" h="41678">
                  <a:moveTo>
                    <a:pt x="0" y="41678"/>
                  </a:moveTo>
                  <a:lnTo>
                    <a:pt x="20391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5" name="Input_receptor__1524">
              <a:extLst>
                <a:ext uri="{FF2B5EF4-FFF2-40B4-BE49-F238E27FC236}">
                  <a16:creationId xmlns:a16="http://schemas.microsoft.com/office/drawing/2014/main" id="{9B317885-95A1-C46C-2877-7FD8ECDBD4F4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61908"/>
              <a:ext cx="1653" cy="30882"/>
            </a:xfrm>
            <a:custGeom>
              <a:avLst/>
              <a:gdLst/>
              <a:ahLst/>
              <a:cxnLst/>
              <a:rect l="0" t="0" r="0" b="0"/>
              <a:pathLst>
                <a:path w="1653" h="30882">
                  <a:moveTo>
                    <a:pt x="1653" y="0"/>
                  </a:moveTo>
                  <a:lnTo>
                    <a:pt x="0" y="3088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6" name="Input_receptor__1525">
              <a:extLst>
                <a:ext uri="{FF2B5EF4-FFF2-40B4-BE49-F238E27FC236}">
                  <a16:creationId xmlns:a16="http://schemas.microsoft.com/office/drawing/2014/main" id="{3D3BF5E9-CDE0-3B02-8F21-C9ADF5554D24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09076"/>
              <a:ext cx="10846" cy="14644"/>
            </a:xfrm>
            <a:custGeom>
              <a:avLst/>
              <a:gdLst/>
              <a:ahLst/>
              <a:cxnLst/>
              <a:rect l="0" t="0" r="0" b="0"/>
              <a:pathLst>
                <a:path w="10846" h="14644">
                  <a:moveTo>
                    <a:pt x="10846" y="0"/>
                  </a:moveTo>
                  <a:lnTo>
                    <a:pt x="0" y="14644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7" name="Input_receptor__1526">
              <a:extLst>
                <a:ext uri="{FF2B5EF4-FFF2-40B4-BE49-F238E27FC236}">
                  <a16:creationId xmlns:a16="http://schemas.microsoft.com/office/drawing/2014/main" id="{4B029724-5DE8-3D37-E861-030EA4580D62}"/>
                </a:ext>
              </a:extLst>
            </p:cNvPr>
            <p:cNvSpPr>
              <a:spLocks noGrp="1"/>
            </p:cNvSpPr>
            <p:nvPr/>
          </p:nvSpPr>
          <p:spPr>
            <a:xfrm>
              <a:off x="1183106" y="4856270"/>
              <a:ext cx="31162" cy="15865"/>
            </a:xfrm>
            <a:custGeom>
              <a:avLst/>
              <a:gdLst/>
              <a:ahLst/>
              <a:cxnLst/>
              <a:rect l="0" t="0" r="0" b="0"/>
              <a:pathLst>
                <a:path w="31162" h="15865">
                  <a:moveTo>
                    <a:pt x="0" y="0"/>
                  </a:moveTo>
                  <a:lnTo>
                    <a:pt x="31162" y="1586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8" name="Input_receptor__1527">
              <a:extLst>
                <a:ext uri="{FF2B5EF4-FFF2-40B4-BE49-F238E27FC236}">
                  <a16:creationId xmlns:a16="http://schemas.microsoft.com/office/drawing/2014/main" id="{053F38B5-E8AB-3CD8-74DD-E5E9A1BE2078}"/>
                </a:ext>
              </a:extLst>
            </p:cNvPr>
            <p:cNvSpPr>
              <a:spLocks noGrp="1"/>
            </p:cNvSpPr>
            <p:nvPr/>
          </p:nvSpPr>
          <p:spPr>
            <a:xfrm>
              <a:off x="1072382" y="4441365"/>
              <a:ext cx="29799" cy="34211"/>
            </a:xfrm>
            <a:custGeom>
              <a:avLst/>
              <a:gdLst/>
              <a:ahLst/>
              <a:cxnLst/>
              <a:rect l="0" t="0" r="0" b="0"/>
              <a:pathLst>
                <a:path w="29799" h="34211">
                  <a:moveTo>
                    <a:pt x="29799" y="342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9" name="Input_receptor__1528">
              <a:extLst>
                <a:ext uri="{FF2B5EF4-FFF2-40B4-BE49-F238E27FC236}">
                  <a16:creationId xmlns:a16="http://schemas.microsoft.com/office/drawing/2014/main" id="{311623D2-A8D9-8F3F-2183-ED494429B964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23800" cy="28809"/>
            </a:xfrm>
            <a:custGeom>
              <a:avLst/>
              <a:gdLst/>
              <a:ahLst/>
              <a:cxnLst/>
              <a:rect l="0" t="0" r="0" b="0"/>
              <a:pathLst>
                <a:path w="23800" h="28809">
                  <a:moveTo>
                    <a:pt x="0" y="0"/>
                  </a:moveTo>
                  <a:lnTo>
                    <a:pt x="23800" y="28809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0" name="Input_receptor__1529">
              <a:extLst>
                <a:ext uri="{FF2B5EF4-FFF2-40B4-BE49-F238E27FC236}">
                  <a16:creationId xmlns:a16="http://schemas.microsoft.com/office/drawing/2014/main" id="{208B78B6-8BD1-E553-131B-144E8AFBD06E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33063"/>
              <a:ext cx="22625" cy="18734"/>
            </a:xfrm>
            <a:custGeom>
              <a:avLst/>
              <a:gdLst/>
              <a:ahLst/>
              <a:cxnLst/>
              <a:rect l="0" t="0" r="0" b="0"/>
              <a:pathLst>
                <a:path w="22625" h="18734">
                  <a:moveTo>
                    <a:pt x="22625" y="187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1" name="Input_receptor__1530">
              <a:extLst>
                <a:ext uri="{FF2B5EF4-FFF2-40B4-BE49-F238E27FC236}">
                  <a16:creationId xmlns:a16="http://schemas.microsoft.com/office/drawing/2014/main" id="{80C582C7-A544-169A-D10F-DD3732F4CCBE}"/>
                </a:ext>
              </a:extLst>
            </p:cNvPr>
            <p:cNvSpPr>
              <a:spLocks noGrp="1"/>
            </p:cNvSpPr>
            <p:nvPr/>
          </p:nvSpPr>
          <p:spPr>
            <a:xfrm>
              <a:off x="1073690" y="4291233"/>
              <a:ext cx="33055" cy="31132"/>
            </a:xfrm>
            <a:custGeom>
              <a:avLst/>
              <a:gdLst/>
              <a:ahLst/>
              <a:cxnLst/>
              <a:rect l="0" t="0" r="0" b="0"/>
              <a:pathLst>
                <a:path w="33055" h="31132">
                  <a:moveTo>
                    <a:pt x="33055" y="0"/>
                  </a:moveTo>
                  <a:lnTo>
                    <a:pt x="0" y="311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2" name="Input_receptor__1531">
              <a:extLst>
                <a:ext uri="{FF2B5EF4-FFF2-40B4-BE49-F238E27FC236}">
                  <a16:creationId xmlns:a16="http://schemas.microsoft.com/office/drawing/2014/main" id="{F205F4C2-84BF-C4B6-0DFD-ABD754192F90}"/>
                </a:ext>
              </a:extLst>
            </p:cNvPr>
            <p:cNvSpPr>
              <a:spLocks noGrp="1"/>
            </p:cNvSpPr>
            <p:nvPr/>
          </p:nvSpPr>
          <p:spPr>
            <a:xfrm>
              <a:off x="957114" y="4568197"/>
              <a:ext cx="7954" cy="4783"/>
            </a:xfrm>
            <a:custGeom>
              <a:avLst/>
              <a:gdLst/>
              <a:ahLst/>
              <a:cxnLst/>
              <a:rect l="0" t="0" r="0" b="0"/>
              <a:pathLst>
                <a:path w="7954" h="4783">
                  <a:moveTo>
                    <a:pt x="7954" y="0"/>
                  </a:moveTo>
                  <a:lnTo>
                    <a:pt x="0" y="4783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3" name="Input_receptor__1532">
              <a:extLst>
                <a:ext uri="{FF2B5EF4-FFF2-40B4-BE49-F238E27FC236}">
                  <a16:creationId xmlns:a16="http://schemas.microsoft.com/office/drawing/2014/main" id="{A1B00C32-899E-A0DB-5FFB-2DFADB35AD00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59203"/>
              <a:ext cx="20251" cy="20933"/>
            </a:xfrm>
            <a:custGeom>
              <a:avLst/>
              <a:gdLst/>
              <a:ahLst/>
              <a:cxnLst/>
              <a:rect l="0" t="0" r="0" b="0"/>
              <a:pathLst>
                <a:path w="20251" h="20933">
                  <a:moveTo>
                    <a:pt x="0" y="0"/>
                  </a:moveTo>
                  <a:lnTo>
                    <a:pt x="20251" y="20933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4" name="Input_receptor__1533">
              <a:extLst>
                <a:ext uri="{FF2B5EF4-FFF2-40B4-BE49-F238E27FC236}">
                  <a16:creationId xmlns:a16="http://schemas.microsoft.com/office/drawing/2014/main" id="{83F080FE-C3DD-E5CB-7094-DC281F535353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52009"/>
              <a:ext cx="18214" cy="33396"/>
            </a:xfrm>
            <a:custGeom>
              <a:avLst/>
              <a:gdLst/>
              <a:ahLst/>
              <a:cxnLst/>
              <a:rect l="0" t="0" r="0" b="0"/>
              <a:pathLst>
                <a:path w="18214" h="33396">
                  <a:moveTo>
                    <a:pt x="18214" y="333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5" name="Input_receptor__1534">
              <a:extLst>
                <a:ext uri="{FF2B5EF4-FFF2-40B4-BE49-F238E27FC236}">
                  <a16:creationId xmlns:a16="http://schemas.microsoft.com/office/drawing/2014/main" id="{2AA07D67-3FE4-2B40-D3F5-8F4CEF5C6361}"/>
                </a:ext>
              </a:extLst>
            </p:cNvPr>
            <p:cNvSpPr>
              <a:spLocks noGrp="1"/>
            </p:cNvSpPr>
            <p:nvPr/>
          </p:nvSpPr>
          <p:spPr>
            <a:xfrm>
              <a:off x="1479192" y="4814164"/>
              <a:ext cx="270" cy="21437"/>
            </a:xfrm>
            <a:custGeom>
              <a:avLst/>
              <a:gdLst/>
              <a:ahLst/>
              <a:cxnLst/>
              <a:rect l="0" t="0" r="0" b="0"/>
              <a:pathLst>
                <a:path w="270" h="21437">
                  <a:moveTo>
                    <a:pt x="270" y="0"/>
                  </a:moveTo>
                  <a:lnTo>
                    <a:pt x="0" y="21437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6" name="Input_receptor__1535">
              <a:extLst>
                <a:ext uri="{FF2B5EF4-FFF2-40B4-BE49-F238E27FC236}">
                  <a16:creationId xmlns:a16="http://schemas.microsoft.com/office/drawing/2014/main" id="{7E147AF2-B645-34EE-4AFD-A67FFDA7431E}"/>
                </a:ext>
              </a:extLst>
            </p:cNvPr>
            <p:cNvSpPr>
              <a:spLocks noGrp="1"/>
            </p:cNvSpPr>
            <p:nvPr/>
          </p:nvSpPr>
          <p:spPr>
            <a:xfrm>
              <a:off x="910402" y="4438432"/>
              <a:ext cx="574" cy="38360"/>
            </a:xfrm>
            <a:custGeom>
              <a:avLst/>
              <a:gdLst/>
              <a:ahLst/>
              <a:cxnLst/>
              <a:rect l="0" t="0" r="0" b="0"/>
              <a:pathLst>
                <a:path w="574" h="38360">
                  <a:moveTo>
                    <a:pt x="574" y="0"/>
                  </a:moveTo>
                  <a:lnTo>
                    <a:pt x="0" y="3836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7" name="Input_receptor__1536">
              <a:extLst>
                <a:ext uri="{FF2B5EF4-FFF2-40B4-BE49-F238E27FC236}">
                  <a16:creationId xmlns:a16="http://schemas.microsoft.com/office/drawing/2014/main" id="{7B961F1D-5788-A331-B3E5-22FFE95D7451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688848"/>
              <a:ext cx="23887" cy="17885"/>
            </a:xfrm>
            <a:custGeom>
              <a:avLst/>
              <a:gdLst/>
              <a:ahLst/>
              <a:cxnLst/>
              <a:rect l="0" t="0" r="0" b="0"/>
              <a:pathLst>
                <a:path w="23887" h="17885">
                  <a:moveTo>
                    <a:pt x="23887" y="0"/>
                  </a:moveTo>
                  <a:lnTo>
                    <a:pt x="0" y="17885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8" name="Input_receptor__1537">
              <a:extLst>
                <a:ext uri="{FF2B5EF4-FFF2-40B4-BE49-F238E27FC236}">
                  <a16:creationId xmlns:a16="http://schemas.microsoft.com/office/drawing/2014/main" id="{1229CB3C-D723-82B0-B0C4-B04BBFCC2099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78677"/>
              <a:ext cx="46712" cy="8734"/>
            </a:xfrm>
            <a:custGeom>
              <a:avLst/>
              <a:gdLst/>
              <a:ahLst/>
              <a:cxnLst/>
              <a:rect l="0" t="0" r="0" b="0"/>
              <a:pathLst>
                <a:path w="46712" h="8734">
                  <a:moveTo>
                    <a:pt x="46712" y="0"/>
                  </a:moveTo>
                  <a:lnTo>
                    <a:pt x="0" y="8734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9" name="Input_receptor__1538">
              <a:extLst>
                <a:ext uri="{FF2B5EF4-FFF2-40B4-BE49-F238E27FC236}">
                  <a16:creationId xmlns:a16="http://schemas.microsoft.com/office/drawing/2014/main" id="{AF5FAC83-7EC1-F802-C0A1-C5009A8E56E0}"/>
                </a:ext>
              </a:extLst>
            </p:cNvPr>
            <p:cNvSpPr>
              <a:spLocks noGrp="1"/>
            </p:cNvSpPr>
            <p:nvPr/>
          </p:nvSpPr>
          <p:spPr>
            <a:xfrm>
              <a:off x="1440552" y="4630055"/>
              <a:ext cx="42180" cy="21952"/>
            </a:xfrm>
            <a:custGeom>
              <a:avLst/>
              <a:gdLst/>
              <a:ahLst/>
              <a:cxnLst/>
              <a:rect l="0" t="0" r="0" b="0"/>
              <a:pathLst>
                <a:path w="42180" h="21952">
                  <a:moveTo>
                    <a:pt x="42180" y="21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0" name="Input_receptor__1539">
              <a:extLst>
                <a:ext uri="{FF2B5EF4-FFF2-40B4-BE49-F238E27FC236}">
                  <a16:creationId xmlns:a16="http://schemas.microsoft.com/office/drawing/2014/main" id="{FC310D69-34A5-EFA0-4F3B-1102A33EF3E8}"/>
                </a:ext>
              </a:extLst>
            </p:cNvPr>
            <p:cNvSpPr>
              <a:spLocks noGrp="1"/>
            </p:cNvSpPr>
            <p:nvPr/>
          </p:nvSpPr>
          <p:spPr>
            <a:xfrm>
              <a:off x="1106746" y="4277429"/>
              <a:ext cx="45287" cy="13804"/>
            </a:xfrm>
            <a:custGeom>
              <a:avLst/>
              <a:gdLst/>
              <a:ahLst/>
              <a:cxnLst/>
              <a:rect l="0" t="0" r="0" b="0"/>
              <a:pathLst>
                <a:path w="45287" h="13804">
                  <a:moveTo>
                    <a:pt x="45287" y="0"/>
                  </a:moveTo>
                  <a:lnTo>
                    <a:pt x="0" y="13804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1" name="Input_receptor__1540">
              <a:extLst>
                <a:ext uri="{FF2B5EF4-FFF2-40B4-BE49-F238E27FC236}">
                  <a16:creationId xmlns:a16="http://schemas.microsoft.com/office/drawing/2014/main" id="{EE128600-1E68-2D70-6ABC-FDF55A3AF135}"/>
                </a:ext>
              </a:extLst>
            </p:cNvPr>
            <p:cNvSpPr>
              <a:spLocks noGrp="1"/>
            </p:cNvSpPr>
            <p:nvPr/>
          </p:nvSpPr>
          <p:spPr>
            <a:xfrm>
              <a:off x="1514047" y="4784544"/>
              <a:ext cx="25957" cy="37812"/>
            </a:xfrm>
            <a:custGeom>
              <a:avLst/>
              <a:gdLst/>
              <a:ahLst/>
              <a:cxnLst/>
              <a:rect l="0" t="0" r="0" b="0"/>
              <a:pathLst>
                <a:path w="25957" h="37812">
                  <a:moveTo>
                    <a:pt x="25957" y="378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2" name="Input_receptor__1541">
              <a:extLst>
                <a:ext uri="{FF2B5EF4-FFF2-40B4-BE49-F238E27FC236}">
                  <a16:creationId xmlns:a16="http://schemas.microsoft.com/office/drawing/2014/main" id="{8E4CD086-2BC1-A550-9315-E302233ACDE1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47827"/>
              <a:ext cx="27203" cy="39429"/>
            </a:xfrm>
            <a:custGeom>
              <a:avLst/>
              <a:gdLst/>
              <a:ahLst/>
              <a:cxnLst/>
              <a:rect l="0" t="0" r="0" b="0"/>
              <a:pathLst>
                <a:path w="27203" h="39429">
                  <a:moveTo>
                    <a:pt x="27203" y="394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3" name="Input_receptor__1542">
              <a:extLst>
                <a:ext uri="{FF2B5EF4-FFF2-40B4-BE49-F238E27FC236}">
                  <a16:creationId xmlns:a16="http://schemas.microsoft.com/office/drawing/2014/main" id="{E9BF7BD8-58C9-E676-9CA0-966D984209FC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518480"/>
              <a:ext cx="5139" cy="41743"/>
            </a:xfrm>
            <a:custGeom>
              <a:avLst/>
              <a:gdLst/>
              <a:ahLst/>
              <a:cxnLst/>
              <a:rect l="0" t="0" r="0" b="0"/>
              <a:pathLst>
                <a:path w="5139" h="41743">
                  <a:moveTo>
                    <a:pt x="5139" y="41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4" name="Input_receptor__1543">
              <a:extLst>
                <a:ext uri="{FF2B5EF4-FFF2-40B4-BE49-F238E27FC236}">
                  <a16:creationId xmlns:a16="http://schemas.microsoft.com/office/drawing/2014/main" id="{8C6BF5AF-D914-3374-96C3-FEDADF0501D6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10184" cy="43232"/>
            </a:xfrm>
            <a:custGeom>
              <a:avLst/>
              <a:gdLst/>
              <a:ahLst/>
              <a:cxnLst/>
              <a:rect l="0" t="0" r="0" b="0"/>
              <a:pathLst>
                <a:path w="10184" h="43232">
                  <a:moveTo>
                    <a:pt x="0" y="0"/>
                  </a:moveTo>
                  <a:lnTo>
                    <a:pt x="10184" y="432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5" name="Input_receptor__1544">
              <a:extLst>
                <a:ext uri="{FF2B5EF4-FFF2-40B4-BE49-F238E27FC236}">
                  <a16:creationId xmlns:a16="http://schemas.microsoft.com/office/drawing/2014/main" id="{44739E16-7CF1-FDB0-0800-C0B75A5DBBF5}"/>
                </a:ext>
              </a:extLst>
            </p:cNvPr>
            <p:cNvSpPr>
              <a:spLocks noGrp="1"/>
            </p:cNvSpPr>
            <p:nvPr/>
          </p:nvSpPr>
          <p:spPr>
            <a:xfrm>
              <a:off x="875590" y="4420232"/>
              <a:ext cx="35386" cy="18200"/>
            </a:xfrm>
            <a:custGeom>
              <a:avLst/>
              <a:gdLst/>
              <a:ahLst/>
              <a:cxnLst/>
              <a:rect l="0" t="0" r="0" b="0"/>
              <a:pathLst>
                <a:path w="35386" h="18200">
                  <a:moveTo>
                    <a:pt x="0" y="0"/>
                  </a:moveTo>
                  <a:lnTo>
                    <a:pt x="35386" y="1820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6" name="Input_receptor__1545">
              <a:extLst>
                <a:ext uri="{FF2B5EF4-FFF2-40B4-BE49-F238E27FC236}">
                  <a16:creationId xmlns:a16="http://schemas.microsoft.com/office/drawing/2014/main" id="{85267445-E712-BFCA-C0CA-74D8A1DE1918}"/>
                </a:ext>
              </a:extLst>
            </p:cNvPr>
            <p:cNvSpPr>
              <a:spLocks noGrp="1"/>
            </p:cNvSpPr>
            <p:nvPr/>
          </p:nvSpPr>
          <p:spPr>
            <a:xfrm>
              <a:off x="1596115" y="4678677"/>
              <a:ext cx="7012" cy="47712"/>
            </a:xfrm>
            <a:custGeom>
              <a:avLst/>
              <a:gdLst/>
              <a:ahLst/>
              <a:cxnLst/>
              <a:rect l="0" t="0" r="0" b="0"/>
              <a:pathLst>
                <a:path w="7012" h="47712">
                  <a:moveTo>
                    <a:pt x="7012" y="47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7" name="Input_receptor__1546">
              <a:extLst>
                <a:ext uri="{FF2B5EF4-FFF2-40B4-BE49-F238E27FC236}">
                  <a16:creationId xmlns:a16="http://schemas.microsoft.com/office/drawing/2014/main" id="{8A232C86-B636-BD21-4D25-DAD47E9ACFC8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12424"/>
              <a:ext cx="16303" cy="39585"/>
            </a:xfrm>
            <a:custGeom>
              <a:avLst/>
              <a:gdLst/>
              <a:ahLst/>
              <a:cxnLst/>
              <a:rect l="0" t="0" r="0" b="0"/>
              <a:pathLst>
                <a:path w="16303" h="39585">
                  <a:moveTo>
                    <a:pt x="0" y="39585"/>
                  </a:moveTo>
                  <a:lnTo>
                    <a:pt x="16303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8" name="Input_receptor__1547">
              <a:extLst>
                <a:ext uri="{FF2B5EF4-FFF2-40B4-BE49-F238E27FC236}">
                  <a16:creationId xmlns:a16="http://schemas.microsoft.com/office/drawing/2014/main" id="{F5CBAAC4-3030-5E1A-AE56-979944101DD3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435529"/>
              <a:ext cx="5773" cy="2016"/>
            </a:xfrm>
            <a:custGeom>
              <a:avLst/>
              <a:gdLst/>
              <a:ahLst/>
              <a:cxnLst/>
              <a:rect l="0" t="0" r="0" b="0"/>
              <a:pathLst>
                <a:path w="5773" h="2016">
                  <a:moveTo>
                    <a:pt x="5773" y="20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9" name="Input_receptor__1548">
              <a:extLst>
                <a:ext uri="{FF2B5EF4-FFF2-40B4-BE49-F238E27FC236}">
                  <a16:creationId xmlns:a16="http://schemas.microsoft.com/office/drawing/2014/main" id="{7B87F066-C763-B7E1-73BC-DB4E7930F47E}"/>
                </a:ext>
              </a:extLst>
            </p:cNvPr>
            <p:cNvSpPr>
              <a:spLocks noGrp="1"/>
            </p:cNvSpPr>
            <p:nvPr/>
          </p:nvSpPr>
          <p:spPr>
            <a:xfrm>
              <a:off x="993596" y="5011313"/>
              <a:ext cx="2992" cy="18681"/>
            </a:xfrm>
            <a:custGeom>
              <a:avLst/>
              <a:gdLst/>
              <a:ahLst/>
              <a:cxnLst/>
              <a:rect l="0" t="0" r="0" b="0"/>
              <a:pathLst>
                <a:path w="2992" h="18681">
                  <a:moveTo>
                    <a:pt x="2992" y="186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0" name="Input_receptor__1549">
              <a:extLst>
                <a:ext uri="{FF2B5EF4-FFF2-40B4-BE49-F238E27FC236}">
                  <a16:creationId xmlns:a16="http://schemas.microsoft.com/office/drawing/2014/main" id="{9CA882B2-C849-421D-3EDE-0AA55F3D17AE}"/>
                </a:ext>
              </a:extLst>
            </p:cNvPr>
            <p:cNvSpPr>
              <a:spLocks noGrp="1"/>
            </p:cNvSpPr>
            <p:nvPr/>
          </p:nvSpPr>
          <p:spPr>
            <a:xfrm>
              <a:off x="1384177" y="4185704"/>
              <a:ext cx="20925" cy="20446"/>
            </a:xfrm>
            <a:custGeom>
              <a:avLst/>
              <a:gdLst/>
              <a:ahLst/>
              <a:cxnLst/>
              <a:rect l="0" t="0" r="0" b="0"/>
              <a:pathLst>
                <a:path w="20925" h="20446">
                  <a:moveTo>
                    <a:pt x="0" y="20446"/>
                  </a:moveTo>
                  <a:lnTo>
                    <a:pt x="20925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1" name="Input_receptor__1550">
              <a:extLst>
                <a:ext uri="{FF2B5EF4-FFF2-40B4-BE49-F238E27FC236}">
                  <a16:creationId xmlns:a16="http://schemas.microsoft.com/office/drawing/2014/main" id="{BB1DAECB-9ADF-BDC3-888D-24D40E033DF7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46782"/>
              <a:ext cx="42080" cy="4033"/>
            </a:xfrm>
            <a:custGeom>
              <a:avLst/>
              <a:gdLst/>
              <a:ahLst/>
              <a:cxnLst/>
              <a:rect l="0" t="0" r="0" b="0"/>
              <a:pathLst>
                <a:path w="42080" h="4033">
                  <a:moveTo>
                    <a:pt x="0" y="4033"/>
                  </a:moveTo>
                  <a:lnTo>
                    <a:pt x="4208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2" name="Input_receptor__1551">
              <a:extLst>
                <a:ext uri="{FF2B5EF4-FFF2-40B4-BE49-F238E27FC236}">
                  <a16:creationId xmlns:a16="http://schemas.microsoft.com/office/drawing/2014/main" id="{B032BEC8-AA79-9DA0-2B20-4A7F35003162}"/>
                </a:ext>
              </a:extLst>
            </p:cNvPr>
            <p:cNvSpPr>
              <a:spLocks noGrp="1"/>
            </p:cNvSpPr>
            <p:nvPr/>
          </p:nvSpPr>
          <p:spPr>
            <a:xfrm>
              <a:off x="1372496" y="4546616"/>
              <a:ext cx="14082" cy="37830"/>
            </a:xfrm>
            <a:custGeom>
              <a:avLst/>
              <a:gdLst/>
              <a:ahLst/>
              <a:cxnLst/>
              <a:rect l="0" t="0" r="0" b="0"/>
              <a:pathLst>
                <a:path w="14082" h="37830">
                  <a:moveTo>
                    <a:pt x="14082" y="0"/>
                  </a:moveTo>
                  <a:lnTo>
                    <a:pt x="0" y="3783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3" name="Input_receptor__1552">
              <a:extLst>
                <a:ext uri="{FF2B5EF4-FFF2-40B4-BE49-F238E27FC236}">
                  <a16:creationId xmlns:a16="http://schemas.microsoft.com/office/drawing/2014/main" id="{BAF9EB2F-F019-31B5-0583-E4147F92B2EA}"/>
                </a:ext>
              </a:extLst>
            </p:cNvPr>
            <p:cNvSpPr>
              <a:spLocks noGrp="1"/>
            </p:cNvSpPr>
            <p:nvPr/>
          </p:nvSpPr>
          <p:spPr>
            <a:xfrm>
              <a:off x="1260004" y="4621733"/>
              <a:ext cx="8330" cy="592"/>
            </a:xfrm>
            <a:custGeom>
              <a:avLst/>
              <a:gdLst/>
              <a:ahLst/>
              <a:cxnLst/>
              <a:rect l="0" t="0" r="0" b="0"/>
              <a:pathLst>
                <a:path w="8330" h="592">
                  <a:moveTo>
                    <a:pt x="0" y="592"/>
                  </a:moveTo>
                  <a:lnTo>
                    <a:pt x="833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4" name="Input_receptor__1553">
              <a:extLst>
                <a:ext uri="{FF2B5EF4-FFF2-40B4-BE49-F238E27FC236}">
                  <a16:creationId xmlns:a16="http://schemas.microsoft.com/office/drawing/2014/main" id="{16A92218-9CBB-283C-43E4-D0C9C0EC21A1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24925" cy="21904"/>
            </a:xfrm>
            <a:custGeom>
              <a:avLst/>
              <a:gdLst/>
              <a:ahLst/>
              <a:cxnLst/>
              <a:rect l="0" t="0" r="0" b="0"/>
              <a:pathLst>
                <a:path w="24925" h="21904">
                  <a:moveTo>
                    <a:pt x="24925" y="21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5" name="Input_receptor__1554">
              <a:extLst>
                <a:ext uri="{FF2B5EF4-FFF2-40B4-BE49-F238E27FC236}">
                  <a16:creationId xmlns:a16="http://schemas.microsoft.com/office/drawing/2014/main" id="{5FE61B1B-BE52-E87F-DD5E-24BEF43DD903}"/>
                </a:ext>
              </a:extLst>
            </p:cNvPr>
            <p:cNvSpPr>
              <a:spLocks noGrp="1"/>
            </p:cNvSpPr>
            <p:nvPr/>
          </p:nvSpPr>
          <p:spPr>
            <a:xfrm>
              <a:off x="1390990" y="4269223"/>
              <a:ext cx="42698" cy="18034"/>
            </a:xfrm>
            <a:custGeom>
              <a:avLst/>
              <a:gdLst/>
              <a:ahLst/>
              <a:cxnLst/>
              <a:rect l="0" t="0" r="0" b="0"/>
              <a:pathLst>
                <a:path w="42698" h="18034">
                  <a:moveTo>
                    <a:pt x="42698" y="0"/>
                  </a:moveTo>
                  <a:lnTo>
                    <a:pt x="0" y="18034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6" name="Input_receptor__1555">
              <a:extLst>
                <a:ext uri="{FF2B5EF4-FFF2-40B4-BE49-F238E27FC236}">
                  <a16:creationId xmlns:a16="http://schemas.microsoft.com/office/drawing/2014/main" id="{FC24DAB2-849A-7318-9C7F-816020EC6CC5}"/>
                </a:ext>
              </a:extLst>
            </p:cNvPr>
            <p:cNvSpPr>
              <a:spLocks noGrp="1"/>
            </p:cNvSpPr>
            <p:nvPr/>
          </p:nvSpPr>
          <p:spPr>
            <a:xfrm>
              <a:off x="823834" y="4451353"/>
              <a:ext cx="28802" cy="11105"/>
            </a:xfrm>
            <a:custGeom>
              <a:avLst/>
              <a:gdLst/>
              <a:ahLst/>
              <a:cxnLst/>
              <a:rect l="0" t="0" r="0" b="0"/>
              <a:pathLst>
                <a:path w="28802" h="11105">
                  <a:moveTo>
                    <a:pt x="0" y="0"/>
                  </a:moveTo>
                  <a:lnTo>
                    <a:pt x="28802" y="11105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7" name="Input_receptor__1556">
              <a:extLst>
                <a:ext uri="{FF2B5EF4-FFF2-40B4-BE49-F238E27FC236}">
                  <a16:creationId xmlns:a16="http://schemas.microsoft.com/office/drawing/2014/main" id="{3C1C3B50-D8BA-2974-27FA-F8F1A2ECE9C8}"/>
                </a:ext>
              </a:extLst>
            </p:cNvPr>
            <p:cNvSpPr>
              <a:spLocks noGrp="1"/>
            </p:cNvSpPr>
            <p:nvPr/>
          </p:nvSpPr>
          <p:spPr>
            <a:xfrm>
              <a:off x="1375645" y="4673273"/>
              <a:ext cx="45257" cy="14722"/>
            </a:xfrm>
            <a:custGeom>
              <a:avLst/>
              <a:gdLst/>
              <a:ahLst/>
              <a:cxnLst/>
              <a:rect l="0" t="0" r="0" b="0"/>
              <a:pathLst>
                <a:path w="45257" h="14722">
                  <a:moveTo>
                    <a:pt x="45257" y="147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8" name="Input_receptor__1557">
              <a:extLst>
                <a:ext uri="{FF2B5EF4-FFF2-40B4-BE49-F238E27FC236}">
                  <a16:creationId xmlns:a16="http://schemas.microsoft.com/office/drawing/2014/main" id="{5CA2A820-B337-107E-C9E1-6573528B220A}"/>
                </a:ext>
              </a:extLst>
            </p:cNvPr>
            <p:cNvSpPr>
              <a:spLocks noGrp="1"/>
            </p:cNvSpPr>
            <p:nvPr/>
          </p:nvSpPr>
          <p:spPr>
            <a:xfrm>
              <a:off x="1113890" y="5033093"/>
              <a:ext cx="40437" cy="13167"/>
            </a:xfrm>
            <a:custGeom>
              <a:avLst/>
              <a:gdLst/>
              <a:ahLst/>
              <a:cxnLst/>
              <a:rect l="0" t="0" r="0" b="0"/>
              <a:pathLst>
                <a:path w="40437" h="13167">
                  <a:moveTo>
                    <a:pt x="40437" y="0"/>
                  </a:moveTo>
                  <a:lnTo>
                    <a:pt x="0" y="13167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59" name="Input_receptor__1558">
              <a:extLst>
                <a:ext uri="{FF2B5EF4-FFF2-40B4-BE49-F238E27FC236}">
                  <a16:creationId xmlns:a16="http://schemas.microsoft.com/office/drawing/2014/main" id="{7903EFB5-016B-7A12-3576-7A80F64F2DF2}"/>
                </a:ext>
              </a:extLst>
            </p:cNvPr>
            <p:cNvSpPr>
              <a:spLocks noGrp="1"/>
            </p:cNvSpPr>
            <p:nvPr/>
          </p:nvSpPr>
          <p:spPr>
            <a:xfrm>
              <a:off x="1284570" y="4356116"/>
              <a:ext cx="2172" cy="17520"/>
            </a:xfrm>
            <a:custGeom>
              <a:avLst/>
              <a:gdLst/>
              <a:ahLst/>
              <a:cxnLst/>
              <a:rect l="0" t="0" r="0" b="0"/>
              <a:pathLst>
                <a:path w="2172" h="17520">
                  <a:moveTo>
                    <a:pt x="2172" y="175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0" name="Input_receptor__1559">
              <a:extLst>
                <a:ext uri="{FF2B5EF4-FFF2-40B4-BE49-F238E27FC236}">
                  <a16:creationId xmlns:a16="http://schemas.microsoft.com/office/drawing/2014/main" id="{0314600A-6A89-2B92-9ABB-849ED25BB324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77945"/>
              <a:ext cx="17311" cy="43713"/>
            </a:xfrm>
            <a:custGeom>
              <a:avLst/>
              <a:gdLst/>
              <a:ahLst/>
              <a:cxnLst/>
              <a:rect l="0" t="0" r="0" b="0"/>
              <a:pathLst>
                <a:path w="17311" h="43713">
                  <a:moveTo>
                    <a:pt x="0" y="0"/>
                  </a:moveTo>
                  <a:lnTo>
                    <a:pt x="17311" y="4371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1" name="Input_receptor__1560">
              <a:extLst>
                <a:ext uri="{FF2B5EF4-FFF2-40B4-BE49-F238E27FC236}">
                  <a16:creationId xmlns:a16="http://schemas.microsoft.com/office/drawing/2014/main" id="{273758C3-EB76-2570-6A65-5CDC34C24B4C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87411"/>
              <a:ext cx="2194" cy="35333"/>
            </a:xfrm>
            <a:custGeom>
              <a:avLst/>
              <a:gdLst/>
              <a:ahLst/>
              <a:cxnLst/>
              <a:rect l="0" t="0" r="0" b="0"/>
              <a:pathLst>
                <a:path w="2194" h="35333">
                  <a:moveTo>
                    <a:pt x="0" y="0"/>
                  </a:moveTo>
                  <a:lnTo>
                    <a:pt x="2194" y="3533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2" name="Input_receptor__1561">
              <a:extLst>
                <a:ext uri="{FF2B5EF4-FFF2-40B4-BE49-F238E27FC236}">
                  <a16:creationId xmlns:a16="http://schemas.microsoft.com/office/drawing/2014/main" id="{C2014FE5-2DE5-A16E-47A4-131721F7092F}"/>
                </a:ext>
              </a:extLst>
            </p:cNvPr>
            <p:cNvSpPr>
              <a:spLocks noGrp="1"/>
            </p:cNvSpPr>
            <p:nvPr/>
          </p:nvSpPr>
          <p:spPr>
            <a:xfrm>
              <a:off x="1433687" y="4269223"/>
              <a:ext cx="46279" cy="13114"/>
            </a:xfrm>
            <a:custGeom>
              <a:avLst/>
              <a:gdLst/>
              <a:ahLst/>
              <a:cxnLst/>
              <a:rect l="0" t="0" r="0" b="0"/>
              <a:pathLst>
                <a:path w="46279" h="13114">
                  <a:moveTo>
                    <a:pt x="46279" y="131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3" name="Input_receptor__1562">
              <a:extLst>
                <a:ext uri="{FF2B5EF4-FFF2-40B4-BE49-F238E27FC236}">
                  <a16:creationId xmlns:a16="http://schemas.microsoft.com/office/drawing/2014/main" id="{81B91096-6A08-2E71-B117-3F54A25C836E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492805"/>
              <a:ext cx="40783" cy="25675"/>
            </a:xfrm>
            <a:custGeom>
              <a:avLst/>
              <a:gdLst/>
              <a:ahLst/>
              <a:cxnLst/>
              <a:rect l="0" t="0" r="0" b="0"/>
              <a:pathLst>
                <a:path w="40783" h="25675">
                  <a:moveTo>
                    <a:pt x="0" y="25675"/>
                  </a:moveTo>
                  <a:lnTo>
                    <a:pt x="40783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4" name="Input_receptor__1563">
              <a:extLst>
                <a:ext uri="{FF2B5EF4-FFF2-40B4-BE49-F238E27FC236}">
                  <a16:creationId xmlns:a16="http://schemas.microsoft.com/office/drawing/2014/main" id="{F7A10BD1-EA4C-F0CF-193D-5DCD57006582}"/>
                </a:ext>
              </a:extLst>
            </p:cNvPr>
            <p:cNvSpPr>
              <a:spLocks noGrp="1"/>
            </p:cNvSpPr>
            <p:nvPr/>
          </p:nvSpPr>
          <p:spPr>
            <a:xfrm>
              <a:off x="870341" y="4659594"/>
              <a:ext cx="5070" cy="16686"/>
            </a:xfrm>
            <a:custGeom>
              <a:avLst/>
              <a:gdLst/>
              <a:ahLst/>
              <a:cxnLst/>
              <a:rect l="0" t="0" r="0" b="0"/>
              <a:pathLst>
                <a:path w="5070" h="16686">
                  <a:moveTo>
                    <a:pt x="0" y="0"/>
                  </a:moveTo>
                  <a:lnTo>
                    <a:pt x="5070" y="166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5" name="Input_receptor__1564">
              <a:extLst>
                <a:ext uri="{FF2B5EF4-FFF2-40B4-BE49-F238E27FC236}">
                  <a16:creationId xmlns:a16="http://schemas.microsoft.com/office/drawing/2014/main" id="{5DFFF4F2-AEEB-3062-B327-42E361F02937}"/>
                </a:ext>
              </a:extLst>
            </p:cNvPr>
            <p:cNvSpPr>
              <a:spLocks noGrp="1"/>
            </p:cNvSpPr>
            <p:nvPr/>
          </p:nvSpPr>
          <p:spPr>
            <a:xfrm>
              <a:off x="766033" y="4407386"/>
              <a:ext cx="47276" cy="5249"/>
            </a:xfrm>
            <a:custGeom>
              <a:avLst/>
              <a:gdLst/>
              <a:ahLst/>
              <a:cxnLst/>
              <a:rect l="0" t="0" r="0" b="0"/>
              <a:pathLst>
                <a:path w="47276" h="5249">
                  <a:moveTo>
                    <a:pt x="0" y="5249"/>
                  </a:moveTo>
                  <a:lnTo>
                    <a:pt x="47276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6" name="Input_receptor__1565">
              <a:extLst>
                <a:ext uri="{FF2B5EF4-FFF2-40B4-BE49-F238E27FC236}">
                  <a16:creationId xmlns:a16="http://schemas.microsoft.com/office/drawing/2014/main" id="{7656C845-886B-9DA3-9985-32C4337A87B9}"/>
                </a:ext>
              </a:extLst>
            </p:cNvPr>
            <p:cNvSpPr>
              <a:spLocks noGrp="1"/>
            </p:cNvSpPr>
            <p:nvPr/>
          </p:nvSpPr>
          <p:spPr>
            <a:xfrm>
              <a:off x="1550849" y="4224689"/>
              <a:ext cx="39211" cy="25288"/>
            </a:xfrm>
            <a:custGeom>
              <a:avLst/>
              <a:gdLst/>
              <a:ahLst/>
              <a:cxnLst/>
              <a:rect l="0" t="0" r="0" b="0"/>
              <a:pathLst>
                <a:path w="39211" h="25288">
                  <a:moveTo>
                    <a:pt x="39211" y="0"/>
                  </a:moveTo>
                  <a:lnTo>
                    <a:pt x="0" y="25288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7" name="Input_receptor__1566">
              <a:extLst>
                <a:ext uri="{FF2B5EF4-FFF2-40B4-BE49-F238E27FC236}">
                  <a16:creationId xmlns:a16="http://schemas.microsoft.com/office/drawing/2014/main" id="{A89C8901-BEC5-89F8-49F8-32B4996245E2}"/>
                </a:ext>
              </a:extLst>
            </p:cNvPr>
            <p:cNvSpPr>
              <a:spLocks noGrp="1"/>
            </p:cNvSpPr>
            <p:nvPr/>
          </p:nvSpPr>
          <p:spPr>
            <a:xfrm>
              <a:off x="1570094" y="4112971"/>
              <a:ext cx="19613" cy="20908"/>
            </a:xfrm>
            <a:custGeom>
              <a:avLst/>
              <a:gdLst/>
              <a:ahLst/>
              <a:cxnLst/>
              <a:rect l="0" t="0" r="0" b="0"/>
              <a:pathLst>
                <a:path w="19613" h="20908">
                  <a:moveTo>
                    <a:pt x="0" y="20908"/>
                  </a:moveTo>
                  <a:lnTo>
                    <a:pt x="1961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8" name="Input_receptor__1567">
              <a:extLst>
                <a:ext uri="{FF2B5EF4-FFF2-40B4-BE49-F238E27FC236}">
                  <a16:creationId xmlns:a16="http://schemas.microsoft.com/office/drawing/2014/main" id="{75CCA771-CFEC-784B-7124-670E58D126AB}"/>
                </a:ext>
              </a:extLst>
            </p:cNvPr>
            <p:cNvSpPr>
              <a:spLocks noGrp="1"/>
            </p:cNvSpPr>
            <p:nvPr/>
          </p:nvSpPr>
          <p:spPr>
            <a:xfrm>
              <a:off x="1505487" y="4242964"/>
              <a:ext cx="45363" cy="7012"/>
            </a:xfrm>
            <a:custGeom>
              <a:avLst/>
              <a:gdLst/>
              <a:ahLst/>
              <a:cxnLst/>
              <a:rect l="0" t="0" r="0" b="0"/>
              <a:pathLst>
                <a:path w="45363" h="7012">
                  <a:moveTo>
                    <a:pt x="45363" y="70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9" name="Input_receptor__1568">
              <a:extLst>
                <a:ext uri="{FF2B5EF4-FFF2-40B4-BE49-F238E27FC236}">
                  <a16:creationId xmlns:a16="http://schemas.microsoft.com/office/drawing/2014/main" id="{6919ACC0-EF09-13D1-E4AA-4501982005B9}"/>
                </a:ext>
              </a:extLst>
            </p:cNvPr>
            <p:cNvSpPr>
              <a:spLocks noGrp="1"/>
            </p:cNvSpPr>
            <p:nvPr/>
          </p:nvSpPr>
          <p:spPr>
            <a:xfrm>
              <a:off x="599474" y="4640357"/>
              <a:ext cx="39443" cy="12610"/>
            </a:xfrm>
            <a:custGeom>
              <a:avLst/>
              <a:gdLst/>
              <a:ahLst/>
              <a:cxnLst/>
              <a:rect l="0" t="0" r="0" b="0"/>
              <a:pathLst>
                <a:path w="39443" h="12610">
                  <a:moveTo>
                    <a:pt x="0" y="12610"/>
                  </a:moveTo>
                  <a:lnTo>
                    <a:pt x="3944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0" name="Input_receptor__1569">
              <a:extLst>
                <a:ext uri="{FF2B5EF4-FFF2-40B4-BE49-F238E27FC236}">
                  <a16:creationId xmlns:a16="http://schemas.microsoft.com/office/drawing/2014/main" id="{270B4D10-58FB-40B5-B7AA-E6E3BF10E8C2}"/>
                </a:ext>
              </a:extLst>
            </p:cNvPr>
            <p:cNvSpPr>
              <a:spLocks noGrp="1"/>
            </p:cNvSpPr>
            <p:nvPr/>
          </p:nvSpPr>
          <p:spPr>
            <a:xfrm>
              <a:off x="687318" y="4718788"/>
              <a:ext cx="13721" cy="29378"/>
            </a:xfrm>
            <a:custGeom>
              <a:avLst/>
              <a:gdLst/>
              <a:ahLst/>
              <a:cxnLst/>
              <a:rect l="0" t="0" r="0" b="0"/>
              <a:pathLst>
                <a:path w="13721" h="29378">
                  <a:moveTo>
                    <a:pt x="13721" y="0"/>
                  </a:moveTo>
                  <a:lnTo>
                    <a:pt x="0" y="29378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1" name="Input_receptor__1570">
              <a:extLst>
                <a:ext uri="{FF2B5EF4-FFF2-40B4-BE49-F238E27FC236}">
                  <a16:creationId xmlns:a16="http://schemas.microsoft.com/office/drawing/2014/main" id="{878967B6-D001-E994-1434-679E44DB0CD5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18144"/>
              <a:ext cx="24178" cy="41059"/>
            </a:xfrm>
            <a:custGeom>
              <a:avLst/>
              <a:gdLst/>
              <a:ahLst/>
              <a:cxnLst/>
              <a:rect l="0" t="0" r="0" b="0"/>
              <a:pathLst>
                <a:path w="24178" h="41059">
                  <a:moveTo>
                    <a:pt x="24178" y="0"/>
                  </a:moveTo>
                  <a:lnTo>
                    <a:pt x="0" y="41059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2" name="Input_receptor__1571">
              <a:extLst>
                <a:ext uri="{FF2B5EF4-FFF2-40B4-BE49-F238E27FC236}">
                  <a16:creationId xmlns:a16="http://schemas.microsoft.com/office/drawing/2014/main" id="{E83D5F7B-2948-6D41-E60C-9395E4F040A9}"/>
                </a:ext>
              </a:extLst>
            </p:cNvPr>
            <p:cNvSpPr>
              <a:spLocks noGrp="1"/>
            </p:cNvSpPr>
            <p:nvPr/>
          </p:nvSpPr>
          <p:spPr>
            <a:xfrm>
              <a:off x="910946" y="4561908"/>
              <a:ext cx="46167" cy="11071"/>
            </a:xfrm>
            <a:custGeom>
              <a:avLst/>
              <a:gdLst/>
              <a:ahLst/>
              <a:cxnLst/>
              <a:rect l="0" t="0" r="0" b="0"/>
              <a:pathLst>
                <a:path w="46167" h="11071">
                  <a:moveTo>
                    <a:pt x="46167" y="11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3" name="Input_receptor__1572">
              <a:extLst>
                <a:ext uri="{FF2B5EF4-FFF2-40B4-BE49-F238E27FC236}">
                  <a16:creationId xmlns:a16="http://schemas.microsoft.com/office/drawing/2014/main" id="{2688C0E2-77B6-4AEC-01A5-883670DEB105}"/>
                </a:ext>
              </a:extLst>
            </p:cNvPr>
            <p:cNvSpPr>
              <a:spLocks noGrp="1"/>
            </p:cNvSpPr>
            <p:nvPr/>
          </p:nvSpPr>
          <p:spPr>
            <a:xfrm>
              <a:off x="957718" y="4509076"/>
              <a:ext cx="47189" cy="8221"/>
            </a:xfrm>
            <a:custGeom>
              <a:avLst/>
              <a:gdLst/>
              <a:ahLst/>
              <a:cxnLst/>
              <a:rect l="0" t="0" r="0" b="0"/>
              <a:pathLst>
                <a:path w="47189" h="8221">
                  <a:moveTo>
                    <a:pt x="47189" y="8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4" name="Input_receptor__1573">
              <a:extLst>
                <a:ext uri="{FF2B5EF4-FFF2-40B4-BE49-F238E27FC236}">
                  <a16:creationId xmlns:a16="http://schemas.microsoft.com/office/drawing/2014/main" id="{D71C0B3B-D1F1-C2AB-7A21-CBE0FAFBAF1B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777797"/>
              <a:ext cx="23739" cy="41386"/>
            </a:xfrm>
            <a:custGeom>
              <a:avLst/>
              <a:gdLst/>
              <a:ahLst/>
              <a:cxnLst/>
              <a:rect l="0" t="0" r="0" b="0"/>
              <a:pathLst>
                <a:path w="23739" h="41386">
                  <a:moveTo>
                    <a:pt x="23739" y="0"/>
                  </a:moveTo>
                  <a:lnTo>
                    <a:pt x="0" y="413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5" name="Input_receptor__1574">
              <a:extLst>
                <a:ext uri="{FF2B5EF4-FFF2-40B4-BE49-F238E27FC236}">
                  <a16:creationId xmlns:a16="http://schemas.microsoft.com/office/drawing/2014/main" id="{6FF93145-FA01-C0F9-D80A-E6129B8FD229}"/>
                </a:ext>
              </a:extLst>
            </p:cNvPr>
            <p:cNvSpPr>
              <a:spLocks noGrp="1"/>
            </p:cNvSpPr>
            <p:nvPr/>
          </p:nvSpPr>
          <p:spPr>
            <a:xfrm>
              <a:off x="1479967" y="4242964"/>
              <a:ext cx="25520" cy="39373"/>
            </a:xfrm>
            <a:custGeom>
              <a:avLst/>
              <a:gdLst/>
              <a:ahLst/>
              <a:cxnLst/>
              <a:rect l="0" t="0" r="0" b="0"/>
              <a:pathLst>
                <a:path w="25520" h="39373">
                  <a:moveTo>
                    <a:pt x="25520" y="0"/>
                  </a:moveTo>
                  <a:lnTo>
                    <a:pt x="0" y="3937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6" name="Input_receptor__1575">
              <a:extLst>
                <a:ext uri="{FF2B5EF4-FFF2-40B4-BE49-F238E27FC236}">
                  <a16:creationId xmlns:a16="http://schemas.microsoft.com/office/drawing/2014/main" id="{91BC7710-C4AC-06BB-8A4B-C039A8FB606E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417244"/>
              <a:ext cx="4886" cy="40710"/>
            </a:xfrm>
            <a:custGeom>
              <a:avLst/>
              <a:gdLst/>
              <a:ahLst/>
              <a:cxnLst/>
              <a:rect l="0" t="0" r="0" b="0"/>
              <a:pathLst>
                <a:path w="4886" h="40710">
                  <a:moveTo>
                    <a:pt x="4886" y="407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7" name="Input_receptor__1576">
              <a:extLst>
                <a:ext uri="{FF2B5EF4-FFF2-40B4-BE49-F238E27FC236}">
                  <a16:creationId xmlns:a16="http://schemas.microsoft.com/office/drawing/2014/main" id="{DCE37541-CA32-FD74-744A-8A36156A7FDD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31008"/>
              <a:ext cx="857" cy="47377"/>
            </a:xfrm>
            <a:custGeom>
              <a:avLst/>
              <a:gdLst/>
              <a:ahLst/>
              <a:cxnLst/>
              <a:rect l="0" t="0" r="0" b="0"/>
              <a:pathLst>
                <a:path w="857" h="47377">
                  <a:moveTo>
                    <a:pt x="857" y="473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8" name="Input_receptor__1577">
              <a:extLst>
                <a:ext uri="{FF2B5EF4-FFF2-40B4-BE49-F238E27FC236}">
                  <a16:creationId xmlns:a16="http://schemas.microsoft.com/office/drawing/2014/main" id="{E97B6E7F-A1A8-3635-627F-A8CCB7C2582B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74558"/>
              <a:ext cx="11467" cy="8790"/>
            </a:xfrm>
            <a:custGeom>
              <a:avLst/>
              <a:gdLst/>
              <a:ahLst/>
              <a:cxnLst/>
              <a:rect l="0" t="0" r="0" b="0"/>
              <a:pathLst>
                <a:path w="11467" h="8790">
                  <a:moveTo>
                    <a:pt x="0" y="8790"/>
                  </a:moveTo>
                  <a:lnTo>
                    <a:pt x="11467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9" name="Input_receptor__1578">
              <a:extLst>
                <a:ext uri="{FF2B5EF4-FFF2-40B4-BE49-F238E27FC236}">
                  <a16:creationId xmlns:a16="http://schemas.microsoft.com/office/drawing/2014/main" id="{4F7DD487-3E91-1BB4-5E07-588FA09E3B4A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398391"/>
              <a:ext cx="34466" cy="18853"/>
            </a:xfrm>
            <a:custGeom>
              <a:avLst/>
              <a:gdLst/>
              <a:ahLst/>
              <a:cxnLst/>
              <a:rect l="0" t="0" r="0" b="0"/>
              <a:pathLst>
                <a:path w="34466" h="18853">
                  <a:moveTo>
                    <a:pt x="0" y="18853"/>
                  </a:moveTo>
                  <a:lnTo>
                    <a:pt x="34466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0" name="Input_receptor__1579">
              <a:extLst>
                <a:ext uri="{FF2B5EF4-FFF2-40B4-BE49-F238E27FC236}">
                  <a16:creationId xmlns:a16="http://schemas.microsoft.com/office/drawing/2014/main" id="{C9ACD291-9147-B268-122C-95CE6FB29695}"/>
                </a:ext>
              </a:extLst>
            </p:cNvPr>
            <p:cNvSpPr>
              <a:spLocks noGrp="1"/>
            </p:cNvSpPr>
            <p:nvPr/>
          </p:nvSpPr>
          <p:spPr>
            <a:xfrm>
              <a:off x="813309" y="4407386"/>
              <a:ext cx="10525" cy="43967"/>
            </a:xfrm>
            <a:custGeom>
              <a:avLst/>
              <a:gdLst/>
              <a:ahLst/>
              <a:cxnLst/>
              <a:rect l="0" t="0" r="0" b="0"/>
              <a:pathLst>
                <a:path w="10525" h="43967">
                  <a:moveTo>
                    <a:pt x="0" y="0"/>
                  </a:moveTo>
                  <a:lnTo>
                    <a:pt x="10525" y="43967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1" name="Input_receptor__1580">
              <a:extLst>
                <a:ext uri="{FF2B5EF4-FFF2-40B4-BE49-F238E27FC236}">
                  <a16:creationId xmlns:a16="http://schemas.microsoft.com/office/drawing/2014/main" id="{C4689061-68C1-8D6A-A69B-C8EE31B01265}"/>
                </a:ext>
              </a:extLst>
            </p:cNvPr>
            <p:cNvSpPr>
              <a:spLocks noGrp="1"/>
            </p:cNvSpPr>
            <p:nvPr/>
          </p:nvSpPr>
          <p:spPr>
            <a:xfrm>
              <a:off x="898462" y="4618552"/>
              <a:ext cx="28966" cy="10403"/>
            </a:xfrm>
            <a:custGeom>
              <a:avLst/>
              <a:gdLst/>
              <a:ahLst/>
              <a:cxnLst/>
              <a:rect l="0" t="0" r="0" b="0"/>
              <a:pathLst>
                <a:path w="28966" h="10403">
                  <a:moveTo>
                    <a:pt x="28966" y="104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2" name="Input_receptor__1581">
              <a:extLst>
                <a:ext uri="{FF2B5EF4-FFF2-40B4-BE49-F238E27FC236}">
                  <a16:creationId xmlns:a16="http://schemas.microsoft.com/office/drawing/2014/main" id="{1649F57C-052A-5E32-C774-09AD3D829F04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50815"/>
              <a:ext cx="6351" cy="46819"/>
            </a:xfrm>
            <a:custGeom>
              <a:avLst/>
              <a:gdLst/>
              <a:ahLst/>
              <a:cxnLst/>
              <a:rect l="0" t="0" r="0" b="0"/>
              <a:pathLst>
                <a:path w="6351" h="46819">
                  <a:moveTo>
                    <a:pt x="6351" y="468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5"/>
              </a:solidFill>
            </a:ln>
          </p:spPr>
        </p:sp>
        <p:sp>
          <p:nvSpPr>
            <p:cNvPr id="1583" name="Input_receptor__1582">
              <a:extLst>
                <a:ext uri="{FF2B5EF4-FFF2-40B4-BE49-F238E27FC236}">
                  <a16:creationId xmlns:a16="http://schemas.microsoft.com/office/drawing/2014/main" id="{57247082-408D-DEF8-6D3A-CF9184373B45}"/>
                </a:ext>
              </a:extLst>
            </p:cNvPr>
            <p:cNvSpPr>
              <a:spLocks noGrp="1"/>
            </p:cNvSpPr>
            <p:nvPr/>
          </p:nvSpPr>
          <p:spPr>
            <a:xfrm>
              <a:off x="1198636" y="4622605"/>
              <a:ext cx="18471" cy="36984"/>
            </a:xfrm>
            <a:custGeom>
              <a:avLst/>
              <a:gdLst/>
              <a:ahLst/>
              <a:cxnLst/>
              <a:rect l="0" t="0" r="0" b="0"/>
              <a:pathLst>
                <a:path w="18471" h="36984">
                  <a:moveTo>
                    <a:pt x="0" y="0"/>
                  </a:moveTo>
                  <a:lnTo>
                    <a:pt x="18471" y="36984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4" name="Input_receptor__1583">
              <a:extLst>
                <a:ext uri="{FF2B5EF4-FFF2-40B4-BE49-F238E27FC236}">
                  <a16:creationId xmlns:a16="http://schemas.microsoft.com/office/drawing/2014/main" id="{92B54654-2421-B62A-6CAA-17561B8B19AB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22605"/>
              <a:ext cx="42571" cy="8404"/>
            </a:xfrm>
            <a:custGeom>
              <a:avLst/>
              <a:gdLst/>
              <a:ahLst/>
              <a:cxnLst/>
              <a:rect l="0" t="0" r="0" b="0"/>
              <a:pathLst>
                <a:path w="42571" h="8404">
                  <a:moveTo>
                    <a:pt x="0" y="8404"/>
                  </a:moveTo>
                  <a:lnTo>
                    <a:pt x="42571" y="0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5" name="Input_receptor__1584">
              <a:extLst>
                <a:ext uri="{FF2B5EF4-FFF2-40B4-BE49-F238E27FC236}">
                  <a16:creationId xmlns:a16="http://schemas.microsoft.com/office/drawing/2014/main" id="{F1C9D5ED-9427-A502-0741-B9488D0F02E0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38305" cy="2190"/>
            </a:xfrm>
            <a:custGeom>
              <a:avLst/>
              <a:gdLst/>
              <a:ahLst/>
              <a:cxnLst/>
              <a:rect l="0" t="0" r="0" b="0"/>
              <a:pathLst>
                <a:path w="38305" h="2190">
                  <a:moveTo>
                    <a:pt x="38305" y="21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6" name="Input_receptor__1585">
              <a:extLst>
                <a:ext uri="{FF2B5EF4-FFF2-40B4-BE49-F238E27FC236}">
                  <a16:creationId xmlns:a16="http://schemas.microsoft.com/office/drawing/2014/main" id="{9CF76820-8153-AA14-0F82-2D0EC2F49ACD}"/>
                </a:ext>
              </a:extLst>
            </p:cNvPr>
            <p:cNvSpPr>
              <a:spLocks noGrp="1"/>
            </p:cNvSpPr>
            <p:nvPr/>
          </p:nvSpPr>
          <p:spPr>
            <a:xfrm>
              <a:off x="1325615" y="4584446"/>
              <a:ext cx="46881" cy="8585"/>
            </a:xfrm>
            <a:custGeom>
              <a:avLst/>
              <a:gdLst/>
              <a:ahLst/>
              <a:cxnLst/>
              <a:rect l="0" t="0" r="0" b="0"/>
              <a:pathLst>
                <a:path w="46881" h="8585">
                  <a:moveTo>
                    <a:pt x="46881" y="0"/>
                  </a:moveTo>
                  <a:lnTo>
                    <a:pt x="0" y="8585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7" name="Input_receptor__1586">
              <a:extLst>
                <a:ext uri="{FF2B5EF4-FFF2-40B4-BE49-F238E27FC236}">
                  <a16:creationId xmlns:a16="http://schemas.microsoft.com/office/drawing/2014/main" id="{A8740CFA-317C-58CB-4A95-9CD825322638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60389"/>
              <a:ext cx="13241" cy="5977"/>
            </a:xfrm>
            <a:custGeom>
              <a:avLst/>
              <a:gdLst/>
              <a:ahLst/>
              <a:cxnLst/>
              <a:rect l="0" t="0" r="0" b="0"/>
              <a:pathLst>
                <a:path w="13241" h="5977">
                  <a:moveTo>
                    <a:pt x="13241" y="0"/>
                  </a:moveTo>
                  <a:lnTo>
                    <a:pt x="0" y="5977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8" name="Input_receptor__1587">
              <a:extLst>
                <a:ext uri="{FF2B5EF4-FFF2-40B4-BE49-F238E27FC236}">
                  <a16:creationId xmlns:a16="http://schemas.microsoft.com/office/drawing/2014/main" id="{EF1B512D-2E86-391F-7363-7EE938FC0DE8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58520"/>
              <a:ext cx="17995" cy="19425"/>
            </a:xfrm>
            <a:custGeom>
              <a:avLst/>
              <a:gdLst/>
              <a:ahLst/>
              <a:cxnLst/>
              <a:rect l="0" t="0" r="0" b="0"/>
              <a:pathLst>
                <a:path w="17995" h="19425">
                  <a:moveTo>
                    <a:pt x="17995" y="0"/>
                  </a:moveTo>
                  <a:lnTo>
                    <a:pt x="0" y="194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9" name="Input_receptor__1588">
              <a:extLst>
                <a:ext uri="{FF2B5EF4-FFF2-40B4-BE49-F238E27FC236}">
                  <a16:creationId xmlns:a16="http://schemas.microsoft.com/office/drawing/2014/main" id="{DD61A5EB-98E9-67B5-03CD-0C9677FBE756}"/>
                </a:ext>
              </a:extLst>
            </p:cNvPr>
            <p:cNvSpPr>
              <a:spLocks noGrp="1"/>
            </p:cNvSpPr>
            <p:nvPr/>
          </p:nvSpPr>
          <p:spPr>
            <a:xfrm>
              <a:off x="747438" y="4452882"/>
              <a:ext cx="5854" cy="39923"/>
            </a:xfrm>
            <a:custGeom>
              <a:avLst/>
              <a:gdLst/>
              <a:ahLst/>
              <a:cxnLst/>
              <a:rect l="0" t="0" r="0" b="0"/>
              <a:pathLst>
                <a:path w="5854" h="39923">
                  <a:moveTo>
                    <a:pt x="0" y="39923"/>
                  </a:moveTo>
                  <a:lnTo>
                    <a:pt x="585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0" name="Input_receptor__1589">
              <a:extLst>
                <a:ext uri="{FF2B5EF4-FFF2-40B4-BE49-F238E27FC236}">
                  <a16:creationId xmlns:a16="http://schemas.microsoft.com/office/drawing/2014/main" id="{7ACF3B4B-0587-FD73-6A35-13A399F2EBD6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23332"/>
              <a:ext cx="26652" cy="25665"/>
            </a:xfrm>
            <a:custGeom>
              <a:avLst/>
              <a:gdLst/>
              <a:ahLst/>
              <a:cxnLst/>
              <a:rect l="0" t="0" r="0" b="0"/>
              <a:pathLst>
                <a:path w="26652" h="25665">
                  <a:moveTo>
                    <a:pt x="26652" y="256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1" name="Input_receptor__1590">
              <a:extLst>
                <a:ext uri="{FF2B5EF4-FFF2-40B4-BE49-F238E27FC236}">
                  <a16:creationId xmlns:a16="http://schemas.microsoft.com/office/drawing/2014/main" id="{3EDB0596-5634-4932-90D2-F84926DB7467}"/>
                </a:ext>
              </a:extLst>
            </p:cNvPr>
            <p:cNvSpPr>
              <a:spLocks noGrp="1"/>
            </p:cNvSpPr>
            <p:nvPr/>
          </p:nvSpPr>
          <p:spPr>
            <a:xfrm>
              <a:off x="1440580" y="4777797"/>
              <a:ext cx="35958" cy="14975"/>
            </a:xfrm>
            <a:custGeom>
              <a:avLst/>
              <a:gdLst/>
              <a:ahLst/>
              <a:cxnLst/>
              <a:rect l="0" t="0" r="0" b="0"/>
              <a:pathLst>
                <a:path w="35958" h="14975">
                  <a:moveTo>
                    <a:pt x="35958" y="14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2" name="Input_receptor__1591">
              <a:extLst>
                <a:ext uri="{FF2B5EF4-FFF2-40B4-BE49-F238E27FC236}">
                  <a16:creationId xmlns:a16="http://schemas.microsoft.com/office/drawing/2014/main" id="{CEFA441F-5DC3-D11D-F58C-5A8621863B8B}"/>
                </a:ext>
              </a:extLst>
            </p:cNvPr>
            <p:cNvSpPr>
              <a:spLocks noGrp="1"/>
            </p:cNvSpPr>
            <p:nvPr/>
          </p:nvSpPr>
          <p:spPr>
            <a:xfrm>
              <a:off x="753293" y="4412635"/>
              <a:ext cx="12741" cy="40247"/>
            </a:xfrm>
            <a:custGeom>
              <a:avLst/>
              <a:gdLst/>
              <a:ahLst/>
              <a:cxnLst/>
              <a:rect l="0" t="0" r="0" b="0"/>
              <a:pathLst>
                <a:path w="12741" h="40247">
                  <a:moveTo>
                    <a:pt x="0" y="40247"/>
                  </a:moveTo>
                  <a:lnTo>
                    <a:pt x="12741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3" name="Input_receptor__1592">
              <a:extLst>
                <a:ext uri="{FF2B5EF4-FFF2-40B4-BE49-F238E27FC236}">
                  <a16:creationId xmlns:a16="http://schemas.microsoft.com/office/drawing/2014/main" id="{CF57E0EF-6CD9-F766-B615-428C7358DB07}"/>
                </a:ext>
              </a:extLst>
            </p:cNvPr>
            <p:cNvSpPr>
              <a:spLocks noGrp="1"/>
            </p:cNvSpPr>
            <p:nvPr/>
          </p:nvSpPr>
          <p:spPr>
            <a:xfrm>
              <a:off x="1068987" y="4796071"/>
              <a:ext cx="5445" cy="19137"/>
            </a:xfrm>
            <a:custGeom>
              <a:avLst/>
              <a:gdLst/>
              <a:ahLst/>
              <a:cxnLst/>
              <a:rect l="0" t="0" r="0" b="0"/>
              <a:pathLst>
                <a:path w="5445" h="19137">
                  <a:moveTo>
                    <a:pt x="5445" y="191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4" name="Input_receptor__1593">
              <a:extLst>
                <a:ext uri="{FF2B5EF4-FFF2-40B4-BE49-F238E27FC236}">
                  <a16:creationId xmlns:a16="http://schemas.microsoft.com/office/drawing/2014/main" id="{E1CA0757-4B9B-D32C-733F-9AFC6384132A}"/>
                </a:ext>
              </a:extLst>
            </p:cNvPr>
            <p:cNvSpPr>
              <a:spLocks noGrp="1"/>
            </p:cNvSpPr>
            <p:nvPr/>
          </p:nvSpPr>
          <p:spPr>
            <a:xfrm>
              <a:off x="638916" y="4599179"/>
              <a:ext cx="24878" cy="41178"/>
            </a:xfrm>
            <a:custGeom>
              <a:avLst/>
              <a:gdLst/>
              <a:ahLst/>
              <a:cxnLst/>
              <a:rect l="0" t="0" r="0" b="0"/>
              <a:pathLst>
                <a:path w="24878" h="41178">
                  <a:moveTo>
                    <a:pt x="0" y="41178"/>
                  </a:moveTo>
                  <a:lnTo>
                    <a:pt x="24878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5" name="Input_receptor__1594">
              <a:extLst>
                <a:ext uri="{FF2B5EF4-FFF2-40B4-BE49-F238E27FC236}">
                  <a16:creationId xmlns:a16="http://schemas.microsoft.com/office/drawing/2014/main" id="{382CFA55-972D-BB93-F50A-CEF9178E8754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48806"/>
              <a:ext cx="47705" cy="8094"/>
            </a:xfrm>
            <a:custGeom>
              <a:avLst/>
              <a:gdLst/>
              <a:ahLst/>
              <a:cxnLst/>
              <a:rect l="0" t="0" r="0" b="0"/>
              <a:pathLst>
                <a:path w="47705" h="8094">
                  <a:moveTo>
                    <a:pt x="0" y="8094"/>
                  </a:moveTo>
                  <a:lnTo>
                    <a:pt x="47705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6" name="Input_receptor__1595">
              <a:extLst>
                <a:ext uri="{FF2B5EF4-FFF2-40B4-BE49-F238E27FC236}">
                  <a16:creationId xmlns:a16="http://schemas.microsoft.com/office/drawing/2014/main" id="{DD8E7CC1-A9C3-551A-F8BA-57C1050E51A7}"/>
                </a:ext>
              </a:extLst>
            </p:cNvPr>
            <p:cNvSpPr>
              <a:spLocks noGrp="1"/>
            </p:cNvSpPr>
            <p:nvPr/>
          </p:nvSpPr>
          <p:spPr>
            <a:xfrm>
              <a:off x="1382029" y="4398391"/>
              <a:ext cx="27578" cy="39154"/>
            </a:xfrm>
            <a:custGeom>
              <a:avLst/>
              <a:gdLst/>
              <a:ahLst/>
              <a:cxnLst/>
              <a:rect l="0" t="0" r="0" b="0"/>
              <a:pathLst>
                <a:path w="27578" h="39154">
                  <a:moveTo>
                    <a:pt x="0" y="0"/>
                  </a:moveTo>
                  <a:lnTo>
                    <a:pt x="27578" y="39154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7" name="Input_receptor__1596">
              <a:extLst>
                <a:ext uri="{FF2B5EF4-FFF2-40B4-BE49-F238E27FC236}">
                  <a16:creationId xmlns:a16="http://schemas.microsoft.com/office/drawing/2014/main" id="{20E5A8A0-A812-D7C0-F6EB-BCFD8C77CC3A}"/>
                </a:ext>
              </a:extLst>
            </p:cNvPr>
            <p:cNvSpPr>
              <a:spLocks noGrp="1"/>
            </p:cNvSpPr>
            <p:nvPr/>
          </p:nvSpPr>
          <p:spPr>
            <a:xfrm>
              <a:off x="1476538" y="4792772"/>
              <a:ext cx="2654" cy="42829"/>
            </a:xfrm>
            <a:custGeom>
              <a:avLst/>
              <a:gdLst/>
              <a:ahLst/>
              <a:cxnLst/>
              <a:rect l="0" t="0" r="0" b="0"/>
              <a:pathLst>
                <a:path w="2654" h="42829">
                  <a:moveTo>
                    <a:pt x="2654" y="42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8" name="Input_receptor__1597">
              <a:extLst>
                <a:ext uri="{FF2B5EF4-FFF2-40B4-BE49-F238E27FC236}">
                  <a16:creationId xmlns:a16="http://schemas.microsoft.com/office/drawing/2014/main" id="{91F6A6F4-2ECF-F75A-CDC4-0BEDA9E2704D}"/>
                </a:ext>
              </a:extLst>
            </p:cNvPr>
            <p:cNvSpPr>
              <a:spLocks noGrp="1"/>
            </p:cNvSpPr>
            <p:nvPr/>
          </p:nvSpPr>
          <p:spPr>
            <a:xfrm>
              <a:off x="875602" y="4897634"/>
              <a:ext cx="44272" cy="14093"/>
            </a:xfrm>
            <a:custGeom>
              <a:avLst/>
              <a:gdLst/>
              <a:ahLst/>
              <a:cxnLst/>
              <a:rect l="0" t="0" r="0" b="0"/>
              <a:pathLst>
                <a:path w="44272" h="14093">
                  <a:moveTo>
                    <a:pt x="44272" y="14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9" name="Input_receptor__1598">
              <a:extLst>
                <a:ext uri="{FF2B5EF4-FFF2-40B4-BE49-F238E27FC236}">
                  <a16:creationId xmlns:a16="http://schemas.microsoft.com/office/drawing/2014/main" id="{F36CB67C-2A88-13FA-605A-C7553C9780BC}"/>
                </a:ext>
              </a:extLst>
            </p:cNvPr>
            <p:cNvSpPr>
              <a:spLocks noGrp="1"/>
            </p:cNvSpPr>
            <p:nvPr/>
          </p:nvSpPr>
          <p:spPr>
            <a:xfrm>
              <a:off x="769489" y="4702160"/>
              <a:ext cx="1660" cy="41331"/>
            </a:xfrm>
            <a:custGeom>
              <a:avLst/>
              <a:gdLst/>
              <a:ahLst/>
              <a:cxnLst/>
              <a:rect l="0" t="0" r="0" b="0"/>
              <a:pathLst>
                <a:path w="1660" h="41331">
                  <a:moveTo>
                    <a:pt x="1660" y="0"/>
                  </a:moveTo>
                  <a:lnTo>
                    <a:pt x="0" y="41331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0" name="Input_receptor__1599">
              <a:extLst>
                <a:ext uri="{FF2B5EF4-FFF2-40B4-BE49-F238E27FC236}">
                  <a16:creationId xmlns:a16="http://schemas.microsoft.com/office/drawing/2014/main" id="{E143342A-71E9-E07A-CB50-FC1A88CDC1B8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56900"/>
              <a:ext cx="5602" cy="47212"/>
            </a:xfrm>
            <a:custGeom>
              <a:avLst/>
              <a:gdLst/>
              <a:ahLst/>
              <a:cxnLst/>
              <a:rect l="0" t="0" r="0" b="0"/>
              <a:pathLst>
                <a:path w="5602" h="47212">
                  <a:moveTo>
                    <a:pt x="5602" y="47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1" name="Input_receptor__1600">
              <a:extLst>
                <a:ext uri="{FF2B5EF4-FFF2-40B4-BE49-F238E27FC236}">
                  <a16:creationId xmlns:a16="http://schemas.microsoft.com/office/drawing/2014/main" id="{5B27B651-FFD9-D265-5DAF-CACF054247EE}"/>
                </a:ext>
              </a:extLst>
            </p:cNvPr>
            <p:cNvSpPr>
              <a:spLocks noGrp="1"/>
            </p:cNvSpPr>
            <p:nvPr/>
          </p:nvSpPr>
          <p:spPr>
            <a:xfrm>
              <a:off x="1004907" y="4484673"/>
              <a:ext cx="8020" cy="32625"/>
            </a:xfrm>
            <a:custGeom>
              <a:avLst/>
              <a:gdLst/>
              <a:ahLst/>
              <a:cxnLst/>
              <a:rect l="0" t="0" r="0" b="0"/>
              <a:pathLst>
                <a:path w="8020" h="32625">
                  <a:moveTo>
                    <a:pt x="8020" y="0"/>
                  </a:moveTo>
                  <a:lnTo>
                    <a:pt x="0" y="326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2" name="Input_receptor__1601">
              <a:extLst>
                <a:ext uri="{FF2B5EF4-FFF2-40B4-BE49-F238E27FC236}">
                  <a16:creationId xmlns:a16="http://schemas.microsoft.com/office/drawing/2014/main" id="{0C98FE6B-7F63-59D1-FF96-2FF7C8BE2E57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05269"/>
              <a:ext cx="10277" cy="27795"/>
            </a:xfrm>
            <a:custGeom>
              <a:avLst/>
              <a:gdLst/>
              <a:ahLst/>
              <a:cxnLst/>
              <a:rect l="0" t="0" r="0" b="0"/>
              <a:pathLst>
                <a:path w="10277" h="27795">
                  <a:moveTo>
                    <a:pt x="0" y="27795"/>
                  </a:moveTo>
                  <a:lnTo>
                    <a:pt x="10277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3" name="Input_receptor__1602">
              <a:extLst>
                <a:ext uri="{FF2B5EF4-FFF2-40B4-BE49-F238E27FC236}">
                  <a16:creationId xmlns:a16="http://schemas.microsoft.com/office/drawing/2014/main" id="{45B0896D-78EB-C6EB-59BF-B75639A11943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48428"/>
              <a:ext cx="21426" cy="37276"/>
            </a:xfrm>
            <a:custGeom>
              <a:avLst/>
              <a:gdLst/>
              <a:ahLst/>
              <a:cxnLst/>
              <a:rect l="0" t="0" r="0" b="0"/>
              <a:pathLst>
                <a:path w="21426" h="37276">
                  <a:moveTo>
                    <a:pt x="21426" y="37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4" name="Input_receptor__1603">
              <a:extLst>
                <a:ext uri="{FF2B5EF4-FFF2-40B4-BE49-F238E27FC236}">
                  <a16:creationId xmlns:a16="http://schemas.microsoft.com/office/drawing/2014/main" id="{AE121E71-70BE-71C4-A94A-D32CAB6D7134}"/>
                </a:ext>
              </a:extLst>
            </p:cNvPr>
            <p:cNvSpPr>
              <a:spLocks noGrp="1"/>
            </p:cNvSpPr>
            <p:nvPr/>
          </p:nvSpPr>
          <p:spPr>
            <a:xfrm>
              <a:off x="663795" y="4589215"/>
              <a:ext cx="45894" cy="9964"/>
            </a:xfrm>
            <a:custGeom>
              <a:avLst/>
              <a:gdLst/>
              <a:ahLst/>
              <a:cxnLst/>
              <a:rect l="0" t="0" r="0" b="0"/>
              <a:pathLst>
                <a:path w="45894" h="9964">
                  <a:moveTo>
                    <a:pt x="0" y="9964"/>
                  </a:moveTo>
                  <a:lnTo>
                    <a:pt x="4589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5" name="Input_receptor__1604">
              <a:extLst>
                <a:ext uri="{FF2B5EF4-FFF2-40B4-BE49-F238E27FC236}">
                  <a16:creationId xmlns:a16="http://schemas.microsoft.com/office/drawing/2014/main" id="{67828625-D44D-9589-8680-BD400A3AB741}"/>
                </a:ext>
              </a:extLst>
            </p:cNvPr>
            <p:cNvSpPr>
              <a:spLocks noGrp="1"/>
            </p:cNvSpPr>
            <p:nvPr/>
          </p:nvSpPr>
          <p:spPr>
            <a:xfrm>
              <a:off x="1291939" y="4495204"/>
              <a:ext cx="6387" cy="22940"/>
            </a:xfrm>
            <a:custGeom>
              <a:avLst/>
              <a:gdLst/>
              <a:ahLst/>
              <a:cxnLst/>
              <a:rect l="0" t="0" r="0" b="0"/>
              <a:pathLst>
                <a:path w="6387" h="22940">
                  <a:moveTo>
                    <a:pt x="6387" y="0"/>
                  </a:moveTo>
                  <a:lnTo>
                    <a:pt x="0" y="2294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6" name="Input_receptor__1605">
              <a:extLst>
                <a:ext uri="{FF2B5EF4-FFF2-40B4-BE49-F238E27FC236}">
                  <a16:creationId xmlns:a16="http://schemas.microsoft.com/office/drawing/2014/main" id="{FFD22088-1C3E-0248-D2E7-7F7CBCBB9365}"/>
                </a:ext>
              </a:extLst>
            </p:cNvPr>
            <p:cNvSpPr>
              <a:spLocks noGrp="1"/>
            </p:cNvSpPr>
            <p:nvPr/>
          </p:nvSpPr>
          <p:spPr>
            <a:xfrm>
              <a:off x="1110575" y="5008232"/>
              <a:ext cx="3315" cy="38028"/>
            </a:xfrm>
            <a:custGeom>
              <a:avLst/>
              <a:gdLst/>
              <a:ahLst/>
              <a:cxnLst/>
              <a:rect l="0" t="0" r="0" b="0"/>
              <a:pathLst>
                <a:path w="3315" h="38028">
                  <a:moveTo>
                    <a:pt x="3315" y="380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6"/>
              </a:solidFill>
            </a:ln>
          </p:spPr>
        </p:sp>
        <p:sp>
          <p:nvSpPr>
            <p:cNvPr id="1607" name="Input_receptor__1606">
              <a:extLst>
                <a:ext uri="{FF2B5EF4-FFF2-40B4-BE49-F238E27FC236}">
                  <a16:creationId xmlns:a16="http://schemas.microsoft.com/office/drawing/2014/main" id="{7948F0FE-741B-DCC2-8C44-1AD5D11DC6F2}"/>
                </a:ext>
              </a:extLst>
            </p:cNvPr>
            <p:cNvSpPr>
              <a:spLocks noGrp="1"/>
            </p:cNvSpPr>
            <p:nvPr/>
          </p:nvSpPr>
          <p:spPr>
            <a:xfrm>
              <a:off x="1523006" y="4133879"/>
              <a:ext cx="47088" cy="2519"/>
            </a:xfrm>
            <a:custGeom>
              <a:avLst/>
              <a:gdLst/>
              <a:ahLst/>
              <a:cxnLst/>
              <a:rect l="0" t="0" r="0" b="0"/>
              <a:pathLst>
                <a:path w="47088" h="2519">
                  <a:moveTo>
                    <a:pt x="0" y="2519"/>
                  </a:moveTo>
                  <a:lnTo>
                    <a:pt x="47088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08" name="Input_receptor__1607">
              <a:extLst>
                <a:ext uri="{FF2B5EF4-FFF2-40B4-BE49-F238E27FC236}">
                  <a16:creationId xmlns:a16="http://schemas.microsoft.com/office/drawing/2014/main" id="{0CD10319-4BDA-D07A-21FD-DA881B0772D9}"/>
                </a:ext>
              </a:extLst>
            </p:cNvPr>
            <p:cNvSpPr>
              <a:spLocks noGrp="1"/>
            </p:cNvSpPr>
            <p:nvPr/>
          </p:nvSpPr>
          <p:spPr>
            <a:xfrm>
              <a:off x="814174" y="4716751"/>
              <a:ext cx="17037" cy="4907"/>
            </a:xfrm>
            <a:custGeom>
              <a:avLst/>
              <a:gdLst/>
              <a:ahLst/>
              <a:cxnLst/>
              <a:rect l="0" t="0" r="0" b="0"/>
              <a:pathLst>
                <a:path w="17037" h="4907">
                  <a:moveTo>
                    <a:pt x="17037" y="49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09" name="Input_receptor__1608">
              <a:extLst>
                <a:ext uri="{FF2B5EF4-FFF2-40B4-BE49-F238E27FC236}">
                  <a16:creationId xmlns:a16="http://schemas.microsoft.com/office/drawing/2014/main" id="{4CBC4AB7-B9E1-8A28-4A08-0B95C86D9D18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56116"/>
              <a:ext cx="33973" cy="31680"/>
            </a:xfrm>
            <a:custGeom>
              <a:avLst/>
              <a:gdLst/>
              <a:ahLst/>
              <a:cxnLst/>
              <a:rect l="0" t="0" r="0" b="0"/>
              <a:pathLst>
                <a:path w="33973" h="31680">
                  <a:moveTo>
                    <a:pt x="33973" y="0"/>
                  </a:moveTo>
                  <a:lnTo>
                    <a:pt x="0" y="3168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0" name="Input_receptor__1609">
              <a:extLst>
                <a:ext uri="{FF2B5EF4-FFF2-40B4-BE49-F238E27FC236}">
                  <a16:creationId xmlns:a16="http://schemas.microsoft.com/office/drawing/2014/main" id="{4FA6CFE2-78D3-F027-0862-4A8251E460A4}"/>
                </a:ext>
              </a:extLst>
            </p:cNvPr>
            <p:cNvSpPr>
              <a:spLocks noGrp="1"/>
            </p:cNvSpPr>
            <p:nvPr/>
          </p:nvSpPr>
          <p:spPr>
            <a:xfrm>
              <a:off x="831895" y="4658520"/>
              <a:ext cx="43517" cy="17760"/>
            </a:xfrm>
            <a:custGeom>
              <a:avLst/>
              <a:gdLst/>
              <a:ahLst/>
              <a:cxnLst/>
              <a:rect l="0" t="0" r="0" b="0"/>
              <a:pathLst>
                <a:path w="43517" h="17760">
                  <a:moveTo>
                    <a:pt x="43517" y="177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1" name="Input_receptor__1610">
              <a:extLst>
                <a:ext uri="{FF2B5EF4-FFF2-40B4-BE49-F238E27FC236}">
                  <a16:creationId xmlns:a16="http://schemas.microsoft.com/office/drawing/2014/main" id="{30F28B20-726E-FB69-C73A-5E98B1B020EE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701147"/>
              <a:ext cx="11953" cy="5586"/>
            </a:xfrm>
            <a:custGeom>
              <a:avLst/>
              <a:gdLst/>
              <a:ahLst/>
              <a:cxnLst/>
              <a:rect l="0" t="0" r="0" b="0"/>
              <a:pathLst>
                <a:path w="11953" h="5586">
                  <a:moveTo>
                    <a:pt x="0" y="5586"/>
                  </a:moveTo>
                  <a:lnTo>
                    <a:pt x="11953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2" name="Input_receptor__1611">
              <a:extLst>
                <a:ext uri="{FF2B5EF4-FFF2-40B4-BE49-F238E27FC236}">
                  <a16:creationId xmlns:a16="http://schemas.microsoft.com/office/drawing/2014/main" id="{C8E40134-86C5-7415-8490-6397EC7E7FF5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13838" cy="31223"/>
            </a:xfrm>
            <a:custGeom>
              <a:avLst/>
              <a:gdLst/>
              <a:ahLst/>
              <a:cxnLst/>
              <a:rect l="0" t="0" r="0" b="0"/>
              <a:pathLst>
                <a:path w="13838" h="31223">
                  <a:moveTo>
                    <a:pt x="0" y="0"/>
                  </a:moveTo>
                  <a:lnTo>
                    <a:pt x="13838" y="312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3" name="Input_receptor__1612">
              <a:extLst>
                <a:ext uri="{FF2B5EF4-FFF2-40B4-BE49-F238E27FC236}">
                  <a16:creationId xmlns:a16="http://schemas.microsoft.com/office/drawing/2014/main" id="{70BAF04C-8F1E-A72D-FB48-B859E7754C8F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87796"/>
              <a:ext cx="29282" cy="37436"/>
            </a:xfrm>
            <a:custGeom>
              <a:avLst/>
              <a:gdLst/>
              <a:ahLst/>
              <a:cxnLst/>
              <a:rect l="0" t="0" r="0" b="0"/>
              <a:pathLst>
                <a:path w="29282" h="37436">
                  <a:moveTo>
                    <a:pt x="0" y="0"/>
                  </a:moveTo>
                  <a:lnTo>
                    <a:pt x="29282" y="37436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4" name="Input_receptor__1613">
              <a:extLst>
                <a:ext uri="{FF2B5EF4-FFF2-40B4-BE49-F238E27FC236}">
                  <a16:creationId xmlns:a16="http://schemas.microsoft.com/office/drawing/2014/main" id="{640E124D-D365-0329-FA13-BD9FB94067A1}"/>
                </a:ext>
              </a:extLst>
            </p:cNvPr>
            <p:cNvSpPr>
              <a:spLocks noGrp="1"/>
            </p:cNvSpPr>
            <p:nvPr/>
          </p:nvSpPr>
          <p:spPr>
            <a:xfrm>
              <a:off x="759584" y="4743490"/>
              <a:ext cx="9905" cy="17826"/>
            </a:xfrm>
            <a:custGeom>
              <a:avLst/>
              <a:gdLst/>
              <a:ahLst/>
              <a:cxnLst/>
              <a:rect l="0" t="0" r="0" b="0"/>
              <a:pathLst>
                <a:path w="9905" h="17826">
                  <a:moveTo>
                    <a:pt x="9905" y="0"/>
                  </a:moveTo>
                  <a:lnTo>
                    <a:pt x="0" y="17826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5" name="Input_receptor__1614">
              <a:extLst>
                <a:ext uri="{FF2B5EF4-FFF2-40B4-BE49-F238E27FC236}">
                  <a16:creationId xmlns:a16="http://schemas.microsoft.com/office/drawing/2014/main" id="{52531143-6090-568F-0EFF-F7A353BFBB82}"/>
                </a:ext>
              </a:extLst>
            </p:cNvPr>
            <p:cNvSpPr>
              <a:spLocks noGrp="1"/>
            </p:cNvSpPr>
            <p:nvPr/>
          </p:nvSpPr>
          <p:spPr>
            <a:xfrm>
              <a:off x="1268334" y="4621733"/>
              <a:ext cx="20558" cy="35718"/>
            </a:xfrm>
            <a:custGeom>
              <a:avLst/>
              <a:gdLst/>
              <a:ahLst/>
              <a:cxnLst/>
              <a:rect l="0" t="0" r="0" b="0"/>
              <a:pathLst>
                <a:path w="20558" h="35718">
                  <a:moveTo>
                    <a:pt x="0" y="0"/>
                  </a:moveTo>
                  <a:lnTo>
                    <a:pt x="20558" y="35718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6" name="Input_receptor__1615">
              <a:extLst>
                <a:ext uri="{FF2B5EF4-FFF2-40B4-BE49-F238E27FC236}">
                  <a16:creationId xmlns:a16="http://schemas.microsoft.com/office/drawing/2014/main" id="{A3C6B6BD-0448-0E4E-BC4A-48C44DCCC3FF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99373"/>
              <a:ext cx="6674" cy="30620"/>
            </a:xfrm>
            <a:custGeom>
              <a:avLst/>
              <a:gdLst/>
              <a:ahLst/>
              <a:cxnLst/>
              <a:rect l="0" t="0" r="0" b="0"/>
              <a:pathLst>
                <a:path w="6674" h="30620">
                  <a:moveTo>
                    <a:pt x="0" y="0"/>
                  </a:moveTo>
                  <a:lnTo>
                    <a:pt x="6674" y="3062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7" name="Input_receptor__1616">
              <a:extLst>
                <a:ext uri="{FF2B5EF4-FFF2-40B4-BE49-F238E27FC236}">
                  <a16:creationId xmlns:a16="http://schemas.microsoft.com/office/drawing/2014/main" id="{81927A67-A9EE-899E-E548-C0BBC70456CB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220327"/>
              <a:ext cx="5642" cy="4361"/>
            </a:xfrm>
            <a:custGeom>
              <a:avLst/>
              <a:gdLst/>
              <a:ahLst/>
              <a:cxnLst/>
              <a:rect l="0" t="0" r="0" b="0"/>
              <a:pathLst>
                <a:path w="5642" h="4361">
                  <a:moveTo>
                    <a:pt x="0" y="0"/>
                  </a:moveTo>
                  <a:lnTo>
                    <a:pt x="5642" y="4361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8" name="Input_receptor__1617">
              <a:extLst>
                <a:ext uri="{FF2B5EF4-FFF2-40B4-BE49-F238E27FC236}">
                  <a16:creationId xmlns:a16="http://schemas.microsoft.com/office/drawing/2014/main" id="{5C716361-547C-EECF-5F04-66CFAEDD3AE7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813699"/>
              <a:ext cx="5853" cy="5484"/>
            </a:xfrm>
            <a:custGeom>
              <a:avLst/>
              <a:gdLst/>
              <a:ahLst/>
              <a:cxnLst/>
              <a:rect l="0" t="0" r="0" b="0"/>
              <a:pathLst>
                <a:path w="5853" h="5484">
                  <a:moveTo>
                    <a:pt x="0" y="5484"/>
                  </a:moveTo>
                  <a:lnTo>
                    <a:pt x="5853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9" name="Input_receptor__1618">
              <a:extLst>
                <a:ext uri="{FF2B5EF4-FFF2-40B4-BE49-F238E27FC236}">
                  <a16:creationId xmlns:a16="http://schemas.microsoft.com/office/drawing/2014/main" id="{6B338D28-D46D-736B-4C6F-2FF02F1C9C8E}"/>
                </a:ext>
              </a:extLst>
            </p:cNvPr>
            <p:cNvSpPr>
              <a:spLocks noGrp="1"/>
            </p:cNvSpPr>
            <p:nvPr/>
          </p:nvSpPr>
          <p:spPr>
            <a:xfrm>
              <a:off x="1551596" y="4692072"/>
              <a:ext cx="18878" cy="30672"/>
            </a:xfrm>
            <a:custGeom>
              <a:avLst/>
              <a:gdLst/>
              <a:ahLst/>
              <a:cxnLst/>
              <a:rect l="0" t="0" r="0" b="0"/>
              <a:pathLst>
                <a:path w="18878" h="30672">
                  <a:moveTo>
                    <a:pt x="0" y="30672"/>
                  </a:moveTo>
                  <a:lnTo>
                    <a:pt x="188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0" name="Input_receptor__1619">
              <a:extLst>
                <a:ext uri="{FF2B5EF4-FFF2-40B4-BE49-F238E27FC236}">
                  <a16:creationId xmlns:a16="http://schemas.microsoft.com/office/drawing/2014/main" id="{3CB96C51-8BE3-9C90-26AA-355C9DDD7188}"/>
                </a:ext>
              </a:extLst>
            </p:cNvPr>
            <p:cNvSpPr>
              <a:spLocks noGrp="1"/>
            </p:cNvSpPr>
            <p:nvPr/>
          </p:nvSpPr>
          <p:spPr>
            <a:xfrm>
              <a:off x="841447" y="4518855"/>
              <a:ext cx="23202" cy="41533"/>
            </a:xfrm>
            <a:custGeom>
              <a:avLst/>
              <a:gdLst/>
              <a:ahLst/>
              <a:cxnLst/>
              <a:rect l="0" t="0" r="0" b="0"/>
              <a:pathLst>
                <a:path w="23202" h="41533">
                  <a:moveTo>
                    <a:pt x="23202" y="0"/>
                  </a:moveTo>
                  <a:lnTo>
                    <a:pt x="0" y="4153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1" name="Input_receptor__1620">
              <a:extLst>
                <a:ext uri="{FF2B5EF4-FFF2-40B4-BE49-F238E27FC236}">
                  <a16:creationId xmlns:a16="http://schemas.microsoft.com/office/drawing/2014/main" id="{0E3FF721-9C5A-C954-D237-D86C0D0CE5F3}"/>
                </a:ext>
              </a:extLst>
            </p:cNvPr>
            <p:cNvSpPr>
              <a:spLocks noGrp="1"/>
            </p:cNvSpPr>
            <p:nvPr/>
          </p:nvSpPr>
          <p:spPr>
            <a:xfrm>
              <a:off x="910372" y="4749706"/>
              <a:ext cx="16849" cy="31673"/>
            </a:xfrm>
            <a:custGeom>
              <a:avLst/>
              <a:gdLst/>
              <a:ahLst/>
              <a:cxnLst/>
              <a:rect l="0" t="0" r="0" b="0"/>
              <a:pathLst>
                <a:path w="16849" h="31673">
                  <a:moveTo>
                    <a:pt x="16849" y="316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2" name="Input_receptor__1621">
              <a:extLst>
                <a:ext uri="{FF2B5EF4-FFF2-40B4-BE49-F238E27FC236}">
                  <a16:creationId xmlns:a16="http://schemas.microsoft.com/office/drawing/2014/main" id="{08A976CD-8918-7B1C-D003-FC8A14C86252}"/>
                </a:ext>
              </a:extLst>
            </p:cNvPr>
            <p:cNvSpPr>
              <a:spLocks noGrp="1"/>
            </p:cNvSpPr>
            <p:nvPr/>
          </p:nvSpPr>
          <p:spPr>
            <a:xfrm>
              <a:off x="1461088" y="4087309"/>
              <a:ext cx="14874" cy="36248"/>
            </a:xfrm>
            <a:custGeom>
              <a:avLst/>
              <a:gdLst/>
              <a:ahLst/>
              <a:cxnLst/>
              <a:rect l="0" t="0" r="0" b="0"/>
              <a:pathLst>
                <a:path w="14874" h="36248">
                  <a:moveTo>
                    <a:pt x="0" y="36248"/>
                  </a:moveTo>
                  <a:lnTo>
                    <a:pt x="14874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3" name="Input_receptor__1622">
              <a:extLst>
                <a:ext uri="{FF2B5EF4-FFF2-40B4-BE49-F238E27FC236}">
                  <a16:creationId xmlns:a16="http://schemas.microsoft.com/office/drawing/2014/main" id="{58F08EBE-0429-B848-3D2A-DC8D7AA302D4}"/>
                </a:ext>
              </a:extLst>
            </p:cNvPr>
            <p:cNvSpPr>
              <a:spLocks noGrp="1"/>
            </p:cNvSpPr>
            <p:nvPr/>
          </p:nvSpPr>
          <p:spPr>
            <a:xfrm>
              <a:off x="1156922" y="4673236"/>
              <a:ext cx="14621" cy="5149"/>
            </a:xfrm>
            <a:custGeom>
              <a:avLst/>
              <a:gdLst/>
              <a:ahLst/>
              <a:cxnLst/>
              <a:rect l="0" t="0" r="0" b="0"/>
              <a:pathLst>
                <a:path w="14621" h="5149">
                  <a:moveTo>
                    <a:pt x="14621" y="0"/>
                  </a:moveTo>
                  <a:lnTo>
                    <a:pt x="0" y="5149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4" name="Input_receptor__1623">
              <a:extLst>
                <a:ext uri="{FF2B5EF4-FFF2-40B4-BE49-F238E27FC236}">
                  <a16:creationId xmlns:a16="http://schemas.microsoft.com/office/drawing/2014/main" id="{2E1A3C1A-DFA5-D5C0-1CEF-80B2F23B8EC2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28174"/>
              <a:ext cx="27592" cy="21531"/>
            </a:xfrm>
            <a:custGeom>
              <a:avLst/>
              <a:gdLst/>
              <a:ahLst/>
              <a:cxnLst/>
              <a:rect l="0" t="0" r="0" b="0"/>
              <a:pathLst>
                <a:path w="27592" h="21531">
                  <a:moveTo>
                    <a:pt x="27592" y="215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5" name="Input_receptor__1624">
              <a:extLst>
                <a:ext uri="{FF2B5EF4-FFF2-40B4-BE49-F238E27FC236}">
                  <a16:creationId xmlns:a16="http://schemas.microsoft.com/office/drawing/2014/main" id="{110CF15B-56DC-92DC-F6DE-E62D2E98388A}"/>
                </a:ext>
              </a:extLst>
            </p:cNvPr>
            <p:cNvSpPr>
              <a:spLocks noGrp="1"/>
            </p:cNvSpPr>
            <p:nvPr/>
          </p:nvSpPr>
          <p:spPr>
            <a:xfrm>
              <a:off x="1641971" y="4288258"/>
              <a:ext cx="46464" cy="8496"/>
            </a:xfrm>
            <a:custGeom>
              <a:avLst/>
              <a:gdLst/>
              <a:ahLst/>
              <a:cxnLst/>
              <a:rect l="0" t="0" r="0" b="0"/>
              <a:pathLst>
                <a:path w="46464" h="8496">
                  <a:moveTo>
                    <a:pt x="46464" y="84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6" name="Input_receptor__1625">
              <a:extLst>
                <a:ext uri="{FF2B5EF4-FFF2-40B4-BE49-F238E27FC236}">
                  <a16:creationId xmlns:a16="http://schemas.microsoft.com/office/drawing/2014/main" id="{C8383563-6D60-D8BE-08CD-C79C9263BBD5}"/>
                </a:ext>
              </a:extLst>
            </p:cNvPr>
            <p:cNvSpPr>
              <a:spLocks noGrp="1"/>
            </p:cNvSpPr>
            <p:nvPr/>
          </p:nvSpPr>
          <p:spPr>
            <a:xfrm>
              <a:off x="1061681" y="4748997"/>
              <a:ext cx="7305" cy="47074"/>
            </a:xfrm>
            <a:custGeom>
              <a:avLst/>
              <a:gdLst/>
              <a:ahLst/>
              <a:cxnLst/>
              <a:rect l="0" t="0" r="0" b="0"/>
              <a:pathLst>
                <a:path w="7305" h="47074">
                  <a:moveTo>
                    <a:pt x="7305" y="470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7" name="Input_receptor__1626">
              <a:extLst>
                <a:ext uri="{FF2B5EF4-FFF2-40B4-BE49-F238E27FC236}">
                  <a16:creationId xmlns:a16="http://schemas.microsoft.com/office/drawing/2014/main" id="{424E2984-79AE-C9CB-5DC7-D7FE8757524F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04282"/>
              <a:ext cx="18442" cy="44146"/>
            </a:xfrm>
            <a:custGeom>
              <a:avLst/>
              <a:gdLst/>
              <a:ahLst/>
              <a:cxnLst/>
              <a:rect l="0" t="0" r="0" b="0"/>
              <a:pathLst>
                <a:path w="18442" h="44146">
                  <a:moveTo>
                    <a:pt x="0" y="44146"/>
                  </a:moveTo>
                  <a:lnTo>
                    <a:pt x="18442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8" name="Input_receptor__1627">
              <a:extLst>
                <a:ext uri="{FF2B5EF4-FFF2-40B4-BE49-F238E27FC236}">
                  <a16:creationId xmlns:a16="http://schemas.microsoft.com/office/drawing/2014/main" id="{10BC41C6-E431-BA34-EA48-DAEC6814D923}"/>
                </a:ext>
              </a:extLst>
            </p:cNvPr>
            <p:cNvSpPr>
              <a:spLocks noGrp="1"/>
            </p:cNvSpPr>
            <p:nvPr/>
          </p:nvSpPr>
          <p:spPr>
            <a:xfrm>
              <a:off x="1428814" y="4337993"/>
              <a:ext cx="29695" cy="33035"/>
            </a:xfrm>
            <a:custGeom>
              <a:avLst/>
              <a:gdLst/>
              <a:ahLst/>
              <a:cxnLst/>
              <a:rect l="0" t="0" r="0" b="0"/>
              <a:pathLst>
                <a:path w="29695" h="33035">
                  <a:moveTo>
                    <a:pt x="0" y="0"/>
                  </a:moveTo>
                  <a:lnTo>
                    <a:pt x="29695" y="33035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9" name="Input_receptor__1628">
              <a:extLst>
                <a:ext uri="{FF2B5EF4-FFF2-40B4-BE49-F238E27FC236}">
                  <a16:creationId xmlns:a16="http://schemas.microsoft.com/office/drawing/2014/main" id="{33EA6D08-0FEA-2366-A2A6-9A708BE98890}"/>
                </a:ext>
              </a:extLst>
            </p:cNvPr>
            <p:cNvSpPr>
              <a:spLocks noGrp="1"/>
            </p:cNvSpPr>
            <p:nvPr/>
          </p:nvSpPr>
          <p:spPr>
            <a:xfrm>
              <a:off x="864649" y="4504832"/>
              <a:ext cx="43649" cy="14023"/>
            </a:xfrm>
            <a:custGeom>
              <a:avLst/>
              <a:gdLst/>
              <a:ahLst/>
              <a:cxnLst/>
              <a:rect l="0" t="0" r="0" b="0"/>
              <a:pathLst>
                <a:path w="43649" h="14023">
                  <a:moveTo>
                    <a:pt x="43649" y="0"/>
                  </a:moveTo>
                  <a:lnTo>
                    <a:pt x="0" y="140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0" name="Input_receptor__1629">
              <a:extLst>
                <a:ext uri="{FF2B5EF4-FFF2-40B4-BE49-F238E27FC236}">
                  <a16:creationId xmlns:a16="http://schemas.microsoft.com/office/drawing/2014/main" id="{962CB3C3-57CA-7CD6-BE21-F20FB806D43A}"/>
                </a:ext>
              </a:extLst>
            </p:cNvPr>
            <p:cNvSpPr>
              <a:spLocks noGrp="1"/>
            </p:cNvSpPr>
            <p:nvPr/>
          </p:nvSpPr>
          <p:spPr>
            <a:xfrm>
              <a:off x="1306717" y="4579621"/>
              <a:ext cx="18898" cy="13410"/>
            </a:xfrm>
            <a:custGeom>
              <a:avLst/>
              <a:gdLst/>
              <a:ahLst/>
              <a:cxnLst/>
              <a:rect l="0" t="0" r="0" b="0"/>
              <a:pathLst>
                <a:path w="18898" h="13410">
                  <a:moveTo>
                    <a:pt x="18898" y="134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1" name="Input_receptor__1630">
              <a:extLst>
                <a:ext uri="{FF2B5EF4-FFF2-40B4-BE49-F238E27FC236}">
                  <a16:creationId xmlns:a16="http://schemas.microsoft.com/office/drawing/2014/main" id="{C51E9755-5193-BA11-E42E-B8EDA7452550}"/>
                </a:ext>
              </a:extLst>
            </p:cNvPr>
            <p:cNvSpPr>
              <a:spLocks noGrp="1"/>
            </p:cNvSpPr>
            <p:nvPr/>
          </p:nvSpPr>
          <p:spPr>
            <a:xfrm>
              <a:off x="1279879" y="4401997"/>
              <a:ext cx="34778" cy="23236"/>
            </a:xfrm>
            <a:custGeom>
              <a:avLst/>
              <a:gdLst/>
              <a:ahLst/>
              <a:cxnLst/>
              <a:rect l="0" t="0" r="0" b="0"/>
              <a:pathLst>
                <a:path w="34778" h="23236">
                  <a:moveTo>
                    <a:pt x="0" y="23236"/>
                  </a:moveTo>
                  <a:lnTo>
                    <a:pt x="347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2" name="Input_receptor__1631">
              <a:extLst>
                <a:ext uri="{FF2B5EF4-FFF2-40B4-BE49-F238E27FC236}">
                  <a16:creationId xmlns:a16="http://schemas.microsoft.com/office/drawing/2014/main" id="{775BF82C-EAAD-B53C-2CC1-23FAA799CFEF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5104" cy="45148"/>
            </a:xfrm>
            <a:custGeom>
              <a:avLst/>
              <a:gdLst/>
              <a:ahLst/>
              <a:cxnLst/>
              <a:rect l="0" t="0" r="0" b="0"/>
              <a:pathLst>
                <a:path w="5104" h="45148">
                  <a:moveTo>
                    <a:pt x="5104" y="45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3" name="Input_receptor__1632">
              <a:extLst>
                <a:ext uri="{FF2B5EF4-FFF2-40B4-BE49-F238E27FC236}">
                  <a16:creationId xmlns:a16="http://schemas.microsoft.com/office/drawing/2014/main" id="{977A86A5-59B1-5F1A-A53F-B50DBC44EBF6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73278"/>
              <a:ext cx="17342" cy="45027"/>
            </a:xfrm>
            <a:custGeom>
              <a:avLst/>
              <a:gdLst/>
              <a:ahLst/>
              <a:cxnLst/>
              <a:rect l="0" t="0" r="0" b="0"/>
              <a:pathLst>
                <a:path w="17342" h="45027">
                  <a:moveTo>
                    <a:pt x="17342" y="45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4" name="Input_receptor__1633">
              <a:extLst>
                <a:ext uri="{FF2B5EF4-FFF2-40B4-BE49-F238E27FC236}">
                  <a16:creationId xmlns:a16="http://schemas.microsoft.com/office/drawing/2014/main" id="{7E23B1F1-454E-EBCB-EDD7-2010B2E43C26}"/>
                </a:ext>
              </a:extLst>
            </p:cNvPr>
            <p:cNvSpPr>
              <a:spLocks noGrp="1"/>
            </p:cNvSpPr>
            <p:nvPr/>
          </p:nvSpPr>
          <p:spPr>
            <a:xfrm>
              <a:off x="1059518" y="4937347"/>
              <a:ext cx="9331" cy="47148"/>
            </a:xfrm>
            <a:custGeom>
              <a:avLst/>
              <a:gdLst/>
              <a:ahLst/>
              <a:cxnLst/>
              <a:rect l="0" t="0" r="0" b="0"/>
              <a:pathLst>
                <a:path w="9331" h="47148">
                  <a:moveTo>
                    <a:pt x="9331" y="471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5" name="Input_receptor__1634">
              <a:extLst>
                <a:ext uri="{FF2B5EF4-FFF2-40B4-BE49-F238E27FC236}">
                  <a16:creationId xmlns:a16="http://schemas.microsoft.com/office/drawing/2014/main" id="{70192310-8E5F-6912-4886-08B10F7D4CFF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58329"/>
              <a:ext cx="36053" cy="32060"/>
            </a:xfrm>
            <a:custGeom>
              <a:avLst/>
              <a:gdLst/>
              <a:ahLst/>
              <a:cxnLst/>
              <a:rect l="0" t="0" r="0" b="0"/>
              <a:pathLst>
                <a:path w="36053" h="32060">
                  <a:moveTo>
                    <a:pt x="36053" y="0"/>
                  </a:moveTo>
                  <a:lnTo>
                    <a:pt x="0" y="3206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6" name="Input_receptor__1635">
              <a:extLst>
                <a:ext uri="{FF2B5EF4-FFF2-40B4-BE49-F238E27FC236}">
                  <a16:creationId xmlns:a16="http://schemas.microsoft.com/office/drawing/2014/main" id="{42C54C62-5FCA-A2E0-D758-EBF9FB53DB1E}"/>
                </a:ext>
              </a:extLst>
            </p:cNvPr>
            <p:cNvSpPr>
              <a:spLocks noGrp="1"/>
            </p:cNvSpPr>
            <p:nvPr/>
          </p:nvSpPr>
          <p:spPr>
            <a:xfrm>
              <a:off x="709689" y="4548048"/>
              <a:ext cx="14290" cy="41167"/>
            </a:xfrm>
            <a:custGeom>
              <a:avLst/>
              <a:gdLst/>
              <a:ahLst/>
              <a:cxnLst/>
              <a:rect l="0" t="0" r="0" b="0"/>
              <a:pathLst>
                <a:path w="14290" h="41167">
                  <a:moveTo>
                    <a:pt x="0" y="41167"/>
                  </a:moveTo>
                  <a:lnTo>
                    <a:pt x="1429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7" name="Input_receptor__1636">
              <a:extLst>
                <a:ext uri="{FF2B5EF4-FFF2-40B4-BE49-F238E27FC236}">
                  <a16:creationId xmlns:a16="http://schemas.microsoft.com/office/drawing/2014/main" id="{03122C9E-A5F7-51D7-9264-6ECC07554683}"/>
                </a:ext>
              </a:extLst>
            </p:cNvPr>
            <p:cNvSpPr>
              <a:spLocks noGrp="1"/>
            </p:cNvSpPr>
            <p:nvPr/>
          </p:nvSpPr>
          <p:spPr>
            <a:xfrm>
              <a:off x="1451102" y="4123557"/>
              <a:ext cx="9986" cy="25537"/>
            </a:xfrm>
            <a:custGeom>
              <a:avLst/>
              <a:gdLst/>
              <a:ahLst/>
              <a:cxnLst/>
              <a:rect l="0" t="0" r="0" b="0"/>
              <a:pathLst>
                <a:path w="9986" h="25537">
                  <a:moveTo>
                    <a:pt x="0" y="25537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8" name="Input_receptor__1637">
              <a:extLst>
                <a:ext uri="{FF2B5EF4-FFF2-40B4-BE49-F238E27FC236}">
                  <a16:creationId xmlns:a16="http://schemas.microsoft.com/office/drawing/2014/main" id="{C6D6CEB0-296F-4899-2BC5-B23D5A785D28}"/>
                </a:ext>
              </a:extLst>
            </p:cNvPr>
            <p:cNvSpPr>
              <a:spLocks noGrp="1"/>
            </p:cNvSpPr>
            <p:nvPr/>
          </p:nvSpPr>
          <p:spPr>
            <a:xfrm>
              <a:off x="1068849" y="4984494"/>
              <a:ext cx="41725" cy="23738"/>
            </a:xfrm>
            <a:custGeom>
              <a:avLst/>
              <a:gdLst/>
              <a:ahLst/>
              <a:cxnLst/>
              <a:rect l="0" t="0" r="0" b="0"/>
              <a:pathLst>
                <a:path w="41725" h="23738">
                  <a:moveTo>
                    <a:pt x="41725" y="237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9" name="Input_receptor__1638">
              <a:extLst>
                <a:ext uri="{FF2B5EF4-FFF2-40B4-BE49-F238E27FC236}">
                  <a16:creationId xmlns:a16="http://schemas.microsoft.com/office/drawing/2014/main" id="{6973F4A1-26C9-B721-0E1B-3CDF21DBDE6B}"/>
                </a:ext>
              </a:extLst>
            </p:cNvPr>
            <p:cNvSpPr>
              <a:spLocks noGrp="1"/>
            </p:cNvSpPr>
            <p:nvPr/>
          </p:nvSpPr>
          <p:spPr>
            <a:xfrm>
              <a:off x="1639597" y="4389776"/>
              <a:ext cx="18861" cy="37945"/>
            </a:xfrm>
            <a:custGeom>
              <a:avLst/>
              <a:gdLst/>
              <a:ahLst/>
              <a:cxnLst/>
              <a:rect l="0" t="0" r="0" b="0"/>
              <a:pathLst>
                <a:path w="18861" h="37945">
                  <a:moveTo>
                    <a:pt x="0" y="37945"/>
                  </a:moveTo>
                  <a:lnTo>
                    <a:pt x="18861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0" name="Input_receptor__1639">
              <a:extLst>
                <a:ext uri="{FF2B5EF4-FFF2-40B4-BE49-F238E27FC236}">
                  <a16:creationId xmlns:a16="http://schemas.microsoft.com/office/drawing/2014/main" id="{63B6E05F-1E95-B2E9-8B72-DD31CF7BD67B}"/>
                </a:ext>
              </a:extLst>
            </p:cNvPr>
            <p:cNvSpPr>
              <a:spLocks noGrp="1"/>
            </p:cNvSpPr>
            <p:nvPr/>
          </p:nvSpPr>
          <p:spPr>
            <a:xfrm>
              <a:off x="1346213" y="4437051"/>
              <a:ext cx="6236" cy="20904"/>
            </a:xfrm>
            <a:custGeom>
              <a:avLst/>
              <a:gdLst/>
              <a:ahLst/>
              <a:cxnLst/>
              <a:rect l="0" t="0" r="0" b="0"/>
              <a:pathLst>
                <a:path w="6236" h="20904">
                  <a:moveTo>
                    <a:pt x="0" y="0"/>
                  </a:moveTo>
                  <a:lnTo>
                    <a:pt x="6236" y="20904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1" name="Input_receptor__1640">
              <a:extLst>
                <a:ext uri="{FF2B5EF4-FFF2-40B4-BE49-F238E27FC236}">
                  <a16:creationId xmlns:a16="http://schemas.microsoft.com/office/drawing/2014/main" id="{D3CC98A1-0BEC-0BAE-79A7-E7FA55F89E68}"/>
                </a:ext>
              </a:extLst>
            </p:cNvPr>
            <p:cNvSpPr>
              <a:spLocks noGrp="1"/>
            </p:cNvSpPr>
            <p:nvPr/>
          </p:nvSpPr>
          <p:spPr>
            <a:xfrm>
              <a:off x="1227379" y="4733822"/>
              <a:ext cx="8242" cy="14984"/>
            </a:xfrm>
            <a:custGeom>
              <a:avLst/>
              <a:gdLst/>
              <a:ahLst/>
              <a:cxnLst/>
              <a:rect l="0" t="0" r="0" b="0"/>
              <a:pathLst>
                <a:path w="8242" h="14984">
                  <a:moveTo>
                    <a:pt x="0" y="14984"/>
                  </a:moveTo>
                  <a:lnTo>
                    <a:pt x="8242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2" name="Input_receptor__1641">
              <a:extLst>
                <a:ext uri="{FF2B5EF4-FFF2-40B4-BE49-F238E27FC236}">
                  <a16:creationId xmlns:a16="http://schemas.microsoft.com/office/drawing/2014/main" id="{9C7D1EFA-A2EA-0009-DBF2-ECEECEE0DD07}"/>
                </a:ext>
              </a:extLst>
            </p:cNvPr>
            <p:cNvSpPr>
              <a:spLocks noGrp="1"/>
            </p:cNvSpPr>
            <p:nvPr/>
          </p:nvSpPr>
          <p:spPr>
            <a:xfrm>
              <a:off x="1563751" y="4405348"/>
              <a:ext cx="13166" cy="46360"/>
            </a:xfrm>
            <a:custGeom>
              <a:avLst/>
              <a:gdLst/>
              <a:ahLst/>
              <a:cxnLst/>
              <a:rect l="0" t="0" r="0" b="0"/>
              <a:pathLst>
                <a:path w="13166" h="46360">
                  <a:moveTo>
                    <a:pt x="0" y="46360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3" name="Input_receptor__1642">
              <a:extLst>
                <a:ext uri="{FF2B5EF4-FFF2-40B4-BE49-F238E27FC236}">
                  <a16:creationId xmlns:a16="http://schemas.microsoft.com/office/drawing/2014/main" id="{42383655-921F-CAF5-EC10-5F65CC08C6D2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68444"/>
              <a:ext cx="39465" cy="14904"/>
            </a:xfrm>
            <a:custGeom>
              <a:avLst/>
              <a:gdLst/>
              <a:ahLst/>
              <a:cxnLst/>
              <a:rect l="0" t="0" r="0" b="0"/>
              <a:pathLst>
                <a:path w="39465" h="14904">
                  <a:moveTo>
                    <a:pt x="39465" y="0"/>
                  </a:moveTo>
                  <a:lnTo>
                    <a:pt x="0" y="14904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4" name="Input_receptor__1643">
              <a:extLst>
                <a:ext uri="{FF2B5EF4-FFF2-40B4-BE49-F238E27FC236}">
                  <a16:creationId xmlns:a16="http://schemas.microsoft.com/office/drawing/2014/main" id="{983EF1B9-F75F-B51E-5199-AD171A8C013F}"/>
                </a:ext>
              </a:extLst>
            </p:cNvPr>
            <p:cNvSpPr>
              <a:spLocks noGrp="1"/>
            </p:cNvSpPr>
            <p:nvPr/>
          </p:nvSpPr>
          <p:spPr>
            <a:xfrm>
              <a:off x="1143444" y="4536675"/>
              <a:ext cx="9725" cy="38273"/>
            </a:xfrm>
            <a:custGeom>
              <a:avLst/>
              <a:gdLst/>
              <a:ahLst/>
              <a:cxnLst/>
              <a:rect l="0" t="0" r="0" b="0"/>
              <a:pathLst>
                <a:path w="9725" h="38273">
                  <a:moveTo>
                    <a:pt x="9725" y="38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5" name="Input_receptor__1644">
              <a:extLst>
                <a:ext uri="{FF2B5EF4-FFF2-40B4-BE49-F238E27FC236}">
                  <a16:creationId xmlns:a16="http://schemas.microsoft.com/office/drawing/2014/main" id="{B9CBA665-260E-D847-D24A-35A0BC42AF4B}"/>
                </a:ext>
              </a:extLst>
            </p:cNvPr>
            <p:cNvSpPr>
              <a:spLocks noGrp="1"/>
            </p:cNvSpPr>
            <p:nvPr/>
          </p:nvSpPr>
          <p:spPr>
            <a:xfrm>
              <a:off x="701039" y="4718788"/>
              <a:ext cx="25024" cy="8808"/>
            </a:xfrm>
            <a:custGeom>
              <a:avLst/>
              <a:gdLst/>
              <a:ahLst/>
              <a:cxnLst/>
              <a:rect l="0" t="0" r="0" b="0"/>
              <a:pathLst>
                <a:path w="25024" h="8808">
                  <a:moveTo>
                    <a:pt x="25024" y="880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46" name="Input_receptor__1645">
              <a:extLst>
                <a:ext uri="{FF2B5EF4-FFF2-40B4-BE49-F238E27FC236}">
                  <a16:creationId xmlns:a16="http://schemas.microsoft.com/office/drawing/2014/main" id="{D157E227-4027-6445-7F68-BF72040C8FA0}"/>
                </a:ext>
              </a:extLst>
            </p:cNvPr>
            <p:cNvSpPr>
              <a:spLocks noGrp="1"/>
            </p:cNvSpPr>
            <p:nvPr/>
          </p:nvSpPr>
          <p:spPr>
            <a:xfrm>
              <a:off x="771149" y="4702160"/>
              <a:ext cx="43025" cy="14592"/>
            </a:xfrm>
            <a:custGeom>
              <a:avLst/>
              <a:gdLst/>
              <a:ahLst/>
              <a:cxnLst/>
              <a:rect l="0" t="0" r="0" b="0"/>
              <a:pathLst>
                <a:path w="43025" h="14592">
                  <a:moveTo>
                    <a:pt x="43025" y="1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7" name="Input_receptor__1646">
              <a:extLst>
                <a:ext uri="{FF2B5EF4-FFF2-40B4-BE49-F238E27FC236}">
                  <a16:creationId xmlns:a16="http://schemas.microsoft.com/office/drawing/2014/main" id="{4FCDF1FB-D782-0593-E00D-0A480A90D23C}"/>
                </a:ext>
              </a:extLst>
            </p:cNvPr>
            <p:cNvSpPr>
              <a:spLocks noGrp="1"/>
            </p:cNvSpPr>
            <p:nvPr/>
          </p:nvSpPr>
          <p:spPr>
            <a:xfrm>
              <a:off x="1602277" y="4278207"/>
              <a:ext cx="39694" cy="10051"/>
            </a:xfrm>
            <a:custGeom>
              <a:avLst/>
              <a:gdLst/>
              <a:ahLst/>
              <a:cxnLst/>
              <a:rect l="0" t="0" r="0" b="0"/>
              <a:pathLst>
                <a:path w="39694" h="10051">
                  <a:moveTo>
                    <a:pt x="39694" y="10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8" name="Input_receptor__1647">
              <a:extLst>
                <a:ext uri="{FF2B5EF4-FFF2-40B4-BE49-F238E27FC236}">
                  <a16:creationId xmlns:a16="http://schemas.microsoft.com/office/drawing/2014/main" id="{ECA7F616-596C-81F8-ACFB-DDF543366D32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600799"/>
              <a:ext cx="7678" cy="47020"/>
            </a:xfrm>
            <a:custGeom>
              <a:avLst/>
              <a:gdLst/>
              <a:ahLst/>
              <a:cxnLst/>
              <a:rect l="0" t="0" r="0" b="0"/>
              <a:pathLst>
                <a:path w="7678" h="47020">
                  <a:moveTo>
                    <a:pt x="7678" y="470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9" name="Input_receptor__1648">
              <a:extLst>
                <a:ext uri="{FF2B5EF4-FFF2-40B4-BE49-F238E27FC236}">
                  <a16:creationId xmlns:a16="http://schemas.microsoft.com/office/drawing/2014/main" id="{7B78593F-CEA3-8462-BD1D-451AA9014B59}"/>
                </a:ext>
              </a:extLst>
            </p:cNvPr>
            <p:cNvSpPr>
              <a:spLocks noGrp="1"/>
            </p:cNvSpPr>
            <p:nvPr/>
          </p:nvSpPr>
          <p:spPr>
            <a:xfrm>
              <a:off x="1537632" y="4658329"/>
              <a:ext cx="32843" cy="33744"/>
            </a:xfrm>
            <a:custGeom>
              <a:avLst/>
              <a:gdLst/>
              <a:ahLst/>
              <a:cxnLst/>
              <a:rect l="0" t="0" r="0" b="0"/>
              <a:pathLst>
                <a:path w="32843" h="33744">
                  <a:moveTo>
                    <a:pt x="32843" y="3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0" name="Input_receptor__1649">
              <a:extLst>
                <a:ext uri="{FF2B5EF4-FFF2-40B4-BE49-F238E27FC236}">
                  <a16:creationId xmlns:a16="http://schemas.microsoft.com/office/drawing/2014/main" id="{5C7CFAEF-885A-5111-6AF9-16FB811C9BF4}"/>
                </a:ext>
              </a:extLst>
            </p:cNvPr>
            <p:cNvSpPr>
              <a:spLocks noGrp="1"/>
            </p:cNvSpPr>
            <p:nvPr/>
          </p:nvSpPr>
          <p:spPr>
            <a:xfrm>
              <a:off x="1394745" y="4337993"/>
              <a:ext cx="34069" cy="5759"/>
            </a:xfrm>
            <a:custGeom>
              <a:avLst/>
              <a:gdLst/>
              <a:ahLst/>
              <a:cxnLst/>
              <a:rect l="0" t="0" r="0" b="0"/>
              <a:pathLst>
                <a:path w="34069" h="5759">
                  <a:moveTo>
                    <a:pt x="0" y="5759"/>
                  </a:moveTo>
                  <a:lnTo>
                    <a:pt x="3406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1" name="Input_receptor__1650">
              <a:extLst>
                <a:ext uri="{FF2B5EF4-FFF2-40B4-BE49-F238E27FC236}">
                  <a16:creationId xmlns:a16="http://schemas.microsoft.com/office/drawing/2014/main" id="{6105A157-CF61-36DC-9EED-9F5DDBB9F601}"/>
                </a:ext>
              </a:extLst>
            </p:cNvPr>
            <p:cNvSpPr>
              <a:spLocks noGrp="1"/>
            </p:cNvSpPr>
            <p:nvPr/>
          </p:nvSpPr>
          <p:spPr>
            <a:xfrm>
              <a:off x="1185276" y="4793058"/>
              <a:ext cx="30364" cy="11053"/>
            </a:xfrm>
            <a:custGeom>
              <a:avLst/>
              <a:gdLst/>
              <a:ahLst/>
              <a:cxnLst/>
              <a:rect l="0" t="0" r="0" b="0"/>
              <a:pathLst>
                <a:path w="30364" h="11053">
                  <a:moveTo>
                    <a:pt x="30364" y="0"/>
                  </a:moveTo>
                  <a:lnTo>
                    <a:pt x="0" y="11053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2" name="Input_receptor__1651">
              <a:extLst>
                <a:ext uri="{FF2B5EF4-FFF2-40B4-BE49-F238E27FC236}">
                  <a16:creationId xmlns:a16="http://schemas.microsoft.com/office/drawing/2014/main" id="{F4704FA3-8839-8360-59DB-81CF6678D89E}"/>
                </a:ext>
              </a:extLst>
            </p:cNvPr>
            <p:cNvSpPr>
              <a:spLocks noGrp="1"/>
            </p:cNvSpPr>
            <p:nvPr/>
          </p:nvSpPr>
          <p:spPr>
            <a:xfrm>
              <a:off x="835478" y="4967993"/>
              <a:ext cx="47570" cy="5260"/>
            </a:xfrm>
            <a:custGeom>
              <a:avLst/>
              <a:gdLst/>
              <a:ahLst/>
              <a:cxnLst/>
              <a:rect l="0" t="0" r="0" b="0"/>
              <a:pathLst>
                <a:path w="47570" h="5260">
                  <a:moveTo>
                    <a:pt x="0" y="5260"/>
                  </a:moveTo>
                  <a:lnTo>
                    <a:pt x="4757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3" name="Input_receptor__1652">
              <a:extLst>
                <a:ext uri="{FF2B5EF4-FFF2-40B4-BE49-F238E27FC236}">
                  <a16:creationId xmlns:a16="http://schemas.microsoft.com/office/drawing/2014/main" id="{AAB039AF-C92A-260D-10C1-D43E415EAF23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95" cy="30614"/>
            </a:xfrm>
            <a:custGeom>
              <a:avLst/>
              <a:gdLst/>
              <a:ahLst/>
              <a:cxnLst/>
              <a:rect l="0" t="0" r="0" b="0"/>
              <a:pathLst>
                <a:path w="95" h="30614">
                  <a:moveTo>
                    <a:pt x="31" y="30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4" name="Input_receptor__1653">
              <a:extLst>
                <a:ext uri="{FF2B5EF4-FFF2-40B4-BE49-F238E27FC236}">
                  <a16:creationId xmlns:a16="http://schemas.microsoft.com/office/drawing/2014/main" id="{8AF3BFC9-F5AF-8419-CA77-5AF8111EB0F5}"/>
                </a:ext>
              </a:extLst>
            </p:cNvPr>
            <p:cNvSpPr>
              <a:spLocks noGrp="1"/>
            </p:cNvSpPr>
            <p:nvPr/>
          </p:nvSpPr>
          <p:spPr>
            <a:xfrm>
              <a:off x="909734" y="4911727"/>
              <a:ext cx="10139" cy="24533"/>
            </a:xfrm>
            <a:custGeom>
              <a:avLst/>
              <a:gdLst/>
              <a:ahLst/>
              <a:cxnLst/>
              <a:rect l="0" t="0" r="0" b="0"/>
              <a:pathLst>
                <a:path w="10139" h="24533">
                  <a:moveTo>
                    <a:pt x="0" y="24533"/>
                  </a:moveTo>
                  <a:lnTo>
                    <a:pt x="1013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5" name="Input_receptor__1654">
              <a:extLst>
                <a:ext uri="{FF2B5EF4-FFF2-40B4-BE49-F238E27FC236}">
                  <a16:creationId xmlns:a16="http://schemas.microsoft.com/office/drawing/2014/main" id="{B420AC81-7311-E897-4D1D-50E1584A65FF}"/>
                </a:ext>
              </a:extLst>
            </p:cNvPr>
            <p:cNvSpPr>
              <a:spLocks noGrp="1"/>
            </p:cNvSpPr>
            <p:nvPr/>
          </p:nvSpPr>
          <p:spPr>
            <a:xfrm>
              <a:off x="908298" y="4460357"/>
              <a:ext cx="16530" cy="44476"/>
            </a:xfrm>
            <a:custGeom>
              <a:avLst/>
              <a:gdLst/>
              <a:ahLst/>
              <a:cxnLst/>
              <a:rect l="0" t="0" r="0" b="0"/>
              <a:pathLst>
                <a:path w="16530" h="44476">
                  <a:moveTo>
                    <a:pt x="16530" y="0"/>
                  </a:moveTo>
                  <a:lnTo>
                    <a:pt x="0" y="44476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6" name="Input_receptor__1655">
              <a:extLst>
                <a:ext uri="{FF2B5EF4-FFF2-40B4-BE49-F238E27FC236}">
                  <a16:creationId xmlns:a16="http://schemas.microsoft.com/office/drawing/2014/main" id="{04F36119-22ED-C061-58E8-3858A3F216BE}"/>
                </a:ext>
              </a:extLst>
            </p:cNvPr>
            <p:cNvSpPr>
              <a:spLocks noGrp="1"/>
            </p:cNvSpPr>
            <p:nvPr/>
          </p:nvSpPr>
          <p:spPr>
            <a:xfrm>
              <a:off x="1623588" y="4427720"/>
              <a:ext cx="16009" cy="19265"/>
            </a:xfrm>
            <a:custGeom>
              <a:avLst/>
              <a:gdLst/>
              <a:ahLst/>
              <a:cxnLst/>
              <a:rect l="0" t="0" r="0" b="0"/>
              <a:pathLst>
                <a:path w="16009" h="19265">
                  <a:moveTo>
                    <a:pt x="0" y="19265"/>
                  </a:moveTo>
                  <a:lnTo>
                    <a:pt x="16009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7" name="Input_receptor__1656">
              <a:extLst>
                <a:ext uri="{FF2B5EF4-FFF2-40B4-BE49-F238E27FC236}">
                  <a16:creationId xmlns:a16="http://schemas.microsoft.com/office/drawing/2014/main" id="{8E51FFD6-7F1A-ED1C-6D68-91BD39DCD35A}"/>
                </a:ext>
              </a:extLst>
            </p:cNvPr>
            <p:cNvSpPr>
              <a:spLocks noGrp="1"/>
            </p:cNvSpPr>
            <p:nvPr/>
          </p:nvSpPr>
          <p:spPr>
            <a:xfrm>
              <a:off x="723979" y="4529834"/>
              <a:ext cx="44468" cy="18215"/>
            </a:xfrm>
            <a:custGeom>
              <a:avLst/>
              <a:gdLst/>
              <a:ahLst/>
              <a:cxnLst/>
              <a:rect l="0" t="0" r="0" b="0"/>
              <a:pathLst>
                <a:path w="44468" h="18215">
                  <a:moveTo>
                    <a:pt x="0" y="18215"/>
                  </a:moveTo>
                  <a:lnTo>
                    <a:pt x="44468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8" name="Input_receptor__1657">
              <a:extLst>
                <a:ext uri="{FF2B5EF4-FFF2-40B4-BE49-F238E27FC236}">
                  <a16:creationId xmlns:a16="http://schemas.microsoft.com/office/drawing/2014/main" id="{BDA9B9E5-C121-8B30-AE35-2E5EABB7A5C1}"/>
                </a:ext>
              </a:extLst>
            </p:cNvPr>
            <p:cNvSpPr>
              <a:spLocks noGrp="1"/>
            </p:cNvSpPr>
            <p:nvPr/>
          </p:nvSpPr>
          <p:spPr>
            <a:xfrm>
              <a:off x="1556775" y="4278207"/>
              <a:ext cx="45502" cy="12086"/>
            </a:xfrm>
            <a:custGeom>
              <a:avLst/>
              <a:gdLst/>
              <a:ahLst/>
              <a:cxnLst/>
              <a:rect l="0" t="0" r="0" b="0"/>
              <a:pathLst>
                <a:path w="45502" h="12086">
                  <a:moveTo>
                    <a:pt x="45502" y="0"/>
                  </a:moveTo>
                  <a:lnTo>
                    <a:pt x="0" y="12086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9" name="Input_receptor__1658">
              <a:extLst>
                <a:ext uri="{FF2B5EF4-FFF2-40B4-BE49-F238E27FC236}">
                  <a16:creationId xmlns:a16="http://schemas.microsoft.com/office/drawing/2014/main" id="{90ADA8B0-8F1E-8E89-F972-0208F7F0372D}"/>
                </a:ext>
              </a:extLst>
            </p:cNvPr>
            <p:cNvSpPr>
              <a:spLocks noGrp="1"/>
            </p:cNvSpPr>
            <p:nvPr/>
          </p:nvSpPr>
          <p:spPr>
            <a:xfrm>
              <a:off x="1623405" y="4356427"/>
              <a:ext cx="35053" cy="33349"/>
            </a:xfrm>
            <a:custGeom>
              <a:avLst/>
              <a:gdLst/>
              <a:ahLst/>
              <a:cxnLst/>
              <a:rect l="0" t="0" r="0" b="0"/>
              <a:pathLst>
                <a:path w="35053" h="33349">
                  <a:moveTo>
                    <a:pt x="35053" y="333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0" name="Input_receptor__1659">
              <a:extLst>
                <a:ext uri="{FF2B5EF4-FFF2-40B4-BE49-F238E27FC236}">
                  <a16:creationId xmlns:a16="http://schemas.microsoft.com/office/drawing/2014/main" id="{62462E64-D18A-C124-2D90-CB3C4CDA64AB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84673"/>
              <a:ext cx="38578" cy="14344"/>
            </a:xfrm>
            <a:custGeom>
              <a:avLst/>
              <a:gdLst/>
              <a:ahLst/>
              <a:cxnLst/>
              <a:rect l="0" t="0" r="0" b="0"/>
              <a:pathLst>
                <a:path w="38578" h="14344">
                  <a:moveTo>
                    <a:pt x="0" y="14344"/>
                  </a:moveTo>
                  <a:lnTo>
                    <a:pt x="38578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1" name="Input_receptor__1660">
              <a:extLst>
                <a:ext uri="{FF2B5EF4-FFF2-40B4-BE49-F238E27FC236}">
                  <a16:creationId xmlns:a16="http://schemas.microsoft.com/office/drawing/2014/main" id="{BC947371-9505-E7E0-7F38-9E894EE7EBA7}"/>
                </a:ext>
              </a:extLst>
            </p:cNvPr>
            <p:cNvSpPr>
              <a:spLocks noGrp="1"/>
            </p:cNvSpPr>
            <p:nvPr/>
          </p:nvSpPr>
          <p:spPr>
            <a:xfrm>
              <a:off x="1040176" y="4905150"/>
              <a:ext cx="19343" cy="32197"/>
            </a:xfrm>
            <a:custGeom>
              <a:avLst/>
              <a:gdLst/>
              <a:ahLst/>
              <a:cxnLst/>
              <a:rect l="0" t="0" r="0" b="0"/>
              <a:pathLst>
                <a:path w="19343" h="32197">
                  <a:moveTo>
                    <a:pt x="19343" y="32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2" name="Input_receptor__1661">
              <a:extLst>
                <a:ext uri="{FF2B5EF4-FFF2-40B4-BE49-F238E27FC236}">
                  <a16:creationId xmlns:a16="http://schemas.microsoft.com/office/drawing/2014/main" id="{F2318D96-AA77-7E22-3787-8B328C88C8F3}"/>
                </a:ext>
              </a:extLst>
            </p:cNvPr>
            <p:cNvSpPr>
              <a:spLocks noGrp="1"/>
            </p:cNvSpPr>
            <p:nvPr/>
          </p:nvSpPr>
          <p:spPr>
            <a:xfrm>
              <a:off x="1087670" y="4598359"/>
              <a:ext cx="6806" cy="17825"/>
            </a:xfrm>
            <a:custGeom>
              <a:avLst/>
              <a:gdLst/>
              <a:ahLst/>
              <a:cxnLst/>
              <a:rect l="0" t="0" r="0" b="0"/>
              <a:pathLst>
                <a:path w="6806" h="17825">
                  <a:moveTo>
                    <a:pt x="0" y="17825"/>
                  </a:moveTo>
                  <a:lnTo>
                    <a:pt x="6806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3" name="Input_receptor__1662">
              <a:extLst>
                <a:ext uri="{FF2B5EF4-FFF2-40B4-BE49-F238E27FC236}">
                  <a16:creationId xmlns:a16="http://schemas.microsoft.com/office/drawing/2014/main" id="{893B29F0-0702-0A95-FFFA-DB1405784CBC}"/>
                </a:ext>
              </a:extLst>
            </p:cNvPr>
            <p:cNvSpPr>
              <a:spLocks noGrp="1"/>
            </p:cNvSpPr>
            <p:nvPr/>
          </p:nvSpPr>
          <p:spPr>
            <a:xfrm>
              <a:off x="1500926" y="4120431"/>
              <a:ext cx="22081" cy="15968"/>
            </a:xfrm>
            <a:custGeom>
              <a:avLst/>
              <a:gdLst/>
              <a:ahLst/>
              <a:cxnLst/>
              <a:rect l="0" t="0" r="0" b="0"/>
              <a:pathLst>
                <a:path w="22081" h="15968">
                  <a:moveTo>
                    <a:pt x="0" y="0"/>
                  </a:moveTo>
                  <a:lnTo>
                    <a:pt x="22081" y="15968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4" name="Input_receptor__1663">
              <a:extLst>
                <a:ext uri="{FF2B5EF4-FFF2-40B4-BE49-F238E27FC236}">
                  <a16:creationId xmlns:a16="http://schemas.microsoft.com/office/drawing/2014/main" id="{8E7B9F23-E6A8-DF08-2AEA-6961A57A4184}"/>
                </a:ext>
              </a:extLst>
            </p:cNvPr>
            <p:cNvSpPr>
              <a:spLocks noGrp="1"/>
            </p:cNvSpPr>
            <p:nvPr/>
          </p:nvSpPr>
          <p:spPr>
            <a:xfrm>
              <a:off x="1348608" y="4343751"/>
              <a:ext cx="46137" cy="2513"/>
            </a:xfrm>
            <a:custGeom>
              <a:avLst/>
              <a:gdLst/>
              <a:ahLst/>
              <a:cxnLst/>
              <a:rect l="0" t="0" r="0" b="0"/>
              <a:pathLst>
                <a:path w="46137" h="2513">
                  <a:moveTo>
                    <a:pt x="0" y="2513"/>
                  </a:moveTo>
                  <a:lnTo>
                    <a:pt x="46137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5" name="Input_receptor__1664">
              <a:extLst>
                <a:ext uri="{FF2B5EF4-FFF2-40B4-BE49-F238E27FC236}">
                  <a16:creationId xmlns:a16="http://schemas.microsoft.com/office/drawing/2014/main" id="{C5A1391A-C368-482F-5609-4ADBF67ABB15}"/>
                </a:ext>
              </a:extLst>
            </p:cNvPr>
            <p:cNvSpPr>
              <a:spLocks noGrp="1"/>
            </p:cNvSpPr>
            <p:nvPr/>
          </p:nvSpPr>
          <p:spPr>
            <a:xfrm>
              <a:off x="883048" y="4936259"/>
              <a:ext cx="26686" cy="31734"/>
            </a:xfrm>
            <a:custGeom>
              <a:avLst/>
              <a:gdLst/>
              <a:ahLst/>
              <a:cxnLst/>
              <a:rect l="0" t="0" r="0" b="0"/>
              <a:pathLst>
                <a:path w="26686" h="31734">
                  <a:moveTo>
                    <a:pt x="0" y="31734"/>
                  </a:moveTo>
                  <a:lnTo>
                    <a:pt x="26686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6" name="Input_receptor__1665">
              <a:extLst>
                <a:ext uri="{FF2B5EF4-FFF2-40B4-BE49-F238E27FC236}">
                  <a16:creationId xmlns:a16="http://schemas.microsoft.com/office/drawing/2014/main" id="{7BD1E527-9C5F-B17F-82AB-416EF076FDD8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38898"/>
              <a:ext cx="32933" cy="29755"/>
            </a:xfrm>
            <a:custGeom>
              <a:avLst/>
              <a:gdLst/>
              <a:ahLst/>
              <a:cxnLst/>
              <a:rect l="0" t="0" r="0" b="0"/>
              <a:pathLst>
                <a:path w="32933" h="29755">
                  <a:moveTo>
                    <a:pt x="0" y="29755"/>
                  </a:moveTo>
                  <a:lnTo>
                    <a:pt x="32933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7" name="Input_receptor__1666">
              <a:extLst>
                <a:ext uri="{FF2B5EF4-FFF2-40B4-BE49-F238E27FC236}">
                  <a16:creationId xmlns:a16="http://schemas.microsoft.com/office/drawing/2014/main" id="{5E053E24-B546-B913-DEA0-3BB3E13B76EC}"/>
                </a:ext>
              </a:extLst>
            </p:cNvPr>
            <p:cNvSpPr>
              <a:spLocks noGrp="1"/>
            </p:cNvSpPr>
            <p:nvPr/>
          </p:nvSpPr>
          <p:spPr>
            <a:xfrm>
              <a:off x="1406106" y="4768444"/>
              <a:ext cx="16588" cy="45255"/>
            </a:xfrm>
            <a:custGeom>
              <a:avLst/>
              <a:gdLst/>
              <a:ahLst/>
              <a:cxnLst/>
              <a:rect l="0" t="0" r="0" b="0"/>
              <a:pathLst>
                <a:path w="16588" h="45255">
                  <a:moveTo>
                    <a:pt x="16588" y="452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8" name="Input_receptor__1667">
              <a:extLst>
                <a:ext uri="{FF2B5EF4-FFF2-40B4-BE49-F238E27FC236}">
                  <a16:creationId xmlns:a16="http://schemas.microsoft.com/office/drawing/2014/main" id="{6F13C41E-110F-A256-7E00-B94675253FE1}"/>
                </a:ext>
              </a:extLst>
            </p:cNvPr>
            <p:cNvSpPr>
              <a:spLocks noGrp="1"/>
            </p:cNvSpPr>
            <p:nvPr/>
          </p:nvSpPr>
          <p:spPr>
            <a:xfrm>
              <a:off x="1519538" y="4268790"/>
              <a:ext cx="37237" cy="21504"/>
            </a:xfrm>
            <a:custGeom>
              <a:avLst/>
              <a:gdLst/>
              <a:ahLst/>
              <a:cxnLst/>
              <a:rect l="0" t="0" r="0" b="0"/>
              <a:pathLst>
                <a:path w="37237" h="21504">
                  <a:moveTo>
                    <a:pt x="37237" y="2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9" name="Input_receptor__1668">
              <a:extLst>
                <a:ext uri="{FF2B5EF4-FFF2-40B4-BE49-F238E27FC236}">
                  <a16:creationId xmlns:a16="http://schemas.microsoft.com/office/drawing/2014/main" id="{44389BFD-3718-C96F-BDFE-80285F7E43A0}"/>
                </a:ext>
              </a:extLst>
            </p:cNvPr>
            <p:cNvSpPr>
              <a:spLocks noGrp="1"/>
            </p:cNvSpPr>
            <p:nvPr/>
          </p:nvSpPr>
          <p:spPr>
            <a:xfrm>
              <a:off x="1281215" y="4455449"/>
              <a:ext cx="17112" cy="39755"/>
            </a:xfrm>
            <a:custGeom>
              <a:avLst/>
              <a:gdLst/>
              <a:ahLst/>
              <a:cxnLst/>
              <a:rect l="0" t="0" r="0" b="0"/>
              <a:pathLst>
                <a:path w="17112" h="39755">
                  <a:moveTo>
                    <a:pt x="0" y="0"/>
                  </a:moveTo>
                  <a:lnTo>
                    <a:pt x="17112" y="39755"/>
                  </a:lnTo>
                </a:path>
              </a:pathLst>
            </a:custGeom>
            <a:noFill/>
            <a:ln w="8096">
              <a:solidFill>
                <a:srgbClr val="9DACB7"/>
              </a:solidFill>
            </a:ln>
          </p:spPr>
        </p:sp>
        <p:sp>
          <p:nvSpPr>
            <p:cNvPr id="1670" name="Input_receptor__1669">
              <a:extLst>
                <a:ext uri="{FF2B5EF4-FFF2-40B4-BE49-F238E27FC236}">
                  <a16:creationId xmlns:a16="http://schemas.microsoft.com/office/drawing/2014/main" id="{8155E6BD-5959-F6CA-45CD-2A70529CA7A6}"/>
                </a:ext>
              </a:extLst>
            </p:cNvPr>
            <p:cNvSpPr>
              <a:spLocks noGrp="1"/>
            </p:cNvSpPr>
            <p:nvPr/>
          </p:nvSpPr>
          <p:spPr>
            <a:xfrm>
              <a:off x="1314657" y="4401997"/>
              <a:ext cx="31555" cy="35054"/>
            </a:xfrm>
            <a:custGeom>
              <a:avLst/>
              <a:gdLst/>
              <a:ahLst/>
              <a:cxnLst/>
              <a:rect l="0" t="0" r="0" b="0"/>
              <a:pathLst>
                <a:path w="31555" h="35054">
                  <a:moveTo>
                    <a:pt x="0" y="0"/>
                  </a:moveTo>
                  <a:lnTo>
                    <a:pt x="31555" y="35054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1" name="Input_receptor__1670">
              <a:extLst>
                <a:ext uri="{FF2B5EF4-FFF2-40B4-BE49-F238E27FC236}">
                  <a16:creationId xmlns:a16="http://schemas.microsoft.com/office/drawing/2014/main" id="{3547EB53-6F3C-9184-57F1-EED1C36856DA}"/>
                </a:ext>
              </a:extLst>
            </p:cNvPr>
            <p:cNvSpPr>
              <a:spLocks noGrp="1"/>
            </p:cNvSpPr>
            <p:nvPr/>
          </p:nvSpPr>
          <p:spPr>
            <a:xfrm>
              <a:off x="1504559" y="4406637"/>
              <a:ext cx="18737" cy="28600"/>
            </a:xfrm>
            <a:custGeom>
              <a:avLst/>
              <a:gdLst/>
              <a:ahLst/>
              <a:cxnLst/>
              <a:rect l="0" t="0" r="0" b="0"/>
              <a:pathLst>
                <a:path w="18737" h="28600">
                  <a:moveTo>
                    <a:pt x="0" y="28600"/>
                  </a:moveTo>
                  <a:lnTo>
                    <a:pt x="1873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2" name="Input_receptor__1671">
              <a:extLst>
                <a:ext uri="{FF2B5EF4-FFF2-40B4-BE49-F238E27FC236}">
                  <a16:creationId xmlns:a16="http://schemas.microsoft.com/office/drawing/2014/main" id="{4630D04C-7F77-8837-A0FC-F4C2C5D6C5BF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57450"/>
              <a:ext cx="36919" cy="15806"/>
            </a:xfrm>
            <a:custGeom>
              <a:avLst/>
              <a:gdLst/>
              <a:ahLst/>
              <a:cxnLst/>
              <a:rect l="0" t="0" r="0" b="0"/>
              <a:pathLst>
                <a:path w="36919" h="15806">
                  <a:moveTo>
                    <a:pt x="36919" y="0"/>
                  </a:moveTo>
                  <a:lnTo>
                    <a:pt x="0" y="15806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3" name="Input_receptor__1672">
              <a:extLst>
                <a:ext uri="{FF2B5EF4-FFF2-40B4-BE49-F238E27FC236}">
                  <a16:creationId xmlns:a16="http://schemas.microsoft.com/office/drawing/2014/main" id="{86970BC5-3F25-BE73-A58D-B72007A7F3EA}"/>
                </a:ext>
              </a:extLst>
            </p:cNvPr>
            <p:cNvSpPr>
              <a:spLocks noGrp="1"/>
            </p:cNvSpPr>
            <p:nvPr/>
          </p:nvSpPr>
          <p:spPr>
            <a:xfrm>
              <a:off x="1491943" y="4435238"/>
              <a:ext cx="12617" cy="30446"/>
            </a:xfrm>
            <a:custGeom>
              <a:avLst/>
              <a:gdLst/>
              <a:ahLst/>
              <a:cxnLst/>
              <a:rect l="0" t="0" r="0" b="0"/>
              <a:pathLst>
                <a:path w="12617" h="30446">
                  <a:moveTo>
                    <a:pt x="0" y="30446"/>
                  </a:moveTo>
                  <a:lnTo>
                    <a:pt x="1261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4" name="Input_receptor__1673">
              <a:extLst>
                <a:ext uri="{FF2B5EF4-FFF2-40B4-BE49-F238E27FC236}">
                  <a16:creationId xmlns:a16="http://schemas.microsoft.com/office/drawing/2014/main" id="{4BD05D2A-B852-6B36-5940-59C4697DA686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832043"/>
              <a:ext cx="46371" cy="11157"/>
            </a:xfrm>
            <a:custGeom>
              <a:avLst/>
              <a:gdLst/>
              <a:ahLst/>
              <a:cxnLst/>
              <a:rect l="0" t="0" r="0" b="0"/>
              <a:pathLst>
                <a:path w="46371" h="11157">
                  <a:moveTo>
                    <a:pt x="46371" y="11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5" name="Input_receptor__1674">
              <a:extLst>
                <a:ext uri="{FF2B5EF4-FFF2-40B4-BE49-F238E27FC236}">
                  <a16:creationId xmlns:a16="http://schemas.microsoft.com/office/drawing/2014/main" id="{97DDB94B-38D6-7E35-9CBF-10126305A186}"/>
                </a:ext>
              </a:extLst>
            </p:cNvPr>
            <p:cNvSpPr>
              <a:spLocks noGrp="1"/>
            </p:cNvSpPr>
            <p:nvPr/>
          </p:nvSpPr>
          <p:spPr>
            <a:xfrm>
              <a:off x="726063" y="4727596"/>
              <a:ext cx="33521" cy="33720"/>
            </a:xfrm>
            <a:custGeom>
              <a:avLst/>
              <a:gdLst/>
              <a:ahLst/>
              <a:cxnLst/>
              <a:rect l="0" t="0" r="0" b="0"/>
              <a:pathLst>
                <a:path w="33521" h="33720">
                  <a:moveTo>
                    <a:pt x="33521" y="337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6" name="Input_receptor__1675">
              <a:extLst>
                <a:ext uri="{FF2B5EF4-FFF2-40B4-BE49-F238E27FC236}">
                  <a16:creationId xmlns:a16="http://schemas.microsoft.com/office/drawing/2014/main" id="{DBFD11FA-48A4-3309-5836-0D0E0221FB64}"/>
                </a:ext>
              </a:extLst>
            </p:cNvPr>
            <p:cNvSpPr>
              <a:spLocks noGrp="1"/>
            </p:cNvSpPr>
            <p:nvPr/>
          </p:nvSpPr>
          <p:spPr>
            <a:xfrm>
              <a:off x="1402118" y="4104282"/>
              <a:ext cx="24110" cy="8142"/>
            </a:xfrm>
            <a:custGeom>
              <a:avLst/>
              <a:gdLst/>
              <a:ahLst/>
              <a:cxnLst/>
              <a:rect l="0" t="0" r="0" b="0"/>
              <a:pathLst>
                <a:path w="24110" h="8142">
                  <a:moveTo>
                    <a:pt x="0" y="0"/>
                  </a:moveTo>
                  <a:lnTo>
                    <a:pt x="24110" y="8142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7" name="Input_receptor__1676">
              <a:extLst>
                <a:ext uri="{FF2B5EF4-FFF2-40B4-BE49-F238E27FC236}">
                  <a16:creationId xmlns:a16="http://schemas.microsoft.com/office/drawing/2014/main" id="{10CA7BC6-FDC2-2D5F-EE18-39901C2AE14A}"/>
                </a:ext>
              </a:extLst>
            </p:cNvPr>
            <p:cNvSpPr>
              <a:spLocks noGrp="1"/>
            </p:cNvSpPr>
            <p:nvPr/>
          </p:nvSpPr>
          <p:spPr>
            <a:xfrm>
              <a:off x="1258470" y="4225110"/>
              <a:ext cx="47285" cy="2851"/>
            </a:xfrm>
            <a:custGeom>
              <a:avLst/>
              <a:gdLst/>
              <a:ahLst/>
              <a:cxnLst/>
              <a:rect l="0" t="0" r="0" b="0"/>
              <a:pathLst>
                <a:path w="47285" h="2851">
                  <a:moveTo>
                    <a:pt x="47285" y="0"/>
                  </a:moveTo>
                  <a:lnTo>
                    <a:pt x="0" y="2851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8" name="Input_receptor__1677">
              <a:extLst>
                <a:ext uri="{FF2B5EF4-FFF2-40B4-BE49-F238E27FC236}">
                  <a16:creationId xmlns:a16="http://schemas.microsoft.com/office/drawing/2014/main" id="{1C3DF0D2-E2E2-CBC1-FC97-E7B1398F8B96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371027"/>
              <a:ext cx="13048" cy="39404"/>
            </a:xfrm>
            <a:custGeom>
              <a:avLst/>
              <a:gdLst/>
              <a:ahLst/>
              <a:cxnLst/>
              <a:rect l="0" t="0" r="0" b="0"/>
              <a:pathLst>
                <a:path w="13048" h="39404">
                  <a:moveTo>
                    <a:pt x="13048" y="0"/>
                  </a:moveTo>
                  <a:lnTo>
                    <a:pt x="0" y="39404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9" name="Input_receptor__1678">
              <a:extLst>
                <a:ext uri="{FF2B5EF4-FFF2-40B4-BE49-F238E27FC236}">
                  <a16:creationId xmlns:a16="http://schemas.microsoft.com/office/drawing/2014/main" id="{91E5BDCA-5501-DE29-2CE6-0B60DC658D36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75762"/>
              <a:ext cx="44099" cy="17129"/>
            </a:xfrm>
            <a:custGeom>
              <a:avLst/>
              <a:gdLst/>
              <a:ahLst/>
              <a:cxnLst/>
              <a:rect l="0" t="0" r="0" b="0"/>
              <a:pathLst>
                <a:path w="44099" h="17129">
                  <a:moveTo>
                    <a:pt x="0" y="0"/>
                  </a:moveTo>
                  <a:lnTo>
                    <a:pt x="44099" y="17129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80" name="Input_receptor__1679">
              <a:extLst>
                <a:ext uri="{FF2B5EF4-FFF2-40B4-BE49-F238E27FC236}">
                  <a16:creationId xmlns:a16="http://schemas.microsoft.com/office/drawing/2014/main" id="{E26D6595-4525-44BD-C880-7013FC703760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68653"/>
              <a:ext cx="14897" cy="35701"/>
            </a:xfrm>
            <a:custGeom>
              <a:avLst/>
              <a:gdLst/>
              <a:ahLst/>
              <a:cxnLst/>
              <a:rect l="0" t="0" r="0" b="0"/>
              <a:pathLst>
                <a:path w="14897" h="35701">
                  <a:moveTo>
                    <a:pt x="14897" y="357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1" name="Input_receptor__1680">
              <a:extLst>
                <a:ext uri="{FF2B5EF4-FFF2-40B4-BE49-F238E27FC236}">
                  <a16:creationId xmlns:a16="http://schemas.microsoft.com/office/drawing/2014/main" id="{81B9FDC9-2181-5CFE-47C3-6B8962955704}"/>
                </a:ext>
              </a:extLst>
            </p:cNvPr>
            <p:cNvSpPr>
              <a:spLocks noGrp="1"/>
            </p:cNvSpPr>
            <p:nvPr/>
          </p:nvSpPr>
          <p:spPr>
            <a:xfrm>
              <a:off x="1576917" y="4405348"/>
              <a:ext cx="23644" cy="568"/>
            </a:xfrm>
            <a:custGeom>
              <a:avLst/>
              <a:gdLst/>
              <a:ahLst/>
              <a:cxnLst/>
              <a:rect l="0" t="0" r="0" b="0"/>
              <a:pathLst>
                <a:path w="23644" h="568">
                  <a:moveTo>
                    <a:pt x="0" y="0"/>
                  </a:moveTo>
                  <a:lnTo>
                    <a:pt x="23644" y="56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2" name="Input_receptor__1681">
              <a:extLst>
                <a:ext uri="{FF2B5EF4-FFF2-40B4-BE49-F238E27FC236}">
                  <a16:creationId xmlns:a16="http://schemas.microsoft.com/office/drawing/2014/main" id="{94E0FD26-1193-F2CA-9056-85A4C8BB9E96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22721"/>
              <a:ext cx="4686" cy="38430"/>
            </a:xfrm>
            <a:custGeom>
              <a:avLst/>
              <a:gdLst/>
              <a:ahLst/>
              <a:cxnLst/>
              <a:rect l="0" t="0" r="0" b="0"/>
              <a:pathLst>
                <a:path w="4686" h="38430">
                  <a:moveTo>
                    <a:pt x="0" y="38430"/>
                  </a:moveTo>
                  <a:lnTo>
                    <a:pt x="468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3" name="Input_receptor__1682">
              <a:extLst>
                <a:ext uri="{FF2B5EF4-FFF2-40B4-BE49-F238E27FC236}">
                  <a16:creationId xmlns:a16="http://schemas.microsoft.com/office/drawing/2014/main" id="{7364C107-4F41-435B-0C9B-2F39AD644397}"/>
                </a:ext>
              </a:extLst>
            </p:cNvPr>
            <p:cNvSpPr>
              <a:spLocks noGrp="1"/>
            </p:cNvSpPr>
            <p:nvPr/>
          </p:nvSpPr>
          <p:spPr>
            <a:xfrm>
              <a:off x="1183463" y="4518304"/>
              <a:ext cx="20923" cy="8535"/>
            </a:xfrm>
            <a:custGeom>
              <a:avLst/>
              <a:gdLst/>
              <a:ahLst/>
              <a:cxnLst/>
              <a:rect l="0" t="0" r="0" b="0"/>
              <a:pathLst>
                <a:path w="20923" h="8535">
                  <a:moveTo>
                    <a:pt x="0" y="8535"/>
                  </a:moveTo>
                  <a:lnTo>
                    <a:pt x="2092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4" name="Input_receptor__1683">
              <a:extLst>
                <a:ext uri="{FF2B5EF4-FFF2-40B4-BE49-F238E27FC236}">
                  <a16:creationId xmlns:a16="http://schemas.microsoft.com/office/drawing/2014/main" id="{7D0E2E83-8A64-97F2-BFE0-4593285C2365}"/>
                </a:ext>
              </a:extLst>
            </p:cNvPr>
            <p:cNvSpPr>
              <a:spLocks noGrp="1"/>
            </p:cNvSpPr>
            <p:nvPr/>
          </p:nvSpPr>
          <p:spPr>
            <a:xfrm>
              <a:off x="1475962" y="4087309"/>
              <a:ext cx="24964" cy="33122"/>
            </a:xfrm>
            <a:custGeom>
              <a:avLst/>
              <a:gdLst/>
              <a:ahLst/>
              <a:cxnLst/>
              <a:rect l="0" t="0" r="0" b="0"/>
              <a:pathLst>
                <a:path w="24964" h="33122">
                  <a:moveTo>
                    <a:pt x="0" y="0"/>
                  </a:moveTo>
                  <a:lnTo>
                    <a:pt x="24964" y="3312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5" name="Input_receptor__1684">
              <a:extLst>
                <a:ext uri="{FF2B5EF4-FFF2-40B4-BE49-F238E27FC236}">
                  <a16:creationId xmlns:a16="http://schemas.microsoft.com/office/drawing/2014/main" id="{10CE3520-E141-9E3D-EB80-DD120262348F}"/>
                </a:ext>
              </a:extLst>
            </p:cNvPr>
            <p:cNvSpPr>
              <a:spLocks noGrp="1"/>
            </p:cNvSpPr>
            <p:nvPr/>
          </p:nvSpPr>
          <p:spPr>
            <a:xfrm>
              <a:off x="1138191" y="4638898"/>
              <a:ext cx="33351" cy="34338"/>
            </a:xfrm>
            <a:custGeom>
              <a:avLst/>
              <a:gdLst/>
              <a:ahLst/>
              <a:cxnLst/>
              <a:rect l="0" t="0" r="0" b="0"/>
              <a:pathLst>
                <a:path w="33351" h="34338">
                  <a:moveTo>
                    <a:pt x="0" y="0"/>
                  </a:moveTo>
                  <a:lnTo>
                    <a:pt x="33351" y="3433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6" name="Input_receptor__1685">
              <a:extLst>
                <a:ext uri="{FF2B5EF4-FFF2-40B4-BE49-F238E27FC236}">
                  <a16:creationId xmlns:a16="http://schemas.microsoft.com/office/drawing/2014/main" id="{7398B5D6-5988-AC12-D64A-72E8F39684AE}"/>
                </a:ext>
              </a:extLst>
            </p:cNvPr>
            <p:cNvSpPr>
              <a:spLocks noGrp="1"/>
            </p:cNvSpPr>
            <p:nvPr/>
          </p:nvSpPr>
          <p:spPr>
            <a:xfrm>
              <a:off x="768447" y="4488059"/>
              <a:ext cx="10235" cy="41774"/>
            </a:xfrm>
            <a:custGeom>
              <a:avLst/>
              <a:gdLst/>
              <a:ahLst/>
              <a:cxnLst/>
              <a:rect l="0" t="0" r="0" b="0"/>
              <a:pathLst>
                <a:path w="10235" h="41774">
                  <a:moveTo>
                    <a:pt x="0" y="41774"/>
                  </a:moveTo>
                  <a:lnTo>
                    <a:pt x="10235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87" name="Input_receptor__1686">
              <a:extLst>
                <a:ext uri="{FF2B5EF4-FFF2-40B4-BE49-F238E27FC236}">
                  <a16:creationId xmlns:a16="http://schemas.microsoft.com/office/drawing/2014/main" id="{1A6C5B36-8CE5-95EB-57D5-CC9E990E967E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589807"/>
              <a:ext cx="19046" cy="10992"/>
            </a:xfrm>
            <a:custGeom>
              <a:avLst/>
              <a:gdLst/>
              <a:ahLst/>
              <a:cxnLst/>
              <a:rect l="0" t="0" r="0" b="0"/>
              <a:pathLst>
                <a:path w="19046" h="10992">
                  <a:moveTo>
                    <a:pt x="0" y="10992"/>
                  </a:moveTo>
                  <a:lnTo>
                    <a:pt x="1904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8" name="Input_receptor__1687">
              <a:extLst>
                <a:ext uri="{FF2B5EF4-FFF2-40B4-BE49-F238E27FC236}">
                  <a16:creationId xmlns:a16="http://schemas.microsoft.com/office/drawing/2014/main" id="{7936C0CF-8D2F-879D-E6F3-27A772189441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90389"/>
              <a:ext cx="12176" cy="18052"/>
            </a:xfrm>
            <a:custGeom>
              <a:avLst/>
              <a:gdLst/>
              <a:ahLst/>
              <a:cxnLst/>
              <a:rect l="0" t="0" r="0" b="0"/>
              <a:pathLst>
                <a:path w="12176" h="18052">
                  <a:moveTo>
                    <a:pt x="0" y="0"/>
                  </a:moveTo>
                  <a:lnTo>
                    <a:pt x="12176" y="1805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9" name="Input_receptor__1688">
              <a:extLst>
                <a:ext uri="{FF2B5EF4-FFF2-40B4-BE49-F238E27FC236}">
                  <a16:creationId xmlns:a16="http://schemas.microsoft.com/office/drawing/2014/main" id="{3737DC95-3AA0-55A3-8931-5070996DA110}"/>
                </a:ext>
              </a:extLst>
            </p:cNvPr>
            <p:cNvSpPr>
              <a:spLocks noGrp="1"/>
            </p:cNvSpPr>
            <p:nvPr/>
          </p:nvSpPr>
          <p:spPr>
            <a:xfrm>
              <a:off x="643957" y="4701147"/>
              <a:ext cx="10963" cy="43793"/>
            </a:xfrm>
            <a:custGeom>
              <a:avLst/>
              <a:gdLst/>
              <a:ahLst/>
              <a:cxnLst/>
              <a:rect l="0" t="0" r="0" b="0"/>
              <a:pathLst>
                <a:path w="10963" h="43793">
                  <a:moveTo>
                    <a:pt x="0" y="0"/>
                  </a:moveTo>
                  <a:lnTo>
                    <a:pt x="10963" y="4379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0" name="Input_receptor__1689">
              <a:extLst>
                <a:ext uri="{FF2B5EF4-FFF2-40B4-BE49-F238E27FC236}">
                  <a16:creationId xmlns:a16="http://schemas.microsoft.com/office/drawing/2014/main" id="{8655D57C-B5C4-44D6-297D-273478041C74}"/>
                </a:ext>
              </a:extLst>
            </p:cNvPr>
            <p:cNvSpPr>
              <a:spLocks noGrp="1"/>
            </p:cNvSpPr>
            <p:nvPr/>
          </p:nvSpPr>
          <p:spPr>
            <a:xfrm>
              <a:off x="886194" y="4781379"/>
              <a:ext cx="41026" cy="7481"/>
            </a:xfrm>
            <a:custGeom>
              <a:avLst/>
              <a:gdLst/>
              <a:ahLst/>
              <a:cxnLst/>
              <a:rect l="0" t="0" r="0" b="0"/>
              <a:pathLst>
                <a:path w="41026" h="7481">
                  <a:moveTo>
                    <a:pt x="0" y="7481"/>
                  </a:moveTo>
                  <a:lnTo>
                    <a:pt x="4102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1" name="Input_receptor__1690">
              <a:extLst>
                <a:ext uri="{FF2B5EF4-FFF2-40B4-BE49-F238E27FC236}">
                  <a16:creationId xmlns:a16="http://schemas.microsoft.com/office/drawing/2014/main" id="{5F57AB12-72B9-BDAE-F3B1-E733A52C26AC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62391"/>
              <a:ext cx="12863" cy="10887"/>
            </a:xfrm>
            <a:custGeom>
              <a:avLst/>
              <a:gdLst/>
              <a:ahLst/>
              <a:cxnLst/>
              <a:rect l="0" t="0" r="0" b="0"/>
              <a:pathLst>
                <a:path w="12863" h="10887">
                  <a:moveTo>
                    <a:pt x="0" y="10887"/>
                  </a:moveTo>
                  <a:lnTo>
                    <a:pt x="1286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2" name="Input_receptor__1691">
              <a:extLst>
                <a:ext uri="{FF2B5EF4-FFF2-40B4-BE49-F238E27FC236}">
                  <a16:creationId xmlns:a16="http://schemas.microsoft.com/office/drawing/2014/main" id="{EC23C23C-CC76-48BE-777D-37B2BEA2715B}"/>
                </a:ext>
              </a:extLst>
            </p:cNvPr>
            <p:cNvSpPr>
              <a:spLocks noGrp="1"/>
            </p:cNvSpPr>
            <p:nvPr/>
          </p:nvSpPr>
          <p:spPr>
            <a:xfrm>
              <a:off x="1313364" y="4332331"/>
              <a:ext cx="35243" cy="13933"/>
            </a:xfrm>
            <a:custGeom>
              <a:avLst/>
              <a:gdLst/>
              <a:ahLst/>
              <a:cxnLst/>
              <a:rect l="0" t="0" r="0" b="0"/>
              <a:pathLst>
                <a:path w="35243" h="13933">
                  <a:moveTo>
                    <a:pt x="0" y="0"/>
                  </a:moveTo>
                  <a:lnTo>
                    <a:pt x="35243" y="1393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3" name="Input_receptor__1692">
              <a:extLst>
                <a:ext uri="{FF2B5EF4-FFF2-40B4-BE49-F238E27FC236}">
                  <a16:creationId xmlns:a16="http://schemas.microsoft.com/office/drawing/2014/main" id="{978B6525-CCE6-E763-55D9-B9E6D3C6B5DA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61151"/>
              <a:ext cx="8734" cy="32851"/>
            </a:xfrm>
            <a:custGeom>
              <a:avLst/>
              <a:gdLst/>
              <a:ahLst/>
              <a:cxnLst/>
              <a:rect l="0" t="0" r="0" b="0"/>
              <a:pathLst>
                <a:path w="8734" h="32851">
                  <a:moveTo>
                    <a:pt x="8734" y="32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4" name="Input_receptor__1693">
              <a:extLst>
                <a:ext uri="{FF2B5EF4-FFF2-40B4-BE49-F238E27FC236}">
                  <a16:creationId xmlns:a16="http://schemas.microsoft.com/office/drawing/2014/main" id="{5D9CFA34-8BB4-4522-0533-F0571D3EFC10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27961"/>
              <a:ext cx="4617" cy="47801"/>
            </a:xfrm>
            <a:custGeom>
              <a:avLst/>
              <a:gdLst/>
              <a:ahLst/>
              <a:cxnLst/>
              <a:rect l="0" t="0" r="0" b="0"/>
              <a:pathLst>
                <a:path w="4617" h="47801">
                  <a:moveTo>
                    <a:pt x="4617" y="0"/>
                  </a:moveTo>
                  <a:lnTo>
                    <a:pt x="0" y="4780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5" name="Input_receptor__1694">
              <a:extLst>
                <a:ext uri="{FF2B5EF4-FFF2-40B4-BE49-F238E27FC236}">
                  <a16:creationId xmlns:a16="http://schemas.microsoft.com/office/drawing/2014/main" id="{F09F94AA-C76E-970A-CC91-C40B736AF6DC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71422"/>
              <a:ext cx="28430" cy="27951"/>
            </a:xfrm>
            <a:custGeom>
              <a:avLst/>
              <a:gdLst/>
              <a:ahLst/>
              <a:cxnLst/>
              <a:rect l="0" t="0" r="0" b="0"/>
              <a:pathLst>
                <a:path w="28430" h="27951">
                  <a:moveTo>
                    <a:pt x="28430" y="0"/>
                  </a:moveTo>
                  <a:lnTo>
                    <a:pt x="0" y="2795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6" name="Input_receptor__1695">
              <a:extLst>
                <a:ext uri="{FF2B5EF4-FFF2-40B4-BE49-F238E27FC236}">
                  <a16:creationId xmlns:a16="http://schemas.microsoft.com/office/drawing/2014/main" id="{F9CC456D-2E33-1164-6BC4-FABDDB8CEC0E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788859"/>
              <a:ext cx="9380" cy="43184"/>
            </a:xfrm>
            <a:custGeom>
              <a:avLst/>
              <a:gdLst/>
              <a:ahLst/>
              <a:cxnLst/>
              <a:rect l="0" t="0" r="0" b="0"/>
              <a:pathLst>
                <a:path w="9380" h="43184">
                  <a:moveTo>
                    <a:pt x="0" y="43184"/>
                  </a:moveTo>
                  <a:lnTo>
                    <a:pt x="938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7" name="Input_receptor__1696">
              <a:extLst>
                <a:ext uri="{FF2B5EF4-FFF2-40B4-BE49-F238E27FC236}">
                  <a16:creationId xmlns:a16="http://schemas.microsoft.com/office/drawing/2014/main" id="{BD05756C-2FE1-67D4-BFF7-0EE4C09D26AC}"/>
                </a:ext>
              </a:extLst>
            </p:cNvPr>
            <p:cNvSpPr>
              <a:spLocks noGrp="1"/>
            </p:cNvSpPr>
            <p:nvPr/>
          </p:nvSpPr>
          <p:spPr>
            <a:xfrm>
              <a:off x="706261" y="4405269"/>
              <a:ext cx="10574" cy="10996"/>
            </a:xfrm>
            <a:custGeom>
              <a:avLst/>
              <a:gdLst/>
              <a:ahLst/>
              <a:cxnLst/>
              <a:rect l="0" t="0" r="0" b="0"/>
              <a:pathLst>
                <a:path w="10574" h="10996">
                  <a:moveTo>
                    <a:pt x="0" y="0"/>
                  </a:moveTo>
                  <a:lnTo>
                    <a:pt x="10574" y="10996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8" name="Input_receptor__1697">
              <a:extLst>
                <a:ext uri="{FF2B5EF4-FFF2-40B4-BE49-F238E27FC236}">
                  <a16:creationId xmlns:a16="http://schemas.microsoft.com/office/drawing/2014/main" id="{ED97C9DD-E1AB-F045-24B8-69CD721767C3}"/>
                </a:ext>
              </a:extLst>
            </p:cNvPr>
            <p:cNvSpPr>
              <a:spLocks noGrp="1"/>
            </p:cNvSpPr>
            <p:nvPr/>
          </p:nvSpPr>
          <p:spPr>
            <a:xfrm>
              <a:off x="1550607" y="4443973"/>
              <a:ext cx="13144" cy="7735"/>
            </a:xfrm>
            <a:custGeom>
              <a:avLst/>
              <a:gdLst/>
              <a:ahLst/>
              <a:cxnLst/>
              <a:rect l="0" t="0" r="0" b="0"/>
              <a:pathLst>
                <a:path w="13144" h="7735">
                  <a:moveTo>
                    <a:pt x="0" y="0"/>
                  </a:moveTo>
                  <a:lnTo>
                    <a:pt x="13144" y="7735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9" name="Input_receptor__1698">
              <a:extLst>
                <a:ext uri="{FF2B5EF4-FFF2-40B4-BE49-F238E27FC236}">
                  <a16:creationId xmlns:a16="http://schemas.microsoft.com/office/drawing/2014/main" id="{82544FEC-5338-5CF7-EACE-FAEB4D664DCA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18649"/>
              <a:ext cx="37284" cy="9526"/>
            </a:xfrm>
            <a:custGeom>
              <a:avLst/>
              <a:gdLst/>
              <a:ahLst/>
              <a:cxnLst/>
              <a:rect l="0" t="0" r="0" b="0"/>
              <a:pathLst>
                <a:path w="37284" h="9526">
                  <a:moveTo>
                    <a:pt x="0" y="9526"/>
                  </a:moveTo>
                  <a:lnTo>
                    <a:pt x="37284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0" name="Input_receptor__1699">
              <a:extLst>
                <a:ext uri="{FF2B5EF4-FFF2-40B4-BE49-F238E27FC236}">
                  <a16:creationId xmlns:a16="http://schemas.microsoft.com/office/drawing/2014/main" id="{8E1AAB80-38D7-7945-BBE5-AC75BE863056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27642" cy="9480"/>
            </a:xfrm>
            <a:custGeom>
              <a:avLst/>
              <a:gdLst/>
              <a:ahLst/>
              <a:cxnLst/>
              <a:rect l="0" t="0" r="0" b="0"/>
              <a:pathLst>
                <a:path w="27642" h="9480">
                  <a:moveTo>
                    <a:pt x="0" y="0"/>
                  </a:moveTo>
                  <a:lnTo>
                    <a:pt x="27642" y="948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1" name="Input_receptor__1700">
              <a:extLst>
                <a:ext uri="{FF2B5EF4-FFF2-40B4-BE49-F238E27FC236}">
                  <a16:creationId xmlns:a16="http://schemas.microsoft.com/office/drawing/2014/main" id="{01CE8DD9-8EA8-EC22-A49A-CC52531158D8}"/>
                </a:ext>
              </a:extLst>
            </p:cNvPr>
            <p:cNvSpPr>
              <a:spLocks noGrp="1"/>
            </p:cNvSpPr>
            <p:nvPr/>
          </p:nvSpPr>
          <p:spPr>
            <a:xfrm>
              <a:off x="1297951" y="4292891"/>
              <a:ext cx="15413" cy="39441"/>
            </a:xfrm>
            <a:custGeom>
              <a:avLst/>
              <a:gdLst/>
              <a:ahLst/>
              <a:cxnLst/>
              <a:rect l="0" t="0" r="0" b="0"/>
              <a:pathLst>
                <a:path w="15413" h="39441">
                  <a:moveTo>
                    <a:pt x="0" y="0"/>
                  </a:moveTo>
                  <a:lnTo>
                    <a:pt x="15413" y="3944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2" name="Input_receptor__1701">
              <a:extLst>
                <a:ext uri="{FF2B5EF4-FFF2-40B4-BE49-F238E27FC236}">
                  <a16:creationId xmlns:a16="http://schemas.microsoft.com/office/drawing/2014/main" id="{68ADF223-9853-8659-71D5-7C4079ECB7D2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99017"/>
              <a:ext cx="17037" cy="45075"/>
            </a:xfrm>
            <a:custGeom>
              <a:avLst/>
              <a:gdLst/>
              <a:ahLst/>
              <a:cxnLst/>
              <a:rect l="0" t="0" r="0" b="0"/>
              <a:pathLst>
                <a:path w="17037" h="45075">
                  <a:moveTo>
                    <a:pt x="17037" y="4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3" name="Input_receptor__1702">
              <a:extLst>
                <a:ext uri="{FF2B5EF4-FFF2-40B4-BE49-F238E27FC236}">
                  <a16:creationId xmlns:a16="http://schemas.microsoft.com/office/drawing/2014/main" id="{3E7A7E05-B9E7-AE10-1D79-86224C89B4A3}"/>
                </a:ext>
              </a:extLst>
            </p:cNvPr>
            <p:cNvSpPr>
              <a:spLocks noGrp="1"/>
            </p:cNvSpPr>
            <p:nvPr/>
          </p:nvSpPr>
          <p:spPr>
            <a:xfrm>
              <a:off x="1475269" y="4268790"/>
              <a:ext cx="44269" cy="19084"/>
            </a:xfrm>
            <a:custGeom>
              <a:avLst/>
              <a:gdLst/>
              <a:ahLst/>
              <a:cxnLst/>
              <a:rect l="0" t="0" r="0" b="0"/>
              <a:pathLst>
                <a:path w="44269" h="19084">
                  <a:moveTo>
                    <a:pt x="44269" y="0"/>
                  </a:moveTo>
                  <a:lnTo>
                    <a:pt x="0" y="19084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4" name="Input_receptor__1703">
              <a:extLst>
                <a:ext uri="{FF2B5EF4-FFF2-40B4-BE49-F238E27FC236}">
                  <a16:creationId xmlns:a16="http://schemas.microsoft.com/office/drawing/2014/main" id="{3C53972A-4886-7076-6922-8E8574FAB428}"/>
                </a:ext>
              </a:extLst>
            </p:cNvPr>
            <p:cNvSpPr>
              <a:spLocks noGrp="1"/>
            </p:cNvSpPr>
            <p:nvPr/>
          </p:nvSpPr>
          <p:spPr>
            <a:xfrm>
              <a:off x="1426228" y="4112424"/>
              <a:ext cx="24874" cy="36670"/>
            </a:xfrm>
            <a:custGeom>
              <a:avLst/>
              <a:gdLst/>
              <a:ahLst/>
              <a:cxnLst/>
              <a:rect l="0" t="0" r="0" b="0"/>
              <a:pathLst>
                <a:path w="24874" h="36670">
                  <a:moveTo>
                    <a:pt x="0" y="0"/>
                  </a:moveTo>
                  <a:lnTo>
                    <a:pt x="24874" y="3667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5" name="Input_receptor__1704">
              <a:extLst>
                <a:ext uri="{FF2B5EF4-FFF2-40B4-BE49-F238E27FC236}">
                  <a16:creationId xmlns:a16="http://schemas.microsoft.com/office/drawing/2014/main" id="{B118D321-F52D-97BE-F769-7AC308240581}"/>
                </a:ext>
              </a:extLst>
            </p:cNvPr>
            <p:cNvSpPr>
              <a:spLocks noGrp="1"/>
            </p:cNvSpPr>
            <p:nvPr/>
          </p:nvSpPr>
          <p:spPr>
            <a:xfrm>
              <a:off x="778682" y="4456202"/>
              <a:ext cx="35043" cy="31857"/>
            </a:xfrm>
            <a:custGeom>
              <a:avLst/>
              <a:gdLst/>
              <a:ahLst/>
              <a:cxnLst/>
              <a:rect l="0" t="0" r="0" b="0"/>
              <a:pathLst>
                <a:path w="35043" h="31857">
                  <a:moveTo>
                    <a:pt x="0" y="31857"/>
                  </a:moveTo>
                  <a:lnTo>
                    <a:pt x="35043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6" name="Input_receptor__1705">
              <a:extLst>
                <a:ext uri="{FF2B5EF4-FFF2-40B4-BE49-F238E27FC236}">
                  <a16:creationId xmlns:a16="http://schemas.microsoft.com/office/drawing/2014/main" id="{18FB6FE3-8EF5-DF33-8D24-E6449B085374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195794"/>
              <a:ext cx="31247" cy="24534"/>
            </a:xfrm>
            <a:custGeom>
              <a:avLst/>
              <a:gdLst/>
              <a:ahLst/>
              <a:cxnLst/>
              <a:rect l="0" t="0" r="0" b="0"/>
              <a:pathLst>
                <a:path w="31247" h="24534">
                  <a:moveTo>
                    <a:pt x="31247" y="0"/>
                  </a:moveTo>
                  <a:lnTo>
                    <a:pt x="0" y="24534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07" name="Input_receptor__1706">
              <a:extLst>
                <a:ext uri="{FF2B5EF4-FFF2-40B4-BE49-F238E27FC236}">
                  <a16:creationId xmlns:a16="http://schemas.microsoft.com/office/drawing/2014/main" id="{85C8B9B8-7883-F554-6E1F-17D672B71482}"/>
                </a:ext>
              </a:extLst>
            </p:cNvPr>
            <p:cNvSpPr>
              <a:spLocks noGrp="1"/>
            </p:cNvSpPr>
            <p:nvPr/>
          </p:nvSpPr>
          <p:spPr>
            <a:xfrm>
              <a:off x="1117013" y="4562691"/>
              <a:ext cx="36156" cy="12256"/>
            </a:xfrm>
            <a:custGeom>
              <a:avLst/>
              <a:gdLst/>
              <a:ahLst/>
              <a:cxnLst/>
              <a:rect l="0" t="0" r="0" b="0"/>
              <a:pathLst>
                <a:path w="36156" h="12256">
                  <a:moveTo>
                    <a:pt x="0" y="0"/>
                  </a:moveTo>
                  <a:lnTo>
                    <a:pt x="36156" y="12256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8" name="Input_receptor__1707">
              <a:extLst>
                <a:ext uri="{FF2B5EF4-FFF2-40B4-BE49-F238E27FC236}">
                  <a16:creationId xmlns:a16="http://schemas.microsoft.com/office/drawing/2014/main" id="{24731FEC-D4EE-E6E3-0F7C-C8718DB59264}"/>
                </a:ext>
              </a:extLst>
            </p:cNvPr>
            <p:cNvSpPr>
              <a:spLocks noGrp="1"/>
            </p:cNvSpPr>
            <p:nvPr/>
          </p:nvSpPr>
          <p:spPr>
            <a:xfrm>
              <a:off x="1020078" y="4642872"/>
              <a:ext cx="16477" cy="4947"/>
            </a:xfrm>
            <a:custGeom>
              <a:avLst/>
              <a:gdLst/>
              <a:ahLst/>
              <a:cxnLst/>
              <a:rect l="0" t="0" r="0" b="0"/>
              <a:pathLst>
                <a:path w="16477" h="4947">
                  <a:moveTo>
                    <a:pt x="0" y="0"/>
                  </a:moveTo>
                  <a:lnTo>
                    <a:pt x="16477" y="4947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9" name="Input_receptor__1708">
              <a:extLst>
                <a:ext uri="{FF2B5EF4-FFF2-40B4-BE49-F238E27FC236}">
                  <a16:creationId xmlns:a16="http://schemas.microsoft.com/office/drawing/2014/main" id="{E8F222F7-AC63-D85A-F487-5615E23790D1}"/>
                </a:ext>
              </a:extLst>
            </p:cNvPr>
            <p:cNvSpPr>
              <a:spLocks noGrp="1"/>
            </p:cNvSpPr>
            <p:nvPr/>
          </p:nvSpPr>
          <p:spPr>
            <a:xfrm>
              <a:off x="1603476" y="4330329"/>
              <a:ext cx="19929" cy="26097"/>
            </a:xfrm>
            <a:custGeom>
              <a:avLst/>
              <a:gdLst/>
              <a:ahLst/>
              <a:cxnLst/>
              <a:rect l="0" t="0" r="0" b="0"/>
              <a:pathLst>
                <a:path w="19929" h="26097">
                  <a:moveTo>
                    <a:pt x="19929" y="2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0" name="Input_receptor__1709">
              <a:extLst>
                <a:ext uri="{FF2B5EF4-FFF2-40B4-BE49-F238E27FC236}">
                  <a16:creationId xmlns:a16="http://schemas.microsoft.com/office/drawing/2014/main" id="{3462EF0D-AC8E-28F1-B941-E15619A49BC5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05150"/>
              <a:ext cx="42076" cy="22789"/>
            </a:xfrm>
            <a:custGeom>
              <a:avLst/>
              <a:gdLst/>
              <a:ahLst/>
              <a:cxnLst/>
              <a:rect l="0" t="0" r="0" b="0"/>
              <a:pathLst>
                <a:path w="42076" h="22789">
                  <a:moveTo>
                    <a:pt x="42076" y="0"/>
                  </a:moveTo>
                  <a:lnTo>
                    <a:pt x="0" y="22789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1" name="Input_receptor__1710">
              <a:extLst>
                <a:ext uri="{FF2B5EF4-FFF2-40B4-BE49-F238E27FC236}">
                  <a16:creationId xmlns:a16="http://schemas.microsoft.com/office/drawing/2014/main" id="{A02068CA-3995-06AF-14C1-DC4A9216D3CB}"/>
                </a:ext>
              </a:extLst>
            </p:cNvPr>
            <p:cNvSpPr>
              <a:spLocks noGrp="1"/>
            </p:cNvSpPr>
            <p:nvPr/>
          </p:nvSpPr>
          <p:spPr>
            <a:xfrm>
              <a:off x="1181183" y="4764537"/>
              <a:ext cx="34457" cy="28522"/>
            </a:xfrm>
            <a:custGeom>
              <a:avLst/>
              <a:gdLst/>
              <a:ahLst/>
              <a:cxnLst/>
              <a:rect l="0" t="0" r="0" b="0"/>
              <a:pathLst>
                <a:path w="34457" h="28522">
                  <a:moveTo>
                    <a:pt x="0" y="0"/>
                  </a:moveTo>
                  <a:lnTo>
                    <a:pt x="34457" y="28522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2" name="Input_receptor__1711">
              <a:extLst>
                <a:ext uri="{FF2B5EF4-FFF2-40B4-BE49-F238E27FC236}">
                  <a16:creationId xmlns:a16="http://schemas.microsoft.com/office/drawing/2014/main" id="{090540A3-95EF-E797-77F7-6B1A4D8F539F}"/>
                </a:ext>
              </a:extLst>
            </p:cNvPr>
            <p:cNvSpPr>
              <a:spLocks noGrp="1"/>
            </p:cNvSpPr>
            <p:nvPr/>
          </p:nvSpPr>
          <p:spPr>
            <a:xfrm>
              <a:off x="1305755" y="4225110"/>
              <a:ext cx="29204" cy="337"/>
            </a:xfrm>
            <a:custGeom>
              <a:avLst/>
              <a:gdLst/>
              <a:ahLst/>
              <a:cxnLst/>
              <a:rect l="0" t="0" r="0" b="0"/>
              <a:pathLst>
                <a:path w="29204" h="337">
                  <a:moveTo>
                    <a:pt x="29204" y="3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3" name="Input_receptor__1712">
              <a:extLst>
                <a:ext uri="{FF2B5EF4-FFF2-40B4-BE49-F238E27FC236}">
                  <a16:creationId xmlns:a16="http://schemas.microsoft.com/office/drawing/2014/main" id="{1EF70BDC-6D22-660A-FFCB-A341019E36DC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40050" cy="20779"/>
            </a:xfrm>
            <a:custGeom>
              <a:avLst/>
              <a:gdLst/>
              <a:ahLst/>
              <a:cxnLst/>
              <a:rect l="0" t="0" r="0" b="0"/>
              <a:pathLst>
                <a:path w="40050" h="20779">
                  <a:moveTo>
                    <a:pt x="0" y="0"/>
                  </a:moveTo>
                  <a:lnTo>
                    <a:pt x="40050" y="20779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4" name="Input_receptor__1713">
              <a:extLst>
                <a:ext uri="{FF2B5EF4-FFF2-40B4-BE49-F238E27FC236}">
                  <a16:creationId xmlns:a16="http://schemas.microsoft.com/office/drawing/2014/main" id="{BE4DC5C9-8F2F-2CFC-9C7E-CEB0D4F6A194}"/>
                </a:ext>
              </a:extLst>
            </p:cNvPr>
            <p:cNvSpPr>
              <a:spLocks noGrp="1"/>
            </p:cNvSpPr>
            <p:nvPr/>
          </p:nvSpPr>
          <p:spPr>
            <a:xfrm>
              <a:off x="1243785" y="4455449"/>
              <a:ext cx="37430" cy="26338"/>
            </a:xfrm>
            <a:custGeom>
              <a:avLst/>
              <a:gdLst/>
              <a:ahLst/>
              <a:cxnLst/>
              <a:rect l="0" t="0" r="0" b="0"/>
              <a:pathLst>
                <a:path w="37430" h="26338">
                  <a:moveTo>
                    <a:pt x="0" y="26338"/>
                  </a:moveTo>
                  <a:lnTo>
                    <a:pt x="37430" y="0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5" name="Input_receptor__1714">
              <a:extLst>
                <a:ext uri="{FF2B5EF4-FFF2-40B4-BE49-F238E27FC236}">
                  <a16:creationId xmlns:a16="http://schemas.microsoft.com/office/drawing/2014/main" id="{37B7881A-67ED-246A-8DBB-C5AC45C3747F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39144"/>
              <a:ext cx="33801" cy="31696"/>
            </a:xfrm>
            <a:custGeom>
              <a:avLst/>
              <a:gdLst/>
              <a:ahLst/>
              <a:cxnLst/>
              <a:rect l="0" t="0" r="0" b="0"/>
              <a:pathLst>
                <a:path w="33801" h="31696">
                  <a:moveTo>
                    <a:pt x="0" y="0"/>
                  </a:moveTo>
                  <a:lnTo>
                    <a:pt x="33801" y="31696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6" name="Input_receptor__1715">
              <a:extLst>
                <a:ext uri="{FF2B5EF4-FFF2-40B4-BE49-F238E27FC236}">
                  <a16:creationId xmlns:a16="http://schemas.microsoft.com/office/drawing/2014/main" id="{388124B5-4DC3-E6CD-510C-4EB8D80B3C7A}"/>
                </a:ext>
              </a:extLst>
            </p:cNvPr>
            <p:cNvSpPr>
              <a:spLocks noGrp="1"/>
            </p:cNvSpPr>
            <p:nvPr/>
          </p:nvSpPr>
          <p:spPr>
            <a:xfrm>
              <a:off x="1298095" y="4579621"/>
              <a:ext cx="8622" cy="35064"/>
            </a:xfrm>
            <a:custGeom>
              <a:avLst/>
              <a:gdLst/>
              <a:ahLst/>
              <a:cxnLst/>
              <a:rect l="0" t="0" r="0" b="0"/>
              <a:pathLst>
                <a:path w="8622" h="35064">
                  <a:moveTo>
                    <a:pt x="8622" y="0"/>
                  </a:moveTo>
                  <a:lnTo>
                    <a:pt x="0" y="35064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7" name="Input_receptor__1716">
              <a:extLst>
                <a:ext uri="{FF2B5EF4-FFF2-40B4-BE49-F238E27FC236}">
                  <a16:creationId xmlns:a16="http://schemas.microsoft.com/office/drawing/2014/main" id="{947E46D4-F0AF-8F1D-C9FE-7FF587024719}"/>
                </a:ext>
              </a:extLst>
            </p:cNvPr>
            <p:cNvSpPr>
              <a:spLocks noGrp="1"/>
            </p:cNvSpPr>
            <p:nvPr/>
          </p:nvSpPr>
          <p:spPr>
            <a:xfrm>
              <a:off x="1600561" y="4405916"/>
              <a:ext cx="23027" cy="41069"/>
            </a:xfrm>
            <a:custGeom>
              <a:avLst/>
              <a:gdLst/>
              <a:ahLst/>
              <a:cxnLst/>
              <a:rect l="0" t="0" r="0" b="0"/>
              <a:pathLst>
                <a:path w="23027" h="41069">
                  <a:moveTo>
                    <a:pt x="0" y="0"/>
                  </a:moveTo>
                  <a:lnTo>
                    <a:pt x="23027" y="41069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8" name="Input_receptor__1717">
              <a:extLst>
                <a:ext uri="{FF2B5EF4-FFF2-40B4-BE49-F238E27FC236}">
                  <a16:creationId xmlns:a16="http://schemas.microsoft.com/office/drawing/2014/main" id="{00B90F40-C668-3FB1-555B-0F2FDA3E757B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27939"/>
              <a:ext cx="20245" cy="43483"/>
            </a:xfrm>
            <a:custGeom>
              <a:avLst/>
              <a:gdLst/>
              <a:ahLst/>
              <a:cxnLst/>
              <a:rect l="0" t="0" r="0" b="0"/>
              <a:pathLst>
                <a:path w="20245" h="43483">
                  <a:moveTo>
                    <a:pt x="0" y="0"/>
                  </a:moveTo>
                  <a:lnTo>
                    <a:pt x="20245" y="43483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9" name="Input_receptor__1718">
              <a:extLst>
                <a:ext uri="{FF2B5EF4-FFF2-40B4-BE49-F238E27FC236}">
                  <a16:creationId xmlns:a16="http://schemas.microsoft.com/office/drawing/2014/main" id="{CCD5D29B-8001-56E7-3ACF-3532A8050D9A}"/>
                </a:ext>
              </a:extLst>
            </p:cNvPr>
            <p:cNvSpPr>
              <a:spLocks noGrp="1"/>
            </p:cNvSpPr>
            <p:nvPr/>
          </p:nvSpPr>
          <p:spPr>
            <a:xfrm>
              <a:off x="1235621" y="4733822"/>
              <a:ext cx="33546" cy="19966"/>
            </a:xfrm>
            <a:custGeom>
              <a:avLst/>
              <a:gdLst/>
              <a:ahLst/>
              <a:cxnLst/>
              <a:rect l="0" t="0" r="0" b="0"/>
              <a:pathLst>
                <a:path w="33546" h="19966">
                  <a:moveTo>
                    <a:pt x="0" y="0"/>
                  </a:moveTo>
                  <a:lnTo>
                    <a:pt x="33546" y="1996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0" name="Input_receptor__1719">
              <a:extLst>
                <a:ext uri="{FF2B5EF4-FFF2-40B4-BE49-F238E27FC236}">
                  <a16:creationId xmlns:a16="http://schemas.microsoft.com/office/drawing/2014/main" id="{5BC4CAAA-E98B-DC65-6BD7-2E2DB91D8492}"/>
                </a:ext>
              </a:extLst>
            </p:cNvPr>
            <p:cNvSpPr>
              <a:spLocks noGrp="1"/>
            </p:cNvSpPr>
            <p:nvPr/>
          </p:nvSpPr>
          <p:spPr>
            <a:xfrm>
              <a:off x="924828" y="4460357"/>
              <a:ext cx="3671" cy="3772"/>
            </a:xfrm>
            <a:custGeom>
              <a:avLst/>
              <a:gdLst/>
              <a:ahLst/>
              <a:cxnLst/>
              <a:rect l="0" t="0" r="0" b="0"/>
              <a:pathLst>
                <a:path w="3671" h="3772">
                  <a:moveTo>
                    <a:pt x="3671" y="37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1" name="Input_receptor__1720">
              <a:extLst>
                <a:ext uri="{FF2B5EF4-FFF2-40B4-BE49-F238E27FC236}">
                  <a16:creationId xmlns:a16="http://schemas.microsoft.com/office/drawing/2014/main" id="{6D13BB58-34E2-308F-A762-DF82965A0761}"/>
                </a:ext>
              </a:extLst>
            </p:cNvPr>
            <p:cNvSpPr>
              <a:spLocks noGrp="1"/>
            </p:cNvSpPr>
            <p:nvPr/>
          </p:nvSpPr>
          <p:spPr>
            <a:xfrm>
              <a:off x="1442933" y="4256047"/>
              <a:ext cx="32335" cy="31827"/>
            </a:xfrm>
            <a:custGeom>
              <a:avLst/>
              <a:gdLst/>
              <a:ahLst/>
              <a:cxnLst/>
              <a:rect l="0" t="0" r="0" b="0"/>
              <a:pathLst>
                <a:path w="32335" h="31827">
                  <a:moveTo>
                    <a:pt x="32335" y="318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2" name="Input_receptor__1721">
              <a:extLst>
                <a:ext uri="{FF2B5EF4-FFF2-40B4-BE49-F238E27FC236}">
                  <a16:creationId xmlns:a16="http://schemas.microsoft.com/office/drawing/2014/main" id="{8FEF85F6-E678-BE9F-0125-20D9DFF3BF3A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39960"/>
              <a:ext cx="41500" cy="24561"/>
            </a:xfrm>
            <a:custGeom>
              <a:avLst/>
              <a:gdLst/>
              <a:ahLst/>
              <a:cxnLst/>
              <a:rect l="0" t="0" r="0" b="0"/>
              <a:pathLst>
                <a:path w="41500" h="24561">
                  <a:moveTo>
                    <a:pt x="0" y="0"/>
                  </a:moveTo>
                  <a:lnTo>
                    <a:pt x="41500" y="2456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3" name="Input_receptor__1722">
              <a:extLst>
                <a:ext uri="{FF2B5EF4-FFF2-40B4-BE49-F238E27FC236}">
                  <a16:creationId xmlns:a16="http://schemas.microsoft.com/office/drawing/2014/main" id="{EFBD7C56-0D69-E53D-7A0A-B6D77380AC3A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764537"/>
              <a:ext cx="32161" cy="35670"/>
            </a:xfrm>
            <a:custGeom>
              <a:avLst/>
              <a:gdLst/>
              <a:ahLst/>
              <a:cxnLst/>
              <a:rect l="0" t="0" r="0" b="0"/>
              <a:pathLst>
                <a:path w="32161" h="35670">
                  <a:moveTo>
                    <a:pt x="0" y="35670"/>
                  </a:moveTo>
                  <a:lnTo>
                    <a:pt x="3216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4" name="Input_receptor__1723">
              <a:extLst>
                <a:ext uri="{FF2B5EF4-FFF2-40B4-BE49-F238E27FC236}">
                  <a16:creationId xmlns:a16="http://schemas.microsoft.com/office/drawing/2014/main" id="{F7A31093-6C9A-5997-1F2A-EDCAC489BC88}"/>
                </a:ext>
              </a:extLst>
            </p:cNvPr>
            <p:cNvSpPr>
              <a:spLocks noGrp="1"/>
            </p:cNvSpPr>
            <p:nvPr/>
          </p:nvSpPr>
          <p:spPr>
            <a:xfrm>
              <a:off x="1047922" y="4589807"/>
              <a:ext cx="39748" cy="26377"/>
            </a:xfrm>
            <a:custGeom>
              <a:avLst/>
              <a:gdLst/>
              <a:ahLst/>
              <a:cxnLst/>
              <a:rect l="0" t="0" r="0" b="0"/>
              <a:pathLst>
                <a:path w="39748" h="26377">
                  <a:moveTo>
                    <a:pt x="0" y="0"/>
                  </a:moveTo>
                  <a:lnTo>
                    <a:pt x="39748" y="26377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5" name="Input_receptor__1724">
              <a:extLst>
                <a:ext uri="{FF2B5EF4-FFF2-40B4-BE49-F238E27FC236}">
                  <a16:creationId xmlns:a16="http://schemas.microsoft.com/office/drawing/2014/main" id="{63FDCFD5-AFB2-65F4-7B3B-EF71B8F33AD2}"/>
                </a:ext>
              </a:extLst>
            </p:cNvPr>
            <p:cNvSpPr>
              <a:spLocks noGrp="1"/>
            </p:cNvSpPr>
            <p:nvPr/>
          </p:nvSpPr>
          <p:spPr>
            <a:xfrm>
              <a:off x="920064" y="4670591"/>
              <a:ext cx="571" cy="48058"/>
            </a:xfrm>
            <a:custGeom>
              <a:avLst/>
              <a:gdLst/>
              <a:ahLst/>
              <a:cxnLst/>
              <a:rect l="0" t="0" r="0" b="0"/>
              <a:pathLst>
                <a:path w="571" h="48058">
                  <a:moveTo>
                    <a:pt x="0" y="48058"/>
                  </a:moveTo>
                  <a:lnTo>
                    <a:pt x="57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6" name="Input_receptor__1725">
              <a:extLst>
                <a:ext uri="{FF2B5EF4-FFF2-40B4-BE49-F238E27FC236}">
                  <a16:creationId xmlns:a16="http://schemas.microsoft.com/office/drawing/2014/main" id="{216A0324-87A6-4CE4-6CAA-64BF8DDE25FD}"/>
                </a:ext>
              </a:extLst>
            </p:cNvPr>
            <p:cNvSpPr>
              <a:spLocks noGrp="1"/>
            </p:cNvSpPr>
            <p:nvPr/>
          </p:nvSpPr>
          <p:spPr>
            <a:xfrm>
              <a:off x="1523297" y="4406637"/>
              <a:ext cx="27311" cy="37336"/>
            </a:xfrm>
            <a:custGeom>
              <a:avLst/>
              <a:gdLst/>
              <a:ahLst/>
              <a:cxnLst/>
              <a:rect l="0" t="0" r="0" b="0"/>
              <a:pathLst>
                <a:path w="27311" h="37336">
                  <a:moveTo>
                    <a:pt x="0" y="0"/>
                  </a:moveTo>
                  <a:lnTo>
                    <a:pt x="27311" y="3733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7" name="Input_receptor__1726">
              <a:extLst>
                <a:ext uri="{FF2B5EF4-FFF2-40B4-BE49-F238E27FC236}">
                  <a16:creationId xmlns:a16="http://schemas.microsoft.com/office/drawing/2014/main" id="{9A4AAEB2-9FA1-0673-3645-BFAE0A58F5F9}"/>
                </a:ext>
              </a:extLst>
            </p:cNvPr>
            <p:cNvSpPr>
              <a:spLocks noGrp="1"/>
            </p:cNvSpPr>
            <p:nvPr/>
          </p:nvSpPr>
          <p:spPr>
            <a:xfrm>
              <a:off x="1199907" y="4462391"/>
              <a:ext cx="43878" cy="19395"/>
            </a:xfrm>
            <a:custGeom>
              <a:avLst/>
              <a:gdLst/>
              <a:ahLst/>
              <a:cxnLst/>
              <a:rect l="0" t="0" r="0" b="0"/>
              <a:pathLst>
                <a:path w="43878" h="19395">
                  <a:moveTo>
                    <a:pt x="0" y="0"/>
                  </a:moveTo>
                  <a:lnTo>
                    <a:pt x="43878" y="19395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8" name="Input_receptor__1727">
              <a:extLst>
                <a:ext uri="{FF2B5EF4-FFF2-40B4-BE49-F238E27FC236}">
                  <a16:creationId xmlns:a16="http://schemas.microsoft.com/office/drawing/2014/main" id="{90912605-0DD7-4C3A-4968-726C3D353C14}"/>
                </a:ext>
              </a:extLst>
            </p:cNvPr>
            <p:cNvSpPr>
              <a:spLocks noGrp="1"/>
            </p:cNvSpPr>
            <p:nvPr/>
          </p:nvSpPr>
          <p:spPr>
            <a:xfrm>
              <a:off x="1334958" y="4225447"/>
              <a:ext cx="33684" cy="30068"/>
            </a:xfrm>
            <a:custGeom>
              <a:avLst/>
              <a:gdLst/>
              <a:ahLst/>
              <a:cxnLst/>
              <a:rect l="0" t="0" r="0" b="0"/>
              <a:pathLst>
                <a:path w="33684" h="30068">
                  <a:moveTo>
                    <a:pt x="33684" y="300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9" name="Input_receptor__1728">
              <a:extLst>
                <a:ext uri="{FF2B5EF4-FFF2-40B4-BE49-F238E27FC236}">
                  <a16:creationId xmlns:a16="http://schemas.microsoft.com/office/drawing/2014/main" id="{89F940F1-ED70-338B-A0EB-AFB5273A9B2B}"/>
                </a:ext>
              </a:extLst>
            </p:cNvPr>
            <p:cNvSpPr>
              <a:spLocks noGrp="1"/>
            </p:cNvSpPr>
            <p:nvPr/>
          </p:nvSpPr>
          <p:spPr>
            <a:xfrm>
              <a:off x="980158" y="4622721"/>
              <a:ext cx="39920" cy="20151"/>
            </a:xfrm>
            <a:custGeom>
              <a:avLst/>
              <a:gdLst/>
              <a:ahLst/>
              <a:cxnLst/>
              <a:rect l="0" t="0" r="0" b="0"/>
              <a:pathLst>
                <a:path w="39920" h="20151">
                  <a:moveTo>
                    <a:pt x="0" y="0"/>
                  </a:moveTo>
                  <a:lnTo>
                    <a:pt x="39920" y="20151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30" name="Input_receptor__1729">
              <a:extLst>
                <a:ext uri="{FF2B5EF4-FFF2-40B4-BE49-F238E27FC236}">
                  <a16:creationId xmlns:a16="http://schemas.microsoft.com/office/drawing/2014/main" id="{6CB15C46-889F-E8FC-0863-31D8D4A54737}"/>
                </a:ext>
              </a:extLst>
            </p:cNvPr>
            <p:cNvSpPr>
              <a:spLocks noGrp="1"/>
            </p:cNvSpPr>
            <p:nvPr/>
          </p:nvSpPr>
          <p:spPr>
            <a:xfrm>
              <a:off x="675536" y="4470840"/>
              <a:ext cx="9140" cy="33591"/>
            </a:xfrm>
            <a:custGeom>
              <a:avLst/>
              <a:gdLst/>
              <a:ahLst/>
              <a:cxnLst/>
              <a:rect l="0" t="0" r="0" b="0"/>
              <a:pathLst>
                <a:path w="9140" h="33591">
                  <a:moveTo>
                    <a:pt x="9140" y="0"/>
                  </a:moveTo>
                  <a:lnTo>
                    <a:pt x="0" y="3359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1" name="Input_receptor__1730">
              <a:extLst>
                <a:ext uri="{FF2B5EF4-FFF2-40B4-BE49-F238E27FC236}">
                  <a16:creationId xmlns:a16="http://schemas.microsoft.com/office/drawing/2014/main" id="{1A7B0D41-1B23-8B7F-F92C-ADEDCD76148A}"/>
                </a:ext>
              </a:extLst>
            </p:cNvPr>
            <p:cNvSpPr>
              <a:spLocks noGrp="1"/>
            </p:cNvSpPr>
            <p:nvPr/>
          </p:nvSpPr>
          <p:spPr>
            <a:xfrm>
              <a:off x="651576" y="4564522"/>
              <a:ext cx="6542" cy="45659"/>
            </a:xfrm>
            <a:custGeom>
              <a:avLst/>
              <a:gdLst/>
              <a:ahLst/>
              <a:cxnLst/>
              <a:rect l="0" t="0" r="0" b="0"/>
              <a:pathLst>
                <a:path w="6542" h="45659">
                  <a:moveTo>
                    <a:pt x="0" y="0"/>
                  </a:moveTo>
                  <a:lnTo>
                    <a:pt x="6542" y="45659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2" name="Input_receptor__1731">
              <a:extLst>
                <a:ext uri="{FF2B5EF4-FFF2-40B4-BE49-F238E27FC236}">
                  <a16:creationId xmlns:a16="http://schemas.microsoft.com/office/drawing/2014/main" id="{BDB22E4A-ADEB-A277-2696-DDB628290A01}"/>
                </a:ext>
              </a:extLst>
            </p:cNvPr>
            <p:cNvSpPr>
              <a:spLocks noGrp="1"/>
            </p:cNvSpPr>
            <p:nvPr/>
          </p:nvSpPr>
          <p:spPr>
            <a:xfrm>
              <a:off x="991385" y="4526276"/>
              <a:ext cx="36226" cy="17816"/>
            </a:xfrm>
            <a:custGeom>
              <a:avLst/>
              <a:gdLst/>
              <a:ahLst/>
              <a:cxnLst/>
              <a:rect l="0" t="0" r="0" b="0"/>
              <a:pathLst>
                <a:path w="36226" h="17816">
                  <a:moveTo>
                    <a:pt x="36226" y="0"/>
                  </a:moveTo>
                  <a:lnTo>
                    <a:pt x="0" y="17816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3" name="Input_receptor__1732">
              <a:extLst>
                <a:ext uri="{FF2B5EF4-FFF2-40B4-BE49-F238E27FC236}">
                  <a16:creationId xmlns:a16="http://schemas.microsoft.com/office/drawing/2014/main" id="{9EA4A1FC-5FB2-79AD-34D1-6690FEDEB763}"/>
                </a:ext>
              </a:extLst>
            </p:cNvPr>
            <p:cNvSpPr>
              <a:spLocks noGrp="1"/>
            </p:cNvSpPr>
            <p:nvPr/>
          </p:nvSpPr>
          <p:spPr>
            <a:xfrm>
              <a:off x="813725" y="4456202"/>
              <a:ext cx="31408" cy="9260"/>
            </a:xfrm>
            <a:custGeom>
              <a:avLst/>
              <a:gdLst/>
              <a:ahLst/>
              <a:cxnLst/>
              <a:rect l="0" t="0" r="0" b="0"/>
              <a:pathLst>
                <a:path w="31408" h="9260">
                  <a:moveTo>
                    <a:pt x="0" y="0"/>
                  </a:moveTo>
                  <a:lnTo>
                    <a:pt x="31408" y="926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4" name="Input_receptor__1733">
              <a:extLst>
                <a:ext uri="{FF2B5EF4-FFF2-40B4-BE49-F238E27FC236}">
                  <a16:creationId xmlns:a16="http://schemas.microsoft.com/office/drawing/2014/main" id="{E8D68DCE-BD12-5F11-A52E-361BA720B45C}"/>
                </a:ext>
              </a:extLst>
            </p:cNvPr>
            <p:cNvSpPr>
              <a:spLocks noGrp="1"/>
            </p:cNvSpPr>
            <p:nvPr/>
          </p:nvSpPr>
          <p:spPr>
            <a:xfrm>
              <a:off x="654920" y="4744939"/>
              <a:ext cx="39956" cy="2550"/>
            </a:xfrm>
            <a:custGeom>
              <a:avLst/>
              <a:gdLst/>
              <a:ahLst/>
              <a:cxnLst/>
              <a:rect l="0" t="0" r="0" b="0"/>
              <a:pathLst>
                <a:path w="39956" h="2550">
                  <a:moveTo>
                    <a:pt x="0" y="0"/>
                  </a:moveTo>
                  <a:lnTo>
                    <a:pt x="39956" y="255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5" name="Input_receptor__1734">
              <a:extLst>
                <a:ext uri="{FF2B5EF4-FFF2-40B4-BE49-F238E27FC236}">
                  <a16:creationId xmlns:a16="http://schemas.microsoft.com/office/drawing/2014/main" id="{5A6CB25E-A17C-6E78-ECAA-5888E207F029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836630"/>
              <a:ext cx="2956" cy="6570"/>
            </a:xfrm>
            <a:custGeom>
              <a:avLst/>
              <a:gdLst/>
              <a:ahLst/>
              <a:cxnLst/>
              <a:rect l="0" t="0" r="0" b="0"/>
              <a:pathLst>
                <a:path w="2956" h="6570">
                  <a:moveTo>
                    <a:pt x="0" y="0"/>
                  </a:moveTo>
                  <a:lnTo>
                    <a:pt x="2956" y="657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6" name="Input_receptor__1735">
              <a:extLst>
                <a:ext uri="{FF2B5EF4-FFF2-40B4-BE49-F238E27FC236}">
                  <a16:creationId xmlns:a16="http://schemas.microsoft.com/office/drawing/2014/main" id="{5E57EFA2-F8AB-FB4B-F37E-F01DC34CCF18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800206"/>
              <a:ext cx="29957" cy="31275"/>
            </a:xfrm>
            <a:custGeom>
              <a:avLst/>
              <a:gdLst/>
              <a:ahLst/>
              <a:cxnLst/>
              <a:rect l="0" t="0" r="0" b="0"/>
              <a:pathLst>
                <a:path w="29957" h="31275">
                  <a:moveTo>
                    <a:pt x="29957" y="312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7" name="Input_receptor__1736">
              <a:extLst>
                <a:ext uri="{FF2B5EF4-FFF2-40B4-BE49-F238E27FC236}">
                  <a16:creationId xmlns:a16="http://schemas.microsoft.com/office/drawing/2014/main" id="{2183DECF-EE0C-C2DF-DF30-5870493D9ABB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410431"/>
              <a:ext cx="31271" cy="19256"/>
            </a:xfrm>
            <a:custGeom>
              <a:avLst/>
              <a:gdLst/>
              <a:ahLst/>
              <a:cxnLst/>
              <a:rect l="0" t="0" r="0" b="0"/>
              <a:pathLst>
                <a:path w="31271" h="19256">
                  <a:moveTo>
                    <a:pt x="0" y="0"/>
                  </a:moveTo>
                  <a:lnTo>
                    <a:pt x="31271" y="1925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8" name="Input_receptor__1737">
              <a:extLst>
                <a:ext uri="{FF2B5EF4-FFF2-40B4-BE49-F238E27FC236}">
                  <a16:creationId xmlns:a16="http://schemas.microsoft.com/office/drawing/2014/main" id="{B6EDBD77-6CDC-6A30-FAB6-20B8622D6811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00542"/>
              <a:ext cx="17267" cy="39418"/>
            </a:xfrm>
            <a:custGeom>
              <a:avLst/>
              <a:gdLst/>
              <a:ahLst/>
              <a:cxnLst/>
              <a:rect l="0" t="0" r="0" b="0"/>
              <a:pathLst>
                <a:path w="17267" h="39418">
                  <a:moveTo>
                    <a:pt x="17267" y="0"/>
                  </a:moveTo>
                  <a:lnTo>
                    <a:pt x="0" y="39418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39" name="Input_receptor__1738">
              <a:extLst>
                <a:ext uri="{FF2B5EF4-FFF2-40B4-BE49-F238E27FC236}">
                  <a16:creationId xmlns:a16="http://schemas.microsoft.com/office/drawing/2014/main" id="{17B8FD60-5F5C-3411-C862-1B64FD73F113}"/>
                </a:ext>
              </a:extLst>
            </p:cNvPr>
            <p:cNvSpPr>
              <a:spLocks noGrp="1"/>
            </p:cNvSpPr>
            <p:nvPr/>
          </p:nvSpPr>
          <p:spPr>
            <a:xfrm>
              <a:off x="1476733" y="4429687"/>
              <a:ext cx="15210" cy="35997"/>
            </a:xfrm>
            <a:custGeom>
              <a:avLst/>
              <a:gdLst/>
              <a:ahLst/>
              <a:cxnLst/>
              <a:rect l="0" t="0" r="0" b="0"/>
              <a:pathLst>
                <a:path w="15210" h="35997">
                  <a:moveTo>
                    <a:pt x="0" y="0"/>
                  </a:moveTo>
                  <a:lnTo>
                    <a:pt x="15210" y="35997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0" name="Input_receptor__1739">
              <a:extLst>
                <a:ext uri="{FF2B5EF4-FFF2-40B4-BE49-F238E27FC236}">
                  <a16:creationId xmlns:a16="http://schemas.microsoft.com/office/drawing/2014/main" id="{82128D86-CD6E-CC89-01CF-137E1B077122}"/>
                </a:ext>
              </a:extLst>
            </p:cNvPr>
            <p:cNvSpPr>
              <a:spLocks noGrp="1"/>
            </p:cNvSpPr>
            <p:nvPr/>
          </p:nvSpPr>
          <p:spPr>
            <a:xfrm>
              <a:off x="1555359" y="4328959"/>
              <a:ext cx="48118" cy="1371"/>
            </a:xfrm>
            <a:custGeom>
              <a:avLst/>
              <a:gdLst/>
              <a:ahLst/>
              <a:cxnLst/>
              <a:rect l="0" t="0" r="0" b="0"/>
              <a:pathLst>
                <a:path w="48118" h="1371">
                  <a:moveTo>
                    <a:pt x="48118" y="1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1" name="Input_receptor__1740">
              <a:extLst>
                <a:ext uri="{FF2B5EF4-FFF2-40B4-BE49-F238E27FC236}">
                  <a16:creationId xmlns:a16="http://schemas.microsoft.com/office/drawing/2014/main" id="{829DB3CE-E93C-4DC8-533C-5F71A43739F1}"/>
                </a:ext>
              </a:extLst>
            </p:cNvPr>
            <p:cNvSpPr>
              <a:spLocks noGrp="1"/>
            </p:cNvSpPr>
            <p:nvPr/>
          </p:nvSpPr>
          <p:spPr>
            <a:xfrm>
              <a:off x="658118" y="4610181"/>
              <a:ext cx="48378" cy="1228"/>
            </a:xfrm>
            <a:custGeom>
              <a:avLst/>
              <a:gdLst/>
              <a:ahLst/>
              <a:cxnLst/>
              <a:rect l="0" t="0" r="0" b="0"/>
              <a:pathLst>
                <a:path w="48378" h="1228">
                  <a:moveTo>
                    <a:pt x="0" y="0"/>
                  </a:moveTo>
                  <a:lnTo>
                    <a:pt x="48378" y="122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2" name="Input_receptor__1741">
              <a:extLst>
                <a:ext uri="{FF2B5EF4-FFF2-40B4-BE49-F238E27FC236}">
                  <a16:creationId xmlns:a16="http://schemas.microsoft.com/office/drawing/2014/main" id="{EC0194E2-A2A9-EA9B-575F-45FA0D2922E2}"/>
                </a:ext>
              </a:extLst>
            </p:cNvPr>
            <p:cNvSpPr>
              <a:spLocks noGrp="1"/>
            </p:cNvSpPr>
            <p:nvPr/>
          </p:nvSpPr>
          <p:spPr>
            <a:xfrm>
              <a:off x="740589" y="4579381"/>
              <a:ext cx="42890" cy="4743"/>
            </a:xfrm>
            <a:custGeom>
              <a:avLst/>
              <a:gdLst/>
              <a:ahLst/>
              <a:cxnLst/>
              <a:rect l="0" t="0" r="0" b="0"/>
              <a:pathLst>
                <a:path w="42890" h="4743">
                  <a:moveTo>
                    <a:pt x="0" y="0"/>
                  </a:moveTo>
                  <a:lnTo>
                    <a:pt x="42890" y="4743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3" name="Input_receptor__1742">
              <a:extLst>
                <a:ext uri="{FF2B5EF4-FFF2-40B4-BE49-F238E27FC236}">
                  <a16:creationId xmlns:a16="http://schemas.microsoft.com/office/drawing/2014/main" id="{CD7966CD-BB9F-96CC-8714-73A89701EB09}"/>
                </a:ext>
              </a:extLst>
            </p:cNvPr>
            <p:cNvSpPr>
              <a:spLocks noGrp="1"/>
            </p:cNvSpPr>
            <p:nvPr/>
          </p:nvSpPr>
          <p:spPr>
            <a:xfrm>
              <a:off x="1368643" y="4255515"/>
              <a:ext cx="33077" cy="11706"/>
            </a:xfrm>
            <a:custGeom>
              <a:avLst/>
              <a:gdLst/>
              <a:ahLst/>
              <a:cxnLst/>
              <a:rect l="0" t="0" r="0" b="0"/>
              <a:pathLst>
                <a:path w="33077" h="11706">
                  <a:moveTo>
                    <a:pt x="33077" y="11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4" name="Input_receptor__1743">
              <a:extLst>
                <a:ext uri="{FF2B5EF4-FFF2-40B4-BE49-F238E27FC236}">
                  <a16:creationId xmlns:a16="http://schemas.microsoft.com/office/drawing/2014/main" id="{A36855AD-5AFC-B7E3-6D7C-B7A7EC9D49EE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73256"/>
              <a:ext cx="5477" cy="22898"/>
            </a:xfrm>
            <a:custGeom>
              <a:avLst/>
              <a:gdLst/>
              <a:ahLst/>
              <a:cxnLst/>
              <a:rect l="0" t="0" r="0" b="0"/>
              <a:pathLst>
                <a:path w="5477" h="22898">
                  <a:moveTo>
                    <a:pt x="0" y="0"/>
                  </a:moveTo>
                  <a:lnTo>
                    <a:pt x="5477" y="2289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5" name="Input_receptor__1744">
              <a:extLst>
                <a:ext uri="{FF2B5EF4-FFF2-40B4-BE49-F238E27FC236}">
                  <a16:creationId xmlns:a16="http://schemas.microsoft.com/office/drawing/2014/main" id="{D3EDF4B8-E4DF-DA49-EACD-A58F4E3F134C}"/>
                </a:ext>
              </a:extLst>
            </p:cNvPr>
            <p:cNvSpPr>
              <a:spLocks noGrp="1"/>
            </p:cNvSpPr>
            <p:nvPr/>
          </p:nvSpPr>
          <p:spPr>
            <a:xfrm>
              <a:off x="783480" y="4556572"/>
              <a:ext cx="32083" cy="27551"/>
            </a:xfrm>
            <a:custGeom>
              <a:avLst/>
              <a:gdLst/>
              <a:ahLst/>
              <a:cxnLst/>
              <a:rect l="0" t="0" r="0" b="0"/>
              <a:pathLst>
                <a:path w="32083" h="27551">
                  <a:moveTo>
                    <a:pt x="0" y="27551"/>
                  </a:moveTo>
                  <a:lnTo>
                    <a:pt x="32083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6" name="Input_receptor__1745">
              <a:extLst>
                <a:ext uri="{FF2B5EF4-FFF2-40B4-BE49-F238E27FC236}">
                  <a16:creationId xmlns:a16="http://schemas.microsoft.com/office/drawing/2014/main" id="{07AFC1A2-20CF-10ED-05AA-5D492D652527}"/>
                </a:ext>
              </a:extLst>
            </p:cNvPr>
            <p:cNvSpPr>
              <a:spLocks noGrp="1"/>
            </p:cNvSpPr>
            <p:nvPr/>
          </p:nvSpPr>
          <p:spPr>
            <a:xfrm>
              <a:off x="1510606" y="4663265"/>
              <a:ext cx="3148" cy="45176"/>
            </a:xfrm>
            <a:custGeom>
              <a:avLst/>
              <a:gdLst/>
              <a:ahLst/>
              <a:cxnLst/>
              <a:rect l="0" t="0" r="0" b="0"/>
              <a:pathLst>
                <a:path w="3148" h="45176">
                  <a:moveTo>
                    <a:pt x="3148" y="45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7" name="Input_receptor__1746">
              <a:extLst>
                <a:ext uri="{FF2B5EF4-FFF2-40B4-BE49-F238E27FC236}">
                  <a16:creationId xmlns:a16="http://schemas.microsoft.com/office/drawing/2014/main" id="{3FDC6319-FD7E-D392-FE69-3A0344A912C7}"/>
                </a:ext>
              </a:extLst>
            </p:cNvPr>
            <p:cNvSpPr>
              <a:spLocks noGrp="1"/>
            </p:cNvSpPr>
            <p:nvPr/>
          </p:nvSpPr>
          <p:spPr>
            <a:xfrm>
              <a:off x="1465220" y="4654401"/>
              <a:ext cx="45387" cy="8865"/>
            </a:xfrm>
            <a:custGeom>
              <a:avLst/>
              <a:gdLst/>
              <a:ahLst/>
              <a:cxnLst/>
              <a:rect l="0" t="0" r="0" b="0"/>
              <a:pathLst>
                <a:path w="45387" h="8865">
                  <a:moveTo>
                    <a:pt x="45387" y="88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8" name="Input_receptor__1747">
              <a:extLst>
                <a:ext uri="{FF2B5EF4-FFF2-40B4-BE49-F238E27FC236}">
                  <a16:creationId xmlns:a16="http://schemas.microsoft.com/office/drawing/2014/main" id="{10CEC577-9DA7-0318-D79C-2F145D184834}"/>
                </a:ext>
              </a:extLst>
            </p:cNvPr>
            <p:cNvSpPr>
              <a:spLocks noGrp="1"/>
            </p:cNvSpPr>
            <p:nvPr/>
          </p:nvSpPr>
          <p:spPr>
            <a:xfrm>
              <a:off x="1118882" y="4675808"/>
              <a:ext cx="1274" cy="28546"/>
            </a:xfrm>
            <a:custGeom>
              <a:avLst/>
              <a:gdLst/>
              <a:ahLst/>
              <a:cxnLst/>
              <a:rect l="0" t="0" r="0" b="0"/>
              <a:pathLst>
                <a:path w="1274" h="28546">
                  <a:moveTo>
                    <a:pt x="0" y="0"/>
                  </a:moveTo>
                  <a:lnTo>
                    <a:pt x="1274" y="2854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9" name="Input_receptor__1748">
              <a:extLst>
                <a:ext uri="{FF2B5EF4-FFF2-40B4-BE49-F238E27FC236}">
                  <a16:creationId xmlns:a16="http://schemas.microsoft.com/office/drawing/2014/main" id="{2797766F-A969-21EE-0299-2FEA0D952A7B}"/>
                </a:ext>
              </a:extLst>
            </p:cNvPr>
            <p:cNvSpPr>
              <a:spLocks noGrp="1"/>
            </p:cNvSpPr>
            <p:nvPr/>
          </p:nvSpPr>
          <p:spPr>
            <a:xfrm>
              <a:off x="706496" y="4579381"/>
              <a:ext cx="34094" cy="32029"/>
            </a:xfrm>
            <a:custGeom>
              <a:avLst/>
              <a:gdLst/>
              <a:ahLst/>
              <a:cxnLst/>
              <a:rect l="0" t="0" r="0" b="0"/>
              <a:pathLst>
                <a:path w="34094" h="32029">
                  <a:moveTo>
                    <a:pt x="0" y="32029"/>
                  </a:moveTo>
                  <a:lnTo>
                    <a:pt x="34094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0" name="Input_receptor__1749">
              <a:extLst>
                <a:ext uri="{FF2B5EF4-FFF2-40B4-BE49-F238E27FC236}">
                  <a16:creationId xmlns:a16="http://schemas.microsoft.com/office/drawing/2014/main" id="{934110C9-606F-6462-EB4A-AE1ACE0FB1A2}"/>
                </a:ext>
              </a:extLst>
            </p:cNvPr>
            <p:cNvSpPr>
              <a:spLocks noGrp="1"/>
            </p:cNvSpPr>
            <p:nvPr/>
          </p:nvSpPr>
          <p:spPr>
            <a:xfrm>
              <a:off x="1251379" y="4614685"/>
              <a:ext cx="46717" cy="4724"/>
            </a:xfrm>
            <a:custGeom>
              <a:avLst/>
              <a:gdLst/>
              <a:ahLst/>
              <a:cxnLst/>
              <a:rect l="0" t="0" r="0" b="0"/>
              <a:pathLst>
                <a:path w="46717" h="4724">
                  <a:moveTo>
                    <a:pt x="46717" y="0"/>
                  </a:moveTo>
                  <a:lnTo>
                    <a:pt x="0" y="4724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1" name="Input_receptor__1750">
              <a:extLst>
                <a:ext uri="{FF2B5EF4-FFF2-40B4-BE49-F238E27FC236}">
                  <a16:creationId xmlns:a16="http://schemas.microsoft.com/office/drawing/2014/main" id="{62B043A9-9924-BF3A-01F7-D6F6FF291AF6}"/>
                </a:ext>
              </a:extLst>
            </p:cNvPr>
            <p:cNvSpPr>
              <a:spLocks noGrp="1"/>
            </p:cNvSpPr>
            <p:nvPr/>
          </p:nvSpPr>
          <p:spPr>
            <a:xfrm>
              <a:off x="1401719" y="4256047"/>
              <a:ext cx="41214" cy="11174"/>
            </a:xfrm>
            <a:custGeom>
              <a:avLst/>
              <a:gdLst/>
              <a:ahLst/>
              <a:cxnLst/>
              <a:rect l="0" t="0" r="0" b="0"/>
              <a:pathLst>
                <a:path w="41214" h="11174">
                  <a:moveTo>
                    <a:pt x="41214" y="0"/>
                  </a:moveTo>
                  <a:lnTo>
                    <a:pt x="0" y="11174"/>
                  </a:lnTo>
                </a:path>
              </a:pathLst>
            </a:custGeom>
            <a:noFill/>
            <a:ln w="8096">
              <a:solidFill>
                <a:srgbClr val="9FAEBA"/>
              </a:solidFill>
            </a:ln>
          </p:spPr>
        </p:sp>
        <p:sp>
          <p:nvSpPr>
            <p:cNvPr id="1752" name="Input_receptor__1751">
              <a:extLst>
                <a:ext uri="{FF2B5EF4-FFF2-40B4-BE49-F238E27FC236}">
                  <a16:creationId xmlns:a16="http://schemas.microsoft.com/office/drawing/2014/main" id="{0610D2F4-F10F-9EB6-1122-47245A3810DD}"/>
                </a:ext>
              </a:extLst>
            </p:cNvPr>
            <p:cNvSpPr>
              <a:spLocks noGrp="1"/>
            </p:cNvSpPr>
            <p:nvPr/>
          </p:nvSpPr>
          <p:spPr>
            <a:xfrm>
              <a:off x="956092" y="4672933"/>
              <a:ext cx="28113" cy="21070"/>
            </a:xfrm>
            <a:custGeom>
              <a:avLst/>
              <a:gdLst/>
              <a:ahLst/>
              <a:cxnLst/>
              <a:rect l="0" t="0" r="0" b="0"/>
              <a:pathLst>
                <a:path w="28113" h="21070">
                  <a:moveTo>
                    <a:pt x="0" y="0"/>
                  </a:moveTo>
                  <a:lnTo>
                    <a:pt x="28113" y="2107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3" name="Input_receptor__1752">
              <a:extLst>
                <a:ext uri="{FF2B5EF4-FFF2-40B4-BE49-F238E27FC236}">
                  <a16:creationId xmlns:a16="http://schemas.microsoft.com/office/drawing/2014/main" id="{29BC4B6C-CEEF-0308-75F2-8205391F0526}"/>
                </a:ext>
              </a:extLst>
            </p:cNvPr>
            <p:cNvSpPr>
              <a:spLocks noGrp="1"/>
            </p:cNvSpPr>
            <p:nvPr/>
          </p:nvSpPr>
          <p:spPr>
            <a:xfrm>
              <a:off x="920635" y="4670591"/>
              <a:ext cx="35457" cy="2342"/>
            </a:xfrm>
            <a:custGeom>
              <a:avLst/>
              <a:gdLst/>
              <a:ahLst/>
              <a:cxnLst/>
              <a:rect l="0" t="0" r="0" b="0"/>
              <a:pathLst>
                <a:path w="35457" h="2342">
                  <a:moveTo>
                    <a:pt x="0" y="0"/>
                  </a:moveTo>
                  <a:lnTo>
                    <a:pt x="35457" y="2342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4" name="Input_receptor__1753">
              <a:extLst>
                <a:ext uri="{FF2B5EF4-FFF2-40B4-BE49-F238E27FC236}">
                  <a16:creationId xmlns:a16="http://schemas.microsoft.com/office/drawing/2014/main" id="{661FE689-8FCE-B73E-E76B-D655B904C490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660796"/>
              <a:ext cx="16786" cy="44922"/>
            </a:xfrm>
            <a:custGeom>
              <a:avLst/>
              <a:gdLst/>
              <a:ahLst/>
              <a:cxnLst/>
              <a:rect l="0" t="0" r="0" b="0"/>
              <a:pathLst>
                <a:path w="16786" h="44922">
                  <a:moveTo>
                    <a:pt x="0" y="44922"/>
                  </a:moveTo>
                  <a:lnTo>
                    <a:pt x="16786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5" name="Input_receptor__1754">
              <a:extLst>
                <a:ext uri="{FF2B5EF4-FFF2-40B4-BE49-F238E27FC236}">
                  <a16:creationId xmlns:a16="http://schemas.microsoft.com/office/drawing/2014/main" id="{6BF834E7-4252-49B3-9458-46F7FB5C2A69}"/>
                </a:ext>
              </a:extLst>
            </p:cNvPr>
            <p:cNvSpPr>
              <a:spLocks noGrp="1"/>
            </p:cNvSpPr>
            <p:nvPr/>
          </p:nvSpPr>
          <p:spPr>
            <a:xfrm>
              <a:off x="1580949" y="4181783"/>
              <a:ext cx="34716" cy="14011"/>
            </a:xfrm>
            <a:custGeom>
              <a:avLst/>
              <a:gdLst/>
              <a:ahLst/>
              <a:cxnLst/>
              <a:rect l="0" t="0" r="0" b="0"/>
              <a:pathLst>
                <a:path w="34716" h="14011">
                  <a:moveTo>
                    <a:pt x="0" y="0"/>
                  </a:moveTo>
                  <a:lnTo>
                    <a:pt x="34716" y="1401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6" name="Input_receptor__1755">
              <a:extLst>
                <a:ext uri="{FF2B5EF4-FFF2-40B4-BE49-F238E27FC236}">
                  <a16:creationId xmlns:a16="http://schemas.microsoft.com/office/drawing/2014/main" id="{0A4D88DA-9DDD-B238-A8B9-E320C55295BC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25692"/>
              <a:ext cx="29189" cy="13452"/>
            </a:xfrm>
            <a:custGeom>
              <a:avLst/>
              <a:gdLst/>
              <a:ahLst/>
              <a:cxnLst/>
              <a:rect l="0" t="0" r="0" b="0"/>
              <a:pathLst>
                <a:path w="29189" h="13452">
                  <a:moveTo>
                    <a:pt x="29189" y="0"/>
                  </a:moveTo>
                  <a:lnTo>
                    <a:pt x="0" y="13452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7" name="Input_receptor__1756">
              <a:extLst>
                <a:ext uri="{FF2B5EF4-FFF2-40B4-BE49-F238E27FC236}">
                  <a16:creationId xmlns:a16="http://schemas.microsoft.com/office/drawing/2014/main" id="{F9648B77-26B6-C413-EEC1-F5E48FC0D8A2}"/>
                </a:ext>
              </a:extLst>
            </p:cNvPr>
            <p:cNvSpPr>
              <a:spLocks noGrp="1"/>
            </p:cNvSpPr>
            <p:nvPr/>
          </p:nvSpPr>
          <p:spPr>
            <a:xfrm>
              <a:off x="627343" y="4500542"/>
              <a:ext cx="48193" cy="3890"/>
            </a:xfrm>
            <a:custGeom>
              <a:avLst/>
              <a:gdLst/>
              <a:ahLst/>
              <a:cxnLst/>
              <a:rect l="0" t="0" r="0" b="0"/>
              <a:pathLst>
                <a:path w="48193" h="3890">
                  <a:moveTo>
                    <a:pt x="48193" y="38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8" name="Input_receptor__1757">
              <a:extLst>
                <a:ext uri="{FF2B5EF4-FFF2-40B4-BE49-F238E27FC236}">
                  <a16:creationId xmlns:a16="http://schemas.microsoft.com/office/drawing/2014/main" id="{150FB51D-BBE9-B0A5-3DBB-24A76BE70476}"/>
                </a:ext>
              </a:extLst>
            </p:cNvPr>
            <p:cNvSpPr>
              <a:spLocks noGrp="1"/>
            </p:cNvSpPr>
            <p:nvPr/>
          </p:nvSpPr>
          <p:spPr>
            <a:xfrm>
              <a:off x="694876" y="4747490"/>
              <a:ext cx="16755" cy="44541"/>
            </a:xfrm>
            <a:custGeom>
              <a:avLst/>
              <a:gdLst/>
              <a:ahLst/>
              <a:cxnLst/>
              <a:rect l="0" t="0" r="0" b="0"/>
              <a:pathLst>
                <a:path w="16755" h="44541">
                  <a:moveTo>
                    <a:pt x="0" y="0"/>
                  </a:moveTo>
                  <a:lnTo>
                    <a:pt x="16755" y="4454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9" name="Input_receptor__1758">
              <a:extLst>
                <a:ext uri="{FF2B5EF4-FFF2-40B4-BE49-F238E27FC236}">
                  <a16:creationId xmlns:a16="http://schemas.microsoft.com/office/drawing/2014/main" id="{F13786AC-404C-E9B9-FFB7-75F5B726A99A}"/>
                </a:ext>
              </a:extLst>
            </p:cNvPr>
            <p:cNvSpPr>
              <a:spLocks noGrp="1"/>
            </p:cNvSpPr>
            <p:nvPr/>
          </p:nvSpPr>
          <p:spPr>
            <a:xfrm>
              <a:off x="680065" y="4416265"/>
              <a:ext cx="36769" cy="9427"/>
            </a:xfrm>
            <a:custGeom>
              <a:avLst/>
              <a:gdLst/>
              <a:ahLst/>
              <a:cxnLst/>
              <a:rect l="0" t="0" r="0" b="0"/>
              <a:pathLst>
                <a:path w="36769" h="9427">
                  <a:moveTo>
                    <a:pt x="36769" y="0"/>
                  </a:moveTo>
                  <a:lnTo>
                    <a:pt x="0" y="9427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0" name="Input_receptor__1759">
              <a:extLst>
                <a:ext uri="{FF2B5EF4-FFF2-40B4-BE49-F238E27FC236}">
                  <a16:creationId xmlns:a16="http://schemas.microsoft.com/office/drawing/2014/main" id="{7CC12700-5117-18CF-1468-F35AF95031BC}"/>
                </a:ext>
              </a:extLst>
            </p:cNvPr>
            <p:cNvSpPr>
              <a:spLocks noGrp="1"/>
            </p:cNvSpPr>
            <p:nvPr/>
          </p:nvSpPr>
          <p:spPr>
            <a:xfrm>
              <a:off x="1537106" y="4181783"/>
              <a:ext cx="43843" cy="6840"/>
            </a:xfrm>
            <a:custGeom>
              <a:avLst/>
              <a:gdLst/>
              <a:ahLst/>
              <a:cxnLst/>
              <a:rect l="0" t="0" r="0" b="0"/>
              <a:pathLst>
                <a:path w="43843" h="6840">
                  <a:moveTo>
                    <a:pt x="0" y="6840"/>
                  </a:moveTo>
                  <a:lnTo>
                    <a:pt x="43843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1" name="Input_receptor__1760">
              <a:extLst>
                <a:ext uri="{FF2B5EF4-FFF2-40B4-BE49-F238E27FC236}">
                  <a16:creationId xmlns:a16="http://schemas.microsoft.com/office/drawing/2014/main" id="{3695FC1F-B6F3-580F-5EE2-694483430D7A}"/>
                </a:ext>
              </a:extLst>
            </p:cNvPr>
            <p:cNvSpPr>
              <a:spLocks noGrp="1"/>
            </p:cNvSpPr>
            <p:nvPr/>
          </p:nvSpPr>
          <p:spPr>
            <a:xfrm>
              <a:off x="815562" y="4554443"/>
              <a:ext cx="47778" cy="2129"/>
            </a:xfrm>
            <a:custGeom>
              <a:avLst/>
              <a:gdLst/>
              <a:ahLst/>
              <a:cxnLst/>
              <a:rect l="0" t="0" r="0" b="0"/>
              <a:pathLst>
                <a:path w="47778" h="2129">
                  <a:moveTo>
                    <a:pt x="0" y="2129"/>
                  </a:moveTo>
                  <a:lnTo>
                    <a:pt x="47778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2" name="Input_receptor__1761">
              <a:extLst>
                <a:ext uri="{FF2B5EF4-FFF2-40B4-BE49-F238E27FC236}">
                  <a16:creationId xmlns:a16="http://schemas.microsoft.com/office/drawing/2014/main" id="{28705D81-4803-7AAF-46F4-0C81AB37940F}"/>
                </a:ext>
              </a:extLst>
            </p:cNvPr>
            <p:cNvSpPr>
              <a:spLocks noGrp="1"/>
            </p:cNvSpPr>
            <p:nvPr/>
          </p:nvSpPr>
          <p:spPr>
            <a:xfrm>
              <a:off x="1534941" y="4294982"/>
              <a:ext cx="20417" cy="33977"/>
            </a:xfrm>
            <a:custGeom>
              <a:avLst/>
              <a:gdLst/>
              <a:ahLst/>
              <a:cxnLst/>
              <a:rect l="0" t="0" r="0" b="0"/>
              <a:pathLst>
                <a:path w="20417" h="33977">
                  <a:moveTo>
                    <a:pt x="20417" y="33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3" name="Input_receptor__1762">
              <a:extLst>
                <a:ext uri="{FF2B5EF4-FFF2-40B4-BE49-F238E27FC236}">
                  <a16:creationId xmlns:a16="http://schemas.microsoft.com/office/drawing/2014/main" id="{B382525F-C954-8FD1-F3D0-37BFB9E8E8E5}"/>
                </a:ext>
              </a:extLst>
            </p:cNvPr>
            <p:cNvSpPr>
              <a:spLocks noGrp="1"/>
            </p:cNvSpPr>
            <p:nvPr/>
          </p:nvSpPr>
          <p:spPr>
            <a:xfrm>
              <a:off x="1074603" y="4660796"/>
              <a:ext cx="44279" cy="15011"/>
            </a:xfrm>
            <a:custGeom>
              <a:avLst/>
              <a:gdLst/>
              <a:ahLst/>
              <a:cxnLst/>
              <a:rect l="0" t="0" r="0" b="0"/>
              <a:pathLst>
                <a:path w="44279" h="15011">
                  <a:moveTo>
                    <a:pt x="0" y="0"/>
                  </a:moveTo>
                  <a:lnTo>
                    <a:pt x="44279" y="15011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4" name="Input_receptor__1763">
              <a:extLst>
                <a:ext uri="{FF2B5EF4-FFF2-40B4-BE49-F238E27FC236}">
                  <a16:creationId xmlns:a16="http://schemas.microsoft.com/office/drawing/2014/main" id="{01071ACA-7286-595C-6996-C14D62861CC2}"/>
                </a:ext>
              </a:extLst>
            </p:cNvPr>
            <p:cNvSpPr>
              <a:spLocks noGrp="1"/>
            </p:cNvSpPr>
            <p:nvPr/>
          </p:nvSpPr>
          <p:spPr>
            <a:xfrm>
              <a:off x="928499" y="4430304"/>
              <a:ext cx="27574" cy="33825"/>
            </a:xfrm>
            <a:custGeom>
              <a:avLst/>
              <a:gdLst/>
              <a:ahLst/>
              <a:cxnLst/>
              <a:rect l="0" t="0" r="0" b="0"/>
              <a:pathLst>
                <a:path w="27574" h="33825">
                  <a:moveTo>
                    <a:pt x="27574" y="0"/>
                  </a:moveTo>
                  <a:lnTo>
                    <a:pt x="0" y="33825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5" name="Input_receptor__1764">
              <a:extLst>
                <a:ext uri="{FF2B5EF4-FFF2-40B4-BE49-F238E27FC236}">
                  <a16:creationId xmlns:a16="http://schemas.microsoft.com/office/drawing/2014/main" id="{B5E1FF59-2B54-8B73-687D-847B4541085B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3788"/>
              <a:ext cx="20839" cy="11612"/>
            </a:xfrm>
            <a:custGeom>
              <a:avLst/>
              <a:gdLst/>
              <a:ahLst/>
              <a:cxnLst/>
              <a:rect l="0" t="0" r="0" b="0"/>
              <a:pathLst>
                <a:path w="20839" h="11612">
                  <a:moveTo>
                    <a:pt x="20839" y="0"/>
                  </a:moveTo>
                  <a:lnTo>
                    <a:pt x="0" y="11612"/>
                  </a:lnTo>
                </a:path>
              </a:pathLst>
            </a:custGeom>
            <a:noFill/>
            <a:ln w="20003">
              <a:solidFill>
                <a:srgbClr val="A0AFBB"/>
              </a:solidFill>
            </a:ln>
          </p:spPr>
        </p:sp>
        <p:sp>
          <p:nvSpPr>
            <p:cNvPr id="1766" name="Input_receptor__1765">
              <a:extLst>
                <a:ext uri="{FF2B5EF4-FFF2-40B4-BE49-F238E27FC236}">
                  <a16:creationId xmlns:a16="http://schemas.microsoft.com/office/drawing/2014/main" id="{0AC58112-2E17-4B01-C187-225FBFA47885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8623"/>
              <a:ext cx="23360" cy="24382"/>
            </a:xfrm>
            <a:custGeom>
              <a:avLst/>
              <a:gdLst/>
              <a:ahLst/>
              <a:cxnLst/>
              <a:rect l="0" t="0" r="0" b="0"/>
              <a:pathLst>
                <a:path w="23360" h="24382">
                  <a:moveTo>
                    <a:pt x="0" y="24382"/>
                  </a:moveTo>
                  <a:lnTo>
                    <a:pt x="23360" y="0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7" name="Input_receptor__1766">
              <a:extLst>
                <a:ext uri="{FF2B5EF4-FFF2-40B4-BE49-F238E27FC236}">
                  <a16:creationId xmlns:a16="http://schemas.microsoft.com/office/drawing/2014/main" id="{5A0633D1-0E8C-746D-CAC4-8FBD059F43D6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6091" cy="36353"/>
            </a:xfrm>
            <a:custGeom>
              <a:avLst/>
              <a:gdLst/>
              <a:ahLst/>
              <a:cxnLst/>
              <a:rect l="0" t="0" r="0" b="0"/>
              <a:pathLst>
                <a:path w="26091" h="36353">
                  <a:moveTo>
                    <a:pt x="0" y="0"/>
                  </a:moveTo>
                  <a:lnTo>
                    <a:pt x="26091" y="36353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8" name="Input_receptor__1767">
              <a:extLst>
                <a:ext uri="{FF2B5EF4-FFF2-40B4-BE49-F238E27FC236}">
                  <a16:creationId xmlns:a16="http://schemas.microsoft.com/office/drawing/2014/main" id="{1171DE12-78E8-5078-EC4B-49B005098D56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506360"/>
              <a:ext cx="27801" cy="19916"/>
            </a:xfrm>
            <a:custGeom>
              <a:avLst/>
              <a:gdLst/>
              <a:ahLst/>
              <a:cxnLst/>
              <a:rect l="0" t="0" r="0" b="0"/>
              <a:pathLst>
                <a:path w="27801" h="19916">
                  <a:moveTo>
                    <a:pt x="0" y="0"/>
                  </a:moveTo>
                  <a:lnTo>
                    <a:pt x="27801" y="19916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9" name="Input_receptor__1768">
              <a:extLst>
                <a:ext uri="{FF2B5EF4-FFF2-40B4-BE49-F238E27FC236}">
                  <a16:creationId xmlns:a16="http://schemas.microsoft.com/office/drawing/2014/main" id="{CD12BF66-CD79-A82F-31CE-11E20A18AADB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705718"/>
              <a:ext cx="21403" cy="14395"/>
            </a:xfrm>
            <a:custGeom>
              <a:avLst/>
              <a:gdLst/>
              <a:ahLst/>
              <a:cxnLst/>
              <a:rect l="0" t="0" r="0" b="0"/>
              <a:pathLst>
                <a:path w="21403" h="14395">
                  <a:moveTo>
                    <a:pt x="21403" y="1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0" name="Input_receptor__1769">
              <a:extLst>
                <a:ext uri="{FF2B5EF4-FFF2-40B4-BE49-F238E27FC236}">
                  <a16:creationId xmlns:a16="http://schemas.microsoft.com/office/drawing/2014/main" id="{317DC88F-C9DD-6917-DAA8-CF1C3002DD3B}"/>
                </a:ext>
              </a:extLst>
            </p:cNvPr>
            <p:cNvSpPr>
              <a:spLocks noGrp="1"/>
            </p:cNvSpPr>
            <p:nvPr/>
          </p:nvSpPr>
          <p:spPr>
            <a:xfrm>
              <a:off x="1178979" y="4799310"/>
              <a:ext cx="7469" cy="32171"/>
            </a:xfrm>
            <a:custGeom>
              <a:avLst/>
              <a:gdLst/>
              <a:ahLst/>
              <a:cxnLst/>
              <a:rect l="0" t="0" r="0" b="0"/>
              <a:pathLst>
                <a:path w="7469" h="32171">
                  <a:moveTo>
                    <a:pt x="7469" y="0"/>
                  </a:moveTo>
                  <a:lnTo>
                    <a:pt x="0" y="3217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1" name="Input_receptor__1770">
              <a:extLst>
                <a:ext uri="{FF2B5EF4-FFF2-40B4-BE49-F238E27FC236}">
                  <a16:creationId xmlns:a16="http://schemas.microsoft.com/office/drawing/2014/main" id="{0FF561B9-C064-C737-489E-28E8BE4AC6E0}"/>
                </a:ext>
              </a:extLst>
            </p:cNvPr>
            <p:cNvSpPr>
              <a:spLocks noGrp="1"/>
            </p:cNvSpPr>
            <p:nvPr/>
          </p:nvSpPr>
          <p:spPr>
            <a:xfrm>
              <a:off x="845133" y="4430333"/>
              <a:ext cx="1464" cy="35129"/>
            </a:xfrm>
            <a:custGeom>
              <a:avLst/>
              <a:gdLst/>
              <a:ahLst/>
              <a:cxnLst/>
              <a:rect l="0" t="0" r="0" b="0"/>
              <a:pathLst>
                <a:path w="1464" h="35129">
                  <a:moveTo>
                    <a:pt x="0" y="35129"/>
                  </a:moveTo>
                  <a:lnTo>
                    <a:pt x="1464" y="0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72" name="Input_receptor__1771">
              <a:extLst>
                <a:ext uri="{FF2B5EF4-FFF2-40B4-BE49-F238E27FC236}">
                  <a16:creationId xmlns:a16="http://schemas.microsoft.com/office/drawing/2014/main" id="{4CB18948-7EEA-6D48-0C17-9DBE387A358D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798149"/>
              <a:ext cx="21589" cy="38481"/>
            </a:xfrm>
            <a:custGeom>
              <a:avLst/>
              <a:gdLst/>
              <a:ahLst/>
              <a:cxnLst/>
              <a:rect l="0" t="0" r="0" b="0"/>
              <a:pathLst>
                <a:path w="21589" h="38481">
                  <a:moveTo>
                    <a:pt x="21589" y="0"/>
                  </a:moveTo>
                  <a:lnTo>
                    <a:pt x="0" y="3848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3" name="Input_receptor__1772">
              <a:extLst>
                <a:ext uri="{FF2B5EF4-FFF2-40B4-BE49-F238E27FC236}">
                  <a16:creationId xmlns:a16="http://schemas.microsoft.com/office/drawing/2014/main" id="{24D9A054-0D50-BA70-A172-098D35624F5E}"/>
                </a:ext>
              </a:extLst>
            </p:cNvPr>
            <p:cNvSpPr>
              <a:spLocks noGrp="1"/>
            </p:cNvSpPr>
            <p:nvPr/>
          </p:nvSpPr>
          <p:spPr>
            <a:xfrm>
              <a:off x="1236940" y="4619408"/>
              <a:ext cx="14438" cy="26478"/>
            </a:xfrm>
            <a:custGeom>
              <a:avLst/>
              <a:gdLst/>
              <a:ahLst/>
              <a:cxnLst/>
              <a:rect l="0" t="0" r="0" b="0"/>
              <a:pathLst>
                <a:path w="14438" h="26478">
                  <a:moveTo>
                    <a:pt x="14438" y="0"/>
                  </a:moveTo>
                  <a:lnTo>
                    <a:pt x="0" y="26478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4" name="Input_receptor__1773">
              <a:extLst>
                <a:ext uri="{FF2B5EF4-FFF2-40B4-BE49-F238E27FC236}">
                  <a16:creationId xmlns:a16="http://schemas.microsoft.com/office/drawing/2014/main" id="{83CD62CC-AC06-E0A6-5C97-824F07F2D088}"/>
                </a:ext>
              </a:extLst>
            </p:cNvPr>
            <p:cNvSpPr>
              <a:spLocks noGrp="1"/>
            </p:cNvSpPr>
            <p:nvPr/>
          </p:nvSpPr>
          <p:spPr>
            <a:xfrm>
              <a:off x="1488299" y="4294982"/>
              <a:ext cx="46642" cy="6733"/>
            </a:xfrm>
            <a:custGeom>
              <a:avLst/>
              <a:gdLst/>
              <a:ahLst/>
              <a:cxnLst/>
              <a:rect l="0" t="0" r="0" b="0"/>
              <a:pathLst>
                <a:path w="46642" h="6733">
                  <a:moveTo>
                    <a:pt x="46642" y="0"/>
                  </a:moveTo>
                  <a:lnTo>
                    <a:pt x="0" y="6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5" name="Input_receptor__1774">
              <a:extLst>
                <a:ext uri="{FF2B5EF4-FFF2-40B4-BE49-F238E27FC236}">
                  <a16:creationId xmlns:a16="http://schemas.microsoft.com/office/drawing/2014/main" id="{BF99F660-3F66-A526-28FF-8035F3884331}"/>
                </a:ext>
              </a:extLst>
            </p:cNvPr>
            <p:cNvSpPr>
              <a:spLocks noGrp="1"/>
            </p:cNvSpPr>
            <p:nvPr/>
          </p:nvSpPr>
          <p:spPr>
            <a:xfrm>
              <a:off x="1220935" y="4696154"/>
              <a:ext cx="36516" cy="19733"/>
            </a:xfrm>
            <a:custGeom>
              <a:avLst/>
              <a:gdLst/>
              <a:ahLst/>
              <a:cxnLst/>
              <a:rect l="0" t="0" r="0" b="0"/>
              <a:pathLst>
                <a:path w="36516" h="19733">
                  <a:moveTo>
                    <a:pt x="36516" y="0"/>
                  </a:moveTo>
                  <a:lnTo>
                    <a:pt x="0" y="19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6" name="Input_receptor__1775">
              <a:extLst>
                <a:ext uri="{FF2B5EF4-FFF2-40B4-BE49-F238E27FC236}">
                  <a16:creationId xmlns:a16="http://schemas.microsoft.com/office/drawing/2014/main" id="{12904A05-6841-0A3B-F67F-045CD7698048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397424"/>
              <a:ext cx="2347" cy="22157"/>
            </a:xfrm>
            <a:custGeom>
              <a:avLst/>
              <a:gdLst/>
              <a:ahLst/>
              <a:cxnLst/>
              <a:rect l="0" t="0" r="0" b="0"/>
              <a:pathLst>
                <a:path w="2347" h="22157">
                  <a:moveTo>
                    <a:pt x="2347" y="0"/>
                  </a:moveTo>
                  <a:lnTo>
                    <a:pt x="0" y="22157"/>
                  </a:lnTo>
                </a:path>
              </a:pathLst>
            </a:custGeom>
            <a:noFill/>
            <a:ln w="8096">
              <a:solidFill>
                <a:srgbClr val="A1B0BB"/>
              </a:solidFill>
            </a:ln>
          </p:spPr>
        </p:sp>
        <p:sp>
          <p:nvSpPr>
            <p:cNvPr id="1777" name="Input_receptor__1776">
              <a:extLst>
                <a:ext uri="{FF2B5EF4-FFF2-40B4-BE49-F238E27FC236}">
                  <a16:creationId xmlns:a16="http://schemas.microsoft.com/office/drawing/2014/main" id="{44C293C7-8A2A-B753-C7DF-7F10676BD99B}"/>
                </a:ext>
              </a:extLst>
            </p:cNvPr>
            <p:cNvSpPr>
              <a:spLocks noGrp="1"/>
            </p:cNvSpPr>
            <p:nvPr/>
          </p:nvSpPr>
          <p:spPr>
            <a:xfrm>
              <a:off x="863340" y="4534711"/>
              <a:ext cx="5191" cy="19732"/>
            </a:xfrm>
            <a:custGeom>
              <a:avLst/>
              <a:gdLst/>
              <a:ahLst/>
              <a:cxnLst/>
              <a:rect l="0" t="0" r="0" b="0"/>
              <a:pathLst>
                <a:path w="5191" h="19732">
                  <a:moveTo>
                    <a:pt x="0" y="19732"/>
                  </a:moveTo>
                  <a:lnTo>
                    <a:pt x="5191" y="0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78" name="Input_receptor__1777">
              <a:extLst>
                <a:ext uri="{FF2B5EF4-FFF2-40B4-BE49-F238E27FC236}">
                  <a16:creationId xmlns:a16="http://schemas.microsoft.com/office/drawing/2014/main" id="{12B00E4E-91EB-4590-0E7B-DB30779A2EAD}"/>
                </a:ext>
              </a:extLst>
            </p:cNvPr>
            <p:cNvSpPr>
              <a:spLocks noGrp="1"/>
            </p:cNvSpPr>
            <p:nvPr/>
          </p:nvSpPr>
          <p:spPr>
            <a:xfrm>
              <a:off x="788737" y="4610367"/>
              <a:ext cx="44044" cy="18398"/>
            </a:xfrm>
            <a:custGeom>
              <a:avLst/>
              <a:gdLst/>
              <a:ahLst/>
              <a:cxnLst/>
              <a:rect l="0" t="0" r="0" b="0"/>
              <a:pathLst>
                <a:path w="44044" h="18398">
                  <a:moveTo>
                    <a:pt x="0" y="18398"/>
                  </a:moveTo>
                  <a:lnTo>
                    <a:pt x="44044" y="0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79" name="Input_receptor__1778">
              <a:extLst>
                <a:ext uri="{FF2B5EF4-FFF2-40B4-BE49-F238E27FC236}">
                  <a16:creationId xmlns:a16="http://schemas.microsoft.com/office/drawing/2014/main" id="{5D883C5C-5321-D50E-75C5-7C181B67270C}"/>
                </a:ext>
              </a:extLst>
            </p:cNvPr>
            <p:cNvSpPr>
              <a:spLocks noGrp="1"/>
            </p:cNvSpPr>
            <p:nvPr/>
          </p:nvSpPr>
          <p:spPr>
            <a:xfrm>
              <a:off x="1246696" y="4562288"/>
              <a:ext cx="47838" cy="4503"/>
            </a:xfrm>
            <a:custGeom>
              <a:avLst/>
              <a:gdLst/>
              <a:ahLst/>
              <a:cxnLst/>
              <a:rect l="0" t="0" r="0" b="0"/>
              <a:pathLst>
                <a:path w="47838" h="4503">
                  <a:moveTo>
                    <a:pt x="47838" y="0"/>
                  </a:moveTo>
                  <a:lnTo>
                    <a:pt x="0" y="4503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80" name="Input_receptor__1779">
              <a:extLst>
                <a:ext uri="{FF2B5EF4-FFF2-40B4-BE49-F238E27FC236}">
                  <a16:creationId xmlns:a16="http://schemas.microsoft.com/office/drawing/2014/main" id="{54464CF4-CF33-9083-A911-E9FE87ADD0C0}"/>
                </a:ext>
              </a:extLst>
            </p:cNvPr>
            <p:cNvSpPr>
              <a:spLocks noGrp="1"/>
            </p:cNvSpPr>
            <p:nvPr/>
          </p:nvSpPr>
          <p:spPr>
            <a:xfrm>
              <a:off x="711631" y="4792031"/>
              <a:ext cx="4661" cy="1707"/>
            </a:xfrm>
            <a:custGeom>
              <a:avLst/>
              <a:gdLst/>
              <a:ahLst/>
              <a:cxnLst/>
              <a:rect l="0" t="0" r="0" b="0"/>
              <a:pathLst>
                <a:path w="4661" h="1707">
                  <a:moveTo>
                    <a:pt x="0" y="0"/>
                  </a:moveTo>
                  <a:lnTo>
                    <a:pt x="4661" y="1707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81" name="Input_receptor__1780">
              <a:extLst>
                <a:ext uri="{FF2B5EF4-FFF2-40B4-BE49-F238E27FC236}">
                  <a16:creationId xmlns:a16="http://schemas.microsoft.com/office/drawing/2014/main" id="{3D7F0412-DC0A-A648-113F-6EC95BE29CB2}"/>
                </a:ext>
              </a:extLst>
            </p:cNvPr>
            <p:cNvSpPr>
              <a:spLocks noGrp="1"/>
            </p:cNvSpPr>
            <p:nvPr/>
          </p:nvSpPr>
          <p:spPr>
            <a:xfrm>
              <a:off x="1394225" y="4313231"/>
              <a:ext cx="8262" cy="47126"/>
            </a:xfrm>
            <a:custGeom>
              <a:avLst/>
              <a:gdLst/>
              <a:ahLst/>
              <a:cxnLst/>
              <a:rect l="0" t="0" r="0" b="0"/>
              <a:pathLst>
                <a:path w="8262" h="47126">
                  <a:moveTo>
                    <a:pt x="8262" y="0"/>
                  </a:moveTo>
                  <a:lnTo>
                    <a:pt x="0" y="47126"/>
                  </a:lnTo>
                </a:path>
              </a:pathLst>
            </a:custGeom>
            <a:noFill/>
            <a:ln w="8096">
              <a:solidFill>
                <a:srgbClr val="A2B0BC"/>
              </a:solidFill>
            </a:ln>
          </p:spPr>
        </p:sp>
        <p:sp>
          <p:nvSpPr>
            <p:cNvPr id="1782" name="Input_receptor__1781">
              <a:extLst>
                <a:ext uri="{FF2B5EF4-FFF2-40B4-BE49-F238E27FC236}">
                  <a16:creationId xmlns:a16="http://schemas.microsoft.com/office/drawing/2014/main" id="{5F16E17F-A431-5CF0-B88C-FCB70E6CA4C4}"/>
                </a:ext>
              </a:extLst>
            </p:cNvPr>
            <p:cNvSpPr>
              <a:spLocks noGrp="1"/>
            </p:cNvSpPr>
            <p:nvPr/>
          </p:nvSpPr>
          <p:spPr>
            <a:xfrm>
              <a:off x="1138486" y="4794554"/>
              <a:ext cx="47961" cy="4756"/>
            </a:xfrm>
            <a:custGeom>
              <a:avLst/>
              <a:gdLst/>
              <a:ahLst/>
              <a:cxnLst/>
              <a:rect l="0" t="0" r="0" b="0"/>
              <a:pathLst>
                <a:path w="47961" h="4756">
                  <a:moveTo>
                    <a:pt x="0" y="0"/>
                  </a:moveTo>
                  <a:lnTo>
                    <a:pt x="47961" y="4756"/>
                  </a:lnTo>
                </a:path>
              </a:pathLst>
            </a:custGeom>
            <a:noFill/>
            <a:ln w="20003">
              <a:solidFill>
                <a:srgbClr val="A2B0BC"/>
              </a:solidFill>
            </a:ln>
          </p:spPr>
        </p:sp>
        <p:sp>
          <p:nvSpPr>
            <p:cNvPr id="1783" name="Input_receptor__1782">
              <a:extLst>
                <a:ext uri="{FF2B5EF4-FFF2-40B4-BE49-F238E27FC236}">
                  <a16:creationId xmlns:a16="http://schemas.microsoft.com/office/drawing/2014/main" id="{82CED4D6-569A-B2B1-EC17-BC7C576A321A}"/>
                </a:ext>
              </a:extLst>
            </p:cNvPr>
            <p:cNvSpPr>
              <a:spLocks noGrp="1"/>
            </p:cNvSpPr>
            <p:nvPr/>
          </p:nvSpPr>
          <p:spPr>
            <a:xfrm>
              <a:off x="750757" y="4611494"/>
              <a:ext cx="37981" cy="17271"/>
            </a:xfrm>
            <a:custGeom>
              <a:avLst/>
              <a:gdLst/>
              <a:ahLst/>
              <a:cxnLst/>
              <a:rect l="0" t="0" r="0" b="0"/>
              <a:pathLst>
                <a:path w="37981" h="17271">
                  <a:moveTo>
                    <a:pt x="0" y="0"/>
                  </a:moveTo>
                  <a:lnTo>
                    <a:pt x="37981" y="1727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4" name="Input_receptor__1783">
              <a:extLst>
                <a:ext uri="{FF2B5EF4-FFF2-40B4-BE49-F238E27FC236}">
                  <a16:creationId xmlns:a16="http://schemas.microsoft.com/office/drawing/2014/main" id="{54168220-7F51-D87A-B60F-A304B45DE832}"/>
                </a:ext>
              </a:extLst>
            </p:cNvPr>
            <p:cNvSpPr>
              <a:spLocks noGrp="1"/>
            </p:cNvSpPr>
            <p:nvPr/>
          </p:nvSpPr>
          <p:spPr>
            <a:xfrm>
              <a:off x="924042" y="4415887"/>
              <a:ext cx="32030" cy="14417"/>
            </a:xfrm>
            <a:custGeom>
              <a:avLst/>
              <a:gdLst/>
              <a:ahLst/>
              <a:cxnLst/>
              <a:rect l="0" t="0" r="0" b="0"/>
              <a:pathLst>
                <a:path w="32030" h="14417">
                  <a:moveTo>
                    <a:pt x="0" y="0"/>
                  </a:moveTo>
                  <a:lnTo>
                    <a:pt x="32030" y="14417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85" name="Input_receptor__1784">
              <a:extLst>
                <a:ext uri="{FF2B5EF4-FFF2-40B4-BE49-F238E27FC236}">
                  <a16:creationId xmlns:a16="http://schemas.microsoft.com/office/drawing/2014/main" id="{86E6AA5A-67A8-F274-BDAC-CCB63DA59704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794554"/>
              <a:ext cx="4927" cy="47763"/>
            </a:xfrm>
            <a:custGeom>
              <a:avLst/>
              <a:gdLst/>
              <a:ahLst/>
              <a:cxnLst/>
              <a:rect l="0" t="0" r="0" b="0"/>
              <a:pathLst>
                <a:path w="4927" h="47763">
                  <a:moveTo>
                    <a:pt x="0" y="47763"/>
                  </a:moveTo>
                  <a:lnTo>
                    <a:pt x="4927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6" name="Input_receptor__1785">
              <a:extLst>
                <a:ext uri="{FF2B5EF4-FFF2-40B4-BE49-F238E27FC236}">
                  <a16:creationId xmlns:a16="http://schemas.microsoft.com/office/drawing/2014/main" id="{4798A1FB-5515-13A9-49D9-BF358303DAF5}"/>
                </a:ext>
              </a:extLst>
            </p:cNvPr>
            <p:cNvSpPr>
              <a:spLocks noGrp="1"/>
            </p:cNvSpPr>
            <p:nvPr/>
          </p:nvSpPr>
          <p:spPr>
            <a:xfrm>
              <a:off x="1457679" y="4270916"/>
              <a:ext cx="30620" cy="30799"/>
            </a:xfrm>
            <a:custGeom>
              <a:avLst/>
              <a:gdLst/>
              <a:ahLst/>
              <a:cxnLst/>
              <a:rect l="0" t="0" r="0" b="0"/>
              <a:pathLst>
                <a:path w="30620" h="30799">
                  <a:moveTo>
                    <a:pt x="30620" y="307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7" name="Input_receptor__1786">
              <a:extLst>
                <a:ext uri="{FF2B5EF4-FFF2-40B4-BE49-F238E27FC236}">
                  <a16:creationId xmlns:a16="http://schemas.microsoft.com/office/drawing/2014/main" id="{72C431B0-A7A2-99AC-BBE9-C0649ED2501C}"/>
                </a:ext>
              </a:extLst>
            </p:cNvPr>
            <p:cNvSpPr>
              <a:spLocks noGrp="1"/>
            </p:cNvSpPr>
            <p:nvPr/>
          </p:nvSpPr>
          <p:spPr>
            <a:xfrm>
              <a:off x="1079219" y="4719852"/>
              <a:ext cx="47235" cy="261"/>
            </a:xfrm>
            <a:custGeom>
              <a:avLst/>
              <a:gdLst/>
              <a:ahLst/>
              <a:cxnLst/>
              <a:rect l="0" t="0" r="0" b="0"/>
              <a:pathLst>
                <a:path w="47235" h="261">
                  <a:moveTo>
                    <a:pt x="47235" y="0"/>
                  </a:moveTo>
                  <a:lnTo>
                    <a:pt x="0" y="26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8" name="Input_receptor__1787">
              <a:extLst>
                <a:ext uri="{FF2B5EF4-FFF2-40B4-BE49-F238E27FC236}">
                  <a16:creationId xmlns:a16="http://schemas.microsoft.com/office/drawing/2014/main" id="{5773C401-5C5B-E607-2F49-0DC79B1E2D48}"/>
                </a:ext>
              </a:extLst>
            </p:cNvPr>
            <p:cNvSpPr>
              <a:spLocks noGrp="1"/>
            </p:cNvSpPr>
            <p:nvPr/>
          </p:nvSpPr>
          <p:spPr>
            <a:xfrm>
              <a:off x="1190368" y="4645886"/>
              <a:ext cx="46573" cy="11847"/>
            </a:xfrm>
            <a:custGeom>
              <a:avLst/>
              <a:gdLst/>
              <a:ahLst/>
              <a:cxnLst/>
              <a:rect l="0" t="0" r="0" b="0"/>
              <a:pathLst>
                <a:path w="46573" h="11847">
                  <a:moveTo>
                    <a:pt x="46573" y="0"/>
                  </a:moveTo>
                  <a:lnTo>
                    <a:pt x="0" y="11847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9" name="Input_receptor__1788">
              <a:extLst>
                <a:ext uri="{FF2B5EF4-FFF2-40B4-BE49-F238E27FC236}">
                  <a16:creationId xmlns:a16="http://schemas.microsoft.com/office/drawing/2014/main" id="{44817FC4-1E8C-5434-629B-BB4C703BA51E}"/>
                </a:ext>
              </a:extLst>
            </p:cNvPr>
            <p:cNvSpPr>
              <a:spLocks noGrp="1"/>
            </p:cNvSpPr>
            <p:nvPr/>
          </p:nvSpPr>
          <p:spPr>
            <a:xfrm>
              <a:off x="729421" y="4832182"/>
              <a:ext cx="41634" cy="8087"/>
            </a:xfrm>
            <a:custGeom>
              <a:avLst/>
              <a:gdLst/>
              <a:ahLst/>
              <a:cxnLst/>
              <a:rect l="0" t="0" r="0" b="0"/>
              <a:pathLst>
                <a:path w="41634" h="8087">
                  <a:moveTo>
                    <a:pt x="0" y="8087"/>
                  </a:moveTo>
                  <a:lnTo>
                    <a:pt x="41634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0" name="Input_receptor__1789">
              <a:extLst>
                <a:ext uri="{FF2B5EF4-FFF2-40B4-BE49-F238E27FC236}">
                  <a16:creationId xmlns:a16="http://schemas.microsoft.com/office/drawing/2014/main" id="{1839C4A5-89C3-C2F6-05B5-A65785CE655B}"/>
                </a:ext>
              </a:extLst>
            </p:cNvPr>
            <p:cNvSpPr>
              <a:spLocks noGrp="1"/>
            </p:cNvSpPr>
            <p:nvPr/>
          </p:nvSpPr>
          <p:spPr>
            <a:xfrm>
              <a:off x="771055" y="4832182"/>
              <a:ext cx="41788" cy="3259"/>
            </a:xfrm>
            <a:custGeom>
              <a:avLst/>
              <a:gdLst/>
              <a:ahLst/>
              <a:cxnLst/>
              <a:rect l="0" t="0" r="0" b="0"/>
              <a:pathLst>
                <a:path w="41788" h="3259">
                  <a:moveTo>
                    <a:pt x="0" y="0"/>
                  </a:moveTo>
                  <a:lnTo>
                    <a:pt x="41788" y="3259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1" name="Input_receptor__1790">
              <a:extLst>
                <a:ext uri="{FF2B5EF4-FFF2-40B4-BE49-F238E27FC236}">
                  <a16:creationId xmlns:a16="http://schemas.microsoft.com/office/drawing/2014/main" id="{B66C8DA3-78E3-3663-221C-0B8325D55F21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9814" cy="2021"/>
            </a:xfrm>
            <a:custGeom>
              <a:avLst/>
              <a:gdLst/>
              <a:ahLst/>
              <a:cxnLst/>
              <a:rect l="0" t="0" r="0" b="0"/>
              <a:pathLst>
                <a:path w="29814" h="2021">
                  <a:moveTo>
                    <a:pt x="29814" y="20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92" name="Input_receptor__1791">
              <a:extLst>
                <a:ext uri="{FF2B5EF4-FFF2-40B4-BE49-F238E27FC236}">
                  <a16:creationId xmlns:a16="http://schemas.microsoft.com/office/drawing/2014/main" id="{80A42DA1-A575-FBD8-7495-8A64D226130A}"/>
                </a:ext>
              </a:extLst>
            </p:cNvPr>
            <p:cNvSpPr>
              <a:spLocks noGrp="1"/>
            </p:cNvSpPr>
            <p:nvPr/>
          </p:nvSpPr>
          <p:spPr>
            <a:xfrm>
              <a:off x="904764" y="4783873"/>
              <a:ext cx="37055" cy="14276"/>
            </a:xfrm>
            <a:custGeom>
              <a:avLst/>
              <a:gdLst/>
              <a:ahLst/>
              <a:cxnLst/>
              <a:rect l="0" t="0" r="0" b="0"/>
              <a:pathLst>
                <a:path w="37055" h="14276">
                  <a:moveTo>
                    <a:pt x="0" y="0"/>
                  </a:moveTo>
                  <a:lnTo>
                    <a:pt x="37055" y="14276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3" name="Input_receptor__1792">
              <a:extLst>
                <a:ext uri="{FF2B5EF4-FFF2-40B4-BE49-F238E27FC236}">
                  <a16:creationId xmlns:a16="http://schemas.microsoft.com/office/drawing/2014/main" id="{4DF4045C-EFEB-5803-6087-F51418507F44}"/>
                </a:ext>
              </a:extLst>
            </p:cNvPr>
            <p:cNvSpPr>
              <a:spLocks noGrp="1"/>
            </p:cNvSpPr>
            <p:nvPr/>
          </p:nvSpPr>
          <p:spPr>
            <a:xfrm>
              <a:off x="1294534" y="4562288"/>
              <a:ext cx="12433" cy="40488"/>
            </a:xfrm>
            <a:custGeom>
              <a:avLst/>
              <a:gdLst/>
              <a:ahLst/>
              <a:cxnLst/>
              <a:rect l="0" t="0" r="0" b="0"/>
              <a:pathLst>
                <a:path w="12433" h="40488">
                  <a:moveTo>
                    <a:pt x="12433" y="40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4" name="Input_receptor__1793">
              <a:extLst>
                <a:ext uri="{FF2B5EF4-FFF2-40B4-BE49-F238E27FC236}">
                  <a16:creationId xmlns:a16="http://schemas.microsoft.com/office/drawing/2014/main" id="{32B663DA-0268-5DA2-7ABD-D10A0E301ABF}"/>
                </a:ext>
              </a:extLst>
            </p:cNvPr>
            <p:cNvSpPr>
              <a:spLocks noGrp="1"/>
            </p:cNvSpPr>
            <p:nvPr/>
          </p:nvSpPr>
          <p:spPr>
            <a:xfrm>
              <a:off x="788563" y="4770661"/>
              <a:ext cx="40675" cy="22339"/>
            </a:xfrm>
            <a:custGeom>
              <a:avLst/>
              <a:gdLst/>
              <a:ahLst/>
              <a:cxnLst/>
              <a:rect l="0" t="0" r="0" b="0"/>
              <a:pathLst>
                <a:path w="40675" h="22339">
                  <a:moveTo>
                    <a:pt x="40675" y="223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5" name="Input_receptor__1794">
              <a:extLst>
                <a:ext uri="{FF2B5EF4-FFF2-40B4-BE49-F238E27FC236}">
                  <a16:creationId xmlns:a16="http://schemas.microsoft.com/office/drawing/2014/main" id="{FFFCC0D2-EF8E-BBCC-25A4-F39BFE466801}"/>
                </a:ext>
              </a:extLst>
            </p:cNvPr>
            <p:cNvSpPr>
              <a:spLocks noGrp="1"/>
            </p:cNvSpPr>
            <p:nvPr/>
          </p:nvSpPr>
          <p:spPr>
            <a:xfrm>
              <a:off x="1220722" y="4566791"/>
              <a:ext cx="25975" cy="21848"/>
            </a:xfrm>
            <a:custGeom>
              <a:avLst/>
              <a:gdLst/>
              <a:ahLst/>
              <a:cxnLst/>
              <a:rect l="0" t="0" r="0" b="0"/>
              <a:pathLst>
                <a:path w="25975" h="21848">
                  <a:moveTo>
                    <a:pt x="25975" y="0"/>
                  </a:moveTo>
                  <a:lnTo>
                    <a:pt x="0" y="21848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6" name="Input_receptor__1795">
              <a:extLst>
                <a:ext uri="{FF2B5EF4-FFF2-40B4-BE49-F238E27FC236}">
                  <a16:creationId xmlns:a16="http://schemas.microsoft.com/office/drawing/2014/main" id="{BB7E863C-6E19-7C08-CB53-7AD4A9710050}"/>
                </a:ext>
              </a:extLst>
            </p:cNvPr>
            <p:cNvSpPr>
              <a:spLocks noGrp="1"/>
            </p:cNvSpPr>
            <p:nvPr/>
          </p:nvSpPr>
          <p:spPr>
            <a:xfrm>
              <a:off x="812843" y="4792999"/>
              <a:ext cx="16396" cy="42442"/>
            </a:xfrm>
            <a:custGeom>
              <a:avLst/>
              <a:gdLst/>
              <a:ahLst/>
              <a:cxnLst/>
              <a:rect l="0" t="0" r="0" b="0"/>
              <a:pathLst>
                <a:path w="16396" h="42442">
                  <a:moveTo>
                    <a:pt x="0" y="42442"/>
                  </a:moveTo>
                  <a:lnTo>
                    <a:pt x="16396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7" name="Input_receptor__1796">
              <a:extLst>
                <a:ext uri="{FF2B5EF4-FFF2-40B4-BE49-F238E27FC236}">
                  <a16:creationId xmlns:a16="http://schemas.microsoft.com/office/drawing/2014/main" id="{F7E7576F-DB3B-5FA6-B79E-D4B3091A2416}"/>
                </a:ext>
              </a:extLst>
            </p:cNvPr>
            <p:cNvSpPr>
              <a:spLocks noGrp="1"/>
            </p:cNvSpPr>
            <p:nvPr/>
          </p:nvSpPr>
          <p:spPr>
            <a:xfrm>
              <a:off x="1355991" y="4360357"/>
              <a:ext cx="38234" cy="2735"/>
            </a:xfrm>
            <a:custGeom>
              <a:avLst/>
              <a:gdLst/>
              <a:ahLst/>
              <a:cxnLst/>
              <a:rect l="0" t="0" r="0" b="0"/>
              <a:pathLst>
                <a:path w="38234" h="2735">
                  <a:moveTo>
                    <a:pt x="38234" y="0"/>
                  </a:moveTo>
                  <a:lnTo>
                    <a:pt x="0" y="2735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8" name="Input_receptor__1797">
              <a:extLst>
                <a:ext uri="{FF2B5EF4-FFF2-40B4-BE49-F238E27FC236}">
                  <a16:creationId xmlns:a16="http://schemas.microsoft.com/office/drawing/2014/main" id="{10AC7837-1F74-0AD1-2048-409F347FCCF6}"/>
                </a:ext>
              </a:extLst>
            </p:cNvPr>
            <p:cNvSpPr>
              <a:spLocks noGrp="1"/>
            </p:cNvSpPr>
            <p:nvPr/>
          </p:nvSpPr>
          <p:spPr>
            <a:xfrm>
              <a:off x="846597" y="4430333"/>
              <a:ext cx="39768" cy="16002"/>
            </a:xfrm>
            <a:custGeom>
              <a:avLst/>
              <a:gdLst/>
              <a:ahLst/>
              <a:cxnLst/>
              <a:rect l="0" t="0" r="0" b="0"/>
              <a:pathLst>
                <a:path w="39768" h="16002">
                  <a:moveTo>
                    <a:pt x="0" y="0"/>
                  </a:moveTo>
                  <a:lnTo>
                    <a:pt x="39768" y="16002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9" name="Input_receptor__1798">
              <a:extLst>
                <a:ext uri="{FF2B5EF4-FFF2-40B4-BE49-F238E27FC236}">
                  <a16:creationId xmlns:a16="http://schemas.microsoft.com/office/drawing/2014/main" id="{FBF7525F-B072-DC72-C0CA-5DB407CCB2C6}"/>
                </a:ext>
              </a:extLst>
            </p:cNvPr>
            <p:cNvSpPr>
              <a:spLocks noGrp="1"/>
            </p:cNvSpPr>
            <p:nvPr/>
          </p:nvSpPr>
          <p:spPr>
            <a:xfrm>
              <a:off x="832781" y="4604960"/>
              <a:ext cx="36738" cy="5407"/>
            </a:xfrm>
            <a:custGeom>
              <a:avLst/>
              <a:gdLst/>
              <a:ahLst/>
              <a:cxnLst/>
              <a:rect l="0" t="0" r="0" b="0"/>
              <a:pathLst>
                <a:path w="36738" h="5407">
                  <a:moveTo>
                    <a:pt x="0" y="5407"/>
                  </a:moveTo>
                  <a:lnTo>
                    <a:pt x="36738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800" name="Input_receptor__1799">
              <a:extLst>
                <a:ext uri="{FF2B5EF4-FFF2-40B4-BE49-F238E27FC236}">
                  <a16:creationId xmlns:a16="http://schemas.microsoft.com/office/drawing/2014/main" id="{BB41B335-9470-4DC8-EC0F-5D2AB68AB2D6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63427"/>
              <a:ext cx="25362" cy="40519"/>
            </a:xfrm>
            <a:custGeom>
              <a:avLst/>
              <a:gdLst/>
              <a:ahLst/>
              <a:cxnLst/>
              <a:rect l="0" t="0" r="0" b="0"/>
              <a:pathLst>
                <a:path w="25362" h="40519">
                  <a:moveTo>
                    <a:pt x="25362" y="405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1" name="Input_receptor__1800">
              <a:extLst>
                <a:ext uri="{FF2B5EF4-FFF2-40B4-BE49-F238E27FC236}">
                  <a16:creationId xmlns:a16="http://schemas.microsoft.com/office/drawing/2014/main" id="{03B0A257-D18D-BA8C-15CE-2FE29E99880B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03946"/>
              <a:ext cx="33722" cy="34274"/>
            </a:xfrm>
            <a:custGeom>
              <a:avLst/>
              <a:gdLst/>
              <a:ahLst/>
              <a:cxnLst/>
              <a:rect l="0" t="0" r="0" b="0"/>
              <a:pathLst>
                <a:path w="33722" h="34274">
                  <a:moveTo>
                    <a:pt x="0" y="34274"/>
                  </a:moveTo>
                  <a:lnTo>
                    <a:pt x="33722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2" name="Input_receptor__1801">
              <a:extLst>
                <a:ext uri="{FF2B5EF4-FFF2-40B4-BE49-F238E27FC236}">
                  <a16:creationId xmlns:a16="http://schemas.microsoft.com/office/drawing/2014/main" id="{C5222F22-0736-A829-8FEC-F0F4535AB525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7039"/>
              <a:ext cx="12541" cy="25966"/>
            </a:xfrm>
            <a:custGeom>
              <a:avLst/>
              <a:gdLst/>
              <a:ahLst/>
              <a:cxnLst/>
              <a:rect l="0" t="0" r="0" b="0"/>
              <a:pathLst>
                <a:path w="12541" h="25966">
                  <a:moveTo>
                    <a:pt x="12541" y="0"/>
                  </a:moveTo>
                  <a:lnTo>
                    <a:pt x="0" y="25966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3" name="Input_receptor__1802">
              <a:extLst>
                <a:ext uri="{FF2B5EF4-FFF2-40B4-BE49-F238E27FC236}">
                  <a16:creationId xmlns:a16="http://schemas.microsoft.com/office/drawing/2014/main" id="{0B2CBF3B-E98D-6FC7-B4DC-EF7939D8B960}"/>
                </a:ext>
              </a:extLst>
            </p:cNvPr>
            <p:cNvSpPr>
              <a:spLocks noGrp="1"/>
            </p:cNvSpPr>
            <p:nvPr/>
          </p:nvSpPr>
          <p:spPr>
            <a:xfrm>
              <a:off x="711296" y="4611494"/>
              <a:ext cx="39461" cy="27661"/>
            </a:xfrm>
            <a:custGeom>
              <a:avLst/>
              <a:gdLst/>
              <a:ahLst/>
              <a:cxnLst/>
              <a:rect l="0" t="0" r="0" b="0"/>
              <a:pathLst>
                <a:path w="39461" h="27661">
                  <a:moveTo>
                    <a:pt x="0" y="27661"/>
                  </a:moveTo>
                  <a:lnTo>
                    <a:pt x="39461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4" name="Input_receptor__1803">
              <a:extLst>
                <a:ext uri="{FF2B5EF4-FFF2-40B4-BE49-F238E27FC236}">
                  <a16:creationId xmlns:a16="http://schemas.microsoft.com/office/drawing/2014/main" id="{622A0F8F-34FD-6592-0B47-C93C7E5B3493}"/>
                </a:ext>
              </a:extLst>
            </p:cNvPr>
            <p:cNvSpPr>
              <a:spLocks noGrp="1"/>
            </p:cNvSpPr>
            <p:nvPr/>
          </p:nvSpPr>
          <p:spPr>
            <a:xfrm>
              <a:off x="666392" y="4621876"/>
              <a:ext cx="44904" cy="17279"/>
            </a:xfrm>
            <a:custGeom>
              <a:avLst/>
              <a:gdLst/>
              <a:ahLst/>
              <a:cxnLst/>
              <a:rect l="0" t="0" r="0" b="0"/>
              <a:pathLst>
                <a:path w="44904" h="17279">
                  <a:moveTo>
                    <a:pt x="0" y="0"/>
                  </a:moveTo>
                  <a:lnTo>
                    <a:pt x="44904" y="17279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5" name="Input_receptor__1804">
              <a:extLst>
                <a:ext uri="{FF2B5EF4-FFF2-40B4-BE49-F238E27FC236}">
                  <a16:creationId xmlns:a16="http://schemas.microsoft.com/office/drawing/2014/main" id="{86221B94-6404-34EA-2F7A-A23C475DDEB6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419224"/>
              <a:ext cx="47555" cy="357"/>
            </a:xfrm>
            <a:custGeom>
              <a:avLst/>
              <a:gdLst/>
              <a:ahLst/>
              <a:cxnLst/>
              <a:rect l="0" t="0" r="0" b="0"/>
              <a:pathLst>
                <a:path w="47555" h="357">
                  <a:moveTo>
                    <a:pt x="0" y="357"/>
                  </a:moveTo>
                  <a:lnTo>
                    <a:pt x="47555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6" name="Input_receptor__1805">
              <a:extLst>
                <a:ext uri="{FF2B5EF4-FFF2-40B4-BE49-F238E27FC236}">
                  <a16:creationId xmlns:a16="http://schemas.microsoft.com/office/drawing/2014/main" id="{A3F23D5A-D749-F140-C0A3-A58EA7D193A2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40848"/>
              <a:ext cx="21380" cy="43025"/>
            </a:xfrm>
            <a:custGeom>
              <a:avLst/>
              <a:gdLst/>
              <a:ahLst/>
              <a:cxnLst/>
              <a:rect l="0" t="0" r="0" b="0"/>
              <a:pathLst>
                <a:path w="21380" h="43025">
                  <a:moveTo>
                    <a:pt x="0" y="0"/>
                  </a:moveTo>
                  <a:lnTo>
                    <a:pt x="21380" y="43025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7" name="Input_receptor__1806">
              <a:extLst>
                <a:ext uri="{FF2B5EF4-FFF2-40B4-BE49-F238E27FC236}">
                  <a16:creationId xmlns:a16="http://schemas.microsoft.com/office/drawing/2014/main" id="{3885872E-17A0-8F73-3E2F-5172E96ACD55}"/>
                </a:ext>
              </a:extLst>
            </p:cNvPr>
            <p:cNvSpPr>
              <a:spLocks noGrp="1"/>
            </p:cNvSpPr>
            <p:nvPr/>
          </p:nvSpPr>
          <p:spPr>
            <a:xfrm>
              <a:off x="716292" y="4793738"/>
              <a:ext cx="13129" cy="46531"/>
            </a:xfrm>
            <a:custGeom>
              <a:avLst/>
              <a:gdLst/>
              <a:ahLst/>
              <a:cxnLst/>
              <a:rect l="0" t="0" r="0" b="0"/>
              <a:pathLst>
                <a:path w="13129" h="46531">
                  <a:moveTo>
                    <a:pt x="0" y="0"/>
                  </a:moveTo>
                  <a:lnTo>
                    <a:pt x="13129" y="46531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8" name="Input_receptor__1807">
              <a:extLst>
                <a:ext uri="{FF2B5EF4-FFF2-40B4-BE49-F238E27FC236}">
                  <a16:creationId xmlns:a16="http://schemas.microsoft.com/office/drawing/2014/main" id="{19E272BE-76A7-88CF-3F13-1971FFC4A4E3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491752"/>
              <a:ext cx="15458" cy="14608"/>
            </a:xfrm>
            <a:custGeom>
              <a:avLst/>
              <a:gdLst/>
              <a:ahLst/>
              <a:cxnLst/>
              <a:rect l="0" t="0" r="0" b="0"/>
              <a:pathLst>
                <a:path w="15458" h="14608">
                  <a:moveTo>
                    <a:pt x="15458" y="0"/>
                  </a:moveTo>
                  <a:lnTo>
                    <a:pt x="0" y="14608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9" name="Input_receptor__1808">
              <a:extLst>
                <a:ext uri="{FF2B5EF4-FFF2-40B4-BE49-F238E27FC236}">
                  <a16:creationId xmlns:a16="http://schemas.microsoft.com/office/drawing/2014/main" id="{D4FECB58-A678-A0E6-CA0D-53CBF8F61C51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5402"/>
              <a:ext cx="21933" cy="9998"/>
            </a:xfrm>
            <a:custGeom>
              <a:avLst/>
              <a:gdLst/>
              <a:ahLst/>
              <a:cxnLst/>
              <a:rect l="0" t="0" r="0" b="0"/>
              <a:pathLst>
                <a:path w="21933" h="9998">
                  <a:moveTo>
                    <a:pt x="0" y="9998"/>
                  </a:moveTo>
                  <a:lnTo>
                    <a:pt x="21933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10" name="Input_receptor__1809">
              <a:extLst>
                <a:ext uri="{FF2B5EF4-FFF2-40B4-BE49-F238E27FC236}">
                  <a16:creationId xmlns:a16="http://schemas.microsoft.com/office/drawing/2014/main" id="{35E781AE-AE10-2B30-ED1C-802A5A3E86CD}"/>
                </a:ext>
              </a:extLst>
            </p:cNvPr>
            <p:cNvSpPr>
              <a:spLocks noGrp="1"/>
            </p:cNvSpPr>
            <p:nvPr/>
          </p:nvSpPr>
          <p:spPr>
            <a:xfrm>
              <a:off x="886365" y="4415887"/>
              <a:ext cx="37677" cy="30447"/>
            </a:xfrm>
            <a:custGeom>
              <a:avLst/>
              <a:gdLst/>
              <a:ahLst/>
              <a:cxnLst/>
              <a:rect l="0" t="0" r="0" b="0"/>
              <a:pathLst>
                <a:path w="37677" h="30447">
                  <a:moveTo>
                    <a:pt x="0" y="30447"/>
                  </a:moveTo>
                  <a:lnTo>
                    <a:pt x="37677" y="0"/>
                  </a:lnTo>
                </a:path>
              </a:pathLst>
            </a:custGeom>
            <a:noFill/>
            <a:ln w="8096">
              <a:solidFill>
                <a:srgbClr val="A3B2BD"/>
              </a:solidFill>
            </a:ln>
          </p:spPr>
        </p:sp>
        <p:sp>
          <p:nvSpPr>
            <p:cNvPr id="1811" name="Input_receptor__1810">
              <a:extLst>
                <a:ext uri="{FF2B5EF4-FFF2-40B4-BE49-F238E27FC236}">
                  <a16:creationId xmlns:a16="http://schemas.microsoft.com/office/drawing/2014/main" id="{3B040454-0891-C991-B1CB-BE67B9446699}"/>
                </a:ext>
              </a:extLst>
            </p:cNvPr>
            <p:cNvSpPr>
              <a:spLocks noGrp="1"/>
            </p:cNvSpPr>
            <p:nvPr/>
          </p:nvSpPr>
          <p:spPr>
            <a:xfrm>
              <a:off x="1228858" y="4510645"/>
              <a:ext cx="46550" cy="940"/>
            </a:xfrm>
            <a:custGeom>
              <a:avLst/>
              <a:gdLst/>
              <a:ahLst/>
              <a:cxnLst/>
              <a:rect l="0" t="0" r="0" b="0"/>
              <a:pathLst>
                <a:path w="46550" h="940">
                  <a:moveTo>
                    <a:pt x="46550" y="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2BD"/>
              </a:solidFill>
            </a:ln>
          </p:spPr>
        </p:sp>
        <p:sp>
          <p:nvSpPr>
            <p:cNvPr id="1812" name="Input_receptor__1811">
              <a:extLst>
                <a:ext uri="{FF2B5EF4-FFF2-40B4-BE49-F238E27FC236}">
                  <a16:creationId xmlns:a16="http://schemas.microsoft.com/office/drawing/2014/main" id="{D39C7339-2676-EEC9-B0B6-5818BB126F45}"/>
                </a:ext>
              </a:extLst>
            </p:cNvPr>
            <p:cNvSpPr>
              <a:spLocks noGrp="1"/>
            </p:cNvSpPr>
            <p:nvPr/>
          </p:nvSpPr>
          <p:spPr>
            <a:xfrm>
              <a:off x="1174538" y="4588639"/>
              <a:ext cx="46183" cy="10398"/>
            </a:xfrm>
            <a:custGeom>
              <a:avLst/>
              <a:gdLst/>
              <a:ahLst/>
              <a:cxnLst/>
              <a:rect l="0" t="0" r="0" b="0"/>
              <a:pathLst>
                <a:path w="46183" h="10398">
                  <a:moveTo>
                    <a:pt x="46183" y="0"/>
                  </a:moveTo>
                  <a:lnTo>
                    <a:pt x="0" y="10398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3" name="Input_receptor__1812">
              <a:extLst>
                <a:ext uri="{FF2B5EF4-FFF2-40B4-BE49-F238E27FC236}">
                  <a16:creationId xmlns:a16="http://schemas.microsoft.com/office/drawing/2014/main" id="{C5737410-1541-3AEC-B20C-A1FE8B30093E}"/>
                </a:ext>
              </a:extLst>
            </p:cNvPr>
            <p:cNvSpPr>
              <a:spLocks noGrp="1"/>
            </p:cNvSpPr>
            <p:nvPr/>
          </p:nvSpPr>
          <p:spPr>
            <a:xfrm>
              <a:off x="1275408" y="4468775"/>
              <a:ext cx="20276" cy="42811"/>
            </a:xfrm>
            <a:custGeom>
              <a:avLst/>
              <a:gdLst/>
              <a:ahLst/>
              <a:cxnLst/>
              <a:rect l="0" t="0" r="0" b="0"/>
              <a:pathLst>
                <a:path w="20276" h="42811">
                  <a:moveTo>
                    <a:pt x="20276" y="0"/>
                  </a:moveTo>
                  <a:lnTo>
                    <a:pt x="0" y="42811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4" name="Input_receptor__1813">
              <a:extLst>
                <a:ext uri="{FF2B5EF4-FFF2-40B4-BE49-F238E27FC236}">
                  <a16:creationId xmlns:a16="http://schemas.microsoft.com/office/drawing/2014/main" id="{596C0892-9216-D8B7-F468-FA0EE445DA53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842317"/>
              <a:ext cx="33368" cy="952"/>
            </a:xfrm>
            <a:custGeom>
              <a:avLst/>
              <a:gdLst/>
              <a:ahLst/>
              <a:cxnLst/>
              <a:rect l="0" t="0" r="0" b="0"/>
              <a:pathLst>
                <a:path w="33368" h="952">
                  <a:moveTo>
                    <a:pt x="33368" y="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5" name="Input_receptor__1814">
              <a:extLst>
                <a:ext uri="{FF2B5EF4-FFF2-40B4-BE49-F238E27FC236}">
                  <a16:creationId xmlns:a16="http://schemas.microsoft.com/office/drawing/2014/main" id="{F72F1EDF-502A-20CC-2F1A-E10220662321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23853"/>
              <a:ext cx="5614" cy="39574"/>
            </a:xfrm>
            <a:custGeom>
              <a:avLst/>
              <a:gdLst/>
              <a:ahLst/>
              <a:cxnLst/>
              <a:rect l="0" t="0" r="0" b="0"/>
              <a:pathLst>
                <a:path w="5614" h="39574">
                  <a:moveTo>
                    <a:pt x="0" y="39574"/>
                  </a:moveTo>
                  <a:lnTo>
                    <a:pt x="5614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6" name="Input_receptor__1815">
              <a:extLst>
                <a:ext uri="{FF2B5EF4-FFF2-40B4-BE49-F238E27FC236}">
                  <a16:creationId xmlns:a16="http://schemas.microsoft.com/office/drawing/2014/main" id="{751A4736-7BFE-2563-2EF6-9F0C14BB9A8F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310689"/>
              <a:ext cx="5836" cy="2542"/>
            </a:xfrm>
            <a:custGeom>
              <a:avLst/>
              <a:gdLst/>
              <a:ahLst/>
              <a:cxnLst/>
              <a:rect l="0" t="0" r="0" b="0"/>
              <a:pathLst>
                <a:path w="5836" h="2542">
                  <a:moveTo>
                    <a:pt x="0" y="0"/>
                  </a:moveTo>
                  <a:lnTo>
                    <a:pt x="5836" y="2542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7" name="Input_receptor__1816">
              <a:extLst>
                <a:ext uri="{FF2B5EF4-FFF2-40B4-BE49-F238E27FC236}">
                  <a16:creationId xmlns:a16="http://schemas.microsoft.com/office/drawing/2014/main" id="{6E1331F0-BA6F-123A-9C5D-7B0A1B916614}"/>
                </a:ext>
              </a:extLst>
            </p:cNvPr>
            <p:cNvSpPr>
              <a:spLocks noGrp="1"/>
            </p:cNvSpPr>
            <p:nvPr/>
          </p:nvSpPr>
          <p:spPr>
            <a:xfrm>
              <a:off x="1212946" y="4715887"/>
              <a:ext cx="7989" cy="9156"/>
            </a:xfrm>
            <a:custGeom>
              <a:avLst/>
              <a:gdLst/>
              <a:ahLst/>
              <a:cxnLst/>
              <a:rect l="0" t="0" r="0" b="0"/>
              <a:pathLst>
                <a:path w="7989" h="9156">
                  <a:moveTo>
                    <a:pt x="7989" y="0"/>
                  </a:moveTo>
                  <a:lnTo>
                    <a:pt x="0" y="915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8" name="Input_receptor__1817">
              <a:extLst>
                <a:ext uri="{FF2B5EF4-FFF2-40B4-BE49-F238E27FC236}">
                  <a16:creationId xmlns:a16="http://schemas.microsoft.com/office/drawing/2014/main" id="{4900340C-B6D4-8BDB-E723-11F4AF99201C}"/>
                </a:ext>
              </a:extLst>
            </p:cNvPr>
            <p:cNvSpPr>
              <a:spLocks noGrp="1"/>
            </p:cNvSpPr>
            <p:nvPr/>
          </p:nvSpPr>
          <p:spPr>
            <a:xfrm>
              <a:off x="868001" y="4669528"/>
              <a:ext cx="37721" cy="8720"/>
            </a:xfrm>
            <a:custGeom>
              <a:avLst/>
              <a:gdLst/>
              <a:ahLst/>
              <a:cxnLst/>
              <a:rect l="0" t="0" r="0" b="0"/>
              <a:pathLst>
                <a:path w="37721" h="8720">
                  <a:moveTo>
                    <a:pt x="0" y="0"/>
                  </a:moveTo>
                  <a:lnTo>
                    <a:pt x="37721" y="872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9" name="Input_receptor__1818">
              <a:extLst>
                <a:ext uri="{FF2B5EF4-FFF2-40B4-BE49-F238E27FC236}">
                  <a16:creationId xmlns:a16="http://schemas.microsoft.com/office/drawing/2014/main" id="{0F801042-8DFB-C14B-7C55-C03737BBE6B9}"/>
                </a:ext>
              </a:extLst>
            </p:cNvPr>
            <p:cNvSpPr>
              <a:spLocks noGrp="1"/>
            </p:cNvSpPr>
            <p:nvPr/>
          </p:nvSpPr>
          <p:spPr>
            <a:xfrm>
              <a:off x="629903" y="4621876"/>
              <a:ext cx="36488" cy="21373"/>
            </a:xfrm>
            <a:custGeom>
              <a:avLst/>
              <a:gdLst/>
              <a:ahLst/>
              <a:cxnLst/>
              <a:rect l="0" t="0" r="0" b="0"/>
              <a:pathLst>
                <a:path w="36488" h="21373">
                  <a:moveTo>
                    <a:pt x="0" y="21373"/>
                  </a:moveTo>
                  <a:lnTo>
                    <a:pt x="36488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0" name="Input_receptor__1819">
              <a:extLst>
                <a:ext uri="{FF2B5EF4-FFF2-40B4-BE49-F238E27FC236}">
                  <a16:creationId xmlns:a16="http://schemas.microsoft.com/office/drawing/2014/main" id="{B1734D62-E696-E269-C518-4628BFC82BE8}"/>
                </a:ext>
              </a:extLst>
            </p:cNvPr>
            <p:cNvSpPr>
              <a:spLocks noGrp="1"/>
            </p:cNvSpPr>
            <p:nvPr/>
          </p:nvSpPr>
          <p:spPr>
            <a:xfrm>
              <a:off x="1197962" y="4510645"/>
              <a:ext cx="30896" cy="25466"/>
            </a:xfrm>
            <a:custGeom>
              <a:avLst/>
              <a:gdLst/>
              <a:ahLst/>
              <a:cxnLst/>
              <a:rect l="0" t="0" r="0" b="0"/>
              <a:pathLst>
                <a:path w="30896" h="25466">
                  <a:moveTo>
                    <a:pt x="30896" y="0"/>
                  </a:moveTo>
                  <a:lnTo>
                    <a:pt x="0" y="2546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1" name="Input_receptor__1820">
              <a:extLst>
                <a:ext uri="{FF2B5EF4-FFF2-40B4-BE49-F238E27FC236}">
                  <a16:creationId xmlns:a16="http://schemas.microsoft.com/office/drawing/2014/main" id="{941C6A4A-33DC-32DE-7F00-EEC9B617C3A4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59769"/>
              <a:ext cx="27662" cy="39031"/>
            </a:xfrm>
            <a:custGeom>
              <a:avLst/>
              <a:gdLst/>
              <a:ahLst/>
              <a:cxnLst/>
              <a:rect l="0" t="0" r="0" b="0"/>
              <a:pathLst>
                <a:path w="27662" h="39031">
                  <a:moveTo>
                    <a:pt x="0" y="39031"/>
                  </a:moveTo>
                  <a:lnTo>
                    <a:pt x="27662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2" name="Input_receptor__1821">
              <a:extLst>
                <a:ext uri="{FF2B5EF4-FFF2-40B4-BE49-F238E27FC236}">
                  <a16:creationId xmlns:a16="http://schemas.microsoft.com/office/drawing/2014/main" id="{31F4284E-775A-7B1A-B690-4AA44712C092}"/>
                </a:ext>
              </a:extLst>
            </p:cNvPr>
            <p:cNvSpPr>
              <a:spLocks noGrp="1"/>
            </p:cNvSpPr>
            <p:nvPr/>
          </p:nvSpPr>
          <p:spPr>
            <a:xfrm>
              <a:off x="1176246" y="4657733"/>
              <a:ext cx="14121" cy="10889"/>
            </a:xfrm>
            <a:custGeom>
              <a:avLst/>
              <a:gdLst/>
              <a:ahLst/>
              <a:cxnLst/>
              <a:rect l="0" t="0" r="0" b="0"/>
              <a:pathLst>
                <a:path w="14121" h="10889">
                  <a:moveTo>
                    <a:pt x="14121" y="0"/>
                  </a:moveTo>
                  <a:lnTo>
                    <a:pt x="0" y="10889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3" name="Input_receptor__1822">
              <a:extLst>
                <a:ext uri="{FF2B5EF4-FFF2-40B4-BE49-F238E27FC236}">
                  <a16:creationId xmlns:a16="http://schemas.microsoft.com/office/drawing/2014/main" id="{6413C9D4-DA1B-3DE0-4BA5-47F556903B61}"/>
                </a:ext>
              </a:extLst>
            </p:cNvPr>
            <p:cNvSpPr>
              <a:spLocks noGrp="1"/>
            </p:cNvSpPr>
            <p:nvPr/>
          </p:nvSpPr>
          <p:spPr>
            <a:xfrm>
              <a:off x="837651" y="4661788"/>
              <a:ext cx="30351" cy="7740"/>
            </a:xfrm>
            <a:custGeom>
              <a:avLst/>
              <a:gdLst/>
              <a:ahLst/>
              <a:cxnLst/>
              <a:rect l="0" t="0" r="0" b="0"/>
              <a:pathLst>
                <a:path w="30351" h="7740">
                  <a:moveTo>
                    <a:pt x="0" y="0"/>
                  </a:moveTo>
                  <a:lnTo>
                    <a:pt x="30351" y="774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4" name="Input_receptor__1823">
              <a:extLst>
                <a:ext uri="{FF2B5EF4-FFF2-40B4-BE49-F238E27FC236}">
                  <a16:creationId xmlns:a16="http://schemas.microsoft.com/office/drawing/2014/main" id="{5F54BC9D-1907-66ED-279B-E7951D071B86}"/>
                </a:ext>
              </a:extLst>
            </p:cNvPr>
            <p:cNvSpPr>
              <a:spLocks noGrp="1"/>
            </p:cNvSpPr>
            <p:nvPr/>
          </p:nvSpPr>
          <p:spPr>
            <a:xfrm>
              <a:off x="1126454" y="4696242"/>
              <a:ext cx="10555" cy="23610"/>
            </a:xfrm>
            <a:custGeom>
              <a:avLst/>
              <a:gdLst/>
              <a:ahLst/>
              <a:cxnLst/>
              <a:rect l="0" t="0" r="0" b="0"/>
              <a:pathLst>
                <a:path w="10555" h="23610">
                  <a:moveTo>
                    <a:pt x="10555" y="0"/>
                  </a:moveTo>
                  <a:lnTo>
                    <a:pt x="0" y="2361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5" name="Input_receptor__1824">
              <a:extLst>
                <a:ext uri="{FF2B5EF4-FFF2-40B4-BE49-F238E27FC236}">
                  <a16:creationId xmlns:a16="http://schemas.microsoft.com/office/drawing/2014/main" id="{024B2169-0B0F-D3B4-0D9B-22AE9538B9F1}"/>
                </a:ext>
              </a:extLst>
            </p:cNvPr>
            <p:cNvSpPr>
              <a:spLocks noGrp="1"/>
            </p:cNvSpPr>
            <p:nvPr/>
          </p:nvSpPr>
          <p:spPr>
            <a:xfrm>
              <a:off x="1306967" y="4602776"/>
              <a:ext cx="39800" cy="12230"/>
            </a:xfrm>
            <a:custGeom>
              <a:avLst/>
              <a:gdLst/>
              <a:ahLst/>
              <a:cxnLst/>
              <a:rect l="0" t="0" r="0" b="0"/>
              <a:pathLst>
                <a:path w="39800" h="12230">
                  <a:moveTo>
                    <a:pt x="39800" y="122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6" name="Input_receptor__1825">
              <a:extLst>
                <a:ext uri="{FF2B5EF4-FFF2-40B4-BE49-F238E27FC236}">
                  <a16:creationId xmlns:a16="http://schemas.microsoft.com/office/drawing/2014/main" id="{0CCE5756-CB0D-5A25-EE5F-F48532660221}"/>
                </a:ext>
              </a:extLst>
            </p:cNvPr>
            <p:cNvSpPr>
              <a:spLocks noGrp="1"/>
            </p:cNvSpPr>
            <p:nvPr/>
          </p:nvSpPr>
          <p:spPr>
            <a:xfrm>
              <a:off x="1486447" y="4159769"/>
              <a:ext cx="39840" cy="27270"/>
            </a:xfrm>
            <a:custGeom>
              <a:avLst/>
              <a:gdLst/>
              <a:ahLst/>
              <a:cxnLst/>
              <a:rect l="0" t="0" r="0" b="0"/>
              <a:pathLst>
                <a:path w="39840" h="27270">
                  <a:moveTo>
                    <a:pt x="0" y="0"/>
                  </a:moveTo>
                  <a:lnTo>
                    <a:pt x="39840" y="2727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7" name="Input_receptor__1826">
              <a:extLst>
                <a:ext uri="{FF2B5EF4-FFF2-40B4-BE49-F238E27FC236}">
                  <a16:creationId xmlns:a16="http://schemas.microsoft.com/office/drawing/2014/main" id="{3B07FC6C-779E-A5FC-4F24-1E36A6024AB2}"/>
                </a:ext>
              </a:extLst>
            </p:cNvPr>
            <p:cNvSpPr>
              <a:spLocks noGrp="1"/>
            </p:cNvSpPr>
            <p:nvPr/>
          </p:nvSpPr>
          <p:spPr>
            <a:xfrm>
              <a:off x="1015269" y="4491752"/>
              <a:ext cx="45437" cy="2325"/>
            </a:xfrm>
            <a:custGeom>
              <a:avLst/>
              <a:gdLst/>
              <a:ahLst/>
              <a:cxnLst/>
              <a:rect l="0" t="0" r="0" b="0"/>
              <a:pathLst>
                <a:path w="45437" h="2325">
                  <a:moveTo>
                    <a:pt x="45437" y="2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8" name="Input_receptor__1827">
              <a:extLst>
                <a:ext uri="{FF2B5EF4-FFF2-40B4-BE49-F238E27FC236}">
                  <a16:creationId xmlns:a16="http://schemas.microsoft.com/office/drawing/2014/main" id="{7818F5D8-28B6-0BEF-E215-E044DEFF90D8}"/>
                </a:ext>
              </a:extLst>
            </p:cNvPr>
            <p:cNvSpPr>
              <a:spLocks noGrp="1"/>
            </p:cNvSpPr>
            <p:nvPr/>
          </p:nvSpPr>
          <p:spPr>
            <a:xfrm>
              <a:off x="1153242" y="4536111"/>
              <a:ext cx="44720" cy="6716"/>
            </a:xfrm>
            <a:custGeom>
              <a:avLst/>
              <a:gdLst/>
              <a:ahLst/>
              <a:cxnLst/>
              <a:rect l="0" t="0" r="0" b="0"/>
              <a:pathLst>
                <a:path w="44720" h="6716">
                  <a:moveTo>
                    <a:pt x="44720" y="0"/>
                  </a:moveTo>
                  <a:lnTo>
                    <a:pt x="0" y="6716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29" name="Input_receptor__1828">
              <a:extLst>
                <a:ext uri="{FF2B5EF4-FFF2-40B4-BE49-F238E27FC236}">
                  <a16:creationId xmlns:a16="http://schemas.microsoft.com/office/drawing/2014/main" id="{02C227E3-B20C-91E3-CFF9-E6AD93CFD9F4}"/>
                </a:ext>
              </a:extLst>
            </p:cNvPr>
            <p:cNvSpPr>
              <a:spLocks noGrp="1"/>
            </p:cNvSpPr>
            <p:nvPr/>
          </p:nvSpPr>
          <p:spPr>
            <a:xfrm>
              <a:off x="839474" y="4534711"/>
              <a:ext cx="29058" cy="8846"/>
            </a:xfrm>
            <a:custGeom>
              <a:avLst/>
              <a:gdLst/>
              <a:ahLst/>
              <a:cxnLst/>
              <a:rect l="0" t="0" r="0" b="0"/>
              <a:pathLst>
                <a:path w="29058" h="8846">
                  <a:moveTo>
                    <a:pt x="29058" y="0"/>
                  </a:moveTo>
                  <a:lnTo>
                    <a:pt x="0" y="8846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30" name="Input_receptor__1829">
              <a:extLst>
                <a:ext uri="{FF2B5EF4-FFF2-40B4-BE49-F238E27FC236}">
                  <a16:creationId xmlns:a16="http://schemas.microsoft.com/office/drawing/2014/main" id="{2D568C81-2CC1-ED30-9E51-AC68036CCD3A}"/>
                </a:ext>
              </a:extLst>
            </p:cNvPr>
            <p:cNvSpPr>
              <a:spLocks noGrp="1"/>
            </p:cNvSpPr>
            <p:nvPr/>
          </p:nvSpPr>
          <p:spPr>
            <a:xfrm>
              <a:off x="1147713" y="4599036"/>
              <a:ext cx="26826" cy="17452"/>
            </a:xfrm>
            <a:custGeom>
              <a:avLst/>
              <a:gdLst/>
              <a:ahLst/>
              <a:cxnLst/>
              <a:rect l="0" t="0" r="0" b="0"/>
              <a:pathLst>
                <a:path w="26826" h="17452">
                  <a:moveTo>
                    <a:pt x="26826" y="0"/>
                  </a:moveTo>
                  <a:lnTo>
                    <a:pt x="0" y="17452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31" name="Input_receptor__1830">
              <a:extLst>
                <a:ext uri="{FF2B5EF4-FFF2-40B4-BE49-F238E27FC236}">
                  <a16:creationId xmlns:a16="http://schemas.microsoft.com/office/drawing/2014/main" id="{49A8A44D-371E-9B83-0142-F55ECED27260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38220"/>
              <a:ext cx="1097" cy="3547"/>
            </a:xfrm>
            <a:custGeom>
              <a:avLst/>
              <a:gdLst/>
              <a:ahLst/>
              <a:cxnLst/>
              <a:rect l="0" t="0" r="0" b="0"/>
              <a:pathLst>
                <a:path w="1097" h="3547">
                  <a:moveTo>
                    <a:pt x="1097" y="35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3BE"/>
              </a:solidFill>
            </a:ln>
          </p:spPr>
        </p:sp>
        <p:sp>
          <p:nvSpPr>
            <p:cNvPr id="1832" name="Input_receptor__1831">
              <a:extLst>
                <a:ext uri="{FF2B5EF4-FFF2-40B4-BE49-F238E27FC236}">
                  <a16:creationId xmlns:a16="http://schemas.microsoft.com/office/drawing/2014/main" id="{07979B5F-7720-5CA9-A5AA-F5B3674BFED8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18739"/>
              <a:ext cx="1395" cy="22109"/>
            </a:xfrm>
            <a:custGeom>
              <a:avLst/>
              <a:gdLst/>
              <a:ahLst/>
              <a:cxnLst/>
              <a:rect l="0" t="0" r="0" b="0"/>
              <a:pathLst>
                <a:path w="1395" h="22109">
                  <a:moveTo>
                    <a:pt x="1395" y="0"/>
                  </a:moveTo>
                  <a:lnTo>
                    <a:pt x="0" y="22109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3" name="Input_receptor__1832">
              <a:extLst>
                <a:ext uri="{FF2B5EF4-FFF2-40B4-BE49-F238E27FC236}">
                  <a16:creationId xmlns:a16="http://schemas.microsoft.com/office/drawing/2014/main" id="{B607E555-DD63-FEC8-DE58-A87D38E2421A}"/>
                </a:ext>
              </a:extLst>
            </p:cNvPr>
            <p:cNvSpPr>
              <a:spLocks noGrp="1"/>
            </p:cNvSpPr>
            <p:nvPr/>
          </p:nvSpPr>
          <p:spPr>
            <a:xfrm>
              <a:off x="1436107" y="4270916"/>
              <a:ext cx="21573" cy="13179"/>
            </a:xfrm>
            <a:custGeom>
              <a:avLst/>
              <a:gdLst/>
              <a:ahLst/>
              <a:cxnLst/>
              <a:rect l="0" t="0" r="0" b="0"/>
              <a:pathLst>
                <a:path w="21573" h="13179">
                  <a:moveTo>
                    <a:pt x="21573" y="0"/>
                  </a:moveTo>
                  <a:lnTo>
                    <a:pt x="0" y="13179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4" name="Input_receptor__1833">
              <a:extLst>
                <a:ext uri="{FF2B5EF4-FFF2-40B4-BE49-F238E27FC236}">
                  <a16:creationId xmlns:a16="http://schemas.microsoft.com/office/drawing/2014/main" id="{E32F56E1-65EE-BEE2-A7B3-0E8B92275DCD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70661"/>
              <a:ext cx="876" cy="22694"/>
            </a:xfrm>
            <a:custGeom>
              <a:avLst/>
              <a:gdLst/>
              <a:ahLst/>
              <a:cxnLst/>
              <a:rect l="0" t="0" r="0" b="0"/>
              <a:pathLst>
                <a:path w="876" h="22694">
                  <a:moveTo>
                    <a:pt x="876" y="0"/>
                  </a:moveTo>
                  <a:lnTo>
                    <a:pt x="0" y="22694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5" name="Input_receptor__1834">
              <a:extLst>
                <a:ext uri="{FF2B5EF4-FFF2-40B4-BE49-F238E27FC236}">
                  <a16:creationId xmlns:a16="http://schemas.microsoft.com/office/drawing/2014/main" id="{8A65B53B-2A70-DE8D-7EBC-77EC70840704}"/>
                </a:ext>
              </a:extLst>
            </p:cNvPr>
            <p:cNvSpPr>
              <a:spLocks noGrp="1"/>
            </p:cNvSpPr>
            <p:nvPr/>
          </p:nvSpPr>
          <p:spPr>
            <a:xfrm>
              <a:off x="1295684" y="4468775"/>
              <a:ext cx="26591" cy="702"/>
            </a:xfrm>
            <a:custGeom>
              <a:avLst/>
              <a:gdLst/>
              <a:ahLst/>
              <a:cxnLst/>
              <a:rect l="0" t="0" r="0" b="0"/>
              <a:pathLst>
                <a:path w="26591" h="702">
                  <a:moveTo>
                    <a:pt x="26591" y="7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6" name="Input_receptor__1835">
              <a:extLst>
                <a:ext uri="{FF2B5EF4-FFF2-40B4-BE49-F238E27FC236}">
                  <a16:creationId xmlns:a16="http://schemas.microsoft.com/office/drawing/2014/main" id="{E8C3E179-C920-4860-01A9-71409945D666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398800"/>
              <a:ext cx="21130" cy="35222"/>
            </a:xfrm>
            <a:custGeom>
              <a:avLst/>
              <a:gdLst/>
              <a:ahLst/>
              <a:cxnLst/>
              <a:rect l="0" t="0" r="0" b="0"/>
              <a:pathLst>
                <a:path w="21130" h="35222">
                  <a:moveTo>
                    <a:pt x="0" y="35222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7" name="Input_receptor__1836">
              <a:extLst>
                <a:ext uri="{FF2B5EF4-FFF2-40B4-BE49-F238E27FC236}">
                  <a16:creationId xmlns:a16="http://schemas.microsoft.com/office/drawing/2014/main" id="{EB6EBC15-9CED-8CF9-4040-300579E95A36}"/>
                </a:ext>
              </a:extLst>
            </p:cNvPr>
            <p:cNvSpPr>
              <a:spLocks noGrp="1"/>
            </p:cNvSpPr>
            <p:nvPr/>
          </p:nvSpPr>
          <p:spPr>
            <a:xfrm>
              <a:off x="1397475" y="4399546"/>
              <a:ext cx="11669" cy="19679"/>
            </a:xfrm>
            <a:custGeom>
              <a:avLst/>
              <a:gdLst/>
              <a:ahLst/>
              <a:cxnLst/>
              <a:rect l="0" t="0" r="0" b="0"/>
              <a:pathLst>
                <a:path w="11669" h="19679">
                  <a:moveTo>
                    <a:pt x="0" y="19679"/>
                  </a:moveTo>
                  <a:lnTo>
                    <a:pt x="11669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8" name="Input_receptor__1837">
              <a:extLst>
                <a:ext uri="{FF2B5EF4-FFF2-40B4-BE49-F238E27FC236}">
                  <a16:creationId xmlns:a16="http://schemas.microsoft.com/office/drawing/2014/main" id="{5E913965-5324-C098-6B33-83C7FF59952E}"/>
                </a:ext>
              </a:extLst>
            </p:cNvPr>
            <p:cNvSpPr>
              <a:spLocks noGrp="1"/>
            </p:cNvSpPr>
            <p:nvPr/>
          </p:nvSpPr>
          <p:spPr>
            <a:xfrm>
              <a:off x="1060706" y="4494077"/>
              <a:ext cx="35310" cy="2934"/>
            </a:xfrm>
            <a:custGeom>
              <a:avLst/>
              <a:gdLst/>
              <a:ahLst/>
              <a:cxnLst/>
              <a:rect l="0" t="0" r="0" b="0"/>
              <a:pathLst>
                <a:path w="35310" h="2934">
                  <a:moveTo>
                    <a:pt x="35310" y="29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9" name="Input_receptor__1838">
              <a:extLst>
                <a:ext uri="{FF2B5EF4-FFF2-40B4-BE49-F238E27FC236}">
                  <a16:creationId xmlns:a16="http://schemas.microsoft.com/office/drawing/2014/main" id="{4538F06E-829B-8323-3ACD-4AEB50C9F41F}"/>
                </a:ext>
              </a:extLst>
            </p:cNvPr>
            <p:cNvSpPr>
              <a:spLocks noGrp="1"/>
            </p:cNvSpPr>
            <p:nvPr/>
          </p:nvSpPr>
          <p:spPr>
            <a:xfrm>
              <a:off x="1122394" y="4542827"/>
              <a:ext cx="30847" cy="13957"/>
            </a:xfrm>
            <a:custGeom>
              <a:avLst/>
              <a:gdLst/>
              <a:ahLst/>
              <a:cxnLst/>
              <a:rect l="0" t="0" r="0" b="0"/>
              <a:pathLst>
                <a:path w="30847" h="13957">
                  <a:moveTo>
                    <a:pt x="30847" y="0"/>
                  </a:moveTo>
                  <a:lnTo>
                    <a:pt x="0" y="13957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0" name="Input_receptor__1839">
              <a:extLst>
                <a:ext uri="{FF2B5EF4-FFF2-40B4-BE49-F238E27FC236}">
                  <a16:creationId xmlns:a16="http://schemas.microsoft.com/office/drawing/2014/main" id="{68160374-BBC6-F14A-8291-41F8AFC85DDF}"/>
                </a:ext>
              </a:extLst>
            </p:cNvPr>
            <p:cNvSpPr>
              <a:spLocks noGrp="1"/>
            </p:cNvSpPr>
            <p:nvPr/>
          </p:nvSpPr>
          <p:spPr>
            <a:xfrm>
              <a:off x="626958" y="4539154"/>
              <a:ext cx="41399" cy="23603"/>
            </a:xfrm>
            <a:custGeom>
              <a:avLst/>
              <a:gdLst/>
              <a:ahLst/>
              <a:cxnLst/>
              <a:rect l="0" t="0" r="0" b="0"/>
              <a:pathLst>
                <a:path w="41399" h="23603">
                  <a:moveTo>
                    <a:pt x="41399" y="0"/>
                  </a:moveTo>
                  <a:lnTo>
                    <a:pt x="0" y="23603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1" name="Input_receptor__1840">
              <a:extLst>
                <a:ext uri="{FF2B5EF4-FFF2-40B4-BE49-F238E27FC236}">
                  <a16:creationId xmlns:a16="http://schemas.microsoft.com/office/drawing/2014/main" id="{EB7AC140-0B18-A182-CD96-B54D3F6E786F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98799"/>
              <a:ext cx="19031" cy="24947"/>
            </a:xfrm>
            <a:custGeom>
              <a:avLst/>
              <a:gdLst/>
              <a:ahLst/>
              <a:cxnLst/>
              <a:rect l="0" t="0" r="0" b="0"/>
              <a:pathLst>
                <a:path w="19031" h="24947">
                  <a:moveTo>
                    <a:pt x="19031" y="249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2" name="Input_receptor__1841">
              <a:extLst>
                <a:ext uri="{FF2B5EF4-FFF2-40B4-BE49-F238E27FC236}">
                  <a16:creationId xmlns:a16="http://schemas.microsoft.com/office/drawing/2014/main" id="{A53E539B-440A-7762-B8A0-2D8D5EE5E6FF}"/>
                </a:ext>
              </a:extLst>
            </p:cNvPr>
            <p:cNvSpPr>
              <a:spLocks noGrp="1"/>
            </p:cNvSpPr>
            <p:nvPr/>
          </p:nvSpPr>
          <p:spPr>
            <a:xfrm>
              <a:off x="1487512" y="4395147"/>
              <a:ext cx="32897" cy="3653"/>
            </a:xfrm>
            <a:custGeom>
              <a:avLst/>
              <a:gdLst/>
              <a:ahLst/>
              <a:cxnLst/>
              <a:rect l="0" t="0" r="0" b="0"/>
              <a:pathLst>
                <a:path w="32897" h="3653">
                  <a:moveTo>
                    <a:pt x="0" y="3653"/>
                  </a:moveTo>
                  <a:lnTo>
                    <a:pt x="32897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3" name="Input_receptor__1842">
              <a:extLst>
                <a:ext uri="{FF2B5EF4-FFF2-40B4-BE49-F238E27FC236}">
                  <a16:creationId xmlns:a16="http://schemas.microsoft.com/office/drawing/2014/main" id="{A3FD21C0-BBA7-4B09-FA9B-359A4412FF6F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850"/>
              <a:ext cx="259" cy="48304"/>
            </a:xfrm>
            <a:custGeom>
              <a:avLst/>
              <a:gdLst/>
              <a:ahLst/>
              <a:cxnLst/>
              <a:rect l="0" t="0" r="0" b="0"/>
              <a:pathLst>
                <a:path w="259" h="48304">
                  <a:moveTo>
                    <a:pt x="0" y="0"/>
                  </a:moveTo>
                  <a:lnTo>
                    <a:pt x="259" y="48304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4" name="Input_receptor__1843">
              <a:extLst>
                <a:ext uri="{FF2B5EF4-FFF2-40B4-BE49-F238E27FC236}">
                  <a16:creationId xmlns:a16="http://schemas.microsoft.com/office/drawing/2014/main" id="{371A7768-4733-4907-6E64-840F45A7EEED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309463"/>
              <a:ext cx="43103" cy="14390"/>
            </a:xfrm>
            <a:custGeom>
              <a:avLst/>
              <a:gdLst/>
              <a:ahLst/>
              <a:cxnLst/>
              <a:rect l="0" t="0" r="0" b="0"/>
              <a:pathLst>
                <a:path w="43103" h="14390">
                  <a:moveTo>
                    <a:pt x="43103" y="14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5" name="Input_receptor__1844">
              <a:extLst>
                <a:ext uri="{FF2B5EF4-FFF2-40B4-BE49-F238E27FC236}">
                  <a16:creationId xmlns:a16="http://schemas.microsoft.com/office/drawing/2014/main" id="{51B542BC-9B1C-8E34-606F-71132D41854B}"/>
                </a:ext>
              </a:extLst>
            </p:cNvPr>
            <p:cNvSpPr>
              <a:spLocks noGrp="1"/>
            </p:cNvSpPr>
            <p:nvPr/>
          </p:nvSpPr>
          <p:spPr>
            <a:xfrm>
              <a:off x="791630" y="4661788"/>
              <a:ext cx="46021" cy="12818"/>
            </a:xfrm>
            <a:custGeom>
              <a:avLst/>
              <a:gdLst/>
              <a:ahLst/>
              <a:cxnLst/>
              <a:rect l="0" t="0" r="0" b="0"/>
              <a:pathLst>
                <a:path w="46021" h="12818">
                  <a:moveTo>
                    <a:pt x="0" y="12818"/>
                  </a:moveTo>
                  <a:lnTo>
                    <a:pt x="46021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6" name="Input_receptor__1845">
              <a:extLst>
                <a:ext uri="{FF2B5EF4-FFF2-40B4-BE49-F238E27FC236}">
                  <a16:creationId xmlns:a16="http://schemas.microsoft.com/office/drawing/2014/main" id="{A219042E-5B7B-BFD2-0B41-2530B4E2710F}"/>
                </a:ext>
              </a:extLst>
            </p:cNvPr>
            <p:cNvSpPr>
              <a:spLocks noGrp="1"/>
            </p:cNvSpPr>
            <p:nvPr/>
          </p:nvSpPr>
          <p:spPr>
            <a:xfrm>
              <a:off x="1106782" y="4616488"/>
              <a:ext cx="40931" cy="21830"/>
            </a:xfrm>
            <a:custGeom>
              <a:avLst/>
              <a:gdLst/>
              <a:ahLst/>
              <a:cxnLst/>
              <a:rect l="0" t="0" r="0" b="0"/>
              <a:pathLst>
                <a:path w="40931" h="21830">
                  <a:moveTo>
                    <a:pt x="40931" y="0"/>
                  </a:moveTo>
                  <a:lnTo>
                    <a:pt x="0" y="2183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7" name="Input_receptor__1846">
              <a:extLst>
                <a:ext uri="{FF2B5EF4-FFF2-40B4-BE49-F238E27FC236}">
                  <a16:creationId xmlns:a16="http://schemas.microsoft.com/office/drawing/2014/main" id="{508F46F8-5164-7261-08BC-50358A65BD8B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13023" cy="7826"/>
            </a:xfrm>
            <a:custGeom>
              <a:avLst/>
              <a:gdLst/>
              <a:ahLst/>
              <a:cxnLst/>
              <a:rect l="0" t="0" r="0" b="0"/>
              <a:pathLst>
                <a:path w="13023" h="7826">
                  <a:moveTo>
                    <a:pt x="13023" y="78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F"/>
              </a:solidFill>
            </a:ln>
          </p:spPr>
        </p:sp>
        <p:sp>
          <p:nvSpPr>
            <p:cNvPr id="1848" name="Input_receptor__1847">
              <a:extLst>
                <a:ext uri="{FF2B5EF4-FFF2-40B4-BE49-F238E27FC236}">
                  <a16:creationId xmlns:a16="http://schemas.microsoft.com/office/drawing/2014/main" id="{8A125F29-801D-E15B-B289-C3B1F4D0689A}"/>
                </a:ext>
              </a:extLst>
            </p:cNvPr>
            <p:cNvSpPr>
              <a:spLocks noGrp="1"/>
            </p:cNvSpPr>
            <p:nvPr/>
          </p:nvSpPr>
          <p:spPr>
            <a:xfrm>
              <a:off x="884778" y="4678248"/>
              <a:ext cx="20944" cy="40491"/>
            </a:xfrm>
            <a:custGeom>
              <a:avLst/>
              <a:gdLst/>
              <a:ahLst/>
              <a:cxnLst/>
              <a:rect l="0" t="0" r="0" b="0"/>
              <a:pathLst>
                <a:path w="20944" h="40491">
                  <a:moveTo>
                    <a:pt x="20944" y="0"/>
                  </a:moveTo>
                  <a:lnTo>
                    <a:pt x="0" y="40491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49" name="Input_receptor__1848">
              <a:extLst>
                <a:ext uri="{FF2B5EF4-FFF2-40B4-BE49-F238E27FC236}">
                  <a16:creationId xmlns:a16="http://schemas.microsoft.com/office/drawing/2014/main" id="{5CEA599C-F321-11A8-C8A0-4291A8768539}"/>
                </a:ext>
              </a:extLst>
            </p:cNvPr>
            <p:cNvSpPr>
              <a:spLocks noGrp="1"/>
            </p:cNvSpPr>
            <p:nvPr/>
          </p:nvSpPr>
          <p:spPr>
            <a:xfrm>
              <a:off x="1096016" y="4483286"/>
              <a:ext cx="42662" cy="13725"/>
            </a:xfrm>
            <a:custGeom>
              <a:avLst/>
              <a:gdLst/>
              <a:ahLst/>
              <a:cxnLst/>
              <a:rect l="0" t="0" r="0" b="0"/>
              <a:pathLst>
                <a:path w="42662" h="13725">
                  <a:moveTo>
                    <a:pt x="42662" y="0"/>
                  </a:moveTo>
                  <a:lnTo>
                    <a:pt x="0" y="13725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50" name="Input_receptor__1849">
              <a:extLst>
                <a:ext uri="{FF2B5EF4-FFF2-40B4-BE49-F238E27FC236}">
                  <a16:creationId xmlns:a16="http://schemas.microsoft.com/office/drawing/2014/main" id="{4A0C2A1A-FE98-C028-4FCE-01EECD1609F4}"/>
                </a:ext>
              </a:extLst>
            </p:cNvPr>
            <p:cNvSpPr>
              <a:spLocks noGrp="1"/>
            </p:cNvSpPr>
            <p:nvPr/>
          </p:nvSpPr>
          <p:spPr>
            <a:xfrm>
              <a:off x="800718" y="4515181"/>
              <a:ext cx="38755" cy="28376"/>
            </a:xfrm>
            <a:custGeom>
              <a:avLst/>
              <a:gdLst/>
              <a:ahLst/>
              <a:cxnLst/>
              <a:rect l="0" t="0" r="0" b="0"/>
              <a:pathLst>
                <a:path w="38755" h="28376">
                  <a:moveTo>
                    <a:pt x="38755" y="283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1" name="Input_receptor__1850">
              <a:extLst>
                <a:ext uri="{FF2B5EF4-FFF2-40B4-BE49-F238E27FC236}">
                  <a16:creationId xmlns:a16="http://schemas.microsoft.com/office/drawing/2014/main" id="{7BA7E0DF-4C56-D7A7-7068-906BEF7354A1}"/>
                </a:ext>
              </a:extLst>
            </p:cNvPr>
            <p:cNvSpPr>
              <a:spLocks noGrp="1"/>
            </p:cNvSpPr>
            <p:nvPr/>
          </p:nvSpPr>
          <p:spPr>
            <a:xfrm>
              <a:off x="1083559" y="4556784"/>
              <a:ext cx="38835" cy="21955"/>
            </a:xfrm>
            <a:custGeom>
              <a:avLst/>
              <a:gdLst/>
              <a:ahLst/>
              <a:cxnLst/>
              <a:rect l="0" t="0" r="0" b="0"/>
              <a:pathLst>
                <a:path w="38835" h="21955">
                  <a:moveTo>
                    <a:pt x="38835" y="0"/>
                  </a:moveTo>
                  <a:lnTo>
                    <a:pt x="0" y="21955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2" name="Input_receptor__1851">
              <a:extLst>
                <a:ext uri="{FF2B5EF4-FFF2-40B4-BE49-F238E27FC236}">
                  <a16:creationId xmlns:a16="http://schemas.microsoft.com/office/drawing/2014/main" id="{A3A4A430-90AB-F59E-F6CB-ADEB9C5F7083}"/>
                </a:ext>
              </a:extLst>
            </p:cNvPr>
            <p:cNvSpPr>
              <a:spLocks noGrp="1"/>
            </p:cNvSpPr>
            <p:nvPr/>
          </p:nvSpPr>
          <p:spPr>
            <a:xfrm>
              <a:off x="1137009" y="4668623"/>
              <a:ext cx="39237" cy="27620"/>
            </a:xfrm>
            <a:custGeom>
              <a:avLst/>
              <a:gdLst/>
              <a:ahLst/>
              <a:cxnLst/>
              <a:rect l="0" t="0" r="0" b="0"/>
              <a:pathLst>
                <a:path w="39237" h="27620">
                  <a:moveTo>
                    <a:pt x="39237" y="0"/>
                  </a:moveTo>
                  <a:lnTo>
                    <a:pt x="0" y="2762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3" name="Input_receptor__1852">
              <a:extLst>
                <a:ext uri="{FF2B5EF4-FFF2-40B4-BE49-F238E27FC236}">
                  <a16:creationId xmlns:a16="http://schemas.microsoft.com/office/drawing/2014/main" id="{0D40A9FA-D4DE-05A8-D639-768E0BE8BAA8}"/>
                </a:ext>
              </a:extLst>
            </p:cNvPr>
            <p:cNvSpPr>
              <a:spLocks noGrp="1"/>
            </p:cNvSpPr>
            <p:nvPr/>
          </p:nvSpPr>
          <p:spPr>
            <a:xfrm>
              <a:off x="1091465" y="4427029"/>
              <a:ext cx="45711" cy="4319"/>
            </a:xfrm>
            <a:custGeom>
              <a:avLst/>
              <a:gdLst/>
              <a:ahLst/>
              <a:cxnLst/>
              <a:rect l="0" t="0" r="0" b="0"/>
              <a:pathLst>
                <a:path w="45711" h="4319">
                  <a:moveTo>
                    <a:pt x="0" y="0"/>
                  </a:moveTo>
                  <a:lnTo>
                    <a:pt x="45711" y="431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4" name="Input_receptor__1853">
              <a:extLst>
                <a:ext uri="{FF2B5EF4-FFF2-40B4-BE49-F238E27FC236}">
                  <a16:creationId xmlns:a16="http://schemas.microsoft.com/office/drawing/2014/main" id="{CC6287DE-3C03-F793-57C5-264C37F03185}"/>
                </a:ext>
              </a:extLst>
            </p:cNvPr>
            <p:cNvSpPr>
              <a:spLocks noGrp="1"/>
            </p:cNvSpPr>
            <p:nvPr/>
          </p:nvSpPr>
          <p:spPr>
            <a:xfrm>
              <a:off x="1270262" y="4755402"/>
              <a:ext cx="4385" cy="41218"/>
            </a:xfrm>
            <a:custGeom>
              <a:avLst/>
              <a:gdLst/>
              <a:ahLst/>
              <a:cxnLst/>
              <a:rect l="0" t="0" r="0" b="0"/>
              <a:pathLst>
                <a:path w="4385" h="41218">
                  <a:moveTo>
                    <a:pt x="0" y="0"/>
                  </a:moveTo>
                  <a:lnTo>
                    <a:pt x="4385" y="41218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5" name="Input_receptor__1854">
              <a:extLst>
                <a:ext uri="{FF2B5EF4-FFF2-40B4-BE49-F238E27FC236}">
                  <a16:creationId xmlns:a16="http://schemas.microsoft.com/office/drawing/2014/main" id="{4077204E-2469-6E59-8988-B3E7998556CA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604102"/>
              <a:ext cx="9671" cy="39147"/>
            </a:xfrm>
            <a:custGeom>
              <a:avLst/>
              <a:gdLst/>
              <a:ahLst/>
              <a:cxnLst/>
              <a:rect l="0" t="0" r="0" b="0"/>
              <a:pathLst>
                <a:path w="9671" h="39147">
                  <a:moveTo>
                    <a:pt x="0" y="0"/>
                  </a:moveTo>
                  <a:lnTo>
                    <a:pt x="9671" y="39147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6" name="Input_receptor__1855">
              <a:extLst>
                <a:ext uri="{FF2B5EF4-FFF2-40B4-BE49-F238E27FC236}">
                  <a16:creationId xmlns:a16="http://schemas.microsoft.com/office/drawing/2014/main" id="{753E45A0-9513-2B15-9E86-101CC88C01F8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284095"/>
              <a:ext cx="39455" cy="26594"/>
            </a:xfrm>
            <a:custGeom>
              <a:avLst/>
              <a:gdLst/>
              <a:ahLst/>
              <a:cxnLst/>
              <a:rect l="0" t="0" r="0" b="0"/>
              <a:pathLst>
                <a:path w="39455" h="26594">
                  <a:moveTo>
                    <a:pt x="39455" y="0"/>
                  </a:moveTo>
                  <a:lnTo>
                    <a:pt x="0" y="26594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7" name="Input_receptor__1856">
              <a:extLst>
                <a:ext uri="{FF2B5EF4-FFF2-40B4-BE49-F238E27FC236}">
                  <a16:creationId xmlns:a16="http://schemas.microsoft.com/office/drawing/2014/main" id="{FCF82342-64A1-54D4-CC0B-10A07A16BB8B}"/>
                </a:ext>
              </a:extLst>
            </p:cNvPr>
            <p:cNvSpPr>
              <a:spLocks noGrp="1"/>
            </p:cNvSpPr>
            <p:nvPr/>
          </p:nvSpPr>
          <p:spPr>
            <a:xfrm>
              <a:off x="758721" y="4646751"/>
              <a:ext cx="32909" cy="27856"/>
            </a:xfrm>
            <a:custGeom>
              <a:avLst/>
              <a:gdLst/>
              <a:ahLst/>
              <a:cxnLst/>
              <a:rect l="0" t="0" r="0" b="0"/>
              <a:pathLst>
                <a:path w="32909" h="27856">
                  <a:moveTo>
                    <a:pt x="0" y="0"/>
                  </a:moveTo>
                  <a:lnTo>
                    <a:pt x="32909" y="2785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8" name="Input_receptor__1857">
              <a:extLst>
                <a:ext uri="{FF2B5EF4-FFF2-40B4-BE49-F238E27FC236}">
                  <a16:creationId xmlns:a16="http://schemas.microsoft.com/office/drawing/2014/main" id="{213DD75A-872D-49B3-DA99-EB7A582DCB28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562756"/>
              <a:ext cx="6725" cy="41345"/>
            </a:xfrm>
            <a:custGeom>
              <a:avLst/>
              <a:gdLst/>
              <a:ahLst/>
              <a:cxnLst/>
              <a:rect l="0" t="0" r="0" b="0"/>
              <a:pathLst>
                <a:path w="6725" h="41345">
                  <a:moveTo>
                    <a:pt x="6725" y="0"/>
                  </a:moveTo>
                  <a:lnTo>
                    <a:pt x="0" y="41345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9" name="Input_receptor__1858">
              <a:extLst>
                <a:ext uri="{FF2B5EF4-FFF2-40B4-BE49-F238E27FC236}">
                  <a16:creationId xmlns:a16="http://schemas.microsoft.com/office/drawing/2014/main" id="{4DB92CEE-95F9-C1D3-EF05-B1891F5A0A30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07" cy="39971"/>
            </a:xfrm>
            <a:custGeom>
              <a:avLst/>
              <a:gdLst/>
              <a:ahLst/>
              <a:cxnLst/>
              <a:rect l="0" t="0" r="0" b="0"/>
              <a:pathLst>
                <a:path w="2507" h="39971">
                  <a:moveTo>
                    <a:pt x="0" y="0"/>
                  </a:moveTo>
                  <a:lnTo>
                    <a:pt x="2507" y="39971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0" name="Input_receptor__1859">
              <a:extLst>
                <a:ext uri="{FF2B5EF4-FFF2-40B4-BE49-F238E27FC236}">
                  <a16:creationId xmlns:a16="http://schemas.microsoft.com/office/drawing/2014/main" id="{7582F153-08B2-1DEF-AA74-E47E6A18FD65}"/>
                </a:ext>
              </a:extLst>
            </p:cNvPr>
            <p:cNvSpPr>
              <a:spLocks noGrp="1"/>
            </p:cNvSpPr>
            <p:nvPr/>
          </p:nvSpPr>
          <p:spPr>
            <a:xfrm>
              <a:off x="1138679" y="4483286"/>
              <a:ext cx="40258" cy="2217"/>
            </a:xfrm>
            <a:custGeom>
              <a:avLst/>
              <a:gdLst/>
              <a:ahLst/>
              <a:cxnLst/>
              <a:rect l="0" t="0" r="0" b="0"/>
              <a:pathLst>
                <a:path w="40258" h="2217">
                  <a:moveTo>
                    <a:pt x="40258" y="2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1" name="Input_receptor__1860">
              <a:extLst>
                <a:ext uri="{FF2B5EF4-FFF2-40B4-BE49-F238E27FC236}">
                  <a16:creationId xmlns:a16="http://schemas.microsoft.com/office/drawing/2014/main" id="{5259FF34-54A1-1B67-EB9C-156ECF7C2406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813011"/>
              <a:ext cx="25032" cy="30257"/>
            </a:xfrm>
            <a:custGeom>
              <a:avLst/>
              <a:gdLst/>
              <a:ahLst/>
              <a:cxnLst/>
              <a:rect l="0" t="0" r="0" b="0"/>
              <a:pathLst>
                <a:path w="25032" h="30257">
                  <a:moveTo>
                    <a:pt x="0" y="0"/>
                  </a:moveTo>
                  <a:lnTo>
                    <a:pt x="25032" y="30257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2" name="Input_receptor__1861">
              <a:extLst>
                <a:ext uri="{FF2B5EF4-FFF2-40B4-BE49-F238E27FC236}">
                  <a16:creationId xmlns:a16="http://schemas.microsoft.com/office/drawing/2014/main" id="{BBF49A81-6ED5-CE84-F4B0-DF8200A18ED6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261732"/>
              <a:ext cx="4714" cy="47731"/>
            </a:xfrm>
            <a:custGeom>
              <a:avLst/>
              <a:gdLst/>
              <a:ahLst/>
              <a:cxnLst/>
              <a:rect l="0" t="0" r="0" b="0"/>
              <a:pathLst>
                <a:path w="4714" h="47731">
                  <a:moveTo>
                    <a:pt x="0" y="47731"/>
                  </a:moveTo>
                  <a:lnTo>
                    <a:pt x="471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3" name="Input_receptor__1862">
              <a:extLst>
                <a:ext uri="{FF2B5EF4-FFF2-40B4-BE49-F238E27FC236}">
                  <a16:creationId xmlns:a16="http://schemas.microsoft.com/office/drawing/2014/main" id="{064DE8AC-BE75-9619-A511-BC166847AC41}"/>
                </a:ext>
              </a:extLst>
            </p:cNvPr>
            <p:cNvSpPr>
              <a:spLocks noGrp="1"/>
            </p:cNvSpPr>
            <p:nvPr/>
          </p:nvSpPr>
          <p:spPr>
            <a:xfrm>
              <a:off x="1176203" y="4725043"/>
              <a:ext cx="36743" cy="26483"/>
            </a:xfrm>
            <a:custGeom>
              <a:avLst/>
              <a:gdLst/>
              <a:ahLst/>
              <a:cxnLst/>
              <a:rect l="0" t="0" r="0" b="0"/>
              <a:pathLst>
                <a:path w="36743" h="26483">
                  <a:moveTo>
                    <a:pt x="36743" y="0"/>
                  </a:moveTo>
                  <a:lnTo>
                    <a:pt x="0" y="26483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4" name="Input_receptor__1863">
              <a:extLst>
                <a:ext uri="{FF2B5EF4-FFF2-40B4-BE49-F238E27FC236}">
                  <a16:creationId xmlns:a16="http://schemas.microsoft.com/office/drawing/2014/main" id="{B4087400-E813-EC19-AB83-7D12BF63BE2B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27029"/>
              <a:ext cx="43303" cy="20519"/>
            </a:xfrm>
            <a:custGeom>
              <a:avLst/>
              <a:gdLst/>
              <a:ahLst/>
              <a:cxnLst/>
              <a:rect l="0" t="0" r="0" b="0"/>
              <a:pathLst>
                <a:path w="43303" h="20519">
                  <a:moveTo>
                    <a:pt x="0" y="20519"/>
                  </a:moveTo>
                  <a:lnTo>
                    <a:pt x="43303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5" name="Input_receptor__1864">
              <a:extLst>
                <a:ext uri="{FF2B5EF4-FFF2-40B4-BE49-F238E27FC236}">
                  <a16:creationId xmlns:a16="http://schemas.microsoft.com/office/drawing/2014/main" id="{DE27058E-3A3E-A55D-F835-52A60BC64BDA}"/>
                </a:ext>
              </a:extLst>
            </p:cNvPr>
            <p:cNvSpPr>
              <a:spLocks noGrp="1"/>
            </p:cNvSpPr>
            <p:nvPr/>
          </p:nvSpPr>
          <p:spPr>
            <a:xfrm>
              <a:off x="1178937" y="4461034"/>
              <a:ext cx="36818" cy="24469"/>
            </a:xfrm>
            <a:custGeom>
              <a:avLst/>
              <a:gdLst/>
              <a:ahLst/>
              <a:cxnLst/>
              <a:rect l="0" t="0" r="0" b="0"/>
              <a:pathLst>
                <a:path w="36818" h="24469">
                  <a:moveTo>
                    <a:pt x="36818" y="0"/>
                  </a:moveTo>
                  <a:lnTo>
                    <a:pt x="0" y="2446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6" name="Input_receptor__1865">
              <a:extLst>
                <a:ext uri="{FF2B5EF4-FFF2-40B4-BE49-F238E27FC236}">
                  <a16:creationId xmlns:a16="http://schemas.microsoft.com/office/drawing/2014/main" id="{19D48F6A-D140-EEF0-0894-FAD5C1A9E295}"/>
                </a:ext>
              </a:extLst>
            </p:cNvPr>
            <p:cNvSpPr>
              <a:spLocks noGrp="1"/>
            </p:cNvSpPr>
            <p:nvPr/>
          </p:nvSpPr>
          <p:spPr>
            <a:xfrm>
              <a:off x="722620" y="4487299"/>
              <a:ext cx="9548" cy="27786"/>
            </a:xfrm>
            <a:custGeom>
              <a:avLst/>
              <a:gdLst/>
              <a:ahLst/>
              <a:cxnLst/>
              <a:rect l="0" t="0" r="0" b="0"/>
              <a:pathLst>
                <a:path w="9548" h="27786">
                  <a:moveTo>
                    <a:pt x="9548" y="0"/>
                  </a:moveTo>
                  <a:lnTo>
                    <a:pt x="0" y="2778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7" name="Input_receptor__1866">
              <a:extLst>
                <a:ext uri="{FF2B5EF4-FFF2-40B4-BE49-F238E27FC236}">
                  <a16:creationId xmlns:a16="http://schemas.microsoft.com/office/drawing/2014/main" id="{455647F7-5520-1D73-EFC0-D3A7C30EC3D4}"/>
                </a:ext>
              </a:extLst>
            </p:cNvPr>
            <p:cNvSpPr>
              <a:spLocks noGrp="1"/>
            </p:cNvSpPr>
            <p:nvPr/>
          </p:nvSpPr>
          <p:spPr>
            <a:xfrm>
              <a:off x="1096505" y="4638318"/>
              <a:ext cx="10277" cy="24326"/>
            </a:xfrm>
            <a:custGeom>
              <a:avLst/>
              <a:gdLst/>
              <a:ahLst/>
              <a:cxnLst/>
              <a:rect l="0" t="0" r="0" b="0"/>
              <a:pathLst>
                <a:path w="10277" h="24326">
                  <a:moveTo>
                    <a:pt x="10277" y="0"/>
                  </a:moveTo>
                  <a:lnTo>
                    <a:pt x="0" y="2432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8" name="Input_receptor__1867">
              <a:extLst>
                <a:ext uri="{FF2B5EF4-FFF2-40B4-BE49-F238E27FC236}">
                  <a16:creationId xmlns:a16="http://schemas.microsoft.com/office/drawing/2014/main" id="{7038266E-D67A-34FF-48C3-0E72813C501F}"/>
                </a:ext>
              </a:extLst>
            </p:cNvPr>
            <p:cNvSpPr>
              <a:spLocks noGrp="1"/>
            </p:cNvSpPr>
            <p:nvPr/>
          </p:nvSpPr>
          <p:spPr>
            <a:xfrm>
              <a:off x="1477816" y="4223746"/>
              <a:ext cx="29495" cy="37985"/>
            </a:xfrm>
            <a:custGeom>
              <a:avLst/>
              <a:gdLst/>
              <a:ahLst/>
              <a:cxnLst/>
              <a:rect l="0" t="0" r="0" b="0"/>
              <a:pathLst>
                <a:path w="29495" h="37985">
                  <a:moveTo>
                    <a:pt x="29495" y="37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9" name="Input_receptor__1868">
              <a:extLst>
                <a:ext uri="{FF2B5EF4-FFF2-40B4-BE49-F238E27FC236}">
                  <a16:creationId xmlns:a16="http://schemas.microsoft.com/office/drawing/2014/main" id="{2EDDA340-9119-5BB1-D0CC-A3CCE4B07003}"/>
                </a:ext>
              </a:extLst>
            </p:cNvPr>
            <p:cNvSpPr>
              <a:spLocks noGrp="1"/>
            </p:cNvSpPr>
            <p:nvPr/>
          </p:nvSpPr>
          <p:spPr>
            <a:xfrm>
              <a:off x="1520409" y="4395147"/>
              <a:ext cx="12413" cy="46620"/>
            </a:xfrm>
            <a:custGeom>
              <a:avLst/>
              <a:gdLst/>
              <a:ahLst/>
              <a:cxnLst/>
              <a:rect l="0" t="0" r="0" b="0"/>
              <a:pathLst>
                <a:path w="12413" h="46620">
                  <a:moveTo>
                    <a:pt x="0" y="0"/>
                  </a:moveTo>
                  <a:lnTo>
                    <a:pt x="12413" y="4662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0" name="Input_receptor__1869">
              <a:extLst>
                <a:ext uri="{FF2B5EF4-FFF2-40B4-BE49-F238E27FC236}">
                  <a16:creationId xmlns:a16="http://schemas.microsoft.com/office/drawing/2014/main" id="{CE544D27-1DF9-8F14-1A2A-20B4127B6DB5}"/>
                </a:ext>
              </a:extLst>
            </p:cNvPr>
            <p:cNvSpPr>
              <a:spLocks noGrp="1"/>
            </p:cNvSpPr>
            <p:nvPr/>
          </p:nvSpPr>
          <p:spPr>
            <a:xfrm>
              <a:off x="1215755" y="4461034"/>
              <a:ext cx="39127" cy="11507"/>
            </a:xfrm>
            <a:custGeom>
              <a:avLst/>
              <a:gdLst/>
              <a:ahLst/>
              <a:cxnLst/>
              <a:rect l="0" t="0" r="0" b="0"/>
              <a:pathLst>
                <a:path w="39127" h="11507">
                  <a:moveTo>
                    <a:pt x="39127" y="115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1" name="Input_receptor__1870">
              <a:extLst>
                <a:ext uri="{FF2B5EF4-FFF2-40B4-BE49-F238E27FC236}">
                  <a16:creationId xmlns:a16="http://schemas.microsoft.com/office/drawing/2014/main" id="{9FE0E49A-E751-827C-52F6-8F6E18706C98}"/>
                </a:ext>
              </a:extLst>
            </p:cNvPr>
            <p:cNvSpPr>
              <a:spLocks noGrp="1"/>
            </p:cNvSpPr>
            <p:nvPr/>
          </p:nvSpPr>
          <p:spPr>
            <a:xfrm>
              <a:off x="830019" y="4736592"/>
              <a:ext cx="3762" cy="46602"/>
            </a:xfrm>
            <a:custGeom>
              <a:avLst/>
              <a:gdLst/>
              <a:ahLst/>
              <a:cxnLst/>
              <a:rect l="0" t="0" r="0" b="0"/>
              <a:pathLst>
                <a:path w="3762" h="46602">
                  <a:moveTo>
                    <a:pt x="3762" y="466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2" name="Input_receptor__1871">
              <a:extLst>
                <a:ext uri="{FF2B5EF4-FFF2-40B4-BE49-F238E27FC236}">
                  <a16:creationId xmlns:a16="http://schemas.microsoft.com/office/drawing/2014/main" id="{C0054CDE-C052-E3E9-7EF3-F2C123C5FE98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722577"/>
              <a:ext cx="44466" cy="14015"/>
            </a:xfrm>
            <a:custGeom>
              <a:avLst/>
              <a:gdLst/>
              <a:ahLst/>
              <a:cxnLst/>
              <a:rect l="0" t="0" r="0" b="0"/>
              <a:pathLst>
                <a:path w="44466" h="14015">
                  <a:moveTo>
                    <a:pt x="44466" y="14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3" name="Input_receptor__1872">
              <a:extLst>
                <a:ext uri="{FF2B5EF4-FFF2-40B4-BE49-F238E27FC236}">
                  <a16:creationId xmlns:a16="http://schemas.microsoft.com/office/drawing/2014/main" id="{29066EE2-3DD9-CCD4-873A-D60F0F6A1633}"/>
                </a:ext>
              </a:extLst>
            </p:cNvPr>
            <p:cNvSpPr>
              <a:spLocks noGrp="1"/>
            </p:cNvSpPr>
            <p:nvPr/>
          </p:nvSpPr>
          <p:spPr>
            <a:xfrm>
              <a:off x="793818" y="4476219"/>
              <a:ext cx="6900" cy="38962"/>
            </a:xfrm>
            <a:custGeom>
              <a:avLst/>
              <a:gdLst/>
              <a:ahLst/>
              <a:cxnLst/>
              <a:rect l="0" t="0" r="0" b="0"/>
              <a:pathLst>
                <a:path w="6900" h="38962">
                  <a:moveTo>
                    <a:pt x="6900" y="3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4" name="Input_receptor__1873">
              <a:extLst>
                <a:ext uri="{FF2B5EF4-FFF2-40B4-BE49-F238E27FC236}">
                  <a16:creationId xmlns:a16="http://schemas.microsoft.com/office/drawing/2014/main" id="{2DAA9FE3-C124-625D-F362-698FE20F7628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83194"/>
              <a:ext cx="46094" cy="10161"/>
            </a:xfrm>
            <a:custGeom>
              <a:avLst/>
              <a:gdLst/>
              <a:ahLst/>
              <a:cxnLst/>
              <a:rect l="0" t="0" r="0" b="0"/>
              <a:pathLst>
                <a:path w="46094" h="10161">
                  <a:moveTo>
                    <a:pt x="0" y="10161"/>
                  </a:moveTo>
                  <a:lnTo>
                    <a:pt x="4609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5" name="Input_receptor__1874">
              <a:extLst>
                <a:ext uri="{FF2B5EF4-FFF2-40B4-BE49-F238E27FC236}">
                  <a16:creationId xmlns:a16="http://schemas.microsoft.com/office/drawing/2014/main" id="{919CD950-C5FC-F1E1-2FBE-325C1E1C475F}"/>
                </a:ext>
              </a:extLst>
            </p:cNvPr>
            <p:cNvSpPr>
              <a:spLocks noGrp="1"/>
            </p:cNvSpPr>
            <p:nvPr/>
          </p:nvSpPr>
          <p:spPr>
            <a:xfrm>
              <a:off x="1137176" y="4420371"/>
              <a:ext cx="29910" cy="10977"/>
            </a:xfrm>
            <a:custGeom>
              <a:avLst/>
              <a:gdLst/>
              <a:ahLst/>
              <a:cxnLst/>
              <a:rect l="0" t="0" r="0" b="0"/>
              <a:pathLst>
                <a:path w="29910" h="10977">
                  <a:moveTo>
                    <a:pt x="0" y="10977"/>
                  </a:moveTo>
                  <a:lnTo>
                    <a:pt x="2991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6" name="Input_receptor__1875">
              <a:extLst>
                <a:ext uri="{FF2B5EF4-FFF2-40B4-BE49-F238E27FC236}">
                  <a16:creationId xmlns:a16="http://schemas.microsoft.com/office/drawing/2014/main" id="{E5857094-7046-8C4B-647E-6809DE344C15}"/>
                </a:ext>
              </a:extLst>
            </p:cNvPr>
            <p:cNvSpPr>
              <a:spLocks noGrp="1"/>
            </p:cNvSpPr>
            <p:nvPr/>
          </p:nvSpPr>
          <p:spPr>
            <a:xfrm>
              <a:off x="1065972" y="4578740"/>
              <a:ext cx="17586" cy="9516"/>
            </a:xfrm>
            <a:custGeom>
              <a:avLst/>
              <a:gdLst/>
              <a:ahLst/>
              <a:cxnLst/>
              <a:rect l="0" t="0" r="0" b="0"/>
              <a:pathLst>
                <a:path w="17586" h="9516">
                  <a:moveTo>
                    <a:pt x="17586" y="0"/>
                  </a:moveTo>
                  <a:lnTo>
                    <a:pt x="0" y="951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7" name="Input_receptor__1876">
              <a:extLst>
                <a:ext uri="{FF2B5EF4-FFF2-40B4-BE49-F238E27FC236}">
                  <a16:creationId xmlns:a16="http://schemas.microsoft.com/office/drawing/2014/main" id="{966A9CAC-7977-F482-5EE8-AFE80A9D6FF8}"/>
                </a:ext>
              </a:extLst>
            </p:cNvPr>
            <p:cNvSpPr>
              <a:spLocks noGrp="1"/>
            </p:cNvSpPr>
            <p:nvPr/>
          </p:nvSpPr>
          <p:spPr>
            <a:xfrm>
              <a:off x="1322275" y="4469476"/>
              <a:ext cx="18197" cy="43479"/>
            </a:xfrm>
            <a:custGeom>
              <a:avLst/>
              <a:gdLst/>
              <a:ahLst/>
              <a:cxnLst/>
              <a:rect l="0" t="0" r="0" b="0"/>
              <a:pathLst>
                <a:path w="18197" h="43479">
                  <a:moveTo>
                    <a:pt x="18197" y="434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8" name="Input_receptor__1877">
              <a:extLst>
                <a:ext uri="{FF2B5EF4-FFF2-40B4-BE49-F238E27FC236}">
                  <a16:creationId xmlns:a16="http://schemas.microsoft.com/office/drawing/2014/main" id="{ECC10764-D212-3EB7-3F84-28F3A7A3806D}"/>
                </a:ext>
              </a:extLst>
            </p:cNvPr>
            <p:cNvSpPr>
              <a:spLocks noGrp="1"/>
            </p:cNvSpPr>
            <p:nvPr/>
          </p:nvSpPr>
          <p:spPr>
            <a:xfrm>
              <a:off x="1330184" y="4600868"/>
              <a:ext cx="16583" cy="14138"/>
            </a:xfrm>
            <a:custGeom>
              <a:avLst/>
              <a:gdLst/>
              <a:ahLst/>
              <a:cxnLst/>
              <a:rect l="0" t="0" r="0" b="0"/>
              <a:pathLst>
                <a:path w="16583" h="14138">
                  <a:moveTo>
                    <a:pt x="0" y="0"/>
                  </a:moveTo>
                  <a:lnTo>
                    <a:pt x="16583" y="14138"/>
                  </a:lnTo>
                </a:path>
              </a:pathLst>
            </a:custGeom>
            <a:noFill/>
            <a:ln w="8096">
              <a:solidFill>
                <a:srgbClr val="A7B4C0"/>
              </a:solidFill>
            </a:ln>
          </p:spPr>
        </p:sp>
        <p:sp>
          <p:nvSpPr>
            <p:cNvPr id="1879" name="Input_receptor__1878">
              <a:extLst>
                <a:ext uri="{FF2B5EF4-FFF2-40B4-BE49-F238E27FC236}">
                  <a16:creationId xmlns:a16="http://schemas.microsoft.com/office/drawing/2014/main" id="{3210E676-828B-2DBE-E5C7-A5F728187A83}"/>
                </a:ext>
              </a:extLst>
            </p:cNvPr>
            <p:cNvSpPr>
              <a:spLocks noGrp="1"/>
            </p:cNvSpPr>
            <p:nvPr/>
          </p:nvSpPr>
          <p:spPr>
            <a:xfrm>
              <a:off x="1409144" y="4371181"/>
              <a:ext cx="37928" cy="28365"/>
            </a:xfrm>
            <a:custGeom>
              <a:avLst/>
              <a:gdLst/>
              <a:ahLst/>
              <a:cxnLst/>
              <a:rect l="0" t="0" r="0" b="0"/>
              <a:pathLst>
                <a:path w="37928" h="28365">
                  <a:moveTo>
                    <a:pt x="0" y="28365"/>
                  </a:moveTo>
                  <a:lnTo>
                    <a:pt x="37928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0" name="Input_receptor__1879">
              <a:extLst>
                <a:ext uri="{FF2B5EF4-FFF2-40B4-BE49-F238E27FC236}">
                  <a16:creationId xmlns:a16="http://schemas.microsoft.com/office/drawing/2014/main" id="{1437422B-6D42-3251-82A1-07BA494054A0}"/>
                </a:ext>
              </a:extLst>
            </p:cNvPr>
            <p:cNvSpPr>
              <a:spLocks noGrp="1"/>
            </p:cNvSpPr>
            <p:nvPr/>
          </p:nvSpPr>
          <p:spPr>
            <a:xfrm>
              <a:off x="711615" y="4646751"/>
              <a:ext cx="47106" cy="7489"/>
            </a:xfrm>
            <a:custGeom>
              <a:avLst/>
              <a:gdLst/>
              <a:ahLst/>
              <a:cxnLst/>
              <a:rect l="0" t="0" r="0" b="0"/>
              <a:pathLst>
                <a:path w="47106" h="7489">
                  <a:moveTo>
                    <a:pt x="0" y="7489"/>
                  </a:moveTo>
                  <a:lnTo>
                    <a:pt x="47106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1" name="Input_receptor__1880">
              <a:extLst>
                <a:ext uri="{FF2B5EF4-FFF2-40B4-BE49-F238E27FC236}">
                  <a16:creationId xmlns:a16="http://schemas.microsoft.com/office/drawing/2014/main" id="{EC38FFD6-78E8-99D1-8425-49BE6157AA37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493"/>
              <a:ext cx="14849" cy="357"/>
            </a:xfrm>
            <a:custGeom>
              <a:avLst/>
              <a:gdLst/>
              <a:ahLst/>
              <a:cxnLst/>
              <a:rect l="0" t="0" r="0" b="0"/>
              <a:pathLst>
                <a:path w="14849" h="357">
                  <a:moveTo>
                    <a:pt x="14849" y="0"/>
                  </a:moveTo>
                  <a:lnTo>
                    <a:pt x="0" y="357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2" name="Input_receptor__1881">
              <a:extLst>
                <a:ext uri="{FF2B5EF4-FFF2-40B4-BE49-F238E27FC236}">
                  <a16:creationId xmlns:a16="http://schemas.microsoft.com/office/drawing/2014/main" id="{F83E1646-0AF0-3E12-BD94-9501F25756AB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407129"/>
              <a:ext cx="4973" cy="26894"/>
            </a:xfrm>
            <a:custGeom>
              <a:avLst/>
              <a:gdLst/>
              <a:ahLst/>
              <a:cxnLst/>
              <a:rect l="0" t="0" r="0" b="0"/>
              <a:pathLst>
                <a:path w="4973" h="26894">
                  <a:moveTo>
                    <a:pt x="4973" y="0"/>
                  </a:moveTo>
                  <a:lnTo>
                    <a:pt x="0" y="26894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3" name="Input_receptor__1882">
              <a:extLst>
                <a:ext uri="{FF2B5EF4-FFF2-40B4-BE49-F238E27FC236}">
                  <a16:creationId xmlns:a16="http://schemas.microsoft.com/office/drawing/2014/main" id="{6B13002D-320C-F2EF-C847-7702FD5DFD1B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47548"/>
              <a:ext cx="10212" cy="27152"/>
            </a:xfrm>
            <a:custGeom>
              <a:avLst/>
              <a:gdLst/>
              <a:ahLst/>
              <a:cxnLst/>
              <a:rect l="0" t="0" r="0" b="0"/>
              <a:pathLst>
                <a:path w="10212" h="27152">
                  <a:moveTo>
                    <a:pt x="10212" y="27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7B5C0"/>
              </a:solidFill>
            </a:ln>
          </p:spPr>
        </p:sp>
        <p:sp>
          <p:nvSpPr>
            <p:cNvPr id="1884" name="Input_receptor__1883">
              <a:extLst>
                <a:ext uri="{FF2B5EF4-FFF2-40B4-BE49-F238E27FC236}">
                  <a16:creationId xmlns:a16="http://schemas.microsoft.com/office/drawing/2014/main" id="{50DA2AFB-8090-5D93-B38C-837C3E4F0100}"/>
                </a:ext>
              </a:extLst>
            </p:cNvPr>
            <p:cNvSpPr>
              <a:spLocks noGrp="1"/>
            </p:cNvSpPr>
            <p:nvPr/>
          </p:nvSpPr>
          <p:spPr>
            <a:xfrm>
              <a:off x="1254882" y="4438003"/>
              <a:ext cx="33703" cy="34538"/>
            </a:xfrm>
            <a:custGeom>
              <a:avLst/>
              <a:gdLst/>
              <a:ahLst/>
              <a:cxnLst/>
              <a:rect l="0" t="0" r="0" b="0"/>
              <a:pathLst>
                <a:path w="33703" h="34538">
                  <a:moveTo>
                    <a:pt x="33703" y="0"/>
                  </a:moveTo>
                  <a:lnTo>
                    <a:pt x="0" y="34538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5" name="Input_receptor__1884">
              <a:extLst>
                <a:ext uri="{FF2B5EF4-FFF2-40B4-BE49-F238E27FC236}">
                  <a16:creationId xmlns:a16="http://schemas.microsoft.com/office/drawing/2014/main" id="{66133102-C47A-7BDA-4E4C-2677B078FCA4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29785"/>
              <a:ext cx="27997" cy="39466"/>
            </a:xfrm>
            <a:custGeom>
              <a:avLst/>
              <a:gdLst/>
              <a:ahLst/>
              <a:cxnLst/>
              <a:rect l="0" t="0" r="0" b="0"/>
              <a:pathLst>
                <a:path w="27997" h="39466">
                  <a:moveTo>
                    <a:pt x="27997" y="39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6" name="Input_receptor__1885">
              <a:extLst>
                <a:ext uri="{FF2B5EF4-FFF2-40B4-BE49-F238E27FC236}">
                  <a16:creationId xmlns:a16="http://schemas.microsoft.com/office/drawing/2014/main" id="{46D6FEDA-86EB-6471-A259-A5C53626291D}"/>
                </a:ext>
              </a:extLst>
            </p:cNvPr>
            <p:cNvSpPr>
              <a:spLocks noGrp="1"/>
            </p:cNvSpPr>
            <p:nvPr/>
          </p:nvSpPr>
          <p:spPr>
            <a:xfrm>
              <a:off x="1447071" y="4371181"/>
              <a:ext cx="24283" cy="35948"/>
            </a:xfrm>
            <a:custGeom>
              <a:avLst/>
              <a:gdLst/>
              <a:ahLst/>
              <a:cxnLst/>
              <a:rect l="0" t="0" r="0" b="0"/>
              <a:pathLst>
                <a:path w="24283" h="35948">
                  <a:moveTo>
                    <a:pt x="0" y="0"/>
                  </a:moveTo>
                  <a:lnTo>
                    <a:pt x="24283" y="35948"/>
                  </a:lnTo>
                </a:path>
              </a:pathLst>
            </a:custGeom>
            <a:noFill/>
            <a:ln w="20003">
              <a:solidFill>
                <a:srgbClr val="A8B5C0"/>
              </a:solidFill>
            </a:ln>
          </p:spPr>
        </p:sp>
        <p:sp>
          <p:nvSpPr>
            <p:cNvPr id="1887" name="Input_receptor__1886">
              <a:extLst>
                <a:ext uri="{FF2B5EF4-FFF2-40B4-BE49-F238E27FC236}">
                  <a16:creationId xmlns:a16="http://schemas.microsoft.com/office/drawing/2014/main" id="{E84E8681-EFA3-AA0D-7FF4-9A8C4987EC5A}"/>
                </a:ext>
              </a:extLst>
            </p:cNvPr>
            <p:cNvSpPr>
              <a:spLocks noGrp="1"/>
            </p:cNvSpPr>
            <p:nvPr/>
          </p:nvSpPr>
          <p:spPr>
            <a:xfrm>
              <a:off x="1167882" y="4751525"/>
              <a:ext cx="8321" cy="33501"/>
            </a:xfrm>
            <a:custGeom>
              <a:avLst/>
              <a:gdLst/>
              <a:ahLst/>
              <a:cxnLst/>
              <a:rect l="0" t="0" r="0" b="0"/>
              <a:pathLst>
                <a:path w="8321" h="33501">
                  <a:moveTo>
                    <a:pt x="8321" y="0"/>
                  </a:moveTo>
                  <a:lnTo>
                    <a:pt x="0" y="33501"/>
                  </a:lnTo>
                </a:path>
              </a:pathLst>
            </a:custGeom>
            <a:noFill/>
            <a:ln w="8096">
              <a:solidFill>
                <a:srgbClr val="A8B5C0"/>
              </a:solidFill>
            </a:ln>
          </p:spPr>
        </p:sp>
        <p:sp>
          <p:nvSpPr>
            <p:cNvPr id="1888" name="Input_receptor__1887">
              <a:extLst>
                <a:ext uri="{FF2B5EF4-FFF2-40B4-BE49-F238E27FC236}">
                  <a16:creationId xmlns:a16="http://schemas.microsoft.com/office/drawing/2014/main" id="{A40FAE9C-89C4-D772-24F9-B8283E5CFCA4}"/>
                </a:ext>
              </a:extLst>
            </p:cNvPr>
            <p:cNvSpPr>
              <a:spLocks noGrp="1"/>
            </p:cNvSpPr>
            <p:nvPr/>
          </p:nvSpPr>
          <p:spPr>
            <a:xfrm>
              <a:off x="1167087" y="4418842"/>
              <a:ext cx="48036" cy="1529"/>
            </a:xfrm>
            <a:custGeom>
              <a:avLst/>
              <a:gdLst/>
              <a:ahLst/>
              <a:cxnLst/>
              <a:rect l="0" t="0" r="0" b="0"/>
              <a:pathLst>
                <a:path w="48036" h="1529">
                  <a:moveTo>
                    <a:pt x="0" y="1529"/>
                  </a:moveTo>
                  <a:lnTo>
                    <a:pt x="48036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89" name="Input_receptor__1888">
              <a:extLst>
                <a:ext uri="{FF2B5EF4-FFF2-40B4-BE49-F238E27FC236}">
                  <a16:creationId xmlns:a16="http://schemas.microsoft.com/office/drawing/2014/main" id="{0E3002BF-80F8-9826-28C3-FE9F95F5C712}"/>
                </a:ext>
              </a:extLst>
            </p:cNvPr>
            <p:cNvSpPr>
              <a:spLocks noGrp="1"/>
            </p:cNvSpPr>
            <p:nvPr/>
          </p:nvSpPr>
          <p:spPr>
            <a:xfrm>
              <a:off x="693718" y="4615580"/>
              <a:ext cx="17897" cy="38661"/>
            </a:xfrm>
            <a:custGeom>
              <a:avLst/>
              <a:gdLst/>
              <a:ahLst/>
              <a:cxnLst/>
              <a:rect l="0" t="0" r="0" b="0"/>
              <a:pathLst>
                <a:path w="17897" h="38661">
                  <a:moveTo>
                    <a:pt x="0" y="0"/>
                  </a:moveTo>
                  <a:lnTo>
                    <a:pt x="17897" y="38661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0" name="Input_receptor__1889">
              <a:extLst>
                <a:ext uri="{FF2B5EF4-FFF2-40B4-BE49-F238E27FC236}">
                  <a16:creationId xmlns:a16="http://schemas.microsoft.com/office/drawing/2014/main" id="{298C35D5-40A8-4E7B-0597-9053EE367EC7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00868"/>
              <a:ext cx="38239" cy="28917"/>
            </a:xfrm>
            <a:custGeom>
              <a:avLst/>
              <a:gdLst/>
              <a:ahLst/>
              <a:cxnLst/>
              <a:rect l="0" t="0" r="0" b="0"/>
              <a:pathLst>
                <a:path w="38239" h="28917">
                  <a:moveTo>
                    <a:pt x="0" y="28917"/>
                  </a:moveTo>
                  <a:lnTo>
                    <a:pt x="38239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1" name="Input_receptor__1890">
              <a:extLst>
                <a:ext uri="{FF2B5EF4-FFF2-40B4-BE49-F238E27FC236}">
                  <a16:creationId xmlns:a16="http://schemas.microsoft.com/office/drawing/2014/main" id="{6ED23E15-7D15-2A84-862E-93EDCFF7759B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785026"/>
              <a:ext cx="25987" cy="27985"/>
            </a:xfrm>
            <a:custGeom>
              <a:avLst/>
              <a:gdLst/>
              <a:ahLst/>
              <a:cxnLst/>
              <a:rect l="0" t="0" r="0" b="0"/>
              <a:pathLst>
                <a:path w="25987" h="27985">
                  <a:moveTo>
                    <a:pt x="25987" y="0"/>
                  </a:moveTo>
                  <a:lnTo>
                    <a:pt x="0" y="27985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2" name="Input_receptor__1891">
              <a:extLst>
                <a:ext uri="{FF2B5EF4-FFF2-40B4-BE49-F238E27FC236}">
                  <a16:creationId xmlns:a16="http://schemas.microsoft.com/office/drawing/2014/main" id="{FB5EDF6B-CFB6-1BE9-A5AA-1C22F764AD26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12956"/>
              <a:ext cx="24686" cy="28528"/>
            </a:xfrm>
            <a:custGeom>
              <a:avLst/>
              <a:gdLst/>
              <a:ahLst/>
              <a:cxnLst/>
              <a:rect l="0" t="0" r="0" b="0"/>
              <a:pathLst>
                <a:path w="24686" h="28528">
                  <a:moveTo>
                    <a:pt x="0" y="28528"/>
                  </a:moveTo>
                  <a:lnTo>
                    <a:pt x="24686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3" name="Input_receptor__1892">
              <a:extLst>
                <a:ext uri="{FF2B5EF4-FFF2-40B4-BE49-F238E27FC236}">
                  <a16:creationId xmlns:a16="http://schemas.microsoft.com/office/drawing/2014/main" id="{3AED4B94-A843-887C-4C40-BB5395648196}"/>
                </a:ext>
              </a:extLst>
            </p:cNvPr>
            <p:cNvSpPr>
              <a:spLocks noGrp="1"/>
            </p:cNvSpPr>
            <p:nvPr/>
          </p:nvSpPr>
          <p:spPr>
            <a:xfrm>
              <a:off x="682946" y="4490493"/>
              <a:ext cx="39674" cy="24592"/>
            </a:xfrm>
            <a:custGeom>
              <a:avLst/>
              <a:gdLst/>
              <a:ahLst/>
              <a:cxnLst/>
              <a:rect l="0" t="0" r="0" b="0"/>
              <a:pathLst>
                <a:path w="39674" h="24592">
                  <a:moveTo>
                    <a:pt x="39674" y="2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4" name="Input_receptor__1893">
              <a:extLst>
                <a:ext uri="{FF2B5EF4-FFF2-40B4-BE49-F238E27FC236}">
                  <a16:creationId xmlns:a16="http://schemas.microsoft.com/office/drawing/2014/main" id="{D9DC0003-D83F-5F7E-1FA0-DEE1DBC6431A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367" cy="20480"/>
            </a:xfrm>
            <a:custGeom>
              <a:avLst/>
              <a:gdLst/>
              <a:ahLst/>
              <a:cxnLst/>
              <a:rect l="0" t="0" r="0" b="0"/>
              <a:pathLst>
                <a:path w="25367" h="20480">
                  <a:moveTo>
                    <a:pt x="25367" y="204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5" name="Input_receptor__1894">
              <a:extLst>
                <a:ext uri="{FF2B5EF4-FFF2-40B4-BE49-F238E27FC236}">
                  <a16:creationId xmlns:a16="http://schemas.microsoft.com/office/drawing/2014/main" id="{10ADB910-A7FA-76F0-6D89-EF80A123FAFF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39598" cy="4303"/>
            </a:xfrm>
            <a:custGeom>
              <a:avLst/>
              <a:gdLst/>
              <a:ahLst/>
              <a:cxnLst/>
              <a:rect l="0" t="0" r="0" b="0"/>
              <a:pathLst>
                <a:path w="39598" h="4303">
                  <a:moveTo>
                    <a:pt x="0" y="0"/>
                  </a:moveTo>
                  <a:lnTo>
                    <a:pt x="39598" y="4303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6" name="Input_receptor__1895">
              <a:extLst>
                <a:ext uri="{FF2B5EF4-FFF2-40B4-BE49-F238E27FC236}">
                  <a16:creationId xmlns:a16="http://schemas.microsoft.com/office/drawing/2014/main" id="{B037B89A-0EEF-07D2-268E-EE3718F45251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692147"/>
              <a:ext cx="9986" cy="30430"/>
            </a:xfrm>
            <a:custGeom>
              <a:avLst/>
              <a:gdLst/>
              <a:ahLst/>
              <a:cxnLst/>
              <a:rect l="0" t="0" r="0" b="0"/>
              <a:pathLst>
                <a:path w="9986" h="30430">
                  <a:moveTo>
                    <a:pt x="0" y="30430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7" name="Input_receptor__1896">
              <a:extLst>
                <a:ext uri="{FF2B5EF4-FFF2-40B4-BE49-F238E27FC236}">
                  <a16:creationId xmlns:a16="http://schemas.microsoft.com/office/drawing/2014/main" id="{F17A499A-7D17-B7CA-970F-1C2A3F4E8AE8}"/>
                </a:ext>
              </a:extLst>
            </p:cNvPr>
            <p:cNvSpPr>
              <a:spLocks noGrp="1"/>
            </p:cNvSpPr>
            <p:nvPr/>
          </p:nvSpPr>
          <p:spPr>
            <a:xfrm>
              <a:off x="1274647" y="4788234"/>
              <a:ext cx="6888" cy="8386"/>
            </a:xfrm>
            <a:custGeom>
              <a:avLst/>
              <a:gdLst/>
              <a:ahLst/>
              <a:cxnLst/>
              <a:rect l="0" t="0" r="0" b="0"/>
              <a:pathLst>
                <a:path w="6888" h="8386">
                  <a:moveTo>
                    <a:pt x="0" y="8386"/>
                  </a:moveTo>
                  <a:lnTo>
                    <a:pt x="6888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8" name="Input_receptor__1897">
              <a:extLst>
                <a:ext uri="{FF2B5EF4-FFF2-40B4-BE49-F238E27FC236}">
                  <a16:creationId xmlns:a16="http://schemas.microsoft.com/office/drawing/2014/main" id="{9F091D7E-12D1-8694-077B-B9004D441119}"/>
                </a:ext>
              </a:extLst>
            </p:cNvPr>
            <p:cNvSpPr>
              <a:spLocks noGrp="1"/>
            </p:cNvSpPr>
            <p:nvPr/>
          </p:nvSpPr>
          <p:spPr>
            <a:xfrm>
              <a:off x="755028" y="4467808"/>
              <a:ext cx="38790" cy="8411"/>
            </a:xfrm>
            <a:custGeom>
              <a:avLst/>
              <a:gdLst/>
              <a:ahLst/>
              <a:cxnLst/>
              <a:rect l="0" t="0" r="0" b="0"/>
              <a:pathLst>
                <a:path w="38790" h="8411">
                  <a:moveTo>
                    <a:pt x="38790" y="8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9" name="Input_receptor__1898">
              <a:extLst>
                <a:ext uri="{FF2B5EF4-FFF2-40B4-BE49-F238E27FC236}">
                  <a16:creationId xmlns:a16="http://schemas.microsoft.com/office/drawing/2014/main" id="{0DF26301-1A3B-A394-314B-DC2E9DB06287}"/>
                </a:ext>
              </a:extLst>
            </p:cNvPr>
            <p:cNvSpPr>
              <a:spLocks noGrp="1"/>
            </p:cNvSpPr>
            <p:nvPr/>
          </p:nvSpPr>
          <p:spPr>
            <a:xfrm>
              <a:off x="1057231" y="4541977"/>
              <a:ext cx="8741" cy="46279"/>
            </a:xfrm>
            <a:custGeom>
              <a:avLst/>
              <a:gdLst/>
              <a:ahLst/>
              <a:cxnLst/>
              <a:rect l="0" t="0" r="0" b="0"/>
              <a:pathLst>
                <a:path w="8741" h="46279">
                  <a:moveTo>
                    <a:pt x="8741" y="462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900" name="Input_receptor__1899">
              <a:extLst>
                <a:ext uri="{FF2B5EF4-FFF2-40B4-BE49-F238E27FC236}">
                  <a16:creationId xmlns:a16="http://schemas.microsoft.com/office/drawing/2014/main" id="{07FA3777-CF30-D066-D0DF-E3B2EF2C5A82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1977"/>
              <a:ext cx="47582" cy="6853"/>
            </a:xfrm>
            <a:custGeom>
              <a:avLst/>
              <a:gdLst/>
              <a:ahLst/>
              <a:cxnLst/>
              <a:rect l="0" t="0" r="0" b="0"/>
              <a:pathLst>
                <a:path w="47582" h="6853">
                  <a:moveTo>
                    <a:pt x="47582" y="0"/>
                  </a:moveTo>
                  <a:lnTo>
                    <a:pt x="0" y="6853"/>
                  </a:lnTo>
                </a:path>
              </a:pathLst>
            </a:custGeom>
            <a:noFill/>
            <a:ln w="8096">
              <a:solidFill>
                <a:srgbClr val="A9B6C1"/>
              </a:solidFill>
            </a:ln>
          </p:spPr>
        </p:sp>
        <p:sp>
          <p:nvSpPr>
            <p:cNvPr id="1901" name="Input_receptor__1900">
              <a:extLst>
                <a:ext uri="{FF2B5EF4-FFF2-40B4-BE49-F238E27FC236}">
                  <a16:creationId xmlns:a16="http://schemas.microsoft.com/office/drawing/2014/main" id="{DED35C95-9944-F870-3FE7-4797D4EA30B2}"/>
                </a:ext>
              </a:extLst>
            </p:cNvPr>
            <p:cNvSpPr>
              <a:spLocks noGrp="1"/>
            </p:cNvSpPr>
            <p:nvPr/>
          </p:nvSpPr>
          <p:spPr>
            <a:xfrm>
              <a:off x="1319941" y="4659260"/>
              <a:ext cx="27206" cy="9991"/>
            </a:xfrm>
            <a:custGeom>
              <a:avLst/>
              <a:gdLst/>
              <a:ahLst/>
              <a:cxnLst/>
              <a:rect l="0" t="0" r="0" b="0"/>
              <a:pathLst>
                <a:path w="27206" h="9991">
                  <a:moveTo>
                    <a:pt x="27206" y="0"/>
                  </a:moveTo>
                  <a:lnTo>
                    <a:pt x="0" y="9991"/>
                  </a:lnTo>
                </a:path>
              </a:pathLst>
            </a:custGeom>
            <a:noFill/>
            <a:ln w="20003">
              <a:solidFill>
                <a:srgbClr val="A9B6C1"/>
              </a:solidFill>
            </a:ln>
          </p:spPr>
        </p:sp>
        <p:sp>
          <p:nvSpPr>
            <p:cNvPr id="1902" name="Input_receptor__1901">
              <a:extLst>
                <a:ext uri="{FF2B5EF4-FFF2-40B4-BE49-F238E27FC236}">
                  <a16:creationId xmlns:a16="http://schemas.microsoft.com/office/drawing/2014/main" id="{05D0C4C4-B62B-886D-DF47-9CB5772357F6}"/>
                </a:ext>
              </a:extLst>
            </p:cNvPr>
            <p:cNvSpPr>
              <a:spLocks noGrp="1"/>
            </p:cNvSpPr>
            <p:nvPr/>
          </p:nvSpPr>
          <p:spPr>
            <a:xfrm>
              <a:off x="1286874" y="4437782"/>
              <a:ext cx="1711" cy="221"/>
            </a:xfrm>
            <a:custGeom>
              <a:avLst/>
              <a:gdLst/>
              <a:ahLst/>
              <a:cxnLst/>
              <a:rect l="0" t="0" r="0" b="0"/>
              <a:pathLst>
                <a:path w="1711" h="221">
                  <a:moveTo>
                    <a:pt x="0" y="0"/>
                  </a:moveTo>
                  <a:lnTo>
                    <a:pt x="1711" y="221"/>
                  </a:lnTo>
                </a:path>
              </a:pathLst>
            </a:custGeom>
            <a:noFill/>
            <a:ln w="8096">
              <a:solidFill>
                <a:srgbClr val="A9B7C2"/>
              </a:solidFill>
            </a:ln>
          </p:spPr>
        </p:sp>
        <p:sp>
          <p:nvSpPr>
            <p:cNvPr id="1903" name="Input_receptor__1902">
              <a:extLst>
                <a:ext uri="{FF2B5EF4-FFF2-40B4-BE49-F238E27FC236}">
                  <a16:creationId xmlns:a16="http://schemas.microsoft.com/office/drawing/2014/main" id="{046BF846-B465-A74D-52A4-CBE5D05AA905}"/>
                </a:ext>
              </a:extLst>
            </p:cNvPr>
            <p:cNvSpPr>
              <a:spLocks noGrp="1"/>
            </p:cNvSpPr>
            <p:nvPr/>
          </p:nvSpPr>
          <p:spPr>
            <a:xfrm>
              <a:off x="1215123" y="4418842"/>
              <a:ext cx="23547" cy="12982"/>
            </a:xfrm>
            <a:custGeom>
              <a:avLst/>
              <a:gdLst/>
              <a:ahLst/>
              <a:cxnLst/>
              <a:rect l="0" t="0" r="0" b="0"/>
              <a:pathLst>
                <a:path w="23547" h="12982">
                  <a:moveTo>
                    <a:pt x="0" y="0"/>
                  </a:moveTo>
                  <a:lnTo>
                    <a:pt x="23547" y="12982"/>
                  </a:lnTo>
                </a:path>
              </a:pathLst>
            </a:custGeom>
            <a:noFill/>
            <a:ln w="20003">
              <a:solidFill>
                <a:srgbClr val="A9B7C2"/>
              </a:solidFill>
            </a:ln>
          </p:spPr>
        </p:sp>
        <p:sp>
          <p:nvSpPr>
            <p:cNvPr id="1904" name="Input_receptor__1903">
              <a:extLst>
                <a:ext uri="{FF2B5EF4-FFF2-40B4-BE49-F238E27FC236}">
                  <a16:creationId xmlns:a16="http://schemas.microsoft.com/office/drawing/2014/main" id="{8B317009-02A2-9219-C881-0222A35B7A70}"/>
                </a:ext>
              </a:extLst>
            </p:cNvPr>
            <p:cNvSpPr>
              <a:spLocks noGrp="1"/>
            </p:cNvSpPr>
            <p:nvPr/>
          </p:nvSpPr>
          <p:spPr>
            <a:xfrm>
              <a:off x="1058373" y="4463140"/>
              <a:ext cx="34685" cy="11560"/>
            </a:xfrm>
            <a:custGeom>
              <a:avLst/>
              <a:gdLst/>
              <a:ahLst/>
              <a:cxnLst/>
              <a:rect l="0" t="0" r="0" b="0"/>
              <a:pathLst>
                <a:path w="34685" h="11560">
                  <a:moveTo>
                    <a:pt x="34685" y="0"/>
                  </a:moveTo>
                  <a:lnTo>
                    <a:pt x="0" y="1156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5" name="Input_receptor__1904">
              <a:extLst>
                <a:ext uri="{FF2B5EF4-FFF2-40B4-BE49-F238E27FC236}">
                  <a16:creationId xmlns:a16="http://schemas.microsoft.com/office/drawing/2014/main" id="{3697DB79-2746-25C2-3A85-7F7AECC5F075}"/>
                </a:ext>
              </a:extLst>
            </p:cNvPr>
            <p:cNvSpPr>
              <a:spLocks noGrp="1"/>
            </p:cNvSpPr>
            <p:nvPr/>
          </p:nvSpPr>
          <p:spPr>
            <a:xfrm>
              <a:off x="749493" y="4684359"/>
              <a:ext cx="46046" cy="7788"/>
            </a:xfrm>
            <a:custGeom>
              <a:avLst/>
              <a:gdLst/>
              <a:ahLst/>
              <a:cxnLst/>
              <a:rect l="0" t="0" r="0" b="0"/>
              <a:pathLst>
                <a:path w="46046" h="7788">
                  <a:moveTo>
                    <a:pt x="46046" y="77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7C2"/>
              </a:solidFill>
            </a:ln>
          </p:spPr>
        </p:sp>
        <p:sp>
          <p:nvSpPr>
            <p:cNvPr id="1906" name="Input_receptor__1905">
              <a:extLst>
                <a:ext uri="{FF2B5EF4-FFF2-40B4-BE49-F238E27FC236}">
                  <a16:creationId xmlns:a16="http://schemas.microsoft.com/office/drawing/2014/main" id="{C422BAC3-3E83-4046-0CE4-2CAA7421C08C}"/>
                </a:ext>
              </a:extLst>
            </p:cNvPr>
            <p:cNvSpPr>
              <a:spLocks noGrp="1"/>
            </p:cNvSpPr>
            <p:nvPr/>
          </p:nvSpPr>
          <p:spPr>
            <a:xfrm>
              <a:off x="706085" y="4684359"/>
              <a:ext cx="43408" cy="17580"/>
            </a:xfrm>
            <a:custGeom>
              <a:avLst/>
              <a:gdLst/>
              <a:ahLst/>
              <a:cxnLst/>
              <a:rect l="0" t="0" r="0" b="0"/>
              <a:pathLst>
                <a:path w="43408" h="17580">
                  <a:moveTo>
                    <a:pt x="43408" y="0"/>
                  </a:moveTo>
                  <a:lnTo>
                    <a:pt x="0" y="1758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7" name="Input_receptor__1906">
              <a:extLst>
                <a:ext uri="{FF2B5EF4-FFF2-40B4-BE49-F238E27FC236}">
                  <a16:creationId xmlns:a16="http://schemas.microsoft.com/office/drawing/2014/main" id="{8BBDB7FC-6F12-5D3E-0BCF-21E5EA5B9C8E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8830"/>
              <a:ext cx="812" cy="28697"/>
            </a:xfrm>
            <a:custGeom>
              <a:avLst/>
              <a:gdLst/>
              <a:ahLst/>
              <a:cxnLst/>
              <a:rect l="0" t="0" r="0" b="0"/>
              <a:pathLst>
                <a:path w="812" h="28697">
                  <a:moveTo>
                    <a:pt x="0" y="0"/>
                  </a:moveTo>
                  <a:lnTo>
                    <a:pt x="812" y="28697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8" name="Input_receptor__1907">
              <a:extLst>
                <a:ext uri="{FF2B5EF4-FFF2-40B4-BE49-F238E27FC236}">
                  <a16:creationId xmlns:a16="http://schemas.microsoft.com/office/drawing/2014/main" id="{A21E18B0-F4AF-4DDF-9017-0630DD22F08C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66760"/>
              <a:ext cx="29691" cy="35179"/>
            </a:xfrm>
            <a:custGeom>
              <a:avLst/>
              <a:gdLst/>
              <a:ahLst/>
              <a:cxnLst/>
              <a:rect l="0" t="0" r="0" b="0"/>
              <a:pathLst>
                <a:path w="29691" h="35179">
                  <a:moveTo>
                    <a:pt x="29691" y="3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9" name="Input_receptor__1908">
              <a:extLst>
                <a:ext uri="{FF2B5EF4-FFF2-40B4-BE49-F238E27FC236}">
                  <a16:creationId xmlns:a16="http://schemas.microsoft.com/office/drawing/2014/main" id="{F1D40570-8764-A43E-1252-C4F278AEE766}"/>
                </a:ext>
              </a:extLst>
            </p:cNvPr>
            <p:cNvSpPr>
              <a:spLocks noGrp="1"/>
            </p:cNvSpPr>
            <p:nvPr/>
          </p:nvSpPr>
          <p:spPr>
            <a:xfrm>
              <a:off x="676718" y="4615580"/>
              <a:ext cx="17000" cy="95"/>
            </a:xfrm>
            <a:custGeom>
              <a:avLst/>
              <a:gdLst/>
              <a:ahLst/>
              <a:cxnLst/>
              <a:rect l="0" t="0" r="0" b="0"/>
              <a:pathLst>
                <a:path w="17000" h="95">
                  <a:moveTo>
                    <a:pt x="0" y="74"/>
                  </a:moveTo>
                  <a:lnTo>
                    <a:pt x="17000" y="0"/>
                  </a:lnTo>
                </a:path>
              </a:pathLst>
            </a:custGeom>
            <a:noFill/>
            <a:ln w="8096">
              <a:solidFill>
                <a:srgbClr val="AAB8C2"/>
              </a:solidFill>
            </a:ln>
          </p:spPr>
        </p:sp>
        <p:sp>
          <p:nvSpPr>
            <p:cNvPr id="1910" name="Input_receptor__1909">
              <a:extLst>
                <a:ext uri="{FF2B5EF4-FFF2-40B4-BE49-F238E27FC236}">
                  <a16:creationId xmlns:a16="http://schemas.microsoft.com/office/drawing/2014/main" id="{A0B2225F-F285-94E8-F568-1AA52D98C4E1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41484"/>
              <a:ext cx="25012" cy="10580"/>
            </a:xfrm>
            <a:custGeom>
              <a:avLst/>
              <a:gdLst/>
              <a:ahLst/>
              <a:cxnLst/>
              <a:rect l="0" t="0" r="0" b="0"/>
              <a:pathLst>
                <a:path w="25012" h="10580">
                  <a:moveTo>
                    <a:pt x="25012" y="10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8C3"/>
              </a:solidFill>
            </a:ln>
          </p:spPr>
        </p:sp>
        <p:sp>
          <p:nvSpPr>
            <p:cNvPr id="1911" name="Input_receptor__1910">
              <a:extLst>
                <a:ext uri="{FF2B5EF4-FFF2-40B4-BE49-F238E27FC236}">
                  <a16:creationId xmlns:a16="http://schemas.microsoft.com/office/drawing/2014/main" id="{F05591D3-5B8E-1BD3-28C7-90F60303E570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601437"/>
              <a:ext cx="24503" cy="5369"/>
            </a:xfrm>
            <a:custGeom>
              <a:avLst/>
              <a:gdLst/>
              <a:ahLst/>
              <a:cxnLst/>
              <a:rect l="0" t="0" r="0" b="0"/>
              <a:pathLst>
                <a:path w="24503" h="5369">
                  <a:moveTo>
                    <a:pt x="24503" y="0"/>
                  </a:moveTo>
                  <a:lnTo>
                    <a:pt x="0" y="5369"/>
                  </a:lnTo>
                </a:path>
              </a:pathLst>
            </a:custGeom>
            <a:noFill/>
            <a:ln w="8096">
              <a:solidFill>
                <a:srgbClr val="AAB8C3"/>
              </a:solidFill>
            </a:ln>
          </p:spPr>
        </p:sp>
        <p:sp>
          <p:nvSpPr>
            <p:cNvPr id="1912" name="Input_receptor__1911">
              <a:extLst>
                <a:ext uri="{FF2B5EF4-FFF2-40B4-BE49-F238E27FC236}">
                  <a16:creationId xmlns:a16="http://schemas.microsoft.com/office/drawing/2014/main" id="{F9BB60B3-3028-60F1-81A0-E4387C830592}"/>
                </a:ext>
              </a:extLst>
            </p:cNvPr>
            <p:cNvSpPr>
              <a:spLocks noGrp="1"/>
            </p:cNvSpPr>
            <p:nvPr/>
          </p:nvSpPr>
          <p:spPr>
            <a:xfrm>
              <a:off x="1281536" y="4788234"/>
              <a:ext cx="28947" cy="30342"/>
            </a:xfrm>
            <a:custGeom>
              <a:avLst/>
              <a:gdLst/>
              <a:ahLst/>
              <a:cxnLst/>
              <a:rect l="0" t="0" r="0" b="0"/>
              <a:pathLst>
                <a:path w="28947" h="30342">
                  <a:moveTo>
                    <a:pt x="0" y="0"/>
                  </a:moveTo>
                  <a:lnTo>
                    <a:pt x="28947" y="30342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3" name="Input_receptor__1912">
              <a:extLst>
                <a:ext uri="{FF2B5EF4-FFF2-40B4-BE49-F238E27FC236}">
                  <a16:creationId xmlns:a16="http://schemas.microsoft.com/office/drawing/2014/main" id="{00AC1BDF-906B-1168-5A93-D767D870EBFD}"/>
                </a:ext>
              </a:extLst>
            </p:cNvPr>
            <p:cNvSpPr>
              <a:spLocks noGrp="1"/>
            </p:cNvSpPr>
            <p:nvPr/>
          </p:nvSpPr>
          <p:spPr>
            <a:xfrm>
              <a:off x="1238669" y="4431824"/>
              <a:ext cx="48205" cy="5959"/>
            </a:xfrm>
            <a:custGeom>
              <a:avLst/>
              <a:gdLst/>
              <a:ahLst/>
              <a:cxnLst/>
              <a:rect l="0" t="0" r="0" b="0"/>
              <a:pathLst>
                <a:path w="48205" h="5959">
                  <a:moveTo>
                    <a:pt x="0" y="0"/>
                  </a:moveTo>
                  <a:lnTo>
                    <a:pt x="48205" y="5959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4" name="Input_receptor__1913">
              <a:extLst>
                <a:ext uri="{FF2B5EF4-FFF2-40B4-BE49-F238E27FC236}">
                  <a16:creationId xmlns:a16="http://schemas.microsoft.com/office/drawing/2014/main" id="{6AF6C0C3-6210-582C-19FE-12F1BC9E1C49}"/>
                </a:ext>
              </a:extLst>
            </p:cNvPr>
            <p:cNvSpPr>
              <a:spLocks noGrp="1"/>
            </p:cNvSpPr>
            <p:nvPr/>
          </p:nvSpPr>
          <p:spPr>
            <a:xfrm>
              <a:off x="1093058" y="4463140"/>
              <a:ext cx="32863" cy="35036"/>
            </a:xfrm>
            <a:custGeom>
              <a:avLst/>
              <a:gdLst/>
              <a:ahLst/>
              <a:cxnLst/>
              <a:rect l="0" t="0" r="0" b="0"/>
              <a:pathLst>
                <a:path w="32863" h="35036">
                  <a:moveTo>
                    <a:pt x="32863" y="3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5" name="Input_receptor__1914">
              <a:extLst>
                <a:ext uri="{FF2B5EF4-FFF2-40B4-BE49-F238E27FC236}">
                  <a16:creationId xmlns:a16="http://schemas.microsoft.com/office/drawing/2014/main" id="{C8CE656C-122B-0C5C-4C8D-16C73D90545B}"/>
                </a:ext>
              </a:extLst>
            </p:cNvPr>
            <p:cNvSpPr>
              <a:spLocks noGrp="1"/>
            </p:cNvSpPr>
            <p:nvPr/>
          </p:nvSpPr>
          <p:spPr>
            <a:xfrm>
              <a:off x="1308031" y="4647380"/>
              <a:ext cx="39117" cy="11880"/>
            </a:xfrm>
            <a:custGeom>
              <a:avLst/>
              <a:gdLst/>
              <a:ahLst/>
              <a:cxnLst/>
              <a:rect l="0" t="0" r="0" b="0"/>
              <a:pathLst>
                <a:path w="39117" h="11880">
                  <a:moveTo>
                    <a:pt x="0" y="0"/>
                  </a:moveTo>
                  <a:lnTo>
                    <a:pt x="39117" y="11880"/>
                  </a:lnTo>
                </a:path>
              </a:pathLst>
            </a:custGeom>
            <a:noFill/>
            <a:ln w="20003">
              <a:solidFill>
                <a:srgbClr val="ABB8C3"/>
              </a:solidFill>
            </a:ln>
          </p:spPr>
        </p:sp>
        <p:sp>
          <p:nvSpPr>
            <p:cNvPr id="1916" name="Input_receptor__1915">
              <a:extLst>
                <a:ext uri="{FF2B5EF4-FFF2-40B4-BE49-F238E27FC236}">
                  <a16:creationId xmlns:a16="http://schemas.microsoft.com/office/drawing/2014/main" id="{3BC5F576-BF19-CAB5-5EDC-E0A2C27854F3}"/>
                </a:ext>
              </a:extLst>
            </p:cNvPr>
            <p:cNvSpPr>
              <a:spLocks noGrp="1"/>
            </p:cNvSpPr>
            <p:nvPr/>
          </p:nvSpPr>
          <p:spPr>
            <a:xfrm>
              <a:off x="1087445" y="4559465"/>
              <a:ext cx="35785" cy="32086"/>
            </a:xfrm>
            <a:custGeom>
              <a:avLst/>
              <a:gdLst/>
              <a:ahLst/>
              <a:cxnLst/>
              <a:rect l="0" t="0" r="0" b="0"/>
              <a:pathLst>
                <a:path w="35785" h="32086">
                  <a:moveTo>
                    <a:pt x="0" y="0"/>
                  </a:moveTo>
                  <a:lnTo>
                    <a:pt x="35785" y="32086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7" name="Input_receptor__1916">
              <a:extLst>
                <a:ext uri="{FF2B5EF4-FFF2-40B4-BE49-F238E27FC236}">
                  <a16:creationId xmlns:a16="http://schemas.microsoft.com/office/drawing/2014/main" id="{28F72F58-0DD5-A35A-6FE7-F94A42E4E317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47380"/>
              <a:ext cx="21299" cy="41171"/>
            </a:xfrm>
            <a:custGeom>
              <a:avLst/>
              <a:gdLst/>
              <a:ahLst/>
              <a:cxnLst/>
              <a:rect l="0" t="0" r="0" b="0"/>
              <a:pathLst>
                <a:path w="21299" h="41171">
                  <a:moveTo>
                    <a:pt x="0" y="41171"/>
                  </a:moveTo>
                  <a:lnTo>
                    <a:pt x="21299" y="0"/>
                  </a:lnTo>
                </a:path>
              </a:pathLst>
            </a:custGeom>
            <a:noFill/>
            <a:ln w="20003">
              <a:solidFill>
                <a:srgbClr val="ABB9C3"/>
              </a:solidFill>
            </a:ln>
          </p:spPr>
        </p:sp>
        <p:sp>
          <p:nvSpPr>
            <p:cNvPr id="1918" name="Input_receptor__1917">
              <a:extLst>
                <a:ext uri="{FF2B5EF4-FFF2-40B4-BE49-F238E27FC236}">
                  <a16:creationId xmlns:a16="http://schemas.microsoft.com/office/drawing/2014/main" id="{60816C4A-CF41-0598-364C-8D4395ADA4BD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88550"/>
              <a:ext cx="38897" cy="24254"/>
            </a:xfrm>
            <a:custGeom>
              <a:avLst/>
              <a:gdLst/>
              <a:ahLst/>
              <a:cxnLst/>
              <a:rect l="0" t="0" r="0" b="0"/>
              <a:pathLst>
                <a:path w="38897" h="24254">
                  <a:moveTo>
                    <a:pt x="38897" y="242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BB9C4"/>
              </a:solidFill>
            </a:ln>
          </p:spPr>
        </p:sp>
        <p:sp>
          <p:nvSpPr>
            <p:cNvPr id="1919" name="Input_receptor__1918">
              <a:extLst>
                <a:ext uri="{FF2B5EF4-FFF2-40B4-BE49-F238E27FC236}">
                  <a16:creationId xmlns:a16="http://schemas.microsoft.com/office/drawing/2014/main" id="{BC60B59C-FB45-1418-918C-19F813A2A17D}"/>
                </a:ext>
              </a:extLst>
            </p:cNvPr>
            <p:cNvSpPr>
              <a:spLocks noGrp="1"/>
            </p:cNvSpPr>
            <p:nvPr/>
          </p:nvSpPr>
          <p:spPr>
            <a:xfrm>
              <a:off x="1123230" y="4559195"/>
              <a:ext cx="34407" cy="32356"/>
            </a:xfrm>
            <a:custGeom>
              <a:avLst/>
              <a:gdLst/>
              <a:ahLst/>
              <a:cxnLst/>
              <a:rect l="0" t="0" r="0" b="0"/>
              <a:pathLst>
                <a:path w="34407" h="32356">
                  <a:moveTo>
                    <a:pt x="0" y="32356"/>
                  </a:moveTo>
                  <a:lnTo>
                    <a:pt x="34407" y="0"/>
                  </a:lnTo>
                </a:path>
              </a:pathLst>
            </a:custGeom>
            <a:noFill/>
            <a:ln w="8096">
              <a:solidFill>
                <a:srgbClr val="ABB9C4"/>
              </a:solidFill>
            </a:ln>
          </p:spPr>
        </p:sp>
        <p:sp>
          <p:nvSpPr>
            <p:cNvPr id="1920" name="Input_receptor__1919">
              <a:extLst>
                <a:ext uri="{FF2B5EF4-FFF2-40B4-BE49-F238E27FC236}">
                  <a16:creationId xmlns:a16="http://schemas.microsoft.com/office/drawing/2014/main" id="{F639F243-61F0-B685-B321-33807FDC2DE2}"/>
                </a:ext>
              </a:extLst>
            </p:cNvPr>
            <p:cNvSpPr>
              <a:spLocks noGrp="1"/>
            </p:cNvSpPr>
            <p:nvPr/>
          </p:nvSpPr>
          <p:spPr>
            <a:xfrm>
              <a:off x="1125922" y="4493001"/>
              <a:ext cx="38549" cy="5175"/>
            </a:xfrm>
            <a:custGeom>
              <a:avLst/>
              <a:gdLst/>
              <a:ahLst/>
              <a:cxnLst/>
              <a:rect l="0" t="0" r="0" b="0"/>
              <a:pathLst>
                <a:path w="38549" h="5175">
                  <a:moveTo>
                    <a:pt x="38549" y="0"/>
                  </a:moveTo>
                  <a:lnTo>
                    <a:pt x="0" y="5175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1" name="Input_receptor__1920">
              <a:extLst>
                <a:ext uri="{FF2B5EF4-FFF2-40B4-BE49-F238E27FC236}">
                  <a16:creationId xmlns:a16="http://schemas.microsoft.com/office/drawing/2014/main" id="{B8E91988-9905-C370-C565-40A474DFF699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52873"/>
              <a:ext cx="17746" cy="13887"/>
            </a:xfrm>
            <a:custGeom>
              <a:avLst/>
              <a:gdLst/>
              <a:ahLst/>
              <a:cxnLst/>
              <a:rect l="0" t="0" r="0" b="0"/>
              <a:pathLst>
                <a:path w="17746" h="13887">
                  <a:moveTo>
                    <a:pt x="0" y="13887"/>
                  </a:moveTo>
                  <a:lnTo>
                    <a:pt x="17746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2" name="Input_receptor__1921">
              <a:extLst>
                <a:ext uri="{FF2B5EF4-FFF2-40B4-BE49-F238E27FC236}">
                  <a16:creationId xmlns:a16="http://schemas.microsoft.com/office/drawing/2014/main" id="{17D1B508-6C76-23F3-1450-E3A3EF851268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5410" cy="48160"/>
            </a:xfrm>
            <a:custGeom>
              <a:avLst/>
              <a:gdLst/>
              <a:ahLst/>
              <a:cxnLst/>
              <a:rect l="0" t="0" r="0" b="0"/>
              <a:pathLst>
                <a:path w="5410" h="48160">
                  <a:moveTo>
                    <a:pt x="0" y="0"/>
                  </a:moveTo>
                  <a:lnTo>
                    <a:pt x="5410" y="48160"/>
                  </a:lnTo>
                </a:path>
              </a:pathLst>
            </a:custGeom>
            <a:noFill/>
            <a:ln w="20003">
              <a:solidFill>
                <a:srgbClr val="ACB9C4"/>
              </a:solidFill>
            </a:ln>
          </p:spPr>
        </p:sp>
        <p:sp>
          <p:nvSpPr>
            <p:cNvPr id="1923" name="Input_receptor__1922">
              <a:extLst>
                <a:ext uri="{FF2B5EF4-FFF2-40B4-BE49-F238E27FC236}">
                  <a16:creationId xmlns:a16="http://schemas.microsoft.com/office/drawing/2014/main" id="{5BE44629-387E-E79E-6FC4-00045D2D5971}"/>
                </a:ext>
              </a:extLst>
            </p:cNvPr>
            <p:cNvSpPr>
              <a:spLocks noGrp="1"/>
            </p:cNvSpPr>
            <p:nvPr/>
          </p:nvSpPr>
          <p:spPr>
            <a:xfrm>
              <a:off x="1047371" y="4559465"/>
              <a:ext cx="40075" cy="95"/>
            </a:xfrm>
            <a:custGeom>
              <a:avLst/>
              <a:gdLst/>
              <a:ahLst/>
              <a:cxnLst/>
              <a:rect l="0" t="0" r="0" b="0"/>
              <a:pathLst>
                <a:path w="40075" h="95">
                  <a:moveTo>
                    <a:pt x="0" y="95"/>
                  </a:moveTo>
                  <a:lnTo>
                    <a:pt x="40075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4" name="Input_receptor__1923">
              <a:extLst>
                <a:ext uri="{FF2B5EF4-FFF2-40B4-BE49-F238E27FC236}">
                  <a16:creationId xmlns:a16="http://schemas.microsoft.com/office/drawing/2014/main" id="{3D6C2FA6-CD07-B78C-2C9C-D1A5A8F8E433}"/>
                </a:ext>
              </a:extLst>
            </p:cNvPr>
            <p:cNvSpPr>
              <a:spLocks noGrp="1"/>
            </p:cNvSpPr>
            <p:nvPr/>
          </p:nvSpPr>
          <p:spPr>
            <a:xfrm>
              <a:off x="1010462" y="4559560"/>
              <a:ext cx="36909" cy="17966"/>
            </a:xfrm>
            <a:custGeom>
              <a:avLst/>
              <a:gdLst/>
              <a:ahLst/>
              <a:cxnLst/>
              <a:rect l="0" t="0" r="0" b="0"/>
              <a:pathLst>
                <a:path w="36909" h="17966">
                  <a:moveTo>
                    <a:pt x="0" y="17966"/>
                  </a:moveTo>
                  <a:lnTo>
                    <a:pt x="36909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5" name="Input_receptor__1924">
              <a:extLst>
                <a:ext uri="{FF2B5EF4-FFF2-40B4-BE49-F238E27FC236}">
                  <a16:creationId xmlns:a16="http://schemas.microsoft.com/office/drawing/2014/main" id="{26C4DDF9-A6A2-58C5-CA07-341C070286BB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35439"/>
              <a:ext cx="11722" cy="45861"/>
            </a:xfrm>
            <a:custGeom>
              <a:avLst/>
              <a:gdLst/>
              <a:ahLst/>
              <a:cxnLst/>
              <a:rect l="0" t="0" r="0" b="0"/>
              <a:pathLst>
                <a:path w="11722" h="45861">
                  <a:moveTo>
                    <a:pt x="11722" y="4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CBAC4"/>
              </a:solidFill>
            </a:ln>
          </p:spPr>
        </p:sp>
        <p:sp>
          <p:nvSpPr>
            <p:cNvPr id="1926" name="Input_receptor__1925">
              <a:extLst>
                <a:ext uri="{FF2B5EF4-FFF2-40B4-BE49-F238E27FC236}">
                  <a16:creationId xmlns:a16="http://schemas.microsoft.com/office/drawing/2014/main" id="{2496FECC-962C-7FC5-D5F0-169C4A3A1E20}"/>
                </a:ext>
              </a:extLst>
            </p:cNvPr>
            <p:cNvSpPr>
              <a:spLocks noGrp="1"/>
            </p:cNvSpPr>
            <p:nvPr/>
          </p:nvSpPr>
          <p:spPr>
            <a:xfrm>
              <a:off x="1274752" y="4818576"/>
              <a:ext cx="35731" cy="13574"/>
            </a:xfrm>
            <a:custGeom>
              <a:avLst/>
              <a:gdLst/>
              <a:ahLst/>
              <a:cxnLst/>
              <a:rect l="0" t="0" r="0" b="0"/>
              <a:pathLst>
                <a:path w="35731" h="13574">
                  <a:moveTo>
                    <a:pt x="35731" y="0"/>
                  </a:moveTo>
                  <a:lnTo>
                    <a:pt x="0" y="13574"/>
                  </a:lnTo>
                </a:path>
              </a:pathLst>
            </a:custGeom>
            <a:noFill/>
            <a:ln w="8096">
              <a:solidFill>
                <a:srgbClr val="ADBAC4"/>
              </a:solidFill>
            </a:ln>
          </p:spPr>
        </p:sp>
        <p:sp>
          <p:nvSpPr>
            <p:cNvPr id="1927" name="Input_receptor__1926">
              <a:extLst>
                <a:ext uri="{FF2B5EF4-FFF2-40B4-BE49-F238E27FC236}">
                  <a16:creationId xmlns:a16="http://schemas.microsoft.com/office/drawing/2014/main" id="{C33F2EA2-1070-3D58-EC05-1543181005F1}"/>
                </a:ext>
              </a:extLst>
            </p:cNvPr>
            <p:cNvSpPr>
              <a:spLocks noGrp="1"/>
            </p:cNvSpPr>
            <p:nvPr/>
          </p:nvSpPr>
          <p:spPr>
            <a:xfrm>
              <a:off x="793651" y="4535427"/>
              <a:ext cx="7527" cy="46098"/>
            </a:xfrm>
            <a:custGeom>
              <a:avLst/>
              <a:gdLst/>
              <a:ahLst/>
              <a:cxnLst/>
              <a:rect l="0" t="0" r="0" b="0"/>
              <a:pathLst>
                <a:path w="7527" h="46098">
                  <a:moveTo>
                    <a:pt x="7527" y="0"/>
                  </a:moveTo>
                  <a:lnTo>
                    <a:pt x="0" y="46098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8" name="Input_receptor__1927">
              <a:extLst>
                <a:ext uri="{FF2B5EF4-FFF2-40B4-BE49-F238E27FC236}">
                  <a16:creationId xmlns:a16="http://schemas.microsoft.com/office/drawing/2014/main" id="{E7943490-EF7B-FC6A-63A4-71877CBA45B4}"/>
                </a:ext>
              </a:extLst>
            </p:cNvPr>
            <p:cNvSpPr>
              <a:spLocks noGrp="1"/>
            </p:cNvSpPr>
            <p:nvPr/>
          </p:nvSpPr>
          <p:spPr>
            <a:xfrm>
              <a:off x="1315517" y="4519584"/>
              <a:ext cx="25282" cy="32480"/>
            </a:xfrm>
            <a:custGeom>
              <a:avLst/>
              <a:gdLst/>
              <a:ahLst/>
              <a:cxnLst/>
              <a:rect l="0" t="0" r="0" b="0"/>
              <a:pathLst>
                <a:path w="25282" h="32480">
                  <a:moveTo>
                    <a:pt x="0" y="0"/>
                  </a:moveTo>
                  <a:lnTo>
                    <a:pt x="25282" y="3248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9" name="Input_receptor__1928">
              <a:extLst>
                <a:ext uri="{FF2B5EF4-FFF2-40B4-BE49-F238E27FC236}">
                  <a16:creationId xmlns:a16="http://schemas.microsoft.com/office/drawing/2014/main" id="{5C7EE827-8C4C-E84A-E9DE-0866E6AEB820}"/>
                </a:ext>
              </a:extLst>
            </p:cNvPr>
            <p:cNvSpPr>
              <a:spLocks noGrp="1"/>
            </p:cNvSpPr>
            <p:nvPr/>
          </p:nvSpPr>
          <p:spPr>
            <a:xfrm>
              <a:off x="865203" y="4545265"/>
              <a:ext cx="47761" cy="7779"/>
            </a:xfrm>
            <a:custGeom>
              <a:avLst/>
              <a:gdLst/>
              <a:ahLst/>
              <a:cxnLst/>
              <a:rect l="0" t="0" r="0" b="0"/>
              <a:pathLst>
                <a:path w="47761" h="7779">
                  <a:moveTo>
                    <a:pt x="47761" y="7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30" name="Input_receptor__1929">
              <a:extLst>
                <a:ext uri="{FF2B5EF4-FFF2-40B4-BE49-F238E27FC236}">
                  <a16:creationId xmlns:a16="http://schemas.microsoft.com/office/drawing/2014/main" id="{D87D7EC9-6D15-BC90-7C85-DBBD04B3F23C}"/>
                </a:ext>
              </a:extLst>
            </p:cNvPr>
            <p:cNvSpPr>
              <a:spLocks noGrp="1"/>
            </p:cNvSpPr>
            <p:nvPr/>
          </p:nvSpPr>
          <p:spPr>
            <a:xfrm>
              <a:off x="1171828" y="4598319"/>
              <a:ext cx="32721" cy="35453"/>
            </a:xfrm>
            <a:custGeom>
              <a:avLst/>
              <a:gdLst/>
              <a:ahLst/>
              <a:cxnLst/>
              <a:rect l="0" t="0" r="0" b="0"/>
              <a:pathLst>
                <a:path w="32721" h="35453">
                  <a:moveTo>
                    <a:pt x="0" y="35453"/>
                  </a:moveTo>
                  <a:lnTo>
                    <a:pt x="32721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1" name="Input_receptor__1930">
              <a:extLst>
                <a:ext uri="{FF2B5EF4-FFF2-40B4-BE49-F238E27FC236}">
                  <a16:creationId xmlns:a16="http://schemas.microsoft.com/office/drawing/2014/main" id="{A11D74C1-EAF2-16DE-D9ED-F371916177AF}"/>
                </a:ext>
              </a:extLst>
            </p:cNvPr>
            <p:cNvSpPr>
              <a:spLocks noGrp="1"/>
            </p:cNvSpPr>
            <p:nvPr/>
          </p:nvSpPr>
          <p:spPr>
            <a:xfrm>
              <a:off x="781815" y="4728054"/>
              <a:ext cx="47624" cy="8384"/>
            </a:xfrm>
            <a:custGeom>
              <a:avLst/>
              <a:gdLst/>
              <a:ahLst/>
              <a:cxnLst/>
              <a:rect l="0" t="0" r="0" b="0"/>
              <a:pathLst>
                <a:path w="47624" h="8384">
                  <a:moveTo>
                    <a:pt x="0" y="8384"/>
                  </a:moveTo>
                  <a:lnTo>
                    <a:pt x="47624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2" name="Input_receptor__1931">
              <a:extLst>
                <a:ext uri="{FF2B5EF4-FFF2-40B4-BE49-F238E27FC236}">
                  <a16:creationId xmlns:a16="http://schemas.microsoft.com/office/drawing/2014/main" id="{BAFC7DB1-5CD7-1C2D-71AE-E97D7598371E}"/>
                </a:ext>
              </a:extLst>
            </p:cNvPr>
            <p:cNvSpPr>
              <a:spLocks noGrp="1"/>
            </p:cNvSpPr>
            <p:nvPr/>
          </p:nvSpPr>
          <p:spPr>
            <a:xfrm>
              <a:off x="734973" y="4538619"/>
              <a:ext cx="6515" cy="38008"/>
            </a:xfrm>
            <a:custGeom>
              <a:avLst/>
              <a:gdLst/>
              <a:ahLst/>
              <a:cxnLst/>
              <a:rect l="0" t="0" r="0" b="0"/>
              <a:pathLst>
                <a:path w="6515" h="38008">
                  <a:moveTo>
                    <a:pt x="6515" y="0"/>
                  </a:moveTo>
                  <a:lnTo>
                    <a:pt x="0" y="3800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3" name="Input_receptor__1932">
              <a:extLst>
                <a:ext uri="{FF2B5EF4-FFF2-40B4-BE49-F238E27FC236}">
                  <a16:creationId xmlns:a16="http://schemas.microsoft.com/office/drawing/2014/main" id="{7D0532A3-A8E0-83F2-B847-F58F2E3B867E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19584"/>
              <a:ext cx="40952" cy="15855"/>
            </a:xfrm>
            <a:custGeom>
              <a:avLst/>
              <a:gdLst/>
              <a:ahLst/>
              <a:cxnLst/>
              <a:rect l="0" t="0" r="0" b="0"/>
              <a:pathLst>
                <a:path w="40952" h="15855">
                  <a:moveTo>
                    <a:pt x="0" y="15855"/>
                  </a:moveTo>
                  <a:lnTo>
                    <a:pt x="40952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4" name="Input_receptor__1933">
              <a:extLst>
                <a:ext uri="{FF2B5EF4-FFF2-40B4-BE49-F238E27FC236}">
                  <a16:creationId xmlns:a16="http://schemas.microsoft.com/office/drawing/2014/main" id="{C13B2D8A-F4F1-6989-29DA-6993D1FBC1B8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598644"/>
              <a:ext cx="38439" cy="8162"/>
            </a:xfrm>
            <a:custGeom>
              <a:avLst/>
              <a:gdLst/>
              <a:ahLst/>
              <a:cxnLst/>
              <a:rect l="0" t="0" r="0" b="0"/>
              <a:pathLst>
                <a:path w="38439" h="8162">
                  <a:moveTo>
                    <a:pt x="0" y="8162"/>
                  </a:moveTo>
                  <a:lnTo>
                    <a:pt x="38439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5" name="Input_receptor__1934">
              <a:extLst>
                <a:ext uri="{FF2B5EF4-FFF2-40B4-BE49-F238E27FC236}">
                  <a16:creationId xmlns:a16="http://schemas.microsoft.com/office/drawing/2014/main" id="{974EE53E-78D4-434D-C78E-32E7E2915000}"/>
                </a:ext>
              </a:extLst>
            </p:cNvPr>
            <p:cNvSpPr>
              <a:spLocks noGrp="1"/>
            </p:cNvSpPr>
            <p:nvPr/>
          </p:nvSpPr>
          <p:spPr>
            <a:xfrm>
              <a:off x="723834" y="4576627"/>
              <a:ext cx="11139" cy="25778"/>
            </a:xfrm>
            <a:custGeom>
              <a:avLst/>
              <a:gdLst/>
              <a:ahLst/>
              <a:cxnLst/>
              <a:rect l="0" t="0" r="0" b="0"/>
              <a:pathLst>
                <a:path w="11139" h="25778">
                  <a:moveTo>
                    <a:pt x="11139" y="0"/>
                  </a:moveTo>
                  <a:lnTo>
                    <a:pt x="0" y="2577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6" name="Input_receptor__1935">
              <a:extLst>
                <a:ext uri="{FF2B5EF4-FFF2-40B4-BE49-F238E27FC236}">
                  <a16:creationId xmlns:a16="http://schemas.microsoft.com/office/drawing/2014/main" id="{58BD683E-EEB2-F596-6D29-344016C4BF57}"/>
                </a:ext>
              </a:extLst>
            </p:cNvPr>
            <p:cNvSpPr>
              <a:spLocks noGrp="1"/>
            </p:cNvSpPr>
            <p:nvPr/>
          </p:nvSpPr>
          <p:spPr>
            <a:xfrm>
              <a:off x="1157637" y="4532922"/>
              <a:ext cx="933" cy="26273"/>
            </a:xfrm>
            <a:custGeom>
              <a:avLst/>
              <a:gdLst/>
              <a:ahLst/>
              <a:cxnLst/>
              <a:rect l="0" t="0" r="0" b="0"/>
              <a:pathLst>
                <a:path w="933" h="26273">
                  <a:moveTo>
                    <a:pt x="0" y="26273"/>
                  </a:moveTo>
                  <a:lnTo>
                    <a:pt x="933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7" name="Input_receptor__1936">
              <a:extLst>
                <a:ext uri="{FF2B5EF4-FFF2-40B4-BE49-F238E27FC236}">
                  <a16:creationId xmlns:a16="http://schemas.microsoft.com/office/drawing/2014/main" id="{F338C97A-403E-0598-D3EA-02906C2A96EF}"/>
                </a:ext>
              </a:extLst>
            </p:cNvPr>
            <p:cNvSpPr>
              <a:spLocks noGrp="1"/>
            </p:cNvSpPr>
            <p:nvPr/>
          </p:nvSpPr>
          <p:spPr>
            <a:xfrm>
              <a:off x="910029" y="4553044"/>
              <a:ext cx="2935" cy="45600"/>
            </a:xfrm>
            <a:custGeom>
              <a:avLst/>
              <a:gdLst/>
              <a:ahLst/>
              <a:cxnLst/>
              <a:rect l="0" t="0" r="0" b="0"/>
              <a:pathLst>
                <a:path w="2935" h="45600">
                  <a:moveTo>
                    <a:pt x="0" y="45600"/>
                  </a:moveTo>
                  <a:lnTo>
                    <a:pt x="2935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8" name="Input_receptor__1937">
              <a:extLst>
                <a:ext uri="{FF2B5EF4-FFF2-40B4-BE49-F238E27FC236}">
                  <a16:creationId xmlns:a16="http://schemas.microsoft.com/office/drawing/2014/main" id="{866541DC-5E97-72EC-F1AE-6871722E2A66}"/>
                </a:ext>
              </a:extLst>
            </p:cNvPr>
            <p:cNvSpPr>
              <a:spLocks noGrp="1"/>
            </p:cNvSpPr>
            <p:nvPr/>
          </p:nvSpPr>
          <p:spPr>
            <a:xfrm>
              <a:off x="767790" y="4694102"/>
              <a:ext cx="14025" cy="42336"/>
            </a:xfrm>
            <a:custGeom>
              <a:avLst/>
              <a:gdLst/>
              <a:ahLst/>
              <a:cxnLst/>
              <a:rect l="0" t="0" r="0" b="0"/>
              <a:pathLst>
                <a:path w="14025" h="42336">
                  <a:moveTo>
                    <a:pt x="0" y="0"/>
                  </a:moveTo>
                  <a:lnTo>
                    <a:pt x="14025" y="42336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9" name="Input_receptor__1938">
              <a:extLst>
                <a:ext uri="{FF2B5EF4-FFF2-40B4-BE49-F238E27FC236}">
                  <a16:creationId xmlns:a16="http://schemas.microsoft.com/office/drawing/2014/main" id="{650B17DA-40ED-CD02-A54E-50590E73A479}"/>
                </a:ext>
              </a:extLst>
            </p:cNvPr>
            <p:cNvSpPr>
              <a:spLocks noGrp="1"/>
            </p:cNvSpPr>
            <p:nvPr/>
          </p:nvSpPr>
          <p:spPr>
            <a:xfrm>
              <a:off x="1321774" y="4688530"/>
              <a:ext cx="3854" cy="24274"/>
            </a:xfrm>
            <a:custGeom>
              <a:avLst/>
              <a:gdLst/>
              <a:ahLst/>
              <a:cxnLst/>
              <a:rect l="0" t="0" r="0" b="0"/>
              <a:pathLst>
                <a:path w="3854" h="24274">
                  <a:moveTo>
                    <a:pt x="0" y="0"/>
                  </a:moveTo>
                  <a:lnTo>
                    <a:pt x="3854" y="24274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40" name="Input_receptor__1939">
              <a:extLst>
                <a:ext uri="{FF2B5EF4-FFF2-40B4-BE49-F238E27FC236}">
                  <a16:creationId xmlns:a16="http://schemas.microsoft.com/office/drawing/2014/main" id="{7464DBE2-F89E-F80D-1B4E-1723588E175D}"/>
                </a:ext>
              </a:extLst>
            </p:cNvPr>
            <p:cNvSpPr>
              <a:spLocks noGrp="1"/>
            </p:cNvSpPr>
            <p:nvPr/>
          </p:nvSpPr>
          <p:spPr>
            <a:xfrm>
              <a:off x="1139376" y="4618409"/>
              <a:ext cx="32452" cy="15363"/>
            </a:xfrm>
            <a:custGeom>
              <a:avLst/>
              <a:gdLst/>
              <a:ahLst/>
              <a:cxnLst/>
              <a:rect l="0" t="0" r="0" b="0"/>
              <a:pathLst>
                <a:path w="32452" h="15363">
                  <a:moveTo>
                    <a:pt x="0" y="0"/>
                  </a:moveTo>
                  <a:lnTo>
                    <a:pt x="32452" y="15363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1" name="Input_receptor__1940">
              <a:extLst>
                <a:ext uri="{FF2B5EF4-FFF2-40B4-BE49-F238E27FC236}">
                  <a16:creationId xmlns:a16="http://schemas.microsoft.com/office/drawing/2014/main" id="{25F1FC46-03B3-DFD3-B30C-AF2EDCCF4E85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19737" cy="1288"/>
            </a:xfrm>
            <a:custGeom>
              <a:avLst/>
              <a:gdLst/>
              <a:ahLst/>
              <a:cxnLst/>
              <a:rect l="0" t="0" r="0" b="0"/>
              <a:pathLst>
                <a:path w="19737" h="1288">
                  <a:moveTo>
                    <a:pt x="19737" y="1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2" name="Input_receptor__1941">
              <a:extLst>
                <a:ext uri="{FF2B5EF4-FFF2-40B4-BE49-F238E27FC236}">
                  <a16:creationId xmlns:a16="http://schemas.microsoft.com/office/drawing/2014/main" id="{93959461-5F22-201F-F366-7FA9766B55A1}"/>
                </a:ext>
              </a:extLst>
            </p:cNvPr>
            <p:cNvSpPr>
              <a:spLocks noGrp="1"/>
            </p:cNvSpPr>
            <p:nvPr/>
          </p:nvSpPr>
          <p:spPr>
            <a:xfrm>
              <a:off x="1158570" y="4493001"/>
              <a:ext cx="5901" cy="39920"/>
            </a:xfrm>
            <a:custGeom>
              <a:avLst/>
              <a:gdLst/>
              <a:ahLst/>
              <a:cxnLst/>
              <a:rect l="0" t="0" r="0" b="0"/>
              <a:pathLst>
                <a:path w="5901" h="39920">
                  <a:moveTo>
                    <a:pt x="0" y="39920"/>
                  </a:moveTo>
                  <a:lnTo>
                    <a:pt x="5901" y="0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3" name="Input_receptor__1942">
              <a:extLst>
                <a:ext uri="{FF2B5EF4-FFF2-40B4-BE49-F238E27FC236}">
                  <a16:creationId xmlns:a16="http://schemas.microsoft.com/office/drawing/2014/main" id="{E83CBCD9-F087-9A6D-FFC4-D0186E623119}"/>
                </a:ext>
              </a:extLst>
            </p:cNvPr>
            <p:cNvSpPr>
              <a:spLocks noGrp="1"/>
            </p:cNvSpPr>
            <p:nvPr/>
          </p:nvSpPr>
          <p:spPr>
            <a:xfrm>
              <a:off x="801178" y="4523136"/>
              <a:ext cx="12523" cy="12291"/>
            </a:xfrm>
            <a:custGeom>
              <a:avLst/>
              <a:gdLst/>
              <a:ahLst/>
              <a:cxnLst/>
              <a:rect l="0" t="0" r="0" b="0"/>
              <a:pathLst>
                <a:path w="12523" h="12291">
                  <a:moveTo>
                    <a:pt x="12523" y="0"/>
                  </a:moveTo>
                  <a:lnTo>
                    <a:pt x="0" y="12291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4" name="Input_receptor__1943">
              <a:extLst>
                <a:ext uri="{FF2B5EF4-FFF2-40B4-BE49-F238E27FC236}">
                  <a16:creationId xmlns:a16="http://schemas.microsoft.com/office/drawing/2014/main" id="{B39EE44C-4D87-51B6-104F-62B91D1678F8}"/>
                </a:ext>
              </a:extLst>
            </p:cNvPr>
            <p:cNvSpPr>
              <a:spLocks noGrp="1"/>
            </p:cNvSpPr>
            <p:nvPr/>
          </p:nvSpPr>
          <p:spPr>
            <a:xfrm>
              <a:off x="694140" y="4652873"/>
              <a:ext cx="26228" cy="37486"/>
            </a:xfrm>
            <a:custGeom>
              <a:avLst/>
              <a:gdLst/>
              <a:ahLst/>
              <a:cxnLst/>
              <a:rect l="0" t="0" r="0" b="0"/>
              <a:pathLst>
                <a:path w="26228" h="37486">
                  <a:moveTo>
                    <a:pt x="0" y="0"/>
                  </a:moveTo>
                  <a:lnTo>
                    <a:pt x="26228" y="37486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5" name="Input_receptor__1944">
              <a:extLst>
                <a:ext uri="{FF2B5EF4-FFF2-40B4-BE49-F238E27FC236}">
                  <a16:creationId xmlns:a16="http://schemas.microsoft.com/office/drawing/2014/main" id="{5E253D06-33B0-09B3-7B8C-A6430782FD1F}"/>
                </a:ext>
              </a:extLst>
            </p:cNvPr>
            <p:cNvSpPr>
              <a:spLocks noGrp="1"/>
            </p:cNvSpPr>
            <p:nvPr/>
          </p:nvSpPr>
          <p:spPr>
            <a:xfrm>
              <a:off x="829438" y="4728054"/>
              <a:ext cx="23150" cy="21587"/>
            </a:xfrm>
            <a:custGeom>
              <a:avLst/>
              <a:gdLst/>
              <a:ahLst/>
              <a:cxnLst/>
              <a:rect l="0" t="0" r="0" b="0"/>
              <a:pathLst>
                <a:path w="23150" h="21587">
                  <a:moveTo>
                    <a:pt x="0" y="0"/>
                  </a:moveTo>
                  <a:lnTo>
                    <a:pt x="23150" y="21587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6" name="Input_receptor__1945">
              <a:extLst>
                <a:ext uri="{FF2B5EF4-FFF2-40B4-BE49-F238E27FC236}">
                  <a16:creationId xmlns:a16="http://schemas.microsoft.com/office/drawing/2014/main" id="{9987FFE9-15CD-77D9-844C-185222D4F2EC}"/>
                </a:ext>
              </a:extLst>
            </p:cNvPr>
            <p:cNvSpPr>
              <a:spLocks noGrp="1"/>
            </p:cNvSpPr>
            <p:nvPr/>
          </p:nvSpPr>
          <p:spPr>
            <a:xfrm>
              <a:off x="844996" y="4545265"/>
              <a:ext cx="20207" cy="14576"/>
            </a:xfrm>
            <a:custGeom>
              <a:avLst/>
              <a:gdLst/>
              <a:ahLst/>
              <a:cxnLst/>
              <a:rect l="0" t="0" r="0" b="0"/>
              <a:pathLst>
                <a:path w="20207" h="14576">
                  <a:moveTo>
                    <a:pt x="20207" y="0"/>
                  </a:moveTo>
                  <a:lnTo>
                    <a:pt x="0" y="14576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7" name="Input_receptor__1946">
              <a:extLst>
                <a:ext uri="{FF2B5EF4-FFF2-40B4-BE49-F238E27FC236}">
                  <a16:creationId xmlns:a16="http://schemas.microsoft.com/office/drawing/2014/main" id="{945F64C7-DE82-7500-4D64-FCF52CD1E01D}"/>
                </a:ext>
              </a:extLst>
            </p:cNvPr>
            <p:cNvSpPr>
              <a:spLocks noGrp="1"/>
            </p:cNvSpPr>
            <p:nvPr/>
          </p:nvSpPr>
          <p:spPr>
            <a:xfrm>
              <a:off x="720368" y="4690359"/>
              <a:ext cx="47422" cy="3743"/>
            </a:xfrm>
            <a:custGeom>
              <a:avLst/>
              <a:gdLst/>
              <a:ahLst/>
              <a:cxnLst/>
              <a:rect l="0" t="0" r="0" b="0"/>
              <a:pathLst>
                <a:path w="47422" h="3743">
                  <a:moveTo>
                    <a:pt x="0" y="0"/>
                  </a:moveTo>
                  <a:lnTo>
                    <a:pt x="47422" y="3743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8" name="Input_receptor__1947">
              <a:extLst>
                <a:ext uri="{FF2B5EF4-FFF2-40B4-BE49-F238E27FC236}">
                  <a16:creationId xmlns:a16="http://schemas.microsoft.com/office/drawing/2014/main" id="{19186913-B1AB-8D9C-02AA-799CA0D510BB}"/>
                </a:ext>
              </a:extLst>
            </p:cNvPr>
            <p:cNvSpPr>
              <a:spLocks noGrp="1"/>
            </p:cNvSpPr>
            <p:nvPr/>
          </p:nvSpPr>
          <p:spPr>
            <a:xfrm>
              <a:off x="1204550" y="4585751"/>
              <a:ext cx="24286" cy="12567"/>
            </a:xfrm>
            <a:custGeom>
              <a:avLst/>
              <a:gdLst/>
              <a:ahLst/>
              <a:cxnLst/>
              <a:rect l="0" t="0" r="0" b="0"/>
              <a:pathLst>
                <a:path w="24286" h="12567">
                  <a:moveTo>
                    <a:pt x="0" y="12567"/>
                  </a:moveTo>
                  <a:lnTo>
                    <a:pt x="24286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9" name="Input_receptor__1948">
              <a:extLst>
                <a:ext uri="{FF2B5EF4-FFF2-40B4-BE49-F238E27FC236}">
                  <a16:creationId xmlns:a16="http://schemas.microsoft.com/office/drawing/2014/main" id="{AA7EF82B-69C2-BEA6-91EC-DEF48DD5BCCB}"/>
                </a:ext>
              </a:extLst>
            </p:cNvPr>
            <p:cNvSpPr>
              <a:spLocks noGrp="1"/>
            </p:cNvSpPr>
            <p:nvPr/>
          </p:nvSpPr>
          <p:spPr>
            <a:xfrm>
              <a:off x="769238" y="4566375"/>
              <a:ext cx="24413" cy="15150"/>
            </a:xfrm>
            <a:custGeom>
              <a:avLst/>
              <a:gdLst/>
              <a:ahLst/>
              <a:cxnLst/>
              <a:rect l="0" t="0" r="0" b="0"/>
              <a:pathLst>
                <a:path w="24413" h="15150">
                  <a:moveTo>
                    <a:pt x="24413" y="151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0" name="Input_receptor__1949">
              <a:extLst>
                <a:ext uri="{FF2B5EF4-FFF2-40B4-BE49-F238E27FC236}">
                  <a16:creationId xmlns:a16="http://schemas.microsoft.com/office/drawing/2014/main" id="{0B8CC5D3-B855-2F90-A3C7-28D9E682D5FC}"/>
                </a:ext>
              </a:extLst>
            </p:cNvPr>
            <p:cNvSpPr>
              <a:spLocks noGrp="1"/>
            </p:cNvSpPr>
            <p:nvPr/>
          </p:nvSpPr>
          <p:spPr>
            <a:xfrm>
              <a:off x="1286286" y="4569841"/>
              <a:ext cx="11501" cy="11459"/>
            </a:xfrm>
            <a:custGeom>
              <a:avLst/>
              <a:gdLst/>
              <a:ahLst/>
              <a:cxnLst/>
              <a:rect l="0" t="0" r="0" b="0"/>
              <a:pathLst>
                <a:path w="11501" h="11459">
                  <a:moveTo>
                    <a:pt x="11501" y="0"/>
                  </a:moveTo>
                  <a:lnTo>
                    <a:pt x="0" y="11459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1" name="Input_receptor__1950">
              <a:extLst>
                <a:ext uri="{FF2B5EF4-FFF2-40B4-BE49-F238E27FC236}">
                  <a16:creationId xmlns:a16="http://schemas.microsoft.com/office/drawing/2014/main" id="{F2D6410A-9911-7630-257D-FC8CE3F42D36}"/>
                </a:ext>
              </a:extLst>
            </p:cNvPr>
            <p:cNvSpPr>
              <a:spLocks noGrp="1"/>
            </p:cNvSpPr>
            <p:nvPr/>
          </p:nvSpPr>
          <p:spPr>
            <a:xfrm>
              <a:off x="1098668" y="4618409"/>
              <a:ext cx="40708" cy="24426"/>
            </a:xfrm>
            <a:custGeom>
              <a:avLst/>
              <a:gdLst/>
              <a:ahLst/>
              <a:cxnLst/>
              <a:rect l="0" t="0" r="0" b="0"/>
              <a:pathLst>
                <a:path w="40708" h="24426">
                  <a:moveTo>
                    <a:pt x="0" y="24426"/>
                  </a:moveTo>
                  <a:lnTo>
                    <a:pt x="40708" y="0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52" name="Input_receptor__1951">
              <a:extLst>
                <a:ext uri="{FF2B5EF4-FFF2-40B4-BE49-F238E27FC236}">
                  <a16:creationId xmlns:a16="http://schemas.microsoft.com/office/drawing/2014/main" id="{E1E76386-F5D7-639C-92C6-71555AAD9BC8}"/>
                </a:ext>
              </a:extLst>
            </p:cNvPr>
            <p:cNvSpPr>
              <a:spLocks noGrp="1"/>
            </p:cNvSpPr>
            <p:nvPr/>
          </p:nvSpPr>
          <p:spPr>
            <a:xfrm>
              <a:off x="741488" y="4538619"/>
              <a:ext cx="27750" cy="27757"/>
            </a:xfrm>
            <a:custGeom>
              <a:avLst/>
              <a:gdLst/>
              <a:ahLst/>
              <a:cxnLst/>
              <a:rect l="0" t="0" r="0" b="0"/>
              <a:pathLst>
                <a:path w="27750" h="27757">
                  <a:moveTo>
                    <a:pt x="27750" y="277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3" name="Input_receptor__1952">
              <a:extLst>
                <a:ext uri="{FF2B5EF4-FFF2-40B4-BE49-F238E27FC236}">
                  <a16:creationId xmlns:a16="http://schemas.microsoft.com/office/drawing/2014/main" id="{758C4EA2-CEAF-A47A-7134-B2F1ADDF0B5E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700453"/>
              <a:ext cx="7108" cy="46543"/>
            </a:xfrm>
            <a:custGeom>
              <a:avLst/>
              <a:gdLst/>
              <a:ahLst/>
              <a:cxnLst/>
              <a:rect l="0" t="0" r="0" b="0"/>
              <a:pathLst>
                <a:path w="7108" h="46543">
                  <a:moveTo>
                    <a:pt x="7108" y="46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4" name="Input_receptor__1953">
              <a:extLst>
                <a:ext uri="{FF2B5EF4-FFF2-40B4-BE49-F238E27FC236}">
                  <a16:creationId xmlns:a16="http://schemas.microsoft.com/office/drawing/2014/main" id="{714DB88B-E4C9-B2E8-6BC2-46E1E9DD09A3}"/>
                </a:ext>
              </a:extLst>
            </p:cNvPr>
            <p:cNvSpPr>
              <a:spLocks noGrp="1"/>
            </p:cNvSpPr>
            <p:nvPr/>
          </p:nvSpPr>
          <p:spPr>
            <a:xfrm>
              <a:off x="691044" y="4568781"/>
              <a:ext cx="32790" cy="33624"/>
            </a:xfrm>
            <a:custGeom>
              <a:avLst/>
              <a:gdLst/>
              <a:ahLst/>
              <a:cxnLst/>
              <a:rect l="0" t="0" r="0" b="0"/>
              <a:pathLst>
                <a:path w="32790" h="33624">
                  <a:moveTo>
                    <a:pt x="32790" y="336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5" name="Input_receptor__1954">
              <a:extLst>
                <a:ext uri="{FF2B5EF4-FFF2-40B4-BE49-F238E27FC236}">
                  <a16:creationId xmlns:a16="http://schemas.microsoft.com/office/drawing/2014/main" id="{8F99B8EB-DF0C-D791-14C7-231681633D7B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688530"/>
              <a:ext cx="46647" cy="11923"/>
            </a:xfrm>
            <a:custGeom>
              <a:avLst/>
              <a:gdLst/>
              <a:ahLst/>
              <a:cxnLst/>
              <a:rect l="0" t="0" r="0" b="0"/>
              <a:pathLst>
                <a:path w="46647" h="11923">
                  <a:moveTo>
                    <a:pt x="0" y="11923"/>
                  </a:moveTo>
                  <a:lnTo>
                    <a:pt x="46647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6" name="Input_receptor__1955">
              <a:extLst>
                <a:ext uri="{FF2B5EF4-FFF2-40B4-BE49-F238E27FC236}">
                  <a16:creationId xmlns:a16="http://schemas.microsoft.com/office/drawing/2014/main" id="{CBA15EFA-DCAC-2544-5CF9-E9217E0DCA7E}"/>
                </a:ext>
              </a:extLst>
            </p:cNvPr>
            <p:cNvSpPr>
              <a:spLocks noGrp="1"/>
            </p:cNvSpPr>
            <p:nvPr/>
          </p:nvSpPr>
          <p:spPr>
            <a:xfrm>
              <a:off x="813702" y="4523136"/>
              <a:ext cx="31294" cy="36705"/>
            </a:xfrm>
            <a:custGeom>
              <a:avLst/>
              <a:gdLst/>
              <a:ahLst/>
              <a:cxnLst/>
              <a:rect l="0" t="0" r="0" b="0"/>
              <a:pathLst>
                <a:path w="31294" h="36705">
                  <a:moveTo>
                    <a:pt x="31294" y="367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7" name="Input_receptor__1956">
              <a:extLst>
                <a:ext uri="{FF2B5EF4-FFF2-40B4-BE49-F238E27FC236}">
                  <a16:creationId xmlns:a16="http://schemas.microsoft.com/office/drawing/2014/main" id="{83ECEAE6-ABD5-6511-1003-9BB956894E8F}"/>
                </a:ext>
              </a:extLst>
            </p:cNvPr>
            <p:cNvSpPr>
              <a:spLocks noGrp="1"/>
            </p:cNvSpPr>
            <p:nvPr/>
          </p:nvSpPr>
          <p:spPr>
            <a:xfrm>
              <a:off x="852588" y="4717871"/>
              <a:ext cx="35709" cy="31771"/>
            </a:xfrm>
            <a:custGeom>
              <a:avLst/>
              <a:gdLst/>
              <a:ahLst/>
              <a:cxnLst/>
              <a:rect l="0" t="0" r="0" b="0"/>
              <a:pathLst>
                <a:path w="35709" h="31771">
                  <a:moveTo>
                    <a:pt x="0" y="31771"/>
                  </a:moveTo>
                  <a:lnTo>
                    <a:pt x="35709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8" name="Input_receptor__1957">
              <a:extLst>
                <a:ext uri="{FF2B5EF4-FFF2-40B4-BE49-F238E27FC236}">
                  <a16:creationId xmlns:a16="http://schemas.microsoft.com/office/drawing/2014/main" id="{C9A2D27A-EFC8-A8CA-225A-E24C76BF9F2B}"/>
                </a:ext>
              </a:extLst>
            </p:cNvPr>
            <p:cNvSpPr>
              <a:spLocks noGrp="1"/>
            </p:cNvSpPr>
            <p:nvPr/>
          </p:nvSpPr>
          <p:spPr>
            <a:xfrm>
              <a:off x="1282235" y="4746997"/>
              <a:ext cx="37016" cy="3831"/>
            </a:xfrm>
            <a:custGeom>
              <a:avLst/>
              <a:gdLst/>
              <a:ahLst/>
              <a:cxnLst/>
              <a:rect l="0" t="0" r="0" b="0"/>
              <a:pathLst>
                <a:path w="37016" h="3831">
                  <a:moveTo>
                    <a:pt x="37016" y="3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9" name="Input_receptor__1958">
              <a:extLst>
                <a:ext uri="{FF2B5EF4-FFF2-40B4-BE49-F238E27FC236}">
                  <a16:creationId xmlns:a16="http://schemas.microsoft.com/office/drawing/2014/main" id="{562B1DD5-88A5-0537-3C5F-66B9B7B047B6}"/>
                </a:ext>
              </a:extLst>
            </p:cNvPr>
            <p:cNvSpPr>
              <a:spLocks noGrp="1"/>
            </p:cNvSpPr>
            <p:nvPr/>
          </p:nvSpPr>
          <p:spPr>
            <a:xfrm>
              <a:off x="856922" y="4681273"/>
              <a:ext cx="31375" cy="36598"/>
            </a:xfrm>
            <a:custGeom>
              <a:avLst/>
              <a:gdLst/>
              <a:ahLst/>
              <a:cxnLst/>
              <a:rect l="0" t="0" r="0" b="0"/>
              <a:pathLst>
                <a:path w="31375" h="36598">
                  <a:moveTo>
                    <a:pt x="31375" y="3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FBCC7"/>
              </a:solidFill>
            </a:ln>
          </p:spPr>
        </p:sp>
        <p:sp>
          <p:nvSpPr>
            <p:cNvPr id="1960" name="Input_receptor__1959">
              <a:extLst>
                <a:ext uri="{FF2B5EF4-FFF2-40B4-BE49-F238E27FC236}">
                  <a16:creationId xmlns:a16="http://schemas.microsoft.com/office/drawing/2014/main" id="{E8FB02E2-CDD6-A2DD-37B3-40FA31E4E71D}"/>
                </a:ext>
              </a:extLst>
            </p:cNvPr>
            <p:cNvSpPr>
              <a:spLocks noGrp="1"/>
            </p:cNvSpPr>
            <p:nvPr/>
          </p:nvSpPr>
          <p:spPr>
            <a:xfrm>
              <a:off x="1228836" y="4546998"/>
              <a:ext cx="26618" cy="38753"/>
            </a:xfrm>
            <a:custGeom>
              <a:avLst/>
              <a:gdLst/>
              <a:ahLst/>
              <a:cxnLst/>
              <a:rect l="0" t="0" r="0" b="0"/>
              <a:pathLst>
                <a:path w="26618" h="38753">
                  <a:moveTo>
                    <a:pt x="0" y="38753"/>
                  </a:moveTo>
                  <a:lnTo>
                    <a:pt x="26618" y="0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1" name="Input_receptor__1960">
              <a:extLst>
                <a:ext uri="{FF2B5EF4-FFF2-40B4-BE49-F238E27FC236}">
                  <a16:creationId xmlns:a16="http://schemas.microsoft.com/office/drawing/2014/main" id="{C526A7DC-99C8-BFD1-AB48-15542B00573F}"/>
                </a:ext>
              </a:extLst>
            </p:cNvPr>
            <p:cNvSpPr>
              <a:spLocks noGrp="1"/>
            </p:cNvSpPr>
            <p:nvPr/>
          </p:nvSpPr>
          <p:spPr>
            <a:xfrm>
              <a:off x="1255453" y="4546998"/>
              <a:ext cx="42334" cy="22842"/>
            </a:xfrm>
            <a:custGeom>
              <a:avLst/>
              <a:gdLst/>
              <a:ahLst/>
              <a:cxnLst/>
              <a:rect l="0" t="0" r="0" b="0"/>
              <a:pathLst>
                <a:path w="42334" h="22842">
                  <a:moveTo>
                    <a:pt x="0" y="0"/>
                  </a:moveTo>
                  <a:lnTo>
                    <a:pt x="42334" y="22842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2" name="Input_receptor__1961">
              <a:extLst>
                <a:ext uri="{FF2B5EF4-FFF2-40B4-BE49-F238E27FC236}">
                  <a16:creationId xmlns:a16="http://schemas.microsoft.com/office/drawing/2014/main" id="{8EC405D4-50A6-8B08-D1A2-D83D733B70FC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681273"/>
              <a:ext cx="26180" cy="20386"/>
            </a:xfrm>
            <a:custGeom>
              <a:avLst/>
              <a:gdLst/>
              <a:ahLst/>
              <a:cxnLst/>
              <a:rect l="0" t="0" r="0" b="0"/>
              <a:pathLst>
                <a:path w="26180" h="20386">
                  <a:moveTo>
                    <a:pt x="26180" y="0"/>
                  </a:moveTo>
                  <a:lnTo>
                    <a:pt x="0" y="20386"/>
                  </a:lnTo>
                </a:path>
              </a:pathLst>
            </a:custGeom>
            <a:noFill/>
            <a:ln w="20003">
              <a:solidFill>
                <a:srgbClr val="B0BDC8"/>
              </a:solidFill>
            </a:ln>
          </p:spPr>
        </p:sp>
        <p:sp>
          <p:nvSpPr>
            <p:cNvPr id="1963" name="Input_receptor__1962">
              <a:extLst>
                <a:ext uri="{FF2B5EF4-FFF2-40B4-BE49-F238E27FC236}">
                  <a16:creationId xmlns:a16="http://schemas.microsoft.com/office/drawing/2014/main" id="{AFAF81FF-3182-FBCE-D63F-9B9C83CCACC0}"/>
                </a:ext>
              </a:extLst>
            </p:cNvPr>
            <p:cNvSpPr>
              <a:spLocks noGrp="1"/>
            </p:cNvSpPr>
            <p:nvPr/>
          </p:nvSpPr>
          <p:spPr>
            <a:xfrm>
              <a:off x="1297029" y="4726127"/>
              <a:ext cx="22222" cy="24701"/>
            </a:xfrm>
            <a:custGeom>
              <a:avLst/>
              <a:gdLst/>
              <a:ahLst/>
              <a:cxnLst/>
              <a:rect l="0" t="0" r="0" b="0"/>
              <a:pathLst>
                <a:path w="22222" h="24701">
                  <a:moveTo>
                    <a:pt x="0" y="0"/>
                  </a:moveTo>
                  <a:lnTo>
                    <a:pt x="22222" y="24701"/>
                  </a:lnTo>
                </a:path>
              </a:pathLst>
            </a:custGeom>
            <a:noFill/>
            <a:ln w="20003">
              <a:solidFill>
                <a:srgbClr val="B1BEC9"/>
              </a:solidFill>
            </a:ln>
          </p:spPr>
        </p:sp>
        <p:sp>
          <p:nvSpPr>
            <p:cNvPr id="1964" name="Input_receptor__1963">
              <a:extLst>
                <a:ext uri="{FF2B5EF4-FFF2-40B4-BE49-F238E27FC236}">
                  <a16:creationId xmlns:a16="http://schemas.microsoft.com/office/drawing/2014/main" id="{8A538998-76F4-747E-6EE9-31912AADB466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701659"/>
              <a:ext cx="41220" cy="6898"/>
            </a:xfrm>
            <a:custGeom>
              <a:avLst/>
              <a:gdLst/>
              <a:ahLst/>
              <a:cxnLst/>
              <a:rect l="0" t="0" r="0" b="0"/>
              <a:pathLst>
                <a:path w="41220" h="6898">
                  <a:moveTo>
                    <a:pt x="0" y="0"/>
                  </a:moveTo>
                  <a:lnTo>
                    <a:pt x="41220" y="6898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5" name="Input_receptor__1964">
              <a:extLst>
                <a:ext uri="{FF2B5EF4-FFF2-40B4-BE49-F238E27FC236}">
                  <a16:creationId xmlns:a16="http://schemas.microsoft.com/office/drawing/2014/main" id="{9DC88BDD-3E70-8A68-3735-4A55FEFFD304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26127"/>
              <a:ext cx="38136" cy="29167"/>
            </a:xfrm>
            <a:custGeom>
              <a:avLst/>
              <a:gdLst/>
              <a:ahLst/>
              <a:cxnLst/>
              <a:rect l="0" t="0" r="0" b="0"/>
              <a:pathLst>
                <a:path w="38136" h="29167">
                  <a:moveTo>
                    <a:pt x="0" y="29167"/>
                  </a:moveTo>
                  <a:lnTo>
                    <a:pt x="38136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6" name="Input_receptor__1965">
              <a:extLst>
                <a:ext uri="{FF2B5EF4-FFF2-40B4-BE49-F238E27FC236}">
                  <a16:creationId xmlns:a16="http://schemas.microsoft.com/office/drawing/2014/main" id="{F40EC02F-98AE-92AE-7364-732C58ADAFD2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55294"/>
              <a:ext cx="29203" cy="38192"/>
            </a:xfrm>
            <a:custGeom>
              <a:avLst/>
              <a:gdLst/>
              <a:ahLst/>
              <a:cxnLst/>
              <a:rect l="0" t="0" r="0" b="0"/>
              <a:pathLst>
                <a:path w="29203" h="38192">
                  <a:moveTo>
                    <a:pt x="29203" y="3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7" name="Input_receptor__1966">
              <a:extLst>
                <a:ext uri="{FF2B5EF4-FFF2-40B4-BE49-F238E27FC236}">
                  <a16:creationId xmlns:a16="http://schemas.microsoft.com/office/drawing/2014/main" id="{250DA953-B9E6-5889-3060-09D62807CF85}"/>
                </a:ext>
              </a:extLst>
            </p:cNvPr>
            <p:cNvSpPr>
              <a:spLocks noGrp="1"/>
            </p:cNvSpPr>
            <p:nvPr/>
          </p:nvSpPr>
          <p:spPr>
            <a:xfrm>
              <a:off x="871961" y="4661924"/>
              <a:ext cx="12520" cy="46632"/>
            </a:xfrm>
            <a:custGeom>
              <a:avLst/>
              <a:gdLst/>
              <a:ahLst/>
              <a:cxnLst/>
              <a:rect l="0" t="0" r="0" b="0"/>
              <a:pathLst>
                <a:path w="12520" h="46632">
                  <a:moveTo>
                    <a:pt x="0" y="46632"/>
                  </a:moveTo>
                  <a:lnTo>
                    <a:pt x="12520" y="0"/>
                  </a:lnTo>
                </a:path>
              </a:pathLst>
            </a:custGeom>
            <a:noFill/>
            <a:ln w="20003">
              <a:solidFill>
                <a:srgbClr val="B3C0CA"/>
              </a:solidFill>
            </a:ln>
          </p:spPr>
        </p:sp>
        <p:sp>
          <p:nvSpPr>
            <p:cNvPr id="1968" name="Input_receptor__1967">
              <a:extLst>
                <a:ext uri="{FF2B5EF4-FFF2-40B4-BE49-F238E27FC236}">
                  <a16:creationId xmlns:a16="http://schemas.microsoft.com/office/drawing/2014/main" id="{CA232ED5-8AFB-ABA1-7930-8841C56D9A27}"/>
                </a:ext>
              </a:extLst>
            </p:cNvPr>
            <p:cNvSpPr>
              <a:spLocks noGrp="1"/>
            </p:cNvSpPr>
            <p:nvPr/>
          </p:nvSpPr>
          <p:spPr>
            <a:xfrm>
              <a:off x="842816" y="4647360"/>
              <a:ext cx="41666" cy="14564"/>
            </a:xfrm>
            <a:custGeom>
              <a:avLst/>
              <a:gdLst/>
              <a:ahLst/>
              <a:cxnLst/>
              <a:rect l="0" t="0" r="0" b="0"/>
              <a:pathLst>
                <a:path w="41666" h="14564">
                  <a:moveTo>
                    <a:pt x="41666" y="145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3C0CB"/>
              </a:solidFill>
            </a:ln>
          </p:spPr>
        </p:sp>
        <p:sp>
          <p:nvSpPr>
            <p:cNvPr id="1969" name="Input_receptor__1968">
              <a:extLst>
                <a:ext uri="{FF2B5EF4-FFF2-40B4-BE49-F238E27FC236}">
                  <a16:creationId xmlns:a16="http://schemas.microsoft.com/office/drawing/2014/main" id="{0A9ADB2E-FAAE-B897-7C70-C7DD17F75976}"/>
                </a:ext>
              </a:extLst>
            </p:cNvPr>
            <p:cNvSpPr>
              <a:spLocks noGrp="1"/>
            </p:cNvSpPr>
            <p:nvPr/>
          </p:nvSpPr>
          <p:spPr>
            <a:xfrm>
              <a:off x="1288096" y="4788890"/>
              <a:ext cx="12421" cy="4596"/>
            </a:xfrm>
            <a:custGeom>
              <a:avLst/>
              <a:gdLst/>
              <a:ahLst/>
              <a:cxnLst/>
              <a:rect l="0" t="0" r="0" b="0"/>
              <a:pathLst>
                <a:path w="12421" h="4596">
                  <a:moveTo>
                    <a:pt x="12421" y="0"/>
                  </a:moveTo>
                  <a:lnTo>
                    <a:pt x="0" y="4596"/>
                  </a:lnTo>
                </a:path>
              </a:pathLst>
            </a:custGeom>
            <a:noFill/>
            <a:ln w="20003">
              <a:solidFill>
                <a:srgbClr val="B4C1CB"/>
              </a:solidFill>
            </a:ln>
          </p:spPr>
        </p:sp>
        <p:sp>
          <p:nvSpPr>
            <p:cNvPr id="1970" name="Input_receptor__1969">
              <a:extLst>
                <a:ext uri="{FF2B5EF4-FFF2-40B4-BE49-F238E27FC236}">
                  <a16:creationId xmlns:a16="http://schemas.microsoft.com/office/drawing/2014/main" id="{20B5E793-28E0-87BA-48EF-DC01D586133B}"/>
                </a:ext>
              </a:extLst>
            </p:cNvPr>
            <p:cNvSpPr>
              <a:spLocks noGrp="1"/>
            </p:cNvSpPr>
            <p:nvPr/>
          </p:nvSpPr>
          <p:spPr>
            <a:xfrm>
              <a:off x="1231664" y="4771106"/>
              <a:ext cx="27706" cy="33167"/>
            </a:xfrm>
            <a:custGeom>
              <a:avLst/>
              <a:gdLst/>
              <a:ahLst/>
              <a:cxnLst/>
              <a:rect l="0" t="0" r="0" b="0"/>
              <a:pathLst>
                <a:path w="27706" h="33167">
                  <a:moveTo>
                    <a:pt x="0" y="33167"/>
                  </a:moveTo>
                  <a:lnTo>
                    <a:pt x="27706" y="0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  <p:sp>
          <p:nvSpPr>
            <p:cNvPr id="1971" name="Input_receptor__1970">
              <a:extLst>
                <a:ext uri="{FF2B5EF4-FFF2-40B4-BE49-F238E27FC236}">
                  <a16:creationId xmlns:a16="http://schemas.microsoft.com/office/drawing/2014/main" id="{28D55AE6-2C27-E01B-8A0B-55BA1402B5B4}"/>
                </a:ext>
              </a:extLst>
            </p:cNvPr>
            <p:cNvSpPr>
              <a:spLocks noGrp="1"/>
            </p:cNvSpPr>
            <p:nvPr/>
          </p:nvSpPr>
          <p:spPr>
            <a:xfrm>
              <a:off x="1259369" y="4771106"/>
              <a:ext cx="41147" cy="17784"/>
            </a:xfrm>
            <a:custGeom>
              <a:avLst/>
              <a:gdLst/>
              <a:ahLst/>
              <a:cxnLst/>
              <a:rect l="0" t="0" r="0" b="0"/>
              <a:pathLst>
                <a:path w="41147" h="17784">
                  <a:moveTo>
                    <a:pt x="0" y="0"/>
                  </a:moveTo>
                  <a:lnTo>
                    <a:pt x="41147" y="17784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</p:grpSp>
      <p:grpSp>
        <p:nvGrpSpPr>
          <p:cNvPr id="50005" name="Original label 227"/>
          <p:cNvGrpSpPr/>
          <p:nvPr/>
        </p:nvGrpSpPr>
        <p:grpSpPr>
          <a:xfrm>
            <a:off x="350414" y="1717488"/>
            <a:ext cx="1504950" cy="219075"/>
            <a:chOff x="77513" y="-6053"/>
            <a:chExt cx="1393472" cy="202847"/>
          </a:xfrm>
        </p:grpSpPr>
        <p:sp>
          <p:nvSpPr>
            <p:cNvPr id="227" name="label__226">
              <a:extLst>
                <a:ext uri="{FF2B5EF4-FFF2-40B4-BE49-F238E27FC236}">
                  <a16:creationId xmlns:a16="http://schemas.microsoft.com/office/drawing/2014/main" id="{D21E8C88-05A0-A31F-6EE6-E2DC9452E041}"/>
                </a:ext>
              </a:extLst>
            </p:cNvPr>
            <p:cNvSpPr>
              <a:spLocks noGrp="1"/>
            </p:cNvSpPr>
            <p:nvPr/>
          </p:nvSpPr>
          <p:spPr>
            <a:xfrm>
              <a:off x="77513" y="-6053"/>
              <a:ext cx="1393472" cy="20284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620" b="0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08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Cryo-EM map</a:t>
              </a:r>
            </a:p>
          </p:txBody>
        </p:sp>
      </p:grpSp>
      <p:grpSp>
        <p:nvGrpSpPr>
          <p:cNvPr id="50006" name="Original label 1972"/>
          <p:cNvGrpSpPr/>
          <p:nvPr/>
        </p:nvGrpSpPr>
        <p:grpSpPr>
          <a:xfrm>
            <a:off x="350414" y="3088976"/>
            <a:ext cx="1581150" cy="219075"/>
            <a:chOff x="112791" y="2663"/>
            <a:chExt cx="1464028" cy="202847"/>
          </a:xfrm>
        </p:grpSpPr>
        <p:sp>
          <p:nvSpPr>
            <p:cNvPr id="1972" name="label__1971">
              <a:extLst>
                <a:ext uri="{FF2B5EF4-FFF2-40B4-BE49-F238E27FC236}">
                  <a16:creationId xmlns:a16="http://schemas.microsoft.com/office/drawing/2014/main" id="{9E554E39-4379-D667-41AF-95652E69F2CB}"/>
                </a:ext>
              </a:extLst>
            </p:cNvPr>
            <p:cNvSpPr>
              <a:spLocks noGrp="1"/>
            </p:cNvSpPr>
            <p:nvPr/>
          </p:nvSpPr>
          <p:spPr>
            <a:xfrm>
              <a:off x="112791" y="2663"/>
              <a:ext cx="1464028" cy="20284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620" b="0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08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Receptor structure</a:t>
              </a:r>
            </a:p>
          </p:txBody>
        </p:sp>
      </p:grpSp>
      <p:grpSp>
        <p:nvGrpSpPr>
          <p:cNvPr id="6215" name="Find：淡灰密度表面">
            <a:extLst>
              <a:ext uri="{FF2B5EF4-FFF2-40B4-BE49-F238E27FC236}">
                <a16:creationId xmlns:a16="http://schemas.microsoft.com/office/drawing/2014/main" id="{36381739-59B1-BA22-14A3-6D5EBB035BFE}"/>
              </a:ext>
            </a:extLst>
          </p:cNvPr>
          <p:cNvGrpSpPr/>
          <p:nvPr/>
        </p:nvGrpSpPr>
        <p:grpSpPr>
          <a:xfrm>
            <a:off x="2381210" y="790611"/>
            <a:ext cx="2117846" cy="2518833"/>
            <a:chOff x="3470234" y="1495425"/>
            <a:chExt cx="3403682" cy="4048125"/>
          </a:xfrm>
        </p:grpSpPr>
        <p:sp>
          <p:nvSpPr>
            <p:cNvPr id="1977" name="Candidate_density__1976">
              <a:extLst>
                <a:ext uri="{FF2B5EF4-FFF2-40B4-BE49-F238E27FC236}">
                  <a16:creationId xmlns:a16="http://schemas.microsoft.com/office/drawing/2014/main" id="{9FFA63BE-0235-D1EE-D077-AD51B99B6935}"/>
                </a:ext>
              </a:extLst>
            </p:cNvPr>
            <p:cNvSpPr>
              <a:spLocks noGrp="1"/>
            </p:cNvSpPr>
            <p:nvPr/>
          </p:nvSpPr>
          <p:spPr>
            <a:xfrm>
              <a:off x="5090107" y="5022356"/>
              <a:ext cx="103059" cy="54832"/>
            </a:xfrm>
            <a:custGeom>
              <a:avLst/>
              <a:gdLst/>
              <a:ahLst/>
              <a:cxnLst/>
              <a:rect l="0" t="0" r="0" b="0"/>
              <a:pathLst>
                <a:path w="103059" h="54832">
                  <a:moveTo>
                    <a:pt x="0" y="4710"/>
                  </a:moveTo>
                  <a:lnTo>
                    <a:pt x="14103" y="5539"/>
                  </a:lnTo>
                  <a:lnTo>
                    <a:pt x="15755" y="7073"/>
                  </a:lnTo>
                  <a:close/>
                  <a:moveTo>
                    <a:pt x="103059" y="54832"/>
                  </a:moveTo>
                  <a:lnTo>
                    <a:pt x="71422" y="0"/>
                  </a:lnTo>
                  <a:lnTo>
                    <a:pt x="15755" y="70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78" name="Candidate_density__1977">
              <a:extLst>
                <a:ext uri="{FF2B5EF4-FFF2-40B4-BE49-F238E27FC236}">
                  <a16:creationId xmlns:a16="http://schemas.microsoft.com/office/drawing/2014/main" id="{FDED2264-A71E-D768-9ED3-EC844BF8067B}"/>
                </a:ext>
              </a:extLst>
            </p:cNvPr>
            <p:cNvSpPr>
              <a:spLocks noGrp="1"/>
            </p:cNvSpPr>
            <p:nvPr/>
          </p:nvSpPr>
          <p:spPr>
            <a:xfrm>
              <a:off x="4991506" y="4958838"/>
              <a:ext cx="112705" cy="69057"/>
            </a:xfrm>
            <a:custGeom>
              <a:avLst/>
              <a:gdLst/>
              <a:ahLst/>
              <a:cxnLst/>
              <a:rect l="0" t="0" r="0" b="0"/>
              <a:pathLst>
                <a:path w="112705" h="69057">
                  <a:moveTo>
                    <a:pt x="0" y="0"/>
                  </a:moveTo>
                  <a:lnTo>
                    <a:pt x="98601" y="68229"/>
                  </a:lnTo>
                  <a:lnTo>
                    <a:pt x="36761" y="59134"/>
                  </a:lnTo>
                  <a:close/>
                  <a:moveTo>
                    <a:pt x="112705" y="69057"/>
                  </a:moveTo>
                  <a:lnTo>
                    <a:pt x="98601" y="682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79" name="Candidate_density__1978">
              <a:extLst>
                <a:ext uri="{FF2B5EF4-FFF2-40B4-BE49-F238E27FC236}">
                  <a16:creationId xmlns:a16="http://schemas.microsoft.com/office/drawing/2014/main" id="{0329F32C-7026-60FC-E0FC-43E64F266C3F}"/>
                </a:ext>
              </a:extLst>
            </p:cNvPr>
            <p:cNvSpPr>
              <a:spLocks noGrp="1"/>
            </p:cNvSpPr>
            <p:nvPr/>
          </p:nvSpPr>
          <p:spPr>
            <a:xfrm>
              <a:off x="5235962" y="4794077"/>
              <a:ext cx="71131" cy="87208"/>
            </a:xfrm>
            <a:custGeom>
              <a:avLst/>
              <a:gdLst/>
              <a:ahLst/>
              <a:cxnLst/>
              <a:rect l="0" t="0" r="0" b="0"/>
              <a:pathLst>
                <a:path w="71131" h="87208">
                  <a:moveTo>
                    <a:pt x="71131" y="0"/>
                  </a:moveTo>
                  <a:lnTo>
                    <a:pt x="0" y="87208"/>
                  </a:lnTo>
                  <a:lnTo>
                    <a:pt x="60081" y="7390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0" name="Candidate_density__1979">
              <a:extLst>
                <a:ext uri="{FF2B5EF4-FFF2-40B4-BE49-F238E27FC236}">
                  <a16:creationId xmlns:a16="http://schemas.microsoft.com/office/drawing/2014/main" id="{6C18D0C5-7746-632B-235C-92160192D198}"/>
                </a:ext>
              </a:extLst>
            </p:cNvPr>
            <p:cNvSpPr>
              <a:spLocks noGrp="1"/>
            </p:cNvSpPr>
            <p:nvPr/>
          </p:nvSpPr>
          <p:spPr>
            <a:xfrm>
              <a:off x="4966652" y="4441228"/>
              <a:ext cx="1448809" cy="588202"/>
            </a:xfrm>
            <a:custGeom>
              <a:avLst/>
              <a:gdLst/>
              <a:ahLst/>
              <a:cxnLst/>
              <a:rect l="0" t="0" r="0" b="0"/>
              <a:pathLst>
                <a:path w="1448809" h="588202">
                  <a:moveTo>
                    <a:pt x="24854" y="517611"/>
                  </a:moveTo>
                  <a:lnTo>
                    <a:pt x="61615" y="576745"/>
                  </a:lnTo>
                  <a:lnTo>
                    <a:pt x="0" y="503624"/>
                  </a:lnTo>
                  <a:close/>
                  <a:moveTo>
                    <a:pt x="169700" y="547403"/>
                  </a:moveTo>
                  <a:lnTo>
                    <a:pt x="123455" y="585839"/>
                  </a:lnTo>
                  <a:lnTo>
                    <a:pt x="139210" y="588202"/>
                  </a:lnTo>
                  <a:close/>
                  <a:moveTo>
                    <a:pt x="123455" y="585839"/>
                  </a:moveTo>
                  <a:lnTo>
                    <a:pt x="169700" y="547403"/>
                  </a:lnTo>
                  <a:lnTo>
                    <a:pt x="61615" y="576745"/>
                  </a:lnTo>
                  <a:close/>
                  <a:moveTo>
                    <a:pt x="1448809" y="52114"/>
                  </a:moveTo>
                  <a:lnTo>
                    <a:pt x="1360340" y="0"/>
                  </a:lnTo>
                  <a:lnTo>
                    <a:pt x="1387240" y="3711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81" name="Candidate_density__1980">
              <a:extLst>
                <a:ext uri="{FF2B5EF4-FFF2-40B4-BE49-F238E27FC236}">
                  <a16:creationId xmlns:a16="http://schemas.microsoft.com/office/drawing/2014/main" id="{53981229-2E01-A40A-9433-A45CD777F25D}"/>
                </a:ext>
              </a:extLst>
            </p:cNvPr>
            <p:cNvSpPr>
              <a:spLocks noGrp="1"/>
            </p:cNvSpPr>
            <p:nvPr/>
          </p:nvSpPr>
          <p:spPr>
            <a:xfrm>
              <a:off x="4950183" y="4357620"/>
              <a:ext cx="1403557" cy="713225"/>
            </a:xfrm>
            <a:custGeom>
              <a:avLst/>
              <a:gdLst/>
              <a:ahLst/>
              <a:cxnLst/>
              <a:rect l="0" t="0" r="0" b="0"/>
              <a:pathLst>
                <a:path w="1403557" h="713225">
                  <a:moveTo>
                    <a:pt x="28205" y="551291"/>
                  </a:moveTo>
                  <a:lnTo>
                    <a:pt x="58082" y="669447"/>
                  </a:lnTo>
                  <a:lnTo>
                    <a:pt x="0" y="647065"/>
                  </a:lnTo>
                  <a:close/>
                  <a:moveTo>
                    <a:pt x="28205" y="551291"/>
                  </a:moveTo>
                  <a:lnTo>
                    <a:pt x="16469" y="587231"/>
                  </a:lnTo>
                  <a:lnTo>
                    <a:pt x="78084" y="660353"/>
                  </a:lnTo>
                  <a:close/>
                  <a:moveTo>
                    <a:pt x="78084" y="660353"/>
                  </a:moveTo>
                  <a:lnTo>
                    <a:pt x="111112" y="568638"/>
                  </a:lnTo>
                  <a:lnTo>
                    <a:pt x="28205" y="551291"/>
                  </a:lnTo>
                  <a:close/>
                  <a:moveTo>
                    <a:pt x="186170" y="631010"/>
                  </a:moveTo>
                  <a:lnTo>
                    <a:pt x="155679" y="671809"/>
                  </a:lnTo>
                  <a:lnTo>
                    <a:pt x="211346" y="664736"/>
                  </a:lnTo>
                  <a:close/>
                  <a:moveTo>
                    <a:pt x="186170" y="631010"/>
                  </a:moveTo>
                  <a:lnTo>
                    <a:pt x="111112" y="568638"/>
                  </a:lnTo>
                  <a:lnTo>
                    <a:pt x="78084" y="660353"/>
                  </a:lnTo>
                  <a:close/>
                  <a:moveTo>
                    <a:pt x="36700" y="504884"/>
                  </a:moveTo>
                  <a:lnTo>
                    <a:pt x="16469" y="587231"/>
                  </a:lnTo>
                  <a:lnTo>
                    <a:pt x="28205" y="551291"/>
                  </a:lnTo>
                  <a:close/>
                  <a:moveTo>
                    <a:pt x="320212" y="595763"/>
                  </a:moveTo>
                  <a:lnTo>
                    <a:pt x="238356" y="601718"/>
                  </a:lnTo>
                  <a:lnTo>
                    <a:pt x="272089" y="713225"/>
                  </a:lnTo>
                  <a:close/>
                  <a:moveTo>
                    <a:pt x="272089" y="713225"/>
                  </a:moveTo>
                  <a:lnTo>
                    <a:pt x="238356" y="601718"/>
                  </a:lnTo>
                  <a:lnTo>
                    <a:pt x="211346" y="664736"/>
                  </a:lnTo>
                  <a:close/>
                  <a:moveTo>
                    <a:pt x="251658" y="600252"/>
                  </a:moveTo>
                  <a:lnTo>
                    <a:pt x="325736" y="598561"/>
                  </a:lnTo>
                  <a:lnTo>
                    <a:pt x="272089" y="713225"/>
                  </a:lnTo>
                  <a:close/>
                  <a:moveTo>
                    <a:pt x="325736" y="598561"/>
                  </a:moveTo>
                  <a:lnTo>
                    <a:pt x="348443" y="631010"/>
                  </a:lnTo>
                  <a:lnTo>
                    <a:pt x="320212" y="595763"/>
                  </a:lnTo>
                  <a:close/>
                  <a:moveTo>
                    <a:pt x="325736" y="598561"/>
                  </a:moveTo>
                  <a:lnTo>
                    <a:pt x="330630" y="592573"/>
                  </a:lnTo>
                  <a:lnTo>
                    <a:pt x="353353" y="629411"/>
                  </a:lnTo>
                  <a:close/>
                  <a:moveTo>
                    <a:pt x="285779" y="523664"/>
                  </a:moveTo>
                  <a:lnTo>
                    <a:pt x="320212" y="595763"/>
                  </a:lnTo>
                  <a:lnTo>
                    <a:pt x="347759" y="617445"/>
                  </a:lnTo>
                  <a:close/>
                  <a:moveTo>
                    <a:pt x="130309" y="428782"/>
                  </a:moveTo>
                  <a:lnTo>
                    <a:pt x="191434" y="439680"/>
                  </a:lnTo>
                  <a:lnTo>
                    <a:pt x="151048" y="439294"/>
                  </a:lnTo>
                  <a:close/>
                  <a:moveTo>
                    <a:pt x="331275" y="404066"/>
                  </a:moveTo>
                  <a:lnTo>
                    <a:pt x="319507" y="389707"/>
                  </a:lnTo>
                  <a:lnTo>
                    <a:pt x="322151" y="394001"/>
                  </a:lnTo>
                  <a:close/>
                  <a:moveTo>
                    <a:pt x="322151" y="394001"/>
                  </a:moveTo>
                  <a:lnTo>
                    <a:pt x="356909" y="436457"/>
                  </a:lnTo>
                  <a:lnTo>
                    <a:pt x="404286" y="471922"/>
                  </a:lnTo>
                  <a:close/>
                  <a:moveTo>
                    <a:pt x="319507" y="389707"/>
                  </a:moveTo>
                  <a:lnTo>
                    <a:pt x="297970" y="313569"/>
                  </a:lnTo>
                  <a:lnTo>
                    <a:pt x="322151" y="394001"/>
                  </a:lnTo>
                  <a:close/>
                  <a:moveTo>
                    <a:pt x="1403557" y="120652"/>
                  </a:moveTo>
                  <a:lnTo>
                    <a:pt x="1374393" y="74574"/>
                  </a:lnTo>
                  <a:lnTo>
                    <a:pt x="1367592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82" name="Candidate_density__1981">
              <a:extLst>
                <a:ext uri="{FF2B5EF4-FFF2-40B4-BE49-F238E27FC236}">
                  <a16:creationId xmlns:a16="http://schemas.microsoft.com/office/drawing/2014/main" id="{E1769D43-53B2-37AC-2B57-FAF6C27E092C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51621"/>
              <a:ext cx="293173" cy="319224"/>
            </a:xfrm>
            <a:custGeom>
              <a:avLst/>
              <a:gdLst/>
              <a:ahLst/>
              <a:cxnLst/>
              <a:rect l="0" t="0" r="0" b="0"/>
              <a:pathLst>
                <a:path w="293173" h="319224">
                  <a:moveTo>
                    <a:pt x="214624" y="204560"/>
                  </a:moveTo>
                  <a:lnTo>
                    <a:pt x="209100" y="201761"/>
                  </a:lnTo>
                  <a:lnTo>
                    <a:pt x="160977" y="319224"/>
                  </a:lnTo>
                  <a:close/>
                  <a:moveTo>
                    <a:pt x="75057" y="237009"/>
                  </a:moveTo>
                  <a:lnTo>
                    <a:pt x="100234" y="270735"/>
                  </a:lnTo>
                  <a:lnTo>
                    <a:pt x="127244" y="207717"/>
                  </a:lnTo>
                  <a:close/>
                  <a:moveTo>
                    <a:pt x="0" y="174637"/>
                  </a:moveTo>
                  <a:lnTo>
                    <a:pt x="75057" y="237009"/>
                  </a:lnTo>
                  <a:lnTo>
                    <a:pt x="94875" y="116357"/>
                  </a:lnTo>
                  <a:close/>
                  <a:moveTo>
                    <a:pt x="135160" y="186116"/>
                  </a:moveTo>
                  <a:lnTo>
                    <a:pt x="75057" y="237009"/>
                  </a:lnTo>
                  <a:lnTo>
                    <a:pt x="127244" y="207717"/>
                  </a:lnTo>
                  <a:close/>
                  <a:moveTo>
                    <a:pt x="174666" y="129663"/>
                  </a:moveTo>
                  <a:lnTo>
                    <a:pt x="135160" y="186116"/>
                  </a:lnTo>
                  <a:lnTo>
                    <a:pt x="127244" y="207717"/>
                  </a:lnTo>
                  <a:close/>
                  <a:moveTo>
                    <a:pt x="4709" y="146651"/>
                  </a:moveTo>
                  <a:lnTo>
                    <a:pt x="101137" y="58911"/>
                  </a:lnTo>
                  <a:lnTo>
                    <a:pt x="80322" y="45679"/>
                  </a:lnTo>
                  <a:close/>
                  <a:moveTo>
                    <a:pt x="4709" y="146651"/>
                  </a:moveTo>
                  <a:lnTo>
                    <a:pt x="80322" y="45679"/>
                  </a:lnTo>
                  <a:lnTo>
                    <a:pt x="19196" y="34781"/>
                  </a:lnTo>
                  <a:close/>
                  <a:moveTo>
                    <a:pt x="101137" y="58911"/>
                  </a:moveTo>
                  <a:lnTo>
                    <a:pt x="147531" y="116357"/>
                  </a:lnTo>
                  <a:lnTo>
                    <a:pt x="80322" y="45679"/>
                  </a:lnTo>
                  <a:close/>
                  <a:moveTo>
                    <a:pt x="147531" y="116357"/>
                  </a:moveTo>
                  <a:lnTo>
                    <a:pt x="174666" y="129663"/>
                  </a:lnTo>
                  <a:lnTo>
                    <a:pt x="80322" y="45679"/>
                  </a:lnTo>
                  <a:close/>
                  <a:moveTo>
                    <a:pt x="234748" y="116357"/>
                  </a:moveTo>
                  <a:lnTo>
                    <a:pt x="275151" y="160136"/>
                  </a:lnTo>
                  <a:lnTo>
                    <a:pt x="293173" y="77921"/>
                  </a:lnTo>
                  <a:close/>
                  <a:moveTo>
                    <a:pt x="293173" y="77921"/>
                  </a:moveTo>
                  <a:lnTo>
                    <a:pt x="245797" y="42455"/>
                  </a:lnTo>
                  <a:lnTo>
                    <a:pt x="234748" y="116357"/>
                  </a:lnTo>
                  <a:close/>
                  <a:moveTo>
                    <a:pt x="293173" y="77921"/>
                  </a:moveTo>
                  <a:lnTo>
                    <a:pt x="220162" y="10065"/>
                  </a:lnTo>
                  <a:lnTo>
                    <a:pt x="211039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3" name="Candidate_density__1982">
              <a:extLst>
                <a:ext uri="{FF2B5EF4-FFF2-40B4-BE49-F238E27FC236}">
                  <a16:creationId xmlns:a16="http://schemas.microsoft.com/office/drawing/2014/main" id="{03105E88-BD41-0E29-CD83-5FBE25007691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61686"/>
              <a:ext cx="353018" cy="226944"/>
            </a:xfrm>
            <a:custGeom>
              <a:avLst/>
              <a:gdLst/>
              <a:ahLst/>
              <a:cxnLst/>
              <a:rect l="0" t="0" r="0" b="0"/>
              <a:pathLst>
                <a:path w="353018" h="226944">
                  <a:moveTo>
                    <a:pt x="4709" y="136586"/>
                  </a:moveTo>
                  <a:lnTo>
                    <a:pt x="0" y="164572"/>
                  </a:lnTo>
                  <a:lnTo>
                    <a:pt x="94875" y="106292"/>
                  </a:lnTo>
                  <a:close/>
                  <a:moveTo>
                    <a:pt x="94875" y="106292"/>
                  </a:moveTo>
                  <a:lnTo>
                    <a:pt x="75057" y="226944"/>
                  </a:lnTo>
                  <a:lnTo>
                    <a:pt x="135160" y="176051"/>
                  </a:lnTo>
                  <a:close/>
                  <a:moveTo>
                    <a:pt x="147531" y="106292"/>
                  </a:moveTo>
                  <a:lnTo>
                    <a:pt x="135160" y="176051"/>
                  </a:lnTo>
                  <a:lnTo>
                    <a:pt x="174666" y="119598"/>
                  </a:lnTo>
                  <a:close/>
                  <a:moveTo>
                    <a:pt x="174666" y="119598"/>
                  </a:moveTo>
                  <a:lnTo>
                    <a:pt x="127244" y="197652"/>
                  </a:lnTo>
                  <a:lnTo>
                    <a:pt x="209100" y="191697"/>
                  </a:lnTo>
                  <a:close/>
                  <a:moveTo>
                    <a:pt x="94875" y="106292"/>
                  </a:moveTo>
                  <a:lnTo>
                    <a:pt x="101137" y="48846"/>
                  </a:lnTo>
                  <a:lnTo>
                    <a:pt x="4709" y="136586"/>
                  </a:lnTo>
                  <a:close/>
                  <a:moveTo>
                    <a:pt x="214624" y="194495"/>
                  </a:moveTo>
                  <a:lnTo>
                    <a:pt x="261741" y="155455"/>
                  </a:lnTo>
                  <a:lnTo>
                    <a:pt x="219518" y="188507"/>
                  </a:lnTo>
                  <a:close/>
                  <a:moveTo>
                    <a:pt x="234748" y="106292"/>
                  </a:moveTo>
                  <a:lnTo>
                    <a:pt x="219518" y="188507"/>
                  </a:lnTo>
                  <a:lnTo>
                    <a:pt x="275151" y="150071"/>
                  </a:lnTo>
                  <a:close/>
                  <a:moveTo>
                    <a:pt x="101137" y="48846"/>
                  </a:moveTo>
                  <a:lnTo>
                    <a:pt x="187306" y="67856"/>
                  </a:lnTo>
                  <a:lnTo>
                    <a:pt x="147531" y="106292"/>
                  </a:lnTo>
                  <a:close/>
                  <a:moveTo>
                    <a:pt x="293173" y="67856"/>
                  </a:moveTo>
                  <a:lnTo>
                    <a:pt x="353018" y="29420"/>
                  </a:lnTo>
                  <a:lnTo>
                    <a:pt x="220162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84" name="Candidate_density__1983">
              <a:extLst>
                <a:ext uri="{FF2B5EF4-FFF2-40B4-BE49-F238E27FC236}">
                  <a16:creationId xmlns:a16="http://schemas.microsoft.com/office/drawing/2014/main" id="{A5792F6E-1CB7-0D00-2B8D-DBA15F60B323}"/>
                </a:ext>
              </a:extLst>
            </p:cNvPr>
            <p:cNvSpPr>
              <a:spLocks noGrp="1"/>
            </p:cNvSpPr>
            <p:nvPr/>
          </p:nvSpPr>
          <p:spPr>
            <a:xfrm>
              <a:off x="5498561" y="4972505"/>
              <a:ext cx="45902" cy="43581"/>
            </a:xfrm>
            <a:custGeom>
              <a:avLst/>
              <a:gdLst/>
              <a:ahLst/>
              <a:cxnLst/>
              <a:rect l="0" t="0" r="0" b="0"/>
              <a:pathLst>
                <a:path w="45902" h="43581">
                  <a:moveTo>
                    <a:pt x="18557" y="21467"/>
                  </a:moveTo>
                  <a:lnTo>
                    <a:pt x="45902" y="0"/>
                  </a:lnTo>
                  <a:lnTo>
                    <a:pt x="0" y="4358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85" name="Candidate_density__1984">
              <a:extLst>
                <a:ext uri="{FF2B5EF4-FFF2-40B4-BE49-F238E27FC236}">
                  <a16:creationId xmlns:a16="http://schemas.microsoft.com/office/drawing/2014/main" id="{5637B043-093A-9E4B-15E3-78C9E04AD704}"/>
                </a:ext>
              </a:extLst>
            </p:cNvPr>
            <p:cNvSpPr>
              <a:spLocks noGrp="1"/>
            </p:cNvSpPr>
            <p:nvPr/>
          </p:nvSpPr>
          <p:spPr>
            <a:xfrm>
              <a:off x="4980965" y="4449918"/>
              <a:ext cx="1559084" cy="659363"/>
            </a:xfrm>
            <a:custGeom>
              <a:avLst/>
              <a:gdLst/>
              <a:ahLst/>
              <a:cxnLst/>
              <a:rect l="0" t="0" r="0" b="0"/>
              <a:pathLst>
                <a:path w="1559084" h="659363">
                  <a:moveTo>
                    <a:pt x="27301" y="577148"/>
                  </a:moveTo>
                  <a:lnTo>
                    <a:pt x="29237" y="538712"/>
                  </a:lnTo>
                  <a:lnTo>
                    <a:pt x="0" y="659363"/>
                  </a:lnTo>
                  <a:close/>
                  <a:moveTo>
                    <a:pt x="493440" y="539306"/>
                  </a:moveTo>
                  <a:lnTo>
                    <a:pt x="453629" y="605662"/>
                  </a:lnTo>
                  <a:lnTo>
                    <a:pt x="563499" y="522586"/>
                  </a:lnTo>
                  <a:close/>
                  <a:moveTo>
                    <a:pt x="536154" y="544054"/>
                  </a:moveTo>
                  <a:lnTo>
                    <a:pt x="574076" y="505617"/>
                  </a:lnTo>
                  <a:lnTo>
                    <a:pt x="563499" y="522586"/>
                  </a:lnTo>
                  <a:close/>
                  <a:moveTo>
                    <a:pt x="626528" y="384966"/>
                  </a:moveTo>
                  <a:lnTo>
                    <a:pt x="591632" y="412569"/>
                  </a:lnTo>
                  <a:lnTo>
                    <a:pt x="574076" y="505617"/>
                  </a:lnTo>
                  <a:close/>
                  <a:moveTo>
                    <a:pt x="591632" y="412569"/>
                  </a:moveTo>
                  <a:lnTo>
                    <a:pt x="626528" y="384966"/>
                  </a:lnTo>
                  <a:lnTo>
                    <a:pt x="714816" y="379273"/>
                  </a:lnTo>
                  <a:close/>
                  <a:moveTo>
                    <a:pt x="746210" y="281447"/>
                  </a:moveTo>
                  <a:lnTo>
                    <a:pt x="735087" y="346529"/>
                  </a:lnTo>
                  <a:lnTo>
                    <a:pt x="763160" y="281364"/>
                  </a:lnTo>
                  <a:close/>
                  <a:moveTo>
                    <a:pt x="1502978" y="20808"/>
                  </a:moveTo>
                  <a:lnTo>
                    <a:pt x="1559084" y="33696"/>
                  </a:lnTo>
                  <a:lnTo>
                    <a:pt x="14804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86" name="Candidate_density__1985">
              <a:extLst>
                <a:ext uri="{FF2B5EF4-FFF2-40B4-BE49-F238E27FC236}">
                  <a16:creationId xmlns:a16="http://schemas.microsoft.com/office/drawing/2014/main" id="{754D33D8-4224-9749-5D50-ACC278B2AFFF}"/>
                </a:ext>
              </a:extLst>
            </p:cNvPr>
            <p:cNvSpPr>
              <a:spLocks noGrp="1"/>
            </p:cNvSpPr>
            <p:nvPr/>
          </p:nvSpPr>
          <p:spPr>
            <a:xfrm>
              <a:off x="4858477" y="4116317"/>
              <a:ext cx="1602929" cy="888368"/>
            </a:xfrm>
            <a:custGeom>
              <a:avLst/>
              <a:gdLst/>
              <a:ahLst/>
              <a:cxnLst/>
              <a:rect l="0" t="0" r="0" b="0"/>
              <a:pathLst>
                <a:path w="1602929" h="888368">
                  <a:moveTo>
                    <a:pt x="113201" y="790098"/>
                  </a:moveTo>
                  <a:lnTo>
                    <a:pt x="119911" y="792594"/>
                  </a:lnTo>
                  <a:lnTo>
                    <a:pt x="53898" y="810464"/>
                  </a:lnTo>
                  <a:close/>
                  <a:moveTo>
                    <a:pt x="119911" y="792594"/>
                  </a:moveTo>
                  <a:lnTo>
                    <a:pt x="91706" y="888368"/>
                  </a:lnTo>
                  <a:lnTo>
                    <a:pt x="53898" y="810464"/>
                  </a:lnTo>
                  <a:close/>
                  <a:moveTo>
                    <a:pt x="17852" y="714881"/>
                  </a:moveTo>
                  <a:lnTo>
                    <a:pt x="113201" y="790098"/>
                  </a:lnTo>
                  <a:lnTo>
                    <a:pt x="38929" y="754497"/>
                  </a:lnTo>
                  <a:close/>
                  <a:moveTo>
                    <a:pt x="119911" y="792594"/>
                  </a:moveTo>
                  <a:lnTo>
                    <a:pt x="113201" y="790098"/>
                  </a:lnTo>
                  <a:lnTo>
                    <a:pt x="17852" y="714881"/>
                  </a:lnTo>
                  <a:close/>
                  <a:moveTo>
                    <a:pt x="113201" y="790098"/>
                  </a:moveTo>
                  <a:lnTo>
                    <a:pt x="123853" y="789389"/>
                  </a:lnTo>
                  <a:lnTo>
                    <a:pt x="38929" y="754497"/>
                  </a:lnTo>
                  <a:close/>
                  <a:moveTo>
                    <a:pt x="38929" y="754497"/>
                  </a:moveTo>
                  <a:lnTo>
                    <a:pt x="123853" y="789389"/>
                  </a:lnTo>
                  <a:lnTo>
                    <a:pt x="152716" y="686069"/>
                  </a:lnTo>
                  <a:close/>
                  <a:moveTo>
                    <a:pt x="38929" y="754497"/>
                  </a:moveTo>
                  <a:lnTo>
                    <a:pt x="152716" y="686069"/>
                  </a:lnTo>
                  <a:lnTo>
                    <a:pt x="77101" y="682016"/>
                  </a:lnTo>
                  <a:close/>
                  <a:moveTo>
                    <a:pt x="218232" y="669446"/>
                  </a:moveTo>
                  <a:lnTo>
                    <a:pt x="152716" y="686069"/>
                  </a:lnTo>
                  <a:lnTo>
                    <a:pt x="222015" y="670084"/>
                  </a:lnTo>
                  <a:close/>
                  <a:moveTo>
                    <a:pt x="222015" y="670084"/>
                  </a:moveTo>
                  <a:lnTo>
                    <a:pt x="152716" y="686069"/>
                  </a:lnTo>
                  <a:lnTo>
                    <a:pt x="123853" y="789389"/>
                  </a:lnTo>
                  <a:close/>
                  <a:moveTo>
                    <a:pt x="222015" y="670084"/>
                  </a:moveTo>
                  <a:lnTo>
                    <a:pt x="123853" y="789389"/>
                  </a:lnTo>
                  <a:lnTo>
                    <a:pt x="207528" y="781955"/>
                  </a:lnTo>
                  <a:close/>
                  <a:moveTo>
                    <a:pt x="64213" y="669446"/>
                  </a:moveTo>
                  <a:lnTo>
                    <a:pt x="0" y="707883"/>
                  </a:lnTo>
                  <a:lnTo>
                    <a:pt x="38929" y="754497"/>
                  </a:lnTo>
                  <a:close/>
                  <a:moveTo>
                    <a:pt x="344359" y="831398"/>
                  </a:moveTo>
                  <a:lnTo>
                    <a:pt x="343364" y="841555"/>
                  </a:lnTo>
                  <a:lnTo>
                    <a:pt x="333540" y="868282"/>
                  </a:lnTo>
                  <a:close/>
                  <a:moveTo>
                    <a:pt x="297694" y="751661"/>
                  </a:moveTo>
                  <a:lnTo>
                    <a:pt x="337979" y="821420"/>
                  </a:lnTo>
                  <a:lnTo>
                    <a:pt x="320550" y="795440"/>
                  </a:lnTo>
                  <a:close/>
                  <a:moveTo>
                    <a:pt x="349910" y="713225"/>
                  </a:moveTo>
                  <a:lnTo>
                    <a:pt x="297694" y="751661"/>
                  </a:lnTo>
                  <a:lnTo>
                    <a:pt x="320550" y="795440"/>
                  </a:lnTo>
                  <a:close/>
                  <a:moveTo>
                    <a:pt x="457818" y="795440"/>
                  </a:moveTo>
                  <a:lnTo>
                    <a:pt x="344359" y="831398"/>
                  </a:lnTo>
                  <a:lnTo>
                    <a:pt x="350349" y="751661"/>
                  </a:lnTo>
                  <a:close/>
                  <a:moveTo>
                    <a:pt x="390125" y="713225"/>
                  </a:moveTo>
                  <a:lnTo>
                    <a:pt x="457818" y="795440"/>
                  </a:lnTo>
                  <a:lnTo>
                    <a:pt x="350349" y="751661"/>
                  </a:lnTo>
                  <a:close/>
                  <a:moveTo>
                    <a:pt x="362070" y="696291"/>
                  </a:moveTo>
                  <a:lnTo>
                    <a:pt x="390125" y="713225"/>
                  </a:lnTo>
                  <a:lnTo>
                    <a:pt x="303956" y="694215"/>
                  </a:lnTo>
                  <a:close/>
                  <a:moveTo>
                    <a:pt x="157638" y="661831"/>
                  </a:moveTo>
                  <a:lnTo>
                    <a:pt x="152716" y="686069"/>
                  </a:lnTo>
                  <a:lnTo>
                    <a:pt x="218232" y="669446"/>
                  </a:lnTo>
                  <a:close/>
                  <a:moveTo>
                    <a:pt x="495992" y="713225"/>
                  </a:moveTo>
                  <a:lnTo>
                    <a:pt x="477970" y="795440"/>
                  </a:lnTo>
                  <a:lnTo>
                    <a:pt x="519259" y="757004"/>
                  </a:lnTo>
                  <a:close/>
                  <a:moveTo>
                    <a:pt x="495992" y="713225"/>
                  </a:moveTo>
                  <a:lnTo>
                    <a:pt x="519259" y="757004"/>
                  </a:lnTo>
                  <a:lnTo>
                    <a:pt x="555837" y="674788"/>
                  </a:lnTo>
                  <a:close/>
                  <a:moveTo>
                    <a:pt x="411214" y="631010"/>
                  </a:moveTo>
                  <a:lnTo>
                    <a:pt x="422981" y="645369"/>
                  </a:lnTo>
                  <a:lnTo>
                    <a:pt x="474385" y="622359"/>
                  </a:lnTo>
                  <a:close/>
                  <a:moveTo>
                    <a:pt x="411214" y="631010"/>
                  </a:moveTo>
                  <a:lnTo>
                    <a:pt x="474385" y="622359"/>
                  </a:lnTo>
                  <a:lnTo>
                    <a:pt x="429852" y="592573"/>
                  </a:lnTo>
                  <a:close/>
                  <a:moveTo>
                    <a:pt x="555837" y="674788"/>
                  </a:moveTo>
                  <a:lnTo>
                    <a:pt x="474385" y="622359"/>
                  </a:lnTo>
                  <a:lnTo>
                    <a:pt x="422981" y="645369"/>
                  </a:lnTo>
                  <a:close/>
                  <a:moveTo>
                    <a:pt x="389540" y="548794"/>
                  </a:moveTo>
                  <a:lnTo>
                    <a:pt x="411214" y="631010"/>
                  </a:lnTo>
                  <a:lnTo>
                    <a:pt x="429852" y="592573"/>
                  </a:lnTo>
                  <a:close/>
                  <a:moveTo>
                    <a:pt x="389540" y="548794"/>
                  </a:moveTo>
                  <a:lnTo>
                    <a:pt x="429852" y="592573"/>
                  </a:lnTo>
                  <a:lnTo>
                    <a:pt x="376807" y="510358"/>
                  </a:lnTo>
                  <a:close/>
                  <a:moveTo>
                    <a:pt x="686513" y="642952"/>
                  </a:moveTo>
                  <a:lnTo>
                    <a:pt x="708991" y="674788"/>
                  </a:lnTo>
                  <a:lnTo>
                    <a:pt x="683841" y="637089"/>
                  </a:lnTo>
                  <a:close/>
                  <a:moveTo>
                    <a:pt x="429852" y="592573"/>
                  </a:moveTo>
                  <a:lnTo>
                    <a:pt x="474385" y="622359"/>
                  </a:lnTo>
                  <a:lnTo>
                    <a:pt x="488375" y="574723"/>
                  </a:lnTo>
                  <a:close/>
                  <a:moveTo>
                    <a:pt x="488375" y="574723"/>
                  </a:moveTo>
                  <a:lnTo>
                    <a:pt x="474385" y="622359"/>
                  </a:lnTo>
                  <a:lnTo>
                    <a:pt x="570633" y="668533"/>
                  </a:lnTo>
                  <a:close/>
                  <a:moveTo>
                    <a:pt x="429852" y="592573"/>
                  </a:moveTo>
                  <a:lnTo>
                    <a:pt x="488375" y="574723"/>
                  </a:lnTo>
                  <a:lnTo>
                    <a:pt x="376807" y="510358"/>
                  </a:lnTo>
                  <a:close/>
                  <a:moveTo>
                    <a:pt x="553688" y="482124"/>
                  </a:moveTo>
                  <a:lnTo>
                    <a:pt x="488375" y="574723"/>
                  </a:lnTo>
                  <a:lnTo>
                    <a:pt x="578810" y="561793"/>
                  </a:lnTo>
                  <a:close/>
                  <a:moveTo>
                    <a:pt x="800350" y="703054"/>
                  </a:moveTo>
                  <a:lnTo>
                    <a:pt x="686513" y="642952"/>
                  </a:lnTo>
                  <a:lnTo>
                    <a:pt x="687686" y="633963"/>
                  </a:lnTo>
                  <a:close/>
                  <a:moveTo>
                    <a:pt x="687686" y="633963"/>
                  </a:moveTo>
                  <a:lnTo>
                    <a:pt x="715889" y="636352"/>
                  </a:lnTo>
                  <a:lnTo>
                    <a:pt x="800350" y="703054"/>
                  </a:lnTo>
                  <a:close/>
                  <a:moveTo>
                    <a:pt x="1602929" y="333601"/>
                  </a:moveTo>
                  <a:lnTo>
                    <a:pt x="1538379" y="285081"/>
                  </a:lnTo>
                  <a:lnTo>
                    <a:pt x="1468515" y="324910"/>
                  </a:lnTo>
                  <a:close/>
                  <a:moveTo>
                    <a:pt x="1459019" y="130751"/>
                  </a:moveTo>
                  <a:lnTo>
                    <a:pt x="1507878" y="193423"/>
                  </a:lnTo>
                  <a:lnTo>
                    <a:pt x="1503581" y="202866"/>
                  </a:lnTo>
                  <a:close/>
                  <a:moveTo>
                    <a:pt x="1503581" y="202866"/>
                  </a:moveTo>
                  <a:lnTo>
                    <a:pt x="1507878" y="193423"/>
                  </a:lnTo>
                  <a:lnTo>
                    <a:pt x="1459299" y="241303"/>
                  </a:lnTo>
                  <a:close/>
                  <a:moveTo>
                    <a:pt x="1459430" y="75742"/>
                  </a:moveTo>
                  <a:lnTo>
                    <a:pt x="1459019" y="130751"/>
                  </a:lnTo>
                  <a:lnTo>
                    <a:pt x="1457480" y="120652"/>
                  </a:lnTo>
                  <a:close/>
                  <a:moveTo>
                    <a:pt x="1468531" y="0"/>
                  </a:moveTo>
                  <a:lnTo>
                    <a:pt x="1460877" y="29148"/>
                  </a:lnTo>
                  <a:lnTo>
                    <a:pt x="1457480" y="120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7" name="Candidate_density__1986">
              <a:extLst>
                <a:ext uri="{FF2B5EF4-FFF2-40B4-BE49-F238E27FC236}">
                  <a16:creationId xmlns:a16="http://schemas.microsoft.com/office/drawing/2014/main" id="{2307AE6C-8449-0BF2-178F-61DE09EFA456}"/>
                </a:ext>
              </a:extLst>
            </p:cNvPr>
            <p:cNvSpPr>
              <a:spLocks noGrp="1"/>
            </p:cNvSpPr>
            <p:nvPr/>
          </p:nvSpPr>
          <p:spPr>
            <a:xfrm>
              <a:off x="4961343" y="4445178"/>
              <a:ext cx="1590500" cy="581889"/>
            </a:xfrm>
            <a:custGeom>
              <a:avLst/>
              <a:gdLst/>
              <a:ahLst/>
              <a:cxnLst/>
              <a:rect l="0" t="0" r="0" b="0"/>
              <a:pathLst>
                <a:path w="1590500" h="581889">
                  <a:moveTo>
                    <a:pt x="48859" y="543453"/>
                  </a:moveTo>
                  <a:lnTo>
                    <a:pt x="46922" y="581889"/>
                  </a:lnTo>
                  <a:lnTo>
                    <a:pt x="17044" y="463733"/>
                  </a:lnTo>
                  <a:close/>
                  <a:moveTo>
                    <a:pt x="47164" y="539339"/>
                  </a:moveTo>
                  <a:lnTo>
                    <a:pt x="10334" y="461238"/>
                  </a:lnTo>
                  <a:lnTo>
                    <a:pt x="0" y="449489"/>
                  </a:lnTo>
                  <a:close/>
                  <a:moveTo>
                    <a:pt x="47164" y="539339"/>
                  </a:moveTo>
                  <a:lnTo>
                    <a:pt x="48859" y="543453"/>
                  </a:lnTo>
                  <a:lnTo>
                    <a:pt x="104661" y="453095"/>
                  </a:lnTo>
                  <a:close/>
                  <a:moveTo>
                    <a:pt x="31387" y="251889"/>
                  </a:moveTo>
                  <a:lnTo>
                    <a:pt x="115366" y="340586"/>
                  </a:lnTo>
                  <a:lnTo>
                    <a:pt x="36680" y="258371"/>
                  </a:lnTo>
                  <a:close/>
                  <a:moveTo>
                    <a:pt x="583647" y="314092"/>
                  </a:moveTo>
                  <a:lnTo>
                    <a:pt x="646149" y="389707"/>
                  </a:lnTo>
                  <a:lnTo>
                    <a:pt x="606124" y="345928"/>
                  </a:lnTo>
                  <a:close/>
                  <a:moveTo>
                    <a:pt x="446744" y="143061"/>
                  </a:moveTo>
                  <a:lnTo>
                    <a:pt x="399975" y="184690"/>
                  </a:lnTo>
                  <a:lnTo>
                    <a:pt x="450822" y="153264"/>
                  </a:lnTo>
                  <a:close/>
                  <a:moveTo>
                    <a:pt x="412781" y="23506"/>
                  </a:moveTo>
                  <a:lnTo>
                    <a:pt x="409041" y="126639"/>
                  </a:lnTo>
                  <a:lnTo>
                    <a:pt x="446744" y="143061"/>
                  </a:lnTo>
                  <a:close/>
                  <a:moveTo>
                    <a:pt x="1578706" y="38437"/>
                  </a:moveTo>
                  <a:lnTo>
                    <a:pt x="1590500" y="0"/>
                  </a:lnTo>
                  <a:lnTo>
                    <a:pt x="1500062" y="474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88" name="Candidate_density__1987">
              <a:extLst>
                <a:ext uri="{FF2B5EF4-FFF2-40B4-BE49-F238E27FC236}">
                  <a16:creationId xmlns:a16="http://schemas.microsoft.com/office/drawing/2014/main" id="{6D277F4A-32BD-00B8-6B40-4BDE320BD5F2}"/>
                </a:ext>
              </a:extLst>
            </p:cNvPr>
            <p:cNvSpPr>
              <a:spLocks noGrp="1"/>
            </p:cNvSpPr>
            <p:nvPr/>
          </p:nvSpPr>
          <p:spPr>
            <a:xfrm>
              <a:off x="4796851" y="4432194"/>
              <a:ext cx="1664554" cy="556436"/>
            </a:xfrm>
            <a:custGeom>
              <a:avLst/>
              <a:gdLst/>
              <a:ahLst/>
              <a:cxnLst/>
              <a:rect l="0" t="0" r="0" b="0"/>
              <a:pathLst>
                <a:path w="1664554" h="556436">
                  <a:moveTo>
                    <a:pt x="264444" y="494064"/>
                  </a:moveTo>
                  <a:lnTo>
                    <a:pt x="213350" y="556436"/>
                  </a:lnTo>
                  <a:lnTo>
                    <a:pt x="181536" y="476717"/>
                  </a:lnTo>
                  <a:close/>
                  <a:moveTo>
                    <a:pt x="123248" y="424012"/>
                  </a:moveTo>
                  <a:lnTo>
                    <a:pt x="181536" y="476717"/>
                  </a:lnTo>
                  <a:lnTo>
                    <a:pt x="79477" y="399005"/>
                  </a:lnTo>
                  <a:close/>
                  <a:moveTo>
                    <a:pt x="61625" y="392006"/>
                  </a:moveTo>
                  <a:lnTo>
                    <a:pt x="79477" y="399005"/>
                  </a:lnTo>
                  <a:lnTo>
                    <a:pt x="100554" y="438621"/>
                  </a:lnTo>
                  <a:close/>
                  <a:moveTo>
                    <a:pt x="185478" y="473513"/>
                  </a:moveTo>
                  <a:lnTo>
                    <a:pt x="174826" y="474221"/>
                  </a:lnTo>
                  <a:lnTo>
                    <a:pt x="211656" y="552323"/>
                  </a:lnTo>
                  <a:close/>
                  <a:moveTo>
                    <a:pt x="269153" y="466079"/>
                  </a:moveTo>
                  <a:lnTo>
                    <a:pt x="213350" y="556436"/>
                  </a:lnTo>
                  <a:lnTo>
                    <a:pt x="264444" y="494064"/>
                  </a:lnTo>
                  <a:close/>
                  <a:moveTo>
                    <a:pt x="185478" y="473513"/>
                  </a:moveTo>
                  <a:lnTo>
                    <a:pt x="211656" y="552323"/>
                  </a:lnTo>
                  <a:lnTo>
                    <a:pt x="269153" y="466079"/>
                  </a:lnTo>
                  <a:close/>
                  <a:moveTo>
                    <a:pt x="125838" y="353570"/>
                  </a:moveTo>
                  <a:lnTo>
                    <a:pt x="0" y="302934"/>
                  </a:lnTo>
                  <a:lnTo>
                    <a:pt x="12925" y="309791"/>
                  </a:lnTo>
                  <a:close/>
                  <a:moveTo>
                    <a:pt x="125838" y="353570"/>
                  </a:moveTo>
                  <a:lnTo>
                    <a:pt x="12925" y="309791"/>
                  </a:lnTo>
                  <a:lnTo>
                    <a:pt x="61625" y="392006"/>
                  </a:lnTo>
                  <a:close/>
                  <a:moveTo>
                    <a:pt x="279858" y="353570"/>
                  </a:moveTo>
                  <a:lnTo>
                    <a:pt x="283640" y="354208"/>
                  </a:lnTo>
                  <a:lnTo>
                    <a:pt x="201172" y="271354"/>
                  </a:lnTo>
                  <a:close/>
                  <a:moveTo>
                    <a:pt x="138677" y="350877"/>
                  </a:moveTo>
                  <a:lnTo>
                    <a:pt x="219263" y="345954"/>
                  </a:lnTo>
                  <a:lnTo>
                    <a:pt x="195879" y="264873"/>
                  </a:lnTo>
                  <a:close/>
                  <a:moveTo>
                    <a:pt x="195879" y="264873"/>
                  </a:moveTo>
                  <a:lnTo>
                    <a:pt x="219263" y="345954"/>
                  </a:lnTo>
                  <a:lnTo>
                    <a:pt x="279858" y="353570"/>
                  </a:lnTo>
                  <a:close/>
                  <a:moveTo>
                    <a:pt x="615313" y="166248"/>
                  </a:moveTo>
                  <a:lnTo>
                    <a:pt x="564467" y="197674"/>
                  </a:lnTo>
                  <a:lnTo>
                    <a:pt x="550000" y="258847"/>
                  </a:lnTo>
                  <a:close/>
                  <a:moveTo>
                    <a:pt x="640435" y="245917"/>
                  </a:moveTo>
                  <a:lnTo>
                    <a:pt x="716448" y="244711"/>
                  </a:lnTo>
                  <a:lnTo>
                    <a:pt x="615313" y="166248"/>
                  </a:lnTo>
                  <a:close/>
                  <a:moveTo>
                    <a:pt x="438432" y="194482"/>
                  </a:moveTo>
                  <a:lnTo>
                    <a:pt x="440206" y="187423"/>
                  </a:lnTo>
                  <a:lnTo>
                    <a:pt x="429722" y="95854"/>
                  </a:lnTo>
                  <a:close/>
                  <a:moveTo>
                    <a:pt x="564467" y="197674"/>
                  </a:moveTo>
                  <a:lnTo>
                    <a:pt x="611236" y="156045"/>
                  </a:lnTo>
                  <a:lnTo>
                    <a:pt x="573533" y="139622"/>
                  </a:lnTo>
                  <a:close/>
                  <a:moveTo>
                    <a:pt x="1530140" y="9034"/>
                  </a:moveTo>
                  <a:lnTo>
                    <a:pt x="1528651" y="8549"/>
                  </a:lnTo>
                  <a:lnTo>
                    <a:pt x="1557040" y="46151"/>
                  </a:lnTo>
                  <a:close/>
                  <a:moveTo>
                    <a:pt x="1528651" y="8549"/>
                  </a:moveTo>
                  <a:lnTo>
                    <a:pt x="1527724" y="0"/>
                  </a:lnTo>
                  <a:lnTo>
                    <a:pt x="1556889" y="46078"/>
                  </a:lnTo>
                  <a:close/>
                  <a:moveTo>
                    <a:pt x="1618610" y="61148"/>
                  </a:moveTo>
                  <a:lnTo>
                    <a:pt x="1664554" y="17725"/>
                  </a:lnTo>
                  <a:lnTo>
                    <a:pt x="1530140" y="903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89" name="Candidate_density__1988">
              <a:extLst>
                <a:ext uri="{FF2B5EF4-FFF2-40B4-BE49-F238E27FC236}">
                  <a16:creationId xmlns:a16="http://schemas.microsoft.com/office/drawing/2014/main" id="{BF691225-E874-3D9F-CC47-C05AF8927BDF}"/>
                </a:ext>
              </a:extLst>
            </p:cNvPr>
            <p:cNvSpPr>
              <a:spLocks noGrp="1"/>
            </p:cNvSpPr>
            <p:nvPr/>
          </p:nvSpPr>
          <p:spPr>
            <a:xfrm>
              <a:off x="5156170" y="4198532"/>
              <a:ext cx="1240686" cy="749183"/>
            </a:xfrm>
            <a:custGeom>
              <a:avLst/>
              <a:gdLst/>
              <a:ahLst/>
              <a:cxnLst/>
              <a:rect l="0" t="0" r="0" b="0"/>
              <a:pathLst>
                <a:path w="1240686" h="749183">
                  <a:moveTo>
                    <a:pt x="64376" y="614076"/>
                  </a:moveTo>
                  <a:lnTo>
                    <a:pt x="0" y="669446"/>
                  </a:lnTo>
                  <a:lnTo>
                    <a:pt x="52216" y="631010"/>
                  </a:lnTo>
                  <a:close/>
                  <a:moveTo>
                    <a:pt x="64376" y="614076"/>
                  </a:moveTo>
                  <a:lnTo>
                    <a:pt x="6262" y="612000"/>
                  </a:lnTo>
                  <a:lnTo>
                    <a:pt x="0" y="669446"/>
                  </a:lnTo>
                  <a:close/>
                  <a:moveTo>
                    <a:pt x="52656" y="669446"/>
                  </a:moveTo>
                  <a:lnTo>
                    <a:pt x="46665" y="749183"/>
                  </a:lnTo>
                  <a:lnTo>
                    <a:pt x="40285" y="739205"/>
                  </a:lnTo>
                  <a:close/>
                  <a:moveTo>
                    <a:pt x="272939" y="586318"/>
                  </a:moveTo>
                  <a:lnTo>
                    <a:pt x="176691" y="540144"/>
                  </a:lnTo>
                  <a:lnTo>
                    <a:pt x="258143" y="592573"/>
                  </a:lnTo>
                  <a:close/>
                  <a:moveTo>
                    <a:pt x="281116" y="479578"/>
                  </a:moveTo>
                  <a:lnTo>
                    <a:pt x="190681" y="492508"/>
                  </a:lnTo>
                  <a:lnTo>
                    <a:pt x="272939" y="586318"/>
                  </a:lnTo>
                  <a:close/>
                  <a:moveTo>
                    <a:pt x="272939" y="586318"/>
                  </a:moveTo>
                  <a:lnTo>
                    <a:pt x="386147" y="554875"/>
                  </a:lnTo>
                  <a:lnTo>
                    <a:pt x="357130" y="478373"/>
                  </a:lnTo>
                  <a:close/>
                  <a:moveTo>
                    <a:pt x="272939" y="586318"/>
                  </a:moveTo>
                  <a:lnTo>
                    <a:pt x="357130" y="478373"/>
                  </a:lnTo>
                  <a:lnTo>
                    <a:pt x="281116" y="479578"/>
                  </a:lnTo>
                  <a:close/>
                  <a:moveTo>
                    <a:pt x="388820" y="560738"/>
                  </a:moveTo>
                  <a:lnTo>
                    <a:pt x="395898" y="515701"/>
                  </a:lnTo>
                  <a:lnTo>
                    <a:pt x="389993" y="551748"/>
                  </a:lnTo>
                  <a:close/>
                  <a:moveTo>
                    <a:pt x="418195" y="554137"/>
                  </a:moveTo>
                  <a:lnTo>
                    <a:pt x="389993" y="551748"/>
                  </a:lnTo>
                  <a:lnTo>
                    <a:pt x="369516" y="468303"/>
                  </a:lnTo>
                  <a:close/>
                  <a:moveTo>
                    <a:pt x="369516" y="468303"/>
                  </a:moveTo>
                  <a:lnTo>
                    <a:pt x="389993" y="551748"/>
                  </a:lnTo>
                  <a:lnTo>
                    <a:pt x="324975" y="443922"/>
                  </a:lnTo>
                  <a:close/>
                  <a:moveTo>
                    <a:pt x="799981" y="337762"/>
                  </a:moveTo>
                  <a:lnTo>
                    <a:pt x="752432" y="356612"/>
                  </a:lnTo>
                  <a:lnTo>
                    <a:pt x="817229" y="346688"/>
                  </a:lnTo>
                  <a:close/>
                  <a:moveTo>
                    <a:pt x="1170821" y="242695"/>
                  </a:moveTo>
                  <a:lnTo>
                    <a:pt x="1168118" y="241303"/>
                  </a:lnTo>
                  <a:lnTo>
                    <a:pt x="1169333" y="242211"/>
                  </a:lnTo>
                  <a:close/>
                  <a:moveTo>
                    <a:pt x="1168405" y="233662"/>
                  </a:moveTo>
                  <a:lnTo>
                    <a:pt x="1169333" y="242211"/>
                  </a:lnTo>
                  <a:lnTo>
                    <a:pt x="1168118" y="241303"/>
                  </a:lnTo>
                  <a:close/>
                  <a:moveTo>
                    <a:pt x="1168118" y="241303"/>
                  </a:moveTo>
                  <a:lnTo>
                    <a:pt x="1170821" y="242695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68118" y="241303"/>
                  </a:lnTo>
                  <a:lnTo>
                    <a:pt x="1171474" y="240469"/>
                  </a:lnTo>
                  <a:close/>
                  <a:moveTo>
                    <a:pt x="1170821" y="242695"/>
                  </a:moveTo>
                  <a:lnTo>
                    <a:pt x="1240686" y="202867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71474" y="240469"/>
                  </a:lnTo>
                  <a:lnTo>
                    <a:pt x="1161605" y="159088"/>
                  </a:lnTo>
                  <a:close/>
                  <a:moveTo>
                    <a:pt x="1161605" y="159088"/>
                  </a:moveTo>
                  <a:lnTo>
                    <a:pt x="1171474" y="240469"/>
                  </a:lnTo>
                  <a:lnTo>
                    <a:pt x="1240686" y="202867"/>
                  </a:lnTo>
                  <a:close/>
                  <a:moveTo>
                    <a:pt x="1161605" y="159088"/>
                  </a:moveTo>
                  <a:lnTo>
                    <a:pt x="1240686" y="202867"/>
                  </a:lnTo>
                  <a:lnTo>
                    <a:pt x="1205887" y="120651"/>
                  </a:lnTo>
                  <a:close/>
                  <a:moveTo>
                    <a:pt x="1205887" y="120651"/>
                  </a:moveTo>
                  <a:lnTo>
                    <a:pt x="1184105" y="77158"/>
                  </a:lnTo>
                  <a:lnTo>
                    <a:pt x="1161325" y="48536"/>
                  </a:lnTo>
                  <a:close/>
                  <a:moveTo>
                    <a:pt x="1159786" y="38437"/>
                  </a:moveTo>
                  <a:lnTo>
                    <a:pt x="1161325" y="48536"/>
                  </a:lnTo>
                  <a:lnTo>
                    <a:pt x="1184105" y="77158"/>
                  </a:lnTo>
                  <a:close/>
                  <a:moveTo>
                    <a:pt x="1205555" y="0"/>
                  </a:moveTo>
                  <a:lnTo>
                    <a:pt x="1159786" y="38437"/>
                  </a:lnTo>
                  <a:lnTo>
                    <a:pt x="1184105" y="77158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90" name="Candidate_density__1989">
              <a:extLst>
                <a:ext uri="{FF2B5EF4-FFF2-40B4-BE49-F238E27FC236}">
                  <a16:creationId xmlns:a16="http://schemas.microsoft.com/office/drawing/2014/main" id="{59D509FC-5303-2AF2-7E45-3633B24FDA55}"/>
                </a:ext>
              </a:extLst>
            </p:cNvPr>
            <p:cNvSpPr>
              <a:spLocks noGrp="1"/>
            </p:cNvSpPr>
            <p:nvPr/>
          </p:nvSpPr>
          <p:spPr>
            <a:xfrm>
              <a:off x="5017871" y="3960278"/>
              <a:ext cx="1533972" cy="1028946"/>
            </a:xfrm>
            <a:custGeom>
              <a:avLst/>
              <a:gdLst/>
              <a:ahLst/>
              <a:cxnLst/>
              <a:rect l="0" t="0" r="0" b="0"/>
              <a:pathLst>
                <a:path w="1533972" h="1028946">
                  <a:moveTo>
                    <a:pt x="534314" y="985291"/>
                  </a:moveTo>
                  <a:lnTo>
                    <a:pt x="456534" y="1028946"/>
                  </a:lnTo>
                  <a:lnTo>
                    <a:pt x="526593" y="1012226"/>
                  </a:lnTo>
                  <a:close/>
                  <a:moveTo>
                    <a:pt x="534314" y="985291"/>
                  </a:moveTo>
                  <a:lnTo>
                    <a:pt x="467175" y="979281"/>
                  </a:lnTo>
                  <a:lnTo>
                    <a:pt x="456534" y="1028946"/>
                  </a:lnTo>
                  <a:close/>
                  <a:moveTo>
                    <a:pt x="534314" y="985291"/>
                  </a:moveTo>
                  <a:lnTo>
                    <a:pt x="526593" y="1012226"/>
                  </a:lnTo>
                  <a:lnTo>
                    <a:pt x="537169" y="995257"/>
                  </a:lnTo>
                  <a:close/>
                  <a:moveTo>
                    <a:pt x="537169" y="995257"/>
                  </a:moveTo>
                  <a:lnTo>
                    <a:pt x="554726" y="902209"/>
                  </a:lnTo>
                  <a:lnTo>
                    <a:pt x="534314" y="985291"/>
                  </a:lnTo>
                  <a:close/>
                  <a:moveTo>
                    <a:pt x="589622" y="874606"/>
                  </a:moveTo>
                  <a:lnTo>
                    <a:pt x="527119" y="798991"/>
                  </a:lnTo>
                  <a:lnTo>
                    <a:pt x="640956" y="859092"/>
                  </a:lnTo>
                  <a:close/>
                  <a:moveTo>
                    <a:pt x="31443" y="216885"/>
                  </a:moveTo>
                  <a:lnTo>
                    <a:pt x="26660" y="194214"/>
                  </a:lnTo>
                  <a:lnTo>
                    <a:pt x="0" y="221469"/>
                  </a:lnTo>
                  <a:close/>
                  <a:moveTo>
                    <a:pt x="1466072" y="510448"/>
                  </a:moveTo>
                  <a:lnTo>
                    <a:pt x="1443535" y="489640"/>
                  </a:lnTo>
                  <a:lnTo>
                    <a:pt x="1397591" y="533063"/>
                  </a:lnTo>
                  <a:close/>
                  <a:moveTo>
                    <a:pt x="1533972" y="484899"/>
                  </a:moveTo>
                  <a:lnTo>
                    <a:pt x="1522178" y="523336"/>
                  </a:lnTo>
                  <a:lnTo>
                    <a:pt x="1527931" y="526527"/>
                  </a:lnTo>
                  <a:close/>
                  <a:moveTo>
                    <a:pt x="1487622" y="238254"/>
                  </a:moveTo>
                  <a:lnTo>
                    <a:pt x="1500566" y="199817"/>
                  </a:lnTo>
                  <a:lnTo>
                    <a:pt x="1511741" y="320469"/>
                  </a:lnTo>
                  <a:close/>
                  <a:moveTo>
                    <a:pt x="1480684" y="0"/>
                  </a:moveTo>
                  <a:lnTo>
                    <a:pt x="1501550" y="117602"/>
                  </a:lnTo>
                  <a:lnTo>
                    <a:pt x="1481738" y="3538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91" name="Candidate_density__1990">
              <a:extLst>
                <a:ext uri="{FF2B5EF4-FFF2-40B4-BE49-F238E27FC236}">
                  <a16:creationId xmlns:a16="http://schemas.microsoft.com/office/drawing/2014/main" id="{21AF397B-08C0-8073-F76F-A5D5354073CB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3407"/>
              <a:ext cx="130677" cy="37699"/>
            </a:xfrm>
            <a:custGeom>
              <a:avLst/>
              <a:gdLst/>
              <a:ahLst/>
              <a:cxnLst/>
              <a:rect l="0" t="0" r="0" b="0"/>
              <a:pathLst>
                <a:path w="130677" h="37699">
                  <a:moveTo>
                    <a:pt x="0" y="37699"/>
                  </a:moveTo>
                  <a:lnTo>
                    <a:pt x="63970" y="35117"/>
                  </a:lnTo>
                  <a:lnTo>
                    <a:pt x="14797" y="31443"/>
                  </a:lnTo>
                  <a:close/>
                  <a:moveTo>
                    <a:pt x="128004" y="0"/>
                  </a:moveTo>
                  <a:lnTo>
                    <a:pt x="14797" y="31443"/>
                  </a:lnTo>
                  <a:lnTo>
                    <a:pt x="130677" y="5863"/>
                  </a:lnTo>
                  <a:close/>
                  <a:moveTo>
                    <a:pt x="14797" y="31443"/>
                  </a:moveTo>
                  <a:lnTo>
                    <a:pt x="63970" y="35117"/>
                  </a:lnTo>
                  <a:lnTo>
                    <a:pt x="130677" y="5863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1992" name="Candidate_density__1991">
              <a:extLst>
                <a:ext uri="{FF2B5EF4-FFF2-40B4-BE49-F238E27FC236}">
                  <a16:creationId xmlns:a16="http://schemas.microsoft.com/office/drawing/2014/main" id="{0B37F47C-D7A7-736D-2274-6027A25E2C0C}"/>
                </a:ext>
              </a:extLst>
            </p:cNvPr>
            <p:cNvSpPr>
              <a:spLocks noGrp="1"/>
            </p:cNvSpPr>
            <p:nvPr/>
          </p:nvSpPr>
          <p:spPr>
            <a:xfrm>
              <a:off x="4707195" y="3667619"/>
              <a:ext cx="1896209" cy="1678360"/>
            </a:xfrm>
            <a:custGeom>
              <a:avLst/>
              <a:gdLst/>
              <a:ahLst/>
              <a:cxnLst/>
              <a:rect l="0" t="0" r="0" b="0"/>
              <a:pathLst>
                <a:path w="1896209" h="1678360">
                  <a:moveTo>
                    <a:pt x="328718" y="1649872"/>
                  </a:moveTo>
                  <a:lnTo>
                    <a:pt x="326945" y="1650969"/>
                  </a:lnTo>
                  <a:lnTo>
                    <a:pt x="349169" y="1678360"/>
                  </a:lnTo>
                  <a:close/>
                  <a:moveTo>
                    <a:pt x="0" y="979715"/>
                  </a:moveTo>
                  <a:lnTo>
                    <a:pt x="70889" y="1035930"/>
                  </a:lnTo>
                  <a:lnTo>
                    <a:pt x="50544" y="1023119"/>
                  </a:lnTo>
                  <a:close/>
                  <a:moveTo>
                    <a:pt x="554267" y="1611436"/>
                  </a:moveTo>
                  <a:lnTo>
                    <a:pt x="573244" y="1517283"/>
                  </a:lnTo>
                  <a:lnTo>
                    <a:pt x="539479" y="1490784"/>
                  </a:lnTo>
                  <a:close/>
                  <a:moveTo>
                    <a:pt x="573244" y="1517283"/>
                  </a:moveTo>
                  <a:lnTo>
                    <a:pt x="623762" y="1529220"/>
                  </a:lnTo>
                  <a:lnTo>
                    <a:pt x="591835" y="1438428"/>
                  </a:lnTo>
                  <a:close/>
                  <a:moveTo>
                    <a:pt x="244292" y="1002385"/>
                  </a:moveTo>
                  <a:lnTo>
                    <a:pt x="227183" y="997493"/>
                  </a:lnTo>
                  <a:lnTo>
                    <a:pt x="184505" y="1030119"/>
                  </a:lnTo>
                  <a:close/>
                  <a:moveTo>
                    <a:pt x="228333" y="1115452"/>
                  </a:moveTo>
                  <a:lnTo>
                    <a:pt x="285535" y="1029448"/>
                  </a:lnTo>
                  <a:lnTo>
                    <a:pt x="244292" y="1002385"/>
                  </a:lnTo>
                  <a:close/>
                  <a:moveTo>
                    <a:pt x="244292" y="1002385"/>
                  </a:moveTo>
                  <a:lnTo>
                    <a:pt x="185352" y="969831"/>
                  </a:lnTo>
                  <a:lnTo>
                    <a:pt x="227183" y="997493"/>
                  </a:lnTo>
                  <a:close/>
                  <a:moveTo>
                    <a:pt x="725066" y="1408569"/>
                  </a:moveTo>
                  <a:lnTo>
                    <a:pt x="727250" y="1370132"/>
                  </a:lnTo>
                  <a:lnTo>
                    <a:pt x="709506" y="1384520"/>
                  </a:lnTo>
                  <a:close/>
                  <a:moveTo>
                    <a:pt x="777850" y="1271941"/>
                  </a:moveTo>
                  <a:lnTo>
                    <a:pt x="727250" y="1370132"/>
                  </a:lnTo>
                  <a:lnTo>
                    <a:pt x="767209" y="1321606"/>
                  </a:lnTo>
                  <a:close/>
                  <a:moveTo>
                    <a:pt x="777850" y="1271941"/>
                  </a:moveTo>
                  <a:lnTo>
                    <a:pt x="844989" y="1277950"/>
                  </a:lnTo>
                  <a:lnTo>
                    <a:pt x="798707" y="1224167"/>
                  </a:lnTo>
                  <a:close/>
                  <a:moveTo>
                    <a:pt x="844989" y="1277950"/>
                  </a:moveTo>
                  <a:lnTo>
                    <a:pt x="865402" y="1194869"/>
                  </a:lnTo>
                  <a:lnTo>
                    <a:pt x="798707" y="1224167"/>
                  </a:lnTo>
                  <a:close/>
                  <a:moveTo>
                    <a:pt x="865402" y="1194869"/>
                  </a:moveTo>
                  <a:lnTo>
                    <a:pt x="918389" y="1177777"/>
                  </a:lnTo>
                  <a:lnTo>
                    <a:pt x="798707" y="1224167"/>
                  </a:lnTo>
                  <a:close/>
                  <a:moveTo>
                    <a:pt x="666929" y="801065"/>
                  </a:moveTo>
                  <a:lnTo>
                    <a:pt x="602257" y="831787"/>
                  </a:lnTo>
                  <a:lnTo>
                    <a:pt x="581950" y="909651"/>
                  </a:lnTo>
                  <a:close/>
                  <a:moveTo>
                    <a:pt x="666929" y="801065"/>
                  </a:moveTo>
                  <a:lnTo>
                    <a:pt x="581950" y="909651"/>
                  </a:lnTo>
                  <a:lnTo>
                    <a:pt x="663189" y="904198"/>
                  </a:lnTo>
                  <a:close/>
                  <a:moveTo>
                    <a:pt x="505593" y="838405"/>
                  </a:moveTo>
                  <a:lnTo>
                    <a:pt x="506308" y="810463"/>
                  </a:lnTo>
                  <a:lnTo>
                    <a:pt x="461556" y="746753"/>
                  </a:lnTo>
                  <a:close/>
                  <a:moveTo>
                    <a:pt x="295922" y="509545"/>
                  </a:moveTo>
                  <a:lnTo>
                    <a:pt x="310676" y="514129"/>
                  </a:lnTo>
                  <a:lnTo>
                    <a:pt x="337335" y="486874"/>
                  </a:lnTo>
                  <a:close/>
                  <a:moveTo>
                    <a:pt x="307143" y="500919"/>
                  </a:moveTo>
                  <a:lnTo>
                    <a:pt x="295922" y="509545"/>
                  </a:lnTo>
                  <a:lnTo>
                    <a:pt x="337335" y="486874"/>
                  </a:lnTo>
                  <a:close/>
                  <a:moveTo>
                    <a:pt x="935264" y="1104466"/>
                  </a:moveTo>
                  <a:lnTo>
                    <a:pt x="918389" y="1177777"/>
                  </a:lnTo>
                  <a:lnTo>
                    <a:pt x="1006372" y="1107249"/>
                  </a:lnTo>
                  <a:close/>
                  <a:moveTo>
                    <a:pt x="1006372" y="1107249"/>
                  </a:moveTo>
                  <a:lnTo>
                    <a:pt x="1019979" y="1063746"/>
                  </a:lnTo>
                  <a:lnTo>
                    <a:pt x="946711" y="1068465"/>
                  </a:lnTo>
                  <a:close/>
                  <a:moveTo>
                    <a:pt x="1883807" y="739122"/>
                  </a:moveTo>
                  <a:lnTo>
                    <a:pt x="1844648" y="777559"/>
                  </a:lnTo>
                  <a:lnTo>
                    <a:pt x="1896209" y="819349"/>
                  </a:lnTo>
                  <a:close/>
                  <a:moveTo>
                    <a:pt x="1791359" y="292660"/>
                  </a:moveTo>
                  <a:lnTo>
                    <a:pt x="1802459" y="383728"/>
                  </a:lnTo>
                  <a:lnTo>
                    <a:pt x="1812225" y="410262"/>
                  </a:lnTo>
                  <a:close/>
                  <a:moveTo>
                    <a:pt x="1802599" y="183430"/>
                  </a:moveTo>
                  <a:lnTo>
                    <a:pt x="1800739" y="95454"/>
                  </a:lnTo>
                  <a:lnTo>
                    <a:pt x="1735076" y="128608"/>
                  </a:lnTo>
                  <a:close/>
                  <a:moveTo>
                    <a:pt x="1801289" y="84403"/>
                  </a:moveTo>
                  <a:lnTo>
                    <a:pt x="1735076" y="128608"/>
                  </a:lnTo>
                  <a:lnTo>
                    <a:pt x="1800739" y="95454"/>
                  </a:lnTo>
                  <a:close/>
                  <a:moveTo>
                    <a:pt x="1740554" y="73187"/>
                  </a:moveTo>
                  <a:lnTo>
                    <a:pt x="1801289" y="84403"/>
                  </a:lnTo>
                  <a:lnTo>
                    <a:pt x="178199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93" name="Candidate_density__1992">
              <a:extLst>
                <a:ext uri="{FF2B5EF4-FFF2-40B4-BE49-F238E27FC236}">
                  <a16:creationId xmlns:a16="http://schemas.microsoft.com/office/drawing/2014/main" id="{2D93D031-9F3B-0927-9299-3C6C0669AB97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98192"/>
              <a:ext cx="1779771" cy="1620396"/>
            </a:xfrm>
            <a:custGeom>
              <a:avLst/>
              <a:gdLst/>
              <a:ahLst/>
              <a:cxnLst/>
              <a:rect l="0" t="0" r="0" b="0"/>
              <a:pathLst>
                <a:path w="1779771" h="1620396">
                  <a:moveTo>
                    <a:pt x="227363" y="1575521"/>
                  </a:moveTo>
                  <a:lnTo>
                    <a:pt x="256056" y="1620396"/>
                  </a:lnTo>
                  <a:lnTo>
                    <a:pt x="257829" y="1619299"/>
                  </a:lnTo>
                  <a:close/>
                  <a:moveTo>
                    <a:pt x="174833" y="1471111"/>
                  </a:moveTo>
                  <a:lnTo>
                    <a:pt x="224702" y="1503168"/>
                  </a:lnTo>
                  <a:lnTo>
                    <a:pt x="221429" y="1537084"/>
                  </a:lnTo>
                  <a:close/>
                  <a:moveTo>
                    <a:pt x="171896" y="1454869"/>
                  </a:moveTo>
                  <a:lnTo>
                    <a:pt x="159204" y="1383725"/>
                  </a:lnTo>
                  <a:lnTo>
                    <a:pt x="174833" y="1471111"/>
                  </a:lnTo>
                  <a:close/>
                  <a:moveTo>
                    <a:pt x="183259" y="1196475"/>
                  </a:moveTo>
                  <a:lnTo>
                    <a:pt x="193593" y="1208224"/>
                  </a:lnTo>
                  <a:lnTo>
                    <a:pt x="134290" y="1228590"/>
                  </a:lnTo>
                  <a:close/>
                  <a:moveTo>
                    <a:pt x="71196" y="1056148"/>
                  </a:moveTo>
                  <a:lnTo>
                    <a:pt x="18767" y="1036937"/>
                  </a:lnTo>
                  <a:lnTo>
                    <a:pt x="144605" y="1087572"/>
                  </a:lnTo>
                  <a:close/>
                  <a:moveTo>
                    <a:pt x="0" y="1005357"/>
                  </a:moveTo>
                  <a:lnTo>
                    <a:pt x="18767" y="1036937"/>
                  </a:lnTo>
                  <a:lnTo>
                    <a:pt x="71196" y="1056148"/>
                  </a:lnTo>
                  <a:close/>
                  <a:moveTo>
                    <a:pt x="397202" y="1439057"/>
                  </a:moveTo>
                  <a:lnTo>
                    <a:pt x="372827" y="1416432"/>
                  </a:lnTo>
                  <a:lnTo>
                    <a:pt x="458114" y="1451593"/>
                  </a:lnTo>
                  <a:close/>
                  <a:moveTo>
                    <a:pt x="397202" y="1439057"/>
                  </a:moveTo>
                  <a:lnTo>
                    <a:pt x="458114" y="1451593"/>
                  </a:lnTo>
                  <a:lnTo>
                    <a:pt x="502355" y="1486710"/>
                  </a:lnTo>
                  <a:close/>
                  <a:moveTo>
                    <a:pt x="502355" y="1486710"/>
                  </a:moveTo>
                  <a:lnTo>
                    <a:pt x="520946" y="1407854"/>
                  </a:lnTo>
                  <a:lnTo>
                    <a:pt x="486751" y="1377996"/>
                  </a:lnTo>
                  <a:close/>
                  <a:moveTo>
                    <a:pt x="71196" y="1056148"/>
                  </a:moveTo>
                  <a:lnTo>
                    <a:pt x="144605" y="1087572"/>
                  </a:lnTo>
                  <a:lnTo>
                    <a:pt x="113616" y="999546"/>
                  </a:lnTo>
                  <a:close/>
                  <a:moveTo>
                    <a:pt x="113616" y="999546"/>
                  </a:moveTo>
                  <a:lnTo>
                    <a:pt x="144605" y="1087572"/>
                  </a:lnTo>
                  <a:lnTo>
                    <a:pt x="173403" y="971812"/>
                  </a:lnTo>
                  <a:close/>
                  <a:moveTo>
                    <a:pt x="173403" y="971812"/>
                  </a:moveTo>
                  <a:lnTo>
                    <a:pt x="144605" y="1087572"/>
                  </a:lnTo>
                  <a:lnTo>
                    <a:pt x="157444" y="1084879"/>
                  </a:lnTo>
                  <a:close/>
                  <a:moveTo>
                    <a:pt x="238030" y="1079956"/>
                  </a:moveTo>
                  <a:lnTo>
                    <a:pt x="157494" y="1100142"/>
                  </a:lnTo>
                  <a:lnTo>
                    <a:pt x="233108" y="1104194"/>
                  </a:lnTo>
                  <a:close/>
                  <a:moveTo>
                    <a:pt x="638617" y="1353947"/>
                  </a:moveTo>
                  <a:lnTo>
                    <a:pt x="607246" y="1339559"/>
                  </a:lnTo>
                  <a:lnTo>
                    <a:pt x="520946" y="1407854"/>
                  </a:lnTo>
                  <a:close/>
                  <a:moveTo>
                    <a:pt x="604886" y="1443033"/>
                  </a:moveTo>
                  <a:lnTo>
                    <a:pt x="638617" y="1353947"/>
                  </a:lnTo>
                  <a:lnTo>
                    <a:pt x="520946" y="1407854"/>
                  </a:lnTo>
                  <a:close/>
                  <a:moveTo>
                    <a:pt x="463929" y="1257344"/>
                  </a:moveTo>
                  <a:lnTo>
                    <a:pt x="396907" y="1211568"/>
                  </a:lnTo>
                  <a:lnTo>
                    <a:pt x="400942" y="1213566"/>
                  </a:lnTo>
                  <a:close/>
                  <a:moveTo>
                    <a:pt x="641120" y="1334396"/>
                  </a:moveTo>
                  <a:lnTo>
                    <a:pt x="638617" y="1353947"/>
                  </a:lnTo>
                  <a:lnTo>
                    <a:pt x="656361" y="1339559"/>
                  </a:lnTo>
                  <a:close/>
                  <a:moveTo>
                    <a:pt x="641120" y="1334396"/>
                  </a:moveTo>
                  <a:lnTo>
                    <a:pt x="656361" y="1339559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641120" y="1334396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593345" y="1184681"/>
                  </a:lnTo>
                  <a:lnTo>
                    <a:pt x="571631" y="1230206"/>
                  </a:lnTo>
                  <a:close/>
                  <a:moveTo>
                    <a:pt x="706961" y="1241368"/>
                  </a:moveTo>
                  <a:lnTo>
                    <a:pt x="727818" y="1193594"/>
                  </a:lnTo>
                  <a:lnTo>
                    <a:pt x="639111" y="1235937"/>
                  </a:lnTo>
                  <a:close/>
                  <a:moveTo>
                    <a:pt x="639111" y="1235937"/>
                  </a:moveTo>
                  <a:lnTo>
                    <a:pt x="727818" y="1193594"/>
                  </a:lnTo>
                  <a:lnTo>
                    <a:pt x="599651" y="1175130"/>
                  </a:lnTo>
                  <a:close/>
                  <a:moveTo>
                    <a:pt x="599651" y="1175130"/>
                  </a:moveTo>
                  <a:lnTo>
                    <a:pt x="593345" y="1184681"/>
                  </a:lnTo>
                  <a:lnTo>
                    <a:pt x="639111" y="1235937"/>
                  </a:lnTo>
                  <a:close/>
                  <a:moveTo>
                    <a:pt x="479207" y="890047"/>
                  </a:moveTo>
                  <a:lnTo>
                    <a:pt x="434704" y="807832"/>
                  </a:lnTo>
                  <a:lnTo>
                    <a:pt x="448489" y="829856"/>
                  </a:lnTo>
                  <a:close/>
                  <a:moveTo>
                    <a:pt x="847500" y="1147204"/>
                  </a:moveTo>
                  <a:lnTo>
                    <a:pt x="782759" y="1098256"/>
                  </a:lnTo>
                  <a:lnTo>
                    <a:pt x="727818" y="1193594"/>
                  </a:lnTo>
                  <a:close/>
                  <a:moveTo>
                    <a:pt x="434704" y="807832"/>
                  </a:moveTo>
                  <a:lnTo>
                    <a:pt x="511061" y="879078"/>
                  </a:lnTo>
                  <a:lnTo>
                    <a:pt x="450589" y="777853"/>
                  </a:lnTo>
                  <a:close/>
                  <a:moveTo>
                    <a:pt x="864375" y="1073893"/>
                  </a:moveTo>
                  <a:lnTo>
                    <a:pt x="935483" y="1076676"/>
                  </a:lnTo>
                  <a:lnTo>
                    <a:pt x="875822" y="1037892"/>
                  </a:lnTo>
                  <a:close/>
                  <a:moveTo>
                    <a:pt x="773984" y="1016041"/>
                  </a:moveTo>
                  <a:lnTo>
                    <a:pt x="816260" y="977605"/>
                  </a:lnTo>
                  <a:lnTo>
                    <a:pt x="721035" y="953031"/>
                  </a:lnTo>
                  <a:close/>
                  <a:moveTo>
                    <a:pt x="779439" y="956193"/>
                  </a:moveTo>
                  <a:lnTo>
                    <a:pt x="695852" y="933826"/>
                  </a:lnTo>
                  <a:lnTo>
                    <a:pt x="721035" y="953031"/>
                  </a:lnTo>
                  <a:close/>
                  <a:moveTo>
                    <a:pt x="1773759" y="746986"/>
                  </a:moveTo>
                  <a:lnTo>
                    <a:pt x="1725972" y="695987"/>
                  </a:lnTo>
                  <a:lnTo>
                    <a:pt x="1683321" y="751727"/>
                  </a:lnTo>
                  <a:close/>
                  <a:moveTo>
                    <a:pt x="1751528" y="582556"/>
                  </a:moveTo>
                  <a:lnTo>
                    <a:pt x="1740145" y="546368"/>
                  </a:lnTo>
                  <a:lnTo>
                    <a:pt x="1779771" y="618477"/>
                  </a:lnTo>
                  <a:close/>
                  <a:moveTo>
                    <a:pt x="1740353" y="461904"/>
                  </a:moveTo>
                  <a:lnTo>
                    <a:pt x="1738660" y="528225"/>
                  </a:lnTo>
                  <a:lnTo>
                    <a:pt x="1751528" y="582556"/>
                  </a:lnTo>
                  <a:close/>
                  <a:moveTo>
                    <a:pt x="1629294" y="375712"/>
                  </a:moveTo>
                  <a:lnTo>
                    <a:pt x="1755938" y="377619"/>
                  </a:lnTo>
                  <a:lnTo>
                    <a:pt x="1731570" y="353155"/>
                  </a:lnTo>
                  <a:close/>
                  <a:moveTo>
                    <a:pt x="1629294" y="375712"/>
                  </a:moveTo>
                  <a:lnTo>
                    <a:pt x="1731570" y="353155"/>
                  </a:lnTo>
                  <a:lnTo>
                    <a:pt x="1720470" y="262087"/>
                  </a:lnTo>
                  <a:close/>
                  <a:moveTo>
                    <a:pt x="1720470" y="262087"/>
                  </a:moveTo>
                  <a:lnTo>
                    <a:pt x="1721022" y="247076"/>
                  </a:lnTo>
                  <a:lnTo>
                    <a:pt x="1645502" y="243379"/>
                  </a:lnTo>
                  <a:close/>
                  <a:moveTo>
                    <a:pt x="1529978" y="133044"/>
                  </a:moveTo>
                  <a:lnTo>
                    <a:pt x="1542042" y="215259"/>
                  </a:lnTo>
                  <a:lnTo>
                    <a:pt x="1585658" y="176822"/>
                  </a:lnTo>
                  <a:close/>
                  <a:moveTo>
                    <a:pt x="1505877" y="0"/>
                  </a:moveTo>
                  <a:lnTo>
                    <a:pt x="1547715" y="41665"/>
                  </a:lnTo>
                  <a:lnTo>
                    <a:pt x="1506403" y="14658"/>
                  </a:lnTo>
                  <a:close/>
                  <a:moveTo>
                    <a:pt x="1731710" y="152857"/>
                  </a:moveTo>
                  <a:lnTo>
                    <a:pt x="1645502" y="243379"/>
                  </a:lnTo>
                  <a:lnTo>
                    <a:pt x="1721022" y="24707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94" name="Candidate_density__1993">
              <a:extLst>
                <a:ext uri="{FF2B5EF4-FFF2-40B4-BE49-F238E27FC236}">
                  <a16:creationId xmlns:a16="http://schemas.microsoft.com/office/drawing/2014/main" id="{E4C14CA9-03E9-F4C9-0F43-F29CBCAB5B7B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523378"/>
              <a:ext cx="1802002" cy="1794112"/>
            </a:xfrm>
            <a:custGeom>
              <a:avLst/>
              <a:gdLst/>
              <a:ahLst/>
              <a:cxnLst/>
              <a:rect l="0" t="0" r="0" b="0"/>
              <a:pathLst>
                <a:path w="1802002" h="1794112">
                  <a:moveTo>
                    <a:pt x="210513" y="1711897"/>
                  </a:moveTo>
                  <a:lnTo>
                    <a:pt x="216447" y="1750334"/>
                  </a:lnTo>
                  <a:lnTo>
                    <a:pt x="246913" y="1794112"/>
                  </a:lnTo>
                  <a:close/>
                  <a:moveTo>
                    <a:pt x="160980" y="1629683"/>
                  </a:moveTo>
                  <a:lnTo>
                    <a:pt x="163917" y="1645925"/>
                  </a:lnTo>
                  <a:lnTo>
                    <a:pt x="201755" y="1696453"/>
                  </a:lnTo>
                  <a:close/>
                  <a:moveTo>
                    <a:pt x="114862" y="1465252"/>
                  </a:moveTo>
                  <a:lnTo>
                    <a:pt x="150565" y="1547467"/>
                  </a:lnTo>
                  <a:lnTo>
                    <a:pt x="154688" y="1509031"/>
                  </a:lnTo>
                  <a:close/>
                  <a:moveTo>
                    <a:pt x="133689" y="1262386"/>
                  </a:moveTo>
                  <a:lnTo>
                    <a:pt x="108405" y="1347437"/>
                  </a:lnTo>
                  <a:lnTo>
                    <a:pt x="146578" y="1274956"/>
                  </a:lnTo>
                  <a:close/>
                  <a:moveTo>
                    <a:pt x="418008" y="1591246"/>
                  </a:moveTo>
                  <a:lnTo>
                    <a:pt x="386287" y="1613871"/>
                  </a:lnTo>
                  <a:lnTo>
                    <a:pt x="491439" y="1661524"/>
                  </a:lnTo>
                  <a:close/>
                  <a:moveTo>
                    <a:pt x="475835" y="1552809"/>
                  </a:moveTo>
                  <a:lnTo>
                    <a:pt x="418008" y="1591246"/>
                  </a:lnTo>
                  <a:lnTo>
                    <a:pt x="491439" y="1661524"/>
                  </a:lnTo>
                  <a:close/>
                  <a:moveTo>
                    <a:pt x="403101" y="1470594"/>
                  </a:moveTo>
                  <a:lnTo>
                    <a:pt x="404753" y="1471221"/>
                  </a:lnTo>
                  <a:lnTo>
                    <a:pt x="405997" y="1472360"/>
                  </a:lnTo>
                  <a:close/>
                  <a:moveTo>
                    <a:pt x="405997" y="1472360"/>
                  </a:moveTo>
                  <a:lnTo>
                    <a:pt x="404753" y="1471221"/>
                  </a:lnTo>
                  <a:lnTo>
                    <a:pt x="475835" y="1552809"/>
                  </a:lnTo>
                  <a:close/>
                  <a:moveTo>
                    <a:pt x="475835" y="1552809"/>
                  </a:moveTo>
                  <a:lnTo>
                    <a:pt x="404753" y="1471221"/>
                  </a:lnTo>
                  <a:lnTo>
                    <a:pt x="397403" y="1509031"/>
                  </a:lnTo>
                  <a:close/>
                  <a:moveTo>
                    <a:pt x="475835" y="1552809"/>
                  </a:moveTo>
                  <a:lnTo>
                    <a:pt x="397403" y="1509031"/>
                  </a:lnTo>
                  <a:lnTo>
                    <a:pt x="418008" y="1591246"/>
                  </a:lnTo>
                  <a:close/>
                  <a:moveTo>
                    <a:pt x="403017" y="1461221"/>
                  </a:moveTo>
                  <a:lnTo>
                    <a:pt x="404753" y="1471221"/>
                  </a:lnTo>
                  <a:lnTo>
                    <a:pt x="403101" y="1470594"/>
                  </a:lnTo>
                  <a:close/>
                  <a:moveTo>
                    <a:pt x="403017" y="1461221"/>
                  </a:moveTo>
                  <a:lnTo>
                    <a:pt x="412841" y="1434495"/>
                  </a:lnTo>
                  <a:lnTo>
                    <a:pt x="404753" y="1471221"/>
                  </a:lnTo>
                  <a:close/>
                  <a:moveTo>
                    <a:pt x="404753" y="1471221"/>
                  </a:moveTo>
                  <a:lnTo>
                    <a:pt x="412841" y="1434495"/>
                  </a:lnTo>
                  <a:lnTo>
                    <a:pt x="397403" y="1509031"/>
                  </a:lnTo>
                  <a:close/>
                  <a:moveTo>
                    <a:pt x="146578" y="1274956"/>
                  </a:moveTo>
                  <a:lnTo>
                    <a:pt x="146528" y="1259693"/>
                  </a:lnTo>
                  <a:lnTo>
                    <a:pt x="133689" y="1262386"/>
                  </a:lnTo>
                  <a:close/>
                  <a:moveTo>
                    <a:pt x="146528" y="1259693"/>
                  </a:moveTo>
                  <a:lnTo>
                    <a:pt x="146578" y="1274956"/>
                  </a:lnTo>
                  <a:lnTo>
                    <a:pt x="227114" y="1254770"/>
                  </a:lnTo>
                  <a:close/>
                  <a:moveTo>
                    <a:pt x="475835" y="1552809"/>
                  </a:moveTo>
                  <a:lnTo>
                    <a:pt x="510030" y="1582668"/>
                  </a:lnTo>
                  <a:lnTo>
                    <a:pt x="528633" y="1531194"/>
                  </a:lnTo>
                  <a:close/>
                  <a:moveTo>
                    <a:pt x="588736" y="1349943"/>
                  </a:moveTo>
                  <a:lnTo>
                    <a:pt x="716902" y="1368408"/>
                  </a:lnTo>
                  <a:lnTo>
                    <a:pt x="659982" y="1311506"/>
                  </a:lnTo>
                  <a:close/>
                  <a:moveTo>
                    <a:pt x="492592" y="1087065"/>
                  </a:moveTo>
                  <a:lnTo>
                    <a:pt x="557851" y="1167663"/>
                  </a:lnTo>
                  <a:lnTo>
                    <a:pt x="572318" y="1106490"/>
                  </a:lnTo>
                  <a:close/>
                  <a:moveTo>
                    <a:pt x="446284" y="1103297"/>
                  </a:moveTo>
                  <a:lnTo>
                    <a:pt x="557851" y="1167663"/>
                  </a:lnTo>
                  <a:lnTo>
                    <a:pt x="492592" y="1087065"/>
                  </a:lnTo>
                  <a:close/>
                  <a:moveTo>
                    <a:pt x="448058" y="1096238"/>
                  </a:moveTo>
                  <a:lnTo>
                    <a:pt x="446284" y="1103297"/>
                  </a:lnTo>
                  <a:lnTo>
                    <a:pt x="492592" y="1087065"/>
                  </a:lnTo>
                  <a:close/>
                  <a:moveTo>
                    <a:pt x="42065" y="732453"/>
                  </a:moveTo>
                  <a:lnTo>
                    <a:pt x="0" y="774437"/>
                  </a:lnTo>
                  <a:lnTo>
                    <a:pt x="63669" y="766003"/>
                  </a:lnTo>
                  <a:close/>
                  <a:moveTo>
                    <a:pt x="63669" y="766003"/>
                  </a:moveTo>
                  <a:lnTo>
                    <a:pt x="72323" y="774437"/>
                  </a:lnTo>
                  <a:lnTo>
                    <a:pt x="42065" y="732453"/>
                  </a:lnTo>
                  <a:close/>
                  <a:moveTo>
                    <a:pt x="468292" y="1064861"/>
                  </a:moveTo>
                  <a:lnTo>
                    <a:pt x="448058" y="1096238"/>
                  </a:lnTo>
                  <a:lnTo>
                    <a:pt x="492592" y="1087065"/>
                  </a:lnTo>
                  <a:close/>
                  <a:moveTo>
                    <a:pt x="468292" y="1064861"/>
                  </a:moveTo>
                  <a:lnTo>
                    <a:pt x="437574" y="1004670"/>
                  </a:lnTo>
                  <a:lnTo>
                    <a:pt x="448058" y="1096238"/>
                  </a:lnTo>
                  <a:close/>
                  <a:moveTo>
                    <a:pt x="468292" y="1064861"/>
                  </a:moveTo>
                  <a:lnTo>
                    <a:pt x="492592" y="1087065"/>
                  </a:lnTo>
                  <a:lnTo>
                    <a:pt x="500146" y="1053892"/>
                  </a:lnTo>
                  <a:close/>
                  <a:moveTo>
                    <a:pt x="468292" y="1064861"/>
                  </a:moveTo>
                  <a:lnTo>
                    <a:pt x="500146" y="1053892"/>
                  </a:lnTo>
                  <a:lnTo>
                    <a:pt x="423788" y="982646"/>
                  </a:lnTo>
                  <a:close/>
                  <a:moveTo>
                    <a:pt x="581385" y="1048438"/>
                  </a:moveTo>
                  <a:lnTo>
                    <a:pt x="492592" y="1087065"/>
                  </a:lnTo>
                  <a:lnTo>
                    <a:pt x="572318" y="1106490"/>
                  </a:lnTo>
                  <a:close/>
                  <a:moveTo>
                    <a:pt x="581385" y="1048438"/>
                  </a:moveTo>
                  <a:lnTo>
                    <a:pt x="500146" y="1053892"/>
                  </a:lnTo>
                  <a:lnTo>
                    <a:pt x="492592" y="1087065"/>
                  </a:lnTo>
                  <a:close/>
                  <a:moveTo>
                    <a:pt x="701177" y="1094410"/>
                  </a:moveTo>
                  <a:lnTo>
                    <a:pt x="692145" y="1119076"/>
                  </a:lnTo>
                  <a:lnTo>
                    <a:pt x="684936" y="1108639"/>
                  </a:lnTo>
                  <a:close/>
                  <a:moveTo>
                    <a:pt x="692145" y="1119076"/>
                  </a:moveTo>
                  <a:lnTo>
                    <a:pt x="763068" y="1190855"/>
                  </a:lnTo>
                  <a:lnTo>
                    <a:pt x="710119" y="1127844"/>
                  </a:lnTo>
                  <a:close/>
                  <a:moveTo>
                    <a:pt x="684936" y="1108639"/>
                  </a:moveTo>
                  <a:lnTo>
                    <a:pt x="692145" y="1119076"/>
                  </a:lnTo>
                  <a:lnTo>
                    <a:pt x="710119" y="1127844"/>
                  </a:lnTo>
                  <a:close/>
                  <a:moveTo>
                    <a:pt x="836584" y="1322018"/>
                  </a:moveTo>
                  <a:lnTo>
                    <a:pt x="853460" y="1248707"/>
                  </a:lnTo>
                  <a:lnTo>
                    <a:pt x="771843" y="1273070"/>
                  </a:lnTo>
                  <a:close/>
                  <a:moveTo>
                    <a:pt x="763068" y="1190855"/>
                  </a:moveTo>
                  <a:lnTo>
                    <a:pt x="771843" y="1273070"/>
                  </a:lnTo>
                  <a:lnTo>
                    <a:pt x="805344" y="1152418"/>
                  </a:lnTo>
                  <a:close/>
                  <a:moveTo>
                    <a:pt x="320701" y="697564"/>
                  </a:moveTo>
                  <a:lnTo>
                    <a:pt x="361924" y="576912"/>
                  </a:lnTo>
                  <a:lnTo>
                    <a:pt x="286537" y="615349"/>
                  </a:lnTo>
                  <a:close/>
                  <a:moveTo>
                    <a:pt x="350679" y="494697"/>
                  </a:moveTo>
                  <a:lnTo>
                    <a:pt x="356484" y="509541"/>
                  </a:lnTo>
                  <a:lnTo>
                    <a:pt x="286537" y="615349"/>
                  </a:lnTo>
                  <a:close/>
                  <a:moveTo>
                    <a:pt x="1160872" y="1052898"/>
                  </a:moveTo>
                  <a:lnTo>
                    <a:pt x="1190945" y="1056021"/>
                  </a:lnTo>
                  <a:lnTo>
                    <a:pt x="1284976" y="1023042"/>
                  </a:lnTo>
                  <a:close/>
                  <a:moveTo>
                    <a:pt x="1689875" y="839585"/>
                  </a:moveTo>
                  <a:lnTo>
                    <a:pt x="1672406" y="926540"/>
                  </a:lnTo>
                  <a:lnTo>
                    <a:pt x="1715056" y="870801"/>
                  </a:lnTo>
                  <a:close/>
                  <a:moveTo>
                    <a:pt x="1689875" y="839585"/>
                  </a:moveTo>
                  <a:lnTo>
                    <a:pt x="1607856" y="878021"/>
                  </a:lnTo>
                  <a:lnTo>
                    <a:pt x="1672406" y="926540"/>
                  </a:lnTo>
                  <a:close/>
                  <a:moveTo>
                    <a:pt x="1762843" y="921800"/>
                  </a:moveTo>
                  <a:lnTo>
                    <a:pt x="1802002" y="883363"/>
                  </a:lnTo>
                  <a:lnTo>
                    <a:pt x="1715056" y="870801"/>
                  </a:lnTo>
                  <a:close/>
                  <a:moveTo>
                    <a:pt x="1768856" y="793291"/>
                  </a:moveTo>
                  <a:lnTo>
                    <a:pt x="1729229" y="721182"/>
                  </a:lnTo>
                  <a:lnTo>
                    <a:pt x="1736458" y="735616"/>
                  </a:lnTo>
                  <a:close/>
                  <a:moveTo>
                    <a:pt x="1596317" y="705513"/>
                  </a:moveTo>
                  <a:lnTo>
                    <a:pt x="1640267" y="757369"/>
                  </a:lnTo>
                  <a:lnTo>
                    <a:pt x="1693160" y="636718"/>
                  </a:lnTo>
                  <a:close/>
                  <a:moveTo>
                    <a:pt x="1693160" y="636718"/>
                  </a:moveTo>
                  <a:lnTo>
                    <a:pt x="1640267" y="757369"/>
                  </a:lnTo>
                  <a:lnTo>
                    <a:pt x="1727745" y="703038"/>
                  </a:lnTo>
                  <a:close/>
                  <a:moveTo>
                    <a:pt x="1740612" y="757369"/>
                  </a:moveTo>
                  <a:lnTo>
                    <a:pt x="1727745" y="703038"/>
                  </a:lnTo>
                  <a:lnTo>
                    <a:pt x="1729229" y="721182"/>
                  </a:lnTo>
                  <a:close/>
                  <a:moveTo>
                    <a:pt x="1556185" y="472288"/>
                  </a:moveTo>
                  <a:lnTo>
                    <a:pt x="1531126" y="390072"/>
                  </a:lnTo>
                  <a:lnTo>
                    <a:pt x="1519370" y="510724"/>
                  </a:lnTo>
                  <a:close/>
                  <a:moveTo>
                    <a:pt x="1693160" y="636718"/>
                  </a:moveTo>
                  <a:lnTo>
                    <a:pt x="1745022" y="552433"/>
                  </a:lnTo>
                  <a:lnTo>
                    <a:pt x="1618378" y="550526"/>
                  </a:lnTo>
                  <a:close/>
                  <a:moveTo>
                    <a:pt x="1693160" y="636718"/>
                  </a:moveTo>
                  <a:lnTo>
                    <a:pt x="1618378" y="550526"/>
                  </a:lnTo>
                  <a:lnTo>
                    <a:pt x="1614965" y="560033"/>
                  </a:lnTo>
                  <a:close/>
                  <a:moveTo>
                    <a:pt x="1734451" y="716936"/>
                  </a:moveTo>
                  <a:lnTo>
                    <a:pt x="1727745" y="703038"/>
                  </a:lnTo>
                  <a:lnTo>
                    <a:pt x="1729437" y="636718"/>
                  </a:lnTo>
                  <a:close/>
                  <a:moveTo>
                    <a:pt x="1618378" y="550526"/>
                  </a:moveTo>
                  <a:lnTo>
                    <a:pt x="1709555" y="436900"/>
                  </a:lnTo>
                  <a:lnTo>
                    <a:pt x="1628587" y="442134"/>
                  </a:lnTo>
                  <a:close/>
                  <a:moveTo>
                    <a:pt x="1628587" y="442134"/>
                  </a:moveTo>
                  <a:lnTo>
                    <a:pt x="1709555" y="436900"/>
                  </a:lnTo>
                  <a:lnTo>
                    <a:pt x="1634587" y="418193"/>
                  </a:lnTo>
                  <a:close/>
                  <a:moveTo>
                    <a:pt x="1519062" y="307857"/>
                  </a:moveTo>
                  <a:lnTo>
                    <a:pt x="1574743" y="351636"/>
                  </a:lnTo>
                  <a:lnTo>
                    <a:pt x="1551626" y="269421"/>
                  </a:lnTo>
                  <a:close/>
                  <a:moveTo>
                    <a:pt x="1495488" y="189472"/>
                  </a:moveTo>
                  <a:lnTo>
                    <a:pt x="1538681" y="274819"/>
                  </a:lnTo>
                  <a:lnTo>
                    <a:pt x="1551626" y="269421"/>
                  </a:lnTo>
                  <a:close/>
                  <a:moveTo>
                    <a:pt x="1551090" y="106012"/>
                  </a:moveTo>
                  <a:lnTo>
                    <a:pt x="1494961" y="174814"/>
                  </a:lnTo>
                  <a:lnTo>
                    <a:pt x="1564649" y="148769"/>
                  </a:lnTo>
                  <a:close/>
                  <a:moveTo>
                    <a:pt x="1509686" y="77837"/>
                  </a:moveTo>
                  <a:lnTo>
                    <a:pt x="1551341" y="104565"/>
                  </a:lnTo>
                  <a:lnTo>
                    <a:pt x="1564649" y="148769"/>
                  </a:lnTo>
                  <a:close/>
                  <a:moveTo>
                    <a:pt x="1515250" y="35469"/>
                  </a:moveTo>
                  <a:lnTo>
                    <a:pt x="1551341" y="104565"/>
                  </a:lnTo>
                  <a:lnTo>
                    <a:pt x="1509686" y="77837"/>
                  </a:lnTo>
                  <a:close/>
                  <a:moveTo>
                    <a:pt x="1515250" y="35469"/>
                  </a:moveTo>
                  <a:lnTo>
                    <a:pt x="1540317" y="52934"/>
                  </a:lnTo>
                  <a:lnTo>
                    <a:pt x="158029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95" name="Candidate_density__1994">
              <a:extLst>
                <a:ext uri="{FF2B5EF4-FFF2-40B4-BE49-F238E27FC236}">
                  <a16:creationId xmlns:a16="http://schemas.microsoft.com/office/drawing/2014/main" id="{374761BA-D12B-F223-0144-0286B43CF0DE}"/>
                </a:ext>
              </a:extLst>
            </p:cNvPr>
            <p:cNvSpPr>
              <a:spLocks noGrp="1"/>
            </p:cNvSpPr>
            <p:nvPr/>
          </p:nvSpPr>
          <p:spPr>
            <a:xfrm>
              <a:off x="4652190" y="3752022"/>
              <a:ext cx="2003916" cy="1606359"/>
            </a:xfrm>
            <a:custGeom>
              <a:avLst/>
              <a:gdLst/>
              <a:ahLst/>
              <a:cxnLst/>
              <a:rect l="0" t="0" r="0" b="0"/>
              <a:pathLst>
                <a:path w="2003916" h="1606359">
                  <a:moveTo>
                    <a:pt x="524683" y="1606359"/>
                  </a:moveTo>
                  <a:lnTo>
                    <a:pt x="449471" y="1603812"/>
                  </a:lnTo>
                  <a:lnTo>
                    <a:pt x="404174" y="1593957"/>
                  </a:lnTo>
                  <a:close/>
                  <a:moveTo>
                    <a:pt x="105549" y="938715"/>
                  </a:moveTo>
                  <a:lnTo>
                    <a:pt x="0" y="879437"/>
                  </a:lnTo>
                  <a:lnTo>
                    <a:pt x="55005" y="895311"/>
                  </a:lnTo>
                  <a:close/>
                  <a:moveTo>
                    <a:pt x="626213" y="1492106"/>
                  </a:moveTo>
                  <a:lnTo>
                    <a:pt x="628249" y="1432880"/>
                  </a:lnTo>
                  <a:lnTo>
                    <a:pt x="609273" y="1527032"/>
                  </a:lnTo>
                  <a:close/>
                  <a:moveTo>
                    <a:pt x="646841" y="1354024"/>
                  </a:moveTo>
                  <a:lnTo>
                    <a:pt x="678767" y="1444817"/>
                  </a:lnTo>
                  <a:lnTo>
                    <a:pt x="687295" y="1441822"/>
                  </a:lnTo>
                  <a:close/>
                  <a:moveTo>
                    <a:pt x="646841" y="1354024"/>
                  </a:moveTo>
                  <a:lnTo>
                    <a:pt x="687295" y="1441822"/>
                  </a:lnTo>
                  <a:lnTo>
                    <a:pt x="730780" y="1389202"/>
                  </a:lnTo>
                  <a:close/>
                  <a:moveTo>
                    <a:pt x="780072" y="1324165"/>
                  </a:moveTo>
                  <a:lnTo>
                    <a:pt x="764512" y="1300116"/>
                  </a:lnTo>
                  <a:lnTo>
                    <a:pt x="730780" y="1389202"/>
                  </a:lnTo>
                  <a:close/>
                  <a:moveTo>
                    <a:pt x="782255" y="1285729"/>
                  </a:moveTo>
                  <a:lnTo>
                    <a:pt x="780072" y="1324165"/>
                  </a:lnTo>
                  <a:lnTo>
                    <a:pt x="822215" y="1237202"/>
                  </a:lnTo>
                  <a:close/>
                  <a:moveTo>
                    <a:pt x="973394" y="1093374"/>
                  </a:moveTo>
                  <a:lnTo>
                    <a:pt x="920407" y="1110466"/>
                  </a:lnTo>
                  <a:lnTo>
                    <a:pt x="1043591" y="1077169"/>
                  </a:lnTo>
                  <a:close/>
                  <a:moveTo>
                    <a:pt x="722613" y="715566"/>
                  </a:moveTo>
                  <a:lnTo>
                    <a:pt x="657262" y="747383"/>
                  </a:lnTo>
                  <a:lnTo>
                    <a:pt x="721934" y="716662"/>
                  </a:lnTo>
                  <a:close/>
                  <a:moveTo>
                    <a:pt x="657262" y="747383"/>
                  </a:moveTo>
                  <a:lnTo>
                    <a:pt x="722613" y="715566"/>
                  </a:lnTo>
                  <a:lnTo>
                    <a:pt x="676967" y="692627"/>
                  </a:lnTo>
                  <a:close/>
                  <a:moveTo>
                    <a:pt x="1325950" y="929942"/>
                  </a:moveTo>
                  <a:lnTo>
                    <a:pt x="1403842" y="942505"/>
                  </a:lnTo>
                  <a:lnTo>
                    <a:pt x="1453107" y="911498"/>
                  </a:lnTo>
                  <a:close/>
                  <a:moveTo>
                    <a:pt x="1453107" y="911498"/>
                  </a:moveTo>
                  <a:lnTo>
                    <a:pt x="1403842" y="942505"/>
                  </a:lnTo>
                  <a:lnTo>
                    <a:pt x="1535827" y="942120"/>
                  </a:lnTo>
                  <a:close/>
                  <a:moveTo>
                    <a:pt x="1899653" y="693156"/>
                  </a:moveTo>
                  <a:lnTo>
                    <a:pt x="1893612" y="734783"/>
                  </a:lnTo>
                  <a:lnTo>
                    <a:pt x="1951214" y="734946"/>
                  </a:lnTo>
                  <a:close/>
                  <a:moveTo>
                    <a:pt x="1938812" y="654719"/>
                  </a:moveTo>
                  <a:lnTo>
                    <a:pt x="1951214" y="734946"/>
                  </a:lnTo>
                  <a:lnTo>
                    <a:pt x="2003916" y="716787"/>
                  </a:lnTo>
                  <a:close/>
                  <a:moveTo>
                    <a:pt x="1847419" y="243644"/>
                  </a:moveTo>
                  <a:lnTo>
                    <a:pt x="1846917" y="193245"/>
                  </a:lnTo>
                  <a:lnTo>
                    <a:pt x="1846365" y="208257"/>
                  </a:lnTo>
                  <a:close/>
                  <a:moveTo>
                    <a:pt x="1857604" y="99027"/>
                  </a:moveTo>
                  <a:lnTo>
                    <a:pt x="1846917" y="193245"/>
                  </a:lnTo>
                  <a:lnTo>
                    <a:pt x="1854321" y="122992"/>
                  </a:lnTo>
                  <a:close/>
                  <a:moveTo>
                    <a:pt x="1854321" y="122992"/>
                  </a:moveTo>
                  <a:lnTo>
                    <a:pt x="1855745" y="11051"/>
                  </a:lnTo>
                  <a:lnTo>
                    <a:pt x="1857604" y="99027"/>
                  </a:lnTo>
                  <a:close/>
                  <a:moveTo>
                    <a:pt x="1856133" y="2341"/>
                  </a:moveTo>
                  <a:lnTo>
                    <a:pt x="1855745" y="11051"/>
                  </a:lnTo>
                  <a:lnTo>
                    <a:pt x="1854321" y="122992"/>
                  </a:lnTo>
                  <a:close/>
                  <a:moveTo>
                    <a:pt x="1856294" y="0"/>
                  </a:moveTo>
                  <a:lnTo>
                    <a:pt x="1855745" y="11051"/>
                  </a:lnTo>
                  <a:lnTo>
                    <a:pt x="1856133" y="23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96" name="Candidate_density__1995">
              <a:extLst>
                <a:ext uri="{FF2B5EF4-FFF2-40B4-BE49-F238E27FC236}">
                  <a16:creationId xmlns:a16="http://schemas.microsoft.com/office/drawing/2014/main" id="{764F3A6D-6069-9F1D-66E6-078F0CD2C80F}"/>
                </a:ext>
              </a:extLst>
            </p:cNvPr>
            <p:cNvSpPr>
              <a:spLocks noGrp="1"/>
            </p:cNvSpPr>
            <p:nvPr/>
          </p:nvSpPr>
          <p:spPr>
            <a:xfrm>
              <a:off x="5176872" y="4061854"/>
              <a:ext cx="676245" cy="1296527"/>
            </a:xfrm>
            <a:custGeom>
              <a:avLst/>
              <a:gdLst/>
              <a:ahLst/>
              <a:cxnLst/>
              <a:rect l="0" t="0" r="0" b="0"/>
              <a:pathLst>
                <a:path w="676245" h="1296527">
                  <a:moveTo>
                    <a:pt x="43945" y="1245627"/>
                  </a:moveTo>
                  <a:lnTo>
                    <a:pt x="81846" y="1240798"/>
                  </a:lnTo>
                  <a:lnTo>
                    <a:pt x="84590" y="1217200"/>
                  </a:lnTo>
                  <a:close/>
                  <a:moveTo>
                    <a:pt x="0" y="1296527"/>
                  </a:moveTo>
                  <a:lnTo>
                    <a:pt x="65552" y="1262955"/>
                  </a:lnTo>
                  <a:lnTo>
                    <a:pt x="43945" y="1245627"/>
                  </a:lnTo>
                  <a:close/>
                  <a:moveTo>
                    <a:pt x="84590" y="1217200"/>
                  </a:moveTo>
                  <a:lnTo>
                    <a:pt x="81846" y="1240798"/>
                  </a:lnTo>
                  <a:lnTo>
                    <a:pt x="101531" y="1182273"/>
                  </a:lnTo>
                  <a:close/>
                  <a:moveTo>
                    <a:pt x="103567" y="1123048"/>
                  </a:moveTo>
                  <a:lnTo>
                    <a:pt x="101531" y="1182273"/>
                  </a:lnTo>
                  <a:lnTo>
                    <a:pt x="154085" y="1134985"/>
                  </a:lnTo>
                  <a:close/>
                  <a:moveTo>
                    <a:pt x="536695" y="713014"/>
                  </a:moveTo>
                  <a:lnTo>
                    <a:pt x="448712" y="783542"/>
                  </a:lnTo>
                  <a:lnTo>
                    <a:pt x="518908" y="767337"/>
                  </a:lnTo>
                  <a:close/>
                  <a:moveTo>
                    <a:pt x="536695" y="713014"/>
                  </a:moveTo>
                  <a:lnTo>
                    <a:pt x="518908" y="767337"/>
                  </a:lnTo>
                  <a:lnTo>
                    <a:pt x="539179" y="734594"/>
                  </a:lnTo>
                  <a:close/>
                  <a:moveTo>
                    <a:pt x="536695" y="713014"/>
                  </a:moveTo>
                  <a:lnTo>
                    <a:pt x="539179" y="734594"/>
                  </a:lnTo>
                  <a:lnTo>
                    <a:pt x="550302" y="669511"/>
                  </a:lnTo>
                  <a:close/>
                  <a:moveTo>
                    <a:pt x="550302" y="669511"/>
                  </a:moveTo>
                  <a:lnTo>
                    <a:pt x="617848" y="643398"/>
                  </a:lnTo>
                  <a:lnTo>
                    <a:pt x="676245" y="646533"/>
                  </a:lnTo>
                  <a:close/>
                  <a:moveTo>
                    <a:pt x="602058" y="647814"/>
                  </a:moveTo>
                  <a:lnTo>
                    <a:pt x="550302" y="669511"/>
                  </a:lnTo>
                  <a:lnTo>
                    <a:pt x="676245" y="646533"/>
                  </a:lnTo>
                  <a:close/>
                  <a:moveTo>
                    <a:pt x="156368" y="0"/>
                  </a:moveTo>
                  <a:lnTo>
                    <a:pt x="137676" y="26200"/>
                  </a:lnTo>
                  <a:lnTo>
                    <a:pt x="128430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97" name="Candidate_density__1996">
              <a:extLst>
                <a:ext uri="{FF2B5EF4-FFF2-40B4-BE49-F238E27FC236}">
                  <a16:creationId xmlns:a16="http://schemas.microsoft.com/office/drawing/2014/main" id="{1CB52224-7A44-9590-19B4-D85C8659889E}"/>
                </a:ext>
              </a:extLst>
            </p:cNvPr>
            <p:cNvSpPr>
              <a:spLocks noGrp="1"/>
            </p:cNvSpPr>
            <p:nvPr/>
          </p:nvSpPr>
          <p:spPr>
            <a:xfrm>
              <a:off x="4761475" y="3558847"/>
              <a:ext cx="1772549" cy="1332938"/>
            </a:xfrm>
            <a:custGeom>
              <a:avLst/>
              <a:gdLst/>
              <a:ahLst/>
              <a:cxnLst/>
              <a:rect l="0" t="0" r="0" b="0"/>
              <a:pathLst>
                <a:path w="1772549" h="1332938">
                  <a:moveTo>
                    <a:pt x="11488" y="758406"/>
                  </a:moveTo>
                  <a:lnTo>
                    <a:pt x="27525" y="738968"/>
                  </a:lnTo>
                  <a:lnTo>
                    <a:pt x="0" y="777404"/>
                  </a:lnTo>
                  <a:close/>
                  <a:moveTo>
                    <a:pt x="616260" y="1314474"/>
                  </a:moveTo>
                  <a:lnTo>
                    <a:pt x="687506" y="1276037"/>
                  </a:lnTo>
                  <a:lnTo>
                    <a:pt x="652838" y="1232258"/>
                  </a:lnTo>
                  <a:close/>
                  <a:moveTo>
                    <a:pt x="687506" y="1276037"/>
                  </a:moveTo>
                  <a:lnTo>
                    <a:pt x="744427" y="1332938"/>
                  </a:lnTo>
                  <a:lnTo>
                    <a:pt x="768520" y="1244077"/>
                  </a:lnTo>
                  <a:close/>
                  <a:moveTo>
                    <a:pt x="744427" y="1332938"/>
                  </a:moveTo>
                  <a:lnTo>
                    <a:pt x="799368" y="1237600"/>
                  </a:lnTo>
                  <a:lnTo>
                    <a:pt x="768520" y="1244077"/>
                  </a:lnTo>
                  <a:close/>
                  <a:moveTo>
                    <a:pt x="783515" y="1200422"/>
                  </a:moveTo>
                  <a:lnTo>
                    <a:pt x="768520" y="1244077"/>
                  </a:lnTo>
                  <a:lnTo>
                    <a:pt x="790593" y="1155385"/>
                  </a:lnTo>
                  <a:close/>
                  <a:moveTo>
                    <a:pt x="790593" y="1155385"/>
                  </a:moveTo>
                  <a:lnTo>
                    <a:pt x="768520" y="1244077"/>
                  </a:lnTo>
                  <a:lnTo>
                    <a:pt x="799368" y="1237600"/>
                  </a:lnTo>
                  <a:close/>
                  <a:moveTo>
                    <a:pt x="784688" y="1191433"/>
                  </a:moveTo>
                  <a:lnTo>
                    <a:pt x="790593" y="1155385"/>
                  </a:lnTo>
                  <a:lnTo>
                    <a:pt x="719670" y="1083606"/>
                  </a:lnTo>
                  <a:close/>
                  <a:moveTo>
                    <a:pt x="389449" y="541443"/>
                  </a:moveTo>
                  <a:lnTo>
                    <a:pt x="378204" y="459227"/>
                  </a:lnTo>
                  <a:lnTo>
                    <a:pt x="314061" y="579880"/>
                  </a:lnTo>
                  <a:close/>
                  <a:moveTo>
                    <a:pt x="1188397" y="1017428"/>
                  </a:moveTo>
                  <a:lnTo>
                    <a:pt x="1253894" y="983652"/>
                  </a:lnTo>
                  <a:lnTo>
                    <a:pt x="1128437" y="1008450"/>
                  </a:lnTo>
                  <a:close/>
                  <a:moveTo>
                    <a:pt x="1312501" y="987572"/>
                  </a:moveTo>
                  <a:lnTo>
                    <a:pt x="1218469" y="1020552"/>
                  </a:lnTo>
                  <a:lnTo>
                    <a:pt x="1290723" y="1001639"/>
                  </a:lnTo>
                  <a:close/>
                  <a:moveTo>
                    <a:pt x="1253894" y="983652"/>
                  </a:moveTo>
                  <a:lnTo>
                    <a:pt x="1188397" y="1017428"/>
                  </a:lnTo>
                  <a:lnTo>
                    <a:pt x="1312501" y="987572"/>
                  </a:lnTo>
                  <a:close/>
                  <a:moveTo>
                    <a:pt x="1373616" y="937416"/>
                  </a:moveTo>
                  <a:lnTo>
                    <a:pt x="1253894" y="983652"/>
                  </a:lnTo>
                  <a:lnTo>
                    <a:pt x="1312501" y="987572"/>
                  </a:lnTo>
                  <a:close/>
                  <a:moveTo>
                    <a:pt x="1351539" y="918325"/>
                  </a:moveTo>
                  <a:lnTo>
                    <a:pt x="1373616" y="937416"/>
                  </a:lnTo>
                  <a:lnTo>
                    <a:pt x="1312501" y="987572"/>
                  </a:lnTo>
                  <a:close/>
                  <a:moveTo>
                    <a:pt x="1600582" y="760336"/>
                  </a:moveTo>
                  <a:lnTo>
                    <a:pt x="1635381" y="842551"/>
                  </a:lnTo>
                  <a:lnTo>
                    <a:pt x="1717400" y="804115"/>
                  </a:lnTo>
                  <a:close/>
                  <a:moveTo>
                    <a:pt x="1600582" y="760336"/>
                  </a:moveTo>
                  <a:lnTo>
                    <a:pt x="1717400" y="804115"/>
                  </a:lnTo>
                  <a:lnTo>
                    <a:pt x="1667791" y="721900"/>
                  </a:lnTo>
                  <a:close/>
                  <a:moveTo>
                    <a:pt x="1600582" y="760336"/>
                  </a:moveTo>
                  <a:lnTo>
                    <a:pt x="1667791" y="721900"/>
                  </a:lnTo>
                  <a:lnTo>
                    <a:pt x="1578800" y="716843"/>
                  </a:lnTo>
                  <a:close/>
                  <a:moveTo>
                    <a:pt x="1667791" y="721900"/>
                  </a:moveTo>
                  <a:lnTo>
                    <a:pt x="1623841" y="670043"/>
                  </a:lnTo>
                  <a:lnTo>
                    <a:pt x="1578800" y="716843"/>
                  </a:lnTo>
                  <a:close/>
                  <a:moveTo>
                    <a:pt x="1600251" y="639685"/>
                  </a:moveTo>
                  <a:lnTo>
                    <a:pt x="1578800" y="716843"/>
                  </a:lnTo>
                  <a:lnTo>
                    <a:pt x="1623841" y="670043"/>
                  </a:lnTo>
                  <a:close/>
                  <a:moveTo>
                    <a:pt x="1600251" y="639685"/>
                  </a:moveTo>
                  <a:lnTo>
                    <a:pt x="1565533" y="557470"/>
                  </a:lnTo>
                  <a:lnTo>
                    <a:pt x="1554481" y="678122"/>
                  </a:lnTo>
                  <a:close/>
                  <a:moveTo>
                    <a:pt x="1772549" y="765679"/>
                  </a:moveTo>
                  <a:lnTo>
                    <a:pt x="1717400" y="804115"/>
                  </a:lnTo>
                  <a:lnTo>
                    <a:pt x="1742581" y="835331"/>
                  </a:lnTo>
                  <a:close/>
                  <a:moveTo>
                    <a:pt x="1667791" y="721900"/>
                  </a:moveTo>
                  <a:lnTo>
                    <a:pt x="1763983" y="700147"/>
                  </a:lnTo>
                  <a:lnTo>
                    <a:pt x="1756754" y="685712"/>
                  </a:lnTo>
                  <a:close/>
                  <a:moveTo>
                    <a:pt x="1772549" y="765679"/>
                  </a:moveTo>
                  <a:lnTo>
                    <a:pt x="1763983" y="700147"/>
                  </a:lnTo>
                  <a:lnTo>
                    <a:pt x="1667791" y="721900"/>
                  </a:lnTo>
                  <a:close/>
                  <a:moveTo>
                    <a:pt x="1717400" y="804115"/>
                  </a:moveTo>
                  <a:lnTo>
                    <a:pt x="1772549" y="765679"/>
                  </a:lnTo>
                  <a:lnTo>
                    <a:pt x="1667791" y="721900"/>
                  </a:lnTo>
                  <a:close/>
                  <a:moveTo>
                    <a:pt x="1630307" y="627827"/>
                  </a:moveTo>
                  <a:lnTo>
                    <a:pt x="1623841" y="670043"/>
                  </a:lnTo>
                  <a:lnTo>
                    <a:pt x="1720684" y="601248"/>
                  </a:lnTo>
                  <a:close/>
                  <a:moveTo>
                    <a:pt x="1755269" y="667569"/>
                  </a:moveTo>
                  <a:lnTo>
                    <a:pt x="1667791" y="721900"/>
                  </a:lnTo>
                  <a:lnTo>
                    <a:pt x="1756754" y="685712"/>
                  </a:lnTo>
                  <a:close/>
                  <a:moveTo>
                    <a:pt x="1600251" y="639685"/>
                  </a:moveTo>
                  <a:lnTo>
                    <a:pt x="1623841" y="670043"/>
                  </a:lnTo>
                  <a:lnTo>
                    <a:pt x="1630307" y="627827"/>
                  </a:lnTo>
                  <a:close/>
                  <a:moveTo>
                    <a:pt x="1638207" y="519033"/>
                  </a:moveTo>
                  <a:lnTo>
                    <a:pt x="1630307" y="627827"/>
                  </a:lnTo>
                  <a:lnTo>
                    <a:pt x="1642490" y="524564"/>
                  </a:lnTo>
                  <a:close/>
                  <a:moveTo>
                    <a:pt x="1600251" y="639685"/>
                  </a:moveTo>
                  <a:lnTo>
                    <a:pt x="1630307" y="627827"/>
                  </a:lnTo>
                  <a:lnTo>
                    <a:pt x="1638207" y="519033"/>
                  </a:lnTo>
                  <a:close/>
                  <a:moveTo>
                    <a:pt x="1565533" y="557470"/>
                  </a:moveTo>
                  <a:lnTo>
                    <a:pt x="1600251" y="639685"/>
                  </a:lnTo>
                  <a:lnTo>
                    <a:pt x="1638207" y="519033"/>
                  </a:lnTo>
                  <a:close/>
                  <a:moveTo>
                    <a:pt x="1630307" y="627827"/>
                  </a:moveTo>
                  <a:lnTo>
                    <a:pt x="1720684" y="601248"/>
                  </a:lnTo>
                  <a:lnTo>
                    <a:pt x="1642490" y="524564"/>
                  </a:lnTo>
                  <a:close/>
                  <a:moveTo>
                    <a:pt x="1546895" y="475255"/>
                  </a:moveTo>
                  <a:lnTo>
                    <a:pt x="1565533" y="557470"/>
                  </a:lnTo>
                  <a:lnTo>
                    <a:pt x="1638207" y="519033"/>
                  </a:lnTo>
                  <a:close/>
                  <a:moveTo>
                    <a:pt x="1546895" y="475255"/>
                  </a:moveTo>
                  <a:lnTo>
                    <a:pt x="1638207" y="519033"/>
                  </a:lnTo>
                  <a:lnTo>
                    <a:pt x="1583709" y="436818"/>
                  </a:lnTo>
                  <a:close/>
                  <a:moveTo>
                    <a:pt x="1638207" y="519033"/>
                  </a:moveTo>
                  <a:lnTo>
                    <a:pt x="1642490" y="524564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45903" y="515056"/>
                  </a:lnTo>
                  <a:lnTo>
                    <a:pt x="1656111" y="406664"/>
                  </a:lnTo>
                  <a:close/>
                  <a:moveTo>
                    <a:pt x="1583709" y="436818"/>
                  </a:moveTo>
                  <a:lnTo>
                    <a:pt x="1638207" y="519033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56111" y="406664"/>
                  </a:lnTo>
                  <a:lnTo>
                    <a:pt x="1602267" y="316166"/>
                  </a:lnTo>
                  <a:close/>
                  <a:moveTo>
                    <a:pt x="1558650" y="354603"/>
                  </a:moveTo>
                  <a:lnTo>
                    <a:pt x="1583709" y="436818"/>
                  </a:lnTo>
                  <a:lnTo>
                    <a:pt x="1602267" y="316166"/>
                  </a:lnTo>
                  <a:close/>
                  <a:moveTo>
                    <a:pt x="1579150" y="233951"/>
                  </a:moveTo>
                  <a:lnTo>
                    <a:pt x="1526724" y="155188"/>
                  </a:lnTo>
                  <a:lnTo>
                    <a:pt x="1523012" y="154002"/>
                  </a:lnTo>
                  <a:close/>
                  <a:moveTo>
                    <a:pt x="1523611" y="151736"/>
                  </a:moveTo>
                  <a:lnTo>
                    <a:pt x="1523012" y="154002"/>
                  </a:lnTo>
                  <a:lnTo>
                    <a:pt x="1526724" y="155188"/>
                  </a:lnTo>
                  <a:close/>
                  <a:moveTo>
                    <a:pt x="1522486" y="139344"/>
                  </a:moveTo>
                  <a:lnTo>
                    <a:pt x="1523012" y="154002"/>
                  </a:lnTo>
                  <a:lnTo>
                    <a:pt x="1523611" y="151736"/>
                  </a:lnTo>
                  <a:close/>
                  <a:moveTo>
                    <a:pt x="1529433" y="148782"/>
                  </a:moveTo>
                  <a:lnTo>
                    <a:pt x="1526724" y="155188"/>
                  </a:lnTo>
                  <a:lnTo>
                    <a:pt x="1592174" y="113300"/>
                  </a:lnTo>
                  <a:close/>
                  <a:moveTo>
                    <a:pt x="1592174" y="113300"/>
                  </a:moveTo>
                  <a:lnTo>
                    <a:pt x="1526724" y="155188"/>
                  </a:lnTo>
                  <a:lnTo>
                    <a:pt x="1579150" y="233951"/>
                  </a:lnTo>
                  <a:close/>
                  <a:moveTo>
                    <a:pt x="1523611" y="151736"/>
                  </a:moveTo>
                  <a:lnTo>
                    <a:pt x="1526724" y="155188"/>
                  </a:lnTo>
                  <a:lnTo>
                    <a:pt x="1529433" y="148782"/>
                  </a:lnTo>
                  <a:close/>
                  <a:moveTo>
                    <a:pt x="1523611" y="151736"/>
                  </a:moveTo>
                  <a:lnTo>
                    <a:pt x="1529433" y="148782"/>
                  </a:lnTo>
                  <a:lnTo>
                    <a:pt x="1522486" y="139344"/>
                  </a:lnTo>
                  <a:close/>
                  <a:moveTo>
                    <a:pt x="1592174" y="113300"/>
                  </a:moveTo>
                  <a:lnTo>
                    <a:pt x="1522486" y="139344"/>
                  </a:lnTo>
                  <a:lnTo>
                    <a:pt x="1529433" y="148782"/>
                  </a:lnTo>
                  <a:close/>
                  <a:moveTo>
                    <a:pt x="1542775" y="0"/>
                  </a:moveTo>
                  <a:lnTo>
                    <a:pt x="1537210" y="42368"/>
                  </a:lnTo>
                  <a:lnTo>
                    <a:pt x="1547049" y="310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98" name="Candidate_density__1997">
              <a:extLst>
                <a:ext uri="{FF2B5EF4-FFF2-40B4-BE49-F238E27FC236}">
                  <a16:creationId xmlns:a16="http://schemas.microsoft.com/office/drawing/2014/main" id="{4CBD1A74-753A-A101-3A5A-4E8E3529BD8F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9270"/>
              <a:ext cx="130677" cy="75615"/>
            </a:xfrm>
            <a:custGeom>
              <a:avLst/>
              <a:gdLst/>
              <a:ahLst/>
              <a:cxnLst/>
              <a:rect l="0" t="0" r="0" b="0"/>
              <a:pathLst>
                <a:path w="130677" h="75615">
                  <a:moveTo>
                    <a:pt x="34668" y="75615"/>
                  </a:moveTo>
                  <a:lnTo>
                    <a:pt x="63970" y="29254"/>
                  </a:lnTo>
                  <a:lnTo>
                    <a:pt x="0" y="31836"/>
                  </a:lnTo>
                  <a:close/>
                  <a:moveTo>
                    <a:pt x="63970" y="29254"/>
                  </a:moveTo>
                  <a:lnTo>
                    <a:pt x="34668" y="75615"/>
                  </a:lnTo>
                  <a:lnTo>
                    <a:pt x="115682" y="43655"/>
                  </a:lnTo>
                  <a:close/>
                  <a:moveTo>
                    <a:pt x="63970" y="29254"/>
                  </a:moveTo>
                  <a:lnTo>
                    <a:pt x="115682" y="43655"/>
                  </a:lnTo>
                  <a:lnTo>
                    <a:pt x="130677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1999" name="Candidate_density__1998">
              <a:extLst>
                <a:ext uri="{FF2B5EF4-FFF2-40B4-BE49-F238E27FC236}">
                  <a16:creationId xmlns:a16="http://schemas.microsoft.com/office/drawing/2014/main" id="{90E69E59-6AA7-3733-A356-ADCB7FD4D619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444436"/>
              <a:ext cx="1842739" cy="1873055"/>
            </a:xfrm>
            <a:custGeom>
              <a:avLst/>
              <a:gdLst/>
              <a:ahLst/>
              <a:cxnLst/>
              <a:rect l="0" t="0" r="0" b="0"/>
              <a:pathLst>
                <a:path w="1842739" h="1873055">
                  <a:moveTo>
                    <a:pt x="210513" y="1790840"/>
                  </a:moveTo>
                  <a:lnTo>
                    <a:pt x="201755" y="1775395"/>
                  </a:lnTo>
                  <a:lnTo>
                    <a:pt x="163917" y="1724867"/>
                  </a:lnTo>
                  <a:close/>
                  <a:moveTo>
                    <a:pt x="255890" y="1752403"/>
                  </a:moveTo>
                  <a:lnTo>
                    <a:pt x="339531" y="1842872"/>
                  </a:lnTo>
                  <a:lnTo>
                    <a:pt x="346187" y="1821543"/>
                  </a:lnTo>
                  <a:close/>
                  <a:moveTo>
                    <a:pt x="246913" y="1873055"/>
                  </a:moveTo>
                  <a:lnTo>
                    <a:pt x="339531" y="1842872"/>
                  </a:lnTo>
                  <a:lnTo>
                    <a:pt x="255890" y="1752403"/>
                  </a:lnTo>
                  <a:close/>
                  <a:moveTo>
                    <a:pt x="210513" y="1790840"/>
                  </a:moveTo>
                  <a:lnTo>
                    <a:pt x="246913" y="1873055"/>
                  </a:lnTo>
                  <a:lnTo>
                    <a:pt x="255890" y="1752403"/>
                  </a:lnTo>
                  <a:close/>
                  <a:moveTo>
                    <a:pt x="339531" y="1842872"/>
                  </a:moveTo>
                  <a:lnTo>
                    <a:pt x="369047" y="1834618"/>
                  </a:lnTo>
                  <a:lnTo>
                    <a:pt x="346187" y="1821543"/>
                  </a:lnTo>
                  <a:close/>
                  <a:moveTo>
                    <a:pt x="210513" y="1790840"/>
                  </a:moveTo>
                  <a:lnTo>
                    <a:pt x="255890" y="1752403"/>
                  </a:lnTo>
                  <a:lnTo>
                    <a:pt x="201755" y="1775395"/>
                  </a:lnTo>
                  <a:close/>
                  <a:moveTo>
                    <a:pt x="255890" y="1752403"/>
                  </a:moveTo>
                  <a:lnTo>
                    <a:pt x="252388" y="1749503"/>
                  </a:lnTo>
                  <a:lnTo>
                    <a:pt x="201755" y="1775395"/>
                  </a:lnTo>
                  <a:close/>
                  <a:moveTo>
                    <a:pt x="150565" y="1626409"/>
                  </a:moveTo>
                  <a:lnTo>
                    <a:pt x="160980" y="1708625"/>
                  </a:lnTo>
                  <a:lnTo>
                    <a:pt x="198528" y="1670188"/>
                  </a:lnTo>
                  <a:close/>
                  <a:moveTo>
                    <a:pt x="150565" y="1626409"/>
                  </a:moveTo>
                  <a:lnTo>
                    <a:pt x="198528" y="1670188"/>
                  </a:lnTo>
                  <a:lnTo>
                    <a:pt x="154688" y="1587973"/>
                  </a:lnTo>
                  <a:close/>
                  <a:moveTo>
                    <a:pt x="114862" y="1544194"/>
                  </a:moveTo>
                  <a:lnTo>
                    <a:pt x="154688" y="1587973"/>
                  </a:lnTo>
                  <a:lnTo>
                    <a:pt x="146824" y="1505758"/>
                  </a:lnTo>
                  <a:close/>
                  <a:moveTo>
                    <a:pt x="423077" y="1713967"/>
                  </a:moveTo>
                  <a:lnTo>
                    <a:pt x="369047" y="1834618"/>
                  </a:lnTo>
                  <a:lnTo>
                    <a:pt x="465415" y="1796182"/>
                  </a:lnTo>
                  <a:close/>
                  <a:moveTo>
                    <a:pt x="255890" y="1752403"/>
                  </a:moveTo>
                  <a:lnTo>
                    <a:pt x="346187" y="1821543"/>
                  </a:lnTo>
                  <a:lnTo>
                    <a:pt x="367169" y="1720311"/>
                  </a:lnTo>
                  <a:close/>
                  <a:moveTo>
                    <a:pt x="367169" y="1720311"/>
                  </a:moveTo>
                  <a:lnTo>
                    <a:pt x="423077" y="1713967"/>
                  </a:lnTo>
                  <a:lnTo>
                    <a:pt x="447198" y="1705349"/>
                  </a:lnTo>
                  <a:close/>
                  <a:moveTo>
                    <a:pt x="306065" y="1569803"/>
                  </a:moveTo>
                  <a:lnTo>
                    <a:pt x="268422" y="1594249"/>
                  </a:lnTo>
                  <a:lnTo>
                    <a:pt x="267467" y="1640683"/>
                  </a:lnTo>
                  <a:close/>
                  <a:moveTo>
                    <a:pt x="237789" y="1549537"/>
                  </a:moveTo>
                  <a:lnTo>
                    <a:pt x="154076" y="1472092"/>
                  </a:lnTo>
                  <a:lnTo>
                    <a:pt x="146824" y="1505758"/>
                  </a:lnTo>
                  <a:close/>
                  <a:moveTo>
                    <a:pt x="237789" y="1549537"/>
                  </a:moveTo>
                  <a:lnTo>
                    <a:pt x="146824" y="1505758"/>
                  </a:lnTo>
                  <a:lnTo>
                    <a:pt x="154688" y="1587973"/>
                  </a:lnTo>
                  <a:close/>
                  <a:moveTo>
                    <a:pt x="155096" y="1467322"/>
                  </a:moveTo>
                  <a:lnTo>
                    <a:pt x="114907" y="1385106"/>
                  </a:lnTo>
                  <a:lnTo>
                    <a:pt x="106821" y="1410416"/>
                  </a:lnTo>
                  <a:close/>
                  <a:moveTo>
                    <a:pt x="447198" y="1705349"/>
                  </a:moveTo>
                  <a:lnTo>
                    <a:pt x="423077" y="1713967"/>
                  </a:lnTo>
                  <a:lnTo>
                    <a:pt x="491249" y="1654845"/>
                  </a:lnTo>
                  <a:close/>
                  <a:moveTo>
                    <a:pt x="440047" y="1521470"/>
                  </a:moveTo>
                  <a:lnTo>
                    <a:pt x="405997" y="1551302"/>
                  </a:lnTo>
                  <a:lnTo>
                    <a:pt x="453013" y="1511100"/>
                  </a:lnTo>
                  <a:close/>
                  <a:moveTo>
                    <a:pt x="405997" y="1551302"/>
                  </a:moveTo>
                  <a:lnTo>
                    <a:pt x="475835" y="1631751"/>
                  </a:lnTo>
                  <a:lnTo>
                    <a:pt x="453013" y="1511100"/>
                  </a:lnTo>
                  <a:close/>
                  <a:moveTo>
                    <a:pt x="453013" y="1511100"/>
                  </a:moveTo>
                  <a:lnTo>
                    <a:pt x="475835" y="1631751"/>
                  </a:lnTo>
                  <a:lnTo>
                    <a:pt x="546497" y="1582750"/>
                  </a:lnTo>
                  <a:close/>
                  <a:moveTo>
                    <a:pt x="546497" y="1582750"/>
                  </a:moveTo>
                  <a:lnTo>
                    <a:pt x="475835" y="1631751"/>
                  </a:lnTo>
                  <a:lnTo>
                    <a:pt x="528633" y="1610136"/>
                  </a:lnTo>
                  <a:close/>
                  <a:moveTo>
                    <a:pt x="528633" y="1610136"/>
                  </a:moveTo>
                  <a:lnTo>
                    <a:pt x="596331" y="1593315"/>
                  </a:lnTo>
                  <a:lnTo>
                    <a:pt x="546497" y="1582750"/>
                  </a:lnTo>
                  <a:close/>
                  <a:moveTo>
                    <a:pt x="403101" y="1549537"/>
                  </a:moveTo>
                  <a:lnTo>
                    <a:pt x="405997" y="1551302"/>
                  </a:lnTo>
                  <a:lnTo>
                    <a:pt x="440047" y="1521470"/>
                  </a:lnTo>
                  <a:close/>
                  <a:moveTo>
                    <a:pt x="403101" y="1549537"/>
                  </a:moveTo>
                  <a:lnTo>
                    <a:pt x="440047" y="1521470"/>
                  </a:lnTo>
                  <a:lnTo>
                    <a:pt x="403017" y="1540163"/>
                  </a:lnTo>
                  <a:close/>
                  <a:moveTo>
                    <a:pt x="385992" y="1465324"/>
                  </a:moveTo>
                  <a:lnTo>
                    <a:pt x="452745" y="1510887"/>
                  </a:lnTo>
                  <a:lnTo>
                    <a:pt x="363172" y="1428885"/>
                  </a:lnTo>
                  <a:close/>
                  <a:moveTo>
                    <a:pt x="452745" y="1510887"/>
                  </a:moveTo>
                  <a:lnTo>
                    <a:pt x="385992" y="1465324"/>
                  </a:lnTo>
                  <a:lnTo>
                    <a:pt x="453013" y="1511100"/>
                  </a:lnTo>
                  <a:close/>
                  <a:moveTo>
                    <a:pt x="403017" y="1540163"/>
                  </a:moveTo>
                  <a:lnTo>
                    <a:pt x="440047" y="1521470"/>
                  </a:lnTo>
                  <a:lnTo>
                    <a:pt x="453013" y="1511100"/>
                  </a:lnTo>
                  <a:close/>
                  <a:moveTo>
                    <a:pt x="390026" y="1467322"/>
                  </a:moveTo>
                  <a:lnTo>
                    <a:pt x="403017" y="1540163"/>
                  </a:lnTo>
                  <a:lnTo>
                    <a:pt x="453013" y="1511100"/>
                  </a:lnTo>
                  <a:close/>
                  <a:moveTo>
                    <a:pt x="630205" y="1588152"/>
                  </a:moveTo>
                  <a:lnTo>
                    <a:pt x="546497" y="1582750"/>
                  </a:lnTo>
                  <a:lnTo>
                    <a:pt x="596331" y="1593315"/>
                  </a:lnTo>
                  <a:close/>
                  <a:moveTo>
                    <a:pt x="560715" y="1483961"/>
                  </a:moveTo>
                  <a:lnTo>
                    <a:pt x="546497" y="1582750"/>
                  </a:lnTo>
                  <a:lnTo>
                    <a:pt x="630205" y="1588152"/>
                  </a:lnTo>
                  <a:close/>
                  <a:moveTo>
                    <a:pt x="628195" y="1489693"/>
                  </a:moveTo>
                  <a:lnTo>
                    <a:pt x="560715" y="1483961"/>
                  </a:lnTo>
                  <a:lnTo>
                    <a:pt x="630205" y="1588152"/>
                  </a:lnTo>
                  <a:close/>
                  <a:moveTo>
                    <a:pt x="453013" y="1511100"/>
                  </a:moveTo>
                  <a:lnTo>
                    <a:pt x="546497" y="1582750"/>
                  </a:lnTo>
                  <a:lnTo>
                    <a:pt x="560715" y="1483961"/>
                  </a:lnTo>
                  <a:close/>
                  <a:moveTo>
                    <a:pt x="453013" y="1511100"/>
                  </a:moveTo>
                  <a:lnTo>
                    <a:pt x="560715" y="1483961"/>
                  </a:lnTo>
                  <a:lnTo>
                    <a:pt x="452745" y="1510887"/>
                  </a:lnTo>
                  <a:close/>
                  <a:moveTo>
                    <a:pt x="452745" y="1510887"/>
                  </a:moveTo>
                  <a:lnTo>
                    <a:pt x="560715" y="1483961"/>
                  </a:lnTo>
                  <a:lnTo>
                    <a:pt x="554804" y="1398607"/>
                  </a:lnTo>
                  <a:close/>
                  <a:moveTo>
                    <a:pt x="439496" y="1390449"/>
                  </a:moveTo>
                  <a:lnTo>
                    <a:pt x="363172" y="1428885"/>
                  </a:lnTo>
                  <a:lnTo>
                    <a:pt x="452745" y="1510887"/>
                  </a:lnTo>
                  <a:close/>
                  <a:moveTo>
                    <a:pt x="439496" y="1390449"/>
                  </a:moveTo>
                  <a:lnTo>
                    <a:pt x="357028" y="1346670"/>
                  </a:lnTo>
                  <a:lnTo>
                    <a:pt x="363172" y="1428885"/>
                  </a:lnTo>
                  <a:close/>
                  <a:moveTo>
                    <a:pt x="63669" y="844945"/>
                  </a:moveTo>
                  <a:lnTo>
                    <a:pt x="0" y="853379"/>
                  </a:lnTo>
                  <a:lnTo>
                    <a:pt x="117198" y="877101"/>
                  </a:lnTo>
                  <a:close/>
                  <a:moveTo>
                    <a:pt x="771843" y="1352012"/>
                  </a:moveTo>
                  <a:lnTo>
                    <a:pt x="853460" y="1327649"/>
                  </a:lnTo>
                  <a:lnTo>
                    <a:pt x="805344" y="1231360"/>
                  </a:lnTo>
                  <a:close/>
                  <a:moveTo>
                    <a:pt x="768523" y="1209949"/>
                  </a:moveTo>
                  <a:lnTo>
                    <a:pt x="801022" y="1116253"/>
                  </a:lnTo>
                  <a:lnTo>
                    <a:pt x="698928" y="1131912"/>
                  </a:lnTo>
                  <a:close/>
                  <a:moveTo>
                    <a:pt x="698928" y="1131912"/>
                  </a:moveTo>
                  <a:lnTo>
                    <a:pt x="801022" y="1116253"/>
                  </a:lnTo>
                  <a:lnTo>
                    <a:pt x="793938" y="1110709"/>
                  </a:lnTo>
                  <a:close/>
                  <a:moveTo>
                    <a:pt x="891587" y="1192924"/>
                  </a:moveTo>
                  <a:lnTo>
                    <a:pt x="805344" y="1231360"/>
                  </a:lnTo>
                  <a:lnTo>
                    <a:pt x="864906" y="1291648"/>
                  </a:lnTo>
                  <a:close/>
                  <a:moveTo>
                    <a:pt x="893335" y="1095047"/>
                  </a:moveTo>
                  <a:lnTo>
                    <a:pt x="858759" y="1053463"/>
                  </a:lnTo>
                  <a:lnTo>
                    <a:pt x="857749" y="1072273"/>
                  </a:lnTo>
                  <a:close/>
                  <a:moveTo>
                    <a:pt x="858759" y="1053463"/>
                  </a:moveTo>
                  <a:lnTo>
                    <a:pt x="893335" y="1095047"/>
                  </a:lnTo>
                  <a:lnTo>
                    <a:pt x="989971" y="1050184"/>
                  </a:lnTo>
                  <a:close/>
                  <a:moveTo>
                    <a:pt x="534848" y="604161"/>
                  </a:moveTo>
                  <a:lnTo>
                    <a:pt x="482914" y="496767"/>
                  </a:lnTo>
                  <a:lnTo>
                    <a:pt x="461653" y="502983"/>
                  </a:lnTo>
                  <a:close/>
                  <a:moveTo>
                    <a:pt x="571206" y="458330"/>
                  </a:moveTo>
                  <a:lnTo>
                    <a:pt x="553023" y="531136"/>
                  </a:lnTo>
                  <a:lnTo>
                    <a:pt x="596220" y="477446"/>
                  </a:lnTo>
                  <a:close/>
                  <a:moveTo>
                    <a:pt x="571206" y="458330"/>
                  </a:moveTo>
                  <a:lnTo>
                    <a:pt x="482914" y="496767"/>
                  </a:lnTo>
                  <a:lnTo>
                    <a:pt x="553023" y="531136"/>
                  </a:lnTo>
                  <a:close/>
                  <a:moveTo>
                    <a:pt x="1330675" y="1182050"/>
                  </a:moveTo>
                  <a:lnTo>
                    <a:pt x="1353549" y="1143162"/>
                  </a:lnTo>
                  <a:lnTo>
                    <a:pt x="1261059" y="1178054"/>
                  </a:lnTo>
                  <a:close/>
                  <a:moveTo>
                    <a:pt x="1261059" y="1178054"/>
                  </a:moveTo>
                  <a:lnTo>
                    <a:pt x="1353549" y="1143162"/>
                  </a:lnTo>
                  <a:lnTo>
                    <a:pt x="1263198" y="1116051"/>
                  </a:lnTo>
                  <a:close/>
                  <a:moveTo>
                    <a:pt x="1367889" y="1159830"/>
                  </a:moveTo>
                  <a:lnTo>
                    <a:pt x="1330675" y="1182050"/>
                  </a:lnTo>
                  <a:lnTo>
                    <a:pt x="1316297" y="1219085"/>
                  </a:lnTo>
                  <a:close/>
                  <a:moveTo>
                    <a:pt x="1367889" y="1159830"/>
                  </a:moveTo>
                  <a:lnTo>
                    <a:pt x="1466406" y="1121393"/>
                  </a:lnTo>
                  <a:lnTo>
                    <a:pt x="1353549" y="1143162"/>
                  </a:lnTo>
                  <a:close/>
                  <a:moveTo>
                    <a:pt x="1352866" y="925406"/>
                  </a:moveTo>
                  <a:lnTo>
                    <a:pt x="1337022" y="976706"/>
                  </a:lnTo>
                  <a:lnTo>
                    <a:pt x="1338729" y="956963"/>
                  </a:lnTo>
                  <a:close/>
                  <a:moveTo>
                    <a:pt x="1802002" y="962305"/>
                  </a:moveTo>
                  <a:lnTo>
                    <a:pt x="1760891" y="905909"/>
                  </a:lnTo>
                  <a:lnTo>
                    <a:pt x="1715056" y="949743"/>
                  </a:lnTo>
                  <a:close/>
                  <a:moveTo>
                    <a:pt x="1802002" y="962305"/>
                  </a:moveTo>
                  <a:lnTo>
                    <a:pt x="1842739" y="923868"/>
                  </a:lnTo>
                  <a:lnTo>
                    <a:pt x="1760891" y="905909"/>
                  </a:lnTo>
                  <a:close/>
                  <a:moveTo>
                    <a:pt x="1734451" y="795878"/>
                  </a:moveTo>
                  <a:lnTo>
                    <a:pt x="1736458" y="814558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36458" y="814558"/>
                  </a:lnTo>
                  <a:lnTo>
                    <a:pt x="1772110" y="841654"/>
                  </a:lnTo>
                  <a:close/>
                  <a:moveTo>
                    <a:pt x="1693160" y="715660"/>
                  </a:moveTo>
                  <a:lnTo>
                    <a:pt x="1727745" y="781981"/>
                  </a:lnTo>
                  <a:lnTo>
                    <a:pt x="1697145" y="677223"/>
                  </a:lnTo>
                  <a:close/>
                  <a:moveTo>
                    <a:pt x="1697145" y="677223"/>
                  </a:moveTo>
                  <a:lnTo>
                    <a:pt x="1727745" y="781981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27745" y="781981"/>
                  </a:lnTo>
                  <a:lnTo>
                    <a:pt x="1734451" y="795878"/>
                  </a:lnTo>
                  <a:close/>
                  <a:moveTo>
                    <a:pt x="1623105" y="309927"/>
                  </a:moveTo>
                  <a:lnTo>
                    <a:pt x="1653676" y="400587"/>
                  </a:lnTo>
                  <a:lnTo>
                    <a:pt x="1653271" y="351791"/>
                  </a:lnTo>
                  <a:close/>
                  <a:moveTo>
                    <a:pt x="1564649" y="227711"/>
                  </a:moveTo>
                  <a:lnTo>
                    <a:pt x="1658749" y="296370"/>
                  </a:lnTo>
                  <a:lnTo>
                    <a:pt x="1656409" y="198180"/>
                  </a:lnTo>
                  <a:close/>
                  <a:moveTo>
                    <a:pt x="1661864" y="168713"/>
                  </a:moveTo>
                  <a:lnTo>
                    <a:pt x="1564649" y="227711"/>
                  </a:lnTo>
                  <a:lnTo>
                    <a:pt x="1656409" y="198180"/>
                  </a:lnTo>
                  <a:close/>
                  <a:moveTo>
                    <a:pt x="1631836" y="68623"/>
                  </a:moveTo>
                  <a:lnTo>
                    <a:pt x="1579725" y="107060"/>
                  </a:lnTo>
                  <a:lnTo>
                    <a:pt x="1661864" y="168713"/>
                  </a:lnTo>
                  <a:close/>
                  <a:moveTo>
                    <a:pt x="1631836" y="68623"/>
                  </a:moveTo>
                  <a:lnTo>
                    <a:pt x="1579413" y="0"/>
                  </a:lnTo>
                  <a:lnTo>
                    <a:pt x="1579082" y="24845"/>
                  </a:lnTo>
                  <a:close/>
                  <a:moveTo>
                    <a:pt x="1631836" y="68623"/>
                  </a:moveTo>
                  <a:lnTo>
                    <a:pt x="1579082" y="24845"/>
                  </a:lnTo>
                  <a:lnTo>
                    <a:pt x="1579725" y="10706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00" name="Candidate_density__1999">
              <a:extLst>
                <a:ext uri="{FF2B5EF4-FFF2-40B4-BE49-F238E27FC236}">
                  <a16:creationId xmlns:a16="http://schemas.microsoft.com/office/drawing/2014/main" id="{4C8B7EF8-F004-005C-9ED4-94B66D1A54C9}"/>
                </a:ext>
              </a:extLst>
            </p:cNvPr>
            <p:cNvSpPr>
              <a:spLocks noGrp="1"/>
            </p:cNvSpPr>
            <p:nvPr/>
          </p:nvSpPr>
          <p:spPr>
            <a:xfrm>
              <a:off x="4523862" y="3548694"/>
              <a:ext cx="2268183" cy="1807140"/>
            </a:xfrm>
            <a:custGeom>
              <a:avLst/>
              <a:gdLst/>
              <a:ahLst/>
              <a:cxnLst/>
              <a:rect l="0" t="0" r="0" b="0"/>
              <a:pathLst>
                <a:path w="2268183" h="1807140">
                  <a:moveTo>
                    <a:pt x="512051" y="1768796"/>
                  </a:moveTo>
                  <a:lnTo>
                    <a:pt x="532502" y="1797285"/>
                  </a:lnTo>
                  <a:lnTo>
                    <a:pt x="577799" y="1807140"/>
                  </a:lnTo>
                  <a:close/>
                  <a:moveTo>
                    <a:pt x="696955" y="1758787"/>
                  </a:moveTo>
                  <a:lnTo>
                    <a:pt x="634185" y="1730360"/>
                  </a:lnTo>
                  <a:lnTo>
                    <a:pt x="577799" y="1807140"/>
                  </a:lnTo>
                  <a:close/>
                  <a:moveTo>
                    <a:pt x="0" y="1026409"/>
                  </a:moveTo>
                  <a:lnTo>
                    <a:pt x="100273" y="1072639"/>
                  </a:lnTo>
                  <a:lnTo>
                    <a:pt x="60289" y="1050345"/>
                  </a:lnTo>
                  <a:close/>
                  <a:moveTo>
                    <a:pt x="0" y="1026409"/>
                  </a:moveTo>
                  <a:lnTo>
                    <a:pt x="128328" y="1082765"/>
                  </a:lnTo>
                  <a:lnTo>
                    <a:pt x="100273" y="1072639"/>
                  </a:lnTo>
                  <a:close/>
                  <a:moveTo>
                    <a:pt x="100273" y="1072639"/>
                  </a:moveTo>
                  <a:lnTo>
                    <a:pt x="128328" y="1082765"/>
                  </a:lnTo>
                  <a:lnTo>
                    <a:pt x="147540" y="1097905"/>
                  </a:lnTo>
                  <a:close/>
                  <a:moveTo>
                    <a:pt x="233877" y="1142043"/>
                  </a:moveTo>
                  <a:lnTo>
                    <a:pt x="147540" y="1097905"/>
                  </a:lnTo>
                  <a:lnTo>
                    <a:pt x="128328" y="1082765"/>
                  </a:lnTo>
                  <a:close/>
                  <a:moveTo>
                    <a:pt x="634185" y="1730360"/>
                  </a:moveTo>
                  <a:lnTo>
                    <a:pt x="696955" y="1758787"/>
                  </a:lnTo>
                  <a:lnTo>
                    <a:pt x="727395" y="1774139"/>
                  </a:lnTo>
                  <a:close/>
                  <a:moveTo>
                    <a:pt x="254222" y="1154854"/>
                  </a:moveTo>
                  <a:lnTo>
                    <a:pt x="337175" y="1116418"/>
                  </a:lnTo>
                  <a:lnTo>
                    <a:pt x="233877" y="1142043"/>
                  </a:lnTo>
                  <a:close/>
                  <a:moveTo>
                    <a:pt x="337175" y="1116418"/>
                  </a:moveTo>
                  <a:lnTo>
                    <a:pt x="274796" y="1079833"/>
                  </a:lnTo>
                  <a:lnTo>
                    <a:pt x="233877" y="1142043"/>
                  </a:lnTo>
                  <a:close/>
                  <a:moveTo>
                    <a:pt x="147540" y="1097905"/>
                  </a:moveTo>
                  <a:lnTo>
                    <a:pt x="99264" y="1045801"/>
                  </a:lnTo>
                  <a:lnTo>
                    <a:pt x="100273" y="1072639"/>
                  </a:lnTo>
                  <a:close/>
                  <a:moveTo>
                    <a:pt x="60289" y="1050345"/>
                  </a:moveTo>
                  <a:lnTo>
                    <a:pt x="100273" y="1072639"/>
                  </a:lnTo>
                  <a:lnTo>
                    <a:pt x="99264" y="1045801"/>
                  </a:lnTo>
                  <a:close/>
                  <a:moveTo>
                    <a:pt x="147540" y="1097905"/>
                  </a:moveTo>
                  <a:lnTo>
                    <a:pt x="233877" y="1142043"/>
                  </a:lnTo>
                  <a:lnTo>
                    <a:pt x="274796" y="1079833"/>
                  </a:lnTo>
                  <a:close/>
                  <a:moveTo>
                    <a:pt x="199219" y="1075919"/>
                  </a:moveTo>
                  <a:lnTo>
                    <a:pt x="147540" y="1097905"/>
                  </a:lnTo>
                  <a:lnTo>
                    <a:pt x="274796" y="1079833"/>
                  </a:lnTo>
                  <a:close/>
                  <a:moveTo>
                    <a:pt x="549126" y="1363063"/>
                  </a:moveTo>
                  <a:lnTo>
                    <a:pt x="527054" y="1250466"/>
                  </a:lnTo>
                  <a:lnTo>
                    <a:pt x="535921" y="1333544"/>
                  </a:lnTo>
                  <a:close/>
                  <a:moveTo>
                    <a:pt x="337175" y="1116418"/>
                  </a:moveTo>
                  <a:lnTo>
                    <a:pt x="356974" y="1077981"/>
                  </a:lnTo>
                  <a:lnTo>
                    <a:pt x="274796" y="1079833"/>
                  </a:lnTo>
                  <a:close/>
                  <a:moveTo>
                    <a:pt x="397600" y="1185221"/>
                  </a:moveTo>
                  <a:lnTo>
                    <a:pt x="367839" y="1149044"/>
                  </a:lnTo>
                  <a:lnTo>
                    <a:pt x="410516" y="1116418"/>
                  </a:lnTo>
                  <a:close/>
                  <a:moveTo>
                    <a:pt x="826067" y="1286191"/>
                  </a:moveTo>
                  <a:lnTo>
                    <a:pt x="772647" y="1222774"/>
                  </a:lnTo>
                  <a:lnTo>
                    <a:pt x="812404" y="1266165"/>
                  </a:lnTo>
                  <a:close/>
                  <a:moveTo>
                    <a:pt x="822308" y="1282493"/>
                  </a:moveTo>
                  <a:lnTo>
                    <a:pt x="812404" y="1266165"/>
                  </a:lnTo>
                  <a:lnTo>
                    <a:pt x="759273" y="1173055"/>
                  </a:lnTo>
                  <a:close/>
                  <a:moveTo>
                    <a:pt x="822308" y="1282493"/>
                  </a:moveTo>
                  <a:lnTo>
                    <a:pt x="819942" y="1294349"/>
                  </a:lnTo>
                  <a:lnTo>
                    <a:pt x="826067" y="1286191"/>
                  </a:lnTo>
                  <a:close/>
                  <a:moveTo>
                    <a:pt x="822308" y="1282493"/>
                  </a:moveTo>
                  <a:lnTo>
                    <a:pt x="826067" y="1286191"/>
                  </a:lnTo>
                  <a:lnTo>
                    <a:pt x="812404" y="1266165"/>
                  </a:lnTo>
                  <a:close/>
                  <a:moveTo>
                    <a:pt x="689642" y="929387"/>
                  </a:moveTo>
                  <a:lnTo>
                    <a:pt x="688926" y="957330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89642" y="929387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44889" y="865678"/>
                  </a:lnTo>
                  <a:lnTo>
                    <a:pt x="689642" y="929387"/>
                  </a:lnTo>
                  <a:close/>
                  <a:moveTo>
                    <a:pt x="679247" y="918894"/>
                  </a:moveTo>
                  <a:lnTo>
                    <a:pt x="704811" y="927351"/>
                  </a:lnTo>
                  <a:lnTo>
                    <a:pt x="715017" y="908758"/>
                  </a:lnTo>
                  <a:close/>
                  <a:moveTo>
                    <a:pt x="805295" y="895955"/>
                  </a:moveTo>
                  <a:lnTo>
                    <a:pt x="704811" y="927351"/>
                  </a:lnTo>
                  <a:lnTo>
                    <a:pt x="785590" y="950711"/>
                  </a:lnTo>
                  <a:close/>
                  <a:moveTo>
                    <a:pt x="805295" y="895955"/>
                  </a:moveTo>
                  <a:lnTo>
                    <a:pt x="715017" y="908758"/>
                  </a:lnTo>
                  <a:lnTo>
                    <a:pt x="704811" y="927351"/>
                  </a:lnTo>
                  <a:close/>
                  <a:moveTo>
                    <a:pt x="1130044" y="1187390"/>
                  </a:moveTo>
                  <a:lnTo>
                    <a:pt x="1203313" y="1182671"/>
                  </a:lnTo>
                  <a:lnTo>
                    <a:pt x="1255068" y="1160974"/>
                  </a:lnTo>
                  <a:close/>
                  <a:moveTo>
                    <a:pt x="1122887" y="968014"/>
                  </a:moveTo>
                  <a:lnTo>
                    <a:pt x="1123897" y="949205"/>
                  </a:lnTo>
                  <a:lnTo>
                    <a:pt x="1112009" y="924235"/>
                  </a:lnTo>
                  <a:close/>
                  <a:moveTo>
                    <a:pt x="1122887" y="968014"/>
                  </a:moveTo>
                  <a:lnTo>
                    <a:pt x="1112009" y="924235"/>
                  </a:lnTo>
                  <a:lnTo>
                    <a:pt x="1135275" y="885799"/>
                  </a:lnTo>
                  <a:close/>
                  <a:moveTo>
                    <a:pt x="1595813" y="1077792"/>
                  </a:moveTo>
                  <a:lnTo>
                    <a:pt x="1520241" y="1164692"/>
                  </a:lnTo>
                  <a:lnTo>
                    <a:pt x="1581435" y="1114826"/>
                  </a:lnTo>
                  <a:close/>
                  <a:moveTo>
                    <a:pt x="1595813" y="1077792"/>
                  </a:moveTo>
                  <a:lnTo>
                    <a:pt x="1526197" y="1073796"/>
                  </a:lnTo>
                  <a:lnTo>
                    <a:pt x="1520241" y="1164692"/>
                  </a:lnTo>
                  <a:close/>
                  <a:moveTo>
                    <a:pt x="1698710" y="1137786"/>
                  </a:moveTo>
                  <a:lnTo>
                    <a:pt x="1700686" y="1153216"/>
                  </a:lnTo>
                  <a:lnTo>
                    <a:pt x="1724383" y="1155427"/>
                  </a:lnTo>
                  <a:close/>
                  <a:moveTo>
                    <a:pt x="1793559" y="896484"/>
                  </a:moveTo>
                  <a:lnTo>
                    <a:pt x="1774135" y="852705"/>
                  </a:lnTo>
                  <a:lnTo>
                    <a:pt x="1801187" y="814269"/>
                  </a:lnTo>
                  <a:close/>
                  <a:moveTo>
                    <a:pt x="2107877" y="819610"/>
                  </a:moveTo>
                  <a:lnTo>
                    <a:pt x="2132244" y="920115"/>
                  </a:lnTo>
                  <a:lnTo>
                    <a:pt x="2180370" y="884847"/>
                  </a:lnTo>
                  <a:close/>
                  <a:moveTo>
                    <a:pt x="2268183" y="794627"/>
                  </a:moveTo>
                  <a:lnTo>
                    <a:pt x="2200958" y="788687"/>
                  </a:lnTo>
                  <a:lnTo>
                    <a:pt x="2180370" y="884847"/>
                  </a:lnTo>
                  <a:close/>
                  <a:moveTo>
                    <a:pt x="2248128" y="710839"/>
                  </a:moveTo>
                  <a:lnTo>
                    <a:pt x="2206429" y="767075"/>
                  </a:lnTo>
                  <a:lnTo>
                    <a:pt x="2200958" y="788687"/>
                  </a:lnTo>
                  <a:close/>
                  <a:moveTo>
                    <a:pt x="1927002" y="64454"/>
                  </a:moveTo>
                  <a:lnTo>
                    <a:pt x="1921547" y="93922"/>
                  </a:lnTo>
                  <a:lnTo>
                    <a:pt x="1958664" y="2802"/>
                  </a:lnTo>
                  <a:close/>
                  <a:moveTo>
                    <a:pt x="1958664" y="2802"/>
                  </a:moveTo>
                  <a:lnTo>
                    <a:pt x="1967321" y="0"/>
                  </a:lnTo>
                  <a:lnTo>
                    <a:pt x="1927002" y="6445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01" name="Candidate_density__2000">
              <a:extLst>
                <a:ext uri="{FF2B5EF4-FFF2-40B4-BE49-F238E27FC236}">
                  <a16:creationId xmlns:a16="http://schemas.microsoft.com/office/drawing/2014/main" id="{BA496813-E675-0F4C-EA62-702C2F397DA9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42616"/>
              <a:ext cx="1878022" cy="1713218"/>
            </a:xfrm>
            <a:custGeom>
              <a:avLst/>
              <a:gdLst/>
              <a:ahLst/>
              <a:cxnLst/>
              <a:rect l="0" t="0" r="0" b="0"/>
              <a:pathLst>
                <a:path w="1878022" h="1713218">
                  <a:moveTo>
                    <a:pt x="257829" y="1674875"/>
                  </a:moveTo>
                  <a:lnTo>
                    <a:pt x="323577" y="1713218"/>
                  </a:lnTo>
                  <a:lnTo>
                    <a:pt x="350447" y="1644692"/>
                  </a:lnTo>
                  <a:close/>
                  <a:moveTo>
                    <a:pt x="323577" y="1713218"/>
                  </a:moveTo>
                  <a:lnTo>
                    <a:pt x="379963" y="1636438"/>
                  </a:lnTo>
                  <a:lnTo>
                    <a:pt x="350447" y="1644692"/>
                  </a:lnTo>
                  <a:close/>
                  <a:moveTo>
                    <a:pt x="458114" y="1507169"/>
                  </a:moveTo>
                  <a:lnTo>
                    <a:pt x="372827" y="1472008"/>
                  </a:lnTo>
                  <a:lnTo>
                    <a:pt x="378085" y="1522131"/>
                  </a:lnTo>
                  <a:close/>
                  <a:moveTo>
                    <a:pt x="378085" y="1522131"/>
                  </a:moveTo>
                  <a:lnTo>
                    <a:pt x="372827" y="1472008"/>
                  </a:lnTo>
                  <a:lnTo>
                    <a:pt x="359377" y="1437248"/>
                  </a:lnTo>
                  <a:close/>
                  <a:moveTo>
                    <a:pt x="502355" y="1542286"/>
                  </a:moveTo>
                  <a:lnTo>
                    <a:pt x="458114" y="1507169"/>
                  </a:lnTo>
                  <a:lnTo>
                    <a:pt x="468590" y="1515787"/>
                  </a:lnTo>
                  <a:close/>
                  <a:moveTo>
                    <a:pt x="295872" y="1351356"/>
                  </a:moveTo>
                  <a:lnTo>
                    <a:pt x="279338" y="1396069"/>
                  </a:lnTo>
                  <a:lnTo>
                    <a:pt x="316981" y="1371623"/>
                  </a:lnTo>
                  <a:close/>
                  <a:moveTo>
                    <a:pt x="316981" y="1371623"/>
                  </a:moveTo>
                  <a:lnTo>
                    <a:pt x="278382" y="1442503"/>
                  </a:lnTo>
                  <a:lnTo>
                    <a:pt x="359377" y="1437248"/>
                  </a:lnTo>
                  <a:close/>
                  <a:moveTo>
                    <a:pt x="372827" y="1472008"/>
                  </a:moveTo>
                  <a:lnTo>
                    <a:pt x="316981" y="1371623"/>
                  </a:lnTo>
                  <a:lnTo>
                    <a:pt x="359377" y="1437248"/>
                  </a:lnTo>
                  <a:close/>
                  <a:moveTo>
                    <a:pt x="316981" y="1371623"/>
                  </a:moveTo>
                  <a:lnTo>
                    <a:pt x="287365" y="1362626"/>
                  </a:lnTo>
                  <a:lnTo>
                    <a:pt x="295872" y="1351356"/>
                  </a:lnTo>
                  <a:close/>
                  <a:moveTo>
                    <a:pt x="82952" y="1022496"/>
                  </a:moveTo>
                  <a:lnTo>
                    <a:pt x="71196" y="1111723"/>
                  </a:lnTo>
                  <a:lnTo>
                    <a:pt x="113616" y="1055122"/>
                  </a:lnTo>
                  <a:close/>
                  <a:moveTo>
                    <a:pt x="82952" y="1022496"/>
                  </a:moveTo>
                  <a:lnTo>
                    <a:pt x="0" y="1060932"/>
                  </a:lnTo>
                  <a:lnTo>
                    <a:pt x="71196" y="1111723"/>
                  </a:lnTo>
                  <a:close/>
                  <a:moveTo>
                    <a:pt x="520946" y="1463430"/>
                  </a:moveTo>
                  <a:lnTo>
                    <a:pt x="607246" y="1395135"/>
                  </a:lnTo>
                  <a:lnTo>
                    <a:pt x="539548" y="1411956"/>
                  </a:lnTo>
                  <a:close/>
                  <a:moveTo>
                    <a:pt x="281699" y="1239622"/>
                  </a:moveTo>
                  <a:lnTo>
                    <a:pt x="295872" y="1351356"/>
                  </a:lnTo>
                  <a:lnTo>
                    <a:pt x="294904" y="1269141"/>
                  </a:lnTo>
                  <a:close/>
                  <a:moveTo>
                    <a:pt x="82952" y="1022496"/>
                  </a:moveTo>
                  <a:lnTo>
                    <a:pt x="113616" y="1055122"/>
                  </a:lnTo>
                  <a:lnTo>
                    <a:pt x="127331" y="1066274"/>
                  </a:lnTo>
                  <a:close/>
                  <a:moveTo>
                    <a:pt x="607246" y="1395135"/>
                  </a:moveTo>
                  <a:lnTo>
                    <a:pt x="638617" y="1409522"/>
                  </a:lnTo>
                  <a:lnTo>
                    <a:pt x="641120" y="1389972"/>
                  </a:lnTo>
                  <a:close/>
                  <a:moveTo>
                    <a:pt x="463661" y="1312707"/>
                  </a:moveTo>
                  <a:lnTo>
                    <a:pt x="565720" y="1200427"/>
                  </a:lnTo>
                  <a:lnTo>
                    <a:pt x="497614" y="1224449"/>
                  </a:lnTo>
                  <a:close/>
                  <a:moveTo>
                    <a:pt x="571631" y="1285781"/>
                  </a:moveTo>
                  <a:lnTo>
                    <a:pt x="593345" y="1240257"/>
                  </a:lnTo>
                  <a:lnTo>
                    <a:pt x="571845" y="1192269"/>
                  </a:lnTo>
                  <a:close/>
                  <a:moveTo>
                    <a:pt x="565720" y="1200427"/>
                  </a:moveTo>
                  <a:lnTo>
                    <a:pt x="571631" y="1285781"/>
                  </a:lnTo>
                  <a:lnTo>
                    <a:pt x="571845" y="1192269"/>
                  </a:lnTo>
                  <a:close/>
                  <a:moveTo>
                    <a:pt x="568085" y="1188571"/>
                  </a:moveTo>
                  <a:lnTo>
                    <a:pt x="497614" y="1224449"/>
                  </a:lnTo>
                  <a:lnTo>
                    <a:pt x="565720" y="1200427"/>
                  </a:lnTo>
                  <a:close/>
                  <a:moveTo>
                    <a:pt x="450589" y="833429"/>
                  </a:moveTo>
                  <a:lnTo>
                    <a:pt x="511061" y="934654"/>
                  </a:lnTo>
                  <a:lnTo>
                    <a:pt x="531368" y="856789"/>
                  </a:lnTo>
                  <a:close/>
                  <a:moveTo>
                    <a:pt x="425025" y="824972"/>
                  </a:moveTo>
                  <a:lnTo>
                    <a:pt x="373621" y="742756"/>
                  </a:lnTo>
                  <a:lnTo>
                    <a:pt x="390667" y="771756"/>
                  </a:lnTo>
                  <a:close/>
                  <a:moveTo>
                    <a:pt x="816260" y="1033180"/>
                  </a:moveTo>
                  <a:lnTo>
                    <a:pt x="864375" y="1129469"/>
                  </a:lnTo>
                  <a:lnTo>
                    <a:pt x="875822" y="1093468"/>
                  </a:lnTo>
                  <a:close/>
                  <a:moveTo>
                    <a:pt x="816260" y="1033180"/>
                  </a:moveTo>
                  <a:lnTo>
                    <a:pt x="779439" y="1011769"/>
                  </a:lnTo>
                  <a:lnTo>
                    <a:pt x="721035" y="1008606"/>
                  </a:lnTo>
                  <a:close/>
                  <a:moveTo>
                    <a:pt x="373621" y="742756"/>
                  </a:moveTo>
                  <a:lnTo>
                    <a:pt x="460794" y="814836"/>
                  </a:lnTo>
                  <a:lnTo>
                    <a:pt x="403726" y="721670"/>
                  </a:lnTo>
                  <a:close/>
                  <a:moveTo>
                    <a:pt x="425025" y="824972"/>
                  </a:moveTo>
                  <a:lnTo>
                    <a:pt x="460794" y="814836"/>
                  </a:lnTo>
                  <a:lnTo>
                    <a:pt x="373621" y="742756"/>
                  </a:lnTo>
                  <a:close/>
                  <a:moveTo>
                    <a:pt x="373621" y="742756"/>
                  </a:moveTo>
                  <a:lnTo>
                    <a:pt x="379362" y="720355"/>
                  </a:lnTo>
                  <a:lnTo>
                    <a:pt x="342779" y="650005"/>
                  </a:lnTo>
                  <a:close/>
                  <a:moveTo>
                    <a:pt x="762047" y="1033180"/>
                  </a:moveTo>
                  <a:lnTo>
                    <a:pt x="779439" y="1011769"/>
                  </a:lnTo>
                  <a:lnTo>
                    <a:pt x="709843" y="933732"/>
                  </a:lnTo>
                  <a:close/>
                  <a:moveTo>
                    <a:pt x="816260" y="1033180"/>
                  </a:moveTo>
                  <a:lnTo>
                    <a:pt x="902503" y="994744"/>
                  </a:lnTo>
                  <a:lnTo>
                    <a:pt x="779439" y="1011769"/>
                  </a:lnTo>
                  <a:close/>
                  <a:moveTo>
                    <a:pt x="902503" y="994744"/>
                  </a:moveTo>
                  <a:lnTo>
                    <a:pt x="811938" y="918073"/>
                  </a:lnTo>
                  <a:lnTo>
                    <a:pt x="779439" y="1011769"/>
                  </a:lnTo>
                  <a:close/>
                  <a:moveTo>
                    <a:pt x="909793" y="1005280"/>
                  </a:moveTo>
                  <a:lnTo>
                    <a:pt x="875822" y="1093468"/>
                  </a:lnTo>
                  <a:lnTo>
                    <a:pt x="1000846" y="1067052"/>
                  </a:lnTo>
                  <a:close/>
                  <a:moveTo>
                    <a:pt x="1000846" y="1067052"/>
                  </a:moveTo>
                  <a:lnTo>
                    <a:pt x="964828" y="995840"/>
                  </a:lnTo>
                  <a:lnTo>
                    <a:pt x="909793" y="1005280"/>
                  </a:lnTo>
                  <a:close/>
                  <a:moveTo>
                    <a:pt x="563938" y="332956"/>
                  </a:moveTo>
                  <a:lnTo>
                    <a:pt x="493830" y="298587"/>
                  </a:lnTo>
                  <a:lnTo>
                    <a:pt x="545763" y="405981"/>
                  </a:lnTo>
                  <a:close/>
                  <a:moveTo>
                    <a:pt x="545763" y="405981"/>
                  </a:moveTo>
                  <a:lnTo>
                    <a:pt x="472569" y="304803"/>
                  </a:lnTo>
                  <a:lnTo>
                    <a:pt x="497895" y="384305"/>
                  </a:lnTo>
                  <a:close/>
                  <a:moveTo>
                    <a:pt x="1171788" y="933660"/>
                  </a:moveTo>
                  <a:lnTo>
                    <a:pt x="1213556" y="917871"/>
                  </a:lnTo>
                  <a:lnTo>
                    <a:pt x="1201861" y="936783"/>
                  </a:lnTo>
                  <a:close/>
                  <a:moveTo>
                    <a:pt x="1201861" y="936783"/>
                  </a:moveTo>
                  <a:lnTo>
                    <a:pt x="1235648" y="957220"/>
                  </a:lnTo>
                  <a:lnTo>
                    <a:pt x="1274114" y="917871"/>
                  </a:lnTo>
                  <a:close/>
                  <a:moveTo>
                    <a:pt x="1378805" y="961649"/>
                  </a:moveTo>
                  <a:lnTo>
                    <a:pt x="1446464" y="1059294"/>
                  </a:lnTo>
                  <a:lnTo>
                    <a:pt x="1444488" y="1043864"/>
                  </a:lnTo>
                  <a:close/>
                  <a:moveTo>
                    <a:pt x="1327212" y="1020904"/>
                  </a:moveTo>
                  <a:lnTo>
                    <a:pt x="1446464" y="1059294"/>
                  </a:lnTo>
                  <a:lnTo>
                    <a:pt x="1378805" y="961649"/>
                  </a:lnTo>
                  <a:close/>
                  <a:moveTo>
                    <a:pt x="1378805" y="961649"/>
                  </a:moveTo>
                  <a:lnTo>
                    <a:pt x="1444488" y="1043864"/>
                  </a:lnTo>
                  <a:lnTo>
                    <a:pt x="1477322" y="923213"/>
                  </a:lnTo>
                  <a:close/>
                  <a:moveTo>
                    <a:pt x="1853654" y="725688"/>
                  </a:moveTo>
                  <a:lnTo>
                    <a:pt x="1812918" y="764125"/>
                  </a:lnTo>
                  <a:lnTo>
                    <a:pt x="1878022" y="826193"/>
                  </a:lnTo>
                  <a:close/>
                  <a:moveTo>
                    <a:pt x="1708061" y="479043"/>
                  </a:moveTo>
                  <a:lnTo>
                    <a:pt x="1705368" y="569625"/>
                  </a:lnTo>
                  <a:lnTo>
                    <a:pt x="1699544" y="501008"/>
                  </a:lnTo>
                  <a:close/>
                  <a:moveTo>
                    <a:pt x="1708061" y="479043"/>
                  </a:moveTo>
                  <a:lnTo>
                    <a:pt x="1755938" y="433195"/>
                  </a:lnTo>
                  <a:lnTo>
                    <a:pt x="1704075" y="517480"/>
                  </a:lnTo>
                  <a:close/>
                  <a:moveTo>
                    <a:pt x="1731710" y="208433"/>
                  </a:moveTo>
                  <a:lnTo>
                    <a:pt x="1664591" y="202407"/>
                  </a:lnTo>
                  <a:lnTo>
                    <a:pt x="1645502" y="298955"/>
                  </a:lnTo>
                  <a:close/>
                  <a:moveTo>
                    <a:pt x="1664591" y="202407"/>
                  </a:moveTo>
                  <a:lnTo>
                    <a:pt x="1731710" y="208433"/>
                  </a:lnTo>
                  <a:lnTo>
                    <a:pt x="1664187" y="153611"/>
                  </a:lnTo>
                  <a:close/>
                  <a:moveTo>
                    <a:pt x="1730400" y="109406"/>
                  </a:moveTo>
                  <a:lnTo>
                    <a:pt x="1669665" y="98190"/>
                  </a:lnTo>
                  <a:lnTo>
                    <a:pt x="1664187" y="153611"/>
                  </a:lnTo>
                  <a:close/>
                  <a:moveTo>
                    <a:pt x="1669665" y="98190"/>
                  </a:moveTo>
                  <a:lnTo>
                    <a:pt x="1711101" y="25003"/>
                  </a:lnTo>
                  <a:lnTo>
                    <a:pt x="166732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02" name="Candidate_density__2001">
              <a:extLst>
                <a:ext uri="{FF2B5EF4-FFF2-40B4-BE49-F238E27FC236}">
                  <a16:creationId xmlns:a16="http://schemas.microsoft.com/office/drawing/2014/main" id="{754E5703-31AA-F4FB-E694-6ED449011ABB}"/>
                </a:ext>
              </a:extLst>
            </p:cNvPr>
            <p:cNvSpPr>
              <a:spLocks noGrp="1"/>
            </p:cNvSpPr>
            <p:nvPr/>
          </p:nvSpPr>
          <p:spPr>
            <a:xfrm>
              <a:off x="5050916" y="3975572"/>
              <a:ext cx="1741128" cy="1382809"/>
            </a:xfrm>
            <a:custGeom>
              <a:avLst/>
              <a:gdLst/>
              <a:ahLst/>
              <a:cxnLst/>
              <a:rect l="0" t="0" r="0" b="0"/>
              <a:pathLst>
                <a:path w="1741128" h="1382809">
                  <a:moveTo>
                    <a:pt x="125956" y="1382809"/>
                  </a:moveTo>
                  <a:lnTo>
                    <a:pt x="169901" y="1331909"/>
                  </a:lnTo>
                  <a:lnTo>
                    <a:pt x="50745" y="1380262"/>
                  </a:lnTo>
                  <a:close/>
                  <a:moveTo>
                    <a:pt x="5012" y="815534"/>
                  </a:moveTo>
                  <a:lnTo>
                    <a:pt x="0" y="823588"/>
                  </a:lnTo>
                  <a:lnTo>
                    <a:pt x="22072" y="936185"/>
                  </a:lnTo>
                  <a:close/>
                  <a:moveTo>
                    <a:pt x="506607" y="678813"/>
                  </a:moveTo>
                  <a:lnTo>
                    <a:pt x="489215" y="700224"/>
                  </a:lnTo>
                  <a:lnTo>
                    <a:pt x="406302" y="725835"/>
                  </a:lnTo>
                  <a:close/>
                  <a:moveTo>
                    <a:pt x="265207" y="379581"/>
                  </a:moveTo>
                  <a:lnTo>
                    <a:pt x="212462" y="415027"/>
                  </a:lnTo>
                  <a:lnTo>
                    <a:pt x="187962" y="481880"/>
                  </a:lnTo>
                  <a:close/>
                  <a:moveTo>
                    <a:pt x="265207" y="379581"/>
                  </a:moveTo>
                  <a:lnTo>
                    <a:pt x="187962" y="481880"/>
                  </a:lnTo>
                  <a:lnTo>
                    <a:pt x="278241" y="469077"/>
                  </a:lnTo>
                  <a:close/>
                  <a:moveTo>
                    <a:pt x="282325" y="86282"/>
                  </a:moveTo>
                  <a:lnTo>
                    <a:pt x="291106" y="0"/>
                  </a:lnTo>
                  <a:lnTo>
                    <a:pt x="272932" y="73025"/>
                  </a:lnTo>
                  <a:close/>
                  <a:moveTo>
                    <a:pt x="1137101" y="718570"/>
                  </a:moveTo>
                  <a:lnTo>
                    <a:pt x="1173632" y="726338"/>
                  </a:lnTo>
                  <a:lnTo>
                    <a:pt x="1054381" y="687948"/>
                  </a:lnTo>
                  <a:close/>
                  <a:moveTo>
                    <a:pt x="1272707" y="731718"/>
                  </a:moveTo>
                  <a:lnTo>
                    <a:pt x="1197329" y="728549"/>
                  </a:lnTo>
                  <a:lnTo>
                    <a:pt x="1173632" y="726338"/>
                  </a:lnTo>
                  <a:close/>
                  <a:moveTo>
                    <a:pt x="1728437" y="272081"/>
                  </a:moveTo>
                  <a:lnTo>
                    <a:pt x="1679375" y="340197"/>
                  </a:lnTo>
                  <a:lnTo>
                    <a:pt x="1721074" y="283961"/>
                  </a:lnTo>
                  <a:close/>
                  <a:moveTo>
                    <a:pt x="1721074" y="283961"/>
                  </a:moveTo>
                  <a:lnTo>
                    <a:pt x="1673904" y="361809"/>
                  </a:lnTo>
                  <a:lnTo>
                    <a:pt x="1741128" y="36774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03" name="Candidate_density__2002">
              <a:extLst>
                <a:ext uri="{FF2B5EF4-FFF2-40B4-BE49-F238E27FC236}">
                  <a16:creationId xmlns:a16="http://schemas.microsoft.com/office/drawing/2014/main" id="{85F1AFB2-C2F1-8522-86D8-DA7B4ED6E92F}"/>
                </a:ext>
              </a:extLst>
            </p:cNvPr>
            <p:cNvSpPr>
              <a:spLocks noGrp="1"/>
            </p:cNvSpPr>
            <p:nvPr/>
          </p:nvSpPr>
          <p:spPr>
            <a:xfrm>
              <a:off x="4772963" y="3469281"/>
              <a:ext cx="1858775" cy="1809774"/>
            </a:xfrm>
            <a:custGeom>
              <a:avLst/>
              <a:gdLst/>
              <a:ahLst/>
              <a:cxnLst/>
              <a:rect l="0" t="0" r="0" b="0"/>
              <a:pathLst>
                <a:path w="1858775" h="1809774">
                  <a:moveTo>
                    <a:pt x="214564" y="1645343"/>
                  </a:moveTo>
                  <a:lnTo>
                    <a:pt x="217791" y="1750551"/>
                  </a:lnTo>
                  <a:lnTo>
                    <a:pt x="268425" y="1724658"/>
                  </a:lnTo>
                  <a:close/>
                  <a:moveTo>
                    <a:pt x="214564" y="1645343"/>
                  </a:moveTo>
                  <a:lnTo>
                    <a:pt x="177017" y="1683780"/>
                  </a:lnTo>
                  <a:lnTo>
                    <a:pt x="217791" y="1750551"/>
                  </a:lnTo>
                  <a:close/>
                  <a:moveTo>
                    <a:pt x="383206" y="1695466"/>
                  </a:moveTo>
                  <a:lnTo>
                    <a:pt x="362224" y="1796699"/>
                  </a:lnTo>
                  <a:lnTo>
                    <a:pt x="439113" y="1689122"/>
                  </a:lnTo>
                  <a:close/>
                  <a:moveTo>
                    <a:pt x="439113" y="1689122"/>
                  </a:moveTo>
                  <a:lnTo>
                    <a:pt x="362224" y="1796699"/>
                  </a:lnTo>
                  <a:lnTo>
                    <a:pt x="385084" y="1809774"/>
                  </a:lnTo>
                  <a:close/>
                  <a:moveTo>
                    <a:pt x="170725" y="1563128"/>
                  </a:moveTo>
                  <a:lnTo>
                    <a:pt x="214564" y="1645343"/>
                  </a:lnTo>
                  <a:lnTo>
                    <a:pt x="253826" y="1524692"/>
                  </a:lnTo>
                  <a:close/>
                  <a:moveTo>
                    <a:pt x="133235" y="852256"/>
                  </a:moveTo>
                  <a:lnTo>
                    <a:pt x="16037" y="828535"/>
                  </a:lnTo>
                  <a:lnTo>
                    <a:pt x="0" y="847972"/>
                  </a:lnTo>
                  <a:close/>
                  <a:moveTo>
                    <a:pt x="660762" y="1151133"/>
                  </a:moveTo>
                  <a:lnTo>
                    <a:pt x="635249" y="1184170"/>
                  </a:lnTo>
                  <a:lnTo>
                    <a:pt x="667831" y="1124300"/>
                  </a:lnTo>
                  <a:close/>
                  <a:moveTo>
                    <a:pt x="667831" y="1124300"/>
                  </a:moveTo>
                  <a:lnTo>
                    <a:pt x="653673" y="1056804"/>
                  </a:lnTo>
                  <a:lnTo>
                    <a:pt x="660762" y="1151133"/>
                  </a:lnTo>
                  <a:close/>
                  <a:moveTo>
                    <a:pt x="667831" y="1124300"/>
                  </a:moveTo>
                  <a:lnTo>
                    <a:pt x="649519" y="1042085"/>
                  </a:lnTo>
                  <a:lnTo>
                    <a:pt x="653673" y="1056804"/>
                  </a:lnTo>
                  <a:close/>
                  <a:moveTo>
                    <a:pt x="907624" y="1168079"/>
                  </a:moveTo>
                  <a:lnTo>
                    <a:pt x="880943" y="1266803"/>
                  </a:lnTo>
                  <a:lnTo>
                    <a:pt x="914914" y="1178615"/>
                  </a:lnTo>
                  <a:close/>
                  <a:moveTo>
                    <a:pt x="667831" y="1124300"/>
                  </a:moveTo>
                  <a:lnTo>
                    <a:pt x="714965" y="1107067"/>
                  </a:lnTo>
                  <a:lnTo>
                    <a:pt x="649519" y="1042085"/>
                  </a:lnTo>
                  <a:close/>
                  <a:moveTo>
                    <a:pt x="362060" y="504870"/>
                  </a:moveTo>
                  <a:lnTo>
                    <a:pt x="366716" y="548794"/>
                  </a:lnTo>
                  <a:lnTo>
                    <a:pt x="356426" y="516131"/>
                  </a:lnTo>
                  <a:close/>
                  <a:moveTo>
                    <a:pt x="362060" y="504870"/>
                  </a:moveTo>
                  <a:lnTo>
                    <a:pt x="356426" y="516131"/>
                  </a:lnTo>
                  <a:lnTo>
                    <a:pt x="356327" y="510358"/>
                  </a:lnTo>
                  <a:close/>
                  <a:moveTo>
                    <a:pt x="944646" y="1129643"/>
                  </a:moveTo>
                  <a:lnTo>
                    <a:pt x="907624" y="1168079"/>
                  </a:lnTo>
                  <a:lnTo>
                    <a:pt x="914914" y="1178615"/>
                  </a:lnTo>
                  <a:close/>
                  <a:moveTo>
                    <a:pt x="907624" y="1168079"/>
                  </a:moveTo>
                  <a:lnTo>
                    <a:pt x="944646" y="1129643"/>
                  </a:lnTo>
                  <a:lnTo>
                    <a:pt x="909371" y="1070202"/>
                  </a:lnTo>
                  <a:close/>
                  <a:moveTo>
                    <a:pt x="817059" y="1091409"/>
                  </a:moveTo>
                  <a:lnTo>
                    <a:pt x="907624" y="1168079"/>
                  </a:lnTo>
                  <a:lnTo>
                    <a:pt x="909371" y="1070202"/>
                  </a:lnTo>
                  <a:close/>
                  <a:moveTo>
                    <a:pt x="1006008" y="1025339"/>
                  </a:moveTo>
                  <a:lnTo>
                    <a:pt x="909371" y="1070202"/>
                  </a:lnTo>
                  <a:lnTo>
                    <a:pt x="972803" y="1047428"/>
                  </a:lnTo>
                  <a:close/>
                  <a:moveTo>
                    <a:pt x="909371" y="1070202"/>
                  </a:moveTo>
                  <a:lnTo>
                    <a:pt x="953509" y="1107711"/>
                  </a:lnTo>
                  <a:lnTo>
                    <a:pt x="972803" y="1047428"/>
                  </a:lnTo>
                  <a:close/>
                  <a:moveTo>
                    <a:pt x="369938" y="505146"/>
                  </a:moveTo>
                  <a:lnTo>
                    <a:pt x="503016" y="557641"/>
                  </a:lnTo>
                  <a:lnTo>
                    <a:pt x="477690" y="478138"/>
                  </a:lnTo>
                  <a:close/>
                  <a:moveTo>
                    <a:pt x="362060" y="504870"/>
                  </a:moveTo>
                  <a:lnTo>
                    <a:pt x="356327" y="510358"/>
                  </a:lnTo>
                  <a:lnTo>
                    <a:pt x="369938" y="505146"/>
                  </a:lnTo>
                  <a:close/>
                  <a:moveTo>
                    <a:pt x="369938" y="505146"/>
                  </a:moveTo>
                  <a:lnTo>
                    <a:pt x="428277" y="473791"/>
                  </a:lnTo>
                  <a:lnTo>
                    <a:pt x="362060" y="504870"/>
                  </a:lnTo>
                  <a:close/>
                  <a:moveTo>
                    <a:pt x="369938" y="505146"/>
                  </a:moveTo>
                  <a:lnTo>
                    <a:pt x="477690" y="478138"/>
                  </a:lnTo>
                  <a:lnTo>
                    <a:pt x="428277" y="473791"/>
                  </a:lnTo>
                  <a:close/>
                  <a:moveTo>
                    <a:pt x="552984" y="446189"/>
                  </a:moveTo>
                  <a:lnTo>
                    <a:pt x="477690" y="478138"/>
                  </a:lnTo>
                  <a:lnTo>
                    <a:pt x="498951" y="471922"/>
                  </a:lnTo>
                  <a:close/>
                  <a:moveTo>
                    <a:pt x="428277" y="473791"/>
                  </a:moveTo>
                  <a:lnTo>
                    <a:pt x="477690" y="478138"/>
                  </a:lnTo>
                  <a:lnTo>
                    <a:pt x="552984" y="446189"/>
                  </a:lnTo>
                  <a:close/>
                  <a:moveTo>
                    <a:pt x="605379" y="426883"/>
                  </a:moveTo>
                  <a:lnTo>
                    <a:pt x="552984" y="446189"/>
                  </a:lnTo>
                  <a:lnTo>
                    <a:pt x="498951" y="471922"/>
                  </a:lnTo>
                  <a:close/>
                  <a:moveTo>
                    <a:pt x="1279235" y="1091206"/>
                  </a:moveTo>
                  <a:lnTo>
                    <a:pt x="1369586" y="1118317"/>
                  </a:lnTo>
                  <a:lnTo>
                    <a:pt x="1326501" y="1052770"/>
                  </a:lnTo>
                  <a:close/>
                  <a:moveTo>
                    <a:pt x="1346712" y="1157205"/>
                  </a:moveTo>
                  <a:lnTo>
                    <a:pt x="1383926" y="1134985"/>
                  </a:lnTo>
                  <a:lnTo>
                    <a:pt x="1369586" y="1118317"/>
                  </a:lnTo>
                  <a:close/>
                  <a:moveTo>
                    <a:pt x="1340051" y="1007892"/>
                  </a:moveTo>
                  <a:lnTo>
                    <a:pt x="1301013" y="1077139"/>
                  </a:lnTo>
                  <a:lnTo>
                    <a:pt x="1279235" y="1091206"/>
                  </a:lnTo>
                  <a:close/>
                  <a:moveTo>
                    <a:pt x="1326501" y="1052770"/>
                  </a:moveTo>
                  <a:lnTo>
                    <a:pt x="1353058" y="951861"/>
                  </a:lnTo>
                  <a:lnTo>
                    <a:pt x="1340051" y="1007892"/>
                  </a:lnTo>
                  <a:close/>
                  <a:moveTo>
                    <a:pt x="1354766" y="932118"/>
                  </a:moveTo>
                  <a:lnTo>
                    <a:pt x="1353058" y="951861"/>
                  </a:lnTo>
                  <a:lnTo>
                    <a:pt x="1326501" y="1052770"/>
                  </a:lnTo>
                  <a:close/>
                  <a:moveTo>
                    <a:pt x="1761061" y="855245"/>
                  </a:moveTo>
                  <a:lnTo>
                    <a:pt x="1731093" y="924898"/>
                  </a:lnTo>
                  <a:lnTo>
                    <a:pt x="1776928" y="881064"/>
                  </a:lnTo>
                  <a:close/>
                  <a:moveTo>
                    <a:pt x="1858775" y="899024"/>
                  </a:moveTo>
                  <a:lnTo>
                    <a:pt x="1833384" y="876942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76928" y="881064"/>
                  </a:lnTo>
                  <a:lnTo>
                    <a:pt x="1833384" y="876942"/>
                  </a:lnTo>
                  <a:close/>
                  <a:moveTo>
                    <a:pt x="1788147" y="816809"/>
                  </a:moveTo>
                  <a:lnTo>
                    <a:pt x="1761061" y="855245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52495" y="789714"/>
                  </a:lnTo>
                  <a:lnTo>
                    <a:pt x="1761061" y="855245"/>
                  </a:lnTo>
                  <a:close/>
                  <a:moveTo>
                    <a:pt x="1590779" y="405733"/>
                  </a:moveTo>
                  <a:lnTo>
                    <a:pt x="1644624" y="496231"/>
                  </a:lnTo>
                  <a:lnTo>
                    <a:pt x="1650624" y="472290"/>
                  </a:lnTo>
                  <a:close/>
                  <a:moveTo>
                    <a:pt x="1590779" y="405733"/>
                  </a:moveTo>
                  <a:lnTo>
                    <a:pt x="1650624" y="472290"/>
                  </a:lnTo>
                  <a:lnTo>
                    <a:pt x="1669712" y="375742"/>
                  </a:lnTo>
                  <a:close/>
                  <a:moveTo>
                    <a:pt x="1590779" y="405733"/>
                  </a:moveTo>
                  <a:lnTo>
                    <a:pt x="1669712" y="375742"/>
                  </a:lnTo>
                  <a:lnTo>
                    <a:pt x="1639142" y="285082"/>
                  </a:lnTo>
                  <a:close/>
                  <a:moveTo>
                    <a:pt x="1567663" y="323518"/>
                  </a:moveTo>
                  <a:lnTo>
                    <a:pt x="1590779" y="405733"/>
                  </a:lnTo>
                  <a:lnTo>
                    <a:pt x="1639142" y="285082"/>
                  </a:lnTo>
                  <a:close/>
                  <a:moveTo>
                    <a:pt x="1580686" y="202867"/>
                  </a:moveTo>
                  <a:lnTo>
                    <a:pt x="1567663" y="323518"/>
                  </a:lnTo>
                  <a:lnTo>
                    <a:pt x="1639142" y="285082"/>
                  </a:lnTo>
                  <a:close/>
                  <a:moveTo>
                    <a:pt x="1525722" y="131935"/>
                  </a:moveTo>
                  <a:lnTo>
                    <a:pt x="1543188" y="134063"/>
                  </a:lnTo>
                  <a:lnTo>
                    <a:pt x="1535561" y="120651"/>
                  </a:lnTo>
                  <a:close/>
                  <a:moveTo>
                    <a:pt x="1580686" y="202867"/>
                  </a:moveTo>
                  <a:lnTo>
                    <a:pt x="1543188" y="134063"/>
                  </a:lnTo>
                  <a:lnTo>
                    <a:pt x="1525722" y="131935"/>
                  </a:lnTo>
                  <a:close/>
                  <a:moveTo>
                    <a:pt x="1639142" y="285082"/>
                  </a:moveTo>
                  <a:lnTo>
                    <a:pt x="1669308" y="326946"/>
                  </a:lnTo>
                  <a:lnTo>
                    <a:pt x="1674786" y="271525"/>
                  </a:lnTo>
                  <a:close/>
                  <a:moveTo>
                    <a:pt x="1580686" y="202867"/>
                  </a:moveTo>
                  <a:lnTo>
                    <a:pt x="1639142" y="285082"/>
                  </a:lnTo>
                  <a:lnTo>
                    <a:pt x="1674786" y="271525"/>
                  </a:lnTo>
                  <a:close/>
                  <a:moveTo>
                    <a:pt x="1556354" y="107032"/>
                  </a:moveTo>
                  <a:lnTo>
                    <a:pt x="1543188" y="134063"/>
                  </a:lnTo>
                  <a:lnTo>
                    <a:pt x="1595762" y="82215"/>
                  </a:lnTo>
                  <a:close/>
                  <a:moveTo>
                    <a:pt x="1543188" y="134063"/>
                  </a:moveTo>
                  <a:lnTo>
                    <a:pt x="1580686" y="202867"/>
                  </a:lnTo>
                  <a:lnTo>
                    <a:pt x="1595762" y="82215"/>
                  </a:lnTo>
                  <a:close/>
                  <a:moveTo>
                    <a:pt x="1595762" y="82215"/>
                  </a:moveTo>
                  <a:lnTo>
                    <a:pt x="1580686" y="202867"/>
                  </a:lnTo>
                  <a:lnTo>
                    <a:pt x="1677900" y="143868"/>
                  </a:lnTo>
                  <a:close/>
                  <a:moveTo>
                    <a:pt x="1535561" y="120651"/>
                  </a:moveTo>
                  <a:lnTo>
                    <a:pt x="1543188" y="134063"/>
                  </a:lnTo>
                  <a:lnTo>
                    <a:pt x="1556354" y="107032"/>
                  </a:lnTo>
                  <a:close/>
                  <a:moveTo>
                    <a:pt x="1531287" y="89567"/>
                  </a:moveTo>
                  <a:lnTo>
                    <a:pt x="1535561" y="120651"/>
                  </a:lnTo>
                  <a:lnTo>
                    <a:pt x="1556354" y="107032"/>
                  </a:lnTo>
                  <a:close/>
                  <a:moveTo>
                    <a:pt x="1595118" y="0"/>
                  </a:moveTo>
                  <a:lnTo>
                    <a:pt x="1556354" y="107032"/>
                  </a:lnTo>
                  <a:lnTo>
                    <a:pt x="1595762" y="822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04" name="Candidate_density__2003">
              <a:extLst>
                <a:ext uri="{FF2B5EF4-FFF2-40B4-BE49-F238E27FC236}">
                  <a16:creationId xmlns:a16="http://schemas.microsoft.com/office/drawing/2014/main" id="{024CFE19-448D-4C97-55D0-F4F31AB7C534}"/>
                </a:ext>
              </a:extLst>
            </p:cNvPr>
            <p:cNvSpPr>
              <a:spLocks noGrp="1"/>
            </p:cNvSpPr>
            <p:nvPr/>
          </p:nvSpPr>
          <p:spPr>
            <a:xfrm>
              <a:off x="5220817" y="3728860"/>
              <a:ext cx="1571227" cy="1604491"/>
            </a:xfrm>
            <a:custGeom>
              <a:avLst/>
              <a:gdLst/>
              <a:ahLst/>
              <a:cxnLst/>
              <a:rect l="0" t="0" r="0" b="0"/>
              <a:pathLst>
                <a:path w="1571227" h="1604491">
                  <a:moveTo>
                    <a:pt x="40645" y="1550194"/>
                  </a:moveTo>
                  <a:lnTo>
                    <a:pt x="48726" y="1604491"/>
                  </a:lnTo>
                  <a:lnTo>
                    <a:pt x="0" y="1578621"/>
                  </a:lnTo>
                  <a:close/>
                  <a:moveTo>
                    <a:pt x="103030" y="319737"/>
                  </a:moveTo>
                  <a:lnTo>
                    <a:pt x="93731" y="359194"/>
                  </a:lnTo>
                  <a:lnTo>
                    <a:pt x="112424" y="332994"/>
                  </a:lnTo>
                  <a:close/>
                  <a:moveTo>
                    <a:pt x="823285" y="984526"/>
                  </a:moveTo>
                  <a:lnTo>
                    <a:pt x="757323" y="953104"/>
                  </a:lnTo>
                  <a:lnTo>
                    <a:pt x="884479" y="934660"/>
                  </a:lnTo>
                  <a:close/>
                  <a:moveTo>
                    <a:pt x="717395" y="6465"/>
                  </a:moveTo>
                  <a:lnTo>
                    <a:pt x="666245" y="30429"/>
                  </a:lnTo>
                  <a:lnTo>
                    <a:pt x="790196" y="0"/>
                  </a:lnTo>
                  <a:close/>
                  <a:moveTo>
                    <a:pt x="1483415" y="704680"/>
                  </a:moveTo>
                  <a:lnTo>
                    <a:pt x="1435289" y="739948"/>
                  </a:lnTo>
                  <a:lnTo>
                    <a:pt x="1551332" y="679954"/>
                  </a:lnTo>
                  <a:close/>
                  <a:moveTo>
                    <a:pt x="1571227" y="614461"/>
                  </a:moveTo>
                  <a:lnTo>
                    <a:pt x="1483415" y="704680"/>
                  </a:lnTo>
                  <a:lnTo>
                    <a:pt x="1551332" y="67995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05" name="Candidate_density__2004">
              <a:extLst>
                <a:ext uri="{FF2B5EF4-FFF2-40B4-BE49-F238E27FC236}">
                  <a16:creationId xmlns:a16="http://schemas.microsoft.com/office/drawing/2014/main" id="{CF03D9AE-57BC-5852-921C-6E798181BEEC}"/>
                </a:ext>
              </a:extLst>
            </p:cNvPr>
            <p:cNvSpPr>
              <a:spLocks noGrp="1"/>
            </p:cNvSpPr>
            <p:nvPr/>
          </p:nvSpPr>
          <p:spPr>
            <a:xfrm>
              <a:off x="6052198" y="4477172"/>
              <a:ext cx="60816" cy="83314"/>
            </a:xfrm>
            <a:custGeom>
              <a:avLst/>
              <a:gdLst/>
              <a:ahLst/>
              <a:cxnLst/>
              <a:rect l="0" t="0" r="0" b="0"/>
              <a:pathLst>
                <a:path w="60816" h="83314">
                  <a:moveTo>
                    <a:pt x="60816" y="0"/>
                  </a:moveTo>
                  <a:lnTo>
                    <a:pt x="0" y="83314"/>
                  </a:lnTo>
                  <a:lnTo>
                    <a:pt x="47266" y="448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06" name="Candidate_density__2005">
              <a:extLst>
                <a:ext uri="{FF2B5EF4-FFF2-40B4-BE49-F238E27FC236}">
                  <a16:creationId xmlns:a16="http://schemas.microsoft.com/office/drawing/2014/main" id="{E4C1BF85-312D-8068-B24C-6E9F511B7E3E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86596"/>
              <a:ext cx="2332922" cy="1936237"/>
            </a:xfrm>
            <a:custGeom>
              <a:avLst/>
              <a:gdLst/>
              <a:ahLst/>
              <a:cxnLst/>
              <a:rect l="0" t="0" r="0" b="0"/>
              <a:pathLst>
                <a:path w="2332922" h="1936237">
                  <a:moveTo>
                    <a:pt x="807984" y="1854022"/>
                  </a:moveTo>
                  <a:lnTo>
                    <a:pt x="711616" y="1892458"/>
                  </a:lnTo>
                  <a:lnTo>
                    <a:pt x="804826" y="1936237"/>
                  </a:lnTo>
                  <a:close/>
                  <a:moveTo>
                    <a:pt x="194901" y="1211030"/>
                  </a:moveTo>
                  <a:lnTo>
                    <a:pt x="176695" y="1207899"/>
                  </a:lnTo>
                  <a:lnTo>
                    <a:pt x="224971" y="1260003"/>
                  </a:lnTo>
                  <a:close/>
                  <a:moveTo>
                    <a:pt x="55356" y="1145862"/>
                  </a:moveTo>
                  <a:lnTo>
                    <a:pt x="173148" y="1196301"/>
                  </a:lnTo>
                  <a:lnTo>
                    <a:pt x="106751" y="1160111"/>
                  </a:lnTo>
                  <a:close/>
                  <a:moveTo>
                    <a:pt x="55356" y="1145862"/>
                  </a:moveTo>
                  <a:lnTo>
                    <a:pt x="176695" y="1207899"/>
                  </a:lnTo>
                  <a:lnTo>
                    <a:pt x="173148" y="1196301"/>
                  </a:lnTo>
                  <a:close/>
                  <a:moveTo>
                    <a:pt x="56113" y="1152522"/>
                  </a:moveTo>
                  <a:lnTo>
                    <a:pt x="176695" y="1207899"/>
                  </a:lnTo>
                  <a:lnTo>
                    <a:pt x="55356" y="1145862"/>
                  </a:lnTo>
                  <a:close/>
                  <a:moveTo>
                    <a:pt x="173148" y="1196301"/>
                  </a:moveTo>
                  <a:lnTo>
                    <a:pt x="176695" y="1207899"/>
                  </a:lnTo>
                  <a:lnTo>
                    <a:pt x="194901" y="1211030"/>
                  </a:lnTo>
                  <a:close/>
                  <a:moveTo>
                    <a:pt x="106751" y="1160111"/>
                  </a:moveTo>
                  <a:lnTo>
                    <a:pt x="0" y="1130273"/>
                  </a:lnTo>
                  <a:lnTo>
                    <a:pt x="55356" y="1145862"/>
                  </a:lnTo>
                  <a:close/>
                  <a:moveTo>
                    <a:pt x="804826" y="1936237"/>
                  </a:moveTo>
                  <a:lnTo>
                    <a:pt x="787142" y="1915407"/>
                  </a:lnTo>
                  <a:lnTo>
                    <a:pt x="763493" y="1834541"/>
                  </a:lnTo>
                  <a:close/>
                  <a:moveTo>
                    <a:pt x="807984" y="1854022"/>
                  </a:moveTo>
                  <a:lnTo>
                    <a:pt x="763493" y="1834541"/>
                  </a:lnTo>
                  <a:lnTo>
                    <a:pt x="722288" y="1767948"/>
                  </a:lnTo>
                  <a:close/>
                  <a:moveTo>
                    <a:pt x="722166" y="1667955"/>
                  </a:moveTo>
                  <a:lnTo>
                    <a:pt x="765646" y="1771807"/>
                  </a:lnTo>
                  <a:lnTo>
                    <a:pt x="722288" y="1767948"/>
                  </a:lnTo>
                  <a:close/>
                  <a:moveTo>
                    <a:pt x="472287" y="1404510"/>
                  </a:moveTo>
                  <a:lnTo>
                    <a:pt x="511172" y="1518121"/>
                  </a:lnTo>
                  <a:lnTo>
                    <a:pt x="541686" y="1456424"/>
                  </a:lnTo>
                  <a:close/>
                  <a:moveTo>
                    <a:pt x="613352" y="1495642"/>
                  </a:moveTo>
                  <a:lnTo>
                    <a:pt x="604485" y="1412564"/>
                  </a:lnTo>
                  <a:lnTo>
                    <a:pt x="541686" y="1456424"/>
                  </a:lnTo>
                  <a:close/>
                  <a:moveTo>
                    <a:pt x="434405" y="1240079"/>
                  </a:moveTo>
                  <a:lnTo>
                    <a:pt x="414606" y="1278516"/>
                  </a:lnTo>
                  <a:lnTo>
                    <a:pt x="458985" y="1322294"/>
                  </a:lnTo>
                  <a:close/>
                  <a:moveTo>
                    <a:pt x="434405" y="1240079"/>
                  </a:moveTo>
                  <a:lnTo>
                    <a:pt x="390915" y="1171374"/>
                  </a:lnTo>
                  <a:lnTo>
                    <a:pt x="352227" y="1241931"/>
                  </a:lnTo>
                  <a:close/>
                  <a:moveTo>
                    <a:pt x="173148" y="1196301"/>
                  </a:moveTo>
                  <a:lnTo>
                    <a:pt x="194901" y="1211030"/>
                  </a:lnTo>
                  <a:lnTo>
                    <a:pt x="197107" y="1191305"/>
                  </a:lnTo>
                  <a:close/>
                  <a:moveTo>
                    <a:pt x="173148" y="1196301"/>
                  </a:moveTo>
                  <a:lnTo>
                    <a:pt x="197107" y="1191305"/>
                  </a:lnTo>
                  <a:lnTo>
                    <a:pt x="106751" y="1160111"/>
                  </a:lnTo>
                  <a:close/>
                  <a:moveTo>
                    <a:pt x="299009" y="1169052"/>
                  </a:moveTo>
                  <a:lnTo>
                    <a:pt x="194901" y="1211030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197107" y="1191305"/>
                  </a:lnTo>
                  <a:lnTo>
                    <a:pt x="194901" y="1211030"/>
                  </a:lnTo>
                  <a:close/>
                  <a:moveTo>
                    <a:pt x="197107" y="1191305"/>
                  </a:moveTo>
                  <a:lnTo>
                    <a:pt x="299009" y="1169052"/>
                  </a:lnTo>
                  <a:lnTo>
                    <a:pt x="227997" y="1119569"/>
                  </a:lnTo>
                  <a:close/>
                  <a:moveTo>
                    <a:pt x="299009" y="1169052"/>
                  </a:moveTo>
                  <a:lnTo>
                    <a:pt x="305976" y="1132462"/>
                  </a:lnTo>
                  <a:lnTo>
                    <a:pt x="227997" y="1119569"/>
                  </a:lnTo>
                  <a:close/>
                  <a:moveTo>
                    <a:pt x="276650" y="1238017"/>
                  </a:moveTo>
                  <a:lnTo>
                    <a:pt x="368208" y="1157865"/>
                  </a:lnTo>
                  <a:lnTo>
                    <a:pt x="299009" y="1169052"/>
                  </a:lnTo>
                  <a:close/>
                  <a:moveTo>
                    <a:pt x="390915" y="1171374"/>
                  </a:moveTo>
                  <a:lnTo>
                    <a:pt x="368208" y="1157865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368208" y="1157865"/>
                  </a:lnTo>
                  <a:lnTo>
                    <a:pt x="305976" y="1132462"/>
                  </a:lnTo>
                  <a:close/>
                  <a:moveTo>
                    <a:pt x="758528" y="1815585"/>
                  </a:moveTo>
                  <a:lnTo>
                    <a:pt x="722288" y="1767948"/>
                  </a:lnTo>
                  <a:lnTo>
                    <a:pt x="763493" y="1834541"/>
                  </a:lnTo>
                  <a:close/>
                  <a:moveTo>
                    <a:pt x="722288" y="1767948"/>
                  </a:moveTo>
                  <a:lnTo>
                    <a:pt x="716056" y="1733370"/>
                  </a:lnTo>
                  <a:lnTo>
                    <a:pt x="636682" y="1676859"/>
                  </a:lnTo>
                  <a:close/>
                  <a:moveTo>
                    <a:pt x="722166" y="1667955"/>
                  </a:moveTo>
                  <a:lnTo>
                    <a:pt x="722288" y="1767948"/>
                  </a:lnTo>
                  <a:lnTo>
                    <a:pt x="636682" y="1676859"/>
                  </a:lnTo>
                  <a:close/>
                  <a:moveTo>
                    <a:pt x="738910" y="1421296"/>
                  </a:moveTo>
                  <a:lnTo>
                    <a:pt x="686581" y="1396609"/>
                  </a:lnTo>
                  <a:lnTo>
                    <a:pt x="782065" y="1448289"/>
                  </a:lnTo>
                  <a:close/>
                  <a:moveTo>
                    <a:pt x="544548" y="1390895"/>
                  </a:moveTo>
                  <a:lnTo>
                    <a:pt x="541686" y="1456424"/>
                  </a:lnTo>
                  <a:lnTo>
                    <a:pt x="605570" y="1401876"/>
                  </a:lnTo>
                  <a:close/>
                  <a:moveTo>
                    <a:pt x="669905" y="1366073"/>
                  </a:moveTo>
                  <a:lnTo>
                    <a:pt x="686581" y="1396609"/>
                  </a:lnTo>
                  <a:lnTo>
                    <a:pt x="738910" y="1421296"/>
                  </a:lnTo>
                  <a:close/>
                  <a:moveTo>
                    <a:pt x="493620" y="1283858"/>
                  </a:moveTo>
                  <a:lnTo>
                    <a:pt x="434405" y="1240079"/>
                  </a:lnTo>
                  <a:lnTo>
                    <a:pt x="458985" y="1322294"/>
                  </a:lnTo>
                  <a:close/>
                  <a:moveTo>
                    <a:pt x="390915" y="1171374"/>
                  </a:moveTo>
                  <a:lnTo>
                    <a:pt x="434405" y="1240079"/>
                  </a:lnTo>
                  <a:lnTo>
                    <a:pt x="446988" y="1209433"/>
                  </a:lnTo>
                  <a:close/>
                  <a:moveTo>
                    <a:pt x="738910" y="1421296"/>
                  </a:moveTo>
                  <a:lnTo>
                    <a:pt x="782065" y="1448289"/>
                  </a:lnTo>
                  <a:lnTo>
                    <a:pt x="783240" y="1371833"/>
                  </a:lnTo>
                  <a:close/>
                  <a:moveTo>
                    <a:pt x="836704" y="1335153"/>
                  </a:moveTo>
                  <a:lnTo>
                    <a:pt x="782065" y="1448289"/>
                  </a:lnTo>
                  <a:lnTo>
                    <a:pt x="839919" y="1432631"/>
                  </a:lnTo>
                  <a:close/>
                  <a:moveTo>
                    <a:pt x="899739" y="1444591"/>
                  </a:moveTo>
                  <a:lnTo>
                    <a:pt x="839919" y="1432631"/>
                  </a:lnTo>
                  <a:lnTo>
                    <a:pt x="829268" y="1480469"/>
                  </a:lnTo>
                  <a:close/>
                  <a:moveTo>
                    <a:pt x="698621" y="1327637"/>
                  </a:moveTo>
                  <a:lnTo>
                    <a:pt x="655126" y="1283858"/>
                  </a:lnTo>
                  <a:lnTo>
                    <a:pt x="669905" y="1366073"/>
                  </a:lnTo>
                  <a:close/>
                  <a:moveTo>
                    <a:pt x="711016" y="976374"/>
                  </a:moveTo>
                  <a:lnTo>
                    <a:pt x="705274" y="998776"/>
                  </a:lnTo>
                  <a:lnTo>
                    <a:pt x="735380" y="977689"/>
                  </a:lnTo>
                  <a:close/>
                  <a:moveTo>
                    <a:pt x="711016" y="976374"/>
                  </a:moveTo>
                  <a:lnTo>
                    <a:pt x="735380" y="977689"/>
                  </a:lnTo>
                  <a:lnTo>
                    <a:pt x="702683" y="960340"/>
                  </a:lnTo>
                  <a:close/>
                  <a:moveTo>
                    <a:pt x="702683" y="960340"/>
                  </a:moveTo>
                  <a:lnTo>
                    <a:pt x="674432" y="906025"/>
                  </a:lnTo>
                  <a:lnTo>
                    <a:pt x="711016" y="976374"/>
                  </a:lnTo>
                  <a:close/>
                  <a:moveTo>
                    <a:pt x="702683" y="960340"/>
                  </a:moveTo>
                  <a:lnTo>
                    <a:pt x="635549" y="878125"/>
                  </a:lnTo>
                  <a:lnTo>
                    <a:pt x="674432" y="906025"/>
                  </a:lnTo>
                  <a:close/>
                  <a:moveTo>
                    <a:pt x="1104011" y="1250764"/>
                  </a:moveTo>
                  <a:lnTo>
                    <a:pt x="1093701" y="1289200"/>
                  </a:lnTo>
                  <a:lnTo>
                    <a:pt x="1041497" y="1189752"/>
                  </a:lnTo>
                  <a:close/>
                  <a:moveTo>
                    <a:pt x="970037" y="1087163"/>
                  </a:moveTo>
                  <a:lnTo>
                    <a:pt x="976051" y="1124770"/>
                  </a:lnTo>
                  <a:lnTo>
                    <a:pt x="971672" y="1088632"/>
                  </a:lnTo>
                  <a:close/>
                  <a:moveTo>
                    <a:pt x="702683" y="960340"/>
                  </a:moveTo>
                  <a:lnTo>
                    <a:pt x="735380" y="977689"/>
                  </a:lnTo>
                  <a:lnTo>
                    <a:pt x="760840" y="935869"/>
                  </a:lnTo>
                  <a:close/>
                  <a:moveTo>
                    <a:pt x="702683" y="960340"/>
                  </a:moveTo>
                  <a:lnTo>
                    <a:pt x="760840" y="935869"/>
                  </a:lnTo>
                  <a:lnTo>
                    <a:pt x="635549" y="878125"/>
                  </a:lnTo>
                  <a:close/>
                  <a:moveTo>
                    <a:pt x="635316" y="877233"/>
                  </a:moveTo>
                  <a:lnTo>
                    <a:pt x="635549" y="878125"/>
                  </a:lnTo>
                  <a:lnTo>
                    <a:pt x="690083" y="871791"/>
                  </a:lnTo>
                  <a:close/>
                  <a:moveTo>
                    <a:pt x="823179" y="921903"/>
                  </a:moveTo>
                  <a:lnTo>
                    <a:pt x="871736" y="1006396"/>
                  </a:lnTo>
                  <a:lnTo>
                    <a:pt x="872081" y="1004119"/>
                  </a:lnTo>
                  <a:close/>
                  <a:moveTo>
                    <a:pt x="735380" y="977689"/>
                  </a:moveTo>
                  <a:lnTo>
                    <a:pt x="871736" y="1006396"/>
                  </a:lnTo>
                  <a:lnTo>
                    <a:pt x="823179" y="921903"/>
                  </a:lnTo>
                  <a:close/>
                  <a:moveTo>
                    <a:pt x="823179" y="921903"/>
                  </a:moveTo>
                  <a:lnTo>
                    <a:pt x="760840" y="935869"/>
                  </a:lnTo>
                  <a:lnTo>
                    <a:pt x="735380" y="977689"/>
                  </a:lnTo>
                  <a:close/>
                  <a:moveTo>
                    <a:pt x="760840" y="935869"/>
                  </a:moveTo>
                  <a:lnTo>
                    <a:pt x="823179" y="921903"/>
                  </a:lnTo>
                  <a:lnTo>
                    <a:pt x="775486" y="912437"/>
                  </a:lnTo>
                  <a:close/>
                  <a:moveTo>
                    <a:pt x="635549" y="878125"/>
                  </a:moveTo>
                  <a:lnTo>
                    <a:pt x="635316" y="877233"/>
                  </a:lnTo>
                  <a:lnTo>
                    <a:pt x="616320" y="792583"/>
                  </a:lnTo>
                  <a:close/>
                  <a:moveTo>
                    <a:pt x="967340" y="1086333"/>
                  </a:moveTo>
                  <a:lnTo>
                    <a:pt x="970037" y="1087163"/>
                  </a:lnTo>
                  <a:lnTo>
                    <a:pt x="971672" y="1088632"/>
                  </a:lnTo>
                  <a:close/>
                  <a:moveTo>
                    <a:pt x="871736" y="1006396"/>
                  </a:moveTo>
                  <a:lnTo>
                    <a:pt x="967340" y="1086333"/>
                  </a:lnTo>
                  <a:lnTo>
                    <a:pt x="876104" y="1009978"/>
                  </a:lnTo>
                  <a:close/>
                  <a:moveTo>
                    <a:pt x="970037" y="1087163"/>
                  </a:moveTo>
                  <a:lnTo>
                    <a:pt x="967340" y="1086333"/>
                  </a:lnTo>
                  <a:lnTo>
                    <a:pt x="871736" y="1006396"/>
                  </a:lnTo>
                  <a:close/>
                  <a:moveTo>
                    <a:pt x="616576" y="839688"/>
                  </a:moveTo>
                  <a:lnTo>
                    <a:pt x="616320" y="792583"/>
                  </a:lnTo>
                  <a:lnTo>
                    <a:pt x="635316" y="877233"/>
                  </a:lnTo>
                  <a:close/>
                  <a:moveTo>
                    <a:pt x="1185568" y="1130112"/>
                  </a:moveTo>
                  <a:lnTo>
                    <a:pt x="1143591" y="1174093"/>
                  </a:lnTo>
                  <a:lnTo>
                    <a:pt x="1191678" y="1138681"/>
                  </a:lnTo>
                  <a:close/>
                  <a:moveTo>
                    <a:pt x="1136507" y="1168549"/>
                  </a:moveTo>
                  <a:lnTo>
                    <a:pt x="1143591" y="1174093"/>
                  </a:lnTo>
                  <a:lnTo>
                    <a:pt x="1185568" y="1130112"/>
                  </a:lnTo>
                  <a:close/>
                  <a:moveTo>
                    <a:pt x="1111702" y="1047897"/>
                  </a:moveTo>
                  <a:lnTo>
                    <a:pt x="1136507" y="1168549"/>
                  </a:lnTo>
                  <a:lnTo>
                    <a:pt x="1185568" y="1130112"/>
                  </a:lnTo>
                  <a:close/>
                  <a:moveTo>
                    <a:pt x="967340" y="1086333"/>
                  </a:moveTo>
                  <a:lnTo>
                    <a:pt x="971672" y="1088632"/>
                  </a:lnTo>
                  <a:lnTo>
                    <a:pt x="976363" y="1082021"/>
                  </a:lnTo>
                  <a:close/>
                  <a:moveTo>
                    <a:pt x="967340" y="1086333"/>
                  </a:moveTo>
                  <a:lnTo>
                    <a:pt x="976363" y="1082021"/>
                  </a:lnTo>
                  <a:lnTo>
                    <a:pt x="876104" y="1009978"/>
                  </a:lnTo>
                  <a:close/>
                  <a:moveTo>
                    <a:pt x="1083595" y="1055435"/>
                  </a:moveTo>
                  <a:lnTo>
                    <a:pt x="976363" y="1082021"/>
                  </a:lnTo>
                  <a:lnTo>
                    <a:pt x="971672" y="1088632"/>
                  </a:lnTo>
                  <a:close/>
                  <a:moveTo>
                    <a:pt x="976363" y="1082021"/>
                  </a:moveTo>
                  <a:lnTo>
                    <a:pt x="1083595" y="1055435"/>
                  </a:lnTo>
                  <a:lnTo>
                    <a:pt x="1016077" y="1039451"/>
                  </a:lnTo>
                  <a:close/>
                  <a:moveTo>
                    <a:pt x="1109287" y="995047"/>
                  </a:moveTo>
                  <a:lnTo>
                    <a:pt x="1086545" y="1024261"/>
                  </a:lnTo>
                  <a:lnTo>
                    <a:pt x="1083595" y="1055435"/>
                  </a:lnTo>
                  <a:close/>
                  <a:moveTo>
                    <a:pt x="1111702" y="1047897"/>
                  </a:moveTo>
                  <a:lnTo>
                    <a:pt x="1154755" y="1000631"/>
                  </a:lnTo>
                  <a:lnTo>
                    <a:pt x="1109287" y="995047"/>
                  </a:lnTo>
                  <a:close/>
                  <a:moveTo>
                    <a:pt x="1083595" y="1055435"/>
                  </a:moveTo>
                  <a:lnTo>
                    <a:pt x="1111702" y="1047897"/>
                  </a:lnTo>
                  <a:lnTo>
                    <a:pt x="1109287" y="995047"/>
                  </a:lnTo>
                  <a:close/>
                  <a:moveTo>
                    <a:pt x="1296481" y="1251860"/>
                  </a:moveTo>
                  <a:lnTo>
                    <a:pt x="1320744" y="1294542"/>
                  </a:lnTo>
                  <a:lnTo>
                    <a:pt x="1314348" y="1289297"/>
                  </a:lnTo>
                  <a:close/>
                  <a:moveTo>
                    <a:pt x="1191678" y="1138681"/>
                  </a:moveTo>
                  <a:lnTo>
                    <a:pt x="1200318" y="1130112"/>
                  </a:lnTo>
                  <a:lnTo>
                    <a:pt x="1245289" y="1184757"/>
                  </a:lnTo>
                  <a:close/>
                  <a:moveTo>
                    <a:pt x="1245289" y="1184757"/>
                  </a:moveTo>
                  <a:lnTo>
                    <a:pt x="1200318" y="1130112"/>
                  </a:lnTo>
                  <a:lnTo>
                    <a:pt x="1281995" y="1115416"/>
                  </a:lnTo>
                  <a:close/>
                  <a:moveTo>
                    <a:pt x="1200500" y="1020985"/>
                  </a:moveTo>
                  <a:lnTo>
                    <a:pt x="1212705" y="1047897"/>
                  </a:lnTo>
                  <a:lnTo>
                    <a:pt x="1154755" y="1000631"/>
                  </a:lnTo>
                  <a:close/>
                  <a:moveTo>
                    <a:pt x="1776141" y="1299884"/>
                  </a:moveTo>
                  <a:lnTo>
                    <a:pt x="1801814" y="1317525"/>
                  </a:lnTo>
                  <a:lnTo>
                    <a:pt x="1840496" y="1264600"/>
                  </a:lnTo>
                  <a:close/>
                  <a:moveTo>
                    <a:pt x="1776141" y="1299884"/>
                  </a:moveTo>
                  <a:lnTo>
                    <a:pt x="1840496" y="1264600"/>
                  </a:lnTo>
                  <a:lnTo>
                    <a:pt x="1808975" y="1179233"/>
                  </a:lnTo>
                  <a:close/>
                  <a:moveTo>
                    <a:pt x="1931696" y="1309273"/>
                  </a:moveTo>
                  <a:lnTo>
                    <a:pt x="1856405" y="1251667"/>
                  </a:lnTo>
                  <a:lnTo>
                    <a:pt x="1846580" y="1261448"/>
                  </a:lnTo>
                  <a:close/>
                  <a:moveTo>
                    <a:pt x="1893357" y="1229384"/>
                  </a:moveTo>
                  <a:lnTo>
                    <a:pt x="1856405" y="1251667"/>
                  </a:lnTo>
                  <a:lnTo>
                    <a:pt x="1931696" y="1309273"/>
                  </a:lnTo>
                  <a:close/>
                  <a:moveTo>
                    <a:pt x="1817302" y="1140797"/>
                  </a:moveTo>
                  <a:lnTo>
                    <a:pt x="1808975" y="1179233"/>
                  </a:lnTo>
                  <a:lnTo>
                    <a:pt x="1885062" y="1223012"/>
                  </a:lnTo>
                  <a:close/>
                  <a:moveTo>
                    <a:pt x="1822214" y="1058582"/>
                  </a:moveTo>
                  <a:lnTo>
                    <a:pt x="1808975" y="1179233"/>
                  </a:lnTo>
                  <a:lnTo>
                    <a:pt x="1817302" y="1140797"/>
                  </a:lnTo>
                  <a:close/>
                  <a:moveTo>
                    <a:pt x="1766380" y="1033296"/>
                  </a:moveTo>
                  <a:lnTo>
                    <a:pt x="1822214" y="1058582"/>
                  </a:lnTo>
                  <a:lnTo>
                    <a:pt x="1845234" y="937930"/>
                  </a:lnTo>
                  <a:close/>
                  <a:moveTo>
                    <a:pt x="1845234" y="937930"/>
                  </a:moveTo>
                  <a:lnTo>
                    <a:pt x="1822214" y="1058582"/>
                  </a:lnTo>
                  <a:lnTo>
                    <a:pt x="1875697" y="948156"/>
                  </a:lnTo>
                  <a:close/>
                  <a:moveTo>
                    <a:pt x="1875697" y="948156"/>
                  </a:moveTo>
                  <a:lnTo>
                    <a:pt x="1822214" y="1058582"/>
                  </a:lnTo>
                  <a:lnTo>
                    <a:pt x="1860743" y="1047957"/>
                  </a:lnTo>
                  <a:close/>
                  <a:moveTo>
                    <a:pt x="1870990" y="1058582"/>
                  </a:moveTo>
                  <a:lnTo>
                    <a:pt x="1875697" y="948156"/>
                  </a:lnTo>
                  <a:lnTo>
                    <a:pt x="1860743" y="1047957"/>
                  </a:lnTo>
                  <a:close/>
                  <a:moveTo>
                    <a:pt x="2033940" y="817278"/>
                  </a:moveTo>
                  <a:lnTo>
                    <a:pt x="2037021" y="825645"/>
                  </a:lnTo>
                  <a:lnTo>
                    <a:pt x="2050790" y="830279"/>
                  </a:lnTo>
                  <a:close/>
                  <a:moveTo>
                    <a:pt x="2031197" y="757028"/>
                  </a:moveTo>
                  <a:lnTo>
                    <a:pt x="2037021" y="825645"/>
                  </a:lnTo>
                  <a:lnTo>
                    <a:pt x="2033940" y="817278"/>
                  </a:lnTo>
                  <a:close/>
                  <a:moveTo>
                    <a:pt x="2185308" y="981708"/>
                  </a:moveTo>
                  <a:lnTo>
                    <a:pt x="2257801" y="1046945"/>
                  </a:lnTo>
                  <a:lnTo>
                    <a:pt x="2278389" y="950785"/>
                  </a:lnTo>
                  <a:close/>
                  <a:moveTo>
                    <a:pt x="2033940" y="817278"/>
                  </a:moveTo>
                  <a:lnTo>
                    <a:pt x="2030837" y="730580"/>
                  </a:lnTo>
                  <a:lnTo>
                    <a:pt x="2031197" y="757028"/>
                  </a:lnTo>
                  <a:close/>
                  <a:moveTo>
                    <a:pt x="2267420" y="740405"/>
                  </a:moveTo>
                  <a:lnTo>
                    <a:pt x="2232834" y="801850"/>
                  </a:lnTo>
                  <a:lnTo>
                    <a:pt x="2282126" y="747563"/>
                  </a:lnTo>
                  <a:close/>
                  <a:moveTo>
                    <a:pt x="2282126" y="747563"/>
                  </a:moveTo>
                  <a:lnTo>
                    <a:pt x="2232834" y="801850"/>
                  </a:lnTo>
                  <a:lnTo>
                    <a:pt x="2222565" y="835485"/>
                  </a:lnTo>
                  <a:close/>
                  <a:moveTo>
                    <a:pt x="2300240" y="822620"/>
                  </a:moveTo>
                  <a:lnTo>
                    <a:pt x="2310045" y="811873"/>
                  </a:lnTo>
                  <a:lnTo>
                    <a:pt x="2282126" y="747563"/>
                  </a:lnTo>
                  <a:close/>
                  <a:moveTo>
                    <a:pt x="2222565" y="835485"/>
                  </a:moveTo>
                  <a:lnTo>
                    <a:pt x="2300240" y="822620"/>
                  </a:lnTo>
                  <a:lnTo>
                    <a:pt x="2282126" y="747563"/>
                  </a:lnTo>
                  <a:close/>
                  <a:moveTo>
                    <a:pt x="2332922" y="861057"/>
                  </a:moveTo>
                  <a:lnTo>
                    <a:pt x="2316678" y="836673"/>
                  </a:lnTo>
                  <a:lnTo>
                    <a:pt x="2283860" y="929173"/>
                  </a:lnTo>
                  <a:close/>
                  <a:moveTo>
                    <a:pt x="2332922" y="861057"/>
                  </a:moveTo>
                  <a:lnTo>
                    <a:pt x="2317768" y="822620"/>
                  </a:lnTo>
                  <a:lnTo>
                    <a:pt x="2316678" y="836673"/>
                  </a:lnTo>
                  <a:close/>
                  <a:moveTo>
                    <a:pt x="2317768" y="822620"/>
                  </a:moveTo>
                  <a:lnTo>
                    <a:pt x="2282126" y="747563"/>
                  </a:lnTo>
                  <a:lnTo>
                    <a:pt x="2310045" y="811873"/>
                  </a:lnTo>
                  <a:close/>
                  <a:moveTo>
                    <a:pt x="2072009" y="658190"/>
                  </a:moveTo>
                  <a:lnTo>
                    <a:pt x="2026735" y="614412"/>
                  </a:lnTo>
                  <a:lnTo>
                    <a:pt x="2046411" y="696627"/>
                  </a:lnTo>
                  <a:close/>
                  <a:moveTo>
                    <a:pt x="2230134" y="629148"/>
                  </a:moveTo>
                  <a:lnTo>
                    <a:pt x="2267420" y="740405"/>
                  </a:lnTo>
                  <a:lnTo>
                    <a:pt x="2241965" y="658190"/>
                  </a:lnTo>
                  <a:close/>
                  <a:moveTo>
                    <a:pt x="1974405" y="126463"/>
                  </a:moveTo>
                  <a:lnTo>
                    <a:pt x="2004433" y="226552"/>
                  </a:lnTo>
                  <a:lnTo>
                    <a:pt x="2044752" y="162098"/>
                  </a:lnTo>
                  <a:close/>
                  <a:moveTo>
                    <a:pt x="2043824" y="88027"/>
                  </a:moveTo>
                  <a:lnTo>
                    <a:pt x="2044752" y="162098"/>
                  </a:lnTo>
                  <a:lnTo>
                    <a:pt x="2095899" y="138125"/>
                  </a:lnTo>
                  <a:close/>
                  <a:moveTo>
                    <a:pt x="2043824" y="88027"/>
                  </a:moveTo>
                  <a:lnTo>
                    <a:pt x="1974405" y="126463"/>
                  </a:lnTo>
                  <a:lnTo>
                    <a:pt x="2044752" y="162098"/>
                  </a:lnTo>
                  <a:close/>
                  <a:moveTo>
                    <a:pt x="2137271" y="49590"/>
                  </a:moveTo>
                  <a:lnTo>
                    <a:pt x="2161308" y="84549"/>
                  </a:lnTo>
                  <a:lnTo>
                    <a:pt x="206765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07" name="Candidate_density__2006">
              <a:extLst>
                <a:ext uri="{FF2B5EF4-FFF2-40B4-BE49-F238E27FC236}">
                  <a16:creationId xmlns:a16="http://schemas.microsoft.com/office/drawing/2014/main" id="{D6AAF2C0-D58B-35AC-0F13-636E2BE796FA}"/>
                </a:ext>
              </a:extLst>
            </p:cNvPr>
            <p:cNvSpPr>
              <a:spLocks noGrp="1"/>
            </p:cNvSpPr>
            <p:nvPr/>
          </p:nvSpPr>
          <p:spPr>
            <a:xfrm>
              <a:off x="4752407" y="3385638"/>
              <a:ext cx="2011792" cy="1854979"/>
            </a:xfrm>
            <a:custGeom>
              <a:avLst/>
              <a:gdLst/>
              <a:ahLst/>
              <a:cxnLst/>
              <a:rect l="0" t="0" r="0" b="0"/>
              <a:pathLst>
                <a:path w="2011792" h="1854979">
                  <a:moveTo>
                    <a:pt x="403762" y="1779109"/>
                  </a:moveTo>
                  <a:lnTo>
                    <a:pt x="288981" y="1808301"/>
                  </a:lnTo>
                  <a:lnTo>
                    <a:pt x="292483" y="1811201"/>
                  </a:lnTo>
                  <a:close/>
                  <a:moveTo>
                    <a:pt x="304060" y="1699480"/>
                  </a:moveTo>
                  <a:lnTo>
                    <a:pt x="288981" y="1808301"/>
                  </a:lnTo>
                  <a:lnTo>
                    <a:pt x="403762" y="1779109"/>
                  </a:lnTo>
                  <a:close/>
                  <a:moveTo>
                    <a:pt x="385054" y="1694226"/>
                  </a:moveTo>
                  <a:lnTo>
                    <a:pt x="304060" y="1699480"/>
                  </a:lnTo>
                  <a:lnTo>
                    <a:pt x="403762" y="1779109"/>
                  </a:lnTo>
                  <a:close/>
                  <a:moveTo>
                    <a:pt x="274382" y="1608334"/>
                  </a:moveTo>
                  <a:lnTo>
                    <a:pt x="304060" y="1699480"/>
                  </a:lnTo>
                  <a:lnTo>
                    <a:pt x="305015" y="1653046"/>
                  </a:lnTo>
                  <a:close/>
                  <a:moveTo>
                    <a:pt x="235120" y="1728986"/>
                  </a:moveTo>
                  <a:lnTo>
                    <a:pt x="304060" y="1699480"/>
                  </a:lnTo>
                  <a:lnTo>
                    <a:pt x="274382" y="1608334"/>
                  </a:lnTo>
                  <a:close/>
                  <a:moveTo>
                    <a:pt x="198809" y="1534618"/>
                  </a:moveTo>
                  <a:lnTo>
                    <a:pt x="190669" y="1530889"/>
                  </a:lnTo>
                  <a:lnTo>
                    <a:pt x="274382" y="1608334"/>
                  </a:lnTo>
                  <a:close/>
                  <a:moveTo>
                    <a:pt x="191689" y="1526119"/>
                  </a:moveTo>
                  <a:lnTo>
                    <a:pt x="190669" y="1530889"/>
                  </a:lnTo>
                  <a:lnTo>
                    <a:pt x="198809" y="1534618"/>
                  </a:lnTo>
                  <a:close/>
                  <a:moveTo>
                    <a:pt x="191689" y="1526119"/>
                  </a:moveTo>
                  <a:lnTo>
                    <a:pt x="143414" y="1469214"/>
                  </a:lnTo>
                  <a:lnTo>
                    <a:pt x="190669" y="1530889"/>
                  </a:lnTo>
                  <a:close/>
                  <a:moveTo>
                    <a:pt x="459669" y="1772765"/>
                  </a:moveTo>
                  <a:lnTo>
                    <a:pt x="502008" y="1854979"/>
                  </a:lnTo>
                  <a:lnTo>
                    <a:pt x="416312" y="1768906"/>
                  </a:lnTo>
                  <a:close/>
                  <a:moveTo>
                    <a:pt x="274382" y="1608334"/>
                  </a:moveTo>
                  <a:lnTo>
                    <a:pt x="305015" y="1653046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198809" y="1534618"/>
                  </a:lnTo>
                  <a:lnTo>
                    <a:pt x="274382" y="1608334"/>
                  </a:lnTo>
                  <a:close/>
                  <a:moveTo>
                    <a:pt x="205196" y="1519079"/>
                  </a:moveTo>
                  <a:lnTo>
                    <a:pt x="198809" y="1534618"/>
                  </a:lnTo>
                  <a:lnTo>
                    <a:pt x="311328" y="1593480"/>
                  </a:lnTo>
                  <a:close/>
                  <a:moveTo>
                    <a:pt x="307376" y="1496600"/>
                  </a:moveTo>
                  <a:lnTo>
                    <a:pt x="205196" y="1519079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305015" y="1653046"/>
                  </a:lnTo>
                  <a:lnTo>
                    <a:pt x="321549" y="1608334"/>
                  </a:lnTo>
                  <a:close/>
                  <a:moveTo>
                    <a:pt x="307376" y="1496600"/>
                  </a:moveTo>
                  <a:lnTo>
                    <a:pt x="311328" y="1593480"/>
                  </a:lnTo>
                  <a:lnTo>
                    <a:pt x="321549" y="1608334"/>
                  </a:lnTo>
                  <a:close/>
                  <a:moveTo>
                    <a:pt x="191689" y="1526119"/>
                  </a:moveTo>
                  <a:lnTo>
                    <a:pt x="198809" y="1534618"/>
                  </a:lnTo>
                  <a:lnTo>
                    <a:pt x="205196" y="1519079"/>
                  </a:lnTo>
                  <a:close/>
                  <a:moveTo>
                    <a:pt x="191689" y="1526119"/>
                  </a:moveTo>
                  <a:lnTo>
                    <a:pt x="205196" y="1519079"/>
                  </a:lnTo>
                  <a:lnTo>
                    <a:pt x="166311" y="1405468"/>
                  </a:lnTo>
                  <a:close/>
                  <a:moveTo>
                    <a:pt x="151500" y="1443904"/>
                  </a:moveTo>
                  <a:lnTo>
                    <a:pt x="191689" y="1526119"/>
                  </a:lnTo>
                  <a:lnTo>
                    <a:pt x="166311" y="1405468"/>
                  </a:lnTo>
                  <a:close/>
                  <a:moveTo>
                    <a:pt x="205196" y="1519079"/>
                  </a:moveTo>
                  <a:lnTo>
                    <a:pt x="307376" y="1496600"/>
                  </a:lnTo>
                  <a:lnTo>
                    <a:pt x="235710" y="1457382"/>
                  </a:lnTo>
                  <a:close/>
                  <a:moveTo>
                    <a:pt x="166311" y="1405468"/>
                  </a:moveTo>
                  <a:lnTo>
                    <a:pt x="153008" y="1323252"/>
                  </a:lnTo>
                  <a:lnTo>
                    <a:pt x="151500" y="1443904"/>
                  </a:lnTo>
                  <a:close/>
                  <a:moveTo>
                    <a:pt x="476089" y="1449246"/>
                  </a:moveTo>
                  <a:lnTo>
                    <a:pt x="489338" y="1569684"/>
                  </a:lnTo>
                  <a:lnTo>
                    <a:pt x="523291" y="1481427"/>
                  </a:lnTo>
                  <a:close/>
                  <a:moveTo>
                    <a:pt x="62232" y="1158822"/>
                  </a:moveTo>
                  <a:lnTo>
                    <a:pt x="84939" y="1172332"/>
                  </a:lnTo>
                  <a:lnTo>
                    <a:pt x="71439" y="1120386"/>
                  </a:lnTo>
                  <a:close/>
                  <a:moveTo>
                    <a:pt x="62232" y="1158822"/>
                  </a:moveTo>
                  <a:lnTo>
                    <a:pt x="71439" y="1120386"/>
                  </a:lnTo>
                  <a:lnTo>
                    <a:pt x="0" y="1133420"/>
                  </a:lnTo>
                  <a:close/>
                  <a:moveTo>
                    <a:pt x="476089" y="1449246"/>
                  </a:moveTo>
                  <a:lnTo>
                    <a:pt x="523291" y="1481427"/>
                  </a:lnTo>
                  <a:lnTo>
                    <a:pt x="533943" y="1433589"/>
                  </a:lnTo>
                  <a:close/>
                  <a:moveTo>
                    <a:pt x="392645" y="1328595"/>
                  </a:moveTo>
                  <a:lnTo>
                    <a:pt x="363929" y="1367031"/>
                  </a:lnTo>
                  <a:lnTo>
                    <a:pt x="432934" y="1422254"/>
                  </a:lnTo>
                  <a:close/>
                  <a:moveTo>
                    <a:pt x="778915" y="1234235"/>
                  </a:moveTo>
                  <a:lnTo>
                    <a:pt x="688387" y="1207943"/>
                  </a:lnTo>
                  <a:lnTo>
                    <a:pt x="655806" y="1267813"/>
                  </a:lnTo>
                  <a:close/>
                  <a:moveTo>
                    <a:pt x="735521" y="1190710"/>
                  </a:moveTo>
                  <a:lnTo>
                    <a:pt x="778915" y="1234235"/>
                  </a:lnTo>
                  <a:lnTo>
                    <a:pt x="798035" y="1251722"/>
                  </a:lnTo>
                  <a:close/>
                  <a:moveTo>
                    <a:pt x="665696" y="1089590"/>
                  </a:moveTo>
                  <a:lnTo>
                    <a:pt x="735521" y="1190710"/>
                  </a:lnTo>
                  <a:lnTo>
                    <a:pt x="753016" y="1137405"/>
                  </a:lnTo>
                  <a:close/>
                  <a:moveTo>
                    <a:pt x="670075" y="1125728"/>
                  </a:moveTo>
                  <a:lnTo>
                    <a:pt x="735521" y="1190710"/>
                  </a:lnTo>
                  <a:lnTo>
                    <a:pt x="665696" y="1089590"/>
                  </a:lnTo>
                  <a:close/>
                  <a:moveTo>
                    <a:pt x="965202" y="1213285"/>
                  </a:moveTo>
                  <a:lnTo>
                    <a:pt x="935470" y="1262257"/>
                  </a:lnTo>
                  <a:lnTo>
                    <a:pt x="990505" y="1252818"/>
                  </a:lnTo>
                  <a:close/>
                  <a:moveTo>
                    <a:pt x="929928" y="1153845"/>
                  </a:moveTo>
                  <a:lnTo>
                    <a:pt x="894342" y="1131070"/>
                  </a:lnTo>
                  <a:lnTo>
                    <a:pt x="885702" y="1139639"/>
                  </a:lnTo>
                  <a:close/>
                  <a:moveTo>
                    <a:pt x="885702" y="1139639"/>
                  </a:moveTo>
                  <a:lnTo>
                    <a:pt x="837615" y="1175051"/>
                  </a:lnTo>
                  <a:lnTo>
                    <a:pt x="929928" y="1153845"/>
                  </a:lnTo>
                  <a:close/>
                  <a:moveTo>
                    <a:pt x="777619" y="1056393"/>
                  </a:moveTo>
                  <a:lnTo>
                    <a:pt x="753016" y="1137405"/>
                  </a:lnTo>
                  <a:lnTo>
                    <a:pt x="805726" y="1048855"/>
                  </a:lnTo>
                  <a:close/>
                  <a:moveTo>
                    <a:pt x="805726" y="1048855"/>
                  </a:moveTo>
                  <a:lnTo>
                    <a:pt x="753016" y="1137405"/>
                  </a:lnTo>
                  <a:lnTo>
                    <a:pt x="830531" y="1169506"/>
                  </a:lnTo>
                  <a:close/>
                  <a:moveTo>
                    <a:pt x="777619" y="1056393"/>
                  </a:moveTo>
                  <a:lnTo>
                    <a:pt x="665696" y="1089590"/>
                  </a:lnTo>
                  <a:lnTo>
                    <a:pt x="753016" y="1137405"/>
                  </a:lnTo>
                  <a:close/>
                  <a:moveTo>
                    <a:pt x="777619" y="1056393"/>
                  </a:moveTo>
                  <a:lnTo>
                    <a:pt x="780569" y="1025219"/>
                  </a:lnTo>
                  <a:lnTo>
                    <a:pt x="710101" y="1040409"/>
                  </a:lnTo>
                  <a:close/>
                  <a:moveTo>
                    <a:pt x="965202" y="1213285"/>
                  </a:moveTo>
                  <a:lnTo>
                    <a:pt x="1008372" y="1290255"/>
                  </a:lnTo>
                  <a:lnTo>
                    <a:pt x="939313" y="1185715"/>
                  </a:lnTo>
                  <a:close/>
                  <a:moveTo>
                    <a:pt x="990505" y="1252818"/>
                  </a:moveTo>
                  <a:lnTo>
                    <a:pt x="1008372" y="1290255"/>
                  </a:lnTo>
                  <a:lnTo>
                    <a:pt x="965202" y="1213285"/>
                  </a:lnTo>
                  <a:close/>
                  <a:moveTo>
                    <a:pt x="974065" y="1191353"/>
                  </a:moveTo>
                  <a:lnTo>
                    <a:pt x="965202" y="1213285"/>
                  </a:lnTo>
                  <a:lnTo>
                    <a:pt x="939313" y="1185715"/>
                  </a:lnTo>
                  <a:close/>
                  <a:moveTo>
                    <a:pt x="879592" y="1131070"/>
                  </a:moveTo>
                  <a:lnTo>
                    <a:pt x="911187" y="1092634"/>
                  </a:lnTo>
                  <a:lnTo>
                    <a:pt x="805726" y="1048855"/>
                  </a:lnTo>
                  <a:close/>
                  <a:moveTo>
                    <a:pt x="918664" y="1047676"/>
                  </a:moveTo>
                  <a:lnTo>
                    <a:pt x="906729" y="1048855"/>
                  </a:lnTo>
                  <a:lnTo>
                    <a:pt x="894524" y="1021943"/>
                  </a:lnTo>
                  <a:close/>
                  <a:moveTo>
                    <a:pt x="894524" y="1021943"/>
                  </a:moveTo>
                  <a:lnTo>
                    <a:pt x="848779" y="1001588"/>
                  </a:lnTo>
                  <a:lnTo>
                    <a:pt x="805726" y="1048855"/>
                  </a:lnTo>
                  <a:close/>
                  <a:moveTo>
                    <a:pt x="625935" y="510525"/>
                  </a:moveTo>
                  <a:lnTo>
                    <a:pt x="607799" y="517128"/>
                  </a:lnTo>
                  <a:lnTo>
                    <a:pt x="664850" y="486926"/>
                  </a:lnTo>
                  <a:close/>
                  <a:moveTo>
                    <a:pt x="1502999" y="1180191"/>
                  </a:moveTo>
                  <a:lnTo>
                    <a:pt x="1534520" y="1265558"/>
                  </a:lnTo>
                  <a:lnTo>
                    <a:pt x="1535448" y="1251377"/>
                  </a:lnTo>
                  <a:close/>
                  <a:moveTo>
                    <a:pt x="1495838" y="1318483"/>
                  </a:moveTo>
                  <a:lnTo>
                    <a:pt x="1540604" y="1262406"/>
                  </a:lnTo>
                  <a:lnTo>
                    <a:pt x="1534520" y="1265558"/>
                  </a:lnTo>
                  <a:close/>
                  <a:moveTo>
                    <a:pt x="1502999" y="1180191"/>
                  </a:moveTo>
                  <a:lnTo>
                    <a:pt x="1421957" y="1105711"/>
                  </a:lnTo>
                  <a:lnTo>
                    <a:pt x="1390142" y="1201959"/>
                  </a:lnTo>
                  <a:close/>
                  <a:moveTo>
                    <a:pt x="1579086" y="1223970"/>
                  </a:moveTo>
                  <a:lnTo>
                    <a:pt x="1535448" y="1251377"/>
                  </a:lnTo>
                  <a:lnTo>
                    <a:pt x="1550429" y="1252625"/>
                  </a:lnTo>
                  <a:close/>
                  <a:moveTo>
                    <a:pt x="1502999" y="1180191"/>
                  </a:moveTo>
                  <a:lnTo>
                    <a:pt x="1535448" y="1251377"/>
                  </a:lnTo>
                  <a:lnTo>
                    <a:pt x="1579086" y="1223970"/>
                  </a:lnTo>
                  <a:close/>
                  <a:moveTo>
                    <a:pt x="1516238" y="1059539"/>
                  </a:moveTo>
                  <a:lnTo>
                    <a:pt x="1421957" y="1105711"/>
                  </a:lnTo>
                  <a:lnTo>
                    <a:pt x="1502999" y="1180191"/>
                  </a:lnTo>
                  <a:close/>
                  <a:moveTo>
                    <a:pt x="1398251" y="977325"/>
                  </a:moveTo>
                  <a:lnTo>
                    <a:pt x="1414789" y="1097976"/>
                  </a:lnTo>
                  <a:lnTo>
                    <a:pt x="1460404" y="1034254"/>
                  </a:lnTo>
                  <a:close/>
                  <a:moveTo>
                    <a:pt x="1425504" y="1093410"/>
                  </a:moveTo>
                  <a:lnTo>
                    <a:pt x="1516238" y="1059539"/>
                  </a:lnTo>
                  <a:lnTo>
                    <a:pt x="1460404" y="1034254"/>
                  </a:lnTo>
                  <a:close/>
                  <a:moveTo>
                    <a:pt x="1398251" y="977325"/>
                  </a:moveTo>
                  <a:lnTo>
                    <a:pt x="1382885" y="895109"/>
                  </a:lnTo>
                  <a:lnTo>
                    <a:pt x="1375322" y="1015761"/>
                  </a:lnTo>
                  <a:close/>
                  <a:moveTo>
                    <a:pt x="1670661" y="1047854"/>
                  </a:moveTo>
                  <a:lnTo>
                    <a:pt x="1565014" y="1059539"/>
                  </a:lnTo>
                  <a:lnTo>
                    <a:pt x="1606982" y="1106556"/>
                  </a:lnTo>
                  <a:close/>
                  <a:moveTo>
                    <a:pt x="1808703" y="900451"/>
                  </a:moveTo>
                  <a:lnTo>
                    <a:pt x="1744814" y="831237"/>
                  </a:lnTo>
                  <a:lnTo>
                    <a:pt x="1731045" y="826603"/>
                  </a:lnTo>
                  <a:close/>
                  <a:moveTo>
                    <a:pt x="1879332" y="982666"/>
                  </a:moveTo>
                  <a:lnTo>
                    <a:pt x="1972413" y="951743"/>
                  </a:lnTo>
                  <a:lnTo>
                    <a:pt x="1853940" y="960584"/>
                  </a:lnTo>
                  <a:close/>
                  <a:moveTo>
                    <a:pt x="1853940" y="960584"/>
                  </a:moveTo>
                  <a:lnTo>
                    <a:pt x="1972413" y="951743"/>
                  </a:lnTo>
                  <a:lnTo>
                    <a:pt x="1977884" y="930131"/>
                  </a:lnTo>
                  <a:close/>
                  <a:moveTo>
                    <a:pt x="1853940" y="960584"/>
                  </a:moveTo>
                  <a:lnTo>
                    <a:pt x="1977884" y="930131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53940" y="960584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08703" y="900451"/>
                  </a:lnTo>
                  <a:lnTo>
                    <a:pt x="1853940" y="960584"/>
                  </a:lnTo>
                  <a:close/>
                  <a:moveTo>
                    <a:pt x="1808703" y="900451"/>
                  </a:moveTo>
                  <a:lnTo>
                    <a:pt x="1867772" y="862015"/>
                  </a:lnTo>
                  <a:lnTo>
                    <a:pt x="1744814" y="831237"/>
                  </a:lnTo>
                  <a:close/>
                  <a:moveTo>
                    <a:pt x="1867772" y="862015"/>
                  </a:moveTo>
                  <a:lnTo>
                    <a:pt x="1792697" y="795063"/>
                  </a:lnTo>
                  <a:lnTo>
                    <a:pt x="1744814" y="831237"/>
                  </a:lnTo>
                  <a:close/>
                  <a:moveTo>
                    <a:pt x="1769161" y="779800"/>
                  </a:moveTo>
                  <a:lnTo>
                    <a:pt x="1744814" y="831237"/>
                  </a:lnTo>
                  <a:lnTo>
                    <a:pt x="1792697" y="795063"/>
                  </a:lnTo>
                  <a:close/>
                  <a:moveTo>
                    <a:pt x="1769161" y="779800"/>
                  </a:moveTo>
                  <a:lnTo>
                    <a:pt x="1727964" y="818236"/>
                  </a:lnTo>
                  <a:lnTo>
                    <a:pt x="1744814" y="831237"/>
                  </a:lnTo>
                  <a:close/>
                  <a:moveTo>
                    <a:pt x="1740435" y="697585"/>
                  </a:moveTo>
                  <a:lnTo>
                    <a:pt x="1724861" y="731538"/>
                  </a:lnTo>
                  <a:lnTo>
                    <a:pt x="1727964" y="818236"/>
                  </a:lnTo>
                  <a:close/>
                  <a:moveTo>
                    <a:pt x="1769161" y="779800"/>
                  </a:moveTo>
                  <a:lnTo>
                    <a:pt x="1740435" y="697585"/>
                  </a:lnTo>
                  <a:lnTo>
                    <a:pt x="1727964" y="818236"/>
                  </a:lnTo>
                  <a:close/>
                  <a:moveTo>
                    <a:pt x="1740435" y="697585"/>
                  </a:moveTo>
                  <a:lnTo>
                    <a:pt x="1722191" y="633617"/>
                  </a:lnTo>
                  <a:lnTo>
                    <a:pt x="1724861" y="731538"/>
                  </a:lnTo>
                  <a:close/>
                  <a:moveTo>
                    <a:pt x="1867772" y="862015"/>
                  </a:moveTo>
                  <a:lnTo>
                    <a:pt x="1891146" y="884488"/>
                  </a:lnTo>
                  <a:lnTo>
                    <a:pt x="1916589" y="836443"/>
                  </a:lnTo>
                  <a:close/>
                  <a:moveTo>
                    <a:pt x="1867772" y="862015"/>
                  </a:moveTo>
                  <a:lnTo>
                    <a:pt x="1916589" y="836443"/>
                  </a:lnTo>
                  <a:lnTo>
                    <a:pt x="1792697" y="795063"/>
                  </a:lnTo>
                  <a:close/>
                  <a:moveTo>
                    <a:pt x="1891146" y="884488"/>
                  </a:moveTo>
                  <a:lnTo>
                    <a:pt x="1994264" y="823578"/>
                  </a:lnTo>
                  <a:lnTo>
                    <a:pt x="1916589" y="836443"/>
                  </a:lnTo>
                  <a:close/>
                  <a:moveTo>
                    <a:pt x="2010702" y="837631"/>
                  </a:moveTo>
                  <a:lnTo>
                    <a:pt x="1994264" y="823578"/>
                  </a:lnTo>
                  <a:lnTo>
                    <a:pt x="1891146" y="884488"/>
                  </a:lnTo>
                  <a:close/>
                  <a:moveTo>
                    <a:pt x="1977884" y="930131"/>
                  </a:moveTo>
                  <a:lnTo>
                    <a:pt x="2010702" y="837631"/>
                  </a:lnTo>
                  <a:lnTo>
                    <a:pt x="1891146" y="884488"/>
                  </a:lnTo>
                  <a:close/>
                  <a:moveTo>
                    <a:pt x="1994264" y="823578"/>
                  </a:moveTo>
                  <a:lnTo>
                    <a:pt x="2010702" y="837631"/>
                  </a:lnTo>
                  <a:lnTo>
                    <a:pt x="2010927" y="820340"/>
                  </a:lnTo>
                  <a:close/>
                  <a:moveTo>
                    <a:pt x="2010927" y="820340"/>
                  </a:moveTo>
                  <a:lnTo>
                    <a:pt x="2004069" y="812831"/>
                  </a:lnTo>
                  <a:lnTo>
                    <a:pt x="1994264" y="823578"/>
                  </a:lnTo>
                  <a:close/>
                  <a:moveTo>
                    <a:pt x="2010927" y="820340"/>
                  </a:moveTo>
                  <a:lnTo>
                    <a:pt x="2010702" y="837631"/>
                  </a:lnTo>
                  <a:lnTo>
                    <a:pt x="2011792" y="823578"/>
                  </a:lnTo>
                  <a:close/>
                  <a:moveTo>
                    <a:pt x="2010927" y="820340"/>
                  </a:moveTo>
                  <a:lnTo>
                    <a:pt x="2011792" y="823578"/>
                  </a:lnTo>
                  <a:lnTo>
                    <a:pt x="2004069" y="812831"/>
                  </a:lnTo>
                  <a:close/>
                  <a:moveTo>
                    <a:pt x="1668429" y="127421"/>
                  </a:moveTo>
                  <a:lnTo>
                    <a:pt x="1737848" y="88985"/>
                  </a:lnTo>
                  <a:lnTo>
                    <a:pt x="1641043" y="76309"/>
                  </a:lnTo>
                  <a:close/>
                  <a:moveTo>
                    <a:pt x="1688329" y="0"/>
                  </a:moveTo>
                  <a:lnTo>
                    <a:pt x="1821764" y="42929"/>
                  </a:lnTo>
                  <a:lnTo>
                    <a:pt x="1761682" y="958"/>
                  </a:lnTo>
                  <a:close/>
                  <a:moveTo>
                    <a:pt x="1688329" y="0"/>
                  </a:moveTo>
                  <a:lnTo>
                    <a:pt x="1753091" y="1375"/>
                  </a:lnTo>
                  <a:lnTo>
                    <a:pt x="1678603" y="1536"/>
                  </a:lnTo>
                  <a:close/>
                  <a:moveTo>
                    <a:pt x="1688329" y="0"/>
                  </a:moveTo>
                  <a:lnTo>
                    <a:pt x="1761682" y="958"/>
                  </a:lnTo>
                  <a:lnTo>
                    <a:pt x="1753091" y="13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08" name="Candidate_density__2007">
              <a:extLst>
                <a:ext uri="{FF2B5EF4-FFF2-40B4-BE49-F238E27FC236}">
                  <a16:creationId xmlns:a16="http://schemas.microsoft.com/office/drawing/2014/main" id="{EEFF2C7C-334C-4A80-1559-607B91B42455}"/>
                </a:ext>
              </a:extLst>
            </p:cNvPr>
            <p:cNvSpPr>
              <a:spLocks noGrp="1"/>
            </p:cNvSpPr>
            <p:nvPr/>
          </p:nvSpPr>
          <p:spPr>
            <a:xfrm>
              <a:off x="4987527" y="3387013"/>
              <a:ext cx="1517970" cy="1806926"/>
            </a:xfrm>
            <a:custGeom>
              <a:avLst/>
              <a:gdLst/>
              <a:ahLst/>
              <a:cxnLst/>
              <a:rect l="0" t="0" r="0" b="0"/>
              <a:pathLst>
                <a:path w="1517970" h="1806926">
                  <a:moveTo>
                    <a:pt x="0" y="1727611"/>
                  </a:moveTo>
                  <a:lnTo>
                    <a:pt x="53860" y="1806926"/>
                  </a:lnTo>
                  <a:lnTo>
                    <a:pt x="68939" y="1698106"/>
                  </a:lnTo>
                  <a:close/>
                  <a:moveTo>
                    <a:pt x="500400" y="1189335"/>
                  </a:moveTo>
                  <a:lnTo>
                    <a:pt x="453267" y="1206568"/>
                  </a:lnTo>
                  <a:lnTo>
                    <a:pt x="543794" y="1232861"/>
                  </a:lnTo>
                  <a:close/>
                  <a:moveTo>
                    <a:pt x="500400" y="1189335"/>
                  </a:moveTo>
                  <a:lnTo>
                    <a:pt x="595410" y="1168132"/>
                  </a:lnTo>
                  <a:lnTo>
                    <a:pt x="517895" y="1136031"/>
                  </a:lnTo>
                  <a:close/>
                  <a:moveTo>
                    <a:pt x="773787" y="1320248"/>
                  </a:moveTo>
                  <a:lnTo>
                    <a:pt x="729233" y="1368871"/>
                  </a:lnTo>
                  <a:lnTo>
                    <a:pt x="710160" y="1361018"/>
                  </a:lnTo>
                  <a:close/>
                  <a:moveTo>
                    <a:pt x="694807" y="1152470"/>
                  </a:moveTo>
                  <a:lnTo>
                    <a:pt x="730082" y="1211911"/>
                  </a:lnTo>
                  <a:lnTo>
                    <a:pt x="738944" y="1189979"/>
                  </a:lnTo>
                  <a:close/>
                  <a:moveTo>
                    <a:pt x="570606" y="1047480"/>
                  </a:moveTo>
                  <a:lnTo>
                    <a:pt x="683544" y="1046302"/>
                  </a:lnTo>
                  <a:lnTo>
                    <a:pt x="659404" y="1020568"/>
                  </a:lnTo>
                  <a:close/>
                  <a:moveTo>
                    <a:pt x="390814" y="509151"/>
                  </a:moveTo>
                  <a:lnTo>
                    <a:pt x="284387" y="554190"/>
                  </a:lnTo>
                  <a:lnTo>
                    <a:pt x="372678" y="515753"/>
                  </a:lnTo>
                  <a:close/>
                  <a:moveTo>
                    <a:pt x="1299400" y="1264184"/>
                  </a:moveTo>
                  <a:lnTo>
                    <a:pt x="1305484" y="1261031"/>
                  </a:lnTo>
                  <a:lnTo>
                    <a:pt x="1300327" y="1250002"/>
                  </a:lnTo>
                  <a:close/>
                  <a:moveTo>
                    <a:pt x="1179668" y="1096602"/>
                  </a:moveTo>
                  <a:lnTo>
                    <a:pt x="1155021" y="1200585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11937" y="1135038"/>
                  </a:lnTo>
                  <a:lnTo>
                    <a:pt x="1155021" y="1200585"/>
                  </a:lnTo>
                  <a:close/>
                  <a:moveTo>
                    <a:pt x="1179668" y="1096602"/>
                  </a:moveTo>
                  <a:lnTo>
                    <a:pt x="1140201" y="1014386"/>
                  </a:lnTo>
                  <a:lnTo>
                    <a:pt x="1111937" y="1135038"/>
                  </a:lnTo>
                  <a:close/>
                  <a:moveTo>
                    <a:pt x="1300327" y="1250002"/>
                  </a:moveTo>
                  <a:lnTo>
                    <a:pt x="1305484" y="1261031"/>
                  </a:lnTo>
                  <a:lnTo>
                    <a:pt x="1315308" y="1251251"/>
                  </a:lnTo>
                  <a:close/>
                  <a:moveTo>
                    <a:pt x="1190384" y="1092036"/>
                  </a:moveTo>
                  <a:lnTo>
                    <a:pt x="1186837" y="1104336"/>
                  </a:lnTo>
                  <a:lnTo>
                    <a:pt x="1281118" y="1058165"/>
                  </a:lnTo>
                  <a:close/>
                  <a:moveTo>
                    <a:pt x="1190384" y="1092036"/>
                  </a:moveTo>
                  <a:lnTo>
                    <a:pt x="1179668" y="1096602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90384" y="1092036"/>
                  </a:lnTo>
                  <a:lnTo>
                    <a:pt x="1225283" y="1032879"/>
                  </a:lnTo>
                  <a:close/>
                  <a:moveTo>
                    <a:pt x="1140201" y="1014386"/>
                  </a:moveTo>
                  <a:lnTo>
                    <a:pt x="1179668" y="1096602"/>
                  </a:lnTo>
                  <a:lnTo>
                    <a:pt x="1163130" y="975950"/>
                  </a:lnTo>
                  <a:close/>
                  <a:moveTo>
                    <a:pt x="1281118" y="1058165"/>
                  </a:moveTo>
                  <a:lnTo>
                    <a:pt x="1371861" y="1105182"/>
                  </a:lnTo>
                  <a:lnTo>
                    <a:pt x="1319646" y="1047540"/>
                  </a:lnTo>
                  <a:close/>
                  <a:moveTo>
                    <a:pt x="1371861" y="1105182"/>
                  </a:moveTo>
                  <a:lnTo>
                    <a:pt x="1329894" y="1058165"/>
                  </a:lnTo>
                  <a:lnTo>
                    <a:pt x="1319646" y="1047540"/>
                  </a:lnTo>
                  <a:close/>
                  <a:moveTo>
                    <a:pt x="1405923" y="74934"/>
                  </a:moveTo>
                  <a:lnTo>
                    <a:pt x="1380885" y="57423"/>
                  </a:lnTo>
                  <a:lnTo>
                    <a:pt x="1433308" y="126046"/>
                  </a:lnTo>
                  <a:close/>
                  <a:moveTo>
                    <a:pt x="1388737" y="43831"/>
                  </a:moveTo>
                  <a:lnTo>
                    <a:pt x="1380885" y="57423"/>
                  </a:lnTo>
                  <a:lnTo>
                    <a:pt x="1405923" y="74934"/>
                  </a:lnTo>
                  <a:close/>
                  <a:moveTo>
                    <a:pt x="1396186" y="38531"/>
                  </a:moveTo>
                  <a:lnTo>
                    <a:pt x="1380885" y="57423"/>
                  </a:lnTo>
                  <a:lnTo>
                    <a:pt x="1388737" y="43831"/>
                  </a:lnTo>
                  <a:close/>
                  <a:moveTo>
                    <a:pt x="1502728" y="87610"/>
                  </a:moveTo>
                  <a:lnTo>
                    <a:pt x="1449463" y="22521"/>
                  </a:lnTo>
                  <a:lnTo>
                    <a:pt x="1405923" y="74934"/>
                  </a:lnTo>
                  <a:close/>
                  <a:moveTo>
                    <a:pt x="1449463" y="22521"/>
                  </a:moveTo>
                  <a:lnTo>
                    <a:pt x="1388737" y="43831"/>
                  </a:lnTo>
                  <a:lnTo>
                    <a:pt x="1405923" y="74934"/>
                  </a:lnTo>
                  <a:close/>
                  <a:moveTo>
                    <a:pt x="1517970" y="0"/>
                  </a:moveTo>
                  <a:lnTo>
                    <a:pt x="1396186" y="38531"/>
                  </a:lnTo>
                  <a:lnTo>
                    <a:pt x="1443483" y="16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09" name="Candidate_density__2008">
              <a:extLst>
                <a:ext uri="{FF2B5EF4-FFF2-40B4-BE49-F238E27FC236}">
                  <a16:creationId xmlns:a16="http://schemas.microsoft.com/office/drawing/2014/main" id="{00235678-861F-1253-06C9-E7C1637C166B}"/>
                </a:ext>
              </a:extLst>
            </p:cNvPr>
            <p:cNvSpPr>
              <a:spLocks noGrp="1"/>
            </p:cNvSpPr>
            <p:nvPr/>
          </p:nvSpPr>
          <p:spPr>
            <a:xfrm>
              <a:off x="4502544" y="3444122"/>
              <a:ext cx="2261655" cy="1398898"/>
            </a:xfrm>
            <a:custGeom>
              <a:avLst/>
              <a:gdLst/>
              <a:ahLst/>
              <a:cxnLst/>
              <a:rect l="0" t="0" r="0" b="0"/>
              <a:pathLst>
                <a:path w="2261655" h="1398898">
                  <a:moveTo>
                    <a:pt x="220537" y="1180491"/>
                  </a:moveTo>
                  <a:lnTo>
                    <a:pt x="138788" y="1153504"/>
                  </a:lnTo>
                  <a:lnTo>
                    <a:pt x="168858" y="1202477"/>
                  </a:lnTo>
                  <a:close/>
                  <a:moveTo>
                    <a:pt x="81607" y="1154917"/>
                  </a:moveTo>
                  <a:lnTo>
                    <a:pt x="120582" y="1150373"/>
                  </a:lnTo>
                  <a:lnTo>
                    <a:pt x="0" y="1094996"/>
                  </a:lnTo>
                  <a:close/>
                  <a:moveTo>
                    <a:pt x="296114" y="1184405"/>
                  </a:moveTo>
                  <a:lnTo>
                    <a:pt x="334802" y="1113848"/>
                  </a:lnTo>
                  <a:lnTo>
                    <a:pt x="220537" y="1180491"/>
                  </a:lnTo>
                  <a:close/>
                  <a:moveTo>
                    <a:pt x="549457" y="1344350"/>
                  </a:moveTo>
                  <a:lnTo>
                    <a:pt x="485573" y="1398898"/>
                  </a:lnTo>
                  <a:lnTo>
                    <a:pt x="548372" y="1355038"/>
                  </a:lnTo>
                  <a:close/>
                  <a:moveTo>
                    <a:pt x="548372" y="1355038"/>
                  </a:moveTo>
                  <a:lnTo>
                    <a:pt x="553384" y="1346984"/>
                  </a:lnTo>
                  <a:lnTo>
                    <a:pt x="549457" y="1344350"/>
                  </a:lnTo>
                  <a:close/>
                  <a:moveTo>
                    <a:pt x="727126" y="1314307"/>
                  </a:moveTo>
                  <a:lnTo>
                    <a:pt x="725952" y="1390762"/>
                  </a:lnTo>
                  <a:lnTo>
                    <a:pt x="780591" y="1277627"/>
                  </a:lnTo>
                  <a:close/>
                  <a:moveTo>
                    <a:pt x="780591" y="1277627"/>
                  </a:moveTo>
                  <a:lnTo>
                    <a:pt x="772544" y="1270111"/>
                  </a:lnTo>
                  <a:lnTo>
                    <a:pt x="727126" y="1314307"/>
                  </a:lnTo>
                  <a:close/>
                  <a:moveTo>
                    <a:pt x="783806" y="1375105"/>
                  </a:moveTo>
                  <a:lnTo>
                    <a:pt x="843626" y="1387065"/>
                  </a:lnTo>
                  <a:lnTo>
                    <a:pt x="780591" y="1277627"/>
                  </a:lnTo>
                  <a:close/>
                  <a:moveTo>
                    <a:pt x="679267" y="920163"/>
                  </a:moveTo>
                  <a:lnTo>
                    <a:pt x="736335" y="1013330"/>
                  </a:lnTo>
                  <a:lnTo>
                    <a:pt x="760834" y="946476"/>
                  </a:lnTo>
                  <a:close/>
                  <a:moveTo>
                    <a:pt x="760834" y="946476"/>
                  </a:moveTo>
                  <a:lnTo>
                    <a:pt x="815623" y="948870"/>
                  </a:lnTo>
                  <a:lnTo>
                    <a:pt x="679267" y="920163"/>
                  </a:lnTo>
                  <a:close/>
                  <a:moveTo>
                    <a:pt x="862138" y="971647"/>
                  </a:moveTo>
                  <a:lnTo>
                    <a:pt x="913924" y="1029637"/>
                  </a:lnTo>
                  <a:lnTo>
                    <a:pt x="815623" y="948870"/>
                  </a:lnTo>
                  <a:close/>
                  <a:moveTo>
                    <a:pt x="1054363" y="908156"/>
                  </a:moveTo>
                  <a:lnTo>
                    <a:pt x="1030432" y="966735"/>
                  </a:lnTo>
                  <a:lnTo>
                    <a:pt x="1053174" y="937521"/>
                  </a:lnTo>
                  <a:close/>
                  <a:moveTo>
                    <a:pt x="1030432" y="966735"/>
                  </a:moveTo>
                  <a:lnTo>
                    <a:pt x="1054363" y="908156"/>
                  </a:lnTo>
                  <a:lnTo>
                    <a:pt x="1042184" y="885864"/>
                  </a:lnTo>
                  <a:close/>
                  <a:moveTo>
                    <a:pt x="1875583" y="1251747"/>
                  </a:moveTo>
                  <a:lnTo>
                    <a:pt x="1790467" y="1203922"/>
                  </a:lnTo>
                  <a:lnTo>
                    <a:pt x="1745701" y="1259999"/>
                  </a:lnTo>
                  <a:close/>
                  <a:moveTo>
                    <a:pt x="1822269" y="880404"/>
                  </a:moveTo>
                  <a:lnTo>
                    <a:pt x="1819584" y="890630"/>
                  </a:lnTo>
                  <a:lnTo>
                    <a:pt x="1814877" y="1001056"/>
                  </a:lnTo>
                  <a:close/>
                  <a:moveTo>
                    <a:pt x="1822504" y="918841"/>
                  </a:moveTo>
                  <a:lnTo>
                    <a:pt x="1822269" y="880404"/>
                  </a:lnTo>
                  <a:lnTo>
                    <a:pt x="1814877" y="1001056"/>
                  </a:lnTo>
                  <a:close/>
                  <a:moveTo>
                    <a:pt x="1822058" y="876169"/>
                  </a:moveTo>
                  <a:lnTo>
                    <a:pt x="1819584" y="890630"/>
                  </a:lnTo>
                  <a:lnTo>
                    <a:pt x="1822269" y="880404"/>
                  </a:lnTo>
                  <a:close/>
                  <a:moveTo>
                    <a:pt x="2241617" y="721316"/>
                  </a:moveTo>
                  <a:lnTo>
                    <a:pt x="2226013" y="690037"/>
                  </a:lnTo>
                  <a:lnTo>
                    <a:pt x="2261655" y="765094"/>
                  </a:lnTo>
                  <a:close/>
                  <a:moveTo>
                    <a:pt x="2226013" y="690037"/>
                  </a:moveTo>
                  <a:lnTo>
                    <a:pt x="2184809" y="623443"/>
                  </a:lnTo>
                  <a:lnTo>
                    <a:pt x="2211307" y="682879"/>
                  </a:lnTo>
                  <a:close/>
                  <a:moveTo>
                    <a:pt x="2184809" y="623443"/>
                  </a:moveTo>
                  <a:lnTo>
                    <a:pt x="2185852" y="600664"/>
                  </a:lnTo>
                  <a:lnTo>
                    <a:pt x="2211307" y="682879"/>
                  </a:lnTo>
                  <a:close/>
                  <a:moveTo>
                    <a:pt x="2124839" y="511513"/>
                  </a:moveTo>
                  <a:lnTo>
                    <a:pt x="2174021" y="571622"/>
                  </a:lnTo>
                  <a:lnTo>
                    <a:pt x="2185852" y="600664"/>
                  </a:lnTo>
                  <a:close/>
                  <a:moveTo>
                    <a:pt x="2039786" y="80599"/>
                  </a:moveTo>
                  <a:lnTo>
                    <a:pt x="1988639" y="104572"/>
                  </a:lnTo>
                  <a:lnTo>
                    <a:pt x="2107048" y="53422"/>
                  </a:lnTo>
                  <a:close/>
                  <a:moveTo>
                    <a:pt x="2039786" y="80599"/>
                  </a:moveTo>
                  <a:lnTo>
                    <a:pt x="2107048" y="53422"/>
                  </a:lnTo>
                  <a:lnTo>
                    <a:pt x="2075787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10" name="Candidate_density__2009">
              <a:extLst>
                <a:ext uri="{FF2B5EF4-FFF2-40B4-BE49-F238E27FC236}">
                  <a16:creationId xmlns:a16="http://schemas.microsoft.com/office/drawing/2014/main" id="{21B45837-EE85-B221-4D85-82379FABD4A0}"/>
                </a:ext>
              </a:extLst>
            </p:cNvPr>
            <p:cNvSpPr>
              <a:spLocks noGrp="1"/>
            </p:cNvSpPr>
            <p:nvPr/>
          </p:nvSpPr>
          <p:spPr>
            <a:xfrm>
              <a:off x="4990979" y="3444122"/>
              <a:ext cx="1618613" cy="1344350"/>
            </a:xfrm>
            <a:custGeom>
              <a:avLst/>
              <a:gdLst/>
              <a:ahLst/>
              <a:cxnLst/>
              <a:rect l="0" t="0" r="0" b="0"/>
              <a:pathLst>
                <a:path w="1618613" h="1344350">
                  <a:moveTo>
                    <a:pt x="49854" y="1253338"/>
                  </a:moveTo>
                  <a:lnTo>
                    <a:pt x="17807" y="1260973"/>
                  </a:lnTo>
                  <a:lnTo>
                    <a:pt x="0" y="1333369"/>
                  </a:lnTo>
                  <a:close/>
                  <a:moveTo>
                    <a:pt x="49854" y="1253338"/>
                  </a:moveTo>
                  <a:lnTo>
                    <a:pt x="0" y="1333369"/>
                  </a:lnTo>
                  <a:lnTo>
                    <a:pt x="61023" y="1344350"/>
                  </a:lnTo>
                  <a:close/>
                  <a:moveTo>
                    <a:pt x="559463" y="1193238"/>
                  </a:moveTo>
                  <a:lnTo>
                    <a:pt x="614828" y="1275453"/>
                  </a:lnTo>
                  <a:lnTo>
                    <a:pt x="549153" y="1231674"/>
                  </a:lnTo>
                  <a:close/>
                  <a:moveTo>
                    <a:pt x="272400" y="946476"/>
                  </a:moveTo>
                  <a:lnTo>
                    <a:pt x="319879" y="902814"/>
                  </a:lnTo>
                  <a:lnTo>
                    <a:pt x="327188" y="948870"/>
                  </a:lnTo>
                  <a:close/>
                  <a:moveTo>
                    <a:pt x="482421" y="502422"/>
                  </a:moveTo>
                  <a:lnTo>
                    <a:pt x="438682" y="518451"/>
                  </a:lnTo>
                  <a:lnTo>
                    <a:pt x="438684" y="428719"/>
                  </a:lnTo>
                  <a:close/>
                  <a:moveTo>
                    <a:pt x="1441939" y="1241398"/>
                  </a:moveTo>
                  <a:lnTo>
                    <a:pt x="1348809" y="1171858"/>
                  </a:lnTo>
                  <a:lnTo>
                    <a:pt x="1387148" y="1251747"/>
                  </a:lnTo>
                  <a:close/>
                  <a:moveTo>
                    <a:pt x="1496587" y="1167062"/>
                  </a:moveTo>
                  <a:lnTo>
                    <a:pt x="1486194" y="1191660"/>
                  </a:lnTo>
                  <a:lnTo>
                    <a:pt x="1441939" y="1241398"/>
                  </a:lnTo>
                  <a:close/>
                  <a:moveTo>
                    <a:pt x="1360698" y="798189"/>
                  </a:moveTo>
                  <a:lnTo>
                    <a:pt x="1366303" y="759752"/>
                  </a:lnTo>
                  <a:lnTo>
                    <a:pt x="1333834" y="880404"/>
                  </a:lnTo>
                  <a:close/>
                  <a:moveTo>
                    <a:pt x="947233" y="291203"/>
                  </a:moveTo>
                  <a:lnTo>
                    <a:pt x="987787" y="266461"/>
                  </a:lnTo>
                  <a:lnTo>
                    <a:pt x="923300" y="265175"/>
                  </a:lnTo>
                  <a:close/>
                  <a:moveTo>
                    <a:pt x="947233" y="291203"/>
                  </a:moveTo>
                  <a:lnTo>
                    <a:pt x="923300" y="265175"/>
                  </a:lnTo>
                  <a:lnTo>
                    <a:pt x="873716" y="294991"/>
                  </a:lnTo>
                  <a:close/>
                  <a:moveTo>
                    <a:pt x="1618613" y="53422"/>
                  </a:moveTo>
                  <a:lnTo>
                    <a:pt x="1616760" y="27023"/>
                  </a:lnTo>
                  <a:lnTo>
                    <a:pt x="1587352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11" name="Candidate_density__2010">
              <a:extLst>
                <a:ext uri="{FF2B5EF4-FFF2-40B4-BE49-F238E27FC236}">
                  <a16:creationId xmlns:a16="http://schemas.microsoft.com/office/drawing/2014/main" id="{7C315BC4-111E-4AD2-B426-817FB819AF4B}"/>
                </a:ext>
              </a:extLst>
            </p:cNvPr>
            <p:cNvSpPr>
              <a:spLocks noGrp="1"/>
            </p:cNvSpPr>
            <p:nvPr/>
          </p:nvSpPr>
          <p:spPr>
            <a:xfrm>
              <a:off x="5811423" y="3697334"/>
              <a:ext cx="306275" cy="57809"/>
            </a:xfrm>
            <a:custGeom>
              <a:avLst/>
              <a:gdLst/>
              <a:ahLst/>
              <a:cxnLst/>
              <a:rect l="0" t="0" r="0" b="0"/>
              <a:pathLst>
                <a:path w="306275" h="57809">
                  <a:moveTo>
                    <a:pt x="53271" y="41779"/>
                  </a:moveTo>
                  <a:lnTo>
                    <a:pt x="0" y="57809"/>
                  </a:lnTo>
                  <a:lnTo>
                    <a:pt x="126789" y="37991"/>
                  </a:lnTo>
                  <a:close/>
                  <a:moveTo>
                    <a:pt x="175887" y="14747"/>
                  </a:moveTo>
                  <a:lnTo>
                    <a:pt x="167343" y="13249"/>
                  </a:lnTo>
                  <a:lnTo>
                    <a:pt x="126789" y="37991"/>
                  </a:lnTo>
                  <a:close/>
                  <a:moveTo>
                    <a:pt x="180292" y="13249"/>
                  </a:moveTo>
                  <a:lnTo>
                    <a:pt x="175887" y="14747"/>
                  </a:lnTo>
                  <a:lnTo>
                    <a:pt x="249547" y="3107"/>
                  </a:lnTo>
                  <a:close/>
                  <a:moveTo>
                    <a:pt x="249547" y="3107"/>
                  </a:moveTo>
                  <a:lnTo>
                    <a:pt x="175887" y="14747"/>
                  </a:lnTo>
                  <a:lnTo>
                    <a:pt x="126789" y="37991"/>
                  </a:lnTo>
                  <a:close/>
                  <a:moveTo>
                    <a:pt x="249547" y="3107"/>
                  </a:moveTo>
                  <a:lnTo>
                    <a:pt x="126789" y="37991"/>
                  </a:lnTo>
                  <a:lnTo>
                    <a:pt x="199590" y="31526"/>
                  </a:lnTo>
                  <a:close/>
                  <a:moveTo>
                    <a:pt x="167343" y="13249"/>
                  </a:moveTo>
                  <a:lnTo>
                    <a:pt x="175887" y="14747"/>
                  </a:lnTo>
                  <a:lnTo>
                    <a:pt x="177807" y="13539"/>
                  </a:lnTo>
                  <a:close/>
                  <a:moveTo>
                    <a:pt x="180292" y="13249"/>
                  </a:moveTo>
                  <a:lnTo>
                    <a:pt x="177807" y="13539"/>
                  </a:lnTo>
                  <a:lnTo>
                    <a:pt x="175887" y="14747"/>
                  </a:lnTo>
                  <a:close/>
                  <a:moveTo>
                    <a:pt x="306275" y="0"/>
                  </a:moveTo>
                  <a:lnTo>
                    <a:pt x="180292" y="13249"/>
                  </a:lnTo>
                  <a:lnTo>
                    <a:pt x="260336" y="6684"/>
                  </a:lnTo>
                  <a:close/>
                  <a:moveTo>
                    <a:pt x="260336" y="6684"/>
                  </a:moveTo>
                  <a:lnTo>
                    <a:pt x="180292" y="13249"/>
                  </a:lnTo>
                  <a:lnTo>
                    <a:pt x="249547" y="31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12" name="Candidate_density__2011">
              <a:extLst>
                <a:ext uri="{FF2B5EF4-FFF2-40B4-BE49-F238E27FC236}">
                  <a16:creationId xmlns:a16="http://schemas.microsoft.com/office/drawing/2014/main" id="{D4E3F061-3C85-E322-AF70-7A280CABC84E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53972"/>
              <a:ext cx="2255572" cy="1948032"/>
            </a:xfrm>
            <a:custGeom>
              <a:avLst/>
              <a:gdLst/>
              <a:ahLst/>
              <a:cxnLst/>
              <a:rect l="0" t="0" r="0" b="0"/>
              <a:pathLst>
                <a:path w="2255572" h="1948032">
                  <a:moveTo>
                    <a:pt x="5712" y="1146710"/>
                  </a:moveTo>
                  <a:lnTo>
                    <a:pt x="0" y="1162898"/>
                  </a:lnTo>
                  <a:lnTo>
                    <a:pt x="28790" y="1179908"/>
                  </a:lnTo>
                  <a:close/>
                  <a:moveTo>
                    <a:pt x="5628" y="1093307"/>
                  </a:moveTo>
                  <a:lnTo>
                    <a:pt x="0" y="1162898"/>
                  </a:lnTo>
                  <a:lnTo>
                    <a:pt x="5712" y="1146710"/>
                  </a:lnTo>
                  <a:close/>
                  <a:moveTo>
                    <a:pt x="38915" y="1108274"/>
                  </a:moveTo>
                  <a:lnTo>
                    <a:pt x="5712" y="1146710"/>
                  </a:lnTo>
                  <a:lnTo>
                    <a:pt x="28790" y="1179908"/>
                  </a:lnTo>
                  <a:close/>
                  <a:moveTo>
                    <a:pt x="5712" y="1146710"/>
                  </a:moveTo>
                  <a:lnTo>
                    <a:pt x="3136" y="1060256"/>
                  </a:lnTo>
                  <a:lnTo>
                    <a:pt x="5628" y="1093307"/>
                  </a:lnTo>
                  <a:close/>
                  <a:moveTo>
                    <a:pt x="3921" y="1064495"/>
                  </a:moveTo>
                  <a:lnTo>
                    <a:pt x="5628" y="1093307"/>
                  </a:lnTo>
                  <a:lnTo>
                    <a:pt x="3136" y="1060256"/>
                  </a:lnTo>
                  <a:close/>
                  <a:moveTo>
                    <a:pt x="794512" y="1930425"/>
                  </a:moveTo>
                  <a:lnTo>
                    <a:pt x="763493" y="1867165"/>
                  </a:lnTo>
                  <a:lnTo>
                    <a:pt x="787142" y="1948032"/>
                  </a:lnTo>
                  <a:close/>
                  <a:moveTo>
                    <a:pt x="794512" y="1930425"/>
                  </a:moveTo>
                  <a:lnTo>
                    <a:pt x="758528" y="1848209"/>
                  </a:lnTo>
                  <a:lnTo>
                    <a:pt x="763493" y="1867165"/>
                  </a:lnTo>
                  <a:close/>
                  <a:moveTo>
                    <a:pt x="758528" y="1848209"/>
                  </a:moveTo>
                  <a:lnTo>
                    <a:pt x="794512" y="1930425"/>
                  </a:lnTo>
                  <a:lnTo>
                    <a:pt x="851700" y="1891988"/>
                  </a:lnTo>
                  <a:close/>
                  <a:moveTo>
                    <a:pt x="793585" y="1809773"/>
                  </a:moveTo>
                  <a:lnTo>
                    <a:pt x="722548" y="1739768"/>
                  </a:lnTo>
                  <a:lnTo>
                    <a:pt x="716056" y="1765995"/>
                  </a:lnTo>
                  <a:close/>
                  <a:moveTo>
                    <a:pt x="793585" y="1809773"/>
                  </a:moveTo>
                  <a:lnTo>
                    <a:pt x="716056" y="1765995"/>
                  </a:lnTo>
                  <a:lnTo>
                    <a:pt x="758528" y="1848209"/>
                  </a:lnTo>
                  <a:close/>
                  <a:moveTo>
                    <a:pt x="377415" y="1152052"/>
                  </a:moveTo>
                  <a:lnTo>
                    <a:pt x="359755" y="1252384"/>
                  </a:lnTo>
                  <a:lnTo>
                    <a:pt x="366692" y="1176889"/>
                  </a:lnTo>
                  <a:close/>
                  <a:moveTo>
                    <a:pt x="227997" y="1152194"/>
                  </a:moveTo>
                  <a:lnTo>
                    <a:pt x="315305" y="1069837"/>
                  </a:lnTo>
                  <a:lnTo>
                    <a:pt x="234799" y="1093194"/>
                  </a:lnTo>
                  <a:close/>
                  <a:moveTo>
                    <a:pt x="305976" y="1165086"/>
                  </a:moveTo>
                  <a:lnTo>
                    <a:pt x="350828" y="1117576"/>
                  </a:lnTo>
                  <a:lnTo>
                    <a:pt x="227997" y="1152194"/>
                  </a:lnTo>
                  <a:close/>
                  <a:moveTo>
                    <a:pt x="945110" y="1780106"/>
                  </a:moveTo>
                  <a:lnTo>
                    <a:pt x="887941" y="1732462"/>
                  </a:lnTo>
                  <a:lnTo>
                    <a:pt x="856876" y="1691155"/>
                  </a:lnTo>
                  <a:close/>
                  <a:moveTo>
                    <a:pt x="887941" y="1732462"/>
                  </a:moveTo>
                  <a:lnTo>
                    <a:pt x="945110" y="1780106"/>
                  </a:lnTo>
                  <a:lnTo>
                    <a:pt x="1028490" y="1764094"/>
                  </a:lnTo>
                  <a:close/>
                  <a:moveTo>
                    <a:pt x="463992" y="1228233"/>
                  </a:moveTo>
                  <a:lnTo>
                    <a:pt x="464366" y="1263419"/>
                  </a:lnTo>
                  <a:lnTo>
                    <a:pt x="539872" y="1195831"/>
                  </a:lnTo>
                  <a:close/>
                  <a:moveTo>
                    <a:pt x="410238" y="1211342"/>
                  </a:moveTo>
                  <a:lnTo>
                    <a:pt x="493294" y="1156371"/>
                  </a:lnTo>
                  <a:lnTo>
                    <a:pt x="377415" y="1152052"/>
                  </a:lnTo>
                  <a:close/>
                  <a:moveTo>
                    <a:pt x="377415" y="1152052"/>
                  </a:moveTo>
                  <a:lnTo>
                    <a:pt x="493294" y="1156371"/>
                  </a:lnTo>
                  <a:lnTo>
                    <a:pt x="451159" y="1113616"/>
                  </a:lnTo>
                  <a:close/>
                  <a:moveTo>
                    <a:pt x="463992" y="1228233"/>
                  </a:moveTo>
                  <a:lnTo>
                    <a:pt x="539872" y="1195831"/>
                  </a:lnTo>
                  <a:lnTo>
                    <a:pt x="493294" y="1156371"/>
                  </a:lnTo>
                  <a:close/>
                  <a:moveTo>
                    <a:pt x="451159" y="1113616"/>
                  </a:moveTo>
                  <a:lnTo>
                    <a:pt x="397874" y="1078273"/>
                  </a:lnTo>
                  <a:lnTo>
                    <a:pt x="350828" y="1117576"/>
                  </a:lnTo>
                  <a:close/>
                  <a:moveTo>
                    <a:pt x="336839" y="1031401"/>
                  </a:moveTo>
                  <a:lnTo>
                    <a:pt x="350828" y="1117576"/>
                  </a:lnTo>
                  <a:lnTo>
                    <a:pt x="397874" y="1078273"/>
                  </a:lnTo>
                  <a:close/>
                  <a:moveTo>
                    <a:pt x="698621" y="1360261"/>
                  </a:moveTo>
                  <a:lnTo>
                    <a:pt x="798833" y="1337974"/>
                  </a:lnTo>
                  <a:lnTo>
                    <a:pt x="696194" y="1357669"/>
                  </a:lnTo>
                  <a:close/>
                  <a:moveTo>
                    <a:pt x="1223023" y="1503700"/>
                  </a:moveTo>
                  <a:lnTo>
                    <a:pt x="1215192" y="1530034"/>
                  </a:lnTo>
                  <a:lnTo>
                    <a:pt x="1239285" y="1409382"/>
                  </a:lnTo>
                  <a:close/>
                  <a:moveTo>
                    <a:pt x="1239285" y="1409382"/>
                  </a:moveTo>
                  <a:lnTo>
                    <a:pt x="1215192" y="1530034"/>
                  </a:lnTo>
                  <a:lnTo>
                    <a:pt x="1234311" y="1491597"/>
                  </a:lnTo>
                  <a:close/>
                  <a:moveTo>
                    <a:pt x="1314348" y="1321922"/>
                  </a:moveTo>
                  <a:lnTo>
                    <a:pt x="1373269" y="1356384"/>
                  </a:lnTo>
                  <a:lnTo>
                    <a:pt x="1316899" y="1288731"/>
                  </a:lnTo>
                  <a:close/>
                  <a:moveTo>
                    <a:pt x="1245289" y="1217381"/>
                  </a:moveTo>
                  <a:lnTo>
                    <a:pt x="1316899" y="1288731"/>
                  </a:lnTo>
                  <a:lnTo>
                    <a:pt x="1263014" y="1222816"/>
                  </a:lnTo>
                  <a:close/>
                  <a:moveTo>
                    <a:pt x="1245289" y="1217381"/>
                  </a:moveTo>
                  <a:lnTo>
                    <a:pt x="1314348" y="1321922"/>
                  </a:lnTo>
                  <a:lnTo>
                    <a:pt x="1316899" y="1288731"/>
                  </a:lnTo>
                  <a:close/>
                  <a:moveTo>
                    <a:pt x="1217163" y="1124300"/>
                  </a:moveTo>
                  <a:lnTo>
                    <a:pt x="1224640" y="1079343"/>
                  </a:lnTo>
                  <a:lnTo>
                    <a:pt x="1111702" y="1080521"/>
                  </a:lnTo>
                  <a:close/>
                  <a:moveTo>
                    <a:pt x="1247712" y="1206515"/>
                  </a:moveTo>
                  <a:lnTo>
                    <a:pt x="1245289" y="1217381"/>
                  </a:lnTo>
                  <a:lnTo>
                    <a:pt x="1263014" y="1222816"/>
                  </a:lnTo>
                  <a:close/>
                  <a:moveTo>
                    <a:pt x="1316899" y="1288731"/>
                  </a:moveTo>
                  <a:lnTo>
                    <a:pt x="1392119" y="1250294"/>
                  </a:lnTo>
                  <a:lnTo>
                    <a:pt x="1263014" y="1222816"/>
                  </a:lnTo>
                  <a:close/>
                  <a:moveTo>
                    <a:pt x="1214229" y="1085864"/>
                  </a:moveTo>
                  <a:lnTo>
                    <a:pt x="1224640" y="1079343"/>
                  </a:lnTo>
                  <a:lnTo>
                    <a:pt x="1217163" y="1124300"/>
                  </a:lnTo>
                  <a:close/>
                  <a:moveTo>
                    <a:pt x="1411396" y="1243024"/>
                  </a:moveTo>
                  <a:lnTo>
                    <a:pt x="1491937" y="1238137"/>
                  </a:lnTo>
                  <a:lnTo>
                    <a:pt x="1474877" y="1151915"/>
                  </a:lnTo>
                  <a:close/>
                  <a:moveTo>
                    <a:pt x="1885062" y="1255636"/>
                  </a:moveTo>
                  <a:lnTo>
                    <a:pt x="1856405" y="1284292"/>
                  </a:lnTo>
                  <a:lnTo>
                    <a:pt x="1893357" y="1262008"/>
                  </a:lnTo>
                  <a:close/>
                  <a:moveTo>
                    <a:pt x="1885062" y="1255636"/>
                  </a:moveTo>
                  <a:lnTo>
                    <a:pt x="1893357" y="1262008"/>
                  </a:lnTo>
                  <a:lnTo>
                    <a:pt x="1902276" y="1246999"/>
                  </a:lnTo>
                  <a:close/>
                  <a:moveTo>
                    <a:pt x="1817302" y="1173421"/>
                  </a:moveTo>
                  <a:lnTo>
                    <a:pt x="1902276" y="1246999"/>
                  </a:lnTo>
                  <a:lnTo>
                    <a:pt x="1912958" y="1138223"/>
                  </a:lnTo>
                  <a:close/>
                  <a:moveTo>
                    <a:pt x="1893357" y="1262008"/>
                  </a:moveTo>
                  <a:lnTo>
                    <a:pt x="1956070" y="1217200"/>
                  </a:lnTo>
                  <a:lnTo>
                    <a:pt x="1902276" y="1246999"/>
                  </a:lnTo>
                  <a:close/>
                  <a:moveTo>
                    <a:pt x="2030742" y="1281810"/>
                  </a:moveTo>
                  <a:lnTo>
                    <a:pt x="1956070" y="1217200"/>
                  </a:lnTo>
                  <a:lnTo>
                    <a:pt x="1893357" y="1262008"/>
                  </a:lnTo>
                  <a:close/>
                  <a:moveTo>
                    <a:pt x="1822214" y="1091206"/>
                  </a:moveTo>
                  <a:lnTo>
                    <a:pt x="1817302" y="1173421"/>
                  </a:lnTo>
                  <a:lnTo>
                    <a:pt x="1912958" y="1138223"/>
                  </a:lnTo>
                  <a:close/>
                  <a:moveTo>
                    <a:pt x="1704227" y="1008991"/>
                  </a:moveTo>
                  <a:lnTo>
                    <a:pt x="1766380" y="1065921"/>
                  </a:lnTo>
                  <a:lnTo>
                    <a:pt x="1792459" y="975411"/>
                  </a:lnTo>
                  <a:close/>
                  <a:moveTo>
                    <a:pt x="1702284" y="888339"/>
                  </a:moveTo>
                  <a:lnTo>
                    <a:pt x="1704227" y="1008991"/>
                  </a:lnTo>
                  <a:lnTo>
                    <a:pt x="1795401" y="959224"/>
                  </a:lnTo>
                  <a:close/>
                  <a:moveTo>
                    <a:pt x="1688861" y="926776"/>
                  </a:moveTo>
                  <a:lnTo>
                    <a:pt x="1704227" y="1008991"/>
                  </a:lnTo>
                  <a:lnTo>
                    <a:pt x="1702284" y="888339"/>
                  </a:lnTo>
                  <a:close/>
                  <a:moveTo>
                    <a:pt x="1204728" y="312834"/>
                  </a:moveTo>
                  <a:lnTo>
                    <a:pt x="1223036" y="334643"/>
                  </a:lnTo>
                  <a:lnTo>
                    <a:pt x="1261553" y="356542"/>
                  </a:lnTo>
                  <a:close/>
                  <a:moveTo>
                    <a:pt x="1702284" y="888339"/>
                  </a:moveTo>
                  <a:lnTo>
                    <a:pt x="1795401" y="959224"/>
                  </a:lnTo>
                  <a:lnTo>
                    <a:pt x="1794133" y="849902"/>
                  </a:lnTo>
                  <a:close/>
                  <a:moveTo>
                    <a:pt x="1738243" y="806124"/>
                  </a:moveTo>
                  <a:lnTo>
                    <a:pt x="1702284" y="888339"/>
                  </a:lnTo>
                  <a:lnTo>
                    <a:pt x="1794133" y="849902"/>
                  </a:lnTo>
                  <a:close/>
                  <a:moveTo>
                    <a:pt x="1238942" y="272005"/>
                  </a:moveTo>
                  <a:lnTo>
                    <a:pt x="1272913" y="294093"/>
                  </a:lnTo>
                  <a:lnTo>
                    <a:pt x="1312895" y="269847"/>
                  </a:lnTo>
                  <a:close/>
                  <a:moveTo>
                    <a:pt x="1348209" y="192182"/>
                  </a:moveTo>
                  <a:lnTo>
                    <a:pt x="1272913" y="294093"/>
                  </a:lnTo>
                  <a:lnTo>
                    <a:pt x="1312904" y="274397"/>
                  </a:lnTo>
                  <a:close/>
                  <a:moveTo>
                    <a:pt x="1941101" y="1096548"/>
                  </a:moveTo>
                  <a:lnTo>
                    <a:pt x="1916462" y="1035282"/>
                  </a:lnTo>
                  <a:lnTo>
                    <a:pt x="1922792" y="1130228"/>
                  </a:lnTo>
                  <a:close/>
                  <a:moveTo>
                    <a:pt x="2098673" y="826730"/>
                  </a:moveTo>
                  <a:lnTo>
                    <a:pt x="2232834" y="834474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98673" y="826730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75137" y="811466"/>
                  </a:lnTo>
                  <a:lnTo>
                    <a:pt x="2098673" y="826730"/>
                  </a:lnTo>
                  <a:close/>
                  <a:moveTo>
                    <a:pt x="2046411" y="729251"/>
                  </a:moveTo>
                  <a:lnTo>
                    <a:pt x="2140305" y="773030"/>
                  </a:lnTo>
                  <a:lnTo>
                    <a:pt x="2072009" y="690815"/>
                  </a:lnTo>
                  <a:close/>
                  <a:moveTo>
                    <a:pt x="2072009" y="690815"/>
                  </a:moveTo>
                  <a:lnTo>
                    <a:pt x="2144442" y="770938"/>
                  </a:lnTo>
                  <a:lnTo>
                    <a:pt x="2152300" y="664457"/>
                  </a:lnTo>
                  <a:close/>
                  <a:moveTo>
                    <a:pt x="2072009" y="690815"/>
                  </a:moveTo>
                  <a:lnTo>
                    <a:pt x="2140305" y="773030"/>
                  </a:lnTo>
                  <a:lnTo>
                    <a:pt x="2144442" y="770938"/>
                  </a:lnTo>
                  <a:close/>
                  <a:moveTo>
                    <a:pt x="2255572" y="741183"/>
                  </a:moveTo>
                  <a:lnTo>
                    <a:pt x="2143069" y="777519"/>
                  </a:lnTo>
                  <a:lnTo>
                    <a:pt x="2232834" y="834474"/>
                  </a:lnTo>
                  <a:close/>
                  <a:moveTo>
                    <a:pt x="2144442" y="770938"/>
                  </a:moveTo>
                  <a:lnTo>
                    <a:pt x="2255572" y="741183"/>
                  </a:lnTo>
                  <a:lnTo>
                    <a:pt x="2230134" y="661772"/>
                  </a:lnTo>
                  <a:close/>
                  <a:moveTo>
                    <a:pt x="2144442" y="770938"/>
                  </a:moveTo>
                  <a:lnTo>
                    <a:pt x="2230134" y="661772"/>
                  </a:lnTo>
                  <a:lnTo>
                    <a:pt x="2152300" y="664457"/>
                  </a:lnTo>
                  <a:close/>
                  <a:moveTo>
                    <a:pt x="2064418" y="575219"/>
                  </a:moveTo>
                  <a:lnTo>
                    <a:pt x="2036625" y="658200"/>
                  </a:lnTo>
                  <a:lnTo>
                    <a:pt x="2152300" y="664457"/>
                  </a:lnTo>
                  <a:close/>
                  <a:moveTo>
                    <a:pt x="2138639" y="575472"/>
                  </a:moveTo>
                  <a:lnTo>
                    <a:pt x="2064418" y="575219"/>
                  </a:lnTo>
                  <a:lnTo>
                    <a:pt x="2152300" y="664457"/>
                  </a:lnTo>
                  <a:close/>
                  <a:moveTo>
                    <a:pt x="1929193" y="526385"/>
                  </a:moveTo>
                  <a:lnTo>
                    <a:pt x="1990694" y="487948"/>
                  </a:lnTo>
                  <a:lnTo>
                    <a:pt x="1924501" y="517644"/>
                  </a:lnTo>
                  <a:close/>
                  <a:moveTo>
                    <a:pt x="1910285" y="405733"/>
                  </a:moveTo>
                  <a:lnTo>
                    <a:pt x="1881221" y="444169"/>
                  </a:lnTo>
                  <a:lnTo>
                    <a:pt x="1924501" y="517644"/>
                  </a:lnTo>
                  <a:close/>
                  <a:moveTo>
                    <a:pt x="2121808" y="82214"/>
                  </a:moveTo>
                  <a:lnTo>
                    <a:pt x="2095899" y="170749"/>
                  </a:lnTo>
                  <a:lnTo>
                    <a:pt x="2131900" y="90151"/>
                  </a:lnTo>
                  <a:close/>
                  <a:moveTo>
                    <a:pt x="2121808" y="82214"/>
                  </a:moveTo>
                  <a:lnTo>
                    <a:pt x="2127740" y="74596"/>
                  </a:lnTo>
                  <a:lnTo>
                    <a:pt x="2043824" y="120651"/>
                  </a:lnTo>
                  <a:close/>
                  <a:moveTo>
                    <a:pt x="2043824" y="120651"/>
                  </a:moveTo>
                  <a:lnTo>
                    <a:pt x="2127740" y="74596"/>
                  </a:lnTo>
                  <a:lnTo>
                    <a:pt x="1994305" y="31667"/>
                  </a:lnTo>
                  <a:close/>
                  <a:moveTo>
                    <a:pt x="2043824" y="120651"/>
                  </a:moveTo>
                  <a:lnTo>
                    <a:pt x="1994305" y="31667"/>
                  </a:lnTo>
                  <a:lnTo>
                    <a:pt x="1990559" y="55562"/>
                  </a:lnTo>
                  <a:close/>
                  <a:moveTo>
                    <a:pt x="2127740" y="74596"/>
                  </a:moveTo>
                  <a:lnTo>
                    <a:pt x="2137271" y="82214"/>
                  </a:lnTo>
                  <a:lnTo>
                    <a:pt x="2067658" y="32624"/>
                  </a:lnTo>
                  <a:close/>
                  <a:moveTo>
                    <a:pt x="1984579" y="33203"/>
                  </a:moveTo>
                  <a:lnTo>
                    <a:pt x="1971833" y="0"/>
                  </a:lnTo>
                  <a:lnTo>
                    <a:pt x="1994305" y="31667"/>
                  </a:lnTo>
                  <a:close/>
                  <a:moveTo>
                    <a:pt x="2121808" y="82214"/>
                  </a:moveTo>
                  <a:lnTo>
                    <a:pt x="2131900" y="90151"/>
                  </a:lnTo>
                  <a:lnTo>
                    <a:pt x="2137258" y="76133"/>
                  </a:lnTo>
                  <a:close/>
                  <a:moveTo>
                    <a:pt x="2127740" y="74596"/>
                  </a:moveTo>
                  <a:lnTo>
                    <a:pt x="2121808" y="82214"/>
                  </a:lnTo>
                  <a:lnTo>
                    <a:pt x="2137258" y="76133"/>
                  </a:lnTo>
                  <a:close/>
                  <a:moveTo>
                    <a:pt x="2137258" y="76133"/>
                  </a:moveTo>
                  <a:lnTo>
                    <a:pt x="2131900" y="90151"/>
                  </a:lnTo>
                  <a:lnTo>
                    <a:pt x="2137271" y="82214"/>
                  </a:lnTo>
                  <a:close/>
                  <a:moveTo>
                    <a:pt x="2137258" y="76133"/>
                  </a:moveTo>
                  <a:lnTo>
                    <a:pt x="2137271" y="82214"/>
                  </a:lnTo>
                  <a:lnTo>
                    <a:pt x="2127740" y="7459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13" name="Candidate_density__2012">
              <a:extLst>
                <a:ext uri="{FF2B5EF4-FFF2-40B4-BE49-F238E27FC236}">
                  <a16:creationId xmlns:a16="http://schemas.microsoft.com/office/drawing/2014/main" id="{E080415A-9D83-6023-D833-B87E6D0C4A77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436186"/>
              <a:ext cx="2267420" cy="1924746"/>
            </a:xfrm>
            <a:custGeom>
              <a:avLst/>
              <a:gdLst/>
              <a:ahLst/>
              <a:cxnLst/>
              <a:rect l="0" t="0" r="0" b="0"/>
              <a:pathLst>
                <a:path w="2267420" h="1924746">
                  <a:moveTo>
                    <a:pt x="106751" y="1110521"/>
                  </a:moveTo>
                  <a:lnTo>
                    <a:pt x="28790" y="1097694"/>
                  </a:lnTo>
                  <a:lnTo>
                    <a:pt x="0" y="1080683"/>
                  </a:lnTo>
                  <a:close/>
                  <a:moveTo>
                    <a:pt x="817735" y="1881623"/>
                  </a:moveTo>
                  <a:lnTo>
                    <a:pt x="787142" y="1865817"/>
                  </a:lnTo>
                  <a:lnTo>
                    <a:pt x="842788" y="1911835"/>
                  </a:lnTo>
                  <a:close/>
                  <a:moveTo>
                    <a:pt x="656950" y="1559131"/>
                  </a:moveTo>
                  <a:lnTo>
                    <a:pt x="636682" y="1627269"/>
                  </a:lnTo>
                  <a:lnTo>
                    <a:pt x="647466" y="1601565"/>
                  </a:lnTo>
                  <a:close/>
                  <a:moveTo>
                    <a:pt x="106751" y="1110521"/>
                  </a:moveTo>
                  <a:lnTo>
                    <a:pt x="197107" y="1141715"/>
                  </a:lnTo>
                  <a:lnTo>
                    <a:pt x="227997" y="1069979"/>
                  </a:lnTo>
                  <a:close/>
                  <a:moveTo>
                    <a:pt x="28790" y="1097694"/>
                  </a:moveTo>
                  <a:lnTo>
                    <a:pt x="106751" y="1110521"/>
                  </a:lnTo>
                  <a:lnTo>
                    <a:pt x="155421" y="1077288"/>
                  </a:lnTo>
                  <a:close/>
                  <a:moveTo>
                    <a:pt x="75709" y="1057914"/>
                  </a:moveTo>
                  <a:lnTo>
                    <a:pt x="28790" y="1097694"/>
                  </a:lnTo>
                  <a:lnTo>
                    <a:pt x="155421" y="1077288"/>
                  </a:lnTo>
                  <a:close/>
                  <a:moveTo>
                    <a:pt x="758528" y="1765995"/>
                  </a:moveTo>
                  <a:lnTo>
                    <a:pt x="716056" y="1683780"/>
                  </a:lnTo>
                  <a:lnTo>
                    <a:pt x="722288" y="1718358"/>
                  </a:lnTo>
                  <a:close/>
                  <a:moveTo>
                    <a:pt x="636682" y="1627269"/>
                  </a:moveTo>
                  <a:lnTo>
                    <a:pt x="716056" y="1683780"/>
                  </a:lnTo>
                  <a:lnTo>
                    <a:pt x="677184" y="1634783"/>
                  </a:lnTo>
                  <a:close/>
                  <a:moveTo>
                    <a:pt x="647466" y="1601565"/>
                  </a:moveTo>
                  <a:lnTo>
                    <a:pt x="636682" y="1627269"/>
                  </a:lnTo>
                  <a:lnTo>
                    <a:pt x="677184" y="1634783"/>
                  </a:lnTo>
                  <a:close/>
                  <a:moveTo>
                    <a:pt x="817735" y="1881623"/>
                  </a:moveTo>
                  <a:lnTo>
                    <a:pt x="903800" y="1924746"/>
                  </a:lnTo>
                  <a:lnTo>
                    <a:pt x="942627" y="1854713"/>
                  </a:lnTo>
                  <a:close/>
                  <a:moveTo>
                    <a:pt x="677184" y="1634783"/>
                  </a:moveTo>
                  <a:lnTo>
                    <a:pt x="716056" y="1683780"/>
                  </a:lnTo>
                  <a:lnTo>
                    <a:pt x="722548" y="1657554"/>
                  </a:lnTo>
                  <a:close/>
                  <a:moveTo>
                    <a:pt x="647466" y="1601565"/>
                  </a:moveTo>
                  <a:lnTo>
                    <a:pt x="722548" y="1657554"/>
                  </a:lnTo>
                  <a:lnTo>
                    <a:pt x="637610" y="1565923"/>
                  </a:lnTo>
                  <a:close/>
                  <a:moveTo>
                    <a:pt x="677184" y="1634783"/>
                  </a:moveTo>
                  <a:lnTo>
                    <a:pt x="722548" y="1657554"/>
                  </a:lnTo>
                  <a:lnTo>
                    <a:pt x="647466" y="1601565"/>
                  </a:lnTo>
                  <a:close/>
                  <a:moveTo>
                    <a:pt x="541686" y="1406834"/>
                  </a:moveTo>
                  <a:lnTo>
                    <a:pt x="544548" y="1341305"/>
                  </a:lnTo>
                  <a:lnTo>
                    <a:pt x="472287" y="1354920"/>
                  </a:lnTo>
                  <a:close/>
                  <a:moveTo>
                    <a:pt x="458985" y="1272704"/>
                  </a:moveTo>
                  <a:lnTo>
                    <a:pt x="472287" y="1354920"/>
                  </a:lnTo>
                  <a:lnTo>
                    <a:pt x="493620" y="1234268"/>
                  </a:lnTo>
                  <a:close/>
                  <a:moveTo>
                    <a:pt x="464366" y="1181204"/>
                  </a:moveTo>
                  <a:lnTo>
                    <a:pt x="446988" y="1159843"/>
                  </a:lnTo>
                  <a:lnTo>
                    <a:pt x="493620" y="1234268"/>
                  </a:lnTo>
                  <a:close/>
                  <a:moveTo>
                    <a:pt x="493620" y="1234268"/>
                  </a:moveTo>
                  <a:lnTo>
                    <a:pt x="446988" y="1159843"/>
                  </a:lnTo>
                  <a:lnTo>
                    <a:pt x="434405" y="1190489"/>
                  </a:lnTo>
                  <a:close/>
                  <a:moveTo>
                    <a:pt x="377415" y="1069838"/>
                  </a:moveTo>
                  <a:lnTo>
                    <a:pt x="390915" y="1121784"/>
                  </a:lnTo>
                  <a:lnTo>
                    <a:pt x="359755" y="1170169"/>
                  </a:lnTo>
                  <a:close/>
                  <a:moveTo>
                    <a:pt x="359755" y="1170169"/>
                  </a:moveTo>
                  <a:lnTo>
                    <a:pt x="390915" y="1121784"/>
                  </a:lnTo>
                  <a:lnTo>
                    <a:pt x="446988" y="1159843"/>
                  </a:lnTo>
                  <a:close/>
                  <a:moveTo>
                    <a:pt x="234799" y="1010980"/>
                  </a:moveTo>
                  <a:lnTo>
                    <a:pt x="155421" y="1077288"/>
                  </a:lnTo>
                  <a:lnTo>
                    <a:pt x="227997" y="1069979"/>
                  </a:lnTo>
                  <a:close/>
                  <a:moveTo>
                    <a:pt x="315305" y="987623"/>
                  </a:moveTo>
                  <a:lnTo>
                    <a:pt x="277590" y="905408"/>
                  </a:lnTo>
                  <a:lnTo>
                    <a:pt x="234799" y="1010980"/>
                  </a:lnTo>
                  <a:close/>
                  <a:moveTo>
                    <a:pt x="277590" y="905408"/>
                  </a:moveTo>
                  <a:lnTo>
                    <a:pt x="236898" y="909181"/>
                  </a:lnTo>
                  <a:lnTo>
                    <a:pt x="234799" y="1010980"/>
                  </a:lnTo>
                  <a:close/>
                  <a:moveTo>
                    <a:pt x="173775" y="867251"/>
                  </a:moveTo>
                  <a:lnTo>
                    <a:pt x="225061" y="905408"/>
                  </a:lnTo>
                  <a:lnTo>
                    <a:pt x="236898" y="909181"/>
                  </a:lnTo>
                  <a:close/>
                  <a:moveTo>
                    <a:pt x="154729" y="859498"/>
                  </a:moveTo>
                  <a:lnTo>
                    <a:pt x="225061" y="905408"/>
                  </a:lnTo>
                  <a:lnTo>
                    <a:pt x="173775" y="867251"/>
                  </a:lnTo>
                  <a:close/>
                  <a:moveTo>
                    <a:pt x="856876" y="1608940"/>
                  </a:moveTo>
                  <a:lnTo>
                    <a:pt x="887941" y="1650247"/>
                  </a:lnTo>
                  <a:lnTo>
                    <a:pt x="882311" y="1645344"/>
                  </a:lnTo>
                  <a:close/>
                  <a:moveTo>
                    <a:pt x="821606" y="1537522"/>
                  </a:moveTo>
                  <a:lnTo>
                    <a:pt x="856876" y="1608940"/>
                  </a:lnTo>
                  <a:lnTo>
                    <a:pt x="882311" y="1645344"/>
                  </a:lnTo>
                  <a:close/>
                  <a:moveTo>
                    <a:pt x="698621" y="1278047"/>
                  </a:moveTo>
                  <a:lnTo>
                    <a:pt x="738910" y="1371706"/>
                  </a:lnTo>
                  <a:lnTo>
                    <a:pt x="783240" y="1322243"/>
                  </a:lnTo>
                  <a:close/>
                  <a:moveTo>
                    <a:pt x="410238" y="1129127"/>
                  </a:moveTo>
                  <a:lnTo>
                    <a:pt x="464366" y="1181204"/>
                  </a:lnTo>
                  <a:lnTo>
                    <a:pt x="463992" y="1146019"/>
                  </a:lnTo>
                  <a:close/>
                  <a:moveTo>
                    <a:pt x="539872" y="1113617"/>
                  </a:moveTo>
                  <a:lnTo>
                    <a:pt x="464366" y="1181204"/>
                  </a:lnTo>
                  <a:lnTo>
                    <a:pt x="493620" y="1234268"/>
                  </a:lnTo>
                  <a:close/>
                  <a:moveTo>
                    <a:pt x="463992" y="1146019"/>
                  </a:moveTo>
                  <a:lnTo>
                    <a:pt x="493294" y="1074157"/>
                  </a:lnTo>
                  <a:lnTo>
                    <a:pt x="410238" y="1129127"/>
                  </a:lnTo>
                  <a:close/>
                  <a:moveTo>
                    <a:pt x="336839" y="949186"/>
                  </a:moveTo>
                  <a:lnTo>
                    <a:pt x="277590" y="905408"/>
                  </a:lnTo>
                  <a:lnTo>
                    <a:pt x="315305" y="987623"/>
                  </a:lnTo>
                  <a:close/>
                  <a:moveTo>
                    <a:pt x="291108" y="875536"/>
                  </a:moveTo>
                  <a:lnTo>
                    <a:pt x="225061" y="905408"/>
                  </a:lnTo>
                  <a:lnTo>
                    <a:pt x="268620" y="883391"/>
                  </a:lnTo>
                  <a:close/>
                  <a:moveTo>
                    <a:pt x="268620" y="883391"/>
                  </a:moveTo>
                  <a:lnTo>
                    <a:pt x="225061" y="905408"/>
                  </a:lnTo>
                  <a:lnTo>
                    <a:pt x="233084" y="812190"/>
                  </a:lnTo>
                  <a:close/>
                  <a:moveTo>
                    <a:pt x="698621" y="1278047"/>
                  </a:moveTo>
                  <a:lnTo>
                    <a:pt x="783240" y="1322243"/>
                  </a:lnTo>
                  <a:lnTo>
                    <a:pt x="798833" y="1255759"/>
                  </a:lnTo>
                  <a:close/>
                  <a:moveTo>
                    <a:pt x="696194" y="1275454"/>
                  </a:moveTo>
                  <a:lnTo>
                    <a:pt x="798833" y="1255759"/>
                  </a:lnTo>
                  <a:lnTo>
                    <a:pt x="800362" y="1171058"/>
                  </a:lnTo>
                  <a:close/>
                  <a:moveTo>
                    <a:pt x="552520" y="910750"/>
                  </a:moveTo>
                  <a:lnTo>
                    <a:pt x="526998" y="984970"/>
                  </a:lnTo>
                  <a:lnTo>
                    <a:pt x="563497" y="925530"/>
                  </a:lnTo>
                  <a:close/>
                  <a:moveTo>
                    <a:pt x="536397" y="992965"/>
                  </a:moveTo>
                  <a:lnTo>
                    <a:pt x="590290" y="942950"/>
                  </a:lnTo>
                  <a:lnTo>
                    <a:pt x="563497" y="925530"/>
                  </a:lnTo>
                  <a:close/>
                  <a:moveTo>
                    <a:pt x="690083" y="822201"/>
                  </a:moveTo>
                  <a:lnTo>
                    <a:pt x="760840" y="886279"/>
                  </a:lnTo>
                  <a:lnTo>
                    <a:pt x="775486" y="862847"/>
                  </a:lnTo>
                  <a:close/>
                  <a:moveTo>
                    <a:pt x="635549" y="828535"/>
                  </a:moveTo>
                  <a:lnTo>
                    <a:pt x="760840" y="886279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635316" y="827643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599032" y="707883"/>
                  </a:lnTo>
                  <a:lnTo>
                    <a:pt x="616320" y="742993"/>
                  </a:lnTo>
                  <a:close/>
                  <a:moveTo>
                    <a:pt x="1149091" y="1352967"/>
                  </a:moveTo>
                  <a:lnTo>
                    <a:pt x="1145826" y="1411516"/>
                  </a:lnTo>
                  <a:lnTo>
                    <a:pt x="1186093" y="1365604"/>
                  </a:lnTo>
                  <a:close/>
                  <a:moveTo>
                    <a:pt x="1139428" y="1260730"/>
                  </a:moveTo>
                  <a:lnTo>
                    <a:pt x="1186093" y="1365604"/>
                  </a:lnTo>
                  <a:lnTo>
                    <a:pt x="1159376" y="1283389"/>
                  </a:lnTo>
                  <a:close/>
                  <a:moveTo>
                    <a:pt x="1149091" y="1352967"/>
                  </a:moveTo>
                  <a:lnTo>
                    <a:pt x="1186093" y="1365604"/>
                  </a:lnTo>
                  <a:lnTo>
                    <a:pt x="1139428" y="1260730"/>
                  </a:lnTo>
                  <a:close/>
                  <a:moveTo>
                    <a:pt x="1149091" y="1352967"/>
                  </a:moveTo>
                  <a:lnTo>
                    <a:pt x="1139428" y="1260730"/>
                  </a:lnTo>
                  <a:lnTo>
                    <a:pt x="1136325" y="1327168"/>
                  </a:lnTo>
                  <a:close/>
                  <a:moveTo>
                    <a:pt x="1059763" y="1164812"/>
                  </a:moveTo>
                  <a:lnTo>
                    <a:pt x="1139428" y="1260730"/>
                  </a:lnTo>
                  <a:lnTo>
                    <a:pt x="1096870" y="1195237"/>
                  </a:lnTo>
                  <a:close/>
                  <a:moveTo>
                    <a:pt x="1059763" y="1164812"/>
                  </a:moveTo>
                  <a:lnTo>
                    <a:pt x="1096870" y="1195237"/>
                  </a:lnTo>
                  <a:lnTo>
                    <a:pt x="1084891" y="1183688"/>
                  </a:lnTo>
                  <a:close/>
                  <a:moveTo>
                    <a:pt x="876104" y="960388"/>
                  </a:moveTo>
                  <a:lnTo>
                    <a:pt x="976363" y="1032431"/>
                  </a:lnTo>
                  <a:lnTo>
                    <a:pt x="1016077" y="989861"/>
                  </a:lnTo>
                  <a:close/>
                  <a:moveTo>
                    <a:pt x="876104" y="960388"/>
                  </a:moveTo>
                  <a:lnTo>
                    <a:pt x="1016077" y="989861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6104" y="960388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2081" y="954529"/>
                  </a:lnTo>
                  <a:lnTo>
                    <a:pt x="876104" y="960388"/>
                  </a:lnTo>
                  <a:close/>
                  <a:moveTo>
                    <a:pt x="823179" y="872313"/>
                  </a:moveTo>
                  <a:lnTo>
                    <a:pt x="872081" y="954529"/>
                  </a:lnTo>
                  <a:lnTo>
                    <a:pt x="869445" y="916092"/>
                  </a:lnTo>
                  <a:close/>
                  <a:moveTo>
                    <a:pt x="823179" y="872313"/>
                  </a:moveTo>
                  <a:lnTo>
                    <a:pt x="869445" y="916092"/>
                  </a:lnTo>
                  <a:lnTo>
                    <a:pt x="833153" y="833877"/>
                  </a:lnTo>
                  <a:close/>
                  <a:moveTo>
                    <a:pt x="823179" y="872313"/>
                  </a:moveTo>
                  <a:lnTo>
                    <a:pt x="833153" y="833877"/>
                  </a:lnTo>
                  <a:lnTo>
                    <a:pt x="775486" y="862847"/>
                  </a:lnTo>
                  <a:close/>
                  <a:moveTo>
                    <a:pt x="833153" y="833877"/>
                  </a:moveTo>
                  <a:lnTo>
                    <a:pt x="816427" y="800717"/>
                  </a:lnTo>
                  <a:lnTo>
                    <a:pt x="775486" y="862847"/>
                  </a:lnTo>
                  <a:close/>
                  <a:moveTo>
                    <a:pt x="698117" y="751662"/>
                  </a:moveTo>
                  <a:lnTo>
                    <a:pt x="616576" y="790098"/>
                  </a:lnTo>
                  <a:lnTo>
                    <a:pt x="690083" y="822201"/>
                  </a:lnTo>
                  <a:close/>
                  <a:moveTo>
                    <a:pt x="698117" y="751662"/>
                  </a:moveTo>
                  <a:lnTo>
                    <a:pt x="599032" y="707883"/>
                  </a:lnTo>
                  <a:lnTo>
                    <a:pt x="616576" y="790098"/>
                  </a:lnTo>
                  <a:close/>
                  <a:moveTo>
                    <a:pt x="690083" y="822201"/>
                  </a:moveTo>
                  <a:lnTo>
                    <a:pt x="775486" y="862847"/>
                  </a:lnTo>
                  <a:lnTo>
                    <a:pt x="816427" y="800717"/>
                  </a:lnTo>
                  <a:close/>
                  <a:moveTo>
                    <a:pt x="1386779" y="1324678"/>
                  </a:moveTo>
                  <a:lnTo>
                    <a:pt x="1394306" y="1327168"/>
                  </a:lnTo>
                  <a:lnTo>
                    <a:pt x="1358816" y="1303647"/>
                  </a:lnTo>
                  <a:close/>
                  <a:moveTo>
                    <a:pt x="1386779" y="1324678"/>
                  </a:moveTo>
                  <a:lnTo>
                    <a:pt x="1393329" y="1288731"/>
                  </a:lnTo>
                  <a:lnTo>
                    <a:pt x="1407450" y="1324702"/>
                  </a:lnTo>
                  <a:close/>
                  <a:moveTo>
                    <a:pt x="1373269" y="1274169"/>
                  </a:moveTo>
                  <a:lnTo>
                    <a:pt x="1407450" y="1324702"/>
                  </a:lnTo>
                  <a:lnTo>
                    <a:pt x="1393329" y="1288731"/>
                  </a:lnTo>
                  <a:close/>
                  <a:moveTo>
                    <a:pt x="1314348" y="1239707"/>
                  </a:moveTo>
                  <a:lnTo>
                    <a:pt x="1407450" y="1324702"/>
                  </a:lnTo>
                  <a:lnTo>
                    <a:pt x="1373269" y="1274169"/>
                  </a:lnTo>
                  <a:close/>
                  <a:moveTo>
                    <a:pt x="1358816" y="1303647"/>
                  </a:moveTo>
                  <a:lnTo>
                    <a:pt x="1394306" y="1327168"/>
                  </a:lnTo>
                  <a:lnTo>
                    <a:pt x="1314883" y="1271075"/>
                  </a:lnTo>
                  <a:close/>
                  <a:moveTo>
                    <a:pt x="1247712" y="1124301"/>
                  </a:moveTo>
                  <a:lnTo>
                    <a:pt x="1191678" y="1089091"/>
                  </a:lnTo>
                  <a:lnTo>
                    <a:pt x="1245289" y="1135167"/>
                  </a:lnTo>
                  <a:close/>
                  <a:moveTo>
                    <a:pt x="1185568" y="1080522"/>
                  </a:moveTo>
                  <a:lnTo>
                    <a:pt x="1191678" y="1089091"/>
                  </a:lnTo>
                  <a:lnTo>
                    <a:pt x="1247712" y="1124301"/>
                  </a:lnTo>
                  <a:close/>
                  <a:moveTo>
                    <a:pt x="1217163" y="1042086"/>
                  </a:moveTo>
                  <a:lnTo>
                    <a:pt x="1185568" y="1080522"/>
                  </a:lnTo>
                  <a:lnTo>
                    <a:pt x="1247712" y="1124301"/>
                  </a:lnTo>
                  <a:close/>
                  <a:moveTo>
                    <a:pt x="1016077" y="989861"/>
                  </a:moveTo>
                  <a:lnTo>
                    <a:pt x="1086545" y="974671"/>
                  </a:lnTo>
                  <a:lnTo>
                    <a:pt x="1045181" y="883477"/>
                  </a:lnTo>
                  <a:close/>
                  <a:moveTo>
                    <a:pt x="816427" y="800717"/>
                  </a:moveTo>
                  <a:lnTo>
                    <a:pt x="833153" y="833877"/>
                  </a:lnTo>
                  <a:lnTo>
                    <a:pt x="828798" y="831029"/>
                  </a:lnTo>
                  <a:close/>
                  <a:moveTo>
                    <a:pt x="899767" y="633740"/>
                  </a:moveTo>
                  <a:lnTo>
                    <a:pt x="834334" y="589014"/>
                  </a:lnTo>
                  <a:lnTo>
                    <a:pt x="892781" y="631010"/>
                  </a:lnTo>
                  <a:close/>
                  <a:moveTo>
                    <a:pt x="906090" y="642097"/>
                  </a:moveTo>
                  <a:lnTo>
                    <a:pt x="899767" y="633740"/>
                  </a:lnTo>
                  <a:lnTo>
                    <a:pt x="892781" y="631010"/>
                  </a:lnTo>
                  <a:close/>
                  <a:moveTo>
                    <a:pt x="1491937" y="1155923"/>
                  </a:moveTo>
                  <a:lnTo>
                    <a:pt x="1593680" y="1133799"/>
                  </a:lnTo>
                  <a:lnTo>
                    <a:pt x="1474877" y="1069700"/>
                  </a:lnTo>
                  <a:close/>
                  <a:moveTo>
                    <a:pt x="1593680" y="1133799"/>
                  </a:moveTo>
                  <a:lnTo>
                    <a:pt x="1606594" y="1168079"/>
                  </a:lnTo>
                  <a:lnTo>
                    <a:pt x="1540850" y="1128207"/>
                  </a:lnTo>
                  <a:close/>
                  <a:moveTo>
                    <a:pt x="1817302" y="1091207"/>
                  </a:moveTo>
                  <a:lnTo>
                    <a:pt x="1885062" y="1173422"/>
                  </a:lnTo>
                  <a:lnTo>
                    <a:pt x="1902276" y="1164785"/>
                  </a:lnTo>
                  <a:close/>
                  <a:moveTo>
                    <a:pt x="1986487" y="1249334"/>
                  </a:moveTo>
                  <a:lnTo>
                    <a:pt x="2030742" y="1199596"/>
                  </a:lnTo>
                  <a:lnTo>
                    <a:pt x="1893357" y="1179794"/>
                  </a:lnTo>
                  <a:close/>
                  <a:moveTo>
                    <a:pt x="1792459" y="893196"/>
                  </a:moveTo>
                  <a:lnTo>
                    <a:pt x="1766380" y="983706"/>
                  </a:lnTo>
                  <a:lnTo>
                    <a:pt x="1845234" y="888340"/>
                  </a:lnTo>
                  <a:close/>
                  <a:moveTo>
                    <a:pt x="1704227" y="926777"/>
                  </a:moveTo>
                  <a:lnTo>
                    <a:pt x="1792459" y="893196"/>
                  </a:lnTo>
                  <a:lnTo>
                    <a:pt x="1795401" y="877010"/>
                  </a:lnTo>
                  <a:close/>
                  <a:moveTo>
                    <a:pt x="1794133" y="767688"/>
                  </a:moveTo>
                  <a:lnTo>
                    <a:pt x="1795401" y="877010"/>
                  </a:lnTo>
                  <a:lnTo>
                    <a:pt x="1830542" y="793191"/>
                  </a:lnTo>
                  <a:close/>
                  <a:moveTo>
                    <a:pt x="1784480" y="888340"/>
                  </a:moveTo>
                  <a:lnTo>
                    <a:pt x="1702069" y="806715"/>
                  </a:lnTo>
                  <a:lnTo>
                    <a:pt x="1756910" y="861504"/>
                  </a:lnTo>
                  <a:close/>
                  <a:moveTo>
                    <a:pt x="1738243" y="723910"/>
                  </a:moveTo>
                  <a:lnTo>
                    <a:pt x="1794133" y="767688"/>
                  </a:lnTo>
                  <a:lnTo>
                    <a:pt x="1737852" y="685473"/>
                  </a:lnTo>
                  <a:close/>
                  <a:moveTo>
                    <a:pt x="1334770" y="269418"/>
                  </a:moveTo>
                  <a:lnTo>
                    <a:pt x="1387663" y="251974"/>
                  </a:lnTo>
                  <a:lnTo>
                    <a:pt x="1261553" y="274327"/>
                  </a:lnTo>
                  <a:close/>
                  <a:moveTo>
                    <a:pt x="1839226" y="755083"/>
                  </a:moveTo>
                  <a:lnTo>
                    <a:pt x="1830542" y="793191"/>
                  </a:lnTo>
                  <a:lnTo>
                    <a:pt x="1910114" y="758044"/>
                  </a:lnTo>
                  <a:close/>
                  <a:moveTo>
                    <a:pt x="1529026" y="235961"/>
                  </a:moveTo>
                  <a:lnTo>
                    <a:pt x="1513013" y="226778"/>
                  </a:lnTo>
                  <a:lnTo>
                    <a:pt x="1467848" y="273111"/>
                  </a:lnTo>
                  <a:close/>
                  <a:moveTo>
                    <a:pt x="1387663" y="251974"/>
                  </a:moveTo>
                  <a:lnTo>
                    <a:pt x="1467848" y="273111"/>
                  </a:lnTo>
                  <a:lnTo>
                    <a:pt x="1513013" y="226778"/>
                  </a:lnTo>
                  <a:close/>
                  <a:moveTo>
                    <a:pt x="2098673" y="744516"/>
                  </a:moveTo>
                  <a:lnTo>
                    <a:pt x="2222565" y="785895"/>
                  </a:lnTo>
                  <a:lnTo>
                    <a:pt x="2232834" y="752260"/>
                  </a:lnTo>
                  <a:close/>
                  <a:moveTo>
                    <a:pt x="2072009" y="608600"/>
                  </a:moveTo>
                  <a:lnTo>
                    <a:pt x="2000035" y="545348"/>
                  </a:lnTo>
                  <a:lnTo>
                    <a:pt x="2026735" y="564822"/>
                  </a:lnTo>
                  <a:close/>
                  <a:moveTo>
                    <a:pt x="1882791" y="379888"/>
                  </a:moveTo>
                  <a:lnTo>
                    <a:pt x="1929193" y="444170"/>
                  </a:lnTo>
                  <a:lnTo>
                    <a:pt x="1924501" y="435430"/>
                  </a:lnTo>
                  <a:close/>
                  <a:moveTo>
                    <a:pt x="1881221" y="361955"/>
                  </a:moveTo>
                  <a:lnTo>
                    <a:pt x="1882791" y="379888"/>
                  </a:lnTo>
                  <a:lnTo>
                    <a:pt x="1924501" y="435430"/>
                  </a:lnTo>
                  <a:close/>
                  <a:moveTo>
                    <a:pt x="2232834" y="752260"/>
                  </a:moveTo>
                  <a:lnTo>
                    <a:pt x="2267420" y="690815"/>
                  </a:lnTo>
                  <a:lnTo>
                    <a:pt x="2255572" y="658969"/>
                  </a:lnTo>
                  <a:close/>
                  <a:moveTo>
                    <a:pt x="2230134" y="579558"/>
                  </a:moveTo>
                  <a:lnTo>
                    <a:pt x="2255572" y="658969"/>
                  </a:lnTo>
                  <a:lnTo>
                    <a:pt x="2267420" y="690815"/>
                  </a:lnTo>
                  <a:close/>
                  <a:moveTo>
                    <a:pt x="2152300" y="582243"/>
                  </a:moveTo>
                  <a:lnTo>
                    <a:pt x="2036625" y="575986"/>
                  </a:lnTo>
                  <a:lnTo>
                    <a:pt x="2072009" y="608600"/>
                  </a:lnTo>
                  <a:close/>
                  <a:moveTo>
                    <a:pt x="2152300" y="582243"/>
                  </a:moveTo>
                  <a:lnTo>
                    <a:pt x="2230134" y="579558"/>
                  </a:lnTo>
                  <a:lnTo>
                    <a:pt x="2180952" y="519449"/>
                  </a:lnTo>
                  <a:close/>
                  <a:moveTo>
                    <a:pt x="2152300" y="582243"/>
                  </a:moveTo>
                  <a:lnTo>
                    <a:pt x="2180952" y="519449"/>
                  </a:lnTo>
                  <a:lnTo>
                    <a:pt x="2138639" y="493257"/>
                  </a:lnTo>
                  <a:close/>
                  <a:moveTo>
                    <a:pt x="2111506" y="415223"/>
                  </a:moveTo>
                  <a:lnTo>
                    <a:pt x="2067533" y="476342"/>
                  </a:lnTo>
                  <a:lnTo>
                    <a:pt x="2064418" y="493005"/>
                  </a:lnTo>
                  <a:close/>
                  <a:moveTo>
                    <a:pt x="1910285" y="323518"/>
                  </a:moveTo>
                  <a:lnTo>
                    <a:pt x="1815139" y="274205"/>
                  </a:lnTo>
                  <a:lnTo>
                    <a:pt x="1830494" y="279740"/>
                  </a:lnTo>
                  <a:close/>
                  <a:moveTo>
                    <a:pt x="1910285" y="323518"/>
                  </a:moveTo>
                  <a:lnTo>
                    <a:pt x="1830494" y="279740"/>
                  </a:lnTo>
                  <a:lnTo>
                    <a:pt x="1881221" y="361955"/>
                  </a:lnTo>
                  <a:close/>
                  <a:moveTo>
                    <a:pt x="2121808" y="0"/>
                  </a:moveTo>
                  <a:lnTo>
                    <a:pt x="2043824" y="38437"/>
                  </a:lnTo>
                  <a:lnTo>
                    <a:pt x="2095899" y="88535"/>
                  </a:lnTo>
                  <a:close/>
                  <a:moveTo>
                    <a:pt x="2131900" y="7936"/>
                  </a:moveTo>
                  <a:lnTo>
                    <a:pt x="2161308" y="34959"/>
                  </a:lnTo>
                  <a:lnTo>
                    <a:pt x="2137271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14" name="Candidate_density__2013">
              <a:extLst>
                <a:ext uri="{FF2B5EF4-FFF2-40B4-BE49-F238E27FC236}">
                  <a16:creationId xmlns:a16="http://schemas.microsoft.com/office/drawing/2014/main" id="{58672969-F7AC-C906-7946-5D381F3F86D6}"/>
                </a:ext>
              </a:extLst>
            </p:cNvPr>
            <p:cNvSpPr>
              <a:spLocks noGrp="1"/>
            </p:cNvSpPr>
            <p:nvPr/>
          </p:nvSpPr>
          <p:spPr>
            <a:xfrm>
              <a:off x="4553182" y="3672147"/>
              <a:ext cx="2074201" cy="1688785"/>
            </a:xfrm>
            <a:custGeom>
              <a:avLst/>
              <a:gdLst/>
              <a:ahLst/>
              <a:cxnLst/>
              <a:rect l="0" t="0" r="0" b="0"/>
              <a:pathLst>
                <a:path w="2074201" h="1688785">
                  <a:moveTo>
                    <a:pt x="797048" y="1688785"/>
                  </a:moveTo>
                  <a:lnTo>
                    <a:pt x="710984" y="1645662"/>
                  </a:lnTo>
                  <a:lnTo>
                    <a:pt x="736037" y="1675873"/>
                  </a:lnTo>
                  <a:close/>
                  <a:moveTo>
                    <a:pt x="0" y="874560"/>
                  </a:moveTo>
                  <a:lnTo>
                    <a:pt x="121246" y="834018"/>
                  </a:lnTo>
                  <a:lnTo>
                    <a:pt x="48670" y="841327"/>
                  </a:lnTo>
                  <a:close/>
                  <a:moveTo>
                    <a:pt x="835876" y="1618752"/>
                  </a:moveTo>
                  <a:lnTo>
                    <a:pt x="797048" y="1688785"/>
                  </a:lnTo>
                  <a:lnTo>
                    <a:pt x="915561" y="1638025"/>
                  </a:lnTo>
                  <a:close/>
                  <a:moveTo>
                    <a:pt x="365535" y="1118959"/>
                  </a:moveTo>
                  <a:lnTo>
                    <a:pt x="437796" y="1105344"/>
                  </a:lnTo>
                  <a:lnTo>
                    <a:pt x="455604" y="1032948"/>
                  </a:lnTo>
                  <a:close/>
                  <a:moveTo>
                    <a:pt x="386868" y="998307"/>
                  </a:moveTo>
                  <a:lnTo>
                    <a:pt x="365535" y="1118959"/>
                  </a:lnTo>
                  <a:lnTo>
                    <a:pt x="455604" y="1032948"/>
                  </a:lnTo>
                  <a:close/>
                  <a:moveTo>
                    <a:pt x="68538" y="762807"/>
                  </a:moveTo>
                  <a:lnTo>
                    <a:pt x="48670" y="841327"/>
                  </a:lnTo>
                  <a:lnTo>
                    <a:pt x="128047" y="775019"/>
                  </a:lnTo>
                  <a:close/>
                  <a:moveTo>
                    <a:pt x="118310" y="669447"/>
                  </a:moveTo>
                  <a:lnTo>
                    <a:pt x="74656" y="723281"/>
                  </a:lnTo>
                  <a:lnTo>
                    <a:pt x="130147" y="673220"/>
                  </a:lnTo>
                  <a:close/>
                  <a:moveTo>
                    <a:pt x="130147" y="673220"/>
                  </a:moveTo>
                  <a:lnTo>
                    <a:pt x="68538" y="762807"/>
                  </a:lnTo>
                  <a:lnTo>
                    <a:pt x="128047" y="775019"/>
                  </a:lnTo>
                  <a:close/>
                  <a:moveTo>
                    <a:pt x="340236" y="923881"/>
                  </a:moveTo>
                  <a:lnTo>
                    <a:pt x="357615" y="945243"/>
                  </a:lnTo>
                  <a:lnTo>
                    <a:pt x="280010" y="1012345"/>
                  </a:lnTo>
                  <a:close/>
                  <a:moveTo>
                    <a:pt x="915561" y="1638025"/>
                  </a:moveTo>
                  <a:lnTo>
                    <a:pt x="962527" y="1598419"/>
                  </a:lnTo>
                  <a:lnTo>
                    <a:pt x="835876" y="1618752"/>
                  </a:lnTo>
                  <a:close/>
                  <a:moveTo>
                    <a:pt x="386868" y="998307"/>
                  </a:moveTo>
                  <a:lnTo>
                    <a:pt x="455604" y="1032948"/>
                  </a:lnTo>
                  <a:lnTo>
                    <a:pt x="503784" y="997886"/>
                  </a:lnTo>
                  <a:close/>
                  <a:moveTo>
                    <a:pt x="589443" y="1039493"/>
                  </a:moveTo>
                  <a:lnTo>
                    <a:pt x="529398" y="991373"/>
                  </a:lnTo>
                  <a:lnTo>
                    <a:pt x="591869" y="1042086"/>
                  </a:lnTo>
                  <a:close/>
                  <a:moveTo>
                    <a:pt x="503784" y="997886"/>
                  </a:moveTo>
                  <a:lnTo>
                    <a:pt x="455604" y="1032948"/>
                  </a:lnTo>
                  <a:lnTo>
                    <a:pt x="589443" y="1039493"/>
                  </a:lnTo>
                  <a:close/>
                  <a:moveTo>
                    <a:pt x="230088" y="713225"/>
                  </a:moveTo>
                  <a:lnTo>
                    <a:pt x="161869" y="647430"/>
                  </a:lnTo>
                  <a:lnTo>
                    <a:pt x="170839" y="669447"/>
                  </a:lnTo>
                  <a:close/>
                  <a:moveTo>
                    <a:pt x="589443" y="1039493"/>
                  </a:moveTo>
                  <a:lnTo>
                    <a:pt x="693611" y="935097"/>
                  </a:lnTo>
                  <a:lnTo>
                    <a:pt x="632483" y="985210"/>
                  </a:lnTo>
                  <a:close/>
                  <a:moveTo>
                    <a:pt x="676488" y="1086282"/>
                  </a:moveTo>
                  <a:lnTo>
                    <a:pt x="721905" y="1042086"/>
                  </a:lnTo>
                  <a:lnTo>
                    <a:pt x="692082" y="1019798"/>
                  </a:lnTo>
                  <a:close/>
                  <a:moveTo>
                    <a:pt x="721905" y="1042086"/>
                  </a:moveTo>
                  <a:lnTo>
                    <a:pt x="693611" y="935097"/>
                  </a:lnTo>
                  <a:lnTo>
                    <a:pt x="692082" y="1019798"/>
                  </a:lnTo>
                  <a:close/>
                  <a:moveTo>
                    <a:pt x="632483" y="985210"/>
                  </a:moveTo>
                  <a:lnTo>
                    <a:pt x="503784" y="997886"/>
                  </a:lnTo>
                  <a:lnTo>
                    <a:pt x="589443" y="1039493"/>
                  </a:lnTo>
                  <a:close/>
                  <a:moveTo>
                    <a:pt x="408830" y="567840"/>
                  </a:moveTo>
                  <a:lnTo>
                    <a:pt x="445768" y="674788"/>
                  </a:lnTo>
                  <a:lnTo>
                    <a:pt x="421811" y="592574"/>
                  </a:lnTo>
                  <a:close/>
                  <a:moveTo>
                    <a:pt x="1039075" y="1175554"/>
                  </a:moveTo>
                  <a:lnTo>
                    <a:pt x="1042339" y="1117006"/>
                  </a:lnTo>
                  <a:lnTo>
                    <a:pt x="1036680" y="1211858"/>
                  </a:lnTo>
                  <a:close/>
                  <a:moveTo>
                    <a:pt x="990119" y="959276"/>
                  </a:moveTo>
                  <a:lnTo>
                    <a:pt x="1032676" y="1024769"/>
                  </a:lnTo>
                  <a:lnTo>
                    <a:pt x="1052624" y="1047428"/>
                  </a:lnTo>
                  <a:close/>
                  <a:moveTo>
                    <a:pt x="591366" y="515701"/>
                  </a:moveTo>
                  <a:lnTo>
                    <a:pt x="495131" y="458178"/>
                  </a:lnTo>
                  <a:lnTo>
                    <a:pt x="492281" y="471922"/>
                  </a:lnTo>
                  <a:close/>
                  <a:moveTo>
                    <a:pt x="627291" y="535392"/>
                  </a:moveTo>
                  <a:lnTo>
                    <a:pt x="583332" y="586240"/>
                  </a:lnTo>
                  <a:lnTo>
                    <a:pt x="709676" y="564755"/>
                  </a:lnTo>
                  <a:close/>
                  <a:moveTo>
                    <a:pt x="828303" y="729626"/>
                  </a:moveTo>
                  <a:lnTo>
                    <a:pt x="909326" y="753900"/>
                  </a:lnTo>
                  <a:lnTo>
                    <a:pt x="938430" y="647516"/>
                  </a:lnTo>
                  <a:close/>
                  <a:moveTo>
                    <a:pt x="979794" y="738710"/>
                  </a:moveTo>
                  <a:lnTo>
                    <a:pt x="991546" y="657839"/>
                  </a:lnTo>
                  <a:lnTo>
                    <a:pt x="938430" y="647516"/>
                  </a:lnTo>
                  <a:close/>
                  <a:moveTo>
                    <a:pt x="793016" y="397779"/>
                  </a:moveTo>
                  <a:lnTo>
                    <a:pt x="799339" y="406135"/>
                  </a:lnTo>
                  <a:lnTo>
                    <a:pt x="844203" y="477264"/>
                  </a:lnTo>
                  <a:close/>
                  <a:moveTo>
                    <a:pt x="876140" y="530385"/>
                  </a:moveTo>
                  <a:lnTo>
                    <a:pt x="929276" y="613291"/>
                  </a:lnTo>
                  <a:lnTo>
                    <a:pt x="904932" y="559479"/>
                  </a:lnTo>
                  <a:close/>
                  <a:moveTo>
                    <a:pt x="819917" y="438828"/>
                  </a:moveTo>
                  <a:lnTo>
                    <a:pt x="799339" y="406135"/>
                  </a:lnTo>
                  <a:lnTo>
                    <a:pt x="786029" y="395049"/>
                  </a:lnTo>
                  <a:close/>
                  <a:moveTo>
                    <a:pt x="876481" y="200694"/>
                  </a:moveTo>
                  <a:lnTo>
                    <a:pt x="876479" y="290425"/>
                  </a:lnTo>
                  <a:lnTo>
                    <a:pt x="869467" y="274397"/>
                  </a:lnTo>
                  <a:close/>
                  <a:moveTo>
                    <a:pt x="1486929" y="897838"/>
                  </a:moveTo>
                  <a:lnTo>
                    <a:pt x="1532573" y="1014333"/>
                  </a:lnTo>
                  <a:lnTo>
                    <a:pt x="1499843" y="932118"/>
                  </a:lnTo>
                  <a:close/>
                  <a:moveTo>
                    <a:pt x="1385186" y="919962"/>
                  </a:moveTo>
                  <a:lnTo>
                    <a:pt x="1493838" y="992313"/>
                  </a:lnTo>
                  <a:lnTo>
                    <a:pt x="1486929" y="897838"/>
                  </a:lnTo>
                  <a:close/>
                  <a:moveTo>
                    <a:pt x="1368125" y="833739"/>
                  </a:moveTo>
                  <a:lnTo>
                    <a:pt x="1434098" y="892246"/>
                  </a:lnTo>
                  <a:lnTo>
                    <a:pt x="1385378" y="849903"/>
                  </a:lnTo>
                  <a:close/>
                  <a:moveTo>
                    <a:pt x="1486929" y="897838"/>
                  </a:moveTo>
                  <a:lnTo>
                    <a:pt x="1434098" y="892246"/>
                  </a:lnTo>
                  <a:lnTo>
                    <a:pt x="1368125" y="833739"/>
                  </a:lnTo>
                  <a:close/>
                  <a:moveTo>
                    <a:pt x="1318121" y="813800"/>
                  </a:moveTo>
                  <a:lnTo>
                    <a:pt x="1337856" y="811068"/>
                  </a:lnTo>
                  <a:lnTo>
                    <a:pt x="1323721" y="729252"/>
                  </a:lnTo>
                  <a:close/>
                  <a:moveTo>
                    <a:pt x="1368125" y="833739"/>
                  </a:moveTo>
                  <a:lnTo>
                    <a:pt x="1337856" y="811068"/>
                  </a:lnTo>
                  <a:lnTo>
                    <a:pt x="1318121" y="813800"/>
                  </a:lnTo>
                  <a:close/>
                  <a:moveTo>
                    <a:pt x="876481" y="200694"/>
                  </a:moveTo>
                  <a:lnTo>
                    <a:pt x="869467" y="274397"/>
                  </a:lnTo>
                  <a:lnTo>
                    <a:pt x="914162" y="259790"/>
                  </a:lnTo>
                  <a:close/>
                  <a:moveTo>
                    <a:pt x="1685707" y="657235"/>
                  </a:moveTo>
                  <a:lnTo>
                    <a:pt x="1738482" y="652379"/>
                  </a:lnTo>
                  <a:lnTo>
                    <a:pt x="1688650" y="641049"/>
                  </a:lnTo>
                  <a:close/>
                  <a:moveTo>
                    <a:pt x="1154801" y="38366"/>
                  </a:moveTo>
                  <a:lnTo>
                    <a:pt x="1116284" y="16467"/>
                  </a:lnTo>
                  <a:lnTo>
                    <a:pt x="1183242" y="81246"/>
                  </a:lnTo>
                  <a:close/>
                  <a:moveTo>
                    <a:pt x="1228019" y="33456"/>
                  </a:moveTo>
                  <a:lnTo>
                    <a:pt x="1154801" y="38366"/>
                  </a:lnTo>
                  <a:lnTo>
                    <a:pt x="1183242" y="81246"/>
                  </a:lnTo>
                  <a:close/>
                  <a:moveTo>
                    <a:pt x="1961439" y="981239"/>
                  </a:moveTo>
                  <a:lnTo>
                    <a:pt x="1988368" y="942802"/>
                  </a:lnTo>
                  <a:lnTo>
                    <a:pt x="1923991" y="963634"/>
                  </a:lnTo>
                  <a:close/>
                  <a:moveTo>
                    <a:pt x="1738482" y="652379"/>
                  </a:moveTo>
                  <a:lnTo>
                    <a:pt x="1768946" y="662605"/>
                  </a:lnTo>
                  <a:lnTo>
                    <a:pt x="1771420" y="648144"/>
                  </a:lnTo>
                  <a:close/>
                  <a:moveTo>
                    <a:pt x="1738482" y="652379"/>
                  </a:moveTo>
                  <a:lnTo>
                    <a:pt x="1771420" y="648144"/>
                  </a:lnTo>
                  <a:lnTo>
                    <a:pt x="1688650" y="641049"/>
                  </a:lnTo>
                  <a:close/>
                  <a:moveTo>
                    <a:pt x="1688650" y="641049"/>
                  </a:moveTo>
                  <a:lnTo>
                    <a:pt x="1771420" y="648144"/>
                  </a:lnTo>
                  <a:lnTo>
                    <a:pt x="1796255" y="549505"/>
                  </a:lnTo>
                  <a:close/>
                  <a:moveTo>
                    <a:pt x="1688650" y="641049"/>
                  </a:moveTo>
                  <a:lnTo>
                    <a:pt x="1796255" y="549505"/>
                  </a:lnTo>
                  <a:lnTo>
                    <a:pt x="1723790" y="557230"/>
                  </a:lnTo>
                  <a:close/>
                  <a:moveTo>
                    <a:pt x="1771631" y="652379"/>
                  </a:moveTo>
                  <a:lnTo>
                    <a:pt x="1796255" y="549505"/>
                  </a:lnTo>
                  <a:lnTo>
                    <a:pt x="1771420" y="648144"/>
                  </a:lnTo>
                  <a:close/>
                  <a:moveTo>
                    <a:pt x="1804100" y="531727"/>
                  </a:moveTo>
                  <a:lnTo>
                    <a:pt x="1796255" y="549505"/>
                  </a:lnTo>
                  <a:lnTo>
                    <a:pt x="1771631" y="652379"/>
                  </a:lnTo>
                  <a:close/>
                  <a:moveTo>
                    <a:pt x="1280912" y="16013"/>
                  </a:moveTo>
                  <a:lnTo>
                    <a:pt x="1228019" y="33456"/>
                  </a:lnTo>
                  <a:lnTo>
                    <a:pt x="1361096" y="37150"/>
                  </a:lnTo>
                  <a:close/>
                  <a:moveTo>
                    <a:pt x="1803363" y="522083"/>
                  </a:moveTo>
                  <a:lnTo>
                    <a:pt x="1723790" y="557230"/>
                  </a:lnTo>
                  <a:lnTo>
                    <a:pt x="1796255" y="549505"/>
                  </a:lnTo>
                  <a:close/>
                  <a:moveTo>
                    <a:pt x="1812302" y="411076"/>
                  </a:moveTo>
                  <a:lnTo>
                    <a:pt x="1755465" y="460455"/>
                  </a:lnTo>
                  <a:lnTo>
                    <a:pt x="1812213" y="414795"/>
                  </a:lnTo>
                  <a:close/>
                  <a:moveTo>
                    <a:pt x="1812213" y="414795"/>
                  </a:moveTo>
                  <a:lnTo>
                    <a:pt x="1732474" y="519122"/>
                  </a:lnTo>
                  <a:lnTo>
                    <a:pt x="1803363" y="522083"/>
                  </a:lnTo>
                  <a:close/>
                  <a:moveTo>
                    <a:pt x="1803363" y="522083"/>
                  </a:moveTo>
                  <a:lnTo>
                    <a:pt x="1796255" y="549505"/>
                  </a:lnTo>
                  <a:lnTo>
                    <a:pt x="1804100" y="531727"/>
                  </a:lnTo>
                  <a:close/>
                  <a:moveTo>
                    <a:pt x="1422275" y="0"/>
                  </a:moveTo>
                  <a:lnTo>
                    <a:pt x="1436048" y="38726"/>
                  </a:lnTo>
                  <a:lnTo>
                    <a:pt x="1491959" y="32564"/>
                  </a:lnTo>
                  <a:close/>
                  <a:moveTo>
                    <a:pt x="1425584" y="38436"/>
                  </a:moveTo>
                  <a:lnTo>
                    <a:pt x="1422275" y="0"/>
                  </a:lnTo>
                  <a:lnTo>
                    <a:pt x="1361096" y="37150"/>
                  </a:lnTo>
                  <a:close/>
                  <a:moveTo>
                    <a:pt x="1929874" y="340025"/>
                  </a:moveTo>
                  <a:lnTo>
                    <a:pt x="1893283" y="309387"/>
                  </a:lnTo>
                  <a:lnTo>
                    <a:pt x="1965257" y="372639"/>
                  </a:lnTo>
                  <a:close/>
                  <a:moveTo>
                    <a:pt x="1851075" y="290424"/>
                  </a:moveTo>
                  <a:lnTo>
                    <a:pt x="1929874" y="340025"/>
                  </a:lnTo>
                  <a:lnTo>
                    <a:pt x="1957667" y="257044"/>
                  </a:lnTo>
                  <a:close/>
                  <a:moveTo>
                    <a:pt x="2001686" y="169772"/>
                  </a:moveTo>
                  <a:lnTo>
                    <a:pt x="1960782" y="240380"/>
                  </a:lnTo>
                  <a:lnTo>
                    <a:pt x="2004755" y="179262"/>
                  </a:lnTo>
                  <a:close/>
                  <a:moveTo>
                    <a:pt x="2004755" y="179262"/>
                  </a:moveTo>
                  <a:lnTo>
                    <a:pt x="1957667" y="257044"/>
                  </a:lnTo>
                  <a:lnTo>
                    <a:pt x="2031887" y="257296"/>
                  </a:lnTo>
                  <a:close/>
                  <a:moveTo>
                    <a:pt x="2031887" y="257296"/>
                  </a:moveTo>
                  <a:lnTo>
                    <a:pt x="2074201" y="283488"/>
                  </a:lnTo>
                  <a:lnTo>
                    <a:pt x="2004755" y="179262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15" name="Candidate_density__2014">
              <a:extLst>
                <a:ext uri="{FF2B5EF4-FFF2-40B4-BE49-F238E27FC236}">
                  <a16:creationId xmlns:a16="http://schemas.microsoft.com/office/drawing/2014/main" id="{3736D9D2-DC2D-7C7B-FA3C-B03BD633EAAC}"/>
                </a:ext>
              </a:extLst>
            </p:cNvPr>
            <p:cNvSpPr>
              <a:spLocks noGrp="1"/>
            </p:cNvSpPr>
            <p:nvPr/>
          </p:nvSpPr>
          <p:spPr>
            <a:xfrm>
              <a:off x="4449567" y="3625976"/>
              <a:ext cx="2252436" cy="1691833"/>
            </a:xfrm>
            <a:custGeom>
              <a:avLst/>
              <a:gdLst/>
              <a:ahLst/>
              <a:cxnLst/>
              <a:rect l="0" t="0" r="0" b="0"/>
              <a:pathLst>
                <a:path w="2252436" h="1691833">
                  <a:moveTo>
                    <a:pt x="12248" y="754055"/>
                  </a:moveTo>
                  <a:lnTo>
                    <a:pt x="0" y="788252"/>
                  </a:lnTo>
                  <a:lnTo>
                    <a:pt x="2577" y="874706"/>
                  </a:lnTo>
                  <a:close/>
                  <a:moveTo>
                    <a:pt x="784006" y="1676027"/>
                  </a:moveTo>
                  <a:lnTo>
                    <a:pt x="814600" y="1691833"/>
                  </a:lnTo>
                  <a:lnTo>
                    <a:pt x="791377" y="1658420"/>
                  </a:lnTo>
                  <a:close/>
                  <a:moveTo>
                    <a:pt x="32066" y="716671"/>
                  </a:moveTo>
                  <a:lnTo>
                    <a:pt x="0" y="788252"/>
                  </a:lnTo>
                  <a:lnTo>
                    <a:pt x="12248" y="754055"/>
                  </a:lnTo>
                  <a:close/>
                  <a:moveTo>
                    <a:pt x="791377" y="1658420"/>
                  </a:moveTo>
                  <a:lnTo>
                    <a:pt x="814600" y="1691833"/>
                  </a:lnTo>
                  <a:lnTo>
                    <a:pt x="855125" y="1628147"/>
                  </a:lnTo>
                  <a:close/>
                  <a:moveTo>
                    <a:pt x="374279" y="880048"/>
                  </a:moveTo>
                  <a:lnTo>
                    <a:pt x="347692" y="845572"/>
                  </a:lnTo>
                  <a:lnTo>
                    <a:pt x="302840" y="893082"/>
                  </a:lnTo>
                  <a:close/>
                  <a:moveTo>
                    <a:pt x="347692" y="845572"/>
                  </a:moveTo>
                  <a:lnTo>
                    <a:pt x="312169" y="797833"/>
                  </a:lnTo>
                  <a:lnTo>
                    <a:pt x="224862" y="880189"/>
                  </a:lnTo>
                  <a:close/>
                  <a:moveTo>
                    <a:pt x="1025354" y="1492089"/>
                  </a:moveTo>
                  <a:lnTo>
                    <a:pt x="941974" y="1508101"/>
                  </a:lnTo>
                  <a:lnTo>
                    <a:pt x="1017251" y="1499332"/>
                  </a:lnTo>
                  <a:close/>
                  <a:moveTo>
                    <a:pt x="374279" y="880048"/>
                  </a:moveTo>
                  <a:lnTo>
                    <a:pt x="363557" y="904884"/>
                  </a:lnTo>
                  <a:lnTo>
                    <a:pt x="407102" y="939337"/>
                  </a:lnTo>
                  <a:close/>
                  <a:moveTo>
                    <a:pt x="374279" y="880048"/>
                  </a:moveTo>
                  <a:lnTo>
                    <a:pt x="448023" y="841612"/>
                  </a:lnTo>
                  <a:lnTo>
                    <a:pt x="347692" y="845572"/>
                  </a:lnTo>
                  <a:close/>
                  <a:moveTo>
                    <a:pt x="333704" y="759396"/>
                  </a:moveTo>
                  <a:lnTo>
                    <a:pt x="312169" y="797833"/>
                  </a:lnTo>
                  <a:lnTo>
                    <a:pt x="347692" y="845572"/>
                  </a:lnTo>
                  <a:close/>
                  <a:moveTo>
                    <a:pt x="1219887" y="1231695"/>
                  </a:moveTo>
                  <a:lnTo>
                    <a:pt x="1236150" y="1137378"/>
                  </a:lnTo>
                  <a:lnTo>
                    <a:pt x="1225134" y="1159397"/>
                  </a:lnTo>
                  <a:close/>
                  <a:moveTo>
                    <a:pt x="1225134" y="1159397"/>
                  </a:moveTo>
                  <a:lnTo>
                    <a:pt x="1236150" y="1137378"/>
                  </a:lnTo>
                  <a:lnTo>
                    <a:pt x="1248121" y="1122054"/>
                  </a:lnTo>
                  <a:close/>
                  <a:moveTo>
                    <a:pt x="1248121" y="1122054"/>
                  </a:moveTo>
                  <a:lnTo>
                    <a:pt x="1236150" y="1137378"/>
                  </a:lnTo>
                  <a:lnTo>
                    <a:pt x="1265832" y="1126311"/>
                  </a:lnTo>
                  <a:close/>
                  <a:moveTo>
                    <a:pt x="1265832" y="1126311"/>
                  </a:moveTo>
                  <a:lnTo>
                    <a:pt x="1311748" y="1081285"/>
                  </a:lnTo>
                  <a:lnTo>
                    <a:pt x="1248121" y="1122054"/>
                  </a:lnTo>
                  <a:close/>
                  <a:moveTo>
                    <a:pt x="1355680" y="1113857"/>
                  </a:moveTo>
                  <a:lnTo>
                    <a:pt x="1311748" y="1081285"/>
                  </a:lnTo>
                  <a:lnTo>
                    <a:pt x="1265832" y="1126311"/>
                  </a:lnTo>
                  <a:close/>
                  <a:moveTo>
                    <a:pt x="1388984" y="978289"/>
                  </a:moveTo>
                  <a:lnTo>
                    <a:pt x="1313763" y="1016726"/>
                  </a:lnTo>
                  <a:lnTo>
                    <a:pt x="1370134" y="1084379"/>
                  </a:lnTo>
                  <a:close/>
                  <a:moveTo>
                    <a:pt x="1952935" y="945195"/>
                  </a:moveTo>
                  <a:lnTo>
                    <a:pt x="1918872" y="862980"/>
                  </a:lnTo>
                  <a:lnTo>
                    <a:pt x="1899140" y="974995"/>
                  </a:lnTo>
                  <a:close/>
                  <a:moveTo>
                    <a:pt x="1918872" y="862980"/>
                  </a:moveTo>
                  <a:lnTo>
                    <a:pt x="1909822" y="866218"/>
                  </a:lnTo>
                  <a:lnTo>
                    <a:pt x="1899140" y="974995"/>
                  </a:lnTo>
                  <a:close/>
                  <a:moveTo>
                    <a:pt x="1909822" y="866218"/>
                  </a:moveTo>
                  <a:lnTo>
                    <a:pt x="1918872" y="862980"/>
                  </a:lnTo>
                  <a:lnTo>
                    <a:pt x="1973501" y="807516"/>
                  </a:lnTo>
                  <a:close/>
                  <a:moveTo>
                    <a:pt x="1994547" y="906758"/>
                  </a:moveTo>
                  <a:lnTo>
                    <a:pt x="1918872" y="862980"/>
                  </a:lnTo>
                  <a:lnTo>
                    <a:pt x="1952935" y="945195"/>
                  </a:lnTo>
                  <a:close/>
                  <a:moveTo>
                    <a:pt x="1997618" y="755342"/>
                  </a:moveTo>
                  <a:lnTo>
                    <a:pt x="1918872" y="862980"/>
                  </a:lnTo>
                  <a:lnTo>
                    <a:pt x="1919656" y="858223"/>
                  </a:lnTo>
                  <a:close/>
                  <a:moveTo>
                    <a:pt x="1201592" y="40829"/>
                  </a:moveTo>
                  <a:lnTo>
                    <a:pt x="1258417" y="84537"/>
                  </a:lnTo>
                  <a:lnTo>
                    <a:pt x="1269777" y="22089"/>
                  </a:lnTo>
                  <a:close/>
                  <a:moveTo>
                    <a:pt x="1235806" y="0"/>
                  </a:moveTo>
                  <a:lnTo>
                    <a:pt x="1201592" y="40829"/>
                  </a:lnTo>
                  <a:lnTo>
                    <a:pt x="1269777" y="22089"/>
                  </a:lnTo>
                  <a:close/>
                  <a:moveTo>
                    <a:pt x="1258417" y="84537"/>
                  </a:moveTo>
                  <a:lnTo>
                    <a:pt x="1309769" y="2392"/>
                  </a:lnTo>
                  <a:lnTo>
                    <a:pt x="1269777" y="22089"/>
                  </a:lnTo>
                  <a:close/>
                  <a:moveTo>
                    <a:pt x="2043276" y="457247"/>
                  </a:moveTo>
                  <a:lnTo>
                    <a:pt x="2072001" y="539462"/>
                  </a:lnTo>
                  <a:lnTo>
                    <a:pt x="2137169" y="501025"/>
                  </a:lnTo>
                  <a:close/>
                  <a:moveTo>
                    <a:pt x="2137169" y="501025"/>
                  </a:moveTo>
                  <a:lnTo>
                    <a:pt x="2139934" y="505514"/>
                  </a:lnTo>
                  <a:lnTo>
                    <a:pt x="2141306" y="498933"/>
                  </a:lnTo>
                  <a:close/>
                  <a:moveTo>
                    <a:pt x="2252436" y="469179"/>
                  </a:moveTo>
                  <a:lnTo>
                    <a:pt x="2141306" y="498933"/>
                  </a:lnTo>
                  <a:lnTo>
                    <a:pt x="2139934" y="50551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16" name="Candidate_density__2015">
              <a:extLst>
                <a:ext uri="{FF2B5EF4-FFF2-40B4-BE49-F238E27FC236}">
                  <a16:creationId xmlns:a16="http://schemas.microsoft.com/office/drawing/2014/main" id="{66399B22-506A-4FF6-EC4A-E49BFB4E8839}"/>
                </a:ext>
              </a:extLst>
            </p:cNvPr>
            <p:cNvSpPr>
              <a:spLocks noGrp="1"/>
            </p:cNvSpPr>
            <p:nvPr/>
          </p:nvSpPr>
          <p:spPr>
            <a:xfrm>
              <a:off x="5350231" y="3646454"/>
              <a:ext cx="1265570" cy="1714478"/>
            </a:xfrm>
            <a:custGeom>
              <a:avLst/>
              <a:gdLst/>
              <a:ahLst/>
              <a:cxnLst/>
              <a:rect l="0" t="0" r="0" b="0"/>
              <a:pathLst>
                <a:path w="1265570" h="1714478">
                  <a:moveTo>
                    <a:pt x="0" y="1714478"/>
                  </a:moveTo>
                  <a:lnTo>
                    <a:pt x="70381" y="1698964"/>
                  </a:lnTo>
                  <a:lnTo>
                    <a:pt x="118513" y="1663718"/>
                  </a:lnTo>
                  <a:close/>
                  <a:moveTo>
                    <a:pt x="136062" y="1371092"/>
                  </a:moveTo>
                  <a:lnTo>
                    <a:pt x="216779" y="1322055"/>
                  </a:lnTo>
                  <a:lnTo>
                    <a:pt x="177379" y="1358203"/>
                  </a:lnTo>
                  <a:close/>
                  <a:moveTo>
                    <a:pt x="177379" y="1358203"/>
                  </a:moveTo>
                  <a:lnTo>
                    <a:pt x="216779" y="1322055"/>
                  </a:lnTo>
                  <a:lnTo>
                    <a:pt x="185403" y="1330979"/>
                  </a:lnTo>
                  <a:close/>
                  <a:moveTo>
                    <a:pt x="242026" y="1201248"/>
                  </a:moveTo>
                  <a:lnTo>
                    <a:pt x="239167" y="1247770"/>
                  </a:lnTo>
                  <a:lnTo>
                    <a:pt x="270000" y="1275988"/>
                  </a:lnTo>
                  <a:close/>
                  <a:moveTo>
                    <a:pt x="123169" y="300091"/>
                  </a:moveTo>
                  <a:lnTo>
                    <a:pt x="104878" y="321524"/>
                  </a:lnTo>
                  <a:lnTo>
                    <a:pt x="79430" y="316119"/>
                  </a:lnTo>
                  <a:close/>
                  <a:moveTo>
                    <a:pt x="117113" y="285483"/>
                  </a:moveTo>
                  <a:lnTo>
                    <a:pt x="104878" y="321524"/>
                  </a:lnTo>
                  <a:lnTo>
                    <a:pt x="123169" y="300091"/>
                  </a:lnTo>
                  <a:close/>
                  <a:moveTo>
                    <a:pt x="1265570" y="1013772"/>
                  </a:moveTo>
                  <a:lnTo>
                    <a:pt x="1191319" y="968496"/>
                  </a:lnTo>
                  <a:lnTo>
                    <a:pt x="1210042" y="1021367"/>
                  </a:lnTo>
                  <a:close/>
                  <a:moveTo>
                    <a:pt x="639000" y="64419"/>
                  </a:moveTo>
                  <a:lnTo>
                    <a:pt x="641485" y="64130"/>
                  </a:lnTo>
                  <a:lnTo>
                    <a:pt x="767467" y="50880"/>
                  </a:lnTo>
                  <a:close/>
                  <a:moveTo>
                    <a:pt x="789069" y="25693"/>
                  </a:moveTo>
                  <a:lnTo>
                    <a:pt x="811418" y="0"/>
                  </a:lnTo>
                  <a:lnTo>
                    <a:pt x="767467" y="5088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17" name="Candidate_density__2016">
              <a:extLst>
                <a:ext uri="{FF2B5EF4-FFF2-40B4-BE49-F238E27FC236}">
                  <a16:creationId xmlns:a16="http://schemas.microsoft.com/office/drawing/2014/main" id="{A27929E8-4812-F4ED-27DF-6D561E749484}"/>
                </a:ext>
              </a:extLst>
            </p:cNvPr>
            <p:cNvSpPr>
              <a:spLocks noGrp="1"/>
            </p:cNvSpPr>
            <p:nvPr/>
          </p:nvSpPr>
          <p:spPr>
            <a:xfrm>
              <a:off x="4621720" y="3646454"/>
              <a:ext cx="1938553" cy="1663718"/>
            </a:xfrm>
            <a:custGeom>
              <a:avLst/>
              <a:gdLst/>
              <a:ahLst/>
              <a:cxnLst/>
              <a:rect l="0" t="0" r="0" b="0"/>
              <a:pathLst>
                <a:path w="1938553" h="1663718">
                  <a:moveTo>
                    <a:pt x="61609" y="698913"/>
                  </a:moveTo>
                  <a:lnTo>
                    <a:pt x="6118" y="748975"/>
                  </a:lnTo>
                  <a:lnTo>
                    <a:pt x="0" y="788501"/>
                  </a:lnTo>
                  <a:close/>
                  <a:moveTo>
                    <a:pt x="917148" y="1647243"/>
                  </a:moveTo>
                  <a:lnTo>
                    <a:pt x="893989" y="1624112"/>
                  </a:lnTo>
                  <a:lnTo>
                    <a:pt x="847024" y="1663718"/>
                  </a:lnTo>
                  <a:close/>
                  <a:moveTo>
                    <a:pt x="387066" y="1058642"/>
                  </a:moveTo>
                  <a:lnTo>
                    <a:pt x="436321" y="1024000"/>
                  </a:lnTo>
                  <a:lnTo>
                    <a:pt x="520905" y="1065186"/>
                  </a:lnTo>
                  <a:close/>
                  <a:moveTo>
                    <a:pt x="631242" y="947127"/>
                  </a:moveTo>
                  <a:lnTo>
                    <a:pt x="625073" y="960790"/>
                  </a:lnTo>
                  <a:lnTo>
                    <a:pt x="653368" y="1067779"/>
                  </a:lnTo>
                  <a:close/>
                  <a:moveTo>
                    <a:pt x="925894" y="1312993"/>
                  </a:moveTo>
                  <a:lnTo>
                    <a:pt x="945290" y="1322055"/>
                  </a:lnTo>
                  <a:lnTo>
                    <a:pt x="967678" y="1247770"/>
                  </a:lnTo>
                  <a:close/>
                  <a:moveTo>
                    <a:pt x="970537" y="1201248"/>
                  </a:moveTo>
                  <a:lnTo>
                    <a:pt x="998156" y="1241055"/>
                  </a:lnTo>
                  <a:lnTo>
                    <a:pt x="1010803" y="1155336"/>
                  </a:lnTo>
                  <a:close/>
                  <a:moveTo>
                    <a:pt x="968142" y="1237551"/>
                  </a:moveTo>
                  <a:lnTo>
                    <a:pt x="967678" y="1247770"/>
                  </a:lnTo>
                  <a:lnTo>
                    <a:pt x="970537" y="1201248"/>
                  </a:lnTo>
                  <a:close/>
                  <a:moveTo>
                    <a:pt x="630959" y="939371"/>
                  </a:moveTo>
                  <a:lnTo>
                    <a:pt x="618251" y="935284"/>
                  </a:lnTo>
                  <a:lnTo>
                    <a:pt x="626422" y="908691"/>
                  </a:lnTo>
                  <a:close/>
                  <a:moveTo>
                    <a:pt x="326769" y="504435"/>
                  </a:moveTo>
                  <a:lnTo>
                    <a:pt x="340292" y="593533"/>
                  </a:lnTo>
                  <a:lnTo>
                    <a:pt x="353274" y="618267"/>
                  </a:lnTo>
                  <a:close/>
                  <a:moveTo>
                    <a:pt x="1239456" y="1199115"/>
                  </a:moveTo>
                  <a:lnTo>
                    <a:pt x="1219017" y="1116900"/>
                  </a:lnTo>
                  <a:lnTo>
                    <a:pt x="1211490" y="1114410"/>
                  </a:lnTo>
                  <a:close/>
                  <a:moveTo>
                    <a:pt x="1290407" y="1167173"/>
                  </a:moveTo>
                  <a:lnTo>
                    <a:pt x="1239456" y="1199115"/>
                  </a:lnTo>
                  <a:lnTo>
                    <a:pt x="1211490" y="1114410"/>
                  </a:lnTo>
                  <a:close/>
                  <a:moveTo>
                    <a:pt x="1232160" y="1114434"/>
                  </a:moveTo>
                  <a:lnTo>
                    <a:pt x="1290407" y="1167173"/>
                  </a:lnTo>
                  <a:lnTo>
                    <a:pt x="1211490" y="1114410"/>
                  </a:lnTo>
                  <a:close/>
                  <a:moveTo>
                    <a:pt x="869892" y="673209"/>
                  </a:moveTo>
                  <a:lnTo>
                    <a:pt x="923008" y="683532"/>
                  </a:lnTo>
                  <a:lnTo>
                    <a:pt x="881711" y="667388"/>
                  </a:lnTo>
                  <a:close/>
                  <a:moveTo>
                    <a:pt x="860739" y="638984"/>
                  </a:moveTo>
                  <a:lnTo>
                    <a:pt x="881711" y="667388"/>
                  </a:lnTo>
                  <a:lnTo>
                    <a:pt x="836533" y="593151"/>
                  </a:lnTo>
                  <a:close/>
                  <a:moveTo>
                    <a:pt x="881711" y="667388"/>
                  </a:moveTo>
                  <a:lnTo>
                    <a:pt x="923008" y="683532"/>
                  </a:lnTo>
                  <a:lnTo>
                    <a:pt x="836533" y="593151"/>
                  </a:lnTo>
                  <a:close/>
                  <a:moveTo>
                    <a:pt x="869892" y="673209"/>
                  </a:moveTo>
                  <a:lnTo>
                    <a:pt x="881711" y="667388"/>
                  </a:lnTo>
                  <a:lnTo>
                    <a:pt x="885963" y="653057"/>
                  </a:lnTo>
                  <a:close/>
                  <a:moveTo>
                    <a:pt x="885963" y="653057"/>
                  </a:moveTo>
                  <a:lnTo>
                    <a:pt x="881711" y="667388"/>
                  </a:lnTo>
                  <a:lnTo>
                    <a:pt x="860739" y="638984"/>
                  </a:lnTo>
                  <a:close/>
                  <a:moveTo>
                    <a:pt x="800930" y="300091"/>
                  </a:moveTo>
                  <a:lnTo>
                    <a:pt x="807941" y="316119"/>
                  </a:lnTo>
                  <a:lnTo>
                    <a:pt x="833389" y="321524"/>
                  </a:lnTo>
                  <a:close/>
                  <a:moveTo>
                    <a:pt x="800930" y="300091"/>
                  </a:moveTo>
                  <a:lnTo>
                    <a:pt x="833389" y="321524"/>
                  </a:lnTo>
                  <a:lnTo>
                    <a:pt x="845624" y="285483"/>
                  </a:lnTo>
                  <a:close/>
                  <a:moveTo>
                    <a:pt x="845624" y="285483"/>
                  </a:moveTo>
                  <a:lnTo>
                    <a:pt x="851680" y="300091"/>
                  </a:lnTo>
                  <a:lnTo>
                    <a:pt x="807943" y="226387"/>
                  </a:lnTo>
                  <a:close/>
                  <a:moveTo>
                    <a:pt x="1865846" y="964730"/>
                  </a:moveTo>
                  <a:lnTo>
                    <a:pt x="1892901" y="1006932"/>
                  </a:lnTo>
                  <a:lnTo>
                    <a:pt x="1855453" y="989328"/>
                  </a:lnTo>
                  <a:close/>
                  <a:moveTo>
                    <a:pt x="1938553" y="1021367"/>
                  </a:moveTo>
                  <a:lnTo>
                    <a:pt x="1919830" y="968496"/>
                  </a:lnTo>
                  <a:lnTo>
                    <a:pt x="1892901" y="1006932"/>
                  </a:lnTo>
                  <a:close/>
                  <a:moveTo>
                    <a:pt x="1159481" y="59150"/>
                  </a:moveTo>
                  <a:lnTo>
                    <a:pt x="1242974" y="92659"/>
                  </a:lnTo>
                  <a:lnTo>
                    <a:pt x="1292559" y="62844"/>
                  </a:lnTo>
                  <a:close/>
                  <a:moveTo>
                    <a:pt x="1743676" y="440488"/>
                  </a:moveTo>
                  <a:lnTo>
                    <a:pt x="1734825" y="547776"/>
                  </a:lnTo>
                  <a:lnTo>
                    <a:pt x="1735562" y="557420"/>
                  </a:lnTo>
                  <a:close/>
                  <a:moveTo>
                    <a:pt x="1353737" y="25693"/>
                  </a:moveTo>
                  <a:lnTo>
                    <a:pt x="1357046" y="64130"/>
                  </a:lnTo>
                  <a:lnTo>
                    <a:pt x="1367510" y="64419"/>
                  </a:lnTo>
                  <a:close/>
                  <a:moveTo>
                    <a:pt x="1423421" y="58258"/>
                  </a:moveTo>
                  <a:lnTo>
                    <a:pt x="1367510" y="64419"/>
                  </a:lnTo>
                  <a:lnTo>
                    <a:pt x="1495978" y="50880"/>
                  </a:lnTo>
                  <a:close/>
                  <a:moveTo>
                    <a:pt x="1495978" y="50880"/>
                  </a:moveTo>
                  <a:lnTo>
                    <a:pt x="1539928" y="0"/>
                  </a:lnTo>
                  <a:lnTo>
                    <a:pt x="1423421" y="58258"/>
                  </a:lnTo>
                  <a:close/>
                  <a:moveTo>
                    <a:pt x="1782537" y="316117"/>
                  </a:moveTo>
                  <a:lnTo>
                    <a:pt x="1824745" y="335080"/>
                  </a:lnTo>
                  <a:lnTo>
                    <a:pt x="1861336" y="365718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18" name="Candidate_density__2017">
              <a:extLst>
                <a:ext uri="{FF2B5EF4-FFF2-40B4-BE49-F238E27FC236}">
                  <a16:creationId xmlns:a16="http://schemas.microsoft.com/office/drawing/2014/main" id="{C8670805-0BBA-A903-F11C-D687AEADD122}"/>
                </a:ext>
              </a:extLst>
            </p:cNvPr>
            <p:cNvSpPr>
              <a:spLocks noGrp="1"/>
            </p:cNvSpPr>
            <p:nvPr/>
          </p:nvSpPr>
          <p:spPr>
            <a:xfrm>
              <a:off x="5715399" y="4484199"/>
              <a:ext cx="728715" cy="276665"/>
            </a:xfrm>
            <a:custGeom>
              <a:avLst/>
              <a:gdLst/>
              <a:ahLst/>
              <a:cxnLst/>
              <a:rect l="0" t="0" r="0" b="0"/>
              <a:pathLst>
                <a:path w="728715" h="276665">
                  <a:moveTo>
                    <a:pt x="89848" y="255634"/>
                  </a:moveTo>
                  <a:lnTo>
                    <a:pt x="0" y="268087"/>
                  </a:lnTo>
                  <a:lnTo>
                    <a:pt x="117811" y="276665"/>
                  </a:lnTo>
                  <a:close/>
                  <a:moveTo>
                    <a:pt x="728715" y="48535"/>
                  </a:moveTo>
                  <a:lnTo>
                    <a:pt x="653824" y="0"/>
                  </a:lnTo>
                  <a:lnTo>
                    <a:pt x="653040" y="475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19" name="Candidate_density__2018">
              <a:extLst>
                <a:ext uri="{FF2B5EF4-FFF2-40B4-BE49-F238E27FC236}">
                  <a16:creationId xmlns:a16="http://schemas.microsoft.com/office/drawing/2014/main" id="{09E4CA4A-4B7D-2BD2-8E98-8A0D82E66E83}"/>
                </a:ext>
              </a:extLst>
            </p:cNvPr>
            <p:cNvSpPr>
              <a:spLocks noGrp="1"/>
            </p:cNvSpPr>
            <p:nvPr/>
          </p:nvSpPr>
          <p:spPr>
            <a:xfrm>
              <a:off x="4461814" y="3436731"/>
              <a:ext cx="2204452" cy="1881077"/>
            </a:xfrm>
            <a:custGeom>
              <a:avLst/>
              <a:gdLst/>
              <a:ahLst/>
              <a:cxnLst/>
              <a:rect l="0" t="0" r="0" b="0"/>
              <a:pathLst>
                <a:path w="2204452" h="1881077">
                  <a:moveTo>
                    <a:pt x="23532" y="1025514"/>
                  </a:moveTo>
                  <a:lnTo>
                    <a:pt x="13407" y="1097148"/>
                  </a:lnTo>
                  <a:lnTo>
                    <a:pt x="60326" y="1057369"/>
                  </a:lnTo>
                  <a:close/>
                  <a:moveTo>
                    <a:pt x="743144" y="1765450"/>
                  </a:moveTo>
                  <a:lnTo>
                    <a:pt x="836316" y="1809228"/>
                  </a:lnTo>
                  <a:lnTo>
                    <a:pt x="778202" y="1727013"/>
                  </a:lnTo>
                  <a:close/>
                  <a:moveTo>
                    <a:pt x="842877" y="1817391"/>
                  </a:moveTo>
                  <a:lnTo>
                    <a:pt x="802352" y="1881077"/>
                  </a:lnTo>
                  <a:lnTo>
                    <a:pt x="927244" y="1854168"/>
                  </a:lnTo>
                  <a:close/>
                  <a:moveTo>
                    <a:pt x="728300" y="1667663"/>
                  </a:moveTo>
                  <a:lnTo>
                    <a:pt x="707165" y="1657008"/>
                  </a:lnTo>
                  <a:lnTo>
                    <a:pt x="778202" y="1727013"/>
                  </a:lnTo>
                  <a:close/>
                  <a:moveTo>
                    <a:pt x="622226" y="1565378"/>
                  </a:moveTo>
                  <a:lnTo>
                    <a:pt x="704884" y="1644798"/>
                  </a:lnTo>
                  <a:lnTo>
                    <a:pt x="627461" y="1569301"/>
                  </a:lnTo>
                  <a:close/>
                  <a:moveTo>
                    <a:pt x="622226" y="1565378"/>
                  </a:moveTo>
                  <a:lnTo>
                    <a:pt x="707165" y="1657008"/>
                  </a:lnTo>
                  <a:lnTo>
                    <a:pt x="704884" y="1644798"/>
                  </a:lnTo>
                  <a:close/>
                  <a:moveTo>
                    <a:pt x="0" y="943299"/>
                  </a:moveTo>
                  <a:lnTo>
                    <a:pt x="23532" y="1025514"/>
                  </a:lnTo>
                  <a:lnTo>
                    <a:pt x="48269" y="987078"/>
                  </a:lnTo>
                  <a:close/>
                  <a:moveTo>
                    <a:pt x="704884" y="1644798"/>
                  </a:moveTo>
                  <a:lnTo>
                    <a:pt x="707165" y="1657008"/>
                  </a:lnTo>
                  <a:lnTo>
                    <a:pt x="728300" y="1667663"/>
                  </a:lnTo>
                  <a:close/>
                  <a:moveTo>
                    <a:pt x="621152" y="1562583"/>
                  </a:moveTo>
                  <a:lnTo>
                    <a:pt x="622226" y="1565378"/>
                  </a:lnTo>
                  <a:lnTo>
                    <a:pt x="627461" y="1569301"/>
                  </a:lnTo>
                  <a:close/>
                  <a:moveTo>
                    <a:pt x="1053895" y="1833835"/>
                  </a:moveTo>
                  <a:lnTo>
                    <a:pt x="985508" y="1770792"/>
                  </a:lnTo>
                  <a:lnTo>
                    <a:pt x="927244" y="1854168"/>
                  </a:lnTo>
                  <a:close/>
                  <a:moveTo>
                    <a:pt x="841806" y="1708232"/>
                  </a:moveTo>
                  <a:lnTo>
                    <a:pt x="728300" y="1667663"/>
                  </a:lnTo>
                  <a:lnTo>
                    <a:pt x="778202" y="1727013"/>
                  </a:lnTo>
                  <a:close/>
                  <a:moveTo>
                    <a:pt x="735055" y="1634334"/>
                  </a:moveTo>
                  <a:lnTo>
                    <a:pt x="728300" y="1667663"/>
                  </a:lnTo>
                  <a:lnTo>
                    <a:pt x="841806" y="1708232"/>
                  </a:lnTo>
                  <a:close/>
                  <a:moveTo>
                    <a:pt x="841492" y="1608395"/>
                  </a:moveTo>
                  <a:lnTo>
                    <a:pt x="735055" y="1634334"/>
                  </a:lnTo>
                  <a:lnTo>
                    <a:pt x="841806" y="1708232"/>
                  </a:lnTo>
                  <a:close/>
                  <a:moveTo>
                    <a:pt x="704884" y="1644798"/>
                  </a:moveTo>
                  <a:lnTo>
                    <a:pt x="728300" y="1667663"/>
                  </a:lnTo>
                  <a:lnTo>
                    <a:pt x="735055" y="1634334"/>
                  </a:lnTo>
                  <a:close/>
                  <a:moveTo>
                    <a:pt x="631066" y="1558191"/>
                  </a:moveTo>
                  <a:lnTo>
                    <a:pt x="627461" y="1569301"/>
                  </a:lnTo>
                  <a:lnTo>
                    <a:pt x="743773" y="1524147"/>
                  </a:lnTo>
                  <a:close/>
                  <a:moveTo>
                    <a:pt x="627461" y="1569301"/>
                  </a:moveTo>
                  <a:lnTo>
                    <a:pt x="704884" y="1644798"/>
                  </a:lnTo>
                  <a:lnTo>
                    <a:pt x="743773" y="1524147"/>
                  </a:lnTo>
                  <a:close/>
                  <a:moveTo>
                    <a:pt x="743773" y="1524147"/>
                  </a:moveTo>
                  <a:lnTo>
                    <a:pt x="704884" y="1644798"/>
                  </a:lnTo>
                  <a:lnTo>
                    <a:pt x="748411" y="1527657"/>
                  </a:lnTo>
                  <a:close/>
                  <a:moveTo>
                    <a:pt x="748411" y="1527657"/>
                  </a:moveTo>
                  <a:lnTo>
                    <a:pt x="704884" y="1644798"/>
                  </a:lnTo>
                  <a:lnTo>
                    <a:pt x="735055" y="1634334"/>
                  </a:lnTo>
                  <a:close/>
                  <a:moveTo>
                    <a:pt x="621152" y="1562583"/>
                  </a:moveTo>
                  <a:lnTo>
                    <a:pt x="627461" y="1569301"/>
                  </a:lnTo>
                  <a:lnTo>
                    <a:pt x="631066" y="1558191"/>
                  </a:lnTo>
                  <a:close/>
                  <a:moveTo>
                    <a:pt x="640729" y="1441931"/>
                  </a:moveTo>
                  <a:lnTo>
                    <a:pt x="631066" y="1558191"/>
                  </a:lnTo>
                  <a:lnTo>
                    <a:pt x="651998" y="1445839"/>
                  </a:lnTo>
                  <a:close/>
                  <a:moveTo>
                    <a:pt x="621152" y="1562583"/>
                  </a:moveTo>
                  <a:lnTo>
                    <a:pt x="631066" y="1558191"/>
                  </a:lnTo>
                  <a:lnTo>
                    <a:pt x="640729" y="1441931"/>
                  </a:lnTo>
                  <a:close/>
                  <a:moveTo>
                    <a:pt x="351309" y="1094129"/>
                  </a:moveTo>
                  <a:lnTo>
                    <a:pt x="398385" y="1113071"/>
                  </a:lnTo>
                  <a:lnTo>
                    <a:pt x="394854" y="1128582"/>
                  </a:lnTo>
                  <a:close/>
                  <a:moveTo>
                    <a:pt x="985508" y="1770792"/>
                  </a:moveTo>
                  <a:lnTo>
                    <a:pt x="1078858" y="1836881"/>
                  </a:lnTo>
                  <a:lnTo>
                    <a:pt x="976305" y="1759570"/>
                  </a:lnTo>
                  <a:close/>
                  <a:moveTo>
                    <a:pt x="743773" y="1524147"/>
                  </a:moveTo>
                  <a:lnTo>
                    <a:pt x="748411" y="1527657"/>
                  </a:lnTo>
                  <a:lnTo>
                    <a:pt x="748637" y="1523200"/>
                  </a:lnTo>
                  <a:close/>
                  <a:moveTo>
                    <a:pt x="748637" y="1523200"/>
                  </a:moveTo>
                  <a:lnTo>
                    <a:pt x="734970" y="1477402"/>
                  </a:lnTo>
                  <a:lnTo>
                    <a:pt x="743773" y="1524147"/>
                  </a:lnTo>
                  <a:close/>
                  <a:moveTo>
                    <a:pt x="651998" y="1445839"/>
                  </a:moveTo>
                  <a:lnTo>
                    <a:pt x="692487" y="1441931"/>
                  </a:lnTo>
                  <a:lnTo>
                    <a:pt x="651854" y="1441198"/>
                  </a:lnTo>
                  <a:close/>
                  <a:moveTo>
                    <a:pt x="748637" y="1523200"/>
                  </a:moveTo>
                  <a:lnTo>
                    <a:pt x="748411" y="1527657"/>
                  </a:lnTo>
                  <a:lnTo>
                    <a:pt x="751736" y="1524147"/>
                  </a:lnTo>
                  <a:close/>
                  <a:moveTo>
                    <a:pt x="748637" y="1523200"/>
                  </a:moveTo>
                  <a:lnTo>
                    <a:pt x="751736" y="1524147"/>
                  </a:lnTo>
                  <a:lnTo>
                    <a:pt x="734970" y="1477402"/>
                  </a:lnTo>
                  <a:close/>
                  <a:moveTo>
                    <a:pt x="640729" y="1441931"/>
                  </a:moveTo>
                  <a:lnTo>
                    <a:pt x="651998" y="1445839"/>
                  </a:lnTo>
                  <a:lnTo>
                    <a:pt x="651854" y="1441198"/>
                  </a:lnTo>
                  <a:close/>
                  <a:moveTo>
                    <a:pt x="510639" y="1095043"/>
                  </a:moveTo>
                  <a:lnTo>
                    <a:pt x="517094" y="1004912"/>
                  </a:lnTo>
                  <a:lnTo>
                    <a:pt x="524489" y="1113071"/>
                  </a:lnTo>
                  <a:close/>
                  <a:moveTo>
                    <a:pt x="524489" y="1113071"/>
                  </a:moveTo>
                  <a:lnTo>
                    <a:pt x="517094" y="1004912"/>
                  </a:lnTo>
                  <a:lnTo>
                    <a:pt x="521013" y="992420"/>
                  </a:lnTo>
                  <a:close/>
                  <a:moveTo>
                    <a:pt x="506298" y="998480"/>
                  </a:moveTo>
                  <a:lnTo>
                    <a:pt x="477910" y="1073611"/>
                  </a:lnTo>
                  <a:lnTo>
                    <a:pt x="524489" y="1113071"/>
                  </a:lnTo>
                  <a:close/>
                  <a:moveTo>
                    <a:pt x="521013" y="992420"/>
                  </a:moveTo>
                  <a:lnTo>
                    <a:pt x="506298" y="998480"/>
                  </a:lnTo>
                  <a:lnTo>
                    <a:pt x="524489" y="1113071"/>
                  </a:lnTo>
                  <a:close/>
                  <a:moveTo>
                    <a:pt x="435775" y="1030856"/>
                  </a:moveTo>
                  <a:lnTo>
                    <a:pt x="477910" y="1073611"/>
                  </a:lnTo>
                  <a:lnTo>
                    <a:pt x="506298" y="998480"/>
                  </a:lnTo>
                  <a:close/>
                  <a:moveTo>
                    <a:pt x="517094" y="1004912"/>
                  </a:moveTo>
                  <a:lnTo>
                    <a:pt x="510639" y="1095043"/>
                  </a:lnTo>
                  <a:lnTo>
                    <a:pt x="502190" y="1074635"/>
                  </a:lnTo>
                  <a:close/>
                  <a:moveTo>
                    <a:pt x="435775" y="1030856"/>
                  </a:moveTo>
                  <a:lnTo>
                    <a:pt x="506298" y="998480"/>
                  </a:lnTo>
                  <a:lnTo>
                    <a:pt x="382491" y="995513"/>
                  </a:lnTo>
                  <a:close/>
                  <a:moveTo>
                    <a:pt x="382491" y="995513"/>
                  </a:moveTo>
                  <a:lnTo>
                    <a:pt x="506298" y="998480"/>
                  </a:lnTo>
                  <a:lnTo>
                    <a:pt x="511615" y="984424"/>
                  </a:lnTo>
                  <a:close/>
                  <a:moveTo>
                    <a:pt x="506298" y="998480"/>
                  </a:moveTo>
                  <a:lnTo>
                    <a:pt x="521013" y="992420"/>
                  </a:lnTo>
                  <a:lnTo>
                    <a:pt x="548113" y="924985"/>
                  </a:lnTo>
                  <a:close/>
                  <a:moveTo>
                    <a:pt x="517094" y="1004912"/>
                  </a:moveTo>
                  <a:lnTo>
                    <a:pt x="502190" y="1074635"/>
                  </a:lnTo>
                  <a:lnTo>
                    <a:pt x="517171" y="989641"/>
                  </a:lnTo>
                  <a:close/>
                  <a:moveTo>
                    <a:pt x="521013" y="992420"/>
                  </a:moveTo>
                  <a:lnTo>
                    <a:pt x="517094" y="1004912"/>
                  </a:lnTo>
                  <a:lnTo>
                    <a:pt x="517171" y="989641"/>
                  </a:lnTo>
                  <a:close/>
                  <a:moveTo>
                    <a:pt x="574907" y="942405"/>
                  </a:moveTo>
                  <a:lnTo>
                    <a:pt x="521013" y="992420"/>
                  </a:lnTo>
                  <a:lnTo>
                    <a:pt x="517171" y="989641"/>
                  </a:lnTo>
                  <a:close/>
                  <a:moveTo>
                    <a:pt x="1218928" y="1408837"/>
                  </a:moveTo>
                  <a:lnTo>
                    <a:pt x="1241037" y="1370401"/>
                  </a:lnTo>
                  <a:lnTo>
                    <a:pt x="1223902" y="1326622"/>
                  </a:lnTo>
                  <a:close/>
                  <a:moveTo>
                    <a:pt x="605376" y="630465"/>
                  </a:moveTo>
                  <a:lnTo>
                    <a:pt x="532483" y="576824"/>
                  </a:lnTo>
                  <a:lnTo>
                    <a:pt x="524219" y="586686"/>
                  </a:lnTo>
                  <a:close/>
                  <a:moveTo>
                    <a:pt x="605376" y="630465"/>
                  </a:moveTo>
                  <a:lnTo>
                    <a:pt x="524219" y="586686"/>
                  </a:lnTo>
                  <a:lnTo>
                    <a:pt x="550074" y="668901"/>
                  </a:lnTo>
                  <a:close/>
                  <a:moveTo>
                    <a:pt x="1376736" y="1167534"/>
                  </a:moveTo>
                  <a:lnTo>
                    <a:pt x="1299567" y="1119037"/>
                  </a:lnTo>
                  <a:lnTo>
                    <a:pt x="1247630" y="1140056"/>
                  </a:lnTo>
                  <a:close/>
                  <a:moveTo>
                    <a:pt x="1260775" y="1085319"/>
                  </a:moveTo>
                  <a:lnTo>
                    <a:pt x="1247630" y="1140056"/>
                  </a:lnTo>
                  <a:lnTo>
                    <a:pt x="1299567" y="1119037"/>
                  </a:lnTo>
                  <a:close/>
                  <a:moveTo>
                    <a:pt x="1260775" y="1085319"/>
                  </a:moveTo>
                  <a:lnTo>
                    <a:pt x="1232329" y="1123755"/>
                  </a:lnTo>
                  <a:lnTo>
                    <a:pt x="1247630" y="1140056"/>
                  </a:lnTo>
                  <a:close/>
                  <a:moveTo>
                    <a:pt x="1201780" y="1041540"/>
                  </a:moveTo>
                  <a:lnTo>
                    <a:pt x="1232329" y="1123755"/>
                  </a:lnTo>
                  <a:lnTo>
                    <a:pt x="1260775" y="1085319"/>
                  </a:lnTo>
                  <a:close/>
                  <a:moveTo>
                    <a:pt x="1201780" y="1041540"/>
                  </a:moveTo>
                  <a:lnTo>
                    <a:pt x="1260775" y="1085319"/>
                  </a:lnTo>
                  <a:lnTo>
                    <a:pt x="1198845" y="1003104"/>
                  </a:lnTo>
                  <a:close/>
                  <a:moveTo>
                    <a:pt x="1526494" y="1194957"/>
                  </a:moveTo>
                  <a:lnTo>
                    <a:pt x="1553627" y="1211313"/>
                  </a:lnTo>
                  <a:lnTo>
                    <a:pt x="1476553" y="1155378"/>
                  </a:lnTo>
                  <a:close/>
                  <a:moveTo>
                    <a:pt x="1409488" y="1049216"/>
                  </a:moveTo>
                  <a:lnTo>
                    <a:pt x="1376736" y="1167534"/>
                  </a:lnTo>
                  <a:lnTo>
                    <a:pt x="1396012" y="1160264"/>
                  </a:lnTo>
                  <a:close/>
                  <a:moveTo>
                    <a:pt x="1309154" y="1046883"/>
                  </a:moveTo>
                  <a:lnTo>
                    <a:pt x="1260775" y="1085319"/>
                  </a:lnTo>
                  <a:lnTo>
                    <a:pt x="1299567" y="1119037"/>
                  </a:lnTo>
                  <a:close/>
                  <a:moveTo>
                    <a:pt x="1309154" y="1046883"/>
                  </a:moveTo>
                  <a:lnTo>
                    <a:pt x="1198845" y="1003104"/>
                  </a:lnTo>
                  <a:lnTo>
                    <a:pt x="1260775" y="1085319"/>
                  </a:lnTo>
                  <a:close/>
                  <a:moveTo>
                    <a:pt x="1545971" y="1090661"/>
                  </a:moveTo>
                  <a:lnTo>
                    <a:pt x="1532394" y="1008446"/>
                  </a:lnTo>
                  <a:lnTo>
                    <a:pt x="1532980" y="1009412"/>
                  </a:lnTo>
                  <a:close/>
                  <a:moveTo>
                    <a:pt x="1982299" y="1096003"/>
                  </a:moveTo>
                  <a:lnTo>
                    <a:pt x="2015358" y="1199050"/>
                  </a:lnTo>
                  <a:lnTo>
                    <a:pt x="2065082" y="1169753"/>
                  </a:lnTo>
                  <a:close/>
                  <a:moveTo>
                    <a:pt x="1982299" y="1096003"/>
                  </a:moveTo>
                  <a:lnTo>
                    <a:pt x="1940687" y="1134440"/>
                  </a:lnTo>
                  <a:lnTo>
                    <a:pt x="2015358" y="1199050"/>
                  </a:lnTo>
                  <a:close/>
                  <a:moveTo>
                    <a:pt x="1741932" y="849358"/>
                  </a:moveTo>
                  <a:lnTo>
                    <a:pt x="1686686" y="806170"/>
                  </a:lnTo>
                  <a:lnTo>
                    <a:pt x="1684730" y="805579"/>
                  </a:lnTo>
                  <a:close/>
                  <a:moveTo>
                    <a:pt x="1372280" y="251429"/>
                  </a:moveTo>
                  <a:lnTo>
                    <a:pt x="1297521" y="191637"/>
                  </a:lnTo>
                  <a:lnTo>
                    <a:pt x="1246169" y="273782"/>
                  </a:lnTo>
                  <a:close/>
                  <a:moveTo>
                    <a:pt x="2079736" y="1178218"/>
                  </a:moveTo>
                  <a:lnTo>
                    <a:pt x="2145787" y="1139782"/>
                  </a:lnTo>
                  <a:lnTo>
                    <a:pt x="2065082" y="1169753"/>
                  </a:lnTo>
                  <a:close/>
                  <a:moveTo>
                    <a:pt x="2065082" y="1169753"/>
                  </a:moveTo>
                  <a:lnTo>
                    <a:pt x="2053772" y="1057567"/>
                  </a:lnTo>
                  <a:lnTo>
                    <a:pt x="1982299" y="1096003"/>
                  </a:lnTo>
                  <a:close/>
                  <a:moveTo>
                    <a:pt x="1965676" y="1076750"/>
                  </a:moveTo>
                  <a:lnTo>
                    <a:pt x="1909982" y="984784"/>
                  </a:lnTo>
                  <a:lnTo>
                    <a:pt x="1925717" y="1013788"/>
                  </a:lnTo>
                  <a:close/>
                  <a:moveTo>
                    <a:pt x="1784720" y="646491"/>
                  </a:moveTo>
                  <a:lnTo>
                    <a:pt x="1823842" y="754538"/>
                  </a:lnTo>
                  <a:lnTo>
                    <a:pt x="1846833" y="695871"/>
                  </a:lnTo>
                  <a:close/>
                  <a:moveTo>
                    <a:pt x="1778750" y="767143"/>
                  </a:moveTo>
                  <a:lnTo>
                    <a:pt x="1823842" y="754538"/>
                  </a:lnTo>
                  <a:lnTo>
                    <a:pt x="1784720" y="646491"/>
                  </a:lnTo>
                  <a:close/>
                  <a:moveTo>
                    <a:pt x="1375206" y="153200"/>
                  </a:moveTo>
                  <a:lnTo>
                    <a:pt x="1372280" y="251429"/>
                  </a:lnTo>
                  <a:lnTo>
                    <a:pt x="1404522" y="156773"/>
                  </a:lnTo>
                  <a:close/>
                  <a:moveTo>
                    <a:pt x="1375206" y="153200"/>
                  </a:moveTo>
                  <a:lnTo>
                    <a:pt x="1297521" y="191637"/>
                  </a:lnTo>
                  <a:lnTo>
                    <a:pt x="1372280" y="251429"/>
                  </a:lnTo>
                  <a:close/>
                  <a:moveTo>
                    <a:pt x="1375206" y="153200"/>
                  </a:moveTo>
                  <a:lnTo>
                    <a:pt x="1332825" y="109422"/>
                  </a:lnTo>
                  <a:lnTo>
                    <a:pt x="1297521" y="191637"/>
                  </a:lnTo>
                  <a:close/>
                  <a:moveTo>
                    <a:pt x="1404522" y="156773"/>
                  </a:moveTo>
                  <a:lnTo>
                    <a:pt x="1372280" y="251429"/>
                  </a:lnTo>
                  <a:lnTo>
                    <a:pt x="1497630" y="226233"/>
                  </a:lnTo>
                  <a:close/>
                  <a:moveTo>
                    <a:pt x="2204452" y="981775"/>
                  </a:moveTo>
                  <a:lnTo>
                    <a:pt x="2127454" y="975352"/>
                  </a:lnTo>
                  <a:lnTo>
                    <a:pt x="2130058" y="1027142"/>
                  </a:lnTo>
                  <a:close/>
                  <a:moveTo>
                    <a:pt x="1846263" y="608055"/>
                  </a:moveTo>
                  <a:lnTo>
                    <a:pt x="1784720" y="646491"/>
                  </a:lnTo>
                  <a:lnTo>
                    <a:pt x="1846833" y="695871"/>
                  </a:lnTo>
                  <a:close/>
                  <a:moveTo>
                    <a:pt x="1513643" y="235416"/>
                  </a:moveTo>
                  <a:lnTo>
                    <a:pt x="1616522" y="201347"/>
                  </a:lnTo>
                  <a:lnTo>
                    <a:pt x="1497630" y="226233"/>
                  </a:lnTo>
                  <a:close/>
                  <a:moveTo>
                    <a:pt x="1497630" y="226233"/>
                  </a:moveTo>
                  <a:lnTo>
                    <a:pt x="1616522" y="201347"/>
                  </a:lnTo>
                  <a:lnTo>
                    <a:pt x="1620603" y="192150"/>
                  </a:lnTo>
                  <a:close/>
                  <a:moveTo>
                    <a:pt x="1497630" y="226233"/>
                  </a:moveTo>
                  <a:lnTo>
                    <a:pt x="1620603" y="192150"/>
                  </a:lnTo>
                  <a:lnTo>
                    <a:pt x="1528832" y="127691"/>
                  </a:lnTo>
                  <a:close/>
                  <a:moveTo>
                    <a:pt x="1407624" y="149901"/>
                  </a:moveTo>
                  <a:lnTo>
                    <a:pt x="1375206" y="153200"/>
                  </a:lnTo>
                  <a:lnTo>
                    <a:pt x="1404522" y="156773"/>
                  </a:lnTo>
                  <a:close/>
                  <a:moveTo>
                    <a:pt x="1404522" y="156773"/>
                  </a:moveTo>
                  <a:lnTo>
                    <a:pt x="1507667" y="114764"/>
                  </a:lnTo>
                  <a:lnTo>
                    <a:pt x="1407624" y="149901"/>
                  </a:lnTo>
                  <a:close/>
                  <a:moveTo>
                    <a:pt x="1497630" y="226233"/>
                  </a:moveTo>
                  <a:lnTo>
                    <a:pt x="1528832" y="127691"/>
                  </a:lnTo>
                  <a:lnTo>
                    <a:pt x="1404522" y="156773"/>
                  </a:lnTo>
                  <a:close/>
                  <a:moveTo>
                    <a:pt x="1975311" y="405188"/>
                  </a:moveTo>
                  <a:lnTo>
                    <a:pt x="2049034" y="492460"/>
                  </a:lnTo>
                  <a:lnTo>
                    <a:pt x="2052150" y="475796"/>
                  </a:lnTo>
                  <a:close/>
                  <a:moveTo>
                    <a:pt x="1975311" y="405188"/>
                  </a:moveTo>
                  <a:lnTo>
                    <a:pt x="1954813" y="390526"/>
                  </a:lnTo>
                  <a:lnTo>
                    <a:pt x="1909118" y="434884"/>
                  </a:lnTo>
                  <a:close/>
                  <a:moveTo>
                    <a:pt x="1894901" y="322973"/>
                  </a:moveTo>
                  <a:lnTo>
                    <a:pt x="1909118" y="434884"/>
                  </a:lnTo>
                  <a:lnTo>
                    <a:pt x="1954813" y="390526"/>
                  </a:lnTo>
                  <a:close/>
                  <a:moveTo>
                    <a:pt x="1847993" y="269800"/>
                  </a:moveTo>
                  <a:lnTo>
                    <a:pt x="1799755" y="273659"/>
                  </a:lnTo>
                  <a:lnTo>
                    <a:pt x="1894901" y="322973"/>
                  </a:lnTo>
                  <a:close/>
                  <a:moveTo>
                    <a:pt x="1700554" y="76328"/>
                  </a:moveTo>
                  <a:lnTo>
                    <a:pt x="1620603" y="192150"/>
                  </a:lnTo>
                  <a:lnTo>
                    <a:pt x="1648126" y="196979"/>
                  </a:lnTo>
                  <a:close/>
                  <a:moveTo>
                    <a:pt x="1700554" y="76328"/>
                  </a:moveTo>
                  <a:lnTo>
                    <a:pt x="1648126" y="196979"/>
                  </a:lnTo>
                  <a:lnTo>
                    <a:pt x="1707260" y="158542"/>
                  </a:lnTo>
                  <a:close/>
                  <a:moveTo>
                    <a:pt x="1536600" y="105639"/>
                  </a:moveTo>
                  <a:lnTo>
                    <a:pt x="1441656" y="80409"/>
                  </a:lnTo>
                  <a:lnTo>
                    <a:pt x="1507667" y="114764"/>
                  </a:lnTo>
                  <a:close/>
                  <a:moveTo>
                    <a:pt x="1536600" y="105639"/>
                  </a:moveTo>
                  <a:lnTo>
                    <a:pt x="1596119" y="17751"/>
                  </a:lnTo>
                  <a:lnTo>
                    <a:pt x="1534199" y="7498"/>
                  </a:lnTo>
                  <a:close/>
                  <a:moveTo>
                    <a:pt x="1534199" y="7498"/>
                  </a:moveTo>
                  <a:lnTo>
                    <a:pt x="1569210" y="0"/>
                  </a:lnTo>
                  <a:lnTo>
                    <a:pt x="1496959" y="8521"/>
                  </a:lnTo>
                  <a:close/>
                  <a:moveTo>
                    <a:pt x="1534199" y="7498"/>
                  </a:moveTo>
                  <a:lnTo>
                    <a:pt x="1596119" y="17751"/>
                  </a:lnTo>
                  <a:lnTo>
                    <a:pt x="1569210" y="0"/>
                  </a:lnTo>
                  <a:close/>
                  <a:moveTo>
                    <a:pt x="1975311" y="405188"/>
                  </a:moveTo>
                  <a:lnTo>
                    <a:pt x="2052150" y="475796"/>
                  </a:lnTo>
                  <a:lnTo>
                    <a:pt x="2079124" y="367905"/>
                  </a:lnTo>
                  <a:close/>
                  <a:moveTo>
                    <a:pt x="1979877" y="287907"/>
                  </a:moveTo>
                  <a:lnTo>
                    <a:pt x="1954813" y="390526"/>
                  </a:lnTo>
                  <a:lnTo>
                    <a:pt x="2032277" y="284537"/>
                  </a:lnTo>
                  <a:close/>
                  <a:moveTo>
                    <a:pt x="1954813" y="390526"/>
                  </a:moveTo>
                  <a:lnTo>
                    <a:pt x="1975311" y="405188"/>
                  </a:lnTo>
                  <a:lnTo>
                    <a:pt x="2032277" y="284537"/>
                  </a:lnTo>
                  <a:close/>
                  <a:moveTo>
                    <a:pt x="2032277" y="284537"/>
                  </a:moveTo>
                  <a:lnTo>
                    <a:pt x="1975311" y="405188"/>
                  </a:lnTo>
                  <a:lnTo>
                    <a:pt x="2073735" y="341299"/>
                  </a:lnTo>
                  <a:close/>
                  <a:moveTo>
                    <a:pt x="1894901" y="322973"/>
                  </a:moveTo>
                  <a:lnTo>
                    <a:pt x="1954813" y="390526"/>
                  </a:lnTo>
                  <a:lnTo>
                    <a:pt x="1979877" y="287907"/>
                  </a:lnTo>
                  <a:close/>
                  <a:moveTo>
                    <a:pt x="1882260" y="206584"/>
                  </a:moveTo>
                  <a:lnTo>
                    <a:pt x="1847993" y="269800"/>
                  </a:lnTo>
                  <a:lnTo>
                    <a:pt x="1902869" y="202322"/>
                  </a:lnTo>
                  <a:close/>
                  <a:moveTo>
                    <a:pt x="1847993" y="269800"/>
                  </a:moveTo>
                  <a:lnTo>
                    <a:pt x="1894901" y="322973"/>
                  </a:lnTo>
                  <a:lnTo>
                    <a:pt x="1902869" y="202322"/>
                  </a:lnTo>
                  <a:close/>
                  <a:moveTo>
                    <a:pt x="1902869" y="202322"/>
                  </a:moveTo>
                  <a:lnTo>
                    <a:pt x="1894901" y="322973"/>
                  </a:lnTo>
                  <a:lnTo>
                    <a:pt x="1977001" y="258282"/>
                  </a:lnTo>
                  <a:close/>
                  <a:moveTo>
                    <a:pt x="1977001" y="258282"/>
                  </a:moveTo>
                  <a:lnTo>
                    <a:pt x="1894901" y="322973"/>
                  </a:lnTo>
                  <a:lnTo>
                    <a:pt x="1979877" y="287907"/>
                  </a:lnTo>
                  <a:close/>
                  <a:moveTo>
                    <a:pt x="1814617" y="240758"/>
                  </a:moveTo>
                  <a:lnTo>
                    <a:pt x="1847993" y="269800"/>
                  </a:lnTo>
                  <a:lnTo>
                    <a:pt x="1882260" y="206584"/>
                  </a:lnTo>
                  <a:close/>
                  <a:moveTo>
                    <a:pt x="1814617" y="240758"/>
                  </a:moveTo>
                  <a:lnTo>
                    <a:pt x="1882260" y="206584"/>
                  </a:lnTo>
                  <a:lnTo>
                    <a:pt x="1752589" y="191762"/>
                  </a:lnTo>
                  <a:close/>
                  <a:moveTo>
                    <a:pt x="1752589" y="191762"/>
                  </a:moveTo>
                  <a:lnTo>
                    <a:pt x="1882260" y="206584"/>
                  </a:lnTo>
                  <a:lnTo>
                    <a:pt x="1886438" y="198339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20" name="Candidate_density__2019">
              <a:extLst>
                <a:ext uri="{FF2B5EF4-FFF2-40B4-BE49-F238E27FC236}">
                  <a16:creationId xmlns:a16="http://schemas.microsoft.com/office/drawing/2014/main" id="{90EEF87D-9F9B-9F55-4AC1-208E25853F58}"/>
                </a:ext>
              </a:extLst>
            </p:cNvPr>
            <p:cNvSpPr>
              <a:spLocks noGrp="1"/>
            </p:cNvSpPr>
            <p:nvPr/>
          </p:nvSpPr>
          <p:spPr>
            <a:xfrm>
              <a:off x="4452143" y="3437657"/>
              <a:ext cx="2155458" cy="1853242"/>
            </a:xfrm>
            <a:custGeom>
              <a:avLst/>
              <a:gdLst/>
              <a:ahLst/>
              <a:cxnLst/>
              <a:rect l="0" t="0" r="0" b="0"/>
              <a:pathLst>
                <a:path w="2155458" h="1853242">
                  <a:moveTo>
                    <a:pt x="33203" y="1024588"/>
                  </a:moveTo>
                  <a:lnTo>
                    <a:pt x="9671" y="942374"/>
                  </a:lnTo>
                  <a:lnTo>
                    <a:pt x="0" y="1063025"/>
                  </a:lnTo>
                  <a:close/>
                  <a:moveTo>
                    <a:pt x="788800" y="1846739"/>
                  </a:moveTo>
                  <a:lnTo>
                    <a:pt x="852548" y="1816466"/>
                  </a:lnTo>
                  <a:lnTo>
                    <a:pt x="845987" y="1808303"/>
                  </a:lnTo>
                  <a:close/>
                  <a:moveTo>
                    <a:pt x="9671" y="942374"/>
                  </a:moveTo>
                  <a:lnTo>
                    <a:pt x="57940" y="986152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9671" y="942374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29489" y="904990"/>
                  </a:lnTo>
                  <a:lnTo>
                    <a:pt x="9671" y="942374"/>
                  </a:lnTo>
                  <a:close/>
                  <a:moveTo>
                    <a:pt x="845987" y="1808303"/>
                  </a:moveTo>
                  <a:lnTo>
                    <a:pt x="852548" y="1816466"/>
                  </a:lnTo>
                  <a:lnTo>
                    <a:pt x="853584" y="1805686"/>
                  </a:lnTo>
                  <a:close/>
                  <a:moveTo>
                    <a:pt x="787873" y="1726088"/>
                  </a:moveTo>
                  <a:lnTo>
                    <a:pt x="853584" y="1805686"/>
                  </a:lnTo>
                  <a:lnTo>
                    <a:pt x="851478" y="1707306"/>
                  </a:lnTo>
                  <a:close/>
                  <a:moveTo>
                    <a:pt x="787873" y="1726088"/>
                  </a:moveTo>
                  <a:lnTo>
                    <a:pt x="845987" y="1808303"/>
                  </a:lnTo>
                  <a:lnTo>
                    <a:pt x="853584" y="1805686"/>
                  </a:lnTo>
                  <a:close/>
                  <a:moveTo>
                    <a:pt x="958475" y="1781003"/>
                  </a:moveTo>
                  <a:lnTo>
                    <a:pt x="852548" y="1816466"/>
                  </a:lnTo>
                  <a:lnTo>
                    <a:pt x="936915" y="1853242"/>
                  </a:lnTo>
                  <a:close/>
                  <a:moveTo>
                    <a:pt x="958475" y="1781003"/>
                  </a:moveTo>
                  <a:lnTo>
                    <a:pt x="853584" y="1805686"/>
                  </a:lnTo>
                  <a:lnTo>
                    <a:pt x="852548" y="1816466"/>
                  </a:lnTo>
                  <a:close/>
                  <a:moveTo>
                    <a:pt x="853584" y="1805686"/>
                  </a:moveTo>
                  <a:lnTo>
                    <a:pt x="958475" y="1781003"/>
                  </a:lnTo>
                  <a:lnTo>
                    <a:pt x="939398" y="1696420"/>
                  </a:lnTo>
                  <a:close/>
                  <a:moveTo>
                    <a:pt x="853584" y="1805686"/>
                  </a:moveTo>
                  <a:lnTo>
                    <a:pt x="939398" y="1696420"/>
                  </a:lnTo>
                  <a:lnTo>
                    <a:pt x="851478" y="1707306"/>
                  </a:lnTo>
                  <a:close/>
                  <a:moveTo>
                    <a:pt x="936915" y="1853242"/>
                  </a:moveTo>
                  <a:lnTo>
                    <a:pt x="995179" y="1769866"/>
                  </a:lnTo>
                  <a:lnTo>
                    <a:pt x="958475" y="1781003"/>
                  </a:lnTo>
                  <a:close/>
                  <a:moveTo>
                    <a:pt x="995179" y="1769866"/>
                  </a:moveTo>
                  <a:lnTo>
                    <a:pt x="1014675" y="1687651"/>
                  </a:lnTo>
                  <a:lnTo>
                    <a:pt x="958475" y="1781003"/>
                  </a:lnTo>
                  <a:close/>
                  <a:moveTo>
                    <a:pt x="1014675" y="1687651"/>
                  </a:moveTo>
                  <a:lnTo>
                    <a:pt x="939398" y="1696420"/>
                  </a:lnTo>
                  <a:lnTo>
                    <a:pt x="958475" y="1781003"/>
                  </a:lnTo>
                  <a:close/>
                  <a:moveTo>
                    <a:pt x="851478" y="1707306"/>
                  </a:moveTo>
                  <a:lnTo>
                    <a:pt x="939398" y="1696420"/>
                  </a:lnTo>
                  <a:lnTo>
                    <a:pt x="851163" y="1607470"/>
                  </a:lnTo>
                  <a:close/>
                  <a:moveTo>
                    <a:pt x="111818" y="782398"/>
                  </a:moveTo>
                  <a:lnTo>
                    <a:pt x="110146" y="784837"/>
                  </a:lnTo>
                  <a:lnTo>
                    <a:pt x="111241" y="783285"/>
                  </a:lnTo>
                  <a:close/>
                  <a:moveTo>
                    <a:pt x="111818" y="782398"/>
                  </a:moveTo>
                  <a:lnTo>
                    <a:pt x="117752" y="783285"/>
                  </a:lnTo>
                  <a:lnTo>
                    <a:pt x="110146" y="784837"/>
                  </a:lnTo>
                  <a:close/>
                  <a:moveTo>
                    <a:pt x="995179" y="1769866"/>
                  </a:moveTo>
                  <a:lnTo>
                    <a:pt x="985976" y="1758645"/>
                  </a:lnTo>
                  <a:lnTo>
                    <a:pt x="1014675" y="1687651"/>
                  </a:lnTo>
                  <a:close/>
                  <a:moveTo>
                    <a:pt x="209310" y="744849"/>
                  </a:moveTo>
                  <a:lnTo>
                    <a:pt x="207631" y="766175"/>
                  </a:lnTo>
                  <a:lnTo>
                    <a:pt x="194986" y="814694"/>
                  </a:lnTo>
                  <a:close/>
                  <a:moveTo>
                    <a:pt x="113548" y="782071"/>
                  </a:moveTo>
                  <a:lnTo>
                    <a:pt x="117752" y="783285"/>
                  </a:lnTo>
                  <a:lnTo>
                    <a:pt x="111818" y="782398"/>
                  </a:lnTo>
                  <a:close/>
                  <a:moveTo>
                    <a:pt x="1233573" y="1325697"/>
                  </a:moveTo>
                  <a:lnTo>
                    <a:pt x="1304825" y="1316812"/>
                  </a:lnTo>
                  <a:lnTo>
                    <a:pt x="1263255" y="1314630"/>
                  </a:lnTo>
                  <a:close/>
                  <a:moveTo>
                    <a:pt x="1263255" y="1314630"/>
                  </a:moveTo>
                  <a:lnTo>
                    <a:pt x="1304825" y="1316812"/>
                  </a:lnTo>
                  <a:lnTo>
                    <a:pt x="1381067" y="1323207"/>
                  </a:lnTo>
                  <a:close/>
                  <a:moveTo>
                    <a:pt x="1427409" y="1281273"/>
                  </a:moveTo>
                  <a:lnTo>
                    <a:pt x="1381067" y="1323207"/>
                  </a:lnTo>
                  <a:lnTo>
                    <a:pt x="1304825" y="1316812"/>
                  </a:lnTo>
                  <a:close/>
                  <a:moveTo>
                    <a:pt x="1381067" y="1323207"/>
                  </a:moveTo>
                  <a:lnTo>
                    <a:pt x="1427409" y="1281273"/>
                  </a:lnTo>
                  <a:lnTo>
                    <a:pt x="1387617" y="1287260"/>
                  </a:lnTo>
                  <a:close/>
                  <a:moveTo>
                    <a:pt x="1427409" y="1281273"/>
                  </a:moveTo>
                  <a:lnTo>
                    <a:pt x="1429985" y="1248823"/>
                  </a:lnTo>
                  <a:lnTo>
                    <a:pt x="1387617" y="1287260"/>
                  </a:lnTo>
                  <a:close/>
                  <a:moveTo>
                    <a:pt x="1387617" y="1287260"/>
                  </a:moveTo>
                  <a:lnTo>
                    <a:pt x="1429985" y="1248823"/>
                  </a:lnTo>
                  <a:lnTo>
                    <a:pt x="1367557" y="1272698"/>
                  </a:lnTo>
                  <a:close/>
                  <a:moveTo>
                    <a:pt x="1429985" y="1248823"/>
                  </a:moveTo>
                  <a:lnTo>
                    <a:pt x="1407398" y="1206452"/>
                  </a:lnTo>
                  <a:lnTo>
                    <a:pt x="1367557" y="1272698"/>
                  </a:lnTo>
                  <a:close/>
                  <a:moveTo>
                    <a:pt x="1386407" y="1166608"/>
                  </a:moveTo>
                  <a:lnTo>
                    <a:pt x="1367557" y="1272698"/>
                  </a:lnTo>
                  <a:lnTo>
                    <a:pt x="1407398" y="1206452"/>
                  </a:lnTo>
                  <a:close/>
                  <a:moveTo>
                    <a:pt x="1427409" y="1281273"/>
                  </a:moveTo>
                  <a:lnTo>
                    <a:pt x="1473817" y="1304131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42110" y="1292603"/>
                  </a:lnTo>
                  <a:lnTo>
                    <a:pt x="1501245" y="1210387"/>
                  </a:lnTo>
                  <a:close/>
                  <a:moveTo>
                    <a:pt x="1501245" y="1210387"/>
                  </a:moveTo>
                  <a:lnTo>
                    <a:pt x="1536165" y="1194032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36165" y="1194032"/>
                  </a:lnTo>
                  <a:lnTo>
                    <a:pt x="1405684" y="1159338"/>
                  </a:lnTo>
                  <a:close/>
                  <a:moveTo>
                    <a:pt x="1405684" y="1159338"/>
                  </a:moveTo>
                  <a:lnTo>
                    <a:pt x="1536165" y="1194032"/>
                  </a:lnTo>
                  <a:lnTo>
                    <a:pt x="1486225" y="1154452"/>
                  </a:lnTo>
                  <a:close/>
                  <a:moveTo>
                    <a:pt x="1429985" y="1248823"/>
                  </a:moveTo>
                  <a:lnTo>
                    <a:pt x="1405684" y="1159338"/>
                  </a:lnTo>
                  <a:lnTo>
                    <a:pt x="1407398" y="1206452"/>
                  </a:lnTo>
                  <a:close/>
                  <a:moveTo>
                    <a:pt x="1386407" y="1166608"/>
                  </a:moveTo>
                  <a:lnTo>
                    <a:pt x="1407398" y="1206452"/>
                  </a:lnTo>
                  <a:lnTo>
                    <a:pt x="1405684" y="1159338"/>
                  </a:lnTo>
                  <a:close/>
                  <a:moveTo>
                    <a:pt x="1543197" y="1005122"/>
                  </a:moveTo>
                  <a:lnTo>
                    <a:pt x="1542651" y="1008486"/>
                  </a:lnTo>
                  <a:lnTo>
                    <a:pt x="1542065" y="1007521"/>
                  </a:lnTo>
                  <a:close/>
                  <a:moveTo>
                    <a:pt x="1975347" y="1075824"/>
                  </a:moveTo>
                  <a:lnTo>
                    <a:pt x="1917080" y="1046542"/>
                  </a:lnTo>
                  <a:lnTo>
                    <a:pt x="1991970" y="1095078"/>
                  </a:lnTo>
                  <a:close/>
                  <a:moveTo>
                    <a:pt x="1935388" y="1012863"/>
                  </a:moveTo>
                  <a:lnTo>
                    <a:pt x="1917080" y="1046542"/>
                  </a:lnTo>
                  <a:lnTo>
                    <a:pt x="1975347" y="1075824"/>
                  </a:lnTo>
                  <a:close/>
                  <a:moveTo>
                    <a:pt x="2155458" y="1138856"/>
                  </a:moveTo>
                  <a:lnTo>
                    <a:pt x="2116300" y="1108966"/>
                  </a:lnTo>
                  <a:lnTo>
                    <a:pt x="2074753" y="1168828"/>
                  </a:lnTo>
                  <a:close/>
                  <a:moveTo>
                    <a:pt x="2116300" y="1108966"/>
                  </a:moveTo>
                  <a:lnTo>
                    <a:pt x="2063443" y="1056641"/>
                  </a:lnTo>
                  <a:lnTo>
                    <a:pt x="2074753" y="1168828"/>
                  </a:lnTo>
                  <a:close/>
                  <a:moveTo>
                    <a:pt x="1991970" y="1095078"/>
                  </a:moveTo>
                  <a:lnTo>
                    <a:pt x="2063443" y="1056641"/>
                  </a:lnTo>
                  <a:lnTo>
                    <a:pt x="1975347" y="1075824"/>
                  </a:lnTo>
                  <a:close/>
                  <a:moveTo>
                    <a:pt x="1538504" y="126766"/>
                  </a:moveTo>
                  <a:lnTo>
                    <a:pt x="1517338" y="113839"/>
                  </a:lnTo>
                  <a:lnTo>
                    <a:pt x="1414193" y="155848"/>
                  </a:lnTo>
                  <a:close/>
                  <a:moveTo>
                    <a:pt x="1648149" y="82480"/>
                  </a:moveTo>
                  <a:lnTo>
                    <a:pt x="1630275" y="191224"/>
                  </a:lnTo>
                  <a:lnTo>
                    <a:pt x="1710225" y="75402"/>
                  </a:lnTo>
                  <a:close/>
                  <a:moveTo>
                    <a:pt x="1517338" y="113839"/>
                  </a:moveTo>
                  <a:lnTo>
                    <a:pt x="1538504" y="126766"/>
                  </a:lnTo>
                  <a:lnTo>
                    <a:pt x="1546271" y="104714"/>
                  </a:lnTo>
                  <a:close/>
                  <a:moveTo>
                    <a:pt x="1648149" y="82480"/>
                  </a:moveTo>
                  <a:lnTo>
                    <a:pt x="1538504" y="126766"/>
                  </a:lnTo>
                  <a:lnTo>
                    <a:pt x="1630275" y="191224"/>
                  </a:lnTo>
                  <a:close/>
                  <a:moveTo>
                    <a:pt x="1648149" y="82480"/>
                  </a:moveTo>
                  <a:lnTo>
                    <a:pt x="1546271" y="104714"/>
                  </a:lnTo>
                  <a:lnTo>
                    <a:pt x="1538504" y="126766"/>
                  </a:lnTo>
                  <a:close/>
                  <a:moveTo>
                    <a:pt x="1546271" y="104714"/>
                  </a:moveTo>
                  <a:lnTo>
                    <a:pt x="1648149" y="82480"/>
                  </a:lnTo>
                  <a:lnTo>
                    <a:pt x="1605790" y="16825"/>
                  </a:lnTo>
                  <a:close/>
                  <a:moveTo>
                    <a:pt x="1648149" y="82480"/>
                  </a:moveTo>
                  <a:lnTo>
                    <a:pt x="1721809" y="39596"/>
                  </a:lnTo>
                  <a:lnTo>
                    <a:pt x="1686189" y="12054"/>
                  </a:lnTo>
                  <a:close/>
                  <a:moveTo>
                    <a:pt x="1648149" y="82480"/>
                  </a:moveTo>
                  <a:lnTo>
                    <a:pt x="1686189" y="12054"/>
                  </a:lnTo>
                  <a:lnTo>
                    <a:pt x="1605790" y="16825"/>
                  </a:lnTo>
                  <a:close/>
                  <a:moveTo>
                    <a:pt x="1721809" y="39596"/>
                  </a:moveTo>
                  <a:lnTo>
                    <a:pt x="1710225" y="75402"/>
                  </a:lnTo>
                  <a:lnTo>
                    <a:pt x="1694246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21" name="Candidate_density__2020">
              <a:extLst>
                <a:ext uri="{FF2B5EF4-FFF2-40B4-BE49-F238E27FC236}">
                  <a16:creationId xmlns:a16="http://schemas.microsoft.com/office/drawing/2014/main" id="{F0521743-78BF-D364-337B-D61A08327D44}"/>
                </a:ext>
              </a:extLst>
            </p:cNvPr>
            <p:cNvSpPr>
              <a:spLocks noGrp="1"/>
            </p:cNvSpPr>
            <p:nvPr/>
          </p:nvSpPr>
          <p:spPr>
            <a:xfrm>
              <a:off x="4510083" y="3319737"/>
              <a:ext cx="2000766" cy="1684920"/>
            </a:xfrm>
            <a:custGeom>
              <a:avLst/>
              <a:gdLst/>
              <a:ahLst/>
              <a:cxnLst/>
              <a:rect l="0" t="0" r="0" b="0"/>
              <a:pathLst>
                <a:path w="2000766" h="1684920">
                  <a:moveTo>
                    <a:pt x="0" y="1104072"/>
                  </a:moveTo>
                  <a:lnTo>
                    <a:pt x="12057" y="1174364"/>
                  </a:lnTo>
                  <a:lnTo>
                    <a:pt x="64012" y="1153412"/>
                  </a:lnTo>
                  <a:close/>
                  <a:moveTo>
                    <a:pt x="592460" y="1558926"/>
                  </a:moveTo>
                  <a:lnTo>
                    <a:pt x="466811" y="1508704"/>
                  </a:lnTo>
                  <a:lnTo>
                    <a:pt x="506794" y="1515148"/>
                  </a:lnTo>
                  <a:close/>
                  <a:moveTo>
                    <a:pt x="592460" y="1558926"/>
                  </a:moveTo>
                  <a:lnTo>
                    <a:pt x="506794" y="1515148"/>
                  </a:lnTo>
                  <a:lnTo>
                    <a:pt x="501160" y="1597363"/>
                  </a:lnTo>
                  <a:close/>
                  <a:moveTo>
                    <a:pt x="466811" y="1508704"/>
                  </a:moveTo>
                  <a:lnTo>
                    <a:pt x="466385" y="1476711"/>
                  </a:lnTo>
                  <a:lnTo>
                    <a:pt x="454970" y="1500508"/>
                  </a:lnTo>
                  <a:close/>
                  <a:moveTo>
                    <a:pt x="227456" y="991985"/>
                  </a:moveTo>
                  <a:lnTo>
                    <a:pt x="117755" y="1075692"/>
                  </a:lnTo>
                  <a:lnTo>
                    <a:pt x="161409" y="1021857"/>
                  </a:lnTo>
                  <a:close/>
                  <a:moveTo>
                    <a:pt x="312407" y="1027199"/>
                  </a:moveTo>
                  <a:lnTo>
                    <a:pt x="334222" y="1112508"/>
                  </a:lnTo>
                  <a:lnTo>
                    <a:pt x="379353" y="1066042"/>
                  </a:lnTo>
                  <a:close/>
                  <a:moveTo>
                    <a:pt x="273187" y="1065635"/>
                  </a:moveTo>
                  <a:lnTo>
                    <a:pt x="312407" y="1027199"/>
                  </a:lnTo>
                  <a:lnTo>
                    <a:pt x="227456" y="991985"/>
                  </a:lnTo>
                  <a:close/>
                  <a:moveTo>
                    <a:pt x="312407" y="1027199"/>
                  </a:moveTo>
                  <a:lnTo>
                    <a:pt x="290168" y="1011251"/>
                  </a:lnTo>
                  <a:lnTo>
                    <a:pt x="227456" y="991985"/>
                  </a:lnTo>
                  <a:close/>
                  <a:moveTo>
                    <a:pt x="968044" y="1684920"/>
                  </a:moveTo>
                  <a:lnTo>
                    <a:pt x="1025551" y="1657696"/>
                  </a:lnTo>
                  <a:lnTo>
                    <a:pt x="903584" y="1632764"/>
                  </a:lnTo>
                  <a:close/>
                  <a:moveTo>
                    <a:pt x="903584" y="1632764"/>
                  </a:moveTo>
                  <a:lnTo>
                    <a:pt x="1025551" y="1657696"/>
                  </a:lnTo>
                  <a:lnTo>
                    <a:pt x="1037530" y="1639710"/>
                  </a:lnTo>
                  <a:close/>
                  <a:moveTo>
                    <a:pt x="903584" y="1632764"/>
                  </a:moveTo>
                  <a:lnTo>
                    <a:pt x="1037530" y="1639710"/>
                  </a:lnTo>
                  <a:lnTo>
                    <a:pt x="961787" y="1635173"/>
                  </a:lnTo>
                  <a:close/>
                  <a:moveTo>
                    <a:pt x="961787" y="1635173"/>
                  </a:moveTo>
                  <a:lnTo>
                    <a:pt x="833329" y="1602705"/>
                  </a:lnTo>
                  <a:lnTo>
                    <a:pt x="903584" y="1632764"/>
                  </a:lnTo>
                  <a:close/>
                  <a:moveTo>
                    <a:pt x="451929" y="920250"/>
                  </a:moveTo>
                  <a:lnTo>
                    <a:pt x="438406" y="831152"/>
                  </a:lnTo>
                  <a:lnTo>
                    <a:pt x="418383" y="906548"/>
                  </a:lnTo>
                  <a:close/>
                  <a:moveTo>
                    <a:pt x="1079779" y="1564268"/>
                  </a:moveTo>
                  <a:lnTo>
                    <a:pt x="1066846" y="1534112"/>
                  </a:lnTo>
                  <a:lnTo>
                    <a:pt x="1037530" y="1639710"/>
                  </a:lnTo>
                  <a:close/>
                  <a:moveTo>
                    <a:pt x="1079779" y="1564268"/>
                  </a:moveTo>
                  <a:lnTo>
                    <a:pt x="1074170" y="1525832"/>
                  </a:lnTo>
                  <a:lnTo>
                    <a:pt x="1066846" y="1534112"/>
                  </a:lnTo>
                  <a:close/>
                  <a:moveTo>
                    <a:pt x="1079779" y="1564268"/>
                  </a:moveTo>
                  <a:lnTo>
                    <a:pt x="1085439" y="1469416"/>
                  </a:lnTo>
                  <a:lnTo>
                    <a:pt x="1072673" y="1443617"/>
                  </a:lnTo>
                  <a:close/>
                  <a:moveTo>
                    <a:pt x="1079779" y="1564268"/>
                  </a:moveTo>
                  <a:lnTo>
                    <a:pt x="1072673" y="1443617"/>
                  </a:lnTo>
                  <a:lnTo>
                    <a:pt x="1074170" y="1525832"/>
                  </a:lnTo>
                  <a:close/>
                  <a:moveTo>
                    <a:pt x="747870" y="1201208"/>
                  </a:moveTo>
                  <a:lnTo>
                    <a:pt x="714033" y="1266178"/>
                  </a:lnTo>
                  <a:lnTo>
                    <a:pt x="738058" y="1235408"/>
                  </a:lnTo>
                  <a:close/>
                  <a:moveTo>
                    <a:pt x="713949" y="1128693"/>
                  </a:moveTo>
                  <a:lnTo>
                    <a:pt x="738058" y="1235408"/>
                  </a:lnTo>
                  <a:lnTo>
                    <a:pt x="735268" y="1153192"/>
                  </a:lnTo>
                  <a:close/>
                  <a:moveTo>
                    <a:pt x="713949" y="1128693"/>
                  </a:moveTo>
                  <a:lnTo>
                    <a:pt x="747870" y="1201208"/>
                  </a:lnTo>
                  <a:lnTo>
                    <a:pt x="738058" y="1235408"/>
                  </a:lnTo>
                  <a:close/>
                  <a:moveTo>
                    <a:pt x="634465" y="868111"/>
                  </a:moveTo>
                  <a:lnTo>
                    <a:pt x="626431" y="938651"/>
                  </a:lnTo>
                  <a:lnTo>
                    <a:pt x="670390" y="887802"/>
                  </a:lnTo>
                  <a:close/>
                  <a:moveTo>
                    <a:pt x="581442" y="833899"/>
                  </a:moveTo>
                  <a:lnTo>
                    <a:pt x="538230" y="810589"/>
                  </a:lnTo>
                  <a:lnTo>
                    <a:pt x="634465" y="868111"/>
                  </a:lnTo>
                  <a:close/>
                  <a:moveTo>
                    <a:pt x="501805" y="785896"/>
                  </a:moveTo>
                  <a:lnTo>
                    <a:pt x="538230" y="810589"/>
                  </a:lnTo>
                  <a:lnTo>
                    <a:pt x="581442" y="833899"/>
                  </a:lnTo>
                  <a:close/>
                  <a:moveTo>
                    <a:pt x="501805" y="785896"/>
                  </a:moveTo>
                  <a:lnTo>
                    <a:pt x="502242" y="739754"/>
                  </a:lnTo>
                  <a:lnTo>
                    <a:pt x="538230" y="810589"/>
                  </a:lnTo>
                  <a:close/>
                  <a:moveTo>
                    <a:pt x="1032942" y="1351410"/>
                  </a:moveTo>
                  <a:lnTo>
                    <a:pt x="1003303" y="1296536"/>
                  </a:lnTo>
                  <a:lnTo>
                    <a:pt x="956002" y="1253277"/>
                  </a:lnTo>
                  <a:close/>
                  <a:moveTo>
                    <a:pt x="916238" y="1034473"/>
                  </a:moveTo>
                  <a:lnTo>
                    <a:pt x="871402" y="1082037"/>
                  </a:lnTo>
                  <a:lnTo>
                    <a:pt x="981529" y="999926"/>
                  </a:lnTo>
                  <a:close/>
                  <a:moveTo>
                    <a:pt x="634465" y="868111"/>
                  </a:moveTo>
                  <a:lnTo>
                    <a:pt x="708422" y="933002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08422" y="933002"/>
                  </a:lnTo>
                  <a:lnTo>
                    <a:pt x="634465" y="868111"/>
                  </a:lnTo>
                  <a:close/>
                  <a:moveTo>
                    <a:pt x="581442" y="833899"/>
                  </a:moveTo>
                  <a:lnTo>
                    <a:pt x="634465" y="868111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52775" y="917166"/>
                  </a:lnTo>
                  <a:lnTo>
                    <a:pt x="708422" y="933002"/>
                  </a:lnTo>
                  <a:close/>
                  <a:moveTo>
                    <a:pt x="752775" y="917166"/>
                  </a:moveTo>
                  <a:lnTo>
                    <a:pt x="765146" y="947479"/>
                  </a:lnTo>
                  <a:lnTo>
                    <a:pt x="708422" y="933002"/>
                  </a:lnTo>
                  <a:close/>
                  <a:moveTo>
                    <a:pt x="827675" y="982004"/>
                  </a:moveTo>
                  <a:lnTo>
                    <a:pt x="708422" y="933002"/>
                  </a:lnTo>
                  <a:lnTo>
                    <a:pt x="765146" y="947479"/>
                  </a:lnTo>
                  <a:close/>
                  <a:moveTo>
                    <a:pt x="997600" y="979774"/>
                  </a:moveTo>
                  <a:lnTo>
                    <a:pt x="941597" y="964711"/>
                  </a:lnTo>
                  <a:lnTo>
                    <a:pt x="916238" y="1034473"/>
                  </a:lnTo>
                  <a:close/>
                  <a:moveTo>
                    <a:pt x="941597" y="964711"/>
                  </a:moveTo>
                  <a:lnTo>
                    <a:pt x="997600" y="979774"/>
                  </a:lnTo>
                  <a:lnTo>
                    <a:pt x="919239" y="882795"/>
                  </a:lnTo>
                  <a:close/>
                  <a:moveTo>
                    <a:pt x="919239" y="882795"/>
                  </a:moveTo>
                  <a:lnTo>
                    <a:pt x="880424" y="814259"/>
                  </a:lnTo>
                  <a:lnTo>
                    <a:pt x="893612" y="873453"/>
                  </a:lnTo>
                  <a:close/>
                  <a:moveTo>
                    <a:pt x="1509060" y="1427240"/>
                  </a:moveTo>
                  <a:lnTo>
                    <a:pt x="1544498" y="1438669"/>
                  </a:lnTo>
                  <a:lnTo>
                    <a:pt x="1514415" y="1410523"/>
                  </a:lnTo>
                  <a:close/>
                  <a:moveTo>
                    <a:pt x="1536937" y="1344724"/>
                  </a:moveTo>
                  <a:lnTo>
                    <a:pt x="1505358" y="1328307"/>
                  </a:lnTo>
                  <a:lnTo>
                    <a:pt x="1514415" y="1410523"/>
                  </a:lnTo>
                  <a:close/>
                  <a:moveTo>
                    <a:pt x="1361220" y="1166210"/>
                  </a:moveTo>
                  <a:lnTo>
                    <a:pt x="1355923" y="1163877"/>
                  </a:lnTo>
                  <a:lnTo>
                    <a:pt x="1300791" y="1205876"/>
                  </a:lnTo>
                  <a:close/>
                  <a:moveTo>
                    <a:pt x="1359218" y="1145665"/>
                  </a:moveTo>
                  <a:lnTo>
                    <a:pt x="1361220" y="1166210"/>
                  </a:lnTo>
                  <a:lnTo>
                    <a:pt x="1366820" y="1081662"/>
                  </a:lnTo>
                  <a:close/>
                  <a:moveTo>
                    <a:pt x="1355923" y="1163877"/>
                  </a:moveTo>
                  <a:lnTo>
                    <a:pt x="1361220" y="1166210"/>
                  </a:lnTo>
                  <a:lnTo>
                    <a:pt x="1359218" y="1145665"/>
                  </a:lnTo>
                  <a:close/>
                  <a:moveTo>
                    <a:pt x="1505358" y="1328307"/>
                  </a:moveTo>
                  <a:lnTo>
                    <a:pt x="1478225" y="1311952"/>
                  </a:lnTo>
                  <a:lnTo>
                    <a:pt x="1573147" y="1315286"/>
                  </a:lnTo>
                  <a:close/>
                  <a:moveTo>
                    <a:pt x="1355569" y="1070711"/>
                  </a:moveTo>
                  <a:lnTo>
                    <a:pt x="1355923" y="1163877"/>
                  </a:lnTo>
                  <a:lnTo>
                    <a:pt x="1359218" y="1145665"/>
                  </a:lnTo>
                  <a:close/>
                  <a:moveTo>
                    <a:pt x="1310038" y="1147228"/>
                  </a:moveTo>
                  <a:lnTo>
                    <a:pt x="1355923" y="1163877"/>
                  </a:lnTo>
                  <a:lnTo>
                    <a:pt x="1355569" y="1070711"/>
                  </a:lnTo>
                  <a:close/>
                  <a:moveTo>
                    <a:pt x="1716758" y="1159032"/>
                  </a:moveTo>
                  <a:lnTo>
                    <a:pt x="1759218" y="1251434"/>
                  </a:lnTo>
                  <a:lnTo>
                    <a:pt x="1732790" y="1169219"/>
                  </a:lnTo>
                  <a:close/>
                  <a:moveTo>
                    <a:pt x="1727391" y="1050295"/>
                  </a:moveTo>
                  <a:lnTo>
                    <a:pt x="1732790" y="1169219"/>
                  </a:lnTo>
                  <a:lnTo>
                    <a:pt x="1725319" y="1087004"/>
                  </a:lnTo>
                  <a:close/>
                  <a:moveTo>
                    <a:pt x="1855401" y="763486"/>
                  </a:moveTo>
                  <a:lnTo>
                    <a:pt x="1847791" y="781713"/>
                  </a:lnTo>
                  <a:lnTo>
                    <a:pt x="1798564" y="812866"/>
                  </a:lnTo>
                  <a:close/>
                  <a:moveTo>
                    <a:pt x="1651565" y="326717"/>
                  </a:moveTo>
                  <a:lnTo>
                    <a:pt x="1599857" y="313974"/>
                  </a:lnTo>
                  <a:lnTo>
                    <a:pt x="1535058" y="384975"/>
                  </a:lnTo>
                  <a:close/>
                  <a:moveTo>
                    <a:pt x="1894174" y="642834"/>
                  </a:moveTo>
                  <a:lnTo>
                    <a:pt x="2000766" y="609454"/>
                  </a:lnTo>
                  <a:lnTo>
                    <a:pt x="1927042" y="522183"/>
                  </a:lnTo>
                  <a:close/>
                  <a:moveTo>
                    <a:pt x="1704320" y="308757"/>
                  </a:moveTo>
                  <a:lnTo>
                    <a:pt x="1694966" y="313974"/>
                  </a:lnTo>
                  <a:lnTo>
                    <a:pt x="1751486" y="390654"/>
                  </a:lnTo>
                  <a:close/>
                  <a:moveTo>
                    <a:pt x="1920356" y="213865"/>
                  </a:moveTo>
                  <a:lnTo>
                    <a:pt x="1939084" y="298731"/>
                  </a:lnTo>
                  <a:lnTo>
                    <a:pt x="1934414" y="319316"/>
                  </a:lnTo>
                  <a:close/>
                  <a:moveTo>
                    <a:pt x="1898692" y="31294"/>
                  </a:moveTo>
                  <a:lnTo>
                    <a:pt x="1949580" y="116449"/>
                  </a:lnTo>
                  <a:lnTo>
                    <a:pt x="1908180" y="34235"/>
                  </a:lnTo>
                  <a:close/>
                  <a:moveTo>
                    <a:pt x="1898692" y="31294"/>
                  </a:moveTo>
                  <a:lnTo>
                    <a:pt x="1935903" y="101134"/>
                  </a:lnTo>
                  <a:lnTo>
                    <a:pt x="1949580" y="116449"/>
                  </a:lnTo>
                  <a:close/>
                  <a:moveTo>
                    <a:pt x="1862654" y="0"/>
                  </a:moveTo>
                  <a:lnTo>
                    <a:pt x="1935903" y="101134"/>
                  </a:lnTo>
                  <a:lnTo>
                    <a:pt x="1898692" y="3129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22" name="Candidate_density__2021">
              <a:extLst>
                <a:ext uri="{FF2B5EF4-FFF2-40B4-BE49-F238E27FC236}">
                  <a16:creationId xmlns:a16="http://schemas.microsoft.com/office/drawing/2014/main" id="{2E7AADC5-095B-5BC4-65AE-3CCE04D49769}"/>
                </a:ext>
              </a:extLst>
            </p:cNvPr>
            <p:cNvSpPr>
              <a:spLocks noGrp="1"/>
            </p:cNvSpPr>
            <p:nvPr/>
          </p:nvSpPr>
          <p:spPr>
            <a:xfrm>
              <a:off x="4485346" y="3433909"/>
              <a:ext cx="2106526" cy="1839703"/>
            </a:xfrm>
            <a:custGeom>
              <a:avLst/>
              <a:gdLst/>
              <a:ahLst/>
              <a:cxnLst/>
              <a:rect l="0" t="0" r="0" b="0"/>
              <a:pathLst>
                <a:path w="2106526" h="1839703">
                  <a:moveTo>
                    <a:pt x="24737" y="989899"/>
                  </a:moveTo>
                  <a:lnTo>
                    <a:pt x="0" y="1028336"/>
                  </a:lnTo>
                  <a:lnTo>
                    <a:pt x="36794" y="1060191"/>
                  </a:lnTo>
                  <a:close/>
                  <a:moveTo>
                    <a:pt x="597620" y="1565405"/>
                  </a:moveTo>
                  <a:lnTo>
                    <a:pt x="553915" y="1504512"/>
                  </a:lnTo>
                  <a:lnTo>
                    <a:pt x="598694" y="1568200"/>
                  </a:lnTo>
                  <a:close/>
                  <a:moveTo>
                    <a:pt x="597620" y="1565405"/>
                  </a:moveTo>
                  <a:lnTo>
                    <a:pt x="525897" y="1483190"/>
                  </a:lnTo>
                  <a:lnTo>
                    <a:pt x="553915" y="1504512"/>
                  </a:lnTo>
                  <a:close/>
                  <a:moveTo>
                    <a:pt x="728204" y="1526969"/>
                  </a:moveTo>
                  <a:lnTo>
                    <a:pt x="724879" y="1530479"/>
                  </a:lnTo>
                  <a:lnTo>
                    <a:pt x="782690" y="1539799"/>
                  </a:lnTo>
                  <a:close/>
                  <a:moveTo>
                    <a:pt x="782690" y="1539799"/>
                  </a:moveTo>
                  <a:lnTo>
                    <a:pt x="724879" y="1530479"/>
                  </a:lnTo>
                  <a:lnTo>
                    <a:pt x="711523" y="1637156"/>
                  </a:lnTo>
                  <a:close/>
                  <a:moveTo>
                    <a:pt x="782690" y="1539799"/>
                  </a:moveTo>
                  <a:lnTo>
                    <a:pt x="711523" y="1637156"/>
                  </a:lnTo>
                  <a:lnTo>
                    <a:pt x="817960" y="1611217"/>
                  </a:lnTo>
                  <a:close/>
                  <a:moveTo>
                    <a:pt x="525897" y="1483190"/>
                  </a:moveTo>
                  <a:lnTo>
                    <a:pt x="597620" y="1565405"/>
                  </a:lnTo>
                  <a:lnTo>
                    <a:pt x="617197" y="1444753"/>
                  </a:lnTo>
                  <a:close/>
                  <a:moveTo>
                    <a:pt x="668955" y="1444753"/>
                  </a:moveTo>
                  <a:lnTo>
                    <a:pt x="628466" y="1448661"/>
                  </a:lnTo>
                  <a:lnTo>
                    <a:pt x="699493" y="1446752"/>
                  </a:lnTo>
                  <a:close/>
                  <a:moveTo>
                    <a:pt x="699493" y="1446752"/>
                  </a:moveTo>
                  <a:lnTo>
                    <a:pt x="628466" y="1448661"/>
                  </a:lnTo>
                  <a:lnTo>
                    <a:pt x="607534" y="1561013"/>
                  </a:lnTo>
                  <a:close/>
                  <a:moveTo>
                    <a:pt x="720241" y="1526969"/>
                  </a:moveTo>
                  <a:lnTo>
                    <a:pt x="711439" y="1480224"/>
                  </a:lnTo>
                  <a:lnTo>
                    <a:pt x="699493" y="1446752"/>
                  </a:lnTo>
                  <a:close/>
                  <a:moveTo>
                    <a:pt x="607534" y="1561013"/>
                  </a:moveTo>
                  <a:lnTo>
                    <a:pt x="720241" y="1526969"/>
                  </a:lnTo>
                  <a:lnTo>
                    <a:pt x="699493" y="1446752"/>
                  </a:lnTo>
                  <a:close/>
                  <a:moveTo>
                    <a:pt x="711439" y="1480224"/>
                  </a:moveTo>
                  <a:lnTo>
                    <a:pt x="728204" y="1526969"/>
                  </a:lnTo>
                  <a:lnTo>
                    <a:pt x="699493" y="1446752"/>
                  </a:lnTo>
                  <a:close/>
                  <a:moveTo>
                    <a:pt x="728204" y="1526969"/>
                  </a:moveTo>
                  <a:lnTo>
                    <a:pt x="782690" y="1539799"/>
                  </a:lnTo>
                  <a:lnTo>
                    <a:pt x="699493" y="1446752"/>
                  </a:lnTo>
                  <a:close/>
                  <a:moveTo>
                    <a:pt x="545983" y="1418926"/>
                  </a:moveTo>
                  <a:lnTo>
                    <a:pt x="491548" y="1394532"/>
                  </a:lnTo>
                  <a:lnTo>
                    <a:pt x="617197" y="1444753"/>
                  </a:lnTo>
                  <a:close/>
                  <a:moveTo>
                    <a:pt x="252193" y="877812"/>
                  </a:moveTo>
                  <a:lnTo>
                    <a:pt x="229705" y="885668"/>
                  </a:lnTo>
                  <a:lnTo>
                    <a:pt x="297924" y="951463"/>
                  </a:lnTo>
                  <a:close/>
                  <a:moveTo>
                    <a:pt x="952773" y="1762392"/>
                  </a:moveTo>
                  <a:lnTo>
                    <a:pt x="1055326" y="1839703"/>
                  </a:lnTo>
                  <a:lnTo>
                    <a:pt x="1032771" y="1817393"/>
                  </a:lnTo>
                  <a:close/>
                  <a:moveTo>
                    <a:pt x="1030363" y="1836656"/>
                  </a:moveTo>
                  <a:lnTo>
                    <a:pt x="1055326" y="1839703"/>
                  </a:lnTo>
                  <a:lnTo>
                    <a:pt x="961976" y="1773614"/>
                  </a:lnTo>
                  <a:close/>
                  <a:moveTo>
                    <a:pt x="618459" y="1351947"/>
                  </a:moveTo>
                  <a:lnTo>
                    <a:pt x="628322" y="1444020"/>
                  </a:lnTo>
                  <a:lnTo>
                    <a:pt x="668955" y="1444753"/>
                  </a:lnTo>
                  <a:close/>
                  <a:moveTo>
                    <a:pt x="358959" y="998335"/>
                  </a:moveTo>
                  <a:lnTo>
                    <a:pt x="488083" y="987246"/>
                  </a:lnTo>
                  <a:lnTo>
                    <a:pt x="404090" y="951869"/>
                  </a:lnTo>
                  <a:close/>
                  <a:moveTo>
                    <a:pt x="524582" y="927807"/>
                  </a:moveTo>
                  <a:lnTo>
                    <a:pt x="488083" y="987246"/>
                  </a:lnTo>
                  <a:lnTo>
                    <a:pt x="482767" y="1001302"/>
                  </a:lnTo>
                  <a:close/>
                  <a:moveTo>
                    <a:pt x="337144" y="913026"/>
                  </a:moveTo>
                  <a:lnTo>
                    <a:pt x="297924" y="951463"/>
                  </a:lnTo>
                  <a:lnTo>
                    <a:pt x="358959" y="998335"/>
                  </a:lnTo>
                  <a:close/>
                  <a:moveTo>
                    <a:pt x="488083" y="987246"/>
                  </a:moveTo>
                  <a:lnTo>
                    <a:pt x="513604" y="913026"/>
                  </a:lnTo>
                  <a:lnTo>
                    <a:pt x="510005" y="879065"/>
                  </a:lnTo>
                  <a:close/>
                  <a:moveTo>
                    <a:pt x="517424" y="881746"/>
                  </a:moveTo>
                  <a:lnTo>
                    <a:pt x="551375" y="945227"/>
                  </a:lnTo>
                  <a:lnTo>
                    <a:pt x="493639" y="992462"/>
                  </a:lnTo>
                  <a:close/>
                  <a:moveTo>
                    <a:pt x="404090" y="951869"/>
                  </a:moveTo>
                  <a:lnTo>
                    <a:pt x="488083" y="987246"/>
                  </a:lnTo>
                  <a:lnTo>
                    <a:pt x="480973" y="874590"/>
                  </a:lnTo>
                  <a:close/>
                  <a:moveTo>
                    <a:pt x="480973" y="874590"/>
                  </a:moveTo>
                  <a:lnTo>
                    <a:pt x="488083" y="987246"/>
                  </a:lnTo>
                  <a:lnTo>
                    <a:pt x="510005" y="879065"/>
                  </a:lnTo>
                  <a:close/>
                  <a:moveTo>
                    <a:pt x="476666" y="806078"/>
                  </a:moveTo>
                  <a:lnTo>
                    <a:pt x="510005" y="879065"/>
                  </a:lnTo>
                  <a:lnTo>
                    <a:pt x="513604" y="913026"/>
                  </a:lnTo>
                  <a:close/>
                  <a:moveTo>
                    <a:pt x="510005" y="879065"/>
                  </a:moveTo>
                  <a:lnTo>
                    <a:pt x="476666" y="806078"/>
                  </a:lnTo>
                  <a:lnTo>
                    <a:pt x="480973" y="874590"/>
                  </a:lnTo>
                  <a:close/>
                  <a:moveTo>
                    <a:pt x="476666" y="806078"/>
                  </a:moveTo>
                  <a:lnTo>
                    <a:pt x="443120" y="792375"/>
                  </a:lnTo>
                  <a:lnTo>
                    <a:pt x="480973" y="874590"/>
                  </a:lnTo>
                  <a:close/>
                  <a:moveTo>
                    <a:pt x="1195396" y="1411659"/>
                  </a:moveTo>
                  <a:lnTo>
                    <a:pt x="1176277" y="1450096"/>
                  </a:lnTo>
                  <a:lnTo>
                    <a:pt x="1234344" y="1493874"/>
                  </a:lnTo>
                  <a:close/>
                  <a:moveTo>
                    <a:pt x="1100512" y="1263007"/>
                  </a:moveTo>
                  <a:lnTo>
                    <a:pt x="1063215" y="1247229"/>
                  </a:lnTo>
                  <a:lnTo>
                    <a:pt x="1097410" y="1329444"/>
                  </a:lnTo>
                  <a:close/>
                  <a:moveTo>
                    <a:pt x="1028040" y="1182363"/>
                  </a:moveTo>
                  <a:lnTo>
                    <a:pt x="1063215" y="1247229"/>
                  </a:lnTo>
                  <a:lnTo>
                    <a:pt x="1020848" y="1167088"/>
                  </a:lnTo>
                  <a:close/>
                  <a:moveTo>
                    <a:pt x="1020848" y="1167088"/>
                  </a:moveTo>
                  <a:lnTo>
                    <a:pt x="1063215" y="1247229"/>
                  </a:lnTo>
                  <a:lnTo>
                    <a:pt x="1100512" y="1263007"/>
                  </a:lnTo>
                  <a:close/>
                  <a:moveTo>
                    <a:pt x="1028040" y="1182363"/>
                  </a:moveTo>
                  <a:lnTo>
                    <a:pt x="1020848" y="1167088"/>
                  </a:lnTo>
                  <a:lnTo>
                    <a:pt x="1019315" y="1165014"/>
                  </a:lnTo>
                  <a:close/>
                  <a:moveTo>
                    <a:pt x="486400" y="589508"/>
                  </a:moveTo>
                  <a:lnTo>
                    <a:pt x="487286" y="671723"/>
                  </a:lnTo>
                  <a:lnTo>
                    <a:pt x="438351" y="627945"/>
                  </a:lnTo>
                  <a:close/>
                  <a:moveTo>
                    <a:pt x="526542" y="671723"/>
                  </a:moveTo>
                  <a:lnTo>
                    <a:pt x="500687" y="589508"/>
                  </a:lnTo>
                  <a:lnTo>
                    <a:pt x="526979" y="625582"/>
                  </a:lnTo>
                  <a:close/>
                  <a:moveTo>
                    <a:pt x="1095348" y="1306705"/>
                  </a:moveTo>
                  <a:lnTo>
                    <a:pt x="1098907" y="1411659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97410" y="1329444"/>
                  </a:lnTo>
                  <a:lnTo>
                    <a:pt x="1063215" y="1247229"/>
                  </a:lnTo>
                  <a:close/>
                  <a:moveTo>
                    <a:pt x="1057679" y="1237237"/>
                  </a:moveTo>
                  <a:lnTo>
                    <a:pt x="1095348" y="1306705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63215" y="1247229"/>
                  </a:lnTo>
                  <a:lnTo>
                    <a:pt x="1028040" y="1182363"/>
                  </a:lnTo>
                  <a:close/>
                  <a:moveTo>
                    <a:pt x="869628" y="879932"/>
                  </a:moveTo>
                  <a:lnTo>
                    <a:pt x="896138" y="967864"/>
                  </a:lnTo>
                  <a:lnTo>
                    <a:pt x="940975" y="920300"/>
                  </a:lnTo>
                  <a:close/>
                  <a:moveTo>
                    <a:pt x="869628" y="879932"/>
                  </a:moveTo>
                  <a:lnTo>
                    <a:pt x="830529" y="918369"/>
                  </a:lnTo>
                  <a:lnTo>
                    <a:pt x="896138" y="967864"/>
                  </a:lnTo>
                  <a:close/>
                  <a:moveTo>
                    <a:pt x="852412" y="867831"/>
                  </a:moveTo>
                  <a:lnTo>
                    <a:pt x="789883" y="833306"/>
                  </a:lnTo>
                  <a:lnTo>
                    <a:pt x="869628" y="879932"/>
                  </a:lnTo>
                  <a:close/>
                  <a:moveTo>
                    <a:pt x="869628" y="879932"/>
                  </a:moveTo>
                  <a:lnTo>
                    <a:pt x="789883" y="833306"/>
                  </a:lnTo>
                  <a:lnTo>
                    <a:pt x="794237" y="836154"/>
                  </a:lnTo>
                  <a:close/>
                  <a:moveTo>
                    <a:pt x="869628" y="879932"/>
                  </a:moveTo>
                  <a:lnTo>
                    <a:pt x="794237" y="836154"/>
                  </a:lnTo>
                  <a:lnTo>
                    <a:pt x="830529" y="918369"/>
                  </a:lnTo>
                  <a:close/>
                  <a:moveTo>
                    <a:pt x="869628" y="879932"/>
                  </a:moveTo>
                  <a:lnTo>
                    <a:pt x="940975" y="920300"/>
                  </a:lnTo>
                  <a:lnTo>
                    <a:pt x="966334" y="850538"/>
                  </a:lnTo>
                  <a:close/>
                  <a:moveTo>
                    <a:pt x="943976" y="768623"/>
                  </a:moveTo>
                  <a:lnTo>
                    <a:pt x="869628" y="879932"/>
                  </a:lnTo>
                  <a:lnTo>
                    <a:pt x="966334" y="850538"/>
                  </a:lnTo>
                  <a:close/>
                  <a:moveTo>
                    <a:pt x="1453022" y="1158199"/>
                  </a:moveTo>
                  <a:lnTo>
                    <a:pt x="1530095" y="1214135"/>
                  </a:lnTo>
                  <a:lnTo>
                    <a:pt x="1561674" y="1230551"/>
                  </a:lnTo>
                  <a:close/>
                  <a:moveTo>
                    <a:pt x="1276035" y="1121858"/>
                  </a:moveTo>
                  <a:lnTo>
                    <a:pt x="1353204" y="1170356"/>
                  </a:lnTo>
                  <a:lnTo>
                    <a:pt x="1325528" y="1091703"/>
                  </a:lnTo>
                  <a:close/>
                  <a:moveTo>
                    <a:pt x="1325528" y="1091703"/>
                  </a:moveTo>
                  <a:lnTo>
                    <a:pt x="1353204" y="1170356"/>
                  </a:lnTo>
                  <a:lnTo>
                    <a:pt x="1385957" y="1052038"/>
                  </a:lnTo>
                  <a:close/>
                  <a:moveTo>
                    <a:pt x="1372481" y="1163086"/>
                  </a:moveTo>
                  <a:lnTo>
                    <a:pt x="1435961" y="1071977"/>
                  </a:lnTo>
                  <a:lnTo>
                    <a:pt x="1385957" y="1052038"/>
                  </a:lnTo>
                  <a:close/>
                  <a:moveTo>
                    <a:pt x="1285622" y="1049705"/>
                  </a:moveTo>
                  <a:lnTo>
                    <a:pt x="1175321" y="1002004"/>
                  </a:lnTo>
                  <a:lnTo>
                    <a:pt x="1175313" y="1005926"/>
                  </a:lnTo>
                  <a:close/>
                  <a:moveTo>
                    <a:pt x="1149293" y="926648"/>
                  </a:moveTo>
                  <a:lnTo>
                    <a:pt x="1175313" y="1005926"/>
                  </a:lnTo>
                  <a:lnTo>
                    <a:pt x="1175321" y="1002004"/>
                  </a:lnTo>
                  <a:close/>
                  <a:moveTo>
                    <a:pt x="1179771" y="967489"/>
                  </a:moveTo>
                  <a:lnTo>
                    <a:pt x="1149293" y="926648"/>
                  </a:lnTo>
                  <a:lnTo>
                    <a:pt x="1175321" y="1002004"/>
                  </a:lnTo>
                  <a:close/>
                  <a:moveTo>
                    <a:pt x="1530095" y="1214135"/>
                  </a:moveTo>
                  <a:lnTo>
                    <a:pt x="1534268" y="1292331"/>
                  </a:lnTo>
                  <a:lnTo>
                    <a:pt x="1539152" y="1296350"/>
                  </a:lnTo>
                  <a:close/>
                  <a:moveTo>
                    <a:pt x="1644978" y="1234897"/>
                  </a:moveTo>
                  <a:lnTo>
                    <a:pt x="1534268" y="1292331"/>
                  </a:lnTo>
                  <a:lnTo>
                    <a:pt x="1530095" y="1214135"/>
                  </a:lnTo>
                  <a:close/>
                  <a:moveTo>
                    <a:pt x="2056204" y="1181040"/>
                  </a:moveTo>
                  <a:lnTo>
                    <a:pt x="2041550" y="1172575"/>
                  </a:lnTo>
                  <a:lnTo>
                    <a:pt x="1991827" y="1201872"/>
                  </a:lnTo>
                  <a:close/>
                  <a:moveTo>
                    <a:pt x="1752128" y="936123"/>
                  </a:moveTo>
                  <a:lnTo>
                    <a:pt x="1741495" y="1044860"/>
                  </a:lnTo>
                  <a:lnTo>
                    <a:pt x="1757527" y="1055047"/>
                  </a:lnTo>
                  <a:close/>
                  <a:moveTo>
                    <a:pt x="1718400" y="852180"/>
                  </a:moveTo>
                  <a:lnTo>
                    <a:pt x="1661198" y="808401"/>
                  </a:lnTo>
                  <a:lnTo>
                    <a:pt x="1690863" y="769964"/>
                  </a:lnTo>
                  <a:close/>
                  <a:moveTo>
                    <a:pt x="1902185" y="1016610"/>
                  </a:moveTo>
                  <a:lnTo>
                    <a:pt x="1886450" y="987606"/>
                  </a:lnTo>
                  <a:lnTo>
                    <a:pt x="1843022" y="922820"/>
                  </a:lnTo>
                  <a:close/>
                  <a:moveTo>
                    <a:pt x="1755218" y="769964"/>
                  </a:moveTo>
                  <a:lnTo>
                    <a:pt x="1791626" y="795467"/>
                  </a:lnTo>
                  <a:lnTo>
                    <a:pt x="1800310" y="757360"/>
                  </a:lnTo>
                  <a:close/>
                  <a:moveTo>
                    <a:pt x="1698936" y="687749"/>
                  </a:moveTo>
                  <a:lnTo>
                    <a:pt x="1755218" y="769964"/>
                  </a:lnTo>
                  <a:lnTo>
                    <a:pt x="1761189" y="649313"/>
                  </a:lnTo>
                  <a:close/>
                  <a:moveTo>
                    <a:pt x="1880049" y="653033"/>
                  </a:moveTo>
                  <a:lnTo>
                    <a:pt x="1823301" y="698693"/>
                  </a:lnTo>
                  <a:lnTo>
                    <a:pt x="1800310" y="757360"/>
                  </a:lnTo>
                  <a:close/>
                  <a:moveTo>
                    <a:pt x="1792264" y="582647"/>
                  </a:moveTo>
                  <a:lnTo>
                    <a:pt x="1698936" y="687749"/>
                  </a:lnTo>
                  <a:lnTo>
                    <a:pt x="1761189" y="649313"/>
                  </a:lnTo>
                  <a:close/>
                  <a:moveTo>
                    <a:pt x="2106526" y="1029964"/>
                  </a:moveTo>
                  <a:lnTo>
                    <a:pt x="2103922" y="978173"/>
                  </a:lnTo>
                  <a:lnTo>
                    <a:pt x="2079618" y="951747"/>
                  </a:lnTo>
                  <a:close/>
                  <a:moveTo>
                    <a:pt x="1766800" y="528662"/>
                  </a:moveTo>
                  <a:lnTo>
                    <a:pt x="1798351" y="558768"/>
                  </a:lnTo>
                  <a:lnTo>
                    <a:pt x="1761189" y="649313"/>
                  </a:lnTo>
                  <a:close/>
                  <a:moveTo>
                    <a:pt x="1490111" y="238238"/>
                  </a:moveTo>
                  <a:lnTo>
                    <a:pt x="1559795" y="270802"/>
                  </a:lnTo>
                  <a:lnTo>
                    <a:pt x="1592990" y="204169"/>
                  </a:lnTo>
                  <a:close/>
                  <a:moveTo>
                    <a:pt x="1559795" y="270802"/>
                  </a:moveTo>
                  <a:lnTo>
                    <a:pt x="1624594" y="199801"/>
                  </a:lnTo>
                  <a:lnTo>
                    <a:pt x="1592990" y="204169"/>
                  </a:lnTo>
                  <a:close/>
                  <a:moveTo>
                    <a:pt x="1592990" y="204169"/>
                  </a:moveTo>
                  <a:lnTo>
                    <a:pt x="1624594" y="199801"/>
                  </a:lnTo>
                  <a:lnTo>
                    <a:pt x="1597071" y="194972"/>
                  </a:lnTo>
                  <a:close/>
                  <a:moveTo>
                    <a:pt x="1351674" y="156022"/>
                  </a:moveTo>
                  <a:lnTo>
                    <a:pt x="1384093" y="152723"/>
                  </a:lnTo>
                  <a:lnTo>
                    <a:pt x="1418124" y="83230"/>
                  </a:lnTo>
                  <a:close/>
                  <a:moveTo>
                    <a:pt x="1384093" y="152723"/>
                  </a:moveTo>
                  <a:lnTo>
                    <a:pt x="1484135" y="117586"/>
                  </a:lnTo>
                  <a:lnTo>
                    <a:pt x="1418124" y="83230"/>
                  </a:lnTo>
                  <a:close/>
                  <a:moveTo>
                    <a:pt x="1890277" y="446447"/>
                  </a:moveTo>
                  <a:lnTo>
                    <a:pt x="1918911" y="528662"/>
                  </a:lnTo>
                  <a:lnTo>
                    <a:pt x="1951779" y="408010"/>
                  </a:lnTo>
                  <a:close/>
                  <a:moveTo>
                    <a:pt x="1683728" y="161364"/>
                  </a:moveTo>
                  <a:lnTo>
                    <a:pt x="1676302" y="212544"/>
                  </a:lnTo>
                  <a:lnTo>
                    <a:pt x="1729057" y="194584"/>
                  </a:lnTo>
                  <a:close/>
                  <a:moveTo>
                    <a:pt x="1683728" y="161364"/>
                  </a:moveTo>
                  <a:lnTo>
                    <a:pt x="1624594" y="199801"/>
                  </a:lnTo>
                  <a:lnTo>
                    <a:pt x="1676302" y="212544"/>
                  </a:lnTo>
                  <a:close/>
                  <a:moveTo>
                    <a:pt x="1791085" y="243580"/>
                  </a:moveTo>
                  <a:lnTo>
                    <a:pt x="1729057" y="194584"/>
                  </a:lnTo>
                  <a:lnTo>
                    <a:pt x="1776223" y="276481"/>
                  </a:lnTo>
                  <a:close/>
                  <a:moveTo>
                    <a:pt x="1448831" y="0"/>
                  </a:moveTo>
                  <a:lnTo>
                    <a:pt x="1510668" y="10320"/>
                  </a:lnTo>
                  <a:lnTo>
                    <a:pt x="1473427" y="11343"/>
                  </a:lnTo>
                  <a:close/>
                  <a:moveTo>
                    <a:pt x="1791085" y="243580"/>
                  </a:moveTo>
                  <a:lnTo>
                    <a:pt x="1776223" y="276481"/>
                  </a:lnTo>
                  <a:lnTo>
                    <a:pt x="1824461" y="272622"/>
                  </a:lnTo>
                  <a:close/>
                  <a:moveTo>
                    <a:pt x="2050203" y="344120"/>
                  </a:moveTo>
                  <a:lnTo>
                    <a:pt x="1951779" y="408010"/>
                  </a:lnTo>
                  <a:lnTo>
                    <a:pt x="2055592" y="370727"/>
                  </a:lnTo>
                  <a:close/>
                  <a:moveTo>
                    <a:pt x="2055592" y="370727"/>
                  </a:moveTo>
                  <a:lnTo>
                    <a:pt x="2028618" y="478618"/>
                  </a:lnTo>
                  <a:lnTo>
                    <a:pt x="2069522" y="408010"/>
                  </a:lnTo>
                  <a:close/>
                  <a:moveTo>
                    <a:pt x="2069522" y="408010"/>
                  </a:moveTo>
                  <a:lnTo>
                    <a:pt x="2050203" y="344120"/>
                  </a:lnTo>
                  <a:lnTo>
                    <a:pt x="2055592" y="370727"/>
                  </a:lnTo>
                  <a:close/>
                  <a:moveTo>
                    <a:pt x="2039248" y="287358"/>
                  </a:moveTo>
                  <a:lnTo>
                    <a:pt x="2050203" y="344120"/>
                  </a:lnTo>
                  <a:lnTo>
                    <a:pt x="2069522" y="408010"/>
                  </a:lnTo>
                  <a:close/>
                  <a:moveTo>
                    <a:pt x="1959150" y="205144"/>
                  </a:moveTo>
                  <a:lnTo>
                    <a:pt x="1953469" y="261104"/>
                  </a:lnTo>
                  <a:lnTo>
                    <a:pt x="1977882" y="233720"/>
                  </a:lnTo>
                  <a:close/>
                  <a:moveTo>
                    <a:pt x="1977882" y="233720"/>
                  </a:moveTo>
                  <a:lnTo>
                    <a:pt x="1953469" y="261104"/>
                  </a:lnTo>
                  <a:lnTo>
                    <a:pt x="1956345" y="290729"/>
                  </a:lnTo>
                  <a:close/>
                  <a:moveTo>
                    <a:pt x="2008745" y="287358"/>
                  </a:moveTo>
                  <a:lnTo>
                    <a:pt x="2033060" y="280027"/>
                  </a:lnTo>
                  <a:lnTo>
                    <a:pt x="1977882" y="233720"/>
                  </a:lnTo>
                  <a:close/>
                  <a:moveTo>
                    <a:pt x="1956345" y="290729"/>
                  </a:moveTo>
                  <a:lnTo>
                    <a:pt x="2008745" y="287358"/>
                  </a:lnTo>
                  <a:lnTo>
                    <a:pt x="1977882" y="233720"/>
                  </a:lnTo>
                  <a:close/>
                  <a:moveTo>
                    <a:pt x="2008745" y="287358"/>
                  </a:moveTo>
                  <a:lnTo>
                    <a:pt x="2050203" y="344120"/>
                  </a:lnTo>
                  <a:lnTo>
                    <a:pt x="2038624" y="284429"/>
                  </a:lnTo>
                  <a:close/>
                  <a:moveTo>
                    <a:pt x="2038624" y="284429"/>
                  </a:moveTo>
                  <a:lnTo>
                    <a:pt x="2033060" y="280027"/>
                  </a:lnTo>
                  <a:lnTo>
                    <a:pt x="2008745" y="287358"/>
                  </a:lnTo>
                  <a:close/>
                  <a:moveTo>
                    <a:pt x="1953469" y="261104"/>
                  </a:moveTo>
                  <a:lnTo>
                    <a:pt x="1959150" y="205144"/>
                  </a:lnTo>
                  <a:lnTo>
                    <a:pt x="1963821" y="184559"/>
                  </a:lnTo>
                  <a:close/>
                  <a:moveTo>
                    <a:pt x="2038624" y="284429"/>
                  </a:moveTo>
                  <a:lnTo>
                    <a:pt x="2050203" y="344120"/>
                  </a:lnTo>
                  <a:lnTo>
                    <a:pt x="2039248" y="287358"/>
                  </a:lnTo>
                  <a:close/>
                  <a:moveTo>
                    <a:pt x="2038624" y="284429"/>
                  </a:moveTo>
                  <a:lnTo>
                    <a:pt x="2039248" y="287358"/>
                  </a:lnTo>
                  <a:lnTo>
                    <a:pt x="2033060" y="280027"/>
                  </a:lnTo>
                  <a:close/>
                  <a:moveTo>
                    <a:pt x="1879337" y="205144"/>
                  </a:moveTo>
                  <a:lnTo>
                    <a:pt x="1953469" y="261104"/>
                  </a:lnTo>
                  <a:lnTo>
                    <a:pt x="1963821" y="184559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23" name="Candidate_density__2022">
              <a:extLst>
                <a:ext uri="{FF2B5EF4-FFF2-40B4-BE49-F238E27FC236}">
                  <a16:creationId xmlns:a16="http://schemas.microsoft.com/office/drawing/2014/main" id="{170F14E5-9BDE-CCAB-AE5D-43BD735DC29D}"/>
                </a:ext>
              </a:extLst>
            </p:cNvPr>
            <p:cNvSpPr>
              <a:spLocks noGrp="1"/>
            </p:cNvSpPr>
            <p:nvPr/>
          </p:nvSpPr>
          <p:spPr>
            <a:xfrm>
              <a:off x="4601852" y="3436186"/>
              <a:ext cx="1857811" cy="1268087"/>
            </a:xfrm>
            <a:custGeom>
              <a:avLst/>
              <a:gdLst/>
              <a:ahLst/>
              <a:cxnLst/>
              <a:rect l="0" t="0" r="0" b="0"/>
              <a:pathLst>
                <a:path w="1857811" h="1268087">
                  <a:moveTo>
                    <a:pt x="0" y="1077288"/>
                  </a:moveTo>
                  <a:lnTo>
                    <a:pt x="19868" y="998768"/>
                  </a:lnTo>
                  <a:lnTo>
                    <a:pt x="4873" y="987623"/>
                  </a:lnTo>
                  <a:close/>
                  <a:moveTo>
                    <a:pt x="521831" y="1268087"/>
                  </a:moveTo>
                  <a:lnTo>
                    <a:pt x="494047" y="1256005"/>
                  </a:lnTo>
                  <a:lnTo>
                    <a:pt x="545728" y="1239610"/>
                  </a:lnTo>
                  <a:close/>
                  <a:moveTo>
                    <a:pt x="545728" y="1239610"/>
                  </a:moveTo>
                  <a:lnTo>
                    <a:pt x="494047" y="1256005"/>
                  </a:lnTo>
                  <a:lnTo>
                    <a:pt x="583813" y="1221171"/>
                  </a:lnTo>
                  <a:close/>
                  <a:moveTo>
                    <a:pt x="346637" y="714702"/>
                  </a:moveTo>
                  <a:lnTo>
                    <a:pt x="350825" y="707883"/>
                  </a:lnTo>
                  <a:lnTo>
                    <a:pt x="326614" y="790098"/>
                  </a:lnTo>
                  <a:close/>
                  <a:moveTo>
                    <a:pt x="1626283" y="1173422"/>
                  </a:moveTo>
                  <a:lnTo>
                    <a:pt x="1667449" y="1134985"/>
                  </a:lnTo>
                  <a:lnTo>
                    <a:pt x="1645132" y="1174930"/>
                  </a:lnTo>
                  <a:close/>
                  <a:moveTo>
                    <a:pt x="1835375" y="120652"/>
                  </a:moveTo>
                  <a:lnTo>
                    <a:pt x="1832654" y="27514"/>
                  </a:lnTo>
                  <a:lnTo>
                    <a:pt x="1828587" y="97416"/>
                  </a:lnTo>
                  <a:close/>
                  <a:moveTo>
                    <a:pt x="1857811" y="0"/>
                  </a:moveTo>
                  <a:lnTo>
                    <a:pt x="1832654" y="27514"/>
                  </a:lnTo>
                  <a:lnTo>
                    <a:pt x="1835375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24" name="Candidate_density__2023">
              <a:extLst>
                <a:ext uri="{FF2B5EF4-FFF2-40B4-BE49-F238E27FC236}">
                  <a16:creationId xmlns:a16="http://schemas.microsoft.com/office/drawing/2014/main" id="{432D03B4-E4C0-4A77-97D3-3AEA00F9ACAE}"/>
                </a:ext>
              </a:extLst>
            </p:cNvPr>
            <p:cNvSpPr>
              <a:spLocks noGrp="1"/>
            </p:cNvSpPr>
            <p:nvPr/>
          </p:nvSpPr>
          <p:spPr>
            <a:xfrm>
              <a:off x="4522140" y="3420870"/>
              <a:ext cx="1937522" cy="1868868"/>
            </a:xfrm>
            <a:custGeom>
              <a:avLst/>
              <a:gdLst/>
              <a:ahLst/>
              <a:cxnLst/>
              <a:rect l="0" t="0" r="0" b="0"/>
              <a:pathLst>
                <a:path w="1937522" h="1868868">
                  <a:moveTo>
                    <a:pt x="0" y="1073230"/>
                  </a:moveTo>
                  <a:lnTo>
                    <a:pt x="79712" y="1092604"/>
                  </a:lnTo>
                  <a:lnTo>
                    <a:pt x="51955" y="1052278"/>
                  </a:lnTo>
                  <a:close/>
                  <a:moveTo>
                    <a:pt x="442912" y="1399374"/>
                  </a:moveTo>
                  <a:lnTo>
                    <a:pt x="414505" y="1356619"/>
                  </a:lnTo>
                  <a:lnTo>
                    <a:pt x="354061" y="1345829"/>
                  </a:lnTo>
                  <a:close/>
                  <a:moveTo>
                    <a:pt x="993569" y="1849696"/>
                  </a:moveTo>
                  <a:lnTo>
                    <a:pt x="1058545" y="1868868"/>
                  </a:lnTo>
                  <a:lnTo>
                    <a:pt x="1018532" y="1852742"/>
                  </a:lnTo>
                  <a:close/>
                  <a:moveTo>
                    <a:pt x="581665" y="1364987"/>
                  </a:moveTo>
                  <a:lnTo>
                    <a:pt x="632161" y="1457792"/>
                  </a:lnTo>
                  <a:lnTo>
                    <a:pt x="586541" y="1375577"/>
                  </a:lnTo>
                  <a:close/>
                  <a:moveTo>
                    <a:pt x="1025473" y="1538576"/>
                  </a:moveTo>
                  <a:lnTo>
                    <a:pt x="1067258" y="1473353"/>
                  </a:lnTo>
                  <a:lnTo>
                    <a:pt x="1067722" y="1463135"/>
                  </a:lnTo>
                  <a:close/>
                  <a:moveTo>
                    <a:pt x="1013493" y="1556562"/>
                  </a:moveTo>
                  <a:lnTo>
                    <a:pt x="1044869" y="1547639"/>
                  </a:lnTo>
                  <a:lnTo>
                    <a:pt x="1025473" y="1538576"/>
                  </a:lnTo>
                  <a:close/>
                  <a:moveTo>
                    <a:pt x="630043" y="1174758"/>
                  </a:moveTo>
                  <a:lnTo>
                    <a:pt x="625440" y="1254926"/>
                  </a:lnTo>
                  <a:lnTo>
                    <a:pt x="663525" y="1236487"/>
                  </a:lnTo>
                  <a:close/>
                  <a:moveTo>
                    <a:pt x="630043" y="1174758"/>
                  </a:moveTo>
                  <a:lnTo>
                    <a:pt x="663525" y="1236487"/>
                  </a:lnTo>
                  <a:lnTo>
                    <a:pt x="701975" y="1165045"/>
                  </a:lnTo>
                  <a:close/>
                  <a:moveTo>
                    <a:pt x="701975" y="1165045"/>
                  </a:moveTo>
                  <a:lnTo>
                    <a:pt x="730539" y="1164954"/>
                  </a:lnTo>
                  <a:lnTo>
                    <a:pt x="726001" y="1134274"/>
                  </a:lnTo>
                  <a:close/>
                  <a:moveTo>
                    <a:pt x="724652" y="1186373"/>
                  </a:moveTo>
                  <a:lnTo>
                    <a:pt x="730539" y="1164954"/>
                  </a:lnTo>
                  <a:lnTo>
                    <a:pt x="701975" y="1165045"/>
                  </a:lnTo>
                  <a:close/>
                  <a:moveTo>
                    <a:pt x="663525" y="1236487"/>
                  </a:moveTo>
                  <a:lnTo>
                    <a:pt x="724652" y="1186373"/>
                  </a:lnTo>
                  <a:lnTo>
                    <a:pt x="701975" y="1165045"/>
                  </a:lnTo>
                  <a:close/>
                  <a:moveTo>
                    <a:pt x="450492" y="684762"/>
                  </a:moveTo>
                  <a:lnTo>
                    <a:pt x="430537" y="723199"/>
                  </a:lnTo>
                  <a:lnTo>
                    <a:pt x="401557" y="640984"/>
                  </a:lnTo>
                  <a:close/>
                  <a:moveTo>
                    <a:pt x="985543" y="878640"/>
                  </a:moveTo>
                  <a:lnTo>
                    <a:pt x="904181" y="933340"/>
                  </a:lnTo>
                  <a:lnTo>
                    <a:pt x="969472" y="898792"/>
                  </a:lnTo>
                  <a:close/>
                  <a:moveTo>
                    <a:pt x="985543" y="878640"/>
                  </a:moveTo>
                  <a:lnTo>
                    <a:pt x="960318" y="864567"/>
                  </a:lnTo>
                  <a:lnTo>
                    <a:pt x="907182" y="781662"/>
                  </a:lnTo>
                  <a:close/>
                  <a:moveTo>
                    <a:pt x="1497003" y="1326107"/>
                  </a:moveTo>
                  <a:lnTo>
                    <a:pt x="1523509" y="1361753"/>
                  </a:lnTo>
                  <a:lnTo>
                    <a:pt x="1532440" y="1337536"/>
                  </a:lnTo>
                  <a:close/>
                  <a:moveTo>
                    <a:pt x="1493791" y="1408457"/>
                  </a:moveTo>
                  <a:lnTo>
                    <a:pt x="1523509" y="1361753"/>
                  </a:lnTo>
                  <a:lnTo>
                    <a:pt x="1497003" y="1326107"/>
                  </a:lnTo>
                  <a:close/>
                  <a:moveTo>
                    <a:pt x="1532440" y="1337536"/>
                  </a:moveTo>
                  <a:lnTo>
                    <a:pt x="1524879" y="1243590"/>
                  </a:lnTo>
                  <a:lnTo>
                    <a:pt x="1502358" y="1309389"/>
                  </a:lnTo>
                  <a:close/>
                  <a:moveTo>
                    <a:pt x="1292427" y="950517"/>
                  </a:moveTo>
                  <a:lnTo>
                    <a:pt x="1343512" y="969578"/>
                  </a:lnTo>
                  <a:lnTo>
                    <a:pt x="1316979" y="891057"/>
                  </a:lnTo>
                  <a:close/>
                  <a:moveTo>
                    <a:pt x="1347161" y="1044532"/>
                  </a:moveTo>
                  <a:lnTo>
                    <a:pt x="1354762" y="980528"/>
                  </a:lnTo>
                  <a:lnTo>
                    <a:pt x="1343512" y="969578"/>
                  </a:lnTo>
                  <a:close/>
                  <a:moveTo>
                    <a:pt x="1720733" y="1068086"/>
                  </a:moveTo>
                  <a:lnTo>
                    <a:pt x="1747161" y="1150301"/>
                  </a:lnTo>
                  <a:lnTo>
                    <a:pt x="1705694" y="1106522"/>
                  </a:lnTo>
                  <a:close/>
                  <a:moveTo>
                    <a:pt x="1681201" y="876819"/>
                  </a:moveTo>
                  <a:lnTo>
                    <a:pt x="1715334" y="949162"/>
                  </a:lnTo>
                  <a:lnTo>
                    <a:pt x="1713261" y="985871"/>
                  </a:lnTo>
                  <a:close/>
                  <a:moveTo>
                    <a:pt x="1262516" y="145907"/>
                  </a:moveTo>
                  <a:lnTo>
                    <a:pt x="1314880" y="169061"/>
                  </a:lnTo>
                  <a:lnTo>
                    <a:pt x="1381330" y="96270"/>
                  </a:lnTo>
                  <a:close/>
                  <a:moveTo>
                    <a:pt x="1639508" y="225583"/>
                  </a:moveTo>
                  <a:lnTo>
                    <a:pt x="1682909" y="212840"/>
                  </a:lnTo>
                  <a:lnTo>
                    <a:pt x="1692263" y="207623"/>
                  </a:lnTo>
                  <a:close/>
                  <a:moveTo>
                    <a:pt x="1908298" y="112732"/>
                  </a:moveTo>
                  <a:lnTo>
                    <a:pt x="1922356" y="218183"/>
                  </a:lnTo>
                  <a:lnTo>
                    <a:pt x="1915087" y="135967"/>
                  </a:lnTo>
                  <a:close/>
                  <a:moveTo>
                    <a:pt x="1908298" y="112732"/>
                  </a:moveTo>
                  <a:lnTo>
                    <a:pt x="1912366" y="42830"/>
                  </a:lnTo>
                  <a:lnTo>
                    <a:pt x="1849397" y="86055"/>
                  </a:lnTo>
                  <a:close/>
                  <a:moveTo>
                    <a:pt x="1923846" y="0"/>
                  </a:moveTo>
                  <a:lnTo>
                    <a:pt x="1912366" y="42830"/>
                  </a:lnTo>
                  <a:lnTo>
                    <a:pt x="1937522" y="1531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25" name="Candidate_density__2024">
              <a:extLst>
                <a:ext uri="{FF2B5EF4-FFF2-40B4-BE49-F238E27FC236}">
                  <a16:creationId xmlns:a16="http://schemas.microsoft.com/office/drawing/2014/main" id="{A8D437E6-F115-E94D-14C8-8477E13ADB7A}"/>
                </a:ext>
              </a:extLst>
            </p:cNvPr>
            <p:cNvSpPr>
              <a:spLocks noGrp="1"/>
            </p:cNvSpPr>
            <p:nvPr/>
          </p:nvSpPr>
          <p:spPr>
            <a:xfrm>
              <a:off x="6100292" y="3477253"/>
              <a:ext cx="73660" cy="42885"/>
            </a:xfrm>
            <a:custGeom>
              <a:avLst/>
              <a:gdLst/>
              <a:ahLst/>
              <a:cxnLst/>
              <a:rect l="0" t="0" r="0" b="0"/>
              <a:pathLst>
                <a:path w="73660" h="42885">
                  <a:moveTo>
                    <a:pt x="62076" y="35806"/>
                  </a:moveTo>
                  <a:lnTo>
                    <a:pt x="73660" y="0"/>
                  </a:lnTo>
                  <a:lnTo>
                    <a:pt x="0" y="4288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26" name="Candidate_density__2025">
              <a:extLst>
                <a:ext uri="{FF2B5EF4-FFF2-40B4-BE49-F238E27FC236}">
                  <a16:creationId xmlns:a16="http://schemas.microsoft.com/office/drawing/2014/main" id="{6313EEB2-028D-C6DE-F9D3-4D118B3763B4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011379"/>
              <a:ext cx="2088274" cy="2508355"/>
            </a:xfrm>
            <a:custGeom>
              <a:avLst/>
              <a:gdLst/>
              <a:ahLst/>
              <a:cxnLst/>
              <a:rect l="0" t="0" r="0" b="0"/>
              <a:pathLst>
                <a:path w="2088274" h="2508355">
                  <a:moveTo>
                    <a:pt x="607956" y="2508355"/>
                  </a:moveTo>
                  <a:lnTo>
                    <a:pt x="559483" y="2447639"/>
                  </a:lnTo>
                  <a:lnTo>
                    <a:pt x="569630" y="2475884"/>
                  </a:lnTo>
                  <a:close/>
                  <a:moveTo>
                    <a:pt x="577852" y="2459254"/>
                  </a:moveTo>
                  <a:lnTo>
                    <a:pt x="559483" y="2447639"/>
                  </a:lnTo>
                  <a:lnTo>
                    <a:pt x="607956" y="2508355"/>
                  </a:lnTo>
                  <a:close/>
                  <a:moveTo>
                    <a:pt x="569630" y="2475884"/>
                  </a:moveTo>
                  <a:lnTo>
                    <a:pt x="559483" y="2447639"/>
                  </a:lnTo>
                  <a:lnTo>
                    <a:pt x="513765" y="2384716"/>
                  </a:lnTo>
                  <a:close/>
                  <a:moveTo>
                    <a:pt x="556749" y="2437448"/>
                  </a:moveTo>
                  <a:lnTo>
                    <a:pt x="513765" y="2384716"/>
                  </a:lnTo>
                  <a:lnTo>
                    <a:pt x="559483" y="2447639"/>
                  </a:lnTo>
                  <a:close/>
                  <a:moveTo>
                    <a:pt x="556749" y="2437448"/>
                  </a:moveTo>
                  <a:lnTo>
                    <a:pt x="488053" y="2355233"/>
                  </a:lnTo>
                  <a:lnTo>
                    <a:pt x="513765" y="2384716"/>
                  </a:lnTo>
                  <a:close/>
                  <a:moveTo>
                    <a:pt x="527731" y="1841457"/>
                  </a:moveTo>
                  <a:lnTo>
                    <a:pt x="472870" y="1785069"/>
                  </a:lnTo>
                  <a:lnTo>
                    <a:pt x="473297" y="1817062"/>
                  </a:lnTo>
                  <a:close/>
                  <a:moveTo>
                    <a:pt x="348959" y="1702854"/>
                  </a:moveTo>
                  <a:lnTo>
                    <a:pt x="339991" y="1696846"/>
                  </a:lnTo>
                  <a:lnTo>
                    <a:pt x="285139" y="1706962"/>
                  </a:lnTo>
                  <a:close/>
                  <a:moveTo>
                    <a:pt x="6485" y="1412430"/>
                  </a:moveTo>
                  <a:lnTo>
                    <a:pt x="86509" y="1488777"/>
                  </a:lnTo>
                  <a:lnTo>
                    <a:pt x="0" y="1398422"/>
                  </a:lnTo>
                  <a:close/>
                  <a:moveTo>
                    <a:pt x="934522" y="2184923"/>
                  </a:moveTo>
                  <a:lnTo>
                    <a:pt x="1014519" y="2239923"/>
                  </a:lnTo>
                  <a:lnTo>
                    <a:pt x="986466" y="2226758"/>
                  </a:lnTo>
                  <a:close/>
                  <a:moveTo>
                    <a:pt x="472870" y="1785069"/>
                  </a:moveTo>
                  <a:lnTo>
                    <a:pt x="527731" y="1841457"/>
                  </a:lnTo>
                  <a:lnTo>
                    <a:pt x="531323" y="1769888"/>
                  </a:lnTo>
                  <a:close/>
                  <a:moveTo>
                    <a:pt x="531323" y="1769888"/>
                  </a:moveTo>
                  <a:lnTo>
                    <a:pt x="527731" y="1841457"/>
                  </a:lnTo>
                  <a:lnTo>
                    <a:pt x="610071" y="1866551"/>
                  </a:lnTo>
                  <a:close/>
                  <a:moveTo>
                    <a:pt x="348959" y="1702854"/>
                  </a:moveTo>
                  <a:lnTo>
                    <a:pt x="433048" y="1766110"/>
                  </a:lnTo>
                  <a:lnTo>
                    <a:pt x="415483" y="1664417"/>
                  </a:lnTo>
                  <a:close/>
                  <a:moveTo>
                    <a:pt x="472870" y="1785069"/>
                  </a:moveTo>
                  <a:lnTo>
                    <a:pt x="531323" y="1769888"/>
                  </a:lnTo>
                  <a:lnTo>
                    <a:pt x="433048" y="1766110"/>
                  </a:lnTo>
                  <a:close/>
                  <a:moveTo>
                    <a:pt x="915999" y="2157708"/>
                  </a:moveTo>
                  <a:lnTo>
                    <a:pt x="934522" y="2184923"/>
                  </a:lnTo>
                  <a:lnTo>
                    <a:pt x="986466" y="2226758"/>
                  </a:lnTo>
                  <a:close/>
                  <a:moveTo>
                    <a:pt x="986466" y="2226758"/>
                  </a:moveTo>
                  <a:lnTo>
                    <a:pt x="1014519" y="2239923"/>
                  </a:lnTo>
                  <a:lnTo>
                    <a:pt x="1011341" y="2222563"/>
                  </a:lnTo>
                  <a:close/>
                  <a:moveTo>
                    <a:pt x="986466" y="2226758"/>
                  </a:moveTo>
                  <a:lnTo>
                    <a:pt x="1011341" y="2222563"/>
                  </a:lnTo>
                  <a:lnTo>
                    <a:pt x="915999" y="2157708"/>
                  </a:lnTo>
                  <a:close/>
                  <a:moveTo>
                    <a:pt x="373206" y="1476974"/>
                  </a:moveTo>
                  <a:lnTo>
                    <a:pt x="378915" y="1499987"/>
                  </a:lnTo>
                  <a:lnTo>
                    <a:pt x="335566" y="1465098"/>
                  </a:lnTo>
                  <a:close/>
                  <a:moveTo>
                    <a:pt x="475388" y="1414993"/>
                  </a:moveTo>
                  <a:lnTo>
                    <a:pt x="460406" y="1499987"/>
                  </a:lnTo>
                  <a:lnTo>
                    <a:pt x="461093" y="1466115"/>
                  </a:lnTo>
                  <a:close/>
                  <a:moveTo>
                    <a:pt x="475388" y="1414993"/>
                  </a:moveTo>
                  <a:lnTo>
                    <a:pt x="461093" y="1466115"/>
                  </a:lnTo>
                  <a:lnTo>
                    <a:pt x="414677" y="1403758"/>
                  </a:lnTo>
                  <a:close/>
                  <a:moveTo>
                    <a:pt x="296653" y="1319609"/>
                  </a:moveTo>
                  <a:lnTo>
                    <a:pt x="314291" y="1297121"/>
                  </a:lnTo>
                  <a:lnTo>
                    <a:pt x="259279" y="1243329"/>
                  </a:lnTo>
                  <a:close/>
                  <a:moveTo>
                    <a:pt x="830298" y="1908788"/>
                  </a:moveTo>
                  <a:lnTo>
                    <a:pt x="803296" y="1884029"/>
                  </a:lnTo>
                  <a:lnTo>
                    <a:pt x="805109" y="1872626"/>
                  </a:lnTo>
                  <a:close/>
                  <a:moveTo>
                    <a:pt x="744718" y="1817678"/>
                  </a:moveTo>
                  <a:lnTo>
                    <a:pt x="805109" y="1872626"/>
                  </a:lnTo>
                  <a:lnTo>
                    <a:pt x="798901" y="1867598"/>
                  </a:lnTo>
                  <a:close/>
                  <a:moveTo>
                    <a:pt x="1030198" y="2007048"/>
                  </a:moveTo>
                  <a:lnTo>
                    <a:pt x="1079599" y="2027478"/>
                  </a:lnTo>
                  <a:lnTo>
                    <a:pt x="1055363" y="1990491"/>
                  </a:lnTo>
                  <a:close/>
                  <a:moveTo>
                    <a:pt x="926125" y="1849404"/>
                  </a:moveTo>
                  <a:lnTo>
                    <a:pt x="968272" y="1943531"/>
                  </a:lnTo>
                  <a:lnTo>
                    <a:pt x="991862" y="1838030"/>
                  </a:lnTo>
                  <a:close/>
                  <a:moveTo>
                    <a:pt x="968272" y="1943531"/>
                  </a:moveTo>
                  <a:lnTo>
                    <a:pt x="1039583" y="1834190"/>
                  </a:lnTo>
                  <a:lnTo>
                    <a:pt x="991862" y="1838030"/>
                  </a:lnTo>
                  <a:close/>
                  <a:moveTo>
                    <a:pt x="664936" y="1521670"/>
                  </a:moveTo>
                  <a:lnTo>
                    <a:pt x="582985" y="1617636"/>
                  </a:lnTo>
                  <a:lnTo>
                    <a:pt x="648586" y="1584250"/>
                  </a:lnTo>
                  <a:close/>
                  <a:moveTo>
                    <a:pt x="648586" y="1584250"/>
                  </a:moveTo>
                  <a:lnTo>
                    <a:pt x="754355" y="1509566"/>
                  </a:lnTo>
                  <a:lnTo>
                    <a:pt x="664936" y="1521670"/>
                  </a:lnTo>
                  <a:close/>
                  <a:moveTo>
                    <a:pt x="664936" y="1521670"/>
                  </a:moveTo>
                  <a:lnTo>
                    <a:pt x="754355" y="1509566"/>
                  </a:lnTo>
                  <a:lnTo>
                    <a:pt x="720434" y="1437051"/>
                  </a:lnTo>
                  <a:close/>
                  <a:moveTo>
                    <a:pt x="660611" y="1425095"/>
                  </a:moveTo>
                  <a:lnTo>
                    <a:pt x="720434" y="1437051"/>
                  </a:lnTo>
                  <a:lnTo>
                    <a:pt x="596278" y="1377304"/>
                  </a:lnTo>
                  <a:close/>
                  <a:moveTo>
                    <a:pt x="660611" y="1425095"/>
                  </a:moveTo>
                  <a:lnTo>
                    <a:pt x="596278" y="1377304"/>
                  </a:lnTo>
                  <a:lnTo>
                    <a:pt x="639264" y="1423114"/>
                  </a:lnTo>
                  <a:close/>
                  <a:moveTo>
                    <a:pt x="1039583" y="1834190"/>
                  </a:moveTo>
                  <a:lnTo>
                    <a:pt x="1073331" y="1842471"/>
                  </a:lnTo>
                  <a:lnTo>
                    <a:pt x="1076875" y="1829508"/>
                  </a:lnTo>
                  <a:close/>
                  <a:moveTo>
                    <a:pt x="1073331" y="1842471"/>
                  </a:moveTo>
                  <a:lnTo>
                    <a:pt x="1080655" y="1834190"/>
                  </a:lnTo>
                  <a:lnTo>
                    <a:pt x="1076875" y="1829508"/>
                  </a:lnTo>
                  <a:close/>
                  <a:moveTo>
                    <a:pt x="1077097" y="1729235"/>
                  </a:moveTo>
                  <a:lnTo>
                    <a:pt x="1076875" y="1829508"/>
                  </a:lnTo>
                  <a:lnTo>
                    <a:pt x="1080655" y="1834190"/>
                  </a:lnTo>
                  <a:close/>
                  <a:moveTo>
                    <a:pt x="928012" y="1641258"/>
                  </a:moveTo>
                  <a:lnTo>
                    <a:pt x="963883" y="1711921"/>
                  </a:lnTo>
                  <a:lnTo>
                    <a:pt x="964307" y="1660247"/>
                  </a:lnTo>
                  <a:close/>
                  <a:moveTo>
                    <a:pt x="900866" y="1751324"/>
                  </a:moveTo>
                  <a:lnTo>
                    <a:pt x="963883" y="1711921"/>
                  </a:lnTo>
                  <a:lnTo>
                    <a:pt x="928012" y="1641258"/>
                  </a:lnTo>
                  <a:close/>
                  <a:moveTo>
                    <a:pt x="964307" y="1660247"/>
                  </a:moveTo>
                  <a:lnTo>
                    <a:pt x="963883" y="1711921"/>
                  </a:lnTo>
                  <a:lnTo>
                    <a:pt x="1077097" y="1729235"/>
                  </a:lnTo>
                  <a:close/>
                  <a:moveTo>
                    <a:pt x="1039428" y="1659768"/>
                  </a:moveTo>
                  <a:lnTo>
                    <a:pt x="964307" y="1660247"/>
                  </a:lnTo>
                  <a:lnTo>
                    <a:pt x="1077097" y="1729235"/>
                  </a:lnTo>
                  <a:close/>
                  <a:moveTo>
                    <a:pt x="406483" y="1094254"/>
                  </a:moveTo>
                  <a:lnTo>
                    <a:pt x="494726" y="1138495"/>
                  </a:lnTo>
                  <a:lnTo>
                    <a:pt x="434583" y="1087298"/>
                  </a:lnTo>
                  <a:close/>
                  <a:moveTo>
                    <a:pt x="434583" y="1087298"/>
                  </a:moveTo>
                  <a:lnTo>
                    <a:pt x="452925" y="1176469"/>
                  </a:lnTo>
                  <a:lnTo>
                    <a:pt x="469035" y="1094254"/>
                  </a:lnTo>
                  <a:close/>
                  <a:moveTo>
                    <a:pt x="508291" y="1094254"/>
                  </a:moveTo>
                  <a:lnTo>
                    <a:pt x="587928" y="1142257"/>
                  </a:lnTo>
                  <a:lnTo>
                    <a:pt x="607938" y="1138033"/>
                  </a:lnTo>
                  <a:close/>
                  <a:moveTo>
                    <a:pt x="563593" y="1055817"/>
                  </a:moveTo>
                  <a:lnTo>
                    <a:pt x="508291" y="1094254"/>
                  </a:lnTo>
                  <a:lnTo>
                    <a:pt x="607938" y="1138033"/>
                  </a:lnTo>
                  <a:close/>
                  <a:moveTo>
                    <a:pt x="534844" y="1007241"/>
                  </a:moveTo>
                  <a:lnTo>
                    <a:pt x="490699" y="1002177"/>
                  </a:lnTo>
                  <a:lnTo>
                    <a:pt x="563593" y="1055817"/>
                  </a:lnTo>
                  <a:close/>
                  <a:moveTo>
                    <a:pt x="445159" y="978607"/>
                  </a:moveTo>
                  <a:lnTo>
                    <a:pt x="468149" y="1012039"/>
                  </a:lnTo>
                  <a:lnTo>
                    <a:pt x="404007" y="911971"/>
                  </a:lnTo>
                  <a:close/>
                  <a:moveTo>
                    <a:pt x="349289" y="895864"/>
                  </a:moveTo>
                  <a:lnTo>
                    <a:pt x="445159" y="978607"/>
                  </a:lnTo>
                  <a:lnTo>
                    <a:pt x="404007" y="911971"/>
                  </a:lnTo>
                  <a:close/>
                  <a:moveTo>
                    <a:pt x="607938" y="1138033"/>
                  </a:moveTo>
                  <a:lnTo>
                    <a:pt x="611167" y="1165015"/>
                  </a:lnTo>
                  <a:lnTo>
                    <a:pt x="658886" y="1192356"/>
                  </a:lnTo>
                  <a:close/>
                  <a:moveTo>
                    <a:pt x="1194638" y="1794361"/>
                  </a:moveTo>
                  <a:lnTo>
                    <a:pt x="1213916" y="1874232"/>
                  </a:lnTo>
                  <a:lnTo>
                    <a:pt x="1154168" y="1766670"/>
                  </a:lnTo>
                  <a:close/>
                  <a:moveTo>
                    <a:pt x="734168" y="1181811"/>
                  </a:moveTo>
                  <a:lnTo>
                    <a:pt x="689381" y="1220248"/>
                  </a:lnTo>
                  <a:lnTo>
                    <a:pt x="762611" y="1301510"/>
                  </a:lnTo>
                  <a:close/>
                  <a:moveTo>
                    <a:pt x="689381" y="1220248"/>
                  </a:moveTo>
                  <a:lnTo>
                    <a:pt x="734168" y="1181811"/>
                  </a:lnTo>
                  <a:lnTo>
                    <a:pt x="658886" y="1192356"/>
                  </a:lnTo>
                  <a:close/>
                  <a:moveTo>
                    <a:pt x="563593" y="1055817"/>
                  </a:moveTo>
                  <a:lnTo>
                    <a:pt x="607938" y="1138033"/>
                  </a:lnTo>
                  <a:lnTo>
                    <a:pt x="561614" y="1044616"/>
                  </a:lnTo>
                  <a:close/>
                  <a:moveTo>
                    <a:pt x="534844" y="1007241"/>
                  </a:moveTo>
                  <a:lnTo>
                    <a:pt x="563593" y="1055817"/>
                  </a:lnTo>
                  <a:lnTo>
                    <a:pt x="561614" y="1044616"/>
                  </a:lnTo>
                  <a:close/>
                  <a:moveTo>
                    <a:pt x="1267370" y="1472235"/>
                  </a:moveTo>
                  <a:lnTo>
                    <a:pt x="1257784" y="1544389"/>
                  </a:lnTo>
                  <a:lnTo>
                    <a:pt x="1307277" y="1514234"/>
                  </a:lnTo>
                  <a:close/>
                  <a:moveTo>
                    <a:pt x="1208363" y="1423064"/>
                  </a:moveTo>
                  <a:lnTo>
                    <a:pt x="1157070" y="1424534"/>
                  </a:lnTo>
                  <a:lnTo>
                    <a:pt x="1267370" y="1472235"/>
                  </a:lnTo>
                  <a:close/>
                  <a:moveTo>
                    <a:pt x="1111387" y="1307805"/>
                  </a:moveTo>
                  <a:lnTo>
                    <a:pt x="1130040" y="1346241"/>
                  </a:lnTo>
                  <a:lnTo>
                    <a:pt x="1161519" y="1390020"/>
                  </a:lnTo>
                  <a:close/>
                  <a:moveTo>
                    <a:pt x="908266" y="1061160"/>
                  </a:moveTo>
                  <a:lnTo>
                    <a:pt x="895332" y="1088671"/>
                  </a:lnTo>
                  <a:lnTo>
                    <a:pt x="900098" y="1181811"/>
                  </a:lnTo>
                  <a:close/>
                  <a:moveTo>
                    <a:pt x="908266" y="1061160"/>
                  </a:moveTo>
                  <a:lnTo>
                    <a:pt x="833104" y="1005676"/>
                  </a:lnTo>
                  <a:lnTo>
                    <a:pt x="881985" y="1038765"/>
                  </a:lnTo>
                  <a:close/>
                  <a:moveTo>
                    <a:pt x="787744" y="981960"/>
                  </a:moveTo>
                  <a:lnTo>
                    <a:pt x="807896" y="1040421"/>
                  </a:lnTo>
                  <a:lnTo>
                    <a:pt x="881985" y="1038765"/>
                  </a:lnTo>
                  <a:close/>
                  <a:moveTo>
                    <a:pt x="680519" y="842834"/>
                  </a:moveTo>
                  <a:lnTo>
                    <a:pt x="740817" y="896730"/>
                  </a:lnTo>
                  <a:lnTo>
                    <a:pt x="653747" y="830121"/>
                  </a:lnTo>
                  <a:close/>
                  <a:moveTo>
                    <a:pt x="1161519" y="1390020"/>
                  </a:moveTo>
                  <a:lnTo>
                    <a:pt x="1157070" y="1424534"/>
                  </a:lnTo>
                  <a:lnTo>
                    <a:pt x="1208363" y="1423064"/>
                  </a:lnTo>
                  <a:close/>
                  <a:moveTo>
                    <a:pt x="1208363" y="1423064"/>
                  </a:moveTo>
                  <a:lnTo>
                    <a:pt x="1267370" y="1472235"/>
                  </a:lnTo>
                  <a:lnTo>
                    <a:pt x="1251284" y="1368339"/>
                  </a:lnTo>
                  <a:close/>
                  <a:moveTo>
                    <a:pt x="1251284" y="1368339"/>
                  </a:moveTo>
                  <a:lnTo>
                    <a:pt x="1267370" y="1472235"/>
                  </a:lnTo>
                  <a:lnTo>
                    <a:pt x="1310969" y="1360009"/>
                  </a:lnTo>
                  <a:close/>
                  <a:moveTo>
                    <a:pt x="1310969" y="1360009"/>
                  </a:moveTo>
                  <a:lnTo>
                    <a:pt x="1267370" y="1472235"/>
                  </a:lnTo>
                  <a:lnTo>
                    <a:pt x="1316523" y="1455586"/>
                  </a:lnTo>
                  <a:close/>
                  <a:moveTo>
                    <a:pt x="1316523" y="1455586"/>
                  </a:moveTo>
                  <a:lnTo>
                    <a:pt x="1307277" y="1514234"/>
                  </a:lnTo>
                  <a:lnTo>
                    <a:pt x="1362408" y="1472235"/>
                  </a:lnTo>
                  <a:close/>
                  <a:moveTo>
                    <a:pt x="1227320" y="1351584"/>
                  </a:moveTo>
                  <a:lnTo>
                    <a:pt x="1161519" y="1390020"/>
                  </a:lnTo>
                  <a:lnTo>
                    <a:pt x="1208363" y="1423064"/>
                  </a:lnTo>
                  <a:close/>
                  <a:moveTo>
                    <a:pt x="1227320" y="1351584"/>
                  </a:moveTo>
                  <a:lnTo>
                    <a:pt x="1111387" y="1307805"/>
                  </a:lnTo>
                  <a:lnTo>
                    <a:pt x="1161519" y="1390020"/>
                  </a:lnTo>
                  <a:close/>
                  <a:moveTo>
                    <a:pt x="896345" y="1054355"/>
                  </a:moveTo>
                  <a:lnTo>
                    <a:pt x="895332" y="1088671"/>
                  </a:lnTo>
                  <a:lnTo>
                    <a:pt x="908266" y="1061160"/>
                  </a:lnTo>
                  <a:close/>
                  <a:moveTo>
                    <a:pt x="896345" y="1054355"/>
                  </a:moveTo>
                  <a:lnTo>
                    <a:pt x="908266" y="1061160"/>
                  </a:lnTo>
                  <a:lnTo>
                    <a:pt x="881985" y="1038765"/>
                  </a:lnTo>
                  <a:close/>
                  <a:moveTo>
                    <a:pt x="1651040" y="1465499"/>
                  </a:moveTo>
                  <a:lnTo>
                    <a:pt x="1723243" y="1467390"/>
                  </a:lnTo>
                  <a:lnTo>
                    <a:pt x="1733877" y="1358653"/>
                  </a:lnTo>
                  <a:close/>
                  <a:moveTo>
                    <a:pt x="1651040" y="1465499"/>
                  </a:moveTo>
                  <a:lnTo>
                    <a:pt x="1733877" y="1358653"/>
                  </a:lnTo>
                  <a:lnTo>
                    <a:pt x="1647137" y="1368579"/>
                  </a:lnTo>
                  <a:close/>
                  <a:moveTo>
                    <a:pt x="1570016" y="1370686"/>
                  </a:moveTo>
                  <a:lnTo>
                    <a:pt x="1651040" y="1465499"/>
                  </a:lnTo>
                  <a:lnTo>
                    <a:pt x="1647137" y="1368579"/>
                  </a:lnTo>
                  <a:close/>
                  <a:moveTo>
                    <a:pt x="1554506" y="1283202"/>
                  </a:moveTo>
                  <a:lnTo>
                    <a:pt x="1581560" y="1336808"/>
                  </a:lnTo>
                  <a:lnTo>
                    <a:pt x="1458020" y="1313147"/>
                  </a:lnTo>
                  <a:close/>
                  <a:moveTo>
                    <a:pt x="1654656" y="1331444"/>
                  </a:moveTo>
                  <a:lnTo>
                    <a:pt x="1581560" y="1336808"/>
                  </a:lnTo>
                  <a:lnTo>
                    <a:pt x="1537537" y="1313147"/>
                  </a:lnTo>
                  <a:close/>
                  <a:moveTo>
                    <a:pt x="1570016" y="1370686"/>
                  </a:moveTo>
                  <a:lnTo>
                    <a:pt x="1647137" y="1368579"/>
                  </a:lnTo>
                  <a:lnTo>
                    <a:pt x="1537537" y="1313147"/>
                  </a:lnTo>
                  <a:close/>
                  <a:moveTo>
                    <a:pt x="1699743" y="1286311"/>
                  </a:moveTo>
                  <a:lnTo>
                    <a:pt x="1647137" y="1368579"/>
                  </a:lnTo>
                  <a:lnTo>
                    <a:pt x="1733877" y="1358653"/>
                  </a:lnTo>
                  <a:close/>
                  <a:moveTo>
                    <a:pt x="1678131" y="1243289"/>
                  </a:moveTo>
                  <a:lnTo>
                    <a:pt x="1581560" y="1336808"/>
                  </a:lnTo>
                  <a:lnTo>
                    <a:pt x="1654656" y="1331444"/>
                  </a:lnTo>
                  <a:close/>
                  <a:moveTo>
                    <a:pt x="1678131" y="1243289"/>
                  </a:moveTo>
                  <a:lnTo>
                    <a:pt x="1654656" y="1331444"/>
                  </a:lnTo>
                  <a:lnTo>
                    <a:pt x="1700149" y="1274711"/>
                  </a:lnTo>
                  <a:close/>
                  <a:moveTo>
                    <a:pt x="1862847" y="1400704"/>
                  </a:moveTo>
                  <a:lnTo>
                    <a:pt x="1824770" y="1345351"/>
                  </a:lnTo>
                  <a:lnTo>
                    <a:pt x="1868199" y="1410137"/>
                  </a:lnTo>
                  <a:close/>
                  <a:moveTo>
                    <a:pt x="2061367" y="1374278"/>
                  </a:moveTo>
                  <a:lnTo>
                    <a:pt x="1996470" y="1366446"/>
                  </a:lnTo>
                  <a:lnTo>
                    <a:pt x="2088274" y="1452495"/>
                  </a:lnTo>
                  <a:close/>
                  <a:moveTo>
                    <a:pt x="1996470" y="1366446"/>
                  </a:moveTo>
                  <a:lnTo>
                    <a:pt x="1888470" y="1433117"/>
                  </a:lnTo>
                  <a:lnTo>
                    <a:pt x="1967124" y="1448536"/>
                  </a:lnTo>
                  <a:close/>
                  <a:moveTo>
                    <a:pt x="1996470" y="1366446"/>
                  </a:moveTo>
                  <a:lnTo>
                    <a:pt x="1897602" y="1386232"/>
                  </a:lnTo>
                  <a:lnTo>
                    <a:pt x="1888470" y="1433117"/>
                  </a:lnTo>
                  <a:close/>
                  <a:moveTo>
                    <a:pt x="1897602" y="1386232"/>
                  </a:moveTo>
                  <a:lnTo>
                    <a:pt x="1996470" y="1366446"/>
                  </a:lnTo>
                  <a:lnTo>
                    <a:pt x="1919410" y="1333596"/>
                  </a:lnTo>
                  <a:close/>
                  <a:moveTo>
                    <a:pt x="1996470" y="1366446"/>
                  </a:moveTo>
                  <a:lnTo>
                    <a:pt x="1997867" y="1348275"/>
                  </a:lnTo>
                  <a:lnTo>
                    <a:pt x="1919410" y="1333596"/>
                  </a:lnTo>
                  <a:close/>
                  <a:moveTo>
                    <a:pt x="1845411" y="1280053"/>
                  </a:moveTo>
                  <a:lnTo>
                    <a:pt x="1791185" y="1211970"/>
                  </a:lnTo>
                  <a:lnTo>
                    <a:pt x="1810369" y="1236274"/>
                  </a:lnTo>
                  <a:close/>
                  <a:moveTo>
                    <a:pt x="1845411" y="1280053"/>
                  </a:moveTo>
                  <a:lnTo>
                    <a:pt x="1810369" y="1236274"/>
                  </a:lnTo>
                  <a:lnTo>
                    <a:pt x="1821579" y="1318489"/>
                  </a:lnTo>
                  <a:close/>
                  <a:moveTo>
                    <a:pt x="1804479" y="1033407"/>
                  </a:moveTo>
                  <a:lnTo>
                    <a:pt x="1805050" y="1121224"/>
                  </a:lnTo>
                  <a:lnTo>
                    <a:pt x="1854276" y="1090071"/>
                  </a:lnTo>
                  <a:close/>
                  <a:moveTo>
                    <a:pt x="1087502" y="211257"/>
                  </a:moveTo>
                  <a:lnTo>
                    <a:pt x="1057543" y="143657"/>
                  </a:lnTo>
                  <a:lnTo>
                    <a:pt x="1090125" y="217261"/>
                  </a:lnTo>
                  <a:close/>
                  <a:moveTo>
                    <a:pt x="1997867" y="1348275"/>
                  </a:moveTo>
                  <a:lnTo>
                    <a:pt x="1992409" y="1269655"/>
                  </a:lnTo>
                  <a:lnTo>
                    <a:pt x="1919410" y="1333596"/>
                  </a:lnTo>
                  <a:close/>
                  <a:moveTo>
                    <a:pt x="1804479" y="1033407"/>
                  </a:moveTo>
                  <a:lnTo>
                    <a:pt x="1854276" y="1090071"/>
                  </a:lnTo>
                  <a:lnTo>
                    <a:pt x="1831666" y="994971"/>
                  </a:lnTo>
                  <a:close/>
                  <a:moveTo>
                    <a:pt x="1430580" y="422531"/>
                  </a:moveTo>
                  <a:lnTo>
                    <a:pt x="1399872" y="505761"/>
                  </a:lnTo>
                  <a:lnTo>
                    <a:pt x="1494816" y="530992"/>
                  </a:lnTo>
                  <a:close/>
                  <a:moveTo>
                    <a:pt x="1343578" y="358741"/>
                  </a:moveTo>
                  <a:lnTo>
                    <a:pt x="1427164" y="419465"/>
                  </a:lnTo>
                  <a:lnTo>
                    <a:pt x="1314993" y="355815"/>
                  </a:lnTo>
                  <a:close/>
                  <a:moveTo>
                    <a:pt x="1427164" y="419465"/>
                  </a:moveTo>
                  <a:lnTo>
                    <a:pt x="1430580" y="422531"/>
                  </a:lnTo>
                  <a:lnTo>
                    <a:pt x="1314993" y="355815"/>
                  </a:lnTo>
                  <a:close/>
                  <a:moveTo>
                    <a:pt x="1343578" y="358741"/>
                  </a:moveTo>
                  <a:lnTo>
                    <a:pt x="1314993" y="355815"/>
                  </a:lnTo>
                  <a:lnTo>
                    <a:pt x="1308405" y="337250"/>
                  </a:lnTo>
                  <a:close/>
                  <a:moveTo>
                    <a:pt x="1099734" y="172820"/>
                  </a:moveTo>
                  <a:lnTo>
                    <a:pt x="1047282" y="129041"/>
                  </a:lnTo>
                  <a:lnTo>
                    <a:pt x="1087502" y="211257"/>
                  </a:lnTo>
                  <a:close/>
                  <a:moveTo>
                    <a:pt x="1688429" y="545459"/>
                  </a:moveTo>
                  <a:lnTo>
                    <a:pt x="1665476" y="583895"/>
                  </a:lnTo>
                  <a:lnTo>
                    <a:pt x="1710805" y="617115"/>
                  </a:lnTo>
                  <a:close/>
                  <a:moveTo>
                    <a:pt x="1355908" y="52168"/>
                  </a:moveTo>
                  <a:lnTo>
                    <a:pt x="1260191" y="0"/>
                  </a:lnTo>
                  <a:lnTo>
                    <a:pt x="1312633" y="27841"/>
                  </a:lnTo>
                  <a:close/>
                  <a:moveTo>
                    <a:pt x="1945570" y="607089"/>
                  </a:moveTo>
                  <a:lnTo>
                    <a:pt x="1844655" y="623692"/>
                  </a:lnTo>
                  <a:lnTo>
                    <a:pt x="1861086" y="627674"/>
                  </a:lnTo>
                  <a:close/>
                  <a:moveTo>
                    <a:pt x="1868921" y="508719"/>
                  </a:moveTo>
                  <a:lnTo>
                    <a:pt x="1844655" y="623692"/>
                  </a:lnTo>
                  <a:lnTo>
                    <a:pt x="1945570" y="607089"/>
                  </a:lnTo>
                  <a:close/>
                  <a:moveTo>
                    <a:pt x="1844655" y="623692"/>
                  </a:moveTo>
                  <a:lnTo>
                    <a:pt x="1868921" y="508719"/>
                  </a:lnTo>
                  <a:lnTo>
                    <a:pt x="1799741" y="519223"/>
                  </a:lnTo>
                  <a:close/>
                  <a:moveTo>
                    <a:pt x="1757273" y="575645"/>
                  </a:moveTo>
                  <a:lnTo>
                    <a:pt x="1844655" y="623692"/>
                  </a:lnTo>
                  <a:lnTo>
                    <a:pt x="1799741" y="519223"/>
                  </a:lnTo>
                  <a:close/>
                  <a:moveTo>
                    <a:pt x="1846579" y="507023"/>
                  </a:moveTo>
                  <a:lnTo>
                    <a:pt x="1868921" y="508719"/>
                  </a:lnTo>
                  <a:lnTo>
                    <a:pt x="1867939" y="495547"/>
                  </a:lnTo>
                  <a:close/>
                  <a:moveTo>
                    <a:pt x="1335311" y="39021"/>
                  </a:moveTo>
                  <a:lnTo>
                    <a:pt x="1359206" y="134384"/>
                  </a:lnTo>
                  <a:lnTo>
                    <a:pt x="1355908" y="52168"/>
                  </a:lnTo>
                  <a:close/>
                  <a:moveTo>
                    <a:pt x="1335311" y="39021"/>
                  </a:moveTo>
                  <a:lnTo>
                    <a:pt x="1348720" y="128213"/>
                  </a:lnTo>
                  <a:lnTo>
                    <a:pt x="1359206" y="134384"/>
                  </a:lnTo>
                  <a:close/>
                  <a:moveTo>
                    <a:pt x="1258548" y="40836"/>
                  </a:moveTo>
                  <a:lnTo>
                    <a:pt x="1312633" y="27841"/>
                  </a:lnTo>
                  <a:lnTo>
                    <a:pt x="1239655" y="33645"/>
                  </a:lnTo>
                  <a:close/>
                  <a:moveTo>
                    <a:pt x="1258548" y="40836"/>
                  </a:moveTo>
                  <a:lnTo>
                    <a:pt x="1335311" y="39021"/>
                  </a:lnTo>
                  <a:lnTo>
                    <a:pt x="1312633" y="278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27" name="Candidate_density__2026">
              <a:extLst>
                <a:ext uri="{FF2B5EF4-FFF2-40B4-BE49-F238E27FC236}">
                  <a16:creationId xmlns:a16="http://schemas.microsoft.com/office/drawing/2014/main" id="{70FFDE26-4F81-0862-7D69-101A4392A992}"/>
                </a:ext>
              </a:extLst>
            </p:cNvPr>
            <p:cNvSpPr>
              <a:spLocks noGrp="1"/>
            </p:cNvSpPr>
            <p:nvPr/>
          </p:nvSpPr>
          <p:spPr>
            <a:xfrm>
              <a:off x="4767573" y="2119305"/>
              <a:ext cx="2106342" cy="3405233"/>
            </a:xfrm>
            <a:custGeom>
              <a:avLst/>
              <a:gdLst/>
              <a:ahLst/>
              <a:cxnLst/>
              <a:rect l="0" t="0" r="0" b="0"/>
              <a:pathLst>
                <a:path w="2106342" h="3405233">
                  <a:moveTo>
                    <a:pt x="402604" y="3404408"/>
                  </a:moveTo>
                  <a:lnTo>
                    <a:pt x="313876" y="3351328"/>
                  </a:lnTo>
                  <a:lnTo>
                    <a:pt x="343981" y="3400429"/>
                  </a:lnTo>
                  <a:close/>
                  <a:moveTo>
                    <a:pt x="477355" y="3405233"/>
                  </a:moveTo>
                  <a:lnTo>
                    <a:pt x="509491" y="3373300"/>
                  </a:lnTo>
                  <a:lnTo>
                    <a:pt x="440879" y="3332308"/>
                  </a:lnTo>
                  <a:close/>
                  <a:moveTo>
                    <a:pt x="477355" y="3405233"/>
                  </a:moveTo>
                  <a:lnTo>
                    <a:pt x="440879" y="3332308"/>
                  </a:lnTo>
                  <a:lnTo>
                    <a:pt x="402604" y="3404408"/>
                  </a:lnTo>
                  <a:close/>
                  <a:moveTo>
                    <a:pt x="509491" y="3373300"/>
                  </a:moveTo>
                  <a:lnTo>
                    <a:pt x="492264" y="3401029"/>
                  </a:lnTo>
                  <a:lnTo>
                    <a:pt x="530920" y="3390304"/>
                  </a:lnTo>
                  <a:close/>
                  <a:moveTo>
                    <a:pt x="108628" y="2647395"/>
                  </a:moveTo>
                  <a:lnTo>
                    <a:pt x="84984" y="2594928"/>
                  </a:lnTo>
                  <a:lnTo>
                    <a:pt x="90545" y="2633364"/>
                  </a:lnTo>
                  <a:close/>
                  <a:moveTo>
                    <a:pt x="169072" y="2658184"/>
                  </a:moveTo>
                  <a:lnTo>
                    <a:pt x="84984" y="2594928"/>
                  </a:lnTo>
                  <a:lnTo>
                    <a:pt x="108628" y="2647395"/>
                  </a:lnTo>
                  <a:close/>
                  <a:moveTo>
                    <a:pt x="90545" y="2633364"/>
                  </a:moveTo>
                  <a:lnTo>
                    <a:pt x="84984" y="2594928"/>
                  </a:lnTo>
                  <a:lnTo>
                    <a:pt x="21163" y="2599036"/>
                  </a:lnTo>
                  <a:close/>
                  <a:moveTo>
                    <a:pt x="197480" y="2700939"/>
                  </a:moveTo>
                  <a:lnTo>
                    <a:pt x="208895" y="2677143"/>
                  </a:lnTo>
                  <a:lnTo>
                    <a:pt x="169072" y="2658184"/>
                  </a:lnTo>
                  <a:close/>
                  <a:moveTo>
                    <a:pt x="336232" y="2666552"/>
                  </a:moveTo>
                  <a:lnTo>
                    <a:pt x="267348" y="2661962"/>
                  </a:lnTo>
                  <a:lnTo>
                    <a:pt x="346096" y="2758624"/>
                  </a:lnTo>
                  <a:close/>
                  <a:moveTo>
                    <a:pt x="169072" y="2658184"/>
                  </a:moveTo>
                  <a:lnTo>
                    <a:pt x="267348" y="2661962"/>
                  </a:lnTo>
                  <a:lnTo>
                    <a:pt x="282027" y="2586643"/>
                  </a:lnTo>
                  <a:close/>
                  <a:moveTo>
                    <a:pt x="169072" y="2658184"/>
                  </a:moveTo>
                  <a:lnTo>
                    <a:pt x="282027" y="2586643"/>
                  </a:lnTo>
                  <a:lnTo>
                    <a:pt x="209708" y="2594911"/>
                  </a:lnTo>
                  <a:close/>
                  <a:moveTo>
                    <a:pt x="750544" y="3131997"/>
                  </a:moveTo>
                  <a:lnTo>
                    <a:pt x="773100" y="3154307"/>
                  </a:lnTo>
                  <a:lnTo>
                    <a:pt x="807879" y="3159427"/>
                  </a:lnTo>
                  <a:close/>
                  <a:moveTo>
                    <a:pt x="652024" y="3049782"/>
                  </a:moveTo>
                  <a:lnTo>
                    <a:pt x="747366" y="3114636"/>
                  </a:lnTo>
                  <a:lnTo>
                    <a:pt x="643370" y="3038499"/>
                  </a:lnTo>
                  <a:close/>
                  <a:moveTo>
                    <a:pt x="371816" y="2537530"/>
                  </a:moveTo>
                  <a:lnTo>
                    <a:pt x="384610" y="2476323"/>
                  </a:lnTo>
                  <a:lnTo>
                    <a:pt x="319009" y="2509710"/>
                  </a:lnTo>
                  <a:close/>
                  <a:moveTo>
                    <a:pt x="150701" y="2295832"/>
                  </a:moveTo>
                  <a:lnTo>
                    <a:pt x="188334" y="2353624"/>
                  </a:lnTo>
                  <a:lnTo>
                    <a:pt x="132866" y="2271410"/>
                  </a:lnTo>
                  <a:close/>
                  <a:moveTo>
                    <a:pt x="197118" y="2358188"/>
                  </a:moveTo>
                  <a:lnTo>
                    <a:pt x="188334" y="2353624"/>
                  </a:lnTo>
                  <a:lnTo>
                    <a:pt x="150701" y="2295832"/>
                  </a:lnTo>
                  <a:close/>
                  <a:moveTo>
                    <a:pt x="18056" y="2227630"/>
                  </a:moveTo>
                  <a:lnTo>
                    <a:pt x="0" y="2197073"/>
                  </a:lnTo>
                  <a:lnTo>
                    <a:pt x="13689" y="2309846"/>
                  </a:lnTo>
                  <a:close/>
                  <a:moveTo>
                    <a:pt x="0" y="2197073"/>
                  </a:moveTo>
                  <a:lnTo>
                    <a:pt x="18056" y="2227630"/>
                  </a:lnTo>
                  <a:lnTo>
                    <a:pt x="32678" y="2211683"/>
                  </a:lnTo>
                  <a:close/>
                  <a:moveTo>
                    <a:pt x="121863" y="2266474"/>
                  </a:moveTo>
                  <a:lnTo>
                    <a:pt x="150701" y="2295832"/>
                  </a:lnTo>
                  <a:lnTo>
                    <a:pt x="54917" y="2227630"/>
                  </a:lnTo>
                  <a:close/>
                  <a:moveTo>
                    <a:pt x="766222" y="2899122"/>
                  </a:moveTo>
                  <a:lnTo>
                    <a:pt x="791388" y="2882565"/>
                  </a:lnTo>
                  <a:lnTo>
                    <a:pt x="711475" y="2862442"/>
                  </a:lnTo>
                  <a:close/>
                  <a:moveTo>
                    <a:pt x="637559" y="2843039"/>
                  </a:moveTo>
                  <a:lnTo>
                    <a:pt x="704297" y="2835604"/>
                  </a:lnTo>
                  <a:lnTo>
                    <a:pt x="662150" y="2741478"/>
                  </a:lnTo>
                  <a:close/>
                  <a:moveTo>
                    <a:pt x="809356" y="2734544"/>
                  </a:moveTo>
                  <a:lnTo>
                    <a:pt x="775607" y="2726263"/>
                  </a:lnTo>
                  <a:lnTo>
                    <a:pt x="704297" y="2835604"/>
                  </a:lnTo>
                  <a:close/>
                  <a:moveTo>
                    <a:pt x="780040" y="2840141"/>
                  </a:moveTo>
                  <a:lnTo>
                    <a:pt x="809356" y="2734544"/>
                  </a:lnTo>
                  <a:lnTo>
                    <a:pt x="704297" y="2835604"/>
                  </a:lnTo>
                  <a:close/>
                  <a:moveTo>
                    <a:pt x="456543" y="2466610"/>
                  </a:moveTo>
                  <a:lnTo>
                    <a:pt x="490380" y="2401640"/>
                  </a:lnTo>
                  <a:lnTo>
                    <a:pt x="384610" y="2476323"/>
                  </a:lnTo>
                  <a:close/>
                  <a:moveTo>
                    <a:pt x="332303" y="2269377"/>
                  </a:moveTo>
                  <a:lnTo>
                    <a:pt x="328429" y="2232973"/>
                  </a:lnTo>
                  <a:lnTo>
                    <a:pt x="375289" y="2315188"/>
                  </a:lnTo>
                  <a:close/>
                  <a:moveTo>
                    <a:pt x="205060" y="1986327"/>
                  </a:moveTo>
                  <a:lnTo>
                    <a:pt x="188950" y="2068543"/>
                  </a:lnTo>
                  <a:lnTo>
                    <a:pt x="185105" y="2024764"/>
                  </a:lnTo>
                  <a:close/>
                  <a:moveTo>
                    <a:pt x="664036" y="2533331"/>
                  </a:moveTo>
                  <a:lnTo>
                    <a:pt x="700332" y="2552321"/>
                  </a:lnTo>
                  <a:lnTo>
                    <a:pt x="673855" y="2523397"/>
                  </a:lnTo>
                  <a:close/>
                  <a:moveTo>
                    <a:pt x="700332" y="2552321"/>
                  </a:moveTo>
                  <a:lnTo>
                    <a:pt x="775452" y="2551842"/>
                  </a:lnTo>
                  <a:lnTo>
                    <a:pt x="698512" y="2453708"/>
                  </a:lnTo>
                  <a:close/>
                  <a:moveTo>
                    <a:pt x="347192" y="2057089"/>
                  </a:moveTo>
                  <a:lnTo>
                    <a:pt x="425405" y="2112321"/>
                  </a:lnTo>
                  <a:lnTo>
                    <a:pt x="394911" y="2084429"/>
                  </a:lnTo>
                  <a:close/>
                  <a:moveTo>
                    <a:pt x="347192" y="2057089"/>
                  </a:moveTo>
                  <a:lnTo>
                    <a:pt x="450932" y="2133433"/>
                  </a:lnTo>
                  <a:lnTo>
                    <a:pt x="425405" y="2112321"/>
                  </a:lnTo>
                  <a:close/>
                  <a:moveTo>
                    <a:pt x="343963" y="2030106"/>
                  </a:moveTo>
                  <a:lnTo>
                    <a:pt x="323952" y="2034331"/>
                  </a:lnTo>
                  <a:lnTo>
                    <a:pt x="347192" y="2057089"/>
                  </a:lnTo>
                  <a:close/>
                  <a:moveTo>
                    <a:pt x="425405" y="2112321"/>
                  </a:moveTo>
                  <a:lnTo>
                    <a:pt x="450932" y="2133433"/>
                  </a:lnTo>
                  <a:lnTo>
                    <a:pt x="498635" y="2193584"/>
                  </a:lnTo>
                  <a:close/>
                  <a:moveTo>
                    <a:pt x="570185" y="2182436"/>
                  </a:moveTo>
                  <a:lnTo>
                    <a:pt x="498635" y="2193584"/>
                  </a:lnTo>
                  <a:lnTo>
                    <a:pt x="450932" y="2133433"/>
                  </a:lnTo>
                  <a:close/>
                  <a:moveTo>
                    <a:pt x="570185" y="2182436"/>
                  </a:moveTo>
                  <a:lnTo>
                    <a:pt x="587402" y="2194536"/>
                  </a:lnTo>
                  <a:lnTo>
                    <a:pt x="605564" y="2099508"/>
                  </a:lnTo>
                  <a:close/>
                  <a:moveTo>
                    <a:pt x="605564" y="2099508"/>
                  </a:moveTo>
                  <a:lnTo>
                    <a:pt x="587402" y="2194536"/>
                  </a:lnTo>
                  <a:lnTo>
                    <a:pt x="661749" y="2083227"/>
                  </a:lnTo>
                  <a:close/>
                  <a:moveTo>
                    <a:pt x="661749" y="2083227"/>
                  </a:moveTo>
                  <a:lnTo>
                    <a:pt x="636122" y="2073885"/>
                  </a:lnTo>
                  <a:lnTo>
                    <a:pt x="605564" y="2099508"/>
                  </a:lnTo>
                  <a:close/>
                  <a:moveTo>
                    <a:pt x="498635" y="2193584"/>
                  </a:moveTo>
                  <a:lnTo>
                    <a:pt x="570185" y="2182436"/>
                  </a:lnTo>
                  <a:lnTo>
                    <a:pt x="605564" y="2099508"/>
                  </a:lnTo>
                  <a:close/>
                  <a:moveTo>
                    <a:pt x="536647" y="2120499"/>
                  </a:moveTo>
                  <a:lnTo>
                    <a:pt x="498635" y="2193584"/>
                  </a:lnTo>
                  <a:lnTo>
                    <a:pt x="605564" y="2099508"/>
                  </a:lnTo>
                  <a:close/>
                  <a:moveTo>
                    <a:pt x="1251571" y="2627672"/>
                  </a:moveTo>
                  <a:lnTo>
                    <a:pt x="1226680" y="2610954"/>
                  </a:lnTo>
                  <a:lnTo>
                    <a:pt x="1248358" y="2710023"/>
                  </a:lnTo>
                  <a:close/>
                  <a:moveTo>
                    <a:pt x="1248358" y="2710023"/>
                  </a:moveTo>
                  <a:lnTo>
                    <a:pt x="1226680" y="2610954"/>
                  </a:lnTo>
                  <a:lnTo>
                    <a:pt x="1158387" y="2622483"/>
                  </a:lnTo>
                  <a:close/>
                  <a:moveTo>
                    <a:pt x="1158387" y="2622483"/>
                  </a:moveTo>
                  <a:lnTo>
                    <a:pt x="1156192" y="2610954"/>
                  </a:lnTo>
                  <a:lnTo>
                    <a:pt x="1193487" y="2693169"/>
                  </a:lnTo>
                  <a:close/>
                  <a:moveTo>
                    <a:pt x="629435" y="2048906"/>
                  </a:moveTo>
                  <a:lnTo>
                    <a:pt x="536647" y="2120499"/>
                  </a:lnTo>
                  <a:lnTo>
                    <a:pt x="605564" y="2099508"/>
                  </a:lnTo>
                  <a:close/>
                  <a:moveTo>
                    <a:pt x="629435" y="2048906"/>
                  </a:moveTo>
                  <a:lnTo>
                    <a:pt x="605564" y="2099508"/>
                  </a:lnTo>
                  <a:lnTo>
                    <a:pt x="636122" y="2073885"/>
                  </a:lnTo>
                  <a:close/>
                  <a:moveTo>
                    <a:pt x="636122" y="2073885"/>
                  </a:moveTo>
                  <a:lnTo>
                    <a:pt x="631357" y="1980745"/>
                  </a:lnTo>
                  <a:lnTo>
                    <a:pt x="629435" y="2048906"/>
                  </a:lnTo>
                  <a:close/>
                  <a:moveTo>
                    <a:pt x="605526" y="1991670"/>
                  </a:moveTo>
                  <a:lnTo>
                    <a:pt x="644291" y="1953233"/>
                  </a:lnTo>
                  <a:lnTo>
                    <a:pt x="636122" y="2073885"/>
                  </a:lnTo>
                  <a:close/>
                  <a:moveTo>
                    <a:pt x="574213" y="1909454"/>
                  </a:moveTo>
                  <a:lnTo>
                    <a:pt x="569128" y="1897750"/>
                  </a:lnTo>
                  <a:lnTo>
                    <a:pt x="644291" y="1953233"/>
                  </a:lnTo>
                  <a:close/>
                  <a:moveTo>
                    <a:pt x="569128" y="1897750"/>
                  </a:moveTo>
                  <a:lnTo>
                    <a:pt x="523769" y="1874034"/>
                  </a:lnTo>
                  <a:lnTo>
                    <a:pt x="618009" y="1930839"/>
                  </a:lnTo>
                  <a:close/>
                  <a:moveTo>
                    <a:pt x="1204501" y="2515142"/>
                  </a:moveTo>
                  <a:lnTo>
                    <a:pt x="1252042" y="2606936"/>
                  </a:lnTo>
                  <a:lnTo>
                    <a:pt x="1280091" y="2519105"/>
                  </a:lnTo>
                  <a:close/>
                  <a:moveTo>
                    <a:pt x="1280091" y="2519105"/>
                  </a:moveTo>
                  <a:lnTo>
                    <a:pt x="1252042" y="2606936"/>
                  </a:lnTo>
                  <a:lnTo>
                    <a:pt x="1362752" y="2549501"/>
                  </a:lnTo>
                  <a:close/>
                  <a:moveTo>
                    <a:pt x="1046994" y="2252083"/>
                  </a:moveTo>
                  <a:lnTo>
                    <a:pt x="1017819" y="2243657"/>
                  </a:lnTo>
                  <a:lnTo>
                    <a:pt x="987309" y="2260413"/>
                  </a:lnTo>
                  <a:close/>
                  <a:moveTo>
                    <a:pt x="1046994" y="2252083"/>
                  </a:moveTo>
                  <a:lnTo>
                    <a:pt x="1052548" y="2347660"/>
                  </a:lnTo>
                  <a:lnTo>
                    <a:pt x="1098079" y="2271143"/>
                  </a:lnTo>
                  <a:close/>
                  <a:moveTo>
                    <a:pt x="963345" y="2243657"/>
                  </a:moveTo>
                  <a:lnTo>
                    <a:pt x="847536" y="2192962"/>
                  </a:lnTo>
                  <a:lnTo>
                    <a:pt x="847412" y="2199878"/>
                  </a:lnTo>
                  <a:close/>
                  <a:moveTo>
                    <a:pt x="1046994" y="2252083"/>
                  </a:moveTo>
                  <a:lnTo>
                    <a:pt x="1022059" y="2172262"/>
                  </a:lnTo>
                  <a:lnTo>
                    <a:pt x="1017819" y="2243657"/>
                  </a:lnTo>
                  <a:close/>
                  <a:moveTo>
                    <a:pt x="996789" y="2232307"/>
                  </a:moveTo>
                  <a:lnTo>
                    <a:pt x="1017819" y="2243657"/>
                  </a:lnTo>
                  <a:lnTo>
                    <a:pt x="1018992" y="2161442"/>
                  </a:lnTo>
                  <a:close/>
                  <a:moveTo>
                    <a:pt x="998693" y="2130667"/>
                  </a:moveTo>
                  <a:lnTo>
                    <a:pt x="1018992" y="2161442"/>
                  </a:lnTo>
                  <a:lnTo>
                    <a:pt x="959623" y="2062337"/>
                  </a:lnTo>
                  <a:close/>
                  <a:moveTo>
                    <a:pt x="1417803" y="2432675"/>
                  </a:moveTo>
                  <a:lnTo>
                    <a:pt x="1483809" y="2439604"/>
                  </a:lnTo>
                  <a:lnTo>
                    <a:pt x="1459268" y="2359464"/>
                  </a:lnTo>
                  <a:close/>
                  <a:moveTo>
                    <a:pt x="1417803" y="2432675"/>
                  </a:moveTo>
                  <a:lnTo>
                    <a:pt x="1459268" y="2359464"/>
                  </a:lnTo>
                  <a:lnTo>
                    <a:pt x="1387064" y="2357572"/>
                  </a:lnTo>
                  <a:close/>
                  <a:moveTo>
                    <a:pt x="1459268" y="2359464"/>
                  </a:moveTo>
                  <a:lnTo>
                    <a:pt x="1483809" y="2439604"/>
                  </a:lnTo>
                  <a:lnTo>
                    <a:pt x="1501728" y="2451866"/>
                  </a:lnTo>
                  <a:close/>
                  <a:moveTo>
                    <a:pt x="1306041" y="2262759"/>
                  </a:moveTo>
                  <a:lnTo>
                    <a:pt x="1380840" y="2331214"/>
                  </a:lnTo>
                  <a:lnTo>
                    <a:pt x="1387064" y="2357572"/>
                  </a:lnTo>
                  <a:close/>
                  <a:moveTo>
                    <a:pt x="1436174" y="2166784"/>
                  </a:moveTo>
                  <a:lnTo>
                    <a:pt x="1390681" y="2223517"/>
                  </a:lnTo>
                  <a:lnTo>
                    <a:pt x="1435768" y="2178385"/>
                  </a:lnTo>
                  <a:close/>
                  <a:moveTo>
                    <a:pt x="1435768" y="2178385"/>
                  </a:moveTo>
                  <a:lnTo>
                    <a:pt x="1390681" y="2223517"/>
                  </a:lnTo>
                  <a:lnTo>
                    <a:pt x="1383162" y="2260653"/>
                  </a:lnTo>
                  <a:close/>
                  <a:moveTo>
                    <a:pt x="1436174" y="2166784"/>
                  </a:moveTo>
                  <a:lnTo>
                    <a:pt x="1407526" y="2071299"/>
                  </a:lnTo>
                  <a:lnTo>
                    <a:pt x="1414156" y="2135363"/>
                  </a:lnTo>
                  <a:close/>
                  <a:moveTo>
                    <a:pt x="1406565" y="2046132"/>
                  </a:moveTo>
                  <a:lnTo>
                    <a:pt x="1407526" y="2071299"/>
                  </a:lnTo>
                  <a:lnTo>
                    <a:pt x="1436174" y="2166784"/>
                  </a:lnTo>
                  <a:close/>
                  <a:moveTo>
                    <a:pt x="1737273" y="2172126"/>
                  </a:moveTo>
                  <a:lnTo>
                    <a:pt x="1733892" y="2240348"/>
                  </a:lnTo>
                  <a:lnTo>
                    <a:pt x="1748619" y="2205911"/>
                  </a:lnTo>
                  <a:close/>
                  <a:moveTo>
                    <a:pt x="1748619" y="2205911"/>
                  </a:moveTo>
                  <a:lnTo>
                    <a:pt x="1733892" y="2240348"/>
                  </a:lnTo>
                  <a:lnTo>
                    <a:pt x="1732495" y="2258520"/>
                  </a:lnTo>
                  <a:close/>
                  <a:moveTo>
                    <a:pt x="1748619" y="2205911"/>
                  </a:moveTo>
                  <a:lnTo>
                    <a:pt x="1732495" y="2258520"/>
                  </a:lnTo>
                  <a:lnTo>
                    <a:pt x="1797392" y="2266352"/>
                  </a:lnTo>
                  <a:close/>
                  <a:moveTo>
                    <a:pt x="1407526" y="2071299"/>
                  </a:moveTo>
                  <a:lnTo>
                    <a:pt x="1406565" y="2046132"/>
                  </a:lnTo>
                  <a:lnTo>
                    <a:pt x="1417565" y="2032499"/>
                  </a:lnTo>
                  <a:close/>
                  <a:moveTo>
                    <a:pt x="1659873" y="2056783"/>
                  </a:moveTo>
                  <a:lnTo>
                    <a:pt x="1702034" y="2121240"/>
                  </a:lnTo>
                  <a:lnTo>
                    <a:pt x="1678198" y="2089911"/>
                  </a:lnTo>
                  <a:close/>
                  <a:moveTo>
                    <a:pt x="1728433" y="2161729"/>
                  </a:moveTo>
                  <a:lnTo>
                    <a:pt x="1702034" y="2121240"/>
                  </a:lnTo>
                  <a:lnTo>
                    <a:pt x="1659873" y="2056783"/>
                  </a:lnTo>
                  <a:close/>
                  <a:moveTo>
                    <a:pt x="1728433" y="2161729"/>
                  </a:moveTo>
                  <a:lnTo>
                    <a:pt x="1733892" y="2240348"/>
                  </a:lnTo>
                  <a:lnTo>
                    <a:pt x="1737273" y="2172126"/>
                  </a:lnTo>
                  <a:close/>
                  <a:moveTo>
                    <a:pt x="1728433" y="2161729"/>
                  </a:moveTo>
                  <a:lnTo>
                    <a:pt x="1737273" y="2172126"/>
                  </a:lnTo>
                  <a:lnTo>
                    <a:pt x="1702034" y="2121240"/>
                  </a:lnTo>
                  <a:close/>
                  <a:moveTo>
                    <a:pt x="1440262" y="1763286"/>
                  </a:moveTo>
                  <a:lnTo>
                    <a:pt x="1420717" y="1761051"/>
                  </a:lnTo>
                  <a:lnTo>
                    <a:pt x="1491150" y="1833083"/>
                  </a:lnTo>
                  <a:close/>
                  <a:moveTo>
                    <a:pt x="1102322" y="1432190"/>
                  </a:moveTo>
                  <a:lnTo>
                    <a:pt x="1166604" y="1314604"/>
                  </a:lnTo>
                  <a:lnTo>
                    <a:pt x="1163189" y="1311539"/>
                  </a:lnTo>
                  <a:close/>
                  <a:moveTo>
                    <a:pt x="68436" y="0"/>
                  </a:moveTo>
                  <a:lnTo>
                    <a:pt x="89120" y="83276"/>
                  </a:lnTo>
                  <a:lnTo>
                    <a:pt x="115351" y="22450"/>
                  </a:lnTo>
                  <a:close/>
                  <a:moveTo>
                    <a:pt x="2070303" y="2265757"/>
                  </a:moveTo>
                  <a:lnTo>
                    <a:pt x="2096481" y="2344566"/>
                  </a:lnTo>
                  <a:lnTo>
                    <a:pt x="2106342" y="2380335"/>
                  </a:lnTo>
                  <a:close/>
                  <a:moveTo>
                    <a:pt x="1424454" y="1437532"/>
                  </a:moveTo>
                  <a:lnTo>
                    <a:pt x="1446830" y="1509188"/>
                  </a:lnTo>
                  <a:lnTo>
                    <a:pt x="1493297" y="1467719"/>
                  </a:lnTo>
                  <a:close/>
                  <a:moveTo>
                    <a:pt x="1406174" y="1420639"/>
                  </a:moveTo>
                  <a:lnTo>
                    <a:pt x="1361068" y="1377784"/>
                  </a:lnTo>
                  <a:lnTo>
                    <a:pt x="1424454" y="1437532"/>
                  </a:lnTo>
                  <a:close/>
                  <a:moveTo>
                    <a:pt x="1662866" y="1414297"/>
                  </a:moveTo>
                  <a:lnTo>
                    <a:pt x="1604946" y="1400792"/>
                  </a:lnTo>
                  <a:lnTo>
                    <a:pt x="1681594" y="1499163"/>
                  </a:lnTo>
                  <a:close/>
                  <a:moveTo>
                    <a:pt x="1535765" y="1411296"/>
                  </a:moveTo>
                  <a:lnTo>
                    <a:pt x="1604946" y="1400792"/>
                  </a:lnTo>
                  <a:lnTo>
                    <a:pt x="1582603" y="1399096"/>
                  </a:lnTo>
                  <a:close/>
                  <a:moveTo>
                    <a:pt x="1604946" y="1400792"/>
                  </a:moveTo>
                  <a:lnTo>
                    <a:pt x="1662866" y="1414297"/>
                  </a:lnTo>
                  <a:lnTo>
                    <a:pt x="1603964" y="1387620"/>
                  </a:lnTo>
                  <a:close/>
                  <a:moveTo>
                    <a:pt x="1084744" y="1020286"/>
                  </a:moveTo>
                  <a:lnTo>
                    <a:pt x="1079798" y="1036346"/>
                  </a:lnTo>
                  <a:lnTo>
                    <a:pt x="1095230" y="102645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28" name="Candidate_density__2027">
              <a:extLst>
                <a:ext uri="{FF2B5EF4-FFF2-40B4-BE49-F238E27FC236}">
                  <a16:creationId xmlns:a16="http://schemas.microsoft.com/office/drawing/2014/main" id="{73B289B0-355A-8850-C82E-A9233E751B31}"/>
                </a:ext>
              </a:extLst>
            </p:cNvPr>
            <p:cNvSpPr>
              <a:spLocks noGrp="1"/>
            </p:cNvSpPr>
            <p:nvPr/>
          </p:nvSpPr>
          <p:spPr>
            <a:xfrm>
              <a:off x="4800251" y="2400484"/>
              <a:ext cx="2073665" cy="3124054"/>
            </a:xfrm>
            <a:custGeom>
              <a:avLst/>
              <a:gdLst/>
              <a:ahLst/>
              <a:cxnLst/>
              <a:rect l="0" t="0" r="0" b="0"/>
              <a:pathLst>
                <a:path w="2073665" h="3124054">
                  <a:moveTo>
                    <a:pt x="369926" y="3123229"/>
                  </a:moveTo>
                  <a:lnTo>
                    <a:pt x="311303" y="3119250"/>
                  </a:lnTo>
                  <a:lnTo>
                    <a:pt x="444677" y="3124054"/>
                  </a:lnTo>
                  <a:close/>
                  <a:moveTo>
                    <a:pt x="459586" y="3119850"/>
                  </a:moveTo>
                  <a:lnTo>
                    <a:pt x="476813" y="3092121"/>
                  </a:lnTo>
                  <a:lnTo>
                    <a:pt x="444677" y="3124054"/>
                  </a:lnTo>
                  <a:close/>
                  <a:moveTo>
                    <a:pt x="576432" y="3122803"/>
                  </a:moveTo>
                  <a:lnTo>
                    <a:pt x="498242" y="3109125"/>
                  </a:lnTo>
                  <a:lnTo>
                    <a:pt x="459586" y="3119850"/>
                  </a:lnTo>
                  <a:close/>
                  <a:moveTo>
                    <a:pt x="151464" y="2433346"/>
                  </a:moveTo>
                  <a:lnTo>
                    <a:pt x="215313" y="2478179"/>
                  </a:lnTo>
                  <a:lnTo>
                    <a:pt x="110305" y="2494663"/>
                  </a:lnTo>
                  <a:close/>
                  <a:moveTo>
                    <a:pt x="249350" y="2305464"/>
                  </a:moveTo>
                  <a:lnTo>
                    <a:pt x="234670" y="2380783"/>
                  </a:lnTo>
                  <a:lnTo>
                    <a:pt x="220888" y="2313749"/>
                  </a:lnTo>
                  <a:close/>
                  <a:moveTo>
                    <a:pt x="836156" y="2890948"/>
                  </a:moveTo>
                  <a:lnTo>
                    <a:pt x="717866" y="2850818"/>
                  </a:lnTo>
                  <a:lnTo>
                    <a:pt x="775201" y="2878248"/>
                  </a:lnTo>
                  <a:close/>
                  <a:moveTo>
                    <a:pt x="249350" y="2305464"/>
                  </a:moveTo>
                  <a:lnTo>
                    <a:pt x="339138" y="2256351"/>
                  </a:lnTo>
                  <a:lnTo>
                    <a:pt x="286013" y="2238949"/>
                  </a:lnTo>
                  <a:close/>
                  <a:moveTo>
                    <a:pt x="339138" y="2256351"/>
                  </a:moveTo>
                  <a:lnTo>
                    <a:pt x="347329" y="2275312"/>
                  </a:lnTo>
                  <a:lnTo>
                    <a:pt x="351932" y="2195144"/>
                  </a:lnTo>
                  <a:close/>
                  <a:moveTo>
                    <a:pt x="33200" y="1922928"/>
                  </a:moveTo>
                  <a:lnTo>
                    <a:pt x="17637" y="1908015"/>
                  </a:lnTo>
                  <a:lnTo>
                    <a:pt x="0" y="1930504"/>
                  </a:lnTo>
                  <a:close/>
                  <a:moveTo>
                    <a:pt x="22239" y="1946451"/>
                  </a:moveTo>
                  <a:lnTo>
                    <a:pt x="118023" y="2014653"/>
                  </a:lnTo>
                  <a:lnTo>
                    <a:pt x="33200" y="1922928"/>
                  </a:lnTo>
                  <a:close/>
                  <a:moveTo>
                    <a:pt x="0" y="1930504"/>
                  </a:moveTo>
                  <a:lnTo>
                    <a:pt x="22239" y="1946451"/>
                  </a:lnTo>
                  <a:lnTo>
                    <a:pt x="33200" y="1922928"/>
                  </a:lnTo>
                  <a:close/>
                  <a:moveTo>
                    <a:pt x="667654" y="2271142"/>
                  </a:moveTo>
                  <a:lnTo>
                    <a:pt x="665834" y="2172529"/>
                  </a:lnTo>
                  <a:lnTo>
                    <a:pt x="641177" y="2242218"/>
                  </a:lnTo>
                  <a:close/>
                  <a:moveTo>
                    <a:pt x="1215680" y="2428844"/>
                  </a:moveTo>
                  <a:lnTo>
                    <a:pt x="1125709" y="2341304"/>
                  </a:lnTo>
                  <a:lnTo>
                    <a:pt x="1159921" y="2413583"/>
                  </a:lnTo>
                  <a:close/>
                  <a:moveTo>
                    <a:pt x="572848" y="1710491"/>
                  </a:moveTo>
                  <a:lnTo>
                    <a:pt x="541535" y="1628275"/>
                  </a:lnTo>
                  <a:lnTo>
                    <a:pt x="611613" y="1672054"/>
                  </a:lnTo>
                  <a:close/>
                  <a:moveTo>
                    <a:pt x="989381" y="1891083"/>
                  </a:moveTo>
                  <a:lnTo>
                    <a:pt x="986314" y="1880263"/>
                  </a:lnTo>
                  <a:lnTo>
                    <a:pt x="985141" y="1962478"/>
                  </a:lnTo>
                  <a:close/>
                  <a:moveTo>
                    <a:pt x="1247413" y="2237926"/>
                  </a:moveTo>
                  <a:lnTo>
                    <a:pt x="1330074" y="2268322"/>
                  </a:lnTo>
                  <a:lnTo>
                    <a:pt x="1378677" y="2234839"/>
                  </a:lnTo>
                  <a:close/>
                  <a:moveTo>
                    <a:pt x="1378677" y="2234839"/>
                  </a:moveTo>
                  <a:lnTo>
                    <a:pt x="1330074" y="2268322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78677" y="2234839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85125" y="2151496"/>
                  </a:lnTo>
                  <a:lnTo>
                    <a:pt x="1378677" y="2234839"/>
                  </a:lnTo>
                  <a:close/>
                  <a:moveTo>
                    <a:pt x="1451131" y="2158425"/>
                  </a:moveTo>
                  <a:lnTo>
                    <a:pt x="1446733" y="2210632"/>
                  </a:lnTo>
                  <a:lnTo>
                    <a:pt x="1469050" y="2170687"/>
                  </a:lnTo>
                  <a:close/>
                  <a:moveTo>
                    <a:pt x="1375959" y="1803390"/>
                  </a:moveTo>
                  <a:lnTo>
                    <a:pt x="1373887" y="1764954"/>
                  </a:lnTo>
                  <a:lnTo>
                    <a:pt x="1403496" y="1885605"/>
                  </a:lnTo>
                  <a:close/>
                  <a:moveTo>
                    <a:pt x="1380847" y="1682739"/>
                  </a:moveTo>
                  <a:lnTo>
                    <a:pt x="1373887" y="1764954"/>
                  </a:lnTo>
                  <a:lnTo>
                    <a:pt x="1358862" y="1721175"/>
                  </a:lnTo>
                  <a:close/>
                  <a:moveTo>
                    <a:pt x="1380599" y="1654714"/>
                  </a:moveTo>
                  <a:lnTo>
                    <a:pt x="1373887" y="1764954"/>
                  </a:lnTo>
                  <a:lnTo>
                    <a:pt x="1380847" y="1682739"/>
                  </a:lnTo>
                  <a:close/>
                  <a:moveTo>
                    <a:pt x="1380599" y="1654714"/>
                  </a:moveTo>
                  <a:lnTo>
                    <a:pt x="1384887" y="1751320"/>
                  </a:lnTo>
                  <a:lnTo>
                    <a:pt x="1373887" y="1764954"/>
                  </a:lnTo>
                  <a:close/>
                  <a:moveTo>
                    <a:pt x="1363517" y="1568509"/>
                  </a:moveTo>
                  <a:lnTo>
                    <a:pt x="1380599" y="1654714"/>
                  </a:lnTo>
                  <a:lnTo>
                    <a:pt x="1380847" y="1682739"/>
                  </a:lnTo>
                  <a:close/>
                  <a:moveTo>
                    <a:pt x="1362746" y="1562087"/>
                  </a:moveTo>
                  <a:lnTo>
                    <a:pt x="1363517" y="1568509"/>
                  </a:lnTo>
                  <a:lnTo>
                    <a:pt x="1366720" y="1544525"/>
                  </a:lnTo>
                  <a:close/>
                  <a:moveTo>
                    <a:pt x="64494" y="120651"/>
                  </a:moveTo>
                  <a:lnTo>
                    <a:pt x="101227" y="0"/>
                  </a:lnTo>
                  <a:lnTo>
                    <a:pt x="107959" y="82215"/>
                  </a:lnTo>
                  <a:close/>
                  <a:moveTo>
                    <a:pt x="1103219" y="1116656"/>
                  </a:moveTo>
                  <a:lnTo>
                    <a:pt x="1133926" y="1033425"/>
                  </a:lnTo>
                  <a:lnTo>
                    <a:pt x="1069644" y="1151011"/>
                  </a:lnTo>
                  <a:close/>
                  <a:moveTo>
                    <a:pt x="1069644" y="1151011"/>
                  </a:moveTo>
                  <a:lnTo>
                    <a:pt x="1130511" y="1030360"/>
                  </a:lnTo>
                  <a:lnTo>
                    <a:pt x="1100907" y="1112575"/>
                  </a:lnTo>
                  <a:close/>
                  <a:moveTo>
                    <a:pt x="2063803" y="2063387"/>
                  </a:moveTo>
                  <a:lnTo>
                    <a:pt x="2056917" y="2181371"/>
                  </a:lnTo>
                  <a:lnTo>
                    <a:pt x="2073665" y="2099156"/>
                  </a:lnTo>
                  <a:close/>
                  <a:moveTo>
                    <a:pt x="1636076" y="1605866"/>
                  </a:moveTo>
                  <a:lnTo>
                    <a:pt x="1652475" y="1567429"/>
                  </a:lnTo>
                  <a:lnTo>
                    <a:pt x="1614625" y="1688081"/>
                  </a:lnTo>
                  <a:close/>
                  <a:moveTo>
                    <a:pt x="1652475" y="1567429"/>
                  </a:moveTo>
                  <a:lnTo>
                    <a:pt x="1636076" y="1605866"/>
                  </a:lnTo>
                  <a:lnTo>
                    <a:pt x="1615127" y="1523650"/>
                  </a:lnTo>
                  <a:close/>
                  <a:moveTo>
                    <a:pt x="975486" y="765993"/>
                  </a:moveTo>
                  <a:lnTo>
                    <a:pt x="998166" y="865929"/>
                  </a:lnTo>
                  <a:lnTo>
                    <a:pt x="1017044" y="857920"/>
                  </a:lnTo>
                  <a:close/>
                  <a:moveTo>
                    <a:pt x="1054668" y="783715"/>
                  </a:moveTo>
                  <a:lnTo>
                    <a:pt x="1062552" y="745278"/>
                  </a:lnTo>
                  <a:lnTo>
                    <a:pt x="1047120" y="755167"/>
                  </a:lnTo>
                  <a:close/>
                  <a:moveTo>
                    <a:pt x="1059255" y="663063"/>
                  </a:moveTo>
                  <a:lnTo>
                    <a:pt x="1062552" y="745278"/>
                  </a:lnTo>
                  <a:lnTo>
                    <a:pt x="1042654" y="701499"/>
                  </a:lnTo>
                  <a:close/>
                  <a:moveTo>
                    <a:pt x="1460619" y="1186540"/>
                  </a:moveTo>
                  <a:lnTo>
                    <a:pt x="1419152" y="1122910"/>
                  </a:lnTo>
                  <a:lnTo>
                    <a:pt x="1391776" y="1156353"/>
                  </a:lnTo>
                  <a:close/>
                  <a:moveTo>
                    <a:pt x="1571286" y="1106441"/>
                  </a:moveTo>
                  <a:lnTo>
                    <a:pt x="1634255" y="1063216"/>
                  </a:lnTo>
                  <a:lnTo>
                    <a:pt x="1613790" y="105015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29" name="Candidate_density__2028">
              <a:extLst>
                <a:ext uri="{FF2B5EF4-FFF2-40B4-BE49-F238E27FC236}">
                  <a16:creationId xmlns:a16="http://schemas.microsoft.com/office/drawing/2014/main" id="{883D48DF-D100-7422-3C48-FDEB2127D463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2093697"/>
              <a:ext cx="2162669" cy="2953731"/>
            </a:xfrm>
            <a:custGeom>
              <a:avLst/>
              <a:gdLst/>
              <a:ahLst/>
              <a:cxnLst/>
              <a:rect l="0" t="0" r="0" b="0"/>
              <a:pathLst>
                <a:path w="2162669" h="2953731">
                  <a:moveTo>
                    <a:pt x="0" y="2316104"/>
                  </a:moveTo>
                  <a:lnTo>
                    <a:pt x="86509" y="2406459"/>
                  </a:lnTo>
                  <a:lnTo>
                    <a:pt x="58399" y="2373891"/>
                  </a:lnTo>
                  <a:close/>
                  <a:moveTo>
                    <a:pt x="610071" y="2784233"/>
                  </a:moveTo>
                  <a:lnTo>
                    <a:pt x="527731" y="2759139"/>
                  </a:lnTo>
                  <a:lnTo>
                    <a:pt x="598945" y="2784966"/>
                  </a:lnTo>
                  <a:close/>
                  <a:moveTo>
                    <a:pt x="432734" y="2467417"/>
                  </a:moveTo>
                  <a:lnTo>
                    <a:pt x="460406" y="2417669"/>
                  </a:lnTo>
                  <a:lnTo>
                    <a:pt x="468856" y="2438078"/>
                  </a:lnTo>
                  <a:close/>
                  <a:moveTo>
                    <a:pt x="466627" y="2479390"/>
                  </a:moveTo>
                  <a:lnTo>
                    <a:pt x="432734" y="2467417"/>
                  </a:lnTo>
                  <a:lnTo>
                    <a:pt x="378915" y="2417669"/>
                  </a:lnTo>
                  <a:close/>
                  <a:moveTo>
                    <a:pt x="542147" y="2461448"/>
                  </a:moveTo>
                  <a:lnTo>
                    <a:pt x="461093" y="2383797"/>
                  </a:lnTo>
                  <a:lnTo>
                    <a:pt x="460406" y="2417669"/>
                  </a:lnTo>
                  <a:close/>
                  <a:moveTo>
                    <a:pt x="460406" y="2417669"/>
                  </a:moveTo>
                  <a:lnTo>
                    <a:pt x="432734" y="2467417"/>
                  </a:lnTo>
                  <a:lnTo>
                    <a:pt x="542147" y="2461448"/>
                  </a:lnTo>
                  <a:close/>
                  <a:moveTo>
                    <a:pt x="1079599" y="2945160"/>
                  </a:moveTo>
                  <a:lnTo>
                    <a:pt x="1030198" y="2924730"/>
                  </a:lnTo>
                  <a:lnTo>
                    <a:pt x="1125106" y="2953731"/>
                  </a:lnTo>
                  <a:close/>
                  <a:moveTo>
                    <a:pt x="1039583" y="2751872"/>
                  </a:moveTo>
                  <a:lnTo>
                    <a:pt x="1004587" y="2669657"/>
                  </a:lnTo>
                  <a:lnTo>
                    <a:pt x="991862" y="2755712"/>
                  </a:lnTo>
                  <a:close/>
                  <a:moveTo>
                    <a:pt x="1004587" y="2669657"/>
                  </a:moveTo>
                  <a:lnTo>
                    <a:pt x="959360" y="2682043"/>
                  </a:lnTo>
                  <a:lnTo>
                    <a:pt x="991862" y="2755712"/>
                  </a:lnTo>
                  <a:close/>
                  <a:moveTo>
                    <a:pt x="991862" y="2755712"/>
                  </a:moveTo>
                  <a:lnTo>
                    <a:pt x="959360" y="2682043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905622" y="2669657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1004587" y="2669657"/>
                  </a:lnTo>
                  <a:lnTo>
                    <a:pt x="963883" y="2629604"/>
                  </a:lnTo>
                  <a:close/>
                  <a:moveTo>
                    <a:pt x="905622" y="2669657"/>
                  </a:moveTo>
                  <a:lnTo>
                    <a:pt x="959360" y="2682043"/>
                  </a:lnTo>
                  <a:lnTo>
                    <a:pt x="963883" y="2629604"/>
                  </a:lnTo>
                  <a:close/>
                  <a:moveTo>
                    <a:pt x="660611" y="2342777"/>
                  </a:moveTo>
                  <a:lnTo>
                    <a:pt x="570593" y="2455460"/>
                  </a:lnTo>
                  <a:lnTo>
                    <a:pt x="664936" y="2439352"/>
                  </a:lnTo>
                  <a:close/>
                  <a:moveTo>
                    <a:pt x="664936" y="2439352"/>
                  </a:moveTo>
                  <a:lnTo>
                    <a:pt x="720434" y="2354733"/>
                  </a:lnTo>
                  <a:lnTo>
                    <a:pt x="660611" y="2342777"/>
                  </a:lnTo>
                  <a:close/>
                  <a:moveTo>
                    <a:pt x="1192916" y="2928602"/>
                  </a:moveTo>
                  <a:lnTo>
                    <a:pt x="1230947" y="2877866"/>
                  </a:lnTo>
                  <a:lnTo>
                    <a:pt x="1215490" y="2895275"/>
                  </a:lnTo>
                  <a:close/>
                  <a:moveTo>
                    <a:pt x="1004587" y="2669657"/>
                  </a:moveTo>
                  <a:lnTo>
                    <a:pt x="1076875" y="2747191"/>
                  </a:lnTo>
                  <a:lnTo>
                    <a:pt x="1077097" y="2646917"/>
                  </a:lnTo>
                  <a:close/>
                  <a:moveTo>
                    <a:pt x="1004587" y="2669657"/>
                  </a:moveTo>
                  <a:lnTo>
                    <a:pt x="1039583" y="2751872"/>
                  </a:lnTo>
                  <a:lnTo>
                    <a:pt x="1076875" y="2747191"/>
                  </a:lnTo>
                  <a:close/>
                  <a:moveTo>
                    <a:pt x="1213916" y="2791914"/>
                  </a:moveTo>
                  <a:lnTo>
                    <a:pt x="1214587" y="2795917"/>
                  </a:lnTo>
                  <a:lnTo>
                    <a:pt x="1214511" y="2795651"/>
                  </a:lnTo>
                  <a:close/>
                  <a:moveTo>
                    <a:pt x="905622" y="2669657"/>
                  </a:moveTo>
                  <a:lnTo>
                    <a:pt x="963883" y="2629604"/>
                  </a:lnTo>
                  <a:lnTo>
                    <a:pt x="900866" y="2669006"/>
                  </a:lnTo>
                  <a:close/>
                  <a:moveTo>
                    <a:pt x="1077097" y="2646917"/>
                  </a:moveTo>
                  <a:lnTo>
                    <a:pt x="963883" y="2629604"/>
                  </a:lnTo>
                  <a:lnTo>
                    <a:pt x="1004587" y="2669657"/>
                  </a:lnTo>
                  <a:close/>
                  <a:moveTo>
                    <a:pt x="445159" y="1896289"/>
                  </a:moveTo>
                  <a:lnTo>
                    <a:pt x="406483" y="2011936"/>
                  </a:lnTo>
                  <a:lnTo>
                    <a:pt x="434583" y="2004980"/>
                  </a:lnTo>
                  <a:close/>
                  <a:moveTo>
                    <a:pt x="469035" y="2011936"/>
                  </a:moveTo>
                  <a:lnTo>
                    <a:pt x="445159" y="1896289"/>
                  </a:lnTo>
                  <a:lnTo>
                    <a:pt x="434583" y="2004980"/>
                  </a:lnTo>
                  <a:close/>
                  <a:moveTo>
                    <a:pt x="468149" y="1929721"/>
                  </a:moveTo>
                  <a:lnTo>
                    <a:pt x="445159" y="1896289"/>
                  </a:lnTo>
                  <a:lnTo>
                    <a:pt x="469035" y="2011936"/>
                  </a:lnTo>
                  <a:close/>
                  <a:moveTo>
                    <a:pt x="469294" y="1891284"/>
                  </a:moveTo>
                  <a:lnTo>
                    <a:pt x="490699" y="1919859"/>
                  </a:lnTo>
                  <a:lnTo>
                    <a:pt x="534844" y="1924923"/>
                  </a:lnTo>
                  <a:close/>
                  <a:moveTo>
                    <a:pt x="490699" y="1919859"/>
                  </a:moveTo>
                  <a:lnTo>
                    <a:pt x="469294" y="1891284"/>
                  </a:lnTo>
                  <a:lnTo>
                    <a:pt x="514599" y="1849230"/>
                  </a:lnTo>
                  <a:close/>
                  <a:moveTo>
                    <a:pt x="349289" y="1813546"/>
                  </a:moveTo>
                  <a:lnTo>
                    <a:pt x="437741" y="1891284"/>
                  </a:lnTo>
                  <a:lnTo>
                    <a:pt x="445159" y="1896289"/>
                  </a:lnTo>
                  <a:close/>
                  <a:moveTo>
                    <a:pt x="1230947" y="2877866"/>
                  </a:moveTo>
                  <a:lnTo>
                    <a:pt x="1214587" y="2795917"/>
                  </a:lnTo>
                  <a:lnTo>
                    <a:pt x="1215490" y="2895275"/>
                  </a:lnTo>
                  <a:close/>
                  <a:moveTo>
                    <a:pt x="1230947" y="2877866"/>
                  </a:moveTo>
                  <a:lnTo>
                    <a:pt x="1214511" y="2795651"/>
                  </a:lnTo>
                  <a:lnTo>
                    <a:pt x="1214587" y="2795917"/>
                  </a:lnTo>
                  <a:close/>
                  <a:moveTo>
                    <a:pt x="469294" y="1891284"/>
                  </a:moveTo>
                  <a:lnTo>
                    <a:pt x="536196" y="1782778"/>
                  </a:lnTo>
                  <a:lnTo>
                    <a:pt x="514599" y="1849230"/>
                  </a:lnTo>
                  <a:close/>
                  <a:moveTo>
                    <a:pt x="1375955" y="2625233"/>
                  </a:moveTo>
                  <a:lnTo>
                    <a:pt x="1420168" y="2636563"/>
                  </a:lnTo>
                  <a:lnTo>
                    <a:pt x="1422362" y="2648092"/>
                  </a:lnTo>
                  <a:close/>
                  <a:moveTo>
                    <a:pt x="1352481" y="2600925"/>
                  </a:moveTo>
                  <a:lnTo>
                    <a:pt x="1420168" y="2636563"/>
                  </a:lnTo>
                  <a:lnTo>
                    <a:pt x="1375955" y="2625233"/>
                  </a:lnTo>
                  <a:close/>
                  <a:moveTo>
                    <a:pt x="1378530" y="2592784"/>
                  </a:moveTo>
                  <a:lnTo>
                    <a:pt x="1422362" y="2648092"/>
                  </a:lnTo>
                  <a:lnTo>
                    <a:pt x="1490655" y="2636563"/>
                  </a:lnTo>
                  <a:close/>
                  <a:moveTo>
                    <a:pt x="653747" y="1747803"/>
                  </a:moveTo>
                  <a:lnTo>
                    <a:pt x="558305" y="1764804"/>
                  </a:lnTo>
                  <a:lnTo>
                    <a:pt x="680519" y="1760516"/>
                  </a:lnTo>
                  <a:close/>
                  <a:moveTo>
                    <a:pt x="1490655" y="2636563"/>
                  </a:moveTo>
                  <a:lnTo>
                    <a:pt x="1515546" y="2653281"/>
                  </a:lnTo>
                  <a:lnTo>
                    <a:pt x="1516017" y="2632544"/>
                  </a:lnTo>
                  <a:close/>
                  <a:moveTo>
                    <a:pt x="1449791" y="2554347"/>
                  </a:moveTo>
                  <a:lnTo>
                    <a:pt x="1516017" y="2632544"/>
                  </a:lnTo>
                  <a:lnTo>
                    <a:pt x="1468476" y="2540750"/>
                  </a:lnTo>
                  <a:close/>
                  <a:moveTo>
                    <a:pt x="1490655" y="2636563"/>
                  </a:moveTo>
                  <a:lnTo>
                    <a:pt x="1516017" y="2632544"/>
                  </a:lnTo>
                  <a:lnTo>
                    <a:pt x="1449791" y="2554347"/>
                  </a:lnTo>
                  <a:close/>
                  <a:moveTo>
                    <a:pt x="1516017" y="2632544"/>
                  </a:moveTo>
                  <a:lnTo>
                    <a:pt x="1515546" y="2653281"/>
                  </a:lnTo>
                  <a:lnTo>
                    <a:pt x="1520901" y="2636563"/>
                  </a:lnTo>
                  <a:close/>
                  <a:moveTo>
                    <a:pt x="1433465" y="2538973"/>
                  </a:moveTo>
                  <a:lnTo>
                    <a:pt x="1484710" y="2537992"/>
                  </a:lnTo>
                  <a:lnTo>
                    <a:pt x="1449791" y="2554347"/>
                  </a:lnTo>
                  <a:close/>
                  <a:moveTo>
                    <a:pt x="1267370" y="2389918"/>
                  </a:moveTo>
                  <a:lnTo>
                    <a:pt x="1307277" y="2431916"/>
                  </a:lnTo>
                  <a:lnTo>
                    <a:pt x="1316523" y="2373268"/>
                  </a:lnTo>
                  <a:close/>
                  <a:moveTo>
                    <a:pt x="814446" y="1978027"/>
                  </a:moveTo>
                  <a:lnTo>
                    <a:pt x="896345" y="1972037"/>
                  </a:lnTo>
                  <a:lnTo>
                    <a:pt x="881985" y="1956447"/>
                  </a:lnTo>
                  <a:close/>
                  <a:moveTo>
                    <a:pt x="1491742" y="2349082"/>
                  </a:moveTo>
                  <a:lnTo>
                    <a:pt x="1490610" y="2351481"/>
                  </a:lnTo>
                  <a:lnTo>
                    <a:pt x="1536552" y="2301415"/>
                  </a:lnTo>
                  <a:close/>
                  <a:moveTo>
                    <a:pt x="1537537" y="2230829"/>
                  </a:moveTo>
                  <a:lnTo>
                    <a:pt x="1581560" y="2254490"/>
                  </a:lnTo>
                  <a:lnTo>
                    <a:pt x="1554506" y="2200884"/>
                  </a:lnTo>
                  <a:close/>
                  <a:moveTo>
                    <a:pt x="1647137" y="2286261"/>
                  </a:moveTo>
                  <a:lnTo>
                    <a:pt x="1654656" y="2249126"/>
                  </a:lnTo>
                  <a:lnTo>
                    <a:pt x="1537537" y="2230829"/>
                  </a:lnTo>
                  <a:close/>
                  <a:moveTo>
                    <a:pt x="1537537" y="2230829"/>
                  </a:moveTo>
                  <a:lnTo>
                    <a:pt x="1554506" y="2200884"/>
                  </a:lnTo>
                  <a:lnTo>
                    <a:pt x="1522430" y="2126870"/>
                  </a:lnTo>
                  <a:close/>
                  <a:moveTo>
                    <a:pt x="1888470" y="2350799"/>
                  </a:moveTo>
                  <a:lnTo>
                    <a:pt x="1868199" y="2327819"/>
                  </a:lnTo>
                  <a:lnTo>
                    <a:pt x="1923893" y="2419785"/>
                  </a:lnTo>
                  <a:close/>
                  <a:moveTo>
                    <a:pt x="1967124" y="2366218"/>
                  </a:moveTo>
                  <a:lnTo>
                    <a:pt x="1888470" y="2350799"/>
                  </a:lnTo>
                  <a:lnTo>
                    <a:pt x="1923893" y="2419785"/>
                  </a:lnTo>
                  <a:close/>
                  <a:moveTo>
                    <a:pt x="1862847" y="2318386"/>
                  </a:moveTo>
                  <a:lnTo>
                    <a:pt x="1868199" y="2327819"/>
                  </a:lnTo>
                  <a:lnTo>
                    <a:pt x="1888470" y="2350799"/>
                  </a:lnTo>
                  <a:close/>
                  <a:moveTo>
                    <a:pt x="1862847" y="2318386"/>
                  </a:moveTo>
                  <a:lnTo>
                    <a:pt x="1821579" y="2236171"/>
                  </a:lnTo>
                  <a:lnTo>
                    <a:pt x="1824770" y="2263033"/>
                  </a:lnTo>
                  <a:close/>
                  <a:moveTo>
                    <a:pt x="2131690" y="2487641"/>
                  </a:moveTo>
                  <a:lnTo>
                    <a:pt x="2077829" y="2501468"/>
                  </a:lnTo>
                  <a:lnTo>
                    <a:pt x="2092964" y="2444380"/>
                  </a:lnTo>
                  <a:close/>
                  <a:moveTo>
                    <a:pt x="2077829" y="2501468"/>
                  </a:moveTo>
                  <a:lnTo>
                    <a:pt x="2131690" y="2487641"/>
                  </a:lnTo>
                  <a:lnTo>
                    <a:pt x="2104003" y="2482817"/>
                  </a:lnTo>
                  <a:close/>
                  <a:moveTo>
                    <a:pt x="2131690" y="2487641"/>
                  </a:moveTo>
                  <a:lnTo>
                    <a:pt x="2135314" y="2444380"/>
                  </a:lnTo>
                  <a:lnTo>
                    <a:pt x="2104003" y="2482817"/>
                  </a:lnTo>
                  <a:close/>
                  <a:moveTo>
                    <a:pt x="1996470" y="2284128"/>
                  </a:moveTo>
                  <a:lnTo>
                    <a:pt x="1967124" y="2366218"/>
                  </a:lnTo>
                  <a:lnTo>
                    <a:pt x="2088274" y="2370177"/>
                  </a:lnTo>
                  <a:close/>
                  <a:moveTo>
                    <a:pt x="2088274" y="2370177"/>
                  </a:moveTo>
                  <a:lnTo>
                    <a:pt x="2111732" y="2362165"/>
                  </a:lnTo>
                  <a:lnTo>
                    <a:pt x="2162669" y="2324810"/>
                  </a:lnTo>
                  <a:close/>
                  <a:moveTo>
                    <a:pt x="1862847" y="2318386"/>
                  </a:moveTo>
                  <a:lnTo>
                    <a:pt x="1888470" y="2350799"/>
                  </a:lnTo>
                  <a:lnTo>
                    <a:pt x="1897602" y="2303915"/>
                  </a:lnTo>
                  <a:close/>
                  <a:moveTo>
                    <a:pt x="1821579" y="2236171"/>
                  </a:moveTo>
                  <a:lnTo>
                    <a:pt x="1862847" y="2318386"/>
                  </a:lnTo>
                  <a:lnTo>
                    <a:pt x="1845411" y="2197735"/>
                  </a:lnTo>
                  <a:close/>
                  <a:moveTo>
                    <a:pt x="1804479" y="1951089"/>
                  </a:moveTo>
                  <a:lnTo>
                    <a:pt x="1748549" y="1868874"/>
                  </a:lnTo>
                  <a:lnTo>
                    <a:pt x="1742937" y="1989526"/>
                  </a:lnTo>
                  <a:close/>
                  <a:moveTo>
                    <a:pt x="1184211" y="1453097"/>
                  </a:moveTo>
                  <a:lnTo>
                    <a:pt x="1196690" y="1409177"/>
                  </a:lnTo>
                  <a:lnTo>
                    <a:pt x="1193251" y="1423439"/>
                  </a:lnTo>
                  <a:close/>
                  <a:moveTo>
                    <a:pt x="1112599" y="1211154"/>
                  </a:moveTo>
                  <a:lnTo>
                    <a:pt x="1090125" y="1134943"/>
                  </a:lnTo>
                  <a:lnTo>
                    <a:pt x="1114415" y="1215288"/>
                  </a:lnTo>
                  <a:close/>
                  <a:moveTo>
                    <a:pt x="1112599" y="1211154"/>
                  </a:moveTo>
                  <a:lnTo>
                    <a:pt x="1087502" y="1128939"/>
                  </a:lnTo>
                  <a:lnTo>
                    <a:pt x="1090125" y="1134943"/>
                  </a:lnTo>
                  <a:close/>
                  <a:moveTo>
                    <a:pt x="2095659" y="2264081"/>
                  </a:moveTo>
                  <a:lnTo>
                    <a:pt x="2111732" y="2362165"/>
                  </a:lnTo>
                  <a:lnTo>
                    <a:pt x="2104289" y="2357157"/>
                  </a:lnTo>
                  <a:close/>
                  <a:moveTo>
                    <a:pt x="1797374" y="1858463"/>
                  </a:moveTo>
                  <a:lnTo>
                    <a:pt x="1755126" y="1858691"/>
                  </a:lnTo>
                  <a:lnTo>
                    <a:pt x="1831666" y="1912653"/>
                  </a:lnTo>
                  <a:close/>
                  <a:moveTo>
                    <a:pt x="1831666" y="1912653"/>
                  </a:moveTo>
                  <a:lnTo>
                    <a:pt x="1755126" y="1858691"/>
                  </a:lnTo>
                  <a:lnTo>
                    <a:pt x="1748549" y="1868874"/>
                  </a:lnTo>
                  <a:close/>
                  <a:moveTo>
                    <a:pt x="1831666" y="1912653"/>
                  </a:moveTo>
                  <a:lnTo>
                    <a:pt x="1748549" y="1868874"/>
                  </a:lnTo>
                  <a:lnTo>
                    <a:pt x="1804479" y="1951089"/>
                  </a:lnTo>
                  <a:close/>
                  <a:moveTo>
                    <a:pt x="1492416" y="1350533"/>
                  </a:moveTo>
                  <a:lnTo>
                    <a:pt x="1430580" y="1340213"/>
                  </a:lnTo>
                  <a:lnTo>
                    <a:pt x="1494816" y="1448674"/>
                  </a:lnTo>
                  <a:close/>
                  <a:moveTo>
                    <a:pt x="1047282" y="1046723"/>
                  </a:moveTo>
                  <a:lnTo>
                    <a:pt x="1042686" y="987413"/>
                  </a:lnTo>
                  <a:lnTo>
                    <a:pt x="1073989" y="926072"/>
                  </a:lnTo>
                  <a:close/>
                  <a:moveTo>
                    <a:pt x="1047282" y="1046723"/>
                  </a:moveTo>
                  <a:lnTo>
                    <a:pt x="1073989" y="926072"/>
                  </a:lnTo>
                  <a:lnTo>
                    <a:pt x="1039863" y="964508"/>
                  </a:lnTo>
                  <a:close/>
                  <a:moveTo>
                    <a:pt x="252419" y="30048"/>
                  </a:moveTo>
                  <a:lnTo>
                    <a:pt x="332411" y="25608"/>
                  </a:lnTo>
                  <a:lnTo>
                    <a:pt x="273847" y="0"/>
                  </a:lnTo>
                  <a:close/>
                  <a:moveTo>
                    <a:pt x="1766222" y="1830438"/>
                  </a:moveTo>
                  <a:lnTo>
                    <a:pt x="1755126" y="1858691"/>
                  </a:lnTo>
                  <a:lnTo>
                    <a:pt x="1797374" y="1858463"/>
                  </a:lnTo>
                  <a:close/>
                  <a:moveTo>
                    <a:pt x="1710805" y="1534797"/>
                  </a:moveTo>
                  <a:lnTo>
                    <a:pt x="1844655" y="1541374"/>
                  </a:lnTo>
                  <a:lnTo>
                    <a:pt x="1757273" y="1493327"/>
                  </a:lnTo>
                  <a:close/>
                  <a:moveTo>
                    <a:pt x="1840477" y="1549619"/>
                  </a:moveTo>
                  <a:lnTo>
                    <a:pt x="1861086" y="1545356"/>
                  </a:lnTo>
                  <a:lnTo>
                    <a:pt x="1844655" y="1541374"/>
                  </a:lnTo>
                  <a:close/>
                  <a:moveTo>
                    <a:pt x="1688429" y="1463141"/>
                  </a:moveTo>
                  <a:lnTo>
                    <a:pt x="1625044" y="1403393"/>
                  </a:lnTo>
                  <a:lnTo>
                    <a:pt x="1658771" y="1419362"/>
                  </a:lnTo>
                  <a:close/>
                  <a:moveTo>
                    <a:pt x="1688429" y="1463141"/>
                  </a:moveTo>
                  <a:lnTo>
                    <a:pt x="1658771" y="1419362"/>
                  </a:lnTo>
                  <a:lnTo>
                    <a:pt x="1665476" y="1501577"/>
                  </a:lnTo>
                  <a:close/>
                  <a:moveTo>
                    <a:pt x="1200711" y="905446"/>
                  </a:moveTo>
                  <a:lnTo>
                    <a:pt x="1124835" y="906540"/>
                  </a:lnTo>
                  <a:lnTo>
                    <a:pt x="1239655" y="951327"/>
                  </a:lnTo>
                  <a:close/>
                  <a:moveTo>
                    <a:pt x="1260191" y="917682"/>
                  </a:moveTo>
                  <a:lnTo>
                    <a:pt x="1200711" y="905446"/>
                  </a:lnTo>
                  <a:lnTo>
                    <a:pt x="1312633" y="945523"/>
                  </a:lnTo>
                  <a:close/>
                  <a:moveTo>
                    <a:pt x="1200711" y="905446"/>
                  </a:moveTo>
                  <a:lnTo>
                    <a:pt x="1239655" y="951327"/>
                  </a:lnTo>
                  <a:lnTo>
                    <a:pt x="1312633" y="945523"/>
                  </a:lnTo>
                  <a:close/>
                  <a:moveTo>
                    <a:pt x="1569934" y="1350213"/>
                  </a:moveTo>
                  <a:lnTo>
                    <a:pt x="1625044" y="1403393"/>
                  </a:lnTo>
                  <a:lnTo>
                    <a:pt x="1558430" y="1396956"/>
                  </a:lnTo>
                  <a:close/>
                  <a:moveTo>
                    <a:pt x="1335311" y="956703"/>
                  </a:moveTo>
                  <a:lnTo>
                    <a:pt x="1355908" y="969850"/>
                  </a:lnTo>
                  <a:lnTo>
                    <a:pt x="1312633" y="945523"/>
                  </a:lnTo>
                  <a:close/>
                  <a:moveTo>
                    <a:pt x="1837887" y="1364326"/>
                  </a:moveTo>
                  <a:lnTo>
                    <a:pt x="1846579" y="1424705"/>
                  </a:lnTo>
                  <a:lnTo>
                    <a:pt x="1867939" y="1413229"/>
                  </a:lnTo>
                  <a:close/>
                  <a:moveTo>
                    <a:pt x="1793070" y="1227290"/>
                  </a:moveTo>
                  <a:lnTo>
                    <a:pt x="1869139" y="1226040"/>
                  </a:lnTo>
                  <a:lnTo>
                    <a:pt x="1818402" y="1228019"/>
                  </a:lnTo>
                  <a:close/>
                  <a:moveTo>
                    <a:pt x="1869139" y="1226040"/>
                  </a:moveTo>
                  <a:lnTo>
                    <a:pt x="1793070" y="1227290"/>
                  </a:lnTo>
                  <a:lnTo>
                    <a:pt x="1880242" y="124402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30" name="Candidate_density__2029">
              <a:extLst>
                <a:ext uri="{FF2B5EF4-FFF2-40B4-BE49-F238E27FC236}">
                  <a16:creationId xmlns:a16="http://schemas.microsoft.com/office/drawing/2014/main" id="{EF7F8244-1244-CAC4-3EA2-1266F031D7CF}"/>
                </a:ext>
              </a:extLst>
            </p:cNvPr>
            <p:cNvSpPr>
              <a:spLocks noGrp="1"/>
            </p:cNvSpPr>
            <p:nvPr/>
          </p:nvSpPr>
          <p:spPr>
            <a:xfrm>
              <a:off x="4490746" y="2989537"/>
              <a:ext cx="2182857" cy="1586977"/>
            </a:xfrm>
            <a:custGeom>
              <a:avLst/>
              <a:gdLst/>
              <a:ahLst/>
              <a:cxnLst/>
              <a:rect l="0" t="0" r="0" b="0"/>
              <a:pathLst>
                <a:path w="2182857" h="1586977">
                  <a:moveTo>
                    <a:pt x="0" y="1352057"/>
                  </a:moveTo>
                  <a:lnTo>
                    <a:pt x="19337" y="1434272"/>
                  </a:lnTo>
                  <a:lnTo>
                    <a:pt x="19357" y="1314883"/>
                  </a:lnTo>
                  <a:close/>
                  <a:moveTo>
                    <a:pt x="19337" y="1434272"/>
                  </a:moveTo>
                  <a:lnTo>
                    <a:pt x="12852" y="1420264"/>
                  </a:lnTo>
                  <a:lnTo>
                    <a:pt x="19357" y="1314883"/>
                  </a:lnTo>
                  <a:close/>
                  <a:moveTo>
                    <a:pt x="72639" y="1231405"/>
                  </a:moveTo>
                  <a:lnTo>
                    <a:pt x="71543" y="1232957"/>
                  </a:lnTo>
                  <a:lnTo>
                    <a:pt x="20618" y="1312528"/>
                  </a:lnTo>
                  <a:close/>
                  <a:moveTo>
                    <a:pt x="71543" y="1232957"/>
                  </a:moveTo>
                  <a:lnTo>
                    <a:pt x="32018" y="1291691"/>
                  </a:lnTo>
                  <a:lnTo>
                    <a:pt x="20618" y="1312528"/>
                  </a:lnTo>
                  <a:close/>
                  <a:moveTo>
                    <a:pt x="20618" y="1312528"/>
                  </a:moveTo>
                  <a:lnTo>
                    <a:pt x="32018" y="1291691"/>
                  </a:lnTo>
                  <a:lnTo>
                    <a:pt x="19357" y="1314883"/>
                  </a:lnTo>
                  <a:close/>
                  <a:moveTo>
                    <a:pt x="19357" y="1314883"/>
                  </a:moveTo>
                  <a:lnTo>
                    <a:pt x="32018" y="1291691"/>
                  </a:lnTo>
                  <a:lnTo>
                    <a:pt x="0" y="1352057"/>
                  </a:lnTo>
                  <a:close/>
                  <a:moveTo>
                    <a:pt x="156383" y="1262814"/>
                  </a:moveTo>
                  <a:lnTo>
                    <a:pt x="74946" y="1230191"/>
                  </a:lnTo>
                  <a:lnTo>
                    <a:pt x="135826" y="1249408"/>
                  </a:lnTo>
                  <a:close/>
                  <a:moveTo>
                    <a:pt x="135826" y="1249408"/>
                  </a:moveTo>
                  <a:lnTo>
                    <a:pt x="170708" y="1192969"/>
                  </a:lnTo>
                  <a:lnTo>
                    <a:pt x="156383" y="1262814"/>
                  </a:lnTo>
                  <a:close/>
                  <a:moveTo>
                    <a:pt x="73215" y="1230518"/>
                  </a:moveTo>
                  <a:lnTo>
                    <a:pt x="72639" y="1231405"/>
                  </a:lnTo>
                  <a:lnTo>
                    <a:pt x="74946" y="1230191"/>
                  </a:lnTo>
                  <a:close/>
                  <a:moveTo>
                    <a:pt x="445586" y="1571577"/>
                  </a:moveTo>
                  <a:lnTo>
                    <a:pt x="479479" y="1583550"/>
                  </a:lnTo>
                  <a:lnTo>
                    <a:pt x="554999" y="1565608"/>
                  </a:lnTo>
                  <a:close/>
                  <a:moveTo>
                    <a:pt x="184886" y="1154181"/>
                  </a:moveTo>
                  <a:lnTo>
                    <a:pt x="219326" y="1173404"/>
                  </a:lnTo>
                  <a:lnTo>
                    <a:pt x="210636" y="1110754"/>
                  </a:lnTo>
                  <a:close/>
                  <a:moveTo>
                    <a:pt x="210636" y="1110754"/>
                  </a:moveTo>
                  <a:lnTo>
                    <a:pt x="219326" y="1173404"/>
                  </a:lnTo>
                  <a:lnTo>
                    <a:pt x="257393" y="1154532"/>
                  </a:lnTo>
                  <a:close/>
                  <a:moveTo>
                    <a:pt x="210636" y="1110754"/>
                  </a:moveTo>
                  <a:lnTo>
                    <a:pt x="257393" y="1154532"/>
                  </a:lnTo>
                  <a:lnTo>
                    <a:pt x="222481" y="1072317"/>
                  </a:lnTo>
                  <a:close/>
                  <a:moveTo>
                    <a:pt x="419335" y="1116096"/>
                  </a:moveTo>
                  <a:lnTo>
                    <a:pt x="350517" y="1127340"/>
                  </a:lnTo>
                  <a:lnTo>
                    <a:pt x="383423" y="1200681"/>
                  </a:lnTo>
                  <a:close/>
                  <a:moveTo>
                    <a:pt x="350517" y="1127340"/>
                  </a:moveTo>
                  <a:lnTo>
                    <a:pt x="419335" y="1116096"/>
                  </a:lnTo>
                  <a:lnTo>
                    <a:pt x="359771" y="1098981"/>
                  </a:lnTo>
                  <a:close/>
                  <a:moveTo>
                    <a:pt x="258121" y="990102"/>
                  </a:moveTo>
                  <a:lnTo>
                    <a:pt x="222481" y="1072317"/>
                  </a:lnTo>
                  <a:lnTo>
                    <a:pt x="284898" y="1033881"/>
                  </a:lnTo>
                  <a:close/>
                  <a:moveTo>
                    <a:pt x="258121" y="990102"/>
                  </a:moveTo>
                  <a:lnTo>
                    <a:pt x="284898" y="1033881"/>
                  </a:lnTo>
                  <a:lnTo>
                    <a:pt x="274835" y="951666"/>
                  </a:lnTo>
                  <a:close/>
                  <a:moveTo>
                    <a:pt x="304873" y="893728"/>
                  </a:moveTo>
                  <a:lnTo>
                    <a:pt x="274835" y="951666"/>
                  </a:lnTo>
                  <a:lnTo>
                    <a:pt x="362141" y="917706"/>
                  </a:lnTo>
                  <a:close/>
                  <a:moveTo>
                    <a:pt x="547334" y="874792"/>
                  </a:moveTo>
                  <a:lnTo>
                    <a:pt x="549048" y="886938"/>
                  </a:lnTo>
                  <a:lnTo>
                    <a:pt x="482146" y="995444"/>
                  </a:lnTo>
                  <a:close/>
                  <a:moveTo>
                    <a:pt x="2024840" y="1504762"/>
                  </a:moveTo>
                  <a:lnTo>
                    <a:pt x="1979976" y="1470378"/>
                  </a:lnTo>
                  <a:lnTo>
                    <a:pt x="1936745" y="1523945"/>
                  </a:lnTo>
                  <a:close/>
                  <a:moveTo>
                    <a:pt x="2024840" y="1504762"/>
                  </a:moveTo>
                  <a:lnTo>
                    <a:pt x="2077697" y="1557086"/>
                  </a:lnTo>
                  <a:lnTo>
                    <a:pt x="2101126" y="1474337"/>
                  </a:lnTo>
                  <a:close/>
                  <a:moveTo>
                    <a:pt x="2101126" y="1474337"/>
                  </a:moveTo>
                  <a:lnTo>
                    <a:pt x="2077697" y="1557086"/>
                  </a:lnTo>
                  <a:lnTo>
                    <a:pt x="2124583" y="1466325"/>
                  </a:lnTo>
                  <a:close/>
                  <a:moveTo>
                    <a:pt x="2124583" y="1466325"/>
                  </a:moveTo>
                  <a:lnTo>
                    <a:pt x="2077697" y="1557086"/>
                  </a:lnTo>
                  <a:lnTo>
                    <a:pt x="2116855" y="1586977"/>
                  </a:lnTo>
                  <a:close/>
                  <a:moveTo>
                    <a:pt x="2124583" y="1466325"/>
                  </a:moveTo>
                  <a:lnTo>
                    <a:pt x="2116855" y="1586977"/>
                  </a:lnTo>
                  <a:lnTo>
                    <a:pt x="2148166" y="1548540"/>
                  </a:lnTo>
                  <a:close/>
                  <a:moveTo>
                    <a:pt x="2101126" y="1474337"/>
                  </a:moveTo>
                  <a:lnTo>
                    <a:pt x="1979976" y="1470378"/>
                  </a:lnTo>
                  <a:lnTo>
                    <a:pt x="2024840" y="1504762"/>
                  </a:lnTo>
                  <a:close/>
                  <a:moveTo>
                    <a:pt x="2182857" y="1510104"/>
                  </a:moveTo>
                  <a:lnTo>
                    <a:pt x="2117141" y="1461317"/>
                  </a:lnTo>
                  <a:lnTo>
                    <a:pt x="2124583" y="1466325"/>
                  </a:lnTo>
                  <a:close/>
                  <a:moveTo>
                    <a:pt x="1106497" y="3444"/>
                  </a:moveTo>
                  <a:lnTo>
                    <a:pt x="1052714" y="68668"/>
                  </a:lnTo>
                  <a:lnTo>
                    <a:pt x="1086841" y="30232"/>
                  </a:lnTo>
                  <a:close/>
                  <a:moveTo>
                    <a:pt x="1655644" y="448120"/>
                  </a:moveTo>
                  <a:lnTo>
                    <a:pt x="1671623" y="523522"/>
                  </a:lnTo>
                  <a:lnTo>
                    <a:pt x="1637895" y="507553"/>
                  </a:lnTo>
                  <a:close/>
                  <a:moveTo>
                    <a:pt x="1137687" y="10700"/>
                  </a:moveTo>
                  <a:lnTo>
                    <a:pt x="1180108" y="0"/>
                  </a:lnTo>
                  <a:lnTo>
                    <a:pt x="1106497" y="3444"/>
                  </a:lnTo>
                  <a:close/>
                  <a:moveTo>
                    <a:pt x="1137687" y="10700"/>
                  </a:moveTo>
                  <a:lnTo>
                    <a:pt x="1213563" y="9606"/>
                  </a:lnTo>
                  <a:lnTo>
                    <a:pt x="1180108" y="0"/>
                  </a:lnTo>
                  <a:close/>
                  <a:moveTo>
                    <a:pt x="1582786" y="454373"/>
                  </a:moveTo>
                  <a:lnTo>
                    <a:pt x="1655644" y="448120"/>
                  </a:lnTo>
                  <a:lnTo>
                    <a:pt x="1637895" y="507553"/>
                  </a:lnTo>
                  <a:close/>
                  <a:moveTo>
                    <a:pt x="1750109" y="364435"/>
                  </a:moveTo>
                  <a:lnTo>
                    <a:pt x="1745918" y="380232"/>
                  </a:lnTo>
                  <a:lnTo>
                    <a:pt x="1699510" y="396926"/>
                  </a:lnTo>
                  <a:close/>
                  <a:moveTo>
                    <a:pt x="1699510" y="396926"/>
                  </a:moveTo>
                  <a:lnTo>
                    <a:pt x="1745918" y="380232"/>
                  </a:lnTo>
                  <a:lnTo>
                    <a:pt x="1721694" y="416414"/>
                  </a:lnTo>
                  <a:close/>
                  <a:moveTo>
                    <a:pt x="1762881" y="355204"/>
                  </a:moveTo>
                  <a:lnTo>
                    <a:pt x="1745918" y="380232"/>
                  </a:lnTo>
                  <a:lnTo>
                    <a:pt x="1750109" y="364435"/>
                  </a:lnTo>
                  <a:close/>
                  <a:moveTo>
                    <a:pt x="1762881" y="355204"/>
                  </a:moveTo>
                  <a:lnTo>
                    <a:pt x="1750109" y="364435"/>
                  </a:lnTo>
                  <a:lnTo>
                    <a:pt x="1805921" y="331450"/>
                  </a:lnTo>
                  <a:close/>
                  <a:moveTo>
                    <a:pt x="1805921" y="331450"/>
                  </a:moveTo>
                  <a:lnTo>
                    <a:pt x="1831254" y="332179"/>
                  </a:lnTo>
                  <a:lnTo>
                    <a:pt x="1762881" y="355204"/>
                  </a:lnTo>
                  <a:close/>
                  <a:moveTo>
                    <a:pt x="1805921" y="331450"/>
                  </a:moveTo>
                  <a:lnTo>
                    <a:pt x="1813708" y="330033"/>
                  </a:lnTo>
                  <a:lnTo>
                    <a:pt x="1893094" y="3481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31" name="Candidate_density__2030">
              <a:extLst>
                <a:ext uri="{FF2B5EF4-FFF2-40B4-BE49-F238E27FC236}">
                  <a16:creationId xmlns:a16="http://schemas.microsoft.com/office/drawing/2014/main" id="{ABEF00E0-DC31-50BF-B95B-E264F97AC9EC}"/>
                </a:ext>
              </a:extLst>
            </p:cNvPr>
            <p:cNvSpPr>
              <a:spLocks noGrp="1"/>
            </p:cNvSpPr>
            <p:nvPr/>
          </p:nvSpPr>
          <p:spPr>
            <a:xfrm>
              <a:off x="4510103" y="2992981"/>
              <a:ext cx="1794351" cy="1311439"/>
            </a:xfrm>
            <a:custGeom>
              <a:avLst/>
              <a:gdLst/>
              <a:ahLst/>
              <a:cxnLst/>
              <a:rect l="0" t="0" r="0" b="0"/>
              <a:pathLst>
                <a:path w="1794351" h="1311439">
                  <a:moveTo>
                    <a:pt x="1261" y="1309084"/>
                  </a:moveTo>
                  <a:lnTo>
                    <a:pt x="0" y="1311439"/>
                  </a:lnTo>
                  <a:lnTo>
                    <a:pt x="800" y="1310177"/>
                  </a:lnTo>
                  <a:close/>
                  <a:moveTo>
                    <a:pt x="1261" y="1309084"/>
                  </a:moveTo>
                  <a:lnTo>
                    <a:pt x="800" y="1310177"/>
                  </a:lnTo>
                  <a:lnTo>
                    <a:pt x="2777" y="1309182"/>
                  </a:lnTo>
                  <a:close/>
                  <a:moveTo>
                    <a:pt x="55588" y="1226747"/>
                  </a:moveTo>
                  <a:lnTo>
                    <a:pt x="53281" y="1227961"/>
                  </a:lnTo>
                  <a:lnTo>
                    <a:pt x="116469" y="1245964"/>
                  </a:lnTo>
                  <a:close/>
                  <a:moveTo>
                    <a:pt x="53281" y="1227961"/>
                  </a:moveTo>
                  <a:lnTo>
                    <a:pt x="1261" y="1309084"/>
                  </a:lnTo>
                  <a:lnTo>
                    <a:pt x="116469" y="1245964"/>
                  </a:lnTo>
                  <a:close/>
                  <a:moveTo>
                    <a:pt x="165529" y="1150737"/>
                  </a:moveTo>
                  <a:lnTo>
                    <a:pt x="149671" y="1210852"/>
                  </a:lnTo>
                  <a:lnTo>
                    <a:pt x="151350" y="1189525"/>
                  </a:lnTo>
                  <a:close/>
                  <a:moveTo>
                    <a:pt x="199969" y="1169960"/>
                  </a:moveTo>
                  <a:lnTo>
                    <a:pt x="151350" y="1189525"/>
                  </a:lnTo>
                  <a:lnTo>
                    <a:pt x="237377" y="1204163"/>
                  </a:lnTo>
                  <a:close/>
                  <a:moveTo>
                    <a:pt x="151350" y="1189525"/>
                  </a:moveTo>
                  <a:lnTo>
                    <a:pt x="116469" y="1245964"/>
                  </a:lnTo>
                  <a:lnTo>
                    <a:pt x="237377" y="1204163"/>
                  </a:lnTo>
                  <a:close/>
                  <a:moveTo>
                    <a:pt x="165529" y="1150737"/>
                  </a:moveTo>
                  <a:lnTo>
                    <a:pt x="151350" y="1189525"/>
                  </a:lnTo>
                  <a:lnTo>
                    <a:pt x="199969" y="1169960"/>
                  </a:lnTo>
                  <a:close/>
                  <a:moveTo>
                    <a:pt x="199969" y="1169960"/>
                  </a:moveTo>
                  <a:lnTo>
                    <a:pt x="237377" y="1204163"/>
                  </a:lnTo>
                  <a:lnTo>
                    <a:pt x="238035" y="1151088"/>
                  </a:lnTo>
                  <a:close/>
                  <a:moveTo>
                    <a:pt x="238035" y="1151088"/>
                  </a:moveTo>
                  <a:lnTo>
                    <a:pt x="331159" y="1123896"/>
                  </a:lnTo>
                  <a:lnTo>
                    <a:pt x="265540" y="1030437"/>
                  </a:lnTo>
                  <a:close/>
                  <a:moveTo>
                    <a:pt x="203123" y="1068874"/>
                  </a:moveTo>
                  <a:lnTo>
                    <a:pt x="238035" y="1151088"/>
                  </a:lnTo>
                  <a:lnTo>
                    <a:pt x="265540" y="1030437"/>
                  </a:lnTo>
                  <a:close/>
                  <a:moveTo>
                    <a:pt x="1087140" y="0"/>
                  </a:moveTo>
                  <a:lnTo>
                    <a:pt x="1067483" y="26788"/>
                  </a:lnTo>
                  <a:lnTo>
                    <a:pt x="1118330" y="7256"/>
                  </a:lnTo>
                  <a:close/>
                  <a:moveTo>
                    <a:pt x="1786564" y="328007"/>
                  </a:moveTo>
                  <a:lnTo>
                    <a:pt x="1730752" y="360991"/>
                  </a:lnTo>
                  <a:lnTo>
                    <a:pt x="1794351" y="326589"/>
                  </a:lnTo>
                  <a:close/>
                  <a:moveTo>
                    <a:pt x="1730752" y="360991"/>
                  </a:moveTo>
                  <a:lnTo>
                    <a:pt x="1680152" y="393483"/>
                  </a:lnTo>
                  <a:lnTo>
                    <a:pt x="1794351" y="3265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32" name="Candidate_density__2031">
              <a:extLst>
                <a:ext uri="{FF2B5EF4-FFF2-40B4-BE49-F238E27FC236}">
                  <a16:creationId xmlns:a16="http://schemas.microsoft.com/office/drawing/2014/main" id="{E1368B1F-D87E-54BF-1313-5E3973C27FC0}"/>
                </a:ext>
              </a:extLst>
            </p:cNvPr>
            <p:cNvSpPr>
              <a:spLocks noGrp="1"/>
            </p:cNvSpPr>
            <p:nvPr/>
          </p:nvSpPr>
          <p:spPr>
            <a:xfrm>
              <a:off x="5049601" y="3155651"/>
              <a:ext cx="1815150" cy="2135781"/>
            </a:xfrm>
            <a:custGeom>
              <a:avLst/>
              <a:gdLst/>
              <a:ahLst/>
              <a:cxnLst/>
              <a:rect l="0" t="0" r="0" b="0"/>
              <a:pathLst>
                <a:path w="1815150" h="2135781">
                  <a:moveTo>
                    <a:pt x="586807" y="2135781"/>
                  </a:moveTo>
                  <a:lnTo>
                    <a:pt x="525852" y="2123081"/>
                  </a:lnTo>
                  <a:lnTo>
                    <a:pt x="656908" y="2119218"/>
                  </a:lnTo>
                  <a:close/>
                  <a:moveTo>
                    <a:pt x="74082" y="1548622"/>
                  </a:moveTo>
                  <a:lnTo>
                    <a:pt x="89789" y="1501184"/>
                  </a:lnTo>
                  <a:lnTo>
                    <a:pt x="0" y="1550297"/>
                  </a:lnTo>
                  <a:close/>
                  <a:moveTo>
                    <a:pt x="89789" y="1501184"/>
                  </a:moveTo>
                  <a:lnTo>
                    <a:pt x="74082" y="1548622"/>
                  </a:lnTo>
                  <a:lnTo>
                    <a:pt x="97980" y="1520145"/>
                  </a:lnTo>
                  <a:close/>
                  <a:moveTo>
                    <a:pt x="702348" y="2073908"/>
                  </a:moveTo>
                  <a:lnTo>
                    <a:pt x="586807" y="2135781"/>
                  </a:lnTo>
                  <a:lnTo>
                    <a:pt x="656908" y="2119218"/>
                  </a:lnTo>
                  <a:close/>
                  <a:moveTo>
                    <a:pt x="1080724" y="1513155"/>
                  </a:moveTo>
                  <a:lnTo>
                    <a:pt x="1152602" y="1503239"/>
                  </a:lnTo>
                  <a:lnTo>
                    <a:pt x="1197384" y="1455465"/>
                  </a:lnTo>
                  <a:close/>
                  <a:moveTo>
                    <a:pt x="1685219" y="1519162"/>
                  </a:moveTo>
                  <a:lnTo>
                    <a:pt x="1755057" y="1501620"/>
                  </a:lnTo>
                  <a:lnTo>
                    <a:pt x="1797334" y="1444484"/>
                  </a:lnTo>
                  <a:close/>
                  <a:moveTo>
                    <a:pt x="1773679" y="1464641"/>
                  </a:moveTo>
                  <a:lnTo>
                    <a:pt x="1807567" y="1426204"/>
                  </a:lnTo>
                  <a:lnTo>
                    <a:pt x="1797334" y="1444484"/>
                  </a:lnTo>
                  <a:close/>
                  <a:moveTo>
                    <a:pt x="1365276" y="932914"/>
                  </a:moveTo>
                  <a:lnTo>
                    <a:pt x="1357192" y="937137"/>
                  </a:lnTo>
                  <a:lnTo>
                    <a:pt x="1358924" y="889135"/>
                  </a:lnTo>
                  <a:close/>
                  <a:moveTo>
                    <a:pt x="1386726" y="850699"/>
                  </a:moveTo>
                  <a:lnTo>
                    <a:pt x="1365276" y="932914"/>
                  </a:lnTo>
                  <a:lnTo>
                    <a:pt x="1358924" y="889135"/>
                  </a:lnTo>
                  <a:close/>
                  <a:moveTo>
                    <a:pt x="1815150" y="1407746"/>
                  </a:moveTo>
                  <a:lnTo>
                    <a:pt x="1797334" y="1444484"/>
                  </a:lnTo>
                  <a:lnTo>
                    <a:pt x="1807567" y="1426204"/>
                  </a:lnTo>
                  <a:close/>
                  <a:moveTo>
                    <a:pt x="805318" y="28548"/>
                  </a:moveTo>
                  <a:lnTo>
                    <a:pt x="797771" y="0"/>
                  </a:lnTo>
                  <a:lnTo>
                    <a:pt x="767695" y="10275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33" name="Candidate_density__2032">
              <a:extLst>
                <a:ext uri="{FF2B5EF4-FFF2-40B4-BE49-F238E27FC236}">
                  <a16:creationId xmlns:a16="http://schemas.microsoft.com/office/drawing/2014/main" id="{5B7EC320-F6DD-A4B9-F5F2-AFBBCD3E2A70}"/>
                </a:ext>
              </a:extLst>
            </p:cNvPr>
            <p:cNvSpPr>
              <a:spLocks noGrp="1"/>
            </p:cNvSpPr>
            <p:nvPr/>
          </p:nvSpPr>
          <p:spPr>
            <a:xfrm>
              <a:off x="4777529" y="2187318"/>
              <a:ext cx="2086525" cy="3336395"/>
            </a:xfrm>
            <a:custGeom>
              <a:avLst/>
              <a:gdLst/>
              <a:ahLst/>
              <a:cxnLst/>
              <a:rect l="0" t="0" r="0" b="0"/>
              <a:pathLst>
                <a:path w="2086525" h="3336395">
                  <a:moveTo>
                    <a:pt x="282818" y="3261508"/>
                  </a:moveTo>
                  <a:lnTo>
                    <a:pt x="285552" y="3271699"/>
                  </a:lnTo>
                  <a:lnTo>
                    <a:pt x="303920" y="3283315"/>
                  </a:lnTo>
                  <a:close/>
                  <a:moveTo>
                    <a:pt x="315777" y="3223072"/>
                  </a:moveTo>
                  <a:lnTo>
                    <a:pt x="303920" y="3283315"/>
                  </a:lnTo>
                  <a:lnTo>
                    <a:pt x="351259" y="3245103"/>
                  </a:lnTo>
                  <a:close/>
                  <a:moveTo>
                    <a:pt x="315777" y="3223072"/>
                  </a:moveTo>
                  <a:lnTo>
                    <a:pt x="282818" y="3261508"/>
                  </a:lnTo>
                  <a:lnTo>
                    <a:pt x="303920" y="3283315"/>
                  </a:lnTo>
                  <a:close/>
                  <a:moveTo>
                    <a:pt x="261120" y="3186749"/>
                  </a:moveTo>
                  <a:lnTo>
                    <a:pt x="212309" y="3170561"/>
                  </a:lnTo>
                  <a:lnTo>
                    <a:pt x="315777" y="3223072"/>
                  </a:lnTo>
                  <a:close/>
                  <a:moveTo>
                    <a:pt x="315777" y="3223072"/>
                  </a:moveTo>
                  <a:lnTo>
                    <a:pt x="212309" y="3170561"/>
                  </a:lnTo>
                  <a:lnTo>
                    <a:pt x="214121" y="3179293"/>
                  </a:lnTo>
                  <a:close/>
                  <a:moveTo>
                    <a:pt x="315777" y="3223072"/>
                  </a:moveTo>
                  <a:lnTo>
                    <a:pt x="214121" y="3179293"/>
                  </a:lnTo>
                  <a:lnTo>
                    <a:pt x="282818" y="3261508"/>
                  </a:lnTo>
                  <a:close/>
                  <a:moveTo>
                    <a:pt x="303920" y="3283315"/>
                  </a:moveTo>
                  <a:lnTo>
                    <a:pt x="392648" y="3336395"/>
                  </a:lnTo>
                  <a:lnTo>
                    <a:pt x="430923" y="3264295"/>
                  </a:lnTo>
                  <a:close/>
                  <a:moveTo>
                    <a:pt x="351259" y="3245103"/>
                  </a:moveTo>
                  <a:lnTo>
                    <a:pt x="303920" y="3283315"/>
                  </a:lnTo>
                  <a:lnTo>
                    <a:pt x="430923" y="3264295"/>
                  </a:lnTo>
                  <a:close/>
                  <a:moveTo>
                    <a:pt x="188290" y="3129651"/>
                  </a:moveTo>
                  <a:lnTo>
                    <a:pt x="214121" y="3179293"/>
                  </a:lnTo>
                  <a:lnTo>
                    <a:pt x="212309" y="3170561"/>
                  </a:lnTo>
                  <a:close/>
                  <a:moveTo>
                    <a:pt x="136474" y="3071529"/>
                  </a:moveTo>
                  <a:lnTo>
                    <a:pt x="212309" y="3170561"/>
                  </a:lnTo>
                  <a:lnTo>
                    <a:pt x="208466" y="3140857"/>
                  </a:lnTo>
                  <a:close/>
                  <a:moveTo>
                    <a:pt x="166226" y="3097078"/>
                  </a:moveTo>
                  <a:lnTo>
                    <a:pt x="212309" y="3170561"/>
                  </a:lnTo>
                  <a:lnTo>
                    <a:pt x="136474" y="3071529"/>
                  </a:lnTo>
                  <a:close/>
                  <a:moveTo>
                    <a:pt x="536785" y="3266850"/>
                  </a:moveTo>
                  <a:lnTo>
                    <a:pt x="520964" y="3322290"/>
                  </a:lnTo>
                  <a:lnTo>
                    <a:pt x="574366" y="3306747"/>
                  </a:lnTo>
                  <a:close/>
                  <a:moveTo>
                    <a:pt x="536785" y="3266850"/>
                  </a:moveTo>
                  <a:lnTo>
                    <a:pt x="499535" y="3305287"/>
                  </a:lnTo>
                  <a:lnTo>
                    <a:pt x="520964" y="3322290"/>
                  </a:lnTo>
                  <a:close/>
                  <a:moveTo>
                    <a:pt x="463882" y="3187313"/>
                  </a:moveTo>
                  <a:lnTo>
                    <a:pt x="430923" y="3264295"/>
                  </a:lnTo>
                  <a:lnTo>
                    <a:pt x="473745" y="3184635"/>
                  </a:lnTo>
                  <a:close/>
                  <a:moveTo>
                    <a:pt x="473745" y="3184635"/>
                  </a:moveTo>
                  <a:lnTo>
                    <a:pt x="430923" y="3264295"/>
                  </a:lnTo>
                  <a:lnTo>
                    <a:pt x="499535" y="3305287"/>
                  </a:lnTo>
                  <a:close/>
                  <a:moveTo>
                    <a:pt x="473745" y="3184635"/>
                  </a:moveTo>
                  <a:lnTo>
                    <a:pt x="499535" y="3305287"/>
                  </a:lnTo>
                  <a:lnTo>
                    <a:pt x="536785" y="3266850"/>
                  </a:lnTo>
                  <a:close/>
                  <a:moveTo>
                    <a:pt x="430923" y="3264295"/>
                  </a:moveTo>
                  <a:lnTo>
                    <a:pt x="463882" y="3187313"/>
                  </a:lnTo>
                  <a:lnTo>
                    <a:pt x="393468" y="3187715"/>
                  </a:lnTo>
                  <a:close/>
                  <a:moveTo>
                    <a:pt x="351259" y="3245103"/>
                  </a:moveTo>
                  <a:lnTo>
                    <a:pt x="430923" y="3264295"/>
                  </a:lnTo>
                  <a:lnTo>
                    <a:pt x="393468" y="3187715"/>
                  </a:lnTo>
                  <a:close/>
                  <a:moveTo>
                    <a:pt x="473745" y="3184635"/>
                  </a:moveTo>
                  <a:lnTo>
                    <a:pt x="533911" y="3155491"/>
                  </a:lnTo>
                  <a:lnTo>
                    <a:pt x="463882" y="3187313"/>
                  </a:lnTo>
                  <a:close/>
                  <a:moveTo>
                    <a:pt x="463882" y="3187313"/>
                  </a:moveTo>
                  <a:lnTo>
                    <a:pt x="439178" y="3107304"/>
                  </a:lnTo>
                  <a:lnTo>
                    <a:pt x="427473" y="3184635"/>
                  </a:lnTo>
                  <a:close/>
                  <a:moveTo>
                    <a:pt x="439178" y="3107304"/>
                  </a:moveTo>
                  <a:lnTo>
                    <a:pt x="426087" y="3102420"/>
                  </a:lnTo>
                  <a:lnTo>
                    <a:pt x="427473" y="3184635"/>
                  </a:lnTo>
                  <a:close/>
                  <a:moveTo>
                    <a:pt x="349746" y="3024246"/>
                  </a:moveTo>
                  <a:lnTo>
                    <a:pt x="426087" y="3102420"/>
                  </a:lnTo>
                  <a:lnTo>
                    <a:pt x="347838" y="3020877"/>
                  </a:lnTo>
                  <a:close/>
                  <a:moveTo>
                    <a:pt x="426087" y="3102420"/>
                  </a:moveTo>
                  <a:lnTo>
                    <a:pt x="439178" y="3107304"/>
                  </a:lnTo>
                  <a:lnTo>
                    <a:pt x="347838" y="3020877"/>
                  </a:lnTo>
                  <a:close/>
                  <a:moveTo>
                    <a:pt x="349746" y="3024246"/>
                  </a:moveTo>
                  <a:lnTo>
                    <a:pt x="347838" y="3020877"/>
                  </a:lnTo>
                  <a:lnTo>
                    <a:pt x="346705" y="3020205"/>
                  </a:lnTo>
                  <a:close/>
                  <a:moveTo>
                    <a:pt x="473745" y="3184635"/>
                  </a:moveTo>
                  <a:lnTo>
                    <a:pt x="536785" y="3266850"/>
                  </a:lnTo>
                  <a:lnTo>
                    <a:pt x="469548" y="3182707"/>
                  </a:lnTo>
                  <a:close/>
                  <a:moveTo>
                    <a:pt x="174186" y="2646512"/>
                  </a:moveTo>
                  <a:lnTo>
                    <a:pt x="155326" y="2639454"/>
                  </a:lnTo>
                  <a:lnTo>
                    <a:pt x="231534" y="2645726"/>
                  </a:lnTo>
                  <a:close/>
                  <a:moveTo>
                    <a:pt x="141552" y="2488478"/>
                  </a:moveTo>
                  <a:lnTo>
                    <a:pt x="159116" y="2590171"/>
                  </a:lnTo>
                  <a:lnTo>
                    <a:pt x="199752" y="2526898"/>
                  </a:lnTo>
                  <a:close/>
                  <a:moveTo>
                    <a:pt x="633414" y="2970485"/>
                  </a:moveTo>
                  <a:lnTo>
                    <a:pt x="748459" y="3025547"/>
                  </a:lnTo>
                  <a:lnTo>
                    <a:pt x="678449" y="2986830"/>
                  </a:lnTo>
                  <a:close/>
                  <a:moveTo>
                    <a:pt x="633414" y="2970485"/>
                  </a:moveTo>
                  <a:lnTo>
                    <a:pt x="737410" y="3046623"/>
                  </a:lnTo>
                  <a:lnTo>
                    <a:pt x="748459" y="3025547"/>
                  </a:lnTo>
                  <a:close/>
                  <a:moveTo>
                    <a:pt x="497695" y="2868339"/>
                  </a:moveTo>
                  <a:lnTo>
                    <a:pt x="475673" y="2877450"/>
                  </a:lnTo>
                  <a:lnTo>
                    <a:pt x="532221" y="2933971"/>
                  </a:lnTo>
                  <a:close/>
                  <a:moveTo>
                    <a:pt x="588684" y="2929875"/>
                  </a:moveTo>
                  <a:lnTo>
                    <a:pt x="497695" y="2868339"/>
                  </a:lnTo>
                  <a:lnTo>
                    <a:pt x="532221" y="2933971"/>
                  </a:lnTo>
                  <a:close/>
                  <a:moveTo>
                    <a:pt x="610268" y="2947118"/>
                  </a:moveTo>
                  <a:lnTo>
                    <a:pt x="610686" y="2943332"/>
                  </a:lnTo>
                  <a:lnTo>
                    <a:pt x="588684" y="2929875"/>
                  </a:lnTo>
                  <a:close/>
                  <a:moveTo>
                    <a:pt x="309053" y="2441697"/>
                  </a:moveTo>
                  <a:lnTo>
                    <a:pt x="268216" y="2367826"/>
                  </a:lnTo>
                  <a:lnTo>
                    <a:pt x="308735" y="2452115"/>
                  </a:lnTo>
                  <a:close/>
                  <a:moveTo>
                    <a:pt x="226716" y="2412510"/>
                  </a:moveTo>
                  <a:lnTo>
                    <a:pt x="307531" y="2450042"/>
                  </a:lnTo>
                  <a:lnTo>
                    <a:pt x="308735" y="2452115"/>
                  </a:lnTo>
                  <a:close/>
                  <a:moveTo>
                    <a:pt x="187162" y="2290175"/>
                  </a:moveTo>
                  <a:lnTo>
                    <a:pt x="196971" y="2301299"/>
                  </a:lnTo>
                  <a:lnTo>
                    <a:pt x="178378" y="2285611"/>
                  </a:lnTo>
                  <a:close/>
                  <a:moveTo>
                    <a:pt x="196971" y="2301299"/>
                  </a:moveTo>
                  <a:lnTo>
                    <a:pt x="187162" y="2290175"/>
                  </a:lnTo>
                  <a:lnTo>
                    <a:pt x="268216" y="2367826"/>
                  </a:lnTo>
                  <a:close/>
                  <a:moveTo>
                    <a:pt x="99274" y="2301034"/>
                  </a:moveTo>
                  <a:lnTo>
                    <a:pt x="61635" y="2289158"/>
                  </a:lnTo>
                  <a:lnTo>
                    <a:pt x="0" y="2221058"/>
                  </a:lnTo>
                  <a:close/>
                  <a:moveTo>
                    <a:pt x="22781" y="2302630"/>
                  </a:moveTo>
                  <a:lnTo>
                    <a:pt x="99274" y="2301034"/>
                  </a:lnTo>
                  <a:lnTo>
                    <a:pt x="0" y="2221058"/>
                  </a:lnTo>
                  <a:close/>
                  <a:moveTo>
                    <a:pt x="610686" y="2943332"/>
                  </a:moveTo>
                  <a:lnTo>
                    <a:pt x="633414" y="2970485"/>
                  </a:lnTo>
                  <a:lnTo>
                    <a:pt x="678449" y="2986830"/>
                  </a:lnTo>
                  <a:close/>
                  <a:moveTo>
                    <a:pt x="609252" y="2829445"/>
                  </a:moveTo>
                  <a:lnTo>
                    <a:pt x="690688" y="2823830"/>
                  </a:lnTo>
                  <a:lnTo>
                    <a:pt x="627603" y="2775026"/>
                  </a:lnTo>
                  <a:close/>
                  <a:moveTo>
                    <a:pt x="609252" y="2829445"/>
                  </a:moveTo>
                  <a:lnTo>
                    <a:pt x="627603" y="2775026"/>
                  </a:lnTo>
                  <a:lnTo>
                    <a:pt x="573921" y="2758076"/>
                  </a:lnTo>
                  <a:close/>
                  <a:moveTo>
                    <a:pt x="690688" y="2823830"/>
                  </a:moveTo>
                  <a:lnTo>
                    <a:pt x="756266" y="2831108"/>
                  </a:lnTo>
                  <a:lnTo>
                    <a:pt x="627603" y="2775026"/>
                  </a:lnTo>
                  <a:close/>
                  <a:moveTo>
                    <a:pt x="531178" y="2696687"/>
                  </a:moveTo>
                  <a:lnTo>
                    <a:pt x="529365" y="2708089"/>
                  </a:lnTo>
                  <a:lnTo>
                    <a:pt x="573921" y="2758076"/>
                  </a:lnTo>
                  <a:close/>
                  <a:moveTo>
                    <a:pt x="573921" y="2758076"/>
                  </a:moveTo>
                  <a:lnTo>
                    <a:pt x="627603" y="2775026"/>
                  </a:lnTo>
                  <a:lnTo>
                    <a:pt x="531178" y="2696687"/>
                  </a:lnTo>
                  <a:close/>
                  <a:moveTo>
                    <a:pt x="524970" y="2691658"/>
                  </a:moveTo>
                  <a:lnTo>
                    <a:pt x="531178" y="2696687"/>
                  </a:lnTo>
                  <a:lnTo>
                    <a:pt x="538470" y="2686805"/>
                  </a:lnTo>
                  <a:close/>
                  <a:moveTo>
                    <a:pt x="538470" y="2686805"/>
                  </a:moveTo>
                  <a:lnTo>
                    <a:pt x="554848" y="2658250"/>
                  </a:lnTo>
                  <a:lnTo>
                    <a:pt x="524970" y="2691658"/>
                  </a:lnTo>
                  <a:close/>
                  <a:moveTo>
                    <a:pt x="524970" y="2691658"/>
                  </a:moveTo>
                  <a:lnTo>
                    <a:pt x="554848" y="2658250"/>
                  </a:lnTo>
                  <a:lnTo>
                    <a:pt x="487794" y="2616121"/>
                  </a:lnTo>
                  <a:close/>
                  <a:moveTo>
                    <a:pt x="196971" y="2301299"/>
                  </a:moveTo>
                  <a:lnTo>
                    <a:pt x="296662" y="2361838"/>
                  </a:lnTo>
                  <a:lnTo>
                    <a:pt x="318131" y="2260435"/>
                  </a:lnTo>
                  <a:close/>
                  <a:moveTo>
                    <a:pt x="296662" y="2361838"/>
                  </a:moveTo>
                  <a:lnTo>
                    <a:pt x="309053" y="2441697"/>
                  </a:lnTo>
                  <a:lnTo>
                    <a:pt x="391005" y="2345731"/>
                  </a:lnTo>
                  <a:close/>
                  <a:moveTo>
                    <a:pt x="365333" y="2247175"/>
                  </a:moveTo>
                  <a:lnTo>
                    <a:pt x="318131" y="2260435"/>
                  </a:lnTo>
                  <a:lnTo>
                    <a:pt x="386680" y="2249155"/>
                  </a:lnTo>
                  <a:close/>
                  <a:moveTo>
                    <a:pt x="122910" y="2203396"/>
                  </a:moveTo>
                  <a:lnTo>
                    <a:pt x="178378" y="2285611"/>
                  </a:lnTo>
                  <a:lnTo>
                    <a:pt x="118501" y="2185311"/>
                  </a:lnTo>
                  <a:close/>
                  <a:moveTo>
                    <a:pt x="500312" y="2557143"/>
                  </a:moveTo>
                  <a:lnTo>
                    <a:pt x="568460" y="2562331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632830" y="2455384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539545" y="2485746"/>
                  </a:lnTo>
                  <a:lnTo>
                    <a:pt x="568460" y="2562331"/>
                  </a:lnTo>
                  <a:close/>
                  <a:moveTo>
                    <a:pt x="539545" y="2485746"/>
                  </a:moveTo>
                  <a:lnTo>
                    <a:pt x="569308" y="2427027"/>
                  </a:lnTo>
                  <a:lnTo>
                    <a:pt x="480429" y="2411605"/>
                  </a:lnTo>
                  <a:close/>
                  <a:moveTo>
                    <a:pt x="493791" y="2462352"/>
                  </a:moveTo>
                  <a:lnTo>
                    <a:pt x="539545" y="2485746"/>
                  </a:lnTo>
                  <a:lnTo>
                    <a:pt x="480429" y="2411605"/>
                  </a:lnTo>
                  <a:close/>
                  <a:moveTo>
                    <a:pt x="539545" y="2485746"/>
                  </a:moveTo>
                  <a:lnTo>
                    <a:pt x="632830" y="2455384"/>
                  </a:lnTo>
                  <a:lnTo>
                    <a:pt x="569308" y="2427027"/>
                  </a:lnTo>
                  <a:close/>
                  <a:moveTo>
                    <a:pt x="320037" y="2242742"/>
                  </a:moveTo>
                  <a:lnTo>
                    <a:pt x="318131" y="2260435"/>
                  </a:lnTo>
                  <a:lnTo>
                    <a:pt x="365333" y="2247175"/>
                  </a:lnTo>
                  <a:close/>
                  <a:moveTo>
                    <a:pt x="365333" y="2247175"/>
                  </a:moveTo>
                  <a:lnTo>
                    <a:pt x="341313" y="2131907"/>
                  </a:lnTo>
                  <a:lnTo>
                    <a:pt x="320037" y="2242742"/>
                  </a:lnTo>
                  <a:close/>
                  <a:moveTo>
                    <a:pt x="125543" y="2000529"/>
                  </a:moveTo>
                  <a:lnTo>
                    <a:pt x="220795" y="1962556"/>
                  </a:lnTo>
                  <a:lnTo>
                    <a:pt x="132552" y="1918314"/>
                  </a:lnTo>
                  <a:close/>
                  <a:moveTo>
                    <a:pt x="569308" y="2427027"/>
                  </a:moveTo>
                  <a:lnTo>
                    <a:pt x="632830" y="2455384"/>
                  </a:lnTo>
                  <a:lnTo>
                    <a:pt x="637542" y="2334732"/>
                  </a:lnTo>
                  <a:close/>
                  <a:moveTo>
                    <a:pt x="637542" y="2334732"/>
                  </a:moveTo>
                  <a:lnTo>
                    <a:pt x="632830" y="2455384"/>
                  </a:lnTo>
                  <a:lnTo>
                    <a:pt x="684008" y="2362008"/>
                  </a:lnTo>
                  <a:close/>
                  <a:moveTo>
                    <a:pt x="684008" y="2362008"/>
                  </a:moveTo>
                  <a:lnTo>
                    <a:pt x="632830" y="2455384"/>
                  </a:lnTo>
                  <a:lnTo>
                    <a:pt x="661841" y="2446914"/>
                  </a:lnTo>
                  <a:close/>
                  <a:moveTo>
                    <a:pt x="764412" y="2499162"/>
                  </a:moveTo>
                  <a:lnTo>
                    <a:pt x="757565" y="2429684"/>
                  </a:lnTo>
                  <a:lnTo>
                    <a:pt x="772902" y="2517308"/>
                  </a:lnTo>
                  <a:close/>
                  <a:moveTo>
                    <a:pt x="742628" y="2416947"/>
                  </a:moveTo>
                  <a:lnTo>
                    <a:pt x="757565" y="2429684"/>
                  </a:lnTo>
                  <a:lnTo>
                    <a:pt x="764412" y="2499162"/>
                  </a:lnTo>
                  <a:close/>
                  <a:moveTo>
                    <a:pt x="684008" y="2362008"/>
                  </a:moveTo>
                  <a:lnTo>
                    <a:pt x="757565" y="2429684"/>
                  </a:lnTo>
                  <a:lnTo>
                    <a:pt x="742628" y="2416947"/>
                  </a:lnTo>
                  <a:close/>
                  <a:moveTo>
                    <a:pt x="460237" y="2005871"/>
                  </a:moveTo>
                  <a:lnTo>
                    <a:pt x="434991" y="1988294"/>
                  </a:lnTo>
                  <a:lnTo>
                    <a:pt x="384955" y="2016416"/>
                  </a:lnTo>
                  <a:close/>
                  <a:moveTo>
                    <a:pt x="94534" y="1704335"/>
                  </a:moveTo>
                  <a:lnTo>
                    <a:pt x="132855" y="1694629"/>
                  </a:lnTo>
                  <a:lnTo>
                    <a:pt x="105165" y="1677011"/>
                  </a:lnTo>
                  <a:close/>
                  <a:moveTo>
                    <a:pt x="132855" y="1694629"/>
                  </a:moveTo>
                  <a:lnTo>
                    <a:pt x="94534" y="1704335"/>
                  </a:lnTo>
                  <a:lnTo>
                    <a:pt x="155215" y="1677011"/>
                  </a:lnTo>
                  <a:close/>
                  <a:moveTo>
                    <a:pt x="877007" y="2581377"/>
                  </a:moveTo>
                  <a:lnTo>
                    <a:pt x="880237" y="2590731"/>
                  </a:lnTo>
                  <a:lnTo>
                    <a:pt x="896560" y="2599392"/>
                  </a:lnTo>
                  <a:close/>
                  <a:moveTo>
                    <a:pt x="772902" y="2517308"/>
                  </a:moveTo>
                  <a:lnTo>
                    <a:pt x="877007" y="2581377"/>
                  </a:lnTo>
                  <a:lnTo>
                    <a:pt x="804806" y="2534998"/>
                  </a:lnTo>
                  <a:close/>
                  <a:moveTo>
                    <a:pt x="880237" y="2590731"/>
                  </a:moveTo>
                  <a:lnTo>
                    <a:pt x="877007" y="2581377"/>
                  </a:lnTo>
                  <a:lnTo>
                    <a:pt x="772902" y="2517308"/>
                  </a:lnTo>
                  <a:close/>
                  <a:moveTo>
                    <a:pt x="764412" y="2499162"/>
                  </a:moveTo>
                  <a:lnTo>
                    <a:pt x="772902" y="2517308"/>
                  </a:lnTo>
                  <a:lnTo>
                    <a:pt x="804806" y="2534998"/>
                  </a:lnTo>
                  <a:close/>
                  <a:moveTo>
                    <a:pt x="526691" y="2052485"/>
                  </a:moveTo>
                  <a:lnTo>
                    <a:pt x="547636" y="1978708"/>
                  </a:lnTo>
                  <a:lnTo>
                    <a:pt x="460237" y="2005871"/>
                  </a:lnTo>
                  <a:close/>
                  <a:moveTo>
                    <a:pt x="434991" y="1988294"/>
                  </a:moveTo>
                  <a:lnTo>
                    <a:pt x="540426" y="1888637"/>
                  </a:lnTo>
                  <a:lnTo>
                    <a:pt x="474849" y="1922115"/>
                  </a:lnTo>
                  <a:close/>
                  <a:moveTo>
                    <a:pt x="547636" y="1978708"/>
                  </a:moveTo>
                  <a:lnTo>
                    <a:pt x="526691" y="2052485"/>
                  </a:lnTo>
                  <a:lnTo>
                    <a:pt x="619479" y="1980893"/>
                  </a:lnTo>
                  <a:close/>
                  <a:moveTo>
                    <a:pt x="619479" y="1980893"/>
                  </a:moveTo>
                  <a:lnTo>
                    <a:pt x="621401" y="1912732"/>
                  </a:lnTo>
                  <a:lnTo>
                    <a:pt x="540426" y="1888637"/>
                  </a:lnTo>
                  <a:close/>
                  <a:moveTo>
                    <a:pt x="1064995" y="2422290"/>
                  </a:moveTo>
                  <a:lnTo>
                    <a:pt x="1078549" y="2507303"/>
                  </a:lnTo>
                  <a:lnTo>
                    <a:pt x="1045995" y="2460726"/>
                  </a:lnTo>
                  <a:close/>
                  <a:moveTo>
                    <a:pt x="1046461" y="2516185"/>
                  </a:moveTo>
                  <a:lnTo>
                    <a:pt x="1078549" y="2507303"/>
                  </a:lnTo>
                  <a:lnTo>
                    <a:pt x="1064995" y="2422290"/>
                  </a:lnTo>
                  <a:close/>
                  <a:moveTo>
                    <a:pt x="1107370" y="2527260"/>
                  </a:moveTo>
                  <a:lnTo>
                    <a:pt x="1078549" y="2507303"/>
                  </a:lnTo>
                  <a:lnTo>
                    <a:pt x="1046461" y="2516185"/>
                  </a:lnTo>
                  <a:close/>
                  <a:moveTo>
                    <a:pt x="1107370" y="2527260"/>
                  </a:moveTo>
                  <a:lnTo>
                    <a:pt x="1146236" y="2542941"/>
                  </a:lnTo>
                  <a:lnTo>
                    <a:pt x="1078549" y="2507303"/>
                  </a:lnTo>
                  <a:close/>
                  <a:moveTo>
                    <a:pt x="974581" y="2397239"/>
                  </a:moveTo>
                  <a:lnTo>
                    <a:pt x="944296" y="2378511"/>
                  </a:lnTo>
                  <a:lnTo>
                    <a:pt x="1035976" y="2411582"/>
                  </a:lnTo>
                  <a:close/>
                  <a:moveTo>
                    <a:pt x="953389" y="2175644"/>
                  </a:moveTo>
                  <a:lnTo>
                    <a:pt x="934431" y="2247125"/>
                  </a:lnTo>
                  <a:lnTo>
                    <a:pt x="977353" y="2192399"/>
                  </a:lnTo>
                  <a:close/>
                  <a:moveTo>
                    <a:pt x="886070" y="2129767"/>
                  </a:moveTo>
                  <a:lnTo>
                    <a:pt x="837580" y="2124949"/>
                  </a:lnTo>
                  <a:lnTo>
                    <a:pt x="953389" y="2175644"/>
                  </a:lnTo>
                  <a:close/>
                  <a:moveTo>
                    <a:pt x="781339" y="2011214"/>
                  </a:moveTo>
                  <a:lnTo>
                    <a:pt x="825417" y="2118198"/>
                  </a:lnTo>
                  <a:lnTo>
                    <a:pt x="799982" y="2094924"/>
                  </a:lnTo>
                  <a:close/>
                  <a:moveTo>
                    <a:pt x="799982" y="2094924"/>
                  </a:moveTo>
                  <a:lnTo>
                    <a:pt x="825417" y="2118198"/>
                  </a:lnTo>
                  <a:lnTo>
                    <a:pt x="837580" y="2124949"/>
                  </a:lnTo>
                  <a:close/>
                  <a:moveTo>
                    <a:pt x="540515" y="1884405"/>
                  </a:moveTo>
                  <a:lnTo>
                    <a:pt x="474849" y="1922115"/>
                  </a:lnTo>
                  <a:lnTo>
                    <a:pt x="540426" y="1888637"/>
                  </a:lnTo>
                  <a:close/>
                  <a:moveTo>
                    <a:pt x="540515" y="1884405"/>
                  </a:moveTo>
                  <a:lnTo>
                    <a:pt x="498892" y="1857651"/>
                  </a:lnTo>
                  <a:lnTo>
                    <a:pt x="474849" y="1922115"/>
                  </a:lnTo>
                  <a:close/>
                  <a:moveTo>
                    <a:pt x="498892" y="1857651"/>
                  </a:moveTo>
                  <a:lnTo>
                    <a:pt x="533965" y="1864481"/>
                  </a:lnTo>
                  <a:lnTo>
                    <a:pt x="529032" y="1764568"/>
                  </a:lnTo>
                  <a:close/>
                  <a:moveTo>
                    <a:pt x="540515" y="1884405"/>
                  </a:moveTo>
                  <a:lnTo>
                    <a:pt x="533965" y="1864481"/>
                  </a:lnTo>
                  <a:lnTo>
                    <a:pt x="498892" y="1857651"/>
                  </a:lnTo>
                  <a:close/>
                  <a:moveTo>
                    <a:pt x="466886" y="1720790"/>
                  </a:moveTo>
                  <a:lnTo>
                    <a:pt x="458243" y="1690514"/>
                  </a:lnTo>
                  <a:lnTo>
                    <a:pt x="529032" y="1764568"/>
                  </a:lnTo>
                  <a:close/>
                  <a:moveTo>
                    <a:pt x="886070" y="2129767"/>
                  </a:moveTo>
                  <a:lnTo>
                    <a:pt x="799982" y="2094924"/>
                  </a:lnTo>
                  <a:lnTo>
                    <a:pt x="837580" y="2124949"/>
                  </a:lnTo>
                  <a:close/>
                  <a:moveTo>
                    <a:pt x="1197708" y="2383853"/>
                  </a:moveTo>
                  <a:lnTo>
                    <a:pt x="1194545" y="2447129"/>
                  </a:lnTo>
                  <a:lnTo>
                    <a:pt x="1250075" y="2439545"/>
                  </a:lnTo>
                  <a:close/>
                  <a:moveTo>
                    <a:pt x="1197708" y="2383853"/>
                  </a:moveTo>
                  <a:lnTo>
                    <a:pt x="1159759" y="2422290"/>
                  </a:lnTo>
                  <a:lnTo>
                    <a:pt x="1194545" y="2447129"/>
                  </a:lnTo>
                  <a:close/>
                  <a:moveTo>
                    <a:pt x="953389" y="2175644"/>
                  </a:moveTo>
                  <a:lnTo>
                    <a:pt x="977353" y="2192399"/>
                  </a:lnTo>
                  <a:lnTo>
                    <a:pt x="986833" y="2164293"/>
                  </a:lnTo>
                  <a:close/>
                  <a:moveTo>
                    <a:pt x="886070" y="2129767"/>
                  </a:moveTo>
                  <a:lnTo>
                    <a:pt x="953389" y="2175644"/>
                  </a:lnTo>
                  <a:lnTo>
                    <a:pt x="926376" y="2065262"/>
                  </a:lnTo>
                  <a:close/>
                  <a:moveTo>
                    <a:pt x="926376" y="2065262"/>
                  </a:moveTo>
                  <a:lnTo>
                    <a:pt x="953389" y="2175644"/>
                  </a:lnTo>
                  <a:lnTo>
                    <a:pt x="988737" y="2062654"/>
                  </a:lnTo>
                  <a:close/>
                  <a:moveTo>
                    <a:pt x="988737" y="2062654"/>
                  </a:moveTo>
                  <a:lnTo>
                    <a:pt x="953389" y="2175644"/>
                  </a:lnTo>
                  <a:lnTo>
                    <a:pt x="986833" y="2164293"/>
                  </a:lnTo>
                  <a:close/>
                  <a:moveTo>
                    <a:pt x="988737" y="2062654"/>
                  </a:moveTo>
                  <a:lnTo>
                    <a:pt x="952613" y="2054992"/>
                  </a:lnTo>
                  <a:lnTo>
                    <a:pt x="926376" y="2065262"/>
                  </a:lnTo>
                  <a:close/>
                  <a:moveTo>
                    <a:pt x="1093941" y="2137208"/>
                  </a:moveTo>
                  <a:lnTo>
                    <a:pt x="1093700" y="2138004"/>
                  </a:lnTo>
                  <a:lnTo>
                    <a:pt x="1098150" y="2219423"/>
                  </a:lnTo>
                  <a:close/>
                  <a:moveTo>
                    <a:pt x="1007863" y="2175644"/>
                  </a:moveTo>
                  <a:lnTo>
                    <a:pt x="986833" y="2164293"/>
                  </a:lnTo>
                  <a:lnTo>
                    <a:pt x="977353" y="2192399"/>
                  </a:lnTo>
                  <a:close/>
                  <a:moveTo>
                    <a:pt x="986833" y="2164293"/>
                  </a:moveTo>
                  <a:lnTo>
                    <a:pt x="1009036" y="2093429"/>
                  </a:lnTo>
                  <a:lnTo>
                    <a:pt x="988737" y="2062654"/>
                  </a:lnTo>
                  <a:close/>
                  <a:moveTo>
                    <a:pt x="886070" y="2129767"/>
                  </a:moveTo>
                  <a:lnTo>
                    <a:pt x="926376" y="2065262"/>
                  </a:lnTo>
                  <a:lnTo>
                    <a:pt x="803024" y="2097930"/>
                  </a:lnTo>
                  <a:close/>
                  <a:moveTo>
                    <a:pt x="879943" y="2054992"/>
                  </a:moveTo>
                  <a:lnTo>
                    <a:pt x="780805" y="2010421"/>
                  </a:lnTo>
                  <a:lnTo>
                    <a:pt x="781339" y="2011214"/>
                  </a:lnTo>
                  <a:close/>
                  <a:moveTo>
                    <a:pt x="781339" y="2011214"/>
                  </a:moveTo>
                  <a:lnTo>
                    <a:pt x="792746" y="2059501"/>
                  </a:lnTo>
                  <a:lnTo>
                    <a:pt x="879943" y="2054992"/>
                  </a:lnTo>
                  <a:close/>
                  <a:moveTo>
                    <a:pt x="988737" y="2062654"/>
                  </a:moveTo>
                  <a:lnTo>
                    <a:pt x="949667" y="1994324"/>
                  </a:lnTo>
                  <a:lnTo>
                    <a:pt x="952613" y="2054992"/>
                  </a:lnTo>
                  <a:close/>
                  <a:moveTo>
                    <a:pt x="1037668" y="2054992"/>
                  </a:moveTo>
                  <a:lnTo>
                    <a:pt x="1093941" y="2137208"/>
                  </a:lnTo>
                  <a:lnTo>
                    <a:pt x="1095848" y="2098771"/>
                  </a:lnTo>
                  <a:close/>
                  <a:moveTo>
                    <a:pt x="1264744" y="2159633"/>
                  </a:moveTo>
                  <a:lnTo>
                    <a:pt x="1314092" y="2185032"/>
                  </a:lnTo>
                  <a:lnTo>
                    <a:pt x="1309697" y="2180986"/>
                  </a:lnTo>
                  <a:close/>
                  <a:moveTo>
                    <a:pt x="1295736" y="2094936"/>
                  </a:moveTo>
                  <a:lnTo>
                    <a:pt x="1309697" y="2180986"/>
                  </a:lnTo>
                  <a:lnTo>
                    <a:pt x="1307629" y="2160869"/>
                  </a:lnTo>
                  <a:close/>
                  <a:moveTo>
                    <a:pt x="1264744" y="2159633"/>
                  </a:moveTo>
                  <a:lnTo>
                    <a:pt x="1309697" y="2180986"/>
                  </a:lnTo>
                  <a:lnTo>
                    <a:pt x="1295736" y="2094936"/>
                  </a:lnTo>
                  <a:close/>
                  <a:moveTo>
                    <a:pt x="1316594" y="1979187"/>
                  </a:moveTo>
                  <a:lnTo>
                    <a:pt x="1313080" y="1978119"/>
                  </a:lnTo>
                  <a:lnTo>
                    <a:pt x="1295736" y="2094936"/>
                  </a:lnTo>
                  <a:close/>
                  <a:moveTo>
                    <a:pt x="1404200" y="2067350"/>
                  </a:moveTo>
                  <a:lnTo>
                    <a:pt x="1295736" y="2094936"/>
                  </a:lnTo>
                  <a:lnTo>
                    <a:pt x="1307629" y="2160869"/>
                  </a:lnTo>
                  <a:close/>
                  <a:moveTo>
                    <a:pt x="1295736" y="2094936"/>
                  </a:moveTo>
                  <a:lnTo>
                    <a:pt x="1404200" y="2067350"/>
                  </a:lnTo>
                  <a:lnTo>
                    <a:pt x="1316594" y="1979187"/>
                  </a:lnTo>
                  <a:close/>
                  <a:moveTo>
                    <a:pt x="1404200" y="2067350"/>
                  </a:moveTo>
                  <a:lnTo>
                    <a:pt x="1397570" y="2003286"/>
                  </a:lnTo>
                  <a:lnTo>
                    <a:pt x="1316594" y="1979187"/>
                  </a:lnTo>
                  <a:close/>
                  <a:moveTo>
                    <a:pt x="1221385" y="1994699"/>
                  </a:moveTo>
                  <a:lnTo>
                    <a:pt x="1313080" y="1978119"/>
                  </a:lnTo>
                  <a:lnTo>
                    <a:pt x="1222933" y="1907662"/>
                  </a:lnTo>
                  <a:close/>
                  <a:moveTo>
                    <a:pt x="1212664" y="1978119"/>
                  </a:moveTo>
                  <a:lnTo>
                    <a:pt x="1221385" y="1994699"/>
                  </a:lnTo>
                  <a:lnTo>
                    <a:pt x="1222933" y="1907662"/>
                  </a:lnTo>
                  <a:close/>
                  <a:moveTo>
                    <a:pt x="994148" y="1824791"/>
                  </a:moveTo>
                  <a:lnTo>
                    <a:pt x="1008178" y="1852126"/>
                  </a:lnTo>
                  <a:lnTo>
                    <a:pt x="1013258" y="1842533"/>
                  </a:lnTo>
                  <a:close/>
                  <a:moveTo>
                    <a:pt x="1027374" y="1813689"/>
                  </a:moveTo>
                  <a:lnTo>
                    <a:pt x="994148" y="1824791"/>
                  </a:lnTo>
                  <a:lnTo>
                    <a:pt x="1013258" y="1842533"/>
                  </a:lnTo>
                  <a:close/>
                  <a:moveTo>
                    <a:pt x="958011" y="1769911"/>
                  </a:moveTo>
                  <a:lnTo>
                    <a:pt x="994148" y="1824791"/>
                  </a:lnTo>
                  <a:lnTo>
                    <a:pt x="1027374" y="1813689"/>
                  </a:lnTo>
                  <a:close/>
                  <a:moveTo>
                    <a:pt x="948579" y="1687695"/>
                  </a:moveTo>
                  <a:lnTo>
                    <a:pt x="958011" y="1769911"/>
                  </a:lnTo>
                  <a:lnTo>
                    <a:pt x="992293" y="1731474"/>
                  </a:lnTo>
                  <a:close/>
                  <a:moveTo>
                    <a:pt x="1313080" y="1978119"/>
                  </a:moveTo>
                  <a:lnTo>
                    <a:pt x="1316594" y="1979187"/>
                  </a:lnTo>
                  <a:lnTo>
                    <a:pt x="1317868" y="1976852"/>
                  </a:lnTo>
                  <a:close/>
                  <a:moveTo>
                    <a:pt x="1222933" y="1907662"/>
                  </a:moveTo>
                  <a:lnTo>
                    <a:pt x="1313080" y="1978119"/>
                  </a:lnTo>
                  <a:lnTo>
                    <a:pt x="1333355" y="1857468"/>
                  </a:lnTo>
                  <a:close/>
                  <a:moveTo>
                    <a:pt x="1333355" y="1857468"/>
                  </a:moveTo>
                  <a:lnTo>
                    <a:pt x="1313080" y="1978119"/>
                  </a:lnTo>
                  <a:lnTo>
                    <a:pt x="1346227" y="1874777"/>
                  </a:lnTo>
                  <a:close/>
                  <a:moveTo>
                    <a:pt x="1346227" y="1874777"/>
                  </a:moveTo>
                  <a:lnTo>
                    <a:pt x="1313080" y="1978119"/>
                  </a:lnTo>
                  <a:lnTo>
                    <a:pt x="1317868" y="1976852"/>
                  </a:lnTo>
                  <a:close/>
                  <a:moveTo>
                    <a:pt x="858313" y="1207264"/>
                  </a:moveTo>
                  <a:lnTo>
                    <a:pt x="914740" y="1281962"/>
                  </a:lnTo>
                  <a:lnTo>
                    <a:pt x="876893" y="1234647"/>
                  </a:lnTo>
                  <a:close/>
                  <a:moveTo>
                    <a:pt x="1881693" y="2421986"/>
                  </a:moveTo>
                  <a:lnTo>
                    <a:pt x="2001889" y="2439037"/>
                  </a:lnTo>
                  <a:lnTo>
                    <a:pt x="1965217" y="2394537"/>
                  </a:lnTo>
                  <a:close/>
                  <a:moveTo>
                    <a:pt x="1729944" y="2324079"/>
                  </a:moveTo>
                  <a:lnTo>
                    <a:pt x="1791074" y="2334973"/>
                  </a:lnTo>
                  <a:lnTo>
                    <a:pt x="1763730" y="2321121"/>
                  </a:lnTo>
                  <a:close/>
                  <a:moveTo>
                    <a:pt x="1546195" y="2065107"/>
                  </a:moveTo>
                  <a:lnTo>
                    <a:pt x="1571479" y="2104113"/>
                  </a:lnTo>
                  <a:lnTo>
                    <a:pt x="1588120" y="2006657"/>
                  </a:lnTo>
                  <a:close/>
                  <a:moveTo>
                    <a:pt x="1588120" y="2006657"/>
                  </a:moveTo>
                  <a:lnTo>
                    <a:pt x="1571479" y="2104113"/>
                  </a:lnTo>
                  <a:lnTo>
                    <a:pt x="1649917" y="1988770"/>
                  </a:lnTo>
                  <a:close/>
                  <a:moveTo>
                    <a:pt x="1649917" y="1988770"/>
                  </a:moveTo>
                  <a:lnTo>
                    <a:pt x="1571479" y="2104113"/>
                  </a:lnTo>
                  <a:lnTo>
                    <a:pt x="1663832" y="2077549"/>
                  </a:lnTo>
                  <a:close/>
                  <a:moveTo>
                    <a:pt x="1645479" y="2157657"/>
                  </a:moveTo>
                  <a:lnTo>
                    <a:pt x="1718477" y="2093716"/>
                  </a:lnTo>
                  <a:lnTo>
                    <a:pt x="1663832" y="2077549"/>
                  </a:lnTo>
                  <a:close/>
                  <a:moveTo>
                    <a:pt x="1663832" y="2077549"/>
                  </a:moveTo>
                  <a:lnTo>
                    <a:pt x="1718477" y="2093716"/>
                  </a:lnTo>
                  <a:lnTo>
                    <a:pt x="1649917" y="1988770"/>
                  </a:lnTo>
                  <a:close/>
                  <a:moveTo>
                    <a:pt x="1547475" y="1983461"/>
                  </a:moveTo>
                  <a:lnTo>
                    <a:pt x="1546195" y="2065107"/>
                  </a:lnTo>
                  <a:lnTo>
                    <a:pt x="1588120" y="2006657"/>
                  </a:lnTo>
                  <a:close/>
                  <a:moveTo>
                    <a:pt x="1547475" y="1983461"/>
                  </a:moveTo>
                  <a:lnTo>
                    <a:pt x="1518108" y="2021898"/>
                  </a:lnTo>
                  <a:lnTo>
                    <a:pt x="1546195" y="2065107"/>
                  </a:lnTo>
                  <a:close/>
                  <a:moveTo>
                    <a:pt x="1547475" y="1983461"/>
                  </a:moveTo>
                  <a:lnTo>
                    <a:pt x="1527584" y="1995526"/>
                  </a:lnTo>
                  <a:lnTo>
                    <a:pt x="1518108" y="2021898"/>
                  </a:lnTo>
                  <a:close/>
                  <a:moveTo>
                    <a:pt x="1492291" y="1736816"/>
                  </a:moveTo>
                  <a:lnTo>
                    <a:pt x="1430306" y="1695273"/>
                  </a:lnTo>
                  <a:lnTo>
                    <a:pt x="1481194" y="1765070"/>
                  </a:lnTo>
                  <a:close/>
                  <a:moveTo>
                    <a:pt x="782725" y="946022"/>
                  </a:moveTo>
                  <a:lnTo>
                    <a:pt x="762513" y="924278"/>
                  </a:lnTo>
                  <a:lnTo>
                    <a:pt x="825803" y="996880"/>
                  </a:lnTo>
                  <a:close/>
                  <a:moveTo>
                    <a:pt x="825803" y="996880"/>
                  </a:moveTo>
                  <a:lnTo>
                    <a:pt x="762513" y="924278"/>
                  </a:lnTo>
                  <a:lnTo>
                    <a:pt x="773350" y="953102"/>
                  </a:lnTo>
                  <a:close/>
                  <a:moveTo>
                    <a:pt x="74754" y="295381"/>
                  </a:moveTo>
                  <a:lnTo>
                    <a:pt x="147527" y="360054"/>
                  </a:lnTo>
                  <a:lnTo>
                    <a:pt x="119433" y="282802"/>
                  </a:lnTo>
                  <a:close/>
                  <a:moveTo>
                    <a:pt x="28148" y="213166"/>
                  </a:moveTo>
                  <a:lnTo>
                    <a:pt x="119433" y="282802"/>
                  </a:lnTo>
                  <a:lnTo>
                    <a:pt x="95810" y="201914"/>
                  </a:lnTo>
                  <a:close/>
                  <a:moveTo>
                    <a:pt x="95810" y="201914"/>
                  </a:moveTo>
                  <a:lnTo>
                    <a:pt x="130681" y="295381"/>
                  </a:lnTo>
                  <a:lnTo>
                    <a:pt x="123949" y="213166"/>
                  </a:lnTo>
                  <a:close/>
                  <a:moveTo>
                    <a:pt x="1965217" y="2394537"/>
                  </a:moveTo>
                  <a:lnTo>
                    <a:pt x="2001889" y="2439037"/>
                  </a:lnTo>
                  <a:lnTo>
                    <a:pt x="2021081" y="2369258"/>
                  </a:lnTo>
                  <a:close/>
                  <a:moveTo>
                    <a:pt x="2075794" y="2273886"/>
                  </a:moveTo>
                  <a:lnTo>
                    <a:pt x="2029579" y="2327365"/>
                  </a:lnTo>
                  <a:lnTo>
                    <a:pt x="2086525" y="2276553"/>
                  </a:lnTo>
                  <a:close/>
                  <a:moveTo>
                    <a:pt x="2086525" y="2276553"/>
                  </a:moveTo>
                  <a:lnTo>
                    <a:pt x="2029579" y="2327365"/>
                  </a:lnTo>
                  <a:lnTo>
                    <a:pt x="2021081" y="2369258"/>
                  </a:lnTo>
                  <a:close/>
                  <a:moveTo>
                    <a:pt x="2086525" y="2276553"/>
                  </a:moveTo>
                  <a:lnTo>
                    <a:pt x="2060347" y="2197743"/>
                  </a:lnTo>
                  <a:lnTo>
                    <a:pt x="2075794" y="2273886"/>
                  </a:lnTo>
                  <a:close/>
                  <a:moveTo>
                    <a:pt x="2060347" y="2197743"/>
                  </a:moveTo>
                  <a:lnTo>
                    <a:pt x="2047732" y="2191670"/>
                  </a:lnTo>
                  <a:lnTo>
                    <a:pt x="2075794" y="2273886"/>
                  </a:lnTo>
                  <a:close/>
                  <a:moveTo>
                    <a:pt x="1892531" y="2308826"/>
                  </a:moveTo>
                  <a:lnTo>
                    <a:pt x="1801291" y="2226574"/>
                  </a:lnTo>
                  <a:lnTo>
                    <a:pt x="1803110" y="2230107"/>
                  </a:lnTo>
                  <a:close/>
                  <a:moveTo>
                    <a:pt x="2060347" y="2197743"/>
                  </a:moveTo>
                  <a:lnTo>
                    <a:pt x="1978374" y="2135920"/>
                  </a:lnTo>
                  <a:lnTo>
                    <a:pt x="2047732" y="2191670"/>
                  </a:lnTo>
                  <a:close/>
                  <a:moveTo>
                    <a:pt x="1568728" y="1894091"/>
                  </a:moveTo>
                  <a:lnTo>
                    <a:pt x="1668263" y="1812438"/>
                  </a:lnTo>
                  <a:lnTo>
                    <a:pt x="1557735" y="1819032"/>
                  </a:lnTo>
                  <a:close/>
                  <a:moveTo>
                    <a:pt x="1557735" y="1819032"/>
                  </a:moveTo>
                  <a:lnTo>
                    <a:pt x="1668263" y="1812438"/>
                  </a:lnTo>
                  <a:lnTo>
                    <a:pt x="1640839" y="1780595"/>
                  </a:lnTo>
                  <a:close/>
                  <a:moveTo>
                    <a:pt x="1640839" y="1780595"/>
                  </a:moveTo>
                  <a:lnTo>
                    <a:pt x="1573634" y="1737297"/>
                  </a:lnTo>
                  <a:lnTo>
                    <a:pt x="1523443" y="1764842"/>
                  </a:lnTo>
                  <a:close/>
                  <a:moveTo>
                    <a:pt x="1435727" y="1641350"/>
                  </a:moveTo>
                  <a:lnTo>
                    <a:pt x="1407021" y="1736816"/>
                  </a:lnTo>
                  <a:lnTo>
                    <a:pt x="1430306" y="1695273"/>
                  </a:lnTo>
                  <a:close/>
                  <a:moveTo>
                    <a:pt x="1435727" y="1641350"/>
                  </a:moveTo>
                  <a:lnTo>
                    <a:pt x="1403379" y="1594600"/>
                  </a:lnTo>
                  <a:lnTo>
                    <a:pt x="1383579" y="1623153"/>
                  </a:lnTo>
                  <a:close/>
                  <a:moveTo>
                    <a:pt x="1403379" y="1594600"/>
                  </a:moveTo>
                  <a:lnTo>
                    <a:pt x="1435727" y="1641350"/>
                  </a:lnTo>
                  <a:lnTo>
                    <a:pt x="1534333" y="1590354"/>
                  </a:lnTo>
                  <a:close/>
                  <a:moveTo>
                    <a:pt x="1149132" y="1392293"/>
                  </a:moveTo>
                  <a:lnTo>
                    <a:pt x="1123629" y="1325741"/>
                  </a:lnTo>
                  <a:lnTo>
                    <a:pt x="1118197" y="1317351"/>
                  </a:lnTo>
                  <a:close/>
                  <a:moveTo>
                    <a:pt x="1107573" y="1225896"/>
                  </a:moveTo>
                  <a:lnTo>
                    <a:pt x="1123629" y="1325741"/>
                  </a:lnTo>
                  <a:lnTo>
                    <a:pt x="1153233" y="1243526"/>
                  </a:lnTo>
                  <a:close/>
                  <a:moveTo>
                    <a:pt x="1107573" y="1225896"/>
                  </a:moveTo>
                  <a:lnTo>
                    <a:pt x="1118197" y="1317351"/>
                  </a:lnTo>
                  <a:lnTo>
                    <a:pt x="1123629" y="1325741"/>
                  </a:lnTo>
                  <a:close/>
                  <a:moveTo>
                    <a:pt x="1107573" y="1225896"/>
                  </a:moveTo>
                  <a:lnTo>
                    <a:pt x="1069646" y="1182802"/>
                  </a:lnTo>
                  <a:lnTo>
                    <a:pt x="1009683" y="1144794"/>
                  </a:lnTo>
                  <a:close/>
                  <a:moveTo>
                    <a:pt x="983412" y="1066060"/>
                  </a:moveTo>
                  <a:lnTo>
                    <a:pt x="928795" y="1079095"/>
                  </a:lnTo>
                  <a:lnTo>
                    <a:pt x="945567" y="1136327"/>
                  </a:lnTo>
                  <a:close/>
                  <a:moveTo>
                    <a:pt x="885202" y="1050511"/>
                  </a:moveTo>
                  <a:lnTo>
                    <a:pt x="998208" y="979159"/>
                  </a:lnTo>
                  <a:lnTo>
                    <a:pt x="926348" y="989147"/>
                  </a:lnTo>
                  <a:close/>
                  <a:moveTo>
                    <a:pt x="782725" y="946022"/>
                  </a:moveTo>
                  <a:lnTo>
                    <a:pt x="825803" y="996880"/>
                  </a:lnTo>
                  <a:lnTo>
                    <a:pt x="825574" y="973104"/>
                  </a:lnTo>
                  <a:close/>
                  <a:moveTo>
                    <a:pt x="23407" y="0"/>
                  </a:moveTo>
                  <a:lnTo>
                    <a:pt x="66248" y="92514"/>
                  </a:lnTo>
                  <a:lnTo>
                    <a:pt x="57959" y="10299"/>
                  </a:lnTo>
                  <a:close/>
                  <a:moveTo>
                    <a:pt x="2024899" y="2165969"/>
                  </a:moveTo>
                  <a:lnTo>
                    <a:pt x="2075794" y="2273886"/>
                  </a:lnTo>
                  <a:lnTo>
                    <a:pt x="2047732" y="2191670"/>
                  </a:lnTo>
                  <a:close/>
                  <a:moveTo>
                    <a:pt x="1901977" y="2105219"/>
                  </a:moveTo>
                  <a:lnTo>
                    <a:pt x="1978374" y="2135920"/>
                  </a:lnTo>
                  <a:lnTo>
                    <a:pt x="1920763" y="2109456"/>
                  </a:lnTo>
                  <a:close/>
                  <a:moveTo>
                    <a:pt x="2024899" y="2165969"/>
                  </a:moveTo>
                  <a:lnTo>
                    <a:pt x="1978374" y="2135920"/>
                  </a:lnTo>
                  <a:lnTo>
                    <a:pt x="1901977" y="2105219"/>
                  </a:lnTo>
                  <a:close/>
                  <a:moveTo>
                    <a:pt x="2024899" y="2165969"/>
                  </a:moveTo>
                  <a:lnTo>
                    <a:pt x="2047732" y="2191670"/>
                  </a:lnTo>
                  <a:lnTo>
                    <a:pt x="1978374" y="2135920"/>
                  </a:lnTo>
                  <a:close/>
                  <a:moveTo>
                    <a:pt x="1901977" y="2105219"/>
                  </a:moveTo>
                  <a:lnTo>
                    <a:pt x="1920763" y="2109456"/>
                  </a:lnTo>
                  <a:lnTo>
                    <a:pt x="1894592" y="2101331"/>
                  </a:lnTo>
                  <a:close/>
                  <a:moveTo>
                    <a:pt x="1640839" y="1780595"/>
                  </a:moveTo>
                  <a:lnTo>
                    <a:pt x="1668263" y="1812438"/>
                  </a:lnTo>
                  <a:lnTo>
                    <a:pt x="1677030" y="1766544"/>
                  </a:lnTo>
                  <a:close/>
                  <a:moveTo>
                    <a:pt x="1640839" y="1780595"/>
                  </a:moveTo>
                  <a:lnTo>
                    <a:pt x="1677030" y="1766544"/>
                  </a:lnTo>
                  <a:lnTo>
                    <a:pt x="1573634" y="1737297"/>
                  </a:lnTo>
                  <a:close/>
                  <a:moveTo>
                    <a:pt x="1573634" y="1737297"/>
                  </a:moveTo>
                  <a:lnTo>
                    <a:pt x="1677030" y="1766544"/>
                  </a:lnTo>
                  <a:lnTo>
                    <a:pt x="1699373" y="1713550"/>
                  </a:lnTo>
                  <a:close/>
                  <a:moveTo>
                    <a:pt x="1677030" y="1766544"/>
                  </a:moveTo>
                  <a:lnTo>
                    <a:pt x="1668263" y="1812438"/>
                  </a:lnTo>
                  <a:lnTo>
                    <a:pt x="1675197" y="1780595"/>
                  </a:lnTo>
                  <a:close/>
                  <a:moveTo>
                    <a:pt x="1074788" y="952273"/>
                  </a:moveTo>
                  <a:lnTo>
                    <a:pt x="998208" y="979159"/>
                  </a:lnTo>
                  <a:lnTo>
                    <a:pt x="1069842" y="968333"/>
                  </a:lnTo>
                  <a:close/>
                  <a:moveTo>
                    <a:pt x="1543668" y="1313911"/>
                  </a:moveTo>
                  <a:lnTo>
                    <a:pt x="1525809" y="1343283"/>
                  </a:lnTo>
                  <a:lnTo>
                    <a:pt x="1572647" y="1331083"/>
                  </a:lnTo>
                  <a:close/>
                  <a:moveTo>
                    <a:pt x="1563956" y="1270705"/>
                  </a:moveTo>
                  <a:lnTo>
                    <a:pt x="1594008" y="1319607"/>
                  </a:lnTo>
                  <a:lnTo>
                    <a:pt x="1636512" y="126332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34" name="Candidate_density__2033">
              <a:extLst>
                <a:ext uri="{FF2B5EF4-FFF2-40B4-BE49-F238E27FC236}">
                  <a16:creationId xmlns:a16="http://schemas.microsoft.com/office/drawing/2014/main" id="{91691ADD-638E-A2F3-C6E2-0D5A6D1AD3DD}"/>
                </a:ext>
              </a:extLst>
            </p:cNvPr>
            <p:cNvSpPr>
              <a:spLocks noGrp="1"/>
            </p:cNvSpPr>
            <p:nvPr/>
          </p:nvSpPr>
          <p:spPr>
            <a:xfrm>
              <a:off x="4776462" y="2202581"/>
              <a:ext cx="2088288" cy="3340969"/>
            </a:xfrm>
            <a:custGeom>
              <a:avLst/>
              <a:gdLst/>
              <a:ahLst/>
              <a:cxnLst/>
              <a:rect l="0" t="0" r="0" b="0"/>
              <a:pathLst>
                <a:path w="2088288" h="3340969">
                  <a:moveTo>
                    <a:pt x="600221" y="3320706"/>
                  </a:moveTo>
                  <a:lnTo>
                    <a:pt x="575433" y="3291484"/>
                  </a:lnTo>
                  <a:lnTo>
                    <a:pt x="522031" y="3307027"/>
                  </a:lnTo>
                  <a:close/>
                  <a:moveTo>
                    <a:pt x="133146" y="2752477"/>
                  </a:moveTo>
                  <a:lnTo>
                    <a:pt x="53929" y="2734956"/>
                  </a:lnTo>
                  <a:lnTo>
                    <a:pt x="0" y="2707123"/>
                  </a:lnTo>
                  <a:close/>
                  <a:moveTo>
                    <a:pt x="653536" y="3295366"/>
                  </a:moveTo>
                  <a:lnTo>
                    <a:pt x="643902" y="3333802"/>
                  </a:lnTo>
                  <a:lnTo>
                    <a:pt x="663199" y="3340969"/>
                  </a:lnTo>
                  <a:close/>
                  <a:moveTo>
                    <a:pt x="200819" y="2511635"/>
                  </a:moveTo>
                  <a:lnTo>
                    <a:pt x="273138" y="2503367"/>
                  </a:lnTo>
                  <a:lnTo>
                    <a:pt x="308597" y="2434779"/>
                  </a:lnTo>
                  <a:close/>
                  <a:moveTo>
                    <a:pt x="889412" y="3069336"/>
                  </a:moveTo>
                  <a:lnTo>
                    <a:pt x="911101" y="3064911"/>
                  </a:lnTo>
                  <a:lnTo>
                    <a:pt x="888568" y="3054063"/>
                  </a:lnTo>
                  <a:close/>
                  <a:moveTo>
                    <a:pt x="919283" y="3045052"/>
                  </a:moveTo>
                  <a:lnTo>
                    <a:pt x="911101" y="3064911"/>
                  </a:lnTo>
                  <a:lnTo>
                    <a:pt x="917652" y="3054063"/>
                  </a:lnTo>
                  <a:close/>
                  <a:moveTo>
                    <a:pt x="321104" y="2227479"/>
                  </a:moveTo>
                  <a:lnTo>
                    <a:pt x="267978" y="2210077"/>
                  </a:lnTo>
                  <a:lnTo>
                    <a:pt x="250738" y="2267868"/>
                  </a:lnTo>
                  <a:close/>
                  <a:moveTo>
                    <a:pt x="283675" y="2112355"/>
                  </a:moveTo>
                  <a:lnTo>
                    <a:pt x="336389" y="20942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36389" y="2094244"/>
                  </a:lnTo>
                  <a:lnTo>
                    <a:pt x="282094" y="2098509"/>
                  </a:lnTo>
                  <a:close/>
                  <a:moveTo>
                    <a:pt x="344758" y="2108156"/>
                  </a:moveTo>
                  <a:lnTo>
                    <a:pt x="342380" y="21166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46273" y="2111260"/>
                  </a:lnTo>
                  <a:lnTo>
                    <a:pt x="336389" y="2094244"/>
                  </a:lnTo>
                  <a:close/>
                  <a:moveTo>
                    <a:pt x="1195611" y="2431866"/>
                  </a:moveTo>
                  <a:lnTo>
                    <a:pt x="1271202" y="2435829"/>
                  </a:lnTo>
                  <a:lnTo>
                    <a:pt x="1330221" y="2441289"/>
                  </a:lnTo>
                  <a:close/>
                  <a:moveTo>
                    <a:pt x="1330221" y="2441289"/>
                  </a:moveTo>
                  <a:lnTo>
                    <a:pt x="1271202" y="2435829"/>
                  </a:lnTo>
                  <a:lnTo>
                    <a:pt x="1402466" y="2432742"/>
                  </a:lnTo>
                  <a:close/>
                  <a:moveTo>
                    <a:pt x="1375047" y="2393684"/>
                  </a:moveTo>
                  <a:lnTo>
                    <a:pt x="1251141" y="2424282"/>
                  </a:lnTo>
                  <a:lnTo>
                    <a:pt x="1330221" y="2441289"/>
                  </a:lnTo>
                  <a:close/>
                  <a:moveTo>
                    <a:pt x="1375047" y="2393684"/>
                  </a:moveTo>
                  <a:lnTo>
                    <a:pt x="1408913" y="2349399"/>
                  </a:lnTo>
                  <a:lnTo>
                    <a:pt x="1376282" y="2330153"/>
                  </a:lnTo>
                  <a:close/>
                  <a:moveTo>
                    <a:pt x="1402466" y="2432742"/>
                  </a:moveTo>
                  <a:lnTo>
                    <a:pt x="1408913" y="2349399"/>
                  </a:lnTo>
                  <a:lnTo>
                    <a:pt x="1375047" y="2393684"/>
                  </a:lnTo>
                  <a:close/>
                  <a:moveTo>
                    <a:pt x="1330221" y="2441289"/>
                  </a:moveTo>
                  <a:lnTo>
                    <a:pt x="1402466" y="2432742"/>
                  </a:lnTo>
                  <a:lnTo>
                    <a:pt x="1375047" y="2393684"/>
                  </a:lnTo>
                  <a:close/>
                  <a:moveTo>
                    <a:pt x="915184" y="1847278"/>
                  </a:moveTo>
                  <a:lnTo>
                    <a:pt x="939340" y="1927732"/>
                  </a:lnTo>
                  <a:lnTo>
                    <a:pt x="949632" y="1957514"/>
                  </a:lnTo>
                  <a:close/>
                  <a:moveTo>
                    <a:pt x="1296803" y="2079673"/>
                  </a:moveTo>
                  <a:lnTo>
                    <a:pt x="1222451" y="1979436"/>
                  </a:lnTo>
                  <a:lnTo>
                    <a:pt x="1247647" y="2059045"/>
                  </a:lnTo>
                  <a:close/>
                  <a:moveTo>
                    <a:pt x="1404388" y="1852617"/>
                  </a:moveTo>
                  <a:lnTo>
                    <a:pt x="1318934" y="1961589"/>
                  </a:lnTo>
                  <a:lnTo>
                    <a:pt x="1408675" y="1949223"/>
                  </a:lnTo>
                  <a:close/>
                  <a:moveTo>
                    <a:pt x="1404388" y="1852617"/>
                  </a:moveTo>
                  <a:lnTo>
                    <a:pt x="1387306" y="1766412"/>
                  </a:lnTo>
                  <a:lnTo>
                    <a:pt x="1373097" y="1842205"/>
                  </a:lnTo>
                  <a:close/>
                  <a:moveTo>
                    <a:pt x="1387306" y="1766412"/>
                  </a:moveTo>
                  <a:lnTo>
                    <a:pt x="1386534" y="1759990"/>
                  </a:lnTo>
                  <a:lnTo>
                    <a:pt x="1373097" y="1842205"/>
                  </a:lnTo>
                  <a:close/>
                  <a:moveTo>
                    <a:pt x="1872549" y="2499926"/>
                  </a:moveTo>
                  <a:lnTo>
                    <a:pt x="1879042" y="2454346"/>
                  </a:lnTo>
                  <a:lnTo>
                    <a:pt x="1882760" y="2406723"/>
                  </a:lnTo>
                  <a:close/>
                  <a:moveTo>
                    <a:pt x="2002955" y="2423774"/>
                  </a:moveTo>
                  <a:lnTo>
                    <a:pt x="1879042" y="2454346"/>
                  </a:lnTo>
                  <a:lnTo>
                    <a:pt x="1958357" y="2472232"/>
                  </a:lnTo>
                  <a:close/>
                  <a:moveTo>
                    <a:pt x="2002955" y="2423774"/>
                  </a:moveTo>
                  <a:lnTo>
                    <a:pt x="1958357" y="2472232"/>
                  </a:lnTo>
                  <a:lnTo>
                    <a:pt x="2070473" y="2397554"/>
                  </a:lnTo>
                  <a:close/>
                  <a:moveTo>
                    <a:pt x="1453351" y="1912903"/>
                  </a:moveTo>
                  <a:lnTo>
                    <a:pt x="1528650" y="1980263"/>
                  </a:lnTo>
                  <a:lnTo>
                    <a:pt x="1548542" y="1968198"/>
                  </a:lnTo>
                  <a:close/>
                  <a:moveTo>
                    <a:pt x="1446118" y="1803769"/>
                  </a:moveTo>
                  <a:lnTo>
                    <a:pt x="1373097" y="1842205"/>
                  </a:lnTo>
                  <a:lnTo>
                    <a:pt x="1386534" y="1759990"/>
                  </a:lnTo>
                  <a:close/>
                  <a:moveTo>
                    <a:pt x="1408088" y="1721553"/>
                  </a:moveTo>
                  <a:lnTo>
                    <a:pt x="1446118" y="1803769"/>
                  </a:lnTo>
                  <a:lnTo>
                    <a:pt x="1386534" y="1759990"/>
                  </a:lnTo>
                  <a:close/>
                  <a:moveTo>
                    <a:pt x="1386534" y="1759990"/>
                  </a:moveTo>
                  <a:lnTo>
                    <a:pt x="1390508" y="1742428"/>
                  </a:lnTo>
                  <a:lnTo>
                    <a:pt x="1431372" y="1680010"/>
                  </a:lnTo>
                  <a:close/>
                  <a:moveTo>
                    <a:pt x="6798" y="191518"/>
                  </a:moveTo>
                  <a:lnTo>
                    <a:pt x="29214" y="197903"/>
                  </a:lnTo>
                  <a:lnTo>
                    <a:pt x="37799" y="92223"/>
                  </a:lnTo>
                  <a:close/>
                  <a:moveTo>
                    <a:pt x="84868" y="96323"/>
                  </a:moveTo>
                  <a:lnTo>
                    <a:pt x="80230" y="0"/>
                  </a:lnTo>
                  <a:lnTo>
                    <a:pt x="67315" y="77251"/>
                  </a:lnTo>
                  <a:close/>
                  <a:moveTo>
                    <a:pt x="2088288" y="2360816"/>
                  </a:moveTo>
                  <a:lnTo>
                    <a:pt x="2002955" y="2423774"/>
                  </a:lnTo>
                  <a:lnTo>
                    <a:pt x="2070473" y="2397554"/>
                  </a:lnTo>
                  <a:close/>
                  <a:moveTo>
                    <a:pt x="2087592" y="2261290"/>
                  </a:moveTo>
                  <a:lnTo>
                    <a:pt x="2088288" y="2360816"/>
                  </a:lnTo>
                  <a:lnTo>
                    <a:pt x="2080705" y="2379274"/>
                  </a:lnTo>
                  <a:close/>
                  <a:moveTo>
                    <a:pt x="1640243" y="1882148"/>
                  </a:moveTo>
                  <a:lnTo>
                    <a:pt x="1624200" y="1968198"/>
                  </a:lnTo>
                  <a:lnTo>
                    <a:pt x="1640224" y="1903553"/>
                  </a:lnTo>
                  <a:close/>
                  <a:moveTo>
                    <a:pt x="1604268" y="1950894"/>
                  </a:moveTo>
                  <a:lnTo>
                    <a:pt x="1624200" y="1968198"/>
                  </a:lnTo>
                  <a:lnTo>
                    <a:pt x="1640243" y="1882148"/>
                  </a:lnTo>
                  <a:close/>
                  <a:moveTo>
                    <a:pt x="1676263" y="1765332"/>
                  </a:moveTo>
                  <a:lnTo>
                    <a:pt x="1669330" y="1797175"/>
                  </a:lnTo>
                  <a:lnTo>
                    <a:pt x="1638414" y="1885983"/>
                  </a:lnTo>
                  <a:close/>
                  <a:moveTo>
                    <a:pt x="1697315" y="1683117"/>
                  </a:moveTo>
                  <a:lnTo>
                    <a:pt x="1723150" y="1644681"/>
                  </a:lnTo>
                  <a:lnTo>
                    <a:pt x="1676263" y="1765332"/>
                  </a:lnTo>
                  <a:close/>
                  <a:moveTo>
                    <a:pt x="1449874" y="1318781"/>
                  </a:moveTo>
                  <a:lnTo>
                    <a:pt x="1442940" y="1320813"/>
                  </a:lnTo>
                  <a:lnTo>
                    <a:pt x="1484408" y="1384443"/>
                  </a:lnTo>
                  <a:close/>
                  <a:moveTo>
                    <a:pt x="1015967" y="925106"/>
                  </a:moveTo>
                  <a:lnTo>
                    <a:pt x="1029812" y="904745"/>
                  </a:lnTo>
                  <a:lnTo>
                    <a:pt x="999275" y="96389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35" name="Candidate_density__2034">
              <a:extLst>
                <a:ext uri="{FF2B5EF4-FFF2-40B4-BE49-F238E27FC236}">
                  <a16:creationId xmlns:a16="http://schemas.microsoft.com/office/drawing/2014/main" id="{ECB92D51-8E2A-026C-5861-D3574EF32BB0}"/>
                </a:ext>
              </a:extLst>
            </p:cNvPr>
            <p:cNvSpPr>
              <a:spLocks noGrp="1"/>
            </p:cNvSpPr>
            <p:nvPr/>
          </p:nvSpPr>
          <p:spPr>
            <a:xfrm>
              <a:off x="4690193" y="2197617"/>
              <a:ext cx="2174558" cy="3177014"/>
            </a:xfrm>
            <a:custGeom>
              <a:avLst/>
              <a:gdLst/>
              <a:ahLst/>
              <a:cxnLst/>
              <a:rect l="0" t="0" r="0" b="0"/>
              <a:pathLst>
                <a:path w="2174558" h="3177014">
                  <a:moveTo>
                    <a:pt x="551218" y="3177014"/>
                  </a:moveTo>
                  <a:lnTo>
                    <a:pt x="562537" y="3128311"/>
                  </a:lnTo>
                  <a:lnTo>
                    <a:pt x="526514" y="3097006"/>
                  </a:lnTo>
                  <a:close/>
                  <a:moveTo>
                    <a:pt x="286472" y="2724824"/>
                  </a:moveTo>
                  <a:lnTo>
                    <a:pt x="233788" y="2763261"/>
                  </a:lnTo>
                  <a:lnTo>
                    <a:pt x="301368" y="2785191"/>
                  </a:lnTo>
                  <a:close/>
                  <a:moveTo>
                    <a:pt x="325372" y="2681046"/>
                  </a:moveTo>
                  <a:lnTo>
                    <a:pt x="261522" y="2636213"/>
                  </a:lnTo>
                  <a:lnTo>
                    <a:pt x="326078" y="2642609"/>
                  </a:lnTo>
                  <a:close/>
                  <a:moveTo>
                    <a:pt x="261522" y="2636213"/>
                  </a:moveTo>
                  <a:lnTo>
                    <a:pt x="189758" y="2588453"/>
                  </a:lnTo>
                  <a:lnTo>
                    <a:pt x="242662" y="2629155"/>
                  </a:lnTo>
                  <a:close/>
                  <a:moveTo>
                    <a:pt x="0" y="2421355"/>
                  </a:moveTo>
                  <a:lnTo>
                    <a:pt x="65240" y="2516616"/>
                  </a:lnTo>
                  <a:lnTo>
                    <a:pt x="111786" y="2418489"/>
                  </a:lnTo>
                  <a:close/>
                  <a:moveTo>
                    <a:pt x="73169" y="2489310"/>
                  </a:moveTo>
                  <a:lnTo>
                    <a:pt x="153396" y="2510607"/>
                  </a:lnTo>
                  <a:lnTo>
                    <a:pt x="192405" y="2441252"/>
                  </a:lnTo>
                  <a:close/>
                  <a:moveTo>
                    <a:pt x="111786" y="2418489"/>
                  </a:moveTo>
                  <a:lnTo>
                    <a:pt x="73169" y="2489310"/>
                  </a:lnTo>
                  <a:lnTo>
                    <a:pt x="192405" y="2441252"/>
                  </a:lnTo>
                  <a:close/>
                  <a:moveTo>
                    <a:pt x="384935" y="2807040"/>
                  </a:moveTo>
                  <a:lnTo>
                    <a:pt x="409348" y="2831391"/>
                  </a:lnTo>
                  <a:lnTo>
                    <a:pt x="452999" y="2858253"/>
                  </a:lnTo>
                  <a:close/>
                  <a:moveTo>
                    <a:pt x="619557" y="2923673"/>
                  </a:moveTo>
                  <a:lnTo>
                    <a:pt x="563009" y="2867151"/>
                  </a:lnTo>
                  <a:lnTo>
                    <a:pt x="553192" y="2889254"/>
                  </a:lnTo>
                  <a:close/>
                  <a:moveTo>
                    <a:pt x="720751" y="2960187"/>
                  </a:moveTo>
                  <a:lnTo>
                    <a:pt x="698022" y="2933033"/>
                  </a:lnTo>
                  <a:lnTo>
                    <a:pt x="697604" y="2936819"/>
                  </a:lnTo>
                  <a:close/>
                  <a:moveTo>
                    <a:pt x="697604" y="2936819"/>
                  </a:moveTo>
                  <a:lnTo>
                    <a:pt x="676020" y="2919576"/>
                  </a:lnTo>
                  <a:lnTo>
                    <a:pt x="619557" y="2923673"/>
                  </a:lnTo>
                  <a:close/>
                  <a:moveTo>
                    <a:pt x="228888" y="2478179"/>
                  </a:moveTo>
                  <a:lnTo>
                    <a:pt x="287089" y="2516599"/>
                  </a:lnTo>
                  <a:lnTo>
                    <a:pt x="273140" y="2439743"/>
                  </a:lnTo>
                  <a:close/>
                  <a:moveTo>
                    <a:pt x="91069" y="2231534"/>
                  </a:moveTo>
                  <a:lnTo>
                    <a:pt x="77380" y="2118761"/>
                  </a:lnTo>
                  <a:lnTo>
                    <a:pt x="87336" y="2210759"/>
                  </a:lnTo>
                  <a:close/>
                  <a:moveTo>
                    <a:pt x="974838" y="3059027"/>
                  </a:moveTo>
                  <a:lnTo>
                    <a:pt x="914234" y="2976812"/>
                  </a:lnTo>
                  <a:lnTo>
                    <a:pt x="946215" y="3093815"/>
                  </a:lnTo>
                  <a:close/>
                  <a:moveTo>
                    <a:pt x="714939" y="2764727"/>
                  </a:moveTo>
                  <a:lnTo>
                    <a:pt x="739530" y="2663166"/>
                  </a:lnTo>
                  <a:lnTo>
                    <a:pt x="618515" y="2686388"/>
                  </a:lnTo>
                  <a:close/>
                  <a:moveTo>
                    <a:pt x="612306" y="2681359"/>
                  </a:moveTo>
                  <a:lnTo>
                    <a:pt x="575131" y="2605822"/>
                  </a:lnTo>
                  <a:lnTo>
                    <a:pt x="525974" y="2637233"/>
                  </a:lnTo>
                  <a:close/>
                  <a:moveTo>
                    <a:pt x="284308" y="2291000"/>
                  </a:moveTo>
                  <a:lnTo>
                    <a:pt x="405468" y="2250136"/>
                  </a:lnTo>
                  <a:lnTo>
                    <a:pt x="337008" y="2272832"/>
                  </a:lnTo>
                  <a:close/>
                  <a:moveTo>
                    <a:pt x="337008" y="2272832"/>
                  </a:moveTo>
                  <a:lnTo>
                    <a:pt x="265714" y="2275312"/>
                  </a:lnTo>
                  <a:lnTo>
                    <a:pt x="284308" y="2291000"/>
                  </a:lnTo>
                  <a:close/>
                  <a:moveTo>
                    <a:pt x="260716" y="2330581"/>
                  </a:moveTo>
                  <a:lnTo>
                    <a:pt x="265714" y="2275312"/>
                  </a:lnTo>
                  <a:lnTo>
                    <a:pt x="337008" y="2272832"/>
                  </a:lnTo>
                  <a:close/>
                  <a:moveTo>
                    <a:pt x="168276" y="2154661"/>
                  </a:moveTo>
                  <a:lnTo>
                    <a:pt x="165050" y="2123775"/>
                  </a:lnTo>
                  <a:lnTo>
                    <a:pt x="205837" y="2175012"/>
                  </a:lnTo>
                  <a:close/>
                  <a:moveTo>
                    <a:pt x="127696" y="2110882"/>
                  </a:moveTo>
                  <a:lnTo>
                    <a:pt x="165050" y="2123775"/>
                  </a:lnTo>
                  <a:lnTo>
                    <a:pt x="168276" y="2154661"/>
                  </a:lnTo>
                  <a:close/>
                  <a:moveTo>
                    <a:pt x="741417" y="2455019"/>
                  </a:moveTo>
                  <a:lnTo>
                    <a:pt x="720166" y="2445085"/>
                  </a:lnTo>
                  <a:lnTo>
                    <a:pt x="714271" y="2565086"/>
                  </a:lnTo>
                  <a:close/>
                  <a:moveTo>
                    <a:pt x="656644" y="2416728"/>
                  </a:moveTo>
                  <a:lnTo>
                    <a:pt x="586581" y="2433429"/>
                  </a:lnTo>
                  <a:lnTo>
                    <a:pt x="567765" y="2401306"/>
                  </a:lnTo>
                  <a:close/>
                  <a:moveTo>
                    <a:pt x="407373" y="2232443"/>
                  </a:moveTo>
                  <a:lnTo>
                    <a:pt x="337008" y="2272832"/>
                  </a:lnTo>
                  <a:lnTo>
                    <a:pt x="405468" y="2250136"/>
                  </a:lnTo>
                  <a:close/>
                  <a:moveTo>
                    <a:pt x="407373" y="2232443"/>
                  </a:moveTo>
                  <a:lnTo>
                    <a:pt x="428649" y="2121608"/>
                  </a:lnTo>
                  <a:lnTo>
                    <a:pt x="364769" y="2161425"/>
                  </a:lnTo>
                  <a:close/>
                  <a:moveTo>
                    <a:pt x="432543" y="2116224"/>
                  </a:moveTo>
                  <a:lnTo>
                    <a:pt x="428649" y="2121608"/>
                  </a:lnTo>
                  <a:lnTo>
                    <a:pt x="452669" y="2236876"/>
                  </a:lnTo>
                  <a:close/>
                  <a:moveTo>
                    <a:pt x="405810" y="2154661"/>
                  </a:moveTo>
                  <a:lnTo>
                    <a:pt x="432543" y="2116224"/>
                  </a:lnTo>
                  <a:lnTo>
                    <a:pt x="452669" y="2236876"/>
                  </a:lnTo>
                  <a:close/>
                  <a:moveTo>
                    <a:pt x="720166" y="2445085"/>
                  </a:moveTo>
                  <a:lnTo>
                    <a:pt x="741417" y="2455019"/>
                  </a:lnTo>
                  <a:lnTo>
                    <a:pt x="749177" y="2436615"/>
                  </a:lnTo>
                  <a:close/>
                  <a:moveTo>
                    <a:pt x="751235" y="2445085"/>
                  </a:moveTo>
                  <a:lnTo>
                    <a:pt x="749177" y="2436615"/>
                  </a:lnTo>
                  <a:lnTo>
                    <a:pt x="741417" y="2455019"/>
                  </a:lnTo>
                  <a:close/>
                  <a:moveTo>
                    <a:pt x="771344" y="2351709"/>
                  </a:moveTo>
                  <a:lnTo>
                    <a:pt x="749177" y="2436615"/>
                  </a:lnTo>
                  <a:lnTo>
                    <a:pt x="751235" y="2445085"/>
                  </a:lnTo>
                  <a:close/>
                  <a:moveTo>
                    <a:pt x="751235" y="2445085"/>
                  </a:moveTo>
                  <a:lnTo>
                    <a:pt x="762934" y="2362869"/>
                  </a:lnTo>
                  <a:lnTo>
                    <a:pt x="771344" y="2351709"/>
                  </a:lnTo>
                  <a:close/>
                  <a:moveTo>
                    <a:pt x="724878" y="2324433"/>
                  </a:moveTo>
                  <a:lnTo>
                    <a:pt x="753254" y="2284073"/>
                  </a:lnTo>
                  <a:lnTo>
                    <a:pt x="679247" y="2332783"/>
                  </a:lnTo>
                  <a:close/>
                  <a:moveTo>
                    <a:pt x="547573" y="1995573"/>
                  </a:moveTo>
                  <a:lnTo>
                    <a:pt x="576016" y="2115272"/>
                  </a:lnTo>
                  <a:lnTo>
                    <a:pt x="614027" y="2042187"/>
                  </a:lnTo>
                  <a:close/>
                  <a:moveTo>
                    <a:pt x="472291" y="2006117"/>
                  </a:moveTo>
                  <a:lnTo>
                    <a:pt x="430129" y="1913666"/>
                  </a:lnTo>
                  <a:lnTo>
                    <a:pt x="421343" y="1951794"/>
                  </a:lnTo>
                  <a:close/>
                  <a:moveTo>
                    <a:pt x="430750" y="1914261"/>
                  </a:moveTo>
                  <a:lnTo>
                    <a:pt x="430129" y="1913666"/>
                  </a:lnTo>
                  <a:lnTo>
                    <a:pt x="472291" y="2006117"/>
                  </a:lnTo>
                  <a:close/>
                  <a:moveTo>
                    <a:pt x="522328" y="1977995"/>
                  </a:moveTo>
                  <a:lnTo>
                    <a:pt x="430750" y="1914261"/>
                  </a:lnTo>
                  <a:lnTo>
                    <a:pt x="472291" y="2006117"/>
                  </a:lnTo>
                  <a:close/>
                  <a:moveTo>
                    <a:pt x="421343" y="1951794"/>
                  </a:moveTo>
                  <a:lnTo>
                    <a:pt x="430129" y="1913666"/>
                  </a:lnTo>
                  <a:lnTo>
                    <a:pt x="375019" y="1858377"/>
                  </a:lnTo>
                  <a:close/>
                  <a:moveTo>
                    <a:pt x="919343" y="2519550"/>
                  </a:moveTo>
                  <a:lnTo>
                    <a:pt x="967573" y="2580432"/>
                  </a:lnTo>
                  <a:lnTo>
                    <a:pt x="860238" y="2507009"/>
                  </a:lnTo>
                  <a:close/>
                  <a:moveTo>
                    <a:pt x="430750" y="1914261"/>
                  </a:moveTo>
                  <a:lnTo>
                    <a:pt x="522328" y="1977995"/>
                  </a:lnTo>
                  <a:lnTo>
                    <a:pt x="562186" y="1911816"/>
                  </a:lnTo>
                  <a:close/>
                  <a:moveTo>
                    <a:pt x="621301" y="1854183"/>
                  </a:moveTo>
                  <a:lnTo>
                    <a:pt x="601149" y="1795722"/>
                  </a:lnTo>
                  <a:lnTo>
                    <a:pt x="601894" y="1792706"/>
                  </a:lnTo>
                  <a:close/>
                  <a:moveTo>
                    <a:pt x="616369" y="1754269"/>
                  </a:moveTo>
                  <a:lnTo>
                    <a:pt x="621301" y="1854183"/>
                  </a:lnTo>
                  <a:lnTo>
                    <a:pt x="601894" y="1792706"/>
                  </a:lnTo>
                  <a:close/>
                  <a:moveTo>
                    <a:pt x="601894" y="1792706"/>
                  </a:moveTo>
                  <a:lnTo>
                    <a:pt x="554222" y="1710491"/>
                  </a:lnTo>
                  <a:lnTo>
                    <a:pt x="616369" y="1754269"/>
                  </a:lnTo>
                  <a:close/>
                  <a:moveTo>
                    <a:pt x="1337411" y="2429246"/>
                  </a:moveTo>
                  <a:lnTo>
                    <a:pt x="1281881" y="2436830"/>
                  </a:lnTo>
                  <a:lnTo>
                    <a:pt x="1416491" y="2446254"/>
                  </a:lnTo>
                  <a:close/>
                  <a:moveTo>
                    <a:pt x="1037004" y="1984025"/>
                  </a:moveTo>
                  <a:lnTo>
                    <a:pt x="1035902" y="1962478"/>
                  </a:lnTo>
                  <a:lnTo>
                    <a:pt x="1039950" y="2044693"/>
                  </a:lnTo>
                  <a:close/>
                  <a:moveTo>
                    <a:pt x="1495183" y="2354363"/>
                  </a:moveTo>
                  <a:lnTo>
                    <a:pt x="1464445" y="2279260"/>
                  </a:lnTo>
                  <a:lnTo>
                    <a:pt x="1462552" y="2335117"/>
                  </a:lnTo>
                  <a:close/>
                  <a:moveTo>
                    <a:pt x="1464445" y="2279260"/>
                  </a:moveTo>
                  <a:lnTo>
                    <a:pt x="1458220" y="2252902"/>
                  </a:lnTo>
                  <a:lnTo>
                    <a:pt x="1462552" y="2335117"/>
                  </a:lnTo>
                  <a:close/>
                  <a:moveTo>
                    <a:pt x="1401428" y="2174733"/>
                  </a:moveTo>
                  <a:lnTo>
                    <a:pt x="1383421" y="2184447"/>
                  </a:lnTo>
                  <a:lnTo>
                    <a:pt x="1397034" y="2170687"/>
                  </a:lnTo>
                  <a:close/>
                  <a:moveTo>
                    <a:pt x="1025609" y="1932696"/>
                  </a:moveTo>
                  <a:lnTo>
                    <a:pt x="1039950" y="2044693"/>
                  </a:lnTo>
                  <a:lnTo>
                    <a:pt x="1035902" y="1962478"/>
                  </a:lnTo>
                  <a:close/>
                  <a:moveTo>
                    <a:pt x="1333917" y="2064009"/>
                  </a:moveTo>
                  <a:lnTo>
                    <a:pt x="1352081" y="2149334"/>
                  </a:lnTo>
                  <a:lnTo>
                    <a:pt x="1383073" y="2084637"/>
                  </a:lnTo>
                  <a:close/>
                  <a:moveTo>
                    <a:pt x="1383073" y="2084637"/>
                  </a:moveTo>
                  <a:lnTo>
                    <a:pt x="1400417" y="1967821"/>
                  </a:lnTo>
                  <a:lnTo>
                    <a:pt x="1308721" y="1984400"/>
                  </a:lnTo>
                  <a:close/>
                  <a:moveTo>
                    <a:pt x="1494945" y="1954187"/>
                  </a:moveTo>
                  <a:lnTo>
                    <a:pt x="1403931" y="1968889"/>
                  </a:lnTo>
                  <a:lnTo>
                    <a:pt x="1484907" y="1992987"/>
                  </a:lnTo>
                  <a:close/>
                  <a:moveTo>
                    <a:pt x="1494945" y="1954187"/>
                  </a:moveTo>
                  <a:lnTo>
                    <a:pt x="1405204" y="1966554"/>
                  </a:lnTo>
                  <a:lnTo>
                    <a:pt x="1403931" y="1968889"/>
                  </a:lnTo>
                  <a:close/>
                  <a:moveTo>
                    <a:pt x="1459367" y="1847169"/>
                  </a:moveTo>
                  <a:lnTo>
                    <a:pt x="1433563" y="1864478"/>
                  </a:lnTo>
                  <a:lnTo>
                    <a:pt x="1490658" y="1857581"/>
                  </a:lnTo>
                  <a:close/>
                  <a:moveTo>
                    <a:pt x="1490658" y="1857581"/>
                  </a:moveTo>
                  <a:lnTo>
                    <a:pt x="1433563" y="1864478"/>
                  </a:lnTo>
                  <a:lnTo>
                    <a:pt x="1405204" y="1966554"/>
                  </a:lnTo>
                  <a:close/>
                  <a:moveTo>
                    <a:pt x="162090" y="285082"/>
                  </a:moveTo>
                  <a:lnTo>
                    <a:pt x="114237" y="323518"/>
                  </a:lnTo>
                  <a:lnTo>
                    <a:pt x="172611" y="367297"/>
                  </a:lnTo>
                  <a:close/>
                  <a:moveTo>
                    <a:pt x="63182" y="241304"/>
                  </a:moveTo>
                  <a:lnTo>
                    <a:pt x="114237" y="323518"/>
                  </a:lnTo>
                  <a:lnTo>
                    <a:pt x="162090" y="285082"/>
                  </a:lnTo>
                  <a:close/>
                  <a:moveTo>
                    <a:pt x="63182" y="241304"/>
                  </a:moveTo>
                  <a:lnTo>
                    <a:pt x="162090" y="285082"/>
                  </a:lnTo>
                  <a:lnTo>
                    <a:pt x="115484" y="202867"/>
                  </a:lnTo>
                  <a:close/>
                  <a:moveTo>
                    <a:pt x="1969029" y="2411687"/>
                  </a:moveTo>
                  <a:lnTo>
                    <a:pt x="1913783" y="2396009"/>
                  </a:lnTo>
                  <a:lnTo>
                    <a:pt x="1958819" y="2504890"/>
                  </a:lnTo>
                  <a:close/>
                  <a:moveTo>
                    <a:pt x="1969029" y="2411687"/>
                  </a:moveTo>
                  <a:lnTo>
                    <a:pt x="1965312" y="2459310"/>
                  </a:lnTo>
                  <a:lnTo>
                    <a:pt x="2089225" y="2428739"/>
                  </a:lnTo>
                  <a:close/>
                  <a:moveTo>
                    <a:pt x="1737253" y="1978471"/>
                  </a:moveTo>
                  <a:lnTo>
                    <a:pt x="1710470" y="1973163"/>
                  </a:lnTo>
                  <a:lnTo>
                    <a:pt x="1675456" y="1996358"/>
                  </a:lnTo>
                  <a:close/>
                  <a:moveTo>
                    <a:pt x="1477369" y="1907885"/>
                  </a:moveTo>
                  <a:lnTo>
                    <a:pt x="1433563" y="1864478"/>
                  </a:lnTo>
                  <a:lnTo>
                    <a:pt x="1459367" y="1847169"/>
                  </a:lnTo>
                  <a:close/>
                  <a:moveTo>
                    <a:pt x="1494358" y="1726517"/>
                  </a:moveTo>
                  <a:lnTo>
                    <a:pt x="1472804" y="1764954"/>
                  </a:lnTo>
                  <a:lnTo>
                    <a:pt x="1517642" y="1684974"/>
                  </a:lnTo>
                  <a:close/>
                  <a:moveTo>
                    <a:pt x="206769" y="272503"/>
                  </a:moveTo>
                  <a:lnTo>
                    <a:pt x="226224" y="367297"/>
                  </a:lnTo>
                  <a:lnTo>
                    <a:pt x="218017" y="285082"/>
                  </a:lnTo>
                  <a:close/>
                  <a:moveTo>
                    <a:pt x="171137" y="101287"/>
                  </a:moveTo>
                  <a:lnTo>
                    <a:pt x="115484" y="202867"/>
                  </a:lnTo>
                  <a:lnTo>
                    <a:pt x="183146" y="191615"/>
                  </a:lnTo>
                  <a:close/>
                  <a:moveTo>
                    <a:pt x="171137" y="101287"/>
                  </a:moveTo>
                  <a:lnTo>
                    <a:pt x="183146" y="191615"/>
                  </a:lnTo>
                  <a:lnTo>
                    <a:pt x="211285" y="202867"/>
                  </a:lnTo>
                  <a:close/>
                  <a:moveTo>
                    <a:pt x="166500" y="4964"/>
                  </a:moveTo>
                  <a:lnTo>
                    <a:pt x="145296" y="0"/>
                  </a:lnTo>
                  <a:lnTo>
                    <a:pt x="153585" y="82215"/>
                  </a:lnTo>
                  <a:close/>
                  <a:moveTo>
                    <a:pt x="2174558" y="2365780"/>
                  </a:moveTo>
                  <a:lnTo>
                    <a:pt x="2108417" y="2358959"/>
                  </a:lnTo>
                  <a:lnTo>
                    <a:pt x="2089225" y="2428739"/>
                  </a:lnTo>
                  <a:close/>
                  <a:moveTo>
                    <a:pt x="2173861" y="2266254"/>
                  </a:moveTo>
                  <a:lnTo>
                    <a:pt x="2108417" y="2358959"/>
                  </a:lnTo>
                  <a:lnTo>
                    <a:pt x="2174558" y="2365780"/>
                  </a:lnTo>
                  <a:close/>
                  <a:moveTo>
                    <a:pt x="1473203" y="1523651"/>
                  </a:moveTo>
                  <a:lnTo>
                    <a:pt x="1490716" y="1584301"/>
                  </a:lnTo>
                  <a:lnTo>
                    <a:pt x="1475876" y="1562087"/>
                  </a:lnTo>
                  <a:close/>
                  <a:moveTo>
                    <a:pt x="1470915" y="1612854"/>
                  </a:moveTo>
                  <a:lnTo>
                    <a:pt x="1490716" y="1584301"/>
                  </a:lnTo>
                  <a:lnTo>
                    <a:pt x="1473203" y="1523651"/>
                  </a:lnTo>
                  <a:close/>
                  <a:moveTo>
                    <a:pt x="1097020" y="1134495"/>
                  </a:moveTo>
                  <a:lnTo>
                    <a:pt x="1156983" y="1172503"/>
                  </a:lnTo>
                  <a:lnTo>
                    <a:pt x="1121810" y="1151011"/>
                  </a:lnTo>
                  <a:close/>
                  <a:moveTo>
                    <a:pt x="1097020" y="1134495"/>
                  </a:moveTo>
                  <a:lnTo>
                    <a:pt x="1070749" y="1055762"/>
                  </a:lnTo>
                  <a:lnTo>
                    <a:pt x="1032904" y="1126029"/>
                  </a:lnTo>
                  <a:close/>
                  <a:moveTo>
                    <a:pt x="1070749" y="1055762"/>
                  </a:moveTo>
                  <a:lnTo>
                    <a:pt x="1121810" y="1151011"/>
                  </a:lnTo>
                  <a:lnTo>
                    <a:pt x="1108224" y="1068796"/>
                  </a:lnTo>
                  <a:close/>
                  <a:moveTo>
                    <a:pt x="1070749" y="1055762"/>
                  </a:moveTo>
                  <a:lnTo>
                    <a:pt x="1097020" y="1134495"/>
                  </a:lnTo>
                  <a:lnTo>
                    <a:pt x="1121810" y="1151011"/>
                  </a:lnTo>
                  <a:close/>
                  <a:moveTo>
                    <a:pt x="1070749" y="1055762"/>
                  </a:moveTo>
                  <a:lnTo>
                    <a:pt x="1108224" y="1068796"/>
                  </a:lnTo>
                  <a:lnTo>
                    <a:pt x="1085544" y="968860"/>
                  </a:lnTo>
                  <a:close/>
                  <a:moveTo>
                    <a:pt x="1085544" y="968860"/>
                  </a:moveTo>
                  <a:lnTo>
                    <a:pt x="1127103" y="1060787"/>
                  </a:lnTo>
                  <a:lnTo>
                    <a:pt x="1157179" y="958034"/>
                  </a:lnTo>
                  <a:close/>
                  <a:moveTo>
                    <a:pt x="1762533" y="1770296"/>
                  </a:moveTo>
                  <a:lnTo>
                    <a:pt x="1786709" y="1703251"/>
                  </a:lnTo>
                  <a:lnTo>
                    <a:pt x="1764366" y="1756245"/>
                  </a:lnTo>
                  <a:close/>
                  <a:moveTo>
                    <a:pt x="1809420" y="1649645"/>
                  </a:moveTo>
                  <a:lnTo>
                    <a:pt x="1786709" y="1703251"/>
                  </a:lnTo>
                  <a:lnTo>
                    <a:pt x="1762533" y="1770296"/>
                  </a:lnTo>
                  <a:close/>
                  <a:moveTo>
                    <a:pt x="1613146" y="1332984"/>
                  </a:moveTo>
                  <a:lnTo>
                    <a:pt x="1536144" y="1323745"/>
                  </a:lnTo>
                  <a:lnTo>
                    <a:pt x="1570678" y="1389407"/>
                  </a:lnTo>
                  <a:close/>
                  <a:moveTo>
                    <a:pt x="1162125" y="941974"/>
                  </a:moveTo>
                  <a:lnTo>
                    <a:pt x="1102236" y="930071"/>
                  </a:lnTo>
                  <a:lnTo>
                    <a:pt x="1085544" y="968860"/>
                  </a:lnTo>
                  <a:close/>
                  <a:moveTo>
                    <a:pt x="1102236" y="930071"/>
                  </a:moveTo>
                  <a:lnTo>
                    <a:pt x="1162125" y="941974"/>
                  </a:lnTo>
                  <a:lnTo>
                    <a:pt x="1148716" y="852782"/>
                  </a:lnTo>
                  <a:close/>
                  <a:moveTo>
                    <a:pt x="1102236" y="930071"/>
                  </a:moveTo>
                  <a:lnTo>
                    <a:pt x="1148716" y="852782"/>
                  </a:lnTo>
                  <a:lnTo>
                    <a:pt x="1071953" y="854598"/>
                  </a:lnTo>
                  <a:close/>
                  <a:moveTo>
                    <a:pt x="1613146" y="1332984"/>
                  </a:moveTo>
                  <a:lnTo>
                    <a:pt x="1631004" y="1303612"/>
                  </a:lnTo>
                  <a:lnTo>
                    <a:pt x="1536144" y="1323745"/>
                  </a:lnTo>
                  <a:close/>
                  <a:moveTo>
                    <a:pt x="1536144" y="1323745"/>
                  </a:moveTo>
                  <a:lnTo>
                    <a:pt x="1631004" y="1303612"/>
                  </a:lnTo>
                  <a:lnTo>
                    <a:pt x="1536813" y="131959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36" name="Candidate_density__2035">
              <a:extLst>
                <a:ext uri="{FF2B5EF4-FFF2-40B4-BE49-F238E27FC236}">
                  <a16:creationId xmlns:a16="http://schemas.microsoft.com/office/drawing/2014/main" id="{5272DD84-470C-26C5-DEDA-0C9B4A788E17}"/>
                </a:ext>
              </a:extLst>
            </p:cNvPr>
            <p:cNvSpPr>
              <a:spLocks noGrp="1"/>
            </p:cNvSpPr>
            <p:nvPr/>
          </p:nvSpPr>
          <p:spPr>
            <a:xfrm>
              <a:off x="4457727" y="2110815"/>
              <a:ext cx="2006084" cy="3102050"/>
            </a:xfrm>
            <a:custGeom>
              <a:avLst/>
              <a:gdLst/>
              <a:ahLst/>
              <a:cxnLst/>
              <a:rect l="0" t="0" r="0" b="0"/>
              <a:pathLst>
                <a:path w="2006084" h="3102050">
                  <a:moveTo>
                    <a:pt x="0" y="2484569"/>
                  </a:moveTo>
                  <a:lnTo>
                    <a:pt x="55003" y="2475015"/>
                  </a:lnTo>
                  <a:lnTo>
                    <a:pt x="46197" y="2477423"/>
                  </a:lnTo>
                  <a:close/>
                  <a:moveTo>
                    <a:pt x="103927" y="2379274"/>
                  </a:moveTo>
                  <a:lnTo>
                    <a:pt x="46197" y="2477423"/>
                  </a:lnTo>
                  <a:lnTo>
                    <a:pt x="85879" y="2438987"/>
                  </a:lnTo>
                  <a:close/>
                  <a:moveTo>
                    <a:pt x="45870" y="2298985"/>
                  </a:moveTo>
                  <a:lnTo>
                    <a:pt x="104269" y="2356772"/>
                  </a:lnTo>
                  <a:lnTo>
                    <a:pt x="91362" y="2332296"/>
                  </a:lnTo>
                  <a:close/>
                  <a:moveTo>
                    <a:pt x="61185" y="2274557"/>
                  </a:moveTo>
                  <a:lnTo>
                    <a:pt x="45870" y="2298985"/>
                  </a:lnTo>
                  <a:lnTo>
                    <a:pt x="91362" y="2332296"/>
                  </a:lnTo>
                  <a:close/>
                  <a:moveTo>
                    <a:pt x="461354" y="2564981"/>
                  </a:moveTo>
                  <a:lnTo>
                    <a:pt x="546518" y="2489013"/>
                  </a:lnTo>
                  <a:lnTo>
                    <a:pt x="436670" y="2463326"/>
                  </a:lnTo>
                  <a:close/>
                  <a:moveTo>
                    <a:pt x="436670" y="2463326"/>
                  </a:moveTo>
                  <a:lnTo>
                    <a:pt x="546518" y="2489013"/>
                  </a:lnTo>
                  <a:lnTo>
                    <a:pt x="512498" y="2462271"/>
                  </a:lnTo>
                  <a:close/>
                  <a:moveTo>
                    <a:pt x="436670" y="2463326"/>
                  </a:moveTo>
                  <a:lnTo>
                    <a:pt x="512498" y="2462271"/>
                  </a:lnTo>
                  <a:lnTo>
                    <a:pt x="419076" y="2377537"/>
                  </a:lnTo>
                  <a:close/>
                  <a:moveTo>
                    <a:pt x="257872" y="2287317"/>
                  </a:moveTo>
                  <a:lnTo>
                    <a:pt x="309846" y="2205563"/>
                  </a:lnTo>
                  <a:lnTo>
                    <a:pt x="224645" y="2214238"/>
                  </a:lnTo>
                  <a:close/>
                  <a:moveTo>
                    <a:pt x="1017636" y="2994616"/>
                  </a:moveTo>
                  <a:lnTo>
                    <a:pt x="998250" y="3063333"/>
                  </a:lnTo>
                  <a:lnTo>
                    <a:pt x="1105109" y="2981398"/>
                  </a:lnTo>
                  <a:close/>
                  <a:moveTo>
                    <a:pt x="1105109" y="2981398"/>
                  </a:moveTo>
                  <a:lnTo>
                    <a:pt x="1068261" y="3102050"/>
                  </a:lnTo>
                  <a:lnTo>
                    <a:pt x="1110413" y="2988834"/>
                  </a:lnTo>
                  <a:close/>
                  <a:moveTo>
                    <a:pt x="1110413" y="2988834"/>
                  </a:moveTo>
                  <a:lnTo>
                    <a:pt x="1068261" y="3102050"/>
                  </a:lnTo>
                  <a:lnTo>
                    <a:pt x="1105586" y="3083799"/>
                  </a:lnTo>
                  <a:close/>
                  <a:moveTo>
                    <a:pt x="1105586" y="3083799"/>
                  </a:moveTo>
                  <a:lnTo>
                    <a:pt x="1146699" y="3063613"/>
                  </a:lnTo>
                  <a:lnTo>
                    <a:pt x="1110413" y="2988834"/>
                  </a:lnTo>
                  <a:close/>
                  <a:moveTo>
                    <a:pt x="1105109" y="2981398"/>
                  </a:moveTo>
                  <a:lnTo>
                    <a:pt x="1106976" y="2975982"/>
                  </a:lnTo>
                  <a:lnTo>
                    <a:pt x="1017636" y="2994616"/>
                  </a:lnTo>
                  <a:close/>
                  <a:moveTo>
                    <a:pt x="1017636" y="2994616"/>
                  </a:moveTo>
                  <a:lnTo>
                    <a:pt x="1106976" y="2975982"/>
                  </a:lnTo>
                  <a:lnTo>
                    <a:pt x="1076068" y="2907611"/>
                  </a:lnTo>
                  <a:close/>
                  <a:moveTo>
                    <a:pt x="1076068" y="2907611"/>
                  </a:moveTo>
                  <a:lnTo>
                    <a:pt x="1106976" y="2975982"/>
                  </a:lnTo>
                  <a:lnTo>
                    <a:pt x="1170977" y="2936612"/>
                  </a:lnTo>
                  <a:close/>
                  <a:moveTo>
                    <a:pt x="360161" y="2197684"/>
                  </a:moveTo>
                  <a:lnTo>
                    <a:pt x="302389" y="2111533"/>
                  </a:lnTo>
                  <a:lnTo>
                    <a:pt x="305150" y="2143892"/>
                  </a:lnTo>
                  <a:close/>
                  <a:moveTo>
                    <a:pt x="445345" y="2077032"/>
                  </a:moveTo>
                  <a:lnTo>
                    <a:pt x="452354" y="1994817"/>
                  </a:lnTo>
                  <a:lnTo>
                    <a:pt x="416442" y="2079402"/>
                  </a:lnTo>
                  <a:close/>
                  <a:moveTo>
                    <a:pt x="416442" y="2079402"/>
                  </a:moveTo>
                  <a:lnTo>
                    <a:pt x="419954" y="2079268"/>
                  </a:lnTo>
                  <a:lnTo>
                    <a:pt x="445345" y="2077032"/>
                  </a:lnTo>
                  <a:close/>
                  <a:moveTo>
                    <a:pt x="317917" y="1912602"/>
                  </a:moveTo>
                  <a:lnTo>
                    <a:pt x="383536" y="2006062"/>
                  </a:lnTo>
                  <a:lnTo>
                    <a:pt x="392789" y="1977702"/>
                  </a:lnTo>
                  <a:close/>
                  <a:moveTo>
                    <a:pt x="1170977" y="2936612"/>
                  </a:moveTo>
                  <a:lnTo>
                    <a:pt x="1210188" y="2959259"/>
                  </a:lnTo>
                  <a:lnTo>
                    <a:pt x="1238786" y="2911483"/>
                  </a:lnTo>
                  <a:close/>
                  <a:moveTo>
                    <a:pt x="1238786" y="2911483"/>
                  </a:moveTo>
                  <a:lnTo>
                    <a:pt x="1210188" y="2959259"/>
                  </a:lnTo>
                  <a:lnTo>
                    <a:pt x="1276817" y="2860747"/>
                  </a:lnTo>
                  <a:close/>
                  <a:moveTo>
                    <a:pt x="392789" y="1977702"/>
                  </a:moveTo>
                  <a:lnTo>
                    <a:pt x="452354" y="1994817"/>
                  </a:lnTo>
                  <a:lnTo>
                    <a:pt x="436831" y="1927168"/>
                  </a:lnTo>
                  <a:close/>
                  <a:moveTo>
                    <a:pt x="436831" y="1927168"/>
                  </a:moveTo>
                  <a:lnTo>
                    <a:pt x="452354" y="1994817"/>
                  </a:lnTo>
                  <a:lnTo>
                    <a:pt x="491030" y="1879170"/>
                  </a:lnTo>
                  <a:close/>
                  <a:moveTo>
                    <a:pt x="398786" y="1874166"/>
                  </a:moveTo>
                  <a:lnTo>
                    <a:pt x="392789" y="1977702"/>
                  </a:lnTo>
                  <a:lnTo>
                    <a:pt x="436831" y="1927168"/>
                  </a:lnTo>
                  <a:close/>
                  <a:moveTo>
                    <a:pt x="398786" y="1874166"/>
                  </a:moveTo>
                  <a:lnTo>
                    <a:pt x="317917" y="1912602"/>
                  </a:lnTo>
                  <a:lnTo>
                    <a:pt x="392789" y="1977702"/>
                  </a:lnTo>
                  <a:close/>
                  <a:moveTo>
                    <a:pt x="307853" y="1830387"/>
                  </a:moveTo>
                  <a:lnTo>
                    <a:pt x="405053" y="1808352"/>
                  </a:lnTo>
                  <a:lnTo>
                    <a:pt x="395160" y="1796427"/>
                  </a:lnTo>
                  <a:close/>
                  <a:moveTo>
                    <a:pt x="405053" y="1808352"/>
                  </a:moveTo>
                  <a:lnTo>
                    <a:pt x="483611" y="1874166"/>
                  </a:lnTo>
                  <a:lnTo>
                    <a:pt x="395160" y="1796427"/>
                  </a:lnTo>
                  <a:close/>
                  <a:moveTo>
                    <a:pt x="1276817" y="2860747"/>
                  </a:moveTo>
                  <a:lnTo>
                    <a:pt x="1280511" y="2942962"/>
                  </a:lnTo>
                  <a:lnTo>
                    <a:pt x="1341850" y="2904525"/>
                  </a:lnTo>
                  <a:close/>
                  <a:moveTo>
                    <a:pt x="1276817" y="2860747"/>
                  </a:moveTo>
                  <a:lnTo>
                    <a:pt x="1341850" y="2904525"/>
                  </a:lnTo>
                  <a:lnTo>
                    <a:pt x="1297121" y="2822310"/>
                  </a:lnTo>
                  <a:close/>
                  <a:moveTo>
                    <a:pt x="437218" y="1862327"/>
                  </a:moveTo>
                  <a:lnTo>
                    <a:pt x="436831" y="1927168"/>
                  </a:lnTo>
                  <a:lnTo>
                    <a:pt x="483611" y="1874166"/>
                  </a:lnTo>
                  <a:close/>
                  <a:moveTo>
                    <a:pt x="483611" y="1874166"/>
                  </a:moveTo>
                  <a:lnTo>
                    <a:pt x="405053" y="1808352"/>
                  </a:lnTo>
                  <a:lnTo>
                    <a:pt x="437218" y="1862327"/>
                  </a:lnTo>
                  <a:close/>
                  <a:moveTo>
                    <a:pt x="544829" y="1835729"/>
                  </a:moveTo>
                  <a:lnTo>
                    <a:pt x="515165" y="1874166"/>
                  </a:lnTo>
                  <a:lnTo>
                    <a:pt x="566710" y="1917944"/>
                  </a:lnTo>
                  <a:close/>
                  <a:moveTo>
                    <a:pt x="544829" y="1835729"/>
                  </a:moveTo>
                  <a:lnTo>
                    <a:pt x="580353" y="1753514"/>
                  </a:lnTo>
                  <a:lnTo>
                    <a:pt x="515165" y="1874166"/>
                  </a:lnTo>
                  <a:close/>
                  <a:moveTo>
                    <a:pt x="580353" y="1753514"/>
                  </a:moveTo>
                  <a:lnTo>
                    <a:pt x="652813" y="1746965"/>
                  </a:lnTo>
                  <a:lnTo>
                    <a:pt x="604176" y="1747685"/>
                  </a:lnTo>
                  <a:close/>
                  <a:moveTo>
                    <a:pt x="604176" y="1747685"/>
                  </a:moveTo>
                  <a:lnTo>
                    <a:pt x="652813" y="1746965"/>
                  </a:lnTo>
                  <a:lnTo>
                    <a:pt x="726389" y="1743398"/>
                  </a:lnTo>
                  <a:close/>
                  <a:moveTo>
                    <a:pt x="699893" y="1769961"/>
                  </a:moveTo>
                  <a:lnTo>
                    <a:pt x="726389" y="1743398"/>
                  </a:lnTo>
                  <a:lnTo>
                    <a:pt x="652813" y="1746965"/>
                  </a:lnTo>
                  <a:close/>
                  <a:moveTo>
                    <a:pt x="699893" y="1769961"/>
                  </a:moveTo>
                  <a:lnTo>
                    <a:pt x="778045" y="1767017"/>
                  </a:lnTo>
                  <a:lnTo>
                    <a:pt x="726389" y="1743398"/>
                  </a:lnTo>
                  <a:close/>
                  <a:moveTo>
                    <a:pt x="1794413" y="2583036"/>
                  </a:moveTo>
                  <a:lnTo>
                    <a:pt x="1796613" y="2585282"/>
                  </a:lnTo>
                  <a:lnTo>
                    <a:pt x="1869139" y="2583765"/>
                  </a:lnTo>
                  <a:close/>
                  <a:moveTo>
                    <a:pt x="1231231" y="1655476"/>
                  </a:moveTo>
                  <a:lnTo>
                    <a:pt x="1220887" y="1649363"/>
                  </a:lnTo>
                  <a:lnTo>
                    <a:pt x="1270693" y="1725762"/>
                  </a:lnTo>
                  <a:close/>
                  <a:moveTo>
                    <a:pt x="1221860" y="1643547"/>
                  </a:moveTo>
                  <a:lnTo>
                    <a:pt x="1220887" y="1649363"/>
                  </a:lnTo>
                  <a:lnTo>
                    <a:pt x="1231231" y="1655476"/>
                  </a:lnTo>
                  <a:close/>
                  <a:moveTo>
                    <a:pt x="1220294" y="1614583"/>
                  </a:moveTo>
                  <a:lnTo>
                    <a:pt x="1220887" y="1649363"/>
                  </a:lnTo>
                  <a:lnTo>
                    <a:pt x="1221860" y="1643547"/>
                  </a:lnTo>
                  <a:close/>
                  <a:moveTo>
                    <a:pt x="1164453" y="1495058"/>
                  </a:moveTo>
                  <a:lnTo>
                    <a:pt x="1221770" y="1561332"/>
                  </a:lnTo>
                  <a:lnTo>
                    <a:pt x="1198546" y="1533273"/>
                  </a:lnTo>
                  <a:close/>
                  <a:moveTo>
                    <a:pt x="1165851" y="1479116"/>
                  </a:moveTo>
                  <a:lnTo>
                    <a:pt x="1164453" y="1495058"/>
                  </a:lnTo>
                  <a:lnTo>
                    <a:pt x="1198546" y="1533273"/>
                  </a:lnTo>
                  <a:close/>
                  <a:moveTo>
                    <a:pt x="1175821" y="1448310"/>
                  </a:moveTo>
                  <a:lnTo>
                    <a:pt x="1164453" y="1495058"/>
                  </a:lnTo>
                  <a:lnTo>
                    <a:pt x="1165851" y="1479116"/>
                  </a:lnTo>
                  <a:close/>
                  <a:moveTo>
                    <a:pt x="1847386" y="2072029"/>
                  </a:moveTo>
                  <a:lnTo>
                    <a:pt x="1837055" y="2112534"/>
                  </a:lnTo>
                  <a:lnTo>
                    <a:pt x="1837910" y="2098401"/>
                  </a:lnTo>
                  <a:close/>
                  <a:moveTo>
                    <a:pt x="1571106" y="1875036"/>
                  </a:moveTo>
                  <a:lnTo>
                    <a:pt x="1532101" y="1851756"/>
                  </a:lnTo>
                  <a:lnTo>
                    <a:pt x="1542207" y="1970280"/>
                  </a:lnTo>
                  <a:close/>
                  <a:moveTo>
                    <a:pt x="1220294" y="1614583"/>
                  </a:moveTo>
                  <a:lnTo>
                    <a:pt x="1221860" y="1643547"/>
                  </a:lnTo>
                  <a:lnTo>
                    <a:pt x="1244181" y="1630424"/>
                  </a:lnTo>
                  <a:close/>
                  <a:moveTo>
                    <a:pt x="1220294" y="1614583"/>
                  </a:moveTo>
                  <a:lnTo>
                    <a:pt x="1244181" y="1630424"/>
                  </a:lnTo>
                  <a:lnTo>
                    <a:pt x="1221770" y="1561332"/>
                  </a:lnTo>
                  <a:close/>
                  <a:moveTo>
                    <a:pt x="1230082" y="1435978"/>
                  </a:moveTo>
                  <a:lnTo>
                    <a:pt x="1175821" y="1448310"/>
                  </a:lnTo>
                  <a:lnTo>
                    <a:pt x="1165851" y="1479116"/>
                  </a:lnTo>
                  <a:close/>
                  <a:moveTo>
                    <a:pt x="1234542" y="1358465"/>
                  </a:moveTo>
                  <a:lnTo>
                    <a:pt x="1242561" y="1392058"/>
                  </a:lnTo>
                  <a:lnTo>
                    <a:pt x="1230082" y="1435978"/>
                  </a:lnTo>
                  <a:close/>
                  <a:moveTo>
                    <a:pt x="1230082" y="1435978"/>
                  </a:moveTo>
                  <a:lnTo>
                    <a:pt x="1239121" y="1406320"/>
                  </a:lnTo>
                  <a:lnTo>
                    <a:pt x="1175821" y="1448310"/>
                  </a:lnTo>
                  <a:close/>
                  <a:moveTo>
                    <a:pt x="176256" y="43023"/>
                  </a:moveTo>
                  <a:lnTo>
                    <a:pt x="167629" y="58562"/>
                  </a:lnTo>
                  <a:lnTo>
                    <a:pt x="125461" y="92559"/>
                  </a:lnTo>
                  <a:close/>
                  <a:moveTo>
                    <a:pt x="1837910" y="2098401"/>
                  </a:moveTo>
                  <a:lnTo>
                    <a:pt x="1837055" y="2112534"/>
                  </a:lnTo>
                  <a:lnTo>
                    <a:pt x="1865996" y="2141610"/>
                  </a:lnTo>
                  <a:close/>
                  <a:moveTo>
                    <a:pt x="184260" y="33741"/>
                  </a:moveTo>
                  <a:lnTo>
                    <a:pt x="167629" y="58562"/>
                  </a:lnTo>
                  <a:lnTo>
                    <a:pt x="176256" y="43023"/>
                  </a:lnTo>
                  <a:close/>
                  <a:moveTo>
                    <a:pt x="1234542" y="1358465"/>
                  </a:moveTo>
                  <a:lnTo>
                    <a:pt x="1316663" y="1320028"/>
                  </a:lnTo>
                  <a:lnTo>
                    <a:pt x="1196695" y="1311150"/>
                  </a:lnTo>
                  <a:close/>
                  <a:moveTo>
                    <a:pt x="1158469" y="1194035"/>
                  </a:moveTo>
                  <a:lnTo>
                    <a:pt x="1139029" y="1254950"/>
                  </a:lnTo>
                  <a:lnTo>
                    <a:pt x="1217900" y="1175230"/>
                  </a:lnTo>
                  <a:close/>
                  <a:moveTo>
                    <a:pt x="1217900" y="1175230"/>
                  </a:moveTo>
                  <a:lnTo>
                    <a:pt x="1179534" y="1182521"/>
                  </a:lnTo>
                  <a:lnTo>
                    <a:pt x="1158469" y="1194035"/>
                  </a:lnTo>
                  <a:close/>
                  <a:moveTo>
                    <a:pt x="1145605" y="1073383"/>
                  </a:moveTo>
                  <a:lnTo>
                    <a:pt x="1179534" y="1182521"/>
                  </a:lnTo>
                  <a:lnTo>
                    <a:pt x="1205004" y="1127014"/>
                  </a:lnTo>
                  <a:close/>
                  <a:moveTo>
                    <a:pt x="196691" y="34935"/>
                  </a:moveTo>
                  <a:lnTo>
                    <a:pt x="176256" y="43023"/>
                  </a:lnTo>
                  <a:lnTo>
                    <a:pt x="248754" y="59671"/>
                  </a:lnTo>
                  <a:close/>
                  <a:moveTo>
                    <a:pt x="248754" y="59671"/>
                  </a:moveTo>
                  <a:lnTo>
                    <a:pt x="176256" y="43023"/>
                  </a:lnTo>
                  <a:lnTo>
                    <a:pt x="125461" y="92559"/>
                  </a:lnTo>
                  <a:close/>
                  <a:moveTo>
                    <a:pt x="319713" y="46321"/>
                  </a:moveTo>
                  <a:lnTo>
                    <a:pt x="377761" y="86802"/>
                  </a:lnTo>
                  <a:lnTo>
                    <a:pt x="298289" y="12930"/>
                  </a:lnTo>
                  <a:close/>
                  <a:moveTo>
                    <a:pt x="184260" y="33741"/>
                  </a:moveTo>
                  <a:lnTo>
                    <a:pt x="176256" y="43023"/>
                  </a:lnTo>
                  <a:lnTo>
                    <a:pt x="196691" y="34935"/>
                  </a:lnTo>
                  <a:close/>
                  <a:moveTo>
                    <a:pt x="196691" y="34935"/>
                  </a:moveTo>
                  <a:lnTo>
                    <a:pt x="249765" y="0"/>
                  </a:lnTo>
                  <a:lnTo>
                    <a:pt x="184260" y="33741"/>
                  </a:lnTo>
                  <a:close/>
                  <a:moveTo>
                    <a:pt x="196691" y="34935"/>
                  </a:moveTo>
                  <a:lnTo>
                    <a:pt x="298289" y="12930"/>
                  </a:lnTo>
                  <a:lnTo>
                    <a:pt x="249765" y="0"/>
                  </a:lnTo>
                  <a:close/>
                  <a:moveTo>
                    <a:pt x="298289" y="12930"/>
                  </a:moveTo>
                  <a:lnTo>
                    <a:pt x="196691" y="34935"/>
                  </a:lnTo>
                  <a:lnTo>
                    <a:pt x="319713" y="46321"/>
                  </a:lnTo>
                  <a:close/>
                  <a:moveTo>
                    <a:pt x="196691" y="34935"/>
                  </a:moveTo>
                  <a:lnTo>
                    <a:pt x="248754" y="59671"/>
                  </a:lnTo>
                  <a:lnTo>
                    <a:pt x="319713" y="46321"/>
                  </a:lnTo>
                  <a:close/>
                  <a:moveTo>
                    <a:pt x="1833552" y="1692668"/>
                  </a:moveTo>
                  <a:lnTo>
                    <a:pt x="1812093" y="1813319"/>
                  </a:lnTo>
                  <a:lnTo>
                    <a:pt x="1846191" y="1774883"/>
                  </a:lnTo>
                  <a:close/>
                  <a:moveTo>
                    <a:pt x="1360837" y="1395993"/>
                  </a:moveTo>
                  <a:lnTo>
                    <a:pt x="1427375" y="1302398"/>
                  </a:lnTo>
                  <a:lnTo>
                    <a:pt x="1336025" y="1316072"/>
                  </a:lnTo>
                  <a:close/>
                  <a:moveTo>
                    <a:pt x="1248597" y="1155598"/>
                  </a:moveTo>
                  <a:lnTo>
                    <a:pt x="1303214" y="1142563"/>
                  </a:lnTo>
                  <a:lnTo>
                    <a:pt x="1205004" y="1127014"/>
                  </a:lnTo>
                  <a:close/>
                  <a:moveTo>
                    <a:pt x="1170706" y="889421"/>
                  </a:moveTo>
                  <a:lnTo>
                    <a:pt x="1119859" y="908953"/>
                  </a:lnTo>
                  <a:lnTo>
                    <a:pt x="1199337" y="890623"/>
                  </a:lnTo>
                  <a:close/>
                  <a:moveTo>
                    <a:pt x="1199337" y="890623"/>
                  </a:moveTo>
                  <a:lnTo>
                    <a:pt x="1119859" y="908953"/>
                  </a:lnTo>
                  <a:lnTo>
                    <a:pt x="1088556" y="970294"/>
                  </a:lnTo>
                  <a:close/>
                  <a:moveTo>
                    <a:pt x="1199337" y="890623"/>
                  </a:moveTo>
                  <a:lnTo>
                    <a:pt x="1088556" y="970294"/>
                  </a:lnTo>
                  <a:lnTo>
                    <a:pt x="1133089" y="921591"/>
                  </a:lnTo>
                  <a:close/>
                  <a:moveTo>
                    <a:pt x="1663170" y="1294983"/>
                  </a:moveTo>
                  <a:lnTo>
                    <a:pt x="1615804" y="1333094"/>
                  </a:lnTo>
                  <a:lnTo>
                    <a:pt x="1572204" y="1363807"/>
                  </a:lnTo>
                  <a:close/>
                  <a:moveTo>
                    <a:pt x="1732529" y="1275648"/>
                  </a:moveTo>
                  <a:lnTo>
                    <a:pt x="1615804" y="1333094"/>
                  </a:lnTo>
                  <a:lnTo>
                    <a:pt x="1663170" y="1294983"/>
                  </a:lnTo>
                  <a:close/>
                  <a:moveTo>
                    <a:pt x="1982483" y="1222462"/>
                  </a:moveTo>
                  <a:lnTo>
                    <a:pt x="1920357" y="1248498"/>
                  </a:lnTo>
                  <a:lnTo>
                    <a:pt x="2006084" y="123497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37" name="Candidate_density__2036">
              <a:extLst>
                <a:ext uri="{FF2B5EF4-FFF2-40B4-BE49-F238E27FC236}">
                  <a16:creationId xmlns:a16="http://schemas.microsoft.com/office/drawing/2014/main" id="{56D26F9D-71E0-74F5-48B7-B3D89498B55D}"/>
                </a:ext>
              </a:extLst>
            </p:cNvPr>
            <p:cNvSpPr>
              <a:spLocks noGrp="1"/>
            </p:cNvSpPr>
            <p:nvPr/>
          </p:nvSpPr>
          <p:spPr>
            <a:xfrm>
              <a:off x="4561654" y="2119305"/>
              <a:ext cx="2291669" cy="3172126"/>
            </a:xfrm>
            <a:custGeom>
              <a:avLst/>
              <a:gdLst/>
              <a:ahLst/>
              <a:cxnLst/>
              <a:rect l="0" t="0" r="0" b="0"/>
              <a:pathLst>
                <a:path w="2291669" h="3172126">
                  <a:moveTo>
                    <a:pt x="0" y="2370784"/>
                  </a:moveTo>
                  <a:lnTo>
                    <a:pt x="342" y="2348282"/>
                  </a:lnTo>
                  <a:lnTo>
                    <a:pt x="28453" y="2380850"/>
                  </a:lnTo>
                  <a:close/>
                  <a:moveTo>
                    <a:pt x="290903" y="2594928"/>
                  </a:moveTo>
                  <a:lnTo>
                    <a:pt x="357427" y="2556491"/>
                  </a:lnTo>
                  <a:lnTo>
                    <a:pt x="281935" y="2588919"/>
                  </a:lnTo>
                  <a:close/>
                  <a:moveTo>
                    <a:pt x="357427" y="2556491"/>
                  </a:moveTo>
                  <a:lnTo>
                    <a:pt x="320944" y="2519564"/>
                  </a:lnTo>
                  <a:lnTo>
                    <a:pt x="281935" y="2588919"/>
                  </a:lnTo>
                  <a:close/>
                  <a:moveTo>
                    <a:pt x="921998" y="3158315"/>
                  </a:moveTo>
                  <a:lnTo>
                    <a:pt x="964334" y="3093560"/>
                  </a:lnTo>
                  <a:lnTo>
                    <a:pt x="953285" y="3114636"/>
                  </a:lnTo>
                  <a:close/>
                  <a:moveTo>
                    <a:pt x="401679" y="2518055"/>
                  </a:moveTo>
                  <a:lnTo>
                    <a:pt x="442591" y="2480523"/>
                  </a:lnTo>
                  <a:lnTo>
                    <a:pt x="357427" y="2556491"/>
                  </a:lnTo>
                  <a:close/>
                  <a:moveTo>
                    <a:pt x="357427" y="2556491"/>
                  </a:moveTo>
                  <a:lnTo>
                    <a:pt x="332743" y="2454836"/>
                  </a:lnTo>
                  <a:lnTo>
                    <a:pt x="320944" y="2519564"/>
                  </a:lnTo>
                  <a:close/>
                  <a:moveTo>
                    <a:pt x="524610" y="2520128"/>
                  </a:moveTo>
                  <a:lnTo>
                    <a:pt x="484091" y="2435839"/>
                  </a:lnTo>
                  <a:lnTo>
                    <a:pt x="408571" y="2453781"/>
                  </a:lnTo>
                  <a:close/>
                  <a:moveTo>
                    <a:pt x="408571" y="2453781"/>
                  </a:moveTo>
                  <a:lnTo>
                    <a:pt x="442591" y="2480523"/>
                  </a:lnTo>
                  <a:lnTo>
                    <a:pt x="524610" y="2520128"/>
                  </a:lnTo>
                  <a:close/>
                  <a:moveTo>
                    <a:pt x="332743" y="2454836"/>
                  </a:moveTo>
                  <a:lnTo>
                    <a:pt x="290945" y="2435839"/>
                  </a:lnTo>
                  <a:lnTo>
                    <a:pt x="320944" y="2519564"/>
                  </a:lnTo>
                  <a:close/>
                  <a:moveTo>
                    <a:pt x="315149" y="2369047"/>
                  </a:moveTo>
                  <a:lnTo>
                    <a:pt x="408571" y="2453781"/>
                  </a:lnTo>
                  <a:lnTo>
                    <a:pt x="320859" y="2392061"/>
                  </a:lnTo>
                  <a:close/>
                  <a:moveTo>
                    <a:pt x="238656" y="2370643"/>
                  </a:moveTo>
                  <a:lnTo>
                    <a:pt x="332743" y="2454836"/>
                  </a:lnTo>
                  <a:lnTo>
                    <a:pt x="315149" y="2369047"/>
                  </a:lnTo>
                  <a:close/>
                  <a:moveTo>
                    <a:pt x="153945" y="2278827"/>
                  </a:moveTo>
                  <a:lnTo>
                    <a:pt x="215875" y="2289071"/>
                  </a:lnTo>
                  <a:lnTo>
                    <a:pt x="205919" y="2197073"/>
                  </a:lnTo>
                  <a:close/>
                  <a:moveTo>
                    <a:pt x="201223" y="2135402"/>
                  </a:moveTo>
                  <a:lnTo>
                    <a:pt x="205919" y="2197073"/>
                  </a:lnTo>
                  <a:lnTo>
                    <a:pt x="238597" y="2211683"/>
                  </a:lnTo>
                  <a:close/>
                  <a:moveTo>
                    <a:pt x="1001659" y="3075309"/>
                  </a:moveTo>
                  <a:lnTo>
                    <a:pt x="964334" y="3093560"/>
                  </a:lnTo>
                  <a:lnTo>
                    <a:pt x="945228" y="3160687"/>
                  </a:lnTo>
                  <a:close/>
                  <a:moveTo>
                    <a:pt x="1042772" y="3055124"/>
                  </a:moveTo>
                  <a:lnTo>
                    <a:pt x="1001659" y="3075309"/>
                  </a:lnTo>
                  <a:lnTo>
                    <a:pt x="1074754" y="3172126"/>
                  </a:lnTo>
                  <a:close/>
                  <a:moveTo>
                    <a:pt x="894324" y="3054843"/>
                  </a:moveTo>
                  <a:lnTo>
                    <a:pt x="964334" y="3093560"/>
                  </a:lnTo>
                  <a:lnTo>
                    <a:pt x="1001182" y="2972909"/>
                  </a:lnTo>
                  <a:close/>
                  <a:moveTo>
                    <a:pt x="826561" y="3011345"/>
                  </a:moveTo>
                  <a:lnTo>
                    <a:pt x="894324" y="3054843"/>
                  </a:lnTo>
                  <a:lnTo>
                    <a:pt x="913709" y="2986127"/>
                  </a:lnTo>
                  <a:close/>
                  <a:moveTo>
                    <a:pt x="913709" y="2986127"/>
                  </a:moveTo>
                  <a:lnTo>
                    <a:pt x="972142" y="2899122"/>
                  </a:lnTo>
                  <a:lnTo>
                    <a:pt x="906563" y="2891844"/>
                  </a:lnTo>
                  <a:close/>
                  <a:moveTo>
                    <a:pt x="712447" y="2828381"/>
                  </a:moveTo>
                  <a:lnTo>
                    <a:pt x="745240" y="2776103"/>
                  </a:lnTo>
                  <a:lnTo>
                    <a:pt x="675987" y="2795835"/>
                  </a:lnTo>
                  <a:close/>
                  <a:moveTo>
                    <a:pt x="789796" y="2826089"/>
                  </a:moveTo>
                  <a:lnTo>
                    <a:pt x="745240" y="2776103"/>
                  </a:lnTo>
                  <a:lnTo>
                    <a:pt x="712447" y="2828381"/>
                  </a:lnTo>
                  <a:close/>
                  <a:moveTo>
                    <a:pt x="754345" y="2754818"/>
                  </a:moveTo>
                  <a:lnTo>
                    <a:pt x="797273" y="2755445"/>
                  </a:lnTo>
                  <a:lnTo>
                    <a:pt x="770723" y="2726263"/>
                  </a:lnTo>
                  <a:close/>
                  <a:moveTo>
                    <a:pt x="868069" y="2741478"/>
                  </a:moveTo>
                  <a:lnTo>
                    <a:pt x="797273" y="2755445"/>
                  </a:lnTo>
                  <a:lnTo>
                    <a:pt x="747053" y="2764700"/>
                  </a:lnTo>
                  <a:close/>
                  <a:moveTo>
                    <a:pt x="747053" y="2764700"/>
                  </a:moveTo>
                  <a:lnTo>
                    <a:pt x="797273" y="2755445"/>
                  </a:lnTo>
                  <a:lnTo>
                    <a:pt x="754345" y="2754818"/>
                  </a:lnTo>
                  <a:close/>
                  <a:moveTo>
                    <a:pt x="868069" y="2741478"/>
                  </a:moveTo>
                  <a:lnTo>
                    <a:pt x="933806" y="2730104"/>
                  </a:lnTo>
                  <a:lnTo>
                    <a:pt x="895562" y="2726263"/>
                  </a:lnTo>
                  <a:close/>
                  <a:moveTo>
                    <a:pt x="524929" y="2509710"/>
                  </a:moveTo>
                  <a:lnTo>
                    <a:pt x="512537" y="2429851"/>
                  </a:lnTo>
                  <a:lnTo>
                    <a:pt x="484091" y="2435839"/>
                  </a:lnTo>
                  <a:close/>
                  <a:moveTo>
                    <a:pt x="484091" y="2435839"/>
                  </a:moveTo>
                  <a:lnTo>
                    <a:pt x="512537" y="2429851"/>
                  </a:lnTo>
                  <a:lnTo>
                    <a:pt x="412846" y="2369312"/>
                  </a:lnTo>
                  <a:close/>
                  <a:moveTo>
                    <a:pt x="602555" y="2317168"/>
                  </a:moveTo>
                  <a:lnTo>
                    <a:pt x="534007" y="2328448"/>
                  </a:lnTo>
                  <a:lnTo>
                    <a:pt x="512537" y="2429851"/>
                  </a:lnTo>
                  <a:close/>
                  <a:moveTo>
                    <a:pt x="394253" y="2353624"/>
                  </a:moveTo>
                  <a:lnTo>
                    <a:pt x="361864" y="2331069"/>
                  </a:lnTo>
                  <a:lnTo>
                    <a:pt x="334376" y="2253324"/>
                  </a:lnTo>
                  <a:close/>
                  <a:moveTo>
                    <a:pt x="268429" y="2150758"/>
                  </a:moveTo>
                  <a:lnTo>
                    <a:pt x="316028" y="2070778"/>
                  </a:lnTo>
                  <a:lnTo>
                    <a:pt x="256234" y="2189194"/>
                  </a:lnTo>
                  <a:close/>
                  <a:moveTo>
                    <a:pt x="256234" y="2189194"/>
                  </a:moveTo>
                  <a:lnTo>
                    <a:pt x="316028" y="2070778"/>
                  </a:lnTo>
                  <a:lnTo>
                    <a:pt x="198462" y="2103043"/>
                  </a:lnTo>
                  <a:close/>
                  <a:moveTo>
                    <a:pt x="867623" y="2723317"/>
                  </a:moveTo>
                  <a:lnTo>
                    <a:pt x="797273" y="2755445"/>
                  </a:lnTo>
                  <a:lnTo>
                    <a:pt x="868069" y="2741478"/>
                  </a:lnTo>
                  <a:close/>
                  <a:moveTo>
                    <a:pt x="867623" y="2723317"/>
                  </a:moveTo>
                  <a:lnTo>
                    <a:pt x="797150" y="2720018"/>
                  </a:lnTo>
                  <a:lnTo>
                    <a:pt x="797273" y="2755445"/>
                  </a:lnTo>
                  <a:close/>
                  <a:moveTo>
                    <a:pt x="797150" y="2720018"/>
                  </a:moveTo>
                  <a:lnTo>
                    <a:pt x="867623" y="2723317"/>
                  </a:lnTo>
                  <a:lnTo>
                    <a:pt x="842809" y="2643398"/>
                  </a:lnTo>
                  <a:close/>
                  <a:moveTo>
                    <a:pt x="797150" y="2720018"/>
                  </a:moveTo>
                  <a:lnTo>
                    <a:pt x="842809" y="2643398"/>
                  </a:lnTo>
                  <a:lnTo>
                    <a:pt x="784336" y="2630344"/>
                  </a:lnTo>
                  <a:close/>
                  <a:moveTo>
                    <a:pt x="867623" y="2723317"/>
                  </a:moveTo>
                  <a:lnTo>
                    <a:pt x="868069" y="2741478"/>
                  </a:lnTo>
                  <a:lnTo>
                    <a:pt x="895562" y="2726263"/>
                  </a:lnTo>
                  <a:close/>
                  <a:moveTo>
                    <a:pt x="842809" y="2643398"/>
                  </a:moveTo>
                  <a:lnTo>
                    <a:pt x="895562" y="2726263"/>
                  </a:lnTo>
                  <a:lnTo>
                    <a:pt x="847566" y="2644048"/>
                  </a:lnTo>
                  <a:close/>
                  <a:moveTo>
                    <a:pt x="842809" y="2643398"/>
                  </a:moveTo>
                  <a:lnTo>
                    <a:pt x="867623" y="2723317"/>
                  </a:lnTo>
                  <a:lnTo>
                    <a:pt x="895562" y="2726263"/>
                  </a:lnTo>
                  <a:close/>
                  <a:moveTo>
                    <a:pt x="387103" y="1870681"/>
                  </a:moveTo>
                  <a:lnTo>
                    <a:pt x="379684" y="1865676"/>
                  </a:lnTo>
                  <a:lnTo>
                    <a:pt x="332905" y="1918678"/>
                  </a:lnTo>
                  <a:close/>
                  <a:moveTo>
                    <a:pt x="1156455" y="2770042"/>
                  </a:moveTo>
                  <a:lnTo>
                    <a:pt x="1172891" y="2852257"/>
                  </a:lnTo>
                  <a:lnTo>
                    <a:pt x="1193195" y="2813820"/>
                  </a:lnTo>
                  <a:close/>
                  <a:moveTo>
                    <a:pt x="1156455" y="2770042"/>
                  </a:moveTo>
                  <a:lnTo>
                    <a:pt x="1193195" y="2813820"/>
                  </a:lnTo>
                  <a:lnTo>
                    <a:pt x="1166254" y="2731605"/>
                  </a:lnTo>
                  <a:close/>
                  <a:moveTo>
                    <a:pt x="1096112" y="2658744"/>
                  </a:moveTo>
                  <a:lnTo>
                    <a:pt x="1155860" y="2766306"/>
                  </a:lnTo>
                  <a:lnTo>
                    <a:pt x="1166254" y="2731605"/>
                  </a:lnTo>
                  <a:close/>
                  <a:moveTo>
                    <a:pt x="1166254" y="2731605"/>
                  </a:moveTo>
                  <a:lnTo>
                    <a:pt x="1155860" y="2766306"/>
                  </a:lnTo>
                  <a:lnTo>
                    <a:pt x="1156455" y="2770042"/>
                  </a:lnTo>
                  <a:close/>
                  <a:moveTo>
                    <a:pt x="1166254" y="2731605"/>
                  </a:moveTo>
                  <a:lnTo>
                    <a:pt x="1112435" y="2667405"/>
                  </a:lnTo>
                  <a:lnTo>
                    <a:pt x="1096112" y="2658744"/>
                  </a:lnTo>
                  <a:close/>
                  <a:moveTo>
                    <a:pt x="775826" y="2336986"/>
                  </a:moveTo>
                  <a:lnTo>
                    <a:pt x="690990" y="2358967"/>
                  </a:lnTo>
                  <a:lnTo>
                    <a:pt x="807786" y="2411095"/>
                  </a:lnTo>
                  <a:close/>
                  <a:moveTo>
                    <a:pt x="462783" y="1909454"/>
                  </a:moveTo>
                  <a:lnTo>
                    <a:pt x="476788" y="1899314"/>
                  </a:lnTo>
                  <a:lnTo>
                    <a:pt x="503558" y="1936689"/>
                  </a:lnTo>
                  <a:close/>
                  <a:moveTo>
                    <a:pt x="411238" y="1865676"/>
                  </a:moveTo>
                  <a:lnTo>
                    <a:pt x="476788" y="1899314"/>
                  </a:lnTo>
                  <a:lnTo>
                    <a:pt x="462783" y="1909454"/>
                  </a:lnTo>
                  <a:close/>
                  <a:moveTo>
                    <a:pt x="503558" y="1936689"/>
                  </a:moveTo>
                  <a:lnTo>
                    <a:pt x="462609" y="1909760"/>
                  </a:lnTo>
                  <a:lnTo>
                    <a:pt x="462783" y="1909454"/>
                  </a:lnTo>
                  <a:close/>
                  <a:moveTo>
                    <a:pt x="1166254" y="2731605"/>
                  </a:moveTo>
                  <a:lnTo>
                    <a:pt x="1234865" y="2693169"/>
                  </a:lnTo>
                  <a:lnTo>
                    <a:pt x="1112435" y="2667405"/>
                  </a:lnTo>
                  <a:close/>
                  <a:moveTo>
                    <a:pt x="676112" y="2073885"/>
                  </a:moveTo>
                  <a:lnTo>
                    <a:pt x="763511" y="2046721"/>
                  </a:lnTo>
                  <a:lnTo>
                    <a:pt x="650866" y="2056307"/>
                  </a:lnTo>
                  <a:close/>
                  <a:moveTo>
                    <a:pt x="650866" y="2056307"/>
                  </a:moveTo>
                  <a:lnTo>
                    <a:pt x="763511" y="2046721"/>
                  </a:lnTo>
                  <a:lnTo>
                    <a:pt x="756301" y="1956650"/>
                  </a:lnTo>
                  <a:close/>
                  <a:moveTo>
                    <a:pt x="763511" y="2046721"/>
                  </a:moveTo>
                  <a:lnTo>
                    <a:pt x="835354" y="2048906"/>
                  </a:lnTo>
                  <a:lnTo>
                    <a:pt x="756301" y="1956650"/>
                  </a:lnTo>
                  <a:close/>
                  <a:moveTo>
                    <a:pt x="1190456" y="2465253"/>
                  </a:moveTo>
                  <a:lnTo>
                    <a:pt x="1251851" y="2479596"/>
                  </a:lnTo>
                  <a:lnTo>
                    <a:pt x="1280870" y="2490303"/>
                  </a:lnTo>
                  <a:close/>
                  <a:moveTo>
                    <a:pt x="997214" y="2079227"/>
                  </a:moveTo>
                  <a:lnTo>
                    <a:pt x="1015857" y="2162937"/>
                  </a:lnTo>
                  <a:lnTo>
                    <a:pt x="1008621" y="2127515"/>
                  </a:lnTo>
                  <a:close/>
                  <a:moveTo>
                    <a:pt x="838289" y="1946429"/>
                  </a:moveTo>
                  <a:lnTo>
                    <a:pt x="756301" y="1956650"/>
                  </a:lnTo>
                  <a:lnTo>
                    <a:pt x="837276" y="1980745"/>
                  </a:lnTo>
                  <a:close/>
                  <a:moveTo>
                    <a:pt x="838289" y="1946429"/>
                  </a:moveTo>
                  <a:lnTo>
                    <a:pt x="756390" y="1952418"/>
                  </a:lnTo>
                  <a:lnTo>
                    <a:pt x="756301" y="1956650"/>
                  </a:lnTo>
                  <a:close/>
                  <a:moveTo>
                    <a:pt x="756390" y="1952418"/>
                  </a:moveTo>
                  <a:lnTo>
                    <a:pt x="823928" y="1930839"/>
                  </a:lnTo>
                  <a:lnTo>
                    <a:pt x="749840" y="1932495"/>
                  </a:lnTo>
                  <a:close/>
                  <a:moveTo>
                    <a:pt x="744907" y="1832581"/>
                  </a:moveTo>
                  <a:lnTo>
                    <a:pt x="674118" y="1758527"/>
                  </a:lnTo>
                  <a:lnTo>
                    <a:pt x="691294" y="1777053"/>
                  </a:lnTo>
                  <a:close/>
                  <a:moveTo>
                    <a:pt x="674118" y="1758527"/>
                  </a:moveTo>
                  <a:lnTo>
                    <a:pt x="682761" y="1788803"/>
                  </a:lnTo>
                  <a:lnTo>
                    <a:pt x="622463" y="1734908"/>
                  </a:lnTo>
                  <a:close/>
                  <a:moveTo>
                    <a:pt x="1008621" y="2127515"/>
                  </a:moveTo>
                  <a:lnTo>
                    <a:pt x="1015857" y="2162937"/>
                  </a:lnTo>
                  <a:lnTo>
                    <a:pt x="1015032" y="2161442"/>
                  </a:lnTo>
                  <a:close/>
                  <a:moveTo>
                    <a:pt x="1101945" y="2197780"/>
                  </a:moveTo>
                  <a:lnTo>
                    <a:pt x="1018899" y="2165943"/>
                  </a:lnTo>
                  <a:lnTo>
                    <a:pt x="1015857" y="2162937"/>
                  </a:lnTo>
                  <a:close/>
                  <a:moveTo>
                    <a:pt x="1413583" y="2451866"/>
                  </a:moveTo>
                  <a:lnTo>
                    <a:pt x="1382465" y="2369651"/>
                  </a:lnTo>
                  <a:lnTo>
                    <a:pt x="1375635" y="2490303"/>
                  </a:lnTo>
                  <a:close/>
                  <a:moveTo>
                    <a:pt x="1314025" y="2287436"/>
                  </a:moveTo>
                  <a:lnTo>
                    <a:pt x="1309576" y="2206017"/>
                  </a:lnTo>
                  <a:lnTo>
                    <a:pt x="1315780" y="2301065"/>
                  </a:lnTo>
                  <a:close/>
                  <a:moveTo>
                    <a:pt x="1022487" y="2157546"/>
                  </a:moveTo>
                  <a:lnTo>
                    <a:pt x="1008621" y="2127515"/>
                  </a:lnTo>
                  <a:lnTo>
                    <a:pt x="1015032" y="2161442"/>
                  </a:lnTo>
                  <a:close/>
                  <a:moveTo>
                    <a:pt x="1315780" y="2301065"/>
                  </a:moveTo>
                  <a:lnTo>
                    <a:pt x="1382465" y="2369651"/>
                  </a:lnTo>
                  <a:lnTo>
                    <a:pt x="1341719" y="2321736"/>
                  </a:lnTo>
                  <a:close/>
                  <a:moveTo>
                    <a:pt x="1388111" y="2402946"/>
                  </a:moveTo>
                  <a:lnTo>
                    <a:pt x="1382465" y="2369651"/>
                  </a:lnTo>
                  <a:lnTo>
                    <a:pt x="1315780" y="2301065"/>
                  </a:lnTo>
                  <a:close/>
                  <a:moveTo>
                    <a:pt x="1314025" y="2287436"/>
                  </a:moveTo>
                  <a:lnTo>
                    <a:pt x="1315780" y="2301065"/>
                  </a:lnTo>
                  <a:lnTo>
                    <a:pt x="1341719" y="2321736"/>
                  </a:lnTo>
                  <a:close/>
                  <a:moveTo>
                    <a:pt x="1309816" y="2205221"/>
                  </a:moveTo>
                  <a:lnTo>
                    <a:pt x="1314025" y="2287436"/>
                  </a:lnTo>
                  <a:lnTo>
                    <a:pt x="1370396" y="2248999"/>
                  </a:lnTo>
                  <a:close/>
                  <a:moveTo>
                    <a:pt x="1263292" y="2084569"/>
                  </a:moveTo>
                  <a:lnTo>
                    <a:pt x="1268822" y="2002354"/>
                  </a:lnTo>
                  <a:lnTo>
                    <a:pt x="1253543" y="2123005"/>
                  </a:lnTo>
                  <a:close/>
                  <a:moveTo>
                    <a:pt x="1328143" y="1963918"/>
                  </a:moveTo>
                  <a:lnTo>
                    <a:pt x="1229133" y="1910546"/>
                  </a:lnTo>
                  <a:lnTo>
                    <a:pt x="1224053" y="1920139"/>
                  </a:lnTo>
                  <a:close/>
                  <a:moveTo>
                    <a:pt x="1328143" y="1963918"/>
                  </a:moveTo>
                  <a:lnTo>
                    <a:pt x="1224053" y="1920139"/>
                  </a:lnTo>
                  <a:lnTo>
                    <a:pt x="1268822" y="2002354"/>
                  </a:lnTo>
                  <a:close/>
                  <a:moveTo>
                    <a:pt x="1164455" y="1755709"/>
                  </a:moveTo>
                  <a:lnTo>
                    <a:pt x="1208168" y="1799487"/>
                  </a:lnTo>
                  <a:lnTo>
                    <a:pt x="1166766" y="1717272"/>
                  </a:lnTo>
                  <a:close/>
                  <a:moveTo>
                    <a:pt x="1166766" y="1717272"/>
                  </a:moveTo>
                  <a:lnTo>
                    <a:pt x="1116960" y="1640873"/>
                  </a:lnTo>
                  <a:lnTo>
                    <a:pt x="1134307" y="1673494"/>
                  </a:lnTo>
                  <a:close/>
                  <a:moveTo>
                    <a:pt x="1117843" y="1552842"/>
                  </a:moveTo>
                  <a:lnTo>
                    <a:pt x="1149999" y="1574513"/>
                  </a:lnTo>
                  <a:lnTo>
                    <a:pt x="1116367" y="1606094"/>
                  </a:lnTo>
                  <a:close/>
                  <a:moveTo>
                    <a:pt x="1116367" y="1606094"/>
                  </a:moveTo>
                  <a:lnTo>
                    <a:pt x="1146126" y="1653902"/>
                  </a:lnTo>
                  <a:lnTo>
                    <a:pt x="1116960" y="1640873"/>
                  </a:lnTo>
                  <a:close/>
                  <a:moveTo>
                    <a:pt x="1787354" y="2172126"/>
                  </a:moveTo>
                  <a:lnTo>
                    <a:pt x="1839546" y="2278306"/>
                  </a:lnTo>
                  <a:lnTo>
                    <a:pt x="1861354" y="2225670"/>
                  </a:lnTo>
                  <a:close/>
                  <a:moveTo>
                    <a:pt x="1804791" y="2292778"/>
                  </a:moveTo>
                  <a:lnTo>
                    <a:pt x="1839546" y="2278306"/>
                  </a:lnTo>
                  <a:lnTo>
                    <a:pt x="1787354" y="2172126"/>
                  </a:lnTo>
                  <a:close/>
                  <a:moveTo>
                    <a:pt x="1762070" y="2133121"/>
                  </a:moveTo>
                  <a:lnTo>
                    <a:pt x="1733129" y="2104044"/>
                  </a:lnTo>
                  <a:lnTo>
                    <a:pt x="1787354" y="2172126"/>
                  </a:lnTo>
                  <a:close/>
                  <a:moveTo>
                    <a:pt x="1438281" y="1961790"/>
                  </a:moveTo>
                  <a:lnTo>
                    <a:pt x="1428539" y="2046132"/>
                  </a:lnTo>
                  <a:lnTo>
                    <a:pt x="1438809" y="1975675"/>
                  </a:lnTo>
                  <a:close/>
                  <a:moveTo>
                    <a:pt x="1438281" y="1961790"/>
                  </a:moveTo>
                  <a:lnTo>
                    <a:pt x="1438809" y="1975675"/>
                  </a:lnTo>
                  <a:lnTo>
                    <a:pt x="1549230" y="1925481"/>
                  </a:lnTo>
                  <a:close/>
                  <a:moveTo>
                    <a:pt x="1438281" y="1961790"/>
                  </a:moveTo>
                  <a:lnTo>
                    <a:pt x="1549230" y="1925481"/>
                  </a:lnTo>
                  <a:lnTo>
                    <a:pt x="1467179" y="1866546"/>
                  </a:lnTo>
                  <a:close/>
                  <a:moveTo>
                    <a:pt x="1060127" y="1267760"/>
                  </a:moveTo>
                  <a:lnTo>
                    <a:pt x="1054543" y="1185545"/>
                  </a:lnTo>
                  <a:lnTo>
                    <a:pt x="1056359" y="1189680"/>
                  </a:lnTo>
                  <a:close/>
                  <a:moveTo>
                    <a:pt x="2006949" y="2402987"/>
                  </a:moveTo>
                  <a:lnTo>
                    <a:pt x="2073634" y="2462032"/>
                  </a:lnTo>
                  <a:lnTo>
                    <a:pt x="2034908" y="2418771"/>
                  </a:lnTo>
                  <a:close/>
                  <a:moveTo>
                    <a:pt x="2097568" y="2489999"/>
                  </a:moveTo>
                  <a:lnTo>
                    <a:pt x="2073634" y="2462032"/>
                  </a:lnTo>
                  <a:lnTo>
                    <a:pt x="2006949" y="2402987"/>
                  </a:lnTo>
                  <a:close/>
                  <a:moveTo>
                    <a:pt x="2042321" y="2474321"/>
                  </a:moveTo>
                  <a:lnTo>
                    <a:pt x="2097568" y="2489999"/>
                  </a:lnTo>
                  <a:lnTo>
                    <a:pt x="2006949" y="2402987"/>
                  </a:lnTo>
                  <a:close/>
                  <a:moveTo>
                    <a:pt x="2073634" y="2462032"/>
                  </a:moveTo>
                  <a:lnTo>
                    <a:pt x="2097568" y="2489999"/>
                  </a:lnTo>
                  <a:lnTo>
                    <a:pt x="2077258" y="2418771"/>
                  </a:lnTo>
                  <a:close/>
                  <a:moveTo>
                    <a:pt x="2077258" y="2418771"/>
                  </a:moveTo>
                  <a:lnTo>
                    <a:pt x="2097568" y="2489999"/>
                  </a:lnTo>
                  <a:lnTo>
                    <a:pt x="2181092" y="2462550"/>
                  </a:lnTo>
                  <a:close/>
                  <a:moveTo>
                    <a:pt x="2077258" y="2418771"/>
                  </a:moveTo>
                  <a:lnTo>
                    <a:pt x="2181092" y="2462550"/>
                  </a:lnTo>
                  <a:lnTo>
                    <a:pt x="2111949" y="2380335"/>
                  </a:lnTo>
                  <a:close/>
                  <a:moveTo>
                    <a:pt x="2046233" y="2331549"/>
                  </a:moveTo>
                  <a:lnTo>
                    <a:pt x="2108406" y="2376839"/>
                  </a:lnTo>
                  <a:lnTo>
                    <a:pt x="2018985" y="2298120"/>
                  </a:lnTo>
                  <a:close/>
                  <a:moveTo>
                    <a:pt x="2108406" y="2376839"/>
                  </a:moveTo>
                  <a:lnTo>
                    <a:pt x="2046233" y="2331549"/>
                  </a:lnTo>
                  <a:lnTo>
                    <a:pt x="2111949" y="2380335"/>
                  </a:lnTo>
                  <a:close/>
                  <a:moveTo>
                    <a:pt x="2111949" y="2380335"/>
                  </a:moveTo>
                  <a:lnTo>
                    <a:pt x="2053675" y="2336556"/>
                  </a:lnTo>
                  <a:lnTo>
                    <a:pt x="2077258" y="2418771"/>
                  </a:lnTo>
                  <a:close/>
                  <a:moveTo>
                    <a:pt x="1787354" y="2172126"/>
                  </a:moveTo>
                  <a:lnTo>
                    <a:pt x="1861354" y="2225670"/>
                  </a:lnTo>
                  <a:lnTo>
                    <a:pt x="1879708" y="2145563"/>
                  </a:lnTo>
                  <a:close/>
                  <a:moveTo>
                    <a:pt x="1212736" y="1311539"/>
                  </a:moveTo>
                  <a:lnTo>
                    <a:pt x="1144630" y="1281359"/>
                  </a:lnTo>
                  <a:lnTo>
                    <a:pt x="1092768" y="1302661"/>
                  </a:lnTo>
                  <a:close/>
                  <a:moveTo>
                    <a:pt x="1054543" y="1185545"/>
                  </a:moveTo>
                  <a:lnTo>
                    <a:pt x="1075607" y="1174031"/>
                  </a:lnTo>
                  <a:lnTo>
                    <a:pt x="1041678" y="1064893"/>
                  </a:lnTo>
                  <a:close/>
                  <a:moveTo>
                    <a:pt x="1029446" y="1103330"/>
                  </a:moveTo>
                  <a:lnTo>
                    <a:pt x="1054543" y="1185545"/>
                  </a:lnTo>
                  <a:lnTo>
                    <a:pt x="1041678" y="1064893"/>
                  </a:lnTo>
                  <a:close/>
                  <a:moveTo>
                    <a:pt x="978388" y="992291"/>
                  </a:moveTo>
                  <a:lnTo>
                    <a:pt x="984630" y="961805"/>
                  </a:lnTo>
                  <a:lnTo>
                    <a:pt x="989225" y="1021115"/>
                  </a:lnTo>
                  <a:close/>
                  <a:moveTo>
                    <a:pt x="244023" y="281179"/>
                  </a:moveTo>
                  <a:lnTo>
                    <a:pt x="290629" y="363394"/>
                  </a:lnTo>
                  <a:lnTo>
                    <a:pt x="335308" y="350815"/>
                  </a:lnTo>
                  <a:close/>
                  <a:moveTo>
                    <a:pt x="311685" y="269927"/>
                  </a:moveTo>
                  <a:lnTo>
                    <a:pt x="335308" y="350815"/>
                  </a:lnTo>
                  <a:lnTo>
                    <a:pt x="346556" y="363394"/>
                  </a:lnTo>
                  <a:close/>
                  <a:moveTo>
                    <a:pt x="194363" y="4440"/>
                  </a:moveTo>
                  <a:lnTo>
                    <a:pt x="273834" y="78312"/>
                  </a:lnTo>
                  <a:lnTo>
                    <a:pt x="295039" y="83276"/>
                  </a:lnTo>
                  <a:close/>
                  <a:moveTo>
                    <a:pt x="194363" y="4440"/>
                  </a:moveTo>
                  <a:lnTo>
                    <a:pt x="295039" y="83276"/>
                  </a:lnTo>
                  <a:lnTo>
                    <a:pt x="274355" y="0"/>
                  </a:lnTo>
                  <a:close/>
                  <a:moveTo>
                    <a:pt x="2046233" y="2331549"/>
                  </a:moveTo>
                  <a:lnTo>
                    <a:pt x="2018985" y="2298120"/>
                  </a:lnTo>
                  <a:lnTo>
                    <a:pt x="1976430" y="2227613"/>
                  </a:lnTo>
                  <a:close/>
                  <a:moveTo>
                    <a:pt x="971459" y="982678"/>
                  </a:moveTo>
                  <a:lnTo>
                    <a:pt x="978388" y="992291"/>
                  </a:lnTo>
                  <a:lnTo>
                    <a:pt x="998600" y="1014036"/>
                  </a:lnTo>
                  <a:close/>
                  <a:moveTo>
                    <a:pt x="984630" y="961805"/>
                  </a:moveTo>
                  <a:lnTo>
                    <a:pt x="978388" y="992291"/>
                  </a:lnTo>
                  <a:lnTo>
                    <a:pt x="971459" y="982678"/>
                  </a:lnTo>
                  <a:close/>
                  <a:moveTo>
                    <a:pt x="2181092" y="2462550"/>
                  </a:moveTo>
                  <a:lnTo>
                    <a:pt x="2236956" y="2437271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81092" y="2462550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98455" y="2341899"/>
                  </a:lnTo>
                  <a:lnTo>
                    <a:pt x="2108406" y="2376839"/>
                  </a:lnTo>
                  <a:close/>
                  <a:moveTo>
                    <a:pt x="1773610" y="1887045"/>
                  </a:moveTo>
                  <a:lnTo>
                    <a:pt x="1856714" y="1848608"/>
                  </a:lnTo>
                  <a:lnTo>
                    <a:pt x="1739318" y="1832855"/>
                  </a:lnTo>
                  <a:close/>
                  <a:moveTo>
                    <a:pt x="1739318" y="1832855"/>
                  </a:moveTo>
                  <a:lnTo>
                    <a:pt x="1742265" y="1766393"/>
                  </a:lnTo>
                  <a:lnTo>
                    <a:pt x="1708166" y="1804829"/>
                  </a:lnTo>
                  <a:close/>
                  <a:moveTo>
                    <a:pt x="1789510" y="1805310"/>
                  </a:moveTo>
                  <a:lnTo>
                    <a:pt x="1742265" y="1766393"/>
                  </a:lnTo>
                  <a:lnTo>
                    <a:pt x="1739318" y="1832855"/>
                  </a:lnTo>
                  <a:close/>
                  <a:moveTo>
                    <a:pt x="1651602" y="1709363"/>
                  </a:moveTo>
                  <a:lnTo>
                    <a:pt x="1646181" y="1763286"/>
                  </a:lnTo>
                  <a:lnTo>
                    <a:pt x="1729626" y="1684178"/>
                  </a:lnTo>
                  <a:close/>
                  <a:moveTo>
                    <a:pt x="1729626" y="1684178"/>
                  </a:moveTo>
                  <a:lnTo>
                    <a:pt x="1646181" y="1763286"/>
                  </a:lnTo>
                  <a:lnTo>
                    <a:pt x="1708166" y="1804829"/>
                  </a:lnTo>
                  <a:close/>
                  <a:moveTo>
                    <a:pt x="1750208" y="1658367"/>
                  </a:moveTo>
                  <a:lnTo>
                    <a:pt x="1651602" y="1709363"/>
                  </a:lnTo>
                  <a:lnTo>
                    <a:pt x="1729626" y="1684178"/>
                  </a:lnTo>
                  <a:close/>
                  <a:moveTo>
                    <a:pt x="1453335" y="1384380"/>
                  </a:moveTo>
                  <a:lnTo>
                    <a:pt x="1339504" y="1393754"/>
                  </a:lnTo>
                  <a:lnTo>
                    <a:pt x="1365007" y="1460306"/>
                  </a:lnTo>
                  <a:close/>
                  <a:moveTo>
                    <a:pt x="1256910" y="1387504"/>
                  </a:moveTo>
                  <a:lnTo>
                    <a:pt x="1334072" y="1385364"/>
                  </a:lnTo>
                  <a:lnTo>
                    <a:pt x="1323448" y="1293909"/>
                  </a:lnTo>
                  <a:close/>
                  <a:moveTo>
                    <a:pt x="1232099" y="1307583"/>
                  </a:moveTo>
                  <a:lnTo>
                    <a:pt x="1323448" y="1293909"/>
                  </a:lnTo>
                  <a:lnTo>
                    <a:pt x="1225558" y="1212807"/>
                  </a:lnTo>
                  <a:close/>
                  <a:moveTo>
                    <a:pt x="1323448" y="1293909"/>
                  </a:moveTo>
                  <a:lnTo>
                    <a:pt x="1369108" y="1311539"/>
                  </a:lnTo>
                  <a:lnTo>
                    <a:pt x="1285522" y="1250815"/>
                  </a:lnTo>
                  <a:close/>
                  <a:moveTo>
                    <a:pt x="1161443" y="1204341"/>
                  </a:moveTo>
                  <a:lnTo>
                    <a:pt x="1144670" y="1147108"/>
                  </a:lnTo>
                  <a:lnTo>
                    <a:pt x="1113973" y="1166740"/>
                  </a:lnTo>
                  <a:close/>
                  <a:moveTo>
                    <a:pt x="1101078" y="1118524"/>
                  </a:moveTo>
                  <a:lnTo>
                    <a:pt x="1199287" y="1134074"/>
                  </a:lnTo>
                  <a:lnTo>
                    <a:pt x="1214083" y="1047172"/>
                  </a:lnTo>
                  <a:close/>
                  <a:moveTo>
                    <a:pt x="1101078" y="1118524"/>
                  </a:moveTo>
                  <a:lnTo>
                    <a:pt x="1041449" y="1041117"/>
                  </a:lnTo>
                  <a:lnTo>
                    <a:pt x="1041678" y="1064893"/>
                  </a:lnTo>
                  <a:close/>
                  <a:moveTo>
                    <a:pt x="1029162" y="913101"/>
                  </a:moveTo>
                  <a:lnTo>
                    <a:pt x="984630" y="961805"/>
                  </a:lnTo>
                  <a:lnTo>
                    <a:pt x="971459" y="982678"/>
                  </a:lnTo>
                  <a:close/>
                  <a:moveTo>
                    <a:pt x="1066779" y="880932"/>
                  </a:moveTo>
                  <a:lnTo>
                    <a:pt x="1095410" y="882133"/>
                  </a:lnTo>
                  <a:lnTo>
                    <a:pt x="1181598" y="925718"/>
                  </a:lnTo>
                  <a:close/>
                  <a:moveTo>
                    <a:pt x="239282" y="68013"/>
                  </a:moveTo>
                  <a:lnTo>
                    <a:pt x="273834" y="78312"/>
                  </a:lnTo>
                  <a:lnTo>
                    <a:pt x="215787" y="37831"/>
                  </a:lnTo>
                  <a:close/>
                  <a:moveTo>
                    <a:pt x="2265746" y="2313773"/>
                  </a:moveTo>
                  <a:lnTo>
                    <a:pt x="2245454" y="2395379"/>
                  </a:lnTo>
                  <a:lnTo>
                    <a:pt x="2291669" y="2341899"/>
                  </a:lnTo>
                  <a:close/>
                  <a:moveTo>
                    <a:pt x="2240774" y="2233982"/>
                  </a:moveTo>
                  <a:lnTo>
                    <a:pt x="2265746" y="2313773"/>
                  </a:lnTo>
                  <a:lnTo>
                    <a:pt x="2291669" y="2341899"/>
                  </a:lnTo>
                  <a:close/>
                  <a:moveTo>
                    <a:pt x="1759543" y="1381924"/>
                  </a:moveTo>
                  <a:lnTo>
                    <a:pt x="1673255" y="1291391"/>
                  </a:lnTo>
                  <a:lnTo>
                    <a:pt x="1665352" y="1397908"/>
                  </a:lnTo>
                  <a:close/>
                  <a:moveTo>
                    <a:pt x="1759543" y="1381924"/>
                  </a:moveTo>
                  <a:lnTo>
                    <a:pt x="1788523" y="1399096"/>
                  </a:lnTo>
                  <a:lnTo>
                    <a:pt x="1779831" y="1338718"/>
                  </a:lnTo>
                  <a:close/>
                  <a:moveTo>
                    <a:pt x="1865004" y="1356779"/>
                  </a:moveTo>
                  <a:lnTo>
                    <a:pt x="1811256" y="1339882"/>
                  </a:lnTo>
                  <a:lnTo>
                    <a:pt x="1816431" y="1240008"/>
                  </a:lnTo>
                  <a:close/>
                  <a:moveTo>
                    <a:pt x="1779831" y="1338718"/>
                  </a:moveTo>
                  <a:lnTo>
                    <a:pt x="1852387" y="1331335"/>
                  </a:lnTo>
                  <a:lnTo>
                    <a:pt x="1816431" y="1240008"/>
                  </a:lnTo>
                  <a:close/>
                  <a:moveTo>
                    <a:pt x="1822186" y="1218415"/>
                  </a:moveTo>
                  <a:lnTo>
                    <a:pt x="1742800" y="1200265"/>
                  </a:lnTo>
                  <a:lnTo>
                    <a:pt x="1878556" y="1213973"/>
                  </a:lnTo>
                  <a:close/>
                  <a:moveTo>
                    <a:pt x="1902157" y="1226482"/>
                  </a:moveTo>
                  <a:lnTo>
                    <a:pt x="1930305" y="1240008"/>
                  </a:lnTo>
                  <a:lnTo>
                    <a:pt x="1878556" y="121397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38" name="Candidate_density__2037">
              <a:extLst>
                <a:ext uri="{FF2B5EF4-FFF2-40B4-BE49-F238E27FC236}">
                  <a16:creationId xmlns:a16="http://schemas.microsoft.com/office/drawing/2014/main" id="{0AB42DD4-5057-B799-2D34-51A50844E9FC}"/>
                </a:ext>
              </a:extLst>
            </p:cNvPr>
            <p:cNvSpPr>
              <a:spLocks noGrp="1"/>
            </p:cNvSpPr>
            <p:nvPr/>
          </p:nvSpPr>
          <p:spPr>
            <a:xfrm>
              <a:off x="4672375" y="2279833"/>
              <a:ext cx="2062444" cy="3263717"/>
            </a:xfrm>
            <a:custGeom>
              <a:avLst/>
              <a:gdLst/>
              <a:ahLst/>
              <a:cxnLst/>
              <a:rect l="0" t="0" r="0" b="0"/>
              <a:pathLst>
                <a:path w="2062444" h="3263717">
                  <a:moveTo>
                    <a:pt x="747989" y="3256551"/>
                  </a:moveTo>
                  <a:lnTo>
                    <a:pt x="758681" y="3261989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18201" y="3238876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60728" y="3218115"/>
                  </a:lnTo>
                  <a:lnTo>
                    <a:pt x="818201" y="3238876"/>
                  </a:lnTo>
                  <a:close/>
                  <a:moveTo>
                    <a:pt x="964033" y="3011599"/>
                  </a:moveTo>
                  <a:lnTo>
                    <a:pt x="993500" y="2992085"/>
                  </a:lnTo>
                  <a:lnTo>
                    <a:pt x="992655" y="2976812"/>
                  </a:lnTo>
                  <a:close/>
                  <a:moveTo>
                    <a:pt x="1021739" y="2976812"/>
                  </a:moveTo>
                  <a:lnTo>
                    <a:pt x="993500" y="2992085"/>
                  </a:lnTo>
                  <a:lnTo>
                    <a:pt x="1079574" y="2949727"/>
                  </a:lnTo>
                  <a:close/>
                  <a:moveTo>
                    <a:pt x="1079574" y="2949727"/>
                  </a:moveTo>
                  <a:lnTo>
                    <a:pt x="993500" y="2992085"/>
                  </a:lnTo>
                  <a:lnTo>
                    <a:pt x="964033" y="3011599"/>
                  </a:lnTo>
                  <a:close/>
                  <a:moveTo>
                    <a:pt x="1021739" y="2976812"/>
                  </a:moveTo>
                  <a:lnTo>
                    <a:pt x="1015189" y="2987660"/>
                  </a:lnTo>
                  <a:lnTo>
                    <a:pt x="993500" y="2992085"/>
                  </a:lnTo>
                  <a:close/>
                  <a:moveTo>
                    <a:pt x="1126288" y="2909183"/>
                  </a:moveTo>
                  <a:lnTo>
                    <a:pt x="1021739" y="2976812"/>
                  </a:lnTo>
                  <a:lnTo>
                    <a:pt x="1079574" y="2949727"/>
                  </a:lnTo>
                  <a:close/>
                  <a:moveTo>
                    <a:pt x="1946817" y="2461111"/>
                  </a:moveTo>
                  <a:lnTo>
                    <a:pt x="1947811" y="2460247"/>
                  </a:lnTo>
                  <a:lnTo>
                    <a:pt x="1983130" y="2377094"/>
                  </a:lnTo>
                  <a:close/>
                  <a:moveTo>
                    <a:pt x="1983130" y="2377094"/>
                  </a:moveTo>
                  <a:lnTo>
                    <a:pt x="1947811" y="2460247"/>
                  </a:lnTo>
                  <a:lnTo>
                    <a:pt x="2062444" y="2394981"/>
                  </a:lnTo>
                  <a:close/>
                  <a:moveTo>
                    <a:pt x="107445" y="120652"/>
                  </a:moveTo>
                  <a:lnTo>
                    <a:pt x="0" y="151597"/>
                  </a:lnTo>
                  <a:lnTo>
                    <a:pt x="110886" y="114266"/>
                  </a:lnTo>
                  <a:close/>
                  <a:moveTo>
                    <a:pt x="1728288" y="1890947"/>
                  </a:moveTo>
                  <a:lnTo>
                    <a:pt x="1734418" y="1812955"/>
                  </a:lnTo>
                  <a:lnTo>
                    <a:pt x="1744311" y="1826302"/>
                  </a:lnTo>
                  <a:close/>
                  <a:moveTo>
                    <a:pt x="107445" y="120652"/>
                  </a:moveTo>
                  <a:lnTo>
                    <a:pt x="110886" y="114266"/>
                  </a:lnTo>
                  <a:lnTo>
                    <a:pt x="141887" y="14972"/>
                  </a:lnTo>
                  <a:close/>
                  <a:moveTo>
                    <a:pt x="141887" y="14972"/>
                  </a:moveTo>
                  <a:lnTo>
                    <a:pt x="133302" y="120652"/>
                  </a:lnTo>
                  <a:lnTo>
                    <a:pt x="188955" y="19071"/>
                  </a:lnTo>
                  <a:close/>
                  <a:moveTo>
                    <a:pt x="188955" y="19071"/>
                  </a:moveTo>
                  <a:lnTo>
                    <a:pt x="171402" y="0"/>
                  </a:lnTo>
                  <a:lnTo>
                    <a:pt x="141887" y="14972"/>
                  </a:lnTo>
                  <a:close/>
                  <a:moveTo>
                    <a:pt x="1744330" y="1804897"/>
                  </a:moveTo>
                  <a:lnTo>
                    <a:pt x="1744311" y="1826302"/>
                  </a:lnTo>
                  <a:lnTo>
                    <a:pt x="1742501" y="1808732"/>
                  </a:lnTo>
                  <a:close/>
                  <a:moveTo>
                    <a:pt x="1742501" y="1808732"/>
                  </a:moveTo>
                  <a:lnTo>
                    <a:pt x="1773417" y="1719924"/>
                  </a:lnTo>
                  <a:lnTo>
                    <a:pt x="1744330" y="1804897"/>
                  </a:lnTo>
                  <a:close/>
                  <a:moveTo>
                    <a:pt x="1495126" y="1359220"/>
                  </a:moveTo>
                  <a:lnTo>
                    <a:pt x="1531449" y="1320784"/>
                  </a:lnTo>
                  <a:lnTo>
                    <a:pt x="1491021" y="1441435"/>
                  </a:lnTo>
                  <a:close/>
                  <a:moveTo>
                    <a:pt x="1547028" y="1243562"/>
                  </a:moveTo>
                  <a:lnTo>
                    <a:pt x="1553962" y="1241530"/>
                  </a:lnTo>
                  <a:lnTo>
                    <a:pt x="1496937" y="1277005"/>
                  </a:lnTo>
                  <a:close/>
                  <a:moveTo>
                    <a:pt x="1496937" y="1277005"/>
                  </a:moveTo>
                  <a:lnTo>
                    <a:pt x="1553962" y="1241530"/>
                  </a:lnTo>
                  <a:lnTo>
                    <a:pt x="1531449" y="1320784"/>
                  </a:lnTo>
                  <a:close/>
                  <a:moveTo>
                    <a:pt x="1501373" y="1260111"/>
                  </a:moveTo>
                  <a:lnTo>
                    <a:pt x="1519652" y="1277005"/>
                  </a:lnTo>
                  <a:lnTo>
                    <a:pt x="1547028" y="1243562"/>
                  </a:lnTo>
                  <a:close/>
                  <a:moveTo>
                    <a:pt x="1824235" y="1485214"/>
                  </a:moveTo>
                  <a:lnTo>
                    <a:pt x="1820820" y="1446778"/>
                  </a:lnTo>
                  <a:lnTo>
                    <a:pt x="1827238" y="1567429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39" name="Candidate_density__2038">
              <a:extLst>
                <a:ext uri="{FF2B5EF4-FFF2-40B4-BE49-F238E27FC236}">
                  <a16:creationId xmlns:a16="http://schemas.microsoft.com/office/drawing/2014/main" id="{52A83CB3-31B3-66D0-E5FD-28883FFC5BE1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237829"/>
              <a:ext cx="1936612" cy="1902373"/>
            </a:xfrm>
            <a:custGeom>
              <a:avLst/>
              <a:gdLst/>
              <a:ahLst/>
              <a:cxnLst/>
              <a:rect l="0" t="0" r="0" b="0"/>
              <a:pathLst>
                <a:path w="1936612" h="1902373">
                  <a:moveTo>
                    <a:pt x="15315" y="1147543"/>
                  </a:moveTo>
                  <a:lnTo>
                    <a:pt x="6506" y="1066591"/>
                  </a:lnTo>
                  <a:lnTo>
                    <a:pt x="0" y="1171972"/>
                  </a:lnTo>
                  <a:close/>
                  <a:moveTo>
                    <a:pt x="15315" y="1147543"/>
                  </a:moveTo>
                  <a:lnTo>
                    <a:pt x="7306" y="1065328"/>
                  </a:lnTo>
                  <a:lnTo>
                    <a:pt x="6506" y="1066591"/>
                  </a:lnTo>
                  <a:close/>
                  <a:moveTo>
                    <a:pt x="58056" y="1252260"/>
                  </a:moveTo>
                  <a:lnTo>
                    <a:pt x="104400" y="1287280"/>
                  </a:lnTo>
                  <a:lnTo>
                    <a:pt x="58399" y="1229758"/>
                  </a:lnTo>
                  <a:close/>
                  <a:moveTo>
                    <a:pt x="51013" y="1130500"/>
                  </a:moveTo>
                  <a:lnTo>
                    <a:pt x="45491" y="1205283"/>
                  </a:lnTo>
                  <a:lnTo>
                    <a:pt x="99609" y="1109106"/>
                  </a:lnTo>
                  <a:close/>
                  <a:moveTo>
                    <a:pt x="99609" y="1109106"/>
                  </a:moveTo>
                  <a:lnTo>
                    <a:pt x="45491" y="1205283"/>
                  </a:lnTo>
                  <a:lnTo>
                    <a:pt x="58399" y="1229758"/>
                  </a:lnTo>
                  <a:close/>
                  <a:moveTo>
                    <a:pt x="99609" y="1109106"/>
                  </a:moveTo>
                  <a:lnTo>
                    <a:pt x="58399" y="1229758"/>
                  </a:lnTo>
                  <a:lnTo>
                    <a:pt x="114163" y="1191322"/>
                  </a:lnTo>
                  <a:close/>
                  <a:moveTo>
                    <a:pt x="15315" y="1147543"/>
                  </a:moveTo>
                  <a:lnTo>
                    <a:pt x="45491" y="1205283"/>
                  </a:lnTo>
                  <a:lnTo>
                    <a:pt x="51013" y="1130500"/>
                  </a:lnTo>
                  <a:close/>
                  <a:moveTo>
                    <a:pt x="7306" y="1065328"/>
                  </a:moveTo>
                  <a:lnTo>
                    <a:pt x="51013" y="1130500"/>
                  </a:lnTo>
                  <a:lnTo>
                    <a:pt x="9282" y="1064333"/>
                  </a:lnTo>
                  <a:close/>
                  <a:moveTo>
                    <a:pt x="7306" y="1065328"/>
                  </a:moveTo>
                  <a:lnTo>
                    <a:pt x="15315" y="1147543"/>
                  </a:lnTo>
                  <a:lnTo>
                    <a:pt x="51013" y="1130500"/>
                  </a:lnTo>
                  <a:close/>
                  <a:moveTo>
                    <a:pt x="99609" y="1109106"/>
                  </a:moveTo>
                  <a:lnTo>
                    <a:pt x="112468" y="1026892"/>
                  </a:lnTo>
                  <a:lnTo>
                    <a:pt x="51013" y="1130500"/>
                  </a:lnTo>
                  <a:close/>
                  <a:moveTo>
                    <a:pt x="112468" y="1026892"/>
                  </a:moveTo>
                  <a:lnTo>
                    <a:pt x="9282" y="1064333"/>
                  </a:lnTo>
                  <a:lnTo>
                    <a:pt x="51013" y="1130500"/>
                  </a:lnTo>
                  <a:close/>
                  <a:moveTo>
                    <a:pt x="122974" y="1001116"/>
                  </a:moveTo>
                  <a:lnTo>
                    <a:pt x="7767" y="1064236"/>
                  </a:lnTo>
                  <a:lnTo>
                    <a:pt x="112468" y="1026892"/>
                  </a:lnTo>
                  <a:close/>
                  <a:moveTo>
                    <a:pt x="112468" y="1026892"/>
                  </a:moveTo>
                  <a:lnTo>
                    <a:pt x="7767" y="1064236"/>
                  </a:lnTo>
                  <a:lnTo>
                    <a:pt x="9282" y="1064333"/>
                  </a:lnTo>
                  <a:close/>
                  <a:moveTo>
                    <a:pt x="112468" y="1026892"/>
                  </a:moveTo>
                  <a:lnTo>
                    <a:pt x="178774" y="1087224"/>
                  </a:lnTo>
                  <a:lnTo>
                    <a:pt x="138638" y="1019762"/>
                  </a:lnTo>
                  <a:close/>
                  <a:moveTo>
                    <a:pt x="112468" y="1026892"/>
                  </a:moveTo>
                  <a:lnTo>
                    <a:pt x="99609" y="1109106"/>
                  </a:lnTo>
                  <a:lnTo>
                    <a:pt x="178774" y="1087224"/>
                  </a:lnTo>
                  <a:close/>
                  <a:moveTo>
                    <a:pt x="259279" y="1016878"/>
                  </a:moveTo>
                  <a:lnTo>
                    <a:pt x="243119" y="988455"/>
                  </a:lnTo>
                  <a:lnTo>
                    <a:pt x="263975" y="1078549"/>
                  </a:lnTo>
                  <a:close/>
                  <a:moveTo>
                    <a:pt x="263975" y="1078549"/>
                  </a:moveTo>
                  <a:lnTo>
                    <a:pt x="243119" y="988455"/>
                  </a:lnTo>
                  <a:lnTo>
                    <a:pt x="138638" y="1019762"/>
                  </a:lnTo>
                  <a:close/>
                  <a:moveTo>
                    <a:pt x="263975" y="1078549"/>
                  </a:moveTo>
                  <a:lnTo>
                    <a:pt x="138638" y="1019762"/>
                  </a:lnTo>
                  <a:lnTo>
                    <a:pt x="178774" y="1087224"/>
                  </a:lnTo>
                  <a:close/>
                  <a:moveTo>
                    <a:pt x="122974" y="1001116"/>
                  </a:moveTo>
                  <a:lnTo>
                    <a:pt x="112468" y="1026892"/>
                  </a:lnTo>
                  <a:lnTo>
                    <a:pt x="138638" y="1019762"/>
                  </a:lnTo>
                  <a:close/>
                  <a:moveTo>
                    <a:pt x="243883" y="959315"/>
                  </a:moveTo>
                  <a:lnTo>
                    <a:pt x="122974" y="1001116"/>
                  </a:lnTo>
                  <a:lnTo>
                    <a:pt x="243119" y="988455"/>
                  </a:lnTo>
                  <a:close/>
                  <a:moveTo>
                    <a:pt x="243119" y="988455"/>
                  </a:moveTo>
                  <a:lnTo>
                    <a:pt x="122974" y="1001116"/>
                  </a:lnTo>
                  <a:lnTo>
                    <a:pt x="138638" y="1019762"/>
                  </a:lnTo>
                  <a:close/>
                  <a:moveTo>
                    <a:pt x="256518" y="984519"/>
                  </a:moveTo>
                  <a:lnTo>
                    <a:pt x="374084" y="952255"/>
                  </a:lnTo>
                  <a:lnTo>
                    <a:pt x="370571" y="952388"/>
                  </a:lnTo>
                  <a:close/>
                  <a:moveTo>
                    <a:pt x="243119" y="988455"/>
                  </a:moveTo>
                  <a:lnTo>
                    <a:pt x="259279" y="1016878"/>
                  </a:lnTo>
                  <a:lnTo>
                    <a:pt x="256518" y="984519"/>
                  </a:lnTo>
                  <a:close/>
                  <a:moveTo>
                    <a:pt x="243883" y="959315"/>
                  </a:moveTo>
                  <a:lnTo>
                    <a:pt x="243119" y="988455"/>
                  </a:lnTo>
                  <a:lnTo>
                    <a:pt x="256518" y="984519"/>
                  </a:lnTo>
                  <a:close/>
                  <a:moveTo>
                    <a:pt x="256518" y="984519"/>
                  </a:moveTo>
                  <a:lnTo>
                    <a:pt x="244541" y="906240"/>
                  </a:lnTo>
                  <a:lnTo>
                    <a:pt x="243883" y="959315"/>
                  </a:lnTo>
                  <a:close/>
                  <a:moveTo>
                    <a:pt x="337665" y="879048"/>
                  </a:moveTo>
                  <a:lnTo>
                    <a:pt x="244541" y="906240"/>
                  </a:lnTo>
                  <a:lnTo>
                    <a:pt x="256518" y="984519"/>
                  </a:lnTo>
                  <a:close/>
                  <a:moveTo>
                    <a:pt x="370571" y="952388"/>
                  </a:moveTo>
                  <a:lnTo>
                    <a:pt x="337665" y="879048"/>
                  </a:lnTo>
                  <a:lnTo>
                    <a:pt x="256518" y="984519"/>
                  </a:lnTo>
                  <a:close/>
                  <a:moveTo>
                    <a:pt x="1063568" y="1853560"/>
                  </a:moveTo>
                  <a:lnTo>
                    <a:pt x="1064543" y="1861820"/>
                  </a:lnTo>
                  <a:lnTo>
                    <a:pt x="1201174" y="1902373"/>
                  </a:lnTo>
                  <a:close/>
                  <a:moveTo>
                    <a:pt x="1164318" y="1832245"/>
                  </a:moveTo>
                  <a:lnTo>
                    <a:pt x="1063568" y="1853560"/>
                  </a:lnTo>
                  <a:lnTo>
                    <a:pt x="1201174" y="1902373"/>
                  </a:lnTo>
                  <a:close/>
                  <a:moveTo>
                    <a:pt x="1225759" y="1898163"/>
                  </a:moveTo>
                  <a:lnTo>
                    <a:pt x="1234641" y="1815948"/>
                  </a:lnTo>
                  <a:lnTo>
                    <a:pt x="1201174" y="1902373"/>
                  </a:lnTo>
                  <a:close/>
                  <a:moveTo>
                    <a:pt x="1234641" y="1815948"/>
                  </a:moveTo>
                  <a:lnTo>
                    <a:pt x="1164318" y="1832245"/>
                  </a:lnTo>
                  <a:lnTo>
                    <a:pt x="1201174" y="1902373"/>
                  </a:lnTo>
                  <a:close/>
                  <a:moveTo>
                    <a:pt x="1059238" y="1854385"/>
                  </a:moveTo>
                  <a:lnTo>
                    <a:pt x="1064543" y="1861820"/>
                  </a:lnTo>
                  <a:lnTo>
                    <a:pt x="1063568" y="1853560"/>
                  </a:lnTo>
                  <a:close/>
                  <a:moveTo>
                    <a:pt x="1061105" y="1848968"/>
                  </a:moveTo>
                  <a:lnTo>
                    <a:pt x="1059238" y="1854385"/>
                  </a:lnTo>
                  <a:lnTo>
                    <a:pt x="1063568" y="1853560"/>
                  </a:lnTo>
                  <a:close/>
                  <a:moveTo>
                    <a:pt x="1063568" y="1853560"/>
                  </a:moveTo>
                  <a:lnTo>
                    <a:pt x="1125106" y="1809598"/>
                  </a:lnTo>
                  <a:lnTo>
                    <a:pt x="1061105" y="1848968"/>
                  </a:lnTo>
                  <a:close/>
                  <a:moveTo>
                    <a:pt x="1063568" y="1853560"/>
                  </a:moveTo>
                  <a:lnTo>
                    <a:pt x="1164318" y="1832245"/>
                  </a:lnTo>
                  <a:lnTo>
                    <a:pt x="1125106" y="1809598"/>
                  </a:lnTo>
                  <a:close/>
                  <a:moveTo>
                    <a:pt x="1230947" y="1733733"/>
                  </a:moveTo>
                  <a:lnTo>
                    <a:pt x="1164318" y="1832245"/>
                  </a:lnTo>
                  <a:lnTo>
                    <a:pt x="1234641" y="1815948"/>
                  </a:lnTo>
                  <a:close/>
                  <a:moveTo>
                    <a:pt x="352916" y="747152"/>
                  </a:moveTo>
                  <a:lnTo>
                    <a:pt x="359183" y="681338"/>
                  </a:lnTo>
                  <a:lnTo>
                    <a:pt x="261983" y="703373"/>
                  </a:lnTo>
                  <a:close/>
                  <a:moveTo>
                    <a:pt x="272046" y="785589"/>
                  </a:moveTo>
                  <a:lnTo>
                    <a:pt x="352916" y="747152"/>
                  </a:lnTo>
                  <a:lnTo>
                    <a:pt x="261983" y="703373"/>
                  </a:lnTo>
                  <a:close/>
                  <a:moveTo>
                    <a:pt x="352916" y="747152"/>
                  </a:moveTo>
                  <a:lnTo>
                    <a:pt x="390961" y="800154"/>
                  </a:lnTo>
                  <a:lnTo>
                    <a:pt x="391348" y="735313"/>
                  </a:lnTo>
                  <a:close/>
                  <a:moveTo>
                    <a:pt x="352916" y="747152"/>
                  </a:moveTo>
                  <a:lnTo>
                    <a:pt x="391348" y="735313"/>
                  </a:lnTo>
                  <a:lnTo>
                    <a:pt x="359183" y="681338"/>
                  </a:lnTo>
                  <a:close/>
                  <a:moveTo>
                    <a:pt x="572417" y="670279"/>
                  </a:moveTo>
                  <a:lnTo>
                    <a:pt x="606943" y="619951"/>
                  </a:lnTo>
                  <a:lnTo>
                    <a:pt x="534482" y="626500"/>
                  </a:lnTo>
                  <a:close/>
                  <a:moveTo>
                    <a:pt x="498958" y="708715"/>
                  </a:moveTo>
                  <a:lnTo>
                    <a:pt x="572417" y="670279"/>
                  </a:lnTo>
                  <a:lnTo>
                    <a:pt x="534482" y="626500"/>
                  </a:lnTo>
                  <a:close/>
                  <a:moveTo>
                    <a:pt x="1175900" y="434318"/>
                  </a:moveTo>
                  <a:lnTo>
                    <a:pt x="1228467" y="395881"/>
                  </a:lnTo>
                  <a:lnTo>
                    <a:pt x="1152676" y="406260"/>
                  </a:lnTo>
                  <a:close/>
                  <a:moveTo>
                    <a:pt x="1228467" y="395881"/>
                  </a:moveTo>
                  <a:lnTo>
                    <a:pt x="1186196" y="316383"/>
                  </a:lnTo>
                  <a:lnTo>
                    <a:pt x="1152676" y="406260"/>
                  </a:lnTo>
                  <a:close/>
                  <a:moveTo>
                    <a:pt x="1184321" y="313666"/>
                  </a:moveTo>
                  <a:lnTo>
                    <a:pt x="1152676" y="406260"/>
                  </a:lnTo>
                  <a:lnTo>
                    <a:pt x="1186196" y="316383"/>
                  </a:lnTo>
                  <a:close/>
                  <a:moveTo>
                    <a:pt x="1184321" y="313666"/>
                  </a:moveTo>
                  <a:lnTo>
                    <a:pt x="1119980" y="352103"/>
                  </a:lnTo>
                  <a:lnTo>
                    <a:pt x="1152676" y="406260"/>
                  </a:lnTo>
                  <a:close/>
                  <a:moveTo>
                    <a:pt x="1184211" y="308964"/>
                  </a:moveTo>
                  <a:lnTo>
                    <a:pt x="1119980" y="352103"/>
                  </a:lnTo>
                  <a:lnTo>
                    <a:pt x="1184321" y="313666"/>
                  </a:lnTo>
                  <a:close/>
                  <a:moveTo>
                    <a:pt x="1184321" y="313666"/>
                  </a:moveTo>
                  <a:lnTo>
                    <a:pt x="1186196" y="316383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4321" y="313666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6439" y="312878"/>
                  </a:lnTo>
                  <a:lnTo>
                    <a:pt x="1188671" y="231451"/>
                  </a:lnTo>
                  <a:close/>
                  <a:moveTo>
                    <a:pt x="1188671" y="231451"/>
                  </a:moveTo>
                  <a:lnTo>
                    <a:pt x="1186439" y="312878"/>
                  </a:lnTo>
                  <a:lnTo>
                    <a:pt x="1296066" y="275230"/>
                  </a:lnTo>
                  <a:close/>
                  <a:moveTo>
                    <a:pt x="1188671" y="231451"/>
                  </a:moveTo>
                  <a:lnTo>
                    <a:pt x="1296066" y="275230"/>
                  </a:lnTo>
                  <a:lnTo>
                    <a:pt x="1270792" y="193015"/>
                  </a:lnTo>
                  <a:close/>
                  <a:moveTo>
                    <a:pt x="1133663" y="55507"/>
                  </a:moveTo>
                  <a:lnTo>
                    <a:pt x="1202726" y="28584"/>
                  </a:lnTo>
                  <a:lnTo>
                    <a:pt x="1159134" y="0"/>
                  </a:lnTo>
                  <a:close/>
                  <a:moveTo>
                    <a:pt x="1133663" y="55507"/>
                  </a:moveTo>
                  <a:lnTo>
                    <a:pt x="1172029" y="48216"/>
                  </a:lnTo>
                  <a:lnTo>
                    <a:pt x="1202726" y="28584"/>
                  </a:lnTo>
                  <a:close/>
                  <a:moveTo>
                    <a:pt x="1617300" y="167969"/>
                  </a:moveTo>
                  <a:lnTo>
                    <a:pt x="1526334" y="236794"/>
                  </a:lnTo>
                  <a:lnTo>
                    <a:pt x="1592312" y="198357"/>
                  </a:lnTo>
                  <a:close/>
                  <a:moveTo>
                    <a:pt x="1837887" y="220194"/>
                  </a:moveTo>
                  <a:lnTo>
                    <a:pt x="1783429" y="159921"/>
                  </a:lnTo>
                  <a:lnTo>
                    <a:pt x="1817599" y="263400"/>
                  </a:lnTo>
                  <a:close/>
                  <a:moveTo>
                    <a:pt x="1817599" y="263400"/>
                  </a:moveTo>
                  <a:lnTo>
                    <a:pt x="1783429" y="159921"/>
                  </a:lnTo>
                  <a:lnTo>
                    <a:pt x="1731311" y="172867"/>
                  </a:lnTo>
                  <a:close/>
                  <a:moveTo>
                    <a:pt x="1646916" y="180887"/>
                  </a:moveTo>
                  <a:lnTo>
                    <a:pt x="1686658" y="148634"/>
                  </a:lnTo>
                  <a:lnTo>
                    <a:pt x="1617300" y="167969"/>
                  </a:lnTo>
                  <a:close/>
                  <a:moveTo>
                    <a:pt x="1646916" y="180887"/>
                  </a:moveTo>
                  <a:lnTo>
                    <a:pt x="1731311" y="172867"/>
                  </a:lnTo>
                  <a:lnTo>
                    <a:pt x="1686658" y="148634"/>
                  </a:lnTo>
                  <a:close/>
                  <a:moveTo>
                    <a:pt x="1800856" y="81741"/>
                  </a:moveTo>
                  <a:lnTo>
                    <a:pt x="1686658" y="148634"/>
                  </a:lnTo>
                  <a:lnTo>
                    <a:pt x="1783429" y="159921"/>
                  </a:lnTo>
                  <a:close/>
                  <a:moveTo>
                    <a:pt x="1783429" y="159921"/>
                  </a:moveTo>
                  <a:lnTo>
                    <a:pt x="1686658" y="148634"/>
                  </a:lnTo>
                  <a:lnTo>
                    <a:pt x="1731311" y="172867"/>
                  </a:lnTo>
                  <a:close/>
                  <a:moveTo>
                    <a:pt x="1783429" y="159921"/>
                  </a:moveTo>
                  <a:lnTo>
                    <a:pt x="1837887" y="220194"/>
                  </a:lnTo>
                  <a:lnTo>
                    <a:pt x="1865785" y="124134"/>
                  </a:lnTo>
                  <a:close/>
                  <a:moveTo>
                    <a:pt x="1800856" y="81741"/>
                  </a:moveTo>
                  <a:lnTo>
                    <a:pt x="1783429" y="159921"/>
                  </a:lnTo>
                  <a:lnTo>
                    <a:pt x="1865785" y="124134"/>
                  </a:lnTo>
                  <a:close/>
                  <a:moveTo>
                    <a:pt x="1936612" y="95449"/>
                  </a:moveTo>
                  <a:lnTo>
                    <a:pt x="1865785" y="124134"/>
                  </a:lnTo>
                  <a:lnTo>
                    <a:pt x="1874487" y="121484"/>
                  </a:lnTo>
                  <a:close/>
                  <a:moveTo>
                    <a:pt x="1800856" y="81741"/>
                  </a:moveTo>
                  <a:lnTo>
                    <a:pt x="1865785" y="124134"/>
                  </a:lnTo>
                  <a:lnTo>
                    <a:pt x="1936612" y="9544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40" name="Candidate_density__2039">
              <a:extLst>
                <a:ext uri="{FF2B5EF4-FFF2-40B4-BE49-F238E27FC236}">
                  <a16:creationId xmlns:a16="http://schemas.microsoft.com/office/drawing/2014/main" id="{E8C959BB-3974-225B-48AF-654D71905837}"/>
                </a:ext>
              </a:extLst>
            </p:cNvPr>
            <p:cNvSpPr>
              <a:spLocks noGrp="1"/>
            </p:cNvSpPr>
            <p:nvPr/>
          </p:nvSpPr>
          <p:spPr>
            <a:xfrm>
              <a:off x="5751949" y="4088565"/>
              <a:ext cx="664737" cy="1140994"/>
            </a:xfrm>
            <a:custGeom>
              <a:avLst/>
              <a:gdLst/>
              <a:ahLst/>
              <a:cxnLst/>
              <a:rect l="0" t="0" r="0" b="0"/>
              <a:pathLst>
                <a:path w="664737" h="1140994">
                  <a:moveTo>
                    <a:pt x="46715" y="1100451"/>
                  </a:moveTo>
                  <a:lnTo>
                    <a:pt x="0" y="1140994"/>
                  </a:lnTo>
                  <a:lnTo>
                    <a:pt x="107654" y="1049636"/>
                  </a:lnTo>
                  <a:close/>
                  <a:moveTo>
                    <a:pt x="664737" y="17570"/>
                  </a:moveTo>
                  <a:lnTo>
                    <a:pt x="654844" y="4223"/>
                  </a:lnTo>
                  <a:lnTo>
                    <a:pt x="662928" y="0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041" name="Candidate_density__2040">
              <a:extLst>
                <a:ext uri="{FF2B5EF4-FFF2-40B4-BE49-F238E27FC236}">
                  <a16:creationId xmlns:a16="http://schemas.microsoft.com/office/drawing/2014/main" id="{1FE9D832-CCBF-42FA-DA60-0C372DE8F112}"/>
                </a:ext>
              </a:extLst>
            </p:cNvPr>
            <p:cNvSpPr>
              <a:spLocks noGrp="1"/>
            </p:cNvSpPr>
            <p:nvPr/>
          </p:nvSpPr>
          <p:spPr>
            <a:xfrm>
              <a:off x="4373648" y="2157136"/>
              <a:ext cx="2453752" cy="3180285"/>
            </a:xfrm>
            <a:custGeom>
              <a:avLst/>
              <a:gdLst/>
              <a:ahLst/>
              <a:cxnLst/>
              <a:rect l="0" t="0" r="0" b="0"/>
              <a:pathLst>
                <a:path w="2453752" h="3180285">
                  <a:moveTo>
                    <a:pt x="338" y="2633970"/>
                  </a:moveTo>
                  <a:lnTo>
                    <a:pt x="0" y="2637497"/>
                  </a:lnTo>
                  <a:lnTo>
                    <a:pt x="10262" y="2656114"/>
                  </a:lnTo>
                  <a:close/>
                  <a:moveTo>
                    <a:pt x="1219" y="2622307"/>
                  </a:moveTo>
                  <a:lnTo>
                    <a:pt x="0" y="2637497"/>
                  </a:lnTo>
                  <a:lnTo>
                    <a:pt x="338" y="2633970"/>
                  </a:lnTo>
                  <a:close/>
                  <a:moveTo>
                    <a:pt x="540356" y="3101711"/>
                  </a:moveTo>
                  <a:lnTo>
                    <a:pt x="612347" y="3171039"/>
                  </a:lnTo>
                  <a:lnTo>
                    <a:pt x="563797" y="3117201"/>
                  </a:lnTo>
                  <a:close/>
                  <a:moveTo>
                    <a:pt x="338" y="2633970"/>
                  </a:moveTo>
                  <a:lnTo>
                    <a:pt x="10262" y="2656114"/>
                  </a:lnTo>
                  <a:lnTo>
                    <a:pt x="35854" y="2677748"/>
                  </a:lnTo>
                  <a:close/>
                  <a:moveTo>
                    <a:pt x="535819" y="3088824"/>
                  </a:moveTo>
                  <a:lnTo>
                    <a:pt x="540356" y="3101711"/>
                  </a:lnTo>
                  <a:lnTo>
                    <a:pt x="563797" y="3117201"/>
                  </a:lnTo>
                  <a:close/>
                  <a:moveTo>
                    <a:pt x="764472" y="3094166"/>
                  </a:moveTo>
                  <a:lnTo>
                    <a:pt x="798970" y="3112739"/>
                  </a:lnTo>
                  <a:lnTo>
                    <a:pt x="705499" y="3028044"/>
                  </a:lnTo>
                  <a:close/>
                  <a:moveTo>
                    <a:pt x="705499" y="3028044"/>
                  </a:moveTo>
                  <a:lnTo>
                    <a:pt x="798970" y="3112739"/>
                  </a:lnTo>
                  <a:lnTo>
                    <a:pt x="750587" y="3050387"/>
                  </a:lnTo>
                  <a:close/>
                  <a:moveTo>
                    <a:pt x="603017" y="2765305"/>
                  </a:moveTo>
                  <a:lnTo>
                    <a:pt x="567784" y="2701701"/>
                  </a:lnTo>
                  <a:lnTo>
                    <a:pt x="535961" y="2797922"/>
                  </a:lnTo>
                  <a:close/>
                  <a:moveTo>
                    <a:pt x="489725" y="2688511"/>
                  </a:moveTo>
                  <a:lnTo>
                    <a:pt x="456743" y="2780401"/>
                  </a:lnTo>
                  <a:lnTo>
                    <a:pt x="567784" y="2701701"/>
                  </a:lnTo>
                  <a:close/>
                  <a:moveTo>
                    <a:pt x="258073" y="2379719"/>
                  </a:moveTo>
                  <a:lnTo>
                    <a:pt x="306356" y="2436445"/>
                  </a:lnTo>
                  <a:lnTo>
                    <a:pt x="316545" y="2461836"/>
                  </a:lnTo>
                  <a:close/>
                  <a:moveTo>
                    <a:pt x="770906" y="2809084"/>
                  </a:moveTo>
                  <a:lnTo>
                    <a:pt x="769544" y="2898734"/>
                  </a:lnTo>
                  <a:lnTo>
                    <a:pt x="813882" y="2849304"/>
                  </a:lnTo>
                  <a:close/>
                  <a:moveTo>
                    <a:pt x="751619" y="2726869"/>
                  </a:moveTo>
                  <a:lnTo>
                    <a:pt x="672873" y="2815955"/>
                  </a:lnTo>
                  <a:lnTo>
                    <a:pt x="701480" y="2847521"/>
                  </a:lnTo>
                  <a:close/>
                  <a:moveTo>
                    <a:pt x="477947" y="2683090"/>
                  </a:moveTo>
                  <a:lnTo>
                    <a:pt x="489725" y="2688511"/>
                  </a:lnTo>
                  <a:lnTo>
                    <a:pt x="491527" y="2680447"/>
                  </a:lnTo>
                  <a:close/>
                  <a:moveTo>
                    <a:pt x="645360" y="2676568"/>
                  </a:moveTo>
                  <a:lnTo>
                    <a:pt x="575147" y="2673057"/>
                  </a:lnTo>
                  <a:lnTo>
                    <a:pt x="680869" y="2747792"/>
                  </a:lnTo>
                  <a:close/>
                  <a:moveTo>
                    <a:pt x="418551" y="2600876"/>
                  </a:moveTo>
                  <a:lnTo>
                    <a:pt x="477947" y="2683090"/>
                  </a:lnTo>
                  <a:lnTo>
                    <a:pt x="491527" y="2680447"/>
                  </a:lnTo>
                  <a:close/>
                  <a:moveTo>
                    <a:pt x="575147" y="2673057"/>
                  </a:moveTo>
                  <a:lnTo>
                    <a:pt x="489725" y="2688511"/>
                  </a:lnTo>
                  <a:lnTo>
                    <a:pt x="567784" y="2701701"/>
                  </a:lnTo>
                  <a:close/>
                  <a:moveTo>
                    <a:pt x="575147" y="2673057"/>
                  </a:moveTo>
                  <a:lnTo>
                    <a:pt x="491527" y="2680447"/>
                  </a:lnTo>
                  <a:lnTo>
                    <a:pt x="489725" y="2688511"/>
                  </a:lnTo>
                  <a:close/>
                  <a:moveTo>
                    <a:pt x="575147" y="2673057"/>
                  </a:moveTo>
                  <a:lnTo>
                    <a:pt x="559208" y="2669636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575147" y="2673057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498675" y="2600876"/>
                  </a:lnTo>
                  <a:lnTo>
                    <a:pt x="459466" y="2575377"/>
                  </a:lnTo>
                  <a:close/>
                  <a:moveTo>
                    <a:pt x="401249" y="2436445"/>
                  </a:moveTo>
                  <a:lnTo>
                    <a:pt x="466727" y="2387323"/>
                  </a:lnTo>
                  <a:lnTo>
                    <a:pt x="348754" y="2335558"/>
                  </a:lnTo>
                  <a:close/>
                  <a:moveTo>
                    <a:pt x="348754" y="2335558"/>
                  </a:moveTo>
                  <a:lnTo>
                    <a:pt x="466727" y="2387323"/>
                  </a:lnTo>
                  <a:lnTo>
                    <a:pt x="426663" y="2332812"/>
                  </a:lnTo>
                  <a:close/>
                  <a:moveTo>
                    <a:pt x="401249" y="2436445"/>
                  </a:moveTo>
                  <a:lnTo>
                    <a:pt x="348754" y="2335558"/>
                  </a:lnTo>
                  <a:lnTo>
                    <a:pt x="337300" y="2397274"/>
                  </a:lnTo>
                  <a:close/>
                  <a:moveTo>
                    <a:pt x="466727" y="2387323"/>
                  </a:moveTo>
                  <a:lnTo>
                    <a:pt x="478952" y="2398009"/>
                  </a:lnTo>
                  <a:lnTo>
                    <a:pt x="426663" y="2332812"/>
                  </a:lnTo>
                  <a:close/>
                  <a:moveTo>
                    <a:pt x="426663" y="2332812"/>
                  </a:moveTo>
                  <a:lnTo>
                    <a:pt x="478952" y="2398009"/>
                  </a:lnTo>
                  <a:lnTo>
                    <a:pt x="520750" y="2417005"/>
                  </a:lnTo>
                  <a:close/>
                  <a:moveTo>
                    <a:pt x="348754" y="2335558"/>
                  </a:moveTo>
                  <a:lnTo>
                    <a:pt x="403881" y="2251240"/>
                  </a:lnTo>
                  <a:lnTo>
                    <a:pt x="341951" y="2240996"/>
                  </a:lnTo>
                  <a:close/>
                  <a:moveTo>
                    <a:pt x="889250" y="2891299"/>
                  </a:moveTo>
                  <a:lnTo>
                    <a:pt x="879555" y="2907632"/>
                  </a:lnTo>
                  <a:lnTo>
                    <a:pt x="901577" y="2898521"/>
                  </a:lnTo>
                  <a:close/>
                  <a:moveTo>
                    <a:pt x="1068237" y="3115105"/>
                  </a:moveTo>
                  <a:lnTo>
                    <a:pt x="1110005" y="3120484"/>
                  </a:lnTo>
                  <a:lnTo>
                    <a:pt x="1032364" y="3108856"/>
                  </a:lnTo>
                  <a:close/>
                  <a:moveTo>
                    <a:pt x="1068237" y="3115105"/>
                  </a:moveTo>
                  <a:lnTo>
                    <a:pt x="1133235" y="3122856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52340" y="3055729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82313" y="3175632"/>
                  </a:lnTo>
                  <a:lnTo>
                    <a:pt x="1258088" y="3180285"/>
                  </a:lnTo>
                  <a:close/>
                  <a:moveTo>
                    <a:pt x="1101716" y="2948296"/>
                  </a:moveTo>
                  <a:lnTo>
                    <a:pt x="992565" y="2960057"/>
                  </a:lnTo>
                  <a:lnTo>
                    <a:pt x="1014568" y="2973514"/>
                  </a:lnTo>
                  <a:close/>
                  <a:moveTo>
                    <a:pt x="889250" y="2891299"/>
                  </a:moveTo>
                  <a:lnTo>
                    <a:pt x="901577" y="2898521"/>
                  </a:lnTo>
                  <a:lnTo>
                    <a:pt x="904793" y="2887114"/>
                  </a:lnTo>
                  <a:close/>
                  <a:moveTo>
                    <a:pt x="904793" y="2887114"/>
                  </a:moveTo>
                  <a:lnTo>
                    <a:pt x="813882" y="2849304"/>
                  </a:lnTo>
                  <a:lnTo>
                    <a:pt x="889250" y="2891299"/>
                  </a:lnTo>
                  <a:close/>
                  <a:moveTo>
                    <a:pt x="1013133" y="2859627"/>
                  </a:moveTo>
                  <a:lnTo>
                    <a:pt x="901577" y="2898521"/>
                  </a:lnTo>
                  <a:lnTo>
                    <a:pt x="992565" y="2960057"/>
                  </a:lnTo>
                  <a:close/>
                  <a:moveTo>
                    <a:pt x="803661" y="2708556"/>
                  </a:moveTo>
                  <a:lnTo>
                    <a:pt x="863993" y="2758004"/>
                  </a:lnTo>
                  <a:lnTo>
                    <a:pt x="817669" y="2726869"/>
                  </a:lnTo>
                  <a:close/>
                  <a:moveTo>
                    <a:pt x="900453" y="2790550"/>
                  </a:moveTo>
                  <a:lnTo>
                    <a:pt x="863993" y="2758004"/>
                  </a:lnTo>
                  <a:lnTo>
                    <a:pt x="803661" y="2708556"/>
                  </a:lnTo>
                  <a:close/>
                  <a:moveTo>
                    <a:pt x="803661" y="2708556"/>
                  </a:moveTo>
                  <a:lnTo>
                    <a:pt x="764968" y="2666423"/>
                  </a:lnTo>
                  <a:lnTo>
                    <a:pt x="751619" y="2726869"/>
                  </a:lnTo>
                  <a:close/>
                  <a:moveTo>
                    <a:pt x="549870" y="2293238"/>
                  </a:moveTo>
                  <a:lnTo>
                    <a:pt x="478952" y="2398009"/>
                  </a:lnTo>
                  <a:lnTo>
                    <a:pt x="516432" y="2357959"/>
                  </a:lnTo>
                  <a:close/>
                  <a:moveTo>
                    <a:pt x="516432" y="2357959"/>
                  </a:moveTo>
                  <a:lnTo>
                    <a:pt x="547058" y="2277357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522382" y="2215493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484821" y="2195142"/>
                  </a:lnTo>
                  <a:lnTo>
                    <a:pt x="522382" y="2215493"/>
                  </a:lnTo>
                  <a:close/>
                  <a:moveTo>
                    <a:pt x="1230779" y="3017293"/>
                  </a:moveTo>
                  <a:lnTo>
                    <a:pt x="1322098" y="3090497"/>
                  </a:lnTo>
                  <a:lnTo>
                    <a:pt x="1331125" y="2983066"/>
                  </a:lnTo>
                  <a:close/>
                  <a:moveTo>
                    <a:pt x="1331125" y="2983066"/>
                  </a:moveTo>
                  <a:lnTo>
                    <a:pt x="1425016" y="3031880"/>
                  </a:lnTo>
                  <a:lnTo>
                    <a:pt x="1355709" y="2978857"/>
                  </a:lnTo>
                  <a:close/>
                  <a:moveTo>
                    <a:pt x="958730" y="2688433"/>
                  </a:moveTo>
                  <a:lnTo>
                    <a:pt x="985279" y="2717615"/>
                  </a:lnTo>
                  <a:lnTo>
                    <a:pt x="985157" y="2682188"/>
                  </a:lnTo>
                  <a:close/>
                  <a:moveTo>
                    <a:pt x="985157" y="2682188"/>
                  </a:moveTo>
                  <a:lnTo>
                    <a:pt x="891676" y="2646303"/>
                  </a:lnTo>
                  <a:lnTo>
                    <a:pt x="958730" y="2688433"/>
                  </a:lnTo>
                  <a:close/>
                  <a:moveTo>
                    <a:pt x="904194" y="2587325"/>
                  </a:moveTo>
                  <a:lnTo>
                    <a:pt x="891676" y="2646303"/>
                  </a:lnTo>
                  <a:lnTo>
                    <a:pt x="985157" y="2682188"/>
                  </a:lnTo>
                  <a:close/>
                  <a:moveTo>
                    <a:pt x="972342" y="2592513"/>
                  </a:moveTo>
                  <a:lnTo>
                    <a:pt x="904194" y="2587325"/>
                  </a:lnTo>
                  <a:lnTo>
                    <a:pt x="985157" y="2682188"/>
                  </a:lnTo>
                  <a:close/>
                  <a:moveTo>
                    <a:pt x="587920" y="2262305"/>
                  </a:moveTo>
                  <a:lnTo>
                    <a:pt x="547058" y="2277357"/>
                  </a:lnTo>
                  <a:lnTo>
                    <a:pt x="516432" y="2357959"/>
                  </a:lnTo>
                  <a:close/>
                  <a:moveTo>
                    <a:pt x="484821" y="2195142"/>
                  </a:moveTo>
                  <a:lnTo>
                    <a:pt x="489884" y="2181321"/>
                  </a:lnTo>
                  <a:lnTo>
                    <a:pt x="490026" y="2081113"/>
                  </a:lnTo>
                  <a:close/>
                  <a:moveTo>
                    <a:pt x="1444071" y="2940420"/>
                  </a:moveTo>
                  <a:lnTo>
                    <a:pt x="1355709" y="2978857"/>
                  </a:lnTo>
                  <a:lnTo>
                    <a:pt x="1425016" y="3031880"/>
                  </a:lnTo>
                  <a:close/>
                  <a:moveTo>
                    <a:pt x="515569" y="1992275"/>
                  </a:moveTo>
                  <a:lnTo>
                    <a:pt x="497048" y="2070284"/>
                  </a:lnTo>
                  <a:lnTo>
                    <a:pt x="494281" y="1977563"/>
                  </a:lnTo>
                  <a:close/>
                  <a:moveTo>
                    <a:pt x="1554105" y="2922971"/>
                  </a:moveTo>
                  <a:lnTo>
                    <a:pt x="1493235" y="2819769"/>
                  </a:lnTo>
                  <a:lnTo>
                    <a:pt x="1469081" y="2831411"/>
                  </a:lnTo>
                  <a:close/>
                  <a:moveTo>
                    <a:pt x="1469081" y="2831411"/>
                  </a:moveTo>
                  <a:lnTo>
                    <a:pt x="1489082" y="2841011"/>
                  </a:lnTo>
                  <a:lnTo>
                    <a:pt x="1554105" y="2922971"/>
                  </a:lnTo>
                  <a:close/>
                  <a:moveTo>
                    <a:pt x="1422871" y="2655338"/>
                  </a:moveTo>
                  <a:lnTo>
                    <a:pt x="1354772" y="2617505"/>
                  </a:lnTo>
                  <a:lnTo>
                    <a:pt x="1300441" y="2629574"/>
                  </a:lnTo>
                  <a:close/>
                  <a:moveTo>
                    <a:pt x="1310400" y="2573123"/>
                  </a:moveTo>
                  <a:lnTo>
                    <a:pt x="1300441" y="2629574"/>
                  </a:lnTo>
                  <a:lnTo>
                    <a:pt x="1354772" y="2617505"/>
                  </a:lnTo>
                  <a:close/>
                  <a:moveTo>
                    <a:pt x="1209975" y="2490908"/>
                  </a:moveTo>
                  <a:lnTo>
                    <a:pt x="1208688" y="2565180"/>
                  </a:lnTo>
                  <a:lnTo>
                    <a:pt x="1257598" y="2532844"/>
                  </a:lnTo>
                  <a:close/>
                  <a:moveTo>
                    <a:pt x="1209975" y="2490908"/>
                  </a:moveTo>
                  <a:lnTo>
                    <a:pt x="1168293" y="2529344"/>
                  </a:lnTo>
                  <a:lnTo>
                    <a:pt x="1208688" y="2565180"/>
                  </a:lnTo>
                  <a:close/>
                  <a:moveTo>
                    <a:pt x="1151503" y="2414830"/>
                  </a:moveTo>
                  <a:lnTo>
                    <a:pt x="1144299" y="2413215"/>
                  </a:lnTo>
                  <a:lnTo>
                    <a:pt x="1209975" y="2490908"/>
                  </a:lnTo>
                  <a:close/>
                  <a:moveTo>
                    <a:pt x="1209975" y="2490908"/>
                  </a:moveTo>
                  <a:lnTo>
                    <a:pt x="1144299" y="2413215"/>
                  </a:lnTo>
                  <a:lnTo>
                    <a:pt x="1146509" y="2447129"/>
                  </a:lnTo>
                  <a:close/>
                  <a:moveTo>
                    <a:pt x="1209975" y="2490908"/>
                  </a:moveTo>
                  <a:lnTo>
                    <a:pt x="1146509" y="2447129"/>
                  </a:lnTo>
                  <a:lnTo>
                    <a:pt x="1168293" y="2529344"/>
                  </a:lnTo>
                  <a:close/>
                  <a:moveTo>
                    <a:pt x="1143748" y="2408693"/>
                  </a:moveTo>
                  <a:lnTo>
                    <a:pt x="1087890" y="2392190"/>
                  </a:lnTo>
                  <a:lnTo>
                    <a:pt x="1144299" y="2413215"/>
                  </a:lnTo>
                  <a:close/>
                  <a:moveTo>
                    <a:pt x="1041423" y="2364914"/>
                  </a:moveTo>
                  <a:lnTo>
                    <a:pt x="1087890" y="2392190"/>
                  </a:lnTo>
                  <a:lnTo>
                    <a:pt x="1143748" y="2408693"/>
                  </a:lnTo>
                  <a:close/>
                  <a:moveTo>
                    <a:pt x="1143748" y="2408693"/>
                  </a:moveTo>
                  <a:lnTo>
                    <a:pt x="1144299" y="2413215"/>
                  </a:lnTo>
                  <a:lnTo>
                    <a:pt x="1151503" y="2414830"/>
                  </a:lnTo>
                  <a:close/>
                  <a:moveTo>
                    <a:pt x="1450343" y="2546368"/>
                  </a:moveTo>
                  <a:lnTo>
                    <a:pt x="1373068" y="2548598"/>
                  </a:lnTo>
                  <a:lnTo>
                    <a:pt x="1463582" y="2635697"/>
                  </a:lnTo>
                  <a:close/>
                  <a:moveTo>
                    <a:pt x="1463582" y="2635697"/>
                  </a:moveTo>
                  <a:lnTo>
                    <a:pt x="1511251" y="2557442"/>
                  </a:lnTo>
                  <a:lnTo>
                    <a:pt x="1450343" y="2546368"/>
                  </a:lnTo>
                  <a:close/>
                  <a:moveTo>
                    <a:pt x="1310400" y="2573123"/>
                  </a:moveTo>
                  <a:lnTo>
                    <a:pt x="1354772" y="2617505"/>
                  </a:lnTo>
                  <a:lnTo>
                    <a:pt x="1373068" y="2548598"/>
                  </a:lnTo>
                  <a:close/>
                  <a:moveTo>
                    <a:pt x="1373068" y="2548598"/>
                  </a:moveTo>
                  <a:lnTo>
                    <a:pt x="1257598" y="2532844"/>
                  </a:lnTo>
                  <a:lnTo>
                    <a:pt x="1310400" y="2573123"/>
                  </a:lnTo>
                  <a:close/>
                  <a:moveTo>
                    <a:pt x="1286563" y="2458241"/>
                  </a:moveTo>
                  <a:lnTo>
                    <a:pt x="1257598" y="2532844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25295" y="2452472"/>
                  </a:lnTo>
                  <a:lnTo>
                    <a:pt x="1450343" y="2546368"/>
                  </a:lnTo>
                  <a:close/>
                  <a:moveTo>
                    <a:pt x="1450343" y="2546368"/>
                  </a:moveTo>
                  <a:lnTo>
                    <a:pt x="1425295" y="2452472"/>
                  </a:lnTo>
                  <a:lnTo>
                    <a:pt x="1353534" y="2464387"/>
                  </a:lnTo>
                  <a:close/>
                  <a:moveTo>
                    <a:pt x="1450343" y="2546368"/>
                  </a:moveTo>
                  <a:lnTo>
                    <a:pt x="1353534" y="2464387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50343" y="2546368"/>
                  </a:lnTo>
                  <a:lnTo>
                    <a:pt x="1468876" y="2452472"/>
                  </a:lnTo>
                  <a:close/>
                  <a:moveTo>
                    <a:pt x="1327979" y="2385070"/>
                  </a:moveTo>
                  <a:lnTo>
                    <a:pt x="1286563" y="2458241"/>
                  </a:lnTo>
                  <a:lnTo>
                    <a:pt x="1353534" y="2464387"/>
                  </a:lnTo>
                  <a:close/>
                  <a:moveTo>
                    <a:pt x="1439857" y="2441765"/>
                  </a:moveTo>
                  <a:lnTo>
                    <a:pt x="1348178" y="2408693"/>
                  </a:lnTo>
                  <a:lnTo>
                    <a:pt x="1353534" y="2464387"/>
                  </a:lnTo>
                  <a:close/>
                  <a:moveTo>
                    <a:pt x="1143748" y="2408693"/>
                  </a:moveTo>
                  <a:lnTo>
                    <a:pt x="1151503" y="2414830"/>
                  </a:lnTo>
                  <a:lnTo>
                    <a:pt x="1162787" y="2398185"/>
                  </a:lnTo>
                  <a:close/>
                  <a:moveTo>
                    <a:pt x="906680" y="1841591"/>
                  </a:moveTo>
                  <a:lnTo>
                    <a:pt x="853344" y="1794751"/>
                  </a:lnTo>
                  <a:lnTo>
                    <a:pt x="902773" y="1887834"/>
                  </a:lnTo>
                  <a:close/>
                  <a:moveTo>
                    <a:pt x="1206905" y="2128113"/>
                  </a:moveTo>
                  <a:lnTo>
                    <a:pt x="1283824" y="2085175"/>
                  </a:lnTo>
                  <a:lnTo>
                    <a:pt x="1210494" y="2119715"/>
                  </a:lnTo>
                  <a:close/>
                  <a:moveTo>
                    <a:pt x="1196627" y="2089684"/>
                  </a:moveTo>
                  <a:lnTo>
                    <a:pt x="1210494" y="2119715"/>
                  </a:lnTo>
                  <a:lnTo>
                    <a:pt x="1283824" y="2085175"/>
                  </a:lnTo>
                  <a:close/>
                  <a:moveTo>
                    <a:pt x="1110641" y="1940117"/>
                  </a:moveTo>
                  <a:lnTo>
                    <a:pt x="1107396" y="2002960"/>
                  </a:lnTo>
                  <a:lnTo>
                    <a:pt x="1107231" y="1920745"/>
                  </a:lnTo>
                  <a:close/>
                  <a:moveTo>
                    <a:pt x="1131208" y="2023489"/>
                  </a:moveTo>
                  <a:lnTo>
                    <a:pt x="1107396" y="2002960"/>
                  </a:lnTo>
                  <a:lnTo>
                    <a:pt x="1110641" y="1940117"/>
                  </a:lnTo>
                  <a:close/>
                  <a:moveTo>
                    <a:pt x="853344" y="1794751"/>
                  </a:moveTo>
                  <a:lnTo>
                    <a:pt x="906680" y="1841591"/>
                  </a:lnTo>
                  <a:lnTo>
                    <a:pt x="915233" y="1777612"/>
                  </a:lnTo>
                  <a:close/>
                  <a:moveTo>
                    <a:pt x="915233" y="1777612"/>
                  </a:moveTo>
                  <a:lnTo>
                    <a:pt x="906680" y="1841591"/>
                  </a:lnTo>
                  <a:lnTo>
                    <a:pt x="932914" y="1794751"/>
                  </a:lnTo>
                  <a:close/>
                  <a:moveTo>
                    <a:pt x="915233" y="1777612"/>
                  </a:moveTo>
                  <a:lnTo>
                    <a:pt x="932914" y="1794751"/>
                  </a:lnTo>
                  <a:lnTo>
                    <a:pt x="879300" y="1739222"/>
                  </a:lnTo>
                  <a:close/>
                  <a:moveTo>
                    <a:pt x="1653956" y="2469727"/>
                  </a:moveTo>
                  <a:lnTo>
                    <a:pt x="1683882" y="2377596"/>
                  </a:lnTo>
                  <a:lnTo>
                    <a:pt x="1601589" y="2414035"/>
                  </a:lnTo>
                  <a:close/>
                  <a:moveTo>
                    <a:pt x="1683882" y="2377596"/>
                  </a:moveTo>
                  <a:lnTo>
                    <a:pt x="1777862" y="2439129"/>
                  </a:lnTo>
                  <a:lnTo>
                    <a:pt x="1701151" y="2375599"/>
                  </a:lnTo>
                  <a:close/>
                  <a:moveTo>
                    <a:pt x="1558402" y="2211168"/>
                  </a:moveTo>
                  <a:lnTo>
                    <a:pt x="1502031" y="2249605"/>
                  </a:lnTo>
                  <a:lnTo>
                    <a:pt x="1529725" y="2283905"/>
                  </a:lnTo>
                  <a:close/>
                  <a:moveTo>
                    <a:pt x="1497822" y="2167390"/>
                  </a:moveTo>
                  <a:lnTo>
                    <a:pt x="1558402" y="2211168"/>
                  </a:lnTo>
                  <a:lnTo>
                    <a:pt x="1499729" y="2128953"/>
                  </a:lnTo>
                  <a:close/>
                  <a:moveTo>
                    <a:pt x="1441550" y="2085175"/>
                  </a:moveTo>
                  <a:lnTo>
                    <a:pt x="1499729" y="2128953"/>
                  </a:lnTo>
                  <a:lnTo>
                    <a:pt x="1451298" y="2046738"/>
                  </a:lnTo>
                  <a:close/>
                  <a:moveTo>
                    <a:pt x="1953218" y="2537444"/>
                  </a:moveTo>
                  <a:lnTo>
                    <a:pt x="1880692" y="2538962"/>
                  </a:lnTo>
                  <a:lnTo>
                    <a:pt x="1924851" y="2419377"/>
                  </a:lnTo>
                  <a:close/>
                  <a:moveTo>
                    <a:pt x="1499729" y="2128953"/>
                  </a:moveTo>
                  <a:lnTo>
                    <a:pt x="1578181" y="2202753"/>
                  </a:lnTo>
                  <a:lnTo>
                    <a:pt x="1577032" y="2103595"/>
                  </a:lnTo>
                  <a:close/>
                  <a:moveTo>
                    <a:pt x="1548028" y="2008302"/>
                  </a:moveTo>
                  <a:lnTo>
                    <a:pt x="1577032" y="2103595"/>
                  </a:lnTo>
                  <a:lnTo>
                    <a:pt x="1583408" y="2054210"/>
                  </a:lnTo>
                  <a:close/>
                  <a:moveTo>
                    <a:pt x="1499729" y="2128953"/>
                  </a:moveTo>
                  <a:lnTo>
                    <a:pt x="1577032" y="2103595"/>
                  </a:lnTo>
                  <a:lnTo>
                    <a:pt x="1548028" y="2008302"/>
                  </a:lnTo>
                  <a:close/>
                  <a:moveTo>
                    <a:pt x="1457884" y="1863555"/>
                  </a:moveTo>
                  <a:lnTo>
                    <a:pt x="1417140" y="1872716"/>
                  </a:lnTo>
                  <a:lnTo>
                    <a:pt x="1516149" y="1926087"/>
                  </a:lnTo>
                  <a:close/>
                  <a:moveTo>
                    <a:pt x="1396175" y="1761656"/>
                  </a:moveTo>
                  <a:lnTo>
                    <a:pt x="1361892" y="1800093"/>
                  </a:lnTo>
                  <a:lnTo>
                    <a:pt x="1431256" y="1843872"/>
                  </a:lnTo>
                  <a:close/>
                  <a:moveTo>
                    <a:pt x="1431256" y="1843872"/>
                  </a:moveTo>
                  <a:lnTo>
                    <a:pt x="1417140" y="1872716"/>
                  </a:lnTo>
                  <a:lnTo>
                    <a:pt x="1457884" y="1863555"/>
                  </a:lnTo>
                  <a:close/>
                  <a:moveTo>
                    <a:pt x="2042558" y="2463156"/>
                  </a:moveTo>
                  <a:lnTo>
                    <a:pt x="1924851" y="2419377"/>
                  </a:lnTo>
                  <a:lnTo>
                    <a:pt x="1985977" y="2501592"/>
                  </a:lnTo>
                  <a:close/>
                  <a:moveTo>
                    <a:pt x="1548028" y="2008302"/>
                  </a:moveTo>
                  <a:lnTo>
                    <a:pt x="1583408" y="2054210"/>
                  </a:lnTo>
                  <a:lnTo>
                    <a:pt x="1607730" y="1978546"/>
                  </a:lnTo>
                  <a:close/>
                  <a:moveTo>
                    <a:pt x="1607730" y="1978546"/>
                  </a:moveTo>
                  <a:lnTo>
                    <a:pt x="1583408" y="2054210"/>
                  </a:lnTo>
                  <a:lnTo>
                    <a:pt x="1616545" y="2008302"/>
                  </a:lnTo>
                  <a:close/>
                  <a:moveTo>
                    <a:pt x="1607730" y="1978546"/>
                  </a:moveTo>
                  <a:lnTo>
                    <a:pt x="1616545" y="2008302"/>
                  </a:lnTo>
                  <a:lnTo>
                    <a:pt x="1626287" y="1923959"/>
                  </a:lnTo>
                  <a:close/>
                  <a:moveTo>
                    <a:pt x="1568690" y="1910192"/>
                  </a:moveTo>
                  <a:lnTo>
                    <a:pt x="1607730" y="1978546"/>
                  </a:lnTo>
                  <a:lnTo>
                    <a:pt x="1626287" y="1923959"/>
                  </a:lnTo>
                  <a:close/>
                  <a:moveTo>
                    <a:pt x="1470816" y="1723220"/>
                  </a:moveTo>
                  <a:lnTo>
                    <a:pt x="1461608" y="1836563"/>
                  </a:lnTo>
                  <a:lnTo>
                    <a:pt x="1480272" y="1732056"/>
                  </a:lnTo>
                  <a:close/>
                  <a:moveTo>
                    <a:pt x="1431256" y="1843872"/>
                  </a:moveTo>
                  <a:lnTo>
                    <a:pt x="1461608" y="1836563"/>
                  </a:lnTo>
                  <a:lnTo>
                    <a:pt x="1470816" y="1723220"/>
                  </a:lnTo>
                  <a:close/>
                  <a:moveTo>
                    <a:pt x="1523895" y="1723220"/>
                  </a:moveTo>
                  <a:lnTo>
                    <a:pt x="1480272" y="1732056"/>
                  </a:lnTo>
                  <a:lnTo>
                    <a:pt x="1550344" y="1724923"/>
                  </a:lnTo>
                  <a:close/>
                  <a:moveTo>
                    <a:pt x="1550344" y="1724923"/>
                  </a:moveTo>
                  <a:lnTo>
                    <a:pt x="1480272" y="1732056"/>
                  </a:lnTo>
                  <a:lnTo>
                    <a:pt x="1461608" y="1836563"/>
                  </a:lnTo>
                  <a:close/>
                  <a:moveTo>
                    <a:pt x="1550344" y="1724923"/>
                  </a:moveTo>
                  <a:lnTo>
                    <a:pt x="1461608" y="1836563"/>
                  </a:lnTo>
                  <a:lnTo>
                    <a:pt x="1560462" y="1816789"/>
                  </a:lnTo>
                  <a:close/>
                  <a:moveTo>
                    <a:pt x="1568558" y="1723220"/>
                  </a:moveTo>
                  <a:lnTo>
                    <a:pt x="1550344" y="1724923"/>
                  </a:lnTo>
                  <a:lnTo>
                    <a:pt x="1560462" y="1816789"/>
                  </a:lnTo>
                  <a:close/>
                  <a:moveTo>
                    <a:pt x="1551049" y="1718025"/>
                  </a:moveTo>
                  <a:lnTo>
                    <a:pt x="1550344" y="1724923"/>
                  </a:lnTo>
                  <a:lnTo>
                    <a:pt x="1568558" y="1723220"/>
                  </a:lnTo>
                  <a:close/>
                  <a:moveTo>
                    <a:pt x="1523895" y="1723220"/>
                  </a:moveTo>
                  <a:lnTo>
                    <a:pt x="1550344" y="1724923"/>
                  </a:lnTo>
                  <a:lnTo>
                    <a:pt x="1551049" y="1718025"/>
                  </a:lnTo>
                  <a:close/>
                  <a:moveTo>
                    <a:pt x="2188289" y="2510167"/>
                  </a:moveTo>
                  <a:lnTo>
                    <a:pt x="2253478" y="2457141"/>
                  </a:lnTo>
                  <a:lnTo>
                    <a:pt x="2230328" y="2436490"/>
                  </a:lnTo>
                  <a:close/>
                  <a:moveTo>
                    <a:pt x="2188289" y="2510167"/>
                  </a:moveTo>
                  <a:lnTo>
                    <a:pt x="2230328" y="2436490"/>
                  </a:lnTo>
                  <a:lnTo>
                    <a:pt x="2162932" y="2430690"/>
                  </a:lnTo>
                  <a:close/>
                  <a:moveTo>
                    <a:pt x="2065125" y="2449613"/>
                  </a:moveTo>
                  <a:lnTo>
                    <a:pt x="2162932" y="2430690"/>
                  </a:lnTo>
                  <a:lnTo>
                    <a:pt x="2133826" y="2354261"/>
                  </a:lnTo>
                  <a:close/>
                  <a:moveTo>
                    <a:pt x="2162932" y="2430690"/>
                  </a:moveTo>
                  <a:lnTo>
                    <a:pt x="2230328" y="2436490"/>
                  </a:lnTo>
                  <a:lnTo>
                    <a:pt x="2194955" y="2365156"/>
                  </a:lnTo>
                  <a:close/>
                  <a:moveTo>
                    <a:pt x="2162932" y="2430690"/>
                  </a:moveTo>
                  <a:lnTo>
                    <a:pt x="2194955" y="2365156"/>
                  </a:lnTo>
                  <a:lnTo>
                    <a:pt x="2133826" y="2354261"/>
                  </a:lnTo>
                  <a:close/>
                  <a:moveTo>
                    <a:pt x="1722182" y="1766998"/>
                  </a:moveTo>
                  <a:lnTo>
                    <a:pt x="1655185" y="1828715"/>
                  </a:lnTo>
                  <a:lnTo>
                    <a:pt x="1737236" y="1887650"/>
                  </a:lnTo>
                  <a:close/>
                  <a:moveTo>
                    <a:pt x="1722182" y="1766998"/>
                  </a:moveTo>
                  <a:lnTo>
                    <a:pt x="1737236" y="1887650"/>
                  </a:lnTo>
                  <a:lnTo>
                    <a:pt x="1738599" y="1849214"/>
                  </a:lnTo>
                  <a:close/>
                  <a:moveTo>
                    <a:pt x="1470816" y="1723220"/>
                  </a:moveTo>
                  <a:lnTo>
                    <a:pt x="1480272" y="1732056"/>
                  </a:lnTo>
                  <a:lnTo>
                    <a:pt x="1484852" y="1717575"/>
                  </a:lnTo>
                  <a:close/>
                  <a:moveTo>
                    <a:pt x="1484852" y="1717575"/>
                  </a:moveTo>
                  <a:lnTo>
                    <a:pt x="1480272" y="1732056"/>
                  </a:lnTo>
                  <a:lnTo>
                    <a:pt x="1523895" y="1723220"/>
                  </a:lnTo>
                  <a:close/>
                  <a:moveTo>
                    <a:pt x="1558506" y="1618195"/>
                  </a:moveTo>
                  <a:lnTo>
                    <a:pt x="1523895" y="1723220"/>
                  </a:lnTo>
                  <a:lnTo>
                    <a:pt x="1551049" y="1718025"/>
                  </a:lnTo>
                  <a:close/>
                  <a:moveTo>
                    <a:pt x="1484852" y="1717575"/>
                  </a:moveTo>
                  <a:lnTo>
                    <a:pt x="1523895" y="1723220"/>
                  </a:lnTo>
                  <a:lnTo>
                    <a:pt x="1558506" y="1618195"/>
                  </a:lnTo>
                  <a:close/>
                  <a:moveTo>
                    <a:pt x="1616047" y="1602568"/>
                  </a:moveTo>
                  <a:lnTo>
                    <a:pt x="1551049" y="1718025"/>
                  </a:lnTo>
                  <a:lnTo>
                    <a:pt x="1568558" y="1723220"/>
                  </a:lnTo>
                  <a:close/>
                  <a:moveTo>
                    <a:pt x="1301980" y="1128909"/>
                  </a:moveTo>
                  <a:lnTo>
                    <a:pt x="1223109" y="1208630"/>
                  </a:lnTo>
                  <a:lnTo>
                    <a:pt x="1237405" y="1166134"/>
                  </a:lnTo>
                  <a:close/>
                  <a:moveTo>
                    <a:pt x="2386462" y="2304068"/>
                  </a:moveTo>
                  <a:lnTo>
                    <a:pt x="2424962" y="2399440"/>
                  </a:lnTo>
                  <a:lnTo>
                    <a:pt x="2433460" y="2357548"/>
                  </a:lnTo>
                  <a:close/>
                  <a:moveTo>
                    <a:pt x="2386462" y="2304068"/>
                  </a:moveTo>
                  <a:lnTo>
                    <a:pt x="2337447" y="2277231"/>
                  </a:lnTo>
                  <a:lnTo>
                    <a:pt x="2296413" y="2339008"/>
                  </a:lnTo>
                  <a:close/>
                  <a:moveTo>
                    <a:pt x="1722182" y="1766998"/>
                  </a:moveTo>
                  <a:lnTo>
                    <a:pt x="1820607" y="1738135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702407" y="1661890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806521" y="1737932"/>
                  </a:lnTo>
                  <a:lnTo>
                    <a:pt x="1839608" y="1671533"/>
                  </a:lnTo>
                  <a:close/>
                  <a:moveTo>
                    <a:pt x="1693815" y="1564132"/>
                  </a:moveTo>
                  <a:lnTo>
                    <a:pt x="1702407" y="1661890"/>
                  </a:lnTo>
                  <a:lnTo>
                    <a:pt x="1701715" y="1572277"/>
                  </a:lnTo>
                  <a:close/>
                  <a:moveTo>
                    <a:pt x="1702407" y="1661890"/>
                  </a:moveTo>
                  <a:lnTo>
                    <a:pt x="1787460" y="1653336"/>
                  </a:lnTo>
                  <a:lnTo>
                    <a:pt x="1701715" y="1572277"/>
                  </a:lnTo>
                  <a:close/>
                  <a:moveTo>
                    <a:pt x="1616047" y="1602568"/>
                  </a:moveTo>
                  <a:lnTo>
                    <a:pt x="1693815" y="1564132"/>
                  </a:lnTo>
                  <a:lnTo>
                    <a:pt x="1561113" y="1540448"/>
                  </a:lnTo>
                  <a:close/>
                  <a:moveTo>
                    <a:pt x="1693815" y="1564132"/>
                  </a:moveTo>
                  <a:lnTo>
                    <a:pt x="1605778" y="1492242"/>
                  </a:lnTo>
                  <a:lnTo>
                    <a:pt x="1561113" y="1540448"/>
                  </a:lnTo>
                  <a:close/>
                  <a:moveTo>
                    <a:pt x="379074" y="8788"/>
                  </a:moveTo>
                  <a:lnTo>
                    <a:pt x="403793" y="0"/>
                  </a:lnTo>
                  <a:lnTo>
                    <a:pt x="332834" y="13351"/>
                  </a:lnTo>
                  <a:close/>
                  <a:moveTo>
                    <a:pt x="379074" y="8788"/>
                  </a:moveTo>
                  <a:lnTo>
                    <a:pt x="427288" y="30182"/>
                  </a:lnTo>
                  <a:lnTo>
                    <a:pt x="403793" y="0"/>
                  </a:lnTo>
                  <a:close/>
                  <a:moveTo>
                    <a:pt x="2433460" y="2357548"/>
                  </a:moveTo>
                  <a:lnTo>
                    <a:pt x="2453752" y="2275942"/>
                  </a:lnTo>
                  <a:lnTo>
                    <a:pt x="2386462" y="2304068"/>
                  </a:lnTo>
                  <a:close/>
                  <a:moveTo>
                    <a:pt x="2386462" y="2304068"/>
                  </a:moveTo>
                  <a:lnTo>
                    <a:pt x="2453752" y="2275942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53752" y="2275942"/>
                  </a:lnTo>
                  <a:lnTo>
                    <a:pt x="2428781" y="2196151"/>
                  </a:lnTo>
                  <a:close/>
                  <a:moveTo>
                    <a:pt x="2386462" y="2304068"/>
                  </a:moveTo>
                  <a:lnTo>
                    <a:pt x="2356845" y="2194041"/>
                  </a:lnTo>
                  <a:lnTo>
                    <a:pt x="2337447" y="2277231"/>
                  </a:lnTo>
                  <a:close/>
                  <a:moveTo>
                    <a:pt x="2330820" y="2183417"/>
                  </a:moveTo>
                  <a:lnTo>
                    <a:pt x="2337447" y="2277231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28781" y="2196151"/>
                  </a:lnTo>
                  <a:lnTo>
                    <a:pt x="2305858" y="2135401"/>
                  </a:lnTo>
                  <a:close/>
                  <a:moveTo>
                    <a:pt x="2259520" y="2112481"/>
                  </a:moveTo>
                  <a:lnTo>
                    <a:pt x="2330820" y="2183417"/>
                  </a:lnTo>
                  <a:lnTo>
                    <a:pt x="2356845" y="2194041"/>
                  </a:lnTo>
                  <a:close/>
                  <a:moveTo>
                    <a:pt x="1930271" y="1728562"/>
                  </a:moveTo>
                  <a:lnTo>
                    <a:pt x="1977516" y="1767479"/>
                  </a:lnTo>
                  <a:lnTo>
                    <a:pt x="2020507" y="1713011"/>
                  </a:lnTo>
                  <a:close/>
                  <a:moveTo>
                    <a:pt x="1930271" y="1728562"/>
                  </a:moveTo>
                  <a:lnTo>
                    <a:pt x="2020507" y="1713011"/>
                  </a:lnTo>
                  <a:lnTo>
                    <a:pt x="1981705" y="1690126"/>
                  </a:lnTo>
                  <a:close/>
                  <a:moveTo>
                    <a:pt x="1701234" y="1562752"/>
                  </a:moveTo>
                  <a:lnTo>
                    <a:pt x="1693815" y="1564132"/>
                  </a:lnTo>
                  <a:lnTo>
                    <a:pt x="1701715" y="1572277"/>
                  </a:lnTo>
                  <a:close/>
                  <a:moveTo>
                    <a:pt x="1693815" y="1564132"/>
                  </a:moveTo>
                  <a:lnTo>
                    <a:pt x="1701234" y="1562752"/>
                  </a:lnTo>
                  <a:lnTo>
                    <a:pt x="1727374" y="1453010"/>
                  </a:lnTo>
                  <a:close/>
                  <a:moveTo>
                    <a:pt x="1981705" y="1690126"/>
                  </a:moveTo>
                  <a:lnTo>
                    <a:pt x="2040456" y="1668930"/>
                  </a:lnTo>
                  <a:lnTo>
                    <a:pt x="1946384" y="1607911"/>
                  </a:lnTo>
                  <a:close/>
                  <a:moveTo>
                    <a:pt x="1805658" y="1338265"/>
                  </a:moveTo>
                  <a:lnTo>
                    <a:pt x="1853358" y="1360077"/>
                  </a:lnTo>
                  <a:lnTo>
                    <a:pt x="1861261" y="1253560"/>
                  </a:lnTo>
                  <a:close/>
                  <a:moveTo>
                    <a:pt x="2150919" y="1239350"/>
                  </a:moveTo>
                  <a:lnTo>
                    <a:pt x="2218895" y="1328171"/>
                  </a:lnTo>
                  <a:lnTo>
                    <a:pt x="2167393" y="124595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42" name="Candidate_density__2041">
              <a:extLst>
                <a:ext uri="{FF2B5EF4-FFF2-40B4-BE49-F238E27FC236}">
                  <a16:creationId xmlns:a16="http://schemas.microsoft.com/office/drawing/2014/main" id="{DD463922-1856-19ED-702B-FC386BEC6F2D}"/>
                </a:ext>
              </a:extLst>
            </p:cNvPr>
            <p:cNvSpPr>
              <a:spLocks noGrp="1"/>
            </p:cNvSpPr>
            <p:nvPr/>
          </p:nvSpPr>
          <p:spPr>
            <a:xfrm>
              <a:off x="4383909" y="3323646"/>
              <a:ext cx="2346584" cy="2170420"/>
            </a:xfrm>
            <a:custGeom>
              <a:avLst/>
              <a:gdLst/>
              <a:ahLst/>
              <a:cxnLst/>
              <a:rect l="0" t="0" r="0" b="0"/>
              <a:pathLst>
                <a:path w="2346584" h="2170420">
                  <a:moveTo>
                    <a:pt x="25593" y="1511239"/>
                  </a:moveTo>
                  <a:lnTo>
                    <a:pt x="0" y="1489604"/>
                  </a:lnTo>
                  <a:lnTo>
                    <a:pt x="27680" y="1540234"/>
                  </a:lnTo>
                  <a:close/>
                  <a:moveTo>
                    <a:pt x="602085" y="2004529"/>
                  </a:moveTo>
                  <a:lnTo>
                    <a:pt x="605928" y="2034234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709397" y="2086744"/>
                  </a:lnTo>
                  <a:lnTo>
                    <a:pt x="744879" y="2108775"/>
                  </a:lnTo>
                  <a:close/>
                  <a:moveTo>
                    <a:pt x="709397" y="2086744"/>
                  </a:moveTo>
                  <a:lnTo>
                    <a:pt x="782648" y="2048308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695572" y="1987882"/>
                  </a:lnTo>
                  <a:lnTo>
                    <a:pt x="654740" y="2050422"/>
                  </a:lnTo>
                  <a:close/>
                  <a:moveTo>
                    <a:pt x="649111" y="1966093"/>
                  </a:moveTo>
                  <a:lnTo>
                    <a:pt x="654740" y="2050422"/>
                  </a:lnTo>
                  <a:lnTo>
                    <a:pt x="695572" y="1987882"/>
                  </a:lnTo>
                  <a:close/>
                  <a:moveTo>
                    <a:pt x="649111" y="1966093"/>
                  </a:moveTo>
                  <a:lnTo>
                    <a:pt x="602085" y="2004529"/>
                  </a:lnTo>
                  <a:lnTo>
                    <a:pt x="654740" y="2050422"/>
                  </a:lnTo>
                  <a:close/>
                  <a:moveTo>
                    <a:pt x="602085" y="2004529"/>
                  </a:moveTo>
                  <a:lnTo>
                    <a:pt x="649111" y="1966093"/>
                  </a:lnTo>
                  <a:lnTo>
                    <a:pt x="553535" y="1950691"/>
                  </a:lnTo>
                  <a:close/>
                  <a:moveTo>
                    <a:pt x="649111" y="1966093"/>
                  </a:moveTo>
                  <a:lnTo>
                    <a:pt x="609168" y="1943489"/>
                  </a:lnTo>
                  <a:lnTo>
                    <a:pt x="553535" y="1950691"/>
                  </a:lnTo>
                  <a:close/>
                  <a:moveTo>
                    <a:pt x="553535" y="1950691"/>
                  </a:moveTo>
                  <a:lnTo>
                    <a:pt x="514519" y="1887271"/>
                  </a:lnTo>
                  <a:lnTo>
                    <a:pt x="525558" y="1922314"/>
                  </a:lnTo>
                  <a:close/>
                  <a:moveTo>
                    <a:pt x="525558" y="1922314"/>
                  </a:moveTo>
                  <a:lnTo>
                    <a:pt x="514519" y="1887271"/>
                  </a:lnTo>
                  <a:lnTo>
                    <a:pt x="462152" y="1829752"/>
                  </a:lnTo>
                  <a:close/>
                  <a:moveTo>
                    <a:pt x="967986" y="2170420"/>
                  </a:moveTo>
                  <a:lnTo>
                    <a:pt x="913577" y="2105489"/>
                  </a:lnTo>
                  <a:lnTo>
                    <a:pt x="930405" y="2130523"/>
                  </a:lnTo>
                  <a:close/>
                  <a:moveTo>
                    <a:pt x="938118" y="2122203"/>
                  </a:moveTo>
                  <a:lnTo>
                    <a:pt x="913577" y="2105489"/>
                  </a:lnTo>
                  <a:lnTo>
                    <a:pt x="967986" y="2170420"/>
                  </a:lnTo>
                  <a:close/>
                  <a:moveTo>
                    <a:pt x="1024704" y="2167277"/>
                  </a:moveTo>
                  <a:lnTo>
                    <a:pt x="938118" y="2122203"/>
                  </a:lnTo>
                  <a:lnTo>
                    <a:pt x="967986" y="2170420"/>
                  </a:lnTo>
                  <a:close/>
                  <a:moveTo>
                    <a:pt x="930405" y="2130523"/>
                  </a:moveTo>
                  <a:lnTo>
                    <a:pt x="913577" y="2105489"/>
                  </a:lnTo>
                  <a:lnTo>
                    <a:pt x="863167" y="2046379"/>
                  </a:lnTo>
                  <a:close/>
                  <a:moveTo>
                    <a:pt x="913577" y="2105489"/>
                  </a:moveTo>
                  <a:lnTo>
                    <a:pt x="821093" y="2048308"/>
                  </a:lnTo>
                  <a:lnTo>
                    <a:pt x="863167" y="2046379"/>
                  </a:lnTo>
                  <a:close/>
                  <a:moveTo>
                    <a:pt x="819897" y="1958855"/>
                  </a:moveTo>
                  <a:lnTo>
                    <a:pt x="863167" y="2046379"/>
                  </a:lnTo>
                  <a:lnTo>
                    <a:pt x="819707" y="1966093"/>
                  </a:lnTo>
                  <a:close/>
                  <a:moveTo>
                    <a:pt x="819707" y="1966093"/>
                  </a:moveTo>
                  <a:lnTo>
                    <a:pt x="863167" y="2046379"/>
                  </a:lnTo>
                  <a:lnTo>
                    <a:pt x="821093" y="2048308"/>
                  </a:lnTo>
                  <a:close/>
                  <a:moveTo>
                    <a:pt x="819897" y="1958855"/>
                  </a:moveTo>
                  <a:lnTo>
                    <a:pt x="819707" y="1966093"/>
                  </a:lnTo>
                  <a:lnTo>
                    <a:pt x="788708" y="1946229"/>
                  </a:lnTo>
                  <a:close/>
                  <a:moveTo>
                    <a:pt x="895432" y="1962607"/>
                  </a:moveTo>
                  <a:lnTo>
                    <a:pt x="867365" y="2048308"/>
                  </a:lnTo>
                  <a:lnTo>
                    <a:pt x="863167" y="2046379"/>
                  </a:lnTo>
                  <a:close/>
                  <a:moveTo>
                    <a:pt x="788708" y="1946229"/>
                  </a:moveTo>
                  <a:lnTo>
                    <a:pt x="819707" y="1966093"/>
                  </a:lnTo>
                  <a:lnTo>
                    <a:pt x="743366" y="1887919"/>
                  </a:lnTo>
                  <a:close/>
                  <a:moveTo>
                    <a:pt x="740325" y="1883878"/>
                  </a:moveTo>
                  <a:lnTo>
                    <a:pt x="788708" y="1946229"/>
                  </a:lnTo>
                  <a:lnTo>
                    <a:pt x="743366" y="1887919"/>
                  </a:lnTo>
                  <a:close/>
                  <a:moveTo>
                    <a:pt x="695237" y="1861535"/>
                  </a:moveTo>
                  <a:lnTo>
                    <a:pt x="652140" y="1825498"/>
                  </a:lnTo>
                  <a:lnTo>
                    <a:pt x="611564" y="1768875"/>
                  </a:lnTo>
                  <a:close/>
                  <a:moveTo>
                    <a:pt x="695237" y="1861535"/>
                  </a:moveTo>
                  <a:lnTo>
                    <a:pt x="740325" y="1883878"/>
                  </a:lnTo>
                  <a:lnTo>
                    <a:pt x="652140" y="1825498"/>
                  </a:lnTo>
                  <a:close/>
                  <a:moveTo>
                    <a:pt x="592755" y="1598796"/>
                  </a:moveTo>
                  <a:lnTo>
                    <a:pt x="607652" y="1659163"/>
                  </a:lnTo>
                  <a:lnTo>
                    <a:pt x="662611" y="1649445"/>
                  </a:lnTo>
                  <a:close/>
                  <a:moveTo>
                    <a:pt x="540071" y="1637232"/>
                  </a:moveTo>
                  <a:lnTo>
                    <a:pt x="592755" y="1598796"/>
                  </a:lnTo>
                  <a:lnTo>
                    <a:pt x="525699" y="1631412"/>
                  </a:lnTo>
                  <a:close/>
                  <a:moveTo>
                    <a:pt x="479463" y="1522001"/>
                  </a:moveTo>
                  <a:lnTo>
                    <a:pt x="369748" y="1605652"/>
                  </a:lnTo>
                  <a:lnTo>
                    <a:pt x="446482" y="1613892"/>
                  </a:lnTo>
                  <a:close/>
                  <a:moveTo>
                    <a:pt x="446482" y="1613892"/>
                  </a:moveTo>
                  <a:lnTo>
                    <a:pt x="525699" y="1631412"/>
                  </a:lnTo>
                  <a:lnTo>
                    <a:pt x="557522" y="1535191"/>
                  </a:lnTo>
                  <a:close/>
                  <a:moveTo>
                    <a:pt x="449204" y="1408868"/>
                  </a:moveTo>
                  <a:lnTo>
                    <a:pt x="371523" y="1390587"/>
                  </a:lnTo>
                  <a:lnTo>
                    <a:pt x="377323" y="1437757"/>
                  </a:lnTo>
                  <a:close/>
                  <a:moveTo>
                    <a:pt x="377323" y="1437757"/>
                  </a:moveTo>
                  <a:lnTo>
                    <a:pt x="371523" y="1390587"/>
                  </a:lnTo>
                  <a:lnTo>
                    <a:pt x="349007" y="1360684"/>
                  </a:lnTo>
                  <a:close/>
                  <a:moveTo>
                    <a:pt x="306283" y="1295326"/>
                  </a:moveTo>
                  <a:lnTo>
                    <a:pt x="418069" y="1292460"/>
                  </a:lnTo>
                  <a:lnTo>
                    <a:pt x="390987" y="1269935"/>
                  </a:lnTo>
                  <a:close/>
                  <a:moveTo>
                    <a:pt x="306283" y="1295326"/>
                  </a:moveTo>
                  <a:lnTo>
                    <a:pt x="296095" y="1269935"/>
                  </a:lnTo>
                  <a:lnTo>
                    <a:pt x="311397" y="1352150"/>
                  </a:lnTo>
                  <a:close/>
                  <a:moveTo>
                    <a:pt x="306283" y="1295326"/>
                  </a:moveTo>
                  <a:lnTo>
                    <a:pt x="390987" y="1269935"/>
                  </a:lnTo>
                  <a:lnTo>
                    <a:pt x="327038" y="1230764"/>
                  </a:lnTo>
                  <a:close/>
                  <a:moveTo>
                    <a:pt x="327038" y="1230764"/>
                  </a:moveTo>
                  <a:lnTo>
                    <a:pt x="259355" y="1187720"/>
                  </a:lnTo>
                  <a:lnTo>
                    <a:pt x="306283" y="1295326"/>
                  </a:lnTo>
                  <a:close/>
                  <a:moveTo>
                    <a:pt x="760644" y="1642574"/>
                  </a:moveTo>
                  <a:lnTo>
                    <a:pt x="691219" y="1681011"/>
                  </a:lnTo>
                  <a:lnTo>
                    <a:pt x="759282" y="1732224"/>
                  </a:lnTo>
                  <a:close/>
                  <a:moveTo>
                    <a:pt x="869293" y="1741122"/>
                  </a:moveTo>
                  <a:lnTo>
                    <a:pt x="878988" y="1724789"/>
                  </a:lnTo>
                  <a:lnTo>
                    <a:pt x="836537" y="1742408"/>
                  </a:lnTo>
                  <a:close/>
                  <a:moveTo>
                    <a:pt x="836537" y="1742408"/>
                  </a:moveTo>
                  <a:lnTo>
                    <a:pt x="878988" y="1724789"/>
                  </a:lnTo>
                  <a:lnTo>
                    <a:pt x="803620" y="1682794"/>
                  </a:lnTo>
                  <a:close/>
                  <a:moveTo>
                    <a:pt x="754706" y="1499913"/>
                  </a:moveTo>
                  <a:lnTo>
                    <a:pt x="632362" y="1516580"/>
                  </a:lnTo>
                  <a:lnTo>
                    <a:pt x="670607" y="1581282"/>
                  </a:lnTo>
                  <a:close/>
                  <a:moveTo>
                    <a:pt x="670607" y="1581282"/>
                  </a:moveTo>
                  <a:lnTo>
                    <a:pt x="632362" y="1516580"/>
                  </a:lnTo>
                  <a:lnTo>
                    <a:pt x="635098" y="1510058"/>
                  </a:lnTo>
                  <a:close/>
                  <a:moveTo>
                    <a:pt x="564886" y="1506547"/>
                  </a:moveTo>
                  <a:lnTo>
                    <a:pt x="635098" y="1510058"/>
                  </a:lnTo>
                  <a:lnTo>
                    <a:pt x="625154" y="1509398"/>
                  </a:lnTo>
                  <a:close/>
                  <a:moveTo>
                    <a:pt x="548946" y="1503126"/>
                  </a:moveTo>
                  <a:lnTo>
                    <a:pt x="564886" y="1506547"/>
                  </a:lnTo>
                  <a:lnTo>
                    <a:pt x="625154" y="1509398"/>
                  </a:lnTo>
                  <a:close/>
                  <a:moveTo>
                    <a:pt x="390987" y="1269935"/>
                  </a:moveTo>
                  <a:lnTo>
                    <a:pt x="418069" y="1292460"/>
                  </a:lnTo>
                  <a:lnTo>
                    <a:pt x="425309" y="1313714"/>
                  </a:lnTo>
                  <a:close/>
                  <a:moveTo>
                    <a:pt x="444311" y="1231499"/>
                  </a:moveTo>
                  <a:lnTo>
                    <a:pt x="456465" y="1220813"/>
                  </a:lnTo>
                  <a:lnTo>
                    <a:pt x="390987" y="1269935"/>
                  </a:lnTo>
                  <a:close/>
                  <a:moveTo>
                    <a:pt x="498689" y="1315223"/>
                  </a:moveTo>
                  <a:lnTo>
                    <a:pt x="453116" y="1336638"/>
                  </a:lnTo>
                  <a:lnTo>
                    <a:pt x="418069" y="1292460"/>
                  </a:lnTo>
                  <a:close/>
                  <a:moveTo>
                    <a:pt x="338492" y="1169049"/>
                  </a:moveTo>
                  <a:lnTo>
                    <a:pt x="416401" y="1166302"/>
                  </a:lnTo>
                  <a:lnTo>
                    <a:pt x="393620" y="1084730"/>
                  </a:lnTo>
                  <a:close/>
                  <a:moveTo>
                    <a:pt x="793399" y="1542046"/>
                  </a:moveTo>
                  <a:lnTo>
                    <a:pt x="807407" y="1560360"/>
                  </a:lnTo>
                  <a:lnTo>
                    <a:pt x="754706" y="1499913"/>
                  </a:lnTo>
                  <a:close/>
                  <a:moveTo>
                    <a:pt x="539609" y="1126729"/>
                  </a:moveTo>
                  <a:lnTo>
                    <a:pt x="571998" y="1149283"/>
                  </a:lnTo>
                  <a:lnTo>
                    <a:pt x="566999" y="1204552"/>
                  </a:lnTo>
                  <a:close/>
                  <a:moveTo>
                    <a:pt x="446173" y="946417"/>
                  </a:moveTo>
                  <a:lnTo>
                    <a:pt x="433979" y="984854"/>
                  </a:lnTo>
                  <a:lnTo>
                    <a:pt x="474559" y="1028632"/>
                  </a:lnTo>
                  <a:close/>
                  <a:moveTo>
                    <a:pt x="1220517" y="1850783"/>
                  </a:moveTo>
                  <a:lnTo>
                    <a:pt x="1281121" y="1932998"/>
                  </a:lnTo>
                  <a:lnTo>
                    <a:pt x="1311836" y="1923987"/>
                  </a:lnTo>
                  <a:close/>
                  <a:moveTo>
                    <a:pt x="1311836" y="1923987"/>
                  </a:moveTo>
                  <a:lnTo>
                    <a:pt x="1310205" y="1932998"/>
                  </a:lnTo>
                  <a:lnTo>
                    <a:pt x="1320863" y="1816557"/>
                  </a:lnTo>
                  <a:close/>
                  <a:moveTo>
                    <a:pt x="893932" y="1420815"/>
                  </a:moveTo>
                  <a:lnTo>
                    <a:pt x="807258" y="1481190"/>
                  </a:lnTo>
                  <a:lnTo>
                    <a:pt x="881414" y="1479793"/>
                  </a:lnTo>
                  <a:close/>
                  <a:moveTo>
                    <a:pt x="893932" y="1420815"/>
                  </a:moveTo>
                  <a:lnTo>
                    <a:pt x="814949" y="1424435"/>
                  </a:lnTo>
                  <a:lnTo>
                    <a:pt x="807258" y="1481190"/>
                  </a:lnTo>
                  <a:close/>
                  <a:moveTo>
                    <a:pt x="842206" y="1319056"/>
                  </a:moveTo>
                  <a:lnTo>
                    <a:pt x="823359" y="1326189"/>
                  </a:lnTo>
                  <a:lnTo>
                    <a:pt x="887410" y="1326024"/>
                  </a:lnTo>
                  <a:close/>
                  <a:moveTo>
                    <a:pt x="887410" y="1326024"/>
                  </a:moveTo>
                  <a:lnTo>
                    <a:pt x="823359" y="1326189"/>
                  </a:lnTo>
                  <a:lnTo>
                    <a:pt x="814949" y="1424435"/>
                  </a:lnTo>
                  <a:close/>
                  <a:moveTo>
                    <a:pt x="893932" y="1420815"/>
                  </a:moveTo>
                  <a:lnTo>
                    <a:pt x="933164" y="1349419"/>
                  </a:lnTo>
                  <a:lnTo>
                    <a:pt x="887410" y="1326024"/>
                  </a:lnTo>
                  <a:close/>
                  <a:moveTo>
                    <a:pt x="474559" y="1028632"/>
                  </a:moveTo>
                  <a:lnTo>
                    <a:pt x="536796" y="1110847"/>
                  </a:lnTo>
                  <a:lnTo>
                    <a:pt x="599825" y="1047747"/>
                  </a:lnTo>
                  <a:close/>
                  <a:moveTo>
                    <a:pt x="599825" y="1047747"/>
                  </a:moveTo>
                  <a:lnTo>
                    <a:pt x="536796" y="1110847"/>
                  </a:lnTo>
                  <a:lnTo>
                    <a:pt x="577658" y="1095795"/>
                  </a:lnTo>
                  <a:close/>
                  <a:moveTo>
                    <a:pt x="479622" y="1014812"/>
                  </a:moveTo>
                  <a:lnTo>
                    <a:pt x="474559" y="1028632"/>
                  </a:lnTo>
                  <a:lnTo>
                    <a:pt x="599825" y="1047747"/>
                  </a:lnTo>
                  <a:close/>
                  <a:moveTo>
                    <a:pt x="985531" y="1206754"/>
                  </a:moveTo>
                  <a:lnTo>
                    <a:pt x="962928" y="1290700"/>
                  </a:lnTo>
                  <a:lnTo>
                    <a:pt x="1031161" y="1198405"/>
                  </a:lnTo>
                  <a:close/>
                  <a:moveTo>
                    <a:pt x="985531" y="1206754"/>
                  </a:moveTo>
                  <a:lnTo>
                    <a:pt x="868735" y="1154626"/>
                  </a:lnTo>
                  <a:lnTo>
                    <a:pt x="903332" y="1131337"/>
                  </a:lnTo>
                  <a:close/>
                  <a:moveTo>
                    <a:pt x="1300138" y="1406614"/>
                  </a:moveTo>
                  <a:lnTo>
                    <a:pt x="1270627" y="1445050"/>
                  </a:lnTo>
                  <a:lnTo>
                    <a:pt x="1290180" y="1463064"/>
                  </a:lnTo>
                  <a:close/>
                  <a:moveTo>
                    <a:pt x="1270627" y="1445050"/>
                  </a:moveTo>
                  <a:lnTo>
                    <a:pt x="1300138" y="1406614"/>
                  </a:lnTo>
                  <a:lnTo>
                    <a:pt x="1198426" y="1398670"/>
                  </a:lnTo>
                  <a:close/>
                  <a:moveTo>
                    <a:pt x="1300138" y="1406614"/>
                  </a:moveTo>
                  <a:lnTo>
                    <a:pt x="1247336" y="1366335"/>
                  </a:lnTo>
                  <a:lnTo>
                    <a:pt x="1198426" y="1398670"/>
                  </a:lnTo>
                  <a:close/>
                  <a:moveTo>
                    <a:pt x="1077628" y="1225681"/>
                  </a:moveTo>
                  <a:lnTo>
                    <a:pt x="1136247" y="1280620"/>
                  </a:lnTo>
                  <a:lnTo>
                    <a:pt x="1134037" y="1246706"/>
                  </a:lnTo>
                  <a:close/>
                  <a:moveTo>
                    <a:pt x="986417" y="1105942"/>
                  </a:moveTo>
                  <a:lnTo>
                    <a:pt x="1042174" y="1156585"/>
                  </a:lnTo>
                  <a:lnTo>
                    <a:pt x="948289" y="1077753"/>
                  </a:lnTo>
                  <a:close/>
                  <a:moveTo>
                    <a:pt x="1045654" y="1159968"/>
                  </a:moveTo>
                  <a:lnTo>
                    <a:pt x="1031161" y="1198405"/>
                  </a:lnTo>
                  <a:lnTo>
                    <a:pt x="1133486" y="1242183"/>
                  </a:lnTo>
                  <a:close/>
                  <a:moveTo>
                    <a:pt x="1045654" y="1159968"/>
                  </a:moveTo>
                  <a:lnTo>
                    <a:pt x="1059537" y="1158044"/>
                  </a:lnTo>
                  <a:lnTo>
                    <a:pt x="1031161" y="1198405"/>
                  </a:lnTo>
                  <a:close/>
                  <a:moveTo>
                    <a:pt x="1045654" y="1159968"/>
                  </a:moveTo>
                  <a:lnTo>
                    <a:pt x="1042174" y="1156585"/>
                  </a:lnTo>
                  <a:lnTo>
                    <a:pt x="986417" y="1105942"/>
                  </a:lnTo>
                  <a:close/>
                  <a:moveTo>
                    <a:pt x="1482974" y="1653259"/>
                  </a:moveTo>
                  <a:lnTo>
                    <a:pt x="1564710" y="1716971"/>
                  </a:lnTo>
                  <a:lnTo>
                    <a:pt x="1554366" y="1614822"/>
                  </a:lnTo>
                  <a:close/>
                  <a:moveTo>
                    <a:pt x="1297734" y="1203747"/>
                  </a:moveTo>
                  <a:lnTo>
                    <a:pt x="1278062" y="1266011"/>
                  </a:lnTo>
                  <a:lnTo>
                    <a:pt x="1317718" y="1218560"/>
                  </a:lnTo>
                  <a:close/>
                  <a:moveTo>
                    <a:pt x="1317718" y="1218560"/>
                  </a:moveTo>
                  <a:lnTo>
                    <a:pt x="1278062" y="1266011"/>
                  </a:lnTo>
                  <a:lnTo>
                    <a:pt x="1276301" y="1291731"/>
                  </a:lnTo>
                  <a:close/>
                  <a:moveTo>
                    <a:pt x="1343272" y="1297877"/>
                  </a:moveTo>
                  <a:lnTo>
                    <a:pt x="1337916" y="1242183"/>
                  </a:lnTo>
                  <a:lnTo>
                    <a:pt x="1317718" y="1218560"/>
                  </a:lnTo>
                  <a:close/>
                  <a:moveTo>
                    <a:pt x="1208448" y="1203747"/>
                  </a:moveTo>
                  <a:lnTo>
                    <a:pt x="1245852" y="1145585"/>
                  </a:lnTo>
                  <a:lnTo>
                    <a:pt x="1231752" y="1127765"/>
                  </a:lnTo>
                  <a:close/>
                  <a:moveTo>
                    <a:pt x="1245852" y="1145585"/>
                  </a:moveTo>
                  <a:lnTo>
                    <a:pt x="1297734" y="1203747"/>
                  </a:lnTo>
                  <a:lnTo>
                    <a:pt x="1231752" y="1127765"/>
                  </a:lnTo>
                  <a:close/>
                  <a:moveTo>
                    <a:pt x="892512" y="721324"/>
                  </a:moveTo>
                  <a:lnTo>
                    <a:pt x="800946" y="635081"/>
                  </a:lnTo>
                  <a:lnTo>
                    <a:pt x="792168" y="742310"/>
                  </a:lnTo>
                  <a:close/>
                  <a:moveTo>
                    <a:pt x="896418" y="675081"/>
                  </a:moveTo>
                  <a:lnTo>
                    <a:pt x="892512" y="721324"/>
                  </a:lnTo>
                  <a:lnTo>
                    <a:pt x="922652" y="628241"/>
                  </a:lnTo>
                  <a:close/>
                  <a:moveTo>
                    <a:pt x="1278491" y="1189859"/>
                  </a:moveTo>
                  <a:lnTo>
                    <a:pt x="1297734" y="1203747"/>
                  </a:lnTo>
                  <a:lnTo>
                    <a:pt x="1245852" y="1145585"/>
                  </a:lnTo>
                  <a:close/>
                  <a:moveTo>
                    <a:pt x="1319996" y="928935"/>
                  </a:moveTo>
                  <a:lnTo>
                    <a:pt x="1273563" y="918665"/>
                  </a:lnTo>
                  <a:lnTo>
                    <a:pt x="1196644" y="961603"/>
                  </a:lnTo>
                  <a:close/>
                  <a:moveTo>
                    <a:pt x="1240168" y="909131"/>
                  </a:moveTo>
                  <a:lnTo>
                    <a:pt x="1174425" y="874094"/>
                  </a:lnTo>
                  <a:lnTo>
                    <a:pt x="1273563" y="918665"/>
                  </a:lnTo>
                  <a:close/>
                  <a:moveTo>
                    <a:pt x="1673621" y="1211086"/>
                  </a:moveTo>
                  <a:lnTo>
                    <a:pt x="1643694" y="1303217"/>
                  </a:lnTo>
                  <a:lnTo>
                    <a:pt x="1767600" y="1272619"/>
                  </a:lnTo>
                  <a:close/>
                  <a:moveTo>
                    <a:pt x="1273563" y="918665"/>
                  </a:moveTo>
                  <a:lnTo>
                    <a:pt x="1319996" y="928935"/>
                  </a:lnTo>
                  <a:lnTo>
                    <a:pt x="1324155" y="913051"/>
                  </a:lnTo>
                  <a:close/>
                  <a:moveTo>
                    <a:pt x="1324155" y="913051"/>
                  </a:moveTo>
                  <a:lnTo>
                    <a:pt x="1319996" y="928935"/>
                  </a:lnTo>
                  <a:lnTo>
                    <a:pt x="1346233" y="918665"/>
                  </a:lnTo>
                  <a:close/>
                  <a:moveTo>
                    <a:pt x="1301915" y="715798"/>
                  </a:moveTo>
                  <a:lnTo>
                    <a:pt x="1307738" y="726213"/>
                  </a:lnTo>
                  <a:lnTo>
                    <a:pt x="1176970" y="672844"/>
                  </a:lnTo>
                  <a:close/>
                  <a:moveTo>
                    <a:pt x="1720628" y="1272963"/>
                  </a:moveTo>
                  <a:lnTo>
                    <a:pt x="1767260" y="1291304"/>
                  </a:lnTo>
                  <a:lnTo>
                    <a:pt x="1677421" y="1214110"/>
                  </a:lnTo>
                  <a:close/>
                  <a:moveTo>
                    <a:pt x="1690889" y="1209089"/>
                  </a:moveTo>
                  <a:lnTo>
                    <a:pt x="1767600" y="1272619"/>
                  </a:lnTo>
                  <a:lnTo>
                    <a:pt x="1764909" y="1197463"/>
                  </a:lnTo>
                  <a:close/>
                  <a:moveTo>
                    <a:pt x="1764938" y="1097347"/>
                  </a:moveTo>
                  <a:lnTo>
                    <a:pt x="1687643" y="1099594"/>
                  </a:lnTo>
                  <a:lnTo>
                    <a:pt x="1764909" y="1197463"/>
                  </a:lnTo>
                  <a:close/>
                  <a:moveTo>
                    <a:pt x="1687643" y="1099594"/>
                  </a:moveTo>
                  <a:lnTo>
                    <a:pt x="1764938" y="1097347"/>
                  </a:lnTo>
                  <a:lnTo>
                    <a:pt x="1658364" y="1023305"/>
                  </a:lnTo>
                  <a:close/>
                  <a:moveTo>
                    <a:pt x="1567919" y="1036244"/>
                  </a:moveTo>
                  <a:lnTo>
                    <a:pt x="1658364" y="1023305"/>
                  </a:lnTo>
                  <a:lnTo>
                    <a:pt x="1640200" y="937980"/>
                  </a:lnTo>
                  <a:close/>
                  <a:moveTo>
                    <a:pt x="1606284" y="841792"/>
                  </a:moveTo>
                  <a:lnTo>
                    <a:pt x="1573146" y="887700"/>
                  </a:lnTo>
                  <a:lnTo>
                    <a:pt x="1615004" y="858372"/>
                  </a:lnTo>
                  <a:close/>
                  <a:moveTo>
                    <a:pt x="2032296" y="1296646"/>
                  </a:moveTo>
                  <a:lnTo>
                    <a:pt x="1911288" y="1239144"/>
                  </a:lnTo>
                  <a:lnTo>
                    <a:pt x="1914589" y="1252868"/>
                  </a:lnTo>
                  <a:close/>
                  <a:moveTo>
                    <a:pt x="1855991" y="1170653"/>
                  </a:moveTo>
                  <a:lnTo>
                    <a:pt x="1911288" y="1239144"/>
                  </a:lnTo>
                  <a:lnTo>
                    <a:pt x="1820530" y="1152243"/>
                  </a:lnTo>
                  <a:close/>
                  <a:moveTo>
                    <a:pt x="1782413" y="1083140"/>
                  </a:moveTo>
                  <a:lnTo>
                    <a:pt x="1820530" y="1152243"/>
                  </a:lnTo>
                  <a:lnTo>
                    <a:pt x="1728492" y="1066384"/>
                  </a:lnTo>
                  <a:close/>
                  <a:moveTo>
                    <a:pt x="2220066" y="1269981"/>
                  </a:moveTo>
                  <a:lnTo>
                    <a:pt x="2243217" y="1290631"/>
                  </a:lnTo>
                  <a:lnTo>
                    <a:pt x="2265102" y="1378861"/>
                  </a:lnTo>
                  <a:close/>
                  <a:moveTo>
                    <a:pt x="2058160" y="1180330"/>
                  </a:moveTo>
                  <a:lnTo>
                    <a:pt x="2123564" y="1187752"/>
                  </a:lnTo>
                  <a:lnTo>
                    <a:pt x="2030045" y="1103095"/>
                  </a:lnTo>
                  <a:close/>
                  <a:moveTo>
                    <a:pt x="1726975" y="721140"/>
                  </a:moveTo>
                  <a:lnTo>
                    <a:pt x="1739847" y="738449"/>
                  </a:lnTo>
                  <a:lnTo>
                    <a:pt x="1728337" y="682704"/>
                  </a:lnTo>
                  <a:close/>
                  <a:moveTo>
                    <a:pt x="1322375" y="77019"/>
                  </a:moveTo>
                  <a:lnTo>
                    <a:pt x="1242567" y="57288"/>
                  </a:lnTo>
                  <a:lnTo>
                    <a:pt x="1270513" y="98320"/>
                  </a:lnTo>
                  <a:close/>
                  <a:moveTo>
                    <a:pt x="2248336" y="1094569"/>
                  </a:moveTo>
                  <a:lnTo>
                    <a:pt x="2194911" y="1090247"/>
                  </a:lnTo>
                  <a:lnTo>
                    <a:pt x="2286151" y="1172499"/>
                  </a:lnTo>
                  <a:close/>
                  <a:moveTo>
                    <a:pt x="2327186" y="1110722"/>
                  </a:moveTo>
                  <a:lnTo>
                    <a:pt x="2248336" y="1094569"/>
                  </a:lnTo>
                  <a:lnTo>
                    <a:pt x="2286151" y="1172499"/>
                  </a:lnTo>
                  <a:close/>
                  <a:moveTo>
                    <a:pt x="2175193" y="1036303"/>
                  </a:moveTo>
                  <a:lnTo>
                    <a:pt x="2194911" y="1090247"/>
                  </a:lnTo>
                  <a:lnTo>
                    <a:pt x="2155731" y="1061508"/>
                  </a:lnTo>
                  <a:close/>
                  <a:moveTo>
                    <a:pt x="1796259" y="571423"/>
                  </a:moveTo>
                  <a:lnTo>
                    <a:pt x="1800641" y="600489"/>
                  </a:lnTo>
                  <a:lnTo>
                    <a:pt x="1829346" y="505023"/>
                  </a:lnTo>
                  <a:close/>
                  <a:moveTo>
                    <a:pt x="1777199" y="486826"/>
                  </a:moveTo>
                  <a:lnTo>
                    <a:pt x="1776651" y="445649"/>
                  </a:lnTo>
                  <a:lnTo>
                    <a:pt x="1691453" y="405767"/>
                  </a:lnTo>
                  <a:close/>
                  <a:moveTo>
                    <a:pt x="1776651" y="445649"/>
                  </a:moveTo>
                  <a:lnTo>
                    <a:pt x="1777199" y="486826"/>
                  </a:lnTo>
                  <a:lnTo>
                    <a:pt x="1779486" y="397622"/>
                  </a:lnTo>
                  <a:close/>
                  <a:moveTo>
                    <a:pt x="1339187" y="0"/>
                  </a:moveTo>
                  <a:lnTo>
                    <a:pt x="1322375" y="77019"/>
                  </a:lnTo>
                  <a:lnTo>
                    <a:pt x="1409843" y="103242"/>
                  </a:lnTo>
                  <a:close/>
                  <a:moveTo>
                    <a:pt x="2248336" y="1094569"/>
                  </a:moveTo>
                  <a:lnTo>
                    <a:pt x="2327186" y="1110722"/>
                  </a:lnTo>
                  <a:lnTo>
                    <a:pt x="2320558" y="1016907"/>
                  </a:lnTo>
                  <a:close/>
                  <a:moveTo>
                    <a:pt x="2249258" y="945972"/>
                  </a:moveTo>
                  <a:lnTo>
                    <a:pt x="2346584" y="1027531"/>
                  </a:lnTo>
                  <a:lnTo>
                    <a:pt x="2295597" y="968891"/>
                  </a:lnTo>
                  <a:close/>
                  <a:moveTo>
                    <a:pt x="2185499" y="937214"/>
                  </a:moveTo>
                  <a:lnTo>
                    <a:pt x="2249258" y="945972"/>
                  </a:lnTo>
                  <a:lnTo>
                    <a:pt x="2204586" y="930996"/>
                  </a:lnTo>
                  <a:close/>
                  <a:moveTo>
                    <a:pt x="2249258" y="945972"/>
                  </a:moveTo>
                  <a:lnTo>
                    <a:pt x="2295597" y="968891"/>
                  </a:lnTo>
                  <a:lnTo>
                    <a:pt x="2288212" y="965004"/>
                  </a:lnTo>
                  <a:close/>
                  <a:moveTo>
                    <a:pt x="1967254" y="600969"/>
                  </a:moveTo>
                  <a:lnTo>
                    <a:pt x="2092993" y="577222"/>
                  </a:lnTo>
                  <a:lnTo>
                    <a:pt x="2010245" y="546502"/>
                  </a:lnTo>
                  <a:close/>
                  <a:moveTo>
                    <a:pt x="1775733" y="387925"/>
                  </a:moveTo>
                  <a:lnTo>
                    <a:pt x="1691453" y="405767"/>
                  </a:lnTo>
                  <a:lnTo>
                    <a:pt x="1776651" y="445649"/>
                  </a:lnTo>
                  <a:close/>
                  <a:moveTo>
                    <a:pt x="1775733" y="387925"/>
                  </a:moveTo>
                  <a:lnTo>
                    <a:pt x="1690972" y="396242"/>
                  </a:lnTo>
                  <a:lnTo>
                    <a:pt x="1691453" y="405767"/>
                  </a:lnTo>
                  <a:close/>
                  <a:moveTo>
                    <a:pt x="1690972" y="396242"/>
                  </a:moveTo>
                  <a:lnTo>
                    <a:pt x="1775733" y="387925"/>
                  </a:lnTo>
                  <a:lnTo>
                    <a:pt x="1717112" y="286500"/>
                  </a:lnTo>
                  <a:close/>
                  <a:moveTo>
                    <a:pt x="1775733" y="387925"/>
                  </a:moveTo>
                  <a:lnTo>
                    <a:pt x="1795290" y="300133"/>
                  </a:lnTo>
                  <a:lnTo>
                    <a:pt x="1717112" y="286500"/>
                  </a:lnTo>
                  <a:close/>
                  <a:moveTo>
                    <a:pt x="1971443" y="523616"/>
                  </a:moveTo>
                  <a:lnTo>
                    <a:pt x="2010245" y="546502"/>
                  </a:lnTo>
                  <a:lnTo>
                    <a:pt x="2030195" y="502421"/>
                  </a:lnTo>
                  <a:close/>
                  <a:moveTo>
                    <a:pt x="1936123" y="441401"/>
                  </a:moveTo>
                  <a:lnTo>
                    <a:pt x="1940592" y="414582"/>
                  </a:lnTo>
                  <a:lnTo>
                    <a:pt x="1900664" y="346951"/>
                  </a:lnTo>
                  <a:close/>
                  <a:moveTo>
                    <a:pt x="1795290" y="300133"/>
                  </a:moveTo>
                  <a:lnTo>
                    <a:pt x="1816619" y="254593"/>
                  </a:lnTo>
                  <a:lnTo>
                    <a:pt x="1717112" y="286500"/>
                  </a:lnTo>
                  <a:close/>
                  <a:moveTo>
                    <a:pt x="1795396" y="171755"/>
                  </a:moveTo>
                  <a:lnTo>
                    <a:pt x="1816619" y="254593"/>
                  </a:lnTo>
                  <a:lnTo>
                    <a:pt x="1843096" y="193567"/>
                  </a:lnTo>
                  <a:close/>
                  <a:moveTo>
                    <a:pt x="2157131" y="79446"/>
                  </a:moveTo>
                  <a:lnTo>
                    <a:pt x="2179076" y="102198"/>
                  </a:lnTo>
                  <a:lnTo>
                    <a:pt x="2079902" y="221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43" name="Candidate_density__2042">
              <a:extLst>
                <a:ext uri="{FF2B5EF4-FFF2-40B4-BE49-F238E27FC236}">
                  <a16:creationId xmlns:a16="http://schemas.microsoft.com/office/drawing/2014/main" id="{1A8B39F0-2738-9352-3ACE-DC023C67D1F1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170487"/>
              <a:ext cx="2167055" cy="2946707"/>
            </a:xfrm>
            <a:custGeom>
              <a:avLst/>
              <a:gdLst/>
              <a:ahLst/>
              <a:cxnLst/>
              <a:rect l="0" t="0" r="0" b="0"/>
              <a:pathLst>
                <a:path w="2167055" h="2946707">
                  <a:moveTo>
                    <a:pt x="42885" y="2550798"/>
                  </a:moveTo>
                  <a:lnTo>
                    <a:pt x="0" y="2620619"/>
                  </a:lnTo>
                  <a:lnTo>
                    <a:pt x="29684" y="2582183"/>
                  </a:lnTo>
                  <a:close/>
                  <a:moveTo>
                    <a:pt x="42885" y="2550798"/>
                  </a:moveTo>
                  <a:lnTo>
                    <a:pt x="881" y="2608956"/>
                  </a:lnTo>
                  <a:lnTo>
                    <a:pt x="0" y="2620619"/>
                  </a:lnTo>
                  <a:close/>
                  <a:moveTo>
                    <a:pt x="881" y="2608956"/>
                  </a:moveTo>
                  <a:lnTo>
                    <a:pt x="42885" y="2550798"/>
                  </a:lnTo>
                  <a:lnTo>
                    <a:pt x="18474" y="2538404"/>
                  </a:lnTo>
                  <a:close/>
                  <a:moveTo>
                    <a:pt x="83741" y="2424898"/>
                  </a:moveTo>
                  <a:lnTo>
                    <a:pt x="18474" y="2538404"/>
                  </a:lnTo>
                  <a:lnTo>
                    <a:pt x="48570" y="2499968"/>
                  </a:lnTo>
                  <a:close/>
                  <a:moveTo>
                    <a:pt x="138745" y="2415344"/>
                  </a:moveTo>
                  <a:lnTo>
                    <a:pt x="169620" y="2379316"/>
                  </a:lnTo>
                  <a:lnTo>
                    <a:pt x="129938" y="2417752"/>
                  </a:lnTo>
                  <a:close/>
                  <a:moveTo>
                    <a:pt x="387246" y="2590916"/>
                  </a:moveTo>
                  <a:lnTo>
                    <a:pt x="418212" y="2587525"/>
                  </a:lnTo>
                  <a:lnTo>
                    <a:pt x="459128" y="2562027"/>
                  </a:lnTo>
                  <a:close/>
                  <a:moveTo>
                    <a:pt x="316207" y="2448485"/>
                  </a:moveTo>
                  <a:lnTo>
                    <a:pt x="269278" y="2340879"/>
                  </a:lnTo>
                  <a:lnTo>
                    <a:pt x="234012" y="2354623"/>
                  </a:lnTo>
                  <a:close/>
                  <a:moveTo>
                    <a:pt x="234012" y="2354623"/>
                  </a:moveTo>
                  <a:lnTo>
                    <a:pt x="257735" y="2366368"/>
                  </a:lnTo>
                  <a:lnTo>
                    <a:pt x="316207" y="2448485"/>
                  </a:lnTo>
                  <a:close/>
                  <a:moveTo>
                    <a:pt x="680531" y="2734441"/>
                  </a:moveTo>
                  <a:lnTo>
                    <a:pt x="672534" y="2802604"/>
                  </a:lnTo>
                  <a:lnTo>
                    <a:pt x="751280" y="2713519"/>
                  </a:lnTo>
                  <a:close/>
                  <a:moveTo>
                    <a:pt x="751280" y="2713519"/>
                  </a:moveTo>
                  <a:lnTo>
                    <a:pt x="701142" y="2834170"/>
                  </a:lnTo>
                  <a:lnTo>
                    <a:pt x="770568" y="2795734"/>
                  </a:lnTo>
                  <a:close/>
                  <a:moveTo>
                    <a:pt x="602679" y="2751955"/>
                  </a:moveTo>
                  <a:lnTo>
                    <a:pt x="672534" y="2802604"/>
                  </a:lnTo>
                  <a:lnTo>
                    <a:pt x="680531" y="2734441"/>
                  </a:lnTo>
                  <a:close/>
                  <a:moveTo>
                    <a:pt x="574809" y="2659706"/>
                  </a:moveTo>
                  <a:lnTo>
                    <a:pt x="567445" y="2688350"/>
                  </a:lnTo>
                  <a:lnTo>
                    <a:pt x="680531" y="2734441"/>
                  </a:lnTo>
                  <a:close/>
                  <a:moveTo>
                    <a:pt x="680531" y="2734441"/>
                  </a:moveTo>
                  <a:lnTo>
                    <a:pt x="751280" y="2713519"/>
                  </a:lnTo>
                  <a:lnTo>
                    <a:pt x="764630" y="2653072"/>
                  </a:lnTo>
                  <a:close/>
                  <a:moveTo>
                    <a:pt x="418212" y="2587525"/>
                  </a:moveTo>
                  <a:lnTo>
                    <a:pt x="491188" y="2667096"/>
                  </a:lnTo>
                  <a:lnTo>
                    <a:pt x="482609" y="2573979"/>
                  </a:lnTo>
                  <a:close/>
                  <a:moveTo>
                    <a:pt x="491188" y="2667096"/>
                  </a:moveTo>
                  <a:lnTo>
                    <a:pt x="574809" y="2659706"/>
                  </a:lnTo>
                  <a:lnTo>
                    <a:pt x="482609" y="2573979"/>
                  </a:lnTo>
                  <a:close/>
                  <a:moveTo>
                    <a:pt x="418212" y="2587525"/>
                  </a:moveTo>
                  <a:lnTo>
                    <a:pt x="482609" y="2573979"/>
                  </a:lnTo>
                  <a:lnTo>
                    <a:pt x="459128" y="2562027"/>
                  </a:lnTo>
                  <a:close/>
                  <a:moveTo>
                    <a:pt x="269278" y="2340879"/>
                  </a:moveTo>
                  <a:lnTo>
                    <a:pt x="336961" y="2383923"/>
                  </a:lnTo>
                  <a:lnTo>
                    <a:pt x="348415" y="2322208"/>
                  </a:lnTo>
                  <a:close/>
                  <a:moveTo>
                    <a:pt x="243775" y="2258664"/>
                  </a:moveTo>
                  <a:lnTo>
                    <a:pt x="348415" y="2322208"/>
                  </a:lnTo>
                  <a:lnTo>
                    <a:pt x="341613" y="2227646"/>
                  </a:lnTo>
                  <a:close/>
                  <a:moveTo>
                    <a:pt x="1012795" y="2846276"/>
                  </a:moveTo>
                  <a:lnTo>
                    <a:pt x="992227" y="2946707"/>
                  </a:lnTo>
                  <a:lnTo>
                    <a:pt x="1101377" y="2934945"/>
                  </a:lnTo>
                  <a:close/>
                  <a:moveTo>
                    <a:pt x="1094231" y="2840662"/>
                  </a:moveTo>
                  <a:lnTo>
                    <a:pt x="1012795" y="2846276"/>
                  </a:lnTo>
                  <a:lnTo>
                    <a:pt x="1101377" y="2934945"/>
                  </a:lnTo>
                  <a:close/>
                  <a:moveTo>
                    <a:pt x="820757" y="2781124"/>
                  </a:moveTo>
                  <a:lnTo>
                    <a:pt x="813544" y="2835953"/>
                  </a:lnTo>
                  <a:lnTo>
                    <a:pt x="904455" y="2873763"/>
                  </a:lnTo>
                  <a:close/>
                  <a:moveTo>
                    <a:pt x="900115" y="2777199"/>
                  </a:moveTo>
                  <a:lnTo>
                    <a:pt x="820757" y="2781124"/>
                  </a:lnTo>
                  <a:lnTo>
                    <a:pt x="904455" y="2873763"/>
                  </a:lnTo>
                  <a:close/>
                  <a:moveTo>
                    <a:pt x="1012795" y="2846276"/>
                  </a:moveTo>
                  <a:lnTo>
                    <a:pt x="904455" y="2873763"/>
                  </a:lnTo>
                  <a:lnTo>
                    <a:pt x="901238" y="2885170"/>
                  </a:lnTo>
                  <a:close/>
                  <a:moveTo>
                    <a:pt x="904455" y="2873763"/>
                  </a:moveTo>
                  <a:lnTo>
                    <a:pt x="1012795" y="2846276"/>
                  </a:lnTo>
                  <a:lnTo>
                    <a:pt x="977464" y="2774908"/>
                  </a:lnTo>
                  <a:close/>
                  <a:moveTo>
                    <a:pt x="904455" y="2873763"/>
                  </a:moveTo>
                  <a:lnTo>
                    <a:pt x="977464" y="2774908"/>
                  </a:lnTo>
                  <a:lnTo>
                    <a:pt x="900115" y="2777199"/>
                  </a:lnTo>
                  <a:close/>
                  <a:moveTo>
                    <a:pt x="770568" y="2795734"/>
                  </a:moveTo>
                  <a:lnTo>
                    <a:pt x="813544" y="2835953"/>
                  </a:lnTo>
                  <a:lnTo>
                    <a:pt x="820757" y="2781124"/>
                  </a:lnTo>
                  <a:close/>
                  <a:moveTo>
                    <a:pt x="751280" y="2713519"/>
                  </a:moveTo>
                  <a:lnTo>
                    <a:pt x="820757" y="2781124"/>
                  </a:lnTo>
                  <a:lnTo>
                    <a:pt x="803323" y="2695205"/>
                  </a:lnTo>
                  <a:close/>
                  <a:moveTo>
                    <a:pt x="820757" y="2781124"/>
                  </a:moveTo>
                  <a:lnTo>
                    <a:pt x="900115" y="2777199"/>
                  </a:lnTo>
                  <a:lnTo>
                    <a:pt x="803323" y="2695205"/>
                  </a:lnTo>
                  <a:close/>
                  <a:moveTo>
                    <a:pt x="456097" y="2099577"/>
                  </a:moveTo>
                  <a:lnTo>
                    <a:pt x="484482" y="2181792"/>
                  </a:lnTo>
                  <a:lnTo>
                    <a:pt x="489688" y="2067763"/>
                  </a:lnTo>
                  <a:close/>
                  <a:moveTo>
                    <a:pt x="507437" y="2013834"/>
                  </a:moveTo>
                  <a:lnTo>
                    <a:pt x="503696" y="2019597"/>
                  </a:lnTo>
                  <a:lnTo>
                    <a:pt x="496709" y="2056933"/>
                  </a:lnTo>
                  <a:close/>
                  <a:moveTo>
                    <a:pt x="496709" y="2056933"/>
                  </a:moveTo>
                  <a:lnTo>
                    <a:pt x="503696" y="2019597"/>
                  </a:lnTo>
                  <a:lnTo>
                    <a:pt x="489688" y="2067763"/>
                  </a:lnTo>
                  <a:close/>
                  <a:moveTo>
                    <a:pt x="489688" y="2067763"/>
                  </a:moveTo>
                  <a:lnTo>
                    <a:pt x="503696" y="2019597"/>
                  </a:lnTo>
                  <a:lnTo>
                    <a:pt x="456097" y="2099577"/>
                  </a:lnTo>
                  <a:close/>
                  <a:moveTo>
                    <a:pt x="1380862" y="2762639"/>
                  </a:moveTo>
                  <a:lnTo>
                    <a:pt x="1425591" y="2844854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380862" y="2762639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449361" y="2724203"/>
                  </a:lnTo>
                  <a:lnTo>
                    <a:pt x="1422533" y="2641988"/>
                  </a:lnTo>
                  <a:close/>
                  <a:moveTo>
                    <a:pt x="704568" y="1846360"/>
                  </a:moveTo>
                  <a:lnTo>
                    <a:pt x="650277" y="1858579"/>
                  </a:lnTo>
                  <a:lnTo>
                    <a:pt x="577526" y="1865232"/>
                  </a:lnTo>
                  <a:close/>
                  <a:moveTo>
                    <a:pt x="704568" y="1846360"/>
                  </a:moveTo>
                  <a:lnTo>
                    <a:pt x="577526" y="1865232"/>
                  </a:lnTo>
                  <a:lnTo>
                    <a:pt x="630894" y="1849563"/>
                  </a:lnTo>
                  <a:close/>
                  <a:moveTo>
                    <a:pt x="1463243" y="2622347"/>
                  </a:moveTo>
                  <a:lnTo>
                    <a:pt x="1354433" y="2604155"/>
                  </a:lnTo>
                  <a:lnTo>
                    <a:pt x="1422533" y="2641988"/>
                  </a:lnTo>
                  <a:close/>
                  <a:moveTo>
                    <a:pt x="1372729" y="2535248"/>
                  </a:moveTo>
                  <a:lnTo>
                    <a:pt x="1354433" y="2604155"/>
                  </a:lnTo>
                  <a:lnTo>
                    <a:pt x="1463243" y="2622347"/>
                  </a:lnTo>
                  <a:close/>
                  <a:moveTo>
                    <a:pt x="1500607" y="2603551"/>
                  </a:moveTo>
                  <a:lnTo>
                    <a:pt x="1549323" y="2560294"/>
                  </a:lnTo>
                  <a:lnTo>
                    <a:pt x="1463243" y="2622347"/>
                  </a:lnTo>
                  <a:close/>
                  <a:moveTo>
                    <a:pt x="1463243" y="2622347"/>
                  </a:moveTo>
                  <a:lnTo>
                    <a:pt x="1549323" y="2560294"/>
                  </a:lnTo>
                  <a:lnTo>
                    <a:pt x="1510913" y="2544091"/>
                  </a:lnTo>
                  <a:close/>
                  <a:moveTo>
                    <a:pt x="1353196" y="2451036"/>
                  </a:moveTo>
                  <a:lnTo>
                    <a:pt x="1286224" y="2444891"/>
                  </a:lnTo>
                  <a:lnTo>
                    <a:pt x="1372729" y="2535248"/>
                  </a:lnTo>
                  <a:close/>
                  <a:moveTo>
                    <a:pt x="1353196" y="2451036"/>
                  </a:moveTo>
                  <a:lnTo>
                    <a:pt x="1424957" y="2439121"/>
                  </a:lnTo>
                  <a:lnTo>
                    <a:pt x="1439519" y="2428414"/>
                  </a:lnTo>
                  <a:close/>
                  <a:moveTo>
                    <a:pt x="1206567" y="2114762"/>
                  </a:moveTo>
                  <a:lnTo>
                    <a:pt x="1202700" y="2110261"/>
                  </a:lnTo>
                  <a:lnTo>
                    <a:pt x="1203525" y="2111756"/>
                  </a:lnTo>
                  <a:close/>
                  <a:moveTo>
                    <a:pt x="902435" y="1874483"/>
                  </a:moveTo>
                  <a:lnTo>
                    <a:pt x="853005" y="1781400"/>
                  </a:lnTo>
                  <a:lnTo>
                    <a:pt x="810869" y="1788241"/>
                  </a:lnTo>
                  <a:close/>
                  <a:moveTo>
                    <a:pt x="810869" y="1788241"/>
                  </a:moveTo>
                  <a:lnTo>
                    <a:pt x="878962" y="1725872"/>
                  </a:lnTo>
                  <a:lnTo>
                    <a:pt x="861786" y="1707346"/>
                  </a:lnTo>
                  <a:close/>
                  <a:moveTo>
                    <a:pt x="1424957" y="2439121"/>
                  </a:moveTo>
                  <a:lnTo>
                    <a:pt x="1450101" y="2467977"/>
                  </a:lnTo>
                  <a:lnTo>
                    <a:pt x="1450920" y="2432181"/>
                  </a:lnTo>
                  <a:close/>
                  <a:moveTo>
                    <a:pt x="1439519" y="2428414"/>
                  </a:moveTo>
                  <a:lnTo>
                    <a:pt x="1424957" y="2439121"/>
                  </a:lnTo>
                  <a:lnTo>
                    <a:pt x="1450920" y="2432181"/>
                  </a:lnTo>
                  <a:close/>
                  <a:moveTo>
                    <a:pt x="1450920" y="2432181"/>
                  </a:moveTo>
                  <a:lnTo>
                    <a:pt x="1450101" y="2467977"/>
                  </a:lnTo>
                  <a:lnTo>
                    <a:pt x="1468538" y="2439121"/>
                  </a:lnTo>
                  <a:close/>
                  <a:moveTo>
                    <a:pt x="1450920" y="2432181"/>
                  </a:moveTo>
                  <a:lnTo>
                    <a:pt x="1468538" y="2439121"/>
                  </a:lnTo>
                  <a:lnTo>
                    <a:pt x="1439519" y="2428414"/>
                  </a:lnTo>
                  <a:close/>
                  <a:moveTo>
                    <a:pt x="1202700" y="2110261"/>
                  </a:moveTo>
                  <a:lnTo>
                    <a:pt x="1206567" y="2114762"/>
                  </a:lnTo>
                  <a:lnTo>
                    <a:pt x="1210155" y="2106365"/>
                  </a:lnTo>
                  <a:close/>
                  <a:moveTo>
                    <a:pt x="878962" y="1725872"/>
                  </a:moveTo>
                  <a:lnTo>
                    <a:pt x="853005" y="1781400"/>
                  </a:lnTo>
                  <a:lnTo>
                    <a:pt x="914895" y="1764262"/>
                  </a:lnTo>
                  <a:close/>
                  <a:moveTo>
                    <a:pt x="1601251" y="2400685"/>
                  </a:moveTo>
                  <a:lnTo>
                    <a:pt x="1683544" y="236424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01251" y="240068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27752" y="2280033"/>
                  </a:lnTo>
                  <a:lnTo>
                    <a:pt x="1529387" y="2270555"/>
                  </a:lnTo>
                  <a:close/>
                  <a:moveTo>
                    <a:pt x="1627752" y="2280033"/>
                  </a:moveTo>
                  <a:lnTo>
                    <a:pt x="1571420" y="2212509"/>
                  </a:lnTo>
                  <a:lnTo>
                    <a:pt x="1529387" y="2270555"/>
                  </a:lnTo>
                  <a:close/>
                  <a:moveTo>
                    <a:pt x="1558064" y="2197818"/>
                  </a:moveTo>
                  <a:lnTo>
                    <a:pt x="1529387" y="2270555"/>
                  </a:lnTo>
                  <a:lnTo>
                    <a:pt x="1571420" y="2212509"/>
                  </a:lnTo>
                  <a:close/>
                  <a:moveTo>
                    <a:pt x="1880354" y="2525611"/>
                  </a:moveTo>
                  <a:lnTo>
                    <a:pt x="1873373" y="2526678"/>
                  </a:lnTo>
                  <a:lnTo>
                    <a:pt x="1948057" y="2569518"/>
                  </a:lnTo>
                  <a:close/>
                  <a:moveTo>
                    <a:pt x="1878155" y="2523365"/>
                  </a:moveTo>
                  <a:lnTo>
                    <a:pt x="1873373" y="2526678"/>
                  </a:lnTo>
                  <a:lnTo>
                    <a:pt x="1880354" y="2525611"/>
                  </a:lnTo>
                  <a:close/>
                  <a:moveTo>
                    <a:pt x="1924513" y="2406027"/>
                  </a:moveTo>
                  <a:lnTo>
                    <a:pt x="1880354" y="2525611"/>
                  </a:lnTo>
                  <a:lnTo>
                    <a:pt x="1985639" y="2488242"/>
                  </a:lnTo>
                  <a:close/>
                  <a:moveTo>
                    <a:pt x="1880354" y="2525611"/>
                  </a:moveTo>
                  <a:lnTo>
                    <a:pt x="1948057" y="2569518"/>
                  </a:lnTo>
                  <a:lnTo>
                    <a:pt x="1985639" y="2488242"/>
                  </a:lnTo>
                  <a:close/>
                  <a:moveTo>
                    <a:pt x="1774833" y="2350622"/>
                  </a:moveTo>
                  <a:lnTo>
                    <a:pt x="1684953" y="2358329"/>
                  </a:lnTo>
                  <a:lnTo>
                    <a:pt x="1700812" y="2362248"/>
                  </a:lnTo>
                  <a:close/>
                  <a:moveTo>
                    <a:pt x="1697567" y="2252753"/>
                  </a:moveTo>
                  <a:lnTo>
                    <a:pt x="1684953" y="2358329"/>
                  </a:lnTo>
                  <a:lnTo>
                    <a:pt x="1774833" y="2350622"/>
                  </a:lnTo>
                  <a:close/>
                  <a:moveTo>
                    <a:pt x="1627752" y="2280033"/>
                  </a:moveTo>
                  <a:lnTo>
                    <a:pt x="1684953" y="2358329"/>
                  </a:lnTo>
                  <a:lnTo>
                    <a:pt x="1697567" y="2252753"/>
                  </a:lnTo>
                  <a:close/>
                  <a:moveTo>
                    <a:pt x="1697567" y="2252753"/>
                  </a:moveTo>
                  <a:lnTo>
                    <a:pt x="1571420" y="2212509"/>
                  </a:lnTo>
                  <a:lnTo>
                    <a:pt x="1627752" y="2280033"/>
                  </a:lnTo>
                  <a:close/>
                  <a:moveTo>
                    <a:pt x="1577842" y="2189403"/>
                  </a:moveTo>
                  <a:lnTo>
                    <a:pt x="1571420" y="2212509"/>
                  </a:lnTo>
                  <a:lnTo>
                    <a:pt x="1697567" y="2252753"/>
                  </a:lnTo>
                  <a:close/>
                  <a:moveTo>
                    <a:pt x="1668287" y="2176465"/>
                  </a:moveTo>
                  <a:lnTo>
                    <a:pt x="1577842" y="2189403"/>
                  </a:lnTo>
                  <a:lnTo>
                    <a:pt x="1697567" y="2252753"/>
                  </a:lnTo>
                  <a:close/>
                  <a:moveTo>
                    <a:pt x="1558064" y="2197818"/>
                  </a:moveTo>
                  <a:lnTo>
                    <a:pt x="1571420" y="2212509"/>
                  </a:lnTo>
                  <a:lnTo>
                    <a:pt x="1577842" y="2189403"/>
                  </a:lnTo>
                  <a:close/>
                  <a:moveTo>
                    <a:pt x="1499391" y="2115603"/>
                  </a:moveTo>
                  <a:lnTo>
                    <a:pt x="1558064" y="2197818"/>
                  </a:lnTo>
                  <a:lnTo>
                    <a:pt x="1577842" y="2189403"/>
                  </a:lnTo>
                  <a:close/>
                  <a:moveTo>
                    <a:pt x="1450960" y="2033387"/>
                  </a:moveTo>
                  <a:lnTo>
                    <a:pt x="1499391" y="2115603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450960" y="2033387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547689" y="1994951"/>
                  </a:lnTo>
                  <a:lnTo>
                    <a:pt x="1515810" y="1912736"/>
                  </a:lnTo>
                  <a:close/>
                  <a:moveTo>
                    <a:pt x="1985639" y="2488242"/>
                  </a:moveTo>
                  <a:lnTo>
                    <a:pt x="1948057" y="2569518"/>
                  </a:lnTo>
                  <a:lnTo>
                    <a:pt x="2059328" y="2540792"/>
                  </a:lnTo>
                  <a:close/>
                  <a:moveTo>
                    <a:pt x="2042219" y="2449805"/>
                  </a:moveTo>
                  <a:lnTo>
                    <a:pt x="1985639" y="2488242"/>
                  </a:lnTo>
                  <a:lnTo>
                    <a:pt x="2059328" y="2540792"/>
                  </a:lnTo>
                  <a:close/>
                  <a:moveTo>
                    <a:pt x="1515810" y="1912736"/>
                  </a:moveTo>
                  <a:lnTo>
                    <a:pt x="1607391" y="1965195"/>
                  </a:lnTo>
                  <a:lnTo>
                    <a:pt x="1568352" y="1896842"/>
                  </a:lnTo>
                  <a:close/>
                  <a:moveTo>
                    <a:pt x="1515810" y="1912736"/>
                  </a:moveTo>
                  <a:lnTo>
                    <a:pt x="1547689" y="1994951"/>
                  </a:lnTo>
                  <a:lnTo>
                    <a:pt x="1607391" y="1965195"/>
                  </a:lnTo>
                  <a:close/>
                  <a:moveTo>
                    <a:pt x="1568352" y="1896842"/>
                  </a:moveTo>
                  <a:lnTo>
                    <a:pt x="1457545" y="1850205"/>
                  </a:lnTo>
                  <a:lnTo>
                    <a:pt x="1515810" y="1912736"/>
                  </a:lnTo>
                  <a:close/>
                  <a:moveTo>
                    <a:pt x="1461270" y="1823213"/>
                  </a:moveTo>
                  <a:lnTo>
                    <a:pt x="1457545" y="1850205"/>
                  </a:lnTo>
                  <a:lnTo>
                    <a:pt x="1568352" y="1896842"/>
                  </a:lnTo>
                  <a:close/>
                  <a:moveTo>
                    <a:pt x="1560124" y="1803439"/>
                  </a:moveTo>
                  <a:lnTo>
                    <a:pt x="1461270" y="1823213"/>
                  </a:lnTo>
                  <a:lnTo>
                    <a:pt x="1568352" y="1896842"/>
                  </a:lnTo>
                  <a:close/>
                  <a:moveTo>
                    <a:pt x="1625949" y="1910609"/>
                  </a:moveTo>
                  <a:lnTo>
                    <a:pt x="1615842" y="1792085"/>
                  </a:lnTo>
                  <a:lnTo>
                    <a:pt x="1560124" y="1803439"/>
                  </a:lnTo>
                  <a:close/>
                  <a:moveTo>
                    <a:pt x="1625949" y="1910609"/>
                  </a:moveTo>
                  <a:lnTo>
                    <a:pt x="1560124" y="1803439"/>
                  </a:lnTo>
                  <a:lnTo>
                    <a:pt x="1568352" y="1896842"/>
                  </a:lnTo>
                  <a:close/>
                  <a:moveTo>
                    <a:pt x="1430917" y="1830521"/>
                  </a:moveTo>
                  <a:lnTo>
                    <a:pt x="1457545" y="1850205"/>
                  </a:lnTo>
                  <a:lnTo>
                    <a:pt x="1461270" y="1823213"/>
                  </a:lnTo>
                  <a:close/>
                  <a:moveTo>
                    <a:pt x="1395836" y="1748306"/>
                  </a:moveTo>
                  <a:lnTo>
                    <a:pt x="1430917" y="1830521"/>
                  </a:lnTo>
                  <a:lnTo>
                    <a:pt x="1470477" y="1709870"/>
                  </a:lnTo>
                  <a:close/>
                  <a:moveTo>
                    <a:pt x="1615842" y="1792085"/>
                  </a:moveTo>
                  <a:lnTo>
                    <a:pt x="1568220" y="1709870"/>
                  </a:lnTo>
                  <a:lnTo>
                    <a:pt x="1560124" y="1803439"/>
                  </a:lnTo>
                  <a:close/>
                  <a:moveTo>
                    <a:pt x="1354434" y="1666090"/>
                  </a:moveTo>
                  <a:lnTo>
                    <a:pt x="1395836" y="1748306"/>
                  </a:lnTo>
                  <a:lnTo>
                    <a:pt x="1470477" y="1709870"/>
                  </a:lnTo>
                  <a:close/>
                  <a:moveTo>
                    <a:pt x="1354434" y="1666090"/>
                  </a:moveTo>
                  <a:lnTo>
                    <a:pt x="1470477" y="1709870"/>
                  </a:lnTo>
                  <a:lnTo>
                    <a:pt x="1428389" y="1627654"/>
                  </a:lnTo>
                  <a:close/>
                  <a:moveTo>
                    <a:pt x="1327922" y="1570753"/>
                  </a:moveTo>
                  <a:lnTo>
                    <a:pt x="1314972" y="1595805"/>
                  </a:lnTo>
                  <a:lnTo>
                    <a:pt x="1368497" y="1545439"/>
                  </a:lnTo>
                  <a:close/>
                  <a:moveTo>
                    <a:pt x="1368497" y="1545439"/>
                  </a:moveTo>
                  <a:lnTo>
                    <a:pt x="1314972" y="1595805"/>
                  </a:lnTo>
                  <a:lnTo>
                    <a:pt x="1354434" y="1666090"/>
                  </a:lnTo>
                  <a:close/>
                  <a:moveTo>
                    <a:pt x="1368497" y="1545439"/>
                  </a:moveTo>
                  <a:lnTo>
                    <a:pt x="1354434" y="1666090"/>
                  </a:lnTo>
                  <a:lnTo>
                    <a:pt x="1428389" y="1627654"/>
                  </a:lnTo>
                  <a:close/>
                  <a:moveTo>
                    <a:pt x="1305601" y="1583876"/>
                  </a:moveTo>
                  <a:lnTo>
                    <a:pt x="1314972" y="1595805"/>
                  </a:lnTo>
                  <a:lnTo>
                    <a:pt x="1327922" y="1570753"/>
                  </a:lnTo>
                  <a:close/>
                  <a:moveTo>
                    <a:pt x="1305511" y="1501661"/>
                  </a:moveTo>
                  <a:lnTo>
                    <a:pt x="1327922" y="1570753"/>
                  </a:lnTo>
                  <a:lnTo>
                    <a:pt x="1368497" y="1545439"/>
                  </a:lnTo>
                  <a:close/>
                  <a:moveTo>
                    <a:pt x="1675946" y="1769870"/>
                  </a:moveTo>
                  <a:lnTo>
                    <a:pt x="1654847" y="1815365"/>
                  </a:lnTo>
                  <a:lnTo>
                    <a:pt x="1721843" y="1753648"/>
                  </a:lnTo>
                  <a:close/>
                  <a:moveTo>
                    <a:pt x="1615842" y="1792085"/>
                  </a:moveTo>
                  <a:lnTo>
                    <a:pt x="1654847" y="1815365"/>
                  </a:lnTo>
                  <a:lnTo>
                    <a:pt x="1675946" y="1769870"/>
                  </a:lnTo>
                  <a:close/>
                  <a:moveTo>
                    <a:pt x="1650165" y="1671433"/>
                  </a:moveTo>
                  <a:lnTo>
                    <a:pt x="1675946" y="1769870"/>
                  </a:lnTo>
                  <a:lnTo>
                    <a:pt x="1687613" y="1722666"/>
                  </a:lnTo>
                  <a:close/>
                  <a:moveTo>
                    <a:pt x="1615842" y="1792085"/>
                  </a:moveTo>
                  <a:lnTo>
                    <a:pt x="1675946" y="1769870"/>
                  </a:lnTo>
                  <a:lnTo>
                    <a:pt x="1650165" y="1671433"/>
                  </a:lnTo>
                  <a:close/>
                  <a:moveTo>
                    <a:pt x="1568220" y="1709870"/>
                  </a:moveTo>
                  <a:lnTo>
                    <a:pt x="1615842" y="1792085"/>
                  </a:lnTo>
                  <a:lnTo>
                    <a:pt x="1650165" y="1671433"/>
                  </a:lnTo>
                  <a:close/>
                  <a:moveTo>
                    <a:pt x="1675946" y="1769870"/>
                  </a:moveTo>
                  <a:lnTo>
                    <a:pt x="1721843" y="1753648"/>
                  </a:lnTo>
                  <a:lnTo>
                    <a:pt x="1687613" y="1722666"/>
                  </a:lnTo>
                  <a:close/>
                  <a:moveTo>
                    <a:pt x="1428389" y="1627654"/>
                  </a:moveTo>
                  <a:lnTo>
                    <a:pt x="1484514" y="1704224"/>
                  </a:lnTo>
                  <a:lnTo>
                    <a:pt x="1476321" y="1610792"/>
                  </a:lnTo>
                  <a:close/>
                  <a:moveTo>
                    <a:pt x="1428389" y="1627654"/>
                  </a:moveTo>
                  <a:lnTo>
                    <a:pt x="1470477" y="1709870"/>
                  </a:lnTo>
                  <a:lnTo>
                    <a:pt x="1484514" y="1704224"/>
                  </a:lnTo>
                  <a:close/>
                  <a:moveTo>
                    <a:pt x="1476321" y="1610792"/>
                  </a:moveTo>
                  <a:lnTo>
                    <a:pt x="1484514" y="1704224"/>
                  </a:lnTo>
                  <a:lnTo>
                    <a:pt x="1558167" y="1604845"/>
                  </a:lnTo>
                  <a:close/>
                  <a:moveTo>
                    <a:pt x="1558167" y="1604845"/>
                  </a:moveTo>
                  <a:lnTo>
                    <a:pt x="1550711" y="1704675"/>
                  </a:lnTo>
                  <a:lnTo>
                    <a:pt x="1615708" y="1589218"/>
                  </a:lnTo>
                  <a:close/>
                  <a:moveTo>
                    <a:pt x="1615708" y="1589218"/>
                  </a:moveTo>
                  <a:lnTo>
                    <a:pt x="1568220" y="1709870"/>
                  </a:lnTo>
                  <a:lnTo>
                    <a:pt x="1650165" y="1671433"/>
                  </a:lnTo>
                  <a:close/>
                  <a:moveTo>
                    <a:pt x="1473798" y="1507003"/>
                  </a:moveTo>
                  <a:lnTo>
                    <a:pt x="1476321" y="1610792"/>
                  </a:lnTo>
                  <a:lnTo>
                    <a:pt x="1483829" y="1518068"/>
                  </a:lnTo>
                  <a:close/>
                  <a:moveTo>
                    <a:pt x="1428389" y="1627654"/>
                  </a:moveTo>
                  <a:lnTo>
                    <a:pt x="1476321" y="1610792"/>
                  </a:lnTo>
                  <a:lnTo>
                    <a:pt x="1473798" y="1507003"/>
                  </a:lnTo>
                  <a:close/>
                  <a:moveTo>
                    <a:pt x="1476321" y="1610792"/>
                  </a:moveTo>
                  <a:lnTo>
                    <a:pt x="1558167" y="1604845"/>
                  </a:lnTo>
                  <a:lnTo>
                    <a:pt x="1483829" y="1518068"/>
                  </a:lnTo>
                  <a:close/>
                  <a:moveTo>
                    <a:pt x="1558167" y="1604845"/>
                  </a:moveTo>
                  <a:lnTo>
                    <a:pt x="1560774" y="1527097"/>
                  </a:lnTo>
                  <a:lnTo>
                    <a:pt x="1483829" y="1518068"/>
                  </a:lnTo>
                  <a:close/>
                  <a:moveTo>
                    <a:pt x="1560774" y="1527097"/>
                  </a:moveTo>
                  <a:lnTo>
                    <a:pt x="1558167" y="1604845"/>
                  </a:lnTo>
                  <a:lnTo>
                    <a:pt x="1615708" y="1589218"/>
                  </a:lnTo>
                  <a:close/>
                  <a:moveTo>
                    <a:pt x="332495" y="0"/>
                  </a:moveTo>
                  <a:lnTo>
                    <a:pt x="209202" y="32888"/>
                  </a:lnTo>
                  <a:lnTo>
                    <a:pt x="262075" y="15370"/>
                  </a:lnTo>
                  <a:close/>
                  <a:moveTo>
                    <a:pt x="1806182" y="1724582"/>
                  </a:moveTo>
                  <a:lnTo>
                    <a:pt x="1687613" y="1722666"/>
                  </a:lnTo>
                  <a:lnTo>
                    <a:pt x="1721843" y="1753648"/>
                  </a:lnTo>
                  <a:close/>
                  <a:moveTo>
                    <a:pt x="1702069" y="1648540"/>
                  </a:moveTo>
                  <a:lnTo>
                    <a:pt x="1687613" y="1722666"/>
                  </a:lnTo>
                  <a:lnTo>
                    <a:pt x="1806182" y="1724582"/>
                  </a:lnTo>
                  <a:close/>
                  <a:moveTo>
                    <a:pt x="1650165" y="1671433"/>
                  </a:moveTo>
                  <a:lnTo>
                    <a:pt x="1687613" y="1722666"/>
                  </a:lnTo>
                  <a:lnTo>
                    <a:pt x="1702069" y="1648540"/>
                  </a:lnTo>
                  <a:close/>
                  <a:moveTo>
                    <a:pt x="1650165" y="1671433"/>
                  </a:moveTo>
                  <a:lnTo>
                    <a:pt x="1702069" y="1648540"/>
                  </a:lnTo>
                  <a:lnTo>
                    <a:pt x="1693477" y="1550781"/>
                  </a:lnTo>
                  <a:close/>
                  <a:moveTo>
                    <a:pt x="1615708" y="1589218"/>
                  </a:moveTo>
                  <a:lnTo>
                    <a:pt x="1650165" y="1671433"/>
                  </a:lnTo>
                  <a:lnTo>
                    <a:pt x="1693477" y="1550781"/>
                  </a:lnTo>
                  <a:close/>
                  <a:moveTo>
                    <a:pt x="1605440" y="1478892"/>
                  </a:moveTo>
                  <a:lnTo>
                    <a:pt x="1483829" y="1518068"/>
                  </a:lnTo>
                  <a:lnTo>
                    <a:pt x="1560774" y="1527097"/>
                  </a:lnTo>
                  <a:close/>
                  <a:moveTo>
                    <a:pt x="1521740" y="1334183"/>
                  </a:moveTo>
                  <a:lnTo>
                    <a:pt x="1444578" y="1336322"/>
                  </a:lnTo>
                  <a:lnTo>
                    <a:pt x="1552675" y="1409125"/>
                  </a:lnTo>
                  <a:close/>
                  <a:moveTo>
                    <a:pt x="1419767" y="1256401"/>
                  </a:moveTo>
                  <a:lnTo>
                    <a:pt x="1332298" y="1230178"/>
                  </a:lnTo>
                  <a:lnTo>
                    <a:pt x="1400404" y="1260357"/>
                  </a:lnTo>
                  <a:close/>
                  <a:moveTo>
                    <a:pt x="1216830" y="861919"/>
                  </a:moveTo>
                  <a:lnTo>
                    <a:pt x="1159127" y="931497"/>
                  </a:lnTo>
                  <a:lnTo>
                    <a:pt x="1186350" y="893061"/>
                  </a:lnTo>
                  <a:close/>
                  <a:moveTo>
                    <a:pt x="1917294" y="1632997"/>
                  </a:moveTo>
                  <a:lnTo>
                    <a:pt x="1929933" y="1715212"/>
                  </a:lnTo>
                  <a:lnTo>
                    <a:pt x="1981366" y="1676775"/>
                  </a:lnTo>
                  <a:close/>
                  <a:moveTo>
                    <a:pt x="1917294" y="1632997"/>
                  </a:moveTo>
                  <a:lnTo>
                    <a:pt x="1981366" y="1676775"/>
                  </a:lnTo>
                  <a:lnTo>
                    <a:pt x="1946046" y="1594560"/>
                  </a:lnTo>
                  <a:close/>
                  <a:moveTo>
                    <a:pt x="1260693" y="810712"/>
                  </a:moveTo>
                  <a:lnTo>
                    <a:pt x="1186350" y="893061"/>
                  </a:lnTo>
                  <a:lnTo>
                    <a:pt x="1219269" y="854624"/>
                  </a:lnTo>
                  <a:close/>
                  <a:moveTo>
                    <a:pt x="1260693" y="810712"/>
                  </a:moveTo>
                  <a:lnTo>
                    <a:pt x="1216830" y="861919"/>
                  </a:lnTo>
                  <a:lnTo>
                    <a:pt x="1186350" y="893061"/>
                  </a:lnTo>
                  <a:close/>
                  <a:moveTo>
                    <a:pt x="1805320" y="1324914"/>
                  </a:moveTo>
                  <a:lnTo>
                    <a:pt x="1712018" y="1347915"/>
                  </a:lnTo>
                  <a:lnTo>
                    <a:pt x="1735801" y="1420932"/>
                  </a:lnTo>
                  <a:close/>
                  <a:moveTo>
                    <a:pt x="1963368" y="1335548"/>
                  </a:moveTo>
                  <a:lnTo>
                    <a:pt x="1998924" y="1288701"/>
                  </a:lnTo>
                  <a:lnTo>
                    <a:pt x="1975915" y="1319001"/>
                  </a:lnTo>
                  <a:close/>
                  <a:moveTo>
                    <a:pt x="1963368" y="1335548"/>
                  </a:moveTo>
                  <a:lnTo>
                    <a:pt x="1975915" y="1319001"/>
                  </a:lnTo>
                  <a:lnTo>
                    <a:pt x="1914363" y="1367529"/>
                  </a:lnTo>
                  <a:close/>
                  <a:moveTo>
                    <a:pt x="2089825" y="1175300"/>
                  </a:moveTo>
                  <a:lnTo>
                    <a:pt x="2004099" y="1188827"/>
                  </a:lnTo>
                  <a:lnTo>
                    <a:pt x="2137696" y="1214810"/>
                  </a:lnTo>
                  <a:close/>
                  <a:moveTo>
                    <a:pt x="2137696" y="1214810"/>
                  </a:moveTo>
                  <a:lnTo>
                    <a:pt x="2167055" y="1232605"/>
                  </a:lnTo>
                  <a:lnTo>
                    <a:pt x="2089825" y="1175300"/>
                  </a:lnTo>
                  <a:close/>
                  <a:moveTo>
                    <a:pt x="2137696" y="1214810"/>
                  </a:moveTo>
                  <a:lnTo>
                    <a:pt x="2115311" y="1232605"/>
                  </a:lnTo>
                  <a:lnTo>
                    <a:pt x="2150581" y="1225999"/>
                  </a:lnTo>
                  <a:close/>
                  <a:moveTo>
                    <a:pt x="2150581" y="1225999"/>
                  </a:moveTo>
                  <a:lnTo>
                    <a:pt x="2167055" y="1232605"/>
                  </a:lnTo>
                  <a:lnTo>
                    <a:pt x="2137696" y="121481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44" name="Candidate_density__2043">
              <a:extLst>
                <a:ext uri="{FF2B5EF4-FFF2-40B4-BE49-F238E27FC236}">
                  <a16:creationId xmlns:a16="http://schemas.microsoft.com/office/drawing/2014/main" id="{1DA9820E-3CC6-EF10-68BC-6D1D6E29A7B9}"/>
                </a:ext>
              </a:extLst>
            </p:cNvPr>
            <p:cNvSpPr>
              <a:spLocks noGrp="1"/>
            </p:cNvSpPr>
            <p:nvPr/>
          </p:nvSpPr>
          <p:spPr>
            <a:xfrm>
              <a:off x="4392460" y="3359313"/>
              <a:ext cx="2119221" cy="1815116"/>
            </a:xfrm>
            <a:custGeom>
              <a:avLst/>
              <a:gdLst/>
              <a:ahLst/>
              <a:cxnLst/>
              <a:rect l="0" t="0" r="0" b="0"/>
              <a:pathLst>
                <a:path w="2119221" h="1815116">
                  <a:moveTo>
                    <a:pt x="24410" y="1361972"/>
                  </a:moveTo>
                  <a:lnTo>
                    <a:pt x="30096" y="1311141"/>
                  </a:lnTo>
                  <a:lnTo>
                    <a:pt x="0" y="1349577"/>
                  </a:lnTo>
                  <a:close/>
                  <a:moveTo>
                    <a:pt x="120270" y="1226517"/>
                  </a:moveTo>
                  <a:lnTo>
                    <a:pt x="30096" y="1311141"/>
                  </a:lnTo>
                  <a:lnTo>
                    <a:pt x="102373" y="1272704"/>
                  </a:lnTo>
                  <a:close/>
                  <a:moveTo>
                    <a:pt x="120270" y="1226517"/>
                  </a:moveTo>
                  <a:lnTo>
                    <a:pt x="65267" y="1236071"/>
                  </a:lnTo>
                  <a:lnTo>
                    <a:pt x="30096" y="1311141"/>
                  </a:lnTo>
                  <a:close/>
                  <a:moveTo>
                    <a:pt x="215538" y="1165796"/>
                  </a:moveTo>
                  <a:lnTo>
                    <a:pt x="151146" y="1190489"/>
                  </a:lnTo>
                  <a:lnTo>
                    <a:pt x="239260" y="1177542"/>
                  </a:lnTo>
                  <a:close/>
                  <a:moveTo>
                    <a:pt x="151146" y="1190489"/>
                  </a:moveTo>
                  <a:lnTo>
                    <a:pt x="120270" y="1226517"/>
                  </a:lnTo>
                  <a:lnTo>
                    <a:pt x="239260" y="1177542"/>
                  </a:lnTo>
                  <a:close/>
                  <a:moveTo>
                    <a:pt x="239260" y="1177542"/>
                  </a:moveTo>
                  <a:lnTo>
                    <a:pt x="120270" y="1226517"/>
                  </a:lnTo>
                  <a:lnTo>
                    <a:pt x="222974" y="1234268"/>
                  </a:lnTo>
                  <a:close/>
                  <a:moveTo>
                    <a:pt x="169194" y="1130776"/>
                  </a:moveTo>
                  <a:lnTo>
                    <a:pt x="151146" y="1190489"/>
                  </a:lnTo>
                  <a:lnTo>
                    <a:pt x="215538" y="1165796"/>
                  </a:lnTo>
                  <a:close/>
                  <a:moveTo>
                    <a:pt x="169536" y="1108274"/>
                  </a:moveTo>
                  <a:lnTo>
                    <a:pt x="215538" y="1165796"/>
                  </a:lnTo>
                  <a:lnTo>
                    <a:pt x="250804" y="1152053"/>
                  </a:lnTo>
                  <a:close/>
                  <a:moveTo>
                    <a:pt x="169536" y="1108274"/>
                  </a:moveTo>
                  <a:lnTo>
                    <a:pt x="250804" y="1152053"/>
                  </a:lnTo>
                  <a:lnTo>
                    <a:pt x="225301" y="1069838"/>
                  </a:lnTo>
                  <a:close/>
                  <a:moveTo>
                    <a:pt x="662056" y="1545615"/>
                  </a:moveTo>
                  <a:lnTo>
                    <a:pt x="548971" y="1499524"/>
                  </a:lnTo>
                  <a:lnTo>
                    <a:pt x="584204" y="1563128"/>
                  </a:lnTo>
                  <a:close/>
                  <a:moveTo>
                    <a:pt x="225301" y="1069838"/>
                  </a:moveTo>
                  <a:lnTo>
                    <a:pt x="250804" y="1152053"/>
                  </a:lnTo>
                  <a:lnTo>
                    <a:pt x="329941" y="1133381"/>
                  </a:lnTo>
                  <a:close/>
                  <a:moveTo>
                    <a:pt x="210746" y="987622"/>
                  </a:moveTo>
                  <a:lnTo>
                    <a:pt x="323139" y="1038819"/>
                  </a:lnTo>
                  <a:lnTo>
                    <a:pt x="289912" y="965740"/>
                  </a:lnTo>
                  <a:close/>
                  <a:moveTo>
                    <a:pt x="210746" y="987622"/>
                  </a:moveTo>
                  <a:lnTo>
                    <a:pt x="225301" y="1069838"/>
                  </a:lnTo>
                  <a:lnTo>
                    <a:pt x="323139" y="1038819"/>
                  </a:lnTo>
                  <a:close/>
                  <a:moveTo>
                    <a:pt x="732806" y="1524692"/>
                  </a:moveTo>
                  <a:lnTo>
                    <a:pt x="752093" y="1606907"/>
                  </a:lnTo>
                  <a:lnTo>
                    <a:pt x="802283" y="1592297"/>
                  </a:lnTo>
                  <a:close/>
                  <a:moveTo>
                    <a:pt x="1312312" y="1780889"/>
                  </a:moveTo>
                  <a:lnTo>
                    <a:pt x="1175680" y="1740336"/>
                  </a:lnTo>
                  <a:lnTo>
                    <a:pt x="1211966" y="1815116"/>
                  </a:lnTo>
                  <a:close/>
                  <a:moveTo>
                    <a:pt x="1345778" y="1694464"/>
                  </a:moveTo>
                  <a:lnTo>
                    <a:pt x="1336896" y="1776679"/>
                  </a:lnTo>
                  <a:lnTo>
                    <a:pt x="1425258" y="1738243"/>
                  </a:lnTo>
                  <a:close/>
                  <a:moveTo>
                    <a:pt x="1345778" y="1694464"/>
                  </a:moveTo>
                  <a:lnTo>
                    <a:pt x="1425258" y="1738243"/>
                  </a:lnTo>
                  <a:lnTo>
                    <a:pt x="1407116" y="1656028"/>
                  </a:lnTo>
                  <a:close/>
                  <a:moveTo>
                    <a:pt x="1407116" y="1656028"/>
                  </a:moveTo>
                  <a:lnTo>
                    <a:pt x="1470270" y="1638833"/>
                  </a:lnTo>
                  <a:lnTo>
                    <a:pt x="1450268" y="1629234"/>
                  </a:lnTo>
                  <a:close/>
                  <a:moveTo>
                    <a:pt x="1456169" y="1699807"/>
                  </a:moveTo>
                  <a:lnTo>
                    <a:pt x="1470270" y="1638833"/>
                  </a:lnTo>
                  <a:lnTo>
                    <a:pt x="1407116" y="1656028"/>
                  </a:lnTo>
                  <a:close/>
                  <a:moveTo>
                    <a:pt x="1425258" y="1738243"/>
                  </a:moveTo>
                  <a:lnTo>
                    <a:pt x="1456169" y="1699807"/>
                  </a:lnTo>
                  <a:lnTo>
                    <a:pt x="1407116" y="1656028"/>
                  </a:lnTo>
                  <a:close/>
                  <a:moveTo>
                    <a:pt x="1430887" y="1535376"/>
                  </a:moveTo>
                  <a:lnTo>
                    <a:pt x="1450268" y="1629234"/>
                  </a:lnTo>
                  <a:lnTo>
                    <a:pt x="1460004" y="1600450"/>
                  </a:lnTo>
                  <a:close/>
                  <a:moveTo>
                    <a:pt x="1407116" y="1656028"/>
                  </a:moveTo>
                  <a:lnTo>
                    <a:pt x="1450268" y="1629234"/>
                  </a:lnTo>
                  <a:lnTo>
                    <a:pt x="1430887" y="1535376"/>
                  </a:lnTo>
                  <a:close/>
                  <a:moveTo>
                    <a:pt x="1450268" y="1629234"/>
                  </a:moveTo>
                  <a:lnTo>
                    <a:pt x="1474423" y="1617592"/>
                  </a:lnTo>
                  <a:lnTo>
                    <a:pt x="1460004" y="1600450"/>
                  </a:lnTo>
                  <a:close/>
                  <a:moveTo>
                    <a:pt x="631803" y="669752"/>
                  </a:moveTo>
                  <a:lnTo>
                    <a:pt x="686093" y="657534"/>
                  </a:lnTo>
                  <a:lnTo>
                    <a:pt x="631977" y="669446"/>
                  </a:lnTo>
                  <a:close/>
                  <a:moveTo>
                    <a:pt x="686093" y="657534"/>
                  </a:moveTo>
                  <a:lnTo>
                    <a:pt x="690776" y="631010"/>
                  </a:lnTo>
                  <a:lnTo>
                    <a:pt x="631977" y="669446"/>
                  </a:lnTo>
                  <a:close/>
                  <a:moveTo>
                    <a:pt x="610096" y="587231"/>
                  </a:moveTo>
                  <a:lnTo>
                    <a:pt x="631977" y="669446"/>
                  </a:lnTo>
                  <a:lnTo>
                    <a:pt x="690776" y="631010"/>
                  </a:lnTo>
                  <a:close/>
                  <a:moveTo>
                    <a:pt x="610096" y="587231"/>
                  </a:moveTo>
                  <a:lnTo>
                    <a:pt x="690776" y="631010"/>
                  </a:lnTo>
                  <a:lnTo>
                    <a:pt x="683555" y="548795"/>
                  </a:lnTo>
                  <a:close/>
                  <a:moveTo>
                    <a:pt x="1466448" y="1515987"/>
                  </a:moveTo>
                  <a:lnTo>
                    <a:pt x="1460004" y="1600450"/>
                  </a:lnTo>
                  <a:lnTo>
                    <a:pt x="1500789" y="1496940"/>
                  </a:lnTo>
                  <a:close/>
                  <a:moveTo>
                    <a:pt x="1500789" y="1496940"/>
                  </a:moveTo>
                  <a:lnTo>
                    <a:pt x="1460004" y="1600450"/>
                  </a:lnTo>
                  <a:lnTo>
                    <a:pt x="1474423" y="1617592"/>
                  </a:lnTo>
                  <a:close/>
                  <a:moveTo>
                    <a:pt x="1430887" y="1535376"/>
                  </a:moveTo>
                  <a:lnTo>
                    <a:pt x="1460004" y="1600450"/>
                  </a:lnTo>
                  <a:lnTo>
                    <a:pt x="1466448" y="1515987"/>
                  </a:lnTo>
                  <a:close/>
                  <a:moveTo>
                    <a:pt x="1404058" y="1453161"/>
                  </a:moveTo>
                  <a:lnTo>
                    <a:pt x="1466448" y="1515987"/>
                  </a:lnTo>
                  <a:lnTo>
                    <a:pt x="1444769" y="1433520"/>
                  </a:lnTo>
                  <a:close/>
                  <a:moveTo>
                    <a:pt x="1404058" y="1453161"/>
                  </a:moveTo>
                  <a:lnTo>
                    <a:pt x="1430887" y="1535376"/>
                  </a:lnTo>
                  <a:lnTo>
                    <a:pt x="1466448" y="1515987"/>
                  </a:lnTo>
                  <a:close/>
                  <a:moveTo>
                    <a:pt x="1500789" y="1496940"/>
                  </a:moveTo>
                  <a:lnTo>
                    <a:pt x="1482133" y="1414725"/>
                  </a:lnTo>
                  <a:lnTo>
                    <a:pt x="1466448" y="1515987"/>
                  </a:lnTo>
                  <a:close/>
                  <a:moveTo>
                    <a:pt x="1482133" y="1414725"/>
                  </a:moveTo>
                  <a:lnTo>
                    <a:pt x="1444769" y="1433520"/>
                  </a:lnTo>
                  <a:lnTo>
                    <a:pt x="1466448" y="1515987"/>
                  </a:lnTo>
                  <a:close/>
                  <a:moveTo>
                    <a:pt x="683555" y="548795"/>
                  </a:moveTo>
                  <a:lnTo>
                    <a:pt x="792395" y="599414"/>
                  </a:lnTo>
                  <a:lnTo>
                    <a:pt x="765160" y="521463"/>
                  </a:lnTo>
                  <a:close/>
                  <a:moveTo>
                    <a:pt x="683555" y="548795"/>
                  </a:moveTo>
                  <a:lnTo>
                    <a:pt x="690776" y="631010"/>
                  </a:lnTo>
                  <a:lnTo>
                    <a:pt x="792395" y="599414"/>
                  </a:lnTo>
                  <a:close/>
                  <a:moveTo>
                    <a:pt x="834531" y="592573"/>
                  </a:moveTo>
                  <a:lnTo>
                    <a:pt x="860488" y="537045"/>
                  </a:lnTo>
                  <a:lnTo>
                    <a:pt x="792395" y="599414"/>
                  </a:lnTo>
                  <a:close/>
                  <a:moveTo>
                    <a:pt x="792395" y="599414"/>
                  </a:moveTo>
                  <a:lnTo>
                    <a:pt x="843312" y="518519"/>
                  </a:lnTo>
                  <a:lnTo>
                    <a:pt x="765160" y="521463"/>
                  </a:lnTo>
                  <a:close/>
                  <a:moveTo>
                    <a:pt x="718080" y="498467"/>
                  </a:moveTo>
                  <a:lnTo>
                    <a:pt x="683555" y="548795"/>
                  </a:lnTo>
                  <a:lnTo>
                    <a:pt x="765160" y="521463"/>
                  </a:lnTo>
                  <a:close/>
                  <a:moveTo>
                    <a:pt x="1609278" y="1091207"/>
                  </a:moveTo>
                  <a:lnTo>
                    <a:pt x="1665070" y="1175419"/>
                  </a:lnTo>
                  <a:lnTo>
                    <a:pt x="1666478" y="1169502"/>
                  </a:lnTo>
                  <a:close/>
                  <a:moveTo>
                    <a:pt x="1665070" y="1175419"/>
                  </a:moveTo>
                  <a:lnTo>
                    <a:pt x="1682338" y="1173421"/>
                  </a:lnTo>
                  <a:lnTo>
                    <a:pt x="1666478" y="1169502"/>
                  </a:lnTo>
                  <a:close/>
                  <a:moveTo>
                    <a:pt x="1287037" y="312834"/>
                  </a:moveTo>
                  <a:lnTo>
                    <a:pt x="1350022" y="356613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09915" y="438828"/>
                  </a:lnTo>
                  <a:lnTo>
                    <a:pt x="1455323" y="318176"/>
                  </a:lnTo>
                  <a:close/>
                  <a:moveTo>
                    <a:pt x="1339605" y="274397"/>
                  </a:moveTo>
                  <a:lnTo>
                    <a:pt x="1451554" y="277644"/>
                  </a:lnTo>
                  <a:lnTo>
                    <a:pt x="1436873" y="238832"/>
                  </a:lnTo>
                  <a:close/>
                  <a:moveTo>
                    <a:pt x="1455323" y="318176"/>
                  </a:moveTo>
                  <a:lnTo>
                    <a:pt x="1451554" y="277644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55323" y="318176"/>
                  </a:lnTo>
                  <a:lnTo>
                    <a:pt x="1339605" y="274397"/>
                  </a:lnTo>
                  <a:close/>
                  <a:moveTo>
                    <a:pt x="1297576" y="191394"/>
                  </a:moveTo>
                  <a:lnTo>
                    <a:pt x="1297333" y="194899"/>
                  </a:lnTo>
                  <a:lnTo>
                    <a:pt x="1407203" y="153746"/>
                  </a:lnTo>
                  <a:close/>
                  <a:moveTo>
                    <a:pt x="1297333" y="194899"/>
                  </a:moveTo>
                  <a:lnTo>
                    <a:pt x="1339605" y="274397"/>
                  </a:lnTo>
                  <a:lnTo>
                    <a:pt x="1407203" y="153746"/>
                  </a:lnTo>
                  <a:close/>
                  <a:moveTo>
                    <a:pt x="1407203" y="153746"/>
                  </a:moveTo>
                  <a:lnTo>
                    <a:pt x="1339605" y="274397"/>
                  </a:lnTo>
                  <a:lnTo>
                    <a:pt x="1431262" y="201777"/>
                  </a:lnTo>
                  <a:close/>
                  <a:moveTo>
                    <a:pt x="1431262" y="201777"/>
                  </a:moveTo>
                  <a:lnTo>
                    <a:pt x="1339605" y="274397"/>
                  </a:lnTo>
                  <a:lnTo>
                    <a:pt x="1436873" y="238832"/>
                  </a:lnTo>
                  <a:close/>
                  <a:moveTo>
                    <a:pt x="1436873" y="238832"/>
                  </a:moveTo>
                  <a:lnTo>
                    <a:pt x="1459139" y="235961"/>
                  </a:lnTo>
                  <a:lnTo>
                    <a:pt x="1431262" y="201777"/>
                  </a:lnTo>
                  <a:close/>
                  <a:moveTo>
                    <a:pt x="1436873" y="238832"/>
                  </a:moveTo>
                  <a:lnTo>
                    <a:pt x="1451554" y="277644"/>
                  </a:lnTo>
                  <a:lnTo>
                    <a:pt x="1459139" y="235961"/>
                  </a:lnTo>
                  <a:close/>
                  <a:moveTo>
                    <a:pt x="1465355" y="329242"/>
                  </a:moveTo>
                  <a:lnTo>
                    <a:pt x="1478029" y="305466"/>
                  </a:lnTo>
                  <a:lnTo>
                    <a:pt x="1455323" y="318176"/>
                  </a:lnTo>
                  <a:close/>
                  <a:moveTo>
                    <a:pt x="1451554" y="277644"/>
                  </a:moveTo>
                  <a:lnTo>
                    <a:pt x="1455323" y="318176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59139" y="235961"/>
                  </a:lnTo>
                  <a:lnTo>
                    <a:pt x="1581697" y="270368"/>
                  </a:lnTo>
                  <a:close/>
                  <a:moveTo>
                    <a:pt x="1459139" y="235961"/>
                  </a:moveTo>
                  <a:lnTo>
                    <a:pt x="1451554" y="277644"/>
                  </a:lnTo>
                  <a:lnTo>
                    <a:pt x="1581697" y="270368"/>
                  </a:lnTo>
                  <a:close/>
                  <a:moveTo>
                    <a:pt x="1581697" y="270368"/>
                  </a:moveTo>
                  <a:lnTo>
                    <a:pt x="1451554" y="277644"/>
                  </a:lnTo>
                  <a:lnTo>
                    <a:pt x="1567760" y="279740"/>
                  </a:lnTo>
                  <a:close/>
                  <a:moveTo>
                    <a:pt x="1567760" y="279740"/>
                  </a:moveTo>
                  <a:lnTo>
                    <a:pt x="1451554" y="277644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31262" y="201777"/>
                  </a:lnTo>
                  <a:lnTo>
                    <a:pt x="1459139" y="235961"/>
                  </a:lnTo>
                  <a:close/>
                  <a:moveTo>
                    <a:pt x="1426104" y="147496"/>
                  </a:moveTo>
                  <a:lnTo>
                    <a:pt x="1431262" y="201777"/>
                  </a:lnTo>
                  <a:lnTo>
                    <a:pt x="1534201" y="220298"/>
                  </a:lnTo>
                  <a:close/>
                  <a:moveTo>
                    <a:pt x="1534201" y="220298"/>
                  </a:moveTo>
                  <a:lnTo>
                    <a:pt x="1606672" y="197524"/>
                  </a:lnTo>
                  <a:lnTo>
                    <a:pt x="1622528" y="144372"/>
                  </a:lnTo>
                  <a:close/>
                  <a:moveTo>
                    <a:pt x="1534201" y="220298"/>
                  </a:moveTo>
                  <a:lnTo>
                    <a:pt x="1581697" y="270368"/>
                  </a:lnTo>
                  <a:lnTo>
                    <a:pt x="1606672" y="197524"/>
                  </a:lnTo>
                  <a:close/>
                  <a:moveTo>
                    <a:pt x="1407203" y="153746"/>
                  </a:moveTo>
                  <a:lnTo>
                    <a:pt x="1431262" y="201777"/>
                  </a:lnTo>
                  <a:lnTo>
                    <a:pt x="1426104" y="147496"/>
                  </a:lnTo>
                  <a:close/>
                  <a:moveTo>
                    <a:pt x="1381930" y="71531"/>
                  </a:moveTo>
                  <a:lnTo>
                    <a:pt x="1426104" y="147496"/>
                  </a:lnTo>
                  <a:lnTo>
                    <a:pt x="1401292" y="67575"/>
                  </a:lnTo>
                  <a:close/>
                  <a:moveTo>
                    <a:pt x="1381930" y="71531"/>
                  </a:moveTo>
                  <a:lnTo>
                    <a:pt x="1407203" y="153746"/>
                  </a:lnTo>
                  <a:lnTo>
                    <a:pt x="1426104" y="147496"/>
                  </a:lnTo>
                  <a:close/>
                  <a:moveTo>
                    <a:pt x="1673045" y="168013"/>
                  </a:moveTo>
                  <a:lnTo>
                    <a:pt x="1606672" y="197524"/>
                  </a:lnTo>
                  <a:lnTo>
                    <a:pt x="1693661" y="195121"/>
                  </a:lnTo>
                  <a:close/>
                  <a:moveTo>
                    <a:pt x="1693661" y="195121"/>
                  </a:moveTo>
                  <a:lnTo>
                    <a:pt x="1606672" y="197524"/>
                  </a:lnTo>
                  <a:lnTo>
                    <a:pt x="1581697" y="270368"/>
                  </a:lnTo>
                  <a:close/>
                  <a:moveTo>
                    <a:pt x="1622528" y="144372"/>
                  </a:moveTo>
                  <a:lnTo>
                    <a:pt x="1606672" y="197524"/>
                  </a:lnTo>
                  <a:lnTo>
                    <a:pt x="1673045" y="168013"/>
                  </a:lnTo>
                  <a:close/>
                  <a:moveTo>
                    <a:pt x="1622528" y="144372"/>
                  </a:moveTo>
                  <a:lnTo>
                    <a:pt x="1673045" y="168013"/>
                  </a:lnTo>
                  <a:lnTo>
                    <a:pt x="1637471" y="115310"/>
                  </a:lnTo>
                  <a:close/>
                  <a:moveTo>
                    <a:pt x="1637471" y="115310"/>
                  </a:moveTo>
                  <a:lnTo>
                    <a:pt x="1673045" y="168013"/>
                  </a:lnTo>
                  <a:lnTo>
                    <a:pt x="1693543" y="159088"/>
                  </a:lnTo>
                  <a:close/>
                  <a:moveTo>
                    <a:pt x="1637471" y="115310"/>
                  </a:moveTo>
                  <a:lnTo>
                    <a:pt x="1693543" y="159088"/>
                  </a:lnTo>
                  <a:lnTo>
                    <a:pt x="1703449" y="76873"/>
                  </a:lnTo>
                  <a:close/>
                  <a:moveTo>
                    <a:pt x="1673045" y="168013"/>
                  </a:moveTo>
                  <a:lnTo>
                    <a:pt x="1693661" y="195121"/>
                  </a:lnTo>
                  <a:lnTo>
                    <a:pt x="1693543" y="159088"/>
                  </a:lnTo>
                  <a:close/>
                  <a:moveTo>
                    <a:pt x="1703449" y="76873"/>
                  </a:moveTo>
                  <a:lnTo>
                    <a:pt x="1786845" y="136088"/>
                  </a:lnTo>
                  <a:lnTo>
                    <a:pt x="1758053" y="59403"/>
                  </a:lnTo>
                  <a:close/>
                  <a:moveTo>
                    <a:pt x="1703449" y="76873"/>
                  </a:moveTo>
                  <a:lnTo>
                    <a:pt x="1693543" y="159088"/>
                  </a:lnTo>
                  <a:lnTo>
                    <a:pt x="1786845" y="136088"/>
                  </a:lnTo>
                  <a:close/>
                  <a:moveTo>
                    <a:pt x="1786845" y="136088"/>
                  </a:moveTo>
                  <a:lnTo>
                    <a:pt x="1842449" y="51383"/>
                  </a:lnTo>
                  <a:lnTo>
                    <a:pt x="1758053" y="59403"/>
                  </a:lnTo>
                  <a:close/>
                  <a:moveTo>
                    <a:pt x="1728437" y="46485"/>
                  </a:moveTo>
                  <a:lnTo>
                    <a:pt x="1703449" y="76873"/>
                  </a:lnTo>
                  <a:lnTo>
                    <a:pt x="1758053" y="59403"/>
                  </a:lnTo>
                  <a:close/>
                  <a:moveTo>
                    <a:pt x="1995520" y="82215"/>
                  </a:moveTo>
                  <a:lnTo>
                    <a:pt x="1980449" y="99874"/>
                  </a:lnTo>
                  <a:lnTo>
                    <a:pt x="1944894" y="146722"/>
                  </a:lnTo>
                  <a:close/>
                  <a:moveTo>
                    <a:pt x="1984427" y="15874"/>
                  </a:moveTo>
                  <a:lnTo>
                    <a:pt x="1980449" y="99874"/>
                  </a:lnTo>
                  <a:lnTo>
                    <a:pt x="1995520" y="82215"/>
                  </a:lnTo>
                  <a:close/>
                  <a:moveTo>
                    <a:pt x="1985624" y="0"/>
                  </a:moveTo>
                  <a:lnTo>
                    <a:pt x="1980449" y="99874"/>
                  </a:lnTo>
                  <a:lnTo>
                    <a:pt x="1984427" y="15874"/>
                  </a:lnTo>
                  <a:close/>
                  <a:moveTo>
                    <a:pt x="1985624" y="0"/>
                  </a:moveTo>
                  <a:lnTo>
                    <a:pt x="1976923" y="2650"/>
                  </a:lnTo>
                  <a:lnTo>
                    <a:pt x="1949024" y="98710"/>
                  </a:lnTo>
                  <a:close/>
                  <a:moveTo>
                    <a:pt x="2014957" y="71821"/>
                  </a:moveTo>
                  <a:lnTo>
                    <a:pt x="1995520" y="82215"/>
                  </a:lnTo>
                  <a:lnTo>
                    <a:pt x="2063499" y="96307"/>
                  </a:lnTo>
                  <a:close/>
                  <a:moveTo>
                    <a:pt x="1984427" y="15874"/>
                  </a:moveTo>
                  <a:lnTo>
                    <a:pt x="1995520" y="82215"/>
                  </a:lnTo>
                  <a:lnTo>
                    <a:pt x="2014957" y="71821"/>
                  </a:lnTo>
                  <a:close/>
                  <a:moveTo>
                    <a:pt x="1985624" y="0"/>
                  </a:moveTo>
                  <a:lnTo>
                    <a:pt x="1984427" y="15874"/>
                  </a:lnTo>
                  <a:lnTo>
                    <a:pt x="2119221" y="25984"/>
                  </a:lnTo>
                  <a:close/>
                  <a:moveTo>
                    <a:pt x="2119221" y="25984"/>
                  </a:moveTo>
                  <a:lnTo>
                    <a:pt x="1984427" y="15874"/>
                  </a:lnTo>
                  <a:lnTo>
                    <a:pt x="2096837" y="43779"/>
                  </a:lnTo>
                  <a:close/>
                  <a:moveTo>
                    <a:pt x="2096837" y="43779"/>
                  </a:moveTo>
                  <a:lnTo>
                    <a:pt x="1984427" y="15874"/>
                  </a:lnTo>
                  <a:lnTo>
                    <a:pt x="2014957" y="7182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45" name="Candidate_density__2044">
              <a:extLst>
                <a:ext uri="{FF2B5EF4-FFF2-40B4-BE49-F238E27FC236}">
                  <a16:creationId xmlns:a16="http://schemas.microsoft.com/office/drawing/2014/main" id="{A867E632-2E1E-8A3A-903D-1C8C579359E6}"/>
                </a:ext>
              </a:extLst>
            </p:cNvPr>
            <p:cNvSpPr>
              <a:spLocks noGrp="1"/>
            </p:cNvSpPr>
            <p:nvPr/>
          </p:nvSpPr>
          <p:spPr>
            <a:xfrm>
              <a:off x="4677152" y="2165924"/>
              <a:ext cx="1955093" cy="3370459"/>
            </a:xfrm>
            <a:custGeom>
              <a:avLst/>
              <a:gdLst/>
              <a:ahLst/>
              <a:cxnLst/>
              <a:rect l="0" t="0" r="0" b="0"/>
              <a:pathLst>
                <a:path w="1955093" h="3370459">
                  <a:moveTo>
                    <a:pt x="489406" y="3206029"/>
                  </a:moveTo>
                  <a:lnTo>
                    <a:pt x="451636" y="3266497"/>
                  </a:lnTo>
                  <a:lnTo>
                    <a:pt x="493846" y="3209109"/>
                  </a:lnTo>
                  <a:close/>
                  <a:moveTo>
                    <a:pt x="493846" y="3209109"/>
                  </a:moveTo>
                  <a:lnTo>
                    <a:pt x="564259" y="3208707"/>
                  </a:lnTo>
                  <a:lnTo>
                    <a:pt x="527850" y="3206029"/>
                  </a:lnTo>
                  <a:close/>
                  <a:moveTo>
                    <a:pt x="0" y="2712738"/>
                  </a:moveTo>
                  <a:lnTo>
                    <a:pt x="37051" y="2733804"/>
                  </a:lnTo>
                  <a:lnTo>
                    <a:pt x="76505" y="2763373"/>
                  </a:lnTo>
                  <a:close/>
                  <a:moveTo>
                    <a:pt x="153239" y="2771613"/>
                  </a:moveTo>
                  <a:lnTo>
                    <a:pt x="76505" y="2763373"/>
                  </a:lnTo>
                  <a:lnTo>
                    <a:pt x="37051" y="2733804"/>
                  </a:lnTo>
                  <a:close/>
                  <a:moveTo>
                    <a:pt x="743212" y="3370459"/>
                  </a:moveTo>
                  <a:lnTo>
                    <a:pt x="752847" y="3332023"/>
                  </a:lnTo>
                  <a:lnTo>
                    <a:pt x="674743" y="3328141"/>
                  </a:lnTo>
                  <a:close/>
                  <a:moveTo>
                    <a:pt x="752847" y="3332023"/>
                  </a:moveTo>
                  <a:lnTo>
                    <a:pt x="731462" y="3324999"/>
                  </a:lnTo>
                  <a:lnTo>
                    <a:pt x="674743" y="3328141"/>
                  </a:lnTo>
                  <a:close/>
                  <a:moveTo>
                    <a:pt x="493846" y="3209109"/>
                  </a:moveTo>
                  <a:lnTo>
                    <a:pt x="457474" y="3174337"/>
                  </a:lnTo>
                  <a:lnTo>
                    <a:pt x="489406" y="3206029"/>
                  </a:lnTo>
                  <a:close/>
                  <a:moveTo>
                    <a:pt x="557453" y="3231723"/>
                  </a:moveTo>
                  <a:lnTo>
                    <a:pt x="527850" y="3206029"/>
                  </a:lnTo>
                  <a:lnTo>
                    <a:pt x="620334" y="3263211"/>
                  </a:lnTo>
                  <a:close/>
                  <a:moveTo>
                    <a:pt x="493846" y="3209109"/>
                  </a:moveTo>
                  <a:lnTo>
                    <a:pt x="527850" y="3206029"/>
                  </a:lnTo>
                  <a:lnTo>
                    <a:pt x="557453" y="3231723"/>
                  </a:lnTo>
                  <a:close/>
                  <a:moveTo>
                    <a:pt x="397976" y="2838733"/>
                  </a:moveTo>
                  <a:lnTo>
                    <a:pt x="369369" y="2807167"/>
                  </a:lnTo>
                  <a:lnTo>
                    <a:pt x="422389" y="2863084"/>
                  </a:lnTo>
                  <a:close/>
                  <a:moveTo>
                    <a:pt x="55764" y="2518406"/>
                  </a:moveTo>
                  <a:lnTo>
                    <a:pt x="13041" y="2453048"/>
                  </a:lnTo>
                  <a:lnTo>
                    <a:pt x="18154" y="2509872"/>
                  </a:lnTo>
                  <a:close/>
                  <a:moveTo>
                    <a:pt x="807010" y="3293586"/>
                  </a:moveTo>
                  <a:lnTo>
                    <a:pt x="752847" y="3332023"/>
                  </a:lnTo>
                  <a:lnTo>
                    <a:pt x="813424" y="3352784"/>
                  </a:lnTo>
                  <a:close/>
                  <a:moveTo>
                    <a:pt x="752847" y="3332023"/>
                  </a:moveTo>
                  <a:lnTo>
                    <a:pt x="807010" y="3293586"/>
                  </a:lnTo>
                  <a:lnTo>
                    <a:pt x="731462" y="3324999"/>
                  </a:lnTo>
                  <a:close/>
                  <a:moveTo>
                    <a:pt x="543294" y="2900130"/>
                  </a:moveTo>
                  <a:lnTo>
                    <a:pt x="510378" y="2840515"/>
                  </a:lnTo>
                  <a:lnTo>
                    <a:pt x="466040" y="2889946"/>
                  </a:lnTo>
                  <a:close/>
                  <a:moveTo>
                    <a:pt x="151069" y="2389220"/>
                  </a:moveTo>
                  <a:lnTo>
                    <a:pt x="97745" y="2427657"/>
                  </a:lnTo>
                  <a:lnTo>
                    <a:pt x="132067" y="2471436"/>
                  </a:lnTo>
                  <a:close/>
                  <a:moveTo>
                    <a:pt x="175448" y="2389220"/>
                  </a:moveTo>
                  <a:lnTo>
                    <a:pt x="159873" y="2494359"/>
                  </a:lnTo>
                  <a:lnTo>
                    <a:pt x="205446" y="2472944"/>
                  </a:lnTo>
                  <a:close/>
                  <a:moveTo>
                    <a:pt x="467152" y="2626508"/>
                  </a:moveTo>
                  <a:lnTo>
                    <a:pt x="514015" y="2638912"/>
                  </a:lnTo>
                  <a:lnTo>
                    <a:pt x="407104" y="2614734"/>
                  </a:lnTo>
                  <a:close/>
                  <a:moveTo>
                    <a:pt x="480971" y="2635866"/>
                  </a:moveTo>
                  <a:lnTo>
                    <a:pt x="539015" y="2668926"/>
                  </a:lnTo>
                  <a:lnTo>
                    <a:pt x="514015" y="2638912"/>
                  </a:lnTo>
                  <a:close/>
                  <a:moveTo>
                    <a:pt x="514015" y="2638912"/>
                  </a:moveTo>
                  <a:lnTo>
                    <a:pt x="539015" y="2668926"/>
                  </a:lnTo>
                  <a:lnTo>
                    <a:pt x="588172" y="2637515"/>
                  </a:lnTo>
                  <a:close/>
                  <a:moveTo>
                    <a:pt x="480971" y="2635866"/>
                  </a:moveTo>
                  <a:lnTo>
                    <a:pt x="514015" y="2638912"/>
                  </a:lnTo>
                  <a:lnTo>
                    <a:pt x="467152" y="2626508"/>
                  </a:lnTo>
                  <a:close/>
                  <a:moveTo>
                    <a:pt x="956199" y="3171935"/>
                  </a:moveTo>
                  <a:lnTo>
                    <a:pt x="955514" y="3174974"/>
                  </a:lnTo>
                  <a:lnTo>
                    <a:pt x="955529" y="3172935"/>
                  </a:lnTo>
                  <a:close/>
                  <a:moveTo>
                    <a:pt x="956199" y="3171935"/>
                  </a:moveTo>
                  <a:lnTo>
                    <a:pt x="955529" y="3172935"/>
                  </a:lnTo>
                  <a:lnTo>
                    <a:pt x="954584" y="3171497"/>
                  </a:lnTo>
                  <a:close/>
                  <a:moveTo>
                    <a:pt x="1027620" y="2974278"/>
                  </a:moveTo>
                  <a:lnTo>
                    <a:pt x="1016962" y="3090720"/>
                  </a:lnTo>
                  <a:lnTo>
                    <a:pt x="1121512" y="3023092"/>
                  </a:lnTo>
                  <a:close/>
                  <a:moveTo>
                    <a:pt x="594168" y="2483746"/>
                  </a:moveTo>
                  <a:lnTo>
                    <a:pt x="521707" y="2582156"/>
                  </a:lnTo>
                  <a:lnTo>
                    <a:pt x="600689" y="2578537"/>
                  </a:lnTo>
                  <a:close/>
                  <a:moveTo>
                    <a:pt x="459001" y="2432999"/>
                  </a:moveTo>
                  <a:lnTo>
                    <a:pt x="599622" y="2465122"/>
                  </a:lnTo>
                  <a:lnTo>
                    <a:pt x="548964" y="2476778"/>
                  </a:lnTo>
                  <a:close/>
                  <a:moveTo>
                    <a:pt x="548964" y="2476778"/>
                  </a:moveTo>
                  <a:lnTo>
                    <a:pt x="594168" y="2483746"/>
                  </a:lnTo>
                  <a:lnTo>
                    <a:pt x="459001" y="2432999"/>
                  </a:lnTo>
                  <a:close/>
                  <a:moveTo>
                    <a:pt x="284416" y="2253517"/>
                  </a:moveTo>
                  <a:lnTo>
                    <a:pt x="322246" y="2322853"/>
                  </a:lnTo>
                  <a:lnTo>
                    <a:pt x="367289" y="2246734"/>
                  </a:lnTo>
                  <a:close/>
                  <a:moveTo>
                    <a:pt x="284416" y="2253517"/>
                  </a:moveTo>
                  <a:lnTo>
                    <a:pt x="367289" y="2246734"/>
                  </a:lnTo>
                  <a:lnTo>
                    <a:pt x="306582" y="2205468"/>
                  </a:lnTo>
                  <a:close/>
                  <a:moveTo>
                    <a:pt x="367289" y="2246734"/>
                  </a:moveTo>
                  <a:lnTo>
                    <a:pt x="420414" y="2264136"/>
                  </a:lnTo>
                  <a:lnTo>
                    <a:pt x="377810" y="2193118"/>
                  </a:lnTo>
                  <a:close/>
                  <a:moveTo>
                    <a:pt x="1140567" y="2931632"/>
                  </a:moveTo>
                  <a:lnTo>
                    <a:pt x="1121512" y="3023092"/>
                  </a:lnTo>
                  <a:lnTo>
                    <a:pt x="1169541" y="2987465"/>
                  </a:lnTo>
                  <a:close/>
                  <a:moveTo>
                    <a:pt x="639785" y="2400080"/>
                  </a:moveTo>
                  <a:lnTo>
                    <a:pt x="692288" y="2364476"/>
                  </a:lnTo>
                  <a:lnTo>
                    <a:pt x="680761" y="2356126"/>
                  </a:lnTo>
                  <a:close/>
                  <a:moveTo>
                    <a:pt x="669685" y="2448421"/>
                  </a:moveTo>
                  <a:lnTo>
                    <a:pt x="692288" y="2364476"/>
                  </a:lnTo>
                  <a:lnTo>
                    <a:pt x="639785" y="2400080"/>
                  </a:lnTo>
                  <a:close/>
                  <a:moveTo>
                    <a:pt x="599622" y="2465122"/>
                  </a:moveTo>
                  <a:lnTo>
                    <a:pt x="669685" y="2448421"/>
                  </a:lnTo>
                  <a:lnTo>
                    <a:pt x="639785" y="2400080"/>
                  </a:lnTo>
                  <a:close/>
                  <a:moveTo>
                    <a:pt x="692288" y="2364476"/>
                  </a:moveTo>
                  <a:lnTo>
                    <a:pt x="610090" y="2289058"/>
                  </a:lnTo>
                  <a:lnTo>
                    <a:pt x="680761" y="2356126"/>
                  </a:lnTo>
                  <a:close/>
                  <a:moveTo>
                    <a:pt x="444069" y="2144813"/>
                  </a:moveTo>
                  <a:lnTo>
                    <a:pt x="381405" y="2135166"/>
                  </a:lnTo>
                  <a:lnTo>
                    <a:pt x="377810" y="2193118"/>
                  </a:lnTo>
                  <a:close/>
                  <a:moveTo>
                    <a:pt x="1271467" y="2874692"/>
                  </a:moveTo>
                  <a:lnTo>
                    <a:pt x="1189731" y="2810980"/>
                  </a:lnTo>
                  <a:lnTo>
                    <a:pt x="1250601" y="2914183"/>
                  </a:lnTo>
                  <a:close/>
                  <a:moveTo>
                    <a:pt x="1185578" y="2832222"/>
                  </a:moveTo>
                  <a:lnTo>
                    <a:pt x="1246634" y="2893195"/>
                  </a:lnTo>
                  <a:lnTo>
                    <a:pt x="1250601" y="2914183"/>
                  </a:lnTo>
                  <a:close/>
                  <a:moveTo>
                    <a:pt x="662226" y="2328324"/>
                  </a:moveTo>
                  <a:lnTo>
                    <a:pt x="680761" y="2356126"/>
                  </a:lnTo>
                  <a:lnTo>
                    <a:pt x="610090" y="2289058"/>
                  </a:lnTo>
                  <a:close/>
                  <a:moveTo>
                    <a:pt x="493571" y="1916869"/>
                  </a:moveTo>
                  <a:lnTo>
                    <a:pt x="443791" y="1945954"/>
                  </a:lnTo>
                  <a:lnTo>
                    <a:pt x="575227" y="1943509"/>
                  </a:lnTo>
                  <a:close/>
                  <a:moveTo>
                    <a:pt x="233232" y="1716023"/>
                  </a:moveTo>
                  <a:lnTo>
                    <a:pt x="176418" y="1680171"/>
                  </a:lnTo>
                  <a:lnTo>
                    <a:pt x="205543" y="1698405"/>
                  </a:lnTo>
                  <a:close/>
                  <a:moveTo>
                    <a:pt x="935230" y="2279253"/>
                  </a:moveTo>
                  <a:lnTo>
                    <a:pt x="890448" y="2349549"/>
                  </a:lnTo>
                  <a:lnTo>
                    <a:pt x="938509" y="2285486"/>
                  </a:lnTo>
                  <a:close/>
                  <a:moveTo>
                    <a:pt x="1004491" y="2361468"/>
                  </a:moveTo>
                  <a:lnTo>
                    <a:pt x="1024475" y="2376282"/>
                  </a:lnTo>
                  <a:lnTo>
                    <a:pt x="938509" y="2285486"/>
                  </a:lnTo>
                  <a:close/>
                  <a:moveTo>
                    <a:pt x="599269" y="1879045"/>
                  </a:moveTo>
                  <a:lnTo>
                    <a:pt x="493571" y="1916869"/>
                  </a:lnTo>
                  <a:lnTo>
                    <a:pt x="575227" y="1943509"/>
                  </a:lnTo>
                  <a:close/>
                  <a:moveTo>
                    <a:pt x="498926" y="1900032"/>
                  </a:moveTo>
                  <a:lnTo>
                    <a:pt x="493571" y="1916869"/>
                  </a:lnTo>
                  <a:lnTo>
                    <a:pt x="599269" y="1879045"/>
                  </a:lnTo>
                  <a:close/>
                  <a:moveTo>
                    <a:pt x="827704" y="2014701"/>
                  </a:moveTo>
                  <a:lnTo>
                    <a:pt x="946925" y="2066852"/>
                  </a:lnTo>
                  <a:lnTo>
                    <a:pt x="860316" y="2021687"/>
                  </a:lnTo>
                  <a:close/>
                  <a:moveTo>
                    <a:pt x="881183" y="2031815"/>
                  </a:moveTo>
                  <a:lnTo>
                    <a:pt x="946925" y="2066852"/>
                  </a:lnTo>
                  <a:lnTo>
                    <a:pt x="827704" y="2014701"/>
                  </a:lnTo>
                  <a:close/>
                  <a:moveTo>
                    <a:pt x="364912" y="1418666"/>
                  </a:moveTo>
                  <a:lnTo>
                    <a:pt x="325118" y="1457103"/>
                  </a:lnTo>
                  <a:lnTo>
                    <a:pt x="394935" y="1500881"/>
                  </a:lnTo>
                  <a:close/>
                  <a:moveTo>
                    <a:pt x="946925" y="2066852"/>
                  </a:moveTo>
                  <a:lnTo>
                    <a:pt x="980320" y="2076386"/>
                  </a:lnTo>
                  <a:lnTo>
                    <a:pt x="991927" y="2019900"/>
                  </a:lnTo>
                  <a:close/>
                  <a:moveTo>
                    <a:pt x="1038650" y="1964389"/>
                  </a:moveTo>
                  <a:lnTo>
                    <a:pt x="980320" y="2076386"/>
                  </a:lnTo>
                  <a:lnTo>
                    <a:pt x="1030913" y="2070772"/>
                  </a:lnTo>
                  <a:close/>
                  <a:moveTo>
                    <a:pt x="1038650" y="1964389"/>
                  </a:moveTo>
                  <a:lnTo>
                    <a:pt x="1030913" y="2070772"/>
                  </a:lnTo>
                  <a:lnTo>
                    <a:pt x="1052991" y="2076386"/>
                  </a:lnTo>
                  <a:close/>
                  <a:moveTo>
                    <a:pt x="1038650" y="1964389"/>
                  </a:moveTo>
                  <a:lnTo>
                    <a:pt x="1014495" y="1883935"/>
                  </a:lnTo>
                  <a:lnTo>
                    <a:pt x="1033154" y="1955735"/>
                  </a:lnTo>
                  <a:close/>
                  <a:moveTo>
                    <a:pt x="1014495" y="1883935"/>
                  </a:moveTo>
                  <a:lnTo>
                    <a:pt x="1008672" y="1873520"/>
                  </a:lnTo>
                  <a:lnTo>
                    <a:pt x="1033154" y="1955735"/>
                  </a:lnTo>
                  <a:close/>
                  <a:moveTo>
                    <a:pt x="1474358" y="2430341"/>
                  </a:moveTo>
                  <a:lnTo>
                    <a:pt x="1475593" y="2366810"/>
                  </a:lnTo>
                  <a:lnTo>
                    <a:pt x="1471667" y="2355184"/>
                  </a:lnTo>
                  <a:close/>
                  <a:moveTo>
                    <a:pt x="1471667" y="2355184"/>
                  </a:moveTo>
                  <a:lnTo>
                    <a:pt x="1475593" y="2366810"/>
                  </a:lnTo>
                  <a:lnTo>
                    <a:pt x="1471695" y="2255069"/>
                  </a:lnTo>
                  <a:close/>
                  <a:moveTo>
                    <a:pt x="1274676" y="2193965"/>
                  </a:moveTo>
                  <a:lnTo>
                    <a:pt x="1346957" y="2095702"/>
                  </a:lnTo>
                  <a:lnTo>
                    <a:pt x="1273528" y="2094807"/>
                  </a:lnTo>
                  <a:close/>
                  <a:moveTo>
                    <a:pt x="1321762" y="2016093"/>
                  </a:moveTo>
                  <a:lnTo>
                    <a:pt x="1279904" y="2045422"/>
                  </a:lnTo>
                  <a:lnTo>
                    <a:pt x="1273528" y="2094807"/>
                  </a:lnTo>
                  <a:close/>
                  <a:moveTo>
                    <a:pt x="1008672" y="1873520"/>
                  </a:moveTo>
                  <a:lnTo>
                    <a:pt x="1047193" y="1835084"/>
                  </a:lnTo>
                  <a:lnTo>
                    <a:pt x="1033154" y="1955735"/>
                  </a:lnTo>
                  <a:close/>
                  <a:moveTo>
                    <a:pt x="1647853" y="2004855"/>
                  </a:moveTo>
                  <a:lnTo>
                    <a:pt x="1688497" y="2028051"/>
                  </a:lnTo>
                  <a:lnTo>
                    <a:pt x="1703579" y="1987551"/>
                  </a:lnTo>
                  <a:close/>
                  <a:moveTo>
                    <a:pt x="1703579" y="1987551"/>
                  </a:moveTo>
                  <a:lnTo>
                    <a:pt x="1688497" y="2028051"/>
                  </a:lnTo>
                  <a:lnTo>
                    <a:pt x="1723511" y="2004855"/>
                  </a:lnTo>
                  <a:close/>
                  <a:moveTo>
                    <a:pt x="1110061" y="1166188"/>
                  </a:moveTo>
                  <a:lnTo>
                    <a:pt x="1045945" y="1157721"/>
                  </a:lnTo>
                  <a:lnTo>
                    <a:pt x="1116601" y="1260964"/>
                  </a:lnTo>
                  <a:close/>
                  <a:moveTo>
                    <a:pt x="998475" y="1120121"/>
                  </a:moveTo>
                  <a:lnTo>
                    <a:pt x="1034252" y="1144268"/>
                  </a:lnTo>
                  <a:lnTo>
                    <a:pt x="1045945" y="1157721"/>
                  </a:lnTo>
                  <a:close/>
                  <a:moveTo>
                    <a:pt x="958469" y="1033997"/>
                  </a:moveTo>
                  <a:lnTo>
                    <a:pt x="925951" y="994498"/>
                  </a:lnTo>
                  <a:lnTo>
                    <a:pt x="985580" y="1071905"/>
                  </a:lnTo>
                  <a:close/>
                  <a:moveTo>
                    <a:pt x="1026726" y="1010541"/>
                  </a:moveTo>
                  <a:lnTo>
                    <a:pt x="958469" y="1033997"/>
                  </a:lnTo>
                  <a:lnTo>
                    <a:pt x="985580" y="1071905"/>
                  </a:lnTo>
                  <a:close/>
                  <a:moveTo>
                    <a:pt x="123784" y="21394"/>
                  </a:moveTo>
                  <a:lnTo>
                    <a:pt x="161807" y="90575"/>
                  </a:lnTo>
                  <a:lnTo>
                    <a:pt x="166626" y="113908"/>
                  </a:lnTo>
                  <a:close/>
                  <a:moveTo>
                    <a:pt x="75569" y="0"/>
                  </a:moveTo>
                  <a:lnTo>
                    <a:pt x="161807" y="90575"/>
                  </a:lnTo>
                  <a:lnTo>
                    <a:pt x="123784" y="21394"/>
                  </a:lnTo>
                  <a:close/>
                  <a:moveTo>
                    <a:pt x="1955093" y="2252291"/>
                  </a:moveTo>
                  <a:lnTo>
                    <a:pt x="1862488" y="2219230"/>
                  </a:lnTo>
                  <a:lnTo>
                    <a:pt x="1901668" y="2247968"/>
                  </a:lnTo>
                  <a:close/>
                  <a:moveTo>
                    <a:pt x="1482490" y="1545647"/>
                  </a:moveTo>
                  <a:lnTo>
                    <a:pt x="1483409" y="1603371"/>
                  </a:lnTo>
                  <a:lnTo>
                    <a:pt x="1486244" y="1555344"/>
                  </a:lnTo>
                  <a:close/>
                  <a:moveTo>
                    <a:pt x="1486244" y="1555344"/>
                  </a:moveTo>
                  <a:lnTo>
                    <a:pt x="1502047" y="1457855"/>
                  </a:lnTo>
                  <a:lnTo>
                    <a:pt x="1482490" y="1545647"/>
                  </a:lnTo>
                  <a:close/>
                  <a:moveTo>
                    <a:pt x="1815832" y="1656607"/>
                  </a:moveTo>
                  <a:lnTo>
                    <a:pt x="1717002" y="1704223"/>
                  </a:lnTo>
                  <a:lnTo>
                    <a:pt x="1799750" y="1734944"/>
                  </a:lnTo>
                  <a:close/>
                  <a:moveTo>
                    <a:pt x="1815832" y="1656607"/>
                  </a:moveTo>
                  <a:lnTo>
                    <a:pt x="1736952" y="1660142"/>
                  </a:lnTo>
                  <a:lnTo>
                    <a:pt x="1717002" y="1704223"/>
                  </a:lnTo>
                  <a:close/>
                  <a:moveTo>
                    <a:pt x="1736952" y="1660142"/>
                  </a:moveTo>
                  <a:lnTo>
                    <a:pt x="1815832" y="1656607"/>
                  </a:lnTo>
                  <a:lnTo>
                    <a:pt x="1753186" y="1624304"/>
                  </a:lnTo>
                  <a:close/>
                  <a:moveTo>
                    <a:pt x="1502047" y="1457855"/>
                  </a:moveTo>
                  <a:lnTo>
                    <a:pt x="1526672" y="1434693"/>
                  </a:lnTo>
                  <a:lnTo>
                    <a:pt x="1523377" y="1412315"/>
                  </a:lnTo>
                  <a:close/>
                  <a:moveTo>
                    <a:pt x="1523377" y="1412315"/>
                  </a:moveTo>
                  <a:lnTo>
                    <a:pt x="1526672" y="1434693"/>
                  </a:lnTo>
                  <a:lnTo>
                    <a:pt x="1549185" y="1355438"/>
                  </a:lnTo>
                  <a:close/>
                  <a:moveTo>
                    <a:pt x="1549854" y="1351289"/>
                  </a:moveTo>
                  <a:lnTo>
                    <a:pt x="1523377" y="1412315"/>
                  </a:lnTo>
                  <a:lnTo>
                    <a:pt x="1549185" y="1355438"/>
                  </a:lnTo>
                  <a:close/>
                  <a:moveTo>
                    <a:pt x="1888350" y="1357819"/>
                  </a:moveTo>
                  <a:lnTo>
                    <a:pt x="1863889" y="1237168"/>
                  </a:lnTo>
                  <a:lnTo>
                    <a:pt x="1915391" y="131938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46" name="Candidate_density__2045">
              <a:extLst>
                <a:ext uri="{FF2B5EF4-FFF2-40B4-BE49-F238E27FC236}">
                  <a16:creationId xmlns:a16="http://schemas.microsoft.com/office/drawing/2014/main" id="{1E0B63B9-8735-F812-7412-9F56EB4FC0EB}"/>
                </a:ext>
              </a:extLst>
            </p:cNvPr>
            <p:cNvSpPr>
              <a:spLocks noGrp="1"/>
            </p:cNvSpPr>
            <p:nvPr/>
          </p:nvSpPr>
          <p:spPr>
            <a:xfrm>
              <a:off x="4599460" y="2165924"/>
              <a:ext cx="1900153" cy="3377626"/>
            </a:xfrm>
            <a:custGeom>
              <a:avLst/>
              <a:gdLst/>
              <a:ahLst/>
              <a:cxnLst/>
              <a:rect l="0" t="0" r="0" b="0"/>
              <a:pathLst>
                <a:path w="1900153" h="3377626">
                  <a:moveTo>
                    <a:pt x="0" y="2666404"/>
                  </a:moveTo>
                  <a:lnTo>
                    <a:pt x="77692" y="2712738"/>
                  </a:lnTo>
                  <a:lnTo>
                    <a:pt x="63708" y="2703708"/>
                  </a:lnTo>
                  <a:close/>
                  <a:moveTo>
                    <a:pt x="0" y="2666404"/>
                  </a:moveTo>
                  <a:lnTo>
                    <a:pt x="114742" y="2733804"/>
                  </a:lnTo>
                  <a:lnTo>
                    <a:pt x="77692" y="2712738"/>
                  </a:lnTo>
                  <a:close/>
                  <a:moveTo>
                    <a:pt x="230931" y="2771613"/>
                  </a:moveTo>
                  <a:lnTo>
                    <a:pt x="114742" y="2733804"/>
                  </a:lnTo>
                  <a:lnTo>
                    <a:pt x="177002" y="2743780"/>
                  </a:lnTo>
                  <a:close/>
                  <a:moveTo>
                    <a:pt x="830539" y="3332023"/>
                  </a:moveTo>
                  <a:lnTo>
                    <a:pt x="840201" y="3377626"/>
                  </a:lnTo>
                  <a:lnTo>
                    <a:pt x="891116" y="3352784"/>
                  </a:lnTo>
                  <a:close/>
                  <a:moveTo>
                    <a:pt x="884702" y="3293586"/>
                  </a:moveTo>
                  <a:lnTo>
                    <a:pt x="891116" y="3352784"/>
                  </a:lnTo>
                  <a:lnTo>
                    <a:pt x="940391" y="3321812"/>
                  </a:lnTo>
                  <a:close/>
                  <a:moveTo>
                    <a:pt x="1016019" y="3255150"/>
                  </a:moveTo>
                  <a:lnTo>
                    <a:pt x="982843" y="3293586"/>
                  </a:lnTo>
                  <a:lnTo>
                    <a:pt x="1033206" y="3174974"/>
                  </a:lnTo>
                  <a:close/>
                  <a:moveTo>
                    <a:pt x="484796" y="2614734"/>
                  </a:moveTo>
                  <a:lnTo>
                    <a:pt x="445905" y="2597429"/>
                  </a:lnTo>
                  <a:lnTo>
                    <a:pt x="438060" y="2558314"/>
                  </a:lnTo>
                  <a:close/>
                  <a:moveTo>
                    <a:pt x="530019" y="2623471"/>
                  </a:moveTo>
                  <a:lnTo>
                    <a:pt x="544844" y="2626508"/>
                  </a:lnTo>
                  <a:lnTo>
                    <a:pt x="484796" y="2614734"/>
                  </a:lnTo>
                  <a:close/>
                  <a:moveTo>
                    <a:pt x="1065570" y="3090720"/>
                  </a:moveTo>
                  <a:lnTo>
                    <a:pt x="1088104" y="3101568"/>
                  </a:lnTo>
                  <a:lnTo>
                    <a:pt x="1096286" y="3081709"/>
                  </a:lnTo>
                  <a:close/>
                  <a:moveTo>
                    <a:pt x="444981" y="2246734"/>
                  </a:moveTo>
                  <a:lnTo>
                    <a:pt x="384628" y="2350784"/>
                  </a:lnTo>
                  <a:lnTo>
                    <a:pt x="427740" y="2304525"/>
                  </a:lnTo>
                  <a:close/>
                  <a:moveTo>
                    <a:pt x="444981" y="2246734"/>
                  </a:moveTo>
                  <a:lnTo>
                    <a:pt x="455502" y="2193118"/>
                  </a:lnTo>
                  <a:lnTo>
                    <a:pt x="384274" y="2205468"/>
                  </a:lnTo>
                  <a:close/>
                  <a:moveTo>
                    <a:pt x="455502" y="2193118"/>
                  </a:moveTo>
                  <a:lnTo>
                    <a:pt x="459096" y="2135166"/>
                  </a:lnTo>
                  <a:lnTo>
                    <a:pt x="434776" y="2179083"/>
                  </a:lnTo>
                  <a:close/>
                  <a:moveTo>
                    <a:pt x="521761" y="2144813"/>
                  </a:moveTo>
                  <a:lnTo>
                    <a:pt x="455502" y="2193118"/>
                  </a:lnTo>
                  <a:lnTo>
                    <a:pt x="519382" y="2153301"/>
                  </a:lnTo>
                  <a:close/>
                  <a:moveTo>
                    <a:pt x="459096" y="2135166"/>
                  </a:moveTo>
                  <a:lnTo>
                    <a:pt x="513391" y="2130901"/>
                  </a:lnTo>
                  <a:lnTo>
                    <a:pt x="469398" y="2027266"/>
                  </a:lnTo>
                  <a:close/>
                  <a:moveTo>
                    <a:pt x="449504" y="2109481"/>
                  </a:moveTo>
                  <a:lnTo>
                    <a:pt x="459096" y="2135166"/>
                  </a:lnTo>
                  <a:lnTo>
                    <a:pt x="468858" y="2027856"/>
                  </a:lnTo>
                  <a:close/>
                  <a:moveTo>
                    <a:pt x="288796" y="1696748"/>
                  </a:moveTo>
                  <a:lnTo>
                    <a:pt x="254110" y="1680171"/>
                  </a:lnTo>
                  <a:lnTo>
                    <a:pt x="310924" y="1716023"/>
                  </a:lnTo>
                  <a:close/>
                  <a:moveTo>
                    <a:pt x="360399" y="1685801"/>
                  </a:moveTo>
                  <a:lnTo>
                    <a:pt x="288796" y="1696748"/>
                  </a:lnTo>
                  <a:lnTo>
                    <a:pt x="310924" y="1716023"/>
                  </a:lnTo>
                  <a:close/>
                  <a:moveTo>
                    <a:pt x="333285" y="1698405"/>
                  </a:moveTo>
                  <a:lnTo>
                    <a:pt x="360399" y="1685801"/>
                  </a:lnTo>
                  <a:lnTo>
                    <a:pt x="310924" y="1716023"/>
                  </a:lnTo>
                  <a:close/>
                  <a:moveTo>
                    <a:pt x="1551710" y="2449025"/>
                  </a:moveTo>
                  <a:lnTo>
                    <a:pt x="1452311" y="2473582"/>
                  </a:lnTo>
                  <a:lnTo>
                    <a:pt x="1461870" y="2371832"/>
                  </a:lnTo>
                  <a:close/>
                  <a:moveTo>
                    <a:pt x="1069619" y="2019900"/>
                  </a:moveTo>
                  <a:lnTo>
                    <a:pt x="1058012" y="2076386"/>
                  </a:lnTo>
                  <a:lnTo>
                    <a:pt x="1116342" y="1964389"/>
                  </a:lnTo>
                  <a:close/>
                  <a:moveTo>
                    <a:pt x="1116342" y="1964389"/>
                  </a:moveTo>
                  <a:lnTo>
                    <a:pt x="1110845" y="1955735"/>
                  </a:lnTo>
                  <a:lnTo>
                    <a:pt x="1069619" y="2019900"/>
                  </a:lnTo>
                  <a:close/>
                  <a:moveTo>
                    <a:pt x="1399454" y="2016093"/>
                  </a:moveTo>
                  <a:lnTo>
                    <a:pt x="1351220" y="2094807"/>
                  </a:lnTo>
                  <a:lnTo>
                    <a:pt x="1424649" y="2095702"/>
                  </a:lnTo>
                  <a:close/>
                  <a:moveTo>
                    <a:pt x="1678759" y="1979823"/>
                  </a:moveTo>
                  <a:lnTo>
                    <a:pt x="1725545" y="2004855"/>
                  </a:lnTo>
                  <a:lnTo>
                    <a:pt x="1728144" y="1949263"/>
                  </a:lnTo>
                  <a:close/>
                  <a:moveTo>
                    <a:pt x="1106824" y="1234740"/>
                  </a:moveTo>
                  <a:lnTo>
                    <a:pt x="1123637" y="1157721"/>
                  </a:lnTo>
                  <a:lnTo>
                    <a:pt x="1081733" y="1204387"/>
                  </a:lnTo>
                  <a:close/>
                  <a:moveTo>
                    <a:pt x="1027016" y="1215009"/>
                  </a:moveTo>
                  <a:lnTo>
                    <a:pt x="1106824" y="1234740"/>
                  </a:lnTo>
                  <a:lnTo>
                    <a:pt x="1081733" y="1204387"/>
                  </a:lnTo>
                  <a:close/>
                  <a:moveTo>
                    <a:pt x="187807" y="91405"/>
                  </a:moveTo>
                  <a:lnTo>
                    <a:pt x="214802" y="128880"/>
                  </a:lnTo>
                  <a:lnTo>
                    <a:pt x="239499" y="90575"/>
                  </a:lnTo>
                  <a:close/>
                  <a:moveTo>
                    <a:pt x="177412" y="196123"/>
                  </a:moveTo>
                  <a:lnTo>
                    <a:pt x="214802" y="128880"/>
                  </a:lnTo>
                  <a:lnTo>
                    <a:pt x="176606" y="181206"/>
                  </a:lnTo>
                  <a:close/>
                  <a:moveTo>
                    <a:pt x="239499" y="90575"/>
                  </a:moveTo>
                  <a:lnTo>
                    <a:pt x="214802" y="128880"/>
                  </a:lnTo>
                  <a:lnTo>
                    <a:pt x="244318" y="113908"/>
                  </a:lnTo>
                  <a:close/>
                  <a:moveTo>
                    <a:pt x="153261" y="0"/>
                  </a:moveTo>
                  <a:lnTo>
                    <a:pt x="219048" y="75472"/>
                  </a:lnTo>
                  <a:lnTo>
                    <a:pt x="239499" y="90575"/>
                  </a:lnTo>
                  <a:close/>
                  <a:moveTo>
                    <a:pt x="1604364" y="1434693"/>
                  </a:moveTo>
                  <a:lnTo>
                    <a:pt x="1579739" y="1457855"/>
                  </a:lnTo>
                  <a:lnTo>
                    <a:pt x="1563936" y="1555344"/>
                  </a:lnTo>
                  <a:close/>
                  <a:moveTo>
                    <a:pt x="1893524" y="1656607"/>
                  </a:moveTo>
                  <a:lnTo>
                    <a:pt x="1890562" y="1568794"/>
                  </a:lnTo>
                  <a:lnTo>
                    <a:pt x="1830877" y="1624304"/>
                  </a:lnTo>
                  <a:close/>
                  <a:moveTo>
                    <a:pt x="1893524" y="1656607"/>
                  </a:moveTo>
                  <a:lnTo>
                    <a:pt x="1877442" y="1734944"/>
                  </a:lnTo>
                  <a:lnTo>
                    <a:pt x="1900153" y="1681338"/>
                  </a:lnTo>
                  <a:close/>
                  <a:moveTo>
                    <a:pt x="1900153" y="1681338"/>
                  </a:moveTo>
                  <a:lnTo>
                    <a:pt x="1890562" y="1568794"/>
                  </a:lnTo>
                  <a:lnTo>
                    <a:pt x="1893524" y="1656607"/>
                  </a:lnTo>
                  <a:close/>
                  <a:moveTo>
                    <a:pt x="1893735" y="1560686"/>
                  </a:moveTo>
                  <a:lnTo>
                    <a:pt x="1890562" y="1568794"/>
                  </a:lnTo>
                  <a:lnTo>
                    <a:pt x="1900153" y="1681338"/>
                  </a:lnTo>
                  <a:close/>
                  <a:moveTo>
                    <a:pt x="1892915" y="1557011"/>
                  </a:moveTo>
                  <a:lnTo>
                    <a:pt x="1896425" y="1522250"/>
                  </a:lnTo>
                  <a:lnTo>
                    <a:pt x="1890562" y="1568794"/>
                  </a:lnTo>
                  <a:close/>
                  <a:moveTo>
                    <a:pt x="1892915" y="1557011"/>
                  </a:moveTo>
                  <a:lnTo>
                    <a:pt x="1890562" y="1568794"/>
                  </a:lnTo>
                  <a:lnTo>
                    <a:pt x="1893735" y="15606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47" name="Candidate_density__2046">
              <a:extLst>
                <a:ext uri="{FF2B5EF4-FFF2-40B4-BE49-F238E27FC236}">
                  <a16:creationId xmlns:a16="http://schemas.microsoft.com/office/drawing/2014/main" id="{776CAD83-2CA4-7B09-1295-31694E78995E}"/>
                </a:ext>
              </a:extLst>
            </p:cNvPr>
            <p:cNvSpPr>
              <a:spLocks noGrp="1"/>
            </p:cNvSpPr>
            <p:nvPr/>
          </p:nvSpPr>
          <p:spPr>
            <a:xfrm>
              <a:off x="4767309" y="2294804"/>
              <a:ext cx="1754040" cy="3223904"/>
            </a:xfrm>
            <a:custGeom>
              <a:avLst/>
              <a:gdLst/>
              <a:ahLst/>
              <a:cxnLst/>
              <a:rect l="0" t="0" r="0" b="0"/>
              <a:pathLst>
                <a:path w="1754040" h="3223904">
                  <a:moveTo>
                    <a:pt x="765794" y="3203143"/>
                  </a:moveTo>
                  <a:lnTo>
                    <a:pt x="772542" y="3192932"/>
                  </a:lnTo>
                  <a:lnTo>
                    <a:pt x="723267" y="3223904"/>
                  </a:lnTo>
                  <a:close/>
                  <a:moveTo>
                    <a:pt x="765794" y="3203143"/>
                  </a:moveTo>
                  <a:lnTo>
                    <a:pt x="814994" y="3164706"/>
                  </a:lnTo>
                  <a:lnTo>
                    <a:pt x="772542" y="3192932"/>
                  </a:lnTo>
                  <a:close/>
                  <a:moveTo>
                    <a:pt x="814994" y="3164706"/>
                  </a:moveTo>
                  <a:lnTo>
                    <a:pt x="831512" y="3134757"/>
                  </a:lnTo>
                  <a:lnTo>
                    <a:pt x="865357" y="3046094"/>
                  </a:lnTo>
                  <a:close/>
                  <a:moveTo>
                    <a:pt x="1079384" y="2858585"/>
                  </a:moveTo>
                  <a:lnTo>
                    <a:pt x="1031355" y="2894211"/>
                  </a:lnTo>
                  <a:lnTo>
                    <a:pt x="1142623" y="2816369"/>
                  </a:lnTo>
                  <a:close/>
                  <a:moveTo>
                    <a:pt x="1142623" y="2816369"/>
                  </a:moveTo>
                  <a:lnTo>
                    <a:pt x="1105755" y="2869265"/>
                  </a:lnTo>
                  <a:lnTo>
                    <a:pt x="1079384" y="2858585"/>
                  </a:lnTo>
                  <a:close/>
                  <a:moveTo>
                    <a:pt x="301549" y="1898385"/>
                  </a:moveTo>
                  <a:lnTo>
                    <a:pt x="353634" y="1817074"/>
                  </a:lnTo>
                  <a:lnTo>
                    <a:pt x="403414" y="1787989"/>
                  </a:lnTo>
                  <a:close/>
                  <a:moveTo>
                    <a:pt x="398635" y="1859949"/>
                  </a:moveTo>
                  <a:lnTo>
                    <a:pt x="403414" y="1787989"/>
                  </a:lnTo>
                  <a:lnTo>
                    <a:pt x="408769" y="1771151"/>
                  </a:lnTo>
                  <a:close/>
                  <a:moveTo>
                    <a:pt x="1629467" y="2661154"/>
                  </a:moveTo>
                  <a:lnTo>
                    <a:pt x="1566179" y="2637223"/>
                  </a:lnTo>
                  <a:lnTo>
                    <a:pt x="1580624" y="2649006"/>
                  </a:lnTo>
                  <a:close/>
                  <a:moveTo>
                    <a:pt x="1642822" y="2649006"/>
                  </a:moveTo>
                  <a:lnTo>
                    <a:pt x="1679620" y="2633470"/>
                  </a:lnTo>
                  <a:lnTo>
                    <a:pt x="1629467" y="2661154"/>
                  </a:lnTo>
                  <a:close/>
                  <a:moveTo>
                    <a:pt x="1642822" y="2649006"/>
                  </a:moveTo>
                  <a:lnTo>
                    <a:pt x="1705216" y="2610569"/>
                  </a:lnTo>
                  <a:lnTo>
                    <a:pt x="1679620" y="2633470"/>
                  </a:lnTo>
                  <a:close/>
                  <a:moveTo>
                    <a:pt x="12511" y="105680"/>
                  </a:moveTo>
                  <a:lnTo>
                    <a:pt x="9563" y="67243"/>
                  </a:lnTo>
                  <a:lnTo>
                    <a:pt x="0" y="103105"/>
                  </a:lnTo>
                  <a:close/>
                  <a:moveTo>
                    <a:pt x="9563" y="67243"/>
                  </a:moveTo>
                  <a:lnTo>
                    <a:pt x="12511" y="105680"/>
                  </a:lnTo>
                  <a:lnTo>
                    <a:pt x="46953" y="0"/>
                  </a:lnTo>
                  <a:close/>
                  <a:moveTo>
                    <a:pt x="1008428" y="871673"/>
                  </a:moveTo>
                  <a:lnTo>
                    <a:pt x="985781" y="904366"/>
                  </a:lnTo>
                  <a:lnTo>
                    <a:pt x="936569" y="881661"/>
                  </a:lnTo>
                  <a:close/>
                  <a:moveTo>
                    <a:pt x="1725887" y="1431806"/>
                  </a:moveTo>
                  <a:lnTo>
                    <a:pt x="1754040" y="1341836"/>
                  </a:lnTo>
                  <a:lnTo>
                    <a:pt x="1725066" y="1428131"/>
                  </a:lnTo>
                  <a:close/>
                  <a:moveTo>
                    <a:pt x="1728576" y="1393369"/>
                  </a:moveTo>
                  <a:lnTo>
                    <a:pt x="1725066" y="1428131"/>
                  </a:lnTo>
                  <a:lnTo>
                    <a:pt x="1754040" y="134183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48" name="Candidate_density__2047">
              <a:extLst>
                <a:ext uri="{FF2B5EF4-FFF2-40B4-BE49-F238E27FC236}">
                  <a16:creationId xmlns:a16="http://schemas.microsoft.com/office/drawing/2014/main" id="{2B979D9E-E795-2A52-AF29-4E322775DBC2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929282"/>
              <a:ext cx="2344279" cy="2509743"/>
            </a:xfrm>
            <a:custGeom>
              <a:avLst/>
              <a:gdLst/>
              <a:ahLst/>
              <a:cxnLst/>
              <a:rect l="0" t="0" r="0" b="0"/>
              <a:pathLst>
                <a:path w="2344279" h="2509743">
                  <a:moveTo>
                    <a:pt x="29684" y="1823387"/>
                  </a:moveTo>
                  <a:lnTo>
                    <a:pt x="0" y="1861823"/>
                  </a:lnTo>
                  <a:lnTo>
                    <a:pt x="35516" y="1905602"/>
                  </a:lnTo>
                  <a:close/>
                  <a:moveTo>
                    <a:pt x="35516" y="1905602"/>
                  </a:moveTo>
                  <a:lnTo>
                    <a:pt x="94748" y="1784950"/>
                  </a:lnTo>
                  <a:lnTo>
                    <a:pt x="29684" y="1823387"/>
                  </a:lnTo>
                  <a:close/>
                  <a:moveTo>
                    <a:pt x="392951" y="1927574"/>
                  </a:moveTo>
                  <a:lnTo>
                    <a:pt x="489386" y="1916364"/>
                  </a:lnTo>
                  <a:lnTo>
                    <a:pt x="477608" y="1910944"/>
                  </a:lnTo>
                  <a:close/>
                  <a:moveTo>
                    <a:pt x="477608" y="1910944"/>
                  </a:moveTo>
                  <a:lnTo>
                    <a:pt x="418212" y="1828729"/>
                  </a:lnTo>
                  <a:lnTo>
                    <a:pt x="392951" y="1927574"/>
                  </a:lnTo>
                  <a:close/>
                  <a:moveTo>
                    <a:pt x="418212" y="1828729"/>
                  </a:moveTo>
                  <a:lnTo>
                    <a:pt x="387246" y="1832120"/>
                  </a:lnTo>
                  <a:lnTo>
                    <a:pt x="392951" y="1927574"/>
                  </a:lnTo>
                  <a:close/>
                  <a:moveTo>
                    <a:pt x="309298" y="1834898"/>
                  </a:moveTo>
                  <a:lnTo>
                    <a:pt x="253233" y="1746514"/>
                  </a:lnTo>
                  <a:lnTo>
                    <a:pt x="214087" y="1751619"/>
                  </a:lnTo>
                  <a:close/>
                  <a:moveTo>
                    <a:pt x="214087" y="1751619"/>
                  </a:moveTo>
                  <a:lnTo>
                    <a:pt x="225693" y="1766430"/>
                  </a:lnTo>
                  <a:lnTo>
                    <a:pt x="309298" y="1834898"/>
                  </a:lnTo>
                  <a:close/>
                  <a:moveTo>
                    <a:pt x="303197" y="1639674"/>
                  </a:moveTo>
                  <a:lnTo>
                    <a:pt x="306018" y="1664298"/>
                  </a:lnTo>
                  <a:lnTo>
                    <a:pt x="257735" y="1607572"/>
                  </a:lnTo>
                  <a:close/>
                  <a:moveTo>
                    <a:pt x="1097704" y="2418820"/>
                  </a:moveTo>
                  <a:lnTo>
                    <a:pt x="1078305" y="2509743"/>
                  </a:lnTo>
                  <a:lnTo>
                    <a:pt x="1172113" y="2409577"/>
                  </a:lnTo>
                  <a:close/>
                  <a:moveTo>
                    <a:pt x="1000869" y="2436952"/>
                  </a:moveTo>
                  <a:lnTo>
                    <a:pt x="1097704" y="2418820"/>
                  </a:lnTo>
                  <a:lnTo>
                    <a:pt x="1067898" y="2342959"/>
                  </a:lnTo>
                  <a:close/>
                  <a:moveTo>
                    <a:pt x="1097704" y="2418820"/>
                  </a:moveTo>
                  <a:lnTo>
                    <a:pt x="1181975" y="2403486"/>
                  </a:lnTo>
                  <a:lnTo>
                    <a:pt x="1132896" y="2350709"/>
                  </a:lnTo>
                  <a:close/>
                  <a:moveTo>
                    <a:pt x="1097704" y="2418820"/>
                  </a:moveTo>
                  <a:lnTo>
                    <a:pt x="1132896" y="2350709"/>
                  </a:lnTo>
                  <a:lnTo>
                    <a:pt x="1067898" y="2342959"/>
                  </a:lnTo>
                  <a:close/>
                  <a:moveTo>
                    <a:pt x="1172113" y="2409577"/>
                  </a:moveTo>
                  <a:lnTo>
                    <a:pt x="1229126" y="2472660"/>
                  </a:lnTo>
                  <a:lnTo>
                    <a:pt x="1189684" y="2404634"/>
                  </a:lnTo>
                  <a:close/>
                  <a:moveTo>
                    <a:pt x="1181975" y="2403486"/>
                  </a:moveTo>
                  <a:lnTo>
                    <a:pt x="1172113" y="2409577"/>
                  </a:lnTo>
                  <a:lnTo>
                    <a:pt x="1189684" y="2404634"/>
                  </a:lnTo>
                  <a:close/>
                  <a:moveTo>
                    <a:pt x="496939" y="1384559"/>
                  </a:moveTo>
                  <a:lnTo>
                    <a:pt x="496061" y="1302344"/>
                  </a:lnTo>
                  <a:lnTo>
                    <a:pt x="489688" y="1308967"/>
                  </a:lnTo>
                  <a:close/>
                  <a:moveTo>
                    <a:pt x="496709" y="1298137"/>
                  </a:moveTo>
                  <a:lnTo>
                    <a:pt x="489688" y="1308967"/>
                  </a:lnTo>
                  <a:lnTo>
                    <a:pt x="496061" y="1302344"/>
                  </a:lnTo>
                  <a:close/>
                  <a:moveTo>
                    <a:pt x="496061" y="1302344"/>
                  </a:moveTo>
                  <a:lnTo>
                    <a:pt x="496939" y="1384559"/>
                  </a:lnTo>
                  <a:lnTo>
                    <a:pt x="503787" y="1346123"/>
                  </a:lnTo>
                  <a:close/>
                  <a:moveTo>
                    <a:pt x="496061" y="1302344"/>
                  </a:moveTo>
                  <a:lnTo>
                    <a:pt x="503787" y="1346123"/>
                  </a:lnTo>
                  <a:lnTo>
                    <a:pt x="516775" y="1263907"/>
                  </a:lnTo>
                  <a:close/>
                  <a:moveTo>
                    <a:pt x="496061" y="1302344"/>
                  </a:moveTo>
                  <a:lnTo>
                    <a:pt x="493942" y="1205417"/>
                  </a:lnTo>
                  <a:lnTo>
                    <a:pt x="496709" y="1298137"/>
                  </a:lnTo>
                  <a:close/>
                  <a:moveTo>
                    <a:pt x="494635" y="1181692"/>
                  </a:moveTo>
                  <a:lnTo>
                    <a:pt x="493942" y="1205417"/>
                  </a:lnTo>
                  <a:lnTo>
                    <a:pt x="496061" y="1302344"/>
                  </a:lnTo>
                  <a:close/>
                  <a:moveTo>
                    <a:pt x="516775" y="1263907"/>
                  </a:moveTo>
                  <a:lnTo>
                    <a:pt x="494635" y="1181692"/>
                  </a:lnTo>
                  <a:lnTo>
                    <a:pt x="496061" y="1302344"/>
                  </a:lnTo>
                  <a:close/>
                  <a:moveTo>
                    <a:pt x="508819" y="1128209"/>
                  </a:moveTo>
                  <a:lnTo>
                    <a:pt x="493942" y="1205417"/>
                  </a:lnTo>
                  <a:lnTo>
                    <a:pt x="494635" y="1181692"/>
                  </a:lnTo>
                  <a:close/>
                  <a:moveTo>
                    <a:pt x="1474644" y="2129837"/>
                  </a:moveTo>
                  <a:lnTo>
                    <a:pt x="1443732" y="2168273"/>
                  </a:lnTo>
                  <a:lnTo>
                    <a:pt x="1488185" y="2212052"/>
                  </a:lnTo>
                  <a:close/>
                  <a:moveTo>
                    <a:pt x="630894" y="1090767"/>
                  </a:moveTo>
                  <a:lnTo>
                    <a:pt x="577526" y="1106436"/>
                  </a:lnTo>
                  <a:lnTo>
                    <a:pt x="508819" y="1128209"/>
                  </a:lnTo>
                  <a:close/>
                  <a:moveTo>
                    <a:pt x="630894" y="1090767"/>
                  </a:moveTo>
                  <a:lnTo>
                    <a:pt x="508819" y="1128209"/>
                  </a:lnTo>
                  <a:lnTo>
                    <a:pt x="562485" y="1113658"/>
                  </a:lnTo>
                  <a:close/>
                  <a:moveTo>
                    <a:pt x="691753" y="1105192"/>
                  </a:moveTo>
                  <a:lnTo>
                    <a:pt x="704568" y="1087564"/>
                  </a:lnTo>
                  <a:lnTo>
                    <a:pt x="630894" y="1090767"/>
                  </a:lnTo>
                  <a:close/>
                  <a:moveTo>
                    <a:pt x="691753" y="1105192"/>
                  </a:moveTo>
                  <a:lnTo>
                    <a:pt x="757577" y="1112271"/>
                  </a:lnTo>
                  <a:lnTo>
                    <a:pt x="704568" y="1087564"/>
                  </a:lnTo>
                  <a:close/>
                  <a:moveTo>
                    <a:pt x="810869" y="1029445"/>
                  </a:moveTo>
                  <a:lnTo>
                    <a:pt x="709251" y="1061041"/>
                  </a:lnTo>
                  <a:lnTo>
                    <a:pt x="757577" y="1112271"/>
                  </a:lnTo>
                  <a:close/>
                  <a:moveTo>
                    <a:pt x="471519" y="896611"/>
                  </a:moveTo>
                  <a:lnTo>
                    <a:pt x="467606" y="822373"/>
                  </a:lnTo>
                  <a:lnTo>
                    <a:pt x="475036" y="775959"/>
                  </a:lnTo>
                  <a:close/>
                  <a:moveTo>
                    <a:pt x="475036" y="775959"/>
                  </a:moveTo>
                  <a:lnTo>
                    <a:pt x="510069" y="702478"/>
                  </a:lnTo>
                  <a:lnTo>
                    <a:pt x="419855" y="814396"/>
                  </a:lnTo>
                  <a:close/>
                  <a:moveTo>
                    <a:pt x="1611739" y="1970749"/>
                  </a:moveTo>
                  <a:lnTo>
                    <a:pt x="1564289" y="2009186"/>
                  </a:lnTo>
                  <a:lnTo>
                    <a:pt x="1666083" y="2052964"/>
                  </a:lnTo>
                  <a:close/>
                  <a:moveTo>
                    <a:pt x="1519264" y="1926971"/>
                  </a:moveTo>
                  <a:lnTo>
                    <a:pt x="1564289" y="2009186"/>
                  </a:lnTo>
                  <a:lnTo>
                    <a:pt x="1611739" y="1970749"/>
                  </a:lnTo>
                  <a:close/>
                  <a:moveTo>
                    <a:pt x="1519264" y="1926971"/>
                  </a:moveTo>
                  <a:lnTo>
                    <a:pt x="1611739" y="1970749"/>
                  </a:lnTo>
                  <a:lnTo>
                    <a:pt x="1571998" y="1888534"/>
                  </a:lnTo>
                  <a:close/>
                  <a:moveTo>
                    <a:pt x="1500607" y="1844755"/>
                  </a:moveTo>
                  <a:lnTo>
                    <a:pt x="1571998" y="1888534"/>
                  </a:lnTo>
                  <a:lnTo>
                    <a:pt x="1533852" y="1806319"/>
                  </a:lnTo>
                  <a:close/>
                  <a:moveTo>
                    <a:pt x="573453" y="740406"/>
                  </a:moveTo>
                  <a:lnTo>
                    <a:pt x="586327" y="708937"/>
                  </a:lnTo>
                  <a:lnTo>
                    <a:pt x="510069" y="702478"/>
                  </a:lnTo>
                  <a:close/>
                  <a:moveTo>
                    <a:pt x="573453" y="740406"/>
                  </a:moveTo>
                  <a:lnTo>
                    <a:pt x="640766" y="746274"/>
                  </a:lnTo>
                  <a:lnTo>
                    <a:pt x="586327" y="708937"/>
                  </a:lnTo>
                  <a:close/>
                  <a:moveTo>
                    <a:pt x="640766" y="746274"/>
                  </a:moveTo>
                  <a:lnTo>
                    <a:pt x="573453" y="740406"/>
                  </a:lnTo>
                  <a:lnTo>
                    <a:pt x="661737" y="775681"/>
                  </a:lnTo>
                  <a:close/>
                  <a:moveTo>
                    <a:pt x="1147969" y="1192377"/>
                  </a:moveTo>
                  <a:lnTo>
                    <a:pt x="1106892" y="1148598"/>
                  </a:lnTo>
                  <a:lnTo>
                    <a:pt x="1107057" y="1230813"/>
                  </a:lnTo>
                  <a:close/>
                  <a:moveTo>
                    <a:pt x="767564" y="699086"/>
                  </a:moveTo>
                  <a:lnTo>
                    <a:pt x="786655" y="688262"/>
                  </a:lnTo>
                  <a:lnTo>
                    <a:pt x="762180" y="657360"/>
                  </a:lnTo>
                  <a:close/>
                  <a:moveTo>
                    <a:pt x="2059328" y="1781996"/>
                  </a:moveTo>
                  <a:lnTo>
                    <a:pt x="2083574" y="1773225"/>
                  </a:lnTo>
                  <a:lnTo>
                    <a:pt x="2053773" y="1712118"/>
                  </a:lnTo>
                  <a:close/>
                  <a:moveTo>
                    <a:pt x="2187951" y="1738020"/>
                  </a:moveTo>
                  <a:lnTo>
                    <a:pt x="2083574" y="1773225"/>
                  </a:lnTo>
                  <a:lnTo>
                    <a:pt x="2193487" y="1740621"/>
                  </a:lnTo>
                  <a:close/>
                  <a:moveTo>
                    <a:pt x="2193487" y="1740621"/>
                  </a:moveTo>
                  <a:lnTo>
                    <a:pt x="2078752" y="1805507"/>
                  </a:lnTo>
                  <a:lnTo>
                    <a:pt x="2169017" y="1817003"/>
                  </a:lnTo>
                  <a:close/>
                  <a:moveTo>
                    <a:pt x="2187951" y="1738020"/>
                  </a:moveTo>
                  <a:lnTo>
                    <a:pt x="2053773" y="1712118"/>
                  </a:lnTo>
                  <a:lnTo>
                    <a:pt x="2083574" y="1773225"/>
                  </a:lnTo>
                  <a:close/>
                  <a:moveTo>
                    <a:pt x="2196202" y="1734788"/>
                  </a:moveTo>
                  <a:lnTo>
                    <a:pt x="2253140" y="1684995"/>
                  </a:lnTo>
                  <a:lnTo>
                    <a:pt x="2187951" y="1738020"/>
                  </a:lnTo>
                  <a:close/>
                  <a:moveTo>
                    <a:pt x="2187951" y="1738020"/>
                  </a:moveTo>
                  <a:lnTo>
                    <a:pt x="2193487" y="1740621"/>
                  </a:lnTo>
                  <a:lnTo>
                    <a:pt x="2196202" y="1734788"/>
                  </a:lnTo>
                  <a:close/>
                  <a:moveTo>
                    <a:pt x="1866030" y="1567490"/>
                  </a:moveTo>
                  <a:lnTo>
                    <a:pt x="1998792" y="1570435"/>
                  </a:lnTo>
                  <a:lnTo>
                    <a:pt x="1998828" y="1570137"/>
                  </a:lnTo>
                  <a:close/>
                  <a:moveTo>
                    <a:pt x="1866030" y="1567490"/>
                  </a:moveTo>
                  <a:lnTo>
                    <a:pt x="1998828" y="1570137"/>
                  </a:lnTo>
                  <a:lnTo>
                    <a:pt x="1902796" y="1489749"/>
                  </a:lnTo>
                  <a:close/>
                  <a:moveTo>
                    <a:pt x="1901491" y="1488143"/>
                  </a:moveTo>
                  <a:lnTo>
                    <a:pt x="1837865" y="1526579"/>
                  </a:lnTo>
                  <a:lnTo>
                    <a:pt x="1866030" y="1567490"/>
                  </a:lnTo>
                  <a:close/>
                  <a:moveTo>
                    <a:pt x="1772587" y="1066376"/>
                  </a:moveTo>
                  <a:lnTo>
                    <a:pt x="1771199" y="1038631"/>
                  </a:lnTo>
                  <a:lnTo>
                    <a:pt x="1738260" y="1077067"/>
                  </a:lnTo>
                  <a:close/>
                  <a:moveTo>
                    <a:pt x="1712135" y="625151"/>
                  </a:moveTo>
                  <a:lnTo>
                    <a:pt x="1600171" y="700399"/>
                  </a:lnTo>
                  <a:lnTo>
                    <a:pt x="1646785" y="659479"/>
                  </a:lnTo>
                  <a:close/>
                  <a:moveTo>
                    <a:pt x="2263022" y="1411270"/>
                  </a:moveTo>
                  <a:lnTo>
                    <a:pt x="2344279" y="1471337"/>
                  </a:lnTo>
                  <a:lnTo>
                    <a:pt x="2310934" y="1398353"/>
                  </a:lnTo>
                  <a:close/>
                  <a:moveTo>
                    <a:pt x="2285590" y="1375917"/>
                  </a:moveTo>
                  <a:lnTo>
                    <a:pt x="2263022" y="1411270"/>
                  </a:lnTo>
                  <a:lnTo>
                    <a:pt x="2310934" y="1398353"/>
                  </a:lnTo>
                  <a:close/>
                  <a:moveTo>
                    <a:pt x="2310934" y="1398353"/>
                  </a:moveTo>
                  <a:lnTo>
                    <a:pt x="2330482" y="1411270"/>
                  </a:lnTo>
                  <a:lnTo>
                    <a:pt x="2285590" y="1375917"/>
                  </a:lnTo>
                  <a:close/>
                  <a:moveTo>
                    <a:pt x="1735801" y="662136"/>
                  </a:moveTo>
                  <a:lnTo>
                    <a:pt x="1712018" y="589119"/>
                  </a:lnTo>
                  <a:lnTo>
                    <a:pt x="1712135" y="625151"/>
                  </a:lnTo>
                  <a:close/>
                  <a:moveTo>
                    <a:pt x="1884250" y="632897"/>
                  </a:moveTo>
                  <a:lnTo>
                    <a:pt x="1861324" y="720772"/>
                  </a:lnTo>
                  <a:lnTo>
                    <a:pt x="1859925" y="683854"/>
                  </a:lnTo>
                  <a:close/>
                  <a:moveTo>
                    <a:pt x="1304366" y="0"/>
                  </a:moveTo>
                  <a:lnTo>
                    <a:pt x="1219269" y="95828"/>
                  </a:lnTo>
                  <a:lnTo>
                    <a:pt x="1272701" y="57391"/>
                  </a:lnTo>
                  <a:close/>
                  <a:moveTo>
                    <a:pt x="1906537" y="642926"/>
                  </a:moveTo>
                  <a:lnTo>
                    <a:pt x="1859925" y="683854"/>
                  </a:lnTo>
                  <a:lnTo>
                    <a:pt x="1854476" y="715113"/>
                  </a:lnTo>
                  <a:close/>
                  <a:moveTo>
                    <a:pt x="1963368" y="576753"/>
                  </a:moveTo>
                  <a:lnTo>
                    <a:pt x="1914363" y="608733"/>
                  </a:lnTo>
                  <a:lnTo>
                    <a:pt x="1884250" y="632897"/>
                  </a:lnTo>
                  <a:close/>
                  <a:moveTo>
                    <a:pt x="2192343" y="533343"/>
                  </a:moveTo>
                  <a:lnTo>
                    <a:pt x="2150581" y="467203"/>
                  </a:lnTo>
                  <a:lnTo>
                    <a:pt x="2101498" y="546607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49" name="Candidate_density__2048">
              <a:extLst>
                <a:ext uri="{FF2B5EF4-FFF2-40B4-BE49-F238E27FC236}">
                  <a16:creationId xmlns:a16="http://schemas.microsoft.com/office/drawing/2014/main" id="{C2F6AB56-3999-7016-8D69-655CD32AC365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165924"/>
              <a:ext cx="2356076" cy="3321812"/>
            </a:xfrm>
            <a:custGeom>
              <a:avLst/>
              <a:gdLst/>
              <a:ahLst/>
              <a:cxnLst/>
              <a:rect l="0" t="0" r="0" b="0"/>
              <a:pathLst>
                <a:path w="2356076" h="3321812">
                  <a:moveTo>
                    <a:pt x="0" y="2668960"/>
                  </a:moveTo>
                  <a:lnTo>
                    <a:pt x="2087" y="2697956"/>
                  </a:lnTo>
                  <a:lnTo>
                    <a:pt x="52631" y="2724589"/>
                  </a:lnTo>
                  <a:close/>
                  <a:moveTo>
                    <a:pt x="52631" y="2724589"/>
                  </a:moveTo>
                  <a:lnTo>
                    <a:pt x="98538" y="2719635"/>
                  </a:lnTo>
                  <a:lnTo>
                    <a:pt x="0" y="2668960"/>
                  </a:lnTo>
                  <a:close/>
                  <a:moveTo>
                    <a:pt x="485503" y="3041599"/>
                  </a:moveTo>
                  <a:lnTo>
                    <a:pt x="488926" y="3044993"/>
                  </a:lnTo>
                  <a:lnTo>
                    <a:pt x="494548" y="3047010"/>
                  </a:lnTo>
                  <a:close/>
                  <a:moveTo>
                    <a:pt x="485503" y="3041599"/>
                  </a:moveTo>
                  <a:lnTo>
                    <a:pt x="436559" y="2987474"/>
                  </a:lnTo>
                  <a:lnTo>
                    <a:pt x="488926" y="3044993"/>
                  </a:lnTo>
                  <a:close/>
                  <a:moveTo>
                    <a:pt x="737522" y="3182934"/>
                  </a:moveTo>
                  <a:lnTo>
                    <a:pt x="725124" y="3174337"/>
                  </a:lnTo>
                  <a:lnTo>
                    <a:pt x="761495" y="3209109"/>
                  </a:lnTo>
                  <a:close/>
                  <a:moveTo>
                    <a:pt x="825103" y="3231723"/>
                  </a:moveTo>
                  <a:lnTo>
                    <a:pt x="737522" y="3182934"/>
                  </a:lnTo>
                  <a:lnTo>
                    <a:pt x="761495" y="3209109"/>
                  </a:lnTo>
                  <a:close/>
                  <a:moveTo>
                    <a:pt x="669979" y="3145604"/>
                  </a:moveTo>
                  <a:lnTo>
                    <a:pt x="757056" y="3206029"/>
                  </a:lnTo>
                  <a:lnTo>
                    <a:pt x="725124" y="3174337"/>
                  </a:lnTo>
                  <a:close/>
                  <a:moveTo>
                    <a:pt x="858643" y="3249808"/>
                  </a:moveTo>
                  <a:lnTo>
                    <a:pt x="825103" y="3231723"/>
                  </a:lnTo>
                  <a:lnTo>
                    <a:pt x="887984" y="3263211"/>
                  </a:lnTo>
                  <a:close/>
                  <a:moveTo>
                    <a:pt x="691735" y="3167593"/>
                  </a:moveTo>
                  <a:lnTo>
                    <a:pt x="669979" y="3145604"/>
                  </a:lnTo>
                  <a:lnTo>
                    <a:pt x="725124" y="3174337"/>
                  </a:lnTo>
                  <a:close/>
                  <a:moveTo>
                    <a:pt x="623518" y="3123814"/>
                  </a:moveTo>
                  <a:lnTo>
                    <a:pt x="669979" y="3145604"/>
                  </a:lnTo>
                  <a:lnTo>
                    <a:pt x="691735" y="3167593"/>
                  </a:lnTo>
                  <a:close/>
                  <a:moveTo>
                    <a:pt x="485503" y="3041599"/>
                  </a:moveTo>
                  <a:lnTo>
                    <a:pt x="494548" y="3047010"/>
                  </a:lnTo>
                  <a:lnTo>
                    <a:pt x="514563" y="3024150"/>
                  </a:lnTo>
                  <a:close/>
                  <a:moveTo>
                    <a:pt x="485503" y="3041599"/>
                  </a:moveTo>
                  <a:lnTo>
                    <a:pt x="514563" y="3024150"/>
                  </a:lnTo>
                  <a:lnTo>
                    <a:pt x="407815" y="2959384"/>
                  </a:lnTo>
                  <a:close/>
                  <a:moveTo>
                    <a:pt x="579795" y="2920947"/>
                  </a:moveTo>
                  <a:lnTo>
                    <a:pt x="538094" y="2994621"/>
                  </a:lnTo>
                  <a:lnTo>
                    <a:pt x="585972" y="2926596"/>
                  </a:lnTo>
                  <a:close/>
                  <a:moveTo>
                    <a:pt x="585972" y="2926596"/>
                  </a:moveTo>
                  <a:lnTo>
                    <a:pt x="538094" y="2994621"/>
                  </a:lnTo>
                  <a:lnTo>
                    <a:pt x="514563" y="3024150"/>
                  </a:lnTo>
                  <a:close/>
                  <a:moveTo>
                    <a:pt x="585972" y="2926596"/>
                  </a:moveTo>
                  <a:lnTo>
                    <a:pt x="514563" y="3024150"/>
                  </a:lnTo>
                  <a:lnTo>
                    <a:pt x="594107" y="3020075"/>
                  </a:lnTo>
                  <a:close/>
                  <a:moveTo>
                    <a:pt x="273782" y="2598256"/>
                  </a:moveTo>
                  <a:lnTo>
                    <a:pt x="262430" y="2592087"/>
                  </a:lnTo>
                  <a:lnTo>
                    <a:pt x="253666" y="2703708"/>
                  </a:lnTo>
                  <a:close/>
                  <a:moveTo>
                    <a:pt x="858643" y="3249808"/>
                  </a:moveTo>
                  <a:lnTo>
                    <a:pt x="887984" y="3263211"/>
                  </a:lnTo>
                  <a:lnTo>
                    <a:pt x="912525" y="3279924"/>
                  </a:lnTo>
                  <a:close/>
                  <a:moveTo>
                    <a:pt x="912525" y="3279924"/>
                  </a:moveTo>
                  <a:lnTo>
                    <a:pt x="855940" y="3228670"/>
                  </a:lnTo>
                  <a:lnTo>
                    <a:pt x="858643" y="3249808"/>
                  </a:lnTo>
                  <a:close/>
                  <a:moveTo>
                    <a:pt x="880871" y="3225031"/>
                  </a:moveTo>
                  <a:lnTo>
                    <a:pt x="855940" y="3228670"/>
                  </a:lnTo>
                  <a:lnTo>
                    <a:pt x="912525" y="3279924"/>
                  </a:lnTo>
                  <a:close/>
                  <a:moveTo>
                    <a:pt x="956915" y="3230687"/>
                  </a:moveTo>
                  <a:lnTo>
                    <a:pt x="880871" y="3225031"/>
                  </a:lnTo>
                  <a:lnTo>
                    <a:pt x="912525" y="3279924"/>
                  </a:lnTo>
                  <a:close/>
                  <a:moveTo>
                    <a:pt x="825103" y="3231723"/>
                  </a:moveTo>
                  <a:lnTo>
                    <a:pt x="858643" y="3249808"/>
                  </a:lnTo>
                  <a:lnTo>
                    <a:pt x="855940" y="3228670"/>
                  </a:lnTo>
                  <a:close/>
                  <a:moveTo>
                    <a:pt x="572260" y="2882511"/>
                  </a:moveTo>
                  <a:lnTo>
                    <a:pt x="579795" y="2920947"/>
                  </a:lnTo>
                  <a:lnTo>
                    <a:pt x="540490" y="2838733"/>
                  </a:lnTo>
                  <a:close/>
                  <a:moveTo>
                    <a:pt x="217717" y="2509872"/>
                  </a:moveTo>
                  <a:lnTo>
                    <a:pt x="271327" y="2554537"/>
                  </a:lnTo>
                  <a:lnTo>
                    <a:pt x="310096" y="2484287"/>
                  </a:lnTo>
                  <a:close/>
                  <a:moveTo>
                    <a:pt x="285804" y="2509872"/>
                  </a:moveTo>
                  <a:lnTo>
                    <a:pt x="310096" y="2484287"/>
                  </a:lnTo>
                  <a:lnTo>
                    <a:pt x="271327" y="2554537"/>
                  </a:lnTo>
                  <a:close/>
                  <a:moveTo>
                    <a:pt x="1128094" y="3255150"/>
                  </a:moveTo>
                  <a:lnTo>
                    <a:pt x="1130349" y="3321812"/>
                  </a:lnTo>
                  <a:lnTo>
                    <a:pt x="1173073" y="3266351"/>
                  </a:lnTo>
                  <a:close/>
                  <a:moveTo>
                    <a:pt x="1128094" y="3255150"/>
                  </a:moveTo>
                  <a:lnTo>
                    <a:pt x="1074660" y="3293586"/>
                  </a:lnTo>
                  <a:lnTo>
                    <a:pt x="1130349" y="3321812"/>
                  </a:lnTo>
                  <a:close/>
                  <a:moveTo>
                    <a:pt x="674754" y="2614734"/>
                  </a:moveTo>
                  <a:lnTo>
                    <a:pt x="781665" y="2638912"/>
                  </a:lnTo>
                  <a:lnTo>
                    <a:pt x="709416" y="2647443"/>
                  </a:lnTo>
                  <a:close/>
                  <a:moveTo>
                    <a:pt x="569804" y="2619318"/>
                  </a:moveTo>
                  <a:lnTo>
                    <a:pt x="510844" y="2526713"/>
                  </a:lnTo>
                  <a:lnTo>
                    <a:pt x="506865" y="2553651"/>
                  </a:lnTo>
                  <a:close/>
                  <a:moveTo>
                    <a:pt x="528148" y="2527029"/>
                  </a:moveTo>
                  <a:lnTo>
                    <a:pt x="510844" y="2526713"/>
                  </a:lnTo>
                  <a:lnTo>
                    <a:pt x="569804" y="2619318"/>
                  </a:lnTo>
                  <a:close/>
                  <a:moveTo>
                    <a:pt x="620248" y="2592718"/>
                  </a:moveTo>
                  <a:lnTo>
                    <a:pt x="528148" y="2527029"/>
                  </a:lnTo>
                  <a:lnTo>
                    <a:pt x="569804" y="2619318"/>
                  </a:lnTo>
                  <a:close/>
                  <a:moveTo>
                    <a:pt x="469825" y="2524172"/>
                  </a:moveTo>
                  <a:lnTo>
                    <a:pt x="514145" y="2471436"/>
                  </a:lnTo>
                  <a:lnTo>
                    <a:pt x="510844" y="2526713"/>
                  </a:lnTo>
                  <a:close/>
                  <a:moveTo>
                    <a:pt x="535542" y="2491218"/>
                  </a:moveTo>
                  <a:lnTo>
                    <a:pt x="506865" y="2553651"/>
                  </a:lnTo>
                  <a:lnTo>
                    <a:pt x="510844" y="2526713"/>
                  </a:lnTo>
                  <a:close/>
                  <a:moveTo>
                    <a:pt x="628018" y="2558314"/>
                  </a:moveTo>
                  <a:lnTo>
                    <a:pt x="635862" y="2597429"/>
                  </a:lnTo>
                  <a:lnTo>
                    <a:pt x="620248" y="2592718"/>
                  </a:lnTo>
                  <a:close/>
                  <a:moveTo>
                    <a:pt x="387877" y="2465999"/>
                  </a:moveTo>
                  <a:lnTo>
                    <a:pt x="510844" y="2526713"/>
                  </a:lnTo>
                  <a:lnTo>
                    <a:pt x="477546" y="2515214"/>
                  </a:lnTo>
                  <a:close/>
                  <a:moveTo>
                    <a:pt x="399717" y="2471436"/>
                  </a:moveTo>
                  <a:lnTo>
                    <a:pt x="510844" y="2526713"/>
                  </a:lnTo>
                  <a:lnTo>
                    <a:pt x="387877" y="2465999"/>
                  </a:lnTo>
                  <a:close/>
                  <a:moveTo>
                    <a:pt x="469825" y="2524172"/>
                  </a:moveTo>
                  <a:lnTo>
                    <a:pt x="510844" y="2526713"/>
                  </a:lnTo>
                  <a:lnTo>
                    <a:pt x="399717" y="2471436"/>
                  </a:lnTo>
                  <a:close/>
                  <a:moveTo>
                    <a:pt x="635862" y="2597429"/>
                  </a:moveTo>
                  <a:lnTo>
                    <a:pt x="674754" y="2614734"/>
                  </a:lnTo>
                  <a:lnTo>
                    <a:pt x="709416" y="2647443"/>
                  </a:lnTo>
                  <a:close/>
                  <a:moveTo>
                    <a:pt x="1193610" y="3236018"/>
                  </a:moveTo>
                  <a:lnTo>
                    <a:pt x="1173073" y="3266351"/>
                  </a:lnTo>
                  <a:lnTo>
                    <a:pt x="1205977" y="3255150"/>
                  </a:lnTo>
                  <a:close/>
                  <a:moveTo>
                    <a:pt x="1193610" y="3236018"/>
                  </a:moveTo>
                  <a:lnTo>
                    <a:pt x="1205977" y="3255150"/>
                  </a:lnTo>
                  <a:lnTo>
                    <a:pt x="1223849" y="3171935"/>
                  </a:lnTo>
                  <a:close/>
                  <a:moveTo>
                    <a:pt x="635862" y="2597429"/>
                  </a:moveTo>
                  <a:lnTo>
                    <a:pt x="709416" y="2647443"/>
                  </a:lnTo>
                  <a:lnTo>
                    <a:pt x="720829" y="2577275"/>
                  </a:lnTo>
                  <a:close/>
                  <a:moveTo>
                    <a:pt x="789356" y="2582156"/>
                  </a:moveTo>
                  <a:lnTo>
                    <a:pt x="709416" y="2647443"/>
                  </a:lnTo>
                  <a:lnTo>
                    <a:pt x="781665" y="2638912"/>
                  </a:lnTo>
                  <a:close/>
                  <a:moveTo>
                    <a:pt x="789356" y="2582156"/>
                  </a:moveTo>
                  <a:lnTo>
                    <a:pt x="720829" y="2577275"/>
                  </a:lnTo>
                  <a:lnTo>
                    <a:pt x="709416" y="2647443"/>
                  </a:lnTo>
                  <a:close/>
                  <a:moveTo>
                    <a:pt x="710865" y="2485284"/>
                  </a:moveTo>
                  <a:lnTo>
                    <a:pt x="693970" y="2398927"/>
                  </a:lnTo>
                  <a:lnTo>
                    <a:pt x="693587" y="2476778"/>
                  </a:lnTo>
                  <a:close/>
                  <a:moveTo>
                    <a:pt x="761492" y="2411746"/>
                  </a:moveTo>
                  <a:lnTo>
                    <a:pt x="801290" y="2472362"/>
                  </a:lnTo>
                  <a:lnTo>
                    <a:pt x="836517" y="2413589"/>
                  </a:lnTo>
                  <a:close/>
                  <a:moveTo>
                    <a:pt x="717510" y="2394562"/>
                  </a:moveTo>
                  <a:lnTo>
                    <a:pt x="801290" y="2472362"/>
                  </a:lnTo>
                  <a:lnTo>
                    <a:pt x="761492" y="2411746"/>
                  </a:lnTo>
                  <a:close/>
                  <a:moveTo>
                    <a:pt x="836517" y="2413589"/>
                  </a:moveTo>
                  <a:lnTo>
                    <a:pt x="816614" y="2476778"/>
                  </a:lnTo>
                  <a:lnTo>
                    <a:pt x="867271" y="2465122"/>
                  </a:lnTo>
                  <a:close/>
                  <a:moveTo>
                    <a:pt x="873317" y="2335977"/>
                  </a:moveTo>
                  <a:lnTo>
                    <a:pt x="929876" y="2328324"/>
                  </a:lnTo>
                  <a:lnTo>
                    <a:pt x="897405" y="2317690"/>
                  </a:lnTo>
                  <a:close/>
                  <a:moveTo>
                    <a:pt x="339363" y="1504518"/>
                  </a:moveTo>
                  <a:lnTo>
                    <a:pt x="384339" y="1577754"/>
                  </a:lnTo>
                  <a:lnTo>
                    <a:pt x="362092" y="1539222"/>
                  </a:lnTo>
                  <a:close/>
                  <a:moveTo>
                    <a:pt x="1514284" y="2893195"/>
                  </a:moveTo>
                  <a:lnTo>
                    <a:pt x="1498419" y="2869714"/>
                  </a:lnTo>
                  <a:lnTo>
                    <a:pt x="1578286" y="2936974"/>
                  </a:lnTo>
                  <a:close/>
                  <a:moveTo>
                    <a:pt x="1528773" y="2772544"/>
                  </a:moveTo>
                  <a:lnTo>
                    <a:pt x="1539117" y="2874692"/>
                  </a:lnTo>
                  <a:lnTo>
                    <a:pt x="1587203" y="2839274"/>
                  </a:lnTo>
                  <a:close/>
                  <a:moveTo>
                    <a:pt x="922487" y="2234238"/>
                  </a:moveTo>
                  <a:lnTo>
                    <a:pt x="979561" y="2287931"/>
                  </a:lnTo>
                  <a:lnTo>
                    <a:pt x="862246" y="2222621"/>
                  </a:lnTo>
                  <a:close/>
                  <a:moveTo>
                    <a:pt x="979561" y="2287931"/>
                  </a:moveTo>
                  <a:lnTo>
                    <a:pt x="922697" y="2235475"/>
                  </a:lnTo>
                  <a:lnTo>
                    <a:pt x="1061463" y="2266907"/>
                  </a:lnTo>
                  <a:close/>
                  <a:moveTo>
                    <a:pt x="922487" y="2234238"/>
                  </a:moveTo>
                  <a:lnTo>
                    <a:pt x="922697" y="2235475"/>
                  </a:lnTo>
                  <a:lnTo>
                    <a:pt x="979561" y="2287931"/>
                  </a:lnTo>
                  <a:close/>
                  <a:moveTo>
                    <a:pt x="384339" y="1577754"/>
                  </a:moveTo>
                  <a:lnTo>
                    <a:pt x="374394" y="1476038"/>
                  </a:lnTo>
                  <a:lnTo>
                    <a:pt x="362092" y="1539222"/>
                  </a:lnTo>
                  <a:close/>
                  <a:moveTo>
                    <a:pt x="1630567" y="2816323"/>
                  </a:moveTo>
                  <a:lnTo>
                    <a:pt x="1587203" y="2839274"/>
                  </a:lnTo>
                  <a:lnTo>
                    <a:pt x="1629199" y="2823984"/>
                  </a:lnTo>
                  <a:close/>
                  <a:moveTo>
                    <a:pt x="1164495" y="2197038"/>
                  </a:moveTo>
                  <a:lnTo>
                    <a:pt x="1136733" y="2181245"/>
                  </a:lnTo>
                  <a:lnTo>
                    <a:pt x="1203959" y="2240817"/>
                  </a:lnTo>
                  <a:close/>
                  <a:moveTo>
                    <a:pt x="1202880" y="2279253"/>
                  </a:moveTo>
                  <a:lnTo>
                    <a:pt x="1164495" y="2197038"/>
                  </a:lnTo>
                  <a:lnTo>
                    <a:pt x="1203959" y="2240817"/>
                  </a:lnTo>
                  <a:close/>
                  <a:moveTo>
                    <a:pt x="1082738" y="2076386"/>
                  </a:moveTo>
                  <a:lnTo>
                    <a:pt x="1105766" y="2153891"/>
                  </a:lnTo>
                  <a:lnTo>
                    <a:pt x="1077134" y="2114823"/>
                  </a:lnTo>
                  <a:close/>
                  <a:moveTo>
                    <a:pt x="1080748" y="2166167"/>
                  </a:moveTo>
                  <a:lnTo>
                    <a:pt x="1105766" y="2153891"/>
                  </a:lnTo>
                  <a:lnTo>
                    <a:pt x="1082738" y="2076386"/>
                  </a:lnTo>
                  <a:close/>
                  <a:moveTo>
                    <a:pt x="1136733" y="2181245"/>
                  </a:moveTo>
                  <a:lnTo>
                    <a:pt x="1105766" y="2153891"/>
                  </a:lnTo>
                  <a:lnTo>
                    <a:pt x="1080748" y="2166167"/>
                  </a:lnTo>
                  <a:close/>
                  <a:moveTo>
                    <a:pt x="1077593" y="2112014"/>
                  </a:moveTo>
                  <a:lnTo>
                    <a:pt x="1080748" y="2166167"/>
                  </a:lnTo>
                  <a:lnTo>
                    <a:pt x="1082738" y="2076386"/>
                  </a:lnTo>
                  <a:close/>
                  <a:moveTo>
                    <a:pt x="425480" y="1345814"/>
                  </a:moveTo>
                  <a:lnTo>
                    <a:pt x="391112" y="1432522"/>
                  </a:lnTo>
                  <a:lnTo>
                    <a:pt x="513663" y="1396860"/>
                  </a:lnTo>
                  <a:close/>
                  <a:moveTo>
                    <a:pt x="1721968" y="2849275"/>
                  </a:moveTo>
                  <a:lnTo>
                    <a:pt x="1643778" y="2835595"/>
                  </a:lnTo>
                  <a:lnTo>
                    <a:pt x="1629199" y="2823984"/>
                  </a:lnTo>
                  <a:close/>
                  <a:moveTo>
                    <a:pt x="1737039" y="2796904"/>
                  </a:moveTo>
                  <a:lnTo>
                    <a:pt x="1643778" y="2835595"/>
                  </a:lnTo>
                  <a:lnTo>
                    <a:pt x="1721968" y="2849275"/>
                  </a:lnTo>
                  <a:close/>
                  <a:moveTo>
                    <a:pt x="1112453" y="1955735"/>
                  </a:moveTo>
                  <a:lnTo>
                    <a:pt x="1127965" y="2021687"/>
                  </a:lnTo>
                  <a:lnTo>
                    <a:pt x="1187896" y="2030556"/>
                  </a:lnTo>
                  <a:close/>
                  <a:moveTo>
                    <a:pt x="1127965" y="2021687"/>
                  </a:moveTo>
                  <a:lnTo>
                    <a:pt x="1214575" y="2066852"/>
                  </a:lnTo>
                  <a:lnTo>
                    <a:pt x="1259576" y="2019900"/>
                  </a:lnTo>
                  <a:close/>
                  <a:moveTo>
                    <a:pt x="632562" y="1418666"/>
                  </a:moveTo>
                  <a:lnTo>
                    <a:pt x="732048" y="1462444"/>
                  </a:lnTo>
                  <a:lnTo>
                    <a:pt x="710087" y="1384902"/>
                  </a:lnTo>
                  <a:close/>
                  <a:moveTo>
                    <a:pt x="513663" y="1396860"/>
                  </a:moveTo>
                  <a:lnTo>
                    <a:pt x="588668" y="1398633"/>
                  </a:lnTo>
                  <a:lnTo>
                    <a:pt x="557836" y="1387494"/>
                  </a:lnTo>
                  <a:close/>
                  <a:moveTo>
                    <a:pt x="1284169" y="1921789"/>
                  </a:moveTo>
                  <a:lnTo>
                    <a:pt x="1259576" y="2019900"/>
                  </a:lnTo>
                  <a:lnTo>
                    <a:pt x="1300803" y="1955735"/>
                  </a:lnTo>
                  <a:close/>
                  <a:moveTo>
                    <a:pt x="1300803" y="1955735"/>
                  </a:moveTo>
                  <a:lnTo>
                    <a:pt x="1286548" y="1905543"/>
                  </a:lnTo>
                  <a:lnTo>
                    <a:pt x="1284169" y="1921789"/>
                  </a:lnTo>
                  <a:close/>
                  <a:moveTo>
                    <a:pt x="1314843" y="1835084"/>
                  </a:moveTo>
                  <a:lnTo>
                    <a:pt x="1286548" y="1905543"/>
                  </a:lnTo>
                  <a:lnTo>
                    <a:pt x="1300803" y="1955735"/>
                  </a:lnTo>
                  <a:close/>
                  <a:moveTo>
                    <a:pt x="1673406" y="2147991"/>
                  </a:moveTo>
                  <a:lnTo>
                    <a:pt x="1702900" y="2224106"/>
                  </a:lnTo>
                  <a:lnTo>
                    <a:pt x="1617464" y="2132879"/>
                  </a:lnTo>
                  <a:close/>
                  <a:moveTo>
                    <a:pt x="1608317" y="2125507"/>
                  </a:moveTo>
                  <a:lnTo>
                    <a:pt x="1617464" y="2132879"/>
                  </a:lnTo>
                  <a:lnTo>
                    <a:pt x="1629638" y="2137124"/>
                  </a:lnTo>
                  <a:close/>
                  <a:moveTo>
                    <a:pt x="1608317" y="2125507"/>
                  </a:moveTo>
                  <a:lnTo>
                    <a:pt x="1569332" y="2071918"/>
                  </a:lnTo>
                  <a:lnTo>
                    <a:pt x="1617464" y="2132879"/>
                  </a:lnTo>
                  <a:close/>
                  <a:moveTo>
                    <a:pt x="1970055" y="2143507"/>
                  </a:moveTo>
                  <a:lnTo>
                    <a:pt x="1939532" y="2152912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17322" y="2213065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30138" y="2219230"/>
                  </a:lnTo>
                  <a:lnTo>
                    <a:pt x="2117322" y="2213065"/>
                  </a:lnTo>
                  <a:close/>
                  <a:moveTo>
                    <a:pt x="315559" y="162080"/>
                  </a:moveTo>
                  <a:lnTo>
                    <a:pt x="366564" y="181206"/>
                  </a:lnTo>
                  <a:lnTo>
                    <a:pt x="309767" y="115832"/>
                  </a:lnTo>
                  <a:close/>
                  <a:moveTo>
                    <a:pt x="366564" y="181206"/>
                  </a:moveTo>
                  <a:lnTo>
                    <a:pt x="377765" y="91405"/>
                  </a:lnTo>
                  <a:lnTo>
                    <a:pt x="309767" y="115832"/>
                  </a:lnTo>
                  <a:close/>
                  <a:moveTo>
                    <a:pt x="358853" y="20696"/>
                  </a:moveTo>
                  <a:lnTo>
                    <a:pt x="409006" y="75472"/>
                  </a:lnTo>
                  <a:lnTo>
                    <a:pt x="343219" y="0"/>
                  </a:lnTo>
                  <a:close/>
                  <a:moveTo>
                    <a:pt x="2117322" y="2213065"/>
                  </a:moveTo>
                  <a:lnTo>
                    <a:pt x="2130138" y="2219230"/>
                  </a:lnTo>
                  <a:lnTo>
                    <a:pt x="2139222" y="2218676"/>
                  </a:lnTo>
                  <a:close/>
                  <a:moveTo>
                    <a:pt x="2222743" y="2252291"/>
                  </a:moveTo>
                  <a:lnTo>
                    <a:pt x="2139222" y="2218676"/>
                  </a:lnTo>
                  <a:lnTo>
                    <a:pt x="2130138" y="2219230"/>
                  </a:lnTo>
                  <a:close/>
                  <a:moveTo>
                    <a:pt x="2117322" y="2213065"/>
                  </a:moveTo>
                  <a:lnTo>
                    <a:pt x="2139222" y="2218676"/>
                  </a:lnTo>
                  <a:lnTo>
                    <a:pt x="2150473" y="2202697"/>
                  </a:lnTo>
                  <a:close/>
                  <a:moveTo>
                    <a:pt x="2222743" y="2252291"/>
                  </a:moveTo>
                  <a:lnTo>
                    <a:pt x="2273335" y="2263496"/>
                  </a:lnTo>
                  <a:lnTo>
                    <a:pt x="2139222" y="2218676"/>
                  </a:lnTo>
                  <a:close/>
                  <a:moveTo>
                    <a:pt x="1959936" y="1936140"/>
                  </a:moveTo>
                  <a:lnTo>
                    <a:pt x="1950513" y="1927983"/>
                  </a:lnTo>
                  <a:lnTo>
                    <a:pt x="1918102" y="1949263"/>
                  </a:lnTo>
                  <a:close/>
                  <a:moveTo>
                    <a:pt x="1979754" y="1927983"/>
                  </a:moveTo>
                  <a:lnTo>
                    <a:pt x="1959936" y="1936140"/>
                  </a:lnTo>
                  <a:lnTo>
                    <a:pt x="1965975" y="1884204"/>
                  </a:lnTo>
                  <a:close/>
                  <a:moveTo>
                    <a:pt x="1973680" y="1845768"/>
                  </a:moveTo>
                  <a:lnTo>
                    <a:pt x="1979754" y="1927983"/>
                  </a:lnTo>
                  <a:lnTo>
                    <a:pt x="1965975" y="1884204"/>
                  </a:lnTo>
                  <a:close/>
                  <a:moveTo>
                    <a:pt x="1691520" y="1444221"/>
                  </a:moveTo>
                  <a:lnTo>
                    <a:pt x="1607582" y="1540360"/>
                  </a:lnTo>
                  <a:lnTo>
                    <a:pt x="1569924" y="1483454"/>
                  </a:lnTo>
                  <a:close/>
                  <a:moveTo>
                    <a:pt x="630879" y="387783"/>
                  </a:moveTo>
                  <a:lnTo>
                    <a:pt x="644350" y="476923"/>
                  </a:lnTo>
                  <a:lnTo>
                    <a:pt x="698211" y="453527"/>
                  </a:lnTo>
                  <a:close/>
                  <a:moveTo>
                    <a:pt x="664137" y="321245"/>
                  </a:moveTo>
                  <a:lnTo>
                    <a:pt x="720657" y="375387"/>
                  </a:lnTo>
                  <a:lnTo>
                    <a:pt x="651454" y="342167"/>
                  </a:lnTo>
                  <a:close/>
                  <a:moveTo>
                    <a:pt x="2308763" y="2234695"/>
                  </a:moveTo>
                  <a:lnTo>
                    <a:pt x="2318788" y="2326636"/>
                  </a:lnTo>
                  <a:lnTo>
                    <a:pt x="2356076" y="2256822"/>
                  </a:lnTo>
                  <a:close/>
                  <a:moveTo>
                    <a:pt x="1939736" y="1599745"/>
                  </a:moveTo>
                  <a:lnTo>
                    <a:pt x="2004602" y="1660142"/>
                  </a:lnTo>
                  <a:lnTo>
                    <a:pt x="2020835" y="1624304"/>
                  </a:lnTo>
                  <a:close/>
                  <a:moveTo>
                    <a:pt x="1910530" y="1599122"/>
                  </a:moveTo>
                  <a:lnTo>
                    <a:pt x="2004602" y="1660142"/>
                  </a:lnTo>
                  <a:lnTo>
                    <a:pt x="1939736" y="1599745"/>
                  </a:lnTo>
                  <a:close/>
                  <a:moveTo>
                    <a:pt x="1691520" y="1444221"/>
                  </a:moveTo>
                  <a:lnTo>
                    <a:pt x="1700285" y="1425494"/>
                  </a:lnTo>
                  <a:lnTo>
                    <a:pt x="1667145" y="1516907"/>
                  </a:lnTo>
                  <a:close/>
                  <a:moveTo>
                    <a:pt x="898015" y="448111"/>
                  </a:moveTo>
                  <a:lnTo>
                    <a:pt x="870163" y="414526"/>
                  </a:lnTo>
                  <a:lnTo>
                    <a:pt x="914381" y="491890"/>
                  </a:lnTo>
                  <a:close/>
                  <a:moveTo>
                    <a:pt x="842047" y="337291"/>
                  </a:moveTo>
                  <a:lnTo>
                    <a:pt x="868886" y="319133"/>
                  </a:lnTo>
                  <a:lnTo>
                    <a:pt x="868467" y="245244"/>
                  </a:lnTo>
                  <a:close/>
                  <a:moveTo>
                    <a:pt x="904496" y="347114"/>
                  </a:moveTo>
                  <a:lnTo>
                    <a:pt x="868886" y="319133"/>
                  </a:lnTo>
                  <a:lnTo>
                    <a:pt x="842047" y="337291"/>
                  </a:lnTo>
                  <a:close/>
                  <a:moveTo>
                    <a:pt x="863062" y="220115"/>
                  </a:moveTo>
                  <a:lnTo>
                    <a:pt x="868467" y="245244"/>
                  </a:lnTo>
                  <a:lnTo>
                    <a:pt x="814787" y="180323"/>
                  </a:lnTo>
                  <a:close/>
                  <a:moveTo>
                    <a:pt x="1533542" y="765277"/>
                  </a:moveTo>
                  <a:lnTo>
                    <a:pt x="1576470" y="764915"/>
                  </a:lnTo>
                  <a:lnTo>
                    <a:pt x="1549332" y="743877"/>
                  </a:lnTo>
                  <a:close/>
                  <a:moveTo>
                    <a:pt x="2156827" y="1296702"/>
                  </a:moveTo>
                  <a:lnTo>
                    <a:pt x="2187300" y="1401598"/>
                  </a:lnTo>
                  <a:lnTo>
                    <a:pt x="2183041" y="1319383"/>
                  </a:lnTo>
                  <a:close/>
                  <a:moveTo>
                    <a:pt x="2156827" y="1296702"/>
                  </a:moveTo>
                  <a:lnTo>
                    <a:pt x="2189467" y="1370258"/>
                  </a:lnTo>
                  <a:lnTo>
                    <a:pt x="2187300" y="140159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50" name="Candidate_density__2049">
              <a:extLst>
                <a:ext uri="{FF2B5EF4-FFF2-40B4-BE49-F238E27FC236}">
                  <a16:creationId xmlns:a16="http://schemas.microsoft.com/office/drawing/2014/main" id="{66BFF943-D9C6-B01C-EE3F-A788E06CED5C}"/>
                </a:ext>
              </a:extLst>
            </p:cNvPr>
            <p:cNvSpPr>
              <a:spLocks noGrp="1"/>
            </p:cNvSpPr>
            <p:nvPr/>
          </p:nvSpPr>
          <p:spPr>
            <a:xfrm>
              <a:off x="4663168" y="2346247"/>
              <a:ext cx="2102410" cy="3144676"/>
            </a:xfrm>
            <a:custGeom>
              <a:avLst/>
              <a:gdLst/>
              <a:ahLst/>
              <a:cxnLst/>
              <a:rect l="0" t="0" r="0" b="0"/>
              <a:pathLst>
                <a:path w="2102410" h="3144676">
                  <a:moveTo>
                    <a:pt x="240882" y="2866687"/>
                  </a:moveTo>
                  <a:lnTo>
                    <a:pt x="235260" y="2864670"/>
                  </a:lnTo>
                  <a:lnTo>
                    <a:pt x="274277" y="2928089"/>
                  </a:lnTo>
                  <a:close/>
                  <a:moveTo>
                    <a:pt x="329909" y="2920888"/>
                  </a:moveTo>
                  <a:lnTo>
                    <a:pt x="240882" y="2866687"/>
                  </a:lnTo>
                  <a:lnTo>
                    <a:pt x="274277" y="2928089"/>
                  </a:lnTo>
                  <a:close/>
                  <a:moveTo>
                    <a:pt x="231837" y="2861276"/>
                  </a:moveTo>
                  <a:lnTo>
                    <a:pt x="154149" y="2779061"/>
                  </a:lnTo>
                  <a:lnTo>
                    <a:pt x="182894" y="2807150"/>
                  </a:lnTo>
                  <a:close/>
                  <a:moveTo>
                    <a:pt x="101432" y="2712694"/>
                  </a:moveTo>
                  <a:lnTo>
                    <a:pt x="154149" y="2779061"/>
                  </a:lnTo>
                  <a:lnTo>
                    <a:pt x="137231" y="2757809"/>
                  </a:lnTo>
                  <a:close/>
                  <a:moveTo>
                    <a:pt x="369853" y="2943491"/>
                  </a:moveTo>
                  <a:lnTo>
                    <a:pt x="454048" y="2891160"/>
                  </a:lnTo>
                  <a:lnTo>
                    <a:pt x="340441" y="2839751"/>
                  </a:lnTo>
                  <a:close/>
                  <a:moveTo>
                    <a:pt x="369853" y="2943491"/>
                  </a:moveTo>
                  <a:lnTo>
                    <a:pt x="340441" y="2839751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40882" y="2866687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60898" y="2843827"/>
                  </a:lnTo>
                  <a:lnTo>
                    <a:pt x="240882" y="2866687"/>
                  </a:lnTo>
                  <a:close/>
                  <a:moveTo>
                    <a:pt x="340441" y="2839751"/>
                  </a:moveTo>
                  <a:lnTo>
                    <a:pt x="415978" y="2838933"/>
                  </a:lnTo>
                  <a:lnTo>
                    <a:pt x="332306" y="2746273"/>
                  </a:lnTo>
                  <a:close/>
                  <a:moveTo>
                    <a:pt x="137231" y="2757809"/>
                  </a:moveTo>
                  <a:lnTo>
                    <a:pt x="154149" y="2779061"/>
                  </a:lnTo>
                  <a:lnTo>
                    <a:pt x="180528" y="2748482"/>
                  </a:lnTo>
                  <a:close/>
                  <a:moveTo>
                    <a:pt x="137231" y="2757809"/>
                  </a:moveTo>
                  <a:lnTo>
                    <a:pt x="180528" y="2748482"/>
                  </a:lnTo>
                  <a:lnTo>
                    <a:pt x="91146" y="2696846"/>
                  </a:lnTo>
                  <a:close/>
                  <a:moveTo>
                    <a:pt x="90489" y="2583050"/>
                  </a:moveTo>
                  <a:lnTo>
                    <a:pt x="103769" y="2510609"/>
                  </a:lnTo>
                  <a:lnTo>
                    <a:pt x="13984" y="2532415"/>
                  </a:lnTo>
                  <a:close/>
                  <a:moveTo>
                    <a:pt x="103769" y="2510609"/>
                  </a:moveTo>
                  <a:lnTo>
                    <a:pt x="0" y="2523385"/>
                  </a:lnTo>
                  <a:lnTo>
                    <a:pt x="13984" y="2532415"/>
                  </a:lnTo>
                  <a:close/>
                  <a:moveTo>
                    <a:pt x="20116" y="2417933"/>
                  </a:moveTo>
                  <a:lnTo>
                    <a:pt x="0" y="2523385"/>
                  </a:lnTo>
                  <a:lnTo>
                    <a:pt x="103769" y="2510609"/>
                  </a:lnTo>
                  <a:close/>
                  <a:moveTo>
                    <a:pt x="32138" y="2329549"/>
                  </a:moveTo>
                  <a:lnTo>
                    <a:pt x="17661" y="2374214"/>
                  </a:lnTo>
                  <a:lnTo>
                    <a:pt x="69748" y="2338083"/>
                  </a:lnTo>
                  <a:close/>
                  <a:moveTo>
                    <a:pt x="69748" y="2338083"/>
                  </a:moveTo>
                  <a:lnTo>
                    <a:pt x="17661" y="2374214"/>
                  </a:lnTo>
                  <a:lnTo>
                    <a:pt x="20116" y="2417933"/>
                  </a:lnTo>
                  <a:close/>
                  <a:moveTo>
                    <a:pt x="820994" y="3113263"/>
                  </a:moveTo>
                  <a:lnTo>
                    <a:pt x="789123" y="3092778"/>
                  </a:lnTo>
                  <a:lnTo>
                    <a:pt x="745446" y="3144676"/>
                  </a:lnTo>
                  <a:close/>
                  <a:moveTo>
                    <a:pt x="658860" y="3099601"/>
                  </a:moveTo>
                  <a:lnTo>
                    <a:pt x="745446" y="3144676"/>
                  </a:lnTo>
                  <a:lnTo>
                    <a:pt x="789123" y="3092778"/>
                  </a:lnTo>
                  <a:close/>
                  <a:moveTo>
                    <a:pt x="703249" y="3050364"/>
                  </a:moveTo>
                  <a:lnTo>
                    <a:pt x="658860" y="3099601"/>
                  </a:lnTo>
                  <a:lnTo>
                    <a:pt x="789123" y="3092778"/>
                  </a:lnTo>
                  <a:close/>
                  <a:moveTo>
                    <a:pt x="16836" y="2247333"/>
                  </a:moveTo>
                  <a:lnTo>
                    <a:pt x="14015" y="2222709"/>
                  </a:lnTo>
                  <a:lnTo>
                    <a:pt x="73907" y="2291113"/>
                  </a:lnTo>
                  <a:close/>
                  <a:moveTo>
                    <a:pt x="32138" y="2329549"/>
                  </a:moveTo>
                  <a:lnTo>
                    <a:pt x="16836" y="2247333"/>
                  </a:lnTo>
                  <a:lnTo>
                    <a:pt x="73907" y="2291113"/>
                  </a:lnTo>
                  <a:close/>
                  <a:moveTo>
                    <a:pt x="640656" y="2917051"/>
                  </a:moveTo>
                  <a:lnTo>
                    <a:pt x="663962" y="2903476"/>
                  </a:lnTo>
                  <a:lnTo>
                    <a:pt x="582802" y="2878688"/>
                  </a:lnTo>
                  <a:close/>
                  <a:moveTo>
                    <a:pt x="874428" y="3074827"/>
                  </a:moveTo>
                  <a:lnTo>
                    <a:pt x="919408" y="3086028"/>
                  </a:lnTo>
                  <a:lnTo>
                    <a:pt x="939944" y="3055695"/>
                  </a:lnTo>
                  <a:close/>
                  <a:moveTo>
                    <a:pt x="900502" y="2987669"/>
                  </a:moveTo>
                  <a:lnTo>
                    <a:pt x="939944" y="3055695"/>
                  </a:lnTo>
                  <a:lnTo>
                    <a:pt x="970183" y="2991611"/>
                  </a:lnTo>
                  <a:close/>
                  <a:moveTo>
                    <a:pt x="900502" y="2987669"/>
                  </a:moveTo>
                  <a:lnTo>
                    <a:pt x="970183" y="2991611"/>
                  </a:lnTo>
                  <a:lnTo>
                    <a:pt x="968568" y="2991174"/>
                  </a:lnTo>
                  <a:close/>
                  <a:moveTo>
                    <a:pt x="411211" y="2364051"/>
                  </a:moveTo>
                  <a:lnTo>
                    <a:pt x="382197" y="2417106"/>
                  </a:lnTo>
                  <a:lnTo>
                    <a:pt x="457200" y="2304960"/>
                  </a:lnTo>
                  <a:close/>
                  <a:moveTo>
                    <a:pt x="457200" y="2304960"/>
                  </a:moveTo>
                  <a:lnTo>
                    <a:pt x="382197" y="2417106"/>
                  </a:lnTo>
                  <a:lnTo>
                    <a:pt x="467163" y="2396952"/>
                  </a:lnTo>
                  <a:close/>
                  <a:moveTo>
                    <a:pt x="457200" y="2304960"/>
                  </a:moveTo>
                  <a:lnTo>
                    <a:pt x="439921" y="2296455"/>
                  </a:lnTo>
                  <a:lnTo>
                    <a:pt x="411211" y="2364051"/>
                  </a:lnTo>
                  <a:close/>
                  <a:moveTo>
                    <a:pt x="544100" y="2303587"/>
                  </a:moveTo>
                  <a:lnTo>
                    <a:pt x="529249" y="2296455"/>
                  </a:lnTo>
                  <a:lnTo>
                    <a:pt x="535691" y="2401833"/>
                  </a:lnTo>
                  <a:close/>
                  <a:moveTo>
                    <a:pt x="535691" y="2401833"/>
                  </a:moveTo>
                  <a:lnTo>
                    <a:pt x="529249" y="2296455"/>
                  </a:lnTo>
                  <a:lnTo>
                    <a:pt x="457200" y="2304960"/>
                  </a:lnTo>
                  <a:close/>
                  <a:moveTo>
                    <a:pt x="535691" y="2401833"/>
                  </a:moveTo>
                  <a:lnTo>
                    <a:pt x="457200" y="2304960"/>
                  </a:lnTo>
                  <a:lnTo>
                    <a:pt x="467163" y="2396952"/>
                  </a:lnTo>
                  <a:close/>
                  <a:moveTo>
                    <a:pt x="529249" y="2296455"/>
                  </a:moveTo>
                  <a:lnTo>
                    <a:pt x="463845" y="2214239"/>
                  </a:lnTo>
                  <a:lnTo>
                    <a:pt x="457200" y="2304960"/>
                  </a:lnTo>
                  <a:close/>
                  <a:moveTo>
                    <a:pt x="230918" y="2167555"/>
                  </a:moveTo>
                  <a:lnTo>
                    <a:pt x="298400" y="2073193"/>
                  </a:lnTo>
                  <a:lnTo>
                    <a:pt x="226912" y="2168848"/>
                  </a:lnTo>
                  <a:close/>
                  <a:moveTo>
                    <a:pt x="437167" y="2214239"/>
                  </a:moveTo>
                  <a:lnTo>
                    <a:pt x="413556" y="2279849"/>
                  </a:lnTo>
                  <a:lnTo>
                    <a:pt x="439921" y="2296455"/>
                  </a:lnTo>
                  <a:close/>
                  <a:moveTo>
                    <a:pt x="529249" y="2296455"/>
                  </a:moveTo>
                  <a:lnTo>
                    <a:pt x="547624" y="2292039"/>
                  </a:lnTo>
                  <a:lnTo>
                    <a:pt x="463845" y="2214239"/>
                  </a:lnTo>
                  <a:close/>
                  <a:moveTo>
                    <a:pt x="547624" y="2292039"/>
                  </a:moveTo>
                  <a:lnTo>
                    <a:pt x="562948" y="2296455"/>
                  </a:lnTo>
                  <a:lnTo>
                    <a:pt x="582851" y="2233265"/>
                  </a:lnTo>
                  <a:close/>
                  <a:moveTo>
                    <a:pt x="1154551" y="2751308"/>
                  </a:moveTo>
                  <a:lnTo>
                    <a:pt x="1183525" y="2807142"/>
                  </a:lnTo>
                  <a:lnTo>
                    <a:pt x="1199003" y="2795087"/>
                  </a:lnTo>
                  <a:close/>
                  <a:moveTo>
                    <a:pt x="819751" y="2098930"/>
                  </a:moveTo>
                  <a:lnTo>
                    <a:pt x="873267" y="2209073"/>
                  </a:lnTo>
                  <a:lnTo>
                    <a:pt x="904432" y="2169226"/>
                  </a:lnTo>
                  <a:close/>
                  <a:moveTo>
                    <a:pt x="854228" y="2219582"/>
                  </a:moveTo>
                  <a:lnTo>
                    <a:pt x="873267" y="2209073"/>
                  </a:lnTo>
                  <a:lnTo>
                    <a:pt x="819751" y="2098930"/>
                  </a:lnTo>
                  <a:close/>
                  <a:moveTo>
                    <a:pt x="766396" y="2137367"/>
                  </a:moveTo>
                  <a:lnTo>
                    <a:pt x="854228" y="2219582"/>
                  </a:lnTo>
                  <a:lnTo>
                    <a:pt x="819751" y="2098930"/>
                  </a:lnTo>
                  <a:close/>
                  <a:moveTo>
                    <a:pt x="952494" y="2105163"/>
                  </a:moveTo>
                  <a:lnTo>
                    <a:pt x="904432" y="2169226"/>
                  </a:lnTo>
                  <a:lnTo>
                    <a:pt x="873267" y="2209073"/>
                  </a:lnTo>
                  <a:close/>
                  <a:moveTo>
                    <a:pt x="873267" y="2209073"/>
                  </a:moveTo>
                  <a:lnTo>
                    <a:pt x="929190" y="2181145"/>
                  </a:lnTo>
                  <a:lnTo>
                    <a:pt x="952494" y="2105163"/>
                  </a:lnTo>
                  <a:close/>
                  <a:moveTo>
                    <a:pt x="766396" y="2137367"/>
                  </a:moveTo>
                  <a:lnTo>
                    <a:pt x="819751" y="2098930"/>
                  </a:lnTo>
                  <a:lnTo>
                    <a:pt x="762916" y="2133983"/>
                  </a:lnTo>
                  <a:close/>
                  <a:moveTo>
                    <a:pt x="819751" y="2098930"/>
                  </a:moveTo>
                  <a:lnTo>
                    <a:pt x="807797" y="2086584"/>
                  </a:lnTo>
                  <a:lnTo>
                    <a:pt x="762916" y="2133983"/>
                  </a:lnTo>
                  <a:close/>
                  <a:moveTo>
                    <a:pt x="807797" y="2086584"/>
                  </a:moveTo>
                  <a:lnTo>
                    <a:pt x="669031" y="2055151"/>
                  </a:lnTo>
                  <a:lnTo>
                    <a:pt x="762916" y="2133983"/>
                  </a:lnTo>
                  <a:close/>
                  <a:moveTo>
                    <a:pt x="663975" y="2042716"/>
                  </a:moveTo>
                  <a:lnTo>
                    <a:pt x="669031" y="2055151"/>
                  </a:lnTo>
                  <a:lnTo>
                    <a:pt x="668821" y="2053915"/>
                  </a:lnTo>
                  <a:close/>
                  <a:moveTo>
                    <a:pt x="623465" y="1972936"/>
                  </a:moveTo>
                  <a:lnTo>
                    <a:pt x="663975" y="2042716"/>
                  </a:lnTo>
                  <a:lnTo>
                    <a:pt x="609799" y="1941215"/>
                  </a:lnTo>
                  <a:close/>
                  <a:moveTo>
                    <a:pt x="609799" y="1941215"/>
                  </a:moveTo>
                  <a:lnTo>
                    <a:pt x="663975" y="2042716"/>
                  </a:lnTo>
                  <a:lnTo>
                    <a:pt x="668821" y="2053915"/>
                  </a:lnTo>
                  <a:close/>
                  <a:moveTo>
                    <a:pt x="609799" y="1941215"/>
                  </a:moveTo>
                  <a:lnTo>
                    <a:pt x="668821" y="2053915"/>
                  </a:lnTo>
                  <a:lnTo>
                    <a:pt x="608580" y="2042298"/>
                  </a:lnTo>
                  <a:close/>
                  <a:moveTo>
                    <a:pt x="623465" y="1972936"/>
                  </a:moveTo>
                  <a:lnTo>
                    <a:pt x="609799" y="1941215"/>
                  </a:lnTo>
                  <a:lnTo>
                    <a:pt x="560493" y="1881208"/>
                  </a:lnTo>
                  <a:close/>
                  <a:moveTo>
                    <a:pt x="130674" y="1397431"/>
                  </a:moveTo>
                  <a:lnTo>
                    <a:pt x="220887" y="1285513"/>
                  </a:lnTo>
                  <a:lnTo>
                    <a:pt x="120729" y="1295715"/>
                  </a:lnTo>
                  <a:close/>
                  <a:moveTo>
                    <a:pt x="120729" y="1295715"/>
                  </a:moveTo>
                  <a:lnTo>
                    <a:pt x="220887" y="1285513"/>
                  </a:lnTo>
                  <a:lnTo>
                    <a:pt x="199308" y="1292424"/>
                  </a:lnTo>
                  <a:close/>
                  <a:moveTo>
                    <a:pt x="609694" y="1934500"/>
                  </a:moveTo>
                  <a:lnTo>
                    <a:pt x="560493" y="1881208"/>
                  </a:lnTo>
                  <a:lnTo>
                    <a:pt x="609799" y="1941215"/>
                  </a:lnTo>
                  <a:close/>
                  <a:moveTo>
                    <a:pt x="1275107" y="2592221"/>
                  </a:moveTo>
                  <a:lnTo>
                    <a:pt x="1333537" y="2658951"/>
                  </a:lnTo>
                  <a:lnTo>
                    <a:pt x="1376901" y="2635999"/>
                  </a:lnTo>
                  <a:close/>
                  <a:moveTo>
                    <a:pt x="1244670" y="2389354"/>
                  </a:moveTo>
                  <a:lnTo>
                    <a:pt x="1301717" y="2324775"/>
                  </a:lnTo>
                  <a:lnTo>
                    <a:pt x="1211425" y="2427790"/>
                  </a:lnTo>
                  <a:close/>
                  <a:moveTo>
                    <a:pt x="941783" y="2093673"/>
                  </a:moveTo>
                  <a:lnTo>
                    <a:pt x="949214" y="2098930"/>
                  </a:lnTo>
                  <a:lnTo>
                    <a:pt x="950293" y="2060493"/>
                  </a:lnTo>
                  <a:close/>
                  <a:moveTo>
                    <a:pt x="904432" y="2169226"/>
                  </a:moveTo>
                  <a:lnTo>
                    <a:pt x="949214" y="2098930"/>
                  </a:lnTo>
                  <a:lnTo>
                    <a:pt x="941783" y="2093673"/>
                  </a:lnTo>
                  <a:close/>
                  <a:moveTo>
                    <a:pt x="966594" y="2122983"/>
                  </a:moveTo>
                  <a:lnTo>
                    <a:pt x="929190" y="2181145"/>
                  </a:lnTo>
                  <a:lnTo>
                    <a:pt x="999233" y="2167257"/>
                  </a:lnTo>
                  <a:close/>
                  <a:moveTo>
                    <a:pt x="901411" y="2060493"/>
                  </a:moveTo>
                  <a:lnTo>
                    <a:pt x="904432" y="2169226"/>
                  </a:lnTo>
                  <a:lnTo>
                    <a:pt x="941783" y="2093673"/>
                  </a:lnTo>
                  <a:close/>
                  <a:moveTo>
                    <a:pt x="819751" y="2098930"/>
                  </a:moveTo>
                  <a:lnTo>
                    <a:pt x="926997" y="2038391"/>
                  </a:lnTo>
                  <a:lnTo>
                    <a:pt x="827082" y="1985844"/>
                  </a:lnTo>
                  <a:close/>
                  <a:moveTo>
                    <a:pt x="827082" y="1985844"/>
                  </a:moveTo>
                  <a:lnTo>
                    <a:pt x="926997" y="2038391"/>
                  </a:lnTo>
                  <a:lnTo>
                    <a:pt x="883067" y="2000922"/>
                  </a:lnTo>
                  <a:close/>
                  <a:moveTo>
                    <a:pt x="819751" y="2098930"/>
                  </a:moveTo>
                  <a:lnTo>
                    <a:pt x="827082" y="1985844"/>
                  </a:lnTo>
                  <a:lnTo>
                    <a:pt x="807797" y="2086584"/>
                  </a:lnTo>
                  <a:close/>
                  <a:moveTo>
                    <a:pt x="950293" y="2060493"/>
                  </a:moveTo>
                  <a:lnTo>
                    <a:pt x="883067" y="2000922"/>
                  </a:lnTo>
                  <a:lnTo>
                    <a:pt x="926997" y="2038391"/>
                  </a:lnTo>
                  <a:close/>
                  <a:moveTo>
                    <a:pt x="841688" y="1834378"/>
                  </a:moveTo>
                  <a:lnTo>
                    <a:pt x="874300" y="1841364"/>
                  </a:lnTo>
                  <a:lnTo>
                    <a:pt x="817875" y="1813848"/>
                  </a:lnTo>
                  <a:close/>
                  <a:moveTo>
                    <a:pt x="803750" y="1856251"/>
                  </a:moveTo>
                  <a:lnTo>
                    <a:pt x="829072" y="1896063"/>
                  </a:lnTo>
                  <a:lnTo>
                    <a:pt x="784695" y="1852285"/>
                  </a:lnTo>
                  <a:close/>
                  <a:moveTo>
                    <a:pt x="372555" y="1358716"/>
                  </a:moveTo>
                  <a:lnTo>
                    <a:pt x="385085" y="1358994"/>
                  </a:lnTo>
                  <a:lnTo>
                    <a:pt x="351584" y="1329309"/>
                  </a:lnTo>
                  <a:close/>
                  <a:moveTo>
                    <a:pt x="372555" y="1358716"/>
                  </a:moveTo>
                  <a:lnTo>
                    <a:pt x="408919" y="1320558"/>
                  </a:lnTo>
                  <a:lnTo>
                    <a:pt x="402230" y="1348727"/>
                  </a:lnTo>
                  <a:close/>
                  <a:moveTo>
                    <a:pt x="137446" y="1252199"/>
                  </a:moveTo>
                  <a:lnTo>
                    <a:pt x="214545" y="1261803"/>
                  </a:lnTo>
                  <a:lnTo>
                    <a:pt x="259997" y="1216537"/>
                  </a:lnTo>
                  <a:close/>
                  <a:moveTo>
                    <a:pt x="259997" y="1216537"/>
                  </a:moveTo>
                  <a:lnTo>
                    <a:pt x="214545" y="1261803"/>
                  </a:lnTo>
                  <a:lnTo>
                    <a:pt x="335002" y="1218310"/>
                  </a:lnTo>
                  <a:close/>
                  <a:moveTo>
                    <a:pt x="1230205" y="2200758"/>
                  </a:moveTo>
                  <a:lnTo>
                    <a:pt x="1149281" y="2307139"/>
                  </a:lnTo>
                  <a:lnTo>
                    <a:pt x="1149869" y="2305569"/>
                  </a:lnTo>
                  <a:close/>
                  <a:moveTo>
                    <a:pt x="737833" y="1797625"/>
                  </a:moveTo>
                  <a:lnTo>
                    <a:pt x="803750" y="1856251"/>
                  </a:lnTo>
                  <a:lnTo>
                    <a:pt x="756957" y="1813848"/>
                  </a:lnTo>
                  <a:close/>
                  <a:moveTo>
                    <a:pt x="828115" y="1884913"/>
                  </a:moveTo>
                  <a:lnTo>
                    <a:pt x="823928" y="1931691"/>
                  </a:lnTo>
                  <a:lnTo>
                    <a:pt x="829072" y="1896063"/>
                  </a:lnTo>
                  <a:close/>
                  <a:moveTo>
                    <a:pt x="829072" y="1896063"/>
                  </a:moveTo>
                  <a:lnTo>
                    <a:pt x="803750" y="1856251"/>
                  </a:lnTo>
                  <a:lnTo>
                    <a:pt x="828115" y="1884913"/>
                  </a:lnTo>
                  <a:close/>
                  <a:moveTo>
                    <a:pt x="717497" y="1731633"/>
                  </a:moveTo>
                  <a:lnTo>
                    <a:pt x="742808" y="1693490"/>
                  </a:lnTo>
                  <a:lnTo>
                    <a:pt x="756957" y="1813848"/>
                  </a:lnTo>
                  <a:close/>
                  <a:moveTo>
                    <a:pt x="858787" y="1775412"/>
                  </a:moveTo>
                  <a:lnTo>
                    <a:pt x="793456" y="1712905"/>
                  </a:lnTo>
                  <a:lnTo>
                    <a:pt x="817711" y="1731633"/>
                  </a:lnTo>
                  <a:close/>
                  <a:moveTo>
                    <a:pt x="1030504" y="1741466"/>
                  </a:moveTo>
                  <a:lnTo>
                    <a:pt x="939314" y="1755009"/>
                  </a:lnTo>
                  <a:lnTo>
                    <a:pt x="934231" y="1850233"/>
                  </a:lnTo>
                  <a:close/>
                  <a:moveTo>
                    <a:pt x="1770146" y="2365031"/>
                  </a:moveTo>
                  <a:lnTo>
                    <a:pt x="1693597" y="2308370"/>
                  </a:lnTo>
                  <a:lnTo>
                    <a:pt x="1769638" y="2356260"/>
                  </a:lnTo>
                  <a:close/>
                  <a:moveTo>
                    <a:pt x="1674920" y="2238540"/>
                  </a:moveTo>
                  <a:lnTo>
                    <a:pt x="1632029" y="2216542"/>
                  </a:lnTo>
                  <a:lnTo>
                    <a:pt x="1753037" y="2274045"/>
                  </a:lnTo>
                  <a:close/>
                  <a:moveTo>
                    <a:pt x="1624900" y="2191829"/>
                  </a:moveTo>
                  <a:lnTo>
                    <a:pt x="1632029" y="2216542"/>
                  </a:lnTo>
                  <a:lnTo>
                    <a:pt x="1674920" y="2238540"/>
                  </a:lnTo>
                  <a:close/>
                  <a:moveTo>
                    <a:pt x="1363798" y="1952556"/>
                  </a:moveTo>
                  <a:lnTo>
                    <a:pt x="1454141" y="2027399"/>
                  </a:lnTo>
                  <a:lnTo>
                    <a:pt x="1375973" y="1956801"/>
                  </a:lnTo>
                  <a:close/>
                  <a:moveTo>
                    <a:pt x="1449234" y="2043783"/>
                  </a:moveTo>
                  <a:lnTo>
                    <a:pt x="1454141" y="2027399"/>
                  </a:lnTo>
                  <a:lnTo>
                    <a:pt x="1363798" y="1952556"/>
                  </a:lnTo>
                  <a:close/>
                  <a:moveTo>
                    <a:pt x="1354652" y="1945184"/>
                  </a:moveTo>
                  <a:lnTo>
                    <a:pt x="1290721" y="1862969"/>
                  </a:lnTo>
                  <a:lnTo>
                    <a:pt x="1315666" y="1891595"/>
                  </a:lnTo>
                  <a:close/>
                  <a:moveTo>
                    <a:pt x="1736927" y="2331446"/>
                  </a:moveTo>
                  <a:lnTo>
                    <a:pt x="1817130" y="2426927"/>
                  </a:lnTo>
                  <a:lnTo>
                    <a:pt x="1769638" y="2356260"/>
                  </a:lnTo>
                  <a:close/>
                  <a:moveTo>
                    <a:pt x="1769638" y="2356260"/>
                  </a:moveTo>
                  <a:lnTo>
                    <a:pt x="1817130" y="2426927"/>
                  </a:lnTo>
                  <a:lnTo>
                    <a:pt x="1789570" y="2388542"/>
                  </a:lnTo>
                  <a:close/>
                  <a:moveTo>
                    <a:pt x="1775604" y="2260502"/>
                  </a:moveTo>
                  <a:lnTo>
                    <a:pt x="1674920" y="2238540"/>
                  </a:lnTo>
                  <a:lnTo>
                    <a:pt x="1753037" y="2274045"/>
                  </a:lnTo>
                  <a:close/>
                  <a:moveTo>
                    <a:pt x="1732143" y="2071178"/>
                  </a:moveTo>
                  <a:lnTo>
                    <a:pt x="1709646" y="2153172"/>
                  </a:lnTo>
                  <a:lnTo>
                    <a:pt x="1750787" y="2080494"/>
                  </a:lnTo>
                  <a:close/>
                  <a:moveTo>
                    <a:pt x="1454141" y="2027399"/>
                  </a:moveTo>
                  <a:lnTo>
                    <a:pt x="1493876" y="2007489"/>
                  </a:lnTo>
                  <a:lnTo>
                    <a:pt x="1375973" y="1956801"/>
                  </a:lnTo>
                  <a:close/>
                  <a:moveTo>
                    <a:pt x="1699303" y="2061757"/>
                  </a:moveTo>
                  <a:lnTo>
                    <a:pt x="1672186" y="2013114"/>
                  </a:lnTo>
                  <a:lnTo>
                    <a:pt x="1645969" y="1988963"/>
                  </a:lnTo>
                  <a:close/>
                  <a:moveTo>
                    <a:pt x="1635551" y="1952902"/>
                  </a:moveTo>
                  <a:lnTo>
                    <a:pt x="1699303" y="2061757"/>
                  </a:lnTo>
                  <a:lnTo>
                    <a:pt x="1645969" y="1988963"/>
                  </a:lnTo>
                  <a:close/>
                  <a:moveTo>
                    <a:pt x="1803409" y="2009879"/>
                  </a:moveTo>
                  <a:lnTo>
                    <a:pt x="1863656" y="2032741"/>
                  </a:lnTo>
                  <a:lnTo>
                    <a:pt x="1849328" y="1966361"/>
                  </a:lnTo>
                  <a:close/>
                  <a:moveTo>
                    <a:pt x="1849328" y="1966361"/>
                  </a:moveTo>
                  <a:lnTo>
                    <a:pt x="1863656" y="2032741"/>
                  </a:lnTo>
                  <a:lnTo>
                    <a:pt x="1906241" y="1914613"/>
                  </a:lnTo>
                  <a:close/>
                  <a:moveTo>
                    <a:pt x="1906241" y="1914613"/>
                  </a:moveTo>
                  <a:lnTo>
                    <a:pt x="1863656" y="2032741"/>
                  </a:lnTo>
                  <a:lnTo>
                    <a:pt x="1896808" y="2022374"/>
                  </a:lnTo>
                  <a:close/>
                  <a:moveTo>
                    <a:pt x="1906241" y="1914613"/>
                  </a:moveTo>
                  <a:lnTo>
                    <a:pt x="1901854" y="1912090"/>
                  </a:lnTo>
                  <a:lnTo>
                    <a:pt x="1849328" y="1966361"/>
                  </a:lnTo>
                  <a:close/>
                  <a:moveTo>
                    <a:pt x="1973840" y="1994305"/>
                  </a:moveTo>
                  <a:lnTo>
                    <a:pt x="2019670" y="2083173"/>
                  </a:lnTo>
                  <a:lnTo>
                    <a:pt x="2007323" y="2076520"/>
                  </a:lnTo>
                  <a:close/>
                  <a:moveTo>
                    <a:pt x="1885556" y="2038353"/>
                  </a:moveTo>
                  <a:lnTo>
                    <a:pt x="2019670" y="2083173"/>
                  </a:lnTo>
                  <a:lnTo>
                    <a:pt x="1973840" y="1994305"/>
                  </a:lnTo>
                  <a:close/>
                  <a:moveTo>
                    <a:pt x="1973840" y="1994305"/>
                  </a:moveTo>
                  <a:lnTo>
                    <a:pt x="1896808" y="2022374"/>
                  </a:lnTo>
                  <a:lnTo>
                    <a:pt x="1885556" y="2038353"/>
                  </a:lnTo>
                  <a:close/>
                  <a:moveTo>
                    <a:pt x="1896808" y="2022374"/>
                  </a:moveTo>
                  <a:lnTo>
                    <a:pt x="1996408" y="1958952"/>
                  </a:lnTo>
                  <a:lnTo>
                    <a:pt x="1970000" y="1923370"/>
                  </a:lnTo>
                  <a:close/>
                  <a:moveTo>
                    <a:pt x="1896808" y="2022374"/>
                  </a:moveTo>
                  <a:lnTo>
                    <a:pt x="1970000" y="1923370"/>
                  </a:lnTo>
                  <a:lnTo>
                    <a:pt x="1906241" y="1914613"/>
                  </a:lnTo>
                  <a:close/>
                  <a:moveTo>
                    <a:pt x="2019670" y="2083173"/>
                  </a:moveTo>
                  <a:lnTo>
                    <a:pt x="1969077" y="2071967"/>
                  </a:lnTo>
                  <a:lnTo>
                    <a:pt x="2041300" y="1994305"/>
                  </a:lnTo>
                  <a:close/>
                  <a:moveTo>
                    <a:pt x="1906241" y="1914613"/>
                  </a:moveTo>
                  <a:lnTo>
                    <a:pt x="1842677" y="1878036"/>
                  </a:lnTo>
                  <a:lnTo>
                    <a:pt x="1901854" y="1912090"/>
                  </a:lnTo>
                  <a:close/>
                  <a:moveTo>
                    <a:pt x="1901854" y="1912090"/>
                  </a:moveTo>
                  <a:lnTo>
                    <a:pt x="1820431" y="1868312"/>
                  </a:lnTo>
                  <a:lnTo>
                    <a:pt x="1820781" y="1829875"/>
                  </a:lnTo>
                  <a:close/>
                  <a:moveTo>
                    <a:pt x="1750991" y="1813898"/>
                  </a:moveTo>
                  <a:lnTo>
                    <a:pt x="1809298" y="1816697"/>
                  </a:lnTo>
                  <a:lnTo>
                    <a:pt x="1820781" y="1829875"/>
                  </a:lnTo>
                  <a:close/>
                  <a:moveTo>
                    <a:pt x="1664436" y="1768940"/>
                  </a:moveTo>
                  <a:lnTo>
                    <a:pt x="1638278" y="1734592"/>
                  </a:lnTo>
                  <a:lnTo>
                    <a:pt x="1578830" y="1727528"/>
                  </a:lnTo>
                  <a:close/>
                  <a:moveTo>
                    <a:pt x="1297052" y="1292806"/>
                  </a:moveTo>
                  <a:lnTo>
                    <a:pt x="1316258" y="1303131"/>
                  </a:lnTo>
                  <a:lnTo>
                    <a:pt x="1353916" y="1360037"/>
                  </a:lnTo>
                  <a:close/>
                  <a:moveTo>
                    <a:pt x="2021753" y="1981388"/>
                  </a:moveTo>
                  <a:lnTo>
                    <a:pt x="2102374" y="2076482"/>
                  </a:lnTo>
                  <a:lnTo>
                    <a:pt x="2041300" y="1994305"/>
                  </a:lnTo>
                  <a:close/>
                  <a:moveTo>
                    <a:pt x="2055097" y="2054372"/>
                  </a:moveTo>
                  <a:lnTo>
                    <a:pt x="2102410" y="2076498"/>
                  </a:lnTo>
                  <a:lnTo>
                    <a:pt x="2021753" y="1981388"/>
                  </a:lnTo>
                  <a:close/>
                  <a:moveTo>
                    <a:pt x="1661334" y="1391980"/>
                  </a:moveTo>
                  <a:lnTo>
                    <a:pt x="1656864" y="1418799"/>
                  </a:lnTo>
                  <a:lnTo>
                    <a:pt x="1686071" y="1419422"/>
                  </a:lnTo>
                  <a:close/>
                  <a:moveTo>
                    <a:pt x="1422953" y="1208186"/>
                  </a:moveTo>
                  <a:lnTo>
                    <a:pt x="1461835" y="1215932"/>
                  </a:lnTo>
                  <a:lnTo>
                    <a:pt x="1446619" y="1245171"/>
                  </a:lnTo>
                  <a:close/>
                  <a:moveTo>
                    <a:pt x="1388429" y="1142561"/>
                  </a:moveTo>
                  <a:lnTo>
                    <a:pt x="1461835" y="1215932"/>
                  </a:lnTo>
                  <a:lnTo>
                    <a:pt x="1422953" y="1208186"/>
                  </a:lnTo>
                  <a:close/>
                  <a:moveTo>
                    <a:pt x="588381" y="156968"/>
                  </a:moveTo>
                  <a:lnTo>
                    <a:pt x="616497" y="234203"/>
                  </a:lnTo>
                  <a:lnTo>
                    <a:pt x="650830" y="166790"/>
                  </a:lnTo>
                  <a:close/>
                  <a:moveTo>
                    <a:pt x="591838" y="114844"/>
                  </a:moveTo>
                  <a:lnTo>
                    <a:pt x="588381" y="156968"/>
                  </a:lnTo>
                  <a:lnTo>
                    <a:pt x="614802" y="64921"/>
                  </a:lnTo>
                  <a:close/>
                  <a:moveTo>
                    <a:pt x="509994" y="24042"/>
                  </a:moveTo>
                  <a:lnTo>
                    <a:pt x="496698" y="37789"/>
                  </a:lnTo>
                  <a:lnTo>
                    <a:pt x="561121" y="0"/>
                  </a:lnTo>
                  <a:close/>
                  <a:moveTo>
                    <a:pt x="1661334" y="1391980"/>
                  </a:moveTo>
                  <a:lnTo>
                    <a:pt x="1642602" y="1380363"/>
                  </a:lnTo>
                  <a:lnTo>
                    <a:pt x="1572142" y="1303807"/>
                  </a:lnTo>
                  <a:close/>
                  <a:moveTo>
                    <a:pt x="1621406" y="1324349"/>
                  </a:moveTo>
                  <a:lnTo>
                    <a:pt x="1661334" y="1391980"/>
                  </a:lnTo>
                  <a:lnTo>
                    <a:pt x="1572142" y="1303807"/>
                  </a:lnTo>
                  <a:close/>
                  <a:moveTo>
                    <a:pt x="609396" y="39792"/>
                  </a:moveTo>
                  <a:lnTo>
                    <a:pt x="591838" y="114844"/>
                  </a:lnTo>
                  <a:lnTo>
                    <a:pt x="614802" y="64921"/>
                  </a:lnTo>
                  <a:close/>
                  <a:moveTo>
                    <a:pt x="1269071" y="544558"/>
                  </a:moveTo>
                  <a:lnTo>
                    <a:pt x="1295667" y="563554"/>
                  </a:lnTo>
                  <a:lnTo>
                    <a:pt x="1218344" y="508833"/>
                  </a:lnTo>
                  <a:close/>
                  <a:moveTo>
                    <a:pt x="1861399" y="1050238"/>
                  </a:moveTo>
                  <a:lnTo>
                    <a:pt x="1903161" y="1116378"/>
                  </a:lnTo>
                  <a:lnTo>
                    <a:pt x="1929375" y="113906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51" name="Candidate_density__2050">
              <a:extLst>
                <a:ext uri="{FF2B5EF4-FFF2-40B4-BE49-F238E27FC236}">
                  <a16:creationId xmlns:a16="http://schemas.microsoft.com/office/drawing/2014/main" id="{22E31575-D36C-8AF8-AEED-97313CB4DF46}"/>
                </a:ext>
              </a:extLst>
            </p:cNvPr>
            <p:cNvSpPr>
              <a:spLocks noGrp="1"/>
            </p:cNvSpPr>
            <p:nvPr/>
          </p:nvSpPr>
          <p:spPr>
            <a:xfrm>
              <a:off x="4462133" y="2241396"/>
              <a:ext cx="2144245" cy="3246340"/>
            </a:xfrm>
            <a:custGeom>
              <a:avLst/>
              <a:gdLst/>
              <a:ahLst/>
              <a:cxnLst/>
              <a:rect l="0" t="0" r="0" b="0"/>
              <a:pathLst>
                <a:path w="2144245" h="3246340">
                  <a:moveTo>
                    <a:pt x="128035" y="2633959"/>
                  </a:moveTo>
                  <a:lnTo>
                    <a:pt x="45906" y="2644163"/>
                  </a:lnTo>
                  <a:lnTo>
                    <a:pt x="0" y="2649117"/>
                  </a:lnTo>
                  <a:close/>
                  <a:moveTo>
                    <a:pt x="209799" y="2516615"/>
                  </a:moveTo>
                  <a:lnTo>
                    <a:pt x="132942" y="2633996"/>
                  </a:lnTo>
                  <a:lnTo>
                    <a:pt x="201035" y="2628236"/>
                  </a:lnTo>
                  <a:close/>
                  <a:moveTo>
                    <a:pt x="1120170" y="3218114"/>
                  </a:moveTo>
                  <a:lnTo>
                    <a:pt x="1120442" y="3190879"/>
                  </a:lnTo>
                  <a:lnTo>
                    <a:pt x="1077718" y="3246340"/>
                  </a:lnTo>
                  <a:close/>
                  <a:moveTo>
                    <a:pt x="1120170" y="3218114"/>
                  </a:moveTo>
                  <a:lnTo>
                    <a:pt x="1153346" y="3179678"/>
                  </a:lnTo>
                  <a:lnTo>
                    <a:pt x="1120442" y="3190879"/>
                  </a:lnTo>
                  <a:close/>
                  <a:moveTo>
                    <a:pt x="575387" y="2482842"/>
                  </a:moveTo>
                  <a:lnTo>
                    <a:pt x="567617" y="2517246"/>
                  </a:lnTo>
                  <a:lnTo>
                    <a:pt x="517173" y="2543846"/>
                  </a:lnTo>
                  <a:close/>
                  <a:moveTo>
                    <a:pt x="1171218" y="3096462"/>
                  </a:moveTo>
                  <a:lnTo>
                    <a:pt x="1153346" y="3179678"/>
                  </a:lnTo>
                  <a:lnTo>
                    <a:pt x="1170532" y="3099502"/>
                  </a:lnTo>
                  <a:close/>
                  <a:moveTo>
                    <a:pt x="443879" y="2162617"/>
                  </a:moveTo>
                  <a:lnTo>
                    <a:pt x="401398" y="2097061"/>
                  </a:lnTo>
                  <a:lnTo>
                    <a:pt x="521601" y="2129996"/>
                  </a:lnTo>
                  <a:close/>
                  <a:moveTo>
                    <a:pt x="783885" y="2338116"/>
                  </a:moveTo>
                  <a:lnTo>
                    <a:pt x="814640" y="2389650"/>
                  </a:lnTo>
                  <a:lnTo>
                    <a:pt x="854803" y="2324608"/>
                  </a:lnTo>
                  <a:close/>
                  <a:moveTo>
                    <a:pt x="572102" y="2103611"/>
                  </a:moveTo>
                  <a:lnTo>
                    <a:pt x="596423" y="2059694"/>
                  </a:lnTo>
                  <a:lnTo>
                    <a:pt x="586831" y="2034009"/>
                  </a:lnTo>
                  <a:close/>
                  <a:moveTo>
                    <a:pt x="521601" y="2129996"/>
                  </a:moveTo>
                  <a:lnTo>
                    <a:pt x="592828" y="2117646"/>
                  </a:lnTo>
                  <a:lnTo>
                    <a:pt x="572102" y="2103611"/>
                  </a:lnTo>
                  <a:close/>
                  <a:moveTo>
                    <a:pt x="854803" y="2324608"/>
                  </a:moveTo>
                  <a:lnTo>
                    <a:pt x="877245" y="2252852"/>
                  </a:lnTo>
                  <a:lnTo>
                    <a:pt x="820686" y="2260504"/>
                  </a:lnTo>
                  <a:close/>
                  <a:moveTo>
                    <a:pt x="783885" y="2338116"/>
                  </a:moveTo>
                  <a:lnTo>
                    <a:pt x="854803" y="2324608"/>
                  </a:lnTo>
                  <a:lnTo>
                    <a:pt x="820686" y="2260504"/>
                  </a:lnTo>
                  <a:close/>
                  <a:moveTo>
                    <a:pt x="877245" y="2252852"/>
                  </a:moveTo>
                  <a:lnTo>
                    <a:pt x="854803" y="2324608"/>
                  </a:lnTo>
                  <a:lnTo>
                    <a:pt x="895780" y="2280654"/>
                  </a:lnTo>
                  <a:close/>
                  <a:moveTo>
                    <a:pt x="844774" y="2242218"/>
                  </a:moveTo>
                  <a:lnTo>
                    <a:pt x="877245" y="2252852"/>
                  </a:lnTo>
                  <a:lnTo>
                    <a:pt x="789783" y="2163273"/>
                  </a:lnTo>
                  <a:close/>
                  <a:moveTo>
                    <a:pt x="713944" y="1824560"/>
                  </a:moveTo>
                  <a:lnTo>
                    <a:pt x="669429" y="1800157"/>
                  </a:lnTo>
                  <a:lnTo>
                    <a:pt x="703811" y="1913357"/>
                  </a:lnTo>
                  <a:close/>
                  <a:moveTo>
                    <a:pt x="321763" y="1400566"/>
                  </a:moveTo>
                  <a:lnTo>
                    <a:pt x="315180" y="1381630"/>
                  </a:lnTo>
                  <a:lnTo>
                    <a:pt x="309461" y="1463750"/>
                  </a:lnTo>
                  <a:close/>
                  <a:moveTo>
                    <a:pt x="1534572" y="2763802"/>
                  </a:moveTo>
                  <a:lnTo>
                    <a:pt x="1608283" y="2760736"/>
                  </a:lnTo>
                  <a:lnTo>
                    <a:pt x="1576568" y="2748512"/>
                  </a:lnTo>
                  <a:close/>
                  <a:moveTo>
                    <a:pt x="1669337" y="2773803"/>
                  </a:moveTo>
                  <a:lnTo>
                    <a:pt x="1576568" y="2748512"/>
                  </a:lnTo>
                  <a:lnTo>
                    <a:pt x="1635663" y="2761061"/>
                  </a:lnTo>
                  <a:close/>
                  <a:moveTo>
                    <a:pt x="719481" y="1589839"/>
                  </a:moveTo>
                  <a:lnTo>
                    <a:pt x="731757" y="1609894"/>
                  </a:lnTo>
                  <a:lnTo>
                    <a:pt x="763385" y="1615861"/>
                  </a:lnTo>
                  <a:close/>
                  <a:moveTo>
                    <a:pt x="1684408" y="2721432"/>
                  </a:moveTo>
                  <a:lnTo>
                    <a:pt x="1704206" y="2740850"/>
                  </a:lnTo>
                  <a:lnTo>
                    <a:pt x="1704815" y="2691249"/>
                  </a:lnTo>
                  <a:close/>
                  <a:moveTo>
                    <a:pt x="1135265" y="1955084"/>
                  </a:moveTo>
                  <a:lnTo>
                    <a:pt x="1075334" y="1946215"/>
                  </a:lnTo>
                  <a:lnTo>
                    <a:pt x="1206945" y="1944428"/>
                  </a:lnTo>
                  <a:close/>
                  <a:moveTo>
                    <a:pt x="660393" y="1294247"/>
                  </a:moveTo>
                  <a:lnTo>
                    <a:pt x="569675" y="1320203"/>
                  </a:lnTo>
                  <a:lnTo>
                    <a:pt x="536037" y="1323161"/>
                  </a:lnTo>
                  <a:close/>
                  <a:moveTo>
                    <a:pt x="536037" y="1323161"/>
                  </a:moveTo>
                  <a:lnTo>
                    <a:pt x="579930" y="1343194"/>
                  </a:lnTo>
                  <a:lnTo>
                    <a:pt x="660393" y="1294247"/>
                  </a:lnTo>
                  <a:close/>
                  <a:moveTo>
                    <a:pt x="536037" y="1323161"/>
                  </a:moveTo>
                  <a:lnTo>
                    <a:pt x="569675" y="1320203"/>
                  </a:lnTo>
                  <a:lnTo>
                    <a:pt x="505205" y="1312022"/>
                  </a:lnTo>
                  <a:close/>
                  <a:moveTo>
                    <a:pt x="1853994" y="2691690"/>
                  </a:moveTo>
                  <a:lnTo>
                    <a:pt x="1885799" y="2702414"/>
                  </a:lnTo>
                  <a:lnTo>
                    <a:pt x="1871355" y="2690632"/>
                  </a:lnTo>
                  <a:close/>
                  <a:moveTo>
                    <a:pt x="1771190" y="2660754"/>
                  </a:moveTo>
                  <a:lnTo>
                    <a:pt x="1805216" y="2683810"/>
                  </a:lnTo>
                  <a:lnTo>
                    <a:pt x="1704815" y="2691249"/>
                  </a:lnTo>
                  <a:close/>
                  <a:moveTo>
                    <a:pt x="1771190" y="2660754"/>
                  </a:moveTo>
                  <a:lnTo>
                    <a:pt x="1853994" y="2691690"/>
                  </a:lnTo>
                  <a:lnTo>
                    <a:pt x="1805216" y="2683810"/>
                  </a:lnTo>
                  <a:close/>
                  <a:moveTo>
                    <a:pt x="1853994" y="2691690"/>
                  </a:moveTo>
                  <a:lnTo>
                    <a:pt x="1871355" y="2690632"/>
                  </a:lnTo>
                  <a:lnTo>
                    <a:pt x="1805216" y="2683810"/>
                  </a:lnTo>
                  <a:close/>
                  <a:moveTo>
                    <a:pt x="1231538" y="1846317"/>
                  </a:moveTo>
                  <a:lnTo>
                    <a:pt x="1135265" y="1955084"/>
                  </a:lnTo>
                  <a:lnTo>
                    <a:pt x="1206945" y="1944428"/>
                  </a:lnTo>
                  <a:close/>
                  <a:moveTo>
                    <a:pt x="1914520" y="2702786"/>
                  </a:moveTo>
                  <a:lnTo>
                    <a:pt x="1805216" y="2683810"/>
                  </a:lnTo>
                  <a:lnTo>
                    <a:pt x="1871355" y="2690632"/>
                  </a:lnTo>
                  <a:close/>
                  <a:moveTo>
                    <a:pt x="1996571" y="2649425"/>
                  </a:moveTo>
                  <a:lnTo>
                    <a:pt x="2010391" y="2663977"/>
                  </a:lnTo>
                  <a:lnTo>
                    <a:pt x="2011223" y="2570482"/>
                  </a:lnTo>
                  <a:close/>
                  <a:moveTo>
                    <a:pt x="2011223" y="2570482"/>
                  </a:moveTo>
                  <a:lnTo>
                    <a:pt x="2047042" y="2640943"/>
                  </a:lnTo>
                  <a:lnTo>
                    <a:pt x="2091980" y="2593757"/>
                  </a:lnTo>
                  <a:close/>
                  <a:moveTo>
                    <a:pt x="1984720" y="2625541"/>
                  </a:moveTo>
                  <a:lnTo>
                    <a:pt x="1996571" y="2649425"/>
                  </a:lnTo>
                  <a:lnTo>
                    <a:pt x="2011223" y="2570482"/>
                  </a:lnTo>
                  <a:close/>
                  <a:moveTo>
                    <a:pt x="1248043" y="1732806"/>
                  </a:moveTo>
                  <a:lnTo>
                    <a:pt x="1233917" y="1830070"/>
                  </a:lnTo>
                  <a:lnTo>
                    <a:pt x="1262212" y="1759611"/>
                  </a:lnTo>
                  <a:close/>
                  <a:moveTo>
                    <a:pt x="2091980" y="2593757"/>
                  </a:moveTo>
                  <a:lnTo>
                    <a:pt x="2144245" y="2573967"/>
                  </a:lnTo>
                  <a:lnTo>
                    <a:pt x="2011223" y="2570482"/>
                  </a:lnTo>
                  <a:close/>
                  <a:moveTo>
                    <a:pt x="1758061" y="1921408"/>
                  </a:moveTo>
                  <a:lnTo>
                    <a:pt x="1779864" y="1832379"/>
                  </a:lnTo>
                  <a:lnTo>
                    <a:pt x="1714819" y="1867845"/>
                  </a:lnTo>
                  <a:close/>
                  <a:moveTo>
                    <a:pt x="1779864" y="1832379"/>
                  </a:moveTo>
                  <a:lnTo>
                    <a:pt x="1816086" y="1904351"/>
                  </a:lnTo>
                  <a:lnTo>
                    <a:pt x="1865471" y="1873791"/>
                  </a:lnTo>
                  <a:close/>
                  <a:moveTo>
                    <a:pt x="269777" y="181131"/>
                  </a:moveTo>
                  <a:lnTo>
                    <a:pt x="301172" y="202866"/>
                  </a:lnTo>
                  <a:lnTo>
                    <a:pt x="313933" y="105734"/>
                  </a:lnTo>
                  <a:close/>
                  <a:moveTo>
                    <a:pt x="325134" y="15933"/>
                  </a:moveTo>
                  <a:lnTo>
                    <a:pt x="376826" y="15102"/>
                  </a:lnTo>
                  <a:lnTo>
                    <a:pt x="356375" y="0"/>
                  </a:lnTo>
                  <a:close/>
                  <a:moveTo>
                    <a:pt x="313933" y="105734"/>
                  </a:moveTo>
                  <a:lnTo>
                    <a:pt x="352129" y="53408"/>
                  </a:lnTo>
                  <a:lnTo>
                    <a:pt x="325134" y="15933"/>
                  </a:lnTo>
                  <a:close/>
                  <a:moveTo>
                    <a:pt x="1913344" y="1808732"/>
                  </a:moveTo>
                  <a:lnTo>
                    <a:pt x="1907305" y="1860668"/>
                  </a:lnTo>
                  <a:lnTo>
                    <a:pt x="1865471" y="1873791"/>
                  </a:lnTo>
                  <a:close/>
                  <a:moveTo>
                    <a:pt x="325134" y="15933"/>
                  </a:moveTo>
                  <a:lnTo>
                    <a:pt x="356375" y="0"/>
                  </a:lnTo>
                  <a:lnTo>
                    <a:pt x="455721" y="10318"/>
                  </a:lnTo>
                  <a:close/>
                  <a:moveTo>
                    <a:pt x="1916702" y="1752936"/>
                  </a:moveTo>
                  <a:lnTo>
                    <a:pt x="1927123" y="1852511"/>
                  </a:lnTo>
                  <a:lnTo>
                    <a:pt x="1921049" y="1770296"/>
                  </a:lnTo>
                  <a:close/>
                  <a:moveTo>
                    <a:pt x="1921049" y="1770296"/>
                  </a:moveTo>
                  <a:lnTo>
                    <a:pt x="1930285" y="1685716"/>
                  </a:lnTo>
                  <a:lnTo>
                    <a:pt x="1916702" y="1752936"/>
                  </a:lnTo>
                  <a:close/>
                  <a:moveTo>
                    <a:pt x="1942185" y="1649644"/>
                  </a:moveTo>
                  <a:lnTo>
                    <a:pt x="1930285" y="1685716"/>
                  </a:lnTo>
                  <a:lnTo>
                    <a:pt x="1921049" y="1770296"/>
                  </a:lnTo>
                  <a:close/>
                  <a:moveTo>
                    <a:pt x="1614513" y="1441435"/>
                  </a:moveTo>
                  <a:lnTo>
                    <a:pt x="1647654" y="1350022"/>
                  </a:lnTo>
                  <a:lnTo>
                    <a:pt x="1662870" y="1320783"/>
                  </a:lnTo>
                  <a:close/>
                  <a:moveTo>
                    <a:pt x="817531" y="339054"/>
                  </a:moveTo>
                  <a:lnTo>
                    <a:pt x="845384" y="372638"/>
                  </a:lnTo>
                  <a:lnTo>
                    <a:pt x="851865" y="271641"/>
                  </a:lnTo>
                  <a:close/>
                  <a:moveTo>
                    <a:pt x="1968204" y="1548832"/>
                  </a:moveTo>
                  <a:lnTo>
                    <a:pt x="2017480" y="1528992"/>
                  </a:lnTo>
                  <a:lnTo>
                    <a:pt x="1932448" y="1478601"/>
                  </a:lnTo>
                  <a:close/>
                  <a:moveTo>
                    <a:pt x="1968204" y="1548832"/>
                  </a:moveTo>
                  <a:lnTo>
                    <a:pt x="1932448" y="1478601"/>
                  </a:lnTo>
                  <a:lnTo>
                    <a:pt x="1887105" y="1524273"/>
                  </a:lnTo>
                  <a:close/>
                  <a:moveTo>
                    <a:pt x="2027889" y="1493322"/>
                  </a:moveTo>
                  <a:lnTo>
                    <a:pt x="2019599" y="1529690"/>
                  </a:lnTo>
                  <a:lnTo>
                    <a:pt x="1968204" y="1548832"/>
                  </a:lnTo>
                  <a:close/>
                  <a:moveTo>
                    <a:pt x="2033752" y="1446777"/>
                  </a:moveTo>
                  <a:lnTo>
                    <a:pt x="2019599" y="1529690"/>
                  </a:lnTo>
                  <a:lnTo>
                    <a:pt x="2027889" y="1493322"/>
                  </a:lnTo>
                  <a:close/>
                  <a:moveTo>
                    <a:pt x="2034833" y="1417212"/>
                  </a:moveTo>
                  <a:lnTo>
                    <a:pt x="2021236" y="1528992"/>
                  </a:lnTo>
                  <a:lnTo>
                    <a:pt x="2033752" y="1446777"/>
                  </a:lnTo>
                  <a:close/>
                  <a:moveTo>
                    <a:pt x="2034833" y="1417212"/>
                  </a:moveTo>
                  <a:lnTo>
                    <a:pt x="2033752" y="1446777"/>
                  </a:lnTo>
                  <a:lnTo>
                    <a:pt x="2042448" y="1396015"/>
                  </a:lnTo>
                  <a:close/>
                  <a:moveTo>
                    <a:pt x="1460895" y="780117"/>
                  </a:moveTo>
                  <a:lnTo>
                    <a:pt x="1480824" y="871272"/>
                  </a:lnTo>
                  <a:lnTo>
                    <a:pt x="1465036" y="78905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52" name="Candidate_density__2051">
              <a:extLst>
                <a:ext uri="{FF2B5EF4-FFF2-40B4-BE49-F238E27FC236}">
                  <a16:creationId xmlns:a16="http://schemas.microsoft.com/office/drawing/2014/main" id="{78F6C62C-468A-66C0-74B9-215C94C90389}"/>
                </a:ext>
              </a:extLst>
            </p:cNvPr>
            <p:cNvSpPr>
              <a:spLocks noGrp="1"/>
            </p:cNvSpPr>
            <p:nvPr/>
          </p:nvSpPr>
          <p:spPr>
            <a:xfrm>
              <a:off x="4403670" y="3025111"/>
              <a:ext cx="2120897" cy="2322991"/>
            </a:xfrm>
            <a:custGeom>
              <a:avLst/>
              <a:gdLst/>
              <a:ahLst/>
              <a:cxnLst/>
              <a:rect l="0" t="0" r="0" b="0"/>
              <a:pathLst>
                <a:path w="2120897" h="2322991">
                  <a:moveTo>
                    <a:pt x="68151" y="1686420"/>
                  </a:moveTo>
                  <a:lnTo>
                    <a:pt x="0" y="1727558"/>
                  </a:lnTo>
                  <a:lnTo>
                    <a:pt x="65065" y="1689122"/>
                  </a:lnTo>
                  <a:close/>
                  <a:moveTo>
                    <a:pt x="68151" y="1686420"/>
                  </a:moveTo>
                  <a:lnTo>
                    <a:pt x="13201" y="1696174"/>
                  </a:lnTo>
                  <a:lnTo>
                    <a:pt x="0" y="1727558"/>
                  </a:lnTo>
                  <a:close/>
                  <a:moveTo>
                    <a:pt x="13201" y="1696174"/>
                  </a:moveTo>
                  <a:lnTo>
                    <a:pt x="68151" y="1686420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91163" y="1606907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65065" y="1689122"/>
                  </a:lnTo>
                  <a:lnTo>
                    <a:pt x="73703" y="1685196"/>
                  </a:lnTo>
                  <a:close/>
                  <a:moveTo>
                    <a:pt x="73703" y="1685196"/>
                  </a:moveTo>
                  <a:lnTo>
                    <a:pt x="91163" y="1606907"/>
                  </a:lnTo>
                  <a:lnTo>
                    <a:pt x="68151" y="1686420"/>
                  </a:lnTo>
                  <a:close/>
                  <a:moveTo>
                    <a:pt x="143812" y="1588699"/>
                  </a:moveTo>
                  <a:lnTo>
                    <a:pt x="91163" y="1606907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143812" y="1588699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73703" y="1685196"/>
                  </a:lnTo>
                  <a:lnTo>
                    <a:pt x="196009" y="1670602"/>
                  </a:lnTo>
                  <a:close/>
                  <a:moveTo>
                    <a:pt x="223549" y="1650685"/>
                  </a:moveTo>
                  <a:lnTo>
                    <a:pt x="211765" y="1568470"/>
                  </a:lnTo>
                  <a:lnTo>
                    <a:pt x="184403" y="1655790"/>
                  </a:lnTo>
                  <a:close/>
                  <a:moveTo>
                    <a:pt x="211765" y="1568470"/>
                  </a:moveTo>
                  <a:lnTo>
                    <a:pt x="143812" y="1588699"/>
                  </a:lnTo>
                  <a:lnTo>
                    <a:pt x="184403" y="1655790"/>
                  </a:lnTo>
                  <a:close/>
                  <a:moveTo>
                    <a:pt x="109061" y="1560719"/>
                  </a:moveTo>
                  <a:lnTo>
                    <a:pt x="91163" y="1606907"/>
                  </a:lnTo>
                  <a:lnTo>
                    <a:pt x="143812" y="1588699"/>
                  </a:lnTo>
                  <a:close/>
                  <a:moveTo>
                    <a:pt x="211765" y="1568470"/>
                  </a:moveTo>
                  <a:lnTo>
                    <a:pt x="109061" y="1560719"/>
                  </a:lnTo>
                  <a:lnTo>
                    <a:pt x="143812" y="1588699"/>
                  </a:lnTo>
                  <a:close/>
                  <a:moveTo>
                    <a:pt x="228051" y="1511744"/>
                  </a:moveTo>
                  <a:lnTo>
                    <a:pt x="211765" y="1568470"/>
                  </a:lnTo>
                  <a:lnTo>
                    <a:pt x="273513" y="1543845"/>
                  </a:lnTo>
                  <a:close/>
                  <a:moveTo>
                    <a:pt x="1142430" y="2313748"/>
                  </a:moveTo>
                  <a:lnTo>
                    <a:pt x="1152292" y="2307657"/>
                  </a:lnTo>
                  <a:lnTo>
                    <a:pt x="1068020" y="2322991"/>
                  </a:lnTo>
                  <a:close/>
                  <a:moveTo>
                    <a:pt x="532802" y="1017829"/>
                  </a:moveTo>
                  <a:lnTo>
                    <a:pt x="479135" y="1032380"/>
                  </a:lnTo>
                  <a:lnTo>
                    <a:pt x="464951" y="1085864"/>
                  </a:lnTo>
                  <a:close/>
                  <a:moveTo>
                    <a:pt x="1444960" y="2034009"/>
                  </a:moveTo>
                  <a:lnTo>
                    <a:pt x="1533216" y="2035090"/>
                  </a:lnTo>
                  <a:lnTo>
                    <a:pt x="1504252" y="2010527"/>
                  </a:lnTo>
                  <a:close/>
                  <a:moveTo>
                    <a:pt x="1459061" y="1973036"/>
                  </a:moveTo>
                  <a:lnTo>
                    <a:pt x="1444960" y="2034009"/>
                  </a:lnTo>
                  <a:lnTo>
                    <a:pt x="1504252" y="2010527"/>
                  </a:lnTo>
                  <a:close/>
                  <a:moveTo>
                    <a:pt x="1489580" y="1831142"/>
                  </a:moveTo>
                  <a:lnTo>
                    <a:pt x="1463214" y="1951794"/>
                  </a:lnTo>
                  <a:lnTo>
                    <a:pt x="1534605" y="1913357"/>
                  </a:lnTo>
                  <a:close/>
                  <a:moveTo>
                    <a:pt x="727893" y="1016442"/>
                  </a:moveTo>
                  <a:lnTo>
                    <a:pt x="679567" y="965212"/>
                  </a:lnTo>
                  <a:lnTo>
                    <a:pt x="674884" y="991736"/>
                  </a:lnTo>
                  <a:close/>
                  <a:moveTo>
                    <a:pt x="1470923" y="1748927"/>
                  </a:moveTo>
                  <a:lnTo>
                    <a:pt x="1489580" y="1831142"/>
                  </a:lnTo>
                  <a:lnTo>
                    <a:pt x="1542314" y="1792706"/>
                  </a:lnTo>
                  <a:close/>
                  <a:moveTo>
                    <a:pt x="480385" y="606649"/>
                  </a:moveTo>
                  <a:lnTo>
                    <a:pt x="445353" y="680130"/>
                  </a:lnTo>
                  <a:lnTo>
                    <a:pt x="543770" y="644578"/>
                  </a:lnTo>
                  <a:close/>
                  <a:moveTo>
                    <a:pt x="1466819" y="639668"/>
                  </a:moveTo>
                  <a:lnTo>
                    <a:pt x="1454146" y="663444"/>
                  </a:lnTo>
                  <a:lnTo>
                    <a:pt x="1575756" y="624267"/>
                  </a:lnTo>
                  <a:close/>
                  <a:moveTo>
                    <a:pt x="1466819" y="639668"/>
                  </a:moveTo>
                  <a:lnTo>
                    <a:pt x="1575756" y="624267"/>
                  </a:lnTo>
                  <a:lnTo>
                    <a:pt x="1556550" y="613942"/>
                  </a:lnTo>
                  <a:close/>
                  <a:moveTo>
                    <a:pt x="1156666" y="38436"/>
                  </a:moveTo>
                  <a:lnTo>
                    <a:pt x="1200979" y="82215"/>
                  </a:lnTo>
                  <a:lnTo>
                    <a:pt x="1189586" y="0"/>
                  </a:lnTo>
                  <a:close/>
                  <a:moveTo>
                    <a:pt x="1189586" y="0"/>
                  </a:moveTo>
                  <a:lnTo>
                    <a:pt x="1200979" y="82215"/>
                  </a:lnTo>
                  <a:lnTo>
                    <a:pt x="1276345" y="43778"/>
                  </a:lnTo>
                  <a:close/>
                  <a:moveTo>
                    <a:pt x="1830241" y="588025"/>
                  </a:moveTo>
                  <a:lnTo>
                    <a:pt x="1876854" y="547098"/>
                  </a:lnTo>
                  <a:lnTo>
                    <a:pt x="1854566" y="537069"/>
                  </a:lnTo>
                  <a:close/>
                  <a:moveTo>
                    <a:pt x="1876854" y="547098"/>
                  </a:moveTo>
                  <a:lnTo>
                    <a:pt x="1913273" y="498633"/>
                  </a:lnTo>
                  <a:lnTo>
                    <a:pt x="1854566" y="537069"/>
                  </a:lnTo>
                  <a:close/>
                  <a:moveTo>
                    <a:pt x="1933685" y="480924"/>
                  </a:moveTo>
                  <a:lnTo>
                    <a:pt x="1854566" y="537069"/>
                  </a:lnTo>
                  <a:lnTo>
                    <a:pt x="1913273" y="498633"/>
                  </a:lnTo>
                  <a:close/>
                  <a:moveTo>
                    <a:pt x="1955931" y="484398"/>
                  </a:moveTo>
                  <a:lnTo>
                    <a:pt x="1913273" y="498633"/>
                  </a:lnTo>
                  <a:lnTo>
                    <a:pt x="1994307" y="492380"/>
                  </a:lnTo>
                  <a:close/>
                  <a:moveTo>
                    <a:pt x="1933685" y="480924"/>
                  </a:moveTo>
                  <a:lnTo>
                    <a:pt x="1913273" y="498633"/>
                  </a:lnTo>
                  <a:lnTo>
                    <a:pt x="1955931" y="484398"/>
                  </a:lnTo>
                  <a:close/>
                  <a:moveTo>
                    <a:pt x="1984311" y="416417"/>
                  </a:moveTo>
                  <a:lnTo>
                    <a:pt x="1933685" y="480924"/>
                  </a:lnTo>
                  <a:lnTo>
                    <a:pt x="2052290" y="430509"/>
                  </a:lnTo>
                  <a:close/>
                  <a:moveTo>
                    <a:pt x="2052290" y="430509"/>
                  </a:moveTo>
                  <a:lnTo>
                    <a:pt x="1933685" y="480924"/>
                  </a:lnTo>
                  <a:lnTo>
                    <a:pt x="2042158" y="460196"/>
                  </a:lnTo>
                  <a:close/>
                  <a:moveTo>
                    <a:pt x="2042158" y="460196"/>
                  </a:moveTo>
                  <a:lnTo>
                    <a:pt x="1933685" y="480924"/>
                  </a:lnTo>
                  <a:lnTo>
                    <a:pt x="1955931" y="484398"/>
                  </a:lnTo>
                  <a:close/>
                  <a:moveTo>
                    <a:pt x="2003748" y="406023"/>
                  </a:moveTo>
                  <a:lnTo>
                    <a:pt x="2052290" y="430509"/>
                  </a:lnTo>
                  <a:lnTo>
                    <a:pt x="2085627" y="377981"/>
                  </a:lnTo>
                  <a:close/>
                  <a:moveTo>
                    <a:pt x="2052290" y="430509"/>
                  </a:moveTo>
                  <a:lnTo>
                    <a:pt x="2042158" y="460196"/>
                  </a:lnTo>
                  <a:lnTo>
                    <a:pt x="2071814" y="450778"/>
                  </a:lnTo>
                  <a:close/>
                  <a:moveTo>
                    <a:pt x="2071814" y="450778"/>
                  </a:moveTo>
                  <a:lnTo>
                    <a:pt x="2085627" y="377981"/>
                  </a:lnTo>
                  <a:lnTo>
                    <a:pt x="2052290" y="430509"/>
                  </a:lnTo>
                  <a:close/>
                  <a:moveTo>
                    <a:pt x="2120897" y="371375"/>
                  </a:moveTo>
                  <a:lnTo>
                    <a:pt x="2085627" y="377981"/>
                  </a:lnTo>
                  <a:lnTo>
                    <a:pt x="2071814" y="450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53" name="Candidate_density__2052">
              <a:extLst>
                <a:ext uri="{FF2B5EF4-FFF2-40B4-BE49-F238E27FC236}">
                  <a16:creationId xmlns:a16="http://schemas.microsoft.com/office/drawing/2014/main" id="{70454C5A-2285-D82E-ADCA-7E8C56B74799}"/>
                </a:ext>
              </a:extLst>
            </p:cNvPr>
            <p:cNvSpPr>
              <a:spLocks noGrp="1"/>
            </p:cNvSpPr>
            <p:nvPr/>
          </p:nvSpPr>
          <p:spPr>
            <a:xfrm>
              <a:off x="4599679" y="2288928"/>
              <a:ext cx="2118586" cy="3170583"/>
            </a:xfrm>
            <a:custGeom>
              <a:avLst/>
              <a:gdLst/>
              <a:ahLst/>
              <a:cxnLst/>
              <a:rect l="0" t="0" r="0" b="0"/>
              <a:pathLst>
                <a:path w="2118586" h="3170583">
                  <a:moveTo>
                    <a:pt x="403930" y="2897071"/>
                  </a:moveTo>
                  <a:lnTo>
                    <a:pt x="517536" y="2948480"/>
                  </a:lnTo>
                  <a:lnTo>
                    <a:pt x="479467" y="2896252"/>
                  </a:lnTo>
                  <a:close/>
                  <a:moveTo>
                    <a:pt x="161553" y="2472474"/>
                  </a:moveTo>
                  <a:lnTo>
                    <a:pt x="83605" y="2475252"/>
                  </a:lnTo>
                  <a:lnTo>
                    <a:pt x="167258" y="2567929"/>
                  </a:lnTo>
                  <a:close/>
                  <a:moveTo>
                    <a:pt x="167258" y="2567929"/>
                  </a:moveTo>
                  <a:lnTo>
                    <a:pt x="153978" y="2640369"/>
                  </a:lnTo>
                  <a:lnTo>
                    <a:pt x="263693" y="2556718"/>
                  </a:lnTo>
                  <a:close/>
                  <a:moveTo>
                    <a:pt x="133237" y="2395402"/>
                  </a:moveTo>
                  <a:lnTo>
                    <a:pt x="83605" y="2475252"/>
                  </a:lnTo>
                  <a:lnTo>
                    <a:pt x="161553" y="2472474"/>
                  </a:lnTo>
                  <a:close/>
                  <a:moveTo>
                    <a:pt x="81150" y="2431533"/>
                  </a:moveTo>
                  <a:lnTo>
                    <a:pt x="27540" y="2386868"/>
                  </a:lnTo>
                  <a:lnTo>
                    <a:pt x="83605" y="2475252"/>
                  </a:lnTo>
                  <a:close/>
                  <a:moveTo>
                    <a:pt x="0" y="2406785"/>
                  </a:moveTo>
                  <a:lnTo>
                    <a:pt x="72253" y="2469084"/>
                  </a:lnTo>
                  <a:lnTo>
                    <a:pt x="83605" y="2475252"/>
                  </a:lnTo>
                  <a:close/>
                  <a:moveTo>
                    <a:pt x="15756" y="2304653"/>
                  </a:moveTo>
                  <a:lnTo>
                    <a:pt x="109722" y="2323158"/>
                  </a:lnTo>
                  <a:lnTo>
                    <a:pt x="77504" y="2280028"/>
                  </a:lnTo>
                  <a:close/>
                  <a:moveTo>
                    <a:pt x="27540" y="2386868"/>
                  </a:moveTo>
                  <a:lnTo>
                    <a:pt x="73803" y="2348432"/>
                  </a:lnTo>
                  <a:lnTo>
                    <a:pt x="15756" y="2304653"/>
                  </a:lnTo>
                  <a:close/>
                  <a:moveTo>
                    <a:pt x="946420" y="3049931"/>
                  </a:moveTo>
                  <a:lnTo>
                    <a:pt x="852612" y="3150097"/>
                  </a:lnTo>
                  <a:lnTo>
                    <a:pt x="884483" y="3170583"/>
                  </a:lnTo>
                  <a:close/>
                  <a:moveTo>
                    <a:pt x="946420" y="3049931"/>
                  </a:moveTo>
                  <a:lnTo>
                    <a:pt x="884483" y="3170583"/>
                  </a:lnTo>
                  <a:lnTo>
                    <a:pt x="937917" y="3132146"/>
                  </a:lnTo>
                  <a:close/>
                  <a:moveTo>
                    <a:pt x="872011" y="3059174"/>
                  </a:moveTo>
                  <a:lnTo>
                    <a:pt x="766738" y="3107684"/>
                  </a:lnTo>
                  <a:lnTo>
                    <a:pt x="852612" y="3150097"/>
                  </a:lnTo>
                  <a:close/>
                  <a:moveTo>
                    <a:pt x="872011" y="3059174"/>
                  </a:moveTo>
                  <a:lnTo>
                    <a:pt x="775176" y="3077307"/>
                  </a:lnTo>
                  <a:lnTo>
                    <a:pt x="766738" y="3107684"/>
                  </a:lnTo>
                  <a:close/>
                  <a:moveTo>
                    <a:pt x="775176" y="3077307"/>
                  </a:moveTo>
                  <a:lnTo>
                    <a:pt x="842205" y="2983313"/>
                  </a:lnTo>
                  <a:lnTo>
                    <a:pt x="771950" y="2979837"/>
                  </a:lnTo>
                  <a:close/>
                  <a:moveTo>
                    <a:pt x="704144" y="2974371"/>
                  </a:moveTo>
                  <a:lnTo>
                    <a:pt x="771950" y="2979837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06332" y="2977064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42205" y="2983313"/>
                  </a:lnTo>
                  <a:lnTo>
                    <a:pt x="806332" y="2977064"/>
                  </a:lnTo>
                  <a:close/>
                  <a:moveTo>
                    <a:pt x="946420" y="3049931"/>
                  </a:moveTo>
                  <a:lnTo>
                    <a:pt x="937917" y="3132146"/>
                  </a:lnTo>
                  <a:lnTo>
                    <a:pt x="1003433" y="3113015"/>
                  </a:lnTo>
                  <a:close/>
                  <a:moveTo>
                    <a:pt x="963991" y="3044988"/>
                  </a:moveTo>
                  <a:lnTo>
                    <a:pt x="1032057" y="3048493"/>
                  </a:lnTo>
                  <a:lnTo>
                    <a:pt x="956282" y="3043840"/>
                  </a:lnTo>
                  <a:close/>
                  <a:moveTo>
                    <a:pt x="271246" y="2024913"/>
                  </a:moveTo>
                  <a:lnTo>
                    <a:pt x="263995" y="1949321"/>
                  </a:lnTo>
                  <a:lnTo>
                    <a:pt x="263853" y="2049529"/>
                  </a:lnTo>
                  <a:close/>
                  <a:moveTo>
                    <a:pt x="592738" y="2353774"/>
                  </a:moveTo>
                  <a:lnTo>
                    <a:pt x="607589" y="2360906"/>
                  </a:lnTo>
                  <a:lnTo>
                    <a:pt x="611113" y="2349358"/>
                  </a:lnTo>
                  <a:close/>
                  <a:moveTo>
                    <a:pt x="611113" y="2349358"/>
                  </a:moveTo>
                  <a:lnTo>
                    <a:pt x="607589" y="2360906"/>
                  </a:lnTo>
                  <a:lnTo>
                    <a:pt x="626437" y="2353774"/>
                  </a:lnTo>
                  <a:close/>
                  <a:moveTo>
                    <a:pt x="1262492" y="2852407"/>
                  </a:moveTo>
                  <a:lnTo>
                    <a:pt x="1313604" y="2813970"/>
                  </a:lnTo>
                  <a:lnTo>
                    <a:pt x="1248951" y="2770192"/>
                  </a:lnTo>
                  <a:close/>
                  <a:moveTo>
                    <a:pt x="1388109" y="2813970"/>
                  </a:moveTo>
                  <a:lnTo>
                    <a:pt x="1308242" y="2746710"/>
                  </a:lnTo>
                  <a:lnTo>
                    <a:pt x="1337207" y="2771273"/>
                  </a:lnTo>
                  <a:close/>
                  <a:moveTo>
                    <a:pt x="1324107" y="2770192"/>
                  </a:moveTo>
                  <a:lnTo>
                    <a:pt x="1263051" y="2709218"/>
                  </a:lnTo>
                  <a:lnTo>
                    <a:pt x="1308242" y="2746710"/>
                  </a:lnTo>
                  <a:close/>
                  <a:moveTo>
                    <a:pt x="983944" y="2359116"/>
                  </a:moveTo>
                  <a:lnTo>
                    <a:pt x="1031566" y="2401052"/>
                  </a:lnTo>
                  <a:lnTo>
                    <a:pt x="1060531" y="2326449"/>
                  </a:lnTo>
                  <a:close/>
                  <a:moveTo>
                    <a:pt x="936756" y="2266393"/>
                  </a:moveTo>
                  <a:lnTo>
                    <a:pt x="925471" y="2283038"/>
                  </a:lnTo>
                  <a:lnTo>
                    <a:pt x="992678" y="2238464"/>
                  </a:lnTo>
                  <a:close/>
                  <a:moveTo>
                    <a:pt x="925471" y="2283038"/>
                  </a:moveTo>
                  <a:lnTo>
                    <a:pt x="983944" y="2359116"/>
                  </a:lnTo>
                  <a:lnTo>
                    <a:pt x="992678" y="2238464"/>
                  </a:lnTo>
                  <a:close/>
                  <a:moveTo>
                    <a:pt x="992678" y="2238464"/>
                  </a:moveTo>
                  <a:lnTo>
                    <a:pt x="983944" y="2359116"/>
                  </a:lnTo>
                  <a:lnTo>
                    <a:pt x="1062292" y="2300729"/>
                  </a:lnTo>
                  <a:close/>
                  <a:moveTo>
                    <a:pt x="1062292" y="2300729"/>
                  </a:moveTo>
                  <a:lnTo>
                    <a:pt x="983944" y="2359116"/>
                  </a:lnTo>
                  <a:lnTo>
                    <a:pt x="1060531" y="2326449"/>
                  </a:lnTo>
                  <a:close/>
                  <a:moveTo>
                    <a:pt x="576398" y="1777028"/>
                  </a:moveTo>
                  <a:lnTo>
                    <a:pt x="585176" y="1669799"/>
                  </a:lnTo>
                  <a:lnTo>
                    <a:pt x="531884" y="1752625"/>
                  </a:lnTo>
                  <a:close/>
                  <a:moveTo>
                    <a:pt x="245826" y="1536965"/>
                  </a:moveTo>
                  <a:lnTo>
                    <a:pt x="249343" y="1416313"/>
                  </a:lnTo>
                  <a:lnTo>
                    <a:pt x="194162" y="1454750"/>
                  </a:lnTo>
                  <a:close/>
                  <a:moveTo>
                    <a:pt x="992678" y="2238464"/>
                  </a:moveTo>
                  <a:lnTo>
                    <a:pt x="1062292" y="2300729"/>
                  </a:lnTo>
                  <a:lnTo>
                    <a:pt x="1062722" y="2224576"/>
                  </a:lnTo>
                  <a:close/>
                  <a:moveTo>
                    <a:pt x="1062722" y="2224576"/>
                  </a:moveTo>
                  <a:lnTo>
                    <a:pt x="1062292" y="2300729"/>
                  </a:lnTo>
                  <a:lnTo>
                    <a:pt x="1081964" y="2238464"/>
                  </a:lnTo>
                  <a:close/>
                  <a:moveTo>
                    <a:pt x="964900" y="2117813"/>
                  </a:moveTo>
                  <a:lnTo>
                    <a:pt x="883240" y="2156249"/>
                  </a:lnTo>
                  <a:lnTo>
                    <a:pt x="967920" y="2226546"/>
                  </a:lnTo>
                  <a:close/>
                  <a:moveTo>
                    <a:pt x="964900" y="2117813"/>
                  </a:moveTo>
                  <a:lnTo>
                    <a:pt x="990486" y="2095711"/>
                  </a:lnTo>
                  <a:lnTo>
                    <a:pt x="883240" y="2156249"/>
                  </a:lnTo>
                  <a:close/>
                  <a:moveTo>
                    <a:pt x="867239" y="1913570"/>
                  </a:moveTo>
                  <a:lnTo>
                    <a:pt x="839603" y="1884415"/>
                  </a:lnTo>
                  <a:lnTo>
                    <a:pt x="820446" y="1871168"/>
                  </a:lnTo>
                  <a:close/>
                  <a:moveTo>
                    <a:pt x="621080" y="1765739"/>
                  </a:moveTo>
                  <a:lnTo>
                    <a:pt x="543780" y="1755386"/>
                  </a:lnTo>
                  <a:lnTo>
                    <a:pt x="669188" y="1730406"/>
                  </a:lnTo>
                  <a:close/>
                  <a:moveTo>
                    <a:pt x="1395609" y="2490452"/>
                  </a:moveTo>
                  <a:lnTo>
                    <a:pt x="1308073" y="2446571"/>
                  </a:lnTo>
                  <a:lnTo>
                    <a:pt x="1308159" y="2446673"/>
                  </a:lnTo>
                  <a:close/>
                  <a:moveTo>
                    <a:pt x="1212770" y="2364458"/>
                  </a:moveTo>
                  <a:lnTo>
                    <a:pt x="1308073" y="2446571"/>
                  </a:lnTo>
                  <a:lnTo>
                    <a:pt x="1213358" y="2362888"/>
                  </a:lnTo>
                  <a:close/>
                  <a:moveTo>
                    <a:pt x="1307880" y="2446424"/>
                  </a:moveTo>
                  <a:lnTo>
                    <a:pt x="1308073" y="2446571"/>
                  </a:lnTo>
                  <a:lnTo>
                    <a:pt x="1212770" y="2364458"/>
                  </a:lnTo>
                  <a:close/>
                  <a:moveTo>
                    <a:pt x="881364" y="1871168"/>
                  </a:moveTo>
                  <a:lnTo>
                    <a:pt x="937788" y="1898683"/>
                  </a:lnTo>
                  <a:lnTo>
                    <a:pt x="922276" y="1832731"/>
                  </a:lnTo>
                  <a:close/>
                  <a:moveTo>
                    <a:pt x="896341" y="1807175"/>
                  </a:moveTo>
                  <a:lnTo>
                    <a:pt x="856945" y="1770224"/>
                  </a:lnTo>
                  <a:lnTo>
                    <a:pt x="922276" y="1832731"/>
                  </a:lnTo>
                  <a:close/>
                  <a:moveTo>
                    <a:pt x="868475" y="1702989"/>
                  </a:moveTo>
                  <a:lnTo>
                    <a:pt x="856945" y="1770224"/>
                  </a:lnTo>
                  <a:lnTo>
                    <a:pt x="806877" y="1750516"/>
                  </a:lnTo>
                  <a:close/>
                  <a:moveTo>
                    <a:pt x="472408" y="1377877"/>
                  </a:moveTo>
                  <a:lnTo>
                    <a:pt x="541871" y="1339440"/>
                  </a:lnTo>
                  <a:lnTo>
                    <a:pt x="442385" y="1295662"/>
                  </a:lnTo>
                  <a:close/>
                  <a:moveTo>
                    <a:pt x="1439878" y="2299916"/>
                  </a:moveTo>
                  <a:lnTo>
                    <a:pt x="1461651" y="2248828"/>
                  </a:lnTo>
                  <a:lnTo>
                    <a:pt x="1395836" y="2281414"/>
                  </a:lnTo>
                  <a:close/>
                  <a:moveTo>
                    <a:pt x="1439878" y="2299916"/>
                  </a:moveTo>
                  <a:lnTo>
                    <a:pt x="1504858" y="2307680"/>
                  </a:lnTo>
                  <a:lnTo>
                    <a:pt x="1461651" y="2248828"/>
                  </a:lnTo>
                  <a:close/>
                  <a:moveTo>
                    <a:pt x="1833635" y="2422350"/>
                  </a:moveTo>
                  <a:lnTo>
                    <a:pt x="1828080" y="2352472"/>
                  </a:lnTo>
                  <a:lnTo>
                    <a:pt x="1816526" y="2331364"/>
                  </a:lnTo>
                  <a:close/>
                  <a:moveTo>
                    <a:pt x="1833635" y="2422350"/>
                  </a:moveTo>
                  <a:lnTo>
                    <a:pt x="1853059" y="2445861"/>
                  </a:lnTo>
                  <a:lnTo>
                    <a:pt x="1857881" y="2413579"/>
                  </a:lnTo>
                  <a:close/>
                  <a:moveTo>
                    <a:pt x="1853059" y="2445861"/>
                  </a:moveTo>
                  <a:lnTo>
                    <a:pt x="1833635" y="2422350"/>
                  </a:lnTo>
                  <a:lnTo>
                    <a:pt x="1833127" y="2413579"/>
                  </a:lnTo>
                  <a:close/>
                  <a:moveTo>
                    <a:pt x="1604761" y="2186961"/>
                  </a:moveTo>
                  <a:lnTo>
                    <a:pt x="1688388" y="2249149"/>
                  </a:lnTo>
                  <a:lnTo>
                    <a:pt x="1640337" y="2207844"/>
                  </a:lnTo>
                  <a:close/>
                  <a:moveTo>
                    <a:pt x="1604761" y="2186961"/>
                  </a:moveTo>
                  <a:lnTo>
                    <a:pt x="1695518" y="2273861"/>
                  </a:lnTo>
                  <a:lnTo>
                    <a:pt x="1688388" y="2249149"/>
                  </a:lnTo>
                  <a:close/>
                  <a:moveTo>
                    <a:pt x="1612172" y="2166934"/>
                  </a:moveTo>
                  <a:lnTo>
                    <a:pt x="1604761" y="2186961"/>
                  </a:lnTo>
                  <a:lnTo>
                    <a:pt x="1640337" y="2207844"/>
                  </a:lnTo>
                  <a:close/>
                  <a:moveTo>
                    <a:pt x="1512723" y="2101102"/>
                  </a:moveTo>
                  <a:lnTo>
                    <a:pt x="1612172" y="2166934"/>
                  </a:lnTo>
                  <a:lnTo>
                    <a:pt x="1536235" y="2097281"/>
                  </a:lnTo>
                  <a:close/>
                  <a:moveTo>
                    <a:pt x="1604761" y="2186961"/>
                  </a:moveTo>
                  <a:lnTo>
                    <a:pt x="1612172" y="2166934"/>
                  </a:lnTo>
                  <a:lnTo>
                    <a:pt x="1512723" y="2101102"/>
                  </a:lnTo>
                  <a:close/>
                  <a:moveTo>
                    <a:pt x="1517630" y="2084719"/>
                  </a:moveTo>
                  <a:lnTo>
                    <a:pt x="1512723" y="2101102"/>
                  </a:lnTo>
                  <a:lnTo>
                    <a:pt x="1536235" y="2097281"/>
                  </a:lnTo>
                  <a:close/>
                  <a:moveTo>
                    <a:pt x="1857881" y="2413579"/>
                  </a:moveTo>
                  <a:lnTo>
                    <a:pt x="1853059" y="2445861"/>
                  </a:lnTo>
                  <a:lnTo>
                    <a:pt x="1967794" y="2380976"/>
                  </a:lnTo>
                  <a:close/>
                  <a:moveTo>
                    <a:pt x="1943324" y="2457358"/>
                  </a:moveTo>
                  <a:lnTo>
                    <a:pt x="1853059" y="2445861"/>
                  </a:lnTo>
                  <a:lnTo>
                    <a:pt x="1880618" y="2484246"/>
                  </a:lnTo>
                  <a:close/>
                  <a:moveTo>
                    <a:pt x="1816526" y="2331364"/>
                  </a:moveTo>
                  <a:lnTo>
                    <a:pt x="1828080" y="2352472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828080" y="2352472"/>
                  </a:lnTo>
                  <a:lnTo>
                    <a:pt x="1962258" y="2378375"/>
                  </a:lnTo>
                  <a:close/>
                  <a:moveTo>
                    <a:pt x="1936901" y="2298898"/>
                  </a:moveTo>
                  <a:lnTo>
                    <a:pt x="1839093" y="2317821"/>
                  </a:lnTo>
                  <a:lnTo>
                    <a:pt x="1962258" y="2378375"/>
                  </a:lnTo>
                  <a:close/>
                  <a:moveTo>
                    <a:pt x="1773099" y="2210789"/>
                  </a:moveTo>
                  <a:lnTo>
                    <a:pt x="1738408" y="2295859"/>
                  </a:lnTo>
                  <a:lnTo>
                    <a:pt x="1839093" y="2317821"/>
                  </a:lnTo>
                  <a:close/>
                  <a:moveTo>
                    <a:pt x="1842391" y="2215048"/>
                  </a:moveTo>
                  <a:lnTo>
                    <a:pt x="1773099" y="2210789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907794" y="2222469"/>
                  </a:lnTo>
                  <a:lnTo>
                    <a:pt x="1842391" y="2215048"/>
                  </a:lnTo>
                  <a:close/>
                  <a:moveTo>
                    <a:pt x="1688388" y="2249149"/>
                  </a:moveTo>
                  <a:lnTo>
                    <a:pt x="1738408" y="2295859"/>
                  </a:lnTo>
                  <a:lnTo>
                    <a:pt x="1773099" y="2210789"/>
                  </a:lnTo>
                  <a:close/>
                  <a:moveTo>
                    <a:pt x="1688388" y="2249149"/>
                  </a:moveTo>
                  <a:lnTo>
                    <a:pt x="1773099" y="2210789"/>
                  </a:lnTo>
                  <a:lnTo>
                    <a:pt x="1640337" y="2207844"/>
                  </a:lnTo>
                  <a:close/>
                  <a:moveTo>
                    <a:pt x="1814275" y="2137813"/>
                  </a:moveTo>
                  <a:lnTo>
                    <a:pt x="1773135" y="2210491"/>
                  </a:lnTo>
                  <a:lnTo>
                    <a:pt x="1773099" y="2210789"/>
                  </a:lnTo>
                  <a:close/>
                  <a:moveTo>
                    <a:pt x="1814275" y="2137813"/>
                  </a:moveTo>
                  <a:lnTo>
                    <a:pt x="1773099" y="2210789"/>
                  </a:lnTo>
                  <a:lnTo>
                    <a:pt x="1842391" y="2215048"/>
                  </a:lnTo>
                  <a:close/>
                  <a:moveTo>
                    <a:pt x="1609238" y="2046282"/>
                  </a:moveTo>
                  <a:lnTo>
                    <a:pt x="1536235" y="2097281"/>
                  </a:lnTo>
                  <a:lnTo>
                    <a:pt x="1612172" y="2166934"/>
                  </a:lnTo>
                  <a:close/>
                  <a:moveTo>
                    <a:pt x="1517630" y="2084719"/>
                  </a:moveTo>
                  <a:lnTo>
                    <a:pt x="1536235" y="2097281"/>
                  </a:lnTo>
                  <a:lnTo>
                    <a:pt x="1557365" y="2064808"/>
                  </a:lnTo>
                  <a:close/>
                  <a:moveTo>
                    <a:pt x="1967852" y="2373827"/>
                  </a:moveTo>
                  <a:lnTo>
                    <a:pt x="1967794" y="2380976"/>
                  </a:lnTo>
                  <a:lnTo>
                    <a:pt x="1936079" y="2339066"/>
                  </a:lnTo>
                  <a:close/>
                  <a:moveTo>
                    <a:pt x="1970509" y="2375142"/>
                  </a:moveTo>
                  <a:lnTo>
                    <a:pt x="1967794" y="2380976"/>
                  </a:lnTo>
                  <a:lnTo>
                    <a:pt x="1967852" y="2373827"/>
                  </a:lnTo>
                  <a:close/>
                  <a:moveTo>
                    <a:pt x="1762792" y="2119077"/>
                  </a:moveTo>
                  <a:lnTo>
                    <a:pt x="1773135" y="2210491"/>
                  </a:lnTo>
                  <a:lnTo>
                    <a:pt x="1795631" y="2128497"/>
                  </a:lnTo>
                  <a:close/>
                  <a:moveTo>
                    <a:pt x="1735674" y="2070433"/>
                  </a:moveTo>
                  <a:lnTo>
                    <a:pt x="1762792" y="2119077"/>
                  </a:lnTo>
                  <a:lnTo>
                    <a:pt x="1795631" y="2128497"/>
                  </a:lnTo>
                  <a:close/>
                  <a:moveTo>
                    <a:pt x="1545506" y="1678986"/>
                  </a:moveTo>
                  <a:lnTo>
                    <a:pt x="1594575" y="1606343"/>
                  </a:lnTo>
                  <a:lnTo>
                    <a:pt x="1496150" y="1635206"/>
                  </a:lnTo>
                  <a:close/>
                  <a:moveTo>
                    <a:pt x="1512567" y="1717422"/>
                  </a:moveTo>
                  <a:lnTo>
                    <a:pt x="1545506" y="1678986"/>
                  </a:lnTo>
                  <a:lnTo>
                    <a:pt x="1496150" y="1635206"/>
                  </a:lnTo>
                  <a:close/>
                  <a:moveTo>
                    <a:pt x="2037329" y="2051625"/>
                  </a:moveTo>
                  <a:lnTo>
                    <a:pt x="2059897" y="2016271"/>
                  </a:lnTo>
                  <a:lnTo>
                    <a:pt x="1960297" y="2079693"/>
                  </a:lnTo>
                  <a:close/>
                  <a:moveTo>
                    <a:pt x="2059897" y="2016271"/>
                  </a:moveTo>
                  <a:lnTo>
                    <a:pt x="2104789" y="2051625"/>
                  </a:lnTo>
                  <a:lnTo>
                    <a:pt x="2033488" y="1980689"/>
                  </a:lnTo>
                  <a:close/>
                  <a:moveTo>
                    <a:pt x="1379747" y="1360450"/>
                  </a:moveTo>
                  <a:lnTo>
                    <a:pt x="1467784" y="1432340"/>
                  </a:lnTo>
                  <a:lnTo>
                    <a:pt x="1501343" y="1321217"/>
                  </a:lnTo>
                  <a:close/>
                  <a:moveTo>
                    <a:pt x="1374478" y="1340753"/>
                  </a:moveTo>
                  <a:lnTo>
                    <a:pt x="1360541" y="1350125"/>
                  </a:lnTo>
                  <a:lnTo>
                    <a:pt x="1330134" y="1238411"/>
                  </a:lnTo>
                  <a:close/>
                  <a:moveTo>
                    <a:pt x="1004969" y="818398"/>
                  </a:moveTo>
                  <a:lnTo>
                    <a:pt x="988213" y="856834"/>
                  </a:lnTo>
                  <a:lnTo>
                    <a:pt x="1022274" y="900613"/>
                  </a:lnTo>
                  <a:close/>
                  <a:moveTo>
                    <a:pt x="960657" y="774619"/>
                  </a:moveTo>
                  <a:lnTo>
                    <a:pt x="988213" y="856834"/>
                  </a:lnTo>
                  <a:lnTo>
                    <a:pt x="1004969" y="818398"/>
                  </a:lnTo>
                  <a:close/>
                  <a:moveTo>
                    <a:pt x="529928" y="325107"/>
                  </a:moveTo>
                  <a:lnTo>
                    <a:pt x="530371" y="242892"/>
                  </a:lnTo>
                  <a:lnTo>
                    <a:pt x="508034" y="330524"/>
                  </a:lnTo>
                  <a:close/>
                  <a:moveTo>
                    <a:pt x="508034" y="330524"/>
                  </a:moveTo>
                  <a:lnTo>
                    <a:pt x="530371" y="242892"/>
                  </a:lnTo>
                  <a:lnTo>
                    <a:pt x="530480" y="252383"/>
                  </a:lnTo>
                  <a:close/>
                  <a:moveTo>
                    <a:pt x="454173" y="353919"/>
                  </a:moveTo>
                  <a:lnTo>
                    <a:pt x="529928" y="325107"/>
                  </a:lnTo>
                  <a:lnTo>
                    <a:pt x="508034" y="330524"/>
                  </a:lnTo>
                  <a:close/>
                  <a:moveTo>
                    <a:pt x="461277" y="219164"/>
                  </a:moveTo>
                  <a:lnTo>
                    <a:pt x="530480" y="252383"/>
                  </a:lnTo>
                  <a:lnTo>
                    <a:pt x="530371" y="242892"/>
                  </a:lnTo>
                  <a:close/>
                  <a:moveTo>
                    <a:pt x="2070812" y="2133839"/>
                  </a:moveTo>
                  <a:lnTo>
                    <a:pt x="2118586" y="2111691"/>
                  </a:lnTo>
                  <a:lnTo>
                    <a:pt x="2037329" y="2051625"/>
                  </a:lnTo>
                  <a:close/>
                  <a:moveTo>
                    <a:pt x="1878928" y="1885067"/>
                  </a:moveTo>
                  <a:lnTo>
                    <a:pt x="1965343" y="1969409"/>
                  </a:lnTo>
                  <a:lnTo>
                    <a:pt x="1884270" y="1887194"/>
                  </a:lnTo>
                  <a:close/>
                  <a:moveTo>
                    <a:pt x="1878928" y="1885067"/>
                  </a:moveTo>
                  <a:lnTo>
                    <a:pt x="1872787" y="1874016"/>
                  </a:lnTo>
                  <a:lnTo>
                    <a:pt x="1856110" y="1887194"/>
                  </a:lnTo>
                  <a:close/>
                  <a:moveTo>
                    <a:pt x="1878928" y="1885067"/>
                  </a:moveTo>
                  <a:lnTo>
                    <a:pt x="1884270" y="1887194"/>
                  </a:lnTo>
                  <a:lnTo>
                    <a:pt x="1872787" y="1874016"/>
                  </a:lnTo>
                  <a:close/>
                  <a:moveTo>
                    <a:pt x="1501343" y="1321217"/>
                  </a:moveTo>
                  <a:lnTo>
                    <a:pt x="1600849" y="1289311"/>
                  </a:lnTo>
                  <a:lnTo>
                    <a:pt x="1510108" y="1302490"/>
                  </a:lnTo>
                  <a:close/>
                  <a:moveTo>
                    <a:pt x="1634232" y="1324208"/>
                  </a:moveTo>
                  <a:lnTo>
                    <a:pt x="1635631" y="1361126"/>
                  </a:lnTo>
                  <a:lnTo>
                    <a:pt x="1628783" y="1355467"/>
                  </a:lnTo>
                  <a:close/>
                  <a:moveTo>
                    <a:pt x="1600849" y="1289311"/>
                  </a:moveTo>
                  <a:lnTo>
                    <a:pt x="1579627" y="1206473"/>
                  </a:lnTo>
                  <a:lnTo>
                    <a:pt x="1510108" y="1302490"/>
                  </a:lnTo>
                  <a:close/>
                  <a:moveTo>
                    <a:pt x="573482" y="81362"/>
                  </a:moveTo>
                  <a:lnTo>
                    <a:pt x="531937" y="51014"/>
                  </a:lnTo>
                  <a:lnTo>
                    <a:pt x="560187" y="95109"/>
                  </a:lnTo>
                  <a:close/>
                  <a:moveTo>
                    <a:pt x="358123" y="71137"/>
                  </a:moveTo>
                  <a:lnTo>
                    <a:pt x="447253" y="59268"/>
                  </a:lnTo>
                  <a:lnTo>
                    <a:pt x="402659" y="0"/>
                  </a:lnTo>
                  <a:close/>
                  <a:moveTo>
                    <a:pt x="447253" y="59268"/>
                  </a:moveTo>
                  <a:lnTo>
                    <a:pt x="531937" y="51014"/>
                  </a:lnTo>
                  <a:lnTo>
                    <a:pt x="484923" y="28911"/>
                  </a:lnTo>
                  <a:close/>
                  <a:moveTo>
                    <a:pt x="1875805" y="1186961"/>
                  </a:moveTo>
                  <a:lnTo>
                    <a:pt x="1999290" y="1247255"/>
                  </a:lnTo>
                  <a:lnTo>
                    <a:pt x="1966650" y="117369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54" name="Candidate_density__2053">
              <a:extLst>
                <a:ext uri="{FF2B5EF4-FFF2-40B4-BE49-F238E27FC236}">
                  <a16:creationId xmlns:a16="http://schemas.microsoft.com/office/drawing/2014/main" id="{F768E113-0DB2-18AE-D773-BE7FE77909F0}"/>
                </a:ext>
              </a:extLst>
            </p:cNvPr>
            <p:cNvSpPr>
              <a:spLocks noGrp="1"/>
            </p:cNvSpPr>
            <p:nvPr/>
          </p:nvSpPr>
          <p:spPr>
            <a:xfrm>
              <a:off x="4590168" y="2347130"/>
              <a:ext cx="2191724" cy="2816939"/>
            </a:xfrm>
            <a:custGeom>
              <a:avLst/>
              <a:gdLst/>
              <a:ahLst/>
              <a:cxnLst/>
              <a:rect l="0" t="0" r="0" b="0"/>
              <a:pathLst>
                <a:path w="2191724" h="2816939">
                  <a:moveTo>
                    <a:pt x="73000" y="2522503"/>
                  </a:moveTo>
                  <a:lnTo>
                    <a:pt x="4907" y="2528262"/>
                  </a:lnTo>
                  <a:lnTo>
                    <a:pt x="0" y="2528225"/>
                  </a:lnTo>
                  <a:close/>
                  <a:moveTo>
                    <a:pt x="1272003" y="2794205"/>
                  </a:moveTo>
                  <a:lnTo>
                    <a:pt x="1256525" y="2806259"/>
                  </a:lnTo>
                  <a:lnTo>
                    <a:pt x="1282896" y="2816939"/>
                  </a:lnTo>
                  <a:close/>
                  <a:moveTo>
                    <a:pt x="473237" y="1889839"/>
                  </a:moveTo>
                  <a:lnTo>
                    <a:pt x="458796" y="1928275"/>
                  </a:lnTo>
                  <a:lnTo>
                    <a:pt x="535522" y="1845950"/>
                  </a:lnTo>
                  <a:close/>
                  <a:moveTo>
                    <a:pt x="1272003" y="2794205"/>
                  </a:moveTo>
                  <a:lnTo>
                    <a:pt x="1282896" y="2816939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12821" y="2801538"/>
                  </a:lnTo>
                  <a:lnTo>
                    <a:pt x="1282896" y="2816939"/>
                  </a:lnTo>
                  <a:close/>
                  <a:moveTo>
                    <a:pt x="1325483" y="2794205"/>
                  </a:moveTo>
                  <a:lnTo>
                    <a:pt x="1362974" y="2773851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97621" y="2755768"/>
                  </a:lnTo>
                  <a:lnTo>
                    <a:pt x="1362974" y="2773851"/>
                  </a:lnTo>
                  <a:close/>
                  <a:moveTo>
                    <a:pt x="187146" y="1275897"/>
                  </a:moveTo>
                  <a:lnTo>
                    <a:pt x="193729" y="1294833"/>
                  </a:lnTo>
                  <a:lnTo>
                    <a:pt x="210446" y="1251316"/>
                  </a:lnTo>
                  <a:close/>
                  <a:moveTo>
                    <a:pt x="1480248" y="2655002"/>
                  </a:moveTo>
                  <a:lnTo>
                    <a:pt x="1507628" y="2655327"/>
                  </a:lnTo>
                  <a:lnTo>
                    <a:pt x="1448534" y="2642778"/>
                  </a:lnTo>
                  <a:close/>
                  <a:moveTo>
                    <a:pt x="1576172" y="2635117"/>
                  </a:moveTo>
                  <a:lnTo>
                    <a:pt x="1541302" y="2668069"/>
                  </a:lnTo>
                  <a:lnTo>
                    <a:pt x="1507628" y="2655327"/>
                  </a:lnTo>
                  <a:close/>
                  <a:moveTo>
                    <a:pt x="1556373" y="2615698"/>
                  </a:moveTo>
                  <a:lnTo>
                    <a:pt x="1541302" y="2668069"/>
                  </a:lnTo>
                  <a:lnTo>
                    <a:pt x="1576172" y="2635117"/>
                  </a:lnTo>
                  <a:close/>
                  <a:moveTo>
                    <a:pt x="1576781" y="2585515"/>
                  </a:moveTo>
                  <a:lnTo>
                    <a:pt x="1576172" y="2635117"/>
                  </a:lnTo>
                  <a:lnTo>
                    <a:pt x="1603321" y="2621292"/>
                  </a:lnTo>
                  <a:close/>
                  <a:moveTo>
                    <a:pt x="1576781" y="2585515"/>
                  </a:moveTo>
                  <a:lnTo>
                    <a:pt x="1603321" y="2621292"/>
                  </a:lnTo>
                  <a:lnTo>
                    <a:pt x="1643155" y="2555020"/>
                  </a:lnTo>
                  <a:close/>
                  <a:moveTo>
                    <a:pt x="691966" y="1506603"/>
                  </a:moveTo>
                  <a:lnTo>
                    <a:pt x="635350" y="1510127"/>
                  </a:lnTo>
                  <a:lnTo>
                    <a:pt x="752485" y="1454214"/>
                  </a:lnTo>
                  <a:close/>
                  <a:moveTo>
                    <a:pt x="523142" y="1199023"/>
                  </a:moveTo>
                  <a:lnTo>
                    <a:pt x="467182" y="1223490"/>
                  </a:lnTo>
                  <a:lnTo>
                    <a:pt x="441640" y="1214469"/>
                  </a:lnTo>
                  <a:close/>
                  <a:moveTo>
                    <a:pt x="1786486" y="2597052"/>
                  </a:moveTo>
                  <a:lnTo>
                    <a:pt x="1743320" y="2584898"/>
                  </a:lnTo>
                  <a:lnTo>
                    <a:pt x="1806608" y="2608829"/>
                  </a:lnTo>
                  <a:close/>
                  <a:moveTo>
                    <a:pt x="1856761" y="2581144"/>
                  </a:moveTo>
                  <a:lnTo>
                    <a:pt x="1786486" y="2597052"/>
                  </a:lnTo>
                  <a:lnTo>
                    <a:pt x="1806608" y="2608829"/>
                  </a:lnTo>
                  <a:close/>
                  <a:moveTo>
                    <a:pt x="1868537" y="2543691"/>
                  </a:moveTo>
                  <a:lnTo>
                    <a:pt x="1856685" y="2519807"/>
                  </a:lnTo>
                  <a:lnTo>
                    <a:pt x="1856761" y="2581144"/>
                  </a:lnTo>
                  <a:close/>
                  <a:moveTo>
                    <a:pt x="1868537" y="2543691"/>
                  </a:moveTo>
                  <a:lnTo>
                    <a:pt x="1856761" y="2581144"/>
                  </a:lnTo>
                  <a:lnTo>
                    <a:pt x="1882356" y="2558243"/>
                  </a:lnTo>
                  <a:close/>
                  <a:moveTo>
                    <a:pt x="1883188" y="2464748"/>
                  </a:moveTo>
                  <a:lnTo>
                    <a:pt x="1882356" y="2558243"/>
                  </a:lnTo>
                  <a:lnTo>
                    <a:pt x="1919007" y="2535210"/>
                  </a:lnTo>
                  <a:close/>
                  <a:moveTo>
                    <a:pt x="2016210" y="2468234"/>
                  </a:moveTo>
                  <a:lnTo>
                    <a:pt x="1963945" y="2488023"/>
                  </a:lnTo>
                  <a:lnTo>
                    <a:pt x="2083828" y="2442386"/>
                  </a:lnTo>
                  <a:close/>
                  <a:moveTo>
                    <a:pt x="2016210" y="2468234"/>
                  </a:moveTo>
                  <a:lnTo>
                    <a:pt x="2083828" y="2442386"/>
                  </a:lnTo>
                  <a:lnTo>
                    <a:pt x="2132345" y="2408580"/>
                  </a:lnTo>
                  <a:close/>
                  <a:moveTo>
                    <a:pt x="177141" y="50780"/>
                  </a:moveTo>
                  <a:lnTo>
                    <a:pt x="186704" y="14917"/>
                  </a:lnTo>
                  <a:lnTo>
                    <a:pt x="185898" y="0"/>
                  </a:lnTo>
                  <a:close/>
                  <a:moveTo>
                    <a:pt x="2163158" y="2278504"/>
                  </a:moveTo>
                  <a:lnTo>
                    <a:pt x="2191724" y="2240068"/>
                  </a:lnTo>
                  <a:lnTo>
                    <a:pt x="2156100" y="2360719"/>
                  </a:lnTo>
                  <a:close/>
                  <a:moveTo>
                    <a:pt x="1891564" y="1423956"/>
                  </a:moveTo>
                  <a:lnTo>
                    <a:pt x="1892606" y="1423948"/>
                  </a:lnTo>
                  <a:lnTo>
                    <a:pt x="1889445" y="1423259"/>
                  </a:lnTo>
                  <a:close/>
                  <a:moveTo>
                    <a:pt x="1891564" y="1423956"/>
                  </a:moveTo>
                  <a:lnTo>
                    <a:pt x="1889445" y="1423259"/>
                  </a:lnTo>
                  <a:lnTo>
                    <a:pt x="1840170" y="1443098"/>
                  </a:lnTo>
                  <a:close/>
                  <a:moveTo>
                    <a:pt x="1893202" y="1423259"/>
                  </a:moveTo>
                  <a:lnTo>
                    <a:pt x="1891564" y="1423956"/>
                  </a:lnTo>
                  <a:lnTo>
                    <a:pt x="1905717" y="1341044"/>
                  </a:lnTo>
                  <a:close/>
                  <a:moveTo>
                    <a:pt x="1893202" y="1423259"/>
                  </a:moveTo>
                  <a:lnTo>
                    <a:pt x="1892606" y="1423948"/>
                  </a:lnTo>
                  <a:lnTo>
                    <a:pt x="1891564" y="1423956"/>
                  </a:lnTo>
                  <a:close/>
                  <a:moveTo>
                    <a:pt x="1889445" y="1423259"/>
                  </a:moveTo>
                  <a:lnTo>
                    <a:pt x="1892606" y="1423948"/>
                  </a:lnTo>
                  <a:lnTo>
                    <a:pt x="1893156" y="1422662"/>
                  </a:lnTo>
                  <a:close/>
                  <a:moveTo>
                    <a:pt x="1893156" y="1422662"/>
                  </a:moveTo>
                  <a:lnTo>
                    <a:pt x="1892606" y="1423948"/>
                  </a:lnTo>
                  <a:lnTo>
                    <a:pt x="1893202" y="1423259"/>
                  </a:lnTo>
                  <a:close/>
                  <a:moveTo>
                    <a:pt x="1914414" y="1290282"/>
                  </a:moveTo>
                  <a:lnTo>
                    <a:pt x="1905717" y="1341044"/>
                  </a:lnTo>
                  <a:lnTo>
                    <a:pt x="1931181" y="1289511"/>
                  </a:lnTo>
                  <a:close/>
                  <a:moveTo>
                    <a:pt x="1914414" y="1290282"/>
                  </a:moveTo>
                  <a:lnTo>
                    <a:pt x="1931181" y="1289511"/>
                  </a:lnTo>
                  <a:lnTo>
                    <a:pt x="1981247" y="1261499"/>
                  </a:lnTo>
                  <a:close/>
                  <a:moveTo>
                    <a:pt x="1332860" y="674383"/>
                  </a:moveTo>
                  <a:lnTo>
                    <a:pt x="1382676" y="632033"/>
                  </a:lnTo>
                  <a:lnTo>
                    <a:pt x="1352876" y="584071"/>
                  </a:lnTo>
                  <a:close/>
                  <a:moveTo>
                    <a:pt x="2008801" y="1189053"/>
                  </a:moveTo>
                  <a:lnTo>
                    <a:pt x="1981247" y="1261499"/>
                  </a:lnTo>
                  <a:lnTo>
                    <a:pt x="2006635" y="122039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55" name="Candidate_density__2054">
              <a:extLst>
                <a:ext uri="{FF2B5EF4-FFF2-40B4-BE49-F238E27FC236}">
                  <a16:creationId xmlns:a16="http://schemas.microsoft.com/office/drawing/2014/main" id="{619FDFC0-8255-F61A-ADAF-16005652E265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346247"/>
              <a:ext cx="2187936" cy="3022699"/>
            </a:xfrm>
            <a:custGeom>
              <a:avLst/>
              <a:gdLst/>
              <a:ahLst/>
              <a:cxnLst/>
              <a:rect l="0" t="0" r="0" b="0"/>
              <a:pathLst>
                <a:path w="2187936" h="3022699">
                  <a:moveTo>
                    <a:pt x="0" y="2451469"/>
                  </a:moveTo>
                  <a:lnTo>
                    <a:pt x="78863" y="2532415"/>
                  </a:lnTo>
                  <a:lnTo>
                    <a:pt x="3748" y="2458383"/>
                  </a:lnTo>
                  <a:close/>
                  <a:moveTo>
                    <a:pt x="50538" y="2411764"/>
                  </a:moveTo>
                  <a:lnTo>
                    <a:pt x="3748" y="2458383"/>
                  </a:lnTo>
                  <a:lnTo>
                    <a:pt x="78863" y="2532415"/>
                  </a:lnTo>
                  <a:close/>
                  <a:moveTo>
                    <a:pt x="878548" y="3022699"/>
                  </a:moveTo>
                  <a:lnTo>
                    <a:pt x="953187" y="2922518"/>
                  </a:lnTo>
                  <a:lnTo>
                    <a:pt x="885381" y="2917051"/>
                  </a:lnTo>
                  <a:close/>
                  <a:moveTo>
                    <a:pt x="519208" y="2346706"/>
                  </a:moveTo>
                  <a:lnTo>
                    <a:pt x="588363" y="2296455"/>
                  </a:lnTo>
                  <a:lnTo>
                    <a:pt x="533193" y="2320953"/>
                  </a:lnTo>
                  <a:close/>
                  <a:moveTo>
                    <a:pt x="533193" y="2320953"/>
                  </a:moveTo>
                  <a:lnTo>
                    <a:pt x="588363" y="2296455"/>
                  </a:lnTo>
                  <a:lnTo>
                    <a:pt x="553802" y="2260844"/>
                  </a:lnTo>
                  <a:close/>
                  <a:moveTo>
                    <a:pt x="588363" y="2296455"/>
                  </a:moveTo>
                  <a:lnTo>
                    <a:pt x="655937" y="2364051"/>
                  </a:lnTo>
                  <a:lnTo>
                    <a:pt x="658282" y="2279849"/>
                  </a:lnTo>
                  <a:close/>
                  <a:moveTo>
                    <a:pt x="558471" y="2200310"/>
                  </a:moveTo>
                  <a:lnTo>
                    <a:pt x="553802" y="2260844"/>
                  </a:lnTo>
                  <a:lnTo>
                    <a:pt x="621906" y="2175803"/>
                  </a:lnTo>
                  <a:close/>
                  <a:moveTo>
                    <a:pt x="553802" y="2260844"/>
                  </a:moveTo>
                  <a:lnTo>
                    <a:pt x="588363" y="2296455"/>
                  </a:lnTo>
                  <a:lnTo>
                    <a:pt x="621906" y="2175803"/>
                  </a:lnTo>
                  <a:close/>
                  <a:moveTo>
                    <a:pt x="621906" y="2175803"/>
                  </a:moveTo>
                  <a:lnTo>
                    <a:pt x="588363" y="2296455"/>
                  </a:lnTo>
                  <a:lnTo>
                    <a:pt x="674651" y="2218820"/>
                  </a:lnTo>
                  <a:close/>
                  <a:moveTo>
                    <a:pt x="674651" y="2218820"/>
                  </a:moveTo>
                  <a:lnTo>
                    <a:pt x="588363" y="2296455"/>
                  </a:lnTo>
                  <a:lnTo>
                    <a:pt x="658282" y="2279849"/>
                  </a:lnTo>
                  <a:close/>
                  <a:moveTo>
                    <a:pt x="658282" y="2279849"/>
                  </a:moveTo>
                  <a:lnTo>
                    <a:pt x="655937" y="2364051"/>
                  </a:lnTo>
                  <a:lnTo>
                    <a:pt x="684647" y="2296455"/>
                  </a:lnTo>
                  <a:close/>
                  <a:moveTo>
                    <a:pt x="853306" y="2042298"/>
                  </a:moveTo>
                  <a:lnTo>
                    <a:pt x="886142" y="2021826"/>
                  </a:lnTo>
                  <a:lnTo>
                    <a:pt x="876800" y="2016715"/>
                  </a:lnTo>
                  <a:close/>
                  <a:moveTo>
                    <a:pt x="853306" y="2042298"/>
                  </a:moveTo>
                  <a:lnTo>
                    <a:pt x="876800" y="2016715"/>
                  </a:lnTo>
                  <a:lnTo>
                    <a:pt x="854525" y="1941215"/>
                  </a:lnTo>
                  <a:close/>
                  <a:moveTo>
                    <a:pt x="577066" y="1884916"/>
                  </a:moveTo>
                  <a:lnTo>
                    <a:pt x="644871" y="1890383"/>
                  </a:lnTo>
                  <a:lnTo>
                    <a:pt x="669505" y="1770264"/>
                  </a:lnTo>
                  <a:close/>
                  <a:moveTo>
                    <a:pt x="669505" y="1770264"/>
                  </a:moveTo>
                  <a:lnTo>
                    <a:pt x="644963" y="1890722"/>
                  </a:lnTo>
                  <a:lnTo>
                    <a:pt x="757394" y="1819116"/>
                  </a:lnTo>
                  <a:close/>
                  <a:moveTo>
                    <a:pt x="412127" y="1457955"/>
                  </a:moveTo>
                  <a:lnTo>
                    <a:pt x="423150" y="1405408"/>
                  </a:lnTo>
                  <a:lnTo>
                    <a:pt x="427063" y="1479646"/>
                  </a:lnTo>
                  <a:close/>
                  <a:moveTo>
                    <a:pt x="414265" y="1523425"/>
                  </a:moveTo>
                  <a:lnTo>
                    <a:pt x="412127" y="1457955"/>
                  </a:lnTo>
                  <a:lnTo>
                    <a:pt x="437890" y="1537103"/>
                  </a:lnTo>
                  <a:close/>
                  <a:moveTo>
                    <a:pt x="1494841" y="2756651"/>
                  </a:moveTo>
                  <a:lnTo>
                    <a:pt x="1534700" y="2774733"/>
                  </a:lnTo>
                  <a:lnTo>
                    <a:pt x="1565920" y="2727338"/>
                  </a:lnTo>
                  <a:close/>
                  <a:moveTo>
                    <a:pt x="886142" y="2021826"/>
                  </a:moveTo>
                  <a:lnTo>
                    <a:pt x="967243" y="2098930"/>
                  </a:lnTo>
                  <a:lnTo>
                    <a:pt x="985915" y="1978279"/>
                  </a:lnTo>
                  <a:close/>
                  <a:moveTo>
                    <a:pt x="854420" y="1934500"/>
                  </a:moveTo>
                  <a:lnTo>
                    <a:pt x="887395" y="2014585"/>
                  </a:lnTo>
                  <a:lnTo>
                    <a:pt x="874782" y="1924746"/>
                  </a:lnTo>
                  <a:close/>
                  <a:moveTo>
                    <a:pt x="843224" y="1813848"/>
                  </a:moveTo>
                  <a:lnTo>
                    <a:pt x="874782" y="1924746"/>
                  </a:lnTo>
                  <a:lnTo>
                    <a:pt x="904167" y="1874019"/>
                  </a:lnTo>
                  <a:close/>
                  <a:moveTo>
                    <a:pt x="854420" y="1934500"/>
                  </a:moveTo>
                  <a:lnTo>
                    <a:pt x="874782" y="1924746"/>
                  </a:lnTo>
                  <a:lnTo>
                    <a:pt x="843224" y="1813848"/>
                  </a:lnTo>
                  <a:close/>
                  <a:moveTo>
                    <a:pt x="788224" y="1852285"/>
                  </a:moveTo>
                  <a:lnTo>
                    <a:pt x="854420" y="1934500"/>
                  </a:lnTo>
                  <a:lnTo>
                    <a:pt x="843224" y="1813848"/>
                  </a:lnTo>
                  <a:close/>
                  <a:moveTo>
                    <a:pt x="874782" y="1924746"/>
                  </a:moveTo>
                  <a:lnTo>
                    <a:pt x="966380" y="1896063"/>
                  </a:lnTo>
                  <a:lnTo>
                    <a:pt x="904167" y="1874019"/>
                  </a:lnTo>
                  <a:close/>
                  <a:moveTo>
                    <a:pt x="1626177" y="2515347"/>
                  </a:moveTo>
                  <a:lnTo>
                    <a:pt x="1632877" y="2633403"/>
                  </a:lnTo>
                  <a:lnTo>
                    <a:pt x="1667861" y="2563537"/>
                  </a:lnTo>
                  <a:close/>
                  <a:moveTo>
                    <a:pt x="1621627" y="2635999"/>
                  </a:moveTo>
                  <a:lnTo>
                    <a:pt x="1632877" y="2633403"/>
                  </a:lnTo>
                  <a:lnTo>
                    <a:pt x="1626177" y="2515347"/>
                  </a:lnTo>
                  <a:close/>
                  <a:moveTo>
                    <a:pt x="1552641" y="2411404"/>
                  </a:moveTo>
                  <a:lnTo>
                    <a:pt x="1489310" y="2389252"/>
                  </a:lnTo>
                  <a:lnTo>
                    <a:pt x="1576847" y="2433132"/>
                  </a:lnTo>
                  <a:close/>
                  <a:moveTo>
                    <a:pt x="1394595" y="2305569"/>
                  </a:moveTo>
                  <a:lnTo>
                    <a:pt x="1497955" y="2350917"/>
                  </a:lnTo>
                  <a:lnTo>
                    <a:pt x="1446281" y="2292398"/>
                  </a:lnTo>
                  <a:close/>
                  <a:moveTo>
                    <a:pt x="1394595" y="2305569"/>
                  </a:moveTo>
                  <a:lnTo>
                    <a:pt x="1489310" y="2389252"/>
                  </a:lnTo>
                  <a:lnTo>
                    <a:pt x="1497955" y="2350917"/>
                  </a:lnTo>
                  <a:close/>
                  <a:moveTo>
                    <a:pt x="1146137" y="2060493"/>
                  </a:moveTo>
                  <a:lnTo>
                    <a:pt x="1186509" y="2093673"/>
                  </a:lnTo>
                  <a:lnTo>
                    <a:pt x="1196532" y="2045130"/>
                  </a:lnTo>
                  <a:close/>
                  <a:moveTo>
                    <a:pt x="1171723" y="2038391"/>
                  </a:moveTo>
                  <a:lnTo>
                    <a:pt x="1146137" y="2060493"/>
                  </a:lnTo>
                  <a:lnTo>
                    <a:pt x="1196532" y="2045130"/>
                  </a:lnTo>
                  <a:close/>
                  <a:moveTo>
                    <a:pt x="1186509" y="2093673"/>
                  </a:moveTo>
                  <a:lnTo>
                    <a:pt x="1195019" y="2060493"/>
                  </a:lnTo>
                  <a:lnTo>
                    <a:pt x="1196532" y="2045130"/>
                  </a:lnTo>
                  <a:close/>
                  <a:moveTo>
                    <a:pt x="1196532" y="2045130"/>
                  </a:moveTo>
                  <a:lnTo>
                    <a:pt x="1195019" y="2060493"/>
                  </a:lnTo>
                  <a:lnTo>
                    <a:pt x="1171723" y="2038391"/>
                  </a:lnTo>
                  <a:close/>
                  <a:moveTo>
                    <a:pt x="1018722" y="1968410"/>
                  </a:moveTo>
                  <a:lnTo>
                    <a:pt x="1026681" y="2053418"/>
                  </a:lnTo>
                  <a:lnTo>
                    <a:pt x="1034320" y="1978279"/>
                  </a:lnTo>
                  <a:close/>
                  <a:moveTo>
                    <a:pt x="1018722" y="1968410"/>
                  </a:moveTo>
                  <a:lnTo>
                    <a:pt x="1034320" y="1978279"/>
                  </a:lnTo>
                  <a:lnTo>
                    <a:pt x="1072841" y="1884913"/>
                  </a:lnTo>
                  <a:close/>
                  <a:moveTo>
                    <a:pt x="982559" y="1797625"/>
                  </a:moveTo>
                  <a:lnTo>
                    <a:pt x="920944" y="1787125"/>
                  </a:lnTo>
                  <a:lnTo>
                    <a:pt x="990880" y="1890953"/>
                  </a:lnTo>
                  <a:close/>
                  <a:moveTo>
                    <a:pt x="990880" y="1890953"/>
                  </a:moveTo>
                  <a:lnTo>
                    <a:pt x="1072841" y="1884913"/>
                  </a:lnTo>
                  <a:lnTo>
                    <a:pt x="982559" y="1797625"/>
                  </a:lnTo>
                  <a:close/>
                  <a:moveTo>
                    <a:pt x="1001683" y="1813848"/>
                  </a:moveTo>
                  <a:lnTo>
                    <a:pt x="987533" y="1693490"/>
                  </a:lnTo>
                  <a:lnTo>
                    <a:pt x="982559" y="1797625"/>
                  </a:lnTo>
                  <a:close/>
                  <a:moveTo>
                    <a:pt x="988114" y="1693197"/>
                  </a:moveTo>
                  <a:lnTo>
                    <a:pt x="1038182" y="1712905"/>
                  </a:lnTo>
                  <a:lnTo>
                    <a:pt x="1077578" y="1749856"/>
                  </a:lnTo>
                  <a:close/>
                  <a:moveTo>
                    <a:pt x="899860" y="1704174"/>
                  </a:moveTo>
                  <a:lnTo>
                    <a:pt x="930886" y="1695258"/>
                  </a:lnTo>
                  <a:lnTo>
                    <a:pt x="850426" y="1673087"/>
                  </a:lnTo>
                  <a:close/>
                  <a:moveTo>
                    <a:pt x="899860" y="1704174"/>
                  </a:moveTo>
                  <a:lnTo>
                    <a:pt x="987533" y="1693490"/>
                  </a:lnTo>
                  <a:lnTo>
                    <a:pt x="930886" y="1695258"/>
                  </a:lnTo>
                  <a:close/>
                  <a:moveTo>
                    <a:pt x="1497955" y="2350917"/>
                  </a:moveTo>
                  <a:lnTo>
                    <a:pt x="1489310" y="2389252"/>
                  </a:lnTo>
                  <a:lnTo>
                    <a:pt x="1552641" y="2411404"/>
                  </a:lnTo>
                  <a:close/>
                  <a:moveTo>
                    <a:pt x="1426265" y="2268702"/>
                  </a:moveTo>
                  <a:lnTo>
                    <a:pt x="1394595" y="2305569"/>
                  </a:lnTo>
                  <a:lnTo>
                    <a:pt x="1446281" y="2292398"/>
                  </a:lnTo>
                  <a:close/>
                  <a:moveTo>
                    <a:pt x="1426265" y="2268702"/>
                  </a:moveTo>
                  <a:lnTo>
                    <a:pt x="1392045" y="2207550"/>
                  </a:lnTo>
                  <a:lnTo>
                    <a:pt x="1394595" y="2305569"/>
                  </a:lnTo>
                  <a:close/>
                  <a:moveTo>
                    <a:pt x="1759082" y="2491301"/>
                  </a:moveTo>
                  <a:lnTo>
                    <a:pt x="1667861" y="2563537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48907" y="2578959"/>
                  </a:lnTo>
                  <a:lnTo>
                    <a:pt x="1844972" y="2559126"/>
                  </a:lnTo>
                  <a:close/>
                  <a:moveTo>
                    <a:pt x="1822017" y="2476911"/>
                  </a:moveTo>
                  <a:lnTo>
                    <a:pt x="1759082" y="2491301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31983" y="2404644"/>
                  </a:lnTo>
                  <a:lnTo>
                    <a:pt x="1759082" y="2491301"/>
                  </a:lnTo>
                  <a:close/>
                  <a:moveTo>
                    <a:pt x="1759082" y="2491301"/>
                  </a:moveTo>
                  <a:lnTo>
                    <a:pt x="1821455" y="2401092"/>
                  </a:lnTo>
                  <a:lnTo>
                    <a:pt x="1745657" y="2402122"/>
                  </a:lnTo>
                  <a:close/>
                  <a:moveTo>
                    <a:pt x="1552641" y="2411404"/>
                  </a:moveTo>
                  <a:lnTo>
                    <a:pt x="1663124" y="2408628"/>
                  </a:lnTo>
                  <a:lnTo>
                    <a:pt x="1659056" y="2315412"/>
                  </a:lnTo>
                  <a:close/>
                  <a:moveTo>
                    <a:pt x="1552641" y="2411404"/>
                  </a:moveTo>
                  <a:lnTo>
                    <a:pt x="1659056" y="2315412"/>
                  </a:lnTo>
                  <a:lnTo>
                    <a:pt x="1585404" y="2318698"/>
                  </a:lnTo>
                  <a:close/>
                  <a:moveTo>
                    <a:pt x="1710549" y="2330572"/>
                  </a:moveTo>
                  <a:lnTo>
                    <a:pt x="1663124" y="2408628"/>
                  </a:lnTo>
                  <a:lnTo>
                    <a:pt x="1745657" y="2402122"/>
                  </a:lnTo>
                  <a:close/>
                  <a:moveTo>
                    <a:pt x="1577451" y="2312481"/>
                  </a:moveTo>
                  <a:lnTo>
                    <a:pt x="1497955" y="2350917"/>
                  </a:lnTo>
                  <a:lnTo>
                    <a:pt x="1552641" y="2411404"/>
                  </a:lnTo>
                  <a:close/>
                  <a:moveTo>
                    <a:pt x="1497955" y="2350917"/>
                  </a:moveTo>
                  <a:lnTo>
                    <a:pt x="1577451" y="2312481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426265" y="2268702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367981" y="2186487"/>
                  </a:lnTo>
                  <a:lnTo>
                    <a:pt x="1426265" y="2268702"/>
                  </a:lnTo>
                  <a:close/>
                  <a:moveTo>
                    <a:pt x="1103513" y="1775412"/>
                  </a:moveTo>
                  <a:lnTo>
                    <a:pt x="1184040" y="1755009"/>
                  </a:lnTo>
                  <a:lnTo>
                    <a:pt x="1077578" y="1749856"/>
                  </a:lnTo>
                  <a:close/>
                  <a:moveTo>
                    <a:pt x="1077578" y="1749856"/>
                  </a:moveTo>
                  <a:lnTo>
                    <a:pt x="1184040" y="1755009"/>
                  </a:lnTo>
                  <a:lnTo>
                    <a:pt x="1200655" y="1716160"/>
                  </a:lnTo>
                  <a:close/>
                  <a:moveTo>
                    <a:pt x="1077578" y="1749856"/>
                  </a:moveTo>
                  <a:lnTo>
                    <a:pt x="1200655" y="1716160"/>
                  </a:lnTo>
                  <a:lnTo>
                    <a:pt x="1121119" y="1697447"/>
                  </a:lnTo>
                  <a:close/>
                  <a:moveTo>
                    <a:pt x="457036" y="1021077"/>
                  </a:moveTo>
                  <a:lnTo>
                    <a:pt x="509061" y="1017552"/>
                  </a:lnTo>
                  <a:lnTo>
                    <a:pt x="431606" y="1006619"/>
                  </a:lnTo>
                  <a:close/>
                  <a:moveTo>
                    <a:pt x="1769792" y="2382501"/>
                  </a:moveTo>
                  <a:lnTo>
                    <a:pt x="1831983" y="2404644"/>
                  </a:lnTo>
                  <a:lnTo>
                    <a:pt x="1847627" y="2438474"/>
                  </a:lnTo>
                  <a:close/>
                  <a:moveTo>
                    <a:pt x="1847627" y="2438474"/>
                  </a:moveTo>
                  <a:lnTo>
                    <a:pt x="1831983" y="2404644"/>
                  </a:lnTo>
                  <a:lnTo>
                    <a:pt x="1822017" y="2476911"/>
                  </a:lnTo>
                  <a:close/>
                  <a:moveTo>
                    <a:pt x="1711398" y="2295910"/>
                  </a:moveTo>
                  <a:lnTo>
                    <a:pt x="1660945" y="2312481"/>
                  </a:lnTo>
                  <a:lnTo>
                    <a:pt x="1769792" y="2382501"/>
                  </a:lnTo>
                  <a:close/>
                  <a:moveTo>
                    <a:pt x="833103" y="1241372"/>
                  </a:moveTo>
                  <a:lnTo>
                    <a:pt x="836778" y="1243684"/>
                  </a:lnTo>
                  <a:lnTo>
                    <a:pt x="777999" y="1250550"/>
                  </a:lnTo>
                  <a:close/>
                  <a:moveTo>
                    <a:pt x="692496" y="994326"/>
                  </a:moveTo>
                  <a:lnTo>
                    <a:pt x="561630" y="997039"/>
                  </a:lnTo>
                  <a:lnTo>
                    <a:pt x="561159" y="997135"/>
                  </a:lnTo>
                  <a:close/>
                  <a:moveTo>
                    <a:pt x="2054914" y="2465630"/>
                  </a:moveTo>
                  <a:lnTo>
                    <a:pt x="2124562" y="2400038"/>
                  </a:lnTo>
                  <a:lnTo>
                    <a:pt x="2061856" y="2426927"/>
                  </a:lnTo>
                  <a:close/>
                  <a:moveTo>
                    <a:pt x="1738602" y="2007489"/>
                  </a:moveTo>
                  <a:lnTo>
                    <a:pt x="1717472" y="2039961"/>
                  </a:lnTo>
                  <a:lnTo>
                    <a:pt x="1790475" y="1988963"/>
                  </a:lnTo>
                  <a:close/>
                  <a:moveTo>
                    <a:pt x="1790475" y="1988963"/>
                  </a:moveTo>
                  <a:lnTo>
                    <a:pt x="1793409" y="2109614"/>
                  </a:lnTo>
                  <a:lnTo>
                    <a:pt x="1857035" y="2071178"/>
                  </a:lnTo>
                  <a:close/>
                  <a:moveTo>
                    <a:pt x="1738602" y="2007489"/>
                  </a:moveTo>
                  <a:lnTo>
                    <a:pt x="1790475" y="1988963"/>
                  </a:lnTo>
                  <a:lnTo>
                    <a:pt x="1755883" y="1968374"/>
                  </a:lnTo>
                  <a:close/>
                  <a:moveTo>
                    <a:pt x="1535446" y="1862969"/>
                  </a:moveTo>
                  <a:lnTo>
                    <a:pt x="1633089" y="1906748"/>
                  </a:lnTo>
                  <a:lnTo>
                    <a:pt x="1579405" y="1824532"/>
                  </a:lnTo>
                  <a:close/>
                  <a:moveTo>
                    <a:pt x="1526110" y="1758781"/>
                  </a:moveTo>
                  <a:lnTo>
                    <a:pt x="1576081" y="1789982"/>
                  </a:lnTo>
                  <a:lnTo>
                    <a:pt x="1579405" y="1824532"/>
                  </a:lnTo>
                  <a:close/>
                  <a:moveTo>
                    <a:pt x="1579405" y="1824532"/>
                  </a:moveTo>
                  <a:lnTo>
                    <a:pt x="1576081" y="1789982"/>
                  </a:lnTo>
                  <a:lnTo>
                    <a:pt x="1535446" y="1862969"/>
                  </a:lnTo>
                  <a:close/>
                  <a:moveTo>
                    <a:pt x="1579405" y="1824532"/>
                  </a:moveTo>
                  <a:lnTo>
                    <a:pt x="1561953" y="1800614"/>
                  </a:lnTo>
                  <a:lnTo>
                    <a:pt x="1526110" y="1758781"/>
                  </a:lnTo>
                  <a:close/>
                  <a:moveTo>
                    <a:pt x="1518174" y="1742317"/>
                  </a:moveTo>
                  <a:lnTo>
                    <a:pt x="1526110" y="1758781"/>
                  </a:lnTo>
                  <a:lnTo>
                    <a:pt x="1561953" y="1800614"/>
                  </a:lnTo>
                  <a:close/>
                  <a:moveTo>
                    <a:pt x="2117316" y="2281746"/>
                  </a:moveTo>
                  <a:lnTo>
                    <a:pt x="2122340" y="2287317"/>
                  </a:lnTo>
                  <a:lnTo>
                    <a:pt x="2115732" y="2279387"/>
                  </a:lnTo>
                  <a:close/>
                  <a:moveTo>
                    <a:pt x="2163642" y="2361602"/>
                  </a:moveTo>
                  <a:lnTo>
                    <a:pt x="2124562" y="2400038"/>
                  </a:lnTo>
                  <a:lnTo>
                    <a:pt x="2187936" y="2469116"/>
                  </a:lnTo>
                  <a:close/>
                  <a:moveTo>
                    <a:pt x="2117316" y="2281746"/>
                  </a:moveTo>
                  <a:lnTo>
                    <a:pt x="2149031" y="2323656"/>
                  </a:lnTo>
                  <a:lnTo>
                    <a:pt x="2163642" y="2361602"/>
                  </a:lnTo>
                  <a:close/>
                  <a:moveTo>
                    <a:pt x="2163642" y="2361602"/>
                  </a:moveTo>
                  <a:lnTo>
                    <a:pt x="2122340" y="2287317"/>
                  </a:lnTo>
                  <a:lnTo>
                    <a:pt x="2117316" y="2281746"/>
                  </a:lnTo>
                  <a:close/>
                  <a:moveTo>
                    <a:pt x="1790475" y="1988963"/>
                  </a:moveTo>
                  <a:lnTo>
                    <a:pt x="1858593" y="2070623"/>
                  </a:lnTo>
                  <a:lnTo>
                    <a:pt x="1880277" y="1952902"/>
                  </a:lnTo>
                  <a:close/>
                  <a:moveTo>
                    <a:pt x="1858593" y="2070623"/>
                  </a:moveTo>
                  <a:lnTo>
                    <a:pt x="1944029" y="2061757"/>
                  </a:lnTo>
                  <a:lnTo>
                    <a:pt x="1880277" y="1952902"/>
                  </a:lnTo>
                  <a:close/>
                  <a:moveTo>
                    <a:pt x="2098747" y="2158735"/>
                  </a:moveTo>
                  <a:lnTo>
                    <a:pt x="2092537" y="2175891"/>
                  </a:lnTo>
                  <a:lnTo>
                    <a:pt x="2074806" y="2197172"/>
                  </a:lnTo>
                  <a:close/>
                  <a:moveTo>
                    <a:pt x="1888692" y="1755858"/>
                  </a:moveTo>
                  <a:lnTo>
                    <a:pt x="1767427" y="1796331"/>
                  </a:lnTo>
                  <a:lnTo>
                    <a:pt x="1819426" y="1775542"/>
                  </a:lnTo>
                  <a:close/>
                  <a:moveTo>
                    <a:pt x="1685005" y="1690194"/>
                  </a:moveTo>
                  <a:lnTo>
                    <a:pt x="1758511" y="1762994"/>
                  </a:lnTo>
                  <a:lnTo>
                    <a:pt x="1762114" y="1688098"/>
                  </a:lnTo>
                  <a:close/>
                  <a:moveTo>
                    <a:pt x="1685005" y="1690194"/>
                  </a:moveTo>
                  <a:lnTo>
                    <a:pt x="1728131" y="1649411"/>
                  </a:lnTo>
                  <a:lnTo>
                    <a:pt x="1647595" y="1626957"/>
                  </a:lnTo>
                  <a:close/>
                  <a:moveTo>
                    <a:pt x="1738491" y="1607211"/>
                  </a:moveTo>
                  <a:lnTo>
                    <a:pt x="1776138" y="1613695"/>
                  </a:lnTo>
                  <a:lnTo>
                    <a:pt x="1756036" y="1583230"/>
                  </a:lnTo>
                  <a:close/>
                  <a:moveTo>
                    <a:pt x="1758511" y="1762994"/>
                  </a:moveTo>
                  <a:lnTo>
                    <a:pt x="1810696" y="1665445"/>
                  </a:lnTo>
                  <a:lnTo>
                    <a:pt x="1762114" y="1688098"/>
                  </a:lnTo>
                  <a:close/>
                  <a:moveTo>
                    <a:pt x="1823556" y="1727528"/>
                  </a:moveTo>
                  <a:lnTo>
                    <a:pt x="1883004" y="1734592"/>
                  </a:lnTo>
                  <a:lnTo>
                    <a:pt x="1758511" y="1762994"/>
                  </a:lnTo>
                  <a:close/>
                  <a:moveTo>
                    <a:pt x="1909162" y="1768940"/>
                  </a:moveTo>
                  <a:lnTo>
                    <a:pt x="1941573" y="1747660"/>
                  </a:lnTo>
                  <a:lnTo>
                    <a:pt x="1883004" y="1734592"/>
                  </a:lnTo>
                  <a:close/>
                  <a:moveTo>
                    <a:pt x="1199161" y="849763"/>
                  </a:moveTo>
                  <a:lnTo>
                    <a:pt x="1182737" y="855239"/>
                  </a:lnTo>
                  <a:lnTo>
                    <a:pt x="1193700" y="843293"/>
                  </a:lnTo>
                  <a:close/>
                  <a:moveTo>
                    <a:pt x="592280" y="371164"/>
                  </a:moveTo>
                  <a:lnTo>
                    <a:pt x="635410" y="296600"/>
                  </a:lnTo>
                  <a:lnTo>
                    <a:pt x="570891" y="288461"/>
                  </a:lnTo>
                  <a:close/>
                  <a:moveTo>
                    <a:pt x="1756036" y="1583230"/>
                  </a:moveTo>
                  <a:lnTo>
                    <a:pt x="1717113" y="1524498"/>
                  </a:lnTo>
                  <a:lnTo>
                    <a:pt x="1738491" y="1607211"/>
                  </a:lnTo>
                  <a:close/>
                  <a:moveTo>
                    <a:pt x="2060165" y="1827748"/>
                  </a:moveTo>
                  <a:lnTo>
                    <a:pt x="2037347" y="1829875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60165" y="1827748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94054" y="1966361"/>
                  </a:lnTo>
                  <a:lnTo>
                    <a:pt x="2146580" y="1912090"/>
                  </a:lnTo>
                  <a:close/>
                  <a:moveTo>
                    <a:pt x="2060165" y="1827748"/>
                  </a:moveTo>
                  <a:lnTo>
                    <a:pt x="2106406" y="1890247"/>
                  </a:lnTo>
                  <a:lnTo>
                    <a:pt x="2146580" y="1912090"/>
                  </a:lnTo>
                  <a:close/>
                  <a:moveTo>
                    <a:pt x="1963721" y="1745471"/>
                  </a:moveTo>
                  <a:lnTo>
                    <a:pt x="1883004" y="1734592"/>
                  </a:lnTo>
                  <a:lnTo>
                    <a:pt x="1941573" y="1747660"/>
                  </a:lnTo>
                  <a:close/>
                  <a:moveTo>
                    <a:pt x="1903540" y="1633713"/>
                  </a:moveTo>
                  <a:lnTo>
                    <a:pt x="1883004" y="1734592"/>
                  </a:lnTo>
                  <a:lnTo>
                    <a:pt x="1963721" y="1745471"/>
                  </a:lnTo>
                  <a:close/>
                  <a:moveTo>
                    <a:pt x="1810696" y="1665445"/>
                  </a:moveTo>
                  <a:lnTo>
                    <a:pt x="1883004" y="1734592"/>
                  </a:lnTo>
                  <a:lnTo>
                    <a:pt x="1903540" y="1633713"/>
                  </a:lnTo>
                  <a:close/>
                  <a:moveTo>
                    <a:pt x="1810696" y="1665445"/>
                  </a:moveTo>
                  <a:lnTo>
                    <a:pt x="1903540" y="1633713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56036" y="1583230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01165" y="1501015"/>
                  </a:lnTo>
                  <a:lnTo>
                    <a:pt x="1756036" y="1583230"/>
                  </a:lnTo>
                  <a:close/>
                  <a:moveTo>
                    <a:pt x="1187020" y="804857"/>
                  </a:moveTo>
                  <a:lnTo>
                    <a:pt x="1199161" y="849763"/>
                  </a:lnTo>
                  <a:lnTo>
                    <a:pt x="1193700" y="843293"/>
                  </a:lnTo>
                  <a:close/>
                  <a:moveTo>
                    <a:pt x="1231575" y="915627"/>
                  </a:moveTo>
                  <a:lnTo>
                    <a:pt x="1199161" y="849763"/>
                  </a:lnTo>
                  <a:lnTo>
                    <a:pt x="1150489" y="920956"/>
                  </a:lnTo>
                  <a:close/>
                  <a:moveTo>
                    <a:pt x="1342549" y="892009"/>
                  </a:moveTo>
                  <a:lnTo>
                    <a:pt x="1311386" y="990699"/>
                  </a:lnTo>
                  <a:lnTo>
                    <a:pt x="1430917" y="943745"/>
                  </a:lnTo>
                  <a:close/>
                  <a:moveTo>
                    <a:pt x="1187020" y="804857"/>
                  </a:moveTo>
                  <a:lnTo>
                    <a:pt x="1193700" y="843293"/>
                  </a:lnTo>
                  <a:lnTo>
                    <a:pt x="1150211" y="761079"/>
                  </a:lnTo>
                  <a:close/>
                  <a:moveTo>
                    <a:pt x="905441" y="311567"/>
                  </a:moveTo>
                  <a:lnTo>
                    <a:pt x="861223" y="234203"/>
                  </a:lnTo>
                  <a:lnTo>
                    <a:pt x="875841" y="261695"/>
                  </a:lnTo>
                  <a:close/>
                  <a:moveTo>
                    <a:pt x="642515" y="161844"/>
                  </a:moveTo>
                  <a:lnTo>
                    <a:pt x="711608" y="185573"/>
                  </a:lnTo>
                  <a:lnTo>
                    <a:pt x="712001" y="64921"/>
                  </a:lnTo>
                  <a:close/>
                  <a:moveTo>
                    <a:pt x="833107" y="156968"/>
                  </a:moveTo>
                  <a:lnTo>
                    <a:pt x="836564" y="114844"/>
                  </a:lnTo>
                  <a:lnTo>
                    <a:pt x="753780" y="83988"/>
                  </a:lnTo>
                  <a:close/>
                  <a:moveTo>
                    <a:pt x="539361" y="13818"/>
                  </a:moveTo>
                  <a:lnTo>
                    <a:pt x="658912" y="64921"/>
                  </a:lnTo>
                  <a:lnTo>
                    <a:pt x="669661" y="68570"/>
                  </a:lnTo>
                  <a:close/>
                  <a:moveTo>
                    <a:pt x="1693939" y="1182470"/>
                  </a:moveTo>
                  <a:lnTo>
                    <a:pt x="1633155" y="1142561"/>
                  </a:lnTo>
                  <a:lnTo>
                    <a:pt x="1614227" y="1186682"/>
                  </a:lnTo>
                  <a:close/>
                  <a:moveTo>
                    <a:pt x="1438535" y="768464"/>
                  </a:moveTo>
                  <a:lnTo>
                    <a:pt x="1371495" y="684206"/>
                  </a:lnTo>
                  <a:lnTo>
                    <a:pt x="1331037" y="695173"/>
                  </a:lnTo>
                  <a:close/>
                  <a:moveTo>
                    <a:pt x="1228246" y="640426"/>
                  </a:moveTo>
                  <a:lnTo>
                    <a:pt x="1331037" y="695173"/>
                  </a:lnTo>
                  <a:lnTo>
                    <a:pt x="1252536" y="618919"/>
                  </a:lnTo>
                  <a:close/>
                  <a:moveTo>
                    <a:pt x="1232644" y="614482"/>
                  </a:moveTo>
                  <a:lnTo>
                    <a:pt x="1228246" y="640426"/>
                  </a:lnTo>
                  <a:lnTo>
                    <a:pt x="1252536" y="618919"/>
                  </a:lnTo>
                  <a:close/>
                  <a:moveTo>
                    <a:pt x="1269180" y="545278"/>
                  </a:moveTo>
                  <a:lnTo>
                    <a:pt x="1228246" y="640426"/>
                  </a:lnTo>
                  <a:lnTo>
                    <a:pt x="1232644" y="614482"/>
                  </a:lnTo>
                  <a:close/>
                  <a:moveTo>
                    <a:pt x="857668" y="311567"/>
                  </a:moveTo>
                  <a:lnTo>
                    <a:pt x="897439" y="342445"/>
                  </a:lnTo>
                  <a:lnTo>
                    <a:pt x="901654" y="301426"/>
                  </a:lnTo>
                  <a:close/>
                  <a:moveTo>
                    <a:pt x="875841" y="261695"/>
                  </a:moveTo>
                  <a:lnTo>
                    <a:pt x="857668" y="311567"/>
                  </a:lnTo>
                  <a:lnTo>
                    <a:pt x="901654" y="301426"/>
                  </a:lnTo>
                  <a:close/>
                  <a:moveTo>
                    <a:pt x="854122" y="39792"/>
                  </a:moveTo>
                  <a:lnTo>
                    <a:pt x="753780" y="83988"/>
                  </a:lnTo>
                  <a:lnTo>
                    <a:pt x="836564" y="114844"/>
                  </a:lnTo>
                  <a:close/>
                  <a:moveTo>
                    <a:pt x="771216" y="46600"/>
                  </a:moveTo>
                  <a:lnTo>
                    <a:pt x="753780" y="83988"/>
                  </a:lnTo>
                  <a:lnTo>
                    <a:pt x="854122" y="39792"/>
                  </a:lnTo>
                  <a:close/>
                  <a:moveTo>
                    <a:pt x="771216" y="46600"/>
                  </a:moveTo>
                  <a:lnTo>
                    <a:pt x="854122" y="39792"/>
                  </a:lnTo>
                  <a:lnTo>
                    <a:pt x="805847" y="0"/>
                  </a:lnTo>
                  <a:close/>
                  <a:moveTo>
                    <a:pt x="1520794" y="762181"/>
                  </a:moveTo>
                  <a:lnTo>
                    <a:pt x="1470482" y="766420"/>
                  </a:lnTo>
                  <a:lnTo>
                    <a:pt x="1495866" y="821946"/>
                  </a:lnTo>
                  <a:close/>
                  <a:moveTo>
                    <a:pt x="1437762" y="754135"/>
                  </a:moveTo>
                  <a:lnTo>
                    <a:pt x="1388968" y="648077"/>
                  </a:lnTo>
                  <a:lnTo>
                    <a:pt x="1371495" y="684206"/>
                  </a:lnTo>
                  <a:close/>
                  <a:moveTo>
                    <a:pt x="2021997" y="1197633"/>
                  </a:moveTo>
                  <a:lnTo>
                    <a:pt x="2059318" y="1303490"/>
                  </a:lnTo>
                  <a:lnTo>
                    <a:pt x="2120758" y="1205391"/>
                  </a:lnTo>
                  <a:close/>
                  <a:moveTo>
                    <a:pt x="2120758" y="1205391"/>
                  </a:moveTo>
                  <a:lnTo>
                    <a:pt x="2180527" y="1189935"/>
                  </a:lnTo>
                  <a:lnTo>
                    <a:pt x="2124852" y="118283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56" name="Candidate_density__2055">
              <a:extLst>
                <a:ext uri="{FF2B5EF4-FFF2-40B4-BE49-F238E27FC236}">
                  <a16:creationId xmlns:a16="http://schemas.microsoft.com/office/drawing/2014/main" id="{CA2D4753-3C02-373C-3D60-14C86E11BFE0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251662"/>
              <a:ext cx="2338321" cy="3145985"/>
            </a:xfrm>
            <a:custGeom>
              <a:avLst/>
              <a:gdLst/>
              <a:ahLst/>
              <a:cxnLst/>
              <a:rect l="0" t="0" r="0" b="0"/>
              <a:pathLst>
                <a:path w="2338321" h="3145985">
                  <a:moveTo>
                    <a:pt x="0" y="2546054"/>
                  </a:moveTo>
                  <a:lnTo>
                    <a:pt x="89598" y="2633897"/>
                  </a:lnTo>
                  <a:lnTo>
                    <a:pt x="78863" y="2627001"/>
                  </a:lnTo>
                  <a:close/>
                  <a:moveTo>
                    <a:pt x="436951" y="2842806"/>
                  </a:moveTo>
                  <a:lnTo>
                    <a:pt x="505624" y="2938412"/>
                  </a:lnTo>
                  <a:lnTo>
                    <a:pt x="529154" y="2908883"/>
                  </a:lnTo>
                  <a:close/>
                  <a:moveTo>
                    <a:pt x="326658" y="2762540"/>
                  </a:moveTo>
                  <a:lnTo>
                    <a:pt x="318285" y="2752995"/>
                  </a:lnTo>
                  <a:lnTo>
                    <a:pt x="237897" y="2674017"/>
                  </a:lnTo>
                  <a:close/>
                  <a:moveTo>
                    <a:pt x="708178" y="3084361"/>
                  </a:moveTo>
                  <a:lnTo>
                    <a:pt x="660830" y="3073009"/>
                  </a:lnTo>
                  <a:lnTo>
                    <a:pt x="728583" y="3097196"/>
                  </a:lnTo>
                  <a:close/>
                  <a:moveTo>
                    <a:pt x="787723" y="3103111"/>
                  </a:moveTo>
                  <a:lnTo>
                    <a:pt x="708178" y="3084361"/>
                  </a:lnTo>
                  <a:lnTo>
                    <a:pt x="728583" y="3097196"/>
                  </a:lnTo>
                  <a:close/>
                  <a:moveTo>
                    <a:pt x="847000" y="3142933"/>
                  </a:moveTo>
                  <a:lnTo>
                    <a:pt x="838004" y="3125634"/>
                  </a:lnTo>
                  <a:lnTo>
                    <a:pt x="816163" y="3145985"/>
                  </a:lnTo>
                  <a:close/>
                  <a:moveTo>
                    <a:pt x="816163" y="3145985"/>
                  </a:moveTo>
                  <a:lnTo>
                    <a:pt x="838004" y="3125634"/>
                  </a:lnTo>
                  <a:lnTo>
                    <a:pt x="787723" y="3103111"/>
                  </a:lnTo>
                  <a:close/>
                  <a:moveTo>
                    <a:pt x="816163" y="3145985"/>
                  </a:moveTo>
                  <a:lnTo>
                    <a:pt x="787723" y="3103111"/>
                  </a:lnTo>
                  <a:lnTo>
                    <a:pt x="728583" y="3097196"/>
                  </a:lnTo>
                  <a:close/>
                  <a:moveTo>
                    <a:pt x="570856" y="2835209"/>
                  </a:moveTo>
                  <a:lnTo>
                    <a:pt x="562595" y="2818709"/>
                  </a:lnTo>
                  <a:lnTo>
                    <a:pt x="529154" y="2908883"/>
                  </a:lnTo>
                  <a:close/>
                  <a:moveTo>
                    <a:pt x="535073" y="2714558"/>
                  </a:moveTo>
                  <a:lnTo>
                    <a:pt x="563320" y="2796773"/>
                  </a:lnTo>
                  <a:lnTo>
                    <a:pt x="531550" y="2752995"/>
                  </a:lnTo>
                  <a:close/>
                  <a:moveTo>
                    <a:pt x="838004" y="3125634"/>
                  </a:moveTo>
                  <a:lnTo>
                    <a:pt x="847000" y="3142933"/>
                  </a:lnTo>
                  <a:lnTo>
                    <a:pt x="871931" y="3139293"/>
                  </a:lnTo>
                  <a:close/>
                  <a:moveTo>
                    <a:pt x="838004" y="3125634"/>
                  </a:moveTo>
                  <a:lnTo>
                    <a:pt x="871931" y="3139293"/>
                  </a:lnTo>
                  <a:lnTo>
                    <a:pt x="878548" y="3117284"/>
                  </a:lnTo>
                  <a:close/>
                  <a:moveTo>
                    <a:pt x="878548" y="3117284"/>
                  </a:moveTo>
                  <a:lnTo>
                    <a:pt x="787723" y="3103111"/>
                  </a:lnTo>
                  <a:lnTo>
                    <a:pt x="838004" y="3125634"/>
                  </a:lnTo>
                  <a:close/>
                  <a:moveTo>
                    <a:pt x="535117" y="2714250"/>
                  </a:moveTo>
                  <a:lnTo>
                    <a:pt x="563320" y="2796773"/>
                  </a:lnTo>
                  <a:lnTo>
                    <a:pt x="535073" y="2714558"/>
                  </a:lnTo>
                  <a:close/>
                  <a:moveTo>
                    <a:pt x="493623" y="2687393"/>
                  </a:moveTo>
                  <a:lnTo>
                    <a:pt x="535117" y="2714250"/>
                  </a:lnTo>
                  <a:lnTo>
                    <a:pt x="468072" y="2608072"/>
                  </a:lnTo>
                  <a:close/>
                  <a:moveTo>
                    <a:pt x="468606" y="2429476"/>
                  </a:moveTo>
                  <a:lnTo>
                    <a:pt x="533193" y="2415538"/>
                  </a:lnTo>
                  <a:lnTo>
                    <a:pt x="440121" y="2424253"/>
                  </a:lnTo>
                  <a:close/>
                  <a:moveTo>
                    <a:pt x="440121" y="2424253"/>
                  </a:moveTo>
                  <a:lnTo>
                    <a:pt x="553802" y="2355429"/>
                  </a:lnTo>
                  <a:lnTo>
                    <a:pt x="484163" y="2373716"/>
                  </a:lnTo>
                  <a:close/>
                  <a:moveTo>
                    <a:pt x="752553" y="2326008"/>
                  </a:moveTo>
                  <a:lnTo>
                    <a:pt x="658282" y="2374435"/>
                  </a:lnTo>
                  <a:lnTo>
                    <a:pt x="681893" y="2308825"/>
                  </a:lnTo>
                  <a:close/>
                  <a:moveTo>
                    <a:pt x="503313" y="2279146"/>
                  </a:moveTo>
                  <a:lnTo>
                    <a:pt x="558471" y="2294895"/>
                  </a:lnTo>
                  <a:lnTo>
                    <a:pt x="506310" y="2226610"/>
                  </a:lnTo>
                  <a:close/>
                  <a:moveTo>
                    <a:pt x="674651" y="2313405"/>
                  </a:moveTo>
                  <a:lnTo>
                    <a:pt x="752553" y="2326008"/>
                  </a:lnTo>
                  <a:lnTo>
                    <a:pt x="795745" y="2272292"/>
                  </a:lnTo>
                  <a:close/>
                  <a:moveTo>
                    <a:pt x="795745" y="2272292"/>
                  </a:moveTo>
                  <a:lnTo>
                    <a:pt x="752553" y="2326008"/>
                  </a:lnTo>
                  <a:lnTo>
                    <a:pt x="864377" y="2250239"/>
                  </a:lnTo>
                  <a:close/>
                  <a:moveTo>
                    <a:pt x="1494841" y="2851236"/>
                  </a:moveTo>
                  <a:lnTo>
                    <a:pt x="1484547" y="2897006"/>
                  </a:lnTo>
                  <a:lnTo>
                    <a:pt x="1534700" y="2869319"/>
                  </a:lnTo>
                  <a:close/>
                  <a:moveTo>
                    <a:pt x="1494841" y="2851236"/>
                  </a:moveTo>
                  <a:lnTo>
                    <a:pt x="1443729" y="2889673"/>
                  </a:lnTo>
                  <a:lnTo>
                    <a:pt x="1484547" y="2897006"/>
                  </a:lnTo>
                  <a:close/>
                  <a:moveTo>
                    <a:pt x="875390" y="2219022"/>
                  </a:moveTo>
                  <a:lnTo>
                    <a:pt x="795745" y="2272292"/>
                  </a:lnTo>
                  <a:lnTo>
                    <a:pt x="864377" y="2250239"/>
                  </a:lnTo>
                  <a:close/>
                  <a:moveTo>
                    <a:pt x="875390" y="2219022"/>
                  </a:moveTo>
                  <a:lnTo>
                    <a:pt x="815868" y="2206820"/>
                  </a:lnTo>
                  <a:lnTo>
                    <a:pt x="795745" y="2272292"/>
                  </a:lnTo>
                  <a:close/>
                  <a:moveTo>
                    <a:pt x="803567" y="2116729"/>
                  </a:moveTo>
                  <a:lnTo>
                    <a:pt x="875390" y="2219022"/>
                  </a:lnTo>
                  <a:lnTo>
                    <a:pt x="836765" y="2149737"/>
                  </a:lnTo>
                  <a:close/>
                  <a:moveTo>
                    <a:pt x="864377" y="2250239"/>
                  </a:moveTo>
                  <a:lnTo>
                    <a:pt x="888465" y="2231952"/>
                  </a:lnTo>
                  <a:lnTo>
                    <a:pt x="875390" y="2219022"/>
                  </a:lnTo>
                  <a:close/>
                  <a:moveTo>
                    <a:pt x="875390" y="2219022"/>
                  </a:moveTo>
                  <a:lnTo>
                    <a:pt x="888465" y="2231952"/>
                  </a:lnTo>
                  <a:lnTo>
                    <a:pt x="838851" y="2154805"/>
                  </a:lnTo>
                  <a:close/>
                  <a:moveTo>
                    <a:pt x="1052523" y="2181169"/>
                  </a:moveTo>
                  <a:lnTo>
                    <a:pt x="1004087" y="2193516"/>
                  </a:lnTo>
                  <a:lnTo>
                    <a:pt x="970621" y="2202193"/>
                  </a:lnTo>
                  <a:close/>
                  <a:moveTo>
                    <a:pt x="644963" y="1985307"/>
                  </a:moveTo>
                  <a:lnTo>
                    <a:pt x="644871" y="1984969"/>
                  </a:lnTo>
                  <a:lnTo>
                    <a:pt x="721141" y="2029085"/>
                  </a:lnTo>
                  <a:close/>
                  <a:moveTo>
                    <a:pt x="757394" y="1913702"/>
                  </a:moveTo>
                  <a:lnTo>
                    <a:pt x="644963" y="1985307"/>
                  </a:lnTo>
                  <a:lnTo>
                    <a:pt x="707248" y="1941418"/>
                  </a:lnTo>
                  <a:close/>
                  <a:moveTo>
                    <a:pt x="412127" y="1552541"/>
                  </a:moveTo>
                  <a:lnTo>
                    <a:pt x="493436" y="1647122"/>
                  </a:lnTo>
                  <a:lnTo>
                    <a:pt x="437890" y="1631688"/>
                  </a:lnTo>
                  <a:close/>
                  <a:moveTo>
                    <a:pt x="437890" y="1631688"/>
                  </a:moveTo>
                  <a:lnTo>
                    <a:pt x="540470" y="1700225"/>
                  </a:lnTo>
                  <a:lnTo>
                    <a:pt x="462775" y="1648142"/>
                  </a:lnTo>
                  <a:close/>
                  <a:moveTo>
                    <a:pt x="1565920" y="2821924"/>
                  </a:moveTo>
                  <a:lnTo>
                    <a:pt x="1534700" y="2869319"/>
                  </a:lnTo>
                  <a:lnTo>
                    <a:pt x="1569347" y="2851236"/>
                  </a:lnTo>
                  <a:close/>
                  <a:moveTo>
                    <a:pt x="1026681" y="2148003"/>
                  </a:moveTo>
                  <a:lnTo>
                    <a:pt x="967243" y="2193516"/>
                  </a:lnTo>
                  <a:lnTo>
                    <a:pt x="1021507" y="2160823"/>
                  </a:lnTo>
                  <a:close/>
                  <a:moveTo>
                    <a:pt x="1021507" y="2160823"/>
                  </a:moveTo>
                  <a:lnTo>
                    <a:pt x="983484" y="2201700"/>
                  </a:lnTo>
                  <a:lnTo>
                    <a:pt x="1004087" y="2193516"/>
                  </a:lnTo>
                  <a:close/>
                  <a:moveTo>
                    <a:pt x="1004087" y="2193516"/>
                  </a:moveTo>
                  <a:lnTo>
                    <a:pt x="1052523" y="2181169"/>
                  </a:lnTo>
                  <a:lnTo>
                    <a:pt x="1021507" y="2160823"/>
                  </a:lnTo>
                  <a:close/>
                  <a:moveTo>
                    <a:pt x="1728099" y="2711166"/>
                  </a:moveTo>
                  <a:lnTo>
                    <a:pt x="1632877" y="2727988"/>
                  </a:lnTo>
                  <a:lnTo>
                    <a:pt x="1634838" y="2749857"/>
                  </a:lnTo>
                  <a:close/>
                  <a:moveTo>
                    <a:pt x="461406" y="1212618"/>
                  </a:moveTo>
                  <a:lnTo>
                    <a:pt x="400774" y="1332928"/>
                  </a:lnTo>
                  <a:lnTo>
                    <a:pt x="416540" y="1260076"/>
                  </a:lnTo>
                  <a:close/>
                  <a:moveTo>
                    <a:pt x="548897" y="1301757"/>
                  </a:moveTo>
                  <a:lnTo>
                    <a:pt x="551370" y="1294492"/>
                  </a:lnTo>
                  <a:lnTo>
                    <a:pt x="504723" y="1311122"/>
                  </a:lnTo>
                  <a:close/>
                  <a:moveTo>
                    <a:pt x="504723" y="1311122"/>
                  </a:moveTo>
                  <a:lnTo>
                    <a:pt x="551370" y="1294492"/>
                  </a:lnTo>
                  <a:lnTo>
                    <a:pt x="461406" y="1212618"/>
                  </a:lnTo>
                  <a:close/>
                  <a:moveTo>
                    <a:pt x="504723" y="1311122"/>
                  </a:moveTo>
                  <a:lnTo>
                    <a:pt x="461406" y="1212618"/>
                  </a:lnTo>
                  <a:lnTo>
                    <a:pt x="416540" y="1260076"/>
                  </a:lnTo>
                  <a:close/>
                  <a:moveTo>
                    <a:pt x="551370" y="1294492"/>
                  </a:moveTo>
                  <a:lnTo>
                    <a:pt x="548897" y="1301757"/>
                  </a:lnTo>
                  <a:lnTo>
                    <a:pt x="559158" y="1299445"/>
                  </a:lnTo>
                  <a:close/>
                  <a:moveTo>
                    <a:pt x="638908" y="1318958"/>
                  </a:moveTo>
                  <a:lnTo>
                    <a:pt x="559158" y="1299445"/>
                  </a:lnTo>
                  <a:lnTo>
                    <a:pt x="548897" y="1301757"/>
                  </a:lnTo>
                  <a:close/>
                  <a:moveTo>
                    <a:pt x="1660945" y="2407066"/>
                  </a:moveTo>
                  <a:lnTo>
                    <a:pt x="1659056" y="2409997"/>
                  </a:lnTo>
                  <a:lnTo>
                    <a:pt x="1710549" y="2425158"/>
                  </a:lnTo>
                  <a:close/>
                  <a:moveTo>
                    <a:pt x="1621115" y="2337182"/>
                  </a:moveTo>
                  <a:lnTo>
                    <a:pt x="1660945" y="2407066"/>
                  </a:lnTo>
                  <a:lnTo>
                    <a:pt x="1710549" y="2425158"/>
                  </a:lnTo>
                  <a:close/>
                  <a:moveTo>
                    <a:pt x="719075" y="1284589"/>
                  </a:moveTo>
                  <a:lnTo>
                    <a:pt x="765672" y="1299047"/>
                  </a:lnTo>
                  <a:lnTo>
                    <a:pt x="638908" y="1318958"/>
                  </a:lnTo>
                  <a:close/>
                  <a:moveTo>
                    <a:pt x="638908" y="1318958"/>
                  </a:moveTo>
                  <a:lnTo>
                    <a:pt x="765672" y="1299047"/>
                  </a:lnTo>
                  <a:lnTo>
                    <a:pt x="687785" y="1286495"/>
                  </a:lnTo>
                  <a:close/>
                  <a:moveTo>
                    <a:pt x="1844972" y="2653712"/>
                  </a:moveTo>
                  <a:lnTo>
                    <a:pt x="1848907" y="2673544"/>
                  </a:lnTo>
                  <a:lnTo>
                    <a:pt x="1888014" y="2708719"/>
                  </a:lnTo>
                  <a:close/>
                  <a:moveTo>
                    <a:pt x="1657483" y="2404120"/>
                  </a:moveTo>
                  <a:lnTo>
                    <a:pt x="1760039" y="2384924"/>
                  </a:lnTo>
                  <a:lnTo>
                    <a:pt x="1660945" y="2407066"/>
                  </a:lnTo>
                  <a:close/>
                  <a:moveTo>
                    <a:pt x="1249088" y="1776625"/>
                  </a:moveTo>
                  <a:lnTo>
                    <a:pt x="1121119" y="1792033"/>
                  </a:lnTo>
                  <a:lnTo>
                    <a:pt x="1200655" y="1810746"/>
                  </a:lnTo>
                  <a:close/>
                  <a:moveTo>
                    <a:pt x="2054914" y="2560216"/>
                  </a:moveTo>
                  <a:lnTo>
                    <a:pt x="2061856" y="2521512"/>
                  </a:lnTo>
                  <a:lnTo>
                    <a:pt x="2028411" y="2615275"/>
                  </a:lnTo>
                  <a:close/>
                  <a:moveTo>
                    <a:pt x="2028411" y="2615275"/>
                  </a:moveTo>
                  <a:lnTo>
                    <a:pt x="2061856" y="2521512"/>
                  </a:lnTo>
                  <a:lnTo>
                    <a:pt x="2025666" y="2494624"/>
                  </a:lnTo>
                  <a:close/>
                  <a:moveTo>
                    <a:pt x="2028411" y="2615275"/>
                  </a:moveTo>
                  <a:lnTo>
                    <a:pt x="2025666" y="2494624"/>
                  </a:lnTo>
                  <a:lnTo>
                    <a:pt x="2074854" y="2576839"/>
                  </a:lnTo>
                  <a:close/>
                  <a:moveTo>
                    <a:pt x="1633089" y="2001333"/>
                  </a:moveTo>
                  <a:lnTo>
                    <a:pt x="1620699" y="2051386"/>
                  </a:lnTo>
                  <a:lnTo>
                    <a:pt x="1670998" y="2024246"/>
                  </a:lnTo>
                  <a:close/>
                  <a:moveTo>
                    <a:pt x="1633089" y="2001333"/>
                  </a:moveTo>
                  <a:lnTo>
                    <a:pt x="1599378" y="2039769"/>
                  </a:lnTo>
                  <a:lnTo>
                    <a:pt x="1620699" y="2051386"/>
                  </a:lnTo>
                  <a:close/>
                  <a:moveTo>
                    <a:pt x="1426015" y="1774057"/>
                  </a:moveTo>
                  <a:lnTo>
                    <a:pt x="1518174" y="1836903"/>
                  </a:lnTo>
                  <a:lnTo>
                    <a:pt x="1459922" y="1792383"/>
                  </a:lnTo>
                  <a:close/>
                  <a:moveTo>
                    <a:pt x="2163642" y="2456187"/>
                  </a:moveTo>
                  <a:lnTo>
                    <a:pt x="2187936" y="2563702"/>
                  </a:lnTo>
                  <a:lnTo>
                    <a:pt x="2236621" y="2530521"/>
                  </a:lnTo>
                  <a:close/>
                  <a:moveTo>
                    <a:pt x="1930592" y="2067175"/>
                  </a:moveTo>
                  <a:lnTo>
                    <a:pt x="1961116" y="2057769"/>
                  </a:lnTo>
                  <a:lnTo>
                    <a:pt x="1892097" y="2045112"/>
                  </a:lnTo>
                  <a:close/>
                  <a:moveTo>
                    <a:pt x="1755883" y="2062959"/>
                  </a:moveTo>
                  <a:lnTo>
                    <a:pt x="1882217" y="2041439"/>
                  </a:lnTo>
                  <a:lnTo>
                    <a:pt x="1798550" y="2007280"/>
                  </a:lnTo>
                  <a:close/>
                  <a:moveTo>
                    <a:pt x="1880277" y="2047488"/>
                  </a:moveTo>
                  <a:lnTo>
                    <a:pt x="1934680" y="1962897"/>
                  </a:lnTo>
                  <a:lnTo>
                    <a:pt x="1882217" y="2041439"/>
                  </a:lnTo>
                  <a:close/>
                  <a:moveTo>
                    <a:pt x="1670998" y="2024246"/>
                  </a:moveTo>
                  <a:lnTo>
                    <a:pt x="1755883" y="2062959"/>
                  </a:lnTo>
                  <a:lnTo>
                    <a:pt x="1798550" y="2007280"/>
                  </a:lnTo>
                  <a:close/>
                  <a:moveTo>
                    <a:pt x="1761977" y="1882887"/>
                  </a:moveTo>
                  <a:lnTo>
                    <a:pt x="1801753" y="1911142"/>
                  </a:lnTo>
                  <a:lnTo>
                    <a:pt x="1758511" y="1857579"/>
                  </a:lnTo>
                  <a:close/>
                  <a:moveTo>
                    <a:pt x="306619" y="76342"/>
                  </a:moveTo>
                  <a:lnTo>
                    <a:pt x="313468" y="170865"/>
                  </a:lnTo>
                  <a:lnTo>
                    <a:pt x="357624" y="95468"/>
                  </a:lnTo>
                  <a:close/>
                  <a:moveTo>
                    <a:pt x="306619" y="76342"/>
                  </a:moveTo>
                  <a:lnTo>
                    <a:pt x="300828" y="30094"/>
                  </a:lnTo>
                  <a:lnTo>
                    <a:pt x="226490" y="30817"/>
                  </a:lnTo>
                  <a:close/>
                  <a:moveTo>
                    <a:pt x="212775" y="71949"/>
                  </a:moveTo>
                  <a:lnTo>
                    <a:pt x="229066" y="78799"/>
                  </a:lnTo>
                  <a:lnTo>
                    <a:pt x="226490" y="30817"/>
                  </a:lnTo>
                  <a:close/>
                  <a:moveTo>
                    <a:pt x="2309777" y="2417751"/>
                  </a:moveTo>
                  <a:lnTo>
                    <a:pt x="2325645" y="2428240"/>
                  </a:lnTo>
                  <a:lnTo>
                    <a:pt x="2332589" y="2395470"/>
                  </a:lnTo>
                  <a:close/>
                  <a:moveTo>
                    <a:pt x="1961116" y="2057769"/>
                  </a:moveTo>
                  <a:lnTo>
                    <a:pt x="1885409" y="2043316"/>
                  </a:lnTo>
                  <a:lnTo>
                    <a:pt x="1892097" y="2045112"/>
                  </a:lnTo>
                  <a:close/>
                  <a:moveTo>
                    <a:pt x="1940007" y="2042302"/>
                  </a:moveTo>
                  <a:lnTo>
                    <a:pt x="1885409" y="2043316"/>
                  </a:lnTo>
                  <a:lnTo>
                    <a:pt x="1961116" y="2057769"/>
                  </a:lnTo>
                  <a:close/>
                  <a:moveTo>
                    <a:pt x="2010079" y="2025634"/>
                  </a:moveTo>
                  <a:lnTo>
                    <a:pt x="1940007" y="2042302"/>
                  </a:lnTo>
                  <a:lnTo>
                    <a:pt x="1961116" y="2057769"/>
                  </a:lnTo>
                  <a:close/>
                  <a:moveTo>
                    <a:pt x="1974275" y="1924460"/>
                  </a:moveTo>
                  <a:lnTo>
                    <a:pt x="1992491" y="1959878"/>
                  </a:lnTo>
                  <a:lnTo>
                    <a:pt x="1885409" y="2043316"/>
                  </a:lnTo>
                  <a:close/>
                  <a:moveTo>
                    <a:pt x="1882217" y="2041439"/>
                  </a:moveTo>
                  <a:lnTo>
                    <a:pt x="1885409" y="2043316"/>
                  </a:lnTo>
                  <a:lnTo>
                    <a:pt x="1829246" y="2028382"/>
                  </a:lnTo>
                  <a:close/>
                  <a:moveTo>
                    <a:pt x="1970815" y="1842245"/>
                  </a:moveTo>
                  <a:lnTo>
                    <a:pt x="1966031" y="1860945"/>
                  </a:lnTo>
                  <a:lnTo>
                    <a:pt x="1950996" y="1850402"/>
                  </a:lnTo>
                  <a:close/>
                  <a:moveTo>
                    <a:pt x="1607715" y="1686931"/>
                  </a:moveTo>
                  <a:lnTo>
                    <a:pt x="1685005" y="1784780"/>
                  </a:lnTo>
                  <a:lnTo>
                    <a:pt x="1644311" y="1716252"/>
                  </a:lnTo>
                  <a:close/>
                  <a:moveTo>
                    <a:pt x="621939" y="302045"/>
                  </a:moveTo>
                  <a:lnTo>
                    <a:pt x="570891" y="383046"/>
                  </a:lnTo>
                  <a:lnTo>
                    <a:pt x="635410" y="391185"/>
                  </a:lnTo>
                  <a:close/>
                  <a:moveTo>
                    <a:pt x="300828" y="30094"/>
                  </a:moveTo>
                  <a:lnTo>
                    <a:pt x="368825" y="5667"/>
                  </a:lnTo>
                  <a:lnTo>
                    <a:pt x="424868" y="0"/>
                  </a:lnTo>
                  <a:close/>
                  <a:moveTo>
                    <a:pt x="2338321" y="2317843"/>
                  </a:moveTo>
                  <a:lnTo>
                    <a:pt x="2309777" y="2417751"/>
                  </a:lnTo>
                  <a:lnTo>
                    <a:pt x="2332589" y="2395470"/>
                  </a:lnTo>
                  <a:close/>
                  <a:moveTo>
                    <a:pt x="2309849" y="2240898"/>
                  </a:moveTo>
                  <a:lnTo>
                    <a:pt x="2276503" y="2307508"/>
                  </a:lnTo>
                  <a:lnTo>
                    <a:pt x="2338321" y="2317843"/>
                  </a:lnTo>
                  <a:close/>
                  <a:moveTo>
                    <a:pt x="2309849" y="2240898"/>
                  </a:moveTo>
                  <a:lnTo>
                    <a:pt x="2299823" y="2148957"/>
                  </a:lnTo>
                  <a:lnTo>
                    <a:pt x="2209894" y="2215391"/>
                  </a:lnTo>
                  <a:close/>
                  <a:moveTo>
                    <a:pt x="1966031" y="1860945"/>
                  </a:moveTo>
                  <a:lnTo>
                    <a:pt x="1970815" y="1842245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03540" y="1728299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63721" y="1840056"/>
                  </a:lnTo>
                  <a:lnTo>
                    <a:pt x="1970815" y="1842245"/>
                  </a:lnTo>
                  <a:close/>
                  <a:moveTo>
                    <a:pt x="1903540" y="1728299"/>
                  </a:moveTo>
                  <a:lnTo>
                    <a:pt x="1960393" y="1742670"/>
                  </a:lnTo>
                  <a:lnTo>
                    <a:pt x="1907178" y="1704359"/>
                  </a:lnTo>
                  <a:close/>
                  <a:moveTo>
                    <a:pt x="1960393" y="1742670"/>
                  </a:moveTo>
                  <a:lnTo>
                    <a:pt x="1973976" y="1675450"/>
                  </a:lnTo>
                  <a:lnTo>
                    <a:pt x="1907178" y="1704359"/>
                  </a:lnTo>
                  <a:close/>
                  <a:moveTo>
                    <a:pt x="1311386" y="1085285"/>
                  </a:moveTo>
                  <a:lnTo>
                    <a:pt x="1388158" y="1093665"/>
                  </a:lnTo>
                  <a:lnTo>
                    <a:pt x="1430917" y="1038330"/>
                  </a:lnTo>
                  <a:close/>
                  <a:moveTo>
                    <a:pt x="803786" y="414983"/>
                  </a:moveTo>
                  <a:lnTo>
                    <a:pt x="848334" y="526804"/>
                  </a:lnTo>
                  <a:lnTo>
                    <a:pt x="897439" y="437031"/>
                  </a:lnTo>
                  <a:close/>
                  <a:moveTo>
                    <a:pt x="1979704" y="1626879"/>
                  </a:moveTo>
                  <a:lnTo>
                    <a:pt x="1907178" y="1704359"/>
                  </a:lnTo>
                  <a:lnTo>
                    <a:pt x="1973976" y="1675450"/>
                  </a:lnTo>
                  <a:close/>
                  <a:moveTo>
                    <a:pt x="1979704" y="1626879"/>
                  </a:moveTo>
                  <a:lnTo>
                    <a:pt x="1931726" y="1605291"/>
                  </a:lnTo>
                  <a:lnTo>
                    <a:pt x="1907178" y="1704359"/>
                  </a:lnTo>
                  <a:close/>
                  <a:moveTo>
                    <a:pt x="1693939" y="1277055"/>
                  </a:moveTo>
                  <a:lnTo>
                    <a:pt x="1693878" y="1392733"/>
                  </a:lnTo>
                  <a:lnTo>
                    <a:pt x="1706561" y="1310518"/>
                  </a:lnTo>
                  <a:close/>
                  <a:moveTo>
                    <a:pt x="1693939" y="1277055"/>
                  </a:moveTo>
                  <a:lnTo>
                    <a:pt x="1694506" y="1376687"/>
                  </a:lnTo>
                  <a:lnTo>
                    <a:pt x="1693878" y="1392733"/>
                  </a:lnTo>
                  <a:close/>
                  <a:moveTo>
                    <a:pt x="1918538" y="1415829"/>
                  </a:moveTo>
                  <a:lnTo>
                    <a:pt x="1967878" y="1518727"/>
                  </a:lnTo>
                  <a:lnTo>
                    <a:pt x="2020127" y="1417595"/>
                  </a:lnTo>
                  <a:close/>
                  <a:moveTo>
                    <a:pt x="2120758" y="1299977"/>
                  </a:moveTo>
                  <a:lnTo>
                    <a:pt x="2059318" y="1398076"/>
                  </a:lnTo>
                  <a:lnTo>
                    <a:pt x="2086140" y="1385750"/>
                  </a:lnTo>
                  <a:close/>
                  <a:moveTo>
                    <a:pt x="2152973" y="1356967"/>
                  </a:moveTo>
                  <a:lnTo>
                    <a:pt x="2180527" y="1284521"/>
                  </a:lnTo>
                  <a:lnTo>
                    <a:pt x="2120758" y="1299977"/>
                  </a:lnTo>
                  <a:close/>
                  <a:moveTo>
                    <a:pt x="2086140" y="1385750"/>
                  </a:moveTo>
                  <a:lnTo>
                    <a:pt x="2152973" y="1356967"/>
                  </a:lnTo>
                  <a:lnTo>
                    <a:pt x="2120758" y="1299977"/>
                  </a:lnTo>
                  <a:close/>
                  <a:moveTo>
                    <a:pt x="1527033" y="651510"/>
                  </a:moveTo>
                  <a:lnTo>
                    <a:pt x="1514324" y="740355"/>
                  </a:lnTo>
                  <a:lnTo>
                    <a:pt x="1524602" y="679539"/>
                  </a:lnTo>
                  <a:close/>
                  <a:moveTo>
                    <a:pt x="1501488" y="711778"/>
                  </a:moveTo>
                  <a:lnTo>
                    <a:pt x="1514324" y="740355"/>
                  </a:lnTo>
                  <a:lnTo>
                    <a:pt x="1527033" y="651510"/>
                  </a:lnTo>
                  <a:close/>
                  <a:moveTo>
                    <a:pt x="1466803" y="639883"/>
                  </a:moveTo>
                  <a:lnTo>
                    <a:pt x="1501488" y="711778"/>
                  </a:lnTo>
                  <a:lnTo>
                    <a:pt x="1527033" y="651510"/>
                  </a:lnTo>
                  <a:close/>
                  <a:moveTo>
                    <a:pt x="1487503" y="537488"/>
                  </a:moveTo>
                  <a:lnTo>
                    <a:pt x="1513797" y="639143"/>
                  </a:lnTo>
                  <a:lnTo>
                    <a:pt x="1462109" y="575924"/>
                  </a:lnTo>
                  <a:close/>
                  <a:moveTo>
                    <a:pt x="1466803" y="639883"/>
                  </a:moveTo>
                  <a:lnTo>
                    <a:pt x="1513797" y="639143"/>
                  </a:lnTo>
                  <a:lnTo>
                    <a:pt x="1487503" y="53748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57" name="Candidate_density__2056">
              <a:extLst>
                <a:ext uri="{FF2B5EF4-FFF2-40B4-BE49-F238E27FC236}">
                  <a16:creationId xmlns:a16="http://schemas.microsoft.com/office/drawing/2014/main" id="{ECACDC0E-7450-163F-437D-7E728D067806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282479"/>
              <a:ext cx="2196876" cy="3114133"/>
            </a:xfrm>
            <a:custGeom>
              <a:avLst/>
              <a:gdLst/>
              <a:ahLst/>
              <a:cxnLst/>
              <a:rect l="0" t="0" r="0" b="0"/>
              <a:pathLst>
                <a:path w="2196876" h="3114133">
                  <a:moveTo>
                    <a:pt x="0" y="2552406"/>
                  </a:moveTo>
                  <a:lnTo>
                    <a:pt x="98538" y="2603081"/>
                  </a:lnTo>
                  <a:lnTo>
                    <a:pt x="8940" y="2515238"/>
                  </a:lnTo>
                  <a:close/>
                  <a:moveTo>
                    <a:pt x="407815" y="2842829"/>
                  </a:moveTo>
                  <a:lnTo>
                    <a:pt x="514563" y="2907596"/>
                  </a:lnTo>
                  <a:lnTo>
                    <a:pt x="445891" y="2811989"/>
                  </a:lnTo>
                  <a:close/>
                  <a:moveTo>
                    <a:pt x="434193" y="2812251"/>
                  </a:moveTo>
                  <a:lnTo>
                    <a:pt x="407815" y="2842829"/>
                  </a:lnTo>
                  <a:lnTo>
                    <a:pt x="445891" y="2811989"/>
                  </a:lnTo>
                  <a:close/>
                  <a:moveTo>
                    <a:pt x="335598" y="2731723"/>
                  </a:moveTo>
                  <a:lnTo>
                    <a:pt x="435343" y="2804393"/>
                  </a:lnTo>
                  <a:lnTo>
                    <a:pt x="356505" y="2756451"/>
                  </a:lnTo>
                  <a:close/>
                  <a:moveTo>
                    <a:pt x="335598" y="2731723"/>
                  </a:moveTo>
                  <a:lnTo>
                    <a:pt x="434193" y="2812251"/>
                  </a:lnTo>
                  <a:lnTo>
                    <a:pt x="435343" y="2804393"/>
                  </a:lnTo>
                  <a:close/>
                  <a:moveTo>
                    <a:pt x="344811" y="2760614"/>
                  </a:moveTo>
                  <a:lnTo>
                    <a:pt x="434193" y="2812251"/>
                  </a:lnTo>
                  <a:lnTo>
                    <a:pt x="335598" y="2731723"/>
                  </a:lnTo>
                  <a:close/>
                  <a:moveTo>
                    <a:pt x="435343" y="2804393"/>
                  </a:moveTo>
                  <a:lnTo>
                    <a:pt x="434193" y="2812251"/>
                  </a:lnTo>
                  <a:lnTo>
                    <a:pt x="445891" y="2811989"/>
                  </a:lnTo>
                  <a:close/>
                  <a:moveTo>
                    <a:pt x="327225" y="2722178"/>
                  </a:moveTo>
                  <a:lnTo>
                    <a:pt x="335598" y="2731723"/>
                  </a:lnTo>
                  <a:lnTo>
                    <a:pt x="356505" y="2756451"/>
                  </a:lnTo>
                  <a:close/>
                  <a:moveTo>
                    <a:pt x="435343" y="2804393"/>
                  </a:moveTo>
                  <a:lnTo>
                    <a:pt x="445891" y="2811989"/>
                  </a:lnTo>
                  <a:lnTo>
                    <a:pt x="448514" y="2800608"/>
                  </a:lnTo>
                  <a:close/>
                  <a:moveTo>
                    <a:pt x="435343" y="2804393"/>
                  </a:moveTo>
                  <a:lnTo>
                    <a:pt x="448514" y="2800608"/>
                  </a:lnTo>
                  <a:lnTo>
                    <a:pt x="356505" y="2756451"/>
                  </a:lnTo>
                  <a:close/>
                  <a:moveTo>
                    <a:pt x="356505" y="2756451"/>
                  </a:moveTo>
                  <a:lnTo>
                    <a:pt x="448514" y="2800608"/>
                  </a:lnTo>
                  <a:lnTo>
                    <a:pt x="483494" y="2737379"/>
                  </a:lnTo>
                  <a:close/>
                  <a:moveTo>
                    <a:pt x="445891" y="2811989"/>
                  </a:moveTo>
                  <a:lnTo>
                    <a:pt x="553977" y="2765956"/>
                  </a:lnTo>
                  <a:lnTo>
                    <a:pt x="448514" y="2800608"/>
                  </a:lnTo>
                  <a:close/>
                  <a:moveTo>
                    <a:pt x="571535" y="2787893"/>
                  </a:moveTo>
                  <a:lnTo>
                    <a:pt x="553977" y="2765956"/>
                  </a:lnTo>
                  <a:lnTo>
                    <a:pt x="445891" y="2811989"/>
                  </a:lnTo>
                  <a:close/>
                  <a:moveTo>
                    <a:pt x="538094" y="2878066"/>
                  </a:moveTo>
                  <a:lnTo>
                    <a:pt x="571535" y="2787893"/>
                  </a:lnTo>
                  <a:lnTo>
                    <a:pt x="445891" y="2811989"/>
                  </a:lnTo>
                  <a:close/>
                  <a:moveTo>
                    <a:pt x="448514" y="2800608"/>
                  </a:moveTo>
                  <a:lnTo>
                    <a:pt x="553977" y="2765956"/>
                  </a:lnTo>
                  <a:lnTo>
                    <a:pt x="483494" y="2737379"/>
                  </a:lnTo>
                  <a:close/>
                  <a:moveTo>
                    <a:pt x="579795" y="2804393"/>
                  </a:moveTo>
                  <a:lnTo>
                    <a:pt x="572260" y="2765956"/>
                  </a:lnTo>
                  <a:lnTo>
                    <a:pt x="571535" y="2787893"/>
                  </a:lnTo>
                  <a:close/>
                  <a:moveTo>
                    <a:pt x="262430" y="2475533"/>
                  </a:moveTo>
                  <a:lnTo>
                    <a:pt x="190177" y="2413234"/>
                  </a:lnTo>
                  <a:lnTo>
                    <a:pt x="280124" y="2437096"/>
                  </a:lnTo>
                  <a:close/>
                  <a:moveTo>
                    <a:pt x="825686" y="2976028"/>
                  </a:moveTo>
                  <a:lnTo>
                    <a:pt x="796663" y="3072294"/>
                  </a:lnTo>
                  <a:lnTo>
                    <a:pt x="887488" y="3086468"/>
                  </a:lnTo>
                  <a:close/>
                  <a:moveTo>
                    <a:pt x="894321" y="2980820"/>
                  </a:moveTo>
                  <a:lnTo>
                    <a:pt x="825686" y="2976028"/>
                  </a:lnTo>
                  <a:lnTo>
                    <a:pt x="887488" y="3086468"/>
                  </a:lnTo>
                  <a:close/>
                  <a:moveTo>
                    <a:pt x="965353" y="3083756"/>
                  </a:moveTo>
                  <a:lnTo>
                    <a:pt x="880871" y="3108476"/>
                  </a:lnTo>
                  <a:lnTo>
                    <a:pt x="956915" y="3114133"/>
                  </a:lnTo>
                  <a:close/>
                  <a:moveTo>
                    <a:pt x="965353" y="3083756"/>
                  </a:moveTo>
                  <a:lnTo>
                    <a:pt x="887488" y="3086468"/>
                  </a:lnTo>
                  <a:lnTo>
                    <a:pt x="880871" y="3108476"/>
                  </a:lnTo>
                  <a:close/>
                  <a:moveTo>
                    <a:pt x="887488" y="3086468"/>
                  </a:moveTo>
                  <a:lnTo>
                    <a:pt x="965353" y="3083756"/>
                  </a:lnTo>
                  <a:lnTo>
                    <a:pt x="962127" y="2986287"/>
                  </a:lnTo>
                  <a:close/>
                  <a:moveTo>
                    <a:pt x="894321" y="2980820"/>
                  </a:moveTo>
                  <a:lnTo>
                    <a:pt x="836467" y="2942456"/>
                  </a:lnTo>
                  <a:lnTo>
                    <a:pt x="775915" y="2916398"/>
                  </a:lnTo>
                  <a:close/>
                  <a:moveTo>
                    <a:pt x="825686" y="2976028"/>
                  </a:moveTo>
                  <a:lnTo>
                    <a:pt x="894321" y="2980820"/>
                  </a:lnTo>
                  <a:lnTo>
                    <a:pt x="775915" y="2916398"/>
                  </a:lnTo>
                  <a:close/>
                  <a:moveTo>
                    <a:pt x="553977" y="2765956"/>
                  </a:moveTo>
                  <a:lnTo>
                    <a:pt x="571535" y="2787893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483494" y="2737379"/>
                  </a:lnTo>
                  <a:lnTo>
                    <a:pt x="553977" y="2765956"/>
                  </a:lnTo>
                  <a:close/>
                  <a:moveTo>
                    <a:pt x="544056" y="2683434"/>
                  </a:moveTo>
                  <a:lnTo>
                    <a:pt x="502563" y="2656576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571535" y="2787893"/>
                  </a:lnTo>
                  <a:lnTo>
                    <a:pt x="572260" y="2765956"/>
                  </a:lnTo>
                  <a:close/>
                  <a:moveTo>
                    <a:pt x="544056" y="2683434"/>
                  </a:moveTo>
                  <a:lnTo>
                    <a:pt x="570501" y="2762027"/>
                  </a:lnTo>
                  <a:lnTo>
                    <a:pt x="572260" y="2765956"/>
                  </a:lnTo>
                  <a:close/>
                  <a:moveTo>
                    <a:pt x="477546" y="2398660"/>
                  </a:moveTo>
                  <a:lnTo>
                    <a:pt x="510844" y="2410159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35862" y="2480875"/>
                  </a:lnTo>
                  <a:lnTo>
                    <a:pt x="664876" y="2427820"/>
                  </a:lnTo>
                  <a:close/>
                  <a:moveTo>
                    <a:pt x="477546" y="2398660"/>
                  </a:moveTo>
                  <a:lnTo>
                    <a:pt x="528148" y="2410475"/>
                  </a:lnTo>
                  <a:lnTo>
                    <a:pt x="542132" y="2384722"/>
                  </a:lnTo>
                  <a:close/>
                  <a:moveTo>
                    <a:pt x="449061" y="2393437"/>
                  </a:moveTo>
                  <a:lnTo>
                    <a:pt x="542132" y="2384722"/>
                  </a:lnTo>
                  <a:lnTo>
                    <a:pt x="562742" y="2324613"/>
                  </a:lnTo>
                  <a:close/>
                  <a:moveTo>
                    <a:pt x="664876" y="2427820"/>
                  </a:moveTo>
                  <a:lnTo>
                    <a:pt x="597303" y="2360223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64876" y="2427820"/>
                  </a:lnTo>
                  <a:lnTo>
                    <a:pt x="528148" y="2410475"/>
                  </a:lnTo>
                  <a:close/>
                  <a:moveTo>
                    <a:pt x="683591" y="2282589"/>
                  </a:moveTo>
                  <a:lnTo>
                    <a:pt x="667222" y="2343618"/>
                  </a:lnTo>
                  <a:lnTo>
                    <a:pt x="761492" y="2295192"/>
                  </a:lnTo>
                  <a:close/>
                  <a:moveTo>
                    <a:pt x="567410" y="2264078"/>
                  </a:moveTo>
                  <a:lnTo>
                    <a:pt x="493103" y="2342900"/>
                  </a:lnTo>
                  <a:lnTo>
                    <a:pt x="562742" y="2324613"/>
                  </a:lnTo>
                  <a:close/>
                  <a:moveTo>
                    <a:pt x="630846" y="2239572"/>
                  </a:moveTo>
                  <a:lnTo>
                    <a:pt x="535733" y="2223631"/>
                  </a:lnTo>
                  <a:lnTo>
                    <a:pt x="567410" y="2264078"/>
                  </a:lnTo>
                  <a:close/>
                  <a:moveTo>
                    <a:pt x="824808" y="2176003"/>
                  </a:moveTo>
                  <a:lnTo>
                    <a:pt x="884330" y="2188205"/>
                  </a:lnTo>
                  <a:lnTo>
                    <a:pt x="812507" y="2085912"/>
                  </a:lnTo>
                  <a:close/>
                  <a:moveTo>
                    <a:pt x="979561" y="2171376"/>
                  </a:moveTo>
                  <a:lnTo>
                    <a:pt x="976182" y="2162699"/>
                  </a:lnTo>
                  <a:lnTo>
                    <a:pt x="895082" y="2085594"/>
                  </a:lnTo>
                  <a:close/>
                  <a:moveTo>
                    <a:pt x="862246" y="2106067"/>
                  </a:moveTo>
                  <a:lnTo>
                    <a:pt x="979561" y="2171376"/>
                  </a:lnTo>
                  <a:lnTo>
                    <a:pt x="895082" y="2085594"/>
                  </a:lnTo>
                  <a:close/>
                  <a:moveTo>
                    <a:pt x="812507" y="2085912"/>
                  </a:moveTo>
                  <a:lnTo>
                    <a:pt x="759627" y="2073013"/>
                  </a:lnTo>
                  <a:lnTo>
                    <a:pt x="799997" y="2080484"/>
                  </a:lnTo>
                  <a:close/>
                  <a:moveTo>
                    <a:pt x="653811" y="1954152"/>
                  </a:moveTo>
                  <a:lnTo>
                    <a:pt x="653903" y="1954490"/>
                  </a:lnTo>
                  <a:lnTo>
                    <a:pt x="678445" y="1834033"/>
                  </a:lnTo>
                  <a:close/>
                  <a:moveTo>
                    <a:pt x="797164" y="1916054"/>
                  </a:moveTo>
                  <a:lnTo>
                    <a:pt x="766333" y="1882885"/>
                  </a:lnTo>
                  <a:lnTo>
                    <a:pt x="814159" y="1944976"/>
                  </a:lnTo>
                  <a:close/>
                  <a:moveTo>
                    <a:pt x="863360" y="1998269"/>
                  </a:moveTo>
                  <a:lnTo>
                    <a:pt x="797164" y="1916054"/>
                  </a:lnTo>
                  <a:lnTo>
                    <a:pt x="814159" y="1944976"/>
                  </a:lnTo>
                  <a:close/>
                  <a:moveTo>
                    <a:pt x="423205" y="1587193"/>
                  </a:moveTo>
                  <a:lnTo>
                    <a:pt x="446830" y="1600872"/>
                  </a:lnTo>
                  <a:lnTo>
                    <a:pt x="471714" y="1617325"/>
                  </a:lnTo>
                  <a:close/>
                  <a:moveTo>
                    <a:pt x="1574860" y="2791107"/>
                  </a:moveTo>
                  <a:lnTo>
                    <a:pt x="1578286" y="2820420"/>
                  </a:lnTo>
                  <a:lnTo>
                    <a:pt x="1527384" y="2777722"/>
                  </a:lnTo>
                  <a:close/>
                  <a:moveTo>
                    <a:pt x="1629199" y="2707429"/>
                  </a:moveTo>
                  <a:lnTo>
                    <a:pt x="1643778" y="2719041"/>
                  </a:lnTo>
                  <a:lnTo>
                    <a:pt x="1630567" y="2699768"/>
                  </a:lnTo>
                  <a:close/>
                  <a:moveTo>
                    <a:pt x="994855" y="2042047"/>
                  </a:moveTo>
                  <a:lnTo>
                    <a:pt x="976182" y="2162699"/>
                  </a:lnTo>
                  <a:lnTo>
                    <a:pt x="1035620" y="2117187"/>
                  </a:lnTo>
                  <a:close/>
                  <a:moveTo>
                    <a:pt x="1035620" y="2117187"/>
                  </a:moveTo>
                  <a:lnTo>
                    <a:pt x="1080748" y="2049613"/>
                  </a:lnTo>
                  <a:lnTo>
                    <a:pt x="1043260" y="2042047"/>
                  </a:lnTo>
                  <a:close/>
                  <a:moveTo>
                    <a:pt x="1035620" y="2117187"/>
                  </a:moveTo>
                  <a:lnTo>
                    <a:pt x="1061463" y="2150352"/>
                  </a:lnTo>
                  <a:lnTo>
                    <a:pt x="1080748" y="2049613"/>
                  </a:lnTo>
                  <a:close/>
                  <a:moveTo>
                    <a:pt x="1030447" y="2130007"/>
                  </a:moveTo>
                  <a:lnTo>
                    <a:pt x="1061463" y="2150352"/>
                  </a:lnTo>
                  <a:lnTo>
                    <a:pt x="1035620" y="2117187"/>
                  </a:lnTo>
                  <a:close/>
                  <a:moveTo>
                    <a:pt x="1043260" y="2042047"/>
                  </a:moveTo>
                  <a:lnTo>
                    <a:pt x="1080748" y="2049613"/>
                  </a:lnTo>
                  <a:lnTo>
                    <a:pt x="1077593" y="1995460"/>
                  </a:lnTo>
                  <a:close/>
                  <a:moveTo>
                    <a:pt x="1630567" y="2699768"/>
                  </a:moveTo>
                  <a:lnTo>
                    <a:pt x="1643778" y="2719041"/>
                  </a:lnTo>
                  <a:lnTo>
                    <a:pt x="1641817" y="2697171"/>
                  </a:lnTo>
                  <a:close/>
                  <a:moveTo>
                    <a:pt x="1641817" y="2697171"/>
                  </a:moveTo>
                  <a:lnTo>
                    <a:pt x="1737039" y="2680350"/>
                  </a:lnTo>
                  <a:lnTo>
                    <a:pt x="1676801" y="2627305"/>
                  </a:lnTo>
                  <a:close/>
                  <a:moveTo>
                    <a:pt x="1737039" y="2680350"/>
                  </a:moveTo>
                  <a:lnTo>
                    <a:pt x="1757446" y="2650167"/>
                  </a:lnTo>
                  <a:lnTo>
                    <a:pt x="1676801" y="2627305"/>
                  </a:lnTo>
                  <a:close/>
                  <a:moveTo>
                    <a:pt x="1081780" y="1948681"/>
                  </a:moveTo>
                  <a:lnTo>
                    <a:pt x="1043260" y="2042047"/>
                  </a:lnTo>
                  <a:lnTo>
                    <a:pt x="1077593" y="1995460"/>
                  </a:lnTo>
                  <a:close/>
                  <a:moveTo>
                    <a:pt x="1081780" y="1948681"/>
                  </a:moveTo>
                  <a:lnTo>
                    <a:pt x="1057416" y="1920020"/>
                  </a:lnTo>
                  <a:lnTo>
                    <a:pt x="991499" y="1861394"/>
                  </a:lnTo>
                  <a:close/>
                  <a:moveTo>
                    <a:pt x="1435205" y="2332471"/>
                  </a:moveTo>
                  <a:lnTo>
                    <a:pt x="1376921" y="2250256"/>
                  </a:lnTo>
                  <a:lnTo>
                    <a:pt x="1400985" y="2271319"/>
                  </a:lnTo>
                  <a:close/>
                  <a:moveTo>
                    <a:pt x="1757446" y="2650167"/>
                  </a:moveTo>
                  <a:lnTo>
                    <a:pt x="1857847" y="2642727"/>
                  </a:lnTo>
                  <a:lnTo>
                    <a:pt x="1830957" y="2540680"/>
                  </a:lnTo>
                  <a:close/>
                  <a:moveTo>
                    <a:pt x="1719489" y="2394341"/>
                  </a:moveTo>
                  <a:lnTo>
                    <a:pt x="1667995" y="2379180"/>
                  </a:lnTo>
                  <a:lnTo>
                    <a:pt x="1672064" y="2472397"/>
                  </a:lnTo>
                  <a:close/>
                  <a:moveTo>
                    <a:pt x="1666423" y="2373303"/>
                  </a:moveTo>
                  <a:lnTo>
                    <a:pt x="1669884" y="2376250"/>
                  </a:lnTo>
                  <a:lnTo>
                    <a:pt x="1630055" y="2306365"/>
                  </a:lnTo>
                  <a:close/>
                  <a:moveTo>
                    <a:pt x="1666423" y="2373303"/>
                  </a:moveTo>
                  <a:lnTo>
                    <a:pt x="1630055" y="2306365"/>
                  </a:lnTo>
                  <a:lnTo>
                    <a:pt x="1618112" y="2294035"/>
                  </a:lnTo>
                  <a:close/>
                  <a:moveTo>
                    <a:pt x="1376921" y="2250256"/>
                  </a:moveTo>
                  <a:lnTo>
                    <a:pt x="1384789" y="2223894"/>
                  </a:lnTo>
                  <a:lnTo>
                    <a:pt x="1332754" y="2166104"/>
                  </a:lnTo>
                  <a:close/>
                  <a:moveTo>
                    <a:pt x="1112453" y="1839180"/>
                  </a:moveTo>
                  <a:lnTo>
                    <a:pt x="1187896" y="1914001"/>
                  </a:lnTo>
                  <a:lnTo>
                    <a:pt x="1192980" y="1818778"/>
                  </a:lnTo>
                  <a:close/>
                  <a:moveTo>
                    <a:pt x="1192980" y="1818778"/>
                  </a:moveTo>
                  <a:lnTo>
                    <a:pt x="1284169" y="1805235"/>
                  </a:lnTo>
                  <a:lnTo>
                    <a:pt x="1209595" y="1779929"/>
                  </a:lnTo>
                  <a:close/>
                  <a:moveTo>
                    <a:pt x="1284169" y="1805235"/>
                  </a:moveTo>
                  <a:lnTo>
                    <a:pt x="1286548" y="1788988"/>
                  </a:lnTo>
                  <a:lnTo>
                    <a:pt x="1209595" y="1779929"/>
                  </a:lnTo>
                  <a:close/>
                  <a:moveTo>
                    <a:pt x="1666423" y="2373303"/>
                  </a:moveTo>
                  <a:lnTo>
                    <a:pt x="1618112" y="2294035"/>
                  </a:lnTo>
                  <a:lnTo>
                    <a:pt x="1709994" y="2321003"/>
                  </a:lnTo>
                  <a:close/>
                  <a:moveTo>
                    <a:pt x="1709994" y="2321003"/>
                  </a:moveTo>
                  <a:lnTo>
                    <a:pt x="1618112" y="2294035"/>
                  </a:lnTo>
                  <a:lnTo>
                    <a:pt x="1599971" y="2370323"/>
                  </a:lnTo>
                  <a:close/>
                  <a:moveTo>
                    <a:pt x="1778732" y="2446270"/>
                  </a:moveTo>
                  <a:lnTo>
                    <a:pt x="1669884" y="2376250"/>
                  </a:lnTo>
                  <a:lnTo>
                    <a:pt x="1768979" y="2354107"/>
                  </a:lnTo>
                  <a:close/>
                  <a:moveTo>
                    <a:pt x="1667995" y="2379180"/>
                  </a:moveTo>
                  <a:lnTo>
                    <a:pt x="1669884" y="2376250"/>
                  </a:lnTo>
                  <a:lnTo>
                    <a:pt x="1720338" y="2359678"/>
                  </a:lnTo>
                  <a:close/>
                  <a:moveTo>
                    <a:pt x="928197" y="1351804"/>
                  </a:moveTo>
                  <a:lnTo>
                    <a:pt x="845718" y="1307453"/>
                  </a:lnTo>
                  <a:lnTo>
                    <a:pt x="842043" y="1305141"/>
                  </a:lnTo>
                  <a:close/>
                  <a:moveTo>
                    <a:pt x="2196876" y="2532885"/>
                  </a:moveTo>
                  <a:lnTo>
                    <a:pt x="2133501" y="2463807"/>
                  </a:lnTo>
                  <a:lnTo>
                    <a:pt x="2063854" y="2529399"/>
                  </a:lnTo>
                  <a:close/>
                  <a:moveTo>
                    <a:pt x="2027540" y="2457079"/>
                  </a:moveTo>
                  <a:lnTo>
                    <a:pt x="2034606" y="2463807"/>
                  </a:lnTo>
                  <a:lnTo>
                    <a:pt x="1990593" y="2395215"/>
                  </a:lnTo>
                  <a:close/>
                  <a:moveTo>
                    <a:pt x="2034606" y="2463807"/>
                  </a:moveTo>
                  <a:lnTo>
                    <a:pt x="2070795" y="2490695"/>
                  </a:lnTo>
                  <a:lnTo>
                    <a:pt x="1990593" y="2395215"/>
                  </a:lnTo>
                  <a:close/>
                  <a:moveTo>
                    <a:pt x="2027540" y="2457079"/>
                  </a:moveTo>
                  <a:lnTo>
                    <a:pt x="1990593" y="2395215"/>
                  </a:lnTo>
                  <a:lnTo>
                    <a:pt x="1972583" y="2381592"/>
                  </a:lnTo>
                  <a:close/>
                  <a:moveTo>
                    <a:pt x="1629638" y="2020570"/>
                  </a:moveTo>
                  <a:lnTo>
                    <a:pt x="1747542" y="2071258"/>
                  </a:lnTo>
                  <a:lnTo>
                    <a:pt x="1764823" y="2032142"/>
                  </a:lnTo>
                  <a:close/>
                  <a:moveTo>
                    <a:pt x="1629638" y="2020570"/>
                  </a:moveTo>
                  <a:lnTo>
                    <a:pt x="1764823" y="2032142"/>
                  </a:lnTo>
                  <a:lnTo>
                    <a:pt x="1679938" y="1993429"/>
                  </a:lnTo>
                  <a:close/>
                  <a:moveTo>
                    <a:pt x="1544386" y="1926738"/>
                  </a:moveTo>
                  <a:lnTo>
                    <a:pt x="1608317" y="2008953"/>
                  </a:lnTo>
                  <a:lnTo>
                    <a:pt x="1642029" y="1970516"/>
                  </a:lnTo>
                  <a:close/>
                  <a:moveTo>
                    <a:pt x="113795" y="200220"/>
                  </a:moveTo>
                  <a:lnTo>
                    <a:pt x="113693" y="188547"/>
                  </a:lnTo>
                  <a:lnTo>
                    <a:pt x="85777" y="111150"/>
                  </a:lnTo>
                  <a:close/>
                  <a:moveTo>
                    <a:pt x="1799415" y="2052731"/>
                  </a:moveTo>
                  <a:lnTo>
                    <a:pt x="1889217" y="2016671"/>
                  </a:lnTo>
                  <a:lnTo>
                    <a:pt x="1764823" y="2032142"/>
                  </a:lnTo>
                  <a:close/>
                  <a:moveTo>
                    <a:pt x="1764823" y="2032142"/>
                  </a:moveTo>
                  <a:lnTo>
                    <a:pt x="1889217" y="2016671"/>
                  </a:lnTo>
                  <a:lnTo>
                    <a:pt x="1891157" y="2010622"/>
                  </a:lnTo>
                  <a:close/>
                  <a:moveTo>
                    <a:pt x="1765513" y="1849865"/>
                  </a:moveTo>
                  <a:lnTo>
                    <a:pt x="1770916" y="1852070"/>
                  </a:lnTo>
                  <a:lnTo>
                    <a:pt x="1767450" y="1826763"/>
                  </a:lnTo>
                  <a:close/>
                  <a:moveTo>
                    <a:pt x="1776367" y="1860100"/>
                  </a:moveTo>
                  <a:lnTo>
                    <a:pt x="1770916" y="1852070"/>
                  </a:lnTo>
                  <a:lnTo>
                    <a:pt x="1765513" y="1849865"/>
                  </a:lnTo>
                  <a:close/>
                  <a:moveTo>
                    <a:pt x="259082" y="130940"/>
                  </a:moveTo>
                  <a:lnTo>
                    <a:pt x="322408" y="140049"/>
                  </a:lnTo>
                  <a:lnTo>
                    <a:pt x="315559" y="45525"/>
                  </a:lnTo>
                  <a:close/>
                  <a:moveTo>
                    <a:pt x="259082" y="130940"/>
                  </a:moveTo>
                  <a:lnTo>
                    <a:pt x="315559" y="45525"/>
                  </a:lnTo>
                  <a:lnTo>
                    <a:pt x="238005" y="47983"/>
                  </a:lnTo>
                  <a:close/>
                  <a:moveTo>
                    <a:pt x="238005" y="47983"/>
                  </a:moveTo>
                  <a:lnTo>
                    <a:pt x="315559" y="45525"/>
                  </a:lnTo>
                  <a:lnTo>
                    <a:pt x="235430" y="0"/>
                  </a:lnTo>
                  <a:close/>
                  <a:moveTo>
                    <a:pt x="2124672" y="2343155"/>
                  </a:moveTo>
                  <a:lnTo>
                    <a:pt x="2066693" y="2293846"/>
                  </a:lnTo>
                  <a:lnTo>
                    <a:pt x="2126256" y="2345515"/>
                  </a:lnTo>
                  <a:close/>
                  <a:moveTo>
                    <a:pt x="2124672" y="2343155"/>
                  </a:moveTo>
                  <a:lnTo>
                    <a:pt x="2083746" y="2260940"/>
                  </a:lnTo>
                  <a:lnTo>
                    <a:pt x="2066693" y="2293846"/>
                  </a:lnTo>
                  <a:close/>
                  <a:moveTo>
                    <a:pt x="1970055" y="2026952"/>
                  </a:moveTo>
                  <a:lnTo>
                    <a:pt x="2057075" y="2073648"/>
                  </a:lnTo>
                  <a:lnTo>
                    <a:pt x="2102994" y="2030130"/>
                  </a:lnTo>
                  <a:close/>
                  <a:moveTo>
                    <a:pt x="2019019" y="1994817"/>
                  </a:moveTo>
                  <a:lnTo>
                    <a:pt x="1970055" y="2026952"/>
                  </a:lnTo>
                  <a:lnTo>
                    <a:pt x="2102994" y="2030130"/>
                  </a:lnTo>
                  <a:close/>
                  <a:moveTo>
                    <a:pt x="1776367" y="1860100"/>
                  </a:moveTo>
                  <a:lnTo>
                    <a:pt x="1765513" y="1849865"/>
                  </a:lnTo>
                  <a:lnTo>
                    <a:pt x="1785946" y="1811429"/>
                  </a:lnTo>
                  <a:close/>
                  <a:moveTo>
                    <a:pt x="1974971" y="1830128"/>
                  </a:moveTo>
                  <a:lnTo>
                    <a:pt x="1950513" y="1811429"/>
                  </a:lnTo>
                  <a:lnTo>
                    <a:pt x="1959936" y="1819585"/>
                  </a:lnTo>
                  <a:close/>
                  <a:moveTo>
                    <a:pt x="1785946" y="1811429"/>
                  </a:moveTo>
                  <a:lnTo>
                    <a:pt x="1767450" y="1826763"/>
                  </a:lnTo>
                  <a:lnTo>
                    <a:pt x="1693944" y="1753963"/>
                  </a:lnTo>
                  <a:close/>
                  <a:moveTo>
                    <a:pt x="1765513" y="1849865"/>
                  </a:moveTo>
                  <a:lnTo>
                    <a:pt x="1767450" y="1826763"/>
                  </a:lnTo>
                  <a:lnTo>
                    <a:pt x="1785946" y="1811429"/>
                  </a:lnTo>
                  <a:close/>
                  <a:moveTo>
                    <a:pt x="1300640" y="1153707"/>
                  </a:moveTo>
                  <a:lnTo>
                    <a:pt x="1232725" y="1185913"/>
                  </a:lnTo>
                  <a:lnTo>
                    <a:pt x="1267016" y="1274359"/>
                  </a:lnTo>
                  <a:close/>
                  <a:moveTo>
                    <a:pt x="1375908" y="1262281"/>
                  </a:moveTo>
                  <a:lnTo>
                    <a:pt x="1329259" y="1303071"/>
                  </a:lnTo>
                  <a:lnTo>
                    <a:pt x="1456129" y="1283554"/>
                  </a:lnTo>
                  <a:close/>
                  <a:moveTo>
                    <a:pt x="1220502" y="1175101"/>
                  </a:moveTo>
                  <a:lnTo>
                    <a:pt x="1232725" y="1185913"/>
                  </a:lnTo>
                  <a:lnTo>
                    <a:pt x="1329616" y="1089201"/>
                  </a:lnTo>
                  <a:close/>
                  <a:moveTo>
                    <a:pt x="1157346" y="1002429"/>
                  </a:moveTo>
                  <a:lnTo>
                    <a:pt x="1127423" y="1105754"/>
                  </a:lnTo>
                  <a:lnTo>
                    <a:pt x="1241081" y="1036840"/>
                  </a:lnTo>
                  <a:close/>
                  <a:moveTo>
                    <a:pt x="1241081" y="1036840"/>
                  </a:moveTo>
                  <a:lnTo>
                    <a:pt x="1196982" y="1087163"/>
                  </a:lnTo>
                  <a:lnTo>
                    <a:pt x="1320326" y="1054468"/>
                  </a:lnTo>
                  <a:close/>
                  <a:moveTo>
                    <a:pt x="1764975" y="1646998"/>
                  </a:moveTo>
                  <a:lnTo>
                    <a:pt x="1710105" y="1564783"/>
                  </a:lnTo>
                  <a:lnTo>
                    <a:pt x="1726053" y="1588267"/>
                  </a:lnTo>
                  <a:close/>
                  <a:moveTo>
                    <a:pt x="2102994" y="2030130"/>
                  </a:moveTo>
                  <a:lnTo>
                    <a:pt x="2115346" y="1954016"/>
                  </a:lnTo>
                  <a:lnTo>
                    <a:pt x="2019019" y="1994817"/>
                  </a:lnTo>
                  <a:close/>
                  <a:moveTo>
                    <a:pt x="2019019" y="1994817"/>
                  </a:moveTo>
                  <a:lnTo>
                    <a:pt x="2115346" y="1954016"/>
                  </a:lnTo>
                  <a:lnTo>
                    <a:pt x="2032370" y="1960882"/>
                  </a:lnTo>
                  <a:close/>
                  <a:moveTo>
                    <a:pt x="2032370" y="1960882"/>
                  </a:moveTo>
                  <a:lnTo>
                    <a:pt x="2046287" y="1893644"/>
                  </a:lnTo>
                  <a:lnTo>
                    <a:pt x="2001431" y="1929061"/>
                  </a:lnTo>
                  <a:close/>
                  <a:moveTo>
                    <a:pt x="1954466" y="1863532"/>
                  </a:moveTo>
                  <a:lnTo>
                    <a:pt x="1983215" y="1893644"/>
                  </a:lnTo>
                  <a:lnTo>
                    <a:pt x="1897632" y="1819627"/>
                  </a:lnTo>
                  <a:close/>
                  <a:moveTo>
                    <a:pt x="1950513" y="1811429"/>
                  </a:moveTo>
                  <a:lnTo>
                    <a:pt x="1974971" y="1830128"/>
                  </a:lnTo>
                  <a:lnTo>
                    <a:pt x="1972661" y="1809240"/>
                  </a:lnTo>
                  <a:close/>
                  <a:moveTo>
                    <a:pt x="1785078" y="1677464"/>
                  </a:moveTo>
                  <a:lnTo>
                    <a:pt x="1912480" y="1697482"/>
                  </a:lnTo>
                  <a:lnTo>
                    <a:pt x="1916118" y="1673542"/>
                  </a:lnTo>
                  <a:close/>
                  <a:moveTo>
                    <a:pt x="1370576" y="1134435"/>
                  </a:moveTo>
                  <a:lnTo>
                    <a:pt x="1403479" y="1086706"/>
                  </a:lnTo>
                  <a:lnTo>
                    <a:pt x="1329616" y="1089201"/>
                  </a:lnTo>
                  <a:close/>
                  <a:moveTo>
                    <a:pt x="1192327" y="786410"/>
                  </a:moveTo>
                  <a:lnTo>
                    <a:pt x="1195960" y="868626"/>
                  </a:lnTo>
                  <a:lnTo>
                    <a:pt x="1159151" y="824848"/>
                  </a:lnTo>
                  <a:close/>
                  <a:moveTo>
                    <a:pt x="667852" y="128690"/>
                  </a:moveTo>
                  <a:lnTo>
                    <a:pt x="651454" y="225613"/>
                  </a:lnTo>
                  <a:lnTo>
                    <a:pt x="678601" y="132339"/>
                  </a:lnTo>
                  <a:close/>
                  <a:moveTo>
                    <a:pt x="720941" y="128690"/>
                  </a:moveTo>
                  <a:lnTo>
                    <a:pt x="678601" y="132339"/>
                  </a:lnTo>
                  <a:lnTo>
                    <a:pt x="651454" y="225613"/>
                  </a:lnTo>
                  <a:close/>
                  <a:moveTo>
                    <a:pt x="597668" y="87971"/>
                  </a:moveTo>
                  <a:lnTo>
                    <a:pt x="667852" y="128690"/>
                  </a:lnTo>
                  <a:lnTo>
                    <a:pt x="548300" y="77587"/>
                  </a:lnTo>
                  <a:close/>
                  <a:moveTo>
                    <a:pt x="1439857" y="1007514"/>
                  </a:moveTo>
                  <a:lnTo>
                    <a:pt x="1485731" y="963826"/>
                  </a:lnTo>
                  <a:lnTo>
                    <a:pt x="1351489" y="955777"/>
                  </a:lnTo>
                  <a:close/>
                  <a:moveTo>
                    <a:pt x="1261476" y="682688"/>
                  </a:moveTo>
                  <a:lnTo>
                    <a:pt x="1339977" y="758942"/>
                  </a:lnTo>
                  <a:lnTo>
                    <a:pt x="1351312" y="739915"/>
                  </a:lnTo>
                  <a:close/>
                  <a:moveTo>
                    <a:pt x="1339977" y="758942"/>
                  </a:moveTo>
                  <a:lnTo>
                    <a:pt x="1380434" y="747974"/>
                  </a:lnTo>
                  <a:lnTo>
                    <a:pt x="1351312" y="739915"/>
                  </a:lnTo>
                  <a:close/>
                  <a:moveTo>
                    <a:pt x="910593" y="365194"/>
                  </a:moveTo>
                  <a:lnTo>
                    <a:pt x="906379" y="406214"/>
                  </a:lnTo>
                  <a:lnTo>
                    <a:pt x="914381" y="375335"/>
                  </a:lnTo>
                  <a:close/>
                  <a:moveTo>
                    <a:pt x="910593" y="365194"/>
                  </a:moveTo>
                  <a:lnTo>
                    <a:pt x="914381" y="375335"/>
                  </a:lnTo>
                  <a:lnTo>
                    <a:pt x="884781" y="325464"/>
                  </a:lnTo>
                  <a:close/>
                  <a:moveTo>
                    <a:pt x="1553369" y="906827"/>
                  </a:moveTo>
                  <a:lnTo>
                    <a:pt x="1529734" y="825949"/>
                  </a:lnTo>
                  <a:lnTo>
                    <a:pt x="1504806" y="885715"/>
                  </a:lnTo>
                  <a:close/>
                  <a:moveTo>
                    <a:pt x="1484613" y="744446"/>
                  </a:moveTo>
                  <a:lnTo>
                    <a:pt x="1479421" y="830189"/>
                  </a:lnTo>
                  <a:lnTo>
                    <a:pt x="1513526" y="739034"/>
                  </a:lnTo>
                  <a:close/>
                  <a:moveTo>
                    <a:pt x="1513526" y="739034"/>
                  </a:moveTo>
                  <a:lnTo>
                    <a:pt x="1479421" y="830189"/>
                  </a:lnTo>
                  <a:lnTo>
                    <a:pt x="1529734" y="825949"/>
                  </a:lnTo>
                  <a:close/>
                  <a:moveTo>
                    <a:pt x="1535973" y="620693"/>
                  </a:moveTo>
                  <a:lnTo>
                    <a:pt x="1522737" y="608326"/>
                  </a:lnTo>
                  <a:lnTo>
                    <a:pt x="1475743" y="609067"/>
                  </a:lnTo>
                  <a:close/>
                  <a:moveTo>
                    <a:pt x="1535973" y="620693"/>
                  </a:moveTo>
                  <a:lnTo>
                    <a:pt x="1533542" y="648723"/>
                  </a:lnTo>
                  <a:lnTo>
                    <a:pt x="1549332" y="627323"/>
                  </a:lnTo>
                  <a:close/>
                  <a:moveTo>
                    <a:pt x="1535973" y="620693"/>
                  </a:moveTo>
                  <a:lnTo>
                    <a:pt x="1549332" y="627323"/>
                  </a:lnTo>
                  <a:lnTo>
                    <a:pt x="1522737" y="60832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58" name="Candidate_density__2057">
              <a:extLst>
                <a:ext uri="{FF2B5EF4-FFF2-40B4-BE49-F238E27FC236}">
                  <a16:creationId xmlns:a16="http://schemas.microsoft.com/office/drawing/2014/main" id="{EDFC9FA1-1064-B4C6-A6F2-093B80F5DB5B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316537"/>
              <a:ext cx="2189467" cy="2786361"/>
            </a:xfrm>
            <a:custGeom>
              <a:avLst/>
              <a:gdLst/>
              <a:ahLst/>
              <a:cxnLst/>
              <a:rect l="0" t="0" r="0" b="0"/>
              <a:pathLst>
                <a:path w="2189467" h="2786361">
                  <a:moveTo>
                    <a:pt x="8940" y="2481179"/>
                  </a:moveTo>
                  <a:lnTo>
                    <a:pt x="9882" y="2477599"/>
                  </a:lnTo>
                  <a:lnTo>
                    <a:pt x="0" y="2518347"/>
                  </a:lnTo>
                  <a:close/>
                  <a:moveTo>
                    <a:pt x="0" y="2518347"/>
                  </a:moveTo>
                  <a:lnTo>
                    <a:pt x="9882" y="2477599"/>
                  </a:lnTo>
                  <a:lnTo>
                    <a:pt x="59232" y="2397696"/>
                  </a:lnTo>
                  <a:close/>
                  <a:moveTo>
                    <a:pt x="9582" y="2479911"/>
                  </a:moveTo>
                  <a:lnTo>
                    <a:pt x="8940" y="2481179"/>
                  </a:lnTo>
                  <a:lnTo>
                    <a:pt x="12688" y="2488093"/>
                  </a:lnTo>
                  <a:close/>
                  <a:moveTo>
                    <a:pt x="9882" y="2477599"/>
                  </a:moveTo>
                  <a:lnTo>
                    <a:pt x="8940" y="2481179"/>
                  </a:lnTo>
                  <a:lnTo>
                    <a:pt x="9582" y="2479911"/>
                  </a:lnTo>
                  <a:close/>
                  <a:moveTo>
                    <a:pt x="9582" y="2479911"/>
                  </a:moveTo>
                  <a:lnTo>
                    <a:pt x="12688" y="2488093"/>
                  </a:lnTo>
                  <a:lnTo>
                    <a:pt x="37802" y="2457715"/>
                  </a:lnTo>
                  <a:close/>
                  <a:moveTo>
                    <a:pt x="9882" y="2477599"/>
                  </a:moveTo>
                  <a:lnTo>
                    <a:pt x="9582" y="2479911"/>
                  </a:lnTo>
                  <a:lnTo>
                    <a:pt x="37802" y="2457715"/>
                  </a:lnTo>
                  <a:close/>
                  <a:moveTo>
                    <a:pt x="190177" y="2379176"/>
                  </a:moveTo>
                  <a:lnTo>
                    <a:pt x="117860" y="2387452"/>
                  </a:lnTo>
                  <a:lnTo>
                    <a:pt x="236638" y="2337683"/>
                  </a:lnTo>
                  <a:close/>
                  <a:moveTo>
                    <a:pt x="273335" y="2200171"/>
                  </a:moveTo>
                  <a:lnTo>
                    <a:pt x="300208" y="2225974"/>
                  </a:lnTo>
                  <a:lnTo>
                    <a:pt x="261450" y="2215249"/>
                  </a:lnTo>
                  <a:close/>
                  <a:moveTo>
                    <a:pt x="323873" y="2169983"/>
                  </a:moveTo>
                  <a:lnTo>
                    <a:pt x="300208" y="2225974"/>
                  </a:lnTo>
                  <a:lnTo>
                    <a:pt x="273335" y="2200171"/>
                  </a:lnTo>
                  <a:close/>
                  <a:moveTo>
                    <a:pt x="432040" y="2080540"/>
                  </a:moveTo>
                  <a:lnTo>
                    <a:pt x="360317" y="2177107"/>
                  </a:lnTo>
                  <a:lnTo>
                    <a:pt x="396367" y="2161735"/>
                  </a:lnTo>
                  <a:close/>
                  <a:moveTo>
                    <a:pt x="323873" y="2169983"/>
                  </a:moveTo>
                  <a:lnTo>
                    <a:pt x="360317" y="2177107"/>
                  </a:lnTo>
                  <a:lnTo>
                    <a:pt x="432040" y="2080540"/>
                  </a:lnTo>
                  <a:close/>
                  <a:moveTo>
                    <a:pt x="435689" y="2079520"/>
                  </a:moveTo>
                  <a:lnTo>
                    <a:pt x="463168" y="1981719"/>
                  </a:lnTo>
                  <a:lnTo>
                    <a:pt x="468271" y="1958868"/>
                  </a:lnTo>
                  <a:close/>
                  <a:moveTo>
                    <a:pt x="863465" y="1970925"/>
                  </a:moveTo>
                  <a:lnTo>
                    <a:pt x="885739" y="2046425"/>
                  </a:lnTo>
                  <a:lnTo>
                    <a:pt x="863360" y="1964210"/>
                  </a:lnTo>
                  <a:close/>
                  <a:moveTo>
                    <a:pt x="586006" y="1914626"/>
                  </a:moveTo>
                  <a:lnTo>
                    <a:pt x="678445" y="1799974"/>
                  </a:lnTo>
                  <a:lnTo>
                    <a:pt x="586976" y="1813744"/>
                  </a:lnTo>
                  <a:close/>
                  <a:moveTo>
                    <a:pt x="678445" y="1799974"/>
                  </a:moveTo>
                  <a:lnTo>
                    <a:pt x="766333" y="1848827"/>
                  </a:lnTo>
                  <a:lnTo>
                    <a:pt x="679244" y="1799780"/>
                  </a:lnTo>
                  <a:close/>
                  <a:moveTo>
                    <a:pt x="586976" y="1813744"/>
                  </a:moveTo>
                  <a:lnTo>
                    <a:pt x="678445" y="1799974"/>
                  </a:lnTo>
                  <a:lnTo>
                    <a:pt x="656237" y="1717937"/>
                  </a:lnTo>
                  <a:close/>
                  <a:moveTo>
                    <a:pt x="679244" y="1799780"/>
                  </a:moveTo>
                  <a:lnTo>
                    <a:pt x="733957" y="1727777"/>
                  </a:lnTo>
                  <a:lnTo>
                    <a:pt x="678445" y="1799974"/>
                  </a:lnTo>
                  <a:close/>
                  <a:moveTo>
                    <a:pt x="678445" y="1799974"/>
                  </a:moveTo>
                  <a:lnTo>
                    <a:pt x="733957" y="1727777"/>
                  </a:lnTo>
                  <a:lnTo>
                    <a:pt x="722061" y="1725016"/>
                  </a:lnTo>
                  <a:close/>
                  <a:moveTo>
                    <a:pt x="678445" y="1799974"/>
                  </a:moveTo>
                  <a:lnTo>
                    <a:pt x="722061" y="1725016"/>
                  </a:lnTo>
                  <a:lnTo>
                    <a:pt x="656237" y="1717937"/>
                  </a:lnTo>
                  <a:close/>
                  <a:moveTo>
                    <a:pt x="595378" y="1703513"/>
                  </a:moveTo>
                  <a:lnTo>
                    <a:pt x="559253" y="1736191"/>
                  </a:lnTo>
                  <a:lnTo>
                    <a:pt x="656237" y="1717937"/>
                  </a:lnTo>
                  <a:close/>
                  <a:moveTo>
                    <a:pt x="423205" y="1553135"/>
                  </a:moveTo>
                  <a:lnTo>
                    <a:pt x="408824" y="1470920"/>
                  </a:lnTo>
                  <a:lnTo>
                    <a:pt x="421067" y="1487666"/>
                  </a:lnTo>
                  <a:close/>
                  <a:moveTo>
                    <a:pt x="421067" y="1487666"/>
                  </a:moveTo>
                  <a:lnTo>
                    <a:pt x="408824" y="1470920"/>
                  </a:lnTo>
                  <a:lnTo>
                    <a:pt x="432090" y="1435118"/>
                  </a:lnTo>
                  <a:close/>
                  <a:moveTo>
                    <a:pt x="1527384" y="2743664"/>
                  </a:moveTo>
                  <a:lnTo>
                    <a:pt x="1503781" y="2786361"/>
                  </a:lnTo>
                  <a:lnTo>
                    <a:pt x="1574860" y="2757049"/>
                  </a:lnTo>
                  <a:close/>
                  <a:moveTo>
                    <a:pt x="896335" y="2044295"/>
                  </a:moveTo>
                  <a:lnTo>
                    <a:pt x="895082" y="2051536"/>
                  </a:lnTo>
                  <a:lnTo>
                    <a:pt x="994855" y="2007989"/>
                  </a:lnTo>
                  <a:close/>
                  <a:moveTo>
                    <a:pt x="885739" y="2046425"/>
                  </a:moveTo>
                  <a:lnTo>
                    <a:pt x="895082" y="2051536"/>
                  </a:lnTo>
                  <a:lnTo>
                    <a:pt x="896335" y="2044295"/>
                  </a:lnTo>
                  <a:close/>
                  <a:moveTo>
                    <a:pt x="863360" y="1964210"/>
                  </a:moveTo>
                  <a:lnTo>
                    <a:pt x="885739" y="2046425"/>
                  </a:lnTo>
                  <a:lnTo>
                    <a:pt x="896335" y="2044295"/>
                  </a:lnTo>
                  <a:close/>
                  <a:moveTo>
                    <a:pt x="994855" y="2007989"/>
                  </a:moveTo>
                  <a:lnTo>
                    <a:pt x="975320" y="1925773"/>
                  </a:lnTo>
                  <a:lnTo>
                    <a:pt x="896335" y="2044295"/>
                  </a:lnTo>
                  <a:close/>
                  <a:moveTo>
                    <a:pt x="975320" y="1925773"/>
                  </a:moveTo>
                  <a:lnTo>
                    <a:pt x="883722" y="1954457"/>
                  </a:lnTo>
                  <a:lnTo>
                    <a:pt x="896335" y="2044295"/>
                  </a:lnTo>
                  <a:close/>
                  <a:moveTo>
                    <a:pt x="824668" y="1761344"/>
                  </a:moveTo>
                  <a:lnTo>
                    <a:pt x="766333" y="1848827"/>
                  </a:lnTo>
                  <a:lnTo>
                    <a:pt x="797164" y="1881995"/>
                  </a:lnTo>
                  <a:close/>
                  <a:moveTo>
                    <a:pt x="824668" y="1761344"/>
                  </a:moveTo>
                  <a:lnTo>
                    <a:pt x="797164" y="1881995"/>
                  </a:lnTo>
                  <a:lnTo>
                    <a:pt x="852163" y="1843558"/>
                  </a:lnTo>
                  <a:close/>
                  <a:moveTo>
                    <a:pt x="679244" y="1799780"/>
                  </a:moveTo>
                  <a:lnTo>
                    <a:pt x="766333" y="1848827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679244" y="1799780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784696" y="1774186"/>
                  </a:lnTo>
                  <a:lnTo>
                    <a:pt x="859365" y="1702797"/>
                  </a:lnTo>
                  <a:close/>
                  <a:moveTo>
                    <a:pt x="537937" y="1353152"/>
                  </a:moveTo>
                  <a:lnTo>
                    <a:pt x="545169" y="1364043"/>
                  </a:lnTo>
                  <a:lnTo>
                    <a:pt x="626221" y="1388426"/>
                  </a:lnTo>
                  <a:close/>
                  <a:moveTo>
                    <a:pt x="1576223" y="2583494"/>
                  </a:moveTo>
                  <a:lnTo>
                    <a:pt x="1630567" y="2665710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576223" y="2583494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635117" y="2545058"/>
                  </a:lnTo>
                  <a:lnTo>
                    <a:pt x="1585786" y="2462843"/>
                  </a:lnTo>
                  <a:close/>
                  <a:moveTo>
                    <a:pt x="1585786" y="2462843"/>
                  </a:moveTo>
                  <a:lnTo>
                    <a:pt x="1498336" y="2419064"/>
                  </a:lnTo>
                  <a:lnTo>
                    <a:pt x="1536482" y="2501279"/>
                  </a:lnTo>
                  <a:close/>
                  <a:moveTo>
                    <a:pt x="975320" y="1925773"/>
                  </a:moveTo>
                  <a:lnTo>
                    <a:pt x="1027662" y="1998120"/>
                  </a:lnTo>
                  <a:lnTo>
                    <a:pt x="999820" y="1920663"/>
                  </a:lnTo>
                  <a:close/>
                  <a:moveTo>
                    <a:pt x="975320" y="1925773"/>
                  </a:moveTo>
                  <a:lnTo>
                    <a:pt x="994855" y="2007989"/>
                  </a:lnTo>
                  <a:lnTo>
                    <a:pt x="1027662" y="1998120"/>
                  </a:lnTo>
                  <a:close/>
                  <a:moveTo>
                    <a:pt x="999820" y="1920663"/>
                  </a:moveTo>
                  <a:lnTo>
                    <a:pt x="1027662" y="1998120"/>
                  </a:lnTo>
                  <a:lnTo>
                    <a:pt x="1081780" y="1914623"/>
                  </a:lnTo>
                  <a:close/>
                  <a:moveTo>
                    <a:pt x="999820" y="1920663"/>
                  </a:moveTo>
                  <a:lnTo>
                    <a:pt x="913107" y="1903729"/>
                  </a:lnTo>
                  <a:lnTo>
                    <a:pt x="975320" y="1925773"/>
                  </a:lnTo>
                  <a:close/>
                  <a:moveTo>
                    <a:pt x="929884" y="1816836"/>
                  </a:moveTo>
                  <a:lnTo>
                    <a:pt x="913107" y="1903729"/>
                  </a:lnTo>
                  <a:lnTo>
                    <a:pt x="999820" y="1920663"/>
                  </a:lnTo>
                  <a:close/>
                  <a:moveTo>
                    <a:pt x="824668" y="1761344"/>
                  </a:moveTo>
                  <a:lnTo>
                    <a:pt x="852163" y="1843558"/>
                  </a:lnTo>
                  <a:lnTo>
                    <a:pt x="929884" y="1816836"/>
                  </a:lnTo>
                  <a:close/>
                  <a:moveTo>
                    <a:pt x="929884" y="1816836"/>
                  </a:moveTo>
                  <a:lnTo>
                    <a:pt x="991499" y="1827336"/>
                  </a:lnTo>
                  <a:lnTo>
                    <a:pt x="996473" y="1723200"/>
                  </a:lnTo>
                  <a:close/>
                  <a:moveTo>
                    <a:pt x="626221" y="1388426"/>
                  </a:moveTo>
                  <a:lnTo>
                    <a:pt x="545169" y="1364043"/>
                  </a:lnTo>
                  <a:lnTo>
                    <a:pt x="675734" y="1358344"/>
                  </a:lnTo>
                  <a:close/>
                  <a:moveTo>
                    <a:pt x="626221" y="1388426"/>
                  </a:moveTo>
                  <a:lnTo>
                    <a:pt x="675734" y="1358344"/>
                  </a:lnTo>
                  <a:lnTo>
                    <a:pt x="662585" y="1350268"/>
                  </a:lnTo>
                  <a:close/>
                  <a:moveTo>
                    <a:pt x="675734" y="1358344"/>
                  </a:moveTo>
                  <a:lnTo>
                    <a:pt x="732048" y="1311831"/>
                  </a:lnTo>
                  <a:lnTo>
                    <a:pt x="662585" y="1350268"/>
                  </a:lnTo>
                  <a:close/>
                  <a:moveTo>
                    <a:pt x="1635117" y="2545058"/>
                  </a:moveTo>
                  <a:lnTo>
                    <a:pt x="1676801" y="2593247"/>
                  </a:lnTo>
                  <a:lnTo>
                    <a:pt x="1683330" y="2529271"/>
                  </a:lnTo>
                  <a:close/>
                  <a:moveTo>
                    <a:pt x="1585786" y="2462843"/>
                  </a:moveTo>
                  <a:lnTo>
                    <a:pt x="1683330" y="2529271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35117" y="2545058"/>
                  </a:lnTo>
                  <a:lnTo>
                    <a:pt x="1683330" y="2529271"/>
                  </a:lnTo>
                  <a:close/>
                  <a:moveTo>
                    <a:pt x="1768022" y="2521011"/>
                  </a:moveTo>
                  <a:lnTo>
                    <a:pt x="1683330" y="2529271"/>
                  </a:lnTo>
                  <a:lnTo>
                    <a:pt x="1676801" y="2593247"/>
                  </a:lnTo>
                  <a:close/>
                  <a:moveTo>
                    <a:pt x="1683330" y="2529271"/>
                  </a:moveTo>
                  <a:lnTo>
                    <a:pt x="1768022" y="2521011"/>
                  </a:lnTo>
                  <a:lnTo>
                    <a:pt x="1754597" y="2431833"/>
                  </a:lnTo>
                  <a:close/>
                  <a:moveTo>
                    <a:pt x="1683330" y="2529271"/>
                  </a:moveTo>
                  <a:lnTo>
                    <a:pt x="1754597" y="2431833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72064" y="2438338"/>
                  </a:lnTo>
                  <a:lnTo>
                    <a:pt x="1561581" y="2441114"/>
                  </a:lnTo>
                  <a:close/>
                  <a:moveTo>
                    <a:pt x="1081122" y="1684471"/>
                  </a:moveTo>
                  <a:lnTo>
                    <a:pt x="1086518" y="1779566"/>
                  </a:lnTo>
                  <a:lnTo>
                    <a:pt x="1130059" y="1727158"/>
                  </a:lnTo>
                  <a:close/>
                  <a:moveTo>
                    <a:pt x="1081122" y="1684471"/>
                  </a:moveTo>
                  <a:lnTo>
                    <a:pt x="997054" y="1722907"/>
                  </a:lnTo>
                  <a:lnTo>
                    <a:pt x="1086518" y="1779566"/>
                  </a:lnTo>
                  <a:close/>
                  <a:moveTo>
                    <a:pt x="1102945" y="1625783"/>
                  </a:moveTo>
                  <a:lnTo>
                    <a:pt x="1058652" y="1675380"/>
                  </a:lnTo>
                  <a:lnTo>
                    <a:pt x="997054" y="1722907"/>
                  </a:lnTo>
                  <a:close/>
                  <a:moveTo>
                    <a:pt x="751139" y="1301007"/>
                  </a:moveTo>
                  <a:lnTo>
                    <a:pt x="732048" y="1311831"/>
                  </a:lnTo>
                  <a:lnTo>
                    <a:pt x="786939" y="1280260"/>
                  </a:lnTo>
                  <a:close/>
                  <a:moveTo>
                    <a:pt x="786939" y="1280260"/>
                  </a:moveTo>
                  <a:lnTo>
                    <a:pt x="675734" y="1358344"/>
                  </a:lnTo>
                  <a:lnTo>
                    <a:pt x="720197" y="1309384"/>
                  </a:lnTo>
                  <a:close/>
                  <a:moveTo>
                    <a:pt x="751139" y="1301007"/>
                  </a:moveTo>
                  <a:lnTo>
                    <a:pt x="786939" y="1280260"/>
                  </a:lnTo>
                  <a:lnTo>
                    <a:pt x="845718" y="1273395"/>
                  </a:lnTo>
                  <a:close/>
                  <a:moveTo>
                    <a:pt x="465976" y="1050787"/>
                  </a:moveTo>
                  <a:lnTo>
                    <a:pt x="569758" y="1027005"/>
                  </a:lnTo>
                  <a:lnTo>
                    <a:pt x="518000" y="1047263"/>
                  </a:lnTo>
                  <a:close/>
                  <a:moveTo>
                    <a:pt x="569758" y="1027005"/>
                  </a:moveTo>
                  <a:lnTo>
                    <a:pt x="465976" y="1050787"/>
                  </a:lnTo>
                  <a:lnTo>
                    <a:pt x="570099" y="1026845"/>
                  </a:lnTo>
                  <a:close/>
                  <a:moveTo>
                    <a:pt x="640996" y="1013262"/>
                  </a:moveTo>
                  <a:lnTo>
                    <a:pt x="569758" y="1027005"/>
                  </a:lnTo>
                  <a:lnTo>
                    <a:pt x="570570" y="1026749"/>
                  </a:lnTo>
                  <a:close/>
                  <a:moveTo>
                    <a:pt x="518000" y="1047263"/>
                  </a:moveTo>
                  <a:lnTo>
                    <a:pt x="569758" y="1027005"/>
                  </a:lnTo>
                  <a:lnTo>
                    <a:pt x="640996" y="1013262"/>
                  </a:lnTo>
                  <a:close/>
                  <a:moveTo>
                    <a:pt x="569758" y="1027005"/>
                  </a:moveTo>
                  <a:lnTo>
                    <a:pt x="570099" y="1026845"/>
                  </a:lnTo>
                  <a:lnTo>
                    <a:pt x="570570" y="1026749"/>
                  </a:lnTo>
                  <a:close/>
                  <a:moveTo>
                    <a:pt x="1830957" y="2506621"/>
                  </a:moveTo>
                  <a:lnTo>
                    <a:pt x="1853912" y="2588836"/>
                  </a:lnTo>
                  <a:lnTo>
                    <a:pt x="1861300" y="2550400"/>
                  </a:lnTo>
                  <a:close/>
                  <a:moveTo>
                    <a:pt x="1081122" y="1684471"/>
                  </a:moveTo>
                  <a:lnTo>
                    <a:pt x="1139346" y="1567547"/>
                  </a:lnTo>
                  <a:lnTo>
                    <a:pt x="1102945" y="1625783"/>
                  </a:lnTo>
                  <a:close/>
                  <a:moveTo>
                    <a:pt x="1865975" y="2100888"/>
                  </a:moveTo>
                  <a:lnTo>
                    <a:pt x="1830514" y="2180235"/>
                  </a:lnTo>
                  <a:lnTo>
                    <a:pt x="1867280" y="2102494"/>
                  </a:lnTo>
                  <a:close/>
                  <a:moveTo>
                    <a:pt x="2172582" y="2391312"/>
                  </a:moveTo>
                  <a:lnTo>
                    <a:pt x="2157971" y="2353367"/>
                  </a:lnTo>
                  <a:lnTo>
                    <a:pt x="2133501" y="2429749"/>
                  </a:lnTo>
                  <a:close/>
                  <a:moveTo>
                    <a:pt x="1865975" y="2100888"/>
                  </a:moveTo>
                  <a:lnTo>
                    <a:pt x="1867280" y="2102494"/>
                  </a:lnTo>
                  <a:lnTo>
                    <a:pt x="1867532" y="2100334"/>
                  </a:lnTo>
                  <a:close/>
                  <a:moveTo>
                    <a:pt x="1799415" y="2018673"/>
                  </a:moveTo>
                  <a:lnTo>
                    <a:pt x="1865975" y="2100888"/>
                  </a:lnTo>
                  <a:lnTo>
                    <a:pt x="1867532" y="2100334"/>
                  </a:lnTo>
                  <a:close/>
                  <a:moveTo>
                    <a:pt x="1952969" y="2091468"/>
                  </a:moveTo>
                  <a:lnTo>
                    <a:pt x="1867280" y="2102494"/>
                  </a:lnTo>
                  <a:lnTo>
                    <a:pt x="1963312" y="2182882"/>
                  </a:lnTo>
                  <a:close/>
                  <a:moveTo>
                    <a:pt x="1952969" y="2091468"/>
                  </a:moveTo>
                  <a:lnTo>
                    <a:pt x="1867532" y="2100334"/>
                  </a:lnTo>
                  <a:lnTo>
                    <a:pt x="1867280" y="2102494"/>
                  </a:lnTo>
                  <a:close/>
                  <a:moveTo>
                    <a:pt x="1771053" y="1717808"/>
                  </a:moveTo>
                  <a:lnTo>
                    <a:pt x="1737071" y="1679121"/>
                  </a:lnTo>
                  <a:lnTo>
                    <a:pt x="1693944" y="1719905"/>
                  </a:lnTo>
                  <a:close/>
                  <a:moveTo>
                    <a:pt x="1891944" y="1764302"/>
                  </a:moveTo>
                  <a:lnTo>
                    <a:pt x="1819636" y="1695155"/>
                  </a:lnTo>
                  <a:lnTo>
                    <a:pt x="1767450" y="1792704"/>
                  </a:lnTo>
                  <a:close/>
                  <a:moveTo>
                    <a:pt x="1785078" y="1643405"/>
                  </a:moveTo>
                  <a:lnTo>
                    <a:pt x="1747431" y="1636921"/>
                  </a:lnTo>
                  <a:lnTo>
                    <a:pt x="1819636" y="1695155"/>
                  </a:lnTo>
                  <a:close/>
                  <a:moveTo>
                    <a:pt x="1819636" y="1695155"/>
                  </a:moveTo>
                  <a:lnTo>
                    <a:pt x="1747431" y="1636921"/>
                  </a:lnTo>
                  <a:lnTo>
                    <a:pt x="1735683" y="1651377"/>
                  </a:lnTo>
                  <a:close/>
                  <a:moveTo>
                    <a:pt x="1737071" y="1679121"/>
                  </a:moveTo>
                  <a:lnTo>
                    <a:pt x="1771053" y="1717808"/>
                  </a:lnTo>
                  <a:lnTo>
                    <a:pt x="1819636" y="1695155"/>
                  </a:lnTo>
                  <a:close/>
                  <a:moveTo>
                    <a:pt x="1735683" y="1651377"/>
                  </a:moveTo>
                  <a:lnTo>
                    <a:pt x="1737071" y="1679121"/>
                  </a:lnTo>
                  <a:lnTo>
                    <a:pt x="1819636" y="1695155"/>
                  </a:lnTo>
                  <a:close/>
                  <a:moveTo>
                    <a:pt x="1329616" y="1055143"/>
                  </a:moveTo>
                  <a:lnTo>
                    <a:pt x="1232725" y="1151855"/>
                  </a:lnTo>
                  <a:lnTo>
                    <a:pt x="1300640" y="1119649"/>
                  </a:lnTo>
                  <a:close/>
                  <a:moveTo>
                    <a:pt x="601220" y="400875"/>
                  </a:moveTo>
                  <a:lnTo>
                    <a:pt x="693753" y="386239"/>
                  </a:lnTo>
                  <a:lnTo>
                    <a:pt x="644350" y="326310"/>
                  </a:lnTo>
                  <a:close/>
                  <a:moveTo>
                    <a:pt x="525690" y="0"/>
                  </a:moveTo>
                  <a:lnTo>
                    <a:pt x="472805" y="89289"/>
                  </a:lnTo>
                  <a:lnTo>
                    <a:pt x="514868" y="50852"/>
                  </a:lnTo>
                  <a:close/>
                  <a:moveTo>
                    <a:pt x="1241081" y="1002782"/>
                  </a:moveTo>
                  <a:lnTo>
                    <a:pt x="1346614" y="916782"/>
                  </a:lnTo>
                  <a:lnTo>
                    <a:pt x="1240515" y="945337"/>
                  </a:lnTo>
                  <a:close/>
                  <a:moveTo>
                    <a:pt x="1351489" y="921719"/>
                  </a:moveTo>
                  <a:lnTo>
                    <a:pt x="1346614" y="916782"/>
                  </a:lnTo>
                  <a:lnTo>
                    <a:pt x="1241081" y="1002782"/>
                  </a:lnTo>
                  <a:close/>
                  <a:moveTo>
                    <a:pt x="1320326" y="1020410"/>
                  </a:moveTo>
                  <a:lnTo>
                    <a:pt x="1351489" y="921719"/>
                  </a:lnTo>
                  <a:lnTo>
                    <a:pt x="1241081" y="1002782"/>
                  </a:lnTo>
                  <a:close/>
                  <a:moveTo>
                    <a:pt x="1208101" y="879473"/>
                  </a:moveTo>
                  <a:lnTo>
                    <a:pt x="1240515" y="945337"/>
                  </a:lnTo>
                  <a:lnTo>
                    <a:pt x="1212451" y="873004"/>
                  </a:lnTo>
                  <a:close/>
                  <a:moveTo>
                    <a:pt x="1212451" y="873004"/>
                  </a:moveTo>
                  <a:lnTo>
                    <a:pt x="1240515" y="945337"/>
                  </a:lnTo>
                  <a:lnTo>
                    <a:pt x="1346614" y="916782"/>
                  </a:lnTo>
                  <a:close/>
                  <a:moveTo>
                    <a:pt x="1212451" y="873004"/>
                  </a:moveTo>
                  <a:lnTo>
                    <a:pt x="1346614" y="916782"/>
                  </a:lnTo>
                  <a:lnTo>
                    <a:pt x="1300600" y="834567"/>
                  </a:lnTo>
                  <a:close/>
                  <a:moveTo>
                    <a:pt x="1195146" y="790789"/>
                  </a:moveTo>
                  <a:lnTo>
                    <a:pt x="1212451" y="873004"/>
                  </a:lnTo>
                  <a:lnTo>
                    <a:pt x="1300600" y="834567"/>
                  </a:lnTo>
                  <a:close/>
                  <a:moveTo>
                    <a:pt x="1183753" y="708574"/>
                  </a:moveTo>
                  <a:lnTo>
                    <a:pt x="1270513" y="752352"/>
                  </a:lnTo>
                  <a:lnTo>
                    <a:pt x="1237185" y="670137"/>
                  </a:lnTo>
                  <a:close/>
                  <a:moveTo>
                    <a:pt x="812726" y="350108"/>
                  </a:moveTo>
                  <a:lnTo>
                    <a:pt x="906379" y="372155"/>
                  </a:lnTo>
                  <a:lnTo>
                    <a:pt x="866608" y="341277"/>
                  </a:lnTo>
                  <a:close/>
                  <a:moveTo>
                    <a:pt x="866608" y="341277"/>
                  </a:moveTo>
                  <a:lnTo>
                    <a:pt x="884781" y="291405"/>
                  </a:lnTo>
                  <a:lnTo>
                    <a:pt x="812726" y="350108"/>
                  </a:lnTo>
                  <a:close/>
                  <a:moveTo>
                    <a:pt x="812726" y="350108"/>
                  </a:moveTo>
                  <a:lnTo>
                    <a:pt x="884781" y="291405"/>
                  </a:lnTo>
                  <a:lnTo>
                    <a:pt x="870163" y="263913"/>
                  </a:lnTo>
                  <a:close/>
                  <a:moveTo>
                    <a:pt x="780636" y="276104"/>
                  </a:moveTo>
                  <a:lnTo>
                    <a:pt x="870163" y="263913"/>
                  </a:lnTo>
                  <a:lnTo>
                    <a:pt x="842047" y="186678"/>
                  </a:lnTo>
                  <a:close/>
                  <a:moveTo>
                    <a:pt x="720941" y="94632"/>
                  </a:moveTo>
                  <a:lnTo>
                    <a:pt x="720548" y="215283"/>
                  </a:lnTo>
                  <a:lnTo>
                    <a:pt x="762720" y="113698"/>
                  </a:lnTo>
                  <a:close/>
                  <a:moveTo>
                    <a:pt x="741057" y="208190"/>
                  </a:moveTo>
                  <a:lnTo>
                    <a:pt x="842047" y="186678"/>
                  </a:lnTo>
                  <a:lnTo>
                    <a:pt x="762720" y="113698"/>
                  </a:lnTo>
                  <a:close/>
                  <a:moveTo>
                    <a:pt x="548300" y="43528"/>
                  </a:moveTo>
                  <a:lnTo>
                    <a:pt x="514868" y="50852"/>
                  </a:lnTo>
                  <a:lnTo>
                    <a:pt x="481952" y="115130"/>
                  </a:lnTo>
                  <a:close/>
                  <a:moveTo>
                    <a:pt x="720941" y="94632"/>
                  </a:moveTo>
                  <a:lnTo>
                    <a:pt x="750364" y="67500"/>
                  </a:lnTo>
                  <a:lnTo>
                    <a:pt x="678601" y="98280"/>
                  </a:lnTo>
                  <a:close/>
                  <a:moveTo>
                    <a:pt x="678601" y="98280"/>
                  </a:moveTo>
                  <a:lnTo>
                    <a:pt x="750364" y="67500"/>
                  </a:lnTo>
                  <a:lnTo>
                    <a:pt x="722114" y="23405"/>
                  </a:lnTo>
                  <a:close/>
                  <a:moveTo>
                    <a:pt x="678601" y="98280"/>
                  </a:moveTo>
                  <a:lnTo>
                    <a:pt x="722114" y="23405"/>
                  </a:lnTo>
                  <a:lnTo>
                    <a:pt x="637430" y="31659"/>
                  </a:lnTo>
                  <a:close/>
                  <a:moveTo>
                    <a:pt x="548300" y="43528"/>
                  </a:moveTo>
                  <a:lnTo>
                    <a:pt x="678601" y="98280"/>
                  </a:lnTo>
                  <a:lnTo>
                    <a:pt x="637430" y="31659"/>
                  </a:lnTo>
                  <a:close/>
                  <a:moveTo>
                    <a:pt x="1871021" y="1255671"/>
                  </a:moveTo>
                  <a:lnTo>
                    <a:pt x="1818960" y="1327858"/>
                  </a:lnTo>
                  <a:lnTo>
                    <a:pt x="1851529" y="1289421"/>
                  </a:lnTo>
                  <a:close/>
                  <a:moveTo>
                    <a:pt x="1346614" y="916782"/>
                  </a:moveTo>
                  <a:lnTo>
                    <a:pt x="1351489" y="921719"/>
                  </a:lnTo>
                  <a:lnTo>
                    <a:pt x="1353548" y="914035"/>
                  </a:lnTo>
                  <a:close/>
                  <a:moveTo>
                    <a:pt x="1300600" y="834567"/>
                  </a:moveTo>
                  <a:lnTo>
                    <a:pt x="1346614" y="916782"/>
                  </a:lnTo>
                  <a:lnTo>
                    <a:pt x="1353548" y="914035"/>
                  </a:lnTo>
                  <a:close/>
                  <a:moveTo>
                    <a:pt x="1270513" y="752352"/>
                  </a:moveTo>
                  <a:lnTo>
                    <a:pt x="1341427" y="823797"/>
                  </a:lnTo>
                  <a:lnTo>
                    <a:pt x="1339977" y="724884"/>
                  </a:lnTo>
                  <a:close/>
                  <a:moveTo>
                    <a:pt x="1446702" y="783846"/>
                  </a:moveTo>
                  <a:lnTo>
                    <a:pt x="1380434" y="713916"/>
                  </a:lnTo>
                  <a:lnTo>
                    <a:pt x="1447475" y="798174"/>
                  </a:lnTo>
                  <a:close/>
                  <a:moveTo>
                    <a:pt x="1447475" y="798174"/>
                  </a:moveTo>
                  <a:lnTo>
                    <a:pt x="1339977" y="724884"/>
                  </a:lnTo>
                  <a:lnTo>
                    <a:pt x="1341427" y="823797"/>
                  </a:lnTo>
                  <a:close/>
                  <a:moveTo>
                    <a:pt x="1270513" y="752352"/>
                  </a:moveTo>
                  <a:lnTo>
                    <a:pt x="1339977" y="724884"/>
                  </a:lnTo>
                  <a:lnTo>
                    <a:pt x="1237185" y="670137"/>
                  </a:lnTo>
                  <a:close/>
                  <a:moveTo>
                    <a:pt x="720941" y="94632"/>
                  </a:moveTo>
                  <a:lnTo>
                    <a:pt x="762720" y="113698"/>
                  </a:lnTo>
                  <a:lnTo>
                    <a:pt x="780156" y="76310"/>
                  </a:lnTo>
                  <a:close/>
                  <a:moveTo>
                    <a:pt x="780156" y="76310"/>
                  </a:moveTo>
                  <a:lnTo>
                    <a:pt x="814787" y="29710"/>
                  </a:lnTo>
                  <a:lnTo>
                    <a:pt x="750364" y="67500"/>
                  </a:lnTo>
                  <a:close/>
                  <a:moveTo>
                    <a:pt x="1902229" y="1271389"/>
                  </a:moveTo>
                  <a:lnTo>
                    <a:pt x="1851529" y="1289421"/>
                  </a:lnTo>
                  <a:lnTo>
                    <a:pt x="1927478" y="1350954"/>
                  </a:lnTo>
                  <a:close/>
                  <a:moveTo>
                    <a:pt x="1954846" y="1250985"/>
                  </a:moveTo>
                  <a:lnTo>
                    <a:pt x="1902229" y="1271389"/>
                  </a:lnTo>
                  <a:lnTo>
                    <a:pt x="1927478" y="1350954"/>
                  </a:lnTo>
                  <a:close/>
                  <a:moveTo>
                    <a:pt x="1446702" y="783846"/>
                  </a:moveTo>
                  <a:lnTo>
                    <a:pt x="1479421" y="796131"/>
                  </a:lnTo>
                  <a:lnTo>
                    <a:pt x="1484613" y="710387"/>
                  </a:lnTo>
                  <a:close/>
                  <a:moveTo>
                    <a:pt x="2065982" y="1159352"/>
                  </a:moveTo>
                  <a:lnTo>
                    <a:pt x="2133792" y="1212548"/>
                  </a:lnTo>
                  <a:lnTo>
                    <a:pt x="2189467" y="121964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59" name="Candidate_density__2058">
              <a:extLst>
                <a:ext uri="{FF2B5EF4-FFF2-40B4-BE49-F238E27FC236}">
                  <a16:creationId xmlns:a16="http://schemas.microsoft.com/office/drawing/2014/main" id="{C756407E-DF74-D922-5D85-F9EF6F625574}"/>
                </a:ext>
              </a:extLst>
            </p:cNvPr>
            <p:cNvSpPr>
              <a:spLocks noGrp="1"/>
            </p:cNvSpPr>
            <p:nvPr/>
          </p:nvSpPr>
          <p:spPr>
            <a:xfrm>
              <a:off x="4508040" y="3189306"/>
              <a:ext cx="2238228" cy="1762676"/>
            </a:xfrm>
            <a:custGeom>
              <a:avLst/>
              <a:gdLst/>
              <a:ahLst/>
              <a:cxnLst/>
              <a:rect l="0" t="0" r="0" b="0"/>
              <a:pathLst>
                <a:path w="2238228" h="1762676">
                  <a:moveTo>
                    <a:pt x="52488" y="1689357"/>
                  </a:moveTo>
                  <a:lnTo>
                    <a:pt x="0" y="1696253"/>
                  </a:lnTo>
                  <a:lnTo>
                    <a:pt x="82128" y="1686049"/>
                  </a:lnTo>
                  <a:close/>
                  <a:moveTo>
                    <a:pt x="52488" y="1689357"/>
                  </a:moveTo>
                  <a:lnTo>
                    <a:pt x="11573" y="1700913"/>
                  </a:lnTo>
                  <a:lnTo>
                    <a:pt x="0" y="1696253"/>
                  </a:lnTo>
                  <a:close/>
                  <a:moveTo>
                    <a:pt x="87036" y="1686086"/>
                  </a:moveTo>
                  <a:lnTo>
                    <a:pt x="52488" y="1689357"/>
                  </a:lnTo>
                  <a:lnTo>
                    <a:pt x="82128" y="1686049"/>
                  </a:lnTo>
                  <a:close/>
                  <a:moveTo>
                    <a:pt x="318181" y="1491832"/>
                  </a:moveTo>
                  <a:lnTo>
                    <a:pt x="350523" y="1486609"/>
                  </a:lnTo>
                  <a:lnTo>
                    <a:pt x="394565" y="1436073"/>
                  </a:lnTo>
                  <a:close/>
                  <a:moveTo>
                    <a:pt x="273893" y="515935"/>
                  </a:moveTo>
                  <a:lnTo>
                    <a:pt x="285623" y="446605"/>
                  </a:lnTo>
                  <a:lnTo>
                    <a:pt x="264859" y="501098"/>
                  </a:lnTo>
                  <a:close/>
                  <a:moveTo>
                    <a:pt x="311176" y="395284"/>
                  </a:moveTo>
                  <a:lnTo>
                    <a:pt x="285623" y="446605"/>
                  </a:lnTo>
                  <a:lnTo>
                    <a:pt x="273893" y="515935"/>
                  </a:lnTo>
                  <a:close/>
                  <a:moveTo>
                    <a:pt x="269274" y="433721"/>
                  </a:moveTo>
                  <a:lnTo>
                    <a:pt x="311176" y="395284"/>
                  </a:lnTo>
                  <a:lnTo>
                    <a:pt x="273893" y="515935"/>
                  </a:lnTo>
                  <a:close/>
                  <a:moveTo>
                    <a:pt x="774094" y="664427"/>
                  </a:moveTo>
                  <a:lnTo>
                    <a:pt x="695757" y="650197"/>
                  </a:lnTo>
                  <a:lnTo>
                    <a:pt x="717478" y="667951"/>
                  </a:lnTo>
                  <a:close/>
                  <a:moveTo>
                    <a:pt x="695757" y="650197"/>
                  </a:moveTo>
                  <a:lnTo>
                    <a:pt x="774094" y="664427"/>
                  </a:lnTo>
                  <a:lnTo>
                    <a:pt x="816358" y="607242"/>
                  </a:lnTo>
                  <a:close/>
                  <a:moveTo>
                    <a:pt x="816358" y="607242"/>
                  </a:moveTo>
                  <a:lnTo>
                    <a:pt x="838212" y="598708"/>
                  </a:lnTo>
                  <a:lnTo>
                    <a:pt x="844475" y="565057"/>
                  </a:lnTo>
                  <a:close/>
                  <a:moveTo>
                    <a:pt x="774094" y="664427"/>
                  </a:moveTo>
                  <a:lnTo>
                    <a:pt x="834613" y="612038"/>
                  </a:lnTo>
                  <a:lnTo>
                    <a:pt x="816358" y="607242"/>
                  </a:lnTo>
                  <a:close/>
                  <a:moveTo>
                    <a:pt x="1924022" y="1762676"/>
                  </a:moveTo>
                  <a:lnTo>
                    <a:pt x="1915410" y="1759847"/>
                  </a:lnTo>
                  <a:lnTo>
                    <a:pt x="1868614" y="1754876"/>
                  </a:lnTo>
                  <a:close/>
                  <a:moveTo>
                    <a:pt x="1938890" y="1738969"/>
                  </a:moveTo>
                  <a:lnTo>
                    <a:pt x="1924022" y="1762676"/>
                  </a:lnTo>
                  <a:lnTo>
                    <a:pt x="1868614" y="1754876"/>
                  </a:lnTo>
                  <a:close/>
                  <a:moveTo>
                    <a:pt x="1938813" y="1677631"/>
                  </a:moveTo>
                  <a:lnTo>
                    <a:pt x="1924022" y="1762676"/>
                  </a:lnTo>
                  <a:lnTo>
                    <a:pt x="1938890" y="1738969"/>
                  </a:lnTo>
                  <a:close/>
                  <a:moveTo>
                    <a:pt x="1932384" y="1759847"/>
                  </a:moveTo>
                  <a:lnTo>
                    <a:pt x="1924022" y="1762676"/>
                  </a:lnTo>
                  <a:lnTo>
                    <a:pt x="1938813" y="1677631"/>
                  </a:lnTo>
                  <a:close/>
                  <a:moveTo>
                    <a:pt x="843432" y="533873"/>
                  </a:moveTo>
                  <a:lnTo>
                    <a:pt x="816358" y="607242"/>
                  </a:lnTo>
                  <a:lnTo>
                    <a:pt x="844475" y="565057"/>
                  </a:lnTo>
                  <a:close/>
                  <a:moveTo>
                    <a:pt x="1938813" y="1677631"/>
                  </a:moveTo>
                  <a:lnTo>
                    <a:pt x="1985256" y="1639195"/>
                  </a:lnTo>
                  <a:lnTo>
                    <a:pt x="1932384" y="1759847"/>
                  </a:lnTo>
                  <a:close/>
                  <a:moveTo>
                    <a:pt x="2147023" y="1592877"/>
                  </a:moveTo>
                  <a:lnTo>
                    <a:pt x="2098339" y="1626058"/>
                  </a:lnTo>
                  <a:lnTo>
                    <a:pt x="2214473" y="1566404"/>
                  </a:lnTo>
                  <a:close/>
                  <a:moveTo>
                    <a:pt x="2236048" y="1490596"/>
                  </a:moveTo>
                  <a:lnTo>
                    <a:pt x="2214473" y="1566404"/>
                  </a:lnTo>
                  <a:lnTo>
                    <a:pt x="2238228" y="1518544"/>
                  </a:lnTo>
                  <a:close/>
                  <a:moveTo>
                    <a:pt x="1341320" y="100686"/>
                  </a:moveTo>
                  <a:lnTo>
                    <a:pt x="1402456" y="50607"/>
                  </a:lnTo>
                  <a:lnTo>
                    <a:pt x="1450200" y="13912"/>
                  </a:lnTo>
                  <a:close/>
                  <a:moveTo>
                    <a:pt x="1988927" y="469303"/>
                  </a:moveTo>
                  <a:lnTo>
                    <a:pt x="1971573" y="581083"/>
                  </a:lnTo>
                  <a:lnTo>
                    <a:pt x="1975284" y="580486"/>
                  </a:lnTo>
                  <a:close/>
                  <a:moveTo>
                    <a:pt x="1988927" y="469303"/>
                  </a:moveTo>
                  <a:lnTo>
                    <a:pt x="1975284" y="580486"/>
                  </a:lnTo>
                  <a:lnTo>
                    <a:pt x="1975330" y="581083"/>
                  </a:lnTo>
                  <a:close/>
                  <a:moveTo>
                    <a:pt x="1454831" y="0"/>
                  </a:moveTo>
                  <a:lnTo>
                    <a:pt x="1450200" y="13912"/>
                  </a:lnTo>
                  <a:lnTo>
                    <a:pt x="1455447" y="557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60" name="Candidate_density__2059">
              <a:extLst>
                <a:ext uri="{FF2B5EF4-FFF2-40B4-BE49-F238E27FC236}">
                  <a16:creationId xmlns:a16="http://schemas.microsoft.com/office/drawing/2014/main" id="{1ECBC57C-B326-8013-27C9-DAE05B5491D9}"/>
                </a:ext>
              </a:extLst>
            </p:cNvPr>
            <p:cNvSpPr>
              <a:spLocks noGrp="1"/>
            </p:cNvSpPr>
            <p:nvPr/>
          </p:nvSpPr>
          <p:spPr>
            <a:xfrm>
              <a:off x="4497305" y="2251662"/>
              <a:ext cx="2284587" cy="2708719"/>
            </a:xfrm>
            <a:custGeom>
              <a:avLst/>
              <a:gdLst/>
              <a:ahLst/>
              <a:cxnLst/>
              <a:rect l="0" t="0" r="0" b="0"/>
              <a:pathLst>
                <a:path w="2284587" h="2708719">
                  <a:moveTo>
                    <a:pt x="0" y="2627001"/>
                  </a:moveTo>
                  <a:lnTo>
                    <a:pt x="10735" y="2633897"/>
                  </a:lnTo>
                  <a:lnTo>
                    <a:pt x="22308" y="2638556"/>
                  </a:lnTo>
                  <a:close/>
                  <a:moveTo>
                    <a:pt x="0" y="2627001"/>
                  </a:moveTo>
                  <a:lnTo>
                    <a:pt x="22308" y="2638556"/>
                  </a:lnTo>
                  <a:lnTo>
                    <a:pt x="86005" y="2670780"/>
                  </a:lnTo>
                  <a:close/>
                  <a:moveTo>
                    <a:pt x="300075" y="2380261"/>
                  </a:moveTo>
                  <a:lnTo>
                    <a:pt x="389743" y="2429476"/>
                  </a:lnTo>
                  <a:lnTo>
                    <a:pt x="361258" y="2424253"/>
                  </a:lnTo>
                  <a:close/>
                  <a:moveTo>
                    <a:pt x="498071" y="2226714"/>
                  </a:moveTo>
                  <a:lnTo>
                    <a:pt x="422072" y="2221220"/>
                  </a:lnTo>
                  <a:lnTo>
                    <a:pt x="427447" y="2226610"/>
                  </a:lnTo>
                  <a:close/>
                  <a:moveTo>
                    <a:pt x="543043" y="2270388"/>
                  </a:moveTo>
                  <a:lnTo>
                    <a:pt x="498071" y="2226714"/>
                  </a:lnTo>
                  <a:lnTo>
                    <a:pt x="452208" y="2217078"/>
                  </a:lnTo>
                  <a:close/>
                  <a:moveTo>
                    <a:pt x="673690" y="2326008"/>
                  </a:moveTo>
                  <a:lnTo>
                    <a:pt x="748714" y="2327851"/>
                  </a:lnTo>
                  <a:lnTo>
                    <a:pt x="785514" y="2250239"/>
                  </a:lnTo>
                  <a:close/>
                  <a:moveTo>
                    <a:pt x="888380" y="2193516"/>
                  </a:moveTo>
                  <a:lnTo>
                    <a:pt x="891758" y="2202193"/>
                  </a:lnTo>
                  <a:lnTo>
                    <a:pt x="904621" y="2201700"/>
                  </a:lnTo>
                  <a:close/>
                  <a:moveTo>
                    <a:pt x="925224" y="2193516"/>
                  </a:moveTo>
                  <a:lnTo>
                    <a:pt x="904621" y="2201700"/>
                  </a:lnTo>
                  <a:lnTo>
                    <a:pt x="891758" y="2202193"/>
                  </a:lnTo>
                  <a:close/>
                  <a:moveTo>
                    <a:pt x="888380" y="2193516"/>
                  </a:moveTo>
                  <a:lnTo>
                    <a:pt x="904621" y="2201700"/>
                  </a:lnTo>
                  <a:lnTo>
                    <a:pt x="942645" y="2160823"/>
                  </a:lnTo>
                  <a:close/>
                  <a:moveTo>
                    <a:pt x="321911" y="1332928"/>
                  </a:moveTo>
                  <a:lnTo>
                    <a:pt x="280009" y="1371365"/>
                  </a:lnTo>
                  <a:lnTo>
                    <a:pt x="337677" y="1260076"/>
                  </a:lnTo>
                  <a:close/>
                  <a:moveTo>
                    <a:pt x="280009" y="1371365"/>
                  </a:moveTo>
                  <a:lnTo>
                    <a:pt x="303309" y="1346784"/>
                  </a:lnTo>
                  <a:lnTo>
                    <a:pt x="337677" y="1260076"/>
                  </a:lnTo>
                  <a:close/>
                  <a:moveTo>
                    <a:pt x="560045" y="1318958"/>
                  </a:moveTo>
                  <a:lnTo>
                    <a:pt x="470034" y="1301757"/>
                  </a:lnTo>
                  <a:lnTo>
                    <a:pt x="534503" y="1309937"/>
                  </a:lnTo>
                  <a:close/>
                  <a:moveTo>
                    <a:pt x="480295" y="1299445"/>
                  </a:moveTo>
                  <a:lnTo>
                    <a:pt x="560045" y="1318958"/>
                  </a:lnTo>
                  <a:lnTo>
                    <a:pt x="608922" y="1286495"/>
                  </a:lnTo>
                  <a:close/>
                  <a:moveTo>
                    <a:pt x="1879349" y="2692520"/>
                  </a:moveTo>
                  <a:lnTo>
                    <a:pt x="1809151" y="2708719"/>
                  </a:lnTo>
                  <a:lnTo>
                    <a:pt x="1770044" y="2673544"/>
                  </a:lnTo>
                  <a:close/>
                  <a:moveTo>
                    <a:pt x="1879349" y="2692520"/>
                  </a:moveTo>
                  <a:lnTo>
                    <a:pt x="1926145" y="2697491"/>
                  </a:lnTo>
                  <a:lnTo>
                    <a:pt x="1859752" y="2682707"/>
                  </a:lnTo>
                  <a:close/>
                  <a:moveTo>
                    <a:pt x="1879349" y="2692520"/>
                  </a:moveTo>
                  <a:lnTo>
                    <a:pt x="1859752" y="2682707"/>
                  </a:lnTo>
                  <a:lnTo>
                    <a:pt x="1809151" y="2708719"/>
                  </a:lnTo>
                  <a:close/>
                  <a:moveTo>
                    <a:pt x="1198746" y="1819805"/>
                  </a:moveTo>
                  <a:lnTo>
                    <a:pt x="1212872" y="1722541"/>
                  </a:lnTo>
                  <a:lnTo>
                    <a:pt x="1170225" y="1776625"/>
                  </a:lnTo>
                  <a:close/>
                  <a:moveTo>
                    <a:pt x="1121793" y="1810746"/>
                  </a:moveTo>
                  <a:lnTo>
                    <a:pt x="1198746" y="1819805"/>
                  </a:lnTo>
                  <a:lnTo>
                    <a:pt x="1170225" y="1776625"/>
                  </a:lnTo>
                  <a:close/>
                  <a:moveTo>
                    <a:pt x="488663" y="585966"/>
                  </a:moveTo>
                  <a:lnTo>
                    <a:pt x="462198" y="565240"/>
                  </a:lnTo>
                  <a:lnTo>
                    <a:pt x="454649" y="557949"/>
                  </a:lnTo>
                  <a:close/>
                  <a:moveTo>
                    <a:pt x="2225208" y="2504048"/>
                  </a:moveTo>
                  <a:lnTo>
                    <a:pt x="2246782" y="2428240"/>
                  </a:lnTo>
                  <a:lnTo>
                    <a:pt x="2197123" y="2462499"/>
                  </a:lnTo>
                  <a:close/>
                  <a:moveTo>
                    <a:pt x="2157758" y="2530521"/>
                  </a:moveTo>
                  <a:lnTo>
                    <a:pt x="2225208" y="2504048"/>
                  </a:lnTo>
                  <a:lnTo>
                    <a:pt x="2197123" y="2462499"/>
                  </a:lnTo>
                  <a:close/>
                  <a:moveTo>
                    <a:pt x="2248963" y="2456187"/>
                  </a:moveTo>
                  <a:lnTo>
                    <a:pt x="2253726" y="2395470"/>
                  </a:lnTo>
                  <a:lnTo>
                    <a:pt x="2246782" y="2428240"/>
                  </a:lnTo>
                  <a:close/>
                  <a:moveTo>
                    <a:pt x="2284587" y="2335536"/>
                  </a:moveTo>
                  <a:lnTo>
                    <a:pt x="2253726" y="2395470"/>
                  </a:lnTo>
                  <a:lnTo>
                    <a:pt x="2248963" y="2456187"/>
                  </a:lnTo>
                  <a:close/>
                  <a:moveTo>
                    <a:pt x="1806546" y="2043316"/>
                  </a:moveTo>
                  <a:lnTo>
                    <a:pt x="1857761" y="1966199"/>
                  </a:lnTo>
                  <a:lnTo>
                    <a:pt x="1813234" y="2045112"/>
                  </a:lnTo>
                  <a:close/>
                  <a:moveTo>
                    <a:pt x="1806546" y="2043316"/>
                  </a:moveTo>
                  <a:lnTo>
                    <a:pt x="1803354" y="2041439"/>
                  </a:lnTo>
                  <a:lnTo>
                    <a:pt x="1855817" y="1962897"/>
                  </a:lnTo>
                  <a:close/>
                  <a:moveTo>
                    <a:pt x="1039620" y="1136571"/>
                  </a:moveTo>
                  <a:lnTo>
                    <a:pt x="1109179" y="1117980"/>
                  </a:lnTo>
                  <a:lnTo>
                    <a:pt x="1153278" y="1067657"/>
                  </a:lnTo>
                  <a:close/>
                  <a:moveTo>
                    <a:pt x="1109179" y="1117980"/>
                  </a:moveTo>
                  <a:lnTo>
                    <a:pt x="1183888" y="1118649"/>
                  </a:lnTo>
                  <a:lnTo>
                    <a:pt x="1232524" y="1085285"/>
                  </a:lnTo>
                  <a:close/>
                  <a:moveTo>
                    <a:pt x="532018" y="280158"/>
                  </a:moveTo>
                  <a:lnTo>
                    <a:pt x="506431" y="321148"/>
                  </a:lnTo>
                  <a:lnTo>
                    <a:pt x="543076" y="302045"/>
                  </a:lnTo>
                  <a:close/>
                  <a:moveTo>
                    <a:pt x="543076" y="302045"/>
                  </a:moveTo>
                  <a:lnTo>
                    <a:pt x="506431" y="321148"/>
                  </a:lnTo>
                  <a:lnTo>
                    <a:pt x="492028" y="383046"/>
                  </a:lnTo>
                  <a:close/>
                  <a:moveTo>
                    <a:pt x="532018" y="280158"/>
                  </a:moveTo>
                  <a:lnTo>
                    <a:pt x="543076" y="302045"/>
                  </a:lnTo>
                  <a:lnTo>
                    <a:pt x="563652" y="256430"/>
                  </a:lnTo>
                  <a:close/>
                  <a:moveTo>
                    <a:pt x="147627" y="30817"/>
                  </a:moveTo>
                  <a:lnTo>
                    <a:pt x="221965" y="30094"/>
                  </a:lnTo>
                  <a:lnTo>
                    <a:pt x="275831" y="16288"/>
                  </a:lnTo>
                  <a:close/>
                  <a:moveTo>
                    <a:pt x="275831" y="16288"/>
                  </a:moveTo>
                  <a:lnTo>
                    <a:pt x="221965" y="30094"/>
                  </a:lnTo>
                  <a:lnTo>
                    <a:pt x="346005" y="0"/>
                  </a:lnTo>
                  <a:close/>
                  <a:moveTo>
                    <a:pt x="2259458" y="2317843"/>
                  </a:moveTo>
                  <a:lnTo>
                    <a:pt x="2253726" y="2395470"/>
                  </a:lnTo>
                  <a:lnTo>
                    <a:pt x="2284587" y="2335536"/>
                  </a:lnTo>
                  <a:close/>
                  <a:moveTo>
                    <a:pt x="2230986" y="2240898"/>
                  </a:moveTo>
                  <a:lnTo>
                    <a:pt x="2259458" y="2317843"/>
                  </a:lnTo>
                  <a:lnTo>
                    <a:pt x="2284587" y="2335536"/>
                  </a:lnTo>
                  <a:close/>
                  <a:moveTo>
                    <a:pt x="1866663" y="1894349"/>
                  </a:moveTo>
                  <a:lnTo>
                    <a:pt x="1913629" y="1959878"/>
                  </a:lnTo>
                  <a:lnTo>
                    <a:pt x="1895413" y="1924460"/>
                  </a:lnTo>
                  <a:close/>
                  <a:moveTo>
                    <a:pt x="746961" y="497160"/>
                  </a:moveTo>
                  <a:lnTo>
                    <a:pt x="763105" y="609019"/>
                  </a:lnTo>
                  <a:lnTo>
                    <a:pt x="769471" y="526804"/>
                  </a:lnTo>
                  <a:close/>
                  <a:moveTo>
                    <a:pt x="800177" y="444588"/>
                  </a:moveTo>
                  <a:lnTo>
                    <a:pt x="826578" y="406152"/>
                  </a:lnTo>
                  <a:lnTo>
                    <a:pt x="818576" y="437031"/>
                  </a:lnTo>
                  <a:close/>
                  <a:moveTo>
                    <a:pt x="531657" y="200263"/>
                  </a:moveTo>
                  <a:lnTo>
                    <a:pt x="563652" y="256430"/>
                  </a:lnTo>
                  <a:lnTo>
                    <a:pt x="580049" y="159507"/>
                  </a:lnTo>
                  <a:close/>
                  <a:moveTo>
                    <a:pt x="532018" y="280158"/>
                  </a:moveTo>
                  <a:lnTo>
                    <a:pt x="563652" y="256430"/>
                  </a:lnTo>
                  <a:lnTo>
                    <a:pt x="531657" y="200263"/>
                  </a:lnTo>
                  <a:close/>
                  <a:moveTo>
                    <a:pt x="1852863" y="1605291"/>
                  </a:moveTo>
                  <a:lnTo>
                    <a:pt x="1873056" y="1592978"/>
                  </a:lnTo>
                  <a:lnTo>
                    <a:pt x="1889015" y="1518727"/>
                  </a:lnTo>
                  <a:close/>
                  <a:moveTo>
                    <a:pt x="1900841" y="1626879"/>
                  </a:moveTo>
                  <a:lnTo>
                    <a:pt x="1873056" y="1592978"/>
                  </a:lnTo>
                  <a:lnTo>
                    <a:pt x="1852863" y="1605291"/>
                  </a:lnTo>
                  <a:close/>
                  <a:moveTo>
                    <a:pt x="1900841" y="1626879"/>
                  </a:moveTo>
                  <a:lnTo>
                    <a:pt x="1895114" y="1675450"/>
                  </a:lnTo>
                  <a:lnTo>
                    <a:pt x="1907013" y="1639378"/>
                  </a:lnTo>
                  <a:close/>
                  <a:moveTo>
                    <a:pt x="1900841" y="1626879"/>
                  </a:moveTo>
                  <a:lnTo>
                    <a:pt x="1907013" y="1639378"/>
                  </a:lnTo>
                  <a:lnTo>
                    <a:pt x="1873056" y="1592978"/>
                  </a:lnTo>
                  <a:close/>
                  <a:moveTo>
                    <a:pt x="1397928" y="994643"/>
                  </a:moveTo>
                  <a:lnTo>
                    <a:pt x="1352054" y="1038330"/>
                  </a:lnTo>
                  <a:lnTo>
                    <a:pt x="1460935" y="951556"/>
                  </a:lnTo>
                  <a:close/>
                  <a:moveTo>
                    <a:pt x="1941264" y="1417595"/>
                  </a:moveTo>
                  <a:lnTo>
                    <a:pt x="1889015" y="1518727"/>
                  </a:lnTo>
                  <a:lnTo>
                    <a:pt x="1897277" y="1468335"/>
                  </a:lnTo>
                  <a:close/>
                  <a:moveTo>
                    <a:pt x="1897277" y="1468335"/>
                  </a:moveTo>
                  <a:lnTo>
                    <a:pt x="1982308" y="1518727"/>
                  </a:lnTo>
                  <a:lnTo>
                    <a:pt x="1941264" y="1417595"/>
                  </a:lnTo>
                  <a:close/>
                  <a:moveTo>
                    <a:pt x="1941264" y="1417595"/>
                  </a:moveTo>
                  <a:lnTo>
                    <a:pt x="1982308" y="1518727"/>
                  </a:lnTo>
                  <a:lnTo>
                    <a:pt x="1999662" y="1406947"/>
                  </a:lnTo>
                  <a:close/>
                  <a:moveTo>
                    <a:pt x="1999662" y="1406947"/>
                  </a:moveTo>
                  <a:lnTo>
                    <a:pt x="1980455" y="1398076"/>
                  </a:lnTo>
                  <a:lnTo>
                    <a:pt x="1941264" y="1417595"/>
                  </a:lnTo>
                  <a:close/>
                  <a:moveTo>
                    <a:pt x="1980455" y="1398076"/>
                  </a:moveTo>
                  <a:lnTo>
                    <a:pt x="1999662" y="1406947"/>
                  </a:lnTo>
                  <a:lnTo>
                    <a:pt x="2007277" y="1385750"/>
                  </a:lnTo>
                  <a:close/>
                  <a:moveTo>
                    <a:pt x="1465566" y="937644"/>
                  </a:moveTo>
                  <a:lnTo>
                    <a:pt x="1397928" y="994643"/>
                  </a:lnTo>
                  <a:lnTo>
                    <a:pt x="1460935" y="951556"/>
                  </a:lnTo>
                  <a:close/>
                  <a:moveTo>
                    <a:pt x="1441931" y="856766"/>
                  </a:moveTo>
                  <a:lnTo>
                    <a:pt x="1466181" y="943221"/>
                  </a:lnTo>
                  <a:lnTo>
                    <a:pt x="1445652" y="861006"/>
                  </a:lnTo>
                  <a:close/>
                  <a:moveTo>
                    <a:pt x="1441931" y="856766"/>
                  </a:moveTo>
                  <a:lnTo>
                    <a:pt x="1465566" y="937644"/>
                  </a:lnTo>
                  <a:lnTo>
                    <a:pt x="1466181" y="943221"/>
                  </a:lnTo>
                  <a:close/>
                  <a:moveTo>
                    <a:pt x="1425723" y="769851"/>
                  </a:moveTo>
                  <a:lnTo>
                    <a:pt x="1435461" y="740355"/>
                  </a:lnTo>
                  <a:lnTo>
                    <a:pt x="1396810" y="775263"/>
                  </a:lnTo>
                  <a:close/>
                  <a:moveTo>
                    <a:pt x="1425723" y="769851"/>
                  </a:moveTo>
                  <a:lnTo>
                    <a:pt x="1441931" y="856766"/>
                  </a:lnTo>
                  <a:lnTo>
                    <a:pt x="1445652" y="861006"/>
                  </a:lnTo>
                  <a:close/>
                  <a:moveTo>
                    <a:pt x="1435461" y="740355"/>
                  </a:moveTo>
                  <a:lnTo>
                    <a:pt x="1425723" y="769851"/>
                  </a:lnTo>
                  <a:lnTo>
                    <a:pt x="1445739" y="67953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61" name="Candidate_density__2060">
              <a:extLst>
                <a:ext uri="{FF2B5EF4-FFF2-40B4-BE49-F238E27FC236}">
                  <a16:creationId xmlns:a16="http://schemas.microsoft.com/office/drawing/2014/main" id="{32598540-B182-5A0C-4BBF-C4E0C4CBE2A1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316537"/>
              <a:ext cx="2123910" cy="2786361"/>
            </a:xfrm>
            <a:custGeom>
              <a:avLst/>
              <a:gdLst/>
              <a:ahLst/>
              <a:cxnLst/>
              <a:rect l="0" t="0" r="0" b="0"/>
              <a:pathLst>
                <a:path w="2123910" h="2786361">
                  <a:moveTo>
                    <a:pt x="57989" y="2393769"/>
                  </a:moveTo>
                  <a:lnTo>
                    <a:pt x="49351" y="2397696"/>
                  </a:lnTo>
                  <a:lnTo>
                    <a:pt x="107978" y="2387452"/>
                  </a:lnTo>
                  <a:close/>
                  <a:moveTo>
                    <a:pt x="49351" y="2397696"/>
                  </a:moveTo>
                  <a:lnTo>
                    <a:pt x="0" y="2477599"/>
                  </a:lnTo>
                  <a:lnTo>
                    <a:pt x="107978" y="2387452"/>
                  </a:lnTo>
                  <a:close/>
                  <a:moveTo>
                    <a:pt x="107978" y="2387452"/>
                  </a:moveTo>
                  <a:lnTo>
                    <a:pt x="0" y="2477599"/>
                  </a:lnTo>
                  <a:lnTo>
                    <a:pt x="49596" y="2441474"/>
                  </a:lnTo>
                  <a:close/>
                  <a:moveTo>
                    <a:pt x="57989" y="2393769"/>
                  </a:moveTo>
                  <a:lnTo>
                    <a:pt x="107978" y="2387452"/>
                  </a:lnTo>
                  <a:lnTo>
                    <a:pt x="180295" y="2379176"/>
                  </a:lnTo>
                  <a:close/>
                  <a:moveTo>
                    <a:pt x="313992" y="2169983"/>
                  </a:moveTo>
                  <a:lnTo>
                    <a:pt x="263453" y="2200171"/>
                  </a:lnTo>
                  <a:lnTo>
                    <a:pt x="350435" y="2177107"/>
                  </a:lnTo>
                  <a:close/>
                  <a:moveTo>
                    <a:pt x="471378" y="1876653"/>
                  </a:moveTo>
                  <a:lnTo>
                    <a:pt x="458390" y="1958868"/>
                  </a:lnTo>
                  <a:lnTo>
                    <a:pt x="552702" y="1920432"/>
                  </a:lnTo>
                  <a:close/>
                  <a:moveTo>
                    <a:pt x="471378" y="1876653"/>
                  </a:moveTo>
                  <a:lnTo>
                    <a:pt x="552702" y="1920432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471378" y="1876653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512872" y="1838216"/>
                  </a:lnTo>
                  <a:lnTo>
                    <a:pt x="508350" y="1756001"/>
                  </a:lnTo>
                  <a:close/>
                  <a:moveTo>
                    <a:pt x="517088" y="1726403"/>
                  </a:moveTo>
                  <a:lnTo>
                    <a:pt x="449237" y="1794438"/>
                  </a:lnTo>
                  <a:lnTo>
                    <a:pt x="508350" y="1756001"/>
                  </a:lnTo>
                  <a:close/>
                  <a:moveTo>
                    <a:pt x="1493899" y="2786361"/>
                  </a:moveTo>
                  <a:lnTo>
                    <a:pt x="1517502" y="2743664"/>
                  </a:lnTo>
                  <a:lnTo>
                    <a:pt x="1429246" y="2742583"/>
                  </a:lnTo>
                  <a:close/>
                  <a:moveTo>
                    <a:pt x="512872" y="1838216"/>
                  </a:moveTo>
                  <a:lnTo>
                    <a:pt x="576124" y="1914626"/>
                  </a:lnTo>
                  <a:lnTo>
                    <a:pt x="577095" y="1813744"/>
                  </a:lnTo>
                  <a:close/>
                  <a:moveTo>
                    <a:pt x="512872" y="1838216"/>
                  </a:moveTo>
                  <a:lnTo>
                    <a:pt x="552702" y="1920432"/>
                  </a:lnTo>
                  <a:lnTo>
                    <a:pt x="576124" y="1914626"/>
                  </a:lnTo>
                  <a:close/>
                  <a:moveTo>
                    <a:pt x="508350" y="1756001"/>
                  </a:moveTo>
                  <a:lnTo>
                    <a:pt x="577095" y="1813744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12872" y="1838216"/>
                  </a:lnTo>
                  <a:lnTo>
                    <a:pt x="577095" y="1813744"/>
                  </a:lnTo>
                  <a:close/>
                  <a:moveTo>
                    <a:pt x="577095" y="1813744"/>
                  </a:moveTo>
                  <a:lnTo>
                    <a:pt x="646356" y="1717937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49371" y="1736191"/>
                  </a:lnTo>
                  <a:lnTo>
                    <a:pt x="517088" y="1726403"/>
                  </a:lnTo>
                  <a:close/>
                  <a:moveTo>
                    <a:pt x="517088" y="1726403"/>
                  </a:moveTo>
                  <a:lnTo>
                    <a:pt x="549371" y="1736191"/>
                  </a:lnTo>
                  <a:lnTo>
                    <a:pt x="585496" y="1703513"/>
                  </a:lnTo>
                  <a:close/>
                  <a:moveTo>
                    <a:pt x="774815" y="1774186"/>
                  </a:moveTo>
                  <a:lnTo>
                    <a:pt x="756452" y="1848827"/>
                  </a:lnTo>
                  <a:lnTo>
                    <a:pt x="814786" y="1761344"/>
                  </a:lnTo>
                  <a:close/>
                  <a:moveTo>
                    <a:pt x="849484" y="1702797"/>
                  </a:moveTo>
                  <a:lnTo>
                    <a:pt x="774815" y="1774186"/>
                  </a:lnTo>
                  <a:lnTo>
                    <a:pt x="814786" y="1761344"/>
                  </a:lnTo>
                  <a:close/>
                  <a:moveTo>
                    <a:pt x="398942" y="1470920"/>
                  </a:moveTo>
                  <a:lnTo>
                    <a:pt x="480569" y="1531351"/>
                  </a:lnTo>
                  <a:lnTo>
                    <a:pt x="456510" y="1450817"/>
                  </a:lnTo>
                  <a:close/>
                  <a:moveTo>
                    <a:pt x="456510" y="1450817"/>
                  </a:moveTo>
                  <a:lnTo>
                    <a:pt x="422209" y="1435118"/>
                  </a:lnTo>
                  <a:lnTo>
                    <a:pt x="398942" y="1470920"/>
                  </a:lnTo>
                  <a:close/>
                  <a:moveTo>
                    <a:pt x="528056" y="1353152"/>
                  </a:moveTo>
                  <a:lnTo>
                    <a:pt x="429639" y="1388704"/>
                  </a:lnTo>
                  <a:lnTo>
                    <a:pt x="535287" y="1364043"/>
                  </a:lnTo>
                  <a:close/>
                  <a:moveTo>
                    <a:pt x="429639" y="1388704"/>
                  </a:moveTo>
                  <a:lnTo>
                    <a:pt x="422209" y="1435118"/>
                  </a:lnTo>
                  <a:lnTo>
                    <a:pt x="535287" y="1364043"/>
                  </a:lnTo>
                  <a:close/>
                  <a:moveTo>
                    <a:pt x="535287" y="1364043"/>
                  </a:moveTo>
                  <a:lnTo>
                    <a:pt x="422209" y="1435118"/>
                  </a:lnTo>
                  <a:lnTo>
                    <a:pt x="507966" y="1432483"/>
                  </a:lnTo>
                  <a:close/>
                  <a:moveTo>
                    <a:pt x="507966" y="1432483"/>
                  </a:moveTo>
                  <a:lnTo>
                    <a:pt x="422209" y="1435118"/>
                  </a:lnTo>
                  <a:lnTo>
                    <a:pt x="456510" y="1450817"/>
                  </a:lnTo>
                  <a:close/>
                  <a:moveTo>
                    <a:pt x="814786" y="1761344"/>
                  </a:moveTo>
                  <a:lnTo>
                    <a:pt x="920002" y="1816836"/>
                  </a:lnTo>
                  <a:lnTo>
                    <a:pt x="898918" y="1733884"/>
                  </a:lnTo>
                  <a:close/>
                  <a:moveTo>
                    <a:pt x="920002" y="1816836"/>
                  </a:moveTo>
                  <a:lnTo>
                    <a:pt x="986592" y="1723200"/>
                  </a:lnTo>
                  <a:lnTo>
                    <a:pt x="898918" y="1733884"/>
                  </a:lnTo>
                  <a:close/>
                  <a:moveTo>
                    <a:pt x="849484" y="1702797"/>
                  </a:moveTo>
                  <a:lnTo>
                    <a:pt x="814786" y="1761344"/>
                  </a:lnTo>
                  <a:lnTo>
                    <a:pt x="898918" y="1733884"/>
                  </a:lnTo>
                  <a:close/>
                  <a:moveTo>
                    <a:pt x="535287" y="1364043"/>
                  </a:moveTo>
                  <a:lnTo>
                    <a:pt x="507966" y="1432483"/>
                  </a:lnTo>
                  <a:lnTo>
                    <a:pt x="572592" y="1417037"/>
                  </a:lnTo>
                  <a:close/>
                  <a:moveTo>
                    <a:pt x="665853" y="1358344"/>
                  </a:moveTo>
                  <a:lnTo>
                    <a:pt x="572592" y="1417037"/>
                  </a:lnTo>
                  <a:lnTo>
                    <a:pt x="646675" y="1394046"/>
                  </a:lnTo>
                  <a:close/>
                  <a:moveTo>
                    <a:pt x="535287" y="1364043"/>
                  </a:moveTo>
                  <a:lnTo>
                    <a:pt x="572592" y="1417037"/>
                  </a:lnTo>
                  <a:lnTo>
                    <a:pt x="665853" y="1358344"/>
                  </a:lnTo>
                  <a:close/>
                  <a:moveTo>
                    <a:pt x="1093064" y="1625783"/>
                  </a:moveTo>
                  <a:lnTo>
                    <a:pt x="987173" y="1722907"/>
                  </a:lnTo>
                  <a:lnTo>
                    <a:pt x="1071240" y="1684471"/>
                  </a:lnTo>
                  <a:close/>
                  <a:moveTo>
                    <a:pt x="777057" y="1280260"/>
                  </a:moveTo>
                  <a:lnTo>
                    <a:pt x="722166" y="1311831"/>
                  </a:lnTo>
                  <a:lnTo>
                    <a:pt x="665853" y="1358344"/>
                  </a:lnTo>
                  <a:close/>
                  <a:moveTo>
                    <a:pt x="699891" y="379713"/>
                  </a:moveTo>
                  <a:lnTo>
                    <a:pt x="710223" y="297498"/>
                  </a:lnTo>
                  <a:lnTo>
                    <a:pt x="683871" y="386239"/>
                  </a:lnTo>
                  <a:close/>
                  <a:moveTo>
                    <a:pt x="710223" y="297498"/>
                  </a:moveTo>
                  <a:lnTo>
                    <a:pt x="634469" y="326310"/>
                  </a:lnTo>
                  <a:lnTo>
                    <a:pt x="683871" y="386239"/>
                  </a:lnTo>
                  <a:close/>
                  <a:moveTo>
                    <a:pt x="1319735" y="1055143"/>
                  </a:moveTo>
                  <a:lnTo>
                    <a:pt x="1290758" y="1119649"/>
                  </a:lnTo>
                  <a:lnTo>
                    <a:pt x="1360694" y="1100376"/>
                  </a:lnTo>
                  <a:close/>
                  <a:moveTo>
                    <a:pt x="1185265" y="790789"/>
                  </a:moveTo>
                  <a:lnTo>
                    <a:pt x="1290718" y="834567"/>
                  </a:lnTo>
                  <a:lnTo>
                    <a:pt x="1260631" y="752352"/>
                  </a:lnTo>
                  <a:close/>
                  <a:moveTo>
                    <a:pt x="710223" y="297498"/>
                  </a:moveTo>
                  <a:lnTo>
                    <a:pt x="802844" y="350108"/>
                  </a:lnTo>
                  <a:lnTo>
                    <a:pt x="770755" y="276104"/>
                  </a:lnTo>
                  <a:close/>
                  <a:moveTo>
                    <a:pt x="710223" y="297498"/>
                  </a:moveTo>
                  <a:lnTo>
                    <a:pt x="699891" y="379713"/>
                  </a:lnTo>
                  <a:lnTo>
                    <a:pt x="802844" y="350108"/>
                  </a:lnTo>
                  <a:close/>
                  <a:moveTo>
                    <a:pt x="802844" y="350108"/>
                  </a:moveTo>
                  <a:lnTo>
                    <a:pt x="860281" y="26391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710666" y="215283"/>
                  </a:lnTo>
                  <a:lnTo>
                    <a:pt x="710223" y="297498"/>
                  </a:lnTo>
                  <a:close/>
                  <a:moveTo>
                    <a:pt x="731175" y="208190"/>
                  </a:moveTo>
                  <a:lnTo>
                    <a:pt x="710666" y="21528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832165" y="186678"/>
                  </a:lnTo>
                  <a:lnTo>
                    <a:pt x="731175" y="208190"/>
                  </a:lnTo>
                  <a:close/>
                  <a:moveTo>
                    <a:pt x="752838" y="113698"/>
                  </a:moveTo>
                  <a:lnTo>
                    <a:pt x="710666" y="215283"/>
                  </a:lnTo>
                  <a:lnTo>
                    <a:pt x="731175" y="208190"/>
                  </a:lnTo>
                  <a:close/>
                  <a:moveTo>
                    <a:pt x="504986" y="50852"/>
                  </a:moveTo>
                  <a:lnTo>
                    <a:pt x="538419" y="43528"/>
                  </a:lnTo>
                  <a:lnTo>
                    <a:pt x="515809" y="0"/>
                  </a:lnTo>
                  <a:close/>
                  <a:moveTo>
                    <a:pt x="1290718" y="834567"/>
                  </a:moveTo>
                  <a:lnTo>
                    <a:pt x="1343666" y="914035"/>
                  </a:lnTo>
                  <a:lnTo>
                    <a:pt x="1331545" y="823797"/>
                  </a:lnTo>
                  <a:close/>
                  <a:moveTo>
                    <a:pt x="1341607" y="921719"/>
                  </a:moveTo>
                  <a:lnTo>
                    <a:pt x="1438481" y="878346"/>
                  </a:lnTo>
                  <a:lnTo>
                    <a:pt x="1343666" y="914035"/>
                  </a:lnTo>
                  <a:close/>
                  <a:moveTo>
                    <a:pt x="1438481" y="878346"/>
                  </a:moveTo>
                  <a:lnTo>
                    <a:pt x="1442443" y="804867"/>
                  </a:lnTo>
                  <a:lnTo>
                    <a:pt x="1343666" y="914035"/>
                  </a:lnTo>
                  <a:close/>
                  <a:moveTo>
                    <a:pt x="1343666" y="914035"/>
                  </a:moveTo>
                  <a:lnTo>
                    <a:pt x="1442443" y="804867"/>
                  </a:lnTo>
                  <a:lnTo>
                    <a:pt x="1437593" y="798174"/>
                  </a:lnTo>
                  <a:close/>
                  <a:moveTo>
                    <a:pt x="1343666" y="914035"/>
                  </a:moveTo>
                  <a:lnTo>
                    <a:pt x="1437593" y="798174"/>
                  </a:lnTo>
                  <a:lnTo>
                    <a:pt x="1331545" y="823797"/>
                  </a:lnTo>
                  <a:close/>
                  <a:moveTo>
                    <a:pt x="1260631" y="752352"/>
                  </a:moveTo>
                  <a:lnTo>
                    <a:pt x="1290718" y="834567"/>
                  </a:lnTo>
                  <a:lnTo>
                    <a:pt x="1331545" y="823797"/>
                  </a:lnTo>
                  <a:close/>
                  <a:moveTo>
                    <a:pt x="1437593" y="798174"/>
                  </a:moveTo>
                  <a:lnTo>
                    <a:pt x="1469540" y="796131"/>
                  </a:lnTo>
                  <a:lnTo>
                    <a:pt x="1436820" y="783846"/>
                  </a:lnTo>
                  <a:close/>
                  <a:moveTo>
                    <a:pt x="1437593" y="798174"/>
                  </a:moveTo>
                  <a:lnTo>
                    <a:pt x="1442443" y="804867"/>
                  </a:lnTo>
                  <a:lnTo>
                    <a:pt x="1469540" y="796131"/>
                  </a:lnTo>
                  <a:close/>
                  <a:moveTo>
                    <a:pt x="740482" y="67500"/>
                  </a:moveTo>
                  <a:lnTo>
                    <a:pt x="711060" y="94632"/>
                  </a:lnTo>
                  <a:lnTo>
                    <a:pt x="770274" y="76310"/>
                  </a:lnTo>
                  <a:close/>
                  <a:moveTo>
                    <a:pt x="1861140" y="1255671"/>
                  </a:moveTo>
                  <a:lnTo>
                    <a:pt x="1841647" y="1289421"/>
                  </a:lnTo>
                  <a:lnTo>
                    <a:pt x="1892347" y="1271389"/>
                  </a:lnTo>
                  <a:close/>
                  <a:moveTo>
                    <a:pt x="1897559" y="1207206"/>
                  </a:moveTo>
                  <a:lnTo>
                    <a:pt x="1861140" y="1255671"/>
                  </a:lnTo>
                  <a:lnTo>
                    <a:pt x="1978593" y="1200953"/>
                  </a:lnTo>
                  <a:close/>
                  <a:moveTo>
                    <a:pt x="1978593" y="1200953"/>
                  </a:moveTo>
                  <a:lnTo>
                    <a:pt x="1861140" y="1255671"/>
                  </a:lnTo>
                  <a:lnTo>
                    <a:pt x="1944964" y="1250985"/>
                  </a:lnTo>
                  <a:close/>
                  <a:moveTo>
                    <a:pt x="1944964" y="1250985"/>
                  </a:moveTo>
                  <a:lnTo>
                    <a:pt x="1861140" y="1255671"/>
                  </a:lnTo>
                  <a:lnTo>
                    <a:pt x="1892347" y="1271389"/>
                  </a:lnTo>
                  <a:close/>
                  <a:moveTo>
                    <a:pt x="1940217" y="1192971"/>
                  </a:moveTo>
                  <a:lnTo>
                    <a:pt x="1978593" y="1200953"/>
                  </a:lnTo>
                  <a:lnTo>
                    <a:pt x="2026444" y="1168770"/>
                  </a:lnTo>
                  <a:close/>
                  <a:moveTo>
                    <a:pt x="1494925" y="851657"/>
                  </a:moveTo>
                  <a:lnTo>
                    <a:pt x="1469540" y="796131"/>
                  </a:lnTo>
                  <a:lnTo>
                    <a:pt x="1442443" y="804867"/>
                  </a:lnTo>
                  <a:close/>
                  <a:moveTo>
                    <a:pt x="2021055" y="1227344"/>
                  </a:moveTo>
                  <a:lnTo>
                    <a:pt x="2119816" y="1235101"/>
                  </a:lnTo>
                  <a:lnTo>
                    <a:pt x="2111282" y="1212548"/>
                  </a:lnTo>
                  <a:close/>
                  <a:moveTo>
                    <a:pt x="1978593" y="1200953"/>
                  </a:moveTo>
                  <a:lnTo>
                    <a:pt x="1944964" y="1250985"/>
                  </a:lnTo>
                  <a:lnTo>
                    <a:pt x="2021055" y="1227344"/>
                  </a:lnTo>
                  <a:close/>
                  <a:moveTo>
                    <a:pt x="2056100" y="1159352"/>
                  </a:moveTo>
                  <a:lnTo>
                    <a:pt x="2026444" y="1168770"/>
                  </a:lnTo>
                  <a:lnTo>
                    <a:pt x="2113055" y="1209825"/>
                  </a:lnTo>
                  <a:close/>
                  <a:moveTo>
                    <a:pt x="2026444" y="1168770"/>
                  </a:moveTo>
                  <a:lnTo>
                    <a:pt x="1978593" y="1200953"/>
                  </a:lnTo>
                  <a:lnTo>
                    <a:pt x="2113055" y="1209825"/>
                  </a:lnTo>
                  <a:close/>
                  <a:moveTo>
                    <a:pt x="2113055" y="1209825"/>
                  </a:moveTo>
                  <a:lnTo>
                    <a:pt x="1978593" y="1200953"/>
                  </a:lnTo>
                  <a:lnTo>
                    <a:pt x="2111282" y="1212548"/>
                  </a:lnTo>
                  <a:close/>
                  <a:moveTo>
                    <a:pt x="2111282" y="1212548"/>
                  </a:moveTo>
                  <a:lnTo>
                    <a:pt x="1978593" y="1200953"/>
                  </a:lnTo>
                  <a:lnTo>
                    <a:pt x="2021055" y="1227344"/>
                  </a:lnTo>
                  <a:close/>
                  <a:moveTo>
                    <a:pt x="2113055" y="1209825"/>
                  </a:moveTo>
                  <a:lnTo>
                    <a:pt x="2123910" y="1212548"/>
                  </a:lnTo>
                  <a:lnTo>
                    <a:pt x="2056100" y="1159352"/>
                  </a:lnTo>
                  <a:close/>
                  <a:moveTo>
                    <a:pt x="2111282" y="1212548"/>
                  </a:moveTo>
                  <a:lnTo>
                    <a:pt x="2119816" y="1235101"/>
                  </a:lnTo>
                  <a:lnTo>
                    <a:pt x="2115187" y="1211408"/>
                  </a:lnTo>
                  <a:close/>
                  <a:moveTo>
                    <a:pt x="2113055" y="1209825"/>
                  </a:moveTo>
                  <a:lnTo>
                    <a:pt x="2111282" y="1212548"/>
                  </a:lnTo>
                  <a:lnTo>
                    <a:pt x="2115187" y="1211408"/>
                  </a:lnTo>
                  <a:close/>
                  <a:moveTo>
                    <a:pt x="2115187" y="1211408"/>
                  </a:moveTo>
                  <a:lnTo>
                    <a:pt x="2119816" y="1235101"/>
                  </a:lnTo>
                  <a:lnTo>
                    <a:pt x="2123910" y="1212548"/>
                  </a:lnTo>
                  <a:close/>
                  <a:moveTo>
                    <a:pt x="2115187" y="1211408"/>
                  </a:moveTo>
                  <a:lnTo>
                    <a:pt x="2123910" y="1212548"/>
                  </a:lnTo>
                  <a:lnTo>
                    <a:pt x="2113055" y="120982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62" name="Candidate_density__2061">
              <a:extLst>
                <a:ext uri="{FF2B5EF4-FFF2-40B4-BE49-F238E27FC236}">
                  <a16:creationId xmlns:a16="http://schemas.microsoft.com/office/drawing/2014/main" id="{0043EBB1-E62A-6500-5FE8-9F47401682B7}"/>
                </a:ext>
              </a:extLst>
            </p:cNvPr>
            <p:cNvSpPr>
              <a:spLocks noGrp="1"/>
            </p:cNvSpPr>
            <p:nvPr/>
          </p:nvSpPr>
          <p:spPr>
            <a:xfrm>
              <a:off x="4491611" y="2277833"/>
              <a:ext cx="2265152" cy="3076939"/>
            </a:xfrm>
            <a:custGeom>
              <a:avLst/>
              <a:gdLst/>
              <a:ahLst/>
              <a:cxnLst/>
              <a:rect l="0" t="0" r="0" b="0"/>
              <a:pathLst>
                <a:path w="2265152" h="3076939">
                  <a:moveTo>
                    <a:pt x="9466" y="2562393"/>
                  </a:moveTo>
                  <a:lnTo>
                    <a:pt x="5694" y="2600829"/>
                  </a:lnTo>
                  <a:lnTo>
                    <a:pt x="91699" y="2644608"/>
                  </a:lnTo>
                  <a:close/>
                  <a:moveTo>
                    <a:pt x="274396" y="2761096"/>
                  </a:moveTo>
                  <a:lnTo>
                    <a:pt x="401385" y="2742025"/>
                  </a:lnTo>
                  <a:lnTo>
                    <a:pt x="321512" y="2722051"/>
                  </a:lnTo>
                  <a:close/>
                  <a:moveTo>
                    <a:pt x="107360" y="2606172"/>
                  </a:moveTo>
                  <a:lnTo>
                    <a:pt x="91699" y="2644608"/>
                  </a:lnTo>
                  <a:lnTo>
                    <a:pt x="96293" y="2652508"/>
                  </a:lnTo>
                  <a:close/>
                  <a:moveTo>
                    <a:pt x="551947" y="3026293"/>
                  </a:moveTo>
                  <a:lnTo>
                    <a:pt x="650838" y="2978811"/>
                  </a:lnTo>
                  <a:lnTo>
                    <a:pt x="562749" y="3006498"/>
                  </a:lnTo>
                  <a:close/>
                  <a:moveTo>
                    <a:pt x="674712" y="2991431"/>
                  </a:moveTo>
                  <a:lnTo>
                    <a:pt x="650838" y="2978811"/>
                  </a:lnTo>
                  <a:lnTo>
                    <a:pt x="551947" y="3026293"/>
                  </a:lnTo>
                  <a:close/>
                  <a:moveTo>
                    <a:pt x="635009" y="3058190"/>
                  </a:moveTo>
                  <a:lnTo>
                    <a:pt x="674712" y="2991431"/>
                  </a:lnTo>
                  <a:lnTo>
                    <a:pt x="551947" y="3026293"/>
                  </a:lnTo>
                  <a:close/>
                  <a:moveTo>
                    <a:pt x="714554" y="3076939"/>
                  </a:moveTo>
                  <a:lnTo>
                    <a:pt x="743577" y="2980673"/>
                  </a:lnTo>
                  <a:lnTo>
                    <a:pt x="674712" y="2991431"/>
                  </a:lnTo>
                  <a:close/>
                  <a:moveTo>
                    <a:pt x="635009" y="3058190"/>
                  </a:moveTo>
                  <a:lnTo>
                    <a:pt x="714554" y="3076939"/>
                  </a:lnTo>
                  <a:lnTo>
                    <a:pt x="674712" y="2991431"/>
                  </a:lnTo>
                  <a:close/>
                  <a:moveTo>
                    <a:pt x="743577" y="2980673"/>
                  </a:moveTo>
                  <a:lnTo>
                    <a:pt x="693806" y="2921044"/>
                  </a:lnTo>
                  <a:lnTo>
                    <a:pt x="725667" y="2978811"/>
                  </a:lnTo>
                  <a:close/>
                  <a:moveTo>
                    <a:pt x="693806" y="2921044"/>
                  </a:moveTo>
                  <a:lnTo>
                    <a:pt x="680361" y="2896595"/>
                  </a:lnTo>
                  <a:lnTo>
                    <a:pt x="725667" y="2978811"/>
                  </a:lnTo>
                  <a:close/>
                  <a:moveTo>
                    <a:pt x="420454" y="2661222"/>
                  </a:moveTo>
                  <a:lnTo>
                    <a:pt x="401385" y="2742025"/>
                  </a:lnTo>
                  <a:lnTo>
                    <a:pt x="488392" y="2766672"/>
                  </a:lnTo>
                  <a:close/>
                  <a:moveTo>
                    <a:pt x="420454" y="2661222"/>
                  </a:moveTo>
                  <a:lnTo>
                    <a:pt x="321512" y="2722051"/>
                  </a:lnTo>
                  <a:lnTo>
                    <a:pt x="401385" y="2742025"/>
                  </a:lnTo>
                  <a:close/>
                  <a:moveTo>
                    <a:pt x="420454" y="2661222"/>
                  </a:moveTo>
                  <a:lnTo>
                    <a:pt x="341311" y="2664971"/>
                  </a:lnTo>
                  <a:lnTo>
                    <a:pt x="321512" y="2722051"/>
                  </a:lnTo>
                  <a:close/>
                  <a:moveTo>
                    <a:pt x="667728" y="2881652"/>
                  </a:moveTo>
                  <a:lnTo>
                    <a:pt x="725667" y="2978811"/>
                  </a:lnTo>
                  <a:lnTo>
                    <a:pt x="680361" y="2896595"/>
                  </a:lnTo>
                  <a:close/>
                  <a:moveTo>
                    <a:pt x="667728" y="2881652"/>
                  </a:moveTo>
                  <a:lnTo>
                    <a:pt x="679247" y="2972380"/>
                  </a:lnTo>
                  <a:lnTo>
                    <a:pt x="725667" y="2978811"/>
                  </a:lnTo>
                  <a:close/>
                  <a:moveTo>
                    <a:pt x="667728" y="2881652"/>
                  </a:moveTo>
                  <a:lnTo>
                    <a:pt x="680361" y="2896595"/>
                  </a:lnTo>
                  <a:lnTo>
                    <a:pt x="640080" y="2861946"/>
                  </a:lnTo>
                  <a:close/>
                  <a:moveTo>
                    <a:pt x="338243" y="2267096"/>
                  </a:moveTo>
                  <a:lnTo>
                    <a:pt x="410994" y="2347545"/>
                  </a:lnTo>
                  <a:lnTo>
                    <a:pt x="430144" y="2252974"/>
                  </a:lnTo>
                  <a:close/>
                  <a:moveTo>
                    <a:pt x="418780" y="2326432"/>
                  </a:moveTo>
                  <a:lnTo>
                    <a:pt x="410994" y="2347545"/>
                  </a:lnTo>
                  <a:lnTo>
                    <a:pt x="338243" y="2267096"/>
                  </a:lnTo>
                  <a:close/>
                  <a:moveTo>
                    <a:pt x="485302" y="2268724"/>
                  </a:moveTo>
                  <a:lnTo>
                    <a:pt x="430144" y="2252974"/>
                  </a:lnTo>
                  <a:lnTo>
                    <a:pt x="410994" y="2347545"/>
                  </a:lnTo>
                  <a:close/>
                  <a:moveTo>
                    <a:pt x="601483" y="2287234"/>
                  </a:moveTo>
                  <a:lnTo>
                    <a:pt x="560738" y="2207396"/>
                  </a:lnTo>
                  <a:lnTo>
                    <a:pt x="548738" y="2244217"/>
                  </a:lnTo>
                  <a:close/>
                  <a:moveTo>
                    <a:pt x="563588" y="2209008"/>
                  </a:moveTo>
                  <a:lnTo>
                    <a:pt x="560738" y="2207396"/>
                  </a:lnTo>
                  <a:lnTo>
                    <a:pt x="601483" y="2287234"/>
                  </a:lnTo>
                  <a:close/>
                  <a:moveTo>
                    <a:pt x="386406" y="2162002"/>
                  </a:moveTo>
                  <a:lnTo>
                    <a:pt x="427766" y="2195048"/>
                  </a:lnTo>
                  <a:lnTo>
                    <a:pt x="360393" y="2148996"/>
                  </a:lnTo>
                  <a:close/>
                  <a:moveTo>
                    <a:pt x="386406" y="2162002"/>
                  </a:moveTo>
                  <a:lnTo>
                    <a:pt x="360393" y="2148996"/>
                  </a:lnTo>
                  <a:lnTo>
                    <a:pt x="322763" y="2079497"/>
                  </a:lnTo>
                  <a:close/>
                  <a:moveTo>
                    <a:pt x="742700" y="2180649"/>
                  </a:moveTo>
                  <a:lnTo>
                    <a:pt x="730398" y="2090557"/>
                  </a:lnTo>
                  <a:lnTo>
                    <a:pt x="718164" y="2167344"/>
                  </a:lnTo>
                  <a:close/>
                  <a:moveTo>
                    <a:pt x="730398" y="2090557"/>
                  </a:moveTo>
                  <a:lnTo>
                    <a:pt x="717888" y="2085129"/>
                  </a:lnTo>
                  <a:lnTo>
                    <a:pt x="718164" y="2167344"/>
                  </a:lnTo>
                  <a:close/>
                  <a:moveTo>
                    <a:pt x="557289" y="2010016"/>
                  </a:moveTo>
                  <a:lnTo>
                    <a:pt x="638437" y="1994997"/>
                  </a:lnTo>
                  <a:lnTo>
                    <a:pt x="571703" y="1958797"/>
                  </a:lnTo>
                  <a:close/>
                  <a:moveTo>
                    <a:pt x="647972" y="2002914"/>
                  </a:moveTo>
                  <a:lnTo>
                    <a:pt x="571703" y="1958797"/>
                  </a:lnTo>
                  <a:lnTo>
                    <a:pt x="638437" y="1994997"/>
                  </a:lnTo>
                  <a:close/>
                  <a:moveTo>
                    <a:pt x="691949" y="2061224"/>
                  </a:moveTo>
                  <a:lnTo>
                    <a:pt x="718164" y="2167344"/>
                  </a:lnTo>
                  <a:lnTo>
                    <a:pt x="717888" y="2085129"/>
                  </a:lnTo>
                  <a:close/>
                  <a:moveTo>
                    <a:pt x="646726" y="1997897"/>
                  </a:moveTo>
                  <a:lnTo>
                    <a:pt x="717888" y="2085129"/>
                  </a:lnTo>
                  <a:lnTo>
                    <a:pt x="647972" y="2002914"/>
                  </a:lnTo>
                  <a:close/>
                  <a:moveTo>
                    <a:pt x="646726" y="1997897"/>
                  </a:moveTo>
                  <a:lnTo>
                    <a:pt x="691949" y="2061224"/>
                  </a:lnTo>
                  <a:lnTo>
                    <a:pt x="717888" y="2085129"/>
                  </a:lnTo>
                  <a:close/>
                  <a:moveTo>
                    <a:pt x="445406" y="1640014"/>
                  </a:moveTo>
                  <a:lnTo>
                    <a:pt x="484379" y="1697656"/>
                  </a:lnTo>
                  <a:lnTo>
                    <a:pt x="514579" y="1744461"/>
                  </a:lnTo>
                  <a:close/>
                  <a:moveTo>
                    <a:pt x="408342" y="1570054"/>
                  </a:moveTo>
                  <a:lnTo>
                    <a:pt x="389606" y="1621971"/>
                  </a:lnTo>
                  <a:lnTo>
                    <a:pt x="467301" y="1674053"/>
                  </a:lnTo>
                  <a:close/>
                  <a:moveTo>
                    <a:pt x="1321099" y="2229803"/>
                  </a:moveTo>
                  <a:lnTo>
                    <a:pt x="1302680" y="2228539"/>
                  </a:lnTo>
                  <a:lnTo>
                    <a:pt x="1399444" y="2298680"/>
                  </a:lnTo>
                  <a:close/>
                  <a:moveTo>
                    <a:pt x="1399444" y="2298680"/>
                  </a:moveTo>
                  <a:lnTo>
                    <a:pt x="1302680" y="2228539"/>
                  </a:lnTo>
                  <a:lnTo>
                    <a:pt x="1294813" y="2254901"/>
                  </a:lnTo>
                  <a:close/>
                  <a:moveTo>
                    <a:pt x="1168507" y="2076843"/>
                  </a:moveTo>
                  <a:lnTo>
                    <a:pt x="1227938" y="2134250"/>
                  </a:lnTo>
                  <a:lnTo>
                    <a:pt x="1217482" y="2121051"/>
                  </a:lnTo>
                  <a:close/>
                  <a:moveTo>
                    <a:pt x="1168507" y="2076843"/>
                  </a:moveTo>
                  <a:lnTo>
                    <a:pt x="1250645" y="2170750"/>
                  </a:lnTo>
                  <a:lnTo>
                    <a:pt x="1227938" y="2134250"/>
                  </a:lnTo>
                  <a:close/>
                  <a:moveTo>
                    <a:pt x="498627" y="1229884"/>
                  </a:moveTo>
                  <a:lnTo>
                    <a:pt x="437873" y="1156827"/>
                  </a:lnTo>
                  <a:lnTo>
                    <a:pt x="388237" y="1186447"/>
                  </a:lnTo>
                  <a:close/>
                  <a:moveTo>
                    <a:pt x="379105" y="1186105"/>
                  </a:moveTo>
                  <a:lnTo>
                    <a:pt x="433533" y="1140600"/>
                  </a:lnTo>
                  <a:lnTo>
                    <a:pt x="337352" y="1066714"/>
                  </a:lnTo>
                  <a:close/>
                  <a:moveTo>
                    <a:pt x="358438" y="1075033"/>
                  </a:moveTo>
                  <a:lnTo>
                    <a:pt x="337352" y="1066714"/>
                  </a:lnTo>
                  <a:lnTo>
                    <a:pt x="383867" y="1089491"/>
                  </a:lnTo>
                  <a:close/>
                  <a:moveTo>
                    <a:pt x="1305310" y="2216465"/>
                  </a:moveTo>
                  <a:lnTo>
                    <a:pt x="1302680" y="2228539"/>
                  </a:lnTo>
                  <a:lnTo>
                    <a:pt x="1321099" y="2229803"/>
                  </a:lnTo>
                  <a:close/>
                  <a:moveTo>
                    <a:pt x="1305310" y="2216465"/>
                  </a:moveTo>
                  <a:lnTo>
                    <a:pt x="1250645" y="2170750"/>
                  </a:lnTo>
                  <a:lnTo>
                    <a:pt x="1302680" y="2228539"/>
                  </a:lnTo>
                  <a:close/>
                  <a:moveTo>
                    <a:pt x="1305310" y="2216465"/>
                  </a:moveTo>
                  <a:lnTo>
                    <a:pt x="1227938" y="2134250"/>
                  </a:lnTo>
                  <a:lnTo>
                    <a:pt x="1250645" y="2170750"/>
                  </a:lnTo>
                  <a:close/>
                  <a:moveTo>
                    <a:pt x="1143839" y="2052035"/>
                  </a:moveTo>
                  <a:lnTo>
                    <a:pt x="1168507" y="2076843"/>
                  </a:lnTo>
                  <a:lnTo>
                    <a:pt x="1217482" y="2121051"/>
                  </a:lnTo>
                  <a:close/>
                  <a:moveTo>
                    <a:pt x="1779191" y="2589104"/>
                  </a:moveTo>
                  <a:lnTo>
                    <a:pt x="1814845" y="2682548"/>
                  </a:lnTo>
                  <a:lnTo>
                    <a:pt x="1865446" y="2656535"/>
                  </a:lnTo>
                  <a:close/>
                  <a:moveTo>
                    <a:pt x="1779191" y="2589104"/>
                  </a:moveTo>
                  <a:lnTo>
                    <a:pt x="1771803" y="2627540"/>
                  </a:lnTo>
                  <a:lnTo>
                    <a:pt x="1814845" y="2682548"/>
                  </a:lnTo>
                  <a:close/>
                  <a:moveTo>
                    <a:pt x="1638229" y="2364324"/>
                  </a:moveTo>
                  <a:lnTo>
                    <a:pt x="1607549" y="2342459"/>
                  </a:lnTo>
                  <a:lnTo>
                    <a:pt x="1512235" y="2387112"/>
                  </a:lnTo>
                  <a:close/>
                  <a:moveTo>
                    <a:pt x="1585887" y="2383826"/>
                  </a:moveTo>
                  <a:lnTo>
                    <a:pt x="1638229" y="2364324"/>
                  </a:lnTo>
                  <a:lnTo>
                    <a:pt x="1512235" y="2387112"/>
                  </a:lnTo>
                  <a:close/>
                  <a:moveTo>
                    <a:pt x="1517862" y="2374969"/>
                  </a:moveTo>
                  <a:lnTo>
                    <a:pt x="1607549" y="2342459"/>
                  </a:lnTo>
                  <a:lnTo>
                    <a:pt x="1627885" y="2325648"/>
                  </a:lnTo>
                  <a:close/>
                  <a:moveTo>
                    <a:pt x="1321099" y="2229803"/>
                  </a:moveTo>
                  <a:lnTo>
                    <a:pt x="1399444" y="2298680"/>
                  </a:lnTo>
                  <a:lnTo>
                    <a:pt x="1367518" y="2188152"/>
                  </a:lnTo>
                  <a:close/>
                  <a:moveTo>
                    <a:pt x="1435372" y="2181255"/>
                  </a:moveTo>
                  <a:lnTo>
                    <a:pt x="1399444" y="2298680"/>
                  </a:lnTo>
                  <a:lnTo>
                    <a:pt x="1428621" y="2286836"/>
                  </a:lnTo>
                  <a:close/>
                  <a:moveTo>
                    <a:pt x="1227938" y="2134250"/>
                  </a:moveTo>
                  <a:lnTo>
                    <a:pt x="1325307" y="2095813"/>
                  </a:lnTo>
                  <a:lnTo>
                    <a:pt x="1217482" y="2121051"/>
                  </a:lnTo>
                  <a:close/>
                  <a:moveTo>
                    <a:pt x="1407914" y="2103486"/>
                  </a:moveTo>
                  <a:lnTo>
                    <a:pt x="1362628" y="2040210"/>
                  </a:lnTo>
                  <a:lnTo>
                    <a:pt x="1364724" y="2095813"/>
                  </a:lnTo>
                  <a:close/>
                  <a:moveTo>
                    <a:pt x="1362628" y="2040210"/>
                  </a:moveTo>
                  <a:lnTo>
                    <a:pt x="1341842" y="2013598"/>
                  </a:lnTo>
                  <a:lnTo>
                    <a:pt x="1364724" y="2095813"/>
                  </a:lnTo>
                  <a:close/>
                  <a:moveTo>
                    <a:pt x="1690267" y="2424674"/>
                  </a:moveTo>
                  <a:lnTo>
                    <a:pt x="1702527" y="2386237"/>
                  </a:lnTo>
                  <a:lnTo>
                    <a:pt x="1638229" y="2364324"/>
                  </a:lnTo>
                  <a:close/>
                  <a:moveTo>
                    <a:pt x="1638229" y="2364324"/>
                  </a:moveTo>
                  <a:lnTo>
                    <a:pt x="1582860" y="2322126"/>
                  </a:lnTo>
                  <a:lnTo>
                    <a:pt x="1607549" y="2342459"/>
                  </a:lnTo>
                  <a:close/>
                  <a:moveTo>
                    <a:pt x="803229" y="1330701"/>
                  </a:moveTo>
                  <a:lnTo>
                    <a:pt x="845227" y="1355877"/>
                  </a:lnTo>
                  <a:lnTo>
                    <a:pt x="759935" y="1309786"/>
                  </a:lnTo>
                  <a:close/>
                  <a:moveTo>
                    <a:pt x="832635" y="1167203"/>
                  </a:moveTo>
                  <a:lnTo>
                    <a:pt x="873188" y="1235226"/>
                  </a:lnTo>
                  <a:lnTo>
                    <a:pt x="871243" y="1232091"/>
                  </a:lnTo>
                  <a:close/>
                  <a:moveTo>
                    <a:pt x="5763" y="253685"/>
                  </a:moveTo>
                  <a:lnTo>
                    <a:pt x="0" y="203919"/>
                  </a:lnTo>
                  <a:lnTo>
                    <a:pt x="31584" y="193192"/>
                  </a:lnTo>
                  <a:close/>
                  <a:moveTo>
                    <a:pt x="52720" y="276101"/>
                  </a:moveTo>
                  <a:lnTo>
                    <a:pt x="5763" y="253685"/>
                  </a:lnTo>
                  <a:lnTo>
                    <a:pt x="31584" y="193192"/>
                  </a:lnTo>
                  <a:close/>
                  <a:moveTo>
                    <a:pt x="1990890" y="2533050"/>
                  </a:moveTo>
                  <a:lnTo>
                    <a:pt x="1985292" y="2610757"/>
                  </a:lnTo>
                  <a:lnTo>
                    <a:pt x="2001685" y="2550667"/>
                  </a:lnTo>
                  <a:close/>
                  <a:moveTo>
                    <a:pt x="1949510" y="2466599"/>
                  </a:moveTo>
                  <a:lnTo>
                    <a:pt x="2001685" y="2550667"/>
                  </a:lnTo>
                  <a:lnTo>
                    <a:pt x="1952497" y="2468452"/>
                  </a:lnTo>
                  <a:close/>
                  <a:moveTo>
                    <a:pt x="1863639" y="2375726"/>
                  </a:moveTo>
                  <a:lnTo>
                    <a:pt x="1945431" y="2461725"/>
                  </a:lnTo>
                  <a:lnTo>
                    <a:pt x="1890475" y="2386237"/>
                  </a:lnTo>
                  <a:close/>
                  <a:moveTo>
                    <a:pt x="1778772" y="2284038"/>
                  </a:moveTo>
                  <a:lnTo>
                    <a:pt x="1839281" y="2343505"/>
                  </a:lnTo>
                  <a:lnTo>
                    <a:pt x="1810232" y="2304022"/>
                  </a:lnTo>
                  <a:close/>
                  <a:moveTo>
                    <a:pt x="1863639" y="2375726"/>
                  </a:moveTo>
                  <a:lnTo>
                    <a:pt x="1839281" y="2343505"/>
                  </a:lnTo>
                  <a:lnTo>
                    <a:pt x="1778772" y="2284038"/>
                  </a:lnTo>
                  <a:close/>
                  <a:moveTo>
                    <a:pt x="1863639" y="2375726"/>
                  </a:moveTo>
                  <a:lnTo>
                    <a:pt x="1890475" y="2386237"/>
                  </a:lnTo>
                  <a:lnTo>
                    <a:pt x="1839281" y="2343505"/>
                  </a:lnTo>
                  <a:close/>
                  <a:moveTo>
                    <a:pt x="1597830" y="1998075"/>
                  </a:moveTo>
                  <a:lnTo>
                    <a:pt x="1548264" y="1949883"/>
                  </a:lnTo>
                  <a:lnTo>
                    <a:pt x="1559920" y="1975162"/>
                  </a:lnTo>
                  <a:close/>
                  <a:moveTo>
                    <a:pt x="1548264" y="1949883"/>
                  </a:moveTo>
                  <a:lnTo>
                    <a:pt x="1546059" y="1867969"/>
                  </a:lnTo>
                  <a:lnTo>
                    <a:pt x="1559920" y="1975162"/>
                  </a:lnTo>
                  <a:close/>
                  <a:moveTo>
                    <a:pt x="1559920" y="1975162"/>
                  </a:moveTo>
                  <a:lnTo>
                    <a:pt x="1546059" y="1867969"/>
                  </a:lnTo>
                  <a:lnTo>
                    <a:pt x="1548415" y="1854510"/>
                  </a:lnTo>
                  <a:close/>
                  <a:moveTo>
                    <a:pt x="1472333" y="1772295"/>
                  </a:moveTo>
                  <a:lnTo>
                    <a:pt x="1445005" y="1810731"/>
                  </a:lnTo>
                  <a:lnTo>
                    <a:pt x="1488784" y="1869029"/>
                  </a:lnTo>
                  <a:close/>
                  <a:moveTo>
                    <a:pt x="981964" y="1279004"/>
                  </a:moveTo>
                  <a:lnTo>
                    <a:pt x="873188" y="1235226"/>
                  </a:lnTo>
                  <a:lnTo>
                    <a:pt x="940009" y="1317440"/>
                  </a:lnTo>
                  <a:close/>
                  <a:moveTo>
                    <a:pt x="813076" y="1153011"/>
                  </a:moveTo>
                  <a:lnTo>
                    <a:pt x="871243" y="1232091"/>
                  </a:lnTo>
                  <a:lnTo>
                    <a:pt x="898619" y="1196789"/>
                  </a:lnTo>
                  <a:close/>
                  <a:moveTo>
                    <a:pt x="155479" y="330859"/>
                  </a:moveTo>
                  <a:lnTo>
                    <a:pt x="207074" y="211207"/>
                  </a:lnTo>
                  <a:lnTo>
                    <a:pt x="202426" y="210208"/>
                  </a:lnTo>
                  <a:close/>
                  <a:moveTo>
                    <a:pt x="202426" y="210208"/>
                  </a:moveTo>
                  <a:lnTo>
                    <a:pt x="210009" y="216591"/>
                  </a:lnTo>
                  <a:lnTo>
                    <a:pt x="155479" y="330859"/>
                  </a:lnTo>
                  <a:close/>
                  <a:moveTo>
                    <a:pt x="176974" y="135585"/>
                  </a:moveTo>
                  <a:lnTo>
                    <a:pt x="155897" y="52628"/>
                  </a:lnTo>
                  <a:lnTo>
                    <a:pt x="141315" y="127993"/>
                  </a:lnTo>
                  <a:close/>
                  <a:moveTo>
                    <a:pt x="1546059" y="1867969"/>
                  </a:moveTo>
                  <a:lnTo>
                    <a:pt x="1548264" y="1949883"/>
                  </a:lnTo>
                  <a:lnTo>
                    <a:pt x="1543979" y="1936726"/>
                  </a:lnTo>
                  <a:close/>
                  <a:moveTo>
                    <a:pt x="2165112" y="2391579"/>
                  </a:moveTo>
                  <a:lnTo>
                    <a:pt x="2163452" y="2504350"/>
                  </a:lnTo>
                  <a:lnTo>
                    <a:pt x="2202817" y="2436328"/>
                  </a:lnTo>
                  <a:close/>
                  <a:moveTo>
                    <a:pt x="2165112" y="2391579"/>
                  </a:moveTo>
                  <a:lnTo>
                    <a:pt x="2090474" y="2430016"/>
                  </a:lnTo>
                  <a:lnTo>
                    <a:pt x="2163452" y="2504350"/>
                  </a:lnTo>
                  <a:close/>
                  <a:moveTo>
                    <a:pt x="1548415" y="1854510"/>
                  </a:moveTo>
                  <a:lnTo>
                    <a:pt x="1546059" y="1867969"/>
                  </a:lnTo>
                  <a:lnTo>
                    <a:pt x="1545879" y="1851731"/>
                  </a:lnTo>
                  <a:close/>
                  <a:moveTo>
                    <a:pt x="1485197" y="1740379"/>
                  </a:moveTo>
                  <a:lnTo>
                    <a:pt x="1541325" y="1850268"/>
                  </a:lnTo>
                  <a:lnTo>
                    <a:pt x="1545879" y="1851731"/>
                  </a:lnTo>
                  <a:close/>
                  <a:moveTo>
                    <a:pt x="1579157" y="1733859"/>
                  </a:moveTo>
                  <a:lnTo>
                    <a:pt x="1611836" y="1758608"/>
                  </a:lnTo>
                  <a:lnTo>
                    <a:pt x="1534546" y="1660759"/>
                  </a:lnTo>
                  <a:close/>
                  <a:moveTo>
                    <a:pt x="467892" y="539068"/>
                  </a:moveTo>
                  <a:lnTo>
                    <a:pt x="564443" y="490589"/>
                  </a:lnTo>
                  <a:lnTo>
                    <a:pt x="461467" y="425850"/>
                  </a:lnTo>
                  <a:close/>
                  <a:moveTo>
                    <a:pt x="497722" y="356875"/>
                  </a:moveTo>
                  <a:lnTo>
                    <a:pt x="461467" y="425850"/>
                  </a:lnTo>
                  <a:lnTo>
                    <a:pt x="519111" y="439578"/>
                  </a:lnTo>
                  <a:close/>
                  <a:moveTo>
                    <a:pt x="123222" y="118692"/>
                  </a:moveTo>
                  <a:lnTo>
                    <a:pt x="202426" y="210208"/>
                  </a:lnTo>
                  <a:lnTo>
                    <a:pt x="141315" y="127993"/>
                  </a:lnTo>
                  <a:close/>
                  <a:moveTo>
                    <a:pt x="2203335" y="2281337"/>
                  </a:moveTo>
                  <a:lnTo>
                    <a:pt x="2139509" y="2272633"/>
                  </a:lnTo>
                  <a:lnTo>
                    <a:pt x="2211999" y="2374385"/>
                  </a:lnTo>
                  <a:close/>
                  <a:moveTo>
                    <a:pt x="2211999" y="2374385"/>
                  </a:moveTo>
                  <a:lnTo>
                    <a:pt x="2202817" y="2436328"/>
                  </a:lnTo>
                  <a:lnTo>
                    <a:pt x="2236608" y="2391579"/>
                  </a:lnTo>
                  <a:close/>
                  <a:moveTo>
                    <a:pt x="2211999" y="2374385"/>
                  </a:moveTo>
                  <a:lnTo>
                    <a:pt x="2236608" y="2391579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11999" y="2374385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01873" y="2217595"/>
                  </a:lnTo>
                  <a:lnTo>
                    <a:pt x="2141065" y="2268903"/>
                  </a:lnTo>
                  <a:close/>
                  <a:moveTo>
                    <a:pt x="1986221" y="2106498"/>
                  </a:moveTo>
                  <a:lnTo>
                    <a:pt x="1968892" y="2119039"/>
                  </a:lnTo>
                  <a:lnTo>
                    <a:pt x="1956045" y="2144934"/>
                  </a:lnTo>
                  <a:close/>
                  <a:moveTo>
                    <a:pt x="1702969" y="1682109"/>
                  </a:moveTo>
                  <a:lnTo>
                    <a:pt x="1834009" y="1678187"/>
                  </a:lnTo>
                  <a:lnTo>
                    <a:pt x="1762690" y="1690195"/>
                  </a:lnTo>
                  <a:close/>
                  <a:moveTo>
                    <a:pt x="1651193" y="1551984"/>
                  </a:moveTo>
                  <a:lnTo>
                    <a:pt x="1628134" y="1545174"/>
                  </a:lnTo>
                  <a:lnTo>
                    <a:pt x="1706229" y="1613207"/>
                  </a:lnTo>
                  <a:close/>
                  <a:moveTo>
                    <a:pt x="1706229" y="1613207"/>
                  </a:moveTo>
                  <a:lnTo>
                    <a:pt x="1628134" y="1545174"/>
                  </a:lnTo>
                  <a:lnTo>
                    <a:pt x="1627997" y="1569429"/>
                  </a:lnTo>
                  <a:close/>
                  <a:moveTo>
                    <a:pt x="1482128" y="1542690"/>
                  </a:moveTo>
                  <a:lnTo>
                    <a:pt x="1502101" y="1569429"/>
                  </a:lnTo>
                  <a:lnTo>
                    <a:pt x="1547135" y="1450341"/>
                  </a:lnTo>
                  <a:close/>
                  <a:moveTo>
                    <a:pt x="1547135" y="1450341"/>
                  </a:moveTo>
                  <a:lnTo>
                    <a:pt x="1548431" y="1446432"/>
                  </a:lnTo>
                  <a:lnTo>
                    <a:pt x="1472757" y="1442157"/>
                  </a:lnTo>
                  <a:close/>
                  <a:moveTo>
                    <a:pt x="1550720" y="1448777"/>
                  </a:moveTo>
                  <a:lnTo>
                    <a:pt x="1628134" y="1545174"/>
                  </a:lnTo>
                  <a:lnTo>
                    <a:pt x="1597203" y="1530992"/>
                  </a:lnTo>
                  <a:close/>
                  <a:moveTo>
                    <a:pt x="1550720" y="1448777"/>
                  </a:moveTo>
                  <a:lnTo>
                    <a:pt x="1547135" y="1450341"/>
                  </a:lnTo>
                  <a:lnTo>
                    <a:pt x="1512789" y="1528375"/>
                  </a:lnTo>
                  <a:close/>
                  <a:moveTo>
                    <a:pt x="1306706" y="1224344"/>
                  </a:moveTo>
                  <a:lnTo>
                    <a:pt x="1218531" y="1158353"/>
                  </a:lnTo>
                  <a:lnTo>
                    <a:pt x="1244365" y="1145551"/>
                  </a:lnTo>
                  <a:close/>
                  <a:moveTo>
                    <a:pt x="1077320" y="989370"/>
                  </a:moveTo>
                  <a:lnTo>
                    <a:pt x="1008282" y="1035397"/>
                  </a:lnTo>
                  <a:lnTo>
                    <a:pt x="1075238" y="1007074"/>
                  </a:lnTo>
                  <a:close/>
                  <a:moveTo>
                    <a:pt x="1011434" y="982343"/>
                  </a:moveTo>
                  <a:lnTo>
                    <a:pt x="1077320" y="989370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01550" y="890249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25992" y="918177"/>
                  </a:lnTo>
                  <a:lnTo>
                    <a:pt x="1113851" y="873271"/>
                  </a:lnTo>
                  <a:close/>
                  <a:moveTo>
                    <a:pt x="1101550" y="890249"/>
                  </a:moveTo>
                  <a:lnTo>
                    <a:pt x="1077320" y="989370"/>
                  </a:lnTo>
                  <a:lnTo>
                    <a:pt x="1113851" y="873271"/>
                  </a:lnTo>
                  <a:close/>
                  <a:moveTo>
                    <a:pt x="709407" y="545648"/>
                  </a:moveTo>
                  <a:lnTo>
                    <a:pt x="768693" y="558041"/>
                  </a:lnTo>
                  <a:lnTo>
                    <a:pt x="752655" y="470988"/>
                  </a:lnTo>
                  <a:close/>
                  <a:moveTo>
                    <a:pt x="752655" y="470988"/>
                  </a:moveTo>
                  <a:lnTo>
                    <a:pt x="775165" y="500632"/>
                  </a:lnTo>
                  <a:lnTo>
                    <a:pt x="730617" y="388812"/>
                  </a:lnTo>
                  <a:close/>
                  <a:moveTo>
                    <a:pt x="409971" y="67347"/>
                  </a:moveTo>
                  <a:lnTo>
                    <a:pt x="416067" y="51120"/>
                  </a:lnTo>
                  <a:lnTo>
                    <a:pt x="295162" y="0"/>
                  </a:lnTo>
                  <a:close/>
                  <a:moveTo>
                    <a:pt x="1706229" y="1613207"/>
                  </a:moveTo>
                  <a:lnTo>
                    <a:pt x="1774922" y="1574771"/>
                  </a:lnTo>
                  <a:lnTo>
                    <a:pt x="1651193" y="1551984"/>
                  </a:lnTo>
                  <a:close/>
                  <a:moveTo>
                    <a:pt x="1834009" y="1678187"/>
                  </a:moveTo>
                  <a:lnTo>
                    <a:pt x="1858558" y="1579120"/>
                  </a:lnTo>
                  <a:lnTo>
                    <a:pt x="1794280" y="1593104"/>
                  </a:lnTo>
                  <a:close/>
                  <a:moveTo>
                    <a:pt x="1762690" y="1690195"/>
                  </a:moveTo>
                  <a:lnTo>
                    <a:pt x="1834009" y="1678187"/>
                  </a:lnTo>
                  <a:lnTo>
                    <a:pt x="1794280" y="1593104"/>
                  </a:lnTo>
                  <a:close/>
                  <a:moveTo>
                    <a:pt x="1541058" y="1255097"/>
                  </a:moveTo>
                  <a:lnTo>
                    <a:pt x="1622127" y="1328125"/>
                  </a:lnTo>
                  <a:lnTo>
                    <a:pt x="1621337" y="1350515"/>
                  </a:lnTo>
                  <a:close/>
                  <a:moveTo>
                    <a:pt x="1546605" y="1224401"/>
                  </a:moveTo>
                  <a:lnTo>
                    <a:pt x="1541058" y="1255097"/>
                  </a:lnTo>
                  <a:lnTo>
                    <a:pt x="1567840" y="1163695"/>
                  </a:lnTo>
                  <a:close/>
                  <a:moveTo>
                    <a:pt x="1343935" y="1093985"/>
                  </a:moveTo>
                  <a:lnTo>
                    <a:pt x="1402055" y="1177813"/>
                  </a:lnTo>
                  <a:lnTo>
                    <a:pt x="1425002" y="1163695"/>
                  </a:lnTo>
                  <a:close/>
                  <a:moveTo>
                    <a:pt x="1087635" y="780800"/>
                  </a:moveTo>
                  <a:lnTo>
                    <a:pt x="1110218" y="791056"/>
                  </a:lnTo>
                  <a:lnTo>
                    <a:pt x="1065092" y="753939"/>
                  </a:lnTo>
                  <a:close/>
                  <a:moveTo>
                    <a:pt x="1159475" y="682896"/>
                  </a:moveTo>
                  <a:lnTo>
                    <a:pt x="1159470" y="670404"/>
                  </a:lnTo>
                  <a:lnTo>
                    <a:pt x="1074223" y="591519"/>
                  </a:lnTo>
                  <a:close/>
                  <a:moveTo>
                    <a:pt x="1845369" y="1389657"/>
                  </a:moveTo>
                  <a:lnTo>
                    <a:pt x="1789305" y="1359300"/>
                  </a:lnTo>
                  <a:lnTo>
                    <a:pt x="1813024" y="1371904"/>
                  </a:lnTo>
                  <a:close/>
                  <a:moveTo>
                    <a:pt x="1422698" y="890360"/>
                  </a:moveTo>
                  <a:lnTo>
                    <a:pt x="1403622" y="968471"/>
                  </a:lnTo>
                  <a:lnTo>
                    <a:pt x="1471260" y="911473"/>
                  </a:lnTo>
                  <a:close/>
                  <a:moveTo>
                    <a:pt x="1269203" y="744560"/>
                  </a:moveTo>
                  <a:lnTo>
                    <a:pt x="1298326" y="752620"/>
                  </a:lnTo>
                  <a:lnTo>
                    <a:pt x="1315799" y="716491"/>
                  </a:lnTo>
                  <a:close/>
                  <a:moveTo>
                    <a:pt x="1222843" y="634681"/>
                  </a:moveTo>
                  <a:lnTo>
                    <a:pt x="1159470" y="670404"/>
                  </a:lnTo>
                  <a:lnTo>
                    <a:pt x="1179367" y="687333"/>
                  </a:lnTo>
                  <a:close/>
                  <a:moveTo>
                    <a:pt x="1315799" y="716491"/>
                  </a:moveTo>
                  <a:lnTo>
                    <a:pt x="1317809" y="714183"/>
                  </a:lnTo>
                  <a:lnTo>
                    <a:pt x="1269203" y="744560"/>
                  </a:lnTo>
                  <a:close/>
                  <a:moveTo>
                    <a:pt x="1269203" y="744560"/>
                  </a:moveTo>
                  <a:lnTo>
                    <a:pt x="1222843" y="634681"/>
                  </a:lnTo>
                  <a:lnTo>
                    <a:pt x="1179367" y="687333"/>
                  </a:lnTo>
                  <a:close/>
                  <a:moveTo>
                    <a:pt x="1317809" y="714183"/>
                  </a:moveTo>
                  <a:lnTo>
                    <a:pt x="1315799" y="716491"/>
                  </a:lnTo>
                  <a:lnTo>
                    <a:pt x="1318854" y="714995"/>
                  </a:lnTo>
                  <a:close/>
                  <a:moveTo>
                    <a:pt x="1980198" y="1340636"/>
                  </a:moveTo>
                  <a:lnTo>
                    <a:pt x="1946958" y="1391424"/>
                  </a:lnTo>
                  <a:lnTo>
                    <a:pt x="1986150" y="1371904"/>
                  </a:lnTo>
                  <a:close/>
                  <a:moveTo>
                    <a:pt x="1345614" y="391975"/>
                  </a:moveTo>
                  <a:lnTo>
                    <a:pt x="1364320" y="429101"/>
                  </a:lnTo>
                  <a:lnTo>
                    <a:pt x="1283288" y="366816"/>
                  </a:lnTo>
                  <a:close/>
                  <a:moveTo>
                    <a:pt x="1019684" y="100241"/>
                  </a:moveTo>
                  <a:lnTo>
                    <a:pt x="1113157" y="159498"/>
                  </a:lnTo>
                  <a:lnTo>
                    <a:pt x="1007665" y="84577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63" name="Candidate_density__2062">
              <a:extLst>
                <a:ext uri="{FF2B5EF4-FFF2-40B4-BE49-F238E27FC236}">
                  <a16:creationId xmlns:a16="http://schemas.microsoft.com/office/drawing/2014/main" id="{7887E582-8E94-14DB-E61B-F90C4CF5F765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666645"/>
              <a:ext cx="2052425" cy="2200292"/>
            </a:xfrm>
            <a:custGeom>
              <a:avLst/>
              <a:gdLst/>
              <a:ahLst/>
              <a:cxnLst/>
              <a:rect l="0" t="0" r="0" b="0"/>
              <a:pathLst>
                <a:path w="2052425" h="2200292">
                  <a:moveTo>
                    <a:pt x="27921" y="2107607"/>
                  </a:moveTo>
                  <a:lnTo>
                    <a:pt x="2807" y="2137985"/>
                  </a:lnTo>
                  <a:lnTo>
                    <a:pt x="49596" y="2091366"/>
                  </a:lnTo>
                  <a:close/>
                  <a:moveTo>
                    <a:pt x="49596" y="2091366"/>
                  </a:moveTo>
                  <a:lnTo>
                    <a:pt x="0" y="2127491"/>
                  </a:lnTo>
                  <a:lnTo>
                    <a:pt x="27921" y="2107607"/>
                  </a:lnTo>
                  <a:close/>
                  <a:moveTo>
                    <a:pt x="49596" y="2091366"/>
                  </a:moveTo>
                  <a:lnTo>
                    <a:pt x="170650" y="2056459"/>
                  </a:lnTo>
                  <a:lnTo>
                    <a:pt x="167320" y="2054870"/>
                  </a:lnTo>
                  <a:close/>
                  <a:moveTo>
                    <a:pt x="122313" y="2135145"/>
                  </a:moveTo>
                  <a:lnTo>
                    <a:pt x="170650" y="2056459"/>
                  </a:lnTo>
                  <a:lnTo>
                    <a:pt x="49596" y="2091366"/>
                  </a:lnTo>
                  <a:close/>
                  <a:moveTo>
                    <a:pt x="81693" y="2173581"/>
                  </a:moveTo>
                  <a:lnTo>
                    <a:pt x="122313" y="2135145"/>
                  </a:lnTo>
                  <a:lnTo>
                    <a:pt x="49596" y="2091366"/>
                  </a:lnTo>
                  <a:close/>
                  <a:moveTo>
                    <a:pt x="107978" y="2037344"/>
                  </a:moveTo>
                  <a:lnTo>
                    <a:pt x="49596" y="2091366"/>
                  </a:lnTo>
                  <a:lnTo>
                    <a:pt x="167320" y="2054870"/>
                  </a:lnTo>
                  <a:close/>
                  <a:moveTo>
                    <a:pt x="167320" y="2054870"/>
                  </a:moveTo>
                  <a:lnTo>
                    <a:pt x="170650" y="2056459"/>
                  </a:lnTo>
                  <a:lnTo>
                    <a:pt x="174983" y="2052930"/>
                  </a:lnTo>
                  <a:close/>
                  <a:moveTo>
                    <a:pt x="170650" y="2056459"/>
                  </a:moveTo>
                  <a:lnTo>
                    <a:pt x="225777" y="2047370"/>
                  </a:lnTo>
                  <a:lnTo>
                    <a:pt x="174983" y="2052930"/>
                  </a:lnTo>
                  <a:close/>
                  <a:moveTo>
                    <a:pt x="231941" y="2014493"/>
                  </a:moveTo>
                  <a:lnTo>
                    <a:pt x="233787" y="1932278"/>
                  </a:lnTo>
                  <a:lnTo>
                    <a:pt x="174983" y="2052930"/>
                  </a:lnTo>
                  <a:close/>
                  <a:moveTo>
                    <a:pt x="304423" y="1847553"/>
                  </a:moveTo>
                  <a:lnTo>
                    <a:pt x="251568" y="1865141"/>
                  </a:lnTo>
                  <a:lnTo>
                    <a:pt x="233787" y="1932278"/>
                  </a:lnTo>
                  <a:close/>
                  <a:moveTo>
                    <a:pt x="350435" y="1826999"/>
                  </a:moveTo>
                  <a:lnTo>
                    <a:pt x="263453" y="1850063"/>
                  </a:lnTo>
                  <a:lnTo>
                    <a:pt x="379950" y="1851278"/>
                  </a:lnTo>
                  <a:close/>
                  <a:moveTo>
                    <a:pt x="379950" y="1851278"/>
                  </a:moveTo>
                  <a:lnTo>
                    <a:pt x="263453" y="1850063"/>
                  </a:lnTo>
                  <a:lnTo>
                    <a:pt x="251568" y="1865141"/>
                  </a:lnTo>
                  <a:close/>
                  <a:moveTo>
                    <a:pt x="379950" y="1851278"/>
                  </a:moveTo>
                  <a:lnTo>
                    <a:pt x="251568" y="1865141"/>
                  </a:lnTo>
                  <a:lnTo>
                    <a:pt x="304423" y="1847553"/>
                  </a:lnTo>
                  <a:close/>
                  <a:moveTo>
                    <a:pt x="350435" y="1826999"/>
                  </a:moveTo>
                  <a:lnTo>
                    <a:pt x="379950" y="1851278"/>
                  </a:lnTo>
                  <a:lnTo>
                    <a:pt x="386485" y="1811627"/>
                  </a:lnTo>
                  <a:close/>
                  <a:moveTo>
                    <a:pt x="386485" y="1811627"/>
                  </a:moveTo>
                  <a:lnTo>
                    <a:pt x="379950" y="1851278"/>
                  </a:lnTo>
                  <a:lnTo>
                    <a:pt x="410470" y="1878285"/>
                  </a:lnTo>
                  <a:close/>
                  <a:moveTo>
                    <a:pt x="518070" y="1228220"/>
                  </a:moveTo>
                  <a:lnTo>
                    <a:pt x="517633" y="1251202"/>
                  </a:lnTo>
                  <a:lnTo>
                    <a:pt x="515998" y="1246805"/>
                  </a:lnTo>
                  <a:close/>
                  <a:moveTo>
                    <a:pt x="514084" y="1164590"/>
                  </a:moveTo>
                  <a:lnTo>
                    <a:pt x="507966" y="1082375"/>
                  </a:lnTo>
                  <a:lnTo>
                    <a:pt x="480569" y="1181243"/>
                  </a:lnTo>
                  <a:close/>
                  <a:moveTo>
                    <a:pt x="507966" y="1082375"/>
                  </a:moveTo>
                  <a:lnTo>
                    <a:pt x="456510" y="1100709"/>
                  </a:lnTo>
                  <a:lnTo>
                    <a:pt x="480569" y="1181243"/>
                  </a:lnTo>
                  <a:close/>
                  <a:moveTo>
                    <a:pt x="229837" y="917945"/>
                  </a:moveTo>
                  <a:lnTo>
                    <a:pt x="217041" y="835730"/>
                  </a:lnTo>
                  <a:lnTo>
                    <a:pt x="192256" y="933583"/>
                  </a:lnTo>
                  <a:close/>
                  <a:moveTo>
                    <a:pt x="518070" y="1228220"/>
                  </a:moveTo>
                  <a:lnTo>
                    <a:pt x="515998" y="1246805"/>
                  </a:lnTo>
                  <a:lnTo>
                    <a:pt x="528729" y="1242181"/>
                  </a:lnTo>
                  <a:close/>
                  <a:moveTo>
                    <a:pt x="622712" y="1126274"/>
                  </a:moveTo>
                  <a:lnTo>
                    <a:pt x="514084" y="1164590"/>
                  </a:lnTo>
                  <a:lnTo>
                    <a:pt x="622985" y="1126617"/>
                  </a:lnTo>
                  <a:close/>
                  <a:moveTo>
                    <a:pt x="514084" y="1164590"/>
                  </a:moveTo>
                  <a:lnTo>
                    <a:pt x="518070" y="1228220"/>
                  </a:lnTo>
                  <a:lnTo>
                    <a:pt x="622985" y="1126617"/>
                  </a:lnTo>
                  <a:close/>
                  <a:moveTo>
                    <a:pt x="507966" y="1082375"/>
                  </a:moveTo>
                  <a:lnTo>
                    <a:pt x="622712" y="1126274"/>
                  </a:lnTo>
                  <a:lnTo>
                    <a:pt x="572592" y="1066929"/>
                  </a:lnTo>
                  <a:close/>
                  <a:moveTo>
                    <a:pt x="507966" y="1082375"/>
                  </a:moveTo>
                  <a:lnTo>
                    <a:pt x="514084" y="1164590"/>
                  </a:lnTo>
                  <a:lnTo>
                    <a:pt x="622712" y="1126274"/>
                  </a:lnTo>
                  <a:close/>
                  <a:moveTo>
                    <a:pt x="623851" y="1126154"/>
                  </a:moveTo>
                  <a:lnTo>
                    <a:pt x="646675" y="1043938"/>
                  </a:lnTo>
                  <a:lnTo>
                    <a:pt x="622712" y="1126274"/>
                  </a:lnTo>
                  <a:close/>
                  <a:moveTo>
                    <a:pt x="646675" y="1043938"/>
                  </a:moveTo>
                  <a:lnTo>
                    <a:pt x="572592" y="1066929"/>
                  </a:lnTo>
                  <a:lnTo>
                    <a:pt x="622712" y="1126274"/>
                  </a:lnTo>
                  <a:close/>
                  <a:moveTo>
                    <a:pt x="622712" y="1126274"/>
                  </a:moveTo>
                  <a:lnTo>
                    <a:pt x="622985" y="1126617"/>
                  </a:lnTo>
                  <a:lnTo>
                    <a:pt x="623851" y="1126154"/>
                  </a:lnTo>
                  <a:close/>
                  <a:moveTo>
                    <a:pt x="623210" y="1125869"/>
                  </a:moveTo>
                  <a:lnTo>
                    <a:pt x="623851" y="1126154"/>
                  </a:lnTo>
                  <a:lnTo>
                    <a:pt x="622985" y="1126617"/>
                  </a:lnTo>
                  <a:close/>
                  <a:moveTo>
                    <a:pt x="623210" y="1125869"/>
                  </a:moveTo>
                  <a:lnTo>
                    <a:pt x="658063" y="1042568"/>
                  </a:lnTo>
                  <a:lnTo>
                    <a:pt x="623851" y="1126154"/>
                  </a:lnTo>
                  <a:close/>
                  <a:moveTo>
                    <a:pt x="623851" y="1126154"/>
                  </a:moveTo>
                  <a:lnTo>
                    <a:pt x="675178" y="1005502"/>
                  </a:lnTo>
                  <a:lnTo>
                    <a:pt x="646675" y="1043938"/>
                  </a:lnTo>
                  <a:close/>
                  <a:moveTo>
                    <a:pt x="1821076" y="2156513"/>
                  </a:moveTo>
                  <a:lnTo>
                    <a:pt x="1851418" y="2200292"/>
                  </a:lnTo>
                  <a:lnTo>
                    <a:pt x="1846685" y="2118077"/>
                  </a:lnTo>
                  <a:close/>
                  <a:moveTo>
                    <a:pt x="493733" y="758857"/>
                  </a:moveTo>
                  <a:lnTo>
                    <a:pt x="510100" y="768015"/>
                  </a:lnTo>
                  <a:lnTo>
                    <a:pt x="517544" y="750813"/>
                  </a:lnTo>
                  <a:close/>
                  <a:moveTo>
                    <a:pt x="505760" y="751788"/>
                  </a:moveTo>
                  <a:lnTo>
                    <a:pt x="493733" y="758857"/>
                  </a:lnTo>
                  <a:lnTo>
                    <a:pt x="517544" y="750813"/>
                  </a:lnTo>
                  <a:close/>
                  <a:moveTo>
                    <a:pt x="683871" y="36131"/>
                  </a:moveTo>
                  <a:lnTo>
                    <a:pt x="591338" y="50767"/>
                  </a:lnTo>
                  <a:lnTo>
                    <a:pt x="695004" y="41219"/>
                  </a:lnTo>
                  <a:close/>
                  <a:moveTo>
                    <a:pt x="591338" y="50767"/>
                  </a:moveTo>
                  <a:lnTo>
                    <a:pt x="636671" y="101777"/>
                  </a:lnTo>
                  <a:lnTo>
                    <a:pt x="695004" y="41219"/>
                  </a:lnTo>
                  <a:close/>
                  <a:moveTo>
                    <a:pt x="683871" y="36131"/>
                  </a:moveTo>
                  <a:lnTo>
                    <a:pt x="695004" y="41219"/>
                  </a:lnTo>
                  <a:lnTo>
                    <a:pt x="699891" y="29605"/>
                  </a:lnTo>
                  <a:close/>
                  <a:moveTo>
                    <a:pt x="648378" y="104487"/>
                  </a:moveTo>
                  <a:lnTo>
                    <a:pt x="695004" y="41219"/>
                  </a:lnTo>
                  <a:lnTo>
                    <a:pt x="636671" y="101777"/>
                  </a:lnTo>
                  <a:close/>
                  <a:moveTo>
                    <a:pt x="648378" y="104487"/>
                  </a:moveTo>
                  <a:lnTo>
                    <a:pt x="742419" y="88625"/>
                  </a:lnTo>
                  <a:lnTo>
                    <a:pt x="695004" y="41219"/>
                  </a:lnTo>
                  <a:close/>
                  <a:moveTo>
                    <a:pt x="742419" y="88625"/>
                  </a:moveTo>
                  <a:lnTo>
                    <a:pt x="699891" y="29605"/>
                  </a:lnTo>
                  <a:lnTo>
                    <a:pt x="695004" y="41219"/>
                  </a:lnTo>
                  <a:close/>
                  <a:moveTo>
                    <a:pt x="802844" y="0"/>
                  </a:moveTo>
                  <a:lnTo>
                    <a:pt x="699891" y="29605"/>
                  </a:lnTo>
                  <a:lnTo>
                    <a:pt x="742419" y="88625"/>
                  </a:lnTo>
                  <a:close/>
                  <a:moveTo>
                    <a:pt x="1442443" y="454759"/>
                  </a:moveTo>
                  <a:lnTo>
                    <a:pt x="1438481" y="528238"/>
                  </a:lnTo>
                  <a:lnTo>
                    <a:pt x="1494925" y="501549"/>
                  </a:lnTo>
                  <a:close/>
                  <a:moveTo>
                    <a:pt x="1944964" y="900877"/>
                  </a:moveTo>
                  <a:lnTo>
                    <a:pt x="2052425" y="951824"/>
                  </a:lnTo>
                  <a:lnTo>
                    <a:pt x="2021055" y="877236"/>
                  </a:lnTo>
                  <a:close/>
                  <a:moveTo>
                    <a:pt x="1293125" y="23391"/>
                  </a:moveTo>
                  <a:lnTo>
                    <a:pt x="1183346" y="72620"/>
                  </a:lnTo>
                  <a:lnTo>
                    <a:pt x="1281096" y="4029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64" name="Candidate_density__2063">
              <a:extLst>
                <a:ext uri="{FF2B5EF4-FFF2-40B4-BE49-F238E27FC236}">
                  <a16:creationId xmlns:a16="http://schemas.microsoft.com/office/drawing/2014/main" id="{D94ED9F9-3662-B95B-9F4C-8B6F41ECE247}"/>
                </a:ext>
              </a:extLst>
            </p:cNvPr>
            <p:cNvSpPr>
              <a:spLocks noGrp="1"/>
            </p:cNvSpPr>
            <p:nvPr/>
          </p:nvSpPr>
          <p:spPr>
            <a:xfrm>
              <a:off x="4334437" y="2396127"/>
              <a:ext cx="2369173" cy="2873138"/>
            </a:xfrm>
            <a:custGeom>
              <a:avLst/>
              <a:gdLst/>
              <a:ahLst/>
              <a:cxnLst/>
              <a:rect l="0" t="0" r="0" b="0"/>
              <a:pathLst>
                <a:path w="2369173" h="2873138">
                  <a:moveTo>
                    <a:pt x="134543" y="2361884"/>
                  </a:moveTo>
                  <a:lnTo>
                    <a:pt x="162868" y="2482536"/>
                  </a:lnTo>
                  <a:lnTo>
                    <a:pt x="166639" y="2444099"/>
                  </a:lnTo>
                  <a:close/>
                  <a:moveTo>
                    <a:pt x="166639" y="2444099"/>
                  </a:moveTo>
                  <a:lnTo>
                    <a:pt x="248873" y="2526314"/>
                  </a:lnTo>
                  <a:lnTo>
                    <a:pt x="264534" y="2487878"/>
                  </a:lnTo>
                  <a:close/>
                  <a:moveTo>
                    <a:pt x="831886" y="2873138"/>
                  </a:moveTo>
                  <a:lnTo>
                    <a:pt x="900751" y="2862379"/>
                  </a:lnTo>
                  <a:lnTo>
                    <a:pt x="882841" y="2860517"/>
                  </a:lnTo>
                  <a:close/>
                  <a:moveTo>
                    <a:pt x="797254" y="2743653"/>
                  </a:moveTo>
                  <a:lnTo>
                    <a:pt x="669406" y="2759513"/>
                  </a:lnTo>
                  <a:lnTo>
                    <a:pt x="726304" y="2757041"/>
                  </a:lnTo>
                  <a:close/>
                  <a:moveTo>
                    <a:pt x="836421" y="2854086"/>
                  </a:moveTo>
                  <a:lnTo>
                    <a:pt x="831886" y="2873138"/>
                  </a:lnTo>
                  <a:lnTo>
                    <a:pt x="882841" y="2860517"/>
                  </a:lnTo>
                  <a:close/>
                  <a:moveTo>
                    <a:pt x="751206" y="2762680"/>
                  </a:moveTo>
                  <a:lnTo>
                    <a:pt x="797254" y="2743653"/>
                  </a:lnTo>
                  <a:lnTo>
                    <a:pt x="726304" y="2757041"/>
                  </a:lnTo>
                  <a:close/>
                  <a:moveTo>
                    <a:pt x="751206" y="2762680"/>
                  </a:moveTo>
                  <a:lnTo>
                    <a:pt x="824902" y="2763358"/>
                  </a:lnTo>
                  <a:lnTo>
                    <a:pt x="797254" y="2743653"/>
                  </a:lnTo>
                  <a:close/>
                  <a:moveTo>
                    <a:pt x="587318" y="2134681"/>
                  </a:moveTo>
                  <a:lnTo>
                    <a:pt x="584940" y="2076754"/>
                  </a:lnTo>
                  <a:lnTo>
                    <a:pt x="495417" y="2148803"/>
                  </a:lnTo>
                  <a:close/>
                  <a:moveTo>
                    <a:pt x="471432" y="2082145"/>
                  </a:moveTo>
                  <a:lnTo>
                    <a:pt x="584940" y="2076754"/>
                  </a:lnTo>
                  <a:lnTo>
                    <a:pt x="543580" y="2043708"/>
                  </a:lnTo>
                  <a:close/>
                  <a:moveTo>
                    <a:pt x="480354" y="1961493"/>
                  </a:moveTo>
                  <a:lnTo>
                    <a:pt x="507824" y="1999124"/>
                  </a:lnTo>
                  <a:lnTo>
                    <a:pt x="471432" y="2082145"/>
                  </a:lnTo>
                  <a:close/>
                  <a:moveTo>
                    <a:pt x="543580" y="2043708"/>
                  </a:moveTo>
                  <a:lnTo>
                    <a:pt x="480354" y="1961493"/>
                  </a:lnTo>
                  <a:lnTo>
                    <a:pt x="471432" y="2082145"/>
                  </a:lnTo>
                  <a:close/>
                  <a:moveTo>
                    <a:pt x="0" y="1265336"/>
                  </a:moveTo>
                  <a:lnTo>
                    <a:pt x="1715" y="1183120"/>
                  </a:lnTo>
                  <a:lnTo>
                    <a:pt x="9519" y="1200446"/>
                  </a:lnTo>
                  <a:close/>
                  <a:moveTo>
                    <a:pt x="714463" y="1891722"/>
                  </a:moveTo>
                  <a:lnTo>
                    <a:pt x="728877" y="1840504"/>
                  </a:lnTo>
                  <a:lnTo>
                    <a:pt x="661071" y="1835036"/>
                  </a:lnTo>
                  <a:close/>
                  <a:moveTo>
                    <a:pt x="714463" y="1891722"/>
                  </a:moveTo>
                  <a:lnTo>
                    <a:pt x="727651" y="1901268"/>
                  </a:lnTo>
                  <a:lnTo>
                    <a:pt x="775074" y="1884620"/>
                  </a:lnTo>
                  <a:close/>
                  <a:moveTo>
                    <a:pt x="602580" y="1521720"/>
                  </a:moveTo>
                  <a:lnTo>
                    <a:pt x="603017" y="1498738"/>
                  </a:lnTo>
                  <a:lnTo>
                    <a:pt x="624475" y="1555759"/>
                  </a:lnTo>
                  <a:close/>
                  <a:moveTo>
                    <a:pt x="624475" y="1555759"/>
                  </a:moveTo>
                  <a:lnTo>
                    <a:pt x="603017" y="1498738"/>
                  </a:lnTo>
                  <a:lnTo>
                    <a:pt x="599031" y="1435108"/>
                  </a:lnTo>
                  <a:close/>
                  <a:moveTo>
                    <a:pt x="599031" y="1435108"/>
                  </a:moveTo>
                  <a:lnTo>
                    <a:pt x="565516" y="1451761"/>
                  </a:lnTo>
                  <a:lnTo>
                    <a:pt x="624475" y="1555759"/>
                  </a:lnTo>
                  <a:close/>
                  <a:moveTo>
                    <a:pt x="498270" y="1473545"/>
                  </a:moveTo>
                  <a:lnTo>
                    <a:pt x="546780" y="1503677"/>
                  </a:lnTo>
                  <a:lnTo>
                    <a:pt x="565516" y="1451761"/>
                  </a:lnTo>
                  <a:close/>
                  <a:moveTo>
                    <a:pt x="239743" y="1134462"/>
                  </a:moveTo>
                  <a:lnTo>
                    <a:pt x="221471" y="1123376"/>
                  </a:lnTo>
                  <a:lnTo>
                    <a:pt x="189434" y="1114771"/>
                  </a:lnTo>
                  <a:close/>
                  <a:moveTo>
                    <a:pt x="221471" y="1123376"/>
                  </a:moveTo>
                  <a:lnTo>
                    <a:pt x="239743" y="1134462"/>
                  </a:lnTo>
                  <a:lnTo>
                    <a:pt x="330527" y="1037260"/>
                  </a:lnTo>
                  <a:close/>
                  <a:moveTo>
                    <a:pt x="1069920" y="1928399"/>
                  </a:moveTo>
                  <a:lnTo>
                    <a:pt x="1110686" y="2003538"/>
                  </a:lnTo>
                  <a:lnTo>
                    <a:pt x="1102728" y="1918530"/>
                  </a:lnTo>
                  <a:close/>
                  <a:moveTo>
                    <a:pt x="310496" y="1076942"/>
                  </a:moveTo>
                  <a:lnTo>
                    <a:pt x="330527" y="1037260"/>
                  </a:lnTo>
                  <a:lnTo>
                    <a:pt x="301988" y="1106248"/>
                  </a:lnTo>
                  <a:close/>
                  <a:moveTo>
                    <a:pt x="1661456" y="2262601"/>
                  </a:moveTo>
                  <a:lnTo>
                    <a:pt x="1636646" y="2361524"/>
                  </a:lnTo>
                  <a:lnTo>
                    <a:pt x="1669409" y="2268818"/>
                  </a:lnTo>
                  <a:close/>
                  <a:moveTo>
                    <a:pt x="1661456" y="2262601"/>
                  </a:moveTo>
                  <a:lnTo>
                    <a:pt x="1576569" y="2200363"/>
                  </a:lnTo>
                  <a:lnTo>
                    <a:pt x="1530286" y="2242519"/>
                  </a:lnTo>
                  <a:close/>
                  <a:moveTo>
                    <a:pt x="1556618" y="2180386"/>
                  </a:moveTo>
                  <a:lnTo>
                    <a:pt x="1530286" y="2242519"/>
                  </a:lnTo>
                  <a:lnTo>
                    <a:pt x="1576569" y="2200363"/>
                  </a:lnTo>
                  <a:close/>
                  <a:moveTo>
                    <a:pt x="545411" y="1068153"/>
                  </a:moveTo>
                  <a:lnTo>
                    <a:pt x="578680" y="1029375"/>
                  </a:lnTo>
                  <a:lnTo>
                    <a:pt x="536279" y="1067811"/>
                  </a:lnTo>
                  <a:close/>
                  <a:moveTo>
                    <a:pt x="494526" y="948420"/>
                  </a:moveTo>
                  <a:lnTo>
                    <a:pt x="590707" y="1022306"/>
                  </a:lnTo>
                  <a:lnTo>
                    <a:pt x="541041" y="971197"/>
                  </a:lnTo>
                  <a:close/>
                  <a:moveTo>
                    <a:pt x="1661456" y="2262601"/>
                  </a:moveTo>
                  <a:lnTo>
                    <a:pt x="1669409" y="2268818"/>
                  </a:lnTo>
                  <a:lnTo>
                    <a:pt x="1675036" y="2256675"/>
                  </a:lnTo>
                  <a:close/>
                  <a:moveTo>
                    <a:pt x="1675036" y="2256675"/>
                  </a:moveTo>
                  <a:lnTo>
                    <a:pt x="1576569" y="2200363"/>
                  </a:lnTo>
                  <a:lnTo>
                    <a:pt x="1661456" y="2262601"/>
                  </a:lnTo>
                  <a:close/>
                  <a:moveTo>
                    <a:pt x="1585794" y="2168542"/>
                  </a:moveTo>
                  <a:lnTo>
                    <a:pt x="1576569" y="2200363"/>
                  </a:lnTo>
                  <a:lnTo>
                    <a:pt x="1675036" y="2256675"/>
                  </a:lnTo>
                  <a:close/>
                  <a:moveTo>
                    <a:pt x="1669409" y="2268818"/>
                  </a:moveTo>
                  <a:lnTo>
                    <a:pt x="1764723" y="2224165"/>
                  </a:lnTo>
                  <a:lnTo>
                    <a:pt x="1675036" y="2256675"/>
                  </a:lnTo>
                  <a:close/>
                  <a:moveTo>
                    <a:pt x="1847441" y="2306380"/>
                  </a:moveTo>
                  <a:lnTo>
                    <a:pt x="1795403" y="2246030"/>
                  </a:lnTo>
                  <a:lnTo>
                    <a:pt x="1853797" y="2332621"/>
                  </a:lnTo>
                  <a:close/>
                  <a:moveTo>
                    <a:pt x="1556618" y="2180386"/>
                  </a:moveTo>
                  <a:lnTo>
                    <a:pt x="1576569" y="2200363"/>
                  </a:lnTo>
                  <a:lnTo>
                    <a:pt x="1585794" y="2168542"/>
                  </a:lnTo>
                  <a:close/>
                  <a:moveTo>
                    <a:pt x="1218586" y="1566444"/>
                  </a:moveTo>
                  <a:lnTo>
                    <a:pt x="1205124" y="1647568"/>
                  </a:lnTo>
                  <a:lnTo>
                    <a:pt x="1180967" y="1654738"/>
                  </a:lnTo>
                  <a:close/>
                  <a:moveTo>
                    <a:pt x="651409" y="990938"/>
                  </a:moveTo>
                  <a:lnTo>
                    <a:pt x="595047" y="1038533"/>
                  </a:lnTo>
                  <a:lnTo>
                    <a:pt x="655801" y="1111590"/>
                  </a:lnTo>
                  <a:close/>
                  <a:moveTo>
                    <a:pt x="1847441" y="2306380"/>
                  </a:moveTo>
                  <a:lnTo>
                    <a:pt x="1853797" y="2332621"/>
                  </a:lnTo>
                  <a:lnTo>
                    <a:pt x="1899624" y="2357035"/>
                  </a:lnTo>
                  <a:close/>
                  <a:moveTo>
                    <a:pt x="2038782" y="2443008"/>
                  </a:moveTo>
                  <a:lnTo>
                    <a:pt x="2022620" y="2538241"/>
                  </a:lnTo>
                  <a:lnTo>
                    <a:pt x="2089293" y="2432373"/>
                  </a:lnTo>
                  <a:close/>
                  <a:moveTo>
                    <a:pt x="1936365" y="2470810"/>
                  </a:moveTo>
                  <a:lnTo>
                    <a:pt x="2022620" y="2538241"/>
                  </a:lnTo>
                  <a:lnTo>
                    <a:pt x="2038782" y="2443008"/>
                  </a:lnTo>
                  <a:close/>
                  <a:moveTo>
                    <a:pt x="1931632" y="2388595"/>
                  </a:moveTo>
                  <a:lnTo>
                    <a:pt x="2015133" y="2350158"/>
                  </a:lnTo>
                  <a:lnTo>
                    <a:pt x="1899624" y="2357035"/>
                  </a:lnTo>
                  <a:close/>
                  <a:moveTo>
                    <a:pt x="2015133" y="2350158"/>
                  </a:moveTo>
                  <a:lnTo>
                    <a:pt x="1949539" y="2328456"/>
                  </a:lnTo>
                  <a:lnTo>
                    <a:pt x="1899624" y="2357035"/>
                  </a:lnTo>
                  <a:close/>
                  <a:moveTo>
                    <a:pt x="1859701" y="2267943"/>
                  </a:moveTo>
                  <a:lnTo>
                    <a:pt x="1899624" y="2357035"/>
                  </a:lnTo>
                  <a:lnTo>
                    <a:pt x="1949539" y="2328456"/>
                  </a:lnTo>
                  <a:close/>
                  <a:moveTo>
                    <a:pt x="1859701" y="2267943"/>
                  </a:moveTo>
                  <a:lnTo>
                    <a:pt x="1847441" y="2306380"/>
                  </a:lnTo>
                  <a:lnTo>
                    <a:pt x="1899624" y="2357035"/>
                  </a:lnTo>
                  <a:close/>
                  <a:moveTo>
                    <a:pt x="2089293" y="2432373"/>
                  </a:moveTo>
                  <a:lnTo>
                    <a:pt x="2142466" y="2492463"/>
                  </a:lnTo>
                  <a:lnTo>
                    <a:pt x="2148064" y="2414756"/>
                  </a:lnTo>
                  <a:close/>
                  <a:moveTo>
                    <a:pt x="2106684" y="2348305"/>
                  </a:moveTo>
                  <a:lnTo>
                    <a:pt x="2148064" y="2414756"/>
                  </a:lnTo>
                  <a:lnTo>
                    <a:pt x="2158859" y="2432373"/>
                  </a:lnTo>
                  <a:close/>
                  <a:moveTo>
                    <a:pt x="2035922" y="2345241"/>
                  </a:moveTo>
                  <a:lnTo>
                    <a:pt x="1949539" y="2328456"/>
                  </a:lnTo>
                  <a:lnTo>
                    <a:pt x="2015133" y="2350158"/>
                  </a:lnTo>
                  <a:close/>
                  <a:moveTo>
                    <a:pt x="2020813" y="2257432"/>
                  </a:moveTo>
                  <a:lnTo>
                    <a:pt x="1962383" y="2244343"/>
                  </a:lnTo>
                  <a:lnTo>
                    <a:pt x="2035922" y="2345241"/>
                  </a:lnTo>
                  <a:close/>
                  <a:moveTo>
                    <a:pt x="2106684" y="2348305"/>
                  </a:moveTo>
                  <a:lnTo>
                    <a:pt x="2102605" y="2343431"/>
                  </a:lnTo>
                  <a:lnTo>
                    <a:pt x="2020813" y="2257432"/>
                  </a:lnTo>
                  <a:close/>
                  <a:moveTo>
                    <a:pt x="2035922" y="2345241"/>
                  </a:moveTo>
                  <a:lnTo>
                    <a:pt x="2106684" y="2348305"/>
                  </a:lnTo>
                  <a:lnTo>
                    <a:pt x="2020813" y="2257432"/>
                  </a:lnTo>
                  <a:close/>
                  <a:moveTo>
                    <a:pt x="2106684" y="2348305"/>
                  </a:moveTo>
                  <a:lnTo>
                    <a:pt x="2109671" y="2350158"/>
                  </a:lnTo>
                  <a:lnTo>
                    <a:pt x="2102605" y="2343431"/>
                  </a:lnTo>
                  <a:close/>
                  <a:moveTo>
                    <a:pt x="1962383" y="2244343"/>
                  </a:moveTo>
                  <a:lnTo>
                    <a:pt x="2020813" y="2257432"/>
                  </a:lnTo>
                  <a:lnTo>
                    <a:pt x="1935946" y="2165744"/>
                  </a:lnTo>
                  <a:close/>
                  <a:moveTo>
                    <a:pt x="1717094" y="1856868"/>
                  </a:moveTo>
                  <a:lnTo>
                    <a:pt x="1705589" y="1736216"/>
                  </a:lnTo>
                  <a:lnTo>
                    <a:pt x="1663410" y="1774653"/>
                  </a:lnTo>
                  <a:close/>
                  <a:moveTo>
                    <a:pt x="1663410" y="1774653"/>
                  </a:moveTo>
                  <a:lnTo>
                    <a:pt x="1705589" y="1736216"/>
                  </a:lnTo>
                  <a:lnTo>
                    <a:pt x="1645958" y="1750735"/>
                  </a:lnTo>
                  <a:close/>
                  <a:moveTo>
                    <a:pt x="1705589" y="1736216"/>
                  </a:moveTo>
                  <a:lnTo>
                    <a:pt x="1698499" y="1731974"/>
                  </a:lnTo>
                  <a:lnTo>
                    <a:pt x="1645958" y="1750735"/>
                  </a:lnTo>
                  <a:close/>
                  <a:moveTo>
                    <a:pt x="1629507" y="1654001"/>
                  </a:moveTo>
                  <a:lnTo>
                    <a:pt x="1645958" y="1750735"/>
                  </a:lnTo>
                  <a:lnTo>
                    <a:pt x="1698499" y="1731974"/>
                  </a:lnTo>
                  <a:close/>
                  <a:moveTo>
                    <a:pt x="1139138" y="1160710"/>
                  </a:moveTo>
                  <a:lnTo>
                    <a:pt x="1032203" y="1114536"/>
                  </a:lnTo>
                  <a:lnTo>
                    <a:pt x="1030362" y="1116932"/>
                  </a:lnTo>
                  <a:close/>
                  <a:moveTo>
                    <a:pt x="1028417" y="1113797"/>
                  </a:moveTo>
                  <a:lnTo>
                    <a:pt x="1030362" y="1116932"/>
                  </a:lnTo>
                  <a:lnTo>
                    <a:pt x="1032203" y="1114536"/>
                  </a:lnTo>
                  <a:close/>
                  <a:moveTo>
                    <a:pt x="1055793" y="1078495"/>
                  </a:moveTo>
                  <a:lnTo>
                    <a:pt x="1028417" y="1113797"/>
                  </a:lnTo>
                  <a:lnTo>
                    <a:pt x="1032203" y="1114536"/>
                  </a:lnTo>
                  <a:close/>
                  <a:moveTo>
                    <a:pt x="364247" y="92913"/>
                  </a:moveTo>
                  <a:lnTo>
                    <a:pt x="438987" y="92743"/>
                  </a:lnTo>
                  <a:lnTo>
                    <a:pt x="397473" y="26400"/>
                  </a:lnTo>
                  <a:close/>
                  <a:moveTo>
                    <a:pt x="364247" y="92913"/>
                  </a:moveTo>
                  <a:lnTo>
                    <a:pt x="397473" y="26400"/>
                  </a:lnTo>
                  <a:lnTo>
                    <a:pt x="334148" y="17291"/>
                  </a:lnTo>
                  <a:close/>
                  <a:moveTo>
                    <a:pt x="364247" y="92913"/>
                  </a:moveTo>
                  <a:lnTo>
                    <a:pt x="334148" y="17291"/>
                  </a:lnTo>
                  <a:lnTo>
                    <a:pt x="359600" y="91914"/>
                  </a:lnTo>
                  <a:close/>
                  <a:moveTo>
                    <a:pt x="334148" y="17291"/>
                  </a:moveTo>
                  <a:lnTo>
                    <a:pt x="298489" y="9699"/>
                  </a:lnTo>
                  <a:lnTo>
                    <a:pt x="359600" y="91914"/>
                  </a:lnTo>
                  <a:close/>
                  <a:moveTo>
                    <a:pt x="2247648" y="2311722"/>
                  </a:moveTo>
                  <a:lnTo>
                    <a:pt x="2322286" y="2273286"/>
                  </a:lnTo>
                  <a:lnTo>
                    <a:pt x="2206345" y="2237437"/>
                  </a:lnTo>
                  <a:close/>
                  <a:moveTo>
                    <a:pt x="2322286" y="2273286"/>
                  </a:moveTo>
                  <a:lnTo>
                    <a:pt x="2261602" y="2228831"/>
                  </a:lnTo>
                  <a:lnTo>
                    <a:pt x="2206345" y="2237437"/>
                  </a:lnTo>
                  <a:close/>
                  <a:moveTo>
                    <a:pt x="2224435" y="2191071"/>
                  </a:moveTo>
                  <a:lnTo>
                    <a:pt x="2206345" y="2237437"/>
                  </a:lnTo>
                  <a:lnTo>
                    <a:pt x="2261602" y="2228831"/>
                  </a:lnTo>
                  <a:close/>
                  <a:moveTo>
                    <a:pt x="2224435" y="2191071"/>
                  </a:moveTo>
                  <a:lnTo>
                    <a:pt x="2199738" y="2229507"/>
                  </a:lnTo>
                  <a:lnTo>
                    <a:pt x="2206345" y="2237437"/>
                  </a:lnTo>
                  <a:close/>
                  <a:moveTo>
                    <a:pt x="2158812" y="2147292"/>
                  </a:moveTo>
                  <a:lnTo>
                    <a:pt x="2199738" y="2229507"/>
                  </a:lnTo>
                  <a:lnTo>
                    <a:pt x="2224435" y="2191071"/>
                  </a:lnTo>
                  <a:close/>
                  <a:moveTo>
                    <a:pt x="2119995" y="2037207"/>
                  </a:moveTo>
                  <a:lnTo>
                    <a:pt x="2176542" y="2126011"/>
                  </a:lnTo>
                  <a:lnTo>
                    <a:pt x="2182752" y="2108855"/>
                  </a:lnTo>
                  <a:close/>
                  <a:moveTo>
                    <a:pt x="2182752" y="2108855"/>
                  </a:moveTo>
                  <a:lnTo>
                    <a:pt x="2141835" y="2059702"/>
                  </a:lnTo>
                  <a:lnTo>
                    <a:pt x="2119995" y="2037207"/>
                  </a:lnTo>
                  <a:close/>
                  <a:moveTo>
                    <a:pt x="1698499" y="1731974"/>
                  </a:moveTo>
                  <a:lnTo>
                    <a:pt x="1705589" y="1736216"/>
                  </a:lnTo>
                  <a:lnTo>
                    <a:pt x="1703053" y="1733437"/>
                  </a:lnTo>
                  <a:close/>
                  <a:moveTo>
                    <a:pt x="1430116" y="1325141"/>
                  </a:moveTo>
                  <a:lnTo>
                    <a:pt x="1497582" y="1322893"/>
                  </a:lnTo>
                  <a:lnTo>
                    <a:pt x="1477679" y="1368919"/>
                  </a:lnTo>
                  <a:close/>
                  <a:moveTo>
                    <a:pt x="1499580" y="1377304"/>
                  </a:moveTo>
                  <a:lnTo>
                    <a:pt x="1441727" y="1329261"/>
                  </a:lnTo>
                  <a:lnTo>
                    <a:pt x="1430116" y="1325141"/>
                  </a:lnTo>
                  <a:close/>
                  <a:moveTo>
                    <a:pt x="1477679" y="1368919"/>
                  </a:moveTo>
                  <a:lnTo>
                    <a:pt x="1499580" y="1377304"/>
                  </a:lnTo>
                  <a:lnTo>
                    <a:pt x="1430116" y="1325141"/>
                  </a:lnTo>
                  <a:close/>
                  <a:moveTo>
                    <a:pt x="1542106" y="1368919"/>
                  </a:moveTo>
                  <a:lnTo>
                    <a:pt x="1449790" y="1317690"/>
                  </a:lnTo>
                  <a:lnTo>
                    <a:pt x="1451368" y="1325141"/>
                  </a:lnTo>
                  <a:close/>
                  <a:moveTo>
                    <a:pt x="1441727" y="1329261"/>
                  </a:moveTo>
                  <a:lnTo>
                    <a:pt x="1499580" y="1377304"/>
                  </a:lnTo>
                  <a:lnTo>
                    <a:pt x="1542106" y="1368919"/>
                  </a:lnTo>
                  <a:close/>
                  <a:moveTo>
                    <a:pt x="1451368" y="1325141"/>
                  </a:moveTo>
                  <a:lnTo>
                    <a:pt x="1441727" y="1329261"/>
                  </a:lnTo>
                  <a:lnTo>
                    <a:pt x="1542106" y="1368919"/>
                  </a:lnTo>
                  <a:close/>
                  <a:moveTo>
                    <a:pt x="1342082" y="1160710"/>
                  </a:moveTo>
                  <a:lnTo>
                    <a:pt x="1359569" y="1085541"/>
                  </a:lnTo>
                  <a:lnTo>
                    <a:pt x="1375705" y="1040059"/>
                  </a:lnTo>
                  <a:close/>
                  <a:moveTo>
                    <a:pt x="618641" y="307556"/>
                  </a:moveTo>
                  <a:lnTo>
                    <a:pt x="721617" y="372295"/>
                  </a:lnTo>
                  <a:lnTo>
                    <a:pt x="676285" y="321285"/>
                  </a:lnTo>
                  <a:close/>
                  <a:moveTo>
                    <a:pt x="359600" y="91914"/>
                  </a:moveTo>
                  <a:lnTo>
                    <a:pt x="302547" y="82483"/>
                  </a:lnTo>
                  <a:lnTo>
                    <a:pt x="367183" y="98297"/>
                  </a:lnTo>
                  <a:close/>
                  <a:moveTo>
                    <a:pt x="426557" y="105086"/>
                  </a:moveTo>
                  <a:lnTo>
                    <a:pt x="440520" y="93835"/>
                  </a:lnTo>
                  <a:lnTo>
                    <a:pt x="367183" y="98297"/>
                  </a:lnTo>
                  <a:close/>
                  <a:moveTo>
                    <a:pt x="2322286" y="2273286"/>
                  </a:moveTo>
                  <a:lnTo>
                    <a:pt x="2359991" y="2318034"/>
                  </a:lnTo>
                  <a:lnTo>
                    <a:pt x="2369173" y="2256091"/>
                  </a:lnTo>
                  <a:close/>
                  <a:moveTo>
                    <a:pt x="2369173" y="2256091"/>
                  </a:moveTo>
                  <a:lnTo>
                    <a:pt x="2261602" y="2228831"/>
                  </a:lnTo>
                  <a:lnTo>
                    <a:pt x="2322286" y="2273286"/>
                  </a:lnTo>
                  <a:close/>
                  <a:moveTo>
                    <a:pt x="2296683" y="2154339"/>
                  </a:moveTo>
                  <a:lnTo>
                    <a:pt x="2261602" y="2228831"/>
                  </a:lnTo>
                  <a:lnTo>
                    <a:pt x="2369173" y="2256091"/>
                  </a:lnTo>
                  <a:close/>
                  <a:moveTo>
                    <a:pt x="2224435" y="2191071"/>
                  </a:moveTo>
                  <a:lnTo>
                    <a:pt x="2261602" y="2228831"/>
                  </a:lnTo>
                  <a:lnTo>
                    <a:pt x="2296683" y="2154339"/>
                  </a:lnTo>
                  <a:close/>
                  <a:moveTo>
                    <a:pt x="2182752" y="2108855"/>
                  </a:moveTo>
                  <a:lnTo>
                    <a:pt x="2224435" y="2191071"/>
                  </a:lnTo>
                  <a:lnTo>
                    <a:pt x="2222961" y="2070419"/>
                  </a:lnTo>
                  <a:close/>
                  <a:moveTo>
                    <a:pt x="2182752" y="2108855"/>
                  </a:moveTo>
                  <a:lnTo>
                    <a:pt x="2222961" y="2070419"/>
                  </a:lnTo>
                  <a:lnTo>
                    <a:pt x="2141835" y="2059702"/>
                  </a:lnTo>
                  <a:close/>
                  <a:moveTo>
                    <a:pt x="2143395" y="1988204"/>
                  </a:moveTo>
                  <a:lnTo>
                    <a:pt x="2113219" y="2026640"/>
                  </a:lnTo>
                  <a:lnTo>
                    <a:pt x="2141835" y="2059702"/>
                  </a:lnTo>
                  <a:close/>
                  <a:moveTo>
                    <a:pt x="1863403" y="1494913"/>
                  </a:moveTo>
                  <a:lnTo>
                    <a:pt x="1860143" y="1563815"/>
                  </a:lnTo>
                  <a:lnTo>
                    <a:pt x="1919864" y="1571901"/>
                  </a:lnTo>
                  <a:close/>
                  <a:moveTo>
                    <a:pt x="1704309" y="1332047"/>
                  </a:moveTo>
                  <a:lnTo>
                    <a:pt x="1707894" y="1330483"/>
                  </a:lnTo>
                  <a:lnTo>
                    <a:pt x="1705605" y="1328138"/>
                  </a:lnTo>
                  <a:close/>
                  <a:moveTo>
                    <a:pt x="1450974" y="1148633"/>
                  </a:moveTo>
                  <a:lnTo>
                    <a:pt x="1542013" y="1083837"/>
                  </a:lnTo>
                  <a:lnTo>
                    <a:pt x="1463880" y="1106050"/>
                  </a:lnTo>
                  <a:close/>
                  <a:moveTo>
                    <a:pt x="1531194" y="1169905"/>
                  </a:moveTo>
                  <a:lnTo>
                    <a:pt x="1580043" y="1137339"/>
                  </a:lnTo>
                  <a:lnTo>
                    <a:pt x="1450974" y="1148633"/>
                  </a:lnTo>
                  <a:close/>
                  <a:moveTo>
                    <a:pt x="1463880" y="1106050"/>
                  </a:moveTo>
                  <a:lnTo>
                    <a:pt x="1559229" y="1059519"/>
                  </a:lnTo>
                  <a:lnTo>
                    <a:pt x="1515064" y="1024939"/>
                  </a:lnTo>
                  <a:close/>
                  <a:moveTo>
                    <a:pt x="1463880" y="1106050"/>
                  </a:moveTo>
                  <a:lnTo>
                    <a:pt x="1515064" y="1024939"/>
                  </a:lnTo>
                  <a:lnTo>
                    <a:pt x="1445641" y="1020786"/>
                  </a:lnTo>
                  <a:close/>
                  <a:moveTo>
                    <a:pt x="1315580" y="865747"/>
                  </a:moveTo>
                  <a:lnTo>
                    <a:pt x="1232411" y="888781"/>
                  </a:lnTo>
                  <a:lnTo>
                    <a:pt x="1316146" y="923192"/>
                  </a:lnTo>
                  <a:close/>
                  <a:moveTo>
                    <a:pt x="1315580" y="865747"/>
                  </a:moveTo>
                  <a:lnTo>
                    <a:pt x="1234494" y="871076"/>
                  </a:lnTo>
                  <a:lnTo>
                    <a:pt x="1232411" y="888781"/>
                  </a:lnTo>
                  <a:close/>
                  <a:moveTo>
                    <a:pt x="1932096" y="1456477"/>
                  </a:moveTo>
                  <a:lnTo>
                    <a:pt x="1919864" y="1571901"/>
                  </a:lnTo>
                  <a:lnTo>
                    <a:pt x="1951454" y="1474810"/>
                  </a:lnTo>
                  <a:close/>
                  <a:moveTo>
                    <a:pt x="1932096" y="1456477"/>
                  </a:moveTo>
                  <a:lnTo>
                    <a:pt x="1863403" y="1494913"/>
                  </a:lnTo>
                  <a:lnTo>
                    <a:pt x="1919864" y="1571901"/>
                  </a:lnTo>
                  <a:close/>
                  <a:moveTo>
                    <a:pt x="1705605" y="1328138"/>
                  </a:moveTo>
                  <a:lnTo>
                    <a:pt x="1707894" y="1330483"/>
                  </a:lnTo>
                  <a:lnTo>
                    <a:pt x="1709397" y="1327911"/>
                  </a:lnTo>
                  <a:close/>
                  <a:moveTo>
                    <a:pt x="1714823" y="1147400"/>
                  </a:moveTo>
                  <a:lnTo>
                    <a:pt x="1779301" y="1209831"/>
                  </a:lnTo>
                  <a:lnTo>
                    <a:pt x="1698232" y="1136803"/>
                  </a:lnTo>
                  <a:close/>
                  <a:moveTo>
                    <a:pt x="1698232" y="1136803"/>
                  </a:moveTo>
                  <a:lnTo>
                    <a:pt x="1778511" y="1232221"/>
                  </a:lnTo>
                  <a:lnTo>
                    <a:pt x="1777944" y="1132590"/>
                  </a:lnTo>
                  <a:close/>
                  <a:moveTo>
                    <a:pt x="1316649" y="564602"/>
                  </a:moveTo>
                  <a:lnTo>
                    <a:pt x="1336541" y="569039"/>
                  </a:lnTo>
                  <a:lnTo>
                    <a:pt x="1316644" y="552110"/>
                  </a:lnTo>
                  <a:close/>
                  <a:moveTo>
                    <a:pt x="768522" y="58820"/>
                  </a:moveTo>
                  <a:lnTo>
                    <a:pt x="744852" y="28758"/>
                  </a:lnTo>
                  <a:lnTo>
                    <a:pt x="776657" y="0"/>
                  </a:lnTo>
                  <a:close/>
                  <a:moveTo>
                    <a:pt x="2002543" y="1271364"/>
                  </a:moveTo>
                  <a:lnTo>
                    <a:pt x="1926594" y="1209831"/>
                  </a:lnTo>
                  <a:lnTo>
                    <a:pt x="1946479" y="1241006"/>
                  </a:lnTo>
                  <a:close/>
                  <a:moveTo>
                    <a:pt x="1946479" y="1241006"/>
                  </a:moveTo>
                  <a:lnTo>
                    <a:pt x="1926594" y="1209831"/>
                  </a:lnTo>
                  <a:lnTo>
                    <a:pt x="1889154" y="1241879"/>
                  </a:lnTo>
                  <a:close/>
                  <a:moveTo>
                    <a:pt x="2072515" y="1253610"/>
                  </a:moveTo>
                  <a:lnTo>
                    <a:pt x="2029911" y="1171395"/>
                  </a:lnTo>
                  <a:lnTo>
                    <a:pt x="2002543" y="1271364"/>
                  </a:lnTo>
                  <a:close/>
                  <a:moveTo>
                    <a:pt x="1476028" y="596701"/>
                  </a:moveTo>
                  <a:lnTo>
                    <a:pt x="1472973" y="598197"/>
                  </a:lnTo>
                  <a:lnTo>
                    <a:pt x="1521767" y="704256"/>
                  </a:lnTo>
                  <a:close/>
                  <a:moveTo>
                    <a:pt x="1559678" y="630797"/>
                  </a:moveTo>
                  <a:lnTo>
                    <a:pt x="1476028" y="596701"/>
                  </a:lnTo>
                  <a:lnTo>
                    <a:pt x="1521767" y="704256"/>
                  </a:lnTo>
                  <a:close/>
                  <a:moveTo>
                    <a:pt x="2072515" y="1253610"/>
                  </a:moveTo>
                  <a:lnTo>
                    <a:pt x="2104132" y="1273130"/>
                  </a:lnTo>
                  <a:lnTo>
                    <a:pt x="2137372" y="1222342"/>
                  </a:lnTo>
                  <a:close/>
                  <a:moveTo>
                    <a:pt x="2137372" y="1222342"/>
                  </a:moveTo>
                  <a:lnTo>
                    <a:pt x="2143323" y="1253610"/>
                  </a:lnTo>
                  <a:lnTo>
                    <a:pt x="2106002" y="11477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65" name="Candidate_density__2064">
              <a:extLst>
                <a:ext uri="{FF2B5EF4-FFF2-40B4-BE49-F238E27FC236}">
                  <a16:creationId xmlns:a16="http://schemas.microsoft.com/office/drawing/2014/main" id="{BB43AECB-8729-2A02-60C5-93EE3D5E7306}"/>
                </a:ext>
              </a:extLst>
            </p:cNvPr>
            <p:cNvSpPr>
              <a:spLocks noGrp="1"/>
            </p:cNvSpPr>
            <p:nvPr/>
          </p:nvSpPr>
          <p:spPr>
            <a:xfrm>
              <a:off x="4523871" y="2277833"/>
              <a:ext cx="2220217" cy="3058190"/>
            </a:xfrm>
            <a:custGeom>
              <a:avLst/>
              <a:gdLst/>
              <a:ahLst/>
              <a:cxnLst/>
              <a:rect l="0" t="0" r="0" b="0"/>
              <a:pathLst>
                <a:path w="2220217" h="3058190">
                  <a:moveTo>
                    <a:pt x="242136" y="2761096"/>
                  </a:moveTo>
                  <a:lnTo>
                    <a:pt x="204182" y="2689635"/>
                  </a:lnTo>
                  <a:lnTo>
                    <a:pt x="212857" y="2726824"/>
                  </a:lnTo>
                  <a:close/>
                  <a:moveTo>
                    <a:pt x="207211" y="2693970"/>
                  </a:moveTo>
                  <a:lnTo>
                    <a:pt x="204182" y="2689635"/>
                  </a:lnTo>
                  <a:lnTo>
                    <a:pt x="242136" y="2761096"/>
                  </a:lnTo>
                  <a:close/>
                  <a:moveTo>
                    <a:pt x="289252" y="2722051"/>
                  </a:moveTo>
                  <a:lnTo>
                    <a:pt x="207211" y="2693970"/>
                  </a:lnTo>
                  <a:lnTo>
                    <a:pt x="242136" y="2761096"/>
                  </a:lnTo>
                  <a:close/>
                  <a:moveTo>
                    <a:pt x="138114" y="2650829"/>
                  </a:moveTo>
                  <a:lnTo>
                    <a:pt x="128601" y="2678719"/>
                  </a:lnTo>
                  <a:lnTo>
                    <a:pt x="64033" y="2652508"/>
                  </a:lnTo>
                  <a:close/>
                  <a:moveTo>
                    <a:pt x="499994" y="3017247"/>
                  </a:moveTo>
                  <a:lnTo>
                    <a:pt x="511673" y="3021796"/>
                  </a:lnTo>
                  <a:lnTo>
                    <a:pt x="519687" y="3026293"/>
                  </a:lnTo>
                  <a:close/>
                  <a:moveTo>
                    <a:pt x="511673" y="3021796"/>
                  </a:moveTo>
                  <a:lnTo>
                    <a:pt x="499994" y="3017247"/>
                  </a:lnTo>
                  <a:lnTo>
                    <a:pt x="399616" y="2952212"/>
                  </a:lnTo>
                  <a:close/>
                  <a:moveTo>
                    <a:pt x="602749" y="3058190"/>
                  </a:moveTo>
                  <a:lnTo>
                    <a:pt x="511673" y="3021796"/>
                  </a:lnTo>
                  <a:lnTo>
                    <a:pt x="555401" y="3046838"/>
                  </a:lnTo>
                  <a:close/>
                  <a:moveTo>
                    <a:pt x="602749" y="3058190"/>
                  </a:moveTo>
                  <a:lnTo>
                    <a:pt x="519687" y="3026293"/>
                  </a:lnTo>
                  <a:lnTo>
                    <a:pt x="511673" y="3021796"/>
                  </a:lnTo>
                  <a:close/>
                  <a:moveTo>
                    <a:pt x="499994" y="3017247"/>
                  </a:moveTo>
                  <a:lnTo>
                    <a:pt x="519687" y="3026293"/>
                  </a:lnTo>
                  <a:lnTo>
                    <a:pt x="530489" y="3006498"/>
                  </a:lnTo>
                  <a:close/>
                  <a:moveTo>
                    <a:pt x="309051" y="2664971"/>
                  </a:moveTo>
                  <a:lnTo>
                    <a:pt x="207211" y="2693970"/>
                  </a:lnTo>
                  <a:lnTo>
                    <a:pt x="289252" y="2722051"/>
                  </a:lnTo>
                  <a:close/>
                  <a:moveTo>
                    <a:pt x="362644" y="2581901"/>
                  </a:moveTo>
                  <a:lnTo>
                    <a:pt x="309051" y="2664971"/>
                  </a:lnTo>
                  <a:lnTo>
                    <a:pt x="388194" y="2661222"/>
                  </a:lnTo>
                  <a:close/>
                  <a:moveTo>
                    <a:pt x="395506" y="2195048"/>
                  </a:moveTo>
                  <a:lnTo>
                    <a:pt x="397884" y="2252974"/>
                  </a:lnTo>
                  <a:lnTo>
                    <a:pt x="400881" y="2200438"/>
                  </a:lnTo>
                  <a:close/>
                  <a:moveTo>
                    <a:pt x="617434" y="2252285"/>
                  </a:moveTo>
                  <a:lnTo>
                    <a:pt x="531328" y="2209008"/>
                  </a:lnTo>
                  <a:lnTo>
                    <a:pt x="569223" y="2287234"/>
                  </a:lnTo>
                  <a:close/>
                  <a:moveTo>
                    <a:pt x="471505" y="2200542"/>
                  </a:moveTo>
                  <a:lnTo>
                    <a:pt x="516478" y="2244217"/>
                  </a:lnTo>
                  <a:lnTo>
                    <a:pt x="528479" y="2207396"/>
                  </a:lnTo>
                  <a:close/>
                  <a:moveTo>
                    <a:pt x="617434" y="2252285"/>
                  </a:moveTo>
                  <a:lnTo>
                    <a:pt x="569223" y="2287234"/>
                  </a:lnTo>
                  <a:lnTo>
                    <a:pt x="690316" y="2246121"/>
                  </a:lnTo>
                  <a:close/>
                  <a:moveTo>
                    <a:pt x="663328" y="2208674"/>
                  </a:moveTo>
                  <a:lnTo>
                    <a:pt x="710440" y="2180649"/>
                  </a:lnTo>
                  <a:lnTo>
                    <a:pt x="685904" y="2167344"/>
                  </a:lnTo>
                  <a:close/>
                  <a:moveTo>
                    <a:pt x="435041" y="1674053"/>
                  </a:moveTo>
                  <a:lnTo>
                    <a:pt x="452119" y="1697656"/>
                  </a:lnTo>
                  <a:lnTo>
                    <a:pt x="413146" y="1640014"/>
                  </a:lnTo>
                  <a:close/>
                  <a:moveTo>
                    <a:pt x="413146" y="1640014"/>
                  </a:moveTo>
                  <a:lnTo>
                    <a:pt x="482319" y="1744461"/>
                  </a:lnTo>
                  <a:lnTo>
                    <a:pt x="429840" y="1726534"/>
                  </a:lnTo>
                  <a:close/>
                  <a:moveTo>
                    <a:pt x="0" y="1233065"/>
                  </a:moveTo>
                  <a:lnTo>
                    <a:pt x="32037" y="1241670"/>
                  </a:lnTo>
                  <a:lnTo>
                    <a:pt x="33234" y="1142327"/>
                  </a:lnTo>
                  <a:close/>
                  <a:moveTo>
                    <a:pt x="280028" y="1187183"/>
                  </a:moveTo>
                  <a:lnTo>
                    <a:pt x="355977" y="1186447"/>
                  </a:lnTo>
                  <a:lnTo>
                    <a:pt x="346845" y="1186105"/>
                  </a:lnTo>
                  <a:close/>
                  <a:moveTo>
                    <a:pt x="280028" y="1187183"/>
                  </a:moveTo>
                  <a:lnTo>
                    <a:pt x="346845" y="1186105"/>
                  </a:lnTo>
                  <a:lnTo>
                    <a:pt x="280946" y="1184577"/>
                  </a:lnTo>
                  <a:close/>
                  <a:moveTo>
                    <a:pt x="466367" y="1229884"/>
                  </a:moveTo>
                  <a:lnTo>
                    <a:pt x="445941" y="1268320"/>
                  </a:lnTo>
                  <a:lnTo>
                    <a:pt x="453729" y="1273273"/>
                  </a:lnTo>
                  <a:close/>
                  <a:moveTo>
                    <a:pt x="445941" y="1268320"/>
                  </a:moveTo>
                  <a:lnTo>
                    <a:pt x="466367" y="1229884"/>
                  </a:lnTo>
                  <a:lnTo>
                    <a:pt x="355977" y="1186447"/>
                  </a:lnTo>
                  <a:close/>
                  <a:moveTo>
                    <a:pt x="346845" y="1186105"/>
                  </a:moveTo>
                  <a:lnTo>
                    <a:pt x="305092" y="1066714"/>
                  </a:lnTo>
                  <a:lnTo>
                    <a:pt x="280946" y="1184577"/>
                  </a:lnTo>
                  <a:close/>
                  <a:moveTo>
                    <a:pt x="1136247" y="2076843"/>
                  </a:moveTo>
                  <a:lnTo>
                    <a:pt x="1111579" y="2052035"/>
                  </a:lnTo>
                  <a:lnTo>
                    <a:pt x="1034194" y="1999126"/>
                  </a:lnTo>
                  <a:close/>
                  <a:moveTo>
                    <a:pt x="1499333" y="2263713"/>
                  </a:moveTo>
                  <a:lnTo>
                    <a:pt x="1396361" y="2286836"/>
                  </a:lnTo>
                  <a:lnTo>
                    <a:pt x="1485602" y="2374969"/>
                  </a:lnTo>
                  <a:close/>
                  <a:moveTo>
                    <a:pt x="1485602" y="2374969"/>
                  </a:moveTo>
                  <a:lnTo>
                    <a:pt x="1503743" y="2298680"/>
                  </a:lnTo>
                  <a:lnTo>
                    <a:pt x="1499333" y="2263713"/>
                  </a:lnTo>
                  <a:close/>
                  <a:moveTo>
                    <a:pt x="1335258" y="2188152"/>
                  </a:moveTo>
                  <a:lnTo>
                    <a:pt x="1367184" y="2298680"/>
                  </a:lnTo>
                  <a:lnTo>
                    <a:pt x="1403112" y="2181255"/>
                  </a:lnTo>
                  <a:close/>
                  <a:moveTo>
                    <a:pt x="1396361" y="2286836"/>
                  </a:moveTo>
                  <a:lnTo>
                    <a:pt x="1465907" y="2190796"/>
                  </a:lnTo>
                  <a:lnTo>
                    <a:pt x="1403112" y="2181255"/>
                  </a:lnTo>
                  <a:close/>
                  <a:moveTo>
                    <a:pt x="1320735" y="2178028"/>
                  </a:moveTo>
                  <a:lnTo>
                    <a:pt x="1273050" y="2216465"/>
                  </a:lnTo>
                  <a:lnTo>
                    <a:pt x="1288839" y="2229803"/>
                  </a:lnTo>
                  <a:close/>
                  <a:moveTo>
                    <a:pt x="1195678" y="2134250"/>
                  </a:moveTo>
                  <a:lnTo>
                    <a:pt x="1273050" y="2216465"/>
                  </a:lnTo>
                  <a:lnTo>
                    <a:pt x="1320735" y="2178028"/>
                  </a:lnTo>
                  <a:close/>
                  <a:moveTo>
                    <a:pt x="1403112" y="2181255"/>
                  </a:moveTo>
                  <a:lnTo>
                    <a:pt x="1465907" y="2190796"/>
                  </a:lnTo>
                  <a:lnTo>
                    <a:pt x="1375654" y="2103486"/>
                  </a:lnTo>
                  <a:close/>
                  <a:moveTo>
                    <a:pt x="1375654" y="2103486"/>
                  </a:moveTo>
                  <a:lnTo>
                    <a:pt x="1332464" y="2095813"/>
                  </a:lnTo>
                  <a:lnTo>
                    <a:pt x="1372280" y="2178028"/>
                  </a:lnTo>
                  <a:close/>
                  <a:moveTo>
                    <a:pt x="813829" y="1356450"/>
                  </a:moveTo>
                  <a:lnTo>
                    <a:pt x="727675" y="1309786"/>
                  </a:lnTo>
                  <a:lnTo>
                    <a:pt x="812967" y="1355877"/>
                  </a:lnTo>
                  <a:close/>
                  <a:moveTo>
                    <a:pt x="1833186" y="2656535"/>
                  </a:moveTo>
                  <a:lnTo>
                    <a:pt x="1899579" y="2671319"/>
                  </a:lnTo>
                  <a:lnTo>
                    <a:pt x="1899860" y="2550667"/>
                  </a:lnTo>
                  <a:close/>
                  <a:moveTo>
                    <a:pt x="1899860" y="2550667"/>
                  </a:moveTo>
                  <a:lnTo>
                    <a:pt x="1899579" y="2671319"/>
                  </a:lnTo>
                  <a:lnTo>
                    <a:pt x="1953032" y="2610757"/>
                  </a:lnTo>
                  <a:close/>
                  <a:moveTo>
                    <a:pt x="1332464" y="2095813"/>
                  </a:moveTo>
                  <a:lnTo>
                    <a:pt x="1309582" y="2013598"/>
                  </a:lnTo>
                  <a:lnTo>
                    <a:pt x="1399144" y="2057377"/>
                  </a:lnTo>
                  <a:close/>
                  <a:moveTo>
                    <a:pt x="770969" y="1330701"/>
                  </a:moveTo>
                  <a:lnTo>
                    <a:pt x="829985" y="1438093"/>
                  </a:lnTo>
                  <a:lnTo>
                    <a:pt x="812967" y="1355877"/>
                  </a:lnTo>
                  <a:close/>
                  <a:moveTo>
                    <a:pt x="907749" y="1317440"/>
                  </a:moveTo>
                  <a:lnTo>
                    <a:pt x="840928" y="1235226"/>
                  </a:lnTo>
                  <a:lnTo>
                    <a:pt x="873016" y="1268832"/>
                  </a:lnTo>
                  <a:close/>
                  <a:moveTo>
                    <a:pt x="1540260" y="1966899"/>
                  </a:moveTo>
                  <a:lnTo>
                    <a:pt x="1516005" y="1949883"/>
                  </a:lnTo>
                  <a:lnTo>
                    <a:pt x="1565570" y="1998075"/>
                  </a:lnTo>
                  <a:close/>
                  <a:moveTo>
                    <a:pt x="1412745" y="1810731"/>
                  </a:moveTo>
                  <a:lnTo>
                    <a:pt x="1440073" y="1772295"/>
                  </a:lnTo>
                  <a:lnTo>
                    <a:pt x="1354493" y="1766212"/>
                  </a:lnTo>
                  <a:close/>
                  <a:moveTo>
                    <a:pt x="1440073" y="1772295"/>
                  </a:moveTo>
                  <a:lnTo>
                    <a:pt x="1407061" y="1747550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54493" y="1766212"/>
                  </a:lnTo>
                  <a:lnTo>
                    <a:pt x="1407061" y="1747550"/>
                  </a:lnTo>
                  <a:close/>
                  <a:moveTo>
                    <a:pt x="1332299" y="1690080"/>
                  </a:moveTo>
                  <a:lnTo>
                    <a:pt x="1299384" y="1728517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13030" y="1674644"/>
                  </a:lnTo>
                  <a:lnTo>
                    <a:pt x="1249806" y="1653460"/>
                  </a:lnTo>
                  <a:close/>
                  <a:moveTo>
                    <a:pt x="949704" y="1279004"/>
                  </a:moveTo>
                  <a:lnTo>
                    <a:pt x="938480" y="1325434"/>
                  </a:lnTo>
                  <a:lnTo>
                    <a:pt x="989491" y="1300954"/>
                  </a:lnTo>
                  <a:close/>
                  <a:moveTo>
                    <a:pt x="149112" y="324725"/>
                  </a:moveTo>
                  <a:lnTo>
                    <a:pt x="249553" y="211037"/>
                  </a:lnTo>
                  <a:lnTo>
                    <a:pt x="174814" y="211207"/>
                  </a:lnTo>
                  <a:close/>
                  <a:moveTo>
                    <a:pt x="123637" y="52628"/>
                  </a:moveTo>
                  <a:lnTo>
                    <a:pt x="107347" y="45778"/>
                  </a:lnTo>
                  <a:lnTo>
                    <a:pt x="109055" y="127993"/>
                  </a:lnTo>
                  <a:close/>
                  <a:moveTo>
                    <a:pt x="2170557" y="2436328"/>
                  </a:moveTo>
                  <a:lnTo>
                    <a:pt x="2220217" y="2402069"/>
                  </a:lnTo>
                  <a:lnTo>
                    <a:pt x="2204348" y="2391579"/>
                  </a:lnTo>
                  <a:close/>
                  <a:moveTo>
                    <a:pt x="1723818" y="2002211"/>
                  </a:moveTo>
                  <a:lnTo>
                    <a:pt x="1698660" y="1980504"/>
                  </a:lnTo>
                  <a:lnTo>
                    <a:pt x="1693121" y="1981108"/>
                  </a:lnTo>
                  <a:close/>
                  <a:moveTo>
                    <a:pt x="1693121" y="1981108"/>
                  </a:moveTo>
                  <a:lnTo>
                    <a:pt x="1776788" y="2015267"/>
                  </a:lnTo>
                  <a:lnTo>
                    <a:pt x="1723818" y="2002211"/>
                  </a:lnTo>
                  <a:close/>
                  <a:moveTo>
                    <a:pt x="1440073" y="1772295"/>
                  </a:moveTo>
                  <a:lnTo>
                    <a:pt x="1509065" y="1850268"/>
                  </a:lnTo>
                  <a:lnTo>
                    <a:pt x="1452937" y="1740379"/>
                  </a:lnTo>
                  <a:close/>
                  <a:moveTo>
                    <a:pt x="1407061" y="1747550"/>
                  </a:moveTo>
                  <a:lnTo>
                    <a:pt x="1440073" y="1772295"/>
                  </a:lnTo>
                  <a:lnTo>
                    <a:pt x="1452937" y="1740379"/>
                  </a:lnTo>
                  <a:close/>
                  <a:moveTo>
                    <a:pt x="1484495" y="1651644"/>
                  </a:moveTo>
                  <a:lnTo>
                    <a:pt x="1529284" y="1710660"/>
                  </a:lnTo>
                  <a:lnTo>
                    <a:pt x="1502286" y="1660759"/>
                  </a:lnTo>
                  <a:close/>
                  <a:moveTo>
                    <a:pt x="1502286" y="1660759"/>
                  </a:moveTo>
                  <a:lnTo>
                    <a:pt x="1459325" y="1595594"/>
                  </a:lnTo>
                  <a:lnTo>
                    <a:pt x="1484495" y="1651644"/>
                  </a:lnTo>
                  <a:close/>
                  <a:moveTo>
                    <a:pt x="977776" y="1083571"/>
                  </a:moveTo>
                  <a:lnTo>
                    <a:pt x="1058481" y="1178643"/>
                  </a:lnTo>
                  <a:lnTo>
                    <a:pt x="1012357" y="1114574"/>
                  </a:lnTo>
                  <a:close/>
                  <a:moveTo>
                    <a:pt x="977776" y="1083571"/>
                  </a:moveTo>
                  <a:lnTo>
                    <a:pt x="1012357" y="1114574"/>
                  </a:lnTo>
                  <a:lnTo>
                    <a:pt x="976022" y="1035397"/>
                  </a:lnTo>
                  <a:close/>
                  <a:moveTo>
                    <a:pt x="976022" y="1035397"/>
                  </a:moveTo>
                  <a:lnTo>
                    <a:pt x="1013055" y="1110399"/>
                  </a:lnTo>
                  <a:lnTo>
                    <a:pt x="1042978" y="1007074"/>
                  </a:lnTo>
                  <a:close/>
                  <a:moveTo>
                    <a:pt x="435632" y="539068"/>
                  </a:moveTo>
                  <a:lnTo>
                    <a:pt x="504201" y="601168"/>
                  </a:lnTo>
                  <a:lnTo>
                    <a:pt x="544120" y="582848"/>
                  </a:lnTo>
                  <a:close/>
                  <a:moveTo>
                    <a:pt x="435632" y="539068"/>
                  </a:moveTo>
                  <a:lnTo>
                    <a:pt x="429207" y="425850"/>
                  </a:lnTo>
                  <a:lnTo>
                    <a:pt x="405947" y="512467"/>
                  </a:lnTo>
                  <a:close/>
                  <a:moveTo>
                    <a:pt x="639957" y="614875"/>
                  </a:moveTo>
                  <a:lnTo>
                    <a:pt x="544041" y="593268"/>
                  </a:lnTo>
                  <a:lnTo>
                    <a:pt x="598659" y="609457"/>
                  </a:lnTo>
                  <a:close/>
                  <a:moveTo>
                    <a:pt x="2204420" y="2214727"/>
                  </a:moveTo>
                  <a:lnTo>
                    <a:pt x="2169613" y="2217595"/>
                  </a:lnTo>
                  <a:lnTo>
                    <a:pt x="2171075" y="2281337"/>
                  </a:lnTo>
                  <a:close/>
                  <a:moveTo>
                    <a:pt x="1904650" y="1999463"/>
                  </a:moveTo>
                  <a:lnTo>
                    <a:pt x="1918001" y="1965527"/>
                  </a:lnTo>
                  <a:lnTo>
                    <a:pt x="1834578" y="2016131"/>
                  </a:lnTo>
                  <a:close/>
                  <a:moveTo>
                    <a:pt x="1918001" y="1965527"/>
                  </a:moveTo>
                  <a:lnTo>
                    <a:pt x="1887063" y="1933706"/>
                  </a:lnTo>
                  <a:lnTo>
                    <a:pt x="1840097" y="1868178"/>
                  </a:lnTo>
                  <a:close/>
                  <a:moveTo>
                    <a:pt x="1480530" y="1528375"/>
                  </a:moveTo>
                  <a:lnTo>
                    <a:pt x="1595874" y="1545174"/>
                  </a:lnTo>
                  <a:lnTo>
                    <a:pt x="1518461" y="1448777"/>
                  </a:lnTo>
                  <a:close/>
                  <a:moveTo>
                    <a:pt x="1261540" y="1266927"/>
                  </a:moveTo>
                  <a:lnTo>
                    <a:pt x="1274446" y="1224344"/>
                  </a:lnTo>
                  <a:lnTo>
                    <a:pt x="1237862" y="1241853"/>
                  </a:lnTo>
                  <a:close/>
                  <a:moveTo>
                    <a:pt x="1274446" y="1224344"/>
                  </a:moveTo>
                  <a:lnTo>
                    <a:pt x="1212105" y="1145551"/>
                  </a:lnTo>
                  <a:lnTo>
                    <a:pt x="1261266" y="1202131"/>
                  </a:lnTo>
                  <a:close/>
                  <a:moveTo>
                    <a:pt x="1045060" y="989370"/>
                  </a:moveTo>
                  <a:lnTo>
                    <a:pt x="979174" y="982343"/>
                  </a:lnTo>
                  <a:lnTo>
                    <a:pt x="976022" y="1035397"/>
                  </a:lnTo>
                  <a:close/>
                  <a:moveTo>
                    <a:pt x="1564943" y="1530992"/>
                  </a:moveTo>
                  <a:lnTo>
                    <a:pt x="1595874" y="1545174"/>
                  </a:lnTo>
                  <a:lnTo>
                    <a:pt x="1618933" y="1551984"/>
                  </a:lnTo>
                  <a:close/>
                  <a:moveTo>
                    <a:pt x="262902" y="0"/>
                  </a:moveTo>
                  <a:lnTo>
                    <a:pt x="383807" y="51120"/>
                  </a:lnTo>
                  <a:lnTo>
                    <a:pt x="310654" y="4438"/>
                  </a:lnTo>
                  <a:close/>
                  <a:moveTo>
                    <a:pt x="2173654" y="2179147"/>
                  </a:moveTo>
                  <a:lnTo>
                    <a:pt x="2108805" y="2268903"/>
                  </a:lnTo>
                  <a:lnTo>
                    <a:pt x="2169613" y="2217595"/>
                  </a:lnTo>
                  <a:close/>
                  <a:moveTo>
                    <a:pt x="2141626" y="2105093"/>
                  </a:moveTo>
                  <a:lnTo>
                    <a:pt x="2117929" y="2163858"/>
                  </a:lnTo>
                  <a:lnTo>
                    <a:pt x="2173654" y="2179147"/>
                  </a:lnTo>
                  <a:close/>
                  <a:moveTo>
                    <a:pt x="1762020" y="1593104"/>
                  </a:moveTo>
                  <a:lnTo>
                    <a:pt x="1826298" y="1579120"/>
                  </a:lnTo>
                  <a:lnTo>
                    <a:pt x="1807164" y="1574771"/>
                  </a:lnTo>
                  <a:close/>
                  <a:moveTo>
                    <a:pt x="1807164" y="1574771"/>
                  </a:moveTo>
                  <a:lnTo>
                    <a:pt x="1826298" y="1579120"/>
                  </a:lnTo>
                  <a:lnTo>
                    <a:pt x="1827310" y="1558554"/>
                  </a:lnTo>
                  <a:close/>
                  <a:moveTo>
                    <a:pt x="1072344" y="867097"/>
                  </a:moveTo>
                  <a:lnTo>
                    <a:pt x="990729" y="875180"/>
                  </a:lnTo>
                  <a:lnTo>
                    <a:pt x="1069290" y="890249"/>
                  </a:lnTo>
                  <a:close/>
                  <a:moveTo>
                    <a:pt x="991041" y="872602"/>
                  </a:moveTo>
                  <a:lnTo>
                    <a:pt x="1072344" y="867097"/>
                  </a:lnTo>
                  <a:lnTo>
                    <a:pt x="1055375" y="780800"/>
                  </a:lnTo>
                  <a:close/>
                  <a:moveTo>
                    <a:pt x="1072344" y="867097"/>
                  </a:moveTo>
                  <a:lnTo>
                    <a:pt x="1069290" y="890249"/>
                  </a:lnTo>
                  <a:lnTo>
                    <a:pt x="1081591" y="873271"/>
                  </a:lnTo>
                  <a:close/>
                  <a:moveTo>
                    <a:pt x="1055375" y="780800"/>
                  </a:moveTo>
                  <a:lnTo>
                    <a:pt x="1081591" y="873271"/>
                  </a:lnTo>
                  <a:lnTo>
                    <a:pt x="1077958" y="791056"/>
                  </a:lnTo>
                  <a:close/>
                  <a:moveTo>
                    <a:pt x="1055375" y="780800"/>
                  </a:moveTo>
                  <a:lnTo>
                    <a:pt x="1072344" y="867097"/>
                  </a:lnTo>
                  <a:lnTo>
                    <a:pt x="1081591" y="873271"/>
                  </a:lnTo>
                  <a:close/>
                  <a:moveTo>
                    <a:pt x="555418" y="147052"/>
                  </a:moveTo>
                  <a:lnTo>
                    <a:pt x="505091" y="174092"/>
                  </a:lnTo>
                  <a:lnTo>
                    <a:pt x="587223" y="118294"/>
                  </a:lnTo>
                  <a:close/>
                  <a:moveTo>
                    <a:pt x="587223" y="118294"/>
                  </a:moveTo>
                  <a:lnTo>
                    <a:pt x="505091" y="174092"/>
                  </a:lnTo>
                  <a:lnTo>
                    <a:pt x="553483" y="133335"/>
                  </a:lnTo>
                  <a:close/>
                  <a:moveTo>
                    <a:pt x="1807164" y="1574771"/>
                  </a:moveTo>
                  <a:lnTo>
                    <a:pt x="1827310" y="1558554"/>
                  </a:lnTo>
                  <a:lnTo>
                    <a:pt x="1770619" y="1563794"/>
                  </a:lnTo>
                  <a:close/>
                  <a:moveTo>
                    <a:pt x="1831553" y="1474756"/>
                  </a:moveTo>
                  <a:lnTo>
                    <a:pt x="1862449" y="1492555"/>
                  </a:lnTo>
                  <a:lnTo>
                    <a:pt x="1813110" y="1389657"/>
                  </a:lnTo>
                  <a:close/>
                  <a:moveTo>
                    <a:pt x="1813110" y="1389657"/>
                  </a:moveTo>
                  <a:lnTo>
                    <a:pt x="1914698" y="1391424"/>
                  </a:lnTo>
                  <a:lnTo>
                    <a:pt x="1883081" y="1371904"/>
                  </a:lnTo>
                  <a:close/>
                  <a:moveTo>
                    <a:pt x="1831553" y="1474756"/>
                  </a:moveTo>
                  <a:lnTo>
                    <a:pt x="1813110" y="1389657"/>
                  </a:lnTo>
                  <a:lnTo>
                    <a:pt x="1791302" y="1454119"/>
                  </a:lnTo>
                  <a:close/>
                  <a:moveTo>
                    <a:pt x="1813110" y="1389657"/>
                  </a:moveTo>
                  <a:lnTo>
                    <a:pt x="1780764" y="1371904"/>
                  </a:lnTo>
                  <a:lnTo>
                    <a:pt x="1791302" y="1454119"/>
                  </a:lnTo>
                  <a:close/>
                  <a:moveTo>
                    <a:pt x="1236943" y="744560"/>
                  </a:moveTo>
                  <a:lnTo>
                    <a:pt x="1285549" y="714183"/>
                  </a:lnTo>
                  <a:lnTo>
                    <a:pt x="1190583" y="634681"/>
                  </a:lnTo>
                  <a:close/>
                  <a:moveTo>
                    <a:pt x="1286594" y="714995"/>
                  </a:moveTo>
                  <a:lnTo>
                    <a:pt x="1370245" y="749091"/>
                  </a:lnTo>
                  <a:lnTo>
                    <a:pt x="1379934" y="675747"/>
                  </a:lnTo>
                  <a:close/>
                  <a:moveTo>
                    <a:pt x="1373983" y="472880"/>
                  </a:moveTo>
                  <a:lnTo>
                    <a:pt x="1381757" y="497049"/>
                  </a:lnTo>
                  <a:lnTo>
                    <a:pt x="1313354" y="391975"/>
                  </a:lnTo>
                  <a:close/>
                  <a:moveTo>
                    <a:pt x="1313354" y="391975"/>
                  </a:moveTo>
                  <a:lnTo>
                    <a:pt x="1381757" y="497049"/>
                  </a:lnTo>
                  <a:lnTo>
                    <a:pt x="1332060" y="42910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66" name="Candidate_density__2065">
              <a:extLst>
                <a:ext uri="{FF2B5EF4-FFF2-40B4-BE49-F238E27FC236}">
                  <a16:creationId xmlns:a16="http://schemas.microsoft.com/office/drawing/2014/main" id="{A736F57F-313D-F52D-C9FD-5B084A9143DC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2097073" cy="3030998"/>
            </a:xfrm>
            <a:custGeom>
              <a:avLst/>
              <a:gdLst/>
              <a:ahLst/>
              <a:cxnLst/>
              <a:rect l="0" t="0" r="0" b="0"/>
              <a:pathLst>
                <a:path w="2097073" h="3030998">
                  <a:moveTo>
                    <a:pt x="30767" y="2664580"/>
                  </a:moveTo>
                  <a:lnTo>
                    <a:pt x="105510" y="2740575"/>
                  </a:lnTo>
                  <a:lnTo>
                    <a:pt x="96836" y="2703386"/>
                  </a:lnTo>
                  <a:close/>
                  <a:moveTo>
                    <a:pt x="96836" y="2703386"/>
                  </a:moveTo>
                  <a:lnTo>
                    <a:pt x="68409" y="2702138"/>
                  </a:lnTo>
                  <a:lnTo>
                    <a:pt x="30767" y="2664580"/>
                  </a:lnTo>
                  <a:close/>
                  <a:moveTo>
                    <a:pt x="292269" y="2965963"/>
                  </a:moveTo>
                  <a:lnTo>
                    <a:pt x="392647" y="3030998"/>
                  </a:lnTo>
                  <a:lnTo>
                    <a:pt x="325080" y="2992447"/>
                  </a:lnTo>
                  <a:close/>
                  <a:moveTo>
                    <a:pt x="255297" y="2595652"/>
                  </a:moveTo>
                  <a:lnTo>
                    <a:pt x="212853" y="2636309"/>
                  </a:lnTo>
                  <a:lnTo>
                    <a:pt x="201704" y="2678722"/>
                  </a:lnTo>
                  <a:close/>
                  <a:moveTo>
                    <a:pt x="288159" y="2208799"/>
                  </a:moveTo>
                  <a:lnTo>
                    <a:pt x="364158" y="2214293"/>
                  </a:lnTo>
                  <a:lnTo>
                    <a:pt x="344805" y="2222608"/>
                  </a:lnTo>
                  <a:close/>
                  <a:moveTo>
                    <a:pt x="364158" y="2214293"/>
                  </a:moveTo>
                  <a:lnTo>
                    <a:pt x="421132" y="2221147"/>
                  </a:lnTo>
                  <a:lnTo>
                    <a:pt x="344805" y="2222608"/>
                  </a:lnTo>
                  <a:close/>
                  <a:moveTo>
                    <a:pt x="423981" y="2222759"/>
                  </a:moveTo>
                  <a:lnTo>
                    <a:pt x="510087" y="2266036"/>
                  </a:lnTo>
                  <a:lnTo>
                    <a:pt x="555981" y="2222425"/>
                  </a:lnTo>
                  <a:close/>
                  <a:moveTo>
                    <a:pt x="582969" y="2259872"/>
                  </a:moveTo>
                  <a:lnTo>
                    <a:pt x="603093" y="2194400"/>
                  </a:lnTo>
                  <a:lnTo>
                    <a:pt x="555981" y="2222425"/>
                  </a:lnTo>
                  <a:close/>
                  <a:moveTo>
                    <a:pt x="510087" y="2266036"/>
                  </a:moveTo>
                  <a:lnTo>
                    <a:pt x="582969" y="2259872"/>
                  </a:lnTo>
                  <a:lnTo>
                    <a:pt x="555981" y="2222425"/>
                  </a:lnTo>
                  <a:close/>
                  <a:moveTo>
                    <a:pt x="172681" y="1200934"/>
                  </a:moveTo>
                  <a:lnTo>
                    <a:pt x="187998" y="1320508"/>
                  </a:lnTo>
                  <a:lnTo>
                    <a:pt x="248630" y="1200198"/>
                  </a:lnTo>
                  <a:close/>
                  <a:moveTo>
                    <a:pt x="171993" y="1199856"/>
                  </a:moveTo>
                  <a:lnTo>
                    <a:pt x="172681" y="1200934"/>
                  </a:lnTo>
                  <a:lnTo>
                    <a:pt x="173599" y="1198328"/>
                  </a:lnTo>
                  <a:close/>
                  <a:moveTo>
                    <a:pt x="359020" y="1243635"/>
                  </a:moveTo>
                  <a:lnTo>
                    <a:pt x="346383" y="1287024"/>
                  </a:lnTo>
                  <a:lnTo>
                    <a:pt x="399400" y="1270044"/>
                  </a:lnTo>
                  <a:close/>
                  <a:moveTo>
                    <a:pt x="399400" y="1270044"/>
                  </a:moveTo>
                  <a:lnTo>
                    <a:pt x="346383" y="1287024"/>
                  </a:lnTo>
                  <a:lnTo>
                    <a:pt x="475009" y="1274074"/>
                  </a:lnTo>
                  <a:close/>
                  <a:moveTo>
                    <a:pt x="173599" y="1198328"/>
                  </a:moveTo>
                  <a:lnTo>
                    <a:pt x="197745" y="1080465"/>
                  </a:lnTo>
                  <a:lnTo>
                    <a:pt x="171993" y="1199856"/>
                  </a:lnTo>
                  <a:close/>
                  <a:moveTo>
                    <a:pt x="171993" y="1199856"/>
                  </a:moveTo>
                  <a:lnTo>
                    <a:pt x="197745" y="1080465"/>
                  </a:lnTo>
                  <a:lnTo>
                    <a:pt x="196805" y="1079204"/>
                  </a:lnTo>
                  <a:close/>
                  <a:moveTo>
                    <a:pt x="1289014" y="2300587"/>
                  </a:moveTo>
                  <a:lnTo>
                    <a:pt x="1391987" y="2277464"/>
                  </a:lnTo>
                  <a:lnTo>
                    <a:pt x="1358560" y="2204547"/>
                  </a:lnTo>
                  <a:close/>
                  <a:moveTo>
                    <a:pt x="1295765" y="2195006"/>
                  </a:moveTo>
                  <a:lnTo>
                    <a:pt x="1268307" y="2117237"/>
                  </a:lnTo>
                  <a:lnTo>
                    <a:pt x="1264934" y="2191779"/>
                  </a:lnTo>
                  <a:close/>
                  <a:moveTo>
                    <a:pt x="706482" y="1370201"/>
                  </a:moveTo>
                  <a:lnTo>
                    <a:pt x="720254" y="1459096"/>
                  </a:lnTo>
                  <a:lnTo>
                    <a:pt x="721297" y="1490280"/>
                  </a:lnTo>
                  <a:close/>
                  <a:moveTo>
                    <a:pt x="720254" y="1459096"/>
                  </a:moveTo>
                  <a:lnTo>
                    <a:pt x="706482" y="1370201"/>
                  </a:lnTo>
                  <a:lnTo>
                    <a:pt x="722638" y="1451844"/>
                  </a:lnTo>
                  <a:close/>
                  <a:moveTo>
                    <a:pt x="706482" y="1370201"/>
                  </a:moveTo>
                  <a:lnTo>
                    <a:pt x="705620" y="1369628"/>
                  </a:lnTo>
                  <a:lnTo>
                    <a:pt x="722638" y="1451844"/>
                  </a:lnTo>
                  <a:close/>
                  <a:moveTo>
                    <a:pt x="1845685" y="2624508"/>
                  </a:moveTo>
                  <a:lnTo>
                    <a:pt x="1792233" y="2685070"/>
                  </a:lnTo>
                  <a:lnTo>
                    <a:pt x="1815350" y="2676107"/>
                  </a:lnTo>
                  <a:close/>
                  <a:moveTo>
                    <a:pt x="1862078" y="2564418"/>
                  </a:moveTo>
                  <a:lnTo>
                    <a:pt x="1845685" y="2624508"/>
                  </a:lnTo>
                  <a:lnTo>
                    <a:pt x="1809207" y="2685070"/>
                  </a:lnTo>
                  <a:close/>
                  <a:moveTo>
                    <a:pt x="1508686" y="1985296"/>
                  </a:moveTo>
                  <a:lnTo>
                    <a:pt x="1432913" y="1980650"/>
                  </a:lnTo>
                  <a:lnTo>
                    <a:pt x="1458223" y="2011826"/>
                  </a:lnTo>
                  <a:close/>
                  <a:moveTo>
                    <a:pt x="1508686" y="1985296"/>
                  </a:moveTo>
                  <a:lnTo>
                    <a:pt x="1458223" y="2011826"/>
                  </a:lnTo>
                  <a:lnTo>
                    <a:pt x="1585775" y="1994859"/>
                  </a:lnTo>
                  <a:close/>
                  <a:moveTo>
                    <a:pt x="1192037" y="1742268"/>
                  </a:moveTo>
                  <a:lnTo>
                    <a:pt x="1224953" y="1703831"/>
                  </a:lnTo>
                  <a:lnTo>
                    <a:pt x="1142459" y="1667211"/>
                  </a:lnTo>
                  <a:close/>
                  <a:moveTo>
                    <a:pt x="1083458" y="1725272"/>
                  </a:moveTo>
                  <a:lnTo>
                    <a:pt x="1142459" y="1667211"/>
                  </a:lnTo>
                  <a:lnTo>
                    <a:pt x="1205684" y="1688395"/>
                  </a:lnTo>
                  <a:close/>
                  <a:moveTo>
                    <a:pt x="842357" y="1292755"/>
                  </a:moveTo>
                  <a:lnTo>
                    <a:pt x="800402" y="1331192"/>
                  </a:lnTo>
                  <a:lnTo>
                    <a:pt x="831133" y="1339185"/>
                  </a:lnTo>
                  <a:close/>
                  <a:moveTo>
                    <a:pt x="320736" y="545529"/>
                  </a:moveTo>
                  <a:lnTo>
                    <a:pt x="328285" y="552819"/>
                  </a:lnTo>
                  <a:lnTo>
                    <a:pt x="298600" y="526218"/>
                  </a:lnTo>
                  <a:close/>
                  <a:moveTo>
                    <a:pt x="41766" y="338476"/>
                  </a:moveTo>
                  <a:lnTo>
                    <a:pt x="67467" y="224958"/>
                  </a:lnTo>
                  <a:lnTo>
                    <a:pt x="15872" y="344610"/>
                  </a:lnTo>
                  <a:close/>
                  <a:moveTo>
                    <a:pt x="328285" y="552819"/>
                  </a:moveTo>
                  <a:lnTo>
                    <a:pt x="354751" y="573546"/>
                  </a:lnTo>
                  <a:lnTo>
                    <a:pt x="396854" y="614919"/>
                  </a:lnTo>
                  <a:close/>
                  <a:moveTo>
                    <a:pt x="1585775" y="1994859"/>
                  </a:moveTo>
                  <a:lnTo>
                    <a:pt x="1591314" y="1994255"/>
                  </a:lnTo>
                  <a:lnTo>
                    <a:pt x="1564540" y="1978924"/>
                  </a:lnTo>
                  <a:close/>
                  <a:moveTo>
                    <a:pt x="1585775" y="1994859"/>
                  </a:moveTo>
                  <a:lnTo>
                    <a:pt x="1564540" y="1978924"/>
                  </a:lnTo>
                  <a:lnTo>
                    <a:pt x="1508686" y="1985296"/>
                  </a:lnTo>
                  <a:close/>
                  <a:moveTo>
                    <a:pt x="1154193" y="1280678"/>
                  </a:moveTo>
                  <a:lnTo>
                    <a:pt x="1079598" y="1280435"/>
                  </a:lnTo>
                  <a:lnTo>
                    <a:pt x="1107544" y="1321467"/>
                  </a:lnTo>
                  <a:close/>
                  <a:moveTo>
                    <a:pt x="868676" y="1049148"/>
                  </a:moveTo>
                  <a:lnTo>
                    <a:pt x="905010" y="1128325"/>
                  </a:lnTo>
                  <a:lnTo>
                    <a:pt x="905708" y="1124150"/>
                  </a:lnTo>
                  <a:close/>
                  <a:moveTo>
                    <a:pt x="396854" y="614919"/>
                  </a:moveTo>
                  <a:lnTo>
                    <a:pt x="469984" y="609680"/>
                  </a:lnTo>
                  <a:lnTo>
                    <a:pt x="436695" y="607019"/>
                  </a:lnTo>
                  <a:close/>
                  <a:moveTo>
                    <a:pt x="469984" y="609680"/>
                  </a:moveTo>
                  <a:lnTo>
                    <a:pt x="491312" y="623208"/>
                  </a:lnTo>
                  <a:lnTo>
                    <a:pt x="436695" y="607019"/>
                  </a:lnTo>
                  <a:close/>
                  <a:moveTo>
                    <a:pt x="338685" y="349952"/>
                  </a:moveTo>
                  <a:lnTo>
                    <a:pt x="322294" y="399602"/>
                  </a:lnTo>
                  <a:lnTo>
                    <a:pt x="358115" y="370626"/>
                  </a:lnTo>
                  <a:close/>
                  <a:moveTo>
                    <a:pt x="358115" y="370626"/>
                  </a:moveTo>
                  <a:lnTo>
                    <a:pt x="322294" y="399602"/>
                  </a:lnTo>
                  <a:lnTo>
                    <a:pt x="321860" y="439601"/>
                  </a:lnTo>
                  <a:close/>
                  <a:moveTo>
                    <a:pt x="338685" y="349952"/>
                  </a:moveTo>
                  <a:lnTo>
                    <a:pt x="358115" y="370626"/>
                  </a:lnTo>
                  <a:lnTo>
                    <a:pt x="372518" y="308728"/>
                  </a:lnTo>
                  <a:close/>
                  <a:moveTo>
                    <a:pt x="0" y="59529"/>
                  </a:moveTo>
                  <a:lnTo>
                    <a:pt x="32394" y="21093"/>
                  </a:lnTo>
                  <a:lnTo>
                    <a:pt x="1709" y="141744"/>
                  </a:lnTo>
                  <a:close/>
                  <a:moveTo>
                    <a:pt x="0" y="59529"/>
                  </a:moveTo>
                  <a:lnTo>
                    <a:pt x="13715" y="18396"/>
                  </a:lnTo>
                  <a:lnTo>
                    <a:pt x="66467" y="429"/>
                  </a:lnTo>
                  <a:close/>
                  <a:moveTo>
                    <a:pt x="1591314" y="1994255"/>
                  </a:moveTo>
                  <a:lnTo>
                    <a:pt x="1616471" y="2015962"/>
                  </a:lnTo>
                  <a:lnTo>
                    <a:pt x="1653326" y="2032221"/>
                  </a:lnTo>
                  <a:close/>
                  <a:moveTo>
                    <a:pt x="1727232" y="2029882"/>
                  </a:moveTo>
                  <a:lnTo>
                    <a:pt x="1616471" y="2015962"/>
                  </a:lnTo>
                  <a:lnTo>
                    <a:pt x="1672633" y="2030896"/>
                  </a:lnTo>
                  <a:close/>
                  <a:moveTo>
                    <a:pt x="1727232" y="2029882"/>
                  </a:moveTo>
                  <a:lnTo>
                    <a:pt x="1653326" y="2032221"/>
                  </a:lnTo>
                  <a:lnTo>
                    <a:pt x="1616471" y="2015962"/>
                  </a:lnTo>
                  <a:close/>
                  <a:moveTo>
                    <a:pt x="2075683" y="2202464"/>
                  </a:moveTo>
                  <a:lnTo>
                    <a:pt x="2062266" y="2231346"/>
                  </a:lnTo>
                  <a:lnTo>
                    <a:pt x="2097073" y="2228478"/>
                  </a:lnTo>
                  <a:close/>
                  <a:moveTo>
                    <a:pt x="1407528" y="1464092"/>
                  </a:moveTo>
                  <a:lnTo>
                    <a:pt x="1362494" y="1583180"/>
                  </a:lnTo>
                  <a:lnTo>
                    <a:pt x="1373183" y="1542126"/>
                  </a:lnTo>
                  <a:close/>
                  <a:moveTo>
                    <a:pt x="1079598" y="1280435"/>
                  </a:moveTo>
                  <a:lnTo>
                    <a:pt x="1154193" y="1280678"/>
                  </a:lnTo>
                  <a:lnTo>
                    <a:pt x="1130515" y="1255604"/>
                  </a:lnTo>
                  <a:close/>
                  <a:moveTo>
                    <a:pt x="629087" y="571792"/>
                  </a:moveTo>
                  <a:lnTo>
                    <a:pt x="532610" y="628626"/>
                  </a:lnTo>
                  <a:lnTo>
                    <a:pt x="607578" y="630262"/>
                  </a:lnTo>
                  <a:close/>
                  <a:moveTo>
                    <a:pt x="613048" y="484739"/>
                  </a:moveTo>
                  <a:lnTo>
                    <a:pt x="629087" y="571792"/>
                  </a:lnTo>
                  <a:lnTo>
                    <a:pt x="629192" y="596599"/>
                  </a:lnTo>
                  <a:close/>
                  <a:moveTo>
                    <a:pt x="352791" y="298426"/>
                  </a:moveTo>
                  <a:lnTo>
                    <a:pt x="384467" y="249111"/>
                  </a:lnTo>
                  <a:lnTo>
                    <a:pt x="388076" y="229301"/>
                  </a:lnTo>
                  <a:close/>
                  <a:moveTo>
                    <a:pt x="352791" y="298426"/>
                  </a:moveTo>
                  <a:lnTo>
                    <a:pt x="372518" y="308728"/>
                  </a:lnTo>
                  <a:lnTo>
                    <a:pt x="384467" y="249111"/>
                  </a:lnTo>
                  <a:close/>
                  <a:moveTo>
                    <a:pt x="338685" y="349952"/>
                  </a:moveTo>
                  <a:lnTo>
                    <a:pt x="372518" y="308728"/>
                  </a:lnTo>
                  <a:lnTo>
                    <a:pt x="335512" y="328411"/>
                  </a:lnTo>
                  <a:close/>
                  <a:moveTo>
                    <a:pt x="372518" y="308728"/>
                  </a:moveTo>
                  <a:lnTo>
                    <a:pt x="398105" y="267738"/>
                  </a:lnTo>
                  <a:lnTo>
                    <a:pt x="384467" y="249111"/>
                  </a:lnTo>
                  <a:close/>
                  <a:moveTo>
                    <a:pt x="397744" y="187843"/>
                  </a:moveTo>
                  <a:lnTo>
                    <a:pt x="384467" y="249111"/>
                  </a:lnTo>
                  <a:lnTo>
                    <a:pt x="398105" y="267738"/>
                  </a:lnTo>
                  <a:close/>
                  <a:moveTo>
                    <a:pt x="203307" y="18189"/>
                  </a:moveTo>
                  <a:lnTo>
                    <a:pt x="97939" y="0"/>
                  </a:lnTo>
                  <a:lnTo>
                    <a:pt x="155555" y="13751"/>
                  </a:lnTo>
                  <a:close/>
                  <a:moveTo>
                    <a:pt x="2008688" y="2081812"/>
                  </a:moveTo>
                  <a:lnTo>
                    <a:pt x="2006823" y="2087511"/>
                  </a:lnTo>
                  <a:lnTo>
                    <a:pt x="2034280" y="2118844"/>
                  </a:lnTo>
                  <a:close/>
                  <a:moveTo>
                    <a:pt x="2066308" y="2192898"/>
                  </a:moveTo>
                  <a:lnTo>
                    <a:pt x="2062266" y="2231346"/>
                  </a:lnTo>
                  <a:lnTo>
                    <a:pt x="2075683" y="2202464"/>
                  </a:lnTo>
                  <a:close/>
                  <a:moveTo>
                    <a:pt x="1719964" y="1572305"/>
                  </a:moveTo>
                  <a:lnTo>
                    <a:pt x="1718951" y="1592871"/>
                  </a:lnTo>
                  <a:lnTo>
                    <a:pt x="1755103" y="1506306"/>
                  </a:lnTo>
                  <a:close/>
                  <a:moveTo>
                    <a:pt x="1677503" y="1477009"/>
                  </a:moveTo>
                  <a:lnTo>
                    <a:pt x="1719964" y="1572305"/>
                  </a:lnTo>
                  <a:lnTo>
                    <a:pt x="1724206" y="1488507"/>
                  </a:lnTo>
                  <a:close/>
                  <a:moveTo>
                    <a:pt x="1724206" y="1488507"/>
                  </a:moveTo>
                  <a:lnTo>
                    <a:pt x="1719964" y="1572305"/>
                  </a:lnTo>
                  <a:lnTo>
                    <a:pt x="1755103" y="1506306"/>
                  </a:lnTo>
                  <a:close/>
                  <a:moveTo>
                    <a:pt x="1029152" y="728599"/>
                  </a:moveTo>
                  <a:lnTo>
                    <a:pt x="1019863" y="684155"/>
                  </a:lnTo>
                  <a:lnTo>
                    <a:pt x="1083236" y="648432"/>
                  </a:lnTo>
                  <a:close/>
                  <a:moveTo>
                    <a:pt x="1272587" y="689498"/>
                  </a:moveTo>
                  <a:lnTo>
                    <a:pt x="1262898" y="762842"/>
                  </a:lnTo>
                  <a:lnTo>
                    <a:pt x="1288713" y="699357"/>
                  </a:lnTo>
                  <a:close/>
                  <a:moveTo>
                    <a:pt x="1288713" y="699357"/>
                  </a:moveTo>
                  <a:lnTo>
                    <a:pt x="1262898" y="762842"/>
                  </a:lnTo>
                  <a:lnTo>
                    <a:pt x="1301549" y="727934"/>
                  </a:lnTo>
                  <a:close/>
                  <a:moveTo>
                    <a:pt x="1288713" y="699357"/>
                  </a:moveTo>
                  <a:lnTo>
                    <a:pt x="1254027" y="627463"/>
                  </a:lnTo>
                  <a:lnTo>
                    <a:pt x="1272587" y="689498"/>
                  </a:lnTo>
                  <a:close/>
                  <a:moveTo>
                    <a:pt x="1254027" y="627463"/>
                  </a:moveTo>
                  <a:lnTo>
                    <a:pt x="1233031" y="607282"/>
                  </a:lnTo>
                  <a:lnTo>
                    <a:pt x="1272587" y="689498"/>
                  </a:lnTo>
                  <a:close/>
                  <a:moveTo>
                    <a:pt x="1265476" y="557277"/>
                  </a:moveTo>
                  <a:lnTo>
                    <a:pt x="1254027" y="627463"/>
                  </a:lnTo>
                  <a:lnTo>
                    <a:pt x="1274727" y="525067"/>
                  </a:lnTo>
                  <a:close/>
                  <a:moveTo>
                    <a:pt x="1233031" y="607282"/>
                  </a:moveTo>
                  <a:lnTo>
                    <a:pt x="1254027" y="627463"/>
                  </a:lnTo>
                  <a:lnTo>
                    <a:pt x="1265476" y="557277"/>
                  </a:lnTo>
                  <a:close/>
                  <a:moveTo>
                    <a:pt x="1265476" y="557277"/>
                  </a:moveTo>
                  <a:lnTo>
                    <a:pt x="1274411" y="510800"/>
                  </a:lnTo>
                  <a:lnTo>
                    <a:pt x="1233031" y="607282"/>
                  </a:lnTo>
                  <a:close/>
                  <a:moveTo>
                    <a:pt x="1233031" y="607282"/>
                  </a:moveTo>
                  <a:lnTo>
                    <a:pt x="1274411" y="510800"/>
                  </a:lnTo>
                  <a:lnTo>
                    <a:pt x="1266636" y="486631"/>
                  </a:lnTo>
                  <a:close/>
                  <a:moveTo>
                    <a:pt x="1274411" y="510800"/>
                  </a:moveTo>
                  <a:lnTo>
                    <a:pt x="1265476" y="557277"/>
                  </a:lnTo>
                  <a:lnTo>
                    <a:pt x="1274727" y="52506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67" name="Candidate_density__2066">
              <a:extLst>
                <a:ext uri="{FF2B5EF4-FFF2-40B4-BE49-F238E27FC236}">
                  <a16:creationId xmlns:a16="http://schemas.microsoft.com/office/drawing/2014/main" id="{50C542FC-1B0A-75C3-25F6-08052F5B7646}"/>
                </a:ext>
              </a:extLst>
            </p:cNvPr>
            <p:cNvSpPr>
              <a:spLocks noGrp="1"/>
            </p:cNvSpPr>
            <p:nvPr/>
          </p:nvSpPr>
          <p:spPr>
            <a:xfrm>
              <a:off x="4501318" y="2029296"/>
              <a:ext cx="2057553" cy="2837641"/>
            </a:xfrm>
            <a:custGeom>
              <a:avLst/>
              <a:gdLst/>
              <a:ahLst/>
              <a:cxnLst/>
              <a:rect l="0" t="0" r="0" b="0"/>
              <a:pathLst>
                <a:path w="2057553" h="2837641">
                  <a:moveTo>
                    <a:pt x="144821" y="2624924"/>
                  </a:moveTo>
                  <a:lnTo>
                    <a:pt x="85385" y="2692218"/>
                  </a:lnTo>
                  <a:lnTo>
                    <a:pt x="93048" y="2690279"/>
                  </a:lnTo>
                  <a:close/>
                  <a:moveTo>
                    <a:pt x="26044" y="2674693"/>
                  </a:moveTo>
                  <a:lnTo>
                    <a:pt x="85385" y="2692218"/>
                  </a:lnTo>
                  <a:lnTo>
                    <a:pt x="144821" y="2624924"/>
                  </a:lnTo>
                  <a:close/>
                  <a:moveTo>
                    <a:pt x="151852" y="2569627"/>
                  </a:moveTo>
                  <a:lnTo>
                    <a:pt x="145902" y="2603518"/>
                  </a:lnTo>
                  <a:lnTo>
                    <a:pt x="93048" y="2690279"/>
                  </a:lnTo>
                  <a:close/>
                  <a:moveTo>
                    <a:pt x="169634" y="2502490"/>
                  </a:moveTo>
                  <a:lnTo>
                    <a:pt x="145902" y="2603518"/>
                  </a:lnTo>
                  <a:lnTo>
                    <a:pt x="151852" y="2569627"/>
                  </a:lnTo>
                  <a:close/>
                  <a:moveTo>
                    <a:pt x="328535" y="2515633"/>
                  </a:moveTo>
                  <a:lnTo>
                    <a:pt x="418058" y="2443585"/>
                  </a:lnTo>
                  <a:lnTo>
                    <a:pt x="304551" y="2448975"/>
                  </a:lnTo>
                  <a:close/>
                  <a:moveTo>
                    <a:pt x="371352" y="2268960"/>
                  </a:moveTo>
                  <a:lnTo>
                    <a:pt x="313472" y="2328324"/>
                  </a:lnTo>
                  <a:lnTo>
                    <a:pt x="350344" y="2253874"/>
                  </a:lnTo>
                  <a:close/>
                  <a:moveTo>
                    <a:pt x="422028" y="2243226"/>
                  </a:moveTo>
                  <a:lnTo>
                    <a:pt x="371352" y="2268960"/>
                  </a:lnTo>
                  <a:lnTo>
                    <a:pt x="350344" y="2253874"/>
                  </a:lnTo>
                  <a:close/>
                  <a:moveTo>
                    <a:pt x="371352" y="2268960"/>
                  </a:moveTo>
                  <a:lnTo>
                    <a:pt x="422028" y="2243226"/>
                  </a:lnTo>
                  <a:lnTo>
                    <a:pt x="376455" y="2246109"/>
                  </a:lnTo>
                  <a:close/>
                  <a:moveTo>
                    <a:pt x="422028" y="2243226"/>
                  </a:moveTo>
                  <a:lnTo>
                    <a:pt x="470767" y="2207673"/>
                  </a:lnTo>
                  <a:lnTo>
                    <a:pt x="376455" y="2246109"/>
                  </a:lnTo>
                  <a:close/>
                  <a:moveTo>
                    <a:pt x="494189" y="2201867"/>
                  </a:moveTo>
                  <a:lnTo>
                    <a:pt x="470767" y="2207673"/>
                  </a:lnTo>
                  <a:lnTo>
                    <a:pt x="547581" y="2258553"/>
                  </a:lnTo>
                  <a:close/>
                  <a:moveTo>
                    <a:pt x="547581" y="2258553"/>
                  </a:moveTo>
                  <a:lnTo>
                    <a:pt x="470767" y="2207673"/>
                  </a:lnTo>
                  <a:lnTo>
                    <a:pt x="470507" y="2209280"/>
                  </a:lnTo>
                  <a:close/>
                  <a:moveTo>
                    <a:pt x="470507" y="2209280"/>
                  </a:moveTo>
                  <a:lnTo>
                    <a:pt x="470767" y="2207673"/>
                  </a:lnTo>
                  <a:lnTo>
                    <a:pt x="422028" y="2243226"/>
                  </a:lnTo>
                  <a:close/>
                  <a:moveTo>
                    <a:pt x="317007" y="1758160"/>
                  </a:moveTo>
                  <a:lnTo>
                    <a:pt x="331389" y="1840376"/>
                  </a:lnTo>
                  <a:lnTo>
                    <a:pt x="398634" y="1818591"/>
                  </a:lnTo>
                  <a:close/>
                  <a:moveTo>
                    <a:pt x="25638" y="1579185"/>
                  </a:moveTo>
                  <a:lnTo>
                    <a:pt x="110321" y="1570931"/>
                  </a:lnTo>
                  <a:lnTo>
                    <a:pt x="72861" y="1501293"/>
                  </a:lnTo>
                  <a:close/>
                  <a:moveTo>
                    <a:pt x="135106" y="1473078"/>
                  </a:moveTo>
                  <a:lnTo>
                    <a:pt x="72861" y="1501293"/>
                  </a:lnTo>
                  <a:lnTo>
                    <a:pt x="110321" y="1570931"/>
                  </a:lnTo>
                  <a:close/>
                  <a:moveTo>
                    <a:pt x="163645" y="1404090"/>
                  </a:moveTo>
                  <a:lnTo>
                    <a:pt x="72861" y="1501293"/>
                  </a:lnTo>
                  <a:lnTo>
                    <a:pt x="135106" y="1473078"/>
                  </a:lnTo>
                  <a:close/>
                  <a:moveTo>
                    <a:pt x="760347" y="2130799"/>
                  </a:moveTo>
                  <a:lnTo>
                    <a:pt x="821291" y="2190970"/>
                  </a:lnTo>
                  <a:lnTo>
                    <a:pt x="838068" y="2104077"/>
                  </a:lnTo>
                  <a:close/>
                  <a:moveTo>
                    <a:pt x="628381" y="1596625"/>
                  </a:moveTo>
                  <a:lnTo>
                    <a:pt x="564741" y="1681287"/>
                  </a:lnTo>
                  <a:lnTo>
                    <a:pt x="593243" y="1642851"/>
                  </a:lnTo>
                  <a:close/>
                  <a:moveTo>
                    <a:pt x="628381" y="1596625"/>
                  </a:moveTo>
                  <a:lnTo>
                    <a:pt x="583918" y="1645585"/>
                  </a:lnTo>
                  <a:lnTo>
                    <a:pt x="564741" y="1681287"/>
                  </a:lnTo>
                  <a:close/>
                  <a:moveTo>
                    <a:pt x="428165" y="1405364"/>
                  </a:moveTo>
                  <a:lnTo>
                    <a:pt x="411799" y="1396206"/>
                  </a:lnTo>
                  <a:lnTo>
                    <a:pt x="378529" y="1434984"/>
                  </a:lnTo>
                  <a:close/>
                  <a:moveTo>
                    <a:pt x="411799" y="1396206"/>
                  </a:moveTo>
                  <a:lnTo>
                    <a:pt x="423825" y="1389137"/>
                  </a:lnTo>
                  <a:lnTo>
                    <a:pt x="369397" y="1434642"/>
                  </a:lnTo>
                  <a:close/>
                  <a:moveTo>
                    <a:pt x="374159" y="1338028"/>
                  </a:moveTo>
                  <a:lnTo>
                    <a:pt x="423825" y="1389137"/>
                  </a:lnTo>
                  <a:lnTo>
                    <a:pt x="478282" y="1314086"/>
                  </a:lnTo>
                  <a:close/>
                  <a:moveTo>
                    <a:pt x="1764750" y="2755426"/>
                  </a:moveTo>
                  <a:lnTo>
                    <a:pt x="1732742" y="2723866"/>
                  </a:lnTo>
                  <a:lnTo>
                    <a:pt x="1686915" y="2699452"/>
                  </a:lnTo>
                  <a:close/>
                  <a:moveTo>
                    <a:pt x="989306" y="1971711"/>
                  </a:moveTo>
                  <a:lnTo>
                    <a:pt x="1038243" y="2014399"/>
                  </a:lnTo>
                  <a:lnTo>
                    <a:pt x="1051704" y="1933275"/>
                  </a:lnTo>
                  <a:close/>
                  <a:moveTo>
                    <a:pt x="1050066" y="1851060"/>
                  </a:moveTo>
                  <a:lnTo>
                    <a:pt x="1047529" y="1854788"/>
                  </a:lnTo>
                  <a:lnTo>
                    <a:pt x="989306" y="1971711"/>
                  </a:lnTo>
                  <a:close/>
                  <a:moveTo>
                    <a:pt x="1051704" y="1933275"/>
                  </a:moveTo>
                  <a:lnTo>
                    <a:pt x="1050066" y="1851060"/>
                  </a:lnTo>
                  <a:lnTo>
                    <a:pt x="989306" y="1971711"/>
                  </a:lnTo>
                  <a:close/>
                  <a:moveTo>
                    <a:pt x="750227" y="1558323"/>
                  </a:moveTo>
                  <a:lnTo>
                    <a:pt x="695122" y="1567501"/>
                  </a:lnTo>
                  <a:lnTo>
                    <a:pt x="628381" y="1596625"/>
                  </a:lnTo>
                  <a:close/>
                  <a:moveTo>
                    <a:pt x="529280" y="1289557"/>
                  </a:moveTo>
                  <a:lnTo>
                    <a:pt x="435609" y="1388162"/>
                  </a:lnTo>
                  <a:lnTo>
                    <a:pt x="484528" y="1357769"/>
                  </a:lnTo>
                  <a:close/>
                  <a:moveTo>
                    <a:pt x="423825" y="1389137"/>
                  </a:moveTo>
                  <a:lnTo>
                    <a:pt x="435609" y="1388162"/>
                  </a:lnTo>
                  <a:lnTo>
                    <a:pt x="529280" y="1289557"/>
                  </a:lnTo>
                  <a:close/>
                  <a:moveTo>
                    <a:pt x="478282" y="1314086"/>
                  </a:moveTo>
                  <a:lnTo>
                    <a:pt x="423825" y="1389137"/>
                  </a:lnTo>
                  <a:lnTo>
                    <a:pt x="529280" y="1289557"/>
                  </a:lnTo>
                  <a:close/>
                  <a:moveTo>
                    <a:pt x="1848251" y="2716989"/>
                  </a:moveTo>
                  <a:lnTo>
                    <a:pt x="1871900" y="2809839"/>
                  </a:lnTo>
                  <a:lnTo>
                    <a:pt x="1871006" y="2746951"/>
                  </a:lnTo>
                  <a:close/>
                  <a:moveTo>
                    <a:pt x="1769484" y="2837641"/>
                  </a:moveTo>
                  <a:lnTo>
                    <a:pt x="1871900" y="2809839"/>
                  </a:lnTo>
                  <a:lnTo>
                    <a:pt x="1848251" y="2716989"/>
                  </a:lnTo>
                  <a:close/>
                  <a:moveTo>
                    <a:pt x="1764750" y="2755426"/>
                  </a:moveTo>
                  <a:lnTo>
                    <a:pt x="1769484" y="2837641"/>
                  </a:lnTo>
                  <a:lnTo>
                    <a:pt x="1848251" y="2716989"/>
                  </a:lnTo>
                  <a:close/>
                  <a:moveTo>
                    <a:pt x="1871900" y="2809839"/>
                  </a:moveTo>
                  <a:lnTo>
                    <a:pt x="1922412" y="2799204"/>
                  </a:lnTo>
                  <a:lnTo>
                    <a:pt x="1871006" y="2746951"/>
                  </a:lnTo>
                  <a:close/>
                  <a:moveTo>
                    <a:pt x="1050066" y="1851060"/>
                  </a:moveTo>
                  <a:lnTo>
                    <a:pt x="1051704" y="1933275"/>
                  </a:lnTo>
                  <a:lnTo>
                    <a:pt x="1082333" y="1894838"/>
                  </a:lnTo>
                  <a:close/>
                  <a:moveTo>
                    <a:pt x="1050066" y="1851060"/>
                  </a:moveTo>
                  <a:lnTo>
                    <a:pt x="1082333" y="1894838"/>
                  </a:lnTo>
                  <a:lnTo>
                    <a:pt x="1067184" y="1812623"/>
                  </a:lnTo>
                  <a:close/>
                  <a:moveTo>
                    <a:pt x="1085622" y="1761136"/>
                  </a:moveTo>
                  <a:lnTo>
                    <a:pt x="1050066" y="1851060"/>
                  </a:lnTo>
                  <a:lnTo>
                    <a:pt x="1067184" y="1812623"/>
                  </a:lnTo>
                  <a:close/>
                  <a:moveTo>
                    <a:pt x="1981182" y="2781587"/>
                  </a:moveTo>
                  <a:lnTo>
                    <a:pt x="1871006" y="2746951"/>
                  </a:lnTo>
                  <a:lnTo>
                    <a:pt x="1922412" y="2799204"/>
                  </a:lnTo>
                  <a:close/>
                  <a:moveTo>
                    <a:pt x="1869041" y="2712072"/>
                  </a:moveTo>
                  <a:lnTo>
                    <a:pt x="1871006" y="2746951"/>
                  </a:lnTo>
                  <a:lnTo>
                    <a:pt x="1981182" y="2781587"/>
                  </a:lnTo>
                  <a:close/>
                  <a:moveTo>
                    <a:pt x="1939802" y="2715136"/>
                  </a:moveTo>
                  <a:lnTo>
                    <a:pt x="1869041" y="2712072"/>
                  </a:lnTo>
                  <a:lnTo>
                    <a:pt x="1981182" y="2781587"/>
                  </a:lnTo>
                  <a:close/>
                  <a:moveTo>
                    <a:pt x="1848251" y="2716989"/>
                  </a:moveTo>
                  <a:lnTo>
                    <a:pt x="1871006" y="2746951"/>
                  </a:lnTo>
                  <a:lnTo>
                    <a:pt x="1869041" y="2712072"/>
                  </a:lnTo>
                  <a:close/>
                  <a:moveTo>
                    <a:pt x="1085622" y="1761136"/>
                  </a:moveTo>
                  <a:lnTo>
                    <a:pt x="1144867" y="1767443"/>
                  </a:lnTo>
                  <a:lnTo>
                    <a:pt x="1124454" y="1730408"/>
                  </a:lnTo>
                  <a:close/>
                  <a:moveTo>
                    <a:pt x="1144867" y="1767443"/>
                  </a:moveTo>
                  <a:lnTo>
                    <a:pt x="1173991" y="1691972"/>
                  </a:lnTo>
                  <a:lnTo>
                    <a:pt x="1124454" y="1730408"/>
                  </a:lnTo>
                  <a:close/>
                  <a:moveTo>
                    <a:pt x="1991930" y="2514123"/>
                  </a:moveTo>
                  <a:lnTo>
                    <a:pt x="2057553" y="2557902"/>
                  </a:lnTo>
                  <a:lnTo>
                    <a:pt x="2015870" y="2475686"/>
                  </a:lnTo>
                  <a:close/>
                  <a:moveTo>
                    <a:pt x="1330700" y="1689724"/>
                  </a:moveTo>
                  <a:lnTo>
                    <a:pt x="1282908" y="1684521"/>
                  </a:lnTo>
                  <a:lnTo>
                    <a:pt x="1375224" y="1735750"/>
                  </a:lnTo>
                  <a:close/>
                  <a:moveTo>
                    <a:pt x="547634" y="749169"/>
                  </a:moveTo>
                  <a:lnTo>
                    <a:pt x="554736" y="739126"/>
                  </a:lnTo>
                  <a:lnTo>
                    <a:pt x="458184" y="787605"/>
                  </a:lnTo>
                  <a:close/>
                  <a:moveTo>
                    <a:pt x="1278759" y="1387617"/>
                  </a:moveTo>
                  <a:lnTo>
                    <a:pt x="1208823" y="1406890"/>
                  </a:lnTo>
                  <a:lnTo>
                    <a:pt x="1296998" y="1472881"/>
                  </a:lnTo>
                  <a:close/>
                  <a:moveTo>
                    <a:pt x="1413161" y="1504170"/>
                  </a:moveTo>
                  <a:lnTo>
                    <a:pt x="1375132" y="1450668"/>
                  </a:lnTo>
                  <a:lnTo>
                    <a:pt x="1284092" y="1515464"/>
                  </a:lnTo>
                  <a:close/>
                  <a:moveTo>
                    <a:pt x="1375132" y="1450668"/>
                  </a:moveTo>
                  <a:lnTo>
                    <a:pt x="1392347" y="1426350"/>
                  </a:lnTo>
                  <a:lnTo>
                    <a:pt x="1296998" y="1472881"/>
                  </a:lnTo>
                  <a:close/>
                  <a:moveTo>
                    <a:pt x="699700" y="794185"/>
                  </a:moveTo>
                  <a:lnTo>
                    <a:pt x="742947" y="719525"/>
                  </a:lnTo>
                  <a:lnTo>
                    <a:pt x="660484" y="725974"/>
                  </a:lnTo>
                  <a:close/>
                  <a:moveTo>
                    <a:pt x="742947" y="719525"/>
                  </a:moveTo>
                  <a:lnTo>
                    <a:pt x="720910" y="637349"/>
                  </a:lnTo>
                  <a:lnTo>
                    <a:pt x="660484" y="725974"/>
                  </a:lnTo>
                  <a:close/>
                  <a:moveTo>
                    <a:pt x="65209" y="23497"/>
                  </a:moveTo>
                  <a:lnTo>
                    <a:pt x="0" y="58348"/>
                  </a:lnTo>
                  <a:lnTo>
                    <a:pt x="121275" y="17915"/>
                  </a:lnTo>
                  <a:close/>
                  <a:moveTo>
                    <a:pt x="191014" y="0"/>
                  </a:moveTo>
                  <a:lnTo>
                    <a:pt x="65209" y="23497"/>
                  </a:lnTo>
                  <a:lnTo>
                    <a:pt x="121275" y="17915"/>
                  </a:lnTo>
                  <a:close/>
                  <a:moveTo>
                    <a:pt x="1531350" y="1503634"/>
                  </a:moveTo>
                  <a:lnTo>
                    <a:pt x="1437726" y="1532883"/>
                  </a:lnTo>
                  <a:lnTo>
                    <a:pt x="1547941" y="1514230"/>
                  </a:lnTo>
                  <a:close/>
                  <a:moveTo>
                    <a:pt x="1547941" y="1514230"/>
                  </a:moveTo>
                  <a:lnTo>
                    <a:pt x="1437726" y="1532883"/>
                  </a:lnTo>
                  <a:lnTo>
                    <a:pt x="1422678" y="1539752"/>
                  </a:lnTo>
                  <a:close/>
                  <a:moveTo>
                    <a:pt x="1437726" y="1532883"/>
                  </a:moveTo>
                  <a:lnTo>
                    <a:pt x="1531350" y="1503634"/>
                  </a:lnTo>
                  <a:lnTo>
                    <a:pt x="1413161" y="1504170"/>
                  </a:lnTo>
                  <a:close/>
                  <a:moveTo>
                    <a:pt x="1413161" y="1504170"/>
                  </a:moveTo>
                  <a:lnTo>
                    <a:pt x="1531350" y="1503634"/>
                  </a:lnTo>
                  <a:lnTo>
                    <a:pt x="1536897" y="1472938"/>
                  </a:lnTo>
                  <a:close/>
                  <a:moveTo>
                    <a:pt x="1413161" y="1504170"/>
                  </a:moveTo>
                  <a:lnTo>
                    <a:pt x="1536897" y="1472938"/>
                  </a:lnTo>
                  <a:lnTo>
                    <a:pt x="1455967" y="1449010"/>
                  </a:lnTo>
                  <a:close/>
                  <a:moveTo>
                    <a:pt x="1413161" y="1504170"/>
                  </a:moveTo>
                  <a:lnTo>
                    <a:pt x="1415294" y="1412232"/>
                  </a:lnTo>
                  <a:lnTo>
                    <a:pt x="1375132" y="1450668"/>
                  </a:lnTo>
                  <a:close/>
                  <a:moveTo>
                    <a:pt x="1415294" y="1412232"/>
                  </a:moveTo>
                  <a:lnTo>
                    <a:pt x="1392347" y="1426350"/>
                  </a:lnTo>
                  <a:lnTo>
                    <a:pt x="1375132" y="1450668"/>
                  </a:lnTo>
                  <a:close/>
                  <a:moveTo>
                    <a:pt x="1393914" y="1217008"/>
                  </a:moveTo>
                  <a:lnTo>
                    <a:pt x="1356546" y="1165586"/>
                  </a:lnTo>
                  <a:lnTo>
                    <a:pt x="1259672" y="1208960"/>
                  </a:lnTo>
                  <a:close/>
                  <a:moveTo>
                    <a:pt x="1393914" y="1217008"/>
                  </a:moveTo>
                  <a:lnTo>
                    <a:pt x="1412990" y="1138897"/>
                  </a:lnTo>
                  <a:lnTo>
                    <a:pt x="1356546" y="1165586"/>
                  </a:lnTo>
                  <a:close/>
                  <a:moveTo>
                    <a:pt x="1863029" y="1538226"/>
                  </a:moveTo>
                  <a:lnTo>
                    <a:pt x="1905633" y="1620441"/>
                  </a:lnTo>
                  <a:lnTo>
                    <a:pt x="1970490" y="1589173"/>
                  </a:lnTo>
                  <a:close/>
                  <a:moveTo>
                    <a:pt x="1092006" y="708994"/>
                  </a:moveTo>
                  <a:lnTo>
                    <a:pt x="1101411" y="709969"/>
                  </a:lnTo>
                  <a:lnTo>
                    <a:pt x="1211190" y="660740"/>
                  </a:lnTo>
                  <a:close/>
                  <a:moveTo>
                    <a:pt x="1163926" y="699235"/>
                  </a:moveTo>
                  <a:lnTo>
                    <a:pt x="1092006" y="708994"/>
                  </a:lnTo>
                  <a:lnTo>
                    <a:pt x="1211190" y="660740"/>
                  </a:lnTo>
                  <a:close/>
                  <a:moveTo>
                    <a:pt x="1273581" y="615353"/>
                  </a:moveTo>
                  <a:lnTo>
                    <a:pt x="1163926" y="699235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273581" y="615353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335906" y="640512"/>
                  </a:lnTo>
                  <a:lnTo>
                    <a:pt x="1273581" y="615353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68" name="Candidate_density__2067">
              <a:extLst>
                <a:ext uri="{FF2B5EF4-FFF2-40B4-BE49-F238E27FC236}">
                  <a16:creationId xmlns:a16="http://schemas.microsoft.com/office/drawing/2014/main" id="{D56BE9C9-9667-8D48-66C9-BCB7DB020BEB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1845685" cy="2689960"/>
            </a:xfrm>
            <a:custGeom>
              <a:avLst/>
              <a:gdLst/>
              <a:ahLst/>
              <a:cxnLst/>
              <a:rect l="0" t="0" r="0" b="0"/>
              <a:pathLst>
                <a:path w="1845685" h="2689960">
                  <a:moveTo>
                    <a:pt x="246702" y="2378620"/>
                  </a:moveTo>
                  <a:lnTo>
                    <a:pt x="195003" y="2417056"/>
                  </a:lnTo>
                  <a:lnTo>
                    <a:pt x="271387" y="2361296"/>
                  </a:lnTo>
                  <a:close/>
                  <a:moveTo>
                    <a:pt x="121096" y="1523374"/>
                  </a:moveTo>
                  <a:lnTo>
                    <a:pt x="141681" y="1426321"/>
                  </a:lnTo>
                  <a:lnTo>
                    <a:pt x="151111" y="1402723"/>
                  </a:lnTo>
                  <a:close/>
                  <a:moveTo>
                    <a:pt x="121096" y="1523374"/>
                  </a:moveTo>
                  <a:lnTo>
                    <a:pt x="151111" y="1402723"/>
                  </a:lnTo>
                  <a:lnTo>
                    <a:pt x="135471" y="1484938"/>
                  </a:lnTo>
                  <a:close/>
                  <a:moveTo>
                    <a:pt x="151111" y="1402723"/>
                  </a:moveTo>
                  <a:lnTo>
                    <a:pt x="141681" y="1426321"/>
                  </a:lnTo>
                  <a:lnTo>
                    <a:pt x="162445" y="1371829"/>
                  </a:lnTo>
                  <a:close/>
                  <a:moveTo>
                    <a:pt x="162445" y="1371829"/>
                  </a:moveTo>
                  <a:lnTo>
                    <a:pt x="184963" y="1291042"/>
                  </a:lnTo>
                  <a:lnTo>
                    <a:pt x="151111" y="1402723"/>
                  </a:lnTo>
                  <a:close/>
                  <a:moveTo>
                    <a:pt x="184963" y="1291042"/>
                  </a:moveTo>
                  <a:lnTo>
                    <a:pt x="162445" y="1371829"/>
                  </a:lnTo>
                  <a:lnTo>
                    <a:pt x="187998" y="1320508"/>
                  </a:lnTo>
                  <a:close/>
                  <a:moveTo>
                    <a:pt x="184963" y="1291042"/>
                  </a:moveTo>
                  <a:lnTo>
                    <a:pt x="187998" y="1320508"/>
                  </a:lnTo>
                  <a:lnTo>
                    <a:pt x="172681" y="1200934"/>
                  </a:lnTo>
                  <a:close/>
                  <a:moveTo>
                    <a:pt x="184963" y="1291042"/>
                  </a:moveTo>
                  <a:lnTo>
                    <a:pt x="172681" y="1200934"/>
                  </a:lnTo>
                  <a:lnTo>
                    <a:pt x="183604" y="1282071"/>
                  </a:lnTo>
                  <a:close/>
                  <a:moveTo>
                    <a:pt x="172681" y="1200934"/>
                  </a:moveTo>
                  <a:lnTo>
                    <a:pt x="171993" y="1199856"/>
                  </a:lnTo>
                  <a:lnTo>
                    <a:pt x="183604" y="1282071"/>
                  </a:lnTo>
                  <a:close/>
                  <a:moveTo>
                    <a:pt x="554609" y="1571686"/>
                  </a:moveTo>
                  <a:lnTo>
                    <a:pt x="572580" y="1575421"/>
                  </a:lnTo>
                  <a:lnTo>
                    <a:pt x="626260" y="1560919"/>
                  </a:lnTo>
                  <a:close/>
                  <a:moveTo>
                    <a:pt x="626260" y="1560919"/>
                  </a:moveTo>
                  <a:lnTo>
                    <a:pt x="572580" y="1575421"/>
                  </a:lnTo>
                  <a:lnTo>
                    <a:pt x="693181" y="1532466"/>
                  </a:lnTo>
                  <a:close/>
                  <a:moveTo>
                    <a:pt x="672477" y="1518516"/>
                  </a:moveTo>
                  <a:lnTo>
                    <a:pt x="720254" y="1459096"/>
                  </a:lnTo>
                  <a:lnTo>
                    <a:pt x="722638" y="1451844"/>
                  </a:lnTo>
                  <a:close/>
                  <a:moveTo>
                    <a:pt x="693181" y="1532466"/>
                  </a:moveTo>
                  <a:lnTo>
                    <a:pt x="720254" y="1459096"/>
                  </a:lnTo>
                  <a:lnTo>
                    <a:pt x="672477" y="1518516"/>
                  </a:lnTo>
                  <a:close/>
                  <a:moveTo>
                    <a:pt x="626260" y="1560919"/>
                  </a:moveTo>
                  <a:lnTo>
                    <a:pt x="693181" y="1532466"/>
                  </a:lnTo>
                  <a:lnTo>
                    <a:pt x="672477" y="1518516"/>
                  </a:lnTo>
                  <a:close/>
                  <a:moveTo>
                    <a:pt x="1792233" y="2685070"/>
                  </a:moveTo>
                  <a:lnTo>
                    <a:pt x="1800844" y="2687900"/>
                  </a:lnTo>
                  <a:lnTo>
                    <a:pt x="1805633" y="2689960"/>
                  </a:lnTo>
                  <a:close/>
                  <a:moveTo>
                    <a:pt x="1792233" y="2685070"/>
                  </a:moveTo>
                  <a:lnTo>
                    <a:pt x="1805633" y="2689960"/>
                  </a:lnTo>
                  <a:lnTo>
                    <a:pt x="1815350" y="2676107"/>
                  </a:lnTo>
                  <a:close/>
                  <a:moveTo>
                    <a:pt x="1815350" y="2676107"/>
                  </a:moveTo>
                  <a:lnTo>
                    <a:pt x="1805633" y="2689960"/>
                  </a:lnTo>
                  <a:lnTo>
                    <a:pt x="1809207" y="2685070"/>
                  </a:lnTo>
                  <a:close/>
                  <a:moveTo>
                    <a:pt x="1809207" y="2685070"/>
                  </a:moveTo>
                  <a:lnTo>
                    <a:pt x="1845685" y="2624508"/>
                  </a:lnTo>
                  <a:lnTo>
                    <a:pt x="1815350" y="2676107"/>
                  </a:lnTo>
                  <a:close/>
                  <a:moveTo>
                    <a:pt x="800402" y="1331192"/>
                  </a:moveTo>
                  <a:lnTo>
                    <a:pt x="821212" y="1337519"/>
                  </a:lnTo>
                  <a:lnTo>
                    <a:pt x="831133" y="1339185"/>
                  </a:lnTo>
                  <a:close/>
                  <a:moveTo>
                    <a:pt x="845520" y="1331192"/>
                  </a:moveTo>
                  <a:lnTo>
                    <a:pt x="831133" y="1339185"/>
                  </a:lnTo>
                  <a:lnTo>
                    <a:pt x="821212" y="1337519"/>
                  </a:lnTo>
                  <a:close/>
                  <a:moveTo>
                    <a:pt x="882144" y="1314705"/>
                  </a:moveTo>
                  <a:lnTo>
                    <a:pt x="831133" y="1339185"/>
                  </a:lnTo>
                  <a:lnTo>
                    <a:pt x="963464" y="1340092"/>
                  </a:lnTo>
                  <a:close/>
                  <a:moveTo>
                    <a:pt x="32394" y="21093"/>
                  </a:moveTo>
                  <a:lnTo>
                    <a:pt x="0" y="59529"/>
                  </a:lnTo>
                  <a:lnTo>
                    <a:pt x="66467" y="429"/>
                  </a:lnTo>
                  <a:close/>
                  <a:moveTo>
                    <a:pt x="66467" y="429"/>
                  </a:moveTo>
                  <a:lnTo>
                    <a:pt x="13715" y="18396"/>
                  </a:lnTo>
                  <a:lnTo>
                    <a:pt x="141918" y="3868"/>
                  </a:lnTo>
                  <a:close/>
                  <a:moveTo>
                    <a:pt x="607578" y="630262"/>
                  </a:moveTo>
                  <a:lnTo>
                    <a:pt x="532610" y="628626"/>
                  </a:lnTo>
                  <a:lnTo>
                    <a:pt x="491312" y="623208"/>
                  </a:lnTo>
                  <a:close/>
                  <a:moveTo>
                    <a:pt x="629087" y="571792"/>
                  </a:moveTo>
                  <a:lnTo>
                    <a:pt x="607578" y="630262"/>
                  </a:lnTo>
                  <a:lnTo>
                    <a:pt x="629192" y="596599"/>
                  </a:lnTo>
                  <a:close/>
                  <a:moveTo>
                    <a:pt x="388076" y="229301"/>
                  </a:moveTo>
                  <a:lnTo>
                    <a:pt x="384467" y="249111"/>
                  </a:lnTo>
                  <a:lnTo>
                    <a:pt x="397744" y="187843"/>
                  </a:lnTo>
                  <a:close/>
                  <a:moveTo>
                    <a:pt x="66467" y="429"/>
                  </a:moveTo>
                  <a:lnTo>
                    <a:pt x="141918" y="3868"/>
                  </a:lnTo>
                  <a:lnTo>
                    <a:pt x="97939" y="0"/>
                  </a:lnTo>
                  <a:close/>
                  <a:moveTo>
                    <a:pt x="141918" y="3868"/>
                  </a:moveTo>
                  <a:lnTo>
                    <a:pt x="155555" y="13751"/>
                  </a:lnTo>
                  <a:lnTo>
                    <a:pt x="97939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69" name="Candidate_density__2068">
              <a:extLst>
                <a:ext uri="{FF2B5EF4-FFF2-40B4-BE49-F238E27FC236}">
                  <a16:creationId xmlns:a16="http://schemas.microsoft.com/office/drawing/2014/main" id="{2E6A66D4-6A20-E291-E0B1-B4CC51C7EDCA}"/>
                </a:ext>
              </a:extLst>
            </p:cNvPr>
            <p:cNvSpPr>
              <a:spLocks noGrp="1"/>
            </p:cNvSpPr>
            <p:nvPr/>
          </p:nvSpPr>
          <p:spPr>
            <a:xfrm>
              <a:off x="4430563" y="2085868"/>
              <a:ext cx="1927886" cy="3170662"/>
            </a:xfrm>
            <a:custGeom>
              <a:avLst/>
              <a:gdLst/>
              <a:ahLst/>
              <a:cxnLst/>
              <a:rect l="0" t="0" r="0" b="0"/>
              <a:pathLst>
                <a:path w="1927886" h="3170662">
                  <a:moveTo>
                    <a:pt x="197995" y="3083219"/>
                  </a:moveTo>
                  <a:lnTo>
                    <a:pt x="210519" y="3091898"/>
                  </a:lnTo>
                  <a:lnTo>
                    <a:pt x="224460" y="3095425"/>
                  </a:lnTo>
                  <a:close/>
                  <a:moveTo>
                    <a:pt x="300518" y="2885935"/>
                  </a:moveTo>
                  <a:lnTo>
                    <a:pt x="269063" y="2880352"/>
                  </a:lnTo>
                  <a:lnTo>
                    <a:pt x="297490" y="2881600"/>
                  </a:lnTo>
                  <a:close/>
                  <a:moveTo>
                    <a:pt x="387007" y="3126997"/>
                  </a:moveTo>
                  <a:lnTo>
                    <a:pt x="419473" y="3143298"/>
                  </a:lnTo>
                  <a:lnTo>
                    <a:pt x="446047" y="3151383"/>
                  </a:lnTo>
                  <a:close/>
                  <a:moveTo>
                    <a:pt x="525734" y="3170662"/>
                  </a:moveTo>
                  <a:lnTo>
                    <a:pt x="446047" y="3151383"/>
                  </a:lnTo>
                  <a:lnTo>
                    <a:pt x="419473" y="3143298"/>
                  </a:lnTo>
                  <a:close/>
                  <a:moveTo>
                    <a:pt x="269063" y="2880352"/>
                  </a:moveTo>
                  <a:lnTo>
                    <a:pt x="300518" y="2885935"/>
                  </a:lnTo>
                  <a:lnTo>
                    <a:pt x="327780" y="2856975"/>
                  </a:lnTo>
                  <a:close/>
                  <a:moveTo>
                    <a:pt x="327780" y="2856975"/>
                  </a:moveTo>
                  <a:lnTo>
                    <a:pt x="300518" y="2885935"/>
                  </a:lnTo>
                  <a:lnTo>
                    <a:pt x="402358" y="2856936"/>
                  </a:lnTo>
                  <a:close/>
                  <a:moveTo>
                    <a:pt x="327780" y="2856975"/>
                  </a:moveTo>
                  <a:lnTo>
                    <a:pt x="402358" y="2856936"/>
                  </a:lnTo>
                  <a:lnTo>
                    <a:pt x="345769" y="2839919"/>
                  </a:lnTo>
                  <a:close/>
                  <a:moveTo>
                    <a:pt x="402358" y="2856936"/>
                  </a:moveTo>
                  <a:lnTo>
                    <a:pt x="413508" y="2814523"/>
                  </a:lnTo>
                  <a:lnTo>
                    <a:pt x="345769" y="2839919"/>
                  </a:lnTo>
                  <a:close/>
                  <a:moveTo>
                    <a:pt x="444261" y="2822870"/>
                  </a:moveTo>
                  <a:lnTo>
                    <a:pt x="401450" y="2803479"/>
                  </a:lnTo>
                  <a:lnTo>
                    <a:pt x="413508" y="2814523"/>
                  </a:lnTo>
                  <a:close/>
                  <a:moveTo>
                    <a:pt x="621786" y="2399361"/>
                  </a:moveTo>
                  <a:lnTo>
                    <a:pt x="624635" y="2400973"/>
                  </a:lnTo>
                  <a:lnTo>
                    <a:pt x="553919" y="2494036"/>
                  </a:lnTo>
                  <a:close/>
                  <a:moveTo>
                    <a:pt x="591996" y="2479961"/>
                  </a:moveTo>
                  <a:lnTo>
                    <a:pt x="624635" y="2400973"/>
                  </a:lnTo>
                  <a:lnTo>
                    <a:pt x="672953" y="2366422"/>
                  </a:lnTo>
                  <a:close/>
                  <a:moveTo>
                    <a:pt x="672953" y="2366422"/>
                  </a:moveTo>
                  <a:lnTo>
                    <a:pt x="624635" y="2400973"/>
                  </a:lnTo>
                  <a:lnTo>
                    <a:pt x="756636" y="2400639"/>
                  </a:lnTo>
                  <a:close/>
                  <a:moveTo>
                    <a:pt x="108448" y="1649118"/>
                  </a:moveTo>
                  <a:lnTo>
                    <a:pt x="3519" y="1737710"/>
                  </a:lnTo>
                  <a:lnTo>
                    <a:pt x="0" y="1737511"/>
                  </a:lnTo>
                  <a:close/>
                  <a:moveTo>
                    <a:pt x="672873" y="2357828"/>
                  </a:moveTo>
                  <a:lnTo>
                    <a:pt x="667292" y="2441524"/>
                  </a:lnTo>
                  <a:lnTo>
                    <a:pt x="672953" y="2366422"/>
                  </a:lnTo>
                  <a:close/>
                  <a:moveTo>
                    <a:pt x="28717" y="1414475"/>
                  </a:moveTo>
                  <a:lnTo>
                    <a:pt x="97651" y="1393547"/>
                  </a:lnTo>
                  <a:lnTo>
                    <a:pt x="136425" y="1323316"/>
                  </a:lnTo>
                  <a:close/>
                  <a:moveTo>
                    <a:pt x="126541" y="1334292"/>
                  </a:moveTo>
                  <a:lnTo>
                    <a:pt x="136425" y="1323316"/>
                  </a:lnTo>
                  <a:lnTo>
                    <a:pt x="97651" y="1393547"/>
                  </a:lnTo>
                  <a:close/>
                  <a:moveTo>
                    <a:pt x="734311" y="1886768"/>
                  </a:moveTo>
                  <a:lnTo>
                    <a:pt x="741761" y="1861954"/>
                  </a:lnTo>
                  <a:lnTo>
                    <a:pt x="707799" y="1851099"/>
                  </a:lnTo>
                  <a:close/>
                  <a:moveTo>
                    <a:pt x="672957" y="1936030"/>
                  </a:moveTo>
                  <a:lnTo>
                    <a:pt x="734311" y="1886768"/>
                  </a:lnTo>
                  <a:lnTo>
                    <a:pt x="707799" y="1851099"/>
                  </a:lnTo>
                  <a:close/>
                  <a:moveTo>
                    <a:pt x="741761" y="1861954"/>
                  </a:moveTo>
                  <a:lnTo>
                    <a:pt x="745355" y="1758940"/>
                  </a:lnTo>
                  <a:lnTo>
                    <a:pt x="725747" y="1832924"/>
                  </a:lnTo>
                  <a:close/>
                  <a:moveTo>
                    <a:pt x="745355" y="1758940"/>
                  </a:moveTo>
                  <a:lnTo>
                    <a:pt x="750677" y="1750709"/>
                  </a:lnTo>
                  <a:lnTo>
                    <a:pt x="725747" y="1832924"/>
                  </a:lnTo>
                  <a:close/>
                  <a:moveTo>
                    <a:pt x="372647" y="1378070"/>
                  </a:moveTo>
                  <a:lnTo>
                    <a:pt x="397459" y="1257418"/>
                  </a:lnTo>
                  <a:lnTo>
                    <a:pt x="393525" y="1339634"/>
                  </a:lnTo>
                  <a:close/>
                  <a:moveTo>
                    <a:pt x="1251056" y="2273753"/>
                  </a:moveTo>
                  <a:lnTo>
                    <a:pt x="1200129" y="2232138"/>
                  </a:lnTo>
                  <a:lnTo>
                    <a:pt x="1278529" y="2313016"/>
                  </a:lnTo>
                  <a:close/>
                  <a:moveTo>
                    <a:pt x="1320817" y="2255920"/>
                  </a:moveTo>
                  <a:lnTo>
                    <a:pt x="1251056" y="2273753"/>
                  </a:lnTo>
                  <a:lnTo>
                    <a:pt x="1278529" y="2313016"/>
                  </a:lnTo>
                  <a:close/>
                  <a:moveTo>
                    <a:pt x="807494" y="1729978"/>
                  </a:moveTo>
                  <a:lnTo>
                    <a:pt x="714449" y="1823566"/>
                  </a:lnTo>
                  <a:lnTo>
                    <a:pt x="750677" y="1750709"/>
                  </a:lnTo>
                  <a:close/>
                  <a:moveTo>
                    <a:pt x="567101" y="1383412"/>
                  </a:moveTo>
                  <a:lnTo>
                    <a:pt x="559674" y="1421849"/>
                  </a:lnTo>
                  <a:lnTo>
                    <a:pt x="600054" y="1448259"/>
                  </a:lnTo>
                  <a:close/>
                  <a:moveTo>
                    <a:pt x="398037" y="1250263"/>
                  </a:moveTo>
                  <a:lnTo>
                    <a:pt x="417695" y="1142900"/>
                  </a:lnTo>
                  <a:lnTo>
                    <a:pt x="397459" y="1257418"/>
                  </a:lnTo>
                  <a:close/>
                  <a:moveTo>
                    <a:pt x="1493167" y="2406451"/>
                  </a:moveTo>
                  <a:lnTo>
                    <a:pt x="1465588" y="2369993"/>
                  </a:lnTo>
                  <a:lnTo>
                    <a:pt x="1551459" y="2428566"/>
                  </a:lnTo>
                  <a:close/>
                  <a:moveTo>
                    <a:pt x="1320817" y="2255920"/>
                  </a:moveTo>
                  <a:lnTo>
                    <a:pt x="1386355" y="2287779"/>
                  </a:lnTo>
                  <a:lnTo>
                    <a:pt x="1347200" y="2273257"/>
                  </a:lnTo>
                  <a:close/>
                  <a:moveTo>
                    <a:pt x="846947" y="1662284"/>
                  </a:moveTo>
                  <a:lnTo>
                    <a:pt x="873131" y="1696730"/>
                  </a:lnTo>
                  <a:lnTo>
                    <a:pt x="894498" y="1598189"/>
                  </a:lnTo>
                  <a:close/>
                  <a:moveTo>
                    <a:pt x="894498" y="1598189"/>
                  </a:moveTo>
                  <a:lnTo>
                    <a:pt x="873131" y="1696730"/>
                  </a:lnTo>
                  <a:lnTo>
                    <a:pt x="923292" y="1630058"/>
                  </a:lnTo>
                  <a:close/>
                  <a:moveTo>
                    <a:pt x="423926" y="1131858"/>
                  </a:moveTo>
                  <a:lnTo>
                    <a:pt x="375514" y="1116601"/>
                  </a:lnTo>
                  <a:lnTo>
                    <a:pt x="414470" y="1136767"/>
                  </a:lnTo>
                  <a:close/>
                  <a:moveTo>
                    <a:pt x="423926" y="1131858"/>
                  </a:moveTo>
                  <a:lnTo>
                    <a:pt x="433025" y="1130438"/>
                  </a:lnTo>
                  <a:lnTo>
                    <a:pt x="436291" y="1098330"/>
                  </a:lnTo>
                  <a:close/>
                  <a:moveTo>
                    <a:pt x="1510152" y="2413772"/>
                  </a:moveTo>
                  <a:lnTo>
                    <a:pt x="1551459" y="2428566"/>
                  </a:lnTo>
                  <a:lnTo>
                    <a:pt x="1577623" y="2443559"/>
                  </a:lnTo>
                  <a:close/>
                  <a:moveTo>
                    <a:pt x="1327071" y="1848899"/>
                  </a:moveTo>
                  <a:lnTo>
                    <a:pt x="1256087" y="1920482"/>
                  </a:lnTo>
                  <a:lnTo>
                    <a:pt x="1284112" y="1903486"/>
                  </a:lnTo>
                  <a:close/>
                  <a:moveTo>
                    <a:pt x="120052" y="402173"/>
                  </a:moveTo>
                  <a:lnTo>
                    <a:pt x="57140" y="353419"/>
                  </a:lnTo>
                  <a:lnTo>
                    <a:pt x="120213" y="401893"/>
                  </a:lnTo>
                  <a:close/>
                  <a:moveTo>
                    <a:pt x="120213" y="401893"/>
                  </a:moveTo>
                  <a:lnTo>
                    <a:pt x="57140" y="353419"/>
                  </a:lnTo>
                  <a:lnTo>
                    <a:pt x="120767" y="402173"/>
                  </a:lnTo>
                  <a:close/>
                  <a:moveTo>
                    <a:pt x="1765194" y="2157138"/>
                  </a:moveTo>
                  <a:lnTo>
                    <a:pt x="1633567" y="2158864"/>
                  </a:lnTo>
                  <a:lnTo>
                    <a:pt x="1709340" y="2163510"/>
                  </a:lnTo>
                  <a:close/>
                  <a:moveTo>
                    <a:pt x="499254" y="704432"/>
                  </a:moveTo>
                  <a:lnTo>
                    <a:pt x="522514" y="617815"/>
                  </a:lnTo>
                  <a:lnTo>
                    <a:pt x="473800" y="731034"/>
                  </a:lnTo>
                  <a:close/>
                  <a:moveTo>
                    <a:pt x="473800" y="731034"/>
                  </a:moveTo>
                  <a:lnTo>
                    <a:pt x="522514" y="617815"/>
                  </a:lnTo>
                  <a:lnTo>
                    <a:pt x="504479" y="610382"/>
                  </a:lnTo>
                  <a:close/>
                  <a:moveTo>
                    <a:pt x="473800" y="731034"/>
                  </a:moveTo>
                  <a:lnTo>
                    <a:pt x="504479" y="610382"/>
                  </a:lnTo>
                  <a:lnTo>
                    <a:pt x="490745" y="692597"/>
                  </a:lnTo>
                  <a:close/>
                  <a:moveTo>
                    <a:pt x="504479" y="610382"/>
                  </a:moveTo>
                  <a:lnTo>
                    <a:pt x="522514" y="617815"/>
                  </a:lnTo>
                  <a:lnTo>
                    <a:pt x="522948" y="577817"/>
                  </a:lnTo>
                  <a:close/>
                  <a:moveTo>
                    <a:pt x="120052" y="402173"/>
                  </a:moveTo>
                  <a:lnTo>
                    <a:pt x="120213" y="401893"/>
                  </a:lnTo>
                  <a:lnTo>
                    <a:pt x="157309" y="325386"/>
                  </a:lnTo>
                  <a:close/>
                  <a:moveTo>
                    <a:pt x="120213" y="401893"/>
                  </a:moveTo>
                  <a:lnTo>
                    <a:pt x="120767" y="402173"/>
                  </a:lnTo>
                  <a:lnTo>
                    <a:pt x="157309" y="325386"/>
                  </a:lnTo>
                  <a:close/>
                  <a:moveTo>
                    <a:pt x="157309" y="325386"/>
                  </a:moveTo>
                  <a:lnTo>
                    <a:pt x="120767" y="402173"/>
                  </a:lnTo>
                  <a:lnTo>
                    <a:pt x="184269" y="310657"/>
                  </a:lnTo>
                  <a:close/>
                  <a:moveTo>
                    <a:pt x="184269" y="310657"/>
                  </a:moveTo>
                  <a:lnTo>
                    <a:pt x="172473" y="281521"/>
                  </a:lnTo>
                  <a:lnTo>
                    <a:pt x="157309" y="325386"/>
                  </a:lnTo>
                  <a:close/>
                  <a:moveTo>
                    <a:pt x="233048" y="199307"/>
                  </a:moveTo>
                  <a:lnTo>
                    <a:pt x="204360" y="222642"/>
                  </a:lnTo>
                  <a:lnTo>
                    <a:pt x="202363" y="319958"/>
                  </a:lnTo>
                  <a:close/>
                  <a:moveTo>
                    <a:pt x="172473" y="281521"/>
                  </a:moveTo>
                  <a:lnTo>
                    <a:pt x="184269" y="310657"/>
                  </a:lnTo>
                  <a:lnTo>
                    <a:pt x="204360" y="222642"/>
                  </a:lnTo>
                  <a:close/>
                  <a:moveTo>
                    <a:pt x="1882817" y="2134033"/>
                  </a:moveTo>
                  <a:lnTo>
                    <a:pt x="1853981" y="2210435"/>
                  </a:lnTo>
                  <a:lnTo>
                    <a:pt x="1892089" y="2137713"/>
                  </a:lnTo>
                  <a:close/>
                  <a:moveTo>
                    <a:pt x="1882817" y="2134033"/>
                  </a:moveTo>
                  <a:lnTo>
                    <a:pt x="1791968" y="2172469"/>
                  </a:lnTo>
                  <a:lnTo>
                    <a:pt x="1853981" y="2210435"/>
                  </a:lnTo>
                  <a:close/>
                  <a:moveTo>
                    <a:pt x="1791968" y="2172469"/>
                  </a:moveTo>
                  <a:lnTo>
                    <a:pt x="1882817" y="2134033"/>
                  </a:lnTo>
                  <a:lnTo>
                    <a:pt x="1765194" y="2157138"/>
                  </a:lnTo>
                  <a:close/>
                  <a:moveTo>
                    <a:pt x="1882817" y="2134033"/>
                  </a:moveTo>
                  <a:lnTo>
                    <a:pt x="1811097" y="2113557"/>
                  </a:lnTo>
                  <a:lnTo>
                    <a:pt x="1765194" y="2157138"/>
                  </a:lnTo>
                  <a:close/>
                  <a:moveTo>
                    <a:pt x="1892089" y="2137713"/>
                  </a:moveTo>
                  <a:lnTo>
                    <a:pt x="1927886" y="2208096"/>
                  </a:lnTo>
                  <a:lnTo>
                    <a:pt x="1909554" y="2134033"/>
                  </a:lnTo>
                  <a:close/>
                  <a:moveTo>
                    <a:pt x="1853981" y="2210435"/>
                  </a:moveTo>
                  <a:lnTo>
                    <a:pt x="1927886" y="2208096"/>
                  </a:lnTo>
                  <a:lnTo>
                    <a:pt x="1892089" y="2137713"/>
                  </a:lnTo>
                  <a:close/>
                  <a:moveTo>
                    <a:pt x="1024692" y="1152567"/>
                  </a:moveTo>
                  <a:lnTo>
                    <a:pt x="1072481" y="1174308"/>
                  </a:lnTo>
                  <a:lnTo>
                    <a:pt x="1023631" y="1119954"/>
                  </a:lnTo>
                  <a:close/>
                  <a:moveTo>
                    <a:pt x="536166" y="506625"/>
                  </a:moveTo>
                  <a:lnTo>
                    <a:pt x="504479" y="610382"/>
                  </a:lnTo>
                  <a:lnTo>
                    <a:pt x="522948" y="577817"/>
                  </a:lnTo>
                  <a:close/>
                  <a:moveTo>
                    <a:pt x="536166" y="506625"/>
                  </a:moveTo>
                  <a:lnTo>
                    <a:pt x="522948" y="577817"/>
                  </a:lnTo>
                  <a:lnTo>
                    <a:pt x="539339" y="528167"/>
                  </a:lnTo>
                  <a:close/>
                  <a:moveTo>
                    <a:pt x="536166" y="506625"/>
                  </a:moveTo>
                  <a:lnTo>
                    <a:pt x="573172" y="486942"/>
                  </a:lnTo>
                  <a:lnTo>
                    <a:pt x="553446" y="476641"/>
                  </a:lnTo>
                  <a:close/>
                  <a:moveTo>
                    <a:pt x="229531" y="173769"/>
                  </a:moveTo>
                  <a:lnTo>
                    <a:pt x="172473" y="281521"/>
                  </a:lnTo>
                  <a:lnTo>
                    <a:pt x="204360" y="222642"/>
                  </a:lnTo>
                  <a:close/>
                  <a:moveTo>
                    <a:pt x="204360" y="222642"/>
                  </a:moveTo>
                  <a:lnTo>
                    <a:pt x="233048" y="199307"/>
                  </a:lnTo>
                  <a:lnTo>
                    <a:pt x="229531" y="173769"/>
                  </a:lnTo>
                  <a:close/>
                  <a:moveTo>
                    <a:pt x="298593" y="178214"/>
                  </a:moveTo>
                  <a:lnTo>
                    <a:pt x="271587" y="160870"/>
                  </a:lnTo>
                  <a:lnTo>
                    <a:pt x="267122" y="178643"/>
                  </a:lnTo>
                  <a:close/>
                  <a:moveTo>
                    <a:pt x="229531" y="173769"/>
                  </a:moveTo>
                  <a:lnTo>
                    <a:pt x="233048" y="199307"/>
                  </a:lnTo>
                  <a:lnTo>
                    <a:pt x="267122" y="178643"/>
                  </a:lnTo>
                  <a:close/>
                  <a:moveTo>
                    <a:pt x="403961" y="196403"/>
                  </a:moveTo>
                  <a:lnTo>
                    <a:pt x="324758" y="178932"/>
                  </a:lnTo>
                  <a:lnTo>
                    <a:pt x="298593" y="178214"/>
                  </a:lnTo>
                  <a:close/>
                  <a:moveTo>
                    <a:pt x="1533804" y="1634122"/>
                  </a:moveTo>
                  <a:lnTo>
                    <a:pt x="1609479" y="1638397"/>
                  </a:lnTo>
                  <a:lnTo>
                    <a:pt x="1575160" y="1608560"/>
                  </a:lnTo>
                  <a:close/>
                  <a:moveTo>
                    <a:pt x="1355347" y="1365803"/>
                  </a:moveTo>
                  <a:lnTo>
                    <a:pt x="1258355" y="1440237"/>
                  </a:lnTo>
                  <a:lnTo>
                    <a:pt x="1331169" y="1433818"/>
                  </a:lnTo>
                  <a:close/>
                  <a:moveTo>
                    <a:pt x="1331169" y="1433818"/>
                  </a:moveTo>
                  <a:lnTo>
                    <a:pt x="1354574" y="1394096"/>
                  </a:lnTo>
                  <a:lnTo>
                    <a:pt x="1355347" y="1365803"/>
                  </a:lnTo>
                  <a:close/>
                  <a:moveTo>
                    <a:pt x="1084037" y="1067146"/>
                  </a:moveTo>
                  <a:lnTo>
                    <a:pt x="1084349" y="1064567"/>
                  </a:lnTo>
                  <a:lnTo>
                    <a:pt x="1065308" y="1060577"/>
                  </a:lnTo>
                  <a:close/>
                  <a:moveTo>
                    <a:pt x="1023631" y="1119954"/>
                  </a:moveTo>
                  <a:lnTo>
                    <a:pt x="1084037" y="1067146"/>
                  </a:lnTo>
                  <a:lnTo>
                    <a:pt x="1065308" y="1060577"/>
                  </a:lnTo>
                  <a:close/>
                  <a:moveTo>
                    <a:pt x="1084349" y="1064567"/>
                  </a:moveTo>
                  <a:lnTo>
                    <a:pt x="1148682" y="972765"/>
                  </a:lnTo>
                  <a:lnTo>
                    <a:pt x="1095683" y="955261"/>
                  </a:lnTo>
                  <a:close/>
                  <a:moveTo>
                    <a:pt x="564884" y="383186"/>
                  </a:moveTo>
                  <a:lnTo>
                    <a:pt x="553446" y="476641"/>
                  </a:lnTo>
                  <a:lnTo>
                    <a:pt x="588730" y="407515"/>
                  </a:lnTo>
                  <a:close/>
                  <a:moveTo>
                    <a:pt x="564884" y="383186"/>
                  </a:moveTo>
                  <a:lnTo>
                    <a:pt x="588730" y="407515"/>
                  </a:lnTo>
                  <a:lnTo>
                    <a:pt x="570952" y="326893"/>
                  </a:lnTo>
                  <a:close/>
                  <a:moveTo>
                    <a:pt x="570952" y="326893"/>
                  </a:moveTo>
                  <a:lnTo>
                    <a:pt x="588730" y="407515"/>
                  </a:lnTo>
                  <a:lnTo>
                    <a:pt x="598399" y="366057"/>
                  </a:lnTo>
                  <a:close/>
                  <a:moveTo>
                    <a:pt x="1878157" y="1655223"/>
                  </a:moveTo>
                  <a:lnTo>
                    <a:pt x="1924860" y="1666721"/>
                  </a:lnTo>
                  <a:lnTo>
                    <a:pt x="1884609" y="1646084"/>
                  </a:lnTo>
                  <a:close/>
                  <a:moveTo>
                    <a:pt x="1364592" y="1343578"/>
                  </a:moveTo>
                  <a:lnTo>
                    <a:pt x="1432499" y="1318815"/>
                  </a:lnTo>
                  <a:lnTo>
                    <a:pt x="1483162" y="1293032"/>
                  </a:lnTo>
                  <a:close/>
                  <a:moveTo>
                    <a:pt x="1283890" y="826646"/>
                  </a:moveTo>
                  <a:lnTo>
                    <a:pt x="1378856" y="906148"/>
                  </a:lnTo>
                  <a:lnTo>
                    <a:pt x="1339672" y="878087"/>
                  </a:lnTo>
                  <a:close/>
                  <a:moveTo>
                    <a:pt x="718435" y="169246"/>
                  </a:moveTo>
                  <a:lnTo>
                    <a:pt x="737040" y="248428"/>
                  </a:lnTo>
                  <a:lnTo>
                    <a:pt x="748913" y="219741"/>
                  </a:lnTo>
                  <a:close/>
                  <a:moveTo>
                    <a:pt x="718435" y="169246"/>
                  </a:moveTo>
                  <a:lnTo>
                    <a:pt x="748913" y="219741"/>
                  </a:lnTo>
                  <a:lnTo>
                    <a:pt x="784194" y="136449"/>
                  </a:lnTo>
                  <a:close/>
                  <a:moveTo>
                    <a:pt x="789586" y="121506"/>
                  </a:moveTo>
                  <a:lnTo>
                    <a:pt x="784194" y="136449"/>
                  </a:lnTo>
                  <a:lnTo>
                    <a:pt x="793671" y="127776"/>
                  </a:lnTo>
                  <a:close/>
                  <a:moveTo>
                    <a:pt x="811122" y="21926"/>
                  </a:moveTo>
                  <a:lnTo>
                    <a:pt x="793671" y="127776"/>
                  </a:lnTo>
                  <a:lnTo>
                    <a:pt x="838662" y="61438"/>
                  </a:lnTo>
                  <a:close/>
                  <a:moveTo>
                    <a:pt x="811122" y="21926"/>
                  </a:moveTo>
                  <a:lnTo>
                    <a:pt x="838662" y="61438"/>
                  </a:lnTo>
                  <a:lnTo>
                    <a:pt x="884482" y="17549"/>
                  </a:lnTo>
                  <a:close/>
                  <a:moveTo>
                    <a:pt x="1353894" y="442768"/>
                  </a:moveTo>
                  <a:lnTo>
                    <a:pt x="1229247" y="470598"/>
                  </a:lnTo>
                  <a:lnTo>
                    <a:pt x="1306052" y="479098"/>
                  </a:lnTo>
                  <a:close/>
                  <a:moveTo>
                    <a:pt x="890456" y="0"/>
                  </a:moveTo>
                  <a:lnTo>
                    <a:pt x="811122" y="21926"/>
                  </a:lnTo>
                  <a:lnTo>
                    <a:pt x="884482" y="17549"/>
                  </a:lnTo>
                  <a:close/>
                  <a:moveTo>
                    <a:pt x="890456" y="0"/>
                  </a:moveTo>
                  <a:lnTo>
                    <a:pt x="884482" y="17549"/>
                  </a:lnTo>
                  <a:lnTo>
                    <a:pt x="895193" y="7124"/>
                  </a:lnTo>
                  <a:close/>
                  <a:moveTo>
                    <a:pt x="1426628" y="436056"/>
                  </a:moveTo>
                  <a:lnTo>
                    <a:pt x="1454384" y="344958"/>
                  </a:lnTo>
                  <a:lnTo>
                    <a:pt x="1387075" y="351629"/>
                  </a:lnTo>
                  <a:close/>
                  <a:moveTo>
                    <a:pt x="1353894" y="442768"/>
                  </a:moveTo>
                  <a:lnTo>
                    <a:pt x="1426628" y="436056"/>
                  </a:lnTo>
                  <a:lnTo>
                    <a:pt x="1387075" y="351629"/>
                  </a:lnTo>
                  <a:close/>
                  <a:moveTo>
                    <a:pt x="1460521" y="379763"/>
                  </a:moveTo>
                  <a:lnTo>
                    <a:pt x="1448811" y="303791"/>
                  </a:lnTo>
                  <a:lnTo>
                    <a:pt x="1454384" y="344958"/>
                  </a:lnTo>
                  <a:close/>
                  <a:moveTo>
                    <a:pt x="1458903" y="259111"/>
                  </a:moveTo>
                  <a:lnTo>
                    <a:pt x="1448811" y="303791"/>
                  </a:lnTo>
                  <a:lnTo>
                    <a:pt x="1460521" y="379763"/>
                  </a:lnTo>
                  <a:close/>
                  <a:moveTo>
                    <a:pt x="1471518" y="173486"/>
                  </a:moveTo>
                  <a:lnTo>
                    <a:pt x="1458903" y="259111"/>
                  </a:lnTo>
                  <a:lnTo>
                    <a:pt x="1503768" y="230608"/>
                  </a:lnTo>
                  <a:close/>
                  <a:moveTo>
                    <a:pt x="1471518" y="173486"/>
                  </a:moveTo>
                  <a:lnTo>
                    <a:pt x="1503768" y="230608"/>
                  </a:lnTo>
                  <a:lnTo>
                    <a:pt x="1549205" y="1852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70" name="Candidate_density__2069">
              <a:extLst>
                <a:ext uri="{FF2B5EF4-FFF2-40B4-BE49-F238E27FC236}">
                  <a16:creationId xmlns:a16="http://schemas.microsoft.com/office/drawing/2014/main" id="{B5E9DA63-C5B1-9364-1EB5-F7A88849A3EA}"/>
                </a:ext>
              </a:extLst>
            </p:cNvPr>
            <p:cNvSpPr>
              <a:spLocks noGrp="1"/>
            </p:cNvSpPr>
            <p:nvPr/>
          </p:nvSpPr>
          <p:spPr>
            <a:xfrm>
              <a:off x="4441446" y="2030005"/>
              <a:ext cx="1466600" cy="3056866"/>
            </a:xfrm>
            <a:custGeom>
              <a:avLst/>
              <a:gdLst/>
              <a:ahLst/>
              <a:cxnLst/>
              <a:rect l="0" t="0" r="0" b="0"/>
              <a:pathLst>
                <a:path w="1466600" h="3056866">
                  <a:moveTo>
                    <a:pt x="222777" y="2970483"/>
                  </a:moveTo>
                  <a:lnTo>
                    <a:pt x="149332" y="3056866"/>
                  </a:lnTo>
                  <a:lnTo>
                    <a:pt x="228070" y="3018430"/>
                  </a:lnTo>
                  <a:close/>
                  <a:moveTo>
                    <a:pt x="245414" y="3018430"/>
                  </a:moveTo>
                  <a:lnTo>
                    <a:pt x="222777" y="2970483"/>
                  </a:lnTo>
                  <a:lnTo>
                    <a:pt x="247201" y="3008999"/>
                  </a:lnTo>
                  <a:close/>
                  <a:moveTo>
                    <a:pt x="100250" y="2771784"/>
                  </a:moveTo>
                  <a:lnTo>
                    <a:pt x="157525" y="2854000"/>
                  </a:lnTo>
                  <a:lnTo>
                    <a:pt x="227320" y="2815563"/>
                  </a:lnTo>
                  <a:close/>
                  <a:moveTo>
                    <a:pt x="100250" y="2771784"/>
                  </a:moveTo>
                  <a:lnTo>
                    <a:pt x="227320" y="2815563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00250" y="2771784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48587" y="2693099"/>
                  </a:lnTo>
                  <a:lnTo>
                    <a:pt x="100250" y="2771784"/>
                  </a:lnTo>
                  <a:close/>
                  <a:moveTo>
                    <a:pt x="203715" y="2684009"/>
                  </a:moveTo>
                  <a:lnTo>
                    <a:pt x="209878" y="2651133"/>
                  </a:lnTo>
                  <a:lnTo>
                    <a:pt x="152920" y="2689569"/>
                  </a:lnTo>
                  <a:close/>
                  <a:moveTo>
                    <a:pt x="203715" y="2684009"/>
                  </a:moveTo>
                  <a:lnTo>
                    <a:pt x="193606" y="2733348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7424" y="2690066"/>
                  </a:lnTo>
                  <a:lnTo>
                    <a:pt x="231881" y="2721177"/>
                  </a:lnTo>
                  <a:close/>
                  <a:moveTo>
                    <a:pt x="231881" y="2721177"/>
                  </a:moveTo>
                  <a:lnTo>
                    <a:pt x="337424" y="2690066"/>
                  </a:lnTo>
                  <a:lnTo>
                    <a:pt x="209878" y="2651133"/>
                  </a:lnTo>
                  <a:close/>
                  <a:moveTo>
                    <a:pt x="209878" y="2651133"/>
                  </a:moveTo>
                  <a:lnTo>
                    <a:pt x="337424" y="2690066"/>
                  </a:lnTo>
                  <a:lnTo>
                    <a:pt x="302959" y="2612697"/>
                  </a:lnTo>
                  <a:close/>
                  <a:moveTo>
                    <a:pt x="209878" y="2651133"/>
                  </a:moveTo>
                  <a:lnTo>
                    <a:pt x="203715" y="2684009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9465" y="2694911"/>
                  </a:lnTo>
                  <a:lnTo>
                    <a:pt x="337424" y="2690066"/>
                  </a:lnTo>
                  <a:close/>
                  <a:moveTo>
                    <a:pt x="338098" y="2695417"/>
                  </a:moveTo>
                  <a:lnTo>
                    <a:pt x="340293" y="2700792"/>
                  </a:lnTo>
                  <a:lnTo>
                    <a:pt x="339465" y="2694911"/>
                  </a:lnTo>
                  <a:close/>
                  <a:moveTo>
                    <a:pt x="211724" y="2568918"/>
                  </a:moveTo>
                  <a:lnTo>
                    <a:pt x="209878" y="2651133"/>
                  </a:lnTo>
                  <a:lnTo>
                    <a:pt x="302959" y="2612697"/>
                  </a:lnTo>
                  <a:close/>
                  <a:moveTo>
                    <a:pt x="211724" y="2568918"/>
                  </a:moveTo>
                  <a:lnTo>
                    <a:pt x="302959" y="2612697"/>
                  </a:lnTo>
                  <a:lnTo>
                    <a:pt x="271505" y="2530481"/>
                  </a:lnTo>
                  <a:close/>
                  <a:moveTo>
                    <a:pt x="282361" y="2484193"/>
                  </a:moveTo>
                  <a:lnTo>
                    <a:pt x="211724" y="2568918"/>
                  </a:lnTo>
                  <a:lnTo>
                    <a:pt x="271505" y="2530481"/>
                  </a:lnTo>
                  <a:close/>
                  <a:moveTo>
                    <a:pt x="335049" y="2597804"/>
                  </a:moveTo>
                  <a:lnTo>
                    <a:pt x="337424" y="2690066"/>
                  </a:lnTo>
                  <a:lnTo>
                    <a:pt x="397297" y="2574260"/>
                  </a:lnTo>
                  <a:close/>
                  <a:moveTo>
                    <a:pt x="397297" y="2574260"/>
                  </a:moveTo>
                  <a:lnTo>
                    <a:pt x="337424" y="2690066"/>
                  </a:lnTo>
                  <a:lnTo>
                    <a:pt x="339465" y="2694911"/>
                  </a:lnTo>
                  <a:close/>
                  <a:moveTo>
                    <a:pt x="302959" y="2612697"/>
                  </a:moveTo>
                  <a:lnTo>
                    <a:pt x="337424" y="2690066"/>
                  </a:lnTo>
                  <a:lnTo>
                    <a:pt x="335049" y="2597804"/>
                  </a:lnTo>
                  <a:close/>
                  <a:moveTo>
                    <a:pt x="271505" y="2530481"/>
                  </a:moveTo>
                  <a:lnTo>
                    <a:pt x="335049" y="2597804"/>
                  </a:lnTo>
                  <a:lnTo>
                    <a:pt x="328640" y="2502922"/>
                  </a:lnTo>
                  <a:close/>
                  <a:moveTo>
                    <a:pt x="271505" y="2530481"/>
                  </a:moveTo>
                  <a:lnTo>
                    <a:pt x="302959" y="2612697"/>
                  </a:lnTo>
                  <a:lnTo>
                    <a:pt x="335049" y="2597804"/>
                  </a:lnTo>
                  <a:close/>
                  <a:moveTo>
                    <a:pt x="335049" y="2597804"/>
                  </a:moveTo>
                  <a:lnTo>
                    <a:pt x="388407" y="2514924"/>
                  </a:lnTo>
                  <a:lnTo>
                    <a:pt x="328640" y="2502922"/>
                  </a:lnTo>
                  <a:close/>
                  <a:moveTo>
                    <a:pt x="282361" y="2484193"/>
                  </a:moveTo>
                  <a:lnTo>
                    <a:pt x="271505" y="2530481"/>
                  </a:lnTo>
                  <a:lnTo>
                    <a:pt x="328640" y="2502922"/>
                  </a:lnTo>
                  <a:close/>
                  <a:moveTo>
                    <a:pt x="328640" y="2502922"/>
                  </a:moveTo>
                  <a:lnTo>
                    <a:pt x="357887" y="2487918"/>
                  </a:lnTo>
                  <a:lnTo>
                    <a:pt x="282361" y="2484193"/>
                  </a:lnTo>
                  <a:close/>
                  <a:moveTo>
                    <a:pt x="328640" y="2502922"/>
                  </a:moveTo>
                  <a:lnTo>
                    <a:pt x="388407" y="2514924"/>
                  </a:lnTo>
                  <a:lnTo>
                    <a:pt x="357887" y="2487918"/>
                  </a:lnTo>
                  <a:close/>
                  <a:moveTo>
                    <a:pt x="464893" y="2242388"/>
                  </a:moveTo>
                  <a:lnTo>
                    <a:pt x="410216" y="2253165"/>
                  </a:lnTo>
                  <a:lnTo>
                    <a:pt x="374472" y="2289178"/>
                  </a:lnTo>
                  <a:close/>
                  <a:moveTo>
                    <a:pt x="471741" y="2246991"/>
                  </a:moveTo>
                  <a:lnTo>
                    <a:pt x="530379" y="2208571"/>
                  </a:lnTo>
                  <a:lnTo>
                    <a:pt x="464893" y="2242388"/>
                  </a:lnTo>
                  <a:close/>
                  <a:moveTo>
                    <a:pt x="188943" y="1636800"/>
                  </a:moveTo>
                  <a:lnTo>
                    <a:pt x="136856" y="1757451"/>
                  </a:lnTo>
                  <a:lnTo>
                    <a:pt x="204265" y="1719015"/>
                  </a:lnTo>
                  <a:close/>
                  <a:moveTo>
                    <a:pt x="170194" y="1570222"/>
                  </a:moveTo>
                  <a:lnTo>
                    <a:pt x="202696" y="1604189"/>
                  </a:lnTo>
                  <a:lnTo>
                    <a:pt x="207774" y="1554585"/>
                  </a:lnTo>
                  <a:close/>
                  <a:moveTo>
                    <a:pt x="506666" y="1878821"/>
                  </a:moveTo>
                  <a:lnTo>
                    <a:pt x="493935" y="1883445"/>
                  </a:lnTo>
                  <a:lnTo>
                    <a:pt x="557439" y="1879339"/>
                  </a:lnTo>
                  <a:close/>
                  <a:moveTo>
                    <a:pt x="600922" y="1763257"/>
                  </a:moveTo>
                  <a:lnTo>
                    <a:pt x="496008" y="1864859"/>
                  </a:lnTo>
                  <a:lnTo>
                    <a:pt x="581778" y="1845008"/>
                  </a:lnTo>
                  <a:close/>
                  <a:moveTo>
                    <a:pt x="581778" y="1845008"/>
                  </a:moveTo>
                  <a:lnTo>
                    <a:pt x="496008" y="1864859"/>
                  </a:lnTo>
                  <a:lnTo>
                    <a:pt x="506666" y="1878821"/>
                  </a:lnTo>
                  <a:close/>
                  <a:moveTo>
                    <a:pt x="506666" y="1878821"/>
                  </a:moveTo>
                  <a:lnTo>
                    <a:pt x="557439" y="1879339"/>
                  </a:lnTo>
                  <a:lnTo>
                    <a:pt x="581778" y="1845008"/>
                  </a:lnTo>
                  <a:close/>
                  <a:moveTo>
                    <a:pt x="188943" y="1636800"/>
                  </a:moveTo>
                  <a:lnTo>
                    <a:pt x="255415" y="1601031"/>
                  </a:lnTo>
                  <a:lnTo>
                    <a:pt x="202696" y="1604189"/>
                  </a:lnTo>
                  <a:close/>
                  <a:moveTo>
                    <a:pt x="207774" y="1554585"/>
                  </a:moveTo>
                  <a:lnTo>
                    <a:pt x="202696" y="1604189"/>
                  </a:lnTo>
                  <a:lnTo>
                    <a:pt x="259707" y="1598363"/>
                  </a:lnTo>
                  <a:close/>
                  <a:moveTo>
                    <a:pt x="581778" y="1845008"/>
                  </a:moveTo>
                  <a:lnTo>
                    <a:pt x="601148" y="1762509"/>
                  </a:lnTo>
                  <a:lnTo>
                    <a:pt x="600922" y="1763257"/>
                  </a:lnTo>
                  <a:close/>
                  <a:moveTo>
                    <a:pt x="495481" y="1387453"/>
                  </a:moveTo>
                  <a:lnTo>
                    <a:pt x="488038" y="1404655"/>
                  </a:lnTo>
                  <a:lnTo>
                    <a:pt x="544400" y="1357060"/>
                  </a:lnTo>
                  <a:close/>
                  <a:moveTo>
                    <a:pt x="261912" y="1028200"/>
                  </a:moveTo>
                  <a:lnTo>
                    <a:pt x="234917" y="1117234"/>
                  </a:lnTo>
                  <a:lnTo>
                    <a:pt x="249992" y="1110414"/>
                  </a:lnTo>
                  <a:close/>
                  <a:moveTo>
                    <a:pt x="261912" y="1028200"/>
                  </a:moveTo>
                  <a:lnTo>
                    <a:pt x="249992" y="1110414"/>
                  </a:lnTo>
                  <a:lnTo>
                    <a:pt x="312834" y="989763"/>
                  </a:lnTo>
                  <a:close/>
                  <a:moveTo>
                    <a:pt x="335293" y="960479"/>
                  </a:moveTo>
                  <a:lnTo>
                    <a:pt x="261912" y="1028200"/>
                  </a:lnTo>
                  <a:lnTo>
                    <a:pt x="312834" y="989763"/>
                  </a:lnTo>
                  <a:close/>
                  <a:moveTo>
                    <a:pt x="1202679" y="1773478"/>
                  </a:moveTo>
                  <a:lnTo>
                    <a:pt x="1208359" y="1872094"/>
                  </a:lnTo>
                  <a:lnTo>
                    <a:pt x="1208967" y="1782540"/>
                  </a:lnTo>
                  <a:close/>
                  <a:moveTo>
                    <a:pt x="1142205" y="1894129"/>
                  </a:moveTo>
                  <a:lnTo>
                    <a:pt x="1208359" y="1872094"/>
                  </a:lnTo>
                  <a:lnTo>
                    <a:pt x="1202679" y="1773478"/>
                  </a:lnTo>
                  <a:close/>
                  <a:moveTo>
                    <a:pt x="1127057" y="1811914"/>
                  </a:moveTo>
                  <a:lnTo>
                    <a:pt x="1142205" y="1894129"/>
                  </a:lnTo>
                  <a:lnTo>
                    <a:pt x="1202679" y="1773478"/>
                  </a:lnTo>
                  <a:close/>
                  <a:moveTo>
                    <a:pt x="1208359" y="1872094"/>
                  </a:moveTo>
                  <a:lnTo>
                    <a:pt x="1253301" y="1855693"/>
                  </a:lnTo>
                  <a:lnTo>
                    <a:pt x="1208967" y="1782540"/>
                  </a:lnTo>
                  <a:close/>
                  <a:moveTo>
                    <a:pt x="1204740" y="1766734"/>
                  </a:moveTo>
                  <a:lnTo>
                    <a:pt x="1127057" y="1811914"/>
                  </a:lnTo>
                  <a:lnTo>
                    <a:pt x="1202679" y="1773478"/>
                  </a:lnTo>
                  <a:close/>
                  <a:moveTo>
                    <a:pt x="1204740" y="1766734"/>
                  </a:moveTo>
                  <a:lnTo>
                    <a:pt x="1145494" y="1760427"/>
                  </a:lnTo>
                  <a:lnTo>
                    <a:pt x="1127057" y="1811914"/>
                  </a:lnTo>
                  <a:close/>
                  <a:moveTo>
                    <a:pt x="1213774" y="1767599"/>
                  </a:moveTo>
                  <a:lnTo>
                    <a:pt x="1208967" y="1782540"/>
                  </a:lnTo>
                  <a:lnTo>
                    <a:pt x="1288032" y="1735041"/>
                  </a:lnTo>
                  <a:close/>
                  <a:moveTo>
                    <a:pt x="1208967" y="1782540"/>
                  </a:moveTo>
                  <a:lnTo>
                    <a:pt x="1253301" y="1855693"/>
                  </a:lnTo>
                  <a:lnTo>
                    <a:pt x="1288032" y="1735041"/>
                  </a:lnTo>
                  <a:close/>
                  <a:moveTo>
                    <a:pt x="1202679" y="1773478"/>
                  </a:moveTo>
                  <a:lnTo>
                    <a:pt x="1208967" y="1782540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02679" y="1773478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13774" y="1767599"/>
                  </a:lnTo>
                  <a:lnTo>
                    <a:pt x="1233863" y="1691262"/>
                  </a:lnTo>
                  <a:close/>
                  <a:moveTo>
                    <a:pt x="1233863" y="1691262"/>
                  </a:moveTo>
                  <a:lnTo>
                    <a:pt x="1213774" y="1767599"/>
                  </a:lnTo>
                  <a:lnTo>
                    <a:pt x="1288032" y="1735041"/>
                  </a:lnTo>
                  <a:close/>
                  <a:moveTo>
                    <a:pt x="1452828" y="1899471"/>
                  </a:moveTo>
                  <a:lnTo>
                    <a:pt x="1427896" y="1814798"/>
                  </a:lnTo>
                  <a:lnTo>
                    <a:pt x="1433653" y="1850085"/>
                  </a:lnTo>
                  <a:close/>
                  <a:moveTo>
                    <a:pt x="1410812" y="1817257"/>
                  </a:moveTo>
                  <a:lnTo>
                    <a:pt x="1433653" y="1850085"/>
                  </a:lnTo>
                  <a:lnTo>
                    <a:pt x="1427896" y="1814798"/>
                  </a:lnTo>
                  <a:close/>
                  <a:moveTo>
                    <a:pt x="1422009" y="1806550"/>
                  </a:moveTo>
                  <a:lnTo>
                    <a:pt x="1410812" y="1817257"/>
                  </a:lnTo>
                  <a:lnTo>
                    <a:pt x="1427896" y="1814798"/>
                  </a:lnTo>
                  <a:close/>
                  <a:moveTo>
                    <a:pt x="1344196" y="1579073"/>
                  </a:moveTo>
                  <a:lnTo>
                    <a:pt x="1302764" y="1639370"/>
                  </a:lnTo>
                  <a:lnTo>
                    <a:pt x="1293611" y="1652826"/>
                  </a:lnTo>
                  <a:close/>
                  <a:moveTo>
                    <a:pt x="607506" y="748460"/>
                  </a:moveTo>
                  <a:lnTo>
                    <a:pt x="643613" y="827155"/>
                  </a:lnTo>
                  <a:lnTo>
                    <a:pt x="626315" y="741126"/>
                  </a:lnTo>
                  <a:close/>
                  <a:moveTo>
                    <a:pt x="614608" y="738416"/>
                  </a:moveTo>
                  <a:lnTo>
                    <a:pt x="607506" y="748460"/>
                  </a:lnTo>
                  <a:lnTo>
                    <a:pt x="626315" y="741126"/>
                  </a:lnTo>
                  <a:close/>
                  <a:moveTo>
                    <a:pt x="101840" y="63817"/>
                  </a:moveTo>
                  <a:lnTo>
                    <a:pt x="16010" y="90739"/>
                  </a:lnTo>
                  <a:lnTo>
                    <a:pt x="126332" y="90919"/>
                  </a:lnTo>
                  <a:close/>
                  <a:moveTo>
                    <a:pt x="16010" y="90739"/>
                  </a:moveTo>
                  <a:lnTo>
                    <a:pt x="0" y="112444"/>
                  </a:lnTo>
                  <a:lnTo>
                    <a:pt x="126332" y="90919"/>
                  </a:lnTo>
                  <a:close/>
                  <a:moveTo>
                    <a:pt x="181148" y="17206"/>
                  </a:moveTo>
                  <a:lnTo>
                    <a:pt x="101840" y="63817"/>
                  </a:lnTo>
                  <a:lnTo>
                    <a:pt x="146916" y="52303"/>
                  </a:lnTo>
                  <a:close/>
                  <a:moveTo>
                    <a:pt x="59872" y="57639"/>
                  </a:moveTo>
                  <a:lnTo>
                    <a:pt x="101840" y="63817"/>
                  </a:lnTo>
                  <a:lnTo>
                    <a:pt x="181148" y="17206"/>
                  </a:lnTo>
                  <a:close/>
                  <a:moveTo>
                    <a:pt x="101840" y="63817"/>
                  </a:moveTo>
                  <a:lnTo>
                    <a:pt x="126332" y="90919"/>
                  </a:lnTo>
                  <a:lnTo>
                    <a:pt x="146916" y="52303"/>
                  </a:lnTo>
                  <a:close/>
                  <a:moveTo>
                    <a:pt x="234104" y="0"/>
                  </a:moveTo>
                  <a:lnTo>
                    <a:pt x="146916" y="52303"/>
                  </a:lnTo>
                  <a:lnTo>
                    <a:pt x="223871" y="13866"/>
                  </a:lnTo>
                  <a:close/>
                  <a:moveTo>
                    <a:pt x="234104" y="0"/>
                  </a:moveTo>
                  <a:lnTo>
                    <a:pt x="181148" y="17206"/>
                  </a:lnTo>
                  <a:lnTo>
                    <a:pt x="146916" y="52303"/>
                  </a:lnTo>
                  <a:close/>
                  <a:moveTo>
                    <a:pt x="1450002" y="1480809"/>
                  </a:moveTo>
                  <a:lnTo>
                    <a:pt x="1449269" y="1493738"/>
                  </a:lnTo>
                  <a:lnTo>
                    <a:pt x="1457249" y="1490658"/>
                  </a:lnTo>
                  <a:close/>
                  <a:moveTo>
                    <a:pt x="1466600" y="1493738"/>
                  </a:moveTo>
                  <a:lnTo>
                    <a:pt x="1450002" y="1480809"/>
                  </a:lnTo>
                  <a:lnTo>
                    <a:pt x="1457249" y="1490658"/>
                  </a:lnTo>
                  <a:close/>
                  <a:moveTo>
                    <a:pt x="1082592" y="727891"/>
                  </a:moveTo>
                  <a:lnTo>
                    <a:pt x="1060111" y="797581"/>
                  </a:lnTo>
                  <a:lnTo>
                    <a:pt x="1145494" y="761596"/>
                  </a:lnTo>
                  <a:close/>
                  <a:moveTo>
                    <a:pt x="1215016" y="729146"/>
                  </a:moveTo>
                  <a:lnTo>
                    <a:pt x="1082592" y="727891"/>
                  </a:lnTo>
                  <a:lnTo>
                    <a:pt x="1161957" y="759144"/>
                  </a:lnTo>
                  <a:close/>
                  <a:moveTo>
                    <a:pt x="1295632" y="660629"/>
                  </a:moveTo>
                  <a:lnTo>
                    <a:pt x="1259033" y="676929"/>
                  </a:lnTo>
                  <a:lnTo>
                    <a:pt x="1326217" y="651043"/>
                  </a:lnTo>
                  <a:close/>
                  <a:moveTo>
                    <a:pt x="1326217" y="651043"/>
                  </a:moveTo>
                  <a:lnTo>
                    <a:pt x="1259033" y="676929"/>
                  </a:lnTo>
                  <a:lnTo>
                    <a:pt x="1215016" y="729146"/>
                  </a:lnTo>
                  <a:close/>
                  <a:moveTo>
                    <a:pt x="1326217" y="651043"/>
                  </a:moveTo>
                  <a:lnTo>
                    <a:pt x="1215016" y="729146"/>
                  </a:lnTo>
                  <a:lnTo>
                    <a:pt x="1265297" y="701933"/>
                  </a:lnTo>
                  <a:close/>
                  <a:moveTo>
                    <a:pt x="1271062" y="660031"/>
                  </a:moveTo>
                  <a:lnTo>
                    <a:pt x="1259033" y="676929"/>
                  </a:lnTo>
                  <a:lnTo>
                    <a:pt x="1295632" y="66062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71" name="Candidate_density__2070">
              <a:extLst>
                <a:ext uri="{FF2B5EF4-FFF2-40B4-BE49-F238E27FC236}">
                  <a16:creationId xmlns:a16="http://schemas.microsoft.com/office/drawing/2014/main" id="{0D86CEAE-4BE4-FEA6-9990-CC838ADC7C9C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2342726" cy="3777550"/>
            </a:xfrm>
            <a:custGeom>
              <a:avLst/>
              <a:gdLst/>
              <a:ahLst/>
              <a:cxnLst/>
              <a:rect l="0" t="0" r="0" b="0"/>
              <a:pathLst>
                <a:path w="2342726" h="3777550">
                  <a:moveTo>
                    <a:pt x="365150" y="3493707"/>
                  </a:moveTo>
                  <a:lnTo>
                    <a:pt x="315743" y="3524187"/>
                  </a:lnTo>
                  <a:lnTo>
                    <a:pt x="291705" y="3580089"/>
                  </a:lnTo>
                  <a:close/>
                  <a:moveTo>
                    <a:pt x="299897" y="3377223"/>
                  </a:moveTo>
                  <a:lnTo>
                    <a:pt x="288829" y="3423560"/>
                  </a:lnTo>
                  <a:lnTo>
                    <a:pt x="353398" y="3449771"/>
                  </a:lnTo>
                  <a:close/>
                  <a:moveTo>
                    <a:pt x="755286" y="3777550"/>
                  </a:moveTo>
                  <a:lnTo>
                    <a:pt x="843375" y="3749862"/>
                  </a:lnTo>
                  <a:lnTo>
                    <a:pt x="776424" y="3701564"/>
                  </a:lnTo>
                  <a:close/>
                  <a:moveTo>
                    <a:pt x="465365" y="3589740"/>
                  </a:moveTo>
                  <a:lnTo>
                    <a:pt x="387786" y="3541653"/>
                  </a:lnTo>
                  <a:lnTo>
                    <a:pt x="389574" y="3532223"/>
                  </a:lnTo>
                  <a:close/>
                  <a:moveTo>
                    <a:pt x="353398" y="3449771"/>
                  </a:moveTo>
                  <a:lnTo>
                    <a:pt x="477259" y="3419005"/>
                  </a:lnTo>
                  <a:lnTo>
                    <a:pt x="392086" y="3379216"/>
                  </a:lnTo>
                  <a:close/>
                  <a:moveTo>
                    <a:pt x="843375" y="3749862"/>
                  </a:moveTo>
                  <a:lnTo>
                    <a:pt x="867249" y="3762483"/>
                  </a:lnTo>
                  <a:lnTo>
                    <a:pt x="871784" y="3743431"/>
                  </a:lnTo>
                  <a:close/>
                  <a:moveTo>
                    <a:pt x="871784" y="3743431"/>
                  </a:moveTo>
                  <a:lnTo>
                    <a:pt x="776424" y="3701564"/>
                  </a:lnTo>
                  <a:lnTo>
                    <a:pt x="843375" y="3749862"/>
                  </a:lnTo>
                  <a:close/>
                  <a:moveTo>
                    <a:pt x="786569" y="3652025"/>
                  </a:moveTo>
                  <a:lnTo>
                    <a:pt x="776424" y="3701564"/>
                  </a:lnTo>
                  <a:lnTo>
                    <a:pt x="871784" y="3743431"/>
                  </a:lnTo>
                  <a:close/>
                  <a:moveTo>
                    <a:pt x="860265" y="3652704"/>
                  </a:moveTo>
                  <a:lnTo>
                    <a:pt x="786569" y="3652025"/>
                  </a:lnTo>
                  <a:lnTo>
                    <a:pt x="871784" y="3743431"/>
                  </a:lnTo>
                  <a:close/>
                  <a:moveTo>
                    <a:pt x="786569" y="3652025"/>
                  </a:moveTo>
                  <a:lnTo>
                    <a:pt x="703006" y="3705720"/>
                  </a:lnTo>
                  <a:lnTo>
                    <a:pt x="776424" y="3701564"/>
                  </a:lnTo>
                  <a:close/>
                  <a:moveTo>
                    <a:pt x="786569" y="3652025"/>
                  </a:moveTo>
                  <a:lnTo>
                    <a:pt x="761667" y="3646387"/>
                  </a:lnTo>
                  <a:lnTo>
                    <a:pt x="679736" y="3578194"/>
                  </a:lnTo>
                  <a:close/>
                  <a:moveTo>
                    <a:pt x="552930" y="2920048"/>
                  </a:moveTo>
                  <a:lnTo>
                    <a:pt x="505684" y="2897866"/>
                  </a:lnTo>
                  <a:lnTo>
                    <a:pt x="515300" y="2850548"/>
                  </a:lnTo>
                  <a:close/>
                  <a:moveTo>
                    <a:pt x="202878" y="2322213"/>
                  </a:moveTo>
                  <a:lnTo>
                    <a:pt x="242642" y="2401326"/>
                  </a:lnTo>
                  <a:lnTo>
                    <a:pt x="218549" y="2363444"/>
                  </a:lnTo>
                  <a:close/>
                  <a:moveTo>
                    <a:pt x="749825" y="2781067"/>
                  </a:moveTo>
                  <a:lnTo>
                    <a:pt x="672752" y="2731795"/>
                  </a:lnTo>
                  <a:lnTo>
                    <a:pt x="742959" y="2773965"/>
                  </a:lnTo>
                  <a:close/>
                  <a:moveTo>
                    <a:pt x="763013" y="2790614"/>
                  </a:moveTo>
                  <a:lnTo>
                    <a:pt x="749825" y="2781067"/>
                  </a:lnTo>
                  <a:lnTo>
                    <a:pt x="742959" y="2773965"/>
                  </a:lnTo>
                  <a:close/>
                  <a:moveTo>
                    <a:pt x="213022" y="2313966"/>
                  </a:moveTo>
                  <a:lnTo>
                    <a:pt x="279229" y="2280675"/>
                  </a:lnTo>
                  <a:lnTo>
                    <a:pt x="239937" y="2228204"/>
                  </a:lnTo>
                  <a:close/>
                  <a:moveTo>
                    <a:pt x="35363" y="2154681"/>
                  </a:moveTo>
                  <a:lnTo>
                    <a:pt x="35545" y="2236536"/>
                  </a:lnTo>
                  <a:lnTo>
                    <a:pt x="48359" y="2126464"/>
                  </a:lnTo>
                  <a:close/>
                  <a:moveTo>
                    <a:pt x="35363" y="2154681"/>
                  </a:moveTo>
                  <a:lnTo>
                    <a:pt x="50098" y="2075746"/>
                  </a:lnTo>
                  <a:lnTo>
                    <a:pt x="54279" y="2034030"/>
                  </a:lnTo>
                  <a:close/>
                  <a:moveTo>
                    <a:pt x="35363" y="2154681"/>
                  </a:moveTo>
                  <a:lnTo>
                    <a:pt x="54279" y="2034030"/>
                  </a:lnTo>
                  <a:lnTo>
                    <a:pt x="37077" y="2072466"/>
                  </a:lnTo>
                  <a:close/>
                  <a:moveTo>
                    <a:pt x="34190" y="2016266"/>
                  </a:moveTo>
                  <a:lnTo>
                    <a:pt x="2897" y="1963241"/>
                  </a:lnTo>
                  <a:lnTo>
                    <a:pt x="54279" y="2034030"/>
                  </a:lnTo>
                  <a:close/>
                  <a:moveTo>
                    <a:pt x="0" y="1951814"/>
                  </a:moveTo>
                  <a:lnTo>
                    <a:pt x="2897" y="1963241"/>
                  </a:lnTo>
                  <a:lnTo>
                    <a:pt x="34190" y="2016266"/>
                  </a:lnTo>
                  <a:close/>
                  <a:moveTo>
                    <a:pt x="6934" y="1914361"/>
                  </a:moveTo>
                  <a:lnTo>
                    <a:pt x="2897" y="1963241"/>
                  </a:lnTo>
                  <a:lnTo>
                    <a:pt x="0" y="1951814"/>
                  </a:lnTo>
                  <a:close/>
                  <a:moveTo>
                    <a:pt x="711370" y="2751739"/>
                  </a:moveTo>
                  <a:lnTo>
                    <a:pt x="763013" y="2790614"/>
                  </a:lnTo>
                  <a:lnTo>
                    <a:pt x="742959" y="2773965"/>
                  </a:lnTo>
                  <a:close/>
                  <a:moveTo>
                    <a:pt x="825339" y="2819768"/>
                  </a:moveTo>
                  <a:lnTo>
                    <a:pt x="763013" y="2790614"/>
                  </a:lnTo>
                  <a:lnTo>
                    <a:pt x="711370" y="2751739"/>
                  </a:lnTo>
                  <a:close/>
                  <a:moveTo>
                    <a:pt x="825339" y="2819768"/>
                  </a:moveTo>
                  <a:lnTo>
                    <a:pt x="810437" y="2773965"/>
                  </a:lnTo>
                  <a:lnTo>
                    <a:pt x="763013" y="2790614"/>
                  </a:lnTo>
                  <a:close/>
                  <a:moveTo>
                    <a:pt x="839263" y="2768948"/>
                  </a:moveTo>
                  <a:lnTo>
                    <a:pt x="810437" y="2773965"/>
                  </a:lnTo>
                  <a:lnTo>
                    <a:pt x="825339" y="2819768"/>
                  </a:lnTo>
                  <a:close/>
                  <a:moveTo>
                    <a:pt x="711370" y="2751739"/>
                  </a:moveTo>
                  <a:lnTo>
                    <a:pt x="742959" y="2773965"/>
                  </a:lnTo>
                  <a:lnTo>
                    <a:pt x="672752" y="2731795"/>
                  </a:lnTo>
                  <a:close/>
                  <a:moveTo>
                    <a:pt x="252416" y="2181846"/>
                  </a:moveTo>
                  <a:lnTo>
                    <a:pt x="239937" y="2228204"/>
                  </a:lnTo>
                  <a:lnTo>
                    <a:pt x="331315" y="2160023"/>
                  </a:lnTo>
                  <a:close/>
                  <a:moveTo>
                    <a:pt x="252416" y="2181846"/>
                  </a:moveTo>
                  <a:lnTo>
                    <a:pt x="312566" y="2093446"/>
                  </a:lnTo>
                  <a:lnTo>
                    <a:pt x="227883" y="2101699"/>
                  </a:lnTo>
                  <a:close/>
                  <a:moveTo>
                    <a:pt x="227883" y="2101699"/>
                  </a:moveTo>
                  <a:lnTo>
                    <a:pt x="275106" y="2023808"/>
                  </a:lnTo>
                  <a:lnTo>
                    <a:pt x="224797" y="2004116"/>
                  </a:lnTo>
                  <a:close/>
                  <a:moveTo>
                    <a:pt x="0" y="1951814"/>
                  </a:moveTo>
                  <a:lnTo>
                    <a:pt x="23247" y="1846604"/>
                  </a:lnTo>
                  <a:lnTo>
                    <a:pt x="6934" y="1914361"/>
                  </a:lnTo>
                  <a:close/>
                  <a:moveTo>
                    <a:pt x="27174" y="1831163"/>
                  </a:moveTo>
                  <a:lnTo>
                    <a:pt x="23247" y="1846604"/>
                  </a:lnTo>
                  <a:lnTo>
                    <a:pt x="0" y="1951814"/>
                  </a:lnTo>
                  <a:close/>
                  <a:moveTo>
                    <a:pt x="637943" y="2411066"/>
                  </a:moveTo>
                  <a:lnTo>
                    <a:pt x="580758" y="2451303"/>
                  </a:lnTo>
                  <a:lnTo>
                    <a:pt x="636307" y="2406669"/>
                  </a:lnTo>
                  <a:close/>
                  <a:moveTo>
                    <a:pt x="349072" y="1957156"/>
                  </a:moveTo>
                  <a:lnTo>
                    <a:pt x="348574" y="1925315"/>
                  </a:lnTo>
                  <a:lnTo>
                    <a:pt x="345859" y="1966287"/>
                  </a:lnTo>
                  <a:close/>
                  <a:moveTo>
                    <a:pt x="370569" y="2039372"/>
                  </a:moveTo>
                  <a:lnTo>
                    <a:pt x="345859" y="1966287"/>
                  </a:lnTo>
                  <a:lnTo>
                    <a:pt x="364026" y="2051610"/>
                  </a:lnTo>
                  <a:close/>
                  <a:moveTo>
                    <a:pt x="370569" y="2039372"/>
                  </a:moveTo>
                  <a:lnTo>
                    <a:pt x="349072" y="1957156"/>
                  </a:lnTo>
                  <a:lnTo>
                    <a:pt x="345859" y="1966287"/>
                  </a:lnTo>
                  <a:close/>
                  <a:moveTo>
                    <a:pt x="1246842" y="2624126"/>
                  </a:moveTo>
                  <a:lnTo>
                    <a:pt x="1258036" y="2710362"/>
                  </a:lnTo>
                  <a:lnTo>
                    <a:pt x="1249737" y="2702435"/>
                  </a:lnTo>
                  <a:close/>
                  <a:moveTo>
                    <a:pt x="1895064" y="3157288"/>
                  </a:moveTo>
                  <a:lnTo>
                    <a:pt x="1893939" y="3156365"/>
                  </a:lnTo>
                  <a:lnTo>
                    <a:pt x="1830766" y="3135375"/>
                  </a:lnTo>
                  <a:close/>
                  <a:moveTo>
                    <a:pt x="952471" y="2080838"/>
                  </a:moveTo>
                  <a:lnTo>
                    <a:pt x="960730" y="2088492"/>
                  </a:lnTo>
                  <a:lnTo>
                    <a:pt x="995766" y="2101753"/>
                  </a:lnTo>
                  <a:close/>
                  <a:moveTo>
                    <a:pt x="932413" y="2069296"/>
                  </a:moveTo>
                  <a:lnTo>
                    <a:pt x="960730" y="2088492"/>
                  </a:lnTo>
                  <a:lnTo>
                    <a:pt x="952471" y="2080838"/>
                  </a:lnTo>
                  <a:close/>
                  <a:moveTo>
                    <a:pt x="686772" y="1880283"/>
                  </a:moveTo>
                  <a:lnTo>
                    <a:pt x="698590" y="1962499"/>
                  </a:lnTo>
                  <a:lnTo>
                    <a:pt x="691680" y="1866917"/>
                  </a:lnTo>
                  <a:close/>
                  <a:moveTo>
                    <a:pt x="529233" y="1595201"/>
                  </a:moveTo>
                  <a:lnTo>
                    <a:pt x="493069" y="1606923"/>
                  </a:lnTo>
                  <a:lnTo>
                    <a:pt x="555415" y="1710944"/>
                  </a:lnTo>
                  <a:close/>
                  <a:moveTo>
                    <a:pt x="543484" y="1512987"/>
                  </a:moveTo>
                  <a:lnTo>
                    <a:pt x="496401" y="1553754"/>
                  </a:lnTo>
                  <a:lnTo>
                    <a:pt x="550689" y="1520579"/>
                  </a:lnTo>
                  <a:close/>
                  <a:moveTo>
                    <a:pt x="529233" y="1595201"/>
                  </a:moveTo>
                  <a:lnTo>
                    <a:pt x="562307" y="1521506"/>
                  </a:lnTo>
                  <a:lnTo>
                    <a:pt x="550689" y="1520579"/>
                  </a:lnTo>
                  <a:close/>
                  <a:moveTo>
                    <a:pt x="1997746" y="3133688"/>
                  </a:moveTo>
                  <a:lnTo>
                    <a:pt x="1984901" y="3217802"/>
                  </a:lnTo>
                  <a:lnTo>
                    <a:pt x="2071285" y="3234587"/>
                  </a:lnTo>
                  <a:close/>
                  <a:moveTo>
                    <a:pt x="1895064" y="3157288"/>
                  </a:moveTo>
                  <a:lnTo>
                    <a:pt x="1984901" y="3217802"/>
                  </a:lnTo>
                  <a:lnTo>
                    <a:pt x="1997746" y="3133688"/>
                  </a:lnTo>
                  <a:close/>
                  <a:moveTo>
                    <a:pt x="1997746" y="3133688"/>
                  </a:moveTo>
                  <a:lnTo>
                    <a:pt x="1893939" y="3156365"/>
                  </a:lnTo>
                  <a:lnTo>
                    <a:pt x="1895064" y="3157288"/>
                  </a:lnTo>
                  <a:close/>
                  <a:moveTo>
                    <a:pt x="1913649" y="3041374"/>
                  </a:moveTo>
                  <a:lnTo>
                    <a:pt x="1893939" y="3156365"/>
                  </a:lnTo>
                  <a:lnTo>
                    <a:pt x="1997746" y="3133688"/>
                  </a:lnTo>
                  <a:close/>
                  <a:moveTo>
                    <a:pt x="1350732" y="2395317"/>
                  </a:moveTo>
                  <a:lnTo>
                    <a:pt x="1284577" y="2417353"/>
                  </a:lnTo>
                  <a:lnTo>
                    <a:pt x="1366425" y="2482650"/>
                  </a:lnTo>
                  <a:close/>
                  <a:moveTo>
                    <a:pt x="1366425" y="2482650"/>
                  </a:moveTo>
                  <a:lnTo>
                    <a:pt x="1284577" y="2417353"/>
                  </a:lnTo>
                  <a:lnTo>
                    <a:pt x="1303963" y="2407286"/>
                  </a:lnTo>
                  <a:close/>
                  <a:moveTo>
                    <a:pt x="1121857" y="2005079"/>
                  </a:moveTo>
                  <a:lnTo>
                    <a:pt x="1067566" y="2003881"/>
                  </a:lnTo>
                  <a:lnTo>
                    <a:pt x="1174501" y="2050056"/>
                  </a:lnTo>
                  <a:close/>
                  <a:moveTo>
                    <a:pt x="496401" y="1553754"/>
                  </a:moveTo>
                  <a:lnTo>
                    <a:pt x="543484" y="1512987"/>
                  </a:lnTo>
                  <a:lnTo>
                    <a:pt x="507230" y="1495318"/>
                  </a:lnTo>
                  <a:close/>
                  <a:moveTo>
                    <a:pt x="507230" y="1495318"/>
                  </a:moveTo>
                  <a:lnTo>
                    <a:pt x="543484" y="1512987"/>
                  </a:lnTo>
                  <a:lnTo>
                    <a:pt x="477665" y="1483703"/>
                  </a:lnTo>
                  <a:close/>
                  <a:moveTo>
                    <a:pt x="1091156" y="1967841"/>
                  </a:moveTo>
                  <a:lnTo>
                    <a:pt x="1067566" y="2003881"/>
                  </a:lnTo>
                  <a:lnTo>
                    <a:pt x="1121857" y="2005079"/>
                  </a:lnTo>
                  <a:close/>
                  <a:moveTo>
                    <a:pt x="102198" y="816829"/>
                  </a:moveTo>
                  <a:lnTo>
                    <a:pt x="104507" y="740119"/>
                  </a:lnTo>
                  <a:lnTo>
                    <a:pt x="113165" y="833172"/>
                  </a:lnTo>
                  <a:close/>
                  <a:moveTo>
                    <a:pt x="102198" y="816829"/>
                  </a:moveTo>
                  <a:lnTo>
                    <a:pt x="99786" y="734615"/>
                  </a:lnTo>
                  <a:lnTo>
                    <a:pt x="104507" y="740119"/>
                  </a:lnTo>
                  <a:close/>
                  <a:moveTo>
                    <a:pt x="1557096" y="2461132"/>
                  </a:moveTo>
                  <a:lnTo>
                    <a:pt x="1595200" y="2422695"/>
                  </a:lnTo>
                  <a:lnTo>
                    <a:pt x="1537827" y="2445695"/>
                  </a:lnTo>
                  <a:close/>
                  <a:moveTo>
                    <a:pt x="1395674" y="2378916"/>
                  </a:moveTo>
                  <a:lnTo>
                    <a:pt x="1458560" y="2427985"/>
                  </a:lnTo>
                  <a:lnTo>
                    <a:pt x="1484924" y="2346813"/>
                  </a:lnTo>
                  <a:close/>
                  <a:moveTo>
                    <a:pt x="1458560" y="2427985"/>
                  </a:moveTo>
                  <a:lnTo>
                    <a:pt x="1553185" y="2340480"/>
                  </a:lnTo>
                  <a:lnTo>
                    <a:pt x="1484924" y="2346813"/>
                  </a:lnTo>
                  <a:close/>
                  <a:moveTo>
                    <a:pt x="1537827" y="2445695"/>
                  </a:moveTo>
                  <a:lnTo>
                    <a:pt x="1576025" y="2373309"/>
                  </a:lnTo>
                  <a:lnTo>
                    <a:pt x="1458560" y="2427985"/>
                  </a:lnTo>
                  <a:close/>
                  <a:moveTo>
                    <a:pt x="1513041" y="2258265"/>
                  </a:moveTo>
                  <a:lnTo>
                    <a:pt x="1485481" y="2313436"/>
                  </a:lnTo>
                  <a:lnTo>
                    <a:pt x="1534943" y="2266649"/>
                  </a:lnTo>
                  <a:close/>
                  <a:moveTo>
                    <a:pt x="1534943" y="2266649"/>
                  </a:moveTo>
                  <a:lnTo>
                    <a:pt x="1485481" y="2313436"/>
                  </a:lnTo>
                  <a:lnTo>
                    <a:pt x="1484924" y="2346813"/>
                  </a:lnTo>
                  <a:close/>
                  <a:moveTo>
                    <a:pt x="1132297" y="1951256"/>
                  </a:moveTo>
                  <a:lnTo>
                    <a:pt x="1121857" y="2005079"/>
                  </a:lnTo>
                  <a:lnTo>
                    <a:pt x="1224805" y="1929404"/>
                  </a:lnTo>
                  <a:close/>
                  <a:moveTo>
                    <a:pt x="1224805" y="1929404"/>
                  </a:moveTo>
                  <a:lnTo>
                    <a:pt x="1121857" y="2005079"/>
                  </a:lnTo>
                  <a:lnTo>
                    <a:pt x="1174501" y="2050056"/>
                  </a:lnTo>
                  <a:close/>
                  <a:moveTo>
                    <a:pt x="1224805" y="1929404"/>
                  </a:moveTo>
                  <a:lnTo>
                    <a:pt x="1174501" y="2050056"/>
                  </a:lnTo>
                  <a:lnTo>
                    <a:pt x="1208543" y="2011620"/>
                  </a:lnTo>
                  <a:close/>
                  <a:moveTo>
                    <a:pt x="1091156" y="1967841"/>
                  </a:moveTo>
                  <a:lnTo>
                    <a:pt x="1121857" y="2005079"/>
                  </a:lnTo>
                  <a:lnTo>
                    <a:pt x="1132297" y="1951256"/>
                  </a:lnTo>
                  <a:close/>
                  <a:moveTo>
                    <a:pt x="1018248" y="1885626"/>
                  </a:moveTo>
                  <a:lnTo>
                    <a:pt x="1132297" y="1951256"/>
                  </a:lnTo>
                  <a:lnTo>
                    <a:pt x="1069569" y="1873041"/>
                  </a:lnTo>
                  <a:close/>
                  <a:moveTo>
                    <a:pt x="1091156" y="1967841"/>
                  </a:moveTo>
                  <a:lnTo>
                    <a:pt x="1132297" y="1951256"/>
                  </a:lnTo>
                  <a:lnTo>
                    <a:pt x="1018248" y="1885626"/>
                  </a:lnTo>
                  <a:close/>
                  <a:moveTo>
                    <a:pt x="1202572" y="1854623"/>
                  </a:moveTo>
                  <a:lnTo>
                    <a:pt x="1138980" y="1853897"/>
                  </a:lnTo>
                  <a:lnTo>
                    <a:pt x="1132297" y="1951256"/>
                  </a:lnTo>
                  <a:close/>
                  <a:moveTo>
                    <a:pt x="1224805" y="1929404"/>
                  </a:moveTo>
                  <a:lnTo>
                    <a:pt x="1230809" y="1918575"/>
                  </a:lnTo>
                  <a:lnTo>
                    <a:pt x="1202572" y="1854623"/>
                  </a:lnTo>
                  <a:close/>
                  <a:moveTo>
                    <a:pt x="1132297" y="1951256"/>
                  </a:moveTo>
                  <a:lnTo>
                    <a:pt x="1224805" y="1929404"/>
                  </a:lnTo>
                  <a:lnTo>
                    <a:pt x="1202572" y="1854623"/>
                  </a:lnTo>
                  <a:close/>
                  <a:moveTo>
                    <a:pt x="1230809" y="1918575"/>
                  </a:moveTo>
                  <a:lnTo>
                    <a:pt x="1238561" y="1929404"/>
                  </a:lnTo>
                  <a:lnTo>
                    <a:pt x="1202572" y="1854623"/>
                  </a:lnTo>
                  <a:close/>
                  <a:moveTo>
                    <a:pt x="1319147" y="1970198"/>
                  </a:moveTo>
                  <a:lnTo>
                    <a:pt x="1283278" y="1949695"/>
                  </a:lnTo>
                  <a:lnTo>
                    <a:pt x="1238561" y="1929404"/>
                  </a:lnTo>
                  <a:close/>
                  <a:moveTo>
                    <a:pt x="749878" y="1271684"/>
                  </a:moveTo>
                  <a:lnTo>
                    <a:pt x="660429" y="1310120"/>
                  </a:lnTo>
                  <a:lnTo>
                    <a:pt x="768917" y="1353899"/>
                  </a:lnTo>
                  <a:close/>
                  <a:moveTo>
                    <a:pt x="402546" y="987643"/>
                  </a:moveTo>
                  <a:lnTo>
                    <a:pt x="337910" y="971828"/>
                  </a:lnTo>
                  <a:lnTo>
                    <a:pt x="390700" y="1006808"/>
                  </a:lnTo>
                  <a:close/>
                  <a:moveTo>
                    <a:pt x="402546" y="987643"/>
                  </a:moveTo>
                  <a:lnTo>
                    <a:pt x="390700" y="1006808"/>
                  </a:lnTo>
                  <a:lnTo>
                    <a:pt x="461920" y="994431"/>
                  </a:lnTo>
                  <a:close/>
                  <a:moveTo>
                    <a:pt x="315759" y="889744"/>
                  </a:moveTo>
                  <a:lnTo>
                    <a:pt x="337910" y="971828"/>
                  </a:lnTo>
                  <a:lnTo>
                    <a:pt x="394963" y="981260"/>
                  </a:lnTo>
                  <a:close/>
                  <a:moveTo>
                    <a:pt x="768917" y="1353899"/>
                  </a:moveTo>
                  <a:lnTo>
                    <a:pt x="768838" y="1364320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2045" y="3043685"/>
                  </a:lnTo>
                  <a:lnTo>
                    <a:pt x="2333602" y="3039954"/>
                  </a:lnTo>
                  <a:close/>
                  <a:moveTo>
                    <a:pt x="2259798" y="3080416"/>
                  </a:moveTo>
                  <a:lnTo>
                    <a:pt x="2332045" y="3043685"/>
                  </a:lnTo>
                  <a:lnTo>
                    <a:pt x="2258323" y="2959764"/>
                  </a:lnTo>
                  <a:close/>
                  <a:moveTo>
                    <a:pt x="2258323" y="2959764"/>
                  </a:moveTo>
                  <a:lnTo>
                    <a:pt x="2231503" y="2936881"/>
                  </a:lnTo>
                  <a:lnTo>
                    <a:pt x="2177198" y="2949048"/>
                  </a:lnTo>
                  <a:close/>
                  <a:moveTo>
                    <a:pt x="2178758" y="2877549"/>
                  </a:moveTo>
                  <a:lnTo>
                    <a:pt x="2177198" y="2949048"/>
                  </a:lnTo>
                  <a:lnTo>
                    <a:pt x="2231503" y="2936881"/>
                  </a:lnTo>
                  <a:close/>
                  <a:moveTo>
                    <a:pt x="1740325" y="2384258"/>
                  </a:moveTo>
                  <a:lnTo>
                    <a:pt x="1674665" y="2313742"/>
                  </a:lnTo>
                  <a:lnTo>
                    <a:pt x="1701631" y="2349069"/>
                  </a:lnTo>
                  <a:close/>
                  <a:moveTo>
                    <a:pt x="1485481" y="2313436"/>
                  </a:moveTo>
                  <a:lnTo>
                    <a:pt x="1513041" y="2258265"/>
                  </a:lnTo>
                  <a:lnTo>
                    <a:pt x="1514298" y="2222841"/>
                  </a:lnTo>
                  <a:close/>
                  <a:moveTo>
                    <a:pt x="1654849" y="2229760"/>
                  </a:moveTo>
                  <a:lnTo>
                    <a:pt x="1577469" y="2258265"/>
                  </a:lnTo>
                  <a:lnTo>
                    <a:pt x="1564382" y="2329774"/>
                  </a:lnTo>
                  <a:close/>
                  <a:moveTo>
                    <a:pt x="1674665" y="2313742"/>
                  </a:moveTo>
                  <a:lnTo>
                    <a:pt x="1654849" y="2229760"/>
                  </a:lnTo>
                  <a:lnTo>
                    <a:pt x="1570268" y="2338022"/>
                  </a:lnTo>
                  <a:close/>
                  <a:moveTo>
                    <a:pt x="1654849" y="2229760"/>
                  </a:moveTo>
                  <a:lnTo>
                    <a:pt x="1674665" y="2313742"/>
                  </a:lnTo>
                  <a:lnTo>
                    <a:pt x="1739672" y="2221392"/>
                  </a:lnTo>
                  <a:close/>
                  <a:moveTo>
                    <a:pt x="1532945" y="2212239"/>
                  </a:moveTo>
                  <a:lnTo>
                    <a:pt x="1530688" y="2219829"/>
                  </a:lnTo>
                  <a:lnTo>
                    <a:pt x="1516247" y="2213261"/>
                  </a:lnTo>
                  <a:close/>
                  <a:moveTo>
                    <a:pt x="1514298" y="2222841"/>
                  </a:moveTo>
                  <a:lnTo>
                    <a:pt x="1513041" y="2258265"/>
                  </a:lnTo>
                  <a:lnTo>
                    <a:pt x="1532945" y="2212239"/>
                  </a:lnTo>
                  <a:close/>
                  <a:moveTo>
                    <a:pt x="1532945" y="2212239"/>
                  </a:moveTo>
                  <a:lnTo>
                    <a:pt x="1577469" y="2258265"/>
                  </a:lnTo>
                  <a:lnTo>
                    <a:pt x="1665294" y="2213208"/>
                  </a:lnTo>
                  <a:close/>
                  <a:moveTo>
                    <a:pt x="1294053" y="1939829"/>
                  </a:moveTo>
                  <a:lnTo>
                    <a:pt x="1237062" y="1926675"/>
                  </a:lnTo>
                  <a:lnTo>
                    <a:pt x="1224805" y="1929404"/>
                  </a:lnTo>
                  <a:close/>
                  <a:moveTo>
                    <a:pt x="1238561" y="1929404"/>
                  </a:moveTo>
                  <a:lnTo>
                    <a:pt x="1237062" y="1926675"/>
                  </a:lnTo>
                  <a:lnTo>
                    <a:pt x="1319147" y="1970198"/>
                  </a:lnTo>
                  <a:close/>
                  <a:moveTo>
                    <a:pt x="1237062" y="1926675"/>
                  </a:moveTo>
                  <a:lnTo>
                    <a:pt x="1230809" y="1918575"/>
                  </a:lnTo>
                  <a:lnTo>
                    <a:pt x="1224805" y="1929404"/>
                  </a:lnTo>
                  <a:close/>
                  <a:moveTo>
                    <a:pt x="1237062" y="1926675"/>
                  </a:moveTo>
                  <a:lnTo>
                    <a:pt x="1238561" y="1929404"/>
                  </a:lnTo>
                  <a:lnTo>
                    <a:pt x="1230809" y="1918575"/>
                  </a:lnTo>
                  <a:close/>
                  <a:moveTo>
                    <a:pt x="783482" y="1360723"/>
                  </a:moveTo>
                  <a:lnTo>
                    <a:pt x="785986" y="1350379"/>
                  </a:lnTo>
                  <a:lnTo>
                    <a:pt x="768917" y="1353899"/>
                  </a:lnTo>
                  <a:close/>
                  <a:moveTo>
                    <a:pt x="901944" y="1316699"/>
                  </a:moveTo>
                  <a:lnTo>
                    <a:pt x="783482" y="1360723"/>
                  </a:lnTo>
                  <a:lnTo>
                    <a:pt x="864753" y="1385927"/>
                  </a:lnTo>
                  <a:close/>
                  <a:moveTo>
                    <a:pt x="901944" y="1316699"/>
                  </a:moveTo>
                  <a:lnTo>
                    <a:pt x="785986" y="1350379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3602" y="3039954"/>
                  </a:lnTo>
                  <a:lnTo>
                    <a:pt x="2342726" y="2934909"/>
                  </a:lnTo>
                  <a:close/>
                  <a:moveTo>
                    <a:pt x="2258323" y="2959764"/>
                  </a:moveTo>
                  <a:lnTo>
                    <a:pt x="2342726" y="2934909"/>
                  </a:lnTo>
                  <a:lnTo>
                    <a:pt x="2231503" y="2936881"/>
                  </a:lnTo>
                  <a:close/>
                  <a:moveTo>
                    <a:pt x="2227249" y="2839113"/>
                  </a:moveTo>
                  <a:lnTo>
                    <a:pt x="2231503" y="2936881"/>
                  </a:lnTo>
                  <a:lnTo>
                    <a:pt x="2277733" y="2894528"/>
                  </a:lnTo>
                  <a:close/>
                  <a:moveTo>
                    <a:pt x="2227249" y="2839113"/>
                  </a:moveTo>
                  <a:lnTo>
                    <a:pt x="2178758" y="2877549"/>
                  </a:lnTo>
                  <a:lnTo>
                    <a:pt x="2231503" y="2936881"/>
                  </a:lnTo>
                  <a:close/>
                  <a:moveTo>
                    <a:pt x="1551987" y="2068233"/>
                  </a:moveTo>
                  <a:lnTo>
                    <a:pt x="1608973" y="2016962"/>
                  </a:lnTo>
                  <a:lnTo>
                    <a:pt x="1680311" y="2054152"/>
                  </a:lnTo>
                  <a:close/>
                  <a:moveTo>
                    <a:pt x="1551987" y="2068233"/>
                  </a:moveTo>
                  <a:lnTo>
                    <a:pt x="1680311" y="2054152"/>
                  </a:lnTo>
                  <a:lnTo>
                    <a:pt x="1624922" y="2062266"/>
                  </a:lnTo>
                  <a:close/>
                  <a:moveTo>
                    <a:pt x="1750186" y="2036745"/>
                  </a:moveTo>
                  <a:lnTo>
                    <a:pt x="1624922" y="2062266"/>
                  </a:lnTo>
                  <a:lnTo>
                    <a:pt x="1680311" y="2054152"/>
                  </a:lnTo>
                  <a:close/>
                  <a:moveTo>
                    <a:pt x="1845674" y="2115103"/>
                  </a:moveTo>
                  <a:lnTo>
                    <a:pt x="1790225" y="2080201"/>
                  </a:lnTo>
                  <a:lnTo>
                    <a:pt x="1821616" y="2088610"/>
                  </a:lnTo>
                  <a:close/>
                  <a:moveTo>
                    <a:pt x="1608973" y="2016962"/>
                  </a:moveTo>
                  <a:lnTo>
                    <a:pt x="1736077" y="2063630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50186" y="2036745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90225" y="2080201"/>
                  </a:lnTo>
                  <a:lnTo>
                    <a:pt x="1750186" y="2036745"/>
                  </a:lnTo>
                  <a:close/>
                  <a:moveTo>
                    <a:pt x="1790225" y="2080201"/>
                  </a:moveTo>
                  <a:lnTo>
                    <a:pt x="1814664" y="2099177"/>
                  </a:lnTo>
                  <a:lnTo>
                    <a:pt x="1750186" y="2036745"/>
                  </a:lnTo>
                  <a:close/>
                  <a:moveTo>
                    <a:pt x="1617539" y="1934746"/>
                  </a:moveTo>
                  <a:lnTo>
                    <a:pt x="1658211" y="1971525"/>
                  </a:lnTo>
                  <a:lnTo>
                    <a:pt x="1643900" y="1896310"/>
                  </a:lnTo>
                  <a:close/>
                  <a:moveTo>
                    <a:pt x="803885" y="948165"/>
                  </a:moveTo>
                  <a:lnTo>
                    <a:pt x="825015" y="1030380"/>
                  </a:lnTo>
                  <a:lnTo>
                    <a:pt x="818884" y="923264"/>
                  </a:lnTo>
                  <a:close/>
                  <a:moveTo>
                    <a:pt x="780214" y="918104"/>
                  </a:moveTo>
                  <a:lnTo>
                    <a:pt x="803885" y="948165"/>
                  </a:lnTo>
                  <a:lnTo>
                    <a:pt x="818884" y="923264"/>
                  </a:lnTo>
                  <a:close/>
                  <a:moveTo>
                    <a:pt x="1955859" y="2106227"/>
                  </a:moveTo>
                  <a:lnTo>
                    <a:pt x="1981841" y="2130351"/>
                  </a:lnTo>
                  <a:lnTo>
                    <a:pt x="1895882" y="2087621"/>
                  </a:lnTo>
                  <a:close/>
                  <a:moveTo>
                    <a:pt x="1736556" y="1762964"/>
                  </a:moveTo>
                  <a:lnTo>
                    <a:pt x="1792237" y="1763562"/>
                  </a:lnTo>
                  <a:lnTo>
                    <a:pt x="1707076" y="1723818"/>
                  </a:lnTo>
                  <a:close/>
                  <a:moveTo>
                    <a:pt x="1736556" y="1762964"/>
                  </a:moveTo>
                  <a:lnTo>
                    <a:pt x="1803109" y="1769450"/>
                  </a:lnTo>
                  <a:lnTo>
                    <a:pt x="1792237" y="1763562"/>
                  </a:lnTo>
                  <a:close/>
                  <a:moveTo>
                    <a:pt x="1200201" y="855629"/>
                  </a:moveTo>
                  <a:lnTo>
                    <a:pt x="1313141" y="915071"/>
                  </a:lnTo>
                  <a:lnTo>
                    <a:pt x="1233360" y="852100"/>
                  </a:lnTo>
                  <a:close/>
                  <a:moveTo>
                    <a:pt x="1200201" y="855629"/>
                  </a:moveTo>
                  <a:lnTo>
                    <a:pt x="1305693" y="930549"/>
                  </a:lnTo>
                  <a:lnTo>
                    <a:pt x="1313141" y="915071"/>
                  </a:lnTo>
                  <a:close/>
                  <a:moveTo>
                    <a:pt x="1523969" y="1166121"/>
                  </a:moveTo>
                  <a:lnTo>
                    <a:pt x="1608572" y="1205495"/>
                  </a:lnTo>
                  <a:lnTo>
                    <a:pt x="1541510" y="1168251"/>
                  </a:lnTo>
                  <a:close/>
                  <a:moveTo>
                    <a:pt x="1585873" y="924044"/>
                  </a:moveTo>
                  <a:lnTo>
                    <a:pt x="1516523" y="838198"/>
                  </a:lnTo>
                  <a:lnTo>
                    <a:pt x="1491698" y="839923"/>
                  </a:lnTo>
                  <a:close/>
                  <a:moveTo>
                    <a:pt x="1255497" y="410306"/>
                  </a:moveTo>
                  <a:lnTo>
                    <a:pt x="1340203" y="388686"/>
                  </a:lnTo>
                  <a:lnTo>
                    <a:pt x="1265319" y="325982"/>
                  </a:lnTo>
                  <a:close/>
                  <a:moveTo>
                    <a:pt x="1272236" y="296605"/>
                  </a:moveTo>
                  <a:lnTo>
                    <a:pt x="1265319" y="325982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354332" y="164931"/>
                  </a:lnTo>
                  <a:lnTo>
                    <a:pt x="1319360" y="118701"/>
                  </a:lnTo>
                  <a:close/>
                  <a:moveTo>
                    <a:pt x="1275476" y="193879"/>
                  </a:moveTo>
                  <a:lnTo>
                    <a:pt x="1336329" y="185819"/>
                  </a:lnTo>
                  <a:lnTo>
                    <a:pt x="1319360" y="118701"/>
                  </a:lnTo>
                  <a:close/>
                  <a:moveTo>
                    <a:pt x="1237542" y="6926"/>
                  </a:moveTo>
                  <a:lnTo>
                    <a:pt x="1111461" y="29394"/>
                  </a:lnTo>
                  <a:lnTo>
                    <a:pt x="1161158" y="0"/>
                  </a:lnTo>
                  <a:close/>
                  <a:moveTo>
                    <a:pt x="1623887" y="492771"/>
                  </a:moveTo>
                  <a:lnTo>
                    <a:pt x="1670400" y="510684"/>
                  </a:lnTo>
                  <a:lnTo>
                    <a:pt x="1587773" y="480412"/>
                  </a:lnTo>
                  <a:close/>
                  <a:moveTo>
                    <a:pt x="1623887" y="492771"/>
                  </a:moveTo>
                  <a:lnTo>
                    <a:pt x="1682190" y="505964"/>
                  </a:lnTo>
                  <a:lnTo>
                    <a:pt x="1670400" y="510684"/>
                  </a:lnTo>
                  <a:close/>
                  <a:moveTo>
                    <a:pt x="1184182" y="7322"/>
                  </a:moveTo>
                  <a:lnTo>
                    <a:pt x="1249310" y="14967"/>
                  </a:lnTo>
                  <a:lnTo>
                    <a:pt x="1237542" y="692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72" name="Candidate_density__2071">
              <a:extLst>
                <a:ext uri="{FF2B5EF4-FFF2-40B4-BE49-F238E27FC236}">
                  <a16:creationId xmlns:a16="http://schemas.microsoft.com/office/drawing/2014/main" id="{83FC869A-5AB3-74DA-CB6C-C8E4FBA4C777}"/>
                </a:ext>
              </a:extLst>
            </p:cNvPr>
            <p:cNvSpPr>
              <a:spLocks noGrp="1"/>
            </p:cNvSpPr>
            <p:nvPr/>
          </p:nvSpPr>
          <p:spPr>
            <a:xfrm>
              <a:off x="4301970" y="1513708"/>
              <a:ext cx="2395554" cy="3770623"/>
            </a:xfrm>
            <a:custGeom>
              <a:avLst/>
              <a:gdLst/>
              <a:ahLst/>
              <a:cxnLst/>
              <a:rect l="0" t="0" r="0" b="0"/>
              <a:pathLst>
                <a:path w="2395554" h="3770623">
                  <a:moveTo>
                    <a:pt x="362253" y="3486780"/>
                  </a:moveTo>
                  <a:lnTo>
                    <a:pt x="384889" y="3534727"/>
                  </a:lnTo>
                  <a:lnTo>
                    <a:pt x="312846" y="3517260"/>
                  </a:lnTo>
                  <a:close/>
                  <a:moveTo>
                    <a:pt x="654327" y="3742821"/>
                  </a:moveTo>
                  <a:lnTo>
                    <a:pt x="752389" y="3770623"/>
                  </a:lnTo>
                  <a:lnTo>
                    <a:pt x="773528" y="3694638"/>
                  </a:lnTo>
                  <a:close/>
                  <a:moveTo>
                    <a:pt x="654327" y="3742821"/>
                  </a:moveTo>
                  <a:lnTo>
                    <a:pt x="773528" y="3694638"/>
                  </a:lnTo>
                  <a:lnTo>
                    <a:pt x="700109" y="3698794"/>
                  </a:lnTo>
                  <a:close/>
                  <a:moveTo>
                    <a:pt x="783672" y="3645098"/>
                  </a:moveTo>
                  <a:lnTo>
                    <a:pt x="715829" y="3639662"/>
                  </a:lnTo>
                  <a:lnTo>
                    <a:pt x="700109" y="3698794"/>
                  </a:lnTo>
                  <a:close/>
                  <a:moveTo>
                    <a:pt x="715829" y="3639662"/>
                  </a:moveTo>
                  <a:lnTo>
                    <a:pt x="783672" y="3645098"/>
                  </a:lnTo>
                  <a:lnTo>
                    <a:pt x="676840" y="3571268"/>
                  </a:lnTo>
                  <a:close/>
                  <a:moveTo>
                    <a:pt x="151312" y="2312185"/>
                  </a:moveTo>
                  <a:lnTo>
                    <a:pt x="199981" y="2315286"/>
                  </a:lnTo>
                  <a:lnTo>
                    <a:pt x="215653" y="2356517"/>
                  </a:lnTo>
                  <a:close/>
                  <a:moveTo>
                    <a:pt x="32654" y="2229970"/>
                  </a:moveTo>
                  <a:lnTo>
                    <a:pt x="32700" y="2230007"/>
                  </a:lnTo>
                  <a:lnTo>
                    <a:pt x="32787" y="2230126"/>
                  </a:lnTo>
                  <a:close/>
                  <a:moveTo>
                    <a:pt x="32648" y="2229609"/>
                  </a:moveTo>
                  <a:lnTo>
                    <a:pt x="32700" y="2230007"/>
                  </a:lnTo>
                  <a:lnTo>
                    <a:pt x="32654" y="2229970"/>
                  </a:lnTo>
                  <a:close/>
                  <a:moveTo>
                    <a:pt x="128593" y="2309671"/>
                  </a:moveTo>
                  <a:lnTo>
                    <a:pt x="32787" y="2230126"/>
                  </a:lnTo>
                  <a:lnTo>
                    <a:pt x="32700" y="2230007"/>
                  </a:lnTo>
                  <a:close/>
                  <a:moveTo>
                    <a:pt x="32700" y="2230007"/>
                  </a:moveTo>
                  <a:lnTo>
                    <a:pt x="32648" y="2229609"/>
                  </a:lnTo>
                  <a:lnTo>
                    <a:pt x="53599" y="2173516"/>
                  </a:lnTo>
                  <a:close/>
                  <a:moveTo>
                    <a:pt x="215653" y="2356517"/>
                  </a:moveTo>
                  <a:lnTo>
                    <a:pt x="210125" y="2307039"/>
                  </a:lnTo>
                  <a:lnTo>
                    <a:pt x="151312" y="2312185"/>
                  </a:lnTo>
                  <a:close/>
                  <a:moveTo>
                    <a:pt x="151312" y="2312185"/>
                  </a:moveTo>
                  <a:lnTo>
                    <a:pt x="210125" y="2307039"/>
                  </a:lnTo>
                  <a:lnTo>
                    <a:pt x="237040" y="2221277"/>
                  </a:lnTo>
                  <a:close/>
                  <a:moveTo>
                    <a:pt x="32654" y="2229970"/>
                  </a:moveTo>
                  <a:lnTo>
                    <a:pt x="45463" y="2119538"/>
                  </a:lnTo>
                  <a:lnTo>
                    <a:pt x="32648" y="2229609"/>
                  </a:lnTo>
                  <a:close/>
                  <a:moveTo>
                    <a:pt x="51382" y="2027103"/>
                  </a:moveTo>
                  <a:lnTo>
                    <a:pt x="0" y="1956314"/>
                  </a:lnTo>
                  <a:lnTo>
                    <a:pt x="12942" y="1983324"/>
                  </a:lnTo>
                  <a:close/>
                  <a:moveTo>
                    <a:pt x="51382" y="2027103"/>
                  </a:moveTo>
                  <a:lnTo>
                    <a:pt x="12942" y="1983324"/>
                  </a:lnTo>
                  <a:lnTo>
                    <a:pt x="34181" y="2065539"/>
                  </a:lnTo>
                  <a:close/>
                  <a:moveTo>
                    <a:pt x="801465" y="2929988"/>
                  </a:moveTo>
                  <a:lnTo>
                    <a:pt x="898690" y="2911538"/>
                  </a:lnTo>
                  <a:lnTo>
                    <a:pt x="881589" y="2825349"/>
                  </a:lnTo>
                  <a:close/>
                  <a:moveTo>
                    <a:pt x="801465" y="2929988"/>
                  </a:moveTo>
                  <a:lnTo>
                    <a:pt x="881589" y="2825349"/>
                  </a:lnTo>
                  <a:lnTo>
                    <a:pt x="822442" y="2812842"/>
                  </a:lnTo>
                  <a:close/>
                  <a:moveTo>
                    <a:pt x="881589" y="2825349"/>
                  </a:moveTo>
                  <a:lnTo>
                    <a:pt x="898690" y="2911538"/>
                  </a:lnTo>
                  <a:lnTo>
                    <a:pt x="907804" y="2931469"/>
                  </a:lnTo>
                  <a:close/>
                  <a:moveTo>
                    <a:pt x="881589" y="2825349"/>
                  </a:moveTo>
                  <a:lnTo>
                    <a:pt x="836366" y="2762022"/>
                  </a:lnTo>
                  <a:lnTo>
                    <a:pt x="822442" y="2812842"/>
                  </a:lnTo>
                  <a:close/>
                  <a:moveTo>
                    <a:pt x="224986" y="2094773"/>
                  </a:moveTo>
                  <a:lnTo>
                    <a:pt x="222300" y="2070882"/>
                  </a:lnTo>
                  <a:lnTo>
                    <a:pt x="256010" y="2153097"/>
                  </a:lnTo>
                  <a:close/>
                  <a:moveTo>
                    <a:pt x="152854" y="1992731"/>
                  </a:moveTo>
                  <a:lnTo>
                    <a:pt x="51382" y="2027103"/>
                  </a:lnTo>
                  <a:lnTo>
                    <a:pt x="47202" y="2068820"/>
                  </a:lnTo>
                  <a:close/>
                  <a:moveTo>
                    <a:pt x="152854" y="1992731"/>
                  </a:moveTo>
                  <a:lnTo>
                    <a:pt x="224986" y="2094773"/>
                  </a:lnTo>
                  <a:lnTo>
                    <a:pt x="221900" y="1997190"/>
                  </a:lnTo>
                  <a:close/>
                  <a:moveTo>
                    <a:pt x="31293" y="2009339"/>
                  </a:moveTo>
                  <a:lnTo>
                    <a:pt x="51382" y="2027103"/>
                  </a:lnTo>
                  <a:lnTo>
                    <a:pt x="157310" y="1986634"/>
                  </a:lnTo>
                  <a:close/>
                  <a:moveTo>
                    <a:pt x="1417578" y="2898375"/>
                  </a:moveTo>
                  <a:lnTo>
                    <a:pt x="1542635" y="2942153"/>
                  </a:lnTo>
                  <a:lnTo>
                    <a:pt x="1514947" y="2859938"/>
                  </a:lnTo>
                  <a:close/>
                  <a:moveTo>
                    <a:pt x="1241567" y="2733945"/>
                  </a:moveTo>
                  <a:lnTo>
                    <a:pt x="1308261" y="2794211"/>
                  </a:lnTo>
                  <a:lnTo>
                    <a:pt x="1255139" y="2703435"/>
                  </a:lnTo>
                  <a:close/>
                  <a:moveTo>
                    <a:pt x="1255139" y="2703435"/>
                  </a:moveTo>
                  <a:lnTo>
                    <a:pt x="1308261" y="2794211"/>
                  </a:lnTo>
                  <a:lnTo>
                    <a:pt x="1328722" y="2804298"/>
                  </a:lnTo>
                  <a:close/>
                  <a:moveTo>
                    <a:pt x="683876" y="1873357"/>
                  </a:moveTo>
                  <a:lnTo>
                    <a:pt x="688267" y="1994009"/>
                  </a:lnTo>
                  <a:lnTo>
                    <a:pt x="695694" y="1955572"/>
                  </a:lnTo>
                  <a:close/>
                  <a:moveTo>
                    <a:pt x="1802590" y="3097388"/>
                  </a:moveTo>
                  <a:lnTo>
                    <a:pt x="1772501" y="3086251"/>
                  </a:lnTo>
                  <a:lnTo>
                    <a:pt x="1827870" y="3128449"/>
                  </a:lnTo>
                  <a:close/>
                  <a:moveTo>
                    <a:pt x="1891042" y="3149439"/>
                  </a:moveTo>
                  <a:lnTo>
                    <a:pt x="1802590" y="3097388"/>
                  </a:lnTo>
                  <a:lnTo>
                    <a:pt x="1827870" y="3128449"/>
                  </a:lnTo>
                  <a:close/>
                  <a:moveTo>
                    <a:pt x="992869" y="2094826"/>
                  </a:moveTo>
                  <a:lnTo>
                    <a:pt x="957834" y="2081565"/>
                  </a:lnTo>
                  <a:lnTo>
                    <a:pt x="1018570" y="2163781"/>
                  </a:lnTo>
                  <a:close/>
                  <a:moveTo>
                    <a:pt x="695694" y="1955572"/>
                  </a:moveTo>
                  <a:lnTo>
                    <a:pt x="695035" y="1955001"/>
                  </a:lnTo>
                  <a:lnTo>
                    <a:pt x="688783" y="1859991"/>
                  </a:lnTo>
                  <a:close/>
                  <a:moveTo>
                    <a:pt x="543062" y="1708927"/>
                  </a:moveTo>
                  <a:lnTo>
                    <a:pt x="504107" y="1688761"/>
                  </a:lnTo>
                  <a:lnTo>
                    <a:pt x="502614" y="1791142"/>
                  </a:lnTo>
                  <a:close/>
                  <a:moveTo>
                    <a:pt x="490172" y="1599996"/>
                  </a:moveTo>
                  <a:lnTo>
                    <a:pt x="504107" y="1688761"/>
                  </a:lnTo>
                  <a:lnTo>
                    <a:pt x="552519" y="1704018"/>
                  </a:lnTo>
                  <a:close/>
                  <a:moveTo>
                    <a:pt x="564884" y="1670490"/>
                  </a:moveTo>
                  <a:lnTo>
                    <a:pt x="526336" y="1588275"/>
                  </a:lnTo>
                  <a:lnTo>
                    <a:pt x="552519" y="1704018"/>
                  </a:lnTo>
                  <a:close/>
                  <a:moveTo>
                    <a:pt x="1767795" y="3068147"/>
                  </a:moveTo>
                  <a:lnTo>
                    <a:pt x="1772501" y="3086251"/>
                  </a:lnTo>
                  <a:lnTo>
                    <a:pt x="1802590" y="3097388"/>
                  </a:lnTo>
                  <a:close/>
                  <a:moveTo>
                    <a:pt x="1772501" y="3086251"/>
                  </a:moveTo>
                  <a:lnTo>
                    <a:pt x="1767795" y="3068147"/>
                  </a:lnTo>
                  <a:lnTo>
                    <a:pt x="1680052" y="3000726"/>
                  </a:lnTo>
                  <a:close/>
                  <a:moveTo>
                    <a:pt x="195403" y="1017810"/>
                  </a:moveTo>
                  <a:lnTo>
                    <a:pt x="271882" y="1094984"/>
                  </a:lnTo>
                  <a:lnTo>
                    <a:pt x="208034" y="1036817"/>
                  </a:lnTo>
                  <a:close/>
                  <a:moveTo>
                    <a:pt x="178631" y="1012769"/>
                  </a:moveTo>
                  <a:lnTo>
                    <a:pt x="195403" y="1017810"/>
                  </a:lnTo>
                  <a:lnTo>
                    <a:pt x="208034" y="1036817"/>
                  </a:lnTo>
                  <a:close/>
                  <a:moveTo>
                    <a:pt x="189640" y="968044"/>
                  </a:moveTo>
                  <a:lnTo>
                    <a:pt x="195403" y="1017810"/>
                  </a:lnTo>
                  <a:lnTo>
                    <a:pt x="178631" y="1012769"/>
                  </a:lnTo>
                  <a:close/>
                  <a:moveTo>
                    <a:pt x="1968412" y="3048163"/>
                  </a:moveTo>
                  <a:lnTo>
                    <a:pt x="1910752" y="3034447"/>
                  </a:lnTo>
                  <a:lnTo>
                    <a:pt x="1994849" y="3126762"/>
                  </a:lnTo>
                  <a:close/>
                  <a:moveTo>
                    <a:pt x="1802590" y="3097388"/>
                  </a:moveTo>
                  <a:lnTo>
                    <a:pt x="1828713" y="3040551"/>
                  </a:lnTo>
                  <a:lnTo>
                    <a:pt x="1767795" y="3068147"/>
                  </a:lnTo>
                  <a:close/>
                  <a:moveTo>
                    <a:pt x="1910752" y="3034447"/>
                  </a:moveTo>
                  <a:lnTo>
                    <a:pt x="1802590" y="3097388"/>
                  </a:lnTo>
                  <a:lnTo>
                    <a:pt x="1891042" y="3149439"/>
                  </a:lnTo>
                  <a:close/>
                  <a:moveTo>
                    <a:pt x="1910752" y="3034447"/>
                  </a:moveTo>
                  <a:lnTo>
                    <a:pt x="1828713" y="3040551"/>
                  </a:lnTo>
                  <a:lnTo>
                    <a:pt x="1802590" y="3097388"/>
                  </a:lnTo>
                  <a:close/>
                  <a:moveTo>
                    <a:pt x="1347835" y="2388391"/>
                  </a:moveTo>
                  <a:lnTo>
                    <a:pt x="1384679" y="2492642"/>
                  </a:lnTo>
                  <a:lnTo>
                    <a:pt x="1455663" y="2421059"/>
                  </a:lnTo>
                  <a:close/>
                  <a:moveTo>
                    <a:pt x="1015351" y="1878699"/>
                  </a:moveTo>
                  <a:lnTo>
                    <a:pt x="1002717" y="1917136"/>
                  </a:lnTo>
                  <a:lnTo>
                    <a:pt x="1088260" y="1960914"/>
                  </a:lnTo>
                  <a:close/>
                  <a:moveTo>
                    <a:pt x="1015351" y="1878699"/>
                  </a:moveTo>
                  <a:lnTo>
                    <a:pt x="1010085" y="1869745"/>
                  </a:lnTo>
                  <a:lnTo>
                    <a:pt x="971104" y="1812244"/>
                  </a:lnTo>
                  <a:close/>
                  <a:moveTo>
                    <a:pt x="604835" y="1567370"/>
                  </a:moveTo>
                  <a:lnTo>
                    <a:pt x="653149" y="1586398"/>
                  </a:lnTo>
                  <a:lnTo>
                    <a:pt x="559410" y="1514580"/>
                  </a:lnTo>
                  <a:close/>
                  <a:moveTo>
                    <a:pt x="655179" y="1587034"/>
                  </a:moveTo>
                  <a:lnTo>
                    <a:pt x="604835" y="1567370"/>
                  </a:lnTo>
                  <a:lnTo>
                    <a:pt x="709494" y="1581857"/>
                  </a:lnTo>
                  <a:close/>
                  <a:moveTo>
                    <a:pt x="280425" y="1056548"/>
                  </a:moveTo>
                  <a:lnTo>
                    <a:pt x="271882" y="1094984"/>
                  </a:lnTo>
                  <a:lnTo>
                    <a:pt x="328778" y="1138763"/>
                  </a:lnTo>
                  <a:close/>
                  <a:moveTo>
                    <a:pt x="208034" y="1036817"/>
                  </a:moveTo>
                  <a:lnTo>
                    <a:pt x="247987" y="975060"/>
                  </a:lnTo>
                  <a:lnTo>
                    <a:pt x="178631" y="1012769"/>
                  </a:lnTo>
                  <a:close/>
                  <a:moveTo>
                    <a:pt x="1735519" y="2615856"/>
                  </a:moveTo>
                  <a:lnTo>
                    <a:pt x="1735700" y="2632094"/>
                  </a:lnTo>
                  <a:lnTo>
                    <a:pt x="1688516" y="2593475"/>
                  </a:lnTo>
                  <a:close/>
                  <a:moveTo>
                    <a:pt x="1688516" y="2593475"/>
                  </a:moveTo>
                  <a:lnTo>
                    <a:pt x="1735700" y="2632094"/>
                  </a:lnTo>
                  <a:lnTo>
                    <a:pt x="1752534" y="2662414"/>
                  </a:lnTo>
                  <a:close/>
                  <a:moveTo>
                    <a:pt x="1752534" y="2662414"/>
                  </a:moveTo>
                  <a:lnTo>
                    <a:pt x="1735700" y="2632094"/>
                  </a:lnTo>
                  <a:lnTo>
                    <a:pt x="1733619" y="2700851"/>
                  </a:lnTo>
                  <a:close/>
                  <a:moveTo>
                    <a:pt x="1592303" y="2415769"/>
                  </a:moveTo>
                  <a:lnTo>
                    <a:pt x="1554199" y="2454205"/>
                  </a:lnTo>
                  <a:lnTo>
                    <a:pt x="1613763" y="2497984"/>
                  </a:lnTo>
                  <a:close/>
                  <a:moveTo>
                    <a:pt x="1171604" y="2043129"/>
                  </a:moveTo>
                  <a:lnTo>
                    <a:pt x="1211391" y="2065079"/>
                  </a:lnTo>
                  <a:lnTo>
                    <a:pt x="1205646" y="2004693"/>
                  </a:lnTo>
                  <a:close/>
                  <a:moveTo>
                    <a:pt x="1066673" y="1866114"/>
                  </a:moveTo>
                  <a:lnTo>
                    <a:pt x="1129400" y="1944329"/>
                  </a:lnTo>
                  <a:lnTo>
                    <a:pt x="1136083" y="1846970"/>
                  </a:lnTo>
                  <a:close/>
                  <a:moveTo>
                    <a:pt x="1020412" y="1872251"/>
                  </a:moveTo>
                  <a:lnTo>
                    <a:pt x="1015351" y="1878699"/>
                  </a:lnTo>
                  <a:lnTo>
                    <a:pt x="1066673" y="1866114"/>
                  </a:lnTo>
                  <a:close/>
                  <a:moveTo>
                    <a:pt x="1141025" y="1840263"/>
                  </a:moveTo>
                  <a:lnTo>
                    <a:pt x="1136083" y="1846970"/>
                  </a:lnTo>
                  <a:lnTo>
                    <a:pt x="1199676" y="1847696"/>
                  </a:lnTo>
                  <a:close/>
                  <a:moveTo>
                    <a:pt x="1235665" y="1922478"/>
                  </a:moveTo>
                  <a:lnTo>
                    <a:pt x="1280382" y="1942768"/>
                  </a:lnTo>
                  <a:lnTo>
                    <a:pt x="1199676" y="1847696"/>
                  </a:lnTo>
                  <a:close/>
                  <a:moveTo>
                    <a:pt x="1010085" y="1869745"/>
                  </a:moveTo>
                  <a:lnTo>
                    <a:pt x="1015351" y="1878699"/>
                  </a:lnTo>
                  <a:lnTo>
                    <a:pt x="1020412" y="1872251"/>
                  </a:lnTo>
                  <a:close/>
                  <a:moveTo>
                    <a:pt x="1141025" y="1840263"/>
                  </a:moveTo>
                  <a:lnTo>
                    <a:pt x="1199676" y="1847696"/>
                  </a:lnTo>
                  <a:lnTo>
                    <a:pt x="1197923" y="1799522"/>
                  </a:lnTo>
                  <a:close/>
                  <a:moveTo>
                    <a:pt x="956589" y="1796484"/>
                  </a:moveTo>
                  <a:lnTo>
                    <a:pt x="1020412" y="1872251"/>
                  </a:lnTo>
                  <a:lnTo>
                    <a:pt x="946853" y="1771368"/>
                  </a:lnTo>
                  <a:close/>
                  <a:moveTo>
                    <a:pt x="1010085" y="1869745"/>
                  </a:moveTo>
                  <a:lnTo>
                    <a:pt x="1020412" y="1872251"/>
                  </a:lnTo>
                  <a:lnTo>
                    <a:pt x="956589" y="1796484"/>
                  </a:lnTo>
                  <a:close/>
                  <a:moveTo>
                    <a:pt x="766020" y="1346973"/>
                  </a:moveTo>
                  <a:lnTo>
                    <a:pt x="726101" y="1365293"/>
                  </a:lnTo>
                  <a:lnTo>
                    <a:pt x="765942" y="1357393"/>
                  </a:lnTo>
                  <a:close/>
                  <a:moveTo>
                    <a:pt x="249360" y="974333"/>
                  </a:moveTo>
                  <a:lnTo>
                    <a:pt x="387804" y="999881"/>
                  </a:lnTo>
                  <a:lnTo>
                    <a:pt x="335013" y="964901"/>
                  </a:lnTo>
                  <a:close/>
                  <a:moveTo>
                    <a:pt x="861857" y="1379000"/>
                  </a:moveTo>
                  <a:lnTo>
                    <a:pt x="780585" y="1353797"/>
                  </a:lnTo>
                  <a:lnTo>
                    <a:pt x="765942" y="1357393"/>
                  </a:lnTo>
                  <a:close/>
                  <a:moveTo>
                    <a:pt x="2329149" y="3036758"/>
                  </a:moveTo>
                  <a:lnTo>
                    <a:pt x="2392975" y="3045461"/>
                  </a:lnTo>
                  <a:lnTo>
                    <a:pt x="2330705" y="3033028"/>
                  </a:lnTo>
                  <a:close/>
                  <a:moveTo>
                    <a:pt x="2109856" y="2793578"/>
                  </a:moveTo>
                  <a:lnTo>
                    <a:pt x="2158532" y="2883164"/>
                  </a:lnTo>
                  <a:lnTo>
                    <a:pt x="2175862" y="2870623"/>
                  </a:lnTo>
                  <a:close/>
                  <a:moveTo>
                    <a:pt x="2175862" y="2870623"/>
                  </a:moveTo>
                  <a:lnTo>
                    <a:pt x="2119203" y="2799570"/>
                  </a:lnTo>
                  <a:lnTo>
                    <a:pt x="2109856" y="2793578"/>
                  </a:lnTo>
                  <a:close/>
                  <a:moveTo>
                    <a:pt x="1691741" y="2333554"/>
                  </a:moveTo>
                  <a:lnTo>
                    <a:pt x="1671768" y="2306815"/>
                  </a:lnTo>
                  <a:lnTo>
                    <a:pt x="1737428" y="2377332"/>
                  </a:lnTo>
                  <a:close/>
                  <a:moveTo>
                    <a:pt x="1574572" y="2251338"/>
                  </a:moveTo>
                  <a:lnTo>
                    <a:pt x="1651952" y="2222833"/>
                  </a:lnTo>
                  <a:lnTo>
                    <a:pt x="1662397" y="2206282"/>
                  </a:lnTo>
                  <a:close/>
                  <a:moveTo>
                    <a:pt x="1136083" y="1846970"/>
                  </a:moveTo>
                  <a:lnTo>
                    <a:pt x="1141025" y="1840263"/>
                  </a:lnTo>
                  <a:lnTo>
                    <a:pt x="1135651" y="1839156"/>
                  </a:lnTo>
                  <a:close/>
                  <a:moveTo>
                    <a:pt x="1135651" y="1839156"/>
                  </a:moveTo>
                  <a:lnTo>
                    <a:pt x="1066673" y="1866114"/>
                  </a:lnTo>
                  <a:lnTo>
                    <a:pt x="1136083" y="1846970"/>
                  </a:lnTo>
                  <a:close/>
                  <a:moveTo>
                    <a:pt x="2228606" y="2929954"/>
                  </a:moveTo>
                  <a:lnTo>
                    <a:pt x="2339829" y="2927983"/>
                  </a:lnTo>
                  <a:lnTo>
                    <a:pt x="2336070" y="2837885"/>
                  </a:lnTo>
                  <a:close/>
                  <a:moveTo>
                    <a:pt x="2228606" y="2929954"/>
                  </a:moveTo>
                  <a:lnTo>
                    <a:pt x="2336070" y="2837885"/>
                  </a:lnTo>
                  <a:lnTo>
                    <a:pt x="2274837" y="2887602"/>
                  </a:lnTo>
                  <a:close/>
                  <a:moveTo>
                    <a:pt x="2395554" y="2943272"/>
                  </a:moveTo>
                  <a:lnTo>
                    <a:pt x="2339829" y="2927983"/>
                  </a:lnTo>
                  <a:lnTo>
                    <a:pt x="2330705" y="3033028"/>
                  </a:lnTo>
                  <a:close/>
                  <a:moveTo>
                    <a:pt x="2175862" y="2870623"/>
                  </a:moveTo>
                  <a:lnTo>
                    <a:pt x="2224353" y="2832186"/>
                  </a:lnTo>
                  <a:lnTo>
                    <a:pt x="2119203" y="2799570"/>
                  </a:lnTo>
                  <a:close/>
                  <a:moveTo>
                    <a:pt x="1803871" y="2241371"/>
                  </a:moveTo>
                  <a:lnTo>
                    <a:pt x="1741863" y="2210329"/>
                  </a:lnTo>
                  <a:lnTo>
                    <a:pt x="1812499" y="2256680"/>
                  </a:lnTo>
                  <a:close/>
                  <a:moveTo>
                    <a:pt x="1812499" y="2256680"/>
                  </a:moveTo>
                  <a:lnTo>
                    <a:pt x="1741863" y="2210329"/>
                  </a:lnTo>
                  <a:lnTo>
                    <a:pt x="1740361" y="2212902"/>
                  </a:lnTo>
                  <a:close/>
                  <a:moveTo>
                    <a:pt x="1812499" y="2256680"/>
                  </a:moveTo>
                  <a:lnTo>
                    <a:pt x="1740361" y="2212902"/>
                  </a:lnTo>
                  <a:lnTo>
                    <a:pt x="1786843" y="2295117"/>
                  </a:lnTo>
                  <a:close/>
                  <a:moveTo>
                    <a:pt x="1294244" y="1631222"/>
                  </a:moveTo>
                  <a:lnTo>
                    <a:pt x="1212941" y="1636727"/>
                  </a:lnTo>
                  <a:lnTo>
                    <a:pt x="1212630" y="1639305"/>
                  </a:lnTo>
                  <a:close/>
                  <a:moveTo>
                    <a:pt x="2336887" y="2830283"/>
                  </a:moveTo>
                  <a:lnTo>
                    <a:pt x="2283522" y="2813076"/>
                  </a:lnTo>
                  <a:lnTo>
                    <a:pt x="2274837" y="2887602"/>
                  </a:lnTo>
                  <a:close/>
                  <a:moveTo>
                    <a:pt x="2283522" y="2813076"/>
                  </a:moveTo>
                  <a:lnTo>
                    <a:pt x="2336887" y="2830283"/>
                  </a:lnTo>
                  <a:lnTo>
                    <a:pt x="2329012" y="2736593"/>
                  </a:lnTo>
                  <a:close/>
                  <a:moveTo>
                    <a:pt x="2283522" y="2813076"/>
                  </a:moveTo>
                  <a:lnTo>
                    <a:pt x="2329012" y="2736593"/>
                  </a:lnTo>
                  <a:lnTo>
                    <a:pt x="2265308" y="2727792"/>
                  </a:lnTo>
                  <a:close/>
                  <a:moveTo>
                    <a:pt x="1992519" y="2327919"/>
                  </a:moveTo>
                  <a:lnTo>
                    <a:pt x="1964562" y="2338896"/>
                  </a:lnTo>
                  <a:lnTo>
                    <a:pt x="1983921" y="2357229"/>
                  </a:lnTo>
                  <a:close/>
                  <a:moveTo>
                    <a:pt x="1992519" y="2327919"/>
                  </a:moveTo>
                  <a:lnTo>
                    <a:pt x="1983921" y="2357229"/>
                  </a:lnTo>
                  <a:lnTo>
                    <a:pt x="2029065" y="2338896"/>
                  </a:lnTo>
                  <a:close/>
                  <a:moveTo>
                    <a:pt x="1728685" y="2160451"/>
                  </a:moveTo>
                  <a:lnTo>
                    <a:pt x="1818720" y="2081683"/>
                  </a:lnTo>
                  <a:lnTo>
                    <a:pt x="1787329" y="2073274"/>
                  </a:lnTo>
                  <a:close/>
                  <a:moveTo>
                    <a:pt x="1641004" y="1889384"/>
                  </a:moveTo>
                  <a:lnTo>
                    <a:pt x="1655315" y="1964598"/>
                  </a:lnTo>
                  <a:lnTo>
                    <a:pt x="1701249" y="1921139"/>
                  </a:lnTo>
                  <a:close/>
                  <a:moveTo>
                    <a:pt x="1655315" y="1964598"/>
                  </a:moveTo>
                  <a:lnTo>
                    <a:pt x="1736245" y="1988526"/>
                  </a:lnTo>
                  <a:lnTo>
                    <a:pt x="1779704" y="1935811"/>
                  </a:lnTo>
                  <a:close/>
                  <a:moveTo>
                    <a:pt x="1952963" y="2099301"/>
                  </a:moveTo>
                  <a:lnTo>
                    <a:pt x="1990280" y="2129554"/>
                  </a:lnTo>
                  <a:lnTo>
                    <a:pt x="1978945" y="2123425"/>
                  </a:lnTo>
                  <a:close/>
                  <a:moveTo>
                    <a:pt x="1990280" y="2129554"/>
                  </a:moveTo>
                  <a:lnTo>
                    <a:pt x="1952963" y="2099301"/>
                  </a:lnTo>
                  <a:lnTo>
                    <a:pt x="2049641" y="2172543"/>
                  </a:lnTo>
                  <a:close/>
                  <a:moveTo>
                    <a:pt x="1990280" y="2129554"/>
                  </a:moveTo>
                  <a:lnTo>
                    <a:pt x="2002664" y="2136029"/>
                  </a:lnTo>
                  <a:lnTo>
                    <a:pt x="1978945" y="2123425"/>
                  </a:lnTo>
                  <a:close/>
                  <a:moveTo>
                    <a:pt x="1538613" y="1161324"/>
                  </a:moveTo>
                  <a:lnTo>
                    <a:pt x="1595883" y="1237005"/>
                  </a:lnTo>
                  <a:lnTo>
                    <a:pt x="1535254" y="1156100"/>
                  </a:lnTo>
                  <a:close/>
                  <a:moveTo>
                    <a:pt x="1295119" y="990360"/>
                  </a:moveTo>
                  <a:lnTo>
                    <a:pt x="1310245" y="908145"/>
                  </a:lnTo>
                  <a:lnTo>
                    <a:pt x="1302797" y="923623"/>
                  </a:lnTo>
                  <a:close/>
                  <a:moveTo>
                    <a:pt x="1190747" y="825929"/>
                  </a:moveTo>
                  <a:lnTo>
                    <a:pt x="1197305" y="848702"/>
                  </a:lnTo>
                  <a:lnTo>
                    <a:pt x="1230463" y="845174"/>
                  </a:lnTo>
                  <a:close/>
                  <a:moveTo>
                    <a:pt x="1190747" y="825929"/>
                  </a:moveTo>
                  <a:lnTo>
                    <a:pt x="1186606" y="757307"/>
                  </a:lnTo>
                  <a:lnTo>
                    <a:pt x="1197305" y="848702"/>
                  </a:lnTo>
                  <a:close/>
                  <a:moveTo>
                    <a:pt x="1538613" y="1161324"/>
                  </a:moveTo>
                  <a:lnTo>
                    <a:pt x="1605676" y="1198568"/>
                  </a:lnTo>
                  <a:lnTo>
                    <a:pt x="1605353" y="1199203"/>
                  </a:lnTo>
                  <a:close/>
                  <a:moveTo>
                    <a:pt x="1310245" y="908145"/>
                  </a:moveTo>
                  <a:lnTo>
                    <a:pt x="1297725" y="869708"/>
                  </a:lnTo>
                  <a:lnTo>
                    <a:pt x="1230463" y="845174"/>
                  </a:lnTo>
                  <a:close/>
                  <a:moveTo>
                    <a:pt x="1577404" y="875951"/>
                  </a:moveTo>
                  <a:lnTo>
                    <a:pt x="1513626" y="831271"/>
                  </a:lnTo>
                  <a:lnTo>
                    <a:pt x="1582977" y="917118"/>
                  </a:lnTo>
                  <a:close/>
                  <a:moveTo>
                    <a:pt x="1513626" y="831271"/>
                  </a:moveTo>
                  <a:lnTo>
                    <a:pt x="1577404" y="875951"/>
                  </a:lnTo>
                  <a:lnTo>
                    <a:pt x="1572410" y="825616"/>
                  </a:lnTo>
                  <a:close/>
                  <a:moveTo>
                    <a:pt x="1600111" y="745646"/>
                  </a:moveTo>
                  <a:lnTo>
                    <a:pt x="1513626" y="831271"/>
                  </a:lnTo>
                  <a:lnTo>
                    <a:pt x="1572410" y="825616"/>
                  </a:lnTo>
                  <a:close/>
                  <a:moveTo>
                    <a:pt x="1252600" y="403380"/>
                  </a:moveTo>
                  <a:lnTo>
                    <a:pt x="1240132" y="502411"/>
                  </a:lnTo>
                  <a:lnTo>
                    <a:pt x="1266450" y="492211"/>
                  </a:lnTo>
                  <a:close/>
                  <a:moveTo>
                    <a:pt x="1294205" y="96677"/>
                  </a:moveTo>
                  <a:lnTo>
                    <a:pt x="1272131" y="140153"/>
                  </a:lnTo>
                  <a:lnTo>
                    <a:pt x="1316463" y="111774"/>
                  </a:lnTo>
                  <a:close/>
                  <a:moveTo>
                    <a:pt x="1316463" y="111774"/>
                  </a:moveTo>
                  <a:lnTo>
                    <a:pt x="1272131" y="140153"/>
                  </a:lnTo>
                  <a:lnTo>
                    <a:pt x="1272579" y="186952"/>
                  </a:lnTo>
                  <a:close/>
                  <a:moveTo>
                    <a:pt x="1246413" y="8040"/>
                  </a:moveTo>
                  <a:lnTo>
                    <a:pt x="1294205" y="96677"/>
                  </a:lnTo>
                  <a:lnTo>
                    <a:pt x="1250078" y="14463"/>
                  </a:lnTo>
                  <a:close/>
                  <a:moveTo>
                    <a:pt x="1246413" y="8040"/>
                  </a:moveTo>
                  <a:lnTo>
                    <a:pt x="1291349" y="71600"/>
                  </a:lnTo>
                  <a:lnTo>
                    <a:pt x="1294205" y="96677"/>
                  </a:lnTo>
                  <a:close/>
                  <a:moveTo>
                    <a:pt x="1246413" y="8040"/>
                  </a:moveTo>
                  <a:lnTo>
                    <a:pt x="1250078" y="14463"/>
                  </a:lnTo>
                  <a:lnTo>
                    <a:pt x="123464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73" name="Candidate_density__2072">
              <a:extLst>
                <a:ext uri="{FF2B5EF4-FFF2-40B4-BE49-F238E27FC236}">
                  <a16:creationId xmlns:a16="http://schemas.microsoft.com/office/drawing/2014/main" id="{5ABA7346-ABD3-FE4C-1FB0-6F3A3992C2D2}"/>
                </a:ext>
              </a:extLst>
            </p:cNvPr>
            <p:cNvSpPr>
              <a:spLocks noGrp="1"/>
            </p:cNvSpPr>
            <p:nvPr/>
          </p:nvSpPr>
          <p:spPr>
            <a:xfrm>
              <a:off x="4388839" y="1506782"/>
              <a:ext cx="1611866" cy="3449771"/>
            </a:xfrm>
            <a:custGeom>
              <a:avLst/>
              <a:gdLst/>
              <a:ahLst/>
              <a:cxnLst/>
              <a:rect l="0" t="0" r="0" b="0"/>
              <a:pathLst>
                <a:path w="1611866" h="3449771">
                  <a:moveTo>
                    <a:pt x="112237" y="3333444"/>
                  </a:moveTo>
                  <a:lnTo>
                    <a:pt x="210132" y="3377223"/>
                  </a:lnTo>
                  <a:lnTo>
                    <a:pt x="152857" y="3295008"/>
                  </a:lnTo>
                  <a:close/>
                  <a:moveTo>
                    <a:pt x="279927" y="3338787"/>
                  </a:moveTo>
                  <a:lnTo>
                    <a:pt x="210132" y="3377223"/>
                  </a:lnTo>
                  <a:lnTo>
                    <a:pt x="263633" y="3449771"/>
                  </a:lnTo>
                  <a:close/>
                  <a:moveTo>
                    <a:pt x="449904" y="3097484"/>
                  </a:moveTo>
                  <a:lnTo>
                    <a:pt x="481622" y="3061875"/>
                  </a:lnTo>
                  <a:lnTo>
                    <a:pt x="387656" y="3121027"/>
                  </a:lnTo>
                  <a:close/>
                  <a:moveTo>
                    <a:pt x="387656" y="3121027"/>
                  </a:moveTo>
                  <a:lnTo>
                    <a:pt x="481622" y="3061875"/>
                  </a:lnTo>
                  <a:lnTo>
                    <a:pt x="441014" y="3038148"/>
                  </a:lnTo>
                  <a:close/>
                  <a:moveTo>
                    <a:pt x="425535" y="2850548"/>
                  </a:moveTo>
                  <a:lnTo>
                    <a:pt x="417764" y="2886575"/>
                  </a:lnTo>
                  <a:lnTo>
                    <a:pt x="427079" y="2812402"/>
                  </a:lnTo>
                  <a:close/>
                  <a:moveTo>
                    <a:pt x="415919" y="2897866"/>
                  </a:moveTo>
                  <a:lnTo>
                    <a:pt x="417764" y="2886575"/>
                  </a:lnTo>
                  <a:lnTo>
                    <a:pt x="425535" y="2850548"/>
                  </a:lnTo>
                  <a:close/>
                  <a:moveTo>
                    <a:pt x="462824" y="2776389"/>
                  </a:moveTo>
                  <a:lnTo>
                    <a:pt x="425535" y="2850548"/>
                  </a:lnTo>
                  <a:lnTo>
                    <a:pt x="427079" y="2812402"/>
                  </a:lnTo>
                  <a:close/>
                  <a:moveTo>
                    <a:pt x="582987" y="2731795"/>
                  </a:moveTo>
                  <a:lnTo>
                    <a:pt x="534507" y="2765741"/>
                  </a:lnTo>
                  <a:lnTo>
                    <a:pt x="462824" y="2776389"/>
                  </a:lnTo>
                  <a:close/>
                  <a:moveTo>
                    <a:pt x="582987" y="2731795"/>
                  </a:moveTo>
                  <a:lnTo>
                    <a:pt x="462824" y="2776389"/>
                  </a:lnTo>
                  <a:lnTo>
                    <a:pt x="517500" y="2765611"/>
                  </a:lnTo>
                  <a:close/>
                  <a:moveTo>
                    <a:pt x="140870" y="2408632"/>
                  </a:moveTo>
                  <a:lnTo>
                    <a:pt x="194033" y="2392194"/>
                  </a:lnTo>
                  <a:lnTo>
                    <a:pt x="152876" y="2401326"/>
                  </a:lnTo>
                  <a:close/>
                  <a:moveTo>
                    <a:pt x="194033" y="2392194"/>
                  </a:moveTo>
                  <a:lnTo>
                    <a:pt x="214320" y="2362890"/>
                  </a:lnTo>
                  <a:lnTo>
                    <a:pt x="152876" y="2401326"/>
                  </a:lnTo>
                  <a:close/>
                  <a:moveTo>
                    <a:pt x="123257" y="2313966"/>
                  </a:moveTo>
                  <a:lnTo>
                    <a:pt x="128784" y="2363444"/>
                  </a:lnTo>
                  <a:lnTo>
                    <a:pt x="189463" y="2280675"/>
                  </a:lnTo>
                  <a:close/>
                  <a:moveTo>
                    <a:pt x="189463" y="2280675"/>
                  </a:moveTo>
                  <a:lnTo>
                    <a:pt x="128784" y="2363444"/>
                  </a:lnTo>
                  <a:lnTo>
                    <a:pt x="152876" y="2401326"/>
                  </a:lnTo>
                  <a:close/>
                  <a:moveTo>
                    <a:pt x="189463" y="2280675"/>
                  </a:moveTo>
                  <a:lnTo>
                    <a:pt x="152876" y="2401326"/>
                  </a:lnTo>
                  <a:lnTo>
                    <a:pt x="214320" y="2362890"/>
                  </a:lnTo>
                  <a:close/>
                  <a:moveTo>
                    <a:pt x="524349" y="2770214"/>
                  </a:moveTo>
                  <a:lnTo>
                    <a:pt x="621605" y="2751739"/>
                  </a:lnTo>
                  <a:lnTo>
                    <a:pt x="582987" y="2731795"/>
                  </a:lnTo>
                  <a:close/>
                  <a:moveTo>
                    <a:pt x="241550" y="2160023"/>
                  </a:moveTo>
                  <a:lnTo>
                    <a:pt x="150172" y="2228204"/>
                  </a:lnTo>
                  <a:lnTo>
                    <a:pt x="189463" y="2280675"/>
                  </a:lnTo>
                  <a:close/>
                  <a:moveTo>
                    <a:pt x="241550" y="2160023"/>
                  </a:moveTo>
                  <a:lnTo>
                    <a:pt x="255303" y="2127413"/>
                  </a:lnTo>
                  <a:lnTo>
                    <a:pt x="162651" y="2181846"/>
                  </a:lnTo>
                  <a:close/>
                  <a:moveTo>
                    <a:pt x="162651" y="2181846"/>
                  </a:moveTo>
                  <a:lnTo>
                    <a:pt x="255303" y="2127413"/>
                  </a:lnTo>
                  <a:lnTo>
                    <a:pt x="222801" y="2093446"/>
                  </a:lnTo>
                  <a:close/>
                  <a:moveTo>
                    <a:pt x="610047" y="2402563"/>
                  </a:moveTo>
                  <a:lnTo>
                    <a:pt x="546542" y="2406669"/>
                  </a:lnTo>
                  <a:lnTo>
                    <a:pt x="490993" y="2451303"/>
                  </a:lnTo>
                  <a:close/>
                  <a:moveTo>
                    <a:pt x="312315" y="2121587"/>
                  </a:moveTo>
                  <a:lnTo>
                    <a:pt x="274261" y="2051610"/>
                  </a:lnTo>
                  <a:lnTo>
                    <a:pt x="260381" y="2077808"/>
                  </a:lnTo>
                  <a:close/>
                  <a:moveTo>
                    <a:pt x="247585" y="1995593"/>
                  </a:moveTo>
                  <a:lnTo>
                    <a:pt x="260381" y="2077808"/>
                  </a:lnTo>
                  <a:lnTo>
                    <a:pt x="256093" y="1966287"/>
                  </a:lnTo>
                  <a:close/>
                  <a:moveTo>
                    <a:pt x="260381" y="2077808"/>
                  </a:moveTo>
                  <a:lnTo>
                    <a:pt x="274261" y="2051610"/>
                  </a:lnTo>
                  <a:lnTo>
                    <a:pt x="256093" y="1966287"/>
                  </a:lnTo>
                  <a:close/>
                  <a:moveTo>
                    <a:pt x="610047" y="2402563"/>
                  </a:moveTo>
                  <a:lnTo>
                    <a:pt x="655948" y="2423542"/>
                  </a:lnTo>
                  <a:lnTo>
                    <a:pt x="634385" y="2368232"/>
                  </a:lnTo>
                  <a:close/>
                  <a:moveTo>
                    <a:pt x="634385" y="2368232"/>
                  </a:moveTo>
                  <a:lnTo>
                    <a:pt x="716106" y="2412011"/>
                  </a:lnTo>
                  <a:lnTo>
                    <a:pt x="710774" y="2329795"/>
                  </a:lnTo>
                  <a:close/>
                  <a:moveTo>
                    <a:pt x="675673" y="2247581"/>
                  </a:moveTo>
                  <a:lnTo>
                    <a:pt x="653755" y="2285733"/>
                  </a:lnTo>
                  <a:lnTo>
                    <a:pt x="634385" y="2368232"/>
                  </a:lnTo>
                  <a:close/>
                  <a:moveTo>
                    <a:pt x="710774" y="2329795"/>
                  </a:moveTo>
                  <a:lnTo>
                    <a:pt x="675673" y="2247581"/>
                  </a:lnTo>
                  <a:lnTo>
                    <a:pt x="634385" y="2368232"/>
                  </a:lnTo>
                  <a:close/>
                  <a:moveTo>
                    <a:pt x="654396" y="2286017"/>
                  </a:moveTo>
                  <a:lnTo>
                    <a:pt x="688607" y="2202431"/>
                  </a:lnTo>
                  <a:lnTo>
                    <a:pt x="705723" y="2165365"/>
                  </a:lnTo>
                  <a:close/>
                  <a:moveTo>
                    <a:pt x="688607" y="2202431"/>
                  </a:moveTo>
                  <a:lnTo>
                    <a:pt x="653755" y="2285733"/>
                  </a:lnTo>
                  <a:lnTo>
                    <a:pt x="675673" y="2247581"/>
                  </a:lnTo>
                  <a:close/>
                  <a:moveTo>
                    <a:pt x="688607" y="2202431"/>
                  </a:moveTo>
                  <a:lnTo>
                    <a:pt x="726591" y="2129242"/>
                  </a:lnTo>
                  <a:lnTo>
                    <a:pt x="705723" y="2165365"/>
                  </a:lnTo>
                  <a:close/>
                  <a:moveTo>
                    <a:pt x="726591" y="2129242"/>
                  </a:moveTo>
                  <a:lnTo>
                    <a:pt x="728077" y="2126929"/>
                  </a:lnTo>
                  <a:lnTo>
                    <a:pt x="705723" y="2165365"/>
                  </a:lnTo>
                  <a:close/>
                  <a:moveTo>
                    <a:pt x="241297" y="1644641"/>
                  </a:moveTo>
                  <a:lnTo>
                    <a:pt x="190179" y="1672075"/>
                  </a:lnTo>
                  <a:lnTo>
                    <a:pt x="287525" y="1640458"/>
                  </a:lnTo>
                  <a:close/>
                  <a:moveTo>
                    <a:pt x="1166489" y="2444115"/>
                  </a:moveTo>
                  <a:lnTo>
                    <a:pt x="1194812" y="2417353"/>
                  </a:lnTo>
                  <a:lnTo>
                    <a:pt x="1164184" y="2455789"/>
                  </a:lnTo>
                  <a:close/>
                  <a:moveTo>
                    <a:pt x="601914" y="1866917"/>
                  </a:moveTo>
                  <a:lnTo>
                    <a:pt x="641760" y="1812072"/>
                  </a:lnTo>
                  <a:lnTo>
                    <a:pt x="597007" y="1880283"/>
                  </a:lnTo>
                  <a:close/>
                  <a:moveTo>
                    <a:pt x="460924" y="1520579"/>
                  </a:moveTo>
                  <a:lnTo>
                    <a:pt x="406636" y="1553754"/>
                  </a:lnTo>
                  <a:lnTo>
                    <a:pt x="403304" y="1606923"/>
                  </a:lnTo>
                  <a:close/>
                  <a:moveTo>
                    <a:pt x="403304" y="1606923"/>
                  </a:moveTo>
                  <a:lnTo>
                    <a:pt x="439468" y="1595201"/>
                  </a:lnTo>
                  <a:lnTo>
                    <a:pt x="460924" y="1520579"/>
                  </a:lnTo>
                  <a:close/>
                  <a:moveTo>
                    <a:pt x="387900" y="1483703"/>
                  </a:moveTo>
                  <a:lnTo>
                    <a:pt x="340325" y="1521029"/>
                  </a:lnTo>
                  <a:lnTo>
                    <a:pt x="314519" y="1551423"/>
                  </a:lnTo>
                  <a:close/>
                  <a:moveTo>
                    <a:pt x="1214197" y="2407286"/>
                  </a:moveTo>
                  <a:lnTo>
                    <a:pt x="1194812" y="2417353"/>
                  </a:lnTo>
                  <a:lnTo>
                    <a:pt x="1166489" y="2444115"/>
                  </a:lnTo>
                  <a:close/>
                  <a:moveTo>
                    <a:pt x="1260966" y="2395317"/>
                  </a:moveTo>
                  <a:lnTo>
                    <a:pt x="1368795" y="2427985"/>
                  </a:lnTo>
                  <a:lnTo>
                    <a:pt x="1305908" y="2378916"/>
                  </a:lnTo>
                  <a:close/>
                  <a:moveTo>
                    <a:pt x="517966" y="1574296"/>
                  </a:moveTo>
                  <a:lnTo>
                    <a:pt x="472542" y="1521506"/>
                  </a:lnTo>
                  <a:lnTo>
                    <a:pt x="439468" y="1595201"/>
                  </a:lnTo>
                  <a:close/>
                  <a:moveTo>
                    <a:pt x="1505435" y="2422695"/>
                  </a:moveTo>
                  <a:lnTo>
                    <a:pt x="1486260" y="2373309"/>
                  </a:lnTo>
                  <a:lnTo>
                    <a:pt x="1448062" y="2445695"/>
                  </a:lnTo>
                  <a:close/>
                  <a:moveTo>
                    <a:pt x="1340639" y="2258265"/>
                  </a:moveTo>
                  <a:lnTo>
                    <a:pt x="1305908" y="2378916"/>
                  </a:lnTo>
                  <a:lnTo>
                    <a:pt x="1395716" y="2313436"/>
                  </a:lnTo>
                  <a:close/>
                  <a:moveTo>
                    <a:pt x="1395716" y="2313436"/>
                  </a:moveTo>
                  <a:lnTo>
                    <a:pt x="1305908" y="2378916"/>
                  </a:lnTo>
                  <a:lnTo>
                    <a:pt x="1395159" y="2346813"/>
                  </a:lnTo>
                  <a:close/>
                  <a:moveTo>
                    <a:pt x="1486260" y="2373309"/>
                  </a:moveTo>
                  <a:lnTo>
                    <a:pt x="1463420" y="2340480"/>
                  </a:lnTo>
                  <a:lnTo>
                    <a:pt x="1368795" y="2427985"/>
                  </a:lnTo>
                  <a:close/>
                  <a:moveTo>
                    <a:pt x="1463420" y="2340480"/>
                  </a:moveTo>
                  <a:lnTo>
                    <a:pt x="1474616" y="2329774"/>
                  </a:lnTo>
                  <a:lnTo>
                    <a:pt x="1445177" y="2266649"/>
                  </a:lnTo>
                  <a:close/>
                  <a:moveTo>
                    <a:pt x="1395159" y="2346813"/>
                  </a:moveTo>
                  <a:lnTo>
                    <a:pt x="1463420" y="2340480"/>
                  </a:lnTo>
                  <a:lnTo>
                    <a:pt x="1445177" y="2266649"/>
                  </a:lnTo>
                  <a:close/>
                  <a:moveTo>
                    <a:pt x="1286470" y="2214486"/>
                  </a:moveTo>
                  <a:lnTo>
                    <a:pt x="1340639" y="2258265"/>
                  </a:lnTo>
                  <a:lnTo>
                    <a:pt x="1346218" y="2176049"/>
                  </a:lnTo>
                  <a:close/>
                  <a:moveTo>
                    <a:pt x="1445177" y="2266649"/>
                  </a:moveTo>
                  <a:lnTo>
                    <a:pt x="1474616" y="2329774"/>
                  </a:lnTo>
                  <a:lnTo>
                    <a:pt x="1487703" y="2258265"/>
                  </a:lnTo>
                  <a:close/>
                  <a:moveTo>
                    <a:pt x="1355371" y="2162593"/>
                  </a:moveTo>
                  <a:lnTo>
                    <a:pt x="1286470" y="2214486"/>
                  </a:lnTo>
                  <a:lnTo>
                    <a:pt x="1346218" y="2176049"/>
                  </a:lnTo>
                  <a:close/>
                  <a:moveTo>
                    <a:pt x="52607" y="635667"/>
                  </a:moveTo>
                  <a:lnTo>
                    <a:pt x="10021" y="734615"/>
                  </a:lnTo>
                  <a:lnTo>
                    <a:pt x="0" y="696178"/>
                  </a:lnTo>
                  <a:close/>
                  <a:moveTo>
                    <a:pt x="52607" y="635667"/>
                  </a:moveTo>
                  <a:lnTo>
                    <a:pt x="17835" y="720863"/>
                  </a:lnTo>
                  <a:lnTo>
                    <a:pt x="10021" y="734615"/>
                  </a:lnTo>
                  <a:close/>
                  <a:moveTo>
                    <a:pt x="52607" y="635667"/>
                  </a:moveTo>
                  <a:lnTo>
                    <a:pt x="68618" y="613962"/>
                  </a:lnTo>
                  <a:lnTo>
                    <a:pt x="65515" y="652399"/>
                  </a:lnTo>
                  <a:close/>
                  <a:moveTo>
                    <a:pt x="1505435" y="2422695"/>
                  </a:moveTo>
                  <a:lnTo>
                    <a:pt x="1611866" y="2349069"/>
                  </a:lnTo>
                  <a:lnTo>
                    <a:pt x="1480503" y="2338022"/>
                  </a:lnTo>
                  <a:close/>
                  <a:moveTo>
                    <a:pt x="1480503" y="2338022"/>
                  </a:moveTo>
                  <a:lnTo>
                    <a:pt x="1611866" y="2349069"/>
                  </a:lnTo>
                  <a:lnTo>
                    <a:pt x="1584899" y="2313742"/>
                  </a:lnTo>
                  <a:close/>
                  <a:moveTo>
                    <a:pt x="1480503" y="2338022"/>
                  </a:moveTo>
                  <a:lnTo>
                    <a:pt x="1565083" y="2229760"/>
                  </a:lnTo>
                  <a:lnTo>
                    <a:pt x="1474616" y="2329774"/>
                  </a:lnTo>
                  <a:close/>
                  <a:moveTo>
                    <a:pt x="1426482" y="2213261"/>
                  </a:moveTo>
                  <a:lnTo>
                    <a:pt x="1424533" y="2222841"/>
                  </a:lnTo>
                  <a:lnTo>
                    <a:pt x="1443179" y="2212239"/>
                  </a:lnTo>
                  <a:close/>
                  <a:moveTo>
                    <a:pt x="1462222" y="2068233"/>
                  </a:moveTo>
                  <a:lnTo>
                    <a:pt x="1355371" y="2162593"/>
                  </a:lnTo>
                  <a:lnTo>
                    <a:pt x="1396803" y="2102297"/>
                  </a:lnTo>
                  <a:close/>
                  <a:moveTo>
                    <a:pt x="679151" y="1353899"/>
                  </a:moveTo>
                  <a:lnTo>
                    <a:pt x="696220" y="1350379"/>
                  </a:lnTo>
                  <a:lnTo>
                    <a:pt x="660113" y="1271684"/>
                  </a:lnTo>
                  <a:close/>
                  <a:moveTo>
                    <a:pt x="696220" y="1350379"/>
                  </a:moveTo>
                  <a:lnTo>
                    <a:pt x="812179" y="1316699"/>
                  </a:lnTo>
                  <a:lnTo>
                    <a:pt x="772964" y="1248488"/>
                  </a:lnTo>
                  <a:close/>
                  <a:moveTo>
                    <a:pt x="696220" y="1350379"/>
                  </a:moveTo>
                  <a:lnTo>
                    <a:pt x="772964" y="1248488"/>
                  </a:lnTo>
                  <a:lnTo>
                    <a:pt x="678923" y="1264350"/>
                  </a:lnTo>
                  <a:close/>
                  <a:moveTo>
                    <a:pt x="112479" y="580863"/>
                  </a:moveTo>
                  <a:lnTo>
                    <a:pt x="68618" y="613962"/>
                  </a:lnTo>
                  <a:lnTo>
                    <a:pt x="154447" y="587041"/>
                  </a:lnTo>
                  <a:close/>
                  <a:moveTo>
                    <a:pt x="1396803" y="2102297"/>
                  </a:moveTo>
                  <a:lnTo>
                    <a:pt x="1438846" y="2111112"/>
                  </a:lnTo>
                  <a:lnTo>
                    <a:pt x="1462222" y="2068233"/>
                  </a:lnTo>
                  <a:close/>
                  <a:moveTo>
                    <a:pt x="1462222" y="2068233"/>
                  </a:moveTo>
                  <a:lnTo>
                    <a:pt x="1438846" y="2111112"/>
                  </a:lnTo>
                  <a:lnTo>
                    <a:pt x="1501876" y="2016962"/>
                  </a:lnTo>
                  <a:close/>
                  <a:moveTo>
                    <a:pt x="1502609" y="2004033"/>
                  </a:moveTo>
                  <a:lnTo>
                    <a:pt x="1496737" y="2024547"/>
                  </a:lnTo>
                  <a:lnTo>
                    <a:pt x="1501876" y="2016962"/>
                  </a:lnTo>
                  <a:close/>
                  <a:moveTo>
                    <a:pt x="1568446" y="1971525"/>
                  </a:moveTo>
                  <a:lnTo>
                    <a:pt x="1527774" y="1934746"/>
                  </a:lnTo>
                  <a:lnTo>
                    <a:pt x="1525640" y="2026684"/>
                  </a:lnTo>
                  <a:close/>
                  <a:moveTo>
                    <a:pt x="1502609" y="2004033"/>
                  </a:moveTo>
                  <a:lnTo>
                    <a:pt x="1519208" y="2016962"/>
                  </a:lnTo>
                  <a:lnTo>
                    <a:pt x="1496737" y="2024547"/>
                  </a:lnTo>
                  <a:close/>
                  <a:moveTo>
                    <a:pt x="355682" y="502437"/>
                  </a:moveTo>
                  <a:lnTo>
                    <a:pt x="303494" y="522514"/>
                  </a:lnTo>
                  <a:lnTo>
                    <a:pt x="233755" y="540430"/>
                  </a:lnTo>
                  <a:close/>
                  <a:moveTo>
                    <a:pt x="355682" y="502437"/>
                  </a:moveTo>
                  <a:lnTo>
                    <a:pt x="233755" y="540430"/>
                  </a:lnTo>
                  <a:lnTo>
                    <a:pt x="286711" y="523224"/>
                  </a:lnTo>
                  <a:close/>
                  <a:moveTo>
                    <a:pt x="729119" y="923264"/>
                  </a:moveTo>
                  <a:lnTo>
                    <a:pt x="735326" y="909729"/>
                  </a:lnTo>
                  <a:lnTo>
                    <a:pt x="690449" y="918104"/>
                  </a:lnTo>
                  <a:close/>
                  <a:moveTo>
                    <a:pt x="1113486" y="1353611"/>
                  </a:moveTo>
                  <a:lnTo>
                    <a:pt x="1097338" y="1388216"/>
                  </a:lnTo>
                  <a:lnTo>
                    <a:pt x="1112718" y="1320805"/>
                  </a:lnTo>
                  <a:close/>
                  <a:moveTo>
                    <a:pt x="1135199" y="1251115"/>
                  </a:moveTo>
                  <a:lnTo>
                    <a:pt x="1113486" y="1353611"/>
                  </a:lnTo>
                  <a:lnTo>
                    <a:pt x="1112718" y="1320805"/>
                  </a:lnTo>
                  <a:close/>
                  <a:moveTo>
                    <a:pt x="1213890" y="1232483"/>
                  </a:moveTo>
                  <a:lnTo>
                    <a:pt x="1179440" y="1238590"/>
                  </a:lnTo>
                  <a:lnTo>
                    <a:pt x="1267623" y="1252370"/>
                  </a:lnTo>
                  <a:close/>
                  <a:moveTo>
                    <a:pt x="1179440" y="1238590"/>
                  </a:moveTo>
                  <a:lnTo>
                    <a:pt x="1135199" y="1251115"/>
                  </a:lnTo>
                  <a:lnTo>
                    <a:pt x="1267623" y="1252370"/>
                  </a:lnTo>
                  <a:close/>
                  <a:moveTo>
                    <a:pt x="1213890" y="1232483"/>
                  </a:moveTo>
                  <a:lnTo>
                    <a:pt x="1267623" y="1252370"/>
                  </a:lnTo>
                  <a:lnTo>
                    <a:pt x="1311640" y="1200153"/>
                  </a:lnTo>
                  <a:close/>
                  <a:moveTo>
                    <a:pt x="1448385" y="1163027"/>
                  </a:moveTo>
                  <a:lnTo>
                    <a:pt x="1348239" y="1183852"/>
                  </a:lnTo>
                  <a:lnTo>
                    <a:pt x="1451745" y="1168251"/>
                  </a:lnTo>
                  <a:close/>
                  <a:moveTo>
                    <a:pt x="1348239" y="1183852"/>
                  </a:moveTo>
                  <a:lnTo>
                    <a:pt x="1378824" y="1174266"/>
                  </a:lnTo>
                  <a:lnTo>
                    <a:pt x="1451745" y="1168251"/>
                  </a:lnTo>
                  <a:close/>
                  <a:moveTo>
                    <a:pt x="1378824" y="1174266"/>
                  </a:moveTo>
                  <a:lnTo>
                    <a:pt x="1434203" y="1166121"/>
                  </a:lnTo>
                  <a:lnTo>
                    <a:pt x="1451745" y="1168251"/>
                  </a:lnTo>
                  <a:close/>
                  <a:moveTo>
                    <a:pt x="940635" y="220178"/>
                  </a:moveTo>
                  <a:lnTo>
                    <a:pt x="982465" y="161375"/>
                  </a:lnTo>
                  <a:lnTo>
                    <a:pt x="945854" y="180477"/>
                  </a:lnTo>
                  <a:close/>
                  <a:moveTo>
                    <a:pt x="979690" y="142041"/>
                  </a:moveTo>
                  <a:lnTo>
                    <a:pt x="999330" y="59826"/>
                  </a:lnTo>
                  <a:lnTo>
                    <a:pt x="945854" y="180477"/>
                  </a:lnTo>
                  <a:close/>
                  <a:moveTo>
                    <a:pt x="1071393" y="0"/>
                  </a:moveTo>
                  <a:lnTo>
                    <a:pt x="1021696" y="29394"/>
                  </a:lnTo>
                  <a:lnTo>
                    <a:pt x="999330" y="5982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74" name="Candidate_density__2073">
              <a:extLst>
                <a:ext uri="{FF2B5EF4-FFF2-40B4-BE49-F238E27FC236}">
                  <a16:creationId xmlns:a16="http://schemas.microsoft.com/office/drawing/2014/main" id="{CC692F8B-7EBF-9932-87CF-95A048D9A85F}"/>
                </a:ext>
              </a:extLst>
            </p:cNvPr>
            <p:cNvSpPr>
              <a:spLocks noGrp="1"/>
            </p:cNvSpPr>
            <p:nvPr/>
          </p:nvSpPr>
          <p:spPr>
            <a:xfrm>
              <a:off x="4353353" y="1895468"/>
              <a:ext cx="2312144" cy="3399612"/>
            </a:xfrm>
            <a:custGeom>
              <a:avLst/>
              <a:gdLst/>
              <a:ahLst/>
              <a:cxnLst/>
              <a:rect l="0" t="0" r="0" b="0"/>
              <a:pathLst>
                <a:path w="2312144" h="3399612">
                  <a:moveTo>
                    <a:pt x="308632" y="3033194"/>
                  </a:moveTo>
                  <a:lnTo>
                    <a:pt x="346274" y="3070752"/>
                  </a:lnTo>
                  <a:lnTo>
                    <a:pt x="299119" y="3061084"/>
                  </a:lnTo>
                  <a:close/>
                  <a:moveTo>
                    <a:pt x="670512" y="3399612"/>
                  </a:moveTo>
                  <a:lnTo>
                    <a:pt x="701007" y="3388864"/>
                  </a:lnTo>
                  <a:lnTo>
                    <a:pt x="602945" y="3361062"/>
                  </a:lnTo>
                  <a:close/>
                  <a:moveTo>
                    <a:pt x="523257" y="3341783"/>
                  </a:moveTo>
                  <a:lnTo>
                    <a:pt x="602945" y="3361062"/>
                  </a:lnTo>
                  <a:lnTo>
                    <a:pt x="648727" y="3317034"/>
                  </a:lnTo>
                  <a:close/>
                  <a:moveTo>
                    <a:pt x="346274" y="3070752"/>
                  </a:moveTo>
                  <a:lnTo>
                    <a:pt x="404990" y="3047375"/>
                  </a:lnTo>
                  <a:lnTo>
                    <a:pt x="299119" y="3061084"/>
                  </a:lnTo>
                  <a:close/>
                  <a:moveTo>
                    <a:pt x="299119" y="3061084"/>
                  </a:moveTo>
                  <a:lnTo>
                    <a:pt x="404990" y="3047375"/>
                  </a:lnTo>
                  <a:lnTo>
                    <a:pt x="422980" y="3030319"/>
                  </a:lnTo>
                  <a:close/>
                  <a:moveTo>
                    <a:pt x="490718" y="3004923"/>
                  </a:moveTo>
                  <a:lnTo>
                    <a:pt x="467871" y="2982955"/>
                  </a:lnTo>
                  <a:lnTo>
                    <a:pt x="422980" y="3030319"/>
                  </a:lnTo>
                  <a:close/>
                  <a:moveTo>
                    <a:pt x="498651" y="2531362"/>
                  </a:moveTo>
                  <a:lnTo>
                    <a:pt x="566024" y="2577414"/>
                  </a:lnTo>
                  <a:lnTo>
                    <a:pt x="622669" y="2591222"/>
                  </a:lnTo>
                  <a:close/>
                  <a:moveTo>
                    <a:pt x="148599" y="1933526"/>
                  </a:moveTo>
                  <a:lnTo>
                    <a:pt x="99930" y="1930425"/>
                  </a:lnTo>
                  <a:lnTo>
                    <a:pt x="28282" y="1870657"/>
                  </a:lnTo>
                  <a:close/>
                  <a:moveTo>
                    <a:pt x="162674" y="1891989"/>
                  </a:moveTo>
                  <a:lnTo>
                    <a:pt x="80730" y="1928110"/>
                  </a:lnTo>
                  <a:lnTo>
                    <a:pt x="185658" y="1839518"/>
                  </a:lnTo>
                  <a:close/>
                  <a:moveTo>
                    <a:pt x="77211" y="1927912"/>
                  </a:moveTo>
                  <a:lnTo>
                    <a:pt x="99930" y="1930425"/>
                  </a:lnTo>
                  <a:lnTo>
                    <a:pt x="185658" y="1839518"/>
                  </a:lnTo>
                  <a:close/>
                  <a:moveTo>
                    <a:pt x="847308" y="2529778"/>
                  </a:moveTo>
                  <a:lnTo>
                    <a:pt x="750164" y="2556822"/>
                  </a:lnTo>
                  <a:lnTo>
                    <a:pt x="833846" y="2591039"/>
                  </a:lnTo>
                  <a:close/>
                  <a:moveTo>
                    <a:pt x="847308" y="2529778"/>
                  </a:moveTo>
                  <a:lnTo>
                    <a:pt x="750083" y="2548228"/>
                  </a:lnTo>
                  <a:lnTo>
                    <a:pt x="750164" y="2556822"/>
                  </a:lnTo>
                  <a:close/>
                  <a:moveTo>
                    <a:pt x="847308" y="2529778"/>
                  </a:moveTo>
                  <a:lnTo>
                    <a:pt x="833846" y="2591039"/>
                  </a:lnTo>
                  <a:lnTo>
                    <a:pt x="856422" y="2549709"/>
                  </a:lnTo>
                  <a:close/>
                  <a:moveTo>
                    <a:pt x="198138" y="1793160"/>
                  </a:moveTo>
                  <a:lnTo>
                    <a:pt x="173604" y="1713013"/>
                  </a:lnTo>
                  <a:lnTo>
                    <a:pt x="204628" y="1771337"/>
                  </a:lnTo>
                  <a:close/>
                  <a:moveTo>
                    <a:pt x="101472" y="1610971"/>
                  </a:moveTo>
                  <a:lnTo>
                    <a:pt x="170918" y="1689122"/>
                  </a:lnTo>
                  <a:lnTo>
                    <a:pt x="173604" y="1713013"/>
                  </a:lnTo>
                  <a:close/>
                  <a:moveTo>
                    <a:pt x="0" y="1645343"/>
                  </a:moveTo>
                  <a:lnTo>
                    <a:pt x="101472" y="1610971"/>
                  </a:lnTo>
                  <a:lnTo>
                    <a:pt x="105928" y="1604875"/>
                  </a:lnTo>
                  <a:close/>
                  <a:moveTo>
                    <a:pt x="101472" y="1610971"/>
                  </a:moveTo>
                  <a:lnTo>
                    <a:pt x="170518" y="1615430"/>
                  </a:lnTo>
                  <a:lnTo>
                    <a:pt x="105928" y="1604875"/>
                  </a:lnTo>
                  <a:close/>
                  <a:moveTo>
                    <a:pt x="170518" y="1615430"/>
                  </a:moveTo>
                  <a:lnTo>
                    <a:pt x="174861" y="1583948"/>
                  </a:lnTo>
                  <a:lnTo>
                    <a:pt x="105928" y="1604875"/>
                  </a:lnTo>
                  <a:close/>
                  <a:moveTo>
                    <a:pt x="174861" y="1583948"/>
                  </a:moveTo>
                  <a:lnTo>
                    <a:pt x="170518" y="1615430"/>
                  </a:lnTo>
                  <a:lnTo>
                    <a:pt x="203752" y="1524692"/>
                  </a:lnTo>
                  <a:close/>
                  <a:moveTo>
                    <a:pt x="785009" y="2041499"/>
                  </a:moveTo>
                  <a:lnTo>
                    <a:pt x="818971" y="2052354"/>
                  </a:lnTo>
                  <a:lnTo>
                    <a:pt x="802958" y="2023324"/>
                  </a:lnTo>
                  <a:close/>
                  <a:moveTo>
                    <a:pt x="1491253" y="2560394"/>
                  </a:moveTo>
                  <a:lnTo>
                    <a:pt x="1459357" y="2612168"/>
                  </a:lnTo>
                  <a:lnTo>
                    <a:pt x="1505776" y="2570517"/>
                  </a:lnTo>
                  <a:close/>
                  <a:moveTo>
                    <a:pt x="1463565" y="2478179"/>
                  </a:moveTo>
                  <a:lnTo>
                    <a:pt x="1398028" y="2446320"/>
                  </a:lnTo>
                  <a:lnTo>
                    <a:pt x="1355740" y="2503416"/>
                  </a:lnTo>
                  <a:close/>
                  <a:moveTo>
                    <a:pt x="1355740" y="2503416"/>
                  </a:moveTo>
                  <a:lnTo>
                    <a:pt x="1277340" y="2422538"/>
                  </a:lnTo>
                  <a:lnTo>
                    <a:pt x="1282097" y="2434400"/>
                  </a:lnTo>
                  <a:close/>
                  <a:moveTo>
                    <a:pt x="1256879" y="2412451"/>
                  </a:moveTo>
                  <a:lnTo>
                    <a:pt x="1282097" y="2434400"/>
                  </a:lnTo>
                  <a:lnTo>
                    <a:pt x="1277340" y="2422538"/>
                  </a:lnTo>
                  <a:close/>
                  <a:moveTo>
                    <a:pt x="827887" y="1941109"/>
                  </a:moveTo>
                  <a:lnTo>
                    <a:pt x="791659" y="2013966"/>
                  </a:lnTo>
                  <a:lnTo>
                    <a:pt x="802958" y="2023324"/>
                  </a:lnTo>
                  <a:close/>
                  <a:moveTo>
                    <a:pt x="462511" y="1499229"/>
                  </a:moveTo>
                  <a:lnTo>
                    <a:pt x="506447" y="1557316"/>
                  </a:lnTo>
                  <a:lnTo>
                    <a:pt x="470736" y="1530034"/>
                  </a:lnTo>
                  <a:close/>
                  <a:moveTo>
                    <a:pt x="644312" y="1573812"/>
                  </a:moveTo>
                  <a:lnTo>
                    <a:pt x="677265" y="1638659"/>
                  </a:lnTo>
                  <a:lnTo>
                    <a:pt x="733209" y="1632622"/>
                  </a:lnTo>
                  <a:close/>
                  <a:moveTo>
                    <a:pt x="474670" y="1447818"/>
                  </a:moveTo>
                  <a:lnTo>
                    <a:pt x="451232" y="1409382"/>
                  </a:lnTo>
                  <a:lnTo>
                    <a:pt x="470736" y="1530034"/>
                  </a:lnTo>
                  <a:close/>
                  <a:moveTo>
                    <a:pt x="474670" y="1447818"/>
                  </a:moveTo>
                  <a:lnTo>
                    <a:pt x="491680" y="1327167"/>
                  </a:lnTo>
                  <a:lnTo>
                    <a:pt x="451232" y="1409382"/>
                  </a:lnTo>
                  <a:close/>
                  <a:moveTo>
                    <a:pt x="1463565" y="2478179"/>
                  </a:moveTo>
                  <a:lnTo>
                    <a:pt x="1491253" y="2560394"/>
                  </a:lnTo>
                  <a:lnTo>
                    <a:pt x="1424410" y="2463657"/>
                  </a:lnTo>
                  <a:close/>
                  <a:moveTo>
                    <a:pt x="941487" y="1713066"/>
                  </a:moveTo>
                  <a:lnTo>
                    <a:pt x="971708" y="1788590"/>
                  </a:lnTo>
                  <a:lnTo>
                    <a:pt x="1000503" y="1820458"/>
                  </a:lnTo>
                  <a:close/>
                  <a:moveTo>
                    <a:pt x="971708" y="1788590"/>
                  </a:moveTo>
                  <a:lnTo>
                    <a:pt x="941487" y="1713066"/>
                  </a:lnTo>
                  <a:lnTo>
                    <a:pt x="967188" y="1782021"/>
                  </a:lnTo>
                  <a:close/>
                  <a:moveTo>
                    <a:pt x="733209" y="1632622"/>
                  </a:moveTo>
                  <a:lnTo>
                    <a:pt x="643653" y="1573241"/>
                  </a:lnTo>
                  <a:lnTo>
                    <a:pt x="644312" y="1573812"/>
                  </a:lnTo>
                  <a:close/>
                  <a:moveTo>
                    <a:pt x="1628670" y="2618966"/>
                  </a:moveTo>
                  <a:lnTo>
                    <a:pt x="1716413" y="2686387"/>
                  </a:lnTo>
                  <a:lnTo>
                    <a:pt x="1654834" y="2633959"/>
                  </a:lnTo>
                  <a:close/>
                  <a:moveTo>
                    <a:pt x="1803866" y="2565736"/>
                  </a:moveTo>
                  <a:lnTo>
                    <a:pt x="1781188" y="2612518"/>
                  </a:lnTo>
                  <a:lnTo>
                    <a:pt x="1824273" y="2581128"/>
                  </a:lnTo>
                  <a:close/>
                  <a:moveTo>
                    <a:pt x="1824273" y="2581128"/>
                  </a:moveTo>
                  <a:lnTo>
                    <a:pt x="1781188" y="2612518"/>
                  </a:lnTo>
                  <a:lnTo>
                    <a:pt x="1777331" y="2658791"/>
                  </a:lnTo>
                  <a:close/>
                  <a:moveTo>
                    <a:pt x="1824273" y="2581128"/>
                  </a:moveTo>
                  <a:lnTo>
                    <a:pt x="1777331" y="2658791"/>
                  </a:lnTo>
                  <a:lnTo>
                    <a:pt x="1859370" y="2652687"/>
                  </a:lnTo>
                  <a:close/>
                  <a:moveTo>
                    <a:pt x="1859370" y="2652687"/>
                  </a:moveTo>
                  <a:lnTo>
                    <a:pt x="1917030" y="2666403"/>
                  </a:lnTo>
                  <a:lnTo>
                    <a:pt x="1824273" y="2581128"/>
                  </a:lnTo>
                  <a:close/>
                  <a:moveTo>
                    <a:pt x="1312146" y="2093964"/>
                  </a:moveTo>
                  <a:lnTo>
                    <a:pt x="1333297" y="2110882"/>
                  </a:lnTo>
                  <a:lnTo>
                    <a:pt x="1296453" y="2006631"/>
                  </a:lnTo>
                  <a:close/>
                  <a:moveTo>
                    <a:pt x="1404281" y="2039299"/>
                  </a:moveTo>
                  <a:lnTo>
                    <a:pt x="1361323" y="2093886"/>
                  </a:lnTo>
                  <a:lnTo>
                    <a:pt x="1483548" y="2057009"/>
                  </a:lnTo>
                  <a:close/>
                  <a:moveTo>
                    <a:pt x="196604" y="593300"/>
                  </a:moveTo>
                  <a:lnTo>
                    <a:pt x="156652" y="655057"/>
                  </a:lnTo>
                  <a:lnTo>
                    <a:pt x="197978" y="592573"/>
                  </a:lnTo>
                  <a:close/>
                  <a:moveTo>
                    <a:pt x="197978" y="592573"/>
                  </a:moveTo>
                  <a:lnTo>
                    <a:pt x="156652" y="655057"/>
                  </a:lnTo>
                  <a:lnTo>
                    <a:pt x="220500" y="713225"/>
                  </a:lnTo>
                  <a:close/>
                  <a:moveTo>
                    <a:pt x="197978" y="592573"/>
                  </a:moveTo>
                  <a:lnTo>
                    <a:pt x="220500" y="713225"/>
                  </a:lnTo>
                  <a:lnTo>
                    <a:pt x="229043" y="674788"/>
                  </a:lnTo>
                  <a:close/>
                  <a:moveTo>
                    <a:pt x="138258" y="586284"/>
                  </a:moveTo>
                  <a:lnTo>
                    <a:pt x="127249" y="631010"/>
                  </a:lnTo>
                  <a:lnTo>
                    <a:pt x="196604" y="593300"/>
                  </a:lnTo>
                  <a:close/>
                  <a:moveTo>
                    <a:pt x="197978" y="592573"/>
                  </a:moveTo>
                  <a:lnTo>
                    <a:pt x="134350" y="543819"/>
                  </a:lnTo>
                  <a:lnTo>
                    <a:pt x="139000" y="548794"/>
                  </a:lnTo>
                  <a:close/>
                  <a:moveTo>
                    <a:pt x="138258" y="586284"/>
                  </a:moveTo>
                  <a:lnTo>
                    <a:pt x="196604" y="593300"/>
                  </a:lnTo>
                  <a:lnTo>
                    <a:pt x="197978" y="592573"/>
                  </a:lnTo>
                  <a:close/>
                  <a:moveTo>
                    <a:pt x="139000" y="548794"/>
                  </a:moveTo>
                  <a:lnTo>
                    <a:pt x="138258" y="586284"/>
                  </a:lnTo>
                  <a:lnTo>
                    <a:pt x="197978" y="592573"/>
                  </a:lnTo>
                  <a:close/>
                  <a:moveTo>
                    <a:pt x="1780707" y="2555955"/>
                  </a:moveTo>
                  <a:lnTo>
                    <a:pt x="1803866" y="2565736"/>
                  </a:lnTo>
                  <a:lnTo>
                    <a:pt x="1758959" y="2529405"/>
                  </a:lnTo>
                  <a:close/>
                  <a:moveTo>
                    <a:pt x="1502817" y="2072446"/>
                  </a:moveTo>
                  <a:lnTo>
                    <a:pt x="1577579" y="2129915"/>
                  </a:lnTo>
                  <a:lnTo>
                    <a:pt x="1562381" y="2116224"/>
                  </a:lnTo>
                  <a:close/>
                  <a:moveTo>
                    <a:pt x="1146468" y="1707105"/>
                  </a:moveTo>
                  <a:lnTo>
                    <a:pt x="1160009" y="1683319"/>
                  </a:lnTo>
                  <a:lnTo>
                    <a:pt x="1200959" y="1723398"/>
                  </a:lnTo>
                  <a:close/>
                  <a:moveTo>
                    <a:pt x="261480" y="501057"/>
                  </a:moveTo>
                  <a:lnTo>
                    <a:pt x="197978" y="592573"/>
                  </a:lnTo>
                  <a:lnTo>
                    <a:pt x="283631" y="583142"/>
                  </a:lnTo>
                  <a:close/>
                  <a:moveTo>
                    <a:pt x="279573" y="510358"/>
                  </a:moveTo>
                  <a:lnTo>
                    <a:pt x="281570" y="413043"/>
                  </a:lnTo>
                  <a:lnTo>
                    <a:pt x="261480" y="501057"/>
                  </a:lnTo>
                  <a:close/>
                  <a:moveTo>
                    <a:pt x="1655013" y="2034009"/>
                  </a:moveTo>
                  <a:lnTo>
                    <a:pt x="1640359" y="1951794"/>
                  </a:lnTo>
                  <a:lnTo>
                    <a:pt x="1686046" y="1995572"/>
                  </a:lnTo>
                  <a:close/>
                  <a:moveTo>
                    <a:pt x="1521582" y="1844696"/>
                  </a:moveTo>
                  <a:lnTo>
                    <a:pt x="1476409" y="1831142"/>
                  </a:lnTo>
                  <a:lnTo>
                    <a:pt x="1478666" y="1823552"/>
                  </a:lnTo>
                  <a:close/>
                  <a:moveTo>
                    <a:pt x="1611015" y="1824522"/>
                  </a:moveTo>
                  <a:lnTo>
                    <a:pt x="1521582" y="1844696"/>
                  </a:lnTo>
                  <a:lnTo>
                    <a:pt x="1478666" y="1823552"/>
                  </a:lnTo>
                  <a:close/>
                  <a:moveTo>
                    <a:pt x="1600570" y="1841073"/>
                  </a:moveTo>
                  <a:lnTo>
                    <a:pt x="1685393" y="1832706"/>
                  </a:lnTo>
                  <a:lnTo>
                    <a:pt x="1611015" y="1824522"/>
                  </a:lnTo>
                  <a:close/>
                  <a:moveTo>
                    <a:pt x="1408380" y="1624218"/>
                  </a:moveTo>
                  <a:lnTo>
                    <a:pt x="1444964" y="1606709"/>
                  </a:lnTo>
                  <a:lnTo>
                    <a:pt x="1431784" y="1584496"/>
                  </a:lnTo>
                  <a:close/>
                  <a:moveTo>
                    <a:pt x="1149692" y="1364708"/>
                  </a:moveTo>
                  <a:lnTo>
                    <a:pt x="1089643" y="1458503"/>
                  </a:lnTo>
                  <a:lnTo>
                    <a:pt x="1146540" y="1417762"/>
                  </a:lnTo>
                  <a:close/>
                  <a:moveTo>
                    <a:pt x="1084268" y="1457396"/>
                  </a:moveTo>
                  <a:lnTo>
                    <a:pt x="1089643" y="1458503"/>
                  </a:lnTo>
                  <a:lnTo>
                    <a:pt x="1149692" y="1364708"/>
                  </a:lnTo>
                  <a:close/>
                  <a:moveTo>
                    <a:pt x="1101903" y="1342967"/>
                  </a:moveTo>
                  <a:lnTo>
                    <a:pt x="1084268" y="1457396"/>
                  </a:lnTo>
                  <a:lnTo>
                    <a:pt x="1149692" y="1364708"/>
                  </a:lnTo>
                  <a:close/>
                  <a:moveTo>
                    <a:pt x="1149692" y="1364708"/>
                  </a:moveTo>
                  <a:lnTo>
                    <a:pt x="1161247" y="1257546"/>
                  </a:lnTo>
                  <a:lnTo>
                    <a:pt x="1100841" y="1310354"/>
                  </a:lnTo>
                  <a:close/>
                  <a:moveTo>
                    <a:pt x="906951" y="940406"/>
                  </a:moveTo>
                  <a:lnTo>
                    <a:pt x="847666" y="928013"/>
                  </a:lnTo>
                  <a:lnTo>
                    <a:pt x="810475" y="997240"/>
                  </a:lnTo>
                  <a:close/>
                  <a:moveTo>
                    <a:pt x="543613" y="793241"/>
                  </a:moveTo>
                  <a:lnTo>
                    <a:pt x="567956" y="882997"/>
                  </a:lnTo>
                  <a:lnTo>
                    <a:pt x="581690" y="800782"/>
                  </a:lnTo>
                  <a:close/>
                  <a:moveTo>
                    <a:pt x="543613" y="793241"/>
                  </a:moveTo>
                  <a:lnTo>
                    <a:pt x="581690" y="800782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543613" y="793241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613376" y="697025"/>
                  </a:lnTo>
                  <a:lnTo>
                    <a:pt x="554809" y="662118"/>
                  </a:lnTo>
                  <a:close/>
                  <a:moveTo>
                    <a:pt x="613376" y="697025"/>
                  </a:moveTo>
                  <a:lnTo>
                    <a:pt x="630656" y="667041"/>
                  </a:lnTo>
                  <a:lnTo>
                    <a:pt x="554809" y="662118"/>
                  </a:lnTo>
                  <a:close/>
                  <a:moveTo>
                    <a:pt x="348797" y="351270"/>
                  </a:moveTo>
                  <a:lnTo>
                    <a:pt x="375804" y="368614"/>
                  </a:lnTo>
                  <a:lnTo>
                    <a:pt x="401969" y="369333"/>
                  </a:lnTo>
                  <a:close/>
                  <a:moveTo>
                    <a:pt x="344332" y="369043"/>
                  </a:moveTo>
                  <a:lnTo>
                    <a:pt x="348797" y="351270"/>
                  </a:lnTo>
                  <a:lnTo>
                    <a:pt x="316887" y="329883"/>
                  </a:lnTo>
                  <a:close/>
                  <a:moveTo>
                    <a:pt x="316887" y="329883"/>
                  </a:moveTo>
                  <a:lnTo>
                    <a:pt x="306742" y="364169"/>
                  </a:lnTo>
                  <a:lnTo>
                    <a:pt x="344332" y="369043"/>
                  </a:lnTo>
                  <a:close/>
                  <a:moveTo>
                    <a:pt x="2312144" y="2487458"/>
                  </a:moveTo>
                  <a:lnTo>
                    <a:pt x="2284688" y="2456125"/>
                  </a:lnTo>
                  <a:lnTo>
                    <a:pt x="2288447" y="2546223"/>
                  </a:lnTo>
                  <a:close/>
                  <a:moveTo>
                    <a:pt x="2054972" y="2368211"/>
                  </a:moveTo>
                  <a:lnTo>
                    <a:pt x="2055507" y="2406647"/>
                  </a:lnTo>
                  <a:lnTo>
                    <a:pt x="2067821" y="2417810"/>
                  </a:lnTo>
                  <a:close/>
                  <a:moveTo>
                    <a:pt x="1913180" y="1957136"/>
                  </a:moveTo>
                  <a:lnTo>
                    <a:pt x="1844486" y="1924915"/>
                  </a:lnTo>
                  <a:lnTo>
                    <a:pt x="1789451" y="1934349"/>
                  </a:lnTo>
                  <a:close/>
                  <a:moveTo>
                    <a:pt x="1761117" y="1874921"/>
                  </a:moveTo>
                  <a:lnTo>
                    <a:pt x="1789451" y="1934349"/>
                  </a:lnTo>
                  <a:lnTo>
                    <a:pt x="1844486" y="1924915"/>
                  </a:lnTo>
                  <a:close/>
                  <a:moveTo>
                    <a:pt x="1761117" y="1874921"/>
                  </a:moveTo>
                  <a:lnTo>
                    <a:pt x="1735461" y="1913357"/>
                  </a:lnTo>
                  <a:lnTo>
                    <a:pt x="1789451" y="1934349"/>
                  </a:lnTo>
                  <a:close/>
                  <a:moveTo>
                    <a:pt x="1686690" y="1828797"/>
                  </a:moveTo>
                  <a:lnTo>
                    <a:pt x="1690481" y="1828570"/>
                  </a:lnTo>
                  <a:lnTo>
                    <a:pt x="1652371" y="1798960"/>
                  </a:lnTo>
                  <a:close/>
                  <a:moveTo>
                    <a:pt x="648163" y="517293"/>
                  </a:moveTo>
                  <a:lnTo>
                    <a:pt x="675609" y="556457"/>
                  </a:lnTo>
                  <a:lnTo>
                    <a:pt x="725936" y="529417"/>
                  </a:lnTo>
                  <a:close/>
                  <a:moveTo>
                    <a:pt x="424427" y="312834"/>
                  </a:moveTo>
                  <a:lnTo>
                    <a:pt x="348797" y="351270"/>
                  </a:lnTo>
                  <a:lnTo>
                    <a:pt x="401969" y="369333"/>
                  </a:lnTo>
                  <a:close/>
                  <a:moveTo>
                    <a:pt x="401969" y="369333"/>
                  </a:moveTo>
                  <a:lnTo>
                    <a:pt x="481172" y="386803"/>
                  </a:lnTo>
                  <a:lnTo>
                    <a:pt x="537791" y="383290"/>
                  </a:lnTo>
                  <a:close/>
                  <a:moveTo>
                    <a:pt x="447341" y="323773"/>
                  </a:moveTo>
                  <a:lnTo>
                    <a:pt x="401969" y="369333"/>
                  </a:lnTo>
                  <a:lnTo>
                    <a:pt x="537791" y="383290"/>
                  </a:lnTo>
                  <a:close/>
                  <a:moveTo>
                    <a:pt x="1752489" y="1859611"/>
                  </a:moveTo>
                  <a:lnTo>
                    <a:pt x="1652371" y="1798960"/>
                  </a:lnTo>
                  <a:lnTo>
                    <a:pt x="1690481" y="1828570"/>
                  </a:lnTo>
                  <a:close/>
                  <a:moveTo>
                    <a:pt x="2285505" y="2448523"/>
                  </a:moveTo>
                  <a:lnTo>
                    <a:pt x="2223455" y="2505842"/>
                  </a:lnTo>
                  <a:lnTo>
                    <a:pt x="2284688" y="2456125"/>
                  </a:lnTo>
                  <a:close/>
                  <a:moveTo>
                    <a:pt x="2285505" y="2448523"/>
                  </a:moveTo>
                  <a:lnTo>
                    <a:pt x="2284688" y="2456125"/>
                  </a:lnTo>
                  <a:lnTo>
                    <a:pt x="2286553" y="2450426"/>
                  </a:lnTo>
                  <a:close/>
                  <a:moveTo>
                    <a:pt x="2277630" y="2354833"/>
                  </a:moveTo>
                  <a:lnTo>
                    <a:pt x="2286553" y="2450426"/>
                  </a:lnTo>
                  <a:lnTo>
                    <a:pt x="2294280" y="2368211"/>
                  </a:lnTo>
                  <a:close/>
                  <a:moveTo>
                    <a:pt x="2277630" y="2354833"/>
                  </a:moveTo>
                  <a:lnTo>
                    <a:pt x="2285505" y="2448523"/>
                  </a:lnTo>
                  <a:lnTo>
                    <a:pt x="2286553" y="2450426"/>
                  </a:lnTo>
                  <a:close/>
                  <a:moveTo>
                    <a:pt x="2250237" y="2327318"/>
                  </a:moveTo>
                  <a:lnTo>
                    <a:pt x="2213925" y="2346032"/>
                  </a:lnTo>
                  <a:lnTo>
                    <a:pt x="2277630" y="2354833"/>
                  </a:lnTo>
                  <a:close/>
                  <a:moveTo>
                    <a:pt x="1913180" y="1957136"/>
                  </a:moveTo>
                  <a:lnTo>
                    <a:pt x="1941137" y="1946159"/>
                  </a:lnTo>
                  <a:lnTo>
                    <a:pt x="1955368" y="1845623"/>
                  </a:lnTo>
                  <a:close/>
                  <a:moveTo>
                    <a:pt x="1844486" y="1924915"/>
                  </a:moveTo>
                  <a:lnTo>
                    <a:pt x="1913180" y="1957136"/>
                  </a:lnTo>
                  <a:lnTo>
                    <a:pt x="1955368" y="1845623"/>
                  </a:lnTo>
                  <a:close/>
                  <a:moveTo>
                    <a:pt x="1941137" y="1946159"/>
                  </a:moveTo>
                  <a:lnTo>
                    <a:pt x="1997828" y="1940919"/>
                  </a:lnTo>
                  <a:lnTo>
                    <a:pt x="1955368" y="1845623"/>
                  </a:lnTo>
                  <a:close/>
                  <a:moveTo>
                    <a:pt x="1761117" y="1874921"/>
                  </a:moveTo>
                  <a:lnTo>
                    <a:pt x="1844486" y="1924915"/>
                  </a:lnTo>
                  <a:lnTo>
                    <a:pt x="1758945" y="1873001"/>
                  </a:lnTo>
                  <a:close/>
                  <a:moveTo>
                    <a:pt x="1752489" y="1859611"/>
                  </a:moveTo>
                  <a:lnTo>
                    <a:pt x="1761117" y="1874921"/>
                  </a:lnTo>
                  <a:lnTo>
                    <a:pt x="1758945" y="1873001"/>
                  </a:lnTo>
                  <a:close/>
                  <a:moveTo>
                    <a:pt x="1563260" y="1546060"/>
                  </a:moveTo>
                  <a:lnTo>
                    <a:pt x="1589622" y="1507624"/>
                  </a:lnTo>
                  <a:lnTo>
                    <a:pt x="1509710" y="1509216"/>
                  </a:lnTo>
                  <a:close/>
                  <a:moveTo>
                    <a:pt x="1589622" y="1507624"/>
                  </a:moveTo>
                  <a:lnTo>
                    <a:pt x="1560372" y="1483432"/>
                  </a:lnTo>
                  <a:lnTo>
                    <a:pt x="1509710" y="1509216"/>
                  </a:lnTo>
                  <a:close/>
                  <a:moveTo>
                    <a:pt x="1649867" y="1539379"/>
                  </a:moveTo>
                  <a:lnTo>
                    <a:pt x="1603932" y="1582838"/>
                  </a:lnTo>
                  <a:lnTo>
                    <a:pt x="1728322" y="1554051"/>
                  </a:lnTo>
                  <a:close/>
                  <a:moveTo>
                    <a:pt x="725936" y="529417"/>
                  </a:moveTo>
                  <a:lnTo>
                    <a:pt x="695667" y="479700"/>
                  </a:lnTo>
                  <a:lnTo>
                    <a:pt x="648163" y="517293"/>
                  </a:lnTo>
                  <a:close/>
                  <a:moveTo>
                    <a:pt x="1951282" y="1754269"/>
                  </a:moveTo>
                  <a:lnTo>
                    <a:pt x="1938898" y="1747795"/>
                  </a:lnTo>
                  <a:lnTo>
                    <a:pt x="2012990" y="1798048"/>
                  </a:lnTo>
                  <a:close/>
                  <a:moveTo>
                    <a:pt x="1961820" y="1836484"/>
                  </a:moveTo>
                  <a:lnTo>
                    <a:pt x="1951282" y="1754269"/>
                  </a:lnTo>
                  <a:lnTo>
                    <a:pt x="2012990" y="1798048"/>
                  </a:lnTo>
                  <a:close/>
                  <a:moveTo>
                    <a:pt x="1456067" y="1096549"/>
                  </a:moveTo>
                  <a:lnTo>
                    <a:pt x="1457112" y="1097360"/>
                  </a:lnTo>
                  <a:lnTo>
                    <a:pt x="1416882" y="1068487"/>
                  </a:lnTo>
                  <a:close/>
                  <a:moveTo>
                    <a:pt x="790221" y="413661"/>
                  </a:moveTo>
                  <a:lnTo>
                    <a:pt x="837948" y="454350"/>
                  </a:lnTo>
                  <a:lnTo>
                    <a:pt x="814250" y="438828"/>
                  </a:lnTo>
                  <a:close/>
                  <a:moveTo>
                    <a:pt x="866796" y="311906"/>
                  </a:moveTo>
                  <a:lnTo>
                    <a:pt x="870882" y="318176"/>
                  </a:lnTo>
                  <a:lnTo>
                    <a:pt x="888333" y="212326"/>
                  </a:lnTo>
                  <a:close/>
                  <a:moveTo>
                    <a:pt x="1553971" y="817443"/>
                  </a:moveTo>
                  <a:lnTo>
                    <a:pt x="1544501" y="855245"/>
                  </a:lnTo>
                  <a:lnTo>
                    <a:pt x="1487231" y="779564"/>
                  </a:lnTo>
                  <a:close/>
                  <a:moveTo>
                    <a:pt x="1521028" y="443856"/>
                  </a:moveTo>
                  <a:lnTo>
                    <a:pt x="1526022" y="494191"/>
                  </a:lnTo>
                  <a:lnTo>
                    <a:pt x="1536114" y="449511"/>
                  </a:lnTo>
                  <a:close/>
                  <a:moveTo>
                    <a:pt x="1521028" y="443856"/>
                  </a:moveTo>
                  <a:lnTo>
                    <a:pt x="1536114" y="449511"/>
                  </a:lnTo>
                  <a:lnTo>
                    <a:pt x="1548729" y="363886"/>
                  </a:lnTo>
                  <a:close/>
                  <a:moveTo>
                    <a:pt x="1285924" y="0"/>
                  </a:moveTo>
                  <a:lnTo>
                    <a:pt x="1201218" y="21620"/>
                  </a:lnTo>
                  <a:lnTo>
                    <a:pt x="1275042" y="113135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75" name="Candidate_density__2074">
              <a:extLst>
                <a:ext uri="{FF2B5EF4-FFF2-40B4-BE49-F238E27FC236}">
                  <a16:creationId xmlns:a16="http://schemas.microsoft.com/office/drawing/2014/main" id="{D3CB9607-59C6-34F2-F6A6-40D6C6754C2E}"/>
                </a:ext>
              </a:extLst>
            </p:cNvPr>
            <p:cNvSpPr>
              <a:spLocks noGrp="1"/>
            </p:cNvSpPr>
            <p:nvPr/>
          </p:nvSpPr>
          <p:spPr>
            <a:xfrm>
              <a:off x="4828023" y="1995139"/>
              <a:ext cx="1413638" cy="2519296"/>
            </a:xfrm>
            <a:custGeom>
              <a:avLst/>
              <a:gdLst/>
              <a:ahLst/>
              <a:cxnLst/>
              <a:rect l="0" t="0" r="0" b="0"/>
              <a:pathLst>
                <a:path w="1413638" h="2519296">
                  <a:moveTo>
                    <a:pt x="353217" y="1841438"/>
                  </a:moveTo>
                  <a:lnTo>
                    <a:pt x="347896" y="1849670"/>
                  </a:lnTo>
                  <a:lnTo>
                    <a:pt x="357804" y="1840630"/>
                  </a:lnTo>
                  <a:close/>
                  <a:moveTo>
                    <a:pt x="1098960" y="2463950"/>
                  </a:moveTo>
                  <a:lnTo>
                    <a:pt x="1068128" y="2460723"/>
                  </a:lnTo>
                  <a:lnTo>
                    <a:pt x="1031106" y="2470847"/>
                  </a:lnTo>
                  <a:close/>
                  <a:moveTo>
                    <a:pt x="353217" y="1841438"/>
                  </a:moveTo>
                  <a:lnTo>
                    <a:pt x="360052" y="1839787"/>
                  </a:lnTo>
                  <a:lnTo>
                    <a:pt x="410034" y="1820708"/>
                  </a:lnTo>
                  <a:close/>
                  <a:moveTo>
                    <a:pt x="360052" y="1839787"/>
                  </a:moveTo>
                  <a:lnTo>
                    <a:pt x="353217" y="1841438"/>
                  </a:lnTo>
                  <a:lnTo>
                    <a:pt x="357804" y="1840630"/>
                  </a:lnTo>
                  <a:close/>
                  <a:moveTo>
                    <a:pt x="441972" y="1803002"/>
                  </a:moveTo>
                  <a:lnTo>
                    <a:pt x="360052" y="1839787"/>
                  </a:lnTo>
                  <a:lnTo>
                    <a:pt x="475672" y="1787460"/>
                  </a:lnTo>
                  <a:close/>
                  <a:moveTo>
                    <a:pt x="475672" y="1787460"/>
                  </a:moveTo>
                  <a:lnTo>
                    <a:pt x="360052" y="1839787"/>
                  </a:lnTo>
                  <a:lnTo>
                    <a:pt x="357804" y="1840630"/>
                  </a:lnTo>
                  <a:close/>
                  <a:moveTo>
                    <a:pt x="475672" y="1787460"/>
                  </a:moveTo>
                  <a:lnTo>
                    <a:pt x="357804" y="1840630"/>
                  </a:lnTo>
                  <a:lnTo>
                    <a:pt x="429454" y="1829863"/>
                  </a:lnTo>
                  <a:close/>
                  <a:moveTo>
                    <a:pt x="78174" y="1486803"/>
                  </a:moveTo>
                  <a:lnTo>
                    <a:pt x="55468" y="1546220"/>
                  </a:lnTo>
                  <a:lnTo>
                    <a:pt x="85501" y="1512579"/>
                  </a:lnTo>
                  <a:close/>
                  <a:moveTo>
                    <a:pt x="0" y="1348148"/>
                  </a:moveTo>
                  <a:lnTo>
                    <a:pt x="20236" y="1233630"/>
                  </a:lnTo>
                  <a:lnTo>
                    <a:pt x="17010" y="1227497"/>
                  </a:lnTo>
                  <a:close/>
                  <a:moveTo>
                    <a:pt x="17010" y="1227497"/>
                  </a:moveTo>
                  <a:lnTo>
                    <a:pt x="20236" y="1233630"/>
                  </a:lnTo>
                  <a:lnTo>
                    <a:pt x="26467" y="1222587"/>
                  </a:lnTo>
                  <a:close/>
                  <a:moveTo>
                    <a:pt x="441972" y="1803002"/>
                  </a:moveTo>
                  <a:lnTo>
                    <a:pt x="410034" y="1820708"/>
                  </a:lnTo>
                  <a:lnTo>
                    <a:pt x="360052" y="1839787"/>
                  </a:lnTo>
                  <a:close/>
                  <a:moveTo>
                    <a:pt x="1154000" y="2519296"/>
                  </a:moveTo>
                  <a:lnTo>
                    <a:pt x="1068128" y="2460723"/>
                  </a:lnTo>
                  <a:lnTo>
                    <a:pt x="1108066" y="2456546"/>
                  </a:lnTo>
                  <a:close/>
                  <a:moveTo>
                    <a:pt x="441972" y="1803002"/>
                  </a:moveTo>
                  <a:lnTo>
                    <a:pt x="475672" y="1787460"/>
                  </a:lnTo>
                  <a:lnTo>
                    <a:pt x="432573" y="1780828"/>
                  </a:lnTo>
                  <a:close/>
                  <a:moveTo>
                    <a:pt x="101795" y="795162"/>
                  </a:moveTo>
                  <a:lnTo>
                    <a:pt x="76340" y="821763"/>
                  </a:lnTo>
                  <a:lnTo>
                    <a:pt x="15604" y="837027"/>
                  </a:lnTo>
                  <a:close/>
                  <a:moveTo>
                    <a:pt x="816566" y="1580427"/>
                  </a:moveTo>
                  <a:lnTo>
                    <a:pt x="685339" y="1583649"/>
                  </a:lnTo>
                  <a:lnTo>
                    <a:pt x="766659" y="1609036"/>
                  </a:lnTo>
                  <a:close/>
                  <a:moveTo>
                    <a:pt x="1334385" y="2263199"/>
                  </a:moveTo>
                  <a:lnTo>
                    <a:pt x="1367735" y="2247867"/>
                  </a:lnTo>
                  <a:lnTo>
                    <a:pt x="1413638" y="2204287"/>
                  </a:lnTo>
                  <a:close/>
                  <a:moveTo>
                    <a:pt x="1104087" y="1731472"/>
                  </a:moveTo>
                  <a:lnTo>
                    <a:pt x="1046912" y="1745026"/>
                  </a:lnTo>
                  <a:lnTo>
                    <a:pt x="1136345" y="1724852"/>
                  </a:lnTo>
                  <a:close/>
                  <a:moveTo>
                    <a:pt x="860896" y="1530966"/>
                  </a:moveTo>
                  <a:lnTo>
                    <a:pt x="816566" y="1580427"/>
                  </a:lnTo>
                  <a:lnTo>
                    <a:pt x="933710" y="1524547"/>
                  </a:lnTo>
                  <a:close/>
                  <a:moveTo>
                    <a:pt x="1177701" y="1699289"/>
                  </a:moveTo>
                  <a:lnTo>
                    <a:pt x="1104087" y="1731472"/>
                  </a:lnTo>
                  <a:lnTo>
                    <a:pt x="1136345" y="1724852"/>
                  </a:lnTo>
                  <a:close/>
                  <a:moveTo>
                    <a:pt x="686889" y="1155297"/>
                  </a:moveTo>
                  <a:lnTo>
                    <a:pt x="698224" y="1045991"/>
                  </a:lnTo>
                  <a:lnTo>
                    <a:pt x="675958" y="1117529"/>
                  </a:lnTo>
                  <a:close/>
                  <a:moveTo>
                    <a:pt x="379804" y="256942"/>
                  </a:moveTo>
                  <a:lnTo>
                    <a:pt x="396212" y="218505"/>
                  </a:lnTo>
                  <a:lnTo>
                    <a:pt x="386735" y="227178"/>
                  </a:lnTo>
                  <a:close/>
                  <a:moveTo>
                    <a:pt x="453626" y="136290"/>
                  </a:moveTo>
                  <a:lnTo>
                    <a:pt x="497733" y="97854"/>
                  </a:lnTo>
                  <a:lnTo>
                    <a:pt x="487022" y="108278"/>
                  </a:lnTo>
                  <a:close/>
                  <a:moveTo>
                    <a:pt x="956434" y="533498"/>
                  </a:moveTo>
                  <a:lnTo>
                    <a:pt x="908593" y="569828"/>
                  </a:lnTo>
                  <a:lnTo>
                    <a:pt x="1029169" y="526786"/>
                  </a:lnTo>
                  <a:close/>
                  <a:moveTo>
                    <a:pt x="523130" y="28079"/>
                  </a:moveTo>
                  <a:lnTo>
                    <a:pt x="492997" y="90730"/>
                  </a:lnTo>
                  <a:lnTo>
                    <a:pt x="590151" y="0"/>
                  </a:lnTo>
                  <a:close/>
                  <a:moveTo>
                    <a:pt x="1056925" y="435687"/>
                  </a:moveTo>
                  <a:lnTo>
                    <a:pt x="1029169" y="526786"/>
                  </a:lnTo>
                  <a:lnTo>
                    <a:pt x="1063061" y="47049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76" name="Candidate_density__2075">
              <a:extLst>
                <a:ext uri="{FF2B5EF4-FFF2-40B4-BE49-F238E27FC236}">
                  <a16:creationId xmlns:a16="http://schemas.microsoft.com/office/drawing/2014/main" id="{B305893A-1006-4C02-E7A9-5FE0E56B0A24}"/>
                </a:ext>
              </a:extLst>
            </p:cNvPr>
            <p:cNvSpPr>
              <a:spLocks noGrp="1"/>
            </p:cNvSpPr>
            <p:nvPr/>
          </p:nvSpPr>
          <p:spPr>
            <a:xfrm>
              <a:off x="4333264" y="1521749"/>
              <a:ext cx="2252229" cy="3690754"/>
            </a:xfrm>
            <a:custGeom>
              <a:avLst/>
              <a:gdLst/>
              <a:ahLst/>
              <a:cxnLst/>
              <a:rect l="0" t="0" r="0" b="0"/>
              <a:pathLst>
                <a:path w="2252229" h="3690754">
                  <a:moveTo>
                    <a:pt x="333614" y="3608902"/>
                  </a:moveTo>
                  <a:lnTo>
                    <a:pt x="321760" y="3659544"/>
                  </a:lnTo>
                  <a:lnTo>
                    <a:pt x="374890" y="3642989"/>
                  </a:lnTo>
                  <a:close/>
                  <a:moveTo>
                    <a:pt x="482722" y="3652680"/>
                  </a:moveTo>
                  <a:lnTo>
                    <a:pt x="476462" y="3679598"/>
                  </a:lnTo>
                  <a:lnTo>
                    <a:pt x="514575" y="3671389"/>
                  </a:lnTo>
                  <a:close/>
                  <a:moveTo>
                    <a:pt x="618913" y="3624380"/>
                  </a:moveTo>
                  <a:lnTo>
                    <a:pt x="514575" y="3671389"/>
                  </a:lnTo>
                  <a:lnTo>
                    <a:pt x="593670" y="3688452"/>
                  </a:lnTo>
                  <a:close/>
                  <a:moveTo>
                    <a:pt x="684536" y="3631622"/>
                  </a:moveTo>
                  <a:lnTo>
                    <a:pt x="593670" y="3688452"/>
                  </a:lnTo>
                  <a:lnTo>
                    <a:pt x="668816" y="3690754"/>
                  </a:lnTo>
                  <a:close/>
                  <a:moveTo>
                    <a:pt x="684536" y="3631622"/>
                  </a:moveTo>
                  <a:lnTo>
                    <a:pt x="618913" y="3624380"/>
                  </a:lnTo>
                  <a:lnTo>
                    <a:pt x="593670" y="3688452"/>
                  </a:lnTo>
                  <a:close/>
                  <a:moveTo>
                    <a:pt x="618913" y="3624380"/>
                  </a:moveTo>
                  <a:lnTo>
                    <a:pt x="684536" y="3631622"/>
                  </a:lnTo>
                  <a:lnTo>
                    <a:pt x="645547" y="3563227"/>
                  </a:lnTo>
                  <a:close/>
                  <a:moveTo>
                    <a:pt x="618913" y="3624380"/>
                  </a:moveTo>
                  <a:lnTo>
                    <a:pt x="645547" y="3563227"/>
                  </a:lnTo>
                  <a:lnTo>
                    <a:pt x="586311" y="3550793"/>
                  </a:lnTo>
                  <a:close/>
                  <a:moveTo>
                    <a:pt x="510807" y="3378643"/>
                  </a:moveTo>
                  <a:lnTo>
                    <a:pt x="498750" y="3367599"/>
                  </a:lnTo>
                  <a:lnTo>
                    <a:pt x="487960" y="3356675"/>
                  </a:lnTo>
                  <a:close/>
                  <a:moveTo>
                    <a:pt x="558438" y="3329162"/>
                  </a:moveTo>
                  <a:lnTo>
                    <a:pt x="498750" y="3367599"/>
                  </a:lnTo>
                  <a:lnTo>
                    <a:pt x="576246" y="3408106"/>
                  </a:lnTo>
                  <a:close/>
                  <a:moveTo>
                    <a:pt x="42058" y="2265708"/>
                  </a:moveTo>
                  <a:lnTo>
                    <a:pt x="1494" y="2222086"/>
                  </a:lnTo>
                  <a:lnTo>
                    <a:pt x="61568" y="2273148"/>
                  </a:lnTo>
                  <a:close/>
                  <a:moveTo>
                    <a:pt x="1361" y="2221929"/>
                  </a:moveTo>
                  <a:lnTo>
                    <a:pt x="1494" y="2222086"/>
                  </a:lnTo>
                  <a:lnTo>
                    <a:pt x="42058" y="2265708"/>
                  </a:lnTo>
                  <a:close/>
                  <a:moveTo>
                    <a:pt x="7146" y="2183493"/>
                  </a:moveTo>
                  <a:lnTo>
                    <a:pt x="1361" y="2221929"/>
                  </a:lnTo>
                  <a:lnTo>
                    <a:pt x="42058" y="2265708"/>
                  </a:lnTo>
                  <a:close/>
                  <a:moveTo>
                    <a:pt x="715978" y="2905416"/>
                  </a:moveTo>
                  <a:lnTo>
                    <a:pt x="747078" y="2980224"/>
                  </a:lnTo>
                  <a:lnTo>
                    <a:pt x="770172" y="2921947"/>
                  </a:lnTo>
                  <a:close/>
                  <a:moveTo>
                    <a:pt x="715978" y="2905416"/>
                  </a:moveTo>
                  <a:lnTo>
                    <a:pt x="770172" y="2921947"/>
                  </a:lnTo>
                  <a:lnTo>
                    <a:pt x="791149" y="2804801"/>
                  </a:lnTo>
                  <a:close/>
                  <a:moveTo>
                    <a:pt x="11841" y="2013299"/>
                  </a:moveTo>
                  <a:lnTo>
                    <a:pt x="121007" y="1980626"/>
                  </a:lnTo>
                  <a:lnTo>
                    <a:pt x="15909" y="2060780"/>
                  </a:lnTo>
                  <a:close/>
                  <a:moveTo>
                    <a:pt x="126017" y="1978594"/>
                  </a:moveTo>
                  <a:lnTo>
                    <a:pt x="11841" y="2013299"/>
                  </a:lnTo>
                  <a:lnTo>
                    <a:pt x="0" y="2001299"/>
                  </a:lnTo>
                  <a:close/>
                  <a:moveTo>
                    <a:pt x="196629" y="2123846"/>
                  </a:moveTo>
                  <a:lnTo>
                    <a:pt x="185559" y="2201211"/>
                  </a:lnTo>
                  <a:lnTo>
                    <a:pt x="224717" y="2145056"/>
                  </a:lnTo>
                  <a:close/>
                  <a:moveTo>
                    <a:pt x="711523" y="2408575"/>
                  </a:moveTo>
                  <a:lnTo>
                    <a:pt x="743439" y="2517695"/>
                  </a:lnTo>
                  <a:lnTo>
                    <a:pt x="805098" y="2415218"/>
                  </a:lnTo>
                  <a:close/>
                  <a:moveTo>
                    <a:pt x="367890" y="2106620"/>
                  </a:moveTo>
                  <a:lnTo>
                    <a:pt x="390336" y="2188835"/>
                  </a:lnTo>
                  <a:lnTo>
                    <a:pt x="498435" y="2104627"/>
                  </a:lnTo>
                  <a:close/>
                  <a:moveTo>
                    <a:pt x="367622" y="2106016"/>
                  </a:moveTo>
                  <a:lnTo>
                    <a:pt x="367890" y="2106620"/>
                  </a:lnTo>
                  <a:lnTo>
                    <a:pt x="498435" y="2104627"/>
                  </a:lnTo>
                  <a:close/>
                  <a:moveTo>
                    <a:pt x="389183" y="2188580"/>
                  </a:moveTo>
                  <a:lnTo>
                    <a:pt x="367622" y="2106016"/>
                  </a:lnTo>
                  <a:lnTo>
                    <a:pt x="498435" y="2104627"/>
                  </a:lnTo>
                  <a:close/>
                  <a:moveTo>
                    <a:pt x="319697" y="1985969"/>
                  </a:moveTo>
                  <a:lnTo>
                    <a:pt x="278707" y="1917525"/>
                  </a:lnTo>
                  <a:lnTo>
                    <a:pt x="314882" y="1942189"/>
                  </a:lnTo>
                  <a:close/>
                  <a:moveTo>
                    <a:pt x="314384" y="1910348"/>
                  </a:moveTo>
                  <a:lnTo>
                    <a:pt x="314882" y="1942189"/>
                  </a:lnTo>
                  <a:lnTo>
                    <a:pt x="278707" y="1917525"/>
                  </a:lnTo>
                  <a:close/>
                  <a:moveTo>
                    <a:pt x="771682" y="2397044"/>
                  </a:moveTo>
                  <a:lnTo>
                    <a:pt x="805098" y="2415218"/>
                  </a:lnTo>
                  <a:lnTo>
                    <a:pt x="811748" y="2387686"/>
                  </a:lnTo>
                  <a:close/>
                  <a:moveTo>
                    <a:pt x="771682" y="2397044"/>
                  </a:moveTo>
                  <a:lnTo>
                    <a:pt x="811748" y="2387686"/>
                  </a:lnTo>
                  <a:lnTo>
                    <a:pt x="786373" y="2276392"/>
                  </a:lnTo>
                  <a:close/>
                  <a:moveTo>
                    <a:pt x="766349" y="2314828"/>
                  </a:moveTo>
                  <a:lnTo>
                    <a:pt x="771682" y="2397044"/>
                  </a:lnTo>
                  <a:lnTo>
                    <a:pt x="786373" y="2276392"/>
                  </a:lnTo>
                  <a:close/>
                  <a:moveTo>
                    <a:pt x="811748" y="2387686"/>
                  </a:moveTo>
                  <a:lnTo>
                    <a:pt x="805098" y="2415218"/>
                  </a:lnTo>
                  <a:lnTo>
                    <a:pt x="823047" y="2397044"/>
                  </a:lnTo>
                  <a:close/>
                  <a:moveTo>
                    <a:pt x="496115" y="1962054"/>
                  </a:moveTo>
                  <a:lnTo>
                    <a:pt x="572933" y="1960193"/>
                  </a:lnTo>
                  <a:lnTo>
                    <a:pt x="482600" y="1872948"/>
                  </a:lnTo>
                  <a:close/>
                  <a:moveTo>
                    <a:pt x="399837" y="1879642"/>
                  </a:moveTo>
                  <a:lnTo>
                    <a:pt x="486016" y="1947532"/>
                  </a:lnTo>
                  <a:lnTo>
                    <a:pt x="496115" y="1962054"/>
                  </a:lnTo>
                  <a:close/>
                  <a:moveTo>
                    <a:pt x="399837" y="1879642"/>
                  </a:moveTo>
                  <a:lnTo>
                    <a:pt x="380260" y="1795465"/>
                  </a:lnTo>
                  <a:lnTo>
                    <a:pt x="379612" y="1865317"/>
                  </a:lnTo>
                  <a:close/>
                  <a:moveTo>
                    <a:pt x="490825" y="1903753"/>
                  </a:moveTo>
                  <a:lnTo>
                    <a:pt x="471673" y="1789366"/>
                  </a:lnTo>
                  <a:lnTo>
                    <a:pt x="482600" y="1872948"/>
                  </a:lnTo>
                  <a:close/>
                  <a:moveTo>
                    <a:pt x="471321" y="1783102"/>
                  </a:moveTo>
                  <a:lnTo>
                    <a:pt x="471673" y="1789366"/>
                  </a:lnTo>
                  <a:lnTo>
                    <a:pt x="490825" y="1903753"/>
                  </a:lnTo>
                  <a:close/>
                  <a:moveTo>
                    <a:pt x="380260" y="1795465"/>
                  </a:moveTo>
                  <a:lnTo>
                    <a:pt x="468385" y="1783102"/>
                  </a:lnTo>
                  <a:lnTo>
                    <a:pt x="386908" y="1751102"/>
                  </a:lnTo>
                  <a:close/>
                  <a:moveTo>
                    <a:pt x="1348355" y="2837872"/>
                  </a:moveTo>
                  <a:lnTo>
                    <a:pt x="1334165" y="2813461"/>
                  </a:lnTo>
                  <a:lnTo>
                    <a:pt x="1320713" y="2797979"/>
                  </a:lnTo>
                  <a:close/>
                  <a:moveTo>
                    <a:pt x="1165200" y="2582389"/>
                  </a:moveTo>
                  <a:lnTo>
                    <a:pt x="1212652" y="2609159"/>
                  </a:lnTo>
                  <a:lnTo>
                    <a:pt x="1229151" y="2649031"/>
                  </a:lnTo>
                  <a:close/>
                  <a:moveTo>
                    <a:pt x="638633" y="1909095"/>
                  </a:moveTo>
                  <a:lnTo>
                    <a:pt x="663742" y="1946960"/>
                  </a:lnTo>
                  <a:lnTo>
                    <a:pt x="730558" y="1984773"/>
                  </a:lnTo>
                  <a:close/>
                  <a:moveTo>
                    <a:pt x="1736502" y="3060107"/>
                  </a:moveTo>
                  <a:lnTo>
                    <a:pt x="1797420" y="3032511"/>
                  </a:lnTo>
                  <a:lnTo>
                    <a:pt x="1801277" y="2986237"/>
                  </a:lnTo>
                  <a:close/>
                  <a:moveTo>
                    <a:pt x="917276" y="2062209"/>
                  </a:moveTo>
                  <a:lnTo>
                    <a:pt x="987277" y="2155741"/>
                  </a:lnTo>
                  <a:lnTo>
                    <a:pt x="926541" y="2073525"/>
                  </a:lnTo>
                  <a:close/>
                  <a:moveTo>
                    <a:pt x="864646" y="2044405"/>
                  </a:moveTo>
                  <a:lnTo>
                    <a:pt x="964670" y="2123771"/>
                  </a:lnTo>
                  <a:lnTo>
                    <a:pt x="917276" y="2062209"/>
                  </a:lnTo>
                  <a:close/>
                  <a:moveTo>
                    <a:pt x="1638417" y="2740316"/>
                  </a:moveTo>
                  <a:lnTo>
                    <a:pt x="1723947" y="2831467"/>
                  </a:lnTo>
                  <a:lnTo>
                    <a:pt x="1662841" y="2775025"/>
                  </a:lnTo>
                  <a:close/>
                  <a:moveTo>
                    <a:pt x="915560" y="1763328"/>
                  </a:moveTo>
                  <a:lnTo>
                    <a:pt x="989119" y="1864211"/>
                  </a:lnTo>
                  <a:lnTo>
                    <a:pt x="1004509" y="1832223"/>
                  </a:lnTo>
                  <a:close/>
                  <a:moveTo>
                    <a:pt x="249132" y="1048508"/>
                  </a:moveTo>
                  <a:lnTo>
                    <a:pt x="295702" y="1010072"/>
                  </a:lnTo>
                  <a:lnTo>
                    <a:pt x="218067" y="966293"/>
                  </a:lnTo>
                  <a:close/>
                  <a:moveTo>
                    <a:pt x="1165691" y="2078868"/>
                  </a:moveTo>
                  <a:lnTo>
                    <a:pt x="1166557" y="2080825"/>
                  </a:lnTo>
                  <a:lnTo>
                    <a:pt x="1171169" y="2087109"/>
                  </a:lnTo>
                  <a:close/>
                  <a:moveTo>
                    <a:pt x="1004509" y="1832223"/>
                  </a:moveTo>
                  <a:lnTo>
                    <a:pt x="989119" y="1864211"/>
                  </a:lnTo>
                  <a:lnTo>
                    <a:pt x="1035380" y="1858074"/>
                  </a:lnTo>
                  <a:close/>
                  <a:moveTo>
                    <a:pt x="1854502" y="2754829"/>
                  </a:moveTo>
                  <a:lnTo>
                    <a:pt x="1811596" y="2698152"/>
                  </a:lnTo>
                  <a:lnTo>
                    <a:pt x="1723413" y="2758571"/>
                  </a:lnTo>
                  <a:close/>
                  <a:moveTo>
                    <a:pt x="1811596" y="2698152"/>
                  </a:moveTo>
                  <a:lnTo>
                    <a:pt x="1733025" y="2623902"/>
                  </a:lnTo>
                  <a:lnTo>
                    <a:pt x="1721241" y="2654374"/>
                  </a:lnTo>
                  <a:close/>
                  <a:moveTo>
                    <a:pt x="1684845" y="2614371"/>
                  </a:moveTo>
                  <a:lnTo>
                    <a:pt x="1721241" y="2654374"/>
                  </a:lnTo>
                  <a:lnTo>
                    <a:pt x="1733025" y="2623902"/>
                  </a:lnTo>
                  <a:close/>
                  <a:moveTo>
                    <a:pt x="520426" y="1241644"/>
                  </a:moveTo>
                  <a:lnTo>
                    <a:pt x="590012" y="1245664"/>
                  </a:lnTo>
                  <a:lnTo>
                    <a:pt x="563702" y="1166961"/>
                  </a:lnTo>
                  <a:close/>
                  <a:moveTo>
                    <a:pt x="569923" y="1061810"/>
                  </a:moveTo>
                  <a:lnTo>
                    <a:pt x="509205" y="1068881"/>
                  </a:lnTo>
                  <a:lnTo>
                    <a:pt x="502215" y="1156357"/>
                  </a:lnTo>
                  <a:close/>
                  <a:moveTo>
                    <a:pt x="569923" y="1061810"/>
                  </a:moveTo>
                  <a:lnTo>
                    <a:pt x="502215" y="1156357"/>
                  </a:lnTo>
                  <a:lnTo>
                    <a:pt x="563702" y="1166961"/>
                  </a:lnTo>
                  <a:close/>
                  <a:moveTo>
                    <a:pt x="255807" y="735037"/>
                  </a:moveTo>
                  <a:lnTo>
                    <a:pt x="170209" y="643943"/>
                  </a:lnTo>
                  <a:lnTo>
                    <a:pt x="180806" y="735419"/>
                  </a:lnTo>
                  <a:close/>
                  <a:moveTo>
                    <a:pt x="255807" y="735037"/>
                  </a:moveTo>
                  <a:lnTo>
                    <a:pt x="326831" y="737888"/>
                  </a:lnTo>
                  <a:lnTo>
                    <a:pt x="254600" y="674269"/>
                  </a:lnTo>
                  <a:close/>
                  <a:moveTo>
                    <a:pt x="326831" y="737888"/>
                  </a:moveTo>
                  <a:lnTo>
                    <a:pt x="336976" y="703603"/>
                  </a:lnTo>
                  <a:lnTo>
                    <a:pt x="254600" y="674269"/>
                  </a:lnTo>
                  <a:close/>
                  <a:moveTo>
                    <a:pt x="2193060" y="2824146"/>
                  </a:moveTo>
                  <a:lnTo>
                    <a:pt x="2147071" y="2797522"/>
                  </a:lnTo>
                  <a:lnTo>
                    <a:pt x="2087910" y="2791530"/>
                  </a:lnTo>
                  <a:close/>
                  <a:moveTo>
                    <a:pt x="539083" y="965391"/>
                  </a:moveTo>
                  <a:lnTo>
                    <a:pt x="535389" y="1053850"/>
                  </a:lnTo>
                  <a:lnTo>
                    <a:pt x="574898" y="1035837"/>
                  </a:lnTo>
                  <a:close/>
                  <a:moveTo>
                    <a:pt x="368886" y="724989"/>
                  </a:moveTo>
                  <a:lnTo>
                    <a:pt x="444516" y="686553"/>
                  </a:lnTo>
                  <a:lnTo>
                    <a:pt x="336976" y="703603"/>
                  </a:lnTo>
                  <a:close/>
                  <a:moveTo>
                    <a:pt x="444516" y="686553"/>
                  </a:moveTo>
                  <a:lnTo>
                    <a:pt x="378649" y="644210"/>
                  </a:lnTo>
                  <a:lnTo>
                    <a:pt x="336976" y="703603"/>
                  </a:lnTo>
                  <a:close/>
                  <a:moveTo>
                    <a:pt x="2234014" y="2719751"/>
                  </a:moveTo>
                  <a:lnTo>
                    <a:pt x="2193060" y="2824146"/>
                  </a:lnTo>
                  <a:lnTo>
                    <a:pt x="2252229" y="2805035"/>
                  </a:lnTo>
                  <a:close/>
                  <a:moveTo>
                    <a:pt x="1945608" y="2572260"/>
                  </a:moveTo>
                  <a:lnTo>
                    <a:pt x="1939063" y="2539065"/>
                  </a:lnTo>
                  <a:lnTo>
                    <a:pt x="1918873" y="2501642"/>
                  </a:lnTo>
                  <a:close/>
                  <a:moveTo>
                    <a:pt x="1871297" y="2572082"/>
                  </a:moveTo>
                  <a:lnTo>
                    <a:pt x="1892458" y="2577501"/>
                  </a:lnTo>
                  <a:lnTo>
                    <a:pt x="1918873" y="2501642"/>
                  </a:lnTo>
                  <a:close/>
                  <a:moveTo>
                    <a:pt x="1779034" y="2246721"/>
                  </a:moveTo>
                  <a:lnTo>
                    <a:pt x="1835009" y="2301306"/>
                  </a:lnTo>
                  <a:lnTo>
                    <a:pt x="1725952" y="2229283"/>
                  </a:lnTo>
                  <a:close/>
                  <a:moveTo>
                    <a:pt x="1772578" y="2233331"/>
                  </a:moveTo>
                  <a:lnTo>
                    <a:pt x="1779034" y="2246721"/>
                  </a:lnTo>
                  <a:lnTo>
                    <a:pt x="1730851" y="2127989"/>
                  </a:lnTo>
                  <a:close/>
                  <a:moveTo>
                    <a:pt x="1730851" y="2127989"/>
                  </a:moveTo>
                  <a:lnTo>
                    <a:pt x="1787427" y="2073643"/>
                  </a:lnTo>
                  <a:lnTo>
                    <a:pt x="1697392" y="2152410"/>
                  </a:lnTo>
                  <a:close/>
                  <a:moveTo>
                    <a:pt x="1701888" y="2048663"/>
                  </a:moveTo>
                  <a:lnTo>
                    <a:pt x="1701842" y="2045774"/>
                  </a:lnTo>
                  <a:lnTo>
                    <a:pt x="1724229" y="2127989"/>
                  </a:lnTo>
                  <a:close/>
                  <a:moveTo>
                    <a:pt x="1701842" y="2045774"/>
                  </a:moveTo>
                  <a:lnTo>
                    <a:pt x="1701888" y="2048663"/>
                  </a:lnTo>
                  <a:lnTo>
                    <a:pt x="1565432" y="1998915"/>
                  </a:lnTo>
                  <a:close/>
                  <a:moveTo>
                    <a:pt x="444516" y="686553"/>
                  </a:moveTo>
                  <a:lnTo>
                    <a:pt x="481695" y="648117"/>
                  </a:lnTo>
                  <a:lnTo>
                    <a:pt x="378649" y="644210"/>
                  </a:lnTo>
                  <a:close/>
                  <a:moveTo>
                    <a:pt x="557880" y="757010"/>
                  </a:moveTo>
                  <a:lnTo>
                    <a:pt x="521136" y="683088"/>
                  </a:lnTo>
                  <a:lnTo>
                    <a:pt x="467430" y="697492"/>
                  </a:lnTo>
                  <a:close/>
                  <a:moveTo>
                    <a:pt x="1637900" y="1842907"/>
                  </a:moveTo>
                  <a:lnTo>
                    <a:pt x="1609711" y="1881343"/>
                  </a:lnTo>
                  <a:lnTo>
                    <a:pt x="1699600" y="1925122"/>
                  </a:lnTo>
                  <a:close/>
                  <a:moveTo>
                    <a:pt x="1646770" y="1678477"/>
                  </a:moveTo>
                  <a:lnTo>
                    <a:pt x="1608722" y="1747608"/>
                  </a:lnTo>
                  <a:lnTo>
                    <a:pt x="1655909" y="1685674"/>
                  </a:lnTo>
                  <a:close/>
                  <a:moveTo>
                    <a:pt x="715756" y="853420"/>
                  </a:moveTo>
                  <a:lnTo>
                    <a:pt x="790901" y="894762"/>
                  </a:lnTo>
                  <a:lnTo>
                    <a:pt x="758862" y="799382"/>
                  </a:lnTo>
                  <a:close/>
                  <a:moveTo>
                    <a:pt x="758862" y="799382"/>
                  </a:moveTo>
                  <a:lnTo>
                    <a:pt x="790901" y="894762"/>
                  </a:lnTo>
                  <a:lnTo>
                    <a:pt x="810310" y="787380"/>
                  </a:lnTo>
                  <a:close/>
                  <a:moveTo>
                    <a:pt x="920659" y="858353"/>
                  </a:moveTo>
                  <a:lnTo>
                    <a:pt x="858037" y="828070"/>
                  </a:lnTo>
                  <a:lnTo>
                    <a:pt x="810310" y="787380"/>
                  </a:lnTo>
                  <a:close/>
                  <a:moveTo>
                    <a:pt x="2011913" y="2218079"/>
                  </a:moveTo>
                  <a:lnTo>
                    <a:pt x="2056323" y="2242566"/>
                  </a:lnTo>
                  <a:lnTo>
                    <a:pt x="2024740" y="2168150"/>
                  </a:lnTo>
                  <a:close/>
                  <a:moveTo>
                    <a:pt x="1965394" y="2155805"/>
                  </a:moveTo>
                  <a:lnTo>
                    <a:pt x="2024740" y="2168150"/>
                  </a:lnTo>
                  <a:lnTo>
                    <a:pt x="2018348" y="2164502"/>
                  </a:lnTo>
                  <a:close/>
                  <a:moveTo>
                    <a:pt x="1608722" y="1747608"/>
                  </a:moveTo>
                  <a:lnTo>
                    <a:pt x="1646770" y="1678477"/>
                  </a:lnTo>
                  <a:lnTo>
                    <a:pt x="1613530" y="1659535"/>
                  </a:lnTo>
                  <a:close/>
                  <a:moveTo>
                    <a:pt x="1754373" y="1367912"/>
                  </a:moveTo>
                  <a:lnTo>
                    <a:pt x="1808232" y="1398737"/>
                  </a:lnTo>
                  <a:lnTo>
                    <a:pt x="1716662" y="1336007"/>
                  </a:lnTo>
                  <a:close/>
                  <a:moveTo>
                    <a:pt x="1808232" y="1398737"/>
                  </a:moveTo>
                  <a:lnTo>
                    <a:pt x="1827625" y="1406480"/>
                  </a:lnTo>
                  <a:lnTo>
                    <a:pt x="1716662" y="1336007"/>
                  </a:lnTo>
                  <a:close/>
                  <a:moveTo>
                    <a:pt x="1716662" y="1336007"/>
                  </a:moveTo>
                  <a:lnTo>
                    <a:pt x="1827625" y="1406480"/>
                  </a:lnTo>
                  <a:lnTo>
                    <a:pt x="1762019" y="1354959"/>
                  </a:lnTo>
                  <a:close/>
                  <a:moveTo>
                    <a:pt x="1852010" y="1454299"/>
                  </a:moveTo>
                  <a:lnTo>
                    <a:pt x="1827625" y="1406480"/>
                  </a:lnTo>
                  <a:lnTo>
                    <a:pt x="1808232" y="1398737"/>
                  </a:lnTo>
                  <a:close/>
                  <a:moveTo>
                    <a:pt x="1658315" y="1322850"/>
                  </a:moveTo>
                  <a:lnTo>
                    <a:pt x="1716662" y="1336007"/>
                  </a:lnTo>
                  <a:lnTo>
                    <a:pt x="1603822" y="1267058"/>
                  </a:lnTo>
                  <a:close/>
                  <a:moveTo>
                    <a:pt x="1529168" y="1167068"/>
                  </a:moveTo>
                  <a:lnTo>
                    <a:pt x="1603822" y="1267058"/>
                  </a:lnTo>
                  <a:lnTo>
                    <a:pt x="1574383" y="1190528"/>
                  </a:lnTo>
                  <a:close/>
                  <a:moveTo>
                    <a:pt x="1467361" y="852135"/>
                  </a:moveTo>
                  <a:lnTo>
                    <a:pt x="1518159" y="905446"/>
                  </a:lnTo>
                  <a:lnTo>
                    <a:pt x="1551684" y="909077"/>
                  </a:lnTo>
                  <a:close/>
                  <a:moveTo>
                    <a:pt x="1376167" y="789834"/>
                  </a:moveTo>
                  <a:lnTo>
                    <a:pt x="1266431" y="861668"/>
                  </a:lnTo>
                  <a:lnTo>
                    <a:pt x="1378149" y="828882"/>
                  </a:lnTo>
                  <a:close/>
                  <a:moveTo>
                    <a:pt x="1323987" y="741016"/>
                  </a:moveTo>
                  <a:lnTo>
                    <a:pt x="1266431" y="861668"/>
                  </a:lnTo>
                  <a:lnTo>
                    <a:pt x="1376167" y="789834"/>
                  </a:lnTo>
                  <a:close/>
                  <a:moveTo>
                    <a:pt x="1261028" y="763415"/>
                  </a:moveTo>
                  <a:lnTo>
                    <a:pt x="1323987" y="741016"/>
                  </a:lnTo>
                  <a:lnTo>
                    <a:pt x="1286124" y="731835"/>
                  </a:lnTo>
                  <a:close/>
                  <a:moveTo>
                    <a:pt x="1259601" y="741016"/>
                  </a:moveTo>
                  <a:lnTo>
                    <a:pt x="1261028" y="763415"/>
                  </a:lnTo>
                  <a:lnTo>
                    <a:pt x="1286124" y="731835"/>
                  </a:lnTo>
                  <a:close/>
                  <a:moveTo>
                    <a:pt x="1387301" y="831463"/>
                  </a:moveTo>
                  <a:lnTo>
                    <a:pt x="1442407" y="822294"/>
                  </a:lnTo>
                  <a:lnTo>
                    <a:pt x="1467361" y="852135"/>
                  </a:lnTo>
                  <a:close/>
                  <a:moveTo>
                    <a:pt x="1375087" y="631187"/>
                  </a:moveTo>
                  <a:lnTo>
                    <a:pt x="1323987" y="741016"/>
                  </a:lnTo>
                  <a:lnTo>
                    <a:pt x="1368276" y="736817"/>
                  </a:lnTo>
                  <a:close/>
                  <a:moveTo>
                    <a:pt x="1375087" y="631187"/>
                  </a:moveTo>
                  <a:lnTo>
                    <a:pt x="1437220" y="620365"/>
                  </a:lnTo>
                  <a:lnTo>
                    <a:pt x="1381153" y="593274"/>
                  </a:lnTo>
                  <a:close/>
                  <a:moveTo>
                    <a:pt x="1221307" y="395340"/>
                  </a:moveTo>
                  <a:lnTo>
                    <a:pt x="1172341" y="291504"/>
                  </a:lnTo>
                  <a:lnTo>
                    <a:pt x="1146102" y="295795"/>
                  </a:lnTo>
                  <a:close/>
                  <a:moveTo>
                    <a:pt x="1146102" y="295795"/>
                  </a:moveTo>
                  <a:lnTo>
                    <a:pt x="1154331" y="302540"/>
                  </a:lnTo>
                  <a:lnTo>
                    <a:pt x="1221307" y="395340"/>
                  </a:lnTo>
                  <a:close/>
                  <a:moveTo>
                    <a:pt x="1154331" y="302540"/>
                  </a:moveTo>
                  <a:lnTo>
                    <a:pt x="1146102" y="295795"/>
                  </a:lnTo>
                  <a:lnTo>
                    <a:pt x="1145589" y="291504"/>
                  </a:lnTo>
                  <a:close/>
                  <a:moveTo>
                    <a:pt x="1381153" y="593274"/>
                  </a:moveTo>
                  <a:lnTo>
                    <a:pt x="1501820" y="550565"/>
                  </a:lnTo>
                  <a:lnTo>
                    <a:pt x="1421748" y="529850"/>
                  </a:lnTo>
                  <a:close/>
                  <a:moveTo>
                    <a:pt x="1196003" y="335283"/>
                  </a:moveTo>
                  <a:lnTo>
                    <a:pt x="1154331" y="302540"/>
                  </a:lnTo>
                  <a:lnTo>
                    <a:pt x="1145589" y="291504"/>
                  </a:lnTo>
                  <a:close/>
                  <a:moveTo>
                    <a:pt x="1535611" y="461704"/>
                  </a:moveTo>
                  <a:lnTo>
                    <a:pt x="1501820" y="550565"/>
                  </a:lnTo>
                  <a:lnTo>
                    <a:pt x="1589697" y="477804"/>
                  </a:lnTo>
                  <a:close/>
                  <a:moveTo>
                    <a:pt x="1589697" y="477804"/>
                  </a:moveTo>
                  <a:lnTo>
                    <a:pt x="1553583" y="465445"/>
                  </a:lnTo>
                  <a:lnTo>
                    <a:pt x="1536742" y="461277"/>
                  </a:lnTo>
                  <a:close/>
                  <a:moveTo>
                    <a:pt x="1240838" y="132113"/>
                  </a:moveTo>
                  <a:lnTo>
                    <a:pt x="1262911" y="88637"/>
                  </a:lnTo>
                  <a:lnTo>
                    <a:pt x="1260056" y="63560"/>
                  </a:lnTo>
                  <a:close/>
                  <a:moveTo>
                    <a:pt x="1240838" y="132113"/>
                  </a:moveTo>
                  <a:lnTo>
                    <a:pt x="1260056" y="63560"/>
                  </a:lnTo>
                  <a:lnTo>
                    <a:pt x="1162844" y="119164"/>
                  </a:lnTo>
                  <a:close/>
                  <a:moveTo>
                    <a:pt x="1162844" y="119164"/>
                  </a:moveTo>
                  <a:lnTo>
                    <a:pt x="1260056" y="63560"/>
                  </a:lnTo>
                  <a:lnTo>
                    <a:pt x="1192005" y="58292"/>
                  </a:lnTo>
                  <a:close/>
                  <a:moveTo>
                    <a:pt x="1192005" y="58292"/>
                  </a:moveTo>
                  <a:lnTo>
                    <a:pt x="1260056" y="63560"/>
                  </a:lnTo>
                  <a:lnTo>
                    <a:pt x="121512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77" name="Candidate_density__2076">
              <a:extLst>
                <a:ext uri="{FF2B5EF4-FFF2-40B4-BE49-F238E27FC236}">
                  <a16:creationId xmlns:a16="http://schemas.microsoft.com/office/drawing/2014/main" id="{CEF7CE9C-80F4-D81E-B147-423D4BBD613D}"/>
                </a:ext>
              </a:extLst>
            </p:cNvPr>
            <p:cNvSpPr>
              <a:spLocks noGrp="1"/>
            </p:cNvSpPr>
            <p:nvPr/>
          </p:nvSpPr>
          <p:spPr>
            <a:xfrm>
              <a:off x="4334757" y="1692601"/>
              <a:ext cx="2232521" cy="3544650"/>
            </a:xfrm>
            <a:custGeom>
              <a:avLst/>
              <a:gdLst/>
              <a:ahLst/>
              <a:cxnLst/>
              <a:rect l="0" t="0" r="0" b="0"/>
              <a:pathLst>
                <a:path w="2232521" h="3544650">
                  <a:moveTo>
                    <a:pt x="332121" y="3438049"/>
                  </a:moveTo>
                  <a:lnTo>
                    <a:pt x="293801" y="3476486"/>
                  </a:lnTo>
                  <a:lnTo>
                    <a:pt x="320266" y="3488692"/>
                  </a:lnTo>
                  <a:close/>
                  <a:moveTo>
                    <a:pt x="541853" y="3544650"/>
                  </a:moveTo>
                  <a:lnTo>
                    <a:pt x="474968" y="3508746"/>
                  </a:lnTo>
                  <a:lnTo>
                    <a:pt x="482813" y="3520264"/>
                  </a:lnTo>
                  <a:close/>
                  <a:moveTo>
                    <a:pt x="513082" y="3500537"/>
                  </a:moveTo>
                  <a:lnTo>
                    <a:pt x="474968" y="3508746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13082" y="3500537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41853" y="3544650"/>
                  </a:lnTo>
                  <a:lnTo>
                    <a:pt x="667323" y="3519901"/>
                  </a:lnTo>
                  <a:close/>
                  <a:moveTo>
                    <a:pt x="454114" y="3495267"/>
                  </a:moveTo>
                  <a:lnTo>
                    <a:pt x="474968" y="3508746"/>
                  </a:lnTo>
                  <a:lnTo>
                    <a:pt x="373397" y="3472136"/>
                  </a:lnTo>
                  <a:close/>
                  <a:moveTo>
                    <a:pt x="556945" y="3158309"/>
                  </a:moveTo>
                  <a:lnTo>
                    <a:pt x="574753" y="3237254"/>
                  </a:lnTo>
                  <a:lnTo>
                    <a:pt x="624506" y="3208070"/>
                  </a:lnTo>
                  <a:close/>
                  <a:moveTo>
                    <a:pt x="699192" y="3208650"/>
                  </a:moveTo>
                  <a:lnTo>
                    <a:pt x="665666" y="3146758"/>
                  </a:lnTo>
                  <a:lnTo>
                    <a:pt x="624506" y="3208070"/>
                  </a:lnTo>
                  <a:close/>
                  <a:moveTo>
                    <a:pt x="0" y="2051233"/>
                  </a:moveTo>
                  <a:lnTo>
                    <a:pt x="95806" y="2130779"/>
                  </a:lnTo>
                  <a:lnTo>
                    <a:pt x="60074" y="2102296"/>
                  </a:lnTo>
                  <a:close/>
                  <a:moveTo>
                    <a:pt x="151927" y="2125402"/>
                  </a:moveTo>
                  <a:lnTo>
                    <a:pt x="73633" y="2111331"/>
                  </a:lnTo>
                  <a:lnTo>
                    <a:pt x="60074" y="2102296"/>
                  </a:lnTo>
                  <a:close/>
                  <a:moveTo>
                    <a:pt x="745584" y="2809372"/>
                  </a:moveTo>
                  <a:lnTo>
                    <a:pt x="763098" y="2834791"/>
                  </a:lnTo>
                  <a:lnTo>
                    <a:pt x="768679" y="2751095"/>
                  </a:lnTo>
                  <a:close/>
                  <a:moveTo>
                    <a:pt x="168539" y="2074708"/>
                  </a:moveTo>
                  <a:lnTo>
                    <a:pt x="73633" y="2111331"/>
                  </a:lnTo>
                  <a:lnTo>
                    <a:pt x="151927" y="2125402"/>
                  </a:lnTo>
                  <a:close/>
                  <a:moveTo>
                    <a:pt x="168539" y="2074708"/>
                  </a:moveTo>
                  <a:lnTo>
                    <a:pt x="81303" y="2085037"/>
                  </a:lnTo>
                  <a:lnTo>
                    <a:pt x="73633" y="2111331"/>
                  </a:lnTo>
                  <a:close/>
                  <a:moveTo>
                    <a:pt x="184065" y="2030359"/>
                  </a:moveTo>
                  <a:lnTo>
                    <a:pt x="216733" y="1996027"/>
                  </a:lnTo>
                  <a:lnTo>
                    <a:pt x="223224" y="1974204"/>
                  </a:lnTo>
                  <a:close/>
                  <a:moveTo>
                    <a:pt x="184065" y="2030359"/>
                  </a:moveTo>
                  <a:lnTo>
                    <a:pt x="204254" y="2042385"/>
                  </a:lnTo>
                  <a:lnTo>
                    <a:pt x="216733" y="1996027"/>
                  </a:lnTo>
                  <a:close/>
                  <a:moveTo>
                    <a:pt x="168539" y="2074708"/>
                  </a:moveTo>
                  <a:lnTo>
                    <a:pt x="204254" y="2042385"/>
                  </a:lnTo>
                  <a:lnTo>
                    <a:pt x="184065" y="2030359"/>
                  </a:lnTo>
                  <a:close/>
                  <a:moveTo>
                    <a:pt x="181269" y="2094856"/>
                  </a:moveTo>
                  <a:lnTo>
                    <a:pt x="204254" y="2042385"/>
                  </a:lnTo>
                  <a:lnTo>
                    <a:pt x="168539" y="2074708"/>
                  </a:lnTo>
                  <a:close/>
                  <a:moveTo>
                    <a:pt x="14415" y="1889927"/>
                  </a:moveTo>
                  <a:lnTo>
                    <a:pt x="119514" y="1809774"/>
                  </a:lnTo>
                  <a:lnTo>
                    <a:pt x="127684" y="1819561"/>
                  </a:lnTo>
                  <a:close/>
                  <a:moveTo>
                    <a:pt x="127684" y="1819561"/>
                  </a:moveTo>
                  <a:lnTo>
                    <a:pt x="120067" y="1813838"/>
                  </a:lnTo>
                  <a:lnTo>
                    <a:pt x="14415" y="1889927"/>
                  </a:lnTo>
                  <a:close/>
                  <a:moveTo>
                    <a:pt x="127684" y="1819561"/>
                  </a:moveTo>
                  <a:lnTo>
                    <a:pt x="189513" y="1891989"/>
                  </a:lnTo>
                  <a:lnTo>
                    <a:pt x="120067" y="1813838"/>
                  </a:lnTo>
                  <a:close/>
                  <a:moveTo>
                    <a:pt x="119514" y="1809774"/>
                  </a:moveTo>
                  <a:lnTo>
                    <a:pt x="10347" y="1842447"/>
                  </a:lnTo>
                  <a:lnTo>
                    <a:pt x="124523" y="1807742"/>
                  </a:lnTo>
                  <a:close/>
                  <a:moveTo>
                    <a:pt x="170602" y="1872847"/>
                  </a:moveTo>
                  <a:lnTo>
                    <a:pt x="223224" y="1974204"/>
                  </a:lnTo>
                  <a:lnTo>
                    <a:pt x="189513" y="1891989"/>
                  </a:lnTo>
                  <a:close/>
                  <a:moveTo>
                    <a:pt x="170602" y="1872847"/>
                  </a:moveTo>
                  <a:lnTo>
                    <a:pt x="195135" y="1952994"/>
                  </a:lnTo>
                  <a:lnTo>
                    <a:pt x="223224" y="1974204"/>
                  </a:lnTo>
                  <a:close/>
                  <a:moveTo>
                    <a:pt x="93695" y="1774686"/>
                  </a:moveTo>
                  <a:lnTo>
                    <a:pt x="170602" y="1872847"/>
                  </a:lnTo>
                  <a:lnTo>
                    <a:pt x="119514" y="1809774"/>
                  </a:lnTo>
                  <a:close/>
                  <a:moveTo>
                    <a:pt x="93695" y="1774686"/>
                  </a:moveTo>
                  <a:lnTo>
                    <a:pt x="119514" y="1809774"/>
                  </a:lnTo>
                  <a:lnTo>
                    <a:pt x="95277" y="1761852"/>
                  </a:lnTo>
                  <a:close/>
                  <a:moveTo>
                    <a:pt x="95277" y="1761852"/>
                  </a:moveTo>
                  <a:lnTo>
                    <a:pt x="119514" y="1809774"/>
                  </a:lnTo>
                  <a:lnTo>
                    <a:pt x="124523" y="1807742"/>
                  </a:lnTo>
                  <a:close/>
                  <a:moveTo>
                    <a:pt x="95277" y="1761852"/>
                  </a:moveTo>
                  <a:lnTo>
                    <a:pt x="124523" y="1807742"/>
                  </a:lnTo>
                  <a:lnTo>
                    <a:pt x="156689" y="1712803"/>
                  </a:lnTo>
                  <a:close/>
                  <a:moveTo>
                    <a:pt x="710030" y="2237723"/>
                  </a:moveTo>
                  <a:lnTo>
                    <a:pt x="661562" y="2316626"/>
                  </a:lnTo>
                  <a:lnTo>
                    <a:pt x="718778" y="2330703"/>
                  </a:lnTo>
                  <a:close/>
                  <a:moveTo>
                    <a:pt x="718778" y="2330703"/>
                  </a:moveTo>
                  <a:lnTo>
                    <a:pt x="741945" y="2346843"/>
                  </a:lnTo>
                  <a:lnTo>
                    <a:pt x="710030" y="2237723"/>
                  </a:lnTo>
                  <a:close/>
                  <a:moveTo>
                    <a:pt x="277214" y="1746673"/>
                  </a:moveTo>
                  <a:lnTo>
                    <a:pt x="259107" y="1732901"/>
                  </a:lnTo>
                  <a:lnTo>
                    <a:pt x="232231" y="1716583"/>
                  </a:lnTo>
                  <a:close/>
                  <a:moveTo>
                    <a:pt x="784880" y="2105540"/>
                  </a:moveTo>
                  <a:lnTo>
                    <a:pt x="810255" y="2216833"/>
                  </a:lnTo>
                  <a:lnTo>
                    <a:pt x="828862" y="2123597"/>
                  </a:lnTo>
                  <a:close/>
                  <a:moveTo>
                    <a:pt x="828862" y="2123597"/>
                  </a:moveTo>
                  <a:lnTo>
                    <a:pt x="810255" y="2216833"/>
                  </a:lnTo>
                  <a:lnTo>
                    <a:pt x="903300" y="2123245"/>
                  </a:lnTo>
                  <a:close/>
                  <a:moveTo>
                    <a:pt x="494621" y="1791201"/>
                  </a:moveTo>
                  <a:lnTo>
                    <a:pt x="494500" y="1891392"/>
                  </a:lnTo>
                  <a:lnTo>
                    <a:pt x="571440" y="1789341"/>
                  </a:lnTo>
                  <a:close/>
                  <a:moveTo>
                    <a:pt x="571440" y="1789341"/>
                  </a:moveTo>
                  <a:lnTo>
                    <a:pt x="525043" y="1760183"/>
                  </a:lnTo>
                  <a:lnTo>
                    <a:pt x="481107" y="1702096"/>
                  </a:lnTo>
                  <a:close/>
                  <a:moveTo>
                    <a:pt x="1319219" y="2627126"/>
                  </a:moveTo>
                  <a:lnTo>
                    <a:pt x="1299239" y="2662220"/>
                  </a:lnTo>
                  <a:lnTo>
                    <a:pt x="1346862" y="2667020"/>
                  </a:lnTo>
                  <a:close/>
                  <a:moveTo>
                    <a:pt x="729064" y="1813920"/>
                  </a:moveTo>
                  <a:lnTo>
                    <a:pt x="662248" y="1776108"/>
                  </a:lnTo>
                  <a:lnTo>
                    <a:pt x="751805" y="1835489"/>
                  </a:lnTo>
                  <a:close/>
                  <a:moveTo>
                    <a:pt x="532097" y="1491598"/>
                  </a:moveTo>
                  <a:lnTo>
                    <a:pt x="528831" y="1523705"/>
                  </a:lnTo>
                  <a:lnTo>
                    <a:pt x="576897" y="1523653"/>
                  </a:lnTo>
                  <a:close/>
                  <a:moveTo>
                    <a:pt x="1673429" y="2836826"/>
                  </a:moveTo>
                  <a:lnTo>
                    <a:pt x="1735008" y="2889254"/>
                  </a:lnTo>
                  <a:lnTo>
                    <a:pt x="1799784" y="2815385"/>
                  </a:lnTo>
                  <a:close/>
                  <a:moveTo>
                    <a:pt x="915782" y="1891357"/>
                  </a:moveTo>
                  <a:lnTo>
                    <a:pt x="963177" y="1952918"/>
                  </a:lnTo>
                  <a:lnTo>
                    <a:pt x="985783" y="1984888"/>
                  </a:lnTo>
                  <a:close/>
                  <a:moveTo>
                    <a:pt x="1799784" y="2815385"/>
                  </a:moveTo>
                  <a:lnTo>
                    <a:pt x="1799302" y="2758822"/>
                  </a:lnTo>
                  <a:lnTo>
                    <a:pt x="1767534" y="2850818"/>
                  </a:lnTo>
                  <a:close/>
                  <a:moveTo>
                    <a:pt x="1799302" y="2758822"/>
                  </a:moveTo>
                  <a:lnTo>
                    <a:pt x="1799784" y="2815385"/>
                  </a:lnTo>
                  <a:lnTo>
                    <a:pt x="1822461" y="2768603"/>
                  </a:lnTo>
                  <a:close/>
                  <a:moveTo>
                    <a:pt x="1765019" y="2730166"/>
                  </a:moveTo>
                  <a:lnTo>
                    <a:pt x="1799302" y="2758822"/>
                  </a:lnTo>
                  <a:lnTo>
                    <a:pt x="1722454" y="2660614"/>
                  </a:lnTo>
                  <a:close/>
                  <a:moveTo>
                    <a:pt x="1722454" y="2660614"/>
                  </a:moveTo>
                  <a:lnTo>
                    <a:pt x="1799302" y="2758822"/>
                  </a:lnTo>
                  <a:lnTo>
                    <a:pt x="1744040" y="2686388"/>
                  </a:lnTo>
                  <a:close/>
                  <a:moveTo>
                    <a:pt x="1721919" y="2587718"/>
                  </a:moveTo>
                  <a:lnTo>
                    <a:pt x="1697832" y="2580539"/>
                  </a:lnTo>
                  <a:lnTo>
                    <a:pt x="1806607" y="2625694"/>
                  </a:lnTo>
                  <a:close/>
                  <a:moveTo>
                    <a:pt x="834815" y="1617591"/>
                  </a:moveTo>
                  <a:lnTo>
                    <a:pt x="937747" y="1606435"/>
                  </a:lnTo>
                  <a:lnTo>
                    <a:pt x="918452" y="1661370"/>
                  </a:lnTo>
                  <a:close/>
                  <a:moveTo>
                    <a:pt x="834815" y="1617591"/>
                  </a:moveTo>
                  <a:lnTo>
                    <a:pt x="918452" y="1661370"/>
                  </a:lnTo>
                  <a:lnTo>
                    <a:pt x="886867" y="1699807"/>
                  </a:lnTo>
                  <a:close/>
                  <a:moveTo>
                    <a:pt x="914067" y="1592476"/>
                  </a:moveTo>
                  <a:lnTo>
                    <a:pt x="1003016" y="1661370"/>
                  </a:lnTo>
                  <a:lnTo>
                    <a:pt x="937747" y="1606435"/>
                  </a:lnTo>
                  <a:close/>
                  <a:moveTo>
                    <a:pt x="1806607" y="2625694"/>
                  </a:moveTo>
                  <a:lnTo>
                    <a:pt x="1853008" y="2583977"/>
                  </a:lnTo>
                  <a:lnTo>
                    <a:pt x="1721919" y="2587718"/>
                  </a:lnTo>
                  <a:close/>
                  <a:moveTo>
                    <a:pt x="1602653" y="2397141"/>
                  </a:moveTo>
                  <a:lnTo>
                    <a:pt x="1731531" y="2453050"/>
                  </a:lnTo>
                  <a:lnTo>
                    <a:pt x="1713269" y="2445084"/>
                  </a:lnTo>
                  <a:close/>
                  <a:moveTo>
                    <a:pt x="1683351" y="2443518"/>
                  </a:moveTo>
                  <a:lnTo>
                    <a:pt x="1731531" y="2453050"/>
                  </a:lnTo>
                  <a:lnTo>
                    <a:pt x="1612781" y="2401306"/>
                  </a:lnTo>
                  <a:close/>
                  <a:moveTo>
                    <a:pt x="1003016" y="1661370"/>
                  </a:moveTo>
                  <a:lnTo>
                    <a:pt x="1033886" y="1687222"/>
                  </a:lnTo>
                  <a:lnTo>
                    <a:pt x="1038492" y="1652004"/>
                  </a:lnTo>
                  <a:close/>
                  <a:moveTo>
                    <a:pt x="1003016" y="1661370"/>
                  </a:moveTo>
                  <a:lnTo>
                    <a:pt x="1038492" y="1652004"/>
                  </a:lnTo>
                  <a:lnTo>
                    <a:pt x="937747" y="1606435"/>
                  </a:lnTo>
                  <a:close/>
                  <a:moveTo>
                    <a:pt x="1102864" y="1660263"/>
                  </a:moveTo>
                  <a:lnTo>
                    <a:pt x="1038492" y="1652004"/>
                  </a:lnTo>
                  <a:lnTo>
                    <a:pt x="1033886" y="1687222"/>
                  </a:lnTo>
                  <a:close/>
                  <a:moveTo>
                    <a:pt x="1120499" y="1545834"/>
                  </a:moveTo>
                  <a:lnTo>
                    <a:pt x="1038492" y="1652004"/>
                  </a:lnTo>
                  <a:lnTo>
                    <a:pt x="1102864" y="1660263"/>
                  </a:lnTo>
                  <a:close/>
                  <a:moveTo>
                    <a:pt x="533896" y="882997"/>
                  </a:moveTo>
                  <a:lnTo>
                    <a:pt x="507711" y="898029"/>
                  </a:lnTo>
                  <a:lnTo>
                    <a:pt x="568430" y="890957"/>
                  </a:lnTo>
                  <a:close/>
                  <a:moveTo>
                    <a:pt x="533896" y="882997"/>
                  </a:moveTo>
                  <a:lnTo>
                    <a:pt x="568430" y="890957"/>
                  </a:lnTo>
                  <a:lnTo>
                    <a:pt x="573404" y="864985"/>
                  </a:lnTo>
                  <a:close/>
                  <a:moveTo>
                    <a:pt x="254313" y="564184"/>
                  </a:moveTo>
                  <a:lnTo>
                    <a:pt x="258123" y="661179"/>
                  </a:lnTo>
                  <a:lnTo>
                    <a:pt x="325337" y="567036"/>
                  </a:lnTo>
                  <a:close/>
                  <a:moveTo>
                    <a:pt x="179312" y="564567"/>
                  </a:moveTo>
                  <a:lnTo>
                    <a:pt x="258123" y="661179"/>
                  </a:lnTo>
                  <a:lnTo>
                    <a:pt x="254313" y="564184"/>
                  </a:lnTo>
                  <a:close/>
                  <a:moveTo>
                    <a:pt x="2073567" y="2571078"/>
                  </a:moveTo>
                  <a:lnTo>
                    <a:pt x="2086416" y="2620677"/>
                  </a:lnTo>
                  <a:lnTo>
                    <a:pt x="2145578" y="2626669"/>
                  </a:lnTo>
                  <a:close/>
                  <a:moveTo>
                    <a:pt x="1906903" y="2506824"/>
                  </a:moveTo>
                  <a:lnTo>
                    <a:pt x="1932608" y="2410762"/>
                  </a:lnTo>
                  <a:lnTo>
                    <a:pt x="1877904" y="2527300"/>
                  </a:lnTo>
                  <a:close/>
                  <a:moveTo>
                    <a:pt x="1940874" y="2418634"/>
                  </a:moveTo>
                  <a:lnTo>
                    <a:pt x="1927543" y="2514972"/>
                  </a:lnTo>
                  <a:lnTo>
                    <a:pt x="1877904" y="2527300"/>
                  </a:lnTo>
                  <a:close/>
                  <a:moveTo>
                    <a:pt x="1927543" y="2514972"/>
                  </a:moveTo>
                  <a:lnTo>
                    <a:pt x="1940874" y="2418634"/>
                  </a:lnTo>
                  <a:lnTo>
                    <a:pt x="1978623" y="2527300"/>
                  </a:lnTo>
                  <a:close/>
                  <a:moveTo>
                    <a:pt x="1932608" y="2410762"/>
                  </a:moveTo>
                  <a:lnTo>
                    <a:pt x="1906903" y="2506824"/>
                  </a:lnTo>
                  <a:lnTo>
                    <a:pt x="1978623" y="2527300"/>
                  </a:lnTo>
                  <a:close/>
                  <a:moveTo>
                    <a:pt x="1561228" y="2050376"/>
                  </a:moveTo>
                  <a:lnTo>
                    <a:pt x="1485809" y="2031174"/>
                  </a:lnTo>
                  <a:lnTo>
                    <a:pt x="1495004" y="2034009"/>
                  </a:lnTo>
                  <a:close/>
                  <a:moveTo>
                    <a:pt x="1538162" y="2027590"/>
                  </a:moveTo>
                  <a:lnTo>
                    <a:pt x="1485809" y="2031174"/>
                  </a:lnTo>
                  <a:lnTo>
                    <a:pt x="1561228" y="2050376"/>
                  </a:lnTo>
                  <a:close/>
                  <a:moveTo>
                    <a:pt x="510544" y="877427"/>
                  </a:moveTo>
                  <a:lnTo>
                    <a:pt x="507711" y="898029"/>
                  </a:lnTo>
                  <a:lnTo>
                    <a:pt x="533896" y="882997"/>
                  </a:lnTo>
                  <a:close/>
                  <a:moveTo>
                    <a:pt x="510544" y="877427"/>
                  </a:moveTo>
                  <a:lnTo>
                    <a:pt x="533896" y="882997"/>
                  </a:lnTo>
                  <a:lnTo>
                    <a:pt x="537590" y="794539"/>
                  </a:lnTo>
                  <a:close/>
                  <a:moveTo>
                    <a:pt x="537590" y="794539"/>
                  </a:moveTo>
                  <a:lnTo>
                    <a:pt x="573404" y="864985"/>
                  </a:lnTo>
                  <a:lnTo>
                    <a:pt x="612374" y="795486"/>
                  </a:lnTo>
                  <a:close/>
                  <a:moveTo>
                    <a:pt x="612374" y="795486"/>
                  </a:moveTo>
                  <a:lnTo>
                    <a:pt x="660690" y="776453"/>
                  </a:lnTo>
                  <a:lnTo>
                    <a:pt x="645789" y="762346"/>
                  </a:lnTo>
                  <a:close/>
                  <a:moveTo>
                    <a:pt x="573404" y="864985"/>
                  </a:moveTo>
                  <a:lnTo>
                    <a:pt x="649252" y="869908"/>
                  </a:lnTo>
                  <a:lnTo>
                    <a:pt x="612374" y="795486"/>
                  </a:lnTo>
                  <a:close/>
                  <a:moveTo>
                    <a:pt x="645789" y="762346"/>
                  </a:moveTo>
                  <a:lnTo>
                    <a:pt x="660690" y="776453"/>
                  </a:lnTo>
                  <a:lnTo>
                    <a:pt x="666758" y="720160"/>
                  </a:lnTo>
                  <a:close/>
                  <a:moveTo>
                    <a:pt x="443023" y="515701"/>
                  </a:moveTo>
                  <a:lnTo>
                    <a:pt x="420564" y="572200"/>
                  </a:lnTo>
                  <a:lnTo>
                    <a:pt x="465937" y="526640"/>
                  </a:lnTo>
                  <a:close/>
                  <a:moveTo>
                    <a:pt x="2145578" y="2626669"/>
                  </a:moveTo>
                  <a:lnTo>
                    <a:pt x="2191566" y="2653293"/>
                  </a:lnTo>
                  <a:lnTo>
                    <a:pt x="2192281" y="2586084"/>
                  </a:lnTo>
                  <a:close/>
                  <a:moveTo>
                    <a:pt x="2192281" y="2586084"/>
                  </a:moveTo>
                  <a:lnTo>
                    <a:pt x="2191566" y="2653293"/>
                  </a:lnTo>
                  <a:lnTo>
                    <a:pt x="2232521" y="2548899"/>
                  </a:lnTo>
                  <a:close/>
                  <a:moveTo>
                    <a:pt x="2145578" y="2626669"/>
                  </a:moveTo>
                  <a:lnTo>
                    <a:pt x="2093664" y="2540603"/>
                  </a:lnTo>
                  <a:lnTo>
                    <a:pt x="2073567" y="2571078"/>
                  </a:lnTo>
                  <a:close/>
                  <a:moveTo>
                    <a:pt x="1682133" y="2008559"/>
                  </a:moveTo>
                  <a:lnTo>
                    <a:pt x="1771085" y="2062478"/>
                  </a:lnTo>
                  <a:lnTo>
                    <a:pt x="1729357" y="1957136"/>
                  </a:lnTo>
                  <a:close/>
                  <a:moveTo>
                    <a:pt x="1695898" y="1981558"/>
                  </a:moveTo>
                  <a:lnTo>
                    <a:pt x="1754542" y="1894381"/>
                  </a:lnTo>
                  <a:lnTo>
                    <a:pt x="1700394" y="1877810"/>
                  </a:lnTo>
                  <a:close/>
                  <a:moveTo>
                    <a:pt x="1695898" y="1981558"/>
                  </a:moveTo>
                  <a:lnTo>
                    <a:pt x="1700394" y="1877810"/>
                  </a:lnTo>
                  <a:lnTo>
                    <a:pt x="1722735" y="1957136"/>
                  </a:lnTo>
                  <a:close/>
                  <a:moveTo>
                    <a:pt x="1388966" y="1748429"/>
                  </a:moveTo>
                  <a:lnTo>
                    <a:pt x="1460399" y="1736845"/>
                  </a:lnTo>
                  <a:lnTo>
                    <a:pt x="1503401" y="1682423"/>
                  </a:lnTo>
                  <a:close/>
                  <a:moveTo>
                    <a:pt x="1426727" y="1674410"/>
                  </a:moveTo>
                  <a:lnTo>
                    <a:pt x="1388966" y="1748429"/>
                  </a:lnTo>
                  <a:lnTo>
                    <a:pt x="1503401" y="1682423"/>
                  </a:lnTo>
                  <a:close/>
                  <a:moveTo>
                    <a:pt x="1503401" y="1682423"/>
                  </a:moveTo>
                  <a:lnTo>
                    <a:pt x="1460399" y="1736845"/>
                  </a:lnTo>
                  <a:lnTo>
                    <a:pt x="1578968" y="1686299"/>
                  </a:lnTo>
                  <a:close/>
                  <a:moveTo>
                    <a:pt x="639490" y="681666"/>
                  </a:moveTo>
                  <a:lnTo>
                    <a:pt x="666758" y="720160"/>
                  </a:lnTo>
                  <a:lnTo>
                    <a:pt x="714262" y="682567"/>
                  </a:lnTo>
                  <a:close/>
                  <a:moveTo>
                    <a:pt x="465937" y="526640"/>
                  </a:moveTo>
                  <a:lnTo>
                    <a:pt x="480202" y="477264"/>
                  </a:lnTo>
                  <a:lnTo>
                    <a:pt x="443023" y="515701"/>
                  </a:lnTo>
                  <a:close/>
                  <a:moveTo>
                    <a:pt x="519643" y="512235"/>
                  </a:moveTo>
                  <a:lnTo>
                    <a:pt x="480202" y="477264"/>
                  </a:lnTo>
                  <a:lnTo>
                    <a:pt x="465937" y="526640"/>
                  </a:lnTo>
                  <a:close/>
                  <a:moveTo>
                    <a:pt x="1608217" y="1710491"/>
                  </a:moveTo>
                  <a:lnTo>
                    <a:pt x="1668463" y="1742246"/>
                  </a:lnTo>
                  <a:lnTo>
                    <a:pt x="1698107" y="1754269"/>
                  </a:lnTo>
                  <a:close/>
                  <a:moveTo>
                    <a:pt x="986262" y="393267"/>
                  </a:moveTo>
                  <a:lnTo>
                    <a:pt x="916442" y="389438"/>
                  </a:lnTo>
                  <a:lnTo>
                    <a:pt x="906928" y="415193"/>
                  </a:lnTo>
                  <a:close/>
                  <a:moveTo>
                    <a:pt x="1865138" y="1310100"/>
                  </a:moveTo>
                  <a:lnTo>
                    <a:pt x="1826131" y="1235627"/>
                  </a:lnTo>
                  <a:lnTo>
                    <a:pt x="1850516" y="1283447"/>
                  </a:lnTo>
                  <a:close/>
                  <a:moveTo>
                    <a:pt x="1839100" y="1266321"/>
                  </a:moveTo>
                  <a:lnTo>
                    <a:pt x="1826131" y="1235627"/>
                  </a:lnTo>
                  <a:lnTo>
                    <a:pt x="1865138" y="1310100"/>
                  </a:lnTo>
                  <a:close/>
                  <a:moveTo>
                    <a:pt x="1482882" y="744896"/>
                  </a:moveTo>
                  <a:lnTo>
                    <a:pt x="1550190" y="738225"/>
                  </a:lnTo>
                  <a:lnTo>
                    <a:pt x="1516665" y="734594"/>
                  </a:lnTo>
                  <a:close/>
                  <a:moveTo>
                    <a:pt x="1260019" y="690815"/>
                  </a:moveTo>
                  <a:lnTo>
                    <a:pt x="1259534" y="592563"/>
                  </a:lnTo>
                  <a:lnTo>
                    <a:pt x="1258107" y="570164"/>
                  </a:lnTo>
                  <a:close/>
                  <a:moveTo>
                    <a:pt x="1258107" y="570164"/>
                  </a:moveTo>
                  <a:lnTo>
                    <a:pt x="1292063" y="588772"/>
                  </a:lnTo>
                  <a:lnTo>
                    <a:pt x="1260019" y="690815"/>
                  </a:lnTo>
                  <a:close/>
                  <a:moveTo>
                    <a:pt x="1322494" y="570164"/>
                  </a:moveTo>
                  <a:lnTo>
                    <a:pt x="1259534" y="592563"/>
                  </a:lnTo>
                  <a:lnTo>
                    <a:pt x="1257130" y="673364"/>
                  </a:lnTo>
                  <a:close/>
                  <a:moveTo>
                    <a:pt x="1495646" y="721977"/>
                  </a:moveTo>
                  <a:lnTo>
                    <a:pt x="1482882" y="744896"/>
                  </a:lnTo>
                  <a:lnTo>
                    <a:pt x="1516665" y="734594"/>
                  </a:lnTo>
                  <a:close/>
                  <a:moveTo>
                    <a:pt x="1495646" y="721977"/>
                  </a:moveTo>
                  <a:lnTo>
                    <a:pt x="1516665" y="734594"/>
                  </a:lnTo>
                  <a:lnTo>
                    <a:pt x="1465867" y="681282"/>
                  </a:lnTo>
                  <a:close/>
                  <a:moveTo>
                    <a:pt x="1284630" y="560982"/>
                  </a:moveTo>
                  <a:lnTo>
                    <a:pt x="1322494" y="570164"/>
                  </a:lnTo>
                  <a:lnTo>
                    <a:pt x="1318040" y="470693"/>
                  </a:lnTo>
                  <a:close/>
                  <a:moveTo>
                    <a:pt x="1318040" y="470693"/>
                  </a:moveTo>
                  <a:lnTo>
                    <a:pt x="1322494" y="570164"/>
                  </a:lnTo>
                  <a:lnTo>
                    <a:pt x="1373593" y="460335"/>
                  </a:lnTo>
                  <a:close/>
                  <a:moveTo>
                    <a:pt x="1340848" y="449512"/>
                  </a:moveTo>
                  <a:lnTo>
                    <a:pt x="1373593" y="460335"/>
                  </a:lnTo>
                  <a:lnTo>
                    <a:pt x="1379660" y="422422"/>
                  </a:lnTo>
                  <a:close/>
                  <a:moveTo>
                    <a:pt x="1152838" y="131687"/>
                  </a:moveTo>
                  <a:lnTo>
                    <a:pt x="1204660" y="202867"/>
                  </a:lnTo>
                  <a:lnTo>
                    <a:pt x="1219813" y="224487"/>
                  </a:lnTo>
                  <a:close/>
                  <a:moveTo>
                    <a:pt x="1625746" y="493291"/>
                  </a:moveTo>
                  <a:lnTo>
                    <a:pt x="1615144" y="585326"/>
                  </a:lnTo>
                  <a:lnTo>
                    <a:pt x="1614743" y="528843"/>
                  </a:lnTo>
                  <a:close/>
                  <a:moveTo>
                    <a:pt x="1567325" y="566753"/>
                  </a:moveTo>
                  <a:lnTo>
                    <a:pt x="1645011" y="578553"/>
                  </a:lnTo>
                  <a:lnTo>
                    <a:pt x="1625746" y="493291"/>
                  </a:lnTo>
                  <a:close/>
                  <a:moveTo>
                    <a:pt x="1340848" y="449512"/>
                  </a:moveTo>
                  <a:lnTo>
                    <a:pt x="1379660" y="422422"/>
                  </a:lnTo>
                  <a:lnTo>
                    <a:pt x="1420254" y="358997"/>
                  </a:lnTo>
                  <a:close/>
                  <a:moveTo>
                    <a:pt x="1204660" y="202867"/>
                  </a:moveTo>
                  <a:lnTo>
                    <a:pt x="1152838" y="131687"/>
                  </a:lnTo>
                  <a:lnTo>
                    <a:pt x="1202914" y="177633"/>
                  </a:lnTo>
                  <a:close/>
                  <a:moveTo>
                    <a:pt x="1144095" y="120652"/>
                  </a:moveTo>
                  <a:lnTo>
                    <a:pt x="1135940" y="31898"/>
                  </a:lnTo>
                  <a:lnTo>
                    <a:pt x="1129082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78" name="Candidate_density__2077">
              <a:extLst>
                <a:ext uri="{FF2B5EF4-FFF2-40B4-BE49-F238E27FC236}">
                  <a16:creationId xmlns:a16="http://schemas.microsoft.com/office/drawing/2014/main" id="{BEAD59CA-2616-A135-6CCF-990C332D612F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14104"/>
              <a:ext cx="2286419" cy="3687242"/>
            </a:xfrm>
            <a:custGeom>
              <a:avLst/>
              <a:gdLst/>
              <a:ahLst/>
              <a:cxnLst/>
              <a:rect l="0" t="0" r="0" b="0"/>
              <a:pathLst>
                <a:path w="2286419" h="3687242">
                  <a:moveTo>
                    <a:pt x="291705" y="3572767"/>
                  </a:moveTo>
                  <a:lnTo>
                    <a:pt x="329484" y="3654983"/>
                  </a:lnTo>
                  <a:lnTo>
                    <a:pt x="367804" y="3616546"/>
                  </a:lnTo>
                  <a:close/>
                  <a:moveTo>
                    <a:pt x="468431" y="3578110"/>
                  </a:moveTo>
                  <a:lnTo>
                    <a:pt x="510652" y="3687242"/>
                  </a:lnTo>
                  <a:lnTo>
                    <a:pt x="516911" y="3660325"/>
                  </a:lnTo>
                  <a:close/>
                  <a:moveTo>
                    <a:pt x="409080" y="3650633"/>
                  </a:moveTo>
                  <a:lnTo>
                    <a:pt x="510652" y="3687242"/>
                  </a:lnTo>
                  <a:lnTo>
                    <a:pt x="468431" y="3578110"/>
                  </a:lnTo>
                  <a:close/>
                  <a:moveTo>
                    <a:pt x="428153" y="3593628"/>
                  </a:moveTo>
                  <a:lnTo>
                    <a:pt x="468431" y="3578110"/>
                  </a:lnTo>
                  <a:lnTo>
                    <a:pt x="465365" y="3582418"/>
                  </a:lnTo>
                  <a:close/>
                  <a:moveTo>
                    <a:pt x="389574" y="3524900"/>
                  </a:moveTo>
                  <a:lnTo>
                    <a:pt x="428153" y="3593628"/>
                  </a:lnTo>
                  <a:lnTo>
                    <a:pt x="465365" y="3582418"/>
                  </a:lnTo>
                  <a:close/>
                  <a:moveTo>
                    <a:pt x="563372" y="3644382"/>
                  </a:moveTo>
                  <a:lnTo>
                    <a:pt x="653102" y="3632024"/>
                  </a:lnTo>
                  <a:lnTo>
                    <a:pt x="620500" y="3558437"/>
                  </a:lnTo>
                  <a:close/>
                  <a:moveTo>
                    <a:pt x="563372" y="3644382"/>
                  </a:moveTo>
                  <a:lnTo>
                    <a:pt x="620500" y="3558437"/>
                  </a:lnTo>
                  <a:lnTo>
                    <a:pt x="560169" y="3546894"/>
                  </a:lnTo>
                  <a:close/>
                  <a:moveTo>
                    <a:pt x="560169" y="3546894"/>
                  </a:moveTo>
                  <a:lnTo>
                    <a:pt x="620500" y="3558437"/>
                  </a:lnTo>
                  <a:lnTo>
                    <a:pt x="505296" y="3491412"/>
                  </a:lnTo>
                  <a:close/>
                  <a:moveTo>
                    <a:pt x="477259" y="3411683"/>
                  </a:moveTo>
                  <a:lnTo>
                    <a:pt x="522150" y="3364319"/>
                  </a:lnTo>
                  <a:lnTo>
                    <a:pt x="392086" y="3371893"/>
                  </a:lnTo>
                  <a:close/>
                  <a:moveTo>
                    <a:pt x="539358" y="2969510"/>
                  </a:moveTo>
                  <a:lnTo>
                    <a:pt x="583279" y="2988145"/>
                  </a:lnTo>
                  <a:lnTo>
                    <a:pt x="539670" y="3090161"/>
                  </a:lnTo>
                  <a:close/>
                  <a:moveTo>
                    <a:pt x="583279" y="2988145"/>
                  </a:moveTo>
                  <a:lnTo>
                    <a:pt x="539358" y="2969510"/>
                  </a:lnTo>
                  <a:lnTo>
                    <a:pt x="505684" y="2890544"/>
                  </a:lnTo>
                  <a:close/>
                  <a:moveTo>
                    <a:pt x="681403" y="2908371"/>
                  </a:moveTo>
                  <a:lnTo>
                    <a:pt x="750167" y="2913060"/>
                  </a:lnTo>
                  <a:lnTo>
                    <a:pt x="748610" y="2814233"/>
                  </a:lnTo>
                  <a:close/>
                  <a:moveTo>
                    <a:pt x="750167" y="2913060"/>
                  </a:moveTo>
                  <a:lnTo>
                    <a:pt x="825339" y="2812446"/>
                  </a:lnTo>
                  <a:lnTo>
                    <a:pt x="748610" y="2814233"/>
                  </a:lnTo>
                  <a:close/>
                  <a:moveTo>
                    <a:pt x="47863" y="1988271"/>
                  </a:moveTo>
                  <a:lnTo>
                    <a:pt x="46030" y="2020943"/>
                  </a:lnTo>
                  <a:lnTo>
                    <a:pt x="52780" y="2108923"/>
                  </a:lnTo>
                  <a:close/>
                  <a:moveTo>
                    <a:pt x="47863" y="1988271"/>
                  </a:moveTo>
                  <a:lnTo>
                    <a:pt x="34190" y="2008943"/>
                  </a:lnTo>
                  <a:lnTo>
                    <a:pt x="46030" y="2020943"/>
                  </a:lnTo>
                  <a:close/>
                  <a:moveTo>
                    <a:pt x="0" y="1944492"/>
                  </a:moveTo>
                  <a:lnTo>
                    <a:pt x="34190" y="2008943"/>
                  </a:lnTo>
                  <a:lnTo>
                    <a:pt x="47863" y="1988271"/>
                  </a:lnTo>
                  <a:close/>
                  <a:moveTo>
                    <a:pt x="364026" y="2044287"/>
                  </a:moveTo>
                  <a:lnTo>
                    <a:pt x="398980" y="2106455"/>
                  </a:lnTo>
                  <a:lnTo>
                    <a:pt x="370569" y="2032049"/>
                  </a:lnTo>
                  <a:close/>
                  <a:moveTo>
                    <a:pt x="398980" y="2106455"/>
                  </a:moveTo>
                  <a:lnTo>
                    <a:pt x="364026" y="2044287"/>
                  </a:lnTo>
                  <a:lnTo>
                    <a:pt x="402080" y="2114264"/>
                  </a:lnTo>
                  <a:close/>
                  <a:moveTo>
                    <a:pt x="1091430" y="2897979"/>
                  </a:moveTo>
                  <a:lnTo>
                    <a:pt x="1001339" y="2936415"/>
                  </a:lnTo>
                  <a:lnTo>
                    <a:pt x="1088949" y="3014190"/>
                  </a:lnTo>
                  <a:close/>
                  <a:moveTo>
                    <a:pt x="745713" y="2416220"/>
                  </a:moveTo>
                  <a:lnTo>
                    <a:pt x="839288" y="2422863"/>
                  </a:lnTo>
                  <a:lnTo>
                    <a:pt x="805872" y="2404688"/>
                  </a:lnTo>
                  <a:close/>
                  <a:moveTo>
                    <a:pt x="699812" y="2395241"/>
                  </a:moveTo>
                  <a:lnTo>
                    <a:pt x="734173" y="2404688"/>
                  </a:lnTo>
                  <a:lnTo>
                    <a:pt x="745713" y="2416220"/>
                  </a:lnTo>
                  <a:close/>
                  <a:moveTo>
                    <a:pt x="398980" y="2106455"/>
                  </a:moveTo>
                  <a:lnTo>
                    <a:pt x="402080" y="2114264"/>
                  </a:lnTo>
                  <a:lnTo>
                    <a:pt x="401812" y="2113660"/>
                  </a:lnTo>
                  <a:close/>
                  <a:moveTo>
                    <a:pt x="394364" y="2075828"/>
                  </a:moveTo>
                  <a:lnTo>
                    <a:pt x="398980" y="2106455"/>
                  </a:lnTo>
                  <a:lnTo>
                    <a:pt x="401812" y="2113660"/>
                  </a:lnTo>
                  <a:close/>
                  <a:moveTo>
                    <a:pt x="370569" y="2032049"/>
                  </a:moveTo>
                  <a:lnTo>
                    <a:pt x="398980" y="2106455"/>
                  </a:lnTo>
                  <a:lnTo>
                    <a:pt x="394364" y="2075828"/>
                  </a:lnTo>
                  <a:close/>
                  <a:moveTo>
                    <a:pt x="353886" y="1993613"/>
                  </a:moveTo>
                  <a:lnTo>
                    <a:pt x="349072" y="1949834"/>
                  </a:lnTo>
                  <a:lnTo>
                    <a:pt x="370569" y="2032049"/>
                  </a:lnTo>
                  <a:close/>
                  <a:moveTo>
                    <a:pt x="1107362" y="2804442"/>
                  </a:moveTo>
                  <a:lnTo>
                    <a:pt x="1163796" y="2800167"/>
                  </a:lnTo>
                  <a:lnTo>
                    <a:pt x="1076349" y="2751878"/>
                  </a:lnTo>
                  <a:close/>
                  <a:moveTo>
                    <a:pt x="1239198" y="2777327"/>
                  </a:moveTo>
                  <a:lnTo>
                    <a:pt x="1193321" y="2895244"/>
                  </a:lnTo>
                  <a:lnTo>
                    <a:pt x="1226510" y="2819443"/>
                  </a:lnTo>
                  <a:close/>
                  <a:moveTo>
                    <a:pt x="1263689" y="2798536"/>
                  </a:moveTo>
                  <a:lnTo>
                    <a:pt x="1239198" y="2777327"/>
                  </a:lnTo>
                  <a:lnTo>
                    <a:pt x="1258036" y="2703039"/>
                  </a:lnTo>
                  <a:close/>
                  <a:moveTo>
                    <a:pt x="820563" y="2284037"/>
                  </a:moveTo>
                  <a:lnTo>
                    <a:pt x="765439" y="2240258"/>
                  </a:lnTo>
                  <a:lnTo>
                    <a:pt x="800539" y="2322473"/>
                  </a:lnTo>
                  <a:close/>
                  <a:moveTo>
                    <a:pt x="434026" y="1887286"/>
                  </a:moveTo>
                  <a:lnTo>
                    <a:pt x="530305" y="1969698"/>
                  </a:lnTo>
                  <a:lnTo>
                    <a:pt x="516790" y="1880593"/>
                  </a:lnTo>
                  <a:close/>
                  <a:moveTo>
                    <a:pt x="505863" y="1797010"/>
                  </a:moveTo>
                  <a:lnTo>
                    <a:pt x="502575" y="1790746"/>
                  </a:lnTo>
                  <a:lnTo>
                    <a:pt x="516790" y="1880593"/>
                  </a:lnTo>
                  <a:close/>
                  <a:moveTo>
                    <a:pt x="516790" y="1880593"/>
                  </a:moveTo>
                  <a:lnTo>
                    <a:pt x="502575" y="1790746"/>
                  </a:lnTo>
                  <a:lnTo>
                    <a:pt x="414450" y="1803109"/>
                  </a:lnTo>
                  <a:close/>
                  <a:moveTo>
                    <a:pt x="516790" y="1880593"/>
                  </a:moveTo>
                  <a:lnTo>
                    <a:pt x="414450" y="1803109"/>
                  </a:lnTo>
                  <a:lnTo>
                    <a:pt x="434026" y="1887286"/>
                  </a:lnTo>
                  <a:close/>
                  <a:moveTo>
                    <a:pt x="421098" y="1758746"/>
                  </a:moveTo>
                  <a:lnTo>
                    <a:pt x="350666" y="1708531"/>
                  </a:lnTo>
                  <a:lnTo>
                    <a:pt x="414450" y="1803109"/>
                  </a:lnTo>
                  <a:close/>
                  <a:moveTo>
                    <a:pt x="337549" y="1725027"/>
                  </a:moveTo>
                  <a:lnTo>
                    <a:pt x="404156" y="1790746"/>
                  </a:lnTo>
                  <a:lnTo>
                    <a:pt x="414450" y="1803109"/>
                  </a:lnTo>
                  <a:close/>
                  <a:moveTo>
                    <a:pt x="1263340" y="2656676"/>
                  </a:moveTo>
                  <a:lnTo>
                    <a:pt x="1246842" y="2616803"/>
                  </a:lnTo>
                  <a:lnTo>
                    <a:pt x="1249737" y="2695112"/>
                  </a:lnTo>
                  <a:close/>
                  <a:moveTo>
                    <a:pt x="1174213" y="2510409"/>
                  </a:moveTo>
                  <a:lnTo>
                    <a:pt x="1245995" y="2612736"/>
                  </a:lnTo>
                  <a:lnTo>
                    <a:pt x="1199390" y="2590034"/>
                  </a:lnTo>
                  <a:close/>
                  <a:moveTo>
                    <a:pt x="502575" y="1790746"/>
                  </a:moveTo>
                  <a:lnTo>
                    <a:pt x="505863" y="1797010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421098" y="1758746"/>
                  </a:lnTo>
                  <a:lnTo>
                    <a:pt x="502575" y="1790746"/>
                  </a:lnTo>
                  <a:close/>
                  <a:moveTo>
                    <a:pt x="426872" y="1692918"/>
                  </a:moveTo>
                  <a:lnTo>
                    <a:pt x="421098" y="1758746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505863" y="1797010"/>
                  </a:lnTo>
                  <a:lnTo>
                    <a:pt x="505511" y="1790746"/>
                  </a:lnTo>
                  <a:close/>
                  <a:moveTo>
                    <a:pt x="505511" y="1790746"/>
                  </a:moveTo>
                  <a:lnTo>
                    <a:pt x="507004" y="1688365"/>
                  </a:lnTo>
                  <a:lnTo>
                    <a:pt x="504889" y="1790176"/>
                  </a:lnTo>
                  <a:close/>
                  <a:moveTo>
                    <a:pt x="1203286" y="2574461"/>
                  </a:moveTo>
                  <a:lnTo>
                    <a:pt x="1174213" y="2510409"/>
                  </a:lnTo>
                  <a:lnTo>
                    <a:pt x="1199390" y="2590034"/>
                  </a:lnTo>
                  <a:close/>
                  <a:moveTo>
                    <a:pt x="672822" y="1916740"/>
                  </a:moveTo>
                  <a:lnTo>
                    <a:pt x="691680" y="1859595"/>
                  </a:lnTo>
                  <a:lnTo>
                    <a:pt x="697932" y="1954605"/>
                  </a:lnTo>
                  <a:close/>
                  <a:moveTo>
                    <a:pt x="932413" y="2061974"/>
                  </a:moveTo>
                  <a:lnTo>
                    <a:pt x="898835" y="2052049"/>
                  </a:lnTo>
                  <a:lnTo>
                    <a:pt x="951466" y="2069854"/>
                  </a:lnTo>
                  <a:close/>
                  <a:moveTo>
                    <a:pt x="951466" y="2069854"/>
                  </a:moveTo>
                  <a:lnTo>
                    <a:pt x="960730" y="2081170"/>
                  </a:lnTo>
                  <a:lnTo>
                    <a:pt x="932413" y="2061974"/>
                  </a:lnTo>
                  <a:close/>
                  <a:moveTo>
                    <a:pt x="567780" y="1670094"/>
                  </a:moveTo>
                  <a:lnTo>
                    <a:pt x="612581" y="1702150"/>
                  </a:lnTo>
                  <a:lnTo>
                    <a:pt x="617707" y="1631658"/>
                  </a:lnTo>
                  <a:close/>
                  <a:moveTo>
                    <a:pt x="1733515" y="2759036"/>
                  </a:moveTo>
                  <a:lnTo>
                    <a:pt x="1757603" y="2766215"/>
                  </a:lnTo>
                  <a:lnTo>
                    <a:pt x="1722522" y="2744233"/>
                  </a:lnTo>
                  <a:close/>
                  <a:moveTo>
                    <a:pt x="1733515" y="2759036"/>
                  </a:moveTo>
                  <a:lnTo>
                    <a:pt x="1722522" y="2744233"/>
                  </a:lnTo>
                  <a:lnTo>
                    <a:pt x="1747832" y="2729683"/>
                  </a:lnTo>
                  <a:close/>
                  <a:moveTo>
                    <a:pt x="1755431" y="2662018"/>
                  </a:moveTo>
                  <a:lnTo>
                    <a:pt x="1733515" y="2759036"/>
                  </a:lnTo>
                  <a:lnTo>
                    <a:pt x="1747832" y="2729683"/>
                  </a:lnTo>
                  <a:close/>
                  <a:moveTo>
                    <a:pt x="1208543" y="2004297"/>
                  </a:moveTo>
                  <a:lnTo>
                    <a:pt x="1214287" y="2064683"/>
                  </a:lnTo>
                  <a:lnTo>
                    <a:pt x="1200747" y="2088469"/>
                  </a:lnTo>
                  <a:close/>
                  <a:moveTo>
                    <a:pt x="1208543" y="2004297"/>
                  </a:moveTo>
                  <a:lnTo>
                    <a:pt x="1200747" y="2088469"/>
                  </a:lnTo>
                  <a:lnTo>
                    <a:pt x="1199982" y="2074652"/>
                  </a:lnTo>
                  <a:close/>
                  <a:moveTo>
                    <a:pt x="642857" y="1600148"/>
                  </a:moveTo>
                  <a:lnTo>
                    <a:pt x="687839" y="1553124"/>
                  </a:lnTo>
                  <a:lnTo>
                    <a:pt x="712390" y="1581461"/>
                  </a:lnTo>
                  <a:close/>
                  <a:moveTo>
                    <a:pt x="416288" y="1182146"/>
                  </a:moveTo>
                  <a:lnTo>
                    <a:pt x="342479" y="1100382"/>
                  </a:lnTo>
                  <a:lnTo>
                    <a:pt x="331675" y="1138367"/>
                  </a:lnTo>
                  <a:close/>
                  <a:moveTo>
                    <a:pt x="416288" y="1182146"/>
                  </a:moveTo>
                  <a:lnTo>
                    <a:pt x="331675" y="1138367"/>
                  </a:lnTo>
                  <a:lnTo>
                    <a:pt x="339691" y="1220583"/>
                  </a:lnTo>
                  <a:close/>
                  <a:moveTo>
                    <a:pt x="342479" y="1100382"/>
                  </a:moveTo>
                  <a:lnTo>
                    <a:pt x="340876" y="1091859"/>
                  </a:lnTo>
                  <a:lnTo>
                    <a:pt x="331675" y="1138367"/>
                  </a:lnTo>
                  <a:close/>
                  <a:moveTo>
                    <a:pt x="1199982" y="2074652"/>
                  </a:moveTo>
                  <a:lnTo>
                    <a:pt x="1200747" y="2088469"/>
                  </a:lnTo>
                  <a:lnTo>
                    <a:pt x="1199881" y="2086513"/>
                  </a:lnTo>
                  <a:close/>
                  <a:moveTo>
                    <a:pt x="1755431" y="2662018"/>
                  </a:moveTo>
                  <a:lnTo>
                    <a:pt x="1747832" y="2729683"/>
                  </a:lnTo>
                  <a:lnTo>
                    <a:pt x="1845786" y="2705797"/>
                  </a:lnTo>
                  <a:close/>
                  <a:moveTo>
                    <a:pt x="1448462" y="2130291"/>
                  </a:moveTo>
                  <a:lnTo>
                    <a:pt x="1514298" y="2215519"/>
                  </a:lnTo>
                  <a:lnTo>
                    <a:pt x="1516247" y="2205939"/>
                  </a:lnTo>
                  <a:close/>
                  <a:moveTo>
                    <a:pt x="1430404" y="2250942"/>
                  </a:moveTo>
                  <a:lnTo>
                    <a:pt x="1514298" y="2215519"/>
                  </a:lnTo>
                  <a:lnTo>
                    <a:pt x="1448462" y="2130291"/>
                  </a:lnTo>
                  <a:close/>
                  <a:moveTo>
                    <a:pt x="1435983" y="2168727"/>
                  </a:moveTo>
                  <a:lnTo>
                    <a:pt x="1430404" y="2250942"/>
                  </a:lnTo>
                  <a:lnTo>
                    <a:pt x="1448462" y="2130291"/>
                  </a:lnTo>
                  <a:close/>
                  <a:moveTo>
                    <a:pt x="1486568" y="2094975"/>
                  </a:moveTo>
                  <a:lnTo>
                    <a:pt x="1435983" y="2168727"/>
                  </a:lnTo>
                  <a:lnTo>
                    <a:pt x="1448462" y="2130291"/>
                  </a:lnTo>
                  <a:close/>
                  <a:moveTo>
                    <a:pt x="1208543" y="2004297"/>
                  </a:moveTo>
                  <a:lnTo>
                    <a:pt x="1226556" y="1967394"/>
                  </a:lnTo>
                  <a:lnTo>
                    <a:pt x="1224805" y="1922082"/>
                  </a:lnTo>
                  <a:close/>
                  <a:moveTo>
                    <a:pt x="881155" y="1718585"/>
                  </a:moveTo>
                  <a:lnTo>
                    <a:pt x="919477" y="1734991"/>
                  </a:lnTo>
                  <a:lnTo>
                    <a:pt x="948864" y="1693080"/>
                  </a:lnTo>
                  <a:close/>
                  <a:moveTo>
                    <a:pt x="554615" y="1249288"/>
                  </a:moveTo>
                  <a:lnTo>
                    <a:pt x="597892" y="1174605"/>
                  </a:lnTo>
                  <a:lnTo>
                    <a:pt x="536404" y="1164001"/>
                  </a:lnTo>
                  <a:close/>
                  <a:moveTo>
                    <a:pt x="288789" y="681913"/>
                  </a:moveTo>
                  <a:lnTo>
                    <a:pt x="211027" y="650419"/>
                  </a:lnTo>
                  <a:lnTo>
                    <a:pt x="289997" y="742681"/>
                  </a:lnTo>
                  <a:close/>
                  <a:moveTo>
                    <a:pt x="1913587" y="2705797"/>
                  </a:moveTo>
                  <a:lnTo>
                    <a:pt x="1968291" y="2589259"/>
                  </a:lnTo>
                  <a:lnTo>
                    <a:pt x="1926647" y="2585145"/>
                  </a:lnTo>
                  <a:close/>
                  <a:moveTo>
                    <a:pt x="1926647" y="2585145"/>
                  </a:moveTo>
                  <a:lnTo>
                    <a:pt x="1976558" y="2597131"/>
                  </a:lnTo>
                  <a:lnTo>
                    <a:pt x="1913587" y="2705797"/>
                  </a:lnTo>
                  <a:close/>
                  <a:moveTo>
                    <a:pt x="2014307" y="2705797"/>
                  </a:moveTo>
                  <a:lnTo>
                    <a:pt x="1976558" y="2597131"/>
                  </a:lnTo>
                  <a:lnTo>
                    <a:pt x="1984769" y="2585145"/>
                  </a:lnTo>
                  <a:close/>
                  <a:moveTo>
                    <a:pt x="1984769" y="2585145"/>
                  </a:moveTo>
                  <a:lnTo>
                    <a:pt x="1968291" y="2589259"/>
                  </a:lnTo>
                  <a:lnTo>
                    <a:pt x="2014307" y="2705797"/>
                  </a:lnTo>
                  <a:close/>
                  <a:moveTo>
                    <a:pt x="1926647" y="2585145"/>
                  </a:moveTo>
                  <a:lnTo>
                    <a:pt x="1968291" y="2589259"/>
                  </a:lnTo>
                  <a:lnTo>
                    <a:pt x="1953062" y="2509287"/>
                  </a:lnTo>
                  <a:close/>
                  <a:moveTo>
                    <a:pt x="1521492" y="2209670"/>
                  </a:moveTo>
                  <a:lnTo>
                    <a:pt x="1549723" y="2115897"/>
                  </a:lnTo>
                  <a:lnTo>
                    <a:pt x="1530688" y="2212506"/>
                  </a:lnTo>
                  <a:close/>
                  <a:moveTo>
                    <a:pt x="1530688" y="2212506"/>
                  </a:moveTo>
                  <a:lnTo>
                    <a:pt x="1549723" y="2115897"/>
                  </a:lnTo>
                  <a:lnTo>
                    <a:pt x="1553899" y="2091854"/>
                  </a:lnTo>
                  <a:close/>
                  <a:moveTo>
                    <a:pt x="1528611" y="2103790"/>
                  </a:moveTo>
                  <a:lnTo>
                    <a:pt x="1516247" y="2205939"/>
                  </a:lnTo>
                  <a:lnTo>
                    <a:pt x="1530688" y="2212506"/>
                  </a:lnTo>
                  <a:close/>
                  <a:moveTo>
                    <a:pt x="1448462" y="2130291"/>
                  </a:moveTo>
                  <a:lnTo>
                    <a:pt x="1516247" y="2205939"/>
                  </a:lnTo>
                  <a:lnTo>
                    <a:pt x="1528611" y="2103790"/>
                  </a:lnTo>
                  <a:close/>
                  <a:moveTo>
                    <a:pt x="1549723" y="2115897"/>
                  </a:moveTo>
                  <a:lnTo>
                    <a:pt x="1521492" y="2209670"/>
                  </a:lnTo>
                  <a:lnTo>
                    <a:pt x="1535287" y="2174070"/>
                  </a:lnTo>
                  <a:close/>
                  <a:moveTo>
                    <a:pt x="1486568" y="2094975"/>
                  </a:moveTo>
                  <a:lnTo>
                    <a:pt x="1448462" y="2130291"/>
                  </a:lnTo>
                  <a:lnTo>
                    <a:pt x="1528611" y="2103790"/>
                  </a:lnTo>
                  <a:close/>
                  <a:moveTo>
                    <a:pt x="412839" y="651855"/>
                  </a:moveTo>
                  <a:lnTo>
                    <a:pt x="359652" y="611983"/>
                  </a:lnTo>
                  <a:lnTo>
                    <a:pt x="288789" y="681913"/>
                  </a:lnTo>
                  <a:close/>
                  <a:moveTo>
                    <a:pt x="371166" y="711247"/>
                  </a:moveTo>
                  <a:lnTo>
                    <a:pt x="412839" y="651855"/>
                  </a:lnTo>
                  <a:lnTo>
                    <a:pt x="288789" y="681913"/>
                  </a:lnTo>
                  <a:close/>
                  <a:moveTo>
                    <a:pt x="2227249" y="2831790"/>
                  </a:moveTo>
                  <a:lnTo>
                    <a:pt x="2277733" y="2887206"/>
                  </a:lnTo>
                  <a:lnTo>
                    <a:pt x="2286419" y="2812680"/>
                  </a:lnTo>
                  <a:close/>
                  <a:moveTo>
                    <a:pt x="1760142" y="2236928"/>
                  </a:moveTo>
                  <a:lnTo>
                    <a:pt x="1869199" y="2308950"/>
                  </a:lnTo>
                  <a:lnTo>
                    <a:pt x="1790547" y="2243783"/>
                  </a:lnTo>
                  <a:close/>
                  <a:moveTo>
                    <a:pt x="1813224" y="2254365"/>
                  </a:moveTo>
                  <a:lnTo>
                    <a:pt x="1760142" y="2236928"/>
                  </a:lnTo>
                  <a:lnTo>
                    <a:pt x="1765040" y="2135633"/>
                  </a:lnTo>
                  <a:close/>
                  <a:moveTo>
                    <a:pt x="1655401" y="2017153"/>
                  </a:moveTo>
                  <a:lnTo>
                    <a:pt x="1736031" y="2053418"/>
                  </a:lnTo>
                  <a:lnTo>
                    <a:pt x="1599622" y="2006559"/>
                  </a:lnTo>
                  <a:close/>
                  <a:moveTo>
                    <a:pt x="1599622" y="2006559"/>
                  </a:moveTo>
                  <a:lnTo>
                    <a:pt x="1736077" y="2056307"/>
                  </a:lnTo>
                  <a:lnTo>
                    <a:pt x="1608973" y="2009639"/>
                  </a:lnTo>
                  <a:close/>
                  <a:moveTo>
                    <a:pt x="780214" y="910781"/>
                  </a:moveTo>
                  <a:lnTo>
                    <a:pt x="825091" y="902407"/>
                  </a:lnTo>
                  <a:lnTo>
                    <a:pt x="749945" y="861064"/>
                  </a:lnTo>
                  <a:close/>
                  <a:moveTo>
                    <a:pt x="412839" y="651855"/>
                  </a:moveTo>
                  <a:lnTo>
                    <a:pt x="360431" y="585327"/>
                  </a:lnTo>
                  <a:lnTo>
                    <a:pt x="359652" y="611983"/>
                  </a:lnTo>
                  <a:close/>
                  <a:moveTo>
                    <a:pt x="808160" y="984622"/>
                  </a:moveTo>
                  <a:lnTo>
                    <a:pt x="818884" y="915941"/>
                  </a:lnTo>
                  <a:lnTo>
                    <a:pt x="813690" y="1020257"/>
                  </a:lnTo>
                  <a:close/>
                  <a:moveTo>
                    <a:pt x="1955859" y="2098905"/>
                  </a:moveTo>
                  <a:lnTo>
                    <a:pt x="1959884" y="2104388"/>
                  </a:lnTo>
                  <a:lnTo>
                    <a:pt x="2052538" y="2172147"/>
                  </a:lnTo>
                  <a:close/>
                  <a:moveTo>
                    <a:pt x="1665671" y="1768336"/>
                  </a:moveTo>
                  <a:lnTo>
                    <a:pt x="1614651" y="1864796"/>
                  </a:lnTo>
                  <a:lnTo>
                    <a:pt x="1643900" y="1888988"/>
                  </a:lnTo>
                  <a:close/>
                  <a:moveTo>
                    <a:pt x="1637043" y="1775951"/>
                  </a:moveTo>
                  <a:lnTo>
                    <a:pt x="1539084" y="1860920"/>
                  </a:lnTo>
                  <a:lnTo>
                    <a:pt x="1614651" y="1864796"/>
                  </a:lnTo>
                  <a:close/>
                  <a:moveTo>
                    <a:pt x="1637043" y="1775951"/>
                  </a:moveTo>
                  <a:lnTo>
                    <a:pt x="1548585" y="1787275"/>
                  </a:lnTo>
                  <a:lnTo>
                    <a:pt x="1539084" y="1860920"/>
                  </a:lnTo>
                  <a:close/>
                  <a:moveTo>
                    <a:pt x="1548585" y="1787275"/>
                  </a:moveTo>
                  <a:lnTo>
                    <a:pt x="1637043" y="1775951"/>
                  </a:lnTo>
                  <a:lnTo>
                    <a:pt x="1562337" y="1732654"/>
                  </a:lnTo>
                  <a:close/>
                  <a:moveTo>
                    <a:pt x="1690098" y="1693318"/>
                  </a:moveTo>
                  <a:lnTo>
                    <a:pt x="1642911" y="1755253"/>
                  </a:lnTo>
                  <a:lnTo>
                    <a:pt x="1637043" y="1775951"/>
                  </a:lnTo>
                  <a:close/>
                  <a:moveTo>
                    <a:pt x="1665671" y="1768336"/>
                  </a:moveTo>
                  <a:lnTo>
                    <a:pt x="1707076" y="1716496"/>
                  </a:lnTo>
                  <a:lnTo>
                    <a:pt x="1690098" y="1693318"/>
                  </a:lnTo>
                  <a:close/>
                  <a:moveTo>
                    <a:pt x="1637043" y="1775951"/>
                  </a:moveTo>
                  <a:lnTo>
                    <a:pt x="1665671" y="1768336"/>
                  </a:lnTo>
                  <a:lnTo>
                    <a:pt x="1690098" y="1693318"/>
                  </a:lnTo>
                  <a:close/>
                  <a:moveTo>
                    <a:pt x="844500" y="795025"/>
                  </a:moveTo>
                  <a:lnTo>
                    <a:pt x="825091" y="902407"/>
                  </a:lnTo>
                  <a:lnTo>
                    <a:pt x="852993" y="888212"/>
                  </a:lnTo>
                  <a:close/>
                  <a:moveTo>
                    <a:pt x="852993" y="888212"/>
                  </a:moveTo>
                  <a:lnTo>
                    <a:pt x="954848" y="865997"/>
                  </a:lnTo>
                  <a:lnTo>
                    <a:pt x="844500" y="795025"/>
                  </a:lnTo>
                  <a:close/>
                  <a:moveTo>
                    <a:pt x="954848" y="865997"/>
                  </a:moveTo>
                  <a:lnTo>
                    <a:pt x="958273" y="867447"/>
                  </a:lnTo>
                  <a:lnTo>
                    <a:pt x="1038034" y="887004"/>
                  </a:lnTo>
                  <a:close/>
                  <a:moveTo>
                    <a:pt x="492042" y="454126"/>
                  </a:moveTo>
                  <a:lnTo>
                    <a:pt x="544247" y="452894"/>
                  </a:lnTo>
                  <a:lnTo>
                    <a:pt x="548671" y="453383"/>
                  </a:lnTo>
                  <a:close/>
                  <a:moveTo>
                    <a:pt x="472798" y="445627"/>
                  </a:moveTo>
                  <a:lnTo>
                    <a:pt x="544247" y="452894"/>
                  </a:lnTo>
                  <a:lnTo>
                    <a:pt x="492042" y="454126"/>
                  </a:lnTo>
                  <a:close/>
                  <a:moveTo>
                    <a:pt x="1999584" y="2163450"/>
                  </a:moveTo>
                  <a:lnTo>
                    <a:pt x="2052538" y="2172147"/>
                  </a:lnTo>
                  <a:lnTo>
                    <a:pt x="1959884" y="2104388"/>
                  </a:lnTo>
                  <a:close/>
                  <a:moveTo>
                    <a:pt x="1803109" y="1762127"/>
                  </a:moveTo>
                  <a:lnTo>
                    <a:pt x="1736556" y="1755641"/>
                  </a:lnTo>
                  <a:lnTo>
                    <a:pt x="1853170" y="1768857"/>
                  </a:lnTo>
                  <a:close/>
                  <a:moveTo>
                    <a:pt x="1647719" y="1667179"/>
                  </a:moveTo>
                  <a:lnTo>
                    <a:pt x="1562337" y="1732654"/>
                  </a:lnTo>
                  <a:lnTo>
                    <a:pt x="1642911" y="1755253"/>
                  </a:lnTo>
                  <a:close/>
                  <a:moveTo>
                    <a:pt x="1563358" y="1174712"/>
                  </a:moveTo>
                  <a:lnTo>
                    <a:pt x="1608572" y="1198173"/>
                  </a:lnTo>
                  <a:lnTo>
                    <a:pt x="1523969" y="1158798"/>
                  </a:lnTo>
                  <a:close/>
                  <a:moveTo>
                    <a:pt x="1491698" y="832601"/>
                  </a:moveTo>
                  <a:lnTo>
                    <a:pt x="1501551" y="859779"/>
                  </a:lnTo>
                  <a:lnTo>
                    <a:pt x="1585873" y="916722"/>
                  </a:lnTo>
                  <a:close/>
                  <a:moveTo>
                    <a:pt x="1412338" y="836526"/>
                  </a:moveTo>
                  <a:lnTo>
                    <a:pt x="1491698" y="832601"/>
                  </a:lnTo>
                  <a:lnTo>
                    <a:pt x="1410357" y="797478"/>
                  </a:lnTo>
                  <a:close/>
                  <a:moveTo>
                    <a:pt x="1491698" y="832601"/>
                  </a:moveTo>
                  <a:lnTo>
                    <a:pt x="1412338" y="836526"/>
                  </a:lnTo>
                  <a:lnTo>
                    <a:pt x="1501551" y="859779"/>
                  </a:lnTo>
                  <a:close/>
                  <a:moveTo>
                    <a:pt x="1412338" y="836526"/>
                  </a:moveTo>
                  <a:lnTo>
                    <a:pt x="1421491" y="839108"/>
                  </a:lnTo>
                  <a:lnTo>
                    <a:pt x="1501551" y="859779"/>
                  </a:lnTo>
                  <a:close/>
                  <a:moveTo>
                    <a:pt x="1358177" y="748661"/>
                  </a:moveTo>
                  <a:lnTo>
                    <a:pt x="1410357" y="797478"/>
                  </a:lnTo>
                  <a:lnTo>
                    <a:pt x="1402465" y="744461"/>
                  </a:lnTo>
                  <a:close/>
                  <a:moveTo>
                    <a:pt x="1555675" y="710224"/>
                  </a:moveTo>
                  <a:lnTo>
                    <a:pt x="1516523" y="830875"/>
                  </a:lnTo>
                  <a:lnTo>
                    <a:pt x="1603008" y="745250"/>
                  </a:lnTo>
                  <a:close/>
                  <a:moveTo>
                    <a:pt x="1489031" y="734677"/>
                  </a:moveTo>
                  <a:lnTo>
                    <a:pt x="1402465" y="744461"/>
                  </a:lnTo>
                  <a:lnTo>
                    <a:pt x="1410357" y="797478"/>
                  </a:lnTo>
                  <a:close/>
                  <a:moveTo>
                    <a:pt x="1489031" y="734677"/>
                  </a:moveTo>
                  <a:lnTo>
                    <a:pt x="1471410" y="628009"/>
                  </a:lnTo>
                  <a:lnTo>
                    <a:pt x="1409276" y="638832"/>
                  </a:lnTo>
                  <a:close/>
                  <a:moveTo>
                    <a:pt x="1489031" y="734677"/>
                  </a:moveTo>
                  <a:lnTo>
                    <a:pt x="1409276" y="638832"/>
                  </a:lnTo>
                  <a:lnTo>
                    <a:pt x="1402465" y="744461"/>
                  </a:lnTo>
                  <a:close/>
                  <a:moveTo>
                    <a:pt x="1265319" y="318659"/>
                  </a:moveTo>
                  <a:lnTo>
                    <a:pt x="1206530" y="299149"/>
                  </a:lnTo>
                  <a:lnTo>
                    <a:pt x="1255497" y="402984"/>
                  </a:lnTo>
                  <a:close/>
                  <a:moveTo>
                    <a:pt x="1180292" y="303440"/>
                  </a:moveTo>
                  <a:lnTo>
                    <a:pt x="1206530" y="299149"/>
                  </a:lnTo>
                  <a:lnTo>
                    <a:pt x="1176721" y="266065"/>
                  </a:lnTo>
                  <a:close/>
                  <a:moveTo>
                    <a:pt x="1179779" y="299149"/>
                  </a:moveTo>
                  <a:lnTo>
                    <a:pt x="1180292" y="303440"/>
                  </a:lnTo>
                  <a:lnTo>
                    <a:pt x="1176721" y="266065"/>
                  </a:lnTo>
                  <a:close/>
                  <a:moveTo>
                    <a:pt x="1603008" y="745250"/>
                  </a:moveTo>
                  <a:lnTo>
                    <a:pt x="1628602" y="681801"/>
                  </a:lnTo>
                  <a:lnTo>
                    <a:pt x="1555675" y="710224"/>
                  </a:lnTo>
                  <a:close/>
                  <a:moveTo>
                    <a:pt x="1661429" y="671787"/>
                  </a:moveTo>
                  <a:lnTo>
                    <a:pt x="1628602" y="681801"/>
                  </a:lnTo>
                  <a:lnTo>
                    <a:pt x="1603008" y="745250"/>
                  </a:lnTo>
                  <a:close/>
                  <a:moveTo>
                    <a:pt x="1628602" y="681801"/>
                  </a:moveTo>
                  <a:lnTo>
                    <a:pt x="1661429" y="671787"/>
                  </a:lnTo>
                  <a:lnTo>
                    <a:pt x="1637935" y="660636"/>
                  </a:lnTo>
                  <a:close/>
                  <a:moveTo>
                    <a:pt x="1471410" y="628009"/>
                  </a:moveTo>
                  <a:lnTo>
                    <a:pt x="1518119" y="610938"/>
                  </a:lnTo>
                  <a:lnTo>
                    <a:pt x="1415343" y="600919"/>
                  </a:lnTo>
                  <a:close/>
                  <a:moveTo>
                    <a:pt x="1415343" y="600919"/>
                  </a:moveTo>
                  <a:lnTo>
                    <a:pt x="1518119" y="610938"/>
                  </a:lnTo>
                  <a:lnTo>
                    <a:pt x="1536009" y="558209"/>
                  </a:lnTo>
                  <a:close/>
                  <a:moveTo>
                    <a:pt x="1352252" y="425142"/>
                  </a:moveTo>
                  <a:lnTo>
                    <a:pt x="1340203" y="381364"/>
                  </a:lnTo>
                  <a:lnTo>
                    <a:pt x="1336125" y="463579"/>
                  </a:lnTo>
                  <a:close/>
                  <a:moveTo>
                    <a:pt x="1206530" y="299149"/>
                  </a:moveTo>
                  <a:lnTo>
                    <a:pt x="1265319" y="318659"/>
                  </a:lnTo>
                  <a:lnTo>
                    <a:pt x="1272236" y="289283"/>
                  </a:lnTo>
                  <a:close/>
                  <a:moveTo>
                    <a:pt x="1176721" y="266065"/>
                  </a:moveTo>
                  <a:lnTo>
                    <a:pt x="1171623" y="210395"/>
                  </a:lnTo>
                  <a:lnTo>
                    <a:pt x="1179779" y="299149"/>
                  </a:lnTo>
                  <a:close/>
                  <a:moveTo>
                    <a:pt x="1272236" y="289283"/>
                  </a:moveTo>
                  <a:lnTo>
                    <a:pt x="1176721" y="266065"/>
                  </a:lnTo>
                  <a:lnTo>
                    <a:pt x="1206530" y="299149"/>
                  </a:lnTo>
                  <a:close/>
                  <a:moveTo>
                    <a:pt x="1171623" y="210395"/>
                  </a:moveTo>
                  <a:lnTo>
                    <a:pt x="1176721" y="266065"/>
                  </a:lnTo>
                  <a:lnTo>
                    <a:pt x="1272236" y="289283"/>
                  </a:lnTo>
                  <a:close/>
                  <a:moveTo>
                    <a:pt x="1275476" y="186557"/>
                  </a:moveTo>
                  <a:lnTo>
                    <a:pt x="1171623" y="210395"/>
                  </a:lnTo>
                  <a:lnTo>
                    <a:pt x="1272236" y="289283"/>
                  </a:lnTo>
                  <a:close/>
                  <a:moveTo>
                    <a:pt x="1072231" y="154053"/>
                  </a:moveTo>
                  <a:lnTo>
                    <a:pt x="1120873" y="120717"/>
                  </a:lnTo>
                  <a:lnTo>
                    <a:pt x="1171623" y="210395"/>
                  </a:lnTo>
                  <a:close/>
                  <a:moveTo>
                    <a:pt x="1171623" y="210395"/>
                  </a:moveTo>
                  <a:lnTo>
                    <a:pt x="1197033" y="126808"/>
                  </a:lnTo>
                  <a:lnTo>
                    <a:pt x="1137175" y="96282"/>
                  </a:lnTo>
                  <a:close/>
                  <a:moveTo>
                    <a:pt x="1171623" y="210395"/>
                  </a:moveTo>
                  <a:lnTo>
                    <a:pt x="1275476" y="186557"/>
                  </a:lnTo>
                  <a:lnTo>
                    <a:pt x="1197033" y="126808"/>
                  </a:lnTo>
                  <a:close/>
                  <a:moveTo>
                    <a:pt x="1275476" y="186557"/>
                  </a:moveTo>
                  <a:lnTo>
                    <a:pt x="1275027" y="139757"/>
                  </a:lnTo>
                  <a:lnTo>
                    <a:pt x="1197033" y="126808"/>
                  </a:lnTo>
                  <a:close/>
                  <a:moveTo>
                    <a:pt x="1661429" y="671787"/>
                  </a:moveTo>
                  <a:lnTo>
                    <a:pt x="1650426" y="707340"/>
                  </a:lnTo>
                  <a:lnTo>
                    <a:pt x="1658461" y="657526"/>
                  </a:lnTo>
                  <a:close/>
                  <a:moveTo>
                    <a:pt x="1536009" y="558209"/>
                  </a:moveTo>
                  <a:lnTo>
                    <a:pt x="1561815" y="589573"/>
                  </a:lnTo>
                  <a:lnTo>
                    <a:pt x="1623887" y="485449"/>
                  </a:lnTo>
                  <a:close/>
                  <a:moveTo>
                    <a:pt x="1366720" y="222275"/>
                  </a:moveTo>
                  <a:lnTo>
                    <a:pt x="1329328" y="142776"/>
                  </a:lnTo>
                  <a:lnTo>
                    <a:pt x="1336329" y="178497"/>
                  </a:lnTo>
                  <a:close/>
                  <a:moveTo>
                    <a:pt x="1137175" y="96282"/>
                  </a:moveTo>
                  <a:lnTo>
                    <a:pt x="1197033" y="126808"/>
                  </a:lnTo>
                  <a:lnTo>
                    <a:pt x="1226195" y="65936"/>
                  </a:lnTo>
                  <a:close/>
                  <a:moveTo>
                    <a:pt x="1354332" y="157609"/>
                  </a:moveTo>
                  <a:lnTo>
                    <a:pt x="1336329" y="178497"/>
                  </a:lnTo>
                  <a:lnTo>
                    <a:pt x="1329328" y="142776"/>
                  </a:lnTo>
                  <a:close/>
                  <a:moveTo>
                    <a:pt x="1226195" y="65936"/>
                  </a:moveTo>
                  <a:lnTo>
                    <a:pt x="1249310" y="7644"/>
                  </a:lnTo>
                  <a:lnTo>
                    <a:pt x="1184182" y="0"/>
                  </a:lnTo>
                  <a:close/>
                  <a:moveTo>
                    <a:pt x="1721298" y="478458"/>
                  </a:moveTo>
                  <a:lnTo>
                    <a:pt x="1698479" y="430484"/>
                  </a:lnTo>
                  <a:lnTo>
                    <a:pt x="1733923" y="45658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79" name="Candidate_density__2078">
              <a:extLst>
                <a:ext uri="{FF2B5EF4-FFF2-40B4-BE49-F238E27FC236}">
                  <a16:creationId xmlns:a16="http://schemas.microsoft.com/office/drawing/2014/main" id="{AD44634B-01E7-48D9-59A5-F25DE6873354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506782"/>
              <a:ext cx="1943434" cy="3623869"/>
            </a:xfrm>
            <a:custGeom>
              <a:avLst/>
              <a:gdLst/>
              <a:ahLst/>
              <a:cxnLst/>
              <a:rect l="0" t="0" r="0" b="0"/>
              <a:pathLst>
                <a:path w="1943434" h="3623869">
                  <a:moveTo>
                    <a:pt x="250370" y="3580089"/>
                  </a:moveTo>
                  <a:lnTo>
                    <a:pt x="326469" y="3623869"/>
                  </a:lnTo>
                  <a:lnTo>
                    <a:pt x="329108" y="3541653"/>
                  </a:lnTo>
                  <a:close/>
                  <a:moveTo>
                    <a:pt x="329108" y="3541653"/>
                  </a:moveTo>
                  <a:lnTo>
                    <a:pt x="386818" y="3600951"/>
                  </a:lnTo>
                  <a:lnTo>
                    <a:pt x="348239" y="3532223"/>
                  </a:lnTo>
                  <a:close/>
                  <a:moveTo>
                    <a:pt x="329108" y="3541653"/>
                  </a:moveTo>
                  <a:lnTo>
                    <a:pt x="326469" y="3623869"/>
                  </a:lnTo>
                  <a:lnTo>
                    <a:pt x="386818" y="3600951"/>
                  </a:lnTo>
                  <a:close/>
                  <a:moveTo>
                    <a:pt x="323815" y="3493707"/>
                  </a:moveTo>
                  <a:lnTo>
                    <a:pt x="329108" y="3541653"/>
                  </a:lnTo>
                  <a:lnTo>
                    <a:pt x="348239" y="3532223"/>
                  </a:lnTo>
                  <a:close/>
                  <a:moveTo>
                    <a:pt x="328358" y="3338787"/>
                  </a:moveTo>
                  <a:lnTo>
                    <a:pt x="350752" y="3379216"/>
                  </a:lnTo>
                  <a:lnTo>
                    <a:pt x="350508" y="3330194"/>
                  </a:lnTo>
                  <a:close/>
                  <a:moveTo>
                    <a:pt x="294644" y="3256572"/>
                  </a:moveTo>
                  <a:lnTo>
                    <a:pt x="350508" y="3330194"/>
                  </a:lnTo>
                  <a:lnTo>
                    <a:pt x="332919" y="3244401"/>
                  </a:lnTo>
                  <a:close/>
                  <a:moveTo>
                    <a:pt x="294644" y="3256572"/>
                  </a:moveTo>
                  <a:lnTo>
                    <a:pt x="328358" y="3338787"/>
                  </a:lnTo>
                  <a:lnTo>
                    <a:pt x="350508" y="3330194"/>
                  </a:lnTo>
                  <a:close/>
                  <a:moveTo>
                    <a:pt x="350752" y="3379216"/>
                  </a:moveTo>
                  <a:lnTo>
                    <a:pt x="442571" y="3300350"/>
                  </a:lnTo>
                  <a:lnTo>
                    <a:pt x="350508" y="3330194"/>
                  </a:lnTo>
                  <a:close/>
                  <a:moveTo>
                    <a:pt x="480815" y="3371641"/>
                  </a:moveTo>
                  <a:lnTo>
                    <a:pt x="442571" y="3300350"/>
                  </a:lnTo>
                  <a:lnTo>
                    <a:pt x="350752" y="3379216"/>
                  </a:lnTo>
                  <a:close/>
                  <a:moveTo>
                    <a:pt x="442571" y="3300350"/>
                  </a:moveTo>
                  <a:lnTo>
                    <a:pt x="441330" y="3224016"/>
                  </a:lnTo>
                  <a:lnTo>
                    <a:pt x="350508" y="3330194"/>
                  </a:lnTo>
                  <a:close/>
                  <a:moveTo>
                    <a:pt x="350508" y="3330194"/>
                  </a:moveTo>
                  <a:lnTo>
                    <a:pt x="441330" y="3224016"/>
                  </a:lnTo>
                  <a:lnTo>
                    <a:pt x="439136" y="3218640"/>
                  </a:lnTo>
                  <a:close/>
                  <a:moveTo>
                    <a:pt x="350508" y="3330194"/>
                  </a:moveTo>
                  <a:lnTo>
                    <a:pt x="439136" y="3218640"/>
                  </a:lnTo>
                  <a:lnTo>
                    <a:pt x="332919" y="3244401"/>
                  </a:lnTo>
                  <a:close/>
                  <a:moveTo>
                    <a:pt x="506503" y="3261914"/>
                  </a:moveTo>
                  <a:lnTo>
                    <a:pt x="480815" y="3371641"/>
                  </a:lnTo>
                  <a:lnTo>
                    <a:pt x="511756" y="3272125"/>
                  </a:lnTo>
                  <a:close/>
                  <a:moveTo>
                    <a:pt x="506503" y="3261914"/>
                  </a:moveTo>
                  <a:lnTo>
                    <a:pt x="442571" y="3300350"/>
                  </a:lnTo>
                  <a:lnTo>
                    <a:pt x="480815" y="3371641"/>
                  </a:lnTo>
                  <a:close/>
                  <a:moveTo>
                    <a:pt x="504397" y="3244610"/>
                  </a:moveTo>
                  <a:lnTo>
                    <a:pt x="442571" y="3300350"/>
                  </a:lnTo>
                  <a:lnTo>
                    <a:pt x="506503" y="3261914"/>
                  </a:lnTo>
                  <a:close/>
                  <a:moveTo>
                    <a:pt x="504397" y="3244610"/>
                  </a:moveTo>
                  <a:lnTo>
                    <a:pt x="441330" y="3224016"/>
                  </a:lnTo>
                  <a:lnTo>
                    <a:pt x="442571" y="3300350"/>
                  </a:lnTo>
                  <a:close/>
                  <a:moveTo>
                    <a:pt x="441330" y="3224016"/>
                  </a:moveTo>
                  <a:lnTo>
                    <a:pt x="504397" y="3244610"/>
                  </a:lnTo>
                  <a:lnTo>
                    <a:pt x="440503" y="3218135"/>
                  </a:lnTo>
                  <a:close/>
                  <a:moveTo>
                    <a:pt x="504397" y="3244610"/>
                  </a:moveTo>
                  <a:lnTo>
                    <a:pt x="490611" y="3179698"/>
                  </a:lnTo>
                  <a:lnTo>
                    <a:pt x="440503" y="3218135"/>
                  </a:lnTo>
                  <a:close/>
                  <a:moveTo>
                    <a:pt x="498335" y="3097484"/>
                  </a:moveTo>
                  <a:lnTo>
                    <a:pt x="440503" y="3218135"/>
                  </a:lnTo>
                  <a:lnTo>
                    <a:pt x="490611" y="3179698"/>
                  </a:lnTo>
                  <a:close/>
                  <a:moveTo>
                    <a:pt x="504397" y="3244610"/>
                  </a:moveTo>
                  <a:lnTo>
                    <a:pt x="506503" y="3261914"/>
                  </a:lnTo>
                  <a:lnTo>
                    <a:pt x="512176" y="3259352"/>
                  </a:lnTo>
                  <a:close/>
                  <a:moveTo>
                    <a:pt x="504397" y="3244610"/>
                  </a:moveTo>
                  <a:lnTo>
                    <a:pt x="512176" y="3259352"/>
                  </a:lnTo>
                  <a:lnTo>
                    <a:pt x="490611" y="3179698"/>
                  </a:lnTo>
                  <a:close/>
                  <a:moveTo>
                    <a:pt x="498335" y="3097484"/>
                  </a:moveTo>
                  <a:lnTo>
                    <a:pt x="490611" y="3179698"/>
                  </a:lnTo>
                  <a:lnTo>
                    <a:pt x="554494" y="3141262"/>
                  </a:lnTo>
                  <a:close/>
                  <a:moveTo>
                    <a:pt x="498335" y="3097484"/>
                  </a:moveTo>
                  <a:lnTo>
                    <a:pt x="554494" y="3141262"/>
                  </a:lnTo>
                  <a:lnTo>
                    <a:pt x="538287" y="3059047"/>
                  </a:lnTo>
                  <a:close/>
                  <a:moveTo>
                    <a:pt x="538287" y="3059047"/>
                  </a:moveTo>
                  <a:lnTo>
                    <a:pt x="498024" y="2976832"/>
                  </a:lnTo>
                  <a:lnTo>
                    <a:pt x="498335" y="3097484"/>
                  </a:lnTo>
                  <a:close/>
                  <a:moveTo>
                    <a:pt x="493559" y="2874119"/>
                  </a:moveTo>
                  <a:lnTo>
                    <a:pt x="479885" y="2937759"/>
                  </a:lnTo>
                  <a:lnTo>
                    <a:pt x="519465" y="2856181"/>
                  </a:lnTo>
                  <a:close/>
                  <a:moveTo>
                    <a:pt x="519465" y="2856181"/>
                  </a:moveTo>
                  <a:lnTo>
                    <a:pt x="479885" y="2937759"/>
                  </a:lnTo>
                  <a:lnTo>
                    <a:pt x="498024" y="2976832"/>
                  </a:lnTo>
                  <a:close/>
                  <a:moveTo>
                    <a:pt x="466195" y="2886575"/>
                  </a:moveTo>
                  <a:lnTo>
                    <a:pt x="493559" y="2874119"/>
                  </a:lnTo>
                  <a:lnTo>
                    <a:pt x="475510" y="2812402"/>
                  </a:lnTo>
                  <a:close/>
                  <a:moveTo>
                    <a:pt x="475510" y="2812402"/>
                  </a:moveTo>
                  <a:lnTo>
                    <a:pt x="493559" y="2874119"/>
                  </a:lnTo>
                  <a:lnTo>
                    <a:pt x="519465" y="2856181"/>
                  </a:lnTo>
                  <a:close/>
                  <a:moveTo>
                    <a:pt x="475510" y="2812402"/>
                  </a:moveTo>
                  <a:lnTo>
                    <a:pt x="519465" y="2856181"/>
                  </a:lnTo>
                  <a:lnTo>
                    <a:pt x="558768" y="2773965"/>
                  </a:lnTo>
                  <a:close/>
                  <a:moveTo>
                    <a:pt x="565931" y="2765611"/>
                  </a:moveTo>
                  <a:lnTo>
                    <a:pt x="475510" y="2812402"/>
                  </a:lnTo>
                  <a:lnTo>
                    <a:pt x="558768" y="2773965"/>
                  </a:lnTo>
                  <a:close/>
                  <a:moveTo>
                    <a:pt x="640069" y="2915693"/>
                  </a:moveTo>
                  <a:lnTo>
                    <a:pt x="707275" y="2821556"/>
                  </a:lnTo>
                  <a:lnTo>
                    <a:pt x="617877" y="2833642"/>
                  </a:lnTo>
                  <a:close/>
                  <a:moveTo>
                    <a:pt x="558768" y="2773965"/>
                  </a:moveTo>
                  <a:lnTo>
                    <a:pt x="617877" y="2833642"/>
                  </a:lnTo>
                  <a:lnTo>
                    <a:pt x="572779" y="2770214"/>
                  </a:lnTo>
                  <a:close/>
                  <a:moveTo>
                    <a:pt x="558768" y="2773965"/>
                  </a:moveTo>
                  <a:lnTo>
                    <a:pt x="519465" y="2856181"/>
                  </a:lnTo>
                  <a:lnTo>
                    <a:pt x="617877" y="2833642"/>
                  </a:lnTo>
                  <a:close/>
                  <a:moveTo>
                    <a:pt x="617877" y="2833642"/>
                  </a:moveTo>
                  <a:lnTo>
                    <a:pt x="670036" y="2751739"/>
                  </a:lnTo>
                  <a:lnTo>
                    <a:pt x="572779" y="2770214"/>
                  </a:lnTo>
                  <a:close/>
                  <a:moveTo>
                    <a:pt x="565931" y="2765611"/>
                  </a:moveTo>
                  <a:lnTo>
                    <a:pt x="558768" y="2773965"/>
                  </a:lnTo>
                  <a:lnTo>
                    <a:pt x="572779" y="2770214"/>
                  </a:lnTo>
                  <a:close/>
                  <a:moveTo>
                    <a:pt x="296629" y="2379506"/>
                  </a:moveTo>
                  <a:lnTo>
                    <a:pt x="242464" y="2392194"/>
                  </a:lnTo>
                  <a:lnTo>
                    <a:pt x="181460" y="2442772"/>
                  </a:lnTo>
                  <a:close/>
                  <a:moveTo>
                    <a:pt x="242464" y="2392194"/>
                  </a:moveTo>
                  <a:lnTo>
                    <a:pt x="296629" y="2379506"/>
                  </a:lnTo>
                  <a:lnTo>
                    <a:pt x="262750" y="2362890"/>
                  </a:lnTo>
                  <a:close/>
                  <a:moveTo>
                    <a:pt x="296629" y="2379506"/>
                  </a:moveTo>
                  <a:lnTo>
                    <a:pt x="318499" y="2324454"/>
                  </a:lnTo>
                  <a:lnTo>
                    <a:pt x="262750" y="2362890"/>
                  </a:lnTo>
                  <a:close/>
                  <a:moveTo>
                    <a:pt x="237894" y="2280675"/>
                  </a:moveTo>
                  <a:lnTo>
                    <a:pt x="262750" y="2362890"/>
                  </a:lnTo>
                  <a:lnTo>
                    <a:pt x="318499" y="2324454"/>
                  </a:lnTo>
                  <a:close/>
                  <a:moveTo>
                    <a:pt x="237894" y="2280675"/>
                  </a:moveTo>
                  <a:lnTo>
                    <a:pt x="318499" y="2324454"/>
                  </a:lnTo>
                  <a:lnTo>
                    <a:pt x="305302" y="2242238"/>
                  </a:lnTo>
                  <a:close/>
                  <a:moveTo>
                    <a:pt x="377637" y="2286017"/>
                  </a:moveTo>
                  <a:lnTo>
                    <a:pt x="382074" y="2205113"/>
                  </a:lnTo>
                  <a:lnTo>
                    <a:pt x="305302" y="2242238"/>
                  </a:lnTo>
                  <a:close/>
                  <a:moveTo>
                    <a:pt x="318499" y="2324454"/>
                  </a:moveTo>
                  <a:lnTo>
                    <a:pt x="377637" y="2286017"/>
                  </a:lnTo>
                  <a:lnTo>
                    <a:pt x="305302" y="2242238"/>
                  </a:lnTo>
                  <a:close/>
                  <a:moveTo>
                    <a:pt x="289981" y="2160023"/>
                  </a:moveTo>
                  <a:lnTo>
                    <a:pt x="305302" y="2242238"/>
                  </a:lnTo>
                  <a:lnTo>
                    <a:pt x="380840" y="2204519"/>
                  </a:lnTo>
                  <a:close/>
                  <a:moveTo>
                    <a:pt x="87496" y="1724504"/>
                  </a:moveTo>
                  <a:lnTo>
                    <a:pt x="29190" y="1721712"/>
                  </a:lnTo>
                  <a:lnTo>
                    <a:pt x="0" y="1792726"/>
                  </a:lnTo>
                  <a:close/>
                  <a:moveTo>
                    <a:pt x="150799" y="1682527"/>
                  </a:moveTo>
                  <a:lnTo>
                    <a:pt x="29190" y="1721712"/>
                  </a:lnTo>
                  <a:lnTo>
                    <a:pt x="87496" y="1724504"/>
                  </a:lnTo>
                  <a:close/>
                  <a:moveTo>
                    <a:pt x="1035014" y="2759201"/>
                  </a:moveTo>
                  <a:lnTo>
                    <a:pt x="1032173" y="2823086"/>
                  </a:lnTo>
                  <a:lnTo>
                    <a:pt x="1066028" y="2811764"/>
                  </a:lnTo>
                  <a:close/>
                  <a:moveTo>
                    <a:pt x="205659" y="1725294"/>
                  </a:moveTo>
                  <a:lnTo>
                    <a:pt x="286497" y="1720167"/>
                  </a:lnTo>
                  <a:lnTo>
                    <a:pt x="223879" y="1677103"/>
                  </a:lnTo>
                  <a:close/>
                  <a:moveTo>
                    <a:pt x="335955" y="1640458"/>
                  </a:moveTo>
                  <a:lnTo>
                    <a:pt x="238610" y="1672075"/>
                  </a:lnTo>
                  <a:lnTo>
                    <a:pt x="346774" y="1642728"/>
                  </a:lnTo>
                  <a:close/>
                  <a:moveTo>
                    <a:pt x="346774" y="1642728"/>
                  </a:moveTo>
                  <a:lnTo>
                    <a:pt x="223879" y="1677103"/>
                  </a:lnTo>
                  <a:lnTo>
                    <a:pt x="309332" y="1715854"/>
                  </a:lnTo>
                  <a:close/>
                  <a:moveTo>
                    <a:pt x="309332" y="1715854"/>
                  </a:moveTo>
                  <a:lnTo>
                    <a:pt x="223879" y="1677103"/>
                  </a:lnTo>
                  <a:lnTo>
                    <a:pt x="286497" y="1720167"/>
                  </a:lnTo>
                  <a:close/>
                  <a:moveTo>
                    <a:pt x="335955" y="1640458"/>
                  </a:moveTo>
                  <a:lnTo>
                    <a:pt x="346774" y="1642728"/>
                  </a:lnTo>
                  <a:lnTo>
                    <a:pt x="351030" y="1633638"/>
                  </a:lnTo>
                  <a:close/>
                  <a:moveTo>
                    <a:pt x="346774" y="1642728"/>
                  </a:moveTo>
                  <a:lnTo>
                    <a:pt x="309332" y="1715854"/>
                  </a:lnTo>
                  <a:lnTo>
                    <a:pt x="385537" y="1700241"/>
                  </a:lnTo>
                  <a:close/>
                  <a:moveTo>
                    <a:pt x="385537" y="1700241"/>
                  </a:moveTo>
                  <a:lnTo>
                    <a:pt x="351030" y="1633638"/>
                  </a:lnTo>
                  <a:lnTo>
                    <a:pt x="346774" y="1642728"/>
                  </a:lnTo>
                  <a:close/>
                  <a:moveTo>
                    <a:pt x="451734" y="1606923"/>
                  </a:moveTo>
                  <a:lnTo>
                    <a:pt x="351030" y="1633638"/>
                  </a:lnTo>
                  <a:lnTo>
                    <a:pt x="385537" y="1700241"/>
                  </a:lnTo>
                  <a:close/>
                  <a:moveTo>
                    <a:pt x="413872" y="1512987"/>
                  </a:moveTo>
                  <a:lnTo>
                    <a:pt x="451734" y="1606923"/>
                  </a:lnTo>
                  <a:lnTo>
                    <a:pt x="455066" y="1553754"/>
                  </a:lnTo>
                  <a:close/>
                  <a:moveTo>
                    <a:pt x="351030" y="1633638"/>
                  </a:moveTo>
                  <a:lnTo>
                    <a:pt x="451734" y="1606923"/>
                  </a:lnTo>
                  <a:lnTo>
                    <a:pt x="413872" y="1512987"/>
                  </a:lnTo>
                  <a:close/>
                  <a:moveTo>
                    <a:pt x="487898" y="1595201"/>
                  </a:moveTo>
                  <a:lnTo>
                    <a:pt x="601523" y="1607470"/>
                  </a:lnTo>
                  <a:lnTo>
                    <a:pt x="566397" y="1574296"/>
                  </a:lnTo>
                  <a:close/>
                  <a:moveTo>
                    <a:pt x="1681187" y="2751555"/>
                  </a:moveTo>
                  <a:lnTo>
                    <a:pt x="1716268" y="2773538"/>
                  </a:lnTo>
                  <a:lnTo>
                    <a:pt x="1718268" y="2745149"/>
                  </a:lnTo>
                  <a:close/>
                  <a:moveTo>
                    <a:pt x="1681187" y="2751555"/>
                  </a:moveTo>
                  <a:lnTo>
                    <a:pt x="1718268" y="2745149"/>
                  </a:lnTo>
                  <a:lnTo>
                    <a:pt x="1706497" y="2737006"/>
                  </a:lnTo>
                  <a:close/>
                  <a:moveTo>
                    <a:pt x="227370" y="614142"/>
                  </a:moveTo>
                  <a:lnTo>
                    <a:pt x="101038" y="635667"/>
                  </a:lnTo>
                  <a:lnTo>
                    <a:pt x="169692" y="657742"/>
                  </a:lnTo>
                  <a:close/>
                  <a:moveTo>
                    <a:pt x="947324" y="1633985"/>
                  </a:moveTo>
                  <a:lnTo>
                    <a:pt x="917595" y="1670739"/>
                  </a:lnTo>
                  <a:lnTo>
                    <a:pt x="940621" y="1644323"/>
                  </a:lnTo>
                  <a:close/>
                  <a:moveTo>
                    <a:pt x="947324" y="1633985"/>
                  </a:moveTo>
                  <a:lnTo>
                    <a:pt x="960914" y="1635521"/>
                  </a:lnTo>
                  <a:lnTo>
                    <a:pt x="1008659" y="1584650"/>
                  </a:lnTo>
                  <a:close/>
                  <a:moveTo>
                    <a:pt x="1008659" y="1584650"/>
                  </a:moveTo>
                  <a:lnTo>
                    <a:pt x="960914" y="1635521"/>
                  </a:lnTo>
                  <a:lnTo>
                    <a:pt x="1020581" y="1523671"/>
                  </a:lnTo>
                  <a:close/>
                  <a:moveTo>
                    <a:pt x="227370" y="614142"/>
                  </a:moveTo>
                  <a:lnTo>
                    <a:pt x="261645" y="639357"/>
                  </a:lnTo>
                  <a:lnTo>
                    <a:pt x="247954" y="575526"/>
                  </a:lnTo>
                  <a:close/>
                  <a:moveTo>
                    <a:pt x="1943434" y="2592468"/>
                  </a:moveTo>
                  <a:lnTo>
                    <a:pt x="1935223" y="2604453"/>
                  </a:lnTo>
                  <a:lnTo>
                    <a:pt x="1938463" y="2587227"/>
                  </a:lnTo>
                  <a:close/>
                  <a:moveTo>
                    <a:pt x="766826" y="991944"/>
                  </a:moveTo>
                  <a:lnTo>
                    <a:pt x="783756" y="909729"/>
                  </a:lnTo>
                  <a:lnTo>
                    <a:pt x="777550" y="923264"/>
                  </a:lnTo>
                  <a:close/>
                  <a:moveTo>
                    <a:pt x="1287275" y="1423424"/>
                  </a:moveTo>
                  <a:lnTo>
                    <a:pt x="1246973" y="1364583"/>
                  </a:lnTo>
                  <a:lnTo>
                    <a:pt x="1289757" y="1449863"/>
                  </a:lnTo>
                  <a:close/>
                  <a:moveTo>
                    <a:pt x="1289757" y="1449863"/>
                  </a:moveTo>
                  <a:lnTo>
                    <a:pt x="1246973" y="1364583"/>
                  </a:lnTo>
                  <a:lnTo>
                    <a:pt x="1161912" y="1393114"/>
                  </a:lnTo>
                  <a:close/>
                  <a:moveTo>
                    <a:pt x="1145768" y="1388216"/>
                  </a:moveTo>
                  <a:lnTo>
                    <a:pt x="1138434" y="1403019"/>
                  </a:lnTo>
                  <a:lnTo>
                    <a:pt x="1161912" y="1393114"/>
                  </a:lnTo>
                  <a:close/>
                  <a:moveTo>
                    <a:pt x="1246532" y="1284819"/>
                  </a:moveTo>
                  <a:lnTo>
                    <a:pt x="1161149" y="1320805"/>
                  </a:lnTo>
                  <a:lnTo>
                    <a:pt x="1254217" y="1299827"/>
                  </a:lnTo>
                  <a:close/>
                  <a:moveTo>
                    <a:pt x="1161149" y="1320805"/>
                  </a:moveTo>
                  <a:lnTo>
                    <a:pt x="1145768" y="1388216"/>
                  </a:lnTo>
                  <a:lnTo>
                    <a:pt x="1254217" y="1299827"/>
                  </a:lnTo>
                  <a:close/>
                  <a:moveTo>
                    <a:pt x="1254217" y="1299827"/>
                  </a:moveTo>
                  <a:lnTo>
                    <a:pt x="1145768" y="1388216"/>
                  </a:lnTo>
                  <a:lnTo>
                    <a:pt x="1246973" y="1364583"/>
                  </a:lnTo>
                  <a:close/>
                  <a:moveTo>
                    <a:pt x="1246973" y="1364583"/>
                  </a:moveTo>
                  <a:lnTo>
                    <a:pt x="1145768" y="1388216"/>
                  </a:lnTo>
                  <a:lnTo>
                    <a:pt x="1161912" y="1393114"/>
                  </a:lnTo>
                  <a:close/>
                  <a:moveTo>
                    <a:pt x="1262994" y="1282368"/>
                  </a:moveTo>
                  <a:lnTo>
                    <a:pt x="1183629" y="1251115"/>
                  </a:lnTo>
                  <a:lnTo>
                    <a:pt x="1246532" y="1284819"/>
                  </a:lnTo>
                  <a:close/>
                  <a:moveTo>
                    <a:pt x="1246532" y="1284819"/>
                  </a:moveTo>
                  <a:lnTo>
                    <a:pt x="1254217" y="1299827"/>
                  </a:lnTo>
                  <a:lnTo>
                    <a:pt x="1262994" y="1282368"/>
                  </a:lnTo>
                  <a:close/>
                  <a:moveTo>
                    <a:pt x="783756" y="909729"/>
                  </a:moveTo>
                  <a:lnTo>
                    <a:pt x="847964" y="895546"/>
                  </a:lnTo>
                  <a:lnTo>
                    <a:pt x="811659" y="895534"/>
                  </a:lnTo>
                  <a:close/>
                  <a:moveTo>
                    <a:pt x="811659" y="895534"/>
                  </a:moveTo>
                  <a:lnTo>
                    <a:pt x="847964" y="895546"/>
                  </a:lnTo>
                  <a:lnTo>
                    <a:pt x="916938" y="874769"/>
                  </a:lnTo>
                  <a:close/>
                  <a:moveTo>
                    <a:pt x="1254217" y="1299827"/>
                  </a:moveTo>
                  <a:lnTo>
                    <a:pt x="1246973" y="1364583"/>
                  </a:lnTo>
                  <a:lnTo>
                    <a:pt x="1304832" y="1337514"/>
                  </a:lnTo>
                  <a:close/>
                  <a:moveTo>
                    <a:pt x="1254217" y="1299827"/>
                  </a:moveTo>
                  <a:lnTo>
                    <a:pt x="1304832" y="1337514"/>
                  </a:lnTo>
                  <a:lnTo>
                    <a:pt x="1262994" y="1282368"/>
                  </a:lnTo>
                  <a:close/>
                  <a:moveTo>
                    <a:pt x="1262994" y="1282368"/>
                  </a:moveTo>
                  <a:lnTo>
                    <a:pt x="1325992" y="1326146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262994" y="1282368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316054" y="1252370"/>
                  </a:lnTo>
                  <a:lnTo>
                    <a:pt x="1262994" y="1282368"/>
                  </a:lnTo>
                  <a:close/>
                  <a:moveTo>
                    <a:pt x="1366334" y="1225156"/>
                  </a:moveTo>
                  <a:lnTo>
                    <a:pt x="1333888" y="1243932"/>
                  </a:lnTo>
                  <a:lnTo>
                    <a:pt x="1387313" y="1230959"/>
                  </a:lnTo>
                  <a:close/>
                  <a:moveTo>
                    <a:pt x="1482634" y="1166121"/>
                  </a:moveTo>
                  <a:lnTo>
                    <a:pt x="1387313" y="1230959"/>
                  </a:lnTo>
                  <a:lnTo>
                    <a:pt x="1443222" y="1205495"/>
                  </a:lnTo>
                  <a:close/>
                  <a:moveTo>
                    <a:pt x="1366334" y="1225156"/>
                  </a:moveTo>
                  <a:lnTo>
                    <a:pt x="1387313" y="1230959"/>
                  </a:lnTo>
                  <a:lnTo>
                    <a:pt x="1482634" y="1166121"/>
                  </a:lnTo>
                  <a:close/>
                  <a:moveTo>
                    <a:pt x="1427254" y="1174266"/>
                  </a:moveTo>
                  <a:lnTo>
                    <a:pt x="1366334" y="1225156"/>
                  </a:lnTo>
                  <a:lnTo>
                    <a:pt x="1482634" y="1166121"/>
                  </a:lnTo>
                  <a:close/>
                  <a:moveTo>
                    <a:pt x="1295916" y="268035"/>
                  </a:moveTo>
                  <a:lnTo>
                    <a:pt x="1294994" y="185819"/>
                  </a:lnTo>
                  <a:lnTo>
                    <a:pt x="1230901" y="296605"/>
                  </a:lnTo>
                  <a:close/>
                  <a:moveTo>
                    <a:pt x="1047760" y="59826"/>
                  </a:moveTo>
                  <a:lnTo>
                    <a:pt x="1028120" y="142041"/>
                  </a:lnTo>
                  <a:lnTo>
                    <a:pt x="1095841" y="103604"/>
                  </a:lnTo>
                  <a:close/>
                  <a:moveTo>
                    <a:pt x="1047760" y="59826"/>
                  </a:moveTo>
                  <a:lnTo>
                    <a:pt x="1095841" y="103604"/>
                  </a:lnTo>
                  <a:lnTo>
                    <a:pt x="1101970" y="21389"/>
                  </a:lnTo>
                  <a:close/>
                  <a:moveTo>
                    <a:pt x="1119824" y="0"/>
                  </a:moveTo>
                  <a:lnTo>
                    <a:pt x="1047760" y="59826"/>
                  </a:lnTo>
                  <a:lnTo>
                    <a:pt x="1101970" y="21389"/>
                  </a:lnTo>
                  <a:close/>
                  <a:moveTo>
                    <a:pt x="1582552" y="492771"/>
                  </a:moveTo>
                  <a:lnTo>
                    <a:pt x="1619490" y="558459"/>
                  </a:lnTo>
                  <a:lnTo>
                    <a:pt x="1620431" y="541856"/>
                  </a:lnTo>
                  <a:close/>
                  <a:moveTo>
                    <a:pt x="1286275" y="343678"/>
                  </a:moveTo>
                  <a:lnTo>
                    <a:pt x="1297702" y="342389"/>
                  </a:lnTo>
                  <a:lnTo>
                    <a:pt x="1295916" y="268035"/>
                  </a:lnTo>
                  <a:close/>
                  <a:moveTo>
                    <a:pt x="1119824" y="0"/>
                  </a:moveTo>
                  <a:lnTo>
                    <a:pt x="1101970" y="21389"/>
                  </a:lnTo>
                  <a:lnTo>
                    <a:pt x="1142847" y="7322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80" name="Candidate_density__2079">
              <a:extLst>
                <a:ext uri="{FF2B5EF4-FFF2-40B4-BE49-F238E27FC236}">
                  <a16:creationId xmlns:a16="http://schemas.microsoft.com/office/drawing/2014/main" id="{D27D1E49-2511-B10E-A959-CBB5128F95EE}"/>
                </a:ext>
              </a:extLst>
            </p:cNvPr>
            <p:cNvSpPr>
              <a:spLocks noGrp="1"/>
            </p:cNvSpPr>
            <p:nvPr/>
          </p:nvSpPr>
          <p:spPr>
            <a:xfrm>
              <a:off x="4394831" y="1939246"/>
              <a:ext cx="2175664" cy="3248621"/>
            </a:xfrm>
            <a:custGeom>
              <a:avLst/>
              <a:gdLst/>
              <a:ahLst/>
              <a:cxnLst/>
              <a:rect l="0" t="0" r="0" b="0"/>
              <a:pathLst>
                <a:path w="2175664" h="3248621">
                  <a:moveTo>
                    <a:pt x="313322" y="3225491"/>
                  </a:moveTo>
                  <a:lnTo>
                    <a:pt x="260192" y="3242047"/>
                  </a:lnTo>
                  <a:lnTo>
                    <a:pt x="394040" y="3248621"/>
                  </a:lnTo>
                  <a:close/>
                  <a:moveTo>
                    <a:pt x="479993" y="2969492"/>
                  </a:moveTo>
                  <a:lnTo>
                    <a:pt x="514678" y="2990608"/>
                  </a:lnTo>
                  <a:lnTo>
                    <a:pt x="437182" y="2950101"/>
                  </a:lnTo>
                  <a:close/>
                  <a:moveTo>
                    <a:pt x="689023" y="2960239"/>
                  </a:moveTo>
                  <a:lnTo>
                    <a:pt x="688804" y="2955443"/>
                  </a:lnTo>
                  <a:lnTo>
                    <a:pt x="639118" y="2962004"/>
                  </a:lnTo>
                  <a:close/>
                  <a:moveTo>
                    <a:pt x="39251" y="1884332"/>
                  </a:moveTo>
                  <a:lnTo>
                    <a:pt x="121195" y="1848210"/>
                  </a:lnTo>
                  <a:lnTo>
                    <a:pt x="91852" y="1878757"/>
                  </a:lnTo>
                  <a:close/>
                  <a:moveTo>
                    <a:pt x="35732" y="1884133"/>
                  </a:moveTo>
                  <a:lnTo>
                    <a:pt x="39251" y="1884332"/>
                  </a:lnTo>
                  <a:lnTo>
                    <a:pt x="0" y="1855650"/>
                  </a:lnTo>
                  <a:close/>
                  <a:moveTo>
                    <a:pt x="91852" y="1878757"/>
                  </a:moveTo>
                  <a:lnTo>
                    <a:pt x="0" y="1855650"/>
                  </a:lnTo>
                  <a:lnTo>
                    <a:pt x="39251" y="1884332"/>
                  </a:lnTo>
                  <a:close/>
                  <a:moveTo>
                    <a:pt x="108465" y="1828062"/>
                  </a:moveTo>
                  <a:lnTo>
                    <a:pt x="91852" y="1878757"/>
                  </a:lnTo>
                  <a:lnTo>
                    <a:pt x="121195" y="1848210"/>
                  </a:lnTo>
                  <a:close/>
                  <a:moveTo>
                    <a:pt x="110528" y="1626201"/>
                  </a:moveTo>
                  <a:lnTo>
                    <a:pt x="129439" y="1645344"/>
                  </a:lnTo>
                  <a:lnTo>
                    <a:pt x="67610" y="1572916"/>
                  </a:lnTo>
                  <a:close/>
                  <a:moveTo>
                    <a:pt x="59439" y="1563128"/>
                  </a:moveTo>
                  <a:lnTo>
                    <a:pt x="110528" y="1626201"/>
                  </a:lnTo>
                  <a:lnTo>
                    <a:pt x="67610" y="1572916"/>
                  </a:lnTo>
                  <a:close/>
                  <a:moveTo>
                    <a:pt x="96615" y="1466157"/>
                  </a:moveTo>
                  <a:lnTo>
                    <a:pt x="64449" y="1561096"/>
                  </a:lnTo>
                  <a:lnTo>
                    <a:pt x="172157" y="1469938"/>
                  </a:lnTo>
                  <a:close/>
                  <a:moveTo>
                    <a:pt x="1019698" y="2511273"/>
                  </a:moveTo>
                  <a:lnTo>
                    <a:pt x="1039209" y="2545898"/>
                  </a:lnTo>
                  <a:lnTo>
                    <a:pt x="993192" y="2589048"/>
                  </a:lnTo>
                  <a:close/>
                  <a:moveTo>
                    <a:pt x="743530" y="1997720"/>
                  </a:moveTo>
                  <a:lnTo>
                    <a:pt x="681871" y="2100198"/>
                  </a:lnTo>
                  <a:lnTo>
                    <a:pt x="708688" y="2082652"/>
                  </a:lnTo>
                  <a:close/>
                  <a:moveTo>
                    <a:pt x="172157" y="1469938"/>
                  </a:moveTo>
                  <a:lnTo>
                    <a:pt x="218809" y="1442477"/>
                  </a:lnTo>
                  <a:lnTo>
                    <a:pt x="217139" y="1500027"/>
                  </a:lnTo>
                  <a:close/>
                  <a:moveTo>
                    <a:pt x="172157" y="1469938"/>
                  </a:moveTo>
                  <a:lnTo>
                    <a:pt x="199033" y="1486255"/>
                  </a:lnTo>
                  <a:lnTo>
                    <a:pt x="148999" y="1446812"/>
                  </a:lnTo>
                  <a:close/>
                  <a:moveTo>
                    <a:pt x="172157" y="1469938"/>
                  </a:moveTo>
                  <a:lnTo>
                    <a:pt x="148999" y="1446812"/>
                  </a:lnTo>
                  <a:lnTo>
                    <a:pt x="96615" y="1466157"/>
                  </a:lnTo>
                  <a:close/>
                  <a:moveTo>
                    <a:pt x="511366" y="1542695"/>
                  </a:moveTo>
                  <a:lnTo>
                    <a:pt x="433529" y="1650685"/>
                  </a:lnTo>
                  <a:lnTo>
                    <a:pt x="488659" y="1602112"/>
                  </a:lnTo>
                  <a:close/>
                  <a:moveTo>
                    <a:pt x="434426" y="1644746"/>
                  </a:moveTo>
                  <a:lnTo>
                    <a:pt x="433529" y="1650685"/>
                  </a:lnTo>
                  <a:lnTo>
                    <a:pt x="511366" y="1542695"/>
                  </a:lnTo>
                  <a:close/>
                  <a:moveTo>
                    <a:pt x="434426" y="1644746"/>
                  </a:moveTo>
                  <a:lnTo>
                    <a:pt x="434547" y="1544556"/>
                  </a:lnTo>
                  <a:lnTo>
                    <a:pt x="442828" y="1612249"/>
                  </a:lnTo>
                  <a:close/>
                  <a:moveTo>
                    <a:pt x="1301980" y="2425099"/>
                  </a:moveTo>
                  <a:lnTo>
                    <a:pt x="1272597" y="2395964"/>
                  </a:lnTo>
                  <a:lnTo>
                    <a:pt x="1286787" y="2420374"/>
                  </a:lnTo>
                  <a:close/>
                  <a:moveTo>
                    <a:pt x="768788" y="1876952"/>
                  </a:moveTo>
                  <a:lnTo>
                    <a:pt x="695528" y="1853935"/>
                  </a:lnTo>
                  <a:lnTo>
                    <a:pt x="724805" y="1858894"/>
                  </a:lnTo>
                  <a:close/>
                  <a:moveTo>
                    <a:pt x="882678" y="1808906"/>
                  </a:moveTo>
                  <a:lnTo>
                    <a:pt x="930229" y="1744811"/>
                  </a:lnTo>
                  <a:lnTo>
                    <a:pt x="925709" y="1738243"/>
                  </a:lnTo>
                  <a:close/>
                  <a:moveTo>
                    <a:pt x="1707460" y="2604173"/>
                  </a:moveTo>
                  <a:lnTo>
                    <a:pt x="1667609" y="2609902"/>
                  </a:lnTo>
                  <a:lnTo>
                    <a:pt x="1739709" y="2568739"/>
                  </a:lnTo>
                  <a:close/>
                  <a:moveTo>
                    <a:pt x="1739709" y="2568739"/>
                  </a:moveTo>
                  <a:lnTo>
                    <a:pt x="1667609" y="2609902"/>
                  </a:lnTo>
                  <a:lnTo>
                    <a:pt x="1613355" y="2590181"/>
                  </a:lnTo>
                  <a:close/>
                  <a:moveTo>
                    <a:pt x="882678" y="1808906"/>
                  </a:moveTo>
                  <a:lnTo>
                    <a:pt x="903103" y="1706273"/>
                  </a:lnTo>
                  <a:lnTo>
                    <a:pt x="872008" y="1820458"/>
                  </a:lnTo>
                  <a:close/>
                  <a:moveTo>
                    <a:pt x="903103" y="1706273"/>
                  </a:moveTo>
                  <a:lnTo>
                    <a:pt x="882678" y="1808906"/>
                  </a:lnTo>
                  <a:lnTo>
                    <a:pt x="925709" y="1738243"/>
                  </a:lnTo>
                  <a:close/>
                  <a:moveTo>
                    <a:pt x="747024" y="1572385"/>
                  </a:moveTo>
                  <a:lnTo>
                    <a:pt x="811951" y="1607925"/>
                  </a:lnTo>
                  <a:lnTo>
                    <a:pt x="683444" y="1563484"/>
                  </a:lnTo>
                  <a:close/>
                  <a:moveTo>
                    <a:pt x="46953" y="576872"/>
                  </a:moveTo>
                  <a:lnTo>
                    <a:pt x="155784" y="548795"/>
                  </a:lnTo>
                  <a:lnTo>
                    <a:pt x="95827" y="602402"/>
                  </a:lnTo>
                  <a:close/>
                  <a:moveTo>
                    <a:pt x="1707460" y="2604173"/>
                  </a:moveTo>
                  <a:lnTo>
                    <a:pt x="1739228" y="2512177"/>
                  </a:lnTo>
                  <a:lnTo>
                    <a:pt x="1704945" y="2483521"/>
                  </a:lnTo>
                  <a:close/>
                  <a:moveTo>
                    <a:pt x="1480103" y="1800918"/>
                  </a:moveTo>
                  <a:lnTo>
                    <a:pt x="1501154" y="1803731"/>
                  </a:lnTo>
                  <a:lnTo>
                    <a:pt x="1434930" y="1787364"/>
                  </a:lnTo>
                  <a:close/>
                  <a:moveTo>
                    <a:pt x="877673" y="1359789"/>
                  </a:moveTo>
                  <a:lnTo>
                    <a:pt x="978417" y="1405359"/>
                  </a:lnTo>
                  <a:lnTo>
                    <a:pt x="1003576" y="1336658"/>
                  </a:lnTo>
                  <a:close/>
                  <a:moveTo>
                    <a:pt x="1051539" y="1294073"/>
                  </a:moveTo>
                  <a:lnTo>
                    <a:pt x="1003576" y="1336658"/>
                  </a:lnTo>
                  <a:lnTo>
                    <a:pt x="1060424" y="1299189"/>
                  </a:lnTo>
                  <a:close/>
                  <a:moveTo>
                    <a:pt x="1060424" y="1299189"/>
                  </a:moveTo>
                  <a:lnTo>
                    <a:pt x="1003576" y="1336658"/>
                  </a:lnTo>
                  <a:lnTo>
                    <a:pt x="978417" y="1405359"/>
                  </a:lnTo>
                  <a:close/>
                  <a:moveTo>
                    <a:pt x="1051539" y="1294073"/>
                  </a:moveTo>
                  <a:lnTo>
                    <a:pt x="1060424" y="1299189"/>
                  </a:lnTo>
                  <a:lnTo>
                    <a:pt x="1059363" y="1266576"/>
                  </a:lnTo>
                  <a:close/>
                  <a:moveTo>
                    <a:pt x="502134" y="749463"/>
                  </a:moveTo>
                  <a:lnTo>
                    <a:pt x="528444" y="828166"/>
                  </a:lnTo>
                  <a:lnTo>
                    <a:pt x="526477" y="839219"/>
                  </a:lnTo>
                  <a:close/>
                  <a:moveTo>
                    <a:pt x="198048" y="414534"/>
                  </a:moveTo>
                  <a:lnTo>
                    <a:pt x="193041" y="472008"/>
                  </a:lnTo>
                  <a:lnTo>
                    <a:pt x="208205" y="428143"/>
                  </a:lnTo>
                  <a:close/>
                  <a:moveTo>
                    <a:pt x="198048" y="414534"/>
                  </a:moveTo>
                  <a:lnTo>
                    <a:pt x="208205" y="428143"/>
                  </a:lnTo>
                  <a:lnTo>
                    <a:pt x="265263" y="320390"/>
                  </a:lnTo>
                  <a:close/>
                  <a:moveTo>
                    <a:pt x="1989205" y="2298640"/>
                  </a:moveTo>
                  <a:lnTo>
                    <a:pt x="1918549" y="2280655"/>
                  </a:lnTo>
                  <a:lnTo>
                    <a:pt x="1927820" y="2284335"/>
                  </a:lnTo>
                  <a:close/>
                  <a:moveTo>
                    <a:pt x="1391079" y="1512425"/>
                  </a:moveTo>
                  <a:lnTo>
                    <a:pt x="1328645" y="1502590"/>
                  </a:lnTo>
                  <a:lnTo>
                    <a:pt x="1294087" y="1586858"/>
                  </a:lnTo>
                  <a:close/>
                  <a:moveTo>
                    <a:pt x="1328645" y="1502590"/>
                  </a:moveTo>
                  <a:lnTo>
                    <a:pt x="1391079" y="1512425"/>
                  </a:lnTo>
                  <a:lnTo>
                    <a:pt x="1285501" y="1458503"/>
                  </a:lnTo>
                  <a:close/>
                  <a:moveTo>
                    <a:pt x="1400324" y="1490200"/>
                  </a:moveTo>
                  <a:lnTo>
                    <a:pt x="1328892" y="1501784"/>
                  </a:lnTo>
                  <a:lnTo>
                    <a:pt x="1285501" y="1458503"/>
                  </a:lnTo>
                  <a:close/>
                  <a:moveTo>
                    <a:pt x="589177" y="623262"/>
                  </a:moveTo>
                  <a:lnTo>
                    <a:pt x="600615" y="529807"/>
                  </a:lnTo>
                  <a:lnTo>
                    <a:pt x="552300" y="548840"/>
                  </a:lnTo>
                  <a:close/>
                  <a:moveTo>
                    <a:pt x="2172447" y="2302253"/>
                  </a:moveTo>
                  <a:lnTo>
                    <a:pt x="2158644" y="2285997"/>
                  </a:lnTo>
                  <a:lnTo>
                    <a:pt x="2132206" y="2339438"/>
                  </a:lnTo>
                  <a:close/>
                  <a:moveTo>
                    <a:pt x="1989205" y="2298640"/>
                  </a:moveTo>
                  <a:lnTo>
                    <a:pt x="2013493" y="2324433"/>
                  </a:lnTo>
                  <a:lnTo>
                    <a:pt x="2033590" y="2293958"/>
                  </a:lnTo>
                  <a:close/>
                  <a:moveTo>
                    <a:pt x="1562836" y="1819148"/>
                  </a:moveTo>
                  <a:lnTo>
                    <a:pt x="1622059" y="1761914"/>
                  </a:lnTo>
                  <a:lnTo>
                    <a:pt x="1662661" y="1710491"/>
                  </a:lnTo>
                  <a:close/>
                  <a:moveTo>
                    <a:pt x="1328768" y="1502282"/>
                  </a:moveTo>
                  <a:lnTo>
                    <a:pt x="1328892" y="1501784"/>
                  </a:lnTo>
                  <a:lnTo>
                    <a:pt x="1366652" y="1427765"/>
                  </a:lnTo>
                  <a:close/>
                  <a:moveTo>
                    <a:pt x="570847" y="493416"/>
                  </a:moveTo>
                  <a:lnTo>
                    <a:pt x="552300" y="548840"/>
                  </a:lnTo>
                  <a:lnTo>
                    <a:pt x="585715" y="515701"/>
                  </a:lnTo>
                  <a:close/>
                  <a:moveTo>
                    <a:pt x="570847" y="493416"/>
                  </a:moveTo>
                  <a:lnTo>
                    <a:pt x="585715" y="515701"/>
                  </a:lnTo>
                  <a:lnTo>
                    <a:pt x="579416" y="435020"/>
                  </a:lnTo>
                  <a:close/>
                  <a:moveTo>
                    <a:pt x="579416" y="435020"/>
                  </a:moveTo>
                  <a:lnTo>
                    <a:pt x="585715" y="515701"/>
                  </a:lnTo>
                  <a:lnTo>
                    <a:pt x="606684" y="473515"/>
                  </a:lnTo>
                  <a:close/>
                  <a:moveTo>
                    <a:pt x="2158644" y="2285997"/>
                  </a:moveTo>
                  <a:lnTo>
                    <a:pt x="2175664" y="2223261"/>
                  </a:lnTo>
                  <a:lnTo>
                    <a:pt x="2152921" y="2257535"/>
                  </a:lnTo>
                  <a:close/>
                  <a:moveTo>
                    <a:pt x="748742" y="369883"/>
                  </a:moveTo>
                  <a:lnTo>
                    <a:pt x="731800" y="356613"/>
                  </a:lnTo>
                  <a:lnTo>
                    <a:pt x="697294" y="381884"/>
                  </a:lnTo>
                  <a:close/>
                  <a:moveTo>
                    <a:pt x="748742" y="369883"/>
                  </a:moveTo>
                  <a:lnTo>
                    <a:pt x="772771" y="395049"/>
                  </a:lnTo>
                  <a:lnTo>
                    <a:pt x="754167" y="315868"/>
                  </a:lnTo>
                  <a:close/>
                  <a:moveTo>
                    <a:pt x="731800" y="356613"/>
                  </a:moveTo>
                  <a:lnTo>
                    <a:pt x="748742" y="369883"/>
                  </a:lnTo>
                  <a:lnTo>
                    <a:pt x="754167" y="315868"/>
                  </a:lnTo>
                  <a:close/>
                  <a:moveTo>
                    <a:pt x="1566147" y="1185920"/>
                  </a:moveTo>
                  <a:lnTo>
                    <a:pt x="1551962" y="1242037"/>
                  </a:lnTo>
                  <a:lnTo>
                    <a:pt x="1634432" y="1162570"/>
                  </a:lnTo>
                  <a:close/>
                  <a:moveTo>
                    <a:pt x="729162" y="285834"/>
                  </a:moveTo>
                  <a:lnTo>
                    <a:pt x="754167" y="315868"/>
                  </a:lnTo>
                  <a:lnTo>
                    <a:pt x="766334" y="255488"/>
                  </a:lnTo>
                  <a:close/>
                  <a:moveTo>
                    <a:pt x="731800" y="356613"/>
                  </a:moveTo>
                  <a:lnTo>
                    <a:pt x="754167" y="315868"/>
                  </a:lnTo>
                  <a:lnTo>
                    <a:pt x="715660" y="336186"/>
                  </a:lnTo>
                  <a:close/>
                  <a:moveTo>
                    <a:pt x="825318" y="268128"/>
                  </a:moveTo>
                  <a:lnTo>
                    <a:pt x="754167" y="315868"/>
                  </a:lnTo>
                  <a:lnTo>
                    <a:pt x="819926" y="283071"/>
                  </a:lnTo>
                  <a:close/>
                  <a:moveTo>
                    <a:pt x="825318" y="268128"/>
                  </a:moveTo>
                  <a:lnTo>
                    <a:pt x="766334" y="255488"/>
                  </a:lnTo>
                  <a:lnTo>
                    <a:pt x="754167" y="315868"/>
                  </a:lnTo>
                  <a:close/>
                  <a:moveTo>
                    <a:pt x="766334" y="255488"/>
                  </a:moveTo>
                  <a:lnTo>
                    <a:pt x="825318" y="268128"/>
                  </a:lnTo>
                  <a:lnTo>
                    <a:pt x="776238" y="183186"/>
                  </a:lnTo>
                  <a:close/>
                  <a:moveTo>
                    <a:pt x="825318" y="268128"/>
                  </a:moveTo>
                  <a:lnTo>
                    <a:pt x="846854" y="168547"/>
                  </a:lnTo>
                  <a:lnTo>
                    <a:pt x="776238" y="183186"/>
                  </a:lnTo>
                  <a:close/>
                  <a:moveTo>
                    <a:pt x="761740" y="235961"/>
                  </a:moveTo>
                  <a:lnTo>
                    <a:pt x="766334" y="255488"/>
                  </a:lnTo>
                  <a:lnTo>
                    <a:pt x="776238" y="183186"/>
                  </a:lnTo>
                  <a:close/>
                  <a:moveTo>
                    <a:pt x="1634432" y="1162570"/>
                  </a:moveTo>
                  <a:lnTo>
                    <a:pt x="1690694" y="1189843"/>
                  </a:lnTo>
                  <a:lnTo>
                    <a:pt x="1566147" y="1185920"/>
                  </a:lnTo>
                  <a:close/>
                  <a:moveTo>
                    <a:pt x="1389625" y="589390"/>
                  </a:moveTo>
                  <a:lnTo>
                    <a:pt x="1309654" y="617200"/>
                  </a:lnTo>
                  <a:lnTo>
                    <a:pt x="1264979" y="617220"/>
                  </a:lnTo>
                  <a:close/>
                  <a:moveTo>
                    <a:pt x="846854" y="168547"/>
                  </a:moveTo>
                  <a:lnTo>
                    <a:pt x="856368" y="142793"/>
                  </a:lnTo>
                  <a:lnTo>
                    <a:pt x="819485" y="129680"/>
                  </a:lnTo>
                  <a:close/>
                  <a:moveTo>
                    <a:pt x="776238" y="183186"/>
                  </a:moveTo>
                  <a:lnTo>
                    <a:pt x="846854" y="168547"/>
                  </a:lnTo>
                  <a:lnTo>
                    <a:pt x="819485" y="129680"/>
                  </a:lnTo>
                  <a:close/>
                  <a:moveTo>
                    <a:pt x="856368" y="142793"/>
                  </a:moveTo>
                  <a:lnTo>
                    <a:pt x="926188" y="146622"/>
                  </a:lnTo>
                  <a:lnTo>
                    <a:pt x="881747" y="83806"/>
                  </a:lnTo>
                  <a:close/>
                  <a:moveTo>
                    <a:pt x="839685" y="115310"/>
                  </a:moveTo>
                  <a:lnTo>
                    <a:pt x="856368" y="142793"/>
                  </a:lnTo>
                  <a:lnTo>
                    <a:pt x="881747" y="83806"/>
                  </a:lnTo>
                  <a:close/>
                  <a:moveTo>
                    <a:pt x="1333687" y="608600"/>
                  </a:moveTo>
                  <a:lnTo>
                    <a:pt x="1389625" y="589390"/>
                  </a:lnTo>
                  <a:lnTo>
                    <a:pt x="1422807" y="498251"/>
                  </a:lnTo>
                  <a:close/>
                  <a:moveTo>
                    <a:pt x="1422807" y="498251"/>
                  </a:moveTo>
                  <a:lnTo>
                    <a:pt x="1435571" y="475332"/>
                  </a:lnTo>
                  <a:lnTo>
                    <a:pt x="1378932" y="570164"/>
                  </a:lnTo>
                  <a:close/>
                  <a:moveTo>
                    <a:pt x="1405793" y="434637"/>
                  </a:moveTo>
                  <a:lnTo>
                    <a:pt x="1449203" y="449512"/>
                  </a:lnTo>
                  <a:lnTo>
                    <a:pt x="1435571" y="475332"/>
                  </a:lnTo>
                  <a:close/>
                  <a:moveTo>
                    <a:pt x="1584937" y="331908"/>
                  </a:moveTo>
                  <a:lnTo>
                    <a:pt x="1637307" y="332416"/>
                  </a:lnTo>
                  <a:lnTo>
                    <a:pt x="1565671" y="246645"/>
                  </a:lnTo>
                  <a:close/>
                  <a:moveTo>
                    <a:pt x="1475174" y="43779"/>
                  </a:moveTo>
                  <a:lnTo>
                    <a:pt x="1492015" y="47947"/>
                  </a:lnTo>
                  <a:lnTo>
                    <a:pt x="1455088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81" name="Candidate_density__2080">
              <a:extLst>
                <a:ext uri="{FF2B5EF4-FFF2-40B4-BE49-F238E27FC236}">
                  <a16:creationId xmlns:a16="http://schemas.microsoft.com/office/drawing/2014/main" id="{17F66D04-E231-3BB7-3055-B436E265C31B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1959884" cy="3657956"/>
            </a:xfrm>
            <a:custGeom>
              <a:avLst/>
              <a:gdLst/>
              <a:ahLst/>
              <a:cxnLst/>
              <a:rect l="0" t="0" r="0" b="0"/>
              <a:pathLst>
                <a:path w="1959884" h="3657956">
                  <a:moveTo>
                    <a:pt x="367804" y="3623869"/>
                  </a:moveTo>
                  <a:lnTo>
                    <a:pt x="409080" y="3657956"/>
                  </a:lnTo>
                  <a:lnTo>
                    <a:pt x="428153" y="3600951"/>
                  </a:lnTo>
                  <a:close/>
                  <a:moveTo>
                    <a:pt x="468431" y="3585432"/>
                  </a:moveTo>
                  <a:lnTo>
                    <a:pt x="428153" y="3600951"/>
                  </a:lnTo>
                  <a:lnTo>
                    <a:pt x="409080" y="3657956"/>
                  </a:lnTo>
                  <a:close/>
                  <a:moveTo>
                    <a:pt x="369692" y="3338787"/>
                  </a:moveTo>
                  <a:lnTo>
                    <a:pt x="353398" y="3449771"/>
                  </a:lnTo>
                  <a:lnTo>
                    <a:pt x="392086" y="3379216"/>
                  </a:lnTo>
                  <a:close/>
                  <a:moveTo>
                    <a:pt x="492313" y="3503217"/>
                  </a:moveTo>
                  <a:lnTo>
                    <a:pt x="468431" y="3585432"/>
                  </a:lnTo>
                  <a:lnTo>
                    <a:pt x="560169" y="3554216"/>
                  </a:lnTo>
                  <a:close/>
                  <a:moveTo>
                    <a:pt x="532940" y="3382565"/>
                  </a:moveTo>
                  <a:lnTo>
                    <a:pt x="592628" y="3344129"/>
                  </a:lnTo>
                  <a:lnTo>
                    <a:pt x="522150" y="3371641"/>
                  </a:lnTo>
                  <a:close/>
                  <a:moveTo>
                    <a:pt x="592628" y="3344129"/>
                  </a:moveTo>
                  <a:lnTo>
                    <a:pt x="553091" y="3272125"/>
                  </a:lnTo>
                  <a:lnTo>
                    <a:pt x="522150" y="3371641"/>
                  </a:lnTo>
                  <a:close/>
                  <a:moveTo>
                    <a:pt x="505684" y="2897866"/>
                  </a:moveTo>
                  <a:lnTo>
                    <a:pt x="539358" y="2976832"/>
                  </a:lnTo>
                  <a:lnTo>
                    <a:pt x="521219" y="2937759"/>
                  </a:lnTo>
                  <a:close/>
                  <a:moveTo>
                    <a:pt x="506992" y="2894617"/>
                  </a:moveTo>
                  <a:lnTo>
                    <a:pt x="505684" y="2897866"/>
                  </a:lnTo>
                  <a:lnTo>
                    <a:pt x="521219" y="2937759"/>
                  </a:lnTo>
                  <a:close/>
                  <a:moveTo>
                    <a:pt x="507529" y="2886575"/>
                  </a:moveTo>
                  <a:lnTo>
                    <a:pt x="505684" y="2897866"/>
                  </a:lnTo>
                  <a:lnTo>
                    <a:pt x="506992" y="2894617"/>
                  </a:lnTo>
                  <a:close/>
                  <a:moveTo>
                    <a:pt x="539358" y="2976832"/>
                  </a:moveTo>
                  <a:lnTo>
                    <a:pt x="579622" y="3059047"/>
                  </a:lnTo>
                  <a:lnTo>
                    <a:pt x="646913" y="3020611"/>
                  </a:lnTo>
                  <a:close/>
                  <a:moveTo>
                    <a:pt x="506992" y="2894617"/>
                  </a:moveTo>
                  <a:lnTo>
                    <a:pt x="521219" y="2937759"/>
                  </a:lnTo>
                  <a:lnTo>
                    <a:pt x="534893" y="2874119"/>
                  </a:lnTo>
                  <a:close/>
                  <a:moveTo>
                    <a:pt x="507529" y="2886575"/>
                  </a:moveTo>
                  <a:lnTo>
                    <a:pt x="506992" y="2894617"/>
                  </a:lnTo>
                  <a:lnTo>
                    <a:pt x="534893" y="2874119"/>
                  </a:lnTo>
                  <a:close/>
                  <a:moveTo>
                    <a:pt x="283798" y="2392194"/>
                  </a:moveTo>
                  <a:lnTo>
                    <a:pt x="230636" y="2408632"/>
                  </a:lnTo>
                  <a:lnTo>
                    <a:pt x="222795" y="2442772"/>
                  </a:lnTo>
                  <a:close/>
                  <a:moveTo>
                    <a:pt x="659212" y="2833642"/>
                  </a:moveTo>
                  <a:lnTo>
                    <a:pt x="748610" y="2821556"/>
                  </a:lnTo>
                  <a:lnTo>
                    <a:pt x="711370" y="2751739"/>
                  </a:lnTo>
                  <a:close/>
                  <a:moveTo>
                    <a:pt x="748610" y="2821556"/>
                  </a:moveTo>
                  <a:lnTo>
                    <a:pt x="825339" y="2819768"/>
                  </a:lnTo>
                  <a:lnTo>
                    <a:pt x="711370" y="2751739"/>
                  </a:lnTo>
                  <a:close/>
                  <a:moveTo>
                    <a:pt x="33718" y="1913378"/>
                  </a:moveTo>
                  <a:lnTo>
                    <a:pt x="0" y="1951814"/>
                  </a:lnTo>
                  <a:lnTo>
                    <a:pt x="47863" y="1995593"/>
                  </a:lnTo>
                  <a:close/>
                  <a:moveTo>
                    <a:pt x="33718" y="1913378"/>
                  </a:moveTo>
                  <a:lnTo>
                    <a:pt x="27174" y="1831163"/>
                  </a:lnTo>
                  <a:lnTo>
                    <a:pt x="0" y="1951814"/>
                  </a:lnTo>
                  <a:close/>
                  <a:moveTo>
                    <a:pt x="346637" y="2242238"/>
                  </a:moveTo>
                  <a:lnTo>
                    <a:pt x="423409" y="2205113"/>
                  </a:lnTo>
                  <a:lnTo>
                    <a:pt x="422175" y="2204519"/>
                  </a:lnTo>
                  <a:close/>
                  <a:moveTo>
                    <a:pt x="331315" y="2160023"/>
                  </a:moveTo>
                  <a:lnTo>
                    <a:pt x="422175" y="2204519"/>
                  </a:lnTo>
                  <a:lnTo>
                    <a:pt x="397787" y="2124254"/>
                  </a:lnTo>
                  <a:close/>
                  <a:moveTo>
                    <a:pt x="424526" y="2203802"/>
                  </a:moveTo>
                  <a:lnTo>
                    <a:pt x="402080" y="2121587"/>
                  </a:lnTo>
                  <a:lnTo>
                    <a:pt x="422175" y="2204519"/>
                  </a:lnTo>
                  <a:close/>
                  <a:moveTo>
                    <a:pt x="402080" y="2121587"/>
                  </a:moveTo>
                  <a:lnTo>
                    <a:pt x="397787" y="2124254"/>
                  </a:lnTo>
                  <a:lnTo>
                    <a:pt x="422175" y="2204519"/>
                  </a:lnTo>
                  <a:close/>
                  <a:moveTo>
                    <a:pt x="422175" y="2204519"/>
                  </a:moveTo>
                  <a:lnTo>
                    <a:pt x="423409" y="2205113"/>
                  </a:lnTo>
                  <a:lnTo>
                    <a:pt x="424526" y="2203802"/>
                  </a:lnTo>
                  <a:close/>
                  <a:moveTo>
                    <a:pt x="345069" y="2127413"/>
                  </a:moveTo>
                  <a:lnTo>
                    <a:pt x="397787" y="2124254"/>
                  </a:lnTo>
                  <a:lnTo>
                    <a:pt x="402080" y="2121587"/>
                  </a:lnTo>
                  <a:close/>
                  <a:moveTo>
                    <a:pt x="33718" y="1913378"/>
                  </a:moveTo>
                  <a:lnTo>
                    <a:pt x="47863" y="1995593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33718" y="1913378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83686" y="1874941"/>
                  </a:lnTo>
                  <a:lnTo>
                    <a:pt x="41335" y="1792726"/>
                  </a:lnTo>
                  <a:close/>
                  <a:moveTo>
                    <a:pt x="70525" y="1721712"/>
                  </a:moveTo>
                  <a:lnTo>
                    <a:pt x="27174" y="1831163"/>
                  </a:lnTo>
                  <a:lnTo>
                    <a:pt x="41335" y="1792726"/>
                  </a:lnTo>
                  <a:close/>
                  <a:moveTo>
                    <a:pt x="1020064" y="2861522"/>
                  </a:moveTo>
                  <a:lnTo>
                    <a:pt x="1001339" y="2943738"/>
                  </a:lnTo>
                  <a:lnTo>
                    <a:pt x="1091430" y="2905301"/>
                  </a:lnTo>
                  <a:close/>
                  <a:moveTo>
                    <a:pt x="1020064" y="2861522"/>
                  </a:moveTo>
                  <a:lnTo>
                    <a:pt x="1091430" y="2905301"/>
                  </a:lnTo>
                  <a:lnTo>
                    <a:pt x="1073508" y="2823086"/>
                  </a:lnTo>
                  <a:close/>
                  <a:moveTo>
                    <a:pt x="1076349" y="2759201"/>
                  </a:moveTo>
                  <a:lnTo>
                    <a:pt x="1020064" y="2861522"/>
                  </a:lnTo>
                  <a:lnTo>
                    <a:pt x="1073508" y="2823086"/>
                  </a:lnTo>
                  <a:close/>
                  <a:moveTo>
                    <a:pt x="724150" y="2368232"/>
                  </a:moveTo>
                  <a:lnTo>
                    <a:pt x="745713" y="2423542"/>
                  </a:lnTo>
                  <a:lnTo>
                    <a:pt x="805872" y="2412011"/>
                  </a:lnTo>
                  <a:close/>
                  <a:moveTo>
                    <a:pt x="418972" y="2286017"/>
                  </a:moveTo>
                  <a:lnTo>
                    <a:pt x="423372" y="2203546"/>
                  </a:lnTo>
                  <a:lnTo>
                    <a:pt x="423409" y="2205113"/>
                  </a:lnTo>
                  <a:close/>
                  <a:moveTo>
                    <a:pt x="169363" y="1688315"/>
                  </a:moveTo>
                  <a:lnTo>
                    <a:pt x="98898" y="1710511"/>
                  </a:lnTo>
                  <a:lnTo>
                    <a:pt x="192134" y="1682527"/>
                  </a:lnTo>
                  <a:close/>
                  <a:moveTo>
                    <a:pt x="192134" y="1682527"/>
                  </a:moveTo>
                  <a:lnTo>
                    <a:pt x="98898" y="1710511"/>
                  </a:lnTo>
                  <a:lnTo>
                    <a:pt x="70525" y="1721712"/>
                  </a:lnTo>
                  <a:close/>
                  <a:moveTo>
                    <a:pt x="1258036" y="2710362"/>
                  </a:moveTo>
                  <a:lnTo>
                    <a:pt x="1239198" y="2784649"/>
                  </a:lnTo>
                  <a:lnTo>
                    <a:pt x="1249737" y="2702435"/>
                  </a:lnTo>
                  <a:close/>
                  <a:moveTo>
                    <a:pt x="414450" y="1810432"/>
                  </a:moveTo>
                  <a:lnTo>
                    <a:pt x="350666" y="1715854"/>
                  </a:lnTo>
                  <a:lnTo>
                    <a:pt x="327831" y="1720167"/>
                  </a:lnTo>
                  <a:close/>
                  <a:moveTo>
                    <a:pt x="327831" y="1720167"/>
                  </a:moveTo>
                  <a:lnTo>
                    <a:pt x="337549" y="1732349"/>
                  </a:lnTo>
                  <a:lnTo>
                    <a:pt x="414450" y="1810432"/>
                  </a:lnTo>
                  <a:close/>
                  <a:moveTo>
                    <a:pt x="246994" y="1725294"/>
                  </a:moveTo>
                  <a:lnTo>
                    <a:pt x="265214" y="1677103"/>
                  </a:lnTo>
                  <a:lnTo>
                    <a:pt x="192134" y="1682527"/>
                  </a:lnTo>
                  <a:close/>
                  <a:moveTo>
                    <a:pt x="279944" y="1672075"/>
                  </a:moveTo>
                  <a:lnTo>
                    <a:pt x="265214" y="1677103"/>
                  </a:lnTo>
                  <a:lnTo>
                    <a:pt x="388109" y="1642728"/>
                  </a:lnTo>
                  <a:close/>
                  <a:moveTo>
                    <a:pt x="1249737" y="2702435"/>
                  </a:moveTo>
                  <a:lnTo>
                    <a:pt x="1239198" y="2784649"/>
                  </a:lnTo>
                  <a:lnTo>
                    <a:pt x="1310949" y="2746213"/>
                  </a:lnTo>
                  <a:close/>
                  <a:moveTo>
                    <a:pt x="1249737" y="2702435"/>
                  </a:moveTo>
                  <a:lnTo>
                    <a:pt x="1310949" y="2746213"/>
                  </a:lnTo>
                  <a:lnTo>
                    <a:pt x="1263340" y="2663998"/>
                  </a:lnTo>
                  <a:close/>
                  <a:moveTo>
                    <a:pt x="350666" y="1715854"/>
                  </a:moveTo>
                  <a:lnTo>
                    <a:pt x="421098" y="1766069"/>
                  </a:lnTo>
                  <a:lnTo>
                    <a:pt x="426872" y="1700241"/>
                  </a:lnTo>
                  <a:close/>
                  <a:moveTo>
                    <a:pt x="507004" y="1695687"/>
                  </a:moveTo>
                  <a:lnTo>
                    <a:pt x="426872" y="1700241"/>
                  </a:lnTo>
                  <a:lnTo>
                    <a:pt x="504889" y="1797498"/>
                  </a:lnTo>
                  <a:close/>
                  <a:moveTo>
                    <a:pt x="507004" y="1695687"/>
                  </a:moveTo>
                  <a:lnTo>
                    <a:pt x="493069" y="1606923"/>
                  </a:lnTo>
                  <a:lnTo>
                    <a:pt x="426872" y="1700241"/>
                  </a:lnTo>
                  <a:close/>
                  <a:moveTo>
                    <a:pt x="1203286" y="2581783"/>
                  </a:moveTo>
                  <a:lnTo>
                    <a:pt x="1177003" y="2499568"/>
                  </a:lnTo>
                  <a:lnTo>
                    <a:pt x="1174213" y="2517732"/>
                  </a:lnTo>
                  <a:close/>
                  <a:moveTo>
                    <a:pt x="1189897" y="2474672"/>
                  </a:moveTo>
                  <a:lnTo>
                    <a:pt x="1174213" y="2517732"/>
                  </a:lnTo>
                  <a:lnTo>
                    <a:pt x="1177003" y="2499568"/>
                  </a:lnTo>
                  <a:close/>
                  <a:moveTo>
                    <a:pt x="672822" y="1924062"/>
                  </a:moveTo>
                  <a:lnTo>
                    <a:pt x="700670" y="1841847"/>
                  </a:lnTo>
                  <a:lnTo>
                    <a:pt x="691680" y="1866917"/>
                  </a:lnTo>
                  <a:close/>
                  <a:moveTo>
                    <a:pt x="707581" y="1786006"/>
                  </a:moveTo>
                  <a:lnTo>
                    <a:pt x="691680" y="1866917"/>
                  </a:lnTo>
                  <a:lnTo>
                    <a:pt x="700670" y="1841847"/>
                  </a:lnTo>
                  <a:close/>
                  <a:moveTo>
                    <a:pt x="1237139" y="2436104"/>
                  </a:moveTo>
                  <a:lnTo>
                    <a:pt x="1189897" y="2474672"/>
                  </a:lnTo>
                  <a:lnTo>
                    <a:pt x="1177003" y="2499568"/>
                  </a:lnTo>
                  <a:close/>
                  <a:moveTo>
                    <a:pt x="1303963" y="2407286"/>
                  </a:moveTo>
                  <a:lnTo>
                    <a:pt x="1189897" y="2474672"/>
                  </a:lnTo>
                  <a:lnTo>
                    <a:pt x="1237139" y="2436104"/>
                  </a:lnTo>
                  <a:close/>
                  <a:moveTo>
                    <a:pt x="672822" y="1924062"/>
                  </a:moveTo>
                  <a:lnTo>
                    <a:pt x="766858" y="1803410"/>
                  </a:lnTo>
                  <a:lnTo>
                    <a:pt x="700670" y="1841847"/>
                  </a:lnTo>
                  <a:close/>
                  <a:moveTo>
                    <a:pt x="766858" y="1803410"/>
                  </a:moveTo>
                  <a:lnTo>
                    <a:pt x="707581" y="1786006"/>
                  </a:lnTo>
                  <a:lnTo>
                    <a:pt x="700670" y="1841847"/>
                  </a:lnTo>
                  <a:close/>
                  <a:moveTo>
                    <a:pt x="617707" y="1638981"/>
                  </a:moveTo>
                  <a:lnTo>
                    <a:pt x="642857" y="1607470"/>
                  </a:lnTo>
                  <a:lnTo>
                    <a:pt x="529233" y="1595201"/>
                  </a:lnTo>
                  <a:close/>
                  <a:moveTo>
                    <a:pt x="567780" y="1677417"/>
                  </a:moveTo>
                  <a:lnTo>
                    <a:pt x="617707" y="1638981"/>
                  </a:lnTo>
                  <a:lnTo>
                    <a:pt x="529233" y="1595201"/>
                  </a:lnTo>
                  <a:close/>
                  <a:moveTo>
                    <a:pt x="607731" y="1574296"/>
                  </a:moveTo>
                  <a:lnTo>
                    <a:pt x="642857" y="1607470"/>
                  </a:lnTo>
                  <a:lnTo>
                    <a:pt x="712390" y="1588783"/>
                  </a:lnTo>
                  <a:close/>
                  <a:moveTo>
                    <a:pt x="455207" y="1512987"/>
                  </a:moveTo>
                  <a:lnTo>
                    <a:pt x="496401" y="1553754"/>
                  </a:lnTo>
                  <a:lnTo>
                    <a:pt x="507230" y="1495318"/>
                  </a:lnTo>
                  <a:close/>
                  <a:moveTo>
                    <a:pt x="477665" y="1483703"/>
                  </a:moveTo>
                  <a:lnTo>
                    <a:pt x="455207" y="1512987"/>
                  </a:lnTo>
                  <a:lnTo>
                    <a:pt x="507230" y="1495318"/>
                  </a:lnTo>
                  <a:close/>
                  <a:moveTo>
                    <a:pt x="1757603" y="2773538"/>
                  </a:moveTo>
                  <a:lnTo>
                    <a:pt x="1845786" y="2713119"/>
                  </a:lnTo>
                  <a:lnTo>
                    <a:pt x="1759602" y="2745149"/>
                  </a:lnTo>
                  <a:close/>
                  <a:moveTo>
                    <a:pt x="1747832" y="2737006"/>
                  </a:moveTo>
                  <a:lnTo>
                    <a:pt x="1759602" y="2745149"/>
                  </a:lnTo>
                  <a:lnTo>
                    <a:pt x="1845786" y="2713119"/>
                  </a:lnTo>
                  <a:close/>
                  <a:moveTo>
                    <a:pt x="1668486" y="2384258"/>
                  </a:moveTo>
                  <a:lnTo>
                    <a:pt x="1701631" y="2349069"/>
                  </a:lnTo>
                  <a:lnTo>
                    <a:pt x="1595200" y="2422695"/>
                  </a:lnTo>
                  <a:close/>
                  <a:moveTo>
                    <a:pt x="1430404" y="2258265"/>
                  </a:moveTo>
                  <a:lnTo>
                    <a:pt x="1485481" y="2313436"/>
                  </a:lnTo>
                  <a:lnTo>
                    <a:pt x="1514298" y="2222841"/>
                  </a:lnTo>
                  <a:close/>
                  <a:moveTo>
                    <a:pt x="948864" y="1700403"/>
                  </a:moveTo>
                  <a:lnTo>
                    <a:pt x="919477" y="1742313"/>
                  </a:lnTo>
                  <a:lnTo>
                    <a:pt x="981956" y="1644323"/>
                  </a:lnTo>
                  <a:close/>
                  <a:moveTo>
                    <a:pt x="948864" y="1700403"/>
                  </a:moveTo>
                  <a:lnTo>
                    <a:pt x="981956" y="1644323"/>
                  </a:lnTo>
                  <a:lnTo>
                    <a:pt x="958930" y="1670739"/>
                  </a:lnTo>
                  <a:close/>
                  <a:moveTo>
                    <a:pt x="947227" y="1682759"/>
                  </a:moveTo>
                  <a:lnTo>
                    <a:pt x="948864" y="1700403"/>
                  </a:lnTo>
                  <a:lnTo>
                    <a:pt x="958930" y="1670739"/>
                  </a:lnTo>
                  <a:close/>
                  <a:moveTo>
                    <a:pt x="988659" y="1633985"/>
                  </a:moveTo>
                  <a:lnTo>
                    <a:pt x="947227" y="1682759"/>
                  </a:lnTo>
                  <a:lnTo>
                    <a:pt x="958930" y="1670739"/>
                  </a:lnTo>
                  <a:close/>
                  <a:moveTo>
                    <a:pt x="1001015" y="1616728"/>
                  </a:moveTo>
                  <a:lnTo>
                    <a:pt x="947227" y="1682759"/>
                  </a:lnTo>
                  <a:lnTo>
                    <a:pt x="988659" y="1633985"/>
                  </a:lnTo>
                  <a:close/>
                  <a:moveTo>
                    <a:pt x="1049994" y="1584650"/>
                  </a:moveTo>
                  <a:lnTo>
                    <a:pt x="1001015" y="1616728"/>
                  </a:lnTo>
                  <a:lnTo>
                    <a:pt x="988659" y="1633985"/>
                  </a:lnTo>
                  <a:close/>
                  <a:moveTo>
                    <a:pt x="289997" y="750003"/>
                  </a:moveTo>
                  <a:lnTo>
                    <a:pt x="211027" y="657742"/>
                  </a:lnTo>
                  <a:lnTo>
                    <a:pt x="204398" y="658909"/>
                  </a:lnTo>
                  <a:close/>
                  <a:moveTo>
                    <a:pt x="142372" y="635667"/>
                  </a:moveTo>
                  <a:lnTo>
                    <a:pt x="89765" y="696178"/>
                  </a:lnTo>
                  <a:lnTo>
                    <a:pt x="204398" y="658909"/>
                  </a:lnTo>
                  <a:close/>
                  <a:moveTo>
                    <a:pt x="211027" y="657742"/>
                  </a:moveTo>
                  <a:lnTo>
                    <a:pt x="142372" y="635667"/>
                  </a:lnTo>
                  <a:lnTo>
                    <a:pt x="204398" y="658909"/>
                  </a:lnTo>
                  <a:close/>
                  <a:moveTo>
                    <a:pt x="1553899" y="2099177"/>
                  </a:moveTo>
                  <a:lnTo>
                    <a:pt x="1528611" y="2111112"/>
                  </a:lnTo>
                  <a:lnTo>
                    <a:pt x="1530688" y="2219829"/>
                  </a:lnTo>
                  <a:close/>
                  <a:moveTo>
                    <a:pt x="1591641" y="2016962"/>
                  </a:moveTo>
                  <a:lnTo>
                    <a:pt x="1528611" y="2111112"/>
                  </a:lnTo>
                  <a:lnTo>
                    <a:pt x="1553899" y="2099177"/>
                  </a:lnTo>
                  <a:close/>
                  <a:moveTo>
                    <a:pt x="1049994" y="1584650"/>
                  </a:moveTo>
                  <a:lnTo>
                    <a:pt x="1061916" y="1523671"/>
                  </a:lnTo>
                  <a:lnTo>
                    <a:pt x="1061742" y="1547655"/>
                  </a:lnTo>
                  <a:close/>
                  <a:moveTo>
                    <a:pt x="1064627" y="1562107"/>
                  </a:moveTo>
                  <a:lnTo>
                    <a:pt x="1049994" y="1584650"/>
                  </a:lnTo>
                  <a:lnTo>
                    <a:pt x="1061742" y="1547655"/>
                  </a:lnTo>
                  <a:close/>
                  <a:moveTo>
                    <a:pt x="1082210" y="1489896"/>
                  </a:moveTo>
                  <a:lnTo>
                    <a:pt x="1064627" y="1562107"/>
                  </a:lnTo>
                  <a:lnTo>
                    <a:pt x="1061742" y="1547655"/>
                  </a:lnTo>
                  <a:close/>
                  <a:moveTo>
                    <a:pt x="302980" y="639357"/>
                  </a:moveTo>
                  <a:lnTo>
                    <a:pt x="211027" y="657742"/>
                  </a:lnTo>
                  <a:lnTo>
                    <a:pt x="288789" y="689236"/>
                  </a:lnTo>
                  <a:close/>
                  <a:moveTo>
                    <a:pt x="268705" y="614142"/>
                  </a:moveTo>
                  <a:lnTo>
                    <a:pt x="211027" y="657742"/>
                  </a:lnTo>
                  <a:lnTo>
                    <a:pt x="302980" y="639357"/>
                  </a:lnTo>
                  <a:close/>
                  <a:moveTo>
                    <a:pt x="288789" y="689236"/>
                  </a:moveTo>
                  <a:lnTo>
                    <a:pt x="359652" y="619305"/>
                  </a:lnTo>
                  <a:lnTo>
                    <a:pt x="302980" y="639357"/>
                  </a:lnTo>
                  <a:close/>
                  <a:moveTo>
                    <a:pt x="289288" y="575526"/>
                  </a:moveTo>
                  <a:lnTo>
                    <a:pt x="302980" y="639357"/>
                  </a:lnTo>
                  <a:lnTo>
                    <a:pt x="359652" y="619305"/>
                  </a:lnTo>
                  <a:close/>
                  <a:moveTo>
                    <a:pt x="289288" y="575526"/>
                  </a:moveTo>
                  <a:lnTo>
                    <a:pt x="359652" y="619305"/>
                  </a:lnTo>
                  <a:lnTo>
                    <a:pt x="366244" y="537090"/>
                  </a:lnTo>
                  <a:close/>
                  <a:moveTo>
                    <a:pt x="1082210" y="1489896"/>
                  </a:moveTo>
                  <a:lnTo>
                    <a:pt x="1061742" y="1547655"/>
                  </a:lnTo>
                  <a:lnTo>
                    <a:pt x="1061916" y="1523671"/>
                  </a:lnTo>
                  <a:close/>
                  <a:moveTo>
                    <a:pt x="1553899" y="2099177"/>
                  </a:moveTo>
                  <a:lnTo>
                    <a:pt x="1549723" y="2123219"/>
                  </a:lnTo>
                  <a:lnTo>
                    <a:pt x="1551881" y="2092194"/>
                  </a:lnTo>
                  <a:close/>
                  <a:moveTo>
                    <a:pt x="1758418" y="2142956"/>
                  </a:moveTo>
                  <a:lnTo>
                    <a:pt x="1767097" y="2163431"/>
                  </a:lnTo>
                  <a:lnTo>
                    <a:pt x="1760142" y="2244250"/>
                  </a:lnTo>
                  <a:close/>
                  <a:moveTo>
                    <a:pt x="1765040" y="2142956"/>
                  </a:moveTo>
                  <a:lnTo>
                    <a:pt x="1760142" y="2244250"/>
                  </a:lnTo>
                  <a:lnTo>
                    <a:pt x="1767097" y="2163431"/>
                  </a:lnTo>
                  <a:close/>
                  <a:moveTo>
                    <a:pt x="1553899" y="2099177"/>
                  </a:moveTo>
                  <a:lnTo>
                    <a:pt x="1551881" y="2092194"/>
                  </a:lnTo>
                  <a:lnTo>
                    <a:pt x="1591641" y="2016962"/>
                  </a:lnTo>
                  <a:close/>
                  <a:moveTo>
                    <a:pt x="1591641" y="2016962"/>
                  </a:moveTo>
                  <a:lnTo>
                    <a:pt x="1551881" y="2092194"/>
                  </a:lnTo>
                  <a:lnTo>
                    <a:pt x="1655401" y="2024475"/>
                  </a:lnTo>
                  <a:close/>
                  <a:moveTo>
                    <a:pt x="1655401" y="2024475"/>
                  </a:moveTo>
                  <a:lnTo>
                    <a:pt x="1599622" y="2013881"/>
                  </a:lnTo>
                  <a:lnTo>
                    <a:pt x="1591641" y="2016962"/>
                  </a:lnTo>
                  <a:close/>
                  <a:moveTo>
                    <a:pt x="1082210" y="1489896"/>
                  </a:moveTo>
                  <a:lnTo>
                    <a:pt x="1133806" y="1489068"/>
                  </a:lnTo>
                  <a:lnTo>
                    <a:pt x="1146868" y="1452985"/>
                  </a:lnTo>
                  <a:close/>
                  <a:moveTo>
                    <a:pt x="1146868" y="1452985"/>
                  </a:moveTo>
                  <a:lnTo>
                    <a:pt x="1133806" y="1489068"/>
                  </a:lnTo>
                  <a:lnTo>
                    <a:pt x="1179769" y="1403019"/>
                  </a:lnTo>
                  <a:close/>
                  <a:moveTo>
                    <a:pt x="791922" y="1025329"/>
                  </a:moveTo>
                  <a:lnTo>
                    <a:pt x="747482" y="1074379"/>
                  </a:lnTo>
                  <a:lnTo>
                    <a:pt x="731595" y="1112595"/>
                  </a:lnTo>
                  <a:close/>
                  <a:moveTo>
                    <a:pt x="359652" y="619305"/>
                  </a:moveTo>
                  <a:lnTo>
                    <a:pt x="383691" y="498653"/>
                  </a:lnTo>
                  <a:lnTo>
                    <a:pt x="366244" y="537090"/>
                  </a:lnTo>
                  <a:close/>
                  <a:moveTo>
                    <a:pt x="417562" y="461635"/>
                  </a:moveTo>
                  <a:lnTo>
                    <a:pt x="366244" y="537090"/>
                  </a:lnTo>
                  <a:lnTo>
                    <a:pt x="383691" y="498653"/>
                  </a:lnTo>
                  <a:close/>
                  <a:moveTo>
                    <a:pt x="417562" y="461635"/>
                  </a:moveTo>
                  <a:lnTo>
                    <a:pt x="376476" y="523224"/>
                  </a:lnTo>
                  <a:lnTo>
                    <a:pt x="366244" y="537090"/>
                  </a:lnTo>
                  <a:close/>
                  <a:moveTo>
                    <a:pt x="1187103" y="1388216"/>
                  </a:moveTo>
                  <a:lnTo>
                    <a:pt x="1167382" y="1422272"/>
                  </a:lnTo>
                  <a:lnTo>
                    <a:pt x="1179769" y="1403019"/>
                  </a:lnTo>
                  <a:close/>
                  <a:moveTo>
                    <a:pt x="1876283" y="2110329"/>
                  </a:moveTo>
                  <a:lnTo>
                    <a:pt x="1765040" y="2142956"/>
                  </a:lnTo>
                  <a:lnTo>
                    <a:pt x="1888495" y="2123455"/>
                  </a:lnTo>
                  <a:close/>
                  <a:moveTo>
                    <a:pt x="1765040" y="2142956"/>
                  </a:moveTo>
                  <a:lnTo>
                    <a:pt x="1767097" y="2163431"/>
                  </a:lnTo>
                  <a:lnTo>
                    <a:pt x="1888495" y="2123455"/>
                  </a:lnTo>
                  <a:close/>
                  <a:moveTo>
                    <a:pt x="1821616" y="2088610"/>
                  </a:moveTo>
                  <a:lnTo>
                    <a:pt x="1765040" y="2142956"/>
                  </a:lnTo>
                  <a:lnTo>
                    <a:pt x="1876283" y="2110329"/>
                  </a:lnTo>
                  <a:close/>
                  <a:moveTo>
                    <a:pt x="1876283" y="2110329"/>
                  </a:moveTo>
                  <a:lnTo>
                    <a:pt x="1895882" y="2087621"/>
                  </a:lnTo>
                  <a:lnTo>
                    <a:pt x="1821616" y="2088610"/>
                  </a:lnTo>
                  <a:close/>
                  <a:moveTo>
                    <a:pt x="1876283" y="2110329"/>
                  </a:moveTo>
                  <a:lnTo>
                    <a:pt x="1955859" y="2106227"/>
                  </a:lnTo>
                  <a:lnTo>
                    <a:pt x="1895882" y="2087621"/>
                  </a:lnTo>
                  <a:close/>
                  <a:moveTo>
                    <a:pt x="1955859" y="2106227"/>
                  </a:moveTo>
                  <a:lnTo>
                    <a:pt x="1876283" y="2110329"/>
                  </a:lnTo>
                  <a:lnTo>
                    <a:pt x="1959884" y="2111711"/>
                  </a:lnTo>
                  <a:close/>
                  <a:moveTo>
                    <a:pt x="1876283" y="2110329"/>
                  </a:moveTo>
                  <a:lnTo>
                    <a:pt x="1888495" y="2123455"/>
                  </a:lnTo>
                  <a:lnTo>
                    <a:pt x="1959884" y="2111711"/>
                  </a:lnTo>
                  <a:close/>
                  <a:moveTo>
                    <a:pt x="1637043" y="1783274"/>
                  </a:moveTo>
                  <a:lnTo>
                    <a:pt x="1614651" y="1872118"/>
                  </a:lnTo>
                  <a:lnTo>
                    <a:pt x="1665671" y="1775658"/>
                  </a:lnTo>
                  <a:close/>
                  <a:moveTo>
                    <a:pt x="1665671" y="1775658"/>
                  </a:moveTo>
                  <a:lnTo>
                    <a:pt x="1643900" y="1896310"/>
                  </a:lnTo>
                  <a:lnTo>
                    <a:pt x="1672090" y="1857873"/>
                  </a:lnTo>
                  <a:close/>
                  <a:moveTo>
                    <a:pt x="1637043" y="1783274"/>
                  </a:moveTo>
                  <a:lnTo>
                    <a:pt x="1642911" y="1762575"/>
                  </a:lnTo>
                  <a:lnTo>
                    <a:pt x="1562337" y="1739976"/>
                  </a:lnTo>
                  <a:close/>
                  <a:moveTo>
                    <a:pt x="954848" y="873320"/>
                  </a:moveTo>
                  <a:lnTo>
                    <a:pt x="852993" y="895534"/>
                  </a:lnTo>
                  <a:lnTo>
                    <a:pt x="958273" y="874769"/>
                  </a:lnTo>
                  <a:close/>
                  <a:moveTo>
                    <a:pt x="548671" y="460706"/>
                  </a:moveTo>
                  <a:lnTo>
                    <a:pt x="549511" y="461108"/>
                  </a:lnTo>
                  <a:lnTo>
                    <a:pt x="624365" y="462317"/>
                  </a:lnTo>
                  <a:close/>
                  <a:moveTo>
                    <a:pt x="549511" y="461108"/>
                  </a:moveTo>
                  <a:lnTo>
                    <a:pt x="548671" y="460706"/>
                  </a:lnTo>
                  <a:lnTo>
                    <a:pt x="544247" y="460217"/>
                  </a:lnTo>
                  <a:close/>
                  <a:moveTo>
                    <a:pt x="1665671" y="1775658"/>
                  </a:moveTo>
                  <a:lnTo>
                    <a:pt x="1779337" y="1778787"/>
                  </a:lnTo>
                  <a:lnTo>
                    <a:pt x="1736556" y="1762964"/>
                  </a:lnTo>
                  <a:close/>
                  <a:moveTo>
                    <a:pt x="1736556" y="1762964"/>
                  </a:moveTo>
                  <a:lnTo>
                    <a:pt x="1707076" y="1723818"/>
                  </a:lnTo>
                  <a:lnTo>
                    <a:pt x="1665671" y="1775658"/>
                  </a:lnTo>
                  <a:close/>
                  <a:moveTo>
                    <a:pt x="1736556" y="1762964"/>
                  </a:moveTo>
                  <a:lnTo>
                    <a:pt x="1779337" y="1778787"/>
                  </a:lnTo>
                  <a:lnTo>
                    <a:pt x="1853170" y="1776180"/>
                  </a:lnTo>
                  <a:close/>
                  <a:moveTo>
                    <a:pt x="1007613" y="844043"/>
                  </a:moveTo>
                  <a:lnTo>
                    <a:pt x="958273" y="874769"/>
                  </a:lnTo>
                  <a:lnTo>
                    <a:pt x="889299" y="895546"/>
                  </a:lnTo>
                  <a:close/>
                  <a:moveTo>
                    <a:pt x="671150" y="422038"/>
                  </a:moveTo>
                  <a:lnTo>
                    <a:pt x="624365" y="462317"/>
                  </a:lnTo>
                  <a:lnTo>
                    <a:pt x="549511" y="461108"/>
                  </a:lnTo>
                  <a:close/>
                  <a:moveTo>
                    <a:pt x="1523969" y="1166121"/>
                  </a:moveTo>
                  <a:lnTo>
                    <a:pt x="1484557" y="1205495"/>
                  </a:lnTo>
                  <a:lnTo>
                    <a:pt x="1563358" y="1182034"/>
                  </a:lnTo>
                  <a:close/>
                  <a:moveTo>
                    <a:pt x="1491698" y="839923"/>
                  </a:moveTo>
                  <a:lnTo>
                    <a:pt x="1490390" y="825372"/>
                  </a:lnTo>
                  <a:lnTo>
                    <a:pt x="1410357" y="804801"/>
                  </a:lnTo>
                  <a:close/>
                  <a:moveTo>
                    <a:pt x="1490390" y="825372"/>
                  </a:moveTo>
                  <a:lnTo>
                    <a:pt x="1491698" y="839923"/>
                  </a:lnTo>
                  <a:lnTo>
                    <a:pt x="1516523" y="838198"/>
                  </a:lnTo>
                  <a:close/>
                  <a:moveTo>
                    <a:pt x="1489031" y="741999"/>
                  </a:moveTo>
                  <a:lnTo>
                    <a:pt x="1490390" y="825372"/>
                  </a:lnTo>
                  <a:lnTo>
                    <a:pt x="1555675" y="717547"/>
                  </a:lnTo>
                  <a:close/>
                  <a:moveTo>
                    <a:pt x="1490390" y="825372"/>
                  </a:moveTo>
                  <a:lnTo>
                    <a:pt x="1516523" y="838198"/>
                  </a:lnTo>
                  <a:lnTo>
                    <a:pt x="1555675" y="717547"/>
                  </a:lnTo>
                  <a:close/>
                  <a:moveTo>
                    <a:pt x="1489031" y="741999"/>
                  </a:moveTo>
                  <a:lnTo>
                    <a:pt x="1410357" y="804801"/>
                  </a:lnTo>
                  <a:lnTo>
                    <a:pt x="1490390" y="825372"/>
                  </a:lnTo>
                  <a:close/>
                  <a:moveTo>
                    <a:pt x="1505085" y="665111"/>
                  </a:moveTo>
                  <a:lnTo>
                    <a:pt x="1471410" y="635332"/>
                  </a:lnTo>
                  <a:lnTo>
                    <a:pt x="1489031" y="741999"/>
                  </a:lnTo>
                  <a:close/>
                  <a:moveTo>
                    <a:pt x="1489031" y="741999"/>
                  </a:moveTo>
                  <a:lnTo>
                    <a:pt x="1555675" y="717547"/>
                  </a:lnTo>
                  <a:lnTo>
                    <a:pt x="1505085" y="665111"/>
                  </a:lnTo>
                  <a:close/>
                  <a:moveTo>
                    <a:pt x="1072231" y="161375"/>
                  </a:moveTo>
                  <a:lnTo>
                    <a:pt x="1069455" y="142041"/>
                  </a:lnTo>
                  <a:lnTo>
                    <a:pt x="1035620" y="180477"/>
                  </a:lnTo>
                  <a:close/>
                  <a:moveTo>
                    <a:pt x="1518119" y="618260"/>
                  </a:moveTo>
                  <a:lnTo>
                    <a:pt x="1505085" y="665111"/>
                  </a:lnTo>
                  <a:lnTo>
                    <a:pt x="1561815" y="596895"/>
                  </a:lnTo>
                  <a:close/>
                  <a:moveTo>
                    <a:pt x="1505085" y="665111"/>
                  </a:moveTo>
                  <a:lnTo>
                    <a:pt x="1555675" y="717547"/>
                  </a:lnTo>
                  <a:lnTo>
                    <a:pt x="1561815" y="596895"/>
                  </a:lnTo>
                  <a:close/>
                  <a:moveTo>
                    <a:pt x="1561815" y="596895"/>
                  </a:moveTo>
                  <a:lnTo>
                    <a:pt x="1555675" y="717547"/>
                  </a:lnTo>
                  <a:lnTo>
                    <a:pt x="1637935" y="667958"/>
                  </a:lnTo>
                  <a:close/>
                  <a:moveTo>
                    <a:pt x="1637935" y="667958"/>
                  </a:moveTo>
                  <a:lnTo>
                    <a:pt x="1555675" y="717547"/>
                  </a:lnTo>
                  <a:lnTo>
                    <a:pt x="1628602" y="689123"/>
                  </a:lnTo>
                  <a:close/>
                  <a:moveTo>
                    <a:pt x="1471410" y="635332"/>
                  </a:moveTo>
                  <a:lnTo>
                    <a:pt x="1505085" y="665111"/>
                  </a:lnTo>
                  <a:lnTo>
                    <a:pt x="1518119" y="618260"/>
                  </a:lnTo>
                  <a:close/>
                  <a:moveTo>
                    <a:pt x="1518119" y="618260"/>
                  </a:moveTo>
                  <a:lnTo>
                    <a:pt x="1561815" y="596895"/>
                  </a:lnTo>
                  <a:lnTo>
                    <a:pt x="1536009" y="565531"/>
                  </a:lnTo>
                  <a:close/>
                  <a:moveTo>
                    <a:pt x="1352252" y="432465"/>
                  </a:moveTo>
                  <a:lnTo>
                    <a:pt x="1325936" y="353040"/>
                  </a:lnTo>
                  <a:lnTo>
                    <a:pt x="1340203" y="388686"/>
                  </a:lnTo>
                  <a:close/>
                  <a:moveTo>
                    <a:pt x="1325936" y="353040"/>
                  </a:moveTo>
                  <a:lnTo>
                    <a:pt x="1327610" y="343678"/>
                  </a:lnTo>
                  <a:lnTo>
                    <a:pt x="1340203" y="388686"/>
                  </a:lnTo>
                  <a:close/>
                  <a:moveTo>
                    <a:pt x="1340203" y="388686"/>
                  </a:moveTo>
                  <a:lnTo>
                    <a:pt x="1327610" y="343678"/>
                  </a:lnTo>
                  <a:lnTo>
                    <a:pt x="1337251" y="268035"/>
                  </a:lnTo>
                  <a:close/>
                  <a:moveTo>
                    <a:pt x="1337251" y="268035"/>
                  </a:moveTo>
                  <a:lnTo>
                    <a:pt x="1272236" y="296605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275476" y="193879"/>
                  </a:lnTo>
                  <a:lnTo>
                    <a:pt x="1272236" y="296605"/>
                  </a:lnTo>
                  <a:close/>
                  <a:moveTo>
                    <a:pt x="1069455" y="142041"/>
                  </a:moveTo>
                  <a:lnTo>
                    <a:pt x="1072231" y="161375"/>
                  </a:lnTo>
                  <a:lnTo>
                    <a:pt x="1171623" y="217718"/>
                  </a:lnTo>
                  <a:close/>
                  <a:moveTo>
                    <a:pt x="1137175" y="103604"/>
                  </a:moveTo>
                  <a:lnTo>
                    <a:pt x="1069455" y="142041"/>
                  </a:lnTo>
                  <a:lnTo>
                    <a:pt x="1171623" y="217718"/>
                  </a:lnTo>
                  <a:close/>
                  <a:moveTo>
                    <a:pt x="1637935" y="667958"/>
                  </a:moveTo>
                  <a:lnTo>
                    <a:pt x="1661429" y="679110"/>
                  </a:lnTo>
                  <a:lnTo>
                    <a:pt x="1658461" y="664848"/>
                  </a:lnTo>
                  <a:close/>
                  <a:moveTo>
                    <a:pt x="1561815" y="596895"/>
                  </a:moveTo>
                  <a:lnTo>
                    <a:pt x="1637935" y="667958"/>
                  </a:lnTo>
                  <a:lnTo>
                    <a:pt x="1668074" y="640674"/>
                  </a:lnTo>
                  <a:close/>
                  <a:moveTo>
                    <a:pt x="1561815" y="596895"/>
                  </a:moveTo>
                  <a:lnTo>
                    <a:pt x="1660825" y="558459"/>
                  </a:lnTo>
                  <a:lnTo>
                    <a:pt x="1623887" y="492771"/>
                  </a:lnTo>
                  <a:close/>
                  <a:moveTo>
                    <a:pt x="1623887" y="492771"/>
                  </a:moveTo>
                  <a:lnTo>
                    <a:pt x="1661766" y="541856"/>
                  </a:lnTo>
                  <a:lnTo>
                    <a:pt x="1721298" y="485780"/>
                  </a:lnTo>
                  <a:close/>
                  <a:moveTo>
                    <a:pt x="1366720" y="229598"/>
                  </a:moveTo>
                  <a:lnTo>
                    <a:pt x="1336329" y="185819"/>
                  </a:lnTo>
                  <a:lnTo>
                    <a:pt x="1337251" y="268035"/>
                  </a:lnTo>
                  <a:close/>
                  <a:moveTo>
                    <a:pt x="1143305" y="21389"/>
                  </a:moveTo>
                  <a:lnTo>
                    <a:pt x="1226195" y="73259"/>
                  </a:lnTo>
                  <a:lnTo>
                    <a:pt x="1184182" y="7322"/>
                  </a:lnTo>
                  <a:close/>
                  <a:moveTo>
                    <a:pt x="1137175" y="103604"/>
                  </a:moveTo>
                  <a:lnTo>
                    <a:pt x="1226195" y="73259"/>
                  </a:lnTo>
                  <a:lnTo>
                    <a:pt x="1143305" y="21389"/>
                  </a:lnTo>
                  <a:close/>
                  <a:moveTo>
                    <a:pt x="1184182" y="7322"/>
                  </a:moveTo>
                  <a:lnTo>
                    <a:pt x="1237542" y="6926"/>
                  </a:lnTo>
                  <a:lnTo>
                    <a:pt x="1161158" y="0"/>
                  </a:lnTo>
                  <a:close/>
                  <a:moveTo>
                    <a:pt x="1661766" y="541856"/>
                  </a:moveTo>
                  <a:lnTo>
                    <a:pt x="1687083" y="541487"/>
                  </a:lnTo>
                  <a:lnTo>
                    <a:pt x="1721298" y="48578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82" name="Candidate_density__2081">
              <a:extLst>
                <a:ext uri="{FF2B5EF4-FFF2-40B4-BE49-F238E27FC236}">
                  <a16:creationId xmlns:a16="http://schemas.microsoft.com/office/drawing/2014/main" id="{50E9838E-20E1-A910-9530-0E70B355A0A5}"/>
                </a:ext>
              </a:extLst>
            </p:cNvPr>
            <p:cNvSpPr>
              <a:spLocks noGrp="1"/>
            </p:cNvSpPr>
            <p:nvPr/>
          </p:nvSpPr>
          <p:spPr>
            <a:xfrm>
              <a:off x="4550615" y="2000965"/>
              <a:ext cx="2023058" cy="2928890"/>
            </a:xfrm>
            <a:custGeom>
              <a:avLst/>
              <a:gdLst/>
              <a:ahLst/>
              <a:cxnLst/>
              <a:rect l="0" t="0" r="0" b="0"/>
              <a:pathLst>
                <a:path w="2023058" h="2928890">
                  <a:moveTo>
                    <a:pt x="408648" y="2899707"/>
                  </a:moveTo>
                  <a:lnTo>
                    <a:pt x="358894" y="2928890"/>
                  </a:lnTo>
                  <a:lnTo>
                    <a:pt x="483334" y="2900286"/>
                  </a:lnTo>
                  <a:close/>
                  <a:moveTo>
                    <a:pt x="533239" y="2898520"/>
                  </a:moveTo>
                  <a:lnTo>
                    <a:pt x="483334" y="2900286"/>
                  </a:lnTo>
                  <a:lnTo>
                    <a:pt x="551115" y="2893725"/>
                  </a:lnTo>
                  <a:close/>
                  <a:moveTo>
                    <a:pt x="502919" y="2022340"/>
                  </a:moveTo>
                  <a:lnTo>
                    <a:pt x="423015" y="2092613"/>
                  </a:lnTo>
                  <a:lnTo>
                    <a:pt x="490551" y="2066461"/>
                  </a:lnTo>
                  <a:close/>
                  <a:moveTo>
                    <a:pt x="502919" y="2022340"/>
                  </a:moveTo>
                  <a:lnTo>
                    <a:pt x="490551" y="2066461"/>
                  </a:lnTo>
                  <a:lnTo>
                    <a:pt x="526087" y="2038479"/>
                  </a:lnTo>
                  <a:close/>
                  <a:moveTo>
                    <a:pt x="278642" y="1583028"/>
                  </a:moveTo>
                  <a:lnTo>
                    <a:pt x="281083" y="1625411"/>
                  </a:lnTo>
                  <a:lnTo>
                    <a:pt x="277745" y="1588967"/>
                  </a:lnTo>
                  <a:close/>
                  <a:moveTo>
                    <a:pt x="1082607" y="2372682"/>
                  </a:moveTo>
                  <a:lnTo>
                    <a:pt x="1083381" y="2353856"/>
                  </a:lnTo>
                  <a:lnTo>
                    <a:pt x="1076882" y="2434963"/>
                  </a:lnTo>
                  <a:close/>
                  <a:moveTo>
                    <a:pt x="1083381" y="2353856"/>
                  </a:moveTo>
                  <a:lnTo>
                    <a:pt x="1082607" y="2372682"/>
                  </a:lnTo>
                  <a:lnTo>
                    <a:pt x="1131003" y="2358656"/>
                  </a:lnTo>
                  <a:close/>
                  <a:moveTo>
                    <a:pt x="668570" y="1807784"/>
                  </a:moveTo>
                  <a:lnTo>
                    <a:pt x="709980" y="1775002"/>
                  </a:lnTo>
                  <a:lnTo>
                    <a:pt x="716224" y="1758739"/>
                  </a:lnTo>
                  <a:close/>
                  <a:moveTo>
                    <a:pt x="687441" y="1814882"/>
                  </a:moveTo>
                  <a:lnTo>
                    <a:pt x="709980" y="1775002"/>
                  </a:lnTo>
                  <a:lnTo>
                    <a:pt x="668570" y="1807784"/>
                  </a:lnTo>
                  <a:close/>
                  <a:moveTo>
                    <a:pt x="613004" y="1815233"/>
                  </a:moveTo>
                  <a:lnTo>
                    <a:pt x="687441" y="1814882"/>
                  </a:lnTo>
                  <a:lnTo>
                    <a:pt x="668570" y="1807784"/>
                  </a:lnTo>
                  <a:close/>
                  <a:moveTo>
                    <a:pt x="709980" y="1775002"/>
                  </a:moveTo>
                  <a:lnTo>
                    <a:pt x="687441" y="1814882"/>
                  </a:lnTo>
                  <a:lnTo>
                    <a:pt x="719379" y="1797176"/>
                  </a:lnTo>
                  <a:close/>
                  <a:moveTo>
                    <a:pt x="709980" y="1775002"/>
                  </a:moveTo>
                  <a:lnTo>
                    <a:pt x="753079" y="1781634"/>
                  </a:lnTo>
                  <a:lnTo>
                    <a:pt x="726894" y="1747187"/>
                  </a:lnTo>
                  <a:close/>
                  <a:moveTo>
                    <a:pt x="716224" y="1758739"/>
                  </a:moveTo>
                  <a:lnTo>
                    <a:pt x="709980" y="1775002"/>
                  </a:lnTo>
                  <a:lnTo>
                    <a:pt x="726894" y="1747187"/>
                  </a:lnTo>
                  <a:close/>
                  <a:moveTo>
                    <a:pt x="19165" y="448640"/>
                  </a:moveTo>
                  <a:lnTo>
                    <a:pt x="0" y="487077"/>
                  </a:lnTo>
                  <a:lnTo>
                    <a:pt x="37257" y="410290"/>
                  </a:lnTo>
                  <a:close/>
                  <a:moveTo>
                    <a:pt x="1611792" y="2257372"/>
                  </a:moveTo>
                  <a:lnTo>
                    <a:pt x="1637150" y="2275613"/>
                  </a:lnTo>
                  <a:lnTo>
                    <a:pt x="1590748" y="2317330"/>
                  </a:lnTo>
                  <a:close/>
                  <a:moveTo>
                    <a:pt x="1611792" y="2257372"/>
                  </a:moveTo>
                  <a:lnTo>
                    <a:pt x="1662045" y="2218936"/>
                  </a:lnTo>
                  <a:lnTo>
                    <a:pt x="1637150" y="2275613"/>
                  </a:lnTo>
                  <a:close/>
                  <a:moveTo>
                    <a:pt x="1662045" y="2218936"/>
                  </a:moveTo>
                  <a:lnTo>
                    <a:pt x="1611792" y="2257372"/>
                  </a:lnTo>
                  <a:lnTo>
                    <a:pt x="1691045" y="2198461"/>
                  </a:lnTo>
                  <a:close/>
                  <a:moveTo>
                    <a:pt x="1757873" y="2269150"/>
                  </a:moveTo>
                  <a:lnTo>
                    <a:pt x="1762765" y="2218936"/>
                  </a:lnTo>
                  <a:lnTo>
                    <a:pt x="1833421" y="2236922"/>
                  </a:lnTo>
                  <a:close/>
                  <a:moveTo>
                    <a:pt x="1138303" y="1525140"/>
                  </a:moveTo>
                  <a:lnTo>
                    <a:pt x="1172861" y="1440872"/>
                  </a:lnTo>
                  <a:lnTo>
                    <a:pt x="1124903" y="1561215"/>
                  </a:lnTo>
                  <a:close/>
                  <a:moveTo>
                    <a:pt x="1124903" y="1561215"/>
                  </a:moveTo>
                  <a:lnTo>
                    <a:pt x="1172861" y="1440872"/>
                  </a:lnTo>
                  <a:lnTo>
                    <a:pt x="1172984" y="1440563"/>
                  </a:lnTo>
                  <a:close/>
                  <a:moveTo>
                    <a:pt x="1124903" y="1561215"/>
                  </a:moveTo>
                  <a:lnTo>
                    <a:pt x="1172984" y="1440563"/>
                  </a:lnTo>
                  <a:lnTo>
                    <a:pt x="1144961" y="1522779"/>
                  </a:lnTo>
                  <a:close/>
                  <a:moveTo>
                    <a:pt x="1172984" y="1440563"/>
                  </a:moveTo>
                  <a:lnTo>
                    <a:pt x="1172861" y="1440872"/>
                  </a:lnTo>
                  <a:lnTo>
                    <a:pt x="1173108" y="1440065"/>
                  </a:lnTo>
                  <a:close/>
                  <a:moveTo>
                    <a:pt x="902554" y="1278667"/>
                  </a:moveTo>
                  <a:lnTo>
                    <a:pt x="847792" y="1274939"/>
                  </a:lnTo>
                  <a:lnTo>
                    <a:pt x="895755" y="1232354"/>
                  </a:lnTo>
                  <a:close/>
                  <a:moveTo>
                    <a:pt x="895755" y="1232354"/>
                  </a:moveTo>
                  <a:lnTo>
                    <a:pt x="903579" y="1204858"/>
                  </a:lnTo>
                  <a:lnTo>
                    <a:pt x="945256" y="1145480"/>
                  </a:lnTo>
                  <a:close/>
                  <a:moveTo>
                    <a:pt x="945256" y="1145480"/>
                  </a:moveTo>
                  <a:lnTo>
                    <a:pt x="964297" y="1149471"/>
                  </a:lnTo>
                  <a:lnTo>
                    <a:pt x="953366" y="1111703"/>
                  </a:lnTo>
                  <a:close/>
                  <a:moveTo>
                    <a:pt x="1995026" y="2132075"/>
                  </a:moveTo>
                  <a:lnTo>
                    <a:pt x="2023058" y="2135243"/>
                  </a:lnTo>
                  <a:lnTo>
                    <a:pt x="1997433" y="2103627"/>
                  </a:lnTo>
                  <a:close/>
                  <a:moveTo>
                    <a:pt x="1177903" y="546882"/>
                  </a:moveTo>
                  <a:lnTo>
                    <a:pt x="1153870" y="555481"/>
                  </a:lnTo>
                  <a:lnTo>
                    <a:pt x="1233841" y="527672"/>
                  </a:lnTo>
                  <a:close/>
                  <a:moveTo>
                    <a:pt x="770404" y="84903"/>
                  </a:moveTo>
                  <a:lnTo>
                    <a:pt x="800538" y="22253"/>
                  </a:lnTo>
                  <a:lnTo>
                    <a:pt x="725963" y="22088"/>
                  </a:lnTo>
                  <a:close/>
                  <a:moveTo>
                    <a:pt x="1177903" y="546882"/>
                  </a:moveTo>
                  <a:lnTo>
                    <a:pt x="1166612" y="554974"/>
                  </a:lnTo>
                  <a:lnTo>
                    <a:pt x="1153870" y="555481"/>
                  </a:lnTo>
                  <a:close/>
                  <a:moveTo>
                    <a:pt x="1177903" y="546882"/>
                  </a:moveTo>
                  <a:lnTo>
                    <a:pt x="1214439" y="518586"/>
                  </a:lnTo>
                  <a:lnTo>
                    <a:pt x="1166612" y="554974"/>
                  </a:lnTo>
                  <a:close/>
                  <a:moveTo>
                    <a:pt x="1223148" y="508446"/>
                  </a:moveTo>
                  <a:lnTo>
                    <a:pt x="1177903" y="546882"/>
                  </a:lnTo>
                  <a:lnTo>
                    <a:pt x="1267023" y="436532"/>
                  </a:lnTo>
                  <a:close/>
                  <a:moveTo>
                    <a:pt x="725963" y="22088"/>
                  </a:moveTo>
                  <a:lnTo>
                    <a:pt x="800538" y="22253"/>
                  </a:lnTo>
                  <a:lnTo>
                    <a:pt x="852144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83" name="Candidate_density__2082">
              <a:extLst>
                <a:ext uri="{FF2B5EF4-FFF2-40B4-BE49-F238E27FC236}">
                  <a16:creationId xmlns:a16="http://schemas.microsoft.com/office/drawing/2014/main" id="{9650394B-D246-57F7-6C89-4ED79FC9F736}"/>
                </a:ext>
              </a:extLst>
            </p:cNvPr>
            <p:cNvSpPr>
              <a:spLocks noGrp="1"/>
            </p:cNvSpPr>
            <p:nvPr/>
          </p:nvSpPr>
          <p:spPr>
            <a:xfrm>
              <a:off x="5003925" y="4039444"/>
              <a:ext cx="72778" cy="27981"/>
            </a:xfrm>
            <a:custGeom>
              <a:avLst/>
              <a:gdLst/>
              <a:ahLst/>
              <a:cxnLst/>
              <a:rect l="0" t="0" r="0" b="0"/>
              <a:pathLst>
                <a:path w="72778" h="27981">
                  <a:moveTo>
                    <a:pt x="72778" y="0"/>
                  </a:moveTo>
                  <a:lnTo>
                    <a:pt x="37242" y="27981"/>
                  </a:lnTo>
                  <a:lnTo>
                    <a:pt x="0" y="24193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084" name="Candidate_density__2083">
              <a:extLst>
                <a:ext uri="{FF2B5EF4-FFF2-40B4-BE49-F238E27FC236}">
                  <a16:creationId xmlns:a16="http://schemas.microsoft.com/office/drawing/2014/main" id="{83091A2A-F5C6-8F38-5B71-FC30D665063D}"/>
                </a:ext>
              </a:extLst>
            </p:cNvPr>
            <p:cNvSpPr>
              <a:spLocks noGrp="1"/>
            </p:cNvSpPr>
            <p:nvPr/>
          </p:nvSpPr>
          <p:spPr>
            <a:xfrm>
              <a:off x="4346937" y="1918289"/>
              <a:ext cx="2104069" cy="3274849"/>
            </a:xfrm>
            <a:custGeom>
              <a:avLst/>
              <a:gdLst/>
              <a:ahLst/>
              <a:cxnLst/>
              <a:rect l="0" t="0" r="0" b="0"/>
              <a:pathLst>
                <a:path w="2104069" h="3274849">
                  <a:moveTo>
                    <a:pt x="469048" y="3256140"/>
                  </a:moveTo>
                  <a:lnTo>
                    <a:pt x="500902" y="3274849"/>
                  </a:lnTo>
                  <a:lnTo>
                    <a:pt x="515509" y="3240197"/>
                  </a:lnTo>
                  <a:close/>
                  <a:moveTo>
                    <a:pt x="605239" y="3227840"/>
                  </a:moveTo>
                  <a:lnTo>
                    <a:pt x="515509" y="3240197"/>
                  </a:lnTo>
                  <a:lnTo>
                    <a:pt x="500902" y="3274849"/>
                  </a:lnTo>
                  <a:close/>
                  <a:moveTo>
                    <a:pt x="627364" y="2894186"/>
                  </a:moveTo>
                  <a:lnTo>
                    <a:pt x="612326" y="2982383"/>
                  </a:lnTo>
                  <a:lnTo>
                    <a:pt x="653486" y="2921071"/>
                  </a:lnTo>
                  <a:close/>
                  <a:moveTo>
                    <a:pt x="627364" y="2894186"/>
                  </a:moveTo>
                  <a:lnTo>
                    <a:pt x="544765" y="2932622"/>
                  </a:lnTo>
                  <a:lnTo>
                    <a:pt x="612326" y="2982383"/>
                  </a:lnTo>
                  <a:close/>
                  <a:moveTo>
                    <a:pt x="710221" y="2855749"/>
                  </a:moveTo>
                  <a:lnTo>
                    <a:pt x="653486" y="2921071"/>
                  </a:lnTo>
                  <a:lnTo>
                    <a:pt x="736699" y="2976401"/>
                  </a:lnTo>
                  <a:close/>
                  <a:moveTo>
                    <a:pt x="648465" y="2592145"/>
                  </a:moveTo>
                  <a:lnTo>
                    <a:pt x="733404" y="2583684"/>
                  </a:lnTo>
                  <a:lnTo>
                    <a:pt x="702304" y="2508875"/>
                  </a:lnTo>
                  <a:close/>
                  <a:moveTo>
                    <a:pt x="648465" y="2592145"/>
                  </a:moveTo>
                  <a:lnTo>
                    <a:pt x="702304" y="2508875"/>
                  </a:lnTo>
                  <a:lnTo>
                    <a:pt x="633540" y="2504186"/>
                  </a:lnTo>
                  <a:close/>
                  <a:moveTo>
                    <a:pt x="0" y="1584086"/>
                  </a:moveTo>
                  <a:lnTo>
                    <a:pt x="81515" y="1548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75509" y="1792039"/>
                  </a:lnTo>
                  <a:lnTo>
                    <a:pt x="371109" y="1874510"/>
                  </a:lnTo>
                  <a:close/>
                  <a:moveTo>
                    <a:pt x="401053" y="1836074"/>
                  </a:moveTo>
                  <a:lnTo>
                    <a:pt x="358007" y="1753858"/>
                  </a:lnTo>
                  <a:lnTo>
                    <a:pt x="371109" y="1874510"/>
                  </a:lnTo>
                  <a:close/>
                  <a:moveTo>
                    <a:pt x="306023" y="1589428"/>
                  </a:moveTo>
                  <a:lnTo>
                    <a:pt x="322706" y="1627865"/>
                  </a:lnTo>
                  <a:lnTo>
                    <a:pt x="346501" y="1671643"/>
                  </a:lnTo>
                  <a:close/>
                  <a:moveTo>
                    <a:pt x="83098" y="1536164"/>
                  </a:moveTo>
                  <a:lnTo>
                    <a:pt x="81470" y="1424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53949" y="1709476"/>
                  </a:lnTo>
                  <a:lnTo>
                    <a:pt x="375509" y="1792039"/>
                  </a:lnTo>
                  <a:close/>
                  <a:moveTo>
                    <a:pt x="358007" y="1753858"/>
                  </a:moveTo>
                  <a:lnTo>
                    <a:pt x="346501" y="1671643"/>
                  </a:lnTo>
                  <a:lnTo>
                    <a:pt x="353949" y="1709476"/>
                  </a:lnTo>
                  <a:close/>
                  <a:moveTo>
                    <a:pt x="1145458" y="2491059"/>
                  </a:moveTo>
                  <a:lnTo>
                    <a:pt x="1119380" y="2455358"/>
                  </a:lnTo>
                  <a:lnTo>
                    <a:pt x="1178647" y="2415258"/>
                  </a:lnTo>
                  <a:close/>
                  <a:moveTo>
                    <a:pt x="1059499" y="2400257"/>
                  </a:moveTo>
                  <a:lnTo>
                    <a:pt x="1110840" y="2458611"/>
                  </a:lnTo>
                  <a:lnTo>
                    <a:pt x="1124822" y="2407744"/>
                  </a:lnTo>
                  <a:close/>
                  <a:moveTo>
                    <a:pt x="306023" y="1589428"/>
                  </a:moveTo>
                  <a:lnTo>
                    <a:pt x="346501" y="1671643"/>
                  </a:lnTo>
                  <a:lnTo>
                    <a:pt x="398616" y="1633207"/>
                  </a:lnTo>
                  <a:close/>
                  <a:moveTo>
                    <a:pt x="306023" y="1589428"/>
                  </a:moveTo>
                  <a:lnTo>
                    <a:pt x="398616" y="1633207"/>
                  </a:lnTo>
                  <a:lnTo>
                    <a:pt x="351660" y="1550992"/>
                  </a:lnTo>
                  <a:close/>
                  <a:moveTo>
                    <a:pt x="306023" y="1589428"/>
                  </a:moveTo>
                  <a:lnTo>
                    <a:pt x="351660" y="1550992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51660" y="1550992"/>
                  </a:lnTo>
                  <a:lnTo>
                    <a:pt x="410158" y="1492609"/>
                  </a:lnTo>
                  <a:close/>
                  <a:moveTo>
                    <a:pt x="302435" y="1583712"/>
                  </a:moveTo>
                  <a:lnTo>
                    <a:pt x="306023" y="1589428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65939" y="1468776"/>
                  </a:lnTo>
                  <a:lnTo>
                    <a:pt x="350934" y="1549838"/>
                  </a:lnTo>
                  <a:close/>
                  <a:moveTo>
                    <a:pt x="350934" y="1549838"/>
                  </a:moveTo>
                  <a:lnTo>
                    <a:pt x="302435" y="1583712"/>
                  </a:lnTo>
                  <a:lnTo>
                    <a:pt x="386163" y="1483101"/>
                  </a:lnTo>
                  <a:close/>
                  <a:moveTo>
                    <a:pt x="410158" y="1492609"/>
                  </a:moveTo>
                  <a:lnTo>
                    <a:pt x="472343" y="1550992"/>
                  </a:lnTo>
                  <a:lnTo>
                    <a:pt x="386163" y="1483101"/>
                  </a:lnTo>
                  <a:close/>
                  <a:moveTo>
                    <a:pt x="1287059" y="2436532"/>
                  </a:moveTo>
                  <a:lnTo>
                    <a:pt x="1307040" y="2401439"/>
                  </a:lnTo>
                  <a:lnTo>
                    <a:pt x="1211442" y="2437416"/>
                  </a:lnTo>
                  <a:close/>
                  <a:moveTo>
                    <a:pt x="1215477" y="2252491"/>
                  </a:moveTo>
                  <a:lnTo>
                    <a:pt x="1179196" y="2202108"/>
                  </a:lnTo>
                  <a:lnTo>
                    <a:pt x="1151527" y="2185849"/>
                  </a:lnTo>
                  <a:close/>
                  <a:moveTo>
                    <a:pt x="410158" y="1492609"/>
                  </a:moveTo>
                  <a:lnTo>
                    <a:pt x="351660" y="1550992"/>
                  </a:lnTo>
                  <a:lnTo>
                    <a:pt x="469837" y="1500538"/>
                  </a:lnTo>
                  <a:close/>
                  <a:moveTo>
                    <a:pt x="410158" y="1492609"/>
                  </a:moveTo>
                  <a:lnTo>
                    <a:pt x="485340" y="1512555"/>
                  </a:lnTo>
                  <a:lnTo>
                    <a:pt x="472343" y="1550992"/>
                  </a:lnTo>
                  <a:close/>
                  <a:moveTo>
                    <a:pt x="410158" y="1492609"/>
                  </a:moveTo>
                  <a:lnTo>
                    <a:pt x="469837" y="1500538"/>
                  </a:lnTo>
                  <a:lnTo>
                    <a:pt x="485340" y="1512555"/>
                  </a:lnTo>
                  <a:close/>
                  <a:moveTo>
                    <a:pt x="289686" y="1320842"/>
                  </a:moveTo>
                  <a:lnTo>
                    <a:pt x="223649" y="1352599"/>
                  </a:lnTo>
                  <a:lnTo>
                    <a:pt x="352720" y="1341316"/>
                  </a:lnTo>
                  <a:close/>
                  <a:moveTo>
                    <a:pt x="1155423" y="2170276"/>
                  </a:moveTo>
                  <a:lnTo>
                    <a:pt x="1151527" y="2185849"/>
                  </a:lnTo>
                  <a:lnTo>
                    <a:pt x="1179196" y="2202108"/>
                  </a:lnTo>
                  <a:close/>
                  <a:moveTo>
                    <a:pt x="1215477" y="2252491"/>
                  </a:moveTo>
                  <a:lnTo>
                    <a:pt x="1327511" y="2296270"/>
                  </a:lnTo>
                  <a:lnTo>
                    <a:pt x="1241326" y="2214055"/>
                  </a:lnTo>
                  <a:close/>
                  <a:moveTo>
                    <a:pt x="1215477" y="2252491"/>
                  </a:moveTo>
                  <a:lnTo>
                    <a:pt x="1241326" y="2214055"/>
                  </a:lnTo>
                  <a:lnTo>
                    <a:pt x="1179196" y="2202108"/>
                  </a:lnTo>
                  <a:close/>
                  <a:moveTo>
                    <a:pt x="1241326" y="2214055"/>
                  </a:moveTo>
                  <a:lnTo>
                    <a:pt x="1239063" y="2210738"/>
                  </a:lnTo>
                  <a:lnTo>
                    <a:pt x="1179196" y="2202108"/>
                  </a:lnTo>
                  <a:close/>
                  <a:moveTo>
                    <a:pt x="850972" y="1647864"/>
                  </a:moveTo>
                  <a:lnTo>
                    <a:pt x="759345" y="1676985"/>
                  </a:lnTo>
                  <a:lnTo>
                    <a:pt x="865098" y="1648521"/>
                  </a:lnTo>
                  <a:close/>
                  <a:moveTo>
                    <a:pt x="865098" y="1648521"/>
                  </a:moveTo>
                  <a:lnTo>
                    <a:pt x="759345" y="1676985"/>
                  </a:lnTo>
                  <a:lnTo>
                    <a:pt x="741976" y="1682046"/>
                  </a:lnTo>
                  <a:close/>
                  <a:moveTo>
                    <a:pt x="865098" y="1648521"/>
                  </a:moveTo>
                  <a:lnTo>
                    <a:pt x="741976" y="1682046"/>
                  </a:lnTo>
                  <a:lnTo>
                    <a:pt x="788989" y="1642616"/>
                  </a:lnTo>
                  <a:close/>
                  <a:moveTo>
                    <a:pt x="624959" y="1512555"/>
                  </a:moveTo>
                  <a:lnTo>
                    <a:pt x="716884" y="1588232"/>
                  </a:lnTo>
                  <a:lnTo>
                    <a:pt x="626519" y="1508972"/>
                  </a:lnTo>
                  <a:close/>
                  <a:moveTo>
                    <a:pt x="1647684" y="2425219"/>
                  </a:moveTo>
                  <a:lnTo>
                    <a:pt x="1710274" y="2434926"/>
                  </a:lnTo>
                  <a:lnTo>
                    <a:pt x="1624744" y="2343776"/>
                  </a:lnTo>
                  <a:close/>
                  <a:moveTo>
                    <a:pt x="1647684" y="2425219"/>
                  </a:moveTo>
                  <a:lnTo>
                    <a:pt x="1655668" y="2438522"/>
                  </a:lnTo>
                  <a:lnTo>
                    <a:pt x="1745218" y="2494678"/>
                  </a:lnTo>
                  <a:close/>
                  <a:moveTo>
                    <a:pt x="1624744" y="2343776"/>
                  </a:moveTo>
                  <a:lnTo>
                    <a:pt x="1587229" y="2274183"/>
                  </a:lnTo>
                  <a:lnTo>
                    <a:pt x="1575873" y="2340048"/>
                  </a:lnTo>
                  <a:close/>
                  <a:moveTo>
                    <a:pt x="1256100" y="1995779"/>
                  </a:moveTo>
                  <a:lnTo>
                    <a:pt x="1189276" y="2024597"/>
                  </a:lnTo>
                  <a:lnTo>
                    <a:pt x="1311127" y="1986315"/>
                  </a:lnTo>
                  <a:close/>
                  <a:moveTo>
                    <a:pt x="294616" y="696198"/>
                  </a:moveTo>
                  <a:lnTo>
                    <a:pt x="295342" y="696381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4616" y="696198"/>
                  </a:lnTo>
                  <a:lnTo>
                    <a:pt x="294078" y="695746"/>
                  </a:lnTo>
                  <a:close/>
                  <a:moveTo>
                    <a:pt x="1535033" y="2340048"/>
                  </a:moveTo>
                  <a:lnTo>
                    <a:pt x="1569428" y="2394745"/>
                  </a:lnTo>
                  <a:lnTo>
                    <a:pt x="1559278" y="2336407"/>
                  </a:lnTo>
                  <a:close/>
                  <a:moveTo>
                    <a:pt x="1559278" y="2336407"/>
                  </a:moveTo>
                  <a:lnTo>
                    <a:pt x="1569428" y="2394745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59278" y="2336407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38004" y="2137181"/>
                  </a:lnTo>
                  <a:lnTo>
                    <a:pt x="1452382" y="2162535"/>
                  </a:lnTo>
                  <a:close/>
                  <a:moveTo>
                    <a:pt x="1426396" y="2138629"/>
                  </a:moveTo>
                  <a:lnTo>
                    <a:pt x="1452382" y="2162535"/>
                  </a:lnTo>
                  <a:lnTo>
                    <a:pt x="1538004" y="2137181"/>
                  </a:lnTo>
                  <a:close/>
                  <a:moveTo>
                    <a:pt x="1152018" y="1682328"/>
                  </a:moveTo>
                  <a:lnTo>
                    <a:pt x="1157495" y="1690568"/>
                  </a:lnTo>
                  <a:lnTo>
                    <a:pt x="1166041" y="1726106"/>
                  </a:lnTo>
                  <a:close/>
                  <a:moveTo>
                    <a:pt x="871614" y="1330806"/>
                  </a:moveTo>
                  <a:lnTo>
                    <a:pt x="979672" y="1367830"/>
                  </a:lnTo>
                  <a:lnTo>
                    <a:pt x="917641" y="1315030"/>
                  </a:lnTo>
                  <a:close/>
                  <a:moveTo>
                    <a:pt x="816277" y="1315203"/>
                  </a:moveTo>
                  <a:lnTo>
                    <a:pt x="896037" y="1411043"/>
                  </a:lnTo>
                  <a:lnTo>
                    <a:pt x="871614" y="1330806"/>
                  </a:lnTo>
                  <a:close/>
                  <a:moveTo>
                    <a:pt x="816277" y="1315203"/>
                  </a:moveTo>
                  <a:lnTo>
                    <a:pt x="871614" y="1330806"/>
                  </a:lnTo>
                  <a:lnTo>
                    <a:pt x="782948" y="1242206"/>
                  </a:lnTo>
                  <a:close/>
                  <a:moveTo>
                    <a:pt x="684230" y="1161779"/>
                  </a:moveTo>
                  <a:lnTo>
                    <a:pt x="718912" y="1189037"/>
                  </a:lnTo>
                  <a:lnTo>
                    <a:pt x="639976" y="1148939"/>
                  </a:lnTo>
                  <a:close/>
                  <a:moveTo>
                    <a:pt x="378718" y="828009"/>
                  </a:moveTo>
                  <a:lnTo>
                    <a:pt x="368425" y="777961"/>
                  </a:lnTo>
                  <a:lnTo>
                    <a:pt x="332227" y="834288"/>
                  </a:lnTo>
                  <a:close/>
                  <a:moveTo>
                    <a:pt x="399282" y="771791"/>
                  </a:moveTo>
                  <a:lnTo>
                    <a:pt x="368425" y="77796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399282" y="77179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506752" y="845103"/>
                  </a:lnTo>
                  <a:lnTo>
                    <a:pt x="488541" y="759816"/>
                  </a:lnTo>
                  <a:close/>
                  <a:moveTo>
                    <a:pt x="433027" y="844450"/>
                  </a:moveTo>
                  <a:lnTo>
                    <a:pt x="470852" y="858724"/>
                  </a:lnTo>
                  <a:lnTo>
                    <a:pt x="544921" y="856999"/>
                  </a:lnTo>
                  <a:close/>
                  <a:moveTo>
                    <a:pt x="294078" y="695746"/>
                  </a:moveTo>
                  <a:lnTo>
                    <a:pt x="295342" y="696381"/>
                  </a:lnTo>
                  <a:lnTo>
                    <a:pt x="295867" y="695181"/>
                  </a:lnTo>
                  <a:close/>
                  <a:moveTo>
                    <a:pt x="295867" y="695181"/>
                  </a:moveTo>
                  <a:lnTo>
                    <a:pt x="295342" y="696381"/>
                  </a:lnTo>
                  <a:lnTo>
                    <a:pt x="360022" y="657310"/>
                  </a:lnTo>
                  <a:close/>
                  <a:moveTo>
                    <a:pt x="295342" y="696381"/>
                  </a:moveTo>
                  <a:lnTo>
                    <a:pt x="368425" y="777961"/>
                  </a:lnTo>
                  <a:lnTo>
                    <a:pt x="360022" y="657310"/>
                  </a:lnTo>
                  <a:close/>
                  <a:moveTo>
                    <a:pt x="360022" y="657310"/>
                  </a:moveTo>
                  <a:lnTo>
                    <a:pt x="368425" y="777961"/>
                  </a:lnTo>
                  <a:lnTo>
                    <a:pt x="426124" y="691495"/>
                  </a:lnTo>
                  <a:close/>
                  <a:moveTo>
                    <a:pt x="399282" y="771791"/>
                  </a:moveTo>
                  <a:lnTo>
                    <a:pt x="488541" y="759816"/>
                  </a:lnTo>
                  <a:lnTo>
                    <a:pt x="426124" y="691495"/>
                  </a:lnTo>
                  <a:close/>
                  <a:moveTo>
                    <a:pt x="295867" y="695181"/>
                  </a:moveTo>
                  <a:lnTo>
                    <a:pt x="293013" y="687674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5867" y="695181"/>
                  </a:lnTo>
                  <a:lnTo>
                    <a:pt x="360022" y="657310"/>
                  </a:lnTo>
                  <a:close/>
                  <a:moveTo>
                    <a:pt x="1837508" y="2263175"/>
                  </a:moveTo>
                  <a:lnTo>
                    <a:pt x="1797923" y="2301612"/>
                  </a:lnTo>
                  <a:lnTo>
                    <a:pt x="1845884" y="2345390"/>
                  </a:lnTo>
                  <a:close/>
                  <a:moveTo>
                    <a:pt x="1744266" y="2207107"/>
                  </a:moveTo>
                  <a:lnTo>
                    <a:pt x="1733450" y="2235476"/>
                  </a:lnTo>
                  <a:lnTo>
                    <a:pt x="1837894" y="2180961"/>
                  </a:lnTo>
                  <a:close/>
                  <a:moveTo>
                    <a:pt x="1837894" y="2180961"/>
                  </a:moveTo>
                  <a:lnTo>
                    <a:pt x="1733450" y="2235476"/>
                  </a:lnTo>
                  <a:lnTo>
                    <a:pt x="1797923" y="2301612"/>
                  </a:lnTo>
                  <a:close/>
                  <a:moveTo>
                    <a:pt x="1837894" y="2180961"/>
                  </a:moveTo>
                  <a:lnTo>
                    <a:pt x="1797923" y="2301612"/>
                  </a:lnTo>
                  <a:lnTo>
                    <a:pt x="1837508" y="2263175"/>
                  </a:lnTo>
                  <a:close/>
                  <a:moveTo>
                    <a:pt x="1744266" y="2207107"/>
                  </a:moveTo>
                  <a:lnTo>
                    <a:pt x="1837894" y="2180961"/>
                  </a:lnTo>
                  <a:lnTo>
                    <a:pt x="1771449" y="2162345"/>
                  </a:lnTo>
                  <a:close/>
                  <a:moveTo>
                    <a:pt x="1231821" y="1605455"/>
                  </a:moveTo>
                  <a:lnTo>
                    <a:pt x="1126276" y="1545231"/>
                  </a:lnTo>
                  <a:lnTo>
                    <a:pt x="1176899" y="1561675"/>
                  </a:lnTo>
                  <a:close/>
                  <a:moveTo>
                    <a:pt x="1231821" y="1605455"/>
                  </a:moveTo>
                  <a:lnTo>
                    <a:pt x="1176899" y="1561675"/>
                  </a:lnTo>
                  <a:lnTo>
                    <a:pt x="1174060" y="1643891"/>
                  </a:lnTo>
                  <a:close/>
                  <a:moveTo>
                    <a:pt x="917641" y="1315030"/>
                  </a:moveTo>
                  <a:lnTo>
                    <a:pt x="979672" y="1367830"/>
                  </a:lnTo>
                  <a:lnTo>
                    <a:pt x="1008834" y="1279841"/>
                  </a:lnTo>
                  <a:close/>
                  <a:moveTo>
                    <a:pt x="1016399" y="1276594"/>
                  </a:moveTo>
                  <a:lnTo>
                    <a:pt x="1008834" y="1279841"/>
                  </a:lnTo>
                  <a:lnTo>
                    <a:pt x="979672" y="1367830"/>
                  </a:lnTo>
                  <a:close/>
                  <a:moveTo>
                    <a:pt x="1771449" y="2162345"/>
                  </a:moveTo>
                  <a:lnTo>
                    <a:pt x="1837894" y="2180961"/>
                  </a:lnTo>
                  <a:lnTo>
                    <a:pt x="1808638" y="2060309"/>
                  </a:lnTo>
                  <a:close/>
                  <a:moveTo>
                    <a:pt x="1727095" y="1920790"/>
                  </a:moveTo>
                  <a:lnTo>
                    <a:pt x="1659399" y="1934315"/>
                  </a:lnTo>
                  <a:lnTo>
                    <a:pt x="1772591" y="1951416"/>
                  </a:lnTo>
                  <a:close/>
                  <a:moveTo>
                    <a:pt x="1659399" y="1934315"/>
                  </a:moveTo>
                  <a:lnTo>
                    <a:pt x="1636875" y="1937855"/>
                  </a:lnTo>
                  <a:lnTo>
                    <a:pt x="1772591" y="1951416"/>
                  </a:lnTo>
                  <a:close/>
                  <a:moveTo>
                    <a:pt x="1772591" y="1951416"/>
                  </a:moveTo>
                  <a:lnTo>
                    <a:pt x="1726748" y="1934315"/>
                  </a:lnTo>
                  <a:lnTo>
                    <a:pt x="1727095" y="1920790"/>
                  </a:lnTo>
                  <a:close/>
                  <a:moveTo>
                    <a:pt x="312568" y="181143"/>
                  </a:moveTo>
                  <a:lnTo>
                    <a:pt x="334733" y="198056"/>
                  </a:lnTo>
                  <a:lnTo>
                    <a:pt x="295896" y="169362"/>
                  </a:lnTo>
                  <a:close/>
                  <a:moveTo>
                    <a:pt x="334733" y="198056"/>
                  </a:moveTo>
                  <a:lnTo>
                    <a:pt x="312568" y="181143"/>
                  </a:lnTo>
                  <a:lnTo>
                    <a:pt x="364976" y="247670"/>
                  </a:lnTo>
                  <a:close/>
                  <a:moveTo>
                    <a:pt x="1746289" y="1805094"/>
                  </a:moveTo>
                  <a:lnTo>
                    <a:pt x="1667600" y="1837531"/>
                  </a:lnTo>
                  <a:lnTo>
                    <a:pt x="1742684" y="1839598"/>
                  </a:lnTo>
                  <a:close/>
                  <a:moveTo>
                    <a:pt x="1678240" y="1699732"/>
                  </a:moveTo>
                  <a:lnTo>
                    <a:pt x="1719234" y="1751924"/>
                  </a:lnTo>
                  <a:lnTo>
                    <a:pt x="1710555" y="1731449"/>
                  </a:lnTo>
                  <a:close/>
                  <a:moveTo>
                    <a:pt x="1746289" y="1805094"/>
                  </a:moveTo>
                  <a:lnTo>
                    <a:pt x="1719234" y="1751924"/>
                  </a:lnTo>
                  <a:lnTo>
                    <a:pt x="1678240" y="1699732"/>
                  </a:lnTo>
                  <a:close/>
                  <a:moveTo>
                    <a:pt x="1431496" y="1296889"/>
                  </a:moveTo>
                  <a:lnTo>
                    <a:pt x="1410250" y="1281936"/>
                  </a:lnTo>
                  <a:lnTo>
                    <a:pt x="1423048" y="1385645"/>
                  </a:lnTo>
                  <a:close/>
                  <a:moveTo>
                    <a:pt x="1423048" y="1385645"/>
                  </a:moveTo>
                  <a:lnTo>
                    <a:pt x="1331401" y="1299469"/>
                  </a:lnTo>
                  <a:lnTo>
                    <a:pt x="1370594" y="1367698"/>
                  </a:lnTo>
                  <a:close/>
                  <a:moveTo>
                    <a:pt x="1423048" y="1385645"/>
                  </a:moveTo>
                  <a:lnTo>
                    <a:pt x="1500722" y="1383090"/>
                  </a:lnTo>
                  <a:lnTo>
                    <a:pt x="1431496" y="1296889"/>
                  </a:lnTo>
                  <a:close/>
                  <a:moveTo>
                    <a:pt x="1500722" y="1383090"/>
                  </a:moveTo>
                  <a:lnTo>
                    <a:pt x="1514474" y="1328469"/>
                  </a:lnTo>
                  <a:lnTo>
                    <a:pt x="1431496" y="1296889"/>
                  </a:lnTo>
                  <a:close/>
                  <a:moveTo>
                    <a:pt x="1244996" y="1309123"/>
                  </a:moveTo>
                  <a:lnTo>
                    <a:pt x="1320767" y="1208021"/>
                  </a:lnTo>
                  <a:lnTo>
                    <a:pt x="1238223" y="1214536"/>
                  </a:lnTo>
                  <a:close/>
                  <a:moveTo>
                    <a:pt x="1998239" y="1821539"/>
                  </a:moveTo>
                  <a:lnTo>
                    <a:pt x="2011067" y="1771610"/>
                  </a:lnTo>
                  <a:lnTo>
                    <a:pt x="1951721" y="1759265"/>
                  </a:lnTo>
                  <a:close/>
                  <a:moveTo>
                    <a:pt x="1685927" y="1528582"/>
                  </a:moveTo>
                  <a:lnTo>
                    <a:pt x="1673533" y="1429306"/>
                  </a:lnTo>
                  <a:lnTo>
                    <a:pt x="1697192" y="1407930"/>
                  </a:lnTo>
                  <a:close/>
                  <a:moveTo>
                    <a:pt x="1685927" y="1528582"/>
                  </a:moveTo>
                  <a:lnTo>
                    <a:pt x="1697192" y="1407930"/>
                  </a:lnTo>
                  <a:lnTo>
                    <a:pt x="1624227" y="1446366"/>
                  </a:lnTo>
                  <a:close/>
                  <a:moveTo>
                    <a:pt x="1524347" y="1263791"/>
                  </a:moveTo>
                  <a:lnTo>
                    <a:pt x="1431496" y="1296889"/>
                  </a:lnTo>
                  <a:lnTo>
                    <a:pt x="1514474" y="1328469"/>
                  </a:lnTo>
                  <a:close/>
                  <a:moveTo>
                    <a:pt x="1524347" y="1263791"/>
                  </a:moveTo>
                  <a:lnTo>
                    <a:pt x="1599856" y="1262995"/>
                  </a:lnTo>
                  <a:lnTo>
                    <a:pt x="1533665" y="1185020"/>
                  </a:lnTo>
                  <a:close/>
                  <a:moveTo>
                    <a:pt x="2035316" y="1891488"/>
                  </a:moveTo>
                  <a:lnTo>
                    <a:pt x="2104069" y="1896185"/>
                  </a:lnTo>
                  <a:lnTo>
                    <a:pt x="2088582" y="1866476"/>
                  </a:lnTo>
                  <a:close/>
                  <a:moveTo>
                    <a:pt x="1861325" y="1358914"/>
                  </a:moveTo>
                  <a:lnTo>
                    <a:pt x="1805307" y="1364673"/>
                  </a:lnTo>
                  <a:lnTo>
                    <a:pt x="1731474" y="1367280"/>
                  </a:lnTo>
                  <a:close/>
                  <a:moveTo>
                    <a:pt x="1634522" y="1134720"/>
                  </a:moveTo>
                  <a:lnTo>
                    <a:pt x="1533665" y="11850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41957" y="1096047"/>
                  </a:lnTo>
                  <a:lnTo>
                    <a:pt x="1561716" y="1074696"/>
                  </a:lnTo>
                  <a:close/>
                  <a:moveTo>
                    <a:pt x="1684753" y="1122848"/>
                  </a:moveTo>
                  <a:lnTo>
                    <a:pt x="1634522" y="11347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84753" y="1122848"/>
                  </a:lnTo>
                  <a:lnTo>
                    <a:pt x="1641957" y="1096047"/>
                  </a:lnTo>
                  <a:close/>
                  <a:moveTo>
                    <a:pt x="1412925" y="1079070"/>
                  </a:moveTo>
                  <a:lnTo>
                    <a:pt x="1439926" y="1071648"/>
                  </a:lnTo>
                  <a:lnTo>
                    <a:pt x="1413915" y="958418"/>
                  </a:lnTo>
                  <a:close/>
                  <a:moveTo>
                    <a:pt x="1385167" y="996855"/>
                  </a:moveTo>
                  <a:lnTo>
                    <a:pt x="1412925" y="1079070"/>
                  </a:lnTo>
                  <a:lnTo>
                    <a:pt x="1413915" y="958418"/>
                  </a:lnTo>
                  <a:close/>
                  <a:moveTo>
                    <a:pt x="1439926" y="1071648"/>
                  </a:moveTo>
                  <a:lnTo>
                    <a:pt x="1522942" y="1040633"/>
                  </a:lnTo>
                  <a:lnTo>
                    <a:pt x="1461107" y="977197"/>
                  </a:lnTo>
                  <a:close/>
                  <a:moveTo>
                    <a:pt x="1319464" y="914639"/>
                  </a:moveTo>
                  <a:lnTo>
                    <a:pt x="1385167" y="996855"/>
                  </a:lnTo>
                  <a:lnTo>
                    <a:pt x="1413915" y="958418"/>
                  </a:lnTo>
                  <a:close/>
                  <a:moveTo>
                    <a:pt x="1319464" y="914639"/>
                  </a:moveTo>
                  <a:lnTo>
                    <a:pt x="1413915" y="958418"/>
                  </a:lnTo>
                  <a:lnTo>
                    <a:pt x="1380522" y="876203"/>
                  </a:lnTo>
                  <a:close/>
                  <a:moveTo>
                    <a:pt x="1725357" y="1205064"/>
                  </a:moveTo>
                  <a:lnTo>
                    <a:pt x="1710222" y="1084412"/>
                  </a:lnTo>
                  <a:lnTo>
                    <a:pt x="1684753" y="1122848"/>
                  </a:lnTo>
                  <a:close/>
                  <a:moveTo>
                    <a:pt x="1578414" y="1019651"/>
                  </a:moveTo>
                  <a:lnTo>
                    <a:pt x="1644642" y="926310"/>
                  </a:lnTo>
                  <a:lnTo>
                    <a:pt x="1574296" y="922907"/>
                  </a:lnTo>
                  <a:close/>
                  <a:moveTo>
                    <a:pt x="1702988" y="939466"/>
                  </a:moveTo>
                  <a:lnTo>
                    <a:pt x="1644642" y="926310"/>
                  </a:lnTo>
                  <a:lnTo>
                    <a:pt x="1740700" y="971372"/>
                  </a:lnTo>
                  <a:close/>
                  <a:moveTo>
                    <a:pt x="1644642" y="926310"/>
                  </a:moveTo>
                  <a:lnTo>
                    <a:pt x="1659487" y="946387"/>
                  </a:lnTo>
                  <a:lnTo>
                    <a:pt x="1740700" y="971372"/>
                  </a:lnTo>
                  <a:close/>
                  <a:moveTo>
                    <a:pt x="1547671" y="806981"/>
                  </a:moveTo>
                  <a:lnTo>
                    <a:pt x="1586631" y="837767"/>
                  </a:lnTo>
                  <a:lnTo>
                    <a:pt x="1515495" y="770527"/>
                  </a:lnTo>
                  <a:close/>
                  <a:moveTo>
                    <a:pt x="1759055" y="993977"/>
                  </a:moveTo>
                  <a:lnTo>
                    <a:pt x="1794559" y="1002197"/>
                  </a:lnTo>
                  <a:lnTo>
                    <a:pt x="1740700" y="971372"/>
                  </a:lnTo>
                  <a:close/>
                  <a:moveTo>
                    <a:pt x="1570424" y="825963"/>
                  </a:moveTo>
                  <a:lnTo>
                    <a:pt x="1586631" y="837767"/>
                  </a:lnTo>
                  <a:lnTo>
                    <a:pt x="1547671" y="806981"/>
                  </a:lnTo>
                  <a:close/>
                  <a:moveTo>
                    <a:pt x="1096796" y="180045"/>
                  </a:moveTo>
                  <a:lnTo>
                    <a:pt x="1094711" y="228070"/>
                  </a:lnTo>
                  <a:lnTo>
                    <a:pt x="1096643" y="168032"/>
                  </a:lnTo>
                  <a:close/>
                  <a:moveTo>
                    <a:pt x="1574946" y="263353"/>
                  </a:moveTo>
                  <a:lnTo>
                    <a:pt x="1610598" y="253341"/>
                  </a:lnTo>
                  <a:lnTo>
                    <a:pt x="1602563" y="303155"/>
                  </a:lnTo>
                  <a:close/>
                  <a:moveTo>
                    <a:pt x="1650616" y="26300"/>
                  </a:moveTo>
                  <a:lnTo>
                    <a:pt x="1786837" y="67857"/>
                  </a:lnTo>
                  <a:lnTo>
                    <a:pt x="1739804" y="8706"/>
                  </a:lnTo>
                  <a:close/>
                  <a:moveTo>
                    <a:pt x="1788258" y="70079"/>
                  </a:moveTo>
                  <a:lnTo>
                    <a:pt x="1739804" y="8706"/>
                  </a:lnTo>
                  <a:lnTo>
                    <a:pt x="1786837" y="67857"/>
                  </a:lnTo>
                  <a:close/>
                  <a:moveTo>
                    <a:pt x="1739804" y="8706"/>
                  </a:moveTo>
                  <a:lnTo>
                    <a:pt x="1711129" y="0"/>
                  </a:lnTo>
                  <a:lnTo>
                    <a:pt x="1650616" y="26300"/>
                  </a:lnTo>
                  <a:close/>
                  <a:moveTo>
                    <a:pt x="1786837" y="67857"/>
                  </a:moveTo>
                  <a:lnTo>
                    <a:pt x="1785656" y="70079"/>
                  </a:lnTo>
                  <a:lnTo>
                    <a:pt x="1788383" y="69305"/>
                  </a:lnTo>
                  <a:close/>
                  <a:moveTo>
                    <a:pt x="1788383" y="69305"/>
                  </a:moveTo>
                  <a:lnTo>
                    <a:pt x="1788258" y="70079"/>
                  </a:lnTo>
                  <a:lnTo>
                    <a:pt x="1786837" y="67857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85" name="Candidate_density__2084">
              <a:extLst>
                <a:ext uri="{FF2B5EF4-FFF2-40B4-BE49-F238E27FC236}">
                  <a16:creationId xmlns:a16="http://schemas.microsoft.com/office/drawing/2014/main" id="{6663A53E-AE71-DFD2-C709-0CC117FB9A2D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36379"/>
              <a:ext cx="2095111" cy="3438049"/>
            </a:xfrm>
            <a:custGeom>
              <a:avLst/>
              <a:gdLst/>
              <a:ahLst/>
              <a:cxnLst/>
              <a:rect l="0" t="0" r="0" b="0"/>
              <a:pathLst>
                <a:path w="2095111" h="3438049">
                  <a:moveTo>
                    <a:pt x="427096" y="3355834"/>
                  </a:moveTo>
                  <a:lnTo>
                    <a:pt x="522037" y="3422107"/>
                  </a:lnTo>
                  <a:lnTo>
                    <a:pt x="518834" y="3324619"/>
                  </a:lnTo>
                  <a:close/>
                  <a:moveTo>
                    <a:pt x="427096" y="3355834"/>
                  </a:moveTo>
                  <a:lnTo>
                    <a:pt x="475577" y="3438049"/>
                  </a:lnTo>
                  <a:lnTo>
                    <a:pt x="522037" y="3422107"/>
                  </a:lnTo>
                  <a:close/>
                  <a:moveTo>
                    <a:pt x="577188" y="2993880"/>
                  </a:moveTo>
                  <a:lnTo>
                    <a:pt x="551293" y="3114531"/>
                  </a:lnTo>
                  <a:lnTo>
                    <a:pt x="633892" y="3076095"/>
                  </a:lnTo>
                  <a:close/>
                  <a:moveTo>
                    <a:pt x="678029" y="3055603"/>
                  </a:moveTo>
                  <a:lnTo>
                    <a:pt x="660014" y="3102980"/>
                  </a:lnTo>
                  <a:lnTo>
                    <a:pt x="716750" y="3037658"/>
                  </a:lnTo>
                  <a:close/>
                  <a:moveTo>
                    <a:pt x="633892" y="3076095"/>
                  </a:moveTo>
                  <a:lnTo>
                    <a:pt x="660014" y="3102980"/>
                  </a:lnTo>
                  <a:lnTo>
                    <a:pt x="678029" y="3055603"/>
                  </a:lnTo>
                  <a:close/>
                  <a:moveTo>
                    <a:pt x="577188" y="2993880"/>
                  </a:moveTo>
                  <a:lnTo>
                    <a:pt x="633892" y="3076095"/>
                  </a:lnTo>
                  <a:lnTo>
                    <a:pt x="678029" y="3055603"/>
                  </a:lnTo>
                  <a:close/>
                  <a:moveTo>
                    <a:pt x="716750" y="3037658"/>
                  </a:moveTo>
                  <a:lnTo>
                    <a:pt x="679882" y="2955443"/>
                  </a:lnTo>
                  <a:lnTo>
                    <a:pt x="678029" y="3055603"/>
                  </a:lnTo>
                  <a:close/>
                  <a:moveTo>
                    <a:pt x="498024" y="2747235"/>
                  </a:moveTo>
                  <a:lnTo>
                    <a:pt x="605578" y="2791013"/>
                  </a:lnTo>
                  <a:lnTo>
                    <a:pt x="553484" y="2708798"/>
                  </a:lnTo>
                  <a:close/>
                  <a:moveTo>
                    <a:pt x="775427" y="2836828"/>
                  </a:moveTo>
                  <a:lnTo>
                    <a:pt x="784005" y="2834792"/>
                  </a:lnTo>
                  <a:lnTo>
                    <a:pt x="832308" y="2759437"/>
                  </a:lnTo>
                  <a:close/>
                  <a:moveTo>
                    <a:pt x="896781" y="2898854"/>
                  </a:moveTo>
                  <a:lnTo>
                    <a:pt x="884187" y="2809000"/>
                  </a:lnTo>
                  <a:lnTo>
                    <a:pt x="801257" y="2915922"/>
                  </a:lnTo>
                  <a:close/>
                  <a:moveTo>
                    <a:pt x="832308" y="2759437"/>
                  </a:moveTo>
                  <a:lnTo>
                    <a:pt x="784005" y="2834792"/>
                  </a:lnTo>
                  <a:lnTo>
                    <a:pt x="884187" y="2809000"/>
                  </a:lnTo>
                  <a:close/>
                  <a:moveTo>
                    <a:pt x="296629" y="2149909"/>
                  </a:moveTo>
                  <a:lnTo>
                    <a:pt x="337423" y="2149812"/>
                  </a:lnTo>
                  <a:lnTo>
                    <a:pt x="318499" y="2094856"/>
                  </a:lnTo>
                  <a:close/>
                  <a:moveTo>
                    <a:pt x="318499" y="2094856"/>
                  </a:moveTo>
                  <a:lnTo>
                    <a:pt x="374223" y="2138634"/>
                  </a:lnTo>
                  <a:lnTo>
                    <a:pt x="377637" y="2056419"/>
                  </a:lnTo>
                  <a:close/>
                  <a:moveTo>
                    <a:pt x="374223" y="2138634"/>
                  </a:moveTo>
                  <a:lnTo>
                    <a:pt x="407581" y="2017983"/>
                  </a:lnTo>
                  <a:lnTo>
                    <a:pt x="377637" y="2056419"/>
                  </a:lnTo>
                  <a:close/>
                  <a:moveTo>
                    <a:pt x="0" y="1563129"/>
                  </a:moveTo>
                  <a:lnTo>
                    <a:pt x="42351" y="1645344"/>
                  </a:lnTo>
                  <a:lnTo>
                    <a:pt x="87999" y="1606907"/>
                  </a:lnTo>
                  <a:close/>
                  <a:moveTo>
                    <a:pt x="1350244" y="2681046"/>
                  </a:moveTo>
                  <a:lnTo>
                    <a:pt x="1351493" y="2725143"/>
                  </a:lnTo>
                  <a:lnTo>
                    <a:pt x="1362753" y="2662304"/>
                  </a:lnTo>
                  <a:close/>
                  <a:moveTo>
                    <a:pt x="1350244" y="2681046"/>
                  </a:moveTo>
                  <a:lnTo>
                    <a:pt x="1394776" y="2560394"/>
                  </a:lnTo>
                  <a:lnTo>
                    <a:pt x="1327020" y="2598831"/>
                  </a:lnTo>
                  <a:close/>
                  <a:moveTo>
                    <a:pt x="1327020" y="2598831"/>
                  </a:moveTo>
                  <a:lnTo>
                    <a:pt x="1394776" y="2560394"/>
                  </a:lnTo>
                  <a:lnTo>
                    <a:pt x="1313568" y="2583348"/>
                  </a:lnTo>
                  <a:close/>
                  <a:moveTo>
                    <a:pt x="1394776" y="2560394"/>
                  </a:moveTo>
                  <a:lnTo>
                    <a:pt x="1348980" y="2500543"/>
                  </a:lnTo>
                  <a:lnTo>
                    <a:pt x="1313568" y="2583348"/>
                  </a:lnTo>
                  <a:close/>
                  <a:moveTo>
                    <a:pt x="1334040" y="2478180"/>
                  </a:moveTo>
                  <a:lnTo>
                    <a:pt x="1313568" y="2583348"/>
                  </a:lnTo>
                  <a:lnTo>
                    <a:pt x="1348980" y="2500543"/>
                  </a:lnTo>
                  <a:close/>
                  <a:moveTo>
                    <a:pt x="1334040" y="2478180"/>
                  </a:moveTo>
                  <a:lnTo>
                    <a:pt x="1269614" y="2516616"/>
                  </a:lnTo>
                  <a:lnTo>
                    <a:pt x="1313568" y="2583348"/>
                  </a:lnTo>
                  <a:close/>
                  <a:moveTo>
                    <a:pt x="1222006" y="2434400"/>
                  </a:moveTo>
                  <a:lnTo>
                    <a:pt x="1269614" y="2516616"/>
                  </a:lnTo>
                  <a:lnTo>
                    <a:pt x="1334040" y="2478180"/>
                  </a:lnTo>
                  <a:close/>
                  <a:moveTo>
                    <a:pt x="1194281" y="2313749"/>
                  </a:moveTo>
                  <a:lnTo>
                    <a:pt x="1185724" y="2384017"/>
                  </a:lnTo>
                  <a:lnTo>
                    <a:pt x="1245591" y="2392647"/>
                  </a:lnTo>
                  <a:close/>
                  <a:moveTo>
                    <a:pt x="1194281" y="2313749"/>
                  </a:moveTo>
                  <a:lnTo>
                    <a:pt x="1161951" y="2352185"/>
                  </a:lnTo>
                  <a:lnTo>
                    <a:pt x="1185724" y="2384017"/>
                  </a:lnTo>
                  <a:close/>
                  <a:moveTo>
                    <a:pt x="1135669" y="2269970"/>
                  </a:moveTo>
                  <a:lnTo>
                    <a:pt x="1161951" y="2352185"/>
                  </a:lnTo>
                  <a:lnTo>
                    <a:pt x="1194281" y="2313749"/>
                  </a:lnTo>
                  <a:close/>
                  <a:moveTo>
                    <a:pt x="633048" y="1690882"/>
                  </a:moveTo>
                  <a:lnTo>
                    <a:pt x="664855" y="1614661"/>
                  </a:lnTo>
                  <a:lnTo>
                    <a:pt x="631488" y="1694465"/>
                  </a:lnTo>
                  <a:close/>
                  <a:moveTo>
                    <a:pt x="631488" y="1694465"/>
                  </a:moveTo>
                  <a:lnTo>
                    <a:pt x="664855" y="1614661"/>
                  </a:lnTo>
                  <a:lnTo>
                    <a:pt x="725523" y="1573813"/>
                  </a:lnTo>
                  <a:close/>
                  <a:moveTo>
                    <a:pt x="664855" y="1614661"/>
                  </a:moveTo>
                  <a:lnTo>
                    <a:pt x="633048" y="1690882"/>
                  </a:lnTo>
                  <a:lnTo>
                    <a:pt x="641329" y="1656028"/>
                  </a:lnTo>
                  <a:close/>
                  <a:moveTo>
                    <a:pt x="1582401" y="2521958"/>
                  </a:moveTo>
                  <a:lnTo>
                    <a:pt x="1575957" y="2576655"/>
                  </a:lnTo>
                  <a:lnTo>
                    <a:pt x="1631272" y="2525685"/>
                  </a:lnTo>
                  <a:close/>
                  <a:moveTo>
                    <a:pt x="1631272" y="2525685"/>
                  </a:moveTo>
                  <a:lnTo>
                    <a:pt x="1575957" y="2576655"/>
                  </a:lnTo>
                  <a:lnTo>
                    <a:pt x="1579965" y="2606898"/>
                  </a:lnTo>
                  <a:close/>
                  <a:moveTo>
                    <a:pt x="1631272" y="2525685"/>
                  </a:moveTo>
                  <a:lnTo>
                    <a:pt x="1579965" y="2606898"/>
                  </a:lnTo>
                  <a:lnTo>
                    <a:pt x="1654212" y="2607128"/>
                  </a:lnTo>
                  <a:close/>
                  <a:moveTo>
                    <a:pt x="1654212" y="2607128"/>
                  </a:moveTo>
                  <a:lnTo>
                    <a:pt x="1579965" y="2606898"/>
                  </a:lnTo>
                  <a:lnTo>
                    <a:pt x="1662196" y="2620432"/>
                  </a:lnTo>
                  <a:close/>
                  <a:moveTo>
                    <a:pt x="1334040" y="2478180"/>
                  </a:moveTo>
                  <a:lnTo>
                    <a:pt x="1348980" y="2500543"/>
                  </a:lnTo>
                  <a:lnTo>
                    <a:pt x="1352380" y="2470553"/>
                  </a:lnTo>
                  <a:close/>
                  <a:moveTo>
                    <a:pt x="1317655" y="2168224"/>
                  </a:moveTo>
                  <a:lnTo>
                    <a:pt x="1234105" y="2205838"/>
                  </a:lnTo>
                  <a:lnTo>
                    <a:pt x="1271241" y="2193098"/>
                  </a:lnTo>
                  <a:close/>
                  <a:moveTo>
                    <a:pt x="1195805" y="2206506"/>
                  </a:moveTo>
                  <a:lnTo>
                    <a:pt x="1234105" y="2205838"/>
                  </a:lnTo>
                  <a:lnTo>
                    <a:pt x="1317655" y="2168224"/>
                  </a:lnTo>
                  <a:close/>
                  <a:moveTo>
                    <a:pt x="601523" y="1377872"/>
                  </a:moveTo>
                  <a:lnTo>
                    <a:pt x="576372" y="1409383"/>
                  </a:lnTo>
                  <a:lnTo>
                    <a:pt x="578075" y="1353659"/>
                  </a:lnTo>
                  <a:close/>
                  <a:moveTo>
                    <a:pt x="283870" y="1026196"/>
                  </a:moveTo>
                  <a:lnTo>
                    <a:pt x="242206" y="1080522"/>
                  </a:lnTo>
                  <a:lnTo>
                    <a:pt x="338755" y="1016197"/>
                  </a:lnTo>
                  <a:close/>
                  <a:moveTo>
                    <a:pt x="283870" y="1026196"/>
                  </a:moveTo>
                  <a:lnTo>
                    <a:pt x="338755" y="1016197"/>
                  </a:lnTo>
                  <a:lnTo>
                    <a:pt x="298357" y="998307"/>
                  </a:lnTo>
                  <a:close/>
                  <a:moveTo>
                    <a:pt x="338755" y="1016197"/>
                  </a:moveTo>
                  <a:lnTo>
                    <a:pt x="374953" y="959871"/>
                  </a:lnTo>
                  <a:lnTo>
                    <a:pt x="298357" y="998307"/>
                  </a:lnTo>
                  <a:close/>
                  <a:moveTo>
                    <a:pt x="301870" y="878290"/>
                  </a:moveTo>
                  <a:lnTo>
                    <a:pt x="301145" y="878107"/>
                  </a:lnTo>
                  <a:lnTo>
                    <a:pt x="374953" y="959871"/>
                  </a:lnTo>
                  <a:close/>
                  <a:moveTo>
                    <a:pt x="1180588" y="1825800"/>
                  </a:moveTo>
                  <a:lnTo>
                    <a:pt x="1158546" y="1864237"/>
                  </a:lnTo>
                  <a:lnTo>
                    <a:pt x="1172570" y="1908016"/>
                  </a:lnTo>
                  <a:close/>
                  <a:moveTo>
                    <a:pt x="439555" y="1026359"/>
                  </a:moveTo>
                  <a:lnTo>
                    <a:pt x="495070" y="941726"/>
                  </a:lnTo>
                  <a:lnTo>
                    <a:pt x="405811" y="953700"/>
                  </a:lnTo>
                  <a:close/>
                  <a:moveTo>
                    <a:pt x="513281" y="1027013"/>
                  </a:moveTo>
                  <a:lnTo>
                    <a:pt x="439555" y="1026359"/>
                  </a:lnTo>
                  <a:lnTo>
                    <a:pt x="551449" y="1038908"/>
                  </a:lnTo>
                  <a:close/>
                  <a:moveTo>
                    <a:pt x="432652" y="873404"/>
                  </a:moveTo>
                  <a:lnTo>
                    <a:pt x="374953" y="959871"/>
                  </a:lnTo>
                  <a:lnTo>
                    <a:pt x="405811" y="953700"/>
                  </a:lnTo>
                  <a:close/>
                  <a:moveTo>
                    <a:pt x="620990" y="965213"/>
                  </a:moveTo>
                  <a:lnTo>
                    <a:pt x="627458" y="994781"/>
                  </a:lnTo>
                  <a:lnTo>
                    <a:pt x="605183" y="1024607"/>
                  </a:lnTo>
                  <a:close/>
                  <a:moveTo>
                    <a:pt x="605183" y="1024607"/>
                  </a:moveTo>
                  <a:lnTo>
                    <a:pt x="620756" y="1019378"/>
                  </a:lnTo>
                  <a:lnTo>
                    <a:pt x="551449" y="1038908"/>
                  </a:lnTo>
                  <a:close/>
                  <a:moveTo>
                    <a:pt x="1844423" y="2362870"/>
                  </a:moveTo>
                  <a:lnTo>
                    <a:pt x="1909987" y="2420280"/>
                  </a:lnTo>
                  <a:lnTo>
                    <a:pt x="1864152" y="2357451"/>
                  </a:lnTo>
                  <a:close/>
                  <a:moveTo>
                    <a:pt x="1935223" y="2374856"/>
                  </a:moveTo>
                  <a:lnTo>
                    <a:pt x="1931918" y="2324434"/>
                  </a:lnTo>
                  <a:lnTo>
                    <a:pt x="1938463" y="2357629"/>
                  </a:lnTo>
                  <a:close/>
                  <a:moveTo>
                    <a:pt x="1935223" y="2374856"/>
                  </a:moveTo>
                  <a:lnTo>
                    <a:pt x="1885313" y="2362870"/>
                  </a:lnTo>
                  <a:lnTo>
                    <a:pt x="1864152" y="2357451"/>
                  </a:lnTo>
                  <a:close/>
                  <a:moveTo>
                    <a:pt x="1815166" y="2242218"/>
                  </a:moveTo>
                  <a:lnTo>
                    <a:pt x="1844423" y="2362870"/>
                  </a:lnTo>
                  <a:lnTo>
                    <a:pt x="1895070" y="2288187"/>
                  </a:lnTo>
                  <a:close/>
                  <a:moveTo>
                    <a:pt x="1895070" y="2288187"/>
                  </a:moveTo>
                  <a:lnTo>
                    <a:pt x="1844423" y="2362870"/>
                  </a:lnTo>
                  <a:lnTo>
                    <a:pt x="1864152" y="2357451"/>
                  </a:lnTo>
                  <a:close/>
                  <a:moveTo>
                    <a:pt x="1779119" y="2133326"/>
                  </a:moveTo>
                  <a:lnTo>
                    <a:pt x="1643403" y="2119765"/>
                  </a:lnTo>
                  <a:lnTo>
                    <a:pt x="1766908" y="2160003"/>
                  </a:lnTo>
                  <a:close/>
                  <a:moveTo>
                    <a:pt x="1766908" y="2160003"/>
                  </a:moveTo>
                  <a:lnTo>
                    <a:pt x="1643403" y="2119765"/>
                  </a:lnTo>
                  <a:lnTo>
                    <a:pt x="1702359" y="2167617"/>
                  </a:lnTo>
                  <a:close/>
                  <a:moveTo>
                    <a:pt x="1499794" y="1831143"/>
                  </a:moveTo>
                  <a:lnTo>
                    <a:pt x="1510547" y="1862597"/>
                  </a:lnTo>
                  <a:lnTo>
                    <a:pt x="1482960" y="1862009"/>
                  </a:lnTo>
                  <a:close/>
                  <a:moveTo>
                    <a:pt x="1510547" y="1862597"/>
                  </a:moveTo>
                  <a:lnTo>
                    <a:pt x="1508388" y="1893621"/>
                  </a:lnTo>
                  <a:lnTo>
                    <a:pt x="1482960" y="1862009"/>
                  </a:lnTo>
                  <a:close/>
                  <a:moveTo>
                    <a:pt x="1614067" y="1794878"/>
                  </a:moveTo>
                  <a:lnTo>
                    <a:pt x="1510547" y="1862597"/>
                  </a:lnTo>
                  <a:lnTo>
                    <a:pt x="1537226" y="1786240"/>
                  </a:lnTo>
                  <a:close/>
                  <a:moveTo>
                    <a:pt x="653697" y="927336"/>
                  </a:moveTo>
                  <a:lnTo>
                    <a:pt x="709537" y="920912"/>
                  </a:lnTo>
                  <a:lnTo>
                    <a:pt x="690260" y="882998"/>
                  </a:lnTo>
                  <a:close/>
                  <a:moveTo>
                    <a:pt x="709537" y="920912"/>
                  </a:moveTo>
                  <a:lnTo>
                    <a:pt x="714127" y="844562"/>
                  </a:lnTo>
                  <a:lnTo>
                    <a:pt x="690260" y="882998"/>
                  </a:lnTo>
                  <a:close/>
                  <a:moveTo>
                    <a:pt x="328108" y="330785"/>
                  </a:moveTo>
                  <a:lnTo>
                    <a:pt x="319097" y="363052"/>
                  </a:lnTo>
                  <a:lnTo>
                    <a:pt x="302424" y="351271"/>
                  </a:lnTo>
                  <a:close/>
                  <a:moveTo>
                    <a:pt x="319097" y="363052"/>
                  </a:moveTo>
                  <a:lnTo>
                    <a:pt x="328108" y="330785"/>
                  </a:lnTo>
                  <a:lnTo>
                    <a:pt x="318318" y="389707"/>
                  </a:lnTo>
                  <a:close/>
                  <a:moveTo>
                    <a:pt x="318318" y="389707"/>
                  </a:moveTo>
                  <a:lnTo>
                    <a:pt x="328108" y="330785"/>
                  </a:lnTo>
                  <a:lnTo>
                    <a:pt x="342357" y="269056"/>
                  </a:lnTo>
                  <a:close/>
                  <a:moveTo>
                    <a:pt x="1537226" y="1786240"/>
                  </a:moveTo>
                  <a:lnTo>
                    <a:pt x="1510547" y="1862597"/>
                  </a:lnTo>
                  <a:lnTo>
                    <a:pt x="1499794" y="1831143"/>
                  </a:lnTo>
                  <a:close/>
                  <a:moveTo>
                    <a:pt x="1779119" y="2133326"/>
                  </a:moveTo>
                  <a:lnTo>
                    <a:pt x="1793956" y="2153743"/>
                  </a:lnTo>
                  <a:lnTo>
                    <a:pt x="1811324" y="2077788"/>
                  </a:lnTo>
                  <a:close/>
                  <a:moveTo>
                    <a:pt x="1811324" y="2077788"/>
                  </a:moveTo>
                  <a:lnTo>
                    <a:pt x="1793956" y="2153743"/>
                  </a:lnTo>
                  <a:lnTo>
                    <a:pt x="1894285" y="2121567"/>
                  </a:lnTo>
                  <a:close/>
                  <a:moveTo>
                    <a:pt x="1811324" y="2077788"/>
                  </a:moveTo>
                  <a:lnTo>
                    <a:pt x="1894285" y="2121567"/>
                  </a:lnTo>
                  <a:lnTo>
                    <a:pt x="1862715" y="2039351"/>
                  </a:lnTo>
                  <a:close/>
                  <a:moveTo>
                    <a:pt x="1823777" y="1957136"/>
                  </a:moveTo>
                  <a:lnTo>
                    <a:pt x="1749213" y="2021508"/>
                  </a:lnTo>
                  <a:lnTo>
                    <a:pt x="1811324" y="2077788"/>
                  </a:lnTo>
                  <a:close/>
                  <a:moveTo>
                    <a:pt x="1823777" y="1957136"/>
                  </a:moveTo>
                  <a:lnTo>
                    <a:pt x="1811324" y="2077788"/>
                  </a:lnTo>
                  <a:lnTo>
                    <a:pt x="1862715" y="2039351"/>
                  </a:lnTo>
                  <a:close/>
                  <a:moveTo>
                    <a:pt x="1429576" y="1567555"/>
                  </a:moveTo>
                  <a:lnTo>
                    <a:pt x="1416778" y="1463846"/>
                  </a:lnTo>
                  <a:lnTo>
                    <a:pt x="1337929" y="1481379"/>
                  </a:lnTo>
                  <a:close/>
                  <a:moveTo>
                    <a:pt x="1251524" y="1491032"/>
                  </a:moveTo>
                  <a:lnTo>
                    <a:pt x="1337929" y="1481379"/>
                  </a:lnTo>
                  <a:lnTo>
                    <a:pt x="1327295" y="1389931"/>
                  </a:lnTo>
                  <a:close/>
                  <a:moveTo>
                    <a:pt x="1416778" y="1463846"/>
                  </a:moveTo>
                  <a:lnTo>
                    <a:pt x="1365413" y="1381630"/>
                  </a:lnTo>
                  <a:lnTo>
                    <a:pt x="1337929" y="1481379"/>
                  </a:lnTo>
                  <a:close/>
                  <a:moveTo>
                    <a:pt x="1365413" y="1381630"/>
                  </a:moveTo>
                  <a:lnTo>
                    <a:pt x="1327295" y="1389931"/>
                  </a:lnTo>
                  <a:lnTo>
                    <a:pt x="1337929" y="1481379"/>
                  </a:lnTo>
                  <a:close/>
                  <a:moveTo>
                    <a:pt x="1328862" y="1349315"/>
                  </a:moveTo>
                  <a:lnTo>
                    <a:pt x="1273079" y="1299416"/>
                  </a:lnTo>
                  <a:lnTo>
                    <a:pt x="1327295" y="1389931"/>
                  </a:lnTo>
                  <a:close/>
                  <a:moveTo>
                    <a:pt x="1327295" y="1389931"/>
                  </a:moveTo>
                  <a:lnTo>
                    <a:pt x="1273079" y="1299416"/>
                  </a:lnTo>
                  <a:lnTo>
                    <a:pt x="1221963" y="1314880"/>
                  </a:lnTo>
                  <a:close/>
                  <a:moveTo>
                    <a:pt x="1327295" y="1389931"/>
                  </a:moveTo>
                  <a:lnTo>
                    <a:pt x="1221963" y="1314880"/>
                  </a:lnTo>
                  <a:lnTo>
                    <a:pt x="1244751" y="1396445"/>
                  </a:lnTo>
                  <a:close/>
                  <a:moveTo>
                    <a:pt x="1328862" y="1349315"/>
                  </a:moveTo>
                  <a:lnTo>
                    <a:pt x="1327295" y="1389931"/>
                  </a:lnTo>
                  <a:lnTo>
                    <a:pt x="1365413" y="1381630"/>
                  </a:lnTo>
                  <a:close/>
                  <a:moveTo>
                    <a:pt x="804683" y="723910"/>
                  </a:moveTo>
                  <a:lnTo>
                    <a:pt x="847964" y="665948"/>
                  </a:lnTo>
                  <a:lnTo>
                    <a:pt x="783756" y="680131"/>
                  </a:lnTo>
                  <a:close/>
                  <a:moveTo>
                    <a:pt x="766826" y="762346"/>
                  </a:moveTo>
                  <a:lnTo>
                    <a:pt x="804683" y="723910"/>
                  </a:lnTo>
                  <a:lnTo>
                    <a:pt x="783756" y="680131"/>
                  </a:lnTo>
                  <a:close/>
                  <a:moveTo>
                    <a:pt x="371631" y="278305"/>
                  </a:moveTo>
                  <a:lnTo>
                    <a:pt x="328108" y="330785"/>
                  </a:lnTo>
                  <a:lnTo>
                    <a:pt x="302424" y="351271"/>
                  </a:lnTo>
                  <a:close/>
                  <a:moveTo>
                    <a:pt x="328108" y="330785"/>
                  </a:moveTo>
                  <a:lnTo>
                    <a:pt x="371631" y="278305"/>
                  </a:lnTo>
                  <a:lnTo>
                    <a:pt x="342357" y="269056"/>
                  </a:lnTo>
                  <a:close/>
                  <a:moveTo>
                    <a:pt x="371631" y="278305"/>
                  </a:moveTo>
                  <a:lnTo>
                    <a:pt x="419868" y="230619"/>
                  </a:lnTo>
                  <a:lnTo>
                    <a:pt x="342357" y="269056"/>
                  </a:lnTo>
                  <a:close/>
                  <a:moveTo>
                    <a:pt x="431463" y="223352"/>
                  </a:moveTo>
                  <a:lnTo>
                    <a:pt x="342357" y="269056"/>
                  </a:lnTo>
                  <a:lnTo>
                    <a:pt x="419868" y="230619"/>
                  </a:lnTo>
                  <a:close/>
                  <a:moveTo>
                    <a:pt x="431463" y="223352"/>
                  </a:moveTo>
                  <a:lnTo>
                    <a:pt x="376228" y="232037"/>
                  </a:lnTo>
                  <a:lnTo>
                    <a:pt x="342357" y="269056"/>
                  </a:lnTo>
                  <a:close/>
                  <a:moveTo>
                    <a:pt x="1903963" y="2024809"/>
                  </a:moveTo>
                  <a:lnTo>
                    <a:pt x="2004768" y="2003448"/>
                  </a:lnTo>
                  <a:lnTo>
                    <a:pt x="1958249" y="1941174"/>
                  </a:lnTo>
                  <a:close/>
                  <a:moveTo>
                    <a:pt x="1903963" y="2024809"/>
                  </a:moveTo>
                  <a:lnTo>
                    <a:pt x="1958249" y="1941174"/>
                  </a:lnTo>
                  <a:lnTo>
                    <a:pt x="1883943" y="1940992"/>
                  </a:lnTo>
                  <a:close/>
                  <a:moveTo>
                    <a:pt x="2004768" y="2003448"/>
                  </a:moveTo>
                  <a:lnTo>
                    <a:pt x="2013184" y="2020733"/>
                  </a:lnTo>
                  <a:lnTo>
                    <a:pt x="2095111" y="2048385"/>
                  </a:lnTo>
                  <a:close/>
                  <a:moveTo>
                    <a:pt x="1883943" y="1940992"/>
                  </a:moveTo>
                  <a:lnTo>
                    <a:pt x="1918550" y="1882113"/>
                  </a:lnTo>
                  <a:lnTo>
                    <a:pt x="1847161" y="1893858"/>
                  </a:lnTo>
                  <a:close/>
                  <a:moveTo>
                    <a:pt x="1883943" y="1940992"/>
                  </a:moveTo>
                  <a:lnTo>
                    <a:pt x="1958249" y="1941174"/>
                  </a:lnTo>
                  <a:lnTo>
                    <a:pt x="1918550" y="1882113"/>
                  </a:lnTo>
                  <a:close/>
                  <a:moveTo>
                    <a:pt x="1416778" y="1463846"/>
                  </a:moveTo>
                  <a:lnTo>
                    <a:pt x="1438025" y="1478799"/>
                  </a:lnTo>
                  <a:lnTo>
                    <a:pt x="1438611" y="1460117"/>
                  </a:lnTo>
                  <a:close/>
                  <a:moveTo>
                    <a:pt x="1365413" y="1381630"/>
                  </a:moveTo>
                  <a:lnTo>
                    <a:pt x="1438611" y="1460117"/>
                  </a:lnTo>
                  <a:lnTo>
                    <a:pt x="1427888" y="1368742"/>
                  </a:lnTo>
                  <a:close/>
                  <a:moveTo>
                    <a:pt x="1365413" y="1381630"/>
                  </a:moveTo>
                  <a:lnTo>
                    <a:pt x="1416778" y="1463846"/>
                  </a:lnTo>
                  <a:lnTo>
                    <a:pt x="1438611" y="1460117"/>
                  </a:lnTo>
                  <a:close/>
                  <a:moveTo>
                    <a:pt x="1530875" y="1445701"/>
                  </a:moveTo>
                  <a:lnTo>
                    <a:pt x="1438611" y="1460117"/>
                  </a:lnTo>
                  <a:lnTo>
                    <a:pt x="1438025" y="1478799"/>
                  </a:lnTo>
                  <a:close/>
                  <a:moveTo>
                    <a:pt x="1540193" y="1366930"/>
                  </a:moveTo>
                  <a:lnTo>
                    <a:pt x="1514429" y="1343194"/>
                  </a:lnTo>
                  <a:lnTo>
                    <a:pt x="1530875" y="1445701"/>
                  </a:lnTo>
                  <a:close/>
                  <a:moveTo>
                    <a:pt x="1530875" y="1445701"/>
                  </a:moveTo>
                  <a:lnTo>
                    <a:pt x="1514429" y="1343194"/>
                  </a:lnTo>
                  <a:lnTo>
                    <a:pt x="1427888" y="1368742"/>
                  </a:lnTo>
                  <a:close/>
                  <a:moveTo>
                    <a:pt x="1530875" y="1445701"/>
                  </a:moveTo>
                  <a:lnTo>
                    <a:pt x="1427888" y="1368742"/>
                  </a:lnTo>
                  <a:lnTo>
                    <a:pt x="1438611" y="1460117"/>
                  </a:lnTo>
                  <a:close/>
                  <a:moveTo>
                    <a:pt x="1334351" y="1284103"/>
                  </a:moveTo>
                  <a:lnTo>
                    <a:pt x="1328862" y="1349315"/>
                  </a:lnTo>
                  <a:lnTo>
                    <a:pt x="1419453" y="1260979"/>
                  </a:lnTo>
                  <a:close/>
                  <a:moveTo>
                    <a:pt x="1328862" y="1349315"/>
                  </a:moveTo>
                  <a:lnTo>
                    <a:pt x="1365413" y="1381630"/>
                  </a:lnTo>
                  <a:lnTo>
                    <a:pt x="1419453" y="1260979"/>
                  </a:lnTo>
                  <a:close/>
                  <a:moveTo>
                    <a:pt x="1419453" y="1260979"/>
                  </a:moveTo>
                  <a:lnTo>
                    <a:pt x="1365413" y="1381630"/>
                  </a:lnTo>
                  <a:lnTo>
                    <a:pt x="1441320" y="1275919"/>
                  </a:lnTo>
                  <a:close/>
                  <a:moveTo>
                    <a:pt x="1441320" y="1275919"/>
                  </a:moveTo>
                  <a:lnTo>
                    <a:pt x="1365413" y="1381630"/>
                  </a:lnTo>
                  <a:lnTo>
                    <a:pt x="1427888" y="1368742"/>
                  </a:lnTo>
                  <a:close/>
                  <a:moveTo>
                    <a:pt x="1427888" y="1368742"/>
                  </a:moveTo>
                  <a:lnTo>
                    <a:pt x="1514429" y="1343194"/>
                  </a:lnTo>
                  <a:lnTo>
                    <a:pt x="1441320" y="1275919"/>
                  </a:lnTo>
                  <a:close/>
                  <a:moveTo>
                    <a:pt x="1300900" y="1217201"/>
                  </a:moveTo>
                  <a:lnTo>
                    <a:pt x="1419453" y="1260979"/>
                  </a:lnTo>
                  <a:lnTo>
                    <a:pt x="1391695" y="1178764"/>
                  </a:lnTo>
                  <a:close/>
                  <a:moveTo>
                    <a:pt x="445046" y="221157"/>
                  </a:moveTo>
                  <a:lnTo>
                    <a:pt x="419868" y="230619"/>
                  </a:lnTo>
                  <a:lnTo>
                    <a:pt x="485273" y="209335"/>
                  </a:lnTo>
                  <a:close/>
                  <a:moveTo>
                    <a:pt x="502912" y="230619"/>
                  </a:moveTo>
                  <a:lnTo>
                    <a:pt x="445046" y="221157"/>
                  </a:lnTo>
                  <a:lnTo>
                    <a:pt x="508176" y="231511"/>
                  </a:lnTo>
                  <a:close/>
                  <a:moveTo>
                    <a:pt x="508176" y="231511"/>
                  </a:moveTo>
                  <a:lnTo>
                    <a:pt x="445046" y="221157"/>
                  </a:lnTo>
                  <a:lnTo>
                    <a:pt x="485273" y="209335"/>
                  </a:lnTo>
                  <a:close/>
                  <a:moveTo>
                    <a:pt x="508176" y="231511"/>
                  </a:moveTo>
                  <a:lnTo>
                    <a:pt x="485273" y="209335"/>
                  </a:lnTo>
                  <a:lnTo>
                    <a:pt x="569311" y="244883"/>
                  </a:lnTo>
                  <a:close/>
                  <a:moveTo>
                    <a:pt x="629816" y="192440"/>
                  </a:moveTo>
                  <a:lnTo>
                    <a:pt x="508176" y="231511"/>
                  </a:lnTo>
                  <a:lnTo>
                    <a:pt x="569311" y="244883"/>
                  </a:lnTo>
                  <a:close/>
                  <a:moveTo>
                    <a:pt x="431463" y="223352"/>
                  </a:moveTo>
                  <a:lnTo>
                    <a:pt x="419868" y="230619"/>
                  </a:lnTo>
                  <a:lnTo>
                    <a:pt x="445046" y="221157"/>
                  </a:lnTo>
                  <a:close/>
                  <a:moveTo>
                    <a:pt x="445046" y="221157"/>
                  </a:moveTo>
                  <a:lnTo>
                    <a:pt x="502912" y="230619"/>
                  </a:lnTo>
                  <a:lnTo>
                    <a:pt x="431463" y="223352"/>
                  </a:lnTo>
                  <a:close/>
                  <a:moveTo>
                    <a:pt x="2041844" y="2073398"/>
                  </a:moveTo>
                  <a:lnTo>
                    <a:pt x="2095111" y="2048385"/>
                  </a:lnTo>
                  <a:lnTo>
                    <a:pt x="2013184" y="2020733"/>
                  </a:lnTo>
                  <a:close/>
                  <a:moveTo>
                    <a:pt x="1514429" y="1343194"/>
                  </a:moveTo>
                  <a:lnTo>
                    <a:pt x="1540193" y="1366930"/>
                  </a:lnTo>
                  <a:lnTo>
                    <a:pt x="1547501" y="1332092"/>
                  </a:lnTo>
                  <a:close/>
                  <a:moveTo>
                    <a:pt x="1446454" y="1253557"/>
                  </a:moveTo>
                  <a:lnTo>
                    <a:pt x="1441320" y="1275919"/>
                  </a:lnTo>
                  <a:lnTo>
                    <a:pt x="1529470" y="1222543"/>
                  </a:lnTo>
                  <a:close/>
                  <a:moveTo>
                    <a:pt x="1441320" y="1275919"/>
                  </a:moveTo>
                  <a:lnTo>
                    <a:pt x="1514429" y="1343194"/>
                  </a:lnTo>
                  <a:lnTo>
                    <a:pt x="1529470" y="1222543"/>
                  </a:lnTo>
                  <a:close/>
                  <a:moveTo>
                    <a:pt x="1529470" y="1222543"/>
                  </a:moveTo>
                  <a:lnTo>
                    <a:pt x="1514429" y="1343194"/>
                  </a:lnTo>
                  <a:lnTo>
                    <a:pt x="1568244" y="1256606"/>
                  </a:lnTo>
                  <a:close/>
                  <a:moveTo>
                    <a:pt x="1568244" y="1256606"/>
                  </a:moveTo>
                  <a:lnTo>
                    <a:pt x="1514429" y="1343194"/>
                  </a:lnTo>
                  <a:lnTo>
                    <a:pt x="1547501" y="1332092"/>
                  </a:lnTo>
                  <a:close/>
                  <a:moveTo>
                    <a:pt x="1641050" y="1316630"/>
                  </a:moveTo>
                  <a:lnTo>
                    <a:pt x="1547501" y="1332092"/>
                  </a:lnTo>
                  <a:lnTo>
                    <a:pt x="1540193" y="1366930"/>
                  </a:lnTo>
                  <a:close/>
                  <a:moveTo>
                    <a:pt x="1547501" y="1332092"/>
                  </a:moveTo>
                  <a:lnTo>
                    <a:pt x="1641050" y="1316630"/>
                  </a:lnTo>
                  <a:lnTo>
                    <a:pt x="1568244" y="1256606"/>
                  </a:lnTo>
                  <a:close/>
                  <a:moveTo>
                    <a:pt x="1419453" y="1260979"/>
                  </a:moveTo>
                  <a:lnTo>
                    <a:pt x="1441320" y="1275919"/>
                  </a:lnTo>
                  <a:lnTo>
                    <a:pt x="1446454" y="1253557"/>
                  </a:lnTo>
                  <a:close/>
                  <a:moveTo>
                    <a:pt x="684875" y="183097"/>
                  </a:moveTo>
                  <a:lnTo>
                    <a:pt x="629816" y="192440"/>
                  </a:lnTo>
                  <a:lnTo>
                    <a:pt x="569311" y="244883"/>
                  </a:lnTo>
                  <a:close/>
                  <a:moveTo>
                    <a:pt x="731603" y="169968"/>
                  </a:moveTo>
                  <a:lnTo>
                    <a:pt x="631143" y="192183"/>
                  </a:lnTo>
                  <a:lnTo>
                    <a:pt x="754903" y="166260"/>
                  </a:lnTo>
                  <a:close/>
                  <a:moveTo>
                    <a:pt x="754903" y="166260"/>
                  </a:moveTo>
                  <a:lnTo>
                    <a:pt x="631143" y="192183"/>
                  </a:lnTo>
                  <a:lnTo>
                    <a:pt x="629816" y="192440"/>
                  </a:lnTo>
                  <a:close/>
                  <a:moveTo>
                    <a:pt x="754903" y="166260"/>
                  </a:moveTo>
                  <a:lnTo>
                    <a:pt x="629816" y="192440"/>
                  </a:lnTo>
                  <a:lnTo>
                    <a:pt x="684875" y="183097"/>
                  </a:lnTo>
                  <a:close/>
                  <a:moveTo>
                    <a:pt x="1691281" y="1304758"/>
                  </a:moveTo>
                  <a:lnTo>
                    <a:pt x="1716750" y="1266321"/>
                  </a:lnTo>
                  <a:lnTo>
                    <a:pt x="1648485" y="1277956"/>
                  </a:lnTo>
                  <a:close/>
                  <a:moveTo>
                    <a:pt x="1716750" y="1266321"/>
                  </a:moveTo>
                  <a:lnTo>
                    <a:pt x="1696258" y="1241370"/>
                  </a:lnTo>
                  <a:lnTo>
                    <a:pt x="1648485" y="1277956"/>
                  </a:lnTo>
                  <a:close/>
                  <a:moveTo>
                    <a:pt x="1648485" y="1277956"/>
                  </a:moveTo>
                  <a:lnTo>
                    <a:pt x="1696258" y="1241370"/>
                  </a:lnTo>
                  <a:lnTo>
                    <a:pt x="1568244" y="1256606"/>
                  </a:lnTo>
                  <a:close/>
                  <a:moveTo>
                    <a:pt x="1584942" y="1201561"/>
                  </a:moveTo>
                  <a:lnTo>
                    <a:pt x="1666015" y="1128296"/>
                  </a:lnTo>
                  <a:lnTo>
                    <a:pt x="1651170" y="1108219"/>
                  </a:lnTo>
                  <a:close/>
                  <a:moveTo>
                    <a:pt x="1522023" y="952437"/>
                  </a:moveTo>
                  <a:lnTo>
                    <a:pt x="1443222" y="975897"/>
                  </a:lnTo>
                  <a:lnTo>
                    <a:pt x="1554199" y="988891"/>
                  </a:lnTo>
                  <a:close/>
                  <a:moveTo>
                    <a:pt x="1554199" y="988891"/>
                  </a:moveTo>
                  <a:lnTo>
                    <a:pt x="1443222" y="975897"/>
                  </a:lnTo>
                  <a:lnTo>
                    <a:pt x="1426350" y="1004745"/>
                  </a:lnTo>
                  <a:close/>
                  <a:moveTo>
                    <a:pt x="1554199" y="988891"/>
                  </a:moveTo>
                  <a:lnTo>
                    <a:pt x="1426350" y="1004745"/>
                  </a:lnTo>
                  <a:lnTo>
                    <a:pt x="1481724" y="996578"/>
                  </a:lnTo>
                  <a:close/>
                  <a:moveTo>
                    <a:pt x="999184" y="522272"/>
                  </a:moveTo>
                  <a:lnTo>
                    <a:pt x="1046757" y="535398"/>
                  </a:lnTo>
                  <a:lnTo>
                    <a:pt x="1027626" y="482607"/>
                  </a:lnTo>
                  <a:close/>
                  <a:moveTo>
                    <a:pt x="1027626" y="482607"/>
                  </a:moveTo>
                  <a:lnTo>
                    <a:pt x="1069062" y="526386"/>
                  </a:lnTo>
                  <a:lnTo>
                    <a:pt x="1094028" y="444170"/>
                  </a:lnTo>
                  <a:close/>
                  <a:moveTo>
                    <a:pt x="1101239" y="409980"/>
                  </a:moveTo>
                  <a:lnTo>
                    <a:pt x="1027626" y="482607"/>
                  </a:lnTo>
                  <a:lnTo>
                    <a:pt x="1094028" y="444170"/>
                  </a:lnTo>
                  <a:close/>
                  <a:moveTo>
                    <a:pt x="835427" y="115310"/>
                  </a:moveTo>
                  <a:lnTo>
                    <a:pt x="828340" y="151914"/>
                  </a:lnTo>
                  <a:lnTo>
                    <a:pt x="819053" y="190906"/>
                  </a:lnTo>
                  <a:close/>
                  <a:moveTo>
                    <a:pt x="819053" y="190906"/>
                  </a:moveTo>
                  <a:lnTo>
                    <a:pt x="828340" y="151914"/>
                  </a:lnTo>
                  <a:lnTo>
                    <a:pt x="827553" y="159230"/>
                  </a:lnTo>
                  <a:close/>
                  <a:moveTo>
                    <a:pt x="819053" y="190906"/>
                  </a:moveTo>
                  <a:lnTo>
                    <a:pt x="827553" y="159230"/>
                  </a:lnTo>
                  <a:lnTo>
                    <a:pt x="754903" y="166260"/>
                  </a:lnTo>
                  <a:close/>
                  <a:moveTo>
                    <a:pt x="863301" y="77684"/>
                  </a:moveTo>
                  <a:lnTo>
                    <a:pt x="828340" y="151914"/>
                  </a:lnTo>
                  <a:lnTo>
                    <a:pt x="835427" y="115310"/>
                  </a:lnTo>
                  <a:close/>
                  <a:moveTo>
                    <a:pt x="1765584" y="1175886"/>
                  </a:moveTo>
                  <a:lnTo>
                    <a:pt x="1696242" y="1171668"/>
                  </a:lnTo>
                  <a:lnTo>
                    <a:pt x="1806777" y="1242488"/>
                  </a:lnTo>
                  <a:close/>
                  <a:moveTo>
                    <a:pt x="1696242" y="1171668"/>
                  </a:moveTo>
                  <a:lnTo>
                    <a:pt x="1747228" y="1153281"/>
                  </a:lnTo>
                  <a:lnTo>
                    <a:pt x="1666015" y="1128296"/>
                  </a:lnTo>
                  <a:close/>
                  <a:moveTo>
                    <a:pt x="1696242" y="1171668"/>
                  </a:moveTo>
                  <a:lnTo>
                    <a:pt x="1765584" y="1175886"/>
                  </a:lnTo>
                  <a:lnTo>
                    <a:pt x="1747228" y="1153281"/>
                  </a:lnTo>
                  <a:close/>
                  <a:moveTo>
                    <a:pt x="908105" y="29998"/>
                  </a:moveTo>
                  <a:lnTo>
                    <a:pt x="863301" y="77684"/>
                  </a:lnTo>
                  <a:lnTo>
                    <a:pt x="835427" y="115310"/>
                  </a:lnTo>
                  <a:close/>
                  <a:moveTo>
                    <a:pt x="1303788" y="179557"/>
                  </a:moveTo>
                  <a:lnTo>
                    <a:pt x="1284601" y="123442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284601" y="123442"/>
                  </a:lnTo>
                  <a:lnTo>
                    <a:pt x="1303788" y="179557"/>
                  </a:lnTo>
                  <a:close/>
                  <a:moveTo>
                    <a:pt x="1284601" y="123442"/>
                  </a:moveTo>
                  <a:lnTo>
                    <a:pt x="1276106" y="120653"/>
                  </a:lnTo>
                  <a:lnTo>
                    <a:pt x="1286275" y="114080"/>
                  </a:lnTo>
                  <a:close/>
                  <a:moveTo>
                    <a:pt x="1626739" y="411076"/>
                  </a:moveTo>
                  <a:lnTo>
                    <a:pt x="1617126" y="435250"/>
                  </a:lnTo>
                  <a:lnTo>
                    <a:pt x="1581474" y="445262"/>
                  </a:lnTo>
                  <a:close/>
                  <a:moveTo>
                    <a:pt x="1626739" y="411076"/>
                  </a:moveTo>
                  <a:lnTo>
                    <a:pt x="1596600" y="438360"/>
                  </a:lnTo>
                  <a:lnTo>
                    <a:pt x="1617126" y="435250"/>
                  </a:lnTo>
                  <a:close/>
                  <a:moveTo>
                    <a:pt x="1619490" y="328861"/>
                  </a:moveTo>
                  <a:lnTo>
                    <a:pt x="1520480" y="367298"/>
                  </a:lnTo>
                  <a:lnTo>
                    <a:pt x="1626739" y="411076"/>
                  </a:lnTo>
                  <a:close/>
                  <a:moveTo>
                    <a:pt x="1310351" y="204093"/>
                  </a:moveTo>
                  <a:lnTo>
                    <a:pt x="1331726" y="164431"/>
                  </a:lnTo>
                  <a:lnTo>
                    <a:pt x="1312809" y="200602"/>
                  </a:lnTo>
                  <a:close/>
                  <a:moveTo>
                    <a:pt x="1310917" y="202867"/>
                  </a:moveTo>
                  <a:lnTo>
                    <a:pt x="1310351" y="204093"/>
                  </a:lnTo>
                  <a:lnTo>
                    <a:pt x="1312809" y="200602"/>
                  </a:lnTo>
                  <a:close/>
                  <a:moveTo>
                    <a:pt x="1312809" y="200602"/>
                  </a:moveTo>
                  <a:lnTo>
                    <a:pt x="1343688" y="113535"/>
                  </a:lnTo>
                  <a:lnTo>
                    <a:pt x="1310917" y="202867"/>
                  </a:lnTo>
                  <a:close/>
                  <a:moveTo>
                    <a:pt x="1297702" y="112791"/>
                  </a:moveTo>
                  <a:lnTo>
                    <a:pt x="1303788" y="179557"/>
                  </a:lnTo>
                  <a:lnTo>
                    <a:pt x="1310917" y="202867"/>
                  </a:lnTo>
                  <a:close/>
                  <a:moveTo>
                    <a:pt x="1342221" y="82215"/>
                  </a:moveTo>
                  <a:lnTo>
                    <a:pt x="1297702" y="112791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303788" y="179557"/>
                  </a:lnTo>
                  <a:lnTo>
                    <a:pt x="1297702" y="112791"/>
                  </a:lnTo>
                  <a:close/>
                  <a:moveTo>
                    <a:pt x="1343688" y="113535"/>
                  </a:moveTo>
                  <a:lnTo>
                    <a:pt x="1312809" y="200602"/>
                  </a:lnTo>
                  <a:lnTo>
                    <a:pt x="1331726" y="164431"/>
                  </a:lnTo>
                  <a:close/>
                  <a:moveTo>
                    <a:pt x="1286275" y="114080"/>
                  </a:moveTo>
                  <a:lnTo>
                    <a:pt x="1276106" y="120653"/>
                  </a:lnTo>
                  <a:lnTo>
                    <a:pt x="1297702" y="112791"/>
                  </a:lnTo>
                  <a:close/>
                  <a:moveTo>
                    <a:pt x="1295916" y="38437"/>
                  </a:moveTo>
                  <a:lnTo>
                    <a:pt x="1342221" y="82215"/>
                  </a:lnTo>
                  <a:lnTo>
                    <a:pt x="1325385" y="0"/>
                  </a:lnTo>
                  <a:close/>
                  <a:moveTo>
                    <a:pt x="1626739" y="411076"/>
                  </a:moveTo>
                  <a:lnTo>
                    <a:pt x="1645223" y="372639"/>
                  </a:lnTo>
                  <a:lnTo>
                    <a:pt x="1619490" y="328861"/>
                  </a:lnTo>
                  <a:close/>
                  <a:moveTo>
                    <a:pt x="1679964" y="256182"/>
                  </a:moveTo>
                  <a:lnTo>
                    <a:pt x="1645748" y="311889"/>
                  </a:lnTo>
                  <a:lnTo>
                    <a:pt x="1657144" y="208209"/>
                  </a:lnTo>
                  <a:close/>
                  <a:moveTo>
                    <a:pt x="1385347" y="43779"/>
                  </a:moveTo>
                  <a:lnTo>
                    <a:pt x="1325385" y="0"/>
                  </a:lnTo>
                  <a:lnTo>
                    <a:pt x="1342221" y="82215"/>
                  </a:lnTo>
                  <a:close/>
                  <a:moveTo>
                    <a:pt x="1792185" y="251988"/>
                  </a:moveTo>
                  <a:lnTo>
                    <a:pt x="1793365" y="249766"/>
                  </a:lnTo>
                  <a:lnTo>
                    <a:pt x="1657144" y="208209"/>
                  </a:lnTo>
                  <a:close/>
                  <a:moveTo>
                    <a:pt x="1677423" y="290424"/>
                  </a:moveTo>
                  <a:lnTo>
                    <a:pt x="1792185" y="251988"/>
                  </a:lnTo>
                  <a:lnTo>
                    <a:pt x="1657144" y="20820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86" name="Candidate_density__2085">
              <a:extLst>
                <a:ext uri="{FF2B5EF4-FFF2-40B4-BE49-F238E27FC236}">
                  <a16:creationId xmlns:a16="http://schemas.microsoft.com/office/drawing/2014/main" id="{8AFEB768-FA2A-1F0D-7B06-0323B6077A2F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74817"/>
              <a:ext cx="2013184" cy="3076094"/>
            </a:xfrm>
            <a:custGeom>
              <a:avLst/>
              <a:gdLst/>
              <a:ahLst/>
              <a:cxnLst/>
              <a:rect l="0" t="0" r="0" b="0"/>
              <a:pathLst>
                <a:path w="2013184" h="3076094">
                  <a:moveTo>
                    <a:pt x="512176" y="2991317"/>
                  </a:moveTo>
                  <a:lnTo>
                    <a:pt x="511756" y="3004090"/>
                  </a:lnTo>
                  <a:lnTo>
                    <a:pt x="577188" y="2955443"/>
                  </a:lnTo>
                  <a:close/>
                  <a:moveTo>
                    <a:pt x="577188" y="2955443"/>
                  </a:moveTo>
                  <a:lnTo>
                    <a:pt x="511756" y="3004090"/>
                  </a:lnTo>
                  <a:lnTo>
                    <a:pt x="551293" y="3076094"/>
                  </a:lnTo>
                  <a:close/>
                  <a:moveTo>
                    <a:pt x="506503" y="2993879"/>
                  </a:moveTo>
                  <a:lnTo>
                    <a:pt x="511756" y="3004090"/>
                  </a:lnTo>
                  <a:lnTo>
                    <a:pt x="512176" y="2991317"/>
                  </a:lnTo>
                  <a:close/>
                  <a:moveTo>
                    <a:pt x="490611" y="2911664"/>
                  </a:moveTo>
                  <a:lnTo>
                    <a:pt x="512176" y="2991317"/>
                  </a:lnTo>
                  <a:lnTo>
                    <a:pt x="577188" y="2955443"/>
                  </a:lnTo>
                  <a:close/>
                  <a:moveTo>
                    <a:pt x="490611" y="2911664"/>
                  </a:moveTo>
                  <a:lnTo>
                    <a:pt x="577188" y="2955443"/>
                  </a:lnTo>
                  <a:lnTo>
                    <a:pt x="554494" y="2873228"/>
                  </a:lnTo>
                  <a:close/>
                  <a:moveTo>
                    <a:pt x="577188" y="2955443"/>
                  </a:moveTo>
                  <a:lnTo>
                    <a:pt x="678029" y="3017166"/>
                  </a:lnTo>
                  <a:lnTo>
                    <a:pt x="677297" y="2917669"/>
                  </a:lnTo>
                  <a:close/>
                  <a:moveTo>
                    <a:pt x="679882" y="2917006"/>
                  </a:moveTo>
                  <a:lnTo>
                    <a:pt x="677297" y="2917669"/>
                  </a:lnTo>
                  <a:lnTo>
                    <a:pt x="678029" y="3017166"/>
                  </a:lnTo>
                  <a:close/>
                  <a:moveTo>
                    <a:pt x="646184" y="2834791"/>
                  </a:moveTo>
                  <a:lnTo>
                    <a:pt x="677297" y="2917669"/>
                  </a:lnTo>
                  <a:lnTo>
                    <a:pt x="676458" y="2910820"/>
                  </a:lnTo>
                  <a:close/>
                  <a:moveTo>
                    <a:pt x="577188" y="2955443"/>
                  </a:moveTo>
                  <a:lnTo>
                    <a:pt x="677297" y="2917669"/>
                  </a:lnTo>
                  <a:lnTo>
                    <a:pt x="646184" y="2834791"/>
                  </a:lnTo>
                  <a:close/>
                  <a:moveTo>
                    <a:pt x="554494" y="2873228"/>
                  </a:moveTo>
                  <a:lnTo>
                    <a:pt x="577188" y="2955443"/>
                  </a:lnTo>
                  <a:lnTo>
                    <a:pt x="646184" y="2834791"/>
                  </a:lnTo>
                  <a:close/>
                  <a:moveTo>
                    <a:pt x="677297" y="2917669"/>
                  </a:moveTo>
                  <a:lnTo>
                    <a:pt x="679882" y="2917006"/>
                  </a:lnTo>
                  <a:lnTo>
                    <a:pt x="676458" y="2910820"/>
                  </a:lnTo>
                  <a:close/>
                  <a:moveTo>
                    <a:pt x="538287" y="2791013"/>
                  </a:moveTo>
                  <a:lnTo>
                    <a:pt x="554494" y="2873228"/>
                  </a:lnTo>
                  <a:lnTo>
                    <a:pt x="646184" y="2834791"/>
                  </a:lnTo>
                  <a:close/>
                  <a:moveTo>
                    <a:pt x="538287" y="2791013"/>
                  </a:moveTo>
                  <a:lnTo>
                    <a:pt x="646184" y="2834791"/>
                  </a:lnTo>
                  <a:lnTo>
                    <a:pt x="605578" y="2752576"/>
                  </a:lnTo>
                  <a:close/>
                  <a:moveTo>
                    <a:pt x="519465" y="2588146"/>
                  </a:moveTo>
                  <a:lnTo>
                    <a:pt x="498024" y="2708798"/>
                  </a:lnTo>
                  <a:lnTo>
                    <a:pt x="553484" y="2670361"/>
                  </a:lnTo>
                  <a:close/>
                  <a:moveTo>
                    <a:pt x="797780" y="2878570"/>
                  </a:moveTo>
                  <a:lnTo>
                    <a:pt x="793423" y="2854273"/>
                  </a:lnTo>
                  <a:lnTo>
                    <a:pt x="679882" y="2917006"/>
                  </a:lnTo>
                  <a:close/>
                  <a:moveTo>
                    <a:pt x="679882" y="2917006"/>
                  </a:moveTo>
                  <a:lnTo>
                    <a:pt x="793423" y="2854273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93423" y="2854273"/>
                  </a:lnTo>
                  <a:lnTo>
                    <a:pt x="775427" y="2798391"/>
                  </a:lnTo>
                  <a:close/>
                  <a:moveTo>
                    <a:pt x="679882" y="2917006"/>
                  </a:moveTo>
                  <a:lnTo>
                    <a:pt x="665108" y="2827487"/>
                  </a:lnTo>
                  <a:lnTo>
                    <a:pt x="676458" y="2910820"/>
                  </a:lnTo>
                  <a:close/>
                  <a:moveTo>
                    <a:pt x="646184" y="2834791"/>
                  </a:moveTo>
                  <a:lnTo>
                    <a:pt x="676458" y="2910820"/>
                  </a:lnTo>
                  <a:lnTo>
                    <a:pt x="665108" y="2827487"/>
                  </a:lnTo>
                  <a:close/>
                  <a:moveTo>
                    <a:pt x="605578" y="2752576"/>
                  </a:moveTo>
                  <a:lnTo>
                    <a:pt x="665108" y="2827487"/>
                  </a:lnTo>
                  <a:lnTo>
                    <a:pt x="654993" y="2735617"/>
                  </a:lnTo>
                  <a:close/>
                  <a:moveTo>
                    <a:pt x="605578" y="2752576"/>
                  </a:moveTo>
                  <a:lnTo>
                    <a:pt x="646184" y="2834791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75427" y="2798391"/>
                  </a:lnTo>
                  <a:lnTo>
                    <a:pt x="739933" y="2727156"/>
                  </a:lnTo>
                  <a:close/>
                  <a:moveTo>
                    <a:pt x="665108" y="2827487"/>
                  </a:moveTo>
                  <a:lnTo>
                    <a:pt x="739933" y="2727156"/>
                  </a:lnTo>
                  <a:lnTo>
                    <a:pt x="654993" y="2735617"/>
                  </a:lnTo>
                  <a:close/>
                  <a:moveTo>
                    <a:pt x="775427" y="2798391"/>
                  </a:moveTo>
                  <a:lnTo>
                    <a:pt x="793423" y="2854273"/>
                  </a:lnTo>
                  <a:lnTo>
                    <a:pt x="784005" y="2796355"/>
                  </a:lnTo>
                  <a:close/>
                  <a:moveTo>
                    <a:pt x="553484" y="2670361"/>
                  </a:moveTo>
                  <a:lnTo>
                    <a:pt x="654993" y="2735617"/>
                  </a:lnTo>
                  <a:lnTo>
                    <a:pt x="640069" y="2647658"/>
                  </a:lnTo>
                  <a:close/>
                  <a:moveTo>
                    <a:pt x="553484" y="2670361"/>
                  </a:moveTo>
                  <a:lnTo>
                    <a:pt x="605578" y="2752576"/>
                  </a:lnTo>
                  <a:lnTo>
                    <a:pt x="654993" y="2735617"/>
                  </a:lnTo>
                  <a:close/>
                  <a:moveTo>
                    <a:pt x="519465" y="2588146"/>
                  </a:moveTo>
                  <a:lnTo>
                    <a:pt x="640069" y="2647658"/>
                  </a:lnTo>
                  <a:lnTo>
                    <a:pt x="617877" y="2565608"/>
                  </a:lnTo>
                  <a:close/>
                  <a:moveTo>
                    <a:pt x="519465" y="2588146"/>
                  </a:moveTo>
                  <a:lnTo>
                    <a:pt x="553484" y="2670361"/>
                  </a:lnTo>
                  <a:lnTo>
                    <a:pt x="640069" y="2647658"/>
                  </a:lnTo>
                  <a:close/>
                  <a:moveTo>
                    <a:pt x="801257" y="2877484"/>
                  </a:moveTo>
                  <a:lnTo>
                    <a:pt x="784005" y="2796355"/>
                  </a:lnTo>
                  <a:lnTo>
                    <a:pt x="793423" y="2854273"/>
                  </a:lnTo>
                  <a:close/>
                  <a:moveTo>
                    <a:pt x="884187" y="2770563"/>
                  </a:moveTo>
                  <a:lnTo>
                    <a:pt x="784005" y="2796355"/>
                  </a:lnTo>
                  <a:lnTo>
                    <a:pt x="801257" y="2877484"/>
                  </a:lnTo>
                  <a:close/>
                  <a:moveTo>
                    <a:pt x="0" y="1524692"/>
                  </a:moveTo>
                  <a:lnTo>
                    <a:pt x="87999" y="1568470"/>
                  </a:lnTo>
                  <a:lnTo>
                    <a:pt x="75313" y="1486255"/>
                  </a:lnTo>
                  <a:close/>
                  <a:moveTo>
                    <a:pt x="87496" y="1456470"/>
                  </a:moveTo>
                  <a:lnTo>
                    <a:pt x="0" y="1524692"/>
                  </a:lnTo>
                  <a:lnTo>
                    <a:pt x="75313" y="1486255"/>
                  </a:lnTo>
                  <a:close/>
                  <a:moveTo>
                    <a:pt x="1050096" y="2637266"/>
                  </a:moveTo>
                  <a:lnTo>
                    <a:pt x="1093632" y="2710328"/>
                  </a:lnTo>
                  <a:lnTo>
                    <a:pt x="1117368" y="2602083"/>
                  </a:lnTo>
                  <a:close/>
                  <a:moveTo>
                    <a:pt x="1032173" y="2555051"/>
                  </a:moveTo>
                  <a:lnTo>
                    <a:pt x="1117368" y="2602083"/>
                  </a:lnTo>
                  <a:lnTo>
                    <a:pt x="1066028" y="2543730"/>
                  </a:lnTo>
                  <a:close/>
                  <a:moveTo>
                    <a:pt x="1032173" y="2555051"/>
                  </a:moveTo>
                  <a:lnTo>
                    <a:pt x="1050096" y="2637266"/>
                  </a:lnTo>
                  <a:lnTo>
                    <a:pt x="1117368" y="2602083"/>
                  </a:lnTo>
                  <a:close/>
                  <a:moveTo>
                    <a:pt x="75313" y="1486255"/>
                  </a:moveTo>
                  <a:lnTo>
                    <a:pt x="156500" y="1499262"/>
                  </a:lnTo>
                  <a:lnTo>
                    <a:pt x="110506" y="1474025"/>
                  </a:lnTo>
                  <a:close/>
                  <a:moveTo>
                    <a:pt x="87496" y="1456470"/>
                  </a:moveTo>
                  <a:lnTo>
                    <a:pt x="75313" y="1486255"/>
                  </a:lnTo>
                  <a:lnTo>
                    <a:pt x="110506" y="1474025"/>
                  </a:lnTo>
                  <a:close/>
                  <a:moveTo>
                    <a:pt x="110506" y="1474025"/>
                  </a:moveTo>
                  <a:lnTo>
                    <a:pt x="150799" y="1414493"/>
                  </a:lnTo>
                  <a:lnTo>
                    <a:pt x="87496" y="1456470"/>
                  </a:lnTo>
                  <a:close/>
                  <a:moveTo>
                    <a:pt x="110506" y="1474025"/>
                  </a:moveTo>
                  <a:lnTo>
                    <a:pt x="205659" y="1457259"/>
                  </a:lnTo>
                  <a:lnTo>
                    <a:pt x="150799" y="1414493"/>
                  </a:lnTo>
                  <a:close/>
                  <a:moveTo>
                    <a:pt x="205659" y="1457259"/>
                  </a:moveTo>
                  <a:lnTo>
                    <a:pt x="110506" y="1474025"/>
                  </a:lnTo>
                  <a:lnTo>
                    <a:pt x="230178" y="1496072"/>
                  </a:lnTo>
                  <a:close/>
                  <a:moveTo>
                    <a:pt x="110506" y="1474025"/>
                  </a:moveTo>
                  <a:lnTo>
                    <a:pt x="156500" y="1499262"/>
                  </a:lnTo>
                  <a:lnTo>
                    <a:pt x="230178" y="1496072"/>
                  </a:lnTo>
                  <a:close/>
                  <a:moveTo>
                    <a:pt x="286497" y="1452132"/>
                  </a:moveTo>
                  <a:lnTo>
                    <a:pt x="205659" y="1457259"/>
                  </a:lnTo>
                  <a:lnTo>
                    <a:pt x="296214" y="1464314"/>
                  </a:lnTo>
                  <a:close/>
                  <a:moveTo>
                    <a:pt x="205659" y="1457259"/>
                  </a:moveTo>
                  <a:lnTo>
                    <a:pt x="230178" y="1496072"/>
                  </a:lnTo>
                  <a:lnTo>
                    <a:pt x="296214" y="1464314"/>
                  </a:lnTo>
                  <a:close/>
                  <a:moveTo>
                    <a:pt x="1125909" y="2598830"/>
                  </a:moveTo>
                  <a:lnTo>
                    <a:pt x="1254319" y="2602046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254319" y="2602046"/>
                  </a:lnTo>
                  <a:lnTo>
                    <a:pt x="1311500" y="2642608"/>
                  </a:lnTo>
                  <a:close/>
                  <a:moveTo>
                    <a:pt x="1185175" y="2558731"/>
                  </a:moveTo>
                  <a:lnTo>
                    <a:pt x="1125909" y="2598830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313568" y="2544911"/>
                  </a:lnTo>
                  <a:lnTo>
                    <a:pt x="1197863" y="2516615"/>
                  </a:lnTo>
                  <a:close/>
                  <a:moveTo>
                    <a:pt x="1197863" y="2516615"/>
                  </a:moveTo>
                  <a:lnTo>
                    <a:pt x="1313568" y="2544911"/>
                  </a:lnTo>
                  <a:lnTo>
                    <a:pt x="1269614" y="2478179"/>
                  </a:lnTo>
                  <a:close/>
                  <a:moveTo>
                    <a:pt x="1197863" y="2516615"/>
                  </a:moveTo>
                  <a:lnTo>
                    <a:pt x="1185175" y="2558731"/>
                  </a:lnTo>
                  <a:lnTo>
                    <a:pt x="1217970" y="2580888"/>
                  </a:lnTo>
                  <a:close/>
                  <a:moveTo>
                    <a:pt x="1135669" y="2231533"/>
                  </a:moveTo>
                  <a:lnTo>
                    <a:pt x="1194281" y="2275312"/>
                  </a:lnTo>
                  <a:lnTo>
                    <a:pt x="1186618" y="2193097"/>
                  </a:lnTo>
                  <a:close/>
                  <a:moveTo>
                    <a:pt x="1195805" y="2168069"/>
                  </a:moveTo>
                  <a:lnTo>
                    <a:pt x="1135669" y="2231533"/>
                  </a:lnTo>
                  <a:lnTo>
                    <a:pt x="1186618" y="2193097"/>
                  </a:lnTo>
                  <a:close/>
                  <a:moveTo>
                    <a:pt x="1186618" y="2193097"/>
                  </a:moveTo>
                  <a:lnTo>
                    <a:pt x="1268701" y="2225413"/>
                  </a:lnTo>
                  <a:lnTo>
                    <a:pt x="1234105" y="2167401"/>
                  </a:lnTo>
                  <a:close/>
                  <a:moveTo>
                    <a:pt x="1195805" y="2168069"/>
                  </a:moveTo>
                  <a:lnTo>
                    <a:pt x="1186618" y="2193097"/>
                  </a:lnTo>
                  <a:lnTo>
                    <a:pt x="1234105" y="2167401"/>
                  </a:lnTo>
                  <a:close/>
                  <a:moveTo>
                    <a:pt x="940621" y="1376288"/>
                  </a:moveTo>
                  <a:lnTo>
                    <a:pt x="878143" y="1474279"/>
                  </a:lnTo>
                  <a:lnTo>
                    <a:pt x="924170" y="1458502"/>
                  </a:lnTo>
                  <a:close/>
                  <a:moveTo>
                    <a:pt x="940621" y="1376288"/>
                  </a:moveTo>
                  <a:lnTo>
                    <a:pt x="1015363" y="1423314"/>
                  </a:lnTo>
                  <a:lnTo>
                    <a:pt x="960914" y="1367486"/>
                  </a:lnTo>
                  <a:close/>
                  <a:moveTo>
                    <a:pt x="940621" y="1376288"/>
                  </a:moveTo>
                  <a:lnTo>
                    <a:pt x="924170" y="1458502"/>
                  </a:lnTo>
                  <a:lnTo>
                    <a:pt x="1015363" y="1423314"/>
                  </a:lnTo>
                  <a:close/>
                  <a:moveTo>
                    <a:pt x="1022928" y="1420066"/>
                  </a:moveTo>
                  <a:lnTo>
                    <a:pt x="1031908" y="1337851"/>
                  </a:lnTo>
                  <a:lnTo>
                    <a:pt x="1015363" y="1423314"/>
                  </a:lnTo>
                  <a:close/>
                  <a:moveTo>
                    <a:pt x="1031908" y="1337851"/>
                  </a:moveTo>
                  <a:lnTo>
                    <a:pt x="960914" y="1367486"/>
                  </a:lnTo>
                  <a:lnTo>
                    <a:pt x="1015363" y="1423314"/>
                  </a:lnTo>
                  <a:close/>
                  <a:moveTo>
                    <a:pt x="947324" y="1365950"/>
                  </a:moveTo>
                  <a:lnTo>
                    <a:pt x="940621" y="1376288"/>
                  </a:lnTo>
                  <a:lnTo>
                    <a:pt x="960914" y="1367486"/>
                  </a:lnTo>
                  <a:close/>
                  <a:moveTo>
                    <a:pt x="1020581" y="1255636"/>
                  </a:moveTo>
                  <a:lnTo>
                    <a:pt x="960914" y="1367486"/>
                  </a:lnTo>
                  <a:lnTo>
                    <a:pt x="1031908" y="1337851"/>
                  </a:lnTo>
                  <a:close/>
                  <a:moveTo>
                    <a:pt x="1844423" y="2324433"/>
                  </a:moveTo>
                  <a:lnTo>
                    <a:pt x="1844036" y="2406648"/>
                  </a:lnTo>
                  <a:lnTo>
                    <a:pt x="1909987" y="2381843"/>
                  </a:lnTo>
                  <a:close/>
                  <a:moveTo>
                    <a:pt x="1951620" y="2368212"/>
                  </a:moveTo>
                  <a:lnTo>
                    <a:pt x="1931918" y="2285997"/>
                  </a:lnTo>
                  <a:lnTo>
                    <a:pt x="1935223" y="2336419"/>
                  </a:lnTo>
                  <a:close/>
                  <a:moveTo>
                    <a:pt x="1909987" y="2381843"/>
                  </a:moveTo>
                  <a:lnTo>
                    <a:pt x="1951620" y="2368212"/>
                  </a:lnTo>
                  <a:lnTo>
                    <a:pt x="1935223" y="2336419"/>
                  </a:lnTo>
                  <a:close/>
                  <a:moveTo>
                    <a:pt x="1864152" y="2319014"/>
                  </a:moveTo>
                  <a:lnTo>
                    <a:pt x="1909987" y="2381843"/>
                  </a:lnTo>
                  <a:lnTo>
                    <a:pt x="1935223" y="2336419"/>
                  </a:lnTo>
                  <a:close/>
                  <a:moveTo>
                    <a:pt x="1020581" y="1255636"/>
                  </a:moveTo>
                  <a:lnTo>
                    <a:pt x="1099234" y="1224857"/>
                  </a:lnTo>
                  <a:lnTo>
                    <a:pt x="1092471" y="1221033"/>
                  </a:lnTo>
                  <a:close/>
                  <a:moveTo>
                    <a:pt x="1088570" y="1299415"/>
                  </a:moveTo>
                  <a:lnTo>
                    <a:pt x="1099234" y="1224857"/>
                  </a:lnTo>
                  <a:lnTo>
                    <a:pt x="1020581" y="1255636"/>
                  </a:lnTo>
                  <a:close/>
                  <a:moveTo>
                    <a:pt x="1031908" y="1337851"/>
                  </a:moveTo>
                  <a:lnTo>
                    <a:pt x="1088570" y="1299415"/>
                  </a:lnTo>
                  <a:lnTo>
                    <a:pt x="1020581" y="1255636"/>
                  </a:lnTo>
                  <a:close/>
                  <a:moveTo>
                    <a:pt x="1040875" y="1221862"/>
                  </a:moveTo>
                  <a:lnTo>
                    <a:pt x="1020581" y="1255636"/>
                  </a:lnTo>
                  <a:lnTo>
                    <a:pt x="1092471" y="1221033"/>
                  </a:lnTo>
                  <a:close/>
                  <a:moveTo>
                    <a:pt x="1138434" y="1134985"/>
                  </a:moveTo>
                  <a:lnTo>
                    <a:pt x="1092471" y="1221033"/>
                  </a:lnTo>
                  <a:lnTo>
                    <a:pt x="1100152" y="1217200"/>
                  </a:lnTo>
                  <a:close/>
                  <a:moveTo>
                    <a:pt x="1092471" y="1221033"/>
                  </a:moveTo>
                  <a:lnTo>
                    <a:pt x="1099234" y="1224857"/>
                  </a:lnTo>
                  <a:lnTo>
                    <a:pt x="1100152" y="1217200"/>
                  </a:lnTo>
                  <a:close/>
                  <a:moveTo>
                    <a:pt x="709537" y="882475"/>
                  </a:moveTo>
                  <a:lnTo>
                    <a:pt x="653697" y="888899"/>
                  </a:lnTo>
                  <a:lnTo>
                    <a:pt x="620990" y="926776"/>
                  </a:lnTo>
                  <a:close/>
                  <a:moveTo>
                    <a:pt x="1779119" y="2094889"/>
                  </a:moveTo>
                  <a:lnTo>
                    <a:pt x="1766908" y="2121566"/>
                  </a:lnTo>
                  <a:lnTo>
                    <a:pt x="1793956" y="2115306"/>
                  </a:lnTo>
                  <a:close/>
                  <a:moveTo>
                    <a:pt x="1752817" y="1948566"/>
                  </a:moveTo>
                  <a:lnTo>
                    <a:pt x="1749213" y="1983071"/>
                  </a:lnTo>
                  <a:lnTo>
                    <a:pt x="1823777" y="1918699"/>
                  </a:lnTo>
                  <a:close/>
                  <a:moveTo>
                    <a:pt x="1847161" y="1855421"/>
                  </a:moveTo>
                  <a:lnTo>
                    <a:pt x="1725762" y="1895396"/>
                  </a:lnTo>
                  <a:lnTo>
                    <a:pt x="1823777" y="1918699"/>
                  </a:lnTo>
                  <a:close/>
                  <a:moveTo>
                    <a:pt x="1823777" y="1918699"/>
                  </a:moveTo>
                  <a:lnTo>
                    <a:pt x="1725762" y="1895396"/>
                  </a:lnTo>
                  <a:lnTo>
                    <a:pt x="1752817" y="1948566"/>
                  </a:lnTo>
                  <a:close/>
                  <a:moveTo>
                    <a:pt x="1099234" y="1224857"/>
                  </a:moveTo>
                  <a:lnTo>
                    <a:pt x="1088570" y="1299415"/>
                  </a:lnTo>
                  <a:lnTo>
                    <a:pt x="1142417" y="1280520"/>
                  </a:lnTo>
                  <a:close/>
                  <a:moveTo>
                    <a:pt x="1142417" y="1280520"/>
                  </a:moveTo>
                  <a:lnTo>
                    <a:pt x="1100152" y="1217200"/>
                  </a:lnTo>
                  <a:lnTo>
                    <a:pt x="1099234" y="1224857"/>
                  </a:lnTo>
                  <a:close/>
                  <a:moveTo>
                    <a:pt x="1213129" y="1183533"/>
                  </a:moveTo>
                  <a:lnTo>
                    <a:pt x="1100152" y="1217200"/>
                  </a:lnTo>
                  <a:lnTo>
                    <a:pt x="1142417" y="1280520"/>
                  </a:lnTo>
                  <a:close/>
                  <a:moveTo>
                    <a:pt x="1221963" y="1276443"/>
                  </a:moveTo>
                  <a:lnTo>
                    <a:pt x="1213129" y="1183533"/>
                  </a:lnTo>
                  <a:lnTo>
                    <a:pt x="1142417" y="1280520"/>
                  </a:lnTo>
                  <a:close/>
                  <a:moveTo>
                    <a:pt x="1273079" y="1260978"/>
                  </a:moveTo>
                  <a:lnTo>
                    <a:pt x="1296762" y="1190859"/>
                  </a:lnTo>
                  <a:lnTo>
                    <a:pt x="1221963" y="1276443"/>
                  </a:lnTo>
                  <a:close/>
                  <a:moveTo>
                    <a:pt x="1221963" y="1276443"/>
                  </a:moveTo>
                  <a:lnTo>
                    <a:pt x="1296762" y="1190859"/>
                  </a:lnTo>
                  <a:lnTo>
                    <a:pt x="1289757" y="1181829"/>
                  </a:lnTo>
                  <a:close/>
                  <a:moveTo>
                    <a:pt x="1221963" y="1276443"/>
                  </a:moveTo>
                  <a:lnTo>
                    <a:pt x="1289757" y="1181829"/>
                  </a:lnTo>
                  <a:lnTo>
                    <a:pt x="1213129" y="1183533"/>
                  </a:lnTo>
                  <a:close/>
                  <a:moveTo>
                    <a:pt x="1300900" y="1178763"/>
                  </a:moveTo>
                  <a:lnTo>
                    <a:pt x="1289757" y="1181829"/>
                  </a:lnTo>
                  <a:lnTo>
                    <a:pt x="1296762" y="1190859"/>
                  </a:lnTo>
                  <a:close/>
                  <a:moveTo>
                    <a:pt x="1138434" y="1134985"/>
                  </a:moveTo>
                  <a:lnTo>
                    <a:pt x="1213129" y="1183533"/>
                  </a:lnTo>
                  <a:lnTo>
                    <a:pt x="1161912" y="1125079"/>
                  </a:lnTo>
                  <a:close/>
                  <a:moveTo>
                    <a:pt x="1138434" y="1134985"/>
                  </a:moveTo>
                  <a:lnTo>
                    <a:pt x="1100152" y="1217200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161912" y="1125079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300900" y="1178763"/>
                  </a:lnTo>
                  <a:lnTo>
                    <a:pt x="1287275" y="1155389"/>
                  </a:lnTo>
                  <a:close/>
                  <a:moveTo>
                    <a:pt x="1917859" y="2075167"/>
                  </a:moveTo>
                  <a:lnTo>
                    <a:pt x="2013184" y="1982296"/>
                  </a:lnTo>
                  <a:lnTo>
                    <a:pt x="2004768" y="1965011"/>
                  </a:lnTo>
                  <a:close/>
                  <a:moveTo>
                    <a:pt x="1917859" y="2075167"/>
                  </a:moveTo>
                  <a:lnTo>
                    <a:pt x="2004768" y="1965011"/>
                  </a:lnTo>
                  <a:lnTo>
                    <a:pt x="1903963" y="1986371"/>
                  </a:lnTo>
                  <a:close/>
                  <a:moveTo>
                    <a:pt x="1823777" y="1918699"/>
                  </a:moveTo>
                  <a:lnTo>
                    <a:pt x="1903963" y="1986371"/>
                  </a:lnTo>
                  <a:lnTo>
                    <a:pt x="1883943" y="1902555"/>
                  </a:lnTo>
                  <a:close/>
                  <a:moveTo>
                    <a:pt x="1823777" y="1918699"/>
                  </a:moveTo>
                  <a:lnTo>
                    <a:pt x="1862715" y="2000914"/>
                  </a:lnTo>
                  <a:lnTo>
                    <a:pt x="1903963" y="1986371"/>
                  </a:lnTo>
                  <a:close/>
                  <a:moveTo>
                    <a:pt x="1847161" y="1855421"/>
                  </a:moveTo>
                  <a:lnTo>
                    <a:pt x="1823777" y="1918699"/>
                  </a:lnTo>
                  <a:lnTo>
                    <a:pt x="1883943" y="1902555"/>
                  </a:lnTo>
                  <a:close/>
                  <a:moveTo>
                    <a:pt x="1703721" y="1551402"/>
                  </a:moveTo>
                  <a:lnTo>
                    <a:pt x="1738002" y="1510752"/>
                  </a:lnTo>
                  <a:lnTo>
                    <a:pt x="1624336" y="1507624"/>
                  </a:lnTo>
                  <a:close/>
                  <a:moveTo>
                    <a:pt x="1630755" y="1589839"/>
                  </a:moveTo>
                  <a:lnTo>
                    <a:pt x="1703721" y="1551402"/>
                  </a:lnTo>
                  <a:lnTo>
                    <a:pt x="1624336" y="1507624"/>
                  </a:lnTo>
                  <a:close/>
                  <a:moveTo>
                    <a:pt x="1273079" y="1260978"/>
                  </a:moveTo>
                  <a:lnTo>
                    <a:pt x="1328862" y="13108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273079" y="12609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334351" y="1245666"/>
                  </a:lnTo>
                  <a:lnTo>
                    <a:pt x="1300900" y="1178763"/>
                  </a:lnTo>
                  <a:close/>
                  <a:moveTo>
                    <a:pt x="1300900" y="1178763"/>
                  </a:moveTo>
                  <a:lnTo>
                    <a:pt x="1334351" y="1245666"/>
                  </a:lnTo>
                  <a:lnTo>
                    <a:pt x="1419453" y="1222542"/>
                  </a:lnTo>
                  <a:close/>
                  <a:moveTo>
                    <a:pt x="1304832" y="1069479"/>
                  </a:moveTo>
                  <a:lnTo>
                    <a:pt x="1287275" y="1155389"/>
                  </a:lnTo>
                  <a:lnTo>
                    <a:pt x="1325992" y="1058111"/>
                  </a:lnTo>
                  <a:close/>
                  <a:moveTo>
                    <a:pt x="1325992" y="1058111"/>
                  </a:moveTo>
                  <a:lnTo>
                    <a:pt x="1287275" y="1155389"/>
                  </a:lnTo>
                  <a:lnTo>
                    <a:pt x="1300900" y="1178763"/>
                  </a:lnTo>
                  <a:close/>
                  <a:moveTo>
                    <a:pt x="1325992" y="1058111"/>
                  </a:moveTo>
                  <a:lnTo>
                    <a:pt x="1300900" y="1178763"/>
                  </a:lnTo>
                  <a:lnTo>
                    <a:pt x="1391695" y="1140327"/>
                  </a:lnTo>
                  <a:close/>
                  <a:moveTo>
                    <a:pt x="1246973" y="1096548"/>
                  </a:moveTo>
                  <a:lnTo>
                    <a:pt x="1287275" y="1155389"/>
                  </a:lnTo>
                  <a:lnTo>
                    <a:pt x="1304832" y="1069479"/>
                  </a:lnTo>
                  <a:close/>
                  <a:moveTo>
                    <a:pt x="1262994" y="1014333"/>
                  </a:moveTo>
                  <a:lnTo>
                    <a:pt x="1304832" y="1069479"/>
                  </a:lnTo>
                  <a:lnTo>
                    <a:pt x="1325992" y="1058111"/>
                  </a:lnTo>
                  <a:close/>
                  <a:moveTo>
                    <a:pt x="1333888" y="975897"/>
                  </a:moveTo>
                  <a:lnTo>
                    <a:pt x="1426350" y="966308"/>
                  </a:lnTo>
                  <a:lnTo>
                    <a:pt x="1387313" y="962924"/>
                  </a:lnTo>
                  <a:close/>
                  <a:moveTo>
                    <a:pt x="1387050" y="1019675"/>
                  </a:moveTo>
                  <a:lnTo>
                    <a:pt x="1426350" y="966308"/>
                  </a:lnTo>
                  <a:lnTo>
                    <a:pt x="1333888" y="975897"/>
                  </a:lnTo>
                  <a:close/>
                  <a:moveTo>
                    <a:pt x="1325992" y="1058111"/>
                  </a:moveTo>
                  <a:lnTo>
                    <a:pt x="1387050" y="1019675"/>
                  </a:lnTo>
                  <a:lnTo>
                    <a:pt x="1333888" y="975897"/>
                  </a:lnTo>
                  <a:close/>
                  <a:moveTo>
                    <a:pt x="1387313" y="962924"/>
                  </a:moveTo>
                  <a:lnTo>
                    <a:pt x="1426350" y="966308"/>
                  </a:lnTo>
                  <a:lnTo>
                    <a:pt x="1443222" y="937460"/>
                  </a:lnTo>
                  <a:close/>
                  <a:moveTo>
                    <a:pt x="1481724" y="958141"/>
                  </a:moveTo>
                  <a:lnTo>
                    <a:pt x="1426350" y="966308"/>
                  </a:lnTo>
                  <a:lnTo>
                    <a:pt x="1387050" y="1019675"/>
                  </a:lnTo>
                  <a:close/>
                  <a:moveTo>
                    <a:pt x="754903" y="127823"/>
                  </a:moveTo>
                  <a:lnTo>
                    <a:pt x="684875" y="144660"/>
                  </a:lnTo>
                  <a:lnTo>
                    <a:pt x="819053" y="152469"/>
                  </a:lnTo>
                  <a:close/>
                  <a:moveTo>
                    <a:pt x="1310917" y="164430"/>
                  </a:moveTo>
                  <a:lnTo>
                    <a:pt x="1343688" y="75098"/>
                  </a:lnTo>
                  <a:lnTo>
                    <a:pt x="1342221" y="43778"/>
                  </a:lnTo>
                  <a:close/>
                  <a:moveTo>
                    <a:pt x="1295916" y="0"/>
                  </a:moveTo>
                  <a:lnTo>
                    <a:pt x="1297702" y="74354"/>
                  </a:lnTo>
                  <a:lnTo>
                    <a:pt x="1342221" y="43778"/>
                  </a:lnTo>
                  <a:close/>
                  <a:moveTo>
                    <a:pt x="1619490" y="290424"/>
                  </a:moveTo>
                  <a:lnTo>
                    <a:pt x="1674073" y="259176"/>
                  </a:lnTo>
                  <a:lnTo>
                    <a:pt x="1645748" y="273452"/>
                  </a:lnTo>
                  <a:close/>
                  <a:moveTo>
                    <a:pt x="1645223" y="334202"/>
                  </a:moveTo>
                  <a:lnTo>
                    <a:pt x="1674073" y="259176"/>
                  </a:lnTo>
                  <a:lnTo>
                    <a:pt x="1619490" y="290424"/>
                  </a:lnTo>
                  <a:close/>
                  <a:moveTo>
                    <a:pt x="1645748" y="273452"/>
                  </a:moveTo>
                  <a:lnTo>
                    <a:pt x="1620431" y="273822"/>
                  </a:lnTo>
                  <a:lnTo>
                    <a:pt x="1619490" y="290424"/>
                  </a:lnTo>
                  <a:close/>
                  <a:moveTo>
                    <a:pt x="1657144" y="169772"/>
                  </a:moveTo>
                  <a:lnTo>
                    <a:pt x="1645748" y="273452"/>
                  </a:lnTo>
                  <a:lnTo>
                    <a:pt x="1677423" y="251987"/>
                  </a:lnTo>
                  <a:close/>
                  <a:moveTo>
                    <a:pt x="1645748" y="273452"/>
                  </a:moveTo>
                  <a:lnTo>
                    <a:pt x="1674073" y="259176"/>
                  </a:lnTo>
                  <a:lnTo>
                    <a:pt x="1677423" y="25198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87" name="Candidate_density__2086">
              <a:extLst>
                <a:ext uri="{FF2B5EF4-FFF2-40B4-BE49-F238E27FC236}">
                  <a16:creationId xmlns:a16="http://schemas.microsoft.com/office/drawing/2014/main" id="{CB1C80A5-6651-949F-5BC8-D20A3AC7D8CF}"/>
                </a:ext>
              </a:extLst>
            </p:cNvPr>
            <p:cNvSpPr>
              <a:spLocks noGrp="1"/>
            </p:cNvSpPr>
            <p:nvPr/>
          </p:nvSpPr>
          <p:spPr>
            <a:xfrm>
              <a:off x="4375322" y="1774817"/>
              <a:ext cx="2188355" cy="3126434"/>
            </a:xfrm>
            <a:custGeom>
              <a:avLst/>
              <a:gdLst/>
              <a:ahLst/>
              <a:cxnLst/>
              <a:rect l="0" t="0" r="0" b="0"/>
              <a:pathLst>
                <a:path w="2188355" h="3126434">
                  <a:moveTo>
                    <a:pt x="658627" y="3126434"/>
                  </a:moveTo>
                  <a:lnTo>
                    <a:pt x="708313" y="3119873"/>
                  </a:lnTo>
                  <a:lnTo>
                    <a:pt x="625101" y="3064543"/>
                  </a:lnTo>
                  <a:close/>
                  <a:moveTo>
                    <a:pt x="760748" y="3081437"/>
                  </a:moveTo>
                  <a:lnTo>
                    <a:pt x="716127" y="3126214"/>
                  </a:lnTo>
                  <a:lnTo>
                    <a:pt x="761962" y="3082382"/>
                  </a:lnTo>
                  <a:close/>
                  <a:moveTo>
                    <a:pt x="760748" y="3081437"/>
                  </a:moveTo>
                  <a:lnTo>
                    <a:pt x="708313" y="3119873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61962" y="3082382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71361" y="3081437"/>
                  </a:lnTo>
                  <a:lnTo>
                    <a:pt x="761962" y="3082382"/>
                  </a:lnTo>
                  <a:close/>
                  <a:moveTo>
                    <a:pt x="0" y="2012640"/>
                  </a:moveTo>
                  <a:lnTo>
                    <a:pt x="19509" y="2020080"/>
                  </a:lnTo>
                  <a:lnTo>
                    <a:pt x="33068" y="2029116"/>
                  </a:lnTo>
                  <a:close/>
                  <a:moveTo>
                    <a:pt x="790512" y="2973924"/>
                  </a:moveTo>
                  <a:lnTo>
                    <a:pt x="771361" y="3081437"/>
                  </a:lnTo>
                  <a:lnTo>
                    <a:pt x="833359" y="3070668"/>
                  </a:lnTo>
                  <a:close/>
                  <a:moveTo>
                    <a:pt x="40738" y="2002822"/>
                  </a:moveTo>
                  <a:lnTo>
                    <a:pt x="0" y="2012640"/>
                  </a:lnTo>
                  <a:lnTo>
                    <a:pt x="33068" y="2029116"/>
                  </a:lnTo>
                  <a:close/>
                  <a:moveTo>
                    <a:pt x="60948" y="1918152"/>
                  </a:moveTo>
                  <a:lnTo>
                    <a:pt x="0" y="2012640"/>
                  </a:lnTo>
                  <a:lnTo>
                    <a:pt x="40738" y="2002822"/>
                  </a:lnTo>
                  <a:close/>
                  <a:moveTo>
                    <a:pt x="40738" y="2002822"/>
                  </a:moveTo>
                  <a:lnTo>
                    <a:pt x="127974" y="1992492"/>
                  </a:lnTo>
                  <a:lnTo>
                    <a:pt x="60948" y="1918152"/>
                  </a:lnTo>
                  <a:close/>
                  <a:moveTo>
                    <a:pt x="127974" y="1992492"/>
                  </a:moveTo>
                  <a:lnTo>
                    <a:pt x="143500" y="1948143"/>
                  </a:lnTo>
                  <a:lnTo>
                    <a:pt x="60948" y="1918152"/>
                  </a:lnTo>
                  <a:close/>
                  <a:moveTo>
                    <a:pt x="875617" y="2949331"/>
                  </a:moveTo>
                  <a:lnTo>
                    <a:pt x="876266" y="3015888"/>
                  </a:lnTo>
                  <a:lnTo>
                    <a:pt x="928898" y="2960785"/>
                  </a:lnTo>
                  <a:close/>
                  <a:moveTo>
                    <a:pt x="154570" y="1870778"/>
                  </a:moveTo>
                  <a:lnTo>
                    <a:pt x="78163" y="1872304"/>
                  </a:lnTo>
                  <a:lnTo>
                    <a:pt x="60948" y="1918152"/>
                  </a:lnTo>
                  <a:close/>
                  <a:moveTo>
                    <a:pt x="657925" y="2143976"/>
                  </a:moveTo>
                  <a:lnTo>
                    <a:pt x="625192" y="2204074"/>
                  </a:lnTo>
                  <a:lnTo>
                    <a:pt x="669465" y="2155508"/>
                  </a:lnTo>
                  <a:close/>
                  <a:moveTo>
                    <a:pt x="669465" y="2155508"/>
                  </a:moveTo>
                  <a:lnTo>
                    <a:pt x="625192" y="2204074"/>
                  </a:lnTo>
                  <a:lnTo>
                    <a:pt x="620997" y="2234411"/>
                  </a:lnTo>
                  <a:close/>
                  <a:moveTo>
                    <a:pt x="54712" y="1679636"/>
                  </a:moveTo>
                  <a:lnTo>
                    <a:pt x="116124" y="1630587"/>
                  </a:lnTo>
                  <a:lnTo>
                    <a:pt x="168509" y="1611241"/>
                  </a:lnTo>
                  <a:close/>
                  <a:moveTo>
                    <a:pt x="454057" y="1708986"/>
                  </a:moveTo>
                  <a:lnTo>
                    <a:pt x="443958" y="1694464"/>
                  </a:lnTo>
                  <a:lnTo>
                    <a:pt x="462337" y="1776679"/>
                  </a:lnTo>
                  <a:close/>
                  <a:moveTo>
                    <a:pt x="1129171" y="2681045"/>
                  </a:moveTo>
                  <a:lnTo>
                    <a:pt x="1141936" y="2714410"/>
                  </a:lnTo>
                  <a:lnTo>
                    <a:pt x="1203437" y="2757542"/>
                  </a:lnTo>
                  <a:close/>
                  <a:moveTo>
                    <a:pt x="1183057" y="2580888"/>
                  </a:moveTo>
                  <a:lnTo>
                    <a:pt x="1252175" y="2661111"/>
                  </a:lnTo>
                  <a:lnTo>
                    <a:pt x="1258674" y="2580004"/>
                  </a:lnTo>
                  <a:close/>
                  <a:moveTo>
                    <a:pt x="322549" y="1693311"/>
                  </a:moveTo>
                  <a:lnTo>
                    <a:pt x="337553" y="1612249"/>
                  </a:lnTo>
                  <a:lnTo>
                    <a:pt x="321199" y="1595720"/>
                  </a:lnTo>
                  <a:close/>
                  <a:moveTo>
                    <a:pt x="702953" y="1727913"/>
                  </a:moveTo>
                  <a:lnTo>
                    <a:pt x="831460" y="1772355"/>
                  </a:lnTo>
                  <a:lnTo>
                    <a:pt x="755430" y="1766747"/>
                  </a:lnTo>
                  <a:close/>
                  <a:moveTo>
                    <a:pt x="598134" y="1652445"/>
                  </a:moveTo>
                  <a:lnTo>
                    <a:pt x="688499" y="1731705"/>
                  </a:lnTo>
                  <a:lnTo>
                    <a:pt x="702953" y="1727913"/>
                  </a:lnTo>
                  <a:close/>
                  <a:moveTo>
                    <a:pt x="1716833" y="2638150"/>
                  </a:moveTo>
                  <a:lnTo>
                    <a:pt x="1724454" y="2647951"/>
                  </a:lnTo>
                  <a:lnTo>
                    <a:pt x="1681889" y="2578399"/>
                  </a:lnTo>
                  <a:close/>
                  <a:moveTo>
                    <a:pt x="880790" y="1844111"/>
                  </a:moveTo>
                  <a:lnTo>
                    <a:pt x="906802" y="1946451"/>
                  </a:lnTo>
                  <a:lnTo>
                    <a:pt x="910591" y="1864236"/>
                  </a:lnTo>
                  <a:close/>
                  <a:moveTo>
                    <a:pt x="880790" y="1844111"/>
                  </a:moveTo>
                  <a:lnTo>
                    <a:pt x="910591" y="1864236"/>
                  </a:lnTo>
                  <a:lnTo>
                    <a:pt x="836713" y="1791994"/>
                  </a:lnTo>
                  <a:close/>
                  <a:moveTo>
                    <a:pt x="826988" y="1661369"/>
                  </a:moveTo>
                  <a:lnTo>
                    <a:pt x="771514" y="1772267"/>
                  </a:lnTo>
                  <a:lnTo>
                    <a:pt x="831460" y="1772355"/>
                  </a:lnTo>
                  <a:close/>
                  <a:moveTo>
                    <a:pt x="1444473" y="2240614"/>
                  </a:moveTo>
                  <a:lnTo>
                    <a:pt x="1403625" y="2222477"/>
                  </a:lnTo>
                  <a:lnTo>
                    <a:pt x="1509619" y="2280654"/>
                  </a:lnTo>
                  <a:close/>
                  <a:moveTo>
                    <a:pt x="1562088" y="2314926"/>
                  </a:moveTo>
                  <a:lnTo>
                    <a:pt x="1672704" y="2362869"/>
                  </a:lnTo>
                  <a:lnTo>
                    <a:pt x="1622664" y="2349524"/>
                  </a:lnTo>
                  <a:close/>
                  <a:moveTo>
                    <a:pt x="867652" y="1554515"/>
                  </a:moveTo>
                  <a:lnTo>
                    <a:pt x="877887" y="1579155"/>
                  </a:lnTo>
                  <a:lnTo>
                    <a:pt x="843229" y="1474279"/>
                  </a:lnTo>
                  <a:close/>
                  <a:moveTo>
                    <a:pt x="843229" y="1474279"/>
                  </a:moveTo>
                  <a:lnTo>
                    <a:pt x="877887" y="1579155"/>
                  </a:lnTo>
                  <a:lnTo>
                    <a:pt x="951287" y="1511302"/>
                  </a:lnTo>
                  <a:close/>
                  <a:moveTo>
                    <a:pt x="1769537" y="2445084"/>
                  </a:moveTo>
                  <a:lnTo>
                    <a:pt x="1812443" y="2501762"/>
                  </a:lnTo>
                  <a:lnTo>
                    <a:pt x="1817499" y="2488863"/>
                  </a:lnTo>
                  <a:close/>
                  <a:moveTo>
                    <a:pt x="1622664" y="2349524"/>
                  </a:moveTo>
                  <a:lnTo>
                    <a:pt x="1743063" y="2305818"/>
                  </a:lnTo>
                  <a:lnTo>
                    <a:pt x="1667548" y="2302137"/>
                  </a:lnTo>
                  <a:close/>
                  <a:moveTo>
                    <a:pt x="1077848" y="1504815"/>
                  </a:moveTo>
                  <a:lnTo>
                    <a:pt x="985112" y="1519615"/>
                  </a:lnTo>
                  <a:lnTo>
                    <a:pt x="988014" y="1420066"/>
                  </a:lnTo>
                  <a:close/>
                  <a:moveTo>
                    <a:pt x="1023085" y="1501088"/>
                  </a:moveTo>
                  <a:lnTo>
                    <a:pt x="1077848" y="1504815"/>
                  </a:lnTo>
                  <a:lnTo>
                    <a:pt x="988014" y="1420066"/>
                  </a:lnTo>
                  <a:close/>
                  <a:moveTo>
                    <a:pt x="951287" y="1511302"/>
                  </a:moveTo>
                  <a:lnTo>
                    <a:pt x="1023085" y="1501088"/>
                  </a:lnTo>
                  <a:lnTo>
                    <a:pt x="988014" y="1420066"/>
                  </a:lnTo>
                  <a:close/>
                  <a:moveTo>
                    <a:pt x="308982" y="781777"/>
                  </a:moveTo>
                  <a:lnTo>
                    <a:pt x="413867" y="780237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397739" y="834967"/>
                  </a:lnTo>
                  <a:lnTo>
                    <a:pt x="467146" y="815813"/>
                  </a:lnTo>
                  <a:close/>
                  <a:moveTo>
                    <a:pt x="469979" y="795211"/>
                  </a:moveTo>
                  <a:lnTo>
                    <a:pt x="413867" y="780237"/>
                  </a:lnTo>
                  <a:lnTo>
                    <a:pt x="397739" y="834967"/>
                  </a:lnTo>
                  <a:close/>
                  <a:moveTo>
                    <a:pt x="413867" y="780237"/>
                  </a:moveTo>
                  <a:lnTo>
                    <a:pt x="469979" y="795211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497025" y="712323"/>
                  </a:lnTo>
                  <a:lnTo>
                    <a:pt x="418340" y="696791"/>
                  </a:lnTo>
                  <a:close/>
                  <a:moveTo>
                    <a:pt x="1792951" y="2048238"/>
                  </a:moveTo>
                  <a:lnTo>
                    <a:pt x="1799369" y="2143113"/>
                  </a:lnTo>
                  <a:lnTo>
                    <a:pt x="1744206" y="2094889"/>
                  </a:lnTo>
                  <a:close/>
                  <a:moveTo>
                    <a:pt x="1624341" y="1964038"/>
                  </a:moveTo>
                  <a:lnTo>
                    <a:pt x="1714299" y="1983071"/>
                  </a:lnTo>
                  <a:lnTo>
                    <a:pt x="1639215" y="1981003"/>
                  </a:lnTo>
                  <a:close/>
                  <a:moveTo>
                    <a:pt x="1320254" y="1748927"/>
                  </a:moveTo>
                  <a:lnTo>
                    <a:pt x="1356441" y="1710491"/>
                  </a:lnTo>
                  <a:lnTo>
                    <a:pt x="1335801" y="1831142"/>
                  </a:lnTo>
                  <a:close/>
                  <a:moveTo>
                    <a:pt x="1336384" y="1628275"/>
                  </a:moveTo>
                  <a:lnTo>
                    <a:pt x="1356441" y="1710491"/>
                  </a:lnTo>
                  <a:lnTo>
                    <a:pt x="1348277" y="1666712"/>
                  </a:lnTo>
                  <a:close/>
                  <a:moveTo>
                    <a:pt x="1336384" y="1628275"/>
                  </a:moveTo>
                  <a:lnTo>
                    <a:pt x="1348277" y="1666712"/>
                  </a:lnTo>
                  <a:lnTo>
                    <a:pt x="1386162" y="1592195"/>
                  </a:lnTo>
                  <a:close/>
                  <a:moveTo>
                    <a:pt x="771515" y="971528"/>
                  </a:moveTo>
                  <a:lnTo>
                    <a:pt x="773391" y="1008991"/>
                  </a:lnTo>
                  <a:lnTo>
                    <a:pt x="771855" y="967348"/>
                  </a:lnTo>
                  <a:close/>
                  <a:moveTo>
                    <a:pt x="535740" y="641871"/>
                  </a:moveTo>
                  <a:lnTo>
                    <a:pt x="531737" y="641694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35740" y="641871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71809" y="713270"/>
                  </a:lnTo>
                  <a:lnTo>
                    <a:pt x="535740" y="641871"/>
                  </a:lnTo>
                  <a:close/>
                  <a:moveTo>
                    <a:pt x="439637" y="395049"/>
                  </a:moveTo>
                  <a:lnTo>
                    <a:pt x="391667" y="381861"/>
                  </a:lnTo>
                  <a:lnTo>
                    <a:pt x="336591" y="391142"/>
                  </a:lnTo>
                  <a:close/>
                  <a:moveTo>
                    <a:pt x="1717903" y="1948566"/>
                  </a:moveTo>
                  <a:lnTo>
                    <a:pt x="1645848" y="1946554"/>
                  </a:lnTo>
                  <a:lnTo>
                    <a:pt x="1639215" y="1981003"/>
                  </a:lnTo>
                  <a:close/>
                  <a:moveTo>
                    <a:pt x="1645848" y="1946554"/>
                  </a:moveTo>
                  <a:lnTo>
                    <a:pt x="1717903" y="1948566"/>
                  </a:lnTo>
                  <a:lnTo>
                    <a:pt x="1649855" y="1843204"/>
                  </a:lnTo>
                  <a:close/>
                  <a:moveTo>
                    <a:pt x="1627431" y="1761342"/>
                  </a:moveTo>
                  <a:lnTo>
                    <a:pt x="1649855" y="1843204"/>
                  </a:lnTo>
                  <a:lnTo>
                    <a:pt x="1682170" y="1874921"/>
                  </a:lnTo>
                  <a:close/>
                  <a:moveTo>
                    <a:pt x="1394663" y="1529117"/>
                  </a:moveTo>
                  <a:lnTo>
                    <a:pt x="1336384" y="1628275"/>
                  </a:lnTo>
                  <a:lnTo>
                    <a:pt x="1386162" y="1592195"/>
                  </a:lnTo>
                  <a:close/>
                  <a:moveTo>
                    <a:pt x="535740" y="641871"/>
                  </a:moveTo>
                  <a:lnTo>
                    <a:pt x="535927" y="641504"/>
                  </a:lnTo>
                  <a:lnTo>
                    <a:pt x="531737" y="641694"/>
                  </a:lnTo>
                  <a:close/>
                  <a:moveTo>
                    <a:pt x="535927" y="641504"/>
                  </a:moveTo>
                  <a:lnTo>
                    <a:pt x="535740" y="641871"/>
                  </a:lnTo>
                  <a:lnTo>
                    <a:pt x="536047" y="641694"/>
                  </a:lnTo>
                  <a:close/>
                  <a:moveTo>
                    <a:pt x="571797" y="561478"/>
                  </a:moveTo>
                  <a:lnTo>
                    <a:pt x="536047" y="641694"/>
                  </a:lnTo>
                  <a:lnTo>
                    <a:pt x="598925" y="599450"/>
                  </a:lnTo>
                  <a:close/>
                  <a:moveTo>
                    <a:pt x="2085287" y="2044693"/>
                  </a:moveTo>
                  <a:lnTo>
                    <a:pt x="2014264" y="1989498"/>
                  </a:lnTo>
                  <a:lnTo>
                    <a:pt x="2060197" y="2009948"/>
                  </a:lnTo>
                  <a:close/>
                  <a:moveTo>
                    <a:pt x="2101318" y="2118909"/>
                  </a:moveTo>
                  <a:lnTo>
                    <a:pt x="2187785" y="2208317"/>
                  </a:lnTo>
                  <a:lnTo>
                    <a:pt x="2111754" y="2126908"/>
                  </a:lnTo>
                  <a:close/>
                  <a:moveTo>
                    <a:pt x="2188229" y="2208937"/>
                  </a:moveTo>
                  <a:lnTo>
                    <a:pt x="2187785" y="2208317"/>
                  </a:lnTo>
                  <a:lnTo>
                    <a:pt x="2101318" y="2118909"/>
                  </a:lnTo>
                  <a:close/>
                  <a:moveTo>
                    <a:pt x="2188229" y="2208937"/>
                  </a:moveTo>
                  <a:lnTo>
                    <a:pt x="2188355" y="2209123"/>
                  </a:lnTo>
                  <a:lnTo>
                    <a:pt x="2187785" y="2208317"/>
                  </a:lnTo>
                  <a:close/>
                  <a:moveTo>
                    <a:pt x="1585656" y="1350350"/>
                  </a:moveTo>
                  <a:lnTo>
                    <a:pt x="1710203" y="1354273"/>
                  </a:lnTo>
                  <a:lnTo>
                    <a:pt x="1656368" y="1266320"/>
                  </a:lnTo>
                  <a:close/>
                  <a:moveTo>
                    <a:pt x="1839793" y="1509695"/>
                  </a:moveTo>
                  <a:lnTo>
                    <a:pt x="1882483" y="1595181"/>
                  </a:lnTo>
                  <a:lnTo>
                    <a:pt x="1842020" y="1512966"/>
                  </a:lnTo>
                  <a:close/>
                  <a:moveTo>
                    <a:pt x="1839793" y="1509695"/>
                  </a:moveTo>
                  <a:lnTo>
                    <a:pt x="1872094" y="1583528"/>
                  </a:lnTo>
                  <a:lnTo>
                    <a:pt x="1882483" y="1595181"/>
                  </a:lnTo>
                  <a:close/>
                  <a:moveTo>
                    <a:pt x="1558246" y="981239"/>
                  </a:moveTo>
                  <a:lnTo>
                    <a:pt x="1545363" y="1047953"/>
                  </a:lnTo>
                  <a:lnTo>
                    <a:pt x="1561764" y="1013990"/>
                  </a:lnTo>
                  <a:close/>
                  <a:moveTo>
                    <a:pt x="1561764" y="1013990"/>
                  </a:moveTo>
                  <a:lnTo>
                    <a:pt x="1545363" y="1047953"/>
                  </a:lnTo>
                  <a:lnTo>
                    <a:pt x="1545911" y="1066380"/>
                  </a:lnTo>
                  <a:close/>
                  <a:moveTo>
                    <a:pt x="1771864" y="1204051"/>
                  </a:moveTo>
                  <a:lnTo>
                    <a:pt x="1828338" y="1269977"/>
                  </a:lnTo>
                  <a:lnTo>
                    <a:pt x="1820460" y="1225136"/>
                  </a:lnTo>
                  <a:close/>
                  <a:moveTo>
                    <a:pt x="1820460" y="1225136"/>
                  </a:moveTo>
                  <a:lnTo>
                    <a:pt x="1828338" y="1269977"/>
                  </a:lnTo>
                  <a:lnTo>
                    <a:pt x="1824573" y="1227884"/>
                  </a:lnTo>
                  <a:close/>
                  <a:moveTo>
                    <a:pt x="1820460" y="1225136"/>
                  </a:moveTo>
                  <a:lnTo>
                    <a:pt x="1824573" y="1227884"/>
                  </a:lnTo>
                  <a:lnTo>
                    <a:pt x="1809951" y="1201231"/>
                  </a:lnTo>
                  <a:close/>
                  <a:moveTo>
                    <a:pt x="1198030" y="466779"/>
                  </a:moveTo>
                  <a:lnTo>
                    <a:pt x="1251499" y="506557"/>
                  </a:lnTo>
                  <a:lnTo>
                    <a:pt x="1217543" y="487948"/>
                  </a:lnTo>
                  <a:close/>
                  <a:moveTo>
                    <a:pt x="1288259" y="554108"/>
                  </a:moveTo>
                  <a:lnTo>
                    <a:pt x="1251499" y="506557"/>
                  </a:lnTo>
                  <a:lnTo>
                    <a:pt x="1198030" y="466779"/>
                  </a:lnTo>
                  <a:close/>
                  <a:moveTo>
                    <a:pt x="1216587" y="439483"/>
                  </a:moveTo>
                  <a:lnTo>
                    <a:pt x="1217543" y="487948"/>
                  </a:lnTo>
                  <a:lnTo>
                    <a:pt x="1244065" y="478767"/>
                  </a:lnTo>
                  <a:close/>
                  <a:moveTo>
                    <a:pt x="1153944" y="82215"/>
                  </a:moveTo>
                  <a:lnTo>
                    <a:pt x="1103530" y="38436"/>
                  </a:lnTo>
                  <a:lnTo>
                    <a:pt x="1109012" y="0"/>
                  </a:lnTo>
                  <a:close/>
                  <a:moveTo>
                    <a:pt x="1547639" y="224736"/>
                  </a:moveTo>
                  <a:lnTo>
                    <a:pt x="1494683" y="208209"/>
                  </a:lnTo>
                  <a:lnTo>
                    <a:pt x="1493553" y="208636"/>
                  </a:lnTo>
                  <a:close/>
                  <a:moveTo>
                    <a:pt x="1379689" y="276782"/>
                  </a:moveTo>
                  <a:lnTo>
                    <a:pt x="1459761" y="297497"/>
                  </a:lnTo>
                  <a:lnTo>
                    <a:pt x="1493553" y="208636"/>
                  </a:lnTo>
                  <a:close/>
                  <a:moveTo>
                    <a:pt x="1759873" y="213551"/>
                  </a:moveTo>
                  <a:lnTo>
                    <a:pt x="1812838" y="295766"/>
                  </a:lnTo>
                  <a:lnTo>
                    <a:pt x="1766239" y="25198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88" name="Candidate_density__2087">
              <a:extLst>
                <a:ext uri="{FF2B5EF4-FFF2-40B4-BE49-F238E27FC236}">
                  <a16:creationId xmlns:a16="http://schemas.microsoft.com/office/drawing/2014/main" id="{18149FA2-E3BA-7065-623F-0347110143EB}"/>
                </a:ext>
              </a:extLst>
            </p:cNvPr>
            <p:cNvSpPr>
              <a:spLocks noGrp="1"/>
            </p:cNvSpPr>
            <p:nvPr/>
          </p:nvSpPr>
          <p:spPr>
            <a:xfrm>
              <a:off x="4453485" y="1913888"/>
              <a:ext cx="2117010" cy="2987143"/>
            </a:xfrm>
            <a:custGeom>
              <a:avLst/>
              <a:gdLst/>
              <a:ahLst/>
              <a:cxnLst/>
              <a:rect l="0" t="0" r="0" b="0"/>
              <a:pathLst>
                <a:path w="2117010" h="2987143">
                  <a:moveTo>
                    <a:pt x="630150" y="2980801"/>
                  </a:moveTo>
                  <a:lnTo>
                    <a:pt x="630369" y="2985597"/>
                  </a:lnTo>
                  <a:lnTo>
                    <a:pt x="637963" y="2987143"/>
                  </a:lnTo>
                  <a:close/>
                  <a:moveTo>
                    <a:pt x="648245" y="2980801"/>
                  </a:moveTo>
                  <a:lnTo>
                    <a:pt x="637963" y="2987143"/>
                  </a:lnTo>
                  <a:lnTo>
                    <a:pt x="630369" y="2985597"/>
                  </a:lnTo>
                  <a:close/>
                  <a:moveTo>
                    <a:pt x="693197" y="2942365"/>
                  </a:moveTo>
                  <a:lnTo>
                    <a:pt x="648245" y="2980801"/>
                  </a:lnTo>
                  <a:lnTo>
                    <a:pt x="755196" y="2931596"/>
                  </a:lnTo>
                  <a:close/>
                  <a:moveTo>
                    <a:pt x="777257" y="2860150"/>
                  </a:moveTo>
                  <a:lnTo>
                    <a:pt x="850735" y="2821714"/>
                  </a:lnTo>
                  <a:lnTo>
                    <a:pt x="798103" y="2876817"/>
                  </a:lnTo>
                  <a:close/>
                  <a:moveTo>
                    <a:pt x="797454" y="2810260"/>
                  </a:moveTo>
                  <a:lnTo>
                    <a:pt x="850735" y="2821714"/>
                  </a:lnTo>
                  <a:lnTo>
                    <a:pt x="839887" y="2736262"/>
                  </a:lnTo>
                  <a:close/>
                  <a:moveTo>
                    <a:pt x="783704" y="2721346"/>
                  </a:moveTo>
                  <a:lnTo>
                    <a:pt x="839887" y="2736262"/>
                  </a:lnTo>
                  <a:lnTo>
                    <a:pt x="830928" y="2643453"/>
                  </a:lnTo>
                  <a:close/>
                  <a:moveTo>
                    <a:pt x="51874" y="1651560"/>
                  </a:moveTo>
                  <a:lnTo>
                    <a:pt x="0" y="1733232"/>
                  </a:lnTo>
                  <a:lnTo>
                    <a:pt x="76407" y="1731707"/>
                  </a:lnTo>
                  <a:close/>
                  <a:moveTo>
                    <a:pt x="467516" y="2196071"/>
                  </a:moveTo>
                  <a:lnTo>
                    <a:pt x="458353" y="2227318"/>
                  </a:lnTo>
                  <a:lnTo>
                    <a:pt x="482477" y="2207771"/>
                  </a:lnTo>
                  <a:close/>
                  <a:moveTo>
                    <a:pt x="484095" y="2108362"/>
                  </a:moveTo>
                  <a:lnTo>
                    <a:pt x="542833" y="2095340"/>
                  </a:lnTo>
                  <a:lnTo>
                    <a:pt x="515422" y="2087120"/>
                  </a:lnTo>
                  <a:close/>
                  <a:moveTo>
                    <a:pt x="484095" y="2108362"/>
                  </a:moveTo>
                  <a:lnTo>
                    <a:pt x="520145" y="2179690"/>
                  </a:lnTo>
                  <a:lnTo>
                    <a:pt x="542833" y="2095340"/>
                  </a:lnTo>
                  <a:close/>
                  <a:moveTo>
                    <a:pt x="467516" y="2196071"/>
                  </a:moveTo>
                  <a:lnTo>
                    <a:pt x="520145" y="2179690"/>
                  </a:lnTo>
                  <a:lnTo>
                    <a:pt x="484095" y="2108362"/>
                  </a:lnTo>
                  <a:close/>
                  <a:moveTo>
                    <a:pt x="482477" y="2207771"/>
                  </a:moveTo>
                  <a:lnTo>
                    <a:pt x="520145" y="2179690"/>
                  </a:lnTo>
                  <a:lnTo>
                    <a:pt x="467516" y="2196071"/>
                  </a:lnTo>
                  <a:close/>
                  <a:moveTo>
                    <a:pt x="600049" y="2109416"/>
                  </a:moveTo>
                  <a:lnTo>
                    <a:pt x="542833" y="2095340"/>
                  </a:lnTo>
                  <a:lnTo>
                    <a:pt x="520145" y="2179690"/>
                  </a:lnTo>
                  <a:close/>
                  <a:moveTo>
                    <a:pt x="515422" y="2087120"/>
                  </a:moveTo>
                  <a:lnTo>
                    <a:pt x="542833" y="2095340"/>
                  </a:lnTo>
                  <a:lnTo>
                    <a:pt x="547029" y="2065003"/>
                  </a:lnTo>
                  <a:close/>
                  <a:moveTo>
                    <a:pt x="579762" y="2004904"/>
                  </a:moveTo>
                  <a:lnTo>
                    <a:pt x="590220" y="2011285"/>
                  </a:lnTo>
                  <a:lnTo>
                    <a:pt x="547029" y="2065003"/>
                  </a:lnTo>
                  <a:close/>
                  <a:moveTo>
                    <a:pt x="249744" y="1390962"/>
                  </a:moveTo>
                  <a:lnTo>
                    <a:pt x="252540" y="1352526"/>
                  </a:lnTo>
                  <a:lnTo>
                    <a:pt x="259390" y="1473177"/>
                  </a:lnTo>
                  <a:close/>
                  <a:moveTo>
                    <a:pt x="813354" y="1845816"/>
                  </a:moveTo>
                  <a:lnTo>
                    <a:pt x="844449" y="1731631"/>
                  </a:lnTo>
                  <a:lnTo>
                    <a:pt x="832427" y="1725165"/>
                  </a:lnTo>
                  <a:close/>
                  <a:moveTo>
                    <a:pt x="813354" y="1845816"/>
                  </a:moveTo>
                  <a:lnTo>
                    <a:pt x="832427" y="1725165"/>
                  </a:lnTo>
                  <a:lnTo>
                    <a:pt x="828638" y="1807380"/>
                  </a:lnTo>
                  <a:close/>
                  <a:moveTo>
                    <a:pt x="766976" y="1533838"/>
                  </a:moveTo>
                  <a:lnTo>
                    <a:pt x="748825" y="1522298"/>
                  </a:lnTo>
                  <a:lnTo>
                    <a:pt x="753297" y="1633283"/>
                  </a:lnTo>
                  <a:close/>
                  <a:moveTo>
                    <a:pt x="766976" y="1533838"/>
                  </a:moveTo>
                  <a:lnTo>
                    <a:pt x="753297" y="1633283"/>
                  </a:lnTo>
                  <a:lnTo>
                    <a:pt x="781710" y="1560735"/>
                  </a:lnTo>
                  <a:close/>
                  <a:moveTo>
                    <a:pt x="748825" y="1522298"/>
                  </a:moveTo>
                  <a:lnTo>
                    <a:pt x="766976" y="1533838"/>
                  </a:lnTo>
                  <a:lnTo>
                    <a:pt x="773270" y="1492756"/>
                  </a:lnTo>
                  <a:close/>
                  <a:moveTo>
                    <a:pt x="1423522" y="2180019"/>
                  </a:moveTo>
                  <a:lnTo>
                    <a:pt x="1445593" y="2246517"/>
                  </a:lnTo>
                  <a:lnTo>
                    <a:pt x="1456259" y="2262234"/>
                  </a:lnTo>
                  <a:close/>
                  <a:moveTo>
                    <a:pt x="1544500" y="2210453"/>
                  </a:moveTo>
                  <a:lnTo>
                    <a:pt x="1445593" y="2246517"/>
                  </a:lnTo>
                  <a:lnTo>
                    <a:pt x="1423522" y="2180019"/>
                  </a:lnTo>
                  <a:close/>
                  <a:moveTo>
                    <a:pt x="789489" y="1415444"/>
                  </a:moveTo>
                  <a:lnTo>
                    <a:pt x="773270" y="1492756"/>
                  </a:lnTo>
                  <a:lnTo>
                    <a:pt x="799724" y="1440083"/>
                  </a:lnTo>
                  <a:close/>
                  <a:moveTo>
                    <a:pt x="873124" y="1372230"/>
                  </a:moveTo>
                  <a:lnTo>
                    <a:pt x="799724" y="1440083"/>
                  </a:lnTo>
                  <a:lnTo>
                    <a:pt x="819019" y="1385148"/>
                  </a:lnTo>
                  <a:close/>
                  <a:moveTo>
                    <a:pt x="819019" y="1385148"/>
                  </a:moveTo>
                  <a:lnTo>
                    <a:pt x="944922" y="1362016"/>
                  </a:lnTo>
                  <a:lnTo>
                    <a:pt x="873124" y="1372230"/>
                  </a:lnTo>
                  <a:close/>
                  <a:moveTo>
                    <a:pt x="93303" y="616957"/>
                  </a:moveTo>
                  <a:lnTo>
                    <a:pt x="230818" y="642706"/>
                  </a:lnTo>
                  <a:lnTo>
                    <a:pt x="156737" y="644387"/>
                  </a:lnTo>
                  <a:close/>
                  <a:moveTo>
                    <a:pt x="1242091" y="1609855"/>
                  </a:moveTo>
                  <a:lnTo>
                    <a:pt x="1257638" y="1692070"/>
                  </a:lnTo>
                  <a:lnTo>
                    <a:pt x="1222033" y="1648292"/>
                  </a:lnTo>
                  <a:close/>
                  <a:moveTo>
                    <a:pt x="1987955" y="2323421"/>
                  </a:moveTo>
                  <a:lnTo>
                    <a:pt x="1888584" y="2349791"/>
                  </a:lnTo>
                  <a:lnTo>
                    <a:pt x="1974936" y="2319316"/>
                  </a:lnTo>
                  <a:close/>
                  <a:moveTo>
                    <a:pt x="1974936" y="2319316"/>
                  </a:moveTo>
                  <a:lnTo>
                    <a:pt x="1888584" y="2349791"/>
                  </a:lnTo>
                  <a:lnTo>
                    <a:pt x="1930551" y="2323998"/>
                  </a:lnTo>
                  <a:close/>
                  <a:moveTo>
                    <a:pt x="1987955" y="2323421"/>
                  </a:moveTo>
                  <a:lnTo>
                    <a:pt x="1974936" y="2319316"/>
                  </a:lnTo>
                  <a:lnTo>
                    <a:pt x="2026849" y="2405383"/>
                  </a:lnTo>
                  <a:close/>
                  <a:moveTo>
                    <a:pt x="2073552" y="2364797"/>
                  </a:moveTo>
                  <a:lnTo>
                    <a:pt x="1987955" y="2323421"/>
                  </a:lnTo>
                  <a:lnTo>
                    <a:pt x="2026849" y="2405383"/>
                  </a:lnTo>
                  <a:close/>
                  <a:moveTo>
                    <a:pt x="1546178" y="1824967"/>
                  </a:moveTo>
                  <a:lnTo>
                    <a:pt x="1504182" y="1844506"/>
                  </a:lnTo>
                  <a:lnTo>
                    <a:pt x="1604007" y="1735850"/>
                  </a:lnTo>
                  <a:close/>
                  <a:moveTo>
                    <a:pt x="1278277" y="1571419"/>
                  </a:moveTo>
                  <a:lnTo>
                    <a:pt x="1242091" y="1609855"/>
                  </a:lnTo>
                  <a:lnTo>
                    <a:pt x="1270114" y="1527640"/>
                  </a:lnTo>
                  <a:close/>
                  <a:moveTo>
                    <a:pt x="457577" y="502799"/>
                  </a:moveTo>
                  <a:lnTo>
                    <a:pt x="512193" y="518775"/>
                  </a:lnTo>
                  <a:lnTo>
                    <a:pt x="457883" y="502623"/>
                  </a:lnTo>
                  <a:close/>
                  <a:moveTo>
                    <a:pt x="493646" y="574199"/>
                  </a:moveTo>
                  <a:lnTo>
                    <a:pt x="512193" y="518775"/>
                  </a:lnTo>
                  <a:lnTo>
                    <a:pt x="457577" y="502799"/>
                  </a:lnTo>
                  <a:close/>
                  <a:moveTo>
                    <a:pt x="457883" y="502623"/>
                  </a:moveTo>
                  <a:lnTo>
                    <a:pt x="512193" y="518775"/>
                  </a:lnTo>
                  <a:lnTo>
                    <a:pt x="520762" y="460379"/>
                  </a:lnTo>
                  <a:close/>
                  <a:moveTo>
                    <a:pt x="2094267" y="2282894"/>
                  </a:moveTo>
                  <a:lnTo>
                    <a:pt x="1987955" y="2323421"/>
                  </a:lnTo>
                  <a:lnTo>
                    <a:pt x="2073552" y="2364797"/>
                  </a:lnTo>
                  <a:close/>
                  <a:moveTo>
                    <a:pt x="2094267" y="2282894"/>
                  </a:moveTo>
                  <a:lnTo>
                    <a:pt x="2007523" y="2292823"/>
                  </a:lnTo>
                  <a:lnTo>
                    <a:pt x="1987955" y="2323421"/>
                  </a:lnTo>
                  <a:close/>
                  <a:moveTo>
                    <a:pt x="2007523" y="2292823"/>
                  </a:moveTo>
                  <a:lnTo>
                    <a:pt x="2094267" y="2282894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92156" y="2219151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73552" y="2364797"/>
                  </a:lnTo>
                  <a:lnTo>
                    <a:pt x="2099990" y="2311355"/>
                  </a:lnTo>
                  <a:close/>
                  <a:moveTo>
                    <a:pt x="2094267" y="2282894"/>
                  </a:moveTo>
                  <a:lnTo>
                    <a:pt x="2117010" y="2248620"/>
                  </a:lnTo>
                  <a:lnTo>
                    <a:pt x="2092156" y="2219151"/>
                  </a:lnTo>
                  <a:close/>
                  <a:moveTo>
                    <a:pt x="757126" y="786791"/>
                  </a:moveTo>
                  <a:lnTo>
                    <a:pt x="802863" y="742591"/>
                  </a:lnTo>
                  <a:lnTo>
                    <a:pt x="693692" y="828277"/>
                  </a:lnTo>
                  <a:close/>
                  <a:moveTo>
                    <a:pt x="493634" y="422406"/>
                  </a:moveTo>
                  <a:lnTo>
                    <a:pt x="520762" y="460379"/>
                  </a:lnTo>
                  <a:lnTo>
                    <a:pt x="569138" y="426047"/>
                  </a:lnTo>
                  <a:close/>
                  <a:moveTo>
                    <a:pt x="520762" y="460379"/>
                  </a:moveTo>
                  <a:lnTo>
                    <a:pt x="595534" y="461280"/>
                  </a:lnTo>
                  <a:lnTo>
                    <a:pt x="638640" y="407242"/>
                  </a:lnTo>
                  <a:close/>
                  <a:moveTo>
                    <a:pt x="569138" y="426047"/>
                  </a:moveTo>
                  <a:lnTo>
                    <a:pt x="520762" y="460379"/>
                  </a:lnTo>
                  <a:lnTo>
                    <a:pt x="638640" y="407242"/>
                  </a:lnTo>
                  <a:close/>
                  <a:moveTo>
                    <a:pt x="313504" y="242789"/>
                  </a:moveTo>
                  <a:lnTo>
                    <a:pt x="361474" y="255977"/>
                  </a:lnTo>
                  <a:lnTo>
                    <a:pt x="332948" y="243037"/>
                  </a:lnTo>
                  <a:close/>
                  <a:moveTo>
                    <a:pt x="657006" y="361545"/>
                  </a:moveTo>
                  <a:lnTo>
                    <a:pt x="569138" y="426047"/>
                  </a:lnTo>
                  <a:lnTo>
                    <a:pt x="638640" y="407242"/>
                  </a:lnTo>
                  <a:close/>
                  <a:moveTo>
                    <a:pt x="657006" y="361545"/>
                  </a:moveTo>
                  <a:lnTo>
                    <a:pt x="670508" y="311193"/>
                  </a:lnTo>
                  <a:lnTo>
                    <a:pt x="602656" y="336165"/>
                  </a:lnTo>
                  <a:close/>
                  <a:moveTo>
                    <a:pt x="657006" y="361545"/>
                  </a:moveTo>
                  <a:lnTo>
                    <a:pt x="638640" y="407242"/>
                  </a:lnTo>
                  <a:lnTo>
                    <a:pt x="673146" y="381971"/>
                  </a:lnTo>
                  <a:close/>
                  <a:moveTo>
                    <a:pt x="670508" y="311193"/>
                  </a:moveTo>
                  <a:lnTo>
                    <a:pt x="707680" y="280846"/>
                  </a:lnTo>
                  <a:lnTo>
                    <a:pt x="703086" y="261320"/>
                  </a:lnTo>
                  <a:close/>
                  <a:moveTo>
                    <a:pt x="657006" y="361545"/>
                  </a:moveTo>
                  <a:lnTo>
                    <a:pt x="695513" y="341227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07756" y="235254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17481" y="222883"/>
                  </a:lnTo>
                  <a:lnTo>
                    <a:pt x="707756" y="235254"/>
                  </a:lnTo>
                  <a:close/>
                  <a:moveTo>
                    <a:pt x="1793930" y="1444457"/>
                  </a:moveTo>
                  <a:lnTo>
                    <a:pt x="1793698" y="1508834"/>
                  </a:lnTo>
                  <a:lnTo>
                    <a:pt x="1804319" y="1456110"/>
                  </a:lnTo>
                  <a:close/>
                  <a:moveTo>
                    <a:pt x="1756236" y="1171028"/>
                  </a:moveTo>
                  <a:lnTo>
                    <a:pt x="1750175" y="1130905"/>
                  </a:lnTo>
                  <a:lnTo>
                    <a:pt x="1733727" y="1132591"/>
                  </a:lnTo>
                  <a:close/>
                  <a:moveTo>
                    <a:pt x="1119866" y="327707"/>
                  </a:moveTo>
                  <a:lnTo>
                    <a:pt x="1139379" y="348877"/>
                  </a:lnTo>
                  <a:lnTo>
                    <a:pt x="1138423" y="300411"/>
                  </a:lnTo>
                  <a:close/>
                  <a:moveTo>
                    <a:pt x="1138423" y="300411"/>
                  </a:moveTo>
                  <a:lnTo>
                    <a:pt x="1165902" y="339695"/>
                  </a:lnTo>
                  <a:lnTo>
                    <a:pt x="1199312" y="249406"/>
                  </a:lnTo>
                  <a:close/>
                  <a:moveTo>
                    <a:pt x="1254865" y="239048"/>
                  </a:moveTo>
                  <a:lnTo>
                    <a:pt x="1222120" y="228225"/>
                  </a:lnTo>
                  <a:lnTo>
                    <a:pt x="1199312" y="249406"/>
                  </a:lnTo>
                  <a:close/>
                  <a:moveTo>
                    <a:pt x="890600" y="92636"/>
                  </a:moveTo>
                  <a:lnTo>
                    <a:pt x="892810" y="63795"/>
                  </a:lnTo>
                  <a:lnTo>
                    <a:pt x="876600" y="94016"/>
                  </a:lnTo>
                  <a:close/>
                  <a:moveTo>
                    <a:pt x="810482" y="97178"/>
                  </a:moveTo>
                  <a:lnTo>
                    <a:pt x="831156" y="102232"/>
                  </a:lnTo>
                  <a:lnTo>
                    <a:pt x="876600" y="94016"/>
                  </a:lnTo>
                  <a:close/>
                  <a:moveTo>
                    <a:pt x="1415390" y="69565"/>
                  </a:moveTo>
                  <a:lnTo>
                    <a:pt x="1416520" y="69137"/>
                  </a:lnTo>
                  <a:lnTo>
                    <a:pt x="1415733" y="68765"/>
                  </a:lnTo>
                  <a:close/>
                  <a:moveTo>
                    <a:pt x="1455119" y="2899"/>
                  </a:moveTo>
                  <a:lnTo>
                    <a:pt x="1415733" y="68765"/>
                  </a:lnTo>
                  <a:lnTo>
                    <a:pt x="1528873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89" name="Candidate_density__2088">
              <a:extLst>
                <a:ext uri="{FF2B5EF4-FFF2-40B4-BE49-F238E27FC236}">
                  <a16:creationId xmlns:a16="http://schemas.microsoft.com/office/drawing/2014/main" id="{56562BED-A8CB-945C-B0E5-0EAF3EB97BDE}"/>
                </a:ext>
              </a:extLst>
            </p:cNvPr>
            <p:cNvSpPr>
              <a:spLocks noGrp="1"/>
            </p:cNvSpPr>
            <p:nvPr/>
          </p:nvSpPr>
          <p:spPr>
            <a:xfrm>
              <a:off x="4328954" y="1725669"/>
              <a:ext cx="2158122" cy="3169020"/>
            </a:xfrm>
            <a:custGeom>
              <a:avLst/>
              <a:gdLst/>
              <a:ahLst/>
              <a:cxnLst/>
              <a:rect l="0" t="0" r="0" b="0"/>
              <a:pathLst>
                <a:path w="2158122" h="3169020">
                  <a:moveTo>
                    <a:pt x="728204" y="3048368"/>
                  </a:moveTo>
                  <a:lnTo>
                    <a:pt x="754682" y="3169020"/>
                  </a:lnTo>
                  <a:lnTo>
                    <a:pt x="807116" y="3130584"/>
                  </a:lnTo>
                  <a:close/>
                  <a:moveTo>
                    <a:pt x="836880" y="3023071"/>
                  </a:moveTo>
                  <a:lnTo>
                    <a:pt x="879727" y="3119815"/>
                  </a:lnTo>
                  <a:lnTo>
                    <a:pt x="922634" y="3065035"/>
                  </a:lnTo>
                  <a:close/>
                  <a:moveTo>
                    <a:pt x="786882" y="2847538"/>
                  </a:moveTo>
                  <a:lnTo>
                    <a:pt x="768901" y="2801723"/>
                  </a:lnTo>
                  <a:lnTo>
                    <a:pt x="751387" y="2776303"/>
                  </a:lnTo>
                  <a:close/>
                  <a:moveTo>
                    <a:pt x="11456" y="1979572"/>
                  </a:moveTo>
                  <a:lnTo>
                    <a:pt x="46368" y="2061787"/>
                  </a:lnTo>
                  <a:lnTo>
                    <a:pt x="107316" y="1967299"/>
                  </a:lnTo>
                  <a:close/>
                  <a:moveTo>
                    <a:pt x="0" y="1962100"/>
                  </a:moveTo>
                  <a:lnTo>
                    <a:pt x="11456" y="1979572"/>
                  </a:lnTo>
                  <a:lnTo>
                    <a:pt x="107316" y="1967299"/>
                  </a:lnTo>
                  <a:close/>
                  <a:moveTo>
                    <a:pt x="908235" y="2909564"/>
                  </a:moveTo>
                  <a:lnTo>
                    <a:pt x="921985" y="2998478"/>
                  </a:lnTo>
                  <a:lnTo>
                    <a:pt x="964418" y="2924480"/>
                  </a:lnTo>
                  <a:close/>
                  <a:moveTo>
                    <a:pt x="908235" y="2909564"/>
                  </a:moveTo>
                  <a:lnTo>
                    <a:pt x="955459" y="2831671"/>
                  </a:lnTo>
                  <a:lnTo>
                    <a:pt x="895642" y="2819710"/>
                  </a:lnTo>
                  <a:close/>
                  <a:moveTo>
                    <a:pt x="200938" y="1919925"/>
                  </a:moveTo>
                  <a:lnTo>
                    <a:pt x="107316" y="1967299"/>
                  </a:lnTo>
                  <a:lnTo>
                    <a:pt x="189869" y="1997290"/>
                  </a:lnTo>
                  <a:close/>
                  <a:moveTo>
                    <a:pt x="53806" y="1656054"/>
                  </a:moveTo>
                  <a:lnTo>
                    <a:pt x="99498" y="1741617"/>
                  </a:lnTo>
                  <a:lnTo>
                    <a:pt x="101081" y="1728783"/>
                  </a:lnTo>
                  <a:close/>
                  <a:moveTo>
                    <a:pt x="1061550" y="2686413"/>
                  </a:moveTo>
                  <a:lnTo>
                    <a:pt x="1059069" y="2802625"/>
                  </a:lnTo>
                  <a:lnTo>
                    <a:pt x="1105087" y="2759475"/>
                  </a:lnTo>
                  <a:close/>
                  <a:moveTo>
                    <a:pt x="320418" y="1776331"/>
                  </a:moveTo>
                  <a:lnTo>
                    <a:pt x="283017" y="1713604"/>
                  </a:lnTo>
                  <a:lnTo>
                    <a:pt x="324006" y="1782048"/>
                  </a:lnTo>
                  <a:close/>
                  <a:moveTo>
                    <a:pt x="264910" y="1699832"/>
                  </a:moveTo>
                  <a:lnTo>
                    <a:pt x="283017" y="1713604"/>
                  </a:lnTo>
                  <a:lnTo>
                    <a:pt x="320418" y="1776331"/>
                  </a:lnTo>
                  <a:close/>
                  <a:moveTo>
                    <a:pt x="1137363" y="2647977"/>
                  </a:moveTo>
                  <a:lnTo>
                    <a:pt x="1163440" y="2683679"/>
                  </a:lnTo>
                  <a:lnTo>
                    <a:pt x="1175539" y="2730192"/>
                  </a:lnTo>
                  <a:close/>
                  <a:moveTo>
                    <a:pt x="1152739" y="2686413"/>
                  </a:moveTo>
                  <a:lnTo>
                    <a:pt x="1128823" y="2651230"/>
                  </a:lnTo>
                  <a:lnTo>
                    <a:pt x="1105087" y="2759475"/>
                  </a:lnTo>
                  <a:close/>
                  <a:moveTo>
                    <a:pt x="375990" y="1946478"/>
                  </a:moveTo>
                  <a:lnTo>
                    <a:pt x="416599" y="1825826"/>
                  </a:lnTo>
                  <a:lnTo>
                    <a:pt x="364484" y="1864262"/>
                  </a:lnTo>
                  <a:close/>
                  <a:moveTo>
                    <a:pt x="368917" y="1742458"/>
                  </a:moveTo>
                  <a:lnTo>
                    <a:pt x="285225" y="1708206"/>
                  </a:lnTo>
                  <a:lnTo>
                    <a:pt x="320418" y="1776331"/>
                  </a:lnTo>
                  <a:close/>
                  <a:moveTo>
                    <a:pt x="384570" y="1591544"/>
                  </a:moveTo>
                  <a:lnTo>
                    <a:pt x="374276" y="1579181"/>
                  </a:lnTo>
                  <a:lnTo>
                    <a:pt x="383921" y="1661396"/>
                  </a:lnTo>
                  <a:close/>
                  <a:moveTo>
                    <a:pt x="1322955" y="2691756"/>
                  </a:moveTo>
                  <a:lnTo>
                    <a:pt x="1298544" y="2710258"/>
                  </a:lnTo>
                  <a:lnTo>
                    <a:pt x="1229425" y="2630035"/>
                  </a:lnTo>
                  <a:close/>
                  <a:moveTo>
                    <a:pt x="1338474" y="2609541"/>
                  </a:moveTo>
                  <a:lnTo>
                    <a:pt x="1367858" y="2638676"/>
                  </a:lnTo>
                  <a:lnTo>
                    <a:pt x="1361699" y="2691756"/>
                  </a:lnTo>
                  <a:close/>
                  <a:moveTo>
                    <a:pt x="374276" y="1579181"/>
                  </a:moveTo>
                  <a:lnTo>
                    <a:pt x="307669" y="1513461"/>
                  </a:lnTo>
                  <a:lnTo>
                    <a:pt x="377072" y="1540744"/>
                  </a:lnTo>
                  <a:close/>
                  <a:moveTo>
                    <a:pt x="883081" y="1841141"/>
                  </a:moveTo>
                  <a:lnTo>
                    <a:pt x="956959" y="1913384"/>
                  </a:lnTo>
                  <a:lnTo>
                    <a:pt x="868955" y="1840484"/>
                  </a:lnTo>
                  <a:close/>
                  <a:moveTo>
                    <a:pt x="868955" y="1840484"/>
                  </a:moveTo>
                  <a:lnTo>
                    <a:pt x="956959" y="1913384"/>
                  </a:lnTo>
                  <a:lnTo>
                    <a:pt x="968980" y="1919850"/>
                  </a:lnTo>
                  <a:close/>
                  <a:moveTo>
                    <a:pt x="1728257" y="2627546"/>
                  </a:moveTo>
                  <a:lnTo>
                    <a:pt x="1665667" y="2617838"/>
                  </a:lnTo>
                  <a:lnTo>
                    <a:pt x="1763201" y="2687297"/>
                  </a:lnTo>
                  <a:close/>
                  <a:moveTo>
                    <a:pt x="1605212" y="2466802"/>
                  </a:moveTo>
                  <a:lnTo>
                    <a:pt x="1580790" y="2450453"/>
                  </a:lnTo>
                  <a:lnTo>
                    <a:pt x="1593856" y="2532668"/>
                  </a:lnTo>
                  <a:close/>
                  <a:moveTo>
                    <a:pt x="806972" y="1835236"/>
                  </a:moveTo>
                  <a:lnTo>
                    <a:pt x="927158" y="1893258"/>
                  </a:lnTo>
                  <a:lnTo>
                    <a:pt x="883081" y="1841141"/>
                  </a:lnTo>
                  <a:close/>
                  <a:moveTo>
                    <a:pt x="736978" y="1584523"/>
                  </a:moveTo>
                  <a:lnTo>
                    <a:pt x="676310" y="1625371"/>
                  </a:lnTo>
                  <a:lnTo>
                    <a:pt x="710357" y="1547961"/>
                  </a:lnTo>
                  <a:close/>
                  <a:moveTo>
                    <a:pt x="1570125" y="2434735"/>
                  </a:moveTo>
                  <a:lnTo>
                    <a:pt x="1593856" y="2532668"/>
                  </a:lnTo>
                  <a:lnTo>
                    <a:pt x="1580790" y="2450453"/>
                  </a:lnTo>
                  <a:close/>
                  <a:moveTo>
                    <a:pt x="1737334" y="2419982"/>
                  </a:moveTo>
                  <a:lnTo>
                    <a:pt x="1751433" y="2428095"/>
                  </a:lnTo>
                  <a:lnTo>
                    <a:pt x="1719072" y="2412016"/>
                  </a:lnTo>
                  <a:close/>
                  <a:moveTo>
                    <a:pt x="1751433" y="2428095"/>
                  </a:moveTo>
                  <a:lnTo>
                    <a:pt x="1737334" y="2419982"/>
                  </a:lnTo>
                  <a:lnTo>
                    <a:pt x="1815906" y="2494232"/>
                  </a:lnTo>
                  <a:close/>
                  <a:moveTo>
                    <a:pt x="1579991" y="2344417"/>
                  </a:moveTo>
                  <a:lnTo>
                    <a:pt x="1555987" y="2329801"/>
                  </a:lnTo>
                  <a:lnTo>
                    <a:pt x="1570125" y="2434735"/>
                  </a:lnTo>
                  <a:close/>
                  <a:moveTo>
                    <a:pt x="1579991" y="2344417"/>
                  </a:moveTo>
                  <a:lnTo>
                    <a:pt x="1570125" y="2434735"/>
                  </a:lnTo>
                  <a:lnTo>
                    <a:pt x="1669032" y="2398671"/>
                  </a:lnTo>
                  <a:close/>
                  <a:moveTo>
                    <a:pt x="1416027" y="2286022"/>
                  </a:moveTo>
                  <a:lnTo>
                    <a:pt x="1470365" y="2355154"/>
                  </a:lnTo>
                  <a:lnTo>
                    <a:pt x="1444379" y="2331249"/>
                  </a:lnTo>
                  <a:close/>
                  <a:moveTo>
                    <a:pt x="1464573" y="2286022"/>
                  </a:moveTo>
                  <a:lnTo>
                    <a:pt x="1444379" y="2331249"/>
                  </a:lnTo>
                  <a:lnTo>
                    <a:pt x="1555987" y="2329801"/>
                  </a:lnTo>
                  <a:close/>
                  <a:moveTo>
                    <a:pt x="889597" y="1523426"/>
                  </a:moveTo>
                  <a:lnTo>
                    <a:pt x="851275" y="1507019"/>
                  </a:lnTo>
                  <a:lnTo>
                    <a:pt x="800931" y="1434826"/>
                  </a:lnTo>
                  <a:close/>
                  <a:moveTo>
                    <a:pt x="702213" y="1354398"/>
                  </a:moveTo>
                  <a:lnTo>
                    <a:pt x="800931" y="1434826"/>
                  </a:lnTo>
                  <a:lnTo>
                    <a:pt x="736895" y="1381657"/>
                  </a:lnTo>
                  <a:close/>
                  <a:moveTo>
                    <a:pt x="736895" y="1381657"/>
                  </a:moveTo>
                  <a:lnTo>
                    <a:pt x="800931" y="1434826"/>
                  </a:lnTo>
                  <a:lnTo>
                    <a:pt x="745215" y="1389134"/>
                  </a:lnTo>
                  <a:close/>
                  <a:moveTo>
                    <a:pt x="524735" y="1037723"/>
                  </a:moveTo>
                  <a:lnTo>
                    <a:pt x="562904" y="1049618"/>
                  </a:lnTo>
                  <a:lnTo>
                    <a:pt x="585971" y="1135012"/>
                  </a:lnTo>
                  <a:close/>
                  <a:moveTo>
                    <a:pt x="506524" y="952436"/>
                  </a:moveTo>
                  <a:lnTo>
                    <a:pt x="513514" y="864961"/>
                  </a:lnTo>
                  <a:lnTo>
                    <a:pt x="444107" y="884114"/>
                  </a:lnTo>
                  <a:close/>
                  <a:moveTo>
                    <a:pt x="355350" y="830924"/>
                  </a:moveTo>
                  <a:lnTo>
                    <a:pt x="293036" y="804630"/>
                  </a:lnTo>
                  <a:lnTo>
                    <a:pt x="378005" y="849929"/>
                  </a:lnTo>
                  <a:close/>
                  <a:moveTo>
                    <a:pt x="300011" y="806151"/>
                  </a:moveTo>
                  <a:lnTo>
                    <a:pt x="310996" y="880294"/>
                  </a:lnTo>
                  <a:lnTo>
                    <a:pt x="378005" y="849929"/>
                  </a:lnTo>
                  <a:close/>
                  <a:moveTo>
                    <a:pt x="1719072" y="2412016"/>
                  </a:moveTo>
                  <a:lnTo>
                    <a:pt x="1751433" y="2428095"/>
                  </a:lnTo>
                  <a:lnTo>
                    <a:pt x="1762249" y="2399726"/>
                  </a:lnTo>
                  <a:close/>
                  <a:moveTo>
                    <a:pt x="1719072" y="2412016"/>
                  </a:moveTo>
                  <a:lnTo>
                    <a:pt x="1762249" y="2399726"/>
                  </a:lnTo>
                  <a:lnTo>
                    <a:pt x="1669032" y="2398671"/>
                  </a:lnTo>
                  <a:close/>
                  <a:moveTo>
                    <a:pt x="1669032" y="2398671"/>
                  </a:moveTo>
                  <a:lnTo>
                    <a:pt x="1762249" y="2399726"/>
                  </a:lnTo>
                  <a:lnTo>
                    <a:pt x="1789432" y="2354965"/>
                  </a:lnTo>
                  <a:close/>
                  <a:moveTo>
                    <a:pt x="1579991" y="2344417"/>
                  </a:moveTo>
                  <a:lnTo>
                    <a:pt x="1669032" y="2398671"/>
                  </a:lnTo>
                  <a:lnTo>
                    <a:pt x="1713916" y="2351284"/>
                  </a:lnTo>
                  <a:close/>
                  <a:moveTo>
                    <a:pt x="378005" y="849929"/>
                  </a:moveTo>
                  <a:lnTo>
                    <a:pt x="444107" y="884114"/>
                  </a:lnTo>
                  <a:lnTo>
                    <a:pt x="460235" y="829384"/>
                  </a:lnTo>
                  <a:close/>
                  <a:moveTo>
                    <a:pt x="378005" y="849929"/>
                  </a:moveTo>
                  <a:lnTo>
                    <a:pt x="460235" y="829384"/>
                  </a:lnTo>
                  <a:lnTo>
                    <a:pt x="355350" y="830924"/>
                  </a:lnTo>
                  <a:close/>
                  <a:moveTo>
                    <a:pt x="1505407" y="1962504"/>
                  </a:moveTo>
                  <a:lnTo>
                    <a:pt x="1491612" y="1998105"/>
                  </a:lnTo>
                  <a:lnTo>
                    <a:pt x="1543965" y="1994522"/>
                  </a:lnTo>
                  <a:close/>
                  <a:moveTo>
                    <a:pt x="1923182" y="2297722"/>
                  </a:moveTo>
                  <a:lnTo>
                    <a:pt x="1943372" y="2335144"/>
                  </a:lnTo>
                  <a:lnTo>
                    <a:pt x="1906525" y="2298897"/>
                  </a:lnTo>
                  <a:close/>
                  <a:moveTo>
                    <a:pt x="1906525" y="2298897"/>
                  </a:moveTo>
                  <a:lnTo>
                    <a:pt x="1875607" y="2368161"/>
                  </a:lnTo>
                  <a:lnTo>
                    <a:pt x="1923182" y="2297722"/>
                  </a:lnTo>
                  <a:close/>
                  <a:moveTo>
                    <a:pt x="1614388" y="2098475"/>
                  </a:moveTo>
                  <a:lnTo>
                    <a:pt x="1654858" y="2130474"/>
                  </a:lnTo>
                  <a:lnTo>
                    <a:pt x="1641903" y="2126935"/>
                  </a:lnTo>
                  <a:close/>
                  <a:moveTo>
                    <a:pt x="1804272" y="2209149"/>
                  </a:moveTo>
                  <a:lnTo>
                    <a:pt x="1744731" y="2126935"/>
                  </a:lnTo>
                  <a:lnTo>
                    <a:pt x="1790574" y="2144036"/>
                  </a:lnTo>
                  <a:close/>
                  <a:moveTo>
                    <a:pt x="1790574" y="2144036"/>
                  </a:moveTo>
                  <a:lnTo>
                    <a:pt x="1822779" y="2088498"/>
                  </a:lnTo>
                  <a:lnTo>
                    <a:pt x="1839319" y="2097385"/>
                  </a:lnTo>
                  <a:close/>
                  <a:moveTo>
                    <a:pt x="1730262" y="2025362"/>
                  </a:moveTo>
                  <a:lnTo>
                    <a:pt x="1760667" y="2032218"/>
                  </a:lnTo>
                  <a:lnTo>
                    <a:pt x="1670710" y="2013186"/>
                  </a:lnTo>
                  <a:close/>
                  <a:moveTo>
                    <a:pt x="1839319" y="2097385"/>
                  </a:moveTo>
                  <a:lnTo>
                    <a:pt x="1822779" y="2088498"/>
                  </a:lnTo>
                  <a:lnTo>
                    <a:pt x="1760667" y="2032218"/>
                  </a:lnTo>
                  <a:close/>
                  <a:moveTo>
                    <a:pt x="1730262" y="2025362"/>
                  </a:moveTo>
                  <a:lnTo>
                    <a:pt x="1670710" y="2013186"/>
                  </a:lnTo>
                  <a:lnTo>
                    <a:pt x="1728538" y="1924068"/>
                  </a:lnTo>
                  <a:close/>
                  <a:moveTo>
                    <a:pt x="438035" y="431008"/>
                  </a:moveTo>
                  <a:lnTo>
                    <a:pt x="352716" y="390675"/>
                  </a:lnTo>
                  <a:lnTo>
                    <a:pt x="382959" y="440289"/>
                  </a:lnTo>
                  <a:close/>
                  <a:moveTo>
                    <a:pt x="1673799" y="1810489"/>
                  </a:moveTo>
                  <a:lnTo>
                    <a:pt x="1728538" y="1924068"/>
                  </a:lnTo>
                  <a:lnTo>
                    <a:pt x="1706151" y="1841853"/>
                  </a:lnTo>
                  <a:close/>
                  <a:moveTo>
                    <a:pt x="1375092" y="1671373"/>
                  </a:moveTo>
                  <a:lnTo>
                    <a:pt x="1382752" y="1677422"/>
                  </a:lnTo>
                  <a:lnTo>
                    <a:pt x="1441031" y="1578264"/>
                  </a:lnTo>
                  <a:close/>
                  <a:moveTo>
                    <a:pt x="1518705" y="1575709"/>
                  </a:moveTo>
                  <a:lnTo>
                    <a:pt x="1432530" y="1641342"/>
                  </a:lnTo>
                  <a:lnTo>
                    <a:pt x="1509204" y="1649355"/>
                  </a:lnTo>
                  <a:close/>
                  <a:moveTo>
                    <a:pt x="1518705" y="1575709"/>
                  </a:moveTo>
                  <a:lnTo>
                    <a:pt x="1441031" y="1578264"/>
                  </a:lnTo>
                  <a:lnTo>
                    <a:pt x="1432530" y="1641342"/>
                  </a:lnTo>
                  <a:close/>
                  <a:moveTo>
                    <a:pt x="2060632" y="2038645"/>
                  </a:moveTo>
                  <a:lnTo>
                    <a:pt x="2016222" y="2014158"/>
                  </a:lnTo>
                  <a:lnTo>
                    <a:pt x="2106565" y="2059095"/>
                  </a:lnTo>
                  <a:close/>
                  <a:moveTo>
                    <a:pt x="1617839" y="1455614"/>
                  </a:moveTo>
                  <a:lnTo>
                    <a:pt x="1542330" y="1456410"/>
                  </a:lnTo>
                  <a:lnTo>
                    <a:pt x="1532457" y="1521089"/>
                  </a:lnTo>
                  <a:close/>
                  <a:moveTo>
                    <a:pt x="1617839" y="1455614"/>
                  </a:moveTo>
                  <a:lnTo>
                    <a:pt x="1632024" y="1399497"/>
                  </a:lnTo>
                  <a:lnTo>
                    <a:pt x="1551648" y="1377640"/>
                  </a:lnTo>
                  <a:close/>
                  <a:moveTo>
                    <a:pt x="2122052" y="2088805"/>
                  </a:moveTo>
                  <a:lnTo>
                    <a:pt x="2158122" y="2176055"/>
                  </a:lnTo>
                  <a:lnTo>
                    <a:pt x="2131655" y="2093840"/>
                  </a:lnTo>
                  <a:close/>
                  <a:moveTo>
                    <a:pt x="2122052" y="2088805"/>
                  </a:moveTo>
                  <a:lnTo>
                    <a:pt x="2147686" y="2168056"/>
                  </a:lnTo>
                  <a:lnTo>
                    <a:pt x="2158122" y="2176055"/>
                  </a:lnTo>
                  <a:close/>
                  <a:moveTo>
                    <a:pt x="2122052" y="2088805"/>
                  </a:moveTo>
                  <a:lnTo>
                    <a:pt x="2131655" y="2093840"/>
                  </a:lnTo>
                  <a:lnTo>
                    <a:pt x="2106565" y="2059095"/>
                  </a:lnTo>
                  <a:close/>
                  <a:moveTo>
                    <a:pt x="1823290" y="1557292"/>
                  </a:moveTo>
                  <a:lnTo>
                    <a:pt x="1879308" y="1551533"/>
                  </a:lnTo>
                  <a:lnTo>
                    <a:pt x="1888388" y="1562113"/>
                  </a:lnTo>
                  <a:close/>
                  <a:moveTo>
                    <a:pt x="1886162" y="1558842"/>
                  </a:moveTo>
                  <a:lnTo>
                    <a:pt x="1888388" y="1562113"/>
                  </a:lnTo>
                  <a:lnTo>
                    <a:pt x="1879308" y="1551533"/>
                  </a:lnTo>
                  <a:close/>
                  <a:moveTo>
                    <a:pt x="1608132" y="1063137"/>
                  </a:moveTo>
                  <a:lnTo>
                    <a:pt x="1592279" y="1115527"/>
                  </a:lnTo>
                  <a:lnTo>
                    <a:pt x="1662624" y="1118929"/>
                  </a:lnTo>
                  <a:close/>
                  <a:moveTo>
                    <a:pt x="1604614" y="1030386"/>
                  </a:moveTo>
                  <a:lnTo>
                    <a:pt x="1608132" y="1063137"/>
                  </a:lnTo>
                  <a:lnTo>
                    <a:pt x="1533478" y="963147"/>
                  </a:lnTo>
                  <a:close/>
                  <a:moveTo>
                    <a:pt x="1777038" y="1186596"/>
                  </a:moveTo>
                  <a:lnTo>
                    <a:pt x="1856319" y="1250378"/>
                  </a:lnTo>
                  <a:lnTo>
                    <a:pt x="1812542" y="1194816"/>
                  </a:lnTo>
                  <a:close/>
                  <a:moveTo>
                    <a:pt x="1866828" y="1274283"/>
                  </a:moveTo>
                  <a:lnTo>
                    <a:pt x="1856319" y="1250378"/>
                  </a:lnTo>
                  <a:lnTo>
                    <a:pt x="1777038" y="1186596"/>
                  </a:lnTo>
                  <a:close/>
                  <a:moveTo>
                    <a:pt x="1818232" y="1253198"/>
                  </a:moveTo>
                  <a:lnTo>
                    <a:pt x="1866828" y="1274283"/>
                  </a:lnTo>
                  <a:lnTo>
                    <a:pt x="1777038" y="1186596"/>
                  </a:lnTo>
                  <a:close/>
                  <a:moveTo>
                    <a:pt x="1588406" y="1018583"/>
                  </a:moveTo>
                  <a:lnTo>
                    <a:pt x="1591731" y="1097100"/>
                  </a:lnTo>
                  <a:lnTo>
                    <a:pt x="1604614" y="1030386"/>
                  </a:lnTo>
                  <a:close/>
                  <a:moveTo>
                    <a:pt x="1375912" y="619310"/>
                  </a:moveTo>
                  <a:lnTo>
                    <a:pt x="1334627" y="603255"/>
                  </a:lnTo>
                  <a:lnTo>
                    <a:pt x="1391611" y="627542"/>
                  </a:lnTo>
                  <a:close/>
                  <a:moveTo>
                    <a:pt x="1273822" y="592097"/>
                  </a:moveTo>
                  <a:lnTo>
                    <a:pt x="1334627" y="603255"/>
                  </a:lnTo>
                  <a:lnTo>
                    <a:pt x="1244398" y="515926"/>
                  </a:lnTo>
                  <a:close/>
                  <a:moveTo>
                    <a:pt x="1334627" y="603255"/>
                  </a:moveTo>
                  <a:lnTo>
                    <a:pt x="1375912" y="619310"/>
                  </a:lnTo>
                  <a:lnTo>
                    <a:pt x="1297867" y="555704"/>
                  </a:lnTo>
                  <a:close/>
                  <a:moveTo>
                    <a:pt x="1208717" y="144565"/>
                  </a:moveTo>
                  <a:lnTo>
                    <a:pt x="1158641" y="98619"/>
                  </a:lnTo>
                  <a:lnTo>
                    <a:pt x="1200313" y="131362"/>
                  </a:lnTo>
                  <a:close/>
                  <a:moveTo>
                    <a:pt x="1396801" y="54489"/>
                  </a:moveTo>
                  <a:lnTo>
                    <a:pt x="1337951" y="0"/>
                  </a:lnTo>
                  <a:lnTo>
                    <a:pt x="1336839" y="1071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90" name="Candidate_density__2089">
              <a:extLst>
                <a:ext uri="{FF2B5EF4-FFF2-40B4-BE49-F238E27FC236}">
                  <a16:creationId xmlns:a16="http://schemas.microsoft.com/office/drawing/2014/main" id="{953F21B8-BC9F-3590-E359-A7E3F97B75EA}"/>
                </a:ext>
              </a:extLst>
            </p:cNvPr>
            <p:cNvSpPr>
              <a:spLocks noGrp="1"/>
            </p:cNvSpPr>
            <p:nvPr/>
          </p:nvSpPr>
          <p:spPr>
            <a:xfrm>
              <a:off x="4413189" y="1857217"/>
              <a:ext cx="2182698" cy="2988267"/>
            </a:xfrm>
            <a:custGeom>
              <a:avLst/>
              <a:gdLst/>
              <a:ahLst/>
              <a:cxnLst/>
              <a:rect l="0" t="0" r="0" b="0"/>
              <a:pathLst>
                <a:path w="2182698" h="2988267">
                  <a:moveTo>
                    <a:pt x="817554" y="2916820"/>
                  </a:moveTo>
                  <a:lnTo>
                    <a:pt x="838399" y="2933487"/>
                  </a:lnTo>
                  <a:lnTo>
                    <a:pt x="795492" y="2988267"/>
                  </a:lnTo>
                  <a:close/>
                  <a:moveTo>
                    <a:pt x="379482" y="2332300"/>
                  </a:moveTo>
                  <a:lnTo>
                    <a:pt x="446266" y="2303339"/>
                  </a:lnTo>
                  <a:lnTo>
                    <a:pt x="498649" y="2283988"/>
                  </a:lnTo>
                  <a:close/>
                  <a:moveTo>
                    <a:pt x="446646" y="2302878"/>
                  </a:moveTo>
                  <a:lnTo>
                    <a:pt x="498649" y="2283988"/>
                  </a:lnTo>
                  <a:lnTo>
                    <a:pt x="446266" y="2303339"/>
                  </a:lnTo>
                  <a:close/>
                  <a:moveTo>
                    <a:pt x="446646" y="2302878"/>
                  </a:moveTo>
                  <a:lnTo>
                    <a:pt x="522774" y="2264442"/>
                  </a:lnTo>
                  <a:lnTo>
                    <a:pt x="498649" y="2283988"/>
                  </a:lnTo>
                  <a:close/>
                  <a:moveTo>
                    <a:pt x="522774" y="2264442"/>
                  </a:moveTo>
                  <a:lnTo>
                    <a:pt x="446646" y="2302878"/>
                  </a:lnTo>
                  <a:lnTo>
                    <a:pt x="560441" y="2236360"/>
                  </a:lnTo>
                  <a:close/>
                  <a:moveTo>
                    <a:pt x="23081" y="1835751"/>
                  </a:moveTo>
                  <a:lnTo>
                    <a:pt x="40297" y="1789903"/>
                  </a:lnTo>
                  <a:lnTo>
                    <a:pt x="0" y="1891803"/>
                  </a:lnTo>
                  <a:close/>
                  <a:moveTo>
                    <a:pt x="555719" y="2143790"/>
                  </a:moveTo>
                  <a:lnTo>
                    <a:pt x="587325" y="2121673"/>
                  </a:lnTo>
                  <a:lnTo>
                    <a:pt x="630516" y="2067955"/>
                  </a:lnTo>
                  <a:close/>
                  <a:moveTo>
                    <a:pt x="1175314" y="2674181"/>
                  </a:moveTo>
                  <a:lnTo>
                    <a:pt x="1165570" y="2675142"/>
                  </a:lnTo>
                  <a:lnTo>
                    <a:pt x="1215097" y="2598644"/>
                  </a:lnTo>
                  <a:close/>
                  <a:moveTo>
                    <a:pt x="805997" y="1951531"/>
                  </a:moveTo>
                  <a:lnTo>
                    <a:pt x="737666" y="1974709"/>
                  </a:lnTo>
                  <a:lnTo>
                    <a:pt x="750431" y="1958981"/>
                  </a:lnTo>
                  <a:close/>
                  <a:moveTo>
                    <a:pt x="853650" y="1902487"/>
                  </a:moveTo>
                  <a:lnTo>
                    <a:pt x="850267" y="1901848"/>
                  </a:lnTo>
                  <a:lnTo>
                    <a:pt x="805997" y="1951531"/>
                  </a:lnTo>
                  <a:close/>
                  <a:moveTo>
                    <a:pt x="853650" y="1902487"/>
                  </a:moveTo>
                  <a:lnTo>
                    <a:pt x="868935" y="1864051"/>
                  </a:lnTo>
                  <a:lnTo>
                    <a:pt x="850267" y="1901848"/>
                  </a:lnTo>
                  <a:close/>
                  <a:moveTo>
                    <a:pt x="822007" y="1617405"/>
                  </a:moveTo>
                  <a:lnTo>
                    <a:pt x="813566" y="1549426"/>
                  </a:lnTo>
                  <a:lnTo>
                    <a:pt x="807273" y="1590509"/>
                  </a:lnTo>
                  <a:close/>
                  <a:moveTo>
                    <a:pt x="840020" y="1496754"/>
                  </a:moveTo>
                  <a:lnTo>
                    <a:pt x="813566" y="1549426"/>
                  </a:lnTo>
                  <a:lnTo>
                    <a:pt x="822007" y="1617405"/>
                  </a:lnTo>
                  <a:close/>
                  <a:moveTo>
                    <a:pt x="1774576" y="2419361"/>
                  </a:moveTo>
                  <a:lnTo>
                    <a:pt x="1799472" y="2362684"/>
                  </a:lnTo>
                  <a:lnTo>
                    <a:pt x="1806985" y="2424104"/>
                  </a:lnTo>
                  <a:close/>
                  <a:moveTo>
                    <a:pt x="733648" y="889128"/>
                  </a:moveTo>
                  <a:lnTo>
                    <a:pt x="704517" y="989961"/>
                  </a:lnTo>
                  <a:lnTo>
                    <a:pt x="735524" y="926590"/>
                  </a:lnTo>
                  <a:close/>
                  <a:moveTo>
                    <a:pt x="733988" y="884947"/>
                  </a:moveTo>
                  <a:lnTo>
                    <a:pt x="735524" y="926590"/>
                  </a:lnTo>
                  <a:lnTo>
                    <a:pt x="751411" y="886634"/>
                  </a:lnTo>
                  <a:close/>
                  <a:moveTo>
                    <a:pt x="733988" y="884947"/>
                  </a:moveTo>
                  <a:lnTo>
                    <a:pt x="751411" y="886634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43160" y="799261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62905" y="767502"/>
                  </a:lnTo>
                  <a:lnTo>
                    <a:pt x="843160" y="799261"/>
                  </a:lnTo>
                  <a:close/>
                  <a:moveTo>
                    <a:pt x="2182698" y="2248479"/>
                  </a:moveTo>
                  <a:lnTo>
                    <a:pt x="2070090" y="2321312"/>
                  </a:lnTo>
                  <a:lnTo>
                    <a:pt x="2132453" y="2275822"/>
                  </a:lnTo>
                  <a:close/>
                  <a:moveTo>
                    <a:pt x="2134860" y="2247374"/>
                  </a:moveTo>
                  <a:lnTo>
                    <a:pt x="2182698" y="2248479"/>
                  </a:lnTo>
                  <a:lnTo>
                    <a:pt x="2132453" y="2275822"/>
                  </a:lnTo>
                  <a:close/>
                  <a:moveTo>
                    <a:pt x="856286" y="685287"/>
                  </a:moveTo>
                  <a:lnTo>
                    <a:pt x="859135" y="747608"/>
                  </a:lnTo>
                  <a:lnTo>
                    <a:pt x="862905" y="767502"/>
                  </a:lnTo>
                  <a:close/>
                  <a:moveTo>
                    <a:pt x="948611" y="699668"/>
                  </a:moveTo>
                  <a:lnTo>
                    <a:pt x="859135" y="747608"/>
                  </a:lnTo>
                  <a:lnTo>
                    <a:pt x="856286" y="685287"/>
                  </a:lnTo>
                  <a:close/>
                  <a:moveTo>
                    <a:pt x="1815449" y="1551216"/>
                  </a:moveTo>
                  <a:lnTo>
                    <a:pt x="1844616" y="1512780"/>
                  </a:lnTo>
                  <a:lnTo>
                    <a:pt x="1833995" y="1565505"/>
                  </a:lnTo>
                  <a:close/>
                  <a:moveTo>
                    <a:pt x="757778" y="279553"/>
                  </a:moveTo>
                  <a:lnTo>
                    <a:pt x="743382" y="317990"/>
                  </a:lnTo>
                  <a:lnTo>
                    <a:pt x="801128" y="211709"/>
                  </a:lnTo>
                  <a:close/>
                  <a:moveTo>
                    <a:pt x="743382" y="317990"/>
                  </a:moveTo>
                  <a:lnTo>
                    <a:pt x="757880" y="265215"/>
                  </a:lnTo>
                  <a:lnTo>
                    <a:pt x="801128" y="211709"/>
                  </a:lnTo>
                  <a:close/>
                  <a:moveTo>
                    <a:pt x="801128" y="211709"/>
                  </a:moveTo>
                  <a:lnTo>
                    <a:pt x="838010" y="224822"/>
                  </a:lnTo>
                  <a:lnTo>
                    <a:pt x="821327" y="197339"/>
                  </a:lnTo>
                  <a:close/>
                  <a:moveTo>
                    <a:pt x="1286326" y="695948"/>
                  </a:moveTo>
                  <a:lnTo>
                    <a:pt x="1304039" y="698721"/>
                  </a:lnTo>
                  <a:lnTo>
                    <a:pt x="1351865" y="662333"/>
                  </a:lnTo>
                  <a:close/>
                  <a:moveTo>
                    <a:pt x="1315330" y="690629"/>
                  </a:moveTo>
                  <a:lnTo>
                    <a:pt x="1360575" y="652193"/>
                  </a:lnTo>
                  <a:lnTo>
                    <a:pt x="1351865" y="662333"/>
                  </a:lnTo>
                  <a:close/>
                  <a:moveTo>
                    <a:pt x="821327" y="197339"/>
                  </a:moveTo>
                  <a:lnTo>
                    <a:pt x="846512" y="166191"/>
                  </a:lnTo>
                  <a:lnTo>
                    <a:pt x="801128" y="211709"/>
                  </a:lnTo>
                  <a:close/>
                  <a:moveTo>
                    <a:pt x="821327" y="197339"/>
                  </a:moveTo>
                  <a:lnTo>
                    <a:pt x="871452" y="158902"/>
                  </a:lnTo>
                  <a:lnTo>
                    <a:pt x="846512" y="166191"/>
                  </a:lnTo>
                  <a:close/>
                  <a:moveTo>
                    <a:pt x="871452" y="158902"/>
                  </a:moveTo>
                  <a:lnTo>
                    <a:pt x="821327" y="197339"/>
                  </a:lnTo>
                  <a:lnTo>
                    <a:pt x="916896" y="150687"/>
                  </a:lnTo>
                  <a:close/>
                  <a:moveTo>
                    <a:pt x="821327" y="197339"/>
                  </a:moveTo>
                  <a:lnTo>
                    <a:pt x="863389" y="165835"/>
                  </a:lnTo>
                  <a:lnTo>
                    <a:pt x="916896" y="150687"/>
                  </a:lnTo>
                  <a:close/>
                  <a:moveTo>
                    <a:pt x="916896" y="150687"/>
                  </a:moveTo>
                  <a:lnTo>
                    <a:pt x="863389" y="165835"/>
                  </a:lnTo>
                  <a:lnTo>
                    <a:pt x="989571" y="143747"/>
                  </a:lnTo>
                  <a:close/>
                  <a:moveTo>
                    <a:pt x="916896" y="150687"/>
                  </a:moveTo>
                  <a:lnTo>
                    <a:pt x="989571" y="143747"/>
                  </a:lnTo>
                  <a:lnTo>
                    <a:pt x="930896" y="149307"/>
                  </a:lnTo>
                  <a:close/>
                  <a:moveTo>
                    <a:pt x="1178720" y="357082"/>
                  </a:moveTo>
                  <a:lnTo>
                    <a:pt x="1239608" y="306076"/>
                  </a:lnTo>
                  <a:lnTo>
                    <a:pt x="1289967" y="279158"/>
                  </a:lnTo>
                  <a:close/>
                  <a:moveTo>
                    <a:pt x="1262416" y="284896"/>
                  </a:moveTo>
                  <a:lnTo>
                    <a:pt x="1289967" y="279158"/>
                  </a:lnTo>
                  <a:lnTo>
                    <a:pt x="1239608" y="306076"/>
                  </a:lnTo>
                  <a:close/>
                  <a:moveTo>
                    <a:pt x="1262416" y="284896"/>
                  </a:moveTo>
                  <a:lnTo>
                    <a:pt x="1309159" y="246460"/>
                  </a:lnTo>
                  <a:lnTo>
                    <a:pt x="1289967" y="279158"/>
                  </a:lnTo>
                  <a:close/>
                  <a:moveTo>
                    <a:pt x="1309159" y="246460"/>
                  </a:moveTo>
                  <a:lnTo>
                    <a:pt x="1262416" y="284896"/>
                  </a:lnTo>
                  <a:lnTo>
                    <a:pt x="1341823" y="194381"/>
                  </a:lnTo>
                  <a:close/>
                  <a:moveTo>
                    <a:pt x="1309159" y="246460"/>
                  </a:moveTo>
                  <a:lnTo>
                    <a:pt x="1341823" y="194381"/>
                  </a:lnTo>
                  <a:lnTo>
                    <a:pt x="1392475" y="168559"/>
                  </a:lnTo>
                  <a:close/>
                  <a:moveTo>
                    <a:pt x="1392475" y="168559"/>
                  </a:moveTo>
                  <a:lnTo>
                    <a:pt x="1341823" y="194381"/>
                  </a:lnTo>
                  <a:lnTo>
                    <a:pt x="1455686" y="126235"/>
                  </a:lnTo>
                  <a:close/>
                  <a:moveTo>
                    <a:pt x="1455686" y="126235"/>
                  </a:moveTo>
                  <a:lnTo>
                    <a:pt x="1456030" y="125435"/>
                  </a:lnTo>
                  <a:lnTo>
                    <a:pt x="1445335" y="150990"/>
                  </a:lnTo>
                  <a:close/>
                  <a:moveTo>
                    <a:pt x="1486034" y="43593"/>
                  </a:moveTo>
                  <a:lnTo>
                    <a:pt x="1456030" y="125435"/>
                  </a:lnTo>
                  <a:lnTo>
                    <a:pt x="1456817" y="125808"/>
                  </a:lnTo>
                  <a:close/>
                  <a:moveTo>
                    <a:pt x="1569169" y="56671"/>
                  </a:moveTo>
                  <a:lnTo>
                    <a:pt x="1456030" y="125435"/>
                  </a:lnTo>
                  <a:lnTo>
                    <a:pt x="1486034" y="43593"/>
                  </a:lnTo>
                  <a:close/>
                  <a:moveTo>
                    <a:pt x="1464034" y="87371"/>
                  </a:moveTo>
                  <a:lnTo>
                    <a:pt x="1456030" y="125435"/>
                  </a:lnTo>
                  <a:lnTo>
                    <a:pt x="1495415" y="59570"/>
                  </a:lnTo>
                  <a:close/>
                  <a:moveTo>
                    <a:pt x="1569169" y="56671"/>
                  </a:moveTo>
                  <a:lnTo>
                    <a:pt x="1560993" y="601"/>
                  </a:lnTo>
                  <a:lnTo>
                    <a:pt x="1537041" y="0"/>
                  </a:lnTo>
                  <a:close/>
                  <a:moveTo>
                    <a:pt x="1495415" y="59570"/>
                  </a:moveTo>
                  <a:lnTo>
                    <a:pt x="1569169" y="56671"/>
                  </a:lnTo>
                  <a:lnTo>
                    <a:pt x="15370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91" name="Candidate_density__2090">
              <a:extLst>
                <a:ext uri="{FF2B5EF4-FFF2-40B4-BE49-F238E27FC236}">
                  <a16:creationId xmlns:a16="http://schemas.microsoft.com/office/drawing/2014/main" id="{CDBE5177-F576-3D7A-CE6E-247D3E247BC1}"/>
                </a:ext>
              </a:extLst>
            </p:cNvPr>
            <p:cNvSpPr>
              <a:spLocks noGrp="1"/>
            </p:cNvSpPr>
            <p:nvPr/>
          </p:nvSpPr>
          <p:spPr>
            <a:xfrm>
              <a:off x="4506300" y="1725669"/>
              <a:ext cx="2057252" cy="3131529"/>
            </a:xfrm>
            <a:custGeom>
              <a:avLst/>
              <a:gdLst/>
              <a:ahLst/>
              <a:cxnLst/>
              <a:rect l="0" t="0" r="0" b="0"/>
              <a:pathLst>
                <a:path w="2057252" h="3131529">
                  <a:moveTo>
                    <a:pt x="629770" y="3130584"/>
                  </a:moveTo>
                  <a:lnTo>
                    <a:pt x="630984" y="3131529"/>
                  </a:lnTo>
                  <a:lnTo>
                    <a:pt x="631651" y="3129836"/>
                  </a:lnTo>
                  <a:close/>
                  <a:moveTo>
                    <a:pt x="631651" y="3129836"/>
                  </a:moveTo>
                  <a:lnTo>
                    <a:pt x="630984" y="3131529"/>
                  </a:lnTo>
                  <a:lnTo>
                    <a:pt x="640383" y="3130584"/>
                  </a:lnTo>
                  <a:close/>
                  <a:moveTo>
                    <a:pt x="60441" y="2434426"/>
                  </a:moveTo>
                  <a:lnTo>
                    <a:pt x="0" y="2378975"/>
                  </a:lnTo>
                  <a:lnTo>
                    <a:pt x="45665" y="2390648"/>
                  </a:lnTo>
                  <a:close/>
                  <a:moveTo>
                    <a:pt x="60441" y="2434426"/>
                  </a:moveTo>
                  <a:lnTo>
                    <a:pt x="45665" y="2390648"/>
                  </a:lnTo>
                  <a:lnTo>
                    <a:pt x="14459" y="2472863"/>
                  </a:lnTo>
                  <a:close/>
                  <a:moveTo>
                    <a:pt x="335493" y="2388094"/>
                  </a:moveTo>
                  <a:lnTo>
                    <a:pt x="255968" y="2413631"/>
                  </a:lnTo>
                  <a:lnTo>
                    <a:pt x="329043" y="2408191"/>
                  </a:lnTo>
                  <a:close/>
                  <a:moveTo>
                    <a:pt x="335493" y="2388094"/>
                  </a:moveTo>
                  <a:lnTo>
                    <a:pt x="264067" y="2385569"/>
                  </a:lnTo>
                  <a:lnTo>
                    <a:pt x="255968" y="2413631"/>
                  </a:lnTo>
                  <a:close/>
                  <a:moveTo>
                    <a:pt x="358834" y="2304371"/>
                  </a:moveTo>
                  <a:lnTo>
                    <a:pt x="309236" y="2275338"/>
                  </a:lnTo>
                  <a:lnTo>
                    <a:pt x="335493" y="2388094"/>
                  </a:lnTo>
                  <a:close/>
                  <a:moveTo>
                    <a:pt x="210444" y="2128887"/>
                  </a:moveTo>
                  <a:lnTo>
                    <a:pt x="249512" y="2174293"/>
                  </a:lnTo>
                  <a:lnTo>
                    <a:pt x="177661" y="2149344"/>
                  </a:lnTo>
                  <a:close/>
                  <a:moveTo>
                    <a:pt x="249444" y="2197273"/>
                  </a:moveTo>
                  <a:lnTo>
                    <a:pt x="192246" y="2175384"/>
                  </a:lnTo>
                  <a:lnTo>
                    <a:pt x="177661" y="2149344"/>
                  </a:lnTo>
                  <a:close/>
                  <a:moveTo>
                    <a:pt x="235250" y="2193123"/>
                  </a:moveTo>
                  <a:lnTo>
                    <a:pt x="249444" y="2197273"/>
                  </a:lnTo>
                  <a:lnTo>
                    <a:pt x="177661" y="2149344"/>
                  </a:lnTo>
                  <a:close/>
                  <a:moveTo>
                    <a:pt x="260824" y="2193123"/>
                  </a:moveTo>
                  <a:lnTo>
                    <a:pt x="210444" y="2128887"/>
                  </a:lnTo>
                  <a:lnTo>
                    <a:pt x="208332" y="2149344"/>
                  </a:lnTo>
                  <a:close/>
                  <a:moveTo>
                    <a:pt x="208332" y="2149344"/>
                  </a:moveTo>
                  <a:lnTo>
                    <a:pt x="192246" y="2175384"/>
                  </a:lnTo>
                  <a:lnTo>
                    <a:pt x="260824" y="2193123"/>
                  </a:lnTo>
                  <a:close/>
                  <a:moveTo>
                    <a:pt x="244586" y="1940671"/>
                  </a:moveTo>
                  <a:lnTo>
                    <a:pt x="211770" y="1927625"/>
                  </a:lnTo>
                  <a:lnTo>
                    <a:pt x="321197" y="1990256"/>
                  </a:lnTo>
                  <a:close/>
                  <a:moveTo>
                    <a:pt x="321197" y="1990256"/>
                  </a:moveTo>
                  <a:lnTo>
                    <a:pt x="211770" y="1927625"/>
                  </a:lnTo>
                  <a:lnTo>
                    <a:pt x="198644" y="1946478"/>
                  </a:lnTo>
                  <a:close/>
                  <a:moveTo>
                    <a:pt x="1082203" y="2805729"/>
                  </a:moveTo>
                  <a:lnTo>
                    <a:pt x="1167387" y="2856186"/>
                  </a:lnTo>
                  <a:lnTo>
                    <a:pt x="1138162" y="2837138"/>
                  </a:lnTo>
                  <a:close/>
                  <a:moveTo>
                    <a:pt x="372511" y="1709901"/>
                  </a:moveTo>
                  <a:lnTo>
                    <a:pt x="325977" y="1705174"/>
                  </a:lnTo>
                  <a:lnTo>
                    <a:pt x="323925" y="1696853"/>
                  </a:lnTo>
                  <a:close/>
                  <a:moveTo>
                    <a:pt x="1422491" y="2810949"/>
                  </a:moveTo>
                  <a:lnTo>
                    <a:pt x="1401924" y="2779313"/>
                  </a:lnTo>
                  <a:lnTo>
                    <a:pt x="1405780" y="2786546"/>
                  </a:lnTo>
                  <a:close/>
                  <a:moveTo>
                    <a:pt x="432926" y="1568736"/>
                  </a:moveTo>
                  <a:lnTo>
                    <a:pt x="498964" y="1625371"/>
                  </a:lnTo>
                  <a:lnTo>
                    <a:pt x="504883" y="1628302"/>
                  </a:lnTo>
                  <a:close/>
                  <a:moveTo>
                    <a:pt x="504883" y="1628302"/>
                  </a:moveTo>
                  <a:lnTo>
                    <a:pt x="474395" y="1596969"/>
                  </a:lnTo>
                  <a:lnTo>
                    <a:pt x="432926" y="1568736"/>
                  </a:lnTo>
                  <a:close/>
                  <a:moveTo>
                    <a:pt x="1224844" y="2349988"/>
                  </a:moveTo>
                  <a:lnTo>
                    <a:pt x="1293019" y="2355154"/>
                  </a:lnTo>
                  <a:lnTo>
                    <a:pt x="1238681" y="2286022"/>
                  </a:lnTo>
                  <a:close/>
                  <a:moveTo>
                    <a:pt x="1231354" y="2261305"/>
                  </a:moveTo>
                  <a:lnTo>
                    <a:pt x="1224844" y="2349988"/>
                  </a:lnTo>
                  <a:lnTo>
                    <a:pt x="1238681" y="2286022"/>
                  </a:lnTo>
                  <a:close/>
                  <a:moveTo>
                    <a:pt x="1313496" y="2289761"/>
                  </a:moveTo>
                  <a:lnTo>
                    <a:pt x="1231354" y="2261305"/>
                  </a:lnTo>
                  <a:lnTo>
                    <a:pt x="1238681" y="2286022"/>
                  </a:lnTo>
                  <a:close/>
                  <a:moveTo>
                    <a:pt x="1087128" y="2101080"/>
                  </a:moveTo>
                  <a:lnTo>
                    <a:pt x="1151764" y="2178934"/>
                  </a:lnTo>
                  <a:lnTo>
                    <a:pt x="1152634" y="2165371"/>
                  </a:lnTo>
                  <a:close/>
                  <a:moveTo>
                    <a:pt x="1152634" y="2165371"/>
                  </a:moveTo>
                  <a:lnTo>
                    <a:pt x="1127553" y="2151868"/>
                  </a:lnTo>
                  <a:lnTo>
                    <a:pt x="1087128" y="2101080"/>
                  </a:lnTo>
                  <a:close/>
                  <a:moveTo>
                    <a:pt x="681452" y="1598599"/>
                  </a:moveTo>
                  <a:lnTo>
                    <a:pt x="736675" y="1603663"/>
                  </a:lnTo>
                  <a:lnTo>
                    <a:pt x="685436" y="1589865"/>
                  </a:lnTo>
                  <a:close/>
                  <a:moveTo>
                    <a:pt x="681452" y="1598599"/>
                  </a:moveTo>
                  <a:lnTo>
                    <a:pt x="671794" y="1589865"/>
                  </a:lnTo>
                  <a:lnTo>
                    <a:pt x="683434" y="1686446"/>
                  </a:lnTo>
                  <a:close/>
                  <a:moveTo>
                    <a:pt x="538261" y="1543693"/>
                  </a:moveTo>
                  <a:lnTo>
                    <a:pt x="487554" y="1524325"/>
                  </a:lnTo>
                  <a:lnTo>
                    <a:pt x="595834" y="1596980"/>
                  </a:lnTo>
                  <a:close/>
                  <a:moveTo>
                    <a:pt x="571151" y="1464861"/>
                  </a:moveTo>
                  <a:lnTo>
                    <a:pt x="499858" y="1425435"/>
                  </a:lnTo>
                  <a:lnTo>
                    <a:pt x="538261" y="1543693"/>
                  </a:lnTo>
                  <a:close/>
                  <a:moveTo>
                    <a:pt x="538261" y="1543693"/>
                  </a:moveTo>
                  <a:lnTo>
                    <a:pt x="499858" y="1425435"/>
                  </a:lnTo>
                  <a:lnTo>
                    <a:pt x="483485" y="1427540"/>
                  </a:lnTo>
                  <a:close/>
                  <a:moveTo>
                    <a:pt x="623585" y="1434826"/>
                  </a:moveTo>
                  <a:lnTo>
                    <a:pt x="571151" y="1464861"/>
                  </a:lnTo>
                  <a:lnTo>
                    <a:pt x="538261" y="1543693"/>
                  </a:lnTo>
                  <a:close/>
                  <a:moveTo>
                    <a:pt x="623585" y="1434826"/>
                  </a:moveTo>
                  <a:lnTo>
                    <a:pt x="538261" y="1543693"/>
                  </a:lnTo>
                  <a:lnTo>
                    <a:pt x="656914" y="1507822"/>
                  </a:lnTo>
                  <a:close/>
                  <a:moveTo>
                    <a:pt x="1088527" y="2083155"/>
                  </a:moveTo>
                  <a:lnTo>
                    <a:pt x="1024895" y="2000941"/>
                  </a:lnTo>
                  <a:lnTo>
                    <a:pt x="1050710" y="2030595"/>
                  </a:lnTo>
                  <a:close/>
                  <a:moveTo>
                    <a:pt x="1386532" y="2291365"/>
                  </a:moveTo>
                  <a:lnTo>
                    <a:pt x="1402645" y="2344417"/>
                  </a:lnTo>
                  <a:lnTo>
                    <a:pt x="1455520" y="2326904"/>
                  </a:lnTo>
                  <a:close/>
                  <a:moveTo>
                    <a:pt x="1386532" y="2291365"/>
                  </a:moveTo>
                  <a:lnTo>
                    <a:pt x="1378642" y="2329801"/>
                  </a:lnTo>
                  <a:lnTo>
                    <a:pt x="1402645" y="2344417"/>
                  </a:lnTo>
                  <a:close/>
                  <a:moveTo>
                    <a:pt x="1378642" y="2329801"/>
                  </a:moveTo>
                  <a:lnTo>
                    <a:pt x="1386532" y="2291365"/>
                  </a:lnTo>
                  <a:lnTo>
                    <a:pt x="1313496" y="2289761"/>
                  </a:lnTo>
                  <a:close/>
                  <a:moveTo>
                    <a:pt x="1386532" y="2291365"/>
                  </a:moveTo>
                  <a:lnTo>
                    <a:pt x="1369183" y="2282765"/>
                  </a:lnTo>
                  <a:lnTo>
                    <a:pt x="1313496" y="2289761"/>
                  </a:lnTo>
                  <a:close/>
                  <a:moveTo>
                    <a:pt x="1455520" y="2326904"/>
                  </a:moveTo>
                  <a:lnTo>
                    <a:pt x="1402645" y="2344417"/>
                  </a:lnTo>
                  <a:lnTo>
                    <a:pt x="1536570" y="2351284"/>
                  </a:lnTo>
                  <a:close/>
                  <a:moveTo>
                    <a:pt x="1231354" y="2261305"/>
                  </a:moveTo>
                  <a:lnTo>
                    <a:pt x="1313496" y="2289761"/>
                  </a:lnTo>
                  <a:lnTo>
                    <a:pt x="1369183" y="2282765"/>
                  </a:lnTo>
                  <a:close/>
                  <a:moveTo>
                    <a:pt x="1172095" y="2103199"/>
                  </a:moveTo>
                  <a:lnTo>
                    <a:pt x="1152634" y="2165371"/>
                  </a:lnTo>
                  <a:lnTo>
                    <a:pt x="1209687" y="2062033"/>
                  </a:lnTo>
                  <a:close/>
                  <a:moveTo>
                    <a:pt x="1209687" y="2062033"/>
                  </a:moveTo>
                  <a:lnTo>
                    <a:pt x="1152634" y="2165371"/>
                  </a:lnTo>
                  <a:lnTo>
                    <a:pt x="1233375" y="2142868"/>
                  </a:lnTo>
                  <a:close/>
                  <a:moveTo>
                    <a:pt x="1143755" y="2044719"/>
                  </a:moveTo>
                  <a:lnTo>
                    <a:pt x="1088527" y="2083155"/>
                  </a:lnTo>
                  <a:lnTo>
                    <a:pt x="1127553" y="2151868"/>
                  </a:lnTo>
                  <a:close/>
                  <a:moveTo>
                    <a:pt x="857156" y="1483010"/>
                  </a:moveTo>
                  <a:lnTo>
                    <a:pt x="854134" y="1568762"/>
                  </a:lnTo>
                  <a:lnTo>
                    <a:pt x="854945" y="1551429"/>
                  </a:lnTo>
                  <a:close/>
                  <a:moveTo>
                    <a:pt x="284131" y="1068059"/>
                  </a:moveTo>
                  <a:lnTo>
                    <a:pt x="311489" y="1051344"/>
                  </a:lnTo>
                  <a:lnTo>
                    <a:pt x="227853" y="1017298"/>
                  </a:lnTo>
                  <a:close/>
                  <a:moveTo>
                    <a:pt x="967725" y="1715859"/>
                  </a:moveTo>
                  <a:lnTo>
                    <a:pt x="966914" y="1737851"/>
                  </a:lnTo>
                  <a:lnTo>
                    <a:pt x="1001958" y="1745746"/>
                  </a:lnTo>
                  <a:close/>
                  <a:moveTo>
                    <a:pt x="985001" y="1682345"/>
                  </a:moveTo>
                  <a:lnTo>
                    <a:pt x="966914" y="1737851"/>
                  </a:lnTo>
                  <a:lnTo>
                    <a:pt x="967725" y="1715859"/>
                  </a:lnTo>
                  <a:close/>
                  <a:moveTo>
                    <a:pt x="1686521" y="2538010"/>
                  </a:moveTo>
                  <a:lnTo>
                    <a:pt x="1742363" y="2563393"/>
                  </a:lnTo>
                  <a:lnTo>
                    <a:pt x="1723997" y="2558182"/>
                  </a:lnTo>
                  <a:close/>
                  <a:moveTo>
                    <a:pt x="1640135" y="2254731"/>
                  </a:moveTo>
                  <a:lnTo>
                    <a:pt x="1536570" y="2351284"/>
                  </a:lnTo>
                  <a:lnTo>
                    <a:pt x="1612086" y="2354965"/>
                  </a:lnTo>
                  <a:close/>
                  <a:moveTo>
                    <a:pt x="1346538" y="2011368"/>
                  </a:moveTo>
                  <a:lnTo>
                    <a:pt x="1355294" y="2015636"/>
                  </a:lnTo>
                  <a:lnTo>
                    <a:pt x="1337790" y="2006283"/>
                  </a:lnTo>
                  <a:close/>
                  <a:moveTo>
                    <a:pt x="1225463" y="1759638"/>
                  </a:moveTo>
                  <a:lnTo>
                    <a:pt x="1232492" y="1835157"/>
                  </a:lnTo>
                  <a:lnTo>
                    <a:pt x="1204824" y="1880289"/>
                  </a:lnTo>
                  <a:close/>
                  <a:moveTo>
                    <a:pt x="1001958" y="1745746"/>
                  </a:moveTo>
                  <a:lnTo>
                    <a:pt x="1121629" y="1699315"/>
                  </a:lnTo>
                  <a:lnTo>
                    <a:pt x="1056688" y="1735173"/>
                  </a:lnTo>
                  <a:close/>
                  <a:moveTo>
                    <a:pt x="1001958" y="1745746"/>
                  </a:moveTo>
                  <a:lnTo>
                    <a:pt x="945352" y="1694788"/>
                  </a:lnTo>
                  <a:lnTo>
                    <a:pt x="967725" y="1715859"/>
                  </a:lnTo>
                  <a:close/>
                  <a:moveTo>
                    <a:pt x="578980" y="1110221"/>
                  </a:moveTo>
                  <a:lnTo>
                    <a:pt x="611406" y="1121509"/>
                  </a:lnTo>
                  <a:lnTo>
                    <a:pt x="571968" y="1037512"/>
                  </a:lnTo>
                  <a:close/>
                  <a:moveTo>
                    <a:pt x="626054" y="1019702"/>
                  </a:moveTo>
                  <a:lnTo>
                    <a:pt x="640538" y="1020676"/>
                  </a:lnTo>
                  <a:lnTo>
                    <a:pt x="640878" y="1016495"/>
                  </a:lnTo>
                  <a:close/>
                  <a:moveTo>
                    <a:pt x="243501" y="700722"/>
                  </a:moveTo>
                  <a:lnTo>
                    <a:pt x="321790" y="697666"/>
                  </a:lnTo>
                  <a:lnTo>
                    <a:pt x="248545" y="664263"/>
                  </a:lnTo>
                  <a:close/>
                  <a:moveTo>
                    <a:pt x="321790" y="697666"/>
                  </a:moveTo>
                  <a:lnTo>
                    <a:pt x="329518" y="688347"/>
                  </a:lnTo>
                  <a:lnTo>
                    <a:pt x="248545" y="664263"/>
                  </a:lnTo>
                  <a:close/>
                  <a:moveTo>
                    <a:pt x="1909823" y="2480435"/>
                  </a:moveTo>
                  <a:lnTo>
                    <a:pt x="1878505" y="2461137"/>
                  </a:lnTo>
                  <a:lnTo>
                    <a:pt x="1800233" y="2564556"/>
                  </a:lnTo>
                  <a:close/>
                  <a:moveTo>
                    <a:pt x="1355294" y="2015636"/>
                  </a:moveTo>
                  <a:lnTo>
                    <a:pt x="1447053" y="2080050"/>
                  </a:lnTo>
                  <a:lnTo>
                    <a:pt x="1490010" y="2025454"/>
                  </a:lnTo>
                  <a:close/>
                  <a:moveTo>
                    <a:pt x="1414084" y="1816862"/>
                  </a:moveTo>
                  <a:lnTo>
                    <a:pt x="1511661" y="1885631"/>
                  </a:lnTo>
                  <a:lnTo>
                    <a:pt x="1518877" y="1892351"/>
                  </a:lnTo>
                  <a:close/>
                  <a:moveTo>
                    <a:pt x="1223364" y="1750638"/>
                  </a:moveTo>
                  <a:lnTo>
                    <a:pt x="1121629" y="1699315"/>
                  </a:lnTo>
                  <a:lnTo>
                    <a:pt x="1193769" y="1759638"/>
                  </a:lnTo>
                  <a:close/>
                  <a:moveTo>
                    <a:pt x="1124758" y="1670118"/>
                  </a:moveTo>
                  <a:lnTo>
                    <a:pt x="1121629" y="1699315"/>
                  </a:lnTo>
                  <a:lnTo>
                    <a:pt x="1223364" y="1750638"/>
                  </a:lnTo>
                  <a:close/>
                  <a:moveTo>
                    <a:pt x="1197746" y="1671373"/>
                  </a:moveTo>
                  <a:lnTo>
                    <a:pt x="1124758" y="1670118"/>
                  </a:lnTo>
                  <a:lnTo>
                    <a:pt x="1223364" y="1750638"/>
                  </a:lnTo>
                  <a:close/>
                  <a:moveTo>
                    <a:pt x="1223364" y="1750638"/>
                  </a:moveTo>
                  <a:lnTo>
                    <a:pt x="1232492" y="1835157"/>
                  </a:lnTo>
                  <a:lnTo>
                    <a:pt x="1225463" y="1759638"/>
                  </a:lnTo>
                  <a:close/>
                  <a:moveTo>
                    <a:pt x="1197746" y="1671373"/>
                  </a:moveTo>
                  <a:lnTo>
                    <a:pt x="1225463" y="1759638"/>
                  </a:lnTo>
                  <a:lnTo>
                    <a:pt x="1205406" y="1677422"/>
                  </a:lnTo>
                  <a:close/>
                  <a:moveTo>
                    <a:pt x="1197746" y="1671373"/>
                  </a:moveTo>
                  <a:lnTo>
                    <a:pt x="1223364" y="1750638"/>
                  </a:lnTo>
                  <a:lnTo>
                    <a:pt x="1225463" y="1759638"/>
                  </a:lnTo>
                  <a:close/>
                  <a:moveTo>
                    <a:pt x="1124758" y="1670118"/>
                  </a:moveTo>
                  <a:lnTo>
                    <a:pt x="1197746" y="1671373"/>
                  </a:lnTo>
                  <a:lnTo>
                    <a:pt x="1211232" y="1560317"/>
                  </a:lnTo>
                  <a:close/>
                  <a:moveTo>
                    <a:pt x="1211232" y="1560317"/>
                  </a:moveTo>
                  <a:lnTo>
                    <a:pt x="1197746" y="1671373"/>
                  </a:lnTo>
                  <a:lnTo>
                    <a:pt x="1263685" y="1578264"/>
                  </a:lnTo>
                  <a:close/>
                  <a:moveTo>
                    <a:pt x="1038439" y="1579610"/>
                  </a:moveTo>
                  <a:lnTo>
                    <a:pt x="1085633" y="1501742"/>
                  </a:lnTo>
                  <a:lnTo>
                    <a:pt x="1021867" y="1492991"/>
                  </a:lnTo>
                  <a:close/>
                  <a:moveTo>
                    <a:pt x="571211" y="1016445"/>
                  </a:moveTo>
                  <a:lnTo>
                    <a:pt x="640878" y="1016495"/>
                  </a:lnTo>
                  <a:lnTo>
                    <a:pt x="594521" y="906632"/>
                  </a:lnTo>
                  <a:close/>
                  <a:moveTo>
                    <a:pt x="535727" y="845108"/>
                  </a:moveTo>
                  <a:lnTo>
                    <a:pt x="541090" y="937487"/>
                  </a:lnTo>
                  <a:lnTo>
                    <a:pt x="502259" y="911816"/>
                  </a:lnTo>
                  <a:close/>
                  <a:moveTo>
                    <a:pt x="1909823" y="2480435"/>
                  </a:moveTo>
                  <a:lnTo>
                    <a:pt x="1926971" y="2461137"/>
                  </a:lnTo>
                  <a:lnTo>
                    <a:pt x="1916863" y="2451216"/>
                  </a:lnTo>
                  <a:close/>
                  <a:moveTo>
                    <a:pt x="1976979" y="2452860"/>
                  </a:moveTo>
                  <a:lnTo>
                    <a:pt x="1916863" y="2451216"/>
                  </a:lnTo>
                  <a:lnTo>
                    <a:pt x="1926971" y="2461137"/>
                  </a:lnTo>
                  <a:close/>
                  <a:moveTo>
                    <a:pt x="2007449" y="2422700"/>
                  </a:moveTo>
                  <a:lnTo>
                    <a:pt x="1930453" y="2340486"/>
                  </a:lnTo>
                  <a:lnTo>
                    <a:pt x="1976979" y="2452860"/>
                  </a:lnTo>
                  <a:close/>
                  <a:moveTo>
                    <a:pt x="1445269" y="1791510"/>
                  </a:moveTo>
                  <a:lnTo>
                    <a:pt x="1437988" y="1830950"/>
                  </a:lnTo>
                  <a:lnTo>
                    <a:pt x="1496060" y="1847195"/>
                  </a:lnTo>
                  <a:close/>
                  <a:moveTo>
                    <a:pt x="2008375" y="2237228"/>
                  </a:moveTo>
                  <a:lnTo>
                    <a:pt x="2057252" y="2258084"/>
                  </a:lnTo>
                  <a:lnTo>
                    <a:pt x="1970341" y="2168056"/>
                  </a:lnTo>
                  <a:close/>
                  <a:moveTo>
                    <a:pt x="1254552" y="1151038"/>
                  </a:moveTo>
                  <a:lnTo>
                    <a:pt x="1280563" y="1264267"/>
                  </a:lnTo>
                  <a:lnTo>
                    <a:pt x="1301745" y="1169817"/>
                  </a:lnTo>
                  <a:close/>
                  <a:moveTo>
                    <a:pt x="1414933" y="1115527"/>
                  </a:moveTo>
                  <a:lnTo>
                    <a:pt x="1363579" y="1233253"/>
                  </a:lnTo>
                  <a:lnTo>
                    <a:pt x="1419051" y="1212271"/>
                  </a:lnTo>
                  <a:close/>
                  <a:moveTo>
                    <a:pt x="1680912" y="1320810"/>
                  </a:moveTo>
                  <a:lnTo>
                    <a:pt x="1697360" y="1319124"/>
                  </a:lnTo>
                  <a:lnTo>
                    <a:pt x="1640886" y="1253198"/>
                  </a:lnTo>
                  <a:close/>
                  <a:moveTo>
                    <a:pt x="1640886" y="1253198"/>
                  </a:moveTo>
                  <a:lnTo>
                    <a:pt x="1680785" y="1320606"/>
                  </a:lnTo>
                  <a:lnTo>
                    <a:pt x="1680912" y="1320810"/>
                  </a:lnTo>
                  <a:close/>
                  <a:moveTo>
                    <a:pt x="1433349" y="1074165"/>
                  </a:moveTo>
                  <a:lnTo>
                    <a:pt x="1414386" y="1097100"/>
                  </a:lnTo>
                  <a:lnTo>
                    <a:pt x="1338828" y="1016714"/>
                  </a:lnTo>
                  <a:close/>
                  <a:moveTo>
                    <a:pt x="1020331" y="593409"/>
                  </a:moveTo>
                  <a:lnTo>
                    <a:pt x="1096476" y="592097"/>
                  </a:lnTo>
                  <a:lnTo>
                    <a:pt x="1067052" y="515926"/>
                  </a:lnTo>
                  <a:close/>
                  <a:moveTo>
                    <a:pt x="1020331" y="593409"/>
                  </a:moveTo>
                  <a:lnTo>
                    <a:pt x="1067052" y="515926"/>
                  </a:lnTo>
                  <a:lnTo>
                    <a:pt x="998583" y="510998"/>
                  </a:lnTo>
                  <a:close/>
                  <a:moveTo>
                    <a:pt x="925295" y="446557"/>
                  </a:moveTo>
                  <a:lnTo>
                    <a:pt x="998583" y="510998"/>
                  </a:lnTo>
                  <a:lnTo>
                    <a:pt x="1004833" y="465281"/>
                  </a:lnTo>
                  <a:close/>
                  <a:moveTo>
                    <a:pt x="998583" y="510998"/>
                  </a:moveTo>
                  <a:lnTo>
                    <a:pt x="1067052" y="515926"/>
                  </a:lnTo>
                  <a:lnTo>
                    <a:pt x="1004833" y="465281"/>
                  </a:lnTo>
                  <a:close/>
                  <a:moveTo>
                    <a:pt x="757668" y="285397"/>
                  </a:moveTo>
                  <a:lnTo>
                    <a:pt x="689097" y="280551"/>
                  </a:lnTo>
                  <a:lnTo>
                    <a:pt x="689624" y="337940"/>
                  </a:lnTo>
                  <a:close/>
                  <a:moveTo>
                    <a:pt x="823785" y="282235"/>
                  </a:moveTo>
                  <a:lnTo>
                    <a:pt x="839996" y="252014"/>
                  </a:lnTo>
                  <a:lnTo>
                    <a:pt x="782077" y="189749"/>
                  </a:lnTo>
                  <a:close/>
                  <a:moveTo>
                    <a:pt x="882064" y="284925"/>
                  </a:moveTo>
                  <a:lnTo>
                    <a:pt x="927753" y="334229"/>
                  </a:lnTo>
                  <a:lnTo>
                    <a:pt x="919445" y="314559"/>
                  </a:lnTo>
                  <a:close/>
                  <a:moveTo>
                    <a:pt x="839996" y="252014"/>
                  </a:moveTo>
                  <a:lnTo>
                    <a:pt x="882064" y="284925"/>
                  </a:lnTo>
                  <a:lnTo>
                    <a:pt x="891836" y="295792"/>
                  </a:lnTo>
                  <a:close/>
                  <a:moveTo>
                    <a:pt x="1125943" y="257356"/>
                  </a:moveTo>
                  <a:lnTo>
                    <a:pt x="1068779" y="213577"/>
                  </a:lnTo>
                  <a:lnTo>
                    <a:pt x="1066254" y="175141"/>
                  </a:lnTo>
                  <a:close/>
                  <a:moveTo>
                    <a:pt x="1022967" y="131362"/>
                  </a:moveTo>
                  <a:lnTo>
                    <a:pt x="1005687" y="104853"/>
                  </a:lnTo>
                  <a:lnTo>
                    <a:pt x="1066254" y="175141"/>
                  </a:lnTo>
                  <a:close/>
                  <a:moveTo>
                    <a:pt x="1068779" y="213577"/>
                  </a:moveTo>
                  <a:lnTo>
                    <a:pt x="1022967" y="131362"/>
                  </a:lnTo>
                  <a:lnTo>
                    <a:pt x="1066254" y="175141"/>
                  </a:lnTo>
                  <a:close/>
                  <a:moveTo>
                    <a:pt x="1214962" y="47995"/>
                  </a:moveTo>
                  <a:lnTo>
                    <a:pt x="1160605" y="0"/>
                  </a:lnTo>
                  <a:lnTo>
                    <a:pt x="1219455" y="54489"/>
                  </a:lnTo>
                  <a:close/>
                  <a:moveTo>
                    <a:pt x="1214962" y="47995"/>
                  </a:moveTo>
                  <a:lnTo>
                    <a:pt x="1220196" y="51647"/>
                  </a:lnTo>
                  <a:lnTo>
                    <a:pt x="1166289" y="34880"/>
                  </a:lnTo>
                  <a:close/>
                  <a:moveTo>
                    <a:pt x="1629020" y="261924"/>
                  </a:moveTo>
                  <a:lnTo>
                    <a:pt x="1626294" y="262698"/>
                  </a:lnTo>
                  <a:lnTo>
                    <a:pt x="1687045" y="314843"/>
                  </a:lnTo>
                  <a:close/>
                  <a:moveTo>
                    <a:pt x="1629020" y="261924"/>
                  </a:moveTo>
                  <a:lnTo>
                    <a:pt x="1681861" y="344913"/>
                  </a:lnTo>
                  <a:lnTo>
                    <a:pt x="1628895" y="26269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92" name="Candidate_density__2091">
              <a:extLst>
                <a:ext uri="{FF2B5EF4-FFF2-40B4-BE49-F238E27FC236}">
                  <a16:creationId xmlns:a16="http://schemas.microsoft.com/office/drawing/2014/main" id="{695C3306-A225-FD76-84A2-00595FD38581}"/>
                </a:ext>
              </a:extLst>
            </p:cNvPr>
            <p:cNvSpPr>
              <a:spLocks noGrp="1"/>
            </p:cNvSpPr>
            <p:nvPr/>
          </p:nvSpPr>
          <p:spPr>
            <a:xfrm>
              <a:off x="3962283" y="1496742"/>
              <a:ext cx="2580258" cy="3359511"/>
            </a:xfrm>
            <a:custGeom>
              <a:avLst/>
              <a:gdLst/>
              <a:ahLst/>
              <a:cxnLst/>
              <a:rect l="0" t="0" r="0" b="0"/>
              <a:pathLst>
                <a:path w="2580258" h="3359511">
                  <a:moveTo>
                    <a:pt x="1191235" y="3238860"/>
                  </a:moveTo>
                  <a:lnTo>
                    <a:pt x="1175667" y="3358763"/>
                  </a:lnTo>
                  <a:lnTo>
                    <a:pt x="1203551" y="3251998"/>
                  </a:lnTo>
                  <a:close/>
                  <a:moveTo>
                    <a:pt x="1094875" y="3277296"/>
                  </a:moveTo>
                  <a:lnTo>
                    <a:pt x="1173786" y="3359511"/>
                  </a:lnTo>
                  <a:lnTo>
                    <a:pt x="1191235" y="3238860"/>
                  </a:lnTo>
                  <a:close/>
                  <a:moveTo>
                    <a:pt x="1191235" y="3238860"/>
                  </a:moveTo>
                  <a:lnTo>
                    <a:pt x="1203551" y="3251998"/>
                  </a:lnTo>
                  <a:lnTo>
                    <a:pt x="1204081" y="3235572"/>
                  </a:lnTo>
                  <a:close/>
                  <a:moveTo>
                    <a:pt x="1288656" y="3227406"/>
                  </a:moveTo>
                  <a:lnTo>
                    <a:pt x="1204081" y="3235572"/>
                  </a:lnTo>
                  <a:lnTo>
                    <a:pt x="1203551" y="3251998"/>
                  </a:lnTo>
                  <a:close/>
                  <a:moveTo>
                    <a:pt x="1204081" y="3235572"/>
                  </a:moveTo>
                  <a:lnTo>
                    <a:pt x="1288656" y="3227406"/>
                  </a:lnTo>
                  <a:lnTo>
                    <a:pt x="1274906" y="3138492"/>
                  </a:lnTo>
                  <a:close/>
                  <a:moveTo>
                    <a:pt x="1204081" y="3235572"/>
                  </a:moveTo>
                  <a:lnTo>
                    <a:pt x="1274906" y="3138492"/>
                  </a:lnTo>
                  <a:lnTo>
                    <a:pt x="1179382" y="3155559"/>
                  </a:lnTo>
                  <a:close/>
                  <a:moveTo>
                    <a:pt x="772414" y="2324276"/>
                  </a:moveTo>
                  <a:lnTo>
                    <a:pt x="811885" y="2311130"/>
                  </a:lnTo>
                  <a:lnTo>
                    <a:pt x="785706" y="2257621"/>
                  </a:lnTo>
                  <a:close/>
                  <a:moveTo>
                    <a:pt x="785706" y="2257621"/>
                  </a:moveTo>
                  <a:lnTo>
                    <a:pt x="828323" y="2301399"/>
                  </a:lnTo>
                  <a:lnTo>
                    <a:pt x="865213" y="2219184"/>
                  </a:lnTo>
                  <a:close/>
                  <a:moveTo>
                    <a:pt x="511317" y="1808108"/>
                  </a:moveTo>
                  <a:lnTo>
                    <a:pt x="534625" y="1777336"/>
                  </a:lnTo>
                  <a:lnTo>
                    <a:pt x="453438" y="1764330"/>
                  </a:lnTo>
                  <a:close/>
                  <a:moveTo>
                    <a:pt x="0" y="1245834"/>
                  </a:moveTo>
                  <a:lnTo>
                    <a:pt x="58081" y="1232603"/>
                  </a:lnTo>
                  <a:lnTo>
                    <a:pt x="9986" y="1209085"/>
                  </a:lnTo>
                  <a:close/>
                  <a:moveTo>
                    <a:pt x="0" y="1245834"/>
                  </a:moveTo>
                  <a:lnTo>
                    <a:pt x="25214" y="1266020"/>
                  </a:lnTo>
                  <a:lnTo>
                    <a:pt x="58081" y="1232603"/>
                  </a:lnTo>
                  <a:close/>
                  <a:moveTo>
                    <a:pt x="854491" y="1922085"/>
                  </a:moveTo>
                  <a:lnTo>
                    <a:pt x="736313" y="1972539"/>
                  </a:lnTo>
                  <a:lnTo>
                    <a:pt x="834097" y="1934102"/>
                  </a:lnTo>
                  <a:close/>
                  <a:moveTo>
                    <a:pt x="1723064" y="2964462"/>
                  </a:moveTo>
                  <a:lnTo>
                    <a:pt x="1700474" y="2882247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700474" y="2882247"/>
                  </a:lnTo>
                  <a:lnTo>
                    <a:pt x="1740878" y="2901941"/>
                  </a:lnTo>
                  <a:close/>
                  <a:moveTo>
                    <a:pt x="1697998" y="2976302"/>
                  </a:moveTo>
                  <a:lnTo>
                    <a:pt x="1723064" y="2964462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689625" y="2920683"/>
                  </a:lnTo>
                  <a:lnTo>
                    <a:pt x="1686352" y="2885677"/>
                  </a:lnTo>
                  <a:close/>
                  <a:moveTo>
                    <a:pt x="1686352" y="2885677"/>
                  </a:moveTo>
                  <a:lnTo>
                    <a:pt x="1697998" y="2976302"/>
                  </a:lnTo>
                  <a:lnTo>
                    <a:pt x="1729618" y="2964781"/>
                  </a:lnTo>
                  <a:close/>
                  <a:moveTo>
                    <a:pt x="110430" y="875568"/>
                  </a:moveTo>
                  <a:lnTo>
                    <a:pt x="11633" y="947521"/>
                  </a:lnTo>
                  <a:lnTo>
                    <a:pt x="69371" y="909084"/>
                  </a:lnTo>
                  <a:close/>
                  <a:moveTo>
                    <a:pt x="110430" y="875568"/>
                  </a:moveTo>
                  <a:lnTo>
                    <a:pt x="60466" y="903963"/>
                  </a:lnTo>
                  <a:lnTo>
                    <a:pt x="11633" y="947521"/>
                  </a:lnTo>
                  <a:close/>
                  <a:moveTo>
                    <a:pt x="1949797" y="3015473"/>
                  </a:moveTo>
                  <a:lnTo>
                    <a:pt x="1945940" y="3008241"/>
                  </a:lnTo>
                  <a:lnTo>
                    <a:pt x="1919150" y="2964346"/>
                  </a:lnTo>
                  <a:close/>
                  <a:moveTo>
                    <a:pt x="1849129" y="2774434"/>
                  </a:moveTo>
                  <a:lnTo>
                    <a:pt x="1772901" y="2800032"/>
                  </a:lnTo>
                  <a:lnTo>
                    <a:pt x="1778616" y="2871260"/>
                  </a:lnTo>
                  <a:close/>
                  <a:moveTo>
                    <a:pt x="1854247" y="2870366"/>
                  </a:moveTo>
                  <a:lnTo>
                    <a:pt x="1849129" y="2774434"/>
                  </a:lnTo>
                  <a:lnTo>
                    <a:pt x="1778616" y="2871260"/>
                  </a:lnTo>
                  <a:close/>
                  <a:moveTo>
                    <a:pt x="1954082" y="2816292"/>
                  </a:moveTo>
                  <a:lnTo>
                    <a:pt x="1919686" y="2761595"/>
                  </a:lnTo>
                  <a:lnTo>
                    <a:pt x="1958090" y="2846535"/>
                  </a:lnTo>
                  <a:close/>
                  <a:moveTo>
                    <a:pt x="1958090" y="2846535"/>
                  </a:moveTo>
                  <a:lnTo>
                    <a:pt x="1919686" y="2761595"/>
                  </a:lnTo>
                  <a:lnTo>
                    <a:pt x="1849129" y="2774434"/>
                  </a:lnTo>
                  <a:close/>
                  <a:moveTo>
                    <a:pt x="1958090" y="2846535"/>
                  </a:moveTo>
                  <a:lnTo>
                    <a:pt x="1849129" y="2774434"/>
                  </a:lnTo>
                  <a:lnTo>
                    <a:pt x="1854247" y="2870366"/>
                  </a:lnTo>
                  <a:close/>
                  <a:moveTo>
                    <a:pt x="1958090" y="2846535"/>
                  </a:moveTo>
                  <a:lnTo>
                    <a:pt x="1854247" y="2870366"/>
                  </a:lnTo>
                  <a:lnTo>
                    <a:pt x="1968241" y="2869230"/>
                  </a:lnTo>
                  <a:close/>
                  <a:moveTo>
                    <a:pt x="1958090" y="2846535"/>
                  </a:moveTo>
                  <a:lnTo>
                    <a:pt x="1968241" y="2869230"/>
                  </a:lnTo>
                  <a:lnTo>
                    <a:pt x="2040321" y="2860069"/>
                  </a:lnTo>
                  <a:close/>
                  <a:moveTo>
                    <a:pt x="1730505" y="2710190"/>
                  </a:moveTo>
                  <a:lnTo>
                    <a:pt x="1727105" y="2740181"/>
                  </a:lnTo>
                  <a:lnTo>
                    <a:pt x="1798471" y="2679380"/>
                  </a:lnTo>
                  <a:close/>
                  <a:moveTo>
                    <a:pt x="1727105" y="2740181"/>
                  </a:moveTo>
                  <a:lnTo>
                    <a:pt x="1772901" y="2800032"/>
                  </a:lnTo>
                  <a:lnTo>
                    <a:pt x="1798471" y="2679380"/>
                  </a:lnTo>
                  <a:close/>
                  <a:moveTo>
                    <a:pt x="1798471" y="2679380"/>
                  </a:moveTo>
                  <a:lnTo>
                    <a:pt x="1772901" y="2800032"/>
                  </a:lnTo>
                  <a:lnTo>
                    <a:pt x="1859372" y="2740847"/>
                  </a:lnTo>
                  <a:close/>
                  <a:moveTo>
                    <a:pt x="1859372" y="2740847"/>
                  </a:moveTo>
                  <a:lnTo>
                    <a:pt x="1772901" y="2800032"/>
                  </a:lnTo>
                  <a:lnTo>
                    <a:pt x="1849129" y="2774434"/>
                  </a:lnTo>
                  <a:close/>
                  <a:moveTo>
                    <a:pt x="1849129" y="2774434"/>
                  </a:moveTo>
                  <a:lnTo>
                    <a:pt x="1919686" y="2761595"/>
                  </a:lnTo>
                  <a:lnTo>
                    <a:pt x="1859372" y="2740847"/>
                  </a:lnTo>
                  <a:close/>
                  <a:moveTo>
                    <a:pt x="1701391" y="2597165"/>
                  </a:moveTo>
                  <a:lnTo>
                    <a:pt x="1730505" y="2710190"/>
                  </a:lnTo>
                  <a:lnTo>
                    <a:pt x="1757456" y="2638455"/>
                  </a:lnTo>
                  <a:close/>
                  <a:moveTo>
                    <a:pt x="1712165" y="2717817"/>
                  </a:moveTo>
                  <a:lnTo>
                    <a:pt x="1730505" y="2710190"/>
                  </a:lnTo>
                  <a:lnTo>
                    <a:pt x="1701391" y="2597165"/>
                  </a:lnTo>
                  <a:close/>
                  <a:moveTo>
                    <a:pt x="1625980" y="2635602"/>
                  </a:moveTo>
                  <a:lnTo>
                    <a:pt x="1712165" y="2717817"/>
                  </a:lnTo>
                  <a:lnTo>
                    <a:pt x="1701391" y="2597165"/>
                  </a:lnTo>
                  <a:close/>
                  <a:moveTo>
                    <a:pt x="1730505" y="2710190"/>
                  </a:moveTo>
                  <a:lnTo>
                    <a:pt x="1798471" y="2679380"/>
                  </a:lnTo>
                  <a:lnTo>
                    <a:pt x="1757456" y="2638455"/>
                  </a:lnTo>
                  <a:close/>
                  <a:moveTo>
                    <a:pt x="1625980" y="2635602"/>
                  </a:moveTo>
                  <a:lnTo>
                    <a:pt x="1701391" y="2597165"/>
                  </a:lnTo>
                  <a:lnTo>
                    <a:pt x="1623716" y="2632285"/>
                  </a:lnTo>
                  <a:close/>
                  <a:moveTo>
                    <a:pt x="1701391" y="2597165"/>
                  </a:moveTo>
                  <a:lnTo>
                    <a:pt x="1651221" y="2519918"/>
                  </a:lnTo>
                  <a:lnTo>
                    <a:pt x="1623716" y="2632285"/>
                  </a:lnTo>
                  <a:close/>
                  <a:moveTo>
                    <a:pt x="1648329" y="2514950"/>
                  </a:moveTo>
                  <a:lnTo>
                    <a:pt x="1572406" y="2553386"/>
                  </a:lnTo>
                  <a:lnTo>
                    <a:pt x="1623716" y="2632285"/>
                  </a:lnTo>
                  <a:close/>
                  <a:moveTo>
                    <a:pt x="1048899" y="1857230"/>
                  </a:moveTo>
                  <a:lnTo>
                    <a:pt x="1042980" y="1854299"/>
                  </a:lnTo>
                  <a:lnTo>
                    <a:pt x="1019454" y="1895666"/>
                  </a:lnTo>
                  <a:close/>
                  <a:moveTo>
                    <a:pt x="2040321" y="2860069"/>
                  </a:moveTo>
                  <a:lnTo>
                    <a:pt x="1968241" y="2869230"/>
                  </a:lnTo>
                  <a:lnTo>
                    <a:pt x="2102156" y="2876060"/>
                  </a:lnTo>
                  <a:close/>
                  <a:moveTo>
                    <a:pt x="1873903" y="2654201"/>
                  </a:moveTo>
                  <a:lnTo>
                    <a:pt x="1859372" y="2740847"/>
                  </a:lnTo>
                  <a:lnTo>
                    <a:pt x="1943932" y="2757954"/>
                  </a:lnTo>
                  <a:close/>
                  <a:moveTo>
                    <a:pt x="1798471" y="2679380"/>
                  </a:moveTo>
                  <a:lnTo>
                    <a:pt x="1859372" y="2740847"/>
                  </a:lnTo>
                  <a:lnTo>
                    <a:pt x="1873903" y="2654201"/>
                  </a:lnTo>
                  <a:close/>
                  <a:moveTo>
                    <a:pt x="1873903" y="2654201"/>
                  </a:moveTo>
                  <a:lnTo>
                    <a:pt x="1757456" y="2638455"/>
                  </a:lnTo>
                  <a:lnTo>
                    <a:pt x="1798471" y="2679380"/>
                  </a:lnTo>
                  <a:close/>
                  <a:moveTo>
                    <a:pt x="1768860" y="2578915"/>
                  </a:moveTo>
                  <a:lnTo>
                    <a:pt x="1757456" y="2638455"/>
                  </a:lnTo>
                  <a:lnTo>
                    <a:pt x="1873903" y="2654201"/>
                  </a:lnTo>
                  <a:close/>
                  <a:moveTo>
                    <a:pt x="1837035" y="2584082"/>
                  </a:moveTo>
                  <a:lnTo>
                    <a:pt x="1768860" y="2578915"/>
                  </a:lnTo>
                  <a:lnTo>
                    <a:pt x="1873903" y="2654201"/>
                  </a:lnTo>
                  <a:close/>
                  <a:moveTo>
                    <a:pt x="1701391" y="2597165"/>
                  </a:moveTo>
                  <a:lnTo>
                    <a:pt x="1757456" y="2638455"/>
                  </a:lnTo>
                  <a:lnTo>
                    <a:pt x="1768860" y="2578915"/>
                  </a:lnTo>
                  <a:close/>
                  <a:moveTo>
                    <a:pt x="1652815" y="2512574"/>
                  </a:moveTo>
                  <a:lnTo>
                    <a:pt x="1651221" y="2519918"/>
                  </a:lnTo>
                  <a:lnTo>
                    <a:pt x="1752526" y="2476513"/>
                  </a:lnTo>
                  <a:close/>
                  <a:moveTo>
                    <a:pt x="1651221" y="2519918"/>
                  </a:moveTo>
                  <a:lnTo>
                    <a:pt x="1701391" y="2597165"/>
                  </a:lnTo>
                  <a:lnTo>
                    <a:pt x="1752526" y="2476513"/>
                  </a:lnTo>
                  <a:close/>
                  <a:moveTo>
                    <a:pt x="1752526" y="2476513"/>
                  </a:moveTo>
                  <a:lnTo>
                    <a:pt x="1701391" y="2597165"/>
                  </a:lnTo>
                  <a:lnTo>
                    <a:pt x="1775370" y="2490233"/>
                  </a:lnTo>
                  <a:close/>
                  <a:moveTo>
                    <a:pt x="1649366" y="2432735"/>
                  </a:moveTo>
                  <a:lnTo>
                    <a:pt x="1652815" y="2512574"/>
                  </a:lnTo>
                  <a:lnTo>
                    <a:pt x="1752526" y="2476513"/>
                  </a:lnTo>
                  <a:close/>
                  <a:moveTo>
                    <a:pt x="1649366" y="2432735"/>
                  </a:moveTo>
                  <a:lnTo>
                    <a:pt x="1752526" y="2476513"/>
                  </a:lnTo>
                  <a:lnTo>
                    <a:pt x="1696650" y="2394298"/>
                  </a:lnTo>
                  <a:close/>
                  <a:moveTo>
                    <a:pt x="1696650" y="2394298"/>
                  </a:moveTo>
                  <a:lnTo>
                    <a:pt x="1695780" y="2407862"/>
                  </a:lnTo>
                  <a:lnTo>
                    <a:pt x="1649366" y="2432735"/>
                  </a:lnTo>
                  <a:close/>
                  <a:moveTo>
                    <a:pt x="1215811" y="1818793"/>
                  </a:moveTo>
                  <a:lnTo>
                    <a:pt x="1203517" y="1745454"/>
                  </a:lnTo>
                  <a:lnTo>
                    <a:pt x="1139850" y="1825907"/>
                  </a:lnTo>
                  <a:close/>
                  <a:moveTo>
                    <a:pt x="1139850" y="1825907"/>
                  </a:moveTo>
                  <a:lnTo>
                    <a:pt x="1203517" y="1745454"/>
                  </a:lnTo>
                  <a:lnTo>
                    <a:pt x="1200930" y="1736750"/>
                  </a:lnTo>
                  <a:close/>
                  <a:moveTo>
                    <a:pt x="1203517" y="1745454"/>
                  </a:moveTo>
                  <a:lnTo>
                    <a:pt x="1229452" y="1818793"/>
                  </a:lnTo>
                  <a:lnTo>
                    <a:pt x="1200930" y="1736750"/>
                  </a:lnTo>
                  <a:close/>
                  <a:moveTo>
                    <a:pt x="902252" y="1597610"/>
                  </a:moveTo>
                  <a:lnTo>
                    <a:pt x="1027502" y="1656468"/>
                  </a:lnTo>
                  <a:lnTo>
                    <a:pt x="981017" y="1594167"/>
                  </a:lnTo>
                  <a:close/>
                  <a:moveTo>
                    <a:pt x="401303" y="832211"/>
                  </a:moveTo>
                  <a:lnTo>
                    <a:pt x="393174" y="868283"/>
                  </a:lnTo>
                  <a:lnTo>
                    <a:pt x="373921" y="872996"/>
                  </a:lnTo>
                  <a:close/>
                  <a:moveTo>
                    <a:pt x="401303" y="832211"/>
                  </a:moveTo>
                  <a:lnTo>
                    <a:pt x="395007" y="766700"/>
                  </a:lnTo>
                  <a:lnTo>
                    <a:pt x="393174" y="868283"/>
                  </a:lnTo>
                  <a:close/>
                  <a:moveTo>
                    <a:pt x="401303" y="832211"/>
                  </a:moveTo>
                  <a:lnTo>
                    <a:pt x="389714" y="749996"/>
                  </a:lnTo>
                  <a:lnTo>
                    <a:pt x="395007" y="766700"/>
                  </a:lnTo>
                  <a:close/>
                  <a:moveTo>
                    <a:pt x="404679" y="709340"/>
                  </a:moveTo>
                  <a:lnTo>
                    <a:pt x="395007" y="766700"/>
                  </a:lnTo>
                  <a:lnTo>
                    <a:pt x="389714" y="749996"/>
                  </a:lnTo>
                  <a:close/>
                  <a:moveTo>
                    <a:pt x="1550695" y="2147653"/>
                  </a:moveTo>
                  <a:lnTo>
                    <a:pt x="1568912" y="2229869"/>
                  </a:lnTo>
                  <a:lnTo>
                    <a:pt x="1626670" y="2191432"/>
                  </a:lnTo>
                  <a:close/>
                  <a:moveTo>
                    <a:pt x="1203517" y="1745454"/>
                  </a:moveTo>
                  <a:lnTo>
                    <a:pt x="1215811" y="1818793"/>
                  </a:lnTo>
                  <a:lnTo>
                    <a:pt x="1224569" y="1817624"/>
                  </a:lnTo>
                  <a:close/>
                  <a:moveTo>
                    <a:pt x="1224569" y="1817624"/>
                  </a:moveTo>
                  <a:lnTo>
                    <a:pt x="1229452" y="1818793"/>
                  </a:lnTo>
                  <a:lnTo>
                    <a:pt x="1203517" y="1745454"/>
                  </a:lnTo>
                  <a:close/>
                  <a:moveTo>
                    <a:pt x="855505" y="1280271"/>
                  </a:moveTo>
                  <a:lnTo>
                    <a:pt x="896546" y="1301973"/>
                  </a:lnTo>
                  <a:lnTo>
                    <a:pt x="983308" y="1264245"/>
                  </a:lnTo>
                  <a:close/>
                  <a:moveTo>
                    <a:pt x="929574" y="1278546"/>
                  </a:moveTo>
                  <a:lnTo>
                    <a:pt x="855505" y="1280271"/>
                  </a:lnTo>
                  <a:lnTo>
                    <a:pt x="983308" y="1264245"/>
                  </a:lnTo>
                  <a:close/>
                  <a:moveTo>
                    <a:pt x="452415" y="672612"/>
                  </a:moveTo>
                  <a:lnTo>
                    <a:pt x="404679" y="709340"/>
                  </a:lnTo>
                  <a:lnTo>
                    <a:pt x="389714" y="749996"/>
                  </a:lnTo>
                  <a:close/>
                  <a:moveTo>
                    <a:pt x="404679" y="709340"/>
                  </a:moveTo>
                  <a:lnTo>
                    <a:pt x="452415" y="672612"/>
                  </a:lnTo>
                  <a:lnTo>
                    <a:pt x="441137" y="667782"/>
                  </a:lnTo>
                  <a:close/>
                  <a:moveTo>
                    <a:pt x="452415" y="672612"/>
                  </a:moveTo>
                  <a:lnTo>
                    <a:pt x="481243" y="629345"/>
                  </a:lnTo>
                  <a:lnTo>
                    <a:pt x="441137" y="667782"/>
                  </a:lnTo>
                  <a:close/>
                  <a:moveTo>
                    <a:pt x="2012264" y="2502217"/>
                  </a:moveTo>
                  <a:lnTo>
                    <a:pt x="2100701" y="2490910"/>
                  </a:lnTo>
                  <a:lnTo>
                    <a:pt x="2080484" y="2407254"/>
                  </a:lnTo>
                  <a:close/>
                  <a:moveTo>
                    <a:pt x="2012264" y="2502217"/>
                  </a:moveTo>
                  <a:lnTo>
                    <a:pt x="2080484" y="2407254"/>
                  </a:lnTo>
                  <a:lnTo>
                    <a:pt x="2005435" y="2407676"/>
                  </a:lnTo>
                  <a:close/>
                  <a:moveTo>
                    <a:pt x="2180068" y="2458296"/>
                  </a:moveTo>
                  <a:lnTo>
                    <a:pt x="2145034" y="2399641"/>
                  </a:lnTo>
                  <a:lnTo>
                    <a:pt x="2184151" y="2483659"/>
                  </a:lnTo>
                  <a:close/>
                  <a:moveTo>
                    <a:pt x="2184151" y="2483659"/>
                  </a:moveTo>
                  <a:lnTo>
                    <a:pt x="2145034" y="2399641"/>
                  </a:lnTo>
                  <a:lnTo>
                    <a:pt x="2080484" y="2407254"/>
                  </a:lnTo>
                  <a:close/>
                  <a:moveTo>
                    <a:pt x="2184151" y="2483659"/>
                  </a:moveTo>
                  <a:lnTo>
                    <a:pt x="2080484" y="2407254"/>
                  </a:lnTo>
                  <a:lnTo>
                    <a:pt x="2100701" y="2490910"/>
                  </a:lnTo>
                  <a:close/>
                  <a:moveTo>
                    <a:pt x="2180068" y="2458296"/>
                  </a:moveTo>
                  <a:lnTo>
                    <a:pt x="2184151" y="2483659"/>
                  </a:lnTo>
                  <a:lnTo>
                    <a:pt x="2193292" y="2481856"/>
                  </a:lnTo>
                  <a:close/>
                  <a:moveTo>
                    <a:pt x="1926419" y="2411322"/>
                  </a:moveTo>
                  <a:lnTo>
                    <a:pt x="1981058" y="2327402"/>
                  </a:lnTo>
                  <a:lnTo>
                    <a:pt x="1899168" y="2333385"/>
                  </a:lnTo>
                  <a:close/>
                  <a:moveTo>
                    <a:pt x="1802486" y="2355862"/>
                  </a:moveTo>
                  <a:lnTo>
                    <a:pt x="1899168" y="2333385"/>
                  </a:lnTo>
                  <a:lnTo>
                    <a:pt x="1857757" y="2304406"/>
                  </a:lnTo>
                  <a:close/>
                  <a:moveTo>
                    <a:pt x="1774347" y="2073993"/>
                  </a:moveTo>
                  <a:lnTo>
                    <a:pt x="1644904" y="2018545"/>
                  </a:lnTo>
                  <a:lnTo>
                    <a:pt x="1687266" y="2084197"/>
                  </a:lnTo>
                  <a:close/>
                  <a:moveTo>
                    <a:pt x="1774347" y="2073993"/>
                  </a:moveTo>
                  <a:lnTo>
                    <a:pt x="1687266" y="2084197"/>
                  </a:lnTo>
                  <a:lnTo>
                    <a:pt x="1778553" y="2071727"/>
                  </a:lnTo>
                  <a:close/>
                  <a:moveTo>
                    <a:pt x="1616474" y="2027002"/>
                  </a:moveTo>
                  <a:lnTo>
                    <a:pt x="1644904" y="2018545"/>
                  </a:lnTo>
                  <a:lnTo>
                    <a:pt x="1545975" y="1974674"/>
                  </a:lnTo>
                  <a:close/>
                  <a:moveTo>
                    <a:pt x="1447113" y="1668501"/>
                  </a:moveTo>
                  <a:lnTo>
                    <a:pt x="1398962" y="1780356"/>
                  </a:lnTo>
                  <a:lnTo>
                    <a:pt x="1423314" y="1741920"/>
                  </a:lnTo>
                  <a:close/>
                  <a:moveTo>
                    <a:pt x="1447113" y="1668501"/>
                  </a:moveTo>
                  <a:lnTo>
                    <a:pt x="1401172" y="1711938"/>
                  </a:lnTo>
                  <a:lnTo>
                    <a:pt x="1398962" y="1780356"/>
                  </a:lnTo>
                  <a:close/>
                  <a:moveTo>
                    <a:pt x="1115984" y="1266440"/>
                  </a:moveTo>
                  <a:lnTo>
                    <a:pt x="1105224" y="1248630"/>
                  </a:lnTo>
                  <a:lnTo>
                    <a:pt x="1122996" y="1339148"/>
                  </a:lnTo>
                  <a:close/>
                  <a:moveTo>
                    <a:pt x="555545" y="596686"/>
                  </a:moveTo>
                  <a:lnTo>
                    <a:pt x="481243" y="629345"/>
                  </a:lnTo>
                  <a:lnTo>
                    <a:pt x="563555" y="594286"/>
                  </a:lnTo>
                  <a:close/>
                  <a:moveTo>
                    <a:pt x="481243" y="629345"/>
                  </a:moveTo>
                  <a:lnTo>
                    <a:pt x="452415" y="672612"/>
                  </a:lnTo>
                  <a:lnTo>
                    <a:pt x="563555" y="594286"/>
                  </a:lnTo>
                  <a:close/>
                  <a:moveTo>
                    <a:pt x="508948" y="605325"/>
                  </a:moveTo>
                  <a:lnTo>
                    <a:pt x="481243" y="629345"/>
                  </a:lnTo>
                  <a:lnTo>
                    <a:pt x="555545" y="596686"/>
                  </a:lnTo>
                  <a:close/>
                  <a:moveTo>
                    <a:pt x="2310043" y="2564071"/>
                  </a:moveTo>
                  <a:lnTo>
                    <a:pt x="2329745" y="2646286"/>
                  </a:lnTo>
                  <a:lnTo>
                    <a:pt x="2424640" y="2607850"/>
                  </a:lnTo>
                  <a:close/>
                  <a:moveTo>
                    <a:pt x="2310043" y="2564071"/>
                  </a:moveTo>
                  <a:lnTo>
                    <a:pt x="2424640" y="2607850"/>
                  </a:lnTo>
                  <a:lnTo>
                    <a:pt x="2350231" y="2525634"/>
                  </a:lnTo>
                  <a:close/>
                  <a:moveTo>
                    <a:pt x="2310043" y="2564071"/>
                  </a:moveTo>
                  <a:lnTo>
                    <a:pt x="2350231" y="2525634"/>
                  </a:lnTo>
                  <a:lnTo>
                    <a:pt x="2273195" y="2527825"/>
                  </a:lnTo>
                  <a:close/>
                  <a:moveTo>
                    <a:pt x="2350231" y="2525634"/>
                  </a:moveTo>
                  <a:lnTo>
                    <a:pt x="2320969" y="2491242"/>
                  </a:lnTo>
                  <a:lnTo>
                    <a:pt x="2273195" y="2527825"/>
                  </a:lnTo>
                  <a:close/>
                  <a:moveTo>
                    <a:pt x="2285493" y="2443419"/>
                  </a:moveTo>
                  <a:lnTo>
                    <a:pt x="2273195" y="2527825"/>
                  </a:lnTo>
                  <a:lnTo>
                    <a:pt x="2320969" y="2491242"/>
                  </a:lnTo>
                  <a:close/>
                  <a:moveTo>
                    <a:pt x="2285493" y="2443419"/>
                  </a:moveTo>
                  <a:lnTo>
                    <a:pt x="2193292" y="2481856"/>
                  </a:lnTo>
                  <a:lnTo>
                    <a:pt x="2273195" y="2527825"/>
                  </a:lnTo>
                  <a:close/>
                  <a:moveTo>
                    <a:pt x="1649794" y="1814384"/>
                  </a:moveTo>
                  <a:lnTo>
                    <a:pt x="1755248" y="1789245"/>
                  </a:lnTo>
                  <a:lnTo>
                    <a:pt x="1716054" y="1721016"/>
                  </a:lnTo>
                  <a:close/>
                  <a:moveTo>
                    <a:pt x="1649794" y="1814384"/>
                  </a:moveTo>
                  <a:lnTo>
                    <a:pt x="1716054" y="1721016"/>
                  </a:lnTo>
                  <a:lnTo>
                    <a:pt x="1629649" y="1730670"/>
                  </a:lnTo>
                  <a:close/>
                  <a:moveTo>
                    <a:pt x="1548557" y="1635912"/>
                  </a:moveTo>
                  <a:lnTo>
                    <a:pt x="1453083" y="1659705"/>
                  </a:lnTo>
                  <a:lnTo>
                    <a:pt x="1447113" y="1668501"/>
                  </a:lnTo>
                  <a:close/>
                  <a:moveTo>
                    <a:pt x="1466695" y="1577490"/>
                  </a:moveTo>
                  <a:lnTo>
                    <a:pt x="1548557" y="1635912"/>
                  </a:lnTo>
                  <a:lnTo>
                    <a:pt x="1520543" y="1558595"/>
                  </a:lnTo>
                  <a:close/>
                  <a:moveTo>
                    <a:pt x="1453083" y="1659705"/>
                  </a:moveTo>
                  <a:lnTo>
                    <a:pt x="1548557" y="1635912"/>
                  </a:lnTo>
                  <a:lnTo>
                    <a:pt x="1466695" y="1577490"/>
                  </a:lnTo>
                  <a:close/>
                  <a:moveTo>
                    <a:pt x="1548557" y="1635912"/>
                  </a:moveTo>
                  <a:lnTo>
                    <a:pt x="1600088" y="1554518"/>
                  </a:lnTo>
                  <a:lnTo>
                    <a:pt x="1520543" y="1558595"/>
                  </a:lnTo>
                  <a:close/>
                  <a:moveTo>
                    <a:pt x="1105224" y="1248630"/>
                  </a:moveTo>
                  <a:lnTo>
                    <a:pt x="1115984" y="1266440"/>
                  </a:lnTo>
                  <a:lnTo>
                    <a:pt x="1115228" y="1245372"/>
                  </a:lnTo>
                  <a:close/>
                  <a:moveTo>
                    <a:pt x="1115228" y="1245372"/>
                  </a:moveTo>
                  <a:lnTo>
                    <a:pt x="1115984" y="1266440"/>
                  </a:lnTo>
                  <a:lnTo>
                    <a:pt x="1170070" y="1248630"/>
                  </a:lnTo>
                  <a:close/>
                  <a:moveTo>
                    <a:pt x="1087662" y="1160550"/>
                  </a:moveTo>
                  <a:lnTo>
                    <a:pt x="1085107" y="1166414"/>
                  </a:lnTo>
                  <a:lnTo>
                    <a:pt x="1079743" y="1074036"/>
                  </a:lnTo>
                  <a:close/>
                  <a:moveTo>
                    <a:pt x="749756" y="517943"/>
                  </a:moveTo>
                  <a:lnTo>
                    <a:pt x="680549" y="590909"/>
                  </a:lnTo>
                  <a:lnTo>
                    <a:pt x="722253" y="552472"/>
                  </a:lnTo>
                  <a:close/>
                  <a:moveTo>
                    <a:pt x="2424640" y="2607850"/>
                  </a:moveTo>
                  <a:lnTo>
                    <a:pt x="2460880" y="2680144"/>
                  </a:lnTo>
                  <a:lnTo>
                    <a:pt x="2462965" y="2578357"/>
                  </a:lnTo>
                  <a:close/>
                  <a:moveTo>
                    <a:pt x="2424640" y="2607850"/>
                  </a:moveTo>
                  <a:lnTo>
                    <a:pt x="2422521" y="2690065"/>
                  </a:lnTo>
                  <a:lnTo>
                    <a:pt x="2460880" y="2680144"/>
                  </a:lnTo>
                  <a:close/>
                  <a:moveTo>
                    <a:pt x="2350231" y="2525634"/>
                  </a:moveTo>
                  <a:lnTo>
                    <a:pt x="2424640" y="2607850"/>
                  </a:lnTo>
                  <a:lnTo>
                    <a:pt x="2440514" y="2487198"/>
                  </a:lnTo>
                  <a:close/>
                  <a:moveTo>
                    <a:pt x="2401513" y="2404983"/>
                  </a:moveTo>
                  <a:lnTo>
                    <a:pt x="2320969" y="2491242"/>
                  </a:lnTo>
                  <a:lnTo>
                    <a:pt x="2350231" y="2525634"/>
                  </a:lnTo>
                  <a:close/>
                  <a:moveTo>
                    <a:pt x="2401513" y="2404983"/>
                  </a:moveTo>
                  <a:lnTo>
                    <a:pt x="2350231" y="2525634"/>
                  </a:lnTo>
                  <a:lnTo>
                    <a:pt x="2440514" y="2487198"/>
                  </a:lnTo>
                  <a:close/>
                  <a:moveTo>
                    <a:pt x="793155" y="465003"/>
                  </a:moveTo>
                  <a:lnTo>
                    <a:pt x="749756" y="517943"/>
                  </a:lnTo>
                  <a:lnTo>
                    <a:pt x="722253" y="552472"/>
                  </a:lnTo>
                  <a:close/>
                  <a:moveTo>
                    <a:pt x="863398" y="448972"/>
                  </a:moveTo>
                  <a:lnTo>
                    <a:pt x="797994" y="470257"/>
                  </a:lnTo>
                  <a:lnTo>
                    <a:pt x="749756" y="517943"/>
                  </a:lnTo>
                  <a:close/>
                  <a:moveTo>
                    <a:pt x="863398" y="448972"/>
                  </a:moveTo>
                  <a:lnTo>
                    <a:pt x="749756" y="517943"/>
                  </a:lnTo>
                  <a:lnTo>
                    <a:pt x="793155" y="465003"/>
                  </a:lnTo>
                  <a:close/>
                  <a:moveTo>
                    <a:pt x="2552391" y="2466156"/>
                  </a:moveTo>
                  <a:lnTo>
                    <a:pt x="2459871" y="2480781"/>
                  </a:lnTo>
                  <a:lnTo>
                    <a:pt x="2580258" y="2543592"/>
                  </a:lnTo>
                  <a:close/>
                  <a:moveTo>
                    <a:pt x="2459871" y="2480781"/>
                  </a:moveTo>
                  <a:lnTo>
                    <a:pt x="2514357" y="2396984"/>
                  </a:lnTo>
                  <a:lnTo>
                    <a:pt x="2448692" y="2389776"/>
                  </a:lnTo>
                  <a:close/>
                  <a:moveTo>
                    <a:pt x="2448692" y="2389776"/>
                  </a:moveTo>
                  <a:lnTo>
                    <a:pt x="2488723" y="2317732"/>
                  </a:lnTo>
                  <a:lnTo>
                    <a:pt x="2419969" y="2313035"/>
                  </a:lnTo>
                  <a:close/>
                  <a:moveTo>
                    <a:pt x="1492933" y="1194208"/>
                  </a:moveTo>
                  <a:lnTo>
                    <a:pt x="1531348" y="1133320"/>
                  </a:lnTo>
                  <a:lnTo>
                    <a:pt x="1485969" y="1171756"/>
                  </a:lnTo>
                  <a:close/>
                  <a:moveTo>
                    <a:pt x="1541573" y="1097409"/>
                  </a:moveTo>
                  <a:lnTo>
                    <a:pt x="1485969" y="1171756"/>
                  </a:lnTo>
                  <a:lnTo>
                    <a:pt x="1531348" y="1133320"/>
                  </a:lnTo>
                  <a:close/>
                  <a:moveTo>
                    <a:pt x="1541573" y="1097409"/>
                  </a:moveTo>
                  <a:lnTo>
                    <a:pt x="1498428" y="1151297"/>
                  </a:lnTo>
                  <a:lnTo>
                    <a:pt x="1485969" y="1171756"/>
                  </a:lnTo>
                  <a:close/>
                  <a:moveTo>
                    <a:pt x="1606930" y="1063109"/>
                  </a:moveTo>
                  <a:lnTo>
                    <a:pt x="1498428" y="1151297"/>
                  </a:lnTo>
                  <a:lnTo>
                    <a:pt x="1541573" y="1097409"/>
                  </a:lnTo>
                  <a:close/>
                  <a:moveTo>
                    <a:pt x="918576" y="440070"/>
                  </a:moveTo>
                  <a:lnTo>
                    <a:pt x="863398" y="448972"/>
                  </a:lnTo>
                  <a:lnTo>
                    <a:pt x="793155" y="465003"/>
                  </a:lnTo>
                  <a:close/>
                  <a:moveTo>
                    <a:pt x="1000635" y="468221"/>
                  </a:moveTo>
                  <a:lnTo>
                    <a:pt x="947436" y="484520"/>
                  </a:lnTo>
                  <a:lnTo>
                    <a:pt x="863398" y="448972"/>
                  </a:lnTo>
                  <a:close/>
                  <a:moveTo>
                    <a:pt x="1063000" y="422735"/>
                  </a:moveTo>
                  <a:lnTo>
                    <a:pt x="947436" y="484520"/>
                  </a:lnTo>
                  <a:lnTo>
                    <a:pt x="1000635" y="468221"/>
                  </a:lnTo>
                  <a:close/>
                  <a:moveTo>
                    <a:pt x="1946369" y="1496243"/>
                  </a:moveTo>
                  <a:lnTo>
                    <a:pt x="2030760" y="1423744"/>
                  </a:lnTo>
                  <a:lnTo>
                    <a:pt x="1963067" y="1441198"/>
                  </a:lnTo>
                  <a:close/>
                  <a:moveTo>
                    <a:pt x="2074383" y="1481008"/>
                  </a:moveTo>
                  <a:lnTo>
                    <a:pt x="2030760" y="1423744"/>
                  </a:lnTo>
                  <a:lnTo>
                    <a:pt x="1946369" y="1496243"/>
                  </a:lnTo>
                  <a:close/>
                  <a:moveTo>
                    <a:pt x="2030760" y="1423744"/>
                  </a:moveTo>
                  <a:lnTo>
                    <a:pt x="2044140" y="1367934"/>
                  </a:lnTo>
                  <a:lnTo>
                    <a:pt x="1963067" y="1441198"/>
                  </a:lnTo>
                  <a:close/>
                  <a:moveTo>
                    <a:pt x="1798568" y="1379965"/>
                  </a:moveTo>
                  <a:lnTo>
                    <a:pt x="1840496" y="1259314"/>
                  </a:lnTo>
                  <a:lnTo>
                    <a:pt x="1765175" y="1297750"/>
                  </a:lnTo>
                  <a:close/>
                  <a:moveTo>
                    <a:pt x="1541573" y="1097409"/>
                  </a:moveTo>
                  <a:lnTo>
                    <a:pt x="1580180" y="1109742"/>
                  </a:lnTo>
                  <a:lnTo>
                    <a:pt x="1656413" y="1032915"/>
                  </a:lnTo>
                  <a:close/>
                  <a:moveTo>
                    <a:pt x="1438536" y="775623"/>
                  </a:moveTo>
                  <a:lnTo>
                    <a:pt x="1336880" y="804459"/>
                  </a:lnTo>
                  <a:lnTo>
                    <a:pt x="1316658" y="813804"/>
                  </a:lnTo>
                  <a:close/>
                  <a:moveTo>
                    <a:pt x="1438536" y="775623"/>
                  </a:moveTo>
                  <a:lnTo>
                    <a:pt x="1316658" y="813804"/>
                  </a:lnTo>
                  <a:lnTo>
                    <a:pt x="1375312" y="817901"/>
                  </a:lnTo>
                  <a:close/>
                  <a:moveTo>
                    <a:pt x="1377309" y="761910"/>
                  </a:moveTo>
                  <a:lnTo>
                    <a:pt x="1336880" y="804459"/>
                  </a:lnTo>
                  <a:lnTo>
                    <a:pt x="1424883" y="775035"/>
                  </a:lnTo>
                  <a:close/>
                  <a:moveTo>
                    <a:pt x="1405751" y="722244"/>
                  </a:moveTo>
                  <a:lnTo>
                    <a:pt x="1424883" y="775035"/>
                  </a:lnTo>
                  <a:lnTo>
                    <a:pt x="1447187" y="766023"/>
                  </a:lnTo>
                  <a:close/>
                  <a:moveTo>
                    <a:pt x="1008847" y="470528"/>
                  </a:moveTo>
                  <a:lnTo>
                    <a:pt x="1063000" y="422735"/>
                  </a:lnTo>
                  <a:lnTo>
                    <a:pt x="1000635" y="468221"/>
                  </a:lnTo>
                  <a:close/>
                  <a:moveTo>
                    <a:pt x="1008847" y="470528"/>
                  </a:moveTo>
                  <a:lnTo>
                    <a:pt x="1109666" y="449156"/>
                  </a:lnTo>
                  <a:lnTo>
                    <a:pt x="1063000" y="422735"/>
                  </a:lnTo>
                  <a:close/>
                  <a:moveTo>
                    <a:pt x="1109666" y="449156"/>
                  </a:moveTo>
                  <a:lnTo>
                    <a:pt x="1008847" y="470528"/>
                  </a:lnTo>
                  <a:lnTo>
                    <a:pt x="1143200" y="507387"/>
                  </a:lnTo>
                  <a:close/>
                  <a:moveTo>
                    <a:pt x="2136631" y="1498540"/>
                  </a:moveTo>
                  <a:lnTo>
                    <a:pt x="2085593" y="1522920"/>
                  </a:lnTo>
                  <a:lnTo>
                    <a:pt x="2020066" y="1556578"/>
                  </a:lnTo>
                  <a:close/>
                  <a:moveTo>
                    <a:pt x="2224801" y="1549533"/>
                  </a:moveTo>
                  <a:lnTo>
                    <a:pt x="2094876" y="1505959"/>
                  </a:lnTo>
                  <a:lnTo>
                    <a:pt x="2085593" y="1522920"/>
                  </a:lnTo>
                  <a:close/>
                  <a:moveTo>
                    <a:pt x="2074367" y="1411305"/>
                  </a:moveTo>
                  <a:lnTo>
                    <a:pt x="2074383" y="1481008"/>
                  </a:lnTo>
                  <a:lnTo>
                    <a:pt x="2184902" y="1482126"/>
                  </a:lnTo>
                  <a:close/>
                  <a:moveTo>
                    <a:pt x="2044140" y="1367934"/>
                  </a:moveTo>
                  <a:lnTo>
                    <a:pt x="2030760" y="1423744"/>
                  </a:lnTo>
                  <a:lnTo>
                    <a:pt x="2074367" y="1411305"/>
                  </a:lnTo>
                  <a:close/>
                  <a:moveTo>
                    <a:pt x="1882844" y="1245642"/>
                  </a:moveTo>
                  <a:lnTo>
                    <a:pt x="1840496" y="1259314"/>
                  </a:lnTo>
                  <a:lnTo>
                    <a:pt x="1924471" y="1262622"/>
                  </a:lnTo>
                  <a:close/>
                  <a:moveTo>
                    <a:pt x="1882844" y="1245642"/>
                  </a:moveTo>
                  <a:lnTo>
                    <a:pt x="1932325" y="1228528"/>
                  </a:lnTo>
                  <a:lnTo>
                    <a:pt x="1859849" y="1236215"/>
                  </a:lnTo>
                  <a:close/>
                  <a:moveTo>
                    <a:pt x="1542599" y="739926"/>
                  </a:moveTo>
                  <a:lnTo>
                    <a:pt x="1447187" y="766023"/>
                  </a:lnTo>
                  <a:lnTo>
                    <a:pt x="1497401" y="816171"/>
                  </a:lnTo>
                  <a:close/>
                  <a:moveTo>
                    <a:pt x="1640492" y="821024"/>
                  </a:moveTo>
                  <a:lnTo>
                    <a:pt x="1564348" y="822337"/>
                  </a:lnTo>
                  <a:lnTo>
                    <a:pt x="1659308" y="828536"/>
                  </a:lnTo>
                  <a:close/>
                  <a:moveTo>
                    <a:pt x="1447187" y="766023"/>
                  </a:moveTo>
                  <a:lnTo>
                    <a:pt x="1542599" y="739926"/>
                  </a:lnTo>
                  <a:lnTo>
                    <a:pt x="1472153" y="683808"/>
                  </a:lnTo>
                  <a:close/>
                  <a:moveTo>
                    <a:pt x="1449703" y="654764"/>
                  </a:moveTo>
                  <a:lnTo>
                    <a:pt x="1479364" y="649617"/>
                  </a:lnTo>
                  <a:lnTo>
                    <a:pt x="1472153" y="683808"/>
                  </a:lnTo>
                  <a:close/>
                  <a:moveTo>
                    <a:pt x="1233114" y="509479"/>
                  </a:moveTo>
                  <a:lnTo>
                    <a:pt x="1203412" y="433535"/>
                  </a:lnTo>
                  <a:lnTo>
                    <a:pt x="1149481" y="516879"/>
                  </a:lnTo>
                  <a:close/>
                  <a:moveTo>
                    <a:pt x="1335565" y="386688"/>
                  </a:moveTo>
                  <a:lnTo>
                    <a:pt x="1326093" y="418676"/>
                  </a:lnTo>
                  <a:lnTo>
                    <a:pt x="1390156" y="360290"/>
                  </a:lnTo>
                  <a:close/>
                  <a:moveTo>
                    <a:pt x="1302321" y="398726"/>
                  </a:moveTo>
                  <a:lnTo>
                    <a:pt x="1326093" y="418676"/>
                  </a:lnTo>
                  <a:lnTo>
                    <a:pt x="1335565" y="386688"/>
                  </a:lnTo>
                  <a:close/>
                  <a:moveTo>
                    <a:pt x="1302321" y="398726"/>
                  </a:moveTo>
                  <a:lnTo>
                    <a:pt x="1335565" y="386688"/>
                  </a:lnTo>
                  <a:lnTo>
                    <a:pt x="1310936" y="278075"/>
                  </a:lnTo>
                  <a:close/>
                  <a:moveTo>
                    <a:pt x="1286230" y="269636"/>
                  </a:moveTo>
                  <a:lnTo>
                    <a:pt x="1327920" y="210304"/>
                  </a:lnTo>
                  <a:lnTo>
                    <a:pt x="1333748" y="234296"/>
                  </a:lnTo>
                  <a:close/>
                  <a:moveTo>
                    <a:pt x="1327920" y="210304"/>
                  </a:moveTo>
                  <a:lnTo>
                    <a:pt x="1331328" y="195859"/>
                  </a:lnTo>
                  <a:lnTo>
                    <a:pt x="1333748" y="234296"/>
                  </a:lnTo>
                  <a:close/>
                  <a:moveTo>
                    <a:pt x="1688476" y="443731"/>
                  </a:moveTo>
                  <a:lnTo>
                    <a:pt x="1675624" y="492187"/>
                  </a:lnTo>
                  <a:lnTo>
                    <a:pt x="1709851" y="404068"/>
                  </a:lnTo>
                  <a:close/>
                  <a:moveTo>
                    <a:pt x="1709851" y="404068"/>
                  </a:moveTo>
                  <a:lnTo>
                    <a:pt x="1675624" y="492187"/>
                  </a:lnTo>
                  <a:lnTo>
                    <a:pt x="1690645" y="486283"/>
                  </a:lnTo>
                  <a:close/>
                  <a:moveTo>
                    <a:pt x="1675624" y="492187"/>
                  </a:moveTo>
                  <a:lnTo>
                    <a:pt x="1684783" y="493381"/>
                  </a:lnTo>
                  <a:lnTo>
                    <a:pt x="1690645" y="486283"/>
                  </a:lnTo>
                  <a:close/>
                  <a:moveTo>
                    <a:pt x="1425307" y="80555"/>
                  </a:moveTo>
                  <a:lnTo>
                    <a:pt x="1331328" y="195859"/>
                  </a:lnTo>
                  <a:lnTo>
                    <a:pt x="1372919" y="157423"/>
                  </a:lnTo>
                  <a:close/>
                  <a:moveTo>
                    <a:pt x="1959600" y="684900"/>
                  </a:moveTo>
                  <a:lnTo>
                    <a:pt x="1892117" y="711253"/>
                  </a:lnTo>
                  <a:lnTo>
                    <a:pt x="2004687" y="638271"/>
                  </a:lnTo>
                  <a:close/>
                  <a:moveTo>
                    <a:pt x="1959600" y="684900"/>
                  </a:moveTo>
                  <a:lnTo>
                    <a:pt x="2004687" y="638271"/>
                  </a:lnTo>
                  <a:lnTo>
                    <a:pt x="2004864" y="650714"/>
                  </a:lnTo>
                  <a:close/>
                  <a:moveTo>
                    <a:pt x="2004687" y="638271"/>
                  </a:moveTo>
                  <a:lnTo>
                    <a:pt x="2023348" y="612277"/>
                  </a:lnTo>
                  <a:lnTo>
                    <a:pt x="2004864" y="650714"/>
                  </a:lnTo>
                  <a:close/>
                  <a:moveTo>
                    <a:pt x="1709851" y="404068"/>
                  </a:moveTo>
                  <a:lnTo>
                    <a:pt x="1690645" y="486283"/>
                  </a:lnTo>
                  <a:lnTo>
                    <a:pt x="1736516" y="447847"/>
                  </a:lnTo>
                  <a:close/>
                  <a:moveTo>
                    <a:pt x="1762476" y="289998"/>
                  </a:moveTo>
                  <a:lnTo>
                    <a:pt x="1709851" y="404068"/>
                  </a:lnTo>
                  <a:lnTo>
                    <a:pt x="1757911" y="365632"/>
                  </a:lnTo>
                  <a:close/>
                  <a:moveTo>
                    <a:pt x="1762476" y="289998"/>
                  </a:moveTo>
                  <a:lnTo>
                    <a:pt x="1721814" y="353173"/>
                  </a:lnTo>
                  <a:lnTo>
                    <a:pt x="1709851" y="404068"/>
                  </a:lnTo>
                  <a:close/>
                  <a:moveTo>
                    <a:pt x="1721814" y="353173"/>
                  </a:moveTo>
                  <a:lnTo>
                    <a:pt x="1762476" y="289998"/>
                  </a:lnTo>
                  <a:lnTo>
                    <a:pt x="1720346" y="321853"/>
                  </a:lnTo>
                  <a:close/>
                  <a:moveTo>
                    <a:pt x="1762476" y="289998"/>
                  </a:moveTo>
                  <a:lnTo>
                    <a:pt x="1763472" y="283417"/>
                  </a:lnTo>
                  <a:lnTo>
                    <a:pt x="1720346" y="321853"/>
                  </a:lnTo>
                  <a:close/>
                  <a:moveTo>
                    <a:pt x="1425307" y="80555"/>
                  </a:moveTo>
                  <a:lnTo>
                    <a:pt x="1478618" y="64676"/>
                  </a:lnTo>
                  <a:lnTo>
                    <a:pt x="1460528" y="75208"/>
                  </a:lnTo>
                  <a:close/>
                  <a:moveTo>
                    <a:pt x="1478618" y="64676"/>
                  </a:moveTo>
                  <a:lnTo>
                    <a:pt x="1523809" y="36771"/>
                  </a:lnTo>
                  <a:lnTo>
                    <a:pt x="1460528" y="75208"/>
                  </a:lnTo>
                  <a:close/>
                  <a:moveTo>
                    <a:pt x="2107878" y="530224"/>
                  </a:moveTo>
                  <a:lnTo>
                    <a:pt x="2023348" y="612277"/>
                  </a:lnTo>
                  <a:lnTo>
                    <a:pt x="2079100" y="573840"/>
                  </a:lnTo>
                  <a:close/>
                  <a:moveTo>
                    <a:pt x="2107878" y="530224"/>
                  </a:moveTo>
                  <a:lnTo>
                    <a:pt x="2170310" y="491626"/>
                  </a:lnTo>
                  <a:lnTo>
                    <a:pt x="2055548" y="530062"/>
                  </a:lnTo>
                  <a:close/>
                  <a:moveTo>
                    <a:pt x="1840236" y="327195"/>
                  </a:moveTo>
                  <a:lnTo>
                    <a:pt x="1764212" y="280575"/>
                  </a:lnTo>
                  <a:lnTo>
                    <a:pt x="1763472" y="283417"/>
                  </a:lnTo>
                  <a:close/>
                  <a:moveTo>
                    <a:pt x="1763472" y="283417"/>
                  </a:moveTo>
                  <a:lnTo>
                    <a:pt x="1762476" y="289998"/>
                  </a:lnTo>
                  <a:lnTo>
                    <a:pt x="1840236" y="327195"/>
                  </a:lnTo>
                  <a:close/>
                  <a:moveTo>
                    <a:pt x="1542055" y="23198"/>
                  </a:moveTo>
                  <a:lnTo>
                    <a:pt x="1523809" y="36771"/>
                  </a:lnTo>
                  <a:lnTo>
                    <a:pt x="1559514" y="25528"/>
                  </a:lnTo>
                  <a:close/>
                  <a:moveTo>
                    <a:pt x="1660725" y="3838"/>
                  </a:moveTo>
                  <a:lnTo>
                    <a:pt x="1559514" y="25528"/>
                  </a:lnTo>
                  <a:lnTo>
                    <a:pt x="1667940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93" name="Candidate_density__2092">
              <a:extLst>
                <a:ext uri="{FF2B5EF4-FFF2-40B4-BE49-F238E27FC236}">
                  <a16:creationId xmlns:a16="http://schemas.microsoft.com/office/drawing/2014/main" id="{2FF1F64A-BF29-19BD-32AD-CC1849D2377F}"/>
                </a:ext>
              </a:extLst>
            </p:cNvPr>
            <p:cNvSpPr>
              <a:spLocks noGrp="1"/>
            </p:cNvSpPr>
            <p:nvPr/>
          </p:nvSpPr>
          <p:spPr>
            <a:xfrm>
              <a:off x="4475464" y="1773664"/>
              <a:ext cx="2088088" cy="3082589"/>
            </a:xfrm>
            <a:custGeom>
              <a:avLst/>
              <a:gdLst/>
              <a:ahLst/>
              <a:cxnLst/>
              <a:rect l="0" t="0" r="0" b="0"/>
              <a:pathLst>
                <a:path w="2088088" h="3082589">
                  <a:moveTo>
                    <a:pt x="660606" y="3082589"/>
                  </a:moveTo>
                  <a:lnTo>
                    <a:pt x="662487" y="3081841"/>
                  </a:lnTo>
                  <a:lnTo>
                    <a:pt x="678055" y="2961938"/>
                  </a:lnTo>
                  <a:close/>
                  <a:moveTo>
                    <a:pt x="662487" y="3081841"/>
                  </a:moveTo>
                  <a:lnTo>
                    <a:pt x="671219" y="3082589"/>
                  </a:lnTo>
                  <a:lnTo>
                    <a:pt x="690371" y="2975076"/>
                  </a:lnTo>
                  <a:close/>
                  <a:moveTo>
                    <a:pt x="24099" y="2304217"/>
                  </a:moveTo>
                  <a:lnTo>
                    <a:pt x="5986" y="2251091"/>
                  </a:lnTo>
                  <a:lnTo>
                    <a:pt x="30836" y="2330980"/>
                  </a:lnTo>
                  <a:close/>
                  <a:moveTo>
                    <a:pt x="24099" y="2304217"/>
                  </a:moveTo>
                  <a:lnTo>
                    <a:pt x="0" y="2222002"/>
                  </a:lnTo>
                  <a:lnTo>
                    <a:pt x="5986" y="2251091"/>
                  </a:lnTo>
                  <a:close/>
                  <a:moveTo>
                    <a:pt x="775475" y="2950484"/>
                  </a:moveTo>
                  <a:lnTo>
                    <a:pt x="690371" y="2975076"/>
                  </a:lnTo>
                  <a:lnTo>
                    <a:pt x="776125" y="3017041"/>
                  </a:lnTo>
                  <a:close/>
                  <a:moveTo>
                    <a:pt x="366329" y="2340099"/>
                  </a:moveTo>
                  <a:lnTo>
                    <a:pt x="340072" y="2227344"/>
                  </a:lnTo>
                  <a:lnTo>
                    <a:pt x="282569" y="2247510"/>
                  </a:lnTo>
                  <a:close/>
                  <a:moveTo>
                    <a:pt x="366329" y="2340099"/>
                  </a:moveTo>
                  <a:lnTo>
                    <a:pt x="282569" y="2247510"/>
                  </a:lnTo>
                  <a:lnTo>
                    <a:pt x="294903" y="2337575"/>
                  </a:lnTo>
                  <a:close/>
                  <a:moveTo>
                    <a:pt x="208497" y="2101350"/>
                  </a:moveTo>
                  <a:lnTo>
                    <a:pt x="280348" y="2126299"/>
                  </a:lnTo>
                  <a:lnTo>
                    <a:pt x="266086" y="2145128"/>
                  </a:lnTo>
                  <a:close/>
                  <a:moveTo>
                    <a:pt x="280348" y="2126299"/>
                  </a:moveTo>
                  <a:lnTo>
                    <a:pt x="241280" y="2080893"/>
                  </a:lnTo>
                  <a:lnTo>
                    <a:pt x="291660" y="2145128"/>
                  </a:lnTo>
                  <a:close/>
                  <a:moveTo>
                    <a:pt x="223082" y="2127389"/>
                  </a:moveTo>
                  <a:lnTo>
                    <a:pt x="280280" y="2149278"/>
                  </a:lnTo>
                  <a:lnTo>
                    <a:pt x="291660" y="2145128"/>
                  </a:lnTo>
                  <a:close/>
                  <a:moveTo>
                    <a:pt x="239168" y="2101350"/>
                  </a:moveTo>
                  <a:lnTo>
                    <a:pt x="259234" y="2047354"/>
                  </a:lnTo>
                  <a:lnTo>
                    <a:pt x="272526" y="1980699"/>
                  </a:lnTo>
                  <a:close/>
                  <a:moveTo>
                    <a:pt x="272526" y="1980699"/>
                  </a:moveTo>
                  <a:lnTo>
                    <a:pt x="298705" y="2034208"/>
                  </a:lnTo>
                  <a:lnTo>
                    <a:pt x="315142" y="2024477"/>
                  </a:lnTo>
                  <a:close/>
                  <a:moveTo>
                    <a:pt x="352033" y="1942262"/>
                  </a:moveTo>
                  <a:lnTo>
                    <a:pt x="229480" y="1898483"/>
                  </a:lnTo>
                  <a:lnTo>
                    <a:pt x="272526" y="1980699"/>
                  </a:lnTo>
                  <a:close/>
                  <a:moveTo>
                    <a:pt x="1029030" y="2682198"/>
                  </a:moveTo>
                  <a:lnTo>
                    <a:pt x="1103295" y="2758695"/>
                  </a:lnTo>
                  <a:lnTo>
                    <a:pt x="1131833" y="2725976"/>
                  </a:lnTo>
                  <a:close/>
                  <a:moveTo>
                    <a:pt x="270089" y="1777832"/>
                  </a:moveTo>
                  <a:lnTo>
                    <a:pt x="320917" y="1657180"/>
                  </a:lnTo>
                  <a:lnTo>
                    <a:pt x="223133" y="1695617"/>
                  </a:lnTo>
                  <a:close/>
                  <a:moveTo>
                    <a:pt x="1131833" y="2725976"/>
                  </a:moveTo>
                  <a:lnTo>
                    <a:pt x="1113039" y="2757735"/>
                  </a:lnTo>
                  <a:lnTo>
                    <a:pt x="1168998" y="2789144"/>
                  </a:lnTo>
                  <a:close/>
                  <a:moveTo>
                    <a:pt x="354761" y="1648858"/>
                  </a:moveTo>
                  <a:lnTo>
                    <a:pt x="320917" y="1657180"/>
                  </a:lnTo>
                  <a:lnTo>
                    <a:pt x="403347" y="1661906"/>
                  </a:lnTo>
                  <a:close/>
                  <a:moveTo>
                    <a:pt x="341311" y="1645163"/>
                  </a:moveTo>
                  <a:lnTo>
                    <a:pt x="320917" y="1657180"/>
                  </a:lnTo>
                  <a:lnTo>
                    <a:pt x="354761" y="1648858"/>
                  </a:lnTo>
                  <a:close/>
                  <a:moveTo>
                    <a:pt x="354761" y="1648858"/>
                  </a:moveTo>
                  <a:lnTo>
                    <a:pt x="356813" y="1657180"/>
                  </a:lnTo>
                  <a:lnTo>
                    <a:pt x="341311" y="1645163"/>
                  </a:lnTo>
                  <a:close/>
                  <a:moveTo>
                    <a:pt x="194929" y="1169231"/>
                  </a:moveTo>
                  <a:lnTo>
                    <a:pt x="181745" y="1087017"/>
                  </a:lnTo>
                  <a:lnTo>
                    <a:pt x="172727" y="1175204"/>
                  </a:lnTo>
                  <a:close/>
                  <a:moveTo>
                    <a:pt x="1657368" y="2576186"/>
                  </a:moveTo>
                  <a:lnTo>
                    <a:pt x="1527141" y="2583147"/>
                  </a:lnTo>
                  <a:lnTo>
                    <a:pt x="1588976" y="2599138"/>
                  </a:lnTo>
                  <a:close/>
                  <a:moveTo>
                    <a:pt x="1430752" y="2481032"/>
                  </a:moveTo>
                  <a:lnTo>
                    <a:pt x="1346192" y="2463925"/>
                  </a:lnTo>
                  <a:lnTo>
                    <a:pt x="1406506" y="2484673"/>
                  </a:lnTo>
                  <a:close/>
                  <a:moveTo>
                    <a:pt x="1423615" y="2386741"/>
                  </a:moveTo>
                  <a:lnTo>
                    <a:pt x="1360723" y="2377279"/>
                  </a:lnTo>
                  <a:lnTo>
                    <a:pt x="1430752" y="2481032"/>
                  </a:lnTo>
                  <a:close/>
                  <a:moveTo>
                    <a:pt x="1423615" y="2386741"/>
                  </a:moveTo>
                  <a:lnTo>
                    <a:pt x="1323855" y="2307160"/>
                  </a:lnTo>
                  <a:lnTo>
                    <a:pt x="1360723" y="2377279"/>
                  </a:lnTo>
                  <a:close/>
                  <a:moveTo>
                    <a:pt x="1262190" y="2213311"/>
                  </a:moveTo>
                  <a:lnTo>
                    <a:pt x="1188211" y="2320243"/>
                  </a:lnTo>
                  <a:lnTo>
                    <a:pt x="1255680" y="2301993"/>
                  </a:lnTo>
                  <a:close/>
                  <a:moveTo>
                    <a:pt x="714270" y="1638452"/>
                  </a:moveTo>
                  <a:lnTo>
                    <a:pt x="702630" y="1541870"/>
                  </a:lnTo>
                  <a:lnTo>
                    <a:pt x="626670" y="1548985"/>
                  </a:lnTo>
                  <a:close/>
                  <a:moveTo>
                    <a:pt x="626670" y="1548985"/>
                  </a:moveTo>
                  <a:lnTo>
                    <a:pt x="687750" y="1459828"/>
                  </a:lnTo>
                  <a:lnTo>
                    <a:pt x="569097" y="1495698"/>
                  </a:lnTo>
                  <a:close/>
                  <a:moveTo>
                    <a:pt x="687750" y="1459828"/>
                  </a:moveTo>
                  <a:lnTo>
                    <a:pt x="716272" y="1541870"/>
                  </a:lnTo>
                  <a:lnTo>
                    <a:pt x="767511" y="1555668"/>
                  </a:lnTo>
                  <a:close/>
                  <a:moveTo>
                    <a:pt x="636381" y="1377441"/>
                  </a:moveTo>
                  <a:lnTo>
                    <a:pt x="601987" y="1416867"/>
                  </a:lnTo>
                  <a:lnTo>
                    <a:pt x="654421" y="1386831"/>
                  </a:lnTo>
                  <a:close/>
                  <a:moveTo>
                    <a:pt x="530694" y="1377441"/>
                  </a:moveTo>
                  <a:lnTo>
                    <a:pt x="579880" y="1334214"/>
                  </a:lnTo>
                  <a:lnTo>
                    <a:pt x="514321" y="1379545"/>
                  </a:lnTo>
                  <a:close/>
                  <a:moveTo>
                    <a:pt x="514321" y="1379545"/>
                  </a:moveTo>
                  <a:lnTo>
                    <a:pt x="579880" y="1334214"/>
                  </a:lnTo>
                  <a:lnTo>
                    <a:pt x="555703" y="1306403"/>
                  </a:lnTo>
                  <a:close/>
                  <a:moveTo>
                    <a:pt x="514321" y="1379545"/>
                  </a:moveTo>
                  <a:lnTo>
                    <a:pt x="555703" y="1306403"/>
                  </a:lnTo>
                  <a:lnTo>
                    <a:pt x="467837" y="1317245"/>
                  </a:lnTo>
                  <a:close/>
                  <a:moveTo>
                    <a:pt x="579880" y="1334214"/>
                  </a:moveTo>
                  <a:lnTo>
                    <a:pt x="636381" y="1377441"/>
                  </a:lnTo>
                  <a:lnTo>
                    <a:pt x="555703" y="1306403"/>
                  </a:lnTo>
                  <a:close/>
                  <a:moveTo>
                    <a:pt x="636381" y="1377441"/>
                  </a:moveTo>
                  <a:lnTo>
                    <a:pt x="654421" y="1386831"/>
                  </a:lnTo>
                  <a:lnTo>
                    <a:pt x="555703" y="1306403"/>
                  </a:lnTo>
                  <a:close/>
                  <a:moveTo>
                    <a:pt x="1055732" y="1952946"/>
                  </a:moveTo>
                  <a:lnTo>
                    <a:pt x="1037515" y="1870731"/>
                  </a:lnTo>
                  <a:lnTo>
                    <a:pt x="1060391" y="1899707"/>
                  </a:lnTo>
                  <a:close/>
                  <a:moveTo>
                    <a:pt x="1703098" y="2531960"/>
                  </a:moveTo>
                  <a:lnTo>
                    <a:pt x="1588976" y="2599138"/>
                  </a:lnTo>
                  <a:lnTo>
                    <a:pt x="1632153" y="2545368"/>
                  </a:lnTo>
                  <a:close/>
                  <a:moveTo>
                    <a:pt x="1055732" y="1952946"/>
                  </a:moveTo>
                  <a:lnTo>
                    <a:pt x="1119363" y="2035161"/>
                  </a:lnTo>
                  <a:lnTo>
                    <a:pt x="1174591" y="1996725"/>
                  </a:lnTo>
                  <a:close/>
                  <a:moveTo>
                    <a:pt x="1032795" y="1697752"/>
                  </a:moveTo>
                  <a:lnTo>
                    <a:pt x="997750" y="1689856"/>
                  </a:lnTo>
                  <a:lnTo>
                    <a:pt x="1103294" y="1750079"/>
                  </a:lnTo>
                  <a:close/>
                  <a:moveTo>
                    <a:pt x="702630" y="1541870"/>
                  </a:moveTo>
                  <a:lnTo>
                    <a:pt x="712288" y="1550605"/>
                  </a:lnTo>
                  <a:lnTo>
                    <a:pt x="711389" y="1540702"/>
                  </a:lnTo>
                  <a:close/>
                  <a:moveTo>
                    <a:pt x="711389" y="1540702"/>
                  </a:moveTo>
                  <a:lnTo>
                    <a:pt x="712288" y="1550605"/>
                  </a:lnTo>
                  <a:lnTo>
                    <a:pt x="716272" y="1541870"/>
                  </a:lnTo>
                  <a:close/>
                  <a:moveTo>
                    <a:pt x="887873" y="1421219"/>
                  </a:moveTo>
                  <a:lnTo>
                    <a:pt x="884970" y="1520768"/>
                  </a:lnTo>
                  <a:lnTo>
                    <a:pt x="887992" y="1435016"/>
                  </a:lnTo>
                  <a:close/>
                  <a:moveTo>
                    <a:pt x="530694" y="1377441"/>
                  </a:moveTo>
                  <a:lnTo>
                    <a:pt x="601987" y="1416867"/>
                  </a:lnTo>
                  <a:lnTo>
                    <a:pt x="604866" y="1366527"/>
                  </a:lnTo>
                  <a:close/>
                  <a:moveTo>
                    <a:pt x="579880" y="1334214"/>
                  </a:moveTo>
                  <a:lnTo>
                    <a:pt x="530694" y="1377441"/>
                  </a:lnTo>
                  <a:lnTo>
                    <a:pt x="604866" y="1366527"/>
                  </a:lnTo>
                  <a:close/>
                  <a:moveTo>
                    <a:pt x="604866" y="1366527"/>
                  </a:moveTo>
                  <a:lnTo>
                    <a:pt x="601987" y="1416867"/>
                  </a:lnTo>
                  <a:lnTo>
                    <a:pt x="636381" y="1377441"/>
                  </a:lnTo>
                  <a:close/>
                  <a:moveTo>
                    <a:pt x="604866" y="1366527"/>
                  </a:moveTo>
                  <a:lnTo>
                    <a:pt x="636381" y="1377441"/>
                  </a:lnTo>
                  <a:lnTo>
                    <a:pt x="579880" y="1334214"/>
                  </a:lnTo>
                  <a:close/>
                  <a:moveTo>
                    <a:pt x="314967" y="1020065"/>
                  </a:moveTo>
                  <a:lnTo>
                    <a:pt x="383365" y="1025050"/>
                  </a:lnTo>
                  <a:lnTo>
                    <a:pt x="342325" y="1003349"/>
                  </a:lnTo>
                  <a:close/>
                  <a:moveTo>
                    <a:pt x="1717357" y="2490015"/>
                  </a:moveTo>
                  <a:lnTo>
                    <a:pt x="1754833" y="2510188"/>
                  </a:lnTo>
                  <a:lnTo>
                    <a:pt x="1708357" y="2476620"/>
                  </a:lnTo>
                  <a:close/>
                  <a:moveTo>
                    <a:pt x="1717357" y="2490015"/>
                  </a:moveTo>
                  <a:lnTo>
                    <a:pt x="1708357" y="2476620"/>
                  </a:lnTo>
                  <a:lnTo>
                    <a:pt x="1708981" y="2407800"/>
                  </a:lnTo>
                  <a:close/>
                  <a:moveTo>
                    <a:pt x="1670971" y="2206737"/>
                  </a:moveTo>
                  <a:lnTo>
                    <a:pt x="1642922" y="2306970"/>
                  </a:lnTo>
                  <a:lnTo>
                    <a:pt x="1680111" y="2204934"/>
                  </a:lnTo>
                  <a:close/>
                  <a:moveTo>
                    <a:pt x="1417368" y="2243370"/>
                  </a:moveTo>
                  <a:lnTo>
                    <a:pt x="1486356" y="2278910"/>
                  </a:lnTo>
                  <a:lnTo>
                    <a:pt x="1499084" y="2225295"/>
                  </a:lnTo>
                  <a:close/>
                  <a:moveTo>
                    <a:pt x="1587521" y="2213988"/>
                  </a:moveTo>
                  <a:lnTo>
                    <a:pt x="1486356" y="2278910"/>
                  </a:lnTo>
                  <a:lnTo>
                    <a:pt x="1567406" y="2303289"/>
                  </a:lnTo>
                  <a:close/>
                  <a:moveTo>
                    <a:pt x="1587521" y="2213988"/>
                  </a:moveTo>
                  <a:lnTo>
                    <a:pt x="1499084" y="2225295"/>
                  </a:lnTo>
                  <a:lnTo>
                    <a:pt x="1486356" y="2278910"/>
                  </a:lnTo>
                  <a:close/>
                  <a:moveTo>
                    <a:pt x="1670971" y="2206737"/>
                  </a:moveTo>
                  <a:lnTo>
                    <a:pt x="1587521" y="2213988"/>
                  </a:lnTo>
                  <a:lnTo>
                    <a:pt x="1567406" y="2303289"/>
                  </a:lnTo>
                  <a:close/>
                  <a:moveTo>
                    <a:pt x="1413239" y="2134400"/>
                  </a:moveTo>
                  <a:lnTo>
                    <a:pt x="1492255" y="2130754"/>
                  </a:lnTo>
                  <a:lnTo>
                    <a:pt x="1467878" y="2050480"/>
                  </a:lnTo>
                  <a:close/>
                  <a:moveTo>
                    <a:pt x="1567304" y="2130332"/>
                  </a:moveTo>
                  <a:lnTo>
                    <a:pt x="1508348" y="2082480"/>
                  </a:lnTo>
                  <a:lnTo>
                    <a:pt x="1467878" y="2050480"/>
                  </a:lnTo>
                  <a:close/>
                  <a:moveTo>
                    <a:pt x="1492255" y="2130754"/>
                  </a:moveTo>
                  <a:lnTo>
                    <a:pt x="1567304" y="2130332"/>
                  </a:lnTo>
                  <a:lnTo>
                    <a:pt x="1467878" y="2050480"/>
                  </a:lnTo>
                  <a:close/>
                  <a:moveTo>
                    <a:pt x="1385987" y="2056463"/>
                  </a:moveTo>
                  <a:lnTo>
                    <a:pt x="1467878" y="2050480"/>
                  </a:lnTo>
                  <a:lnTo>
                    <a:pt x="1424630" y="2048129"/>
                  </a:lnTo>
                  <a:close/>
                  <a:moveTo>
                    <a:pt x="1265372" y="1794805"/>
                  </a:moveTo>
                  <a:lnTo>
                    <a:pt x="1235660" y="1832294"/>
                  </a:lnTo>
                  <a:lnTo>
                    <a:pt x="1261167" y="1797071"/>
                  </a:lnTo>
                  <a:close/>
                  <a:moveTo>
                    <a:pt x="1263328" y="1787162"/>
                  </a:moveTo>
                  <a:lnTo>
                    <a:pt x="1224605" y="1711643"/>
                  </a:lnTo>
                  <a:lnTo>
                    <a:pt x="1261167" y="1797071"/>
                  </a:lnTo>
                  <a:close/>
                  <a:moveTo>
                    <a:pt x="1261167" y="1797071"/>
                  </a:moveTo>
                  <a:lnTo>
                    <a:pt x="1224605" y="1711643"/>
                  </a:lnTo>
                  <a:lnTo>
                    <a:pt x="1131724" y="1741623"/>
                  </a:lnTo>
                  <a:close/>
                  <a:moveTo>
                    <a:pt x="1235660" y="1832294"/>
                  </a:moveTo>
                  <a:lnTo>
                    <a:pt x="1263328" y="1787162"/>
                  </a:lnTo>
                  <a:lnTo>
                    <a:pt x="1261167" y="1797071"/>
                  </a:lnTo>
                  <a:close/>
                  <a:moveTo>
                    <a:pt x="1032795" y="1697752"/>
                  </a:moveTo>
                  <a:lnTo>
                    <a:pt x="1131724" y="1741623"/>
                  </a:lnTo>
                  <a:lnTo>
                    <a:pt x="1152465" y="1651321"/>
                  </a:lnTo>
                  <a:close/>
                  <a:moveTo>
                    <a:pt x="1131724" y="1741623"/>
                  </a:moveTo>
                  <a:lnTo>
                    <a:pt x="1224605" y="1711643"/>
                  </a:lnTo>
                  <a:lnTo>
                    <a:pt x="1152465" y="1651321"/>
                  </a:lnTo>
                  <a:close/>
                  <a:moveTo>
                    <a:pt x="602804" y="989518"/>
                  </a:moveTo>
                  <a:lnTo>
                    <a:pt x="671374" y="972681"/>
                  </a:lnTo>
                  <a:lnTo>
                    <a:pt x="656890" y="971707"/>
                  </a:lnTo>
                  <a:close/>
                  <a:moveTo>
                    <a:pt x="1468824" y="1782956"/>
                  </a:moveTo>
                  <a:lnTo>
                    <a:pt x="1542497" y="1837637"/>
                  </a:lnTo>
                  <a:lnTo>
                    <a:pt x="1444920" y="1768868"/>
                  </a:lnTo>
                  <a:close/>
                  <a:moveTo>
                    <a:pt x="1224605" y="1711643"/>
                  </a:moveTo>
                  <a:lnTo>
                    <a:pt x="1263328" y="1787162"/>
                  </a:lnTo>
                  <a:lnTo>
                    <a:pt x="1254201" y="1702643"/>
                  </a:lnTo>
                  <a:close/>
                  <a:moveTo>
                    <a:pt x="1155594" y="1622124"/>
                  </a:moveTo>
                  <a:lnTo>
                    <a:pt x="1242068" y="1512323"/>
                  </a:lnTo>
                  <a:lnTo>
                    <a:pt x="1136613" y="1537462"/>
                  </a:lnTo>
                  <a:close/>
                  <a:moveTo>
                    <a:pt x="1069275" y="1531615"/>
                  </a:moveTo>
                  <a:lnTo>
                    <a:pt x="1136613" y="1537462"/>
                  </a:lnTo>
                  <a:lnTo>
                    <a:pt x="1116469" y="1453748"/>
                  </a:lnTo>
                  <a:close/>
                  <a:moveTo>
                    <a:pt x="1052703" y="1444996"/>
                  </a:moveTo>
                  <a:lnTo>
                    <a:pt x="1116469" y="1453748"/>
                  </a:lnTo>
                  <a:lnTo>
                    <a:pt x="1109696" y="1359161"/>
                  </a:lnTo>
                  <a:close/>
                  <a:moveTo>
                    <a:pt x="1052703" y="1444996"/>
                  </a:moveTo>
                  <a:lnTo>
                    <a:pt x="1109696" y="1359161"/>
                  </a:lnTo>
                  <a:lnTo>
                    <a:pt x="1035377" y="1358990"/>
                  </a:lnTo>
                  <a:close/>
                  <a:moveTo>
                    <a:pt x="1035377" y="1358990"/>
                  </a:moveTo>
                  <a:lnTo>
                    <a:pt x="1109696" y="1359161"/>
                  </a:lnTo>
                  <a:lnTo>
                    <a:pt x="1086908" y="1277596"/>
                  </a:lnTo>
                  <a:close/>
                  <a:moveTo>
                    <a:pt x="656890" y="971707"/>
                  </a:moveTo>
                  <a:lnTo>
                    <a:pt x="671714" y="968501"/>
                  </a:lnTo>
                  <a:lnTo>
                    <a:pt x="602047" y="968450"/>
                  </a:lnTo>
                  <a:close/>
                  <a:moveTo>
                    <a:pt x="1949785" y="2301435"/>
                  </a:moveTo>
                  <a:lnTo>
                    <a:pt x="1947699" y="2403222"/>
                  </a:lnTo>
                  <a:lnTo>
                    <a:pt x="2007815" y="2404866"/>
                  </a:lnTo>
                  <a:close/>
                  <a:moveTo>
                    <a:pt x="1961289" y="2292491"/>
                  </a:moveTo>
                  <a:lnTo>
                    <a:pt x="1949785" y="2301435"/>
                  </a:lnTo>
                  <a:lnTo>
                    <a:pt x="2007815" y="2404866"/>
                  </a:lnTo>
                  <a:close/>
                  <a:moveTo>
                    <a:pt x="2067078" y="2266670"/>
                  </a:moveTo>
                  <a:lnTo>
                    <a:pt x="2088088" y="2210089"/>
                  </a:lnTo>
                  <a:lnTo>
                    <a:pt x="2039211" y="2189233"/>
                  </a:lnTo>
                  <a:close/>
                  <a:moveTo>
                    <a:pt x="1946691" y="2203859"/>
                  </a:moveTo>
                  <a:lnTo>
                    <a:pt x="2039211" y="2189233"/>
                  </a:lnTo>
                  <a:lnTo>
                    <a:pt x="2001177" y="2120062"/>
                  </a:lnTo>
                  <a:close/>
                  <a:moveTo>
                    <a:pt x="1935512" y="2112854"/>
                  </a:moveTo>
                  <a:lnTo>
                    <a:pt x="2001177" y="2120062"/>
                  </a:lnTo>
                  <a:lnTo>
                    <a:pt x="1975542" y="2040810"/>
                  </a:lnTo>
                  <a:close/>
                  <a:moveTo>
                    <a:pt x="487455" y="191299"/>
                  </a:moveTo>
                  <a:lnTo>
                    <a:pt x="350218" y="172050"/>
                  </a:lnTo>
                  <a:lnTo>
                    <a:pt x="405395" y="163148"/>
                  </a:lnTo>
                  <a:close/>
                  <a:moveTo>
                    <a:pt x="1596830" y="1349688"/>
                  </a:moveTo>
                  <a:lnTo>
                    <a:pt x="1572413" y="1245998"/>
                  </a:lnTo>
                  <a:lnTo>
                    <a:pt x="1581695" y="1229037"/>
                  </a:lnTo>
                  <a:close/>
                  <a:moveTo>
                    <a:pt x="1394415" y="1185258"/>
                  </a:moveTo>
                  <a:lnTo>
                    <a:pt x="1433189" y="1219321"/>
                  </a:lnTo>
                  <a:lnTo>
                    <a:pt x="1449887" y="1164276"/>
                  </a:lnTo>
                  <a:close/>
                  <a:moveTo>
                    <a:pt x="1285388" y="1103043"/>
                  </a:moveTo>
                  <a:lnTo>
                    <a:pt x="1290724" y="1028779"/>
                  </a:lnTo>
                  <a:lnTo>
                    <a:pt x="1327315" y="982392"/>
                  </a:lnTo>
                  <a:close/>
                  <a:moveTo>
                    <a:pt x="1093750" y="786187"/>
                  </a:moveTo>
                  <a:lnTo>
                    <a:pt x="1028393" y="820487"/>
                  </a:lnTo>
                  <a:lnTo>
                    <a:pt x="1143233" y="755992"/>
                  </a:lnTo>
                  <a:close/>
                  <a:moveTo>
                    <a:pt x="1671722" y="1205204"/>
                  </a:moveTo>
                  <a:lnTo>
                    <a:pt x="1581695" y="1229037"/>
                  </a:lnTo>
                  <a:lnTo>
                    <a:pt x="1711621" y="1272611"/>
                  </a:lnTo>
                  <a:close/>
                  <a:moveTo>
                    <a:pt x="1711621" y="1272611"/>
                  </a:moveTo>
                  <a:lnTo>
                    <a:pt x="1572413" y="1245998"/>
                  </a:lnTo>
                  <a:lnTo>
                    <a:pt x="1623451" y="1221618"/>
                  </a:lnTo>
                  <a:close/>
                  <a:moveTo>
                    <a:pt x="1369664" y="968719"/>
                  </a:moveTo>
                  <a:lnTo>
                    <a:pt x="1445222" y="1049106"/>
                  </a:lnTo>
                  <a:lnTo>
                    <a:pt x="1441897" y="970588"/>
                  </a:lnTo>
                  <a:close/>
                  <a:moveTo>
                    <a:pt x="1369664" y="968719"/>
                  </a:moveTo>
                  <a:lnTo>
                    <a:pt x="1441897" y="970588"/>
                  </a:lnTo>
                  <a:lnTo>
                    <a:pt x="1419144" y="951606"/>
                  </a:lnTo>
                  <a:close/>
                  <a:moveTo>
                    <a:pt x="1051167" y="545415"/>
                  </a:moveTo>
                  <a:lnTo>
                    <a:pt x="1074425" y="562190"/>
                  </a:lnTo>
                  <a:lnTo>
                    <a:pt x="1146128" y="551614"/>
                  </a:lnTo>
                  <a:close/>
                  <a:moveTo>
                    <a:pt x="1188117" y="555261"/>
                  </a:moveTo>
                  <a:lnTo>
                    <a:pt x="1127312" y="544102"/>
                  </a:lnTo>
                  <a:lnTo>
                    <a:pt x="1224989" y="567808"/>
                  </a:lnTo>
                  <a:close/>
                  <a:moveTo>
                    <a:pt x="1127312" y="544102"/>
                  </a:moveTo>
                  <a:lnTo>
                    <a:pt x="1146128" y="551614"/>
                  </a:lnTo>
                  <a:lnTo>
                    <a:pt x="1224989" y="567808"/>
                  </a:lnTo>
                  <a:close/>
                  <a:moveTo>
                    <a:pt x="958973" y="406886"/>
                  </a:moveTo>
                  <a:lnTo>
                    <a:pt x="1029419" y="463004"/>
                  </a:lnTo>
                  <a:lnTo>
                    <a:pt x="956131" y="398563"/>
                  </a:lnTo>
                  <a:close/>
                  <a:moveTo>
                    <a:pt x="936523" y="377842"/>
                  </a:moveTo>
                  <a:lnTo>
                    <a:pt x="958973" y="406886"/>
                  </a:lnTo>
                  <a:lnTo>
                    <a:pt x="956131" y="398563"/>
                  </a:lnTo>
                  <a:close/>
                  <a:moveTo>
                    <a:pt x="968116" y="312657"/>
                  </a:moveTo>
                  <a:lnTo>
                    <a:pt x="966184" y="372695"/>
                  </a:lnTo>
                  <a:lnTo>
                    <a:pt x="940930" y="341732"/>
                  </a:lnTo>
                  <a:close/>
                  <a:moveTo>
                    <a:pt x="940930" y="341732"/>
                  </a:moveTo>
                  <a:lnTo>
                    <a:pt x="966184" y="372695"/>
                  </a:lnTo>
                  <a:lnTo>
                    <a:pt x="936523" y="377842"/>
                  </a:lnTo>
                  <a:close/>
                  <a:moveTo>
                    <a:pt x="812913" y="141754"/>
                  </a:moveTo>
                  <a:lnTo>
                    <a:pt x="789141" y="121804"/>
                  </a:lnTo>
                  <a:lnTo>
                    <a:pt x="788504" y="237402"/>
                  </a:lnTo>
                  <a:close/>
                  <a:moveTo>
                    <a:pt x="788504" y="237402"/>
                  </a:moveTo>
                  <a:lnTo>
                    <a:pt x="789141" y="121804"/>
                  </a:lnTo>
                  <a:lnTo>
                    <a:pt x="690231" y="156613"/>
                  </a:lnTo>
                  <a:close/>
                  <a:moveTo>
                    <a:pt x="788504" y="237402"/>
                  </a:moveTo>
                  <a:lnTo>
                    <a:pt x="690231" y="156613"/>
                  </a:lnTo>
                  <a:lnTo>
                    <a:pt x="719933" y="232557"/>
                  </a:lnTo>
                  <a:close/>
                  <a:moveTo>
                    <a:pt x="1267845" y="512834"/>
                  </a:moveTo>
                  <a:lnTo>
                    <a:pt x="1224989" y="567808"/>
                  </a:lnTo>
                  <a:lnTo>
                    <a:pt x="1146128" y="551614"/>
                  </a:lnTo>
                  <a:close/>
                  <a:moveTo>
                    <a:pt x="876976" y="83368"/>
                  </a:moveTo>
                  <a:lnTo>
                    <a:pt x="812913" y="141754"/>
                  </a:lnTo>
                  <a:lnTo>
                    <a:pt x="870832" y="204019"/>
                  </a:lnTo>
                  <a:close/>
                  <a:moveTo>
                    <a:pt x="1245798" y="0"/>
                  </a:moveTo>
                  <a:lnTo>
                    <a:pt x="1250292" y="6495"/>
                  </a:lnTo>
                  <a:lnTo>
                    <a:pt x="1251032" y="3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94" name="Candidate_density__2093">
              <a:extLst>
                <a:ext uri="{FF2B5EF4-FFF2-40B4-BE49-F238E27FC236}">
                  <a16:creationId xmlns:a16="http://schemas.microsoft.com/office/drawing/2014/main" id="{A279CCD0-E6F2-E8DA-C0F7-6CF9EB0FE864}"/>
                </a:ext>
              </a:extLst>
            </p:cNvPr>
            <p:cNvSpPr>
              <a:spLocks noGrp="1"/>
            </p:cNvSpPr>
            <p:nvPr/>
          </p:nvSpPr>
          <p:spPr>
            <a:xfrm>
              <a:off x="4351997" y="1665904"/>
              <a:ext cx="2073252" cy="3108134"/>
            </a:xfrm>
            <a:custGeom>
              <a:avLst/>
              <a:gdLst/>
              <a:ahLst/>
              <a:cxnLst/>
              <a:rect l="0" t="0" r="0" b="0"/>
              <a:pathLst>
                <a:path w="2073252" h="3108134">
                  <a:moveTo>
                    <a:pt x="668293" y="3025919"/>
                  </a:moveTo>
                  <a:lnTo>
                    <a:pt x="705161" y="3108134"/>
                  </a:lnTo>
                  <a:lnTo>
                    <a:pt x="801522" y="3069698"/>
                  </a:lnTo>
                  <a:close/>
                  <a:moveTo>
                    <a:pt x="668293" y="3025919"/>
                  </a:moveTo>
                  <a:lnTo>
                    <a:pt x="801522" y="3069698"/>
                  </a:lnTo>
                  <a:lnTo>
                    <a:pt x="786191" y="2987482"/>
                  </a:lnTo>
                  <a:close/>
                  <a:moveTo>
                    <a:pt x="786191" y="2987482"/>
                  </a:moveTo>
                  <a:lnTo>
                    <a:pt x="814367" y="3066410"/>
                  </a:lnTo>
                  <a:lnTo>
                    <a:pt x="789669" y="2986397"/>
                  </a:lnTo>
                  <a:close/>
                  <a:moveTo>
                    <a:pt x="786191" y="2987482"/>
                  </a:moveTo>
                  <a:lnTo>
                    <a:pt x="801522" y="3069698"/>
                  </a:lnTo>
                  <a:lnTo>
                    <a:pt x="814367" y="3066410"/>
                  </a:lnTo>
                  <a:close/>
                  <a:moveTo>
                    <a:pt x="781835" y="2963186"/>
                  </a:moveTo>
                  <a:lnTo>
                    <a:pt x="786191" y="2987482"/>
                  </a:lnTo>
                  <a:lnTo>
                    <a:pt x="789669" y="2986397"/>
                  </a:lnTo>
                  <a:close/>
                  <a:moveTo>
                    <a:pt x="76410" y="1677383"/>
                  </a:moveTo>
                  <a:lnTo>
                    <a:pt x="121603" y="1638946"/>
                  </a:lnTo>
                  <a:lnTo>
                    <a:pt x="63724" y="1595168"/>
                  </a:lnTo>
                  <a:close/>
                  <a:moveTo>
                    <a:pt x="1222200" y="2751521"/>
                  </a:moveTo>
                  <a:lnTo>
                    <a:pt x="1152496" y="2789958"/>
                  </a:lnTo>
                  <a:lnTo>
                    <a:pt x="1255299" y="2833737"/>
                  </a:lnTo>
                  <a:close/>
                  <a:moveTo>
                    <a:pt x="1222200" y="2751521"/>
                  </a:moveTo>
                  <a:lnTo>
                    <a:pt x="1242731" y="2710959"/>
                  </a:lnTo>
                  <a:lnTo>
                    <a:pt x="1114320" y="2707743"/>
                  </a:lnTo>
                  <a:close/>
                  <a:moveTo>
                    <a:pt x="1152496" y="2789958"/>
                  </a:moveTo>
                  <a:lnTo>
                    <a:pt x="1222200" y="2751521"/>
                  </a:lnTo>
                  <a:lnTo>
                    <a:pt x="1114320" y="2707743"/>
                  </a:lnTo>
                  <a:close/>
                  <a:moveTo>
                    <a:pt x="1222200" y="2751521"/>
                  </a:moveTo>
                  <a:lnTo>
                    <a:pt x="1308285" y="2807140"/>
                  </a:lnTo>
                  <a:lnTo>
                    <a:pt x="1296639" y="2716515"/>
                  </a:lnTo>
                  <a:close/>
                  <a:moveTo>
                    <a:pt x="1222200" y="2751521"/>
                  </a:moveTo>
                  <a:lnTo>
                    <a:pt x="1255299" y="2833737"/>
                  </a:lnTo>
                  <a:lnTo>
                    <a:pt x="1308285" y="2807140"/>
                  </a:lnTo>
                  <a:close/>
                  <a:moveTo>
                    <a:pt x="1242731" y="2710959"/>
                  </a:moveTo>
                  <a:lnTo>
                    <a:pt x="1222200" y="2751521"/>
                  </a:lnTo>
                  <a:lnTo>
                    <a:pt x="1296639" y="2716515"/>
                  </a:lnTo>
                  <a:close/>
                  <a:moveTo>
                    <a:pt x="1369171" y="2689838"/>
                  </a:moveTo>
                  <a:lnTo>
                    <a:pt x="1351164" y="2732779"/>
                  </a:lnTo>
                  <a:lnTo>
                    <a:pt x="1310760" y="2713085"/>
                  </a:lnTo>
                  <a:close/>
                  <a:moveTo>
                    <a:pt x="1296639" y="2716515"/>
                  </a:moveTo>
                  <a:lnTo>
                    <a:pt x="1299912" y="2751521"/>
                  </a:lnTo>
                  <a:lnTo>
                    <a:pt x="1242731" y="2710959"/>
                  </a:lnTo>
                  <a:close/>
                  <a:moveTo>
                    <a:pt x="1351164" y="2732779"/>
                  </a:moveTo>
                  <a:lnTo>
                    <a:pt x="1369171" y="2689838"/>
                  </a:lnTo>
                  <a:lnTo>
                    <a:pt x="1338656" y="2751521"/>
                  </a:lnTo>
                  <a:close/>
                  <a:moveTo>
                    <a:pt x="1338656" y="2751521"/>
                  </a:moveTo>
                  <a:lnTo>
                    <a:pt x="1369171" y="2689838"/>
                  </a:lnTo>
                  <a:lnTo>
                    <a:pt x="1383187" y="2630870"/>
                  </a:lnTo>
                  <a:close/>
                  <a:moveTo>
                    <a:pt x="1431495" y="2767564"/>
                  </a:moveTo>
                  <a:lnTo>
                    <a:pt x="1514949" y="2741018"/>
                  </a:lnTo>
                  <a:lnTo>
                    <a:pt x="1464533" y="2701204"/>
                  </a:lnTo>
                  <a:close/>
                  <a:moveTo>
                    <a:pt x="1431495" y="2767564"/>
                  </a:moveTo>
                  <a:lnTo>
                    <a:pt x="1464533" y="2701204"/>
                  </a:lnTo>
                  <a:lnTo>
                    <a:pt x="1388903" y="2702098"/>
                  </a:lnTo>
                  <a:close/>
                  <a:moveTo>
                    <a:pt x="1369171" y="2689838"/>
                  </a:moveTo>
                  <a:lnTo>
                    <a:pt x="1310760" y="2713085"/>
                  </a:lnTo>
                  <a:lnTo>
                    <a:pt x="1388903" y="2702098"/>
                  </a:lnTo>
                  <a:close/>
                  <a:moveTo>
                    <a:pt x="1388903" y="2702098"/>
                  </a:moveTo>
                  <a:lnTo>
                    <a:pt x="1383187" y="2630870"/>
                  </a:lnTo>
                  <a:lnTo>
                    <a:pt x="1369171" y="2689838"/>
                  </a:lnTo>
                  <a:close/>
                  <a:moveTo>
                    <a:pt x="1464533" y="2701204"/>
                  </a:moveTo>
                  <a:lnTo>
                    <a:pt x="1514949" y="2741018"/>
                  </a:lnTo>
                  <a:lnTo>
                    <a:pt x="1578527" y="2700068"/>
                  </a:lnTo>
                  <a:close/>
                  <a:moveTo>
                    <a:pt x="1258616" y="2345788"/>
                  </a:moveTo>
                  <a:lnTo>
                    <a:pt x="1234002" y="2463123"/>
                  </a:lnTo>
                  <a:lnTo>
                    <a:pt x="1261507" y="2350756"/>
                  </a:lnTo>
                  <a:close/>
                  <a:moveTo>
                    <a:pt x="1258616" y="2345788"/>
                  </a:moveTo>
                  <a:lnTo>
                    <a:pt x="1257113" y="2334326"/>
                  </a:lnTo>
                  <a:lnTo>
                    <a:pt x="1175029" y="2302010"/>
                  </a:lnTo>
                  <a:close/>
                  <a:moveTo>
                    <a:pt x="1182693" y="2384224"/>
                  </a:moveTo>
                  <a:lnTo>
                    <a:pt x="1258616" y="2345788"/>
                  </a:lnTo>
                  <a:lnTo>
                    <a:pt x="1175029" y="2302010"/>
                  </a:lnTo>
                  <a:close/>
                  <a:moveTo>
                    <a:pt x="1222517" y="2276314"/>
                  </a:moveTo>
                  <a:lnTo>
                    <a:pt x="1257113" y="2334326"/>
                  </a:lnTo>
                  <a:lnTo>
                    <a:pt x="1259652" y="2263573"/>
                  </a:lnTo>
                  <a:close/>
                  <a:moveTo>
                    <a:pt x="645060" y="1717910"/>
                  </a:moveTo>
                  <a:lnTo>
                    <a:pt x="659186" y="1688068"/>
                  </a:lnTo>
                  <a:lnTo>
                    <a:pt x="629740" y="1726504"/>
                  </a:lnTo>
                  <a:close/>
                  <a:moveTo>
                    <a:pt x="1523773" y="2753135"/>
                  </a:moveTo>
                  <a:lnTo>
                    <a:pt x="1578527" y="2700068"/>
                  </a:lnTo>
                  <a:lnTo>
                    <a:pt x="1514949" y="2741018"/>
                  </a:lnTo>
                  <a:close/>
                  <a:moveTo>
                    <a:pt x="1523773" y="2753135"/>
                  </a:moveTo>
                  <a:lnTo>
                    <a:pt x="1632483" y="2725348"/>
                  </a:lnTo>
                  <a:lnTo>
                    <a:pt x="1578527" y="2700068"/>
                  </a:lnTo>
                  <a:close/>
                  <a:moveTo>
                    <a:pt x="1712443" y="2706898"/>
                  </a:moveTo>
                  <a:lnTo>
                    <a:pt x="1632483" y="2725348"/>
                  </a:lnTo>
                  <a:lnTo>
                    <a:pt x="1663302" y="2718427"/>
                  </a:lnTo>
                  <a:close/>
                  <a:moveTo>
                    <a:pt x="1578527" y="2700068"/>
                  </a:moveTo>
                  <a:lnTo>
                    <a:pt x="1632483" y="2725348"/>
                  </a:lnTo>
                  <a:lnTo>
                    <a:pt x="1712443" y="2706898"/>
                  </a:lnTo>
                  <a:close/>
                  <a:moveTo>
                    <a:pt x="1258616" y="2345788"/>
                  </a:moveTo>
                  <a:lnTo>
                    <a:pt x="1261507" y="2350756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58616" y="2345788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63101" y="2343412"/>
                  </a:lnTo>
                  <a:lnTo>
                    <a:pt x="1259652" y="2263573"/>
                  </a:lnTo>
                  <a:close/>
                  <a:moveTo>
                    <a:pt x="1409961" y="2196738"/>
                  </a:moveTo>
                  <a:lnTo>
                    <a:pt x="1387678" y="2202633"/>
                  </a:lnTo>
                  <a:lnTo>
                    <a:pt x="1306937" y="2225137"/>
                  </a:lnTo>
                  <a:close/>
                  <a:moveTo>
                    <a:pt x="1387678" y="2202633"/>
                  </a:moveTo>
                  <a:lnTo>
                    <a:pt x="1412772" y="2186700"/>
                  </a:lnTo>
                  <a:lnTo>
                    <a:pt x="1468044" y="2135244"/>
                  </a:lnTo>
                  <a:close/>
                  <a:moveTo>
                    <a:pt x="1387678" y="2202633"/>
                  </a:moveTo>
                  <a:lnTo>
                    <a:pt x="1409961" y="2196738"/>
                  </a:lnTo>
                  <a:lnTo>
                    <a:pt x="1412772" y="2186700"/>
                  </a:lnTo>
                  <a:close/>
                  <a:moveTo>
                    <a:pt x="1160981" y="1978491"/>
                  </a:moveTo>
                  <a:lnTo>
                    <a:pt x="1236957" y="2022270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160981" y="1978491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218588" y="1940055"/>
                  </a:lnTo>
                  <a:lnTo>
                    <a:pt x="1226761" y="1857840"/>
                  </a:lnTo>
                  <a:close/>
                  <a:moveTo>
                    <a:pt x="568188" y="1117904"/>
                  </a:moveTo>
                  <a:lnTo>
                    <a:pt x="506832" y="1132811"/>
                  </a:lnTo>
                  <a:lnTo>
                    <a:pt x="522486" y="1220175"/>
                  </a:lnTo>
                  <a:close/>
                  <a:moveTo>
                    <a:pt x="593594" y="1095083"/>
                  </a:moveTo>
                  <a:lnTo>
                    <a:pt x="506832" y="1132811"/>
                  </a:lnTo>
                  <a:lnTo>
                    <a:pt x="568188" y="1117904"/>
                  </a:lnTo>
                  <a:close/>
                  <a:moveTo>
                    <a:pt x="0" y="580834"/>
                  </a:moveTo>
                  <a:lnTo>
                    <a:pt x="11589" y="663050"/>
                  </a:lnTo>
                  <a:lnTo>
                    <a:pt x="50312" y="542398"/>
                  </a:lnTo>
                  <a:close/>
                  <a:moveTo>
                    <a:pt x="62701" y="503450"/>
                  </a:moveTo>
                  <a:lnTo>
                    <a:pt x="0" y="580834"/>
                  </a:lnTo>
                  <a:lnTo>
                    <a:pt x="50312" y="542398"/>
                  </a:lnTo>
                  <a:close/>
                  <a:moveTo>
                    <a:pt x="1832448" y="2515561"/>
                  </a:moveTo>
                  <a:lnTo>
                    <a:pt x="1831824" y="2584380"/>
                  </a:lnTo>
                  <a:lnTo>
                    <a:pt x="1928105" y="2525502"/>
                  </a:lnTo>
                  <a:close/>
                  <a:moveTo>
                    <a:pt x="1928105" y="2525502"/>
                  </a:moveTo>
                  <a:lnTo>
                    <a:pt x="1831824" y="2584380"/>
                  </a:lnTo>
                  <a:lnTo>
                    <a:pt x="1854331" y="2528331"/>
                  </a:lnTo>
                  <a:close/>
                  <a:moveTo>
                    <a:pt x="1928105" y="2525502"/>
                  </a:moveTo>
                  <a:lnTo>
                    <a:pt x="1898399" y="2490755"/>
                  </a:lnTo>
                  <a:lnTo>
                    <a:pt x="1832448" y="2515561"/>
                  </a:lnTo>
                  <a:close/>
                  <a:moveTo>
                    <a:pt x="1898399" y="2490755"/>
                  </a:moveTo>
                  <a:lnTo>
                    <a:pt x="1928105" y="2525502"/>
                  </a:lnTo>
                  <a:lnTo>
                    <a:pt x="1940032" y="2477124"/>
                  </a:lnTo>
                  <a:close/>
                  <a:moveTo>
                    <a:pt x="1226761" y="1857840"/>
                  </a:moveTo>
                  <a:lnTo>
                    <a:pt x="1297552" y="1915035"/>
                  </a:lnTo>
                  <a:lnTo>
                    <a:pt x="1255190" y="1849383"/>
                  </a:lnTo>
                  <a:close/>
                  <a:moveTo>
                    <a:pt x="1226761" y="1857840"/>
                  </a:moveTo>
                  <a:lnTo>
                    <a:pt x="1218588" y="1940055"/>
                  </a:lnTo>
                  <a:lnTo>
                    <a:pt x="1297552" y="1915035"/>
                  </a:lnTo>
                  <a:close/>
                  <a:moveTo>
                    <a:pt x="1011458" y="1542776"/>
                  </a:moveTo>
                  <a:lnTo>
                    <a:pt x="1057399" y="1499339"/>
                  </a:lnTo>
                  <a:lnTo>
                    <a:pt x="1011339" y="1528979"/>
                  </a:lnTo>
                  <a:close/>
                  <a:moveTo>
                    <a:pt x="1057399" y="1499339"/>
                  </a:moveTo>
                  <a:lnTo>
                    <a:pt x="1063369" y="1490543"/>
                  </a:lnTo>
                  <a:lnTo>
                    <a:pt x="1011339" y="1528979"/>
                  </a:lnTo>
                  <a:close/>
                  <a:moveTo>
                    <a:pt x="1020320" y="1446764"/>
                  </a:moveTo>
                  <a:lnTo>
                    <a:pt x="1011339" y="1528979"/>
                  </a:lnTo>
                  <a:lnTo>
                    <a:pt x="1063369" y="1490543"/>
                  </a:lnTo>
                  <a:close/>
                  <a:moveTo>
                    <a:pt x="1020320" y="1446764"/>
                  </a:moveTo>
                  <a:lnTo>
                    <a:pt x="1063369" y="1490543"/>
                  </a:lnTo>
                  <a:lnTo>
                    <a:pt x="1076982" y="1408328"/>
                  </a:lnTo>
                  <a:close/>
                  <a:moveTo>
                    <a:pt x="568188" y="1117904"/>
                  </a:moveTo>
                  <a:lnTo>
                    <a:pt x="649274" y="1177692"/>
                  </a:lnTo>
                  <a:lnTo>
                    <a:pt x="609480" y="1109951"/>
                  </a:lnTo>
                  <a:close/>
                  <a:moveTo>
                    <a:pt x="733282" y="1169986"/>
                  </a:moveTo>
                  <a:lnTo>
                    <a:pt x="715511" y="1079468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568188" y="1117904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609480" y="1109951"/>
                  </a:lnTo>
                  <a:lnTo>
                    <a:pt x="609402" y="1035688"/>
                  </a:lnTo>
                  <a:close/>
                  <a:moveTo>
                    <a:pt x="609402" y="1035688"/>
                  </a:moveTo>
                  <a:lnTo>
                    <a:pt x="609480" y="1109951"/>
                  </a:lnTo>
                  <a:lnTo>
                    <a:pt x="715511" y="1079468"/>
                  </a:lnTo>
                  <a:close/>
                  <a:moveTo>
                    <a:pt x="609402" y="1035688"/>
                  </a:moveTo>
                  <a:lnTo>
                    <a:pt x="715511" y="1079468"/>
                  </a:lnTo>
                  <a:lnTo>
                    <a:pt x="695393" y="997252"/>
                  </a:lnTo>
                  <a:close/>
                  <a:moveTo>
                    <a:pt x="697949" y="991388"/>
                  </a:moveTo>
                  <a:lnTo>
                    <a:pt x="609402" y="1035688"/>
                  </a:lnTo>
                  <a:lnTo>
                    <a:pt x="695393" y="997252"/>
                  </a:lnTo>
                  <a:close/>
                  <a:moveTo>
                    <a:pt x="1928105" y="2525502"/>
                  </a:moveTo>
                  <a:lnTo>
                    <a:pt x="1971290" y="2531588"/>
                  </a:lnTo>
                  <a:lnTo>
                    <a:pt x="1940032" y="2477124"/>
                  </a:lnTo>
                  <a:close/>
                  <a:moveTo>
                    <a:pt x="1940032" y="2477124"/>
                  </a:moveTo>
                  <a:lnTo>
                    <a:pt x="1971290" y="2531588"/>
                  </a:lnTo>
                  <a:lnTo>
                    <a:pt x="2032807" y="2520903"/>
                  </a:lnTo>
                  <a:close/>
                  <a:moveTo>
                    <a:pt x="1940032" y="2477124"/>
                  </a:moveTo>
                  <a:lnTo>
                    <a:pt x="2032807" y="2520903"/>
                  </a:lnTo>
                  <a:lnTo>
                    <a:pt x="2034926" y="2438688"/>
                  </a:lnTo>
                  <a:close/>
                  <a:moveTo>
                    <a:pt x="1782367" y="2224218"/>
                  </a:moveTo>
                  <a:lnTo>
                    <a:pt x="1790354" y="2289134"/>
                  </a:lnTo>
                  <a:lnTo>
                    <a:pt x="1882696" y="2192042"/>
                  </a:lnTo>
                  <a:close/>
                  <a:moveTo>
                    <a:pt x="1882696" y="2192042"/>
                  </a:moveTo>
                  <a:lnTo>
                    <a:pt x="1790354" y="2289134"/>
                  </a:lnTo>
                  <a:lnTo>
                    <a:pt x="1803578" y="2312694"/>
                  </a:lnTo>
                  <a:close/>
                  <a:moveTo>
                    <a:pt x="1882696" y="2192042"/>
                  </a:moveTo>
                  <a:lnTo>
                    <a:pt x="1803578" y="2312694"/>
                  </a:lnTo>
                  <a:lnTo>
                    <a:pt x="1895779" y="2274257"/>
                  </a:lnTo>
                  <a:close/>
                  <a:moveTo>
                    <a:pt x="1755320" y="2230479"/>
                  </a:moveTo>
                  <a:lnTo>
                    <a:pt x="1790354" y="2289134"/>
                  </a:lnTo>
                  <a:lnTo>
                    <a:pt x="1782367" y="2224218"/>
                  </a:lnTo>
                  <a:close/>
                  <a:moveTo>
                    <a:pt x="715511" y="1079468"/>
                  </a:moveTo>
                  <a:lnTo>
                    <a:pt x="725514" y="1076210"/>
                  </a:lnTo>
                  <a:lnTo>
                    <a:pt x="695393" y="997252"/>
                  </a:lnTo>
                  <a:close/>
                  <a:moveTo>
                    <a:pt x="2034926" y="2438688"/>
                  </a:moveTo>
                  <a:lnTo>
                    <a:pt x="2073252" y="2409195"/>
                  </a:lnTo>
                  <a:lnTo>
                    <a:pt x="2050800" y="2318036"/>
                  </a:lnTo>
                  <a:close/>
                  <a:moveTo>
                    <a:pt x="1936542" y="2259560"/>
                  </a:moveTo>
                  <a:lnTo>
                    <a:pt x="1931256" y="2322080"/>
                  </a:lnTo>
                  <a:lnTo>
                    <a:pt x="2011799" y="2235821"/>
                  </a:lnTo>
                  <a:close/>
                  <a:moveTo>
                    <a:pt x="1895779" y="2274257"/>
                  </a:moveTo>
                  <a:lnTo>
                    <a:pt x="1931256" y="2322080"/>
                  </a:lnTo>
                  <a:lnTo>
                    <a:pt x="1936542" y="2259560"/>
                  </a:lnTo>
                  <a:close/>
                  <a:moveTo>
                    <a:pt x="1882696" y="2192042"/>
                  </a:moveTo>
                  <a:lnTo>
                    <a:pt x="1936542" y="2259560"/>
                  </a:lnTo>
                  <a:lnTo>
                    <a:pt x="1906270" y="2184080"/>
                  </a:lnTo>
                  <a:close/>
                  <a:moveTo>
                    <a:pt x="1882696" y="2192042"/>
                  </a:moveTo>
                  <a:lnTo>
                    <a:pt x="1895779" y="2274257"/>
                  </a:lnTo>
                  <a:lnTo>
                    <a:pt x="1936542" y="2259560"/>
                  </a:lnTo>
                  <a:close/>
                  <a:moveTo>
                    <a:pt x="2011799" y="2235821"/>
                  </a:moveTo>
                  <a:lnTo>
                    <a:pt x="1998885" y="2153606"/>
                  </a:lnTo>
                  <a:lnTo>
                    <a:pt x="1936542" y="2259560"/>
                  </a:lnTo>
                  <a:close/>
                  <a:moveTo>
                    <a:pt x="1998885" y="2153606"/>
                  </a:moveTo>
                  <a:lnTo>
                    <a:pt x="1906270" y="2184080"/>
                  </a:lnTo>
                  <a:lnTo>
                    <a:pt x="1936542" y="2259560"/>
                  </a:lnTo>
                  <a:close/>
                  <a:moveTo>
                    <a:pt x="1851127" y="2109827"/>
                  </a:moveTo>
                  <a:lnTo>
                    <a:pt x="1906270" y="2184080"/>
                  </a:lnTo>
                  <a:lnTo>
                    <a:pt x="1892375" y="2095284"/>
                  </a:lnTo>
                  <a:close/>
                  <a:moveTo>
                    <a:pt x="1851127" y="2109827"/>
                  </a:moveTo>
                  <a:lnTo>
                    <a:pt x="1882696" y="2192042"/>
                  </a:lnTo>
                  <a:lnTo>
                    <a:pt x="1906270" y="2184080"/>
                  </a:lnTo>
                  <a:close/>
                  <a:moveTo>
                    <a:pt x="1998885" y="2153606"/>
                  </a:moveTo>
                  <a:lnTo>
                    <a:pt x="2001595" y="2091209"/>
                  </a:lnTo>
                  <a:lnTo>
                    <a:pt x="1906270" y="2184080"/>
                  </a:lnTo>
                  <a:close/>
                  <a:moveTo>
                    <a:pt x="2011799" y="2235821"/>
                  </a:moveTo>
                  <a:lnTo>
                    <a:pt x="2070157" y="2311619"/>
                  </a:lnTo>
                  <a:lnTo>
                    <a:pt x="2058979" y="2220614"/>
                  </a:lnTo>
                  <a:close/>
                  <a:moveTo>
                    <a:pt x="2011799" y="2235821"/>
                  </a:moveTo>
                  <a:lnTo>
                    <a:pt x="2050800" y="2318036"/>
                  </a:lnTo>
                  <a:lnTo>
                    <a:pt x="2070157" y="2311619"/>
                  </a:lnTo>
                  <a:close/>
                  <a:moveTo>
                    <a:pt x="1998885" y="2153606"/>
                  </a:moveTo>
                  <a:lnTo>
                    <a:pt x="2058979" y="2220614"/>
                  </a:lnTo>
                  <a:lnTo>
                    <a:pt x="2030256" y="2143873"/>
                  </a:lnTo>
                  <a:close/>
                  <a:moveTo>
                    <a:pt x="1998885" y="2153606"/>
                  </a:moveTo>
                  <a:lnTo>
                    <a:pt x="2011799" y="2235821"/>
                  </a:lnTo>
                  <a:lnTo>
                    <a:pt x="2058979" y="2220614"/>
                  </a:lnTo>
                  <a:close/>
                  <a:moveTo>
                    <a:pt x="2001595" y="2091209"/>
                  </a:moveTo>
                  <a:lnTo>
                    <a:pt x="1998885" y="2153606"/>
                  </a:lnTo>
                  <a:lnTo>
                    <a:pt x="2030256" y="2143873"/>
                  </a:lnTo>
                  <a:close/>
                  <a:moveTo>
                    <a:pt x="1470136" y="1067053"/>
                  </a:moveTo>
                  <a:lnTo>
                    <a:pt x="1375462" y="1128588"/>
                  </a:lnTo>
                  <a:lnTo>
                    <a:pt x="1450782" y="1090152"/>
                  </a:lnTo>
                  <a:close/>
                  <a:moveTo>
                    <a:pt x="1151859" y="928247"/>
                  </a:moveTo>
                  <a:lnTo>
                    <a:pt x="1141634" y="964158"/>
                  </a:lnTo>
                  <a:lnTo>
                    <a:pt x="1190466" y="940580"/>
                  </a:lnTo>
                  <a:close/>
                  <a:moveTo>
                    <a:pt x="1035169" y="605873"/>
                  </a:moveTo>
                  <a:lnTo>
                    <a:pt x="947166" y="635297"/>
                  </a:lnTo>
                  <a:lnTo>
                    <a:pt x="1048822" y="606461"/>
                  </a:lnTo>
                  <a:close/>
                  <a:moveTo>
                    <a:pt x="1035169" y="605873"/>
                  </a:moveTo>
                  <a:lnTo>
                    <a:pt x="1048822" y="606461"/>
                  </a:lnTo>
                  <a:lnTo>
                    <a:pt x="1057473" y="596861"/>
                  </a:lnTo>
                  <a:close/>
                  <a:moveTo>
                    <a:pt x="807464" y="261381"/>
                  </a:moveTo>
                  <a:lnTo>
                    <a:pt x="719952" y="279994"/>
                  </a:lnTo>
                  <a:lnTo>
                    <a:pt x="801030" y="268001"/>
                  </a:lnTo>
                  <a:close/>
                  <a:moveTo>
                    <a:pt x="673287" y="253573"/>
                  </a:moveTo>
                  <a:lnTo>
                    <a:pt x="719952" y="279994"/>
                  </a:lnTo>
                  <a:lnTo>
                    <a:pt x="807464" y="261381"/>
                  </a:lnTo>
                  <a:close/>
                  <a:moveTo>
                    <a:pt x="719952" y="279994"/>
                  </a:moveTo>
                  <a:lnTo>
                    <a:pt x="753487" y="338225"/>
                  </a:lnTo>
                  <a:lnTo>
                    <a:pt x="801030" y="268001"/>
                  </a:lnTo>
                  <a:close/>
                  <a:moveTo>
                    <a:pt x="1795189" y="1312964"/>
                  </a:moveTo>
                  <a:lnTo>
                    <a:pt x="1684670" y="1311846"/>
                  </a:lnTo>
                  <a:lnTo>
                    <a:pt x="1705162" y="1336797"/>
                  </a:lnTo>
                  <a:close/>
                  <a:moveTo>
                    <a:pt x="1641046" y="1254582"/>
                  </a:moveTo>
                  <a:lnTo>
                    <a:pt x="1684670" y="1311846"/>
                  </a:lnTo>
                  <a:lnTo>
                    <a:pt x="1684653" y="1242143"/>
                  </a:lnTo>
                  <a:close/>
                  <a:moveTo>
                    <a:pt x="1470136" y="1067053"/>
                  </a:moveTo>
                  <a:lnTo>
                    <a:pt x="1450782" y="1090152"/>
                  </a:lnTo>
                  <a:lnTo>
                    <a:pt x="1493131" y="1076480"/>
                  </a:lnTo>
                  <a:close/>
                  <a:moveTo>
                    <a:pt x="1107687" y="647009"/>
                  </a:moveTo>
                  <a:lnTo>
                    <a:pt x="1057473" y="596861"/>
                  </a:lnTo>
                  <a:lnTo>
                    <a:pt x="1048822" y="606461"/>
                  </a:lnTo>
                  <a:close/>
                  <a:moveTo>
                    <a:pt x="813698" y="264373"/>
                  </a:moveTo>
                  <a:lnTo>
                    <a:pt x="801030" y="268001"/>
                  </a:lnTo>
                  <a:lnTo>
                    <a:pt x="759767" y="347717"/>
                  </a:lnTo>
                  <a:close/>
                  <a:moveTo>
                    <a:pt x="807464" y="261381"/>
                  </a:moveTo>
                  <a:lnTo>
                    <a:pt x="801030" y="268001"/>
                  </a:lnTo>
                  <a:lnTo>
                    <a:pt x="813698" y="264373"/>
                  </a:lnTo>
                  <a:close/>
                  <a:moveTo>
                    <a:pt x="807464" y="261381"/>
                  </a:moveTo>
                  <a:lnTo>
                    <a:pt x="813698" y="264373"/>
                  </a:lnTo>
                  <a:lnTo>
                    <a:pt x="823839" y="185785"/>
                  </a:lnTo>
                  <a:close/>
                  <a:moveTo>
                    <a:pt x="823839" y="185785"/>
                  </a:moveTo>
                  <a:lnTo>
                    <a:pt x="813698" y="264373"/>
                  </a:lnTo>
                  <a:lnTo>
                    <a:pt x="912607" y="229564"/>
                  </a:lnTo>
                  <a:close/>
                  <a:moveTo>
                    <a:pt x="823839" y="185785"/>
                  </a:moveTo>
                  <a:lnTo>
                    <a:pt x="912607" y="229564"/>
                  </a:lnTo>
                  <a:lnTo>
                    <a:pt x="871569" y="147349"/>
                  </a:lnTo>
                  <a:close/>
                  <a:moveTo>
                    <a:pt x="896517" y="100474"/>
                  </a:moveTo>
                  <a:lnTo>
                    <a:pt x="823839" y="185785"/>
                  </a:lnTo>
                  <a:lnTo>
                    <a:pt x="871569" y="147349"/>
                  </a:lnTo>
                  <a:close/>
                  <a:moveTo>
                    <a:pt x="871569" y="147349"/>
                  </a:moveTo>
                  <a:lnTo>
                    <a:pt x="912607" y="229564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71569" y="147349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96517" y="100474"/>
                  </a:lnTo>
                  <a:lnTo>
                    <a:pt x="871569" y="147349"/>
                  </a:lnTo>
                  <a:close/>
                  <a:moveTo>
                    <a:pt x="1502403" y="542091"/>
                  </a:moveTo>
                  <a:lnTo>
                    <a:pt x="1410987" y="602203"/>
                  </a:lnTo>
                  <a:lnTo>
                    <a:pt x="1485307" y="563767"/>
                  </a:lnTo>
                  <a:close/>
                  <a:moveTo>
                    <a:pt x="938206" y="41142"/>
                  </a:moveTo>
                  <a:lnTo>
                    <a:pt x="984761" y="0"/>
                  </a:lnTo>
                  <a:lnTo>
                    <a:pt x="941615" y="26697"/>
                  </a:lnTo>
                  <a:close/>
                  <a:moveTo>
                    <a:pt x="1502403" y="542091"/>
                  </a:moveTo>
                  <a:lnTo>
                    <a:pt x="1521735" y="552764"/>
                  </a:lnTo>
                  <a:lnTo>
                    <a:pt x="1614974" y="469109"/>
                  </a:lnTo>
                  <a:close/>
                  <a:moveTo>
                    <a:pt x="1718164" y="361062"/>
                  </a:moveTo>
                  <a:lnTo>
                    <a:pt x="1662485" y="368089"/>
                  </a:lnTo>
                  <a:lnTo>
                    <a:pt x="1633634" y="443115"/>
                  </a:lnTo>
                  <a:close/>
                  <a:moveTo>
                    <a:pt x="1662485" y="368089"/>
                  </a:moveTo>
                  <a:lnTo>
                    <a:pt x="1718164" y="361062"/>
                  </a:lnTo>
                  <a:lnTo>
                    <a:pt x="1665834" y="36090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95" name="Candidate_density__2094">
              <a:extLst>
                <a:ext uri="{FF2B5EF4-FFF2-40B4-BE49-F238E27FC236}">
                  <a16:creationId xmlns:a16="http://schemas.microsoft.com/office/drawing/2014/main" id="{48DA60EE-987A-10D8-52E8-F162AB4D572F}"/>
                </a:ext>
              </a:extLst>
            </p:cNvPr>
            <p:cNvSpPr>
              <a:spLocks noGrp="1"/>
            </p:cNvSpPr>
            <p:nvPr/>
          </p:nvSpPr>
          <p:spPr>
            <a:xfrm>
              <a:off x="4520758" y="1615938"/>
              <a:ext cx="2073370" cy="2980049"/>
            </a:xfrm>
            <a:custGeom>
              <a:avLst/>
              <a:gdLst/>
              <a:ahLst/>
              <a:cxnLst/>
              <a:rect l="0" t="0" r="0" b="0"/>
              <a:pathLst>
                <a:path w="2073370" h="2980049">
                  <a:moveTo>
                    <a:pt x="45982" y="2544157"/>
                  </a:moveTo>
                  <a:lnTo>
                    <a:pt x="77070" y="2617616"/>
                  </a:lnTo>
                  <a:lnTo>
                    <a:pt x="129579" y="2598736"/>
                  </a:lnTo>
                  <a:close/>
                  <a:moveTo>
                    <a:pt x="45982" y="2544157"/>
                  </a:moveTo>
                  <a:lnTo>
                    <a:pt x="0" y="2582594"/>
                  </a:lnTo>
                  <a:lnTo>
                    <a:pt x="77070" y="2617616"/>
                  </a:lnTo>
                  <a:close/>
                  <a:moveTo>
                    <a:pt x="201435" y="2588734"/>
                  </a:moveTo>
                  <a:lnTo>
                    <a:pt x="241509" y="2523362"/>
                  </a:lnTo>
                  <a:lnTo>
                    <a:pt x="129579" y="2598736"/>
                  </a:lnTo>
                  <a:close/>
                  <a:moveTo>
                    <a:pt x="241509" y="2523362"/>
                  </a:moveTo>
                  <a:lnTo>
                    <a:pt x="201435" y="2588734"/>
                  </a:lnTo>
                  <a:lnTo>
                    <a:pt x="314585" y="2517922"/>
                  </a:lnTo>
                  <a:close/>
                  <a:moveTo>
                    <a:pt x="400243" y="2494021"/>
                  </a:moveTo>
                  <a:lnTo>
                    <a:pt x="314585" y="2517922"/>
                  </a:lnTo>
                  <a:lnTo>
                    <a:pt x="391080" y="2525267"/>
                  </a:lnTo>
                  <a:close/>
                  <a:moveTo>
                    <a:pt x="400243" y="2494021"/>
                  </a:moveTo>
                  <a:lnTo>
                    <a:pt x="321034" y="2497825"/>
                  </a:lnTo>
                  <a:lnTo>
                    <a:pt x="314585" y="2517922"/>
                  </a:lnTo>
                  <a:close/>
                  <a:moveTo>
                    <a:pt x="321034" y="2497825"/>
                  </a:moveTo>
                  <a:lnTo>
                    <a:pt x="400243" y="2494021"/>
                  </a:lnTo>
                  <a:lnTo>
                    <a:pt x="344375" y="2414103"/>
                  </a:lnTo>
                  <a:close/>
                  <a:moveTo>
                    <a:pt x="1086538" y="2883702"/>
                  </a:moveTo>
                  <a:lnTo>
                    <a:pt x="1058000" y="2916421"/>
                  </a:lnTo>
                  <a:lnTo>
                    <a:pt x="1067744" y="2915461"/>
                  </a:lnTo>
                  <a:close/>
                  <a:moveTo>
                    <a:pt x="1391322" y="2896277"/>
                  </a:moveTo>
                  <a:lnTo>
                    <a:pt x="1414768" y="2927481"/>
                  </a:lnTo>
                  <a:lnTo>
                    <a:pt x="1408033" y="2920680"/>
                  </a:lnTo>
                  <a:close/>
                  <a:moveTo>
                    <a:pt x="1391322" y="2896277"/>
                  </a:moveTo>
                  <a:lnTo>
                    <a:pt x="1360675" y="2845149"/>
                  </a:lnTo>
                  <a:lnTo>
                    <a:pt x="1323661" y="2921963"/>
                  </a:lnTo>
                  <a:close/>
                  <a:moveTo>
                    <a:pt x="709495" y="1984679"/>
                  </a:moveTo>
                  <a:lnTo>
                    <a:pt x="695001" y="2028250"/>
                  </a:lnTo>
                  <a:lnTo>
                    <a:pt x="735354" y="2002990"/>
                  </a:lnTo>
                  <a:close/>
                  <a:moveTo>
                    <a:pt x="735354" y="2002990"/>
                  </a:moveTo>
                  <a:lnTo>
                    <a:pt x="695001" y="2028250"/>
                  </a:lnTo>
                  <a:lnTo>
                    <a:pt x="697767" y="2073047"/>
                  </a:lnTo>
                  <a:close/>
                  <a:moveTo>
                    <a:pt x="735354" y="2002990"/>
                  </a:moveTo>
                  <a:lnTo>
                    <a:pt x="697767" y="2073047"/>
                  </a:lnTo>
                  <a:lnTo>
                    <a:pt x="750607" y="2090682"/>
                  </a:lnTo>
                  <a:close/>
                  <a:moveTo>
                    <a:pt x="709495" y="1984679"/>
                  </a:moveTo>
                  <a:lnTo>
                    <a:pt x="735354" y="2002990"/>
                  </a:lnTo>
                  <a:lnTo>
                    <a:pt x="692396" y="1902463"/>
                  </a:lnTo>
                  <a:close/>
                  <a:moveTo>
                    <a:pt x="1434340" y="2971260"/>
                  </a:moveTo>
                  <a:lnTo>
                    <a:pt x="1408033" y="2920680"/>
                  </a:lnTo>
                  <a:lnTo>
                    <a:pt x="1458124" y="2980049"/>
                  </a:lnTo>
                  <a:close/>
                  <a:moveTo>
                    <a:pt x="666993" y="1708330"/>
                  </a:moveTo>
                  <a:lnTo>
                    <a:pt x="705997" y="1790705"/>
                  </a:lnTo>
                  <a:lnTo>
                    <a:pt x="722216" y="1713394"/>
                  </a:lnTo>
                  <a:close/>
                  <a:moveTo>
                    <a:pt x="668975" y="1796178"/>
                  </a:moveTo>
                  <a:lnTo>
                    <a:pt x="705997" y="1790705"/>
                  </a:lnTo>
                  <a:lnTo>
                    <a:pt x="666993" y="1708330"/>
                  </a:lnTo>
                  <a:close/>
                  <a:moveTo>
                    <a:pt x="523802" y="1653424"/>
                  </a:moveTo>
                  <a:lnTo>
                    <a:pt x="469027" y="1537271"/>
                  </a:lnTo>
                  <a:lnTo>
                    <a:pt x="473095" y="1634056"/>
                  </a:lnTo>
                  <a:close/>
                  <a:moveTo>
                    <a:pt x="264540" y="1318256"/>
                  </a:moveTo>
                  <a:lnTo>
                    <a:pt x="294679" y="1367489"/>
                  </a:lnTo>
                  <a:lnTo>
                    <a:pt x="352038" y="1366739"/>
                  </a:lnTo>
                  <a:close/>
                  <a:moveTo>
                    <a:pt x="1074068" y="2192887"/>
                  </a:moveTo>
                  <a:lnTo>
                    <a:pt x="1072669" y="2210811"/>
                  </a:lnTo>
                  <a:lnTo>
                    <a:pt x="1113094" y="2261599"/>
                  </a:lnTo>
                  <a:close/>
                  <a:moveTo>
                    <a:pt x="1074068" y="2192887"/>
                  </a:moveTo>
                  <a:lnTo>
                    <a:pt x="1036251" y="2140326"/>
                  </a:lnTo>
                  <a:lnTo>
                    <a:pt x="1072669" y="2210811"/>
                  </a:lnTo>
                  <a:close/>
                  <a:moveTo>
                    <a:pt x="1600517" y="2754162"/>
                  </a:moveTo>
                  <a:lnTo>
                    <a:pt x="1592714" y="2850608"/>
                  </a:lnTo>
                  <a:lnTo>
                    <a:pt x="1629589" y="2799399"/>
                  </a:lnTo>
                  <a:close/>
                  <a:moveTo>
                    <a:pt x="1600517" y="2754162"/>
                  </a:moveTo>
                  <a:lnTo>
                    <a:pt x="1629589" y="2799399"/>
                  </a:lnTo>
                  <a:lnTo>
                    <a:pt x="1673049" y="2746687"/>
                  </a:lnTo>
                  <a:close/>
                  <a:moveTo>
                    <a:pt x="163545" y="940655"/>
                  </a:moveTo>
                  <a:lnTo>
                    <a:pt x="272904" y="855669"/>
                  </a:lnTo>
                  <a:lnTo>
                    <a:pt x="208272" y="892680"/>
                  </a:lnTo>
                  <a:close/>
                  <a:moveTo>
                    <a:pt x="1709538" y="2667913"/>
                  </a:moveTo>
                  <a:lnTo>
                    <a:pt x="1727904" y="2673124"/>
                  </a:lnTo>
                  <a:lnTo>
                    <a:pt x="1785774" y="2674288"/>
                  </a:lnTo>
                  <a:close/>
                  <a:moveTo>
                    <a:pt x="1340835" y="2125367"/>
                  </a:moveTo>
                  <a:lnTo>
                    <a:pt x="1382265" y="2140891"/>
                  </a:lnTo>
                  <a:lnTo>
                    <a:pt x="1432595" y="2189781"/>
                  </a:lnTo>
                  <a:close/>
                  <a:moveTo>
                    <a:pt x="1332079" y="2121099"/>
                  </a:moveTo>
                  <a:lnTo>
                    <a:pt x="1382265" y="2140891"/>
                  </a:lnTo>
                  <a:lnTo>
                    <a:pt x="1340835" y="2125367"/>
                  </a:lnTo>
                  <a:close/>
                  <a:moveTo>
                    <a:pt x="557509" y="1147244"/>
                  </a:moveTo>
                  <a:lnTo>
                    <a:pt x="596948" y="1231240"/>
                  </a:lnTo>
                  <a:lnTo>
                    <a:pt x="626079" y="1130407"/>
                  </a:lnTo>
                  <a:close/>
                  <a:moveTo>
                    <a:pt x="229043" y="810453"/>
                  </a:moveTo>
                  <a:lnTo>
                    <a:pt x="208272" y="892680"/>
                  </a:lnTo>
                  <a:lnTo>
                    <a:pt x="307331" y="807398"/>
                  </a:lnTo>
                  <a:close/>
                  <a:moveTo>
                    <a:pt x="272904" y="855669"/>
                  </a:moveTo>
                  <a:lnTo>
                    <a:pt x="386300" y="800573"/>
                  </a:lnTo>
                  <a:lnTo>
                    <a:pt x="307331" y="807398"/>
                  </a:lnTo>
                  <a:close/>
                  <a:moveTo>
                    <a:pt x="307331" y="807398"/>
                  </a:moveTo>
                  <a:lnTo>
                    <a:pt x="386300" y="800573"/>
                  </a:lnTo>
                  <a:lnTo>
                    <a:pt x="315059" y="798079"/>
                  </a:lnTo>
                  <a:close/>
                  <a:moveTo>
                    <a:pt x="1895364" y="2590166"/>
                  </a:moveTo>
                  <a:lnTo>
                    <a:pt x="1940250" y="2590772"/>
                  </a:lnTo>
                  <a:lnTo>
                    <a:pt x="1912512" y="2570868"/>
                  </a:lnTo>
                  <a:close/>
                  <a:moveTo>
                    <a:pt x="1920682" y="2621370"/>
                  </a:moveTo>
                  <a:lnTo>
                    <a:pt x="1940250" y="2590772"/>
                  </a:lnTo>
                  <a:lnTo>
                    <a:pt x="1895364" y="2590166"/>
                  </a:lnTo>
                  <a:close/>
                  <a:moveTo>
                    <a:pt x="580062" y="1016363"/>
                  </a:moveTo>
                  <a:lnTo>
                    <a:pt x="626419" y="1126227"/>
                  </a:lnTo>
                  <a:lnTo>
                    <a:pt x="649704" y="1011108"/>
                  </a:lnTo>
                  <a:close/>
                  <a:moveTo>
                    <a:pt x="631826" y="1008781"/>
                  </a:moveTo>
                  <a:lnTo>
                    <a:pt x="649704" y="1011108"/>
                  </a:lnTo>
                  <a:lnTo>
                    <a:pt x="651789" y="1005878"/>
                  </a:lnTo>
                  <a:close/>
                  <a:moveTo>
                    <a:pt x="626419" y="1126227"/>
                  </a:moveTo>
                  <a:lnTo>
                    <a:pt x="658831" y="1008781"/>
                  </a:lnTo>
                  <a:lnTo>
                    <a:pt x="649704" y="1011108"/>
                  </a:lnTo>
                  <a:close/>
                  <a:moveTo>
                    <a:pt x="735590" y="1040541"/>
                  </a:moveTo>
                  <a:lnTo>
                    <a:pt x="658831" y="1008781"/>
                  </a:lnTo>
                  <a:lnTo>
                    <a:pt x="626419" y="1126227"/>
                  </a:lnTo>
                  <a:close/>
                  <a:moveTo>
                    <a:pt x="649704" y="1011108"/>
                  </a:moveTo>
                  <a:lnTo>
                    <a:pt x="658831" y="1008781"/>
                  </a:lnTo>
                  <a:lnTo>
                    <a:pt x="651789" y="1005878"/>
                  </a:lnTo>
                  <a:close/>
                  <a:moveTo>
                    <a:pt x="386300" y="800573"/>
                  </a:moveTo>
                  <a:lnTo>
                    <a:pt x="390491" y="800382"/>
                  </a:lnTo>
                  <a:lnTo>
                    <a:pt x="315059" y="798079"/>
                  </a:lnTo>
                  <a:close/>
                  <a:moveTo>
                    <a:pt x="315059" y="798079"/>
                  </a:moveTo>
                  <a:lnTo>
                    <a:pt x="390491" y="800382"/>
                  </a:lnTo>
                  <a:lnTo>
                    <a:pt x="426361" y="720356"/>
                  </a:lnTo>
                  <a:close/>
                  <a:moveTo>
                    <a:pt x="390491" y="800382"/>
                  </a:moveTo>
                  <a:lnTo>
                    <a:pt x="390610" y="800573"/>
                  </a:lnTo>
                  <a:lnTo>
                    <a:pt x="426361" y="720356"/>
                  </a:lnTo>
                  <a:close/>
                  <a:moveTo>
                    <a:pt x="234087" y="773994"/>
                  </a:moveTo>
                  <a:lnTo>
                    <a:pt x="315059" y="798079"/>
                  </a:lnTo>
                  <a:lnTo>
                    <a:pt x="356017" y="736008"/>
                  </a:lnTo>
                  <a:close/>
                  <a:moveTo>
                    <a:pt x="735590" y="1040541"/>
                  </a:moveTo>
                  <a:lnTo>
                    <a:pt x="751565" y="988888"/>
                  </a:lnTo>
                  <a:lnTo>
                    <a:pt x="658831" y="1008781"/>
                  </a:lnTo>
                  <a:close/>
                  <a:moveTo>
                    <a:pt x="651789" y="1005878"/>
                  </a:moveTo>
                  <a:lnTo>
                    <a:pt x="658831" y="1008781"/>
                  </a:lnTo>
                  <a:lnTo>
                    <a:pt x="770160" y="954590"/>
                  </a:lnTo>
                  <a:close/>
                  <a:moveTo>
                    <a:pt x="2021783" y="2424395"/>
                  </a:moveTo>
                  <a:lnTo>
                    <a:pt x="2016520" y="2528767"/>
                  </a:lnTo>
                  <a:lnTo>
                    <a:pt x="2073370" y="2443049"/>
                  </a:lnTo>
                  <a:close/>
                  <a:moveTo>
                    <a:pt x="2021783" y="2424395"/>
                  </a:moveTo>
                  <a:lnTo>
                    <a:pt x="2073370" y="2443049"/>
                  </a:lnTo>
                  <a:lnTo>
                    <a:pt x="2042793" y="2367815"/>
                  </a:lnTo>
                  <a:close/>
                  <a:moveTo>
                    <a:pt x="1673905" y="1724701"/>
                  </a:moveTo>
                  <a:lnTo>
                    <a:pt x="1667901" y="1829673"/>
                  </a:lnTo>
                  <a:lnTo>
                    <a:pt x="1726657" y="1742406"/>
                  </a:lnTo>
                  <a:close/>
                  <a:moveTo>
                    <a:pt x="1694357" y="1668573"/>
                  </a:moveTo>
                  <a:lnTo>
                    <a:pt x="1665487" y="1642403"/>
                  </a:lnTo>
                  <a:lnTo>
                    <a:pt x="1673905" y="1724701"/>
                  </a:lnTo>
                  <a:close/>
                  <a:moveTo>
                    <a:pt x="1694357" y="1668573"/>
                  </a:moveTo>
                  <a:lnTo>
                    <a:pt x="1673905" y="1724701"/>
                  </a:lnTo>
                  <a:lnTo>
                    <a:pt x="1726657" y="1742406"/>
                  </a:lnTo>
                  <a:close/>
                  <a:moveTo>
                    <a:pt x="1287286" y="1279548"/>
                  </a:moveTo>
                  <a:lnTo>
                    <a:pt x="1349120" y="1342984"/>
                  </a:lnTo>
                  <a:lnTo>
                    <a:pt x="1343564" y="1274760"/>
                  </a:lnTo>
                  <a:close/>
                  <a:moveTo>
                    <a:pt x="1343564" y="1274760"/>
                  </a:moveTo>
                  <a:lnTo>
                    <a:pt x="1349120" y="1342984"/>
                  </a:lnTo>
                  <a:lnTo>
                    <a:pt x="1400474" y="1225258"/>
                  </a:lnTo>
                  <a:close/>
                  <a:moveTo>
                    <a:pt x="1398801" y="1222333"/>
                  </a:moveTo>
                  <a:lnTo>
                    <a:pt x="1400474" y="1225258"/>
                  </a:lnTo>
                  <a:lnTo>
                    <a:pt x="1399927" y="1206832"/>
                  </a:lnTo>
                  <a:close/>
                  <a:moveTo>
                    <a:pt x="1398801" y="1222333"/>
                  </a:moveTo>
                  <a:lnTo>
                    <a:pt x="1399927" y="1206832"/>
                  </a:lnTo>
                  <a:lnTo>
                    <a:pt x="1418890" y="1183896"/>
                  </a:lnTo>
                  <a:close/>
                  <a:moveTo>
                    <a:pt x="743209" y="395128"/>
                  </a:moveTo>
                  <a:lnTo>
                    <a:pt x="675165" y="447671"/>
                  </a:lnTo>
                  <a:lnTo>
                    <a:pt x="738943" y="407471"/>
                  </a:lnTo>
                  <a:close/>
                  <a:moveTo>
                    <a:pt x="825537" y="361745"/>
                  </a:moveTo>
                  <a:lnTo>
                    <a:pt x="823327" y="390586"/>
                  </a:lnTo>
                  <a:lnTo>
                    <a:pt x="867605" y="394656"/>
                  </a:lnTo>
                  <a:close/>
                  <a:moveTo>
                    <a:pt x="767618" y="299480"/>
                  </a:moveTo>
                  <a:lnTo>
                    <a:pt x="743209" y="395128"/>
                  </a:lnTo>
                  <a:lnTo>
                    <a:pt x="809327" y="391966"/>
                  </a:lnTo>
                  <a:close/>
                  <a:moveTo>
                    <a:pt x="823327" y="390586"/>
                  </a:moveTo>
                  <a:lnTo>
                    <a:pt x="913294" y="443960"/>
                  </a:lnTo>
                  <a:lnTo>
                    <a:pt x="867605" y="394656"/>
                  </a:lnTo>
                  <a:close/>
                  <a:moveTo>
                    <a:pt x="1666421" y="1430508"/>
                  </a:moveTo>
                  <a:lnTo>
                    <a:pt x="1680518" y="1512756"/>
                  </a:lnTo>
                  <a:lnTo>
                    <a:pt x="1666553" y="1431186"/>
                  </a:lnTo>
                  <a:close/>
                  <a:moveTo>
                    <a:pt x="1666421" y="1430508"/>
                  </a:moveTo>
                  <a:lnTo>
                    <a:pt x="1666553" y="1431186"/>
                  </a:lnTo>
                  <a:lnTo>
                    <a:pt x="1666454" y="1430541"/>
                  </a:lnTo>
                  <a:close/>
                  <a:moveTo>
                    <a:pt x="1666421" y="1430508"/>
                  </a:moveTo>
                  <a:lnTo>
                    <a:pt x="1666454" y="1430541"/>
                  </a:lnTo>
                  <a:lnTo>
                    <a:pt x="1666326" y="1430337"/>
                  </a:lnTo>
                  <a:close/>
                  <a:moveTo>
                    <a:pt x="1051795" y="284872"/>
                  </a:moveTo>
                  <a:lnTo>
                    <a:pt x="991228" y="214585"/>
                  </a:lnTo>
                  <a:lnTo>
                    <a:pt x="1015919" y="240113"/>
                  </a:lnTo>
                  <a:close/>
                  <a:moveTo>
                    <a:pt x="1125160" y="154687"/>
                  </a:moveTo>
                  <a:lnTo>
                    <a:pt x="1200504" y="157726"/>
                  </a:lnTo>
                  <a:lnTo>
                    <a:pt x="1151830" y="144611"/>
                  </a:lnTo>
                  <a:close/>
                  <a:moveTo>
                    <a:pt x="1614561" y="371655"/>
                  </a:moveTo>
                  <a:lnTo>
                    <a:pt x="1672586" y="424574"/>
                  </a:lnTo>
                  <a:lnTo>
                    <a:pt x="1667402" y="454644"/>
                  </a:lnTo>
                  <a:close/>
                  <a:moveTo>
                    <a:pt x="1426324" y="3136"/>
                  </a:moveTo>
                  <a:lnTo>
                    <a:pt x="1460595" y="87348"/>
                  </a:lnTo>
                  <a:lnTo>
                    <a:pt x="1426875" y="5133"/>
                  </a:lnTo>
                  <a:close/>
                  <a:moveTo>
                    <a:pt x="1426324" y="3136"/>
                  </a:moveTo>
                  <a:lnTo>
                    <a:pt x="1469600" y="68046"/>
                  </a:lnTo>
                  <a:lnTo>
                    <a:pt x="1460595" y="87348"/>
                  </a:lnTo>
                  <a:close/>
                  <a:moveTo>
                    <a:pt x="1426324" y="3136"/>
                  </a:moveTo>
                  <a:lnTo>
                    <a:pt x="1426875" y="5133"/>
                  </a:lnTo>
                  <a:lnTo>
                    <a:pt x="1422496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96" name="Candidate_density__2095">
              <a:extLst>
                <a:ext uri="{FF2B5EF4-FFF2-40B4-BE49-F238E27FC236}">
                  <a16:creationId xmlns:a16="http://schemas.microsoft.com/office/drawing/2014/main" id="{68B4A79D-AD15-92A2-BB15-FA437FD72498}"/>
                </a:ext>
              </a:extLst>
            </p:cNvPr>
            <p:cNvSpPr>
              <a:spLocks noGrp="1"/>
            </p:cNvSpPr>
            <p:nvPr/>
          </p:nvSpPr>
          <p:spPr>
            <a:xfrm>
              <a:off x="4597829" y="1804354"/>
              <a:ext cx="1998058" cy="2825655"/>
            </a:xfrm>
            <a:custGeom>
              <a:avLst/>
              <a:gdLst/>
              <a:ahLst/>
              <a:cxnLst/>
              <a:rect l="0" t="0" r="0" b="0"/>
              <a:pathLst>
                <a:path w="1998058" h="2825655">
                  <a:moveTo>
                    <a:pt x="52509" y="2410320"/>
                  </a:moveTo>
                  <a:lnTo>
                    <a:pt x="0" y="2429199"/>
                  </a:lnTo>
                  <a:lnTo>
                    <a:pt x="124364" y="2400318"/>
                  </a:lnTo>
                  <a:close/>
                  <a:moveTo>
                    <a:pt x="124364" y="2400318"/>
                  </a:moveTo>
                  <a:lnTo>
                    <a:pt x="194842" y="2385163"/>
                  </a:lnTo>
                  <a:lnTo>
                    <a:pt x="237514" y="2329506"/>
                  </a:lnTo>
                  <a:close/>
                  <a:moveTo>
                    <a:pt x="237514" y="2329506"/>
                  </a:moveTo>
                  <a:lnTo>
                    <a:pt x="194842" y="2385163"/>
                  </a:lnTo>
                  <a:lnTo>
                    <a:pt x="314009" y="2336851"/>
                  </a:lnTo>
                  <a:close/>
                  <a:moveTo>
                    <a:pt x="323173" y="2305605"/>
                  </a:moveTo>
                  <a:lnTo>
                    <a:pt x="339751" y="2217896"/>
                  </a:lnTo>
                  <a:lnTo>
                    <a:pt x="267305" y="2225686"/>
                  </a:lnTo>
                  <a:close/>
                  <a:moveTo>
                    <a:pt x="267305" y="2225686"/>
                  </a:moveTo>
                  <a:lnTo>
                    <a:pt x="339751" y="2217896"/>
                  </a:lnTo>
                  <a:lnTo>
                    <a:pt x="394291" y="2206606"/>
                  </a:lnTo>
                  <a:close/>
                  <a:moveTo>
                    <a:pt x="371079" y="2196654"/>
                  </a:moveTo>
                  <a:lnTo>
                    <a:pt x="394291" y="2206606"/>
                  </a:lnTo>
                  <a:lnTo>
                    <a:pt x="339751" y="2217896"/>
                  </a:lnTo>
                  <a:close/>
                  <a:moveTo>
                    <a:pt x="100042" y="1663773"/>
                  </a:moveTo>
                  <a:lnTo>
                    <a:pt x="98692" y="1566182"/>
                  </a:lnTo>
                  <a:lnTo>
                    <a:pt x="59710" y="1576436"/>
                  </a:lnTo>
                  <a:close/>
                  <a:moveTo>
                    <a:pt x="16350" y="1629522"/>
                  </a:moveTo>
                  <a:lnTo>
                    <a:pt x="100042" y="1663773"/>
                  </a:lnTo>
                  <a:lnTo>
                    <a:pt x="59710" y="1576436"/>
                  </a:lnTo>
                  <a:close/>
                  <a:moveTo>
                    <a:pt x="1112198" y="2788932"/>
                  </a:moveTo>
                  <a:lnTo>
                    <a:pt x="1075858" y="2777501"/>
                  </a:lnTo>
                  <a:lnTo>
                    <a:pt x="990674" y="2727045"/>
                  </a:lnTo>
                  <a:close/>
                  <a:moveTo>
                    <a:pt x="1149053" y="2777501"/>
                  </a:moveTo>
                  <a:lnTo>
                    <a:pt x="1190144" y="2825655"/>
                  </a:lnTo>
                  <a:lnTo>
                    <a:pt x="1134899" y="2809810"/>
                  </a:lnTo>
                  <a:close/>
                  <a:moveTo>
                    <a:pt x="1283604" y="2656733"/>
                  </a:moveTo>
                  <a:lnTo>
                    <a:pt x="1243885" y="2739065"/>
                  </a:lnTo>
                  <a:lnTo>
                    <a:pt x="1246590" y="2733547"/>
                  </a:lnTo>
                  <a:close/>
                  <a:moveTo>
                    <a:pt x="673536" y="1902266"/>
                  </a:moveTo>
                  <a:lnTo>
                    <a:pt x="600144" y="1988534"/>
                  </a:lnTo>
                  <a:lnTo>
                    <a:pt x="665627" y="1954711"/>
                  </a:lnTo>
                  <a:close/>
                  <a:moveTo>
                    <a:pt x="673536" y="1902266"/>
                  </a:moveTo>
                  <a:lnTo>
                    <a:pt x="620697" y="1884631"/>
                  </a:lnTo>
                  <a:lnTo>
                    <a:pt x="600144" y="1988534"/>
                  </a:lnTo>
                  <a:close/>
                  <a:moveTo>
                    <a:pt x="673536" y="1902266"/>
                  </a:moveTo>
                  <a:lnTo>
                    <a:pt x="665627" y="1954711"/>
                  </a:lnTo>
                  <a:lnTo>
                    <a:pt x="684295" y="1916914"/>
                  </a:lnTo>
                  <a:close/>
                  <a:moveTo>
                    <a:pt x="658283" y="1814574"/>
                  </a:moveTo>
                  <a:lnTo>
                    <a:pt x="673536" y="1902266"/>
                  </a:lnTo>
                  <a:lnTo>
                    <a:pt x="684295" y="1916914"/>
                  </a:lnTo>
                  <a:close/>
                  <a:moveTo>
                    <a:pt x="146926" y="1326785"/>
                  </a:moveTo>
                  <a:lnTo>
                    <a:pt x="169000" y="1220757"/>
                  </a:lnTo>
                  <a:lnTo>
                    <a:pt x="159257" y="1239561"/>
                  </a:lnTo>
                  <a:close/>
                  <a:moveTo>
                    <a:pt x="382866" y="1518284"/>
                  </a:moveTo>
                  <a:lnTo>
                    <a:pt x="249126" y="1504474"/>
                  </a:lnTo>
                  <a:lnTo>
                    <a:pt x="341397" y="1490051"/>
                  </a:lnTo>
                  <a:close/>
                  <a:moveTo>
                    <a:pt x="1483367" y="2782844"/>
                  </a:moveTo>
                  <a:lnTo>
                    <a:pt x="1515644" y="2662192"/>
                  </a:lnTo>
                  <a:lnTo>
                    <a:pt x="1533471" y="2744406"/>
                  </a:lnTo>
                  <a:close/>
                  <a:moveTo>
                    <a:pt x="1515644" y="2662192"/>
                  </a:moveTo>
                  <a:lnTo>
                    <a:pt x="1544626" y="2679744"/>
                  </a:lnTo>
                  <a:lnTo>
                    <a:pt x="1552519" y="2610983"/>
                  </a:lnTo>
                  <a:close/>
                  <a:moveTo>
                    <a:pt x="601165" y="1700325"/>
                  </a:moveTo>
                  <a:lnTo>
                    <a:pt x="632425" y="1796263"/>
                  </a:lnTo>
                  <a:lnTo>
                    <a:pt x="615325" y="1714047"/>
                  </a:lnTo>
                  <a:close/>
                  <a:moveTo>
                    <a:pt x="604482" y="1631832"/>
                  </a:moveTo>
                  <a:lnTo>
                    <a:pt x="628926" y="1602289"/>
                  </a:lnTo>
                  <a:lnTo>
                    <a:pt x="591905" y="1607762"/>
                  </a:lnTo>
                  <a:close/>
                  <a:moveTo>
                    <a:pt x="159257" y="1239561"/>
                  </a:moveTo>
                  <a:lnTo>
                    <a:pt x="169000" y="1220757"/>
                  </a:lnTo>
                  <a:lnTo>
                    <a:pt x="160661" y="1215526"/>
                  </a:lnTo>
                  <a:close/>
                  <a:moveTo>
                    <a:pt x="187469" y="1129840"/>
                  </a:moveTo>
                  <a:lnTo>
                    <a:pt x="169000" y="1220757"/>
                  </a:lnTo>
                  <a:lnTo>
                    <a:pt x="217609" y="1179073"/>
                  </a:lnTo>
                  <a:close/>
                  <a:moveTo>
                    <a:pt x="131202" y="704264"/>
                  </a:moveTo>
                  <a:lnTo>
                    <a:pt x="12394" y="753921"/>
                  </a:lnTo>
                  <a:lnTo>
                    <a:pt x="86475" y="752239"/>
                  </a:lnTo>
                  <a:close/>
                  <a:moveTo>
                    <a:pt x="1618001" y="2519999"/>
                  </a:moveTo>
                  <a:lnTo>
                    <a:pt x="1595978" y="2558271"/>
                  </a:lnTo>
                  <a:lnTo>
                    <a:pt x="1605079" y="2541540"/>
                  </a:lnTo>
                  <a:close/>
                  <a:moveTo>
                    <a:pt x="1618001" y="2519999"/>
                  </a:moveTo>
                  <a:lnTo>
                    <a:pt x="1605079" y="2541540"/>
                  </a:lnTo>
                  <a:lnTo>
                    <a:pt x="1580733" y="2501270"/>
                  </a:lnTo>
                  <a:close/>
                  <a:moveTo>
                    <a:pt x="1355524" y="2001365"/>
                  </a:moveTo>
                  <a:lnTo>
                    <a:pt x="1305195" y="1952475"/>
                  </a:lnTo>
                  <a:lnTo>
                    <a:pt x="1416708" y="1951465"/>
                  </a:lnTo>
                  <a:close/>
                  <a:moveTo>
                    <a:pt x="1182398" y="1911389"/>
                  </a:moveTo>
                  <a:lnTo>
                    <a:pt x="1158658" y="1883820"/>
                  </a:lnTo>
                  <a:lnTo>
                    <a:pt x="1255009" y="1932683"/>
                  </a:lnTo>
                  <a:close/>
                  <a:moveTo>
                    <a:pt x="429584" y="1143883"/>
                  </a:moveTo>
                  <a:lnTo>
                    <a:pt x="465472" y="1118069"/>
                  </a:lnTo>
                  <a:lnTo>
                    <a:pt x="487451" y="1031536"/>
                  </a:lnTo>
                  <a:close/>
                  <a:moveTo>
                    <a:pt x="487451" y="1031536"/>
                  </a:moveTo>
                  <a:lnTo>
                    <a:pt x="465472" y="1118069"/>
                  </a:lnTo>
                  <a:lnTo>
                    <a:pt x="510866" y="1061668"/>
                  </a:lnTo>
                  <a:close/>
                  <a:moveTo>
                    <a:pt x="510866" y="1061668"/>
                  </a:moveTo>
                  <a:lnTo>
                    <a:pt x="519877" y="1042824"/>
                  </a:lnTo>
                  <a:lnTo>
                    <a:pt x="487451" y="1031536"/>
                  </a:lnTo>
                  <a:close/>
                  <a:moveTo>
                    <a:pt x="90995" y="732808"/>
                  </a:moveTo>
                  <a:lnTo>
                    <a:pt x="131202" y="704264"/>
                  </a:lnTo>
                  <a:lnTo>
                    <a:pt x="151972" y="622037"/>
                  </a:lnTo>
                  <a:close/>
                  <a:moveTo>
                    <a:pt x="230261" y="618982"/>
                  </a:moveTo>
                  <a:lnTo>
                    <a:pt x="131202" y="704264"/>
                  </a:lnTo>
                  <a:lnTo>
                    <a:pt x="195833" y="667253"/>
                  </a:lnTo>
                  <a:close/>
                  <a:moveTo>
                    <a:pt x="1781108" y="2477925"/>
                  </a:moveTo>
                  <a:lnTo>
                    <a:pt x="1818294" y="2401750"/>
                  </a:lnTo>
                  <a:lnTo>
                    <a:pt x="1708704" y="2485871"/>
                  </a:lnTo>
                  <a:close/>
                  <a:moveTo>
                    <a:pt x="1781108" y="2477925"/>
                  </a:moveTo>
                  <a:lnTo>
                    <a:pt x="1843612" y="2432954"/>
                  </a:lnTo>
                  <a:lnTo>
                    <a:pt x="1818294" y="2401750"/>
                  </a:lnTo>
                  <a:close/>
                  <a:moveTo>
                    <a:pt x="1835442" y="2382452"/>
                  </a:moveTo>
                  <a:lnTo>
                    <a:pt x="1863180" y="2402356"/>
                  </a:lnTo>
                  <a:lnTo>
                    <a:pt x="1885450" y="2374176"/>
                  </a:lnTo>
                  <a:close/>
                  <a:moveTo>
                    <a:pt x="1398481" y="1946769"/>
                  </a:moveTo>
                  <a:lnTo>
                    <a:pt x="1423341" y="1917016"/>
                  </a:lnTo>
                  <a:lnTo>
                    <a:pt x="1449554" y="1889162"/>
                  </a:lnTo>
                  <a:close/>
                  <a:moveTo>
                    <a:pt x="1355524" y="2001365"/>
                  </a:moveTo>
                  <a:lnTo>
                    <a:pt x="1416708" y="1951465"/>
                  </a:lnTo>
                  <a:lnTo>
                    <a:pt x="1398481" y="1946769"/>
                  </a:lnTo>
                  <a:close/>
                  <a:moveTo>
                    <a:pt x="1423341" y="1917016"/>
                  </a:moveTo>
                  <a:lnTo>
                    <a:pt x="1427348" y="1813666"/>
                  </a:lnTo>
                  <a:lnTo>
                    <a:pt x="1449554" y="1889162"/>
                  </a:lnTo>
                  <a:close/>
                  <a:moveTo>
                    <a:pt x="1427348" y="1813666"/>
                  </a:moveTo>
                  <a:lnTo>
                    <a:pt x="1420132" y="1806947"/>
                  </a:lnTo>
                  <a:lnTo>
                    <a:pt x="1449554" y="1889162"/>
                  </a:lnTo>
                  <a:close/>
                  <a:moveTo>
                    <a:pt x="502992" y="827947"/>
                  </a:moveTo>
                  <a:lnTo>
                    <a:pt x="572633" y="822692"/>
                  </a:lnTo>
                  <a:lnTo>
                    <a:pt x="554756" y="820365"/>
                  </a:lnTo>
                  <a:close/>
                  <a:moveTo>
                    <a:pt x="237989" y="609663"/>
                  </a:moveTo>
                  <a:lnTo>
                    <a:pt x="349290" y="531940"/>
                  </a:lnTo>
                  <a:lnTo>
                    <a:pt x="278946" y="547592"/>
                  </a:lnTo>
                  <a:close/>
                  <a:moveTo>
                    <a:pt x="1885450" y="2374176"/>
                  </a:moveTo>
                  <a:lnTo>
                    <a:pt x="1920938" y="2355400"/>
                  </a:lnTo>
                  <a:lnTo>
                    <a:pt x="1915920" y="2344015"/>
                  </a:lnTo>
                  <a:close/>
                  <a:moveTo>
                    <a:pt x="1952962" y="2344015"/>
                  </a:moveTo>
                  <a:lnTo>
                    <a:pt x="1920938" y="2355400"/>
                  </a:lnTo>
                  <a:lnTo>
                    <a:pt x="1998058" y="2301342"/>
                  </a:lnTo>
                  <a:close/>
                  <a:moveTo>
                    <a:pt x="1998058" y="2301342"/>
                  </a:moveTo>
                  <a:lnTo>
                    <a:pt x="1920938" y="2355400"/>
                  </a:lnTo>
                  <a:lnTo>
                    <a:pt x="1885450" y="2374176"/>
                  </a:lnTo>
                  <a:close/>
                  <a:moveTo>
                    <a:pt x="1420132" y="1806947"/>
                  </a:moveTo>
                  <a:lnTo>
                    <a:pt x="1411117" y="1768510"/>
                  </a:lnTo>
                  <a:lnTo>
                    <a:pt x="1449554" y="1889162"/>
                  </a:lnTo>
                  <a:close/>
                  <a:moveTo>
                    <a:pt x="1420132" y="1806947"/>
                  </a:moveTo>
                  <a:lnTo>
                    <a:pt x="1475124" y="1739466"/>
                  </a:lnTo>
                  <a:lnTo>
                    <a:pt x="1411117" y="1768510"/>
                  </a:lnTo>
                  <a:close/>
                  <a:moveTo>
                    <a:pt x="597826" y="802211"/>
                  </a:moveTo>
                  <a:lnTo>
                    <a:pt x="554756" y="820365"/>
                  </a:lnTo>
                  <a:lnTo>
                    <a:pt x="574719" y="817462"/>
                  </a:lnTo>
                  <a:close/>
                  <a:moveTo>
                    <a:pt x="630159" y="781928"/>
                  </a:moveTo>
                  <a:lnTo>
                    <a:pt x="597826" y="802211"/>
                  </a:lnTo>
                  <a:lnTo>
                    <a:pt x="693090" y="766174"/>
                  </a:lnTo>
                  <a:close/>
                  <a:moveTo>
                    <a:pt x="693090" y="766174"/>
                  </a:moveTo>
                  <a:lnTo>
                    <a:pt x="597826" y="802211"/>
                  </a:lnTo>
                  <a:lnTo>
                    <a:pt x="574719" y="817462"/>
                  </a:lnTo>
                  <a:close/>
                  <a:moveTo>
                    <a:pt x="581761" y="820365"/>
                  </a:moveTo>
                  <a:lnTo>
                    <a:pt x="674495" y="800472"/>
                  </a:lnTo>
                  <a:lnTo>
                    <a:pt x="693090" y="766174"/>
                  </a:lnTo>
                  <a:close/>
                  <a:moveTo>
                    <a:pt x="674495" y="800472"/>
                  </a:moveTo>
                  <a:lnTo>
                    <a:pt x="658520" y="852124"/>
                  </a:lnTo>
                  <a:lnTo>
                    <a:pt x="678265" y="820365"/>
                  </a:lnTo>
                  <a:close/>
                  <a:moveTo>
                    <a:pt x="512662" y="471078"/>
                  </a:moveTo>
                  <a:lnTo>
                    <a:pt x="456587" y="456074"/>
                  </a:lnTo>
                  <a:lnTo>
                    <a:pt x="424795" y="535580"/>
                  </a:lnTo>
                  <a:close/>
                  <a:moveTo>
                    <a:pt x="456587" y="456074"/>
                  </a:moveTo>
                  <a:lnTo>
                    <a:pt x="512662" y="471078"/>
                  </a:lnTo>
                  <a:lnTo>
                    <a:pt x="458313" y="445698"/>
                  </a:lnTo>
                  <a:close/>
                  <a:moveTo>
                    <a:pt x="451798" y="453069"/>
                  </a:moveTo>
                  <a:lnTo>
                    <a:pt x="456587" y="456074"/>
                  </a:lnTo>
                  <a:lnTo>
                    <a:pt x="458313" y="445698"/>
                  </a:lnTo>
                  <a:close/>
                  <a:moveTo>
                    <a:pt x="1952962" y="2344015"/>
                  </a:moveTo>
                  <a:lnTo>
                    <a:pt x="1937700" y="2354329"/>
                  </a:lnTo>
                  <a:lnTo>
                    <a:pt x="1920938" y="2355400"/>
                  </a:lnTo>
                  <a:close/>
                  <a:moveTo>
                    <a:pt x="1996299" y="2254633"/>
                  </a:moveTo>
                  <a:lnTo>
                    <a:pt x="1952962" y="2344015"/>
                  </a:lnTo>
                  <a:lnTo>
                    <a:pt x="1998058" y="2301342"/>
                  </a:lnTo>
                  <a:close/>
                  <a:moveTo>
                    <a:pt x="1939450" y="2340351"/>
                  </a:moveTo>
                  <a:lnTo>
                    <a:pt x="1952962" y="2344015"/>
                  </a:lnTo>
                  <a:lnTo>
                    <a:pt x="1996299" y="2254633"/>
                  </a:lnTo>
                  <a:close/>
                  <a:moveTo>
                    <a:pt x="738127" y="719358"/>
                  </a:moveTo>
                  <a:lnTo>
                    <a:pt x="693090" y="766174"/>
                  </a:lnTo>
                  <a:lnTo>
                    <a:pt x="813751" y="723448"/>
                  </a:lnTo>
                  <a:close/>
                  <a:moveTo>
                    <a:pt x="458313" y="445698"/>
                  </a:moveTo>
                  <a:lnTo>
                    <a:pt x="526165" y="420727"/>
                  </a:lnTo>
                  <a:lnTo>
                    <a:pt x="563413" y="344788"/>
                  </a:lnTo>
                  <a:close/>
                  <a:moveTo>
                    <a:pt x="1590831" y="1641257"/>
                  </a:moveTo>
                  <a:lnTo>
                    <a:pt x="1586089" y="1660485"/>
                  </a:lnTo>
                  <a:lnTo>
                    <a:pt x="1610494" y="1647858"/>
                  </a:lnTo>
                  <a:close/>
                  <a:moveTo>
                    <a:pt x="1649587" y="1553990"/>
                  </a:moveTo>
                  <a:lnTo>
                    <a:pt x="1610494" y="1647858"/>
                  </a:lnTo>
                  <a:lnTo>
                    <a:pt x="1649355" y="1618368"/>
                  </a:lnTo>
                  <a:close/>
                  <a:moveTo>
                    <a:pt x="1590831" y="1641257"/>
                  </a:moveTo>
                  <a:lnTo>
                    <a:pt x="1610494" y="1647858"/>
                  </a:lnTo>
                  <a:lnTo>
                    <a:pt x="1649587" y="1553990"/>
                  </a:lnTo>
                  <a:close/>
                  <a:moveTo>
                    <a:pt x="1589105" y="1444992"/>
                  </a:moveTo>
                  <a:lnTo>
                    <a:pt x="1588417" y="1453987"/>
                  </a:lnTo>
                  <a:lnTo>
                    <a:pt x="1617287" y="1480157"/>
                  </a:lnTo>
                  <a:close/>
                  <a:moveTo>
                    <a:pt x="1323404" y="1036842"/>
                  </a:moveTo>
                  <a:lnTo>
                    <a:pt x="1321731" y="1033917"/>
                  </a:lnTo>
                  <a:lnTo>
                    <a:pt x="1266494" y="1086344"/>
                  </a:lnTo>
                  <a:close/>
                  <a:moveTo>
                    <a:pt x="1266494" y="1086344"/>
                  </a:moveTo>
                  <a:lnTo>
                    <a:pt x="1163023" y="1072353"/>
                  </a:lnTo>
                  <a:lnTo>
                    <a:pt x="1210216" y="1091132"/>
                  </a:lnTo>
                  <a:close/>
                  <a:moveTo>
                    <a:pt x="579961" y="316274"/>
                  </a:moveTo>
                  <a:lnTo>
                    <a:pt x="588895" y="293980"/>
                  </a:lnTo>
                  <a:lnTo>
                    <a:pt x="563413" y="344788"/>
                  </a:lnTo>
                  <a:close/>
                  <a:moveTo>
                    <a:pt x="579961" y="316274"/>
                  </a:moveTo>
                  <a:lnTo>
                    <a:pt x="563413" y="344788"/>
                  </a:lnTo>
                  <a:lnTo>
                    <a:pt x="573138" y="332417"/>
                  </a:lnTo>
                  <a:close/>
                  <a:moveTo>
                    <a:pt x="579961" y="316274"/>
                  </a:moveTo>
                  <a:lnTo>
                    <a:pt x="573138" y="332417"/>
                  </a:lnTo>
                  <a:lnTo>
                    <a:pt x="598095" y="259255"/>
                  </a:lnTo>
                  <a:close/>
                  <a:moveTo>
                    <a:pt x="598095" y="259255"/>
                  </a:moveTo>
                  <a:lnTo>
                    <a:pt x="573138" y="332417"/>
                  </a:lnTo>
                  <a:lnTo>
                    <a:pt x="616488" y="264572"/>
                  </a:lnTo>
                  <a:close/>
                  <a:moveTo>
                    <a:pt x="598095" y="259255"/>
                  </a:moveTo>
                  <a:lnTo>
                    <a:pt x="616488" y="264572"/>
                  </a:lnTo>
                  <a:lnTo>
                    <a:pt x="661873" y="219055"/>
                  </a:lnTo>
                  <a:close/>
                  <a:moveTo>
                    <a:pt x="588895" y="293980"/>
                  </a:moveTo>
                  <a:lnTo>
                    <a:pt x="579961" y="316274"/>
                  </a:lnTo>
                  <a:lnTo>
                    <a:pt x="598095" y="259255"/>
                  </a:lnTo>
                  <a:close/>
                  <a:moveTo>
                    <a:pt x="1601666" y="1362776"/>
                  </a:moveTo>
                  <a:lnTo>
                    <a:pt x="1589483" y="1242770"/>
                  </a:lnTo>
                  <a:lnTo>
                    <a:pt x="1603166" y="1330953"/>
                  </a:lnTo>
                  <a:close/>
                  <a:moveTo>
                    <a:pt x="1589383" y="1242125"/>
                  </a:moveTo>
                  <a:lnTo>
                    <a:pt x="1589483" y="1242770"/>
                  </a:lnTo>
                  <a:lnTo>
                    <a:pt x="1601666" y="1362776"/>
                  </a:lnTo>
                  <a:close/>
                  <a:moveTo>
                    <a:pt x="1611893" y="1280562"/>
                  </a:moveTo>
                  <a:lnTo>
                    <a:pt x="1589383" y="1242125"/>
                  </a:lnTo>
                  <a:lnTo>
                    <a:pt x="1601666" y="1362776"/>
                  </a:lnTo>
                  <a:close/>
                  <a:moveTo>
                    <a:pt x="975523" y="437241"/>
                  </a:moveTo>
                  <a:lnTo>
                    <a:pt x="994080" y="409945"/>
                  </a:lnTo>
                  <a:lnTo>
                    <a:pt x="913304" y="386597"/>
                  </a:lnTo>
                  <a:close/>
                  <a:moveTo>
                    <a:pt x="661873" y="219055"/>
                  </a:moveTo>
                  <a:lnTo>
                    <a:pt x="686812" y="211766"/>
                  </a:lnTo>
                  <a:lnTo>
                    <a:pt x="666139" y="206712"/>
                  </a:lnTo>
                  <a:close/>
                  <a:moveTo>
                    <a:pt x="913304" y="386597"/>
                  </a:moveTo>
                  <a:lnTo>
                    <a:pt x="994080" y="409945"/>
                  </a:lnTo>
                  <a:lnTo>
                    <a:pt x="1040016" y="366490"/>
                  </a:lnTo>
                  <a:close/>
                  <a:moveTo>
                    <a:pt x="931438" y="52678"/>
                  </a:moveTo>
                  <a:lnTo>
                    <a:pt x="925021" y="0"/>
                  </a:lnTo>
                  <a:lnTo>
                    <a:pt x="914157" y="26169"/>
                  </a:lnTo>
                  <a:close/>
                  <a:moveTo>
                    <a:pt x="938848" y="51697"/>
                  </a:moveTo>
                  <a:lnTo>
                    <a:pt x="914157" y="26169"/>
                  </a:lnTo>
                  <a:lnTo>
                    <a:pt x="888075" y="142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97" name="Candidate_density__2096">
              <a:extLst>
                <a:ext uri="{FF2B5EF4-FFF2-40B4-BE49-F238E27FC236}">
                  <a16:creationId xmlns:a16="http://schemas.microsoft.com/office/drawing/2014/main" id="{FD46F1B3-4C44-79FF-880D-255518ED8F45}"/>
                </a:ext>
              </a:extLst>
            </p:cNvPr>
            <p:cNvSpPr>
              <a:spLocks noGrp="1"/>
            </p:cNvSpPr>
            <p:nvPr/>
          </p:nvSpPr>
          <p:spPr>
            <a:xfrm>
              <a:off x="3839425" y="1804354"/>
              <a:ext cx="2407758" cy="2818255"/>
            </a:xfrm>
            <a:custGeom>
              <a:avLst/>
              <a:gdLst/>
              <a:ahLst/>
              <a:cxnLst/>
              <a:rect l="0" t="0" r="0" b="0"/>
              <a:pathLst>
                <a:path w="2407758" h="2818255">
                  <a:moveTo>
                    <a:pt x="119896" y="1283466"/>
                  </a:moveTo>
                  <a:lnTo>
                    <a:pt x="41733" y="1269888"/>
                  </a:lnTo>
                  <a:lnTo>
                    <a:pt x="0" y="1277788"/>
                  </a:lnTo>
                  <a:close/>
                  <a:moveTo>
                    <a:pt x="1129483" y="2196654"/>
                  </a:moveTo>
                  <a:lnTo>
                    <a:pt x="1197436" y="2158217"/>
                  </a:lnTo>
                  <a:lnTo>
                    <a:pt x="1152695" y="2206606"/>
                  </a:lnTo>
                  <a:close/>
                  <a:moveTo>
                    <a:pt x="1197436" y="2158217"/>
                  </a:moveTo>
                  <a:lnTo>
                    <a:pt x="1129483" y="2196654"/>
                  </a:lnTo>
                  <a:lnTo>
                    <a:pt x="1204280" y="2120818"/>
                  </a:lnTo>
                  <a:close/>
                  <a:moveTo>
                    <a:pt x="314325" y="1292287"/>
                  </a:moveTo>
                  <a:lnTo>
                    <a:pt x="335232" y="1187027"/>
                  </a:lnTo>
                  <a:lnTo>
                    <a:pt x="334968" y="1171636"/>
                  </a:lnTo>
                  <a:close/>
                  <a:moveTo>
                    <a:pt x="334968" y="1171636"/>
                  </a:moveTo>
                  <a:lnTo>
                    <a:pt x="335232" y="1187027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390935" y="1093915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420540" y="1050984"/>
                  </a:lnTo>
                  <a:lnTo>
                    <a:pt x="390935" y="1093915"/>
                  </a:lnTo>
                  <a:close/>
                  <a:moveTo>
                    <a:pt x="1337337" y="1999129"/>
                  </a:moveTo>
                  <a:lnTo>
                    <a:pt x="1301925" y="2037565"/>
                  </a:lnTo>
                  <a:lnTo>
                    <a:pt x="1358547" y="1988534"/>
                  </a:lnTo>
                  <a:close/>
                  <a:moveTo>
                    <a:pt x="1301925" y="2037565"/>
                  </a:moveTo>
                  <a:lnTo>
                    <a:pt x="1311430" y="2027572"/>
                  </a:lnTo>
                  <a:lnTo>
                    <a:pt x="1358547" y="1988534"/>
                  </a:lnTo>
                  <a:close/>
                  <a:moveTo>
                    <a:pt x="1311430" y="2027572"/>
                  </a:moveTo>
                  <a:lnTo>
                    <a:pt x="1379760" y="2004394"/>
                  </a:lnTo>
                  <a:lnTo>
                    <a:pt x="1424031" y="1954711"/>
                  </a:lnTo>
                  <a:close/>
                  <a:moveTo>
                    <a:pt x="1358547" y="1988534"/>
                  </a:moveTo>
                  <a:lnTo>
                    <a:pt x="1311430" y="2027572"/>
                  </a:lnTo>
                  <a:lnTo>
                    <a:pt x="1424031" y="1954711"/>
                  </a:lnTo>
                  <a:close/>
                  <a:moveTo>
                    <a:pt x="2241771" y="2782844"/>
                  </a:moveTo>
                  <a:lnTo>
                    <a:pt x="2286148" y="2797016"/>
                  </a:lnTo>
                  <a:lnTo>
                    <a:pt x="2234270" y="2818255"/>
                  </a:lnTo>
                  <a:close/>
                  <a:moveTo>
                    <a:pt x="2241771" y="2782844"/>
                  </a:moveTo>
                  <a:lnTo>
                    <a:pt x="2303030" y="2679744"/>
                  </a:lnTo>
                  <a:lnTo>
                    <a:pt x="2274047" y="2662192"/>
                  </a:lnTo>
                  <a:close/>
                  <a:moveTo>
                    <a:pt x="1350309" y="1607762"/>
                  </a:moveTo>
                  <a:lnTo>
                    <a:pt x="1373729" y="1714047"/>
                  </a:lnTo>
                  <a:lnTo>
                    <a:pt x="1362885" y="1631832"/>
                  </a:lnTo>
                  <a:close/>
                  <a:moveTo>
                    <a:pt x="1850479" y="1966034"/>
                  </a:moveTo>
                  <a:lnTo>
                    <a:pt x="1876562" y="1983348"/>
                  </a:lnTo>
                  <a:lnTo>
                    <a:pt x="1893256" y="1948824"/>
                  </a:lnTo>
                  <a:close/>
                  <a:moveTo>
                    <a:pt x="2175112" y="1951465"/>
                  </a:moveTo>
                  <a:lnTo>
                    <a:pt x="2181744" y="1917016"/>
                  </a:lnTo>
                  <a:lnTo>
                    <a:pt x="2156885" y="1946769"/>
                  </a:lnTo>
                  <a:close/>
                  <a:moveTo>
                    <a:pt x="1451493" y="766174"/>
                  </a:moveTo>
                  <a:lnTo>
                    <a:pt x="1432899" y="800472"/>
                  </a:lnTo>
                  <a:lnTo>
                    <a:pt x="1522375" y="752531"/>
                  </a:lnTo>
                  <a:close/>
                  <a:moveTo>
                    <a:pt x="1155531" y="495592"/>
                  </a:moveTo>
                  <a:lnTo>
                    <a:pt x="1037350" y="547592"/>
                  </a:lnTo>
                  <a:lnTo>
                    <a:pt x="1107694" y="531940"/>
                  </a:lnTo>
                  <a:close/>
                  <a:moveTo>
                    <a:pt x="1155531" y="495592"/>
                  </a:moveTo>
                  <a:lnTo>
                    <a:pt x="1214991" y="456074"/>
                  </a:lnTo>
                  <a:lnTo>
                    <a:pt x="1210202" y="453069"/>
                  </a:lnTo>
                  <a:close/>
                  <a:moveTo>
                    <a:pt x="1183198" y="535580"/>
                  </a:moveTo>
                  <a:lnTo>
                    <a:pt x="1214991" y="456074"/>
                  </a:lnTo>
                  <a:lnTo>
                    <a:pt x="1155531" y="495592"/>
                  </a:lnTo>
                  <a:close/>
                  <a:moveTo>
                    <a:pt x="1107694" y="531940"/>
                  </a:moveTo>
                  <a:lnTo>
                    <a:pt x="1183198" y="535580"/>
                  </a:lnTo>
                  <a:lnTo>
                    <a:pt x="1155531" y="495592"/>
                  </a:lnTo>
                  <a:close/>
                  <a:moveTo>
                    <a:pt x="2233527" y="1739466"/>
                  </a:moveTo>
                  <a:lnTo>
                    <a:pt x="2294185" y="1687599"/>
                  </a:lnTo>
                  <a:lnTo>
                    <a:pt x="2344493" y="1660485"/>
                  </a:lnTo>
                  <a:close/>
                  <a:moveTo>
                    <a:pt x="2296397" y="1686295"/>
                  </a:moveTo>
                  <a:lnTo>
                    <a:pt x="2344493" y="1660485"/>
                  </a:lnTo>
                  <a:lnTo>
                    <a:pt x="2294185" y="1687599"/>
                  </a:lnTo>
                  <a:close/>
                  <a:moveTo>
                    <a:pt x="2296397" y="1686295"/>
                  </a:moveTo>
                  <a:lnTo>
                    <a:pt x="2368897" y="1647858"/>
                  </a:lnTo>
                  <a:lnTo>
                    <a:pt x="2344493" y="1660485"/>
                  </a:lnTo>
                  <a:close/>
                  <a:moveTo>
                    <a:pt x="2368897" y="1647858"/>
                  </a:moveTo>
                  <a:lnTo>
                    <a:pt x="2296397" y="1686295"/>
                  </a:lnTo>
                  <a:lnTo>
                    <a:pt x="2407758" y="1618368"/>
                  </a:lnTo>
                  <a:close/>
                  <a:moveTo>
                    <a:pt x="1451493" y="766174"/>
                  </a:moveTo>
                  <a:lnTo>
                    <a:pt x="1522375" y="752531"/>
                  </a:lnTo>
                  <a:lnTo>
                    <a:pt x="1572155" y="723448"/>
                  </a:lnTo>
                  <a:close/>
                  <a:moveTo>
                    <a:pt x="1572155" y="723448"/>
                  </a:moveTo>
                  <a:lnTo>
                    <a:pt x="1522375" y="752531"/>
                  </a:lnTo>
                  <a:lnTo>
                    <a:pt x="1645364" y="718506"/>
                  </a:lnTo>
                  <a:close/>
                  <a:moveTo>
                    <a:pt x="2347376" y="1442584"/>
                  </a:moveTo>
                  <a:lnTo>
                    <a:pt x="2346821" y="1453987"/>
                  </a:lnTo>
                  <a:lnTo>
                    <a:pt x="2347509" y="1444992"/>
                  </a:lnTo>
                  <a:close/>
                  <a:moveTo>
                    <a:pt x="2361569" y="1330953"/>
                  </a:moveTo>
                  <a:lnTo>
                    <a:pt x="2347376" y="1442584"/>
                  </a:lnTo>
                  <a:lnTo>
                    <a:pt x="2347509" y="1444992"/>
                  </a:lnTo>
                  <a:close/>
                  <a:moveTo>
                    <a:pt x="1846457" y="787271"/>
                  </a:moveTo>
                  <a:lnTo>
                    <a:pt x="1856407" y="748835"/>
                  </a:lnTo>
                  <a:lnTo>
                    <a:pt x="1851357" y="869486"/>
                  </a:lnTo>
                  <a:close/>
                  <a:moveTo>
                    <a:pt x="1798420" y="366490"/>
                  </a:moveTo>
                  <a:lnTo>
                    <a:pt x="1752483" y="409945"/>
                  </a:lnTo>
                  <a:lnTo>
                    <a:pt x="1863731" y="332021"/>
                  </a:lnTo>
                  <a:close/>
                  <a:moveTo>
                    <a:pt x="1646478" y="14241"/>
                  </a:moveTo>
                  <a:lnTo>
                    <a:pt x="1672561" y="26169"/>
                  </a:lnTo>
                  <a:lnTo>
                    <a:pt x="1683425" y="0"/>
                  </a:lnTo>
                  <a:close/>
                  <a:moveTo>
                    <a:pt x="2019099" y="203853"/>
                  </a:moveTo>
                  <a:lnTo>
                    <a:pt x="2029794" y="178299"/>
                  </a:lnTo>
                  <a:lnTo>
                    <a:pt x="2037797" y="140234"/>
                  </a:lnTo>
                  <a:close/>
                  <a:moveTo>
                    <a:pt x="2037797" y="140234"/>
                  </a:moveTo>
                  <a:lnTo>
                    <a:pt x="2069179" y="112433"/>
                  </a:lnTo>
                  <a:lnTo>
                    <a:pt x="2110804" y="5286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98" name="Candidate_density__2097">
              <a:extLst>
                <a:ext uri="{FF2B5EF4-FFF2-40B4-BE49-F238E27FC236}">
                  <a16:creationId xmlns:a16="http://schemas.microsoft.com/office/drawing/2014/main" id="{6172D336-2B93-ABD5-B50E-CE54D456F85E}"/>
                </a:ext>
              </a:extLst>
            </p:cNvPr>
            <p:cNvSpPr>
              <a:spLocks noGrp="1"/>
            </p:cNvSpPr>
            <p:nvPr/>
          </p:nvSpPr>
          <p:spPr>
            <a:xfrm>
              <a:off x="3837811" y="1508053"/>
              <a:ext cx="2704731" cy="3121956"/>
            </a:xfrm>
            <a:custGeom>
              <a:avLst/>
              <a:gdLst/>
              <a:ahLst/>
              <a:cxnLst/>
              <a:rect l="0" t="0" r="0" b="0"/>
              <a:pathLst>
                <a:path w="2704731" h="3121956">
                  <a:moveTo>
                    <a:pt x="721563" y="2645183"/>
                  </a:moveTo>
                  <a:lnTo>
                    <a:pt x="668489" y="2596591"/>
                  </a:lnTo>
                  <a:lnTo>
                    <a:pt x="728929" y="2652043"/>
                  </a:lnTo>
                  <a:close/>
                  <a:moveTo>
                    <a:pt x="661751" y="2569828"/>
                  </a:moveTo>
                  <a:lnTo>
                    <a:pt x="668489" y="2596591"/>
                  </a:lnTo>
                  <a:lnTo>
                    <a:pt x="721563" y="2645183"/>
                  </a:lnTo>
                  <a:close/>
                  <a:moveTo>
                    <a:pt x="728929" y="2652043"/>
                  </a:moveTo>
                  <a:lnTo>
                    <a:pt x="841839" y="2616345"/>
                  </a:lnTo>
                  <a:lnTo>
                    <a:pt x="721563" y="2645183"/>
                  </a:lnTo>
                  <a:close/>
                  <a:moveTo>
                    <a:pt x="721563" y="2645183"/>
                  </a:moveTo>
                  <a:lnTo>
                    <a:pt x="841839" y="2616345"/>
                  </a:lnTo>
                  <a:lnTo>
                    <a:pt x="842328" y="2602839"/>
                  </a:lnTo>
                  <a:close/>
                  <a:moveTo>
                    <a:pt x="721563" y="2645183"/>
                  </a:moveTo>
                  <a:lnTo>
                    <a:pt x="842328" y="2602839"/>
                  </a:lnTo>
                  <a:lnTo>
                    <a:pt x="760770" y="2576568"/>
                  </a:lnTo>
                  <a:close/>
                  <a:moveTo>
                    <a:pt x="841839" y="2616345"/>
                  </a:moveTo>
                  <a:lnTo>
                    <a:pt x="858608" y="2613606"/>
                  </a:lnTo>
                  <a:lnTo>
                    <a:pt x="842328" y="2602839"/>
                  </a:lnTo>
                  <a:close/>
                  <a:moveTo>
                    <a:pt x="703019" y="2531391"/>
                  </a:moveTo>
                  <a:lnTo>
                    <a:pt x="721563" y="2645183"/>
                  </a:lnTo>
                  <a:lnTo>
                    <a:pt x="760770" y="2576568"/>
                  </a:lnTo>
                  <a:close/>
                  <a:moveTo>
                    <a:pt x="703019" y="2531391"/>
                  </a:moveTo>
                  <a:lnTo>
                    <a:pt x="661751" y="2569828"/>
                  </a:lnTo>
                  <a:lnTo>
                    <a:pt x="721563" y="2645183"/>
                  </a:lnTo>
                  <a:close/>
                  <a:moveTo>
                    <a:pt x="703019" y="2531391"/>
                  </a:moveTo>
                  <a:lnTo>
                    <a:pt x="637653" y="2487613"/>
                  </a:lnTo>
                  <a:lnTo>
                    <a:pt x="661751" y="2569828"/>
                  </a:lnTo>
                  <a:close/>
                  <a:moveTo>
                    <a:pt x="858608" y="2613606"/>
                  </a:moveTo>
                  <a:lnTo>
                    <a:pt x="924456" y="2631248"/>
                  </a:lnTo>
                  <a:lnTo>
                    <a:pt x="932555" y="2603186"/>
                  </a:lnTo>
                  <a:close/>
                  <a:moveTo>
                    <a:pt x="932555" y="2603186"/>
                  </a:moveTo>
                  <a:lnTo>
                    <a:pt x="842328" y="2602839"/>
                  </a:lnTo>
                  <a:lnTo>
                    <a:pt x="858608" y="2613606"/>
                  </a:lnTo>
                  <a:close/>
                  <a:moveTo>
                    <a:pt x="843342" y="2515030"/>
                  </a:moveTo>
                  <a:lnTo>
                    <a:pt x="842328" y="2602839"/>
                  </a:lnTo>
                  <a:lnTo>
                    <a:pt x="932555" y="2603186"/>
                  </a:lnTo>
                  <a:close/>
                  <a:moveTo>
                    <a:pt x="920221" y="2513122"/>
                  </a:moveTo>
                  <a:lnTo>
                    <a:pt x="843342" y="2515030"/>
                  </a:lnTo>
                  <a:lnTo>
                    <a:pt x="932555" y="2603186"/>
                  </a:lnTo>
                  <a:close/>
                  <a:moveTo>
                    <a:pt x="843342" y="2515030"/>
                  </a:moveTo>
                  <a:lnTo>
                    <a:pt x="760770" y="2576568"/>
                  </a:lnTo>
                  <a:lnTo>
                    <a:pt x="842328" y="2602839"/>
                  </a:lnTo>
                  <a:close/>
                  <a:moveTo>
                    <a:pt x="903738" y="2410740"/>
                  </a:moveTo>
                  <a:lnTo>
                    <a:pt x="852976" y="2427448"/>
                  </a:lnTo>
                  <a:lnTo>
                    <a:pt x="917933" y="2414890"/>
                  </a:lnTo>
                  <a:close/>
                  <a:moveTo>
                    <a:pt x="917933" y="2414890"/>
                  </a:moveTo>
                  <a:lnTo>
                    <a:pt x="852976" y="2427448"/>
                  </a:lnTo>
                  <a:lnTo>
                    <a:pt x="843342" y="2515030"/>
                  </a:lnTo>
                  <a:close/>
                  <a:moveTo>
                    <a:pt x="917933" y="2414890"/>
                  </a:moveTo>
                  <a:lnTo>
                    <a:pt x="843342" y="2515030"/>
                  </a:lnTo>
                  <a:lnTo>
                    <a:pt x="920221" y="2513122"/>
                  </a:lnTo>
                  <a:close/>
                  <a:moveTo>
                    <a:pt x="80134" y="1510255"/>
                  </a:moveTo>
                  <a:lnTo>
                    <a:pt x="84214" y="1503780"/>
                  </a:lnTo>
                  <a:lnTo>
                    <a:pt x="0" y="1467576"/>
                  </a:lnTo>
                  <a:close/>
                  <a:moveTo>
                    <a:pt x="80134" y="1510255"/>
                  </a:moveTo>
                  <a:lnTo>
                    <a:pt x="86741" y="1506374"/>
                  </a:lnTo>
                  <a:lnTo>
                    <a:pt x="84214" y="1503780"/>
                  </a:lnTo>
                  <a:close/>
                  <a:moveTo>
                    <a:pt x="929313" y="2410740"/>
                  </a:moveTo>
                  <a:lnTo>
                    <a:pt x="977725" y="2492955"/>
                  </a:lnTo>
                  <a:lnTo>
                    <a:pt x="1020152" y="2454519"/>
                  </a:lnTo>
                  <a:close/>
                  <a:moveTo>
                    <a:pt x="880183" y="2313971"/>
                  </a:moveTo>
                  <a:lnTo>
                    <a:pt x="918001" y="2391910"/>
                  </a:lnTo>
                  <a:lnTo>
                    <a:pt x="936357" y="2299819"/>
                  </a:lnTo>
                  <a:close/>
                  <a:moveTo>
                    <a:pt x="903738" y="2410740"/>
                  </a:moveTo>
                  <a:lnTo>
                    <a:pt x="918001" y="2391910"/>
                  </a:lnTo>
                  <a:lnTo>
                    <a:pt x="860658" y="2400862"/>
                  </a:lnTo>
                  <a:close/>
                  <a:moveTo>
                    <a:pt x="936357" y="2299819"/>
                  </a:moveTo>
                  <a:lnTo>
                    <a:pt x="918001" y="2391910"/>
                  </a:lnTo>
                  <a:lnTo>
                    <a:pt x="952795" y="2290088"/>
                  </a:lnTo>
                  <a:close/>
                  <a:moveTo>
                    <a:pt x="952795" y="2290088"/>
                  </a:moveTo>
                  <a:lnTo>
                    <a:pt x="929313" y="2410740"/>
                  </a:lnTo>
                  <a:lnTo>
                    <a:pt x="1035184" y="2372304"/>
                  </a:lnTo>
                  <a:close/>
                  <a:moveTo>
                    <a:pt x="41204" y="1342975"/>
                  </a:moveTo>
                  <a:lnTo>
                    <a:pt x="95900" y="1397345"/>
                  </a:lnTo>
                  <a:lnTo>
                    <a:pt x="141084" y="1385722"/>
                  </a:lnTo>
                  <a:close/>
                  <a:moveTo>
                    <a:pt x="42452" y="1341943"/>
                  </a:moveTo>
                  <a:lnTo>
                    <a:pt x="41204" y="1342975"/>
                  </a:lnTo>
                  <a:lnTo>
                    <a:pt x="141084" y="1385722"/>
                  </a:lnTo>
                  <a:close/>
                  <a:moveTo>
                    <a:pt x="606679" y="1848700"/>
                  </a:moveTo>
                  <a:lnTo>
                    <a:pt x="543649" y="1876254"/>
                  </a:lnTo>
                  <a:lnTo>
                    <a:pt x="623569" y="1758361"/>
                  </a:lnTo>
                  <a:close/>
                  <a:moveTo>
                    <a:pt x="305647" y="1448101"/>
                  </a:moveTo>
                  <a:lnTo>
                    <a:pt x="336583" y="1467938"/>
                  </a:lnTo>
                  <a:lnTo>
                    <a:pt x="319506" y="1395777"/>
                  </a:lnTo>
                  <a:close/>
                  <a:moveTo>
                    <a:pt x="184213" y="1286048"/>
                  </a:moveTo>
                  <a:lnTo>
                    <a:pt x="89650" y="1302334"/>
                  </a:lnTo>
                  <a:lnTo>
                    <a:pt x="206349" y="1368143"/>
                  </a:lnTo>
                  <a:close/>
                  <a:moveTo>
                    <a:pt x="149686" y="1254709"/>
                  </a:moveTo>
                  <a:lnTo>
                    <a:pt x="89650" y="1302334"/>
                  </a:lnTo>
                  <a:lnTo>
                    <a:pt x="184213" y="1286048"/>
                  </a:lnTo>
                  <a:close/>
                  <a:moveTo>
                    <a:pt x="1899877" y="3035367"/>
                  </a:moveTo>
                  <a:lnTo>
                    <a:pt x="1835876" y="3073803"/>
                  </a:lnTo>
                  <a:lnTo>
                    <a:pt x="1953936" y="3117582"/>
                  </a:lnTo>
                  <a:close/>
                  <a:moveTo>
                    <a:pt x="1847536" y="2953152"/>
                  </a:moveTo>
                  <a:lnTo>
                    <a:pt x="1806651" y="3054755"/>
                  </a:lnTo>
                  <a:lnTo>
                    <a:pt x="1835876" y="3073803"/>
                  </a:lnTo>
                  <a:close/>
                  <a:moveTo>
                    <a:pt x="255485" y="1062204"/>
                  </a:moveTo>
                  <a:lnTo>
                    <a:pt x="198229" y="979989"/>
                  </a:lnTo>
                  <a:lnTo>
                    <a:pt x="179968" y="1089315"/>
                  </a:lnTo>
                  <a:close/>
                  <a:moveTo>
                    <a:pt x="198229" y="979989"/>
                  </a:moveTo>
                  <a:lnTo>
                    <a:pt x="181150" y="988262"/>
                  </a:lnTo>
                  <a:lnTo>
                    <a:pt x="179968" y="1089315"/>
                  </a:lnTo>
                  <a:close/>
                  <a:moveTo>
                    <a:pt x="136106" y="936210"/>
                  </a:moveTo>
                  <a:lnTo>
                    <a:pt x="181150" y="988262"/>
                  </a:lnTo>
                  <a:lnTo>
                    <a:pt x="198229" y="979989"/>
                  </a:lnTo>
                  <a:close/>
                  <a:moveTo>
                    <a:pt x="1953936" y="3117582"/>
                  </a:moveTo>
                  <a:lnTo>
                    <a:pt x="1950162" y="3121956"/>
                  </a:lnTo>
                  <a:lnTo>
                    <a:pt x="1956163" y="3119898"/>
                  </a:lnTo>
                  <a:close/>
                  <a:moveTo>
                    <a:pt x="1953936" y="3117582"/>
                  </a:moveTo>
                  <a:lnTo>
                    <a:pt x="1956163" y="3119898"/>
                  </a:lnTo>
                  <a:lnTo>
                    <a:pt x="1957773" y="3115769"/>
                  </a:lnTo>
                  <a:close/>
                  <a:moveTo>
                    <a:pt x="1899877" y="3035367"/>
                  </a:moveTo>
                  <a:lnTo>
                    <a:pt x="1953936" y="3117582"/>
                  </a:lnTo>
                  <a:lnTo>
                    <a:pt x="1957773" y="3115769"/>
                  </a:lnTo>
                  <a:close/>
                  <a:moveTo>
                    <a:pt x="1966174" y="3008846"/>
                  </a:moveTo>
                  <a:lnTo>
                    <a:pt x="1957773" y="3115769"/>
                  </a:lnTo>
                  <a:lnTo>
                    <a:pt x="1992864" y="3117582"/>
                  </a:lnTo>
                  <a:close/>
                  <a:moveTo>
                    <a:pt x="1945681" y="2925415"/>
                  </a:moveTo>
                  <a:lnTo>
                    <a:pt x="2003902" y="3035367"/>
                  </a:lnTo>
                  <a:lnTo>
                    <a:pt x="2043622" y="2953035"/>
                  </a:lnTo>
                  <a:close/>
                  <a:moveTo>
                    <a:pt x="906944" y="1623086"/>
                  </a:moveTo>
                  <a:lnTo>
                    <a:pt x="850135" y="1608679"/>
                  </a:lnTo>
                  <a:lnTo>
                    <a:pt x="944827" y="1631400"/>
                  </a:lnTo>
                  <a:close/>
                  <a:moveTo>
                    <a:pt x="850135" y="1608679"/>
                  </a:moveTo>
                  <a:lnTo>
                    <a:pt x="867593" y="1621293"/>
                  </a:lnTo>
                  <a:lnTo>
                    <a:pt x="944827" y="1631400"/>
                  </a:lnTo>
                  <a:close/>
                  <a:moveTo>
                    <a:pt x="642911" y="1473280"/>
                  </a:moveTo>
                  <a:lnTo>
                    <a:pt x="726585" y="1448346"/>
                  </a:lnTo>
                  <a:lnTo>
                    <a:pt x="635337" y="1391065"/>
                  </a:lnTo>
                  <a:close/>
                  <a:moveTo>
                    <a:pt x="787342" y="1359452"/>
                  </a:moveTo>
                  <a:lnTo>
                    <a:pt x="726585" y="1448346"/>
                  </a:lnTo>
                  <a:lnTo>
                    <a:pt x="810379" y="1440815"/>
                  </a:lnTo>
                  <a:close/>
                  <a:moveTo>
                    <a:pt x="2117287" y="3079145"/>
                  </a:moveTo>
                  <a:lnTo>
                    <a:pt x="2070413" y="2996930"/>
                  </a:lnTo>
                  <a:lnTo>
                    <a:pt x="2090980" y="3028566"/>
                  </a:lnTo>
                  <a:close/>
                  <a:moveTo>
                    <a:pt x="2185451" y="3040708"/>
                  </a:moveTo>
                  <a:lnTo>
                    <a:pt x="2163194" y="3121436"/>
                  </a:lnTo>
                  <a:lnTo>
                    <a:pt x="2205945" y="3066072"/>
                  </a:lnTo>
                  <a:close/>
                  <a:moveTo>
                    <a:pt x="2185451" y="3040708"/>
                  </a:moveTo>
                  <a:lnTo>
                    <a:pt x="2117287" y="3079145"/>
                  </a:lnTo>
                  <a:lnTo>
                    <a:pt x="2163194" y="3121436"/>
                  </a:lnTo>
                  <a:close/>
                  <a:moveTo>
                    <a:pt x="1264322" y="1814597"/>
                  </a:moveTo>
                  <a:lnTo>
                    <a:pt x="1278083" y="1826211"/>
                  </a:lnTo>
                  <a:lnTo>
                    <a:pt x="1351923" y="1904063"/>
                  </a:lnTo>
                  <a:close/>
                  <a:moveTo>
                    <a:pt x="1156042" y="1741942"/>
                  </a:moveTo>
                  <a:lnTo>
                    <a:pt x="1142884" y="1814586"/>
                  </a:lnTo>
                  <a:lnTo>
                    <a:pt x="1264322" y="1814597"/>
                  </a:lnTo>
                  <a:close/>
                  <a:moveTo>
                    <a:pt x="1141972" y="1643052"/>
                  </a:moveTo>
                  <a:lnTo>
                    <a:pt x="1092993" y="1691505"/>
                  </a:lnTo>
                  <a:lnTo>
                    <a:pt x="1151974" y="1645157"/>
                  </a:lnTo>
                  <a:close/>
                  <a:moveTo>
                    <a:pt x="920679" y="1511827"/>
                  </a:moveTo>
                  <a:lnTo>
                    <a:pt x="862647" y="1498415"/>
                  </a:lnTo>
                  <a:lnTo>
                    <a:pt x="855460" y="1575926"/>
                  </a:lnTo>
                  <a:close/>
                  <a:moveTo>
                    <a:pt x="832582" y="1434843"/>
                  </a:moveTo>
                  <a:lnTo>
                    <a:pt x="947487" y="1426142"/>
                  </a:lnTo>
                  <a:lnTo>
                    <a:pt x="881504" y="1396407"/>
                  </a:lnTo>
                  <a:close/>
                  <a:moveTo>
                    <a:pt x="370958" y="855043"/>
                  </a:moveTo>
                  <a:lnTo>
                    <a:pt x="377485" y="859337"/>
                  </a:lnTo>
                  <a:lnTo>
                    <a:pt x="364446" y="854738"/>
                  </a:lnTo>
                  <a:close/>
                  <a:moveTo>
                    <a:pt x="2286465" y="3030324"/>
                  </a:moveTo>
                  <a:lnTo>
                    <a:pt x="2205163" y="3035829"/>
                  </a:lnTo>
                  <a:lnTo>
                    <a:pt x="2205945" y="3066072"/>
                  </a:lnTo>
                  <a:close/>
                  <a:moveTo>
                    <a:pt x="2205163" y="3035829"/>
                  </a:moveTo>
                  <a:lnTo>
                    <a:pt x="2286465" y="3030324"/>
                  </a:lnTo>
                  <a:lnTo>
                    <a:pt x="2274604" y="2939875"/>
                  </a:lnTo>
                  <a:close/>
                  <a:moveTo>
                    <a:pt x="1899843" y="2478922"/>
                  </a:moveTo>
                  <a:lnTo>
                    <a:pt x="1842678" y="2448101"/>
                  </a:lnTo>
                  <a:lnTo>
                    <a:pt x="1876999" y="2465203"/>
                  </a:lnTo>
                  <a:close/>
                  <a:moveTo>
                    <a:pt x="1953451" y="2464150"/>
                  </a:moveTo>
                  <a:lnTo>
                    <a:pt x="1876660" y="2455702"/>
                  </a:lnTo>
                  <a:lnTo>
                    <a:pt x="1899843" y="2478922"/>
                  </a:lnTo>
                  <a:close/>
                  <a:moveTo>
                    <a:pt x="1876999" y="2465203"/>
                  </a:moveTo>
                  <a:lnTo>
                    <a:pt x="1842678" y="2448101"/>
                  </a:lnTo>
                  <a:lnTo>
                    <a:pt x="1821123" y="2382988"/>
                  </a:lnTo>
                  <a:close/>
                  <a:moveTo>
                    <a:pt x="1953451" y="2464150"/>
                  </a:moveTo>
                  <a:lnTo>
                    <a:pt x="1899843" y="2478922"/>
                  </a:lnTo>
                  <a:lnTo>
                    <a:pt x="2037672" y="2500382"/>
                  </a:lnTo>
                  <a:close/>
                  <a:moveTo>
                    <a:pt x="1796042" y="2369485"/>
                  </a:moveTo>
                  <a:lnTo>
                    <a:pt x="1821123" y="2382988"/>
                  </a:lnTo>
                  <a:lnTo>
                    <a:pt x="1840584" y="2320816"/>
                  </a:lnTo>
                  <a:close/>
                  <a:moveTo>
                    <a:pt x="1812244" y="2262336"/>
                  </a:moveTo>
                  <a:lnTo>
                    <a:pt x="1796042" y="2369485"/>
                  </a:lnTo>
                  <a:lnTo>
                    <a:pt x="1840584" y="2320816"/>
                  </a:lnTo>
                  <a:close/>
                  <a:moveTo>
                    <a:pt x="1325159" y="1865229"/>
                  </a:moveTo>
                  <a:lnTo>
                    <a:pt x="1353731" y="1889697"/>
                  </a:lnTo>
                  <a:lnTo>
                    <a:pt x="1278083" y="1826211"/>
                  </a:lnTo>
                  <a:close/>
                  <a:moveTo>
                    <a:pt x="1094925" y="1630945"/>
                  </a:moveTo>
                  <a:lnTo>
                    <a:pt x="1092993" y="1691505"/>
                  </a:lnTo>
                  <a:lnTo>
                    <a:pt x="1141972" y="1643052"/>
                  </a:lnTo>
                  <a:close/>
                  <a:moveTo>
                    <a:pt x="1036672" y="1378027"/>
                  </a:moveTo>
                  <a:lnTo>
                    <a:pt x="947487" y="1426142"/>
                  </a:lnTo>
                  <a:lnTo>
                    <a:pt x="1034986" y="1474625"/>
                  </a:lnTo>
                  <a:close/>
                  <a:moveTo>
                    <a:pt x="1036672" y="1378027"/>
                  </a:moveTo>
                  <a:lnTo>
                    <a:pt x="958157" y="1381266"/>
                  </a:lnTo>
                  <a:lnTo>
                    <a:pt x="947487" y="1426142"/>
                  </a:lnTo>
                  <a:close/>
                  <a:moveTo>
                    <a:pt x="958157" y="1381266"/>
                  </a:moveTo>
                  <a:lnTo>
                    <a:pt x="1021018" y="1290662"/>
                  </a:lnTo>
                  <a:lnTo>
                    <a:pt x="952620" y="1285676"/>
                  </a:lnTo>
                  <a:close/>
                  <a:moveTo>
                    <a:pt x="893793" y="1275755"/>
                  </a:moveTo>
                  <a:lnTo>
                    <a:pt x="952620" y="1285676"/>
                  </a:lnTo>
                  <a:lnTo>
                    <a:pt x="863672" y="1197305"/>
                  </a:lnTo>
                  <a:close/>
                  <a:moveTo>
                    <a:pt x="1849440" y="2353929"/>
                  </a:moveTo>
                  <a:lnTo>
                    <a:pt x="1842678" y="2448101"/>
                  </a:lnTo>
                  <a:lnTo>
                    <a:pt x="1828234" y="2426766"/>
                  </a:lnTo>
                  <a:close/>
                  <a:moveTo>
                    <a:pt x="2378019" y="2816300"/>
                  </a:moveTo>
                  <a:lnTo>
                    <a:pt x="2285062" y="2831280"/>
                  </a:lnTo>
                  <a:lnTo>
                    <a:pt x="2283465" y="2862048"/>
                  </a:lnTo>
                  <a:close/>
                  <a:moveTo>
                    <a:pt x="2136736" y="2490906"/>
                  </a:moveTo>
                  <a:lnTo>
                    <a:pt x="2037672" y="2500382"/>
                  </a:lnTo>
                  <a:lnTo>
                    <a:pt x="2055021" y="2508981"/>
                  </a:lnTo>
                  <a:close/>
                  <a:moveTo>
                    <a:pt x="2050892" y="2400011"/>
                  </a:moveTo>
                  <a:lnTo>
                    <a:pt x="2037672" y="2500382"/>
                  </a:lnTo>
                  <a:lnTo>
                    <a:pt x="2136736" y="2490906"/>
                  </a:lnTo>
                  <a:close/>
                  <a:moveTo>
                    <a:pt x="1964802" y="2409409"/>
                  </a:moveTo>
                  <a:lnTo>
                    <a:pt x="1876660" y="2455702"/>
                  </a:lnTo>
                  <a:lnTo>
                    <a:pt x="1953451" y="2464150"/>
                  </a:lnTo>
                  <a:close/>
                  <a:moveTo>
                    <a:pt x="2050892" y="2400011"/>
                  </a:moveTo>
                  <a:lnTo>
                    <a:pt x="1953451" y="2464150"/>
                  </a:lnTo>
                  <a:lnTo>
                    <a:pt x="2037672" y="2500382"/>
                  </a:lnTo>
                  <a:close/>
                  <a:moveTo>
                    <a:pt x="2050892" y="2400011"/>
                  </a:moveTo>
                  <a:lnTo>
                    <a:pt x="1964802" y="2409409"/>
                  </a:lnTo>
                  <a:lnTo>
                    <a:pt x="1953451" y="2464150"/>
                  </a:lnTo>
                  <a:close/>
                  <a:moveTo>
                    <a:pt x="1812244" y="2262336"/>
                  </a:moveTo>
                  <a:lnTo>
                    <a:pt x="1840584" y="2320816"/>
                  </a:lnTo>
                  <a:lnTo>
                    <a:pt x="1836850" y="2252656"/>
                  </a:lnTo>
                  <a:close/>
                  <a:moveTo>
                    <a:pt x="1812244" y="2262336"/>
                  </a:moveTo>
                  <a:lnTo>
                    <a:pt x="1836850" y="2252656"/>
                  </a:lnTo>
                  <a:lnTo>
                    <a:pt x="1843391" y="2141685"/>
                  </a:lnTo>
                  <a:close/>
                  <a:moveTo>
                    <a:pt x="1836850" y="2252656"/>
                  </a:moveTo>
                  <a:lnTo>
                    <a:pt x="1840584" y="2320816"/>
                  </a:lnTo>
                  <a:lnTo>
                    <a:pt x="1852093" y="2262336"/>
                  </a:lnTo>
                  <a:close/>
                  <a:moveTo>
                    <a:pt x="1836850" y="2252656"/>
                  </a:moveTo>
                  <a:lnTo>
                    <a:pt x="1852093" y="2262336"/>
                  </a:lnTo>
                  <a:lnTo>
                    <a:pt x="1855033" y="2159639"/>
                  </a:lnTo>
                  <a:close/>
                  <a:moveTo>
                    <a:pt x="1163460" y="1335543"/>
                  </a:moveTo>
                  <a:lnTo>
                    <a:pt x="1194459" y="1361808"/>
                  </a:lnTo>
                  <a:lnTo>
                    <a:pt x="1189601" y="1440185"/>
                  </a:lnTo>
                  <a:close/>
                  <a:moveTo>
                    <a:pt x="2485476" y="2689439"/>
                  </a:moveTo>
                  <a:lnTo>
                    <a:pt x="2392486" y="2775799"/>
                  </a:lnTo>
                  <a:lnTo>
                    <a:pt x="2468722" y="2782173"/>
                  </a:lnTo>
                  <a:close/>
                  <a:moveTo>
                    <a:pt x="2468722" y="2782173"/>
                  </a:moveTo>
                  <a:lnTo>
                    <a:pt x="2546993" y="2678754"/>
                  </a:lnTo>
                  <a:lnTo>
                    <a:pt x="2485476" y="2689439"/>
                  </a:lnTo>
                  <a:close/>
                  <a:moveTo>
                    <a:pt x="2028647" y="2185463"/>
                  </a:moveTo>
                  <a:lnTo>
                    <a:pt x="2023783" y="2233252"/>
                  </a:lnTo>
                  <a:lnTo>
                    <a:pt x="2075295" y="2210645"/>
                  </a:lnTo>
                  <a:close/>
                  <a:moveTo>
                    <a:pt x="2028647" y="2185463"/>
                  </a:moveTo>
                  <a:lnTo>
                    <a:pt x="1982868" y="2143734"/>
                  </a:lnTo>
                  <a:lnTo>
                    <a:pt x="1942416" y="2207691"/>
                  </a:lnTo>
                  <a:close/>
                  <a:moveTo>
                    <a:pt x="1690356" y="1710608"/>
                  </a:moveTo>
                  <a:lnTo>
                    <a:pt x="1673029" y="1624601"/>
                  </a:lnTo>
                  <a:lnTo>
                    <a:pt x="1623200" y="1704612"/>
                  </a:lnTo>
                  <a:close/>
                  <a:moveTo>
                    <a:pt x="1209579" y="1155104"/>
                  </a:moveTo>
                  <a:lnTo>
                    <a:pt x="1239700" y="1234061"/>
                  </a:lnTo>
                  <a:lnTo>
                    <a:pt x="1190617" y="1132243"/>
                  </a:lnTo>
                  <a:close/>
                  <a:moveTo>
                    <a:pt x="2546993" y="2678754"/>
                  </a:moveTo>
                  <a:lnTo>
                    <a:pt x="2578312" y="2698052"/>
                  </a:lnTo>
                  <a:lnTo>
                    <a:pt x="2585352" y="2668833"/>
                  </a:lnTo>
                  <a:close/>
                  <a:moveTo>
                    <a:pt x="2028647" y="2185463"/>
                  </a:moveTo>
                  <a:lnTo>
                    <a:pt x="2075295" y="2210645"/>
                  </a:lnTo>
                  <a:lnTo>
                    <a:pt x="2089087" y="2168775"/>
                  </a:lnTo>
                  <a:close/>
                  <a:moveTo>
                    <a:pt x="2174692" y="2159772"/>
                  </a:moveTo>
                  <a:lnTo>
                    <a:pt x="2089087" y="2168775"/>
                  </a:lnTo>
                  <a:lnTo>
                    <a:pt x="2075295" y="2210645"/>
                  </a:lnTo>
                  <a:close/>
                  <a:moveTo>
                    <a:pt x="2174692" y="2159772"/>
                  </a:moveTo>
                  <a:lnTo>
                    <a:pt x="2081280" y="2075030"/>
                  </a:lnTo>
                  <a:lnTo>
                    <a:pt x="2089087" y="2168775"/>
                  </a:lnTo>
                  <a:close/>
                  <a:moveTo>
                    <a:pt x="2000758" y="2079901"/>
                  </a:moveTo>
                  <a:lnTo>
                    <a:pt x="2081280" y="2075030"/>
                  </a:lnTo>
                  <a:lnTo>
                    <a:pt x="2036045" y="2063898"/>
                  </a:lnTo>
                  <a:close/>
                  <a:moveTo>
                    <a:pt x="2598942" y="2558103"/>
                  </a:moveTo>
                  <a:lnTo>
                    <a:pt x="2699468" y="2636653"/>
                  </a:lnTo>
                  <a:lnTo>
                    <a:pt x="2704731" y="2532281"/>
                  </a:lnTo>
                  <a:close/>
                  <a:moveTo>
                    <a:pt x="1385862" y="1075734"/>
                  </a:moveTo>
                  <a:lnTo>
                    <a:pt x="1340381" y="957579"/>
                  </a:lnTo>
                  <a:lnTo>
                    <a:pt x="1331090" y="959578"/>
                  </a:lnTo>
                  <a:close/>
                  <a:moveTo>
                    <a:pt x="1513549" y="932426"/>
                  </a:moveTo>
                  <a:lnTo>
                    <a:pt x="1421716" y="1008562"/>
                  </a:lnTo>
                  <a:lnTo>
                    <a:pt x="1498145" y="1015660"/>
                  </a:lnTo>
                  <a:close/>
                  <a:moveTo>
                    <a:pt x="1513549" y="932426"/>
                  </a:moveTo>
                  <a:lnTo>
                    <a:pt x="1444447" y="928013"/>
                  </a:lnTo>
                  <a:lnTo>
                    <a:pt x="1421716" y="1008562"/>
                  </a:lnTo>
                  <a:close/>
                  <a:moveTo>
                    <a:pt x="1578179" y="919142"/>
                  </a:moveTo>
                  <a:lnTo>
                    <a:pt x="1513549" y="932426"/>
                  </a:lnTo>
                  <a:lnTo>
                    <a:pt x="1498145" y="1015660"/>
                  </a:lnTo>
                  <a:close/>
                  <a:moveTo>
                    <a:pt x="1133319" y="459217"/>
                  </a:moveTo>
                  <a:lnTo>
                    <a:pt x="1081201" y="440996"/>
                  </a:lnTo>
                  <a:lnTo>
                    <a:pt x="1192209" y="492589"/>
                  </a:lnTo>
                  <a:close/>
                  <a:moveTo>
                    <a:pt x="2007317" y="1234331"/>
                  </a:moveTo>
                  <a:lnTo>
                    <a:pt x="2048943" y="1251312"/>
                  </a:lnTo>
                  <a:lnTo>
                    <a:pt x="2101838" y="1291782"/>
                  </a:lnTo>
                  <a:close/>
                  <a:moveTo>
                    <a:pt x="1737186" y="1083573"/>
                  </a:moveTo>
                  <a:lnTo>
                    <a:pt x="1786323" y="1105391"/>
                  </a:lnTo>
                  <a:lnTo>
                    <a:pt x="1743678" y="1066704"/>
                  </a:lnTo>
                  <a:close/>
                  <a:moveTo>
                    <a:pt x="1786849" y="1131699"/>
                  </a:moveTo>
                  <a:lnTo>
                    <a:pt x="1851882" y="1139421"/>
                  </a:lnTo>
                  <a:lnTo>
                    <a:pt x="1737186" y="1083573"/>
                  </a:lnTo>
                  <a:close/>
                  <a:moveTo>
                    <a:pt x="1621873" y="804860"/>
                  </a:moveTo>
                  <a:lnTo>
                    <a:pt x="1534550" y="815260"/>
                  </a:lnTo>
                  <a:lnTo>
                    <a:pt x="1578179" y="919142"/>
                  </a:lnTo>
                  <a:close/>
                  <a:moveTo>
                    <a:pt x="1578179" y="919142"/>
                  </a:moveTo>
                  <a:lnTo>
                    <a:pt x="1534550" y="815260"/>
                  </a:lnTo>
                  <a:lnTo>
                    <a:pt x="1512137" y="852775"/>
                  </a:lnTo>
                  <a:close/>
                  <a:moveTo>
                    <a:pt x="1561122" y="820716"/>
                  </a:moveTo>
                  <a:lnTo>
                    <a:pt x="1633512" y="812715"/>
                  </a:lnTo>
                  <a:lnTo>
                    <a:pt x="1578179" y="919142"/>
                  </a:lnTo>
                  <a:close/>
                  <a:moveTo>
                    <a:pt x="1534550" y="815260"/>
                  </a:moveTo>
                  <a:lnTo>
                    <a:pt x="1563008" y="764312"/>
                  </a:lnTo>
                  <a:lnTo>
                    <a:pt x="1499785" y="806590"/>
                  </a:lnTo>
                  <a:close/>
                  <a:moveTo>
                    <a:pt x="1534550" y="815260"/>
                  </a:moveTo>
                  <a:lnTo>
                    <a:pt x="1621873" y="804860"/>
                  </a:lnTo>
                  <a:lnTo>
                    <a:pt x="1563008" y="764312"/>
                  </a:lnTo>
                  <a:close/>
                  <a:moveTo>
                    <a:pt x="1688820" y="811026"/>
                  </a:moveTo>
                  <a:lnTo>
                    <a:pt x="1621873" y="804860"/>
                  </a:lnTo>
                  <a:lnTo>
                    <a:pt x="1712078" y="827801"/>
                  </a:lnTo>
                  <a:close/>
                  <a:moveTo>
                    <a:pt x="1621873" y="804860"/>
                  </a:moveTo>
                  <a:lnTo>
                    <a:pt x="1633512" y="812715"/>
                  </a:lnTo>
                  <a:lnTo>
                    <a:pt x="1712078" y="827801"/>
                  </a:lnTo>
                  <a:close/>
                  <a:moveTo>
                    <a:pt x="1273953" y="505568"/>
                  </a:moveTo>
                  <a:lnTo>
                    <a:pt x="1321283" y="567182"/>
                  </a:lnTo>
                  <a:lnTo>
                    <a:pt x="1357586" y="498168"/>
                  </a:lnTo>
                  <a:close/>
                  <a:moveTo>
                    <a:pt x="1203065" y="502607"/>
                  </a:moveTo>
                  <a:lnTo>
                    <a:pt x="1321283" y="567182"/>
                  </a:lnTo>
                  <a:lnTo>
                    <a:pt x="1273953" y="505568"/>
                  </a:lnTo>
                  <a:close/>
                  <a:moveTo>
                    <a:pt x="1203065" y="502607"/>
                  </a:moveTo>
                  <a:lnTo>
                    <a:pt x="1267673" y="496076"/>
                  </a:lnTo>
                  <a:lnTo>
                    <a:pt x="1192209" y="492589"/>
                  </a:lnTo>
                  <a:close/>
                  <a:moveTo>
                    <a:pt x="2227982" y="1515895"/>
                  </a:moveTo>
                  <a:lnTo>
                    <a:pt x="2297466" y="1519997"/>
                  </a:lnTo>
                  <a:lnTo>
                    <a:pt x="2261104" y="1487229"/>
                  </a:lnTo>
                  <a:close/>
                  <a:moveTo>
                    <a:pt x="2297466" y="1519997"/>
                  </a:moveTo>
                  <a:lnTo>
                    <a:pt x="2349274" y="1538223"/>
                  </a:lnTo>
                  <a:lnTo>
                    <a:pt x="2261104" y="1487229"/>
                  </a:lnTo>
                  <a:close/>
                  <a:moveTo>
                    <a:pt x="1560709" y="431194"/>
                  </a:moveTo>
                  <a:lnTo>
                    <a:pt x="1508484" y="469631"/>
                  </a:lnTo>
                  <a:lnTo>
                    <a:pt x="1560325" y="513409"/>
                  </a:lnTo>
                  <a:close/>
                  <a:moveTo>
                    <a:pt x="1514629" y="348979"/>
                  </a:moveTo>
                  <a:lnTo>
                    <a:pt x="1508484" y="469631"/>
                  </a:lnTo>
                  <a:lnTo>
                    <a:pt x="1560709" y="431194"/>
                  </a:lnTo>
                  <a:close/>
                  <a:moveTo>
                    <a:pt x="1832308" y="783461"/>
                  </a:moveTo>
                  <a:lnTo>
                    <a:pt x="1774611" y="760055"/>
                  </a:lnTo>
                  <a:lnTo>
                    <a:pt x="1884770" y="764405"/>
                  </a:lnTo>
                  <a:close/>
                  <a:moveTo>
                    <a:pt x="1560709" y="431194"/>
                  </a:moveTo>
                  <a:lnTo>
                    <a:pt x="1559468" y="384130"/>
                  </a:lnTo>
                  <a:lnTo>
                    <a:pt x="1586374" y="310542"/>
                  </a:lnTo>
                  <a:close/>
                  <a:moveTo>
                    <a:pt x="1560709" y="431194"/>
                  </a:moveTo>
                  <a:lnTo>
                    <a:pt x="1586374" y="310542"/>
                  </a:lnTo>
                  <a:lnTo>
                    <a:pt x="1514629" y="348979"/>
                  </a:lnTo>
                  <a:close/>
                  <a:moveTo>
                    <a:pt x="1514629" y="348979"/>
                  </a:moveTo>
                  <a:lnTo>
                    <a:pt x="1586374" y="310542"/>
                  </a:lnTo>
                  <a:lnTo>
                    <a:pt x="1485853" y="324097"/>
                  </a:lnTo>
                  <a:close/>
                  <a:moveTo>
                    <a:pt x="2175109" y="847612"/>
                  </a:moveTo>
                  <a:lnTo>
                    <a:pt x="2110452" y="765397"/>
                  </a:lnTo>
                  <a:lnTo>
                    <a:pt x="2091625" y="865513"/>
                  </a:lnTo>
                  <a:close/>
                  <a:moveTo>
                    <a:pt x="1794432" y="474973"/>
                  </a:moveTo>
                  <a:lnTo>
                    <a:pt x="1761929" y="451313"/>
                  </a:lnTo>
                  <a:lnTo>
                    <a:pt x="1809256" y="482070"/>
                  </a:lnTo>
                  <a:close/>
                  <a:moveTo>
                    <a:pt x="1809256" y="482070"/>
                  </a:moveTo>
                  <a:lnTo>
                    <a:pt x="1761929" y="451313"/>
                  </a:lnTo>
                  <a:lnTo>
                    <a:pt x="1792470" y="482766"/>
                  </a:lnTo>
                  <a:close/>
                  <a:moveTo>
                    <a:pt x="1722659" y="383147"/>
                  </a:moveTo>
                  <a:lnTo>
                    <a:pt x="1794432" y="474973"/>
                  </a:lnTo>
                  <a:lnTo>
                    <a:pt x="1734742" y="392758"/>
                  </a:lnTo>
                  <a:close/>
                  <a:moveTo>
                    <a:pt x="1660750" y="268945"/>
                  </a:moveTo>
                  <a:lnTo>
                    <a:pt x="1655616" y="276967"/>
                  </a:lnTo>
                  <a:lnTo>
                    <a:pt x="1685039" y="296302"/>
                  </a:lnTo>
                  <a:close/>
                  <a:moveTo>
                    <a:pt x="1888684" y="269264"/>
                  </a:moveTo>
                  <a:lnTo>
                    <a:pt x="1949992" y="299197"/>
                  </a:lnTo>
                  <a:lnTo>
                    <a:pt x="1834778" y="252497"/>
                  </a:lnTo>
                  <a:close/>
                  <a:moveTo>
                    <a:pt x="2051121" y="277448"/>
                  </a:moveTo>
                  <a:lnTo>
                    <a:pt x="1985214" y="215685"/>
                  </a:lnTo>
                  <a:lnTo>
                    <a:pt x="1949992" y="299197"/>
                  </a:lnTo>
                  <a:close/>
                  <a:moveTo>
                    <a:pt x="1949992" y="299197"/>
                  </a:moveTo>
                  <a:lnTo>
                    <a:pt x="1985214" y="215685"/>
                  </a:lnTo>
                  <a:lnTo>
                    <a:pt x="1860277" y="242422"/>
                  </a:lnTo>
                  <a:close/>
                  <a:moveTo>
                    <a:pt x="1973655" y="0"/>
                  </a:moveTo>
                  <a:lnTo>
                    <a:pt x="2059593" y="74581"/>
                  </a:lnTo>
                  <a:lnTo>
                    <a:pt x="2073717" y="7933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99" name="Candidate_density__2098">
              <a:extLst>
                <a:ext uri="{FF2B5EF4-FFF2-40B4-BE49-F238E27FC236}">
                  <a16:creationId xmlns:a16="http://schemas.microsoft.com/office/drawing/2014/main" id="{C9002E6A-65CB-A4F6-83B2-C32C8EDEFFC4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08053"/>
              <a:ext cx="2657016" cy="3121956"/>
            </a:xfrm>
            <a:custGeom>
              <a:avLst/>
              <a:gdLst/>
              <a:ahLst/>
              <a:cxnLst/>
              <a:rect l="0" t="0" r="0" b="0"/>
              <a:pathLst>
                <a:path w="2657016" h="3121956">
                  <a:moveTo>
                    <a:pt x="686478" y="2652043"/>
                  </a:moveTo>
                  <a:lnTo>
                    <a:pt x="770075" y="2706622"/>
                  </a:lnTo>
                  <a:lnTo>
                    <a:pt x="799387" y="2616345"/>
                  </a:lnTo>
                  <a:close/>
                  <a:moveTo>
                    <a:pt x="770075" y="2706622"/>
                  </a:moveTo>
                  <a:lnTo>
                    <a:pt x="816157" y="2613606"/>
                  </a:lnTo>
                  <a:lnTo>
                    <a:pt x="799387" y="2616345"/>
                  </a:lnTo>
                  <a:close/>
                  <a:moveTo>
                    <a:pt x="882005" y="2631248"/>
                  </a:moveTo>
                  <a:lnTo>
                    <a:pt x="816157" y="2613606"/>
                  </a:lnTo>
                  <a:lnTo>
                    <a:pt x="770075" y="2706622"/>
                  </a:lnTo>
                  <a:close/>
                  <a:moveTo>
                    <a:pt x="660567" y="2531391"/>
                  </a:moveTo>
                  <a:lnTo>
                    <a:pt x="589504" y="2465608"/>
                  </a:lnTo>
                  <a:lnTo>
                    <a:pt x="595201" y="2487613"/>
                  </a:lnTo>
                  <a:close/>
                  <a:moveTo>
                    <a:pt x="545218" y="2423235"/>
                  </a:moveTo>
                  <a:lnTo>
                    <a:pt x="595201" y="2487613"/>
                  </a:lnTo>
                  <a:lnTo>
                    <a:pt x="589504" y="2465608"/>
                  </a:lnTo>
                  <a:close/>
                  <a:moveTo>
                    <a:pt x="800891" y="2515030"/>
                  </a:moveTo>
                  <a:lnTo>
                    <a:pt x="728834" y="2513020"/>
                  </a:lnTo>
                  <a:lnTo>
                    <a:pt x="718318" y="2576568"/>
                  </a:lnTo>
                  <a:close/>
                  <a:moveTo>
                    <a:pt x="800891" y="2515030"/>
                  </a:moveTo>
                  <a:lnTo>
                    <a:pt x="810524" y="2427448"/>
                  </a:lnTo>
                  <a:lnTo>
                    <a:pt x="739144" y="2439229"/>
                  </a:lnTo>
                  <a:close/>
                  <a:moveTo>
                    <a:pt x="492895" y="2075858"/>
                  </a:moveTo>
                  <a:lnTo>
                    <a:pt x="425709" y="2037718"/>
                  </a:lnTo>
                  <a:lnTo>
                    <a:pt x="546748" y="2081879"/>
                  </a:lnTo>
                  <a:close/>
                  <a:moveTo>
                    <a:pt x="425916" y="2040640"/>
                  </a:moveTo>
                  <a:lnTo>
                    <a:pt x="485050" y="2089566"/>
                  </a:lnTo>
                  <a:lnTo>
                    <a:pt x="546748" y="2081879"/>
                  </a:lnTo>
                  <a:close/>
                  <a:moveTo>
                    <a:pt x="896" y="1566189"/>
                  </a:moveTo>
                  <a:lnTo>
                    <a:pt x="44290" y="1506374"/>
                  </a:lnTo>
                  <a:lnTo>
                    <a:pt x="37683" y="1510255"/>
                  </a:lnTo>
                  <a:close/>
                  <a:moveTo>
                    <a:pt x="977700" y="2454519"/>
                  </a:moveTo>
                  <a:lnTo>
                    <a:pt x="935273" y="2492955"/>
                  </a:lnTo>
                  <a:lnTo>
                    <a:pt x="984871" y="2521988"/>
                  </a:lnTo>
                  <a:close/>
                  <a:moveTo>
                    <a:pt x="886861" y="2410740"/>
                  </a:moveTo>
                  <a:lnTo>
                    <a:pt x="977700" y="2454519"/>
                  </a:lnTo>
                  <a:lnTo>
                    <a:pt x="992733" y="2372304"/>
                  </a:lnTo>
                  <a:close/>
                  <a:moveTo>
                    <a:pt x="818206" y="2400862"/>
                  </a:moveTo>
                  <a:lnTo>
                    <a:pt x="810524" y="2427448"/>
                  </a:lnTo>
                  <a:lnTo>
                    <a:pt x="861287" y="2410740"/>
                  </a:lnTo>
                  <a:close/>
                  <a:moveTo>
                    <a:pt x="837732" y="2313971"/>
                  </a:moveTo>
                  <a:lnTo>
                    <a:pt x="893906" y="2299819"/>
                  </a:lnTo>
                  <a:lnTo>
                    <a:pt x="887095" y="2290088"/>
                  </a:lnTo>
                  <a:close/>
                  <a:moveTo>
                    <a:pt x="818206" y="2400862"/>
                  </a:moveTo>
                  <a:lnTo>
                    <a:pt x="875550" y="2391910"/>
                  </a:lnTo>
                  <a:lnTo>
                    <a:pt x="837732" y="2313971"/>
                  </a:lnTo>
                  <a:close/>
                  <a:moveTo>
                    <a:pt x="98633" y="1385722"/>
                  </a:moveTo>
                  <a:lnTo>
                    <a:pt x="22179" y="1322675"/>
                  </a:lnTo>
                  <a:lnTo>
                    <a:pt x="0" y="1341943"/>
                  </a:lnTo>
                  <a:close/>
                  <a:moveTo>
                    <a:pt x="27654" y="1235828"/>
                  </a:moveTo>
                  <a:lnTo>
                    <a:pt x="107235" y="1254709"/>
                  </a:lnTo>
                  <a:lnTo>
                    <a:pt x="0" y="1341943"/>
                  </a:lnTo>
                  <a:close/>
                  <a:moveTo>
                    <a:pt x="82021" y="1234524"/>
                  </a:moveTo>
                  <a:lnTo>
                    <a:pt x="92007" y="1197774"/>
                  </a:lnTo>
                  <a:lnTo>
                    <a:pt x="23711" y="1221085"/>
                  </a:lnTo>
                  <a:close/>
                  <a:moveTo>
                    <a:pt x="910344" y="2290088"/>
                  </a:moveTo>
                  <a:lnTo>
                    <a:pt x="992733" y="2372304"/>
                  </a:lnTo>
                  <a:lnTo>
                    <a:pt x="909648" y="2287021"/>
                  </a:lnTo>
                  <a:close/>
                  <a:moveTo>
                    <a:pt x="947234" y="2207873"/>
                  </a:moveTo>
                  <a:lnTo>
                    <a:pt x="910344" y="2290088"/>
                  </a:lnTo>
                  <a:lnTo>
                    <a:pt x="897183" y="2197063"/>
                  </a:lnTo>
                  <a:close/>
                  <a:moveTo>
                    <a:pt x="291376" y="1449323"/>
                  </a:moveTo>
                  <a:lnTo>
                    <a:pt x="294131" y="1467938"/>
                  </a:lnTo>
                  <a:lnTo>
                    <a:pt x="263196" y="1448101"/>
                  </a:lnTo>
                  <a:close/>
                  <a:moveTo>
                    <a:pt x="130234" y="1125497"/>
                  </a:moveTo>
                  <a:lnTo>
                    <a:pt x="23711" y="1221085"/>
                  </a:lnTo>
                  <a:lnTo>
                    <a:pt x="92007" y="1197774"/>
                  </a:lnTo>
                  <a:close/>
                  <a:moveTo>
                    <a:pt x="1911485" y="3117582"/>
                  </a:moveTo>
                  <a:lnTo>
                    <a:pt x="1852465" y="3106112"/>
                  </a:lnTo>
                  <a:lnTo>
                    <a:pt x="1907710" y="3121956"/>
                  </a:lnTo>
                  <a:close/>
                  <a:moveTo>
                    <a:pt x="130234" y="1125497"/>
                  </a:moveTo>
                  <a:lnTo>
                    <a:pt x="137516" y="1089315"/>
                  </a:lnTo>
                  <a:lnTo>
                    <a:pt x="90284" y="1182855"/>
                  </a:lnTo>
                  <a:close/>
                  <a:moveTo>
                    <a:pt x="87007" y="963877"/>
                  </a:moveTo>
                  <a:lnTo>
                    <a:pt x="141027" y="979989"/>
                  </a:lnTo>
                  <a:lnTo>
                    <a:pt x="138698" y="988262"/>
                  </a:lnTo>
                  <a:close/>
                  <a:moveTo>
                    <a:pt x="1950412" y="3117582"/>
                  </a:moveTo>
                  <a:lnTo>
                    <a:pt x="1913711" y="3119898"/>
                  </a:lnTo>
                  <a:lnTo>
                    <a:pt x="1907710" y="3121956"/>
                  </a:lnTo>
                  <a:close/>
                  <a:moveTo>
                    <a:pt x="1915321" y="3115769"/>
                  </a:moveTo>
                  <a:lnTo>
                    <a:pt x="1913711" y="3119898"/>
                  </a:lnTo>
                  <a:lnTo>
                    <a:pt x="1950412" y="3117582"/>
                  </a:lnTo>
                  <a:close/>
                  <a:moveTo>
                    <a:pt x="1923723" y="3008846"/>
                  </a:moveTo>
                  <a:lnTo>
                    <a:pt x="1961451" y="3035367"/>
                  </a:lnTo>
                  <a:lnTo>
                    <a:pt x="1903229" y="2925415"/>
                  </a:lnTo>
                  <a:close/>
                  <a:moveTo>
                    <a:pt x="1279275" y="2204591"/>
                  </a:moveTo>
                  <a:lnTo>
                    <a:pt x="1338263" y="2180932"/>
                  </a:lnTo>
                  <a:lnTo>
                    <a:pt x="1315279" y="2174779"/>
                  </a:lnTo>
                  <a:close/>
                  <a:moveTo>
                    <a:pt x="1315279" y="2174779"/>
                  </a:moveTo>
                  <a:lnTo>
                    <a:pt x="1338263" y="2180932"/>
                  </a:lnTo>
                  <a:lnTo>
                    <a:pt x="1335497" y="2136136"/>
                  </a:lnTo>
                  <a:close/>
                  <a:moveTo>
                    <a:pt x="807684" y="1608679"/>
                  </a:moveTo>
                  <a:lnTo>
                    <a:pt x="864493" y="1623086"/>
                  </a:lnTo>
                  <a:lnTo>
                    <a:pt x="813008" y="1575926"/>
                  </a:lnTo>
                  <a:close/>
                  <a:moveTo>
                    <a:pt x="864493" y="1623086"/>
                  </a:moveTo>
                  <a:lnTo>
                    <a:pt x="876823" y="1535863"/>
                  </a:lnTo>
                  <a:lnTo>
                    <a:pt x="813008" y="1575926"/>
                  </a:lnTo>
                  <a:close/>
                  <a:moveTo>
                    <a:pt x="423577" y="1234539"/>
                  </a:moveTo>
                  <a:lnTo>
                    <a:pt x="432489" y="1226634"/>
                  </a:lnTo>
                  <a:lnTo>
                    <a:pt x="390674" y="1204871"/>
                  </a:lnTo>
                  <a:close/>
                  <a:moveTo>
                    <a:pt x="155778" y="979989"/>
                  </a:moveTo>
                  <a:lnTo>
                    <a:pt x="213033" y="1062204"/>
                  </a:lnTo>
                  <a:lnTo>
                    <a:pt x="154427" y="975475"/>
                  </a:lnTo>
                  <a:close/>
                  <a:moveTo>
                    <a:pt x="2163494" y="3066072"/>
                  </a:moveTo>
                  <a:lnTo>
                    <a:pt x="2120743" y="3121436"/>
                  </a:lnTo>
                  <a:lnTo>
                    <a:pt x="2245311" y="3093318"/>
                  </a:lnTo>
                  <a:close/>
                  <a:moveTo>
                    <a:pt x="1337069" y="2081811"/>
                  </a:moveTo>
                  <a:lnTo>
                    <a:pt x="1315279" y="2174779"/>
                  </a:lnTo>
                  <a:lnTo>
                    <a:pt x="1335497" y="2136136"/>
                  </a:lnTo>
                  <a:close/>
                  <a:moveTo>
                    <a:pt x="1285576" y="2163174"/>
                  </a:moveTo>
                  <a:lnTo>
                    <a:pt x="1315279" y="2174779"/>
                  </a:lnTo>
                  <a:lnTo>
                    <a:pt x="1337069" y="2081811"/>
                  </a:lnTo>
                  <a:close/>
                  <a:moveTo>
                    <a:pt x="1277137" y="2069943"/>
                  </a:moveTo>
                  <a:lnTo>
                    <a:pt x="1285576" y="2163174"/>
                  </a:lnTo>
                  <a:lnTo>
                    <a:pt x="1337069" y="2081811"/>
                  </a:lnTo>
                  <a:close/>
                  <a:moveTo>
                    <a:pt x="1337069" y="2081811"/>
                  </a:moveTo>
                  <a:lnTo>
                    <a:pt x="1335497" y="2136136"/>
                  </a:lnTo>
                  <a:lnTo>
                    <a:pt x="1349991" y="2092564"/>
                  </a:lnTo>
                  <a:close/>
                  <a:moveTo>
                    <a:pt x="1235631" y="1826211"/>
                  </a:moveTo>
                  <a:lnTo>
                    <a:pt x="1311279" y="1889697"/>
                  </a:lnTo>
                  <a:lnTo>
                    <a:pt x="1309471" y="1904063"/>
                  </a:lnTo>
                  <a:close/>
                  <a:moveTo>
                    <a:pt x="1109523" y="1645157"/>
                  </a:moveTo>
                  <a:lnTo>
                    <a:pt x="1050541" y="1691505"/>
                  </a:lnTo>
                  <a:lnTo>
                    <a:pt x="1042869" y="1738845"/>
                  </a:lnTo>
                  <a:close/>
                  <a:moveTo>
                    <a:pt x="1109523" y="1645157"/>
                  </a:moveTo>
                  <a:lnTo>
                    <a:pt x="1042869" y="1738845"/>
                  </a:lnTo>
                  <a:lnTo>
                    <a:pt x="1113591" y="1741942"/>
                  </a:lnTo>
                  <a:close/>
                  <a:moveTo>
                    <a:pt x="878228" y="1511827"/>
                  </a:moveTo>
                  <a:lnTo>
                    <a:pt x="905036" y="1426142"/>
                  </a:lnTo>
                  <a:lnTo>
                    <a:pt x="820195" y="1498415"/>
                  </a:lnTo>
                  <a:close/>
                  <a:moveTo>
                    <a:pt x="839052" y="1396407"/>
                  </a:moveTo>
                  <a:lnTo>
                    <a:pt x="776946" y="1352628"/>
                  </a:lnTo>
                  <a:lnTo>
                    <a:pt x="790130" y="1434843"/>
                  </a:lnTo>
                  <a:close/>
                  <a:moveTo>
                    <a:pt x="2244014" y="3030324"/>
                  </a:moveTo>
                  <a:lnTo>
                    <a:pt x="2163494" y="3066072"/>
                  </a:lnTo>
                  <a:lnTo>
                    <a:pt x="2245311" y="3093318"/>
                  </a:lnTo>
                  <a:close/>
                  <a:moveTo>
                    <a:pt x="2232152" y="2939875"/>
                  </a:moveTo>
                  <a:lnTo>
                    <a:pt x="2233210" y="2958494"/>
                  </a:lnTo>
                  <a:lnTo>
                    <a:pt x="2241013" y="2862048"/>
                  </a:lnTo>
                  <a:close/>
                  <a:moveTo>
                    <a:pt x="1834209" y="2455702"/>
                  </a:moveTo>
                  <a:lnTo>
                    <a:pt x="1800227" y="2448101"/>
                  </a:lnTo>
                  <a:lnTo>
                    <a:pt x="1857391" y="2478922"/>
                  </a:lnTo>
                  <a:close/>
                  <a:moveTo>
                    <a:pt x="905036" y="1426142"/>
                  </a:moveTo>
                  <a:lnTo>
                    <a:pt x="915705" y="1381266"/>
                  </a:lnTo>
                  <a:lnTo>
                    <a:pt x="839052" y="1396407"/>
                  </a:lnTo>
                  <a:close/>
                  <a:moveTo>
                    <a:pt x="910168" y="1285676"/>
                  </a:moveTo>
                  <a:lnTo>
                    <a:pt x="851341" y="1275755"/>
                  </a:lnTo>
                  <a:lnTo>
                    <a:pt x="820476" y="1388647"/>
                  </a:lnTo>
                  <a:close/>
                  <a:moveTo>
                    <a:pt x="915705" y="1381266"/>
                  </a:moveTo>
                  <a:lnTo>
                    <a:pt x="910168" y="1285676"/>
                  </a:lnTo>
                  <a:lnTo>
                    <a:pt x="820476" y="1388647"/>
                  </a:lnTo>
                  <a:close/>
                  <a:moveTo>
                    <a:pt x="1049697" y="1357970"/>
                  </a:moveTo>
                  <a:lnTo>
                    <a:pt x="1075044" y="1473003"/>
                  </a:lnTo>
                  <a:lnTo>
                    <a:pt x="1078975" y="1440185"/>
                  </a:lnTo>
                  <a:close/>
                  <a:moveTo>
                    <a:pt x="992534" y="1474625"/>
                  </a:moveTo>
                  <a:lnTo>
                    <a:pt x="1075044" y="1473003"/>
                  </a:lnTo>
                  <a:lnTo>
                    <a:pt x="1049697" y="1357970"/>
                  </a:lnTo>
                  <a:close/>
                  <a:moveTo>
                    <a:pt x="821220" y="1197305"/>
                  </a:moveTo>
                  <a:lnTo>
                    <a:pt x="910168" y="1285676"/>
                  </a:lnTo>
                  <a:lnTo>
                    <a:pt x="850321" y="1231976"/>
                  </a:lnTo>
                  <a:close/>
                  <a:moveTo>
                    <a:pt x="2335567" y="2816300"/>
                  </a:moveTo>
                  <a:lnTo>
                    <a:pt x="2241013" y="2862048"/>
                  </a:lnTo>
                  <a:lnTo>
                    <a:pt x="2313545" y="2854573"/>
                  </a:lnTo>
                  <a:close/>
                  <a:moveTo>
                    <a:pt x="2335567" y="2816300"/>
                  </a:moveTo>
                  <a:lnTo>
                    <a:pt x="2298299" y="2797572"/>
                  </a:lnTo>
                  <a:lnTo>
                    <a:pt x="2242611" y="2831280"/>
                  </a:lnTo>
                  <a:close/>
                  <a:moveTo>
                    <a:pt x="1812581" y="2159639"/>
                  </a:moveTo>
                  <a:lnTo>
                    <a:pt x="1809641" y="2262336"/>
                  </a:lnTo>
                  <a:lnTo>
                    <a:pt x="1852418" y="2245126"/>
                  </a:lnTo>
                  <a:close/>
                  <a:moveTo>
                    <a:pt x="1812581" y="2159639"/>
                  </a:moveTo>
                  <a:lnTo>
                    <a:pt x="1852418" y="2245126"/>
                  </a:lnTo>
                  <a:lnTo>
                    <a:pt x="1899964" y="2207691"/>
                  </a:lnTo>
                  <a:close/>
                  <a:moveTo>
                    <a:pt x="1599555" y="1920485"/>
                  </a:moveTo>
                  <a:lnTo>
                    <a:pt x="1571389" y="1912405"/>
                  </a:lnTo>
                  <a:lnTo>
                    <a:pt x="1627996" y="1963363"/>
                  </a:lnTo>
                  <a:close/>
                  <a:moveTo>
                    <a:pt x="1152007" y="1361808"/>
                  </a:moveTo>
                  <a:lnTo>
                    <a:pt x="1222288" y="1345917"/>
                  </a:lnTo>
                  <a:lnTo>
                    <a:pt x="1147150" y="1440185"/>
                  </a:lnTo>
                  <a:close/>
                  <a:moveTo>
                    <a:pt x="1205017" y="1327838"/>
                  </a:moveTo>
                  <a:lnTo>
                    <a:pt x="1121008" y="1335543"/>
                  </a:lnTo>
                  <a:lnTo>
                    <a:pt x="1147150" y="1440185"/>
                  </a:lnTo>
                  <a:close/>
                  <a:moveTo>
                    <a:pt x="1986195" y="2185463"/>
                  </a:moveTo>
                  <a:lnTo>
                    <a:pt x="1963827" y="2223900"/>
                  </a:lnTo>
                  <a:lnTo>
                    <a:pt x="1981331" y="2233252"/>
                  </a:lnTo>
                  <a:close/>
                  <a:moveTo>
                    <a:pt x="1963827" y="2223900"/>
                  </a:moveTo>
                  <a:lnTo>
                    <a:pt x="1986195" y="2185463"/>
                  </a:lnTo>
                  <a:lnTo>
                    <a:pt x="1899964" y="2207691"/>
                  </a:lnTo>
                  <a:close/>
                  <a:moveTo>
                    <a:pt x="2032844" y="2210645"/>
                  </a:moveTo>
                  <a:lnTo>
                    <a:pt x="1981331" y="2233252"/>
                  </a:lnTo>
                  <a:lnTo>
                    <a:pt x="2116048" y="2243071"/>
                  </a:lnTo>
                  <a:close/>
                  <a:moveTo>
                    <a:pt x="1708291" y="1861698"/>
                  </a:moveTo>
                  <a:lnTo>
                    <a:pt x="1750795" y="1887735"/>
                  </a:lnTo>
                  <a:lnTo>
                    <a:pt x="1731815" y="1803074"/>
                  </a:lnTo>
                  <a:close/>
                  <a:moveTo>
                    <a:pt x="1603986" y="1721850"/>
                  </a:moveTo>
                  <a:lnTo>
                    <a:pt x="1650462" y="1774388"/>
                  </a:lnTo>
                  <a:lnTo>
                    <a:pt x="1580748" y="1704612"/>
                  </a:lnTo>
                  <a:close/>
                  <a:moveTo>
                    <a:pt x="1580748" y="1704612"/>
                  </a:moveTo>
                  <a:lnTo>
                    <a:pt x="1650462" y="1774388"/>
                  </a:lnTo>
                  <a:lnTo>
                    <a:pt x="1664476" y="1797227"/>
                  </a:lnTo>
                  <a:close/>
                  <a:moveTo>
                    <a:pt x="1580748" y="1704612"/>
                  </a:moveTo>
                  <a:lnTo>
                    <a:pt x="1664476" y="1797227"/>
                  </a:lnTo>
                  <a:lnTo>
                    <a:pt x="1647904" y="1710608"/>
                  </a:lnTo>
                  <a:close/>
                  <a:moveTo>
                    <a:pt x="1128296" y="1129433"/>
                  </a:moveTo>
                  <a:lnTo>
                    <a:pt x="1167128" y="1155104"/>
                  </a:lnTo>
                  <a:lnTo>
                    <a:pt x="1148166" y="1132243"/>
                  </a:lnTo>
                  <a:close/>
                  <a:moveTo>
                    <a:pt x="2132241" y="2159772"/>
                  </a:moveTo>
                  <a:lnTo>
                    <a:pt x="2032844" y="2210645"/>
                  </a:lnTo>
                  <a:lnTo>
                    <a:pt x="2116048" y="2243071"/>
                  </a:lnTo>
                  <a:close/>
                  <a:moveTo>
                    <a:pt x="2132241" y="2159772"/>
                  </a:moveTo>
                  <a:lnTo>
                    <a:pt x="2122097" y="2064812"/>
                  </a:lnTo>
                  <a:lnTo>
                    <a:pt x="2038828" y="2075030"/>
                  </a:lnTo>
                  <a:close/>
                  <a:moveTo>
                    <a:pt x="2064025" y="2048567"/>
                  </a:moveTo>
                  <a:lnTo>
                    <a:pt x="1993594" y="2063898"/>
                  </a:lnTo>
                  <a:lnTo>
                    <a:pt x="2122097" y="2064812"/>
                  </a:lnTo>
                  <a:close/>
                  <a:moveTo>
                    <a:pt x="2122097" y="2064812"/>
                  </a:moveTo>
                  <a:lnTo>
                    <a:pt x="1993594" y="2063898"/>
                  </a:lnTo>
                  <a:lnTo>
                    <a:pt x="2038828" y="2075030"/>
                  </a:lnTo>
                  <a:close/>
                  <a:moveTo>
                    <a:pt x="2556491" y="2558103"/>
                  </a:moveTo>
                  <a:lnTo>
                    <a:pt x="2633486" y="2640317"/>
                  </a:lnTo>
                  <a:lnTo>
                    <a:pt x="2657016" y="2636653"/>
                  </a:lnTo>
                  <a:close/>
                  <a:moveTo>
                    <a:pt x="1379264" y="1008562"/>
                  </a:moveTo>
                  <a:lnTo>
                    <a:pt x="1297930" y="957579"/>
                  </a:lnTo>
                  <a:lnTo>
                    <a:pt x="1343411" y="1075734"/>
                  </a:lnTo>
                  <a:close/>
                  <a:moveTo>
                    <a:pt x="2253797" y="1833832"/>
                  </a:moveTo>
                  <a:lnTo>
                    <a:pt x="2223146" y="1823509"/>
                  </a:lnTo>
                  <a:lnTo>
                    <a:pt x="2245880" y="1927792"/>
                  </a:lnTo>
                  <a:close/>
                  <a:moveTo>
                    <a:pt x="2245880" y="1927792"/>
                  </a:moveTo>
                  <a:lnTo>
                    <a:pt x="2223146" y="1823509"/>
                  </a:lnTo>
                  <a:lnTo>
                    <a:pt x="2169929" y="1828856"/>
                  </a:lnTo>
                  <a:close/>
                  <a:moveTo>
                    <a:pt x="2267457" y="1823509"/>
                  </a:moveTo>
                  <a:lnTo>
                    <a:pt x="2253797" y="1833832"/>
                  </a:lnTo>
                  <a:lnTo>
                    <a:pt x="2314401" y="1832586"/>
                  </a:lnTo>
                  <a:close/>
                  <a:moveTo>
                    <a:pt x="2155255" y="1779730"/>
                  </a:moveTo>
                  <a:lnTo>
                    <a:pt x="2169929" y="1828856"/>
                  </a:lnTo>
                  <a:lnTo>
                    <a:pt x="2223146" y="1823509"/>
                  </a:lnTo>
                  <a:close/>
                  <a:moveTo>
                    <a:pt x="2155255" y="1779730"/>
                  </a:moveTo>
                  <a:lnTo>
                    <a:pt x="2223146" y="1823509"/>
                  </a:lnTo>
                  <a:lnTo>
                    <a:pt x="2157641" y="1741294"/>
                  </a:lnTo>
                  <a:close/>
                  <a:moveTo>
                    <a:pt x="1471098" y="932426"/>
                  </a:moveTo>
                  <a:lnTo>
                    <a:pt x="1469686" y="852775"/>
                  </a:lnTo>
                  <a:lnTo>
                    <a:pt x="1407250" y="897995"/>
                  </a:lnTo>
                  <a:close/>
                  <a:moveTo>
                    <a:pt x="1455693" y="1015660"/>
                  </a:moveTo>
                  <a:lnTo>
                    <a:pt x="1559797" y="1020999"/>
                  </a:lnTo>
                  <a:lnTo>
                    <a:pt x="1535727" y="919142"/>
                  </a:lnTo>
                  <a:close/>
                  <a:moveTo>
                    <a:pt x="2223146" y="1823509"/>
                  </a:moveTo>
                  <a:lnTo>
                    <a:pt x="2253797" y="1833832"/>
                  </a:lnTo>
                  <a:lnTo>
                    <a:pt x="2255837" y="1819606"/>
                  </a:lnTo>
                  <a:close/>
                  <a:moveTo>
                    <a:pt x="2223146" y="1823509"/>
                  </a:moveTo>
                  <a:lnTo>
                    <a:pt x="2255837" y="1819606"/>
                  </a:lnTo>
                  <a:lnTo>
                    <a:pt x="2157641" y="1741294"/>
                  </a:lnTo>
                  <a:close/>
                  <a:moveTo>
                    <a:pt x="2255837" y="1819606"/>
                  </a:moveTo>
                  <a:lnTo>
                    <a:pt x="2253797" y="1833832"/>
                  </a:lnTo>
                  <a:lnTo>
                    <a:pt x="2267457" y="1823509"/>
                  </a:lnTo>
                  <a:close/>
                  <a:moveTo>
                    <a:pt x="1806746" y="1061810"/>
                  </a:moveTo>
                  <a:lnTo>
                    <a:pt x="1743872" y="1105391"/>
                  </a:lnTo>
                  <a:lnTo>
                    <a:pt x="1694734" y="1083573"/>
                  </a:lnTo>
                  <a:close/>
                  <a:moveTo>
                    <a:pt x="1809430" y="1139421"/>
                  </a:moveTo>
                  <a:lnTo>
                    <a:pt x="1806746" y="1061810"/>
                  </a:lnTo>
                  <a:lnTo>
                    <a:pt x="1694734" y="1083573"/>
                  </a:lnTo>
                  <a:close/>
                  <a:moveTo>
                    <a:pt x="1742333" y="993785"/>
                  </a:moveTo>
                  <a:lnTo>
                    <a:pt x="1694734" y="1083573"/>
                  </a:lnTo>
                  <a:lnTo>
                    <a:pt x="1701227" y="1066704"/>
                  </a:lnTo>
                  <a:close/>
                  <a:moveTo>
                    <a:pt x="1535727" y="919142"/>
                  </a:moveTo>
                  <a:lnTo>
                    <a:pt x="1545456" y="1001358"/>
                  </a:lnTo>
                  <a:lnTo>
                    <a:pt x="1518980" y="893499"/>
                  </a:lnTo>
                  <a:close/>
                  <a:moveTo>
                    <a:pt x="1315134" y="498168"/>
                  </a:moveTo>
                  <a:lnTo>
                    <a:pt x="1306462" y="590282"/>
                  </a:lnTo>
                  <a:lnTo>
                    <a:pt x="1315661" y="555557"/>
                  </a:lnTo>
                  <a:close/>
                  <a:moveTo>
                    <a:pt x="1278831" y="567182"/>
                  </a:moveTo>
                  <a:lnTo>
                    <a:pt x="1306462" y="590282"/>
                  </a:lnTo>
                  <a:lnTo>
                    <a:pt x="1315134" y="498168"/>
                  </a:lnTo>
                  <a:close/>
                  <a:moveTo>
                    <a:pt x="2255015" y="1519997"/>
                  </a:moveTo>
                  <a:lnTo>
                    <a:pt x="2283558" y="1596885"/>
                  </a:lnTo>
                  <a:lnTo>
                    <a:pt x="2306917" y="1538394"/>
                  </a:lnTo>
                  <a:close/>
                  <a:moveTo>
                    <a:pt x="2255015" y="1519997"/>
                  </a:moveTo>
                  <a:lnTo>
                    <a:pt x="2306917" y="1538394"/>
                  </a:lnTo>
                  <a:lnTo>
                    <a:pt x="2306822" y="1538223"/>
                  </a:lnTo>
                  <a:close/>
                  <a:moveTo>
                    <a:pt x="2040207" y="1273172"/>
                  </a:moveTo>
                  <a:lnTo>
                    <a:pt x="2059386" y="1291782"/>
                  </a:lnTo>
                  <a:lnTo>
                    <a:pt x="2006492" y="1251312"/>
                  </a:lnTo>
                  <a:close/>
                  <a:moveTo>
                    <a:pt x="2049174" y="865513"/>
                  </a:moveTo>
                  <a:lnTo>
                    <a:pt x="2149208" y="860635"/>
                  </a:lnTo>
                  <a:lnTo>
                    <a:pt x="2132658" y="847612"/>
                  </a:lnTo>
                  <a:close/>
                  <a:moveTo>
                    <a:pt x="1680208" y="383147"/>
                  </a:moveTo>
                  <a:lnTo>
                    <a:pt x="1719478" y="451313"/>
                  </a:lnTo>
                  <a:lnTo>
                    <a:pt x="1751980" y="474973"/>
                  </a:lnTo>
                  <a:close/>
                  <a:moveTo>
                    <a:pt x="1719478" y="451313"/>
                  </a:moveTo>
                  <a:lnTo>
                    <a:pt x="1680208" y="383147"/>
                  </a:lnTo>
                  <a:lnTo>
                    <a:pt x="1721903" y="436536"/>
                  </a:lnTo>
                  <a:close/>
                  <a:moveTo>
                    <a:pt x="1692291" y="392758"/>
                  </a:moveTo>
                  <a:lnTo>
                    <a:pt x="1656415" y="347998"/>
                  </a:lnTo>
                  <a:lnTo>
                    <a:pt x="1680208" y="383147"/>
                  </a:lnTo>
                  <a:close/>
                  <a:moveTo>
                    <a:pt x="1613164" y="276967"/>
                  </a:moveTo>
                  <a:lnTo>
                    <a:pt x="1680208" y="383147"/>
                  </a:lnTo>
                  <a:lnTo>
                    <a:pt x="1605641" y="310542"/>
                  </a:lnTo>
                  <a:close/>
                  <a:moveTo>
                    <a:pt x="1676130" y="354321"/>
                  </a:moveTo>
                  <a:lnTo>
                    <a:pt x="1680208" y="383147"/>
                  </a:lnTo>
                  <a:lnTo>
                    <a:pt x="1613164" y="276967"/>
                  </a:lnTo>
                  <a:close/>
                  <a:moveTo>
                    <a:pt x="1792326" y="252497"/>
                  </a:moveTo>
                  <a:lnTo>
                    <a:pt x="1907541" y="299197"/>
                  </a:lnTo>
                  <a:lnTo>
                    <a:pt x="1817825" y="242422"/>
                  </a:lnTo>
                  <a:close/>
                  <a:moveTo>
                    <a:pt x="2048719" y="117978"/>
                  </a:moveTo>
                  <a:lnTo>
                    <a:pt x="2098984" y="156797"/>
                  </a:lnTo>
                  <a:lnTo>
                    <a:pt x="2031265" y="79334"/>
                  </a:lnTo>
                  <a:close/>
                  <a:moveTo>
                    <a:pt x="2031265" y="79334"/>
                  </a:moveTo>
                  <a:lnTo>
                    <a:pt x="2098984" y="156797"/>
                  </a:lnTo>
                  <a:lnTo>
                    <a:pt x="2110095" y="175932"/>
                  </a:lnTo>
                  <a:close/>
                  <a:moveTo>
                    <a:pt x="2031265" y="79334"/>
                  </a:moveTo>
                  <a:lnTo>
                    <a:pt x="2110095" y="175932"/>
                  </a:lnTo>
                  <a:lnTo>
                    <a:pt x="2066820" y="111021"/>
                  </a:lnTo>
                  <a:close/>
                  <a:moveTo>
                    <a:pt x="1931203" y="0"/>
                  </a:moveTo>
                  <a:lnTo>
                    <a:pt x="2031265" y="79334"/>
                  </a:lnTo>
                  <a:lnTo>
                    <a:pt x="1981858" y="19410"/>
                  </a:lnTo>
                  <a:close/>
                  <a:moveTo>
                    <a:pt x="2048719" y="117978"/>
                  </a:moveTo>
                  <a:lnTo>
                    <a:pt x="2031265" y="79334"/>
                  </a:lnTo>
                  <a:lnTo>
                    <a:pt x="2017142" y="7458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00" name="Candidate_density__2099">
              <a:extLst>
                <a:ext uri="{FF2B5EF4-FFF2-40B4-BE49-F238E27FC236}">
                  <a16:creationId xmlns:a16="http://schemas.microsoft.com/office/drawing/2014/main" id="{F3305260-D97B-2204-33A8-48E6D3D3962C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27463"/>
              <a:ext cx="2670529" cy="3102546"/>
            </a:xfrm>
            <a:custGeom>
              <a:avLst/>
              <a:gdLst/>
              <a:ahLst/>
              <a:cxnLst/>
              <a:rect l="0" t="0" r="0" b="0"/>
              <a:pathLst>
                <a:path w="2670529" h="3102546">
                  <a:moveTo>
                    <a:pt x="522660" y="2385988"/>
                  </a:moveTo>
                  <a:lnTo>
                    <a:pt x="589504" y="2446198"/>
                  </a:lnTo>
                  <a:lnTo>
                    <a:pt x="506349" y="2353117"/>
                  </a:lnTo>
                  <a:close/>
                  <a:moveTo>
                    <a:pt x="506349" y="2353117"/>
                  </a:moveTo>
                  <a:lnTo>
                    <a:pt x="500623" y="2347551"/>
                  </a:lnTo>
                  <a:lnTo>
                    <a:pt x="450104" y="2326867"/>
                  </a:lnTo>
                  <a:close/>
                  <a:moveTo>
                    <a:pt x="135313" y="1555482"/>
                  </a:moveTo>
                  <a:lnTo>
                    <a:pt x="44290" y="1486964"/>
                  </a:lnTo>
                  <a:lnTo>
                    <a:pt x="896" y="1546779"/>
                  </a:lnTo>
                  <a:close/>
                  <a:moveTo>
                    <a:pt x="977700" y="2435109"/>
                  </a:moveTo>
                  <a:lnTo>
                    <a:pt x="984871" y="2502578"/>
                  </a:lnTo>
                  <a:lnTo>
                    <a:pt x="1036225" y="2479378"/>
                  </a:lnTo>
                  <a:close/>
                  <a:moveTo>
                    <a:pt x="818206" y="2381452"/>
                  </a:moveTo>
                  <a:lnTo>
                    <a:pt x="739144" y="2419819"/>
                  </a:lnTo>
                  <a:lnTo>
                    <a:pt x="810524" y="2408038"/>
                  </a:lnTo>
                  <a:close/>
                  <a:moveTo>
                    <a:pt x="546748" y="2062469"/>
                  </a:moveTo>
                  <a:lnTo>
                    <a:pt x="496638" y="2070445"/>
                  </a:lnTo>
                  <a:lnTo>
                    <a:pt x="510376" y="2049567"/>
                  </a:lnTo>
                  <a:close/>
                  <a:moveTo>
                    <a:pt x="492895" y="2056448"/>
                  </a:moveTo>
                  <a:lnTo>
                    <a:pt x="546748" y="2062469"/>
                  </a:lnTo>
                  <a:lnTo>
                    <a:pt x="510376" y="2049567"/>
                  </a:lnTo>
                  <a:close/>
                  <a:moveTo>
                    <a:pt x="164769" y="1569179"/>
                  </a:moveTo>
                  <a:lnTo>
                    <a:pt x="223912" y="1608081"/>
                  </a:lnTo>
                  <a:lnTo>
                    <a:pt x="161732" y="1550679"/>
                  </a:lnTo>
                  <a:close/>
                  <a:moveTo>
                    <a:pt x="135313" y="1555482"/>
                  </a:moveTo>
                  <a:lnTo>
                    <a:pt x="164769" y="1569179"/>
                  </a:lnTo>
                  <a:lnTo>
                    <a:pt x="161732" y="1550679"/>
                  </a:lnTo>
                  <a:close/>
                  <a:moveTo>
                    <a:pt x="46378" y="1286424"/>
                  </a:moveTo>
                  <a:lnTo>
                    <a:pt x="22179" y="1303265"/>
                  </a:lnTo>
                  <a:lnTo>
                    <a:pt x="98633" y="1366312"/>
                  </a:lnTo>
                  <a:close/>
                  <a:moveTo>
                    <a:pt x="82021" y="1215114"/>
                  </a:moveTo>
                  <a:lnTo>
                    <a:pt x="21642" y="1203608"/>
                  </a:lnTo>
                  <a:lnTo>
                    <a:pt x="0" y="1322533"/>
                  </a:lnTo>
                  <a:close/>
                  <a:moveTo>
                    <a:pt x="277055" y="1376367"/>
                  </a:moveTo>
                  <a:lnTo>
                    <a:pt x="294131" y="1448528"/>
                  </a:lnTo>
                  <a:lnTo>
                    <a:pt x="311934" y="1443323"/>
                  </a:lnTo>
                  <a:close/>
                  <a:moveTo>
                    <a:pt x="277055" y="1376367"/>
                  </a:moveTo>
                  <a:lnTo>
                    <a:pt x="311934" y="1443323"/>
                  </a:lnTo>
                  <a:lnTo>
                    <a:pt x="350098" y="1370807"/>
                  </a:lnTo>
                  <a:close/>
                  <a:moveTo>
                    <a:pt x="47198" y="1282924"/>
                  </a:moveTo>
                  <a:lnTo>
                    <a:pt x="46378" y="1286424"/>
                  </a:lnTo>
                  <a:lnTo>
                    <a:pt x="163898" y="1348733"/>
                  </a:lnTo>
                  <a:close/>
                  <a:moveTo>
                    <a:pt x="27654" y="1216418"/>
                  </a:moveTo>
                  <a:lnTo>
                    <a:pt x="47198" y="1282924"/>
                  </a:lnTo>
                  <a:lnTo>
                    <a:pt x="107235" y="1235299"/>
                  </a:lnTo>
                  <a:close/>
                  <a:moveTo>
                    <a:pt x="1793424" y="3054393"/>
                  </a:moveTo>
                  <a:lnTo>
                    <a:pt x="1852465" y="3086702"/>
                  </a:lnTo>
                  <a:lnTo>
                    <a:pt x="1911485" y="3098171"/>
                  </a:lnTo>
                  <a:close/>
                  <a:moveTo>
                    <a:pt x="1950412" y="3098171"/>
                  </a:moveTo>
                  <a:lnTo>
                    <a:pt x="1907710" y="3102546"/>
                  </a:lnTo>
                  <a:lnTo>
                    <a:pt x="1866619" y="3054393"/>
                  </a:lnTo>
                  <a:close/>
                  <a:moveTo>
                    <a:pt x="137516" y="1069905"/>
                  </a:moveTo>
                  <a:lnTo>
                    <a:pt x="138698" y="968852"/>
                  </a:lnTo>
                  <a:lnTo>
                    <a:pt x="145388" y="1042794"/>
                  </a:lnTo>
                  <a:close/>
                  <a:moveTo>
                    <a:pt x="1923723" y="2989436"/>
                  </a:moveTo>
                  <a:lnTo>
                    <a:pt x="1950412" y="3098171"/>
                  </a:lnTo>
                  <a:lnTo>
                    <a:pt x="1961451" y="3015957"/>
                  </a:lnTo>
                  <a:close/>
                  <a:moveTo>
                    <a:pt x="1279275" y="2185180"/>
                  </a:moveTo>
                  <a:lnTo>
                    <a:pt x="1317710" y="2265426"/>
                  </a:lnTo>
                  <a:lnTo>
                    <a:pt x="1338263" y="2161522"/>
                  </a:lnTo>
                  <a:close/>
                  <a:moveTo>
                    <a:pt x="1264533" y="2260964"/>
                  </a:moveTo>
                  <a:lnTo>
                    <a:pt x="1317710" y="2265426"/>
                  </a:lnTo>
                  <a:lnTo>
                    <a:pt x="1279275" y="2185180"/>
                  </a:lnTo>
                  <a:close/>
                  <a:moveTo>
                    <a:pt x="592886" y="1371655"/>
                  </a:moveTo>
                  <a:lnTo>
                    <a:pt x="684134" y="1428936"/>
                  </a:lnTo>
                  <a:lnTo>
                    <a:pt x="622664" y="1402167"/>
                  </a:lnTo>
                  <a:close/>
                  <a:moveTo>
                    <a:pt x="744890" y="1340042"/>
                  </a:moveTo>
                  <a:lnTo>
                    <a:pt x="690962" y="1378866"/>
                  </a:lnTo>
                  <a:lnTo>
                    <a:pt x="684134" y="1428936"/>
                  </a:lnTo>
                  <a:close/>
                  <a:moveTo>
                    <a:pt x="390674" y="1185461"/>
                  </a:moveTo>
                  <a:lnTo>
                    <a:pt x="432489" y="1207224"/>
                  </a:lnTo>
                  <a:lnTo>
                    <a:pt x="390224" y="1090429"/>
                  </a:lnTo>
                  <a:close/>
                  <a:moveTo>
                    <a:pt x="390224" y="1090429"/>
                  </a:moveTo>
                  <a:lnTo>
                    <a:pt x="436917" y="1201549"/>
                  </a:lnTo>
                  <a:lnTo>
                    <a:pt x="483068" y="1158898"/>
                  </a:lnTo>
                  <a:close/>
                  <a:moveTo>
                    <a:pt x="2074836" y="3059735"/>
                  </a:moveTo>
                  <a:lnTo>
                    <a:pt x="2098620" y="3068525"/>
                  </a:lnTo>
                  <a:lnTo>
                    <a:pt x="2120743" y="3102026"/>
                  </a:lnTo>
                  <a:close/>
                  <a:moveTo>
                    <a:pt x="1318731" y="1977217"/>
                  </a:moveTo>
                  <a:lnTo>
                    <a:pt x="1277137" y="2050533"/>
                  </a:lnTo>
                  <a:lnTo>
                    <a:pt x="1337069" y="2062401"/>
                  </a:lnTo>
                  <a:close/>
                  <a:moveTo>
                    <a:pt x="1318731" y="1977217"/>
                  </a:moveTo>
                  <a:lnTo>
                    <a:pt x="1337069" y="2062401"/>
                  </a:lnTo>
                  <a:lnTo>
                    <a:pt x="1349991" y="2073154"/>
                  </a:lnTo>
                  <a:close/>
                  <a:moveTo>
                    <a:pt x="1113591" y="1722532"/>
                  </a:moveTo>
                  <a:lnTo>
                    <a:pt x="1022131" y="1781076"/>
                  </a:lnTo>
                  <a:lnTo>
                    <a:pt x="1100433" y="1795175"/>
                  </a:lnTo>
                  <a:close/>
                  <a:moveTo>
                    <a:pt x="878228" y="1492417"/>
                  </a:moveTo>
                  <a:lnTo>
                    <a:pt x="813008" y="1556516"/>
                  </a:lnTo>
                  <a:lnTo>
                    <a:pt x="876823" y="1516453"/>
                  </a:lnTo>
                  <a:close/>
                  <a:moveTo>
                    <a:pt x="878228" y="1492417"/>
                  </a:moveTo>
                  <a:lnTo>
                    <a:pt x="886567" y="1497648"/>
                  </a:lnTo>
                  <a:lnTo>
                    <a:pt x="905036" y="1406732"/>
                  </a:lnTo>
                  <a:close/>
                  <a:moveTo>
                    <a:pt x="740101" y="1347386"/>
                  </a:moveTo>
                  <a:lnTo>
                    <a:pt x="690962" y="1378866"/>
                  </a:lnTo>
                  <a:lnTo>
                    <a:pt x="820476" y="1369237"/>
                  </a:lnTo>
                  <a:close/>
                  <a:moveTo>
                    <a:pt x="2244014" y="3010914"/>
                  </a:moveTo>
                  <a:lnTo>
                    <a:pt x="2245311" y="3073908"/>
                  </a:lnTo>
                  <a:lnTo>
                    <a:pt x="2251037" y="3021298"/>
                  </a:lnTo>
                  <a:close/>
                  <a:moveTo>
                    <a:pt x="2232152" y="2920465"/>
                  </a:moveTo>
                  <a:lnTo>
                    <a:pt x="2251037" y="3021298"/>
                  </a:lnTo>
                  <a:lnTo>
                    <a:pt x="2233210" y="2939084"/>
                  </a:lnTo>
                  <a:close/>
                  <a:moveTo>
                    <a:pt x="2232152" y="2920465"/>
                  </a:moveTo>
                  <a:lnTo>
                    <a:pt x="2244014" y="3010914"/>
                  </a:lnTo>
                  <a:lnTo>
                    <a:pt x="2251037" y="3021298"/>
                  </a:lnTo>
                  <a:close/>
                  <a:moveTo>
                    <a:pt x="1835724" y="2260240"/>
                  </a:moveTo>
                  <a:lnTo>
                    <a:pt x="1809641" y="2242926"/>
                  </a:lnTo>
                  <a:lnTo>
                    <a:pt x="1798132" y="2301406"/>
                  </a:lnTo>
                  <a:close/>
                  <a:moveTo>
                    <a:pt x="1282707" y="1845819"/>
                  </a:moveTo>
                  <a:lnTo>
                    <a:pt x="1318096" y="1952502"/>
                  </a:lnTo>
                  <a:lnTo>
                    <a:pt x="1311279" y="1870287"/>
                  </a:lnTo>
                  <a:close/>
                  <a:moveTo>
                    <a:pt x="820476" y="1369237"/>
                  </a:moveTo>
                  <a:lnTo>
                    <a:pt x="839052" y="1376997"/>
                  </a:lnTo>
                  <a:lnTo>
                    <a:pt x="915705" y="1361856"/>
                  </a:lnTo>
                  <a:close/>
                  <a:moveTo>
                    <a:pt x="850321" y="1212566"/>
                  </a:moveTo>
                  <a:lnTo>
                    <a:pt x="823366" y="1164838"/>
                  </a:lnTo>
                  <a:lnTo>
                    <a:pt x="821220" y="1177895"/>
                  </a:lnTo>
                  <a:close/>
                  <a:moveTo>
                    <a:pt x="809323" y="1174130"/>
                  </a:moveTo>
                  <a:lnTo>
                    <a:pt x="821220" y="1177895"/>
                  </a:lnTo>
                  <a:lnTo>
                    <a:pt x="823366" y="1164838"/>
                  </a:lnTo>
                  <a:close/>
                  <a:moveTo>
                    <a:pt x="1963827" y="2204490"/>
                  </a:moveTo>
                  <a:lnTo>
                    <a:pt x="1899964" y="2188281"/>
                  </a:lnTo>
                  <a:lnTo>
                    <a:pt x="1972575" y="2209575"/>
                  </a:lnTo>
                  <a:close/>
                  <a:moveTo>
                    <a:pt x="1682726" y="1933380"/>
                  </a:moveTo>
                  <a:lnTo>
                    <a:pt x="1599555" y="1901075"/>
                  </a:lnTo>
                  <a:lnTo>
                    <a:pt x="1627996" y="1943953"/>
                  </a:lnTo>
                  <a:close/>
                  <a:moveTo>
                    <a:pt x="799753" y="895070"/>
                  </a:moveTo>
                  <a:lnTo>
                    <a:pt x="869538" y="898929"/>
                  </a:lnTo>
                  <a:lnTo>
                    <a:pt x="805939" y="884479"/>
                  </a:lnTo>
                  <a:close/>
                  <a:moveTo>
                    <a:pt x="869538" y="898929"/>
                  </a:moveTo>
                  <a:lnTo>
                    <a:pt x="874582" y="862470"/>
                  </a:lnTo>
                  <a:lnTo>
                    <a:pt x="805939" y="884479"/>
                  </a:lnTo>
                  <a:close/>
                  <a:moveTo>
                    <a:pt x="1558639" y="1875629"/>
                  </a:moveTo>
                  <a:lnTo>
                    <a:pt x="1571389" y="1892995"/>
                  </a:lnTo>
                  <a:lnTo>
                    <a:pt x="1599555" y="1901075"/>
                  </a:lnTo>
                  <a:close/>
                  <a:moveTo>
                    <a:pt x="1558639" y="1875629"/>
                  </a:moveTo>
                  <a:lnTo>
                    <a:pt x="1529130" y="1827258"/>
                  </a:lnTo>
                  <a:lnTo>
                    <a:pt x="1571389" y="1892995"/>
                  </a:lnTo>
                  <a:close/>
                  <a:moveTo>
                    <a:pt x="1558639" y="1875629"/>
                  </a:moveTo>
                  <a:lnTo>
                    <a:pt x="1518106" y="1793414"/>
                  </a:lnTo>
                  <a:lnTo>
                    <a:pt x="1529130" y="1827258"/>
                  </a:lnTo>
                  <a:close/>
                  <a:moveTo>
                    <a:pt x="1750795" y="1868325"/>
                  </a:moveTo>
                  <a:lnTo>
                    <a:pt x="1682726" y="1933380"/>
                  </a:lnTo>
                  <a:lnTo>
                    <a:pt x="1747666" y="1897522"/>
                  </a:lnTo>
                  <a:close/>
                  <a:moveTo>
                    <a:pt x="1708291" y="1842288"/>
                  </a:moveTo>
                  <a:lnTo>
                    <a:pt x="1731815" y="1783664"/>
                  </a:lnTo>
                  <a:lnTo>
                    <a:pt x="1664476" y="1777817"/>
                  </a:lnTo>
                  <a:close/>
                  <a:moveTo>
                    <a:pt x="1148166" y="1112833"/>
                  </a:moveTo>
                  <a:lnTo>
                    <a:pt x="1197248" y="1214651"/>
                  </a:lnTo>
                  <a:lnTo>
                    <a:pt x="1220558" y="1104839"/>
                  </a:lnTo>
                  <a:close/>
                  <a:moveTo>
                    <a:pt x="2633486" y="2620907"/>
                  </a:moveTo>
                  <a:lnTo>
                    <a:pt x="2638505" y="2632292"/>
                  </a:lnTo>
                  <a:lnTo>
                    <a:pt x="2655266" y="2631221"/>
                  </a:lnTo>
                  <a:close/>
                  <a:moveTo>
                    <a:pt x="2126431" y="2047281"/>
                  </a:moveTo>
                  <a:lnTo>
                    <a:pt x="2122097" y="2045402"/>
                  </a:lnTo>
                  <a:lnTo>
                    <a:pt x="2132241" y="2140362"/>
                  </a:lnTo>
                  <a:close/>
                  <a:moveTo>
                    <a:pt x="2132241" y="2140362"/>
                  </a:moveTo>
                  <a:lnTo>
                    <a:pt x="2116048" y="2223661"/>
                  </a:lnTo>
                  <a:lnTo>
                    <a:pt x="2167120" y="2166053"/>
                  </a:lnTo>
                  <a:close/>
                  <a:moveTo>
                    <a:pt x="2167120" y="2166053"/>
                  </a:moveTo>
                  <a:lnTo>
                    <a:pt x="2126431" y="2047281"/>
                  </a:lnTo>
                  <a:lnTo>
                    <a:pt x="2132241" y="2140362"/>
                  </a:lnTo>
                  <a:close/>
                  <a:moveTo>
                    <a:pt x="1971875" y="2026738"/>
                  </a:moveTo>
                  <a:lnTo>
                    <a:pt x="2008458" y="1980218"/>
                  </a:lnTo>
                  <a:lnTo>
                    <a:pt x="2044918" y="2021176"/>
                  </a:lnTo>
                  <a:close/>
                  <a:moveTo>
                    <a:pt x="2633486" y="2620907"/>
                  </a:moveTo>
                  <a:lnTo>
                    <a:pt x="2655266" y="2631221"/>
                  </a:lnTo>
                  <a:lnTo>
                    <a:pt x="2657016" y="2617243"/>
                  </a:lnTo>
                  <a:close/>
                  <a:moveTo>
                    <a:pt x="2657016" y="2617243"/>
                  </a:moveTo>
                  <a:lnTo>
                    <a:pt x="2655266" y="2631221"/>
                  </a:lnTo>
                  <a:lnTo>
                    <a:pt x="2670529" y="2620907"/>
                  </a:lnTo>
                  <a:close/>
                  <a:moveTo>
                    <a:pt x="2145738" y="2006965"/>
                  </a:moveTo>
                  <a:lnTo>
                    <a:pt x="2122097" y="2045402"/>
                  </a:lnTo>
                  <a:lnTo>
                    <a:pt x="2126431" y="2047281"/>
                  </a:lnTo>
                  <a:close/>
                  <a:moveTo>
                    <a:pt x="2122097" y="2045402"/>
                  </a:moveTo>
                  <a:lnTo>
                    <a:pt x="2145738" y="2006965"/>
                  </a:lnTo>
                  <a:lnTo>
                    <a:pt x="2044918" y="2021176"/>
                  </a:lnTo>
                  <a:close/>
                  <a:moveTo>
                    <a:pt x="2128683" y="2045402"/>
                  </a:moveTo>
                  <a:lnTo>
                    <a:pt x="2178803" y="2027890"/>
                  </a:lnTo>
                  <a:lnTo>
                    <a:pt x="2126431" y="2047281"/>
                  </a:lnTo>
                  <a:close/>
                  <a:moveTo>
                    <a:pt x="2128683" y="2045402"/>
                  </a:moveTo>
                  <a:lnTo>
                    <a:pt x="2225451" y="2006965"/>
                  </a:lnTo>
                  <a:lnTo>
                    <a:pt x="2178803" y="2027890"/>
                  </a:lnTo>
                  <a:close/>
                  <a:moveTo>
                    <a:pt x="1343411" y="1056324"/>
                  </a:moveTo>
                  <a:lnTo>
                    <a:pt x="1332412" y="1104765"/>
                  </a:lnTo>
                  <a:lnTo>
                    <a:pt x="1341811" y="1064322"/>
                  </a:lnTo>
                  <a:close/>
                  <a:moveTo>
                    <a:pt x="1343411" y="1056324"/>
                  </a:moveTo>
                  <a:lnTo>
                    <a:pt x="1347726" y="1058820"/>
                  </a:lnTo>
                  <a:lnTo>
                    <a:pt x="1379264" y="989152"/>
                  </a:lnTo>
                  <a:close/>
                  <a:moveTo>
                    <a:pt x="1379264" y="989152"/>
                  </a:moveTo>
                  <a:lnTo>
                    <a:pt x="1347726" y="1058820"/>
                  </a:lnTo>
                  <a:lnTo>
                    <a:pt x="1410656" y="1043065"/>
                  </a:lnTo>
                  <a:close/>
                  <a:moveTo>
                    <a:pt x="1379264" y="989152"/>
                  </a:moveTo>
                  <a:lnTo>
                    <a:pt x="1410656" y="1043065"/>
                  </a:lnTo>
                  <a:lnTo>
                    <a:pt x="1455693" y="996250"/>
                  </a:lnTo>
                  <a:close/>
                  <a:moveTo>
                    <a:pt x="2189089" y="1994053"/>
                  </a:moveTo>
                  <a:lnTo>
                    <a:pt x="2225451" y="2006965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53797" y="1814422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45880" y="1908382"/>
                  </a:lnTo>
                  <a:lnTo>
                    <a:pt x="2308397" y="1918149"/>
                  </a:lnTo>
                  <a:close/>
                  <a:moveTo>
                    <a:pt x="2267457" y="1804099"/>
                  </a:moveTo>
                  <a:lnTo>
                    <a:pt x="2314401" y="1813176"/>
                  </a:lnTo>
                  <a:lnTo>
                    <a:pt x="2305983" y="1730879"/>
                  </a:lnTo>
                  <a:close/>
                  <a:moveTo>
                    <a:pt x="2153841" y="1719357"/>
                  </a:moveTo>
                  <a:lnTo>
                    <a:pt x="2090087" y="1674170"/>
                  </a:lnTo>
                  <a:lnTo>
                    <a:pt x="2157641" y="1721884"/>
                  </a:lnTo>
                  <a:close/>
                  <a:moveTo>
                    <a:pt x="1535727" y="899732"/>
                  </a:moveTo>
                  <a:lnTo>
                    <a:pt x="1559797" y="1001589"/>
                  </a:lnTo>
                  <a:lnTo>
                    <a:pt x="1545456" y="981948"/>
                  </a:lnTo>
                  <a:close/>
                  <a:moveTo>
                    <a:pt x="2255837" y="1800195"/>
                  </a:moveTo>
                  <a:lnTo>
                    <a:pt x="2305983" y="1730879"/>
                  </a:lnTo>
                  <a:lnTo>
                    <a:pt x="2278164" y="1690323"/>
                  </a:lnTo>
                  <a:close/>
                  <a:moveTo>
                    <a:pt x="2267457" y="1804099"/>
                  </a:moveTo>
                  <a:lnTo>
                    <a:pt x="2305983" y="1730879"/>
                  </a:lnTo>
                  <a:lnTo>
                    <a:pt x="2255837" y="1800195"/>
                  </a:lnTo>
                  <a:close/>
                  <a:moveTo>
                    <a:pt x="2153841" y="1719357"/>
                  </a:moveTo>
                  <a:lnTo>
                    <a:pt x="2157641" y="1721884"/>
                  </a:lnTo>
                  <a:lnTo>
                    <a:pt x="2160858" y="1716728"/>
                  </a:lnTo>
                  <a:close/>
                  <a:moveTo>
                    <a:pt x="1503874" y="779081"/>
                  </a:moveTo>
                  <a:lnTo>
                    <a:pt x="1469686" y="833365"/>
                  </a:lnTo>
                  <a:lnTo>
                    <a:pt x="1492099" y="795850"/>
                  </a:lnTo>
                  <a:close/>
                  <a:moveTo>
                    <a:pt x="1492099" y="795850"/>
                  </a:moveTo>
                  <a:lnTo>
                    <a:pt x="1457333" y="787180"/>
                  </a:lnTo>
                  <a:lnTo>
                    <a:pt x="1503874" y="779081"/>
                  </a:lnTo>
                  <a:close/>
                  <a:moveTo>
                    <a:pt x="2283558" y="1577475"/>
                  </a:moveTo>
                  <a:lnTo>
                    <a:pt x="2284554" y="1683447"/>
                  </a:lnTo>
                  <a:lnTo>
                    <a:pt x="2321014" y="1601232"/>
                  </a:lnTo>
                  <a:close/>
                  <a:moveTo>
                    <a:pt x="2283558" y="1577475"/>
                  </a:moveTo>
                  <a:lnTo>
                    <a:pt x="2321014" y="1601232"/>
                  </a:lnTo>
                  <a:lnTo>
                    <a:pt x="2306917" y="1518984"/>
                  </a:lnTo>
                  <a:close/>
                  <a:moveTo>
                    <a:pt x="2040207" y="1253762"/>
                  </a:moveTo>
                  <a:lnTo>
                    <a:pt x="2070095" y="1354587"/>
                  </a:lnTo>
                  <a:lnTo>
                    <a:pt x="2059386" y="1272372"/>
                  </a:lnTo>
                  <a:close/>
                  <a:moveTo>
                    <a:pt x="1551332" y="644764"/>
                  </a:moveTo>
                  <a:lnTo>
                    <a:pt x="1630870" y="663488"/>
                  </a:lnTo>
                  <a:lnTo>
                    <a:pt x="1684804" y="649936"/>
                  </a:lnTo>
                  <a:close/>
                  <a:moveTo>
                    <a:pt x="2049174" y="846103"/>
                  </a:moveTo>
                  <a:lnTo>
                    <a:pt x="2047930" y="948854"/>
                  </a:lnTo>
                  <a:lnTo>
                    <a:pt x="2149208" y="841225"/>
                  </a:lnTo>
                  <a:close/>
                  <a:moveTo>
                    <a:pt x="1605641" y="291132"/>
                  </a:moveTo>
                  <a:lnTo>
                    <a:pt x="1680208" y="363737"/>
                  </a:lnTo>
                  <a:lnTo>
                    <a:pt x="1656415" y="328588"/>
                  </a:lnTo>
                  <a:close/>
                  <a:moveTo>
                    <a:pt x="1642588" y="276892"/>
                  </a:moveTo>
                  <a:lnTo>
                    <a:pt x="1671156" y="252696"/>
                  </a:lnTo>
                  <a:lnTo>
                    <a:pt x="1618299" y="249535"/>
                  </a:lnTo>
                  <a:close/>
                  <a:moveTo>
                    <a:pt x="1613164" y="257557"/>
                  </a:moveTo>
                  <a:lnTo>
                    <a:pt x="1605641" y="291132"/>
                  </a:lnTo>
                  <a:lnTo>
                    <a:pt x="1642588" y="276892"/>
                  </a:lnTo>
                  <a:close/>
                  <a:moveTo>
                    <a:pt x="2225151" y="846509"/>
                  </a:moveTo>
                  <a:lnTo>
                    <a:pt x="2196012" y="801016"/>
                  </a:lnTo>
                  <a:lnTo>
                    <a:pt x="2149208" y="841225"/>
                  </a:lnTo>
                  <a:close/>
                  <a:moveTo>
                    <a:pt x="1784850" y="214260"/>
                  </a:moveTo>
                  <a:lnTo>
                    <a:pt x="1792326" y="233087"/>
                  </a:lnTo>
                  <a:lnTo>
                    <a:pt x="1817825" y="223012"/>
                  </a:lnTo>
                  <a:close/>
                  <a:moveTo>
                    <a:pt x="2031265" y="59924"/>
                  </a:moveTo>
                  <a:lnTo>
                    <a:pt x="2066820" y="91611"/>
                  </a:lnTo>
                  <a:lnTo>
                    <a:pt x="1981858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01" name="Candidate_density__2100">
              <a:extLst>
                <a:ext uri="{FF2B5EF4-FFF2-40B4-BE49-F238E27FC236}">
                  <a16:creationId xmlns:a16="http://schemas.microsoft.com/office/drawing/2014/main" id="{7D0450B3-990A-587B-9EBA-0F6F1C54417F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495425"/>
              <a:ext cx="2662279" cy="3128396"/>
            </a:xfrm>
            <a:custGeom>
              <a:avLst/>
              <a:gdLst/>
              <a:ahLst/>
              <a:cxnLst/>
              <a:rect l="0" t="0" r="0" b="0"/>
              <a:pathLst>
                <a:path w="2662279" h="3128396">
                  <a:moveTo>
                    <a:pt x="935273" y="2505583"/>
                  </a:moveTo>
                  <a:lnTo>
                    <a:pt x="886861" y="2423367"/>
                  </a:lnTo>
                  <a:lnTo>
                    <a:pt x="877770" y="2525749"/>
                  </a:lnTo>
                  <a:close/>
                  <a:moveTo>
                    <a:pt x="886861" y="2423367"/>
                  </a:moveTo>
                  <a:lnTo>
                    <a:pt x="875481" y="2427517"/>
                  </a:lnTo>
                  <a:lnTo>
                    <a:pt x="877770" y="2525749"/>
                  </a:lnTo>
                  <a:close/>
                  <a:moveTo>
                    <a:pt x="546748" y="2094507"/>
                  </a:moveTo>
                  <a:lnTo>
                    <a:pt x="425709" y="2050346"/>
                  </a:lnTo>
                  <a:lnTo>
                    <a:pt x="425825" y="2050728"/>
                  </a:lnTo>
                  <a:close/>
                  <a:moveTo>
                    <a:pt x="425825" y="2050728"/>
                  </a:moveTo>
                  <a:lnTo>
                    <a:pt x="425916" y="2053267"/>
                  </a:lnTo>
                  <a:lnTo>
                    <a:pt x="546748" y="2094507"/>
                  </a:lnTo>
                  <a:close/>
                  <a:moveTo>
                    <a:pt x="910344" y="2302716"/>
                  </a:moveTo>
                  <a:lnTo>
                    <a:pt x="875550" y="2404538"/>
                  </a:lnTo>
                  <a:lnTo>
                    <a:pt x="886861" y="2423367"/>
                  </a:lnTo>
                  <a:close/>
                  <a:moveTo>
                    <a:pt x="496935" y="1888391"/>
                  </a:moveTo>
                  <a:lnTo>
                    <a:pt x="413525" y="1930077"/>
                  </a:lnTo>
                  <a:lnTo>
                    <a:pt x="491963" y="1891640"/>
                  </a:lnTo>
                  <a:close/>
                  <a:moveTo>
                    <a:pt x="564228" y="1861327"/>
                  </a:moveTo>
                  <a:lnTo>
                    <a:pt x="444069" y="1905936"/>
                  </a:lnTo>
                  <a:lnTo>
                    <a:pt x="496935" y="1888391"/>
                  </a:lnTo>
                  <a:close/>
                  <a:moveTo>
                    <a:pt x="53448" y="1409973"/>
                  </a:moveTo>
                  <a:lnTo>
                    <a:pt x="41762" y="1516408"/>
                  </a:lnTo>
                  <a:lnTo>
                    <a:pt x="98633" y="1398350"/>
                  </a:lnTo>
                  <a:close/>
                  <a:moveTo>
                    <a:pt x="98633" y="1398350"/>
                  </a:moveTo>
                  <a:lnTo>
                    <a:pt x="41762" y="1516408"/>
                  </a:lnTo>
                  <a:lnTo>
                    <a:pt x="44290" y="1519002"/>
                  </a:lnTo>
                  <a:close/>
                  <a:moveTo>
                    <a:pt x="107235" y="1267337"/>
                  </a:moveTo>
                  <a:lnTo>
                    <a:pt x="82021" y="1247151"/>
                  </a:lnTo>
                  <a:lnTo>
                    <a:pt x="0" y="1354571"/>
                  </a:lnTo>
                  <a:close/>
                  <a:moveTo>
                    <a:pt x="496935" y="1888391"/>
                  </a:moveTo>
                  <a:lnTo>
                    <a:pt x="501198" y="1888882"/>
                  </a:lnTo>
                  <a:lnTo>
                    <a:pt x="564228" y="1861327"/>
                  </a:lnTo>
                  <a:close/>
                  <a:moveTo>
                    <a:pt x="140102" y="1233919"/>
                  </a:moveTo>
                  <a:lnTo>
                    <a:pt x="189020" y="1277698"/>
                  </a:lnTo>
                  <a:lnTo>
                    <a:pt x="171540" y="1195483"/>
                  </a:lnTo>
                  <a:close/>
                  <a:moveTo>
                    <a:pt x="140102" y="1233919"/>
                  </a:moveTo>
                  <a:lnTo>
                    <a:pt x="171540" y="1195483"/>
                  </a:lnTo>
                  <a:lnTo>
                    <a:pt x="92007" y="1210402"/>
                  </a:lnTo>
                  <a:close/>
                  <a:moveTo>
                    <a:pt x="171540" y="1195483"/>
                  </a:moveTo>
                  <a:lnTo>
                    <a:pt x="130234" y="1138125"/>
                  </a:lnTo>
                  <a:lnTo>
                    <a:pt x="92007" y="1210402"/>
                  </a:lnTo>
                  <a:close/>
                  <a:moveTo>
                    <a:pt x="1780019" y="2977619"/>
                  </a:moveTo>
                  <a:lnTo>
                    <a:pt x="1764199" y="3067383"/>
                  </a:lnTo>
                  <a:lnTo>
                    <a:pt x="1805084" y="2965779"/>
                  </a:lnTo>
                  <a:close/>
                  <a:moveTo>
                    <a:pt x="1805084" y="2965779"/>
                  </a:moveTo>
                  <a:lnTo>
                    <a:pt x="1793424" y="3086430"/>
                  </a:lnTo>
                  <a:lnTo>
                    <a:pt x="1857426" y="3047994"/>
                  </a:lnTo>
                  <a:close/>
                  <a:moveTo>
                    <a:pt x="1727034" y="3004215"/>
                  </a:moveTo>
                  <a:lnTo>
                    <a:pt x="1764199" y="3067383"/>
                  </a:lnTo>
                  <a:lnTo>
                    <a:pt x="1780019" y="2977619"/>
                  </a:lnTo>
                  <a:close/>
                  <a:moveTo>
                    <a:pt x="589564" y="1525651"/>
                  </a:moveTo>
                  <a:lnTo>
                    <a:pt x="600459" y="1485907"/>
                  </a:lnTo>
                  <a:lnTo>
                    <a:pt x="543769" y="1524343"/>
                  </a:lnTo>
                  <a:close/>
                  <a:moveTo>
                    <a:pt x="171540" y="1195483"/>
                  </a:moveTo>
                  <a:lnTo>
                    <a:pt x="189020" y="1277698"/>
                  </a:lnTo>
                  <a:lnTo>
                    <a:pt x="271139" y="1239262"/>
                  </a:lnTo>
                  <a:close/>
                  <a:moveTo>
                    <a:pt x="137516" y="1101942"/>
                  </a:moveTo>
                  <a:lnTo>
                    <a:pt x="130234" y="1138125"/>
                  </a:lnTo>
                  <a:lnTo>
                    <a:pt x="213033" y="1074832"/>
                  </a:lnTo>
                  <a:close/>
                  <a:moveTo>
                    <a:pt x="213033" y="1074832"/>
                  </a:moveTo>
                  <a:lnTo>
                    <a:pt x="130234" y="1138125"/>
                  </a:lnTo>
                  <a:lnTo>
                    <a:pt x="171540" y="1195483"/>
                  </a:lnTo>
                  <a:close/>
                  <a:moveTo>
                    <a:pt x="213033" y="1074832"/>
                  </a:moveTo>
                  <a:lnTo>
                    <a:pt x="171540" y="1195483"/>
                  </a:lnTo>
                  <a:lnTo>
                    <a:pt x="223275" y="1157046"/>
                  </a:lnTo>
                  <a:close/>
                  <a:moveTo>
                    <a:pt x="87007" y="976504"/>
                  </a:moveTo>
                  <a:lnTo>
                    <a:pt x="138698" y="1000890"/>
                  </a:lnTo>
                  <a:lnTo>
                    <a:pt x="93654" y="948837"/>
                  </a:lnTo>
                  <a:close/>
                  <a:moveTo>
                    <a:pt x="93654" y="948837"/>
                  </a:moveTo>
                  <a:lnTo>
                    <a:pt x="155778" y="992617"/>
                  </a:lnTo>
                  <a:lnTo>
                    <a:pt x="151392" y="910401"/>
                  </a:lnTo>
                  <a:close/>
                  <a:moveTo>
                    <a:pt x="1857426" y="3047994"/>
                  </a:moveTo>
                  <a:lnTo>
                    <a:pt x="1915321" y="3128396"/>
                  </a:lnTo>
                  <a:lnTo>
                    <a:pt x="1923723" y="3021474"/>
                  </a:lnTo>
                  <a:close/>
                  <a:moveTo>
                    <a:pt x="813008" y="1588554"/>
                  </a:moveTo>
                  <a:lnTo>
                    <a:pt x="760743" y="1529686"/>
                  </a:lnTo>
                  <a:lnTo>
                    <a:pt x="807684" y="1621306"/>
                  </a:lnTo>
                  <a:close/>
                  <a:moveTo>
                    <a:pt x="807684" y="1621306"/>
                  </a:moveTo>
                  <a:lnTo>
                    <a:pt x="760743" y="1529686"/>
                  </a:lnTo>
                  <a:lnTo>
                    <a:pt x="691629" y="1554972"/>
                  </a:lnTo>
                  <a:close/>
                  <a:moveTo>
                    <a:pt x="807684" y="1621306"/>
                  </a:moveTo>
                  <a:lnTo>
                    <a:pt x="691629" y="1554972"/>
                  </a:lnTo>
                  <a:lnTo>
                    <a:pt x="738810" y="1616707"/>
                  </a:lnTo>
                  <a:close/>
                  <a:moveTo>
                    <a:pt x="623980" y="1549377"/>
                  </a:moveTo>
                  <a:lnTo>
                    <a:pt x="600459" y="1485907"/>
                  </a:lnTo>
                  <a:lnTo>
                    <a:pt x="589564" y="1525651"/>
                  </a:lnTo>
                  <a:close/>
                  <a:moveTo>
                    <a:pt x="684134" y="1460974"/>
                  </a:moveTo>
                  <a:lnTo>
                    <a:pt x="600459" y="1485907"/>
                  </a:lnTo>
                  <a:lnTo>
                    <a:pt x="623980" y="1549377"/>
                  </a:lnTo>
                  <a:close/>
                  <a:moveTo>
                    <a:pt x="691629" y="1554972"/>
                  </a:moveTo>
                  <a:lnTo>
                    <a:pt x="684134" y="1460974"/>
                  </a:lnTo>
                  <a:lnTo>
                    <a:pt x="623980" y="1549377"/>
                  </a:lnTo>
                  <a:close/>
                  <a:moveTo>
                    <a:pt x="254129" y="892286"/>
                  </a:moveTo>
                  <a:lnTo>
                    <a:pt x="237080" y="881407"/>
                  </a:lnTo>
                  <a:lnTo>
                    <a:pt x="151392" y="910401"/>
                  </a:lnTo>
                  <a:close/>
                  <a:moveTo>
                    <a:pt x="192451" y="876885"/>
                  </a:moveTo>
                  <a:lnTo>
                    <a:pt x="151392" y="910401"/>
                  </a:lnTo>
                  <a:lnTo>
                    <a:pt x="237080" y="881407"/>
                  </a:lnTo>
                  <a:close/>
                  <a:moveTo>
                    <a:pt x="321994" y="867365"/>
                  </a:moveTo>
                  <a:lnTo>
                    <a:pt x="237080" y="881407"/>
                  </a:lnTo>
                  <a:lnTo>
                    <a:pt x="306109" y="871965"/>
                  </a:lnTo>
                  <a:close/>
                  <a:moveTo>
                    <a:pt x="192451" y="876885"/>
                  </a:moveTo>
                  <a:lnTo>
                    <a:pt x="237080" y="881407"/>
                  </a:lnTo>
                  <a:lnTo>
                    <a:pt x="321994" y="867365"/>
                  </a:lnTo>
                  <a:close/>
                  <a:moveTo>
                    <a:pt x="237080" y="881407"/>
                  </a:moveTo>
                  <a:lnTo>
                    <a:pt x="254129" y="892286"/>
                  </a:lnTo>
                  <a:lnTo>
                    <a:pt x="306109" y="871965"/>
                  </a:lnTo>
                  <a:close/>
                  <a:moveTo>
                    <a:pt x="2027961" y="3009557"/>
                  </a:moveTo>
                  <a:lnTo>
                    <a:pt x="2074836" y="3091773"/>
                  </a:lnTo>
                  <a:lnTo>
                    <a:pt x="2143000" y="3053336"/>
                  </a:lnTo>
                  <a:close/>
                  <a:moveTo>
                    <a:pt x="1169559" y="1870461"/>
                  </a:moveTo>
                  <a:lnTo>
                    <a:pt x="1116795" y="1888389"/>
                  </a:lnTo>
                  <a:lnTo>
                    <a:pt x="1043227" y="1891989"/>
                  </a:lnTo>
                  <a:close/>
                  <a:moveTo>
                    <a:pt x="1235631" y="1838838"/>
                  </a:moveTo>
                  <a:lnTo>
                    <a:pt x="1116795" y="1888389"/>
                  </a:lnTo>
                  <a:lnTo>
                    <a:pt x="1169559" y="1870461"/>
                  </a:lnTo>
                  <a:close/>
                  <a:moveTo>
                    <a:pt x="1221871" y="1827224"/>
                  </a:moveTo>
                  <a:lnTo>
                    <a:pt x="1100433" y="1827213"/>
                  </a:lnTo>
                  <a:lnTo>
                    <a:pt x="1130920" y="1858547"/>
                  </a:lnTo>
                  <a:close/>
                  <a:moveTo>
                    <a:pt x="984273" y="1598927"/>
                  </a:moveTo>
                  <a:lnTo>
                    <a:pt x="947726" y="1611901"/>
                  </a:lnTo>
                  <a:lnTo>
                    <a:pt x="1025526" y="1610604"/>
                  </a:lnTo>
                  <a:close/>
                  <a:moveTo>
                    <a:pt x="1025526" y="1610604"/>
                  </a:moveTo>
                  <a:lnTo>
                    <a:pt x="1099521" y="1655680"/>
                  </a:lnTo>
                  <a:lnTo>
                    <a:pt x="984273" y="1598927"/>
                  </a:lnTo>
                  <a:close/>
                  <a:moveTo>
                    <a:pt x="984273" y="1598927"/>
                  </a:moveTo>
                  <a:lnTo>
                    <a:pt x="1099521" y="1655680"/>
                  </a:lnTo>
                  <a:lnTo>
                    <a:pt x="1109523" y="1657784"/>
                  </a:lnTo>
                  <a:close/>
                  <a:moveTo>
                    <a:pt x="760743" y="1529686"/>
                  </a:moveTo>
                  <a:lnTo>
                    <a:pt x="813008" y="1588554"/>
                  </a:lnTo>
                  <a:lnTo>
                    <a:pt x="820195" y="1511042"/>
                  </a:lnTo>
                  <a:close/>
                  <a:moveTo>
                    <a:pt x="820195" y="1511042"/>
                  </a:moveTo>
                  <a:lnTo>
                    <a:pt x="905036" y="1438769"/>
                  </a:lnTo>
                  <a:lnTo>
                    <a:pt x="790130" y="1447470"/>
                  </a:lnTo>
                  <a:close/>
                  <a:moveTo>
                    <a:pt x="328506" y="867671"/>
                  </a:moveTo>
                  <a:lnTo>
                    <a:pt x="306109" y="871965"/>
                  </a:lnTo>
                  <a:lnTo>
                    <a:pt x="377344" y="859107"/>
                  </a:lnTo>
                  <a:close/>
                  <a:moveTo>
                    <a:pt x="377344" y="859107"/>
                  </a:moveTo>
                  <a:lnTo>
                    <a:pt x="306109" y="871965"/>
                  </a:lnTo>
                  <a:lnTo>
                    <a:pt x="254129" y="892286"/>
                  </a:lnTo>
                  <a:close/>
                  <a:moveTo>
                    <a:pt x="321994" y="867365"/>
                  </a:moveTo>
                  <a:lnTo>
                    <a:pt x="306109" y="871965"/>
                  </a:lnTo>
                  <a:lnTo>
                    <a:pt x="328506" y="867671"/>
                  </a:lnTo>
                  <a:close/>
                  <a:moveTo>
                    <a:pt x="2162711" y="3048457"/>
                  </a:moveTo>
                  <a:lnTo>
                    <a:pt x="2232152" y="2952502"/>
                  </a:lnTo>
                  <a:lnTo>
                    <a:pt x="2142347" y="2964921"/>
                  </a:lnTo>
                  <a:close/>
                  <a:moveTo>
                    <a:pt x="2232152" y="2952502"/>
                  </a:moveTo>
                  <a:lnTo>
                    <a:pt x="2241013" y="2874675"/>
                  </a:lnTo>
                  <a:lnTo>
                    <a:pt x="2142347" y="2964921"/>
                  </a:lnTo>
                  <a:close/>
                  <a:moveTo>
                    <a:pt x="1778671" y="2395615"/>
                  </a:moveTo>
                  <a:lnTo>
                    <a:pt x="1800227" y="2460729"/>
                  </a:lnTo>
                  <a:lnTo>
                    <a:pt x="1881696" y="2367216"/>
                  </a:lnTo>
                  <a:close/>
                  <a:moveTo>
                    <a:pt x="1881696" y="2367216"/>
                  </a:moveTo>
                  <a:lnTo>
                    <a:pt x="1800227" y="2460729"/>
                  </a:lnTo>
                  <a:lnTo>
                    <a:pt x="1806988" y="2366557"/>
                  </a:lnTo>
                  <a:close/>
                  <a:moveTo>
                    <a:pt x="1650933" y="2231185"/>
                  </a:moveTo>
                  <a:lnTo>
                    <a:pt x="1769792" y="2274964"/>
                  </a:lnTo>
                  <a:lnTo>
                    <a:pt x="1708691" y="2192749"/>
                  </a:lnTo>
                  <a:close/>
                  <a:moveTo>
                    <a:pt x="1025526" y="1610604"/>
                  </a:moveTo>
                  <a:lnTo>
                    <a:pt x="995811" y="1655680"/>
                  </a:lnTo>
                  <a:lnTo>
                    <a:pt x="1052473" y="1643573"/>
                  </a:lnTo>
                  <a:close/>
                  <a:moveTo>
                    <a:pt x="1052473" y="1643573"/>
                  </a:moveTo>
                  <a:lnTo>
                    <a:pt x="1099521" y="1655680"/>
                  </a:lnTo>
                  <a:lnTo>
                    <a:pt x="1025526" y="1610604"/>
                  </a:lnTo>
                  <a:close/>
                  <a:moveTo>
                    <a:pt x="915705" y="1393894"/>
                  </a:moveTo>
                  <a:lnTo>
                    <a:pt x="994221" y="1390654"/>
                  </a:lnTo>
                  <a:lnTo>
                    <a:pt x="978567" y="1303289"/>
                  </a:lnTo>
                  <a:close/>
                  <a:moveTo>
                    <a:pt x="1049697" y="1370598"/>
                  </a:moveTo>
                  <a:lnTo>
                    <a:pt x="994221" y="1390654"/>
                  </a:lnTo>
                  <a:lnTo>
                    <a:pt x="992534" y="1487252"/>
                  </a:lnTo>
                  <a:close/>
                  <a:moveTo>
                    <a:pt x="495377" y="892692"/>
                  </a:moveTo>
                  <a:lnTo>
                    <a:pt x="483324" y="833528"/>
                  </a:lnTo>
                  <a:lnTo>
                    <a:pt x="455942" y="874313"/>
                  </a:lnTo>
                  <a:close/>
                  <a:moveTo>
                    <a:pt x="565019" y="796574"/>
                  </a:moveTo>
                  <a:lnTo>
                    <a:pt x="483324" y="833528"/>
                  </a:lnTo>
                  <a:lnTo>
                    <a:pt x="495377" y="892692"/>
                  </a:lnTo>
                  <a:close/>
                  <a:moveTo>
                    <a:pt x="576708" y="887163"/>
                  </a:moveTo>
                  <a:lnTo>
                    <a:pt x="565019" y="796574"/>
                  </a:lnTo>
                  <a:lnTo>
                    <a:pt x="495377" y="892692"/>
                  </a:lnTo>
                  <a:close/>
                  <a:moveTo>
                    <a:pt x="2242611" y="2843908"/>
                  </a:moveTo>
                  <a:lnTo>
                    <a:pt x="2298299" y="2810199"/>
                  </a:lnTo>
                  <a:lnTo>
                    <a:pt x="2227354" y="2823607"/>
                  </a:lnTo>
                  <a:close/>
                  <a:moveTo>
                    <a:pt x="2303558" y="2754858"/>
                  </a:moveTo>
                  <a:lnTo>
                    <a:pt x="2350034" y="2788426"/>
                  </a:lnTo>
                  <a:lnTo>
                    <a:pt x="2315264" y="2729818"/>
                  </a:lnTo>
                  <a:close/>
                  <a:moveTo>
                    <a:pt x="2087456" y="2408993"/>
                  </a:moveTo>
                  <a:lnTo>
                    <a:pt x="2008440" y="2412639"/>
                  </a:lnTo>
                  <a:lnTo>
                    <a:pt x="2094285" y="2503534"/>
                  </a:lnTo>
                  <a:close/>
                  <a:moveTo>
                    <a:pt x="1863671" y="2409150"/>
                  </a:moveTo>
                  <a:lnTo>
                    <a:pt x="1881696" y="2367216"/>
                  </a:lnTo>
                  <a:lnTo>
                    <a:pt x="1806988" y="2366557"/>
                  </a:lnTo>
                  <a:close/>
                  <a:moveTo>
                    <a:pt x="1863671" y="2409150"/>
                  </a:moveTo>
                  <a:lnTo>
                    <a:pt x="1922351" y="2422037"/>
                  </a:lnTo>
                  <a:lnTo>
                    <a:pt x="1881696" y="2367216"/>
                  </a:lnTo>
                  <a:close/>
                  <a:moveTo>
                    <a:pt x="2008440" y="2412639"/>
                  </a:moveTo>
                  <a:lnTo>
                    <a:pt x="1981189" y="2334702"/>
                  </a:lnTo>
                  <a:lnTo>
                    <a:pt x="1922351" y="2422037"/>
                  </a:lnTo>
                  <a:close/>
                  <a:moveTo>
                    <a:pt x="1800939" y="2154313"/>
                  </a:moveTo>
                  <a:lnTo>
                    <a:pt x="1794398" y="2265284"/>
                  </a:lnTo>
                  <a:lnTo>
                    <a:pt x="1812581" y="2172267"/>
                  </a:lnTo>
                  <a:close/>
                  <a:moveTo>
                    <a:pt x="1708691" y="2192749"/>
                  </a:moveTo>
                  <a:lnTo>
                    <a:pt x="1769792" y="2274964"/>
                  </a:lnTo>
                  <a:lnTo>
                    <a:pt x="1800939" y="2154313"/>
                  </a:lnTo>
                  <a:close/>
                  <a:moveTo>
                    <a:pt x="1505335" y="1743237"/>
                  </a:moveTo>
                  <a:lnTo>
                    <a:pt x="1480983" y="1781673"/>
                  </a:lnTo>
                  <a:lnTo>
                    <a:pt x="1518106" y="1825452"/>
                  </a:lnTo>
                  <a:close/>
                  <a:moveTo>
                    <a:pt x="1098581" y="1414376"/>
                  </a:moveTo>
                  <a:lnTo>
                    <a:pt x="1152007" y="1374435"/>
                  </a:lnTo>
                  <a:lnTo>
                    <a:pt x="1049697" y="1370598"/>
                  </a:lnTo>
                  <a:close/>
                  <a:moveTo>
                    <a:pt x="1078975" y="1452813"/>
                  </a:moveTo>
                  <a:lnTo>
                    <a:pt x="1098581" y="1414376"/>
                  </a:lnTo>
                  <a:lnTo>
                    <a:pt x="1049697" y="1370598"/>
                  </a:lnTo>
                  <a:close/>
                  <a:moveTo>
                    <a:pt x="1899964" y="2220319"/>
                  </a:moveTo>
                  <a:lnTo>
                    <a:pt x="1940417" y="2156361"/>
                  </a:lnTo>
                  <a:lnTo>
                    <a:pt x="1812581" y="2172267"/>
                  </a:lnTo>
                  <a:close/>
                  <a:moveTo>
                    <a:pt x="1993594" y="2076525"/>
                  </a:moveTo>
                  <a:lnTo>
                    <a:pt x="1860573" y="2073044"/>
                  </a:lnTo>
                  <a:lnTo>
                    <a:pt x="1917969" y="2072431"/>
                  </a:lnTo>
                  <a:close/>
                  <a:moveTo>
                    <a:pt x="1518106" y="1825452"/>
                  </a:moveTo>
                  <a:lnTo>
                    <a:pt x="1518525" y="1807326"/>
                  </a:lnTo>
                  <a:lnTo>
                    <a:pt x="1505335" y="1743237"/>
                  </a:lnTo>
                  <a:close/>
                  <a:moveTo>
                    <a:pt x="1505335" y="1743237"/>
                  </a:moveTo>
                  <a:lnTo>
                    <a:pt x="1518525" y="1807326"/>
                  </a:lnTo>
                  <a:lnTo>
                    <a:pt x="1603986" y="1734478"/>
                  </a:lnTo>
                  <a:close/>
                  <a:moveTo>
                    <a:pt x="1603986" y="1734478"/>
                  </a:moveTo>
                  <a:lnTo>
                    <a:pt x="1580748" y="1717239"/>
                  </a:lnTo>
                  <a:lnTo>
                    <a:pt x="1505335" y="1743237"/>
                  </a:lnTo>
                  <a:close/>
                  <a:moveTo>
                    <a:pt x="1580748" y="1717239"/>
                  </a:moveTo>
                  <a:lnTo>
                    <a:pt x="1630578" y="1637229"/>
                  </a:lnTo>
                  <a:lnTo>
                    <a:pt x="1529134" y="1669818"/>
                  </a:lnTo>
                  <a:close/>
                  <a:moveTo>
                    <a:pt x="1271328" y="1326696"/>
                  </a:moveTo>
                  <a:lnTo>
                    <a:pt x="1222288" y="1358545"/>
                  </a:lnTo>
                  <a:lnTo>
                    <a:pt x="1152007" y="1374435"/>
                  </a:lnTo>
                  <a:close/>
                  <a:moveTo>
                    <a:pt x="771255" y="571636"/>
                  </a:moveTo>
                  <a:lnTo>
                    <a:pt x="645576" y="595603"/>
                  </a:lnTo>
                  <a:lnTo>
                    <a:pt x="702833" y="594478"/>
                  </a:lnTo>
                  <a:close/>
                  <a:moveTo>
                    <a:pt x="2046636" y="2181403"/>
                  </a:moveTo>
                  <a:lnTo>
                    <a:pt x="1940417" y="2156361"/>
                  </a:lnTo>
                  <a:lnTo>
                    <a:pt x="1986195" y="2198091"/>
                  </a:lnTo>
                  <a:close/>
                  <a:moveTo>
                    <a:pt x="1917969" y="2072431"/>
                  </a:moveTo>
                  <a:lnTo>
                    <a:pt x="1958307" y="2092528"/>
                  </a:lnTo>
                  <a:lnTo>
                    <a:pt x="1993594" y="2076525"/>
                  </a:lnTo>
                  <a:close/>
                  <a:moveTo>
                    <a:pt x="771255" y="571636"/>
                  </a:moveTo>
                  <a:lnTo>
                    <a:pt x="822875" y="549432"/>
                  </a:lnTo>
                  <a:lnTo>
                    <a:pt x="804273" y="553789"/>
                  </a:lnTo>
                  <a:close/>
                  <a:moveTo>
                    <a:pt x="875176" y="466320"/>
                  </a:moveTo>
                  <a:lnTo>
                    <a:pt x="804273" y="553789"/>
                  </a:lnTo>
                  <a:lnTo>
                    <a:pt x="835039" y="515353"/>
                  </a:lnTo>
                  <a:close/>
                  <a:moveTo>
                    <a:pt x="2662279" y="2544909"/>
                  </a:moveTo>
                  <a:lnTo>
                    <a:pt x="2555225" y="2567880"/>
                  </a:lnTo>
                  <a:lnTo>
                    <a:pt x="2556491" y="2570730"/>
                  </a:lnTo>
                  <a:close/>
                  <a:moveTo>
                    <a:pt x="2541892" y="2482098"/>
                  </a:moveTo>
                  <a:lnTo>
                    <a:pt x="2555225" y="2567880"/>
                  </a:lnTo>
                  <a:lnTo>
                    <a:pt x="2662279" y="2544909"/>
                  </a:lnTo>
                  <a:close/>
                  <a:moveTo>
                    <a:pt x="1000596" y="441387"/>
                  </a:moveTo>
                  <a:lnTo>
                    <a:pt x="875176" y="466320"/>
                  </a:lnTo>
                  <a:lnTo>
                    <a:pt x="926965" y="444750"/>
                  </a:lnTo>
                  <a:close/>
                  <a:moveTo>
                    <a:pt x="1738434" y="1034231"/>
                  </a:moveTo>
                  <a:lnTo>
                    <a:pt x="1662201" y="1111059"/>
                  </a:lnTo>
                  <a:lnTo>
                    <a:pt x="1694734" y="1096201"/>
                  </a:lnTo>
                  <a:close/>
                  <a:moveTo>
                    <a:pt x="1471098" y="945053"/>
                  </a:moveTo>
                  <a:lnTo>
                    <a:pt x="1535727" y="931770"/>
                  </a:lnTo>
                  <a:lnTo>
                    <a:pt x="1469686" y="865403"/>
                  </a:lnTo>
                  <a:close/>
                  <a:moveTo>
                    <a:pt x="958419" y="458339"/>
                  </a:moveTo>
                  <a:lnTo>
                    <a:pt x="1000596" y="441387"/>
                  </a:lnTo>
                  <a:lnTo>
                    <a:pt x="926965" y="444750"/>
                  </a:lnTo>
                  <a:close/>
                  <a:moveTo>
                    <a:pt x="958419" y="458339"/>
                  </a:moveTo>
                  <a:lnTo>
                    <a:pt x="1038750" y="453623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82656" y="469538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90868" y="471845"/>
                  </a:lnTo>
                  <a:lnTo>
                    <a:pt x="1082656" y="469538"/>
                  </a:lnTo>
                  <a:close/>
                  <a:moveTo>
                    <a:pt x="1038750" y="453623"/>
                  </a:moveTo>
                  <a:lnTo>
                    <a:pt x="1066763" y="473569"/>
                  </a:lnTo>
                  <a:lnTo>
                    <a:pt x="1149758" y="505217"/>
                  </a:lnTo>
                  <a:close/>
                  <a:moveTo>
                    <a:pt x="1090868" y="471845"/>
                  </a:moveTo>
                  <a:lnTo>
                    <a:pt x="1149758" y="505217"/>
                  </a:lnTo>
                  <a:lnTo>
                    <a:pt x="1225221" y="508704"/>
                  </a:lnTo>
                  <a:close/>
                  <a:moveTo>
                    <a:pt x="2006492" y="1263939"/>
                  </a:moveTo>
                  <a:lnTo>
                    <a:pt x="1922516" y="1260631"/>
                  </a:lnTo>
                  <a:lnTo>
                    <a:pt x="1885925" y="1307018"/>
                  </a:lnTo>
                  <a:close/>
                  <a:moveTo>
                    <a:pt x="2006492" y="1263939"/>
                  </a:moveTo>
                  <a:lnTo>
                    <a:pt x="1885925" y="1307018"/>
                  </a:lnTo>
                  <a:lnTo>
                    <a:pt x="1935247" y="1276224"/>
                  </a:lnTo>
                  <a:close/>
                  <a:moveTo>
                    <a:pt x="1694734" y="1096201"/>
                  </a:moveTo>
                  <a:lnTo>
                    <a:pt x="1685202" y="1113866"/>
                  </a:lnTo>
                  <a:lnTo>
                    <a:pt x="1744398" y="1144326"/>
                  </a:lnTo>
                  <a:close/>
                  <a:moveTo>
                    <a:pt x="1591061" y="825342"/>
                  </a:moveTo>
                  <a:lnTo>
                    <a:pt x="1579422" y="817488"/>
                  </a:lnTo>
                  <a:lnTo>
                    <a:pt x="1535727" y="931770"/>
                  </a:lnTo>
                  <a:close/>
                  <a:moveTo>
                    <a:pt x="1646369" y="823653"/>
                  </a:moveTo>
                  <a:lnTo>
                    <a:pt x="1624620" y="741242"/>
                  </a:lnTo>
                  <a:lnTo>
                    <a:pt x="1579422" y="817488"/>
                  </a:lnTo>
                  <a:close/>
                  <a:moveTo>
                    <a:pt x="1160613" y="515235"/>
                  </a:moveTo>
                  <a:lnTo>
                    <a:pt x="1231502" y="518196"/>
                  </a:lnTo>
                  <a:lnTo>
                    <a:pt x="1225221" y="508704"/>
                  </a:lnTo>
                  <a:close/>
                  <a:moveTo>
                    <a:pt x="1231502" y="518196"/>
                  </a:moveTo>
                  <a:lnTo>
                    <a:pt x="1272765" y="438479"/>
                  </a:lnTo>
                  <a:lnTo>
                    <a:pt x="1225221" y="508704"/>
                  </a:lnTo>
                  <a:close/>
                  <a:moveTo>
                    <a:pt x="2185531" y="1528523"/>
                  </a:moveTo>
                  <a:lnTo>
                    <a:pt x="2218652" y="1499857"/>
                  </a:lnTo>
                  <a:lnTo>
                    <a:pt x="2148626" y="1516694"/>
                  </a:lnTo>
                  <a:close/>
                  <a:moveTo>
                    <a:pt x="1962315" y="1288532"/>
                  </a:moveTo>
                  <a:lnTo>
                    <a:pt x="2006492" y="1263939"/>
                  </a:lnTo>
                  <a:lnTo>
                    <a:pt x="1935247" y="1276224"/>
                  </a:lnTo>
                  <a:close/>
                  <a:moveTo>
                    <a:pt x="1962315" y="1288532"/>
                  </a:moveTo>
                  <a:lnTo>
                    <a:pt x="2040207" y="1285799"/>
                  </a:lnTo>
                  <a:lnTo>
                    <a:pt x="2006492" y="1263939"/>
                  </a:lnTo>
                  <a:close/>
                  <a:moveTo>
                    <a:pt x="1392957" y="279392"/>
                  </a:moveTo>
                  <a:lnTo>
                    <a:pt x="1417586" y="388004"/>
                  </a:lnTo>
                  <a:lnTo>
                    <a:pt x="1443401" y="336725"/>
                  </a:lnTo>
                  <a:close/>
                  <a:moveTo>
                    <a:pt x="1417586" y="388004"/>
                  </a:moveTo>
                  <a:lnTo>
                    <a:pt x="1472177" y="361607"/>
                  </a:lnTo>
                  <a:lnTo>
                    <a:pt x="1443401" y="336725"/>
                  </a:lnTo>
                  <a:close/>
                  <a:moveTo>
                    <a:pt x="1918673" y="783851"/>
                  </a:moveTo>
                  <a:lnTo>
                    <a:pt x="1863046" y="791073"/>
                  </a:lnTo>
                  <a:lnTo>
                    <a:pt x="1789856" y="796089"/>
                  </a:lnTo>
                  <a:close/>
                  <a:moveTo>
                    <a:pt x="1918673" y="783851"/>
                  </a:moveTo>
                  <a:lnTo>
                    <a:pt x="1789856" y="796089"/>
                  </a:lnTo>
                  <a:lnTo>
                    <a:pt x="1842319" y="777033"/>
                  </a:lnTo>
                  <a:close/>
                  <a:moveTo>
                    <a:pt x="1863046" y="791073"/>
                  </a:moveTo>
                  <a:lnTo>
                    <a:pt x="1918673" y="783851"/>
                  </a:lnTo>
                  <a:lnTo>
                    <a:pt x="1882721" y="772682"/>
                  </a:lnTo>
                  <a:close/>
                  <a:moveTo>
                    <a:pt x="1766804" y="494697"/>
                  </a:moveTo>
                  <a:lnTo>
                    <a:pt x="1757645" y="493504"/>
                  </a:lnTo>
                  <a:lnTo>
                    <a:pt x="1751980" y="487600"/>
                  </a:lnTo>
                  <a:close/>
                  <a:moveTo>
                    <a:pt x="1543922" y="323170"/>
                  </a:moveTo>
                  <a:lnTo>
                    <a:pt x="1483457" y="271283"/>
                  </a:lnTo>
                  <a:lnTo>
                    <a:pt x="1443401" y="336725"/>
                  </a:lnTo>
                  <a:close/>
                  <a:moveTo>
                    <a:pt x="2068000" y="778024"/>
                  </a:moveTo>
                  <a:lnTo>
                    <a:pt x="2041390" y="784376"/>
                  </a:lnTo>
                  <a:lnTo>
                    <a:pt x="2049174" y="878141"/>
                  </a:lnTo>
                  <a:close/>
                  <a:moveTo>
                    <a:pt x="1766804" y="494697"/>
                  </a:moveTo>
                  <a:lnTo>
                    <a:pt x="1750019" y="495394"/>
                  </a:lnTo>
                  <a:lnTo>
                    <a:pt x="1813639" y="454599"/>
                  </a:lnTo>
                  <a:close/>
                  <a:moveTo>
                    <a:pt x="1766804" y="494697"/>
                  </a:moveTo>
                  <a:lnTo>
                    <a:pt x="1813639" y="454599"/>
                  </a:lnTo>
                  <a:lnTo>
                    <a:pt x="1772666" y="487600"/>
                  </a:lnTo>
                  <a:close/>
                  <a:moveTo>
                    <a:pt x="1813639" y="454599"/>
                  </a:moveTo>
                  <a:lnTo>
                    <a:pt x="1818537" y="449163"/>
                  </a:lnTo>
                  <a:lnTo>
                    <a:pt x="1772666" y="487600"/>
                  </a:lnTo>
                  <a:close/>
                  <a:moveTo>
                    <a:pt x="1483457" y="271283"/>
                  </a:moveTo>
                  <a:lnTo>
                    <a:pt x="1543922" y="323170"/>
                  </a:lnTo>
                  <a:lnTo>
                    <a:pt x="1552594" y="202518"/>
                  </a:lnTo>
                  <a:close/>
                  <a:moveTo>
                    <a:pt x="2141375" y="628775"/>
                  </a:moveTo>
                  <a:lnTo>
                    <a:pt x="2161121" y="575157"/>
                  </a:lnTo>
                  <a:lnTo>
                    <a:pt x="2105369" y="613594"/>
                  </a:lnTo>
                  <a:close/>
                  <a:moveTo>
                    <a:pt x="1907541" y="311824"/>
                  </a:moveTo>
                  <a:lnTo>
                    <a:pt x="1846233" y="281891"/>
                  </a:lnTo>
                  <a:lnTo>
                    <a:pt x="1922257" y="328512"/>
                  </a:lnTo>
                  <a:close/>
                  <a:moveTo>
                    <a:pt x="1641535" y="26845"/>
                  </a:moveTo>
                  <a:lnTo>
                    <a:pt x="1605830" y="38087"/>
                  </a:lnTo>
                  <a:lnTo>
                    <a:pt x="1681442" y="23794"/>
                  </a:lnTo>
                  <a:close/>
                  <a:moveTo>
                    <a:pt x="1641535" y="26845"/>
                  </a:moveTo>
                  <a:lnTo>
                    <a:pt x="1681442" y="23794"/>
                  </a:lnTo>
                  <a:lnTo>
                    <a:pt x="1749961" y="1317"/>
                  </a:lnTo>
                  <a:close/>
                  <a:moveTo>
                    <a:pt x="1749961" y="1317"/>
                  </a:moveTo>
                  <a:lnTo>
                    <a:pt x="1681442" y="23794"/>
                  </a:lnTo>
                  <a:lnTo>
                    <a:pt x="1810194" y="11317"/>
                  </a:lnTo>
                  <a:close/>
                  <a:moveTo>
                    <a:pt x="1881698" y="0"/>
                  </a:moveTo>
                  <a:lnTo>
                    <a:pt x="1749961" y="1317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881698" y="0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931203" y="12628"/>
                  </a:lnTo>
                  <a:lnTo>
                    <a:pt x="188169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02" name="Candidate_density__2101">
              <a:extLst>
                <a:ext uri="{FF2B5EF4-FFF2-40B4-BE49-F238E27FC236}">
                  <a16:creationId xmlns:a16="http://schemas.microsoft.com/office/drawing/2014/main" id="{98119E17-12D5-C19F-7F1A-4184517DC02B}"/>
                </a:ext>
              </a:extLst>
            </p:cNvPr>
            <p:cNvSpPr>
              <a:spLocks noGrp="1"/>
            </p:cNvSpPr>
            <p:nvPr/>
          </p:nvSpPr>
          <p:spPr>
            <a:xfrm>
              <a:off x="3850911" y="1725972"/>
              <a:ext cx="2350365" cy="2903516"/>
            </a:xfrm>
            <a:custGeom>
              <a:avLst/>
              <a:gdLst/>
              <a:ahLst/>
              <a:cxnLst/>
              <a:rect l="0" t="0" r="0" b="0"/>
              <a:pathLst>
                <a:path w="2350365" h="2903516">
                  <a:moveTo>
                    <a:pt x="67034" y="1292335"/>
                  </a:moveTo>
                  <a:lnTo>
                    <a:pt x="0" y="1409106"/>
                  </a:lnTo>
                  <a:lnTo>
                    <a:pt x="30248" y="1348270"/>
                  </a:lnTo>
                  <a:close/>
                  <a:moveTo>
                    <a:pt x="108410" y="1361848"/>
                  </a:moveTo>
                  <a:lnTo>
                    <a:pt x="164664" y="1356972"/>
                  </a:lnTo>
                  <a:lnTo>
                    <a:pt x="30248" y="1348270"/>
                  </a:lnTo>
                  <a:close/>
                  <a:moveTo>
                    <a:pt x="179713" y="1349781"/>
                  </a:moveTo>
                  <a:lnTo>
                    <a:pt x="194120" y="1370669"/>
                  </a:lnTo>
                  <a:lnTo>
                    <a:pt x="164664" y="1356972"/>
                  </a:lnTo>
                  <a:close/>
                  <a:moveTo>
                    <a:pt x="1065577" y="2280869"/>
                  </a:moveTo>
                  <a:lnTo>
                    <a:pt x="1014223" y="2304069"/>
                  </a:lnTo>
                  <a:lnTo>
                    <a:pt x="1141209" y="2284988"/>
                  </a:lnTo>
                  <a:close/>
                  <a:moveTo>
                    <a:pt x="50994" y="1005099"/>
                  </a:moveTo>
                  <a:lnTo>
                    <a:pt x="111372" y="1016604"/>
                  </a:lnTo>
                  <a:lnTo>
                    <a:pt x="53062" y="1003165"/>
                  </a:lnTo>
                  <a:close/>
                  <a:moveTo>
                    <a:pt x="1065577" y="2280869"/>
                  </a:moveTo>
                  <a:lnTo>
                    <a:pt x="1141209" y="2284988"/>
                  </a:lnTo>
                  <a:lnTo>
                    <a:pt x="1180954" y="2218385"/>
                  </a:lnTo>
                  <a:close/>
                  <a:moveTo>
                    <a:pt x="119636" y="964936"/>
                  </a:moveTo>
                  <a:lnTo>
                    <a:pt x="53903" y="1002734"/>
                  </a:lnTo>
                  <a:lnTo>
                    <a:pt x="159585" y="907577"/>
                  </a:lnTo>
                  <a:close/>
                  <a:moveTo>
                    <a:pt x="159585" y="907577"/>
                  </a:moveTo>
                  <a:lnTo>
                    <a:pt x="53903" y="1002734"/>
                  </a:lnTo>
                  <a:lnTo>
                    <a:pt x="53062" y="1003165"/>
                  </a:lnTo>
                  <a:close/>
                  <a:moveTo>
                    <a:pt x="1199199" y="2178932"/>
                  </a:moveTo>
                  <a:lnTo>
                    <a:pt x="1180954" y="2218385"/>
                  </a:lnTo>
                  <a:lnTo>
                    <a:pt x="1206109" y="2198162"/>
                  </a:lnTo>
                  <a:close/>
                  <a:moveTo>
                    <a:pt x="1217554" y="2140026"/>
                  </a:moveTo>
                  <a:lnTo>
                    <a:pt x="1242116" y="2168404"/>
                  </a:lnTo>
                  <a:lnTo>
                    <a:pt x="1281811" y="2101614"/>
                  </a:lnTo>
                  <a:close/>
                  <a:moveTo>
                    <a:pt x="1293885" y="2062454"/>
                  </a:moveTo>
                  <a:lnTo>
                    <a:pt x="1281811" y="2101614"/>
                  </a:lnTo>
                  <a:lnTo>
                    <a:pt x="1325851" y="2077511"/>
                  </a:lnTo>
                  <a:close/>
                  <a:moveTo>
                    <a:pt x="1325851" y="2077511"/>
                  </a:moveTo>
                  <a:lnTo>
                    <a:pt x="1347061" y="2066917"/>
                  </a:lnTo>
                  <a:lnTo>
                    <a:pt x="1293885" y="2062454"/>
                  </a:lnTo>
                  <a:close/>
                  <a:moveTo>
                    <a:pt x="652015" y="1203657"/>
                  </a:moveTo>
                  <a:lnTo>
                    <a:pt x="713485" y="1230427"/>
                  </a:lnTo>
                  <a:lnTo>
                    <a:pt x="720314" y="1180357"/>
                  </a:lnTo>
                  <a:close/>
                  <a:moveTo>
                    <a:pt x="1129784" y="1596666"/>
                  </a:moveTo>
                  <a:lnTo>
                    <a:pt x="1051482" y="1582567"/>
                  </a:lnTo>
                  <a:lnTo>
                    <a:pt x="996044" y="1582856"/>
                  </a:lnTo>
                  <a:close/>
                  <a:moveTo>
                    <a:pt x="2150094" y="2903516"/>
                  </a:moveTo>
                  <a:lnTo>
                    <a:pt x="2222785" y="2896637"/>
                  </a:lnTo>
                  <a:lnTo>
                    <a:pt x="2274663" y="2875398"/>
                  </a:lnTo>
                  <a:close/>
                  <a:moveTo>
                    <a:pt x="2230285" y="2861226"/>
                  </a:moveTo>
                  <a:lnTo>
                    <a:pt x="2280389" y="2822789"/>
                  </a:lnTo>
                  <a:lnTo>
                    <a:pt x="2274663" y="2875398"/>
                  </a:lnTo>
                  <a:close/>
                  <a:moveTo>
                    <a:pt x="1347447" y="1753992"/>
                  </a:moveTo>
                  <a:lnTo>
                    <a:pt x="1317536" y="1804778"/>
                  </a:lnTo>
                  <a:lnTo>
                    <a:pt x="1348083" y="1778707"/>
                  </a:lnTo>
                  <a:close/>
                  <a:moveTo>
                    <a:pt x="1348083" y="1778707"/>
                  </a:moveTo>
                  <a:lnTo>
                    <a:pt x="1317536" y="1804778"/>
                  </a:lnTo>
                  <a:lnTo>
                    <a:pt x="1306488" y="1852023"/>
                  </a:lnTo>
                  <a:close/>
                  <a:moveTo>
                    <a:pt x="1348083" y="1778707"/>
                  </a:moveTo>
                  <a:lnTo>
                    <a:pt x="1338823" y="1686144"/>
                  </a:lnTo>
                  <a:lnTo>
                    <a:pt x="1347447" y="1753992"/>
                  </a:lnTo>
                  <a:close/>
                  <a:moveTo>
                    <a:pt x="1338823" y="1686144"/>
                  </a:moveTo>
                  <a:lnTo>
                    <a:pt x="1340631" y="1671778"/>
                  </a:lnTo>
                  <a:lnTo>
                    <a:pt x="1347447" y="1753992"/>
                  </a:lnTo>
                  <a:close/>
                  <a:moveTo>
                    <a:pt x="1142942" y="1524022"/>
                  </a:moveTo>
                  <a:lnTo>
                    <a:pt x="1072220" y="1520926"/>
                  </a:lnTo>
                  <a:lnTo>
                    <a:pt x="1051482" y="1582567"/>
                  </a:lnTo>
                  <a:close/>
                  <a:moveTo>
                    <a:pt x="849828" y="1170727"/>
                  </a:moveTo>
                  <a:lnTo>
                    <a:pt x="787997" y="1130350"/>
                  </a:lnTo>
                  <a:lnTo>
                    <a:pt x="868404" y="1178487"/>
                  </a:lnTo>
                  <a:close/>
                  <a:moveTo>
                    <a:pt x="894174" y="906126"/>
                  </a:moveTo>
                  <a:lnTo>
                    <a:pt x="885142" y="893405"/>
                  </a:lnTo>
                  <a:lnTo>
                    <a:pt x="968648" y="943983"/>
                  </a:lnTo>
                  <a:close/>
                  <a:moveTo>
                    <a:pt x="852717" y="966328"/>
                  </a:moveTo>
                  <a:lnTo>
                    <a:pt x="885142" y="893405"/>
                  </a:lnTo>
                  <a:lnTo>
                    <a:pt x="894174" y="906126"/>
                  </a:lnTo>
                  <a:close/>
                  <a:moveTo>
                    <a:pt x="898890" y="700419"/>
                  </a:moveTo>
                  <a:lnTo>
                    <a:pt x="829105" y="696561"/>
                  </a:lnTo>
                  <a:lnTo>
                    <a:pt x="837913" y="811190"/>
                  </a:lnTo>
                  <a:close/>
                  <a:moveTo>
                    <a:pt x="821404" y="690539"/>
                  </a:moveTo>
                  <a:lnTo>
                    <a:pt x="829105" y="696561"/>
                  </a:lnTo>
                  <a:lnTo>
                    <a:pt x="835290" y="685969"/>
                  </a:lnTo>
                  <a:close/>
                  <a:moveTo>
                    <a:pt x="837629" y="694715"/>
                  </a:moveTo>
                  <a:lnTo>
                    <a:pt x="829105" y="696561"/>
                  </a:lnTo>
                  <a:lnTo>
                    <a:pt x="821404" y="690539"/>
                  </a:lnTo>
                  <a:close/>
                  <a:moveTo>
                    <a:pt x="1780147" y="1669816"/>
                  </a:moveTo>
                  <a:lnTo>
                    <a:pt x="1737642" y="1643779"/>
                  </a:lnTo>
                  <a:lnTo>
                    <a:pt x="1712077" y="1734870"/>
                  </a:lnTo>
                  <a:close/>
                  <a:moveTo>
                    <a:pt x="835290" y="685969"/>
                  </a:moveTo>
                  <a:lnTo>
                    <a:pt x="903934" y="663960"/>
                  </a:lnTo>
                  <a:lnTo>
                    <a:pt x="952945" y="632001"/>
                  </a:lnTo>
                  <a:close/>
                  <a:moveTo>
                    <a:pt x="952945" y="632001"/>
                  </a:moveTo>
                  <a:lnTo>
                    <a:pt x="903934" y="663960"/>
                  </a:lnTo>
                  <a:lnTo>
                    <a:pt x="1025864" y="625974"/>
                  </a:lnTo>
                  <a:close/>
                  <a:moveTo>
                    <a:pt x="1177517" y="914323"/>
                  </a:moveTo>
                  <a:lnTo>
                    <a:pt x="1086506" y="908759"/>
                  </a:lnTo>
                  <a:lnTo>
                    <a:pt x="1157648" y="911514"/>
                  </a:lnTo>
                  <a:close/>
                  <a:moveTo>
                    <a:pt x="2158035" y="1846893"/>
                  </a:moveTo>
                  <a:lnTo>
                    <a:pt x="2155782" y="1848771"/>
                  </a:lnTo>
                  <a:lnTo>
                    <a:pt x="2196472" y="1967544"/>
                  </a:lnTo>
                  <a:close/>
                  <a:moveTo>
                    <a:pt x="2151449" y="1846893"/>
                  </a:moveTo>
                  <a:lnTo>
                    <a:pt x="2074269" y="1822666"/>
                  </a:lnTo>
                  <a:lnTo>
                    <a:pt x="2037810" y="1781709"/>
                  </a:lnTo>
                  <a:close/>
                  <a:moveTo>
                    <a:pt x="1249910" y="906329"/>
                  </a:moveTo>
                  <a:lnTo>
                    <a:pt x="1307098" y="950698"/>
                  </a:lnTo>
                  <a:lnTo>
                    <a:pt x="1177517" y="914323"/>
                  </a:lnTo>
                  <a:close/>
                  <a:moveTo>
                    <a:pt x="1371163" y="865812"/>
                  </a:moveTo>
                  <a:lnTo>
                    <a:pt x="1301674" y="898747"/>
                  </a:lnTo>
                  <a:lnTo>
                    <a:pt x="1344743" y="880593"/>
                  </a:lnTo>
                  <a:close/>
                  <a:moveTo>
                    <a:pt x="2254802" y="1808456"/>
                  </a:moveTo>
                  <a:lnTo>
                    <a:pt x="2158035" y="1846893"/>
                  </a:lnTo>
                  <a:lnTo>
                    <a:pt x="2271697" y="1788299"/>
                  </a:lnTo>
                  <a:close/>
                  <a:moveTo>
                    <a:pt x="2275232" y="1709872"/>
                  </a:moveTo>
                  <a:lnTo>
                    <a:pt x="2254802" y="1808456"/>
                  </a:lnTo>
                  <a:lnTo>
                    <a:pt x="2271697" y="1788299"/>
                  </a:lnTo>
                  <a:close/>
                  <a:moveTo>
                    <a:pt x="2337749" y="1719639"/>
                  </a:moveTo>
                  <a:lnTo>
                    <a:pt x="2271697" y="1788299"/>
                  </a:lnTo>
                  <a:lnTo>
                    <a:pt x="2333007" y="1738868"/>
                  </a:lnTo>
                  <a:close/>
                  <a:moveTo>
                    <a:pt x="2337749" y="1719639"/>
                  </a:moveTo>
                  <a:lnTo>
                    <a:pt x="2275232" y="1709872"/>
                  </a:lnTo>
                  <a:lnTo>
                    <a:pt x="2271697" y="1788299"/>
                  </a:lnTo>
                  <a:close/>
                  <a:moveTo>
                    <a:pt x="1560669" y="801830"/>
                  </a:moveTo>
                  <a:lnTo>
                    <a:pt x="1589149" y="803080"/>
                  </a:lnTo>
                  <a:lnTo>
                    <a:pt x="1485045" y="797741"/>
                  </a:lnTo>
                  <a:close/>
                  <a:moveTo>
                    <a:pt x="2307515" y="1491813"/>
                  </a:moveTo>
                  <a:lnTo>
                    <a:pt x="2335890" y="1520966"/>
                  </a:lnTo>
                  <a:lnTo>
                    <a:pt x="2313906" y="1484937"/>
                  </a:lnTo>
                  <a:close/>
                  <a:moveTo>
                    <a:pt x="2307515" y="1491813"/>
                  </a:moveTo>
                  <a:lnTo>
                    <a:pt x="2335335" y="1532369"/>
                  </a:lnTo>
                  <a:lnTo>
                    <a:pt x="2335890" y="1520966"/>
                  </a:lnTo>
                  <a:close/>
                  <a:moveTo>
                    <a:pt x="2335890" y="1520966"/>
                  </a:moveTo>
                  <a:lnTo>
                    <a:pt x="2350083" y="1409335"/>
                  </a:lnTo>
                  <a:lnTo>
                    <a:pt x="2313906" y="1484937"/>
                  </a:lnTo>
                  <a:close/>
                  <a:moveTo>
                    <a:pt x="2350083" y="1409335"/>
                  </a:moveTo>
                  <a:lnTo>
                    <a:pt x="2350365" y="1402722"/>
                  </a:lnTo>
                  <a:lnTo>
                    <a:pt x="2313906" y="1484937"/>
                  </a:lnTo>
                  <a:close/>
                  <a:moveTo>
                    <a:pt x="2350365" y="1402722"/>
                  </a:moveTo>
                  <a:lnTo>
                    <a:pt x="2350083" y="1409335"/>
                  </a:lnTo>
                  <a:lnTo>
                    <a:pt x="2336401" y="1321152"/>
                  </a:lnTo>
                  <a:close/>
                  <a:moveTo>
                    <a:pt x="2088738" y="1073862"/>
                  </a:moveTo>
                  <a:lnTo>
                    <a:pt x="2099447" y="1156077"/>
                  </a:lnTo>
                  <a:lnTo>
                    <a:pt x="2068648" y="1112299"/>
                  </a:lnTo>
                  <a:close/>
                  <a:moveTo>
                    <a:pt x="1839871" y="947868"/>
                  </a:moveTo>
                  <a:lnTo>
                    <a:pt x="1836098" y="843890"/>
                  </a:lnTo>
                  <a:lnTo>
                    <a:pt x="1838782" y="921501"/>
                  </a:lnTo>
                  <a:close/>
                  <a:moveTo>
                    <a:pt x="2069558" y="1055252"/>
                  </a:moveTo>
                  <a:lnTo>
                    <a:pt x="2093457" y="1135915"/>
                  </a:lnTo>
                  <a:lnTo>
                    <a:pt x="2099447" y="1156077"/>
                  </a:lnTo>
                  <a:close/>
                  <a:moveTo>
                    <a:pt x="1714156" y="451426"/>
                  </a:moveTo>
                  <a:lnTo>
                    <a:pt x="1660222" y="464979"/>
                  </a:lnTo>
                  <a:lnTo>
                    <a:pt x="1786934" y="444872"/>
                  </a:lnTo>
                  <a:close/>
                  <a:moveTo>
                    <a:pt x="2077325" y="748662"/>
                  </a:moveTo>
                  <a:lnTo>
                    <a:pt x="2077281" y="750344"/>
                  </a:lnTo>
                  <a:lnTo>
                    <a:pt x="2078525" y="647594"/>
                  </a:lnTo>
                  <a:close/>
                  <a:moveTo>
                    <a:pt x="1723341" y="55361"/>
                  </a:moveTo>
                  <a:lnTo>
                    <a:pt x="1720691" y="56085"/>
                  </a:lnTo>
                  <a:lnTo>
                    <a:pt x="1727777" y="54186"/>
                  </a:lnTo>
                  <a:close/>
                  <a:moveTo>
                    <a:pt x="1720691" y="56085"/>
                  </a:moveTo>
                  <a:lnTo>
                    <a:pt x="1723341" y="55361"/>
                  </a:lnTo>
                  <a:lnTo>
                    <a:pt x="1700507" y="54186"/>
                  </a:lnTo>
                  <a:close/>
                  <a:moveTo>
                    <a:pt x="1700507" y="54186"/>
                  </a:moveTo>
                  <a:lnTo>
                    <a:pt x="1723341" y="55361"/>
                  </a:lnTo>
                  <a:lnTo>
                    <a:pt x="1725256" y="52374"/>
                  </a:lnTo>
                  <a:close/>
                  <a:moveTo>
                    <a:pt x="1766092" y="0"/>
                  </a:moveTo>
                  <a:lnTo>
                    <a:pt x="1700507" y="54186"/>
                  </a:lnTo>
                  <a:lnTo>
                    <a:pt x="1725256" y="52374"/>
                  </a:lnTo>
                  <a:close/>
                  <a:moveTo>
                    <a:pt x="1723341" y="55361"/>
                  </a:moveTo>
                  <a:lnTo>
                    <a:pt x="1727777" y="54186"/>
                  </a:lnTo>
                  <a:lnTo>
                    <a:pt x="1725256" y="52374"/>
                  </a:lnTo>
                  <a:close/>
                  <a:moveTo>
                    <a:pt x="1821678" y="34577"/>
                  </a:moveTo>
                  <a:lnTo>
                    <a:pt x="1814202" y="15750"/>
                  </a:lnTo>
                  <a:lnTo>
                    <a:pt x="1795008" y="44653"/>
                  </a:lnTo>
                  <a:close/>
                  <a:moveTo>
                    <a:pt x="1795008" y="44653"/>
                  </a:moveTo>
                  <a:lnTo>
                    <a:pt x="1814202" y="15750"/>
                  </a:lnTo>
                  <a:lnTo>
                    <a:pt x="1766092" y="0"/>
                  </a:lnTo>
                  <a:close/>
                  <a:moveTo>
                    <a:pt x="1725256" y="52374"/>
                  </a:moveTo>
                  <a:lnTo>
                    <a:pt x="1727777" y="54186"/>
                  </a:lnTo>
                  <a:lnTo>
                    <a:pt x="1795008" y="44653"/>
                  </a:lnTo>
                  <a:close/>
                  <a:moveTo>
                    <a:pt x="1766092" y="0"/>
                  </a:moveTo>
                  <a:lnTo>
                    <a:pt x="1725256" y="52374"/>
                  </a:lnTo>
                  <a:lnTo>
                    <a:pt x="1795008" y="4465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03" name="Candidate_density__2102">
              <a:extLst>
                <a:ext uri="{FF2B5EF4-FFF2-40B4-BE49-F238E27FC236}">
                  <a16:creationId xmlns:a16="http://schemas.microsoft.com/office/drawing/2014/main" id="{C42AEDAA-028A-0F77-9C9E-A90A1613B6C0}"/>
                </a:ext>
              </a:extLst>
            </p:cNvPr>
            <p:cNvSpPr>
              <a:spLocks noGrp="1"/>
            </p:cNvSpPr>
            <p:nvPr/>
          </p:nvSpPr>
          <p:spPr>
            <a:xfrm>
              <a:off x="4045031" y="1770625"/>
              <a:ext cx="2138886" cy="2240335"/>
            </a:xfrm>
            <a:custGeom>
              <a:avLst/>
              <a:gdLst/>
              <a:ahLst/>
              <a:cxnLst/>
              <a:rect l="0" t="0" r="0" b="0"/>
              <a:pathLst>
                <a:path w="2138886" h="2240335">
                  <a:moveTo>
                    <a:pt x="0" y="1326016"/>
                  </a:moveTo>
                  <a:lnTo>
                    <a:pt x="30858" y="1340553"/>
                  </a:lnTo>
                  <a:lnTo>
                    <a:pt x="59143" y="1364918"/>
                  </a:lnTo>
                  <a:close/>
                  <a:moveTo>
                    <a:pt x="991830" y="2191946"/>
                  </a:moveTo>
                  <a:lnTo>
                    <a:pt x="986834" y="2173732"/>
                  </a:lnTo>
                  <a:lnTo>
                    <a:pt x="947088" y="2240335"/>
                  </a:lnTo>
                  <a:close/>
                  <a:moveTo>
                    <a:pt x="991830" y="2191946"/>
                  </a:moveTo>
                  <a:lnTo>
                    <a:pt x="1011989" y="2153509"/>
                  </a:lnTo>
                  <a:lnTo>
                    <a:pt x="986834" y="2173732"/>
                  </a:lnTo>
                  <a:close/>
                  <a:moveTo>
                    <a:pt x="1011989" y="2153509"/>
                  </a:moveTo>
                  <a:lnTo>
                    <a:pt x="991830" y="2191946"/>
                  </a:lnTo>
                  <a:lnTo>
                    <a:pt x="1047996" y="2123751"/>
                  </a:lnTo>
                  <a:close/>
                  <a:moveTo>
                    <a:pt x="1023434" y="2095373"/>
                  </a:moveTo>
                  <a:lnTo>
                    <a:pt x="1011989" y="2153509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087690" y="2056961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131731" y="2032858"/>
                  </a:lnTo>
                  <a:lnTo>
                    <a:pt x="1087690" y="2056961"/>
                  </a:lnTo>
                  <a:close/>
                  <a:moveTo>
                    <a:pt x="225455" y="847266"/>
                  </a:moveTo>
                  <a:lnTo>
                    <a:pt x="267720" y="964062"/>
                  </a:lnTo>
                  <a:lnTo>
                    <a:pt x="272148" y="958386"/>
                  </a:lnTo>
                  <a:close/>
                  <a:moveTo>
                    <a:pt x="857362" y="1537913"/>
                  </a:moveTo>
                  <a:lnTo>
                    <a:pt x="878100" y="1476273"/>
                  </a:lnTo>
                  <a:lnTo>
                    <a:pt x="805036" y="1583346"/>
                  </a:lnTo>
                  <a:close/>
                  <a:moveTo>
                    <a:pt x="526193" y="1135704"/>
                  </a:moveTo>
                  <a:lnTo>
                    <a:pt x="570961" y="1090056"/>
                  </a:lnTo>
                  <a:lnTo>
                    <a:pt x="655708" y="1126074"/>
                  </a:lnTo>
                  <a:close/>
                  <a:moveTo>
                    <a:pt x="774528" y="899330"/>
                  </a:moveTo>
                  <a:lnTo>
                    <a:pt x="847784" y="856498"/>
                  </a:lnTo>
                  <a:lnTo>
                    <a:pt x="791190" y="892531"/>
                  </a:lnTo>
                  <a:close/>
                  <a:moveTo>
                    <a:pt x="797436" y="880706"/>
                  </a:moveTo>
                  <a:lnTo>
                    <a:pt x="791190" y="892531"/>
                  </a:lnTo>
                  <a:lnTo>
                    <a:pt x="847784" y="856498"/>
                  </a:lnTo>
                  <a:close/>
                  <a:moveTo>
                    <a:pt x="1177042" y="821159"/>
                  </a:moveTo>
                  <a:lnTo>
                    <a:pt x="1055789" y="861676"/>
                  </a:lnTo>
                  <a:lnTo>
                    <a:pt x="1107554" y="854094"/>
                  </a:lnTo>
                  <a:close/>
                  <a:moveTo>
                    <a:pt x="1150623" y="835940"/>
                  </a:moveTo>
                  <a:lnTo>
                    <a:pt x="1182957" y="815657"/>
                  </a:lnTo>
                  <a:lnTo>
                    <a:pt x="1177042" y="821159"/>
                  </a:lnTo>
                  <a:close/>
                  <a:moveTo>
                    <a:pt x="1963915" y="1802239"/>
                  </a:moveTo>
                  <a:lnTo>
                    <a:pt x="2027921" y="1773195"/>
                  </a:lnTo>
                  <a:lnTo>
                    <a:pt x="2077577" y="1743646"/>
                  </a:lnTo>
                  <a:close/>
                  <a:moveTo>
                    <a:pt x="2077577" y="1743646"/>
                  </a:moveTo>
                  <a:lnTo>
                    <a:pt x="2027921" y="1773195"/>
                  </a:lnTo>
                  <a:lnTo>
                    <a:pt x="2138886" y="1694214"/>
                  </a:lnTo>
                  <a:close/>
                  <a:moveTo>
                    <a:pt x="1178642" y="813161"/>
                  </a:moveTo>
                  <a:lnTo>
                    <a:pt x="1177042" y="821159"/>
                  </a:lnTo>
                  <a:lnTo>
                    <a:pt x="1182957" y="815657"/>
                  </a:lnTo>
                  <a:close/>
                  <a:moveTo>
                    <a:pt x="1644662" y="876848"/>
                  </a:moveTo>
                  <a:lnTo>
                    <a:pt x="1627555" y="960517"/>
                  </a:lnTo>
                  <a:lnTo>
                    <a:pt x="1645751" y="903215"/>
                  </a:lnTo>
                  <a:close/>
                  <a:moveTo>
                    <a:pt x="1650801" y="782564"/>
                  </a:moveTo>
                  <a:lnTo>
                    <a:pt x="1641978" y="799237"/>
                  </a:lnTo>
                  <a:lnTo>
                    <a:pt x="1645751" y="903215"/>
                  </a:lnTo>
                  <a:close/>
                  <a:moveTo>
                    <a:pt x="1762786" y="757059"/>
                  </a:moveTo>
                  <a:lnTo>
                    <a:pt x="1650801" y="782564"/>
                  </a:lnTo>
                  <a:lnTo>
                    <a:pt x="1747544" y="753707"/>
                  </a:lnTo>
                  <a:close/>
                  <a:moveTo>
                    <a:pt x="1641978" y="799237"/>
                  </a:moveTo>
                  <a:lnTo>
                    <a:pt x="1650801" y="782564"/>
                  </a:lnTo>
                  <a:lnTo>
                    <a:pt x="1762786" y="757059"/>
                  </a:lnTo>
                  <a:close/>
                  <a:moveTo>
                    <a:pt x="1747544" y="753707"/>
                  </a:moveTo>
                  <a:lnTo>
                    <a:pt x="1650801" y="782564"/>
                  </a:lnTo>
                  <a:lnTo>
                    <a:pt x="1706732" y="762688"/>
                  </a:lnTo>
                  <a:close/>
                  <a:moveTo>
                    <a:pt x="1984439" y="598062"/>
                  </a:moveTo>
                  <a:lnTo>
                    <a:pt x="1883161" y="705691"/>
                  </a:lnTo>
                  <a:lnTo>
                    <a:pt x="1939590" y="645582"/>
                  </a:lnTo>
                  <a:close/>
                  <a:moveTo>
                    <a:pt x="1984439" y="598062"/>
                  </a:moveTo>
                  <a:lnTo>
                    <a:pt x="1939590" y="645582"/>
                  </a:lnTo>
                  <a:lnTo>
                    <a:pt x="2060383" y="603346"/>
                  </a:lnTo>
                  <a:close/>
                  <a:moveTo>
                    <a:pt x="1526571" y="11432"/>
                  </a:moveTo>
                  <a:lnTo>
                    <a:pt x="1506387" y="9533"/>
                  </a:lnTo>
                  <a:lnTo>
                    <a:pt x="1477819" y="33729"/>
                  </a:lnTo>
                  <a:close/>
                  <a:moveTo>
                    <a:pt x="1533656" y="9533"/>
                  </a:moveTo>
                  <a:lnTo>
                    <a:pt x="1477819" y="33729"/>
                  </a:lnTo>
                  <a:lnTo>
                    <a:pt x="1600887" y="0"/>
                  </a:lnTo>
                  <a:close/>
                  <a:moveTo>
                    <a:pt x="1526571" y="11432"/>
                  </a:moveTo>
                  <a:lnTo>
                    <a:pt x="1477819" y="33729"/>
                  </a:lnTo>
                  <a:lnTo>
                    <a:pt x="1533656" y="953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04" name="Candidate_density__2103">
              <a:extLst>
                <a:ext uri="{FF2B5EF4-FFF2-40B4-BE49-F238E27FC236}">
                  <a16:creationId xmlns:a16="http://schemas.microsoft.com/office/drawing/2014/main" id="{C2686708-4126-CF49-8E0F-B1AF5CFAE26B}"/>
                </a:ext>
              </a:extLst>
            </p:cNvPr>
            <p:cNvSpPr>
              <a:spLocks noGrp="1"/>
            </p:cNvSpPr>
            <p:nvPr/>
          </p:nvSpPr>
          <p:spPr>
            <a:xfrm>
              <a:off x="3987497" y="1506742"/>
              <a:ext cx="2449256" cy="3042019"/>
            </a:xfrm>
            <a:custGeom>
              <a:avLst/>
              <a:gdLst/>
              <a:ahLst/>
              <a:cxnLst/>
              <a:rect l="0" t="0" r="0" b="0"/>
              <a:pathLst>
                <a:path w="2449256" h="3042019">
                  <a:moveTo>
                    <a:pt x="81785" y="1266381"/>
                  </a:moveTo>
                  <a:lnTo>
                    <a:pt x="34527" y="1287358"/>
                  </a:lnTo>
                  <a:lnTo>
                    <a:pt x="56663" y="1369454"/>
                  </a:lnTo>
                  <a:close/>
                  <a:moveTo>
                    <a:pt x="0" y="1256020"/>
                  </a:moveTo>
                  <a:lnTo>
                    <a:pt x="34527" y="1287358"/>
                  </a:lnTo>
                  <a:lnTo>
                    <a:pt x="32868" y="1222602"/>
                  </a:lnTo>
                  <a:close/>
                  <a:moveTo>
                    <a:pt x="32868" y="1222602"/>
                  </a:moveTo>
                  <a:lnTo>
                    <a:pt x="34527" y="1287358"/>
                  </a:lnTo>
                  <a:lnTo>
                    <a:pt x="81785" y="1266381"/>
                  </a:lnTo>
                  <a:close/>
                  <a:moveTo>
                    <a:pt x="1697850" y="2954462"/>
                  </a:moveTo>
                  <a:lnTo>
                    <a:pt x="1816488" y="3010157"/>
                  </a:lnTo>
                  <a:lnTo>
                    <a:pt x="1795994" y="2926726"/>
                  </a:lnTo>
                  <a:close/>
                  <a:moveTo>
                    <a:pt x="1697850" y="2954462"/>
                  </a:moveTo>
                  <a:lnTo>
                    <a:pt x="1750191" y="3036677"/>
                  </a:lnTo>
                  <a:lnTo>
                    <a:pt x="1816488" y="3010157"/>
                  </a:lnTo>
                  <a:close/>
                  <a:moveTo>
                    <a:pt x="1795994" y="2926726"/>
                  </a:moveTo>
                  <a:lnTo>
                    <a:pt x="1893936" y="2954345"/>
                  </a:lnTo>
                  <a:lnTo>
                    <a:pt x="1865132" y="2916025"/>
                  </a:lnTo>
                  <a:close/>
                  <a:moveTo>
                    <a:pt x="1675260" y="2872247"/>
                  </a:moveTo>
                  <a:lnTo>
                    <a:pt x="1795994" y="2926726"/>
                  </a:lnTo>
                  <a:lnTo>
                    <a:pt x="1753402" y="2861260"/>
                  </a:lnTo>
                  <a:close/>
                  <a:moveTo>
                    <a:pt x="1675260" y="2872247"/>
                  </a:moveTo>
                  <a:lnTo>
                    <a:pt x="1697850" y="2954462"/>
                  </a:lnTo>
                  <a:lnTo>
                    <a:pt x="1795994" y="2926726"/>
                  </a:lnTo>
                  <a:close/>
                  <a:moveTo>
                    <a:pt x="1865132" y="2916025"/>
                  </a:moveTo>
                  <a:lnTo>
                    <a:pt x="1879449" y="2900180"/>
                  </a:lnTo>
                  <a:lnTo>
                    <a:pt x="1795994" y="2926726"/>
                  </a:lnTo>
                  <a:close/>
                  <a:moveTo>
                    <a:pt x="653509" y="1518369"/>
                  </a:moveTo>
                  <a:lnTo>
                    <a:pt x="673338" y="1455965"/>
                  </a:lnTo>
                  <a:lnTo>
                    <a:pt x="584394" y="1543655"/>
                  </a:lnTo>
                  <a:close/>
                  <a:moveTo>
                    <a:pt x="584394" y="1543655"/>
                  </a:moveTo>
                  <a:lnTo>
                    <a:pt x="673338" y="1455965"/>
                  </a:lnTo>
                  <a:lnTo>
                    <a:pt x="660693" y="1442126"/>
                  </a:lnTo>
                  <a:close/>
                  <a:moveTo>
                    <a:pt x="584394" y="1543655"/>
                  </a:moveTo>
                  <a:lnTo>
                    <a:pt x="660693" y="1442126"/>
                  </a:lnTo>
                  <a:lnTo>
                    <a:pt x="576899" y="1449657"/>
                  </a:lnTo>
                  <a:close/>
                  <a:moveTo>
                    <a:pt x="660693" y="1442126"/>
                  </a:moveTo>
                  <a:lnTo>
                    <a:pt x="673338" y="1455965"/>
                  </a:lnTo>
                  <a:lnTo>
                    <a:pt x="682896" y="1436153"/>
                  </a:lnTo>
                  <a:close/>
                  <a:moveTo>
                    <a:pt x="1920727" y="2998240"/>
                  </a:moveTo>
                  <a:lnTo>
                    <a:pt x="2035765" y="3042019"/>
                  </a:lnTo>
                  <a:lnTo>
                    <a:pt x="2015069" y="2959804"/>
                  </a:lnTo>
                  <a:close/>
                  <a:moveTo>
                    <a:pt x="2015069" y="2959804"/>
                  </a:moveTo>
                  <a:lnTo>
                    <a:pt x="2012251" y="2902844"/>
                  </a:lnTo>
                  <a:lnTo>
                    <a:pt x="1920727" y="2998240"/>
                  </a:lnTo>
                  <a:close/>
                  <a:moveTo>
                    <a:pt x="1920727" y="2998240"/>
                  </a:moveTo>
                  <a:lnTo>
                    <a:pt x="2012251" y="2902844"/>
                  </a:lnTo>
                  <a:lnTo>
                    <a:pt x="1888273" y="2912297"/>
                  </a:lnTo>
                  <a:close/>
                  <a:moveTo>
                    <a:pt x="1888273" y="2912297"/>
                  </a:moveTo>
                  <a:lnTo>
                    <a:pt x="2012251" y="2902844"/>
                  </a:lnTo>
                  <a:lnTo>
                    <a:pt x="1996983" y="2884510"/>
                  </a:lnTo>
                  <a:close/>
                  <a:moveTo>
                    <a:pt x="1920727" y="2998240"/>
                  </a:moveTo>
                  <a:lnTo>
                    <a:pt x="1888273" y="2912297"/>
                  </a:lnTo>
                  <a:lnTo>
                    <a:pt x="1893936" y="2954345"/>
                  </a:lnTo>
                  <a:close/>
                  <a:moveTo>
                    <a:pt x="1865132" y="2916025"/>
                  </a:moveTo>
                  <a:lnTo>
                    <a:pt x="1893936" y="2954345"/>
                  </a:lnTo>
                  <a:lnTo>
                    <a:pt x="1888273" y="2912297"/>
                  </a:lnTo>
                  <a:close/>
                  <a:moveTo>
                    <a:pt x="1879449" y="2900180"/>
                  </a:moveTo>
                  <a:lnTo>
                    <a:pt x="1865132" y="2916025"/>
                  </a:lnTo>
                  <a:lnTo>
                    <a:pt x="1888273" y="2912297"/>
                  </a:lnTo>
                  <a:close/>
                  <a:moveTo>
                    <a:pt x="1996983" y="2884510"/>
                  </a:moveTo>
                  <a:lnTo>
                    <a:pt x="2012251" y="2902844"/>
                  </a:lnTo>
                  <a:lnTo>
                    <a:pt x="2027802" y="2877589"/>
                  </a:lnTo>
                  <a:close/>
                  <a:moveTo>
                    <a:pt x="1114636" y="1815907"/>
                  </a:moveTo>
                  <a:lnTo>
                    <a:pt x="1023686" y="1847229"/>
                  </a:lnTo>
                  <a:lnTo>
                    <a:pt x="1128396" y="1827521"/>
                  </a:lnTo>
                  <a:close/>
                  <a:moveTo>
                    <a:pt x="1128396" y="1827521"/>
                  </a:moveTo>
                  <a:lnTo>
                    <a:pt x="1023686" y="1847229"/>
                  </a:lnTo>
                  <a:lnTo>
                    <a:pt x="1009560" y="1877072"/>
                  </a:lnTo>
                  <a:close/>
                  <a:moveTo>
                    <a:pt x="840492" y="1600584"/>
                  </a:moveTo>
                  <a:lnTo>
                    <a:pt x="795141" y="1632710"/>
                  </a:lnTo>
                  <a:lnTo>
                    <a:pt x="918291" y="1599287"/>
                  </a:lnTo>
                  <a:close/>
                  <a:moveTo>
                    <a:pt x="918291" y="1599287"/>
                  </a:moveTo>
                  <a:lnTo>
                    <a:pt x="795141" y="1632710"/>
                  </a:lnTo>
                  <a:lnTo>
                    <a:pt x="888576" y="1644362"/>
                  </a:lnTo>
                  <a:close/>
                  <a:moveTo>
                    <a:pt x="888576" y="1644362"/>
                  </a:moveTo>
                  <a:lnTo>
                    <a:pt x="795141" y="1632710"/>
                  </a:lnTo>
                  <a:lnTo>
                    <a:pt x="840981" y="1656423"/>
                  </a:lnTo>
                  <a:close/>
                  <a:moveTo>
                    <a:pt x="673338" y="1455965"/>
                  </a:moveTo>
                  <a:lnTo>
                    <a:pt x="653509" y="1518369"/>
                  </a:lnTo>
                  <a:lnTo>
                    <a:pt x="712961" y="1499725"/>
                  </a:lnTo>
                  <a:close/>
                  <a:moveTo>
                    <a:pt x="682896" y="1436153"/>
                  </a:moveTo>
                  <a:lnTo>
                    <a:pt x="673338" y="1455965"/>
                  </a:lnTo>
                  <a:lnTo>
                    <a:pt x="712961" y="1499725"/>
                  </a:lnTo>
                  <a:close/>
                  <a:moveTo>
                    <a:pt x="2015069" y="2959804"/>
                  </a:moveTo>
                  <a:lnTo>
                    <a:pt x="2055477" y="3037140"/>
                  </a:lnTo>
                  <a:lnTo>
                    <a:pt x="2035112" y="2953603"/>
                  </a:lnTo>
                  <a:close/>
                  <a:moveTo>
                    <a:pt x="2015069" y="2959804"/>
                  </a:moveTo>
                  <a:lnTo>
                    <a:pt x="2035765" y="3042019"/>
                  </a:lnTo>
                  <a:lnTo>
                    <a:pt x="2055477" y="3037140"/>
                  </a:lnTo>
                  <a:close/>
                  <a:moveTo>
                    <a:pt x="2012251" y="2902844"/>
                  </a:moveTo>
                  <a:lnTo>
                    <a:pt x="2015069" y="2959804"/>
                  </a:lnTo>
                  <a:lnTo>
                    <a:pt x="2035112" y="2953603"/>
                  </a:lnTo>
                  <a:close/>
                  <a:moveTo>
                    <a:pt x="2035112" y="2953603"/>
                  </a:moveTo>
                  <a:lnTo>
                    <a:pt x="2133779" y="2863358"/>
                  </a:lnTo>
                  <a:lnTo>
                    <a:pt x="2027802" y="2877589"/>
                  </a:lnTo>
                  <a:close/>
                  <a:moveTo>
                    <a:pt x="2027802" y="2877589"/>
                  </a:moveTo>
                  <a:lnTo>
                    <a:pt x="2133779" y="2863358"/>
                  </a:lnTo>
                  <a:lnTo>
                    <a:pt x="2103505" y="2839152"/>
                  </a:lnTo>
                  <a:close/>
                  <a:moveTo>
                    <a:pt x="2027802" y="2877589"/>
                  </a:moveTo>
                  <a:lnTo>
                    <a:pt x="2012251" y="2902844"/>
                  </a:lnTo>
                  <a:lnTo>
                    <a:pt x="2035112" y="2953603"/>
                  </a:lnTo>
                  <a:close/>
                  <a:moveTo>
                    <a:pt x="2120120" y="2812289"/>
                  </a:moveTo>
                  <a:lnTo>
                    <a:pt x="2027802" y="2877589"/>
                  </a:lnTo>
                  <a:lnTo>
                    <a:pt x="2103505" y="2839152"/>
                  </a:lnTo>
                  <a:close/>
                  <a:moveTo>
                    <a:pt x="2120120" y="2812289"/>
                  </a:moveTo>
                  <a:lnTo>
                    <a:pt x="2076943" y="2866060"/>
                  </a:lnTo>
                  <a:lnTo>
                    <a:pt x="2027802" y="2877589"/>
                  </a:lnTo>
                  <a:close/>
                  <a:moveTo>
                    <a:pt x="942462" y="1359280"/>
                  </a:moveTo>
                  <a:lnTo>
                    <a:pt x="932688" y="1277065"/>
                  </a:lnTo>
                  <a:lnTo>
                    <a:pt x="886986" y="1379337"/>
                  </a:lnTo>
                  <a:close/>
                  <a:moveTo>
                    <a:pt x="469474" y="875846"/>
                  </a:moveTo>
                  <a:lnTo>
                    <a:pt x="388142" y="881375"/>
                  </a:lnTo>
                  <a:lnTo>
                    <a:pt x="485332" y="879953"/>
                  </a:lnTo>
                  <a:close/>
                  <a:moveTo>
                    <a:pt x="494484" y="865990"/>
                  </a:moveTo>
                  <a:lnTo>
                    <a:pt x="460246" y="783774"/>
                  </a:lnTo>
                  <a:lnTo>
                    <a:pt x="469474" y="875846"/>
                  </a:lnTo>
                  <a:close/>
                  <a:moveTo>
                    <a:pt x="460246" y="783774"/>
                  </a:moveTo>
                  <a:lnTo>
                    <a:pt x="457785" y="785257"/>
                  </a:lnTo>
                  <a:lnTo>
                    <a:pt x="469474" y="875846"/>
                  </a:lnTo>
                  <a:close/>
                  <a:moveTo>
                    <a:pt x="469474" y="875846"/>
                  </a:moveTo>
                  <a:lnTo>
                    <a:pt x="485332" y="879953"/>
                  </a:lnTo>
                  <a:lnTo>
                    <a:pt x="494484" y="865990"/>
                  </a:lnTo>
                  <a:close/>
                  <a:moveTo>
                    <a:pt x="414812" y="701560"/>
                  </a:moveTo>
                  <a:lnTo>
                    <a:pt x="457785" y="785257"/>
                  </a:lnTo>
                  <a:lnTo>
                    <a:pt x="458776" y="780667"/>
                  </a:lnTo>
                  <a:close/>
                  <a:moveTo>
                    <a:pt x="376089" y="822211"/>
                  </a:moveTo>
                  <a:lnTo>
                    <a:pt x="457785" y="785257"/>
                  </a:lnTo>
                  <a:lnTo>
                    <a:pt x="414812" y="701560"/>
                  </a:lnTo>
                  <a:close/>
                  <a:moveTo>
                    <a:pt x="457785" y="785257"/>
                  </a:moveTo>
                  <a:lnTo>
                    <a:pt x="460246" y="783774"/>
                  </a:lnTo>
                  <a:lnTo>
                    <a:pt x="458776" y="780667"/>
                  </a:lnTo>
                  <a:close/>
                  <a:moveTo>
                    <a:pt x="2103505" y="2839152"/>
                  </a:moveTo>
                  <a:lnTo>
                    <a:pt x="2133779" y="2863358"/>
                  </a:lnTo>
                  <a:lnTo>
                    <a:pt x="2135376" y="2832590"/>
                  </a:lnTo>
                  <a:close/>
                  <a:moveTo>
                    <a:pt x="2120120" y="2812289"/>
                  </a:moveTo>
                  <a:lnTo>
                    <a:pt x="2103505" y="2839152"/>
                  </a:lnTo>
                  <a:lnTo>
                    <a:pt x="2135376" y="2832590"/>
                  </a:lnTo>
                  <a:close/>
                  <a:moveTo>
                    <a:pt x="1815116" y="2410720"/>
                  </a:moveTo>
                  <a:lnTo>
                    <a:pt x="1777272" y="2345862"/>
                  </a:lnTo>
                  <a:lnTo>
                    <a:pt x="1774461" y="2355899"/>
                  </a:lnTo>
                  <a:close/>
                  <a:moveTo>
                    <a:pt x="1873954" y="2323385"/>
                  </a:moveTo>
                  <a:lnTo>
                    <a:pt x="1777272" y="2345862"/>
                  </a:lnTo>
                  <a:lnTo>
                    <a:pt x="1815116" y="2410720"/>
                  </a:lnTo>
                  <a:close/>
                  <a:moveTo>
                    <a:pt x="1583087" y="2099216"/>
                  </a:moveTo>
                  <a:lnTo>
                    <a:pt x="1696304" y="2127140"/>
                  </a:lnTo>
                  <a:lnTo>
                    <a:pt x="1662052" y="2074197"/>
                  </a:lnTo>
                  <a:close/>
                  <a:moveTo>
                    <a:pt x="1693705" y="2142995"/>
                  </a:moveTo>
                  <a:lnTo>
                    <a:pt x="1696304" y="2127140"/>
                  </a:lnTo>
                  <a:lnTo>
                    <a:pt x="1583087" y="2099216"/>
                  </a:lnTo>
                  <a:close/>
                  <a:moveTo>
                    <a:pt x="1601457" y="2181432"/>
                  </a:moveTo>
                  <a:lnTo>
                    <a:pt x="1693705" y="2142995"/>
                  </a:lnTo>
                  <a:lnTo>
                    <a:pt x="1583087" y="2099216"/>
                  </a:lnTo>
                  <a:close/>
                  <a:moveTo>
                    <a:pt x="1662052" y="2074197"/>
                  </a:moveTo>
                  <a:lnTo>
                    <a:pt x="1696304" y="2127140"/>
                  </a:lnTo>
                  <a:lnTo>
                    <a:pt x="1753339" y="2061727"/>
                  </a:lnTo>
                  <a:close/>
                  <a:moveTo>
                    <a:pt x="942462" y="1359280"/>
                  </a:moveTo>
                  <a:lnTo>
                    <a:pt x="1044772" y="1363118"/>
                  </a:lnTo>
                  <a:lnTo>
                    <a:pt x="1013773" y="1336853"/>
                  </a:lnTo>
                  <a:close/>
                  <a:moveTo>
                    <a:pt x="932688" y="1277065"/>
                  </a:moveTo>
                  <a:lnTo>
                    <a:pt x="942462" y="1359280"/>
                  </a:lnTo>
                  <a:lnTo>
                    <a:pt x="1013773" y="1336853"/>
                  </a:lnTo>
                  <a:close/>
                  <a:moveTo>
                    <a:pt x="1097782" y="1329148"/>
                  </a:moveTo>
                  <a:lnTo>
                    <a:pt x="973980" y="1269113"/>
                  </a:lnTo>
                  <a:lnTo>
                    <a:pt x="1013773" y="1336853"/>
                  </a:lnTo>
                  <a:close/>
                  <a:moveTo>
                    <a:pt x="460246" y="783774"/>
                  </a:moveTo>
                  <a:lnTo>
                    <a:pt x="494484" y="865990"/>
                  </a:lnTo>
                  <a:lnTo>
                    <a:pt x="566013" y="827554"/>
                  </a:lnTo>
                  <a:close/>
                  <a:moveTo>
                    <a:pt x="460246" y="783774"/>
                  </a:moveTo>
                  <a:lnTo>
                    <a:pt x="566013" y="827554"/>
                  </a:lnTo>
                  <a:lnTo>
                    <a:pt x="513623" y="745338"/>
                  </a:lnTo>
                  <a:close/>
                  <a:moveTo>
                    <a:pt x="472326" y="673342"/>
                  </a:moveTo>
                  <a:lnTo>
                    <a:pt x="458776" y="780667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58776" y="780667"/>
                  </a:lnTo>
                  <a:lnTo>
                    <a:pt x="460246" y="783774"/>
                  </a:lnTo>
                  <a:close/>
                  <a:moveTo>
                    <a:pt x="491266" y="663123"/>
                  </a:moveTo>
                  <a:lnTo>
                    <a:pt x="460246" y="783774"/>
                  </a:lnTo>
                  <a:lnTo>
                    <a:pt x="513623" y="745338"/>
                  </a:lnTo>
                  <a:close/>
                  <a:moveTo>
                    <a:pt x="414812" y="701560"/>
                  </a:moveTo>
                  <a:lnTo>
                    <a:pt x="458776" y="780667"/>
                  </a:lnTo>
                  <a:lnTo>
                    <a:pt x="472326" y="673342"/>
                  </a:lnTo>
                  <a:close/>
                  <a:moveTo>
                    <a:pt x="427201" y="662611"/>
                  </a:moveTo>
                  <a:lnTo>
                    <a:pt x="414812" y="701560"/>
                  </a:lnTo>
                  <a:lnTo>
                    <a:pt x="472326" y="673342"/>
                  </a:lnTo>
                  <a:close/>
                  <a:moveTo>
                    <a:pt x="538341" y="584285"/>
                  </a:moveTo>
                  <a:lnTo>
                    <a:pt x="427201" y="662611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27201" y="662611"/>
                  </a:lnTo>
                  <a:lnTo>
                    <a:pt x="472326" y="673342"/>
                  </a:lnTo>
                  <a:close/>
                  <a:moveTo>
                    <a:pt x="2218831" y="2687492"/>
                  </a:moveTo>
                  <a:lnTo>
                    <a:pt x="2196324" y="2743541"/>
                  </a:lnTo>
                  <a:lnTo>
                    <a:pt x="2208030" y="2718501"/>
                  </a:lnTo>
                  <a:close/>
                  <a:moveTo>
                    <a:pt x="2208030" y="2718501"/>
                  </a:moveTo>
                  <a:lnTo>
                    <a:pt x="2242800" y="2777109"/>
                  </a:lnTo>
                  <a:lnTo>
                    <a:pt x="2243111" y="2705504"/>
                  </a:lnTo>
                  <a:close/>
                  <a:moveTo>
                    <a:pt x="2218831" y="2687492"/>
                  </a:moveTo>
                  <a:lnTo>
                    <a:pt x="2208030" y="2718501"/>
                  </a:lnTo>
                  <a:lnTo>
                    <a:pt x="2243111" y="2705504"/>
                  </a:lnTo>
                  <a:close/>
                  <a:moveTo>
                    <a:pt x="2335790" y="2690750"/>
                  </a:moveTo>
                  <a:lnTo>
                    <a:pt x="2243111" y="2705504"/>
                  </a:lnTo>
                  <a:lnTo>
                    <a:pt x="2242800" y="2777109"/>
                  </a:lnTo>
                  <a:close/>
                  <a:moveTo>
                    <a:pt x="2243111" y="2705504"/>
                  </a:moveTo>
                  <a:lnTo>
                    <a:pt x="2292605" y="2684664"/>
                  </a:lnTo>
                  <a:lnTo>
                    <a:pt x="2218831" y="2687492"/>
                  </a:lnTo>
                  <a:close/>
                  <a:moveTo>
                    <a:pt x="2243111" y="2705504"/>
                  </a:moveTo>
                  <a:lnTo>
                    <a:pt x="2335790" y="2690750"/>
                  </a:lnTo>
                  <a:lnTo>
                    <a:pt x="2292605" y="2684664"/>
                  </a:lnTo>
                  <a:close/>
                  <a:moveTo>
                    <a:pt x="1693705" y="2142995"/>
                  </a:moveTo>
                  <a:lnTo>
                    <a:pt x="1705347" y="2160950"/>
                  </a:lnTo>
                  <a:lnTo>
                    <a:pt x="1706584" y="2138086"/>
                  </a:lnTo>
                  <a:close/>
                  <a:moveTo>
                    <a:pt x="1696304" y="2127140"/>
                  </a:moveTo>
                  <a:lnTo>
                    <a:pt x="1693705" y="2142995"/>
                  </a:lnTo>
                  <a:lnTo>
                    <a:pt x="1706584" y="2138086"/>
                  </a:lnTo>
                  <a:close/>
                  <a:moveTo>
                    <a:pt x="1705347" y="2160950"/>
                  </a:moveTo>
                  <a:lnTo>
                    <a:pt x="1795567" y="2104559"/>
                  </a:lnTo>
                  <a:lnTo>
                    <a:pt x="1706584" y="2138086"/>
                  </a:lnTo>
                  <a:close/>
                  <a:moveTo>
                    <a:pt x="1833182" y="2145044"/>
                  </a:moveTo>
                  <a:lnTo>
                    <a:pt x="1795567" y="2104559"/>
                  </a:lnTo>
                  <a:lnTo>
                    <a:pt x="1705347" y="2160950"/>
                  </a:lnTo>
                  <a:close/>
                  <a:moveTo>
                    <a:pt x="1810734" y="2061114"/>
                  </a:moveTo>
                  <a:lnTo>
                    <a:pt x="1706584" y="2138086"/>
                  </a:lnTo>
                  <a:lnTo>
                    <a:pt x="1795567" y="2104559"/>
                  </a:lnTo>
                  <a:close/>
                  <a:moveTo>
                    <a:pt x="1696304" y="2127140"/>
                  </a:moveTo>
                  <a:lnTo>
                    <a:pt x="1706584" y="2138086"/>
                  </a:lnTo>
                  <a:lnTo>
                    <a:pt x="1810734" y="2061114"/>
                  </a:lnTo>
                  <a:close/>
                  <a:moveTo>
                    <a:pt x="1753339" y="2061727"/>
                  </a:moveTo>
                  <a:lnTo>
                    <a:pt x="1696304" y="2127140"/>
                  </a:lnTo>
                  <a:lnTo>
                    <a:pt x="1810734" y="2061114"/>
                  </a:lnTo>
                  <a:close/>
                  <a:moveTo>
                    <a:pt x="1398101" y="1731920"/>
                  </a:moveTo>
                  <a:lnTo>
                    <a:pt x="1473514" y="1705922"/>
                  </a:lnTo>
                  <a:lnTo>
                    <a:pt x="1421899" y="1658501"/>
                  </a:lnTo>
                  <a:close/>
                  <a:moveTo>
                    <a:pt x="595599" y="583161"/>
                  </a:moveTo>
                  <a:lnTo>
                    <a:pt x="491266" y="663123"/>
                  </a:lnTo>
                  <a:lnTo>
                    <a:pt x="571142" y="624687"/>
                  </a:lnTo>
                  <a:close/>
                  <a:moveTo>
                    <a:pt x="595599" y="583161"/>
                  </a:moveTo>
                  <a:lnTo>
                    <a:pt x="538341" y="584285"/>
                  </a:lnTo>
                  <a:lnTo>
                    <a:pt x="491266" y="663123"/>
                  </a:lnTo>
                  <a:close/>
                  <a:moveTo>
                    <a:pt x="2415300" y="2477198"/>
                  </a:moveTo>
                  <a:lnTo>
                    <a:pt x="2437751" y="2568357"/>
                  </a:lnTo>
                  <a:lnTo>
                    <a:pt x="2447990" y="2556563"/>
                  </a:lnTo>
                  <a:close/>
                  <a:moveTo>
                    <a:pt x="2437751" y="2568357"/>
                  </a:moveTo>
                  <a:lnTo>
                    <a:pt x="2449256" y="2559413"/>
                  </a:lnTo>
                  <a:lnTo>
                    <a:pt x="2447990" y="2556563"/>
                  </a:lnTo>
                  <a:close/>
                  <a:moveTo>
                    <a:pt x="664020" y="560319"/>
                  </a:moveTo>
                  <a:lnTo>
                    <a:pt x="595599" y="583161"/>
                  </a:lnTo>
                  <a:lnTo>
                    <a:pt x="715640" y="538115"/>
                  </a:lnTo>
                  <a:close/>
                  <a:moveTo>
                    <a:pt x="715640" y="538115"/>
                  </a:moveTo>
                  <a:lnTo>
                    <a:pt x="727804" y="504036"/>
                  </a:lnTo>
                  <a:lnTo>
                    <a:pt x="697039" y="542472"/>
                  </a:lnTo>
                  <a:close/>
                  <a:moveTo>
                    <a:pt x="2415300" y="2477198"/>
                  </a:moveTo>
                  <a:lnTo>
                    <a:pt x="2447990" y="2556563"/>
                  </a:lnTo>
                  <a:lnTo>
                    <a:pt x="2434657" y="2470781"/>
                  </a:lnTo>
                  <a:close/>
                  <a:moveTo>
                    <a:pt x="819731" y="433433"/>
                  </a:moveTo>
                  <a:lnTo>
                    <a:pt x="727804" y="504036"/>
                  </a:lnTo>
                  <a:lnTo>
                    <a:pt x="794963" y="465599"/>
                  </a:lnTo>
                  <a:close/>
                  <a:moveTo>
                    <a:pt x="819731" y="433433"/>
                  </a:moveTo>
                  <a:lnTo>
                    <a:pt x="767941" y="455003"/>
                  </a:lnTo>
                  <a:lnTo>
                    <a:pt x="727804" y="504036"/>
                  </a:lnTo>
                  <a:close/>
                  <a:moveTo>
                    <a:pt x="1554966" y="1099741"/>
                  </a:moveTo>
                  <a:lnTo>
                    <a:pt x="1506134" y="1123320"/>
                  </a:lnTo>
                  <a:lnTo>
                    <a:pt x="1577968" y="1102549"/>
                  </a:lnTo>
                  <a:close/>
                  <a:moveTo>
                    <a:pt x="1577968" y="1102549"/>
                  </a:moveTo>
                  <a:lnTo>
                    <a:pt x="1506134" y="1123320"/>
                  </a:lnTo>
                  <a:lnTo>
                    <a:pt x="1467719" y="1184208"/>
                  </a:lnTo>
                  <a:close/>
                  <a:moveTo>
                    <a:pt x="1577968" y="1102549"/>
                  </a:moveTo>
                  <a:lnTo>
                    <a:pt x="1467719" y="1184208"/>
                  </a:lnTo>
                  <a:lnTo>
                    <a:pt x="1513679" y="1140840"/>
                  </a:lnTo>
                  <a:close/>
                  <a:moveTo>
                    <a:pt x="1554966" y="1099741"/>
                  </a:moveTo>
                  <a:lnTo>
                    <a:pt x="1577968" y="1102549"/>
                  </a:lnTo>
                  <a:lnTo>
                    <a:pt x="1587500" y="1084884"/>
                  </a:lnTo>
                  <a:close/>
                  <a:moveTo>
                    <a:pt x="1811438" y="772533"/>
                  </a:moveTo>
                  <a:lnTo>
                    <a:pt x="1849807" y="722928"/>
                  </a:lnTo>
                  <a:lnTo>
                    <a:pt x="1775487" y="761365"/>
                  </a:lnTo>
                  <a:close/>
                  <a:moveTo>
                    <a:pt x="1354138" y="229637"/>
                  </a:moveTo>
                  <a:lnTo>
                    <a:pt x="1336167" y="325408"/>
                  </a:lnTo>
                  <a:lnTo>
                    <a:pt x="1376222" y="259966"/>
                  </a:lnTo>
                  <a:close/>
                  <a:moveTo>
                    <a:pt x="1354138" y="229637"/>
                  </a:moveTo>
                  <a:lnTo>
                    <a:pt x="1285723" y="268074"/>
                  </a:lnTo>
                  <a:lnTo>
                    <a:pt x="1336167" y="325408"/>
                  </a:lnTo>
                  <a:close/>
                  <a:moveTo>
                    <a:pt x="1349261" y="159162"/>
                  </a:moveTo>
                  <a:lnTo>
                    <a:pt x="1285723" y="268074"/>
                  </a:lnTo>
                  <a:lnTo>
                    <a:pt x="1354138" y="229637"/>
                  </a:lnTo>
                  <a:close/>
                  <a:moveTo>
                    <a:pt x="1349261" y="159162"/>
                  </a:moveTo>
                  <a:lnTo>
                    <a:pt x="1302706" y="200303"/>
                  </a:lnTo>
                  <a:lnTo>
                    <a:pt x="1285723" y="268074"/>
                  </a:lnTo>
                  <a:close/>
                  <a:moveTo>
                    <a:pt x="1349261" y="159162"/>
                  </a:moveTo>
                  <a:lnTo>
                    <a:pt x="1347705" y="147423"/>
                  </a:lnTo>
                  <a:lnTo>
                    <a:pt x="1306115" y="185859"/>
                  </a:lnTo>
                  <a:close/>
                  <a:moveTo>
                    <a:pt x="1833811" y="794045"/>
                  </a:moveTo>
                  <a:lnTo>
                    <a:pt x="1849807" y="722928"/>
                  </a:lnTo>
                  <a:lnTo>
                    <a:pt x="1811438" y="772533"/>
                  </a:lnTo>
                  <a:close/>
                  <a:moveTo>
                    <a:pt x="1886234" y="711926"/>
                  </a:moveTo>
                  <a:lnTo>
                    <a:pt x="1849807" y="722928"/>
                  </a:lnTo>
                  <a:lnTo>
                    <a:pt x="1833811" y="794045"/>
                  </a:lnTo>
                  <a:close/>
                  <a:moveTo>
                    <a:pt x="1934156" y="773059"/>
                  </a:moveTo>
                  <a:lnTo>
                    <a:pt x="1886234" y="711926"/>
                  </a:lnTo>
                  <a:lnTo>
                    <a:pt x="1833811" y="794045"/>
                  </a:lnTo>
                  <a:close/>
                  <a:moveTo>
                    <a:pt x="1960766" y="766707"/>
                  </a:moveTo>
                  <a:lnTo>
                    <a:pt x="1956394" y="684492"/>
                  </a:lnTo>
                  <a:lnTo>
                    <a:pt x="1934156" y="773059"/>
                  </a:lnTo>
                  <a:close/>
                  <a:moveTo>
                    <a:pt x="1956394" y="684492"/>
                  </a:moveTo>
                  <a:lnTo>
                    <a:pt x="1886234" y="711926"/>
                  </a:lnTo>
                  <a:lnTo>
                    <a:pt x="1934156" y="773059"/>
                  </a:lnTo>
                  <a:close/>
                  <a:moveTo>
                    <a:pt x="1866903" y="701252"/>
                  </a:moveTo>
                  <a:lnTo>
                    <a:pt x="1849807" y="722928"/>
                  </a:lnTo>
                  <a:lnTo>
                    <a:pt x="1886234" y="711926"/>
                  </a:lnTo>
                  <a:close/>
                  <a:moveTo>
                    <a:pt x="1979474" y="628270"/>
                  </a:moveTo>
                  <a:lnTo>
                    <a:pt x="1886234" y="711926"/>
                  </a:lnTo>
                  <a:lnTo>
                    <a:pt x="1956394" y="684492"/>
                  </a:lnTo>
                  <a:close/>
                  <a:moveTo>
                    <a:pt x="1684637" y="394068"/>
                  </a:moveTo>
                  <a:lnTo>
                    <a:pt x="1711302" y="437846"/>
                  </a:lnTo>
                  <a:lnTo>
                    <a:pt x="1732697" y="355632"/>
                  </a:lnTo>
                  <a:close/>
                  <a:moveTo>
                    <a:pt x="1354138" y="229637"/>
                  </a:moveTo>
                  <a:lnTo>
                    <a:pt x="1376222" y="259966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54138" y="229637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81623" y="218652"/>
                  </a:lnTo>
                  <a:lnTo>
                    <a:pt x="1347705" y="147423"/>
                  </a:lnTo>
                  <a:close/>
                  <a:moveTo>
                    <a:pt x="1347705" y="147423"/>
                  </a:moveTo>
                  <a:lnTo>
                    <a:pt x="1381623" y="218652"/>
                  </a:lnTo>
                  <a:lnTo>
                    <a:pt x="1445360" y="191201"/>
                  </a:lnTo>
                  <a:close/>
                  <a:moveTo>
                    <a:pt x="1347705" y="147423"/>
                  </a:moveTo>
                  <a:lnTo>
                    <a:pt x="1445360" y="191201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347705" y="147423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400093" y="70555"/>
                  </a:lnTo>
                  <a:lnTo>
                    <a:pt x="1347705" y="147423"/>
                  </a:lnTo>
                  <a:close/>
                  <a:moveTo>
                    <a:pt x="1956394" y="684492"/>
                  </a:moveTo>
                  <a:lnTo>
                    <a:pt x="1960766" y="766707"/>
                  </a:lnTo>
                  <a:lnTo>
                    <a:pt x="2033287" y="728271"/>
                  </a:lnTo>
                  <a:close/>
                  <a:moveTo>
                    <a:pt x="1956394" y="684492"/>
                  </a:moveTo>
                  <a:lnTo>
                    <a:pt x="2033287" y="728271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56394" y="684492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79474" y="628270"/>
                  </a:lnTo>
                  <a:lnTo>
                    <a:pt x="1956394" y="684492"/>
                  </a:lnTo>
                  <a:close/>
                  <a:moveTo>
                    <a:pt x="1979474" y="628270"/>
                  </a:moveTo>
                  <a:lnTo>
                    <a:pt x="2034140" y="617458"/>
                  </a:lnTo>
                  <a:lnTo>
                    <a:pt x="1998134" y="602277"/>
                  </a:lnTo>
                  <a:close/>
                  <a:moveTo>
                    <a:pt x="1732697" y="355632"/>
                  </a:moveTo>
                  <a:lnTo>
                    <a:pt x="1808557" y="331359"/>
                  </a:lnTo>
                  <a:lnTo>
                    <a:pt x="1794499" y="325544"/>
                  </a:lnTo>
                  <a:close/>
                  <a:moveTo>
                    <a:pt x="1783749" y="399410"/>
                  </a:moveTo>
                  <a:lnTo>
                    <a:pt x="1808557" y="331359"/>
                  </a:lnTo>
                  <a:lnTo>
                    <a:pt x="1732697" y="355632"/>
                  </a:lnTo>
                  <a:close/>
                  <a:moveTo>
                    <a:pt x="1711302" y="437846"/>
                  </a:moveTo>
                  <a:lnTo>
                    <a:pt x="1783749" y="399410"/>
                  </a:lnTo>
                  <a:lnTo>
                    <a:pt x="1732697" y="355632"/>
                  </a:lnTo>
                  <a:close/>
                  <a:moveTo>
                    <a:pt x="1794499" y="325544"/>
                  </a:moveTo>
                  <a:lnTo>
                    <a:pt x="1737262" y="279998"/>
                  </a:lnTo>
                  <a:lnTo>
                    <a:pt x="1732697" y="355632"/>
                  </a:lnTo>
                  <a:close/>
                  <a:moveTo>
                    <a:pt x="1737262" y="279998"/>
                  </a:moveTo>
                  <a:lnTo>
                    <a:pt x="1794499" y="325544"/>
                  </a:lnTo>
                  <a:lnTo>
                    <a:pt x="1815022" y="317195"/>
                  </a:lnTo>
                  <a:close/>
                  <a:moveTo>
                    <a:pt x="1794499" y="325544"/>
                  </a:moveTo>
                  <a:lnTo>
                    <a:pt x="1808557" y="331359"/>
                  </a:lnTo>
                  <a:lnTo>
                    <a:pt x="1815022" y="317195"/>
                  </a:lnTo>
                  <a:close/>
                  <a:moveTo>
                    <a:pt x="1453404" y="54676"/>
                  </a:moveTo>
                  <a:lnTo>
                    <a:pt x="1425047" y="108986"/>
                  </a:lnTo>
                  <a:lnTo>
                    <a:pt x="1497351" y="85068"/>
                  </a:lnTo>
                  <a:close/>
                  <a:moveTo>
                    <a:pt x="1498596" y="26770"/>
                  </a:moveTo>
                  <a:lnTo>
                    <a:pt x="1453404" y="54676"/>
                  </a:lnTo>
                  <a:lnTo>
                    <a:pt x="1574207" y="12477"/>
                  </a:lnTo>
                  <a:close/>
                  <a:moveTo>
                    <a:pt x="1574207" y="12477"/>
                  </a:moveTo>
                  <a:lnTo>
                    <a:pt x="1453404" y="54676"/>
                  </a:lnTo>
                  <a:lnTo>
                    <a:pt x="1539676" y="70549"/>
                  </a:lnTo>
                  <a:close/>
                  <a:moveTo>
                    <a:pt x="1539676" y="70549"/>
                  </a:moveTo>
                  <a:lnTo>
                    <a:pt x="1453404" y="54676"/>
                  </a:lnTo>
                  <a:lnTo>
                    <a:pt x="1497351" y="85068"/>
                  </a:lnTo>
                  <a:close/>
                  <a:moveTo>
                    <a:pt x="1808557" y="331359"/>
                  </a:moveTo>
                  <a:lnTo>
                    <a:pt x="1867909" y="338060"/>
                  </a:lnTo>
                  <a:lnTo>
                    <a:pt x="1815022" y="317195"/>
                  </a:lnTo>
                  <a:close/>
                  <a:moveTo>
                    <a:pt x="1815022" y="317195"/>
                  </a:moveTo>
                  <a:lnTo>
                    <a:pt x="1901435" y="278758"/>
                  </a:lnTo>
                  <a:lnTo>
                    <a:pt x="1800306" y="300507"/>
                  </a:lnTo>
                  <a:close/>
                  <a:moveTo>
                    <a:pt x="1574207" y="12477"/>
                  </a:moveTo>
                  <a:lnTo>
                    <a:pt x="1539676" y="70549"/>
                  </a:lnTo>
                  <a:lnTo>
                    <a:pt x="1625891" y="41159"/>
                  </a:lnTo>
                  <a:close/>
                  <a:moveTo>
                    <a:pt x="1574207" y="12477"/>
                  </a:moveTo>
                  <a:lnTo>
                    <a:pt x="1625891" y="41159"/>
                  </a:lnTo>
                  <a:lnTo>
                    <a:pt x="1702959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05" name="Candidate_density__2104">
              <a:extLst>
                <a:ext uri="{FF2B5EF4-FFF2-40B4-BE49-F238E27FC236}">
                  <a16:creationId xmlns:a16="http://schemas.microsoft.com/office/drawing/2014/main" id="{F07D7213-DE7D-0141-7E56-51E934CE759A}"/>
                </a:ext>
              </a:extLst>
            </p:cNvPr>
            <p:cNvSpPr>
              <a:spLocks noGrp="1"/>
            </p:cNvSpPr>
            <p:nvPr/>
          </p:nvSpPr>
          <p:spPr>
            <a:xfrm>
              <a:off x="3816695" y="1621071"/>
              <a:ext cx="2347125" cy="2418373"/>
            </a:xfrm>
            <a:custGeom>
              <a:avLst/>
              <a:gdLst/>
              <a:ahLst/>
              <a:cxnLst/>
              <a:rect l="0" t="0" r="0" b="0"/>
              <a:pathLst>
                <a:path w="2347125" h="2418373">
                  <a:moveTo>
                    <a:pt x="684496" y="2378081"/>
                  </a:moveTo>
                  <a:lnTo>
                    <a:pt x="653071" y="2352590"/>
                  </a:lnTo>
                  <a:lnTo>
                    <a:pt x="724135" y="2418373"/>
                  </a:lnTo>
                  <a:close/>
                  <a:moveTo>
                    <a:pt x="569916" y="2259509"/>
                  </a:moveTo>
                  <a:lnTo>
                    <a:pt x="647993" y="2336158"/>
                  </a:lnTo>
                  <a:lnTo>
                    <a:pt x="578815" y="2261616"/>
                  </a:lnTo>
                  <a:close/>
                  <a:moveTo>
                    <a:pt x="569916" y="2259509"/>
                  </a:moveTo>
                  <a:lnTo>
                    <a:pt x="653071" y="2352590"/>
                  </a:lnTo>
                  <a:lnTo>
                    <a:pt x="647993" y="2336158"/>
                  </a:lnTo>
                  <a:close/>
                  <a:moveTo>
                    <a:pt x="647993" y="2336158"/>
                  </a:moveTo>
                  <a:lnTo>
                    <a:pt x="653071" y="2352590"/>
                  </a:lnTo>
                  <a:lnTo>
                    <a:pt x="684496" y="2378081"/>
                  </a:lnTo>
                  <a:close/>
                  <a:moveTo>
                    <a:pt x="564190" y="2253943"/>
                  </a:moveTo>
                  <a:lnTo>
                    <a:pt x="569916" y="2259509"/>
                  </a:lnTo>
                  <a:lnTo>
                    <a:pt x="578815" y="2261616"/>
                  </a:lnTo>
                  <a:close/>
                  <a:moveTo>
                    <a:pt x="684496" y="2378081"/>
                  </a:moveTo>
                  <a:lnTo>
                    <a:pt x="792401" y="2400001"/>
                  </a:lnTo>
                  <a:lnTo>
                    <a:pt x="802711" y="2326211"/>
                  </a:lnTo>
                  <a:close/>
                  <a:moveTo>
                    <a:pt x="792401" y="2400001"/>
                  </a:moveTo>
                  <a:lnTo>
                    <a:pt x="864458" y="2402012"/>
                  </a:lnTo>
                  <a:lnTo>
                    <a:pt x="802711" y="2326211"/>
                  </a:lnTo>
                  <a:close/>
                  <a:moveTo>
                    <a:pt x="665867" y="2297722"/>
                  </a:moveTo>
                  <a:lnTo>
                    <a:pt x="684496" y="2378081"/>
                  </a:lnTo>
                  <a:lnTo>
                    <a:pt x="734592" y="2350179"/>
                  </a:lnTo>
                  <a:close/>
                  <a:moveTo>
                    <a:pt x="665867" y="2297722"/>
                  </a:moveTo>
                  <a:lnTo>
                    <a:pt x="647993" y="2336158"/>
                  </a:lnTo>
                  <a:lnTo>
                    <a:pt x="684496" y="2378081"/>
                  </a:lnTo>
                  <a:close/>
                  <a:moveTo>
                    <a:pt x="595718" y="2238533"/>
                  </a:moveTo>
                  <a:lnTo>
                    <a:pt x="578815" y="2261616"/>
                  </a:lnTo>
                  <a:lnTo>
                    <a:pt x="635333" y="2215506"/>
                  </a:lnTo>
                  <a:close/>
                  <a:moveTo>
                    <a:pt x="635333" y="2215506"/>
                  </a:moveTo>
                  <a:lnTo>
                    <a:pt x="578815" y="2261616"/>
                  </a:lnTo>
                  <a:lnTo>
                    <a:pt x="647993" y="2336158"/>
                  </a:lnTo>
                  <a:close/>
                  <a:moveTo>
                    <a:pt x="635333" y="2215506"/>
                  </a:moveTo>
                  <a:lnTo>
                    <a:pt x="647993" y="2336158"/>
                  </a:lnTo>
                  <a:lnTo>
                    <a:pt x="665867" y="2297722"/>
                  </a:lnTo>
                  <a:close/>
                  <a:moveTo>
                    <a:pt x="564190" y="2253943"/>
                  </a:moveTo>
                  <a:lnTo>
                    <a:pt x="578815" y="2261616"/>
                  </a:lnTo>
                  <a:lnTo>
                    <a:pt x="595718" y="2238533"/>
                  </a:lnTo>
                  <a:close/>
                  <a:moveTo>
                    <a:pt x="495629" y="2229253"/>
                  </a:moveTo>
                  <a:lnTo>
                    <a:pt x="595718" y="2238533"/>
                  </a:lnTo>
                  <a:lnTo>
                    <a:pt x="620340" y="2201670"/>
                  </a:lnTo>
                  <a:close/>
                  <a:moveTo>
                    <a:pt x="0" y="1418959"/>
                  </a:moveTo>
                  <a:lnTo>
                    <a:pt x="31817" y="1493185"/>
                  </a:lnTo>
                  <a:lnTo>
                    <a:pt x="101250" y="1397237"/>
                  </a:lnTo>
                  <a:close/>
                  <a:moveTo>
                    <a:pt x="0" y="1418959"/>
                  </a:moveTo>
                  <a:lnTo>
                    <a:pt x="101250" y="1397237"/>
                  </a:lnTo>
                  <a:lnTo>
                    <a:pt x="21116" y="1354558"/>
                  </a:lnTo>
                  <a:close/>
                  <a:moveTo>
                    <a:pt x="105330" y="1390762"/>
                  </a:moveTo>
                  <a:lnTo>
                    <a:pt x="117016" y="1284327"/>
                  </a:lnTo>
                  <a:lnTo>
                    <a:pt x="57917" y="1276950"/>
                  </a:lnTo>
                  <a:close/>
                  <a:moveTo>
                    <a:pt x="680115" y="1930235"/>
                  </a:moveTo>
                  <a:lnTo>
                    <a:pt x="619749" y="1818627"/>
                  </a:lnTo>
                  <a:lnTo>
                    <a:pt x="618941" y="1919376"/>
                  </a:lnTo>
                  <a:close/>
                  <a:moveTo>
                    <a:pt x="684883" y="1809773"/>
                  </a:moveTo>
                  <a:lnTo>
                    <a:pt x="711737" y="1834324"/>
                  </a:lnTo>
                  <a:lnTo>
                    <a:pt x="652642" y="1791885"/>
                  </a:lnTo>
                  <a:close/>
                  <a:moveTo>
                    <a:pt x="636739" y="1504538"/>
                  </a:moveTo>
                  <a:lnTo>
                    <a:pt x="687547" y="1423732"/>
                  </a:lnTo>
                  <a:lnTo>
                    <a:pt x="624572" y="1414338"/>
                  </a:lnTo>
                  <a:close/>
                  <a:moveTo>
                    <a:pt x="687547" y="1423732"/>
                  </a:moveTo>
                  <a:lnTo>
                    <a:pt x="653131" y="1400005"/>
                  </a:lnTo>
                  <a:lnTo>
                    <a:pt x="624572" y="1414338"/>
                  </a:lnTo>
                  <a:close/>
                  <a:moveTo>
                    <a:pt x="391281" y="1082446"/>
                  </a:moveTo>
                  <a:lnTo>
                    <a:pt x="334706" y="1113616"/>
                  </a:lnTo>
                  <a:lnTo>
                    <a:pt x="422175" y="1157422"/>
                  </a:lnTo>
                  <a:close/>
                  <a:moveTo>
                    <a:pt x="422175" y="1157422"/>
                  </a:moveTo>
                  <a:lnTo>
                    <a:pt x="487144" y="1121521"/>
                  </a:lnTo>
                  <a:lnTo>
                    <a:pt x="454241" y="1091853"/>
                  </a:lnTo>
                  <a:close/>
                  <a:moveTo>
                    <a:pt x="453791" y="996820"/>
                  </a:moveTo>
                  <a:lnTo>
                    <a:pt x="431117" y="992964"/>
                  </a:lnTo>
                  <a:lnTo>
                    <a:pt x="454241" y="1091853"/>
                  </a:lnTo>
                  <a:close/>
                  <a:moveTo>
                    <a:pt x="454241" y="1091853"/>
                  </a:moveTo>
                  <a:lnTo>
                    <a:pt x="374276" y="996178"/>
                  </a:lnTo>
                  <a:lnTo>
                    <a:pt x="391281" y="1082446"/>
                  </a:lnTo>
                  <a:close/>
                  <a:moveTo>
                    <a:pt x="288489" y="936098"/>
                  </a:moveTo>
                  <a:lnTo>
                    <a:pt x="374276" y="996178"/>
                  </a:lnTo>
                  <a:lnTo>
                    <a:pt x="375637" y="983272"/>
                  </a:lnTo>
                  <a:close/>
                  <a:moveTo>
                    <a:pt x="276601" y="949186"/>
                  </a:moveTo>
                  <a:lnTo>
                    <a:pt x="374276" y="996178"/>
                  </a:lnTo>
                  <a:lnTo>
                    <a:pt x="288489" y="936098"/>
                  </a:lnTo>
                  <a:close/>
                  <a:moveTo>
                    <a:pt x="1340704" y="1956925"/>
                  </a:moveTo>
                  <a:lnTo>
                    <a:pt x="1279280" y="2046361"/>
                  </a:lnTo>
                  <a:lnTo>
                    <a:pt x="1349144" y="2050155"/>
                  </a:lnTo>
                  <a:close/>
                  <a:moveTo>
                    <a:pt x="1349144" y="2050155"/>
                  </a:moveTo>
                  <a:lnTo>
                    <a:pt x="1342842" y="2091572"/>
                  </a:lnTo>
                  <a:lnTo>
                    <a:pt x="1378847" y="2061760"/>
                  </a:lnTo>
                  <a:close/>
                  <a:moveTo>
                    <a:pt x="1114109" y="1578487"/>
                  </a:moveTo>
                  <a:lnTo>
                    <a:pt x="1059378" y="1530034"/>
                  </a:lnTo>
                  <a:lnTo>
                    <a:pt x="1106436" y="1625827"/>
                  </a:lnTo>
                  <a:close/>
                  <a:moveTo>
                    <a:pt x="1046709" y="1605148"/>
                  </a:moveTo>
                  <a:lnTo>
                    <a:pt x="1055776" y="1612248"/>
                  </a:lnTo>
                  <a:lnTo>
                    <a:pt x="1106436" y="1625827"/>
                  </a:lnTo>
                  <a:close/>
                  <a:moveTo>
                    <a:pt x="1011783" y="1542094"/>
                  </a:moveTo>
                  <a:lnTo>
                    <a:pt x="1046709" y="1605148"/>
                  </a:lnTo>
                  <a:lnTo>
                    <a:pt x="1106436" y="1625827"/>
                  </a:lnTo>
                  <a:close/>
                  <a:moveTo>
                    <a:pt x="1297344" y="1831491"/>
                  </a:moveTo>
                  <a:lnTo>
                    <a:pt x="1359153" y="1841833"/>
                  </a:lnTo>
                  <a:lnTo>
                    <a:pt x="1346275" y="1752211"/>
                  </a:lnTo>
                  <a:close/>
                  <a:moveTo>
                    <a:pt x="1297344" y="1831491"/>
                  </a:moveTo>
                  <a:lnTo>
                    <a:pt x="1346275" y="1752211"/>
                  </a:lnTo>
                  <a:lnTo>
                    <a:pt x="1274028" y="1750354"/>
                  </a:lnTo>
                  <a:close/>
                  <a:moveTo>
                    <a:pt x="955604" y="1527175"/>
                  </a:moveTo>
                  <a:lnTo>
                    <a:pt x="1046709" y="1605148"/>
                  </a:lnTo>
                  <a:lnTo>
                    <a:pt x="955821" y="1530034"/>
                  </a:lnTo>
                  <a:close/>
                  <a:moveTo>
                    <a:pt x="1052057" y="1609445"/>
                  </a:moveTo>
                  <a:lnTo>
                    <a:pt x="1046709" y="1605148"/>
                  </a:lnTo>
                  <a:lnTo>
                    <a:pt x="955604" y="1527175"/>
                  </a:lnTo>
                  <a:close/>
                  <a:moveTo>
                    <a:pt x="1052057" y="1609445"/>
                  </a:moveTo>
                  <a:lnTo>
                    <a:pt x="1055776" y="1612248"/>
                  </a:lnTo>
                  <a:lnTo>
                    <a:pt x="1046709" y="1605148"/>
                  </a:lnTo>
                  <a:close/>
                  <a:moveTo>
                    <a:pt x="803669" y="1253778"/>
                  </a:moveTo>
                  <a:lnTo>
                    <a:pt x="904924" y="1268101"/>
                  </a:lnTo>
                  <a:lnTo>
                    <a:pt x="907421" y="1162737"/>
                  </a:lnTo>
                  <a:close/>
                  <a:moveTo>
                    <a:pt x="1849350" y="2313748"/>
                  </a:moveTo>
                  <a:lnTo>
                    <a:pt x="1863794" y="2335083"/>
                  </a:lnTo>
                  <a:lnTo>
                    <a:pt x="1897776" y="2342684"/>
                  </a:lnTo>
                  <a:close/>
                  <a:moveTo>
                    <a:pt x="1849350" y="2313748"/>
                  </a:moveTo>
                  <a:lnTo>
                    <a:pt x="1897776" y="2342684"/>
                  </a:lnTo>
                  <a:lnTo>
                    <a:pt x="1927239" y="2283504"/>
                  </a:lnTo>
                  <a:close/>
                  <a:moveTo>
                    <a:pt x="967364" y="1156745"/>
                  </a:moveTo>
                  <a:lnTo>
                    <a:pt x="913176" y="1161300"/>
                  </a:lnTo>
                  <a:lnTo>
                    <a:pt x="907421" y="1162737"/>
                  </a:lnTo>
                  <a:close/>
                  <a:moveTo>
                    <a:pt x="914908" y="1162737"/>
                  </a:moveTo>
                  <a:lnTo>
                    <a:pt x="913176" y="1161300"/>
                  </a:lnTo>
                  <a:lnTo>
                    <a:pt x="1019280" y="1206516"/>
                  </a:lnTo>
                  <a:close/>
                  <a:moveTo>
                    <a:pt x="837925" y="961701"/>
                  </a:moveTo>
                  <a:lnTo>
                    <a:pt x="872891" y="1080521"/>
                  </a:lnTo>
                  <a:lnTo>
                    <a:pt x="928390" y="1011027"/>
                  </a:lnTo>
                  <a:close/>
                  <a:moveTo>
                    <a:pt x="1622207" y="1782021"/>
                  </a:moveTo>
                  <a:lnTo>
                    <a:pt x="1602742" y="1764984"/>
                  </a:lnTo>
                  <a:lnTo>
                    <a:pt x="1582092" y="1681680"/>
                  </a:lnTo>
                  <a:close/>
                  <a:moveTo>
                    <a:pt x="808103" y="685669"/>
                  </a:moveTo>
                  <a:lnTo>
                    <a:pt x="855620" y="795440"/>
                  </a:lnTo>
                  <a:lnTo>
                    <a:pt x="917893" y="756578"/>
                  </a:lnTo>
                  <a:close/>
                  <a:moveTo>
                    <a:pt x="1599858" y="1743584"/>
                  </a:moveTo>
                  <a:lnTo>
                    <a:pt x="1582092" y="1681680"/>
                  </a:lnTo>
                  <a:lnTo>
                    <a:pt x="1602742" y="1764984"/>
                  </a:lnTo>
                  <a:close/>
                  <a:moveTo>
                    <a:pt x="1667554" y="1608832"/>
                  </a:moveTo>
                  <a:lnTo>
                    <a:pt x="1695262" y="1622933"/>
                  </a:lnTo>
                  <a:lnTo>
                    <a:pt x="1719124" y="1630867"/>
                  </a:lnTo>
                  <a:close/>
                  <a:moveTo>
                    <a:pt x="1236814" y="979871"/>
                  </a:moveTo>
                  <a:lnTo>
                    <a:pt x="1251186" y="951529"/>
                  </a:lnTo>
                  <a:lnTo>
                    <a:pt x="1174237" y="942489"/>
                  </a:lnTo>
                  <a:close/>
                  <a:moveTo>
                    <a:pt x="1236814" y="979871"/>
                  </a:moveTo>
                  <a:lnTo>
                    <a:pt x="1269170" y="965212"/>
                  </a:lnTo>
                  <a:lnTo>
                    <a:pt x="1251186" y="951529"/>
                  </a:lnTo>
                  <a:close/>
                  <a:moveTo>
                    <a:pt x="981079" y="777618"/>
                  </a:moveTo>
                  <a:lnTo>
                    <a:pt x="1025523" y="730186"/>
                  </a:lnTo>
                  <a:lnTo>
                    <a:pt x="999554" y="783237"/>
                  </a:lnTo>
                  <a:close/>
                  <a:moveTo>
                    <a:pt x="2209306" y="1913357"/>
                  </a:moveTo>
                  <a:lnTo>
                    <a:pt x="2152232" y="1875928"/>
                  </a:lnTo>
                  <a:lnTo>
                    <a:pt x="2108485" y="1927568"/>
                  </a:lnTo>
                  <a:close/>
                  <a:moveTo>
                    <a:pt x="2035442" y="1933129"/>
                  </a:moveTo>
                  <a:lnTo>
                    <a:pt x="1973375" y="1845627"/>
                  </a:lnTo>
                  <a:lnTo>
                    <a:pt x="1952478" y="1869579"/>
                  </a:lnTo>
                  <a:close/>
                  <a:moveTo>
                    <a:pt x="2035442" y="1933129"/>
                  </a:moveTo>
                  <a:lnTo>
                    <a:pt x="2108485" y="1927568"/>
                  </a:lnTo>
                  <a:lnTo>
                    <a:pt x="2152232" y="1875928"/>
                  </a:lnTo>
                  <a:close/>
                  <a:moveTo>
                    <a:pt x="2075885" y="1869135"/>
                  </a:moveTo>
                  <a:lnTo>
                    <a:pt x="2035442" y="1933129"/>
                  </a:lnTo>
                  <a:lnTo>
                    <a:pt x="2152232" y="1875928"/>
                  </a:lnTo>
                  <a:close/>
                  <a:moveTo>
                    <a:pt x="1269170" y="965212"/>
                  </a:moveTo>
                  <a:lnTo>
                    <a:pt x="1335260" y="1047427"/>
                  </a:lnTo>
                  <a:lnTo>
                    <a:pt x="1395979" y="1011157"/>
                  </a:lnTo>
                  <a:close/>
                  <a:moveTo>
                    <a:pt x="1359844" y="940442"/>
                  </a:moveTo>
                  <a:lnTo>
                    <a:pt x="1395979" y="1011157"/>
                  </a:lnTo>
                  <a:lnTo>
                    <a:pt x="1406978" y="962716"/>
                  </a:lnTo>
                  <a:close/>
                  <a:moveTo>
                    <a:pt x="1406978" y="962716"/>
                  </a:moveTo>
                  <a:lnTo>
                    <a:pt x="1352206" y="846560"/>
                  </a:lnTo>
                  <a:lnTo>
                    <a:pt x="1359844" y="940442"/>
                  </a:lnTo>
                  <a:close/>
                  <a:moveTo>
                    <a:pt x="1274323" y="849285"/>
                  </a:moveTo>
                  <a:lnTo>
                    <a:pt x="1174237" y="942489"/>
                  </a:lnTo>
                  <a:lnTo>
                    <a:pt x="1251186" y="951529"/>
                  </a:lnTo>
                  <a:close/>
                  <a:moveTo>
                    <a:pt x="1228118" y="762345"/>
                  </a:moveTo>
                  <a:lnTo>
                    <a:pt x="1211501" y="803155"/>
                  </a:lnTo>
                  <a:lnTo>
                    <a:pt x="1208026" y="800782"/>
                  </a:lnTo>
                  <a:close/>
                  <a:moveTo>
                    <a:pt x="1197811" y="850896"/>
                  </a:moveTo>
                  <a:lnTo>
                    <a:pt x="1211501" y="803155"/>
                  </a:lnTo>
                  <a:lnTo>
                    <a:pt x="1228118" y="762345"/>
                  </a:lnTo>
                  <a:close/>
                  <a:moveTo>
                    <a:pt x="1274323" y="849285"/>
                  </a:moveTo>
                  <a:lnTo>
                    <a:pt x="1211501" y="803155"/>
                  </a:lnTo>
                  <a:lnTo>
                    <a:pt x="1197811" y="850896"/>
                  </a:lnTo>
                  <a:close/>
                  <a:moveTo>
                    <a:pt x="1219076" y="800782"/>
                  </a:moveTo>
                  <a:lnTo>
                    <a:pt x="1349586" y="825572"/>
                  </a:lnTo>
                  <a:lnTo>
                    <a:pt x="1277500" y="762345"/>
                  </a:lnTo>
                  <a:close/>
                  <a:moveTo>
                    <a:pt x="1219076" y="800782"/>
                  </a:moveTo>
                  <a:lnTo>
                    <a:pt x="1211501" y="803155"/>
                  </a:lnTo>
                  <a:lnTo>
                    <a:pt x="1274323" y="849285"/>
                  </a:lnTo>
                  <a:close/>
                  <a:moveTo>
                    <a:pt x="2252657" y="1900445"/>
                  </a:moveTo>
                  <a:lnTo>
                    <a:pt x="2152232" y="1875928"/>
                  </a:lnTo>
                  <a:lnTo>
                    <a:pt x="2209306" y="1913357"/>
                  </a:lnTo>
                  <a:close/>
                  <a:moveTo>
                    <a:pt x="2168939" y="1807821"/>
                  </a:moveTo>
                  <a:lnTo>
                    <a:pt x="2152232" y="1875928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168939" y="1807821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252657" y="1900445"/>
                  </a:lnTo>
                  <a:lnTo>
                    <a:pt x="2309447" y="1814774"/>
                  </a:lnTo>
                  <a:close/>
                  <a:moveTo>
                    <a:pt x="2168939" y="1807821"/>
                  </a:moveTo>
                  <a:lnTo>
                    <a:pt x="2075885" y="1869135"/>
                  </a:lnTo>
                  <a:lnTo>
                    <a:pt x="2152232" y="1875928"/>
                  </a:lnTo>
                  <a:close/>
                  <a:moveTo>
                    <a:pt x="2161411" y="1713849"/>
                  </a:moveTo>
                  <a:lnTo>
                    <a:pt x="2097331" y="1670664"/>
                  </a:lnTo>
                  <a:lnTo>
                    <a:pt x="2060129" y="1635505"/>
                  </a:lnTo>
                  <a:close/>
                  <a:moveTo>
                    <a:pt x="1990402" y="1631600"/>
                  </a:moveTo>
                  <a:lnTo>
                    <a:pt x="2060129" y="1635505"/>
                  </a:lnTo>
                  <a:lnTo>
                    <a:pt x="2010608" y="1625077"/>
                  </a:lnTo>
                  <a:close/>
                  <a:moveTo>
                    <a:pt x="1361497" y="844561"/>
                  </a:moveTo>
                  <a:lnTo>
                    <a:pt x="1465563" y="814995"/>
                  </a:lnTo>
                  <a:lnTo>
                    <a:pt x="1470818" y="784976"/>
                  </a:lnTo>
                  <a:close/>
                  <a:moveTo>
                    <a:pt x="1178419" y="666477"/>
                  </a:moveTo>
                  <a:lnTo>
                    <a:pt x="1201209" y="748042"/>
                  </a:lnTo>
                  <a:lnTo>
                    <a:pt x="1251514" y="737556"/>
                  </a:lnTo>
                  <a:close/>
                  <a:moveTo>
                    <a:pt x="1277500" y="762345"/>
                  </a:moveTo>
                  <a:lnTo>
                    <a:pt x="1349586" y="825572"/>
                  </a:lnTo>
                  <a:lnTo>
                    <a:pt x="1267381" y="754837"/>
                  </a:lnTo>
                  <a:close/>
                  <a:moveTo>
                    <a:pt x="1928902" y="1181137"/>
                  </a:moveTo>
                  <a:lnTo>
                    <a:pt x="1868853" y="1158534"/>
                  </a:lnTo>
                  <a:lnTo>
                    <a:pt x="1817719" y="1110843"/>
                  </a:lnTo>
                  <a:close/>
                  <a:moveTo>
                    <a:pt x="1807965" y="1018680"/>
                  </a:moveTo>
                  <a:lnTo>
                    <a:pt x="1817719" y="1110843"/>
                  </a:lnTo>
                  <a:lnTo>
                    <a:pt x="1872998" y="1026402"/>
                  </a:lnTo>
                  <a:close/>
                  <a:moveTo>
                    <a:pt x="2277776" y="1579746"/>
                  </a:moveTo>
                  <a:lnTo>
                    <a:pt x="2347125" y="1483866"/>
                  </a:lnTo>
                  <a:lnTo>
                    <a:pt x="2282265" y="1476005"/>
                  </a:lnTo>
                  <a:close/>
                  <a:moveTo>
                    <a:pt x="2282265" y="1476005"/>
                  </a:moveTo>
                  <a:lnTo>
                    <a:pt x="2347125" y="1483866"/>
                  </a:lnTo>
                  <a:lnTo>
                    <a:pt x="2318582" y="1406979"/>
                  </a:lnTo>
                  <a:close/>
                  <a:moveTo>
                    <a:pt x="2072425" y="1225140"/>
                  </a:moveTo>
                  <a:lnTo>
                    <a:pt x="2127673" y="1240816"/>
                  </a:lnTo>
                  <a:lnTo>
                    <a:pt x="2103774" y="1160154"/>
                  </a:lnTo>
                  <a:close/>
                  <a:moveTo>
                    <a:pt x="1984433" y="855245"/>
                  </a:moveTo>
                  <a:lnTo>
                    <a:pt x="1936834" y="874413"/>
                  </a:lnTo>
                  <a:lnTo>
                    <a:pt x="1922536" y="928844"/>
                  </a:lnTo>
                  <a:close/>
                  <a:moveTo>
                    <a:pt x="2038455" y="752296"/>
                  </a:moveTo>
                  <a:lnTo>
                    <a:pt x="2111540" y="853563"/>
                  </a:lnTo>
                  <a:lnTo>
                    <a:pt x="2112741" y="752495"/>
                  </a:lnTo>
                  <a:close/>
                  <a:moveTo>
                    <a:pt x="1813586" y="369748"/>
                  </a:moveTo>
                  <a:lnTo>
                    <a:pt x="1783045" y="338294"/>
                  </a:lnTo>
                  <a:lnTo>
                    <a:pt x="1785470" y="323518"/>
                  </a:lnTo>
                  <a:close/>
                  <a:moveTo>
                    <a:pt x="2252176" y="696157"/>
                  </a:moveTo>
                  <a:lnTo>
                    <a:pt x="2212775" y="747617"/>
                  </a:lnTo>
                  <a:lnTo>
                    <a:pt x="2259579" y="707408"/>
                  </a:lnTo>
                  <a:close/>
                  <a:moveTo>
                    <a:pt x="2252176" y="696157"/>
                  </a:moveTo>
                  <a:lnTo>
                    <a:pt x="2196225" y="734593"/>
                  </a:lnTo>
                  <a:lnTo>
                    <a:pt x="2212775" y="747617"/>
                  </a:lnTo>
                  <a:close/>
                  <a:moveTo>
                    <a:pt x="1728018" y="38436"/>
                  </a:moveTo>
                  <a:lnTo>
                    <a:pt x="1734723" y="159088"/>
                  </a:lnTo>
                  <a:lnTo>
                    <a:pt x="1800308" y="104901"/>
                  </a:lnTo>
                  <a:close/>
                  <a:moveTo>
                    <a:pt x="2252176" y="696157"/>
                  </a:moveTo>
                  <a:lnTo>
                    <a:pt x="2259579" y="707408"/>
                  </a:lnTo>
                  <a:lnTo>
                    <a:pt x="2247815" y="657720"/>
                  </a:lnTo>
                  <a:close/>
                  <a:moveTo>
                    <a:pt x="2131709" y="436798"/>
                  </a:moveTo>
                  <a:lnTo>
                    <a:pt x="2204942" y="503129"/>
                  </a:lnTo>
                  <a:lnTo>
                    <a:pt x="2249168" y="493290"/>
                  </a:lnTo>
                  <a:close/>
                  <a:moveTo>
                    <a:pt x="1817428" y="0"/>
                  </a:moveTo>
                  <a:lnTo>
                    <a:pt x="1800308" y="104901"/>
                  </a:lnTo>
                  <a:lnTo>
                    <a:pt x="1731490" y="119432"/>
                  </a:lnTo>
                  <a:close/>
                  <a:moveTo>
                    <a:pt x="2006330" y="102666"/>
                  </a:moveTo>
                  <a:lnTo>
                    <a:pt x="2072237" y="164430"/>
                  </a:lnTo>
                  <a:lnTo>
                    <a:pt x="2047964" y="1440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06" name="Candidate_density__2105">
              <a:extLst>
                <a:ext uri="{FF2B5EF4-FFF2-40B4-BE49-F238E27FC236}">
                  <a16:creationId xmlns:a16="http://schemas.microsoft.com/office/drawing/2014/main" id="{A1BA320E-8F00-BF3C-6B24-AF61E906186E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2941"/>
              <a:ext cx="2227165" cy="2323899"/>
            </a:xfrm>
            <a:custGeom>
              <a:avLst/>
              <a:gdLst/>
              <a:ahLst/>
              <a:cxnLst/>
              <a:rect l="0" t="0" r="0" b="0"/>
              <a:pathLst>
                <a:path w="2227165" h="2323899">
                  <a:moveTo>
                    <a:pt x="505386" y="2167383"/>
                  </a:moveTo>
                  <a:lnTo>
                    <a:pt x="427230" y="2153827"/>
                  </a:lnTo>
                  <a:lnTo>
                    <a:pt x="444024" y="2153165"/>
                  </a:lnTo>
                  <a:close/>
                  <a:moveTo>
                    <a:pt x="891531" y="2225973"/>
                  </a:moveTo>
                  <a:lnTo>
                    <a:pt x="843324" y="2204572"/>
                  </a:lnTo>
                  <a:lnTo>
                    <a:pt x="812469" y="2264340"/>
                  </a:lnTo>
                  <a:close/>
                  <a:moveTo>
                    <a:pt x="891531" y="2225973"/>
                  </a:moveTo>
                  <a:lnTo>
                    <a:pt x="911056" y="2139082"/>
                  </a:lnTo>
                  <a:lnTo>
                    <a:pt x="846092" y="2174850"/>
                  </a:lnTo>
                  <a:close/>
                  <a:moveTo>
                    <a:pt x="846092" y="2174850"/>
                  </a:moveTo>
                  <a:lnTo>
                    <a:pt x="799279" y="2115199"/>
                  </a:lnTo>
                  <a:lnTo>
                    <a:pt x="843324" y="2204572"/>
                  </a:lnTo>
                  <a:close/>
                  <a:moveTo>
                    <a:pt x="0" y="1331485"/>
                  </a:moveTo>
                  <a:lnTo>
                    <a:pt x="30873" y="1292687"/>
                  </a:lnTo>
                  <a:lnTo>
                    <a:pt x="67674" y="1215080"/>
                  </a:lnTo>
                  <a:close/>
                  <a:moveTo>
                    <a:pt x="1159827" y="2296674"/>
                  </a:moveTo>
                  <a:lnTo>
                    <a:pt x="1091858" y="2321211"/>
                  </a:lnTo>
                  <a:lnTo>
                    <a:pt x="1109550" y="2323899"/>
                  </a:lnTo>
                  <a:close/>
                  <a:moveTo>
                    <a:pt x="1159827" y="2296674"/>
                  </a:moveTo>
                  <a:lnTo>
                    <a:pt x="1109550" y="2323899"/>
                  </a:lnTo>
                  <a:lnTo>
                    <a:pt x="1224927" y="2261416"/>
                  </a:lnTo>
                  <a:close/>
                  <a:moveTo>
                    <a:pt x="799279" y="2115199"/>
                  </a:moveTo>
                  <a:lnTo>
                    <a:pt x="846092" y="2174850"/>
                  </a:lnTo>
                  <a:lnTo>
                    <a:pt x="859884" y="2191108"/>
                  </a:lnTo>
                  <a:close/>
                  <a:moveTo>
                    <a:pt x="1197532" y="2222446"/>
                  </a:moveTo>
                  <a:lnTo>
                    <a:pt x="1243172" y="2221963"/>
                  </a:lnTo>
                  <a:lnTo>
                    <a:pt x="1226876" y="2202757"/>
                  </a:lnTo>
                  <a:close/>
                  <a:moveTo>
                    <a:pt x="1224927" y="2261416"/>
                  </a:moveTo>
                  <a:lnTo>
                    <a:pt x="1243172" y="2221963"/>
                  </a:lnTo>
                  <a:lnTo>
                    <a:pt x="1197532" y="2222446"/>
                  </a:lnTo>
                  <a:close/>
                  <a:moveTo>
                    <a:pt x="1159827" y="2296674"/>
                  </a:moveTo>
                  <a:lnTo>
                    <a:pt x="1224927" y="2261416"/>
                  </a:lnTo>
                  <a:lnTo>
                    <a:pt x="1197532" y="2222446"/>
                  </a:lnTo>
                  <a:close/>
                  <a:moveTo>
                    <a:pt x="1243172" y="2221963"/>
                  </a:moveTo>
                  <a:lnTo>
                    <a:pt x="1250082" y="224119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43172" y="222196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61527" y="2183057"/>
                  </a:lnTo>
                  <a:lnTo>
                    <a:pt x="1204636" y="2192700"/>
                  </a:lnTo>
                  <a:close/>
                  <a:moveTo>
                    <a:pt x="1337858" y="2105485"/>
                  </a:moveTo>
                  <a:lnTo>
                    <a:pt x="1261527" y="2183057"/>
                  </a:lnTo>
                  <a:lnTo>
                    <a:pt x="1325784" y="2144645"/>
                  </a:lnTo>
                  <a:close/>
                  <a:moveTo>
                    <a:pt x="1337858" y="2105485"/>
                  </a:moveTo>
                  <a:lnTo>
                    <a:pt x="1286284" y="2086821"/>
                  </a:lnTo>
                  <a:lnTo>
                    <a:pt x="1261527" y="2183057"/>
                  </a:lnTo>
                  <a:close/>
                  <a:moveTo>
                    <a:pt x="634329" y="1352467"/>
                  </a:moveTo>
                  <a:lnTo>
                    <a:pt x="662888" y="1338135"/>
                  </a:lnTo>
                  <a:lnTo>
                    <a:pt x="693686" y="1259954"/>
                  </a:lnTo>
                  <a:close/>
                  <a:moveTo>
                    <a:pt x="271509" y="865104"/>
                  </a:moveTo>
                  <a:lnTo>
                    <a:pt x="286358" y="887315"/>
                  </a:lnTo>
                  <a:lnTo>
                    <a:pt x="298247" y="874227"/>
                  </a:lnTo>
                  <a:close/>
                  <a:moveTo>
                    <a:pt x="286358" y="887315"/>
                  </a:moveTo>
                  <a:lnTo>
                    <a:pt x="271509" y="865104"/>
                  </a:lnTo>
                  <a:lnTo>
                    <a:pt x="227752" y="800586"/>
                  </a:lnTo>
                  <a:close/>
                  <a:moveTo>
                    <a:pt x="1043130" y="1671030"/>
                  </a:moveTo>
                  <a:lnTo>
                    <a:pt x="1116193" y="1563957"/>
                  </a:lnTo>
                  <a:lnTo>
                    <a:pt x="1065533" y="1550378"/>
                  </a:lnTo>
                  <a:close/>
                  <a:moveTo>
                    <a:pt x="695988" y="1246688"/>
                  </a:moveTo>
                  <a:lnTo>
                    <a:pt x="764287" y="1223387"/>
                  </a:lnTo>
                  <a:lnTo>
                    <a:pt x="813426" y="1191907"/>
                  </a:lnTo>
                  <a:close/>
                  <a:moveTo>
                    <a:pt x="737106" y="1185217"/>
                  </a:moveTo>
                  <a:lnTo>
                    <a:pt x="695988" y="1246688"/>
                  </a:lnTo>
                  <a:lnTo>
                    <a:pt x="813426" y="1191907"/>
                  </a:lnTo>
                  <a:close/>
                  <a:moveTo>
                    <a:pt x="1368910" y="1779963"/>
                  </a:moveTo>
                  <a:lnTo>
                    <a:pt x="1361509" y="1847809"/>
                  </a:lnTo>
                  <a:lnTo>
                    <a:pt x="1391420" y="1797023"/>
                  </a:lnTo>
                  <a:close/>
                  <a:moveTo>
                    <a:pt x="893801" y="1213758"/>
                  </a:moveTo>
                  <a:lnTo>
                    <a:pt x="959450" y="1183081"/>
                  </a:lnTo>
                  <a:lnTo>
                    <a:pt x="914681" y="1206230"/>
                  </a:lnTo>
                  <a:close/>
                  <a:moveTo>
                    <a:pt x="836643" y="1063508"/>
                  </a:moveTo>
                  <a:lnTo>
                    <a:pt x="882648" y="1018651"/>
                  </a:lnTo>
                  <a:lnTo>
                    <a:pt x="845357" y="1001812"/>
                  </a:lnTo>
                  <a:close/>
                  <a:moveTo>
                    <a:pt x="1012621" y="987014"/>
                  </a:moveTo>
                  <a:lnTo>
                    <a:pt x="1022589" y="986212"/>
                  </a:lnTo>
                  <a:lnTo>
                    <a:pt x="1013538" y="980215"/>
                  </a:lnTo>
                  <a:close/>
                  <a:moveTo>
                    <a:pt x="1029284" y="980215"/>
                  </a:moveTo>
                  <a:lnTo>
                    <a:pt x="1022589" y="986212"/>
                  </a:lnTo>
                  <a:lnTo>
                    <a:pt x="1012621" y="987014"/>
                  </a:lnTo>
                  <a:close/>
                  <a:moveTo>
                    <a:pt x="1672880" y="1745596"/>
                  </a:moveTo>
                  <a:lnTo>
                    <a:pt x="1756050" y="1777901"/>
                  </a:lnTo>
                  <a:lnTo>
                    <a:pt x="1730703" y="1746586"/>
                  </a:lnTo>
                  <a:close/>
                  <a:moveTo>
                    <a:pt x="1013538" y="980215"/>
                  </a:moveTo>
                  <a:lnTo>
                    <a:pt x="1022589" y="986212"/>
                  </a:lnTo>
                  <a:lnTo>
                    <a:pt x="1035529" y="968390"/>
                  </a:lnTo>
                  <a:close/>
                  <a:moveTo>
                    <a:pt x="1035529" y="968390"/>
                  </a:moveTo>
                  <a:lnTo>
                    <a:pt x="1022589" y="986212"/>
                  </a:lnTo>
                  <a:lnTo>
                    <a:pt x="1029284" y="980215"/>
                  </a:lnTo>
                  <a:close/>
                  <a:moveTo>
                    <a:pt x="1101403" y="941778"/>
                  </a:moveTo>
                  <a:lnTo>
                    <a:pt x="1130479" y="951790"/>
                  </a:lnTo>
                  <a:lnTo>
                    <a:pt x="1146010" y="953803"/>
                  </a:lnTo>
                  <a:close/>
                  <a:moveTo>
                    <a:pt x="1085878" y="944181"/>
                  </a:moveTo>
                  <a:lnTo>
                    <a:pt x="1101403" y="941778"/>
                  </a:lnTo>
                  <a:lnTo>
                    <a:pt x="1065958" y="933161"/>
                  </a:lnTo>
                  <a:close/>
                  <a:moveTo>
                    <a:pt x="1065958" y="933161"/>
                  </a:moveTo>
                  <a:lnTo>
                    <a:pt x="1035529" y="968390"/>
                  </a:lnTo>
                  <a:lnTo>
                    <a:pt x="1085878" y="944181"/>
                  </a:lnTo>
                  <a:close/>
                  <a:moveTo>
                    <a:pt x="1221490" y="957354"/>
                  </a:moveTo>
                  <a:lnTo>
                    <a:pt x="1146010" y="953803"/>
                  </a:lnTo>
                  <a:lnTo>
                    <a:pt x="1130479" y="951790"/>
                  </a:lnTo>
                  <a:close/>
                  <a:moveTo>
                    <a:pt x="1101403" y="941778"/>
                  </a:moveTo>
                  <a:lnTo>
                    <a:pt x="1146010" y="953803"/>
                  </a:lnTo>
                  <a:lnTo>
                    <a:pt x="1162505" y="925752"/>
                  </a:lnTo>
                  <a:close/>
                  <a:moveTo>
                    <a:pt x="1246571" y="918001"/>
                  </a:moveTo>
                  <a:lnTo>
                    <a:pt x="1146010" y="953803"/>
                  </a:lnTo>
                  <a:lnTo>
                    <a:pt x="1221490" y="957354"/>
                  </a:lnTo>
                  <a:close/>
                  <a:moveTo>
                    <a:pt x="1952060" y="1801683"/>
                  </a:moveTo>
                  <a:lnTo>
                    <a:pt x="1872260" y="1781984"/>
                  </a:lnTo>
                  <a:lnTo>
                    <a:pt x="1810285" y="1763595"/>
                  </a:lnTo>
                  <a:close/>
                  <a:moveTo>
                    <a:pt x="1277138" y="692966"/>
                  </a:moveTo>
                  <a:lnTo>
                    <a:pt x="1395991" y="757025"/>
                  </a:lnTo>
                  <a:lnTo>
                    <a:pt x="1304116" y="771125"/>
                  </a:lnTo>
                  <a:close/>
                  <a:moveTo>
                    <a:pt x="2151710" y="1560426"/>
                  </a:moveTo>
                  <a:lnTo>
                    <a:pt x="2159262" y="1561566"/>
                  </a:lnTo>
                  <a:lnTo>
                    <a:pt x="2117529" y="1534901"/>
                  </a:lnTo>
                  <a:close/>
                  <a:moveTo>
                    <a:pt x="2151710" y="1560426"/>
                  </a:moveTo>
                  <a:lnTo>
                    <a:pt x="2227165" y="1563878"/>
                  </a:lnTo>
                  <a:lnTo>
                    <a:pt x="2159262" y="1561566"/>
                  </a:lnTo>
                  <a:close/>
                  <a:moveTo>
                    <a:pt x="1975324" y="1243061"/>
                  </a:moveTo>
                  <a:lnTo>
                    <a:pt x="1962505" y="1319759"/>
                  </a:lnTo>
                  <a:lnTo>
                    <a:pt x="2002236" y="1280222"/>
                  </a:lnTo>
                  <a:close/>
                  <a:moveTo>
                    <a:pt x="1827476" y="1048972"/>
                  </a:moveTo>
                  <a:lnTo>
                    <a:pt x="1854891" y="1073114"/>
                  </a:lnTo>
                  <a:lnTo>
                    <a:pt x="1882755" y="964532"/>
                  </a:lnTo>
                  <a:close/>
                  <a:moveTo>
                    <a:pt x="1692827" y="897663"/>
                  </a:moveTo>
                  <a:lnTo>
                    <a:pt x="1774551" y="891815"/>
                  </a:lnTo>
                  <a:lnTo>
                    <a:pt x="1739816" y="919849"/>
                  </a:lnTo>
                  <a:close/>
                  <a:moveTo>
                    <a:pt x="1739816" y="919849"/>
                  </a:moveTo>
                  <a:lnTo>
                    <a:pt x="1817196" y="930502"/>
                  </a:lnTo>
                  <a:lnTo>
                    <a:pt x="1851293" y="842783"/>
                  </a:lnTo>
                  <a:close/>
                  <a:moveTo>
                    <a:pt x="1817196" y="930502"/>
                  </a:moveTo>
                  <a:lnTo>
                    <a:pt x="1880071" y="886921"/>
                  </a:lnTo>
                  <a:lnTo>
                    <a:pt x="1932294" y="866973"/>
                  </a:lnTo>
                  <a:close/>
                  <a:moveTo>
                    <a:pt x="1851293" y="842783"/>
                  </a:moveTo>
                  <a:lnTo>
                    <a:pt x="1817196" y="930502"/>
                  </a:lnTo>
                  <a:lnTo>
                    <a:pt x="1932294" y="866973"/>
                  </a:lnTo>
                  <a:close/>
                  <a:moveTo>
                    <a:pt x="1932294" y="866973"/>
                  </a:moveTo>
                  <a:lnTo>
                    <a:pt x="1946591" y="812542"/>
                  </a:lnTo>
                  <a:lnTo>
                    <a:pt x="1851293" y="842783"/>
                  </a:lnTo>
                  <a:close/>
                  <a:moveTo>
                    <a:pt x="1931291" y="2415"/>
                  </a:moveTo>
                  <a:lnTo>
                    <a:pt x="1833736" y="42961"/>
                  </a:lnTo>
                  <a:lnTo>
                    <a:pt x="1810065" y="43031"/>
                  </a:lnTo>
                  <a:close/>
                  <a:moveTo>
                    <a:pt x="1978045" y="20345"/>
                  </a:moveTo>
                  <a:lnTo>
                    <a:pt x="2016087" y="40796"/>
                  </a:lnTo>
                  <a:lnTo>
                    <a:pt x="1961111" y="0"/>
                  </a:lnTo>
                  <a:close/>
                  <a:moveTo>
                    <a:pt x="1931291" y="2415"/>
                  </a:moveTo>
                  <a:lnTo>
                    <a:pt x="1978045" y="20345"/>
                  </a:lnTo>
                  <a:lnTo>
                    <a:pt x="1961111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07" name="Candidate_density__2106">
              <a:extLst>
                <a:ext uri="{FF2B5EF4-FFF2-40B4-BE49-F238E27FC236}">
                  <a16:creationId xmlns:a16="http://schemas.microsoft.com/office/drawing/2014/main" id="{C290249D-FF23-D71D-8FBE-F49F282F1770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5356"/>
              <a:ext cx="2357879" cy="2321484"/>
            </a:xfrm>
            <a:custGeom>
              <a:avLst/>
              <a:gdLst/>
              <a:ahLst/>
              <a:cxnLst/>
              <a:rect l="0" t="0" r="0" b="0"/>
              <a:pathLst>
                <a:path w="2357879" h="2321484">
                  <a:moveTo>
                    <a:pt x="523429" y="2168973"/>
                  </a:moveTo>
                  <a:lnTo>
                    <a:pt x="573947" y="2189657"/>
                  </a:lnTo>
                  <a:lnTo>
                    <a:pt x="505386" y="2164968"/>
                  </a:lnTo>
                  <a:close/>
                  <a:moveTo>
                    <a:pt x="694253" y="2313796"/>
                  </a:moveTo>
                  <a:lnTo>
                    <a:pt x="812469" y="2261926"/>
                  </a:lnTo>
                  <a:lnTo>
                    <a:pt x="744349" y="2285893"/>
                  </a:lnTo>
                  <a:close/>
                  <a:moveTo>
                    <a:pt x="573947" y="2189657"/>
                  </a:moveTo>
                  <a:lnTo>
                    <a:pt x="605475" y="2174247"/>
                  </a:lnTo>
                  <a:lnTo>
                    <a:pt x="505386" y="2164968"/>
                  </a:lnTo>
                  <a:close/>
                  <a:moveTo>
                    <a:pt x="41574" y="1428899"/>
                  </a:moveTo>
                  <a:lnTo>
                    <a:pt x="43973" y="1449722"/>
                  </a:lnTo>
                  <a:lnTo>
                    <a:pt x="111007" y="1332951"/>
                  </a:lnTo>
                  <a:close/>
                  <a:moveTo>
                    <a:pt x="41574" y="1428899"/>
                  </a:moveTo>
                  <a:lnTo>
                    <a:pt x="9757" y="1354673"/>
                  </a:lnTo>
                  <a:lnTo>
                    <a:pt x="29726" y="1411285"/>
                  </a:lnTo>
                  <a:close/>
                  <a:moveTo>
                    <a:pt x="9757" y="1354673"/>
                  </a:moveTo>
                  <a:lnTo>
                    <a:pt x="0" y="1329070"/>
                  </a:lnTo>
                  <a:lnTo>
                    <a:pt x="29726" y="1411285"/>
                  </a:lnTo>
                  <a:close/>
                  <a:moveTo>
                    <a:pt x="0" y="1329070"/>
                  </a:moveTo>
                  <a:lnTo>
                    <a:pt x="9757" y="1354673"/>
                  </a:lnTo>
                  <a:lnTo>
                    <a:pt x="30873" y="1290273"/>
                  </a:lnTo>
                  <a:close/>
                  <a:moveTo>
                    <a:pt x="67674" y="1212665"/>
                  </a:moveTo>
                  <a:lnTo>
                    <a:pt x="126773" y="1220041"/>
                  </a:lnTo>
                  <a:lnTo>
                    <a:pt x="76201" y="1208418"/>
                  </a:lnTo>
                  <a:close/>
                  <a:moveTo>
                    <a:pt x="30873" y="1290273"/>
                  </a:moveTo>
                  <a:lnTo>
                    <a:pt x="115087" y="1326476"/>
                  </a:lnTo>
                  <a:lnTo>
                    <a:pt x="67674" y="1212665"/>
                  </a:lnTo>
                  <a:close/>
                  <a:moveTo>
                    <a:pt x="76201" y="1208418"/>
                  </a:moveTo>
                  <a:lnTo>
                    <a:pt x="126773" y="1220041"/>
                  </a:lnTo>
                  <a:lnTo>
                    <a:pt x="70783" y="1164640"/>
                  </a:lnTo>
                  <a:close/>
                  <a:moveTo>
                    <a:pt x="1109550" y="2321484"/>
                  </a:moveTo>
                  <a:lnTo>
                    <a:pt x="1033737" y="2268631"/>
                  </a:lnTo>
                  <a:lnTo>
                    <a:pt x="1051025" y="2277215"/>
                  </a:lnTo>
                  <a:close/>
                  <a:moveTo>
                    <a:pt x="1091858" y="2318796"/>
                  </a:moveTo>
                  <a:lnTo>
                    <a:pt x="1033737" y="2268631"/>
                  </a:lnTo>
                  <a:lnTo>
                    <a:pt x="1109550" y="2321484"/>
                  </a:lnTo>
                  <a:close/>
                  <a:moveTo>
                    <a:pt x="911056" y="2136667"/>
                  </a:moveTo>
                  <a:lnTo>
                    <a:pt x="960419" y="2112785"/>
                  </a:lnTo>
                  <a:lnTo>
                    <a:pt x="962257" y="2166058"/>
                  </a:lnTo>
                  <a:close/>
                  <a:moveTo>
                    <a:pt x="659906" y="1929812"/>
                  </a:moveTo>
                  <a:lnTo>
                    <a:pt x="689872" y="1865949"/>
                  </a:lnTo>
                  <a:lnTo>
                    <a:pt x="628698" y="1855091"/>
                  </a:lnTo>
                  <a:close/>
                  <a:moveTo>
                    <a:pt x="1091858" y="2318796"/>
                  </a:moveTo>
                  <a:lnTo>
                    <a:pt x="976197" y="2254818"/>
                  </a:lnTo>
                  <a:lnTo>
                    <a:pt x="1033737" y="2268631"/>
                  </a:lnTo>
                  <a:close/>
                  <a:moveTo>
                    <a:pt x="706004" y="1624836"/>
                  </a:moveTo>
                  <a:lnTo>
                    <a:pt x="636661" y="1548341"/>
                  </a:lnTo>
                  <a:lnTo>
                    <a:pt x="654442" y="1581057"/>
                  </a:lnTo>
                  <a:close/>
                  <a:moveTo>
                    <a:pt x="1228454" y="2120442"/>
                  </a:moveTo>
                  <a:lnTo>
                    <a:pt x="1261527" y="2180642"/>
                  </a:lnTo>
                  <a:lnTo>
                    <a:pt x="1286284" y="2084406"/>
                  </a:lnTo>
                  <a:close/>
                  <a:moveTo>
                    <a:pt x="1286284" y="2084406"/>
                  </a:moveTo>
                  <a:lnTo>
                    <a:pt x="1337858" y="2103070"/>
                  </a:lnTo>
                  <a:lnTo>
                    <a:pt x="1286617" y="2059245"/>
                  </a:lnTo>
                  <a:close/>
                  <a:moveTo>
                    <a:pt x="1337858" y="2103070"/>
                  </a:moveTo>
                  <a:lnTo>
                    <a:pt x="1352599" y="2027287"/>
                  </a:lnTo>
                  <a:lnTo>
                    <a:pt x="1286617" y="2059245"/>
                  </a:lnTo>
                  <a:close/>
                  <a:moveTo>
                    <a:pt x="1280475" y="2079690"/>
                  </a:moveTo>
                  <a:lnTo>
                    <a:pt x="1286284" y="2084406"/>
                  </a:lnTo>
                  <a:lnTo>
                    <a:pt x="1286617" y="2059245"/>
                  </a:lnTo>
                  <a:close/>
                  <a:moveTo>
                    <a:pt x="1289037" y="1982076"/>
                  </a:moveTo>
                  <a:lnTo>
                    <a:pt x="1280475" y="2079690"/>
                  </a:lnTo>
                  <a:lnTo>
                    <a:pt x="1286617" y="2059245"/>
                  </a:lnTo>
                  <a:close/>
                  <a:moveTo>
                    <a:pt x="1358901" y="1985870"/>
                  </a:moveTo>
                  <a:lnTo>
                    <a:pt x="1286617" y="2059245"/>
                  </a:lnTo>
                  <a:lnTo>
                    <a:pt x="1352599" y="2027287"/>
                  </a:lnTo>
                  <a:close/>
                  <a:moveTo>
                    <a:pt x="1358901" y="1985870"/>
                  </a:moveTo>
                  <a:lnTo>
                    <a:pt x="1289037" y="1982076"/>
                  </a:lnTo>
                  <a:lnTo>
                    <a:pt x="1286617" y="2059245"/>
                  </a:lnTo>
                  <a:close/>
                  <a:moveTo>
                    <a:pt x="1311701" y="1876823"/>
                  </a:moveTo>
                  <a:lnTo>
                    <a:pt x="1298330" y="1887835"/>
                  </a:lnTo>
                  <a:lnTo>
                    <a:pt x="1350461" y="1892639"/>
                  </a:lnTo>
                  <a:close/>
                  <a:moveTo>
                    <a:pt x="1350461" y="1892639"/>
                  </a:moveTo>
                  <a:lnTo>
                    <a:pt x="1298330" y="1887835"/>
                  </a:lnTo>
                  <a:lnTo>
                    <a:pt x="1289037" y="1982076"/>
                  </a:lnTo>
                  <a:close/>
                  <a:moveTo>
                    <a:pt x="1311701" y="1876823"/>
                  </a:moveTo>
                  <a:lnTo>
                    <a:pt x="1350461" y="1892639"/>
                  </a:lnTo>
                  <a:lnTo>
                    <a:pt x="1361509" y="1845394"/>
                  </a:lnTo>
                  <a:close/>
                  <a:moveTo>
                    <a:pt x="397870" y="920644"/>
                  </a:moveTo>
                  <a:lnTo>
                    <a:pt x="463549" y="932535"/>
                  </a:lnTo>
                  <a:lnTo>
                    <a:pt x="530510" y="973494"/>
                  </a:lnTo>
                  <a:close/>
                  <a:moveTo>
                    <a:pt x="1299720" y="1873299"/>
                  </a:moveTo>
                  <a:lnTo>
                    <a:pt x="1298330" y="1887835"/>
                  </a:lnTo>
                  <a:lnTo>
                    <a:pt x="1311701" y="1876823"/>
                  </a:lnTo>
                  <a:close/>
                  <a:moveTo>
                    <a:pt x="1368910" y="1777548"/>
                  </a:moveTo>
                  <a:lnTo>
                    <a:pt x="1311701" y="1876823"/>
                  </a:lnTo>
                  <a:lnTo>
                    <a:pt x="1361509" y="1845394"/>
                  </a:lnTo>
                  <a:close/>
                  <a:moveTo>
                    <a:pt x="1299720" y="1873299"/>
                  </a:moveTo>
                  <a:lnTo>
                    <a:pt x="1311701" y="1876823"/>
                  </a:lnTo>
                  <a:lnTo>
                    <a:pt x="1368910" y="1777548"/>
                  </a:lnTo>
                  <a:close/>
                  <a:moveTo>
                    <a:pt x="1307101" y="1767206"/>
                  </a:moveTo>
                  <a:lnTo>
                    <a:pt x="1299720" y="1873299"/>
                  </a:lnTo>
                  <a:lnTo>
                    <a:pt x="1368910" y="1777548"/>
                  </a:lnTo>
                  <a:close/>
                  <a:moveTo>
                    <a:pt x="1356032" y="1687926"/>
                  </a:moveTo>
                  <a:lnTo>
                    <a:pt x="1368910" y="1777548"/>
                  </a:lnTo>
                  <a:lnTo>
                    <a:pt x="1391420" y="1794608"/>
                  </a:lnTo>
                  <a:close/>
                  <a:moveTo>
                    <a:pt x="924666" y="1098451"/>
                  </a:moveTo>
                  <a:lnTo>
                    <a:pt x="959450" y="1180666"/>
                  </a:lnTo>
                  <a:lnTo>
                    <a:pt x="893801" y="1211343"/>
                  </a:lnTo>
                  <a:close/>
                  <a:moveTo>
                    <a:pt x="820866" y="1119401"/>
                  </a:moveTo>
                  <a:lnTo>
                    <a:pt x="737106" y="1182802"/>
                  </a:lnTo>
                  <a:lnTo>
                    <a:pt x="813426" y="1189492"/>
                  </a:lnTo>
                  <a:close/>
                  <a:moveTo>
                    <a:pt x="761960" y="1106698"/>
                  </a:moveTo>
                  <a:lnTo>
                    <a:pt x="737106" y="1182802"/>
                  </a:lnTo>
                  <a:lnTo>
                    <a:pt x="820866" y="1119401"/>
                  </a:lnTo>
                  <a:close/>
                  <a:moveTo>
                    <a:pt x="820866" y="1119401"/>
                  </a:moveTo>
                  <a:lnTo>
                    <a:pt x="836643" y="1061093"/>
                  </a:lnTo>
                  <a:lnTo>
                    <a:pt x="770038" y="1090729"/>
                  </a:lnTo>
                  <a:close/>
                  <a:moveTo>
                    <a:pt x="917178" y="1098451"/>
                  </a:moveTo>
                  <a:lnTo>
                    <a:pt x="914681" y="1203815"/>
                  </a:lnTo>
                  <a:lnTo>
                    <a:pt x="922881" y="1180666"/>
                  </a:lnTo>
                  <a:close/>
                  <a:moveTo>
                    <a:pt x="893801" y="1211343"/>
                  </a:moveTo>
                  <a:lnTo>
                    <a:pt x="914681" y="1203815"/>
                  </a:lnTo>
                  <a:lnTo>
                    <a:pt x="813426" y="1189492"/>
                  </a:lnTo>
                  <a:close/>
                  <a:moveTo>
                    <a:pt x="882648" y="1016236"/>
                  </a:moveTo>
                  <a:lnTo>
                    <a:pt x="836643" y="1061093"/>
                  </a:lnTo>
                  <a:lnTo>
                    <a:pt x="894545" y="1020001"/>
                  </a:lnTo>
                  <a:close/>
                  <a:moveTo>
                    <a:pt x="894545" y="1020001"/>
                  </a:moveTo>
                  <a:lnTo>
                    <a:pt x="836643" y="1061093"/>
                  </a:lnTo>
                  <a:lnTo>
                    <a:pt x="820866" y="1119401"/>
                  </a:lnTo>
                  <a:close/>
                  <a:moveTo>
                    <a:pt x="845357" y="999397"/>
                  </a:moveTo>
                  <a:lnTo>
                    <a:pt x="882648" y="1016236"/>
                  </a:lnTo>
                  <a:lnTo>
                    <a:pt x="847682" y="897415"/>
                  </a:lnTo>
                  <a:close/>
                  <a:moveTo>
                    <a:pt x="938147" y="946742"/>
                  </a:moveTo>
                  <a:lnTo>
                    <a:pt x="882648" y="1016236"/>
                  </a:lnTo>
                  <a:lnTo>
                    <a:pt x="896690" y="1006944"/>
                  </a:lnTo>
                  <a:close/>
                  <a:moveTo>
                    <a:pt x="1013538" y="977800"/>
                  </a:moveTo>
                  <a:lnTo>
                    <a:pt x="938147" y="946742"/>
                  </a:lnTo>
                  <a:lnTo>
                    <a:pt x="1012621" y="984599"/>
                  </a:lnTo>
                  <a:close/>
                  <a:moveTo>
                    <a:pt x="1672880" y="1743181"/>
                  </a:moveTo>
                  <a:lnTo>
                    <a:pt x="1612499" y="1700699"/>
                  </a:lnTo>
                  <a:lnTo>
                    <a:pt x="1631964" y="1717736"/>
                  </a:lnTo>
                  <a:close/>
                  <a:moveTo>
                    <a:pt x="1648427" y="1715210"/>
                  </a:moveTo>
                  <a:lnTo>
                    <a:pt x="1612499" y="1700699"/>
                  </a:lnTo>
                  <a:lnTo>
                    <a:pt x="1672880" y="1743181"/>
                  </a:lnTo>
                  <a:close/>
                  <a:moveTo>
                    <a:pt x="1730703" y="1744171"/>
                  </a:moveTo>
                  <a:lnTo>
                    <a:pt x="1648427" y="1715210"/>
                  </a:lnTo>
                  <a:lnTo>
                    <a:pt x="1672880" y="1743181"/>
                  </a:lnTo>
                  <a:close/>
                  <a:moveTo>
                    <a:pt x="1013538" y="977800"/>
                  </a:moveTo>
                  <a:lnTo>
                    <a:pt x="1035529" y="965975"/>
                  </a:lnTo>
                  <a:lnTo>
                    <a:pt x="938147" y="946742"/>
                  </a:lnTo>
                  <a:close/>
                  <a:moveTo>
                    <a:pt x="938147" y="946742"/>
                  </a:moveTo>
                  <a:lnTo>
                    <a:pt x="1035529" y="965975"/>
                  </a:lnTo>
                  <a:lnTo>
                    <a:pt x="1065958" y="930746"/>
                  </a:lnTo>
                  <a:close/>
                  <a:moveTo>
                    <a:pt x="938147" y="946742"/>
                  </a:moveTo>
                  <a:lnTo>
                    <a:pt x="1065958" y="930746"/>
                  </a:lnTo>
                  <a:lnTo>
                    <a:pt x="990472" y="927172"/>
                  </a:lnTo>
                  <a:close/>
                  <a:moveTo>
                    <a:pt x="1994564" y="1832640"/>
                  </a:moveTo>
                  <a:lnTo>
                    <a:pt x="2045199" y="1868844"/>
                  </a:lnTo>
                  <a:lnTo>
                    <a:pt x="1962235" y="1805293"/>
                  </a:lnTo>
                  <a:close/>
                  <a:moveTo>
                    <a:pt x="1101403" y="939363"/>
                  </a:moveTo>
                  <a:lnTo>
                    <a:pt x="1162505" y="923337"/>
                  </a:lnTo>
                  <a:lnTo>
                    <a:pt x="1065958" y="930746"/>
                  </a:lnTo>
                  <a:close/>
                  <a:moveTo>
                    <a:pt x="1065958" y="930746"/>
                  </a:moveTo>
                  <a:lnTo>
                    <a:pt x="1162505" y="923337"/>
                  </a:lnTo>
                  <a:lnTo>
                    <a:pt x="1183995" y="878204"/>
                  </a:lnTo>
                  <a:close/>
                  <a:moveTo>
                    <a:pt x="1246571" y="915586"/>
                  </a:moveTo>
                  <a:lnTo>
                    <a:pt x="1162505" y="923337"/>
                  </a:lnTo>
                  <a:lnTo>
                    <a:pt x="1146010" y="951388"/>
                  </a:lnTo>
                  <a:close/>
                  <a:moveTo>
                    <a:pt x="1162505" y="923337"/>
                  </a:moveTo>
                  <a:lnTo>
                    <a:pt x="1246571" y="915586"/>
                  </a:lnTo>
                  <a:lnTo>
                    <a:pt x="1183995" y="878204"/>
                  </a:lnTo>
                  <a:close/>
                  <a:moveTo>
                    <a:pt x="1278927" y="900926"/>
                  </a:moveTo>
                  <a:lnTo>
                    <a:pt x="1351071" y="991314"/>
                  </a:lnTo>
                  <a:lnTo>
                    <a:pt x="1345017" y="983142"/>
                  </a:lnTo>
                  <a:close/>
                  <a:moveTo>
                    <a:pt x="1221490" y="954939"/>
                  </a:moveTo>
                  <a:lnTo>
                    <a:pt x="1351071" y="991314"/>
                  </a:lnTo>
                  <a:lnTo>
                    <a:pt x="1278927" y="900926"/>
                  </a:lnTo>
                  <a:close/>
                  <a:moveTo>
                    <a:pt x="1278927" y="900926"/>
                  </a:moveTo>
                  <a:lnTo>
                    <a:pt x="1246571" y="915586"/>
                  </a:lnTo>
                  <a:lnTo>
                    <a:pt x="1221490" y="954939"/>
                  </a:lnTo>
                  <a:close/>
                  <a:moveTo>
                    <a:pt x="1035280" y="665901"/>
                  </a:moveTo>
                  <a:lnTo>
                    <a:pt x="1030161" y="654281"/>
                  </a:lnTo>
                  <a:lnTo>
                    <a:pt x="996918" y="672617"/>
                  </a:lnTo>
                  <a:close/>
                  <a:moveTo>
                    <a:pt x="996918" y="672617"/>
                  </a:moveTo>
                  <a:lnTo>
                    <a:pt x="1030161" y="654281"/>
                  </a:lnTo>
                  <a:lnTo>
                    <a:pt x="967359" y="625555"/>
                  </a:lnTo>
                  <a:close/>
                  <a:moveTo>
                    <a:pt x="996918" y="672617"/>
                  </a:moveTo>
                  <a:lnTo>
                    <a:pt x="967359" y="625555"/>
                  </a:lnTo>
                  <a:lnTo>
                    <a:pt x="927650" y="692292"/>
                  </a:lnTo>
                  <a:close/>
                  <a:moveTo>
                    <a:pt x="2219063" y="1849072"/>
                  </a:moveTo>
                  <a:lnTo>
                    <a:pt x="2199755" y="1889387"/>
                  </a:lnTo>
                  <a:lnTo>
                    <a:pt x="2252128" y="1869996"/>
                  </a:lnTo>
                  <a:close/>
                  <a:moveTo>
                    <a:pt x="1952060" y="1799268"/>
                  </a:moveTo>
                  <a:lnTo>
                    <a:pt x="1962235" y="1805293"/>
                  </a:lnTo>
                  <a:lnTo>
                    <a:pt x="1983132" y="1781341"/>
                  </a:lnTo>
                  <a:close/>
                  <a:moveTo>
                    <a:pt x="2219063" y="1849072"/>
                  </a:moveTo>
                  <a:lnTo>
                    <a:pt x="2252128" y="1869996"/>
                  </a:lnTo>
                  <a:lnTo>
                    <a:pt x="2262414" y="1836160"/>
                  </a:lnTo>
                  <a:close/>
                  <a:moveTo>
                    <a:pt x="2262414" y="1836160"/>
                  </a:moveTo>
                  <a:lnTo>
                    <a:pt x="2252128" y="1869996"/>
                  </a:lnTo>
                  <a:lnTo>
                    <a:pt x="2298775" y="1849072"/>
                  </a:lnTo>
                  <a:close/>
                  <a:moveTo>
                    <a:pt x="1765648" y="1165762"/>
                  </a:moveTo>
                  <a:lnTo>
                    <a:pt x="1807965" y="1152915"/>
                  </a:lnTo>
                  <a:lnTo>
                    <a:pt x="1740816" y="1136375"/>
                  </a:lnTo>
                  <a:close/>
                  <a:moveTo>
                    <a:pt x="1480575" y="720691"/>
                  </a:moveTo>
                  <a:lnTo>
                    <a:pt x="1395991" y="754611"/>
                  </a:lnTo>
                  <a:lnTo>
                    <a:pt x="1359343" y="761287"/>
                  </a:lnTo>
                  <a:close/>
                  <a:moveTo>
                    <a:pt x="1475320" y="750709"/>
                  </a:moveTo>
                  <a:lnTo>
                    <a:pt x="1544422" y="755122"/>
                  </a:lnTo>
                  <a:lnTo>
                    <a:pt x="1480575" y="720691"/>
                  </a:lnTo>
                  <a:close/>
                  <a:moveTo>
                    <a:pt x="1261271" y="673270"/>
                  </a:moveTo>
                  <a:lnTo>
                    <a:pt x="1210966" y="683756"/>
                  </a:lnTo>
                  <a:lnTo>
                    <a:pt x="1237876" y="698060"/>
                  </a:lnTo>
                  <a:close/>
                  <a:moveTo>
                    <a:pt x="1261271" y="673270"/>
                  </a:moveTo>
                  <a:lnTo>
                    <a:pt x="1277138" y="690551"/>
                  </a:lnTo>
                  <a:lnTo>
                    <a:pt x="1268806" y="659623"/>
                  </a:lnTo>
                  <a:close/>
                  <a:moveTo>
                    <a:pt x="1277138" y="690551"/>
                  </a:moveTo>
                  <a:lnTo>
                    <a:pt x="1359343" y="761287"/>
                  </a:lnTo>
                  <a:lnTo>
                    <a:pt x="1395991" y="754611"/>
                  </a:lnTo>
                  <a:close/>
                  <a:moveTo>
                    <a:pt x="2280975" y="1547448"/>
                  </a:moveTo>
                  <a:lnTo>
                    <a:pt x="2329161" y="1642302"/>
                  </a:lnTo>
                  <a:lnTo>
                    <a:pt x="2351488" y="1532429"/>
                  </a:lnTo>
                  <a:close/>
                  <a:moveTo>
                    <a:pt x="2230965" y="1563990"/>
                  </a:moveTo>
                  <a:lnTo>
                    <a:pt x="2329161" y="1642302"/>
                  </a:lnTo>
                  <a:lnTo>
                    <a:pt x="2280975" y="1547448"/>
                  </a:lnTo>
                  <a:close/>
                  <a:moveTo>
                    <a:pt x="2234182" y="1558834"/>
                  </a:moveTo>
                  <a:lnTo>
                    <a:pt x="2230965" y="1563990"/>
                  </a:lnTo>
                  <a:lnTo>
                    <a:pt x="2280975" y="1547448"/>
                  </a:lnTo>
                  <a:close/>
                  <a:moveTo>
                    <a:pt x="2227165" y="1561463"/>
                  </a:moveTo>
                  <a:lnTo>
                    <a:pt x="2234182" y="1558834"/>
                  </a:lnTo>
                  <a:lnTo>
                    <a:pt x="2159262" y="1559151"/>
                  </a:lnTo>
                  <a:close/>
                  <a:moveTo>
                    <a:pt x="1954907" y="1303827"/>
                  </a:moveTo>
                  <a:lnTo>
                    <a:pt x="1962505" y="1317345"/>
                  </a:lnTo>
                  <a:lnTo>
                    <a:pt x="1975324" y="1240646"/>
                  </a:lnTo>
                  <a:close/>
                  <a:moveTo>
                    <a:pt x="1975324" y="1240646"/>
                  </a:moveTo>
                  <a:lnTo>
                    <a:pt x="2002236" y="1277807"/>
                  </a:lnTo>
                  <a:lnTo>
                    <a:pt x="2052817" y="1251719"/>
                  </a:lnTo>
                  <a:close/>
                  <a:moveTo>
                    <a:pt x="1739816" y="917434"/>
                  </a:moveTo>
                  <a:lnTo>
                    <a:pt x="1774551" y="889400"/>
                  </a:lnTo>
                  <a:lnTo>
                    <a:pt x="1817196" y="928087"/>
                  </a:lnTo>
                  <a:close/>
                  <a:moveTo>
                    <a:pt x="1480575" y="720691"/>
                  </a:moveTo>
                  <a:lnTo>
                    <a:pt x="1543010" y="675471"/>
                  </a:lnTo>
                  <a:lnTo>
                    <a:pt x="1577199" y="621187"/>
                  </a:lnTo>
                  <a:close/>
                  <a:moveTo>
                    <a:pt x="2280975" y="1547448"/>
                  </a:moveTo>
                  <a:lnTo>
                    <a:pt x="2159262" y="1559151"/>
                  </a:lnTo>
                  <a:lnTo>
                    <a:pt x="2234182" y="1558834"/>
                  </a:lnTo>
                  <a:close/>
                  <a:moveTo>
                    <a:pt x="2280975" y="1547448"/>
                  </a:moveTo>
                  <a:lnTo>
                    <a:pt x="2206511" y="1547698"/>
                  </a:lnTo>
                  <a:lnTo>
                    <a:pt x="2159262" y="1559151"/>
                  </a:lnTo>
                  <a:close/>
                  <a:moveTo>
                    <a:pt x="2287533" y="1515461"/>
                  </a:moveTo>
                  <a:lnTo>
                    <a:pt x="2206511" y="1547698"/>
                  </a:lnTo>
                  <a:lnTo>
                    <a:pt x="2280975" y="1547448"/>
                  </a:lnTo>
                  <a:close/>
                  <a:moveTo>
                    <a:pt x="2352760" y="1523024"/>
                  </a:moveTo>
                  <a:lnTo>
                    <a:pt x="2280975" y="1547448"/>
                  </a:lnTo>
                  <a:lnTo>
                    <a:pt x="2351488" y="1532429"/>
                  </a:lnTo>
                  <a:close/>
                  <a:moveTo>
                    <a:pt x="2352760" y="1523024"/>
                  </a:moveTo>
                  <a:lnTo>
                    <a:pt x="2287533" y="1515461"/>
                  </a:lnTo>
                  <a:lnTo>
                    <a:pt x="2280975" y="1547448"/>
                  </a:lnTo>
                  <a:close/>
                  <a:moveTo>
                    <a:pt x="2287533" y="1515461"/>
                  </a:moveTo>
                  <a:lnTo>
                    <a:pt x="2352760" y="1523024"/>
                  </a:lnTo>
                  <a:lnTo>
                    <a:pt x="2356882" y="1419581"/>
                  </a:lnTo>
                  <a:close/>
                  <a:moveTo>
                    <a:pt x="2352760" y="1523024"/>
                  </a:moveTo>
                  <a:lnTo>
                    <a:pt x="2351488" y="1532429"/>
                  </a:lnTo>
                  <a:lnTo>
                    <a:pt x="2357879" y="1525553"/>
                  </a:lnTo>
                  <a:close/>
                  <a:moveTo>
                    <a:pt x="2356882" y="1419581"/>
                  </a:moveTo>
                  <a:lnTo>
                    <a:pt x="2352760" y="1523024"/>
                  </a:lnTo>
                  <a:lnTo>
                    <a:pt x="2357879" y="1525553"/>
                  </a:lnTo>
                  <a:close/>
                  <a:moveTo>
                    <a:pt x="2137430" y="1176531"/>
                  </a:moveTo>
                  <a:lnTo>
                    <a:pt x="2082182" y="1160854"/>
                  </a:lnTo>
                  <a:lnTo>
                    <a:pt x="2052817" y="1251719"/>
                  </a:lnTo>
                  <a:close/>
                  <a:moveTo>
                    <a:pt x="1872376" y="809871"/>
                  </a:moveTo>
                  <a:lnTo>
                    <a:pt x="1946591" y="810127"/>
                  </a:lnTo>
                  <a:lnTo>
                    <a:pt x="1943409" y="712622"/>
                  </a:lnTo>
                  <a:close/>
                  <a:moveTo>
                    <a:pt x="1932294" y="864558"/>
                  </a:moveTo>
                  <a:lnTo>
                    <a:pt x="2000879" y="842328"/>
                  </a:lnTo>
                  <a:lnTo>
                    <a:pt x="1994190" y="790960"/>
                  </a:lnTo>
                  <a:close/>
                  <a:moveTo>
                    <a:pt x="1805942" y="220796"/>
                  </a:moveTo>
                  <a:lnTo>
                    <a:pt x="1823343" y="305462"/>
                  </a:lnTo>
                  <a:lnTo>
                    <a:pt x="1795227" y="259232"/>
                  </a:lnTo>
                  <a:close/>
                  <a:moveTo>
                    <a:pt x="1906926" y="41636"/>
                  </a:moveTo>
                  <a:lnTo>
                    <a:pt x="1858175" y="56366"/>
                  </a:lnTo>
                  <a:lnTo>
                    <a:pt x="1891150" y="65118"/>
                  </a:lnTo>
                  <a:close/>
                  <a:moveTo>
                    <a:pt x="1858175" y="56366"/>
                  </a:moveTo>
                  <a:lnTo>
                    <a:pt x="1906926" y="41636"/>
                  </a:lnTo>
                  <a:lnTo>
                    <a:pt x="1931291" y="0"/>
                  </a:lnTo>
                  <a:close/>
                  <a:moveTo>
                    <a:pt x="1810065" y="40616"/>
                  </a:moveTo>
                  <a:lnTo>
                    <a:pt x="1858175" y="56366"/>
                  </a:lnTo>
                  <a:lnTo>
                    <a:pt x="1931291" y="0"/>
                  </a:lnTo>
                  <a:close/>
                  <a:moveTo>
                    <a:pt x="1891150" y="65118"/>
                  </a:moveTo>
                  <a:lnTo>
                    <a:pt x="1978045" y="17930"/>
                  </a:lnTo>
                  <a:lnTo>
                    <a:pt x="1906926" y="41636"/>
                  </a:lnTo>
                  <a:close/>
                  <a:moveTo>
                    <a:pt x="2016087" y="38381"/>
                  </a:moveTo>
                  <a:lnTo>
                    <a:pt x="1978045" y="17930"/>
                  </a:lnTo>
                  <a:lnTo>
                    <a:pt x="1891150" y="65118"/>
                  </a:lnTo>
                  <a:close/>
                  <a:moveTo>
                    <a:pt x="1906926" y="41636"/>
                  </a:moveTo>
                  <a:lnTo>
                    <a:pt x="1978045" y="17930"/>
                  </a:lnTo>
                  <a:lnTo>
                    <a:pt x="1931291" y="0"/>
                  </a:lnTo>
                  <a:close/>
                  <a:moveTo>
                    <a:pt x="2279613" y="20517"/>
                  </a:moveTo>
                  <a:lnTo>
                    <a:pt x="2315844" y="91154"/>
                  </a:lnTo>
                  <a:lnTo>
                    <a:pt x="2336328" y="10548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08" name="Candidate_density__2107">
              <a:extLst>
                <a:ext uri="{FF2B5EF4-FFF2-40B4-BE49-F238E27FC236}">
                  <a16:creationId xmlns:a16="http://schemas.microsoft.com/office/drawing/2014/main" id="{5CE5C02A-83D9-0B0D-F38D-31115143B40D}"/>
                </a:ext>
              </a:extLst>
            </p:cNvPr>
            <p:cNvSpPr>
              <a:spLocks noGrp="1"/>
            </p:cNvSpPr>
            <p:nvPr/>
          </p:nvSpPr>
          <p:spPr>
            <a:xfrm>
              <a:off x="3924552" y="1508053"/>
              <a:ext cx="2210725" cy="2576568"/>
            </a:xfrm>
            <a:custGeom>
              <a:avLst/>
              <a:gdLst/>
              <a:ahLst/>
              <a:cxnLst/>
              <a:rect l="0" t="0" r="0" b="0"/>
              <a:pathLst>
                <a:path w="2210725" h="2576568">
                  <a:moveTo>
                    <a:pt x="616277" y="2531391"/>
                  </a:moveTo>
                  <a:lnTo>
                    <a:pt x="674028" y="2576568"/>
                  </a:lnTo>
                  <a:lnTo>
                    <a:pt x="684544" y="2513020"/>
                  </a:lnTo>
                  <a:close/>
                  <a:moveTo>
                    <a:pt x="616277" y="2531391"/>
                  </a:moveTo>
                  <a:lnTo>
                    <a:pt x="684544" y="2513020"/>
                  </a:lnTo>
                  <a:lnTo>
                    <a:pt x="576639" y="2491100"/>
                  </a:lnTo>
                  <a:close/>
                  <a:moveTo>
                    <a:pt x="487861" y="2351551"/>
                  </a:moveTo>
                  <a:lnTo>
                    <a:pt x="527476" y="2328524"/>
                  </a:lnTo>
                  <a:lnTo>
                    <a:pt x="512483" y="2314688"/>
                  </a:lnTo>
                  <a:close/>
                  <a:moveTo>
                    <a:pt x="725710" y="2379461"/>
                  </a:moveTo>
                  <a:lnTo>
                    <a:pt x="681665" y="2290088"/>
                  </a:lnTo>
                  <a:lnTo>
                    <a:pt x="623332" y="2302007"/>
                  </a:lnTo>
                  <a:close/>
                  <a:moveTo>
                    <a:pt x="610478" y="2212366"/>
                  </a:moveTo>
                  <a:lnTo>
                    <a:pt x="610070" y="2185689"/>
                  </a:lnTo>
                  <a:lnTo>
                    <a:pt x="531090" y="2169054"/>
                  </a:lnTo>
                  <a:close/>
                  <a:moveTo>
                    <a:pt x="126340" y="1550152"/>
                  </a:moveTo>
                  <a:lnTo>
                    <a:pt x="91023" y="1574892"/>
                  </a:lnTo>
                  <a:lnTo>
                    <a:pt x="117442" y="1570089"/>
                  </a:lnTo>
                  <a:close/>
                  <a:moveTo>
                    <a:pt x="0" y="1506374"/>
                  </a:moveTo>
                  <a:lnTo>
                    <a:pt x="91023" y="1574892"/>
                  </a:lnTo>
                  <a:lnTo>
                    <a:pt x="126340" y="1550152"/>
                  </a:lnTo>
                  <a:close/>
                  <a:moveTo>
                    <a:pt x="117442" y="1570089"/>
                  </a:moveTo>
                  <a:lnTo>
                    <a:pt x="79321" y="1594595"/>
                  </a:lnTo>
                  <a:lnTo>
                    <a:pt x="126340" y="1550152"/>
                  </a:lnTo>
                  <a:close/>
                  <a:moveTo>
                    <a:pt x="542291" y="2107115"/>
                  </a:moveTo>
                  <a:lnTo>
                    <a:pt x="632599" y="2054720"/>
                  </a:lnTo>
                  <a:lnTo>
                    <a:pt x="572258" y="2043253"/>
                  </a:lnTo>
                  <a:close/>
                  <a:moveTo>
                    <a:pt x="603880" y="1947342"/>
                  </a:moveTo>
                  <a:lnTo>
                    <a:pt x="577025" y="1922791"/>
                  </a:lnTo>
                  <a:lnTo>
                    <a:pt x="572258" y="2043253"/>
                  </a:lnTo>
                  <a:close/>
                  <a:moveTo>
                    <a:pt x="572258" y="2043253"/>
                  </a:moveTo>
                  <a:lnTo>
                    <a:pt x="653423" y="2005006"/>
                  </a:lnTo>
                  <a:lnTo>
                    <a:pt x="603880" y="1947342"/>
                  </a:lnTo>
                  <a:close/>
                  <a:moveTo>
                    <a:pt x="572258" y="2043253"/>
                  </a:moveTo>
                  <a:lnTo>
                    <a:pt x="632599" y="2054720"/>
                  </a:lnTo>
                  <a:lnTo>
                    <a:pt x="653423" y="2005006"/>
                  </a:lnTo>
                  <a:close/>
                  <a:moveTo>
                    <a:pt x="577025" y="1922791"/>
                  </a:moveTo>
                  <a:lnTo>
                    <a:pt x="534484" y="1840576"/>
                  </a:lnTo>
                  <a:lnTo>
                    <a:pt x="511892" y="1931646"/>
                  </a:lnTo>
                  <a:close/>
                  <a:moveTo>
                    <a:pt x="119608" y="1368143"/>
                  </a:moveTo>
                  <a:lnTo>
                    <a:pt x="2088" y="1305835"/>
                  </a:lnTo>
                  <a:lnTo>
                    <a:pt x="54343" y="1385722"/>
                  </a:lnTo>
                  <a:close/>
                  <a:moveTo>
                    <a:pt x="577025" y="1922791"/>
                  </a:moveTo>
                  <a:lnTo>
                    <a:pt x="588390" y="1802140"/>
                  </a:lnTo>
                  <a:lnTo>
                    <a:pt x="534484" y="1840576"/>
                  </a:lnTo>
                  <a:close/>
                  <a:moveTo>
                    <a:pt x="588390" y="1802140"/>
                  </a:moveTo>
                  <a:lnTo>
                    <a:pt x="536827" y="1758361"/>
                  </a:lnTo>
                  <a:lnTo>
                    <a:pt x="534484" y="1840576"/>
                  </a:lnTo>
                  <a:close/>
                  <a:moveTo>
                    <a:pt x="176858" y="1321600"/>
                  </a:moveTo>
                  <a:lnTo>
                    <a:pt x="185990" y="1284353"/>
                  </a:lnTo>
                  <a:lnTo>
                    <a:pt x="189926" y="1347285"/>
                  </a:lnTo>
                  <a:close/>
                  <a:moveTo>
                    <a:pt x="232765" y="1395777"/>
                  </a:moveTo>
                  <a:lnTo>
                    <a:pt x="305808" y="1390217"/>
                  </a:lnTo>
                  <a:lnTo>
                    <a:pt x="269515" y="1406956"/>
                  </a:lnTo>
                  <a:close/>
                  <a:moveTo>
                    <a:pt x="763394" y="1608679"/>
                  </a:moveTo>
                  <a:lnTo>
                    <a:pt x="694520" y="1604080"/>
                  </a:lnTo>
                  <a:lnTo>
                    <a:pt x="780852" y="1621293"/>
                  </a:lnTo>
                  <a:close/>
                  <a:moveTo>
                    <a:pt x="178985" y="1144419"/>
                  </a:moveTo>
                  <a:lnTo>
                    <a:pt x="283424" y="1195464"/>
                  </a:lnTo>
                  <a:lnTo>
                    <a:pt x="266419" y="1109196"/>
                  </a:lnTo>
                  <a:close/>
                  <a:moveTo>
                    <a:pt x="178985" y="1144419"/>
                  </a:moveTo>
                  <a:lnTo>
                    <a:pt x="226849" y="1226634"/>
                  </a:lnTo>
                  <a:lnTo>
                    <a:pt x="283424" y="1195464"/>
                  </a:lnTo>
                  <a:close/>
                  <a:moveTo>
                    <a:pt x="346384" y="1204871"/>
                  </a:moveTo>
                  <a:lnTo>
                    <a:pt x="323260" y="1105982"/>
                  </a:lnTo>
                  <a:lnTo>
                    <a:pt x="266419" y="1109196"/>
                  </a:lnTo>
                  <a:close/>
                  <a:moveTo>
                    <a:pt x="266419" y="1109196"/>
                  </a:moveTo>
                  <a:lnTo>
                    <a:pt x="323260" y="1105982"/>
                  </a:lnTo>
                  <a:lnTo>
                    <a:pt x="267780" y="1096290"/>
                  </a:lnTo>
                  <a:close/>
                  <a:moveTo>
                    <a:pt x="998579" y="1738845"/>
                  </a:moveTo>
                  <a:lnTo>
                    <a:pt x="951521" y="1643052"/>
                  </a:lnTo>
                  <a:lnTo>
                    <a:pt x="903926" y="1655112"/>
                  </a:lnTo>
                  <a:close/>
                  <a:moveTo>
                    <a:pt x="843703" y="1641080"/>
                  </a:moveTo>
                  <a:lnTo>
                    <a:pt x="780852" y="1621293"/>
                  </a:lnTo>
                  <a:lnTo>
                    <a:pt x="705560" y="1618448"/>
                  </a:lnTo>
                  <a:close/>
                  <a:moveTo>
                    <a:pt x="843703" y="1641080"/>
                  </a:moveTo>
                  <a:lnTo>
                    <a:pt x="705560" y="1618448"/>
                  </a:lnTo>
                  <a:lnTo>
                    <a:pt x="758732" y="1602045"/>
                  </a:lnTo>
                  <a:close/>
                  <a:moveTo>
                    <a:pt x="843703" y="1641080"/>
                  </a:moveTo>
                  <a:lnTo>
                    <a:pt x="847964" y="1643052"/>
                  </a:lnTo>
                  <a:lnTo>
                    <a:pt x="858086" y="1631400"/>
                  </a:lnTo>
                  <a:close/>
                  <a:moveTo>
                    <a:pt x="780852" y="1621293"/>
                  </a:moveTo>
                  <a:lnTo>
                    <a:pt x="843703" y="1641080"/>
                  </a:lnTo>
                  <a:lnTo>
                    <a:pt x="858086" y="1631400"/>
                  </a:lnTo>
                  <a:close/>
                  <a:moveTo>
                    <a:pt x="938851" y="1718166"/>
                  </a:moveTo>
                  <a:lnTo>
                    <a:pt x="903926" y="1655112"/>
                  </a:lnTo>
                  <a:lnTo>
                    <a:pt x="847964" y="1643052"/>
                  </a:lnTo>
                  <a:close/>
                  <a:moveTo>
                    <a:pt x="323260" y="1105982"/>
                  </a:moveTo>
                  <a:lnTo>
                    <a:pt x="345934" y="1109839"/>
                  </a:lnTo>
                  <a:lnTo>
                    <a:pt x="280255" y="1097948"/>
                  </a:lnTo>
                  <a:close/>
                  <a:moveTo>
                    <a:pt x="267780" y="1096290"/>
                  </a:moveTo>
                  <a:lnTo>
                    <a:pt x="323260" y="1105982"/>
                  </a:lnTo>
                  <a:lnTo>
                    <a:pt x="280255" y="1097948"/>
                  </a:lnTo>
                  <a:close/>
                  <a:moveTo>
                    <a:pt x="333054" y="846480"/>
                  </a:moveTo>
                  <a:lnTo>
                    <a:pt x="209839" y="879659"/>
                  </a:lnTo>
                  <a:lnTo>
                    <a:pt x="261787" y="858680"/>
                  </a:lnTo>
                  <a:close/>
                  <a:moveTo>
                    <a:pt x="1166171" y="1863373"/>
                  </a:moveTo>
                  <a:lnTo>
                    <a:pt x="1191341" y="1826211"/>
                  </a:lnTo>
                  <a:lnTo>
                    <a:pt x="1125269" y="1857833"/>
                  </a:lnTo>
                  <a:close/>
                  <a:moveTo>
                    <a:pt x="1166171" y="1863373"/>
                  </a:moveTo>
                  <a:lnTo>
                    <a:pt x="1238417" y="1865229"/>
                  </a:lnTo>
                  <a:lnTo>
                    <a:pt x="1191341" y="1826211"/>
                  </a:lnTo>
                  <a:close/>
                  <a:moveTo>
                    <a:pt x="799564" y="1275755"/>
                  </a:moveTo>
                  <a:lnTo>
                    <a:pt x="703251" y="1296705"/>
                  </a:lnTo>
                  <a:lnTo>
                    <a:pt x="695811" y="1366796"/>
                  </a:lnTo>
                  <a:close/>
                  <a:moveTo>
                    <a:pt x="799564" y="1275755"/>
                  </a:moveTo>
                  <a:lnTo>
                    <a:pt x="800433" y="1264098"/>
                  </a:lnTo>
                  <a:lnTo>
                    <a:pt x="776930" y="1197305"/>
                  </a:lnTo>
                  <a:close/>
                  <a:moveTo>
                    <a:pt x="703251" y="1296705"/>
                  </a:moveTo>
                  <a:lnTo>
                    <a:pt x="799564" y="1275755"/>
                  </a:lnTo>
                  <a:lnTo>
                    <a:pt x="776930" y="1197305"/>
                  </a:lnTo>
                  <a:close/>
                  <a:moveTo>
                    <a:pt x="800433" y="1264098"/>
                  </a:moveTo>
                  <a:lnTo>
                    <a:pt x="807051" y="1275755"/>
                  </a:lnTo>
                  <a:lnTo>
                    <a:pt x="776930" y="1197305"/>
                  </a:lnTo>
                  <a:close/>
                  <a:moveTo>
                    <a:pt x="333054" y="846480"/>
                  </a:moveTo>
                  <a:lnTo>
                    <a:pt x="261787" y="858680"/>
                  </a:lnTo>
                  <a:lnTo>
                    <a:pt x="392826" y="854755"/>
                  </a:lnTo>
                  <a:close/>
                  <a:moveTo>
                    <a:pt x="411652" y="861686"/>
                  </a:moveTo>
                  <a:lnTo>
                    <a:pt x="416631" y="864680"/>
                  </a:lnTo>
                  <a:lnTo>
                    <a:pt x="451087" y="880065"/>
                  </a:lnTo>
                  <a:close/>
                  <a:moveTo>
                    <a:pt x="475907" y="886722"/>
                  </a:moveTo>
                  <a:lnTo>
                    <a:pt x="451087" y="880065"/>
                  </a:lnTo>
                  <a:lnTo>
                    <a:pt x="416631" y="864680"/>
                  </a:lnTo>
                  <a:close/>
                  <a:moveTo>
                    <a:pt x="1878061" y="2409409"/>
                  </a:moveTo>
                  <a:lnTo>
                    <a:pt x="1819381" y="2396522"/>
                  </a:lnTo>
                  <a:lnTo>
                    <a:pt x="1789919" y="2455702"/>
                  </a:lnTo>
                  <a:close/>
                  <a:moveTo>
                    <a:pt x="730068" y="1074719"/>
                  </a:moveTo>
                  <a:lnTo>
                    <a:pt x="820533" y="1124046"/>
                  </a:lnTo>
                  <a:lnTo>
                    <a:pt x="736097" y="1072889"/>
                  </a:lnTo>
                  <a:close/>
                  <a:moveTo>
                    <a:pt x="589477" y="1032686"/>
                  </a:moveTo>
                  <a:lnTo>
                    <a:pt x="639742" y="1005414"/>
                  </a:lnTo>
                  <a:lnTo>
                    <a:pt x="730068" y="1074719"/>
                  </a:lnTo>
                  <a:close/>
                  <a:moveTo>
                    <a:pt x="594606" y="1029109"/>
                  </a:moveTo>
                  <a:lnTo>
                    <a:pt x="589477" y="1032686"/>
                  </a:lnTo>
                  <a:lnTo>
                    <a:pt x="730068" y="1074719"/>
                  </a:lnTo>
                  <a:close/>
                  <a:moveTo>
                    <a:pt x="620145" y="990673"/>
                  </a:moveTo>
                  <a:lnTo>
                    <a:pt x="586600" y="1021929"/>
                  </a:lnTo>
                  <a:lnTo>
                    <a:pt x="527193" y="918284"/>
                  </a:lnTo>
                  <a:close/>
                  <a:moveTo>
                    <a:pt x="635960" y="908458"/>
                  </a:moveTo>
                  <a:lnTo>
                    <a:pt x="586600" y="1021929"/>
                  </a:lnTo>
                  <a:lnTo>
                    <a:pt x="594606" y="1029109"/>
                  </a:lnTo>
                  <a:close/>
                  <a:moveTo>
                    <a:pt x="1473816" y="1812824"/>
                  </a:moveTo>
                  <a:lnTo>
                    <a:pt x="1514349" y="1895039"/>
                  </a:lnTo>
                  <a:lnTo>
                    <a:pt x="1474235" y="1794698"/>
                  </a:lnTo>
                  <a:close/>
                  <a:moveTo>
                    <a:pt x="1559696" y="1721850"/>
                  </a:moveTo>
                  <a:lnTo>
                    <a:pt x="1474235" y="1794698"/>
                  </a:lnTo>
                  <a:lnTo>
                    <a:pt x="1489192" y="1736903"/>
                  </a:lnTo>
                  <a:close/>
                  <a:moveTo>
                    <a:pt x="810204" y="870226"/>
                  </a:moveTo>
                  <a:lnTo>
                    <a:pt x="747762" y="908458"/>
                  </a:lnTo>
                  <a:lnTo>
                    <a:pt x="736964" y="969020"/>
                  </a:lnTo>
                  <a:close/>
                  <a:moveTo>
                    <a:pt x="736964" y="969020"/>
                  </a:moveTo>
                  <a:lnTo>
                    <a:pt x="747762" y="908458"/>
                  </a:lnTo>
                  <a:lnTo>
                    <a:pt x="714266" y="887381"/>
                  </a:lnTo>
                  <a:close/>
                  <a:moveTo>
                    <a:pt x="714266" y="887381"/>
                  </a:moveTo>
                  <a:lnTo>
                    <a:pt x="747762" y="908458"/>
                  </a:lnTo>
                  <a:lnTo>
                    <a:pt x="700246" y="798687"/>
                  </a:lnTo>
                  <a:close/>
                  <a:moveTo>
                    <a:pt x="700246" y="798687"/>
                  </a:moveTo>
                  <a:lnTo>
                    <a:pt x="810036" y="869596"/>
                  </a:lnTo>
                  <a:lnTo>
                    <a:pt x="729975" y="787807"/>
                  </a:lnTo>
                  <a:close/>
                  <a:moveTo>
                    <a:pt x="700246" y="798687"/>
                  </a:moveTo>
                  <a:lnTo>
                    <a:pt x="729975" y="787807"/>
                  </a:lnTo>
                  <a:lnTo>
                    <a:pt x="710657" y="776696"/>
                  </a:lnTo>
                  <a:close/>
                  <a:moveTo>
                    <a:pt x="1492000" y="1856603"/>
                  </a:moveTo>
                  <a:lnTo>
                    <a:pt x="1481770" y="1774388"/>
                  </a:lnTo>
                  <a:lnTo>
                    <a:pt x="1474235" y="1794698"/>
                  </a:lnTo>
                  <a:close/>
                  <a:moveTo>
                    <a:pt x="1994538" y="2075030"/>
                  </a:moveTo>
                  <a:lnTo>
                    <a:pt x="1914017" y="2079901"/>
                  </a:lnTo>
                  <a:lnTo>
                    <a:pt x="2002346" y="2168775"/>
                  </a:lnTo>
                  <a:close/>
                  <a:moveTo>
                    <a:pt x="1535859" y="1696182"/>
                  </a:moveTo>
                  <a:lnTo>
                    <a:pt x="1587405" y="1735951"/>
                  </a:lnTo>
                  <a:lnTo>
                    <a:pt x="1559696" y="1721850"/>
                  </a:lnTo>
                  <a:close/>
                  <a:moveTo>
                    <a:pt x="1489192" y="1736903"/>
                  </a:moveTo>
                  <a:lnTo>
                    <a:pt x="1535859" y="1696182"/>
                  </a:lnTo>
                  <a:lnTo>
                    <a:pt x="1559696" y="1721850"/>
                  </a:lnTo>
                  <a:close/>
                  <a:moveTo>
                    <a:pt x="1227038" y="1314068"/>
                  </a:moveTo>
                  <a:lnTo>
                    <a:pt x="1212134" y="1325544"/>
                  </a:lnTo>
                  <a:lnTo>
                    <a:pt x="1263382" y="1242661"/>
                  </a:lnTo>
                  <a:close/>
                  <a:moveTo>
                    <a:pt x="912547" y="831585"/>
                  </a:moveTo>
                  <a:lnTo>
                    <a:pt x="917666" y="843205"/>
                  </a:lnTo>
                  <a:lnTo>
                    <a:pt x="873222" y="890636"/>
                  </a:lnTo>
                  <a:close/>
                  <a:moveTo>
                    <a:pt x="775217" y="749370"/>
                  </a:moveTo>
                  <a:lnTo>
                    <a:pt x="810036" y="869596"/>
                  </a:lnTo>
                  <a:lnTo>
                    <a:pt x="849745" y="802859"/>
                  </a:lnTo>
                  <a:close/>
                  <a:moveTo>
                    <a:pt x="775217" y="749370"/>
                  </a:moveTo>
                  <a:lnTo>
                    <a:pt x="729975" y="787807"/>
                  </a:lnTo>
                  <a:lnTo>
                    <a:pt x="810036" y="869596"/>
                  </a:lnTo>
                  <a:close/>
                  <a:moveTo>
                    <a:pt x="729975" y="787807"/>
                  </a:moveTo>
                  <a:lnTo>
                    <a:pt x="775217" y="749370"/>
                  </a:lnTo>
                  <a:lnTo>
                    <a:pt x="710657" y="776696"/>
                  </a:lnTo>
                  <a:close/>
                  <a:moveTo>
                    <a:pt x="1470968" y="1571521"/>
                  </a:moveTo>
                  <a:lnTo>
                    <a:pt x="1464426" y="1602488"/>
                  </a:lnTo>
                  <a:lnTo>
                    <a:pt x="1519956" y="1636723"/>
                  </a:lnTo>
                  <a:close/>
                  <a:moveTo>
                    <a:pt x="1161313" y="1078230"/>
                  </a:moveTo>
                  <a:lnTo>
                    <a:pt x="1288122" y="1124175"/>
                  </a:lnTo>
                  <a:lnTo>
                    <a:pt x="1251987" y="1053461"/>
                  </a:lnTo>
                  <a:close/>
                  <a:moveTo>
                    <a:pt x="1251987" y="1053461"/>
                  </a:moveTo>
                  <a:lnTo>
                    <a:pt x="1143328" y="1064547"/>
                  </a:lnTo>
                  <a:lnTo>
                    <a:pt x="1161313" y="1078230"/>
                  </a:lnTo>
                  <a:close/>
                  <a:moveTo>
                    <a:pt x="1166465" y="962304"/>
                  </a:moveTo>
                  <a:lnTo>
                    <a:pt x="1143328" y="1064547"/>
                  </a:lnTo>
                  <a:lnTo>
                    <a:pt x="1251987" y="1053461"/>
                  </a:lnTo>
                  <a:close/>
                  <a:moveTo>
                    <a:pt x="1244349" y="959578"/>
                  </a:moveTo>
                  <a:lnTo>
                    <a:pt x="1166465" y="962304"/>
                  </a:lnTo>
                  <a:lnTo>
                    <a:pt x="1251987" y="1053461"/>
                  </a:lnTo>
                  <a:close/>
                  <a:moveTo>
                    <a:pt x="1166465" y="962304"/>
                  </a:moveTo>
                  <a:lnTo>
                    <a:pt x="1241728" y="938591"/>
                  </a:lnTo>
                  <a:lnTo>
                    <a:pt x="1111218" y="913800"/>
                  </a:lnTo>
                  <a:close/>
                  <a:moveTo>
                    <a:pt x="912547" y="831585"/>
                  </a:moveTo>
                  <a:lnTo>
                    <a:pt x="958953" y="809639"/>
                  </a:lnTo>
                  <a:lnTo>
                    <a:pt x="849745" y="802859"/>
                  </a:lnTo>
                  <a:close/>
                  <a:moveTo>
                    <a:pt x="2061082" y="1920839"/>
                  </a:moveTo>
                  <a:lnTo>
                    <a:pt x="2143495" y="1914431"/>
                  </a:lnTo>
                  <a:lnTo>
                    <a:pt x="2125639" y="1828856"/>
                  </a:lnTo>
                  <a:close/>
                  <a:moveTo>
                    <a:pt x="2061082" y="1920839"/>
                  </a:moveTo>
                  <a:lnTo>
                    <a:pt x="2125639" y="1828856"/>
                  </a:lnTo>
                  <a:lnTo>
                    <a:pt x="2053554" y="1826867"/>
                  </a:lnTo>
                  <a:close/>
                  <a:moveTo>
                    <a:pt x="2201590" y="1927792"/>
                  </a:moveTo>
                  <a:lnTo>
                    <a:pt x="2125639" y="1828856"/>
                  </a:lnTo>
                  <a:lnTo>
                    <a:pt x="2143495" y="1914431"/>
                  </a:lnTo>
                  <a:close/>
                  <a:moveTo>
                    <a:pt x="1972903" y="1831843"/>
                  </a:moveTo>
                  <a:lnTo>
                    <a:pt x="2053554" y="1826867"/>
                  </a:lnTo>
                  <a:lnTo>
                    <a:pt x="1952271" y="1748524"/>
                  </a:lnTo>
                  <a:close/>
                  <a:moveTo>
                    <a:pt x="2053554" y="1826867"/>
                  </a:moveTo>
                  <a:lnTo>
                    <a:pt x="2125639" y="1828856"/>
                  </a:lnTo>
                  <a:lnTo>
                    <a:pt x="2069213" y="1803156"/>
                  </a:lnTo>
                  <a:close/>
                  <a:moveTo>
                    <a:pt x="1644693" y="1394031"/>
                  </a:moveTo>
                  <a:lnTo>
                    <a:pt x="1658060" y="1380555"/>
                  </a:lnTo>
                  <a:lnTo>
                    <a:pt x="1593243" y="1416869"/>
                  </a:lnTo>
                  <a:close/>
                  <a:moveTo>
                    <a:pt x="1694079" y="1336784"/>
                  </a:moveTo>
                  <a:lnTo>
                    <a:pt x="1690350" y="1330218"/>
                  </a:lnTo>
                  <a:lnTo>
                    <a:pt x="1648034" y="1343066"/>
                  </a:lnTo>
                  <a:close/>
                  <a:moveTo>
                    <a:pt x="1357706" y="928013"/>
                  </a:moveTo>
                  <a:lnTo>
                    <a:pt x="1253640" y="957579"/>
                  </a:lnTo>
                  <a:lnTo>
                    <a:pt x="1334974" y="1008562"/>
                  </a:lnTo>
                  <a:close/>
                  <a:moveTo>
                    <a:pt x="1241728" y="938591"/>
                  </a:moveTo>
                  <a:lnTo>
                    <a:pt x="1253640" y="957579"/>
                  </a:lnTo>
                  <a:lnTo>
                    <a:pt x="1362961" y="897995"/>
                  </a:lnTo>
                  <a:close/>
                  <a:moveTo>
                    <a:pt x="1122724" y="754712"/>
                  </a:moveTo>
                  <a:lnTo>
                    <a:pt x="1070561" y="779496"/>
                  </a:lnTo>
                  <a:lnTo>
                    <a:pt x="1143657" y="850574"/>
                  </a:lnTo>
                  <a:close/>
                  <a:moveTo>
                    <a:pt x="1706237" y="1326901"/>
                  </a:moveTo>
                  <a:lnTo>
                    <a:pt x="1623202" y="1313679"/>
                  </a:lnTo>
                  <a:lnTo>
                    <a:pt x="1690350" y="1330218"/>
                  </a:lnTo>
                  <a:close/>
                  <a:moveTo>
                    <a:pt x="1639434" y="1220525"/>
                  </a:moveTo>
                  <a:lnTo>
                    <a:pt x="1623202" y="1313679"/>
                  </a:lnTo>
                  <a:lnTo>
                    <a:pt x="1706237" y="1326901"/>
                  </a:lnTo>
                  <a:close/>
                  <a:moveTo>
                    <a:pt x="1709862" y="1223861"/>
                  </a:moveTo>
                  <a:lnTo>
                    <a:pt x="1639434" y="1220525"/>
                  </a:lnTo>
                  <a:lnTo>
                    <a:pt x="1706237" y="1326901"/>
                  </a:lnTo>
                  <a:close/>
                  <a:moveTo>
                    <a:pt x="1760996" y="1271552"/>
                  </a:moveTo>
                  <a:lnTo>
                    <a:pt x="1821045" y="1294156"/>
                  </a:lnTo>
                  <a:lnTo>
                    <a:pt x="1890957" y="1263596"/>
                  </a:lnTo>
                  <a:close/>
                  <a:moveTo>
                    <a:pt x="1639434" y="1220525"/>
                  </a:moveTo>
                  <a:lnTo>
                    <a:pt x="1709862" y="1223861"/>
                  </a:lnTo>
                  <a:lnTo>
                    <a:pt x="1700108" y="1131699"/>
                  </a:lnTo>
                  <a:close/>
                  <a:moveTo>
                    <a:pt x="1491437" y="919142"/>
                  </a:moveTo>
                  <a:lnTo>
                    <a:pt x="1474690" y="893499"/>
                  </a:lnTo>
                  <a:lnTo>
                    <a:pt x="1474381" y="820716"/>
                  </a:lnTo>
                  <a:close/>
                  <a:moveTo>
                    <a:pt x="1175795" y="540328"/>
                  </a:moveTo>
                  <a:lnTo>
                    <a:pt x="1198527" y="551845"/>
                  </a:lnTo>
                  <a:lnTo>
                    <a:pt x="1116323" y="502607"/>
                  </a:lnTo>
                  <a:close/>
                  <a:moveTo>
                    <a:pt x="1116323" y="502607"/>
                  </a:moveTo>
                  <a:lnTo>
                    <a:pt x="1198527" y="551845"/>
                  </a:lnTo>
                  <a:lnTo>
                    <a:pt x="1234541" y="567182"/>
                  </a:lnTo>
                  <a:close/>
                  <a:moveTo>
                    <a:pt x="2174407" y="1589023"/>
                  </a:moveTo>
                  <a:lnTo>
                    <a:pt x="2210725" y="1519997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74407" y="1589023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41241" y="1515895"/>
                  </a:lnTo>
                  <a:lnTo>
                    <a:pt x="2104336" y="1504067"/>
                  </a:lnTo>
                  <a:close/>
                  <a:moveTo>
                    <a:pt x="1964568" y="1338158"/>
                  </a:moveTo>
                  <a:lnTo>
                    <a:pt x="1857710" y="1417949"/>
                  </a:lnTo>
                  <a:lnTo>
                    <a:pt x="1935203" y="1429022"/>
                  </a:lnTo>
                  <a:close/>
                  <a:moveTo>
                    <a:pt x="1198527" y="551845"/>
                  </a:moveTo>
                  <a:lnTo>
                    <a:pt x="1191596" y="541504"/>
                  </a:lnTo>
                  <a:lnTo>
                    <a:pt x="1258928" y="572490"/>
                  </a:lnTo>
                  <a:close/>
                  <a:moveTo>
                    <a:pt x="1876576" y="968264"/>
                  </a:moveTo>
                  <a:lnTo>
                    <a:pt x="1846404" y="886048"/>
                  </a:lnTo>
                  <a:lnTo>
                    <a:pt x="1828977" y="987431"/>
                  </a:lnTo>
                  <a:close/>
                  <a:moveTo>
                    <a:pt x="1846404" y="886048"/>
                  </a:moveTo>
                  <a:lnTo>
                    <a:pt x="1825794" y="889925"/>
                  </a:lnTo>
                  <a:lnTo>
                    <a:pt x="1828977" y="987431"/>
                  </a:lnTo>
                  <a:close/>
                  <a:moveTo>
                    <a:pt x="1599964" y="752153"/>
                  </a:moveTo>
                  <a:lnTo>
                    <a:pt x="1664600" y="803833"/>
                  </a:lnTo>
                  <a:lnTo>
                    <a:pt x="1721174" y="814295"/>
                  </a:lnTo>
                  <a:close/>
                  <a:moveTo>
                    <a:pt x="1599964" y="752153"/>
                  </a:moveTo>
                  <a:lnTo>
                    <a:pt x="1721174" y="814295"/>
                  </a:lnTo>
                  <a:lnTo>
                    <a:pt x="1686059" y="742751"/>
                  </a:lnTo>
                  <a:close/>
                  <a:moveTo>
                    <a:pt x="1471166" y="395903"/>
                  </a:moveTo>
                  <a:lnTo>
                    <a:pt x="1472727" y="384130"/>
                  </a:lnTo>
                  <a:lnTo>
                    <a:pt x="1473968" y="431194"/>
                  </a:lnTo>
                  <a:close/>
                  <a:moveTo>
                    <a:pt x="1876576" y="968264"/>
                  </a:moveTo>
                  <a:lnTo>
                    <a:pt x="1871449" y="952902"/>
                  </a:lnTo>
                  <a:lnTo>
                    <a:pt x="1846404" y="886048"/>
                  </a:lnTo>
                  <a:close/>
                  <a:moveTo>
                    <a:pt x="1568874" y="276967"/>
                  </a:moveTo>
                  <a:lnTo>
                    <a:pt x="1575656" y="275102"/>
                  </a:lnTo>
                  <a:lnTo>
                    <a:pt x="1631841" y="354321"/>
                  </a:lnTo>
                  <a:close/>
                  <a:moveTo>
                    <a:pt x="2023710" y="765397"/>
                  </a:moveTo>
                  <a:lnTo>
                    <a:pt x="2088368" y="847612"/>
                  </a:lnTo>
                  <a:lnTo>
                    <a:pt x="2144319" y="809175"/>
                  </a:lnTo>
                  <a:close/>
                  <a:moveTo>
                    <a:pt x="2096232" y="726960"/>
                  </a:moveTo>
                  <a:lnTo>
                    <a:pt x="2144319" y="809175"/>
                  </a:lnTo>
                  <a:lnTo>
                    <a:pt x="2139958" y="770739"/>
                  </a:lnTo>
                  <a:close/>
                  <a:moveTo>
                    <a:pt x="2090669" y="644745"/>
                  </a:moveTo>
                  <a:lnTo>
                    <a:pt x="2144272" y="688524"/>
                  </a:lnTo>
                  <a:lnTo>
                    <a:pt x="2141310" y="606308"/>
                  </a:lnTo>
                  <a:close/>
                  <a:moveTo>
                    <a:pt x="1964379" y="277448"/>
                  </a:moveTo>
                  <a:lnTo>
                    <a:pt x="1930853" y="336750"/>
                  </a:lnTo>
                  <a:lnTo>
                    <a:pt x="1940106" y="257031"/>
                  </a:lnTo>
                  <a:close/>
                  <a:moveTo>
                    <a:pt x="1903007" y="17436"/>
                  </a:moveTo>
                  <a:lnTo>
                    <a:pt x="1972852" y="74581"/>
                  </a:lnTo>
                  <a:lnTo>
                    <a:pt x="1886913" y="0"/>
                  </a:lnTo>
                  <a:close/>
                  <a:moveTo>
                    <a:pt x="2035619" y="118360"/>
                  </a:moveTo>
                  <a:lnTo>
                    <a:pt x="2047341" y="130350"/>
                  </a:lnTo>
                  <a:lnTo>
                    <a:pt x="1938629" y="58047"/>
                  </a:lnTo>
                  <a:close/>
                  <a:moveTo>
                    <a:pt x="1938629" y="58047"/>
                  </a:moveTo>
                  <a:lnTo>
                    <a:pt x="2047341" y="130350"/>
                  </a:lnTo>
                  <a:lnTo>
                    <a:pt x="1972852" y="74581"/>
                  </a:lnTo>
                  <a:close/>
                  <a:moveTo>
                    <a:pt x="1972852" y="74581"/>
                  </a:moveTo>
                  <a:lnTo>
                    <a:pt x="2047341" y="130350"/>
                  </a:lnTo>
                  <a:lnTo>
                    <a:pt x="2004429" y="117978"/>
                  </a:lnTo>
                  <a:close/>
                  <a:moveTo>
                    <a:pt x="1938629" y="58047"/>
                  </a:moveTo>
                  <a:lnTo>
                    <a:pt x="1972852" y="74581"/>
                  </a:lnTo>
                  <a:lnTo>
                    <a:pt x="1903007" y="1743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09" name="Candidate_density__2108">
              <a:extLst>
                <a:ext uri="{FF2B5EF4-FFF2-40B4-BE49-F238E27FC236}">
                  <a16:creationId xmlns:a16="http://schemas.microsoft.com/office/drawing/2014/main" id="{B4ED03DA-476E-ADAC-66EC-64805E3579B6}"/>
                </a:ext>
              </a:extLst>
            </p:cNvPr>
            <p:cNvSpPr>
              <a:spLocks noGrp="1"/>
            </p:cNvSpPr>
            <p:nvPr/>
          </p:nvSpPr>
          <p:spPr>
            <a:xfrm>
              <a:off x="3883139" y="1685356"/>
              <a:ext cx="2387556" cy="2223558"/>
            </a:xfrm>
            <a:custGeom>
              <a:avLst/>
              <a:gdLst/>
              <a:ahLst/>
              <a:cxnLst/>
              <a:rect l="0" t="0" r="0" b="0"/>
              <a:pathLst>
                <a:path w="2387556" h="2223558">
                  <a:moveTo>
                    <a:pt x="767123" y="2202157"/>
                  </a:moveTo>
                  <a:lnTo>
                    <a:pt x="815330" y="2223558"/>
                  </a:lnTo>
                  <a:lnTo>
                    <a:pt x="769891" y="2172435"/>
                  </a:lnTo>
                  <a:close/>
                  <a:moveTo>
                    <a:pt x="769891" y="2172435"/>
                  </a:moveTo>
                  <a:lnTo>
                    <a:pt x="834855" y="2136667"/>
                  </a:lnTo>
                  <a:lnTo>
                    <a:pt x="783683" y="2188694"/>
                  </a:lnTo>
                  <a:close/>
                  <a:moveTo>
                    <a:pt x="0" y="1208418"/>
                  </a:moveTo>
                  <a:lnTo>
                    <a:pt x="44322" y="1125031"/>
                  </a:lnTo>
                  <a:lnTo>
                    <a:pt x="58699" y="1087767"/>
                  </a:lnTo>
                  <a:close/>
                  <a:moveTo>
                    <a:pt x="87408" y="1005551"/>
                  </a:moveTo>
                  <a:lnTo>
                    <a:pt x="134640" y="912011"/>
                  </a:lnTo>
                  <a:lnTo>
                    <a:pt x="142511" y="884900"/>
                  </a:lnTo>
                  <a:close/>
                  <a:moveTo>
                    <a:pt x="593882" y="1210869"/>
                  </a:moveTo>
                  <a:lnTo>
                    <a:pt x="617485" y="1257539"/>
                  </a:lnTo>
                  <a:lnTo>
                    <a:pt x="619788" y="1244273"/>
                  </a:lnTo>
                  <a:close/>
                  <a:moveTo>
                    <a:pt x="593882" y="1210869"/>
                  </a:moveTo>
                  <a:lnTo>
                    <a:pt x="619788" y="1244273"/>
                  </a:lnTo>
                  <a:lnTo>
                    <a:pt x="660905" y="1182802"/>
                  </a:lnTo>
                  <a:close/>
                  <a:moveTo>
                    <a:pt x="1054278" y="949375"/>
                  </a:moveTo>
                  <a:lnTo>
                    <a:pt x="1025202" y="939363"/>
                  </a:lnTo>
                  <a:lnTo>
                    <a:pt x="1009677" y="941766"/>
                  </a:lnTo>
                  <a:close/>
                  <a:moveTo>
                    <a:pt x="1870807" y="1349975"/>
                  </a:moveTo>
                  <a:lnTo>
                    <a:pt x="1886304" y="1317345"/>
                  </a:lnTo>
                  <a:lnTo>
                    <a:pt x="1878706" y="1303827"/>
                  </a:lnTo>
                  <a:close/>
                  <a:moveTo>
                    <a:pt x="1593743" y="934848"/>
                  </a:moveTo>
                  <a:lnTo>
                    <a:pt x="1616626" y="895248"/>
                  </a:lnTo>
                  <a:lnTo>
                    <a:pt x="1663616" y="917434"/>
                  </a:lnTo>
                  <a:close/>
                  <a:moveTo>
                    <a:pt x="2061229" y="1176531"/>
                  </a:moveTo>
                  <a:lnTo>
                    <a:pt x="1976616" y="1251719"/>
                  </a:lnTo>
                  <a:lnTo>
                    <a:pt x="2047392" y="1237680"/>
                  </a:lnTo>
                  <a:close/>
                  <a:moveTo>
                    <a:pt x="1856093" y="864558"/>
                  </a:moveTo>
                  <a:lnTo>
                    <a:pt x="1803870" y="884506"/>
                  </a:lnTo>
                  <a:lnTo>
                    <a:pt x="1924678" y="842328"/>
                  </a:lnTo>
                  <a:close/>
                  <a:moveTo>
                    <a:pt x="2326877" y="714086"/>
                  </a:moveTo>
                  <a:lnTo>
                    <a:pt x="2374214" y="675650"/>
                  </a:lnTo>
                  <a:lnTo>
                    <a:pt x="2343296" y="710689"/>
                  </a:lnTo>
                  <a:close/>
                  <a:moveTo>
                    <a:pt x="1827094" y="17930"/>
                  </a:moveTo>
                  <a:lnTo>
                    <a:pt x="1757536" y="40546"/>
                  </a:lnTo>
                  <a:lnTo>
                    <a:pt x="1855091" y="0"/>
                  </a:lnTo>
                  <a:close/>
                  <a:moveTo>
                    <a:pt x="2374214" y="675650"/>
                  </a:moveTo>
                  <a:lnTo>
                    <a:pt x="2387556" y="597512"/>
                  </a:lnTo>
                  <a:lnTo>
                    <a:pt x="2371095" y="645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10" name="Candidate_density__2109">
              <a:extLst>
                <a:ext uri="{FF2B5EF4-FFF2-40B4-BE49-F238E27FC236}">
                  <a16:creationId xmlns:a16="http://schemas.microsoft.com/office/drawing/2014/main" id="{40626F27-438F-0932-EA98-39DA7A8E0FBE}"/>
                </a:ext>
              </a:extLst>
            </p:cNvPr>
            <p:cNvSpPr>
              <a:spLocks noGrp="1"/>
            </p:cNvSpPr>
            <p:nvPr/>
          </p:nvSpPr>
          <p:spPr>
            <a:xfrm>
              <a:off x="3978895" y="1506742"/>
              <a:ext cx="1942757" cy="2303317"/>
            </a:xfrm>
            <a:custGeom>
              <a:avLst/>
              <a:gdLst/>
              <a:ahLst/>
              <a:cxnLst/>
              <a:rect l="0" t="0" r="0" b="0"/>
              <a:pathLst>
                <a:path w="1942757" h="2303317">
                  <a:moveTo>
                    <a:pt x="627322" y="2291399"/>
                  </a:moveTo>
                  <a:lnTo>
                    <a:pt x="573903" y="2209184"/>
                  </a:lnTo>
                  <a:lnTo>
                    <a:pt x="568989" y="2303317"/>
                  </a:lnTo>
                  <a:close/>
                  <a:moveTo>
                    <a:pt x="0" y="1387033"/>
                  </a:moveTo>
                  <a:lnTo>
                    <a:pt x="67953" y="1467361"/>
                  </a:lnTo>
                  <a:lnTo>
                    <a:pt x="65265" y="1369454"/>
                  </a:lnTo>
                  <a:close/>
                  <a:moveTo>
                    <a:pt x="0" y="1387033"/>
                  </a:moveTo>
                  <a:lnTo>
                    <a:pt x="60702" y="1469248"/>
                  </a:lnTo>
                  <a:lnTo>
                    <a:pt x="67953" y="1467361"/>
                  </a:lnTo>
                  <a:close/>
                  <a:moveTo>
                    <a:pt x="135583" y="1348596"/>
                  </a:moveTo>
                  <a:lnTo>
                    <a:pt x="90387" y="1266381"/>
                  </a:lnTo>
                  <a:lnTo>
                    <a:pt x="65265" y="1369454"/>
                  </a:lnTo>
                  <a:close/>
                  <a:moveTo>
                    <a:pt x="135583" y="1348596"/>
                  </a:moveTo>
                  <a:lnTo>
                    <a:pt x="172506" y="1227945"/>
                  </a:lnTo>
                  <a:lnTo>
                    <a:pt x="90387" y="1266381"/>
                  </a:lnTo>
                  <a:close/>
                  <a:moveTo>
                    <a:pt x="610897" y="1682799"/>
                  </a:moveTo>
                  <a:lnTo>
                    <a:pt x="651217" y="1619759"/>
                  </a:lnTo>
                  <a:lnTo>
                    <a:pt x="578090" y="1695366"/>
                  </a:lnTo>
                  <a:close/>
                  <a:moveTo>
                    <a:pt x="472850" y="919595"/>
                  </a:moveTo>
                  <a:lnTo>
                    <a:pt x="550630" y="916953"/>
                  </a:lnTo>
                  <a:lnTo>
                    <a:pt x="493934" y="879953"/>
                  </a:lnTo>
                  <a:close/>
                  <a:moveTo>
                    <a:pt x="493934" y="879953"/>
                  </a:moveTo>
                  <a:lnTo>
                    <a:pt x="550630" y="916953"/>
                  </a:lnTo>
                  <a:lnTo>
                    <a:pt x="503086" y="865990"/>
                  </a:lnTo>
                  <a:close/>
                  <a:moveTo>
                    <a:pt x="503086" y="865990"/>
                  </a:moveTo>
                  <a:lnTo>
                    <a:pt x="550630" y="916953"/>
                  </a:lnTo>
                  <a:lnTo>
                    <a:pt x="581618" y="909769"/>
                  </a:lnTo>
                  <a:close/>
                  <a:moveTo>
                    <a:pt x="503086" y="865990"/>
                  </a:moveTo>
                  <a:lnTo>
                    <a:pt x="581618" y="909769"/>
                  </a:lnTo>
                  <a:lnTo>
                    <a:pt x="574615" y="827554"/>
                  </a:lnTo>
                  <a:close/>
                  <a:moveTo>
                    <a:pt x="606758" y="991984"/>
                  </a:moveTo>
                  <a:lnTo>
                    <a:pt x="672600" y="1054097"/>
                  </a:lnTo>
                  <a:lnTo>
                    <a:pt x="682621" y="970330"/>
                  </a:lnTo>
                  <a:close/>
                  <a:moveTo>
                    <a:pt x="581618" y="909769"/>
                  </a:moveTo>
                  <a:lnTo>
                    <a:pt x="682621" y="970330"/>
                  </a:lnTo>
                  <a:lnTo>
                    <a:pt x="659923" y="888692"/>
                  </a:lnTo>
                  <a:close/>
                  <a:moveTo>
                    <a:pt x="581618" y="909769"/>
                  </a:moveTo>
                  <a:lnTo>
                    <a:pt x="606758" y="991984"/>
                  </a:lnTo>
                  <a:lnTo>
                    <a:pt x="682621" y="970330"/>
                  </a:lnTo>
                  <a:close/>
                  <a:moveTo>
                    <a:pt x="682621" y="970330"/>
                  </a:moveTo>
                  <a:lnTo>
                    <a:pt x="713629" y="953547"/>
                  </a:lnTo>
                  <a:lnTo>
                    <a:pt x="755861" y="871537"/>
                  </a:lnTo>
                  <a:close/>
                  <a:moveTo>
                    <a:pt x="574615" y="827554"/>
                  </a:moveTo>
                  <a:lnTo>
                    <a:pt x="581618" y="909769"/>
                  </a:lnTo>
                  <a:lnTo>
                    <a:pt x="659923" y="888692"/>
                  </a:lnTo>
                  <a:close/>
                  <a:moveTo>
                    <a:pt x="522225" y="745338"/>
                  </a:moveTo>
                  <a:lnTo>
                    <a:pt x="574615" y="827554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22225" y="745338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88226" y="706902"/>
                  </a:lnTo>
                  <a:lnTo>
                    <a:pt x="579744" y="624687"/>
                  </a:lnTo>
                  <a:close/>
                  <a:moveTo>
                    <a:pt x="1804169" y="2104559"/>
                  </a:moveTo>
                  <a:lnTo>
                    <a:pt x="1859674" y="2081211"/>
                  </a:lnTo>
                  <a:lnTo>
                    <a:pt x="1819336" y="2061114"/>
                  </a:lnTo>
                  <a:close/>
                  <a:moveTo>
                    <a:pt x="665571" y="668465"/>
                  </a:moveTo>
                  <a:lnTo>
                    <a:pt x="588226" y="706902"/>
                  </a:lnTo>
                  <a:lnTo>
                    <a:pt x="656315" y="778006"/>
                  </a:lnTo>
                  <a:close/>
                  <a:moveTo>
                    <a:pt x="579744" y="624687"/>
                  </a:moveTo>
                  <a:lnTo>
                    <a:pt x="669702" y="612858"/>
                  </a:lnTo>
                  <a:lnTo>
                    <a:pt x="652942" y="594091"/>
                  </a:lnTo>
                  <a:close/>
                  <a:moveTo>
                    <a:pt x="665571" y="668465"/>
                  </a:moveTo>
                  <a:lnTo>
                    <a:pt x="669702" y="612858"/>
                  </a:lnTo>
                  <a:lnTo>
                    <a:pt x="579744" y="624687"/>
                  </a:lnTo>
                  <a:close/>
                  <a:moveTo>
                    <a:pt x="588226" y="706902"/>
                  </a:moveTo>
                  <a:lnTo>
                    <a:pt x="665571" y="668465"/>
                  </a:lnTo>
                  <a:lnTo>
                    <a:pt x="579744" y="624687"/>
                  </a:lnTo>
                  <a:close/>
                  <a:moveTo>
                    <a:pt x="604201" y="583161"/>
                  </a:moveTo>
                  <a:lnTo>
                    <a:pt x="579744" y="624687"/>
                  </a:lnTo>
                  <a:lnTo>
                    <a:pt x="652942" y="594091"/>
                  </a:lnTo>
                  <a:close/>
                  <a:moveTo>
                    <a:pt x="724242" y="538115"/>
                  </a:moveTo>
                  <a:lnTo>
                    <a:pt x="652942" y="594091"/>
                  </a:lnTo>
                  <a:lnTo>
                    <a:pt x="685747" y="586250"/>
                  </a:lnTo>
                  <a:close/>
                  <a:moveTo>
                    <a:pt x="604201" y="583161"/>
                  </a:moveTo>
                  <a:lnTo>
                    <a:pt x="652942" y="594091"/>
                  </a:lnTo>
                  <a:lnTo>
                    <a:pt x="724242" y="538115"/>
                  </a:lnTo>
                  <a:close/>
                  <a:moveTo>
                    <a:pt x="652942" y="594091"/>
                  </a:moveTo>
                  <a:lnTo>
                    <a:pt x="669702" y="612858"/>
                  </a:lnTo>
                  <a:lnTo>
                    <a:pt x="685747" y="586250"/>
                  </a:lnTo>
                  <a:close/>
                  <a:moveTo>
                    <a:pt x="781267" y="550357"/>
                  </a:moveTo>
                  <a:lnTo>
                    <a:pt x="685747" y="586250"/>
                  </a:lnTo>
                  <a:lnTo>
                    <a:pt x="785096" y="550436"/>
                  </a:lnTo>
                  <a:close/>
                  <a:moveTo>
                    <a:pt x="685747" y="586250"/>
                  </a:moveTo>
                  <a:lnTo>
                    <a:pt x="669702" y="612858"/>
                  </a:lnTo>
                  <a:lnTo>
                    <a:pt x="785096" y="550436"/>
                  </a:lnTo>
                  <a:close/>
                  <a:moveTo>
                    <a:pt x="724242" y="538115"/>
                  </a:moveTo>
                  <a:lnTo>
                    <a:pt x="685747" y="586250"/>
                  </a:lnTo>
                  <a:lnTo>
                    <a:pt x="781267" y="550357"/>
                  </a:lnTo>
                  <a:close/>
                  <a:moveTo>
                    <a:pt x="724242" y="538115"/>
                  </a:moveTo>
                  <a:lnTo>
                    <a:pt x="781267" y="550357"/>
                  </a:lnTo>
                  <a:lnTo>
                    <a:pt x="736406" y="504036"/>
                  </a:lnTo>
                  <a:close/>
                  <a:moveTo>
                    <a:pt x="736406" y="504036"/>
                  </a:moveTo>
                  <a:lnTo>
                    <a:pt x="781267" y="550357"/>
                  </a:lnTo>
                  <a:lnTo>
                    <a:pt x="786228" y="547814"/>
                  </a:lnTo>
                  <a:close/>
                  <a:moveTo>
                    <a:pt x="736406" y="504036"/>
                  </a:moveTo>
                  <a:lnTo>
                    <a:pt x="786228" y="547814"/>
                  </a:lnTo>
                  <a:lnTo>
                    <a:pt x="803565" y="465599"/>
                  </a:lnTo>
                  <a:close/>
                  <a:moveTo>
                    <a:pt x="781267" y="550357"/>
                  </a:moveTo>
                  <a:lnTo>
                    <a:pt x="785096" y="550436"/>
                  </a:lnTo>
                  <a:lnTo>
                    <a:pt x="786228" y="547814"/>
                  </a:lnTo>
                  <a:close/>
                  <a:moveTo>
                    <a:pt x="1636007" y="1331529"/>
                  </a:moveTo>
                  <a:lnTo>
                    <a:pt x="1639736" y="1338094"/>
                  </a:lnTo>
                  <a:lnTo>
                    <a:pt x="1590350" y="1395341"/>
                  </a:lnTo>
                  <a:close/>
                  <a:moveTo>
                    <a:pt x="803565" y="465599"/>
                  </a:moveTo>
                  <a:lnTo>
                    <a:pt x="905664" y="507362"/>
                  </a:lnTo>
                  <a:lnTo>
                    <a:pt x="859786" y="447022"/>
                  </a:lnTo>
                  <a:close/>
                  <a:moveTo>
                    <a:pt x="904902" y="509378"/>
                  </a:moveTo>
                  <a:lnTo>
                    <a:pt x="905664" y="507362"/>
                  </a:lnTo>
                  <a:lnTo>
                    <a:pt x="803565" y="465599"/>
                  </a:lnTo>
                  <a:close/>
                  <a:moveTo>
                    <a:pt x="786228" y="547814"/>
                  </a:moveTo>
                  <a:lnTo>
                    <a:pt x="904902" y="509378"/>
                  </a:lnTo>
                  <a:lnTo>
                    <a:pt x="803565" y="465599"/>
                  </a:lnTo>
                  <a:close/>
                  <a:moveTo>
                    <a:pt x="828333" y="433433"/>
                  </a:moveTo>
                  <a:lnTo>
                    <a:pt x="803565" y="465599"/>
                  </a:lnTo>
                  <a:lnTo>
                    <a:pt x="859786" y="447022"/>
                  </a:lnTo>
                  <a:close/>
                  <a:moveTo>
                    <a:pt x="859786" y="447022"/>
                  </a:moveTo>
                  <a:lnTo>
                    <a:pt x="905664" y="507362"/>
                  </a:lnTo>
                  <a:lnTo>
                    <a:pt x="968130" y="462251"/>
                  </a:lnTo>
                  <a:close/>
                  <a:moveTo>
                    <a:pt x="1651894" y="1328211"/>
                  </a:moveTo>
                  <a:lnTo>
                    <a:pt x="1636007" y="1331529"/>
                  </a:lnTo>
                  <a:lnTo>
                    <a:pt x="1600411" y="1409566"/>
                  </a:lnTo>
                  <a:close/>
                  <a:moveTo>
                    <a:pt x="1703366" y="1386457"/>
                  </a:moveTo>
                  <a:lnTo>
                    <a:pt x="1771060" y="1298469"/>
                  </a:lnTo>
                  <a:lnTo>
                    <a:pt x="1766702" y="1295466"/>
                  </a:lnTo>
                  <a:close/>
                  <a:moveTo>
                    <a:pt x="1703366" y="1386457"/>
                  </a:moveTo>
                  <a:lnTo>
                    <a:pt x="1766702" y="1295466"/>
                  </a:lnTo>
                  <a:lnTo>
                    <a:pt x="1651894" y="1328211"/>
                  </a:lnTo>
                  <a:close/>
                  <a:moveTo>
                    <a:pt x="1836614" y="1264907"/>
                  </a:moveTo>
                  <a:lnTo>
                    <a:pt x="1766702" y="1295466"/>
                  </a:lnTo>
                  <a:lnTo>
                    <a:pt x="1779028" y="1293092"/>
                  </a:lnTo>
                  <a:close/>
                  <a:moveTo>
                    <a:pt x="1766702" y="1295466"/>
                  </a:moveTo>
                  <a:lnTo>
                    <a:pt x="1771060" y="1298469"/>
                  </a:lnTo>
                  <a:lnTo>
                    <a:pt x="1779028" y="1293092"/>
                  </a:lnTo>
                  <a:close/>
                  <a:moveTo>
                    <a:pt x="1522280" y="1140840"/>
                  </a:moveTo>
                  <a:lnTo>
                    <a:pt x="1539843" y="1158530"/>
                  </a:lnTo>
                  <a:lnTo>
                    <a:pt x="1586570" y="1102549"/>
                  </a:lnTo>
                  <a:close/>
                  <a:moveTo>
                    <a:pt x="906820" y="508877"/>
                  </a:moveTo>
                  <a:lnTo>
                    <a:pt x="968130" y="462251"/>
                  </a:lnTo>
                  <a:lnTo>
                    <a:pt x="905664" y="507362"/>
                  </a:lnTo>
                  <a:close/>
                  <a:moveTo>
                    <a:pt x="1818551" y="1353406"/>
                  </a:moveTo>
                  <a:lnTo>
                    <a:pt x="1779028" y="1293092"/>
                  </a:lnTo>
                  <a:lnTo>
                    <a:pt x="1771060" y="1298469"/>
                  </a:lnTo>
                  <a:close/>
                  <a:moveTo>
                    <a:pt x="1863682" y="1277215"/>
                  </a:moveTo>
                  <a:lnTo>
                    <a:pt x="1779028" y="1293092"/>
                  </a:lnTo>
                  <a:lnTo>
                    <a:pt x="1818551" y="1353406"/>
                  </a:lnTo>
                  <a:close/>
                  <a:moveTo>
                    <a:pt x="1836614" y="1264907"/>
                  </a:moveTo>
                  <a:lnTo>
                    <a:pt x="1779028" y="1293092"/>
                  </a:lnTo>
                  <a:lnTo>
                    <a:pt x="1863682" y="1277215"/>
                  </a:lnTo>
                  <a:close/>
                  <a:moveTo>
                    <a:pt x="1666831" y="815606"/>
                  </a:moveTo>
                  <a:lnTo>
                    <a:pt x="1728528" y="805144"/>
                  </a:lnTo>
                  <a:lnTo>
                    <a:pt x="1743686" y="765715"/>
                  </a:lnTo>
                  <a:close/>
                  <a:moveTo>
                    <a:pt x="1842413" y="794045"/>
                  </a:moveTo>
                  <a:lnTo>
                    <a:pt x="1767881" y="794047"/>
                  </a:lnTo>
                  <a:lnTo>
                    <a:pt x="1876255" y="866624"/>
                  </a:lnTo>
                  <a:close/>
                  <a:moveTo>
                    <a:pt x="1876255" y="866624"/>
                  </a:moveTo>
                  <a:lnTo>
                    <a:pt x="1942757" y="773059"/>
                  </a:lnTo>
                  <a:lnTo>
                    <a:pt x="1842413" y="794045"/>
                  </a:lnTo>
                  <a:close/>
                  <a:moveTo>
                    <a:pt x="1728528" y="805144"/>
                  </a:moveTo>
                  <a:lnTo>
                    <a:pt x="1767881" y="794047"/>
                  </a:lnTo>
                  <a:lnTo>
                    <a:pt x="1743686" y="765715"/>
                  </a:lnTo>
                  <a:close/>
                  <a:moveTo>
                    <a:pt x="1820040" y="772533"/>
                  </a:moveTo>
                  <a:lnTo>
                    <a:pt x="1767881" y="794047"/>
                  </a:lnTo>
                  <a:lnTo>
                    <a:pt x="1842413" y="794045"/>
                  </a:lnTo>
                  <a:close/>
                  <a:moveTo>
                    <a:pt x="1743686" y="765715"/>
                  </a:moveTo>
                  <a:lnTo>
                    <a:pt x="1767881" y="794047"/>
                  </a:lnTo>
                  <a:lnTo>
                    <a:pt x="1820040" y="772533"/>
                  </a:lnTo>
                  <a:close/>
                  <a:moveTo>
                    <a:pt x="1390224" y="218652"/>
                  </a:moveTo>
                  <a:lnTo>
                    <a:pt x="1384824" y="259966"/>
                  </a:lnTo>
                  <a:lnTo>
                    <a:pt x="1453961" y="191201"/>
                  </a:lnTo>
                  <a:close/>
                  <a:moveTo>
                    <a:pt x="1715006" y="443282"/>
                  </a:moveTo>
                  <a:lnTo>
                    <a:pt x="1775161" y="452992"/>
                  </a:lnTo>
                  <a:lnTo>
                    <a:pt x="1719904" y="437846"/>
                  </a:lnTo>
                  <a:close/>
                  <a:moveTo>
                    <a:pt x="1775161" y="452992"/>
                  </a:moveTo>
                  <a:lnTo>
                    <a:pt x="1792351" y="399410"/>
                  </a:lnTo>
                  <a:lnTo>
                    <a:pt x="1719904" y="437846"/>
                  </a:lnTo>
                  <a:close/>
                  <a:moveTo>
                    <a:pt x="1529179" y="166277"/>
                  </a:moveTo>
                  <a:lnTo>
                    <a:pt x="1519666" y="270255"/>
                  </a:lnTo>
                  <a:lnTo>
                    <a:pt x="1565817" y="152765"/>
                  </a:lnTo>
                  <a:close/>
                  <a:moveTo>
                    <a:pt x="1453961" y="191201"/>
                  </a:moveTo>
                  <a:lnTo>
                    <a:pt x="1519666" y="270255"/>
                  </a:lnTo>
                  <a:lnTo>
                    <a:pt x="1529179" y="166277"/>
                  </a:lnTo>
                  <a:close/>
                  <a:moveTo>
                    <a:pt x="1433649" y="108986"/>
                  </a:moveTo>
                  <a:lnTo>
                    <a:pt x="1529179" y="166277"/>
                  </a:lnTo>
                  <a:lnTo>
                    <a:pt x="1505953" y="85068"/>
                  </a:lnTo>
                  <a:close/>
                  <a:moveTo>
                    <a:pt x="1433649" y="108986"/>
                  </a:moveTo>
                  <a:lnTo>
                    <a:pt x="1453961" y="191201"/>
                  </a:lnTo>
                  <a:lnTo>
                    <a:pt x="1529179" y="166277"/>
                  </a:lnTo>
                  <a:close/>
                  <a:moveTo>
                    <a:pt x="1565817" y="152765"/>
                  </a:moveTo>
                  <a:lnTo>
                    <a:pt x="1548278" y="70549"/>
                  </a:lnTo>
                  <a:lnTo>
                    <a:pt x="1529179" y="166277"/>
                  </a:lnTo>
                  <a:close/>
                  <a:moveTo>
                    <a:pt x="1548278" y="70549"/>
                  </a:moveTo>
                  <a:lnTo>
                    <a:pt x="1505953" y="85068"/>
                  </a:lnTo>
                  <a:lnTo>
                    <a:pt x="1529179" y="166277"/>
                  </a:lnTo>
                  <a:close/>
                  <a:moveTo>
                    <a:pt x="1775161" y="452992"/>
                  </a:moveTo>
                  <a:lnTo>
                    <a:pt x="1810949" y="458757"/>
                  </a:lnTo>
                  <a:lnTo>
                    <a:pt x="1792351" y="399410"/>
                  </a:lnTo>
                  <a:close/>
                  <a:moveTo>
                    <a:pt x="1792351" y="399410"/>
                  </a:moveTo>
                  <a:lnTo>
                    <a:pt x="1852403" y="443189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792351" y="399410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817159" y="331359"/>
                  </a:lnTo>
                  <a:lnTo>
                    <a:pt x="1792351" y="399410"/>
                  </a:lnTo>
                  <a:close/>
                  <a:moveTo>
                    <a:pt x="1876511" y="338060"/>
                  </a:moveTo>
                  <a:lnTo>
                    <a:pt x="1910037" y="278758"/>
                  </a:lnTo>
                  <a:lnTo>
                    <a:pt x="1823624" y="317195"/>
                  </a:lnTo>
                  <a:close/>
                  <a:moveTo>
                    <a:pt x="1548278" y="70549"/>
                  </a:moveTo>
                  <a:lnTo>
                    <a:pt x="1662713" y="96023"/>
                  </a:lnTo>
                  <a:lnTo>
                    <a:pt x="1634493" y="41159"/>
                  </a:lnTo>
                  <a:close/>
                  <a:moveTo>
                    <a:pt x="1655227" y="114329"/>
                  </a:moveTo>
                  <a:lnTo>
                    <a:pt x="1662713" y="96023"/>
                  </a:lnTo>
                  <a:lnTo>
                    <a:pt x="1548278" y="70549"/>
                  </a:lnTo>
                  <a:close/>
                  <a:moveTo>
                    <a:pt x="1565817" y="152765"/>
                  </a:moveTo>
                  <a:lnTo>
                    <a:pt x="1655227" y="114329"/>
                  </a:lnTo>
                  <a:lnTo>
                    <a:pt x="1548278" y="70549"/>
                  </a:lnTo>
                  <a:close/>
                  <a:moveTo>
                    <a:pt x="1711561" y="0"/>
                  </a:moveTo>
                  <a:lnTo>
                    <a:pt x="1634493" y="41159"/>
                  </a:lnTo>
                  <a:lnTo>
                    <a:pt x="1672543" y="32113"/>
                  </a:lnTo>
                  <a:close/>
                  <a:moveTo>
                    <a:pt x="1634493" y="41159"/>
                  </a:moveTo>
                  <a:lnTo>
                    <a:pt x="1662713" y="96023"/>
                  </a:lnTo>
                  <a:lnTo>
                    <a:pt x="1672543" y="32113"/>
                  </a:lnTo>
                  <a:close/>
                  <a:moveTo>
                    <a:pt x="1662713" y="96023"/>
                  </a:moveTo>
                  <a:lnTo>
                    <a:pt x="1655227" y="114329"/>
                  </a:lnTo>
                  <a:lnTo>
                    <a:pt x="1686718" y="98792"/>
                  </a:lnTo>
                  <a:close/>
                  <a:moveTo>
                    <a:pt x="1742381" y="14040"/>
                  </a:moveTo>
                  <a:lnTo>
                    <a:pt x="1672543" y="32113"/>
                  </a:lnTo>
                  <a:lnTo>
                    <a:pt x="1785952" y="62934"/>
                  </a:lnTo>
                  <a:close/>
                  <a:moveTo>
                    <a:pt x="1672543" y="32113"/>
                  </a:moveTo>
                  <a:lnTo>
                    <a:pt x="1662713" y="96023"/>
                  </a:lnTo>
                  <a:lnTo>
                    <a:pt x="1785952" y="62934"/>
                  </a:lnTo>
                  <a:close/>
                  <a:moveTo>
                    <a:pt x="1785952" y="62934"/>
                  </a:moveTo>
                  <a:lnTo>
                    <a:pt x="1662713" y="96023"/>
                  </a:lnTo>
                  <a:lnTo>
                    <a:pt x="1754470" y="75891"/>
                  </a:lnTo>
                  <a:close/>
                  <a:moveTo>
                    <a:pt x="1711561" y="0"/>
                  </a:moveTo>
                  <a:lnTo>
                    <a:pt x="1672543" y="32113"/>
                  </a:lnTo>
                  <a:lnTo>
                    <a:pt x="1742381" y="14040"/>
                  </a:lnTo>
                  <a:close/>
                  <a:moveTo>
                    <a:pt x="1742381" y="14040"/>
                  </a:moveTo>
                  <a:lnTo>
                    <a:pt x="1785952" y="62934"/>
                  </a:lnTo>
                  <a:lnTo>
                    <a:pt x="1848664" y="1874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11" name="Candidate_density__2110">
              <a:extLst>
                <a:ext uri="{FF2B5EF4-FFF2-40B4-BE49-F238E27FC236}">
                  <a16:creationId xmlns:a16="http://schemas.microsoft.com/office/drawing/2014/main" id="{1B9D8D1B-8670-0787-C069-A51FF5E6302C}"/>
                </a:ext>
              </a:extLst>
            </p:cNvPr>
            <p:cNvSpPr>
              <a:spLocks noGrp="1"/>
            </p:cNvSpPr>
            <p:nvPr/>
          </p:nvSpPr>
          <p:spPr>
            <a:xfrm>
              <a:off x="3737049" y="1508053"/>
              <a:ext cx="2331823" cy="3066072"/>
            </a:xfrm>
            <a:custGeom>
              <a:avLst/>
              <a:gdLst/>
              <a:ahLst/>
              <a:cxnLst/>
              <a:rect l="0" t="0" r="0" b="0"/>
              <a:pathLst>
                <a:path w="2331823" h="3066072">
                  <a:moveTo>
                    <a:pt x="815750" y="2207873"/>
                  </a:moveTo>
                  <a:lnTo>
                    <a:pt x="797981" y="2212366"/>
                  </a:lnTo>
                  <a:lnTo>
                    <a:pt x="810836" y="2302007"/>
                  </a:lnTo>
                  <a:close/>
                  <a:moveTo>
                    <a:pt x="797981" y="2212366"/>
                  </a:moveTo>
                  <a:lnTo>
                    <a:pt x="815750" y="2207873"/>
                  </a:lnTo>
                  <a:lnTo>
                    <a:pt x="797573" y="2185689"/>
                  </a:lnTo>
                  <a:close/>
                  <a:moveTo>
                    <a:pt x="302549" y="1467938"/>
                  </a:moveTo>
                  <a:lnTo>
                    <a:pt x="187504" y="1506374"/>
                  </a:lnTo>
                  <a:lnTo>
                    <a:pt x="313844" y="1550152"/>
                  </a:lnTo>
                  <a:close/>
                  <a:moveTo>
                    <a:pt x="241847" y="1385722"/>
                  </a:moveTo>
                  <a:lnTo>
                    <a:pt x="187504" y="1506374"/>
                  </a:lnTo>
                  <a:lnTo>
                    <a:pt x="302549" y="1467938"/>
                  </a:lnTo>
                  <a:close/>
                  <a:moveTo>
                    <a:pt x="759761" y="2043253"/>
                  </a:moveTo>
                  <a:lnTo>
                    <a:pt x="764529" y="1922791"/>
                  </a:lnTo>
                  <a:lnTo>
                    <a:pt x="699395" y="1931646"/>
                  </a:lnTo>
                  <a:close/>
                  <a:moveTo>
                    <a:pt x="644412" y="1876254"/>
                  </a:moveTo>
                  <a:lnTo>
                    <a:pt x="635177" y="1879013"/>
                  </a:lnTo>
                  <a:lnTo>
                    <a:pt x="699395" y="1931646"/>
                  </a:lnTo>
                  <a:close/>
                  <a:moveTo>
                    <a:pt x="721988" y="1840576"/>
                  </a:moveTo>
                  <a:lnTo>
                    <a:pt x="644412" y="1876254"/>
                  </a:lnTo>
                  <a:lnTo>
                    <a:pt x="699395" y="1931646"/>
                  </a:lnTo>
                  <a:close/>
                  <a:moveTo>
                    <a:pt x="640149" y="1875763"/>
                  </a:moveTo>
                  <a:lnTo>
                    <a:pt x="635177" y="1879013"/>
                  </a:lnTo>
                  <a:lnTo>
                    <a:pt x="644412" y="1876254"/>
                  </a:lnTo>
                  <a:close/>
                  <a:moveTo>
                    <a:pt x="724331" y="1758361"/>
                  </a:moveTo>
                  <a:lnTo>
                    <a:pt x="644412" y="1876254"/>
                  </a:lnTo>
                  <a:lnTo>
                    <a:pt x="721988" y="1840576"/>
                  </a:lnTo>
                  <a:close/>
                  <a:moveTo>
                    <a:pt x="302549" y="1467938"/>
                  </a:moveTo>
                  <a:lnTo>
                    <a:pt x="371204" y="1490991"/>
                  </a:lnTo>
                  <a:lnTo>
                    <a:pt x="309799" y="1466051"/>
                  </a:lnTo>
                  <a:close/>
                  <a:moveTo>
                    <a:pt x="359051" y="1511716"/>
                  </a:moveTo>
                  <a:lnTo>
                    <a:pt x="371204" y="1490991"/>
                  </a:lnTo>
                  <a:lnTo>
                    <a:pt x="302549" y="1467938"/>
                  </a:lnTo>
                  <a:close/>
                  <a:moveTo>
                    <a:pt x="313844" y="1550152"/>
                  </a:moveTo>
                  <a:lnTo>
                    <a:pt x="359051" y="1511716"/>
                  </a:lnTo>
                  <a:lnTo>
                    <a:pt x="302549" y="1467938"/>
                  </a:lnTo>
                  <a:close/>
                  <a:moveTo>
                    <a:pt x="420268" y="1395777"/>
                  </a:moveTo>
                  <a:lnTo>
                    <a:pt x="377429" y="1347285"/>
                  </a:lnTo>
                  <a:lnTo>
                    <a:pt x="406409" y="1448101"/>
                  </a:lnTo>
                  <a:close/>
                  <a:moveTo>
                    <a:pt x="406409" y="1448101"/>
                  </a:moveTo>
                  <a:lnTo>
                    <a:pt x="377429" y="1347285"/>
                  </a:lnTo>
                  <a:lnTo>
                    <a:pt x="307112" y="1368143"/>
                  </a:lnTo>
                  <a:close/>
                  <a:moveTo>
                    <a:pt x="406409" y="1448101"/>
                  </a:moveTo>
                  <a:lnTo>
                    <a:pt x="307112" y="1368143"/>
                  </a:lnTo>
                  <a:lnTo>
                    <a:pt x="309799" y="1466051"/>
                  </a:lnTo>
                  <a:close/>
                  <a:moveTo>
                    <a:pt x="406409" y="1448101"/>
                  </a:moveTo>
                  <a:lnTo>
                    <a:pt x="309799" y="1466051"/>
                  </a:lnTo>
                  <a:lnTo>
                    <a:pt x="434590" y="1449323"/>
                  </a:lnTo>
                  <a:close/>
                  <a:moveTo>
                    <a:pt x="309799" y="1466051"/>
                  </a:moveTo>
                  <a:lnTo>
                    <a:pt x="371204" y="1490991"/>
                  </a:lnTo>
                  <a:lnTo>
                    <a:pt x="434590" y="1449323"/>
                  </a:lnTo>
                  <a:close/>
                  <a:moveTo>
                    <a:pt x="883" y="1139077"/>
                  </a:moveTo>
                  <a:lnTo>
                    <a:pt x="0" y="1154298"/>
                  </a:lnTo>
                  <a:lnTo>
                    <a:pt x="9105" y="1128366"/>
                  </a:lnTo>
                  <a:close/>
                  <a:moveTo>
                    <a:pt x="413022" y="1432143"/>
                  </a:moveTo>
                  <a:lnTo>
                    <a:pt x="457019" y="1406956"/>
                  </a:lnTo>
                  <a:lnTo>
                    <a:pt x="434590" y="1449323"/>
                  </a:lnTo>
                  <a:close/>
                  <a:moveTo>
                    <a:pt x="364361" y="1321600"/>
                  </a:moveTo>
                  <a:lnTo>
                    <a:pt x="457019" y="1406956"/>
                  </a:lnTo>
                  <a:lnTo>
                    <a:pt x="461064" y="1391065"/>
                  </a:lnTo>
                  <a:close/>
                  <a:moveTo>
                    <a:pt x="377429" y="1347285"/>
                  </a:moveTo>
                  <a:lnTo>
                    <a:pt x="457019" y="1406956"/>
                  </a:lnTo>
                  <a:lnTo>
                    <a:pt x="364361" y="1321600"/>
                  </a:lnTo>
                  <a:close/>
                  <a:moveTo>
                    <a:pt x="420268" y="1395777"/>
                  </a:moveTo>
                  <a:lnTo>
                    <a:pt x="457019" y="1406956"/>
                  </a:lnTo>
                  <a:lnTo>
                    <a:pt x="377429" y="1347285"/>
                  </a:lnTo>
                  <a:close/>
                  <a:moveTo>
                    <a:pt x="377429" y="1347285"/>
                  </a:moveTo>
                  <a:lnTo>
                    <a:pt x="373494" y="1284353"/>
                  </a:lnTo>
                  <a:lnTo>
                    <a:pt x="414352" y="1226634"/>
                  </a:lnTo>
                  <a:close/>
                  <a:moveTo>
                    <a:pt x="314754" y="1182855"/>
                  </a:moveTo>
                  <a:lnTo>
                    <a:pt x="414352" y="1226634"/>
                  </a:lnTo>
                  <a:lnTo>
                    <a:pt x="366489" y="1144419"/>
                  </a:lnTo>
                  <a:close/>
                  <a:moveTo>
                    <a:pt x="819936" y="1694056"/>
                  </a:moveTo>
                  <a:lnTo>
                    <a:pt x="893064" y="1618448"/>
                  </a:lnTo>
                  <a:lnTo>
                    <a:pt x="882023" y="1604080"/>
                  </a:lnTo>
                  <a:close/>
                  <a:moveTo>
                    <a:pt x="819936" y="1694056"/>
                  </a:moveTo>
                  <a:lnTo>
                    <a:pt x="882023" y="1604080"/>
                  </a:lnTo>
                  <a:lnTo>
                    <a:pt x="808541" y="1603228"/>
                  </a:lnTo>
                  <a:close/>
                  <a:moveTo>
                    <a:pt x="716385" y="1617556"/>
                  </a:moveTo>
                  <a:lnTo>
                    <a:pt x="808541" y="1603228"/>
                  </a:lnTo>
                  <a:lnTo>
                    <a:pt x="767194" y="1536750"/>
                  </a:lnTo>
                  <a:close/>
                  <a:moveTo>
                    <a:pt x="808541" y="1603228"/>
                  </a:moveTo>
                  <a:lnTo>
                    <a:pt x="882023" y="1604080"/>
                  </a:lnTo>
                  <a:lnTo>
                    <a:pt x="834843" y="1542345"/>
                  </a:lnTo>
                  <a:close/>
                  <a:moveTo>
                    <a:pt x="808541" y="1603228"/>
                  </a:moveTo>
                  <a:lnTo>
                    <a:pt x="834843" y="1542345"/>
                  </a:lnTo>
                  <a:lnTo>
                    <a:pt x="767194" y="1536750"/>
                  </a:lnTo>
                  <a:close/>
                  <a:moveTo>
                    <a:pt x="882023" y="1604080"/>
                  </a:moveTo>
                  <a:lnTo>
                    <a:pt x="893064" y="1618448"/>
                  </a:lnTo>
                  <a:lnTo>
                    <a:pt x="968356" y="1621293"/>
                  </a:lnTo>
                  <a:close/>
                  <a:moveTo>
                    <a:pt x="366489" y="1144419"/>
                  </a:moveTo>
                  <a:lnTo>
                    <a:pt x="453923" y="1109196"/>
                  </a:lnTo>
                  <a:lnTo>
                    <a:pt x="356247" y="1062204"/>
                  </a:lnTo>
                  <a:close/>
                  <a:moveTo>
                    <a:pt x="1045589" y="1631400"/>
                  </a:moveTo>
                  <a:lnTo>
                    <a:pt x="1035468" y="1643052"/>
                  </a:lnTo>
                  <a:lnTo>
                    <a:pt x="1091430" y="1655112"/>
                  </a:lnTo>
                  <a:close/>
                  <a:moveTo>
                    <a:pt x="2286213" y="3040708"/>
                  </a:moveTo>
                  <a:lnTo>
                    <a:pt x="2306708" y="3066072"/>
                  </a:lnTo>
                  <a:lnTo>
                    <a:pt x="2305925" y="3035829"/>
                  </a:lnTo>
                  <a:close/>
                  <a:moveTo>
                    <a:pt x="1139025" y="1643052"/>
                  </a:moveTo>
                  <a:lnTo>
                    <a:pt x="1193755" y="1691505"/>
                  </a:lnTo>
                  <a:lnTo>
                    <a:pt x="1195687" y="1630945"/>
                  </a:lnTo>
                  <a:close/>
                  <a:moveTo>
                    <a:pt x="449290" y="858680"/>
                  </a:moveTo>
                  <a:lnTo>
                    <a:pt x="499062" y="872315"/>
                  </a:lnTo>
                  <a:lnTo>
                    <a:pt x="580330" y="854755"/>
                  </a:lnTo>
                  <a:close/>
                  <a:moveTo>
                    <a:pt x="580330" y="854755"/>
                  </a:moveTo>
                  <a:lnTo>
                    <a:pt x="604135" y="864680"/>
                  </a:lnTo>
                  <a:lnTo>
                    <a:pt x="599156" y="861686"/>
                  </a:lnTo>
                  <a:close/>
                  <a:moveTo>
                    <a:pt x="520558" y="846480"/>
                  </a:moveTo>
                  <a:lnTo>
                    <a:pt x="580330" y="854755"/>
                  </a:lnTo>
                  <a:lnTo>
                    <a:pt x="599156" y="861686"/>
                  </a:lnTo>
                  <a:close/>
                  <a:moveTo>
                    <a:pt x="638591" y="880065"/>
                  </a:moveTo>
                  <a:lnTo>
                    <a:pt x="663410" y="886722"/>
                  </a:lnTo>
                  <a:lnTo>
                    <a:pt x="735780" y="878643"/>
                  </a:lnTo>
                  <a:close/>
                  <a:moveTo>
                    <a:pt x="1950202" y="2353929"/>
                  </a:moveTo>
                  <a:lnTo>
                    <a:pt x="1928996" y="2426766"/>
                  </a:lnTo>
                  <a:lnTo>
                    <a:pt x="2006885" y="2396522"/>
                  </a:lnTo>
                  <a:close/>
                  <a:moveTo>
                    <a:pt x="992822" y="1274318"/>
                  </a:moveTo>
                  <a:lnTo>
                    <a:pt x="987936" y="1264098"/>
                  </a:lnTo>
                  <a:lnTo>
                    <a:pt x="987067" y="1275755"/>
                  </a:lnTo>
                  <a:close/>
                  <a:moveTo>
                    <a:pt x="992822" y="1274318"/>
                  </a:moveTo>
                  <a:lnTo>
                    <a:pt x="994555" y="1275755"/>
                  </a:lnTo>
                  <a:lnTo>
                    <a:pt x="987936" y="1264098"/>
                  </a:lnTo>
                  <a:close/>
                  <a:moveTo>
                    <a:pt x="917572" y="1074719"/>
                  </a:moveTo>
                  <a:lnTo>
                    <a:pt x="914446" y="1052786"/>
                  </a:lnTo>
                  <a:lnTo>
                    <a:pt x="848605" y="990673"/>
                  </a:lnTo>
                  <a:close/>
                  <a:moveTo>
                    <a:pt x="848605" y="990673"/>
                  </a:moveTo>
                  <a:lnTo>
                    <a:pt x="782110" y="1029109"/>
                  </a:lnTo>
                  <a:lnTo>
                    <a:pt x="917572" y="1074719"/>
                  </a:lnTo>
                  <a:close/>
                  <a:moveTo>
                    <a:pt x="917572" y="1074719"/>
                  </a:moveTo>
                  <a:lnTo>
                    <a:pt x="923601" y="1072889"/>
                  </a:lnTo>
                  <a:lnTo>
                    <a:pt x="914446" y="1052786"/>
                  </a:lnTo>
                  <a:close/>
                  <a:moveTo>
                    <a:pt x="714696" y="918284"/>
                  </a:moveTo>
                  <a:lnTo>
                    <a:pt x="774104" y="1021929"/>
                  </a:lnTo>
                  <a:lnTo>
                    <a:pt x="792476" y="915643"/>
                  </a:lnTo>
                  <a:close/>
                  <a:moveTo>
                    <a:pt x="792476" y="915643"/>
                  </a:moveTo>
                  <a:lnTo>
                    <a:pt x="774104" y="1021929"/>
                  </a:lnTo>
                  <a:lnTo>
                    <a:pt x="823464" y="908458"/>
                  </a:lnTo>
                  <a:close/>
                  <a:moveTo>
                    <a:pt x="823464" y="908458"/>
                  </a:moveTo>
                  <a:lnTo>
                    <a:pt x="782110" y="1029109"/>
                  </a:lnTo>
                  <a:lnTo>
                    <a:pt x="848605" y="990673"/>
                  </a:lnTo>
                  <a:close/>
                  <a:moveTo>
                    <a:pt x="588535" y="860168"/>
                  </a:moveTo>
                  <a:lnTo>
                    <a:pt x="663410" y="886722"/>
                  </a:lnTo>
                  <a:lnTo>
                    <a:pt x="604135" y="864680"/>
                  </a:lnTo>
                  <a:close/>
                  <a:moveTo>
                    <a:pt x="714696" y="918284"/>
                  </a:moveTo>
                  <a:lnTo>
                    <a:pt x="663410" y="886722"/>
                  </a:lnTo>
                  <a:lnTo>
                    <a:pt x="588535" y="860168"/>
                  </a:lnTo>
                  <a:close/>
                  <a:moveTo>
                    <a:pt x="714696" y="918284"/>
                  </a:moveTo>
                  <a:lnTo>
                    <a:pt x="735780" y="878643"/>
                  </a:lnTo>
                  <a:lnTo>
                    <a:pt x="663410" y="886722"/>
                  </a:lnTo>
                  <a:close/>
                  <a:moveTo>
                    <a:pt x="580330" y="854755"/>
                  </a:moveTo>
                  <a:lnTo>
                    <a:pt x="553059" y="864680"/>
                  </a:lnTo>
                  <a:lnTo>
                    <a:pt x="588535" y="860168"/>
                  </a:lnTo>
                  <a:close/>
                  <a:moveTo>
                    <a:pt x="588535" y="860168"/>
                  </a:moveTo>
                  <a:lnTo>
                    <a:pt x="604135" y="864680"/>
                  </a:lnTo>
                  <a:lnTo>
                    <a:pt x="580330" y="854755"/>
                  </a:lnTo>
                  <a:close/>
                  <a:moveTo>
                    <a:pt x="1339110" y="1310699"/>
                  </a:moveTo>
                  <a:lnTo>
                    <a:pt x="1241794" y="1401749"/>
                  </a:lnTo>
                  <a:lnTo>
                    <a:pt x="1294202" y="1363312"/>
                  </a:lnTo>
                  <a:close/>
                  <a:moveTo>
                    <a:pt x="1339110" y="1310699"/>
                  </a:moveTo>
                  <a:lnTo>
                    <a:pt x="1295221" y="1361808"/>
                  </a:lnTo>
                  <a:lnTo>
                    <a:pt x="1241794" y="1401749"/>
                  </a:lnTo>
                  <a:close/>
                  <a:moveTo>
                    <a:pt x="816461" y="826243"/>
                  </a:moveTo>
                  <a:lnTo>
                    <a:pt x="901770" y="887381"/>
                  </a:lnTo>
                  <a:lnTo>
                    <a:pt x="887749" y="798687"/>
                  </a:lnTo>
                  <a:close/>
                  <a:moveTo>
                    <a:pt x="830073" y="705591"/>
                  </a:moveTo>
                  <a:lnTo>
                    <a:pt x="887749" y="798687"/>
                  </a:lnTo>
                  <a:lnTo>
                    <a:pt x="898161" y="776696"/>
                  </a:lnTo>
                  <a:close/>
                  <a:moveTo>
                    <a:pt x="816461" y="826243"/>
                  </a:moveTo>
                  <a:lnTo>
                    <a:pt x="887749" y="798687"/>
                  </a:lnTo>
                  <a:lnTo>
                    <a:pt x="830073" y="705591"/>
                  </a:lnTo>
                  <a:close/>
                  <a:moveTo>
                    <a:pt x="1676695" y="1736903"/>
                  </a:moveTo>
                  <a:lnTo>
                    <a:pt x="1661738" y="1794698"/>
                  </a:lnTo>
                  <a:lnTo>
                    <a:pt x="1669274" y="1774388"/>
                  </a:lnTo>
                  <a:close/>
                  <a:moveTo>
                    <a:pt x="2101520" y="2079901"/>
                  </a:moveTo>
                  <a:lnTo>
                    <a:pt x="2083630" y="2143734"/>
                  </a:lnTo>
                  <a:lnTo>
                    <a:pt x="2189850" y="2168775"/>
                  </a:lnTo>
                  <a:close/>
                  <a:moveTo>
                    <a:pt x="2046015" y="2103248"/>
                  </a:moveTo>
                  <a:lnTo>
                    <a:pt x="2083630" y="2143734"/>
                  </a:lnTo>
                  <a:lnTo>
                    <a:pt x="2101520" y="2079901"/>
                  </a:lnTo>
                  <a:close/>
                  <a:moveTo>
                    <a:pt x="1723363" y="1696182"/>
                  </a:moveTo>
                  <a:lnTo>
                    <a:pt x="1676695" y="1736903"/>
                  </a:lnTo>
                  <a:lnTo>
                    <a:pt x="1669274" y="1774388"/>
                  </a:lnTo>
                  <a:close/>
                  <a:moveTo>
                    <a:pt x="1339110" y="1310699"/>
                  </a:moveTo>
                  <a:lnTo>
                    <a:pt x="1399638" y="1325544"/>
                  </a:lnTo>
                  <a:lnTo>
                    <a:pt x="1414542" y="1314068"/>
                  </a:lnTo>
                  <a:close/>
                  <a:moveTo>
                    <a:pt x="1431852" y="959578"/>
                  </a:moveTo>
                  <a:lnTo>
                    <a:pt x="1429232" y="938591"/>
                  </a:lnTo>
                  <a:lnTo>
                    <a:pt x="1353969" y="962304"/>
                  </a:lnTo>
                  <a:close/>
                  <a:moveTo>
                    <a:pt x="1431852" y="959578"/>
                  </a:moveTo>
                  <a:lnTo>
                    <a:pt x="1441144" y="957579"/>
                  </a:lnTo>
                  <a:lnTo>
                    <a:pt x="1429232" y="938591"/>
                  </a:lnTo>
                  <a:close/>
                  <a:moveTo>
                    <a:pt x="1832196" y="1394031"/>
                  </a:moveTo>
                  <a:lnTo>
                    <a:pt x="1881583" y="1336784"/>
                  </a:lnTo>
                  <a:lnTo>
                    <a:pt x="1845564" y="1380555"/>
                  </a:lnTo>
                  <a:close/>
                  <a:moveTo>
                    <a:pt x="1181964" y="440996"/>
                  </a:moveTo>
                  <a:lnTo>
                    <a:pt x="1101633" y="445711"/>
                  </a:lnTo>
                  <a:lnTo>
                    <a:pt x="1209976" y="460941"/>
                  </a:lnTo>
                  <a:close/>
                  <a:moveTo>
                    <a:pt x="1893740" y="1326901"/>
                  </a:moveTo>
                  <a:lnTo>
                    <a:pt x="2008548" y="1294156"/>
                  </a:lnTo>
                  <a:lnTo>
                    <a:pt x="1897365" y="1223861"/>
                  </a:lnTo>
                  <a:close/>
                  <a:moveTo>
                    <a:pt x="1826938" y="1220525"/>
                  </a:moveTo>
                  <a:lnTo>
                    <a:pt x="1887612" y="1131699"/>
                  </a:lnTo>
                  <a:lnTo>
                    <a:pt x="1781690" y="1157219"/>
                  </a:lnTo>
                  <a:close/>
                  <a:moveTo>
                    <a:pt x="1698396" y="1164343"/>
                  </a:moveTo>
                  <a:lnTo>
                    <a:pt x="1781690" y="1157219"/>
                  </a:lnTo>
                  <a:lnTo>
                    <a:pt x="1764127" y="1139530"/>
                  </a:lnTo>
                  <a:close/>
                  <a:moveTo>
                    <a:pt x="1781690" y="1157219"/>
                  </a:moveTo>
                  <a:lnTo>
                    <a:pt x="1887612" y="1131699"/>
                  </a:lnTo>
                  <a:lnTo>
                    <a:pt x="1828416" y="1101238"/>
                  </a:lnTo>
                  <a:close/>
                  <a:moveTo>
                    <a:pt x="1282560" y="559397"/>
                  </a:moveTo>
                  <a:lnTo>
                    <a:pt x="1363298" y="540328"/>
                  </a:lnTo>
                  <a:lnTo>
                    <a:pt x="1303827" y="502607"/>
                  </a:lnTo>
                  <a:close/>
                  <a:moveTo>
                    <a:pt x="1282560" y="559397"/>
                  </a:moveTo>
                  <a:lnTo>
                    <a:pt x="1303827" y="502607"/>
                  </a:lnTo>
                  <a:lnTo>
                    <a:pt x="1242826" y="491608"/>
                  </a:lnTo>
                  <a:close/>
                  <a:moveTo>
                    <a:pt x="1148666" y="507566"/>
                  </a:moveTo>
                  <a:lnTo>
                    <a:pt x="1242826" y="491608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292971" y="492589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303827" y="502607"/>
                  </a:lnTo>
                  <a:lnTo>
                    <a:pt x="1292971" y="492589"/>
                  </a:lnTo>
                  <a:close/>
                  <a:moveTo>
                    <a:pt x="2152071" y="1338158"/>
                  </a:moveTo>
                  <a:lnTo>
                    <a:pt x="2105529" y="1275905"/>
                  </a:lnTo>
                  <a:lnTo>
                    <a:pt x="2060398" y="1352096"/>
                  </a:lnTo>
                  <a:close/>
                  <a:moveTo>
                    <a:pt x="2152071" y="1338158"/>
                  </a:moveTo>
                  <a:lnTo>
                    <a:pt x="2183420" y="1273172"/>
                  </a:lnTo>
                  <a:lnTo>
                    <a:pt x="2105529" y="1275905"/>
                  </a:lnTo>
                  <a:close/>
                  <a:moveTo>
                    <a:pt x="1379099" y="541504"/>
                  </a:moveTo>
                  <a:lnTo>
                    <a:pt x="1386031" y="551845"/>
                  </a:lnTo>
                  <a:lnTo>
                    <a:pt x="1363298" y="540328"/>
                  </a:lnTo>
                  <a:close/>
                  <a:moveTo>
                    <a:pt x="2007932" y="848153"/>
                  </a:moveTo>
                  <a:lnTo>
                    <a:pt x="1970375" y="803833"/>
                  </a:lnTo>
                  <a:lnTo>
                    <a:pt x="2013298" y="889925"/>
                  </a:lnTo>
                  <a:close/>
                  <a:moveTo>
                    <a:pt x="2013298" y="889925"/>
                  </a:moveTo>
                  <a:lnTo>
                    <a:pt x="1970375" y="803833"/>
                  </a:lnTo>
                  <a:lnTo>
                    <a:pt x="1908678" y="814295"/>
                  </a:lnTo>
                  <a:close/>
                  <a:moveTo>
                    <a:pt x="2013298" y="889925"/>
                  </a:moveTo>
                  <a:lnTo>
                    <a:pt x="1908678" y="814295"/>
                  </a:lnTo>
                  <a:lnTo>
                    <a:pt x="1942185" y="887147"/>
                  </a:lnTo>
                  <a:close/>
                  <a:moveTo>
                    <a:pt x="2013298" y="889925"/>
                  </a:moveTo>
                  <a:lnTo>
                    <a:pt x="2033908" y="886048"/>
                  </a:lnTo>
                  <a:lnTo>
                    <a:pt x="2007932" y="848153"/>
                  </a:lnTo>
                  <a:close/>
                  <a:moveTo>
                    <a:pt x="1985532" y="764405"/>
                  </a:moveTo>
                  <a:lnTo>
                    <a:pt x="1875373" y="760055"/>
                  </a:lnTo>
                  <a:lnTo>
                    <a:pt x="1908678" y="814295"/>
                  </a:lnTo>
                  <a:close/>
                  <a:moveTo>
                    <a:pt x="2154478" y="902204"/>
                  </a:moveTo>
                  <a:lnTo>
                    <a:pt x="2118101" y="865314"/>
                  </a:lnTo>
                  <a:lnTo>
                    <a:pt x="2033908" y="886048"/>
                  </a:lnTo>
                  <a:close/>
                  <a:moveTo>
                    <a:pt x="2118101" y="865314"/>
                  </a:moveTo>
                  <a:lnTo>
                    <a:pt x="2007932" y="848153"/>
                  </a:lnTo>
                  <a:lnTo>
                    <a:pt x="2033908" y="886048"/>
                  </a:lnTo>
                  <a:close/>
                  <a:moveTo>
                    <a:pt x="2009728" y="792736"/>
                  </a:moveTo>
                  <a:lnTo>
                    <a:pt x="2007932" y="848153"/>
                  </a:lnTo>
                  <a:lnTo>
                    <a:pt x="2118101" y="865314"/>
                  </a:lnTo>
                  <a:close/>
                  <a:moveTo>
                    <a:pt x="2118101" y="865314"/>
                  </a:moveTo>
                  <a:lnTo>
                    <a:pt x="2192387" y="865513"/>
                  </a:lnTo>
                  <a:lnTo>
                    <a:pt x="2184604" y="771749"/>
                  </a:lnTo>
                  <a:close/>
                  <a:moveTo>
                    <a:pt x="1970375" y="803833"/>
                  </a:moveTo>
                  <a:lnTo>
                    <a:pt x="2007932" y="848153"/>
                  </a:lnTo>
                  <a:lnTo>
                    <a:pt x="2009728" y="792736"/>
                  </a:lnTo>
                  <a:close/>
                  <a:moveTo>
                    <a:pt x="1756378" y="276967"/>
                  </a:moveTo>
                  <a:lnTo>
                    <a:pt x="1687136" y="310542"/>
                  </a:lnTo>
                  <a:lnTo>
                    <a:pt x="1763159" y="275102"/>
                  </a:lnTo>
                  <a:close/>
                  <a:moveTo>
                    <a:pt x="1763159" y="275102"/>
                  </a:moveTo>
                  <a:lnTo>
                    <a:pt x="1687136" y="310542"/>
                  </a:lnTo>
                  <a:lnTo>
                    <a:pt x="1660230" y="384130"/>
                  </a:lnTo>
                  <a:close/>
                  <a:moveTo>
                    <a:pt x="1763159" y="275102"/>
                  </a:moveTo>
                  <a:lnTo>
                    <a:pt x="1660230" y="384130"/>
                  </a:lnTo>
                  <a:lnTo>
                    <a:pt x="1698103" y="310526"/>
                  </a:lnTo>
                  <a:close/>
                  <a:moveTo>
                    <a:pt x="1695808" y="189891"/>
                  </a:moveTo>
                  <a:lnTo>
                    <a:pt x="1687136" y="310542"/>
                  </a:lnTo>
                  <a:lnTo>
                    <a:pt x="1761513" y="268945"/>
                  </a:lnTo>
                  <a:close/>
                  <a:moveTo>
                    <a:pt x="1761513" y="268945"/>
                  </a:moveTo>
                  <a:lnTo>
                    <a:pt x="1687136" y="310542"/>
                  </a:lnTo>
                  <a:lnTo>
                    <a:pt x="1756378" y="276967"/>
                  </a:lnTo>
                  <a:close/>
                  <a:moveTo>
                    <a:pt x="2211214" y="765397"/>
                  </a:moveTo>
                  <a:lnTo>
                    <a:pt x="2331823" y="809175"/>
                  </a:lnTo>
                  <a:lnTo>
                    <a:pt x="2283736" y="726960"/>
                  </a:lnTo>
                  <a:close/>
                  <a:moveTo>
                    <a:pt x="1893232" y="482766"/>
                  </a:moveTo>
                  <a:lnTo>
                    <a:pt x="1936363" y="491512"/>
                  </a:lnTo>
                  <a:lnTo>
                    <a:pt x="2017008" y="451682"/>
                  </a:lnTo>
                  <a:close/>
                  <a:moveTo>
                    <a:pt x="1956852" y="441972"/>
                  </a:moveTo>
                  <a:lnTo>
                    <a:pt x="1893232" y="482766"/>
                  </a:lnTo>
                  <a:lnTo>
                    <a:pt x="2017008" y="451682"/>
                  </a:lnTo>
                  <a:close/>
                  <a:moveTo>
                    <a:pt x="1761513" y="268945"/>
                  </a:moveTo>
                  <a:lnTo>
                    <a:pt x="1814369" y="272106"/>
                  </a:lnTo>
                  <a:lnTo>
                    <a:pt x="1807664" y="151454"/>
                  </a:lnTo>
                  <a:close/>
                  <a:moveTo>
                    <a:pt x="2278173" y="644745"/>
                  </a:moveTo>
                  <a:lnTo>
                    <a:pt x="2283736" y="726960"/>
                  </a:lnTo>
                  <a:lnTo>
                    <a:pt x="2331775" y="688524"/>
                  </a:lnTo>
                  <a:close/>
                  <a:moveTo>
                    <a:pt x="2328814" y="606308"/>
                  </a:moveTo>
                  <a:lnTo>
                    <a:pt x="2284588" y="616148"/>
                  </a:lnTo>
                  <a:lnTo>
                    <a:pt x="2278173" y="644745"/>
                  </a:lnTo>
                  <a:close/>
                  <a:moveTo>
                    <a:pt x="1807664" y="151454"/>
                  </a:moveTo>
                  <a:lnTo>
                    <a:pt x="1879954" y="217920"/>
                  </a:lnTo>
                  <a:lnTo>
                    <a:pt x="1897074" y="113018"/>
                  </a:lnTo>
                  <a:close/>
                  <a:moveTo>
                    <a:pt x="2118357" y="336750"/>
                  </a:moveTo>
                  <a:lnTo>
                    <a:pt x="2106008" y="359663"/>
                  </a:lnTo>
                  <a:lnTo>
                    <a:pt x="2127610" y="257031"/>
                  </a:lnTo>
                  <a:close/>
                  <a:moveTo>
                    <a:pt x="2074417" y="0"/>
                  </a:moveTo>
                  <a:lnTo>
                    <a:pt x="1984228" y="12730"/>
                  </a:lnTo>
                  <a:lnTo>
                    <a:pt x="2090511" y="17436"/>
                  </a:lnTo>
                  <a:close/>
                  <a:moveTo>
                    <a:pt x="2038867" y="68401"/>
                  </a:moveTo>
                  <a:lnTo>
                    <a:pt x="2090511" y="17436"/>
                  </a:lnTo>
                  <a:lnTo>
                    <a:pt x="2027799" y="61623"/>
                  </a:lnTo>
                  <a:close/>
                  <a:moveTo>
                    <a:pt x="2038867" y="68401"/>
                  </a:moveTo>
                  <a:lnTo>
                    <a:pt x="2126132" y="58047"/>
                  </a:lnTo>
                  <a:lnTo>
                    <a:pt x="2090511" y="1743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12" name="Candidate_density__2111">
              <a:extLst>
                <a:ext uri="{FF2B5EF4-FFF2-40B4-BE49-F238E27FC236}">
                  <a16:creationId xmlns:a16="http://schemas.microsoft.com/office/drawing/2014/main" id="{70C72CBE-FBBB-5ECA-8885-B423FAE7FBF2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906152"/>
              <a:ext cx="2584609" cy="2098000"/>
            </a:xfrm>
            <a:custGeom>
              <a:avLst/>
              <a:gdLst/>
              <a:ahLst/>
              <a:cxnLst/>
              <a:rect l="0" t="0" r="0" b="0"/>
              <a:pathLst>
                <a:path w="2584609" h="2098000">
                  <a:moveTo>
                    <a:pt x="83157" y="1222197"/>
                  </a:moveTo>
                  <a:lnTo>
                    <a:pt x="0" y="1189942"/>
                  </a:lnTo>
                  <a:lnTo>
                    <a:pt x="19630" y="1199883"/>
                  </a:lnTo>
                  <a:close/>
                  <a:moveTo>
                    <a:pt x="619998" y="1886646"/>
                  </a:moveTo>
                  <a:lnTo>
                    <a:pt x="623406" y="1894875"/>
                  </a:lnTo>
                  <a:lnTo>
                    <a:pt x="637859" y="1902846"/>
                  </a:lnTo>
                  <a:close/>
                  <a:moveTo>
                    <a:pt x="719817" y="1930616"/>
                  </a:moveTo>
                  <a:lnTo>
                    <a:pt x="623406" y="1894875"/>
                  </a:lnTo>
                  <a:lnTo>
                    <a:pt x="668987" y="1918410"/>
                  </a:lnTo>
                  <a:close/>
                  <a:moveTo>
                    <a:pt x="719817" y="1930616"/>
                  </a:moveTo>
                  <a:lnTo>
                    <a:pt x="637859" y="1902846"/>
                  </a:lnTo>
                  <a:lnTo>
                    <a:pt x="623406" y="1894875"/>
                  </a:lnTo>
                  <a:close/>
                  <a:moveTo>
                    <a:pt x="179015" y="1311141"/>
                  </a:moveTo>
                  <a:lnTo>
                    <a:pt x="180087" y="1312271"/>
                  </a:lnTo>
                  <a:lnTo>
                    <a:pt x="182408" y="1314622"/>
                  </a:lnTo>
                  <a:close/>
                  <a:moveTo>
                    <a:pt x="179015" y="1311141"/>
                  </a:moveTo>
                  <a:lnTo>
                    <a:pt x="91248" y="1228926"/>
                  </a:lnTo>
                  <a:lnTo>
                    <a:pt x="129501" y="1253304"/>
                  </a:lnTo>
                  <a:close/>
                  <a:moveTo>
                    <a:pt x="797974" y="1944172"/>
                  </a:moveTo>
                  <a:lnTo>
                    <a:pt x="922685" y="1916588"/>
                  </a:lnTo>
                  <a:lnTo>
                    <a:pt x="842398" y="1895066"/>
                  </a:lnTo>
                  <a:close/>
                  <a:moveTo>
                    <a:pt x="637859" y="1902846"/>
                  </a:moveTo>
                  <a:lnTo>
                    <a:pt x="719817" y="1930616"/>
                  </a:lnTo>
                  <a:lnTo>
                    <a:pt x="771885" y="1910089"/>
                  </a:lnTo>
                  <a:close/>
                  <a:moveTo>
                    <a:pt x="91248" y="1228926"/>
                  </a:moveTo>
                  <a:lnTo>
                    <a:pt x="179015" y="1311141"/>
                  </a:lnTo>
                  <a:lnTo>
                    <a:pt x="92799" y="1222550"/>
                  </a:lnTo>
                  <a:close/>
                  <a:moveTo>
                    <a:pt x="83157" y="1222197"/>
                  </a:moveTo>
                  <a:lnTo>
                    <a:pt x="91248" y="1228926"/>
                  </a:lnTo>
                  <a:lnTo>
                    <a:pt x="92799" y="1222550"/>
                  </a:lnTo>
                  <a:close/>
                  <a:moveTo>
                    <a:pt x="1084402" y="2027362"/>
                  </a:moveTo>
                  <a:lnTo>
                    <a:pt x="1001178" y="1994858"/>
                  </a:lnTo>
                  <a:lnTo>
                    <a:pt x="1036937" y="2065097"/>
                  </a:lnTo>
                  <a:close/>
                  <a:moveTo>
                    <a:pt x="1036937" y="2065097"/>
                  </a:moveTo>
                  <a:lnTo>
                    <a:pt x="1105056" y="2041130"/>
                  </a:lnTo>
                  <a:lnTo>
                    <a:pt x="1084402" y="2027362"/>
                  </a:lnTo>
                  <a:close/>
                  <a:moveTo>
                    <a:pt x="922685" y="1916588"/>
                  </a:moveTo>
                  <a:lnTo>
                    <a:pt x="939502" y="1819669"/>
                  </a:lnTo>
                  <a:lnTo>
                    <a:pt x="939968" y="1809774"/>
                  </a:lnTo>
                  <a:close/>
                  <a:moveTo>
                    <a:pt x="893723" y="1871759"/>
                  </a:moveTo>
                  <a:lnTo>
                    <a:pt x="922685" y="1916588"/>
                  </a:lnTo>
                  <a:lnTo>
                    <a:pt x="939968" y="1809774"/>
                  </a:lnTo>
                  <a:close/>
                  <a:moveTo>
                    <a:pt x="842398" y="1895066"/>
                  </a:moveTo>
                  <a:lnTo>
                    <a:pt x="922685" y="1916588"/>
                  </a:lnTo>
                  <a:lnTo>
                    <a:pt x="893723" y="1871759"/>
                  </a:lnTo>
                  <a:close/>
                  <a:moveTo>
                    <a:pt x="322314" y="1190489"/>
                  </a:moveTo>
                  <a:lnTo>
                    <a:pt x="304200" y="1171869"/>
                  </a:lnTo>
                  <a:lnTo>
                    <a:pt x="362654" y="1216013"/>
                  </a:lnTo>
                  <a:close/>
                  <a:moveTo>
                    <a:pt x="322314" y="1190489"/>
                  </a:moveTo>
                  <a:lnTo>
                    <a:pt x="307427" y="1072983"/>
                  </a:lnTo>
                  <a:lnTo>
                    <a:pt x="304200" y="1171869"/>
                  </a:lnTo>
                  <a:close/>
                  <a:moveTo>
                    <a:pt x="1072067" y="1872581"/>
                  </a:moveTo>
                  <a:lnTo>
                    <a:pt x="1091867" y="1891989"/>
                  </a:lnTo>
                  <a:lnTo>
                    <a:pt x="1152472" y="1967898"/>
                  </a:lnTo>
                  <a:close/>
                  <a:moveTo>
                    <a:pt x="939968" y="1809774"/>
                  </a:moveTo>
                  <a:lnTo>
                    <a:pt x="952494" y="1709016"/>
                  </a:lnTo>
                  <a:lnTo>
                    <a:pt x="932960" y="1689122"/>
                  </a:lnTo>
                  <a:close/>
                  <a:moveTo>
                    <a:pt x="952494" y="1709016"/>
                  </a:moveTo>
                  <a:lnTo>
                    <a:pt x="921286" y="1634295"/>
                  </a:lnTo>
                  <a:lnTo>
                    <a:pt x="932960" y="1689122"/>
                  </a:lnTo>
                  <a:close/>
                  <a:moveTo>
                    <a:pt x="1268784" y="2034022"/>
                  </a:moveTo>
                  <a:lnTo>
                    <a:pt x="1258831" y="2017982"/>
                  </a:lnTo>
                  <a:lnTo>
                    <a:pt x="1152472" y="1967898"/>
                  </a:lnTo>
                  <a:close/>
                  <a:moveTo>
                    <a:pt x="1258831" y="2017982"/>
                  </a:moveTo>
                  <a:lnTo>
                    <a:pt x="1318809" y="1979546"/>
                  </a:lnTo>
                  <a:lnTo>
                    <a:pt x="1200580" y="1967870"/>
                  </a:lnTo>
                  <a:close/>
                  <a:moveTo>
                    <a:pt x="1419277" y="2013025"/>
                  </a:moveTo>
                  <a:lnTo>
                    <a:pt x="1384446" y="2098000"/>
                  </a:lnTo>
                  <a:lnTo>
                    <a:pt x="1490119" y="1999235"/>
                  </a:lnTo>
                  <a:close/>
                  <a:moveTo>
                    <a:pt x="987227" y="1524692"/>
                  </a:moveTo>
                  <a:lnTo>
                    <a:pt x="966498" y="1434791"/>
                  </a:lnTo>
                  <a:lnTo>
                    <a:pt x="998592" y="1404040"/>
                  </a:lnTo>
                  <a:close/>
                  <a:moveTo>
                    <a:pt x="1497223" y="1969489"/>
                  </a:moveTo>
                  <a:lnTo>
                    <a:pt x="1419277" y="2013025"/>
                  </a:lnTo>
                  <a:lnTo>
                    <a:pt x="1490119" y="1999235"/>
                  </a:lnTo>
                  <a:close/>
                  <a:moveTo>
                    <a:pt x="1497223" y="1969489"/>
                  </a:moveTo>
                  <a:lnTo>
                    <a:pt x="1430410" y="1963215"/>
                  </a:lnTo>
                  <a:lnTo>
                    <a:pt x="1419277" y="2013025"/>
                  </a:lnTo>
                  <a:close/>
                  <a:moveTo>
                    <a:pt x="1497223" y="1969489"/>
                  </a:moveTo>
                  <a:lnTo>
                    <a:pt x="1490119" y="1999235"/>
                  </a:lnTo>
                  <a:lnTo>
                    <a:pt x="1519464" y="1979546"/>
                  </a:lnTo>
                  <a:close/>
                  <a:moveTo>
                    <a:pt x="1521042" y="1899646"/>
                  </a:moveTo>
                  <a:lnTo>
                    <a:pt x="1578872" y="1863610"/>
                  </a:lnTo>
                  <a:lnTo>
                    <a:pt x="1573062" y="1858894"/>
                  </a:lnTo>
                  <a:close/>
                  <a:moveTo>
                    <a:pt x="1497223" y="1969489"/>
                  </a:moveTo>
                  <a:lnTo>
                    <a:pt x="1554115" y="1959846"/>
                  </a:lnTo>
                  <a:lnTo>
                    <a:pt x="1521042" y="1899646"/>
                  </a:lnTo>
                  <a:close/>
                  <a:moveTo>
                    <a:pt x="941946" y="1317222"/>
                  </a:moveTo>
                  <a:lnTo>
                    <a:pt x="942905" y="1346581"/>
                  </a:lnTo>
                  <a:lnTo>
                    <a:pt x="1060666" y="1381389"/>
                  </a:lnTo>
                  <a:close/>
                  <a:moveTo>
                    <a:pt x="724520" y="872340"/>
                  </a:moveTo>
                  <a:lnTo>
                    <a:pt x="724527" y="872313"/>
                  </a:lnTo>
                  <a:lnTo>
                    <a:pt x="657866" y="901635"/>
                  </a:lnTo>
                  <a:close/>
                  <a:moveTo>
                    <a:pt x="947079" y="998307"/>
                  </a:moveTo>
                  <a:lnTo>
                    <a:pt x="959373" y="1002777"/>
                  </a:lnTo>
                  <a:lnTo>
                    <a:pt x="962670" y="990073"/>
                  </a:lnTo>
                  <a:close/>
                  <a:moveTo>
                    <a:pt x="704796" y="788283"/>
                  </a:moveTo>
                  <a:lnTo>
                    <a:pt x="710658" y="833876"/>
                  </a:lnTo>
                  <a:lnTo>
                    <a:pt x="676161" y="751662"/>
                  </a:lnTo>
                  <a:close/>
                  <a:moveTo>
                    <a:pt x="1433071" y="1560683"/>
                  </a:moveTo>
                  <a:lnTo>
                    <a:pt x="1410441" y="1549584"/>
                  </a:lnTo>
                  <a:lnTo>
                    <a:pt x="1366414" y="1491598"/>
                  </a:lnTo>
                  <a:close/>
                  <a:moveTo>
                    <a:pt x="1528618" y="1543597"/>
                  </a:moveTo>
                  <a:lnTo>
                    <a:pt x="1534294" y="1518789"/>
                  </a:lnTo>
                  <a:lnTo>
                    <a:pt x="1425881" y="1491598"/>
                  </a:lnTo>
                  <a:close/>
                  <a:moveTo>
                    <a:pt x="1576373" y="1465273"/>
                  </a:moveTo>
                  <a:lnTo>
                    <a:pt x="1534294" y="1518789"/>
                  </a:lnTo>
                  <a:lnTo>
                    <a:pt x="1528618" y="1543597"/>
                  </a:lnTo>
                  <a:close/>
                  <a:moveTo>
                    <a:pt x="1576373" y="1465273"/>
                  </a:moveTo>
                  <a:lnTo>
                    <a:pt x="1528618" y="1543597"/>
                  </a:lnTo>
                  <a:lnTo>
                    <a:pt x="1599689" y="1546410"/>
                  </a:lnTo>
                  <a:close/>
                  <a:moveTo>
                    <a:pt x="1242686" y="1294002"/>
                  </a:moveTo>
                  <a:lnTo>
                    <a:pt x="1303462" y="1305184"/>
                  </a:lnTo>
                  <a:lnTo>
                    <a:pt x="1257948" y="1242094"/>
                  </a:lnTo>
                  <a:close/>
                  <a:moveTo>
                    <a:pt x="1303462" y="1305184"/>
                  </a:moveTo>
                  <a:lnTo>
                    <a:pt x="1354402" y="1324363"/>
                  </a:lnTo>
                  <a:lnTo>
                    <a:pt x="1257948" y="1242094"/>
                  </a:lnTo>
                  <a:close/>
                  <a:moveTo>
                    <a:pt x="962670" y="990073"/>
                  </a:moveTo>
                  <a:lnTo>
                    <a:pt x="987549" y="879779"/>
                  </a:lnTo>
                  <a:lnTo>
                    <a:pt x="947079" y="998307"/>
                  </a:lnTo>
                  <a:close/>
                  <a:moveTo>
                    <a:pt x="962670" y="990073"/>
                  </a:moveTo>
                  <a:lnTo>
                    <a:pt x="1054548" y="885902"/>
                  </a:lnTo>
                  <a:lnTo>
                    <a:pt x="987549" y="879779"/>
                  </a:lnTo>
                  <a:close/>
                  <a:moveTo>
                    <a:pt x="1054548" y="885902"/>
                  </a:moveTo>
                  <a:lnTo>
                    <a:pt x="1062626" y="869933"/>
                  </a:lnTo>
                  <a:lnTo>
                    <a:pt x="987530" y="867819"/>
                  </a:lnTo>
                  <a:close/>
                  <a:moveTo>
                    <a:pt x="1054548" y="885902"/>
                  </a:moveTo>
                  <a:lnTo>
                    <a:pt x="1113453" y="898605"/>
                  </a:lnTo>
                  <a:lnTo>
                    <a:pt x="1062626" y="869933"/>
                  </a:lnTo>
                  <a:close/>
                  <a:moveTo>
                    <a:pt x="1137945" y="778601"/>
                  </a:moveTo>
                  <a:lnTo>
                    <a:pt x="1140270" y="676619"/>
                  </a:lnTo>
                  <a:lnTo>
                    <a:pt x="1136729" y="757004"/>
                  </a:lnTo>
                  <a:close/>
                  <a:moveTo>
                    <a:pt x="1136729" y="757004"/>
                  </a:moveTo>
                  <a:lnTo>
                    <a:pt x="1133509" y="674789"/>
                  </a:lnTo>
                  <a:lnTo>
                    <a:pt x="1177118" y="718567"/>
                  </a:lnTo>
                  <a:close/>
                  <a:moveTo>
                    <a:pt x="1941014" y="1494414"/>
                  </a:moveTo>
                  <a:lnTo>
                    <a:pt x="2023291" y="1523375"/>
                  </a:lnTo>
                  <a:lnTo>
                    <a:pt x="1997011" y="1505262"/>
                  </a:lnTo>
                  <a:close/>
                  <a:moveTo>
                    <a:pt x="1556583" y="1171718"/>
                  </a:moveTo>
                  <a:lnTo>
                    <a:pt x="1621754" y="1136727"/>
                  </a:lnTo>
                  <a:lnTo>
                    <a:pt x="1666198" y="1091207"/>
                  </a:lnTo>
                  <a:close/>
                  <a:moveTo>
                    <a:pt x="2085844" y="1542048"/>
                  </a:moveTo>
                  <a:lnTo>
                    <a:pt x="1997011" y="1505262"/>
                  </a:lnTo>
                  <a:lnTo>
                    <a:pt x="2036331" y="1533888"/>
                  </a:lnTo>
                  <a:close/>
                  <a:moveTo>
                    <a:pt x="2085844" y="1542048"/>
                  </a:moveTo>
                  <a:lnTo>
                    <a:pt x="2164848" y="1558773"/>
                  </a:lnTo>
                  <a:lnTo>
                    <a:pt x="2212600" y="1522110"/>
                  </a:lnTo>
                  <a:close/>
                  <a:moveTo>
                    <a:pt x="2244648" y="1578472"/>
                  </a:moveTo>
                  <a:lnTo>
                    <a:pt x="2212600" y="1522110"/>
                  </a:lnTo>
                  <a:lnTo>
                    <a:pt x="2164848" y="1558773"/>
                  </a:lnTo>
                  <a:close/>
                  <a:moveTo>
                    <a:pt x="1969170" y="1227620"/>
                  </a:moveTo>
                  <a:lnTo>
                    <a:pt x="2067950" y="1259944"/>
                  </a:lnTo>
                  <a:lnTo>
                    <a:pt x="1997607" y="1337852"/>
                  </a:lnTo>
                  <a:close/>
                  <a:moveTo>
                    <a:pt x="1906615" y="1134985"/>
                  </a:moveTo>
                  <a:lnTo>
                    <a:pt x="1866041" y="1062353"/>
                  </a:lnTo>
                  <a:lnTo>
                    <a:pt x="1861331" y="1054515"/>
                  </a:lnTo>
                  <a:close/>
                  <a:moveTo>
                    <a:pt x="1930158" y="1238623"/>
                  </a:moveTo>
                  <a:lnTo>
                    <a:pt x="2003726" y="1235024"/>
                  </a:lnTo>
                  <a:lnTo>
                    <a:pt x="1969170" y="1227620"/>
                  </a:lnTo>
                  <a:close/>
                  <a:moveTo>
                    <a:pt x="1593071" y="521043"/>
                  </a:moveTo>
                  <a:lnTo>
                    <a:pt x="1569725" y="469755"/>
                  </a:lnTo>
                  <a:lnTo>
                    <a:pt x="1596704" y="547914"/>
                  </a:lnTo>
                  <a:close/>
                  <a:moveTo>
                    <a:pt x="2217867" y="1326600"/>
                  </a:moveTo>
                  <a:lnTo>
                    <a:pt x="2287864" y="1309647"/>
                  </a:lnTo>
                  <a:lnTo>
                    <a:pt x="2339924" y="1289089"/>
                  </a:lnTo>
                  <a:close/>
                  <a:moveTo>
                    <a:pt x="2410117" y="1311691"/>
                  </a:moveTo>
                  <a:lnTo>
                    <a:pt x="2412030" y="1304757"/>
                  </a:lnTo>
                  <a:lnTo>
                    <a:pt x="2365624" y="1321721"/>
                  </a:lnTo>
                  <a:close/>
                  <a:moveTo>
                    <a:pt x="2181428" y="1076149"/>
                  </a:moveTo>
                  <a:lnTo>
                    <a:pt x="2216109" y="1104823"/>
                  </a:lnTo>
                  <a:lnTo>
                    <a:pt x="2197535" y="1178764"/>
                  </a:lnTo>
                  <a:close/>
                  <a:moveTo>
                    <a:pt x="2412030" y="1304757"/>
                  </a:moveTo>
                  <a:lnTo>
                    <a:pt x="2410117" y="1311691"/>
                  </a:lnTo>
                  <a:lnTo>
                    <a:pt x="2419110" y="1306494"/>
                  </a:lnTo>
                  <a:close/>
                  <a:moveTo>
                    <a:pt x="2499099" y="1326902"/>
                  </a:moveTo>
                  <a:lnTo>
                    <a:pt x="2410117" y="1311691"/>
                  </a:lnTo>
                  <a:lnTo>
                    <a:pt x="2451849" y="1338355"/>
                  </a:lnTo>
                  <a:close/>
                  <a:moveTo>
                    <a:pt x="2499099" y="1326902"/>
                  </a:moveTo>
                  <a:lnTo>
                    <a:pt x="2419110" y="1306494"/>
                  </a:lnTo>
                  <a:lnTo>
                    <a:pt x="2410117" y="1311691"/>
                  </a:lnTo>
                  <a:close/>
                  <a:moveTo>
                    <a:pt x="2412030" y="1304757"/>
                  </a:moveTo>
                  <a:lnTo>
                    <a:pt x="2419110" y="1306494"/>
                  </a:lnTo>
                  <a:lnTo>
                    <a:pt x="2421964" y="1302059"/>
                  </a:lnTo>
                  <a:close/>
                  <a:moveTo>
                    <a:pt x="2512532" y="1289021"/>
                  </a:moveTo>
                  <a:lnTo>
                    <a:pt x="2419110" y="1306494"/>
                  </a:lnTo>
                  <a:lnTo>
                    <a:pt x="2499099" y="1326902"/>
                  </a:lnTo>
                  <a:close/>
                  <a:moveTo>
                    <a:pt x="2512532" y="1289021"/>
                  </a:moveTo>
                  <a:lnTo>
                    <a:pt x="2421964" y="1302059"/>
                  </a:lnTo>
                  <a:lnTo>
                    <a:pt x="2419110" y="1306494"/>
                  </a:lnTo>
                  <a:close/>
                  <a:moveTo>
                    <a:pt x="2421964" y="1302059"/>
                  </a:moveTo>
                  <a:lnTo>
                    <a:pt x="2512532" y="1289021"/>
                  </a:lnTo>
                  <a:lnTo>
                    <a:pt x="2459241" y="1241338"/>
                  </a:lnTo>
                  <a:close/>
                  <a:moveTo>
                    <a:pt x="2512532" y="1289021"/>
                  </a:moveTo>
                  <a:lnTo>
                    <a:pt x="2524291" y="1205889"/>
                  </a:lnTo>
                  <a:lnTo>
                    <a:pt x="2459241" y="1241338"/>
                  </a:lnTo>
                  <a:close/>
                  <a:moveTo>
                    <a:pt x="2580121" y="1294665"/>
                  </a:moveTo>
                  <a:lnTo>
                    <a:pt x="2512532" y="1289021"/>
                  </a:lnTo>
                  <a:lnTo>
                    <a:pt x="2499099" y="1326902"/>
                  </a:lnTo>
                  <a:close/>
                  <a:moveTo>
                    <a:pt x="2584609" y="1190923"/>
                  </a:moveTo>
                  <a:lnTo>
                    <a:pt x="2512532" y="1289021"/>
                  </a:lnTo>
                  <a:lnTo>
                    <a:pt x="2580121" y="1294665"/>
                  </a:lnTo>
                  <a:close/>
                  <a:moveTo>
                    <a:pt x="2100294" y="520063"/>
                  </a:moveTo>
                  <a:lnTo>
                    <a:pt x="2167678" y="570164"/>
                  </a:lnTo>
                  <a:lnTo>
                    <a:pt x="2088203" y="490795"/>
                  </a:lnTo>
                  <a:close/>
                  <a:moveTo>
                    <a:pt x="2074802" y="405734"/>
                  </a:moveTo>
                  <a:lnTo>
                    <a:pt x="2074816" y="424806"/>
                  </a:lnTo>
                  <a:lnTo>
                    <a:pt x="2131377" y="416196"/>
                  </a:lnTo>
                  <a:close/>
                  <a:moveTo>
                    <a:pt x="2087327" y="41177"/>
                  </a:moveTo>
                  <a:lnTo>
                    <a:pt x="2077634" y="99019"/>
                  </a:lnTo>
                  <a:lnTo>
                    <a:pt x="209853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13" name="Candidate_density__2112">
              <a:extLst>
                <a:ext uri="{FF2B5EF4-FFF2-40B4-BE49-F238E27FC236}">
                  <a16:creationId xmlns:a16="http://schemas.microsoft.com/office/drawing/2014/main" id="{E3989F66-136B-1F28-C783-BA7CF362CBFC}"/>
                </a:ext>
              </a:extLst>
            </p:cNvPr>
            <p:cNvSpPr>
              <a:spLocks noGrp="1"/>
            </p:cNvSpPr>
            <p:nvPr/>
          </p:nvSpPr>
          <p:spPr>
            <a:xfrm>
              <a:off x="3597507" y="1906152"/>
              <a:ext cx="2361141" cy="2098000"/>
            </a:xfrm>
            <a:custGeom>
              <a:avLst/>
              <a:gdLst/>
              <a:ahLst/>
              <a:cxnLst/>
              <a:rect l="0" t="0" r="0" b="0"/>
              <a:pathLst>
                <a:path w="2361141" h="2098000">
                  <a:moveTo>
                    <a:pt x="7210" y="1185697"/>
                  </a:moveTo>
                  <a:lnTo>
                    <a:pt x="8091" y="1228926"/>
                  </a:lnTo>
                  <a:lnTo>
                    <a:pt x="0" y="1222197"/>
                  </a:lnTo>
                  <a:close/>
                  <a:moveTo>
                    <a:pt x="186329" y="1361533"/>
                  </a:moveTo>
                  <a:lnTo>
                    <a:pt x="99251" y="1314622"/>
                  </a:lnTo>
                  <a:lnTo>
                    <a:pt x="96930" y="1312271"/>
                  </a:lnTo>
                  <a:close/>
                  <a:moveTo>
                    <a:pt x="636660" y="1930616"/>
                  </a:moveTo>
                  <a:lnTo>
                    <a:pt x="714816" y="1944172"/>
                  </a:lnTo>
                  <a:lnTo>
                    <a:pt x="759241" y="1895066"/>
                  </a:lnTo>
                  <a:close/>
                  <a:moveTo>
                    <a:pt x="688728" y="1910089"/>
                  </a:moveTo>
                  <a:lnTo>
                    <a:pt x="636660" y="1930616"/>
                  </a:lnTo>
                  <a:lnTo>
                    <a:pt x="759241" y="1895066"/>
                  </a:lnTo>
                  <a:close/>
                  <a:moveTo>
                    <a:pt x="1021899" y="2041130"/>
                  </a:moveTo>
                  <a:lnTo>
                    <a:pt x="1052755" y="1981361"/>
                  </a:lnTo>
                  <a:lnTo>
                    <a:pt x="1001245" y="2027362"/>
                  </a:lnTo>
                  <a:close/>
                  <a:moveTo>
                    <a:pt x="688728" y="1910089"/>
                  </a:moveTo>
                  <a:lnTo>
                    <a:pt x="759241" y="1895066"/>
                  </a:lnTo>
                  <a:lnTo>
                    <a:pt x="810566" y="1871759"/>
                  </a:lnTo>
                  <a:close/>
                  <a:moveTo>
                    <a:pt x="856810" y="1809774"/>
                  </a:moveTo>
                  <a:lnTo>
                    <a:pt x="856345" y="1819669"/>
                  </a:lnTo>
                  <a:lnTo>
                    <a:pt x="858135" y="1770954"/>
                  </a:lnTo>
                  <a:close/>
                  <a:moveTo>
                    <a:pt x="224773" y="1069838"/>
                  </a:moveTo>
                  <a:lnTo>
                    <a:pt x="224270" y="1072983"/>
                  </a:lnTo>
                  <a:lnTo>
                    <a:pt x="239157" y="1190489"/>
                  </a:lnTo>
                  <a:close/>
                  <a:moveTo>
                    <a:pt x="209431" y="1108274"/>
                  </a:moveTo>
                  <a:lnTo>
                    <a:pt x="224773" y="1069838"/>
                  </a:lnTo>
                  <a:lnTo>
                    <a:pt x="239157" y="1190489"/>
                  </a:lnTo>
                  <a:close/>
                  <a:moveTo>
                    <a:pt x="858135" y="1770954"/>
                  </a:moveTo>
                  <a:lnTo>
                    <a:pt x="869336" y="1709016"/>
                  </a:lnTo>
                  <a:lnTo>
                    <a:pt x="856810" y="1809774"/>
                  </a:lnTo>
                  <a:close/>
                  <a:moveTo>
                    <a:pt x="838129" y="1634295"/>
                  </a:moveTo>
                  <a:lnTo>
                    <a:pt x="826991" y="1606907"/>
                  </a:lnTo>
                  <a:lnTo>
                    <a:pt x="849803" y="1689122"/>
                  </a:lnTo>
                  <a:close/>
                  <a:moveTo>
                    <a:pt x="838129" y="1634295"/>
                  </a:moveTo>
                  <a:lnTo>
                    <a:pt x="838937" y="1533546"/>
                  </a:lnTo>
                  <a:lnTo>
                    <a:pt x="826991" y="1606907"/>
                  </a:lnTo>
                  <a:close/>
                  <a:moveTo>
                    <a:pt x="1069315" y="1967898"/>
                  </a:moveTo>
                  <a:lnTo>
                    <a:pt x="1175674" y="2017982"/>
                  </a:lnTo>
                  <a:lnTo>
                    <a:pt x="1117423" y="1967870"/>
                  </a:lnTo>
                  <a:close/>
                  <a:moveTo>
                    <a:pt x="1301289" y="2098000"/>
                  </a:moveTo>
                  <a:lnTo>
                    <a:pt x="1369257" y="2073463"/>
                  </a:lnTo>
                  <a:lnTo>
                    <a:pt x="1406962" y="1999235"/>
                  </a:lnTo>
                  <a:close/>
                  <a:moveTo>
                    <a:pt x="858789" y="1317222"/>
                  </a:moveTo>
                  <a:lnTo>
                    <a:pt x="855927" y="1219456"/>
                  </a:lnTo>
                  <a:lnTo>
                    <a:pt x="850871" y="1283388"/>
                  </a:lnTo>
                  <a:close/>
                  <a:moveTo>
                    <a:pt x="855927" y="1219456"/>
                  </a:moveTo>
                  <a:lnTo>
                    <a:pt x="843759" y="1129256"/>
                  </a:lnTo>
                  <a:lnTo>
                    <a:pt x="825400" y="1201174"/>
                  </a:lnTo>
                  <a:close/>
                  <a:moveTo>
                    <a:pt x="574708" y="901635"/>
                  </a:moveTo>
                  <a:lnTo>
                    <a:pt x="522725" y="872313"/>
                  </a:lnTo>
                  <a:lnTo>
                    <a:pt x="525844" y="934142"/>
                  </a:lnTo>
                  <a:close/>
                  <a:moveTo>
                    <a:pt x="844784" y="1118959"/>
                  </a:moveTo>
                  <a:lnTo>
                    <a:pt x="876216" y="1002777"/>
                  </a:lnTo>
                  <a:lnTo>
                    <a:pt x="863922" y="998307"/>
                  </a:lnTo>
                  <a:close/>
                  <a:moveTo>
                    <a:pt x="863922" y="998307"/>
                  </a:moveTo>
                  <a:lnTo>
                    <a:pt x="887698" y="1020675"/>
                  </a:lnTo>
                  <a:lnTo>
                    <a:pt x="844784" y="1118959"/>
                  </a:lnTo>
                  <a:close/>
                  <a:moveTo>
                    <a:pt x="876216" y="1002777"/>
                  </a:moveTo>
                  <a:lnTo>
                    <a:pt x="903116" y="1036743"/>
                  </a:lnTo>
                  <a:lnTo>
                    <a:pt x="879513" y="990073"/>
                  </a:lnTo>
                  <a:close/>
                  <a:moveTo>
                    <a:pt x="507677" y="651016"/>
                  </a:moveTo>
                  <a:lnTo>
                    <a:pt x="594825" y="698190"/>
                  </a:lnTo>
                  <a:lnTo>
                    <a:pt x="561659" y="676362"/>
                  </a:lnTo>
                  <a:close/>
                  <a:moveTo>
                    <a:pt x="1496609" y="1453161"/>
                  </a:moveTo>
                  <a:lnTo>
                    <a:pt x="1451137" y="1518789"/>
                  </a:lnTo>
                  <a:lnTo>
                    <a:pt x="1493216" y="1465273"/>
                  </a:lnTo>
                  <a:close/>
                  <a:moveTo>
                    <a:pt x="946536" y="962006"/>
                  </a:moveTo>
                  <a:lnTo>
                    <a:pt x="971391" y="885902"/>
                  </a:lnTo>
                  <a:lnTo>
                    <a:pt x="879513" y="990073"/>
                  </a:lnTo>
                  <a:close/>
                  <a:moveTo>
                    <a:pt x="904392" y="879779"/>
                  </a:moveTo>
                  <a:lnTo>
                    <a:pt x="971391" y="885902"/>
                  </a:lnTo>
                  <a:lnTo>
                    <a:pt x="904373" y="867819"/>
                  </a:lnTo>
                  <a:close/>
                  <a:moveTo>
                    <a:pt x="1021900" y="813373"/>
                  </a:moveTo>
                  <a:lnTo>
                    <a:pt x="904373" y="867819"/>
                  </a:lnTo>
                  <a:lnTo>
                    <a:pt x="979469" y="869933"/>
                  </a:lnTo>
                  <a:close/>
                  <a:moveTo>
                    <a:pt x="979469" y="869933"/>
                  </a:moveTo>
                  <a:lnTo>
                    <a:pt x="1046073" y="840297"/>
                  </a:lnTo>
                  <a:lnTo>
                    <a:pt x="1021900" y="813373"/>
                  </a:lnTo>
                  <a:close/>
                  <a:moveTo>
                    <a:pt x="1940134" y="1523375"/>
                  </a:moveTo>
                  <a:lnTo>
                    <a:pt x="1953174" y="1533888"/>
                  </a:lnTo>
                  <a:lnTo>
                    <a:pt x="1913854" y="1505262"/>
                  </a:lnTo>
                  <a:close/>
                  <a:moveTo>
                    <a:pt x="1275389" y="709951"/>
                  </a:moveTo>
                  <a:lnTo>
                    <a:pt x="1393425" y="657408"/>
                  </a:lnTo>
                  <a:lnTo>
                    <a:pt x="1321095" y="665636"/>
                  </a:lnTo>
                  <a:close/>
                  <a:moveTo>
                    <a:pt x="2081691" y="1558773"/>
                  </a:moveTo>
                  <a:lnTo>
                    <a:pt x="2002687" y="1542048"/>
                  </a:lnTo>
                  <a:lnTo>
                    <a:pt x="1953174" y="1533888"/>
                  </a:lnTo>
                  <a:close/>
                  <a:moveTo>
                    <a:pt x="1947548" y="1238185"/>
                  </a:moveTo>
                  <a:lnTo>
                    <a:pt x="1984793" y="1259944"/>
                  </a:lnTo>
                  <a:lnTo>
                    <a:pt x="1886013" y="1227620"/>
                  </a:lnTo>
                  <a:close/>
                  <a:moveTo>
                    <a:pt x="1920569" y="1235024"/>
                  </a:moveTo>
                  <a:lnTo>
                    <a:pt x="1947548" y="1238185"/>
                  </a:lnTo>
                  <a:lnTo>
                    <a:pt x="1886013" y="1227620"/>
                  </a:lnTo>
                  <a:close/>
                  <a:moveTo>
                    <a:pt x="1321095" y="665636"/>
                  </a:moveTo>
                  <a:lnTo>
                    <a:pt x="1393425" y="657408"/>
                  </a:lnTo>
                  <a:lnTo>
                    <a:pt x="1407143" y="559479"/>
                  </a:lnTo>
                  <a:close/>
                  <a:moveTo>
                    <a:pt x="1789459" y="1045340"/>
                  </a:moveTo>
                  <a:lnTo>
                    <a:pt x="1782884" y="1062353"/>
                  </a:lnTo>
                  <a:lnTo>
                    <a:pt x="1900853" y="1014333"/>
                  </a:lnTo>
                  <a:close/>
                  <a:moveTo>
                    <a:pt x="2282467" y="1321721"/>
                  </a:moveTo>
                  <a:lnTo>
                    <a:pt x="2328873" y="1304757"/>
                  </a:lnTo>
                  <a:lnTo>
                    <a:pt x="2256767" y="1289089"/>
                  </a:lnTo>
                  <a:close/>
                  <a:moveTo>
                    <a:pt x="2282467" y="1321721"/>
                  </a:moveTo>
                  <a:lnTo>
                    <a:pt x="2256767" y="1289089"/>
                  </a:lnTo>
                  <a:lnTo>
                    <a:pt x="2204707" y="1309647"/>
                  </a:lnTo>
                  <a:close/>
                  <a:moveTo>
                    <a:pt x="2282467" y="1321721"/>
                  </a:moveTo>
                  <a:lnTo>
                    <a:pt x="2361141" y="1337215"/>
                  </a:lnTo>
                  <a:lnTo>
                    <a:pt x="2326960" y="1311691"/>
                  </a:lnTo>
                  <a:close/>
                  <a:moveTo>
                    <a:pt x="2164337" y="1083031"/>
                  </a:moveTo>
                  <a:lnTo>
                    <a:pt x="2098271" y="1076149"/>
                  </a:lnTo>
                  <a:lnTo>
                    <a:pt x="2114378" y="1178764"/>
                  </a:lnTo>
                  <a:close/>
                  <a:moveTo>
                    <a:pt x="1939427" y="932119"/>
                  </a:moveTo>
                  <a:lnTo>
                    <a:pt x="1950247" y="915579"/>
                  </a:lnTo>
                  <a:lnTo>
                    <a:pt x="1927972" y="893682"/>
                  </a:lnTo>
                  <a:close/>
                  <a:moveTo>
                    <a:pt x="1837938" y="766243"/>
                  </a:moveTo>
                  <a:lnTo>
                    <a:pt x="1855929" y="729252"/>
                  </a:lnTo>
                  <a:lnTo>
                    <a:pt x="1822727" y="780916"/>
                  </a:lnTo>
                  <a:close/>
                  <a:moveTo>
                    <a:pt x="1918704" y="645902"/>
                  </a:moveTo>
                  <a:lnTo>
                    <a:pt x="1879374" y="714052"/>
                  </a:lnTo>
                  <a:lnTo>
                    <a:pt x="1998642" y="666118"/>
                  </a:lnTo>
                  <a:close/>
                  <a:moveTo>
                    <a:pt x="1998642" y="666118"/>
                  </a:moveTo>
                  <a:lnTo>
                    <a:pt x="1949247" y="696638"/>
                  </a:lnTo>
                  <a:lnTo>
                    <a:pt x="2060724" y="619572"/>
                  </a:lnTo>
                  <a:close/>
                  <a:moveTo>
                    <a:pt x="2060724" y="619572"/>
                  </a:moveTo>
                  <a:lnTo>
                    <a:pt x="2156022" y="589331"/>
                  </a:lnTo>
                  <a:lnTo>
                    <a:pt x="2081806" y="589075"/>
                  </a:lnTo>
                  <a:close/>
                  <a:moveTo>
                    <a:pt x="2090146" y="282018"/>
                  </a:moveTo>
                  <a:lnTo>
                    <a:pt x="2081464" y="285081"/>
                  </a:lnTo>
                  <a:lnTo>
                    <a:pt x="2086062" y="283903"/>
                  </a:lnTo>
                  <a:close/>
                  <a:moveTo>
                    <a:pt x="2171091" y="323153"/>
                  </a:moveTo>
                  <a:lnTo>
                    <a:pt x="2090146" y="282018"/>
                  </a:lnTo>
                  <a:lnTo>
                    <a:pt x="2088536" y="285081"/>
                  </a:lnTo>
                  <a:close/>
                  <a:moveTo>
                    <a:pt x="2086062" y="283903"/>
                  </a:moveTo>
                  <a:lnTo>
                    <a:pt x="2088536" y="285081"/>
                  </a:lnTo>
                  <a:lnTo>
                    <a:pt x="2090146" y="282018"/>
                  </a:lnTo>
                  <a:close/>
                  <a:moveTo>
                    <a:pt x="2015373" y="0"/>
                  </a:moveTo>
                  <a:lnTo>
                    <a:pt x="2051053" y="1262"/>
                  </a:lnTo>
                  <a:lnTo>
                    <a:pt x="2004170" y="4117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14" name="Candidate_density__2113">
              <a:extLst>
                <a:ext uri="{FF2B5EF4-FFF2-40B4-BE49-F238E27FC236}">
                  <a16:creationId xmlns:a16="http://schemas.microsoft.com/office/drawing/2014/main" id="{882DA8D1-94BF-14B5-A422-C61ABA2C6D6B}"/>
                </a:ext>
              </a:extLst>
            </p:cNvPr>
            <p:cNvSpPr>
              <a:spLocks noGrp="1"/>
            </p:cNvSpPr>
            <p:nvPr/>
          </p:nvSpPr>
          <p:spPr>
            <a:xfrm>
              <a:off x="3818550" y="1631657"/>
              <a:ext cx="2500497" cy="2372495"/>
            </a:xfrm>
            <a:custGeom>
              <a:avLst/>
              <a:gdLst/>
              <a:ahLst/>
              <a:cxnLst/>
              <a:rect l="0" t="0" r="0" b="0"/>
              <a:pathLst>
                <a:path w="2500497" h="2372495">
                  <a:moveTo>
                    <a:pt x="315798" y="2161142"/>
                  </a:moveTo>
                  <a:lnTo>
                    <a:pt x="279547" y="2101520"/>
                  </a:lnTo>
                  <a:lnTo>
                    <a:pt x="319206" y="2169370"/>
                  </a:lnTo>
                  <a:close/>
                  <a:moveTo>
                    <a:pt x="732737" y="2339592"/>
                  </a:moveTo>
                  <a:lnTo>
                    <a:pt x="666458" y="2269020"/>
                  </a:lnTo>
                  <a:lnTo>
                    <a:pt x="664012" y="2287135"/>
                  </a:lnTo>
                  <a:close/>
                  <a:moveTo>
                    <a:pt x="696979" y="2269354"/>
                  </a:moveTo>
                  <a:lnTo>
                    <a:pt x="666458" y="2269020"/>
                  </a:lnTo>
                  <a:lnTo>
                    <a:pt x="732737" y="2339592"/>
                  </a:lnTo>
                  <a:close/>
                  <a:moveTo>
                    <a:pt x="729335" y="2178403"/>
                  </a:moveTo>
                  <a:lnTo>
                    <a:pt x="748916" y="2184882"/>
                  </a:lnTo>
                  <a:lnTo>
                    <a:pt x="831712" y="2255856"/>
                  </a:lnTo>
                  <a:close/>
                  <a:moveTo>
                    <a:pt x="635303" y="2094164"/>
                  </a:moveTo>
                  <a:lnTo>
                    <a:pt x="716480" y="2088761"/>
                  </a:lnTo>
                  <a:lnTo>
                    <a:pt x="637092" y="2045449"/>
                  </a:lnTo>
                  <a:close/>
                  <a:moveTo>
                    <a:pt x="58454" y="1490509"/>
                  </a:moveTo>
                  <a:lnTo>
                    <a:pt x="0" y="1446364"/>
                  </a:lnTo>
                  <a:lnTo>
                    <a:pt x="32594" y="1457275"/>
                  </a:lnTo>
                  <a:close/>
                  <a:moveTo>
                    <a:pt x="637092" y="2045449"/>
                  </a:moveTo>
                  <a:lnTo>
                    <a:pt x="760795" y="2052734"/>
                  </a:lnTo>
                  <a:lnTo>
                    <a:pt x="710666" y="1963617"/>
                  </a:lnTo>
                  <a:close/>
                  <a:moveTo>
                    <a:pt x="716072" y="2062084"/>
                  </a:moveTo>
                  <a:lnTo>
                    <a:pt x="760795" y="2052734"/>
                  </a:lnTo>
                  <a:lnTo>
                    <a:pt x="637092" y="2045449"/>
                  </a:lnTo>
                  <a:close/>
                  <a:moveTo>
                    <a:pt x="710666" y="1963617"/>
                  </a:moveTo>
                  <a:lnTo>
                    <a:pt x="648294" y="1983511"/>
                  </a:lnTo>
                  <a:lnTo>
                    <a:pt x="637092" y="2045449"/>
                  </a:lnTo>
                  <a:close/>
                  <a:moveTo>
                    <a:pt x="954631" y="2292477"/>
                  </a:moveTo>
                  <a:lnTo>
                    <a:pt x="964585" y="2308517"/>
                  </a:lnTo>
                  <a:lnTo>
                    <a:pt x="992824" y="2324294"/>
                  </a:lnTo>
                  <a:close/>
                  <a:moveTo>
                    <a:pt x="1080246" y="2372495"/>
                  </a:moveTo>
                  <a:lnTo>
                    <a:pt x="992824" y="2324294"/>
                  </a:lnTo>
                  <a:lnTo>
                    <a:pt x="964585" y="2308517"/>
                  </a:lnTo>
                  <a:close/>
                  <a:moveTo>
                    <a:pt x="1014609" y="2254041"/>
                  </a:moveTo>
                  <a:lnTo>
                    <a:pt x="954631" y="2292477"/>
                  </a:lnTo>
                  <a:lnTo>
                    <a:pt x="992824" y="2324294"/>
                  </a:lnTo>
                  <a:close/>
                  <a:moveTo>
                    <a:pt x="992824" y="2324294"/>
                  </a:moveTo>
                  <a:lnTo>
                    <a:pt x="1080246" y="2372495"/>
                  </a:lnTo>
                  <a:lnTo>
                    <a:pt x="1115077" y="2287520"/>
                  </a:lnTo>
                  <a:close/>
                  <a:moveTo>
                    <a:pt x="1034469" y="2264798"/>
                  </a:moveTo>
                  <a:lnTo>
                    <a:pt x="992824" y="2324294"/>
                  </a:lnTo>
                  <a:lnTo>
                    <a:pt x="1115077" y="2287520"/>
                  </a:lnTo>
                  <a:close/>
                  <a:moveTo>
                    <a:pt x="1126211" y="2237710"/>
                  </a:moveTo>
                  <a:lnTo>
                    <a:pt x="1193024" y="2243985"/>
                  </a:lnTo>
                  <a:lnTo>
                    <a:pt x="1137805" y="2157293"/>
                  </a:lnTo>
                  <a:close/>
                  <a:moveTo>
                    <a:pt x="1193024" y="2243985"/>
                  </a:moveTo>
                  <a:lnTo>
                    <a:pt x="1216842" y="2174141"/>
                  </a:lnTo>
                  <a:lnTo>
                    <a:pt x="1137805" y="2157293"/>
                  </a:lnTo>
                  <a:close/>
                  <a:moveTo>
                    <a:pt x="1008158" y="1972817"/>
                  </a:moveTo>
                  <a:lnTo>
                    <a:pt x="1046299" y="1968960"/>
                  </a:lnTo>
                  <a:lnTo>
                    <a:pt x="1010676" y="1960635"/>
                  </a:lnTo>
                  <a:close/>
                  <a:moveTo>
                    <a:pt x="996161" y="1968960"/>
                  </a:moveTo>
                  <a:lnTo>
                    <a:pt x="1008158" y="1972817"/>
                  </a:lnTo>
                  <a:lnTo>
                    <a:pt x="1010676" y="1960635"/>
                  </a:lnTo>
                  <a:close/>
                  <a:moveTo>
                    <a:pt x="756466" y="1655884"/>
                  </a:moveTo>
                  <a:lnTo>
                    <a:pt x="638706" y="1621076"/>
                  </a:lnTo>
                  <a:lnTo>
                    <a:pt x="694392" y="1678535"/>
                  </a:lnTo>
                  <a:close/>
                  <a:moveTo>
                    <a:pt x="637747" y="1591717"/>
                  </a:moveTo>
                  <a:lnTo>
                    <a:pt x="738435" y="1570451"/>
                  </a:lnTo>
                  <a:lnTo>
                    <a:pt x="727040" y="1479623"/>
                  </a:lnTo>
                  <a:close/>
                  <a:moveTo>
                    <a:pt x="637747" y="1591717"/>
                  </a:moveTo>
                  <a:lnTo>
                    <a:pt x="727040" y="1479623"/>
                  </a:lnTo>
                  <a:lnTo>
                    <a:pt x="634884" y="1493952"/>
                  </a:lnTo>
                  <a:close/>
                  <a:moveTo>
                    <a:pt x="304801" y="1208637"/>
                  </a:moveTo>
                  <a:lnTo>
                    <a:pt x="379563" y="1267460"/>
                  </a:lnTo>
                  <a:lnTo>
                    <a:pt x="353666" y="1176130"/>
                  </a:lnTo>
                  <a:close/>
                  <a:moveTo>
                    <a:pt x="353666" y="1176130"/>
                  </a:moveTo>
                  <a:lnTo>
                    <a:pt x="379563" y="1267460"/>
                  </a:lnTo>
                  <a:lnTo>
                    <a:pt x="420320" y="1146835"/>
                  </a:lnTo>
                  <a:close/>
                  <a:moveTo>
                    <a:pt x="420320" y="1146835"/>
                  </a:moveTo>
                  <a:lnTo>
                    <a:pt x="332851" y="1103030"/>
                  </a:lnTo>
                  <a:lnTo>
                    <a:pt x="336780" y="1112997"/>
                  </a:lnTo>
                  <a:close/>
                  <a:moveTo>
                    <a:pt x="1228121" y="2115359"/>
                  </a:moveTo>
                  <a:lnTo>
                    <a:pt x="1216842" y="2174141"/>
                  </a:lnTo>
                  <a:lnTo>
                    <a:pt x="1268863" y="2133390"/>
                  </a:lnTo>
                  <a:close/>
                  <a:moveTo>
                    <a:pt x="1228121" y="2115359"/>
                  </a:moveTo>
                  <a:lnTo>
                    <a:pt x="1268863" y="2133390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28121" y="2115359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77425" y="2035775"/>
                  </a:lnTo>
                  <a:lnTo>
                    <a:pt x="1215875" y="1955324"/>
                  </a:lnTo>
                  <a:close/>
                  <a:moveTo>
                    <a:pt x="1277425" y="2035775"/>
                  </a:moveTo>
                  <a:lnTo>
                    <a:pt x="1286718" y="1941534"/>
                  </a:lnTo>
                  <a:lnTo>
                    <a:pt x="1215875" y="1955324"/>
                  </a:lnTo>
                  <a:close/>
                  <a:moveTo>
                    <a:pt x="1106241" y="1824079"/>
                  </a:moveTo>
                  <a:lnTo>
                    <a:pt x="1059252" y="1791685"/>
                  </a:lnTo>
                  <a:lnTo>
                    <a:pt x="1062214" y="1766093"/>
                  </a:lnTo>
                  <a:close/>
                  <a:moveTo>
                    <a:pt x="527405" y="1190587"/>
                  </a:moveTo>
                  <a:lnTo>
                    <a:pt x="420364" y="1146800"/>
                  </a:lnTo>
                  <a:lnTo>
                    <a:pt x="420370" y="1146809"/>
                  </a:lnTo>
                  <a:close/>
                  <a:moveTo>
                    <a:pt x="353666" y="1176130"/>
                  </a:moveTo>
                  <a:lnTo>
                    <a:pt x="420328" y="1146809"/>
                  </a:lnTo>
                  <a:lnTo>
                    <a:pt x="380420" y="1118682"/>
                  </a:lnTo>
                  <a:close/>
                  <a:moveTo>
                    <a:pt x="380420" y="1118682"/>
                  </a:moveTo>
                  <a:lnTo>
                    <a:pt x="420328" y="1146809"/>
                  </a:lnTo>
                  <a:lnTo>
                    <a:pt x="336780" y="1112997"/>
                  </a:lnTo>
                  <a:close/>
                  <a:moveTo>
                    <a:pt x="373782" y="972686"/>
                  </a:moveTo>
                  <a:lnTo>
                    <a:pt x="386258" y="974343"/>
                  </a:lnTo>
                  <a:lnTo>
                    <a:pt x="340616" y="950857"/>
                  </a:lnTo>
                  <a:close/>
                  <a:moveTo>
                    <a:pt x="1224418" y="1818092"/>
                  </a:moveTo>
                  <a:lnTo>
                    <a:pt x="1128871" y="1835178"/>
                  </a:lnTo>
                  <a:lnTo>
                    <a:pt x="1219315" y="1922334"/>
                  </a:lnTo>
                  <a:close/>
                  <a:moveTo>
                    <a:pt x="1288108" y="1926998"/>
                  </a:moveTo>
                  <a:lnTo>
                    <a:pt x="1215875" y="1955324"/>
                  </a:lnTo>
                  <a:lnTo>
                    <a:pt x="1286718" y="1941534"/>
                  </a:lnTo>
                  <a:close/>
                  <a:moveTo>
                    <a:pt x="1288108" y="1926998"/>
                  </a:moveTo>
                  <a:lnTo>
                    <a:pt x="1219315" y="1922334"/>
                  </a:lnTo>
                  <a:lnTo>
                    <a:pt x="1215875" y="1955324"/>
                  </a:lnTo>
                  <a:close/>
                  <a:moveTo>
                    <a:pt x="1219315" y="1922334"/>
                  </a:moveTo>
                  <a:lnTo>
                    <a:pt x="1288108" y="1926998"/>
                  </a:lnTo>
                  <a:lnTo>
                    <a:pt x="1295489" y="1820905"/>
                  </a:lnTo>
                  <a:close/>
                  <a:moveTo>
                    <a:pt x="1219315" y="1922334"/>
                  </a:moveTo>
                  <a:lnTo>
                    <a:pt x="1295489" y="1820905"/>
                  </a:lnTo>
                  <a:lnTo>
                    <a:pt x="1224418" y="1818092"/>
                  </a:lnTo>
                  <a:close/>
                  <a:moveTo>
                    <a:pt x="1128871" y="1835178"/>
                  </a:moveTo>
                  <a:lnTo>
                    <a:pt x="1224418" y="1818092"/>
                  </a:lnTo>
                  <a:lnTo>
                    <a:pt x="1121682" y="1766093"/>
                  </a:lnTo>
                  <a:close/>
                  <a:moveTo>
                    <a:pt x="1095689" y="1661971"/>
                  </a:moveTo>
                  <a:lnTo>
                    <a:pt x="1062963" y="1728076"/>
                  </a:lnTo>
                  <a:lnTo>
                    <a:pt x="1081879" y="1732990"/>
                  </a:lnTo>
                  <a:close/>
                  <a:moveTo>
                    <a:pt x="1012960" y="1668636"/>
                  </a:moveTo>
                  <a:lnTo>
                    <a:pt x="1050202" y="1598858"/>
                  </a:lnTo>
                  <a:lnTo>
                    <a:pt x="999262" y="1579679"/>
                  </a:lnTo>
                  <a:close/>
                  <a:moveTo>
                    <a:pt x="1095689" y="1661971"/>
                  </a:moveTo>
                  <a:lnTo>
                    <a:pt x="1103469" y="1683877"/>
                  </a:lnTo>
                  <a:lnTo>
                    <a:pt x="1050202" y="1598858"/>
                  </a:lnTo>
                  <a:close/>
                  <a:moveTo>
                    <a:pt x="938486" y="1568497"/>
                  </a:moveTo>
                  <a:lnTo>
                    <a:pt x="953749" y="1516589"/>
                  </a:lnTo>
                  <a:lnTo>
                    <a:pt x="909341" y="1492100"/>
                  </a:lnTo>
                  <a:close/>
                  <a:moveTo>
                    <a:pt x="836070" y="951114"/>
                  </a:moveTo>
                  <a:lnTo>
                    <a:pt x="829309" y="949284"/>
                  </a:lnTo>
                  <a:lnTo>
                    <a:pt x="832530" y="1031499"/>
                  </a:lnTo>
                  <a:close/>
                  <a:moveTo>
                    <a:pt x="829309" y="949284"/>
                  </a:moveTo>
                  <a:lnTo>
                    <a:pt x="809080" y="912465"/>
                  </a:lnTo>
                  <a:lnTo>
                    <a:pt x="872918" y="993062"/>
                  </a:lnTo>
                  <a:close/>
                  <a:moveTo>
                    <a:pt x="888223" y="910847"/>
                  </a:moveTo>
                  <a:lnTo>
                    <a:pt x="926535" y="1000441"/>
                  </a:lnTo>
                  <a:lnTo>
                    <a:pt x="978860" y="980871"/>
                  </a:lnTo>
                  <a:close/>
                  <a:moveTo>
                    <a:pt x="1598003" y="1732998"/>
                  </a:moveTo>
                  <a:lnTo>
                    <a:pt x="1600887" y="1754398"/>
                  </a:lnTo>
                  <a:lnTo>
                    <a:pt x="1636815" y="1768909"/>
                  </a:lnTo>
                  <a:close/>
                  <a:moveTo>
                    <a:pt x="1692955" y="1776777"/>
                  </a:moveTo>
                  <a:lnTo>
                    <a:pt x="1636815" y="1768909"/>
                  </a:lnTo>
                  <a:lnTo>
                    <a:pt x="1692811" y="1779757"/>
                  </a:lnTo>
                  <a:close/>
                  <a:moveTo>
                    <a:pt x="1598003" y="1732998"/>
                  </a:moveTo>
                  <a:lnTo>
                    <a:pt x="1636815" y="1768909"/>
                  </a:lnTo>
                  <a:lnTo>
                    <a:pt x="1692955" y="1776777"/>
                  </a:lnTo>
                  <a:close/>
                  <a:moveTo>
                    <a:pt x="1990434" y="1824655"/>
                  </a:moveTo>
                  <a:lnTo>
                    <a:pt x="1971520" y="1835041"/>
                  </a:lnTo>
                  <a:lnTo>
                    <a:pt x="2033587" y="1922543"/>
                  </a:lnTo>
                  <a:close/>
                  <a:moveTo>
                    <a:pt x="2074030" y="1858548"/>
                  </a:moveTo>
                  <a:lnTo>
                    <a:pt x="1990434" y="1824655"/>
                  </a:lnTo>
                  <a:lnTo>
                    <a:pt x="2033587" y="1922543"/>
                  </a:lnTo>
                  <a:close/>
                  <a:moveTo>
                    <a:pt x="1971520" y="1835041"/>
                  </a:moveTo>
                  <a:lnTo>
                    <a:pt x="1981010" y="1820556"/>
                  </a:lnTo>
                  <a:lnTo>
                    <a:pt x="1940448" y="1852967"/>
                  </a:lnTo>
                  <a:close/>
                  <a:moveTo>
                    <a:pt x="1940448" y="1852967"/>
                  </a:moveTo>
                  <a:lnTo>
                    <a:pt x="1981010" y="1820556"/>
                  </a:lnTo>
                  <a:lnTo>
                    <a:pt x="1908401" y="1796605"/>
                  </a:lnTo>
                  <a:close/>
                  <a:moveTo>
                    <a:pt x="1557131" y="1329010"/>
                  </a:moveTo>
                  <a:lnTo>
                    <a:pt x="1597815" y="1407896"/>
                  </a:lnTo>
                  <a:lnTo>
                    <a:pt x="1602416" y="1409480"/>
                  </a:lnTo>
                  <a:close/>
                  <a:moveTo>
                    <a:pt x="1186100" y="833974"/>
                  </a:moveTo>
                  <a:lnTo>
                    <a:pt x="1172383" y="931903"/>
                  </a:lnTo>
                  <a:lnTo>
                    <a:pt x="1195956" y="840309"/>
                  </a:lnTo>
                  <a:close/>
                  <a:moveTo>
                    <a:pt x="1195956" y="840309"/>
                  </a:moveTo>
                  <a:lnTo>
                    <a:pt x="1172383" y="931903"/>
                  </a:lnTo>
                  <a:lnTo>
                    <a:pt x="1272468" y="838699"/>
                  </a:lnTo>
                  <a:close/>
                  <a:moveTo>
                    <a:pt x="1192768" y="792918"/>
                  </a:moveTo>
                  <a:lnTo>
                    <a:pt x="1195956" y="840309"/>
                  </a:lnTo>
                  <a:lnTo>
                    <a:pt x="1226264" y="751759"/>
                  </a:lnTo>
                  <a:close/>
                  <a:moveTo>
                    <a:pt x="1186100" y="833974"/>
                  </a:moveTo>
                  <a:lnTo>
                    <a:pt x="1195956" y="840309"/>
                  </a:lnTo>
                  <a:lnTo>
                    <a:pt x="1192768" y="792918"/>
                  </a:lnTo>
                  <a:close/>
                  <a:moveTo>
                    <a:pt x="1981010" y="1820556"/>
                  </a:moveTo>
                  <a:lnTo>
                    <a:pt x="1971520" y="1835041"/>
                  </a:lnTo>
                  <a:lnTo>
                    <a:pt x="1990434" y="1824655"/>
                  </a:lnTo>
                  <a:close/>
                  <a:moveTo>
                    <a:pt x="1981010" y="1820556"/>
                  </a:moveTo>
                  <a:lnTo>
                    <a:pt x="1990434" y="1824655"/>
                  </a:lnTo>
                  <a:lnTo>
                    <a:pt x="1992631" y="1817878"/>
                  </a:lnTo>
                  <a:close/>
                  <a:moveTo>
                    <a:pt x="1992631" y="1817878"/>
                  </a:moveTo>
                  <a:lnTo>
                    <a:pt x="1908401" y="1796605"/>
                  </a:lnTo>
                  <a:lnTo>
                    <a:pt x="1981010" y="1820556"/>
                  </a:lnTo>
                  <a:close/>
                  <a:moveTo>
                    <a:pt x="2091557" y="1798044"/>
                  </a:moveTo>
                  <a:lnTo>
                    <a:pt x="1990434" y="1824655"/>
                  </a:lnTo>
                  <a:lnTo>
                    <a:pt x="2074030" y="1858548"/>
                  </a:lnTo>
                  <a:close/>
                  <a:moveTo>
                    <a:pt x="2091557" y="1798044"/>
                  </a:moveTo>
                  <a:lnTo>
                    <a:pt x="1992631" y="1817878"/>
                  </a:lnTo>
                  <a:lnTo>
                    <a:pt x="1990434" y="1824655"/>
                  </a:lnTo>
                  <a:close/>
                  <a:moveTo>
                    <a:pt x="1783244" y="1607325"/>
                  </a:moveTo>
                  <a:lnTo>
                    <a:pt x="1822368" y="1634930"/>
                  </a:lnTo>
                  <a:lnTo>
                    <a:pt x="1856702" y="1603313"/>
                  </a:lnTo>
                  <a:close/>
                  <a:moveTo>
                    <a:pt x="1679810" y="1288828"/>
                  </a:moveTo>
                  <a:lnTo>
                    <a:pt x="1561841" y="1336848"/>
                  </a:lnTo>
                  <a:lnTo>
                    <a:pt x="1602416" y="1409480"/>
                  </a:lnTo>
                  <a:close/>
                  <a:moveTo>
                    <a:pt x="1750695" y="1270426"/>
                  </a:moveTo>
                  <a:lnTo>
                    <a:pt x="1699245" y="1293265"/>
                  </a:lnTo>
                  <a:lnTo>
                    <a:pt x="1718384" y="1206614"/>
                  </a:lnTo>
                  <a:close/>
                  <a:moveTo>
                    <a:pt x="1257194" y="713322"/>
                  </a:moveTo>
                  <a:lnTo>
                    <a:pt x="1265526" y="744250"/>
                  </a:lnTo>
                  <a:lnTo>
                    <a:pt x="1288871" y="795538"/>
                  </a:lnTo>
                  <a:close/>
                  <a:moveTo>
                    <a:pt x="1226264" y="751759"/>
                  </a:moveTo>
                  <a:lnTo>
                    <a:pt x="1199354" y="737455"/>
                  </a:lnTo>
                  <a:lnTo>
                    <a:pt x="1192768" y="792918"/>
                  </a:lnTo>
                  <a:close/>
                  <a:moveTo>
                    <a:pt x="1706929" y="1168177"/>
                  </a:moveTo>
                  <a:lnTo>
                    <a:pt x="1750695" y="1270426"/>
                  </a:lnTo>
                  <a:lnTo>
                    <a:pt x="1718384" y="1206614"/>
                  </a:lnTo>
                  <a:close/>
                  <a:moveTo>
                    <a:pt x="1669904" y="1097735"/>
                  </a:moveTo>
                  <a:lnTo>
                    <a:pt x="1729204" y="1190075"/>
                  </a:lnTo>
                  <a:lnTo>
                    <a:pt x="1745437" y="1096921"/>
                  </a:lnTo>
                  <a:close/>
                  <a:moveTo>
                    <a:pt x="1706929" y="1168177"/>
                  </a:moveTo>
                  <a:lnTo>
                    <a:pt x="1729204" y="1190075"/>
                  </a:lnTo>
                  <a:lnTo>
                    <a:pt x="1669904" y="1097735"/>
                  </a:lnTo>
                  <a:close/>
                  <a:moveTo>
                    <a:pt x="1601685" y="1055411"/>
                  </a:moveTo>
                  <a:lnTo>
                    <a:pt x="1578127" y="1124398"/>
                  </a:lnTo>
                  <a:lnTo>
                    <a:pt x="1616895" y="1040738"/>
                  </a:lnTo>
                  <a:close/>
                  <a:moveTo>
                    <a:pt x="2242922" y="1458601"/>
                  </a:moveTo>
                  <a:lnTo>
                    <a:pt x="2220091" y="1480385"/>
                  </a:lnTo>
                  <a:lnTo>
                    <a:pt x="2280410" y="1465418"/>
                  </a:lnTo>
                  <a:close/>
                  <a:moveTo>
                    <a:pt x="2280410" y="1465418"/>
                  </a:moveTo>
                  <a:lnTo>
                    <a:pt x="2220091" y="1480385"/>
                  </a:lnTo>
                  <a:lnTo>
                    <a:pt x="2208332" y="1563516"/>
                  </a:lnTo>
                  <a:close/>
                  <a:moveTo>
                    <a:pt x="2221570" y="1452662"/>
                  </a:moveTo>
                  <a:lnTo>
                    <a:pt x="2155042" y="1515833"/>
                  </a:lnTo>
                  <a:lnTo>
                    <a:pt x="2220091" y="1480385"/>
                  </a:lnTo>
                  <a:close/>
                  <a:moveTo>
                    <a:pt x="2124431" y="1370950"/>
                  </a:moveTo>
                  <a:lnTo>
                    <a:pt x="2201932" y="1412490"/>
                  </a:lnTo>
                  <a:lnTo>
                    <a:pt x="2151863" y="1376386"/>
                  </a:lnTo>
                  <a:close/>
                  <a:moveTo>
                    <a:pt x="2221570" y="1452662"/>
                  </a:moveTo>
                  <a:lnTo>
                    <a:pt x="2201932" y="1412490"/>
                  </a:lnTo>
                  <a:lnTo>
                    <a:pt x="2124431" y="1370950"/>
                  </a:lnTo>
                  <a:close/>
                  <a:moveTo>
                    <a:pt x="2221570" y="1452662"/>
                  </a:moveTo>
                  <a:lnTo>
                    <a:pt x="2220091" y="1480385"/>
                  </a:lnTo>
                  <a:lnTo>
                    <a:pt x="2242922" y="1458601"/>
                  </a:lnTo>
                  <a:close/>
                  <a:moveTo>
                    <a:pt x="2221570" y="1452662"/>
                  </a:moveTo>
                  <a:lnTo>
                    <a:pt x="2242922" y="1458601"/>
                  </a:lnTo>
                  <a:lnTo>
                    <a:pt x="2201932" y="1412490"/>
                  </a:lnTo>
                  <a:close/>
                  <a:moveTo>
                    <a:pt x="2124431" y="1370950"/>
                  </a:moveTo>
                  <a:lnTo>
                    <a:pt x="2151863" y="1376386"/>
                  </a:lnTo>
                  <a:lnTo>
                    <a:pt x="2112164" y="1355520"/>
                  </a:lnTo>
                  <a:close/>
                  <a:moveTo>
                    <a:pt x="1860764" y="863570"/>
                  </a:moveTo>
                  <a:lnTo>
                    <a:pt x="1931797" y="766321"/>
                  </a:lnTo>
                  <a:lnTo>
                    <a:pt x="1860683" y="763543"/>
                  </a:lnTo>
                  <a:close/>
                  <a:moveTo>
                    <a:pt x="1784003" y="765290"/>
                  </a:moveTo>
                  <a:lnTo>
                    <a:pt x="1860764" y="863570"/>
                  </a:lnTo>
                  <a:lnTo>
                    <a:pt x="1860683" y="763543"/>
                  </a:lnTo>
                  <a:close/>
                  <a:moveTo>
                    <a:pt x="1827177" y="690691"/>
                  </a:moveTo>
                  <a:lnTo>
                    <a:pt x="1770616" y="699301"/>
                  </a:lnTo>
                  <a:lnTo>
                    <a:pt x="1784003" y="765290"/>
                  </a:lnTo>
                  <a:close/>
                  <a:moveTo>
                    <a:pt x="1746508" y="762444"/>
                  </a:moveTo>
                  <a:lnTo>
                    <a:pt x="1784003" y="765290"/>
                  </a:lnTo>
                  <a:lnTo>
                    <a:pt x="1770616" y="699301"/>
                  </a:lnTo>
                  <a:close/>
                  <a:moveTo>
                    <a:pt x="1539324" y="391851"/>
                  </a:moveTo>
                  <a:lnTo>
                    <a:pt x="1585936" y="350922"/>
                  </a:lnTo>
                  <a:lnTo>
                    <a:pt x="1671508" y="395786"/>
                  </a:lnTo>
                  <a:close/>
                  <a:moveTo>
                    <a:pt x="1773434" y="373514"/>
                  </a:moveTo>
                  <a:lnTo>
                    <a:pt x="1811731" y="359162"/>
                  </a:lnTo>
                  <a:lnTo>
                    <a:pt x="1794330" y="274495"/>
                  </a:lnTo>
                  <a:close/>
                  <a:moveTo>
                    <a:pt x="2019102" y="210221"/>
                  </a:moveTo>
                  <a:lnTo>
                    <a:pt x="2010752" y="201670"/>
                  </a:lnTo>
                  <a:lnTo>
                    <a:pt x="2110718" y="279837"/>
                  </a:lnTo>
                  <a:close/>
                  <a:moveTo>
                    <a:pt x="2046109" y="133427"/>
                  </a:moveTo>
                  <a:lnTo>
                    <a:pt x="2024507" y="236058"/>
                  </a:lnTo>
                  <a:lnTo>
                    <a:pt x="2010752" y="201670"/>
                  </a:lnTo>
                  <a:close/>
                  <a:moveTo>
                    <a:pt x="2500497" y="367395"/>
                  </a:moveTo>
                  <a:lnTo>
                    <a:pt x="2441067" y="294384"/>
                  </a:lnTo>
                  <a:lnTo>
                    <a:pt x="2459027" y="309992"/>
                  </a:lnTo>
                  <a:close/>
                  <a:moveTo>
                    <a:pt x="2365757" y="295019"/>
                  </a:moveTo>
                  <a:lnTo>
                    <a:pt x="2441067" y="294384"/>
                  </a:lnTo>
                  <a:lnTo>
                    <a:pt x="2388270" y="237215"/>
                  </a:lnTo>
                  <a:close/>
                  <a:moveTo>
                    <a:pt x="2365757" y="295019"/>
                  </a:moveTo>
                  <a:lnTo>
                    <a:pt x="2388270" y="237215"/>
                  </a:lnTo>
                  <a:lnTo>
                    <a:pt x="2339932" y="215922"/>
                  </a:lnTo>
                  <a:close/>
                  <a:moveTo>
                    <a:pt x="2277393" y="206172"/>
                  </a:moveTo>
                  <a:lnTo>
                    <a:pt x="2339932" y="215922"/>
                  </a:lnTo>
                  <a:lnTo>
                    <a:pt x="2304232" y="144854"/>
                  </a:lnTo>
                  <a:close/>
                  <a:moveTo>
                    <a:pt x="2339932" y="215922"/>
                  </a:moveTo>
                  <a:lnTo>
                    <a:pt x="2388270" y="237215"/>
                  </a:lnTo>
                  <a:lnTo>
                    <a:pt x="2304232" y="144854"/>
                  </a:lnTo>
                  <a:close/>
                  <a:moveTo>
                    <a:pt x="2253137" y="125801"/>
                  </a:moveTo>
                  <a:lnTo>
                    <a:pt x="2304232" y="144854"/>
                  </a:lnTo>
                  <a:lnTo>
                    <a:pt x="2268001" y="74217"/>
                  </a:lnTo>
                  <a:close/>
                  <a:moveTo>
                    <a:pt x="2253137" y="125801"/>
                  </a:moveTo>
                  <a:lnTo>
                    <a:pt x="2268001" y="74217"/>
                  </a:lnTo>
                  <a:lnTo>
                    <a:pt x="2225913" y="47839"/>
                  </a:lnTo>
                  <a:close/>
                  <a:moveTo>
                    <a:pt x="2225913" y="47839"/>
                  </a:moveTo>
                  <a:lnTo>
                    <a:pt x="2262479" y="68992"/>
                  </a:lnTo>
                  <a:lnTo>
                    <a:pt x="2169496" y="0"/>
                  </a:lnTo>
                  <a:close/>
                  <a:moveTo>
                    <a:pt x="2225913" y="47839"/>
                  </a:moveTo>
                  <a:lnTo>
                    <a:pt x="2268001" y="74217"/>
                  </a:lnTo>
                  <a:lnTo>
                    <a:pt x="2262479" y="6899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15" name="Candidate_density__2114">
              <a:extLst>
                <a:ext uri="{FF2B5EF4-FFF2-40B4-BE49-F238E27FC236}">
                  <a16:creationId xmlns:a16="http://schemas.microsoft.com/office/drawing/2014/main" id="{172497F2-39BE-B789-EDE4-60399C047214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807342" cy="2352692"/>
            </a:xfrm>
            <a:custGeom>
              <a:avLst/>
              <a:gdLst/>
              <a:ahLst/>
              <a:cxnLst/>
              <a:rect l="0" t="0" r="0" b="0"/>
              <a:pathLst>
                <a:path w="2807342" h="2352692">
                  <a:moveTo>
                    <a:pt x="664114" y="2226699"/>
                  </a:moveTo>
                  <a:lnTo>
                    <a:pt x="621890" y="2144483"/>
                  </a:lnTo>
                  <a:lnTo>
                    <a:pt x="627862" y="2167077"/>
                  </a:lnTo>
                  <a:close/>
                  <a:moveTo>
                    <a:pt x="636933" y="2074495"/>
                  </a:moveTo>
                  <a:lnTo>
                    <a:pt x="627862" y="2167077"/>
                  </a:lnTo>
                  <a:lnTo>
                    <a:pt x="621890" y="2144483"/>
                  </a:lnTo>
                  <a:close/>
                  <a:moveTo>
                    <a:pt x="3408" y="1486763"/>
                  </a:moveTo>
                  <a:lnTo>
                    <a:pt x="2490" y="1411111"/>
                  </a:lnTo>
                  <a:lnTo>
                    <a:pt x="12247" y="1503271"/>
                  </a:lnTo>
                  <a:close/>
                  <a:moveTo>
                    <a:pt x="3408" y="1486763"/>
                  </a:moveTo>
                  <a:lnTo>
                    <a:pt x="0" y="1404548"/>
                  </a:lnTo>
                  <a:lnTo>
                    <a:pt x="2490" y="1411111"/>
                  </a:lnTo>
                  <a:close/>
                  <a:moveTo>
                    <a:pt x="5224" y="1384586"/>
                  </a:moveTo>
                  <a:lnTo>
                    <a:pt x="2490" y="1411111"/>
                  </a:lnTo>
                  <a:lnTo>
                    <a:pt x="0" y="1404548"/>
                  </a:lnTo>
                  <a:close/>
                  <a:moveTo>
                    <a:pt x="1012327" y="2352692"/>
                  </a:moveTo>
                  <a:lnTo>
                    <a:pt x="1014774" y="2334578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12327" y="2352692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77650" y="2243960"/>
                  </a:lnTo>
                  <a:lnTo>
                    <a:pt x="983618" y="2159722"/>
                  </a:lnTo>
                  <a:close/>
                  <a:moveTo>
                    <a:pt x="981794" y="2270477"/>
                  </a:moveTo>
                  <a:lnTo>
                    <a:pt x="983618" y="2159722"/>
                  </a:lnTo>
                  <a:lnTo>
                    <a:pt x="966801" y="2256641"/>
                  </a:lnTo>
                  <a:close/>
                  <a:moveTo>
                    <a:pt x="1024420" y="2314256"/>
                  </a:moveTo>
                  <a:lnTo>
                    <a:pt x="1015539" y="2233862"/>
                  </a:lnTo>
                  <a:lnTo>
                    <a:pt x="1014774" y="2334578"/>
                  </a:lnTo>
                  <a:close/>
                  <a:moveTo>
                    <a:pt x="1135983" y="2232041"/>
                  </a:moveTo>
                  <a:lnTo>
                    <a:pt x="1116183" y="2212633"/>
                  </a:lnTo>
                  <a:lnTo>
                    <a:pt x="1109111" y="2118291"/>
                  </a:lnTo>
                  <a:close/>
                  <a:moveTo>
                    <a:pt x="1058982" y="2029174"/>
                  </a:moveTo>
                  <a:lnTo>
                    <a:pt x="1109111" y="2118291"/>
                  </a:lnTo>
                  <a:lnTo>
                    <a:pt x="1105453" y="2111389"/>
                  </a:lnTo>
                  <a:close/>
                  <a:moveTo>
                    <a:pt x="1058982" y="2029174"/>
                  </a:moveTo>
                  <a:lnTo>
                    <a:pt x="1086917" y="1996673"/>
                  </a:lnTo>
                  <a:lnTo>
                    <a:pt x="996609" y="2049068"/>
                  </a:lnTo>
                  <a:close/>
                  <a:moveTo>
                    <a:pt x="1105453" y="2111389"/>
                  </a:moveTo>
                  <a:lnTo>
                    <a:pt x="1081507" y="1990738"/>
                  </a:lnTo>
                  <a:lnTo>
                    <a:pt x="1058982" y="2029174"/>
                  </a:lnTo>
                  <a:close/>
                  <a:moveTo>
                    <a:pt x="631176" y="1263553"/>
                  </a:moveTo>
                  <a:lnTo>
                    <a:pt x="727878" y="1333017"/>
                  </a:lnTo>
                  <a:lnTo>
                    <a:pt x="653117" y="1274194"/>
                  </a:lnTo>
                  <a:close/>
                  <a:moveTo>
                    <a:pt x="1394614" y="2034517"/>
                  </a:moveTo>
                  <a:lnTo>
                    <a:pt x="1356473" y="2038374"/>
                  </a:lnTo>
                  <a:lnTo>
                    <a:pt x="1371802" y="2126004"/>
                  </a:lnTo>
                  <a:close/>
                  <a:moveTo>
                    <a:pt x="1086751" y="1636008"/>
                  </a:moveTo>
                  <a:lnTo>
                    <a:pt x="986062" y="1657274"/>
                  </a:lnTo>
                  <a:lnTo>
                    <a:pt x="1104781" y="1721441"/>
                  </a:lnTo>
                  <a:close/>
                  <a:moveTo>
                    <a:pt x="768636" y="1212392"/>
                  </a:moveTo>
                  <a:lnTo>
                    <a:pt x="727878" y="1333017"/>
                  </a:lnTo>
                  <a:lnTo>
                    <a:pt x="786289" y="1298134"/>
                  </a:lnTo>
                  <a:close/>
                  <a:moveTo>
                    <a:pt x="685096" y="1178554"/>
                  </a:moveTo>
                  <a:lnTo>
                    <a:pt x="681167" y="1168587"/>
                  </a:lnTo>
                  <a:lnTo>
                    <a:pt x="640308" y="1226306"/>
                  </a:lnTo>
                  <a:close/>
                  <a:moveTo>
                    <a:pt x="1576437" y="2180916"/>
                  </a:moveTo>
                  <a:lnTo>
                    <a:pt x="1486120" y="2222850"/>
                  </a:lnTo>
                  <a:lnTo>
                    <a:pt x="1565157" y="2239698"/>
                  </a:lnTo>
                  <a:close/>
                  <a:moveTo>
                    <a:pt x="1489899" y="2190677"/>
                  </a:moveTo>
                  <a:lnTo>
                    <a:pt x="1576437" y="2180916"/>
                  </a:lnTo>
                  <a:lnTo>
                    <a:pt x="1563248" y="2091545"/>
                  </a:lnTo>
                  <a:close/>
                  <a:moveTo>
                    <a:pt x="1564191" y="2020881"/>
                  </a:moveTo>
                  <a:lnTo>
                    <a:pt x="1518922" y="1996080"/>
                  </a:lnTo>
                  <a:lnTo>
                    <a:pt x="1563248" y="2091545"/>
                  </a:lnTo>
                  <a:close/>
                  <a:moveTo>
                    <a:pt x="1563248" y="2091545"/>
                  </a:moveTo>
                  <a:lnTo>
                    <a:pt x="1518922" y="199608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56501" y="2017644"/>
                  </a:lnTo>
                  <a:lnTo>
                    <a:pt x="1358991" y="2026192"/>
                  </a:lnTo>
                  <a:close/>
                  <a:moveTo>
                    <a:pt x="1358991" y="2026192"/>
                  </a:moveTo>
                  <a:lnTo>
                    <a:pt x="1456501" y="2017644"/>
                  </a:lnTo>
                  <a:lnTo>
                    <a:pt x="1467769" y="1939036"/>
                  </a:lnTo>
                  <a:close/>
                  <a:moveTo>
                    <a:pt x="826967" y="1215128"/>
                  </a:moveTo>
                  <a:lnTo>
                    <a:pt x="768679" y="1212357"/>
                  </a:lnTo>
                  <a:lnTo>
                    <a:pt x="875721" y="1256144"/>
                  </a:lnTo>
                  <a:close/>
                  <a:moveTo>
                    <a:pt x="1518922" y="1996080"/>
                  </a:moveTo>
                  <a:lnTo>
                    <a:pt x="1564191" y="2020881"/>
                  </a:lnTo>
                  <a:lnTo>
                    <a:pt x="1567630" y="1987891"/>
                  </a:lnTo>
                  <a:close/>
                  <a:moveTo>
                    <a:pt x="1567630" y="1987891"/>
                  </a:moveTo>
                  <a:lnTo>
                    <a:pt x="1467769" y="1939036"/>
                  </a:lnTo>
                  <a:lnTo>
                    <a:pt x="1518922" y="1996080"/>
                  </a:lnTo>
                  <a:close/>
                  <a:moveTo>
                    <a:pt x="1477186" y="1900735"/>
                  </a:moveTo>
                  <a:lnTo>
                    <a:pt x="1467769" y="1939036"/>
                  </a:lnTo>
                  <a:lnTo>
                    <a:pt x="1567630" y="1987891"/>
                  </a:lnTo>
                  <a:close/>
                  <a:moveTo>
                    <a:pt x="1469997" y="1831650"/>
                  </a:moveTo>
                  <a:lnTo>
                    <a:pt x="1454557" y="1889636"/>
                  </a:lnTo>
                  <a:lnTo>
                    <a:pt x="1477186" y="1900735"/>
                  </a:lnTo>
                  <a:close/>
                  <a:moveTo>
                    <a:pt x="1361275" y="1734193"/>
                  </a:moveTo>
                  <a:lnTo>
                    <a:pt x="1444004" y="1727528"/>
                  </a:lnTo>
                  <a:lnTo>
                    <a:pt x="1398517" y="1664416"/>
                  </a:lnTo>
                  <a:close/>
                  <a:moveTo>
                    <a:pt x="694922" y="811360"/>
                  </a:moveTo>
                  <a:lnTo>
                    <a:pt x="633968" y="772194"/>
                  </a:lnTo>
                  <a:lnTo>
                    <a:pt x="572500" y="750202"/>
                  </a:lnTo>
                  <a:close/>
                  <a:moveTo>
                    <a:pt x="694922" y="811360"/>
                  </a:moveTo>
                  <a:lnTo>
                    <a:pt x="716105" y="800633"/>
                  </a:lnTo>
                  <a:lnTo>
                    <a:pt x="633968" y="772194"/>
                  </a:lnTo>
                  <a:close/>
                  <a:moveTo>
                    <a:pt x="572500" y="750202"/>
                  </a:moveTo>
                  <a:lnTo>
                    <a:pt x="608499" y="762853"/>
                  </a:lnTo>
                  <a:lnTo>
                    <a:pt x="549662" y="735647"/>
                  </a:lnTo>
                  <a:close/>
                  <a:moveTo>
                    <a:pt x="1184386" y="1016672"/>
                  </a:moveTo>
                  <a:lnTo>
                    <a:pt x="1094060" y="947366"/>
                  </a:lnTo>
                  <a:lnTo>
                    <a:pt x="1177625" y="1014841"/>
                  </a:lnTo>
                  <a:close/>
                  <a:moveTo>
                    <a:pt x="981511" y="860237"/>
                  </a:moveTo>
                  <a:lnTo>
                    <a:pt x="1000778" y="877263"/>
                  </a:lnTo>
                  <a:lnTo>
                    <a:pt x="1074463" y="932626"/>
                  </a:lnTo>
                  <a:close/>
                  <a:moveTo>
                    <a:pt x="1157395" y="978022"/>
                  </a:moveTo>
                  <a:lnTo>
                    <a:pt x="1177625" y="1014841"/>
                  </a:lnTo>
                  <a:lnTo>
                    <a:pt x="1094060" y="947366"/>
                  </a:lnTo>
                  <a:close/>
                  <a:moveTo>
                    <a:pt x="1050141" y="904534"/>
                  </a:moveTo>
                  <a:lnTo>
                    <a:pt x="1157395" y="978022"/>
                  </a:lnTo>
                  <a:lnTo>
                    <a:pt x="1074463" y="932626"/>
                  </a:lnTo>
                  <a:close/>
                  <a:moveTo>
                    <a:pt x="1074463" y="932626"/>
                  </a:moveTo>
                  <a:lnTo>
                    <a:pt x="1157395" y="978022"/>
                  </a:lnTo>
                  <a:lnTo>
                    <a:pt x="1094060" y="947366"/>
                  </a:lnTo>
                  <a:close/>
                  <a:moveTo>
                    <a:pt x="1236538" y="976404"/>
                  </a:moveTo>
                  <a:lnTo>
                    <a:pt x="1190415" y="1014841"/>
                  </a:lnTo>
                  <a:lnTo>
                    <a:pt x="1274851" y="1065998"/>
                  </a:lnTo>
                  <a:close/>
                  <a:moveTo>
                    <a:pt x="1050141" y="904534"/>
                  </a:moveTo>
                  <a:lnTo>
                    <a:pt x="1074463" y="932626"/>
                  </a:lnTo>
                  <a:lnTo>
                    <a:pt x="1000778" y="877263"/>
                  </a:lnTo>
                  <a:close/>
                  <a:moveTo>
                    <a:pt x="1972396" y="1760119"/>
                  </a:moveTo>
                  <a:lnTo>
                    <a:pt x="1946318" y="1798555"/>
                  </a:lnTo>
                  <a:lnTo>
                    <a:pt x="2041270" y="1842334"/>
                  </a:lnTo>
                  <a:close/>
                  <a:moveTo>
                    <a:pt x="1936088" y="1716340"/>
                  </a:moveTo>
                  <a:lnTo>
                    <a:pt x="1946318" y="1798555"/>
                  </a:lnTo>
                  <a:lnTo>
                    <a:pt x="1972396" y="1760119"/>
                  </a:lnTo>
                  <a:close/>
                  <a:moveTo>
                    <a:pt x="1236538" y="976404"/>
                  </a:moveTo>
                  <a:lnTo>
                    <a:pt x="1327175" y="1046428"/>
                  </a:lnTo>
                  <a:lnTo>
                    <a:pt x="1289360" y="937968"/>
                  </a:lnTo>
                  <a:close/>
                  <a:moveTo>
                    <a:pt x="2020718" y="1557252"/>
                  </a:moveTo>
                  <a:lnTo>
                    <a:pt x="1974274" y="1578675"/>
                  </a:lnTo>
                  <a:lnTo>
                    <a:pt x="2013285" y="1567673"/>
                  </a:lnTo>
                  <a:close/>
                  <a:moveTo>
                    <a:pt x="1925285" y="1513473"/>
                  </a:moveTo>
                  <a:lnTo>
                    <a:pt x="1974274" y="1578675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25285" y="1513473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46131" y="1473454"/>
                  </a:lnTo>
                  <a:lnTo>
                    <a:pt x="1925285" y="1513473"/>
                  </a:lnTo>
                  <a:close/>
                  <a:moveTo>
                    <a:pt x="1717700" y="1184614"/>
                  </a:moveTo>
                  <a:lnTo>
                    <a:pt x="1770100" y="1228392"/>
                  </a:lnTo>
                  <a:lnTo>
                    <a:pt x="1710149" y="1146177"/>
                  </a:lnTo>
                  <a:close/>
                  <a:moveTo>
                    <a:pt x="1332875" y="652886"/>
                  </a:moveTo>
                  <a:lnTo>
                    <a:pt x="1304063" y="744812"/>
                  </a:lnTo>
                  <a:lnTo>
                    <a:pt x="1338321" y="657698"/>
                  </a:lnTo>
                  <a:close/>
                  <a:moveTo>
                    <a:pt x="1332875" y="652886"/>
                  </a:moveTo>
                  <a:lnTo>
                    <a:pt x="1229534" y="691323"/>
                  </a:lnTo>
                  <a:lnTo>
                    <a:pt x="1304063" y="744812"/>
                  </a:lnTo>
                  <a:close/>
                  <a:moveTo>
                    <a:pt x="2352232" y="1774168"/>
                  </a:moveTo>
                  <a:lnTo>
                    <a:pt x="2276454" y="1775182"/>
                  </a:lnTo>
                  <a:lnTo>
                    <a:pt x="2340946" y="1883435"/>
                  </a:lnTo>
                  <a:close/>
                  <a:moveTo>
                    <a:pt x="2340946" y="1883435"/>
                  </a:moveTo>
                  <a:lnTo>
                    <a:pt x="2439873" y="1863602"/>
                  </a:lnTo>
                  <a:lnTo>
                    <a:pt x="2427221" y="1773795"/>
                  </a:lnTo>
                  <a:close/>
                  <a:moveTo>
                    <a:pt x="2340946" y="1883435"/>
                  </a:moveTo>
                  <a:lnTo>
                    <a:pt x="2427221" y="1773795"/>
                  </a:lnTo>
                  <a:lnTo>
                    <a:pt x="2352232" y="1774168"/>
                  </a:lnTo>
                  <a:close/>
                  <a:moveTo>
                    <a:pt x="2515400" y="1862791"/>
                  </a:moveTo>
                  <a:lnTo>
                    <a:pt x="2439873" y="1863602"/>
                  </a:lnTo>
                  <a:lnTo>
                    <a:pt x="2422345" y="1924105"/>
                  </a:lnTo>
                  <a:close/>
                  <a:moveTo>
                    <a:pt x="2439873" y="1863602"/>
                  </a:moveTo>
                  <a:lnTo>
                    <a:pt x="2515400" y="1862791"/>
                  </a:lnTo>
                  <a:lnTo>
                    <a:pt x="2507872" y="1768820"/>
                  </a:lnTo>
                  <a:close/>
                  <a:moveTo>
                    <a:pt x="2439873" y="1863602"/>
                  </a:moveTo>
                  <a:lnTo>
                    <a:pt x="2507872" y="1768820"/>
                  </a:lnTo>
                  <a:lnTo>
                    <a:pt x="2427221" y="1773795"/>
                  </a:lnTo>
                  <a:close/>
                  <a:moveTo>
                    <a:pt x="2276454" y="1775182"/>
                  </a:moveTo>
                  <a:lnTo>
                    <a:pt x="2352232" y="1774168"/>
                  </a:lnTo>
                  <a:lnTo>
                    <a:pt x="2336863" y="1686570"/>
                  </a:lnTo>
                  <a:close/>
                  <a:moveTo>
                    <a:pt x="2352232" y="1774168"/>
                  </a:moveTo>
                  <a:lnTo>
                    <a:pt x="2427221" y="1773795"/>
                  </a:lnTo>
                  <a:lnTo>
                    <a:pt x="2406589" y="1690476"/>
                  </a:lnTo>
                  <a:close/>
                  <a:moveTo>
                    <a:pt x="2352232" y="1774168"/>
                  </a:moveTo>
                  <a:lnTo>
                    <a:pt x="2406589" y="1690476"/>
                  </a:lnTo>
                  <a:lnTo>
                    <a:pt x="2336863" y="1686570"/>
                  </a:lnTo>
                  <a:close/>
                  <a:moveTo>
                    <a:pt x="2170683" y="1700488"/>
                  </a:moveTo>
                  <a:lnTo>
                    <a:pt x="2261678" y="1687102"/>
                  </a:lnTo>
                  <a:lnTo>
                    <a:pt x="2205018" y="1668870"/>
                  </a:lnTo>
                  <a:close/>
                  <a:moveTo>
                    <a:pt x="2261678" y="1687102"/>
                  </a:moveTo>
                  <a:lnTo>
                    <a:pt x="2336863" y="1686570"/>
                  </a:lnTo>
                  <a:lnTo>
                    <a:pt x="2285018" y="1689320"/>
                  </a:lnTo>
                  <a:close/>
                  <a:moveTo>
                    <a:pt x="1748041" y="1107740"/>
                  </a:moveTo>
                  <a:lnTo>
                    <a:pt x="1745373" y="1064968"/>
                  </a:lnTo>
                  <a:lnTo>
                    <a:pt x="1710149" y="1146177"/>
                  </a:lnTo>
                  <a:close/>
                  <a:moveTo>
                    <a:pt x="1534856" y="861095"/>
                  </a:moveTo>
                  <a:lnTo>
                    <a:pt x="1541083" y="858475"/>
                  </a:lnTo>
                  <a:lnTo>
                    <a:pt x="1457320" y="815872"/>
                  </a:lnTo>
                  <a:close/>
                  <a:moveTo>
                    <a:pt x="1534415" y="899532"/>
                  </a:moveTo>
                  <a:lnTo>
                    <a:pt x="1541083" y="858475"/>
                  </a:lnTo>
                  <a:lnTo>
                    <a:pt x="1534856" y="861095"/>
                  </a:lnTo>
                  <a:close/>
                  <a:moveTo>
                    <a:pt x="1605509" y="778880"/>
                  </a:moveTo>
                  <a:lnTo>
                    <a:pt x="1577042" y="696665"/>
                  </a:lnTo>
                  <a:lnTo>
                    <a:pt x="1597975" y="792527"/>
                  </a:lnTo>
                  <a:close/>
                  <a:moveTo>
                    <a:pt x="2312028" y="1359902"/>
                  </a:moveTo>
                  <a:lnTo>
                    <a:pt x="2255807" y="1315949"/>
                  </a:lnTo>
                  <a:lnTo>
                    <a:pt x="2291610" y="1423083"/>
                  </a:lnTo>
                  <a:close/>
                  <a:moveTo>
                    <a:pt x="2291610" y="1423083"/>
                  </a:moveTo>
                  <a:lnTo>
                    <a:pt x="2255807" y="1315949"/>
                  </a:lnTo>
                  <a:lnTo>
                    <a:pt x="2212027" y="1327099"/>
                  </a:lnTo>
                  <a:close/>
                  <a:moveTo>
                    <a:pt x="2291610" y="1423083"/>
                  </a:moveTo>
                  <a:lnTo>
                    <a:pt x="2212027" y="1327099"/>
                  </a:lnTo>
                  <a:lnTo>
                    <a:pt x="2225544" y="1416202"/>
                  </a:lnTo>
                  <a:close/>
                  <a:moveTo>
                    <a:pt x="2029873" y="1354003"/>
                  </a:moveTo>
                  <a:lnTo>
                    <a:pt x="2099011" y="1335983"/>
                  </a:lnTo>
                  <a:lnTo>
                    <a:pt x="2055245" y="1233734"/>
                  </a:lnTo>
                  <a:close/>
                  <a:moveTo>
                    <a:pt x="1904282" y="1165241"/>
                  </a:moveTo>
                  <a:lnTo>
                    <a:pt x="1926442" y="1189956"/>
                  </a:lnTo>
                  <a:lnTo>
                    <a:pt x="1950000" y="1120968"/>
                  </a:lnTo>
                  <a:close/>
                  <a:moveTo>
                    <a:pt x="2550247" y="1478047"/>
                  </a:moveTo>
                  <a:lnTo>
                    <a:pt x="2591238" y="1524158"/>
                  </a:lnTo>
                  <a:lnTo>
                    <a:pt x="2529351" y="1451081"/>
                  </a:lnTo>
                  <a:close/>
                  <a:moveTo>
                    <a:pt x="2529351" y="1451081"/>
                  </a:moveTo>
                  <a:lnTo>
                    <a:pt x="2591238" y="1524158"/>
                  </a:lnTo>
                  <a:lnTo>
                    <a:pt x="2628725" y="1530975"/>
                  </a:lnTo>
                  <a:close/>
                  <a:moveTo>
                    <a:pt x="2550247" y="1478047"/>
                  </a:moveTo>
                  <a:lnTo>
                    <a:pt x="2529351" y="1451081"/>
                  </a:lnTo>
                  <a:lnTo>
                    <a:pt x="2500179" y="1441943"/>
                  </a:lnTo>
                  <a:close/>
                  <a:moveTo>
                    <a:pt x="1607035" y="493798"/>
                  </a:moveTo>
                  <a:lnTo>
                    <a:pt x="1687916" y="483193"/>
                  </a:lnTo>
                  <a:lnTo>
                    <a:pt x="1645914" y="483456"/>
                  </a:lnTo>
                  <a:close/>
                  <a:moveTo>
                    <a:pt x="2300722" y="828001"/>
                  </a:moveTo>
                  <a:lnTo>
                    <a:pt x="2325766" y="894854"/>
                  </a:lnTo>
                  <a:lnTo>
                    <a:pt x="2421292" y="844157"/>
                  </a:lnTo>
                  <a:close/>
                  <a:moveTo>
                    <a:pt x="2019823" y="461343"/>
                  </a:moveTo>
                  <a:lnTo>
                    <a:pt x="2020032" y="458545"/>
                  </a:lnTo>
                  <a:lnTo>
                    <a:pt x="1932467" y="378489"/>
                  </a:lnTo>
                  <a:close/>
                  <a:moveTo>
                    <a:pt x="1932467" y="378489"/>
                  </a:moveTo>
                  <a:lnTo>
                    <a:pt x="1879526" y="416925"/>
                  </a:lnTo>
                  <a:lnTo>
                    <a:pt x="2019823" y="461343"/>
                  </a:lnTo>
                  <a:close/>
                  <a:moveTo>
                    <a:pt x="2020032" y="458545"/>
                  </a:moveTo>
                  <a:lnTo>
                    <a:pt x="2121750" y="439071"/>
                  </a:lnTo>
                  <a:lnTo>
                    <a:pt x="2131443" y="381229"/>
                  </a:lnTo>
                  <a:close/>
                  <a:moveTo>
                    <a:pt x="2550550" y="668913"/>
                  </a:moveTo>
                  <a:lnTo>
                    <a:pt x="2594276" y="712691"/>
                  </a:lnTo>
                  <a:lnTo>
                    <a:pt x="2598590" y="630476"/>
                  </a:lnTo>
                  <a:close/>
                  <a:moveTo>
                    <a:pt x="2459034" y="345394"/>
                  </a:moveTo>
                  <a:lnTo>
                    <a:pt x="2359068" y="267227"/>
                  </a:lnTo>
                  <a:lnTo>
                    <a:pt x="2372823" y="301615"/>
                  </a:lnTo>
                  <a:close/>
                  <a:moveTo>
                    <a:pt x="2438160" y="46415"/>
                  </a:moveTo>
                  <a:lnTo>
                    <a:pt x="2489937" y="60313"/>
                  </a:lnTo>
                  <a:lnTo>
                    <a:pt x="2392947" y="0"/>
                  </a:lnTo>
                  <a:close/>
                  <a:moveTo>
                    <a:pt x="2789383" y="359941"/>
                  </a:moveTo>
                  <a:lnTo>
                    <a:pt x="2714073" y="360576"/>
                  </a:lnTo>
                  <a:lnTo>
                    <a:pt x="2807342" y="375549"/>
                  </a:lnTo>
                  <a:close/>
                  <a:moveTo>
                    <a:pt x="2448602" y="54845"/>
                  </a:moveTo>
                  <a:lnTo>
                    <a:pt x="2517811" y="65557"/>
                  </a:lnTo>
                  <a:lnTo>
                    <a:pt x="2489937" y="60313"/>
                  </a:lnTo>
                  <a:close/>
                  <a:moveTo>
                    <a:pt x="2574229" y="113397"/>
                  </a:moveTo>
                  <a:lnTo>
                    <a:pt x="2517811" y="65557"/>
                  </a:lnTo>
                  <a:lnTo>
                    <a:pt x="2448602" y="54845"/>
                  </a:lnTo>
                  <a:close/>
                  <a:moveTo>
                    <a:pt x="2498429" y="114429"/>
                  </a:moveTo>
                  <a:lnTo>
                    <a:pt x="2574229" y="113397"/>
                  </a:lnTo>
                  <a:lnTo>
                    <a:pt x="2448602" y="54845"/>
                  </a:lnTo>
                  <a:close/>
                  <a:moveTo>
                    <a:pt x="2378350" y="51368"/>
                  </a:moveTo>
                  <a:lnTo>
                    <a:pt x="2438160" y="46415"/>
                  </a:lnTo>
                  <a:lnTo>
                    <a:pt x="2361042" y="36739"/>
                  </a:lnTo>
                  <a:close/>
                  <a:moveTo>
                    <a:pt x="2378350" y="51368"/>
                  </a:moveTo>
                  <a:lnTo>
                    <a:pt x="2448602" y="54845"/>
                  </a:lnTo>
                  <a:lnTo>
                    <a:pt x="2438160" y="46415"/>
                  </a:lnTo>
                  <a:close/>
                  <a:moveTo>
                    <a:pt x="2448602" y="54845"/>
                  </a:moveTo>
                  <a:lnTo>
                    <a:pt x="2489937" y="60313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16" name="Candidate_density__2115">
              <a:extLst>
                <a:ext uri="{FF2B5EF4-FFF2-40B4-BE49-F238E27FC236}">
                  <a16:creationId xmlns:a16="http://schemas.microsoft.com/office/drawing/2014/main" id="{A9C081CA-D674-AC4E-48B0-6E676C76AB56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438160" cy="2270477"/>
            </a:xfrm>
            <a:custGeom>
              <a:avLst/>
              <a:gdLst/>
              <a:ahLst/>
              <a:cxnLst/>
              <a:rect l="0" t="0" r="0" b="0"/>
              <a:pathLst>
                <a:path w="2438160" h="2270477">
                  <a:moveTo>
                    <a:pt x="621890" y="2144483"/>
                  </a:moveTo>
                  <a:lnTo>
                    <a:pt x="663815" y="2037756"/>
                  </a:lnTo>
                  <a:lnTo>
                    <a:pt x="636933" y="2074495"/>
                  </a:lnTo>
                  <a:close/>
                  <a:moveTo>
                    <a:pt x="676398" y="2023832"/>
                  </a:moveTo>
                  <a:lnTo>
                    <a:pt x="663815" y="2037756"/>
                  </a:lnTo>
                  <a:lnTo>
                    <a:pt x="621890" y="2144483"/>
                  </a:lnTo>
                  <a:close/>
                  <a:moveTo>
                    <a:pt x="678922" y="2016281"/>
                  </a:moveTo>
                  <a:lnTo>
                    <a:pt x="658967" y="2062268"/>
                  </a:lnTo>
                  <a:lnTo>
                    <a:pt x="663815" y="2037756"/>
                  </a:lnTo>
                  <a:close/>
                  <a:moveTo>
                    <a:pt x="46258" y="1322802"/>
                  </a:moveTo>
                  <a:lnTo>
                    <a:pt x="5224" y="1384586"/>
                  </a:lnTo>
                  <a:lnTo>
                    <a:pt x="0" y="1404548"/>
                  </a:lnTo>
                  <a:close/>
                  <a:moveTo>
                    <a:pt x="5224" y="1384586"/>
                  </a:moveTo>
                  <a:lnTo>
                    <a:pt x="46258" y="1322802"/>
                  </a:lnTo>
                  <a:lnTo>
                    <a:pt x="39931" y="1322333"/>
                  </a:lnTo>
                  <a:close/>
                  <a:moveTo>
                    <a:pt x="46258" y="1322802"/>
                  </a:moveTo>
                  <a:lnTo>
                    <a:pt x="106195" y="1283896"/>
                  </a:lnTo>
                  <a:lnTo>
                    <a:pt x="39931" y="1322333"/>
                  </a:lnTo>
                  <a:close/>
                  <a:moveTo>
                    <a:pt x="109626" y="1281068"/>
                  </a:moveTo>
                  <a:lnTo>
                    <a:pt x="39931" y="1322333"/>
                  </a:lnTo>
                  <a:lnTo>
                    <a:pt x="106195" y="1283896"/>
                  </a:lnTo>
                  <a:close/>
                  <a:moveTo>
                    <a:pt x="109626" y="1281068"/>
                  </a:moveTo>
                  <a:lnTo>
                    <a:pt x="58412" y="1304788"/>
                  </a:lnTo>
                  <a:lnTo>
                    <a:pt x="39931" y="1322333"/>
                  </a:lnTo>
                  <a:close/>
                  <a:moveTo>
                    <a:pt x="1097232" y="2250439"/>
                  </a:moveTo>
                  <a:lnTo>
                    <a:pt x="1077650" y="2243960"/>
                  </a:lnTo>
                  <a:lnTo>
                    <a:pt x="981794" y="2270477"/>
                  </a:lnTo>
                  <a:close/>
                  <a:moveTo>
                    <a:pt x="983618" y="2159722"/>
                  </a:moveTo>
                  <a:lnTo>
                    <a:pt x="1077650" y="2243960"/>
                  </a:lnTo>
                  <a:lnTo>
                    <a:pt x="1064795" y="2154318"/>
                  </a:lnTo>
                  <a:close/>
                  <a:moveTo>
                    <a:pt x="678922" y="2016281"/>
                  </a:moveTo>
                  <a:lnTo>
                    <a:pt x="695672" y="2011856"/>
                  </a:lnTo>
                  <a:lnTo>
                    <a:pt x="734092" y="1943898"/>
                  </a:lnTo>
                  <a:close/>
                  <a:moveTo>
                    <a:pt x="109626" y="1281068"/>
                  </a:moveTo>
                  <a:lnTo>
                    <a:pt x="106195" y="1283896"/>
                  </a:lnTo>
                  <a:lnTo>
                    <a:pt x="150733" y="1251093"/>
                  </a:lnTo>
                  <a:close/>
                  <a:moveTo>
                    <a:pt x="109626" y="1281068"/>
                  </a:moveTo>
                  <a:lnTo>
                    <a:pt x="150733" y="1251093"/>
                  </a:lnTo>
                  <a:lnTo>
                    <a:pt x="216234" y="1185796"/>
                  </a:lnTo>
                  <a:close/>
                  <a:moveTo>
                    <a:pt x="163556" y="1204046"/>
                  </a:moveTo>
                  <a:lnTo>
                    <a:pt x="109626" y="1281068"/>
                  </a:lnTo>
                  <a:lnTo>
                    <a:pt x="216234" y="1185796"/>
                  </a:lnTo>
                  <a:close/>
                  <a:moveTo>
                    <a:pt x="216234" y="1185796"/>
                  </a:moveTo>
                  <a:lnTo>
                    <a:pt x="234603" y="1163244"/>
                  </a:lnTo>
                  <a:lnTo>
                    <a:pt x="167837" y="1201681"/>
                  </a:lnTo>
                  <a:close/>
                  <a:moveTo>
                    <a:pt x="1082564" y="2149826"/>
                  </a:moveTo>
                  <a:lnTo>
                    <a:pt x="1135983" y="2232041"/>
                  </a:lnTo>
                  <a:lnTo>
                    <a:pt x="1109111" y="2118291"/>
                  </a:lnTo>
                  <a:close/>
                  <a:moveTo>
                    <a:pt x="1064388" y="2127641"/>
                  </a:moveTo>
                  <a:lnTo>
                    <a:pt x="1082564" y="2149826"/>
                  </a:lnTo>
                  <a:lnTo>
                    <a:pt x="1109111" y="2118291"/>
                  </a:lnTo>
                  <a:close/>
                  <a:moveTo>
                    <a:pt x="580092" y="1495025"/>
                  </a:moveTo>
                  <a:lnTo>
                    <a:pt x="625865" y="1453668"/>
                  </a:lnTo>
                  <a:lnTo>
                    <a:pt x="580658" y="1492105"/>
                  </a:lnTo>
                  <a:close/>
                  <a:moveTo>
                    <a:pt x="1081507" y="1990738"/>
                  </a:moveTo>
                  <a:lnTo>
                    <a:pt x="1086917" y="1996673"/>
                  </a:lnTo>
                  <a:lnTo>
                    <a:pt x="1058982" y="2029174"/>
                  </a:lnTo>
                  <a:close/>
                  <a:moveTo>
                    <a:pt x="679837" y="1374095"/>
                  </a:moveTo>
                  <a:lnTo>
                    <a:pt x="625865" y="1453668"/>
                  </a:lnTo>
                  <a:lnTo>
                    <a:pt x="639807" y="1415232"/>
                  </a:lnTo>
                  <a:close/>
                  <a:moveTo>
                    <a:pt x="679837" y="1374095"/>
                  </a:moveTo>
                  <a:lnTo>
                    <a:pt x="638018" y="1432944"/>
                  </a:lnTo>
                  <a:lnTo>
                    <a:pt x="625865" y="1453668"/>
                  </a:lnTo>
                  <a:close/>
                  <a:moveTo>
                    <a:pt x="727878" y="1333017"/>
                  </a:moveTo>
                  <a:lnTo>
                    <a:pt x="723833" y="1348909"/>
                  </a:lnTo>
                  <a:lnTo>
                    <a:pt x="679837" y="1374095"/>
                  </a:lnTo>
                  <a:close/>
                  <a:moveTo>
                    <a:pt x="679837" y="1374095"/>
                  </a:moveTo>
                  <a:lnTo>
                    <a:pt x="701404" y="1391276"/>
                  </a:lnTo>
                  <a:lnTo>
                    <a:pt x="638018" y="1432944"/>
                  </a:lnTo>
                  <a:close/>
                  <a:moveTo>
                    <a:pt x="1413941" y="2116731"/>
                  </a:moveTo>
                  <a:lnTo>
                    <a:pt x="1394614" y="2034517"/>
                  </a:lnTo>
                  <a:lnTo>
                    <a:pt x="1371802" y="2126004"/>
                  </a:lnTo>
                  <a:close/>
                  <a:moveTo>
                    <a:pt x="1104781" y="1721441"/>
                  </a:moveTo>
                  <a:lnTo>
                    <a:pt x="1042707" y="1744092"/>
                  </a:lnTo>
                  <a:lnTo>
                    <a:pt x="1126670" y="1714897"/>
                  </a:lnTo>
                  <a:close/>
                  <a:moveTo>
                    <a:pt x="791595" y="1294581"/>
                  </a:moveTo>
                  <a:lnTo>
                    <a:pt x="768685" y="1212366"/>
                  </a:lnTo>
                  <a:lnTo>
                    <a:pt x="786289" y="1298134"/>
                  </a:lnTo>
                  <a:close/>
                  <a:moveTo>
                    <a:pt x="1489899" y="2190677"/>
                  </a:moveTo>
                  <a:lnTo>
                    <a:pt x="1563248" y="2091545"/>
                  </a:lnTo>
                  <a:lnTo>
                    <a:pt x="1474271" y="2103290"/>
                  </a:lnTo>
                  <a:close/>
                  <a:moveTo>
                    <a:pt x="1394614" y="2034517"/>
                  </a:moveTo>
                  <a:lnTo>
                    <a:pt x="1474271" y="210329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13941" y="2116731"/>
                  </a:lnTo>
                  <a:lnTo>
                    <a:pt x="1474271" y="2103290"/>
                  </a:lnTo>
                  <a:close/>
                  <a:moveTo>
                    <a:pt x="1563248" y="2091545"/>
                  </a:moveTo>
                  <a:lnTo>
                    <a:pt x="1456501" y="2017644"/>
                  </a:lnTo>
                  <a:lnTo>
                    <a:pt x="1474271" y="2103290"/>
                  </a:lnTo>
                  <a:close/>
                  <a:moveTo>
                    <a:pt x="1456501" y="2017644"/>
                  </a:moveTo>
                  <a:lnTo>
                    <a:pt x="1518922" y="1996080"/>
                  </a:lnTo>
                  <a:lnTo>
                    <a:pt x="1467769" y="1939036"/>
                  </a:lnTo>
                  <a:close/>
                  <a:moveTo>
                    <a:pt x="1407568" y="1857243"/>
                  </a:moveTo>
                  <a:lnTo>
                    <a:pt x="1454557" y="1889636"/>
                  </a:lnTo>
                  <a:lnTo>
                    <a:pt x="1469997" y="1831650"/>
                  </a:lnTo>
                  <a:close/>
                  <a:moveTo>
                    <a:pt x="1213050" y="1543997"/>
                  </a:moveTo>
                  <a:lnTo>
                    <a:pt x="1119558" y="1623441"/>
                  </a:lnTo>
                  <a:lnTo>
                    <a:pt x="1152692" y="1585005"/>
                  </a:lnTo>
                  <a:close/>
                  <a:moveTo>
                    <a:pt x="1213050" y="1543997"/>
                  </a:moveTo>
                  <a:lnTo>
                    <a:pt x="1159878" y="1560401"/>
                  </a:lnTo>
                  <a:lnTo>
                    <a:pt x="1119558" y="1623441"/>
                  </a:lnTo>
                  <a:close/>
                  <a:moveTo>
                    <a:pt x="875721" y="1256144"/>
                  </a:moveTo>
                  <a:lnTo>
                    <a:pt x="768685" y="1212366"/>
                  </a:lnTo>
                  <a:lnTo>
                    <a:pt x="791595" y="1294581"/>
                  </a:lnTo>
                  <a:close/>
                  <a:moveTo>
                    <a:pt x="549662" y="735647"/>
                  </a:moveTo>
                  <a:lnTo>
                    <a:pt x="430905" y="785494"/>
                  </a:lnTo>
                  <a:lnTo>
                    <a:pt x="481757" y="760420"/>
                  </a:lnTo>
                  <a:close/>
                  <a:moveTo>
                    <a:pt x="694922" y="811360"/>
                  </a:moveTo>
                  <a:lnTo>
                    <a:pt x="765876" y="814268"/>
                  </a:lnTo>
                  <a:lnTo>
                    <a:pt x="716105" y="800633"/>
                  </a:lnTo>
                  <a:close/>
                  <a:moveTo>
                    <a:pt x="765876" y="814268"/>
                  </a:moveTo>
                  <a:lnTo>
                    <a:pt x="694922" y="811360"/>
                  </a:lnTo>
                  <a:lnTo>
                    <a:pt x="785984" y="846699"/>
                  </a:lnTo>
                  <a:close/>
                  <a:moveTo>
                    <a:pt x="694922" y="811360"/>
                  </a:moveTo>
                  <a:lnTo>
                    <a:pt x="711603" y="847256"/>
                  </a:lnTo>
                  <a:lnTo>
                    <a:pt x="785984" y="846699"/>
                  </a:lnTo>
                  <a:close/>
                  <a:moveTo>
                    <a:pt x="847144" y="796708"/>
                  </a:moveTo>
                  <a:lnTo>
                    <a:pt x="765876" y="814268"/>
                  </a:lnTo>
                  <a:lnTo>
                    <a:pt x="819873" y="806632"/>
                  </a:lnTo>
                  <a:close/>
                  <a:moveTo>
                    <a:pt x="765876" y="814268"/>
                  </a:moveTo>
                  <a:lnTo>
                    <a:pt x="785984" y="846699"/>
                  </a:lnTo>
                  <a:lnTo>
                    <a:pt x="819873" y="806632"/>
                  </a:lnTo>
                  <a:close/>
                  <a:moveTo>
                    <a:pt x="484058" y="761512"/>
                  </a:moveTo>
                  <a:lnTo>
                    <a:pt x="549662" y="735647"/>
                  </a:lnTo>
                  <a:lnTo>
                    <a:pt x="481757" y="760420"/>
                  </a:lnTo>
                  <a:close/>
                  <a:moveTo>
                    <a:pt x="484058" y="761512"/>
                  </a:moveTo>
                  <a:lnTo>
                    <a:pt x="572500" y="750202"/>
                  </a:lnTo>
                  <a:lnTo>
                    <a:pt x="549662" y="735647"/>
                  </a:lnTo>
                  <a:close/>
                  <a:moveTo>
                    <a:pt x="1571082" y="1616242"/>
                  </a:moveTo>
                  <a:lnTo>
                    <a:pt x="1488054" y="1710998"/>
                  </a:lnTo>
                  <a:lnTo>
                    <a:pt x="1530226" y="1672562"/>
                  </a:lnTo>
                  <a:close/>
                  <a:moveTo>
                    <a:pt x="855349" y="802120"/>
                  </a:moveTo>
                  <a:lnTo>
                    <a:pt x="819873" y="806632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55349" y="802120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13580" y="875577"/>
                  </a:lnTo>
                  <a:lnTo>
                    <a:pt x="924407" y="870380"/>
                  </a:lnTo>
                  <a:close/>
                  <a:moveTo>
                    <a:pt x="909727" y="858004"/>
                  </a:moveTo>
                  <a:lnTo>
                    <a:pt x="981511" y="860237"/>
                  </a:lnTo>
                  <a:lnTo>
                    <a:pt x="855349" y="802120"/>
                  </a:lnTo>
                  <a:close/>
                  <a:moveTo>
                    <a:pt x="981511" y="860237"/>
                  </a:moveTo>
                  <a:lnTo>
                    <a:pt x="909727" y="858004"/>
                  </a:lnTo>
                  <a:lnTo>
                    <a:pt x="1000778" y="877263"/>
                  </a:lnTo>
                  <a:close/>
                  <a:moveTo>
                    <a:pt x="909727" y="858004"/>
                  </a:moveTo>
                  <a:lnTo>
                    <a:pt x="924407" y="870380"/>
                  </a:lnTo>
                  <a:lnTo>
                    <a:pt x="1000778" y="877263"/>
                  </a:lnTo>
                  <a:close/>
                  <a:moveTo>
                    <a:pt x="1548148" y="1315295"/>
                  </a:moveTo>
                  <a:lnTo>
                    <a:pt x="1561017" y="1305265"/>
                  </a:lnTo>
                  <a:lnTo>
                    <a:pt x="1508609" y="1343701"/>
                  </a:lnTo>
                  <a:close/>
                  <a:moveTo>
                    <a:pt x="1222290" y="894189"/>
                  </a:moveTo>
                  <a:lnTo>
                    <a:pt x="1181260" y="994739"/>
                  </a:lnTo>
                  <a:lnTo>
                    <a:pt x="1190415" y="1014841"/>
                  </a:lnTo>
                  <a:close/>
                  <a:moveTo>
                    <a:pt x="1936088" y="1716340"/>
                  </a:moveTo>
                  <a:lnTo>
                    <a:pt x="1972396" y="1760119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1936088" y="1716340"/>
                  </a:lnTo>
                  <a:lnTo>
                    <a:pt x="1988427" y="1677904"/>
                  </a:lnTo>
                  <a:close/>
                  <a:moveTo>
                    <a:pt x="1504048" y="1378437"/>
                  </a:moveTo>
                  <a:lnTo>
                    <a:pt x="1548148" y="1315295"/>
                  </a:lnTo>
                  <a:lnTo>
                    <a:pt x="1477870" y="1331193"/>
                  </a:lnTo>
                  <a:close/>
                  <a:moveTo>
                    <a:pt x="1717700" y="1184614"/>
                  </a:moveTo>
                  <a:lnTo>
                    <a:pt x="1666452" y="1267497"/>
                  </a:lnTo>
                  <a:lnTo>
                    <a:pt x="1668861" y="1266828"/>
                  </a:lnTo>
                  <a:close/>
                  <a:moveTo>
                    <a:pt x="1229534" y="691323"/>
                  </a:moveTo>
                  <a:lnTo>
                    <a:pt x="1206590" y="659035"/>
                  </a:lnTo>
                  <a:lnTo>
                    <a:pt x="1164975" y="718648"/>
                  </a:lnTo>
                  <a:close/>
                  <a:moveTo>
                    <a:pt x="1174231" y="609108"/>
                  </a:moveTo>
                  <a:lnTo>
                    <a:pt x="1164975" y="718648"/>
                  </a:lnTo>
                  <a:lnTo>
                    <a:pt x="1206590" y="659035"/>
                  </a:lnTo>
                  <a:close/>
                  <a:moveTo>
                    <a:pt x="1988427" y="1677904"/>
                  </a:moveTo>
                  <a:lnTo>
                    <a:pt x="2013285" y="1567673"/>
                  </a:lnTo>
                  <a:lnTo>
                    <a:pt x="1990177" y="1638134"/>
                  </a:lnTo>
                  <a:close/>
                  <a:moveTo>
                    <a:pt x="2020718" y="1557252"/>
                  </a:moveTo>
                  <a:lnTo>
                    <a:pt x="2013285" y="1567673"/>
                  </a:lnTo>
                  <a:lnTo>
                    <a:pt x="1988427" y="1677904"/>
                  </a:lnTo>
                  <a:close/>
                  <a:moveTo>
                    <a:pt x="2032852" y="1639467"/>
                  </a:moveTo>
                  <a:lnTo>
                    <a:pt x="2020718" y="1557252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2013285" y="1567673"/>
                  </a:lnTo>
                  <a:lnTo>
                    <a:pt x="2041723" y="1677904"/>
                  </a:lnTo>
                  <a:close/>
                  <a:moveTo>
                    <a:pt x="1717700" y="1184614"/>
                  </a:moveTo>
                  <a:lnTo>
                    <a:pt x="1668861" y="1266828"/>
                  </a:lnTo>
                  <a:lnTo>
                    <a:pt x="1770100" y="1228392"/>
                  </a:lnTo>
                  <a:close/>
                  <a:moveTo>
                    <a:pt x="1413271" y="751592"/>
                  </a:moveTo>
                  <a:lnTo>
                    <a:pt x="1366865" y="773537"/>
                  </a:lnTo>
                  <a:lnTo>
                    <a:pt x="1452175" y="804721"/>
                  </a:lnTo>
                  <a:close/>
                  <a:moveTo>
                    <a:pt x="1366865" y="773537"/>
                  </a:moveTo>
                  <a:lnTo>
                    <a:pt x="1327540" y="832589"/>
                  </a:lnTo>
                  <a:lnTo>
                    <a:pt x="1452175" y="804721"/>
                  </a:lnTo>
                  <a:close/>
                  <a:moveTo>
                    <a:pt x="1304063" y="744812"/>
                  </a:moveTo>
                  <a:lnTo>
                    <a:pt x="1413271" y="751592"/>
                  </a:lnTo>
                  <a:lnTo>
                    <a:pt x="1428267" y="715333"/>
                  </a:lnTo>
                  <a:close/>
                  <a:moveTo>
                    <a:pt x="1304063" y="744812"/>
                  </a:moveTo>
                  <a:lnTo>
                    <a:pt x="1428267" y="715333"/>
                  </a:lnTo>
                  <a:lnTo>
                    <a:pt x="1338321" y="657698"/>
                  </a:lnTo>
                  <a:close/>
                  <a:moveTo>
                    <a:pt x="1413271" y="751592"/>
                  </a:moveTo>
                  <a:lnTo>
                    <a:pt x="1461298" y="735101"/>
                  </a:lnTo>
                  <a:lnTo>
                    <a:pt x="1428267" y="715333"/>
                  </a:lnTo>
                  <a:close/>
                  <a:moveTo>
                    <a:pt x="1413271" y="751592"/>
                  </a:moveTo>
                  <a:lnTo>
                    <a:pt x="1452175" y="804721"/>
                  </a:lnTo>
                  <a:lnTo>
                    <a:pt x="1461298" y="735101"/>
                  </a:lnTo>
                  <a:close/>
                  <a:moveTo>
                    <a:pt x="1268199" y="570671"/>
                  </a:moveTo>
                  <a:lnTo>
                    <a:pt x="1229534" y="691323"/>
                  </a:lnTo>
                  <a:lnTo>
                    <a:pt x="1332875" y="652886"/>
                  </a:lnTo>
                  <a:close/>
                  <a:moveTo>
                    <a:pt x="1817647" y="1205170"/>
                  </a:moveTo>
                  <a:lnTo>
                    <a:pt x="1875542" y="1218695"/>
                  </a:lnTo>
                  <a:lnTo>
                    <a:pt x="1833960" y="1180976"/>
                  </a:lnTo>
                  <a:close/>
                  <a:moveTo>
                    <a:pt x="1457320" y="815872"/>
                  </a:moveTo>
                  <a:lnTo>
                    <a:pt x="1541083" y="858475"/>
                  </a:lnTo>
                  <a:lnTo>
                    <a:pt x="1547669" y="803012"/>
                  </a:lnTo>
                  <a:close/>
                  <a:moveTo>
                    <a:pt x="1524879" y="721448"/>
                  </a:moveTo>
                  <a:lnTo>
                    <a:pt x="1461298" y="735101"/>
                  </a:lnTo>
                  <a:lnTo>
                    <a:pt x="1457320" y="815872"/>
                  </a:lnTo>
                  <a:close/>
                  <a:moveTo>
                    <a:pt x="1547669" y="803012"/>
                  </a:moveTo>
                  <a:lnTo>
                    <a:pt x="1524879" y="721448"/>
                  </a:lnTo>
                  <a:lnTo>
                    <a:pt x="1457320" y="815872"/>
                  </a:lnTo>
                  <a:close/>
                  <a:moveTo>
                    <a:pt x="1435406" y="633504"/>
                  </a:moveTo>
                  <a:lnTo>
                    <a:pt x="1428267" y="715333"/>
                  </a:lnTo>
                  <a:lnTo>
                    <a:pt x="1511254" y="614450"/>
                  </a:lnTo>
                  <a:close/>
                  <a:moveTo>
                    <a:pt x="1428267" y="715333"/>
                  </a:moveTo>
                  <a:lnTo>
                    <a:pt x="1461298" y="735101"/>
                  </a:lnTo>
                  <a:lnTo>
                    <a:pt x="1511254" y="614450"/>
                  </a:lnTo>
                  <a:close/>
                  <a:moveTo>
                    <a:pt x="1511254" y="614450"/>
                  </a:moveTo>
                  <a:lnTo>
                    <a:pt x="1461298" y="735101"/>
                  </a:lnTo>
                  <a:lnTo>
                    <a:pt x="1539966" y="639097"/>
                  </a:lnTo>
                  <a:close/>
                  <a:moveTo>
                    <a:pt x="1539966" y="639097"/>
                  </a:moveTo>
                  <a:lnTo>
                    <a:pt x="1461298" y="735101"/>
                  </a:lnTo>
                  <a:lnTo>
                    <a:pt x="1524879" y="721448"/>
                  </a:lnTo>
                  <a:close/>
                  <a:moveTo>
                    <a:pt x="1524879" y="721448"/>
                  </a:moveTo>
                  <a:lnTo>
                    <a:pt x="1577042" y="696665"/>
                  </a:lnTo>
                  <a:lnTo>
                    <a:pt x="1539966" y="639097"/>
                  </a:lnTo>
                  <a:close/>
                  <a:moveTo>
                    <a:pt x="1332875" y="652886"/>
                  </a:moveTo>
                  <a:lnTo>
                    <a:pt x="1338321" y="657698"/>
                  </a:lnTo>
                  <a:lnTo>
                    <a:pt x="1339254" y="651082"/>
                  </a:lnTo>
                  <a:close/>
                  <a:moveTo>
                    <a:pt x="1268199" y="570671"/>
                  </a:moveTo>
                  <a:lnTo>
                    <a:pt x="1332875" y="652886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338321" y="657698"/>
                  </a:lnTo>
                  <a:lnTo>
                    <a:pt x="1428267" y="715333"/>
                  </a:lnTo>
                  <a:close/>
                  <a:moveTo>
                    <a:pt x="1435406" y="633504"/>
                  </a:moveTo>
                  <a:lnTo>
                    <a:pt x="1339254" y="651082"/>
                  </a:lnTo>
                  <a:lnTo>
                    <a:pt x="1338321" y="657698"/>
                  </a:lnTo>
                  <a:close/>
                  <a:moveTo>
                    <a:pt x="1441497" y="549596"/>
                  </a:moveTo>
                  <a:lnTo>
                    <a:pt x="1424521" y="532234"/>
                  </a:lnTo>
                  <a:lnTo>
                    <a:pt x="1435406" y="633504"/>
                  </a:lnTo>
                  <a:close/>
                  <a:moveTo>
                    <a:pt x="1435406" y="633504"/>
                  </a:moveTo>
                  <a:lnTo>
                    <a:pt x="1424521" y="532234"/>
                  </a:lnTo>
                  <a:lnTo>
                    <a:pt x="1342683" y="548201"/>
                  </a:lnTo>
                  <a:close/>
                  <a:moveTo>
                    <a:pt x="1435406" y="633504"/>
                  </a:moveTo>
                  <a:lnTo>
                    <a:pt x="1342683" y="548201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511254" y="614450"/>
                  </a:lnTo>
                  <a:lnTo>
                    <a:pt x="1441497" y="549596"/>
                  </a:lnTo>
                  <a:close/>
                  <a:moveTo>
                    <a:pt x="2225544" y="1416202"/>
                  </a:moveTo>
                  <a:lnTo>
                    <a:pt x="2140534" y="1436601"/>
                  </a:lnTo>
                  <a:lnTo>
                    <a:pt x="2260225" y="1444876"/>
                  </a:lnTo>
                  <a:close/>
                  <a:moveTo>
                    <a:pt x="2260225" y="1444876"/>
                  </a:moveTo>
                  <a:lnTo>
                    <a:pt x="2140534" y="1436601"/>
                  </a:lnTo>
                  <a:lnTo>
                    <a:pt x="2136648" y="1476705"/>
                  </a:lnTo>
                  <a:close/>
                  <a:moveTo>
                    <a:pt x="2029873" y="1354003"/>
                  </a:moveTo>
                  <a:lnTo>
                    <a:pt x="2059464" y="1430038"/>
                  </a:lnTo>
                  <a:lnTo>
                    <a:pt x="2109071" y="1350208"/>
                  </a:lnTo>
                  <a:close/>
                  <a:moveTo>
                    <a:pt x="2225544" y="1416202"/>
                  </a:moveTo>
                  <a:lnTo>
                    <a:pt x="2112604" y="1386807"/>
                  </a:lnTo>
                  <a:lnTo>
                    <a:pt x="2140534" y="1436601"/>
                  </a:lnTo>
                  <a:close/>
                  <a:moveTo>
                    <a:pt x="2109071" y="1350208"/>
                  </a:moveTo>
                  <a:lnTo>
                    <a:pt x="2099011" y="1335983"/>
                  </a:lnTo>
                  <a:lnTo>
                    <a:pt x="2029873" y="1354003"/>
                  </a:lnTo>
                  <a:close/>
                  <a:moveTo>
                    <a:pt x="2018219" y="1163292"/>
                  </a:moveTo>
                  <a:lnTo>
                    <a:pt x="1926442" y="1189956"/>
                  </a:lnTo>
                  <a:lnTo>
                    <a:pt x="2054394" y="1232624"/>
                  </a:lnTo>
                  <a:close/>
                  <a:moveTo>
                    <a:pt x="1965211" y="1106295"/>
                  </a:moveTo>
                  <a:lnTo>
                    <a:pt x="1926442" y="1189956"/>
                  </a:lnTo>
                  <a:lnTo>
                    <a:pt x="2018219" y="1163292"/>
                  </a:lnTo>
                  <a:close/>
                  <a:moveTo>
                    <a:pt x="2018219" y="1163292"/>
                  </a:moveTo>
                  <a:lnTo>
                    <a:pt x="2093752" y="1162478"/>
                  </a:lnTo>
                  <a:lnTo>
                    <a:pt x="2048504" y="1099172"/>
                  </a:lnTo>
                  <a:close/>
                  <a:moveTo>
                    <a:pt x="2018219" y="1163292"/>
                  </a:moveTo>
                  <a:lnTo>
                    <a:pt x="2048504" y="1099172"/>
                  </a:lnTo>
                  <a:lnTo>
                    <a:pt x="1965211" y="1106295"/>
                  </a:lnTo>
                  <a:close/>
                  <a:moveTo>
                    <a:pt x="1577042" y="696665"/>
                  </a:moveTo>
                  <a:lnTo>
                    <a:pt x="1605509" y="778880"/>
                  </a:lnTo>
                  <a:lnTo>
                    <a:pt x="1643409" y="740443"/>
                  </a:lnTo>
                  <a:close/>
                  <a:moveTo>
                    <a:pt x="1511254" y="614450"/>
                  </a:moveTo>
                  <a:lnTo>
                    <a:pt x="1539966" y="639097"/>
                  </a:lnTo>
                  <a:lnTo>
                    <a:pt x="1555865" y="596165"/>
                  </a:lnTo>
                  <a:close/>
                  <a:moveTo>
                    <a:pt x="1555865" y="596165"/>
                  </a:moveTo>
                  <a:lnTo>
                    <a:pt x="1441497" y="549596"/>
                  </a:lnTo>
                  <a:lnTo>
                    <a:pt x="1511254" y="614450"/>
                  </a:lnTo>
                  <a:close/>
                  <a:moveTo>
                    <a:pt x="1607035" y="493798"/>
                  </a:moveTo>
                  <a:lnTo>
                    <a:pt x="1630113" y="482280"/>
                  </a:lnTo>
                  <a:lnTo>
                    <a:pt x="1549374" y="501349"/>
                  </a:lnTo>
                  <a:close/>
                  <a:moveTo>
                    <a:pt x="2418886" y="1280111"/>
                  </a:moveTo>
                  <a:lnTo>
                    <a:pt x="2327212" y="1294048"/>
                  </a:lnTo>
                  <a:lnTo>
                    <a:pt x="2312028" y="1359902"/>
                  </a:lnTo>
                  <a:close/>
                  <a:moveTo>
                    <a:pt x="1658260" y="537577"/>
                  </a:moveTo>
                  <a:lnTo>
                    <a:pt x="1687916" y="483193"/>
                  </a:lnTo>
                  <a:lnTo>
                    <a:pt x="1607035" y="493798"/>
                  </a:lnTo>
                  <a:close/>
                  <a:moveTo>
                    <a:pt x="1630113" y="482280"/>
                  </a:moveTo>
                  <a:lnTo>
                    <a:pt x="1607035" y="493798"/>
                  </a:lnTo>
                  <a:lnTo>
                    <a:pt x="1645914" y="483456"/>
                  </a:lnTo>
                  <a:close/>
                  <a:moveTo>
                    <a:pt x="2175492" y="756248"/>
                  </a:moveTo>
                  <a:lnTo>
                    <a:pt x="2132319" y="830847"/>
                  </a:lnTo>
                  <a:lnTo>
                    <a:pt x="2208999" y="829100"/>
                  </a:lnTo>
                  <a:close/>
                  <a:moveTo>
                    <a:pt x="1879526" y="416925"/>
                  </a:moveTo>
                  <a:lnTo>
                    <a:pt x="1887640" y="457408"/>
                  </a:lnTo>
                  <a:lnTo>
                    <a:pt x="2019823" y="461343"/>
                  </a:lnTo>
                  <a:close/>
                  <a:moveTo>
                    <a:pt x="2019823" y="461343"/>
                  </a:moveTo>
                  <a:lnTo>
                    <a:pt x="2022854" y="460704"/>
                  </a:lnTo>
                  <a:lnTo>
                    <a:pt x="2020032" y="458545"/>
                  </a:lnTo>
                  <a:close/>
                  <a:moveTo>
                    <a:pt x="2019823" y="461343"/>
                  </a:moveTo>
                  <a:lnTo>
                    <a:pt x="2027475" y="486370"/>
                  </a:lnTo>
                  <a:lnTo>
                    <a:pt x="2022854" y="460704"/>
                  </a:lnTo>
                  <a:close/>
                  <a:moveTo>
                    <a:pt x="2027475" y="486370"/>
                  </a:moveTo>
                  <a:lnTo>
                    <a:pt x="2019823" y="461343"/>
                  </a:lnTo>
                  <a:lnTo>
                    <a:pt x="2009083" y="460704"/>
                  </a:lnTo>
                  <a:close/>
                  <a:moveTo>
                    <a:pt x="2121750" y="439071"/>
                  </a:moveTo>
                  <a:lnTo>
                    <a:pt x="2022854" y="460704"/>
                  </a:lnTo>
                  <a:lnTo>
                    <a:pt x="2158347" y="481817"/>
                  </a:lnTo>
                  <a:close/>
                  <a:moveTo>
                    <a:pt x="2022854" y="460704"/>
                  </a:moveTo>
                  <a:lnTo>
                    <a:pt x="2121750" y="439071"/>
                  </a:lnTo>
                  <a:lnTo>
                    <a:pt x="2020032" y="458545"/>
                  </a:lnTo>
                  <a:close/>
                  <a:moveTo>
                    <a:pt x="2203177" y="433465"/>
                  </a:moveTo>
                  <a:lnTo>
                    <a:pt x="2160047" y="424719"/>
                  </a:lnTo>
                  <a:lnTo>
                    <a:pt x="2121750" y="439071"/>
                  </a:lnTo>
                  <a:close/>
                  <a:moveTo>
                    <a:pt x="2203177" y="433465"/>
                  </a:moveTo>
                  <a:lnTo>
                    <a:pt x="2121750" y="439071"/>
                  </a:lnTo>
                  <a:lnTo>
                    <a:pt x="2219677" y="432464"/>
                  </a:lnTo>
                  <a:close/>
                  <a:moveTo>
                    <a:pt x="2121750" y="439071"/>
                  </a:moveTo>
                  <a:lnTo>
                    <a:pt x="2158347" y="481817"/>
                  </a:lnTo>
                  <a:lnTo>
                    <a:pt x="2219677" y="432464"/>
                  </a:lnTo>
                  <a:close/>
                  <a:moveTo>
                    <a:pt x="2203177" y="433465"/>
                  </a:moveTo>
                  <a:lnTo>
                    <a:pt x="2219677" y="432464"/>
                  </a:lnTo>
                  <a:lnTo>
                    <a:pt x="2234998" y="422268"/>
                  </a:lnTo>
                  <a:close/>
                  <a:moveTo>
                    <a:pt x="1944868" y="240971"/>
                  </a:moveTo>
                  <a:lnTo>
                    <a:pt x="1964917" y="252478"/>
                  </a:lnTo>
                  <a:lnTo>
                    <a:pt x="1937464" y="267523"/>
                  </a:lnTo>
                  <a:close/>
                  <a:moveTo>
                    <a:pt x="2225691" y="24546"/>
                  </a:moveTo>
                  <a:lnTo>
                    <a:pt x="2163888" y="54971"/>
                  </a:lnTo>
                  <a:lnTo>
                    <a:pt x="2108822" y="81451"/>
                  </a:lnTo>
                  <a:close/>
                  <a:moveTo>
                    <a:pt x="2263131" y="16534"/>
                  </a:moveTo>
                  <a:lnTo>
                    <a:pt x="2195379" y="39435"/>
                  </a:lnTo>
                  <a:lnTo>
                    <a:pt x="2225691" y="24546"/>
                  </a:lnTo>
                  <a:close/>
                  <a:moveTo>
                    <a:pt x="2305681" y="10354"/>
                  </a:moveTo>
                  <a:lnTo>
                    <a:pt x="2263131" y="16534"/>
                  </a:lnTo>
                  <a:lnTo>
                    <a:pt x="2361042" y="36739"/>
                  </a:lnTo>
                  <a:close/>
                  <a:moveTo>
                    <a:pt x="2361042" y="36739"/>
                  </a:moveTo>
                  <a:lnTo>
                    <a:pt x="2263131" y="16534"/>
                  </a:lnTo>
                  <a:lnTo>
                    <a:pt x="2225691" y="24546"/>
                  </a:lnTo>
                  <a:close/>
                  <a:moveTo>
                    <a:pt x="2392947" y="0"/>
                  </a:moveTo>
                  <a:lnTo>
                    <a:pt x="2305681" y="10354"/>
                  </a:lnTo>
                  <a:lnTo>
                    <a:pt x="2438160" y="46415"/>
                  </a:lnTo>
                  <a:close/>
                  <a:moveTo>
                    <a:pt x="2305681" y="10354"/>
                  </a:moveTo>
                  <a:lnTo>
                    <a:pt x="2361042" y="36739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17" name="Candidate_density__2116">
              <a:extLst>
                <a:ext uri="{FF2B5EF4-FFF2-40B4-BE49-F238E27FC236}">
                  <a16:creationId xmlns:a16="http://schemas.microsoft.com/office/drawing/2014/main" id="{C245C8AE-BDA1-D877-A013-EBFB948BFF87}"/>
                </a:ext>
              </a:extLst>
            </p:cNvPr>
            <p:cNvSpPr>
              <a:spLocks noGrp="1"/>
            </p:cNvSpPr>
            <p:nvPr/>
          </p:nvSpPr>
          <p:spPr>
            <a:xfrm>
              <a:off x="4050326" y="1569676"/>
              <a:ext cx="1878942" cy="2140908"/>
            </a:xfrm>
            <a:custGeom>
              <a:avLst/>
              <a:gdLst/>
              <a:ahLst/>
              <a:cxnLst/>
              <a:rect l="0" t="0" r="0" b="0"/>
              <a:pathLst>
                <a:path w="1878942" h="2140908">
                  <a:moveTo>
                    <a:pt x="92962" y="2102471"/>
                  </a:moveTo>
                  <a:lnTo>
                    <a:pt x="96306" y="2020256"/>
                  </a:lnTo>
                  <a:lnTo>
                    <a:pt x="41799" y="2140908"/>
                  </a:lnTo>
                  <a:close/>
                  <a:moveTo>
                    <a:pt x="98830" y="2012705"/>
                  </a:moveTo>
                  <a:lnTo>
                    <a:pt x="83723" y="2034180"/>
                  </a:lnTo>
                  <a:lnTo>
                    <a:pt x="96306" y="2020256"/>
                  </a:lnTo>
                  <a:close/>
                  <a:moveTo>
                    <a:pt x="98830" y="2012705"/>
                  </a:moveTo>
                  <a:lnTo>
                    <a:pt x="96306" y="2020256"/>
                  </a:lnTo>
                  <a:lnTo>
                    <a:pt x="115581" y="2008280"/>
                  </a:lnTo>
                  <a:close/>
                  <a:moveTo>
                    <a:pt x="0" y="1491449"/>
                  </a:moveTo>
                  <a:lnTo>
                    <a:pt x="46494" y="1503393"/>
                  </a:lnTo>
                  <a:lnTo>
                    <a:pt x="45774" y="1450093"/>
                  </a:lnTo>
                  <a:close/>
                  <a:moveTo>
                    <a:pt x="557813" y="1702080"/>
                  </a:moveTo>
                  <a:lnTo>
                    <a:pt x="539466" y="1619865"/>
                  </a:lnTo>
                  <a:lnTo>
                    <a:pt x="524690" y="1717865"/>
                  </a:lnTo>
                  <a:close/>
                  <a:moveTo>
                    <a:pt x="539466" y="1619865"/>
                  </a:moveTo>
                  <a:lnTo>
                    <a:pt x="506659" y="1632432"/>
                  </a:lnTo>
                  <a:lnTo>
                    <a:pt x="524690" y="1717865"/>
                  </a:lnTo>
                  <a:close/>
                  <a:moveTo>
                    <a:pt x="524690" y="1717865"/>
                  </a:moveTo>
                  <a:lnTo>
                    <a:pt x="546578" y="1711321"/>
                  </a:lnTo>
                  <a:lnTo>
                    <a:pt x="557813" y="1702080"/>
                  </a:lnTo>
                  <a:close/>
                  <a:moveTo>
                    <a:pt x="206197" y="1294558"/>
                  </a:moveTo>
                  <a:lnTo>
                    <a:pt x="147787" y="1329441"/>
                  </a:lnTo>
                  <a:lnTo>
                    <a:pt x="210903" y="1292260"/>
                  </a:lnTo>
                  <a:close/>
                  <a:moveTo>
                    <a:pt x="147787" y="1329441"/>
                  </a:moveTo>
                  <a:lnTo>
                    <a:pt x="99745" y="1370520"/>
                  </a:lnTo>
                  <a:lnTo>
                    <a:pt x="210903" y="1292260"/>
                  </a:lnTo>
                  <a:close/>
                  <a:moveTo>
                    <a:pt x="206197" y="1294558"/>
                  </a:moveTo>
                  <a:lnTo>
                    <a:pt x="210903" y="1292260"/>
                  </a:lnTo>
                  <a:lnTo>
                    <a:pt x="211503" y="1291005"/>
                  </a:lnTo>
                  <a:close/>
                  <a:moveTo>
                    <a:pt x="546578" y="1711321"/>
                  </a:moveTo>
                  <a:lnTo>
                    <a:pt x="596307" y="1682046"/>
                  </a:lnTo>
                  <a:lnTo>
                    <a:pt x="557813" y="1702080"/>
                  </a:lnTo>
                  <a:close/>
                  <a:moveTo>
                    <a:pt x="539466" y="1619865"/>
                  </a:moveTo>
                  <a:lnTo>
                    <a:pt x="557813" y="1702080"/>
                  </a:lnTo>
                  <a:lnTo>
                    <a:pt x="597261" y="1663643"/>
                  </a:lnTo>
                  <a:close/>
                  <a:moveTo>
                    <a:pt x="539466" y="1619865"/>
                  </a:moveTo>
                  <a:lnTo>
                    <a:pt x="597261" y="1663643"/>
                  </a:lnTo>
                  <a:lnTo>
                    <a:pt x="572601" y="1581429"/>
                  </a:lnTo>
                  <a:close/>
                  <a:moveTo>
                    <a:pt x="233488" y="872001"/>
                  </a:moveTo>
                  <a:lnTo>
                    <a:pt x="239781" y="803056"/>
                  </a:lnTo>
                  <a:lnTo>
                    <a:pt x="205893" y="843123"/>
                  </a:lnTo>
                  <a:close/>
                  <a:moveTo>
                    <a:pt x="611190" y="907397"/>
                  </a:moveTo>
                  <a:lnTo>
                    <a:pt x="601169" y="991163"/>
                  </a:lnTo>
                  <a:lnTo>
                    <a:pt x="642198" y="890613"/>
                  </a:lnTo>
                  <a:close/>
                  <a:moveTo>
                    <a:pt x="642198" y="890613"/>
                  </a:moveTo>
                  <a:lnTo>
                    <a:pt x="610324" y="1011265"/>
                  </a:lnTo>
                  <a:lnTo>
                    <a:pt x="656447" y="972829"/>
                  </a:lnTo>
                  <a:close/>
                  <a:moveTo>
                    <a:pt x="1141532" y="1345468"/>
                  </a:moveTo>
                  <a:lnTo>
                    <a:pt x="1101489" y="1351714"/>
                  </a:lnTo>
                  <a:lnTo>
                    <a:pt x="1130397" y="1424824"/>
                  </a:lnTo>
                  <a:close/>
                  <a:moveTo>
                    <a:pt x="1017599" y="1359323"/>
                  </a:moveTo>
                  <a:lnTo>
                    <a:pt x="980925" y="1301689"/>
                  </a:lnTo>
                  <a:lnTo>
                    <a:pt x="968057" y="1311719"/>
                  </a:lnTo>
                  <a:close/>
                  <a:moveTo>
                    <a:pt x="1086361" y="1263921"/>
                  </a:moveTo>
                  <a:lnTo>
                    <a:pt x="980925" y="1301689"/>
                  </a:lnTo>
                  <a:lnTo>
                    <a:pt x="1017599" y="1359323"/>
                  </a:lnTo>
                  <a:close/>
                  <a:moveTo>
                    <a:pt x="1101489" y="1351714"/>
                  </a:moveTo>
                  <a:lnTo>
                    <a:pt x="1086361" y="1263921"/>
                  </a:lnTo>
                  <a:lnTo>
                    <a:pt x="1017599" y="1359323"/>
                  </a:lnTo>
                  <a:close/>
                  <a:moveTo>
                    <a:pt x="1141532" y="1345468"/>
                  </a:moveTo>
                  <a:lnTo>
                    <a:pt x="1088770" y="1263252"/>
                  </a:lnTo>
                  <a:lnTo>
                    <a:pt x="1101489" y="1351714"/>
                  </a:lnTo>
                  <a:close/>
                  <a:moveTo>
                    <a:pt x="1088770" y="1263252"/>
                  </a:moveTo>
                  <a:lnTo>
                    <a:pt x="1086361" y="1263921"/>
                  </a:lnTo>
                  <a:lnTo>
                    <a:pt x="1101489" y="1351714"/>
                  </a:lnTo>
                  <a:close/>
                  <a:moveTo>
                    <a:pt x="1025833" y="1249076"/>
                  </a:moveTo>
                  <a:lnTo>
                    <a:pt x="980925" y="1301689"/>
                  </a:lnTo>
                  <a:lnTo>
                    <a:pt x="1086361" y="1263921"/>
                  </a:lnTo>
                  <a:close/>
                  <a:moveTo>
                    <a:pt x="642198" y="890613"/>
                  </a:moveTo>
                  <a:lnTo>
                    <a:pt x="656447" y="972829"/>
                  </a:lnTo>
                  <a:lnTo>
                    <a:pt x="709268" y="934392"/>
                  </a:lnTo>
                  <a:close/>
                  <a:moveTo>
                    <a:pt x="642198" y="890613"/>
                  </a:moveTo>
                  <a:lnTo>
                    <a:pt x="709268" y="934392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42198" y="890613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84430" y="808603"/>
                  </a:lnTo>
                  <a:lnTo>
                    <a:pt x="642198" y="890613"/>
                  </a:lnTo>
                  <a:close/>
                  <a:moveTo>
                    <a:pt x="1088770" y="1263252"/>
                  </a:moveTo>
                  <a:lnTo>
                    <a:pt x="1141532" y="1345468"/>
                  </a:lnTo>
                  <a:lnTo>
                    <a:pt x="1211087" y="1307031"/>
                  </a:lnTo>
                  <a:close/>
                  <a:moveTo>
                    <a:pt x="1088770" y="1263252"/>
                  </a:moveTo>
                  <a:lnTo>
                    <a:pt x="1211087" y="1307031"/>
                  </a:lnTo>
                  <a:lnTo>
                    <a:pt x="1190008" y="1224816"/>
                  </a:lnTo>
                  <a:close/>
                  <a:moveTo>
                    <a:pt x="733746" y="852177"/>
                  </a:moveTo>
                  <a:lnTo>
                    <a:pt x="810228" y="848536"/>
                  </a:lnTo>
                  <a:lnTo>
                    <a:pt x="771822" y="837399"/>
                  </a:lnTo>
                  <a:close/>
                  <a:moveTo>
                    <a:pt x="747448" y="829013"/>
                  </a:moveTo>
                  <a:lnTo>
                    <a:pt x="733746" y="852177"/>
                  </a:lnTo>
                  <a:lnTo>
                    <a:pt x="771822" y="837399"/>
                  </a:lnTo>
                  <a:close/>
                  <a:moveTo>
                    <a:pt x="872083" y="801145"/>
                  </a:moveTo>
                  <a:lnTo>
                    <a:pt x="747448" y="829013"/>
                  </a:lnTo>
                  <a:lnTo>
                    <a:pt x="870172" y="813740"/>
                  </a:lnTo>
                  <a:close/>
                  <a:moveTo>
                    <a:pt x="870172" y="813740"/>
                  </a:moveTo>
                  <a:lnTo>
                    <a:pt x="747448" y="829013"/>
                  </a:lnTo>
                  <a:lnTo>
                    <a:pt x="771822" y="837399"/>
                  </a:lnTo>
                  <a:close/>
                  <a:moveTo>
                    <a:pt x="771822" y="837399"/>
                  </a:moveTo>
                  <a:lnTo>
                    <a:pt x="810228" y="848536"/>
                  </a:lnTo>
                  <a:lnTo>
                    <a:pt x="870172" y="813740"/>
                  </a:lnTo>
                  <a:close/>
                  <a:moveTo>
                    <a:pt x="633275" y="589165"/>
                  </a:moveTo>
                  <a:lnTo>
                    <a:pt x="626498" y="655460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626498" y="655460"/>
                  </a:lnTo>
                  <a:lnTo>
                    <a:pt x="649443" y="687747"/>
                  </a:lnTo>
                  <a:close/>
                  <a:moveTo>
                    <a:pt x="594140" y="605532"/>
                  </a:moveTo>
                  <a:lnTo>
                    <a:pt x="626498" y="655460"/>
                  </a:lnTo>
                  <a:lnTo>
                    <a:pt x="633275" y="589165"/>
                  </a:lnTo>
                  <a:close/>
                  <a:moveTo>
                    <a:pt x="598271" y="549924"/>
                  </a:moveTo>
                  <a:lnTo>
                    <a:pt x="594140" y="605532"/>
                  </a:lnTo>
                  <a:lnTo>
                    <a:pt x="633275" y="589165"/>
                  </a:lnTo>
                  <a:close/>
                  <a:moveTo>
                    <a:pt x="713665" y="487503"/>
                  </a:moveTo>
                  <a:lnTo>
                    <a:pt x="598271" y="549924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598271" y="549924"/>
                  </a:lnTo>
                  <a:lnTo>
                    <a:pt x="633275" y="589165"/>
                  </a:lnTo>
                  <a:close/>
                  <a:moveTo>
                    <a:pt x="1533340" y="1515240"/>
                  </a:moveTo>
                  <a:lnTo>
                    <a:pt x="1556556" y="1473129"/>
                  </a:lnTo>
                  <a:lnTo>
                    <a:pt x="1539527" y="1438150"/>
                  </a:lnTo>
                  <a:close/>
                  <a:moveTo>
                    <a:pt x="1539527" y="1438150"/>
                  </a:moveTo>
                  <a:lnTo>
                    <a:pt x="1560442" y="1433025"/>
                  </a:lnTo>
                  <a:lnTo>
                    <a:pt x="1532512" y="1383231"/>
                  </a:lnTo>
                  <a:close/>
                  <a:moveTo>
                    <a:pt x="1507000" y="1433025"/>
                  </a:moveTo>
                  <a:lnTo>
                    <a:pt x="1539527" y="1438150"/>
                  </a:lnTo>
                  <a:lnTo>
                    <a:pt x="1532512" y="1383231"/>
                  </a:lnTo>
                  <a:close/>
                  <a:moveTo>
                    <a:pt x="1539527" y="1438150"/>
                  </a:moveTo>
                  <a:lnTo>
                    <a:pt x="1556556" y="1473129"/>
                  </a:lnTo>
                  <a:lnTo>
                    <a:pt x="1560442" y="1433025"/>
                  </a:lnTo>
                  <a:close/>
                  <a:moveTo>
                    <a:pt x="1295451" y="1215119"/>
                  </a:moveTo>
                  <a:lnTo>
                    <a:pt x="1324190" y="1161666"/>
                  </a:lnTo>
                  <a:lnTo>
                    <a:pt x="1253868" y="1177400"/>
                  </a:lnTo>
                  <a:close/>
                  <a:moveTo>
                    <a:pt x="1295451" y="1215119"/>
                  </a:moveTo>
                  <a:lnTo>
                    <a:pt x="1237555" y="1201594"/>
                  </a:lnTo>
                  <a:lnTo>
                    <a:pt x="1335014" y="1202130"/>
                  </a:lnTo>
                  <a:close/>
                  <a:moveTo>
                    <a:pt x="1324190" y="1161666"/>
                  </a:moveTo>
                  <a:lnTo>
                    <a:pt x="1295451" y="1215119"/>
                  </a:lnTo>
                  <a:lnTo>
                    <a:pt x="1346350" y="1186380"/>
                  </a:lnTo>
                  <a:close/>
                  <a:moveTo>
                    <a:pt x="1295451" y="1215119"/>
                  </a:moveTo>
                  <a:lnTo>
                    <a:pt x="1335014" y="1202130"/>
                  </a:lnTo>
                  <a:lnTo>
                    <a:pt x="1346350" y="1186380"/>
                  </a:lnTo>
                  <a:close/>
                  <a:moveTo>
                    <a:pt x="872083" y="801145"/>
                  </a:moveTo>
                  <a:lnTo>
                    <a:pt x="870172" y="813740"/>
                  </a:lnTo>
                  <a:lnTo>
                    <a:pt x="877228" y="812297"/>
                  </a:lnTo>
                  <a:close/>
                  <a:moveTo>
                    <a:pt x="877228" y="812297"/>
                  </a:moveTo>
                  <a:lnTo>
                    <a:pt x="881206" y="731525"/>
                  </a:lnTo>
                  <a:lnTo>
                    <a:pt x="872083" y="801145"/>
                  </a:lnTo>
                  <a:close/>
                  <a:moveTo>
                    <a:pt x="688107" y="567095"/>
                  </a:moveTo>
                  <a:lnTo>
                    <a:pt x="759162" y="647506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688107" y="567095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762592" y="544626"/>
                  </a:lnTo>
                  <a:lnTo>
                    <a:pt x="714797" y="484880"/>
                  </a:lnTo>
                  <a:close/>
                  <a:moveTo>
                    <a:pt x="714797" y="484880"/>
                  </a:moveTo>
                  <a:lnTo>
                    <a:pt x="762592" y="544626"/>
                  </a:lnTo>
                  <a:lnTo>
                    <a:pt x="844430" y="528658"/>
                  </a:lnTo>
                  <a:close/>
                  <a:moveTo>
                    <a:pt x="714797" y="484880"/>
                  </a:moveTo>
                  <a:lnTo>
                    <a:pt x="844430" y="528658"/>
                  </a:lnTo>
                  <a:lnTo>
                    <a:pt x="833471" y="446444"/>
                  </a:lnTo>
                  <a:close/>
                  <a:moveTo>
                    <a:pt x="1528980" y="1346632"/>
                  </a:moveTo>
                  <a:lnTo>
                    <a:pt x="1507000" y="1433025"/>
                  </a:lnTo>
                  <a:lnTo>
                    <a:pt x="1532512" y="1383231"/>
                  </a:lnTo>
                  <a:close/>
                  <a:moveTo>
                    <a:pt x="1479373" y="1426462"/>
                  </a:moveTo>
                  <a:lnTo>
                    <a:pt x="1507000" y="1433025"/>
                  </a:lnTo>
                  <a:lnTo>
                    <a:pt x="1528980" y="1346632"/>
                  </a:lnTo>
                  <a:close/>
                  <a:moveTo>
                    <a:pt x="1528980" y="1346632"/>
                  </a:moveTo>
                  <a:lnTo>
                    <a:pt x="1532512" y="1383231"/>
                  </a:lnTo>
                  <a:lnTo>
                    <a:pt x="1645452" y="1412626"/>
                  </a:lnTo>
                  <a:close/>
                  <a:moveTo>
                    <a:pt x="1631935" y="1323524"/>
                  </a:moveTo>
                  <a:lnTo>
                    <a:pt x="1528980" y="1346632"/>
                  </a:lnTo>
                  <a:lnTo>
                    <a:pt x="1645452" y="1412626"/>
                  </a:lnTo>
                  <a:close/>
                  <a:moveTo>
                    <a:pt x="1528980" y="1346632"/>
                  </a:moveTo>
                  <a:lnTo>
                    <a:pt x="1564576" y="1268595"/>
                  </a:lnTo>
                  <a:lnTo>
                    <a:pt x="1518919" y="1332407"/>
                  </a:lnTo>
                  <a:close/>
                  <a:moveTo>
                    <a:pt x="1631935" y="1323524"/>
                  </a:moveTo>
                  <a:lnTo>
                    <a:pt x="1580463" y="1265277"/>
                  </a:lnTo>
                  <a:lnTo>
                    <a:pt x="1528980" y="1346632"/>
                  </a:lnTo>
                  <a:close/>
                  <a:moveTo>
                    <a:pt x="1675715" y="1312373"/>
                  </a:moveTo>
                  <a:lnTo>
                    <a:pt x="1699629" y="1235535"/>
                  </a:lnTo>
                  <a:lnTo>
                    <a:pt x="1631935" y="1323524"/>
                  </a:lnTo>
                  <a:close/>
                  <a:moveTo>
                    <a:pt x="996950" y="693089"/>
                  </a:moveTo>
                  <a:lnTo>
                    <a:pt x="1063318" y="736868"/>
                  </a:lnTo>
                  <a:lnTo>
                    <a:pt x="1050875" y="654653"/>
                  </a:lnTo>
                  <a:close/>
                  <a:moveTo>
                    <a:pt x="975774" y="592589"/>
                  </a:moveTo>
                  <a:lnTo>
                    <a:pt x="959875" y="635522"/>
                  </a:lnTo>
                  <a:lnTo>
                    <a:pt x="1014089" y="572438"/>
                  </a:lnTo>
                  <a:close/>
                  <a:moveTo>
                    <a:pt x="1014089" y="572438"/>
                  </a:moveTo>
                  <a:lnTo>
                    <a:pt x="959875" y="635522"/>
                  </a:lnTo>
                  <a:lnTo>
                    <a:pt x="996950" y="693089"/>
                  </a:lnTo>
                  <a:close/>
                  <a:moveTo>
                    <a:pt x="1014089" y="572438"/>
                  </a:moveTo>
                  <a:lnTo>
                    <a:pt x="996950" y="693089"/>
                  </a:lnTo>
                  <a:lnTo>
                    <a:pt x="1050875" y="654653"/>
                  </a:lnTo>
                  <a:close/>
                  <a:moveTo>
                    <a:pt x="863361" y="523294"/>
                  </a:moveTo>
                  <a:lnTo>
                    <a:pt x="861406" y="546020"/>
                  </a:lnTo>
                  <a:lnTo>
                    <a:pt x="975774" y="592589"/>
                  </a:lnTo>
                  <a:close/>
                  <a:moveTo>
                    <a:pt x="969283" y="497773"/>
                  </a:moveTo>
                  <a:lnTo>
                    <a:pt x="863361" y="523294"/>
                  </a:lnTo>
                  <a:lnTo>
                    <a:pt x="975774" y="592589"/>
                  </a:lnTo>
                  <a:close/>
                  <a:moveTo>
                    <a:pt x="1014089" y="572438"/>
                  </a:moveTo>
                  <a:lnTo>
                    <a:pt x="1026943" y="490222"/>
                  </a:lnTo>
                  <a:lnTo>
                    <a:pt x="975774" y="592589"/>
                  </a:lnTo>
                  <a:close/>
                  <a:moveTo>
                    <a:pt x="1026943" y="490222"/>
                  </a:moveTo>
                  <a:lnTo>
                    <a:pt x="969283" y="497773"/>
                  </a:lnTo>
                  <a:lnTo>
                    <a:pt x="975774" y="592589"/>
                  </a:lnTo>
                  <a:close/>
                  <a:moveTo>
                    <a:pt x="844430" y="528658"/>
                  </a:moveTo>
                  <a:lnTo>
                    <a:pt x="861406" y="546020"/>
                  </a:lnTo>
                  <a:lnTo>
                    <a:pt x="863361" y="523294"/>
                  </a:lnTo>
                  <a:close/>
                  <a:moveTo>
                    <a:pt x="833471" y="446444"/>
                  </a:moveTo>
                  <a:lnTo>
                    <a:pt x="863361" y="523294"/>
                  </a:lnTo>
                  <a:lnTo>
                    <a:pt x="835389" y="445943"/>
                  </a:lnTo>
                  <a:close/>
                  <a:moveTo>
                    <a:pt x="833471" y="446444"/>
                  </a:moveTo>
                  <a:lnTo>
                    <a:pt x="844430" y="528658"/>
                  </a:lnTo>
                  <a:lnTo>
                    <a:pt x="863361" y="523294"/>
                  </a:lnTo>
                  <a:close/>
                  <a:moveTo>
                    <a:pt x="863361" y="523294"/>
                  </a:moveTo>
                  <a:lnTo>
                    <a:pt x="969283" y="497773"/>
                  </a:lnTo>
                  <a:lnTo>
                    <a:pt x="929548" y="429985"/>
                  </a:lnTo>
                  <a:close/>
                  <a:moveTo>
                    <a:pt x="863361" y="523294"/>
                  </a:moveTo>
                  <a:lnTo>
                    <a:pt x="929548" y="429985"/>
                  </a:lnTo>
                  <a:lnTo>
                    <a:pt x="835389" y="445943"/>
                  </a:lnTo>
                  <a:close/>
                  <a:moveTo>
                    <a:pt x="834234" y="444429"/>
                  </a:moveTo>
                  <a:lnTo>
                    <a:pt x="833471" y="446444"/>
                  </a:lnTo>
                  <a:lnTo>
                    <a:pt x="835389" y="445943"/>
                  </a:lnTo>
                  <a:close/>
                  <a:moveTo>
                    <a:pt x="1675715" y="1312373"/>
                  </a:moveTo>
                  <a:lnTo>
                    <a:pt x="1731936" y="1356326"/>
                  </a:lnTo>
                  <a:lnTo>
                    <a:pt x="1747120" y="1290472"/>
                  </a:lnTo>
                  <a:close/>
                  <a:moveTo>
                    <a:pt x="1699629" y="1235535"/>
                  </a:moveTo>
                  <a:lnTo>
                    <a:pt x="1675715" y="1312373"/>
                  </a:lnTo>
                  <a:lnTo>
                    <a:pt x="1747120" y="1290472"/>
                  </a:lnTo>
                  <a:close/>
                  <a:moveTo>
                    <a:pt x="1014089" y="572438"/>
                  </a:moveTo>
                  <a:lnTo>
                    <a:pt x="1078168" y="534001"/>
                  </a:lnTo>
                  <a:lnTo>
                    <a:pt x="1026943" y="490222"/>
                  </a:lnTo>
                  <a:close/>
                  <a:moveTo>
                    <a:pt x="1703731" y="390059"/>
                  </a:moveTo>
                  <a:lnTo>
                    <a:pt x="1623085" y="429889"/>
                  </a:lnTo>
                  <a:lnTo>
                    <a:pt x="1654906" y="418692"/>
                  </a:lnTo>
                  <a:close/>
                  <a:moveTo>
                    <a:pt x="1739518" y="395823"/>
                  </a:moveTo>
                  <a:lnTo>
                    <a:pt x="1654906" y="418692"/>
                  </a:lnTo>
                  <a:lnTo>
                    <a:pt x="1764036" y="400332"/>
                  </a:lnTo>
                  <a:close/>
                  <a:moveTo>
                    <a:pt x="1764036" y="400332"/>
                  </a:moveTo>
                  <a:lnTo>
                    <a:pt x="1654906" y="418692"/>
                  </a:lnTo>
                  <a:lnTo>
                    <a:pt x="1639585" y="428888"/>
                  </a:lnTo>
                  <a:close/>
                  <a:moveTo>
                    <a:pt x="1764036" y="400332"/>
                  </a:moveTo>
                  <a:lnTo>
                    <a:pt x="1639585" y="428888"/>
                  </a:lnTo>
                  <a:lnTo>
                    <a:pt x="1704260" y="455495"/>
                  </a:lnTo>
                  <a:close/>
                  <a:moveTo>
                    <a:pt x="1703731" y="390059"/>
                  </a:moveTo>
                  <a:lnTo>
                    <a:pt x="1654906" y="418692"/>
                  </a:lnTo>
                  <a:lnTo>
                    <a:pt x="1739518" y="395823"/>
                  </a:lnTo>
                  <a:close/>
                  <a:moveTo>
                    <a:pt x="1720920" y="336476"/>
                  </a:moveTo>
                  <a:lnTo>
                    <a:pt x="1739518" y="395823"/>
                  </a:lnTo>
                  <a:lnTo>
                    <a:pt x="1780973" y="380255"/>
                  </a:lnTo>
                  <a:close/>
                  <a:moveTo>
                    <a:pt x="1739518" y="395823"/>
                  </a:moveTo>
                  <a:lnTo>
                    <a:pt x="1764036" y="400332"/>
                  </a:lnTo>
                  <a:lnTo>
                    <a:pt x="1780973" y="380255"/>
                  </a:lnTo>
                  <a:close/>
                  <a:moveTo>
                    <a:pt x="1764036" y="400332"/>
                  </a:moveTo>
                  <a:lnTo>
                    <a:pt x="1823517" y="407517"/>
                  </a:lnTo>
                  <a:lnTo>
                    <a:pt x="1780973" y="380255"/>
                  </a:lnTo>
                  <a:close/>
                  <a:moveTo>
                    <a:pt x="1823517" y="407517"/>
                  </a:moveTo>
                  <a:lnTo>
                    <a:pt x="1878942" y="341819"/>
                  </a:lnTo>
                  <a:lnTo>
                    <a:pt x="1780973" y="380255"/>
                  </a:lnTo>
                  <a:close/>
                  <a:moveTo>
                    <a:pt x="1878942" y="341819"/>
                  </a:moveTo>
                  <a:lnTo>
                    <a:pt x="1792731" y="298039"/>
                  </a:lnTo>
                  <a:lnTo>
                    <a:pt x="1780973" y="380255"/>
                  </a:lnTo>
                  <a:close/>
                  <a:moveTo>
                    <a:pt x="1615287" y="35859"/>
                  </a:moveTo>
                  <a:lnTo>
                    <a:pt x="1583796" y="51395"/>
                  </a:lnTo>
                  <a:lnTo>
                    <a:pt x="1645600" y="20970"/>
                  </a:lnTo>
                  <a:close/>
                  <a:moveTo>
                    <a:pt x="1683039" y="12958"/>
                  </a:moveTo>
                  <a:lnTo>
                    <a:pt x="1591282" y="33090"/>
                  </a:lnTo>
                  <a:lnTo>
                    <a:pt x="1615287" y="35859"/>
                  </a:lnTo>
                  <a:close/>
                  <a:moveTo>
                    <a:pt x="1714521" y="0"/>
                  </a:moveTo>
                  <a:lnTo>
                    <a:pt x="1683039" y="12958"/>
                  </a:lnTo>
                  <a:lnTo>
                    <a:pt x="1725589" y="6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18" name="Candidate_density__2117">
              <a:extLst>
                <a:ext uri="{FF2B5EF4-FFF2-40B4-BE49-F238E27FC236}">
                  <a16:creationId xmlns:a16="http://schemas.microsoft.com/office/drawing/2014/main" id="{594FE9A9-907E-7892-AAE3-B78439210DB0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2180215"/>
              <a:ext cx="2495472" cy="1753300"/>
            </a:xfrm>
            <a:custGeom>
              <a:avLst/>
              <a:gdLst/>
              <a:ahLst/>
              <a:cxnLst/>
              <a:rect l="0" t="0" r="0" b="0"/>
              <a:pathLst>
                <a:path w="2495472" h="1753300">
                  <a:moveTo>
                    <a:pt x="791815" y="1753300"/>
                  </a:moveTo>
                  <a:lnTo>
                    <a:pt x="843324" y="1707299"/>
                  </a:lnTo>
                  <a:lnTo>
                    <a:pt x="846795" y="1700142"/>
                  </a:lnTo>
                  <a:close/>
                  <a:moveTo>
                    <a:pt x="15343" y="795775"/>
                  </a:moveTo>
                  <a:lnTo>
                    <a:pt x="0" y="834212"/>
                  </a:lnTo>
                  <a:lnTo>
                    <a:pt x="67674" y="717806"/>
                  </a:lnTo>
                  <a:close/>
                  <a:moveTo>
                    <a:pt x="791815" y="1753300"/>
                  </a:moveTo>
                  <a:lnTo>
                    <a:pt x="846795" y="1700142"/>
                  </a:lnTo>
                  <a:lnTo>
                    <a:pt x="907992" y="1693807"/>
                  </a:lnTo>
                  <a:close/>
                  <a:moveTo>
                    <a:pt x="22131" y="789163"/>
                  </a:moveTo>
                  <a:lnTo>
                    <a:pt x="14839" y="798921"/>
                  </a:lnTo>
                  <a:lnTo>
                    <a:pt x="15343" y="795775"/>
                  </a:lnTo>
                  <a:close/>
                  <a:moveTo>
                    <a:pt x="635353" y="844896"/>
                  </a:moveTo>
                  <a:lnTo>
                    <a:pt x="634329" y="855194"/>
                  </a:lnTo>
                  <a:lnTo>
                    <a:pt x="645485" y="839250"/>
                  </a:lnTo>
                  <a:close/>
                  <a:moveTo>
                    <a:pt x="645485" y="839250"/>
                  </a:moveTo>
                  <a:lnTo>
                    <a:pt x="666785" y="728715"/>
                  </a:lnTo>
                  <a:lnTo>
                    <a:pt x="635353" y="844896"/>
                  </a:lnTo>
                  <a:close/>
                  <a:moveTo>
                    <a:pt x="678267" y="746612"/>
                  </a:moveTo>
                  <a:lnTo>
                    <a:pt x="655181" y="838241"/>
                  </a:lnTo>
                  <a:lnTo>
                    <a:pt x="635353" y="844896"/>
                  </a:lnTo>
                  <a:close/>
                  <a:moveTo>
                    <a:pt x="666785" y="728715"/>
                  </a:moveTo>
                  <a:lnTo>
                    <a:pt x="645485" y="839250"/>
                  </a:lnTo>
                  <a:lnTo>
                    <a:pt x="693686" y="762681"/>
                  </a:lnTo>
                  <a:close/>
                  <a:moveTo>
                    <a:pt x="1287179" y="1179098"/>
                  </a:moveTo>
                  <a:lnTo>
                    <a:pt x="1263028" y="1247586"/>
                  </a:lnTo>
                  <a:lnTo>
                    <a:pt x="1241706" y="1244727"/>
                  </a:lnTo>
                  <a:close/>
                  <a:moveTo>
                    <a:pt x="836643" y="566235"/>
                  </a:moveTo>
                  <a:lnTo>
                    <a:pt x="845357" y="504539"/>
                  </a:lnTo>
                  <a:lnTo>
                    <a:pt x="812469" y="539310"/>
                  </a:lnTo>
                  <a:close/>
                  <a:moveTo>
                    <a:pt x="1669943" y="439989"/>
                  </a:moveTo>
                  <a:lnTo>
                    <a:pt x="1739816" y="422575"/>
                  </a:lnTo>
                  <a:lnTo>
                    <a:pt x="1789212" y="392055"/>
                  </a:lnTo>
                  <a:close/>
                  <a:moveTo>
                    <a:pt x="1872033" y="11019"/>
                  </a:moveTo>
                  <a:lnTo>
                    <a:pt x="1774813" y="33461"/>
                  </a:lnTo>
                  <a:lnTo>
                    <a:pt x="1876632" y="9840"/>
                  </a:lnTo>
                  <a:close/>
                  <a:moveTo>
                    <a:pt x="1876632" y="9840"/>
                  </a:moveTo>
                  <a:lnTo>
                    <a:pt x="1774813" y="33461"/>
                  </a:lnTo>
                  <a:lnTo>
                    <a:pt x="1752227" y="38574"/>
                  </a:lnTo>
                  <a:close/>
                  <a:moveTo>
                    <a:pt x="1872033" y="11019"/>
                  </a:moveTo>
                  <a:lnTo>
                    <a:pt x="1880715" y="7955"/>
                  </a:lnTo>
                  <a:lnTo>
                    <a:pt x="1931558" y="0"/>
                  </a:lnTo>
                  <a:close/>
                  <a:moveTo>
                    <a:pt x="1931558" y="0"/>
                  </a:moveTo>
                  <a:lnTo>
                    <a:pt x="1880715" y="7955"/>
                  </a:lnTo>
                  <a:lnTo>
                    <a:pt x="1961661" y="49091"/>
                  </a:lnTo>
                  <a:close/>
                  <a:moveTo>
                    <a:pt x="2393002" y="180225"/>
                  </a:moveTo>
                  <a:lnTo>
                    <a:pt x="2419497" y="215831"/>
                  </a:lnTo>
                  <a:lnTo>
                    <a:pt x="2447296" y="150573"/>
                  </a:lnTo>
                  <a:close/>
                  <a:moveTo>
                    <a:pt x="2365831" y="256302"/>
                  </a:moveTo>
                  <a:lnTo>
                    <a:pt x="2419497" y="215831"/>
                  </a:lnTo>
                  <a:lnTo>
                    <a:pt x="2393002" y="180225"/>
                  </a:lnTo>
                  <a:close/>
                  <a:moveTo>
                    <a:pt x="2447296" y="150573"/>
                  </a:moveTo>
                  <a:lnTo>
                    <a:pt x="2419497" y="215831"/>
                  </a:lnTo>
                  <a:lnTo>
                    <a:pt x="2450415" y="180792"/>
                  </a:lnTo>
                  <a:close/>
                  <a:moveTo>
                    <a:pt x="2447296" y="150573"/>
                  </a:moveTo>
                  <a:lnTo>
                    <a:pt x="2463756" y="102653"/>
                  </a:lnTo>
                  <a:lnTo>
                    <a:pt x="2453168" y="126521"/>
                  </a:lnTo>
                  <a:close/>
                  <a:moveTo>
                    <a:pt x="2437023" y="142356"/>
                  </a:moveTo>
                  <a:lnTo>
                    <a:pt x="2447296" y="150573"/>
                  </a:lnTo>
                  <a:lnTo>
                    <a:pt x="2453168" y="126521"/>
                  </a:lnTo>
                  <a:close/>
                  <a:moveTo>
                    <a:pt x="2478735" y="60140"/>
                  </a:moveTo>
                  <a:lnTo>
                    <a:pt x="2495472" y="69485"/>
                  </a:lnTo>
                  <a:lnTo>
                    <a:pt x="2453168" y="12652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19" name="Candidate_density__2118">
              <a:extLst>
                <a:ext uri="{FF2B5EF4-FFF2-40B4-BE49-F238E27FC236}">
                  <a16:creationId xmlns:a16="http://schemas.microsoft.com/office/drawing/2014/main" id="{CBC1FE1D-27A4-776E-3A69-91230DDA8C91}"/>
                </a:ext>
              </a:extLst>
            </p:cNvPr>
            <p:cNvSpPr>
              <a:spLocks noGrp="1"/>
            </p:cNvSpPr>
            <p:nvPr/>
          </p:nvSpPr>
          <p:spPr>
            <a:xfrm>
              <a:off x="5102928" y="3035795"/>
              <a:ext cx="39239" cy="38437"/>
            </a:xfrm>
            <a:custGeom>
              <a:avLst/>
              <a:gdLst/>
              <a:ahLst/>
              <a:cxnLst/>
              <a:rect l="0" t="0" r="0" b="0"/>
              <a:pathLst>
                <a:path w="39239" h="38437">
                  <a:moveTo>
                    <a:pt x="0" y="38437"/>
                  </a:moveTo>
                  <a:lnTo>
                    <a:pt x="39239" y="0"/>
                  </a:lnTo>
                  <a:lnTo>
                    <a:pt x="33177" y="7084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20" name="Candidate_density__2119">
              <a:extLst>
                <a:ext uri="{FF2B5EF4-FFF2-40B4-BE49-F238E27FC236}">
                  <a16:creationId xmlns:a16="http://schemas.microsoft.com/office/drawing/2014/main" id="{965A6C2A-2778-8E62-F10B-DD630AF9A706}"/>
                </a:ext>
              </a:extLst>
            </p:cNvPr>
            <p:cNvSpPr>
              <a:spLocks noGrp="1"/>
            </p:cNvSpPr>
            <p:nvPr/>
          </p:nvSpPr>
          <p:spPr>
            <a:xfrm>
              <a:off x="3473643" y="1757458"/>
              <a:ext cx="2879382" cy="2198494"/>
            </a:xfrm>
            <a:custGeom>
              <a:avLst/>
              <a:gdLst/>
              <a:ahLst/>
              <a:cxnLst/>
              <a:rect l="0" t="0" r="0" b="0"/>
              <a:pathLst>
                <a:path w="2879382" h="2198494">
                  <a:moveTo>
                    <a:pt x="0" y="1295405"/>
                  </a:moveTo>
                  <a:lnTo>
                    <a:pt x="8839" y="1311913"/>
                  </a:lnTo>
                  <a:lnTo>
                    <a:pt x="40708" y="1338637"/>
                  </a:lnTo>
                  <a:close/>
                  <a:moveTo>
                    <a:pt x="696339" y="1996905"/>
                  </a:moveTo>
                  <a:lnTo>
                    <a:pt x="660706" y="2035341"/>
                  </a:lnTo>
                  <a:lnTo>
                    <a:pt x="678567" y="2051541"/>
                  </a:lnTo>
                  <a:close/>
                  <a:moveTo>
                    <a:pt x="0" y="1295405"/>
                  </a:moveTo>
                  <a:lnTo>
                    <a:pt x="40708" y="1338637"/>
                  </a:lnTo>
                  <a:lnTo>
                    <a:pt x="66859" y="1339183"/>
                  </a:lnTo>
                  <a:close/>
                  <a:moveTo>
                    <a:pt x="11082" y="1256969"/>
                  </a:moveTo>
                  <a:lnTo>
                    <a:pt x="0" y="1295405"/>
                  </a:lnTo>
                  <a:lnTo>
                    <a:pt x="66859" y="1339183"/>
                  </a:lnTo>
                  <a:close/>
                  <a:moveTo>
                    <a:pt x="1041886" y="2143553"/>
                  </a:moveTo>
                  <a:lnTo>
                    <a:pt x="1125110" y="2176056"/>
                  </a:lnTo>
                  <a:lnTo>
                    <a:pt x="1167663" y="2119953"/>
                  </a:lnTo>
                  <a:close/>
                  <a:moveTo>
                    <a:pt x="750955" y="1755601"/>
                  </a:moveTo>
                  <a:lnTo>
                    <a:pt x="709190" y="1706645"/>
                  </a:lnTo>
                  <a:lnTo>
                    <a:pt x="749276" y="1774148"/>
                  </a:lnTo>
                  <a:close/>
                  <a:moveTo>
                    <a:pt x="1359516" y="2128240"/>
                  </a:moveTo>
                  <a:lnTo>
                    <a:pt x="1337731" y="2198494"/>
                  </a:lnTo>
                  <a:lnTo>
                    <a:pt x="1379377" y="2138997"/>
                  </a:lnTo>
                  <a:close/>
                  <a:moveTo>
                    <a:pt x="1167663" y="2119953"/>
                  </a:moveTo>
                  <a:lnTo>
                    <a:pt x="1212046" y="2070692"/>
                  </a:lnTo>
                  <a:lnTo>
                    <a:pt x="1086229" y="2094143"/>
                  </a:lnTo>
                  <a:close/>
                  <a:moveTo>
                    <a:pt x="1212046" y="2070692"/>
                  </a:moveTo>
                  <a:lnTo>
                    <a:pt x="1167663" y="2119953"/>
                  </a:lnTo>
                  <a:lnTo>
                    <a:pt x="1292925" y="2094428"/>
                  </a:lnTo>
                  <a:close/>
                  <a:moveTo>
                    <a:pt x="981829" y="1906456"/>
                  </a:moveTo>
                  <a:lnTo>
                    <a:pt x="974744" y="1955977"/>
                  </a:lnTo>
                  <a:lnTo>
                    <a:pt x="1016313" y="1920031"/>
                  </a:lnTo>
                  <a:close/>
                  <a:moveTo>
                    <a:pt x="952083" y="1830546"/>
                  </a:moveTo>
                  <a:lnTo>
                    <a:pt x="1016313" y="1920031"/>
                  </a:lnTo>
                  <a:lnTo>
                    <a:pt x="973667" y="1837816"/>
                  </a:lnTo>
                  <a:close/>
                  <a:moveTo>
                    <a:pt x="981829" y="1906456"/>
                  </a:moveTo>
                  <a:lnTo>
                    <a:pt x="1016313" y="1920031"/>
                  </a:lnTo>
                  <a:lnTo>
                    <a:pt x="952083" y="1830546"/>
                  </a:lnTo>
                  <a:close/>
                  <a:moveTo>
                    <a:pt x="950856" y="1755601"/>
                  </a:moveTo>
                  <a:lnTo>
                    <a:pt x="952083" y="1830546"/>
                  </a:lnTo>
                  <a:lnTo>
                    <a:pt x="973667" y="1837816"/>
                  </a:lnTo>
                  <a:close/>
                  <a:moveTo>
                    <a:pt x="1059088" y="1777466"/>
                  </a:moveTo>
                  <a:lnTo>
                    <a:pt x="952083" y="1830546"/>
                  </a:lnTo>
                  <a:lnTo>
                    <a:pt x="950856" y="1755601"/>
                  </a:lnTo>
                  <a:close/>
                  <a:moveTo>
                    <a:pt x="979689" y="1759264"/>
                  </a:moveTo>
                  <a:lnTo>
                    <a:pt x="952083" y="1830546"/>
                  </a:lnTo>
                  <a:lnTo>
                    <a:pt x="1059088" y="1777466"/>
                  </a:lnTo>
                  <a:close/>
                  <a:moveTo>
                    <a:pt x="785725" y="1591171"/>
                  </a:moveTo>
                  <a:lnTo>
                    <a:pt x="756028" y="1470520"/>
                  </a:lnTo>
                  <a:lnTo>
                    <a:pt x="728073" y="1508956"/>
                  </a:lnTo>
                  <a:close/>
                  <a:moveTo>
                    <a:pt x="629590" y="1501476"/>
                  </a:moveTo>
                  <a:lnTo>
                    <a:pt x="705734" y="1507508"/>
                  </a:lnTo>
                  <a:lnTo>
                    <a:pt x="750452" y="1459500"/>
                  </a:lnTo>
                  <a:close/>
                  <a:moveTo>
                    <a:pt x="1359516" y="2128240"/>
                  </a:moveTo>
                  <a:lnTo>
                    <a:pt x="1379377" y="2138997"/>
                  </a:lnTo>
                  <a:lnTo>
                    <a:pt x="1382676" y="2123219"/>
                  </a:lnTo>
                  <a:close/>
                  <a:moveTo>
                    <a:pt x="1382676" y="2123219"/>
                  </a:moveTo>
                  <a:lnTo>
                    <a:pt x="1292925" y="2094428"/>
                  </a:lnTo>
                  <a:lnTo>
                    <a:pt x="1359516" y="2128240"/>
                  </a:lnTo>
                  <a:close/>
                  <a:moveTo>
                    <a:pt x="1471118" y="2111909"/>
                  </a:moveTo>
                  <a:lnTo>
                    <a:pt x="1379377" y="2138997"/>
                  </a:lnTo>
                  <a:lnTo>
                    <a:pt x="1459984" y="2161719"/>
                  </a:lnTo>
                  <a:close/>
                  <a:moveTo>
                    <a:pt x="1471118" y="2111909"/>
                  </a:moveTo>
                  <a:lnTo>
                    <a:pt x="1382676" y="2123219"/>
                  </a:lnTo>
                  <a:lnTo>
                    <a:pt x="1379377" y="2138997"/>
                  </a:lnTo>
                  <a:close/>
                  <a:moveTo>
                    <a:pt x="1293660" y="1934811"/>
                  </a:moveTo>
                  <a:lnTo>
                    <a:pt x="1295949" y="1890530"/>
                  </a:lnTo>
                  <a:lnTo>
                    <a:pt x="1230020" y="1922690"/>
                  </a:lnTo>
                  <a:close/>
                  <a:moveTo>
                    <a:pt x="1341069" y="1843159"/>
                  </a:moveTo>
                  <a:lnTo>
                    <a:pt x="1295949" y="1890530"/>
                  </a:lnTo>
                  <a:lnTo>
                    <a:pt x="1353065" y="1847016"/>
                  </a:lnTo>
                  <a:close/>
                  <a:moveTo>
                    <a:pt x="1353065" y="1847016"/>
                  </a:moveTo>
                  <a:lnTo>
                    <a:pt x="1295949" y="1890530"/>
                  </a:lnTo>
                  <a:lnTo>
                    <a:pt x="1293660" y="1934811"/>
                  </a:lnTo>
                  <a:close/>
                  <a:moveTo>
                    <a:pt x="1060173" y="1566320"/>
                  </a:moveTo>
                  <a:lnTo>
                    <a:pt x="1007205" y="1583485"/>
                  </a:lnTo>
                  <a:lnTo>
                    <a:pt x="994596" y="1514298"/>
                  </a:lnTo>
                  <a:close/>
                  <a:moveTo>
                    <a:pt x="1322918" y="1776161"/>
                  </a:moveTo>
                  <a:lnTo>
                    <a:pt x="1341069" y="1843159"/>
                  </a:lnTo>
                  <a:lnTo>
                    <a:pt x="1355583" y="1834834"/>
                  </a:lnTo>
                  <a:close/>
                  <a:moveTo>
                    <a:pt x="1322918" y="1776161"/>
                  </a:moveTo>
                  <a:lnTo>
                    <a:pt x="1355583" y="1834834"/>
                  </a:lnTo>
                  <a:lnTo>
                    <a:pt x="1397004" y="1774497"/>
                  </a:lnTo>
                  <a:close/>
                  <a:moveTo>
                    <a:pt x="1355583" y="1834834"/>
                  </a:moveTo>
                  <a:lnTo>
                    <a:pt x="1464361" y="1747678"/>
                  </a:lnTo>
                  <a:lnTo>
                    <a:pt x="1397004" y="1774497"/>
                  </a:lnTo>
                  <a:close/>
                  <a:moveTo>
                    <a:pt x="751366" y="982571"/>
                  </a:moveTo>
                  <a:lnTo>
                    <a:pt x="765271" y="1020999"/>
                  </a:lnTo>
                  <a:lnTo>
                    <a:pt x="823559" y="1023770"/>
                  </a:lnTo>
                  <a:close/>
                  <a:moveTo>
                    <a:pt x="1407871" y="1602275"/>
                  </a:moveTo>
                  <a:lnTo>
                    <a:pt x="1473778" y="1709377"/>
                  </a:lnTo>
                  <a:lnTo>
                    <a:pt x="1407121" y="1640292"/>
                  </a:lnTo>
                  <a:close/>
                  <a:moveTo>
                    <a:pt x="1422163" y="1690748"/>
                  </a:moveTo>
                  <a:lnTo>
                    <a:pt x="1473778" y="1709377"/>
                  </a:lnTo>
                  <a:lnTo>
                    <a:pt x="1407871" y="1602275"/>
                  </a:lnTo>
                  <a:close/>
                  <a:moveTo>
                    <a:pt x="1296158" y="1532411"/>
                  </a:moveTo>
                  <a:lnTo>
                    <a:pt x="1357867" y="1542835"/>
                  </a:lnTo>
                  <a:lnTo>
                    <a:pt x="1344170" y="1453878"/>
                  </a:lnTo>
                  <a:close/>
                  <a:moveTo>
                    <a:pt x="1296158" y="1532411"/>
                  </a:moveTo>
                  <a:lnTo>
                    <a:pt x="1344170" y="1453878"/>
                  </a:lnTo>
                  <a:lnTo>
                    <a:pt x="1283394" y="1442696"/>
                  </a:lnTo>
                  <a:close/>
                  <a:moveTo>
                    <a:pt x="823559" y="1023770"/>
                  </a:moveTo>
                  <a:lnTo>
                    <a:pt x="872313" y="1064786"/>
                  </a:lnTo>
                  <a:lnTo>
                    <a:pt x="873337" y="1033237"/>
                  </a:lnTo>
                  <a:close/>
                  <a:moveTo>
                    <a:pt x="780887" y="944134"/>
                  </a:moveTo>
                  <a:lnTo>
                    <a:pt x="716758" y="982571"/>
                  </a:lnTo>
                  <a:lnTo>
                    <a:pt x="714521" y="900356"/>
                  </a:lnTo>
                  <a:close/>
                  <a:moveTo>
                    <a:pt x="1009816" y="1108565"/>
                  </a:moveTo>
                  <a:lnTo>
                    <a:pt x="1000685" y="1026350"/>
                  </a:lnTo>
                  <a:lnTo>
                    <a:pt x="1023782" y="1063310"/>
                  </a:lnTo>
                  <a:close/>
                  <a:moveTo>
                    <a:pt x="1068013" y="734822"/>
                  </a:moveTo>
                  <a:lnTo>
                    <a:pt x="1046732" y="713176"/>
                  </a:lnTo>
                  <a:lnTo>
                    <a:pt x="1017066" y="702831"/>
                  </a:lnTo>
                  <a:close/>
                  <a:moveTo>
                    <a:pt x="1017066" y="702831"/>
                  </a:moveTo>
                  <a:lnTo>
                    <a:pt x="1097407" y="772071"/>
                  </a:lnTo>
                  <a:lnTo>
                    <a:pt x="1068013" y="734822"/>
                  </a:lnTo>
                  <a:close/>
                  <a:moveTo>
                    <a:pt x="2037862" y="1650976"/>
                  </a:moveTo>
                  <a:lnTo>
                    <a:pt x="2037718" y="1653957"/>
                  </a:lnTo>
                  <a:lnTo>
                    <a:pt x="2042364" y="1654639"/>
                  </a:lnTo>
                  <a:close/>
                  <a:moveTo>
                    <a:pt x="2126552" y="1690742"/>
                  </a:moveTo>
                  <a:lnTo>
                    <a:pt x="2042364" y="1654639"/>
                  </a:lnTo>
                  <a:lnTo>
                    <a:pt x="2037718" y="1653957"/>
                  </a:lnTo>
                  <a:close/>
                  <a:moveTo>
                    <a:pt x="2085757" y="1612540"/>
                  </a:moveTo>
                  <a:lnTo>
                    <a:pt x="2037862" y="1650976"/>
                  </a:lnTo>
                  <a:lnTo>
                    <a:pt x="2042364" y="1654639"/>
                  </a:lnTo>
                  <a:close/>
                  <a:moveTo>
                    <a:pt x="2042364" y="1654639"/>
                  </a:moveTo>
                  <a:lnTo>
                    <a:pt x="2126552" y="1690742"/>
                  </a:lnTo>
                  <a:lnTo>
                    <a:pt x="2168281" y="1631563"/>
                  </a:lnTo>
                  <a:close/>
                  <a:moveTo>
                    <a:pt x="2168281" y="1631563"/>
                  </a:moveTo>
                  <a:lnTo>
                    <a:pt x="2126552" y="1690742"/>
                  </a:lnTo>
                  <a:lnTo>
                    <a:pt x="2253308" y="1670805"/>
                  </a:lnTo>
                  <a:close/>
                  <a:moveTo>
                    <a:pt x="2153307" y="1420393"/>
                  </a:moveTo>
                  <a:lnTo>
                    <a:pt x="2171894" y="1429865"/>
                  </a:lnTo>
                  <a:lnTo>
                    <a:pt x="2134223" y="1409673"/>
                  </a:lnTo>
                  <a:close/>
                  <a:moveTo>
                    <a:pt x="2035176" y="1355748"/>
                  </a:moveTo>
                  <a:lnTo>
                    <a:pt x="2070647" y="1427003"/>
                  </a:lnTo>
                  <a:lnTo>
                    <a:pt x="2108658" y="1408638"/>
                  </a:lnTo>
                  <a:close/>
                  <a:moveTo>
                    <a:pt x="2108658" y="1408638"/>
                  </a:moveTo>
                  <a:lnTo>
                    <a:pt x="2070647" y="1427003"/>
                  </a:lnTo>
                  <a:lnTo>
                    <a:pt x="2073121" y="1448109"/>
                  </a:lnTo>
                  <a:close/>
                  <a:moveTo>
                    <a:pt x="2110024" y="1327458"/>
                  </a:moveTo>
                  <a:lnTo>
                    <a:pt x="2035176" y="1355748"/>
                  </a:lnTo>
                  <a:lnTo>
                    <a:pt x="2108658" y="1408638"/>
                  </a:lnTo>
                  <a:close/>
                  <a:moveTo>
                    <a:pt x="2134223" y="1409673"/>
                  </a:moveTo>
                  <a:lnTo>
                    <a:pt x="2110024" y="1327458"/>
                  </a:lnTo>
                  <a:lnTo>
                    <a:pt x="2108658" y="1408638"/>
                  </a:lnTo>
                  <a:close/>
                  <a:moveTo>
                    <a:pt x="2171894" y="1429865"/>
                  </a:moveTo>
                  <a:lnTo>
                    <a:pt x="2258575" y="1475295"/>
                  </a:lnTo>
                  <a:lnTo>
                    <a:pt x="2305267" y="1434666"/>
                  </a:lnTo>
                  <a:close/>
                  <a:moveTo>
                    <a:pt x="2218386" y="1388491"/>
                  </a:moveTo>
                  <a:lnTo>
                    <a:pt x="2171894" y="1429865"/>
                  </a:lnTo>
                  <a:lnTo>
                    <a:pt x="2305267" y="1434666"/>
                  </a:lnTo>
                  <a:close/>
                  <a:moveTo>
                    <a:pt x="2024718" y="1163028"/>
                  </a:moveTo>
                  <a:lnTo>
                    <a:pt x="2026465" y="1162645"/>
                  </a:lnTo>
                  <a:lnTo>
                    <a:pt x="1947700" y="1148958"/>
                  </a:lnTo>
                  <a:close/>
                  <a:moveTo>
                    <a:pt x="1947700" y="1148958"/>
                  </a:moveTo>
                  <a:lnTo>
                    <a:pt x="2026465" y="1162645"/>
                  </a:lnTo>
                  <a:lnTo>
                    <a:pt x="2051612" y="1043606"/>
                  </a:lnTo>
                  <a:close/>
                  <a:moveTo>
                    <a:pt x="1947700" y="1148958"/>
                  </a:moveTo>
                  <a:lnTo>
                    <a:pt x="2051612" y="1043606"/>
                  </a:lnTo>
                  <a:lnTo>
                    <a:pt x="1986012" y="1076996"/>
                  </a:lnTo>
                  <a:close/>
                  <a:moveTo>
                    <a:pt x="2051612" y="1043606"/>
                  </a:moveTo>
                  <a:lnTo>
                    <a:pt x="2026465" y="1162645"/>
                  </a:lnTo>
                  <a:lnTo>
                    <a:pt x="2051837" y="1042376"/>
                  </a:lnTo>
                  <a:close/>
                  <a:moveTo>
                    <a:pt x="1893499" y="1009763"/>
                  </a:moveTo>
                  <a:lnTo>
                    <a:pt x="1845773" y="988176"/>
                  </a:lnTo>
                  <a:lnTo>
                    <a:pt x="1927984" y="960161"/>
                  </a:lnTo>
                  <a:close/>
                  <a:moveTo>
                    <a:pt x="1744633" y="916382"/>
                  </a:moveTo>
                  <a:lnTo>
                    <a:pt x="1845773" y="988176"/>
                  </a:lnTo>
                  <a:lnTo>
                    <a:pt x="1758630" y="898337"/>
                  </a:lnTo>
                  <a:close/>
                  <a:moveTo>
                    <a:pt x="1946592" y="929611"/>
                  </a:moveTo>
                  <a:lnTo>
                    <a:pt x="1845773" y="988176"/>
                  </a:lnTo>
                  <a:lnTo>
                    <a:pt x="1830552" y="989618"/>
                  </a:lnTo>
                  <a:close/>
                  <a:moveTo>
                    <a:pt x="2051619" y="1042103"/>
                  </a:moveTo>
                  <a:lnTo>
                    <a:pt x="2051612" y="1043606"/>
                  </a:lnTo>
                  <a:lnTo>
                    <a:pt x="2051837" y="1042376"/>
                  </a:lnTo>
                  <a:close/>
                  <a:moveTo>
                    <a:pt x="2051619" y="1042103"/>
                  </a:moveTo>
                  <a:lnTo>
                    <a:pt x="2051837" y="1042376"/>
                  </a:lnTo>
                  <a:lnTo>
                    <a:pt x="2050986" y="1041266"/>
                  </a:lnTo>
                  <a:close/>
                  <a:moveTo>
                    <a:pt x="2443049" y="1306022"/>
                  </a:moveTo>
                  <a:lnTo>
                    <a:pt x="2510453" y="1311816"/>
                  </a:lnTo>
                  <a:lnTo>
                    <a:pt x="2469338" y="1245149"/>
                  </a:lnTo>
                  <a:close/>
                  <a:moveTo>
                    <a:pt x="2443049" y="1306022"/>
                  </a:moveTo>
                  <a:lnTo>
                    <a:pt x="2469338" y="1245149"/>
                  </a:lnTo>
                  <a:lnTo>
                    <a:pt x="2425374" y="1220299"/>
                  </a:lnTo>
                  <a:close/>
                  <a:moveTo>
                    <a:pt x="2566477" y="1326861"/>
                  </a:moveTo>
                  <a:lnTo>
                    <a:pt x="2510453" y="1311816"/>
                  </a:lnTo>
                  <a:lnTo>
                    <a:pt x="2499949" y="1390032"/>
                  </a:lnTo>
                  <a:close/>
                  <a:moveTo>
                    <a:pt x="2510453" y="1311816"/>
                  </a:moveTo>
                  <a:lnTo>
                    <a:pt x="2566477" y="1326861"/>
                  </a:lnTo>
                  <a:lnTo>
                    <a:pt x="2469338" y="1245149"/>
                  </a:lnTo>
                  <a:close/>
                  <a:moveTo>
                    <a:pt x="2425374" y="1220299"/>
                  </a:moveTo>
                  <a:lnTo>
                    <a:pt x="2469338" y="1245149"/>
                  </a:lnTo>
                  <a:lnTo>
                    <a:pt x="2457072" y="1229719"/>
                  </a:lnTo>
                  <a:close/>
                  <a:moveTo>
                    <a:pt x="2040279" y="636643"/>
                  </a:moveTo>
                  <a:lnTo>
                    <a:pt x="1973243" y="644860"/>
                  </a:lnTo>
                  <a:lnTo>
                    <a:pt x="2003910" y="720021"/>
                  </a:lnTo>
                  <a:close/>
                  <a:moveTo>
                    <a:pt x="1973243" y="644860"/>
                  </a:moveTo>
                  <a:lnTo>
                    <a:pt x="2040279" y="636643"/>
                  </a:lnTo>
                  <a:lnTo>
                    <a:pt x="1977487" y="614719"/>
                  </a:lnTo>
                  <a:close/>
                  <a:moveTo>
                    <a:pt x="2237162" y="598206"/>
                  </a:moveTo>
                  <a:lnTo>
                    <a:pt x="2141002" y="668757"/>
                  </a:lnTo>
                  <a:lnTo>
                    <a:pt x="2143903" y="627300"/>
                  </a:lnTo>
                  <a:close/>
                  <a:moveTo>
                    <a:pt x="2077667" y="620558"/>
                  </a:moveTo>
                  <a:lnTo>
                    <a:pt x="2091415" y="636643"/>
                  </a:lnTo>
                  <a:lnTo>
                    <a:pt x="2115524" y="573500"/>
                  </a:lnTo>
                  <a:close/>
                  <a:moveTo>
                    <a:pt x="2016415" y="269985"/>
                  </a:moveTo>
                  <a:lnTo>
                    <a:pt x="1930843" y="225121"/>
                  </a:lnTo>
                  <a:lnTo>
                    <a:pt x="2005674" y="269346"/>
                  </a:lnTo>
                  <a:close/>
                  <a:moveTo>
                    <a:pt x="2024067" y="295012"/>
                  </a:moveTo>
                  <a:lnTo>
                    <a:pt x="2005674" y="269346"/>
                  </a:lnTo>
                  <a:lnTo>
                    <a:pt x="2016870" y="230910"/>
                  </a:lnTo>
                  <a:close/>
                  <a:moveTo>
                    <a:pt x="2016624" y="267187"/>
                  </a:moveTo>
                  <a:lnTo>
                    <a:pt x="2128035" y="189871"/>
                  </a:lnTo>
                  <a:lnTo>
                    <a:pt x="2050120" y="177221"/>
                  </a:lnTo>
                  <a:close/>
                  <a:moveTo>
                    <a:pt x="2622301" y="80372"/>
                  </a:moveTo>
                  <a:lnTo>
                    <a:pt x="2649139" y="19053"/>
                  </a:lnTo>
                  <a:lnTo>
                    <a:pt x="2598044" y="0"/>
                  </a:lnTo>
                  <a:close/>
                  <a:moveTo>
                    <a:pt x="2833955" y="229668"/>
                  </a:moveTo>
                  <a:lnTo>
                    <a:pt x="2862898" y="306231"/>
                  </a:lnTo>
                  <a:lnTo>
                    <a:pt x="2879382" y="323809"/>
                  </a:lnTo>
                  <a:close/>
                  <a:moveTo>
                    <a:pt x="2833955" y="229668"/>
                  </a:moveTo>
                  <a:lnTo>
                    <a:pt x="2845404" y="241594"/>
                  </a:lnTo>
                  <a:lnTo>
                    <a:pt x="2803934" y="18419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21" name="Candidate_density__2120">
              <a:extLst>
                <a:ext uri="{FF2B5EF4-FFF2-40B4-BE49-F238E27FC236}">
                  <a16:creationId xmlns:a16="http://schemas.microsoft.com/office/drawing/2014/main" id="{466802E4-EB4A-07EF-F1A5-976B0426E29A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679497"/>
              <a:ext cx="2837363" cy="2221514"/>
            </a:xfrm>
            <a:custGeom>
              <a:avLst/>
              <a:gdLst/>
              <a:ahLst/>
              <a:cxnLst/>
              <a:rect l="0" t="0" r="0" b="0"/>
              <a:pathLst>
                <a:path w="2837363" h="2221514">
                  <a:moveTo>
                    <a:pt x="699747" y="2074866"/>
                  </a:moveTo>
                  <a:lnTo>
                    <a:pt x="681975" y="2129502"/>
                  </a:lnTo>
                  <a:lnTo>
                    <a:pt x="733428" y="2106677"/>
                  </a:lnTo>
                  <a:close/>
                  <a:moveTo>
                    <a:pt x="621890" y="2031087"/>
                  </a:moveTo>
                  <a:lnTo>
                    <a:pt x="664114" y="2113302"/>
                  </a:lnTo>
                  <a:lnTo>
                    <a:pt x="699747" y="2074866"/>
                  </a:lnTo>
                  <a:close/>
                  <a:moveTo>
                    <a:pt x="0" y="1291151"/>
                  </a:moveTo>
                  <a:lnTo>
                    <a:pt x="3408" y="1373366"/>
                  </a:lnTo>
                  <a:lnTo>
                    <a:pt x="14490" y="1334930"/>
                  </a:lnTo>
                  <a:close/>
                  <a:moveTo>
                    <a:pt x="865450" y="2106422"/>
                  </a:moveTo>
                  <a:lnTo>
                    <a:pt x="779037" y="2036429"/>
                  </a:lnTo>
                  <a:lnTo>
                    <a:pt x="733428" y="2106677"/>
                  </a:lnTo>
                  <a:close/>
                  <a:moveTo>
                    <a:pt x="1024420" y="2200860"/>
                  </a:moveTo>
                  <a:lnTo>
                    <a:pt x="1014774" y="2221181"/>
                  </a:lnTo>
                  <a:lnTo>
                    <a:pt x="1045294" y="2221514"/>
                  </a:lnTo>
                  <a:close/>
                  <a:moveTo>
                    <a:pt x="1077666" y="2162423"/>
                  </a:moveTo>
                  <a:lnTo>
                    <a:pt x="1045294" y="2221514"/>
                  </a:lnTo>
                  <a:lnTo>
                    <a:pt x="1089638" y="2172104"/>
                  </a:lnTo>
                  <a:close/>
                  <a:moveTo>
                    <a:pt x="1077666" y="2162423"/>
                  </a:moveTo>
                  <a:lnTo>
                    <a:pt x="1024420" y="2200860"/>
                  </a:lnTo>
                  <a:lnTo>
                    <a:pt x="1045294" y="2221514"/>
                  </a:lnTo>
                  <a:close/>
                  <a:moveTo>
                    <a:pt x="1016565" y="2118644"/>
                  </a:moveTo>
                  <a:lnTo>
                    <a:pt x="1024420" y="2200860"/>
                  </a:lnTo>
                  <a:lnTo>
                    <a:pt x="1077666" y="2162423"/>
                  </a:lnTo>
                  <a:close/>
                  <a:moveTo>
                    <a:pt x="1016565" y="2118644"/>
                  </a:moveTo>
                  <a:lnTo>
                    <a:pt x="1077666" y="2162423"/>
                  </a:lnTo>
                  <a:lnTo>
                    <a:pt x="1040634" y="2080208"/>
                  </a:lnTo>
                  <a:close/>
                  <a:moveTo>
                    <a:pt x="1089638" y="2172104"/>
                  </a:moveTo>
                  <a:lnTo>
                    <a:pt x="1045294" y="2221514"/>
                  </a:lnTo>
                  <a:lnTo>
                    <a:pt x="1171071" y="2197914"/>
                  </a:lnTo>
                  <a:close/>
                  <a:moveTo>
                    <a:pt x="719943" y="1789784"/>
                  </a:moveTo>
                  <a:lnTo>
                    <a:pt x="736470" y="1871999"/>
                  </a:lnTo>
                  <a:lnTo>
                    <a:pt x="712598" y="1784607"/>
                  </a:lnTo>
                  <a:close/>
                  <a:moveTo>
                    <a:pt x="736470" y="1871999"/>
                  </a:moveTo>
                  <a:lnTo>
                    <a:pt x="752684" y="1852110"/>
                  </a:lnTo>
                  <a:lnTo>
                    <a:pt x="712598" y="1784607"/>
                  </a:lnTo>
                  <a:close/>
                  <a:moveTo>
                    <a:pt x="428903" y="1433101"/>
                  </a:moveTo>
                  <a:lnTo>
                    <a:pt x="380909" y="1409435"/>
                  </a:lnTo>
                  <a:lnTo>
                    <a:pt x="351643" y="1435320"/>
                  </a:lnTo>
                  <a:close/>
                  <a:moveTo>
                    <a:pt x="428903" y="1433101"/>
                  </a:moveTo>
                  <a:lnTo>
                    <a:pt x="459822" y="1425823"/>
                  </a:lnTo>
                  <a:lnTo>
                    <a:pt x="380909" y="1409435"/>
                  </a:lnTo>
                  <a:close/>
                  <a:moveTo>
                    <a:pt x="1077666" y="2162423"/>
                  </a:moveTo>
                  <a:lnTo>
                    <a:pt x="1089638" y="2172104"/>
                  </a:lnTo>
                  <a:lnTo>
                    <a:pt x="1099779" y="2152073"/>
                  </a:lnTo>
                  <a:close/>
                  <a:moveTo>
                    <a:pt x="1052326" y="2032602"/>
                  </a:moveTo>
                  <a:lnTo>
                    <a:pt x="1040634" y="2080208"/>
                  </a:lnTo>
                  <a:lnTo>
                    <a:pt x="1059609" y="1959556"/>
                  </a:lnTo>
                  <a:close/>
                  <a:moveTo>
                    <a:pt x="1055452" y="1987925"/>
                  </a:moveTo>
                  <a:lnTo>
                    <a:pt x="1059609" y="1959556"/>
                  </a:lnTo>
                  <a:lnTo>
                    <a:pt x="1072820" y="1894025"/>
                  </a:lnTo>
                  <a:close/>
                  <a:moveTo>
                    <a:pt x="1105453" y="1997993"/>
                  </a:moveTo>
                  <a:lnTo>
                    <a:pt x="1072820" y="1894025"/>
                  </a:lnTo>
                  <a:lnTo>
                    <a:pt x="1081507" y="1877341"/>
                  </a:lnTo>
                  <a:close/>
                  <a:moveTo>
                    <a:pt x="764875" y="1642014"/>
                  </a:moveTo>
                  <a:lnTo>
                    <a:pt x="761540" y="1566172"/>
                  </a:lnTo>
                  <a:lnTo>
                    <a:pt x="789133" y="1669132"/>
                  </a:lnTo>
                  <a:close/>
                  <a:moveTo>
                    <a:pt x="759437" y="1548481"/>
                  </a:moveTo>
                  <a:lnTo>
                    <a:pt x="753861" y="1537461"/>
                  </a:lnTo>
                  <a:lnTo>
                    <a:pt x="709142" y="1585469"/>
                  </a:lnTo>
                  <a:close/>
                  <a:moveTo>
                    <a:pt x="665182" y="1484566"/>
                  </a:moveTo>
                  <a:lnTo>
                    <a:pt x="632999" y="1579438"/>
                  </a:lnTo>
                  <a:lnTo>
                    <a:pt x="753861" y="1537461"/>
                  </a:lnTo>
                  <a:close/>
                  <a:moveTo>
                    <a:pt x="1304298" y="2106987"/>
                  </a:moveTo>
                  <a:lnTo>
                    <a:pt x="1296333" y="2172389"/>
                  </a:lnTo>
                  <a:lnTo>
                    <a:pt x="1386085" y="2201180"/>
                  </a:lnTo>
                  <a:close/>
                  <a:moveTo>
                    <a:pt x="1393897" y="2094737"/>
                  </a:moveTo>
                  <a:lnTo>
                    <a:pt x="1304298" y="2106987"/>
                  </a:lnTo>
                  <a:lnTo>
                    <a:pt x="1386085" y="2201180"/>
                  </a:lnTo>
                  <a:close/>
                  <a:moveTo>
                    <a:pt x="1486120" y="2109453"/>
                  </a:moveTo>
                  <a:lnTo>
                    <a:pt x="1449282" y="2085550"/>
                  </a:lnTo>
                  <a:lnTo>
                    <a:pt x="1474526" y="2189871"/>
                  </a:lnTo>
                  <a:close/>
                  <a:moveTo>
                    <a:pt x="1474526" y="2189871"/>
                  </a:moveTo>
                  <a:lnTo>
                    <a:pt x="1449282" y="2085550"/>
                  </a:lnTo>
                  <a:lnTo>
                    <a:pt x="1393897" y="2094737"/>
                  </a:lnTo>
                  <a:close/>
                  <a:moveTo>
                    <a:pt x="1474526" y="2189871"/>
                  </a:moveTo>
                  <a:lnTo>
                    <a:pt x="1393897" y="2094737"/>
                  </a:lnTo>
                  <a:lnTo>
                    <a:pt x="1386085" y="2201180"/>
                  </a:lnTo>
                  <a:close/>
                  <a:moveTo>
                    <a:pt x="1304298" y="2106987"/>
                  </a:moveTo>
                  <a:lnTo>
                    <a:pt x="1215454" y="2148653"/>
                  </a:lnTo>
                  <a:lnTo>
                    <a:pt x="1296333" y="2172389"/>
                  </a:lnTo>
                  <a:close/>
                  <a:moveTo>
                    <a:pt x="1220013" y="2114917"/>
                  </a:moveTo>
                  <a:lnTo>
                    <a:pt x="1304298" y="2106987"/>
                  </a:lnTo>
                  <a:lnTo>
                    <a:pt x="1297068" y="2012772"/>
                  </a:lnTo>
                  <a:close/>
                  <a:moveTo>
                    <a:pt x="1304298" y="2106987"/>
                  </a:moveTo>
                  <a:lnTo>
                    <a:pt x="1371802" y="2012607"/>
                  </a:lnTo>
                  <a:lnTo>
                    <a:pt x="1297068" y="2012772"/>
                  </a:lnTo>
                  <a:close/>
                  <a:moveTo>
                    <a:pt x="1356473" y="1924977"/>
                  </a:moveTo>
                  <a:lnTo>
                    <a:pt x="1297068" y="2012772"/>
                  </a:lnTo>
                  <a:lnTo>
                    <a:pt x="1371802" y="2012607"/>
                  </a:lnTo>
                  <a:close/>
                  <a:moveTo>
                    <a:pt x="1081507" y="1877341"/>
                  </a:moveTo>
                  <a:lnTo>
                    <a:pt x="1072820" y="1894025"/>
                  </a:lnTo>
                  <a:lnTo>
                    <a:pt x="1078943" y="1868735"/>
                  </a:lnTo>
                  <a:close/>
                  <a:moveTo>
                    <a:pt x="1062496" y="1855427"/>
                  </a:moveTo>
                  <a:lnTo>
                    <a:pt x="1081507" y="1877341"/>
                  </a:lnTo>
                  <a:lnTo>
                    <a:pt x="1078943" y="1868735"/>
                  </a:lnTo>
                  <a:close/>
                  <a:moveTo>
                    <a:pt x="1576437" y="2067520"/>
                  </a:moveTo>
                  <a:lnTo>
                    <a:pt x="1489899" y="2077280"/>
                  </a:lnTo>
                  <a:lnTo>
                    <a:pt x="1486120" y="2109453"/>
                  </a:lnTo>
                  <a:close/>
                  <a:moveTo>
                    <a:pt x="988848" y="1581112"/>
                  </a:moveTo>
                  <a:lnTo>
                    <a:pt x="1063581" y="1644281"/>
                  </a:lnTo>
                  <a:lnTo>
                    <a:pt x="998005" y="1592260"/>
                  </a:lnTo>
                  <a:close/>
                  <a:moveTo>
                    <a:pt x="1477186" y="1787339"/>
                  </a:moveTo>
                  <a:lnTo>
                    <a:pt x="1400412" y="1852458"/>
                  </a:lnTo>
                  <a:lnTo>
                    <a:pt x="1467769" y="1825640"/>
                  </a:lnTo>
                  <a:close/>
                  <a:moveTo>
                    <a:pt x="1334988" y="1681667"/>
                  </a:moveTo>
                  <a:lnTo>
                    <a:pt x="1361275" y="1620797"/>
                  </a:lnTo>
                  <a:lnTo>
                    <a:pt x="1299566" y="1610373"/>
                  </a:lnTo>
                  <a:close/>
                  <a:moveTo>
                    <a:pt x="1453520" y="1706487"/>
                  </a:moveTo>
                  <a:lnTo>
                    <a:pt x="1412376" y="1679817"/>
                  </a:lnTo>
                  <a:lnTo>
                    <a:pt x="1471606" y="1624782"/>
                  </a:lnTo>
                  <a:close/>
                  <a:moveTo>
                    <a:pt x="1299566" y="1610373"/>
                  </a:moveTo>
                  <a:lnTo>
                    <a:pt x="1286802" y="1520657"/>
                  </a:lnTo>
                  <a:lnTo>
                    <a:pt x="1212864" y="1620268"/>
                  </a:lnTo>
                  <a:close/>
                  <a:moveTo>
                    <a:pt x="1257656" y="1444260"/>
                  </a:moveTo>
                  <a:lnTo>
                    <a:pt x="1152692" y="1471608"/>
                  </a:lnTo>
                  <a:lnTo>
                    <a:pt x="1286802" y="1520657"/>
                  </a:lnTo>
                  <a:close/>
                  <a:moveTo>
                    <a:pt x="953738" y="1186526"/>
                  </a:moveTo>
                  <a:lnTo>
                    <a:pt x="876745" y="1111198"/>
                  </a:lnTo>
                  <a:lnTo>
                    <a:pt x="875721" y="1142747"/>
                  </a:lnTo>
                  <a:close/>
                  <a:moveTo>
                    <a:pt x="754774" y="1060532"/>
                  </a:moveTo>
                  <a:lnTo>
                    <a:pt x="826967" y="1101731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54774" y="1060532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91972" y="1022096"/>
                  </a:lnTo>
                  <a:lnTo>
                    <a:pt x="779657" y="939881"/>
                  </a:lnTo>
                  <a:close/>
                  <a:moveTo>
                    <a:pt x="720277" y="978317"/>
                  </a:moveTo>
                  <a:lnTo>
                    <a:pt x="779657" y="939881"/>
                  </a:lnTo>
                  <a:lnTo>
                    <a:pt x="717673" y="971757"/>
                  </a:lnTo>
                  <a:close/>
                  <a:moveTo>
                    <a:pt x="1412376" y="1679817"/>
                  </a:moveTo>
                  <a:lnTo>
                    <a:pt x="1502550" y="1740479"/>
                  </a:lnTo>
                  <a:lnTo>
                    <a:pt x="1412345" y="1679369"/>
                  </a:lnTo>
                  <a:close/>
                  <a:moveTo>
                    <a:pt x="1060230" y="1201348"/>
                  </a:moveTo>
                  <a:lnTo>
                    <a:pt x="1013224" y="1186526"/>
                  </a:lnTo>
                  <a:lnTo>
                    <a:pt x="1019050" y="1156190"/>
                  </a:lnTo>
                  <a:close/>
                  <a:moveTo>
                    <a:pt x="711603" y="733860"/>
                  </a:moveTo>
                  <a:lnTo>
                    <a:pt x="738263" y="737014"/>
                  </a:lnTo>
                  <a:lnTo>
                    <a:pt x="746137" y="756419"/>
                  </a:lnTo>
                  <a:close/>
                  <a:moveTo>
                    <a:pt x="631923" y="714608"/>
                  </a:moveTo>
                  <a:lnTo>
                    <a:pt x="689823" y="715885"/>
                  </a:lnTo>
                  <a:lnTo>
                    <a:pt x="711603" y="733860"/>
                  </a:lnTo>
                  <a:close/>
                  <a:moveTo>
                    <a:pt x="1071421" y="812783"/>
                  </a:moveTo>
                  <a:lnTo>
                    <a:pt x="1153075" y="863008"/>
                  </a:lnTo>
                  <a:lnTo>
                    <a:pt x="1050141" y="791137"/>
                  </a:lnTo>
                  <a:close/>
                  <a:moveTo>
                    <a:pt x="1153075" y="863008"/>
                  </a:moveTo>
                  <a:lnTo>
                    <a:pt x="1157395" y="864626"/>
                  </a:lnTo>
                  <a:lnTo>
                    <a:pt x="1050141" y="791137"/>
                  </a:lnTo>
                  <a:close/>
                  <a:moveTo>
                    <a:pt x="1160437" y="866942"/>
                  </a:moveTo>
                  <a:lnTo>
                    <a:pt x="1157395" y="864626"/>
                  </a:lnTo>
                  <a:lnTo>
                    <a:pt x="1153075" y="863008"/>
                  </a:lnTo>
                  <a:close/>
                  <a:moveTo>
                    <a:pt x="984815" y="767633"/>
                  </a:moveTo>
                  <a:lnTo>
                    <a:pt x="924407" y="756983"/>
                  </a:lnTo>
                  <a:lnTo>
                    <a:pt x="853423" y="770242"/>
                  </a:lnTo>
                  <a:close/>
                  <a:moveTo>
                    <a:pt x="1000778" y="763866"/>
                  </a:moveTo>
                  <a:lnTo>
                    <a:pt x="1020474" y="780792"/>
                  </a:lnTo>
                  <a:lnTo>
                    <a:pt x="1050141" y="791137"/>
                  </a:lnTo>
                  <a:close/>
                  <a:moveTo>
                    <a:pt x="984815" y="767633"/>
                  </a:moveTo>
                  <a:lnTo>
                    <a:pt x="1020474" y="780792"/>
                  </a:lnTo>
                  <a:lnTo>
                    <a:pt x="1000778" y="763866"/>
                  </a:lnTo>
                  <a:close/>
                  <a:moveTo>
                    <a:pt x="924407" y="756983"/>
                  </a:moveTo>
                  <a:lnTo>
                    <a:pt x="984815" y="767633"/>
                  </a:lnTo>
                  <a:lnTo>
                    <a:pt x="1000778" y="763866"/>
                  </a:lnTo>
                  <a:close/>
                  <a:moveTo>
                    <a:pt x="1537711" y="1337765"/>
                  </a:moveTo>
                  <a:lnTo>
                    <a:pt x="1608048" y="1341175"/>
                  </a:lnTo>
                  <a:lnTo>
                    <a:pt x="1597690" y="1249503"/>
                  </a:lnTo>
                  <a:close/>
                  <a:moveTo>
                    <a:pt x="1710313" y="1317862"/>
                  </a:moveTo>
                  <a:lnTo>
                    <a:pt x="1710489" y="1315003"/>
                  </a:lnTo>
                  <a:lnTo>
                    <a:pt x="1608048" y="1341175"/>
                  </a:lnTo>
                  <a:close/>
                  <a:moveTo>
                    <a:pt x="1608048" y="1341175"/>
                  </a:moveTo>
                  <a:lnTo>
                    <a:pt x="1710489" y="1315003"/>
                  </a:lnTo>
                  <a:lnTo>
                    <a:pt x="1681581" y="1241893"/>
                  </a:lnTo>
                  <a:close/>
                  <a:moveTo>
                    <a:pt x="1504048" y="1265041"/>
                  </a:moveTo>
                  <a:lnTo>
                    <a:pt x="1477870" y="1217797"/>
                  </a:lnTo>
                  <a:lnTo>
                    <a:pt x="1443414" y="1153650"/>
                  </a:lnTo>
                  <a:close/>
                  <a:moveTo>
                    <a:pt x="1100815" y="850032"/>
                  </a:moveTo>
                  <a:lnTo>
                    <a:pt x="1215377" y="917579"/>
                  </a:lnTo>
                  <a:lnTo>
                    <a:pt x="1153075" y="863008"/>
                  </a:lnTo>
                  <a:close/>
                  <a:moveTo>
                    <a:pt x="1153075" y="863008"/>
                  </a:moveTo>
                  <a:lnTo>
                    <a:pt x="1215377" y="917579"/>
                  </a:lnTo>
                  <a:lnTo>
                    <a:pt x="1160437" y="866942"/>
                  </a:lnTo>
                  <a:close/>
                  <a:moveTo>
                    <a:pt x="1100815" y="850032"/>
                  </a:moveTo>
                  <a:lnTo>
                    <a:pt x="1153075" y="863008"/>
                  </a:lnTo>
                  <a:lnTo>
                    <a:pt x="1071421" y="812783"/>
                  </a:lnTo>
                  <a:close/>
                  <a:moveTo>
                    <a:pt x="1289360" y="824572"/>
                  </a:moveTo>
                  <a:lnTo>
                    <a:pt x="1282712" y="923430"/>
                  </a:lnTo>
                  <a:lnTo>
                    <a:pt x="1287198" y="847020"/>
                  </a:lnTo>
                  <a:close/>
                  <a:moveTo>
                    <a:pt x="2089165" y="1690501"/>
                  </a:moveTo>
                  <a:lnTo>
                    <a:pt x="2045772" y="1732600"/>
                  </a:lnTo>
                  <a:lnTo>
                    <a:pt x="2092842" y="1693386"/>
                  </a:lnTo>
                  <a:close/>
                  <a:moveTo>
                    <a:pt x="1972396" y="1646722"/>
                  </a:moveTo>
                  <a:lnTo>
                    <a:pt x="2041270" y="1728937"/>
                  </a:lnTo>
                  <a:lnTo>
                    <a:pt x="2089165" y="1690501"/>
                  </a:lnTo>
                  <a:close/>
                  <a:moveTo>
                    <a:pt x="2092842" y="1693386"/>
                  </a:moveTo>
                  <a:lnTo>
                    <a:pt x="2045772" y="1732600"/>
                  </a:lnTo>
                  <a:lnTo>
                    <a:pt x="2171689" y="1709524"/>
                  </a:lnTo>
                  <a:close/>
                  <a:moveTo>
                    <a:pt x="1752323" y="1256214"/>
                  </a:moveTo>
                  <a:lnTo>
                    <a:pt x="1791179" y="1197211"/>
                  </a:lnTo>
                  <a:lnTo>
                    <a:pt x="1721624" y="1235647"/>
                  </a:lnTo>
                  <a:close/>
                  <a:moveTo>
                    <a:pt x="2276454" y="1661786"/>
                  </a:moveTo>
                  <a:lnTo>
                    <a:pt x="2256716" y="1748766"/>
                  </a:lnTo>
                  <a:lnTo>
                    <a:pt x="2340946" y="1770039"/>
                  </a:lnTo>
                  <a:close/>
                  <a:moveTo>
                    <a:pt x="2089165" y="1690501"/>
                  </a:moveTo>
                  <a:lnTo>
                    <a:pt x="2092842" y="1693386"/>
                  </a:lnTo>
                  <a:lnTo>
                    <a:pt x="2094173" y="1688793"/>
                  </a:lnTo>
                  <a:close/>
                  <a:moveTo>
                    <a:pt x="2179026" y="1680400"/>
                  </a:moveTo>
                  <a:lnTo>
                    <a:pt x="2092842" y="1693386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094173" y="1688793"/>
                  </a:lnTo>
                  <a:lnTo>
                    <a:pt x="2092842" y="1693386"/>
                  </a:lnTo>
                  <a:close/>
                  <a:moveTo>
                    <a:pt x="2094173" y="1688793"/>
                  </a:moveTo>
                  <a:lnTo>
                    <a:pt x="2179026" y="1680400"/>
                  </a:lnTo>
                  <a:lnTo>
                    <a:pt x="2170683" y="1587091"/>
                  </a:lnTo>
                  <a:close/>
                  <a:moveTo>
                    <a:pt x="2276454" y="1661786"/>
                  </a:moveTo>
                  <a:lnTo>
                    <a:pt x="2171689" y="1709524"/>
                  </a:lnTo>
                  <a:lnTo>
                    <a:pt x="2256716" y="1748766"/>
                  </a:lnTo>
                  <a:close/>
                  <a:moveTo>
                    <a:pt x="2276454" y="1661786"/>
                  </a:moveTo>
                  <a:lnTo>
                    <a:pt x="2179026" y="1680400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276454" y="1661786"/>
                  </a:lnTo>
                  <a:lnTo>
                    <a:pt x="2261678" y="1573705"/>
                  </a:lnTo>
                  <a:close/>
                  <a:moveTo>
                    <a:pt x="2276454" y="1661786"/>
                  </a:moveTo>
                  <a:lnTo>
                    <a:pt x="2336863" y="1573174"/>
                  </a:lnTo>
                  <a:lnTo>
                    <a:pt x="2261678" y="1573705"/>
                  </a:lnTo>
                  <a:close/>
                  <a:moveTo>
                    <a:pt x="2170683" y="1587091"/>
                  </a:moveTo>
                  <a:lnTo>
                    <a:pt x="2131560" y="1559485"/>
                  </a:lnTo>
                  <a:lnTo>
                    <a:pt x="2076529" y="1526071"/>
                  </a:lnTo>
                  <a:close/>
                  <a:moveTo>
                    <a:pt x="2028126" y="1240989"/>
                  </a:moveTo>
                  <a:lnTo>
                    <a:pt x="1950731" y="1361640"/>
                  </a:lnTo>
                  <a:lnTo>
                    <a:pt x="2035773" y="1323204"/>
                  </a:lnTo>
                  <a:close/>
                  <a:moveTo>
                    <a:pt x="1800190" y="1158774"/>
                  </a:moveTo>
                  <a:lnTo>
                    <a:pt x="1840031" y="1090279"/>
                  </a:lnTo>
                  <a:lnTo>
                    <a:pt x="1770100" y="1114995"/>
                  </a:lnTo>
                  <a:close/>
                  <a:moveTo>
                    <a:pt x="1748041" y="994344"/>
                  </a:moveTo>
                  <a:lnTo>
                    <a:pt x="1817647" y="1091773"/>
                  </a:lnTo>
                  <a:lnTo>
                    <a:pt x="1833960" y="1067579"/>
                  </a:lnTo>
                  <a:close/>
                  <a:moveTo>
                    <a:pt x="1770100" y="1114995"/>
                  </a:moveTo>
                  <a:lnTo>
                    <a:pt x="1817647" y="1091773"/>
                  </a:lnTo>
                  <a:lnTo>
                    <a:pt x="1748041" y="994344"/>
                  </a:lnTo>
                  <a:close/>
                  <a:moveTo>
                    <a:pt x="1710149" y="1032780"/>
                  </a:moveTo>
                  <a:lnTo>
                    <a:pt x="1770100" y="1114995"/>
                  </a:lnTo>
                  <a:lnTo>
                    <a:pt x="1748041" y="994344"/>
                  </a:lnTo>
                  <a:close/>
                  <a:moveTo>
                    <a:pt x="2197406" y="1449198"/>
                  </a:moveTo>
                  <a:lnTo>
                    <a:pt x="2137631" y="1487634"/>
                  </a:lnTo>
                  <a:lnTo>
                    <a:pt x="2175302" y="1507827"/>
                  </a:lnTo>
                  <a:close/>
                  <a:moveTo>
                    <a:pt x="2028126" y="1240989"/>
                  </a:moveTo>
                  <a:lnTo>
                    <a:pt x="2059464" y="1316641"/>
                  </a:lnTo>
                  <a:lnTo>
                    <a:pt x="2029873" y="1240606"/>
                  </a:lnTo>
                  <a:close/>
                  <a:moveTo>
                    <a:pt x="2028126" y="1240989"/>
                  </a:moveTo>
                  <a:lnTo>
                    <a:pt x="2035773" y="1323204"/>
                  </a:lnTo>
                  <a:lnTo>
                    <a:pt x="2059464" y="1316641"/>
                  </a:lnTo>
                  <a:close/>
                  <a:moveTo>
                    <a:pt x="2018219" y="1049896"/>
                  </a:moveTo>
                  <a:lnTo>
                    <a:pt x="2054394" y="1119228"/>
                  </a:lnTo>
                  <a:lnTo>
                    <a:pt x="2055245" y="1120338"/>
                  </a:lnTo>
                  <a:close/>
                  <a:moveTo>
                    <a:pt x="1833960" y="1067579"/>
                  </a:moveTo>
                  <a:lnTo>
                    <a:pt x="1849181" y="1066137"/>
                  </a:lnTo>
                  <a:lnTo>
                    <a:pt x="1748041" y="994344"/>
                  </a:lnTo>
                  <a:close/>
                  <a:moveTo>
                    <a:pt x="1950000" y="1007572"/>
                  </a:moveTo>
                  <a:lnTo>
                    <a:pt x="1833960" y="1067579"/>
                  </a:lnTo>
                  <a:lnTo>
                    <a:pt x="1904282" y="1051845"/>
                  </a:lnTo>
                  <a:close/>
                  <a:moveTo>
                    <a:pt x="1528294" y="744868"/>
                  </a:moveTo>
                  <a:lnTo>
                    <a:pt x="1611718" y="793969"/>
                  </a:lnTo>
                  <a:lnTo>
                    <a:pt x="1534856" y="747698"/>
                  </a:lnTo>
                  <a:close/>
                  <a:moveTo>
                    <a:pt x="1663261" y="709262"/>
                  </a:moveTo>
                  <a:lnTo>
                    <a:pt x="1637186" y="747698"/>
                  </a:lnTo>
                  <a:lnTo>
                    <a:pt x="1673109" y="791477"/>
                  </a:lnTo>
                  <a:close/>
                  <a:moveTo>
                    <a:pt x="1605509" y="665483"/>
                  </a:moveTo>
                  <a:lnTo>
                    <a:pt x="1637186" y="747698"/>
                  </a:lnTo>
                  <a:lnTo>
                    <a:pt x="1663261" y="709262"/>
                  </a:lnTo>
                  <a:close/>
                  <a:moveTo>
                    <a:pt x="2055027" y="1120064"/>
                  </a:moveTo>
                  <a:lnTo>
                    <a:pt x="1989420" y="1154958"/>
                  </a:lnTo>
                  <a:lnTo>
                    <a:pt x="2055020" y="1121568"/>
                  </a:lnTo>
                  <a:close/>
                  <a:moveTo>
                    <a:pt x="2055027" y="1120064"/>
                  </a:moveTo>
                  <a:lnTo>
                    <a:pt x="1987952" y="1114003"/>
                  </a:lnTo>
                  <a:lnTo>
                    <a:pt x="1989420" y="1154958"/>
                  </a:lnTo>
                  <a:close/>
                  <a:moveTo>
                    <a:pt x="1987952" y="1114003"/>
                  </a:moveTo>
                  <a:lnTo>
                    <a:pt x="2054394" y="1119228"/>
                  </a:lnTo>
                  <a:lnTo>
                    <a:pt x="1973776" y="1096466"/>
                  </a:lnTo>
                  <a:close/>
                  <a:moveTo>
                    <a:pt x="1987952" y="1114003"/>
                  </a:moveTo>
                  <a:lnTo>
                    <a:pt x="2055027" y="1120064"/>
                  </a:lnTo>
                  <a:lnTo>
                    <a:pt x="2054394" y="1119228"/>
                  </a:lnTo>
                  <a:close/>
                  <a:moveTo>
                    <a:pt x="2359278" y="1294175"/>
                  </a:moveTo>
                  <a:lnTo>
                    <a:pt x="2428783" y="1298261"/>
                  </a:lnTo>
                  <a:lnTo>
                    <a:pt x="2380033" y="1285562"/>
                  </a:lnTo>
                  <a:close/>
                  <a:moveTo>
                    <a:pt x="2428783" y="1298261"/>
                  </a:moveTo>
                  <a:lnTo>
                    <a:pt x="2460480" y="1307680"/>
                  </a:lnTo>
                  <a:lnTo>
                    <a:pt x="2380033" y="1285562"/>
                  </a:lnTo>
                  <a:close/>
                  <a:moveTo>
                    <a:pt x="2144410" y="746719"/>
                  </a:moveTo>
                  <a:lnTo>
                    <a:pt x="2132319" y="717451"/>
                  </a:lnTo>
                  <a:lnTo>
                    <a:pt x="2094823" y="714604"/>
                  </a:lnTo>
                  <a:close/>
                  <a:moveTo>
                    <a:pt x="2043687" y="714604"/>
                  </a:moveTo>
                  <a:lnTo>
                    <a:pt x="2081075" y="698519"/>
                  </a:lnTo>
                  <a:lnTo>
                    <a:pt x="1980895" y="692680"/>
                  </a:lnTo>
                  <a:close/>
                  <a:moveTo>
                    <a:pt x="2147312" y="705262"/>
                  </a:moveTo>
                  <a:lnTo>
                    <a:pt x="2128496" y="676168"/>
                  </a:lnTo>
                  <a:lnTo>
                    <a:pt x="2118932" y="651462"/>
                  </a:lnTo>
                  <a:close/>
                  <a:moveTo>
                    <a:pt x="2118932" y="651462"/>
                  </a:moveTo>
                  <a:lnTo>
                    <a:pt x="2128496" y="676168"/>
                  </a:lnTo>
                  <a:lnTo>
                    <a:pt x="2103626" y="657690"/>
                  </a:lnTo>
                  <a:close/>
                  <a:moveTo>
                    <a:pt x="2103626" y="657690"/>
                  </a:moveTo>
                  <a:lnTo>
                    <a:pt x="2081075" y="698519"/>
                  </a:lnTo>
                  <a:lnTo>
                    <a:pt x="2118932" y="651462"/>
                  </a:lnTo>
                  <a:close/>
                  <a:moveTo>
                    <a:pt x="2158347" y="368421"/>
                  </a:moveTo>
                  <a:lnTo>
                    <a:pt x="2027475" y="372973"/>
                  </a:lnTo>
                  <a:lnTo>
                    <a:pt x="2078904" y="350058"/>
                  </a:lnTo>
                  <a:close/>
                  <a:moveTo>
                    <a:pt x="2664479" y="326998"/>
                  </a:moveTo>
                  <a:lnTo>
                    <a:pt x="2714073" y="247180"/>
                  </a:lnTo>
                  <a:lnTo>
                    <a:pt x="2646900" y="241197"/>
                  </a:lnTo>
                  <a:close/>
                  <a:moveTo>
                    <a:pt x="2646900" y="241197"/>
                  </a:moveTo>
                  <a:lnTo>
                    <a:pt x="2714073" y="247180"/>
                  </a:lnTo>
                  <a:lnTo>
                    <a:pt x="2688248" y="168082"/>
                  </a:lnTo>
                  <a:close/>
                  <a:moveTo>
                    <a:pt x="2646900" y="241197"/>
                  </a:moveTo>
                  <a:lnTo>
                    <a:pt x="2688248" y="168082"/>
                  </a:lnTo>
                  <a:lnTo>
                    <a:pt x="2625709" y="158333"/>
                  </a:lnTo>
                  <a:close/>
                  <a:moveTo>
                    <a:pt x="2646900" y="241197"/>
                  </a:moveTo>
                  <a:lnTo>
                    <a:pt x="2625709" y="158333"/>
                  </a:lnTo>
                  <a:lnTo>
                    <a:pt x="2626187" y="237340"/>
                  </a:lnTo>
                  <a:close/>
                  <a:moveTo>
                    <a:pt x="2625709" y="158333"/>
                  </a:moveTo>
                  <a:lnTo>
                    <a:pt x="2610844" y="155125"/>
                  </a:lnTo>
                  <a:lnTo>
                    <a:pt x="2626187" y="237340"/>
                  </a:lnTo>
                  <a:close/>
                  <a:moveTo>
                    <a:pt x="2714073" y="247180"/>
                  </a:moveTo>
                  <a:lnTo>
                    <a:pt x="2738254" y="282503"/>
                  </a:lnTo>
                  <a:lnTo>
                    <a:pt x="2807342" y="262153"/>
                  </a:lnTo>
                  <a:close/>
                  <a:moveTo>
                    <a:pt x="2541104" y="102706"/>
                  </a:moveTo>
                  <a:lnTo>
                    <a:pt x="2610844" y="155125"/>
                  </a:lnTo>
                  <a:lnTo>
                    <a:pt x="2524914" y="79593"/>
                  </a:lnTo>
                  <a:close/>
                  <a:moveTo>
                    <a:pt x="2524914" y="79593"/>
                  </a:moveTo>
                  <a:lnTo>
                    <a:pt x="2610844" y="155125"/>
                  </a:lnTo>
                  <a:lnTo>
                    <a:pt x="2625709" y="158333"/>
                  </a:lnTo>
                  <a:close/>
                  <a:moveTo>
                    <a:pt x="2524914" y="79593"/>
                  </a:moveTo>
                  <a:lnTo>
                    <a:pt x="2625709" y="158333"/>
                  </a:lnTo>
                  <a:lnTo>
                    <a:pt x="2601452" y="77961"/>
                  </a:lnTo>
                  <a:close/>
                  <a:moveTo>
                    <a:pt x="2524914" y="79593"/>
                  </a:moveTo>
                  <a:lnTo>
                    <a:pt x="2601452" y="77961"/>
                  </a:lnTo>
                  <a:lnTo>
                    <a:pt x="2574229" y="0"/>
                  </a:lnTo>
                  <a:close/>
                  <a:moveTo>
                    <a:pt x="2759549" y="310300"/>
                  </a:moveTo>
                  <a:lnTo>
                    <a:pt x="2837363" y="307629"/>
                  </a:lnTo>
                  <a:lnTo>
                    <a:pt x="2807342" y="2621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22" name="Candidate_density__2121">
              <a:extLst>
                <a:ext uri="{FF2B5EF4-FFF2-40B4-BE49-F238E27FC236}">
                  <a16:creationId xmlns:a16="http://schemas.microsoft.com/office/drawing/2014/main" id="{2AC103CA-4D1E-C37A-91DE-0B8FF4260A0D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90635"/>
              <a:ext cx="2807342" cy="2198315"/>
            </a:xfrm>
            <a:custGeom>
              <a:avLst/>
              <a:gdLst/>
              <a:ahLst/>
              <a:cxnLst/>
              <a:rect l="0" t="0" r="0" b="0"/>
              <a:pathLst>
                <a:path w="2807342" h="2198315">
                  <a:moveTo>
                    <a:pt x="621890" y="2119948"/>
                  </a:moveTo>
                  <a:lnTo>
                    <a:pt x="699747" y="2163727"/>
                  </a:lnTo>
                  <a:lnTo>
                    <a:pt x="673054" y="2081512"/>
                  </a:lnTo>
                  <a:close/>
                  <a:moveTo>
                    <a:pt x="0" y="1380012"/>
                  </a:moveTo>
                  <a:lnTo>
                    <a:pt x="14490" y="1423792"/>
                  </a:lnTo>
                  <a:lnTo>
                    <a:pt x="18869" y="1341576"/>
                  </a:lnTo>
                  <a:close/>
                  <a:moveTo>
                    <a:pt x="46258" y="1298267"/>
                  </a:moveTo>
                  <a:lnTo>
                    <a:pt x="0" y="1380012"/>
                  </a:lnTo>
                  <a:lnTo>
                    <a:pt x="18869" y="1341576"/>
                  </a:lnTo>
                  <a:close/>
                  <a:moveTo>
                    <a:pt x="699747" y="2163727"/>
                  </a:moveTo>
                  <a:lnTo>
                    <a:pt x="733428" y="2195538"/>
                  </a:lnTo>
                  <a:lnTo>
                    <a:pt x="760927" y="2134454"/>
                  </a:lnTo>
                  <a:close/>
                  <a:moveTo>
                    <a:pt x="733428" y="2195538"/>
                  </a:moveTo>
                  <a:lnTo>
                    <a:pt x="779037" y="2125291"/>
                  </a:lnTo>
                  <a:lnTo>
                    <a:pt x="760927" y="2134454"/>
                  </a:lnTo>
                  <a:close/>
                  <a:moveTo>
                    <a:pt x="719943" y="1878645"/>
                  </a:moveTo>
                  <a:lnTo>
                    <a:pt x="695672" y="1987321"/>
                  </a:lnTo>
                  <a:lnTo>
                    <a:pt x="736470" y="1960860"/>
                  </a:lnTo>
                  <a:close/>
                  <a:moveTo>
                    <a:pt x="91688" y="1252918"/>
                  </a:moveTo>
                  <a:lnTo>
                    <a:pt x="46258" y="1298267"/>
                  </a:lnTo>
                  <a:lnTo>
                    <a:pt x="18869" y="1341576"/>
                  </a:lnTo>
                  <a:close/>
                  <a:moveTo>
                    <a:pt x="157791" y="1221411"/>
                  </a:moveTo>
                  <a:lnTo>
                    <a:pt x="106195" y="1259361"/>
                  </a:lnTo>
                  <a:lnTo>
                    <a:pt x="46258" y="1298267"/>
                  </a:lnTo>
                  <a:close/>
                  <a:moveTo>
                    <a:pt x="869901" y="2004639"/>
                  </a:moveTo>
                  <a:lnTo>
                    <a:pt x="752684" y="1940971"/>
                  </a:lnTo>
                  <a:lnTo>
                    <a:pt x="736470" y="1960860"/>
                  </a:lnTo>
                  <a:close/>
                  <a:moveTo>
                    <a:pt x="428903" y="1521962"/>
                  </a:moveTo>
                  <a:lnTo>
                    <a:pt x="503394" y="1521995"/>
                  </a:lnTo>
                  <a:lnTo>
                    <a:pt x="459822" y="1514684"/>
                  </a:lnTo>
                  <a:close/>
                  <a:moveTo>
                    <a:pt x="459822" y="1514684"/>
                  </a:moveTo>
                  <a:lnTo>
                    <a:pt x="503394" y="1521995"/>
                  </a:lnTo>
                  <a:lnTo>
                    <a:pt x="580092" y="1470490"/>
                  </a:lnTo>
                  <a:close/>
                  <a:moveTo>
                    <a:pt x="789133" y="1757993"/>
                  </a:moveTo>
                  <a:lnTo>
                    <a:pt x="761540" y="1655033"/>
                  </a:lnTo>
                  <a:lnTo>
                    <a:pt x="759437" y="1637342"/>
                  </a:lnTo>
                  <a:close/>
                  <a:moveTo>
                    <a:pt x="1304298" y="2195848"/>
                  </a:moveTo>
                  <a:lnTo>
                    <a:pt x="1393897" y="2183598"/>
                  </a:lnTo>
                  <a:lnTo>
                    <a:pt x="1371802" y="2101468"/>
                  </a:lnTo>
                  <a:close/>
                  <a:moveTo>
                    <a:pt x="1449282" y="2174411"/>
                  </a:moveTo>
                  <a:lnTo>
                    <a:pt x="1413941" y="2092196"/>
                  </a:lnTo>
                  <a:lnTo>
                    <a:pt x="1393897" y="2183598"/>
                  </a:lnTo>
                  <a:close/>
                  <a:moveTo>
                    <a:pt x="1059609" y="2048418"/>
                  </a:moveTo>
                  <a:lnTo>
                    <a:pt x="1078943" y="1957596"/>
                  </a:lnTo>
                  <a:lnTo>
                    <a:pt x="1072820" y="1982886"/>
                  </a:lnTo>
                  <a:close/>
                  <a:moveTo>
                    <a:pt x="1078943" y="1957596"/>
                  </a:moveTo>
                  <a:lnTo>
                    <a:pt x="1083041" y="1927766"/>
                  </a:lnTo>
                  <a:lnTo>
                    <a:pt x="1062496" y="1944288"/>
                  </a:lnTo>
                  <a:close/>
                  <a:moveTo>
                    <a:pt x="748118" y="1544315"/>
                  </a:moveTo>
                  <a:lnTo>
                    <a:pt x="665182" y="1573428"/>
                  </a:lnTo>
                  <a:lnTo>
                    <a:pt x="753861" y="1626323"/>
                  </a:lnTo>
                  <a:close/>
                  <a:moveTo>
                    <a:pt x="748118" y="1544315"/>
                  </a:moveTo>
                  <a:lnTo>
                    <a:pt x="743449" y="1448019"/>
                  </a:lnTo>
                  <a:lnTo>
                    <a:pt x="673159" y="1544663"/>
                  </a:lnTo>
                  <a:close/>
                  <a:moveTo>
                    <a:pt x="828181" y="1516691"/>
                  </a:moveTo>
                  <a:lnTo>
                    <a:pt x="800892" y="1434476"/>
                  </a:lnTo>
                  <a:lnTo>
                    <a:pt x="748118" y="1544315"/>
                  </a:lnTo>
                  <a:close/>
                  <a:moveTo>
                    <a:pt x="800892" y="1434476"/>
                  </a:moveTo>
                  <a:lnTo>
                    <a:pt x="743449" y="1448019"/>
                  </a:lnTo>
                  <a:lnTo>
                    <a:pt x="748118" y="1544315"/>
                  </a:lnTo>
                  <a:close/>
                  <a:moveTo>
                    <a:pt x="1449282" y="2174411"/>
                  </a:moveTo>
                  <a:lnTo>
                    <a:pt x="1486120" y="2198315"/>
                  </a:lnTo>
                  <a:lnTo>
                    <a:pt x="1489899" y="2166142"/>
                  </a:lnTo>
                  <a:close/>
                  <a:moveTo>
                    <a:pt x="1413941" y="2092196"/>
                  </a:moveTo>
                  <a:lnTo>
                    <a:pt x="1489899" y="2166142"/>
                  </a:lnTo>
                  <a:lnTo>
                    <a:pt x="1474271" y="2078755"/>
                  </a:lnTo>
                  <a:close/>
                  <a:moveTo>
                    <a:pt x="1413941" y="2092196"/>
                  </a:moveTo>
                  <a:lnTo>
                    <a:pt x="1449282" y="2174411"/>
                  </a:lnTo>
                  <a:lnTo>
                    <a:pt x="1489899" y="2166142"/>
                  </a:lnTo>
                  <a:close/>
                  <a:moveTo>
                    <a:pt x="1091759" y="1746994"/>
                  </a:moveTo>
                  <a:lnTo>
                    <a:pt x="1063581" y="1733143"/>
                  </a:lnTo>
                  <a:lnTo>
                    <a:pt x="988848" y="1669974"/>
                  </a:lnTo>
                  <a:close/>
                  <a:moveTo>
                    <a:pt x="743889" y="1352260"/>
                  </a:moveTo>
                  <a:lnTo>
                    <a:pt x="860063" y="1413806"/>
                  </a:lnTo>
                  <a:lnTo>
                    <a:pt x="786634" y="1318452"/>
                  </a:lnTo>
                  <a:close/>
                  <a:moveTo>
                    <a:pt x="790995" y="1271301"/>
                  </a:moveTo>
                  <a:lnTo>
                    <a:pt x="743889" y="1352260"/>
                  </a:lnTo>
                  <a:lnTo>
                    <a:pt x="782533" y="1303121"/>
                  </a:lnTo>
                  <a:close/>
                  <a:moveTo>
                    <a:pt x="849453" y="1274665"/>
                  </a:moveTo>
                  <a:lnTo>
                    <a:pt x="790995" y="1271301"/>
                  </a:lnTo>
                  <a:lnTo>
                    <a:pt x="782533" y="1303121"/>
                  </a:lnTo>
                  <a:close/>
                  <a:moveTo>
                    <a:pt x="382779" y="758722"/>
                  </a:moveTo>
                  <a:lnTo>
                    <a:pt x="338380" y="776754"/>
                  </a:lnTo>
                  <a:lnTo>
                    <a:pt x="412007" y="753759"/>
                  </a:lnTo>
                  <a:close/>
                  <a:moveTo>
                    <a:pt x="412007" y="753759"/>
                  </a:moveTo>
                  <a:lnTo>
                    <a:pt x="338380" y="776754"/>
                  </a:lnTo>
                  <a:lnTo>
                    <a:pt x="293760" y="805513"/>
                  </a:lnTo>
                  <a:close/>
                  <a:moveTo>
                    <a:pt x="412007" y="753759"/>
                  </a:moveTo>
                  <a:lnTo>
                    <a:pt x="293760" y="805513"/>
                  </a:lnTo>
                  <a:lnTo>
                    <a:pt x="345149" y="782444"/>
                  </a:lnTo>
                  <a:close/>
                  <a:moveTo>
                    <a:pt x="481757" y="735885"/>
                  </a:moveTo>
                  <a:lnTo>
                    <a:pt x="382779" y="758722"/>
                  </a:lnTo>
                  <a:lnTo>
                    <a:pt x="474321" y="738318"/>
                  </a:lnTo>
                  <a:close/>
                  <a:moveTo>
                    <a:pt x="357226" y="764142"/>
                  </a:moveTo>
                  <a:lnTo>
                    <a:pt x="382779" y="758722"/>
                  </a:lnTo>
                  <a:lnTo>
                    <a:pt x="481757" y="735885"/>
                  </a:lnTo>
                  <a:close/>
                  <a:moveTo>
                    <a:pt x="382779" y="758722"/>
                  </a:moveTo>
                  <a:lnTo>
                    <a:pt x="412007" y="753759"/>
                  </a:lnTo>
                  <a:lnTo>
                    <a:pt x="474321" y="738318"/>
                  </a:lnTo>
                  <a:close/>
                  <a:moveTo>
                    <a:pt x="1334988" y="1770529"/>
                  </a:moveTo>
                  <a:lnTo>
                    <a:pt x="1411279" y="1769098"/>
                  </a:lnTo>
                  <a:lnTo>
                    <a:pt x="1361275" y="1709658"/>
                  </a:lnTo>
                  <a:close/>
                  <a:moveTo>
                    <a:pt x="1361275" y="1709658"/>
                  </a:moveTo>
                  <a:lnTo>
                    <a:pt x="1411279" y="1769098"/>
                  </a:lnTo>
                  <a:lnTo>
                    <a:pt x="1444004" y="1702993"/>
                  </a:lnTo>
                  <a:close/>
                  <a:moveTo>
                    <a:pt x="1286802" y="1609519"/>
                  </a:moveTo>
                  <a:lnTo>
                    <a:pt x="1177353" y="1642684"/>
                  </a:lnTo>
                  <a:lnTo>
                    <a:pt x="1212864" y="1709129"/>
                  </a:lnTo>
                  <a:close/>
                  <a:moveTo>
                    <a:pt x="1286802" y="1609519"/>
                  </a:moveTo>
                  <a:lnTo>
                    <a:pt x="1152692" y="1560469"/>
                  </a:lnTo>
                  <a:lnTo>
                    <a:pt x="1177353" y="1642684"/>
                  </a:lnTo>
                  <a:close/>
                  <a:moveTo>
                    <a:pt x="471821" y="786426"/>
                  </a:moveTo>
                  <a:lnTo>
                    <a:pt x="474321" y="738318"/>
                  </a:lnTo>
                  <a:lnTo>
                    <a:pt x="412007" y="753759"/>
                  </a:lnTo>
                  <a:close/>
                  <a:moveTo>
                    <a:pt x="484058" y="736976"/>
                  </a:moveTo>
                  <a:lnTo>
                    <a:pt x="474321" y="738318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484058" y="736976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617478" y="789193"/>
                  </a:lnTo>
                  <a:lnTo>
                    <a:pt x="572500" y="725667"/>
                  </a:lnTo>
                  <a:close/>
                  <a:moveTo>
                    <a:pt x="532558" y="797639"/>
                  </a:moveTo>
                  <a:lnTo>
                    <a:pt x="572500" y="725667"/>
                  </a:lnTo>
                  <a:lnTo>
                    <a:pt x="484058" y="736976"/>
                  </a:lnTo>
                  <a:close/>
                  <a:moveTo>
                    <a:pt x="617478" y="789193"/>
                  </a:moveTo>
                  <a:lnTo>
                    <a:pt x="532558" y="797639"/>
                  </a:lnTo>
                  <a:lnTo>
                    <a:pt x="631923" y="803469"/>
                  </a:lnTo>
                  <a:close/>
                  <a:moveTo>
                    <a:pt x="532558" y="797639"/>
                  </a:moveTo>
                  <a:lnTo>
                    <a:pt x="561093" y="817307"/>
                  </a:lnTo>
                  <a:lnTo>
                    <a:pt x="631923" y="803469"/>
                  </a:lnTo>
                  <a:close/>
                  <a:moveTo>
                    <a:pt x="617478" y="789193"/>
                  </a:moveTo>
                  <a:lnTo>
                    <a:pt x="694922" y="786825"/>
                  </a:lnTo>
                  <a:lnTo>
                    <a:pt x="572500" y="725667"/>
                  </a:lnTo>
                  <a:close/>
                  <a:moveTo>
                    <a:pt x="694922" y="786825"/>
                  </a:moveTo>
                  <a:lnTo>
                    <a:pt x="617478" y="789193"/>
                  </a:lnTo>
                  <a:lnTo>
                    <a:pt x="711603" y="822721"/>
                  </a:lnTo>
                  <a:close/>
                  <a:moveTo>
                    <a:pt x="617478" y="789193"/>
                  </a:moveTo>
                  <a:lnTo>
                    <a:pt x="631923" y="803469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785984" y="822164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813580" y="851042"/>
                  </a:lnTo>
                  <a:lnTo>
                    <a:pt x="785984" y="822164"/>
                  </a:lnTo>
                  <a:close/>
                  <a:moveTo>
                    <a:pt x="813580" y="851042"/>
                  </a:moveTo>
                  <a:lnTo>
                    <a:pt x="746137" y="845280"/>
                  </a:lnTo>
                  <a:lnTo>
                    <a:pt x="853423" y="859103"/>
                  </a:lnTo>
                  <a:close/>
                  <a:moveTo>
                    <a:pt x="813580" y="851042"/>
                  </a:moveTo>
                  <a:lnTo>
                    <a:pt x="853423" y="859103"/>
                  </a:lnTo>
                  <a:lnTo>
                    <a:pt x="924407" y="845845"/>
                  </a:lnTo>
                  <a:close/>
                  <a:moveTo>
                    <a:pt x="1602246" y="1609590"/>
                  </a:moveTo>
                  <a:lnTo>
                    <a:pt x="1621248" y="1564066"/>
                  </a:lnTo>
                  <a:lnTo>
                    <a:pt x="1530226" y="1648027"/>
                  </a:lnTo>
                  <a:close/>
                  <a:moveTo>
                    <a:pt x="1621248" y="1564066"/>
                  </a:moveTo>
                  <a:lnTo>
                    <a:pt x="1602246" y="1609590"/>
                  </a:lnTo>
                  <a:lnTo>
                    <a:pt x="1653967" y="1488938"/>
                  </a:lnTo>
                  <a:close/>
                  <a:moveTo>
                    <a:pt x="1537711" y="1426626"/>
                  </a:moveTo>
                  <a:lnTo>
                    <a:pt x="1597690" y="1338364"/>
                  </a:lnTo>
                  <a:lnTo>
                    <a:pt x="1504048" y="1353902"/>
                  </a:lnTo>
                  <a:close/>
                  <a:moveTo>
                    <a:pt x="1608048" y="1430036"/>
                  </a:moveTo>
                  <a:lnTo>
                    <a:pt x="1681581" y="1330755"/>
                  </a:lnTo>
                  <a:lnTo>
                    <a:pt x="1597690" y="1338364"/>
                  </a:lnTo>
                  <a:close/>
                  <a:moveTo>
                    <a:pt x="1430765" y="1352887"/>
                  </a:moveTo>
                  <a:lnTo>
                    <a:pt x="1504048" y="1353902"/>
                  </a:lnTo>
                  <a:lnTo>
                    <a:pt x="1443414" y="1242511"/>
                  </a:lnTo>
                  <a:close/>
                  <a:moveTo>
                    <a:pt x="1972396" y="1735583"/>
                  </a:moveTo>
                  <a:lnTo>
                    <a:pt x="2089165" y="1779362"/>
                  </a:lnTo>
                  <a:lnTo>
                    <a:pt x="2033836" y="1697147"/>
                  </a:lnTo>
                  <a:close/>
                  <a:moveTo>
                    <a:pt x="1988427" y="1653369"/>
                  </a:moveTo>
                  <a:lnTo>
                    <a:pt x="1972396" y="1735583"/>
                  </a:lnTo>
                  <a:lnTo>
                    <a:pt x="2033836" y="1697147"/>
                  </a:lnTo>
                  <a:close/>
                  <a:moveTo>
                    <a:pt x="1710489" y="1403865"/>
                  </a:moveTo>
                  <a:lnTo>
                    <a:pt x="1752323" y="1345075"/>
                  </a:lnTo>
                  <a:lnTo>
                    <a:pt x="1721624" y="1324508"/>
                  </a:lnTo>
                  <a:close/>
                  <a:moveTo>
                    <a:pt x="2033836" y="1697147"/>
                  </a:moveTo>
                  <a:lnTo>
                    <a:pt x="2094173" y="1777654"/>
                  </a:lnTo>
                  <a:lnTo>
                    <a:pt x="2096832" y="1675399"/>
                  </a:lnTo>
                  <a:close/>
                  <a:moveTo>
                    <a:pt x="2033836" y="1697147"/>
                  </a:moveTo>
                  <a:lnTo>
                    <a:pt x="2089165" y="1779362"/>
                  </a:lnTo>
                  <a:lnTo>
                    <a:pt x="2094173" y="1777654"/>
                  </a:lnTo>
                  <a:close/>
                  <a:moveTo>
                    <a:pt x="2094173" y="1777654"/>
                  </a:moveTo>
                  <a:lnTo>
                    <a:pt x="2170683" y="1675952"/>
                  </a:lnTo>
                  <a:lnTo>
                    <a:pt x="2096832" y="1675399"/>
                  </a:lnTo>
                  <a:close/>
                  <a:moveTo>
                    <a:pt x="2179026" y="1769262"/>
                  </a:moveTo>
                  <a:lnTo>
                    <a:pt x="2261678" y="1662566"/>
                  </a:lnTo>
                  <a:lnTo>
                    <a:pt x="2170683" y="1675952"/>
                  </a:lnTo>
                  <a:close/>
                  <a:moveTo>
                    <a:pt x="2074055" y="1593826"/>
                  </a:moveTo>
                  <a:lnTo>
                    <a:pt x="2170683" y="1675952"/>
                  </a:lnTo>
                  <a:lnTo>
                    <a:pt x="2076529" y="1614932"/>
                  </a:lnTo>
                  <a:close/>
                  <a:moveTo>
                    <a:pt x="2020718" y="1532717"/>
                  </a:moveTo>
                  <a:lnTo>
                    <a:pt x="2074055" y="1593826"/>
                  </a:lnTo>
                  <a:lnTo>
                    <a:pt x="2038584" y="1522570"/>
                  </a:lnTo>
                  <a:close/>
                  <a:moveTo>
                    <a:pt x="2035773" y="1412066"/>
                  </a:moveTo>
                  <a:lnTo>
                    <a:pt x="2038584" y="1522570"/>
                  </a:lnTo>
                  <a:lnTo>
                    <a:pt x="2060843" y="1447401"/>
                  </a:lnTo>
                  <a:close/>
                  <a:moveTo>
                    <a:pt x="2020718" y="1532717"/>
                  </a:moveTo>
                  <a:lnTo>
                    <a:pt x="2038584" y="1522570"/>
                  </a:lnTo>
                  <a:lnTo>
                    <a:pt x="2035773" y="1412066"/>
                  </a:lnTo>
                  <a:close/>
                  <a:moveTo>
                    <a:pt x="1950731" y="1450502"/>
                  </a:moveTo>
                  <a:lnTo>
                    <a:pt x="2020718" y="1532717"/>
                  </a:lnTo>
                  <a:lnTo>
                    <a:pt x="2035773" y="1412066"/>
                  </a:lnTo>
                  <a:close/>
                  <a:moveTo>
                    <a:pt x="2087091" y="1412066"/>
                  </a:moveTo>
                  <a:lnTo>
                    <a:pt x="2060843" y="1447401"/>
                  </a:lnTo>
                  <a:lnTo>
                    <a:pt x="2119618" y="1417190"/>
                  </a:lnTo>
                  <a:close/>
                  <a:moveTo>
                    <a:pt x="2119618" y="1417190"/>
                  </a:moveTo>
                  <a:lnTo>
                    <a:pt x="2060843" y="1447401"/>
                  </a:lnTo>
                  <a:lnTo>
                    <a:pt x="2038584" y="1522570"/>
                  </a:lnTo>
                  <a:close/>
                  <a:moveTo>
                    <a:pt x="1770100" y="1203857"/>
                  </a:moveTo>
                  <a:lnTo>
                    <a:pt x="1840031" y="1179140"/>
                  </a:lnTo>
                  <a:lnTo>
                    <a:pt x="1817647" y="1180634"/>
                  </a:lnTo>
                  <a:close/>
                  <a:moveTo>
                    <a:pt x="1791179" y="1286072"/>
                  </a:moveTo>
                  <a:lnTo>
                    <a:pt x="1800190" y="1247636"/>
                  </a:lnTo>
                  <a:lnTo>
                    <a:pt x="1770100" y="1203857"/>
                  </a:lnTo>
                  <a:close/>
                  <a:moveTo>
                    <a:pt x="1817647" y="1180634"/>
                  </a:moveTo>
                  <a:lnTo>
                    <a:pt x="1840031" y="1179140"/>
                  </a:lnTo>
                  <a:lnTo>
                    <a:pt x="1915106" y="1181171"/>
                  </a:lnTo>
                  <a:close/>
                  <a:moveTo>
                    <a:pt x="1457320" y="791337"/>
                  </a:moveTo>
                  <a:lnTo>
                    <a:pt x="1450264" y="792781"/>
                  </a:lnTo>
                  <a:lnTo>
                    <a:pt x="1522726" y="828764"/>
                  </a:lnTo>
                  <a:close/>
                  <a:moveTo>
                    <a:pt x="1522726" y="828764"/>
                  </a:moveTo>
                  <a:lnTo>
                    <a:pt x="1390320" y="827576"/>
                  </a:lnTo>
                  <a:lnTo>
                    <a:pt x="1506272" y="836560"/>
                  </a:lnTo>
                  <a:close/>
                  <a:moveTo>
                    <a:pt x="1457320" y="791337"/>
                  </a:moveTo>
                  <a:lnTo>
                    <a:pt x="1522726" y="828764"/>
                  </a:lnTo>
                  <a:lnTo>
                    <a:pt x="1534856" y="836560"/>
                  </a:lnTo>
                  <a:close/>
                  <a:moveTo>
                    <a:pt x="2113432" y="1494281"/>
                  </a:moveTo>
                  <a:lnTo>
                    <a:pt x="2137631" y="1576495"/>
                  </a:lnTo>
                  <a:lnTo>
                    <a:pt x="2197406" y="1538059"/>
                  </a:lnTo>
                  <a:close/>
                  <a:moveTo>
                    <a:pt x="2113432" y="1494281"/>
                  </a:moveTo>
                  <a:lnTo>
                    <a:pt x="2197406" y="1538059"/>
                  </a:lnTo>
                  <a:lnTo>
                    <a:pt x="2168517" y="1455844"/>
                  </a:lnTo>
                  <a:close/>
                  <a:moveTo>
                    <a:pt x="2060843" y="1447401"/>
                  </a:moveTo>
                  <a:lnTo>
                    <a:pt x="2087091" y="1412066"/>
                  </a:lnTo>
                  <a:lnTo>
                    <a:pt x="2059464" y="1405503"/>
                  </a:lnTo>
                  <a:close/>
                  <a:moveTo>
                    <a:pt x="2260225" y="1420340"/>
                  </a:moveTo>
                  <a:lnTo>
                    <a:pt x="2136648" y="1452169"/>
                  </a:lnTo>
                  <a:lnTo>
                    <a:pt x="2184853" y="1417197"/>
                  </a:lnTo>
                  <a:close/>
                  <a:moveTo>
                    <a:pt x="2035773" y="1412066"/>
                  </a:moveTo>
                  <a:lnTo>
                    <a:pt x="2060843" y="1447401"/>
                  </a:lnTo>
                  <a:lnTo>
                    <a:pt x="2059464" y="1405503"/>
                  </a:lnTo>
                  <a:close/>
                  <a:moveTo>
                    <a:pt x="1840031" y="1179140"/>
                  </a:moveTo>
                  <a:lnTo>
                    <a:pt x="1893268" y="1219249"/>
                  </a:lnTo>
                  <a:lnTo>
                    <a:pt x="1960880" y="1209199"/>
                  </a:lnTo>
                  <a:close/>
                  <a:moveTo>
                    <a:pt x="1973776" y="1185327"/>
                  </a:moveTo>
                  <a:lnTo>
                    <a:pt x="1840031" y="1179140"/>
                  </a:lnTo>
                  <a:lnTo>
                    <a:pt x="1960880" y="1209199"/>
                  </a:lnTo>
                  <a:close/>
                  <a:moveTo>
                    <a:pt x="1915106" y="1181171"/>
                  </a:moveTo>
                  <a:lnTo>
                    <a:pt x="1840031" y="1179140"/>
                  </a:lnTo>
                  <a:lnTo>
                    <a:pt x="1973776" y="1185327"/>
                  </a:lnTo>
                  <a:close/>
                  <a:moveTo>
                    <a:pt x="2054394" y="1208089"/>
                  </a:moveTo>
                  <a:lnTo>
                    <a:pt x="1926442" y="1165420"/>
                  </a:lnTo>
                  <a:lnTo>
                    <a:pt x="1915106" y="1181171"/>
                  </a:lnTo>
                  <a:close/>
                  <a:moveTo>
                    <a:pt x="2054394" y="1208089"/>
                  </a:moveTo>
                  <a:lnTo>
                    <a:pt x="1915106" y="1181171"/>
                  </a:lnTo>
                  <a:lnTo>
                    <a:pt x="1973776" y="1185327"/>
                  </a:lnTo>
                  <a:close/>
                  <a:moveTo>
                    <a:pt x="1522726" y="828764"/>
                  </a:moveTo>
                  <a:lnTo>
                    <a:pt x="1506272" y="836560"/>
                  </a:lnTo>
                  <a:lnTo>
                    <a:pt x="1528294" y="833729"/>
                  </a:lnTo>
                  <a:close/>
                  <a:moveTo>
                    <a:pt x="1528294" y="833729"/>
                  </a:moveTo>
                  <a:lnTo>
                    <a:pt x="1534856" y="836560"/>
                  </a:lnTo>
                  <a:lnTo>
                    <a:pt x="1522726" y="828764"/>
                  </a:lnTo>
                  <a:close/>
                  <a:moveTo>
                    <a:pt x="1605509" y="754344"/>
                  </a:moveTo>
                  <a:lnTo>
                    <a:pt x="1663261" y="798123"/>
                  </a:lnTo>
                  <a:lnTo>
                    <a:pt x="1643409" y="715908"/>
                  </a:lnTo>
                  <a:close/>
                  <a:moveTo>
                    <a:pt x="2306750" y="1379091"/>
                  </a:moveTo>
                  <a:lnTo>
                    <a:pt x="2184853" y="1417197"/>
                  </a:lnTo>
                  <a:lnTo>
                    <a:pt x="2230245" y="1371706"/>
                  </a:lnTo>
                  <a:close/>
                  <a:moveTo>
                    <a:pt x="2359278" y="1383036"/>
                  </a:moveTo>
                  <a:lnTo>
                    <a:pt x="2380033" y="1374423"/>
                  </a:lnTo>
                  <a:lnTo>
                    <a:pt x="2306750" y="1379091"/>
                  </a:lnTo>
                  <a:close/>
                  <a:moveTo>
                    <a:pt x="1658260" y="513042"/>
                  </a:moveTo>
                  <a:lnTo>
                    <a:pt x="1677668" y="595256"/>
                  </a:lnTo>
                  <a:lnTo>
                    <a:pt x="1718157" y="556820"/>
                  </a:lnTo>
                  <a:close/>
                  <a:moveTo>
                    <a:pt x="1676075" y="392390"/>
                  </a:moveTo>
                  <a:lnTo>
                    <a:pt x="1690439" y="422724"/>
                  </a:lnTo>
                  <a:lnTo>
                    <a:pt x="1658260" y="513042"/>
                  </a:lnTo>
                  <a:close/>
                  <a:moveTo>
                    <a:pt x="2111176" y="774780"/>
                  </a:moveTo>
                  <a:lnTo>
                    <a:pt x="2081075" y="787380"/>
                  </a:lnTo>
                  <a:lnTo>
                    <a:pt x="2043687" y="803466"/>
                  </a:lnTo>
                  <a:close/>
                  <a:moveTo>
                    <a:pt x="2094823" y="803466"/>
                  </a:moveTo>
                  <a:lnTo>
                    <a:pt x="2081075" y="787380"/>
                  </a:lnTo>
                  <a:lnTo>
                    <a:pt x="2144410" y="835580"/>
                  </a:lnTo>
                  <a:close/>
                  <a:moveTo>
                    <a:pt x="2144410" y="835580"/>
                  </a:moveTo>
                  <a:lnTo>
                    <a:pt x="2081075" y="787380"/>
                  </a:lnTo>
                  <a:lnTo>
                    <a:pt x="2111176" y="774780"/>
                  </a:lnTo>
                  <a:close/>
                  <a:moveTo>
                    <a:pt x="2128496" y="765029"/>
                  </a:moveTo>
                  <a:lnTo>
                    <a:pt x="2147312" y="794123"/>
                  </a:lnTo>
                  <a:lnTo>
                    <a:pt x="2144410" y="835580"/>
                  </a:lnTo>
                  <a:close/>
                  <a:moveTo>
                    <a:pt x="2111176" y="774780"/>
                  </a:moveTo>
                  <a:lnTo>
                    <a:pt x="2128496" y="765029"/>
                  </a:lnTo>
                  <a:lnTo>
                    <a:pt x="2144410" y="835580"/>
                  </a:lnTo>
                  <a:close/>
                  <a:moveTo>
                    <a:pt x="1980895" y="781542"/>
                  </a:moveTo>
                  <a:lnTo>
                    <a:pt x="2081075" y="787380"/>
                  </a:lnTo>
                  <a:lnTo>
                    <a:pt x="2103626" y="746552"/>
                  </a:lnTo>
                  <a:close/>
                  <a:moveTo>
                    <a:pt x="1763432" y="310594"/>
                  </a:moveTo>
                  <a:lnTo>
                    <a:pt x="1713549" y="339295"/>
                  </a:lnTo>
                  <a:lnTo>
                    <a:pt x="1676075" y="392390"/>
                  </a:lnTo>
                  <a:close/>
                  <a:moveTo>
                    <a:pt x="2158347" y="457282"/>
                  </a:moveTo>
                  <a:lnTo>
                    <a:pt x="2022854" y="436169"/>
                  </a:lnTo>
                  <a:lnTo>
                    <a:pt x="2027475" y="461835"/>
                  </a:lnTo>
                  <a:close/>
                  <a:moveTo>
                    <a:pt x="1834457" y="297488"/>
                  </a:moveTo>
                  <a:lnTo>
                    <a:pt x="1763432" y="310594"/>
                  </a:lnTo>
                  <a:lnTo>
                    <a:pt x="1885522" y="273211"/>
                  </a:lnTo>
                  <a:close/>
                  <a:moveTo>
                    <a:pt x="1885522" y="273211"/>
                  </a:moveTo>
                  <a:lnTo>
                    <a:pt x="1934139" y="233302"/>
                  </a:lnTo>
                  <a:lnTo>
                    <a:pt x="1937464" y="242988"/>
                  </a:lnTo>
                  <a:close/>
                  <a:moveTo>
                    <a:pt x="1944868" y="216436"/>
                  </a:moveTo>
                  <a:lnTo>
                    <a:pt x="1937464" y="242988"/>
                  </a:lnTo>
                  <a:lnTo>
                    <a:pt x="1934139" y="233302"/>
                  </a:lnTo>
                  <a:close/>
                  <a:moveTo>
                    <a:pt x="2284352" y="434536"/>
                  </a:moveTo>
                  <a:lnTo>
                    <a:pt x="2219677" y="407928"/>
                  </a:lnTo>
                  <a:lnTo>
                    <a:pt x="2158347" y="457282"/>
                  </a:lnTo>
                  <a:close/>
                  <a:moveTo>
                    <a:pt x="1944868" y="216436"/>
                  </a:moveTo>
                  <a:lnTo>
                    <a:pt x="1986785" y="202891"/>
                  </a:lnTo>
                  <a:lnTo>
                    <a:pt x="1981489" y="151087"/>
                  </a:lnTo>
                  <a:close/>
                  <a:moveTo>
                    <a:pt x="1981489" y="151087"/>
                  </a:moveTo>
                  <a:lnTo>
                    <a:pt x="1986785" y="202891"/>
                  </a:lnTo>
                  <a:lnTo>
                    <a:pt x="1998347" y="194865"/>
                  </a:lnTo>
                  <a:close/>
                  <a:moveTo>
                    <a:pt x="1981489" y="151087"/>
                  </a:moveTo>
                  <a:lnTo>
                    <a:pt x="1998347" y="194865"/>
                  </a:lnTo>
                  <a:lnTo>
                    <a:pt x="1993394" y="112651"/>
                  </a:lnTo>
                  <a:close/>
                  <a:moveTo>
                    <a:pt x="2403609" y="386557"/>
                  </a:moveTo>
                  <a:lnTo>
                    <a:pt x="2344128" y="379372"/>
                  </a:lnTo>
                  <a:lnTo>
                    <a:pt x="2284352" y="434536"/>
                  </a:lnTo>
                  <a:close/>
                  <a:moveTo>
                    <a:pt x="2152456" y="4852"/>
                  </a:moveTo>
                  <a:lnTo>
                    <a:pt x="2033247" y="53013"/>
                  </a:lnTo>
                  <a:lnTo>
                    <a:pt x="2088229" y="43379"/>
                  </a:lnTo>
                  <a:close/>
                  <a:moveTo>
                    <a:pt x="2283247" y="0"/>
                  </a:moveTo>
                  <a:lnTo>
                    <a:pt x="2225691" y="11"/>
                  </a:lnTo>
                  <a:lnTo>
                    <a:pt x="2152456" y="4852"/>
                  </a:lnTo>
                  <a:close/>
                  <a:moveTo>
                    <a:pt x="2283247" y="0"/>
                  </a:moveTo>
                  <a:lnTo>
                    <a:pt x="2152456" y="4852"/>
                  </a:lnTo>
                  <a:lnTo>
                    <a:pt x="2215755" y="26314"/>
                  </a:lnTo>
                  <a:close/>
                  <a:moveTo>
                    <a:pt x="2361042" y="12204"/>
                  </a:moveTo>
                  <a:lnTo>
                    <a:pt x="2225691" y="11"/>
                  </a:lnTo>
                  <a:lnTo>
                    <a:pt x="2283247" y="0"/>
                  </a:lnTo>
                  <a:close/>
                  <a:moveTo>
                    <a:pt x="2713343" y="408417"/>
                  </a:moveTo>
                  <a:lnTo>
                    <a:pt x="2738254" y="371365"/>
                  </a:lnTo>
                  <a:lnTo>
                    <a:pt x="2664479" y="415859"/>
                  </a:lnTo>
                  <a:close/>
                  <a:moveTo>
                    <a:pt x="2664479" y="415859"/>
                  </a:moveTo>
                  <a:lnTo>
                    <a:pt x="2738254" y="371365"/>
                  </a:lnTo>
                  <a:lnTo>
                    <a:pt x="2714073" y="336041"/>
                  </a:lnTo>
                  <a:close/>
                  <a:moveTo>
                    <a:pt x="2438876" y="177809"/>
                  </a:moveTo>
                  <a:lnTo>
                    <a:pt x="2524914" y="168454"/>
                  </a:lnTo>
                  <a:lnTo>
                    <a:pt x="2498429" y="89894"/>
                  </a:lnTo>
                  <a:close/>
                  <a:moveTo>
                    <a:pt x="2438876" y="177809"/>
                  </a:moveTo>
                  <a:lnTo>
                    <a:pt x="2498429" y="89894"/>
                  </a:lnTo>
                  <a:lnTo>
                    <a:pt x="2422050" y="91397"/>
                  </a:lnTo>
                  <a:close/>
                  <a:moveTo>
                    <a:pt x="2524914" y="168454"/>
                  </a:moveTo>
                  <a:lnTo>
                    <a:pt x="2574229" y="88861"/>
                  </a:lnTo>
                  <a:lnTo>
                    <a:pt x="2498429" y="89894"/>
                  </a:lnTo>
                  <a:close/>
                  <a:moveTo>
                    <a:pt x="2343704" y="94499"/>
                  </a:moveTo>
                  <a:lnTo>
                    <a:pt x="2422050" y="91397"/>
                  </a:lnTo>
                  <a:lnTo>
                    <a:pt x="2378350" y="26833"/>
                  </a:lnTo>
                  <a:close/>
                  <a:moveTo>
                    <a:pt x="2343704" y="94499"/>
                  </a:moveTo>
                  <a:lnTo>
                    <a:pt x="2378350" y="26833"/>
                  </a:lnTo>
                  <a:lnTo>
                    <a:pt x="2310488" y="21411"/>
                  </a:lnTo>
                  <a:close/>
                  <a:moveTo>
                    <a:pt x="2422050" y="91397"/>
                  </a:moveTo>
                  <a:lnTo>
                    <a:pt x="2498429" y="89894"/>
                  </a:lnTo>
                  <a:lnTo>
                    <a:pt x="2448602" y="30310"/>
                  </a:lnTo>
                  <a:close/>
                  <a:moveTo>
                    <a:pt x="2422050" y="91397"/>
                  </a:moveTo>
                  <a:lnTo>
                    <a:pt x="2448602" y="30310"/>
                  </a:lnTo>
                  <a:lnTo>
                    <a:pt x="2378350" y="26833"/>
                  </a:lnTo>
                  <a:close/>
                  <a:moveTo>
                    <a:pt x="2222098" y="32678"/>
                  </a:moveTo>
                  <a:lnTo>
                    <a:pt x="2310488" y="21411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61042" y="12204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78350" y="26833"/>
                  </a:lnTo>
                  <a:lnTo>
                    <a:pt x="2361042" y="12204"/>
                  </a:lnTo>
                  <a:close/>
                  <a:moveTo>
                    <a:pt x="2759549" y="399161"/>
                  </a:moveTo>
                  <a:lnTo>
                    <a:pt x="2807342" y="351014"/>
                  </a:lnTo>
                  <a:lnTo>
                    <a:pt x="2738254" y="37136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23" name="Candidate_density__2122">
              <a:extLst>
                <a:ext uri="{FF2B5EF4-FFF2-40B4-BE49-F238E27FC236}">
                  <a16:creationId xmlns:a16="http://schemas.microsoft.com/office/drawing/2014/main" id="{1DDB60BA-4288-6A11-D6A6-B9490F627A59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799509"/>
              <a:ext cx="2838924" cy="2086190"/>
            </a:xfrm>
            <a:custGeom>
              <a:avLst/>
              <a:gdLst/>
              <a:ahLst/>
              <a:cxnLst/>
              <a:rect l="0" t="0" r="0" b="0"/>
              <a:pathLst>
                <a:path w="2838924" h="2086190">
                  <a:moveTo>
                    <a:pt x="689313" y="1986664"/>
                  </a:moveTo>
                  <a:lnTo>
                    <a:pt x="637859" y="2009490"/>
                  </a:lnTo>
                  <a:lnTo>
                    <a:pt x="771885" y="2016733"/>
                  </a:lnTo>
                  <a:close/>
                  <a:moveTo>
                    <a:pt x="137769" y="1392726"/>
                  </a:moveTo>
                  <a:lnTo>
                    <a:pt x="193372" y="1461563"/>
                  </a:lnTo>
                  <a:lnTo>
                    <a:pt x="170800" y="1441318"/>
                  </a:lnTo>
                  <a:close/>
                  <a:moveTo>
                    <a:pt x="179015" y="1417784"/>
                  </a:moveTo>
                  <a:lnTo>
                    <a:pt x="137769" y="1392726"/>
                  </a:lnTo>
                  <a:lnTo>
                    <a:pt x="92799" y="1329194"/>
                  </a:lnTo>
                  <a:close/>
                  <a:moveTo>
                    <a:pt x="26151" y="1297133"/>
                  </a:moveTo>
                  <a:lnTo>
                    <a:pt x="0" y="1296586"/>
                  </a:lnTo>
                  <a:lnTo>
                    <a:pt x="39402" y="1312012"/>
                  </a:lnTo>
                  <a:close/>
                  <a:moveTo>
                    <a:pt x="0" y="1296586"/>
                  </a:moveTo>
                  <a:lnTo>
                    <a:pt x="83157" y="1328840"/>
                  </a:lnTo>
                  <a:lnTo>
                    <a:pt x="39402" y="1312012"/>
                  </a:lnTo>
                  <a:close/>
                  <a:moveTo>
                    <a:pt x="83157" y="1328840"/>
                  </a:moveTo>
                  <a:lnTo>
                    <a:pt x="92799" y="1329194"/>
                  </a:lnTo>
                  <a:lnTo>
                    <a:pt x="39402" y="1312012"/>
                  </a:lnTo>
                  <a:close/>
                  <a:moveTo>
                    <a:pt x="116942" y="1379348"/>
                  </a:moveTo>
                  <a:lnTo>
                    <a:pt x="137769" y="1392726"/>
                  </a:lnTo>
                  <a:lnTo>
                    <a:pt x="170800" y="1441318"/>
                  </a:lnTo>
                  <a:close/>
                  <a:moveTo>
                    <a:pt x="137769" y="1392726"/>
                  </a:moveTo>
                  <a:lnTo>
                    <a:pt x="116942" y="1379348"/>
                  </a:lnTo>
                  <a:lnTo>
                    <a:pt x="39402" y="1312012"/>
                  </a:lnTo>
                  <a:close/>
                  <a:moveTo>
                    <a:pt x="92799" y="1329194"/>
                  </a:moveTo>
                  <a:lnTo>
                    <a:pt x="137769" y="1392726"/>
                  </a:lnTo>
                  <a:lnTo>
                    <a:pt x="39402" y="1312012"/>
                  </a:lnTo>
                  <a:close/>
                  <a:moveTo>
                    <a:pt x="771885" y="2016733"/>
                  </a:moveTo>
                  <a:lnTo>
                    <a:pt x="821334" y="1986410"/>
                  </a:lnTo>
                  <a:lnTo>
                    <a:pt x="689313" y="1986664"/>
                  </a:lnTo>
                  <a:close/>
                  <a:moveTo>
                    <a:pt x="336793" y="1289423"/>
                  </a:moveTo>
                  <a:lnTo>
                    <a:pt x="304200" y="1278513"/>
                  </a:lnTo>
                  <a:lnTo>
                    <a:pt x="279386" y="1258696"/>
                  </a:lnTo>
                  <a:close/>
                  <a:moveTo>
                    <a:pt x="821334" y="1986410"/>
                  </a:moveTo>
                  <a:lnTo>
                    <a:pt x="893723" y="1978402"/>
                  </a:lnTo>
                  <a:lnTo>
                    <a:pt x="934037" y="1913927"/>
                  </a:lnTo>
                  <a:close/>
                  <a:moveTo>
                    <a:pt x="1318809" y="2086190"/>
                  </a:moveTo>
                  <a:lnTo>
                    <a:pt x="1252217" y="2052377"/>
                  </a:lnTo>
                  <a:lnTo>
                    <a:pt x="1200580" y="2074513"/>
                  </a:lnTo>
                  <a:close/>
                  <a:moveTo>
                    <a:pt x="1126955" y="2077902"/>
                  </a:moveTo>
                  <a:lnTo>
                    <a:pt x="1200580" y="2074513"/>
                  </a:lnTo>
                  <a:lnTo>
                    <a:pt x="1252217" y="2052377"/>
                  </a:lnTo>
                  <a:close/>
                  <a:moveTo>
                    <a:pt x="687366" y="1466905"/>
                  </a:moveTo>
                  <a:lnTo>
                    <a:pt x="715321" y="1428469"/>
                  </a:lnTo>
                  <a:lnTo>
                    <a:pt x="665027" y="1465457"/>
                  </a:lnTo>
                  <a:close/>
                  <a:moveTo>
                    <a:pt x="1269037" y="1779591"/>
                  </a:moveTo>
                  <a:lnTo>
                    <a:pt x="1255241" y="1848479"/>
                  </a:lnTo>
                  <a:lnTo>
                    <a:pt x="1300361" y="1801108"/>
                  </a:lnTo>
                  <a:close/>
                  <a:moveTo>
                    <a:pt x="1269037" y="1779591"/>
                  </a:moveTo>
                  <a:lnTo>
                    <a:pt x="1300361" y="1801108"/>
                  </a:lnTo>
                  <a:lnTo>
                    <a:pt x="1282211" y="1734111"/>
                  </a:lnTo>
                  <a:close/>
                  <a:moveTo>
                    <a:pt x="934028" y="1390032"/>
                  </a:moveTo>
                  <a:lnTo>
                    <a:pt x="944732" y="1461100"/>
                  </a:lnTo>
                  <a:lnTo>
                    <a:pt x="953889" y="1472247"/>
                  </a:lnTo>
                  <a:close/>
                  <a:moveTo>
                    <a:pt x="605882" y="978957"/>
                  </a:moveTo>
                  <a:lnTo>
                    <a:pt x="657866" y="1008279"/>
                  </a:lnTo>
                  <a:lnTo>
                    <a:pt x="684620" y="950830"/>
                  </a:lnTo>
                  <a:close/>
                  <a:moveTo>
                    <a:pt x="684620" y="950830"/>
                  </a:moveTo>
                  <a:lnTo>
                    <a:pt x="640980" y="945146"/>
                  </a:lnTo>
                  <a:lnTo>
                    <a:pt x="605882" y="978957"/>
                  </a:lnTo>
                  <a:close/>
                  <a:moveTo>
                    <a:pt x="676051" y="940520"/>
                  </a:moveTo>
                  <a:lnTo>
                    <a:pt x="596090" y="896742"/>
                  </a:lnTo>
                  <a:lnTo>
                    <a:pt x="673813" y="858305"/>
                  </a:lnTo>
                  <a:close/>
                  <a:moveTo>
                    <a:pt x="644816" y="783005"/>
                  </a:moveTo>
                  <a:lnTo>
                    <a:pt x="676161" y="858305"/>
                  </a:lnTo>
                  <a:lnTo>
                    <a:pt x="673557" y="851745"/>
                  </a:lnTo>
                  <a:close/>
                  <a:moveTo>
                    <a:pt x="1381455" y="1648697"/>
                  </a:moveTo>
                  <a:lnTo>
                    <a:pt x="1282211" y="1734111"/>
                  </a:lnTo>
                  <a:lnTo>
                    <a:pt x="1356296" y="1732446"/>
                  </a:lnTo>
                  <a:close/>
                  <a:moveTo>
                    <a:pt x="1433071" y="1667327"/>
                  </a:moveTo>
                  <a:lnTo>
                    <a:pt x="1381455" y="1648697"/>
                  </a:lnTo>
                  <a:lnTo>
                    <a:pt x="1356296" y="1732446"/>
                  </a:lnTo>
                  <a:close/>
                  <a:moveTo>
                    <a:pt x="970855" y="1127318"/>
                  </a:moveTo>
                  <a:lnTo>
                    <a:pt x="947079" y="1104951"/>
                  </a:lnTo>
                  <a:lnTo>
                    <a:pt x="969108" y="1066514"/>
                  </a:lnTo>
                  <a:close/>
                  <a:moveTo>
                    <a:pt x="947079" y="1104951"/>
                  </a:moveTo>
                  <a:lnTo>
                    <a:pt x="959978" y="984299"/>
                  </a:lnTo>
                  <a:lnTo>
                    <a:pt x="969108" y="1066514"/>
                  </a:lnTo>
                  <a:close/>
                  <a:moveTo>
                    <a:pt x="678210" y="819869"/>
                  </a:moveTo>
                  <a:lnTo>
                    <a:pt x="673813" y="858305"/>
                  </a:lnTo>
                  <a:lnTo>
                    <a:pt x="711341" y="777811"/>
                  </a:lnTo>
                  <a:close/>
                  <a:moveTo>
                    <a:pt x="673813" y="858305"/>
                  </a:moveTo>
                  <a:lnTo>
                    <a:pt x="673557" y="851745"/>
                  </a:lnTo>
                  <a:lnTo>
                    <a:pt x="711341" y="777811"/>
                  </a:lnTo>
                  <a:close/>
                  <a:moveTo>
                    <a:pt x="735541" y="819869"/>
                  </a:moveTo>
                  <a:lnTo>
                    <a:pt x="711341" y="777811"/>
                  </a:lnTo>
                  <a:lnTo>
                    <a:pt x="673557" y="851745"/>
                  </a:lnTo>
                  <a:close/>
                  <a:moveTo>
                    <a:pt x="1368230" y="1559357"/>
                  </a:moveTo>
                  <a:lnTo>
                    <a:pt x="1472095" y="1635601"/>
                  </a:lnTo>
                  <a:lnTo>
                    <a:pt x="1395815" y="1637022"/>
                  </a:lnTo>
                  <a:close/>
                  <a:moveTo>
                    <a:pt x="993662" y="981452"/>
                  </a:moveTo>
                  <a:lnTo>
                    <a:pt x="1037285" y="1046080"/>
                  </a:lnTo>
                  <a:lnTo>
                    <a:pt x="983074" y="1021259"/>
                  </a:lnTo>
                  <a:close/>
                  <a:moveTo>
                    <a:pt x="1493595" y="1217753"/>
                  </a:moveTo>
                  <a:lnTo>
                    <a:pt x="1495257" y="1316494"/>
                  </a:lnTo>
                  <a:lnTo>
                    <a:pt x="1563932" y="1221163"/>
                  </a:lnTo>
                  <a:close/>
                  <a:moveTo>
                    <a:pt x="1666198" y="1197850"/>
                  </a:moveTo>
                  <a:lnTo>
                    <a:pt x="1563932" y="1221163"/>
                  </a:lnTo>
                  <a:lnTo>
                    <a:pt x="1556583" y="1278362"/>
                  </a:lnTo>
                  <a:close/>
                  <a:moveTo>
                    <a:pt x="1399298" y="1033638"/>
                  </a:moveTo>
                  <a:lnTo>
                    <a:pt x="1433755" y="1097785"/>
                  </a:lnTo>
                  <a:lnTo>
                    <a:pt x="1408939" y="1071856"/>
                  </a:lnTo>
                  <a:close/>
                  <a:moveTo>
                    <a:pt x="1399298" y="1033638"/>
                  </a:moveTo>
                  <a:lnTo>
                    <a:pt x="1408939" y="1071856"/>
                  </a:lnTo>
                  <a:lnTo>
                    <a:pt x="1399509" y="1033204"/>
                  </a:lnTo>
                  <a:close/>
                  <a:moveTo>
                    <a:pt x="2131186" y="1387815"/>
                  </a:moveTo>
                  <a:lnTo>
                    <a:pt x="2179421" y="1384610"/>
                  </a:lnTo>
                  <a:lnTo>
                    <a:pt x="2217867" y="1433244"/>
                  </a:lnTo>
                  <a:close/>
                  <a:moveTo>
                    <a:pt x="1872616" y="1151984"/>
                  </a:moveTo>
                  <a:lnTo>
                    <a:pt x="1984010" y="1120977"/>
                  </a:lnTo>
                  <a:lnTo>
                    <a:pt x="1906993" y="1106907"/>
                  </a:lnTo>
                  <a:close/>
                  <a:moveTo>
                    <a:pt x="2264560" y="1392615"/>
                  </a:moveTo>
                  <a:lnTo>
                    <a:pt x="2217867" y="1433244"/>
                  </a:lnTo>
                  <a:lnTo>
                    <a:pt x="2339924" y="1395733"/>
                  </a:lnTo>
                  <a:close/>
                  <a:moveTo>
                    <a:pt x="1945304" y="1034946"/>
                  </a:moveTo>
                  <a:lnTo>
                    <a:pt x="1850558" y="1120977"/>
                  </a:lnTo>
                  <a:lnTo>
                    <a:pt x="1906993" y="1106907"/>
                  </a:lnTo>
                  <a:close/>
                  <a:moveTo>
                    <a:pt x="1686981" y="841636"/>
                  </a:moveTo>
                  <a:lnTo>
                    <a:pt x="1703925" y="874331"/>
                  </a:lnTo>
                  <a:lnTo>
                    <a:pt x="1717922" y="856286"/>
                  </a:lnTo>
                  <a:close/>
                  <a:moveTo>
                    <a:pt x="1887276" y="918110"/>
                  </a:moveTo>
                  <a:lnTo>
                    <a:pt x="1805065" y="946125"/>
                  </a:lnTo>
                  <a:lnTo>
                    <a:pt x="1905884" y="887560"/>
                  </a:lnTo>
                  <a:close/>
                  <a:moveTo>
                    <a:pt x="2412030" y="1411401"/>
                  </a:moveTo>
                  <a:lnTo>
                    <a:pt x="2421964" y="1408703"/>
                  </a:lnTo>
                  <a:lnTo>
                    <a:pt x="2339924" y="1395733"/>
                  </a:lnTo>
                  <a:close/>
                  <a:moveTo>
                    <a:pt x="2339924" y="1395733"/>
                  </a:moveTo>
                  <a:lnTo>
                    <a:pt x="2421964" y="1408703"/>
                  </a:lnTo>
                  <a:lnTo>
                    <a:pt x="2459241" y="1347981"/>
                  </a:lnTo>
                  <a:close/>
                  <a:moveTo>
                    <a:pt x="2339924" y="1395733"/>
                  </a:moveTo>
                  <a:lnTo>
                    <a:pt x="2459241" y="1347981"/>
                  </a:lnTo>
                  <a:lnTo>
                    <a:pt x="2389767" y="1366885"/>
                  </a:lnTo>
                  <a:close/>
                  <a:moveTo>
                    <a:pt x="2264560" y="1392615"/>
                  </a:moveTo>
                  <a:lnTo>
                    <a:pt x="2339924" y="1395733"/>
                  </a:lnTo>
                  <a:lnTo>
                    <a:pt x="2389767" y="1366885"/>
                  </a:lnTo>
                  <a:close/>
                  <a:moveTo>
                    <a:pt x="2469746" y="1269765"/>
                  </a:moveTo>
                  <a:lnTo>
                    <a:pt x="2389767" y="1366885"/>
                  </a:lnTo>
                  <a:lnTo>
                    <a:pt x="2459241" y="1347981"/>
                  </a:lnTo>
                  <a:close/>
                  <a:moveTo>
                    <a:pt x="2152874" y="444770"/>
                  </a:moveTo>
                  <a:lnTo>
                    <a:pt x="2163489" y="536232"/>
                  </a:lnTo>
                  <a:lnTo>
                    <a:pt x="2196455" y="556155"/>
                  </a:lnTo>
                  <a:close/>
                  <a:moveTo>
                    <a:pt x="1975917" y="225136"/>
                  </a:moveTo>
                  <a:lnTo>
                    <a:pt x="2009413" y="135170"/>
                  </a:lnTo>
                  <a:lnTo>
                    <a:pt x="1903559" y="125906"/>
                  </a:lnTo>
                  <a:close/>
                  <a:moveTo>
                    <a:pt x="2293414" y="29770"/>
                  </a:moveTo>
                  <a:lnTo>
                    <a:pt x="2323301" y="42369"/>
                  </a:lnTo>
                  <a:lnTo>
                    <a:pt x="2282019" y="0"/>
                  </a:lnTo>
                  <a:close/>
                  <a:moveTo>
                    <a:pt x="2822190" y="264180"/>
                  </a:moveTo>
                  <a:lnTo>
                    <a:pt x="2838924" y="363973"/>
                  </a:lnTo>
                  <a:lnTo>
                    <a:pt x="2838674" y="281758"/>
                  </a:lnTo>
                  <a:close/>
                  <a:moveTo>
                    <a:pt x="2822190" y="264180"/>
                  </a:moveTo>
                  <a:lnTo>
                    <a:pt x="2832518" y="355876"/>
                  </a:lnTo>
                  <a:lnTo>
                    <a:pt x="2838924" y="363973"/>
                  </a:lnTo>
                  <a:close/>
                  <a:moveTo>
                    <a:pt x="2793248" y="187617"/>
                  </a:moveTo>
                  <a:lnTo>
                    <a:pt x="2838674" y="281758"/>
                  </a:lnTo>
                  <a:lnTo>
                    <a:pt x="2804697" y="19954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24" name="Candidate_density__2123">
              <a:extLst>
                <a:ext uri="{FF2B5EF4-FFF2-40B4-BE49-F238E27FC236}">
                  <a16:creationId xmlns:a16="http://schemas.microsoft.com/office/drawing/2014/main" id="{76F2E2B2-8A33-635D-EDF6-E9F95638CE3F}"/>
                </a:ext>
              </a:extLst>
            </p:cNvPr>
            <p:cNvSpPr>
              <a:spLocks noGrp="1"/>
            </p:cNvSpPr>
            <p:nvPr/>
          </p:nvSpPr>
          <p:spPr>
            <a:xfrm>
              <a:off x="3899137" y="1590635"/>
              <a:ext cx="2330646" cy="2183598"/>
            </a:xfrm>
            <a:custGeom>
              <a:avLst/>
              <a:gdLst/>
              <a:ahLst/>
              <a:cxnLst/>
              <a:rect l="0" t="0" r="0" b="0"/>
              <a:pathLst>
                <a:path w="2330646" h="2183598">
                  <a:moveTo>
                    <a:pt x="244151" y="2081512"/>
                  </a:moveTo>
                  <a:lnTo>
                    <a:pt x="332024" y="2134454"/>
                  </a:lnTo>
                  <a:lnTo>
                    <a:pt x="309594" y="2052598"/>
                  </a:lnTo>
                  <a:close/>
                  <a:moveTo>
                    <a:pt x="244151" y="2081512"/>
                  </a:moveTo>
                  <a:lnTo>
                    <a:pt x="270844" y="2163727"/>
                  </a:lnTo>
                  <a:lnTo>
                    <a:pt x="332024" y="2134454"/>
                  </a:lnTo>
                  <a:close/>
                  <a:moveTo>
                    <a:pt x="350135" y="2125291"/>
                  </a:moveTo>
                  <a:lnTo>
                    <a:pt x="330565" y="2043075"/>
                  </a:lnTo>
                  <a:lnTo>
                    <a:pt x="332024" y="2134454"/>
                  </a:lnTo>
                  <a:close/>
                  <a:moveTo>
                    <a:pt x="330565" y="2043075"/>
                  </a:moveTo>
                  <a:lnTo>
                    <a:pt x="309594" y="2052598"/>
                  </a:lnTo>
                  <a:lnTo>
                    <a:pt x="332024" y="2134454"/>
                  </a:lnTo>
                  <a:close/>
                  <a:moveTo>
                    <a:pt x="247495" y="1999297"/>
                  </a:moveTo>
                  <a:lnTo>
                    <a:pt x="309594" y="2052598"/>
                  </a:lnTo>
                  <a:lnTo>
                    <a:pt x="266770" y="1987321"/>
                  </a:lnTo>
                  <a:close/>
                  <a:moveTo>
                    <a:pt x="247495" y="1999297"/>
                  </a:moveTo>
                  <a:lnTo>
                    <a:pt x="244151" y="2081512"/>
                  </a:lnTo>
                  <a:lnTo>
                    <a:pt x="309594" y="2052598"/>
                  </a:lnTo>
                  <a:close/>
                  <a:moveTo>
                    <a:pt x="330565" y="2043075"/>
                  </a:moveTo>
                  <a:lnTo>
                    <a:pt x="307567" y="1960860"/>
                  </a:lnTo>
                  <a:lnTo>
                    <a:pt x="309594" y="2052598"/>
                  </a:lnTo>
                  <a:close/>
                  <a:moveTo>
                    <a:pt x="307567" y="1960860"/>
                  </a:moveTo>
                  <a:lnTo>
                    <a:pt x="266770" y="1987321"/>
                  </a:lnTo>
                  <a:lnTo>
                    <a:pt x="309594" y="2052598"/>
                  </a:lnTo>
                  <a:close/>
                  <a:moveTo>
                    <a:pt x="440999" y="2004639"/>
                  </a:moveTo>
                  <a:lnTo>
                    <a:pt x="307567" y="1960860"/>
                  </a:lnTo>
                  <a:lnTo>
                    <a:pt x="330565" y="2043075"/>
                  </a:lnTo>
                  <a:close/>
                  <a:moveTo>
                    <a:pt x="74491" y="1521995"/>
                  </a:moveTo>
                  <a:lnTo>
                    <a:pt x="0" y="1521962"/>
                  </a:lnTo>
                  <a:lnTo>
                    <a:pt x="92220" y="1528672"/>
                  </a:lnTo>
                  <a:close/>
                  <a:moveTo>
                    <a:pt x="151189" y="1470490"/>
                  </a:moveTo>
                  <a:lnTo>
                    <a:pt x="74491" y="1521995"/>
                  </a:lnTo>
                  <a:lnTo>
                    <a:pt x="99867" y="1511348"/>
                  </a:lnTo>
                  <a:close/>
                  <a:moveTo>
                    <a:pt x="74491" y="1521995"/>
                  </a:moveTo>
                  <a:lnTo>
                    <a:pt x="92220" y="1528672"/>
                  </a:lnTo>
                  <a:lnTo>
                    <a:pt x="99867" y="1511348"/>
                  </a:lnTo>
                  <a:close/>
                  <a:moveTo>
                    <a:pt x="197683" y="1482434"/>
                  </a:moveTo>
                  <a:lnTo>
                    <a:pt x="99867" y="1511348"/>
                  </a:lnTo>
                  <a:lnTo>
                    <a:pt x="220825" y="1515644"/>
                  </a:lnTo>
                  <a:close/>
                  <a:moveTo>
                    <a:pt x="99867" y="1511348"/>
                  </a:moveTo>
                  <a:lnTo>
                    <a:pt x="92220" y="1528672"/>
                  </a:lnTo>
                  <a:lnTo>
                    <a:pt x="220825" y="1515644"/>
                  </a:lnTo>
                  <a:close/>
                  <a:moveTo>
                    <a:pt x="151189" y="1470490"/>
                  </a:moveTo>
                  <a:lnTo>
                    <a:pt x="99867" y="1511348"/>
                  </a:lnTo>
                  <a:lnTo>
                    <a:pt x="197683" y="1482434"/>
                  </a:lnTo>
                  <a:close/>
                  <a:moveTo>
                    <a:pt x="196963" y="1429133"/>
                  </a:moveTo>
                  <a:lnTo>
                    <a:pt x="197683" y="1482434"/>
                  </a:lnTo>
                  <a:lnTo>
                    <a:pt x="224853" y="1472912"/>
                  </a:lnTo>
                  <a:close/>
                  <a:moveTo>
                    <a:pt x="196963" y="1429133"/>
                  </a:moveTo>
                  <a:lnTo>
                    <a:pt x="224853" y="1472912"/>
                  </a:lnTo>
                  <a:lnTo>
                    <a:pt x="210904" y="1390697"/>
                  </a:lnTo>
                  <a:close/>
                  <a:moveTo>
                    <a:pt x="197683" y="1482434"/>
                  </a:moveTo>
                  <a:lnTo>
                    <a:pt x="220825" y="1515644"/>
                  </a:lnTo>
                  <a:lnTo>
                    <a:pt x="224853" y="1472912"/>
                  </a:lnTo>
                  <a:close/>
                  <a:moveTo>
                    <a:pt x="985038" y="2092196"/>
                  </a:moveTo>
                  <a:lnTo>
                    <a:pt x="942899" y="2101468"/>
                  </a:lnTo>
                  <a:lnTo>
                    <a:pt x="964994" y="2183598"/>
                  </a:lnTo>
                  <a:close/>
                  <a:moveTo>
                    <a:pt x="319215" y="1544315"/>
                  </a:moveTo>
                  <a:lnTo>
                    <a:pt x="324958" y="1626323"/>
                  </a:lnTo>
                  <a:lnTo>
                    <a:pt x="399278" y="1516691"/>
                  </a:lnTo>
                  <a:close/>
                  <a:moveTo>
                    <a:pt x="399278" y="1516691"/>
                  </a:moveTo>
                  <a:lnTo>
                    <a:pt x="324958" y="1626323"/>
                  </a:lnTo>
                  <a:lnTo>
                    <a:pt x="330534" y="1637342"/>
                  </a:lnTo>
                  <a:close/>
                  <a:moveTo>
                    <a:pt x="314546" y="1448019"/>
                  </a:moveTo>
                  <a:lnTo>
                    <a:pt x="224853" y="1472912"/>
                  </a:lnTo>
                  <a:lnTo>
                    <a:pt x="244257" y="1544663"/>
                  </a:lnTo>
                  <a:close/>
                  <a:moveTo>
                    <a:pt x="210904" y="1390697"/>
                  </a:moveTo>
                  <a:lnTo>
                    <a:pt x="314546" y="1448019"/>
                  </a:lnTo>
                  <a:lnTo>
                    <a:pt x="303243" y="1357116"/>
                  </a:lnTo>
                  <a:close/>
                  <a:moveTo>
                    <a:pt x="210904" y="1390697"/>
                  </a:moveTo>
                  <a:lnTo>
                    <a:pt x="224853" y="1472912"/>
                  </a:lnTo>
                  <a:lnTo>
                    <a:pt x="314546" y="1448019"/>
                  </a:lnTo>
                  <a:close/>
                  <a:moveTo>
                    <a:pt x="371989" y="1434476"/>
                  </a:moveTo>
                  <a:lnTo>
                    <a:pt x="314986" y="1352260"/>
                  </a:lnTo>
                  <a:lnTo>
                    <a:pt x="314546" y="1448019"/>
                  </a:lnTo>
                  <a:close/>
                  <a:moveTo>
                    <a:pt x="314986" y="1352260"/>
                  </a:moveTo>
                  <a:lnTo>
                    <a:pt x="303243" y="1357116"/>
                  </a:lnTo>
                  <a:lnTo>
                    <a:pt x="314546" y="1448019"/>
                  </a:lnTo>
                  <a:close/>
                  <a:moveTo>
                    <a:pt x="250934" y="1349560"/>
                  </a:moveTo>
                  <a:lnTo>
                    <a:pt x="210904" y="1390697"/>
                  </a:lnTo>
                  <a:lnTo>
                    <a:pt x="303243" y="1357116"/>
                  </a:lnTo>
                  <a:close/>
                  <a:moveTo>
                    <a:pt x="362092" y="1271301"/>
                  </a:moveTo>
                  <a:lnTo>
                    <a:pt x="250934" y="1349560"/>
                  </a:lnTo>
                  <a:lnTo>
                    <a:pt x="314986" y="1352260"/>
                  </a:lnTo>
                  <a:close/>
                  <a:moveTo>
                    <a:pt x="314986" y="1352260"/>
                  </a:moveTo>
                  <a:lnTo>
                    <a:pt x="250934" y="1349560"/>
                  </a:lnTo>
                  <a:lnTo>
                    <a:pt x="303243" y="1357116"/>
                  </a:lnTo>
                  <a:close/>
                  <a:moveTo>
                    <a:pt x="747496" y="1661086"/>
                  </a:moveTo>
                  <a:lnTo>
                    <a:pt x="662856" y="1746994"/>
                  </a:lnTo>
                  <a:lnTo>
                    <a:pt x="721656" y="1724899"/>
                  </a:lnTo>
                  <a:close/>
                  <a:moveTo>
                    <a:pt x="634678" y="1733143"/>
                  </a:moveTo>
                  <a:lnTo>
                    <a:pt x="662856" y="1746994"/>
                  </a:lnTo>
                  <a:lnTo>
                    <a:pt x="747496" y="1661086"/>
                  </a:lnTo>
                  <a:close/>
                  <a:moveTo>
                    <a:pt x="697767" y="1690362"/>
                  </a:moveTo>
                  <a:lnTo>
                    <a:pt x="634678" y="1733143"/>
                  </a:lnTo>
                  <a:lnTo>
                    <a:pt x="747496" y="1661086"/>
                  </a:lnTo>
                  <a:close/>
                  <a:moveTo>
                    <a:pt x="747496" y="1661086"/>
                  </a:moveTo>
                  <a:lnTo>
                    <a:pt x="748450" y="1642684"/>
                  </a:lnTo>
                  <a:lnTo>
                    <a:pt x="709002" y="1681121"/>
                  </a:lnTo>
                  <a:close/>
                  <a:moveTo>
                    <a:pt x="371989" y="1434476"/>
                  </a:moveTo>
                  <a:lnTo>
                    <a:pt x="461018" y="1425967"/>
                  </a:lnTo>
                  <a:lnTo>
                    <a:pt x="431160" y="1413806"/>
                  </a:lnTo>
                  <a:close/>
                  <a:moveTo>
                    <a:pt x="371989" y="1434476"/>
                  </a:moveTo>
                  <a:lnTo>
                    <a:pt x="431160" y="1413806"/>
                  </a:lnTo>
                  <a:lnTo>
                    <a:pt x="314986" y="1352260"/>
                  </a:lnTo>
                  <a:close/>
                  <a:moveTo>
                    <a:pt x="431160" y="1413806"/>
                  </a:moveTo>
                  <a:lnTo>
                    <a:pt x="522115" y="1396039"/>
                  </a:lnTo>
                  <a:lnTo>
                    <a:pt x="440979" y="1351045"/>
                  </a:lnTo>
                  <a:close/>
                  <a:moveTo>
                    <a:pt x="431160" y="1413806"/>
                  </a:moveTo>
                  <a:lnTo>
                    <a:pt x="461018" y="1425967"/>
                  </a:lnTo>
                  <a:lnTo>
                    <a:pt x="522115" y="1396039"/>
                  </a:lnTo>
                  <a:close/>
                  <a:moveTo>
                    <a:pt x="362092" y="1271301"/>
                  </a:moveTo>
                  <a:lnTo>
                    <a:pt x="420550" y="1274665"/>
                  </a:lnTo>
                  <a:lnTo>
                    <a:pt x="362692" y="1270046"/>
                  </a:lnTo>
                  <a:close/>
                  <a:moveTo>
                    <a:pt x="420550" y="1274665"/>
                  </a:moveTo>
                  <a:lnTo>
                    <a:pt x="446818" y="1231609"/>
                  </a:lnTo>
                  <a:lnTo>
                    <a:pt x="362692" y="1270046"/>
                  </a:lnTo>
                  <a:close/>
                  <a:moveTo>
                    <a:pt x="747496" y="1661086"/>
                  </a:moveTo>
                  <a:lnTo>
                    <a:pt x="721656" y="1724899"/>
                  </a:lnTo>
                  <a:lnTo>
                    <a:pt x="783961" y="1709129"/>
                  </a:lnTo>
                  <a:close/>
                  <a:moveTo>
                    <a:pt x="783961" y="1709129"/>
                  </a:moveTo>
                  <a:lnTo>
                    <a:pt x="748450" y="1642684"/>
                  </a:lnTo>
                  <a:lnTo>
                    <a:pt x="747496" y="1661086"/>
                  </a:lnTo>
                  <a:close/>
                  <a:moveTo>
                    <a:pt x="524835" y="1275387"/>
                  </a:moveTo>
                  <a:lnTo>
                    <a:pt x="440979" y="1351045"/>
                  </a:lnTo>
                  <a:lnTo>
                    <a:pt x="522115" y="1396039"/>
                  </a:lnTo>
                  <a:close/>
                  <a:moveTo>
                    <a:pt x="420550" y="1274665"/>
                  </a:moveTo>
                  <a:lnTo>
                    <a:pt x="453335" y="1295685"/>
                  </a:lnTo>
                  <a:lnTo>
                    <a:pt x="524835" y="1275387"/>
                  </a:lnTo>
                  <a:close/>
                  <a:moveTo>
                    <a:pt x="446818" y="1231609"/>
                  </a:moveTo>
                  <a:lnTo>
                    <a:pt x="420550" y="1274665"/>
                  </a:lnTo>
                  <a:lnTo>
                    <a:pt x="524835" y="1275387"/>
                  </a:lnTo>
                  <a:close/>
                  <a:moveTo>
                    <a:pt x="52854" y="735885"/>
                  </a:moveTo>
                  <a:lnTo>
                    <a:pt x="45418" y="738318"/>
                  </a:lnTo>
                  <a:lnTo>
                    <a:pt x="55155" y="736976"/>
                  </a:lnTo>
                  <a:close/>
                  <a:moveTo>
                    <a:pt x="1023602" y="1705684"/>
                  </a:moveTo>
                  <a:lnTo>
                    <a:pt x="983474" y="1768678"/>
                  </a:lnTo>
                  <a:lnTo>
                    <a:pt x="983443" y="1768231"/>
                  </a:lnTo>
                  <a:close/>
                  <a:moveTo>
                    <a:pt x="1042703" y="1713643"/>
                  </a:moveTo>
                  <a:lnTo>
                    <a:pt x="983474" y="1768678"/>
                  </a:lnTo>
                  <a:lnTo>
                    <a:pt x="1023602" y="1705684"/>
                  </a:lnTo>
                  <a:close/>
                  <a:moveTo>
                    <a:pt x="1086559" y="1662412"/>
                  </a:moveTo>
                  <a:lnTo>
                    <a:pt x="1042703" y="1713643"/>
                  </a:lnTo>
                  <a:lnTo>
                    <a:pt x="1023602" y="1705684"/>
                  </a:lnTo>
                  <a:close/>
                  <a:moveTo>
                    <a:pt x="1042703" y="1713643"/>
                  </a:moveTo>
                  <a:lnTo>
                    <a:pt x="1086559" y="1662412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01323" y="1648027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46778" y="1672357"/>
                  </a:lnTo>
                  <a:lnTo>
                    <a:pt x="1101323" y="1648027"/>
                  </a:lnTo>
                  <a:close/>
                  <a:moveTo>
                    <a:pt x="1146778" y="1672357"/>
                  </a:moveTo>
                  <a:lnTo>
                    <a:pt x="1173343" y="1609590"/>
                  </a:lnTo>
                  <a:lnTo>
                    <a:pt x="1101323" y="1648027"/>
                  </a:lnTo>
                  <a:close/>
                  <a:moveTo>
                    <a:pt x="1075145" y="1353902"/>
                  </a:moveTo>
                  <a:lnTo>
                    <a:pt x="1168788" y="1338364"/>
                  </a:lnTo>
                  <a:lnTo>
                    <a:pt x="1119246" y="1290760"/>
                  </a:lnTo>
                  <a:close/>
                  <a:moveTo>
                    <a:pt x="1559524" y="1653369"/>
                  </a:moveTo>
                  <a:lnTo>
                    <a:pt x="1604933" y="1697147"/>
                  </a:lnTo>
                  <a:lnTo>
                    <a:pt x="1603950" y="1614932"/>
                  </a:lnTo>
                  <a:close/>
                  <a:moveTo>
                    <a:pt x="858295" y="935882"/>
                  </a:moveTo>
                  <a:lnTo>
                    <a:pt x="915322" y="933895"/>
                  </a:lnTo>
                  <a:lnTo>
                    <a:pt x="860457" y="913433"/>
                  </a:lnTo>
                  <a:close/>
                  <a:moveTo>
                    <a:pt x="915322" y="933895"/>
                  </a:moveTo>
                  <a:lnTo>
                    <a:pt x="938099" y="874996"/>
                  </a:lnTo>
                  <a:lnTo>
                    <a:pt x="860457" y="913433"/>
                  </a:lnTo>
                  <a:close/>
                  <a:moveTo>
                    <a:pt x="938099" y="874996"/>
                  </a:moveTo>
                  <a:lnTo>
                    <a:pt x="961417" y="827576"/>
                  </a:lnTo>
                  <a:lnTo>
                    <a:pt x="884935" y="831218"/>
                  </a:lnTo>
                  <a:close/>
                  <a:moveTo>
                    <a:pt x="860457" y="913433"/>
                  </a:moveTo>
                  <a:lnTo>
                    <a:pt x="938099" y="874996"/>
                  </a:lnTo>
                  <a:lnTo>
                    <a:pt x="884935" y="831218"/>
                  </a:lnTo>
                  <a:close/>
                  <a:moveTo>
                    <a:pt x="1603950" y="1614932"/>
                  </a:moveTo>
                  <a:lnTo>
                    <a:pt x="1667930" y="1675399"/>
                  </a:lnTo>
                  <a:lnTo>
                    <a:pt x="1645152" y="1593826"/>
                  </a:lnTo>
                  <a:close/>
                  <a:moveTo>
                    <a:pt x="1603950" y="1614932"/>
                  </a:moveTo>
                  <a:lnTo>
                    <a:pt x="1604933" y="1697147"/>
                  </a:lnTo>
                  <a:lnTo>
                    <a:pt x="1667930" y="1675399"/>
                  </a:lnTo>
                  <a:close/>
                  <a:moveTo>
                    <a:pt x="1667930" y="1675399"/>
                  </a:moveTo>
                  <a:lnTo>
                    <a:pt x="1741780" y="1675952"/>
                  </a:lnTo>
                  <a:lnTo>
                    <a:pt x="1645152" y="1593826"/>
                  </a:lnTo>
                  <a:close/>
                  <a:moveTo>
                    <a:pt x="1591815" y="1532717"/>
                  </a:moveTo>
                  <a:lnTo>
                    <a:pt x="1603950" y="1614932"/>
                  </a:lnTo>
                  <a:lnTo>
                    <a:pt x="1645152" y="1593826"/>
                  </a:lnTo>
                  <a:close/>
                  <a:moveTo>
                    <a:pt x="1609681" y="1522570"/>
                  </a:moveTo>
                  <a:lnTo>
                    <a:pt x="1684529" y="1494281"/>
                  </a:lnTo>
                  <a:lnTo>
                    <a:pt x="1690716" y="1417190"/>
                  </a:lnTo>
                  <a:close/>
                  <a:moveTo>
                    <a:pt x="961417" y="827576"/>
                  </a:moveTo>
                  <a:lnTo>
                    <a:pt x="938099" y="874996"/>
                  </a:lnTo>
                  <a:lnTo>
                    <a:pt x="1006624" y="848555"/>
                  </a:lnTo>
                  <a:close/>
                  <a:moveTo>
                    <a:pt x="1021361" y="792781"/>
                  </a:moveTo>
                  <a:lnTo>
                    <a:pt x="961417" y="827576"/>
                  </a:lnTo>
                  <a:lnTo>
                    <a:pt x="1093824" y="828764"/>
                  </a:lnTo>
                  <a:close/>
                  <a:moveTo>
                    <a:pt x="1077369" y="836560"/>
                  </a:moveTo>
                  <a:lnTo>
                    <a:pt x="961417" y="827576"/>
                  </a:lnTo>
                  <a:lnTo>
                    <a:pt x="1006624" y="848555"/>
                  </a:lnTo>
                  <a:close/>
                  <a:moveTo>
                    <a:pt x="1755950" y="1417197"/>
                  </a:moveTo>
                  <a:lnTo>
                    <a:pt x="1684529" y="1494281"/>
                  </a:lnTo>
                  <a:lnTo>
                    <a:pt x="1739614" y="1455844"/>
                  </a:lnTo>
                  <a:close/>
                  <a:moveTo>
                    <a:pt x="1707745" y="1452169"/>
                  </a:moveTo>
                  <a:lnTo>
                    <a:pt x="1684529" y="1494281"/>
                  </a:lnTo>
                  <a:lnTo>
                    <a:pt x="1755950" y="1417197"/>
                  </a:lnTo>
                  <a:close/>
                  <a:moveTo>
                    <a:pt x="1214507" y="715908"/>
                  </a:moveTo>
                  <a:lnTo>
                    <a:pt x="1234359" y="798123"/>
                  </a:lnTo>
                  <a:lnTo>
                    <a:pt x="1286616" y="759687"/>
                  </a:lnTo>
                  <a:close/>
                  <a:moveTo>
                    <a:pt x="1202064" y="633693"/>
                  </a:moveTo>
                  <a:lnTo>
                    <a:pt x="1214507" y="715908"/>
                  </a:lnTo>
                  <a:lnTo>
                    <a:pt x="1266365" y="677472"/>
                  </a:lnTo>
                  <a:close/>
                  <a:moveTo>
                    <a:pt x="1202064" y="633693"/>
                  </a:moveTo>
                  <a:lnTo>
                    <a:pt x="1266365" y="677472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02064" y="633693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48765" y="595256"/>
                  </a:lnTo>
                  <a:lnTo>
                    <a:pt x="1229357" y="513042"/>
                  </a:lnTo>
                  <a:close/>
                  <a:moveTo>
                    <a:pt x="1254195" y="474605"/>
                  </a:moveTo>
                  <a:lnTo>
                    <a:pt x="1247172" y="392390"/>
                  </a:lnTo>
                  <a:lnTo>
                    <a:pt x="1229357" y="513042"/>
                  </a:lnTo>
                  <a:close/>
                  <a:moveTo>
                    <a:pt x="1557882" y="202891"/>
                  </a:moveTo>
                  <a:lnTo>
                    <a:pt x="1505236" y="233302"/>
                  </a:lnTo>
                  <a:lnTo>
                    <a:pt x="1575509" y="223857"/>
                  </a:lnTo>
                  <a:close/>
                  <a:moveTo>
                    <a:pt x="1515965" y="216436"/>
                  </a:moveTo>
                  <a:lnTo>
                    <a:pt x="1505236" y="233302"/>
                  </a:lnTo>
                  <a:lnTo>
                    <a:pt x="1557882" y="202891"/>
                  </a:lnTo>
                  <a:close/>
                  <a:moveTo>
                    <a:pt x="1659326" y="43379"/>
                  </a:moveTo>
                  <a:lnTo>
                    <a:pt x="1564491" y="112651"/>
                  </a:lnTo>
                  <a:lnTo>
                    <a:pt x="1640769" y="74214"/>
                  </a:lnTo>
                  <a:close/>
                  <a:moveTo>
                    <a:pt x="1659326" y="43379"/>
                  </a:moveTo>
                  <a:lnTo>
                    <a:pt x="1604344" y="53013"/>
                  </a:lnTo>
                  <a:lnTo>
                    <a:pt x="1564491" y="112651"/>
                  </a:lnTo>
                  <a:close/>
                  <a:moveTo>
                    <a:pt x="1723553" y="4852"/>
                  </a:moveTo>
                  <a:lnTo>
                    <a:pt x="1659326" y="43379"/>
                  </a:lnTo>
                  <a:lnTo>
                    <a:pt x="1786852" y="26314"/>
                  </a:lnTo>
                  <a:close/>
                  <a:moveTo>
                    <a:pt x="1793195" y="32678"/>
                  </a:moveTo>
                  <a:lnTo>
                    <a:pt x="1854344" y="0"/>
                  </a:lnTo>
                  <a:lnTo>
                    <a:pt x="1786852" y="26314"/>
                  </a:lnTo>
                  <a:close/>
                  <a:moveTo>
                    <a:pt x="2309352" y="371365"/>
                  </a:moveTo>
                  <a:lnTo>
                    <a:pt x="2284440" y="408417"/>
                  </a:lnTo>
                  <a:lnTo>
                    <a:pt x="2330646" y="39916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25" name="Candidate_density__2124">
              <a:extLst>
                <a:ext uri="{FF2B5EF4-FFF2-40B4-BE49-F238E27FC236}">
                  <a16:creationId xmlns:a16="http://schemas.microsoft.com/office/drawing/2014/main" id="{5744584A-C40F-D005-6B85-B7756A21B0CD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799509"/>
              <a:ext cx="2559538" cy="2134006"/>
            </a:xfrm>
            <a:custGeom>
              <a:avLst/>
              <a:gdLst/>
              <a:ahLst/>
              <a:cxnLst/>
              <a:rect l="0" t="0" r="0" b="0"/>
              <a:pathLst>
                <a:path w="2559538" h="2134006">
                  <a:moveTo>
                    <a:pt x="541948" y="1986410"/>
                  </a:moveTo>
                  <a:lnTo>
                    <a:pt x="492500" y="2016733"/>
                  </a:lnTo>
                  <a:lnTo>
                    <a:pt x="614337" y="1978402"/>
                  </a:lnTo>
                  <a:close/>
                  <a:moveTo>
                    <a:pt x="0" y="1258696"/>
                  </a:moveTo>
                  <a:lnTo>
                    <a:pt x="24814" y="1278513"/>
                  </a:lnTo>
                  <a:lnTo>
                    <a:pt x="28041" y="1179627"/>
                  </a:lnTo>
                  <a:close/>
                  <a:moveTo>
                    <a:pt x="847569" y="2077902"/>
                  </a:moveTo>
                  <a:lnTo>
                    <a:pt x="805017" y="2134006"/>
                  </a:lnTo>
                  <a:lnTo>
                    <a:pt x="921194" y="2074513"/>
                  </a:lnTo>
                  <a:close/>
                  <a:moveTo>
                    <a:pt x="654651" y="1913927"/>
                  </a:moveTo>
                  <a:lnTo>
                    <a:pt x="614337" y="1978402"/>
                  </a:lnTo>
                  <a:lnTo>
                    <a:pt x="696220" y="1877981"/>
                  </a:lnTo>
                  <a:close/>
                  <a:moveTo>
                    <a:pt x="660582" y="1916417"/>
                  </a:moveTo>
                  <a:lnTo>
                    <a:pt x="653574" y="1795765"/>
                  </a:lnTo>
                  <a:lnTo>
                    <a:pt x="696220" y="1877981"/>
                  </a:lnTo>
                  <a:close/>
                  <a:moveTo>
                    <a:pt x="252363" y="1505342"/>
                  </a:moveTo>
                  <a:lnTo>
                    <a:pt x="273980" y="1466905"/>
                  </a:lnTo>
                  <a:lnTo>
                    <a:pt x="242574" y="1487870"/>
                  </a:lnTo>
                  <a:close/>
                  <a:moveTo>
                    <a:pt x="273980" y="1466905"/>
                  </a:moveTo>
                  <a:lnTo>
                    <a:pt x="252363" y="1505342"/>
                  </a:lnTo>
                  <a:lnTo>
                    <a:pt x="309497" y="1459426"/>
                  </a:lnTo>
                  <a:close/>
                  <a:moveTo>
                    <a:pt x="309497" y="1459426"/>
                  </a:moveTo>
                  <a:lnTo>
                    <a:pt x="261374" y="1494705"/>
                  </a:lnTo>
                  <a:lnTo>
                    <a:pt x="385641" y="1465457"/>
                  </a:lnTo>
                  <a:close/>
                  <a:moveTo>
                    <a:pt x="667693" y="1104951"/>
                  </a:moveTo>
                  <a:lnTo>
                    <a:pt x="708163" y="986422"/>
                  </a:lnTo>
                  <a:lnTo>
                    <a:pt x="680592" y="984299"/>
                  </a:lnTo>
                  <a:close/>
                  <a:moveTo>
                    <a:pt x="680592" y="984299"/>
                  </a:moveTo>
                  <a:lnTo>
                    <a:pt x="708163" y="986422"/>
                  </a:lnTo>
                  <a:lnTo>
                    <a:pt x="708144" y="974462"/>
                  </a:lnTo>
                  <a:close/>
                  <a:moveTo>
                    <a:pt x="680592" y="984299"/>
                  </a:moveTo>
                  <a:lnTo>
                    <a:pt x="714276" y="981452"/>
                  </a:lnTo>
                  <a:lnTo>
                    <a:pt x="703688" y="1021259"/>
                  </a:lnTo>
                  <a:close/>
                  <a:moveTo>
                    <a:pt x="714276" y="981452"/>
                  </a:moveTo>
                  <a:lnTo>
                    <a:pt x="680592" y="984299"/>
                  </a:lnTo>
                  <a:lnTo>
                    <a:pt x="708144" y="974462"/>
                  </a:lnTo>
                  <a:close/>
                  <a:moveTo>
                    <a:pt x="1220535" y="1318501"/>
                  </a:moveTo>
                  <a:lnTo>
                    <a:pt x="1214673" y="1323254"/>
                  </a:lnTo>
                  <a:lnTo>
                    <a:pt x="1207171" y="1323567"/>
                  </a:lnTo>
                  <a:close/>
                  <a:moveTo>
                    <a:pt x="1161513" y="1339700"/>
                  </a:moveTo>
                  <a:lnTo>
                    <a:pt x="1192634" y="1318501"/>
                  </a:lnTo>
                  <a:lnTo>
                    <a:pt x="1136851" y="1310948"/>
                  </a:lnTo>
                  <a:close/>
                  <a:moveTo>
                    <a:pt x="1220535" y="1318501"/>
                  </a:moveTo>
                  <a:lnTo>
                    <a:pt x="1207171" y="1323567"/>
                  </a:lnTo>
                  <a:lnTo>
                    <a:pt x="1277197" y="1278362"/>
                  </a:lnTo>
                  <a:close/>
                  <a:moveTo>
                    <a:pt x="1215871" y="1316494"/>
                  </a:moveTo>
                  <a:lnTo>
                    <a:pt x="1214673" y="1323254"/>
                  </a:lnTo>
                  <a:lnTo>
                    <a:pt x="1220535" y="1318501"/>
                  </a:lnTo>
                  <a:close/>
                  <a:moveTo>
                    <a:pt x="1215871" y="1316494"/>
                  </a:moveTo>
                  <a:lnTo>
                    <a:pt x="1220535" y="1318501"/>
                  </a:lnTo>
                  <a:lnTo>
                    <a:pt x="1277197" y="1278362"/>
                  </a:lnTo>
                  <a:close/>
                  <a:moveTo>
                    <a:pt x="1284546" y="1221163"/>
                  </a:moveTo>
                  <a:lnTo>
                    <a:pt x="1215871" y="1316494"/>
                  </a:lnTo>
                  <a:lnTo>
                    <a:pt x="1277197" y="1278362"/>
                  </a:lnTo>
                  <a:close/>
                  <a:moveTo>
                    <a:pt x="1788564" y="1366588"/>
                  </a:moveTo>
                  <a:lnTo>
                    <a:pt x="1833214" y="1378342"/>
                  </a:lnTo>
                  <a:lnTo>
                    <a:pt x="1814129" y="1367622"/>
                  </a:lnTo>
                  <a:close/>
                  <a:moveTo>
                    <a:pt x="1571173" y="1120977"/>
                  </a:moveTo>
                  <a:lnTo>
                    <a:pt x="1593231" y="1151984"/>
                  </a:lnTo>
                  <a:lnTo>
                    <a:pt x="1627607" y="1106907"/>
                  </a:lnTo>
                  <a:close/>
                  <a:moveTo>
                    <a:pt x="1261616" y="853160"/>
                  </a:moveTo>
                  <a:lnTo>
                    <a:pt x="1292187" y="912768"/>
                  </a:lnTo>
                  <a:lnTo>
                    <a:pt x="1294009" y="910816"/>
                  </a:lnTo>
                  <a:close/>
                  <a:moveTo>
                    <a:pt x="1337616" y="858653"/>
                  </a:moveTo>
                  <a:lnTo>
                    <a:pt x="1294009" y="910816"/>
                  </a:lnTo>
                  <a:lnTo>
                    <a:pt x="1407595" y="841636"/>
                  </a:lnTo>
                  <a:close/>
                  <a:moveTo>
                    <a:pt x="1636907" y="816199"/>
                  </a:moveTo>
                  <a:lnTo>
                    <a:pt x="1607891" y="918110"/>
                  </a:lnTo>
                  <a:lnTo>
                    <a:pt x="1626499" y="887560"/>
                  </a:lnTo>
                  <a:close/>
                  <a:moveTo>
                    <a:pt x="1636907" y="816199"/>
                  </a:moveTo>
                  <a:lnTo>
                    <a:pt x="1626499" y="887560"/>
                  </a:lnTo>
                  <a:lnTo>
                    <a:pt x="1659701" y="835895"/>
                  </a:lnTo>
                  <a:close/>
                  <a:moveTo>
                    <a:pt x="1636907" y="816199"/>
                  </a:moveTo>
                  <a:lnTo>
                    <a:pt x="1659701" y="835895"/>
                  </a:lnTo>
                  <a:lnTo>
                    <a:pt x="1655290" y="780004"/>
                  </a:lnTo>
                  <a:close/>
                  <a:moveTo>
                    <a:pt x="1655290" y="780004"/>
                  </a:moveTo>
                  <a:lnTo>
                    <a:pt x="1659701" y="835895"/>
                  </a:lnTo>
                  <a:lnTo>
                    <a:pt x="1683145" y="820695"/>
                  </a:lnTo>
                  <a:close/>
                  <a:moveTo>
                    <a:pt x="1655290" y="780004"/>
                  </a:moveTo>
                  <a:lnTo>
                    <a:pt x="1683145" y="820695"/>
                  </a:lnTo>
                  <a:lnTo>
                    <a:pt x="1722476" y="752546"/>
                  </a:lnTo>
                  <a:close/>
                  <a:moveTo>
                    <a:pt x="1722476" y="752546"/>
                  </a:moveTo>
                  <a:lnTo>
                    <a:pt x="1774497" y="731842"/>
                  </a:lnTo>
                  <a:lnTo>
                    <a:pt x="1655290" y="780004"/>
                  </a:lnTo>
                  <a:close/>
                  <a:moveTo>
                    <a:pt x="1802414" y="772761"/>
                  </a:moveTo>
                  <a:lnTo>
                    <a:pt x="1774497" y="731842"/>
                  </a:lnTo>
                  <a:lnTo>
                    <a:pt x="1722476" y="752546"/>
                  </a:lnTo>
                  <a:close/>
                  <a:moveTo>
                    <a:pt x="1934471" y="772641"/>
                  </a:moveTo>
                  <a:lnTo>
                    <a:pt x="1974862" y="823316"/>
                  </a:lnTo>
                  <a:lnTo>
                    <a:pt x="1924644" y="803550"/>
                  </a:lnTo>
                  <a:close/>
                  <a:moveTo>
                    <a:pt x="2079767" y="822017"/>
                  </a:moveTo>
                  <a:lnTo>
                    <a:pt x="1974862" y="823316"/>
                  </a:lnTo>
                  <a:lnTo>
                    <a:pt x="2049787" y="822996"/>
                  </a:lnTo>
                  <a:close/>
                  <a:moveTo>
                    <a:pt x="2079767" y="822017"/>
                  </a:moveTo>
                  <a:lnTo>
                    <a:pt x="2006416" y="826427"/>
                  </a:lnTo>
                  <a:lnTo>
                    <a:pt x="1974862" y="823316"/>
                  </a:lnTo>
                  <a:close/>
                  <a:moveTo>
                    <a:pt x="2127435" y="785037"/>
                  </a:moveTo>
                  <a:lnTo>
                    <a:pt x="2079767" y="822017"/>
                  </a:lnTo>
                  <a:lnTo>
                    <a:pt x="2206482" y="801925"/>
                  </a:lnTo>
                  <a:close/>
                  <a:moveTo>
                    <a:pt x="1885235" y="391725"/>
                  </a:moveTo>
                  <a:lnTo>
                    <a:pt x="1873488" y="444770"/>
                  </a:lnTo>
                  <a:lnTo>
                    <a:pt x="1885803" y="473940"/>
                  </a:lnTo>
                  <a:close/>
                  <a:moveTo>
                    <a:pt x="1944760" y="380706"/>
                  </a:moveTo>
                  <a:lnTo>
                    <a:pt x="1873488" y="444770"/>
                  </a:lnTo>
                  <a:lnTo>
                    <a:pt x="1885235" y="391725"/>
                  </a:lnTo>
                  <a:close/>
                  <a:moveTo>
                    <a:pt x="1879777" y="416401"/>
                  </a:moveTo>
                  <a:lnTo>
                    <a:pt x="1873488" y="444770"/>
                  </a:lnTo>
                  <a:lnTo>
                    <a:pt x="1944760" y="380706"/>
                  </a:lnTo>
                  <a:close/>
                  <a:moveTo>
                    <a:pt x="2268270" y="764364"/>
                  </a:moveTo>
                  <a:lnTo>
                    <a:pt x="2248379" y="743366"/>
                  </a:lnTo>
                  <a:lnTo>
                    <a:pt x="2206482" y="801925"/>
                  </a:lnTo>
                  <a:close/>
                  <a:moveTo>
                    <a:pt x="2268270" y="764364"/>
                  </a:moveTo>
                  <a:lnTo>
                    <a:pt x="2315529" y="725928"/>
                  </a:lnTo>
                  <a:lnTo>
                    <a:pt x="2248379" y="743366"/>
                  </a:lnTo>
                  <a:close/>
                  <a:moveTo>
                    <a:pt x="1730027" y="135170"/>
                  </a:moveTo>
                  <a:lnTo>
                    <a:pt x="1807941" y="147821"/>
                  </a:lnTo>
                  <a:lnTo>
                    <a:pt x="1854824" y="107906"/>
                  </a:lnTo>
                  <a:close/>
                  <a:moveTo>
                    <a:pt x="2344684" y="609577"/>
                  </a:moveTo>
                  <a:lnTo>
                    <a:pt x="2379033" y="637008"/>
                  </a:lnTo>
                  <a:lnTo>
                    <a:pt x="2349779" y="605276"/>
                  </a:lnTo>
                  <a:close/>
                  <a:moveTo>
                    <a:pt x="2318065" y="725256"/>
                  </a:moveTo>
                  <a:lnTo>
                    <a:pt x="2373066" y="652236"/>
                  </a:lnTo>
                  <a:lnTo>
                    <a:pt x="2344684" y="609577"/>
                  </a:lnTo>
                  <a:close/>
                  <a:moveTo>
                    <a:pt x="2349779" y="605276"/>
                  </a:moveTo>
                  <a:lnTo>
                    <a:pt x="2379033" y="637008"/>
                  </a:lnTo>
                  <a:lnTo>
                    <a:pt x="2406204" y="560931"/>
                  </a:lnTo>
                  <a:close/>
                  <a:moveTo>
                    <a:pt x="1863991" y="68206"/>
                  </a:moveTo>
                  <a:lnTo>
                    <a:pt x="1918941" y="29770"/>
                  </a:lnTo>
                  <a:lnTo>
                    <a:pt x="1896293" y="47750"/>
                  </a:lnTo>
                  <a:close/>
                  <a:moveTo>
                    <a:pt x="2014028" y="29770"/>
                  </a:moveTo>
                  <a:lnTo>
                    <a:pt x="1963805" y="21505"/>
                  </a:lnTo>
                  <a:lnTo>
                    <a:pt x="2035566" y="33819"/>
                  </a:lnTo>
                  <a:close/>
                  <a:moveTo>
                    <a:pt x="2014028" y="29770"/>
                  </a:moveTo>
                  <a:lnTo>
                    <a:pt x="2035566" y="33819"/>
                  </a:lnTo>
                  <a:lnTo>
                    <a:pt x="2043916" y="42369"/>
                  </a:lnTo>
                  <a:close/>
                  <a:moveTo>
                    <a:pt x="2436674" y="490055"/>
                  </a:moveTo>
                  <a:lnTo>
                    <a:pt x="2349779" y="605276"/>
                  </a:lnTo>
                  <a:lnTo>
                    <a:pt x="2406204" y="560931"/>
                  </a:lnTo>
                  <a:close/>
                  <a:moveTo>
                    <a:pt x="2436674" y="490055"/>
                  </a:moveTo>
                  <a:lnTo>
                    <a:pt x="2406204" y="560931"/>
                  </a:lnTo>
                  <a:lnTo>
                    <a:pt x="2450225" y="523062"/>
                  </a:lnTo>
                  <a:close/>
                  <a:moveTo>
                    <a:pt x="2436674" y="490055"/>
                  </a:moveTo>
                  <a:lnTo>
                    <a:pt x="2450225" y="523062"/>
                  </a:lnTo>
                  <a:lnTo>
                    <a:pt x="2442109" y="479973"/>
                  </a:lnTo>
                  <a:close/>
                  <a:moveTo>
                    <a:pt x="2442109" y="479973"/>
                  </a:moveTo>
                  <a:lnTo>
                    <a:pt x="2450225" y="523062"/>
                  </a:lnTo>
                  <a:lnTo>
                    <a:pt x="2466370" y="507227"/>
                  </a:lnTo>
                  <a:close/>
                  <a:moveTo>
                    <a:pt x="2442109" y="479973"/>
                  </a:moveTo>
                  <a:lnTo>
                    <a:pt x="2466370" y="507227"/>
                  </a:lnTo>
                  <a:lnTo>
                    <a:pt x="2508674" y="450191"/>
                  </a:lnTo>
                  <a:close/>
                  <a:moveTo>
                    <a:pt x="1899437" y="23305"/>
                  </a:moveTo>
                  <a:lnTo>
                    <a:pt x="1918941" y="29770"/>
                  </a:lnTo>
                  <a:lnTo>
                    <a:pt x="1963805" y="21505"/>
                  </a:lnTo>
                  <a:close/>
                  <a:moveTo>
                    <a:pt x="1963805" y="21505"/>
                  </a:moveTo>
                  <a:lnTo>
                    <a:pt x="2014028" y="29770"/>
                  </a:lnTo>
                  <a:lnTo>
                    <a:pt x="2002634" y="0"/>
                  </a:lnTo>
                  <a:close/>
                  <a:moveTo>
                    <a:pt x="2442109" y="479973"/>
                  </a:moveTo>
                  <a:lnTo>
                    <a:pt x="2508674" y="450191"/>
                  </a:lnTo>
                  <a:lnTo>
                    <a:pt x="2548779" y="384936"/>
                  </a:lnTo>
                  <a:close/>
                  <a:moveTo>
                    <a:pt x="2559289" y="281758"/>
                  </a:moveTo>
                  <a:lnTo>
                    <a:pt x="2559538" y="363973"/>
                  </a:lnTo>
                  <a:lnTo>
                    <a:pt x="2537692" y="320195"/>
                  </a:lnTo>
                  <a:close/>
                  <a:moveTo>
                    <a:pt x="2553132" y="355876"/>
                  </a:moveTo>
                  <a:lnTo>
                    <a:pt x="2548779" y="384936"/>
                  </a:lnTo>
                  <a:lnTo>
                    <a:pt x="2559538" y="3639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26" name="Candidate_density__2125">
              <a:extLst>
                <a:ext uri="{FF2B5EF4-FFF2-40B4-BE49-F238E27FC236}">
                  <a16:creationId xmlns:a16="http://schemas.microsoft.com/office/drawing/2014/main" id="{E604F1A1-69DF-602C-19E7-6301268D0975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821013"/>
              <a:ext cx="2559538" cy="1637825"/>
            </a:xfrm>
            <a:custGeom>
              <a:avLst/>
              <a:gdLst/>
              <a:ahLst/>
              <a:cxnLst/>
              <a:rect l="0" t="0" r="0" b="0"/>
              <a:pathLst>
                <a:path w="2559538" h="1637825">
                  <a:moveTo>
                    <a:pt x="252363" y="1483837"/>
                  </a:moveTo>
                  <a:lnTo>
                    <a:pt x="242574" y="1466365"/>
                  </a:lnTo>
                  <a:lnTo>
                    <a:pt x="203505" y="1535494"/>
                  </a:lnTo>
                  <a:close/>
                  <a:moveTo>
                    <a:pt x="252363" y="1483837"/>
                  </a:moveTo>
                  <a:lnTo>
                    <a:pt x="261374" y="1473200"/>
                  </a:lnTo>
                  <a:lnTo>
                    <a:pt x="309497" y="1437921"/>
                  </a:lnTo>
                  <a:close/>
                  <a:moveTo>
                    <a:pt x="28041" y="1158122"/>
                  </a:moveTo>
                  <a:lnTo>
                    <a:pt x="35333" y="1148364"/>
                  </a:lnTo>
                  <a:lnTo>
                    <a:pt x="0" y="1237192"/>
                  </a:lnTo>
                  <a:close/>
                  <a:moveTo>
                    <a:pt x="1179049" y="1598962"/>
                  </a:moveTo>
                  <a:lnTo>
                    <a:pt x="1254908" y="1603928"/>
                  </a:lnTo>
                  <a:lnTo>
                    <a:pt x="1192709" y="1614096"/>
                  </a:lnTo>
                  <a:close/>
                  <a:moveTo>
                    <a:pt x="1254908" y="1603928"/>
                  </a:moveTo>
                  <a:lnTo>
                    <a:pt x="1276230" y="1606787"/>
                  </a:lnTo>
                  <a:lnTo>
                    <a:pt x="1192709" y="1614096"/>
                  </a:lnTo>
                  <a:close/>
                  <a:moveTo>
                    <a:pt x="825671" y="898511"/>
                  </a:moveTo>
                  <a:lnTo>
                    <a:pt x="714276" y="959947"/>
                  </a:lnTo>
                  <a:lnTo>
                    <a:pt x="708144" y="952958"/>
                  </a:lnTo>
                  <a:close/>
                  <a:moveTo>
                    <a:pt x="1313618" y="1608233"/>
                  </a:moveTo>
                  <a:lnTo>
                    <a:pt x="1192709" y="1614096"/>
                  </a:lnTo>
                  <a:lnTo>
                    <a:pt x="1276230" y="1606787"/>
                  </a:lnTo>
                  <a:close/>
                  <a:moveTo>
                    <a:pt x="1313618" y="1608233"/>
                  </a:moveTo>
                  <a:lnTo>
                    <a:pt x="1247002" y="1637825"/>
                  </a:lnTo>
                  <a:lnTo>
                    <a:pt x="1192709" y="1614096"/>
                  </a:lnTo>
                  <a:close/>
                  <a:moveTo>
                    <a:pt x="1338161" y="1582078"/>
                  </a:moveTo>
                  <a:lnTo>
                    <a:pt x="1313618" y="1608233"/>
                  </a:lnTo>
                  <a:lnTo>
                    <a:pt x="1276230" y="1606787"/>
                  </a:lnTo>
                  <a:close/>
                  <a:moveTo>
                    <a:pt x="1096488" y="1353736"/>
                  </a:moveTo>
                  <a:lnTo>
                    <a:pt x="980906" y="1364828"/>
                  </a:lnTo>
                  <a:lnTo>
                    <a:pt x="1075017" y="1348909"/>
                  </a:lnTo>
                  <a:close/>
                  <a:moveTo>
                    <a:pt x="1123121" y="1335433"/>
                  </a:moveTo>
                  <a:lnTo>
                    <a:pt x="1096488" y="1353736"/>
                  </a:lnTo>
                  <a:lnTo>
                    <a:pt x="1075017" y="1348909"/>
                  </a:lnTo>
                  <a:close/>
                  <a:moveTo>
                    <a:pt x="1096488" y="1353736"/>
                  </a:moveTo>
                  <a:lnTo>
                    <a:pt x="1123121" y="1335433"/>
                  </a:lnTo>
                  <a:lnTo>
                    <a:pt x="1122373" y="1310409"/>
                  </a:lnTo>
                  <a:close/>
                  <a:moveTo>
                    <a:pt x="1207171" y="1302062"/>
                  </a:moveTo>
                  <a:lnTo>
                    <a:pt x="1192634" y="1296996"/>
                  </a:lnTo>
                  <a:lnTo>
                    <a:pt x="1161513" y="1318195"/>
                  </a:lnTo>
                  <a:close/>
                  <a:moveTo>
                    <a:pt x="1122373" y="1310409"/>
                  </a:moveTo>
                  <a:lnTo>
                    <a:pt x="1123121" y="1335433"/>
                  </a:lnTo>
                  <a:lnTo>
                    <a:pt x="1161513" y="1318195"/>
                  </a:lnTo>
                  <a:close/>
                  <a:moveTo>
                    <a:pt x="1136851" y="1289443"/>
                  </a:moveTo>
                  <a:lnTo>
                    <a:pt x="1122373" y="1310409"/>
                  </a:lnTo>
                  <a:lnTo>
                    <a:pt x="1161513" y="1318195"/>
                  </a:lnTo>
                  <a:close/>
                  <a:moveTo>
                    <a:pt x="1277197" y="1256857"/>
                  </a:moveTo>
                  <a:lnTo>
                    <a:pt x="1207171" y="1302062"/>
                  </a:lnTo>
                  <a:lnTo>
                    <a:pt x="1161513" y="1318195"/>
                  </a:lnTo>
                  <a:close/>
                  <a:moveTo>
                    <a:pt x="1120123" y="1011700"/>
                  </a:moveTo>
                  <a:lnTo>
                    <a:pt x="1131233" y="989782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29328" y="926136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92187" y="891263"/>
                  </a:lnTo>
                  <a:lnTo>
                    <a:pt x="1229328" y="926136"/>
                  </a:lnTo>
                  <a:close/>
                  <a:moveTo>
                    <a:pt x="1558991" y="1107517"/>
                  </a:moveTo>
                  <a:lnTo>
                    <a:pt x="1593231" y="1130479"/>
                  </a:lnTo>
                  <a:lnTo>
                    <a:pt x="1571173" y="1099472"/>
                  </a:lnTo>
                  <a:close/>
                  <a:moveTo>
                    <a:pt x="1586655" y="1147491"/>
                  </a:moveTo>
                  <a:lnTo>
                    <a:pt x="1593231" y="1130479"/>
                  </a:lnTo>
                  <a:lnTo>
                    <a:pt x="1558991" y="1107517"/>
                  </a:lnTo>
                  <a:close/>
                  <a:moveTo>
                    <a:pt x="1514291" y="1155594"/>
                  </a:moveTo>
                  <a:lnTo>
                    <a:pt x="1586655" y="1147491"/>
                  </a:lnTo>
                  <a:lnTo>
                    <a:pt x="1558991" y="1107517"/>
                  </a:lnTo>
                  <a:close/>
                  <a:moveTo>
                    <a:pt x="2154632" y="801764"/>
                  </a:moveTo>
                  <a:lnTo>
                    <a:pt x="2079767" y="800512"/>
                  </a:lnTo>
                  <a:lnTo>
                    <a:pt x="2049787" y="801491"/>
                  </a:lnTo>
                  <a:close/>
                  <a:moveTo>
                    <a:pt x="2079767" y="800512"/>
                  </a:moveTo>
                  <a:lnTo>
                    <a:pt x="2154632" y="801764"/>
                  </a:lnTo>
                  <a:lnTo>
                    <a:pt x="2206482" y="780421"/>
                  </a:lnTo>
                  <a:close/>
                  <a:moveTo>
                    <a:pt x="2171111" y="781296"/>
                  </a:moveTo>
                  <a:lnTo>
                    <a:pt x="2206482" y="780421"/>
                  </a:lnTo>
                  <a:lnTo>
                    <a:pt x="2154632" y="801764"/>
                  </a:lnTo>
                  <a:close/>
                  <a:moveTo>
                    <a:pt x="2315529" y="704423"/>
                  </a:moveTo>
                  <a:lnTo>
                    <a:pt x="2268270" y="742859"/>
                  </a:lnTo>
                  <a:lnTo>
                    <a:pt x="2318065" y="703751"/>
                  </a:lnTo>
                  <a:close/>
                  <a:moveTo>
                    <a:pt x="2003939" y="365258"/>
                  </a:moveTo>
                  <a:lnTo>
                    <a:pt x="1879777" y="394896"/>
                  </a:lnTo>
                  <a:lnTo>
                    <a:pt x="1944760" y="359201"/>
                  </a:lnTo>
                  <a:close/>
                  <a:moveTo>
                    <a:pt x="1819144" y="85139"/>
                  </a:moveTo>
                  <a:lnTo>
                    <a:pt x="1863991" y="46702"/>
                  </a:lnTo>
                  <a:lnTo>
                    <a:pt x="1854824" y="86401"/>
                  </a:lnTo>
                  <a:close/>
                  <a:moveTo>
                    <a:pt x="2373066" y="630731"/>
                  </a:moveTo>
                  <a:lnTo>
                    <a:pt x="2379033" y="615504"/>
                  </a:lnTo>
                  <a:lnTo>
                    <a:pt x="2344684" y="588073"/>
                  </a:lnTo>
                  <a:close/>
                  <a:moveTo>
                    <a:pt x="2406204" y="539427"/>
                  </a:moveTo>
                  <a:lnTo>
                    <a:pt x="2460498" y="509774"/>
                  </a:lnTo>
                  <a:lnTo>
                    <a:pt x="2450225" y="501557"/>
                  </a:lnTo>
                  <a:close/>
                  <a:moveTo>
                    <a:pt x="1863991" y="46702"/>
                  </a:moveTo>
                  <a:lnTo>
                    <a:pt x="1896293" y="26245"/>
                  </a:lnTo>
                  <a:lnTo>
                    <a:pt x="1854824" y="86401"/>
                  </a:lnTo>
                  <a:close/>
                  <a:moveTo>
                    <a:pt x="1918941" y="8265"/>
                  </a:moveTo>
                  <a:lnTo>
                    <a:pt x="1863991" y="46702"/>
                  </a:lnTo>
                  <a:lnTo>
                    <a:pt x="1963805" y="0"/>
                  </a:lnTo>
                  <a:close/>
                  <a:moveTo>
                    <a:pt x="2535363" y="380905"/>
                  </a:moveTo>
                  <a:lnTo>
                    <a:pt x="2548779" y="363431"/>
                  </a:lnTo>
                  <a:lnTo>
                    <a:pt x="2508674" y="428686"/>
                  </a:lnTo>
                  <a:close/>
                  <a:moveTo>
                    <a:pt x="2535363" y="380905"/>
                  </a:moveTo>
                  <a:lnTo>
                    <a:pt x="2559538" y="342468"/>
                  </a:lnTo>
                  <a:lnTo>
                    <a:pt x="2548779" y="363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27" name="Candidate_density__2126">
              <a:extLst>
                <a:ext uri="{FF2B5EF4-FFF2-40B4-BE49-F238E27FC236}">
                  <a16:creationId xmlns:a16="http://schemas.microsoft.com/office/drawing/2014/main" id="{6DDD5702-E941-E0BF-629B-7118900B7132}"/>
                </a:ext>
              </a:extLst>
            </p:cNvPr>
            <p:cNvSpPr>
              <a:spLocks noGrp="1"/>
            </p:cNvSpPr>
            <p:nvPr/>
          </p:nvSpPr>
          <p:spPr>
            <a:xfrm>
              <a:off x="5107354" y="3368550"/>
              <a:ext cx="35493" cy="60697"/>
            </a:xfrm>
            <a:custGeom>
              <a:avLst/>
              <a:gdLst/>
              <a:ahLst/>
              <a:cxnLst/>
              <a:rect l="0" t="0" r="0" b="0"/>
              <a:pathLst>
                <a:path w="35493" h="60697">
                  <a:moveTo>
                    <a:pt x="35493" y="0"/>
                  </a:moveTo>
                  <a:lnTo>
                    <a:pt x="0" y="60697"/>
                  </a:lnTo>
                  <a:lnTo>
                    <a:pt x="24543" y="34542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28" name="Candidate_density__2127">
              <a:extLst>
                <a:ext uri="{FF2B5EF4-FFF2-40B4-BE49-F238E27FC236}">
                  <a16:creationId xmlns:a16="http://schemas.microsoft.com/office/drawing/2014/main" id="{BBE54698-ED51-F8DA-6A53-F9668A12BB5D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822814"/>
              <a:ext cx="2806366" cy="1857334"/>
            </a:xfrm>
            <a:custGeom>
              <a:avLst/>
              <a:gdLst/>
              <a:ahLst/>
              <a:cxnLst/>
              <a:rect l="0" t="0" r="0" b="0"/>
              <a:pathLst>
                <a:path w="2806366" h="1857334">
                  <a:moveTo>
                    <a:pt x="13251" y="1288707"/>
                  </a:moveTo>
                  <a:lnTo>
                    <a:pt x="90790" y="1356043"/>
                  </a:lnTo>
                  <a:lnTo>
                    <a:pt x="38319" y="1299124"/>
                  </a:lnTo>
                  <a:close/>
                  <a:moveTo>
                    <a:pt x="0" y="1273827"/>
                  </a:moveTo>
                  <a:lnTo>
                    <a:pt x="13251" y="1288707"/>
                  </a:lnTo>
                  <a:lnTo>
                    <a:pt x="38319" y="1299124"/>
                  </a:lnTo>
                  <a:close/>
                  <a:moveTo>
                    <a:pt x="160274" y="1429956"/>
                  </a:moveTo>
                  <a:lnTo>
                    <a:pt x="260631" y="1509052"/>
                  </a:lnTo>
                  <a:lnTo>
                    <a:pt x="209906" y="1489698"/>
                  </a:lnTo>
                  <a:close/>
                  <a:moveTo>
                    <a:pt x="144648" y="1418013"/>
                  </a:moveTo>
                  <a:lnTo>
                    <a:pt x="167221" y="1438258"/>
                  </a:lnTo>
                  <a:lnTo>
                    <a:pt x="160274" y="1429956"/>
                  </a:lnTo>
                  <a:close/>
                  <a:moveTo>
                    <a:pt x="281376" y="1292002"/>
                  </a:moveTo>
                  <a:lnTo>
                    <a:pt x="279208" y="1212046"/>
                  </a:lnTo>
                  <a:lnTo>
                    <a:pt x="215865" y="1253873"/>
                  </a:lnTo>
                  <a:close/>
                  <a:moveTo>
                    <a:pt x="281376" y="1292002"/>
                  </a:moveTo>
                  <a:lnTo>
                    <a:pt x="310642" y="1266118"/>
                  </a:lnTo>
                  <a:lnTo>
                    <a:pt x="283109" y="1196955"/>
                  </a:lnTo>
                  <a:close/>
                  <a:moveTo>
                    <a:pt x="710049" y="1708258"/>
                  </a:moveTo>
                  <a:lnTo>
                    <a:pt x="845992" y="1722666"/>
                  </a:lnTo>
                  <a:lnTo>
                    <a:pt x="764708" y="1697420"/>
                  </a:lnTo>
                  <a:close/>
                  <a:moveTo>
                    <a:pt x="885224" y="1765190"/>
                  </a:moveTo>
                  <a:lnTo>
                    <a:pt x="912830" y="1693908"/>
                  </a:lnTo>
                  <a:lnTo>
                    <a:pt x="845992" y="1722666"/>
                  </a:lnTo>
                  <a:close/>
                  <a:moveTo>
                    <a:pt x="695325" y="1651809"/>
                  </a:moveTo>
                  <a:lnTo>
                    <a:pt x="684096" y="1690245"/>
                  </a:lnTo>
                  <a:lnTo>
                    <a:pt x="710049" y="1708258"/>
                  </a:lnTo>
                  <a:close/>
                  <a:moveTo>
                    <a:pt x="695325" y="1651809"/>
                  </a:moveTo>
                  <a:lnTo>
                    <a:pt x="629236" y="1608030"/>
                  </a:lnTo>
                  <a:lnTo>
                    <a:pt x="684096" y="1690245"/>
                  </a:lnTo>
                  <a:close/>
                  <a:moveTo>
                    <a:pt x="495546" y="1439255"/>
                  </a:moveTo>
                  <a:lnTo>
                    <a:pt x="495809" y="1464565"/>
                  </a:lnTo>
                  <a:lnTo>
                    <a:pt x="527215" y="1443600"/>
                  </a:lnTo>
                  <a:close/>
                  <a:moveTo>
                    <a:pt x="992229" y="1712110"/>
                  </a:moveTo>
                  <a:lnTo>
                    <a:pt x="952590" y="1627360"/>
                  </a:lnTo>
                  <a:lnTo>
                    <a:pt x="912830" y="1693908"/>
                  </a:lnTo>
                  <a:close/>
                  <a:moveTo>
                    <a:pt x="1242886" y="1756286"/>
                  </a:moveTo>
                  <a:lnTo>
                    <a:pt x="1163161" y="1857334"/>
                  </a:lnTo>
                  <a:lnTo>
                    <a:pt x="1229090" y="1825174"/>
                  </a:lnTo>
                  <a:close/>
                  <a:moveTo>
                    <a:pt x="965499" y="1599836"/>
                  </a:moveTo>
                  <a:lnTo>
                    <a:pt x="928293" y="1529992"/>
                  </a:lnTo>
                  <a:lnTo>
                    <a:pt x="975399" y="1574936"/>
                  </a:lnTo>
                  <a:close/>
                  <a:moveTo>
                    <a:pt x="928293" y="1529992"/>
                  </a:moveTo>
                  <a:lnTo>
                    <a:pt x="918581" y="1437795"/>
                  </a:lnTo>
                  <a:lnTo>
                    <a:pt x="969058" y="1492721"/>
                  </a:lnTo>
                  <a:close/>
                  <a:moveTo>
                    <a:pt x="638213" y="1083584"/>
                  </a:moveTo>
                  <a:lnTo>
                    <a:pt x="712266" y="1070942"/>
                  </a:lnTo>
                  <a:lnTo>
                    <a:pt x="701653" y="1092601"/>
                  </a:lnTo>
                  <a:close/>
                  <a:moveTo>
                    <a:pt x="701653" y="1092601"/>
                  </a:moveTo>
                  <a:lnTo>
                    <a:pt x="716367" y="1086273"/>
                  </a:lnTo>
                  <a:lnTo>
                    <a:pt x="649720" y="1174322"/>
                  </a:lnTo>
                  <a:close/>
                  <a:moveTo>
                    <a:pt x="1355304" y="1625392"/>
                  </a:moveTo>
                  <a:lnTo>
                    <a:pt x="1275022" y="1630068"/>
                  </a:lnTo>
                  <a:lnTo>
                    <a:pt x="1256059" y="1710805"/>
                  </a:lnTo>
                  <a:close/>
                  <a:moveTo>
                    <a:pt x="1062234" y="1328237"/>
                  </a:moveTo>
                  <a:lnTo>
                    <a:pt x="1151805" y="1369373"/>
                  </a:lnTo>
                  <a:lnTo>
                    <a:pt x="1106572" y="1251418"/>
                  </a:lnTo>
                  <a:close/>
                  <a:moveTo>
                    <a:pt x="818832" y="975513"/>
                  </a:moveTo>
                  <a:lnTo>
                    <a:pt x="948783" y="1012872"/>
                  </a:lnTo>
                  <a:lnTo>
                    <a:pt x="956923" y="997954"/>
                  </a:lnTo>
                  <a:close/>
                  <a:moveTo>
                    <a:pt x="715622" y="780968"/>
                  </a:moveTo>
                  <a:lnTo>
                    <a:pt x="652058" y="796563"/>
                  </a:lnTo>
                  <a:lnTo>
                    <a:pt x="685190" y="754506"/>
                  </a:lnTo>
                  <a:close/>
                  <a:moveTo>
                    <a:pt x="685190" y="754506"/>
                  </a:moveTo>
                  <a:lnTo>
                    <a:pt x="709390" y="796563"/>
                  </a:lnTo>
                  <a:lnTo>
                    <a:pt x="715622" y="780968"/>
                  </a:lnTo>
                  <a:close/>
                  <a:moveTo>
                    <a:pt x="1317216" y="1595765"/>
                  </a:moveTo>
                  <a:lnTo>
                    <a:pt x="1369664" y="1613717"/>
                  </a:lnTo>
                  <a:lnTo>
                    <a:pt x="1351208" y="1668223"/>
                  </a:lnTo>
                  <a:close/>
                  <a:moveTo>
                    <a:pt x="1400476" y="1188299"/>
                  </a:moveTo>
                  <a:lnTo>
                    <a:pt x="1377485" y="1295196"/>
                  </a:lnTo>
                  <a:lnTo>
                    <a:pt x="1390086" y="1287643"/>
                  </a:lnTo>
                  <a:close/>
                  <a:moveTo>
                    <a:pt x="1346696" y="1271521"/>
                  </a:moveTo>
                  <a:lnTo>
                    <a:pt x="1377485" y="1295196"/>
                  </a:lnTo>
                  <a:lnTo>
                    <a:pt x="1400476" y="1188299"/>
                  </a:lnTo>
                  <a:close/>
                  <a:moveTo>
                    <a:pt x="1400476" y="1188299"/>
                  </a:moveTo>
                  <a:lnTo>
                    <a:pt x="1390086" y="1287643"/>
                  </a:lnTo>
                  <a:lnTo>
                    <a:pt x="1469106" y="1293189"/>
                  </a:lnTo>
                  <a:close/>
                  <a:moveTo>
                    <a:pt x="1169669" y="954480"/>
                  </a:moveTo>
                  <a:lnTo>
                    <a:pt x="1182486" y="853578"/>
                  </a:lnTo>
                  <a:lnTo>
                    <a:pt x="1126374" y="922442"/>
                  </a:lnTo>
                  <a:close/>
                  <a:moveTo>
                    <a:pt x="1505047" y="863600"/>
                  </a:moveTo>
                  <a:lnTo>
                    <a:pt x="1545421" y="889463"/>
                  </a:lnTo>
                  <a:lnTo>
                    <a:pt x="1514850" y="829855"/>
                  </a:lnTo>
                  <a:close/>
                  <a:moveTo>
                    <a:pt x="1813639" y="1094773"/>
                  </a:moveTo>
                  <a:lnTo>
                    <a:pt x="1823001" y="987070"/>
                  </a:lnTo>
                  <a:lnTo>
                    <a:pt x="1717397" y="1029825"/>
                  </a:lnTo>
                  <a:close/>
                  <a:moveTo>
                    <a:pt x="1691771" y="832981"/>
                  </a:moveTo>
                  <a:lnTo>
                    <a:pt x="1774883" y="894805"/>
                  </a:lnTo>
                  <a:lnTo>
                    <a:pt x="1723705" y="838208"/>
                  </a:lnTo>
                  <a:close/>
                  <a:moveTo>
                    <a:pt x="1691771" y="832981"/>
                  </a:moveTo>
                  <a:lnTo>
                    <a:pt x="1680763" y="812590"/>
                  </a:lnTo>
                  <a:lnTo>
                    <a:pt x="1660830" y="818331"/>
                  </a:lnTo>
                  <a:close/>
                  <a:moveTo>
                    <a:pt x="1691771" y="832981"/>
                  </a:moveTo>
                  <a:lnTo>
                    <a:pt x="1723705" y="838208"/>
                  </a:lnTo>
                  <a:lnTo>
                    <a:pt x="1680763" y="812590"/>
                  </a:lnTo>
                  <a:close/>
                  <a:moveTo>
                    <a:pt x="2286447" y="1333717"/>
                  </a:moveTo>
                  <a:lnTo>
                    <a:pt x="2238408" y="1369310"/>
                  </a:lnTo>
                  <a:lnTo>
                    <a:pt x="2363615" y="1343580"/>
                  </a:lnTo>
                  <a:close/>
                  <a:moveTo>
                    <a:pt x="1774883" y="894805"/>
                  </a:moveTo>
                  <a:lnTo>
                    <a:pt x="1826640" y="944407"/>
                  </a:lnTo>
                  <a:lnTo>
                    <a:pt x="1838537" y="874347"/>
                  </a:lnTo>
                  <a:close/>
                  <a:moveTo>
                    <a:pt x="1826640" y="944407"/>
                  </a:moveTo>
                  <a:lnTo>
                    <a:pt x="1861125" y="894805"/>
                  </a:lnTo>
                  <a:lnTo>
                    <a:pt x="1838537" y="874347"/>
                  </a:lnTo>
                  <a:close/>
                  <a:moveTo>
                    <a:pt x="1680763" y="812590"/>
                  </a:moveTo>
                  <a:lnTo>
                    <a:pt x="1723705" y="838208"/>
                  </a:lnTo>
                  <a:lnTo>
                    <a:pt x="1732808" y="799619"/>
                  </a:lnTo>
                  <a:close/>
                  <a:moveTo>
                    <a:pt x="1838537" y="874347"/>
                  </a:moveTo>
                  <a:lnTo>
                    <a:pt x="1723705" y="838208"/>
                  </a:lnTo>
                  <a:lnTo>
                    <a:pt x="1774883" y="894805"/>
                  </a:lnTo>
                  <a:close/>
                  <a:moveTo>
                    <a:pt x="1732808" y="799619"/>
                  </a:moveTo>
                  <a:lnTo>
                    <a:pt x="1723705" y="838208"/>
                  </a:lnTo>
                  <a:lnTo>
                    <a:pt x="1838537" y="874347"/>
                  </a:lnTo>
                  <a:close/>
                  <a:moveTo>
                    <a:pt x="1822722" y="787112"/>
                  </a:moveTo>
                  <a:lnTo>
                    <a:pt x="1838537" y="874347"/>
                  </a:lnTo>
                  <a:lnTo>
                    <a:pt x="1890141" y="792894"/>
                  </a:lnTo>
                  <a:close/>
                  <a:moveTo>
                    <a:pt x="1639011" y="800209"/>
                  </a:moveTo>
                  <a:lnTo>
                    <a:pt x="1680763" y="812590"/>
                  </a:lnTo>
                  <a:lnTo>
                    <a:pt x="1749502" y="719458"/>
                  </a:lnTo>
                  <a:close/>
                  <a:moveTo>
                    <a:pt x="1822722" y="787112"/>
                  </a:moveTo>
                  <a:lnTo>
                    <a:pt x="1890141" y="792894"/>
                  </a:lnTo>
                  <a:lnTo>
                    <a:pt x="1832232" y="750115"/>
                  </a:lnTo>
                  <a:close/>
                  <a:moveTo>
                    <a:pt x="1890141" y="792894"/>
                  </a:moveTo>
                  <a:lnTo>
                    <a:pt x="1908524" y="756699"/>
                  </a:lnTo>
                  <a:lnTo>
                    <a:pt x="1832232" y="750115"/>
                  </a:lnTo>
                  <a:close/>
                  <a:moveTo>
                    <a:pt x="1749502" y="719458"/>
                  </a:moveTo>
                  <a:lnTo>
                    <a:pt x="1832232" y="750115"/>
                  </a:lnTo>
                  <a:lnTo>
                    <a:pt x="1883442" y="726377"/>
                  </a:lnTo>
                  <a:close/>
                  <a:moveTo>
                    <a:pt x="1908524" y="756699"/>
                  </a:moveTo>
                  <a:lnTo>
                    <a:pt x="1946456" y="653502"/>
                  </a:lnTo>
                  <a:lnTo>
                    <a:pt x="1937051" y="654665"/>
                  </a:lnTo>
                  <a:close/>
                  <a:moveTo>
                    <a:pt x="2027731" y="708536"/>
                  </a:moveTo>
                  <a:lnTo>
                    <a:pt x="1946456" y="653502"/>
                  </a:lnTo>
                  <a:lnTo>
                    <a:pt x="1908524" y="756699"/>
                  </a:lnTo>
                  <a:close/>
                  <a:moveTo>
                    <a:pt x="1906384" y="579504"/>
                  </a:moveTo>
                  <a:lnTo>
                    <a:pt x="1894849" y="571287"/>
                  </a:lnTo>
                  <a:lnTo>
                    <a:pt x="1935148" y="653502"/>
                  </a:lnTo>
                  <a:close/>
                  <a:moveTo>
                    <a:pt x="1894849" y="571287"/>
                  </a:moveTo>
                  <a:lnTo>
                    <a:pt x="1906384" y="579504"/>
                  </a:lnTo>
                  <a:lnTo>
                    <a:pt x="1910628" y="549363"/>
                  </a:lnTo>
                  <a:close/>
                  <a:moveTo>
                    <a:pt x="1946456" y="653502"/>
                  </a:moveTo>
                  <a:lnTo>
                    <a:pt x="2027731" y="708536"/>
                  </a:lnTo>
                  <a:lnTo>
                    <a:pt x="1941839" y="650773"/>
                  </a:lnTo>
                  <a:close/>
                  <a:moveTo>
                    <a:pt x="1910628" y="549363"/>
                  </a:moveTo>
                  <a:lnTo>
                    <a:pt x="2033359" y="514373"/>
                  </a:lnTo>
                  <a:lnTo>
                    <a:pt x="1948162" y="474494"/>
                  </a:lnTo>
                  <a:close/>
                  <a:moveTo>
                    <a:pt x="2177382" y="779496"/>
                  </a:moveTo>
                  <a:lnTo>
                    <a:pt x="2177878" y="780245"/>
                  </a:lnTo>
                  <a:lnTo>
                    <a:pt x="2178968" y="780121"/>
                  </a:lnTo>
                  <a:close/>
                  <a:moveTo>
                    <a:pt x="2259650" y="803122"/>
                  </a:moveTo>
                  <a:lnTo>
                    <a:pt x="2178968" y="780121"/>
                  </a:lnTo>
                  <a:lnTo>
                    <a:pt x="2177878" y="780245"/>
                  </a:lnTo>
                  <a:close/>
                  <a:moveTo>
                    <a:pt x="2177382" y="779496"/>
                  </a:moveTo>
                  <a:lnTo>
                    <a:pt x="2178968" y="780121"/>
                  </a:lnTo>
                  <a:lnTo>
                    <a:pt x="2180455" y="778150"/>
                  </a:lnTo>
                  <a:close/>
                  <a:moveTo>
                    <a:pt x="2288075" y="751249"/>
                  </a:moveTo>
                  <a:lnTo>
                    <a:pt x="2178968" y="780121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180455" y="778150"/>
                  </a:lnTo>
                  <a:lnTo>
                    <a:pt x="2178968" y="780121"/>
                  </a:lnTo>
                  <a:close/>
                  <a:moveTo>
                    <a:pt x="2288075" y="751249"/>
                  </a:moveTo>
                  <a:lnTo>
                    <a:pt x="2298560" y="733400"/>
                  </a:lnTo>
                  <a:lnTo>
                    <a:pt x="2222626" y="728152"/>
                  </a:lnTo>
                  <a:close/>
                  <a:moveTo>
                    <a:pt x="2259650" y="803122"/>
                  </a:moveTo>
                  <a:lnTo>
                    <a:pt x="2322354" y="741059"/>
                  </a:lnTo>
                  <a:lnTo>
                    <a:pt x="2288075" y="751249"/>
                  </a:lnTo>
                  <a:close/>
                  <a:moveTo>
                    <a:pt x="2380669" y="761732"/>
                  </a:moveTo>
                  <a:lnTo>
                    <a:pt x="2322354" y="741059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322354" y="741059"/>
                  </a:lnTo>
                  <a:lnTo>
                    <a:pt x="2298560" y="733400"/>
                  </a:lnTo>
                  <a:close/>
                  <a:moveTo>
                    <a:pt x="2041438" y="430207"/>
                  </a:moveTo>
                  <a:lnTo>
                    <a:pt x="2126723" y="421465"/>
                  </a:lnTo>
                  <a:lnTo>
                    <a:pt x="2051277" y="366165"/>
                  </a:lnTo>
                  <a:close/>
                  <a:moveTo>
                    <a:pt x="2380669" y="761732"/>
                  </a:moveTo>
                  <a:lnTo>
                    <a:pt x="2403855" y="717714"/>
                  </a:lnTo>
                  <a:lnTo>
                    <a:pt x="2322354" y="741059"/>
                  </a:lnTo>
                  <a:close/>
                  <a:moveTo>
                    <a:pt x="2380669" y="761732"/>
                  </a:moveTo>
                  <a:lnTo>
                    <a:pt x="2457627" y="702623"/>
                  </a:lnTo>
                  <a:lnTo>
                    <a:pt x="2403855" y="717714"/>
                  </a:lnTo>
                  <a:close/>
                  <a:moveTo>
                    <a:pt x="2501613" y="720061"/>
                  </a:moveTo>
                  <a:lnTo>
                    <a:pt x="2457627" y="702623"/>
                  </a:lnTo>
                  <a:lnTo>
                    <a:pt x="2380669" y="761732"/>
                  </a:lnTo>
                  <a:close/>
                  <a:moveTo>
                    <a:pt x="2459717" y="778620"/>
                  </a:moveTo>
                  <a:lnTo>
                    <a:pt x="2501613" y="720061"/>
                  </a:lnTo>
                  <a:lnTo>
                    <a:pt x="2380669" y="761732"/>
                  </a:lnTo>
                  <a:close/>
                  <a:moveTo>
                    <a:pt x="2457627" y="702623"/>
                  </a:moveTo>
                  <a:lnTo>
                    <a:pt x="2501613" y="720061"/>
                  </a:lnTo>
                  <a:lnTo>
                    <a:pt x="2509781" y="692190"/>
                  </a:lnTo>
                  <a:close/>
                  <a:moveTo>
                    <a:pt x="2509781" y="692190"/>
                  </a:moveTo>
                  <a:lnTo>
                    <a:pt x="2501613" y="720061"/>
                  </a:lnTo>
                  <a:lnTo>
                    <a:pt x="2568763" y="702623"/>
                  </a:lnTo>
                  <a:close/>
                  <a:moveTo>
                    <a:pt x="2509781" y="692190"/>
                  </a:moveTo>
                  <a:lnTo>
                    <a:pt x="2568763" y="702623"/>
                  </a:lnTo>
                  <a:lnTo>
                    <a:pt x="2525502" y="594175"/>
                  </a:lnTo>
                  <a:close/>
                  <a:moveTo>
                    <a:pt x="2525502" y="594175"/>
                  </a:moveTo>
                  <a:lnTo>
                    <a:pt x="2568763" y="702623"/>
                  </a:lnTo>
                  <a:lnTo>
                    <a:pt x="2571299" y="701951"/>
                  </a:lnTo>
                  <a:close/>
                  <a:moveTo>
                    <a:pt x="2525502" y="594175"/>
                  </a:moveTo>
                  <a:lnTo>
                    <a:pt x="2571299" y="701951"/>
                  </a:lnTo>
                  <a:lnTo>
                    <a:pt x="2597919" y="586272"/>
                  </a:lnTo>
                  <a:close/>
                  <a:moveTo>
                    <a:pt x="1957905" y="37158"/>
                  </a:moveTo>
                  <a:lnTo>
                    <a:pt x="2037933" y="101071"/>
                  </a:lnTo>
                  <a:lnTo>
                    <a:pt x="2056202" y="17836"/>
                  </a:lnTo>
                  <a:close/>
                  <a:moveTo>
                    <a:pt x="2599145" y="580039"/>
                  </a:moveTo>
                  <a:lnTo>
                    <a:pt x="2597919" y="586272"/>
                  </a:lnTo>
                  <a:lnTo>
                    <a:pt x="2603014" y="581971"/>
                  </a:lnTo>
                  <a:close/>
                  <a:moveTo>
                    <a:pt x="2599145" y="580039"/>
                  </a:moveTo>
                  <a:lnTo>
                    <a:pt x="2603014" y="581971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599145" y="580039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689908" y="466750"/>
                  </a:lnTo>
                  <a:lnTo>
                    <a:pt x="2621258" y="458334"/>
                  </a:lnTo>
                  <a:close/>
                  <a:moveTo>
                    <a:pt x="2689908" y="466750"/>
                  </a:moveTo>
                  <a:lnTo>
                    <a:pt x="2695344" y="456668"/>
                  </a:lnTo>
                  <a:lnTo>
                    <a:pt x="2621258" y="458334"/>
                  </a:lnTo>
                  <a:close/>
                  <a:moveTo>
                    <a:pt x="2149528" y="24445"/>
                  </a:moveTo>
                  <a:lnTo>
                    <a:pt x="2152672" y="0"/>
                  </a:lnTo>
                  <a:lnTo>
                    <a:pt x="2116543" y="6465"/>
                  </a:lnTo>
                  <a:close/>
                  <a:moveTo>
                    <a:pt x="2149528" y="24445"/>
                  </a:moveTo>
                  <a:lnTo>
                    <a:pt x="2172176" y="6465"/>
                  </a:lnTo>
                  <a:lnTo>
                    <a:pt x="2152672" y="0"/>
                  </a:lnTo>
                  <a:close/>
                  <a:moveTo>
                    <a:pt x="2732750" y="381322"/>
                  </a:moveTo>
                  <a:lnTo>
                    <a:pt x="2695344" y="456668"/>
                  </a:lnTo>
                  <a:lnTo>
                    <a:pt x="2802013" y="361631"/>
                  </a:lnTo>
                  <a:close/>
                  <a:moveTo>
                    <a:pt x="2806366" y="332571"/>
                  </a:moveTo>
                  <a:lnTo>
                    <a:pt x="2732750" y="381322"/>
                  </a:lnTo>
                  <a:lnTo>
                    <a:pt x="2802013" y="36163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29" name="Candidate_density__2128">
              <a:extLst>
                <a:ext uri="{FF2B5EF4-FFF2-40B4-BE49-F238E27FC236}">
                  <a16:creationId xmlns:a16="http://schemas.microsoft.com/office/drawing/2014/main" id="{6F51080B-B5E8-1AA0-7AB4-DF53BD37B0CF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712555"/>
              <a:ext cx="2806366" cy="2081859"/>
            </a:xfrm>
            <a:custGeom>
              <a:avLst/>
              <a:gdLst/>
              <a:ahLst/>
              <a:cxnLst/>
              <a:rect l="0" t="0" r="0" b="0"/>
              <a:pathLst>
                <a:path w="2806366" h="2081859">
                  <a:moveTo>
                    <a:pt x="159762" y="1510081"/>
                  </a:moveTo>
                  <a:lnTo>
                    <a:pt x="144648" y="1528272"/>
                  </a:lnTo>
                  <a:lnTo>
                    <a:pt x="160274" y="1540215"/>
                  </a:lnTo>
                  <a:close/>
                  <a:moveTo>
                    <a:pt x="90790" y="1466302"/>
                  </a:moveTo>
                  <a:lnTo>
                    <a:pt x="144648" y="1528272"/>
                  </a:lnTo>
                  <a:lnTo>
                    <a:pt x="159762" y="1510081"/>
                  </a:lnTo>
                  <a:close/>
                  <a:moveTo>
                    <a:pt x="90790" y="1466302"/>
                  </a:moveTo>
                  <a:lnTo>
                    <a:pt x="127782" y="1427865"/>
                  </a:lnTo>
                  <a:lnTo>
                    <a:pt x="38319" y="1409383"/>
                  </a:lnTo>
                  <a:close/>
                  <a:moveTo>
                    <a:pt x="127782" y="1427865"/>
                  </a:moveTo>
                  <a:lnTo>
                    <a:pt x="91726" y="1393859"/>
                  </a:lnTo>
                  <a:lnTo>
                    <a:pt x="38319" y="1409383"/>
                  </a:lnTo>
                  <a:close/>
                  <a:moveTo>
                    <a:pt x="17222" y="1345650"/>
                  </a:moveTo>
                  <a:lnTo>
                    <a:pt x="38319" y="1409383"/>
                  </a:lnTo>
                  <a:lnTo>
                    <a:pt x="91726" y="1393859"/>
                  </a:lnTo>
                  <a:close/>
                  <a:moveTo>
                    <a:pt x="17222" y="1345650"/>
                  </a:moveTo>
                  <a:lnTo>
                    <a:pt x="0" y="1384087"/>
                  </a:lnTo>
                  <a:lnTo>
                    <a:pt x="38319" y="1409383"/>
                  </a:lnTo>
                  <a:close/>
                  <a:moveTo>
                    <a:pt x="204942" y="1592296"/>
                  </a:moveTo>
                  <a:lnTo>
                    <a:pt x="160274" y="1540215"/>
                  </a:lnTo>
                  <a:lnTo>
                    <a:pt x="209906" y="1599958"/>
                  </a:lnTo>
                  <a:close/>
                  <a:moveTo>
                    <a:pt x="207239" y="1401942"/>
                  </a:moveTo>
                  <a:lnTo>
                    <a:pt x="281376" y="1402261"/>
                  </a:lnTo>
                  <a:lnTo>
                    <a:pt x="215865" y="1364132"/>
                  </a:lnTo>
                  <a:close/>
                  <a:moveTo>
                    <a:pt x="684096" y="1800504"/>
                  </a:moveTo>
                  <a:lnTo>
                    <a:pt x="682417" y="1819051"/>
                  </a:lnTo>
                  <a:lnTo>
                    <a:pt x="710049" y="1818517"/>
                  </a:lnTo>
                  <a:close/>
                  <a:moveTo>
                    <a:pt x="710049" y="1818517"/>
                  </a:moveTo>
                  <a:lnTo>
                    <a:pt x="804673" y="1880344"/>
                  </a:lnTo>
                  <a:lnTo>
                    <a:pt x="845992" y="1832925"/>
                  </a:lnTo>
                  <a:close/>
                  <a:moveTo>
                    <a:pt x="695325" y="1762068"/>
                  </a:moveTo>
                  <a:lnTo>
                    <a:pt x="710049" y="1818517"/>
                  </a:lnTo>
                  <a:lnTo>
                    <a:pt x="764708" y="1807679"/>
                  </a:lnTo>
                  <a:close/>
                  <a:moveTo>
                    <a:pt x="594915" y="1451508"/>
                  </a:moveTo>
                  <a:lnTo>
                    <a:pt x="527215" y="1553859"/>
                  </a:lnTo>
                  <a:lnTo>
                    <a:pt x="562731" y="1546380"/>
                  </a:lnTo>
                  <a:close/>
                  <a:moveTo>
                    <a:pt x="1149746" y="2081859"/>
                  </a:moveTo>
                  <a:lnTo>
                    <a:pt x="1226801" y="1979714"/>
                  </a:lnTo>
                  <a:lnTo>
                    <a:pt x="1162182" y="1971655"/>
                  </a:lnTo>
                  <a:close/>
                  <a:moveTo>
                    <a:pt x="1162182" y="1971655"/>
                  </a:moveTo>
                  <a:lnTo>
                    <a:pt x="1226801" y="1979714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177098" y="1859437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256059" y="1821064"/>
                  </a:lnTo>
                  <a:lnTo>
                    <a:pt x="1172281" y="1786489"/>
                  </a:lnTo>
                  <a:close/>
                  <a:moveTo>
                    <a:pt x="965499" y="1710095"/>
                  </a:moveTo>
                  <a:lnTo>
                    <a:pt x="952590" y="1737619"/>
                  </a:lnTo>
                  <a:lnTo>
                    <a:pt x="1071814" y="1784346"/>
                  </a:lnTo>
                  <a:close/>
                  <a:moveTo>
                    <a:pt x="307971" y="999443"/>
                  </a:moveTo>
                  <a:lnTo>
                    <a:pt x="360182" y="983695"/>
                  </a:lnTo>
                  <a:lnTo>
                    <a:pt x="312168" y="976859"/>
                  </a:lnTo>
                  <a:close/>
                  <a:moveTo>
                    <a:pt x="312168" y="976859"/>
                  </a:moveTo>
                  <a:lnTo>
                    <a:pt x="360182" y="983695"/>
                  </a:lnTo>
                  <a:lnTo>
                    <a:pt x="396155" y="869079"/>
                  </a:lnTo>
                  <a:close/>
                  <a:moveTo>
                    <a:pt x="317442" y="872479"/>
                  </a:moveTo>
                  <a:lnTo>
                    <a:pt x="312168" y="976859"/>
                  </a:lnTo>
                  <a:lnTo>
                    <a:pt x="396155" y="869079"/>
                  </a:lnTo>
                  <a:close/>
                  <a:moveTo>
                    <a:pt x="1275022" y="1740327"/>
                  </a:moveTo>
                  <a:lnTo>
                    <a:pt x="1355304" y="1735651"/>
                  </a:lnTo>
                  <a:lnTo>
                    <a:pt x="1341012" y="1647178"/>
                  </a:lnTo>
                  <a:close/>
                  <a:moveTo>
                    <a:pt x="725557" y="1183427"/>
                  </a:moveTo>
                  <a:lnTo>
                    <a:pt x="716367" y="1196532"/>
                  </a:lnTo>
                  <a:lnTo>
                    <a:pt x="811971" y="1173766"/>
                  </a:lnTo>
                  <a:close/>
                  <a:moveTo>
                    <a:pt x="712266" y="1181201"/>
                  </a:moveTo>
                  <a:lnTo>
                    <a:pt x="725557" y="1183427"/>
                  </a:lnTo>
                  <a:lnTo>
                    <a:pt x="779186" y="1152746"/>
                  </a:lnTo>
                  <a:close/>
                  <a:moveTo>
                    <a:pt x="1106572" y="1361677"/>
                  </a:moveTo>
                  <a:lnTo>
                    <a:pt x="1151805" y="1479632"/>
                  </a:lnTo>
                  <a:lnTo>
                    <a:pt x="1123342" y="1443892"/>
                  </a:lnTo>
                  <a:close/>
                  <a:moveTo>
                    <a:pt x="1106572" y="1361677"/>
                  </a:moveTo>
                  <a:lnTo>
                    <a:pt x="1088698" y="1370252"/>
                  </a:lnTo>
                  <a:lnTo>
                    <a:pt x="1062234" y="1438496"/>
                  </a:lnTo>
                  <a:close/>
                  <a:moveTo>
                    <a:pt x="883471" y="1153468"/>
                  </a:moveTo>
                  <a:lnTo>
                    <a:pt x="948783" y="1123131"/>
                  </a:lnTo>
                  <a:lnTo>
                    <a:pt x="818832" y="1085772"/>
                  </a:lnTo>
                  <a:close/>
                  <a:moveTo>
                    <a:pt x="956923" y="1108213"/>
                  </a:moveTo>
                  <a:lnTo>
                    <a:pt x="1011134" y="1133034"/>
                  </a:lnTo>
                  <a:lnTo>
                    <a:pt x="972273" y="1115032"/>
                  </a:lnTo>
                  <a:close/>
                  <a:moveTo>
                    <a:pt x="956923" y="1108213"/>
                  </a:moveTo>
                  <a:lnTo>
                    <a:pt x="972273" y="1115032"/>
                  </a:lnTo>
                  <a:lnTo>
                    <a:pt x="980367" y="1097454"/>
                  </a:lnTo>
                  <a:close/>
                  <a:moveTo>
                    <a:pt x="956923" y="1108213"/>
                  </a:moveTo>
                  <a:lnTo>
                    <a:pt x="980367" y="1097454"/>
                  </a:lnTo>
                  <a:lnTo>
                    <a:pt x="874530" y="1078816"/>
                  </a:lnTo>
                  <a:close/>
                  <a:moveTo>
                    <a:pt x="1467444" y="1304707"/>
                  </a:moveTo>
                  <a:lnTo>
                    <a:pt x="1400476" y="1298558"/>
                  </a:lnTo>
                  <a:lnTo>
                    <a:pt x="1469106" y="1403448"/>
                  </a:lnTo>
                  <a:close/>
                  <a:moveTo>
                    <a:pt x="1373358" y="1120158"/>
                  </a:moveTo>
                  <a:lnTo>
                    <a:pt x="1281879" y="1038159"/>
                  </a:lnTo>
                  <a:lnTo>
                    <a:pt x="1373147" y="1120592"/>
                  </a:lnTo>
                  <a:close/>
                  <a:moveTo>
                    <a:pt x="1274092" y="1040438"/>
                  </a:moveTo>
                  <a:lnTo>
                    <a:pt x="1269400" y="1010133"/>
                  </a:lnTo>
                  <a:lnTo>
                    <a:pt x="1182486" y="963837"/>
                  </a:lnTo>
                  <a:close/>
                  <a:moveTo>
                    <a:pt x="1077219" y="848916"/>
                  </a:moveTo>
                  <a:lnTo>
                    <a:pt x="1124199" y="873728"/>
                  </a:lnTo>
                  <a:lnTo>
                    <a:pt x="1030548" y="816974"/>
                  </a:lnTo>
                  <a:close/>
                  <a:moveTo>
                    <a:pt x="995416" y="791514"/>
                  </a:moveTo>
                  <a:lnTo>
                    <a:pt x="1030548" y="816974"/>
                  </a:lnTo>
                  <a:lnTo>
                    <a:pt x="929710" y="738269"/>
                  </a:lnTo>
                  <a:close/>
                  <a:moveTo>
                    <a:pt x="929710" y="738269"/>
                  </a:moveTo>
                  <a:lnTo>
                    <a:pt x="1030548" y="816974"/>
                  </a:lnTo>
                  <a:lnTo>
                    <a:pt x="950207" y="747734"/>
                  </a:lnTo>
                  <a:close/>
                  <a:moveTo>
                    <a:pt x="1077219" y="848916"/>
                  </a:moveTo>
                  <a:lnTo>
                    <a:pt x="1030548" y="816974"/>
                  </a:lnTo>
                  <a:lnTo>
                    <a:pt x="995416" y="791514"/>
                  </a:lnTo>
                  <a:close/>
                  <a:moveTo>
                    <a:pt x="1482562" y="1034595"/>
                  </a:moveTo>
                  <a:lnTo>
                    <a:pt x="1414971" y="999722"/>
                  </a:lnTo>
                  <a:lnTo>
                    <a:pt x="1373358" y="1120158"/>
                  </a:lnTo>
                  <a:close/>
                  <a:moveTo>
                    <a:pt x="1182486" y="963837"/>
                  </a:moveTo>
                  <a:lnTo>
                    <a:pt x="1269400" y="1010133"/>
                  </a:lnTo>
                  <a:lnTo>
                    <a:pt x="1305958" y="931618"/>
                  </a:lnTo>
                  <a:close/>
                  <a:moveTo>
                    <a:pt x="1414971" y="999722"/>
                  </a:moveTo>
                  <a:lnTo>
                    <a:pt x="1482562" y="1034595"/>
                  </a:lnTo>
                  <a:lnTo>
                    <a:pt x="1505047" y="973859"/>
                  </a:lnTo>
                  <a:close/>
                  <a:moveTo>
                    <a:pt x="1394242" y="983038"/>
                  </a:moveTo>
                  <a:lnTo>
                    <a:pt x="1505047" y="973859"/>
                  </a:lnTo>
                  <a:lnTo>
                    <a:pt x="1514850" y="940114"/>
                  </a:lnTo>
                  <a:close/>
                  <a:moveTo>
                    <a:pt x="1823001" y="1097329"/>
                  </a:moveTo>
                  <a:lnTo>
                    <a:pt x="1824407" y="1207931"/>
                  </a:lnTo>
                  <a:lnTo>
                    <a:pt x="1919153" y="1121900"/>
                  </a:lnTo>
                  <a:close/>
                  <a:moveTo>
                    <a:pt x="1778914" y="1033079"/>
                  </a:moveTo>
                  <a:lnTo>
                    <a:pt x="1826640" y="1054666"/>
                  </a:lnTo>
                  <a:lnTo>
                    <a:pt x="1774883" y="1005064"/>
                  </a:lnTo>
                  <a:close/>
                  <a:moveTo>
                    <a:pt x="1691771" y="943240"/>
                  </a:moveTo>
                  <a:lnTo>
                    <a:pt x="1778914" y="1033079"/>
                  </a:lnTo>
                  <a:lnTo>
                    <a:pt x="1774883" y="1005064"/>
                  </a:lnTo>
                  <a:close/>
                  <a:moveTo>
                    <a:pt x="2151527" y="1433394"/>
                  </a:moveTo>
                  <a:lnTo>
                    <a:pt x="2238408" y="1479569"/>
                  </a:lnTo>
                  <a:lnTo>
                    <a:pt x="2286447" y="1443976"/>
                  </a:lnTo>
                  <a:close/>
                  <a:moveTo>
                    <a:pt x="1822722" y="897371"/>
                  </a:moveTo>
                  <a:lnTo>
                    <a:pt x="1732808" y="909878"/>
                  </a:lnTo>
                  <a:lnTo>
                    <a:pt x="1838537" y="984606"/>
                  </a:lnTo>
                  <a:close/>
                  <a:moveTo>
                    <a:pt x="1680763" y="922849"/>
                  </a:moveTo>
                  <a:lnTo>
                    <a:pt x="1732808" y="909878"/>
                  </a:lnTo>
                  <a:lnTo>
                    <a:pt x="1749502" y="829717"/>
                  </a:lnTo>
                  <a:close/>
                  <a:moveTo>
                    <a:pt x="1732808" y="909878"/>
                  </a:moveTo>
                  <a:lnTo>
                    <a:pt x="1822722" y="897371"/>
                  </a:lnTo>
                  <a:lnTo>
                    <a:pt x="1749502" y="829717"/>
                  </a:lnTo>
                  <a:close/>
                  <a:moveTo>
                    <a:pt x="1822722" y="897371"/>
                  </a:moveTo>
                  <a:lnTo>
                    <a:pt x="1832232" y="860374"/>
                  </a:lnTo>
                  <a:lnTo>
                    <a:pt x="1749502" y="829717"/>
                  </a:lnTo>
                  <a:close/>
                  <a:moveTo>
                    <a:pt x="2376190" y="1350925"/>
                  </a:moveTo>
                  <a:lnTo>
                    <a:pt x="2286447" y="1443976"/>
                  </a:lnTo>
                  <a:lnTo>
                    <a:pt x="2363615" y="1453839"/>
                  </a:lnTo>
                  <a:close/>
                  <a:moveTo>
                    <a:pt x="2443594" y="1356719"/>
                  </a:moveTo>
                  <a:lnTo>
                    <a:pt x="2376190" y="1350925"/>
                  </a:lnTo>
                  <a:lnTo>
                    <a:pt x="2363615" y="1453839"/>
                  </a:lnTo>
                  <a:close/>
                  <a:moveTo>
                    <a:pt x="1946456" y="763761"/>
                  </a:moveTo>
                  <a:lnTo>
                    <a:pt x="1973420" y="681546"/>
                  </a:lnTo>
                  <a:lnTo>
                    <a:pt x="1937051" y="764925"/>
                  </a:lnTo>
                  <a:close/>
                  <a:moveTo>
                    <a:pt x="1937051" y="764925"/>
                  </a:moveTo>
                  <a:lnTo>
                    <a:pt x="1906384" y="689763"/>
                  </a:lnTo>
                  <a:lnTo>
                    <a:pt x="1935148" y="763761"/>
                  </a:lnTo>
                  <a:close/>
                  <a:moveTo>
                    <a:pt x="1946456" y="763761"/>
                  </a:moveTo>
                  <a:lnTo>
                    <a:pt x="1941839" y="761032"/>
                  </a:lnTo>
                  <a:lnTo>
                    <a:pt x="1973420" y="681546"/>
                  </a:lnTo>
                  <a:close/>
                  <a:moveTo>
                    <a:pt x="2126723" y="531724"/>
                  </a:moveTo>
                  <a:lnTo>
                    <a:pt x="2041438" y="540467"/>
                  </a:lnTo>
                  <a:lnTo>
                    <a:pt x="2137338" y="623186"/>
                  </a:lnTo>
                  <a:close/>
                  <a:moveTo>
                    <a:pt x="2041438" y="540467"/>
                  </a:moveTo>
                  <a:lnTo>
                    <a:pt x="2031623" y="522458"/>
                  </a:lnTo>
                  <a:lnTo>
                    <a:pt x="2033359" y="624632"/>
                  </a:lnTo>
                  <a:close/>
                  <a:moveTo>
                    <a:pt x="2322354" y="851318"/>
                  </a:moveTo>
                  <a:lnTo>
                    <a:pt x="2403855" y="827973"/>
                  </a:lnTo>
                  <a:lnTo>
                    <a:pt x="2416642" y="791286"/>
                  </a:lnTo>
                  <a:close/>
                  <a:moveTo>
                    <a:pt x="2298560" y="843659"/>
                  </a:moveTo>
                  <a:lnTo>
                    <a:pt x="2322354" y="851318"/>
                  </a:lnTo>
                  <a:lnTo>
                    <a:pt x="2416642" y="791286"/>
                  </a:lnTo>
                  <a:close/>
                  <a:moveTo>
                    <a:pt x="2403855" y="827973"/>
                  </a:moveTo>
                  <a:lnTo>
                    <a:pt x="2457627" y="812882"/>
                  </a:lnTo>
                  <a:lnTo>
                    <a:pt x="2416642" y="791286"/>
                  </a:lnTo>
                  <a:close/>
                  <a:moveTo>
                    <a:pt x="2209381" y="664709"/>
                  </a:moveTo>
                  <a:lnTo>
                    <a:pt x="2244103" y="640053"/>
                  </a:lnTo>
                  <a:lnTo>
                    <a:pt x="2169105" y="638302"/>
                  </a:lnTo>
                  <a:close/>
                  <a:moveTo>
                    <a:pt x="2463943" y="692230"/>
                  </a:moveTo>
                  <a:lnTo>
                    <a:pt x="2457627" y="812882"/>
                  </a:lnTo>
                  <a:lnTo>
                    <a:pt x="2525502" y="704434"/>
                  </a:lnTo>
                  <a:close/>
                  <a:moveTo>
                    <a:pt x="2525502" y="704434"/>
                  </a:moveTo>
                  <a:lnTo>
                    <a:pt x="2457627" y="812882"/>
                  </a:lnTo>
                  <a:lnTo>
                    <a:pt x="2509781" y="802450"/>
                  </a:lnTo>
                  <a:close/>
                  <a:moveTo>
                    <a:pt x="2330338" y="566236"/>
                  </a:moveTo>
                  <a:lnTo>
                    <a:pt x="2370759" y="648452"/>
                  </a:lnTo>
                  <a:lnTo>
                    <a:pt x="2306487" y="546264"/>
                  </a:lnTo>
                  <a:close/>
                  <a:moveTo>
                    <a:pt x="2056202" y="128095"/>
                  </a:moveTo>
                  <a:lnTo>
                    <a:pt x="2116543" y="116724"/>
                  </a:lnTo>
                  <a:lnTo>
                    <a:pt x="2066320" y="102261"/>
                  </a:lnTo>
                  <a:close/>
                  <a:moveTo>
                    <a:pt x="2599145" y="690298"/>
                  </a:moveTo>
                  <a:lnTo>
                    <a:pt x="2525502" y="704434"/>
                  </a:lnTo>
                  <a:lnTo>
                    <a:pt x="2597919" y="696531"/>
                  </a:lnTo>
                  <a:close/>
                  <a:moveTo>
                    <a:pt x="2599145" y="690298"/>
                  </a:moveTo>
                  <a:lnTo>
                    <a:pt x="2528245" y="687346"/>
                  </a:lnTo>
                  <a:lnTo>
                    <a:pt x="2525502" y="704434"/>
                  </a:lnTo>
                  <a:close/>
                  <a:moveTo>
                    <a:pt x="2528245" y="687346"/>
                  </a:moveTo>
                  <a:lnTo>
                    <a:pt x="2599145" y="690298"/>
                  </a:lnTo>
                  <a:lnTo>
                    <a:pt x="2620479" y="572862"/>
                  </a:lnTo>
                  <a:close/>
                  <a:moveTo>
                    <a:pt x="2528245" y="687346"/>
                  </a:moveTo>
                  <a:lnTo>
                    <a:pt x="2620479" y="572862"/>
                  </a:lnTo>
                  <a:lnTo>
                    <a:pt x="2542698" y="575505"/>
                  </a:lnTo>
                  <a:close/>
                  <a:moveTo>
                    <a:pt x="2620479" y="572862"/>
                  </a:moveTo>
                  <a:lnTo>
                    <a:pt x="2621258" y="568593"/>
                  </a:lnTo>
                  <a:lnTo>
                    <a:pt x="2546017" y="565936"/>
                  </a:lnTo>
                  <a:close/>
                  <a:moveTo>
                    <a:pt x="2171058" y="0"/>
                  </a:moveTo>
                  <a:lnTo>
                    <a:pt x="2116543" y="116724"/>
                  </a:lnTo>
                  <a:lnTo>
                    <a:pt x="2152672" y="110259"/>
                  </a:lnTo>
                  <a:close/>
                  <a:moveTo>
                    <a:pt x="2255868" y="86954"/>
                  </a:moveTo>
                  <a:lnTo>
                    <a:pt x="2259696" y="78288"/>
                  </a:lnTo>
                  <a:lnTo>
                    <a:pt x="2217039" y="108459"/>
                  </a:lnTo>
                  <a:close/>
                  <a:moveTo>
                    <a:pt x="2171058" y="0"/>
                  </a:moveTo>
                  <a:lnTo>
                    <a:pt x="2152672" y="110259"/>
                  </a:lnTo>
                  <a:lnTo>
                    <a:pt x="2217039" y="108459"/>
                  </a:lnTo>
                  <a:close/>
                  <a:moveTo>
                    <a:pt x="2621258" y="568593"/>
                  </a:moveTo>
                  <a:lnTo>
                    <a:pt x="2647916" y="453059"/>
                  </a:lnTo>
                  <a:lnTo>
                    <a:pt x="2546017" y="565936"/>
                  </a:lnTo>
                  <a:close/>
                  <a:moveTo>
                    <a:pt x="2621258" y="568593"/>
                  </a:moveTo>
                  <a:lnTo>
                    <a:pt x="2695344" y="566927"/>
                  </a:lnTo>
                  <a:lnTo>
                    <a:pt x="2732750" y="491582"/>
                  </a:lnTo>
                  <a:close/>
                  <a:moveTo>
                    <a:pt x="2806366" y="442830"/>
                  </a:moveTo>
                  <a:lnTo>
                    <a:pt x="2744207" y="432773"/>
                  </a:lnTo>
                  <a:lnTo>
                    <a:pt x="2732750" y="491582"/>
                  </a:lnTo>
                  <a:close/>
                  <a:moveTo>
                    <a:pt x="2744207" y="432773"/>
                  </a:moveTo>
                  <a:lnTo>
                    <a:pt x="2806366" y="442830"/>
                  </a:lnTo>
                  <a:lnTo>
                    <a:pt x="2796039" y="351134"/>
                  </a:lnTo>
                  <a:close/>
                  <a:moveTo>
                    <a:pt x="2452719" y="187694"/>
                  </a:moveTo>
                  <a:lnTo>
                    <a:pt x="2516819" y="196175"/>
                  </a:lnTo>
                  <a:lnTo>
                    <a:pt x="2495597" y="113336"/>
                  </a:lnTo>
                  <a:close/>
                  <a:moveTo>
                    <a:pt x="2495597" y="113336"/>
                  </a:moveTo>
                  <a:lnTo>
                    <a:pt x="2555920" y="204282"/>
                  </a:lnTo>
                  <a:lnTo>
                    <a:pt x="2540577" y="122067"/>
                  </a:lnTo>
                  <a:close/>
                  <a:moveTo>
                    <a:pt x="2495597" y="113336"/>
                  </a:moveTo>
                  <a:lnTo>
                    <a:pt x="2516819" y="196175"/>
                  </a:lnTo>
                  <a:lnTo>
                    <a:pt x="2555920" y="20428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30" name="Candidate_density__2129">
              <a:extLst>
                <a:ext uri="{FF2B5EF4-FFF2-40B4-BE49-F238E27FC236}">
                  <a16:creationId xmlns:a16="http://schemas.microsoft.com/office/drawing/2014/main" id="{B0CA7E22-C0EB-6E81-751F-3612EB3D2ACD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708627"/>
              <a:ext cx="2851816" cy="2142973"/>
            </a:xfrm>
            <a:custGeom>
              <a:avLst/>
              <a:gdLst/>
              <a:ahLst/>
              <a:cxnLst/>
              <a:rect l="0" t="0" r="0" b="0"/>
              <a:pathLst>
                <a:path w="2851816" h="2142973">
                  <a:moveTo>
                    <a:pt x="183558" y="1431793"/>
                  </a:moveTo>
                  <a:lnTo>
                    <a:pt x="146567" y="1470229"/>
                  </a:lnTo>
                  <a:lnTo>
                    <a:pt x="215539" y="1514008"/>
                  </a:lnTo>
                  <a:close/>
                  <a:moveTo>
                    <a:pt x="72999" y="1349578"/>
                  </a:moveTo>
                  <a:lnTo>
                    <a:pt x="13696" y="1287194"/>
                  </a:lnTo>
                  <a:lnTo>
                    <a:pt x="0" y="1305799"/>
                  </a:lnTo>
                  <a:close/>
                  <a:moveTo>
                    <a:pt x="72999" y="1349578"/>
                  </a:moveTo>
                  <a:lnTo>
                    <a:pt x="0" y="1305799"/>
                  </a:lnTo>
                  <a:lnTo>
                    <a:pt x="55777" y="1388014"/>
                  </a:lnTo>
                  <a:close/>
                  <a:moveTo>
                    <a:pt x="857639" y="1968862"/>
                  </a:moveTo>
                  <a:lnTo>
                    <a:pt x="850959" y="2077292"/>
                  </a:lnTo>
                  <a:lnTo>
                    <a:pt x="885997" y="1993088"/>
                  </a:lnTo>
                  <a:close/>
                  <a:moveTo>
                    <a:pt x="857639" y="1968862"/>
                  </a:moveTo>
                  <a:lnTo>
                    <a:pt x="764547" y="2007299"/>
                  </a:lnTo>
                  <a:lnTo>
                    <a:pt x="850959" y="2077292"/>
                  </a:lnTo>
                  <a:close/>
                  <a:moveTo>
                    <a:pt x="885997" y="1993088"/>
                  </a:moveTo>
                  <a:lnTo>
                    <a:pt x="850959" y="2077292"/>
                  </a:lnTo>
                  <a:lnTo>
                    <a:pt x="963662" y="2004808"/>
                  </a:lnTo>
                  <a:close/>
                  <a:moveTo>
                    <a:pt x="765826" y="1822445"/>
                  </a:moveTo>
                  <a:lnTo>
                    <a:pt x="738194" y="1822979"/>
                  </a:lnTo>
                  <a:lnTo>
                    <a:pt x="855411" y="1886646"/>
                  </a:lnTo>
                  <a:close/>
                  <a:moveTo>
                    <a:pt x="1075147" y="2142973"/>
                  </a:moveTo>
                  <a:lnTo>
                    <a:pt x="1161736" y="2094856"/>
                  </a:lnTo>
                  <a:lnTo>
                    <a:pt x="1085289" y="2122942"/>
                  </a:lnTo>
                  <a:close/>
                  <a:moveTo>
                    <a:pt x="1200964" y="2119522"/>
                  </a:moveTo>
                  <a:lnTo>
                    <a:pt x="1161736" y="2094856"/>
                  </a:lnTo>
                  <a:lnTo>
                    <a:pt x="1075147" y="2142973"/>
                  </a:lnTo>
                  <a:close/>
                  <a:moveTo>
                    <a:pt x="1085289" y="2122942"/>
                  </a:moveTo>
                  <a:lnTo>
                    <a:pt x="1161736" y="2094856"/>
                  </a:lnTo>
                  <a:lnTo>
                    <a:pt x="1111704" y="2064452"/>
                  </a:lnTo>
                  <a:close/>
                  <a:moveTo>
                    <a:pt x="970747" y="1955286"/>
                  </a:moveTo>
                  <a:lnTo>
                    <a:pt x="885997" y="1993088"/>
                  </a:lnTo>
                  <a:lnTo>
                    <a:pt x="963662" y="2004808"/>
                  </a:lnTo>
                  <a:close/>
                  <a:moveTo>
                    <a:pt x="855411" y="1886646"/>
                  </a:moveTo>
                  <a:lnTo>
                    <a:pt x="860450" y="1884271"/>
                  </a:lnTo>
                  <a:lnTo>
                    <a:pt x="765826" y="1822445"/>
                  </a:lnTo>
                  <a:close/>
                  <a:moveTo>
                    <a:pt x="860450" y="1884271"/>
                  </a:moveTo>
                  <a:lnTo>
                    <a:pt x="941001" y="1879377"/>
                  </a:lnTo>
                  <a:lnTo>
                    <a:pt x="901768" y="1836853"/>
                  </a:lnTo>
                  <a:close/>
                  <a:moveTo>
                    <a:pt x="496449" y="1537460"/>
                  </a:moveTo>
                  <a:lnTo>
                    <a:pt x="551323" y="1553441"/>
                  </a:lnTo>
                  <a:lnTo>
                    <a:pt x="544302" y="1459057"/>
                  </a:lnTo>
                  <a:close/>
                  <a:moveTo>
                    <a:pt x="551323" y="1553441"/>
                  </a:moveTo>
                  <a:lnTo>
                    <a:pt x="582991" y="1557786"/>
                  </a:lnTo>
                  <a:lnTo>
                    <a:pt x="544302" y="1459057"/>
                  </a:lnTo>
                  <a:close/>
                  <a:moveTo>
                    <a:pt x="1161736" y="2094856"/>
                  </a:moveTo>
                  <a:lnTo>
                    <a:pt x="1200964" y="2119522"/>
                  </a:lnTo>
                  <a:lnTo>
                    <a:pt x="1205523" y="2085786"/>
                  </a:lnTo>
                  <a:close/>
                  <a:moveTo>
                    <a:pt x="1205523" y="2085786"/>
                  </a:moveTo>
                  <a:lnTo>
                    <a:pt x="1111704" y="2064452"/>
                  </a:lnTo>
                  <a:lnTo>
                    <a:pt x="1161736" y="2094856"/>
                  </a:lnTo>
                  <a:close/>
                  <a:moveTo>
                    <a:pt x="1131026" y="1985666"/>
                  </a:moveTo>
                  <a:lnTo>
                    <a:pt x="1111704" y="2064452"/>
                  </a:lnTo>
                  <a:lnTo>
                    <a:pt x="1205523" y="2085786"/>
                  </a:lnTo>
                  <a:close/>
                  <a:moveTo>
                    <a:pt x="1217959" y="1975583"/>
                  </a:moveTo>
                  <a:lnTo>
                    <a:pt x="1131026" y="1985666"/>
                  </a:lnTo>
                  <a:lnTo>
                    <a:pt x="1205523" y="2085786"/>
                  </a:lnTo>
                  <a:close/>
                  <a:moveTo>
                    <a:pt x="1289808" y="2077856"/>
                  </a:moveTo>
                  <a:lnTo>
                    <a:pt x="1205523" y="2085786"/>
                  </a:lnTo>
                  <a:lnTo>
                    <a:pt x="1200964" y="2119522"/>
                  </a:lnTo>
                  <a:close/>
                  <a:moveTo>
                    <a:pt x="1131026" y="1985666"/>
                  </a:moveTo>
                  <a:lnTo>
                    <a:pt x="1217959" y="1975583"/>
                  </a:lnTo>
                  <a:lnTo>
                    <a:pt x="1136524" y="1942049"/>
                  </a:lnTo>
                  <a:close/>
                  <a:moveTo>
                    <a:pt x="1217959" y="1975583"/>
                  </a:moveTo>
                  <a:lnTo>
                    <a:pt x="1218937" y="1971520"/>
                  </a:lnTo>
                  <a:lnTo>
                    <a:pt x="1136524" y="1942049"/>
                  </a:lnTo>
                  <a:close/>
                  <a:moveTo>
                    <a:pt x="1048006" y="1826296"/>
                  </a:moveTo>
                  <a:lnTo>
                    <a:pt x="1068551" y="1809774"/>
                  </a:lnTo>
                  <a:lnTo>
                    <a:pt x="1008367" y="1741546"/>
                  </a:lnTo>
                  <a:close/>
                  <a:moveTo>
                    <a:pt x="415959" y="987623"/>
                  </a:moveTo>
                  <a:lnTo>
                    <a:pt x="363748" y="1003370"/>
                  </a:lnTo>
                  <a:lnTo>
                    <a:pt x="430247" y="990729"/>
                  </a:lnTo>
                  <a:close/>
                  <a:moveTo>
                    <a:pt x="1232874" y="1863365"/>
                  </a:moveTo>
                  <a:lnTo>
                    <a:pt x="1136524" y="1942049"/>
                  </a:lnTo>
                  <a:lnTo>
                    <a:pt x="1218937" y="1971520"/>
                  </a:lnTo>
                  <a:close/>
                  <a:moveTo>
                    <a:pt x="1232874" y="1863365"/>
                  </a:moveTo>
                  <a:lnTo>
                    <a:pt x="1298663" y="1870473"/>
                  </a:lnTo>
                  <a:lnTo>
                    <a:pt x="1228058" y="1790417"/>
                  </a:lnTo>
                  <a:close/>
                  <a:moveTo>
                    <a:pt x="1127591" y="1788274"/>
                  </a:moveTo>
                  <a:lnTo>
                    <a:pt x="1008367" y="1741546"/>
                  </a:lnTo>
                  <a:lnTo>
                    <a:pt x="1068551" y="1809774"/>
                  </a:lnTo>
                  <a:close/>
                  <a:moveTo>
                    <a:pt x="1107909" y="1704183"/>
                  </a:moveTo>
                  <a:lnTo>
                    <a:pt x="1021276" y="1714022"/>
                  </a:lnTo>
                  <a:lnTo>
                    <a:pt x="1127591" y="1788274"/>
                  </a:lnTo>
                  <a:close/>
                  <a:moveTo>
                    <a:pt x="1021276" y="1714022"/>
                  </a:moveTo>
                  <a:lnTo>
                    <a:pt x="1107909" y="1704183"/>
                  </a:lnTo>
                  <a:lnTo>
                    <a:pt x="1077268" y="1629002"/>
                  </a:lnTo>
                  <a:close/>
                  <a:moveTo>
                    <a:pt x="1021276" y="1714022"/>
                  </a:moveTo>
                  <a:lnTo>
                    <a:pt x="1077268" y="1629002"/>
                  </a:lnTo>
                  <a:lnTo>
                    <a:pt x="984069" y="1644179"/>
                  </a:lnTo>
                  <a:close/>
                  <a:moveTo>
                    <a:pt x="984069" y="1644179"/>
                  </a:moveTo>
                  <a:lnTo>
                    <a:pt x="1077268" y="1629002"/>
                  </a:lnTo>
                  <a:lnTo>
                    <a:pt x="974358" y="1551981"/>
                  </a:lnTo>
                  <a:close/>
                  <a:moveTo>
                    <a:pt x="768043" y="1185128"/>
                  </a:moveTo>
                  <a:lnTo>
                    <a:pt x="729399" y="1234268"/>
                  </a:lnTo>
                  <a:lnTo>
                    <a:pt x="757429" y="1206788"/>
                  </a:lnTo>
                  <a:close/>
                  <a:moveTo>
                    <a:pt x="373219" y="876407"/>
                  </a:moveTo>
                  <a:lnTo>
                    <a:pt x="451932" y="873006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56053" y="854622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72485" y="866971"/>
                  </a:lnTo>
                  <a:lnTo>
                    <a:pt x="456053" y="854622"/>
                  </a:lnTo>
                  <a:close/>
                  <a:moveTo>
                    <a:pt x="1330798" y="1744254"/>
                  </a:moveTo>
                  <a:lnTo>
                    <a:pt x="1228058" y="1790417"/>
                  </a:lnTo>
                  <a:lnTo>
                    <a:pt x="1311836" y="1824992"/>
                  </a:lnTo>
                  <a:close/>
                  <a:moveTo>
                    <a:pt x="781333" y="1187354"/>
                  </a:moveTo>
                  <a:lnTo>
                    <a:pt x="867748" y="1177693"/>
                  </a:lnTo>
                  <a:lnTo>
                    <a:pt x="834963" y="1156673"/>
                  </a:lnTo>
                  <a:close/>
                  <a:moveTo>
                    <a:pt x="707835" y="910750"/>
                  </a:moveTo>
                  <a:lnTo>
                    <a:pt x="769805" y="992965"/>
                  </a:lnTo>
                  <a:lnTo>
                    <a:pt x="703438" y="949187"/>
                  </a:lnTo>
                  <a:close/>
                  <a:moveTo>
                    <a:pt x="584899" y="925591"/>
                  </a:moveTo>
                  <a:lnTo>
                    <a:pt x="658821" y="910750"/>
                  </a:lnTo>
                  <a:lnTo>
                    <a:pt x="589644" y="860237"/>
                  </a:lnTo>
                  <a:close/>
                  <a:moveTo>
                    <a:pt x="472485" y="866971"/>
                  </a:moveTo>
                  <a:lnTo>
                    <a:pt x="527939" y="828535"/>
                  </a:lnTo>
                  <a:lnTo>
                    <a:pt x="456053" y="854622"/>
                  </a:lnTo>
                  <a:close/>
                  <a:moveTo>
                    <a:pt x="1043774" y="1201174"/>
                  </a:moveTo>
                  <a:lnTo>
                    <a:pt x="1028050" y="1118959"/>
                  </a:lnTo>
                  <a:lnTo>
                    <a:pt x="1045740" y="1172217"/>
                  </a:lnTo>
                  <a:close/>
                  <a:moveTo>
                    <a:pt x="1012699" y="1112140"/>
                  </a:moveTo>
                  <a:lnTo>
                    <a:pt x="1004560" y="1127059"/>
                  </a:lnTo>
                  <a:lnTo>
                    <a:pt x="998734" y="1157395"/>
                  </a:lnTo>
                  <a:close/>
                  <a:moveTo>
                    <a:pt x="774915" y="995619"/>
                  </a:moveTo>
                  <a:lnTo>
                    <a:pt x="769805" y="992965"/>
                  </a:lnTo>
                  <a:lnTo>
                    <a:pt x="817906" y="954529"/>
                  </a:lnTo>
                  <a:close/>
                  <a:moveTo>
                    <a:pt x="774915" y="995619"/>
                  </a:moveTo>
                  <a:lnTo>
                    <a:pt x="822061" y="956689"/>
                  </a:lnTo>
                  <a:lnTo>
                    <a:pt x="777481" y="992965"/>
                  </a:lnTo>
                  <a:close/>
                  <a:moveTo>
                    <a:pt x="771399" y="895154"/>
                  </a:moveTo>
                  <a:lnTo>
                    <a:pt x="820925" y="952443"/>
                  </a:lnTo>
                  <a:lnTo>
                    <a:pt x="707835" y="910750"/>
                  </a:lnTo>
                  <a:close/>
                  <a:moveTo>
                    <a:pt x="707835" y="910750"/>
                  </a:moveTo>
                  <a:lnTo>
                    <a:pt x="817906" y="954529"/>
                  </a:lnTo>
                  <a:lnTo>
                    <a:pt x="769805" y="992965"/>
                  </a:lnTo>
                  <a:close/>
                  <a:moveTo>
                    <a:pt x="675333" y="686754"/>
                  </a:moveTo>
                  <a:lnTo>
                    <a:pt x="617433" y="685477"/>
                  </a:lnTo>
                  <a:lnTo>
                    <a:pt x="546603" y="699315"/>
                  </a:lnTo>
                  <a:close/>
                  <a:moveTo>
                    <a:pt x="675333" y="686754"/>
                  </a:moveTo>
                  <a:lnTo>
                    <a:pt x="723773" y="707883"/>
                  </a:lnTo>
                  <a:lnTo>
                    <a:pt x="697112" y="704729"/>
                  </a:lnTo>
                  <a:close/>
                  <a:moveTo>
                    <a:pt x="1425441" y="1727904"/>
                  </a:moveTo>
                  <a:lnTo>
                    <a:pt x="1372992" y="1709952"/>
                  </a:lnTo>
                  <a:lnTo>
                    <a:pt x="1397855" y="1650239"/>
                  </a:lnTo>
                  <a:close/>
                  <a:moveTo>
                    <a:pt x="1639476" y="1370946"/>
                  </a:moveTo>
                  <a:lnTo>
                    <a:pt x="1587756" y="1491598"/>
                  </a:lnTo>
                  <a:lnTo>
                    <a:pt x="1661728" y="1453161"/>
                  </a:lnTo>
                  <a:close/>
                  <a:moveTo>
                    <a:pt x="1428923" y="1124519"/>
                  </a:moveTo>
                  <a:lnTo>
                    <a:pt x="1343456" y="1133411"/>
                  </a:lnTo>
                  <a:lnTo>
                    <a:pt x="1416275" y="1234895"/>
                  </a:lnTo>
                  <a:close/>
                  <a:moveTo>
                    <a:pt x="1225446" y="1068667"/>
                  </a:moveTo>
                  <a:lnTo>
                    <a:pt x="1173313" y="1050458"/>
                  </a:lnTo>
                  <a:lnTo>
                    <a:pt x="1251757" y="1147368"/>
                  </a:lnTo>
                  <a:close/>
                  <a:moveTo>
                    <a:pt x="1428923" y="1124519"/>
                  </a:moveTo>
                  <a:lnTo>
                    <a:pt x="1329868" y="1044365"/>
                  </a:lnTo>
                  <a:lnTo>
                    <a:pt x="1343456" y="1133411"/>
                  </a:lnTo>
                  <a:close/>
                  <a:moveTo>
                    <a:pt x="1225446" y="1068667"/>
                  </a:moveTo>
                  <a:lnTo>
                    <a:pt x="1329868" y="1044365"/>
                  </a:lnTo>
                  <a:lnTo>
                    <a:pt x="1238263" y="967764"/>
                  </a:lnTo>
                  <a:close/>
                  <a:moveTo>
                    <a:pt x="1179976" y="877655"/>
                  </a:moveTo>
                  <a:lnTo>
                    <a:pt x="1200887" y="888448"/>
                  </a:lnTo>
                  <a:lnTo>
                    <a:pt x="1086324" y="820902"/>
                  </a:lnTo>
                  <a:close/>
                  <a:moveTo>
                    <a:pt x="985486" y="742197"/>
                  </a:moveTo>
                  <a:lnTo>
                    <a:pt x="1005983" y="751662"/>
                  </a:lnTo>
                  <a:lnTo>
                    <a:pt x="970324" y="738502"/>
                  </a:lnTo>
                  <a:close/>
                  <a:moveTo>
                    <a:pt x="1337656" y="1042086"/>
                  </a:moveTo>
                  <a:lnTo>
                    <a:pt x="1429135" y="1124086"/>
                  </a:lnTo>
                  <a:lnTo>
                    <a:pt x="1446500" y="1010138"/>
                  </a:lnTo>
                  <a:close/>
                  <a:moveTo>
                    <a:pt x="1325176" y="1014060"/>
                  </a:moveTo>
                  <a:lnTo>
                    <a:pt x="1450019" y="986965"/>
                  </a:lnTo>
                  <a:lnTo>
                    <a:pt x="1361735" y="935545"/>
                  </a:lnTo>
                  <a:close/>
                  <a:moveTo>
                    <a:pt x="1429135" y="1124086"/>
                  </a:moveTo>
                  <a:lnTo>
                    <a:pt x="1470747" y="1003650"/>
                  </a:lnTo>
                  <a:lnTo>
                    <a:pt x="1446500" y="1010138"/>
                  </a:lnTo>
                  <a:close/>
                  <a:moveTo>
                    <a:pt x="1446500" y="1010138"/>
                  </a:moveTo>
                  <a:lnTo>
                    <a:pt x="1470747" y="1003650"/>
                  </a:lnTo>
                  <a:lnTo>
                    <a:pt x="1450019" y="986965"/>
                  </a:lnTo>
                  <a:close/>
                  <a:moveTo>
                    <a:pt x="1470747" y="1003650"/>
                  </a:moveTo>
                  <a:lnTo>
                    <a:pt x="1560824" y="977786"/>
                  </a:lnTo>
                  <a:lnTo>
                    <a:pt x="1450019" y="986965"/>
                  </a:lnTo>
                  <a:close/>
                  <a:moveTo>
                    <a:pt x="1450019" y="986965"/>
                  </a:moveTo>
                  <a:lnTo>
                    <a:pt x="1570627" y="944041"/>
                  </a:lnTo>
                  <a:lnTo>
                    <a:pt x="1480513" y="885777"/>
                  </a:lnTo>
                  <a:close/>
                  <a:moveTo>
                    <a:pt x="1361735" y="935545"/>
                  </a:moveTo>
                  <a:lnTo>
                    <a:pt x="1450019" y="986965"/>
                  </a:lnTo>
                  <a:lnTo>
                    <a:pt x="1480513" y="885777"/>
                  </a:lnTo>
                  <a:close/>
                  <a:moveTo>
                    <a:pt x="2182915" y="1420067"/>
                  </a:moveTo>
                  <a:lnTo>
                    <a:pt x="2160812" y="1478696"/>
                  </a:lnTo>
                  <a:lnTo>
                    <a:pt x="2207304" y="1437322"/>
                  </a:lnTo>
                  <a:close/>
                  <a:moveTo>
                    <a:pt x="1773173" y="1144012"/>
                  </a:moveTo>
                  <a:lnTo>
                    <a:pt x="1878777" y="1101257"/>
                  </a:lnTo>
                  <a:lnTo>
                    <a:pt x="1785699" y="1129644"/>
                  </a:lnTo>
                  <a:close/>
                  <a:moveTo>
                    <a:pt x="1878777" y="1101257"/>
                  </a:moveTo>
                  <a:lnTo>
                    <a:pt x="1825541" y="1061148"/>
                  </a:lnTo>
                  <a:lnTo>
                    <a:pt x="1785699" y="1129644"/>
                  </a:lnTo>
                  <a:close/>
                  <a:moveTo>
                    <a:pt x="2236714" y="1381631"/>
                  </a:moveTo>
                  <a:lnTo>
                    <a:pt x="2207304" y="1437322"/>
                  </a:lnTo>
                  <a:lnTo>
                    <a:pt x="2253594" y="1395189"/>
                  </a:lnTo>
                  <a:close/>
                  <a:moveTo>
                    <a:pt x="2236714" y="1381631"/>
                  </a:moveTo>
                  <a:lnTo>
                    <a:pt x="2182915" y="1420067"/>
                  </a:lnTo>
                  <a:lnTo>
                    <a:pt x="2207304" y="1437322"/>
                  </a:lnTo>
                  <a:close/>
                  <a:moveTo>
                    <a:pt x="2253594" y="1395189"/>
                  </a:moveTo>
                  <a:lnTo>
                    <a:pt x="2207304" y="1437322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253594" y="1395189"/>
                  </a:lnTo>
                  <a:lnTo>
                    <a:pt x="2342224" y="1447903"/>
                  </a:lnTo>
                  <a:close/>
                  <a:moveTo>
                    <a:pt x="2431966" y="1354853"/>
                  </a:moveTo>
                  <a:lnTo>
                    <a:pt x="2363860" y="1349630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431966" y="1354853"/>
                  </a:lnTo>
                  <a:lnTo>
                    <a:pt x="2414292" y="1269130"/>
                  </a:lnTo>
                  <a:close/>
                  <a:moveTo>
                    <a:pt x="2363860" y="1349630"/>
                  </a:moveTo>
                  <a:lnTo>
                    <a:pt x="2414292" y="1269130"/>
                  </a:lnTo>
                  <a:lnTo>
                    <a:pt x="2344787" y="1265044"/>
                  </a:lnTo>
                  <a:close/>
                  <a:moveTo>
                    <a:pt x="2029196" y="685473"/>
                  </a:moveTo>
                  <a:lnTo>
                    <a:pt x="1997616" y="764959"/>
                  </a:lnTo>
                  <a:lnTo>
                    <a:pt x="2096686" y="656788"/>
                  </a:lnTo>
                  <a:close/>
                  <a:moveTo>
                    <a:pt x="2097215" y="544394"/>
                  </a:moveTo>
                  <a:lnTo>
                    <a:pt x="2089136" y="628560"/>
                  </a:lnTo>
                  <a:lnTo>
                    <a:pt x="2193115" y="627114"/>
                  </a:lnTo>
                  <a:close/>
                  <a:moveTo>
                    <a:pt x="2265158" y="668636"/>
                  </a:moveTo>
                  <a:lnTo>
                    <a:pt x="2344831" y="664456"/>
                  </a:lnTo>
                  <a:lnTo>
                    <a:pt x="2299880" y="643980"/>
                  </a:lnTo>
                  <a:close/>
                  <a:moveTo>
                    <a:pt x="2299880" y="643980"/>
                  </a:moveTo>
                  <a:lnTo>
                    <a:pt x="2344831" y="664456"/>
                  </a:lnTo>
                  <a:lnTo>
                    <a:pt x="2377559" y="655753"/>
                  </a:lnTo>
                  <a:close/>
                  <a:moveTo>
                    <a:pt x="2386115" y="570164"/>
                  </a:moveTo>
                  <a:lnTo>
                    <a:pt x="2344831" y="664456"/>
                  </a:lnTo>
                  <a:lnTo>
                    <a:pt x="2426536" y="652379"/>
                  </a:lnTo>
                  <a:close/>
                  <a:moveTo>
                    <a:pt x="2426536" y="652379"/>
                  </a:moveTo>
                  <a:lnTo>
                    <a:pt x="2386502" y="630578"/>
                  </a:lnTo>
                  <a:lnTo>
                    <a:pt x="2362263" y="550191"/>
                  </a:lnTo>
                  <a:close/>
                  <a:moveTo>
                    <a:pt x="2122096" y="106189"/>
                  </a:moveTo>
                  <a:lnTo>
                    <a:pt x="2172320" y="120652"/>
                  </a:lnTo>
                  <a:lnTo>
                    <a:pt x="2222988" y="0"/>
                  </a:lnTo>
                  <a:close/>
                  <a:moveTo>
                    <a:pt x="2315473" y="82215"/>
                  </a:moveTo>
                  <a:lnTo>
                    <a:pt x="2311645" y="90881"/>
                  </a:lnTo>
                  <a:lnTo>
                    <a:pt x="2252219" y="178693"/>
                  </a:lnTo>
                  <a:close/>
                  <a:moveTo>
                    <a:pt x="2272816" y="112386"/>
                  </a:moveTo>
                  <a:lnTo>
                    <a:pt x="2315473" y="82215"/>
                  </a:lnTo>
                  <a:lnTo>
                    <a:pt x="2226835" y="3927"/>
                  </a:lnTo>
                  <a:close/>
                  <a:moveTo>
                    <a:pt x="2703693" y="456987"/>
                  </a:moveTo>
                  <a:lnTo>
                    <a:pt x="2677035" y="572520"/>
                  </a:lnTo>
                  <a:lnTo>
                    <a:pt x="2788527" y="495509"/>
                  </a:lnTo>
                  <a:close/>
                  <a:moveTo>
                    <a:pt x="2611696" y="208209"/>
                  </a:moveTo>
                  <a:lnTo>
                    <a:pt x="2575037" y="254624"/>
                  </a:lnTo>
                  <a:lnTo>
                    <a:pt x="2632409" y="212066"/>
                  </a:lnTo>
                  <a:close/>
                  <a:moveTo>
                    <a:pt x="2632409" y="212066"/>
                  </a:moveTo>
                  <a:lnTo>
                    <a:pt x="2575037" y="254624"/>
                  </a:lnTo>
                  <a:lnTo>
                    <a:pt x="2579040" y="294954"/>
                  </a:lnTo>
                  <a:close/>
                  <a:moveTo>
                    <a:pt x="2632409" y="212066"/>
                  </a:moveTo>
                  <a:lnTo>
                    <a:pt x="2579040" y="294954"/>
                  </a:lnTo>
                  <a:lnTo>
                    <a:pt x="2649988" y="297867"/>
                  </a:lnTo>
                  <a:close/>
                  <a:moveTo>
                    <a:pt x="2799984" y="436700"/>
                  </a:moveTo>
                  <a:lnTo>
                    <a:pt x="2703693" y="456987"/>
                  </a:lnTo>
                  <a:lnTo>
                    <a:pt x="2788527" y="495509"/>
                  </a:lnTo>
                  <a:close/>
                  <a:moveTo>
                    <a:pt x="2799984" y="436700"/>
                  </a:moveTo>
                  <a:lnTo>
                    <a:pt x="2851816" y="355062"/>
                  </a:lnTo>
                  <a:lnTo>
                    <a:pt x="2786732" y="347382"/>
                  </a:lnTo>
                  <a:close/>
                  <a:moveTo>
                    <a:pt x="2786732" y="347382"/>
                  </a:moveTo>
                  <a:lnTo>
                    <a:pt x="2851816" y="355062"/>
                  </a:lnTo>
                  <a:lnTo>
                    <a:pt x="2822873" y="278499"/>
                  </a:lnTo>
                  <a:close/>
                  <a:moveTo>
                    <a:pt x="2572596" y="200102"/>
                  </a:moveTo>
                  <a:lnTo>
                    <a:pt x="2575037" y="254624"/>
                  </a:lnTo>
                  <a:lnTo>
                    <a:pt x="2611696" y="208209"/>
                  </a:lnTo>
                  <a:close/>
                  <a:moveTo>
                    <a:pt x="2490489" y="106169"/>
                  </a:moveTo>
                  <a:lnTo>
                    <a:pt x="2526614" y="73575"/>
                  </a:lnTo>
                  <a:lnTo>
                    <a:pt x="2450846" y="68950"/>
                  </a:lnTo>
                  <a:close/>
                  <a:moveTo>
                    <a:pt x="2490489" y="106169"/>
                  </a:moveTo>
                  <a:lnTo>
                    <a:pt x="2551373" y="117263"/>
                  </a:lnTo>
                  <a:lnTo>
                    <a:pt x="2526614" y="73575"/>
                  </a:lnTo>
                  <a:close/>
                  <a:moveTo>
                    <a:pt x="2551373" y="117263"/>
                  </a:moveTo>
                  <a:lnTo>
                    <a:pt x="2596353" y="125995"/>
                  </a:lnTo>
                  <a:lnTo>
                    <a:pt x="2526614" y="735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31" name="Candidate_density__2130">
              <a:extLst>
                <a:ext uri="{FF2B5EF4-FFF2-40B4-BE49-F238E27FC236}">
                  <a16:creationId xmlns:a16="http://schemas.microsoft.com/office/drawing/2014/main" id="{8C058F68-A933-9B96-5257-5B2FAE6EE077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612046"/>
              <a:ext cx="2822873" cy="2229874"/>
            </a:xfrm>
            <a:custGeom>
              <a:avLst/>
              <a:gdLst/>
              <a:ahLst/>
              <a:cxnLst/>
              <a:rect l="0" t="0" r="0" b="0"/>
              <a:pathLst>
                <a:path w="2822873" h="2229874">
                  <a:moveTo>
                    <a:pt x="13696" y="1383775"/>
                  </a:moveTo>
                  <a:lnTo>
                    <a:pt x="30703" y="1336334"/>
                  </a:lnTo>
                  <a:lnTo>
                    <a:pt x="0" y="1402381"/>
                  </a:lnTo>
                  <a:close/>
                  <a:moveTo>
                    <a:pt x="0" y="1402381"/>
                  </a:moveTo>
                  <a:lnTo>
                    <a:pt x="30703" y="1336334"/>
                  </a:lnTo>
                  <a:lnTo>
                    <a:pt x="41082" y="1281729"/>
                  </a:lnTo>
                  <a:close/>
                  <a:moveTo>
                    <a:pt x="0" y="1402381"/>
                  </a:moveTo>
                  <a:lnTo>
                    <a:pt x="41082" y="1281729"/>
                  </a:lnTo>
                  <a:lnTo>
                    <a:pt x="4378" y="1320165"/>
                  </a:lnTo>
                  <a:close/>
                  <a:moveTo>
                    <a:pt x="77197" y="1231508"/>
                  </a:moveTo>
                  <a:lnTo>
                    <a:pt x="4378" y="1320165"/>
                  </a:lnTo>
                  <a:lnTo>
                    <a:pt x="41082" y="1281729"/>
                  </a:lnTo>
                  <a:close/>
                  <a:moveTo>
                    <a:pt x="30703" y="1336334"/>
                  </a:moveTo>
                  <a:lnTo>
                    <a:pt x="13696" y="1383775"/>
                  </a:lnTo>
                  <a:lnTo>
                    <a:pt x="29280" y="1363944"/>
                  </a:lnTo>
                  <a:close/>
                  <a:moveTo>
                    <a:pt x="372039" y="1574501"/>
                  </a:moveTo>
                  <a:lnTo>
                    <a:pt x="436014" y="1521888"/>
                  </a:lnTo>
                  <a:lnTo>
                    <a:pt x="414412" y="1500551"/>
                  </a:lnTo>
                  <a:close/>
                  <a:moveTo>
                    <a:pt x="372039" y="1574501"/>
                  </a:moveTo>
                  <a:lnTo>
                    <a:pt x="414412" y="1500551"/>
                  </a:lnTo>
                  <a:lnTo>
                    <a:pt x="337153" y="1502770"/>
                  </a:lnTo>
                  <a:close/>
                  <a:moveTo>
                    <a:pt x="41082" y="1281729"/>
                  </a:moveTo>
                  <a:lnTo>
                    <a:pt x="94650" y="1178368"/>
                  </a:lnTo>
                  <a:lnTo>
                    <a:pt x="77197" y="1231508"/>
                  </a:lnTo>
                  <a:close/>
                  <a:moveTo>
                    <a:pt x="94908" y="1161077"/>
                  </a:moveTo>
                  <a:lnTo>
                    <a:pt x="94650" y="1178368"/>
                  </a:lnTo>
                  <a:lnTo>
                    <a:pt x="41082" y="1281729"/>
                  </a:lnTo>
                  <a:close/>
                  <a:moveTo>
                    <a:pt x="69587" y="1243292"/>
                  </a:moveTo>
                  <a:lnTo>
                    <a:pt x="94908" y="1161077"/>
                  </a:lnTo>
                  <a:lnTo>
                    <a:pt x="41082" y="1281729"/>
                  </a:lnTo>
                  <a:close/>
                  <a:moveTo>
                    <a:pt x="106462" y="1125722"/>
                  </a:moveTo>
                  <a:lnTo>
                    <a:pt x="94650" y="1178368"/>
                  </a:lnTo>
                  <a:lnTo>
                    <a:pt x="94908" y="1161077"/>
                  </a:lnTo>
                  <a:close/>
                  <a:moveTo>
                    <a:pt x="1066538" y="2109222"/>
                  </a:moveTo>
                  <a:lnTo>
                    <a:pt x="1085289" y="2219524"/>
                  </a:lnTo>
                  <a:lnTo>
                    <a:pt x="1111704" y="2161033"/>
                  </a:lnTo>
                  <a:close/>
                  <a:moveTo>
                    <a:pt x="1063175" y="2229874"/>
                  </a:moveTo>
                  <a:lnTo>
                    <a:pt x="1085289" y="2219524"/>
                  </a:lnTo>
                  <a:lnTo>
                    <a:pt x="1066538" y="2109222"/>
                  </a:lnTo>
                  <a:close/>
                  <a:moveTo>
                    <a:pt x="1026144" y="2147658"/>
                  </a:moveTo>
                  <a:lnTo>
                    <a:pt x="1063175" y="2229874"/>
                  </a:lnTo>
                  <a:lnTo>
                    <a:pt x="1066538" y="2109222"/>
                  </a:lnTo>
                  <a:close/>
                  <a:moveTo>
                    <a:pt x="1045119" y="2027007"/>
                  </a:moveTo>
                  <a:lnTo>
                    <a:pt x="1026144" y="2147658"/>
                  </a:lnTo>
                  <a:lnTo>
                    <a:pt x="1066538" y="2109222"/>
                  </a:lnTo>
                  <a:close/>
                  <a:moveTo>
                    <a:pt x="857639" y="2065443"/>
                  </a:moveTo>
                  <a:lnTo>
                    <a:pt x="885997" y="2089669"/>
                  </a:lnTo>
                  <a:lnTo>
                    <a:pt x="891702" y="2055537"/>
                  </a:lnTo>
                  <a:close/>
                  <a:moveTo>
                    <a:pt x="855411" y="1983228"/>
                  </a:moveTo>
                  <a:lnTo>
                    <a:pt x="891702" y="2055537"/>
                  </a:lnTo>
                  <a:lnTo>
                    <a:pt x="860450" y="1980853"/>
                  </a:lnTo>
                  <a:close/>
                  <a:moveTo>
                    <a:pt x="855411" y="1983228"/>
                  </a:moveTo>
                  <a:lnTo>
                    <a:pt x="857639" y="2065443"/>
                  </a:lnTo>
                  <a:lnTo>
                    <a:pt x="891702" y="2055537"/>
                  </a:lnTo>
                  <a:close/>
                  <a:moveTo>
                    <a:pt x="970747" y="2051868"/>
                  </a:moveTo>
                  <a:lnTo>
                    <a:pt x="891702" y="2055537"/>
                  </a:lnTo>
                  <a:lnTo>
                    <a:pt x="885997" y="2089669"/>
                  </a:lnTo>
                  <a:close/>
                  <a:moveTo>
                    <a:pt x="891702" y="2055537"/>
                  </a:moveTo>
                  <a:lnTo>
                    <a:pt x="970747" y="2051868"/>
                  </a:lnTo>
                  <a:lnTo>
                    <a:pt x="941001" y="1975958"/>
                  </a:lnTo>
                  <a:close/>
                  <a:moveTo>
                    <a:pt x="891702" y="2055537"/>
                  </a:moveTo>
                  <a:lnTo>
                    <a:pt x="941001" y="1975958"/>
                  </a:lnTo>
                  <a:lnTo>
                    <a:pt x="860450" y="1980853"/>
                  </a:lnTo>
                  <a:close/>
                  <a:moveTo>
                    <a:pt x="496449" y="1634042"/>
                  </a:moveTo>
                  <a:lnTo>
                    <a:pt x="544302" y="1555638"/>
                  </a:lnTo>
                  <a:lnTo>
                    <a:pt x="464892" y="1559605"/>
                  </a:lnTo>
                  <a:close/>
                  <a:moveTo>
                    <a:pt x="544302" y="1555638"/>
                  </a:moveTo>
                  <a:lnTo>
                    <a:pt x="582991" y="1654368"/>
                  </a:lnTo>
                  <a:lnTo>
                    <a:pt x="650692" y="1552017"/>
                  </a:lnTo>
                  <a:close/>
                  <a:moveTo>
                    <a:pt x="94908" y="1161077"/>
                  </a:moveTo>
                  <a:lnTo>
                    <a:pt x="115189" y="1061578"/>
                  </a:lnTo>
                  <a:lnTo>
                    <a:pt x="106462" y="1125722"/>
                  </a:lnTo>
                  <a:close/>
                  <a:moveTo>
                    <a:pt x="121168" y="1040426"/>
                  </a:moveTo>
                  <a:lnTo>
                    <a:pt x="115189" y="1061578"/>
                  </a:lnTo>
                  <a:lnTo>
                    <a:pt x="94908" y="1161077"/>
                  </a:lnTo>
                  <a:close/>
                  <a:moveTo>
                    <a:pt x="747049" y="1633622"/>
                  </a:moveTo>
                  <a:lnTo>
                    <a:pt x="750385" y="1709465"/>
                  </a:lnTo>
                  <a:lnTo>
                    <a:pt x="726918" y="1698146"/>
                  </a:lnTo>
                  <a:close/>
                  <a:moveTo>
                    <a:pt x="129993" y="998498"/>
                  </a:moveTo>
                  <a:lnTo>
                    <a:pt x="115189" y="1061578"/>
                  </a:lnTo>
                  <a:lnTo>
                    <a:pt x="121168" y="1040426"/>
                  </a:lnTo>
                  <a:close/>
                  <a:moveTo>
                    <a:pt x="1066538" y="2109222"/>
                  </a:moveTo>
                  <a:lnTo>
                    <a:pt x="1111704" y="2161033"/>
                  </a:lnTo>
                  <a:lnTo>
                    <a:pt x="1131026" y="2082247"/>
                  </a:lnTo>
                  <a:close/>
                  <a:moveTo>
                    <a:pt x="1098181" y="1988571"/>
                  </a:moveTo>
                  <a:lnTo>
                    <a:pt x="1131026" y="2082247"/>
                  </a:lnTo>
                  <a:lnTo>
                    <a:pt x="1136524" y="2038631"/>
                  </a:lnTo>
                  <a:close/>
                  <a:moveTo>
                    <a:pt x="1066538" y="2109222"/>
                  </a:moveTo>
                  <a:lnTo>
                    <a:pt x="1131026" y="2082247"/>
                  </a:lnTo>
                  <a:lnTo>
                    <a:pt x="1098181" y="1988571"/>
                  </a:lnTo>
                  <a:close/>
                  <a:moveTo>
                    <a:pt x="1068551" y="1906356"/>
                  </a:moveTo>
                  <a:lnTo>
                    <a:pt x="1064452" y="1936186"/>
                  </a:lnTo>
                  <a:lnTo>
                    <a:pt x="1045119" y="2027007"/>
                  </a:lnTo>
                  <a:close/>
                  <a:moveTo>
                    <a:pt x="747049" y="1633622"/>
                  </a:moveTo>
                  <a:lnTo>
                    <a:pt x="811222" y="1660006"/>
                  </a:lnTo>
                  <a:lnTo>
                    <a:pt x="744946" y="1615932"/>
                  </a:lnTo>
                  <a:close/>
                  <a:moveTo>
                    <a:pt x="744946" y="1615932"/>
                  </a:moveTo>
                  <a:lnTo>
                    <a:pt x="812173" y="1659710"/>
                  </a:lnTo>
                  <a:lnTo>
                    <a:pt x="819311" y="1577495"/>
                  </a:lnTo>
                  <a:close/>
                  <a:moveTo>
                    <a:pt x="628150" y="1533717"/>
                  </a:moveTo>
                  <a:lnTo>
                    <a:pt x="650692" y="1552017"/>
                  </a:lnTo>
                  <a:lnTo>
                    <a:pt x="658669" y="1523252"/>
                  </a:lnTo>
                  <a:close/>
                  <a:moveTo>
                    <a:pt x="733628" y="1522904"/>
                  </a:moveTo>
                  <a:lnTo>
                    <a:pt x="658669" y="1523252"/>
                  </a:lnTo>
                  <a:lnTo>
                    <a:pt x="650692" y="1552017"/>
                  </a:lnTo>
                  <a:close/>
                  <a:moveTo>
                    <a:pt x="430247" y="1087310"/>
                  </a:moveTo>
                  <a:lnTo>
                    <a:pt x="363748" y="1099952"/>
                  </a:lnTo>
                  <a:lnTo>
                    <a:pt x="353180" y="1189464"/>
                  </a:lnTo>
                  <a:close/>
                  <a:moveTo>
                    <a:pt x="129993" y="998498"/>
                  </a:moveTo>
                  <a:lnTo>
                    <a:pt x="181855" y="977198"/>
                  </a:lnTo>
                  <a:lnTo>
                    <a:pt x="144110" y="958211"/>
                  </a:lnTo>
                  <a:close/>
                  <a:moveTo>
                    <a:pt x="215076" y="837559"/>
                  </a:moveTo>
                  <a:lnTo>
                    <a:pt x="213012" y="842457"/>
                  </a:lnTo>
                  <a:lnTo>
                    <a:pt x="144110" y="958211"/>
                  </a:lnTo>
                  <a:close/>
                  <a:moveTo>
                    <a:pt x="1098181" y="1988571"/>
                  </a:moveTo>
                  <a:lnTo>
                    <a:pt x="1136524" y="2038631"/>
                  </a:lnTo>
                  <a:lnTo>
                    <a:pt x="1142572" y="1972769"/>
                  </a:lnTo>
                  <a:close/>
                  <a:moveTo>
                    <a:pt x="1068551" y="1906356"/>
                  </a:moveTo>
                  <a:lnTo>
                    <a:pt x="1098181" y="1988571"/>
                  </a:lnTo>
                  <a:lnTo>
                    <a:pt x="1142572" y="1972769"/>
                  </a:lnTo>
                  <a:close/>
                  <a:moveTo>
                    <a:pt x="1232874" y="1959946"/>
                  </a:moveTo>
                  <a:lnTo>
                    <a:pt x="1142572" y="1972769"/>
                  </a:lnTo>
                  <a:lnTo>
                    <a:pt x="1136524" y="2038631"/>
                  </a:lnTo>
                  <a:close/>
                  <a:moveTo>
                    <a:pt x="1228058" y="1886998"/>
                  </a:moveTo>
                  <a:lnTo>
                    <a:pt x="1204027" y="1867918"/>
                  </a:lnTo>
                  <a:lnTo>
                    <a:pt x="1232874" y="1959946"/>
                  </a:lnTo>
                  <a:close/>
                  <a:moveTo>
                    <a:pt x="1232874" y="1959946"/>
                  </a:moveTo>
                  <a:lnTo>
                    <a:pt x="1204027" y="1867918"/>
                  </a:lnTo>
                  <a:lnTo>
                    <a:pt x="1127591" y="1884855"/>
                  </a:lnTo>
                  <a:close/>
                  <a:moveTo>
                    <a:pt x="1232874" y="1959946"/>
                  </a:moveTo>
                  <a:lnTo>
                    <a:pt x="1127591" y="1884855"/>
                  </a:lnTo>
                  <a:lnTo>
                    <a:pt x="1142572" y="1972769"/>
                  </a:lnTo>
                  <a:close/>
                  <a:moveTo>
                    <a:pt x="813691" y="1495280"/>
                  </a:moveTo>
                  <a:lnTo>
                    <a:pt x="819311" y="1577495"/>
                  </a:lnTo>
                  <a:lnTo>
                    <a:pt x="862954" y="1539059"/>
                  </a:lnTo>
                  <a:close/>
                  <a:moveTo>
                    <a:pt x="813691" y="1495280"/>
                  </a:moveTo>
                  <a:lnTo>
                    <a:pt x="862954" y="1539059"/>
                  </a:lnTo>
                  <a:lnTo>
                    <a:pt x="842711" y="1456843"/>
                  </a:lnTo>
                  <a:close/>
                  <a:moveTo>
                    <a:pt x="842711" y="1456843"/>
                  </a:moveTo>
                  <a:lnTo>
                    <a:pt x="875430" y="1404556"/>
                  </a:lnTo>
                  <a:lnTo>
                    <a:pt x="786402" y="1413065"/>
                  </a:lnTo>
                  <a:close/>
                  <a:moveTo>
                    <a:pt x="813691" y="1495280"/>
                  </a:moveTo>
                  <a:lnTo>
                    <a:pt x="842711" y="1456843"/>
                  </a:lnTo>
                  <a:lnTo>
                    <a:pt x="786402" y="1413065"/>
                  </a:lnTo>
                  <a:close/>
                  <a:moveTo>
                    <a:pt x="772144" y="1297041"/>
                  </a:moveTo>
                  <a:lnTo>
                    <a:pt x="845572" y="1392395"/>
                  </a:lnTo>
                  <a:lnTo>
                    <a:pt x="855392" y="1329634"/>
                  </a:lnTo>
                  <a:close/>
                  <a:moveTo>
                    <a:pt x="757429" y="1303369"/>
                  </a:moveTo>
                  <a:lnTo>
                    <a:pt x="729399" y="1330850"/>
                  </a:lnTo>
                  <a:lnTo>
                    <a:pt x="772144" y="1297041"/>
                  </a:lnTo>
                  <a:close/>
                  <a:moveTo>
                    <a:pt x="451932" y="969588"/>
                  </a:moveTo>
                  <a:lnTo>
                    <a:pt x="415959" y="1084204"/>
                  </a:lnTo>
                  <a:lnTo>
                    <a:pt x="432687" y="1079046"/>
                  </a:lnTo>
                  <a:close/>
                  <a:moveTo>
                    <a:pt x="451932" y="969588"/>
                  </a:moveTo>
                  <a:lnTo>
                    <a:pt x="432687" y="1079046"/>
                  </a:lnTo>
                  <a:lnTo>
                    <a:pt x="472485" y="963553"/>
                  </a:lnTo>
                  <a:close/>
                  <a:moveTo>
                    <a:pt x="472485" y="963553"/>
                  </a:moveTo>
                  <a:lnTo>
                    <a:pt x="432687" y="1079046"/>
                  </a:lnTo>
                  <a:lnTo>
                    <a:pt x="436804" y="1084204"/>
                  </a:lnTo>
                  <a:close/>
                  <a:moveTo>
                    <a:pt x="279270" y="784103"/>
                  </a:moveTo>
                  <a:lnTo>
                    <a:pt x="217978" y="833600"/>
                  </a:lnTo>
                  <a:lnTo>
                    <a:pt x="330659" y="761034"/>
                  </a:lnTo>
                  <a:close/>
                  <a:moveTo>
                    <a:pt x="1204027" y="1867918"/>
                  </a:moveTo>
                  <a:lnTo>
                    <a:pt x="1228058" y="1886998"/>
                  </a:lnTo>
                  <a:lnTo>
                    <a:pt x="1231534" y="1860943"/>
                  </a:lnTo>
                  <a:close/>
                  <a:moveTo>
                    <a:pt x="1330798" y="1840836"/>
                  </a:moveTo>
                  <a:lnTo>
                    <a:pt x="1231534" y="1860943"/>
                  </a:lnTo>
                  <a:lnTo>
                    <a:pt x="1228058" y="1886998"/>
                  </a:lnTo>
                  <a:close/>
                  <a:moveTo>
                    <a:pt x="1231534" y="1860943"/>
                  </a:moveTo>
                  <a:lnTo>
                    <a:pt x="1330798" y="1840836"/>
                  </a:lnTo>
                  <a:lnTo>
                    <a:pt x="1320498" y="1749118"/>
                  </a:lnTo>
                  <a:close/>
                  <a:moveTo>
                    <a:pt x="1330798" y="1840836"/>
                  </a:moveTo>
                  <a:lnTo>
                    <a:pt x="1396788" y="1747687"/>
                  </a:lnTo>
                  <a:lnTo>
                    <a:pt x="1320498" y="1749118"/>
                  </a:lnTo>
                  <a:close/>
                  <a:moveTo>
                    <a:pt x="1220670" y="1769683"/>
                  </a:moveTo>
                  <a:lnTo>
                    <a:pt x="1320498" y="1749118"/>
                  </a:lnTo>
                  <a:lnTo>
                    <a:pt x="1285076" y="1677823"/>
                  </a:lnTo>
                  <a:close/>
                  <a:moveTo>
                    <a:pt x="1220670" y="1769683"/>
                  </a:moveTo>
                  <a:lnTo>
                    <a:pt x="1285076" y="1677823"/>
                  </a:lnTo>
                  <a:lnTo>
                    <a:pt x="1198374" y="1687718"/>
                  </a:lnTo>
                  <a:close/>
                  <a:moveTo>
                    <a:pt x="875430" y="1404556"/>
                  </a:moveTo>
                  <a:lnTo>
                    <a:pt x="842711" y="1456843"/>
                  </a:lnTo>
                  <a:lnTo>
                    <a:pt x="918822" y="1351587"/>
                  </a:lnTo>
                  <a:close/>
                  <a:moveTo>
                    <a:pt x="918822" y="1351587"/>
                  </a:moveTo>
                  <a:lnTo>
                    <a:pt x="925845" y="1336192"/>
                  </a:lnTo>
                  <a:lnTo>
                    <a:pt x="936527" y="1374628"/>
                  </a:lnTo>
                  <a:close/>
                  <a:moveTo>
                    <a:pt x="939247" y="1253977"/>
                  </a:moveTo>
                  <a:lnTo>
                    <a:pt x="936527" y="1374628"/>
                  </a:lnTo>
                  <a:lnTo>
                    <a:pt x="925845" y="1336192"/>
                  </a:lnTo>
                  <a:close/>
                  <a:moveTo>
                    <a:pt x="867748" y="1274274"/>
                  </a:moveTo>
                  <a:lnTo>
                    <a:pt x="772144" y="1297041"/>
                  </a:lnTo>
                  <a:lnTo>
                    <a:pt x="855392" y="1329634"/>
                  </a:lnTo>
                  <a:close/>
                  <a:moveTo>
                    <a:pt x="658821" y="1007331"/>
                  </a:moveTo>
                  <a:lnTo>
                    <a:pt x="584899" y="1022173"/>
                  </a:lnTo>
                  <a:lnTo>
                    <a:pt x="602531" y="1107930"/>
                  </a:lnTo>
                  <a:close/>
                  <a:moveTo>
                    <a:pt x="472485" y="963553"/>
                  </a:moveTo>
                  <a:lnTo>
                    <a:pt x="513308" y="1045768"/>
                  </a:lnTo>
                  <a:lnTo>
                    <a:pt x="527939" y="925116"/>
                  </a:lnTo>
                  <a:close/>
                  <a:moveTo>
                    <a:pt x="518068" y="776229"/>
                  </a:moveTo>
                  <a:lnTo>
                    <a:pt x="457330" y="765015"/>
                  </a:lnTo>
                  <a:lnTo>
                    <a:pt x="546603" y="795896"/>
                  </a:lnTo>
                  <a:close/>
                  <a:moveTo>
                    <a:pt x="457330" y="765015"/>
                  </a:moveTo>
                  <a:lnTo>
                    <a:pt x="467063" y="777169"/>
                  </a:lnTo>
                  <a:lnTo>
                    <a:pt x="546603" y="795896"/>
                  </a:lnTo>
                  <a:close/>
                  <a:moveTo>
                    <a:pt x="925845" y="1336192"/>
                  </a:moveTo>
                  <a:lnTo>
                    <a:pt x="918822" y="1351587"/>
                  </a:lnTo>
                  <a:lnTo>
                    <a:pt x="1042566" y="1320387"/>
                  </a:lnTo>
                  <a:close/>
                  <a:moveTo>
                    <a:pt x="939247" y="1253977"/>
                  </a:moveTo>
                  <a:lnTo>
                    <a:pt x="1032159" y="1301295"/>
                  </a:lnTo>
                  <a:lnTo>
                    <a:pt x="1004560" y="1223640"/>
                  </a:lnTo>
                  <a:close/>
                  <a:moveTo>
                    <a:pt x="1032159" y="1301295"/>
                  </a:moveTo>
                  <a:lnTo>
                    <a:pt x="1043774" y="1297755"/>
                  </a:lnTo>
                  <a:lnTo>
                    <a:pt x="1045740" y="1268799"/>
                  </a:lnTo>
                  <a:close/>
                  <a:moveTo>
                    <a:pt x="1004560" y="1223640"/>
                  </a:moveTo>
                  <a:lnTo>
                    <a:pt x="1032159" y="1301295"/>
                  </a:lnTo>
                  <a:lnTo>
                    <a:pt x="1045740" y="1268799"/>
                  </a:lnTo>
                  <a:close/>
                  <a:moveTo>
                    <a:pt x="822061" y="1053270"/>
                  </a:moveTo>
                  <a:lnTo>
                    <a:pt x="774915" y="1092201"/>
                  </a:lnTo>
                  <a:lnTo>
                    <a:pt x="817906" y="1051110"/>
                  </a:lnTo>
                  <a:close/>
                  <a:moveTo>
                    <a:pt x="822061" y="1053270"/>
                  </a:moveTo>
                  <a:lnTo>
                    <a:pt x="822473" y="1051110"/>
                  </a:lnTo>
                  <a:lnTo>
                    <a:pt x="777481" y="1089546"/>
                  </a:lnTo>
                  <a:close/>
                  <a:moveTo>
                    <a:pt x="707835" y="1007331"/>
                  </a:moveTo>
                  <a:lnTo>
                    <a:pt x="820925" y="1049024"/>
                  </a:lnTo>
                  <a:lnTo>
                    <a:pt x="817906" y="1051110"/>
                  </a:lnTo>
                  <a:close/>
                  <a:moveTo>
                    <a:pt x="820925" y="1049024"/>
                  </a:moveTo>
                  <a:lnTo>
                    <a:pt x="771399" y="991736"/>
                  </a:lnTo>
                  <a:lnTo>
                    <a:pt x="822473" y="1051110"/>
                  </a:lnTo>
                  <a:close/>
                  <a:moveTo>
                    <a:pt x="822473" y="1051110"/>
                  </a:moveTo>
                  <a:lnTo>
                    <a:pt x="771399" y="991736"/>
                  </a:lnTo>
                  <a:lnTo>
                    <a:pt x="765167" y="1007331"/>
                  </a:lnTo>
                  <a:close/>
                  <a:moveTo>
                    <a:pt x="822473" y="1051110"/>
                  </a:moveTo>
                  <a:lnTo>
                    <a:pt x="765167" y="1007331"/>
                  </a:lnTo>
                  <a:lnTo>
                    <a:pt x="777481" y="1089546"/>
                  </a:lnTo>
                  <a:close/>
                  <a:moveTo>
                    <a:pt x="546603" y="795896"/>
                  </a:moveTo>
                  <a:lnTo>
                    <a:pt x="467063" y="777169"/>
                  </a:lnTo>
                  <a:lnTo>
                    <a:pt x="598702" y="775483"/>
                  </a:lnTo>
                  <a:close/>
                  <a:moveTo>
                    <a:pt x="675333" y="783336"/>
                  </a:moveTo>
                  <a:lnTo>
                    <a:pt x="546603" y="795896"/>
                  </a:lnTo>
                  <a:lnTo>
                    <a:pt x="598702" y="775483"/>
                  </a:lnTo>
                  <a:close/>
                  <a:moveTo>
                    <a:pt x="1397855" y="1746820"/>
                  </a:moveTo>
                  <a:lnTo>
                    <a:pt x="1385111" y="1765134"/>
                  </a:lnTo>
                  <a:lnTo>
                    <a:pt x="1411415" y="1708831"/>
                  </a:lnTo>
                  <a:close/>
                  <a:moveTo>
                    <a:pt x="1372992" y="1806533"/>
                  </a:moveTo>
                  <a:lnTo>
                    <a:pt x="1385111" y="1765134"/>
                  </a:lnTo>
                  <a:lnTo>
                    <a:pt x="1397855" y="1746820"/>
                  </a:lnTo>
                  <a:close/>
                  <a:moveTo>
                    <a:pt x="1246174" y="1309124"/>
                  </a:moveTo>
                  <a:lnTo>
                    <a:pt x="1189851" y="1259319"/>
                  </a:lnTo>
                  <a:lnTo>
                    <a:pt x="1240786" y="1352962"/>
                  </a:lnTo>
                  <a:close/>
                  <a:moveTo>
                    <a:pt x="1240786" y="1352962"/>
                  </a:moveTo>
                  <a:lnTo>
                    <a:pt x="1189851" y="1259319"/>
                  </a:lnTo>
                  <a:lnTo>
                    <a:pt x="1143359" y="1271484"/>
                  </a:lnTo>
                  <a:close/>
                  <a:moveTo>
                    <a:pt x="1240786" y="1352962"/>
                  </a:moveTo>
                  <a:lnTo>
                    <a:pt x="1308288" y="1358676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326786" y="1331863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240786" y="1352962"/>
                  </a:lnTo>
                  <a:lnTo>
                    <a:pt x="1332416" y="1352911"/>
                  </a:lnTo>
                  <a:close/>
                  <a:moveTo>
                    <a:pt x="1240786" y="1352962"/>
                  </a:moveTo>
                  <a:lnTo>
                    <a:pt x="1263332" y="1373276"/>
                  </a:lnTo>
                  <a:lnTo>
                    <a:pt x="1332416" y="1352911"/>
                  </a:lnTo>
                  <a:close/>
                  <a:moveTo>
                    <a:pt x="1308288" y="1358676"/>
                  </a:moveTo>
                  <a:lnTo>
                    <a:pt x="1352738" y="1341534"/>
                  </a:lnTo>
                  <a:lnTo>
                    <a:pt x="1326786" y="1331863"/>
                  </a:lnTo>
                  <a:close/>
                  <a:moveTo>
                    <a:pt x="1308288" y="1358676"/>
                  </a:moveTo>
                  <a:lnTo>
                    <a:pt x="1332416" y="1352911"/>
                  </a:lnTo>
                  <a:lnTo>
                    <a:pt x="1352738" y="1341534"/>
                  </a:lnTo>
                  <a:close/>
                  <a:moveTo>
                    <a:pt x="1043774" y="1297755"/>
                  </a:moveTo>
                  <a:lnTo>
                    <a:pt x="1143359" y="1271484"/>
                  </a:lnTo>
                  <a:lnTo>
                    <a:pt x="1028050" y="1215541"/>
                  </a:lnTo>
                  <a:close/>
                  <a:moveTo>
                    <a:pt x="1587756" y="1588179"/>
                  </a:moveTo>
                  <a:lnTo>
                    <a:pt x="1628367" y="1631958"/>
                  </a:lnTo>
                  <a:lnTo>
                    <a:pt x="1661728" y="1549743"/>
                  </a:lnTo>
                  <a:close/>
                  <a:moveTo>
                    <a:pt x="1378863" y="1401392"/>
                  </a:moveTo>
                  <a:lnTo>
                    <a:pt x="1352738" y="1341534"/>
                  </a:lnTo>
                  <a:lnTo>
                    <a:pt x="1332416" y="1352911"/>
                  </a:lnTo>
                  <a:close/>
                  <a:moveTo>
                    <a:pt x="1416275" y="1331476"/>
                  </a:moveTo>
                  <a:lnTo>
                    <a:pt x="1352738" y="1341534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416275" y="1331476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523220" y="1405216"/>
                  </a:lnTo>
                  <a:lnTo>
                    <a:pt x="1489558" y="1332491"/>
                  </a:lnTo>
                  <a:close/>
                  <a:moveTo>
                    <a:pt x="1456253" y="1399067"/>
                  </a:moveTo>
                  <a:lnTo>
                    <a:pt x="1489558" y="1332491"/>
                  </a:lnTo>
                  <a:lnTo>
                    <a:pt x="1416275" y="1331476"/>
                  </a:lnTo>
                  <a:close/>
                  <a:moveTo>
                    <a:pt x="1416275" y="1331476"/>
                  </a:moveTo>
                  <a:lnTo>
                    <a:pt x="1326786" y="1331863"/>
                  </a:lnTo>
                  <a:lnTo>
                    <a:pt x="1352738" y="1341534"/>
                  </a:lnTo>
                  <a:close/>
                  <a:moveTo>
                    <a:pt x="1343456" y="1229992"/>
                  </a:moveTo>
                  <a:lnTo>
                    <a:pt x="1326786" y="1331863"/>
                  </a:lnTo>
                  <a:lnTo>
                    <a:pt x="1416275" y="1331476"/>
                  </a:lnTo>
                  <a:close/>
                  <a:moveTo>
                    <a:pt x="1189851" y="1259319"/>
                  </a:moveTo>
                  <a:lnTo>
                    <a:pt x="1246174" y="1309124"/>
                  </a:lnTo>
                  <a:lnTo>
                    <a:pt x="1251757" y="1243949"/>
                  </a:lnTo>
                  <a:close/>
                  <a:moveTo>
                    <a:pt x="1251757" y="1243949"/>
                  </a:moveTo>
                  <a:lnTo>
                    <a:pt x="1145682" y="1212059"/>
                  </a:lnTo>
                  <a:lnTo>
                    <a:pt x="1189851" y="1259319"/>
                  </a:lnTo>
                  <a:close/>
                  <a:moveTo>
                    <a:pt x="1343456" y="1229992"/>
                  </a:moveTo>
                  <a:lnTo>
                    <a:pt x="1246174" y="1309124"/>
                  </a:lnTo>
                  <a:lnTo>
                    <a:pt x="1326786" y="1331863"/>
                  </a:lnTo>
                  <a:close/>
                  <a:moveTo>
                    <a:pt x="1343456" y="1229992"/>
                  </a:moveTo>
                  <a:lnTo>
                    <a:pt x="1251757" y="1243949"/>
                  </a:lnTo>
                  <a:lnTo>
                    <a:pt x="1246174" y="1309124"/>
                  </a:lnTo>
                  <a:close/>
                  <a:moveTo>
                    <a:pt x="1251757" y="1243949"/>
                  </a:moveTo>
                  <a:lnTo>
                    <a:pt x="1343456" y="1229992"/>
                  </a:lnTo>
                  <a:lnTo>
                    <a:pt x="1329868" y="1140947"/>
                  </a:lnTo>
                  <a:close/>
                  <a:moveTo>
                    <a:pt x="1428923" y="1221101"/>
                  </a:moveTo>
                  <a:lnTo>
                    <a:pt x="1337656" y="1138668"/>
                  </a:lnTo>
                  <a:lnTo>
                    <a:pt x="1329868" y="1140947"/>
                  </a:lnTo>
                  <a:close/>
                  <a:moveTo>
                    <a:pt x="1337656" y="1138668"/>
                  </a:moveTo>
                  <a:lnTo>
                    <a:pt x="1446500" y="1106720"/>
                  </a:lnTo>
                  <a:lnTo>
                    <a:pt x="1325176" y="1110641"/>
                  </a:lnTo>
                  <a:close/>
                  <a:moveTo>
                    <a:pt x="1325176" y="1110641"/>
                  </a:moveTo>
                  <a:lnTo>
                    <a:pt x="1446500" y="1106720"/>
                  </a:lnTo>
                  <a:lnTo>
                    <a:pt x="1450019" y="1083547"/>
                  </a:lnTo>
                  <a:close/>
                  <a:moveTo>
                    <a:pt x="1878777" y="1197838"/>
                  </a:moveTo>
                  <a:lnTo>
                    <a:pt x="1974930" y="1222408"/>
                  </a:lnTo>
                  <a:lnTo>
                    <a:pt x="1946390" y="1187788"/>
                  </a:lnTo>
                  <a:close/>
                  <a:moveTo>
                    <a:pt x="1488820" y="972222"/>
                  </a:moveTo>
                  <a:lnTo>
                    <a:pt x="1579663" y="859204"/>
                  </a:lnTo>
                  <a:lnTo>
                    <a:pt x="1579559" y="858952"/>
                  </a:lnTo>
                  <a:close/>
                  <a:moveTo>
                    <a:pt x="1513804" y="812318"/>
                  </a:moveTo>
                  <a:lnTo>
                    <a:pt x="1491782" y="815149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513804" y="812318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648769" y="863278"/>
                  </a:lnTo>
                  <a:lnTo>
                    <a:pt x="1513804" y="812318"/>
                  </a:lnTo>
                  <a:close/>
                  <a:moveTo>
                    <a:pt x="1648769" y="863278"/>
                  </a:moveTo>
                  <a:lnTo>
                    <a:pt x="1579559" y="858952"/>
                  </a:lnTo>
                  <a:lnTo>
                    <a:pt x="1654842" y="861625"/>
                  </a:lnTo>
                  <a:close/>
                  <a:moveTo>
                    <a:pt x="1579559" y="858952"/>
                  </a:moveTo>
                  <a:lnTo>
                    <a:pt x="1579663" y="859204"/>
                  </a:lnTo>
                  <a:lnTo>
                    <a:pt x="1654842" y="861625"/>
                  </a:lnTo>
                  <a:close/>
                  <a:moveTo>
                    <a:pt x="2154026" y="1434434"/>
                  </a:moveTo>
                  <a:lnTo>
                    <a:pt x="2182915" y="1516649"/>
                  </a:lnTo>
                  <a:lnTo>
                    <a:pt x="2236714" y="1478212"/>
                  </a:lnTo>
                  <a:close/>
                  <a:moveTo>
                    <a:pt x="2215754" y="1350296"/>
                  </a:moveTo>
                  <a:lnTo>
                    <a:pt x="2170363" y="1395787"/>
                  </a:lnTo>
                  <a:lnTo>
                    <a:pt x="2154026" y="1434434"/>
                  </a:lnTo>
                  <a:close/>
                  <a:moveTo>
                    <a:pt x="1946390" y="1187788"/>
                  </a:moveTo>
                  <a:lnTo>
                    <a:pt x="1974930" y="1222408"/>
                  </a:lnTo>
                  <a:lnTo>
                    <a:pt x="1973462" y="1181454"/>
                  </a:lnTo>
                  <a:close/>
                  <a:moveTo>
                    <a:pt x="1973462" y="1181454"/>
                  </a:moveTo>
                  <a:lnTo>
                    <a:pt x="1959286" y="1163917"/>
                  </a:lnTo>
                  <a:lnTo>
                    <a:pt x="1946390" y="1187788"/>
                  </a:lnTo>
                  <a:close/>
                  <a:moveTo>
                    <a:pt x="1630876" y="835477"/>
                  </a:moveTo>
                  <a:lnTo>
                    <a:pt x="1695992" y="824887"/>
                  </a:lnTo>
                  <a:lnTo>
                    <a:pt x="1654842" y="861625"/>
                  </a:lnTo>
                  <a:close/>
                  <a:moveTo>
                    <a:pt x="1630876" y="835477"/>
                  </a:moveTo>
                  <a:lnTo>
                    <a:pt x="1654842" y="861625"/>
                  </a:lnTo>
                  <a:lnTo>
                    <a:pt x="1579663" y="859204"/>
                  </a:lnTo>
                  <a:close/>
                  <a:moveTo>
                    <a:pt x="1658618" y="858928"/>
                  </a:moveTo>
                  <a:lnTo>
                    <a:pt x="1654842" y="861625"/>
                  </a:lnTo>
                  <a:lnTo>
                    <a:pt x="1695992" y="824887"/>
                  </a:lnTo>
                  <a:close/>
                  <a:moveTo>
                    <a:pt x="1695992" y="824887"/>
                  </a:moveTo>
                  <a:lnTo>
                    <a:pt x="1700992" y="818971"/>
                  </a:lnTo>
                  <a:lnTo>
                    <a:pt x="1658618" y="858928"/>
                  </a:lnTo>
                  <a:close/>
                  <a:moveTo>
                    <a:pt x="1658618" y="858928"/>
                  </a:moveTo>
                  <a:lnTo>
                    <a:pt x="1700992" y="818971"/>
                  </a:lnTo>
                  <a:lnTo>
                    <a:pt x="1701029" y="738277"/>
                  </a:lnTo>
                  <a:close/>
                  <a:moveTo>
                    <a:pt x="1658618" y="858928"/>
                  </a:moveTo>
                  <a:lnTo>
                    <a:pt x="1701029" y="738277"/>
                  </a:lnTo>
                  <a:lnTo>
                    <a:pt x="1648771" y="776713"/>
                  </a:lnTo>
                  <a:close/>
                  <a:moveTo>
                    <a:pt x="2260757" y="1469440"/>
                  </a:moveTo>
                  <a:lnTo>
                    <a:pt x="2363860" y="1446212"/>
                  </a:lnTo>
                  <a:lnTo>
                    <a:pt x="2344787" y="1361625"/>
                  </a:lnTo>
                  <a:close/>
                  <a:moveTo>
                    <a:pt x="2260757" y="1469440"/>
                  </a:moveTo>
                  <a:lnTo>
                    <a:pt x="2344787" y="1361625"/>
                  </a:lnTo>
                  <a:lnTo>
                    <a:pt x="2253613" y="1375157"/>
                  </a:lnTo>
                  <a:close/>
                  <a:moveTo>
                    <a:pt x="2253613" y="1375157"/>
                  </a:moveTo>
                  <a:lnTo>
                    <a:pt x="2292260" y="1357681"/>
                  </a:lnTo>
                  <a:lnTo>
                    <a:pt x="2215754" y="1350296"/>
                  </a:lnTo>
                  <a:close/>
                  <a:moveTo>
                    <a:pt x="2253613" y="1375157"/>
                  </a:moveTo>
                  <a:lnTo>
                    <a:pt x="2344787" y="1361625"/>
                  </a:lnTo>
                  <a:lnTo>
                    <a:pt x="2292260" y="1357681"/>
                  </a:lnTo>
                  <a:close/>
                  <a:moveTo>
                    <a:pt x="2193115" y="723695"/>
                  </a:moveTo>
                  <a:lnTo>
                    <a:pt x="2114006" y="743618"/>
                  </a:lnTo>
                  <a:lnTo>
                    <a:pt x="2224881" y="738811"/>
                  </a:lnTo>
                  <a:close/>
                  <a:moveTo>
                    <a:pt x="2224881" y="738811"/>
                  </a:moveTo>
                  <a:lnTo>
                    <a:pt x="2114006" y="743618"/>
                  </a:lnTo>
                  <a:lnTo>
                    <a:pt x="2096686" y="753370"/>
                  </a:lnTo>
                  <a:close/>
                  <a:moveTo>
                    <a:pt x="2193115" y="723695"/>
                  </a:moveTo>
                  <a:lnTo>
                    <a:pt x="2089136" y="725141"/>
                  </a:lnTo>
                  <a:lnTo>
                    <a:pt x="2114006" y="743618"/>
                  </a:lnTo>
                  <a:close/>
                  <a:moveTo>
                    <a:pt x="2386502" y="727159"/>
                  </a:moveTo>
                  <a:lnTo>
                    <a:pt x="2426536" y="748961"/>
                  </a:lnTo>
                  <a:lnTo>
                    <a:pt x="2377325" y="814914"/>
                  </a:lnTo>
                  <a:close/>
                  <a:moveTo>
                    <a:pt x="2111979" y="228604"/>
                  </a:moveTo>
                  <a:lnTo>
                    <a:pt x="2122096" y="202770"/>
                  </a:lnTo>
                  <a:lnTo>
                    <a:pt x="2013682" y="247926"/>
                  </a:lnTo>
                  <a:close/>
                  <a:moveTo>
                    <a:pt x="2129872" y="113965"/>
                  </a:moveTo>
                  <a:lnTo>
                    <a:pt x="2122096" y="202770"/>
                  </a:lnTo>
                  <a:lnTo>
                    <a:pt x="2222988" y="96581"/>
                  </a:lnTo>
                  <a:close/>
                  <a:moveTo>
                    <a:pt x="2222988" y="96581"/>
                  </a:moveTo>
                  <a:lnTo>
                    <a:pt x="2172320" y="217233"/>
                  </a:lnTo>
                  <a:lnTo>
                    <a:pt x="2226835" y="100509"/>
                  </a:lnTo>
                  <a:close/>
                  <a:moveTo>
                    <a:pt x="2640419" y="469221"/>
                  </a:moveTo>
                  <a:lnTo>
                    <a:pt x="2676516" y="451960"/>
                  </a:lnTo>
                  <a:lnTo>
                    <a:pt x="2604662" y="470798"/>
                  </a:lnTo>
                  <a:close/>
                  <a:moveTo>
                    <a:pt x="2604662" y="470798"/>
                  </a:moveTo>
                  <a:lnTo>
                    <a:pt x="2676516" y="451960"/>
                  </a:lnTo>
                  <a:lnTo>
                    <a:pt x="2649988" y="394448"/>
                  </a:lnTo>
                  <a:close/>
                  <a:moveTo>
                    <a:pt x="2604662" y="470798"/>
                  </a:moveTo>
                  <a:lnTo>
                    <a:pt x="2649988" y="394448"/>
                  </a:lnTo>
                  <a:lnTo>
                    <a:pt x="2579040" y="391536"/>
                  </a:lnTo>
                  <a:close/>
                  <a:moveTo>
                    <a:pt x="2649988" y="394448"/>
                  </a:moveTo>
                  <a:lnTo>
                    <a:pt x="2676516" y="451960"/>
                  </a:lnTo>
                  <a:lnTo>
                    <a:pt x="2698852" y="387006"/>
                  </a:lnTo>
                  <a:close/>
                  <a:moveTo>
                    <a:pt x="2371964" y="149261"/>
                  </a:moveTo>
                  <a:lnTo>
                    <a:pt x="2315473" y="178797"/>
                  </a:lnTo>
                  <a:lnTo>
                    <a:pt x="2263192" y="236441"/>
                  </a:lnTo>
                  <a:close/>
                  <a:moveTo>
                    <a:pt x="2424386" y="156399"/>
                  </a:moveTo>
                  <a:lnTo>
                    <a:pt x="2339371" y="164922"/>
                  </a:lnTo>
                  <a:lnTo>
                    <a:pt x="2450846" y="165532"/>
                  </a:lnTo>
                  <a:close/>
                  <a:moveTo>
                    <a:pt x="2339371" y="164922"/>
                  </a:moveTo>
                  <a:lnTo>
                    <a:pt x="2371964" y="149261"/>
                  </a:lnTo>
                  <a:lnTo>
                    <a:pt x="2450846" y="165532"/>
                  </a:lnTo>
                  <a:close/>
                  <a:moveTo>
                    <a:pt x="2510423" y="147044"/>
                  </a:moveTo>
                  <a:lnTo>
                    <a:pt x="2424386" y="156399"/>
                  </a:lnTo>
                  <a:lnTo>
                    <a:pt x="2526614" y="170157"/>
                  </a:lnTo>
                  <a:close/>
                  <a:moveTo>
                    <a:pt x="2424386" y="156399"/>
                  </a:moveTo>
                  <a:lnTo>
                    <a:pt x="2450846" y="165532"/>
                  </a:lnTo>
                  <a:lnTo>
                    <a:pt x="2526614" y="170157"/>
                  </a:lnTo>
                  <a:close/>
                  <a:moveTo>
                    <a:pt x="2227141" y="95480"/>
                  </a:moveTo>
                  <a:lnTo>
                    <a:pt x="2329214" y="73088"/>
                  </a:lnTo>
                  <a:lnTo>
                    <a:pt x="2295997" y="0"/>
                  </a:lnTo>
                  <a:close/>
                  <a:moveTo>
                    <a:pt x="2640419" y="469221"/>
                  </a:moveTo>
                  <a:lnTo>
                    <a:pt x="2704264" y="550508"/>
                  </a:lnTo>
                  <a:lnTo>
                    <a:pt x="2684179" y="466745"/>
                  </a:lnTo>
                  <a:close/>
                  <a:moveTo>
                    <a:pt x="2704264" y="550508"/>
                  </a:moveTo>
                  <a:lnTo>
                    <a:pt x="2799984" y="533282"/>
                  </a:lnTo>
                  <a:lnTo>
                    <a:pt x="2786732" y="443964"/>
                  </a:lnTo>
                  <a:close/>
                  <a:moveTo>
                    <a:pt x="2704264" y="550508"/>
                  </a:moveTo>
                  <a:lnTo>
                    <a:pt x="2786732" y="443964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745058" y="377750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822873" y="375080"/>
                  </a:lnTo>
                  <a:lnTo>
                    <a:pt x="2745058" y="37775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32" name="Candidate_density__2131">
              <a:extLst>
                <a:ext uri="{FF2B5EF4-FFF2-40B4-BE49-F238E27FC236}">
                  <a16:creationId xmlns:a16="http://schemas.microsoft.com/office/drawing/2014/main" id="{BDB3D75A-4D83-321B-F4A1-138D35947557}"/>
                </a:ext>
              </a:extLst>
            </p:cNvPr>
            <p:cNvSpPr>
              <a:spLocks noGrp="1"/>
            </p:cNvSpPr>
            <p:nvPr/>
          </p:nvSpPr>
          <p:spPr>
            <a:xfrm>
              <a:off x="3628835" y="1612046"/>
              <a:ext cx="2600948" cy="2109222"/>
            </a:xfrm>
            <a:custGeom>
              <a:avLst/>
              <a:gdLst/>
              <a:ahLst/>
              <a:cxnLst/>
              <a:rect l="0" t="0" r="0" b="0"/>
              <a:pathLst>
                <a:path w="2600948" h="2109222">
                  <a:moveTo>
                    <a:pt x="600867" y="2021665"/>
                  </a:moveTo>
                  <a:lnTo>
                    <a:pt x="620437" y="2103880"/>
                  </a:lnTo>
                  <a:lnTo>
                    <a:pt x="713529" y="2065443"/>
                  </a:lnTo>
                  <a:close/>
                  <a:moveTo>
                    <a:pt x="600867" y="2021665"/>
                  </a:moveTo>
                  <a:lnTo>
                    <a:pt x="713529" y="2065443"/>
                  </a:lnTo>
                  <a:lnTo>
                    <a:pt x="711301" y="1983228"/>
                  </a:lnTo>
                  <a:close/>
                  <a:moveTo>
                    <a:pt x="240304" y="1572153"/>
                  </a:moveTo>
                  <a:lnTo>
                    <a:pt x="291903" y="1521888"/>
                  </a:lnTo>
                  <a:lnTo>
                    <a:pt x="227928" y="1574501"/>
                  </a:lnTo>
                  <a:close/>
                  <a:moveTo>
                    <a:pt x="270302" y="1500551"/>
                  </a:moveTo>
                  <a:lnTo>
                    <a:pt x="291903" y="1521888"/>
                  </a:lnTo>
                  <a:lnTo>
                    <a:pt x="362522" y="1507261"/>
                  </a:lnTo>
                  <a:close/>
                  <a:moveTo>
                    <a:pt x="400191" y="1555638"/>
                  </a:moveTo>
                  <a:lnTo>
                    <a:pt x="506582" y="1552017"/>
                  </a:lnTo>
                  <a:lnTo>
                    <a:pt x="484040" y="1533717"/>
                  </a:lnTo>
                  <a:close/>
                  <a:moveTo>
                    <a:pt x="291903" y="1521888"/>
                  </a:moveTo>
                  <a:lnTo>
                    <a:pt x="240304" y="1572153"/>
                  </a:lnTo>
                  <a:lnTo>
                    <a:pt x="320782" y="1559605"/>
                  </a:lnTo>
                  <a:close/>
                  <a:moveTo>
                    <a:pt x="320782" y="1559605"/>
                  </a:moveTo>
                  <a:lnTo>
                    <a:pt x="362522" y="1507261"/>
                  </a:lnTo>
                  <a:lnTo>
                    <a:pt x="291903" y="1521888"/>
                  </a:lnTo>
                  <a:close/>
                  <a:moveTo>
                    <a:pt x="320782" y="1559605"/>
                  </a:moveTo>
                  <a:lnTo>
                    <a:pt x="400191" y="1555638"/>
                  </a:lnTo>
                  <a:lnTo>
                    <a:pt x="362522" y="1507261"/>
                  </a:lnTo>
                  <a:close/>
                  <a:moveTo>
                    <a:pt x="491127" y="1494233"/>
                  </a:moveTo>
                  <a:lnTo>
                    <a:pt x="362522" y="1507261"/>
                  </a:lnTo>
                  <a:lnTo>
                    <a:pt x="484040" y="1533717"/>
                  </a:lnTo>
                  <a:close/>
                  <a:moveTo>
                    <a:pt x="484040" y="1533717"/>
                  </a:moveTo>
                  <a:lnTo>
                    <a:pt x="362522" y="1507261"/>
                  </a:lnTo>
                  <a:lnTo>
                    <a:pt x="400191" y="1555638"/>
                  </a:lnTo>
                  <a:close/>
                  <a:moveTo>
                    <a:pt x="901009" y="2027007"/>
                  </a:moveTo>
                  <a:lnTo>
                    <a:pt x="922428" y="2109222"/>
                  </a:lnTo>
                  <a:lnTo>
                    <a:pt x="954070" y="1988571"/>
                  </a:lnTo>
                  <a:close/>
                  <a:moveTo>
                    <a:pt x="954070" y="1988571"/>
                  </a:moveTo>
                  <a:lnTo>
                    <a:pt x="924440" y="1906356"/>
                  </a:lnTo>
                  <a:lnTo>
                    <a:pt x="901009" y="2027007"/>
                  </a:lnTo>
                  <a:close/>
                  <a:moveTo>
                    <a:pt x="669580" y="1495280"/>
                  </a:moveTo>
                  <a:lnTo>
                    <a:pt x="600836" y="1615932"/>
                  </a:lnTo>
                  <a:lnTo>
                    <a:pt x="675201" y="1577495"/>
                  </a:lnTo>
                  <a:close/>
                  <a:moveTo>
                    <a:pt x="491127" y="1494233"/>
                  </a:moveTo>
                  <a:lnTo>
                    <a:pt x="484040" y="1533717"/>
                  </a:lnTo>
                  <a:lnTo>
                    <a:pt x="514559" y="1523252"/>
                  </a:lnTo>
                  <a:close/>
                  <a:moveTo>
                    <a:pt x="514559" y="1523252"/>
                  </a:moveTo>
                  <a:lnTo>
                    <a:pt x="495156" y="1451501"/>
                  </a:lnTo>
                  <a:lnTo>
                    <a:pt x="491127" y="1494233"/>
                  </a:lnTo>
                  <a:close/>
                  <a:moveTo>
                    <a:pt x="278038" y="1166420"/>
                  </a:moveTo>
                  <a:lnTo>
                    <a:pt x="291792" y="1091068"/>
                  </a:lnTo>
                  <a:lnTo>
                    <a:pt x="286137" y="1087310"/>
                  </a:lnTo>
                  <a:close/>
                  <a:moveTo>
                    <a:pt x="209070" y="1189464"/>
                  </a:moveTo>
                  <a:lnTo>
                    <a:pt x="278038" y="1166420"/>
                  </a:lnTo>
                  <a:lnTo>
                    <a:pt x="286137" y="1087310"/>
                  </a:lnTo>
                  <a:close/>
                  <a:moveTo>
                    <a:pt x="286137" y="1087310"/>
                  </a:moveTo>
                  <a:lnTo>
                    <a:pt x="292694" y="1084204"/>
                  </a:lnTo>
                  <a:lnTo>
                    <a:pt x="288577" y="1079046"/>
                  </a:lnTo>
                  <a:close/>
                  <a:moveTo>
                    <a:pt x="271849" y="1084204"/>
                  </a:moveTo>
                  <a:lnTo>
                    <a:pt x="286137" y="1087310"/>
                  </a:lnTo>
                  <a:lnTo>
                    <a:pt x="288577" y="1079046"/>
                  </a:lnTo>
                  <a:close/>
                  <a:moveTo>
                    <a:pt x="286137" y="1087310"/>
                  </a:moveTo>
                  <a:lnTo>
                    <a:pt x="291792" y="1091068"/>
                  </a:lnTo>
                  <a:lnTo>
                    <a:pt x="292694" y="1084204"/>
                  </a:lnTo>
                  <a:close/>
                  <a:moveTo>
                    <a:pt x="44543" y="919774"/>
                  </a:moveTo>
                  <a:lnTo>
                    <a:pt x="70966" y="837559"/>
                  </a:lnTo>
                  <a:lnTo>
                    <a:pt x="0" y="958211"/>
                  </a:lnTo>
                  <a:close/>
                  <a:moveTo>
                    <a:pt x="73868" y="833600"/>
                  </a:moveTo>
                  <a:lnTo>
                    <a:pt x="68902" y="842457"/>
                  </a:lnTo>
                  <a:lnTo>
                    <a:pt x="70966" y="837559"/>
                  </a:lnTo>
                  <a:close/>
                  <a:moveTo>
                    <a:pt x="924440" y="1906356"/>
                  </a:moveTo>
                  <a:lnTo>
                    <a:pt x="998461" y="1972769"/>
                  </a:lnTo>
                  <a:lnTo>
                    <a:pt x="983481" y="1884855"/>
                  </a:lnTo>
                  <a:close/>
                  <a:moveTo>
                    <a:pt x="1059917" y="1867918"/>
                  </a:moveTo>
                  <a:lnTo>
                    <a:pt x="1017547" y="1785704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63798" y="1800765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91958" y="1703489"/>
                  </a:lnTo>
                  <a:lnTo>
                    <a:pt x="963798" y="1800765"/>
                  </a:lnTo>
                  <a:close/>
                  <a:moveTo>
                    <a:pt x="991958" y="1703489"/>
                  </a:moveTo>
                  <a:lnTo>
                    <a:pt x="933158" y="1725583"/>
                  </a:lnTo>
                  <a:lnTo>
                    <a:pt x="963798" y="1800765"/>
                  </a:lnTo>
                  <a:close/>
                  <a:moveTo>
                    <a:pt x="349211" y="1136124"/>
                  </a:moveTo>
                  <a:lnTo>
                    <a:pt x="291792" y="1091068"/>
                  </a:lnTo>
                  <a:lnTo>
                    <a:pt x="278038" y="1166420"/>
                  </a:lnTo>
                  <a:close/>
                  <a:moveTo>
                    <a:pt x="291792" y="1091068"/>
                  </a:moveTo>
                  <a:lnTo>
                    <a:pt x="349211" y="1136124"/>
                  </a:lnTo>
                  <a:lnTo>
                    <a:pt x="292694" y="1084204"/>
                  </a:lnTo>
                  <a:close/>
                  <a:moveTo>
                    <a:pt x="292694" y="1084204"/>
                  </a:moveTo>
                  <a:lnTo>
                    <a:pt x="349211" y="1136124"/>
                  </a:lnTo>
                  <a:lnTo>
                    <a:pt x="378649" y="1127983"/>
                  </a:lnTo>
                  <a:close/>
                  <a:moveTo>
                    <a:pt x="292694" y="1084204"/>
                  </a:moveTo>
                  <a:lnTo>
                    <a:pt x="378649" y="1127983"/>
                  </a:lnTo>
                  <a:lnTo>
                    <a:pt x="369198" y="1045768"/>
                  </a:lnTo>
                  <a:close/>
                  <a:moveTo>
                    <a:pt x="328375" y="963553"/>
                  </a:moveTo>
                  <a:lnTo>
                    <a:pt x="292694" y="1084204"/>
                  </a:lnTo>
                  <a:lnTo>
                    <a:pt x="369198" y="1045768"/>
                  </a:lnTo>
                  <a:close/>
                  <a:moveTo>
                    <a:pt x="70966" y="837559"/>
                  </a:moveTo>
                  <a:lnTo>
                    <a:pt x="143654" y="881777"/>
                  </a:lnTo>
                  <a:lnTo>
                    <a:pt x="81993" y="831815"/>
                  </a:lnTo>
                  <a:close/>
                  <a:moveTo>
                    <a:pt x="73868" y="833600"/>
                  </a:moveTo>
                  <a:lnTo>
                    <a:pt x="70966" y="837559"/>
                  </a:lnTo>
                  <a:lnTo>
                    <a:pt x="81993" y="831815"/>
                  </a:lnTo>
                  <a:close/>
                  <a:moveTo>
                    <a:pt x="186549" y="761034"/>
                  </a:moveTo>
                  <a:lnTo>
                    <a:pt x="81993" y="831815"/>
                  </a:lnTo>
                  <a:lnTo>
                    <a:pt x="144583" y="799123"/>
                  </a:lnTo>
                  <a:close/>
                  <a:moveTo>
                    <a:pt x="73868" y="833600"/>
                  </a:moveTo>
                  <a:lnTo>
                    <a:pt x="81993" y="831815"/>
                  </a:lnTo>
                  <a:lnTo>
                    <a:pt x="186549" y="761034"/>
                  </a:lnTo>
                  <a:close/>
                  <a:moveTo>
                    <a:pt x="1017547" y="1785704"/>
                  </a:moveTo>
                  <a:lnTo>
                    <a:pt x="1087424" y="1860943"/>
                  </a:lnTo>
                  <a:lnTo>
                    <a:pt x="1076560" y="1769683"/>
                  </a:lnTo>
                  <a:close/>
                  <a:moveTo>
                    <a:pt x="1017547" y="1785704"/>
                  </a:moveTo>
                  <a:lnTo>
                    <a:pt x="1059917" y="1867918"/>
                  </a:lnTo>
                  <a:lnTo>
                    <a:pt x="1087424" y="1860943"/>
                  </a:lnTo>
                  <a:close/>
                  <a:moveTo>
                    <a:pt x="1087424" y="1860943"/>
                  </a:moveTo>
                  <a:lnTo>
                    <a:pt x="1176388" y="1749118"/>
                  </a:lnTo>
                  <a:lnTo>
                    <a:pt x="1076560" y="1769683"/>
                  </a:lnTo>
                  <a:close/>
                  <a:moveTo>
                    <a:pt x="991958" y="1703489"/>
                  </a:moveTo>
                  <a:lnTo>
                    <a:pt x="1076560" y="1769683"/>
                  </a:lnTo>
                  <a:lnTo>
                    <a:pt x="1054264" y="1687718"/>
                  </a:lnTo>
                  <a:close/>
                  <a:moveTo>
                    <a:pt x="991958" y="1703489"/>
                  </a:moveTo>
                  <a:lnTo>
                    <a:pt x="1017547" y="1785704"/>
                  </a:lnTo>
                  <a:lnTo>
                    <a:pt x="1076560" y="1769683"/>
                  </a:lnTo>
                  <a:close/>
                  <a:moveTo>
                    <a:pt x="731320" y="1404556"/>
                  </a:moveTo>
                  <a:lnTo>
                    <a:pt x="774712" y="1351587"/>
                  </a:lnTo>
                  <a:lnTo>
                    <a:pt x="792417" y="1374628"/>
                  </a:lnTo>
                  <a:close/>
                  <a:moveTo>
                    <a:pt x="723637" y="1274274"/>
                  </a:moveTo>
                  <a:lnTo>
                    <a:pt x="711281" y="1329634"/>
                  </a:lnTo>
                  <a:lnTo>
                    <a:pt x="795137" y="1253977"/>
                  </a:lnTo>
                  <a:close/>
                  <a:moveTo>
                    <a:pt x="186549" y="761034"/>
                  </a:moveTo>
                  <a:lnTo>
                    <a:pt x="144583" y="799123"/>
                  </a:lnTo>
                  <a:lnTo>
                    <a:pt x="225150" y="776023"/>
                  </a:lnTo>
                  <a:close/>
                  <a:moveTo>
                    <a:pt x="225150" y="776023"/>
                  </a:moveTo>
                  <a:lnTo>
                    <a:pt x="253407" y="732349"/>
                  </a:lnTo>
                  <a:lnTo>
                    <a:pt x="186549" y="761034"/>
                  </a:lnTo>
                  <a:close/>
                  <a:moveTo>
                    <a:pt x="225150" y="776023"/>
                  </a:moveTo>
                  <a:lnTo>
                    <a:pt x="313220" y="765015"/>
                  </a:lnTo>
                  <a:lnTo>
                    <a:pt x="253407" y="732349"/>
                  </a:lnTo>
                  <a:close/>
                  <a:moveTo>
                    <a:pt x="888049" y="1301295"/>
                  </a:moveTo>
                  <a:lnTo>
                    <a:pt x="781734" y="1336192"/>
                  </a:lnTo>
                  <a:lnTo>
                    <a:pt x="898455" y="1320387"/>
                  </a:lnTo>
                  <a:close/>
                  <a:moveTo>
                    <a:pt x="795137" y="1253977"/>
                  </a:moveTo>
                  <a:lnTo>
                    <a:pt x="781734" y="1336192"/>
                  </a:lnTo>
                  <a:lnTo>
                    <a:pt x="888049" y="1301295"/>
                  </a:lnTo>
                  <a:close/>
                  <a:moveTo>
                    <a:pt x="1293904" y="1684273"/>
                  </a:moveTo>
                  <a:lnTo>
                    <a:pt x="1253745" y="1746820"/>
                  </a:lnTo>
                  <a:lnTo>
                    <a:pt x="1267305" y="1708831"/>
                  </a:lnTo>
                  <a:close/>
                  <a:moveTo>
                    <a:pt x="1320457" y="1692584"/>
                  </a:moveTo>
                  <a:lnTo>
                    <a:pt x="1267305" y="1708831"/>
                  </a:lnTo>
                  <a:lnTo>
                    <a:pt x="1353485" y="1691829"/>
                  </a:lnTo>
                  <a:close/>
                  <a:moveTo>
                    <a:pt x="1293904" y="1684273"/>
                  </a:moveTo>
                  <a:lnTo>
                    <a:pt x="1267305" y="1708831"/>
                  </a:lnTo>
                  <a:lnTo>
                    <a:pt x="1320457" y="1692584"/>
                  </a:lnTo>
                  <a:close/>
                  <a:moveTo>
                    <a:pt x="1417080" y="1650946"/>
                  </a:moveTo>
                  <a:lnTo>
                    <a:pt x="1320457" y="1692584"/>
                  </a:lnTo>
                  <a:lnTo>
                    <a:pt x="1396953" y="1670394"/>
                  </a:lnTo>
                  <a:close/>
                  <a:moveTo>
                    <a:pt x="1293904" y="1684273"/>
                  </a:moveTo>
                  <a:lnTo>
                    <a:pt x="1320457" y="1692584"/>
                  </a:lnTo>
                  <a:lnTo>
                    <a:pt x="1417080" y="1650946"/>
                  </a:lnTo>
                  <a:close/>
                  <a:moveTo>
                    <a:pt x="1356862" y="1641002"/>
                  </a:moveTo>
                  <a:lnTo>
                    <a:pt x="1293904" y="1684273"/>
                  </a:lnTo>
                  <a:lnTo>
                    <a:pt x="1417080" y="1650946"/>
                  </a:lnTo>
                  <a:close/>
                  <a:moveTo>
                    <a:pt x="1417080" y="1650946"/>
                  </a:moveTo>
                  <a:lnTo>
                    <a:pt x="1396953" y="1670394"/>
                  </a:lnTo>
                  <a:lnTo>
                    <a:pt x="1450509" y="1647446"/>
                  </a:lnTo>
                  <a:close/>
                  <a:moveTo>
                    <a:pt x="1417080" y="1650946"/>
                  </a:moveTo>
                  <a:lnTo>
                    <a:pt x="1450509" y="1647446"/>
                  </a:lnTo>
                  <a:lnTo>
                    <a:pt x="1443646" y="1588179"/>
                  </a:lnTo>
                  <a:close/>
                  <a:moveTo>
                    <a:pt x="1443646" y="1588179"/>
                  </a:moveTo>
                  <a:lnTo>
                    <a:pt x="1450509" y="1647446"/>
                  </a:lnTo>
                  <a:lnTo>
                    <a:pt x="1484257" y="1631958"/>
                  </a:lnTo>
                  <a:close/>
                  <a:moveTo>
                    <a:pt x="1107647" y="1243949"/>
                  </a:moveTo>
                  <a:lnTo>
                    <a:pt x="1185758" y="1140947"/>
                  </a:lnTo>
                  <a:lnTo>
                    <a:pt x="1081336" y="1165248"/>
                  </a:lnTo>
                  <a:close/>
                  <a:moveTo>
                    <a:pt x="1181066" y="1110641"/>
                  </a:moveTo>
                  <a:lnTo>
                    <a:pt x="1185758" y="1140947"/>
                  </a:lnTo>
                  <a:lnTo>
                    <a:pt x="1193545" y="1138668"/>
                  </a:lnTo>
                  <a:close/>
                  <a:moveTo>
                    <a:pt x="1185625" y="912484"/>
                  </a:moveTo>
                  <a:lnTo>
                    <a:pt x="1097641" y="974237"/>
                  </a:lnTo>
                  <a:lnTo>
                    <a:pt x="1153888" y="935801"/>
                  </a:lnTo>
                  <a:close/>
                  <a:moveTo>
                    <a:pt x="1185625" y="912484"/>
                  </a:moveTo>
                  <a:lnTo>
                    <a:pt x="1128597" y="914471"/>
                  </a:lnTo>
                  <a:lnTo>
                    <a:pt x="1097641" y="974237"/>
                  </a:lnTo>
                  <a:close/>
                  <a:moveTo>
                    <a:pt x="1185625" y="912484"/>
                  </a:moveTo>
                  <a:lnTo>
                    <a:pt x="1153888" y="935801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08401" y="853586"/>
                  </a:lnTo>
                  <a:lnTo>
                    <a:pt x="1298037" y="838915"/>
                  </a:lnTo>
                  <a:close/>
                  <a:moveTo>
                    <a:pt x="1208401" y="853586"/>
                  </a:moveTo>
                  <a:lnTo>
                    <a:pt x="1185625" y="912484"/>
                  </a:lnTo>
                  <a:lnTo>
                    <a:pt x="1298037" y="838915"/>
                  </a:lnTo>
                  <a:close/>
                  <a:moveTo>
                    <a:pt x="1298037" y="838915"/>
                  </a:moveTo>
                  <a:lnTo>
                    <a:pt x="1185625" y="912484"/>
                  </a:lnTo>
                  <a:lnTo>
                    <a:pt x="1267007" y="897364"/>
                  </a:lnTo>
                  <a:close/>
                  <a:moveTo>
                    <a:pt x="1267007" y="897364"/>
                  </a:moveTo>
                  <a:lnTo>
                    <a:pt x="1185625" y="912484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98037" y="838915"/>
                  </a:lnTo>
                  <a:lnTo>
                    <a:pt x="1347671" y="815149"/>
                  </a:lnTo>
                  <a:close/>
                  <a:moveTo>
                    <a:pt x="1298037" y="838915"/>
                  </a:moveTo>
                  <a:lnTo>
                    <a:pt x="1267007" y="897364"/>
                  </a:lnTo>
                  <a:lnTo>
                    <a:pt x="1345795" y="871247"/>
                  </a:lnTo>
                  <a:close/>
                  <a:moveTo>
                    <a:pt x="1345795" y="871247"/>
                  </a:moveTo>
                  <a:lnTo>
                    <a:pt x="1347671" y="815149"/>
                  </a:lnTo>
                  <a:lnTo>
                    <a:pt x="1298037" y="838915"/>
                  </a:lnTo>
                  <a:close/>
                  <a:moveTo>
                    <a:pt x="2009916" y="1434434"/>
                  </a:moveTo>
                  <a:lnTo>
                    <a:pt x="2092604" y="1478212"/>
                  </a:lnTo>
                  <a:lnTo>
                    <a:pt x="2048306" y="1395997"/>
                  </a:lnTo>
                  <a:close/>
                  <a:moveTo>
                    <a:pt x="2071644" y="1350296"/>
                  </a:moveTo>
                  <a:lnTo>
                    <a:pt x="2009916" y="1434434"/>
                  </a:lnTo>
                  <a:lnTo>
                    <a:pt x="2048306" y="1395997"/>
                  </a:lnTo>
                  <a:close/>
                  <a:moveTo>
                    <a:pt x="1484809" y="694497"/>
                  </a:moveTo>
                  <a:lnTo>
                    <a:pt x="1556919" y="738277"/>
                  </a:lnTo>
                  <a:lnTo>
                    <a:pt x="1536667" y="656061"/>
                  </a:lnTo>
                  <a:close/>
                  <a:moveTo>
                    <a:pt x="2048306" y="1395997"/>
                  </a:moveTo>
                  <a:lnTo>
                    <a:pt x="2116647" y="1469440"/>
                  </a:lnTo>
                  <a:lnTo>
                    <a:pt x="2109502" y="1375157"/>
                  </a:lnTo>
                  <a:close/>
                  <a:moveTo>
                    <a:pt x="2071644" y="1350296"/>
                  </a:moveTo>
                  <a:lnTo>
                    <a:pt x="2048306" y="1395997"/>
                  </a:lnTo>
                  <a:lnTo>
                    <a:pt x="2109502" y="1375157"/>
                  </a:lnTo>
                  <a:close/>
                  <a:moveTo>
                    <a:pt x="1536667" y="656061"/>
                  </a:moveTo>
                  <a:lnTo>
                    <a:pt x="1556919" y="738277"/>
                  </a:lnTo>
                  <a:lnTo>
                    <a:pt x="1594044" y="699840"/>
                  </a:lnTo>
                  <a:close/>
                  <a:moveTo>
                    <a:pt x="1536667" y="656061"/>
                  </a:moveTo>
                  <a:lnTo>
                    <a:pt x="1594044" y="699840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36667" y="656061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82841" y="617625"/>
                  </a:lnTo>
                  <a:lnTo>
                    <a:pt x="1559557" y="535410"/>
                  </a:lnTo>
                  <a:close/>
                  <a:moveTo>
                    <a:pt x="1499659" y="491631"/>
                  </a:moveTo>
                  <a:lnTo>
                    <a:pt x="1559557" y="535410"/>
                  </a:lnTo>
                  <a:lnTo>
                    <a:pt x="1524497" y="453195"/>
                  </a:lnTo>
                  <a:close/>
                  <a:moveTo>
                    <a:pt x="1559557" y="535410"/>
                  </a:moveTo>
                  <a:lnTo>
                    <a:pt x="1582841" y="617625"/>
                  </a:lnTo>
                  <a:lnTo>
                    <a:pt x="1680404" y="579188"/>
                  </a:lnTo>
                  <a:close/>
                  <a:moveTo>
                    <a:pt x="1559557" y="535410"/>
                  </a:moveTo>
                  <a:lnTo>
                    <a:pt x="1680404" y="579188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559557" y="535410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643059" y="496973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24497" y="453195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90969" y="414758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17474" y="370979"/>
                  </a:lnTo>
                  <a:lnTo>
                    <a:pt x="1577980" y="332543"/>
                  </a:lnTo>
                  <a:close/>
                  <a:moveTo>
                    <a:pt x="1577980" y="332543"/>
                  </a:moveTo>
                  <a:lnTo>
                    <a:pt x="1680649" y="357453"/>
                  </a:lnTo>
                  <a:lnTo>
                    <a:pt x="1652135" y="303513"/>
                  </a:lnTo>
                  <a:close/>
                  <a:moveTo>
                    <a:pt x="1590969" y="414758"/>
                  </a:moveTo>
                  <a:lnTo>
                    <a:pt x="1680144" y="376322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77980" y="332543"/>
                  </a:lnTo>
                  <a:lnTo>
                    <a:pt x="1652135" y="303513"/>
                  </a:lnTo>
                  <a:close/>
                  <a:moveTo>
                    <a:pt x="1726922" y="251800"/>
                  </a:moveTo>
                  <a:lnTo>
                    <a:pt x="1652135" y="303513"/>
                  </a:lnTo>
                  <a:lnTo>
                    <a:pt x="1684387" y="294106"/>
                  </a:lnTo>
                  <a:close/>
                  <a:moveTo>
                    <a:pt x="1604831" y="289183"/>
                  </a:moveTo>
                  <a:lnTo>
                    <a:pt x="1652135" y="303513"/>
                  </a:lnTo>
                  <a:lnTo>
                    <a:pt x="1726922" y="251800"/>
                  </a:lnTo>
                  <a:close/>
                  <a:moveTo>
                    <a:pt x="1652135" y="303513"/>
                  </a:moveTo>
                  <a:lnTo>
                    <a:pt x="1680649" y="357453"/>
                  </a:lnTo>
                  <a:lnTo>
                    <a:pt x="1684387" y="294106"/>
                  </a:lnTo>
                  <a:close/>
                  <a:moveTo>
                    <a:pt x="2200721" y="761037"/>
                  </a:moveTo>
                  <a:lnTo>
                    <a:pt x="2233215" y="814914"/>
                  </a:lnTo>
                  <a:lnTo>
                    <a:pt x="2282426" y="748961"/>
                  </a:lnTo>
                  <a:close/>
                  <a:moveTo>
                    <a:pt x="1783198" y="247005"/>
                  </a:moveTo>
                  <a:lnTo>
                    <a:pt x="1726922" y="251800"/>
                  </a:lnTo>
                  <a:lnTo>
                    <a:pt x="1684387" y="294106"/>
                  </a:lnTo>
                  <a:close/>
                  <a:moveTo>
                    <a:pt x="1845811" y="202446"/>
                  </a:moveTo>
                  <a:lnTo>
                    <a:pt x="1775539" y="211891"/>
                  </a:lnTo>
                  <a:lnTo>
                    <a:pt x="1726922" y="251800"/>
                  </a:lnTo>
                  <a:close/>
                  <a:moveTo>
                    <a:pt x="1845811" y="202446"/>
                  </a:moveTo>
                  <a:lnTo>
                    <a:pt x="1726922" y="251800"/>
                  </a:lnTo>
                  <a:lnTo>
                    <a:pt x="1783198" y="247005"/>
                  </a:lnTo>
                  <a:close/>
                  <a:moveTo>
                    <a:pt x="1828185" y="181480"/>
                  </a:moveTo>
                  <a:lnTo>
                    <a:pt x="1845811" y="202446"/>
                  </a:lnTo>
                  <a:lnTo>
                    <a:pt x="1839746" y="173455"/>
                  </a:lnTo>
                  <a:close/>
                  <a:moveTo>
                    <a:pt x="1791923" y="250460"/>
                  </a:moveTo>
                  <a:lnTo>
                    <a:pt x="1845811" y="202446"/>
                  </a:lnTo>
                  <a:lnTo>
                    <a:pt x="1783198" y="247005"/>
                  </a:lnTo>
                  <a:close/>
                  <a:moveTo>
                    <a:pt x="1791923" y="250460"/>
                  </a:moveTo>
                  <a:lnTo>
                    <a:pt x="1869572" y="247926"/>
                  </a:lnTo>
                  <a:lnTo>
                    <a:pt x="1845811" y="202446"/>
                  </a:lnTo>
                  <a:close/>
                  <a:moveTo>
                    <a:pt x="1869572" y="247926"/>
                  </a:moveTo>
                  <a:lnTo>
                    <a:pt x="1977986" y="202770"/>
                  </a:lnTo>
                  <a:lnTo>
                    <a:pt x="1839746" y="173455"/>
                  </a:lnTo>
                  <a:close/>
                  <a:moveTo>
                    <a:pt x="1839746" y="173455"/>
                  </a:moveTo>
                  <a:lnTo>
                    <a:pt x="1977986" y="202770"/>
                  </a:lnTo>
                  <a:lnTo>
                    <a:pt x="1916243" y="135019"/>
                  </a:lnTo>
                  <a:close/>
                  <a:moveTo>
                    <a:pt x="1839746" y="173455"/>
                  </a:moveTo>
                  <a:lnTo>
                    <a:pt x="1845811" y="202446"/>
                  </a:lnTo>
                  <a:lnTo>
                    <a:pt x="1869572" y="247926"/>
                  </a:lnTo>
                  <a:close/>
                  <a:moveTo>
                    <a:pt x="1834794" y="91240"/>
                  </a:moveTo>
                  <a:lnTo>
                    <a:pt x="1839746" y="173455"/>
                  </a:lnTo>
                  <a:lnTo>
                    <a:pt x="1916243" y="135019"/>
                  </a:lnTo>
                  <a:close/>
                  <a:moveTo>
                    <a:pt x="1834794" y="91240"/>
                  </a:moveTo>
                  <a:lnTo>
                    <a:pt x="1916243" y="135019"/>
                  </a:lnTo>
                  <a:lnTo>
                    <a:pt x="1911071" y="52803"/>
                  </a:lnTo>
                  <a:close/>
                  <a:moveTo>
                    <a:pt x="1916243" y="135019"/>
                  </a:moveTo>
                  <a:lnTo>
                    <a:pt x="1977986" y="202770"/>
                  </a:lnTo>
                  <a:lnTo>
                    <a:pt x="1985762" y="113965"/>
                  </a:lnTo>
                  <a:close/>
                  <a:moveTo>
                    <a:pt x="1911071" y="52803"/>
                  </a:moveTo>
                  <a:lnTo>
                    <a:pt x="1985762" y="113965"/>
                  </a:lnTo>
                  <a:lnTo>
                    <a:pt x="1955286" y="38649"/>
                  </a:lnTo>
                  <a:close/>
                  <a:moveTo>
                    <a:pt x="1911071" y="52803"/>
                  </a:moveTo>
                  <a:lnTo>
                    <a:pt x="1916243" y="135019"/>
                  </a:lnTo>
                  <a:lnTo>
                    <a:pt x="1985762" y="113965"/>
                  </a:lnTo>
                  <a:close/>
                  <a:moveTo>
                    <a:pt x="2078878" y="96581"/>
                  </a:moveTo>
                  <a:lnTo>
                    <a:pt x="2051958" y="14367"/>
                  </a:lnTo>
                  <a:lnTo>
                    <a:pt x="1985762" y="113965"/>
                  </a:lnTo>
                  <a:close/>
                  <a:moveTo>
                    <a:pt x="2051958" y="14367"/>
                  </a:moveTo>
                  <a:lnTo>
                    <a:pt x="1955286" y="38649"/>
                  </a:lnTo>
                  <a:lnTo>
                    <a:pt x="1985762" y="113965"/>
                  </a:lnTo>
                  <a:close/>
                  <a:moveTo>
                    <a:pt x="1929629" y="21968"/>
                  </a:moveTo>
                  <a:lnTo>
                    <a:pt x="1911071" y="52803"/>
                  </a:lnTo>
                  <a:lnTo>
                    <a:pt x="1955286" y="38649"/>
                  </a:lnTo>
                  <a:close/>
                  <a:moveTo>
                    <a:pt x="2057154" y="4904"/>
                  </a:moveTo>
                  <a:lnTo>
                    <a:pt x="1955286" y="38649"/>
                  </a:lnTo>
                  <a:lnTo>
                    <a:pt x="2051958" y="14367"/>
                  </a:lnTo>
                  <a:close/>
                  <a:moveTo>
                    <a:pt x="1929629" y="21968"/>
                  </a:moveTo>
                  <a:lnTo>
                    <a:pt x="1955286" y="38649"/>
                  </a:lnTo>
                  <a:lnTo>
                    <a:pt x="2057154" y="4904"/>
                  </a:lnTo>
                  <a:close/>
                  <a:moveTo>
                    <a:pt x="2195261" y="164922"/>
                  </a:moveTo>
                  <a:lnTo>
                    <a:pt x="2171363" y="178797"/>
                  </a:lnTo>
                  <a:lnTo>
                    <a:pt x="2227853" y="149261"/>
                  </a:lnTo>
                  <a:close/>
                  <a:moveTo>
                    <a:pt x="2195261" y="164922"/>
                  </a:moveTo>
                  <a:lnTo>
                    <a:pt x="2082725" y="100509"/>
                  </a:lnTo>
                  <a:lnTo>
                    <a:pt x="2171363" y="178797"/>
                  </a:lnTo>
                  <a:close/>
                  <a:moveTo>
                    <a:pt x="2083031" y="95480"/>
                  </a:moveTo>
                  <a:lnTo>
                    <a:pt x="2082725" y="100509"/>
                  </a:lnTo>
                  <a:lnTo>
                    <a:pt x="2195261" y="164922"/>
                  </a:lnTo>
                  <a:close/>
                  <a:moveTo>
                    <a:pt x="2185104" y="73088"/>
                  </a:moveTo>
                  <a:lnTo>
                    <a:pt x="2083031" y="95480"/>
                  </a:lnTo>
                  <a:lnTo>
                    <a:pt x="2195261" y="164922"/>
                  </a:lnTo>
                  <a:close/>
                  <a:moveTo>
                    <a:pt x="2195261" y="164922"/>
                  </a:moveTo>
                  <a:lnTo>
                    <a:pt x="2280276" y="156399"/>
                  </a:lnTo>
                  <a:lnTo>
                    <a:pt x="2263449" y="69987"/>
                  </a:lnTo>
                  <a:close/>
                  <a:moveTo>
                    <a:pt x="2195261" y="164922"/>
                  </a:moveTo>
                  <a:lnTo>
                    <a:pt x="2263449" y="69987"/>
                  </a:lnTo>
                  <a:lnTo>
                    <a:pt x="2185104" y="73088"/>
                  </a:lnTo>
                  <a:close/>
                  <a:moveTo>
                    <a:pt x="2078878" y="96581"/>
                  </a:moveTo>
                  <a:lnTo>
                    <a:pt x="2082725" y="100509"/>
                  </a:lnTo>
                  <a:lnTo>
                    <a:pt x="2083031" y="95480"/>
                  </a:lnTo>
                  <a:close/>
                  <a:moveTo>
                    <a:pt x="2051958" y="14367"/>
                  </a:moveTo>
                  <a:lnTo>
                    <a:pt x="2083031" y="95480"/>
                  </a:lnTo>
                  <a:lnTo>
                    <a:pt x="2063497" y="11267"/>
                  </a:lnTo>
                  <a:close/>
                  <a:moveTo>
                    <a:pt x="2051958" y="14367"/>
                  </a:moveTo>
                  <a:lnTo>
                    <a:pt x="2078878" y="96581"/>
                  </a:lnTo>
                  <a:lnTo>
                    <a:pt x="2083031" y="95480"/>
                  </a:lnTo>
                  <a:close/>
                  <a:moveTo>
                    <a:pt x="2083031" y="95480"/>
                  </a:moveTo>
                  <a:lnTo>
                    <a:pt x="2151887" y="0"/>
                  </a:lnTo>
                  <a:lnTo>
                    <a:pt x="2063497" y="11267"/>
                  </a:lnTo>
                  <a:close/>
                  <a:moveTo>
                    <a:pt x="2057154" y="4904"/>
                  </a:moveTo>
                  <a:lnTo>
                    <a:pt x="2051958" y="14367"/>
                  </a:lnTo>
                  <a:lnTo>
                    <a:pt x="2063497" y="11267"/>
                  </a:lnTo>
                  <a:close/>
                  <a:moveTo>
                    <a:pt x="2532406" y="451960"/>
                  </a:moveTo>
                  <a:lnTo>
                    <a:pt x="2496308" y="469221"/>
                  </a:lnTo>
                  <a:lnTo>
                    <a:pt x="2540069" y="466745"/>
                  </a:lnTo>
                  <a:close/>
                  <a:moveTo>
                    <a:pt x="2540069" y="466745"/>
                  </a:moveTo>
                  <a:lnTo>
                    <a:pt x="2554742" y="387006"/>
                  </a:lnTo>
                  <a:lnTo>
                    <a:pt x="2532406" y="451960"/>
                  </a:lnTo>
                  <a:close/>
                  <a:moveTo>
                    <a:pt x="2600948" y="377750"/>
                  </a:moveTo>
                  <a:lnTo>
                    <a:pt x="2554742" y="387006"/>
                  </a:lnTo>
                  <a:lnTo>
                    <a:pt x="2540069" y="46674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33" name="Candidate_density__2132">
              <a:extLst>
                <a:ext uri="{FF2B5EF4-FFF2-40B4-BE49-F238E27FC236}">
                  <a16:creationId xmlns:a16="http://schemas.microsoft.com/office/drawing/2014/main" id="{D09EAAA3-DCC0-7C2F-6FAE-3E56199324D2}"/>
                </a:ext>
              </a:extLst>
            </p:cNvPr>
            <p:cNvSpPr>
              <a:spLocks noGrp="1"/>
            </p:cNvSpPr>
            <p:nvPr/>
          </p:nvSpPr>
          <p:spPr>
            <a:xfrm>
              <a:off x="3953875" y="1847259"/>
              <a:ext cx="1843800" cy="1638049"/>
            </a:xfrm>
            <a:custGeom>
              <a:avLst/>
              <a:gdLst/>
              <a:ahLst/>
              <a:cxnLst/>
              <a:rect l="0" t="0" r="0" b="0"/>
              <a:pathLst>
                <a:path w="1843800" h="1638049">
                  <a:moveTo>
                    <a:pt x="0" y="1539807"/>
                  </a:moveTo>
                  <a:lnTo>
                    <a:pt x="43366" y="1509249"/>
                  </a:lnTo>
                  <a:lnTo>
                    <a:pt x="82435" y="1440120"/>
                  </a:lnTo>
                  <a:close/>
                  <a:moveTo>
                    <a:pt x="531395" y="1358469"/>
                  </a:moveTo>
                  <a:lnTo>
                    <a:pt x="505208" y="1413350"/>
                  </a:lnTo>
                  <a:lnTo>
                    <a:pt x="592672" y="1308915"/>
                  </a:lnTo>
                  <a:close/>
                  <a:moveTo>
                    <a:pt x="581872" y="1331990"/>
                  </a:moveTo>
                  <a:lnTo>
                    <a:pt x="531395" y="1358469"/>
                  </a:lnTo>
                  <a:lnTo>
                    <a:pt x="648861" y="1303792"/>
                  </a:lnTo>
                  <a:close/>
                  <a:moveTo>
                    <a:pt x="1020622" y="1638049"/>
                  </a:moveTo>
                  <a:lnTo>
                    <a:pt x="1086863" y="1611580"/>
                  </a:lnTo>
                  <a:lnTo>
                    <a:pt x="1128817" y="1553232"/>
                  </a:lnTo>
                  <a:close/>
                  <a:moveTo>
                    <a:pt x="1128817" y="1553232"/>
                  </a:moveTo>
                  <a:lnTo>
                    <a:pt x="1188972" y="1521291"/>
                  </a:lnTo>
                  <a:lnTo>
                    <a:pt x="1186973" y="1517397"/>
                  </a:lnTo>
                  <a:close/>
                  <a:moveTo>
                    <a:pt x="1153479" y="1581988"/>
                  </a:moveTo>
                  <a:lnTo>
                    <a:pt x="1188972" y="1521291"/>
                  </a:lnTo>
                  <a:lnTo>
                    <a:pt x="1128817" y="1553232"/>
                  </a:lnTo>
                  <a:close/>
                  <a:moveTo>
                    <a:pt x="1086863" y="1611580"/>
                  </a:moveTo>
                  <a:lnTo>
                    <a:pt x="1153479" y="1581988"/>
                  </a:lnTo>
                  <a:lnTo>
                    <a:pt x="1128817" y="1553232"/>
                  </a:lnTo>
                  <a:close/>
                  <a:moveTo>
                    <a:pt x="964111" y="1270751"/>
                  </a:moveTo>
                  <a:lnTo>
                    <a:pt x="904270" y="1370789"/>
                  </a:lnTo>
                  <a:lnTo>
                    <a:pt x="936349" y="1327491"/>
                  </a:lnTo>
                  <a:close/>
                  <a:moveTo>
                    <a:pt x="962235" y="1284164"/>
                  </a:moveTo>
                  <a:lnTo>
                    <a:pt x="964111" y="1270751"/>
                  </a:lnTo>
                  <a:lnTo>
                    <a:pt x="936349" y="1327491"/>
                  </a:lnTo>
                  <a:close/>
                  <a:moveTo>
                    <a:pt x="1248374" y="1506379"/>
                  </a:moveTo>
                  <a:lnTo>
                    <a:pt x="1186973" y="1517397"/>
                  </a:lnTo>
                  <a:lnTo>
                    <a:pt x="1198144" y="1513835"/>
                  </a:lnTo>
                  <a:close/>
                  <a:moveTo>
                    <a:pt x="1128817" y="1553232"/>
                  </a:moveTo>
                  <a:lnTo>
                    <a:pt x="1186973" y="1517397"/>
                  </a:lnTo>
                  <a:lnTo>
                    <a:pt x="1248374" y="1506379"/>
                  </a:lnTo>
                  <a:close/>
                  <a:moveTo>
                    <a:pt x="1278424" y="1478960"/>
                  </a:moveTo>
                  <a:lnTo>
                    <a:pt x="1319463" y="1375704"/>
                  </a:lnTo>
                  <a:lnTo>
                    <a:pt x="1303724" y="1358309"/>
                  </a:lnTo>
                  <a:close/>
                  <a:moveTo>
                    <a:pt x="1330410" y="1166620"/>
                  </a:moveTo>
                  <a:lnTo>
                    <a:pt x="1355127" y="1193878"/>
                  </a:lnTo>
                  <a:lnTo>
                    <a:pt x="1341302" y="1144759"/>
                  </a:lnTo>
                  <a:close/>
                  <a:moveTo>
                    <a:pt x="1341302" y="1144759"/>
                  </a:moveTo>
                  <a:lnTo>
                    <a:pt x="1355127" y="1193878"/>
                  </a:lnTo>
                  <a:lnTo>
                    <a:pt x="1354152" y="1129349"/>
                  </a:lnTo>
                  <a:close/>
                  <a:moveTo>
                    <a:pt x="1341302" y="1144759"/>
                  </a:moveTo>
                  <a:lnTo>
                    <a:pt x="1354152" y="1129349"/>
                  </a:lnTo>
                  <a:lnTo>
                    <a:pt x="1398852" y="1081272"/>
                  </a:lnTo>
                  <a:close/>
                  <a:moveTo>
                    <a:pt x="1398852" y="1081272"/>
                  </a:moveTo>
                  <a:lnTo>
                    <a:pt x="1400266" y="1070328"/>
                  </a:lnTo>
                  <a:lnTo>
                    <a:pt x="1389003" y="1107902"/>
                  </a:lnTo>
                  <a:close/>
                  <a:moveTo>
                    <a:pt x="1341302" y="1144759"/>
                  </a:moveTo>
                  <a:lnTo>
                    <a:pt x="1398852" y="1081272"/>
                  </a:lnTo>
                  <a:lnTo>
                    <a:pt x="1389003" y="1107902"/>
                  </a:lnTo>
                  <a:close/>
                  <a:moveTo>
                    <a:pt x="1400266" y="1070328"/>
                  </a:moveTo>
                  <a:lnTo>
                    <a:pt x="1398852" y="1081272"/>
                  </a:lnTo>
                  <a:lnTo>
                    <a:pt x="1411034" y="1073227"/>
                  </a:lnTo>
                  <a:close/>
                  <a:moveTo>
                    <a:pt x="1719638" y="368651"/>
                  </a:moveTo>
                  <a:lnTo>
                    <a:pt x="1697242" y="348374"/>
                  </a:lnTo>
                  <a:lnTo>
                    <a:pt x="1637904" y="341720"/>
                  </a:lnTo>
                  <a:close/>
                  <a:moveTo>
                    <a:pt x="1843800" y="339013"/>
                  </a:moveTo>
                  <a:lnTo>
                    <a:pt x="1752047" y="365560"/>
                  </a:lnTo>
                  <a:lnTo>
                    <a:pt x="1719638" y="368651"/>
                  </a:lnTo>
                  <a:close/>
                  <a:moveTo>
                    <a:pt x="1694686" y="60156"/>
                  </a:moveTo>
                  <a:lnTo>
                    <a:pt x="1736155" y="0"/>
                  </a:lnTo>
                  <a:lnTo>
                    <a:pt x="1624560" y="7662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34" name="Candidate_density__2133">
              <a:extLst>
                <a:ext uri="{FF2B5EF4-FFF2-40B4-BE49-F238E27FC236}">
                  <a16:creationId xmlns:a16="http://schemas.microsoft.com/office/drawing/2014/main" id="{90D8C203-0AB8-9160-11B8-34FEA36301CA}"/>
                </a:ext>
              </a:extLst>
            </p:cNvPr>
            <p:cNvSpPr>
              <a:spLocks noGrp="1"/>
            </p:cNvSpPr>
            <p:nvPr/>
          </p:nvSpPr>
          <p:spPr>
            <a:xfrm>
              <a:off x="3819709" y="1829279"/>
              <a:ext cx="2101461" cy="1716201"/>
            </a:xfrm>
            <a:custGeom>
              <a:avLst/>
              <a:gdLst/>
              <a:ahLst/>
              <a:cxnLst/>
              <a:rect l="0" t="0" r="0" b="0"/>
              <a:pathLst>
                <a:path w="2101461" h="1716201">
                  <a:moveTo>
                    <a:pt x="0" y="1205581"/>
                  </a:moveTo>
                  <a:lnTo>
                    <a:pt x="2169" y="1285537"/>
                  </a:lnTo>
                  <a:lnTo>
                    <a:pt x="3901" y="1190489"/>
                  </a:lnTo>
                  <a:close/>
                  <a:moveTo>
                    <a:pt x="195461" y="1519350"/>
                  </a:moveTo>
                  <a:lnTo>
                    <a:pt x="216601" y="1458100"/>
                  </a:lnTo>
                  <a:lnTo>
                    <a:pt x="216338" y="1432790"/>
                  </a:lnTo>
                  <a:close/>
                  <a:moveTo>
                    <a:pt x="566784" y="1716201"/>
                  </a:moveTo>
                  <a:lnTo>
                    <a:pt x="633623" y="1687443"/>
                  </a:lnTo>
                  <a:lnTo>
                    <a:pt x="673383" y="1620895"/>
                  </a:lnTo>
                  <a:close/>
                  <a:moveTo>
                    <a:pt x="611115" y="1666747"/>
                  </a:moveTo>
                  <a:lnTo>
                    <a:pt x="566784" y="1716201"/>
                  </a:lnTo>
                  <a:lnTo>
                    <a:pt x="673383" y="1620895"/>
                  </a:lnTo>
                  <a:close/>
                  <a:moveTo>
                    <a:pt x="649085" y="1523527"/>
                  </a:moveTo>
                  <a:lnTo>
                    <a:pt x="689851" y="1486255"/>
                  </a:lnTo>
                  <a:lnTo>
                    <a:pt x="696192" y="1568471"/>
                  </a:lnTo>
                  <a:close/>
                  <a:moveTo>
                    <a:pt x="609719" y="1404040"/>
                  </a:moveTo>
                  <a:lnTo>
                    <a:pt x="639373" y="1431330"/>
                  </a:lnTo>
                  <a:lnTo>
                    <a:pt x="665561" y="1376449"/>
                  </a:lnTo>
                  <a:close/>
                  <a:moveTo>
                    <a:pt x="437159" y="1079808"/>
                  </a:moveTo>
                  <a:lnTo>
                    <a:pt x="446349" y="1066703"/>
                  </a:lnTo>
                  <a:lnTo>
                    <a:pt x="404800" y="1157395"/>
                  </a:lnTo>
                  <a:close/>
                  <a:moveTo>
                    <a:pt x="446349" y="1066703"/>
                  </a:moveTo>
                  <a:lnTo>
                    <a:pt x="433059" y="1064477"/>
                  </a:lnTo>
                  <a:lnTo>
                    <a:pt x="394886" y="992965"/>
                  </a:lnTo>
                  <a:close/>
                  <a:moveTo>
                    <a:pt x="539624" y="969048"/>
                  </a:moveTo>
                  <a:lnTo>
                    <a:pt x="527270" y="961416"/>
                  </a:lnTo>
                  <a:lnTo>
                    <a:pt x="604263" y="1036744"/>
                  </a:lnTo>
                  <a:close/>
                  <a:moveTo>
                    <a:pt x="809490" y="1253528"/>
                  </a:moveTo>
                  <a:lnTo>
                    <a:pt x="716037" y="1349969"/>
                  </a:lnTo>
                  <a:lnTo>
                    <a:pt x="783026" y="1321772"/>
                  </a:lnTo>
                  <a:close/>
                  <a:moveTo>
                    <a:pt x="539624" y="969048"/>
                  </a:moveTo>
                  <a:lnTo>
                    <a:pt x="677715" y="991488"/>
                  </a:lnTo>
                  <a:lnTo>
                    <a:pt x="595322" y="962091"/>
                  </a:lnTo>
                  <a:close/>
                  <a:moveTo>
                    <a:pt x="1166661" y="1288731"/>
                  </a:moveTo>
                  <a:lnTo>
                    <a:pt x="1181197" y="1293797"/>
                  </a:lnTo>
                  <a:lnTo>
                    <a:pt x="1188700" y="1293484"/>
                  </a:lnTo>
                  <a:close/>
                  <a:moveTo>
                    <a:pt x="1098277" y="1288731"/>
                  </a:moveTo>
                  <a:lnTo>
                    <a:pt x="1096400" y="1302144"/>
                  </a:lnTo>
                  <a:lnTo>
                    <a:pt x="1110878" y="1281178"/>
                  </a:lnTo>
                  <a:close/>
                  <a:moveTo>
                    <a:pt x="1166661" y="1288731"/>
                  </a:moveTo>
                  <a:lnTo>
                    <a:pt x="1188700" y="1293484"/>
                  </a:lnTo>
                  <a:lnTo>
                    <a:pt x="1189898" y="1286723"/>
                  </a:lnTo>
                  <a:close/>
                  <a:moveTo>
                    <a:pt x="1189898" y="1286723"/>
                  </a:moveTo>
                  <a:lnTo>
                    <a:pt x="1110878" y="1281178"/>
                  </a:lnTo>
                  <a:lnTo>
                    <a:pt x="1166661" y="1288731"/>
                  </a:lnTo>
                  <a:close/>
                  <a:moveTo>
                    <a:pt x="1161462" y="976445"/>
                  </a:moveTo>
                  <a:lnTo>
                    <a:pt x="1203355" y="917871"/>
                  </a:lnTo>
                  <a:lnTo>
                    <a:pt x="1094150" y="1003434"/>
                  </a:lnTo>
                  <a:close/>
                  <a:moveTo>
                    <a:pt x="1225840" y="857135"/>
                  </a:moveTo>
                  <a:lnTo>
                    <a:pt x="1203355" y="917871"/>
                  </a:lnTo>
                  <a:lnTo>
                    <a:pt x="1266213" y="882998"/>
                  </a:lnTo>
                  <a:close/>
                  <a:moveTo>
                    <a:pt x="1235643" y="823390"/>
                  </a:moveTo>
                  <a:lnTo>
                    <a:pt x="1268036" y="881046"/>
                  </a:lnTo>
                  <a:lnTo>
                    <a:pt x="1311643" y="828883"/>
                  </a:lnTo>
                  <a:close/>
                  <a:moveTo>
                    <a:pt x="1534432" y="1088308"/>
                  </a:moveTo>
                  <a:lnTo>
                    <a:pt x="1545199" y="1091207"/>
                  </a:lnTo>
                  <a:lnTo>
                    <a:pt x="1543793" y="980605"/>
                  </a:lnTo>
                  <a:close/>
                  <a:moveTo>
                    <a:pt x="1359803" y="793743"/>
                  </a:moveTo>
                  <a:lnTo>
                    <a:pt x="1265809" y="824641"/>
                  </a:lnTo>
                  <a:lnTo>
                    <a:pt x="1235643" y="823390"/>
                  </a:lnTo>
                  <a:close/>
                  <a:moveTo>
                    <a:pt x="1359803" y="793743"/>
                  </a:moveTo>
                  <a:lnTo>
                    <a:pt x="1235643" y="823390"/>
                  </a:lnTo>
                  <a:lnTo>
                    <a:pt x="1311643" y="828883"/>
                  </a:lnTo>
                  <a:close/>
                  <a:moveTo>
                    <a:pt x="1381622" y="811866"/>
                  </a:moveTo>
                  <a:lnTo>
                    <a:pt x="1401555" y="806125"/>
                  </a:lnTo>
                  <a:lnTo>
                    <a:pt x="1359803" y="793743"/>
                  </a:lnTo>
                  <a:close/>
                  <a:moveTo>
                    <a:pt x="1381622" y="811866"/>
                  </a:moveTo>
                  <a:lnTo>
                    <a:pt x="1359803" y="793743"/>
                  </a:lnTo>
                  <a:lnTo>
                    <a:pt x="1311643" y="828883"/>
                  </a:lnTo>
                  <a:close/>
                  <a:moveTo>
                    <a:pt x="1559330" y="867882"/>
                  </a:moveTo>
                  <a:lnTo>
                    <a:pt x="1581917" y="888340"/>
                  </a:lnTo>
                  <a:lnTo>
                    <a:pt x="1610934" y="786429"/>
                  </a:lnTo>
                  <a:close/>
                  <a:moveTo>
                    <a:pt x="1604234" y="719912"/>
                  </a:moveTo>
                  <a:lnTo>
                    <a:pt x="1657843" y="648200"/>
                  </a:lnTo>
                  <a:lnTo>
                    <a:pt x="1655940" y="647037"/>
                  </a:lnTo>
                  <a:close/>
                  <a:moveTo>
                    <a:pt x="1629317" y="750234"/>
                  </a:moveTo>
                  <a:lnTo>
                    <a:pt x="1657843" y="648200"/>
                  </a:lnTo>
                  <a:lnTo>
                    <a:pt x="1604234" y="719912"/>
                  </a:lnTo>
                  <a:close/>
                  <a:moveTo>
                    <a:pt x="1553025" y="743650"/>
                  </a:moveTo>
                  <a:lnTo>
                    <a:pt x="1629317" y="750234"/>
                  </a:lnTo>
                  <a:lnTo>
                    <a:pt x="1604234" y="719912"/>
                  </a:lnTo>
                  <a:close/>
                  <a:moveTo>
                    <a:pt x="1763308" y="723143"/>
                  </a:moveTo>
                  <a:lnTo>
                    <a:pt x="1898175" y="773030"/>
                  </a:lnTo>
                  <a:lnTo>
                    <a:pt x="1819080" y="750664"/>
                  </a:lnTo>
                  <a:close/>
                  <a:moveTo>
                    <a:pt x="1763308" y="723143"/>
                  </a:moveTo>
                  <a:lnTo>
                    <a:pt x="1898671" y="773780"/>
                  </a:lnTo>
                  <a:lnTo>
                    <a:pt x="1898175" y="773030"/>
                  </a:lnTo>
                  <a:close/>
                  <a:moveTo>
                    <a:pt x="1610561" y="726139"/>
                  </a:moveTo>
                  <a:lnTo>
                    <a:pt x="1655940" y="647037"/>
                  </a:lnTo>
                  <a:lnTo>
                    <a:pt x="1662631" y="644308"/>
                  </a:lnTo>
                  <a:close/>
                  <a:moveTo>
                    <a:pt x="1615641" y="564822"/>
                  </a:moveTo>
                  <a:lnTo>
                    <a:pt x="1631421" y="542898"/>
                  </a:lnTo>
                  <a:lnTo>
                    <a:pt x="1668955" y="468029"/>
                  </a:lnTo>
                  <a:close/>
                  <a:moveTo>
                    <a:pt x="1980442" y="796657"/>
                  </a:moveTo>
                  <a:lnTo>
                    <a:pt x="1898671" y="773780"/>
                  </a:lnTo>
                  <a:lnTo>
                    <a:pt x="1948889" y="793546"/>
                  </a:lnTo>
                  <a:close/>
                  <a:moveTo>
                    <a:pt x="1898175" y="773030"/>
                  </a:moveTo>
                  <a:lnTo>
                    <a:pt x="1901247" y="771685"/>
                  </a:lnTo>
                  <a:lnTo>
                    <a:pt x="1819080" y="750664"/>
                  </a:lnTo>
                  <a:close/>
                  <a:moveTo>
                    <a:pt x="1901247" y="771685"/>
                  </a:moveTo>
                  <a:lnTo>
                    <a:pt x="2008867" y="744784"/>
                  </a:lnTo>
                  <a:lnTo>
                    <a:pt x="1943419" y="721687"/>
                  </a:lnTo>
                  <a:close/>
                  <a:moveTo>
                    <a:pt x="2053794" y="792247"/>
                  </a:moveTo>
                  <a:lnTo>
                    <a:pt x="2101461" y="755267"/>
                  </a:lnTo>
                  <a:lnTo>
                    <a:pt x="1980442" y="796657"/>
                  </a:lnTo>
                  <a:close/>
                  <a:moveTo>
                    <a:pt x="1847515" y="415000"/>
                  </a:moveTo>
                  <a:lnTo>
                    <a:pt x="1853803" y="386630"/>
                  </a:lnTo>
                  <a:lnTo>
                    <a:pt x="1772070" y="359700"/>
                  </a:lnTo>
                  <a:close/>
                  <a:moveTo>
                    <a:pt x="1752415" y="405734"/>
                  </a:moveTo>
                  <a:lnTo>
                    <a:pt x="1762230" y="423742"/>
                  </a:lnTo>
                  <a:lnTo>
                    <a:pt x="1772070" y="359700"/>
                  </a:lnTo>
                  <a:close/>
                  <a:moveTo>
                    <a:pt x="1758726" y="94606"/>
                  </a:moveTo>
                  <a:lnTo>
                    <a:pt x="1837336" y="0"/>
                  </a:lnTo>
                  <a:lnTo>
                    <a:pt x="1776995" y="11371"/>
                  </a:lnTo>
                  <a:close/>
                  <a:moveTo>
                    <a:pt x="1870320" y="17980"/>
                  </a:moveTo>
                  <a:lnTo>
                    <a:pt x="1837336" y="0"/>
                  </a:lnTo>
                  <a:lnTo>
                    <a:pt x="1758726" y="9460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35" name="Candidate_density__2134">
              <a:extLst>
                <a:ext uri="{FF2B5EF4-FFF2-40B4-BE49-F238E27FC236}">
                  <a16:creationId xmlns:a16="http://schemas.microsoft.com/office/drawing/2014/main" id="{342D48DB-F600-E618-CBA4-D5722F6A2314}"/>
                </a:ext>
              </a:extLst>
            </p:cNvPr>
            <p:cNvSpPr>
              <a:spLocks noGrp="1"/>
            </p:cNvSpPr>
            <p:nvPr/>
          </p:nvSpPr>
          <p:spPr>
            <a:xfrm>
              <a:off x="5152018" y="3326218"/>
              <a:ext cx="80280" cy="34875"/>
            </a:xfrm>
            <a:custGeom>
              <a:avLst/>
              <a:gdLst/>
              <a:ahLst/>
              <a:cxnLst/>
              <a:rect l="0" t="0" r="0" b="0"/>
              <a:pathLst>
                <a:path w="80280" h="34875">
                  <a:moveTo>
                    <a:pt x="80280" y="0"/>
                  </a:moveTo>
                  <a:lnTo>
                    <a:pt x="50231" y="27419"/>
                  </a:lnTo>
                  <a:lnTo>
                    <a:pt x="0" y="34875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36" name="Candidate_density__2135">
              <a:extLst>
                <a:ext uri="{FF2B5EF4-FFF2-40B4-BE49-F238E27FC236}">
                  <a16:creationId xmlns:a16="http://schemas.microsoft.com/office/drawing/2014/main" id="{374869B6-5545-CA49-0036-3FDE449DA024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77578"/>
              <a:ext cx="2786288" cy="1527273"/>
            </a:xfrm>
            <a:custGeom>
              <a:avLst/>
              <a:gdLst/>
              <a:ahLst/>
              <a:cxnLst/>
              <a:rect l="0" t="0" r="0" b="0"/>
              <a:pathLst>
                <a:path w="2786288" h="1527273">
                  <a:moveTo>
                    <a:pt x="35134" y="1238574"/>
                  </a:moveTo>
                  <a:lnTo>
                    <a:pt x="0" y="1218243"/>
                  </a:lnTo>
                  <a:lnTo>
                    <a:pt x="59303" y="1280627"/>
                  </a:lnTo>
                  <a:close/>
                  <a:moveTo>
                    <a:pt x="247023" y="1527273"/>
                  </a:moveTo>
                  <a:lnTo>
                    <a:pt x="258891" y="1488836"/>
                  </a:lnTo>
                  <a:lnTo>
                    <a:pt x="201843" y="1445058"/>
                  </a:lnTo>
                  <a:close/>
                  <a:moveTo>
                    <a:pt x="169863" y="1362842"/>
                  </a:moveTo>
                  <a:lnTo>
                    <a:pt x="249320" y="1336919"/>
                  </a:lnTo>
                  <a:lnTo>
                    <a:pt x="133807" y="1328836"/>
                  </a:lnTo>
                  <a:close/>
                  <a:moveTo>
                    <a:pt x="59303" y="1280627"/>
                  </a:moveTo>
                  <a:lnTo>
                    <a:pt x="100074" y="1242191"/>
                  </a:lnTo>
                  <a:lnTo>
                    <a:pt x="35134" y="1238574"/>
                  </a:lnTo>
                  <a:close/>
                  <a:moveTo>
                    <a:pt x="100074" y="1242191"/>
                  </a:moveTo>
                  <a:lnTo>
                    <a:pt x="89794" y="1227736"/>
                  </a:lnTo>
                  <a:lnTo>
                    <a:pt x="35134" y="1238574"/>
                  </a:lnTo>
                  <a:close/>
                  <a:moveTo>
                    <a:pt x="56405" y="1159976"/>
                  </a:moveTo>
                  <a:lnTo>
                    <a:pt x="35134" y="1238574"/>
                  </a:lnTo>
                  <a:lnTo>
                    <a:pt x="89794" y="1227736"/>
                  </a:lnTo>
                  <a:close/>
                  <a:moveTo>
                    <a:pt x="482754" y="1468510"/>
                  </a:moveTo>
                  <a:lnTo>
                    <a:pt x="370718" y="1406621"/>
                  </a:lnTo>
                  <a:lnTo>
                    <a:pt x="424998" y="1429834"/>
                  </a:lnTo>
                  <a:close/>
                  <a:moveTo>
                    <a:pt x="56405" y="1159976"/>
                  </a:moveTo>
                  <a:lnTo>
                    <a:pt x="53260" y="1074852"/>
                  </a:lnTo>
                  <a:lnTo>
                    <a:pt x="53312" y="1091335"/>
                  </a:lnTo>
                  <a:close/>
                  <a:moveTo>
                    <a:pt x="67829" y="1039324"/>
                  </a:moveTo>
                  <a:lnTo>
                    <a:pt x="53260" y="1074852"/>
                  </a:lnTo>
                  <a:lnTo>
                    <a:pt x="56405" y="1159976"/>
                  </a:lnTo>
                  <a:close/>
                  <a:moveTo>
                    <a:pt x="312540" y="1072824"/>
                  </a:moveTo>
                  <a:lnTo>
                    <a:pt x="387343" y="1083103"/>
                  </a:lnTo>
                  <a:lnTo>
                    <a:pt x="265257" y="1023686"/>
                  </a:lnTo>
                  <a:close/>
                  <a:moveTo>
                    <a:pt x="387343" y="1083103"/>
                  </a:moveTo>
                  <a:lnTo>
                    <a:pt x="312540" y="1072824"/>
                  </a:lnTo>
                  <a:lnTo>
                    <a:pt x="318945" y="1080131"/>
                  </a:lnTo>
                  <a:close/>
                  <a:moveTo>
                    <a:pt x="285324" y="807187"/>
                  </a:moveTo>
                  <a:lnTo>
                    <a:pt x="192843" y="821781"/>
                  </a:lnTo>
                  <a:lnTo>
                    <a:pt x="311308" y="853015"/>
                  </a:lnTo>
                  <a:close/>
                  <a:moveTo>
                    <a:pt x="364273" y="772388"/>
                  </a:moveTo>
                  <a:lnTo>
                    <a:pt x="275295" y="715806"/>
                  </a:lnTo>
                  <a:lnTo>
                    <a:pt x="359523" y="807457"/>
                  </a:lnTo>
                  <a:close/>
                  <a:moveTo>
                    <a:pt x="514243" y="759584"/>
                  </a:moveTo>
                  <a:lnTo>
                    <a:pt x="488926" y="744583"/>
                  </a:lnTo>
                  <a:lnTo>
                    <a:pt x="442357" y="785672"/>
                  </a:lnTo>
                  <a:close/>
                  <a:moveTo>
                    <a:pt x="442357" y="785672"/>
                  </a:moveTo>
                  <a:lnTo>
                    <a:pt x="488926" y="744583"/>
                  </a:lnTo>
                  <a:lnTo>
                    <a:pt x="364273" y="772388"/>
                  </a:lnTo>
                  <a:close/>
                  <a:moveTo>
                    <a:pt x="1059074" y="1302932"/>
                  </a:moveTo>
                  <a:lnTo>
                    <a:pt x="1130779" y="1305229"/>
                  </a:lnTo>
                  <a:lnTo>
                    <a:pt x="1057595" y="1262251"/>
                  </a:lnTo>
                  <a:close/>
                  <a:moveTo>
                    <a:pt x="1130779" y="1305229"/>
                  </a:moveTo>
                  <a:lnTo>
                    <a:pt x="1139288" y="1289030"/>
                  </a:lnTo>
                  <a:lnTo>
                    <a:pt x="1057595" y="1262251"/>
                  </a:lnTo>
                  <a:close/>
                  <a:moveTo>
                    <a:pt x="1057595" y="1262251"/>
                  </a:moveTo>
                  <a:lnTo>
                    <a:pt x="988629" y="1214439"/>
                  </a:lnTo>
                  <a:lnTo>
                    <a:pt x="1059074" y="1302932"/>
                  </a:lnTo>
                  <a:close/>
                  <a:moveTo>
                    <a:pt x="978186" y="1244015"/>
                  </a:moveTo>
                  <a:lnTo>
                    <a:pt x="1025575" y="1296654"/>
                  </a:lnTo>
                  <a:lnTo>
                    <a:pt x="1059074" y="1302932"/>
                  </a:lnTo>
                  <a:close/>
                  <a:moveTo>
                    <a:pt x="965424" y="1218384"/>
                  </a:moveTo>
                  <a:lnTo>
                    <a:pt x="978186" y="1244015"/>
                  </a:lnTo>
                  <a:lnTo>
                    <a:pt x="1059074" y="1302932"/>
                  </a:lnTo>
                  <a:close/>
                  <a:moveTo>
                    <a:pt x="1130779" y="1305229"/>
                  </a:moveTo>
                  <a:lnTo>
                    <a:pt x="1148653" y="1296654"/>
                  </a:lnTo>
                  <a:lnTo>
                    <a:pt x="1139288" y="1289030"/>
                  </a:lnTo>
                  <a:close/>
                  <a:moveTo>
                    <a:pt x="965424" y="1218384"/>
                  </a:moveTo>
                  <a:lnTo>
                    <a:pt x="905126" y="1186055"/>
                  </a:lnTo>
                  <a:lnTo>
                    <a:pt x="883977" y="1224007"/>
                  </a:lnTo>
                  <a:close/>
                  <a:moveTo>
                    <a:pt x="624141" y="756272"/>
                  </a:moveTo>
                  <a:lnTo>
                    <a:pt x="514243" y="759584"/>
                  </a:lnTo>
                  <a:lnTo>
                    <a:pt x="575948" y="791287"/>
                  </a:lnTo>
                  <a:close/>
                  <a:moveTo>
                    <a:pt x="534105" y="726117"/>
                  </a:moveTo>
                  <a:lnTo>
                    <a:pt x="537349" y="710426"/>
                  </a:lnTo>
                  <a:lnTo>
                    <a:pt x="514243" y="759584"/>
                  </a:lnTo>
                  <a:close/>
                  <a:moveTo>
                    <a:pt x="1052142" y="1026659"/>
                  </a:moveTo>
                  <a:lnTo>
                    <a:pt x="1129663" y="1105952"/>
                  </a:lnTo>
                  <a:lnTo>
                    <a:pt x="1131986" y="1046527"/>
                  </a:lnTo>
                  <a:close/>
                  <a:moveTo>
                    <a:pt x="1014354" y="1050009"/>
                  </a:moveTo>
                  <a:lnTo>
                    <a:pt x="1129663" y="1105952"/>
                  </a:lnTo>
                  <a:lnTo>
                    <a:pt x="1052142" y="1026659"/>
                  </a:lnTo>
                  <a:close/>
                  <a:moveTo>
                    <a:pt x="866378" y="929357"/>
                  </a:moveTo>
                  <a:lnTo>
                    <a:pt x="808365" y="887739"/>
                  </a:lnTo>
                  <a:lnTo>
                    <a:pt x="804210" y="885579"/>
                  </a:lnTo>
                  <a:close/>
                  <a:moveTo>
                    <a:pt x="866378" y="929357"/>
                  </a:moveTo>
                  <a:lnTo>
                    <a:pt x="804210" y="885579"/>
                  </a:lnTo>
                  <a:lnTo>
                    <a:pt x="820163" y="847142"/>
                  </a:lnTo>
                  <a:close/>
                  <a:moveTo>
                    <a:pt x="947148" y="932965"/>
                  </a:moveTo>
                  <a:lnTo>
                    <a:pt x="949979" y="923350"/>
                  </a:lnTo>
                  <a:lnTo>
                    <a:pt x="867281" y="937304"/>
                  </a:lnTo>
                  <a:close/>
                  <a:moveTo>
                    <a:pt x="867281" y="937304"/>
                  </a:moveTo>
                  <a:lnTo>
                    <a:pt x="949979" y="923350"/>
                  </a:lnTo>
                  <a:lnTo>
                    <a:pt x="808778" y="885579"/>
                  </a:lnTo>
                  <a:close/>
                  <a:moveTo>
                    <a:pt x="808778" y="885579"/>
                  </a:moveTo>
                  <a:lnTo>
                    <a:pt x="949979" y="923350"/>
                  </a:lnTo>
                  <a:lnTo>
                    <a:pt x="856098" y="847142"/>
                  </a:lnTo>
                  <a:close/>
                  <a:moveTo>
                    <a:pt x="808778" y="885579"/>
                  </a:moveTo>
                  <a:lnTo>
                    <a:pt x="808365" y="887739"/>
                  </a:lnTo>
                  <a:lnTo>
                    <a:pt x="867281" y="937304"/>
                  </a:lnTo>
                  <a:close/>
                  <a:moveTo>
                    <a:pt x="953693" y="929357"/>
                  </a:moveTo>
                  <a:lnTo>
                    <a:pt x="947148" y="932965"/>
                  </a:lnTo>
                  <a:lnTo>
                    <a:pt x="916611" y="1013793"/>
                  </a:lnTo>
                  <a:close/>
                  <a:moveTo>
                    <a:pt x="820163" y="847142"/>
                  </a:moveTo>
                  <a:lnTo>
                    <a:pt x="804210" y="885579"/>
                  </a:lnTo>
                  <a:lnTo>
                    <a:pt x="854839" y="846291"/>
                  </a:lnTo>
                  <a:close/>
                  <a:moveTo>
                    <a:pt x="856098" y="847142"/>
                  </a:moveTo>
                  <a:lnTo>
                    <a:pt x="854839" y="846291"/>
                  </a:lnTo>
                  <a:lnTo>
                    <a:pt x="807230" y="883493"/>
                  </a:lnTo>
                  <a:close/>
                  <a:moveTo>
                    <a:pt x="796414" y="627850"/>
                  </a:moveTo>
                  <a:lnTo>
                    <a:pt x="720663" y="595541"/>
                  </a:lnTo>
                  <a:lnTo>
                    <a:pt x="774622" y="609832"/>
                  </a:lnTo>
                  <a:close/>
                  <a:moveTo>
                    <a:pt x="796414" y="627850"/>
                  </a:moveTo>
                  <a:lnTo>
                    <a:pt x="774622" y="609832"/>
                  </a:lnTo>
                  <a:lnTo>
                    <a:pt x="845684" y="596860"/>
                  </a:lnTo>
                  <a:close/>
                  <a:moveTo>
                    <a:pt x="642258" y="598690"/>
                  </a:moveTo>
                  <a:lnTo>
                    <a:pt x="720663" y="595541"/>
                  </a:lnTo>
                  <a:lnTo>
                    <a:pt x="712808" y="593920"/>
                  </a:lnTo>
                  <a:close/>
                  <a:moveTo>
                    <a:pt x="890910" y="617817"/>
                  </a:moveTo>
                  <a:lnTo>
                    <a:pt x="927592" y="624444"/>
                  </a:lnTo>
                  <a:lnTo>
                    <a:pt x="845684" y="596860"/>
                  </a:lnTo>
                  <a:close/>
                  <a:moveTo>
                    <a:pt x="890910" y="617817"/>
                  </a:moveTo>
                  <a:lnTo>
                    <a:pt x="948204" y="631830"/>
                  </a:lnTo>
                  <a:lnTo>
                    <a:pt x="927592" y="624444"/>
                  </a:lnTo>
                  <a:close/>
                  <a:moveTo>
                    <a:pt x="1379745" y="769937"/>
                  </a:moveTo>
                  <a:lnTo>
                    <a:pt x="1476210" y="705715"/>
                  </a:lnTo>
                  <a:lnTo>
                    <a:pt x="1397422" y="731833"/>
                  </a:lnTo>
                  <a:close/>
                  <a:moveTo>
                    <a:pt x="1466818" y="816827"/>
                  </a:moveTo>
                  <a:lnTo>
                    <a:pt x="1556931" y="875091"/>
                  </a:lnTo>
                  <a:lnTo>
                    <a:pt x="1541646" y="775611"/>
                  </a:lnTo>
                  <a:close/>
                  <a:moveTo>
                    <a:pt x="2350164" y="1280680"/>
                  </a:moveTo>
                  <a:lnTo>
                    <a:pt x="2247062" y="1303909"/>
                  </a:lnTo>
                  <a:lnTo>
                    <a:pt x="2239898" y="1326238"/>
                  </a:lnTo>
                  <a:close/>
                  <a:moveTo>
                    <a:pt x="2526630" y="397071"/>
                  </a:moveTo>
                  <a:lnTo>
                    <a:pt x="2609897" y="389969"/>
                  </a:lnTo>
                  <a:lnTo>
                    <a:pt x="2590966" y="305267"/>
                  </a:lnTo>
                  <a:close/>
                  <a:moveTo>
                    <a:pt x="2588098" y="500913"/>
                  </a:moveTo>
                  <a:lnTo>
                    <a:pt x="2679573" y="385904"/>
                  </a:lnTo>
                  <a:lnTo>
                    <a:pt x="2609897" y="389969"/>
                  </a:lnTo>
                  <a:close/>
                  <a:moveTo>
                    <a:pt x="2689997" y="388037"/>
                  </a:moveTo>
                  <a:lnTo>
                    <a:pt x="2679573" y="385904"/>
                  </a:lnTo>
                  <a:lnTo>
                    <a:pt x="2588098" y="500913"/>
                  </a:lnTo>
                  <a:close/>
                  <a:moveTo>
                    <a:pt x="2470223" y="221474"/>
                  </a:moveTo>
                  <a:lnTo>
                    <a:pt x="2439076" y="285858"/>
                  </a:lnTo>
                  <a:lnTo>
                    <a:pt x="2453919" y="256000"/>
                  </a:lnTo>
                  <a:close/>
                  <a:moveTo>
                    <a:pt x="2453919" y="256000"/>
                  </a:moveTo>
                  <a:lnTo>
                    <a:pt x="2439076" y="285858"/>
                  </a:lnTo>
                  <a:lnTo>
                    <a:pt x="2440183" y="306666"/>
                  </a:lnTo>
                  <a:close/>
                  <a:moveTo>
                    <a:pt x="2453919" y="256000"/>
                  </a:moveTo>
                  <a:lnTo>
                    <a:pt x="2565345" y="226004"/>
                  </a:lnTo>
                  <a:lnTo>
                    <a:pt x="2491094" y="201685"/>
                  </a:lnTo>
                  <a:close/>
                  <a:moveTo>
                    <a:pt x="2786288" y="367750"/>
                  </a:moveTo>
                  <a:lnTo>
                    <a:pt x="2690568" y="384977"/>
                  </a:lnTo>
                  <a:lnTo>
                    <a:pt x="2689997" y="388037"/>
                  </a:lnTo>
                  <a:close/>
                  <a:moveTo>
                    <a:pt x="2433570" y="111858"/>
                  </a:moveTo>
                  <a:lnTo>
                    <a:pt x="2476793" y="37219"/>
                  </a:lnTo>
                  <a:lnTo>
                    <a:pt x="2413848" y="27800"/>
                  </a:lnTo>
                  <a:close/>
                  <a:moveTo>
                    <a:pt x="2413848" y="27800"/>
                  </a:moveTo>
                  <a:lnTo>
                    <a:pt x="2476793" y="37219"/>
                  </a:lnTo>
                  <a:lnTo>
                    <a:pt x="2437150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37" name="Candidate_density__2136">
              <a:extLst>
                <a:ext uri="{FF2B5EF4-FFF2-40B4-BE49-F238E27FC236}">
                  <a16:creationId xmlns:a16="http://schemas.microsoft.com/office/drawing/2014/main" id="{7712CFB7-3C73-5D16-E189-0BE896C2B8CA}"/>
                </a:ext>
              </a:extLst>
            </p:cNvPr>
            <p:cNvSpPr>
              <a:spLocks noGrp="1"/>
            </p:cNvSpPr>
            <p:nvPr/>
          </p:nvSpPr>
          <p:spPr>
            <a:xfrm>
              <a:off x="3632227" y="1900249"/>
              <a:ext cx="2476090" cy="1645231"/>
            </a:xfrm>
            <a:custGeom>
              <a:avLst/>
              <a:gdLst/>
              <a:ahLst/>
              <a:cxnLst/>
              <a:rect l="0" t="0" r="0" b="0"/>
              <a:pathLst>
                <a:path w="2476090" h="1645231">
                  <a:moveTo>
                    <a:pt x="118180" y="1412263"/>
                  </a:moveTo>
                  <a:lnTo>
                    <a:pt x="184139" y="1486816"/>
                  </a:lnTo>
                  <a:lnTo>
                    <a:pt x="135058" y="1432466"/>
                  </a:lnTo>
                  <a:close/>
                  <a:moveTo>
                    <a:pt x="135058" y="1432466"/>
                  </a:moveTo>
                  <a:lnTo>
                    <a:pt x="184139" y="1486816"/>
                  </a:lnTo>
                  <a:lnTo>
                    <a:pt x="167235" y="1472475"/>
                  </a:lnTo>
                  <a:close/>
                  <a:moveTo>
                    <a:pt x="0" y="1206164"/>
                  </a:moveTo>
                  <a:lnTo>
                    <a:pt x="124139" y="1176438"/>
                  </a:lnTo>
                  <a:lnTo>
                    <a:pt x="47212" y="1167480"/>
                  </a:lnTo>
                  <a:close/>
                  <a:moveTo>
                    <a:pt x="603599" y="1574374"/>
                  </a:moveTo>
                  <a:lnTo>
                    <a:pt x="670420" y="1535937"/>
                  </a:lnTo>
                  <a:lnTo>
                    <a:pt x="581143" y="1555268"/>
                  </a:lnTo>
                  <a:close/>
                  <a:moveTo>
                    <a:pt x="670420" y="1535937"/>
                  </a:moveTo>
                  <a:lnTo>
                    <a:pt x="622692" y="1495410"/>
                  </a:lnTo>
                  <a:lnTo>
                    <a:pt x="581143" y="1555268"/>
                  </a:lnTo>
                  <a:close/>
                  <a:moveTo>
                    <a:pt x="672982" y="1619984"/>
                  </a:moveTo>
                  <a:lnTo>
                    <a:pt x="754266" y="1645231"/>
                  </a:lnTo>
                  <a:lnTo>
                    <a:pt x="798597" y="1595776"/>
                  </a:lnTo>
                  <a:close/>
                  <a:moveTo>
                    <a:pt x="718945" y="1576627"/>
                  </a:moveTo>
                  <a:lnTo>
                    <a:pt x="798597" y="1595776"/>
                  </a:lnTo>
                  <a:lnTo>
                    <a:pt x="839701" y="1534255"/>
                  </a:lnTo>
                  <a:close/>
                  <a:moveTo>
                    <a:pt x="798597" y="1595776"/>
                  </a:moveTo>
                  <a:lnTo>
                    <a:pt x="860864" y="1549925"/>
                  </a:lnTo>
                  <a:lnTo>
                    <a:pt x="839701" y="1534255"/>
                  </a:lnTo>
                  <a:close/>
                  <a:moveTo>
                    <a:pt x="151517" y="684515"/>
                  </a:moveTo>
                  <a:lnTo>
                    <a:pt x="198765" y="757565"/>
                  </a:lnTo>
                  <a:lnTo>
                    <a:pt x="220442" y="789165"/>
                  </a:lnTo>
                  <a:close/>
                  <a:moveTo>
                    <a:pt x="859780" y="1473185"/>
                  </a:moveTo>
                  <a:lnTo>
                    <a:pt x="839701" y="1534255"/>
                  </a:lnTo>
                  <a:lnTo>
                    <a:pt x="883673" y="1497501"/>
                  </a:lnTo>
                  <a:close/>
                  <a:moveTo>
                    <a:pt x="901972" y="1376849"/>
                  </a:moveTo>
                  <a:lnTo>
                    <a:pt x="862966" y="1406036"/>
                  </a:lnTo>
                  <a:lnTo>
                    <a:pt x="883673" y="1497501"/>
                  </a:lnTo>
                  <a:close/>
                  <a:moveTo>
                    <a:pt x="864364" y="1196061"/>
                  </a:moveTo>
                  <a:lnTo>
                    <a:pt x="903519" y="1278999"/>
                  </a:lnTo>
                  <a:lnTo>
                    <a:pt x="925267" y="1180261"/>
                  </a:lnTo>
                  <a:close/>
                  <a:moveTo>
                    <a:pt x="996972" y="1182558"/>
                  </a:moveTo>
                  <a:lnTo>
                    <a:pt x="925267" y="1180261"/>
                  </a:lnTo>
                  <a:lnTo>
                    <a:pt x="903519" y="1278999"/>
                  </a:lnTo>
                  <a:close/>
                  <a:moveTo>
                    <a:pt x="389990" y="711918"/>
                  </a:moveTo>
                  <a:lnTo>
                    <a:pt x="380436" y="636913"/>
                  </a:lnTo>
                  <a:lnTo>
                    <a:pt x="490334" y="633601"/>
                  </a:lnTo>
                  <a:close/>
                  <a:moveTo>
                    <a:pt x="1031616" y="1256197"/>
                  </a:moveTo>
                  <a:lnTo>
                    <a:pt x="1060079" y="1291937"/>
                  </a:lnTo>
                  <a:lnTo>
                    <a:pt x="1122797" y="1326325"/>
                  </a:lnTo>
                  <a:close/>
                  <a:moveTo>
                    <a:pt x="813341" y="810294"/>
                  </a:moveTo>
                  <a:lnTo>
                    <a:pt x="718045" y="927337"/>
                  </a:lnTo>
                  <a:lnTo>
                    <a:pt x="782804" y="891121"/>
                  </a:lnTo>
                  <a:close/>
                  <a:moveTo>
                    <a:pt x="717996" y="927307"/>
                  </a:moveTo>
                  <a:lnTo>
                    <a:pt x="718045" y="927337"/>
                  </a:lnTo>
                  <a:lnTo>
                    <a:pt x="813341" y="810294"/>
                  </a:lnTo>
                  <a:close/>
                  <a:moveTo>
                    <a:pt x="733474" y="814632"/>
                  </a:moveTo>
                  <a:lnTo>
                    <a:pt x="717996" y="927307"/>
                  </a:lnTo>
                  <a:lnTo>
                    <a:pt x="813341" y="810294"/>
                  </a:lnTo>
                  <a:close/>
                  <a:moveTo>
                    <a:pt x="899420" y="888901"/>
                  </a:moveTo>
                  <a:lnTo>
                    <a:pt x="888641" y="909760"/>
                  </a:lnTo>
                  <a:lnTo>
                    <a:pt x="918335" y="903988"/>
                  </a:lnTo>
                  <a:close/>
                  <a:moveTo>
                    <a:pt x="1412137" y="1427181"/>
                  </a:moveTo>
                  <a:lnTo>
                    <a:pt x="1411354" y="1546621"/>
                  </a:lnTo>
                  <a:lnTo>
                    <a:pt x="1493217" y="1444888"/>
                  </a:lnTo>
                  <a:close/>
                  <a:moveTo>
                    <a:pt x="933925" y="850464"/>
                  </a:moveTo>
                  <a:lnTo>
                    <a:pt x="899420" y="888901"/>
                  </a:lnTo>
                  <a:lnTo>
                    <a:pt x="918335" y="903988"/>
                  </a:lnTo>
                  <a:close/>
                  <a:moveTo>
                    <a:pt x="918335" y="903988"/>
                  </a:moveTo>
                  <a:lnTo>
                    <a:pt x="998179" y="923856"/>
                  </a:lnTo>
                  <a:lnTo>
                    <a:pt x="964240" y="860419"/>
                  </a:lnTo>
                  <a:close/>
                  <a:moveTo>
                    <a:pt x="1025811" y="858836"/>
                  </a:moveTo>
                  <a:lnTo>
                    <a:pt x="1077943" y="877045"/>
                  </a:lnTo>
                  <a:lnTo>
                    <a:pt x="1034648" y="845007"/>
                  </a:lnTo>
                  <a:close/>
                  <a:moveTo>
                    <a:pt x="1275282" y="756976"/>
                  </a:moveTo>
                  <a:lnTo>
                    <a:pt x="1214232" y="743923"/>
                  </a:lnTo>
                  <a:lnTo>
                    <a:pt x="1333011" y="694155"/>
                  </a:lnTo>
                  <a:close/>
                  <a:moveTo>
                    <a:pt x="2324916" y="603592"/>
                  </a:moveTo>
                  <a:lnTo>
                    <a:pt x="2254959" y="626165"/>
                  </a:lnTo>
                  <a:lnTo>
                    <a:pt x="2206834" y="655964"/>
                  </a:lnTo>
                  <a:close/>
                  <a:moveTo>
                    <a:pt x="2324916" y="603592"/>
                  </a:moveTo>
                  <a:lnTo>
                    <a:pt x="2353650" y="506431"/>
                  </a:lnTo>
                  <a:lnTo>
                    <a:pt x="2257381" y="625187"/>
                  </a:lnTo>
                  <a:close/>
                  <a:moveTo>
                    <a:pt x="2353690" y="504536"/>
                  </a:moveTo>
                  <a:lnTo>
                    <a:pt x="2353650" y="506431"/>
                  </a:lnTo>
                  <a:lnTo>
                    <a:pt x="2344670" y="462243"/>
                  </a:lnTo>
                  <a:close/>
                  <a:moveTo>
                    <a:pt x="2353650" y="506431"/>
                  </a:moveTo>
                  <a:lnTo>
                    <a:pt x="2372217" y="504536"/>
                  </a:lnTo>
                  <a:lnTo>
                    <a:pt x="2344670" y="462243"/>
                  </a:lnTo>
                  <a:close/>
                  <a:moveTo>
                    <a:pt x="2383635" y="392726"/>
                  </a:moveTo>
                  <a:lnTo>
                    <a:pt x="2372217" y="504536"/>
                  </a:lnTo>
                  <a:lnTo>
                    <a:pt x="2450972" y="387811"/>
                  </a:lnTo>
                  <a:close/>
                  <a:moveTo>
                    <a:pt x="2450972" y="387811"/>
                  </a:moveTo>
                  <a:lnTo>
                    <a:pt x="2422416" y="383885"/>
                  </a:lnTo>
                  <a:lnTo>
                    <a:pt x="2383635" y="392726"/>
                  </a:lnTo>
                  <a:close/>
                  <a:moveTo>
                    <a:pt x="2422416" y="383885"/>
                  </a:moveTo>
                  <a:lnTo>
                    <a:pt x="2450972" y="387811"/>
                  </a:lnTo>
                  <a:lnTo>
                    <a:pt x="2454291" y="378242"/>
                  </a:lnTo>
                  <a:close/>
                  <a:moveTo>
                    <a:pt x="2386489" y="379642"/>
                  </a:moveTo>
                  <a:lnTo>
                    <a:pt x="2422416" y="383885"/>
                  </a:lnTo>
                  <a:lnTo>
                    <a:pt x="2476090" y="267297"/>
                  </a:lnTo>
                  <a:close/>
                  <a:moveTo>
                    <a:pt x="2360993" y="0"/>
                  </a:moveTo>
                  <a:lnTo>
                    <a:pt x="2336416" y="98803"/>
                  </a:lnTo>
                  <a:lnTo>
                    <a:pt x="2357287" y="79013"/>
                  </a:lnTo>
                  <a:close/>
                  <a:moveTo>
                    <a:pt x="2299882" y="89182"/>
                  </a:moveTo>
                  <a:lnTo>
                    <a:pt x="2336416" y="98803"/>
                  </a:lnTo>
                  <a:lnTo>
                    <a:pt x="2360993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38" name="Candidate_density__2137">
              <a:extLst>
                <a:ext uri="{FF2B5EF4-FFF2-40B4-BE49-F238E27FC236}">
                  <a16:creationId xmlns:a16="http://schemas.microsoft.com/office/drawing/2014/main" id="{6CC77B74-B347-FED2-2DAB-C2C91CB3EB75}"/>
                </a:ext>
              </a:extLst>
            </p:cNvPr>
            <p:cNvSpPr>
              <a:spLocks noGrp="1"/>
            </p:cNvSpPr>
            <p:nvPr/>
          </p:nvSpPr>
          <p:spPr>
            <a:xfrm>
              <a:off x="3557724" y="1814797"/>
              <a:ext cx="2603257" cy="1705437"/>
            </a:xfrm>
            <a:custGeom>
              <a:avLst/>
              <a:gdLst/>
              <a:ahLst/>
              <a:cxnLst/>
              <a:rect l="0" t="0" r="0" b="0"/>
              <a:pathLst>
                <a:path w="2603257" h="1705437">
                  <a:moveTo>
                    <a:pt x="187720" y="1490054"/>
                  </a:moveTo>
                  <a:lnTo>
                    <a:pt x="192684" y="1497716"/>
                  </a:lnTo>
                  <a:lnTo>
                    <a:pt x="209562" y="1517918"/>
                  </a:lnTo>
                  <a:close/>
                  <a:moveTo>
                    <a:pt x="187720" y="1490054"/>
                  </a:moveTo>
                  <a:lnTo>
                    <a:pt x="142540" y="1407839"/>
                  </a:lnTo>
                  <a:lnTo>
                    <a:pt x="143052" y="1437974"/>
                  </a:lnTo>
                  <a:close/>
                  <a:moveTo>
                    <a:pt x="187720" y="1490054"/>
                  </a:moveTo>
                  <a:lnTo>
                    <a:pt x="209562" y="1517918"/>
                  </a:lnTo>
                  <a:lnTo>
                    <a:pt x="237022" y="1533832"/>
                  </a:lnTo>
                  <a:close/>
                  <a:moveTo>
                    <a:pt x="74504" y="1291617"/>
                  </a:moveTo>
                  <a:lnTo>
                    <a:pt x="190016" y="1299700"/>
                  </a:lnTo>
                  <a:lnTo>
                    <a:pt x="198642" y="1261891"/>
                  </a:lnTo>
                  <a:close/>
                  <a:moveTo>
                    <a:pt x="40771" y="1204972"/>
                  </a:moveTo>
                  <a:lnTo>
                    <a:pt x="74504" y="1291617"/>
                  </a:lnTo>
                  <a:lnTo>
                    <a:pt x="121716" y="1252933"/>
                  </a:lnTo>
                  <a:close/>
                  <a:moveTo>
                    <a:pt x="40771" y="1204972"/>
                  </a:moveTo>
                  <a:lnTo>
                    <a:pt x="0" y="1243408"/>
                  </a:lnTo>
                  <a:lnTo>
                    <a:pt x="74504" y="1291617"/>
                  </a:lnTo>
                  <a:close/>
                  <a:moveTo>
                    <a:pt x="744924" y="1621389"/>
                  </a:moveTo>
                  <a:lnTo>
                    <a:pt x="747486" y="1705437"/>
                  </a:lnTo>
                  <a:lnTo>
                    <a:pt x="793448" y="1662079"/>
                  </a:lnTo>
                  <a:close/>
                  <a:moveTo>
                    <a:pt x="744924" y="1621389"/>
                  </a:moveTo>
                  <a:lnTo>
                    <a:pt x="678103" y="1659826"/>
                  </a:lnTo>
                  <a:lnTo>
                    <a:pt x="747486" y="1705437"/>
                  </a:lnTo>
                  <a:close/>
                  <a:moveTo>
                    <a:pt x="793448" y="1662079"/>
                  </a:moveTo>
                  <a:lnTo>
                    <a:pt x="747486" y="1705437"/>
                  </a:lnTo>
                  <a:lnTo>
                    <a:pt x="873101" y="1681229"/>
                  </a:lnTo>
                  <a:close/>
                  <a:moveTo>
                    <a:pt x="205954" y="986467"/>
                  </a:moveTo>
                  <a:lnTo>
                    <a:pt x="280181" y="986713"/>
                  </a:lnTo>
                  <a:lnTo>
                    <a:pt x="222963" y="922417"/>
                  </a:lnTo>
                  <a:close/>
                  <a:moveTo>
                    <a:pt x="280181" y="986713"/>
                  </a:moveTo>
                  <a:lnTo>
                    <a:pt x="290749" y="897201"/>
                  </a:lnTo>
                  <a:lnTo>
                    <a:pt x="222963" y="922417"/>
                  </a:lnTo>
                  <a:close/>
                  <a:moveTo>
                    <a:pt x="226021" y="769968"/>
                  </a:moveTo>
                  <a:lnTo>
                    <a:pt x="294946" y="874618"/>
                  </a:lnTo>
                  <a:lnTo>
                    <a:pt x="300220" y="770238"/>
                  </a:lnTo>
                  <a:close/>
                  <a:moveTo>
                    <a:pt x="824674" y="1186788"/>
                  </a:moveTo>
                  <a:lnTo>
                    <a:pt x="845823" y="1148836"/>
                  </a:lnTo>
                  <a:lnTo>
                    <a:pt x="858462" y="1095005"/>
                  </a:lnTo>
                  <a:close/>
                  <a:moveTo>
                    <a:pt x="585985" y="886796"/>
                  </a:moveTo>
                  <a:lnTo>
                    <a:pt x="626959" y="766145"/>
                  </a:lnTo>
                  <a:lnTo>
                    <a:pt x="585822" y="804581"/>
                  </a:lnTo>
                  <a:close/>
                  <a:moveTo>
                    <a:pt x="585822" y="804581"/>
                  </a:moveTo>
                  <a:lnTo>
                    <a:pt x="626959" y="766145"/>
                  </a:lnTo>
                  <a:lnTo>
                    <a:pt x="516645" y="754067"/>
                  </a:lnTo>
                  <a:close/>
                  <a:moveTo>
                    <a:pt x="626959" y="766145"/>
                  </a:moveTo>
                  <a:lnTo>
                    <a:pt x="564838" y="719053"/>
                  </a:lnTo>
                  <a:lnTo>
                    <a:pt x="516645" y="754067"/>
                  </a:lnTo>
                  <a:close/>
                  <a:moveTo>
                    <a:pt x="1322824" y="1670511"/>
                  </a:moveTo>
                  <a:lnTo>
                    <a:pt x="1293616" y="1588295"/>
                  </a:lnTo>
                  <a:lnTo>
                    <a:pt x="1299993" y="1603782"/>
                  </a:lnTo>
                  <a:close/>
                  <a:moveTo>
                    <a:pt x="1106120" y="1341650"/>
                  </a:moveTo>
                  <a:lnTo>
                    <a:pt x="1197300" y="1411778"/>
                  </a:lnTo>
                  <a:lnTo>
                    <a:pt x="1195888" y="1385429"/>
                  </a:lnTo>
                  <a:close/>
                  <a:moveTo>
                    <a:pt x="963145" y="995212"/>
                  </a:moveTo>
                  <a:lnTo>
                    <a:pt x="955051" y="1012790"/>
                  </a:lnTo>
                  <a:lnTo>
                    <a:pt x="992839" y="989440"/>
                  </a:lnTo>
                  <a:close/>
                  <a:moveTo>
                    <a:pt x="807978" y="900085"/>
                  </a:moveTo>
                  <a:lnTo>
                    <a:pt x="749062" y="850520"/>
                  </a:lnTo>
                  <a:lnTo>
                    <a:pt x="807075" y="892138"/>
                  </a:lnTo>
                  <a:close/>
                  <a:moveTo>
                    <a:pt x="894390" y="892138"/>
                  </a:moveTo>
                  <a:lnTo>
                    <a:pt x="963145" y="995212"/>
                  </a:lnTo>
                  <a:lnTo>
                    <a:pt x="973924" y="974353"/>
                  </a:lnTo>
                  <a:close/>
                  <a:moveTo>
                    <a:pt x="857308" y="976574"/>
                  </a:moveTo>
                  <a:lnTo>
                    <a:pt x="963145" y="995212"/>
                  </a:lnTo>
                  <a:lnTo>
                    <a:pt x="894390" y="892138"/>
                  </a:lnTo>
                  <a:close/>
                  <a:moveTo>
                    <a:pt x="1305864" y="1198641"/>
                  </a:moveTo>
                  <a:lnTo>
                    <a:pt x="1329473" y="1279539"/>
                  </a:lnTo>
                  <a:lnTo>
                    <a:pt x="1383254" y="1196316"/>
                  </a:lnTo>
                  <a:close/>
                  <a:moveTo>
                    <a:pt x="1100315" y="944288"/>
                  </a:moveTo>
                  <a:lnTo>
                    <a:pt x="1072683" y="1009308"/>
                  </a:lnTo>
                  <a:lnTo>
                    <a:pt x="1178759" y="1041198"/>
                  </a:lnTo>
                  <a:close/>
                  <a:moveTo>
                    <a:pt x="1008428" y="935917"/>
                  </a:moveTo>
                  <a:lnTo>
                    <a:pt x="900708" y="885289"/>
                  </a:lnTo>
                  <a:lnTo>
                    <a:pt x="894390" y="892138"/>
                  </a:lnTo>
                  <a:close/>
                  <a:moveTo>
                    <a:pt x="1008428" y="935917"/>
                  </a:moveTo>
                  <a:lnTo>
                    <a:pt x="894390" y="892138"/>
                  </a:lnTo>
                  <a:lnTo>
                    <a:pt x="973924" y="974353"/>
                  </a:lnTo>
                  <a:close/>
                  <a:moveTo>
                    <a:pt x="931861" y="659778"/>
                  </a:moveTo>
                  <a:lnTo>
                    <a:pt x="976132" y="684378"/>
                  </a:lnTo>
                  <a:lnTo>
                    <a:pt x="888901" y="594611"/>
                  </a:lnTo>
                  <a:close/>
                  <a:moveTo>
                    <a:pt x="1443829" y="738392"/>
                  </a:moveTo>
                  <a:lnTo>
                    <a:pt x="1407515" y="779608"/>
                  </a:lnTo>
                  <a:lnTo>
                    <a:pt x="1415821" y="769471"/>
                  </a:lnTo>
                  <a:close/>
                  <a:moveTo>
                    <a:pt x="1415821" y="769471"/>
                  </a:moveTo>
                  <a:lnTo>
                    <a:pt x="1416907" y="668496"/>
                  </a:lnTo>
                  <a:lnTo>
                    <a:pt x="1320442" y="732718"/>
                  </a:lnTo>
                  <a:close/>
                  <a:moveTo>
                    <a:pt x="1497628" y="837872"/>
                  </a:moveTo>
                  <a:lnTo>
                    <a:pt x="1527794" y="839123"/>
                  </a:lnTo>
                  <a:lnTo>
                    <a:pt x="1482343" y="738392"/>
                  </a:lnTo>
                  <a:close/>
                  <a:moveTo>
                    <a:pt x="1736449" y="1030359"/>
                  </a:moveTo>
                  <a:lnTo>
                    <a:pt x="1781517" y="1054312"/>
                  </a:lnTo>
                  <a:lnTo>
                    <a:pt x="1750844" y="979157"/>
                  </a:lnTo>
                  <a:close/>
                  <a:moveTo>
                    <a:pt x="2428154" y="591884"/>
                  </a:moveTo>
                  <a:lnTo>
                    <a:pt x="2399420" y="689044"/>
                  </a:lnTo>
                  <a:lnTo>
                    <a:pt x="2446721" y="589988"/>
                  </a:lnTo>
                  <a:close/>
                  <a:moveTo>
                    <a:pt x="2399420" y="689044"/>
                  </a:moveTo>
                  <a:lnTo>
                    <a:pt x="2440405" y="710640"/>
                  </a:lnTo>
                  <a:lnTo>
                    <a:pt x="2446721" y="589988"/>
                  </a:lnTo>
                  <a:close/>
                  <a:moveTo>
                    <a:pt x="2446721" y="589988"/>
                  </a:moveTo>
                  <a:lnTo>
                    <a:pt x="2508279" y="602192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446721" y="589988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603257" y="470620"/>
                  </a:lnTo>
                  <a:lnTo>
                    <a:pt x="2528795" y="463694"/>
                  </a:lnTo>
                  <a:close/>
                  <a:moveTo>
                    <a:pt x="2550594" y="352750"/>
                  </a:moveTo>
                  <a:lnTo>
                    <a:pt x="2496920" y="469337"/>
                  </a:lnTo>
                  <a:lnTo>
                    <a:pt x="2528795" y="463694"/>
                  </a:lnTo>
                  <a:close/>
                  <a:moveTo>
                    <a:pt x="2467327" y="359852"/>
                  </a:moveTo>
                  <a:lnTo>
                    <a:pt x="2460993" y="465094"/>
                  </a:lnTo>
                  <a:lnTo>
                    <a:pt x="2550594" y="352750"/>
                  </a:lnTo>
                  <a:close/>
                  <a:moveTo>
                    <a:pt x="2506042" y="188785"/>
                  </a:moveTo>
                  <a:lnTo>
                    <a:pt x="2502039" y="148454"/>
                  </a:lnTo>
                  <a:lnTo>
                    <a:pt x="2431791" y="164466"/>
                  </a:lnTo>
                  <a:close/>
                  <a:moveTo>
                    <a:pt x="2410920" y="184255"/>
                  </a:moveTo>
                  <a:lnTo>
                    <a:pt x="2394616" y="218781"/>
                  </a:lnTo>
                  <a:lnTo>
                    <a:pt x="2431791" y="164466"/>
                  </a:lnTo>
                  <a:close/>
                  <a:moveTo>
                    <a:pt x="2374267" y="74639"/>
                  </a:moveTo>
                  <a:lnTo>
                    <a:pt x="2435497" y="85453"/>
                  </a:lnTo>
                  <a:lnTo>
                    <a:pt x="2417490" y="0"/>
                  </a:lnTo>
                  <a:close/>
                  <a:moveTo>
                    <a:pt x="2499597" y="93933"/>
                  </a:moveTo>
                  <a:lnTo>
                    <a:pt x="2431791" y="164466"/>
                  </a:lnTo>
                  <a:lnTo>
                    <a:pt x="2502039" y="148454"/>
                  </a:lnTo>
                  <a:close/>
                  <a:moveTo>
                    <a:pt x="2499597" y="93933"/>
                  </a:moveTo>
                  <a:lnTo>
                    <a:pt x="2435497" y="85453"/>
                  </a:lnTo>
                  <a:lnTo>
                    <a:pt x="2431791" y="164466"/>
                  </a:lnTo>
                  <a:close/>
                  <a:moveTo>
                    <a:pt x="2435497" y="85453"/>
                  </a:moveTo>
                  <a:lnTo>
                    <a:pt x="2478374" y="11094"/>
                  </a:lnTo>
                  <a:lnTo>
                    <a:pt x="241749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39" name="Candidate_density__2138">
              <a:extLst>
                <a:ext uri="{FF2B5EF4-FFF2-40B4-BE49-F238E27FC236}">
                  <a16:creationId xmlns:a16="http://schemas.microsoft.com/office/drawing/2014/main" id="{2BB716EC-52CB-98E1-FE75-B5965F01469D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61307"/>
              <a:ext cx="2690568" cy="1657272"/>
            </a:xfrm>
            <a:custGeom>
              <a:avLst/>
              <a:gdLst/>
              <a:ahLst/>
              <a:cxnLst/>
              <a:rect l="0" t="0" r="0" b="0"/>
              <a:pathLst>
                <a:path w="2690568" h="1657272">
                  <a:moveTo>
                    <a:pt x="15585" y="1214683"/>
                  </a:moveTo>
                  <a:lnTo>
                    <a:pt x="0" y="1234514"/>
                  </a:lnTo>
                  <a:lnTo>
                    <a:pt x="35134" y="1254845"/>
                  </a:lnTo>
                  <a:close/>
                  <a:moveTo>
                    <a:pt x="258891" y="1505107"/>
                  </a:moveTo>
                  <a:lnTo>
                    <a:pt x="291127" y="1439439"/>
                  </a:lnTo>
                  <a:lnTo>
                    <a:pt x="201843" y="1461329"/>
                  </a:lnTo>
                  <a:close/>
                  <a:moveTo>
                    <a:pt x="169863" y="1379113"/>
                  </a:moveTo>
                  <a:lnTo>
                    <a:pt x="272190" y="1434689"/>
                  </a:lnTo>
                  <a:lnTo>
                    <a:pt x="249320" y="1353190"/>
                  </a:lnTo>
                  <a:close/>
                  <a:moveTo>
                    <a:pt x="169863" y="1379113"/>
                  </a:moveTo>
                  <a:lnTo>
                    <a:pt x="201843" y="1461329"/>
                  </a:lnTo>
                  <a:lnTo>
                    <a:pt x="272190" y="1434689"/>
                  </a:lnTo>
                  <a:close/>
                  <a:moveTo>
                    <a:pt x="272190" y="1434689"/>
                  </a:moveTo>
                  <a:lnTo>
                    <a:pt x="323457" y="1353509"/>
                  </a:lnTo>
                  <a:lnTo>
                    <a:pt x="249320" y="1353190"/>
                  </a:lnTo>
                  <a:close/>
                  <a:moveTo>
                    <a:pt x="56405" y="1176247"/>
                  </a:moveTo>
                  <a:lnTo>
                    <a:pt x="15585" y="1214683"/>
                  </a:lnTo>
                  <a:lnTo>
                    <a:pt x="35134" y="1254845"/>
                  </a:lnTo>
                  <a:close/>
                  <a:moveTo>
                    <a:pt x="53312" y="1107605"/>
                  </a:moveTo>
                  <a:lnTo>
                    <a:pt x="15585" y="1214683"/>
                  </a:lnTo>
                  <a:lnTo>
                    <a:pt x="56405" y="1176247"/>
                  </a:lnTo>
                  <a:close/>
                  <a:moveTo>
                    <a:pt x="53312" y="1107605"/>
                  </a:moveTo>
                  <a:lnTo>
                    <a:pt x="17008" y="1187073"/>
                  </a:lnTo>
                  <a:lnTo>
                    <a:pt x="15585" y="1214683"/>
                  </a:lnTo>
                  <a:close/>
                  <a:moveTo>
                    <a:pt x="17008" y="1187073"/>
                  </a:moveTo>
                  <a:lnTo>
                    <a:pt x="53312" y="1107605"/>
                  </a:lnTo>
                  <a:lnTo>
                    <a:pt x="27386" y="1132468"/>
                  </a:lnTo>
                  <a:close/>
                  <a:moveTo>
                    <a:pt x="53312" y="1107605"/>
                  </a:moveTo>
                  <a:lnTo>
                    <a:pt x="55891" y="1094031"/>
                  </a:lnTo>
                  <a:lnTo>
                    <a:pt x="27386" y="1132468"/>
                  </a:lnTo>
                  <a:close/>
                  <a:moveTo>
                    <a:pt x="424998" y="1446104"/>
                  </a:moveTo>
                  <a:lnTo>
                    <a:pt x="363975" y="1433151"/>
                  </a:lnTo>
                  <a:lnTo>
                    <a:pt x="291127" y="1439439"/>
                  </a:lnTo>
                  <a:close/>
                  <a:moveTo>
                    <a:pt x="451197" y="1410344"/>
                  </a:moveTo>
                  <a:lnTo>
                    <a:pt x="370718" y="1422892"/>
                  </a:lnTo>
                  <a:lnTo>
                    <a:pt x="482754" y="1484781"/>
                  </a:lnTo>
                  <a:close/>
                  <a:moveTo>
                    <a:pt x="424998" y="1446104"/>
                  </a:moveTo>
                  <a:lnTo>
                    <a:pt x="370718" y="1422892"/>
                  </a:lnTo>
                  <a:lnTo>
                    <a:pt x="363975" y="1433151"/>
                  </a:lnTo>
                  <a:close/>
                  <a:moveTo>
                    <a:pt x="55891" y="1094031"/>
                  </a:moveTo>
                  <a:lnTo>
                    <a:pt x="53312" y="1107605"/>
                  </a:lnTo>
                  <a:lnTo>
                    <a:pt x="53260" y="1091123"/>
                  </a:lnTo>
                  <a:close/>
                  <a:moveTo>
                    <a:pt x="53260" y="1091123"/>
                  </a:moveTo>
                  <a:lnTo>
                    <a:pt x="84627" y="1009484"/>
                  </a:lnTo>
                  <a:lnTo>
                    <a:pt x="55891" y="1094031"/>
                  </a:lnTo>
                  <a:close/>
                  <a:moveTo>
                    <a:pt x="55891" y="1094031"/>
                  </a:moveTo>
                  <a:lnTo>
                    <a:pt x="84627" y="1009484"/>
                  </a:lnTo>
                  <a:lnTo>
                    <a:pt x="110530" y="973380"/>
                  </a:lnTo>
                  <a:close/>
                  <a:moveTo>
                    <a:pt x="55891" y="1094031"/>
                  </a:moveTo>
                  <a:lnTo>
                    <a:pt x="110530" y="973380"/>
                  </a:lnTo>
                  <a:lnTo>
                    <a:pt x="81212" y="1011816"/>
                  </a:lnTo>
                  <a:close/>
                  <a:moveTo>
                    <a:pt x="110530" y="973380"/>
                  </a:moveTo>
                  <a:lnTo>
                    <a:pt x="107472" y="891165"/>
                  </a:lnTo>
                  <a:lnTo>
                    <a:pt x="81212" y="1011816"/>
                  </a:lnTo>
                  <a:close/>
                  <a:moveTo>
                    <a:pt x="265257" y="1039956"/>
                  </a:moveTo>
                  <a:lnTo>
                    <a:pt x="387343" y="1099374"/>
                  </a:lnTo>
                  <a:lnTo>
                    <a:pt x="389766" y="1099418"/>
                  </a:lnTo>
                  <a:close/>
                  <a:moveTo>
                    <a:pt x="265257" y="1039956"/>
                  </a:moveTo>
                  <a:lnTo>
                    <a:pt x="389766" y="1099418"/>
                  </a:lnTo>
                  <a:lnTo>
                    <a:pt x="339485" y="1040203"/>
                  </a:lnTo>
                  <a:close/>
                  <a:moveTo>
                    <a:pt x="107472" y="891165"/>
                  </a:moveTo>
                  <a:lnTo>
                    <a:pt x="110530" y="973380"/>
                  </a:lnTo>
                  <a:lnTo>
                    <a:pt x="156764" y="934943"/>
                  </a:lnTo>
                  <a:close/>
                  <a:moveTo>
                    <a:pt x="359523" y="823727"/>
                  </a:moveTo>
                  <a:lnTo>
                    <a:pt x="275295" y="732076"/>
                  </a:lnTo>
                  <a:lnTo>
                    <a:pt x="274069" y="732516"/>
                  </a:lnTo>
                  <a:close/>
                  <a:moveTo>
                    <a:pt x="359523" y="823727"/>
                  </a:moveTo>
                  <a:lnTo>
                    <a:pt x="274069" y="732516"/>
                  </a:lnTo>
                  <a:lnTo>
                    <a:pt x="285324" y="823457"/>
                  </a:lnTo>
                  <a:close/>
                  <a:moveTo>
                    <a:pt x="645288" y="940285"/>
                  </a:moveTo>
                  <a:lnTo>
                    <a:pt x="645125" y="858070"/>
                  </a:lnTo>
                  <a:lnTo>
                    <a:pt x="588835" y="958669"/>
                  </a:lnTo>
                  <a:close/>
                  <a:moveTo>
                    <a:pt x="514243" y="775855"/>
                  </a:moveTo>
                  <a:lnTo>
                    <a:pt x="571203" y="872912"/>
                  </a:lnTo>
                  <a:lnTo>
                    <a:pt x="575948" y="807557"/>
                  </a:lnTo>
                  <a:close/>
                  <a:moveTo>
                    <a:pt x="499612" y="896507"/>
                  </a:moveTo>
                  <a:lnTo>
                    <a:pt x="571203" y="872912"/>
                  </a:lnTo>
                  <a:lnTo>
                    <a:pt x="514243" y="775855"/>
                  </a:lnTo>
                  <a:close/>
                  <a:moveTo>
                    <a:pt x="275295" y="732076"/>
                  </a:moveTo>
                  <a:lnTo>
                    <a:pt x="364273" y="788658"/>
                  </a:lnTo>
                  <a:lnTo>
                    <a:pt x="385043" y="702888"/>
                  </a:lnTo>
                  <a:close/>
                  <a:moveTo>
                    <a:pt x="364273" y="788658"/>
                  </a:moveTo>
                  <a:lnTo>
                    <a:pt x="423184" y="693640"/>
                  </a:lnTo>
                  <a:lnTo>
                    <a:pt x="385043" y="702888"/>
                  </a:lnTo>
                  <a:close/>
                  <a:moveTo>
                    <a:pt x="488926" y="760854"/>
                  </a:moveTo>
                  <a:lnTo>
                    <a:pt x="423184" y="693640"/>
                  </a:lnTo>
                  <a:lnTo>
                    <a:pt x="364273" y="788658"/>
                  </a:lnTo>
                  <a:close/>
                  <a:moveTo>
                    <a:pt x="385043" y="702888"/>
                  </a:moveTo>
                  <a:lnTo>
                    <a:pt x="453368" y="627908"/>
                  </a:lnTo>
                  <a:lnTo>
                    <a:pt x="443635" y="615754"/>
                  </a:lnTo>
                  <a:close/>
                  <a:moveTo>
                    <a:pt x="1059074" y="1319203"/>
                  </a:moveTo>
                  <a:lnTo>
                    <a:pt x="988629" y="1230710"/>
                  </a:lnTo>
                  <a:lnTo>
                    <a:pt x="965424" y="1234655"/>
                  </a:lnTo>
                  <a:close/>
                  <a:moveTo>
                    <a:pt x="514243" y="775855"/>
                  </a:moveTo>
                  <a:lnTo>
                    <a:pt x="537349" y="726697"/>
                  </a:lnTo>
                  <a:lnTo>
                    <a:pt x="536668" y="655204"/>
                  </a:lnTo>
                  <a:close/>
                  <a:moveTo>
                    <a:pt x="509672" y="662159"/>
                  </a:moveTo>
                  <a:lnTo>
                    <a:pt x="488926" y="760854"/>
                  </a:lnTo>
                  <a:lnTo>
                    <a:pt x="514243" y="775855"/>
                  </a:lnTo>
                  <a:close/>
                  <a:moveTo>
                    <a:pt x="1371416" y="1615873"/>
                  </a:moveTo>
                  <a:lnTo>
                    <a:pt x="1359297" y="1657272"/>
                  </a:lnTo>
                  <a:lnTo>
                    <a:pt x="1352919" y="1641785"/>
                  </a:lnTo>
                  <a:close/>
                  <a:moveTo>
                    <a:pt x="1483899" y="1542569"/>
                  </a:moveTo>
                  <a:lnTo>
                    <a:pt x="1397719" y="1559570"/>
                  </a:lnTo>
                  <a:lnTo>
                    <a:pt x="1371416" y="1615873"/>
                  </a:lnTo>
                  <a:close/>
                  <a:moveTo>
                    <a:pt x="1483899" y="1542569"/>
                  </a:moveTo>
                  <a:lnTo>
                    <a:pt x="1371416" y="1615873"/>
                  </a:lnTo>
                  <a:lnTo>
                    <a:pt x="1412258" y="1553374"/>
                  </a:lnTo>
                  <a:close/>
                  <a:moveTo>
                    <a:pt x="1148653" y="1312925"/>
                  </a:moveTo>
                  <a:lnTo>
                    <a:pt x="1165423" y="1395140"/>
                  </a:lnTo>
                  <a:lnTo>
                    <a:pt x="1220884" y="1356703"/>
                  </a:lnTo>
                  <a:close/>
                  <a:moveTo>
                    <a:pt x="988629" y="1230710"/>
                  </a:moveTo>
                  <a:lnTo>
                    <a:pt x="1057595" y="1278522"/>
                  </a:lnTo>
                  <a:lnTo>
                    <a:pt x="1062281" y="1216504"/>
                  </a:lnTo>
                  <a:close/>
                  <a:moveTo>
                    <a:pt x="1148653" y="1312925"/>
                  </a:moveTo>
                  <a:lnTo>
                    <a:pt x="1249636" y="1224015"/>
                  </a:lnTo>
                  <a:lnTo>
                    <a:pt x="1148341" y="1207131"/>
                  </a:lnTo>
                  <a:close/>
                  <a:moveTo>
                    <a:pt x="1148341" y="1207131"/>
                  </a:moveTo>
                  <a:lnTo>
                    <a:pt x="1249636" y="1224015"/>
                  </a:lnTo>
                  <a:lnTo>
                    <a:pt x="1227090" y="1203701"/>
                  </a:lnTo>
                  <a:close/>
                  <a:moveTo>
                    <a:pt x="1148653" y="1312925"/>
                  </a:moveTo>
                  <a:lnTo>
                    <a:pt x="1148341" y="1207131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57595" y="1278522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62281" y="1216504"/>
                  </a:lnTo>
                  <a:lnTo>
                    <a:pt x="1057595" y="1278522"/>
                  </a:lnTo>
                  <a:close/>
                  <a:moveTo>
                    <a:pt x="1148341" y="1207131"/>
                  </a:moveTo>
                  <a:lnTo>
                    <a:pt x="1129663" y="1122223"/>
                  </a:lnTo>
                  <a:lnTo>
                    <a:pt x="1062281" y="1216504"/>
                  </a:lnTo>
                  <a:close/>
                  <a:moveTo>
                    <a:pt x="1227090" y="1203701"/>
                  </a:moveTo>
                  <a:lnTo>
                    <a:pt x="1129663" y="1122223"/>
                  </a:lnTo>
                  <a:lnTo>
                    <a:pt x="1148341" y="1207131"/>
                  </a:lnTo>
                  <a:close/>
                  <a:moveTo>
                    <a:pt x="1129663" y="1122223"/>
                  </a:moveTo>
                  <a:lnTo>
                    <a:pt x="1176156" y="1110058"/>
                  </a:lnTo>
                  <a:lnTo>
                    <a:pt x="1131986" y="1062798"/>
                  </a:lnTo>
                  <a:close/>
                  <a:moveTo>
                    <a:pt x="947148" y="949236"/>
                  </a:moveTo>
                  <a:lnTo>
                    <a:pt x="953693" y="945628"/>
                  </a:lnTo>
                  <a:lnTo>
                    <a:pt x="949979" y="939621"/>
                  </a:lnTo>
                  <a:close/>
                  <a:moveTo>
                    <a:pt x="804210" y="901849"/>
                  </a:moveTo>
                  <a:lnTo>
                    <a:pt x="807230" y="899763"/>
                  </a:lnTo>
                  <a:lnTo>
                    <a:pt x="854839" y="862562"/>
                  </a:lnTo>
                  <a:close/>
                  <a:moveTo>
                    <a:pt x="808778" y="901849"/>
                  </a:moveTo>
                  <a:lnTo>
                    <a:pt x="856098" y="863413"/>
                  </a:lnTo>
                  <a:lnTo>
                    <a:pt x="807230" y="899763"/>
                  </a:lnTo>
                  <a:close/>
                  <a:moveTo>
                    <a:pt x="712808" y="610191"/>
                  </a:moveTo>
                  <a:lnTo>
                    <a:pt x="585006" y="626222"/>
                  </a:lnTo>
                  <a:lnTo>
                    <a:pt x="639075" y="613174"/>
                  </a:lnTo>
                  <a:close/>
                  <a:moveTo>
                    <a:pt x="1527368" y="1521133"/>
                  </a:moveTo>
                  <a:lnTo>
                    <a:pt x="1483899" y="1542569"/>
                  </a:lnTo>
                  <a:lnTo>
                    <a:pt x="1608831" y="1515809"/>
                  </a:lnTo>
                  <a:close/>
                  <a:moveTo>
                    <a:pt x="1608831" y="1515809"/>
                  </a:moveTo>
                  <a:lnTo>
                    <a:pt x="1483899" y="1542569"/>
                  </a:lnTo>
                  <a:lnTo>
                    <a:pt x="1558756" y="1564912"/>
                  </a:lnTo>
                  <a:close/>
                  <a:moveTo>
                    <a:pt x="1558756" y="1564912"/>
                  </a:moveTo>
                  <a:lnTo>
                    <a:pt x="1483899" y="1542569"/>
                  </a:lnTo>
                  <a:lnTo>
                    <a:pt x="1545944" y="1566123"/>
                  </a:lnTo>
                  <a:close/>
                  <a:moveTo>
                    <a:pt x="1614671" y="1482697"/>
                  </a:moveTo>
                  <a:lnTo>
                    <a:pt x="1580924" y="1498185"/>
                  </a:lnTo>
                  <a:lnTo>
                    <a:pt x="1608831" y="1515809"/>
                  </a:lnTo>
                  <a:close/>
                  <a:moveTo>
                    <a:pt x="1249636" y="1224015"/>
                  </a:moveTo>
                  <a:lnTo>
                    <a:pt x="1219011" y="1274488"/>
                  </a:lnTo>
                  <a:lnTo>
                    <a:pt x="1299495" y="1244928"/>
                  </a:lnTo>
                  <a:close/>
                  <a:moveTo>
                    <a:pt x="1299495" y="1244928"/>
                  </a:moveTo>
                  <a:lnTo>
                    <a:pt x="1318720" y="1203650"/>
                  </a:lnTo>
                  <a:lnTo>
                    <a:pt x="1249636" y="1224015"/>
                  </a:lnTo>
                  <a:close/>
                  <a:moveTo>
                    <a:pt x="1299495" y="1244928"/>
                  </a:moveTo>
                  <a:lnTo>
                    <a:pt x="1365167" y="1252131"/>
                  </a:lnTo>
                  <a:lnTo>
                    <a:pt x="1318720" y="1203650"/>
                  </a:lnTo>
                  <a:close/>
                  <a:moveTo>
                    <a:pt x="949979" y="939621"/>
                  </a:moveTo>
                  <a:lnTo>
                    <a:pt x="953693" y="945628"/>
                  </a:lnTo>
                  <a:lnTo>
                    <a:pt x="960012" y="938778"/>
                  </a:lnTo>
                  <a:close/>
                  <a:moveTo>
                    <a:pt x="642258" y="614961"/>
                  </a:moveTo>
                  <a:lnTo>
                    <a:pt x="712808" y="610191"/>
                  </a:lnTo>
                  <a:lnTo>
                    <a:pt x="639075" y="613174"/>
                  </a:lnTo>
                  <a:close/>
                  <a:moveTo>
                    <a:pt x="1608831" y="1515809"/>
                  </a:moveTo>
                  <a:lnTo>
                    <a:pt x="1558756" y="1564912"/>
                  </a:lnTo>
                  <a:lnTo>
                    <a:pt x="1608565" y="1475713"/>
                  </a:lnTo>
                  <a:close/>
                  <a:moveTo>
                    <a:pt x="1614671" y="1482697"/>
                  </a:moveTo>
                  <a:lnTo>
                    <a:pt x="1608831" y="1515809"/>
                  </a:lnTo>
                  <a:lnTo>
                    <a:pt x="1608565" y="1475713"/>
                  </a:lnTo>
                  <a:close/>
                  <a:moveTo>
                    <a:pt x="1541646" y="791882"/>
                  </a:moveTo>
                  <a:lnTo>
                    <a:pt x="1475124" y="822961"/>
                  </a:lnTo>
                  <a:lnTo>
                    <a:pt x="1466818" y="833097"/>
                  </a:lnTo>
                  <a:close/>
                  <a:moveTo>
                    <a:pt x="1541646" y="791882"/>
                  </a:moveTo>
                  <a:lnTo>
                    <a:pt x="1565967" y="709943"/>
                  </a:lnTo>
                  <a:lnTo>
                    <a:pt x="1475124" y="822961"/>
                  </a:lnTo>
                  <a:close/>
                  <a:moveTo>
                    <a:pt x="1475124" y="822961"/>
                  </a:moveTo>
                  <a:lnTo>
                    <a:pt x="1565863" y="709691"/>
                  </a:lnTo>
                  <a:lnTo>
                    <a:pt x="1476210" y="721986"/>
                  </a:lnTo>
                  <a:close/>
                  <a:moveTo>
                    <a:pt x="1681843" y="671230"/>
                  </a:moveTo>
                  <a:lnTo>
                    <a:pt x="1682297" y="675626"/>
                  </a:lnTo>
                  <a:lnTo>
                    <a:pt x="1617180" y="686216"/>
                  </a:lnTo>
                  <a:close/>
                  <a:moveTo>
                    <a:pt x="1687296" y="669710"/>
                  </a:moveTo>
                  <a:lnTo>
                    <a:pt x="1682297" y="675626"/>
                  </a:lnTo>
                  <a:lnTo>
                    <a:pt x="1681843" y="671230"/>
                  </a:lnTo>
                  <a:close/>
                  <a:moveTo>
                    <a:pt x="2223019" y="1328951"/>
                  </a:moveTo>
                  <a:lnTo>
                    <a:pt x="2239898" y="1342509"/>
                  </a:lnTo>
                  <a:lnTo>
                    <a:pt x="2247062" y="1320179"/>
                  </a:lnTo>
                  <a:close/>
                  <a:moveTo>
                    <a:pt x="2178721" y="1246736"/>
                  </a:moveTo>
                  <a:lnTo>
                    <a:pt x="2223019" y="1328951"/>
                  </a:lnTo>
                  <a:lnTo>
                    <a:pt x="2247062" y="1320179"/>
                  </a:lnTo>
                  <a:close/>
                  <a:moveTo>
                    <a:pt x="1680394" y="707361"/>
                  </a:moveTo>
                  <a:lnTo>
                    <a:pt x="1730491" y="632794"/>
                  </a:lnTo>
                  <a:lnTo>
                    <a:pt x="1681843" y="671230"/>
                  </a:lnTo>
                  <a:close/>
                  <a:moveTo>
                    <a:pt x="1731705" y="620545"/>
                  </a:moveTo>
                  <a:lnTo>
                    <a:pt x="1687296" y="669710"/>
                  </a:lnTo>
                  <a:lnTo>
                    <a:pt x="1681843" y="671230"/>
                  </a:lnTo>
                  <a:close/>
                  <a:moveTo>
                    <a:pt x="1930284" y="391491"/>
                  </a:moveTo>
                  <a:lnTo>
                    <a:pt x="1864853" y="309275"/>
                  </a:lnTo>
                  <a:lnTo>
                    <a:pt x="1814864" y="428258"/>
                  </a:lnTo>
                  <a:close/>
                  <a:moveTo>
                    <a:pt x="1814864" y="428258"/>
                  </a:moveTo>
                  <a:lnTo>
                    <a:pt x="1868950" y="424620"/>
                  </a:lnTo>
                  <a:lnTo>
                    <a:pt x="1930284" y="391491"/>
                  </a:lnTo>
                  <a:close/>
                  <a:moveTo>
                    <a:pt x="2331135" y="611776"/>
                  </a:moveTo>
                  <a:lnTo>
                    <a:pt x="2251462" y="615957"/>
                  </a:lnTo>
                  <a:lnTo>
                    <a:pt x="2363629" y="665653"/>
                  </a:lnTo>
                  <a:close/>
                  <a:moveTo>
                    <a:pt x="1864853" y="309275"/>
                  </a:moveTo>
                  <a:lnTo>
                    <a:pt x="1930284" y="391491"/>
                  </a:lnTo>
                  <a:lnTo>
                    <a:pt x="1932932" y="353054"/>
                  </a:lnTo>
                  <a:close/>
                  <a:moveTo>
                    <a:pt x="2102636" y="95407"/>
                  </a:moveTo>
                  <a:lnTo>
                    <a:pt x="2171926" y="75819"/>
                  </a:lnTo>
                  <a:lnTo>
                    <a:pt x="2045040" y="95270"/>
                  </a:lnTo>
                  <a:close/>
                  <a:moveTo>
                    <a:pt x="2526630" y="413342"/>
                  </a:moveTo>
                  <a:lnTo>
                    <a:pt x="2590966" y="321537"/>
                  </a:lnTo>
                  <a:lnTo>
                    <a:pt x="2506823" y="329353"/>
                  </a:lnTo>
                  <a:close/>
                  <a:moveTo>
                    <a:pt x="2679573" y="402175"/>
                  </a:moveTo>
                  <a:lnTo>
                    <a:pt x="2626723" y="319960"/>
                  </a:lnTo>
                  <a:lnTo>
                    <a:pt x="2609897" y="406240"/>
                  </a:lnTo>
                  <a:close/>
                  <a:moveTo>
                    <a:pt x="2626723" y="319960"/>
                  </a:moveTo>
                  <a:lnTo>
                    <a:pt x="2590966" y="321537"/>
                  </a:lnTo>
                  <a:lnTo>
                    <a:pt x="2609897" y="406240"/>
                  </a:lnTo>
                  <a:close/>
                  <a:moveTo>
                    <a:pt x="2453919" y="272270"/>
                  </a:moveTo>
                  <a:lnTo>
                    <a:pt x="2440183" y="322937"/>
                  </a:lnTo>
                  <a:lnTo>
                    <a:pt x="2506823" y="329353"/>
                  </a:lnTo>
                  <a:close/>
                  <a:moveTo>
                    <a:pt x="2506823" y="329353"/>
                  </a:moveTo>
                  <a:lnTo>
                    <a:pt x="2590966" y="321537"/>
                  </a:lnTo>
                  <a:lnTo>
                    <a:pt x="2565345" y="242275"/>
                  </a:lnTo>
                  <a:close/>
                  <a:moveTo>
                    <a:pt x="2506823" y="329353"/>
                  </a:moveTo>
                  <a:lnTo>
                    <a:pt x="2565345" y="242275"/>
                  </a:lnTo>
                  <a:lnTo>
                    <a:pt x="2453919" y="272270"/>
                  </a:lnTo>
                  <a:close/>
                  <a:moveTo>
                    <a:pt x="2291317" y="28342"/>
                  </a:moveTo>
                  <a:lnTo>
                    <a:pt x="2171926" y="75819"/>
                  </a:lnTo>
                  <a:lnTo>
                    <a:pt x="2220676" y="42881"/>
                  </a:lnTo>
                  <a:close/>
                  <a:moveTo>
                    <a:pt x="2358268" y="0"/>
                  </a:moveTo>
                  <a:lnTo>
                    <a:pt x="2249496" y="87180"/>
                  </a:lnTo>
                  <a:lnTo>
                    <a:pt x="2291317" y="28342"/>
                  </a:lnTo>
                  <a:close/>
                  <a:moveTo>
                    <a:pt x="2679573" y="402175"/>
                  </a:moveTo>
                  <a:lnTo>
                    <a:pt x="2689997" y="404307"/>
                  </a:lnTo>
                  <a:lnTo>
                    <a:pt x="2690568" y="401247"/>
                  </a:lnTo>
                  <a:close/>
                  <a:moveTo>
                    <a:pt x="2626723" y="319960"/>
                  </a:moveTo>
                  <a:lnTo>
                    <a:pt x="2679573" y="402175"/>
                  </a:lnTo>
                  <a:lnTo>
                    <a:pt x="2690568" y="401247"/>
                  </a:lnTo>
                  <a:close/>
                  <a:moveTo>
                    <a:pt x="2333449" y="48842"/>
                  </a:moveTo>
                  <a:lnTo>
                    <a:pt x="2358268" y="0"/>
                  </a:lnTo>
                  <a:lnTo>
                    <a:pt x="2291317" y="28342"/>
                  </a:lnTo>
                  <a:close/>
                  <a:moveTo>
                    <a:pt x="2333449" y="48842"/>
                  </a:moveTo>
                  <a:lnTo>
                    <a:pt x="2413848" y="44071"/>
                  </a:lnTo>
                  <a:lnTo>
                    <a:pt x="2358268" y="0"/>
                  </a:lnTo>
                  <a:close/>
                  <a:moveTo>
                    <a:pt x="2413848" y="44071"/>
                  </a:moveTo>
                  <a:lnTo>
                    <a:pt x="2437150" y="16271"/>
                  </a:lnTo>
                  <a:lnTo>
                    <a:pt x="235826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40" name="Candidate_density__2139">
              <a:extLst>
                <a:ext uri="{FF2B5EF4-FFF2-40B4-BE49-F238E27FC236}">
                  <a16:creationId xmlns:a16="http://schemas.microsoft.com/office/drawing/2014/main" id="{8C8E17FE-93FC-3518-6E34-27C0A9E59364}"/>
                </a:ext>
              </a:extLst>
            </p:cNvPr>
            <p:cNvSpPr>
              <a:spLocks noGrp="1"/>
            </p:cNvSpPr>
            <p:nvPr/>
          </p:nvSpPr>
          <p:spPr>
            <a:xfrm>
              <a:off x="3605893" y="1856577"/>
              <a:ext cx="1995163" cy="1448053"/>
            </a:xfrm>
            <a:custGeom>
              <a:avLst/>
              <a:gdLst/>
              <a:ahLst/>
              <a:cxnLst/>
              <a:rect l="0" t="0" r="0" b="0"/>
              <a:pathLst>
                <a:path w="1995163" h="1448053">
                  <a:moveTo>
                    <a:pt x="94371" y="1366058"/>
                  </a:moveTo>
                  <a:lnTo>
                    <a:pt x="183654" y="1344169"/>
                  </a:lnTo>
                  <a:lnTo>
                    <a:pt x="164718" y="1339419"/>
                  </a:lnTo>
                  <a:close/>
                  <a:moveTo>
                    <a:pt x="164718" y="1339419"/>
                  </a:moveTo>
                  <a:lnTo>
                    <a:pt x="250871" y="1329970"/>
                  </a:lnTo>
                  <a:lnTo>
                    <a:pt x="215985" y="1258239"/>
                  </a:lnTo>
                  <a:close/>
                  <a:moveTo>
                    <a:pt x="250871" y="1329970"/>
                  </a:moveTo>
                  <a:lnTo>
                    <a:pt x="164718" y="1339419"/>
                  </a:lnTo>
                  <a:lnTo>
                    <a:pt x="256503" y="1337880"/>
                  </a:lnTo>
                  <a:close/>
                  <a:moveTo>
                    <a:pt x="164718" y="1339419"/>
                  </a:moveTo>
                  <a:lnTo>
                    <a:pt x="183654" y="1344169"/>
                  </a:lnTo>
                  <a:lnTo>
                    <a:pt x="256503" y="1337880"/>
                  </a:lnTo>
                  <a:close/>
                  <a:moveTo>
                    <a:pt x="250871" y="1329970"/>
                  </a:moveTo>
                  <a:lnTo>
                    <a:pt x="256503" y="1337880"/>
                  </a:lnTo>
                  <a:lnTo>
                    <a:pt x="263246" y="1327622"/>
                  </a:lnTo>
                  <a:close/>
                  <a:moveTo>
                    <a:pt x="282448" y="1004104"/>
                  </a:moveTo>
                  <a:lnTo>
                    <a:pt x="282294" y="1004147"/>
                  </a:lnTo>
                  <a:lnTo>
                    <a:pt x="282371" y="1004191"/>
                  </a:lnTo>
                  <a:close/>
                  <a:moveTo>
                    <a:pt x="282448" y="1004104"/>
                  </a:moveTo>
                  <a:lnTo>
                    <a:pt x="300981" y="921889"/>
                  </a:lnTo>
                  <a:lnTo>
                    <a:pt x="282294" y="1004147"/>
                  </a:lnTo>
                  <a:close/>
                  <a:moveTo>
                    <a:pt x="300981" y="921889"/>
                  </a:moveTo>
                  <a:lnTo>
                    <a:pt x="232012" y="944933"/>
                  </a:lnTo>
                  <a:lnTo>
                    <a:pt x="282294" y="1004147"/>
                  </a:lnTo>
                  <a:close/>
                  <a:moveTo>
                    <a:pt x="282371" y="1004191"/>
                  </a:moveTo>
                  <a:lnTo>
                    <a:pt x="282294" y="1004147"/>
                  </a:lnTo>
                  <a:lnTo>
                    <a:pt x="279871" y="1004104"/>
                  </a:lnTo>
                  <a:close/>
                  <a:moveTo>
                    <a:pt x="0" y="795894"/>
                  </a:moveTo>
                  <a:lnTo>
                    <a:pt x="49292" y="839673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0" y="795894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8825" y="753967"/>
                  </a:lnTo>
                  <a:lnTo>
                    <a:pt x="0" y="795894"/>
                  </a:lnTo>
                  <a:close/>
                  <a:moveTo>
                    <a:pt x="60687" y="732667"/>
                  </a:moveTo>
                  <a:lnTo>
                    <a:pt x="67486" y="675243"/>
                  </a:lnTo>
                  <a:lnTo>
                    <a:pt x="22942" y="713680"/>
                  </a:lnTo>
                  <a:close/>
                  <a:moveTo>
                    <a:pt x="282371" y="1004191"/>
                  </a:moveTo>
                  <a:lnTo>
                    <a:pt x="279871" y="1004104"/>
                  </a:lnTo>
                  <a:lnTo>
                    <a:pt x="346599" y="1029126"/>
                  </a:lnTo>
                  <a:close/>
                  <a:moveTo>
                    <a:pt x="395322" y="972849"/>
                  </a:moveTo>
                  <a:lnTo>
                    <a:pt x="282448" y="1004104"/>
                  </a:lnTo>
                  <a:lnTo>
                    <a:pt x="408468" y="981786"/>
                  </a:lnTo>
                  <a:close/>
                  <a:moveTo>
                    <a:pt x="408468" y="981786"/>
                  </a:moveTo>
                  <a:lnTo>
                    <a:pt x="282448" y="1004104"/>
                  </a:lnTo>
                  <a:lnTo>
                    <a:pt x="282371" y="1004191"/>
                  </a:lnTo>
                  <a:close/>
                  <a:moveTo>
                    <a:pt x="300981" y="921889"/>
                  </a:moveTo>
                  <a:lnTo>
                    <a:pt x="395322" y="972849"/>
                  </a:lnTo>
                  <a:lnTo>
                    <a:pt x="372153" y="891593"/>
                  </a:lnTo>
                  <a:close/>
                  <a:moveTo>
                    <a:pt x="300981" y="921889"/>
                  </a:moveTo>
                  <a:lnTo>
                    <a:pt x="282448" y="1004104"/>
                  </a:lnTo>
                  <a:lnTo>
                    <a:pt x="395322" y="972849"/>
                  </a:lnTo>
                  <a:close/>
                  <a:moveTo>
                    <a:pt x="419493" y="965667"/>
                  </a:moveTo>
                  <a:lnTo>
                    <a:pt x="401591" y="883451"/>
                  </a:lnTo>
                  <a:lnTo>
                    <a:pt x="395322" y="972849"/>
                  </a:lnTo>
                  <a:close/>
                  <a:moveTo>
                    <a:pt x="401591" y="883451"/>
                  </a:moveTo>
                  <a:lnTo>
                    <a:pt x="372153" y="891593"/>
                  </a:lnTo>
                  <a:lnTo>
                    <a:pt x="395322" y="972849"/>
                  </a:lnTo>
                  <a:close/>
                  <a:moveTo>
                    <a:pt x="395322" y="972849"/>
                  </a:moveTo>
                  <a:lnTo>
                    <a:pt x="408468" y="981786"/>
                  </a:lnTo>
                  <a:lnTo>
                    <a:pt x="419493" y="965667"/>
                  </a:lnTo>
                  <a:close/>
                  <a:moveTo>
                    <a:pt x="60687" y="732667"/>
                  </a:moveTo>
                  <a:lnTo>
                    <a:pt x="56545" y="757458"/>
                  </a:lnTo>
                  <a:lnTo>
                    <a:pt x="85371" y="742781"/>
                  </a:lnTo>
                  <a:close/>
                  <a:moveTo>
                    <a:pt x="85371" y="742781"/>
                  </a:moveTo>
                  <a:lnTo>
                    <a:pt x="67486" y="675243"/>
                  </a:lnTo>
                  <a:lnTo>
                    <a:pt x="60687" y="732667"/>
                  </a:lnTo>
                  <a:close/>
                  <a:moveTo>
                    <a:pt x="166596" y="637246"/>
                  </a:moveTo>
                  <a:lnTo>
                    <a:pt x="67486" y="675243"/>
                  </a:lnTo>
                  <a:lnTo>
                    <a:pt x="85371" y="742781"/>
                  </a:lnTo>
                  <a:close/>
                  <a:moveTo>
                    <a:pt x="177852" y="728187"/>
                  </a:moveTo>
                  <a:lnTo>
                    <a:pt x="166596" y="637246"/>
                  </a:lnTo>
                  <a:lnTo>
                    <a:pt x="85371" y="742781"/>
                  </a:lnTo>
                  <a:close/>
                  <a:moveTo>
                    <a:pt x="93908" y="593028"/>
                  </a:moveTo>
                  <a:lnTo>
                    <a:pt x="67486" y="675243"/>
                  </a:lnTo>
                  <a:lnTo>
                    <a:pt x="166596" y="637246"/>
                  </a:lnTo>
                  <a:close/>
                  <a:moveTo>
                    <a:pt x="167823" y="636806"/>
                  </a:moveTo>
                  <a:lnTo>
                    <a:pt x="167525" y="554592"/>
                  </a:lnTo>
                  <a:lnTo>
                    <a:pt x="166596" y="637246"/>
                  </a:lnTo>
                  <a:close/>
                  <a:moveTo>
                    <a:pt x="167525" y="554592"/>
                  </a:moveTo>
                  <a:lnTo>
                    <a:pt x="104936" y="587284"/>
                  </a:lnTo>
                  <a:lnTo>
                    <a:pt x="166596" y="637246"/>
                  </a:lnTo>
                  <a:close/>
                  <a:moveTo>
                    <a:pt x="401591" y="883451"/>
                  </a:moveTo>
                  <a:lnTo>
                    <a:pt x="514942" y="886015"/>
                  </a:lnTo>
                  <a:lnTo>
                    <a:pt x="481363" y="863399"/>
                  </a:lnTo>
                  <a:close/>
                  <a:moveTo>
                    <a:pt x="499349" y="927231"/>
                  </a:moveTo>
                  <a:lnTo>
                    <a:pt x="514942" y="886015"/>
                  </a:lnTo>
                  <a:lnTo>
                    <a:pt x="401591" y="883451"/>
                  </a:lnTo>
                  <a:close/>
                  <a:moveTo>
                    <a:pt x="419493" y="965667"/>
                  </a:moveTo>
                  <a:lnTo>
                    <a:pt x="499349" y="927231"/>
                  </a:lnTo>
                  <a:lnTo>
                    <a:pt x="401591" y="883451"/>
                  </a:lnTo>
                  <a:close/>
                  <a:moveTo>
                    <a:pt x="392140" y="801237"/>
                  </a:moveTo>
                  <a:lnTo>
                    <a:pt x="481363" y="863399"/>
                  </a:lnTo>
                  <a:lnTo>
                    <a:pt x="463731" y="777642"/>
                  </a:lnTo>
                  <a:close/>
                  <a:moveTo>
                    <a:pt x="392140" y="801237"/>
                  </a:moveTo>
                  <a:lnTo>
                    <a:pt x="401591" y="883451"/>
                  </a:lnTo>
                  <a:lnTo>
                    <a:pt x="481363" y="863399"/>
                  </a:lnTo>
                  <a:close/>
                  <a:moveTo>
                    <a:pt x="481363" y="863399"/>
                  </a:moveTo>
                  <a:lnTo>
                    <a:pt x="514942" y="886015"/>
                  </a:lnTo>
                  <a:lnTo>
                    <a:pt x="537816" y="845015"/>
                  </a:lnTo>
                  <a:close/>
                  <a:moveTo>
                    <a:pt x="167525" y="554592"/>
                  </a:moveTo>
                  <a:lnTo>
                    <a:pt x="277571" y="607618"/>
                  </a:lnTo>
                  <a:lnTo>
                    <a:pt x="248092" y="531491"/>
                  </a:lnTo>
                  <a:close/>
                  <a:moveTo>
                    <a:pt x="167525" y="554592"/>
                  </a:moveTo>
                  <a:lnTo>
                    <a:pt x="167823" y="636806"/>
                  </a:lnTo>
                  <a:lnTo>
                    <a:pt x="277571" y="607618"/>
                  </a:lnTo>
                  <a:close/>
                  <a:moveTo>
                    <a:pt x="315711" y="598370"/>
                  </a:moveTo>
                  <a:lnTo>
                    <a:pt x="345895" y="532638"/>
                  </a:lnTo>
                  <a:lnTo>
                    <a:pt x="277571" y="607618"/>
                  </a:lnTo>
                  <a:close/>
                  <a:moveTo>
                    <a:pt x="277571" y="607618"/>
                  </a:moveTo>
                  <a:lnTo>
                    <a:pt x="336162" y="520484"/>
                  </a:lnTo>
                  <a:lnTo>
                    <a:pt x="248092" y="531491"/>
                  </a:lnTo>
                  <a:close/>
                  <a:moveTo>
                    <a:pt x="921398" y="1075856"/>
                  </a:moveTo>
                  <a:lnTo>
                    <a:pt x="797654" y="1107055"/>
                  </a:lnTo>
                  <a:lnTo>
                    <a:pt x="881156" y="1135440"/>
                  </a:lnTo>
                  <a:close/>
                  <a:moveTo>
                    <a:pt x="881156" y="1135440"/>
                  </a:moveTo>
                  <a:lnTo>
                    <a:pt x="797654" y="1107055"/>
                  </a:lnTo>
                  <a:lnTo>
                    <a:pt x="857951" y="1139385"/>
                  </a:lnTo>
                  <a:close/>
                  <a:moveTo>
                    <a:pt x="910991" y="1056764"/>
                  </a:moveTo>
                  <a:lnTo>
                    <a:pt x="921398" y="1075856"/>
                  </a:lnTo>
                  <a:lnTo>
                    <a:pt x="922606" y="1053224"/>
                  </a:lnTo>
                  <a:close/>
                  <a:moveTo>
                    <a:pt x="429196" y="559934"/>
                  </a:moveTo>
                  <a:lnTo>
                    <a:pt x="402199" y="566889"/>
                  </a:lnTo>
                  <a:lnTo>
                    <a:pt x="406771" y="680585"/>
                  </a:lnTo>
                  <a:close/>
                  <a:moveTo>
                    <a:pt x="381453" y="665584"/>
                  </a:moveTo>
                  <a:lnTo>
                    <a:pt x="402199" y="566889"/>
                  </a:lnTo>
                  <a:lnTo>
                    <a:pt x="315711" y="598370"/>
                  </a:lnTo>
                  <a:close/>
                  <a:moveTo>
                    <a:pt x="345895" y="532638"/>
                  </a:moveTo>
                  <a:lnTo>
                    <a:pt x="315711" y="598370"/>
                  </a:lnTo>
                  <a:lnTo>
                    <a:pt x="402199" y="566889"/>
                  </a:lnTo>
                  <a:close/>
                  <a:moveTo>
                    <a:pt x="477534" y="530952"/>
                  </a:moveTo>
                  <a:lnTo>
                    <a:pt x="402199" y="566889"/>
                  </a:lnTo>
                  <a:lnTo>
                    <a:pt x="429196" y="559934"/>
                  </a:lnTo>
                  <a:close/>
                  <a:moveTo>
                    <a:pt x="345895" y="532638"/>
                  </a:moveTo>
                  <a:lnTo>
                    <a:pt x="402199" y="566889"/>
                  </a:lnTo>
                  <a:lnTo>
                    <a:pt x="477534" y="530952"/>
                  </a:lnTo>
                  <a:close/>
                  <a:moveTo>
                    <a:pt x="1343400" y="1448053"/>
                  </a:moveTo>
                  <a:lnTo>
                    <a:pt x="1376427" y="1447298"/>
                  </a:lnTo>
                  <a:lnTo>
                    <a:pt x="1419896" y="1425863"/>
                  </a:lnTo>
                  <a:close/>
                  <a:moveTo>
                    <a:pt x="1041181" y="1217655"/>
                  </a:moveTo>
                  <a:lnTo>
                    <a:pt x="1113412" y="1261433"/>
                  </a:lnTo>
                  <a:lnTo>
                    <a:pt x="1111539" y="1179218"/>
                  </a:lnTo>
                  <a:close/>
                  <a:moveTo>
                    <a:pt x="1111539" y="1179218"/>
                  </a:moveTo>
                  <a:lnTo>
                    <a:pt x="1142164" y="1128745"/>
                  </a:lnTo>
                  <a:lnTo>
                    <a:pt x="1041181" y="1217655"/>
                  </a:lnTo>
                  <a:close/>
                  <a:moveTo>
                    <a:pt x="921398" y="1075856"/>
                  </a:moveTo>
                  <a:lnTo>
                    <a:pt x="881156" y="1135440"/>
                  </a:lnTo>
                  <a:lnTo>
                    <a:pt x="954808" y="1121234"/>
                  </a:lnTo>
                  <a:close/>
                  <a:moveTo>
                    <a:pt x="954808" y="1121234"/>
                  </a:moveTo>
                  <a:lnTo>
                    <a:pt x="922606" y="1053224"/>
                  </a:lnTo>
                  <a:lnTo>
                    <a:pt x="921398" y="1075856"/>
                  </a:lnTo>
                  <a:close/>
                  <a:moveTo>
                    <a:pt x="1022191" y="1026952"/>
                  </a:moveTo>
                  <a:lnTo>
                    <a:pt x="922606" y="1053224"/>
                  </a:lnTo>
                  <a:lnTo>
                    <a:pt x="954808" y="1121234"/>
                  </a:lnTo>
                  <a:close/>
                  <a:moveTo>
                    <a:pt x="531603" y="517904"/>
                  </a:moveTo>
                  <a:lnTo>
                    <a:pt x="429196" y="559934"/>
                  </a:lnTo>
                  <a:lnTo>
                    <a:pt x="527500" y="521497"/>
                  </a:lnTo>
                  <a:close/>
                  <a:moveTo>
                    <a:pt x="531603" y="517904"/>
                  </a:moveTo>
                  <a:lnTo>
                    <a:pt x="477534" y="530952"/>
                  </a:lnTo>
                  <a:lnTo>
                    <a:pt x="429196" y="559934"/>
                  </a:lnTo>
                  <a:close/>
                  <a:moveTo>
                    <a:pt x="1473452" y="1402915"/>
                  </a:moveTo>
                  <a:lnTo>
                    <a:pt x="1419896" y="1425863"/>
                  </a:lnTo>
                  <a:lnTo>
                    <a:pt x="1501359" y="1420539"/>
                  </a:lnTo>
                  <a:close/>
                  <a:moveTo>
                    <a:pt x="1624233" y="525275"/>
                  </a:moveTo>
                  <a:lnTo>
                    <a:pt x="1574370" y="575960"/>
                  </a:lnTo>
                  <a:lnTo>
                    <a:pt x="1623019" y="537524"/>
                  </a:lnTo>
                  <a:close/>
                  <a:moveTo>
                    <a:pt x="1579824" y="574440"/>
                  </a:moveTo>
                  <a:lnTo>
                    <a:pt x="1624233" y="525275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16986" y="455309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23019" y="537524"/>
                  </a:lnTo>
                  <a:lnTo>
                    <a:pt x="1660624" y="510602"/>
                  </a:lnTo>
                  <a:close/>
                  <a:moveTo>
                    <a:pt x="1624233" y="525275"/>
                  </a:moveTo>
                  <a:lnTo>
                    <a:pt x="1660624" y="510602"/>
                  </a:lnTo>
                  <a:lnTo>
                    <a:pt x="1616986" y="455309"/>
                  </a:lnTo>
                  <a:close/>
                  <a:moveTo>
                    <a:pt x="1616986" y="455309"/>
                  </a:moveTo>
                  <a:lnTo>
                    <a:pt x="1675282" y="499087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16986" y="455309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74761" y="416872"/>
                  </a:lnTo>
                  <a:lnTo>
                    <a:pt x="1703346" y="334657"/>
                  </a:lnTo>
                  <a:close/>
                  <a:moveTo>
                    <a:pt x="1703346" y="334657"/>
                  </a:moveTo>
                  <a:lnTo>
                    <a:pt x="1761478" y="329350"/>
                  </a:lnTo>
                  <a:lnTo>
                    <a:pt x="1707392" y="332987"/>
                  </a:lnTo>
                  <a:close/>
                  <a:moveTo>
                    <a:pt x="1674761" y="416872"/>
                  </a:moveTo>
                  <a:lnTo>
                    <a:pt x="1738499" y="378436"/>
                  </a:lnTo>
                  <a:lnTo>
                    <a:pt x="1703346" y="334657"/>
                  </a:lnTo>
                  <a:close/>
                  <a:moveTo>
                    <a:pt x="1666001" y="252442"/>
                  </a:moveTo>
                  <a:lnTo>
                    <a:pt x="1707392" y="332987"/>
                  </a:lnTo>
                  <a:lnTo>
                    <a:pt x="1702844" y="236593"/>
                  </a:lnTo>
                  <a:close/>
                  <a:moveTo>
                    <a:pt x="1666001" y="252442"/>
                  </a:moveTo>
                  <a:lnTo>
                    <a:pt x="1703346" y="334657"/>
                  </a:lnTo>
                  <a:lnTo>
                    <a:pt x="1707392" y="332987"/>
                  </a:lnTo>
                  <a:close/>
                  <a:moveTo>
                    <a:pt x="1757381" y="214005"/>
                  </a:moveTo>
                  <a:lnTo>
                    <a:pt x="1702844" y="236593"/>
                  </a:lnTo>
                  <a:lnTo>
                    <a:pt x="1707392" y="332987"/>
                  </a:lnTo>
                  <a:close/>
                  <a:moveTo>
                    <a:pt x="1703087" y="131791"/>
                  </a:moveTo>
                  <a:lnTo>
                    <a:pt x="1702844" y="236593"/>
                  </a:lnTo>
                  <a:lnTo>
                    <a:pt x="1712836" y="147484"/>
                  </a:lnTo>
                  <a:close/>
                  <a:moveTo>
                    <a:pt x="1666001" y="252442"/>
                  </a:moveTo>
                  <a:lnTo>
                    <a:pt x="1702844" y="236593"/>
                  </a:lnTo>
                  <a:lnTo>
                    <a:pt x="1703087" y="131791"/>
                  </a:lnTo>
                  <a:close/>
                  <a:moveTo>
                    <a:pt x="1613911" y="170227"/>
                  </a:moveTo>
                  <a:lnTo>
                    <a:pt x="1666001" y="252442"/>
                  </a:lnTo>
                  <a:lnTo>
                    <a:pt x="1703087" y="131791"/>
                  </a:lnTo>
                  <a:close/>
                  <a:moveTo>
                    <a:pt x="1702844" y="236593"/>
                  </a:moveTo>
                  <a:lnTo>
                    <a:pt x="1757381" y="214005"/>
                  </a:lnTo>
                  <a:lnTo>
                    <a:pt x="1712836" y="147484"/>
                  </a:lnTo>
                  <a:close/>
                  <a:moveTo>
                    <a:pt x="1703087" y="131791"/>
                  </a:moveTo>
                  <a:lnTo>
                    <a:pt x="1703591" y="112921"/>
                  </a:lnTo>
                  <a:lnTo>
                    <a:pt x="1600922" y="88011"/>
                  </a:lnTo>
                  <a:close/>
                  <a:moveTo>
                    <a:pt x="1715534" y="126184"/>
                  </a:moveTo>
                  <a:lnTo>
                    <a:pt x="1712836" y="147484"/>
                  </a:lnTo>
                  <a:lnTo>
                    <a:pt x="1786910" y="93354"/>
                  </a:lnTo>
                  <a:close/>
                  <a:moveTo>
                    <a:pt x="1786910" y="93354"/>
                  </a:moveTo>
                  <a:lnTo>
                    <a:pt x="1712836" y="147484"/>
                  </a:lnTo>
                  <a:lnTo>
                    <a:pt x="1757381" y="214005"/>
                  </a:lnTo>
                  <a:close/>
                  <a:moveTo>
                    <a:pt x="1786910" y="93354"/>
                  </a:moveTo>
                  <a:lnTo>
                    <a:pt x="1757381" y="214005"/>
                  </a:lnTo>
                  <a:lnTo>
                    <a:pt x="1828200" y="175569"/>
                  </a:lnTo>
                  <a:close/>
                  <a:moveTo>
                    <a:pt x="1703087" y="131791"/>
                  </a:moveTo>
                  <a:lnTo>
                    <a:pt x="1712836" y="147484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03087" y="131791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15534" y="126184"/>
                  </a:lnTo>
                  <a:lnTo>
                    <a:pt x="1707329" y="49575"/>
                  </a:lnTo>
                  <a:close/>
                  <a:moveTo>
                    <a:pt x="1707329" y="49575"/>
                  </a:moveTo>
                  <a:lnTo>
                    <a:pt x="1715534" y="126184"/>
                  </a:lnTo>
                  <a:lnTo>
                    <a:pt x="1786910" y="93354"/>
                  </a:lnTo>
                  <a:close/>
                  <a:moveTo>
                    <a:pt x="1707329" y="49575"/>
                  </a:moveTo>
                  <a:lnTo>
                    <a:pt x="1786910" y="93354"/>
                  </a:lnTo>
                  <a:lnTo>
                    <a:pt x="1798972" y="11138"/>
                  </a:lnTo>
                  <a:close/>
                  <a:moveTo>
                    <a:pt x="1806140" y="2474"/>
                  </a:moveTo>
                  <a:lnTo>
                    <a:pt x="1707329" y="49575"/>
                  </a:lnTo>
                  <a:lnTo>
                    <a:pt x="1798972" y="11138"/>
                  </a:lnTo>
                  <a:close/>
                  <a:moveTo>
                    <a:pt x="1786910" y="93354"/>
                  </a:moveTo>
                  <a:lnTo>
                    <a:pt x="1873206" y="158684"/>
                  </a:lnTo>
                  <a:lnTo>
                    <a:pt x="1864486" y="65681"/>
                  </a:lnTo>
                  <a:close/>
                  <a:moveTo>
                    <a:pt x="1786910" y="93354"/>
                  </a:moveTo>
                  <a:lnTo>
                    <a:pt x="1828200" y="175569"/>
                  </a:lnTo>
                  <a:lnTo>
                    <a:pt x="1873206" y="158684"/>
                  </a:lnTo>
                  <a:close/>
                  <a:moveTo>
                    <a:pt x="1798972" y="11138"/>
                  </a:moveTo>
                  <a:lnTo>
                    <a:pt x="1864486" y="65681"/>
                  </a:lnTo>
                  <a:lnTo>
                    <a:pt x="1814866" y="5929"/>
                  </a:lnTo>
                  <a:close/>
                  <a:moveTo>
                    <a:pt x="1798972" y="11138"/>
                  </a:moveTo>
                  <a:lnTo>
                    <a:pt x="1786910" y="93354"/>
                  </a:lnTo>
                  <a:lnTo>
                    <a:pt x="1864486" y="65681"/>
                  </a:lnTo>
                  <a:close/>
                  <a:moveTo>
                    <a:pt x="1898664" y="54917"/>
                  </a:moveTo>
                  <a:lnTo>
                    <a:pt x="1937568" y="0"/>
                  </a:lnTo>
                  <a:lnTo>
                    <a:pt x="1864486" y="65681"/>
                  </a:lnTo>
                  <a:close/>
                  <a:moveTo>
                    <a:pt x="1864486" y="65681"/>
                  </a:moveTo>
                  <a:lnTo>
                    <a:pt x="1937568" y="0"/>
                  </a:lnTo>
                  <a:lnTo>
                    <a:pt x="1892514" y="3395"/>
                  </a:lnTo>
                  <a:close/>
                  <a:moveTo>
                    <a:pt x="1864486" y="65681"/>
                  </a:moveTo>
                  <a:lnTo>
                    <a:pt x="1892514" y="3395"/>
                  </a:lnTo>
                  <a:lnTo>
                    <a:pt x="1814866" y="5929"/>
                  </a:lnTo>
                  <a:close/>
                  <a:moveTo>
                    <a:pt x="1806140" y="2474"/>
                  </a:moveTo>
                  <a:lnTo>
                    <a:pt x="1798972" y="11138"/>
                  </a:lnTo>
                  <a:lnTo>
                    <a:pt x="1814866" y="5929"/>
                  </a:lnTo>
                  <a:close/>
                  <a:moveTo>
                    <a:pt x="1995163" y="137"/>
                  </a:moveTo>
                  <a:lnTo>
                    <a:pt x="1937568" y="0"/>
                  </a:lnTo>
                  <a:lnTo>
                    <a:pt x="1898664" y="5491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41" name="Candidate_density__2140">
              <a:extLst>
                <a:ext uri="{FF2B5EF4-FFF2-40B4-BE49-F238E27FC236}">
                  <a16:creationId xmlns:a16="http://schemas.microsoft.com/office/drawing/2014/main" id="{F7DE7AEE-475C-79DE-6493-1203240B3450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279891"/>
              <a:ext cx="2375204" cy="1231165"/>
            </a:xfrm>
            <a:custGeom>
              <a:avLst/>
              <a:gdLst/>
              <a:ahLst/>
              <a:cxnLst/>
              <a:rect l="0" t="0" r="0" b="0"/>
              <a:pathLst>
                <a:path w="2375204" h="1231165">
                  <a:moveTo>
                    <a:pt x="342165" y="1231165"/>
                  </a:moveTo>
                  <a:lnTo>
                    <a:pt x="263629" y="1216188"/>
                  </a:lnTo>
                  <a:lnTo>
                    <a:pt x="208692" y="1181431"/>
                  </a:lnTo>
                  <a:close/>
                  <a:moveTo>
                    <a:pt x="533931" y="1175626"/>
                  </a:moveTo>
                  <a:lnTo>
                    <a:pt x="486267" y="1137544"/>
                  </a:lnTo>
                  <a:lnTo>
                    <a:pt x="556387" y="1194732"/>
                  </a:lnTo>
                  <a:close/>
                  <a:moveTo>
                    <a:pt x="0" y="787839"/>
                  </a:moveTo>
                  <a:lnTo>
                    <a:pt x="76926" y="796797"/>
                  </a:lnTo>
                  <a:lnTo>
                    <a:pt x="126845" y="768232"/>
                  </a:lnTo>
                  <a:close/>
                  <a:moveTo>
                    <a:pt x="505658" y="1133376"/>
                  </a:moveTo>
                  <a:lnTo>
                    <a:pt x="515511" y="1194732"/>
                  </a:lnTo>
                  <a:lnTo>
                    <a:pt x="533931" y="1175626"/>
                  </a:lnTo>
                  <a:close/>
                  <a:moveTo>
                    <a:pt x="792489" y="1154613"/>
                  </a:moveTo>
                  <a:lnTo>
                    <a:pt x="826561" y="1142759"/>
                  </a:lnTo>
                  <a:lnTo>
                    <a:pt x="836461" y="1117859"/>
                  </a:lnTo>
                  <a:close/>
                  <a:moveTo>
                    <a:pt x="813652" y="1170283"/>
                  </a:moveTo>
                  <a:lnTo>
                    <a:pt x="826561" y="1142759"/>
                  </a:lnTo>
                  <a:lnTo>
                    <a:pt x="792489" y="1154613"/>
                  </a:lnTo>
                  <a:close/>
                  <a:moveTo>
                    <a:pt x="173230" y="409523"/>
                  </a:moveTo>
                  <a:lnTo>
                    <a:pt x="151553" y="377923"/>
                  </a:lnTo>
                  <a:lnTo>
                    <a:pt x="169033" y="432107"/>
                  </a:lnTo>
                  <a:close/>
                  <a:moveTo>
                    <a:pt x="830120" y="1035644"/>
                  </a:moveTo>
                  <a:lnTo>
                    <a:pt x="854760" y="997207"/>
                  </a:lnTo>
                  <a:lnTo>
                    <a:pt x="836461" y="1117859"/>
                  </a:lnTo>
                  <a:close/>
                  <a:moveTo>
                    <a:pt x="810339" y="914992"/>
                  </a:moveTo>
                  <a:lnTo>
                    <a:pt x="854760" y="997207"/>
                  </a:lnTo>
                  <a:lnTo>
                    <a:pt x="749988" y="953428"/>
                  </a:lnTo>
                  <a:close/>
                  <a:moveTo>
                    <a:pt x="795882" y="906924"/>
                  </a:moveTo>
                  <a:lnTo>
                    <a:pt x="854760" y="997207"/>
                  </a:lnTo>
                  <a:lnTo>
                    <a:pt x="810339" y="914992"/>
                  </a:lnTo>
                  <a:close/>
                  <a:moveTo>
                    <a:pt x="795882" y="906924"/>
                  </a:moveTo>
                  <a:lnTo>
                    <a:pt x="856307" y="899358"/>
                  </a:lnTo>
                  <a:lnTo>
                    <a:pt x="817152" y="816419"/>
                  </a:lnTo>
                  <a:close/>
                  <a:moveTo>
                    <a:pt x="670833" y="547696"/>
                  </a:moveTo>
                  <a:lnTo>
                    <a:pt x="670645" y="547779"/>
                  </a:lnTo>
                  <a:lnTo>
                    <a:pt x="735592" y="511480"/>
                  </a:lnTo>
                  <a:close/>
                  <a:moveTo>
                    <a:pt x="1074172" y="920335"/>
                  </a:moveTo>
                  <a:lnTo>
                    <a:pt x="1075584" y="946684"/>
                  </a:lnTo>
                  <a:lnTo>
                    <a:pt x="1090684" y="949124"/>
                  </a:lnTo>
                  <a:close/>
                  <a:moveTo>
                    <a:pt x="917028" y="480777"/>
                  </a:moveTo>
                  <a:lnTo>
                    <a:pt x="978599" y="479194"/>
                  </a:lnTo>
                  <a:lnTo>
                    <a:pt x="941432" y="470823"/>
                  </a:lnTo>
                  <a:close/>
                  <a:moveTo>
                    <a:pt x="950967" y="544214"/>
                  </a:moveTo>
                  <a:lnTo>
                    <a:pt x="978599" y="479194"/>
                  </a:lnTo>
                  <a:lnTo>
                    <a:pt x="917028" y="480777"/>
                  </a:lnTo>
                  <a:close/>
                  <a:moveTo>
                    <a:pt x="1578159" y="925677"/>
                  </a:moveTo>
                  <a:lnTo>
                    <a:pt x="1611861" y="828376"/>
                  </a:lnTo>
                  <a:lnTo>
                    <a:pt x="1590763" y="805026"/>
                  </a:lnTo>
                  <a:close/>
                  <a:moveTo>
                    <a:pt x="1578159" y="925677"/>
                  </a:moveTo>
                  <a:lnTo>
                    <a:pt x="1590763" y="805026"/>
                  </a:lnTo>
                  <a:lnTo>
                    <a:pt x="1597709" y="887240"/>
                  </a:lnTo>
                  <a:close/>
                  <a:moveTo>
                    <a:pt x="1611861" y="828376"/>
                  </a:moveTo>
                  <a:lnTo>
                    <a:pt x="1604845" y="733987"/>
                  </a:lnTo>
                  <a:lnTo>
                    <a:pt x="1590763" y="805026"/>
                  </a:lnTo>
                  <a:close/>
                  <a:moveTo>
                    <a:pt x="1604845" y="733987"/>
                  </a:moveTo>
                  <a:lnTo>
                    <a:pt x="1590745" y="722810"/>
                  </a:lnTo>
                  <a:lnTo>
                    <a:pt x="1590763" y="805026"/>
                  </a:lnTo>
                  <a:close/>
                  <a:moveTo>
                    <a:pt x="1590745" y="722810"/>
                  </a:moveTo>
                  <a:lnTo>
                    <a:pt x="1662096" y="684373"/>
                  </a:lnTo>
                  <a:lnTo>
                    <a:pt x="1590763" y="805026"/>
                  </a:lnTo>
                  <a:close/>
                  <a:moveTo>
                    <a:pt x="1659800" y="589218"/>
                  </a:moveTo>
                  <a:lnTo>
                    <a:pt x="1663438" y="675270"/>
                  </a:lnTo>
                  <a:lnTo>
                    <a:pt x="1657269" y="602159"/>
                  </a:lnTo>
                  <a:close/>
                  <a:moveTo>
                    <a:pt x="1610564" y="262381"/>
                  </a:moveTo>
                  <a:lnTo>
                    <a:pt x="1517882" y="343727"/>
                  </a:lnTo>
                  <a:lnTo>
                    <a:pt x="1500073" y="343132"/>
                  </a:lnTo>
                  <a:close/>
                  <a:moveTo>
                    <a:pt x="1671168" y="273767"/>
                  </a:moveTo>
                  <a:lnTo>
                    <a:pt x="1610564" y="262381"/>
                  </a:lnTo>
                  <a:lnTo>
                    <a:pt x="1744504" y="269300"/>
                  </a:lnTo>
                  <a:close/>
                  <a:moveTo>
                    <a:pt x="1959350" y="300052"/>
                  </a:moveTo>
                  <a:lnTo>
                    <a:pt x="2041517" y="321073"/>
                  </a:lnTo>
                  <a:lnTo>
                    <a:pt x="2083688" y="271075"/>
                  </a:lnTo>
                  <a:close/>
                  <a:moveTo>
                    <a:pt x="2210169" y="245546"/>
                  </a:moveTo>
                  <a:lnTo>
                    <a:pt x="2207747" y="246523"/>
                  </a:lnTo>
                  <a:lnTo>
                    <a:pt x="2277704" y="223950"/>
                  </a:lnTo>
                  <a:close/>
                  <a:moveTo>
                    <a:pt x="2083688" y="271075"/>
                  </a:moveTo>
                  <a:lnTo>
                    <a:pt x="2159622" y="276323"/>
                  </a:lnTo>
                  <a:lnTo>
                    <a:pt x="2103570" y="270625"/>
                  </a:lnTo>
                  <a:close/>
                  <a:moveTo>
                    <a:pt x="2210169" y="245546"/>
                  </a:moveTo>
                  <a:lnTo>
                    <a:pt x="2306438" y="126790"/>
                  </a:lnTo>
                  <a:lnTo>
                    <a:pt x="2306478" y="124894"/>
                  </a:lnTo>
                  <a:close/>
                  <a:moveTo>
                    <a:pt x="2306478" y="124894"/>
                  </a:moveTo>
                  <a:lnTo>
                    <a:pt x="2297457" y="82602"/>
                  </a:lnTo>
                  <a:lnTo>
                    <a:pt x="2336422" y="13084"/>
                  </a:lnTo>
                  <a:close/>
                  <a:moveTo>
                    <a:pt x="2297457" y="82602"/>
                  </a:moveTo>
                  <a:lnTo>
                    <a:pt x="2325005" y="124894"/>
                  </a:lnTo>
                  <a:lnTo>
                    <a:pt x="2336422" y="13084"/>
                  </a:lnTo>
                  <a:close/>
                  <a:moveTo>
                    <a:pt x="2339277" y="0"/>
                  </a:moveTo>
                  <a:lnTo>
                    <a:pt x="2336422" y="13084"/>
                  </a:lnTo>
                  <a:lnTo>
                    <a:pt x="2375204" y="424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42" name="Candidate_density__2141">
              <a:extLst>
                <a:ext uri="{FF2B5EF4-FFF2-40B4-BE49-F238E27FC236}">
                  <a16:creationId xmlns:a16="http://schemas.microsoft.com/office/drawing/2014/main" id="{47136663-0BCE-17A1-E43F-46214745F1C7}"/>
                </a:ext>
              </a:extLst>
            </p:cNvPr>
            <p:cNvSpPr>
              <a:spLocks noGrp="1"/>
            </p:cNvSpPr>
            <p:nvPr/>
          </p:nvSpPr>
          <p:spPr>
            <a:xfrm>
              <a:off x="3756366" y="2404785"/>
              <a:ext cx="2229552" cy="1105100"/>
            </a:xfrm>
            <a:custGeom>
              <a:avLst/>
              <a:gdLst/>
              <a:ahLst/>
              <a:cxnLst/>
              <a:rect l="0" t="0" r="0" b="0"/>
              <a:pathLst>
                <a:path w="2229552" h="1105100">
                  <a:moveTo>
                    <a:pt x="438585" y="1069838"/>
                  </a:moveTo>
                  <a:lnTo>
                    <a:pt x="335129" y="1088922"/>
                  </a:lnTo>
                  <a:lnTo>
                    <a:pt x="457004" y="1050732"/>
                  </a:lnTo>
                  <a:close/>
                  <a:moveTo>
                    <a:pt x="0" y="671902"/>
                  </a:moveTo>
                  <a:lnTo>
                    <a:pt x="63343" y="630075"/>
                  </a:lnTo>
                  <a:lnTo>
                    <a:pt x="118149" y="619783"/>
                  </a:lnTo>
                  <a:close/>
                  <a:moveTo>
                    <a:pt x="49918" y="643338"/>
                  </a:moveTo>
                  <a:lnTo>
                    <a:pt x="0" y="671902"/>
                  </a:lnTo>
                  <a:lnTo>
                    <a:pt x="118149" y="619783"/>
                  </a:lnTo>
                  <a:close/>
                  <a:moveTo>
                    <a:pt x="394149" y="1094384"/>
                  </a:moveTo>
                  <a:lnTo>
                    <a:pt x="269679" y="1105100"/>
                  </a:lnTo>
                  <a:lnTo>
                    <a:pt x="350081" y="1100326"/>
                  </a:lnTo>
                  <a:close/>
                  <a:moveTo>
                    <a:pt x="438585" y="1069838"/>
                  </a:moveTo>
                  <a:lnTo>
                    <a:pt x="394149" y="1094384"/>
                  </a:lnTo>
                  <a:lnTo>
                    <a:pt x="350081" y="1100326"/>
                  </a:lnTo>
                  <a:close/>
                  <a:moveTo>
                    <a:pt x="92107" y="307213"/>
                  </a:moveTo>
                  <a:lnTo>
                    <a:pt x="55412" y="357373"/>
                  </a:lnTo>
                  <a:lnTo>
                    <a:pt x="24320" y="332429"/>
                  </a:lnTo>
                  <a:close/>
                  <a:moveTo>
                    <a:pt x="733412" y="790098"/>
                  </a:moveTo>
                  <a:lnTo>
                    <a:pt x="673062" y="828534"/>
                  </a:lnTo>
                  <a:lnTo>
                    <a:pt x="779380" y="774464"/>
                  </a:lnTo>
                  <a:close/>
                  <a:moveTo>
                    <a:pt x="733412" y="790098"/>
                  </a:moveTo>
                  <a:lnTo>
                    <a:pt x="779380" y="774464"/>
                  </a:lnTo>
                  <a:lnTo>
                    <a:pt x="718955" y="782030"/>
                  </a:lnTo>
                  <a:close/>
                  <a:moveTo>
                    <a:pt x="1218131" y="1080522"/>
                  </a:moveTo>
                  <a:lnTo>
                    <a:pt x="1287216" y="1042086"/>
                  </a:lnTo>
                  <a:lnTo>
                    <a:pt x="1271549" y="1069565"/>
                  </a:lnTo>
                  <a:close/>
                  <a:moveTo>
                    <a:pt x="1287216" y="1042086"/>
                  </a:moveTo>
                  <a:lnTo>
                    <a:pt x="1218131" y="1080522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287216" y="1042086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326325" y="995706"/>
                  </a:lnTo>
                  <a:lnTo>
                    <a:pt x="1445883" y="948853"/>
                  </a:lnTo>
                  <a:close/>
                  <a:moveTo>
                    <a:pt x="864506" y="345929"/>
                  </a:moveTo>
                  <a:lnTo>
                    <a:pt x="901672" y="354300"/>
                  </a:lnTo>
                  <a:lnTo>
                    <a:pt x="910510" y="340471"/>
                  </a:lnTo>
                  <a:close/>
                  <a:moveTo>
                    <a:pt x="1369078" y="940352"/>
                  </a:moveTo>
                  <a:lnTo>
                    <a:pt x="1445883" y="948853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489431" y="896468"/>
                  </a:lnTo>
                  <a:lnTo>
                    <a:pt x="1445883" y="948853"/>
                  </a:lnTo>
                  <a:close/>
                  <a:moveTo>
                    <a:pt x="1475932" y="921434"/>
                  </a:moveTo>
                  <a:lnTo>
                    <a:pt x="1500323" y="882997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501233" y="800783"/>
                  </a:lnTo>
                  <a:lnTo>
                    <a:pt x="1500323" y="882997"/>
                  </a:lnTo>
                  <a:close/>
                  <a:moveTo>
                    <a:pt x="921026" y="338566"/>
                  </a:moveTo>
                  <a:lnTo>
                    <a:pt x="864506" y="345929"/>
                  </a:lnTo>
                  <a:lnTo>
                    <a:pt x="910510" y="340471"/>
                  </a:lnTo>
                  <a:close/>
                  <a:moveTo>
                    <a:pt x="1501233" y="800783"/>
                  </a:moveTo>
                  <a:lnTo>
                    <a:pt x="1520782" y="762346"/>
                  </a:lnTo>
                  <a:lnTo>
                    <a:pt x="1500323" y="882997"/>
                  </a:lnTo>
                  <a:close/>
                  <a:moveTo>
                    <a:pt x="1527228" y="759128"/>
                  </a:moveTo>
                  <a:lnTo>
                    <a:pt x="1534935" y="703482"/>
                  </a:lnTo>
                  <a:lnTo>
                    <a:pt x="1501233" y="800783"/>
                  </a:lnTo>
                  <a:close/>
                  <a:moveTo>
                    <a:pt x="1513819" y="597916"/>
                  </a:moveTo>
                  <a:lnTo>
                    <a:pt x="1527919" y="609093"/>
                  </a:lnTo>
                  <a:lnTo>
                    <a:pt x="1538811" y="587233"/>
                  </a:lnTo>
                  <a:close/>
                  <a:moveTo>
                    <a:pt x="1513819" y="597916"/>
                  </a:moveTo>
                  <a:lnTo>
                    <a:pt x="1538811" y="587233"/>
                  </a:lnTo>
                  <a:lnTo>
                    <a:pt x="1586512" y="550376"/>
                  </a:lnTo>
                  <a:close/>
                  <a:moveTo>
                    <a:pt x="1586512" y="550376"/>
                  </a:moveTo>
                  <a:lnTo>
                    <a:pt x="1597775" y="512802"/>
                  </a:lnTo>
                  <a:lnTo>
                    <a:pt x="1580342" y="477264"/>
                  </a:lnTo>
                  <a:close/>
                  <a:moveTo>
                    <a:pt x="1882423" y="175158"/>
                  </a:moveTo>
                  <a:lnTo>
                    <a:pt x="2006762" y="146181"/>
                  </a:lnTo>
                  <a:lnTo>
                    <a:pt x="1933939" y="152569"/>
                  </a:lnTo>
                  <a:close/>
                  <a:moveTo>
                    <a:pt x="1933939" y="152569"/>
                  </a:moveTo>
                  <a:lnTo>
                    <a:pt x="2006762" y="146181"/>
                  </a:lnTo>
                  <a:lnTo>
                    <a:pt x="1939943" y="155625"/>
                  </a:lnTo>
                  <a:close/>
                  <a:moveTo>
                    <a:pt x="2006762" y="146181"/>
                  </a:moveTo>
                  <a:lnTo>
                    <a:pt x="2026643" y="145731"/>
                  </a:lnTo>
                  <a:lnTo>
                    <a:pt x="1939943" y="155625"/>
                  </a:lnTo>
                  <a:close/>
                  <a:moveTo>
                    <a:pt x="2082696" y="151429"/>
                  </a:moveTo>
                  <a:lnTo>
                    <a:pt x="2130821" y="121629"/>
                  </a:lnTo>
                  <a:lnTo>
                    <a:pt x="2026643" y="145731"/>
                  </a:lnTo>
                  <a:close/>
                  <a:moveTo>
                    <a:pt x="2133242" y="120652"/>
                  </a:moveTo>
                  <a:lnTo>
                    <a:pt x="2229552" y="0"/>
                  </a:lnTo>
                  <a:lnTo>
                    <a:pt x="219998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43" name="Candidate_density__2142">
              <a:extLst>
                <a:ext uri="{FF2B5EF4-FFF2-40B4-BE49-F238E27FC236}">
                  <a16:creationId xmlns:a16="http://schemas.microsoft.com/office/drawing/2014/main" id="{A1C58E3D-4430-BA57-0365-FC1B4CC4BD50}"/>
                </a:ext>
              </a:extLst>
            </p:cNvPr>
            <p:cNvSpPr>
              <a:spLocks noGrp="1"/>
            </p:cNvSpPr>
            <p:nvPr/>
          </p:nvSpPr>
          <p:spPr>
            <a:xfrm>
              <a:off x="3554825" y="1805378"/>
              <a:ext cx="2470226" cy="1690701"/>
            </a:xfrm>
            <a:custGeom>
              <a:avLst/>
              <a:gdLst/>
              <a:ahLst/>
              <a:cxnLst/>
              <a:rect l="0" t="0" r="0" b="0"/>
              <a:pathLst>
                <a:path w="2470226" h="1690701">
                  <a:moveTo>
                    <a:pt x="244637" y="1567346"/>
                  </a:moveTo>
                  <a:lnTo>
                    <a:pt x="300653" y="1625466"/>
                  </a:lnTo>
                  <a:lnTo>
                    <a:pt x="294012" y="1617043"/>
                  </a:lnTo>
                  <a:close/>
                  <a:moveTo>
                    <a:pt x="202486" y="1461036"/>
                  </a:moveTo>
                  <a:lnTo>
                    <a:pt x="190618" y="1499473"/>
                  </a:lnTo>
                  <a:lnTo>
                    <a:pt x="239920" y="1543251"/>
                  </a:lnTo>
                  <a:close/>
                  <a:moveTo>
                    <a:pt x="239920" y="1543251"/>
                  </a:moveTo>
                  <a:lnTo>
                    <a:pt x="244637" y="1567346"/>
                  </a:lnTo>
                  <a:lnTo>
                    <a:pt x="294012" y="1617043"/>
                  </a:lnTo>
                  <a:close/>
                  <a:moveTo>
                    <a:pt x="390168" y="1587030"/>
                  </a:moveTo>
                  <a:lnTo>
                    <a:pt x="388243" y="1690701"/>
                  </a:lnTo>
                  <a:lnTo>
                    <a:pt x="432417" y="1640658"/>
                  </a:lnTo>
                  <a:close/>
                  <a:moveTo>
                    <a:pt x="390168" y="1587030"/>
                  </a:moveTo>
                  <a:lnTo>
                    <a:pt x="300653" y="1625466"/>
                  </a:lnTo>
                  <a:lnTo>
                    <a:pt x="388243" y="1690701"/>
                  </a:lnTo>
                  <a:close/>
                  <a:moveTo>
                    <a:pt x="340666" y="1504815"/>
                  </a:moveTo>
                  <a:lnTo>
                    <a:pt x="294012" y="1617043"/>
                  </a:lnTo>
                  <a:lnTo>
                    <a:pt x="300653" y="1625466"/>
                  </a:lnTo>
                  <a:close/>
                  <a:moveTo>
                    <a:pt x="239920" y="1543251"/>
                  </a:moveTo>
                  <a:lnTo>
                    <a:pt x="294012" y="1617043"/>
                  </a:lnTo>
                  <a:lnTo>
                    <a:pt x="311702" y="1512823"/>
                  </a:lnTo>
                  <a:close/>
                  <a:moveTo>
                    <a:pt x="286052" y="1372083"/>
                  </a:moveTo>
                  <a:lnTo>
                    <a:pt x="202486" y="1461036"/>
                  </a:lnTo>
                  <a:lnTo>
                    <a:pt x="235532" y="1422600"/>
                  </a:lnTo>
                  <a:close/>
                  <a:moveTo>
                    <a:pt x="368594" y="1402033"/>
                  </a:moveTo>
                  <a:lnTo>
                    <a:pt x="234722" y="1395368"/>
                  </a:lnTo>
                  <a:lnTo>
                    <a:pt x="286052" y="1372083"/>
                  </a:lnTo>
                  <a:close/>
                  <a:moveTo>
                    <a:pt x="0" y="1132176"/>
                  </a:moveTo>
                  <a:lnTo>
                    <a:pt x="33390" y="119993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0" y="113217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11424" y="1011524"/>
                  </a:lnTo>
                  <a:lnTo>
                    <a:pt x="0" y="1132176"/>
                  </a:lnTo>
                  <a:close/>
                  <a:moveTo>
                    <a:pt x="808678" y="1592372"/>
                  </a:moveTo>
                  <a:lnTo>
                    <a:pt x="747822" y="1630808"/>
                  </a:lnTo>
                  <a:lnTo>
                    <a:pt x="796347" y="1671498"/>
                  </a:lnTo>
                  <a:close/>
                  <a:moveTo>
                    <a:pt x="849165" y="1471721"/>
                  </a:moveTo>
                  <a:lnTo>
                    <a:pt x="808678" y="1592372"/>
                  </a:lnTo>
                  <a:lnTo>
                    <a:pt x="858808" y="1474626"/>
                  </a:lnTo>
                  <a:close/>
                  <a:moveTo>
                    <a:pt x="858808" y="1474626"/>
                  </a:moveTo>
                  <a:lnTo>
                    <a:pt x="808678" y="1592372"/>
                  </a:lnTo>
                  <a:lnTo>
                    <a:pt x="848366" y="1579670"/>
                  </a:lnTo>
                  <a:close/>
                  <a:moveTo>
                    <a:pt x="849165" y="1471721"/>
                  </a:moveTo>
                  <a:lnTo>
                    <a:pt x="858808" y="1474626"/>
                  </a:lnTo>
                  <a:lnTo>
                    <a:pt x="859421" y="1470591"/>
                  </a:lnTo>
                  <a:close/>
                  <a:moveTo>
                    <a:pt x="945584" y="1461134"/>
                  </a:moveTo>
                  <a:lnTo>
                    <a:pt x="858808" y="1474626"/>
                  </a:lnTo>
                  <a:lnTo>
                    <a:pt x="940368" y="1500908"/>
                  </a:lnTo>
                  <a:close/>
                  <a:moveTo>
                    <a:pt x="945584" y="1461134"/>
                  </a:moveTo>
                  <a:lnTo>
                    <a:pt x="859421" y="1470591"/>
                  </a:lnTo>
                  <a:lnTo>
                    <a:pt x="858808" y="1474626"/>
                  </a:lnTo>
                  <a:close/>
                  <a:moveTo>
                    <a:pt x="909019" y="1190584"/>
                  </a:moveTo>
                  <a:lnTo>
                    <a:pt x="827573" y="1196207"/>
                  </a:lnTo>
                  <a:lnTo>
                    <a:pt x="921782" y="1216215"/>
                  </a:lnTo>
                  <a:close/>
                  <a:moveTo>
                    <a:pt x="584663" y="872134"/>
                  </a:moveTo>
                  <a:lnTo>
                    <a:pt x="550417" y="978430"/>
                  </a:lnTo>
                  <a:lnTo>
                    <a:pt x="523309" y="961514"/>
                  </a:lnTo>
                  <a:close/>
                  <a:moveTo>
                    <a:pt x="883425" y="1250891"/>
                  </a:moveTo>
                  <a:lnTo>
                    <a:pt x="946572" y="1260146"/>
                  </a:lnTo>
                  <a:lnTo>
                    <a:pt x="921782" y="1216215"/>
                  </a:lnTo>
                  <a:close/>
                  <a:moveTo>
                    <a:pt x="1489539" y="1522052"/>
                  </a:moveTo>
                  <a:lnTo>
                    <a:pt x="1570619" y="1539759"/>
                  </a:lnTo>
                  <a:lnTo>
                    <a:pt x="1502351" y="1520841"/>
                  </a:lnTo>
                  <a:close/>
                  <a:moveTo>
                    <a:pt x="1489539" y="1522052"/>
                  </a:moveTo>
                  <a:lnTo>
                    <a:pt x="1471550" y="1520841"/>
                  </a:lnTo>
                  <a:lnTo>
                    <a:pt x="1471628" y="1603056"/>
                  </a:lnTo>
                  <a:close/>
                  <a:moveTo>
                    <a:pt x="762569" y="747855"/>
                  </a:moveTo>
                  <a:lnTo>
                    <a:pt x="705340" y="698691"/>
                  </a:lnTo>
                  <a:lnTo>
                    <a:pt x="725438" y="818279"/>
                  </a:lnTo>
                  <a:close/>
                  <a:moveTo>
                    <a:pt x="725438" y="818279"/>
                  </a:moveTo>
                  <a:lnTo>
                    <a:pt x="705340" y="698691"/>
                  </a:lnTo>
                  <a:lnTo>
                    <a:pt x="644099" y="723722"/>
                  </a:lnTo>
                  <a:close/>
                  <a:moveTo>
                    <a:pt x="762569" y="747855"/>
                  </a:moveTo>
                  <a:lnTo>
                    <a:pt x="763759" y="819342"/>
                  </a:lnTo>
                  <a:lnTo>
                    <a:pt x="798434" y="818491"/>
                  </a:lnTo>
                  <a:close/>
                  <a:moveTo>
                    <a:pt x="762569" y="747855"/>
                  </a:moveTo>
                  <a:lnTo>
                    <a:pt x="798434" y="818491"/>
                  </a:lnTo>
                  <a:lnTo>
                    <a:pt x="843172" y="770557"/>
                  </a:lnTo>
                  <a:close/>
                  <a:moveTo>
                    <a:pt x="799693" y="819342"/>
                  </a:moveTo>
                  <a:lnTo>
                    <a:pt x="893575" y="895550"/>
                  </a:lnTo>
                  <a:lnTo>
                    <a:pt x="922591" y="863120"/>
                  </a:lnTo>
                  <a:close/>
                  <a:moveTo>
                    <a:pt x="872599" y="780905"/>
                  </a:moveTo>
                  <a:lnTo>
                    <a:pt x="799693" y="819342"/>
                  </a:lnTo>
                  <a:lnTo>
                    <a:pt x="922591" y="863120"/>
                  </a:lnTo>
                  <a:close/>
                  <a:moveTo>
                    <a:pt x="1552161" y="1431642"/>
                  </a:moveTo>
                  <a:lnTo>
                    <a:pt x="1502351" y="1520841"/>
                  </a:lnTo>
                  <a:lnTo>
                    <a:pt x="1518946" y="1498146"/>
                  </a:lnTo>
                  <a:close/>
                  <a:moveTo>
                    <a:pt x="922591" y="863120"/>
                  </a:moveTo>
                  <a:lnTo>
                    <a:pt x="956958" y="917327"/>
                  </a:lnTo>
                  <a:lnTo>
                    <a:pt x="987792" y="906899"/>
                  </a:lnTo>
                  <a:close/>
                  <a:moveTo>
                    <a:pt x="843172" y="770557"/>
                  </a:moveTo>
                  <a:lnTo>
                    <a:pt x="872599" y="780905"/>
                  </a:lnTo>
                  <a:lnTo>
                    <a:pt x="871395" y="660877"/>
                  </a:lnTo>
                  <a:close/>
                  <a:moveTo>
                    <a:pt x="871395" y="660877"/>
                  </a:moveTo>
                  <a:lnTo>
                    <a:pt x="872599" y="780905"/>
                  </a:lnTo>
                  <a:lnTo>
                    <a:pt x="934759" y="669197"/>
                  </a:lnTo>
                  <a:close/>
                  <a:moveTo>
                    <a:pt x="934759" y="669197"/>
                  </a:moveTo>
                  <a:lnTo>
                    <a:pt x="872599" y="780905"/>
                  </a:lnTo>
                  <a:lnTo>
                    <a:pt x="958029" y="750371"/>
                  </a:lnTo>
                  <a:close/>
                  <a:moveTo>
                    <a:pt x="934759" y="669197"/>
                  </a:moveTo>
                  <a:lnTo>
                    <a:pt x="872150" y="660254"/>
                  </a:lnTo>
                  <a:lnTo>
                    <a:pt x="871395" y="660877"/>
                  </a:lnTo>
                  <a:close/>
                  <a:moveTo>
                    <a:pt x="958029" y="750371"/>
                  </a:moveTo>
                  <a:lnTo>
                    <a:pt x="1031658" y="702759"/>
                  </a:lnTo>
                  <a:lnTo>
                    <a:pt x="979030" y="693797"/>
                  </a:lnTo>
                  <a:close/>
                  <a:moveTo>
                    <a:pt x="958029" y="750371"/>
                  </a:moveTo>
                  <a:lnTo>
                    <a:pt x="979030" y="693797"/>
                  </a:lnTo>
                  <a:lnTo>
                    <a:pt x="934759" y="669197"/>
                  </a:lnTo>
                  <a:close/>
                  <a:moveTo>
                    <a:pt x="843172" y="770557"/>
                  </a:moveTo>
                  <a:lnTo>
                    <a:pt x="871395" y="660877"/>
                  </a:lnTo>
                  <a:lnTo>
                    <a:pt x="762569" y="747855"/>
                  </a:lnTo>
                  <a:close/>
                  <a:moveTo>
                    <a:pt x="834505" y="590017"/>
                  </a:moveTo>
                  <a:lnTo>
                    <a:pt x="872150" y="660254"/>
                  </a:lnTo>
                  <a:lnTo>
                    <a:pt x="934759" y="669197"/>
                  </a:lnTo>
                  <a:close/>
                  <a:moveTo>
                    <a:pt x="834505" y="590017"/>
                  </a:moveTo>
                  <a:lnTo>
                    <a:pt x="934759" y="669197"/>
                  </a:lnTo>
                  <a:lnTo>
                    <a:pt x="891799" y="604030"/>
                  </a:lnTo>
                  <a:close/>
                  <a:moveTo>
                    <a:pt x="1702331" y="1270057"/>
                  </a:moveTo>
                  <a:lnTo>
                    <a:pt x="1670256" y="1158887"/>
                  </a:lnTo>
                  <a:lnTo>
                    <a:pt x="1636000" y="1163297"/>
                  </a:lnTo>
                  <a:close/>
                  <a:moveTo>
                    <a:pt x="1739347" y="1039778"/>
                  </a:moveTo>
                  <a:lnTo>
                    <a:pt x="1742056" y="1041266"/>
                  </a:lnTo>
                  <a:lnTo>
                    <a:pt x="1830835" y="1120450"/>
                  </a:lnTo>
                  <a:close/>
                  <a:moveTo>
                    <a:pt x="1553207" y="1069923"/>
                  </a:moveTo>
                  <a:lnTo>
                    <a:pt x="1627046" y="1070485"/>
                  </a:lnTo>
                  <a:lnTo>
                    <a:pt x="1630494" y="967590"/>
                  </a:lnTo>
                  <a:close/>
                  <a:moveTo>
                    <a:pt x="1627046" y="1070485"/>
                  </a:moveTo>
                  <a:lnTo>
                    <a:pt x="1712568" y="961458"/>
                  </a:lnTo>
                  <a:lnTo>
                    <a:pt x="1630494" y="967590"/>
                  </a:lnTo>
                  <a:close/>
                  <a:moveTo>
                    <a:pt x="2411804" y="358104"/>
                  </a:moveTo>
                  <a:lnTo>
                    <a:pt x="2410114" y="360664"/>
                  </a:lnTo>
                  <a:lnTo>
                    <a:pt x="2470226" y="369271"/>
                  </a:lnTo>
                  <a:close/>
                  <a:moveTo>
                    <a:pt x="2406393" y="346750"/>
                  </a:moveTo>
                  <a:lnTo>
                    <a:pt x="2411804" y="358104"/>
                  </a:lnTo>
                  <a:lnTo>
                    <a:pt x="2383779" y="278866"/>
                  </a:lnTo>
                  <a:close/>
                  <a:moveTo>
                    <a:pt x="2383779" y="278866"/>
                  </a:moveTo>
                  <a:lnTo>
                    <a:pt x="2411804" y="358104"/>
                  </a:lnTo>
                  <a:lnTo>
                    <a:pt x="2470226" y="369271"/>
                  </a:lnTo>
                  <a:close/>
                  <a:moveTo>
                    <a:pt x="2383779" y="278866"/>
                  </a:moveTo>
                  <a:lnTo>
                    <a:pt x="2470226" y="369271"/>
                  </a:lnTo>
                  <a:lnTo>
                    <a:pt x="2450418" y="285282"/>
                  </a:lnTo>
                  <a:close/>
                  <a:moveTo>
                    <a:pt x="2365891" y="275890"/>
                  </a:moveTo>
                  <a:lnTo>
                    <a:pt x="2383779" y="278866"/>
                  </a:lnTo>
                  <a:lnTo>
                    <a:pt x="2382671" y="258057"/>
                  </a:lnTo>
                  <a:close/>
                  <a:moveTo>
                    <a:pt x="2406393" y="346750"/>
                  </a:moveTo>
                  <a:lnTo>
                    <a:pt x="2383779" y="278866"/>
                  </a:lnTo>
                  <a:lnTo>
                    <a:pt x="2365891" y="275890"/>
                  </a:lnTo>
                  <a:close/>
                  <a:moveTo>
                    <a:pt x="2313686" y="175166"/>
                  </a:moveTo>
                  <a:lnTo>
                    <a:pt x="2377165" y="84058"/>
                  </a:lnTo>
                  <a:lnTo>
                    <a:pt x="2310304" y="77824"/>
                  </a:lnTo>
                  <a:close/>
                  <a:moveTo>
                    <a:pt x="2310304" y="77824"/>
                  </a:moveTo>
                  <a:lnTo>
                    <a:pt x="2377165" y="84058"/>
                  </a:lnTo>
                  <a:lnTo>
                    <a:pt x="235744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44" name="Candidate_density__2143">
              <a:extLst>
                <a:ext uri="{FF2B5EF4-FFF2-40B4-BE49-F238E27FC236}">
                  <a16:creationId xmlns:a16="http://schemas.microsoft.com/office/drawing/2014/main" id="{6F06C180-764D-55A1-1AC5-FCDC3AD6205A}"/>
                </a:ext>
              </a:extLst>
            </p:cNvPr>
            <p:cNvSpPr>
              <a:spLocks noGrp="1"/>
            </p:cNvSpPr>
            <p:nvPr/>
          </p:nvSpPr>
          <p:spPr>
            <a:xfrm>
              <a:off x="3594528" y="2236978"/>
              <a:ext cx="2424188" cy="1292108"/>
            </a:xfrm>
            <a:custGeom>
              <a:avLst/>
              <a:gdLst/>
              <a:ahLst/>
              <a:cxnLst/>
              <a:rect l="0" t="0" r="0" b="0"/>
              <a:pathLst>
                <a:path w="2424188" h="1292108">
                  <a:moveTo>
                    <a:pt x="204934" y="1135747"/>
                  </a:moveTo>
                  <a:lnTo>
                    <a:pt x="293604" y="1224344"/>
                  </a:lnTo>
                  <a:lnTo>
                    <a:pt x="260950" y="1193866"/>
                  </a:lnTo>
                  <a:close/>
                  <a:moveTo>
                    <a:pt x="260950" y="1193866"/>
                  </a:moveTo>
                  <a:lnTo>
                    <a:pt x="293604" y="1224344"/>
                  </a:lnTo>
                  <a:lnTo>
                    <a:pt x="348540" y="1259101"/>
                  </a:lnTo>
                  <a:close/>
                  <a:moveTo>
                    <a:pt x="427077" y="1274078"/>
                  </a:moveTo>
                  <a:lnTo>
                    <a:pt x="428051" y="1237645"/>
                  </a:lnTo>
                  <a:lnTo>
                    <a:pt x="392714" y="1209058"/>
                  </a:lnTo>
                  <a:close/>
                  <a:moveTo>
                    <a:pt x="427077" y="1274078"/>
                  </a:moveTo>
                  <a:lnTo>
                    <a:pt x="392714" y="1209058"/>
                  </a:lnTo>
                  <a:lnTo>
                    <a:pt x="348540" y="1259101"/>
                  </a:lnTo>
                  <a:close/>
                  <a:moveTo>
                    <a:pt x="84912" y="830752"/>
                  </a:moveTo>
                  <a:lnTo>
                    <a:pt x="0" y="780802"/>
                  </a:lnTo>
                  <a:lnTo>
                    <a:pt x="3967" y="782791"/>
                  </a:lnTo>
                  <a:close/>
                  <a:moveTo>
                    <a:pt x="64851" y="819206"/>
                  </a:moveTo>
                  <a:lnTo>
                    <a:pt x="0" y="780802"/>
                  </a:lnTo>
                  <a:lnTo>
                    <a:pt x="84912" y="830752"/>
                  </a:lnTo>
                  <a:close/>
                  <a:moveTo>
                    <a:pt x="428051" y="1237645"/>
                  </a:moveTo>
                  <a:lnTo>
                    <a:pt x="431517" y="1272907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18689" y="1202038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90570" y="1176289"/>
                  </a:lnTo>
                  <a:lnTo>
                    <a:pt x="521820" y="1197902"/>
                  </a:lnTo>
                  <a:close/>
                  <a:moveTo>
                    <a:pt x="590570" y="1176289"/>
                  </a:moveTo>
                  <a:lnTo>
                    <a:pt x="660391" y="1158681"/>
                  </a:lnTo>
                  <a:lnTo>
                    <a:pt x="711569" y="1134823"/>
                  </a:lnTo>
                  <a:close/>
                  <a:moveTo>
                    <a:pt x="921373" y="1160772"/>
                  </a:moveTo>
                  <a:lnTo>
                    <a:pt x="900665" y="1069308"/>
                  </a:lnTo>
                  <a:lnTo>
                    <a:pt x="897479" y="1136456"/>
                  </a:lnTo>
                  <a:close/>
                  <a:moveTo>
                    <a:pt x="819718" y="1038991"/>
                  </a:moveTo>
                  <a:lnTo>
                    <a:pt x="880793" y="949837"/>
                  </a:lnTo>
                  <a:lnTo>
                    <a:pt x="832199" y="928752"/>
                  </a:lnTo>
                  <a:close/>
                  <a:moveTo>
                    <a:pt x="880793" y="949837"/>
                  </a:moveTo>
                  <a:lnTo>
                    <a:pt x="905881" y="1029534"/>
                  </a:lnTo>
                  <a:lnTo>
                    <a:pt x="939672" y="1040121"/>
                  </a:lnTo>
                  <a:close/>
                  <a:moveTo>
                    <a:pt x="880793" y="949837"/>
                  </a:moveTo>
                  <a:lnTo>
                    <a:pt x="902063" y="859332"/>
                  </a:lnTo>
                  <a:lnTo>
                    <a:pt x="837247" y="895654"/>
                  </a:lnTo>
                  <a:close/>
                  <a:moveTo>
                    <a:pt x="793247" y="755039"/>
                  </a:moveTo>
                  <a:lnTo>
                    <a:pt x="787870" y="764607"/>
                  </a:lnTo>
                  <a:lnTo>
                    <a:pt x="796652" y="743877"/>
                  </a:lnTo>
                  <a:close/>
                  <a:moveTo>
                    <a:pt x="802107" y="764269"/>
                  </a:moveTo>
                  <a:lnTo>
                    <a:pt x="787870" y="764607"/>
                  </a:lnTo>
                  <a:lnTo>
                    <a:pt x="793247" y="755039"/>
                  </a:lnTo>
                  <a:close/>
                  <a:moveTo>
                    <a:pt x="1252570" y="1229734"/>
                  </a:moveTo>
                  <a:lnTo>
                    <a:pt x="1356646" y="1292108"/>
                  </a:lnTo>
                  <a:lnTo>
                    <a:pt x="1290655" y="1261037"/>
                  </a:lnTo>
                  <a:close/>
                  <a:moveTo>
                    <a:pt x="796652" y="743877"/>
                  </a:moveTo>
                  <a:lnTo>
                    <a:pt x="798332" y="656008"/>
                  </a:lnTo>
                  <a:lnTo>
                    <a:pt x="793247" y="755039"/>
                  </a:lnTo>
                  <a:close/>
                  <a:moveTo>
                    <a:pt x="770270" y="469957"/>
                  </a:moveTo>
                  <a:lnTo>
                    <a:pt x="724538" y="537705"/>
                  </a:lnTo>
                  <a:lnTo>
                    <a:pt x="771173" y="477904"/>
                  </a:lnTo>
                  <a:close/>
                  <a:moveTo>
                    <a:pt x="771173" y="477904"/>
                  </a:moveTo>
                  <a:lnTo>
                    <a:pt x="724538" y="537705"/>
                  </a:lnTo>
                  <a:lnTo>
                    <a:pt x="721247" y="557993"/>
                  </a:lnTo>
                  <a:close/>
                  <a:moveTo>
                    <a:pt x="1444275" y="1195066"/>
                  </a:moveTo>
                  <a:lnTo>
                    <a:pt x="1449054" y="1209893"/>
                  </a:lnTo>
                  <a:lnTo>
                    <a:pt x="1449836" y="1090453"/>
                  </a:lnTo>
                  <a:close/>
                  <a:moveTo>
                    <a:pt x="1444275" y="1195066"/>
                  </a:moveTo>
                  <a:lnTo>
                    <a:pt x="1449836" y="1090453"/>
                  </a:lnTo>
                  <a:lnTo>
                    <a:pt x="1431926" y="1171456"/>
                  </a:lnTo>
                  <a:close/>
                  <a:moveTo>
                    <a:pt x="726751" y="453426"/>
                  </a:moveTo>
                  <a:lnTo>
                    <a:pt x="724538" y="537705"/>
                  </a:lnTo>
                  <a:lnTo>
                    <a:pt x="770270" y="469957"/>
                  </a:lnTo>
                  <a:close/>
                  <a:moveTo>
                    <a:pt x="1431847" y="1089241"/>
                  </a:moveTo>
                  <a:lnTo>
                    <a:pt x="1369232" y="1060965"/>
                  </a:lnTo>
                  <a:lnTo>
                    <a:pt x="1479243" y="1066546"/>
                  </a:lnTo>
                  <a:close/>
                  <a:moveTo>
                    <a:pt x="1499826" y="1055371"/>
                  </a:moveTo>
                  <a:lnTo>
                    <a:pt x="1479243" y="1066546"/>
                  </a:lnTo>
                  <a:lnTo>
                    <a:pt x="1530916" y="1108159"/>
                  </a:lnTo>
                  <a:close/>
                  <a:moveTo>
                    <a:pt x="971624" y="513736"/>
                  </a:moveTo>
                  <a:lnTo>
                    <a:pt x="1001939" y="523690"/>
                  </a:lnTo>
                  <a:lnTo>
                    <a:pt x="947521" y="495221"/>
                  </a:lnTo>
                  <a:close/>
                  <a:moveTo>
                    <a:pt x="1662628" y="838457"/>
                  </a:moveTo>
                  <a:lnTo>
                    <a:pt x="1682620" y="930153"/>
                  </a:lnTo>
                  <a:lnTo>
                    <a:pt x="1675675" y="847939"/>
                  </a:lnTo>
                  <a:close/>
                  <a:moveTo>
                    <a:pt x="1675675" y="847939"/>
                  </a:moveTo>
                  <a:lnTo>
                    <a:pt x="1683655" y="754960"/>
                  </a:lnTo>
                  <a:lnTo>
                    <a:pt x="1662628" y="838457"/>
                  </a:lnTo>
                  <a:close/>
                  <a:moveTo>
                    <a:pt x="1683655" y="754960"/>
                  </a:moveTo>
                  <a:lnTo>
                    <a:pt x="1630553" y="727287"/>
                  </a:lnTo>
                  <a:lnTo>
                    <a:pt x="1662628" y="838457"/>
                  </a:lnTo>
                  <a:close/>
                  <a:moveTo>
                    <a:pt x="1699644" y="608178"/>
                  </a:moveTo>
                  <a:lnTo>
                    <a:pt x="1748350" y="718183"/>
                  </a:lnTo>
                  <a:lnTo>
                    <a:pt x="1744712" y="632131"/>
                  </a:lnTo>
                  <a:close/>
                  <a:moveTo>
                    <a:pt x="2053436" y="10321"/>
                  </a:moveTo>
                  <a:lnTo>
                    <a:pt x="2005873" y="47693"/>
                  </a:lnTo>
                  <a:lnTo>
                    <a:pt x="2038748" y="3377"/>
                  </a:lnTo>
                  <a:close/>
                  <a:moveTo>
                    <a:pt x="2005873" y="47693"/>
                  </a:moveTo>
                  <a:lnTo>
                    <a:pt x="1999039" y="41814"/>
                  </a:lnTo>
                  <a:lnTo>
                    <a:pt x="2038748" y="3377"/>
                  </a:lnTo>
                  <a:close/>
                  <a:moveTo>
                    <a:pt x="2053436" y="10321"/>
                  </a:moveTo>
                  <a:lnTo>
                    <a:pt x="2082127" y="54139"/>
                  </a:lnTo>
                  <a:lnTo>
                    <a:pt x="2005873" y="47693"/>
                  </a:lnTo>
                  <a:close/>
                  <a:moveTo>
                    <a:pt x="2038748" y="3377"/>
                  </a:moveTo>
                  <a:lnTo>
                    <a:pt x="1999039" y="41814"/>
                  </a:lnTo>
                  <a:lnTo>
                    <a:pt x="2050676" y="0"/>
                  </a:lnTo>
                  <a:close/>
                  <a:moveTo>
                    <a:pt x="2354075" y="239506"/>
                  </a:moveTo>
                  <a:lnTo>
                    <a:pt x="2367856" y="134709"/>
                  </a:lnTo>
                  <a:lnTo>
                    <a:pt x="2309227" y="194161"/>
                  </a:lnTo>
                  <a:close/>
                  <a:moveTo>
                    <a:pt x="2368939" y="127330"/>
                  </a:moveTo>
                  <a:lnTo>
                    <a:pt x="2367856" y="134709"/>
                  </a:lnTo>
                  <a:lnTo>
                    <a:pt x="2371589" y="129371"/>
                  </a:lnTo>
                  <a:close/>
                  <a:moveTo>
                    <a:pt x="2368939" y="127330"/>
                  </a:moveTo>
                  <a:lnTo>
                    <a:pt x="2371589" y="129371"/>
                  </a:lnTo>
                  <a:lnTo>
                    <a:pt x="2424188" y="42913"/>
                  </a:lnTo>
                  <a:close/>
                  <a:moveTo>
                    <a:pt x="2380021" y="18227"/>
                  </a:moveTo>
                  <a:lnTo>
                    <a:pt x="2368939" y="127330"/>
                  </a:lnTo>
                  <a:lnTo>
                    <a:pt x="2424188" y="4291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45" name="Candidate_density__2144">
              <a:extLst>
                <a:ext uri="{FF2B5EF4-FFF2-40B4-BE49-F238E27FC236}">
                  <a16:creationId xmlns:a16="http://schemas.microsoft.com/office/drawing/2014/main" id="{702AD6A1-FEB1-FA7F-AA34-BA117971EE61}"/>
                </a:ext>
              </a:extLst>
            </p:cNvPr>
            <p:cNvSpPr>
              <a:spLocks noGrp="1"/>
            </p:cNvSpPr>
            <p:nvPr/>
          </p:nvSpPr>
          <p:spPr>
            <a:xfrm>
              <a:off x="3588215" y="1889436"/>
              <a:ext cx="2436836" cy="1587440"/>
            </a:xfrm>
            <a:custGeom>
              <a:avLst/>
              <a:gdLst/>
              <a:ahLst/>
              <a:cxnLst/>
              <a:rect l="0" t="0" r="0" b="0"/>
              <a:pathLst>
                <a:path w="2436836" h="1587440">
                  <a:moveTo>
                    <a:pt x="206530" y="1459193"/>
                  </a:moveTo>
                  <a:lnTo>
                    <a:pt x="179070" y="1443279"/>
                  </a:lnTo>
                  <a:lnTo>
                    <a:pt x="211247" y="1483288"/>
                  </a:lnTo>
                  <a:close/>
                  <a:moveTo>
                    <a:pt x="0" y="1115877"/>
                  </a:moveTo>
                  <a:lnTo>
                    <a:pt x="10280" y="1130332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0" y="1115877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6313" y="1128343"/>
                  </a:lnTo>
                  <a:lnTo>
                    <a:pt x="71164" y="1166747"/>
                  </a:lnTo>
                  <a:close/>
                  <a:moveTo>
                    <a:pt x="775288" y="1508314"/>
                  </a:moveTo>
                  <a:lnTo>
                    <a:pt x="762957" y="1587440"/>
                  </a:lnTo>
                  <a:lnTo>
                    <a:pt x="804599" y="1527929"/>
                  </a:lnTo>
                  <a:close/>
                  <a:moveTo>
                    <a:pt x="714433" y="1546750"/>
                  </a:moveTo>
                  <a:lnTo>
                    <a:pt x="775288" y="1508314"/>
                  </a:lnTo>
                  <a:lnTo>
                    <a:pt x="666704" y="1506223"/>
                  </a:lnTo>
                  <a:close/>
                  <a:moveTo>
                    <a:pt x="775288" y="1508314"/>
                  </a:moveTo>
                  <a:lnTo>
                    <a:pt x="717882" y="1482365"/>
                  </a:lnTo>
                  <a:lnTo>
                    <a:pt x="666704" y="1506223"/>
                  </a:lnTo>
                  <a:close/>
                  <a:moveTo>
                    <a:pt x="804599" y="1527929"/>
                  </a:moveTo>
                  <a:lnTo>
                    <a:pt x="762957" y="1587440"/>
                  </a:lnTo>
                  <a:lnTo>
                    <a:pt x="883714" y="1545068"/>
                  </a:lnTo>
                  <a:close/>
                  <a:moveTo>
                    <a:pt x="277333" y="1029193"/>
                  </a:moveTo>
                  <a:lnTo>
                    <a:pt x="229151" y="968272"/>
                  </a:lnTo>
                  <a:lnTo>
                    <a:pt x="226848" y="1015023"/>
                  </a:lnTo>
                  <a:close/>
                  <a:moveTo>
                    <a:pt x="775288" y="1508314"/>
                  </a:moveTo>
                  <a:lnTo>
                    <a:pt x="804599" y="1527929"/>
                  </a:lnTo>
                  <a:lnTo>
                    <a:pt x="814976" y="1495612"/>
                  </a:lnTo>
                  <a:close/>
                  <a:moveTo>
                    <a:pt x="717882" y="1482365"/>
                  </a:moveTo>
                  <a:lnTo>
                    <a:pt x="775288" y="1508314"/>
                  </a:lnTo>
                  <a:lnTo>
                    <a:pt x="815776" y="1387662"/>
                  </a:lnTo>
                  <a:close/>
                  <a:moveTo>
                    <a:pt x="903793" y="1483998"/>
                  </a:moveTo>
                  <a:lnTo>
                    <a:pt x="804599" y="1527929"/>
                  </a:lnTo>
                  <a:lnTo>
                    <a:pt x="883714" y="1545068"/>
                  </a:lnTo>
                  <a:close/>
                  <a:moveTo>
                    <a:pt x="903793" y="1483998"/>
                  </a:moveTo>
                  <a:lnTo>
                    <a:pt x="814976" y="1495612"/>
                  </a:lnTo>
                  <a:lnTo>
                    <a:pt x="804599" y="1527929"/>
                  </a:lnTo>
                  <a:close/>
                  <a:moveTo>
                    <a:pt x="814976" y="1495612"/>
                  </a:moveTo>
                  <a:lnTo>
                    <a:pt x="903793" y="1483998"/>
                  </a:lnTo>
                  <a:lnTo>
                    <a:pt x="825419" y="1390568"/>
                  </a:lnTo>
                  <a:close/>
                  <a:moveTo>
                    <a:pt x="903793" y="1483998"/>
                  </a:moveTo>
                  <a:lnTo>
                    <a:pt x="906979" y="1416849"/>
                  </a:lnTo>
                  <a:lnTo>
                    <a:pt x="825419" y="1390568"/>
                  </a:lnTo>
                  <a:close/>
                  <a:moveTo>
                    <a:pt x="826031" y="1386533"/>
                  </a:moveTo>
                  <a:lnTo>
                    <a:pt x="912194" y="1377076"/>
                  </a:lnTo>
                  <a:lnTo>
                    <a:pt x="887107" y="1297379"/>
                  </a:lnTo>
                  <a:close/>
                  <a:moveTo>
                    <a:pt x="912194" y="1377076"/>
                  </a:moveTo>
                  <a:lnTo>
                    <a:pt x="906979" y="1416849"/>
                  </a:lnTo>
                  <a:lnTo>
                    <a:pt x="945985" y="1387662"/>
                  </a:lnTo>
                  <a:close/>
                  <a:moveTo>
                    <a:pt x="908377" y="1206874"/>
                  </a:moveTo>
                  <a:lnTo>
                    <a:pt x="969280" y="1191074"/>
                  </a:lnTo>
                  <a:lnTo>
                    <a:pt x="935781" y="1184796"/>
                  </a:lnTo>
                  <a:close/>
                  <a:moveTo>
                    <a:pt x="794183" y="1112148"/>
                  </a:moveTo>
                  <a:lnTo>
                    <a:pt x="808420" y="1111811"/>
                  </a:lnTo>
                  <a:lnTo>
                    <a:pt x="888392" y="1132157"/>
                  </a:lnTo>
                  <a:close/>
                  <a:moveTo>
                    <a:pt x="913182" y="1176088"/>
                  </a:moveTo>
                  <a:lnTo>
                    <a:pt x="843561" y="1243196"/>
                  </a:lnTo>
                  <a:lnTo>
                    <a:pt x="908377" y="1206874"/>
                  </a:lnTo>
                  <a:close/>
                  <a:moveTo>
                    <a:pt x="913182" y="1176088"/>
                  </a:moveTo>
                  <a:lnTo>
                    <a:pt x="850035" y="1166833"/>
                  </a:lnTo>
                  <a:lnTo>
                    <a:pt x="843561" y="1243196"/>
                  </a:lnTo>
                  <a:close/>
                  <a:moveTo>
                    <a:pt x="850035" y="1166833"/>
                  </a:moveTo>
                  <a:lnTo>
                    <a:pt x="888392" y="1132157"/>
                  </a:lnTo>
                  <a:lnTo>
                    <a:pt x="808420" y="1111811"/>
                  </a:lnTo>
                  <a:close/>
                  <a:moveTo>
                    <a:pt x="913182" y="1176088"/>
                  </a:moveTo>
                  <a:lnTo>
                    <a:pt x="908377" y="1206874"/>
                  </a:lnTo>
                  <a:lnTo>
                    <a:pt x="935781" y="1184796"/>
                  </a:lnTo>
                  <a:close/>
                  <a:moveTo>
                    <a:pt x="913182" y="1176088"/>
                  </a:moveTo>
                  <a:lnTo>
                    <a:pt x="935781" y="1184796"/>
                  </a:lnTo>
                  <a:lnTo>
                    <a:pt x="888392" y="1132157"/>
                  </a:lnTo>
                  <a:close/>
                  <a:moveTo>
                    <a:pt x="1252460" y="1557435"/>
                  </a:moveTo>
                  <a:lnTo>
                    <a:pt x="1256104" y="1479443"/>
                  </a:lnTo>
                  <a:lnTo>
                    <a:pt x="1258884" y="1577276"/>
                  </a:lnTo>
                  <a:close/>
                  <a:moveTo>
                    <a:pt x="1165397" y="1310789"/>
                  </a:moveTo>
                  <a:lnTo>
                    <a:pt x="1233144" y="1369951"/>
                  </a:lnTo>
                  <a:lnTo>
                    <a:pt x="1221097" y="1354568"/>
                  </a:lnTo>
                  <a:close/>
                  <a:moveTo>
                    <a:pt x="923569" y="833269"/>
                  </a:moveTo>
                  <a:lnTo>
                    <a:pt x="870217" y="810649"/>
                  </a:lnTo>
                  <a:lnTo>
                    <a:pt x="977937" y="861278"/>
                  </a:lnTo>
                  <a:close/>
                  <a:moveTo>
                    <a:pt x="692049" y="734220"/>
                  </a:moveTo>
                  <a:lnTo>
                    <a:pt x="776583" y="817499"/>
                  </a:lnTo>
                  <a:lnTo>
                    <a:pt x="730369" y="735284"/>
                  </a:lnTo>
                  <a:close/>
                  <a:moveTo>
                    <a:pt x="692049" y="734220"/>
                  </a:moveTo>
                  <a:lnTo>
                    <a:pt x="733064" y="800968"/>
                  </a:lnTo>
                  <a:lnTo>
                    <a:pt x="776583" y="817499"/>
                  </a:lnTo>
                  <a:close/>
                  <a:moveTo>
                    <a:pt x="692049" y="734220"/>
                  </a:moveTo>
                  <a:lnTo>
                    <a:pt x="610709" y="639664"/>
                  </a:lnTo>
                  <a:lnTo>
                    <a:pt x="629816" y="724222"/>
                  </a:lnTo>
                  <a:close/>
                  <a:moveTo>
                    <a:pt x="692049" y="734220"/>
                  </a:moveTo>
                  <a:lnTo>
                    <a:pt x="730369" y="735284"/>
                  </a:lnTo>
                  <a:lnTo>
                    <a:pt x="729180" y="663797"/>
                  </a:lnTo>
                  <a:close/>
                  <a:moveTo>
                    <a:pt x="766303" y="735284"/>
                  </a:moveTo>
                  <a:lnTo>
                    <a:pt x="839210" y="696847"/>
                  </a:lnTo>
                  <a:lnTo>
                    <a:pt x="765044" y="734433"/>
                  </a:lnTo>
                  <a:close/>
                  <a:moveTo>
                    <a:pt x="839210" y="696847"/>
                  </a:moveTo>
                  <a:lnTo>
                    <a:pt x="809782" y="686499"/>
                  </a:lnTo>
                  <a:lnTo>
                    <a:pt x="765044" y="734433"/>
                  </a:lnTo>
                  <a:close/>
                  <a:moveTo>
                    <a:pt x="1438160" y="1436783"/>
                  </a:moveTo>
                  <a:lnTo>
                    <a:pt x="1485556" y="1414087"/>
                  </a:lnTo>
                  <a:lnTo>
                    <a:pt x="1506139" y="1402912"/>
                  </a:lnTo>
                  <a:close/>
                  <a:moveTo>
                    <a:pt x="1537230" y="1455701"/>
                  </a:moveTo>
                  <a:lnTo>
                    <a:pt x="1485556" y="1414087"/>
                  </a:lnTo>
                  <a:lnTo>
                    <a:pt x="1468961" y="1436783"/>
                  </a:lnTo>
                  <a:close/>
                  <a:moveTo>
                    <a:pt x="1518771" y="1347584"/>
                  </a:moveTo>
                  <a:lnTo>
                    <a:pt x="1485556" y="1414087"/>
                  </a:lnTo>
                  <a:lnTo>
                    <a:pt x="1456589" y="1337544"/>
                  </a:lnTo>
                  <a:close/>
                  <a:moveTo>
                    <a:pt x="923569" y="833269"/>
                  </a:moveTo>
                  <a:lnTo>
                    <a:pt x="977937" y="861278"/>
                  </a:lnTo>
                  <a:lnTo>
                    <a:pt x="953834" y="842763"/>
                  </a:lnTo>
                  <a:close/>
                  <a:moveTo>
                    <a:pt x="1642065" y="1157044"/>
                  </a:moveTo>
                  <a:lnTo>
                    <a:pt x="1636247" y="1180305"/>
                  </a:lnTo>
                  <a:lnTo>
                    <a:pt x="1668941" y="1185999"/>
                  </a:lnTo>
                  <a:close/>
                  <a:moveTo>
                    <a:pt x="1668941" y="1185999"/>
                  </a:moveTo>
                  <a:lnTo>
                    <a:pt x="1636247" y="1180305"/>
                  </a:lnTo>
                  <a:lnTo>
                    <a:pt x="1630517" y="1256736"/>
                  </a:lnTo>
                  <a:close/>
                  <a:moveTo>
                    <a:pt x="1621764" y="1126153"/>
                  </a:moveTo>
                  <a:lnTo>
                    <a:pt x="1642065" y="1157044"/>
                  </a:lnTo>
                  <a:lnTo>
                    <a:pt x="1668941" y="1185999"/>
                  </a:lnTo>
                  <a:close/>
                  <a:moveTo>
                    <a:pt x="1705957" y="955720"/>
                  </a:moveTo>
                  <a:lnTo>
                    <a:pt x="1720353" y="904517"/>
                  </a:lnTo>
                  <a:lnTo>
                    <a:pt x="1679178" y="877399"/>
                  </a:lnTo>
                  <a:close/>
                  <a:moveTo>
                    <a:pt x="1597105" y="883532"/>
                  </a:moveTo>
                  <a:lnTo>
                    <a:pt x="1679178" y="877399"/>
                  </a:lnTo>
                  <a:lnTo>
                    <a:pt x="1605737" y="851031"/>
                  </a:lnTo>
                  <a:close/>
                  <a:moveTo>
                    <a:pt x="1679178" y="877399"/>
                  </a:moveTo>
                  <a:lnTo>
                    <a:pt x="1680797" y="853008"/>
                  </a:lnTo>
                  <a:lnTo>
                    <a:pt x="1605737" y="851031"/>
                  </a:lnTo>
                  <a:close/>
                  <a:moveTo>
                    <a:pt x="1680797" y="853008"/>
                  </a:moveTo>
                  <a:lnTo>
                    <a:pt x="1653500" y="814406"/>
                  </a:lnTo>
                  <a:lnTo>
                    <a:pt x="1605737" y="851031"/>
                  </a:lnTo>
                  <a:close/>
                  <a:moveTo>
                    <a:pt x="2436836" y="285213"/>
                  </a:moveTo>
                  <a:lnTo>
                    <a:pt x="2376725" y="276606"/>
                  </a:lnTo>
                  <a:lnTo>
                    <a:pt x="2386335" y="365769"/>
                  </a:lnTo>
                  <a:close/>
                  <a:moveTo>
                    <a:pt x="2436836" y="285213"/>
                  </a:moveTo>
                  <a:lnTo>
                    <a:pt x="2386335" y="365769"/>
                  </a:lnTo>
                  <a:lnTo>
                    <a:pt x="2430502" y="390455"/>
                  </a:lnTo>
                  <a:close/>
                  <a:moveTo>
                    <a:pt x="2286875" y="185852"/>
                  </a:moveTo>
                  <a:lnTo>
                    <a:pt x="2373004" y="262692"/>
                  </a:lnTo>
                  <a:lnTo>
                    <a:pt x="2332502" y="191831"/>
                  </a:lnTo>
                  <a:close/>
                  <a:moveTo>
                    <a:pt x="2376494" y="273678"/>
                  </a:moveTo>
                  <a:lnTo>
                    <a:pt x="2373004" y="262692"/>
                  </a:lnTo>
                  <a:lnTo>
                    <a:pt x="2286875" y="185852"/>
                  </a:lnTo>
                  <a:close/>
                  <a:moveTo>
                    <a:pt x="2376494" y="273678"/>
                  </a:moveTo>
                  <a:lnTo>
                    <a:pt x="2376725" y="276606"/>
                  </a:lnTo>
                  <a:lnTo>
                    <a:pt x="2378414" y="274046"/>
                  </a:lnTo>
                  <a:close/>
                  <a:moveTo>
                    <a:pt x="2376494" y="273678"/>
                  </a:moveTo>
                  <a:lnTo>
                    <a:pt x="2378414" y="274046"/>
                  </a:lnTo>
                  <a:lnTo>
                    <a:pt x="2373004" y="262692"/>
                  </a:lnTo>
                  <a:close/>
                  <a:moveTo>
                    <a:pt x="2343895" y="99995"/>
                  </a:moveTo>
                  <a:lnTo>
                    <a:pt x="2332502" y="191831"/>
                  </a:lnTo>
                  <a:lnTo>
                    <a:pt x="2349282" y="173999"/>
                  </a:lnTo>
                  <a:close/>
                  <a:moveTo>
                    <a:pt x="2286875" y="185852"/>
                  </a:moveTo>
                  <a:lnTo>
                    <a:pt x="2332502" y="191831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286875" y="185852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343895" y="99995"/>
                  </a:lnTo>
                  <a:lnTo>
                    <a:pt x="2343776" y="0"/>
                  </a:lnTo>
                  <a:close/>
                  <a:moveTo>
                    <a:pt x="2343895" y="99995"/>
                  </a:moveTo>
                  <a:lnTo>
                    <a:pt x="2349282" y="173999"/>
                  </a:lnTo>
                  <a:lnTo>
                    <a:pt x="2380429" y="109616"/>
                  </a:lnTo>
                  <a:close/>
                  <a:moveTo>
                    <a:pt x="2343776" y="0"/>
                  </a:moveTo>
                  <a:lnTo>
                    <a:pt x="2343895" y="99995"/>
                  </a:lnTo>
                  <a:lnTo>
                    <a:pt x="2405006" y="108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46" name="Candidate_density__2145">
              <a:extLst>
                <a:ext uri="{FF2B5EF4-FFF2-40B4-BE49-F238E27FC236}">
                  <a16:creationId xmlns:a16="http://schemas.microsoft.com/office/drawing/2014/main" id="{119AF80F-7CD9-54C2-4FFF-79B92548AC15}"/>
                </a:ext>
              </a:extLst>
            </p:cNvPr>
            <p:cNvSpPr>
              <a:spLocks noGrp="1"/>
            </p:cNvSpPr>
            <p:nvPr/>
          </p:nvSpPr>
          <p:spPr>
            <a:xfrm>
              <a:off x="3551680" y="1804188"/>
              <a:ext cx="2360589" cy="1626656"/>
            </a:xfrm>
            <a:custGeom>
              <a:avLst/>
              <a:gdLst/>
              <a:ahLst/>
              <a:cxnLst/>
              <a:rect l="0" t="0" r="0" b="0"/>
              <a:pathLst>
                <a:path w="2360589" h="1626656">
                  <a:moveTo>
                    <a:pt x="314848" y="1514013"/>
                  </a:moveTo>
                  <a:lnTo>
                    <a:pt x="297157" y="1618232"/>
                  </a:lnTo>
                  <a:lnTo>
                    <a:pt x="343811" y="1506004"/>
                  </a:lnTo>
                  <a:close/>
                  <a:moveTo>
                    <a:pt x="343811" y="1506004"/>
                  </a:moveTo>
                  <a:lnTo>
                    <a:pt x="303799" y="1626656"/>
                  </a:lnTo>
                  <a:lnTo>
                    <a:pt x="393313" y="1588220"/>
                  </a:lnTo>
                  <a:close/>
                  <a:moveTo>
                    <a:pt x="243065" y="1544440"/>
                  </a:moveTo>
                  <a:lnTo>
                    <a:pt x="314848" y="1514013"/>
                  </a:lnTo>
                  <a:lnTo>
                    <a:pt x="238677" y="1423789"/>
                  </a:lnTo>
                  <a:close/>
                  <a:moveTo>
                    <a:pt x="205631" y="1462225"/>
                  </a:moveTo>
                  <a:lnTo>
                    <a:pt x="243065" y="1544440"/>
                  </a:lnTo>
                  <a:lnTo>
                    <a:pt x="238677" y="1423789"/>
                  </a:lnTo>
                  <a:close/>
                  <a:moveTo>
                    <a:pt x="289198" y="1373272"/>
                  </a:moveTo>
                  <a:lnTo>
                    <a:pt x="237867" y="1396558"/>
                  </a:lnTo>
                  <a:lnTo>
                    <a:pt x="205631" y="1462225"/>
                  </a:lnTo>
                  <a:close/>
                  <a:moveTo>
                    <a:pt x="31367" y="966603"/>
                  </a:moveTo>
                  <a:lnTo>
                    <a:pt x="0" y="1048241"/>
                  </a:lnTo>
                  <a:lnTo>
                    <a:pt x="14569" y="1012714"/>
                  </a:lnTo>
                  <a:close/>
                  <a:moveTo>
                    <a:pt x="431181" y="1480028"/>
                  </a:moveTo>
                  <a:lnTo>
                    <a:pt x="462275" y="1467568"/>
                  </a:lnTo>
                  <a:lnTo>
                    <a:pt x="508989" y="1422516"/>
                  </a:lnTo>
                  <a:close/>
                  <a:moveTo>
                    <a:pt x="9056" y="1094929"/>
                  </a:moveTo>
                  <a:lnTo>
                    <a:pt x="43239" y="974277"/>
                  </a:lnTo>
                  <a:lnTo>
                    <a:pt x="14569" y="1012714"/>
                  </a:lnTo>
                  <a:close/>
                  <a:moveTo>
                    <a:pt x="73080" y="907356"/>
                  </a:moveTo>
                  <a:lnTo>
                    <a:pt x="14569" y="1012714"/>
                  </a:lnTo>
                  <a:lnTo>
                    <a:pt x="43239" y="974277"/>
                  </a:lnTo>
                  <a:close/>
                  <a:moveTo>
                    <a:pt x="73080" y="907356"/>
                  </a:moveTo>
                  <a:lnTo>
                    <a:pt x="31367" y="966603"/>
                  </a:lnTo>
                  <a:lnTo>
                    <a:pt x="14569" y="1012714"/>
                  </a:lnTo>
                  <a:close/>
                  <a:moveTo>
                    <a:pt x="31367" y="966603"/>
                  </a:moveTo>
                  <a:lnTo>
                    <a:pt x="73080" y="907356"/>
                  </a:lnTo>
                  <a:lnTo>
                    <a:pt x="57270" y="930499"/>
                  </a:lnTo>
                  <a:close/>
                  <a:moveTo>
                    <a:pt x="73080" y="907356"/>
                  </a:moveTo>
                  <a:lnTo>
                    <a:pt x="103505" y="892062"/>
                  </a:lnTo>
                  <a:lnTo>
                    <a:pt x="57270" y="930499"/>
                  </a:lnTo>
                  <a:close/>
                  <a:moveTo>
                    <a:pt x="313868" y="1114441"/>
                  </a:moveTo>
                  <a:lnTo>
                    <a:pt x="334083" y="1056493"/>
                  </a:lnTo>
                  <a:lnTo>
                    <a:pt x="265686" y="1053520"/>
                  </a:lnTo>
                  <a:close/>
                  <a:moveTo>
                    <a:pt x="73080" y="907356"/>
                  </a:moveTo>
                  <a:lnTo>
                    <a:pt x="124795" y="885510"/>
                  </a:lnTo>
                  <a:lnTo>
                    <a:pt x="103505" y="892062"/>
                  </a:lnTo>
                  <a:close/>
                  <a:moveTo>
                    <a:pt x="133896" y="853626"/>
                  </a:moveTo>
                  <a:lnTo>
                    <a:pt x="173580" y="789248"/>
                  </a:lnTo>
                  <a:lnTo>
                    <a:pt x="110757" y="809847"/>
                  </a:lnTo>
                  <a:close/>
                  <a:moveTo>
                    <a:pt x="103505" y="892062"/>
                  </a:moveTo>
                  <a:lnTo>
                    <a:pt x="133896" y="853626"/>
                  </a:lnTo>
                  <a:lnTo>
                    <a:pt x="110757" y="809847"/>
                  </a:lnTo>
                  <a:close/>
                  <a:moveTo>
                    <a:pt x="591170" y="1023398"/>
                  </a:moveTo>
                  <a:lnTo>
                    <a:pt x="526454" y="962704"/>
                  </a:lnTo>
                  <a:lnTo>
                    <a:pt x="553562" y="979620"/>
                  </a:lnTo>
                  <a:close/>
                  <a:moveTo>
                    <a:pt x="591170" y="1023398"/>
                  </a:moveTo>
                  <a:lnTo>
                    <a:pt x="553562" y="979620"/>
                  </a:lnTo>
                  <a:lnTo>
                    <a:pt x="548162" y="1061834"/>
                  </a:lnTo>
                  <a:close/>
                  <a:moveTo>
                    <a:pt x="1167624" y="1313822"/>
                  </a:moveTo>
                  <a:lnTo>
                    <a:pt x="1112163" y="1352258"/>
                  </a:lnTo>
                  <a:lnTo>
                    <a:pt x="1201932" y="1396037"/>
                  </a:lnTo>
                  <a:close/>
                  <a:moveTo>
                    <a:pt x="542716" y="656101"/>
                  </a:moveTo>
                  <a:lnTo>
                    <a:pt x="496348" y="686903"/>
                  </a:lnTo>
                  <a:lnTo>
                    <a:pt x="535958" y="662542"/>
                  </a:lnTo>
                  <a:close/>
                  <a:moveTo>
                    <a:pt x="496348" y="686903"/>
                  </a:moveTo>
                  <a:lnTo>
                    <a:pt x="452168" y="662229"/>
                  </a:lnTo>
                  <a:lnTo>
                    <a:pt x="535958" y="662542"/>
                  </a:lnTo>
                  <a:close/>
                  <a:moveTo>
                    <a:pt x="484089" y="683816"/>
                  </a:moveTo>
                  <a:lnTo>
                    <a:pt x="496348" y="686903"/>
                  </a:lnTo>
                  <a:lnTo>
                    <a:pt x="483409" y="612323"/>
                  </a:lnTo>
                  <a:close/>
                  <a:moveTo>
                    <a:pt x="483409" y="612323"/>
                  </a:moveTo>
                  <a:lnTo>
                    <a:pt x="496348" y="686903"/>
                  </a:lnTo>
                  <a:lnTo>
                    <a:pt x="542716" y="656101"/>
                  </a:lnTo>
                  <a:close/>
                  <a:moveTo>
                    <a:pt x="1430640" y="1499687"/>
                  </a:moveTo>
                  <a:lnTo>
                    <a:pt x="1474695" y="1522030"/>
                  </a:lnTo>
                  <a:lnTo>
                    <a:pt x="1492684" y="1523242"/>
                  </a:lnTo>
                  <a:close/>
                  <a:moveTo>
                    <a:pt x="1167624" y="1313822"/>
                  </a:moveTo>
                  <a:lnTo>
                    <a:pt x="1201932" y="1396037"/>
                  </a:lnTo>
                  <a:lnTo>
                    <a:pt x="1238575" y="1357600"/>
                  </a:lnTo>
                  <a:close/>
                  <a:moveTo>
                    <a:pt x="1167624" y="1313822"/>
                  </a:moveTo>
                  <a:lnTo>
                    <a:pt x="1238575" y="1357600"/>
                  </a:lnTo>
                  <a:lnTo>
                    <a:pt x="1227628" y="1275385"/>
                  </a:lnTo>
                  <a:close/>
                  <a:moveTo>
                    <a:pt x="1167624" y="1313822"/>
                  </a:moveTo>
                  <a:lnTo>
                    <a:pt x="1227628" y="1275385"/>
                  </a:lnTo>
                  <a:lnTo>
                    <a:pt x="1165752" y="1231607"/>
                  </a:lnTo>
                  <a:close/>
                  <a:moveTo>
                    <a:pt x="925736" y="864310"/>
                  </a:moveTo>
                  <a:lnTo>
                    <a:pt x="896720" y="896739"/>
                  </a:lnTo>
                  <a:lnTo>
                    <a:pt x="906752" y="895897"/>
                  </a:lnTo>
                  <a:close/>
                  <a:moveTo>
                    <a:pt x="638213" y="632161"/>
                  </a:moveTo>
                  <a:lnTo>
                    <a:pt x="721363" y="583221"/>
                  </a:lnTo>
                  <a:lnTo>
                    <a:pt x="667404" y="568930"/>
                  </a:lnTo>
                  <a:close/>
                  <a:moveTo>
                    <a:pt x="638213" y="632161"/>
                  </a:moveTo>
                  <a:lnTo>
                    <a:pt x="667404" y="568930"/>
                  </a:lnTo>
                  <a:lnTo>
                    <a:pt x="588998" y="572080"/>
                  </a:lnTo>
                  <a:close/>
                  <a:moveTo>
                    <a:pt x="925736" y="864310"/>
                  </a:moveTo>
                  <a:lnTo>
                    <a:pt x="906752" y="895897"/>
                  </a:lnTo>
                  <a:lnTo>
                    <a:pt x="960103" y="918517"/>
                  </a:lnTo>
                  <a:close/>
                  <a:moveTo>
                    <a:pt x="875745" y="782095"/>
                  </a:moveTo>
                  <a:lnTo>
                    <a:pt x="977714" y="769160"/>
                  </a:lnTo>
                  <a:lnTo>
                    <a:pt x="961174" y="751560"/>
                  </a:lnTo>
                  <a:close/>
                  <a:moveTo>
                    <a:pt x="972726" y="825874"/>
                  </a:moveTo>
                  <a:lnTo>
                    <a:pt x="977714" y="769160"/>
                  </a:lnTo>
                  <a:lnTo>
                    <a:pt x="875745" y="782095"/>
                  </a:lnTo>
                  <a:close/>
                  <a:moveTo>
                    <a:pt x="925736" y="864310"/>
                  </a:moveTo>
                  <a:lnTo>
                    <a:pt x="972726" y="825874"/>
                  </a:lnTo>
                  <a:lnTo>
                    <a:pt x="875745" y="782095"/>
                  </a:lnTo>
                  <a:close/>
                  <a:moveTo>
                    <a:pt x="778426" y="678855"/>
                  </a:moveTo>
                  <a:lnTo>
                    <a:pt x="874194" y="660770"/>
                  </a:lnTo>
                  <a:lnTo>
                    <a:pt x="837650" y="591206"/>
                  </a:lnTo>
                  <a:close/>
                  <a:moveTo>
                    <a:pt x="874194" y="660770"/>
                  </a:moveTo>
                  <a:lnTo>
                    <a:pt x="875296" y="661443"/>
                  </a:lnTo>
                  <a:lnTo>
                    <a:pt x="837650" y="591206"/>
                  </a:lnTo>
                  <a:close/>
                  <a:moveTo>
                    <a:pt x="746907" y="604387"/>
                  </a:moveTo>
                  <a:lnTo>
                    <a:pt x="792424" y="570250"/>
                  </a:lnTo>
                  <a:lnTo>
                    <a:pt x="721363" y="583221"/>
                  </a:lnTo>
                  <a:close/>
                  <a:moveTo>
                    <a:pt x="746907" y="604387"/>
                  </a:moveTo>
                  <a:lnTo>
                    <a:pt x="837650" y="591206"/>
                  </a:lnTo>
                  <a:lnTo>
                    <a:pt x="792424" y="570250"/>
                  </a:lnTo>
                  <a:close/>
                  <a:moveTo>
                    <a:pt x="1504768" y="1313234"/>
                  </a:moveTo>
                  <a:lnTo>
                    <a:pt x="1561465" y="1280728"/>
                  </a:lnTo>
                  <a:lnTo>
                    <a:pt x="1538984" y="1259162"/>
                  </a:lnTo>
                  <a:close/>
                  <a:moveTo>
                    <a:pt x="1507959" y="1280728"/>
                  </a:moveTo>
                  <a:lnTo>
                    <a:pt x="1504768" y="1313234"/>
                  </a:lnTo>
                  <a:lnTo>
                    <a:pt x="1538984" y="1259162"/>
                  </a:lnTo>
                  <a:close/>
                  <a:moveTo>
                    <a:pt x="1504768" y="1313234"/>
                  </a:moveTo>
                  <a:lnTo>
                    <a:pt x="1550795" y="1303324"/>
                  </a:lnTo>
                  <a:lnTo>
                    <a:pt x="1561465" y="1280728"/>
                  </a:lnTo>
                  <a:close/>
                  <a:moveTo>
                    <a:pt x="1083931" y="672427"/>
                  </a:moveTo>
                  <a:lnTo>
                    <a:pt x="983198" y="743658"/>
                  </a:lnTo>
                  <a:lnTo>
                    <a:pt x="1051004" y="705222"/>
                  </a:lnTo>
                  <a:close/>
                  <a:moveTo>
                    <a:pt x="1083931" y="672427"/>
                  </a:moveTo>
                  <a:lnTo>
                    <a:pt x="1034803" y="703948"/>
                  </a:lnTo>
                  <a:lnTo>
                    <a:pt x="983198" y="743658"/>
                  </a:lnTo>
                  <a:close/>
                  <a:moveTo>
                    <a:pt x="1639145" y="1164487"/>
                  </a:moveTo>
                  <a:lnTo>
                    <a:pt x="1658299" y="1211400"/>
                  </a:lnTo>
                  <a:lnTo>
                    <a:pt x="1705476" y="1271246"/>
                  </a:lnTo>
                  <a:close/>
                  <a:moveTo>
                    <a:pt x="1639145" y="1164487"/>
                  </a:moveTo>
                  <a:lnTo>
                    <a:pt x="1633779" y="1119726"/>
                  </a:lnTo>
                  <a:lnTo>
                    <a:pt x="1555995" y="1107561"/>
                  </a:lnTo>
                  <a:close/>
                  <a:moveTo>
                    <a:pt x="1639145" y="1164487"/>
                  </a:moveTo>
                  <a:lnTo>
                    <a:pt x="1673401" y="1160076"/>
                  </a:lnTo>
                  <a:lnTo>
                    <a:pt x="1633779" y="1119726"/>
                  </a:lnTo>
                  <a:close/>
                  <a:moveTo>
                    <a:pt x="1673401" y="1160076"/>
                  </a:moveTo>
                  <a:lnTo>
                    <a:pt x="1745202" y="1042455"/>
                  </a:lnTo>
                  <a:lnTo>
                    <a:pt x="1630191" y="1071675"/>
                  </a:lnTo>
                  <a:close/>
                  <a:moveTo>
                    <a:pt x="1630191" y="1071675"/>
                  </a:moveTo>
                  <a:lnTo>
                    <a:pt x="1745202" y="1042455"/>
                  </a:lnTo>
                  <a:lnTo>
                    <a:pt x="1742492" y="1040968"/>
                  </a:lnTo>
                  <a:close/>
                  <a:moveTo>
                    <a:pt x="1673401" y="1160076"/>
                  </a:moveTo>
                  <a:lnTo>
                    <a:pt x="1630191" y="1071675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555995" y="1107561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742492" y="1040968"/>
                  </a:lnTo>
                  <a:lnTo>
                    <a:pt x="1715713" y="962647"/>
                  </a:lnTo>
                  <a:close/>
                  <a:moveTo>
                    <a:pt x="1677232" y="589913"/>
                  </a:moveTo>
                  <a:lnTo>
                    <a:pt x="1627135" y="664479"/>
                  </a:lnTo>
                  <a:lnTo>
                    <a:pt x="1729842" y="554624"/>
                  </a:lnTo>
                  <a:close/>
                  <a:moveTo>
                    <a:pt x="1729842" y="554624"/>
                  </a:moveTo>
                  <a:lnTo>
                    <a:pt x="1627135" y="664479"/>
                  </a:lnTo>
                  <a:lnTo>
                    <a:pt x="1700116" y="633691"/>
                  </a:lnTo>
                  <a:close/>
                  <a:moveTo>
                    <a:pt x="1815691" y="381739"/>
                  </a:moveTo>
                  <a:lnTo>
                    <a:pt x="1872593" y="379284"/>
                  </a:lnTo>
                  <a:lnTo>
                    <a:pt x="1877025" y="348609"/>
                  </a:lnTo>
                  <a:close/>
                  <a:moveTo>
                    <a:pt x="1872593" y="379284"/>
                  </a:moveTo>
                  <a:lnTo>
                    <a:pt x="1879672" y="310173"/>
                  </a:lnTo>
                  <a:lnTo>
                    <a:pt x="1877025" y="348609"/>
                  </a:lnTo>
                  <a:close/>
                  <a:moveTo>
                    <a:pt x="2118667" y="32937"/>
                  </a:moveTo>
                  <a:lnTo>
                    <a:pt x="2049376" y="52525"/>
                  </a:lnTo>
                  <a:lnTo>
                    <a:pt x="2167416" y="0"/>
                  </a:lnTo>
                  <a:close/>
                  <a:moveTo>
                    <a:pt x="2230751" y="85653"/>
                  </a:moveTo>
                  <a:lnTo>
                    <a:pt x="2313449" y="79013"/>
                  </a:lnTo>
                  <a:lnTo>
                    <a:pt x="2280189" y="5960"/>
                  </a:lnTo>
                  <a:close/>
                  <a:moveTo>
                    <a:pt x="2313449" y="79013"/>
                  </a:moveTo>
                  <a:lnTo>
                    <a:pt x="2360589" y="1189"/>
                  </a:lnTo>
                  <a:lnTo>
                    <a:pt x="2280189" y="596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47" name="Candidate_density__2146">
              <a:extLst>
                <a:ext uri="{FF2B5EF4-FFF2-40B4-BE49-F238E27FC236}">
                  <a16:creationId xmlns:a16="http://schemas.microsoft.com/office/drawing/2014/main" id="{8EB16CC2-458A-4FAA-3B6C-677A7F333B28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36978"/>
              <a:ext cx="2359337" cy="1295516"/>
            </a:xfrm>
            <a:custGeom>
              <a:avLst/>
              <a:gdLst/>
              <a:ahLst/>
              <a:cxnLst/>
              <a:rect l="0" t="0" r="0" b="0"/>
              <a:pathLst>
                <a:path w="2359337" h="1295516">
                  <a:moveTo>
                    <a:pt x="366666" y="1272907"/>
                  </a:moveTo>
                  <a:lnTo>
                    <a:pt x="363200" y="1237645"/>
                  </a:lnTo>
                  <a:lnTo>
                    <a:pt x="362226" y="1274078"/>
                  </a:lnTo>
                  <a:close/>
                  <a:moveTo>
                    <a:pt x="74662" y="819696"/>
                  </a:moveTo>
                  <a:lnTo>
                    <a:pt x="0" y="819206"/>
                  </a:lnTo>
                  <a:lnTo>
                    <a:pt x="20060" y="830752"/>
                  </a:lnTo>
                  <a:close/>
                  <a:moveTo>
                    <a:pt x="491135" y="1262191"/>
                  </a:moveTo>
                  <a:lnTo>
                    <a:pt x="415369" y="1257570"/>
                  </a:lnTo>
                  <a:lnTo>
                    <a:pt x="366666" y="1272907"/>
                  </a:lnTo>
                  <a:close/>
                  <a:moveTo>
                    <a:pt x="509544" y="1217342"/>
                  </a:moveTo>
                  <a:lnTo>
                    <a:pt x="415369" y="1257570"/>
                  </a:lnTo>
                  <a:lnTo>
                    <a:pt x="491135" y="1262191"/>
                  </a:lnTo>
                  <a:close/>
                  <a:moveTo>
                    <a:pt x="509544" y="1217342"/>
                  </a:moveTo>
                  <a:lnTo>
                    <a:pt x="491135" y="1262191"/>
                  </a:lnTo>
                  <a:lnTo>
                    <a:pt x="535572" y="1237645"/>
                  </a:lnTo>
                  <a:close/>
                  <a:moveTo>
                    <a:pt x="509544" y="1217342"/>
                  </a:moveTo>
                  <a:lnTo>
                    <a:pt x="535572" y="1237645"/>
                  </a:lnTo>
                  <a:lnTo>
                    <a:pt x="525718" y="1176289"/>
                  </a:lnTo>
                  <a:close/>
                  <a:moveTo>
                    <a:pt x="525718" y="1176289"/>
                  </a:moveTo>
                  <a:lnTo>
                    <a:pt x="553991" y="1218540"/>
                  </a:lnTo>
                  <a:lnTo>
                    <a:pt x="595540" y="1158681"/>
                  </a:lnTo>
                  <a:close/>
                  <a:moveTo>
                    <a:pt x="767347" y="928752"/>
                  </a:moveTo>
                  <a:lnTo>
                    <a:pt x="815942" y="949837"/>
                  </a:lnTo>
                  <a:lnTo>
                    <a:pt x="772396" y="895654"/>
                  </a:lnTo>
                  <a:close/>
                  <a:moveTo>
                    <a:pt x="731801" y="743877"/>
                  </a:moveTo>
                  <a:lnTo>
                    <a:pt x="723019" y="764607"/>
                  </a:lnTo>
                  <a:lnTo>
                    <a:pt x="756807" y="672824"/>
                  </a:lnTo>
                  <a:close/>
                  <a:moveTo>
                    <a:pt x="1187719" y="1229734"/>
                  </a:moveTo>
                  <a:lnTo>
                    <a:pt x="1304454" y="1295516"/>
                  </a:lnTo>
                  <a:lnTo>
                    <a:pt x="1291795" y="1292108"/>
                  </a:lnTo>
                  <a:close/>
                  <a:moveTo>
                    <a:pt x="728395" y="755039"/>
                  </a:moveTo>
                  <a:lnTo>
                    <a:pt x="733481" y="656008"/>
                  </a:lnTo>
                  <a:lnTo>
                    <a:pt x="711188" y="634387"/>
                  </a:lnTo>
                  <a:close/>
                  <a:moveTo>
                    <a:pt x="733481" y="656008"/>
                  </a:moveTo>
                  <a:lnTo>
                    <a:pt x="731801" y="743877"/>
                  </a:lnTo>
                  <a:lnTo>
                    <a:pt x="756807" y="672824"/>
                  </a:lnTo>
                  <a:close/>
                  <a:moveTo>
                    <a:pt x="656396" y="557993"/>
                  </a:moveTo>
                  <a:lnTo>
                    <a:pt x="711188" y="634387"/>
                  </a:lnTo>
                  <a:lnTo>
                    <a:pt x="733481" y="656008"/>
                  </a:lnTo>
                  <a:close/>
                  <a:moveTo>
                    <a:pt x="656396" y="557993"/>
                  </a:moveTo>
                  <a:lnTo>
                    <a:pt x="733481" y="656008"/>
                  </a:lnTo>
                  <a:lnTo>
                    <a:pt x="690845" y="590579"/>
                  </a:lnTo>
                  <a:close/>
                  <a:moveTo>
                    <a:pt x="706322" y="477904"/>
                  </a:moveTo>
                  <a:lnTo>
                    <a:pt x="656396" y="557993"/>
                  </a:lnTo>
                  <a:lnTo>
                    <a:pt x="690845" y="590579"/>
                  </a:lnTo>
                  <a:close/>
                  <a:moveTo>
                    <a:pt x="1094232" y="963248"/>
                  </a:moveTo>
                  <a:lnTo>
                    <a:pt x="1110744" y="992038"/>
                  </a:lnTo>
                  <a:lnTo>
                    <a:pt x="1161980" y="1022409"/>
                  </a:lnTo>
                  <a:close/>
                  <a:moveTo>
                    <a:pt x="1349094" y="1228137"/>
                  </a:moveTo>
                  <a:lnTo>
                    <a:pt x="1379424" y="1195066"/>
                  </a:lnTo>
                  <a:lnTo>
                    <a:pt x="1367074" y="1171456"/>
                  </a:lnTo>
                  <a:close/>
                  <a:moveTo>
                    <a:pt x="906773" y="513736"/>
                  </a:moveTo>
                  <a:lnTo>
                    <a:pt x="891183" y="567259"/>
                  </a:lnTo>
                  <a:lnTo>
                    <a:pt x="937088" y="523690"/>
                  </a:lnTo>
                  <a:close/>
                  <a:moveTo>
                    <a:pt x="1523469" y="1107579"/>
                  </a:moveTo>
                  <a:lnTo>
                    <a:pt x="1434974" y="1055371"/>
                  </a:lnTo>
                  <a:lnTo>
                    <a:pt x="1466065" y="1108159"/>
                  </a:lnTo>
                  <a:close/>
                  <a:moveTo>
                    <a:pt x="1603249" y="1034193"/>
                  </a:moveTo>
                  <a:lnTo>
                    <a:pt x="1587640" y="1012369"/>
                  </a:lnTo>
                  <a:lnTo>
                    <a:pt x="1586417" y="1064275"/>
                  </a:lnTo>
                  <a:close/>
                  <a:moveTo>
                    <a:pt x="1587640" y="1012369"/>
                  </a:moveTo>
                  <a:lnTo>
                    <a:pt x="1603249" y="1034193"/>
                  </a:lnTo>
                  <a:lnTo>
                    <a:pt x="1615229" y="956796"/>
                  </a:lnTo>
                  <a:close/>
                  <a:moveTo>
                    <a:pt x="1597776" y="838457"/>
                  </a:moveTo>
                  <a:lnTo>
                    <a:pt x="1559353" y="909195"/>
                  </a:lnTo>
                  <a:lnTo>
                    <a:pt x="1637130" y="906555"/>
                  </a:lnTo>
                  <a:close/>
                  <a:moveTo>
                    <a:pt x="1654429" y="792399"/>
                  </a:moveTo>
                  <a:lnTo>
                    <a:pt x="1565702" y="727287"/>
                  </a:lnTo>
                  <a:lnTo>
                    <a:pt x="1618804" y="754960"/>
                  </a:lnTo>
                  <a:close/>
                  <a:moveTo>
                    <a:pt x="1609633" y="505466"/>
                  </a:moveTo>
                  <a:lnTo>
                    <a:pt x="1608014" y="529858"/>
                  </a:lnTo>
                  <a:lnTo>
                    <a:pt x="1648242" y="442205"/>
                  </a:lnTo>
                  <a:close/>
                  <a:moveTo>
                    <a:pt x="1639515" y="504248"/>
                  </a:moveTo>
                  <a:lnTo>
                    <a:pt x="1613047" y="485984"/>
                  </a:lnTo>
                  <a:lnTo>
                    <a:pt x="1609633" y="505466"/>
                  </a:lnTo>
                  <a:close/>
                  <a:moveTo>
                    <a:pt x="1958428" y="327975"/>
                  </a:moveTo>
                  <a:lnTo>
                    <a:pt x="1884403" y="329867"/>
                  </a:lnTo>
                  <a:lnTo>
                    <a:pt x="1875618" y="333392"/>
                  </a:lnTo>
                  <a:close/>
                  <a:moveTo>
                    <a:pt x="1934187" y="41814"/>
                  </a:moveTo>
                  <a:lnTo>
                    <a:pt x="1936011" y="44609"/>
                  </a:lnTo>
                  <a:lnTo>
                    <a:pt x="1938384" y="37832"/>
                  </a:lnTo>
                  <a:close/>
                  <a:moveTo>
                    <a:pt x="1941022" y="47693"/>
                  </a:moveTo>
                  <a:lnTo>
                    <a:pt x="1936011" y="44609"/>
                  </a:lnTo>
                  <a:lnTo>
                    <a:pt x="1934187" y="41814"/>
                  </a:lnTo>
                  <a:close/>
                  <a:moveTo>
                    <a:pt x="1997662" y="3377"/>
                  </a:moveTo>
                  <a:lnTo>
                    <a:pt x="2029898" y="28872"/>
                  </a:lnTo>
                  <a:lnTo>
                    <a:pt x="1988585" y="10321"/>
                  </a:lnTo>
                  <a:close/>
                  <a:moveTo>
                    <a:pt x="1934187" y="41814"/>
                  </a:moveTo>
                  <a:lnTo>
                    <a:pt x="1938384" y="37832"/>
                  </a:lnTo>
                  <a:lnTo>
                    <a:pt x="1985825" y="0"/>
                  </a:lnTo>
                  <a:close/>
                  <a:moveTo>
                    <a:pt x="1997662" y="3377"/>
                  </a:moveTo>
                  <a:lnTo>
                    <a:pt x="1985825" y="0"/>
                  </a:lnTo>
                  <a:lnTo>
                    <a:pt x="2029898" y="28872"/>
                  </a:lnTo>
                  <a:close/>
                  <a:moveTo>
                    <a:pt x="2296976" y="250023"/>
                  </a:moveTo>
                  <a:lnTo>
                    <a:pt x="2303005" y="134709"/>
                  </a:lnTo>
                  <a:lnTo>
                    <a:pt x="2289224" y="239506"/>
                  </a:lnTo>
                  <a:close/>
                  <a:moveTo>
                    <a:pt x="2306738" y="129371"/>
                  </a:moveTo>
                  <a:lnTo>
                    <a:pt x="2303005" y="134709"/>
                  </a:lnTo>
                  <a:lnTo>
                    <a:pt x="2296976" y="250023"/>
                  </a:lnTo>
                  <a:close/>
                  <a:moveTo>
                    <a:pt x="2326539" y="167807"/>
                  </a:moveTo>
                  <a:lnTo>
                    <a:pt x="2306738" y="129371"/>
                  </a:lnTo>
                  <a:lnTo>
                    <a:pt x="2296976" y="250023"/>
                  </a:lnTo>
                  <a:close/>
                  <a:moveTo>
                    <a:pt x="2306738" y="129371"/>
                  </a:moveTo>
                  <a:lnTo>
                    <a:pt x="2326539" y="167807"/>
                  </a:lnTo>
                  <a:lnTo>
                    <a:pt x="2356483" y="55997"/>
                  </a:lnTo>
                  <a:close/>
                  <a:moveTo>
                    <a:pt x="2359337" y="42913"/>
                  </a:moveTo>
                  <a:lnTo>
                    <a:pt x="2306738" y="129371"/>
                  </a:lnTo>
                  <a:lnTo>
                    <a:pt x="2356483" y="5599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48" name="Candidate_density__2147">
              <a:extLst>
                <a:ext uri="{FF2B5EF4-FFF2-40B4-BE49-F238E27FC236}">
                  <a16:creationId xmlns:a16="http://schemas.microsoft.com/office/drawing/2014/main" id="{EB2031DC-D508-4619-1B39-167EE5F1C2BF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476483"/>
              <a:ext cx="2276915" cy="1059234"/>
            </a:xfrm>
            <a:custGeom>
              <a:avLst/>
              <a:gdLst/>
              <a:ahLst/>
              <a:cxnLst/>
              <a:rect l="0" t="0" r="0" b="0"/>
              <a:pathLst>
                <a:path w="2276915" h="1059234">
                  <a:moveTo>
                    <a:pt x="54601" y="580190"/>
                  </a:moveTo>
                  <a:lnTo>
                    <a:pt x="0" y="591246"/>
                  </a:lnTo>
                  <a:lnTo>
                    <a:pt x="126845" y="571639"/>
                  </a:lnTo>
                  <a:close/>
                  <a:moveTo>
                    <a:pt x="54601" y="580190"/>
                  </a:moveTo>
                  <a:lnTo>
                    <a:pt x="126845" y="571639"/>
                  </a:lnTo>
                  <a:lnTo>
                    <a:pt x="73873" y="572891"/>
                  </a:lnTo>
                  <a:close/>
                  <a:moveTo>
                    <a:pt x="1297607" y="1052602"/>
                  </a:moveTo>
                  <a:lnTo>
                    <a:pt x="1284393" y="1056010"/>
                  </a:lnTo>
                  <a:lnTo>
                    <a:pt x="1348476" y="997867"/>
                  </a:lnTo>
                  <a:close/>
                  <a:moveTo>
                    <a:pt x="1271734" y="1052602"/>
                  </a:moveTo>
                  <a:lnTo>
                    <a:pt x="1284393" y="1056010"/>
                  </a:lnTo>
                  <a:lnTo>
                    <a:pt x="1290358" y="1059234"/>
                  </a:lnTo>
                  <a:close/>
                  <a:moveTo>
                    <a:pt x="1297607" y="1052602"/>
                  </a:moveTo>
                  <a:lnTo>
                    <a:pt x="1290358" y="1059234"/>
                  </a:lnTo>
                  <a:lnTo>
                    <a:pt x="1284393" y="1056010"/>
                  </a:lnTo>
                  <a:close/>
                  <a:moveTo>
                    <a:pt x="1271734" y="1052602"/>
                  </a:moveTo>
                  <a:lnTo>
                    <a:pt x="1290358" y="1059234"/>
                  </a:lnTo>
                  <a:lnTo>
                    <a:pt x="1303867" y="1040178"/>
                  </a:lnTo>
                  <a:close/>
                  <a:moveTo>
                    <a:pt x="1303867" y="1040178"/>
                  </a:moveTo>
                  <a:lnTo>
                    <a:pt x="1290358" y="1059234"/>
                  </a:lnTo>
                  <a:lnTo>
                    <a:pt x="1297607" y="1052602"/>
                  </a:lnTo>
                  <a:close/>
                  <a:moveTo>
                    <a:pt x="1329033" y="988632"/>
                  </a:moveTo>
                  <a:lnTo>
                    <a:pt x="1348476" y="997867"/>
                  </a:lnTo>
                  <a:lnTo>
                    <a:pt x="1359364" y="955560"/>
                  </a:lnTo>
                  <a:close/>
                  <a:moveTo>
                    <a:pt x="1303867" y="1040178"/>
                  </a:moveTo>
                  <a:lnTo>
                    <a:pt x="1348476" y="997867"/>
                  </a:lnTo>
                  <a:lnTo>
                    <a:pt x="1329033" y="988632"/>
                  </a:lnTo>
                  <a:close/>
                  <a:moveTo>
                    <a:pt x="1297607" y="1052602"/>
                  </a:moveTo>
                  <a:lnTo>
                    <a:pt x="1348476" y="997867"/>
                  </a:lnTo>
                  <a:lnTo>
                    <a:pt x="1303867" y="1040178"/>
                  </a:lnTo>
                  <a:close/>
                  <a:moveTo>
                    <a:pt x="1359364" y="955560"/>
                  </a:moveTo>
                  <a:lnTo>
                    <a:pt x="1348476" y="997867"/>
                  </a:lnTo>
                  <a:lnTo>
                    <a:pt x="1364142" y="970387"/>
                  </a:lnTo>
                  <a:close/>
                  <a:moveTo>
                    <a:pt x="1503408" y="868073"/>
                  </a:moveTo>
                  <a:lnTo>
                    <a:pt x="1446005" y="868654"/>
                  </a:lnTo>
                  <a:lnTo>
                    <a:pt x="1566357" y="824770"/>
                  </a:lnTo>
                  <a:close/>
                  <a:moveTo>
                    <a:pt x="1567579" y="772863"/>
                  </a:moveTo>
                  <a:lnTo>
                    <a:pt x="1549718" y="861399"/>
                  </a:lnTo>
                  <a:lnTo>
                    <a:pt x="1566357" y="824770"/>
                  </a:lnTo>
                  <a:close/>
                  <a:moveTo>
                    <a:pt x="1583188" y="794687"/>
                  </a:moveTo>
                  <a:lnTo>
                    <a:pt x="1566357" y="824770"/>
                  </a:lnTo>
                  <a:lnTo>
                    <a:pt x="1577250" y="811299"/>
                  </a:lnTo>
                  <a:close/>
                  <a:moveTo>
                    <a:pt x="1577250" y="811299"/>
                  </a:moveTo>
                  <a:lnTo>
                    <a:pt x="1595169" y="717290"/>
                  </a:lnTo>
                  <a:lnTo>
                    <a:pt x="1583188" y="794687"/>
                  </a:lnTo>
                  <a:close/>
                  <a:moveTo>
                    <a:pt x="1662096" y="487781"/>
                  </a:moveTo>
                  <a:lnTo>
                    <a:pt x="1598744" y="515454"/>
                  </a:lnTo>
                  <a:lnTo>
                    <a:pt x="1590763" y="608433"/>
                  </a:lnTo>
                  <a:close/>
                  <a:moveTo>
                    <a:pt x="1628182" y="202699"/>
                  </a:moveTo>
                  <a:lnTo>
                    <a:pt x="1619455" y="264742"/>
                  </a:lnTo>
                  <a:lnTo>
                    <a:pt x="1589572" y="265960"/>
                  </a:lnTo>
                  <a:close/>
                  <a:moveTo>
                    <a:pt x="1855558" y="93886"/>
                  </a:moveTo>
                  <a:lnTo>
                    <a:pt x="1850577" y="87390"/>
                  </a:lnTo>
                  <a:lnTo>
                    <a:pt x="1814571" y="119476"/>
                  </a:lnTo>
                  <a:close/>
                  <a:moveTo>
                    <a:pt x="1779189" y="95381"/>
                  </a:moveTo>
                  <a:lnTo>
                    <a:pt x="1800336" y="125826"/>
                  </a:lnTo>
                  <a:lnTo>
                    <a:pt x="1814571" y="119476"/>
                  </a:lnTo>
                  <a:close/>
                  <a:moveTo>
                    <a:pt x="1814571" y="119476"/>
                  </a:moveTo>
                  <a:lnTo>
                    <a:pt x="1887538" y="113625"/>
                  </a:lnTo>
                  <a:lnTo>
                    <a:pt x="1855558" y="93886"/>
                  </a:lnTo>
                  <a:close/>
                  <a:moveTo>
                    <a:pt x="1887538" y="113625"/>
                  </a:moveTo>
                  <a:lnTo>
                    <a:pt x="1935893" y="89168"/>
                  </a:lnTo>
                  <a:lnTo>
                    <a:pt x="1855558" y="93886"/>
                  </a:lnTo>
                  <a:close/>
                  <a:moveTo>
                    <a:pt x="1944675" y="87390"/>
                  </a:moveTo>
                  <a:lnTo>
                    <a:pt x="1935893" y="89168"/>
                  </a:lnTo>
                  <a:lnTo>
                    <a:pt x="2010866" y="80871"/>
                  </a:lnTo>
                  <a:close/>
                  <a:moveTo>
                    <a:pt x="1938368" y="88469"/>
                  </a:moveTo>
                  <a:lnTo>
                    <a:pt x="1855558" y="93886"/>
                  </a:lnTo>
                  <a:lnTo>
                    <a:pt x="1935893" y="89168"/>
                  </a:lnTo>
                  <a:close/>
                  <a:moveTo>
                    <a:pt x="1944675" y="87390"/>
                  </a:moveTo>
                  <a:lnTo>
                    <a:pt x="1938368" y="88469"/>
                  </a:lnTo>
                  <a:lnTo>
                    <a:pt x="1935893" y="89168"/>
                  </a:lnTo>
                  <a:close/>
                  <a:moveTo>
                    <a:pt x="2074033" y="101841"/>
                  </a:moveTo>
                  <a:lnTo>
                    <a:pt x="1944675" y="87390"/>
                  </a:lnTo>
                  <a:lnTo>
                    <a:pt x="2016869" y="83926"/>
                  </a:lnTo>
                  <a:close/>
                  <a:moveTo>
                    <a:pt x="1938368" y="88469"/>
                  </a:moveTo>
                  <a:lnTo>
                    <a:pt x="1944675" y="87390"/>
                  </a:lnTo>
                  <a:lnTo>
                    <a:pt x="2074033" y="101841"/>
                  </a:lnTo>
                  <a:close/>
                  <a:moveTo>
                    <a:pt x="2074033" y="101841"/>
                  </a:moveTo>
                  <a:lnTo>
                    <a:pt x="2143062" y="81268"/>
                  </a:lnTo>
                  <a:lnTo>
                    <a:pt x="2198211" y="72258"/>
                  </a:lnTo>
                  <a:close/>
                  <a:moveTo>
                    <a:pt x="2198211" y="72258"/>
                  </a:moveTo>
                  <a:lnTo>
                    <a:pt x="2143062" y="81268"/>
                  </a:lnTo>
                  <a:lnTo>
                    <a:pt x="2261224" y="29198"/>
                  </a:lnTo>
                  <a:close/>
                  <a:moveTo>
                    <a:pt x="2210169" y="48953"/>
                  </a:moveTo>
                  <a:lnTo>
                    <a:pt x="2276915" y="10517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198211" y="72258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261224" y="29198"/>
                  </a:lnTo>
                  <a:lnTo>
                    <a:pt x="2276915" y="1051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49" name="Candidate_density__2148">
              <a:extLst>
                <a:ext uri="{FF2B5EF4-FFF2-40B4-BE49-F238E27FC236}">
                  <a16:creationId xmlns:a16="http://schemas.microsoft.com/office/drawing/2014/main" id="{8C233DB1-746B-4E04-4F66-4C987BABA453}"/>
                </a:ext>
              </a:extLst>
            </p:cNvPr>
            <p:cNvSpPr>
              <a:spLocks noGrp="1"/>
            </p:cNvSpPr>
            <p:nvPr/>
          </p:nvSpPr>
          <p:spPr>
            <a:xfrm>
              <a:off x="3662437" y="1789649"/>
              <a:ext cx="2169432" cy="1139923"/>
            </a:xfrm>
            <a:custGeom>
              <a:avLst/>
              <a:gdLst/>
              <a:ahLst/>
              <a:cxnLst/>
              <a:rect l="0" t="0" r="0" b="0"/>
              <a:pathLst>
                <a:path w="2169432" h="1139923">
                  <a:moveTo>
                    <a:pt x="290054" y="1096055"/>
                  </a:moveTo>
                  <a:lnTo>
                    <a:pt x="223326" y="1071032"/>
                  </a:lnTo>
                  <a:lnTo>
                    <a:pt x="203111" y="1128980"/>
                  </a:lnTo>
                  <a:close/>
                  <a:moveTo>
                    <a:pt x="203111" y="1128980"/>
                  </a:moveTo>
                  <a:lnTo>
                    <a:pt x="276305" y="1114811"/>
                  </a:lnTo>
                  <a:lnTo>
                    <a:pt x="290054" y="1096055"/>
                  </a:lnTo>
                  <a:close/>
                  <a:moveTo>
                    <a:pt x="351923" y="1048715"/>
                  </a:moveTo>
                  <a:lnTo>
                    <a:pt x="225826" y="1071119"/>
                  </a:lnTo>
                  <a:lnTo>
                    <a:pt x="290054" y="1096055"/>
                  </a:lnTo>
                  <a:close/>
                  <a:moveTo>
                    <a:pt x="0" y="824386"/>
                  </a:moveTo>
                  <a:lnTo>
                    <a:pt x="62822" y="803788"/>
                  </a:lnTo>
                  <a:lnTo>
                    <a:pt x="28826" y="809710"/>
                  </a:lnTo>
                  <a:close/>
                  <a:moveTo>
                    <a:pt x="290054" y="1096055"/>
                  </a:moveTo>
                  <a:lnTo>
                    <a:pt x="276305" y="1114811"/>
                  </a:lnTo>
                  <a:lnTo>
                    <a:pt x="301484" y="1109596"/>
                  </a:lnTo>
                  <a:close/>
                  <a:moveTo>
                    <a:pt x="301484" y="1109596"/>
                  </a:moveTo>
                  <a:lnTo>
                    <a:pt x="351923" y="1048715"/>
                  </a:lnTo>
                  <a:lnTo>
                    <a:pt x="290054" y="1096055"/>
                  </a:lnTo>
                  <a:close/>
                  <a:moveTo>
                    <a:pt x="301484" y="1109596"/>
                  </a:moveTo>
                  <a:lnTo>
                    <a:pt x="406392" y="1084900"/>
                  </a:lnTo>
                  <a:lnTo>
                    <a:pt x="351923" y="1048715"/>
                  </a:lnTo>
                  <a:close/>
                  <a:moveTo>
                    <a:pt x="351923" y="1048715"/>
                  </a:moveTo>
                  <a:lnTo>
                    <a:pt x="406392" y="1084900"/>
                  </a:lnTo>
                  <a:lnTo>
                    <a:pt x="362949" y="1032595"/>
                  </a:lnTo>
                  <a:close/>
                  <a:moveTo>
                    <a:pt x="362949" y="1032595"/>
                  </a:moveTo>
                  <a:lnTo>
                    <a:pt x="406392" y="1084900"/>
                  </a:lnTo>
                  <a:lnTo>
                    <a:pt x="437405" y="1076374"/>
                  </a:lnTo>
                  <a:close/>
                  <a:moveTo>
                    <a:pt x="362949" y="1032595"/>
                  </a:moveTo>
                  <a:lnTo>
                    <a:pt x="437405" y="1076374"/>
                  </a:lnTo>
                  <a:lnTo>
                    <a:pt x="442805" y="994159"/>
                  </a:lnTo>
                  <a:close/>
                  <a:moveTo>
                    <a:pt x="406392" y="1084900"/>
                  </a:moveTo>
                  <a:lnTo>
                    <a:pt x="433876" y="1139923"/>
                  </a:lnTo>
                  <a:lnTo>
                    <a:pt x="437405" y="1076374"/>
                  </a:lnTo>
                  <a:close/>
                  <a:moveTo>
                    <a:pt x="372651" y="626862"/>
                  </a:moveTo>
                  <a:lnTo>
                    <a:pt x="431958" y="670640"/>
                  </a:lnTo>
                  <a:lnTo>
                    <a:pt x="470955" y="588425"/>
                  </a:lnTo>
                  <a:close/>
                  <a:moveTo>
                    <a:pt x="579177" y="632204"/>
                  </a:moveTo>
                  <a:lnTo>
                    <a:pt x="527456" y="646700"/>
                  </a:lnTo>
                  <a:lnTo>
                    <a:pt x="536487" y="739451"/>
                  </a:lnTo>
                  <a:close/>
                  <a:moveTo>
                    <a:pt x="470955" y="588425"/>
                  </a:moveTo>
                  <a:lnTo>
                    <a:pt x="527456" y="646700"/>
                  </a:lnTo>
                  <a:lnTo>
                    <a:pt x="478241" y="586619"/>
                  </a:lnTo>
                  <a:close/>
                  <a:moveTo>
                    <a:pt x="470955" y="588425"/>
                  </a:moveTo>
                  <a:lnTo>
                    <a:pt x="431958" y="670640"/>
                  </a:lnTo>
                  <a:lnTo>
                    <a:pt x="527456" y="646700"/>
                  </a:lnTo>
                  <a:close/>
                  <a:moveTo>
                    <a:pt x="579177" y="632204"/>
                  </a:moveTo>
                  <a:lnTo>
                    <a:pt x="610605" y="597761"/>
                  </a:lnTo>
                  <a:lnTo>
                    <a:pt x="527456" y="646700"/>
                  </a:lnTo>
                  <a:close/>
                  <a:moveTo>
                    <a:pt x="475058" y="584833"/>
                  </a:moveTo>
                  <a:lnTo>
                    <a:pt x="470955" y="588425"/>
                  </a:lnTo>
                  <a:lnTo>
                    <a:pt x="478241" y="586619"/>
                  </a:lnTo>
                  <a:close/>
                  <a:moveTo>
                    <a:pt x="872440" y="758198"/>
                  </a:moveTo>
                  <a:lnTo>
                    <a:pt x="924046" y="718488"/>
                  </a:lnTo>
                  <a:lnTo>
                    <a:pt x="850417" y="766100"/>
                  </a:lnTo>
                  <a:close/>
                  <a:moveTo>
                    <a:pt x="850417" y="766100"/>
                  </a:moveTo>
                  <a:lnTo>
                    <a:pt x="866957" y="783699"/>
                  </a:lnTo>
                  <a:lnTo>
                    <a:pt x="872440" y="758198"/>
                  </a:lnTo>
                  <a:close/>
                  <a:moveTo>
                    <a:pt x="579177" y="632204"/>
                  </a:moveTo>
                  <a:lnTo>
                    <a:pt x="667669" y="693395"/>
                  </a:lnTo>
                  <a:lnTo>
                    <a:pt x="636150" y="618926"/>
                  </a:lnTo>
                  <a:close/>
                  <a:moveTo>
                    <a:pt x="667669" y="693395"/>
                  </a:moveTo>
                  <a:lnTo>
                    <a:pt x="726893" y="605746"/>
                  </a:lnTo>
                  <a:lnTo>
                    <a:pt x="636150" y="618926"/>
                  </a:lnTo>
                  <a:close/>
                  <a:moveTo>
                    <a:pt x="610605" y="597761"/>
                  </a:moveTo>
                  <a:lnTo>
                    <a:pt x="579177" y="632204"/>
                  </a:lnTo>
                  <a:lnTo>
                    <a:pt x="636150" y="618926"/>
                  </a:lnTo>
                  <a:close/>
                  <a:moveTo>
                    <a:pt x="1604079" y="577531"/>
                  </a:moveTo>
                  <a:lnTo>
                    <a:pt x="1566474" y="604452"/>
                  </a:lnTo>
                  <a:lnTo>
                    <a:pt x="1619085" y="569164"/>
                  </a:lnTo>
                  <a:close/>
                  <a:moveTo>
                    <a:pt x="1560442" y="522237"/>
                  </a:moveTo>
                  <a:lnTo>
                    <a:pt x="1604079" y="577531"/>
                  </a:lnTo>
                  <a:lnTo>
                    <a:pt x="1618738" y="566015"/>
                  </a:lnTo>
                  <a:close/>
                  <a:moveTo>
                    <a:pt x="1604079" y="577531"/>
                  </a:moveTo>
                  <a:lnTo>
                    <a:pt x="1619085" y="569164"/>
                  </a:lnTo>
                  <a:lnTo>
                    <a:pt x="1618738" y="566015"/>
                  </a:lnTo>
                  <a:close/>
                  <a:moveTo>
                    <a:pt x="1619085" y="569164"/>
                  </a:moveTo>
                  <a:lnTo>
                    <a:pt x="1678161" y="617395"/>
                  </a:lnTo>
                  <a:lnTo>
                    <a:pt x="1618738" y="566015"/>
                  </a:lnTo>
                  <a:close/>
                  <a:moveTo>
                    <a:pt x="1618216" y="483801"/>
                  </a:moveTo>
                  <a:lnTo>
                    <a:pt x="1618738" y="566015"/>
                  </a:lnTo>
                  <a:lnTo>
                    <a:pt x="1678472" y="527579"/>
                  </a:lnTo>
                  <a:close/>
                  <a:moveTo>
                    <a:pt x="1618216" y="483801"/>
                  </a:moveTo>
                  <a:lnTo>
                    <a:pt x="1678472" y="527579"/>
                  </a:lnTo>
                  <a:lnTo>
                    <a:pt x="1681955" y="445364"/>
                  </a:lnTo>
                  <a:close/>
                  <a:moveTo>
                    <a:pt x="1681955" y="445364"/>
                  </a:moveTo>
                  <a:lnTo>
                    <a:pt x="1704933" y="396278"/>
                  </a:lnTo>
                  <a:lnTo>
                    <a:pt x="1646802" y="401585"/>
                  </a:lnTo>
                  <a:close/>
                  <a:moveTo>
                    <a:pt x="1761835" y="393823"/>
                  </a:moveTo>
                  <a:lnTo>
                    <a:pt x="1681955" y="445364"/>
                  </a:lnTo>
                  <a:lnTo>
                    <a:pt x="1760041" y="406928"/>
                  </a:lnTo>
                  <a:close/>
                  <a:moveTo>
                    <a:pt x="1761835" y="393823"/>
                  </a:moveTo>
                  <a:lnTo>
                    <a:pt x="1704933" y="396278"/>
                  </a:lnTo>
                  <a:lnTo>
                    <a:pt x="1681955" y="445364"/>
                  </a:lnTo>
                  <a:close/>
                  <a:moveTo>
                    <a:pt x="1700836" y="280934"/>
                  </a:moveTo>
                  <a:lnTo>
                    <a:pt x="1768915" y="324712"/>
                  </a:lnTo>
                  <a:lnTo>
                    <a:pt x="1771655" y="242497"/>
                  </a:lnTo>
                  <a:close/>
                  <a:moveTo>
                    <a:pt x="1761835" y="393823"/>
                  </a:moveTo>
                  <a:lnTo>
                    <a:pt x="1772458" y="401141"/>
                  </a:lnTo>
                  <a:lnTo>
                    <a:pt x="1768915" y="324712"/>
                  </a:lnTo>
                  <a:close/>
                  <a:moveTo>
                    <a:pt x="1771655" y="242497"/>
                  </a:moveTo>
                  <a:lnTo>
                    <a:pt x="1854845" y="247710"/>
                  </a:lnTo>
                  <a:lnTo>
                    <a:pt x="1816661" y="225612"/>
                  </a:lnTo>
                  <a:close/>
                  <a:moveTo>
                    <a:pt x="1838281" y="286276"/>
                  </a:moveTo>
                  <a:lnTo>
                    <a:pt x="1854845" y="247710"/>
                  </a:lnTo>
                  <a:lnTo>
                    <a:pt x="1771655" y="242497"/>
                  </a:lnTo>
                  <a:close/>
                  <a:moveTo>
                    <a:pt x="1768915" y="324712"/>
                  </a:moveTo>
                  <a:lnTo>
                    <a:pt x="1838281" y="286276"/>
                  </a:lnTo>
                  <a:lnTo>
                    <a:pt x="1771655" y="242497"/>
                  </a:lnTo>
                  <a:close/>
                  <a:moveTo>
                    <a:pt x="1874543" y="204061"/>
                  </a:moveTo>
                  <a:lnTo>
                    <a:pt x="1842119" y="121846"/>
                  </a:lnTo>
                  <a:lnTo>
                    <a:pt x="1816661" y="225612"/>
                  </a:lnTo>
                  <a:close/>
                  <a:moveTo>
                    <a:pt x="1842119" y="121846"/>
                  </a:moveTo>
                  <a:lnTo>
                    <a:pt x="1807941" y="132609"/>
                  </a:lnTo>
                  <a:lnTo>
                    <a:pt x="1816661" y="225612"/>
                  </a:lnTo>
                  <a:close/>
                  <a:moveTo>
                    <a:pt x="1816661" y="225612"/>
                  </a:moveTo>
                  <a:lnTo>
                    <a:pt x="1854845" y="247710"/>
                  </a:lnTo>
                  <a:lnTo>
                    <a:pt x="1874543" y="204061"/>
                  </a:lnTo>
                  <a:close/>
                  <a:moveTo>
                    <a:pt x="1854845" y="247710"/>
                  </a:moveTo>
                  <a:lnTo>
                    <a:pt x="1894584" y="262354"/>
                  </a:lnTo>
                  <a:lnTo>
                    <a:pt x="1874543" y="204061"/>
                  </a:lnTo>
                  <a:close/>
                  <a:moveTo>
                    <a:pt x="1874543" y="204061"/>
                  </a:moveTo>
                  <a:lnTo>
                    <a:pt x="1924065" y="247839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874543" y="204061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931459" y="165624"/>
                  </a:lnTo>
                  <a:lnTo>
                    <a:pt x="1929472" y="83409"/>
                  </a:lnTo>
                  <a:close/>
                  <a:moveTo>
                    <a:pt x="1938619" y="67065"/>
                  </a:moveTo>
                  <a:lnTo>
                    <a:pt x="1842119" y="121846"/>
                  </a:lnTo>
                  <a:lnTo>
                    <a:pt x="1929472" y="83409"/>
                  </a:lnTo>
                  <a:close/>
                  <a:moveTo>
                    <a:pt x="1929472" y="83409"/>
                  </a:moveTo>
                  <a:lnTo>
                    <a:pt x="2009561" y="117106"/>
                  </a:lnTo>
                  <a:lnTo>
                    <a:pt x="1956446" y="72470"/>
                  </a:lnTo>
                  <a:close/>
                  <a:moveTo>
                    <a:pt x="1938619" y="67065"/>
                  </a:moveTo>
                  <a:lnTo>
                    <a:pt x="1929472" y="83409"/>
                  </a:lnTo>
                  <a:lnTo>
                    <a:pt x="1956446" y="72470"/>
                  </a:lnTo>
                  <a:close/>
                  <a:moveTo>
                    <a:pt x="2056659" y="14540"/>
                  </a:moveTo>
                  <a:lnTo>
                    <a:pt x="1956446" y="72470"/>
                  </a:lnTo>
                  <a:lnTo>
                    <a:pt x="2027597" y="44973"/>
                  </a:lnTo>
                  <a:close/>
                  <a:moveTo>
                    <a:pt x="1938619" y="67065"/>
                  </a:moveTo>
                  <a:lnTo>
                    <a:pt x="1956446" y="72470"/>
                  </a:lnTo>
                  <a:lnTo>
                    <a:pt x="2056659" y="14540"/>
                  </a:lnTo>
                  <a:close/>
                  <a:moveTo>
                    <a:pt x="1956446" y="72470"/>
                  </a:moveTo>
                  <a:lnTo>
                    <a:pt x="2009561" y="117106"/>
                  </a:lnTo>
                  <a:lnTo>
                    <a:pt x="2027597" y="44973"/>
                  </a:lnTo>
                  <a:close/>
                  <a:moveTo>
                    <a:pt x="2119994" y="100192"/>
                  </a:moveTo>
                  <a:lnTo>
                    <a:pt x="2169432" y="20500"/>
                  </a:lnTo>
                  <a:lnTo>
                    <a:pt x="2082907" y="30251"/>
                  </a:lnTo>
                  <a:close/>
                  <a:moveTo>
                    <a:pt x="2056659" y="14540"/>
                  </a:moveTo>
                  <a:lnTo>
                    <a:pt x="2027597" y="44973"/>
                  </a:lnTo>
                  <a:lnTo>
                    <a:pt x="2082907" y="30251"/>
                  </a:lnTo>
                  <a:close/>
                  <a:moveTo>
                    <a:pt x="2082907" y="30251"/>
                  </a:moveTo>
                  <a:lnTo>
                    <a:pt x="2127301" y="0"/>
                  </a:lnTo>
                  <a:lnTo>
                    <a:pt x="2056659" y="14540"/>
                  </a:lnTo>
                  <a:close/>
                  <a:moveTo>
                    <a:pt x="2082907" y="30251"/>
                  </a:moveTo>
                  <a:lnTo>
                    <a:pt x="2169432" y="20500"/>
                  </a:lnTo>
                  <a:lnTo>
                    <a:pt x="2127301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50" name="Candidate_density__2149">
              <a:extLst>
                <a:ext uri="{FF2B5EF4-FFF2-40B4-BE49-F238E27FC236}">
                  <a16:creationId xmlns:a16="http://schemas.microsoft.com/office/drawing/2014/main" id="{04969EE5-7E8D-CD0A-466C-A9985B370067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342705" cy="1562834"/>
            </a:xfrm>
            <a:custGeom>
              <a:avLst/>
              <a:gdLst/>
              <a:ahLst/>
              <a:cxnLst/>
              <a:rect l="0" t="0" r="0" b="0"/>
              <a:pathLst>
                <a:path w="2342705" h="1562834">
                  <a:moveTo>
                    <a:pt x="229622" y="1344776"/>
                  </a:moveTo>
                  <a:lnTo>
                    <a:pt x="305792" y="1434999"/>
                  </a:lnTo>
                  <a:lnTo>
                    <a:pt x="310983" y="1409570"/>
                  </a:lnTo>
                  <a:close/>
                  <a:moveTo>
                    <a:pt x="305792" y="1434999"/>
                  </a:moveTo>
                  <a:lnTo>
                    <a:pt x="334755" y="1426991"/>
                  </a:lnTo>
                  <a:lnTo>
                    <a:pt x="310983" y="1409570"/>
                  </a:lnTo>
                  <a:close/>
                  <a:moveTo>
                    <a:pt x="459224" y="1470770"/>
                  </a:moveTo>
                  <a:lnTo>
                    <a:pt x="426507" y="1562834"/>
                  </a:lnTo>
                  <a:lnTo>
                    <a:pt x="459705" y="1471757"/>
                  </a:lnTo>
                  <a:close/>
                  <a:moveTo>
                    <a:pt x="459224" y="1470770"/>
                  </a:moveTo>
                  <a:lnTo>
                    <a:pt x="384257" y="1509206"/>
                  </a:lnTo>
                  <a:lnTo>
                    <a:pt x="426507" y="1562834"/>
                  </a:lnTo>
                  <a:close/>
                  <a:moveTo>
                    <a:pt x="422125" y="1401015"/>
                  </a:moveTo>
                  <a:lnTo>
                    <a:pt x="310983" y="1409570"/>
                  </a:lnTo>
                  <a:lnTo>
                    <a:pt x="334755" y="1426991"/>
                  </a:lnTo>
                  <a:close/>
                  <a:moveTo>
                    <a:pt x="35503" y="1000365"/>
                  </a:moveTo>
                  <a:lnTo>
                    <a:pt x="20441" y="984748"/>
                  </a:lnTo>
                  <a:lnTo>
                    <a:pt x="65334" y="1059694"/>
                  </a:lnTo>
                  <a:close/>
                  <a:moveTo>
                    <a:pt x="65334" y="1059694"/>
                  </a:moveTo>
                  <a:lnTo>
                    <a:pt x="20441" y="984748"/>
                  </a:lnTo>
                  <a:lnTo>
                    <a:pt x="0" y="1015916"/>
                  </a:lnTo>
                  <a:close/>
                  <a:moveTo>
                    <a:pt x="20441" y="984748"/>
                  </a:moveTo>
                  <a:lnTo>
                    <a:pt x="26261" y="965813"/>
                  </a:lnTo>
                  <a:lnTo>
                    <a:pt x="0" y="1015916"/>
                  </a:lnTo>
                  <a:close/>
                  <a:moveTo>
                    <a:pt x="0" y="1015916"/>
                  </a:moveTo>
                  <a:lnTo>
                    <a:pt x="26261" y="965813"/>
                  </a:lnTo>
                  <a:lnTo>
                    <a:pt x="34183" y="895264"/>
                  </a:lnTo>
                  <a:close/>
                  <a:moveTo>
                    <a:pt x="459705" y="1471757"/>
                  </a:moveTo>
                  <a:lnTo>
                    <a:pt x="533196" y="1432333"/>
                  </a:lnTo>
                  <a:lnTo>
                    <a:pt x="460204" y="1470150"/>
                  </a:lnTo>
                  <a:close/>
                  <a:moveTo>
                    <a:pt x="533196" y="1432333"/>
                  </a:moveTo>
                  <a:lnTo>
                    <a:pt x="455511" y="1373873"/>
                  </a:lnTo>
                  <a:lnTo>
                    <a:pt x="453220" y="1388555"/>
                  </a:lnTo>
                  <a:close/>
                  <a:moveTo>
                    <a:pt x="459134" y="1469622"/>
                  </a:moveTo>
                  <a:lnTo>
                    <a:pt x="460204" y="1470150"/>
                  </a:lnTo>
                  <a:lnTo>
                    <a:pt x="533196" y="1432333"/>
                  </a:lnTo>
                  <a:close/>
                  <a:moveTo>
                    <a:pt x="453220" y="1388555"/>
                  </a:moveTo>
                  <a:lnTo>
                    <a:pt x="459134" y="1469622"/>
                  </a:lnTo>
                  <a:lnTo>
                    <a:pt x="533196" y="1432333"/>
                  </a:lnTo>
                  <a:close/>
                  <a:moveTo>
                    <a:pt x="304812" y="1035427"/>
                  </a:moveTo>
                  <a:lnTo>
                    <a:pt x="329322" y="1047728"/>
                  </a:lnTo>
                  <a:lnTo>
                    <a:pt x="378007" y="1021258"/>
                  </a:lnTo>
                  <a:close/>
                  <a:moveTo>
                    <a:pt x="115740" y="806497"/>
                  </a:moveTo>
                  <a:lnTo>
                    <a:pt x="124840" y="774613"/>
                  </a:lnTo>
                  <a:lnTo>
                    <a:pt x="94449" y="813049"/>
                  </a:lnTo>
                  <a:close/>
                  <a:moveTo>
                    <a:pt x="475876" y="1065036"/>
                  </a:moveTo>
                  <a:lnTo>
                    <a:pt x="535578" y="1046370"/>
                  </a:lnTo>
                  <a:lnTo>
                    <a:pt x="465551" y="1065433"/>
                  </a:lnTo>
                  <a:close/>
                  <a:moveTo>
                    <a:pt x="465551" y="1065433"/>
                  </a:moveTo>
                  <a:lnTo>
                    <a:pt x="466446" y="1066554"/>
                  </a:lnTo>
                  <a:lnTo>
                    <a:pt x="475876" y="1065036"/>
                  </a:lnTo>
                  <a:close/>
                  <a:moveTo>
                    <a:pt x="466446" y="1066554"/>
                  </a:moveTo>
                  <a:lnTo>
                    <a:pt x="465551" y="1065433"/>
                  </a:lnTo>
                  <a:lnTo>
                    <a:pt x="463167" y="1065036"/>
                  </a:lnTo>
                  <a:close/>
                  <a:moveTo>
                    <a:pt x="164524" y="710235"/>
                  </a:moveTo>
                  <a:lnTo>
                    <a:pt x="124840" y="774613"/>
                  </a:lnTo>
                  <a:lnTo>
                    <a:pt x="154412" y="735887"/>
                  </a:lnTo>
                  <a:close/>
                  <a:moveTo>
                    <a:pt x="210591" y="667272"/>
                  </a:moveTo>
                  <a:lnTo>
                    <a:pt x="164524" y="710235"/>
                  </a:lnTo>
                  <a:lnTo>
                    <a:pt x="154412" y="735887"/>
                  </a:lnTo>
                  <a:close/>
                  <a:moveTo>
                    <a:pt x="802703" y="1273387"/>
                  </a:moveTo>
                  <a:lnTo>
                    <a:pt x="730555" y="1191030"/>
                  </a:lnTo>
                  <a:lnTo>
                    <a:pt x="697636" y="1198121"/>
                  </a:lnTo>
                  <a:close/>
                  <a:moveTo>
                    <a:pt x="697636" y="1198121"/>
                  </a:moveTo>
                  <a:lnTo>
                    <a:pt x="635530" y="1108815"/>
                  </a:lnTo>
                  <a:lnTo>
                    <a:pt x="571076" y="1140329"/>
                  </a:lnTo>
                  <a:close/>
                  <a:moveTo>
                    <a:pt x="697636" y="1198121"/>
                  </a:moveTo>
                  <a:lnTo>
                    <a:pt x="571076" y="1140329"/>
                  </a:lnTo>
                  <a:lnTo>
                    <a:pt x="610304" y="1208529"/>
                  </a:lnTo>
                  <a:close/>
                  <a:moveTo>
                    <a:pt x="697636" y="1198121"/>
                  </a:moveTo>
                  <a:lnTo>
                    <a:pt x="730555" y="1191030"/>
                  </a:lnTo>
                  <a:lnTo>
                    <a:pt x="696256" y="1153258"/>
                  </a:lnTo>
                  <a:close/>
                  <a:moveTo>
                    <a:pt x="475876" y="1065036"/>
                  </a:moveTo>
                  <a:lnTo>
                    <a:pt x="599006" y="1068315"/>
                  </a:lnTo>
                  <a:lnTo>
                    <a:pt x="579219" y="1026600"/>
                  </a:lnTo>
                  <a:close/>
                  <a:moveTo>
                    <a:pt x="571076" y="1140329"/>
                  </a:moveTo>
                  <a:lnTo>
                    <a:pt x="635530" y="1108815"/>
                  </a:lnTo>
                  <a:lnTo>
                    <a:pt x="599006" y="1068315"/>
                  </a:lnTo>
                  <a:close/>
                  <a:moveTo>
                    <a:pt x="580066" y="997501"/>
                  </a:moveTo>
                  <a:lnTo>
                    <a:pt x="475876" y="1065036"/>
                  </a:lnTo>
                  <a:lnTo>
                    <a:pt x="579219" y="1026600"/>
                  </a:lnTo>
                  <a:close/>
                  <a:moveTo>
                    <a:pt x="580066" y="997501"/>
                  </a:moveTo>
                  <a:lnTo>
                    <a:pt x="582115" y="944385"/>
                  </a:lnTo>
                  <a:lnTo>
                    <a:pt x="539106" y="982821"/>
                  </a:lnTo>
                  <a:close/>
                  <a:moveTo>
                    <a:pt x="279130" y="615524"/>
                  </a:moveTo>
                  <a:lnTo>
                    <a:pt x="284983" y="651179"/>
                  </a:lnTo>
                  <a:lnTo>
                    <a:pt x="258974" y="632966"/>
                  </a:lnTo>
                  <a:close/>
                  <a:moveTo>
                    <a:pt x="321321" y="587410"/>
                  </a:moveTo>
                  <a:lnTo>
                    <a:pt x="279130" y="615524"/>
                  </a:lnTo>
                  <a:lnTo>
                    <a:pt x="357674" y="592083"/>
                  </a:lnTo>
                  <a:close/>
                  <a:moveTo>
                    <a:pt x="443112" y="583215"/>
                  </a:moveTo>
                  <a:lnTo>
                    <a:pt x="357674" y="592083"/>
                  </a:lnTo>
                  <a:lnTo>
                    <a:pt x="451650" y="580830"/>
                  </a:lnTo>
                  <a:close/>
                  <a:moveTo>
                    <a:pt x="357674" y="592083"/>
                  </a:moveTo>
                  <a:lnTo>
                    <a:pt x="382992" y="602785"/>
                  </a:lnTo>
                  <a:lnTo>
                    <a:pt x="451650" y="580830"/>
                  </a:lnTo>
                  <a:close/>
                  <a:moveTo>
                    <a:pt x="443112" y="583215"/>
                  </a:moveTo>
                  <a:lnTo>
                    <a:pt x="451650" y="580830"/>
                  </a:lnTo>
                  <a:lnTo>
                    <a:pt x="526902" y="583529"/>
                  </a:lnTo>
                  <a:close/>
                  <a:moveTo>
                    <a:pt x="1262537" y="1443017"/>
                  </a:moveTo>
                  <a:lnTo>
                    <a:pt x="1248576" y="1360803"/>
                  </a:lnTo>
                  <a:lnTo>
                    <a:pt x="1272458" y="1481454"/>
                  </a:lnTo>
                  <a:close/>
                  <a:moveTo>
                    <a:pt x="1229519" y="1278587"/>
                  </a:moveTo>
                  <a:lnTo>
                    <a:pt x="1192876" y="1317024"/>
                  </a:lnTo>
                  <a:lnTo>
                    <a:pt x="1248576" y="1360803"/>
                  </a:lnTo>
                  <a:close/>
                  <a:moveTo>
                    <a:pt x="513553" y="626040"/>
                  </a:moveTo>
                  <a:lnTo>
                    <a:pt x="526902" y="583529"/>
                  </a:lnTo>
                  <a:lnTo>
                    <a:pt x="451650" y="580830"/>
                  </a:lnTo>
                  <a:close/>
                  <a:moveTo>
                    <a:pt x="513553" y="626040"/>
                  </a:moveTo>
                  <a:lnTo>
                    <a:pt x="581104" y="631715"/>
                  </a:lnTo>
                  <a:lnTo>
                    <a:pt x="526902" y="583529"/>
                  </a:lnTo>
                  <a:close/>
                  <a:moveTo>
                    <a:pt x="581104" y="631715"/>
                  </a:moveTo>
                  <a:lnTo>
                    <a:pt x="533660" y="577088"/>
                  </a:lnTo>
                  <a:lnTo>
                    <a:pt x="526902" y="583529"/>
                  </a:lnTo>
                  <a:close/>
                  <a:moveTo>
                    <a:pt x="629158" y="553148"/>
                  </a:moveTo>
                  <a:lnTo>
                    <a:pt x="533660" y="577088"/>
                  </a:lnTo>
                  <a:lnTo>
                    <a:pt x="581104" y="631715"/>
                  </a:lnTo>
                  <a:close/>
                  <a:moveTo>
                    <a:pt x="638188" y="645898"/>
                  </a:moveTo>
                  <a:lnTo>
                    <a:pt x="629158" y="553148"/>
                  </a:lnTo>
                  <a:lnTo>
                    <a:pt x="581104" y="631715"/>
                  </a:lnTo>
                  <a:close/>
                  <a:moveTo>
                    <a:pt x="699429" y="620867"/>
                  </a:moveTo>
                  <a:lnTo>
                    <a:pt x="680878" y="538651"/>
                  </a:lnTo>
                  <a:lnTo>
                    <a:pt x="638188" y="645898"/>
                  </a:lnTo>
                  <a:close/>
                  <a:moveTo>
                    <a:pt x="1229519" y="1278587"/>
                  </a:moveTo>
                  <a:lnTo>
                    <a:pt x="1361337" y="1322366"/>
                  </a:lnTo>
                  <a:lnTo>
                    <a:pt x="1338929" y="1240498"/>
                  </a:lnTo>
                  <a:close/>
                  <a:moveTo>
                    <a:pt x="1341033" y="1240151"/>
                  </a:moveTo>
                  <a:lnTo>
                    <a:pt x="1338929" y="1240498"/>
                  </a:lnTo>
                  <a:lnTo>
                    <a:pt x="1361250" y="1322010"/>
                  </a:lnTo>
                  <a:close/>
                  <a:moveTo>
                    <a:pt x="963670" y="746860"/>
                  </a:moveTo>
                  <a:lnTo>
                    <a:pt x="916680" y="785297"/>
                  </a:lnTo>
                  <a:lnTo>
                    <a:pt x="981881" y="829075"/>
                  </a:lnTo>
                  <a:close/>
                  <a:moveTo>
                    <a:pt x="699429" y="620867"/>
                  </a:moveTo>
                  <a:lnTo>
                    <a:pt x="756659" y="670031"/>
                  </a:lnTo>
                  <a:lnTo>
                    <a:pt x="769370" y="599842"/>
                  </a:lnTo>
                  <a:close/>
                  <a:moveTo>
                    <a:pt x="756659" y="670031"/>
                  </a:moveTo>
                  <a:lnTo>
                    <a:pt x="864702" y="582430"/>
                  </a:lnTo>
                  <a:lnTo>
                    <a:pt x="769370" y="599842"/>
                  </a:lnTo>
                  <a:close/>
                  <a:moveTo>
                    <a:pt x="865484" y="583053"/>
                  </a:moveTo>
                  <a:lnTo>
                    <a:pt x="864702" y="582430"/>
                  </a:lnTo>
                  <a:lnTo>
                    <a:pt x="756659" y="670031"/>
                  </a:lnTo>
                  <a:close/>
                  <a:moveTo>
                    <a:pt x="864702" y="582430"/>
                  </a:moveTo>
                  <a:lnTo>
                    <a:pt x="865138" y="581757"/>
                  </a:lnTo>
                  <a:lnTo>
                    <a:pt x="769370" y="599842"/>
                  </a:lnTo>
                  <a:close/>
                  <a:moveTo>
                    <a:pt x="1341033" y="1240151"/>
                  </a:moveTo>
                  <a:lnTo>
                    <a:pt x="1361357" y="1322357"/>
                  </a:lnTo>
                  <a:lnTo>
                    <a:pt x="1419095" y="1283929"/>
                  </a:lnTo>
                  <a:close/>
                  <a:moveTo>
                    <a:pt x="1541739" y="1224310"/>
                  </a:moveTo>
                  <a:lnTo>
                    <a:pt x="1495712" y="1234221"/>
                  </a:lnTo>
                  <a:lnTo>
                    <a:pt x="1498903" y="1201715"/>
                  </a:lnTo>
                  <a:close/>
                  <a:moveTo>
                    <a:pt x="963670" y="746860"/>
                  </a:moveTo>
                  <a:lnTo>
                    <a:pt x="981881" y="829075"/>
                  </a:lnTo>
                  <a:lnTo>
                    <a:pt x="1006764" y="790639"/>
                  </a:lnTo>
                  <a:close/>
                  <a:moveTo>
                    <a:pt x="864702" y="582430"/>
                  </a:moveTo>
                  <a:lnTo>
                    <a:pt x="865484" y="583053"/>
                  </a:lnTo>
                  <a:lnTo>
                    <a:pt x="865465" y="582311"/>
                  </a:lnTo>
                  <a:close/>
                  <a:moveTo>
                    <a:pt x="865138" y="581757"/>
                  </a:moveTo>
                  <a:lnTo>
                    <a:pt x="864702" y="582430"/>
                  </a:lnTo>
                  <a:lnTo>
                    <a:pt x="865465" y="582311"/>
                  </a:lnTo>
                  <a:close/>
                  <a:moveTo>
                    <a:pt x="865465" y="582311"/>
                  </a:moveTo>
                  <a:lnTo>
                    <a:pt x="865484" y="583053"/>
                  </a:lnTo>
                  <a:lnTo>
                    <a:pt x="866240" y="582430"/>
                  </a:lnTo>
                  <a:close/>
                  <a:moveTo>
                    <a:pt x="865465" y="582311"/>
                  </a:moveTo>
                  <a:lnTo>
                    <a:pt x="866240" y="582430"/>
                  </a:lnTo>
                  <a:lnTo>
                    <a:pt x="865138" y="581757"/>
                  </a:lnTo>
                  <a:close/>
                  <a:moveTo>
                    <a:pt x="1498903" y="1201715"/>
                  </a:moveTo>
                  <a:lnTo>
                    <a:pt x="1580597" y="1265303"/>
                  </a:lnTo>
                  <a:lnTo>
                    <a:pt x="1541739" y="1224310"/>
                  </a:lnTo>
                  <a:close/>
                  <a:moveTo>
                    <a:pt x="1552409" y="1201715"/>
                  </a:moveTo>
                  <a:lnTo>
                    <a:pt x="1663726" y="1186539"/>
                  </a:lnTo>
                  <a:lnTo>
                    <a:pt x="1647149" y="1163278"/>
                  </a:lnTo>
                  <a:close/>
                  <a:moveTo>
                    <a:pt x="1552409" y="1201715"/>
                  </a:moveTo>
                  <a:lnTo>
                    <a:pt x="1541739" y="1224310"/>
                  </a:lnTo>
                  <a:lnTo>
                    <a:pt x="1580597" y="1265303"/>
                  </a:lnTo>
                  <a:close/>
                  <a:moveTo>
                    <a:pt x="1539253" y="1098730"/>
                  </a:moveTo>
                  <a:lnTo>
                    <a:pt x="1498903" y="1201715"/>
                  </a:lnTo>
                  <a:lnTo>
                    <a:pt x="1529928" y="1180149"/>
                  </a:lnTo>
                  <a:close/>
                  <a:moveTo>
                    <a:pt x="1647149" y="1163278"/>
                  </a:moveTo>
                  <a:lnTo>
                    <a:pt x="1649243" y="1132387"/>
                  </a:lnTo>
                  <a:lnTo>
                    <a:pt x="1552409" y="1201715"/>
                  </a:lnTo>
                  <a:close/>
                  <a:moveTo>
                    <a:pt x="1552409" y="1201715"/>
                  </a:moveTo>
                  <a:lnTo>
                    <a:pt x="1649243" y="1132387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49243" y="1132387"/>
                  </a:lnTo>
                  <a:lnTo>
                    <a:pt x="1630090" y="1085474"/>
                  </a:lnTo>
                  <a:close/>
                  <a:moveTo>
                    <a:pt x="1552409" y="1201715"/>
                  </a:moveTo>
                  <a:lnTo>
                    <a:pt x="1539253" y="1098730"/>
                  </a:lnTo>
                  <a:lnTo>
                    <a:pt x="1529928" y="1180149"/>
                  </a:lnTo>
                  <a:close/>
                  <a:moveTo>
                    <a:pt x="1546939" y="1028547"/>
                  </a:moveTo>
                  <a:lnTo>
                    <a:pt x="1519359" y="998848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30090" y="1085474"/>
                  </a:lnTo>
                  <a:lnTo>
                    <a:pt x="1546939" y="1028547"/>
                  </a:lnTo>
                  <a:close/>
                  <a:moveTo>
                    <a:pt x="1122809" y="557429"/>
                  </a:moveTo>
                  <a:lnTo>
                    <a:pt x="1074875" y="593414"/>
                  </a:lnTo>
                  <a:lnTo>
                    <a:pt x="1041948" y="626209"/>
                  </a:lnTo>
                  <a:close/>
                  <a:moveTo>
                    <a:pt x="1683210" y="1044183"/>
                  </a:moveTo>
                  <a:lnTo>
                    <a:pt x="1647149" y="1163278"/>
                  </a:lnTo>
                  <a:lnTo>
                    <a:pt x="1679199" y="1124841"/>
                  </a:lnTo>
                  <a:close/>
                  <a:moveTo>
                    <a:pt x="1683210" y="1044183"/>
                  </a:moveTo>
                  <a:lnTo>
                    <a:pt x="1649243" y="1132387"/>
                  </a:lnTo>
                  <a:lnTo>
                    <a:pt x="1647149" y="1163278"/>
                  </a:lnTo>
                  <a:close/>
                  <a:moveTo>
                    <a:pt x="1683301" y="1042626"/>
                  </a:moveTo>
                  <a:lnTo>
                    <a:pt x="1736146" y="963442"/>
                  </a:lnTo>
                  <a:lnTo>
                    <a:pt x="1664345" y="1081063"/>
                  </a:lnTo>
                  <a:close/>
                  <a:moveTo>
                    <a:pt x="1519359" y="998848"/>
                  </a:moveTo>
                  <a:lnTo>
                    <a:pt x="1546939" y="1028547"/>
                  </a:lnTo>
                  <a:lnTo>
                    <a:pt x="1547296" y="992099"/>
                  </a:lnTo>
                  <a:close/>
                  <a:moveTo>
                    <a:pt x="1621135" y="992661"/>
                  </a:moveTo>
                  <a:lnTo>
                    <a:pt x="1547296" y="992099"/>
                  </a:lnTo>
                  <a:lnTo>
                    <a:pt x="1546939" y="1028547"/>
                  </a:lnTo>
                  <a:close/>
                  <a:moveTo>
                    <a:pt x="1240097" y="502087"/>
                  </a:moveTo>
                  <a:lnTo>
                    <a:pt x="1189320" y="527442"/>
                  </a:lnTo>
                  <a:lnTo>
                    <a:pt x="1122809" y="557429"/>
                  </a:lnTo>
                  <a:close/>
                  <a:moveTo>
                    <a:pt x="1308582" y="479484"/>
                  </a:moveTo>
                  <a:lnTo>
                    <a:pt x="1189320" y="527442"/>
                  </a:lnTo>
                  <a:lnTo>
                    <a:pt x="1240097" y="502087"/>
                  </a:lnTo>
                  <a:close/>
                  <a:moveTo>
                    <a:pt x="1679199" y="1124841"/>
                  </a:moveTo>
                  <a:lnTo>
                    <a:pt x="1686129" y="1039915"/>
                  </a:lnTo>
                  <a:lnTo>
                    <a:pt x="1683210" y="1044183"/>
                  </a:lnTo>
                  <a:close/>
                  <a:moveTo>
                    <a:pt x="1683301" y="1042626"/>
                  </a:moveTo>
                  <a:lnTo>
                    <a:pt x="1683210" y="1044183"/>
                  </a:lnTo>
                  <a:lnTo>
                    <a:pt x="1686129" y="1039915"/>
                  </a:lnTo>
                  <a:close/>
                  <a:moveTo>
                    <a:pt x="1308582" y="479484"/>
                  </a:moveTo>
                  <a:lnTo>
                    <a:pt x="1240097" y="502087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40838" y="480108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81218" y="484766"/>
                  </a:lnTo>
                  <a:lnTo>
                    <a:pt x="1440838" y="480108"/>
                  </a:lnTo>
                  <a:close/>
                  <a:moveTo>
                    <a:pt x="1796106" y="542014"/>
                  </a:moveTo>
                  <a:lnTo>
                    <a:pt x="1691060" y="554678"/>
                  </a:lnTo>
                  <a:lnTo>
                    <a:pt x="1669740" y="563413"/>
                  </a:lnTo>
                  <a:close/>
                  <a:moveTo>
                    <a:pt x="1796106" y="542014"/>
                  </a:moveTo>
                  <a:lnTo>
                    <a:pt x="1669740" y="563413"/>
                  </a:lnTo>
                  <a:lnTo>
                    <a:pt x="1724922" y="554531"/>
                  </a:lnTo>
                  <a:close/>
                  <a:moveTo>
                    <a:pt x="2226981" y="402711"/>
                  </a:moveTo>
                  <a:lnTo>
                    <a:pt x="2228741" y="399332"/>
                  </a:lnTo>
                  <a:lnTo>
                    <a:pt x="2138375" y="414155"/>
                  </a:lnTo>
                  <a:close/>
                  <a:moveTo>
                    <a:pt x="2226981" y="402711"/>
                  </a:moveTo>
                  <a:lnTo>
                    <a:pt x="2138375" y="414155"/>
                  </a:lnTo>
                  <a:lnTo>
                    <a:pt x="2230072" y="404304"/>
                  </a:lnTo>
                  <a:close/>
                  <a:moveTo>
                    <a:pt x="2138375" y="414155"/>
                  </a:moveTo>
                  <a:lnTo>
                    <a:pt x="2170332" y="459603"/>
                  </a:lnTo>
                  <a:lnTo>
                    <a:pt x="2230072" y="404304"/>
                  </a:lnTo>
                  <a:close/>
                  <a:moveTo>
                    <a:pt x="2226981" y="402711"/>
                  </a:moveTo>
                  <a:lnTo>
                    <a:pt x="2232214" y="400932"/>
                  </a:lnTo>
                  <a:lnTo>
                    <a:pt x="2228741" y="399332"/>
                  </a:lnTo>
                  <a:close/>
                  <a:moveTo>
                    <a:pt x="2226981" y="402711"/>
                  </a:moveTo>
                  <a:lnTo>
                    <a:pt x="2230072" y="404304"/>
                  </a:lnTo>
                  <a:lnTo>
                    <a:pt x="2232214" y="400932"/>
                  </a:lnTo>
                  <a:close/>
                  <a:moveTo>
                    <a:pt x="2270454" y="467460"/>
                  </a:moveTo>
                  <a:lnTo>
                    <a:pt x="2232214" y="400932"/>
                  </a:lnTo>
                  <a:lnTo>
                    <a:pt x="2230072" y="404304"/>
                  </a:lnTo>
                  <a:close/>
                  <a:moveTo>
                    <a:pt x="2340528" y="370991"/>
                  </a:moveTo>
                  <a:lnTo>
                    <a:pt x="2232214" y="400932"/>
                  </a:lnTo>
                  <a:lnTo>
                    <a:pt x="2270454" y="467460"/>
                  </a:lnTo>
                  <a:close/>
                  <a:moveTo>
                    <a:pt x="2232214" y="400932"/>
                  </a:moveTo>
                  <a:lnTo>
                    <a:pt x="2340528" y="370991"/>
                  </a:lnTo>
                  <a:lnTo>
                    <a:pt x="2228741" y="399332"/>
                  </a:lnTo>
                  <a:close/>
                  <a:moveTo>
                    <a:pt x="2228741" y="399332"/>
                  </a:moveTo>
                  <a:lnTo>
                    <a:pt x="2342705" y="33156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228741" y="39933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136335" y="318717"/>
                  </a:lnTo>
                  <a:lnTo>
                    <a:pt x="2228741" y="399332"/>
                  </a:lnTo>
                  <a:close/>
                  <a:moveTo>
                    <a:pt x="2163093" y="198066"/>
                  </a:moveTo>
                  <a:lnTo>
                    <a:pt x="2136335" y="318717"/>
                  </a:lnTo>
                  <a:lnTo>
                    <a:pt x="2246031" y="280280"/>
                  </a:lnTo>
                  <a:close/>
                  <a:moveTo>
                    <a:pt x="2338893" y="272229"/>
                  </a:moveTo>
                  <a:lnTo>
                    <a:pt x="2258012" y="277391"/>
                  </a:lnTo>
                  <a:lnTo>
                    <a:pt x="2257899" y="293146"/>
                  </a:lnTo>
                  <a:close/>
                  <a:moveTo>
                    <a:pt x="2237315" y="94033"/>
                  </a:moveTo>
                  <a:lnTo>
                    <a:pt x="2156051" y="99508"/>
                  </a:lnTo>
                  <a:lnTo>
                    <a:pt x="2250245" y="183614"/>
                  </a:lnTo>
                  <a:close/>
                  <a:moveTo>
                    <a:pt x="2156051" y="99508"/>
                  </a:moveTo>
                  <a:lnTo>
                    <a:pt x="2237315" y="94033"/>
                  </a:lnTo>
                  <a:lnTo>
                    <a:pt x="2221695" y="6640"/>
                  </a:lnTo>
                  <a:close/>
                  <a:moveTo>
                    <a:pt x="2237315" y="94033"/>
                  </a:moveTo>
                  <a:lnTo>
                    <a:pt x="2304393" y="0"/>
                  </a:lnTo>
                  <a:lnTo>
                    <a:pt x="2221695" y="664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51" name="Candidate_density__2150">
              <a:extLst>
                <a:ext uri="{FF2B5EF4-FFF2-40B4-BE49-F238E27FC236}">
                  <a16:creationId xmlns:a16="http://schemas.microsoft.com/office/drawing/2014/main" id="{5FA3CAFF-77C6-B5E6-AAA5-CF35460ABE6A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01918"/>
              <a:ext cx="2304088" cy="1296096"/>
            </a:xfrm>
            <a:custGeom>
              <a:avLst/>
              <a:gdLst/>
              <a:ahLst/>
              <a:cxnLst/>
              <a:rect l="0" t="0" r="0" b="0"/>
              <a:pathLst>
                <a:path w="2304088" h="1296096">
                  <a:moveTo>
                    <a:pt x="363200" y="1272704"/>
                  </a:moveTo>
                  <a:lnTo>
                    <a:pt x="415369" y="1292629"/>
                  </a:lnTo>
                  <a:lnTo>
                    <a:pt x="453838" y="1237097"/>
                  </a:lnTo>
                  <a:close/>
                  <a:moveTo>
                    <a:pt x="453838" y="1237097"/>
                  </a:moveTo>
                  <a:lnTo>
                    <a:pt x="509544" y="1252401"/>
                  </a:lnTo>
                  <a:lnTo>
                    <a:pt x="456968" y="1232961"/>
                  </a:lnTo>
                  <a:close/>
                  <a:moveTo>
                    <a:pt x="298641" y="1002401"/>
                  </a:moveTo>
                  <a:lnTo>
                    <a:pt x="231126" y="996697"/>
                  </a:lnTo>
                  <a:lnTo>
                    <a:pt x="323481" y="1082298"/>
                  </a:lnTo>
                  <a:close/>
                  <a:moveTo>
                    <a:pt x="16790" y="823193"/>
                  </a:moveTo>
                  <a:lnTo>
                    <a:pt x="0" y="854265"/>
                  </a:lnTo>
                  <a:lnTo>
                    <a:pt x="9959" y="855133"/>
                  </a:lnTo>
                  <a:close/>
                  <a:moveTo>
                    <a:pt x="16790" y="823193"/>
                  </a:moveTo>
                  <a:lnTo>
                    <a:pt x="9959" y="855133"/>
                  </a:lnTo>
                  <a:lnTo>
                    <a:pt x="68467" y="895051"/>
                  </a:lnTo>
                  <a:close/>
                  <a:moveTo>
                    <a:pt x="456968" y="1232961"/>
                  </a:moveTo>
                  <a:lnTo>
                    <a:pt x="525718" y="1211348"/>
                  </a:lnTo>
                  <a:lnTo>
                    <a:pt x="564812" y="1142311"/>
                  </a:lnTo>
                  <a:close/>
                  <a:moveTo>
                    <a:pt x="157986" y="655790"/>
                  </a:moveTo>
                  <a:lnTo>
                    <a:pt x="144887" y="620326"/>
                  </a:lnTo>
                  <a:lnTo>
                    <a:pt x="155684" y="702541"/>
                  </a:lnTo>
                  <a:close/>
                  <a:moveTo>
                    <a:pt x="356867" y="1055156"/>
                  </a:moveTo>
                  <a:lnTo>
                    <a:pt x="338042" y="1031401"/>
                  </a:lnTo>
                  <a:lnTo>
                    <a:pt x="249795" y="981520"/>
                  </a:lnTo>
                  <a:close/>
                  <a:moveTo>
                    <a:pt x="767347" y="963811"/>
                  </a:moveTo>
                  <a:lnTo>
                    <a:pt x="772396" y="930714"/>
                  </a:lnTo>
                  <a:lnTo>
                    <a:pt x="703970" y="953539"/>
                  </a:lnTo>
                  <a:close/>
                  <a:moveTo>
                    <a:pt x="418755" y="564974"/>
                  </a:moveTo>
                  <a:lnTo>
                    <a:pt x="400478" y="543453"/>
                  </a:lnTo>
                  <a:lnTo>
                    <a:pt x="317630" y="486502"/>
                  </a:lnTo>
                  <a:close/>
                  <a:moveTo>
                    <a:pt x="708735" y="850778"/>
                  </a:moveTo>
                  <a:lnTo>
                    <a:pt x="737256" y="799329"/>
                  </a:lnTo>
                  <a:lnTo>
                    <a:pt x="712180" y="751662"/>
                  </a:lnTo>
                  <a:close/>
                  <a:moveTo>
                    <a:pt x="650322" y="587231"/>
                  </a:moveTo>
                  <a:lnTo>
                    <a:pt x="656396" y="593052"/>
                  </a:lnTo>
                  <a:lnTo>
                    <a:pt x="659686" y="572764"/>
                  </a:lnTo>
                  <a:close/>
                  <a:moveTo>
                    <a:pt x="669759" y="610423"/>
                  </a:moveTo>
                  <a:lnTo>
                    <a:pt x="656396" y="593052"/>
                  </a:lnTo>
                  <a:lnTo>
                    <a:pt x="650322" y="587231"/>
                  </a:lnTo>
                  <a:close/>
                  <a:moveTo>
                    <a:pt x="400478" y="543453"/>
                  </a:moveTo>
                  <a:lnTo>
                    <a:pt x="461702" y="605054"/>
                  </a:lnTo>
                  <a:lnTo>
                    <a:pt x="427876" y="505016"/>
                  </a:lnTo>
                  <a:close/>
                  <a:moveTo>
                    <a:pt x="1225804" y="1296096"/>
                  </a:moveTo>
                  <a:lnTo>
                    <a:pt x="1349094" y="1263196"/>
                  </a:lnTo>
                  <a:lnTo>
                    <a:pt x="1278047" y="1276222"/>
                  </a:lnTo>
                  <a:close/>
                  <a:moveTo>
                    <a:pt x="650322" y="587231"/>
                  </a:moveTo>
                  <a:lnTo>
                    <a:pt x="623375" y="559305"/>
                  </a:lnTo>
                  <a:lnTo>
                    <a:pt x="669759" y="610423"/>
                  </a:lnTo>
                  <a:close/>
                  <a:moveTo>
                    <a:pt x="661900" y="488486"/>
                  </a:moveTo>
                  <a:lnTo>
                    <a:pt x="650322" y="587231"/>
                  </a:lnTo>
                  <a:lnTo>
                    <a:pt x="659686" y="572764"/>
                  </a:lnTo>
                  <a:close/>
                  <a:moveTo>
                    <a:pt x="623375" y="559305"/>
                  </a:moveTo>
                  <a:lnTo>
                    <a:pt x="650322" y="587231"/>
                  </a:lnTo>
                  <a:lnTo>
                    <a:pt x="661900" y="488486"/>
                  </a:lnTo>
                  <a:close/>
                  <a:moveTo>
                    <a:pt x="1366995" y="1124300"/>
                  </a:moveTo>
                  <a:lnTo>
                    <a:pt x="1366780" y="1179812"/>
                  </a:lnTo>
                  <a:lnTo>
                    <a:pt x="1367074" y="1206516"/>
                  </a:lnTo>
                  <a:close/>
                  <a:moveTo>
                    <a:pt x="1434974" y="1090430"/>
                  </a:moveTo>
                  <a:lnTo>
                    <a:pt x="1366780" y="1179812"/>
                  </a:lnTo>
                  <a:lnTo>
                    <a:pt x="1366995" y="1124300"/>
                  </a:lnTo>
                  <a:close/>
                  <a:moveTo>
                    <a:pt x="1240502" y="920645"/>
                  </a:moveTo>
                  <a:lnTo>
                    <a:pt x="1222683" y="921434"/>
                  </a:lnTo>
                  <a:lnTo>
                    <a:pt x="1160042" y="926426"/>
                  </a:lnTo>
                  <a:close/>
                  <a:moveTo>
                    <a:pt x="1160042" y="926426"/>
                  </a:moveTo>
                  <a:lnTo>
                    <a:pt x="1105525" y="870655"/>
                  </a:lnTo>
                  <a:lnTo>
                    <a:pt x="1240502" y="920645"/>
                  </a:lnTo>
                  <a:close/>
                  <a:moveTo>
                    <a:pt x="1415021" y="1079284"/>
                  </a:moveTo>
                  <a:lnTo>
                    <a:pt x="1449277" y="1073244"/>
                  </a:lnTo>
                  <a:lnTo>
                    <a:pt x="1468090" y="1047428"/>
                  </a:lnTo>
                  <a:close/>
                  <a:moveTo>
                    <a:pt x="1502110" y="1047428"/>
                  </a:moveTo>
                  <a:lnTo>
                    <a:pt x="1449277" y="1073244"/>
                  </a:lnTo>
                  <a:lnTo>
                    <a:pt x="1434974" y="1090430"/>
                  </a:lnTo>
                  <a:close/>
                  <a:moveTo>
                    <a:pt x="1449277" y="1073244"/>
                  </a:moveTo>
                  <a:lnTo>
                    <a:pt x="1502110" y="1047428"/>
                  </a:lnTo>
                  <a:lnTo>
                    <a:pt x="1478119" y="1036540"/>
                  </a:lnTo>
                  <a:close/>
                  <a:moveTo>
                    <a:pt x="1468090" y="1047428"/>
                  </a:moveTo>
                  <a:lnTo>
                    <a:pt x="1449277" y="1073244"/>
                  </a:lnTo>
                  <a:lnTo>
                    <a:pt x="1478119" y="1036540"/>
                  </a:lnTo>
                  <a:close/>
                  <a:moveTo>
                    <a:pt x="1502110" y="1047428"/>
                  </a:moveTo>
                  <a:lnTo>
                    <a:pt x="1599067" y="1112152"/>
                  </a:lnTo>
                  <a:lnTo>
                    <a:pt x="1568680" y="1036763"/>
                  </a:lnTo>
                  <a:close/>
                  <a:moveTo>
                    <a:pt x="1568680" y="1036763"/>
                  </a:moveTo>
                  <a:lnTo>
                    <a:pt x="1584760" y="1129643"/>
                  </a:lnTo>
                  <a:lnTo>
                    <a:pt x="1587640" y="1047428"/>
                  </a:lnTo>
                  <a:close/>
                  <a:moveTo>
                    <a:pt x="1568680" y="1036763"/>
                  </a:moveTo>
                  <a:lnTo>
                    <a:pt x="1587640" y="1047428"/>
                  </a:lnTo>
                  <a:lnTo>
                    <a:pt x="1637130" y="941614"/>
                  </a:lnTo>
                  <a:close/>
                  <a:moveTo>
                    <a:pt x="1559353" y="944254"/>
                  </a:moveTo>
                  <a:lnTo>
                    <a:pt x="1568680" y="1036763"/>
                  </a:lnTo>
                  <a:lnTo>
                    <a:pt x="1637130" y="941614"/>
                  </a:lnTo>
                  <a:close/>
                  <a:moveTo>
                    <a:pt x="1249378" y="614112"/>
                  </a:moveTo>
                  <a:lnTo>
                    <a:pt x="1295827" y="680131"/>
                  </a:lnTo>
                  <a:lnTo>
                    <a:pt x="1346583" y="695771"/>
                  </a:lnTo>
                  <a:close/>
                  <a:moveTo>
                    <a:pt x="1249378" y="614112"/>
                  </a:moveTo>
                  <a:lnTo>
                    <a:pt x="1245142" y="517464"/>
                  </a:lnTo>
                  <a:lnTo>
                    <a:pt x="1239262" y="597916"/>
                  </a:lnTo>
                  <a:close/>
                  <a:moveTo>
                    <a:pt x="1654429" y="827459"/>
                  </a:moveTo>
                  <a:lnTo>
                    <a:pt x="1570900" y="844561"/>
                  </a:lnTo>
                  <a:lnTo>
                    <a:pt x="1550600" y="813670"/>
                  </a:lnTo>
                  <a:close/>
                  <a:moveTo>
                    <a:pt x="1609633" y="540525"/>
                  </a:moveTo>
                  <a:lnTo>
                    <a:pt x="1613047" y="521043"/>
                  </a:lnTo>
                  <a:lnTo>
                    <a:pt x="1582336" y="501924"/>
                  </a:lnTo>
                  <a:close/>
                  <a:moveTo>
                    <a:pt x="1916348" y="323518"/>
                  </a:moveTo>
                  <a:lnTo>
                    <a:pt x="1884403" y="364926"/>
                  </a:lnTo>
                  <a:lnTo>
                    <a:pt x="1933514" y="333341"/>
                  </a:lnTo>
                  <a:close/>
                  <a:moveTo>
                    <a:pt x="1870637" y="361954"/>
                  </a:moveTo>
                  <a:lnTo>
                    <a:pt x="1916348" y="323518"/>
                  </a:lnTo>
                  <a:lnTo>
                    <a:pt x="1805576" y="348861"/>
                  </a:lnTo>
                  <a:close/>
                  <a:moveTo>
                    <a:pt x="1933514" y="333341"/>
                  </a:moveTo>
                  <a:lnTo>
                    <a:pt x="1884403" y="364926"/>
                  </a:lnTo>
                  <a:lnTo>
                    <a:pt x="2012359" y="349471"/>
                  </a:lnTo>
                  <a:close/>
                  <a:moveTo>
                    <a:pt x="2012359" y="349471"/>
                  </a:moveTo>
                  <a:lnTo>
                    <a:pt x="2060283" y="313445"/>
                  </a:lnTo>
                  <a:lnTo>
                    <a:pt x="1933514" y="333341"/>
                  </a:lnTo>
                  <a:close/>
                  <a:moveTo>
                    <a:pt x="2012359" y="349471"/>
                  </a:moveTo>
                  <a:lnTo>
                    <a:pt x="2094094" y="376406"/>
                  </a:lnTo>
                  <a:lnTo>
                    <a:pt x="2142901" y="343686"/>
                  </a:lnTo>
                  <a:close/>
                  <a:moveTo>
                    <a:pt x="2060283" y="313445"/>
                  </a:moveTo>
                  <a:lnTo>
                    <a:pt x="2012359" y="349471"/>
                  </a:lnTo>
                  <a:lnTo>
                    <a:pt x="2142901" y="343686"/>
                  </a:lnTo>
                  <a:close/>
                  <a:moveTo>
                    <a:pt x="2246240" y="248918"/>
                  </a:moveTo>
                  <a:lnTo>
                    <a:pt x="2142901" y="343686"/>
                  </a:lnTo>
                  <a:lnTo>
                    <a:pt x="2218271" y="346823"/>
                  </a:lnTo>
                  <a:close/>
                  <a:moveTo>
                    <a:pt x="2246240" y="248918"/>
                  </a:moveTo>
                  <a:lnTo>
                    <a:pt x="2289224" y="274565"/>
                  </a:lnTo>
                  <a:lnTo>
                    <a:pt x="2244375" y="229220"/>
                  </a:lnTo>
                  <a:close/>
                  <a:moveTo>
                    <a:pt x="1997662" y="38437"/>
                  </a:moveTo>
                  <a:lnTo>
                    <a:pt x="2037692" y="0"/>
                  </a:lnTo>
                  <a:lnTo>
                    <a:pt x="1985825" y="35059"/>
                  </a:lnTo>
                  <a:close/>
                  <a:moveTo>
                    <a:pt x="2304088" y="162389"/>
                  </a:moveTo>
                  <a:lnTo>
                    <a:pt x="2244375" y="229220"/>
                  </a:lnTo>
                  <a:lnTo>
                    <a:pt x="2303005" y="169769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52" name="Candidate_density__2151">
              <a:extLst>
                <a:ext uri="{FF2B5EF4-FFF2-40B4-BE49-F238E27FC236}">
                  <a16:creationId xmlns:a16="http://schemas.microsoft.com/office/drawing/2014/main" id="{01CE67D5-4DE5-AC39-4F3A-17121B7C3219}"/>
                </a:ext>
              </a:extLst>
            </p:cNvPr>
            <p:cNvSpPr>
              <a:spLocks noGrp="1"/>
            </p:cNvSpPr>
            <p:nvPr/>
          </p:nvSpPr>
          <p:spPr>
            <a:xfrm>
              <a:off x="3594343" y="1980544"/>
              <a:ext cx="2380207" cy="1517470"/>
            </a:xfrm>
            <a:custGeom>
              <a:avLst/>
              <a:gdLst/>
              <a:ahLst/>
              <a:cxnLst/>
              <a:rect l="0" t="0" r="0" b="0"/>
              <a:pathLst>
                <a:path w="2380207" h="1517470">
                  <a:moveTo>
                    <a:pt x="428237" y="1494079"/>
                  </a:moveTo>
                  <a:lnTo>
                    <a:pt x="518875" y="1458472"/>
                  </a:lnTo>
                  <a:lnTo>
                    <a:pt x="392900" y="1465492"/>
                  </a:lnTo>
                  <a:close/>
                  <a:moveTo>
                    <a:pt x="392900" y="1465492"/>
                  </a:moveTo>
                  <a:lnTo>
                    <a:pt x="518875" y="1458472"/>
                  </a:lnTo>
                  <a:lnTo>
                    <a:pt x="522005" y="1454336"/>
                  </a:lnTo>
                  <a:close/>
                  <a:moveTo>
                    <a:pt x="277377" y="1312228"/>
                  </a:moveTo>
                  <a:lnTo>
                    <a:pt x="296162" y="1218072"/>
                  </a:lnTo>
                  <a:lnTo>
                    <a:pt x="196015" y="1247434"/>
                  </a:lnTo>
                  <a:close/>
                  <a:moveTo>
                    <a:pt x="196015" y="1247434"/>
                  </a:moveTo>
                  <a:lnTo>
                    <a:pt x="296162" y="1218072"/>
                  </a:lnTo>
                  <a:lnTo>
                    <a:pt x="246535" y="1196917"/>
                  </a:lnTo>
                  <a:close/>
                  <a:moveTo>
                    <a:pt x="0" y="1000788"/>
                  </a:moveTo>
                  <a:lnTo>
                    <a:pt x="65037" y="1075639"/>
                  </a:lnTo>
                  <a:lnTo>
                    <a:pt x="81826" y="1044567"/>
                  </a:lnTo>
                  <a:close/>
                  <a:moveTo>
                    <a:pt x="554223" y="1359589"/>
                  </a:moveTo>
                  <a:lnTo>
                    <a:pt x="522005" y="1454336"/>
                  </a:lnTo>
                  <a:lnTo>
                    <a:pt x="629849" y="1363686"/>
                  </a:lnTo>
                  <a:close/>
                  <a:moveTo>
                    <a:pt x="629849" y="1363686"/>
                  </a:moveTo>
                  <a:lnTo>
                    <a:pt x="590755" y="1432723"/>
                  </a:lnTo>
                  <a:lnTo>
                    <a:pt x="711754" y="1391257"/>
                  </a:lnTo>
                  <a:close/>
                  <a:moveTo>
                    <a:pt x="480111" y="1189709"/>
                  </a:moveTo>
                  <a:lnTo>
                    <a:pt x="419613" y="1291212"/>
                  </a:lnTo>
                  <a:lnTo>
                    <a:pt x="421904" y="1276530"/>
                  </a:lnTo>
                  <a:close/>
                  <a:moveTo>
                    <a:pt x="738885" y="1300700"/>
                  </a:moveTo>
                  <a:lnTo>
                    <a:pt x="711754" y="1391257"/>
                  </a:lnTo>
                  <a:lnTo>
                    <a:pt x="809648" y="1296554"/>
                  </a:lnTo>
                  <a:close/>
                  <a:moveTo>
                    <a:pt x="651845" y="1310869"/>
                  </a:moveTo>
                  <a:lnTo>
                    <a:pt x="554223" y="135958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567875" y="1318543"/>
                  </a:lnTo>
                  <a:lnTo>
                    <a:pt x="554223" y="1359589"/>
                  </a:lnTo>
                  <a:close/>
                  <a:moveTo>
                    <a:pt x="663231" y="1273296"/>
                  </a:moveTo>
                  <a:lnTo>
                    <a:pt x="583060" y="1214339"/>
                  </a:lnTo>
                  <a:lnTo>
                    <a:pt x="651845" y="1310869"/>
                  </a:lnTo>
                  <a:close/>
                  <a:moveTo>
                    <a:pt x="738885" y="1300700"/>
                  </a:moveTo>
                  <a:lnTo>
                    <a:pt x="629849" y="1363686"/>
                  </a:lnTo>
                  <a:lnTo>
                    <a:pt x="711754" y="1391257"/>
                  </a:lnTo>
                  <a:close/>
                  <a:moveTo>
                    <a:pt x="738885" y="1300700"/>
                  </a:moveTo>
                  <a:lnTo>
                    <a:pt x="651845" y="131086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738885" y="130070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742115" y="128957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809648" y="1296554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742115" y="1289570"/>
                  </a:lnTo>
                  <a:lnTo>
                    <a:pt x="819903" y="1295425"/>
                  </a:lnTo>
                  <a:close/>
                  <a:moveTo>
                    <a:pt x="832384" y="1185186"/>
                  </a:moveTo>
                  <a:lnTo>
                    <a:pt x="769097" y="1176045"/>
                  </a:lnTo>
                  <a:lnTo>
                    <a:pt x="819903" y="1295425"/>
                  </a:lnTo>
                  <a:close/>
                  <a:moveTo>
                    <a:pt x="769097" y="1176045"/>
                  </a:moveTo>
                  <a:lnTo>
                    <a:pt x="663231" y="1273296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832384" y="1185186"/>
                  </a:lnTo>
                  <a:lnTo>
                    <a:pt x="769007" y="1174914"/>
                  </a:lnTo>
                  <a:close/>
                  <a:moveTo>
                    <a:pt x="465515" y="764828"/>
                  </a:moveTo>
                  <a:lnTo>
                    <a:pt x="483792" y="786348"/>
                  </a:lnTo>
                  <a:lnTo>
                    <a:pt x="526739" y="826429"/>
                  </a:lnTo>
                  <a:close/>
                  <a:moveTo>
                    <a:pt x="696948" y="1093688"/>
                  </a:moveTo>
                  <a:lnTo>
                    <a:pt x="773772" y="1072152"/>
                  </a:lnTo>
                  <a:lnTo>
                    <a:pt x="774895" y="981724"/>
                  </a:lnTo>
                  <a:close/>
                  <a:moveTo>
                    <a:pt x="662649" y="1055916"/>
                  </a:moveTo>
                  <a:lnTo>
                    <a:pt x="696948" y="1093688"/>
                  </a:lnTo>
                  <a:lnTo>
                    <a:pt x="774895" y="981724"/>
                  </a:lnTo>
                  <a:close/>
                  <a:moveTo>
                    <a:pt x="843907" y="1075725"/>
                  </a:moveTo>
                  <a:lnTo>
                    <a:pt x="769007" y="1174914"/>
                  </a:lnTo>
                  <a:lnTo>
                    <a:pt x="837433" y="1152088"/>
                  </a:lnTo>
                  <a:close/>
                  <a:moveTo>
                    <a:pt x="843907" y="1075725"/>
                  </a:moveTo>
                  <a:lnTo>
                    <a:pt x="773772" y="1072152"/>
                  </a:lnTo>
                  <a:lnTo>
                    <a:pt x="769007" y="1174914"/>
                  </a:lnTo>
                  <a:close/>
                  <a:moveTo>
                    <a:pt x="843907" y="1075725"/>
                  </a:moveTo>
                  <a:lnTo>
                    <a:pt x="802292" y="1020703"/>
                  </a:lnTo>
                  <a:lnTo>
                    <a:pt x="773772" y="1072152"/>
                  </a:lnTo>
                  <a:close/>
                  <a:moveTo>
                    <a:pt x="526739" y="826429"/>
                  </a:moveTo>
                  <a:lnTo>
                    <a:pt x="548508" y="847043"/>
                  </a:lnTo>
                  <a:lnTo>
                    <a:pt x="571484" y="815148"/>
                  </a:lnTo>
                  <a:close/>
                  <a:moveTo>
                    <a:pt x="1246332" y="1466327"/>
                  </a:moveTo>
                  <a:lnTo>
                    <a:pt x="1252756" y="1486168"/>
                  </a:lnTo>
                  <a:lnTo>
                    <a:pt x="1290840" y="1517470"/>
                  </a:lnTo>
                  <a:close/>
                  <a:moveTo>
                    <a:pt x="1281453" y="1427890"/>
                  </a:moveTo>
                  <a:lnTo>
                    <a:pt x="1290840" y="1517470"/>
                  </a:lnTo>
                  <a:lnTo>
                    <a:pt x="1343084" y="1497596"/>
                  </a:lnTo>
                  <a:close/>
                  <a:moveTo>
                    <a:pt x="661256" y="702665"/>
                  </a:moveTo>
                  <a:lnTo>
                    <a:pt x="688411" y="780680"/>
                  </a:lnTo>
                  <a:lnTo>
                    <a:pt x="726936" y="709860"/>
                  </a:lnTo>
                  <a:close/>
                  <a:moveTo>
                    <a:pt x="1170562" y="1092029"/>
                  </a:moveTo>
                  <a:lnTo>
                    <a:pt x="1184966" y="1099029"/>
                  </a:lnTo>
                  <a:lnTo>
                    <a:pt x="1305538" y="1142020"/>
                  </a:lnTo>
                  <a:close/>
                  <a:moveTo>
                    <a:pt x="1305538" y="1142020"/>
                  </a:moveTo>
                  <a:lnTo>
                    <a:pt x="1323952" y="1027918"/>
                  </a:lnTo>
                  <a:lnTo>
                    <a:pt x="1287720" y="1142809"/>
                  </a:lnTo>
                  <a:close/>
                  <a:moveTo>
                    <a:pt x="1287720" y="1142809"/>
                  </a:moveTo>
                  <a:lnTo>
                    <a:pt x="1323952" y="1027918"/>
                  </a:lnTo>
                  <a:lnTo>
                    <a:pt x="1312570" y="1022157"/>
                  </a:lnTo>
                  <a:close/>
                  <a:moveTo>
                    <a:pt x="1323952" y="1027918"/>
                  </a:moveTo>
                  <a:lnTo>
                    <a:pt x="1305538" y="1142020"/>
                  </a:lnTo>
                  <a:lnTo>
                    <a:pt x="1342832" y="1022157"/>
                  </a:lnTo>
                  <a:close/>
                  <a:moveTo>
                    <a:pt x="1323952" y="1027918"/>
                  </a:moveTo>
                  <a:lnTo>
                    <a:pt x="1342832" y="1022157"/>
                  </a:lnTo>
                  <a:lnTo>
                    <a:pt x="1328173" y="1011445"/>
                  </a:lnTo>
                  <a:close/>
                  <a:moveTo>
                    <a:pt x="1312570" y="1022157"/>
                  </a:moveTo>
                  <a:lnTo>
                    <a:pt x="1323952" y="1027918"/>
                  </a:lnTo>
                  <a:lnTo>
                    <a:pt x="1328173" y="1011445"/>
                  </a:lnTo>
                  <a:close/>
                  <a:moveTo>
                    <a:pt x="1633717" y="1258138"/>
                  </a:moveTo>
                  <a:lnTo>
                    <a:pt x="1543156" y="1257914"/>
                  </a:lnTo>
                  <a:lnTo>
                    <a:pt x="1567147" y="1268802"/>
                  </a:lnTo>
                  <a:close/>
                  <a:moveTo>
                    <a:pt x="1546990" y="1167960"/>
                  </a:moveTo>
                  <a:lnTo>
                    <a:pt x="1543156" y="1257914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546990" y="1167960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630119" y="1089197"/>
                  </a:lnTo>
                  <a:lnTo>
                    <a:pt x="1546990" y="1167960"/>
                  </a:lnTo>
                  <a:close/>
                  <a:moveTo>
                    <a:pt x="1342832" y="1022157"/>
                  </a:moveTo>
                  <a:lnTo>
                    <a:pt x="1384388" y="1104372"/>
                  </a:lnTo>
                  <a:lnTo>
                    <a:pt x="1447327" y="1088300"/>
                  </a:lnTo>
                  <a:close/>
                  <a:moveTo>
                    <a:pt x="1411620" y="917145"/>
                  </a:moveTo>
                  <a:lnTo>
                    <a:pt x="1360863" y="901505"/>
                  </a:lnTo>
                  <a:lnTo>
                    <a:pt x="1328173" y="1011445"/>
                  </a:lnTo>
                  <a:close/>
                  <a:moveTo>
                    <a:pt x="1404106" y="823163"/>
                  </a:moveTo>
                  <a:lnTo>
                    <a:pt x="1310179" y="738838"/>
                  </a:lnTo>
                  <a:lnTo>
                    <a:pt x="1314415" y="835487"/>
                  </a:lnTo>
                  <a:close/>
                  <a:moveTo>
                    <a:pt x="1310179" y="738838"/>
                  </a:moveTo>
                  <a:lnTo>
                    <a:pt x="1298039" y="737075"/>
                  </a:lnTo>
                  <a:lnTo>
                    <a:pt x="1304299" y="819291"/>
                  </a:lnTo>
                  <a:close/>
                  <a:moveTo>
                    <a:pt x="1603923" y="1121675"/>
                  </a:moveTo>
                  <a:lnTo>
                    <a:pt x="1630119" y="1089197"/>
                  </a:lnTo>
                  <a:lnTo>
                    <a:pt x="1657813" y="1138455"/>
                  </a:lnTo>
                  <a:close/>
                  <a:moveTo>
                    <a:pt x="1630119" y="1089197"/>
                  </a:moveTo>
                  <a:lnTo>
                    <a:pt x="1635937" y="1065936"/>
                  </a:lnTo>
                  <a:lnTo>
                    <a:pt x="1657813" y="1138455"/>
                  </a:lnTo>
                  <a:close/>
                  <a:moveTo>
                    <a:pt x="1649694" y="945284"/>
                  </a:moveTo>
                  <a:lnTo>
                    <a:pt x="1630739" y="983720"/>
                  </a:lnTo>
                  <a:lnTo>
                    <a:pt x="1719466" y="1048833"/>
                  </a:lnTo>
                  <a:close/>
                  <a:moveTo>
                    <a:pt x="1615636" y="1035045"/>
                  </a:moveTo>
                  <a:lnTo>
                    <a:pt x="1649603" y="946840"/>
                  </a:lnTo>
                  <a:lnTo>
                    <a:pt x="1719466" y="1048833"/>
                  </a:lnTo>
                  <a:close/>
                  <a:moveTo>
                    <a:pt x="1506245" y="800717"/>
                  </a:moveTo>
                  <a:lnTo>
                    <a:pt x="1590977" y="792424"/>
                  </a:lnTo>
                  <a:lnTo>
                    <a:pt x="1519507" y="739088"/>
                  </a:lnTo>
                  <a:close/>
                  <a:moveTo>
                    <a:pt x="1590977" y="792424"/>
                  </a:moveTo>
                  <a:lnTo>
                    <a:pt x="1599610" y="759923"/>
                  </a:lnTo>
                  <a:lnTo>
                    <a:pt x="1519507" y="739088"/>
                  </a:lnTo>
                  <a:close/>
                  <a:moveTo>
                    <a:pt x="1436163" y="706137"/>
                  </a:moveTo>
                  <a:lnTo>
                    <a:pt x="1553869" y="660202"/>
                  </a:lnTo>
                  <a:lnTo>
                    <a:pt x="1438095" y="695437"/>
                  </a:lnTo>
                  <a:close/>
                  <a:moveTo>
                    <a:pt x="1556497" y="662187"/>
                  </a:moveTo>
                  <a:lnTo>
                    <a:pt x="1553869" y="660202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56497" y="662187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99610" y="759923"/>
                  </a:lnTo>
                  <a:lnTo>
                    <a:pt x="1647373" y="723298"/>
                  </a:lnTo>
                  <a:close/>
                  <a:moveTo>
                    <a:pt x="1556497" y="662187"/>
                  </a:moveTo>
                  <a:lnTo>
                    <a:pt x="1519507" y="739088"/>
                  </a:lnTo>
                  <a:lnTo>
                    <a:pt x="1647373" y="723298"/>
                  </a:lnTo>
                  <a:close/>
                  <a:moveTo>
                    <a:pt x="1647373" y="723298"/>
                  </a:moveTo>
                  <a:lnTo>
                    <a:pt x="1678084" y="742418"/>
                  </a:lnTo>
                  <a:lnTo>
                    <a:pt x="1664195" y="732899"/>
                  </a:lnTo>
                  <a:close/>
                  <a:moveTo>
                    <a:pt x="1843769" y="583329"/>
                  </a:moveTo>
                  <a:lnTo>
                    <a:pt x="1864286" y="591320"/>
                  </a:lnTo>
                  <a:lnTo>
                    <a:pt x="1870612" y="570235"/>
                  </a:lnTo>
                  <a:close/>
                  <a:moveTo>
                    <a:pt x="1981384" y="544893"/>
                  </a:moveTo>
                  <a:lnTo>
                    <a:pt x="1907804" y="494085"/>
                  </a:lnTo>
                  <a:lnTo>
                    <a:pt x="1870612" y="570235"/>
                  </a:lnTo>
                  <a:close/>
                  <a:moveTo>
                    <a:pt x="2311277" y="470293"/>
                  </a:moveTo>
                  <a:lnTo>
                    <a:pt x="2238367" y="468974"/>
                  </a:lnTo>
                  <a:lnTo>
                    <a:pt x="2207938" y="565060"/>
                  </a:lnTo>
                  <a:close/>
                  <a:moveTo>
                    <a:pt x="2311277" y="470293"/>
                  </a:moveTo>
                  <a:lnTo>
                    <a:pt x="2309412" y="450595"/>
                  </a:lnTo>
                  <a:lnTo>
                    <a:pt x="2238395" y="463733"/>
                  </a:lnTo>
                  <a:close/>
                  <a:moveTo>
                    <a:pt x="2000603" y="240812"/>
                  </a:moveTo>
                  <a:lnTo>
                    <a:pt x="2053622" y="266754"/>
                  </a:lnTo>
                  <a:lnTo>
                    <a:pt x="2038934" y="259811"/>
                  </a:lnTo>
                  <a:close/>
                  <a:moveTo>
                    <a:pt x="2062698" y="259811"/>
                  </a:moveTo>
                  <a:lnTo>
                    <a:pt x="2195135" y="301989"/>
                  </a:lnTo>
                  <a:lnTo>
                    <a:pt x="2102728" y="221375"/>
                  </a:lnTo>
                  <a:close/>
                  <a:moveTo>
                    <a:pt x="2062698" y="259811"/>
                  </a:moveTo>
                  <a:lnTo>
                    <a:pt x="2053622" y="266754"/>
                  </a:lnTo>
                  <a:lnTo>
                    <a:pt x="2104768" y="316813"/>
                  </a:lnTo>
                  <a:close/>
                  <a:moveTo>
                    <a:pt x="2012859" y="177808"/>
                  </a:moveTo>
                  <a:lnTo>
                    <a:pt x="2038934" y="259811"/>
                  </a:lnTo>
                  <a:lnTo>
                    <a:pt x="2050861" y="256434"/>
                  </a:lnTo>
                  <a:close/>
                  <a:moveTo>
                    <a:pt x="2102728" y="221375"/>
                  </a:moveTo>
                  <a:lnTo>
                    <a:pt x="2097834" y="216855"/>
                  </a:lnTo>
                  <a:lnTo>
                    <a:pt x="2050861" y="256434"/>
                  </a:lnTo>
                  <a:close/>
                  <a:moveTo>
                    <a:pt x="2304586" y="375640"/>
                  </a:moveTo>
                  <a:lnTo>
                    <a:pt x="2238395" y="463733"/>
                  </a:lnTo>
                  <a:lnTo>
                    <a:pt x="2309412" y="450595"/>
                  </a:lnTo>
                  <a:close/>
                  <a:moveTo>
                    <a:pt x="2369124" y="383764"/>
                  </a:moveTo>
                  <a:lnTo>
                    <a:pt x="2304586" y="375640"/>
                  </a:lnTo>
                  <a:lnTo>
                    <a:pt x="2309412" y="450595"/>
                  </a:lnTo>
                  <a:close/>
                  <a:moveTo>
                    <a:pt x="2304586" y="375640"/>
                  </a:moveTo>
                  <a:lnTo>
                    <a:pt x="2369124" y="383764"/>
                  </a:lnTo>
                  <a:lnTo>
                    <a:pt x="2380207" y="274661"/>
                  </a:lnTo>
                  <a:close/>
                  <a:moveTo>
                    <a:pt x="2304586" y="375640"/>
                  </a:moveTo>
                  <a:lnTo>
                    <a:pt x="2380207" y="274661"/>
                  </a:lnTo>
                  <a:lnTo>
                    <a:pt x="2306921" y="273649"/>
                  </a:lnTo>
                  <a:close/>
                  <a:moveTo>
                    <a:pt x="2380207" y="274661"/>
                  </a:moveTo>
                  <a:lnTo>
                    <a:pt x="2370597" y="185498"/>
                  </a:lnTo>
                  <a:lnTo>
                    <a:pt x="2309098" y="234219"/>
                  </a:lnTo>
                  <a:close/>
                  <a:moveTo>
                    <a:pt x="2216638" y="86272"/>
                  </a:moveTo>
                  <a:lnTo>
                    <a:pt x="2280747" y="94744"/>
                  </a:lnTo>
                  <a:lnTo>
                    <a:pt x="227416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53" name="Candidate_density__2152">
              <a:extLst>
                <a:ext uri="{FF2B5EF4-FFF2-40B4-BE49-F238E27FC236}">
                  <a16:creationId xmlns:a16="http://schemas.microsoft.com/office/drawing/2014/main" id="{204C6DD6-4EEE-E667-9962-76E6FD115EE4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413814" cy="1614813"/>
            </a:xfrm>
            <a:custGeom>
              <a:avLst/>
              <a:gdLst/>
              <a:ahLst/>
              <a:cxnLst/>
              <a:rect l="0" t="0" r="0" b="0"/>
              <a:pathLst>
                <a:path w="2413814" h="1614813">
                  <a:moveTo>
                    <a:pt x="426507" y="1562834"/>
                  </a:moveTo>
                  <a:lnTo>
                    <a:pt x="555612" y="1551678"/>
                  </a:lnTo>
                  <a:lnTo>
                    <a:pt x="459705" y="1471757"/>
                  </a:lnTo>
                  <a:close/>
                  <a:moveTo>
                    <a:pt x="329769" y="1315414"/>
                  </a:moveTo>
                  <a:lnTo>
                    <a:pt x="310983" y="1409570"/>
                  </a:lnTo>
                  <a:lnTo>
                    <a:pt x="422125" y="1401015"/>
                  </a:lnTo>
                  <a:close/>
                  <a:moveTo>
                    <a:pt x="65334" y="1059694"/>
                  </a:moveTo>
                  <a:lnTo>
                    <a:pt x="33607" y="1098131"/>
                  </a:lnTo>
                  <a:lnTo>
                    <a:pt x="115433" y="1141909"/>
                  </a:lnTo>
                  <a:close/>
                  <a:moveTo>
                    <a:pt x="65334" y="1059694"/>
                  </a:moveTo>
                  <a:lnTo>
                    <a:pt x="0" y="1015916"/>
                  </a:lnTo>
                  <a:lnTo>
                    <a:pt x="33607" y="1098131"/>
                  </a:lnTo>
                  <a:close/>
                  <a:moveTo>
                    <a:pt x="587829" y="1456931"/>
                  </a:moveTo>
                  <a:lnTo>
                    <a:pt x="533196" y="1432333"/>
                  </a:lnTo>
                  <a:lnTo>
                    <a:pt x="459705" y="1471757"/>
                  </a:lnTo>
                  <a:close/>
                  <a:moveTo>
                    <a:pt x="555612" y="1551678"/>
                  </a:moveTo>
                  <a:lnTo>
                    <a:pt x="587829" y="1456931"/>
                  </a:lnTo>
                  <a:lnTo>
                    <a:pt x="459705" y="1471757"/>
                  </a:lnTo>
                  <a:close/>
                  <a:moveTo>
                    <a:pt x="329322" y="1047728"/>
                  </a:moveTo>
                  <a:lnTo>
                    <a:pt x="304812" y="1035427"/>
                  </a:lnTo>
                  <a:lnTo>
                    <a:pt x="254327" y="1021258"/>
                  </a:lnTo>
                  <a:close/>
                  <a:moveTo>
                    <a:pt x="465551" y="1065433"/>
                  </a:moveTo>
                  <a:lnTo>
                    <a:pt x="378007" y="1021258"/>
                  </a:lnTo>
                  <a:lnTo>
                    <a:pt x="383719" y="1035909"/>
                  </a:lnTo>
                  <a:close/>
                  <a:moveTo>
                    <a:pt x="383719" y="1035909"/>
                  </a:moveTo>
                  <a:lnTo>
                    <a:pt x="378007" y="1021258"/>
                  </a:lnTo>
                  <a:lnTo>
                    <a:pt x="329322" y="1047728"/>
                  </a:lnTo>
                  <a:close/>
                  <a:moveTo>
                    <a:pt x="465551" y="1065433"/>
                  </a:moveTo>
                  <a:lnTo>
                    <a:pt x="383719" y="1035909"/>
                  </a:lnTo>
                  <a:lnTo>
                    <a:pt x="463167" y="1065036"/>
                  </a:lnTo>
                  <a:close/>
                  <a:moveTo>
                    <a:pt x="853510" y="1392767"/>
                  </a:moveTo>
                  <a:lnTo>
                    <a:pt x="775722" y="1386913"/>
                  </a:lnTo>
                  <a:lnTo>
                    <a:pt x="843255" y="1393897"/>
                  </a:lnTo>
                  <a:close/>
                  <a:moveTo>
                    <a:pt x="802614" y="1272256"/>
                  </a:moveTo>
                  <a:lnTo>
                    <a:pt x="730555" y="1191030"/>
                  </a:lnTo>
                  <a:lnTo>
                    <a:pt x="802703" y="1273387"/>
                  </a:lnTo>
                  <a:close/>
                  <a:moveTo>
                    <a:pt x="696256" y="1153258"/>
                  </a:moveTo>
                  <a:lnTo>
                    <a:pt x="635530" y="1108815"/>
                  </a:lnTo>
                  <a:lnTo>
                    <a:pt x="697636" y="1198121"/>
                  </a:lnTo>
                  <a:close/>
                  <a:moveTo>
                    <a:pt x="560346" y="923771"/>
                  </a:moveTo>
                  <a:lnTo>
                    <a:pt x="517398" y="883690"/>
                  </a:lnTo>
                  <a:lnTo>
                    <a:pt x="582115" y="944385"/>
                  </a:lnTo>
                  <a:close/>
                  <a:moveTo>
                    <a:pt x="807379" y="1169494"/>
                  </a:moveTo>
                  <a:lnTo>
                    <a:pt x="730555" y="1191030"/>
                  </a:lnTo>
                  <a:lnTo>
                    <a:pt x="802614" y="1272256"/>
                  </a:lnTo>
                  <a:close/>
                  <a:moveTo>
                    <a:pt x="582115" y="944385"/>
                  </a:moveTo>
                  <a:lnTo>
                    <a:pt x="580066" y="997501"/>
                  </a:lnTo>
                  <a:lnTo>
                    <a:pt x="605091" y="912490"/>
                  </a:lnTo>
                  <a:close/>
                  <a:moveTo>
                    <a:pt x="1315060" y="1525232"/>
                  </a:moveTo>
                  <a:lnTo>
                    <a:pt x="1279939" y="1563669"/>
                  </a:lnTo>
                  <a:lnTo>
                    <a:pt x="1324447" y="1614813"/>
                  </a:lnTo>
                  <a:close/>
                  <a:moveTo>
                    <a:pt x="1272458" y="1481454"/>
                  </a:moveTo>
                  <a:lnTo>
                    <a:pt x="1279939" y="1563669"/>
                  </a:lnTo>
                  <a:lnTo>
                    <a:pt x="1315060" y="1525232"/>
                  </a:lnTo>
                  <a:close/>
                  <a:moveTo>
                    <a:pt x="1272458" y="1481454"/>
                  </a:moveTo>
                  <a:lnTo>
                    <a:pt x="1315060" y="1525232"/>
                  </a:lnTo>
                  <a:lnTo>
                    <a:pt x="1262537" y="1443017"/>
                  </a:lnTo>
                  <a:close/>
                  <a:moveTo>
                    <a:pt x="599445" y="816988"/>
                  </a:moveTo>
                  <a:lnTo>
                    <a:pt x="694863" y="800007"/>
                  </a:lnTo>
                  <a:lnTo>
                    <a:pt x="657295" y="730457"/>
                  </a:lnTo>
                  <a:close/>
                  <a:moveTo>
                    <a:pt x="599445" y="816988"/>
                  </a:moveTo>
                  <a:lnTo>
                    <a:pt x="657295" y="730457"/>
                  </a:lnTo>
                  <a:lnTo>
                    <a:pt x="596709" y="719120"/>
                  </a:lnTo>
                  <a:close/>
                  <a:moveTo>
                    <a:pt x="694863" y="800007"/>
                  </a:moveTo>
                  <a:lnTo>
                    <a:pt x="760543" y="807202"/>
                  </a:lnTo>
                  <a:lnTo>
                    <a:pt x="719528" y="740455"/>
                  </a:lnTo>
                  <a:close/>
                  <a:moveTo>
                    <a:pt x="694863" y="800007"/>
                  </a:moveTo>
                  <a:lnTo>
                    <a:pt x="719528" y="740455"/>
                  </a:lnTo>
                  <a:lnTo>
                    <a:pt x="657295" y="730457"/>
                  </a:lnTo>
                  <a:close/>
                  <a:moveTo>
                    <a:pt x="596709" y="719120"/>
                  </a:moveTo>
                  <a:lnTo>
                    <a:pt x="657295" y="730457"/>
                  </a:lnTo>
                  <a:lnTo>
                    <a:pt x="638188" y="645898"/>
                  </a:lnTo>
                  <a:close/>
                  <a:moveTo>
                    <a:pt x="596709" y="719120"/>
                  </a:moveTo>
                  <a:lnTo>
                    <a:pt x="638188" y="645898"/>
                  </a:lnTo>
                  <a:lnTo>
                    <a:pt x="581104" y="631715"/>
                  </a:lnTo>
                  <a:close/>
                  <a:moveTo>
                    <a:pt x="1218572" y="1196372"/>
                  </a:moveTo>
                  <a:lnTo>
                    <a:pt x="1229519" y="1278587"/>
                  </a:lnTo>
                  <a:lnTo>
                    <a:pt x="1339145" y="1239362"/>
                  </a:lnTo>
                  <a:close/>
                  <a:moveTo>
                    <a:pt x="1339145" y="1239362"/>
                  </a:moveTo>
                  <a:lnTo>
                    <a:pt x="1229519" y="1278587"/>
                  </a:lnTo>
                  <a:lnTo>
                    <a:pt x="1338929" y="1240498"/>
                  </a:lnTo>
                  <a:close/>
                  <a:moveTo>
                    <a:pt x="1339145" y="1239362"/>
                  </a:moveTo>
                  <a:lnTo>
                    <a:pt x="1338929" y="1240498"/>
                  </a:lnTo>
                  <a:lnTo>
                    <a:pt x="1341033" y="1240151"/>
                  </a:lnTo>
                  <a:close/>
                  <a:moveTo>
                    <a:pt x="981881" y="829075"/>
                  </a:moveTo>
                  <a:lnTo>
                    <a:pt x="951047" y="839503"/>
                  </a:lnTo>
                  <a:lnTo>
                    <a:pt x="981313" y="848997"/>
                  </a:lnTo>
                  <a:close/>
                  <a:moveTo>
                    <a:pt x="1376439" y="1119499"/>
                  </a:moveTo>
                  <a:lnTo>
                    <a:pt x="1339145" y="1239362"/>
                  </a:lnTo>
                  <a:lnTo>
                    <a:pt x="1341033" y="1240151"/>
                  </a:lnTo>
                  <a:close/>
                  <a:moveTo>
                    <a:pt x="1376439" y="1119499"/>
                  </a:moveTo>
                  <a:lnTo>
                    <a:pt x="1341033" y="1240151"/>
                  </a:lnTo>
                  <a:lnTo>
                    <a:pt x="1417995" y="1201715"/>
                  </a:lnTo>
                  <a:close/>
                  <a:moveTo>
                    <a:pt x="1480934" y="1185642"/>
                  </a:moveTo>
                  <a:lnTo>
                    <a:pt x="1580597" y="1265303"/>
                  </a:lnTo>
                  <a:lnTo>
                    <a:pt x="1498903" y="1201715"/>
                  </a:lnTo>
                  <a:close/>
                  <a:moveTo>
                    <a:pt x="1580597" y="1265303"/>
                  </a:moveTo>
                  <a:lnTo>
                    <a:pt x="1663726" y="1186539"/>
                  </a:lnTo>
                  <a:lnTo>
                    <a:pt x="1552409" y="1201715"/>
                  </a:lnTo>
                  <a:close/>
                  <a:moveTo>
                    <a:pt x="1463645" y="1099606"/>
                  </a:moveTo>
                  <a:lnTo>
                    <a:pt x="1376439" y="1119499"/>
                  </a:lnTo>
                  <a:lnTo>
                    <a:pt x="1480934" y="1185642"/>
                  </a:lnTo>
                  <a:close/>
                  <a:moveTo>
                    <a:pt x="1480934" y="1185642"/>
                  </a:moveTo>
                  <a:lnTo>
                    <a:pt x="1498903" y="1201715"/>
                  </a:lnTo>
                  <a:lnTo>
                    <a:pt x="1539253" y="1098730"/>
                  </a:lnTo>
                  <a:close/>
                  <a:moveTo>
                    <a:pt x="1463645" y="1099606"/>
                  </a:moveTo>
                  <a:lnTo>
                    <a:pt x="1480934" y="1185642"/>
                  </a:lnTo>
                  <a:lnTo>
                    <a:pt x="1539253" y="1098730"/>
                  </a:lnTo>
                  <a:close/>
                  <a:moveTo>
                    <a:pt x="1361780" y="1108788"/>
                  </a:moveTo>
                  <a:lnTo>
                    <a:pt x="1376439" y="1119499"/>
                  </a:lnTo>
                  <a:lnTo>
                    <a:pt x="1463645" y="1099606"/>
                  </a:lnTo>
                  <a:close/>
                  <a:moveTo>
                    <a:pt x="1463645" y="1099606"/>
                  </a:moveTo>
                  <a:lnTo>
                    <a:pt x="1445227" y="1014488"/>
                  </a:lnTo>
                  <a:lnTo>
                    <a:pt x="1361780" y="1108788"/>
                  </a:lnTo>
                  <a:close/>
                  <a:moveTo>
                    <a:pt x="1539253" y="1098730"/>
                  </a:moveTo>
                  <a:lnTo>
                    <a:pt x="1519359" y="998848"/>
                  </a:lnTo>
                  <a:lnTo>
                    <a:pt x="1445227" y="1014488"/>
                  </a:lnTo>
                  <a:close/>
                  <a:moveTo>
                    <a:pt x="1539253" y="1098730"/>
                  </a:moveTo>
                  <a:lnTo>
                    <a:pt x="1445227" y="1014488"/>
                  </a:lnTo>
                  <a:lnTo>
                    <a:pt x="1463645" y="1099606"/>
                  </a:lnTo>
                  <a:close/>
                  <a:moveTo>
                    <a:pt x="1519359" y="998848"/>
                  </a:moveTo>
                  <a:lnTo>
                    <a:pt x="1453906" y="916633"/>
                  </a:lnTo>
                  <a:lnTo>
                    <a:pt x="1445227" y="1014488"/>
                  </a:lnTo>
                  <a:close/>
                  <a:moveTo>
                    <a:pt x="1453906" y="916633"/>
                  </a:moveTo>
                  <a:lnTo>
                    <a:pt x="1437712" y="920505"/>
                  </a:lnTo>
                  <a:lnTo>
                    <a:pt x="1445227" y="1014488"/>
                  </a:lnTo>
                  <a:close/>
                  <a:moveTo>
                    <a:pt x="1348022" y="932829"/>
                  </a:moveTo>
                  <a:lnTo>
                    <a:pt x="1445227" y="1014488"/>
                  </a:lnTo>
                  <a:lnTo>
                    <a:pt x="1437712" y="920505"/>
                  </a:lnTo>
                  <a:close/>
                  <a:moveTo>
                    <a:pt x="1440646" y="909796"/>
                  </a:moveTo>
                  <a:lnTo>
                    <a:pt x="1348446" y="834417"/>
                  </a:lnTo>
                  <a:lnTo>
                    <a:pt x="1437712" y="920505"/>
                  </a:lnTo>
                  <a:close/>
                  <a:moveTo>
                    <a:pt x="1437712" y="920505"/>
                  </a:moveTo>
                  <a:lnTo>
                    <a:pt x="1348446" y="834417"/>
                  </a:lnTo>
                  <a:lnTo>
                    <a:pt x="1343786" y="836180"/>
                  </a:lnTo>
                  <a:close/>
                  <a:moveTo>
                    <a:pt x="1440646" y="909796"/>
                  </a:moveTo>
                  <a:lnTo>
                    <a:pt x="1437712" y="920505"/>
                  </a:lnTo>
                  <a:lnTo>
                    <a:pt x="1453906" y="916633"/>
                  </a:lnTo>
                  <a:close/>
                  <a:moveTo>
                    <a:pt x="1345265" y="831837"/>
                  </a:moveTo>
                  <a:lnTo>
                    <a:pt x="1343786" y="836180"/>
                  </a:lnTo>
                  <a:lnTo>
                    <a:pt x="1348446" y="834417"/>
                  </a:lnTo>
                  <a:close/>
                  <a:moveTo>
                    <a:pt x="1331646" y="834417"/>
                  </a:moveTo>
                  <a:lnTo>
                    <a:pt x="1343786" y="836180"/>
                  </a:lnTo>
                  <a:lnTo>
                    <a:pt x="1345265" y="831837"/>
                  </a:lnTo>
                  <a:close/>
                  <a:moveTo>
                    <a:pt x="1647149" y="1163278"/>
                  </a:moveTo>
                  <a:lnTo>
                    <a:pt x="1663726" y="1186539"/>
                  </a:lnTo>
                  <a:lnTo>
                    <a:pt x="1679199" y="1124841"/>
                  </a:lnTo>
                  <a:close/>
                  <a:moveTo>
                    <a:pt x="1453906" y="916633"/>
                  </a:moveTo>
                  <a:lnTo>
                    <a:pt x="1547296" y="992099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19359" y="998848"/>
                  </a:lnTo>
                  <a:lnTo>
                    <a:pt x="1547296" y="992099"/>
                  </a:lnTo>
                  <a:close/>
                  <a:moveTo>
                    <a:pt x="1547296" y="992099"/>
                  </a:moveTo>
                  <a:lnTo>
                    <a:pt x="1624584" y="889766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39852" y="898059"/>
                  </a:lnTo>
                  <a:lnTo>
                    <a:pt x="1440646" y="909796"/>
                  </a:lnTo>
                  <a:close/>
                  <a:moveTo>
                    <a:pt x="1440646" y="909796"/>
                  </a:moveTo>
                  <a:lnTo>
                    <a:pt x="1539852" y="898059"/>
                  </a:lnTo>
                  <a:lnTo>
                    <a:pt x="1553113" y="836431"/>
                  </a:lnTo>
                  <a:close/>
                  <a:moveTo>
                    <a:pt x="1440646" y="909796"/>
                  </a:moveTo>
                  <a:lnTo>
                    <a:pt x="1553113" y="836431"/>
                  </a:lnTo>
                  <a:lnTo>
                    <a:pt x="1469769" y="803479"/>
                  </a:lnTo>
                  <a:close/>
                  <a:moveTo>
                    <a:pt x="1331646" y="834417"/>
                  </a:moveTo>
                  <a:lnTo>
                    <a:pt x="1345265" y="831837"/>
                  </a:lnTo>
                  <a:lnTo>
                    <a:pt x="1381033" y="750366"/>
                  </a:lnTo>
                  <a:close/>
                  <a:moveTo>
                    <a:pt x="1454855" y="795981"/>
                  </a:moveTo>
                  <a:lnTo>
                    <a:pt x="1440646" y="909796"/>
                  </a:lnTo>
                  <a:lnTo>
                    <a:pt x="1469769" y="803479"/>
                  </a:lnTo>
                  <a:close/>
                  <a:moveTo>
                    <a:pt x="1454855" y="795981"/>
                  </a:moveTo>
                  <a:lnTo>
                    <a:pt x="1348446" y="834417"/>
                  </a:lnTo>
                  <a:lnTo>
                    <a:pt x="1440646" y="909796"/>
                  </a:lnTo>
                  <a:close/>
                  <a:moveTo>
                    <a:pt x="1348446" y="834417"/>
                  </a:moveTo>
                  <a:lnTo>
                    <a:pt x="1454855" y="795981"/>
                  </a:lnTo>
                  <a:lnTo>
                    <a:pt x="1345265" y="831837"/>
                  </a:lnTo>
                  <a:close/>
                  <a:moveTo>
                    <a:pt x="1454855" y="795981"/>
                  </a:moveTo>
                  <a:lnTo>
                    <a:pt x="1381033" y="750366"/>
                  </a:lnTo>
                  <a:lnTo>
                    <a:pt x="1345265" y="831837"/>
                  </a:lnTo>
                  <a:close/>
                  <a:moveTo>
                    <a:pt x="1736146" y="963442"/>
                  </a:moveTo>
                  <a:lnTo>
                    <a:pt x="1683301" y="1042626"/>
                  </a:lnTo>
                  <a:lnTo>
                    <a:pt x="1784887" y="930475"/>
                  </a:lnTo>
                  <a:close/>
                  <a:moveTo>
                    <a:pt x="1471702" y="792779"/>
                  </a:moveTo>
                  <a:lnTo>
                    <a:pt x="1454855" y="795981"/>
                  </a:lnTo>
                  <a:lnTo>
                    <a:pt x="1469769" y="803479"/>
                  </a:lnTo>
                  <a:close/>
                  <a:moveTo>
                    <a:pt x="1440838" y="480108"/>
                  </a:moveTo>
                  <a:lnTo>
                    <a:pt x="1308582" y="479484"/>
                  </a:lnTo>
                  <a:lnTo>
                    <a:pt x="1366423" y="480542"/>
                  </a:lnTo>
                  <a:close/>
                  <a:moveTo>
                    <a:pt x="1941411" y="591427"/>
                  </a:moveTo>
                  <a:lnTo>
                    <a:pt x="1877376" y="680671"/>
                  </a:lnTo>
                  <a:lnTo>
                    <a:pt x="1904219" y="667578"/>
                  </a:lnTo>
                  <a:close/>
                  <a:moveTo>
                    <a:pt x="2138375" y="414155"/>
                  </a:moveTo>
                  <a:lnTo>
                    <a:pt x="2087229" y="364097"/>
                  </a:lnTo>
                  <a:lnTo>
                    <a:pt x="2034210" y="338155"/>
                  </a:lnTo>
                  <a:close/>
                  <a:moveTo>
                    <a:pt x="2138375" y="414155"/>
                  </a:moveTo>
                  <a:lnTo>
                    <a:pt x="2228741" y="399332"/>
                  </a:lnTo>
                  <a:lnTo>
                    <a:pt x="2096305" y="357154"/>
                  </a:lnTo>
                  <a:close/>
                  <a:moveTo>
                    <a:pt x="2034210" y="338155"/>
                  </a:moveTo>
                  <a:lnTo>
                    <a:pt x="2072541" y="357154"/>
                  </a:lnTo>
                  <a:lnTo>
                    <a:pt x="2046466" y="275150"/>
                  </a:lnTo>
                  <a:close/>
                  <a:moveTo>
                    <a:pt x="2046466" y="275150"/>
                  </a:moveTo>
                  <a:lnTo>
                    <a:pt x="2084468" y="353776"/>
                  </a:lnTo>
                  <a:lnTo>
                    <a:pt x="2131441" y="314197"/>
                  </a:lnTo>
                  <a:close/>
                  <a:moveTo>
                    <a:pt x="2338193" y="472983"/>
                  </a:moveTo>
                  <a:lnTo>
                    <a:pt x="2270454" y="467460"/>
                  </a:lnTo>
                  <a:lnTo>
                    <a:pt x="2272002" y="561075"/>
                  </a:lnTo>
                  <a:close/>
                  <a:moveTo>
                    <a:pt x="2338193" y="472983"/>
                  </a:moveTo>
                  <a:lnTo>
                    <a:pt x="2340528" y="370991"/>
                  </a:lnTo>
                  <a:lnTo>
                    <a:pt x="2270454" y="467460"/>
                  </a:lnTo>
                  <a:close/>
                  <a:moveTo>
                    <a:pt x="2228741" y="399332"/>
                  </a:moveTo>
                  <a:lnTo>
                    <a:pt x="2340528" y="370991"/>
                  </a:lnTo>
                  <a:lnTo>
                    <a:pt x="2342705" y="331562"/>
                  </a:lnTo>
                  <a:close/>
                  <a:moveTo>
                    <a:pt x="2340528" y="370991"/>
                  </a:moveTo>
                  <a:lnTo>
                    <a:pt x="2413814" y="372004"/>
                  </a:lnTo>
                  <a:lnTo>
                    <a:pt x="2342705" y="331562"/>
                  </a:lnTo>
                  <a:close/>
                  <a:moveTo>
                    <a:pt x="2163093" y="198066"/>
                  </a:moveTo>
                  <a:lnTo>
                    <a:pt x="2131441" y="314197"/>
                  </a:lnTo>
                  <a:lnTo>
                    <a:pt x="2136335" y="318717"/>
                  </a:lnTo>
                  <a:close/>
                  <a:moveTo>
                    <a:pt x="2338893" y="272229"/>
                  </a:moveTo>
                  <a:lnTo>
                    <a:pt x="2257899" y="293146"/>
                  </a:lnTo>
                  <a:lnTo>
                    <a:pt x="2342705" y="331562"/>
                  </a:lnTo>
                  <a:close/>
                  <a:moveTo>
                    <a:pt x="2258012" y="277391"/>
                  </a:moveTo>
                  <a:lnTo>
                    <a:pt x="2338893" y="272229"/>
                  </a:lnTo>
                  <a:lnTo>
                    <a:pt x="2314354" y="192086"/>
                  </a:lnTo>
                  <a:close/>
                  <a:moveTo>
                    <a:pt x="2258012" y="277391"/>
                  </a:moveTo>
                  <a:lnTo>
                    <a:pt x="2314354" y="192086"/>
                  </a:lnTo>
                  <a:lnTo>
                    <a:pt x="2250245" y="183614"/>
                  </a:lnTo>
                  <a:close/>
                  <a:moveTo>
                    <a:pt x="2403973" y="279912"/>
                  </a:moveTo>
                  <a:lnTo>
                    <a:pt x="2342705" y="331562"/>
                  </a:lnTo>
                  <a:lnTo>
                    <a:pt x="2404204" y="282840"/>
                  </a:lnTo>
                  <a:close/>
                  <a:moveTo>
                    <a:pt x="2403973" y="279912"/>
                  </a:moveTo>
                  <a:lnTo>
                    <a:pt x="2338893" y="272229"/>
                  </a:lnTo>
                  <a:lnTo>
                    <a:pt x="2342705" y="331562"/>
                  </a:lnTo>
                  <a:close/>
                  <a:moveTo>
                    <a:pt x="2338893" y="272229"/>
                  </a:moveTo>
                  <a:lnTo>
                    <a:pt x="2403973" y="279912"/>
                  </a:lnTo>
                  <a:lnTo>
                    <a:pt x="2314354" y="192086"/>
                  </a:lnTo>
                  <a:close/>
                  <a:moveTo>
                    <a:pt x="2250245" y="183614"/>
                  </a:moveTo>
                  <a:lnTo>
                    <a:pt x="2307775" y="97342"/>
                  </a:lnTo>
                  <a:lnTo>
                    <a:pt x="2237315" y="94033"/>
                  </a:lnTo>
                  <a:close/>
                  <a:moveTo>
                    <a:pt x="2237315" y="94033"/>
                  </a:moveTo>
                  <a:lnTo>
                    <a:pt x="2307775" y="97342"/>
                  </a:lnTo>
                  <a:lnTo>
                    <a:pt x="2304393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54" name="Candidate_density__2153">
              <a:extLst>
                <a:ext uri="{FF2B5EF4-FFF2-40B4-BE49-F238E27FC236}">
                  <a16:creationId xmlns:a16="http://schemas.microsoft.com/office/drawing/2014/main" id="{822AC62D-6C44-BCD9-4E54-A71353EE9ADE}"/>
                </a:ext>
              </a:extLst>
            </p:cNvPr>
            <p:cNvSpPr>
              <a:spLocks noGrp="1"/>
            </p:cNvSpPr>
            <p:nvPr/>
          </p:nvSpPr>
          <p:spPr>
            <a:xfrm>
              <a:off x="3581177" y="1819900"/>
              <a:ext cx="2201255" cy="1572508"/>
            </a:xfrm>
            <a:custGeom>
              <a:avLst/>
              <a:gdLst/>
              <a:ahLst/>
              <a:cxnLst/>
              <a:rect l="0" t="0" r="0" b="0"/>
              <a:pathLst>
                <a:path w="2201255" h="1572508">
                  <a:moveTo>
                    <a:pt x="314314" y="1490293"/>
                  </a:moveTo>
                  <a:lnTo>
                    <a:pt x="438693" y="1532924"/>
                  </a:lnTo>
                  <a:lnTo>
                    <a:pt x="401684" y="1464317"/>
                  </a:lnTo>
                  <a:close/>
                  <a:moveTo>
                    <a:pt x="438783" y="1534072"/>
                  </a:moveTo>
                  <a:lnTo>
                    <a:pt x="438693" y="1532924"/>
                  </a:lnTo>
                  <a:lnTo>
                    <a:pt x="314314" y="1490293"/>
                  </a:lnTo>
                  <a:close/>
                  <a:moveTo>
                    <a:pt x="363817" y="1572508"/>
                  </a:moveTo>
                  <a:lnTo>
                    <a:pt x="438783" y="1534072"/>
                  </a:lnTo>
                  <a:lnTo>
                    <a:pt x="314314" y="1490293"/>
                  </a:lnTo>
                  <a:close/>
                  <a:moveTo>
                    <a:pt x="401684" y="1464317"/>
                  </a:moveTo>
                  <a:lnTo>
                    <a:pt x="438693" y="1532924"/>
                  </a:lnTo>
                  <a:lnTo>
                    <a:pt x="432779" y="1451856"/>
                  </a:lnTo>
                  <a:close/>
                  <a:moveTo>
                    <a:pt x="4436" y="1040781"/>
                  </a:moveTo>
                  <a:lnTo>
                    <a:pt x="0" y="1048050"/>
                  </a:lnTo>
                  <a:lnTo>
                    <a:pt x="15062" y="1063667"/>
                  </a:lnTo>
                  <a:close/>
                  <a:moveTo>
                    <a:pt x="5821" y="1029114"/>
                  </a:moveTo>
                  <a:lnTo>
                    <a:pt x="0" y="1048050"/>
                  </a:lnTo>
                  <a:lnTo>
                    <a:pt x="4436" y="1040781"/>
                  </a:lnTo>
                  <a:close/>
                  <a:moveTo>
                    <a:pt x="438783" y="1534072"/>
                  </a:moveTo>
                  <a:lnTo>
                    <a:pt x="439264" y="1535058"/>
                  </a:lnTo>
                  <a:lnTo>
                    <a:pt x="439763" y="1533452"/>
                  </a:lnTo>
                  <a:close/>
                  <a:moveTo>
                    <a:pt x="438783" y="1534072"/>
                  </a:moveTo>
                  <a:lnTo>
                    <a:pt x="439763" y="1533452"/>
                  </a:lnTo>
                  <a:lnTo>
                    <a:pt x="438693" y="1532924"/>
                  </a:lnTo>
                  <a:close/>
                  <a:moveTo>
                    <a:pt x="4436" y="1040781"/>
                  </a:moveTo>
                  <a:lnTo>
                    <a:pt x="15062" y="1063667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4436" y="1040781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16678" y="1034491"/>
                  </a:lnTo>
                  <a:lnTo>
                    <a:pt x="13742" y="958566"/>
                  </a:lnTo>
                  <a:close/>
                  <a:moveTo>
                    <a:pt x="13742" y="958566"/>
                  </a:moveTo>
                  <a:lnTo>
                    <a:pt x="16678" y="1034491"/>
                  </a:lnTo>
                  <a:lnTo>
                    <a:pt x="88411" y="1002344"/>
                  </a:lnTo>
                  <a:close/>
                  <a:moveTo>
                    <a:pt x="13742" y="958566"/>
                  </a:moveTo>
                  <a:lnTo>
                    <a:pt x="88411" y="1002344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13742" y="958566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43583" y="891644"/>
                  </a:lnTo>
                  <a:lnTo>
                    <a:pt x="13742" y="958566"/>
                  </a:lnTo>
                  <a:close/>
                  <a:moveTo>
                    <a:pt x="382745" y="1079345"/>
                  </a:moveTo>
                  <a:lnTo>
                    <a:pt x="357566" y="1084560"/>
                  </a:lnTo>
                  <a:lnTo>
                    <a:pt x="445111" y="1128735"/>
                  </a:lnTo>
                  <a:close/>
                  <a:moveTo>
                    <a:pt x="445111" y="1128735"/>
                  </a:moveTo>
                  <a:lnTo>
                    <a:pt x="515137" y="1109672"/>
                  </a:lnTo>
                  <a:lnTo>
                    <a:pt x="487653" y="1054649"/>
                  </a:lnTo>
                  <a:close/>
                  <a:moveTo>
                    <a:pt x="445111" y="1128735"/>
                  </a:moveTo>
                  <a:lnTo>
                    <a:pt x="487653" y="1054649"/>
                  </a:lnTo>
                  <a:lnTo>
                    <a:pt x="382745" y="1079345"/>
                  </a:lnTo>
                  <a:close/>
                  <a:moveTo>
                    <a:pt x="84711" y="920129"/>
                  </a:moveTo>
                  <a:lnTo>
                    <a:pt x="133500" y="799925"/>
                  </a:lnTo>
                  <a:lnTo>
                    <a:pt x="95299" y="869799"/>
                  </a:lnTo>
                  <a:close/>
                  <a:moveTo>
                    <a:pt x="104400" y="837914"/>
                  </a:moveTo>
                  <a:lnTo>
                    <a:pt x="95299" y="869799"/>
                  </a:lnTo>
                  <a:lnTo>
                    <a:pt x="133500" y="799925"/>
                  </a:lnTo>
                  <a:close/>
                  <a:moveTo>
                    <a:pt x="133972" y="799188"/>
                  </a:moveTo>
                  <a:lnTo>
                    <a:pt x="104400" y="837914"/>
                  </a:lnTo>
                  <a:lnTo>
                    <a:pt x="133500" y="799925"/>
                  </a:lnTo>
                  <a:close/>
                  <a:moveTo>
                    <a:pt x="559625" y="1060803"/>
                  </a:moveTo>
                  <a:lnTo>
                    <a:pt x="515137" y="1109672"/>
                  </a:lnTo>
                  <a:lnTo>
                    <a:pt x="455436" y="1128338"/>
                  </a:lnTo>
                  <a:close/>
                  <a:moveTo>
                    <a:pt x="515137" y="1109672"/>
                  </a:moveTo>
                  <a:lnTo>
                    <a:pt x="559625" y="1060803"/>
                  </a:lnTo>
                  <a:lnTo>
                    <a:pt x="518666" y="1046123"/>
                  </a:lnTo>
                  <a:close/>
                  <a:moveTo>
                    <a:pt x="190150" y="730574"/>
                  </a:moveTo>
                  <a:lnTo>
                    <a:pt x="133972" y="799188"/>
                  </a:lnTo>
                  <a:lnTo>
                    <a:pt x="238533" y="696267"/>
                  </a:lnTo>
                  <a:close/>
                  <a:moveTo>
                    <a:pt x="337233" y="655385"/>
                  </a:moveTo>
                  <a:lnTo>
                    <a:pt x="258690" y="678826"/>
                  </a:lnTo>
                  <a:lnTo>
                    <a:pt x="362551" y="666087"/>
                  </a:lnTo>
                  <a:close/>
                  <a:moveTo>
                    <a:pt x="258690" y="678826"/>
                  </a:moveTo>
                  <a:lnTo>
                    <a:pt x="238533" y="696267"/>
                  </a:lnTo>
                  <a:lnTo>
                    <a:pt x="362551" y="666087"/>
                  </a:lnTo>
                  <a:close/>
                  <a:moveTo>
                    <a:pt x="1340897" y="1385668"/>
                  </a:moveTo>
                  <a:lnTo>
                    <a:pt x="1340809" y="1385312"/>
                  </a:lnTo>
                  <a:lnTo>
                    <a:pt x="1318488" y="1303800"/>
                  </a:lnTo>
                  <a:close/>
                  <a:moveTo>
                    <a:pt x="1228135" y="1424104"/>
                  </a:moveTo>
                  <a:lnTo>
                    <a:pt x="1340897" y="1385668"/>
                  </a:lnTo>
                  <a:lnTo>
                    <a:pt x="1209079" y="1341889"/>
                  </a:lnTo>
                  <a:close/>
                  <a:moveTo>
                    <a:pt x="660438" y="601953"/>
                  </a:moveTo>
                  <a:lnTo>
                    <a:pt x="678988" y="684169"/>
                  </a:lnTo>
                  <a:lnTo>
                    <a:pt x="748929" y="663144"/>
                  </a:lnTo>
                  <a:close/>
                  <a:moveTo>
                    <a:pt x="1340916" y="1385658"/>
                  </a:moveTo>
                  <a:lnTo>
                    <a:pt x="1340809" y="1385312"/>
                  </a:lnTo>
                  <a:lnTo>
                    <a:pt x="1340897" y="1385668"/>
                  </a:lnTo>
                  <a:close/>
                  <a:moveTo>
                    <a:pt x="1340809" y="1385312"/>
                  </a:moveTo>
                  <a:lnTo>
                    <a:pt x="1340916" y="1385658"/>
                  </a:lnTo>
                  <a:lnTo>
                    <a:pt x="1320592" y="1303453"/>
                  </a:lnTo>
                  <a:close/>
                  <a:moveTo>
                    <a:pt x="943229" y="810162"/>
                  </a:moveTo>
                  <a:lnTo>
                    <a:pt x="986323" y="853941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3229" y="810162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8218" y="753448"/>
                  </a:lnTo>
                  <a:lnTo>
                    <a:pt x="943229" y="810162"/>
                  </a:lnTo>
                  <a:close/>
                  <a:moveTo>
                    <a:pt x="948218" y="753448"/>
                  </a:moveTo>
                  <a:lnTo>
                    <a:pt x="1005823" y="753623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21507" y="689511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50908" y="706986"/>
                  </a:lnTo>
                  <a:lnTo>
                    <a:pt x="1021507" y="689511"/>
                  </a:lnTo>
                  <a:close/>
                  <a:moveTo>
                    <a:pt x="1050908" y="706986"/>
                  </a:moveTo>
                  <a:lnTo>
                    <a:pt x="1071710" y="651074"/>
                  </a:lnTo>
                  <a:lnTo>
                    <a:pt x="1021507" y="689511"/>
                  </a:lnTo>
                  <a:close/>
                  <a:moveTo>
                    <a:pt x="1102369" y="620731"/>
                  </a:moveTo>
                  <a:lnTo>
                    <a:pt x="1021507" y="689511"/>
                  </a:lnTo>
                  <a:lnTo>
                    <a:pt x="1071710" y="651074"/>
                  </a:lnTo>
                  <a:close/>
                  <a:moveTo>
                    <a:pt x="1219656" y="565388"/>
                  </a:moveTo>
                  <a:lnTo>
                    <a:pt x="1102369" y="620731"/>
                  </a:lnTo>
                  <a:lnTo>
                    <a:pt x="1154691" y="601152"/>
                  </a:lnTo>
                  <a:close/>
                  <a:moveTo>
                    <a:pt x="1759422" y="587144"/>
                  </a:moveTo>
                  <a:lnTo>
                    <a:pt x="1670620" y="617980"/>
                  </a:lnTo>
                  <a:lnTo>
                    <a:pt x="1775665" y="605316"/>
                  </a:lnTo>
                  <a:close/>
                  <a:moveTo>
                    <a:pt x="1700345" y="538913"/>
                  </a:moveTo>
                  <a:lnTo>
                    <a:pt x="1670620" y="617980"/>
                  </a:lnTo>
                  <a:lnTo>
                    <a:pt x="1759422" y="587144"/>
                  </a:lnTo>
                  <a:close/>
                  <a:moveTo>
                    <a:pt x="1699999" y="535764"/>
                  </a:moveTo>
                  <a:lnTo>
                    <a:pt x="1759422" y="587144"/>
                  </a:lnTo>
                  <a:lnTo>
                    <a:pt x="1774079" y="579543"/>
                  </a:lnTo>
                  <a:close/>
                  <a:moveTo>
                    <a:pt x="1699999" y="535764"/>
                  </a:moveTo>
                  <a:lnTo>
                    <a:pt x="1774079" y="579543"/>
                  </a:lnTo>
                  <a:lnTo>
                    <a:pt x="1759733" y="497328"/>
                  </a:lnTo>
                  <a:close/>
                  <a:moveTo>
                    <a:pt x="1759422" y="587144"/>
                  </a:moveTo>
                  <a:lnTo>
                    <a:pt x="1775665" y="605316"/>
                  </a:lnTo>
                  <a:lnTo>
                    <a:pt x="1774079" y="579543"/>
                  </a:lnTo>
                  <a:close/>
                  <a:moveTo>
                    <a:pt x="1775665" y="605316"/>
                  </a:moveTo>
                  <a:lnTo>
                    <a:pt x="1802410" y="652288"/>
                  </a:lnTo>
                  <a:lnTo>
                    <a:pt x="1774079" y="579543"/>
                  </a:lnTo>
                  <a:close/>
                  <a:moveTo>
                    <a:pt x="1774079" y="579543"/>
                  </a:moveTo>
                  <a:lnTo>
                    <a:pt x="1886363" y="623322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774079" y="579543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853994" y="541107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759733" y="497328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842006" y="458892"/>
                  </a:lnTo>
                  <a:lnTo>
                    <a:pt x="1841302" y="376677"/>
                  </a:lnTo>
                  <a:close/>
                  <a:moveTo>
                    <a:pt x="1842006" y="458892"/>
                  </a:moveTo>
                  <a:lnTo>
                    <a:pt x="1921929" y="515621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888522" y="442687"/>
                  </a:lnTo>
                  <a:lnTo>
                    <a:pt x="1921929" y="515621"/>
                  </a:lnTo>
                  <a:close/>
                  <a:moveTo>
                    <a:pt x="1841302" y="376677"/>
                  </a:moveTo>
                  <a:lnTo>
                    <a:pt x="1888522" y="442687"/>
                  </a:lnTo>
                  <a:lnTo>
                    <a:pt x="1853718" y="370890"/>
                  </a:lnTo>
                  <a:close/>
                  <a:moveTo>
                    <a:pt x="1841302" y="376677"/>
                  </a:moveTo>
                  <a:lnTo>
                    <a:pt x="1842006" y="458892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915189" y="338240"/>
                  </a:lnTo>
                  <a:lnTo>
                    <a:pt x="1888522" y="442687"/>
                  </a:lnTo>
                  <a:close/>
                  <a:moveTo>
                    <a:pt x="1915189" y="338240"/>
                  </a:moveTo>
                  <a:lnTo>
                    <a:pt x="1853718" y="370890"/>
                  </a:lnTo>
                  <a:lnTo>
                    <a:pt x="1888522" y="442687"/>
                  </a:lnTo>
                  <a:close/>
                  <a:moveTo>
                    <a:pt x="1843096" y="363572"/>
                  </a:moveTo>
                  <a:lnTo>
                    <a:pt x="1841302" y="376677"/>
                  </a:lnTo>
                  <a:lnTo>
                    <a:pt x="1853718" y="370890"/>
                  </a:lnTo>
                  <a:close/>
                  <a:moveTo>
                    <a:pt x="1850176" y="294461"/>
                  </a:moveTo>
                  <a:lnTo>
                    <a:pt x="1853718" y="370890"/>
                  </a:lnTo>
                  <a:lnTo>
                    <a:pt x="1915189" y="338240"/>
                  </a:lnTo>
                  <a:close/>
                  <a:moveTo>
                    <a:pt x="1850176" y="294461"/>
                  </a:moveTo>
                  <a:lnTo>
                    <a:pt x="1915189" y="338240"/>
                  </a:lnTo>
                  <a:lnTo>
                    <a:pt x="1919542" y="256025"/>
                  </a:lnTo>
                  <a:close/>
                  <a:moveTo>
                    <a:pt x="1963164" y="420455"/>
                  </a:moveTo>
                  <a:lnTo>
                    <a:pt x="2013769" y="401456"/>
                  </a:lnTo>
                  <a:lnTo>
                    <a:pt x="1993539" y="299804"/>
                  </a:lnTo>
                  <a:close/>
                  <a:moveTo>
                    <a:pt x="1915189" y="338240"/>
                  </a:moveTo>
                  <a:lnTo>
                    <a:pt x="1963164" y="420455"/>
                  </a:lnTo>
                  <a:lnTo>
                    <a:pt x="1993539" y="299804"/>
                  </a:lnTo>
                  <a:close/>
                  <a:moveTo>
                    <a:pt x="1919542" y="256025"/>
                  </a:moveTo>
                  <a:lnTo>
                    <a:pt x="2002459" y="250339"/>
                  </a:lnTo>
                  <a:lnTo>
                    <a:pt x="1975845" y="232103"/>
                  </a:lnTo>
                  <a:close/>
                  <a:moveTo>
                    <a:pt x="1993539" y="299804"/>
                  </a:moveTo>
                  <a:lnTo>
                    <a:pt x="2002459" y="250339"/>
                  </a:lnTo>
                  <a:lnTo>
                    <a:pt x="1919542" y="256025"/>
                  </a:lnTo>
                  <a:close/>
                  <a:moveTo>
                    <a:pt x="1915189" y="338240"/>
                  </a:moveTo>
                  <a:lnTo>
                    <a:pt x="1993539" y="299804"/>
                  </a:lnTo>
                  <a:lnTo>
                    <a:pt x="1919542" y="256025"/>
                  </a:lnTo>
                  <a:close/>
                  <a:moveTo>
                    <a:pt x="1936105" y="217459"/>
                  </a:moveTo>
                  <a:lnTo>
                    <a:pt x="1919542" y="256025"/>
                  </a:lnTo>
                  <a:lnTo>
                    <a:pt x="1975845" y="232103"/>
                  </a:lnTo>
                  <a:close/>
                  <a:moveTo>
                    <a:pt x="1955803" y="173810"/>
                  </a:moveTo>
                  <a:lnTo>
                    <a:pt x="1975845" y="232103"/>
                  </a:lnTo>
                  <a:lnTo>
                    <a:pt x="2005326" y="217588"/>
                  </a:lnTo>
                  <a:close/>
                  <a:moveTo>
                    <a:pt x="1975845" y="232103"/>
                  </a:moveTo>
                  <a:lnTo>
                    <a:pt x="2002459" y="250339"/>
                  </a:lnTo>
                  <a:lnTo>
                    <a:pt x="2005326" y="217588"/>
                  </a:lnTo>
                  <a:close/>
                  <a:moveTo>
                    <a:pt x="2030371" y="287867"/>
                  </a:moveTo>
                  <a:lnTo>
                    <a:pt x="2136006" y="255791"/>
                  </a:lnTo>
                  <a:lnTo>
                    <a:pt x="2005326" y="217588"/>
                  </a:lnTo>
                  <a:close/>
                  <a:moveTo>
                    <a:pt x="2005326" y="217588"/>
                  </a:moveTo>
                  <a:lnTo>
                    <a:pt x="2136006" y="255791"/>
                  </a:lnTo>
                  <a:lnTo>
                    <a:pt x="2078754" y="179152"/>
                  </a:lnTo>
                  <a:close/>
                  <a:moveTo>
                    <a:pt x="2005326" y="217588"/>
                  </a:moveTo>
                  <a:lnTo>
                    <a:pt x="2002459" y="250339"/>
                  </a:lnTo>
                  <a:lnTo>
                    <a:pt x="2030371" y="287867"/>
                  </a:lnTo>
                  <a:close/>
                  <a:moveTo>
                    <a:pt x="2012720" y="135373"/>
                  </a:moveTo>
                  <a:lnTo>
                    <a:pt x="2005326" y="217588"/>
                  </a:lnTo>
                  <a:lnTo>
                    <a:pt x="2078754" y="179152"/>
                  </a:lnTo>
                  <a:close/>
                  <a:moveTo>
                    <a:pt x="2012720" y="135373"/>
                  </a:moveTo>
                  <a:lnTo>
                    <a:pt x="2078754" y="179152"/>
                  </a:lnTo>
                  <a:lnTo>
                    <a:pt x="2088838" y="96937"/>
                  </a:lnTo>
                  <a:close/>
                  <a:moveTo>
                    <a:pt x="2088838" y="96937"/>
                  </a:moveTo>
                  <a:lnTo>
                    <a:pt x="2090822" y="86855"/>
                  </a:lnTo>
                  <a:lnTo>
                    <a:pt x="2010732" y="53158"/>
                  </a:lnTo>
                  <a:close/>
                  <a:moveTo>
                    <a:pt x="2012720" y="135373"/>
                  </a:moveTo>
                  <a:lnTo>
                    <a:pt x="2088838" y="96937"/>
                  </a:lnTo>
                  <a:lnTo>
                    <a:pt x="2010732" y="53158"/>
                  </a:lnTo>
                  <a:close/>
                  <a:moveTo>
                    <a:pt x="2088838" y="96937"/>
                  </a:moveTo>
                  <a:lnTo>
                    <a:pt x="2135610" y="162809"/>
                  </a:lnTo>
                  <a:lnTo>
                    <a:pt x="2096690" y="94358"/>
                  </a:lnTo>
                  <a:close/>
                  <a:moveTo>
                    <a:pt x="2088838" y="96937"/>
                  </a:moveTo>
                  <a:lnTo>
                    <a:pt x="2078754" y="179152"/>
                  </a:lnTo>
                  <a:lnTo>
                    <a:pt x="2135610" y="162809"/>
                  </a:lnTo>
                  <a:close/>
                  <a:moveTo>
                    <a:pt x="2135610" y="162809"/>
                  </a:moveTo>
                  <a:lnTo>
                    <a:pt x="2201255" y="69941"/>
                  </a:lnTo>
                  <a:lnTo>
                    <a:pt x="2096690" y="94358"/>
                  </a:lnTo>
                  <a:close/>
                  <a:moveTo>
                    <a:pt x="2090822" y="86855"/>
                  </a:moveTo>
                  <a:lnTo>
                    <a:pt x="2088838" y="96937"/>
                  </a:lnTo>
                  <a:lnTo>
                    <a:pt x="2096690" y="94358"/>
                  </a:lnTo>
                  <a:close/>
                  <a:moveTo>
                    <a:pt x="2096690" y="94358"/>
                  </a:moveTo>
                  <a:lnTo>
                    <a:pt x="2108858" y="14722"/>
                  </a:lnTo>
                  <a:lnTo>
                    <a:pt x="2090822" y="86855"/>
                  </a:lnTo>
                  <a:close/>
                  <a:moveTo>
                    <a:pt x="2164168" y="0"/>
                  </a:moveTo>
                  <a:lnTo>
                    <a:pt x="2108858" y="14722"/>
                  </a:lnTo>
                  <a:lnTo>
                    <a:pt x="2096690" y="94358"/>
                  </a:lnTo>
                  <a:close/>
                  <a:moveTo>
                    <a:pt x="2201255" y="69941"/>
                  </a:moveTo>
                  <a:lnTo>
                    <a:pt x="2164168" y="0"/>
                  </a:lnTo>
                  <a:lnTo>
                    <a:pt x="2096690" y="9435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55" name="Candidate_density__2154">
              <a:extLst>
                <a:ext uri="{FF2B5EF4-FFF2-40B4-BE49-F238E27FC236}">
                  <a16:creationId xmlns:a16="http://schemas.microsoft.com/office/drawing/2014/main" id="{D8A436F2-F89F-5F0F-F25C-FDB6AAC5F5FF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450836"/>
              <a:ext cx="2289224" cy="1078249"/>
            </a:xfrm>
            <a:custGeom>
              <a:avLst/>
              <a:gdLst/>
              <a:ahLst/>
              <a:cxnLst/>
              <a:rect l="0" t="0" r="0" b="0"/>
              <a:pathLst>
                <a:path w="2289224" h="1078249">
                  <a:moveTo>
                    <a:pt x="136375" y="764218"/>
                  </a:moveTo>
                  <a:lnTo>
                    <a:pt x="205885" y="738704"/>
                  </a:lnTo>
                  <a:lnTo>
                    <a:pt x="171795" y="753801"/>
                  </a:lnTo>
                  <a:close/>
                  <a:moveTo>
                    <a:pt x="0" y="605347"/>
                  </a:moveTo>
                  <a:lnTo>
                    <a:pt x="74662" y="605837"/>
                  </a:lnTo>
                  <a:lnTo>
                    <a:pt x="9959" y="606215"/>
                  </a:lnTo>
                  <a:close/>
                  <a:moveTo>
                    <a:pt x="712180" y="502744"/>
                  </a:moveTo>
                  <a:lnTo>
                    <a:pt x="737256" y="550411"/>
                  </a:lnTo>
                  <a:lnTo>
                    <a:pt x="728395" y="541180"/>
                  </a:lnTo>
                  <a:close/>
                  <a:moveTo>
                    <a:pt x="709858" y="511431"/>
                  </a:moveTo>
                  <a:lnTo>
                    <a:pt x="708735" y="601860"/>
                  </a:lnTo>
                  <a:lnTo>
                    <a:pt x="712180" y="502744"/>
                  </a:lnTo>
                  <a:close/>
                  <a:moveTo>
                    <a:pt x="669759" y="361505"/>
                  </a:moveTo>
                  <a:lnTo>
                    <a:pt x="711188" y="420528"/>
                  </a:lnTo>
                  <a:lnTo>
                    <a:pt x="656396" y="344134"/>
                  </a:lnTo>
                  <a:close/>
                  <a:moveTo>
                    <a:pt x="1291795" y="1078249"/>
                  </a:moveTo>
                  <a:lnTo>
                    <a:pt x="1323928" y="1065825"/>
                  </a:lnTo>
                  <a:lnTo>
                    <a:pt x="1225804" y="1047178"/>
                  </a:lnTo>
                  <a:close/>
                  <a:moveTo>
                    <a:pt x="1225804" y="1047178"/>
                  </a:moveTo>
                  <a:lnTo>
                    <a:pt x="1323928" y="1065825"/>
                  </a:lnTo>
                  <a:lnTo>
                    <a:pt x="1349094" y="1014278"/>
                  </a:lnTo>
                  <a:close/>
                  <a:moveTo>
                    <a:pt x="1366780" y="930894"/>
                  </a:moveTo>
                  <a:lnTo>
                    <a:pt x="1349094" y="1014278"/>
                  </a:lnTo>
                  <a:lnTo>
                    <a:pt x="1367074" y="957597"/>
                  </a:lnTo>
                  <a:close/>
                  <a:moveTo>
                    <a:pt x="1377758" y="906246"/>
                  </a:moveTo>
                  <a:lnTo>
                    <a:pt x="1366780" y="930894"/>
                  </a:lnTo>
                  <a:lnTo>
                    <a:pt x="1434974" y="841512"/>
                  </a:lnTo>
                  <a:close/>
                  <a:moveTo>
                    <a:pt x="1356993" y="919161"/>
                  </a:moveTo>
                  <a:lnTo>
                    <a:pt x="1366780" y="930894"/>
                  </a:lnTo>
                  <a:lnTo>
                    <a:pt x="1377758" y="906246"/>
                  </a:lnTo>
                  <a:close/>
                  <a:moveTo>
                    <a:pt x="1222683" y="672516"/>
                  </a:moveTo>
                  <a:lnTo>
                    <a:pt x="1167847" y="678741"/>
                  </a:lnTo>
                  <a:lnTo>
                    <a:pt x="1160042" y="677508"/>
                  </a:lnTo>
                  <a:close/>
                  <a:moveTo>
                    <a:pt x="1434974" y="841512"/>
                  </a:moveTo>
                  <a:lnTo>
                    <a:pt x="1449277" y="824326"/>
                  </a:lnTo>
                  <a:lnTo>
                    <a:pt x="1415021" y="830366"/>
                  </a:lnTo>
                  <a:close/>
                  <a:moveTo>
                    <a:pt x="1377758" y="906246"/>
                  </a:moveTo>
                  <a:lnTo>
                    <a:pt x="1434974" y="841512"/>
                  </a:lnTo>
                  <a:lnTo>
                    <a:pt x="1415021" y="830366"/>
                  </a:lnTo>
                  <a:close/>
                  <a:moveTo>
                    <a:pt x="1502110" y="798510"/>
                  </a:moveTo>
                  <a:lnTo>
                    <a:pt x="1569778" y="887045"/>
                  </a:lnTo>
                  <a:lnTo>
                    <a:pt x="1558684" y="880725"/>
                  </a:lnTo>
                  <a:close/>
                  <a:moveTo>
                    <a:pt x="1434974" y="841512"/>
                  </a:moveTo>
                  <a:lnTo>
                    <a:pt x="1569778" y="887045"/>
                  </a:lnTo>
                  <a:lnTo>
                    <a:pt x="1502110" y="798510"/>
                  </a:lnTo>
                  <a:close/>
                  <a:moveTo>
                    <a:pt x="1568680" y="787845"/>
                  </a:moveTo>
                  <a:lnTo>
                    <a:pt x="1599067" y="863234"/>
                  </a:lnTo>
                  <a:lnTo>
                    <a:pt x="1584760" y="880725"/>
                  </a:lnTo>
                  <a:close/>
                  <a:moveTo>
                    <a:pt x="1799249" y="121028"/>
                  </a:moveTo>
                  <a:lnTo>
                    <a:pt x="1755872" y="195793"/>
                  </a:lnTo>
                  <a:lnTo>
                    <a:pt x="1794982" y="224589"/>
                  </a:lnTo>
                  <a:close/>
                  <a:moveTo>
                    <a:pt x="1870637" y="113036"/>
                  </a:moveTo>
                  <a:lnTo>
                    <a:pt x="1875618" y="119533"/>
                  </a:lnTo>
                  <a:lnTo>
                    <a:pt x="1884403" y="116008"/>
                  </a:lnTo>
                  <a:close/>
                  <a:moveTo>
                    <a:pt x="1834632" y="145122"/>
                  </a:moveTo>
                  <a:lnTo>
                    <a:pt x="1870637" y="113036"/>
                  </a:lnTo>
                  <a:lnTo>
                    <a:pt x="1805576" y="99943"/>
                  </a:lnTo>
                  <a:close/>
                  <a:moveTo>
                    <a:pt x="1805576" y="99943"/>
                  </a:moveTo>
                  <a:lnTo>
                    <a:pt x="1799249" y="121028"/>
                  </a:lnTo>
                  <a:lnTo>
                    <a:pt x="1834632" y="145122"/>
                  </a:lnTo>
                  <a:close/>
                  <a:moveTo>
                    <a:pt x="1916348" y="74600"/>
                  </a:moveTo>
                  <a:lnTo>
                    <a:pt x="1870637" y="113036"/>
                  </a:lnTo>
                  <a:lnTo>
                    <a:pt x="1884403" y="116008"/>
                  </a:lnTo>
                  <a:close/>
                  <a:moveTo>
                    <a:pt x="1884403" y="116008"/>
                  </a:moveTo>
                  <a:lnTo>
                    <a:pt x="1958428" y="114116"/>
                  </a:lnTo>
                  <a:lnTo>
                    <a:pt x="2012359" y="100553"/>
                  </a:lnTo>
                  <a:close/>
                  <a:moveTo>
                    <a:pt x="2012359" y="100553"/>
                  </a:moveTo>
                  <a:lnTo>
                    <a:pt x="1958428" y="114116"/>
                  </a:lnTo>
                  <a:lnTo>
                    <a:pt x="2094094" y="127488"/>
                  </a:lnTo>
                  <a:close/>
                  <a:moveTo>
                    <a:pt x="2142901" y="94768"/>
                  </a:moveTo>
                  <a:lnTo>
                    <a:pt x="2094094" y="127488"/>
                  </a:lnTo>
                  <a:lnTo>
                    <a:pt x="2218271" y="97905"/>
                  </a:lnTo>
                  <a:close/>
                  <a:moveTo>
                    <a:pt x="2289224" y="25647"/>
                  </a:moveTo>
                  <a:lnTo>
                    <a:pt x="2246240" y="0"/>
                  </a:lnTo>
                  <a:lnTo>
                    <a:pt x="2218271" y="9790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56" name="Candidate_density__2155">
              <a:extLst>
                <a:ext uri="{FF2B5EF4-FFF2-40B4-BE49-F238E27FC236}">
                  <a16:creationId xmlns:a16="http://schemas.microsoft.com/office/drawing/2014/main" id="{88F48DD9-9E3F-4087-3D2A-701E43EFAB1F}"/>
                </a:ext>
              </a:extLst>
            </p:cNvPr>
            <p:cNvSpPr>
              <a:spLocks noGrp="1"/>
            </p:cNvSpPr>
            <p:nvPr/>
          </p:nvSpPr>
          <p:spPr>
            <a:xfrm>
              <a:off x="3669339" y="2571864"/>
              <a:ext cx="1810438" cy="772692"/>
            </a:xfrm>
            <a:custGeom>
              <a:avLst/>
              <a:gdLst/>
              <a:ahLst/>
              <a:cxnLst/>
              <a:rect l="0" t="0" r="0" b="0"/>
              <a:pathLst>
                <a:path w="1810438" h="772692">
                  <a:moveTo>
                    <a:pt x="64702" y="484809"/>
                  </a:moveTo>
                  <a:lnTo>
                    <a:pt x="83974" y="477510"/>
                  </a:lnTo>
                  <a:lnTo>
                    <a:pt x="0" y="485187"/>
                  </a:lnTo>
                  <a:close/>
                  <a:moveTo>
                    <a:pt x="136308" y="234780"/>
                  </a:moveTo>
                  <a:lnTo>
                    <a:pt x="134928" y="250380"/>
                  </a:lnTo>
                  <a:lnTo>
                    <a:pt x="160069" y="195761"/>
                  </a:lnTo>
                  <a:close/>
                  <a:moveTo>
                    <a:pt x="1513509" y="772692"/>
                  </a:moveTo>
                  <a:lnTo>
                    <a:pt x="1559819" y="766018"/>
                  </a:lnTo>
                  <a:lnTo>
                    <a:pt x="1425015" y="720484"/>
                  </a:lnTo>
                  <a:close/>
                  <a:moveTo>
                    <a:pt x="1574801" y="759697"/>
                  </a:moveTo>
                  <a:lnTo>
                    <a:pt x="1559819" y="766018"/>
                  </a:lnTo>
                  <a:lnTo>
                    <a:pt x="1577680" y="677482"/>
                  </a:lnTo>
                  <a:close/>
                  <a:moveTo>
                    <a:pt x="1492151" y="677482"/>
                  </a:moveTo>
                  <a:lnTo>
                    <a:pt x="1548725" y="759697"/>
                  </a:lnTo>
                  <a:lnTo>
                    <a:pt x="1589107" y="742206"/>
                  </a:lnTo>
                  <a:close/>
                  <a:moveTo>
                    <a:pt x="1789623" y="112661"/>
                  </a:moveTo>
                  <a:lnTo>
                    <a:pt x="1789290" y="0"/>
                  </a:lnTo>
                  <a:lnTo>
                    <a:pt x="1785022" y="103561"/>
                  </a:lnTo>
                  <a:close/>
                  <a:moveTo>
                    <a:pt x="1810438" y="30445"/>
                  </a:moveTo>
                  <a:lnTo>
                    <a:pt x="1789290" y="0"/>
                  </a:lnTo>
                  <a:lnTo>
                    <a:pt x="1789623" y="11266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57" name="Candidate_density__2156">
              <a:extLst>
                <a:ext uri="{FF2B5EF4-FFF2-40B4-BE49-F238E27FC236}">
                  <a16:creationId xmlns:a16="http://schemas.microsoft.com/office/drawing/2014/main" id="{79F37CBD-DCF8-18A3-171C-A76BD7637DA6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13180"/>
              <a:ext cx="1882225" cy="964960"/>
            </a:xfrm>
            <a:custGeom>
              <a:avLst/>
              <a:gdLst/>
              <a:ahLst/>
              <a:cxnLst/>
              <a:rect l="0" t="0" r="0" b="0"/>
              <a:pathLst>
                <a:path w="1882225" h="964960">
                  <a:moveTo>
                    <a:pt x="86799" y="676360"/>
                  </a:moveTo>
                  <a:lnTo>
                    <a:pt x="72637" y="701874"/>
                  </a:lnTo>
                  <a:lnTo>
                    <a:pt x="108057" y="691457"/>
                  </a:lnTo>
                  <a:close/>
                  <a:moveTo>
                    <a:pt x="82590" y="659695"/>
                  </a:moveTo>
                  <a:lnTo>
                    <a:pt x="61926" y="649990"/>
                  </a:lnTo>
                  <a:lnTo>
                    <a:pt x="108057" y="691457"/>
                  </a:lnTo>
                  <a:close/>
                  <a:moveTo>
                    <a:pt x="86799" y="676360"/>
                  </a:moveTo>
                  <a:lnTo>
                    <a:pt x="61926" y="649990"/>
                  </a:lnTo>
                  <a:lnTo>
                    <a:pt x="9078" y="592863"/>
                  </a:lnTo>
                  <a:close/>
                  <a:moveTo>
                    <a:pt x="0" y="555709"/>
                  </a:moveTo>
                  <a:lnTo>
                    <a:pt x="4729" y="583788"/>
                  </a:lnTo>
                  <a:lnTo>
                    <a:pt x="9078" y="592863"/>
                  </a:lnTo>
                  <a:close/>
                  <a:moveTo>
                    <a:pt x="274305" y="720139"/>
                  </a:moveTo>
                  <a:lnTo>
                    <a:pt x="336688" y="773749"/>
                  </a:lnTo>
                  <a:lnTo>
                    <a:pt x="253924" y="715175"/>
                  </a:lnTo>
                  <a:close/>
                  <a:moveTo>
                    <a:pt x="439823" y="665497"/>
                  </a:moveTo>
                  <a:lnTo>
                    <a:pt x="447923" y="578550"/>
                  </a:lnTo>
                  <a:lnTo>
                    <a:pt x="433837" y="681702"/>
                  </a:lnTo>
                  <a:close/>
                  <a:moveTo>
                    <a:pt x="412957" y="561051"/>
                  </a:moveTo>
                  <a:lnTo>
                    <a:pt x="487355" y="628007"/>
                  </a:lnTo>
                  <a:lnTo>
                    <a:pt x="433837" y="681702"/>
                  </a:lnTo>
                  <a:close/>
                  <a:moveTo>
                    <a:pt x="569856" y="540012"/>
                  </a:moveTo>
                  <a:lnTo>
                    <a:pt x="561402" y="643266"/>
                  </a:lnTo>
                  <a:lnTo>
                    <a:pt x="516989" y="523601"/>
                  </a:lnTo>
                  <a:close/>
                  <a:moveTo>
                    <a:pt x="566525" y="642812"/>
                  </a:moveTo>
                  <a:lnTo>
                    <a:pt x="561402" y="643266"/>
                  </a:lnTo>
                  <a:lnTo>
                    <a:pt x="569856" y="540012"/>
                  </a:lnTo>
                  <a:close/>
                  <a:moveTo>
                    <a:pt x="646121" y="449087"/>
                  </a:moveTo>
                  <a:lnTo>
                    <a:pt x="569856" y="540012"/>
                  </a:lnTo>
                  <a:lnTo>
                    <a:pt x="533874" y="523279"/>
                  </a:lnTo>
                  <a:close/>
                  <a:moveTo>
                    <a:pt x="1214309" y="964960"/>
                  </a:moveTo>
                  <a:lnTo>
                    <a:pt x="1285356" y="951934"/>
                  </a:lnTo>
                  <a:lnTo>
                    <a:pt x="1255670" y="904401"/>
                  </a:lnTo>
                  <a:close/>
                  <a:moveTo>
                    <a:pt x="1273885" y="831663"/>
                  </a:moveTo>
                  <a:lnTo>
                    <a:pt x="1255670" y="904401"/>
                  </a:lnTo>
                  <a:lnTo>
                    <a:pt x="1293255" y="856817"/>
                  </a:lnTo>
                  <a:close/>
                  <a:moveTo>
                    <a:pt x="1273503" y="755873"/>
                  </a:moveTo>
                  <a:lnTo>
                    <a:pt x="1293255" y="856817"/>
                  </a:lnTo>
                  <a:lnTo>
                    <a:pt x="1314020" y="843902"/>
                  </a:lnTo>
                  <a:close/>
                  <a:moveTo>
                    <a:pt x="1365983" y="717288"/>
                  </a:moveTo>
                  <a:lnTo>
                    <a:pt x="1351283" y="768022"/>
                  </a:lnTo>
                  <a:lnTo>
                    <a:pt x="1404352" y="736166"/>
                  </a:lnTo>
                  <a:close/>
                  <a:moveTo>
                    <a:pt x="1365983" y="717288"/>
                  </a:moveTo>
                  <a:lnTo>
                    <a:pt x="1414381" y="725278"/>
                  </a:lnTo>
                  <a:lnTo>
                    <a:pt x="1373873" y="637280"/>
                  </a:lnTo>
                  <a:close/>
                  <a:moveTo>
                    <a:pt x="1207900" y="166002"/>
                  </a:moveTo>
                  <a:lnTo>
                    <a:pt x="1169264" y="204439"/>
                  </a:lnTo>
                  <a:lnTo>
                    <a:pt x="1218652" y="120387"/>
                  </a:lnTo>
                  <a:close/>
                  <a:moveTo>
                    <a:pt x="1341794" y="86936"/>
                  </a:moveTo>
                  <a:lnTo>
                    <a:pt x="1270379" y="133867"/>
                  </a:lnTo>
                  <a:lnTo>
                    <a:pt x="1218652" y="120387"/>
                  </a:lnTo>
                  <a:close/>
                  <a:moveTo>
                    <a:pt x="1469241" y="89129"/>
                  </a:moveTo>
                  <a:lnTo>
                    <a:pt x="1427722" y="129550"/>
                  </a:lnTo>
                  <a:lnTo>
                    <a:pt x="1476458" y="96562"/>
                  </a:lnTo>
                  <a:close/>
                  <a:moveTo>
                    <a:pt x="1469241" y="89129"/>
                  </a:moveTo>
                  <a:lnTo>
                    <a:pt x="1425094" y="127566"/>
                  </a:lnTo>
                  <a:lnTo>
                    <a:pt x="1427722" y="129550"/>
                  </a:lnTo>
                  <a:close/>
                  <a:moveTo>
                    <a:pt x="1425094" y="127566"/>
                  </a:moveTo>
                  <a:lnTo>
                    <a:pt x="1469241" y="89129"/>
                  </a:lnTo>
                  <a:lnTo>
                    <a:pt x="1341794" y="86936"/>
                  </a:lnTo>
                  <a:close/>
                  <a:moveTo>
                    <a:pt x="1469241" y="89129"/>
                  </a:moveTo>
                  <a:lnTo>
                    <a:pt x="1395878" y="73945"/>
                  </a:lnTo>
                  <a:lnTo>
                    <a:pt x="1341794" y="86936"/>
                  </a:lnTo>
                  <a:close/>
                  <a:moveTo>
                    <a:pt x="1708082" y="220575"/>
                  </a:moveTo>
                  <a:lnTo>
                    <a:pt x="1692134" y="133449"/>
                  </a:lnTo>
                  <a:lnTo>
                    <a:pt x="1709931" y="215123"/>
                  </a:lnTo>
                  <a:close/>
                  <a:moveTo>
                    <a:pt x="1852610" y="12256"/>
                  </a:moveTo>
                  <a:lnTo>
                    <a:pt x="1869776" y="22079"/>
                  </a:lnTo>
                  <a:lnTo>
                    <a:pt x="1882225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58" name="Candidate_density__2157">
              <a:extLst>
                <a:ext uri="{FF2B5EF4-FFF2-40B4-BE49-F238E27FC236}">
                  <a16:creationId xmlns:a16="http://schemas.microsoft.com/office/drawing/2014/main" id="{3D50A30F-AC7F-515D-F59B-1ADD2B292391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49518"/>
              <a:ext cx="2156541" cy="1028622"/>
            </a:xfrm>
            <a:custGeom>
              <a:avLst/>
              <a:gdLst/>
              <a:ahLst/>
              <a:cxnLst/>
              <a:rect l="0" t="0" r="0" b="0"/>
              <a:pathLst>
                <a:path w="2156541" h="1028622">
                  <a:moveTo>
                    <a:pt x="340078" y="807556"/>
                  </a:moveTo>
                  <a:lnTo>
                    <a:pt x="383636" y="837411"/>
                  </a:lnTo>
                  <a:lnTo>
                    <a:pt x="321253" y="783801"/>
                  </a:lnTo>
                  <a:close/>
                  <a:moveTo>
                    <a:pt x="0" y="575593"/>
                  </a:moveTo>
                  <a:lnTo>
                    <a:pt x="51678" y="647451"/>
                  </a:lnTo>
                  <a:lnTo>
                    <a:pt x="46948" y="619371"/>
                  </a:lnTo>
                  <a:close/>
                  <a:moveTo>
                    <a:pt x="472396" y="890614"/>
                  </a:moveTo>
                  <a:lnTo>
                    <a:pt x="486049" y="849568"/>
                  </a:lnTo>
                  <a:lnTo>
                    <a:pt x="417763" y="866016"/>
                  </a:lnTo>
                  <a:close/>
                  <a:moveTo>
                    <a:pt x="486251" y="749311"/>
                  </a:moveTo>
                  <a:lnTo>
                    <a:pt x="480785" y="745365"/>
                  </a:lnTo>
                  <a:lnTo>
                    <a:pt x="383636" y="837411"/>
                  </a:lnTo>
                  <a:close/>
                  <a:moveTo>
                    <a:pt x="383636" y="837411"/>
                  </a:moveTo>
                  <a:lnTo>
                    <a:pt x="417763" y="866016"/>
                  </a:lnTo>
                  <a:lnTo>
                    <a:pt x="486049" y="849568"/>
                  </a:lnTo>
                  <a:close/>
                  <a:moveTo>
                    <a:pt x="486049" y="849568"/>
                  </a:moveTo>
                  <a:lnTo>
                    <a:pt x="486251" y="749311"/>
                  </a:lnTo>
                  <a:lnTo>
                    <a:pt x="383636" y="837411"/>
                  </a:lnTo>
                  <a:close/>
                  <a:moveTo>
                    <a:pt x="570019" y="841894"/>
                  </a:moveTo>
                  <a:lnTo>
                    <a:pt x="501234" y="745365"/>
                  </a:lnTo>
                  <a:lnTo>
                    <a:pt x="486251" y="749311"/>
                  </a:lnTo>
                  <a:close/>
                  <a:moveTo>
                    <a:pt x="570019" y="841894"/>
                  </a:moveTo>
                  <a:lnTo>
                    <a:pt x="486251" y="749311"/>
                  </a:lnTo>
                  <a:lnTo>
                    <a:pt x="486049" y="849568"/>
                  </a:lnTo>
                  <a:close/>
                  <a:moveTo>
                    <a:pt x="486251" y="749311"/>
                  </a:moveTo>
                  <a:lnTo>
                    <a:pt x="501234" y="745365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86251" y="749311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94871" y="642212"/>
                  </a:lnTo>
                  <a:lnTo>
                    <a:pt x="459905" y="624713"/>
                  </a:lnTo>
                  <a:close/>
                  <a:moveTo>
                    <a:pt x="612542" y="707232"/>
                  </a:moveTo>
                  <a:lnTo>
                    <a:pt x="501234" y="745365"/>
                  </a:lnTo>
                  <a:lnTo>
                    <a:pt x="581405" y="804321"/>
                  </a:lnTo>
                  <a:close/>
                  <a:moveTo>
                    <a:pt x="501234" y="745365"/>
                  </a:moveTo>
                  <a:lnTo>
                    <a:pt x="612542" y="707232"/>
                  </a:lnTo>
                  <a:lnTo>
                    <a:pt x="494871" y="642212"/>
                  </a:lnTo>
                  <a:close/>
                  <a:moveTo>
                    <a:pt x="501234" y="745365"/>
                  </a:moveTo>
                  <a:lnTo>
                    <a:pt x="494871" y="642212"/>
                  </a:lnTo>
                  <a:lnTo>
                    <a:pt x="486772" y="729159"/>
                  </a:lnTo>
                  <a:close/>
                  <a:moveTo>
                    <a:pt x="687270" y="707070"/>
                  </a:moveTo>
                  <a:lnTo>
                    <a:pt x="612542" y="707232"/>
                  </a:lnTo>
                  <a:lnTo>
                    <a:pt x="581405" y="804321"/>
                  </a:lnTo>
                  <a:close/>
                  <a:moveTo>
                    <a:pt x="398196" y="560123"/>
                  </a:moveTo>
                  <a:lnTo>
                    <a:pt x="459905" y="624713"/>
                  </a:lnTo>
                  <a:lnTo>
                    <a:pt x="494871" y="642212"/>
                  </a:lnTo>
                  <a:close/>
                  <a:moveTo>
                    <a:pt x="330284" y="460283"/>
                  </a:moveTo>
                  <a:lnTo>
                    <a:pt x="351013" y="500237"/>
                  </a:lnTo>
                  <a:lnTo>
                    <a:pt x="347734" y="498719"/>
                  </a:lnTo>
                  <a:close/>
                  <a:moveTo>
                    <a:pt x="504056" y="534653"/>
                  </a:moveTo>
                  <a:lnTo>
                    <a:pt x="616804" y="603674"/>
                  </a:lnTo>
                  <a:lnTo>
                    <a:pt x="566507" y="586277"/>
                  </a:lnTo>
                  <a:close/>
                  <a:moveTo>
                    <a:pt x="520097" y="542499"/>
                  </a:moveTo>
                  <a:lnTo>
                    <a:pt x="616804" y="603674"/>
                  </a:lnTo>
                  <a:lnTo>
                    <a:pt x="504056" y="534653"/>
                  </a:lnTo>
                  <a:close/>
                  <a:moveTo>
                    <a:pt x="580823" y="586941"/>
                  </a:moveTo>
                  <a:lnTo>
                    <a:pt x="616804" y="603674"/>
                  </a:lnTo>
                  <a:lnTo>
                    <a:pt x="520097" y="542499"/>
                  </a:lnTo>
                  <a:close/>
                  <a:moveTo>
                    <a:pt x="469519" y="421846"/>
                  </a:moveTo>
                  <a:lnTo>
                    <a:pt x="463786" y="460283"/>
                  </a:lnTo>
                  <a:lnTo>
                    <a:pt x="514074" y="504062"/>
                  </a:lnTo>
                  <a:close/>
                  <a:moveTo>
                    <a:pt x="469519" y="421846"/>
                  </a:moveTo>
                  <a:lnTo>
                    <a:pt x="464633" y="431184"/>
                  </a:lnTo>
                  <a:lnTo>
                    <a:pt x="463786" y="460283"/>
                  </a:lnTo>
                  <a:close/>
                  <a:moveTo>
                    <a:pt x="484012" y="250671"/>
                  </a:moveTo>
                  <a:lnTo>
                    <a:pt x="601555" y="301195"/>
                  </a:lnTo>
                  <a:lnTo>
                    <a:pt x="606585" y="311705"/>
                  </a:lnTo>
                  <a:close/>
                  <a:moveTo>
                    <a:pt x="407902" y="151863"/>
                  </a:moveTo>
                  <a:lnTo>
                    <a:pt x="317071" y="165116"/>
                  </a:lnTo>
                  <a:lnTo>
                    <a:pt x="397907" y="257417"/>
                  </a:lnTo>
                  <a:close/>
                  <a:moveTo>
                    <a:pt x="411086" y="257417"/>
                  </a:moveTo>
                  <a:lnTo>
                    <a:pt x="484012" y="250671"/>
                  </a:lnTo>
                  <a:lnTo>
                    <a:pt x="407902" y="151863"/>
                  </a:lnTo>
                  <a:close/>
                  <a:moveTo>
                    <a:pt x="1256056" y="920479"/>
                  </a:moveTo>
                  <a:lnTo>
                    <a:pt x="1261257" y="1028622"/>
                  </a:lnTo>
                  <a:lnTo>
                    <a:pt x="1302618" y="968063"/>
                  </a:lnTo>
                  <a:close/>
                  <a:moveTo>
                    <a:pt x="1256056" y="920479"/>
                  </a:moveTo>
                  <a:lnTo>
                    <a:pt x="1302618" y="968063"/>
                  </a:lnTo>
                  <a:lnTo>
                    <a:pt x="1320833" y="895325"/>
                  </a:lnTo>
                  <a:close/>
                  <a:moveTo>
                    <a:pt x="1320833" y="895325"/>
                  </a:moveTo>
                  <a:lnTo>
                    <a:pt x="1340204" y="920479"/>
                  </a:lnTo>
                  <a:lnTo>
                    <a:pt x="1320451" y="819535"/>
                  </a:lnTo>
                  <a:close/>
                  <a:moveTo>
                    <a:pt x="1320451" y="819535"/>
                  </a:moveTo>
                  <a:lnTo>
                    <a:pt x="1360968" y="907564"/>
                  </a:lnTo>
                  <a:lnTo>
                    <a:pt x="1398231" y="831685"/>
                  </a:lnTo>
                  <a:close/>
                  <a:moveTo>
                    <a:pt x="1412931" y="780950"/>
                  </a:moveTo>
                  <a:lnTo>
                    <a:pt x="1320451" y="819535"/>
                  </a:lnTo>
                  <a:lnTo>
                    <a:pt x="1398231" y="831685"/>
                  </a:lnTo>
                  <a:close/>
                  <a:moveTo>
                    <a:pt x="1420822" y="700942"/>
                  </a:moveTo>
                  <a:lnTo>
                    <a:pt x="1342735" y="687648"/>
                  </a:lnTo>
                  <a:lnTo>
                    <a:pt x="1303662" y="717612"/>
                  </a:lnTo>
                  <a:close/>
                  <a:moveTo>
                    <a:pt x="1420822" y="700942"/>
                  </a:moveTo>
                  <a:lnTo>
                    <a:pt x="1465164" y="698986"/>
                  </a:lnTo>
                  <a:lnTo>
                    <a:pt x="1430136" y="679176"/>
                  </a:lnTo>
                  <a:close/>
                  <a:moveTo>
                    <a:pt x="1420822" y="700942"/>
                  </a:moveTo>
                  <a:lnTo>
                    <a:pt x="1461330" y="788940"/>
                  </a:lnTo>
                  <a:lnTo>
                    <a:pt x="1465164" y="698986"/>
                  </a:lnTo>
                  <a:close/>
                  <a:moveTo>
                    <a:pt x="1451300" y="799828"/>
                  </a:moveTo>
                  <a:lnTo>
                    <a:pt x="1461330" y="788940"/>
                  </a:lnTo>
                  <a:lnTo>
                    <a:pt x="1412931" y="780950"/>
                  </a:lnTo>
                  <a:close/>
                  <a:moveTo>
                    <a:pt x="1303662" y="717612"/>
                  </a:moveTo>
                  <a:lnTo>
                    <a:pt x="1337067" y="681942"/>
                  </a:lnTo>
                  <a:lnTo>
                    <a:pt x="1407660" y="651734"/>
                  </a:lnTo>
                  <a:close/>
                  <a:moveTo>
                    <a:pt x="1407660" y="651734"/>
                  </a:moveTo>
                  <a:lnTo>
                    <a:pt x="1365501" y="619326"/>
                  </a:lnTo>
                  <a:lnTo>
                    <a:pt x="1302562" y="635398"/>
                  </a:lnTo>
                  <a:close/>
                  <a:moveTo>
                    <a:pt x="1407660" y="651734"/>
                  </a:moveTo>
                  <a:lnTo>
                    <a:pt x="1430136" y="679176"/>
                  </a:lnTo>
                  <a:lnTo>
                    <a:pt x="1365501" y="619326"/>
                  </a:lnTo>
                  <a:close/>
                  <a:moveTo>
                    <a:pt x="1430136" y="679176"/>
                  </a:moveTo>
                  <a:lnTo>
                    <a:pt x="1465164" y="698986"/>
                  </a:lnTo>
                  <a:lnTo>
                    <a:pt x="1365501" y="619326"/>
                  </a:lnTo>
                  <a:close/>
                  <a:moveTo>
                    <a:pt x="1420822" y="700942"/>
                  </a:moveTo>
                  <a:lnTo>
                    <a:pt x="1430136" y="679176"/>
                  </a:lnTo>
                  <a:lnTo>
                    <a:pt x="1427673" y="668873"/>
                  </a:lnTo>
                  <a:close/>
                  <a:moveTo>
                    <a:pt x="1427673" y="668873"/>
                  </a:moveTo>
                  <a:lnTo>
                    <a:pt x="1430136" y="679176"/>
                  </a:lnTo>
                  <a:lnTo>
                    <a:pt x="1407660" y="651734"/>
                  </a:lnTo>
                  <a:close/>
                  <a:moveTo>
                    <a:pt x="1339422" y="229664"/>
                  </a:moveTo>
                  <a:lnTo>
                    <a:pt x="1356269" y="226462"/>
                  </a:lnTo>
                  <a:lnTo>
                    <a:pt x="1388742" y="150598"/>
                  </a:lnTo>
                  <a:close/>
                  <a:moveTo>
                    <a:pt x="1265600" y="184049"/>
                  </a:moveTo>
                  <a:lnTo>
                    <a:pt x="1339422" y="229664"/>
                  </a:lnTo>
                  <a:lnTo>
                    <a:pt x="1388742" y="150598"/>
                  </a:lnTo>
                  <a:close/>
                  <a:moveTo>
                    <a:pt x="1356269" y="226462"/>
                  </a:moveTo>
                  <a:lnTo>
                    <a:pt x="1472042" y="191228"/>
                  </a:lnTo>
                  <a:lnTo>
                    <a:pt x="1388742" y="150598"/>
                  </a:lnTo>
                  <a:close/>
                  <a:moveTo>
                    <a:pt x="1565546" y="254324"/>
                  </a:moveTo>
                  <a:lnTo>
                    <a:pt x="1568446" y="235007"/>
                  </a:lnTo>
                  <a:lnTo>
                    <a:pt x="1523406" y="160224"/>
                  </a:lnTo>
                  <a:close/>
                  <a:moveTo>
                    <a:pt x="1565546" y="254324"/>
                  </a:moveTo>
                  <a:lnTo>
                    <a:pt x="1523406" y="160224"/>
                  </a:lnTo>
                  <a:lnTo>
                    <a:pt x="1474670" y="193212"/>
                  </a:lnTo>
                  <a:close/>
                  <a:moveTo>
                    <a:pt x="1739082" y="197112"/>
                  </a:moveTo>
                  <a:lnTo>
                    <a:pt x="1732670" y="196570"/>
                  </a:lnTo>
                  <a:lnTo>
                    <a:pt x="1756880" y="278785"/>
                  </a:lnTo>
                  <a:close/>
                  <a:moveTo>
                    <a:pt x="1761943" y="114354"/>
                  </a:moveTo>
                  <a:lnTo>
                    <a:pt x="1737554" y="188367"/>
                  </a:lnTo>
                  <a:lnTo>
                    <a:pt x="1782460" y="122346"/>
                  </a:lnTo>
                  <a:close/>
                  <a:moveTo>
                    <a:pt x="1782460" y="122346"/>
                  </a:moveTo>
                  <a:lnTo>
                    <a:pt x="1737554" y="188367"/>
                  </a:lnTo>
                  <a:lnTo>
                    <a:pt x="1739082" y="197112"/>
                  </a:lnTo>
                  <a:close/>
                  <a:moveTo>
                    <a:pt x="1956760" y="20222"/>
                  </a:moveTo>
                  <a:lnTo>
                    <a:pt x="1899558" y="75918"/>
                  </a:lnTo>
                  <a:lnTo>
                    <a:pt x="1929173" y="63662"/>
                  </a:lnTo>
                  <a:close/>
                  <a:moveTo>
                    <a:pt x="1916724" y="85741"/>
                  </a:moveTo>
                  <a:lnTo>
                    <a:pt x="1987354" y="37482"/>
                  </a:lnTo>
                  <a:lnTo>
                    <a:pt x="1929173" y="63662"/>
                  </a:lnTo>
                  <a:close/>
                  <a:moveTo>
                    <a:pt x="2043493" y="65845"/>
                  </a:moveTo>
                  <a:lnTo>
                    <a:pt x="1987354" y="37482"/>
                  </a:lnTo>
                  <a:lnTo>
                    <a:pt x="1916724" y="85741"/>
                  </a:lnTo>
                  <a:close/>
                  <a:moveTo>
                    <a:pt x="2156541" y="0"/>
                  </a:moveTo>
                  <a:lnTo>
                    <a:pt x="2043493" y="65845"/>
                  </a:lnTo>
                  <a:lnTo>
                    <a:pt x="2126112" y="9608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59" name="Candidate_density__2158">
              <a:extLst>
                <a:ext uri="{FF2B5EF4-FFF2-40B4-BE49-F238E27FC236}">
                  <a16:creationId xmlns:a16="http://schemas.microsoft.com/office/drawing/2014/main" id="{5B561421-44E5-F8F2-3476-F489E3970557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2366349"/>
              <a:ext cx="2279550" cy="1111791"/>
            </a:xfrm>
            <a:custGeom>
              <a:avLst/>
              <a:gdLst/>
              <a:ahLst/>
              <a:cxnLst/>
              <a:rect l="0" t="0" r="0" b="0"/>
              <a:pathLst>
                <a:path w="2279550" h="1111791">
                  <a:moveTo>
                    <a:pt x="433735" y="920581"/>
                  </a:moveTo>
                  <a:lnTo>
                    <a:pt x="390177" y="890725"/>
                  </a:lnTo>
                  <a:lnTo>
                    <a:pt x="467862" y="949186"/>
                  </a:lnTo>
                  <a:close/>
                  <a:moveTo>
                    <a:pt x="0" y="576547"/>
                  </a:moveTo>
                  <a:lnTo>
                    <a:pt x="50099" y="658762"/>
                  </a:lnTo>
                  <a:lnTo>
                    <a:pt x="69587" y="620325"/>
                  </a:lnTo>
                  <a:close/>
                  <a:moveTo>
                    <a:pt x="544970" y="725381"/>
                  </a:moveTo>
                  <a:lnTo>
                    <a:pt x="662641" y="790402"/>
                  </a:lnTo>
                  <a:lnTo>
                    <a:pt x="632303" y="714974"/>
                  </a:lnTo>
                  <a:close/>
                  <a:moveTo>
                    <a:pt x="737370" y="790240"/>
                  </a:moveTo>
                  <a:lnTo>
                    <a:pt x="632303" y="714974"/>
                  </a:lnTo>
                  <a:lnTo>
                    <a:pt x="662641" y="790402"/>
                  </a:lnTo>
                  <a:close/>
                  <a:moveTo>
                    <a:pt x="488021" y="693144"/>
                  </a:moveTo>
                  <a:lnTo>
                    <a:pt x="510004" y="707883"/>
                  </a:lnTo>
                  <a:lnTo>
                    <a:pt x="448295" y="643293"/>
                  </a:lnTo>
                  <a:close/>
                  <a:moveTo>
                    <a:pt x="448295" y="643293"/>
                  </a:moveTo>
                  <a:lnTo>
                    <a:pt x="544970" y="725381"/>
                  </a:lnTo>
                  <a:lnTo>
                    <a:pt x="505742" y="657181"/>
                  </a:lnTo>
                  <a:close/>
                  <a:moveTo>
                    <a:pt x="448295" y="643293"/>
                  </a:moveTo>
                  <a:lnTo>
                    <a:pt x="401112" y="583406"/>
                  </a:lnTo>
                  <a:lnTo>
                    <a:pt x="395221" y="625849"/>
                  </a:lnTo>
                  <a:close/>
                  <a:moveTo>
                    <a:pt x="448295" y="643293"/>
                  </a:moveTo>
                  <a:lnTo>
                    <a:pt x="533672" y="585168"/>
                  </a:lnTo>
                  <a:lnTo>
                    <a:pt x="410543" y="581889"/>
                  </a:lnTo>
                  <a:close/>
                  <a:moveTo>
                    <a:pt x="410543" y="581889"/>
                  </a:moveTo>
                  <a:lnTo>
                    <a:pt x="401112" y="583406"/>
                  </a:lnTo>
                  <a:lnTo>
                    <a:pt x="448295" y="643293"/>
                  </a:lnTo>
                  <a:close/>
                  <a:moveTo>
                    <a:pt x="533672" y="585168"/>
                  </a:moveTo>
                  <a:lnTo>
                    <a:pt x="570197" y="625668"/>
                  </a:lnTo>
                  <a:lnTo>
                    <a:pt x="554155" y="617822"/>
                  </a:lnTo>
                  <a:close/>
                  <a:moveTo>
                    <a:pt x="564173" y="587231"/>
                  </a:moveTo>
                  <a:lnTo>
                    <a:pt x="533672" y="585168"/>
                  </a:lnTo>
                  <a:lnTo>
                    <a:pt x="554155" y="617822"/>
                  </a:lnTo>
                  <a:close/>
                  <a:moveTo>
                    <a:pt x="534111" y="333841"/>
                  </a:moveTo>
                  <a:lnTo>
                    <a:pt x="656684" y="394875"/>
                  </a:lnTo>
                  <a:lnTo>
                    <a:pt x="629529" y="316860"/>
                  </a:lnTo>
                  <a:close/>
                  <a:moveTo>
                    <a:pt x="458001" y="235032"/>
                  </a:moveTo>
                  <a:lnTo>
                    <a:pt x="531375" y="235973"/>
                  </a:lnTo>
                  <a:lnTo>
                    <a:pt x="515770" y="148568"/>
                  </a:lnTo>
                  <a:close/>
                  <a:moveTo>
                    <a:pt x="1306155" y="1003649"/>
                  </a:moveTo>
                  <a:lnTo>
                    <a:pt x="1249726" y="1042085"/>
                  </a:lnTo>
                  <a:lnTo>
                    <a:pt x="1311357" y="1111791"/>
                  </a:lnTo>
                  <a:close/>
                  <a:moveTo>
                    <a:pt x="1306155" y="1003649"/>
                  </a:moveTo>
                  <a:lnTo>
                    <a:pt x="1370932" y="978495"/>
                  </a:lnTo>
                  <a:lnTo>
                    <a:pt x="1348123" y="882997"/>
                  </a:lnTo>
                  <a:close/>
                  <a:moveTo>
                    <a:pt x="1463031" y="864120"/>
                  </a:moveTo>
                  <a:lnTo>
                    <a:pt x="1470921" y="784112"/>
                  </a:lnTo>
                  <a:lnTo>
                    <a:pt x="1353761" y="800782"/>
                  </a:lnTo>
                  <a:close/>
                  <a:moveTo>
                    <a:pt x="1386919" y="865404"/>
                  </a:moveTo>
                  <a:lnTo>
                    <a:pt x="1463031" y="864120"/>
                  </a:lnTo>
                  <a:lnTo>
                    <a:pt x="1353761" y="800782"/>
                  </a:lnTo>
                  <a:close/>
                  <a:moveTo>
                    <a:pt x="1352661" y="718568"/>
                  </a:moveTo>
                  <a:lnTo>
                    <a:pt x="1353761" y="800782"/>
                  </a:lnTo>
                  <a:lnTo>
                    <a:pt x="1457759" y="734903"/>
                  </a:lnTo>
                  <a:close/>
                  <a:moveTo>
                    <a:pt x="1613865" y="641694"/>
                  </a:moveTo>
                  <a:lnTo>
                    <a:pt x="1598392" y="703392"/>
                  </a:lnTo>
                  <a:lnTo>
                    <a:pt x="1572196" y="735870"/>
                  </a:lnTo>
                  <a:close/>
                  <a:moveTo>
                    <a:pt x="1632468" y="347094"/>
                  </a:moveTo>
                  <a:lnTo>
                    <a:pt x="1618545" y="318176"/>
                  </a:lnTo>
                  <a:lnTo>
                    <a:pt x="1615645" y="337493"/>
                  </a:lnTo>
                  <a:close/>
                  <a:moveTo>
                    <a:pt x="1674194" y="197524"/>
                  </a:moveTo>
                  <a:lnTo>
                    <a:pt x="1699565" y="220849"/>
                  </a:lnTo>
                  <a:lnTo>
                    <a:pt x="1679957" y="208394"/>
                  </a:lnTo>
                  <a:close/>
                  <a:moveTo>
                    <a:pt x="1787653" y="271537"/>
                  </a:moveTo>
                  <a:lnTo>
                    <a:pt x="1715310" y="197524"/>
                  </a:lnTo>
                  <a:lnTo>
                    <a:pt x="1789181" y="280281"/>
                  </a:lnTo>
                  <a:close/>
                  <a:moveTo>
                    <a:pt x="1789181" y="280281"/>
                  </a:moveTo>
                  <a:lnTo>
                    <a:pt x="1715310" y="197524"/>
                  </a:lnTo>
                  <a:lnTo>
                    <a:pt x="1679957" y="208394"/>
                  </a:lnTo>
                  <a:close/>
                  <a:moveTo>
                    <a:pt x="1699565" y="220849"/>
                  </a:moveTo>
                  <a:lnTo>
                    <a:pt x="1782769" y="27973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699565" y="22084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715310" y="197524"/>
                  </a:lnTo>
                  <a:lnTo>
                    <a:pt x="1689394" y="182822"/>
                  </a:lnTo>
                  <a:close/>
                  <a:moveTo>
                    <a:pt x="1674194" y="197524"/>
                  </a:moveTo>
                  <a:lnTo>
                    <a:pt x="1679957" y="208394"/>
                  </a:lnTo>
                  <a:lnTo>
                    <a:pt x="1689394" y="182822"/>
                  </a:lnTo>
                  <a:close/>
                  <a:moveTo>
                    <a:pt x="1604406" y="80266"/>
                  </a:moveTo>
                  <a:lnTo>
                    <a:pt x="1568115" y="38543"/>
                  </a:lnTo>
                  <a:lnTo>
                    <a:pt x="1577276" y="42290"/>
                  </a:lnTo>
                  <a:close/>
                  <a:moveTo>
                    <a:pt x="1604406" y="80266"/>
                  </a:moveTo>
                  <a:lnTo>
                    <a:pt x="1577276" y="42290"/>
                  </a:lnTo>
                  <a:lnTo>
                    <a:pt x="1659588" y="71384"/>
                  </a:lnTo>
                  <a:close/>
                  <a:moveTo>
                    <a:pt x="1715310" y="197524"/>
                  </a:moveTo>
                  <a:lnTo>
                    <a:pt x="1787653" y="271537"/>
                  </a:lnTo>
                  <a:lnTo>
                    <a:pt x="1778385" y="188965"/>
                  </a:lnTo>
                  <a:close/>
                  <a:moveTo>
                    <a:pt x="1688441" y="101404"/>
                  </a:moveTo>
                  <a:lnTo>
                    <a:pt x="1674194" y="197524"/>
                  </a:lnTo>
                  <a:lnTo>
                    <a:pt x="1689394" y="182822"/>
                  </a:lnTo>
                  <a:close/>
                  <a:moveTo>
                    <a:pt x="1778385" y="188965"/>
                  </a:moveTo>
                  <a:lnTo>
                    <a:pt x="1689394" y="182822"/>
                  </a:lnTo>
                  <a:lnTo>
                    <a:pt x="1715310" y="197524"/>
                  </a:lnTo>
                  <a:close/>
                  <a:moveTo>
                    <a:pt x="1688441" y="101404"/>
                  </a:moveTo>
                  <a:lnTo>
                    <a:pt x="1689394" y="182822"/>
                  </a:lnTo>
                  <a:lnTo>
                    <a:pt x="1778385" y="188965"/>
                  </a:lnTo>
                  <a:close/>
                  <a:moveTo>
                    <a:pt x="1778385" y="188965"/>
                  </a:moveTo>
                  <a:lnTo>
                    <a:pt x="1787653" y="271537"/>
                  </a:lnTo>
                  <a:lnTo>
                    <a:pt x="1812042" y="197524"/>
                  </a:lnTo>
                  <a:close/>
                  <a:moveTo>
                    <a:pt x="1778385" y="188965"/>
                  </a:moveTo>
                  <a:lnTo>
                    <a:pt x="1812042" y="197524"/>
                  </a:lnTo>
                  <a:lnTo>
                    <a:pt x="1757517" y="105839"/>
                  </a:lnTo>
                  <a:close/>
                  <a:moveTo>
                    <a:pt x="1626171" y="91436"/>
                  </a:moveTo>
                  <a:lnTo>
                    <a:pt x="1688441" y="101404"/>
                  </a:lnTo>
                  <a:lnTo>
                    <a:pt x="1659588" y="71384"/>
                  </a:lnTo>
                  <a:close/>
                  <a:moveTo>
                    <a:pt x="1876077" y="108280"/>
                  </a:moveTo>
                  <a:lnTo>
                    <a:pt x="1949657" y="159088"/>
                  </a:lnTo>
                  <a:lnTo>
                    <a:pt x="1934953" y="38436"/>
                  </a:lnTo>
                  <a:close/>
                  <a:moveTo>
                    <a:pt x="1934953" y="38436"/>
                  </a:moveTo>
                  <a:lnTo>
                    <a:pt x="1949657" y="159088"/>
                  </a:lnTo>
                  <a:lnTo>
                    <a:pt x="2006859" y="103392"/>
                  </a:lnTo>
                  <a:close/>
                  <a:moveTo>
                    <a:pt x="1979272" y="146832"/>
                  </a:moveTo>
                  <a:lnTo>
                    <a:pt x="2037453" y="120652"/>
                  </a:lnTo>
                  <a:lnTo>
                    <a:pt x="2006859" y="103392"/>
                  </a:lnTo>
                  <a:close/>
                  <a:moveTo>
                    <a:pt x="2037453" y="120652"/>
                  </a:moveTo>
                  <a:lnTo>
                    <a:pt x="2093592" y="149015"/>
                  </a:lnTo>
                  <a:lnTo>
                    <a:pt x="2107838" y="102902"/>
                  </a:lnTo>
                  <a:close/>
                  <a:moveTo>
                    <a:pt x="2006859" y="103392"/>
                  </a:moveTo>
                  <a:lnTo>
                    <a:pt x="2037453" y="120652"/>
                  </a:lnTo>
                  <a:lnTo>
                    <a:pt x="2095460" y="0"/>
                  </a:lnTo>
                  <a:close/>
                  <a:moveTo>
                    <a:pt x="2115828" y="16948"/>
                  </a:moveTo>
                  <a:lnTo>
                    <a:pt x="2037453" y="120652"/>
                  </a:lnTo>
                  <a:lnTo>
                    <a:pt x="2107838" y="102902"/>
                  </a:lnTo>
                  <a:close/>
                  <a:moveTo>
                    <a:pt x="2206640" y="83170"/>
                  </a:moveTo>
                  <a:lnTo>
                    <a:pt x="2107838" y="102902"/>
                  </a:lnTo>
                  <a:lnTo>
                    <a:pt x="2093592" y="149015"/>
                  </a:lnTo>
                  <a:close/>
                  <a:moveTo>
                    <a:pt x="2107838" y="102902"/>
                  </a:moveTo>
                  <a:lnTo>
                    <a:pt x="2206640" y="83170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06668" y="77928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79550" y="84488"/>
                  </a:lnTo>
                  <a:lnTo>
                    <a:pt x="2206668" y="7792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60" name="Candidate_density__2159">
              <a:extLst>
                <a:ext uri="{FF2B5EF4-FFF2-40B4-BE49-F238E27FC236}">
                  <a16:creationId xmlns:a16="http://schemas.microsoft.com/office/drawing/2014/main" id="{ABC0E5B1-E2F7-BF4B-CF63-7BEAC0F12B02}"/>
                </a:ext>
              </a:extLst>
            </p:cNvPr>
            <p:cNvSpPr>
              <a:spLocks noGrp="1"/>
            </p:cNvSpPr>
            <p:nvPr/>
          </p:nvSpPr>
          <p:spPr>
            <a:xfrm>
              <a:off x="3785043" y="2587125"/>
              <a:ext cx="1669318" cy="877989"/>
            </a:xfrm>
            <a:custGeom>
              <a:avLst/>
              <a:gdLst/>
              <a:ahLst/>
              <a:cxnLst/>
              <a:rect l="0" t="0" r="0" b="0"/>
              <a:pathLst>
                <a:path w="1669318" h="877989">
                  <a:moveTo>
                    <a:pt x="46131" y="617512"/>
                  </a:moveTo>
                  <a:lnTo>
                    <a:pt x="0" y="576045"/>
                  </a:lnTo>
                  <a:lnTo>
                    <a:pt x="24873" y="602416"/>
                  </a:lnTo>
                  <a:close/>
                  <a:moveTo>
                    <a:pt x="105483" y="624216"/>
                  </a:moveTo>
                  <a:lnTo>
                    <a:pt x="20664" y="585750"/>
                  </a:lnTo>
                  <a:lnTo>
                    <a:pt x="46131" y="617512"/>
                  </a:lnTo>
                  <a:close/>
                  <a:moveTo>
                    <a:pt x="371911" y="607758"/>
                  </a:moveTo>
                  <a:lnTo>
                    <a:pt x="340803" y="689973"/>
                  </a:lnTo>
                  <a:lnTo>
                    <a:pt x="274762" y="699804"/>
                  </a:lnTo>
                  <a:close/>
                  <a:moveTo>
                    <a:pt x="274762" y="699804"/>
                  </a:moveTo>
                  <a:lnTo>
                    <a:pt x="340803" y="689973"/>
                  </a:lnTo>
                  <a:lnTo>
                    <a:pt x="315587" y="701439"/>
                  </a:lnTo>
                  <a:close/>
                  <a:moveTo>
                    <a:pt x="191998" y="641230"/>
                  </a:moveTo>
                  <a:lnTo>
                    <a:pt x="274762" y="699804"/>
                  </a:lnTo>
                  <a:lnTo>
                    <a:pt x="315587" y="701439"/>
                  </a:lnTo>
                  <a:close/>
                  <a:moveTo>
                    <a:pt x="504599" y="568867"/>
                  </a:moveTo>
                  <a:lnTo>
                    <a:pt x="570291" y="615553"/>
                  </a:lnTo>
                  <a:lnTo>
                    <a:pt x="499476" y="569321"/>
                  </a:lnTo>
                  <a:close/>
                  <a:moveTo>
                    <a:pt x="507930" y="466067"/>
                  </a:moveTo>
                  <a:lnTo>
                    <a:pt x="554389" y="448670"/>
                  </a:lnTo>
                  <a:lnTo>
                    <a:pt x="504599" y="568867"/>
                  </a:lnTo>
                  <a:close/>
                  <a:moveTo>
                    <a:pt x="1193744" y="830456"/>
                  </a:moveTo>
                  <a:lnTo>
                    <a:pt x="1241116" y="794605"/>
                  </a:lnTo>
                  <a:lnTo>
                    <a:pt x="1231330" y="782872"/>
                  </a:lnTo>
                  <a:close/>
                  <a:moveTo>
                    <a:pt x="1223430" y="877989"/>
                  </a:moveTo>
                  <a:lnTo>
                    <a:pt x="1241116" y="794605"/>
                  </a:lnTo>
                  <a:lnTo>
                    <a:pt x="1193744" y="830456"/>
                  </a:lnTo>
                  <a:close/>
                  <a:moveTo>
                    <a:pt x="1042183" y="542452"/>
                  </a:moveTo>
                  <a:lnTo>
                    <a:pt x="1097019" y="536227"/>
                  </a:lnTo>
                  <a:lnTo>
                    <a:pt x="1133972" y="580005"/>
                  </a:lnTo>
                  <a:close/>
                  <a:moveTo>
                    <a:pt x="1133972" y="580005"/>
                  </a:moveTo>
                  <a:lnTo>
                    <a:pt x="1097019" y="536227"/>
                  </a:lnTo>
                  <a:lnTo>
                    <a:pt x="1133030" y="497791"/>
                  </a:lnTo>
                  <a:close/>
                  <a:moveTo>
                    <a:pt x="1042183" y="542452"/>
                  </a:moveTo>
                  <a:lnTo>
                    <a:pt x="1034692" y="577901"/>
                  </a:lnTo>
                  <a:lnTo>
                    <a:pt x="974535" y="568184"/>
                  </a:lnTo>
                  <a:close/>
                  <a:moveTo>
                    <a:pt x="1097019" y="536227"/>
                  </a:moveTo>
                  <a:lnTo>
                    <a:pt x="1121869" y="415576"/>
                  </a:lnTo>
                  <a:lnTo>
                    <a:pt x="1133030" y="497791"/>
                  </a:lnTo>
                  <a:close/>
                  <a:moveTo>
                    <a:pt x="1162308" y="397714"/>
                  </a:moveTo>
                  <a:lnTo>
                    <a:pt x="1121869" y="415576"/>
                  </a:lnTo>
                  <a:lnTo>
                    <a:pt x="1137473" y="404864"/>
                  </a:lnTo>
                  <a:close/>
                  <a:moveTo>
                    <a:pt x="1616699" y="270670"/>
                  </a:moveTo>
                  <a:lnTo>
                    <a:pt x="1645135" y="347645"/>
                  </a:lnTo>
                  <a:lnTo>
                    <a:pt x="1649392" y="382481"/>
                  </a:lnTo>
                  <a:close/>
                  <a:moveTo>
                    <a:pt x="1645135" y="347645"/>
                  </a:moveTo>
                  <a:lnTo>
                    <a:pt x="1616699" y="270670"/>
                  </a:lnTo>
                  <a:lnTo>
                    <a:pt x="1643664" y="344045"/>
                  </a:lnTo>
                  <a:close/>
                  <a:moveTo>
                    <a:pt x="1616699" y="270670"/>
                  </a:moveTo>
                  <a:lnTo>
                    <a:pt x="1606242" y="261829"/>
                  </a:lnTo>
                  <a:lnTo>
                    <a:pt x="1643664" y="344045"/>
                  </a:lnTo>
                  <a:close/>
                  <a:moveTo>
                    <a:pt x="1333953" y="0"/>
                  </a:moveTo>
                  <a:lnTo>
                    <a:pt x="1222047" y="53621"/>
                  </a:lnTo>
                  <a:lnTo>
                    <a:pt x="1279868" y="12991"/>
                  </a:lnTo>
                  <a:close/>
                  <a:moveTo>
                    <a:pt x="1606242" y="261829"/>
                  </a:moveTo>
                  <a:lnTo>
                    <a:pt x="1646156" y="146630"/>
                  </a:lnTo>
                  <a:lnTo>
                    <a:pt x="1648006" y="141178"/>
                  </a:lnTo>
                  <a:close/>
                  <a:moveTo>
                    <a:pt x="1630208" y="59505"/>
                  </a:moveTo>
                  <a:lnTo>
                    <a:pt x="1646156" y="146630"/>
                  </a:lnTo>
                  <a:lnTo>
                    <a:pt x="1669318" y="8830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61" name="Candidate_density__2160">
              <a:extLst>
                <a:ext uri="{FF2B5EF4-FFF2-40B4-BE49-F238E27FC236}">
                  <a16:creationId xmlns:a16="http://schemas.microsoft.com/office/drawing/2014/main" id="{4D1CD0B8-131E-5B46-F058-AA418B8F2122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1982709"/>
              <a:ext cx="2206668" cy="1425725"/>
            </a:xfrm>
            <a:custGeom>
              <a:avLst/>
              <a:gdLst/>
              <a:ahLst/>
              <a:cxnLst/>
              <a:rect l="0" t="0" r="0" b="0"/>
              <a:pathLst>
                <a:path w="2206668" h="1425725">
                  <a:moveTo>
                    <a:pt x="0" y="960186"/>
                  </a:moveTo>
                  <a:lnTo>
                    <a:pt x="69587" y="1003965"/>
                  </a:lnTo>
                  <a:lnTo>
                    <a:pt x="58142" y="921750"/>
                  </a:lnTo>
                  <a:close/>
                  <a:moveTo>
                    <a:pt x="43518" y="839535"/>
                  </a:moveTo>
                  <a:lnTo>
                    <a:pt x="0" y="960186"/>
                  </a:lnTo>
                  <a:lnTo>
                    <a:pt x="58142" y="921750"/>
                  </a:lnTo>
                  <a:close/>
                  <a:moveTo>
                    <a:pt x="505742" y="1040821"/>
                  </a:moveTo>
                  <a:lnTo>
                    <a:pt x="533672" y="968807"/>
                  </a:lnTo>
                  <a:lnTo>
                    <a:pt x="448295" y="1026932"/>
                  </a:lnTo>
                  <a:close/>
                  <a:moveTo>
                    <a:pt x="513885" y="927092"/>
                  </a:moveTo>
                  <a:lnTo>
                    <a:pt x="533672" y="968807"/>
                  </a:lnTo>
                  <a:lnTo>
                    <a:pt x="564173" y="970871"/>
                  </a:lnTo>
                  <a:close/>
                  <a:moveTo>
                    <a:pt x="458001" y="618672"/>
                  </a:moveTo>
                  <a:lnTo>
                    <a:pt x="534111" y="717481"/>
                  </a:lnTo>
                  <a:lnTo>
                    <a:pt x="531375" y="619613"/>
                  </a:lnTo>
                  <a:close/>
                  <a:moveTo>
                    <a:pt x="367170" y="631925"/>
                  </a:moveTo>
                  <a:lnTo>
                    <a:pt x="458001" y="618672"/>
                  </a:lnTo>
                  <a:lnTo>
                    <a:pt x="448219" y="526532"/>
                  </a:lnTo>
                  <a:close/>
                  <a:moveTo>
                    <a:pt x="458001" y="618672"/>
                  </a:moveTo>
                  <a:lnTo>
                    <a:pt x="515770" y="532208"/>
                  </a:lnTo>
                  <a:lnTo>
                    <a:pt x="448219" y="526532"/>
                  </a:lnTo>
                  <a:close/>
                  <a:moveTo>
                    <a:pt x="358872" y="538578"/>
                  </a:moveTo>
                  <a:lnTo>
                    <a:pt x="448219" y="526532"/>
                  </a:lnTo>
                  <a:lnTo>
                    <a:pt x="386316" y="481322"/>
                  </a:lnTo>
                  <a:close/>
                  <a:moveTo>
                    <a:pt x="1197203" y="1343509"/>
                  </a:moveTo>
                  <a:lnTo>
                    <a:pt x="1249726" y="1425725"/>
                  </a:lnTo>
                  <a:lnTo>
                    <a:pt x="1306155" y="1387289"/>
                  </a:lnTo>
                  <a:close/>
                  <a:moveTo>
                    <a:pt x="1197203" y="1343509"/>
                  </a:moveTo>
                  <a:lnTo>
                    <a:pt x="1306155" y="1387289"/>
                  </a:lnTo>
                  <a:lnTo>
                    <a:pt x="1258961" y="1305073"/>
                  </a:lnTo>
                  <a:close/>
                  <a:moveTo>
                    <a:pt x="1183242" y="1261295"/>
                  </a:moveTo>
                  <a:lnTo>
                    <a:pt x="1197203" y="1343509"/>
                  </a:lnTo>
                  <a:lnTo>
                    <a:pt x="1258961" y="1305073"/>
                  </a:lnTo>
                  <a:close/>
                  <a:moveTo>
                    <a:pt x="1258961" y="1305073"/>
                  </a:moveTo>
                  <a:lnTo>
                    <a:pt x="1306155" y="1387289"/>
                  </a:lnTo>
                  <a:lnTo>
                    <a:pt x="1348123" y="1266637"/>
                  </a:lnTo>
                  <a:close/>
                  <a:moveTo>
                    <a:pt x="1275699" y="1140643"/>
                  </a:moveTo>
                  <a:lnTo>
                    <a:pt x="1353761" y="1184422"/>
                  </a:lnTo>
                  <a:lnTo>
                    <a:pt x="1352661" y="1102207"/>
                  </a:lnTo>
                  <a:close/>
                  <a:moveTo>
                    <a:pt x="918055" y="709169"/>
                  </a:moveTo>
                  <a:lnTo>
                    <a:pt x="941430" y="691131"/>
                  </a:lnTo>
                  <a:lnTo>
                    <a:pt x="916547" y="729568"/>
                  </a:lnTo>
                  <a:close/>
                  <a:moveTo>
                    <a:pt x="1658086" y="904682"/>
                  </a:moveTo>
                  <a:lnTo>
                    <a:pt x="1620795" y="940407"/>
                  </a:lnTo>
                  <a:lnTo>
                    <a:pt x="1613865" y="1025334"/>
                  </a:lnTo>
                  <a:close/>
                  <a:moveTo>
                    <a:pt x="1374830" y="458135"/>
                  </a:moveTo>
                  <a:lnTo>
                    <a:pt x="1434982" y="387776"/>
                  </a:lnTo>
                  <a:lnTo>
                    <a:pt x="1415885" y="385258"/>
                  </a:lnTo>
                  <a:close/>
                  <a:moveTo>
                    <a:pt x="1374830" y="458135"/>
                  </a:moveTo>
                  <a:lnTo>
                    <a:pt x="1415885" y="385258"/>
                  </a:lnTo>
                  <a:lnTo>
                    <a:pt x="1330199" y="394327"/>
                  </a:lnTo>
                  <a:close/>
                  <a:moveTo>
                    <a:pt x="1490616" y="424595"/>
                  </a:moveTo>
                  <a:lnTo>
                    <a:pt x="1514699" y="407165"/>
                  </a:lnTo>
                  <a:lnTo>
                    <a:pt x="1434982" y="387776"/>
                  </a:lnTo>
                  <a:close/>
                  <a:moveTo>
                    <a:pt x="1490616" y="424595"/>
                  </a:moveTo>
                  <a:lnTo>
                    <a:pt x="1568115" y="422183"/>
                  </a:lnTo>
                  <a:lnTo>
                    <a:pt x="1514699" y="407165"/>
                  </a:lnTo>
                  <a:close/>
                  <a:moveTo>
                    <a:pt x="1568115" y="422183"/>
                  </a:moveTo>
                  <a:lnTo>
                    <a:pt x="1490616" y="424595"/>
                  </a:lnTo>
                  <a:lnTo>
                    <a:pt x="1577276" y="425929"/>
                  </a:lnTo>
                  <a:close/>
                  <a:moveTo>
                    <a:pt x="1757517" y="489478"/>
                  </a:moveTo>
                  <a:lnTo>
                    <a:pt x="1688441" y="485044"/>
                  </a:lnTo>
                  <a:lnTo>
                    <a:pt x="1778385" y="572605"/>
                  </a:lnTo>
                  <a:close/>
                  <a:moveTo>
                    <a:pt x="1757517" y="489478"/>
                  </a:moveTo>
                  <a:lnTo>
                    <a:pt x="1812042" y="581164"/>
                  </a:lnTo>
                  <a:lnTo>
                    <a:pt x="1876077" y="491919"/>
                  </a:lnTo>
                  <a:close/>
                  <a:moveTo>
                    <a:pt x="1757517" y="489478"/>
                  </a:moveTo>
                  <a:lnTo>
                    <a:pt x="1876077" y="491919"/>
                  </a:lnTo>
                  <a:lnTo>
                    <a:pt x="1841470" y="460512"/>
                  </a:lnTo>
                  <a:close/>
                  <a:moveTo>
                    <a:pt x="1626171" y="475076"/>
                  </a:moveTo>
                  <a:lnTo>
                    <a:pt x="1659588" y="455023"/>
                  </a:lnTo>
                  <a:lnTo>
                    <a:pt x="1577276" y="425929"/>
                  </a:lnTo>
                  <a:close/>
                  <a:moveTo>
                    <a:pt x="1688441" y="485044"/>
                  </a:moveTo>
                  <a:lnTo>
                    <a:pt x="1730772" y="442506"/>
                  </a:lnTo>
                  <a:lnTo>
                    <a:pt x="1659588" y="455023"/>
                  </a:lnTo>
                  <a:close/>
                  <a:moveTo>
                    <a:pt x="1688441" y="485044"/>
                  </a:moveTo>
                  <a:lnTo>
                    <a:pt x="1757517" y="489478"/>
                  </a:lnTo>
                  <a:lnTo>
                    <a:pt x="1730772" y="442506"/>
                  </a:lnTo>
                  <a:close/>
                  <a:moveTo>
                    <a:pt x="1889608" y="442683"/>
                  </a:moveTo>
                  <a:lnTo>
                    <a:pt x="1876077" y="491919"/>
                  </a:lnTo>
                  <a:lnTo>
                    <a:pt x="1934953" y="422076"/>
                  </a:lnTo>
                  <a:close/>
                  <a:moveTo>
                    <a:pt x="1841470" y="460512"/>
                  </a:moveTo>
                  <a:lnTo>
                    <a:pt x="1876077" y="491919"/>
                  </a:lnTo>
                  <a:lnTo>
                    <a:pt x="1889608" y="442683"/>
                  </a:lnTo>
                  <a:close/>
                  <a:moveTo>
                    <a:pt x="2019847" y="397393"/>
                  </a:moveTo>
                  <a:lnTo>
                    <a:pt x="2006859" y="487031"/>
                  </a:lnTo>
                  <a:lnTo>
                    <a:pt x="2095460" y="383640"/>
                  </a:lnTo>
                  <a:close/>
                  <a:moveTo>
                    <a:pt x="2095460" y="383640"/>
                  </a:moveTo>
                  <a:lnTo>
                    <a:pt x="2037453" y="504291"/>
                  </a:lnTo>
                  <a:lnTo>
                    <a:pt x="2115828" y="400588"/>
                  </a:lnTo>
                  <a:close/>
                  <a:moveTo>
                    <a:pt x="1934953" y="422076"/>
                  </a:moveTo>
                  <a:lnTo>
                    <a:pt x="2006859" y="487031"/>
                  </a:lnTo>
                  <a:lnTo>
                    <a:pt x="2019847" y="397393"/>
                  </a:lnTo>
                  <a:close/>
                  <a:moveTo>
                    <a:pt x="2019847" y="397393"/>
                  </a:moveTo>
                  <a:lnTo>
                    <a:pt x="2104998" y="360095"/>
                  </a:lnTo>
                  <a:lnTo>
                    <a:pt x="2073041" y="314647"/>
                  </a:lnTo>
                  <a:close/>
                  <a:moveTo>
                    <a:pt x="2019847" y="397393"/>
                  </a:moveTo>
                  <a:lnTo>
                    <a:pt x="2073041" y="314647"/>
                  </a:lnTo>
                  <a:lnTo>
                    <a:pt x="1996947" y="315918"/>
                  </a:lnTo>
                  <a:close/>
                  <a:moveTo>
                    <a:pt x="1996947" y="315918"/>
                  </a:moveTo>
                  <a:lnTo>
                    <a:pt x="2073041" y="314647"/>
                  </a:lnTo>
                  <a:lnTo>
                    <a:pt x="1968876" y="238647"/>
                  </a:lnTo>
                  <a:close/>
                  <a:moveTo>
                    <a:pt x="2095460" y="383640"/>
                  </a:moveTo>
                  <a:lnTo>
                    <a:pt x="2115828" y="400588"/>
                  </a:lnTo>
                  <a:lnTo>
                    <a:pt x="2116329" y="379547"/>
                  </a:lnTo>
                  <a:close/>
                  <a:moveTo>
                    <a:pt x="2104998" y="360095"/>
                  </a:moveTo>
                  <a:lnTo>
                    <a:pt x="2095460" y="383640"/>
                  </a:lnTo>
                  <a:lnTo>
                    <a:pt x="2116329" y="379547"/>
                  </a:lnTo>
                  <a:close/>
                  <a:moveTo>
                    <a:pt x="2205121" y="367952"/>
                  </a:moveTo>
                  <a:lnTo>
                    <a:pt x="2115828" y="400588"/>
                  </a:lnTo>
                  <a:lnTo>
                    <a:pt x="2206668" y="461567"/>
                  </a:lnTo>
                  <a:close/>
                  <a:moveTo>
                    <a:pt x="2205121" y="367952"/>
                  </a:moveTo>
                  <a:lnTo>
                    <a:pt x="2116329" y="379547"/>
                  </a:lnTo>
                  <a:lnTo>
                    <a:pt x="2115828" y="400588"/>
                  </a:lnTo>
                  <a:close/>
                  <a:moveTo>
                    <a:pt x="2116329" y="379547"/>
                  </a:moveTo>
                  <a:lnTo>
                    <a:pt x="2164738" y="304797"/>
                  </a:lnTo>
                  <a:lnTo>
                    <a:pt x="2104998" y="360095"/>
                  </a:lnTo>
                  <a:close/>
                  <a:moveTo>
                    <a:pt x="2116329" y="379547"/>
                  </a:moveTo>
                  <a:lnTo>
                    <a:pt x="2205121" y="367952"/>
                  </a:lnTo>
                  <a:lnTo>
                    <a:pt x="2164738" y="304797"/>
                  </a:lnTo>
                  <a:close/>
                  <a:moveTo>
                    <a:pt x="2091044" y="99826"/>
                  </a:moveTo>
                  <a:lnTo>
                    <a:pt x="2066107" y="214689"/>
                  </a:lnTo>
                  <a:lnTo>
                    <a:pt x="2097760" y="98558"/>
                  </a:lnTo>
                  <a:close/>
                  <a:moveTo>
                    <a:pt x="2091044" y="99826"/>
                  </a:moveTo>
                  <a:lnTo>
                    <a:pt x="1981132" y="175642"/>
                  </a:lnTo>
                  <a:lnTo>
                    <a:pt x="2066107" y="214689"/>
                  </a:lnTo>
                  <a:close/>
                  <a:moveTo>
                    <a:pt x="2091044" y="99826"/>
                  </a:moveTo>
                  <a:lnTo>
                    <a:pt x="2091113" y="92982"/>
                  </a:lnTo>
                  <a:lnTo>
                    <a:pt x="1985478" y="125058"/>
                  </a:lnTo>
                  <a:close/>
                  <a:moveTo>
                    <a:pt x="2091044" y="99826"/>
                  </a:moveTo>
                  <a:lnTo>
                    <a:pt x="2097760" y="98558"/>
                  </a:lnTo>
                  <a:lnTo>
                    <a:pt x="2091113" y="92982"/>
                  </a:lnTo>
                  <a:close/>
                  <a:moveTo>
                    <a:pt x="2180698" y="180773"/>
                  </a:moveTo>
                  <a:lnTo>
                    <a:pt x="2192565" y="193638"/>
                  </a:lnTo>
                  <a:lnTo>
                    <a:pt x="2192678" y="177883"/>
                  </a:lnTo>
                  <a:close/>
                  <a:moveTo>
                    <a:pt x="2097760" y="98558"/>
                  </a:moveTo>
                  <a:lnTo>
                    <a:pt x="2192678" y="177883"/>
                  </a:lnTo>
                  <a:lnTo>
                    <a:pt x="2184911" y="84106"/>
                  </a:lnTo>
                  <a:close/>
                  <a:moveTo>
                    <a:pt x="2097760" y="98558"/>
                  </a:moveTo>
                  <a:lnTo>
                    <a:pt x="2180698" y="180773"/>
                  </a:lnTo>
                  <a:lnTo>
                    <a:pt x="2192678" y="177883"/>
                  </a:lnTo>
                  <a:close/>
                  <a:moveTo>
                    <a:pt x="2184911" y="84106"/>
                  </a:moveTo>
                  <a:lnTo>
                    <a:pt x="2091113" y="92982"/>
                  </a:lnTo>
                  <a:lnTo>
                    <a:pt x="2097760" y="98558"/>
                  </a:lnTo>
                  <a:close/>
                  <a:moveTo>
                    <a:pt x="2090717" y="0"/>
                  </a:moveTo>
                  <a:lnTo>
                    <a:pt x="2091113" y="92982"/>
                  </a:lnTo>
                  <a:lnTo>
                    <a:pt x="2184911" y="8410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62" name="Candidate_density__2161">
              <a:extLst>
                <a:ext uri="{FF2B5EF4-FFF2-40B4-BE49-F238E27FC236}">
                  <a16:creationId xmlns:a16="http://schemas.microsoft.com/office/drawing/2014/main" id="{CD78DE9C-0C3C-FA73-8CBF-5CC9D23379C7}"/>
                </a:ext>
              </a:extLst>
            </p:cNvPr>
            <p:cNvSpPr>
              <a:spLocks noGrp="1"/>
            </p:cNvSpPr>
            <p:nvPr/>
          </p:nvSpPr>
          <p:spPr>
            <a:xfrm>
              <a:off x="3596239" y="1982709"/>
              <a:ext cx="2134829" cy="1305073"/>
            </a:xfrm>
            <a:custGeom>
              <a:avLst/>
              <a:gdLst/>
              <a:ahLst/>
              <a:cxnLst/>
              <a:rect l="0" t="0" r="0" b="0"/>
              <a:pathLst>
                <a:path w="2134829" h="1305073">
                  <a:moveTo>
                    <a:pt x="1616" y="871681"/>
                  </a:moveTo>
                  <a:lnTo>
                    <a:pt x="0" y="900857"/>
                  </a:lnTo>
                  <a:lnTo>
                    <a:pt x="73349" y="839535"/>
                  </a:lnTo>
                  <a:close/>
                  <a:moveTo>
                    <a:pt x="73349" y="839535"/>
                  </a:moveTo>
                  <a:lnTo>
                    <a:pt x="0" y="900857"/>
                  </a:lnTo>
                  <a:lnTo>
                    <a:pt x="29831" y="960186"/>
                  </a:lnTo>
                  <a:close/>
                  <a:moveTo>
                    <a:pt x="87973" y="921750"/>
                  </a:moveTo>
                  <a:lnTo>
                    <a:pt x="120734" y="801099"/>
                  </a:lnTo>
                  <a:lnTo>
                    <a:pt x="73349" y="839535"/>
                  </a:lnTo>
                  <a:close/>
                  <a:moveTo>
                    <a:pt x="69649" y="757319"/>
                  </a:moveTo>
                  <a:lnTo>
                    <a:pt x="73349" y="839535"/>
                  </a:lnTo>
                  <a:lnTo>
                    <a:pt x="120734" y="801099"/>
                  </a:lnTo>
                  <a:close/>
                  <a:moveTo>
                    <a:pt x="69649" y="757319"/>
                  </a:moveTo>
                  <a:lnTo>
                    <a:pt x="120734" y="801099"/>
                  </a:lnTo>
                  <a:lnTo>
                    <a:pt x="124797" y="718883"/>
                  </a:lnTo>
                  <a:close/>
                  <a:moveTo>
                    <a:pt x="118804" y="636668"/>
                  </a:moveTo>
                  <a:lnTo>
                    <a:pt x="118438" y="637115"/>
                  </a:lnTo>
                  <a:lnTo>
                    <a:pt x="69649" y="757319"/>
                  </a:lnTo>
                  <a:close/>
                  <a:moveTo>
                    <a:pt x="124797" y="718883"/>
                  </a:moveTo>
                  <a:lnTo>
                    <a:pt x="118804" y="636668"/>
                  </a:lnTo>
                  <a:lnTo>
                    <a:pt x="69649" y="757319"/>
                  </a:lnTo>
                  <a:close/>
                  <a:moveTo>
                    <a:pt x="118910" y="636379"/>
                  </a:moveTo>
                  <a:lnTo>
                    <a:pt x="118438" y="637115"/>
                  </a:lnTo>
                  <a:lnTo>
                    <a:pt x="118804" y="636668"/>
                  </a:lnTo>
                  <a:close/>
                  <a:moveTo>
                    <a:pt x="124797" y="718883"/>
                  </a:moveTo>
                  <a:lnTo>
                    <a:pt x="190818" y="690031"/>
                  </a:lnTo>
                  <a:lnTo>
                    <a:pt x="175242" y="691027"/>
                  </a:lnTo>
                  <a:close/>
                  <a:moveTo>
                    <a:pt x="118804" y="636668"/>
                  </a:moveTo>
                  <a:lnTo>
                    <a:pt x="175242" y="691027"/>
                  </a:lnTo>
                  <a:lnTo>
                    <a:pt x="119397" y="636336"/>
                  </a:lnTo>
                  <a:close/>
                  <a:moveTo>
                    <a:pt x="118804" y="636668"/>
                  </a:moveTo>
                  <a:lnTo>
                    <a:pt x="124797" y="718883"/>
                  </a:lnTo>
                  <a:lnTo>
                    <a:pt x="175242" y="691027"/>
                  </a:lnTo>
                  <a:close/>
                  <a:moveTo>
                    <a:pt x="196983" y="680447"/>
                  </a:moveTo>
                  <a:lnTo>
                    <a:pt x="184617" y="598232"/>
                  </a:lnTo>
                  <a:lnTo>
                    <a:pt x="175242" y="691027"/>
                  </a:lnTo>
                  <a:close/>
                  <a:moveTo>
                    <a:pt x="184617" y="598232"/>
                  </a:moveTo>
                  <a:lnTo>
                    <a:pt x="119397" y="636336"/>
                  </a:lnTo>
                  <a:lnTo>
                    <a:pt x="175242" y="691027"/>
                  </a:lnTo>
                  <a:close/>
                  <a:moveTo>
                    <a:pt x="118910" y="636379"/>
                  </a:moveTo>
                  <a:lnTo>
                    <a:pt x="118804" y="636668"/>
                  </a:lnTo>
                  <a:lnTo>
                    <a:pt x="119397" y="636336"/>
                  </a:lnTo>
                  <a:close/>
                  <a:moveTo>
                    <a:pt x="223472" y="533458"/>
                  </a:moveTo>
                  <a:lnTo>
                    <a:pt x="119397" y="636336"/>
                  </a:lnTo>
                  <a:lnTo>
                    <a:pt x="184617" y="598232"/>
                  </a:lnTo>
                  <a:close/>
                  <a:moveTo>
                    <a:pt x="118910" y="636379"/>
                  </a:moveTo>
                  <a:lnTo>
                    <a:pt x="119397" y="636336"/>
                  </a:lnTo>
                  <a:lnTo>
                    <a:pt x="223472" y="533458"/>
                  </a:lnTo>
                  <a:close/>
                  <a:moveTo>
                    <a:pt x="184617" y="598232"/>
                  </a:moveTo>
                  <a:lnTo>
                    <a:pt x="295144" y="654140"/>
                  </a:lnTo>
                  <a:lnTo>
                    <a:pt x="277719" y="568214"/>
                  </a:lnTo>
                  <a:close/>
                  <a:moveTo>
                    <a:pt x="184617" y="598232"/>
                  </a:moveTo>
                  <a:lnTo>
                    <a:pt x="196983" y="680447"/>
                  </a:lnTo>
                  <a:lnTo>
                    <a:pt x="295144" y="654140"/>
                  </a:lnTo>
                  <a:close/>
                  <a:moveTo>
                    <a:pt x="308190" y="559795"/>
                  </a:moveTo>
                  <a:lnTo>
                    <a:pt x="277719" y="568214"/>
                  </a:lnTo>
                  <a:lnTo>
                    <a:pt x="295144" y="654140"/>
                  </a:lnTo>
                  <a:close/>
                  <a:moveTo>
                    <a:pt x="223472" y="533458"/>
                  </a:moveTo>
                  <a:lnTo>
                    <a:pt x="184617" y="598232"/>
                  </a:lnTo>
                  <a:lnTo>
                    <a:pt x="277719" y="568214"/>
                  </a:lnTo>
                  <a:close/>
                  <a:moveTo>
                    <a:pt x="347489" y="503277"/>
                  </a:moveTo>
                  <a:lnTo>
                    <a:pt x="223472" y="533458"/>
                  </a:lnTo>
                  <a:lnTo>
                    <a:pt x="308190" y="559795"/>
                  </a:lnTo>
                  <a:close/>
                  <a:moveTo>
                    <a:pt x="308190" y="559795"/>
                  </a:moveTo>
                  <a:lnTo>
                    <a:pt x="223472" y="533458"/>
                  </a:lnTo>
                  <a:lnTo>
                    <a:pt x="277719" y="568214"/>
                  </a:lnTo>
                  <a:close/>
                  <a:moveTo>
                    <a:pt x="308190" y="559795"/>
                  </a:moveTo>
                  <a:lnTo>
                    <a:pt x="397001" y="631925"/>
                  </a:lnTo>
                  <a:lnTo>
                    <a:pt x="388703" y="538578"/>
                  </a:lnTo>
                  <a:close/>
                  <a:moveTo>
                    <a:pt x="308190" y="559795"/>
                  </a:moveTo>
                  <a:lnTo>
                    <a:pt x="358059" y="642010"/>
                  </a:lnTo>
                  <a:lnTo>
                    <a:pt x="397001" y="631925"/>
                  </a:lnTo>
                  <a:close/>
                  <a:moveTo>
                    <a:pt x="397001" y="631925"/>
                  </a:moveTo>
                  <a:lnTo>
                    <a:pt x="478051" y="526532"/>
                  </a:lnTo>
                  <a:lnTo>
                    <a:pt x="388703" y="538578"/>
                  </a:lnTo>
                  <a:close/>
                  <a:moveTo>
                    <a:pt x="347489" y="503277"/>
                  </a:moveTo>
                  <a:lnTo>
                    <a:pt x="308190" y="559795"/>
                  </a:lnTo>
                  <a:lnTo>
                    <a:pt x="388703" y="538578"/>
                  </a:lnTo>
                  <a:close/>
                  <a:moveTo>
                    <a:pt x="388703" y="538578"/>
                  </a:moveTo>
                  <a:lnTo>
                    <a:pt x="416147" y="481322"/>
                  </a:lnTo>
                  <a:lnTo>
                    <a:pt x="347489" y="503277"/>
                  </a:lnTo>
                  <a:close/>
                  <a:moveTo>
                    <a:pt x="1213073" y="1261295"/>
                  </a:moveTo>
                  <a:lnTo>
                    <a:pt x="1288792" y="1305073"/>
                  </a:lnTo>
                  <a:lnTo>
                    <a:pt x="1325835" y="1222858"/>
                  </a:lnTo>
                  <a:close/>
                  <a:moveTo>
                    <a:pt x="1377955" y="1266637"/>
                  </a:moveTo>
                  <a:lnTo>
                    <a:pt x="1387130" y="1236798"/>
                  </a:lnTo>
                  <a:lnTo>
                    <a:pt x="1325855" y="1222849"/>
                  </a:lnTo>
                  <a:close/>
                  <a:moveTo>
                    <a:pt x="1325835" y="1222858"/>
                  </a:moveTo>
                  <a:lnTo>
                    <a:pt x="1377955" y="1266637"/>
                  </a:lnTo>
                  <a:lnTo>
                    <a:pt x="1325855" y="1222849"/>
                  </a:lnTo>
                  <a:close/>
                  <a:moveTo>
                    <a:pt x="1288792" y="1305073"/>
                  </a:moveTo>
                  <a:lnTo>
                    <a:pt x="1377955" y="1266637"/>
                  </a:lnTo>
                  <a:lnTo>
                    <a:pt x="1325835" y="1222858"/>
                  </a:lnTo>
                  <a:close/>
                  <a:moveTo>
                    <a:pt x="1325855" y="1222849"/>
                  </a:moveTo>
                  <a:lnTo>
                    <a:pt x="1387130" y="1236798"/>
                  </a:lnTo>
                  <a:lnTo>
                    <a:pt x="1383592" y="1184422"/>
                  </a:lnTo>
                  <a:close/>
                  <a:moveTo>
                    <a:pt x="1383592" y="1184422"/>
                  </a:moveTo>
                  <a:lnTo>
                    <a:pt x="1387130" y="1236798"/>
                  </a:lnTo>
                  <a:lnTo>
                    <a:pt x="1416751" y="1249044"/>
                  </a:lnTo>
                  <a:close/>
                  <a:moveTo>
                    <a:pt x="985844" y="608917"/>
                  </a:moveTo>
                  <a:lnTo>
                    <a:pt x="971261" y="691131"/>
                  </a:lnTo>
                  <a:lnTo>
                    <a:pt x="1038373" y="652695"/>
                  </a:lnTo>
                  <a:close/>
                  <a:moveTo>
                    <a:pt x="985844" y="608917"/>
                  </a:moveTo>
                  <a:lnTo>
                    <a:pt x="1038373" y="652695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85844" y="608917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90761" y="590813"/>
                  </a:lnTo>
                  <a:lnTo>
                    <a:pt x="985844" y="608917"/>
                  </a:lnTo>
                  <a:close/>
                  <a:moveTo>
                    <a:pt x="1035846" y="544177"/>
                  </a:moveTo>
                  <a:lnTo>
                    <a:pt x="1027726" y="570480"/>
                  </a:lnTo>
                  <a:lnTo>
                    <a:pt x="1084768" y="536427"/>
                  </a:lnTo>
                  <a:close/>
                  <a:moveTo>
                    <a:pt x="1035846" y="544177"/>
                  </a:moveTo>
                  <a:lnTo>
                    <a:pt x="1084768" y="536427"/>
                  </a:lnTo>
                  <a:lnTo>
                    <a:pt x="1056648" y="488265"/>
                  </a:lnTo>
                  <a:close/>
                  <a:moveTo>
                    <a:pt x="1056648" y="488265"/>
                  </a:moveTo>
                  <a:lnTo>
                    <a:pt x="1084768" y="536427"/>
                  </a:lnTo>
                  <a:lnTo>
                    <a:pt x="1091726" y="532043"/>
                  </a:lnTo>
                  <a:close/>
                  <a:moveTo>
                    <a:pt x="1056648" y="488265"/>
                  </a:moveTo>
                  <a:lnTo>
                    <a:pt x="1091726" y="532043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56648" y="488265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87307" y="457922"/>
                  </a:lnTo>
                  <a:lnTo>
                    <a:pt x="1056648" y="488265"/>
                  </a:lnTo>
                  <a:close/>
                  <a:moveTo>
                    <a:pt x="1130672" y="449828"/>
                  </a:moveTo>
                  <a:lnTo>
                    <a:pt x="1210360" y="487594"/>
                  </a:lnTo>
                  <a:lnTo>
                    <a:pt x="1151517" y="442661"/>
                  </a:lnTo>
                  <a:close/>
                  <a:moveTo>
                    <a:pt x="1139629" y="438343"/>
                  </a:moveTo>
                  <a:lnTo>
                    <a:pt x="1130672" y="449828"/>
                  </a:lnTo>
                  <a:lnTo>
                    <a:pt x="1151517" y="442661"/>
                  </a:lnTo>
                  <a:close/>
                  <a:moveTo>
                    <a:pt x="1151517" y="442661"/>
                  </a:moveTo>
                  <a:lnTo>
                    <a:pt x="1204594" y="402579"/>
                  </a:lnTo>
                  <a:lnTo>
                    <a:pt x="1139629" y="438343"/>
                  </a:lnTo>
                  <a:close/>
                  <a:moveTo>
                    <a:pt x="1151517" y="442661"/>
                  </a:moveTo>
                  <a:lnTo>
                    <a:pt x="1245085" y="427183"/>
                  </a:lnTo>
                  <a:lnTo>
                    <a:pt x="1204594" y="402579"/>
                  </a:lnTo>
                  <a:close/>
                  <a:moveTo>
                    <a:pt x="1245085" y="427183"/>
                  </a:moveTo>
                  <a:lnTo>
                    <a:pt x="1151517" y="442661"/>
                  </a:lnTo>
                  <a:lnTo>
                    <a:pt x="1286280" y="492787"/>
                  </a:lnTo>
                  <a:close/>
                  <a:moveTo>
                    <a:pt x="1330921" y="381035"/>
                  </a:moveTo>
                  <a:lnTo>
                    <a:pt x="1245085" y="427183"/>
                  </a:lnTo>
                  <a:lnTo>
                    <a:pt x="1298269" y="411392"/>
                  </a:lnTo>
                  <a:close/>
                  <a:moveTo>
                    <a:pt x="1204594" y="402579"/>
                  </a:moveTo>
                  <a:lnTo>
                    <a:pt x="1245085" y="427183"/>
                  </a:lnTo>
                  <a:lnTo>
                    <a:pt x="1330921" y="381035"/>
                  </a:lnTo>
                  <a:close/>
                  <a:moveTo>
                    <a:pt x="1245085" y="427183"/>
                  </a:moveTo>
                  <a:lnTo>
                    <a:pt x="1286280" y="492787"/>
                  </a:lnTo>
                  <a:lnTo>
                    <a:pt x="1298269" y="411392"/>
                  </a:lnTo>
                  <a:close/>
                  <a:moveTo>
                    <a:pt x="1286795" y="493366"/>
                  </a:moveTo>
                  <a:lnTo>
                    <a:pt x="1298269" y="411392"/>
                  </a:lnTo>
                  <a:lnTo>
                    <a:pt x="1286280" y="492787"/>
                  </a:lnTo>
                  <a:close/>
                  <a:moveTo>
                    <a:pt x="1360030" y="394327"/>
                  </a:moveTo>
                  <a:lnTo>
                    <a:pt x="1298269" y="411392"/>
                  </a:lnTo>
                  <a:lnTo>
                    <a:pt x="1286795" y="493366"/>
                  </a:lnTo>
                  <a:close/>
                  <a:moveTo>
                    <a:pt x="1404662" y="458135"/>
                  </a:moveTo>
                  <a:lnTo>
                    <a:pt x="1360030" y="394327"/>
                  </a:lnTo>
                  <a:lnTo>
                    <a:pt x="1286795" y="493366"/>
                  </a:lnTo>
                  <a:close/>
                  <a:moveTo>
                    <a:pt x="1414881" y="455170"/>
                  </a:moveTo>
                  <a:lnTo>
                    <a:pt x="1464813" y="387776"/>
                  </a:lnTo>
                  <a:lnTo>
                    <a:pt x="1404662" y="458135"/>
                  </a:lnTo>
                  <a:close/>
                  <a:moveTo>
                    <a:pt x="1330921" y="381035"/>
                  </a:moveTo>
                  <a:lnTo>
                    <a:pt x="1298269" y="411392"/>
                  </a:lnTo>
                  <a:lnTo>
                    <a:pt x="1360030" y="394327"/>
                  </a:lnTo>
                  <a:close/>
                  <a:moveTo>
                    <a:pt x="1464813" y="387776"/>
                  </a:moveTo>
                  <a:lnTo>
                    <a:pt x="1414881" y="455170"/>
                  </a:lnTo>
                  <a:lnTo>
                    <a:pt x="1520447" y="424595"/>
                  </a:lnTo>
                  <a:close/>
                  <a:moveTo>
                    <a:pt x="1759018" y="416734"/>
                  </a:moveTo>
                  <a:lnTo>
                    <a:pt x="1787348" y="489478"/>
                  </a:lnTo>
                  <a:lnTo>
                    <a:pt x="1871301" y="460512"/>
                  </a:lnTo>
                  <a:close/>
                  <a:moveTo>
                    <a:pt x="1838933" y="378297"/>
                  </a:moveTo>
                  <a:lnTo>
                    <a:pt x="1919439" y="442683"/>
                  </a:lnTo>
                  <a:lnTo>
                    <a:pt x="1906867" y="352812"/>
                  </a:lnTo>
                  <a:close/>
                  <a:moveTo>
                    <a:pt x="1838933" y="378297"/>
                  </a:moveTo>
                  <a:lnTo>
                    <a:pt x="1871301" y="460512"/>
                  </a:lnTo>
                  <a:lnTo>
                    <a:pt x="1919439" y="442683"/>
                  </a:lnTo>
                  <a:close/>
                  <a:moveTo>
                    <a:pt x="1964784" y="422076"/>
                  </a:moveTo>
                  <a:lnTo>
                    <a:pt x="1941224" y="339861"/>
                  </a:lnTo>
                  <a:lnTo>
                    <a:pt x="1919439" y="442683"/>
                  </a:lnTo>
                  <a:close/>
                  <a:moveTo>
                    <a:pt x="1941224" y="339861"/>
                  </a:moveTo>
                  <a:lnTo>
                    <a:pt x="1906867" y="352812"/>
                  </a:lnTo>
                  <a:lnTo>
                    <a:pt x="1919439" y="442683"/>
                  </a:lnTo>
                  <a:close/>
                  <a:moveTo>
                    <a:pt x="1826945" y="296082"/>
                  </a:moveTo>
                  <a:lnTo>
                    <a:pt x="1838933" y="378297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1948102" y="257646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2049678" y="397393"/>
                  </a:lnTo>
                  <a:lnTo>
                    <a:pt x="2026778" y="315918"/>
                  </a:lnTo>
                  <a:close/>
                  <a:moveTo>
                    <a:pt x="1941224" y="339861"/>
                  </a:moveTo>
                  <a:lnTo>
                    <a:pt x="1964784" y="422076"/>
                  </a:lnTo>
                  <a:lnTo>
                    <a:pt x="2049678" y="397393"/>
                  </a:lnTo>
                  <a:close/>
                  <a:moveTo>
                    <a:pt x="2125292" y="383640"/>
                  </a:moveTo>
                  <a:lnTo>
                    <a:pt x="2134829" y="360095"/>
                  </a:lnTo>
                  <a:lnTo>
                    <a:pt x="2049678" y="397393"/>
                  </a:lnTo>
                  <a:close/>
                  <a:moveTo>
                    <a:pt x="1948102" y="257646"/>
                  </a:moveTo>
                  <a:lnTo>
                    <a:pt x="2026778" y="315918"/>
                  </a:lnTo>
                  <a:lnTo>
                    <a:pt x="1998707" y="238647"/>
                  </a:lnTo>
                  <a:close/>
                  <a:moveTo>
                    <a:pt x="1948102" y="257646"/>
                  </a:moveTo>
                  <a:lnTo>
                    <a:pt x="1941224" y="339861"/>
                  </a:lnTo>
                  <a:lnTo>
                    <a:pt x="2026778" y="315918"/>
                  </a:lnTo>
                  <a:close/>
                  <a:moveTo>
                    <a:pt x="1978477" y="136994"/>
                  </a:moveTo>
                  <a:lnTo>
                    <a:pt x="1998707" y="238647"/>
                  </a:lnTo>
                  <a:lnTo>
                    <a:pt x="2010963" y="175642"/>
                  </a:lnTo>
                  <a:close/>
                  <a:moveTo>
                    <a:pt x="1978477" y="136994"/>
                  </a:moveTo>
                  <a:lnTo>
                    <a:pt x="2010963" y="175642"/>
                  </a:lnTo>
                  <a:lnTo>
                    <a:pt x="2015309" y="125058"/>
                  </a:lnTo>
                  <a:close/>
                  <a:moveTo>
                    <a:pt x="1987397" y="87530"/>
                  </a:moveTo>
                  <a:lnTo>
                    <a:pt x="1978477" y="136994"/>
                  </a:lnTo>
                  <a:lnTo>
                    <a:pt x="2015309" y="125058"/>
                  </a:lnTo>
                  <a:close/>
                  <a:moveTo>
                    <a:pt x="2120876" y="99826"/>
                  </a:moveTo>
                  <a:lnTo>
                    <a:pt x="2015309" y="125058"/>
                  </a:lnTo>
                  <a:lnTo>
                    <a:pt x="2010963" y="175642"/>
                  </a:lnTo>
                  <a:close/>
                  <a:moveTo>
                    <a:pt x="2063692" y="16343"/>
                  </a:moveTo>
                  <a:lnTo>
                    <a:pt x="2120944" y="92982"/>
                  </a:lnTo>
                  <a:lnTo>
                    <a:pt x="2120548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63" name="Candidate_density__2162">
              <a:extLst>
                <a:ext uri="{FF2B5EF4-FFF2-40B4-BE49-F238E27FC236}">
                  <a16:creationId xmlns:a16="http://schemas.microsoft.com/office/drawing/2014/main" id="{ABAA1935-A419-2176-DB46-6B64361FC356}"/>
                </a:ext>
              </a:extLst>
            </p:cNvPr>
            <p:cNvSpPr>
              <a:spLocks noGrp="1"/>
            </p:cNvSpPr>
            <p:nvPr/>
          </p:nvSpPr>
          <p:spPr>
            <a:xfrm>
              <a:off x="4827226" y="2733755"/>
              <a:ext cx="603973" cy="440517"/>
            </a:xfrm>
            <a:custGeom>
              <a:avLst/>
              <a:gdLst/>
              <a:ahLst/>
              <a:cxnLst/>
              <a:rect l="0" t="0" r="0" b="0"/>
              <a:pathLst>
                <a:path w="603973" h="440517">
                  <a:moveTo>
                    <a:pt x="0" y="395822"/>
                  </a:moveTo>
                  <a:lnTo>
                    <a:pt x="91789" y="433375"/>
                  </a:lnTo>
                  <a:lnTo>
                    <a:pt x="58818" y="440517"/>
                  </a:lnTo>
                  <a:close/>
                  <a:moveTo>
                    <a:pt x="58818" y="440517"/>
                  </a:moveTo>
                  <a:lnTo>
                    <a:pt x="6423" y="433375"/>
                  </a:lnTo>
                  <a:lnTo>
                    <a:pt x="0" y="395822"/>
                  </a:lnTo>
                  <a:close/>
                  <a:moveTo>
                    <a:pt x="576302" y="81218"/>
                  </a:moveTo>
                  <a:lnTo>
                    <a:pt x="603973" y="0"/>
                  </a:lnTo>
                  <a:lnTo>
                    <a:pt x="564059" y="115199"/>
                  </a:lnTo>
                  <a:close/>
                  <a:moveTo>
                    <a:pt x="603973" y="0"/>
                  </a:moveTo>
                  <a:lnTo>
                    <a:pt x="576302" y="81218"/>
                  </a:lnTo>
                  <a:lnTo>
                    <a:pt x="603036" y="3298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64" name="Candidate_density__2163">
              <a:extLst>
                <a:ext uri="{FF2B5EF4-FFF2-40B4-BE49-F238E27FC236}">
                  <a16:creationId xmlns:a16="http://schemas.microsoft.com/office/drawing/2014/main" id="{7B29410C-426A-FE55-8575-0B7C1E318B48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57785"/>
              <a:ext cx="1732670" cy="811269"/>
            </a:xfrm>
            <a:custGeom>
              <a:avLst/>
              <a:gdLst/>
              <a:ahLst/>
              <a:cxnLst/>
              <a:rect l="0" t="0" r="0" b="0"/>
              <a:pathLst>
                <a:path w="1732670" h="811269">
                  <a:moveTo>
                    <a:pt x="19488" y="528889"/>
                  </a:moveTo>
                  <a:lnTo>
                    <a:pt x="0" y="567326"/>
                  </a:lnTo>
                  <a:lnTo>
                    <a:pt x="46948" y="611105"/>
                  </a:lnTo>
                  <a:close/>
                  <a:moveTo>
                    <a:pt x="46948" y="611105"/>
                  </a:moveTo>
                  <a:lnTo>
                    <a:pt x="104036" y="693320"/>
                  </a:lnTo>
                  <a:lnTo>
                    <a:pt x="127840" y="654883"/>
                  </a:lnTo>
                  <a:close/>
                  <a:moveTo>
                    <a:pt x="449419" y="610304"/>
                  </a:moveTo>
                  <a:lnTo>
                    <a:pt x="407074" y="584139"/>
                  </a:lnTo>
                  <a:lnTo>
                    <a:pt x="500077" y="618891"/>
                  </a:lnTo>
                  <a:close/>
                  <a:moveTo>
                    <a:pt x="449419" y="610304"/>
                  </a:moveTo>
                  <a:lnTo>
                    <a:pt x="459905" y="616447"/>
                  </a:lnTo>
                  <a:lnTo>
                    <a:pt x="437922" y="601708"/>
                  </a:lnTo>
                  <a:close/>
                  <a:moveTo>
                    <a:pt x="504056" y="526387"/>
                  </a:moveTo>
                  <a:lnTo>
                    <a:pt x="563380" y="576912"/>
                  </a:lnTo>
                  <a:lnTo>
                    <a:pt x="514074" y="495795"/>
                  </a:lnTo>
                  <a:close/>
                  <a:moveTo>
                    <a:pt x="514074" y="495795"/>
                  </a:moveTo>
                  <a:lnTo>
                    <a:pt x="563380" y="576912"/>
                  </a:lnTo>
                  <a:lnTo>
                    <a:pt x="564848" y="539574"/>
                  </a:lnTo>
                  <a:close/>
                  <a:moveTo>
                    <a:pt x="542516" y="457359"/>
                  </a:moveTo>
                  <a:lnTo>
                    <a:pt x="514074" y="495795"/>
                  </a:lnTo>
                  <a:lnTo>
                    <a:pt x="564848" y="539574"/>
                  </a:lnTo>
                  <a:close/>
                  <a:moveTo>
                    <a:pt x="460886" y="200614"/>
                  </a:moveTo>
                  <a:lnTo>
                    <a:pt x="389398" y="198140"/>
                  </a:lnTo>
                  <a:lnTo>
                    <a:pt x="499889" y="187785"/>
                  </a:lnTo>
                  <a:close/>
                  <a:moveTo>
                    <a:pt x="1038460" y="627132"/>
                  </a:moveTo>
                  <a:lnTo>
                    <a:pt x="1006559" y="688850"/>
                  </a:lnTo>
                  <a:lnTo>
                    <a:pt x="1051011" y="639849"/>
                  </a:lnTo>
                  <a:close/>
                  <a:moveTo>
                    <a:pt x="1038460" y="627132"/>
                  </a:moveTo>
                  <a:lnTo>
                    <a:pt x="951811" y="547614"/>
                  </a:lnTo>
                  <a:lnTo>
                    <a:pt x="915025" y="625277"/>
                  </a:lnTo>
                  <a:close/>
                  <a:moveTo>
                    <a:pt x="754246" y="302812"/>
                  </a:moveTo>
                  <a:lnTo>
                    <a:pt x="734961" y="294163"/>
                  </a:lnTo>
                  <a:lnTo>
                    <a:pt x="805043" y="277529"/>
                  </a:lnTo>
                  <a:close/>
                  <a:moveTo>
                    <a:pt x="867956" y="234093"/>
                  </a:moveTo>
                  <a:lnTo>
                    <a:pt x="754246" y="302812"/>
                  </a:lnTo>
                  <a:lnTo>
                    <a:pt x="805043" y="277529"/>
                  </a:lnTo>
                  <a:close/>
                  <a:moveTo>
                    <a:pt x="1412931" y="772684"/>
                  </a:moveTo>
                  <a:lnTo>
                    <a:pt x="1336820" y="773968"/>
                  </a:lnTo>
                  <a:lnTo>
                    <a:pt x="1320451" y="811269"/>
                  </a:lnTo>
                  <a:close/>
                  <a:moveTo>
                    <a:pt x="1316356" y="89960"/>
                  </a:moveTo>
                  <a:lnTo>
                    <a:pt x="1442827" y="129341"/>
                  </a:lnTo>
                  <a:lnTo>
                    <a:pt x="1366320" y="62310"/>
                  </a:lnTo>
                  <a:close/>
                  <a:moveTo>
                    <a:pt x="1537748" y="188303"/>
                  </a:moveTo>
                  <a:lnTo>
                    <a:pt x="1523406" y="151957"/>
                  </a:lnTo>
                  <a:lnTo>
                    <a:pt x="1567938" y="206798"/>
                  </a:lnTo>
                  <a:close/>
                  <a:moveTo>
                    <a:pt x="1520096" y="106088"/>
                  </a:moveTo>
                  <a:lnTo>
                    <a:pt x="1516189" y="144525"/>
                  </a:lnTo>
                  <a:lnTo>
                    <a:pt x="1537748" y="188303"/>
                  </a:lnTo>
                  <a:close/>
                  <a:moveTo>
                    <a:pt x="1520096" y="106088"/>
                  </a:moveTo>
                  <a:lnTo>
                    <a:pt x="1488043" y="83194"/>
                  </a:lnTo>
                  <a:lnTo>
                    <a:pt x="1442827" y="129341"/>
                  </a:lnTo>
                  <a:close/>
                  <a:moveTo>
                    <a:pt x="1586120" y="91924"/>
                  </a:moveTo>
                  <a:lnTo>
                    <a:pt x="1649466" y="129413"/>
                  </a:lnTo>
                  <a:lnTo>
                    <a:pt x="1624095" y="106088"/>
                  </a:lnTo>
                  <a:close/>
                  <a:moveTo>
                    <a:pt x="1678370" y="177610"/>
                  </a:moveTo>
                  <a:lnTo>
                    <a:pt x="1649466" y="129413"/>
                  </a:lnTo>
                  <a:lnTo>
                    <a:pt x="1586120" y="91924"/>
                  </a:lnTo>
                  <a:close/>
                  <a:moveTo>
                    <a:pt x="1678370" y="177610"/>
                  </a:moveTo>
                  <a:lnTo>
                    <a:pt x="1732670" y="188303"/>
                  </a:lnTo>
                  <a:lnTo>
                    <a:pt x="1649466" y="129413"/>
                  </a:lnTo>
                  <a:close/>
                  <a:moveTo>
                    <a:pt x="1586120" y="91924"/>
                  </a:moveTo>
                  <a:lnTo>
                    <a:pt x="1624095" y="106088"/>
                  </a:lnTo>
                  <a:lnTo>
                    <a:pt x="1638342" y="9968"/>
                  </a:lnTo>
                  <a:close/>
                  <a:moveTo>
                    <a:pt x="1576072" y="0"/>
                  </a:moveTo>
                  <a:lnTo>
                    <a:pt x="1586120" y="91924"/>
                  </a:lnTo>
                  <a:lnTo>
                    <a:pt x="1638342" y="996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65" name="Candidate_density__2164">
              <a:extLst>
                <a:ext uri="{FF2B5EF4-FFF2-40B4-BE49-F238E27FC236}">
                  <a16:creationId xmlns:a16="http://schemas.microsoft.com/office/drawing/2014/main" id="{861B5F70-4555-0394-3B35-A5539CDBA253}"/>
                </a:ext>
              </a:extLst>
            </p:cNvPr>
            <p:cNvSpPr>
              <a:spLocks noGrp="1"/>
            </p:cNvSpPr>
            <p:nvPr/>
          </p:nvSpPr>
          <p:spPr>
            <a:xfrm>
              <a:off x="3732195" y="2547745"/>
              <a:ext cx="1709486" cy="909810"/>
            </a:xfrm>
            <a:custGeom>
              <a:avLst/>
              <a:gdLst/>
              <a:ahLst/>
              <a:cxnLst/>
              <a:rect l="0" t="0" r="0" b="0"/>
              <a:pathLst>
                <a:path w="1709486" h="909810">
                  <a:moveTo>
                    <a:pt x="48011" y="603360"/>
                  </a:moveTo>
                  <a:lnTo>
                    <a:pt x="52848" y="615425"/>
                  </a:lnTo>
                  <a:lnTo>
                    <a:pt x="73513" y="625130"/>
                  </a:lnTo>
                  <a:close/>
                  <a:moveTo>
                    <a:pt x="48011" y="603360"/>
                  </a:moveTo>
                  <a:lnTo>
                    <a:pt x="0" y="558298"/>
                  </a:lnTo>
                  <a:lnTo>
                    <a:pt x="52848" y="615425"/>
                  </a:lnTo>
                  <a:close/>
                  <a:moveTo>
                    <a:pt x="185207" y="668504"/>
                  </a:moveTo>
                  <a:lnTo>
                    <a:pt x="163179" y="647138"/>
                  </a:lnTo>
                  <a:lnTo>
                    <a:pt x="158332" y="663596"/>
                  </a:lnTo>
                  <a:close/>
                  <a:moveTo>
                    <a:pt x="158332" y="663596"/>
                  </a:moveTo>
                  <a:lnTo>
                    <a:pt x="163179" y="647138"/>
                  </a:lnTo>
                  <a:lnTo>
                    <a:pt x="131083" y="625173"/>
                  </a:lnTo>
                  <a:close/>
                  <a:moveTo>
                    <a:pt x="158332" y="663596"/>
                  </a:moveTo>
                  <a:lnTo>
                    <a:pt x="131083" y="625173"/>
                  </a:lnTo>
                  <a:lnTo>
                    <a:pt x="73513" y="625130"/>
                  </a:lnTo>
                  <a:close/>
                  <a:moveTo>
                    <a:pt x="185207" y="668504"/>
                  </a:moveTo>
                  <a:lnTo>
                    <a:pt x="292581" y="729353"/>
                  </a:lnTo>
                  <a:lnTo>
                    <a:pt x="221074" y="682977"/>
                  </a:lnTo>
                  <a:close/>
                  <a:moveTo>
                    <a:pt x="163179" y="647138"/>
                  </a:moveTo>
                  <a:lnTo>
                    <a:pt x="185207" y="668504"/>
                  </a:lnTo>
                  <a:lnTo>
                    <a:pt x="221074" y="682977"/>
                  </a:lnTo>
                  <a:close/>
                  <a:moveTo>
                    <a:pt x="486490" y="367398"/>
                  </a:moveTo>
                  <a:lnTo>
                    <a:pt x="413493" y="323620"/>
                  </a:lnTo>
                  <a:lnTo>
                    <a:pt x="458048" y="405835"/>
                  </a:lnTo>
                  <a:close/>
                  <a:moveTo>
                    <a:pt x="782174" y="526739"/>
                  </a:moveTo>
                  <a:lnTo>
                    <a:pt x="739944" y="584049"/>
                  </a:lnTo>
                  <a:lnTo>
                    <a:pt x="858999" y="535317"/>
                  </a:lnTo>
                  <a:close/>
                  <a:moveTo>
                    <a:pt x="916917" y="575607"/>
                  </a:moveTo>
                  <a:lnTo>
                    <a:pt x="858999" y="535317"/>
                  </a:lnTo>
                  <a:lnTo>
                    <a:pt x="927832" y="589000"/>
                  </a:lnTo>
                  <a:close/>
                  <a:moveTo>
                    <a:pt x="916917" y="575607"/>
                  </a:moveTo>
                  <a:lnTo>
                    <a:pt x="927832" y="589000"/>
                  </a:lnTo>
                  <a:lnTo>
                    <a:pt x="950533" y="598890"/>
                  </a:lnTo>
                  <a:close/>
                  <a:moveTo>
                    <a:pt x="1247636" y="619386"/>
                  </a:moveTo>
                  <a:lnTo>
                    <a:pt x="1286710" y="589421"/>
                  </a:lnTo>
                  <a:lnTo>
                    <a:pt x="1281041" y="583716"/>
                  </a:lnTo>
                  <a:close/>
                  <a:moveTo>
                    <a:pt x="1186250" y="580949"/>
                  </a:moveTo>
                  <a:lnTo>
                    <a:pt x="1167063" y="635942"/>
                  </a:lnTo>
                  <a:lnTo>
                    <a:pt x="1215081" y="600271"/>
                  </a:lnTo>
                  <a:close/>
                  <a:moveTo>
                    <a:pt x="1101455" y="619386"/>
                  </a:moveTo>
                  <a:lnTo>
                    <a:pt x="1186250" y="580949"/>
                  </a:lnTo>
                  <a:lnTo>
                    <a:pt x="1087541" y="617281"/>
                  </a:lnTo>
                  <a:close/>
                  <a:moveTo>
                    <a:pt x="1482421" y="909810"/>
                  </a:moveTo>
                  <a:lnTo>
                    <a:pt x="1540821" y="894073"/>
                  </a:lnTo>
                  <a:lnTo>
                    <a:pt x="1433478" y="827595"/>
                  </a:lnTo>
                  <a:close/>
                  <a:moveTo>
                    <a:pt x="1364796" y="602715"/>
                  </a:moveTo>
                  <a:lnTo>
                    <a:pt x="1371647" y="570646"/>
                  </a:lnTo>
                  <a:lnTo>
                    <a:pt x="1353559" y="624158"/>
                  </a:lnTo>
                  <a:close/>
                  <a:moveTo>
                    <a:pt x="1260331" y="0"/>
                  </a:moveTo>
                  <a:lnTo>
                    <a:pt x="1274896" y="93001"/>
                  </a:lnTo>
                  <a:lnTo>
                    <a:pt x="1386801" y="39380"/>
                  </a:lnTo>
                  <a:close/>
                  <a:moveTo>
                    <a:pt x="1694205" y="429597"/>
                  </a:moveTo>
                  <a:lnTo>
                    <a:pt x="1703262" y="547855"/>
                  </a:lnTo>
                  <a:lnTo>
                    <a:pt x="1709486" y="465640"/>
                  </a:lnTo>
                  <a:close/>
                  <a:moveTo>
                    <a:pt x="1673235" y="246461"/>
                  </a:moveTo>
                  <a:lnTo>
                    <a:pt x="1702828" y="344988"/>
                  </a:lnTo>
                  <a:lnTo>
                    <a:pt x="1695052" y="262773"/>
                  </a:lnTo>
                  <a:close/>
                  <a:moveTo>
                    <a:pt x="1662984" y="154702"/>
                  </a:moveTo>
                  <a:lnTo>
                    <a:pt x="1695052" y="262773"/>
                  </a:lnTo>
                  <a:lnTo>
                    <a:pt x="1700854" y="180558"/>
                  </a:lnTo>
                  <a:close/>
                  <a:moveTo>
                    <a:pt x="1662984" y="154702"/>
                  </a:moveTo>
                  <a:lnTo>
                    <a:pt x="1673235" y="246461"/>
                  </a:lnTo>
                  <a:lnTo>
                    <a:pt x="1695052" y="26277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66" name="Candidate_density__2165">
              <a:extLst>
                <a:ext uri="{FF2B5EF4-FFF2-40B4-BE49-F238E27FC236}">
                  <a16:creationId xmlns:a16="http://schemas.microsoft.com/office/drawing/2014/main" id="{3B0F4E52-D70E-3AF8-F435-F2BCDD3703FB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47745"/>
              <a:ext cx="1709931" cy="625130"/>
            </a:xfrm>
            <a:custGeom>
              <a:avLst/>
              <a:gdLst/>
              <a:ahLst/>
              <a:cxnLst/>
              <a:rect l="0" t="0" r="0" b="0"/>
              <a:pathLst>
                <a:path w="1709931" h="625130">
                  <a:moveTo>
                    <a:pt x="57088" y="603360"/>
                  </a:moveTo>
                  <a:lnTo>
                    <a:pt x="0" y="521144"/>
                  </a:lnTo>
                  <a:lnTo>
                    <a:pt x="9078" y="558298"/>
                  </a:lnTo>
                  <a:close/>
                  <a:moveTo>
                    <a:pt x="80892" y="564923"/>
                  </a:moveTo>
                  <a:lnTo>
                    <a:pt x="57088" y="603360"/>
                  </a:lnTo>
                  <a:lnTo>
                    <a:pt x="82590" y="625130"/>
                  </a:lnTo>
                  <a:close/>
                  <a:moveTo>
                    <a:pt x="297665" y="444272"/>
                  </a:moveTo>
                  <a:lnTo>
                    <a:pt x="298174" y="444453"/>
                  </a:lnTo>
                  <a:lnTo>
                    <a:pt x="297011" y="439095"/>
                  </a:lnTo>
                  <a:close/>
                  <a:moveTo>
                    <a:pt x="351248" y="461896"/>
                  </a:moveTo>
                  <a:lnTo>
                    <a:pt x="298174" y="444453"/>
                  </a:lnTo>
                  <a:lnTo>
                    <a:pt x="390974" y="511748"/>
                  </a:lnTo>
                  <a:close/>
                  <a:moveTo>
                    <a:pt x="298174" y="444453"/>
                  </a:moveTo>
                  <a:lnTo>
                    <a:pt x="298580" y="444959"/>
                  </a:lnTo>
                  <a:lnTo>
                    <a:pt x="390974" y="511748"/>
                  </a:lnTo>
                  <a:close/>
                  <a:moveTo>
                    <a:pt x="298580" y="444959"/>
                  </a:moveTo>
                  <a:lnTo>
                    <a:pt x="298174" y="444453"/>
                  </a:lnTo>
                  <a:lnTo>
                    <a:pt x="297665" y="444272"/>
                  </a:lnTo>
                  <a:close/>
                  <a:moveTo>
                    <a:pt x="328247" y="488050"/>
                  </a:moveTo>
                  <a:lnTo>
                    <a:pt x="298580" y="444959"/>
                  </a:lnTo>
                  <a:lnTo>
                    <a:pt x="297665" y="444272"/>
                  </a:lnTo>
                  <a:close/>
                  <a:moveTo>
                    <a:pt x="360126" y="494178"/>
                  </a:moveTo>
                  <a:lnTo>
                    <a:pt x="390974" y="511748"/>
                  </a:lnTo>
                  <a:lnTo>
                    <a:pt x="298580" y="444959"/>
                  </a:lnTo>
                  <a:close/>
                  <a:moveTo>
                    <a:pt x="360126" y="494178"/>
                  </a:moveTo>
                  <a:lnTo>
                    <a:pt x="402471" y="520344"/>
                  </a:lnTo>
                  <a:lnTo>
                    <a:pt x="390974" y="511748"/>
                  </a:lnTo>
                  <a:close/>
                  <a:moveTo>
                    <a:pt x="457108" y="436426"/>
                  </a:moveTo>
                  <a:lnTo>
                    <a:pt x="519558" y="488050"/>
                  </a:lnTo>
                  <a:lnTo>
                    <a:pt x="516431" y="486952"/>
                  </a:lnTo>
                  <a:close/>
                  <a:moveTo>
                    <a:pt x="270122" y="66889"/>
                  </a:moveTo>
                  <a:lnTo>
                    <a:pt x="320493" y="96484"/>
                  </a:lnTo>
                  <a:lnTo>
                    <a:pt x="350959" y="159190"/>
                  </a:lnTo>
                  <a:close/>
                  <a:moveTo>
                    <a:pt x="991512" y="537171"/>
                  </a:moveTo>
                  <a:lnTo>
                    <a:pt x="925994" y="575607"/>
                  </a:lnTo>
                  <a:lnTo>
                    <a:pt x="959611" y="598890"/>
                  </a:lnTo>
                  <a:close/>
                  <a:moveTo>
                    <a:pt x="925994" y="575607"/>
                  </a:moveTo>
                  <a:lnTo>
                    <a:pt x="991512" y="537171"/>
                  </a:lnTo>
                  <a:lnTo>
                    <a:pt x="868076" y="535317"/>
                  </a:lnTo>
                  <a:close/>
                  <a:moveTo>
                    <a:pt x="1004063" y="549888"/>
                  </a:moveTo>
                  <a:lnTo>
                    <a:pt x="959611" y="598890"/>
                  </a:lnTo>
                  <a:lnTo>
                    <a:pt x="1096618" y="617281"/>
                  </a:lnTo>
                  <a:close/>
                  <a:moveTo>
                    <a:pt x="1246196" y="58371"/>
                  </a:moveTo>
                  <a:lnTo>
                    <a:pt x="1332710" y="148721"/>
                  </a:lnTo>
                  <a:lnTo>
                    <a:pt x="1289760" y="83546"/>
                  </a:lnTo>
                  <a:close/>
                  <a:moveTo>
                    <a:pt x="1246196" y="58371"/>
                  </a:moveTo>
                  <a:lnTo>
                    <a:pt x="1289760" y="83546"/>
                  </a:lnTo>
                  <a:lnTo>
                    <a:pt x="1269408" y="0"/>
                  </a:lnTo>
                  <a:close/>
                  <a:moveTo>
                    <a:pt x="1469241" y="54564"/>
                  </a:moveTo>
                  <a:lnTo>
                    <a:pt x="1476458" y="61997"/>
                  </a:lnTo>
                  <a:lnTo>
                    <a:pt x="1490799" y="98343"/>
                  </a:lnTo>
                  <a:close/>
                  <a:moveTo>
                    <a:pt x="1469241" y="54564"/>
                  </a:moveTo>
                  <a:lnTo>
                    <a:pt x="1473148" y="16128"/>
                  </a:lnTo>
                  <a:lnTo>
                    <a:pt x="1395878" y="39380"/>
                  </a:lnTo>
                  <a:close/>
                  <a:moveTo>
                    <a:pt x="1631422" y="87650"/>
                  </a:moveTo>
                  <a:lnTo>
                    <a:pt x="1709931" y="180558"/>
                  </a:lnTo>
                  <a:lnTo>
                    <a:pt x="1685722" y="98343"/>
                  </a:lnTo>
                  <a:close/>
                  <a:moveTo>
                    <a:pt x="1631422" y="87650"/>
                  </a:moveTo>
                  <a:lnTo>
                    <a:pt x="1672062" y="154702"/>
                  </a:lnTo>
                  <a:lnTo>
                    <a:pt x="1709931" y="18055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67" name="Candidate_density__2166">
              <a:extLst>
                <a:ext uri="{FF2B5EF4-FFF2-40B4-BE49-F238E27FC236}">
                  <a16:creationId xmlns:a16="http://schemas.microsoft.com/office/drawing/2014/main" id="{27AA4C2F-5BC8-76DE-64FE-7879E2271B97}"/>
                </a:ext>
              </a:extLst>
            </p:cNvPr>
            <p:cNvSpPr>
              <a:spLocks noGrp="1"/>
            </p:cNvSpPr>
            <p:nvPr/>
          </p:nvSpPr>
          <p:spPr>
            <a:xfrm>
              <a:off x="3890526" y="2728303"/>
              <a:ext cx="1554861" cy="561579"/>
            </a:xfrm>
            <a:custGeom>
              <a:avLst/>
              <a:gdLst/>
              <a:ahLst/>
              <a:cxnLst/>
              <a:rect l="0" t="0" r="0" b="0"/>
              <a:pathLst>
                <a:path w="1554861" h="561579">
                  <a:moveTo>
                    <a:pt x="0" y="483037"/>
                  </a:moveTo>
                  <a:lnTo>
                    <a:pt x="76688" y="491102"/>
                  </a:lnTo>
                  <a:lnTo>
                    <a:pt x="26875" y="487946"/>
                  </a:lnTo>
                  <a:close/>
                  <a:moveTo>
                    <a:pt x="134250" y="548795"/>
                  </a:moveTo>
                  <a:lnTo>
                    <a:pt x="140792" y="556018"/>
                  </a:lnTo>
                  <a:lnTo>
                    <a:pt x="153096" y="561579"/>
                  </a:lnTo>
                  <a:close/>
                  <a:moveTo>
                    <a:pt x="140792" y="556018"/>
                  </a:moveTo>
                  <a:lnTo>
                    <a:pt x="134250" y="548795"/>
                  </a:lnTo>
                  <a:lnTo>
                    <a:pt x="26875" y="487946"/>
                  </a:lnTo>
                  <a:close/>
                  <a:moveTo>
                    <a:pt x="86515" y="500052"/>
                  </a:moveTo>
                  <a:lnTo>
                    <a:pt x="140792" y="556018"/>
                  </a:lnTo>
                  <a:lnTo>
                    <a:pt x="26875" y="487946"/>
                  </a:lnTo>
                  <a:close/>
                  <a:moveTo>
                    <a:pt x="149702" y="225277"/>
                  </a:moveTo>
                  <a:lnTo>
                    <a:pt x="130256" y="263713"/>
                  </a:lnTo>
                  <a:lnTo>
                    <a:pt x="174275" y="210357"/>
                  </a:lnTo>
                  <a:close/>
                  <a:moveTo>
                    <a:pt x="130256" y="263713"/>
                  </a:moveTo>
                  <a:lnTo>
                    <a:pt x="129602" y="258536"/>
                  </a:lnTo>
                  <a:lnTo>
                    <a:pt x="174275" y="210357"/>
                  </a:lnTo>
                  <a:close/>
                  <a:moveTo>
                    <a:pt x="511633" y="420511"/>
                  </a:moveTo>
                  <a:lnTo>
                    <a:pt x="581612" y="403491"/>
                  </a:lnTo>
                  <a:lnTo>
                    <a:pt x="623842" y="346180"/>
                  </a:lnTo>
                  <a:close/>
                  <a:moveTo>
                    <a:pt x="581612" y="403491"/>
                  </a:moveTo>
                  <a:lnTo>
                    <a:pt x="651336" y="385518"/>
                  </a:lnTo>
                  <a:lnTo>
                    <a:pt x="700667" y="354758"/>
                  </a:lnTo>
                  <a:close/>
                  <a:moveTo>
                    <a:pt x="869052" y="427005"/>
                  </a:moveTo>
                  <a:lnTo>
                    <a:pt x="792201" y="418332"/>
                  </a:lnTo>
                  <a:lnTo>
                    <a:pt x="769500" y="408442"/>
                  </a:lnTo>
                  <a:close/>
                  <a:moveTo>
                    <a:pt x="792201" y="418332"/>
                  </a:moveTo>
                  <a:lnTo>
                    <a:pt x="869052" y="427005"/>
                  </a:lnTo>
                  <a:lnTo>
                    <a:pt x="929209" y="436722"/>
                  </a:lnTo>
                  <a:close/>
                  <a:moveTo>
                    <a:pt x="936700" y="401274"/>
                  </a:moveTo>
                  <a:lnTo>
                    <a:pt x="943123" y="438827"/>
                  </a:lnTo>
                  <a:lnTo>
                    <a:pt x="929209" y="436722"/>
                  </a:lnTo>
                  <a:close/>
                  <a:moveTo>
                    <a:pt x="943123" y="438827"/>
                  </a:moveTo>
                  <a:lnTo>
                    <a:pt x="995518" y="445969"/>
                  </a:lnTo>
                  <a:lnTo>
                    <a:pt x="1008731" y="455384"/>
                  </a:lnTo>
                  <a:close/>
                  <a:moveTo>
                    <a:pt x="1008731" y="455384"/>
                  </a:moveTo>
                  <a:lnTo>
                    <a:pt x="1128378" y="408863"/>
                  </a:lnTo>
                  <a:lnTo>
                    <a:pt x="1056749" y="419713"/>
                  </a:lnTo>
                  <a:close/>
                  <a:moveTo>
                    <a:pt x="1027919" y="400391"/>
                  </a:moveTo>
                  <a:lnTo>
                    <a:pt x="943123" y="438827"/>
                  </a:lnTo>
                  <a:lnTo>
                    <a:pt x="1008731" y="455384"/>
                  </a:lnTo>
                  <a:close/>
                  <a:moveTo>
                    <a:pt x="1056749" y="419713"/>
                  </a:moveTo>
                  <a:lnTo>
                    <a:pt x="1128378" y="408863"/>
                  </a:lnTo>
                  <a:lnTo>
                    <a:pt x="1195228" y="443600"/>
                  </a:lnTo>
                  <a:close/>
                  <a:moveTo>
                    <a:pt x="1195228" y="443600"/>
                  </a:moveTo>
                  <a:lnTo>
                    <a:pt x="1213316" y="390088"/>
                  </a:lnTo>
                  <a:lnTo>
                    <a:pt x="1209490" y="361955"/>
                  </a:lnTo>
                  <a:close/>
                  <a:moveTo>
                    <a:pt x="1128378" y="408863"/>
                  </a:moveTo>
                  <a:lnTo>
                    <a:pt x="1206464" y="422157"/>
                  </a:lnTo>
                  <a:lnTo>
                    <a:pt x="1195228" y="443600"/>
                  </a:lnTo>
                  <a:close/>
                  <a:moveTo>
                    <a:pt x="1213316" y="390088"/>
                  </a:moveTo>
                  <a:lnTo>
                    <a:pt x="1193303" y="372949"/>
                  </a:lnTo>
                  <a:lnTo>
                    <a:pt x="1209490" y="361955"/>
                  </a:lnTo>
                  <a:close/>
                  <a:moveTo>
                    <a:pt x="1554861" y="294194"/>
                  </a:moveTo>
                  <a:lnTo>
                    <a:pt x="1539652" y="206467"/>
                  </a:lnTo>
                  <a:lnTo>
                    <a:pt x="1551154" y="285081"/>
                  </a:lnTo>
                  <a:close/>
                  <a:moveTo>
                    <a:pt x="1539652" y="206467"/>
                  </a:moveTo>
                  <a:lnTo>
                    <a:pt x="1538181" y="202867"/>
                  </a:lnTo>
                  <a:lnTo>
                    <a:pt x="1551154" y="285081"/>
                  </a:lnTo>
                  <a:close/>
                  <a:moveTo>
                    <a:pt x="1538181" y="202867"/>
                  </a:moveTo>
                  <a:lnTo>
                    <a:pt x="1544496" y="164430"/>
                  </a:lnTo>
                  <a:lnTo>
                    <a:pt x="1551154" y="285081"/>
                  </a:lnTo>
                  <a:close/>
                  <a:moveTo>
                    <a:pt x="1544496" y="164430"/>
                  </a:moveTo>
                  <a:lnTo>
                    <a:pt x="1538181" y="202867"/>
                  </a:lnTo>
                  <a:lnTo>
                    <a:pt x="1500759" y="120651"/>
                  </a:lnTo>
                  <a:close/>
                  <a:moveTo>
                    <a:pt x="1536720" y="82214"/>
                  </a:moveTo>
                  <a:lnTo>
                    <a:pt x="1544496" y="164430"/>
                  </a:lnTo>
                  <a:lnTo>
                    <a:pt x="1500759" y="120651"/>
                  </a:lnTo>
                  <a:close/>
                  <a:moveTo>
                    <a:pt x="1500759" y="120651"/>
                  </a:moveTo>
                  <a:lnTo>
                    <a:pt x="1542522" y="0"/>
                  </a:lnTo>
                  <a:lnTo>
                    <a:pt x="1536720" y="82214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68" name="Candidate_density__2167">
              <a:extLst>
                <a:ext uri="{FF2B5EF4-FFF2-40B4-BE49-F238E27FC236}">
                  <a16:creationId xmlns:a16="http://schemas.microsoft.com/office/drawing/2014/main" id="{0C7B9F89-FE61-1352-EDE8-EE8CEE417FA3}"/>
                </a:ext>
              </a:extLst>
            </p:cNvPr>
            <p:cNvSpPr>
              <a:spLocks noGrp="1"/>
            </p:cNvSpPr>
            <p:nvPr/>
          </p:nvSpPr>
          <p:spPr>
            <a:xfrm>
              <a:off x="3684211" y="2408638"/>
              <a:ext cx="1670327" cy="936205"/>
            </a:xfrm>
            <a:custGeom>
              <a:avLst/>
              <a:gdLst/>
              <a:ahLst/>
              <a:cxnLst/>
              <a:rect l="0" t="0" r="0" b="0"/>
              <a:pathLst>
                <a:path w="1670327" h="936205">
                  <a:moveTo>
                    <a:pt x="78641" y="621814"/>
                  </a:moveTo>
                  <a:lnTo>
                    <a:pt x="30939" y="550577"/>
                  </a:lnTo>
                  <a:lnTo>
                    <a:pt x="11446" y="578035"/>
                  </a:lnTo>
                  <a:close/>
                  <a:moveTo>
                    <a:pt x="78641" y="621814"/>
                  </a:moveTo>
                  <a:lnTo>
                    <a:pt x="11446" y="578035"/>
                  </a:lnTo>
                  <a:lnTo>
                    <a:pt x="38906" y="660251"/>
                  </a:lnTo>
                  <a:close/>
                  <a:moveTo>
                    <a:pt x="0" y="495821"/>
                  </a:moveTo>
                  <a:lnTo>
                    <a:pt x="11446" y="578035"/>
                  </a:lnTo>
                  <a:lnTo>
                    <a:pt x="17132" y="461710"/>
                  </a:lnTo>
                  <a:close/>
                  <a:moveTo>
                    <a:pt x="11446" y="578035"/>
                  </a:moveTo>
                  <a:lnTo>
                    <a:pt x="30939" y="550577"/>
                  </a:lnTo>
                  <a:lnTo>
                    <a:pt x="17132" y="461710"/>
                  </a:lnTo>
                  <a:close/>
                  <a:moveTo>
                    <a:pt x="17132" y="461710"/>
                  </a:moveTo>
                  <a:lnTo>
                    <a:pt x="21061" y="452181"/>
                  </a:lnTo>
                  <a:lnTo>
                    <a:pt x="0" y="495821"/>
                  </a:lnTo>
                  <a:close/>
                  <a:moveTo>
                    <a:pt x="0" y="495821"/>
                  </a:moveTo>
                  <a:lnTo>
                    <a:pt x="21061" y="452181"/>
                  </a:lnTo>
                  <a:lnTo>
                    <a:pt x="32761" y="375169"/>
                  </a:lnTo>
                  <a:close/>
                  <a:moveTo>
                    <a:pt x="39336" y="539599"/>
                  </a:moveTo>
                  <a:lnTo>
                    <a:pt x="17132" y="461710"/>
                  </a:lnTo>
                  <a:lnTo>
                    <a:pt x="30939" y="550577"/>
                  </a:lnTo>
                  <a:close/>
                  <a:moveTo>
                    <a:pt x="39336" y="539599"/>
                  </a:moveTo>
                  <a:lnTo>
                    <a:pt x="20546" y="457384"/>
                  </a:lnTo>
                  <a:lnTo>
                    <a:pt x="17132" y="461710"/>
                  </a:lnTo>
                  <a:close/>
                  <a:moveTo>
                    <a:pt x="21061" y="452181"/>
                  </a:moveTo>
                  <a:lnTo>
                    <a:pt x="17132" y="461710"/>
                  </a:lnTo>
                  <a:lnTo>
                    <a:pt x="20546" y="457384"/>
                  </a:lnTo>
                  <a:close/>
                  <a:moveTo>
                    <a:pt x="359399" y="235590"/>
                  </a:moveTo>
                  <a:lnTo>
                    <a:pt x="230710" y="248306"/>
                  </a:lnTo>
                  <a:lnTo>
                    <a:pt x="337373" y="259860"/>
                  </a:lnTo>
                  <a:close/>
                  <a:moveTo>
                    <a:pt x="381355" y="247287"/>
                  </a:moveTo>
                  <a:lnTo>
                    <a:pt x="436903" y="246708"/>
                  </a:lnTo>
                  <a:lnTo>
                    <a:pt x="359399" y="235590"/>
                  </a:lnTo>
                  <a:close/>
                  <a:moveTo>
                    <a:pt x="1289982" y="840708"/>
                  </a:moveTo>
                  <a:lnTo>
                    <a:pt x="1312791" y="936205"/>
                  </a:lnTo>
                  <a:lnTo>
                    <a:pt x="1312409" y="860415"/>
                  </a:lnTo>
                  <a:close/>
                  <a:moveTo>
                    <a:pt x="1289982" y="840708"/>
                  </a:moveTo>
                  <a:lnTo>
                    <a:pt x="1312409" y="860415"/>
                  </a:lnTo>
                  <a:lnTo>
                    <a:pt x="1328778" y="823115"/>
                  </a:lnTo>
                  <a:close/>
                  <a:moveTo>
                    <a:pt x="1285102" y="197478"/>
                  </a:moveTo>
                  <a:lnTo>
                    <a:pt x="1308314" y="139107"/>
                  </a:lnTo>
                  <a:lnTo>
                    <a:pt x="1239849" y="134175"/>
                  </a:lnTo>
                  <a:close/>
                  <a:moveTo>
                    <a:pt x="1239849" y="134175"/>
                  </a:moveTo>
                  <a:lnTo>
                    <a:pt x="1308314" y="139107"/>
                  </a:lnTo>
                  <a:lnTo>
                    <a:pt x="1316689" y="32206"/>
                  </a:lnTo>
                  <a:close/>
                  <a:moveTo>
                    <a:pt x="1358278" y="111456"/>
                  </a:moveTo>
                  <a:lnTo>
                    <a:pt x="1326908" y="29241"/>
                  </a:lnTo>
                  <a:lnTo>
                    <a:pt x="1308314" y="139107"/>
                  </a:lnTo>
                  <a:close/>
                  <a:moveTo>
                    <a:pt x="1443542" y="73020"/>
                  </a:moveTo>
                  <a:lnTo>
                    <a:pt x="1434784" y="178487"/>
                  </a:lnTo>
                  <a:lnTo>
                    <a:pt x="1480000" y="132341"/>
                  </a:lnTo>
                  <a:close/>
                  <a:moveTo>
                    <a:pt x="1443542" y="73020"/>
                  </a:moveTo>
                  <a:lnTo>
                    <a:pt x="1358278" y="111456"/>
                  </a:lnTo>
                  <a:lnTo>
                    <a:pt x="1434784" y="178487"/>
                  </a:lnTo>
                  <a:close/>
                  <a:moveTo>
                    <a:pt x="1512054" y="155234"/>
                  </a:moveTo>
                  <a:lnTo>
                    <a:pt x="1594841" y="227533"/>
                  </a:lnTo>
                  <a:lnTo>
                    <a:pt x="1578077" y="141070"/>
                  </a:lnTo>
                  <a:close/>
                  <a:moveTo>
                    <a:pt x="1594841" y="227533"/>
                  </a:moveTo>
                  <a:lnTo>
                    <a:pt x="1670327" y="226756"/>
                  </a:lnTo>
                  <a:lnTo>
                    <a:pt x="1578077" y="141070"/>
                  </a:lnTo>
                  <a:close/>
                  <a:moveTo>
                    <a:pt x="1578077" y="141070"/>
                  </a:moveTo>
                  <a:lnTo>
                    <a:pt x="1480000" y="132341"/>
                  </a:lnTo>
                  <a:lnTo>
                    <a:pt x="1512054" y="155234"/>
                  </a:lnTo>
                  <a:close/>
                  <a:moveTo>
                    <a:pt x="1476123" y="63273"/>
                  </a:moveTo>
                  <a:lnTo>
                    <a:pt x="1480000" y="132341"/>
                  </a:lnTo>
                  <a:lnTo>
                    <a:pt x="1578077" y="141070"/>
                  </a:lnTo>
                  <a:close/>
                  <a:moveTo>
                    <a:pt x="1568030" y="49146"/>
                  </a:moveTo>
                  <a:lnTo>
                    <a:pt x="1476123" y="63273"/>
                  </a:lnTo>
                  <a:lnTo>
                    <a:pt x="1578077" y="141070"/>
                  </a:lnTo>
                  <a:close/>
                  <a:moveTo>
                    <a:pt x="1476123" y="63273"/>
                  </a:moveTo>
                  <a:lnTo>
                    <a:pt x="1568030" y="49146"/>
                  </a:lnTo>
                  <a:lnTo>
                    <a:pt x="1519135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69" name="Candidate_density__2168">
              <a:extLst>
                <a:ext uri="{FF2B5EF4-FFF2-40B4-BE49-F238E27FC236}">
                  <a16:creationId xmlns:a16="http://schemas.microsoft.com/office/drawing/2014/main" id="{6F9323F2-7BFE-88F4-B198-503524768C40}"/>
                </a:ext>
              </a:extLst>
            </p:cNvPr>
            <p:cNvSpPr>
              <a:spLocks noGrp="1"/>
            </p:cNvSpPr>
            <p:nvPr/>
          </p:nvSpPr>
          <p:spPr>
            <a:xfrm>
              <a:off x="4031318" y="3013385"/>
              <a:ext cx="1414069" cy="455864"/>
            </a:xfrm>
            <a:custGeom>
              <a:avLst/>
              <a:gdLst/>
              <a:ahLst/>
              <a:cxnLst/>
              <a:rect l="0" t="0" r="0" b="0"/>
              <a:pathLst>
                <a:path w="1414069" h="455864">
                  <a:moveTo>
                    <a:pt x="85107" y="270035"/>
                  </a:moveTo>
                  <a:lnTo>
                    <a:pt x="12305" y="276497"/>
                  </a:lnTo>
                  <a:lnTo>
                    <a:pt x="0" y="270937"/>
                  </a:lnTo>
                  <a:close/>
                  <a:moveTo>
                    <a:pt x="12305" y="276497"/>
                  </a:moveTo>
                  <a:lnTo>
                    <a:pt x="85107" y="270035"/>
                  </a:lnTo>
                  <a:lnTo>
                    <a:pt x="144092" y="275372"/>
                  </a:lnTo>
                  <a:close/>
                  <a:moveTo>
                    <a:pt x="370842" y="135429"/>
                  </a:moveTo>
                  <a:lnTo>
                    <a:pt x="332686" y="182245"/>
                  </a:lnTo>
                  <a:lnTo>
                    <a:pt x="440820" y="118409"/>
                  </a:lnTo>
                  <a:close/>
                  <a:moveTo>
                    <a:pt x="1183298" y="444170"/>
                  </a:moveTo>
                  <a:lnTo>
                    <a:pt x="1212446" y="452214"/>
                  </a:lnTo>
                  <a:lnTo>
                    <a:pt x="1225468" y="455864"/>
                  </a:lnTo>
                  <a:close/>
                  <a:moveTo>
                    <a:pt x="1238931" y="444170"/>
                  </a:moveTo>
                  <a:lnTo>
                    <a:pt x="1225468" y="455864"/>
                  </a:lnTo>
                  <a:lnTo>
                    <a:pt x="1212446" y="452214"/>
                  </a:lnTo>
                  <a:close/>
                  <a:moveTo>
                    <a:pt x="1183298" y="444170"/>
                  </a:moveTo>
                  <a:lnTo>
                    <a:pt x="1225468" y="455864"/>
                  </a:lnTo>
                  <a:lnTo>
                    <a:pt x="1241698" y="428433"/>
                  </a:lnTo>
                  <a:close/>
                  <a:moveTo>
                    <a:pt x="1241698" y="428433"/>
                  </a:moveTo>
                  <a:lnTo>
                    <a:pt x="1225468" y="455864"/>
                  </a:lnTo>
                  <a:lnTo>
                    <a:pt x="1238931" y="444170"/>
                  </a:lnTo>
                  <a:close/>
                  <a:moveTo>
                    <a:pt x="1259318" y="367224"/>
                  </a:moveTo>
                  <a:lnTo>
                    <a:pt x="1286999" y="352103"/>
                  </a:lnTo>
                  <a:lnTo>
                    <a:pt x="1287783" y="323519"/>
                  </a:lnTo>
                  <a:close/>
                  <a:moveTo>
                    <a:pt x="1241698" y="428433"/>
                  </a:moveTo>
                  <a:lnTo>
                    <a:pt x="1277553" y="371944"/>
                  </a:lnTo>
                  <a:lnTo>
                    <a:pt x="1259318" y="367224"/>
                  </a:lnTo>
                  <a:close/>
                  <a:moveTo>
                    <a:pt x="1390683" y="120652"/>
                  </a:moveTo>
                  <a:lnTo>
                    <a:pt x="1385472" y="129826"/>
                  </a:lnTo>
                  <a:lnTo>
                    <a:pt x="1345582" y="195888"/>
                  </a:lnTo>
                  <a:close/>
                  <a:moveTo>
                    <a:pt x="1390683" y="120652"/>
                  </a:moveTo>
                  <a:lnTo>
                    <a:pt x="1404139" y="82215"/>
                  </a:lnTo>
                  <a:lnTo>
                    <a:pt x="1385472" y="129826"/>
                  </a:lnTo>
                  <a:close/>
                  <a:moveTo>
                    <a:pt x="1390683" y="120652"/>
                  </a:moveTo>
                  <a:lnTo>
                    <a:pt x="1414069" y="9113"/>
                  </a:lnTo>
                  <a:lnTo>
                    <a:pt x="1410363" y="0"/>
                  </a:lnTo>
                  <a:close/>
                  <a:moveTo>
                    <a:pt x="1390683" y="120652"/>
                  </a:moveTo>
                  <a:lnTo>
                    <a:pt x="1410363" y="0"/>
                  </a:lnTo>
                  <a:lnTo>
                    <a:pt x="140413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70" name="Candidate_density__2169">
              <a:extLst>
                <a:ext uri="{FF2B5EF4-FFF2-40B4-BE49-F238E27FC236}">
                  <a16:creationId xmlns:a16="http://schemas.microsoft.com/office/drawing/2014/main" id="{20BC6642-9637-6908-68D3-C022AF09E62A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407305"/>
              <a:ext cx="1498589" cy="842042"/>
            </a:xfrm>
            <a:custGeom>
              <a:avLst/>
              <a:gdLst/>
              <a:ahLst/>
              <a:cxnLst/>
              <a:rect l="0" t="0" r="0" b="0"/>
              <a:pathLst>
                <a:path w="1498589" h="842042">
                  <a:moveTo>
                    <a:pt x="45780" y="407552"/>
                  </a:moveTo>
                  <a:lnTo>
                    <a:pt x="515" y="453514"/>
                  </a:lnTo>
                  <a:lnTo>
                    <a:pt x="0" y="458718"/>
                  </a:lnTo>
                  <a:close/>
                  <a:moveTo>
                    <a:pt x="515" y="453514"/>
                  </a:moveTo>
                  <a:lnTo>
                    <a:pt x="45780" y="407552"/>
                  </a:lnTo>
                  <a:lnTo>
                    <a:pt x="12216" y="376503"/>
                  </a:lnTo>
                  <a:close/>
                  <a:moveTo>
                    <a:pt x="45780" y="407552"/>
                  </a:moveTo>
                  <a:lnTo>
                    <a:pt x="55901" y="338067"/>
                  </a:lnTo>
                  <a:lnTo>
                    <a:pt x="12216" y="376503"/>
                  </a:lnTo>
                  <a:close/>
                  <a:moveTo>
                    <a:pt x="55901" y="338067"/>
                  </a:moveTo>
                  <a:lnTo>
                    <a:pt x="82300" y="265435"/>
                  </a:lnTo>
                  <a:lnTo>
                    <a:pt x="16279" y="294288"/>
                  </a:lnTo>
                  <a:close/>
                  <a:moveTo>
                    <a:pt x="12216" y="376503"/>
                  </a:moveTo>
                  <a:lnTo>
                    <a:pt x="55901" y="338067"/>
                  </a:lnTo>
                  <a:lnTo>
                    <a:pt x="16279" y="294288"/>
                  </a:lnTo>
                  <a:close/>
                  <a:moveTo>
                    <a:pt x="88464" y="255852"/>
                  </a:moveTo>
                  <a:lnTo>
                    <a:pt x="66724" y="266431"/>
                  </a:lnTo>
                  <a:lnTo>
                    <a:pt x="82300" y="265435"/>
                  </a:lnTo>
                  <a:close/>
                  <a:moveTo>
                    <a:pt x="82300" y="265435"/>
                  </a:moveTo>
                  <a:lnTo>
                    <a:pt x="55901" y="338067"/>
                  </a:lnTo>
                  <a:lnTo>
                    <a:pt x="142020" y="305309"/>
                  </a:lnTo>
                  <a:close/>
                  <a:moveTo>
                    <a:pt x="186625" y="229545"/>
                  </a:moveTo>
                  <a:lnTo>
                    <a:pt x="88464" y="255852"/>
                  </a:lnTo>
                  <a:lnTo>
                    <a:pt x="210165" y="249640"/>
                  </a:lnTo>
                  <a:close/>
                  <a:moveTo>
                    <a:pt x="88464" y="255852"/>
                  </a:moveTo>
                  <a:lnTo>
                    <a:pt x="82300" y="265435"/>
                  </a:lnTo>
                  <a:lnTo>
                    <a:pt x="210165" y="249640"/>
                  </a:lnTo>
                  <a:close/>
                  <a:moveTo>
                    <a:pt x="210165" y="249640"/>
                  </a:moveTo>
                  <a:lnTo>
                    <a:pt x="82300" y="265435"/>
                  </a:lnTo>
                  <a:lnTo>
                    <a:pt x="163605" y="299630"/>
                  </a:lnTo>
                  <a:close/>
                  <a:moveTo>
                    <a:pt x="163605" y="299630"/>
                  </a:moveTo>
                  <a:lnTo>
                    <a:pt x="82300" y="265435"/>
                  </a:lnTo>
                  <a:lnTo>
                    <a:pt x="142020" y="305309"/>
                  </a:lnTo>
                  <a:close/>
                  <a:moveTo>
                    <a:pt x="249541" y="217415"/>
                  </a:moveTo>
                  <a:lnTo>
                    <a:pt x="186625" y="229545"/>
                  </a:lnTo>
                  <a:lnTo>
                    <a:pt x="210165" y="249640"/>
                  </a:lnTo>
                  <a:close/>
                  <a:moveTo>
                    <a:pt x="249541" y="217415"/>
                  </a:moveTo>
                  <a:lnTo>
                    <a:pt x="199672" y="135200"/>
                  </a:lnTo>
                  <a:lnTo>
                    <a:pt x="186625" y="229545"/>
                  </a:lnTo>
                  <a:close/>
                  <a:moveTo>
                    <a:pt x="210165" y="249640"/>
                  </a:moveTo>
                  <a:lnTo>
                    <a:pt x="163605" y="299630"/>
                  </a:lnTo>
                  <a:lnTo>
                    <a:pt x="251727" y="276711"/>
                  </a:lnTo>
                  <a:close/>
                  <a:moveTo>
                    <a:pt x="288483" y="207329"/>
                  </a:moveTo>
                  <a:lnTo>
                    <a:pt x="249541" y="217415"/>
                  </a:lnTo>
                  <a:lnTo>
                    <a:pt x="338853" y="236924"/>
                  </a:lnTo>
                  <a:close/>
                  <a:moveTo>
                    <a:pt x="249541" y="217415"/>
                  </a:moveTo>
                  <a:lnTo>
                    <a:pt x="210165" y="249640"/>
                  </a:lnTo>
                  <a:lnTo>
                    <a:pt x="338853" y="236924"/>
                  </a:lnTo>
                  <a:close/>
                  <a:moveTo>
                    <a:pt x="316828" y="261194"/>
                  </a:moveTo>
                  <a:lnTo>
                    <a:pt x="210165" y="249640"/>
                  </a:lnTo>
                  <a:lnTo>
                    <a:pt x="251727" y="276711"/>
                  </a:lnTo>
                  <a:close/>
                  <a:moveTo>
                    <a:pt x="1269436" y="842042"/>
                  </a:moveTo>
                  <a:lnTo>
                    <a:pt x="1308232" y="824448"/>
                  </a:lnTo>
                  <a:lnTo>
                    <a:pt x="1278612" y="812203"/>
                  </a:lnTo>
                  <a:close/>
                  <a:moveTo>
                    <a:pt x="708388" y="348006"/>
                  </a:moveTo>
                  <a:lnTo>
                    <a:pt x="791573" y="340970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839368" y="284573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900267" y="313196"/>
                  </a:lnTo>
                  <a:lnTo>
                    <a:pt x="839368" y="284573"/>
                  </a:lnTo>
                  <a:close/>
                  <a:moveTo>
                    <a:pt x="839368" y="284573"/>
                  </a:moveTo>
                  <a:lnTo>
                    <a:pt x="900267" y="313196"/>
                  </a:lnTo>
                  <a:lnTo>
                    <a:pt x="862743" y="266536"/>
                  </a:lnTo>
                  <a:close/>
                  <a:moveTo>
                    <a:pt x="862743" y="266536"/>
                  </a:moveTo>
                  <a:lnTo>
                    <a:pt x="900267" y="313196"/>
                  </a:lnTo>
                  <a:lnTo>
                    <a:pt x="908785" y="310314"/>
                  </a:lnTo>
                  <a:close/>
                  <a:moveTo>
                    <a:pt x="862743" y="266536"/>
                  </a:moveTo>
                  <a:lnTo>
                    <a:pt x="908785" y="310314"/>
                  </a:lnTo>
                  <a:lnTo>
                    <a:pt x="929855" y="228099"/>
                  </a:lnTo>
                  <a:close/>
                  <a:moveTo>
                    <a:pt x="900267" y="313196"/>
                  </a:moveTo>
                  <a:lnTo>
                    <a:pt x="906605" y="320758"/>
                  </a:lnTo>
                  <a:lnTo>
                    <a:pt x="908785" y="310314"/>
                  </a:lnTo>
                  <a:close/>
                  <a:moveTo>
                    <a:pt x="929855" y="228099"/>
                  </a:moveTo>
                  <a:lnTo>
                    <a:pt x="908785" y="310314"/>
                  </a:lnTo>
                  <a:lnTo>
                    <a:pt x="1022765" y="271878"/>
                  </a:lnTo>
                  <a:close/>
                  <a:moveTo>
                    <a:pt x="929855" y="228099"/>
                  </a:moveTo>
                  <a:lnTo>
                    <a:pt x="1022765" y="271878"/>
                  </a:lnTo>
                  <a:lnTo>
                    <a:pt x="998719" y="189663"/>
                  </a:lnTo>
                  <a:close/>
                  <a:moveTo>
                    <a:pt x="919207" y="145884"/>
                  </a:moveTo>
                  <a:lnTo>
                    <a:pt x="989133" y="135457"/>
                  </a:lnTo>
                  <a:lnTo>
                    <a:pt x="976250" y="111831"/>
                  </a:lnTo>
                  <a:close/>
                  <a:moveTo>
                    <a:pt x="998719" y="189663"/>
                  </a:moveTo>
                  <a:lnTo>
                    <a:pt x="989133" y="135457"/>
                  </a:lnTo>
                  <a:lnTo>
                    <a:pt x="919207" y="145884"/>
                  </a:lnTo>
                  <a:close/>
                  <a:moveTo>
                    <a:pt x="929855" y="228099"/>
                  </a:moveTo>
                  <a:lnTo>
                    <a:pt x="998719" y="189663"/>
                  </a:lnTo>
                  <a:lnTo>
                    <a:pt x="919207" y="145884"/>
                  </a:lnTo>
                  <a:close/>
                  <a:moveTo>
                    <a:pt x="976250" y="111831"/>
                  </a:moveTo>
                  <a:lnTo>
                    <a:pt x="989133" y="135457"/>
                  </a:lnTo>
                  <a:lnTo>
                    <a:pt x="983208" y="107448"/>
                  </a:lnTo>
                  <a:close/>
                  <a:moveTo>
                    <a:pt x="998719" y="189663"/>
                  </a:moveTo>
                  <a:lnTo>
                    <a:pt x="1027777" y="270124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998719" y="189663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1007776" y="186293"/>
                  </a:lnTo>
                  <a:lnTo>
                    <a:pt x="983208" y="107448"/>
                  </a:lnTo>
                  <a:close/>
                  <a:moveTo>
                    <a:pt x="983208" y="107448"/>
                  </a:moveTo>
                  <a:lnTo>
                    <a:pt x="1007776" y="186293"/>
                  </a:lnTo>
                  <a:lnTo>
                    <a:pt x="1099605" y="151227"/>
                  </a:lnTo>
                  <a:close/>
                  <a:moveTo>
                    <a:pt x="983208" y="107448"/>
                  </a:moveTo>
                  <a:lnTo>
                    <a:pt x="1099605" y="151227"/>
                  </a:lnTo>
                  <a:lnTo>
                    <a:pt x="1099083" y="69012"/>
                  </a:lnTo>
                  <a:close/>
                  <a:moveTo>
                    <a:pt x="1099083" y="69012"/>
                  </a:moveTo>
                  <a:lnTo>
                    <a:pt x="1101842" y="62998"/>
                  </a:lnTo>
                  <a:lnTo>
                    <a:pt x="1022153" y="25232"/>
                  </a:lnTo>
                  <a:close/>
                  <a:moveTo>
                    <a:pt x="983208" y="107448"/>
                  </a:moveTo>
                  <a:lnTo>
                    <a:pt x="1099083" y="69012"/>
                  </a:lnTo>
                  <a:lnTo>
                    <a:pt x="1022153" y="25232"/>
                  </a:lnTo>
                  <a:close/>
                  <a:moveTo>
                    <a:pt x="1042998" y="18066"/>
                  </a:moveTo>
                  <a:lnTo>
                    <a:pt x="1101842" y="62998"/>
                  </a:lnTo>
                  <a:lnTo>
                    <a:pt x="1177762" y="68192"/>
                  </a:lnTo>
                  <a:close/>
                  <a:moveTo>
                    <a:pt x="1099083" y="69012"/>
                  </a:moveTo>
                  <a:lnTo>
                    <a:pt x="1138555" y="140565"/>
                  </a:lnTo>
                  <a:lnTo>
                    <a:pt x="1105789" y="67110"/>
                  </a:lnTo>
                  <a:close/>
                  <a:moveTo>
                    <a:pt x="1099083" y="69012"/>
                  </a:moveTo>
                  <a:lnTo>
                    <a:pt x="1099605" y="151227"/>
                  </a:lnTo>
                  <a:lnTo>
                    <a:pt x="1138555" y="140565"/>
                  </a:lnTo>
                  <a:close/>
                  <a:moveTo>
                    <a:pt x="1138555" y="140565"/>
                  </a:moveTo>
                  <a:lnTo>
                    <a:pt x="1219304" y="135509"/>
                  </a:lnTo>
                  <a:lnTo>
                    <a:pt x="1178277" y="68771"/>
                  </a:lnTo>
                  <a:close/>
                  <a:moveTo>
                    <a:pt x="1138555" y="140565"/>
                  </a:moveTo>
                  <a:lnTo>
                    <a:pt x="1178277" y="68771"/>
                  </a:lnTo>
                  <a:lnTo>
                    <a:pt x="1105789" y="67110"/>
                  </a:lnTo>
                  <a:close/>
                  <a:moveTo>
                    <a:pt x="1219304" y="135509"/>
                  </a:moveTo>
                  <a:lnTo>
                    <a:pt x="1296143" y="33539"/>
                  </a:lnTo>
                  <a:lnTo>
                    <a:pt x="1178277" y="68771"/>
                  </a:lnTo>
                  <a:close/>
                  <a:moveTo>
                    <a:pt x="1306362" y="30575"/>
                  </a:moveTo>
                  <a:lnTo>
                    <a:pt x="1296143" y="33539"/>
                  </a:lnTo>
                  <a:lnTo>
                    <a:pt x="1287769" y="140440"/>
                  </a:lnTo>
                  <a:close/>
                  <a:moveTo>
                    <a:pt x="1101842" y="62998"/>
                  </a:moveTo>
                  <a:lnTo>
                    <a:pt x="1099083" y="69012"/>
                  </a:lnTo>
                  <a:lnTo>
                    <a:pt x="1105789" y="67110"/>
                  </a:lnTo>
                  <a:close/>
                  <a:moveTo>
                    <a:pt x="1105789" y="67110"/>
                  </a:moveTo>
                  <a:lnTo>
                    <a:pt x="1177762" y="68192"/>
                  </a:lnTo>
                  <a:lnTo>
                    <a:pt x="1101842" y="62998"/>
                  </a:lnTo>
                  <a:close/>
                  <a:moveTo>
                    <a:pt x="1105789" y="67110"/>
                  </a:moveTo>
                  <a:lnTo>
                    <a:pt x="1178277" y="68771"/>
                  </a:lnTo>
                  <a:lnTo>
                    <a:pt x="1177762" y="68192"/>
                  </a:lnTo>
                  <a:close/>
                  <a:moveTo>
                    <a:pt x="1306362" y="30575"/>
                  </a:moveTo>
                  <a:lnTo>
                    <a:pt x="1432385" y="32465"/>
                  </a:lnTo>
                  <a:lnTo>
                    <a:pt x="1411929" y="0"/>
                  </a:lnTo>
                  <a:close/>
                  <a:moveTo>
                    <a:pt x="1422997" y="74354"/>
                  </a:moveTo>
                  <a:lnTo>
                    <a:pt x="1432385" y="32465"/>
                  </a:lnTo>
                  <a:lnTo>
                    <a:pt x="1306362" y="30575"/>
                  </a:lnTo>
                  <a:close/>
                  <a:moveTo>
                    <a:pt x="1337732" y="112790"/>
                  </a:moveTo>
                  <a:lnTo>
                    <a:pt x="1422997" y="74354"/>
                  </a:lnTo>
                  <a:lnTo>
                    <a:pt x="1306362" y="30575"/>
                  </a:lnTo>
                  <a:close/>
                  <a:moveTo>
                    <a:pt x="1411929" y="0"/>
                  </a:moveTo>
                  <a:lnTo>
                    <a:pt x="1432385" y="32465"/>
                  </a:lnTo>
                  <a:lnTo>
                    <a:pt x="1498589" y="1334"/>
                  </a:lnTo>
                  <a:close/>
                  <a:moveTo>
                    <a:pt x="1422997" y="74354"/>
                  </a:moveTo>
                  <a:lnTo>
                    <a:pt x="1459455" y="133675"/>
                  </a:lnTo>
                  <a:lnTo>
                    <a:pt x="1455577" y="64607"/>
                  </a:lnTo>
                  <a:close/>
                  <a:moveTo>
                    <a:pt x="1432385" y="32465"/>
                  </a:moveTo>
                  <a:lnTo>
                    <a:pt x="1422997" y="74354"/>
                  </a:lnTo>
                  <a:lnTo>
                    <a:pt x="1455577" y="64607"/>
                  </a:lnTo>
                  <a:close/>
                  <a:moveTo>
                    <a:pt x="1455577" y="64607"/>
                  </a:moveTo>
                  <a:lnTo>
                    <a:pt x="1498589" y="1334"/>
                  </a:lnTo>
                  <a:lnTo>
                    <a:pt x="1432385" y="3246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71" name="Candidate_density__2170">
              <a:extLst>
                <a:ext uri="{FF2B5EF4-FFF2-40B4-BE49-F238E27FC236}">
                  <a16:creationId xmlns:a16="http://schemas.microsoft.com/office/drawing/2014/main" id="{D774BD6A-0180-A204-D136-924C94A7F94C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702447"/>
              <a:ext cx="1622391" cy="682892"/>
            </a:xfrm>
            <a:custGeom>
              <a:avLst/>
              <a:gdLst/>
              <a:ahLst/>
              <a:cxnLst/>
              <a:rect l="0" t="0" r="0" b="0"/>
              <a:pathLst>
                <a:path w="1622391" h="682892">
                  <a:moveTo>
                    <a:pt x="0" y="410221"/>
                  </a:moveTo>
                  <a:lnTo>
                    <a:pt x="1699" y="470428"/>
                  </a:lnTo>
                  <a:lnTo>
                    <a:pt x="59269" y="470471"/>
                  </a:lnTo>
                  <a:close/>
                  <a:moveTo>
                    <a:pt x="226017" y="536215"/>
                  </a:moveTo>
                  <a:lnTo>
                    <a:pt x="205602" y="523728"/>
                  </a:lnTo>
                  <a:lnTo>
                    <a:pt x="149260" y="528275"/>
                  </a:lnTo>
                  <a:close/>
                  <a:moveTo>
                    <a:pt x="126388" y="453999"/>
                  </a:moveTo>
                  <a:lnTo>
                    <a:pt x="149260" y="528275"/>
                  </a:lnTo>
                  <a:lnTo>
                    <a:pt x="205602" y="523728"/>
                  </a:lnTo>
                  <a:close/>
                  <a:moveTo>
                    <a:pt x="126388" y="453999"/>
                  </a:moveTo>
                  <a:lnTo>
                    <a:pt x="91365" y="492436"/>
                  </a:lnTo>
                  <a:lnTo>
                    <a:pt x="149260" y="528275"/>
                  </a:lnTo>
                  <a:close/>
                  <a:moveTo>
                    <a:pt x="91365" y="492436"/>
                  </a:moveTo>
                  <a:lnTo>
                    <a:pt x="126388" y="453999"/>
                  </a:lnTo>
                  <a:lnTo>
                    <a:pt x="59269" y="470471"/>
                  </a:lnTo>
                  <a:close/>
                  <a:moveTo>
                    <a:pt x="311156" y="497778"/>
                  </a:moveTo>
                  <a:lnTo>
                    <a:pt x="226017" y="536215"/>
                  </a:lnTo>
                  <a:lnTo>
                    <a:pt x="292924" y="571552"/>
                  </a:lnTo>
                  <a:close/>
                  <a:moveTo>
                    <a:pt x="279234" y="339476"/>
                  </a:moveTo>
                  <a:lnTo>
                    <a:pt x="217688" y="290257"/>
                  </a:lnTo>
                  <a:lnTo>
                    <a:pt x="247355" y="333348"/>
                  </a:lnTo>
                  <a:close/>
                  <a:moveTo>
                    <a:pt x="295037" y="364249"/>
                  </a:moveTo>
                  <a:lnTo>
                    <a:pt x="247355" y="333348"/>
                  </a:lnTo>
                  <a:lnTo>
                    <a:pt x="339155" y="313996"/>
                  </a:lnTo>
                  <a:close/>
                  <a:moveTo>
                    <a:pt x="414676" y="212696"/>
                  </a:moveTo>
                  <a:lnTo>
                    <a:pt x="437008" y="294912"/>
                  </a:lnTo>
                  <a:lnTo>
                    <a:pt x="418947" y="186392"/>
                  </a:lnTo>
                  <a:close/>
                  <a:moveTo>
                    <a:pt x="379921" y="187757"/>
                  </a:moveTo>
                  <a:lnTo>
                    <a:pt x="418947" y="186392"/>
                  </a:lnTo>
                  <a:lnTo>
                    <a:pt x="353965" y="178629"/>
                  </a:lnTo>
                  <a:close/>
                  <a:moveTo>
                    <a:pt x="637812" y="329827"/>
                  </a:moveTo>
                  <a:lnTo>
                    <a:pt x="560599" y="369423"/>
                  </a:lnTo>
                  <a:lnTo>
                    <a:pt x="631453" y="355677"/>
                  </a:lnTo>
                  <a:close/>
                  <a:moveTo>
                    <a:pt x="726651" y="318195"/>
                  </a:moveTo>
                  <a:lnTo>
                    <a:pt x="631453" y="355677"/>
                  </a:lnTo>
                  <a:lnTo>
                    <a:pt x="710360" y="372036"/>
                  </a:lnTo>
                  <a:close/>
                  <a:moveTo>
                    <a:pt x="726651" y="318195"/>
                  </a:moveTo>
                  <a:lnTo>
                    <a:pt x="637812" y="329827"/>
                  </a:lnTo>
                  <a:lnTo>
                    <a:pt x="631453" y="355677"/>
                  </a:lnTo>
                  <a:close/>
                  <a:moveTo>
                    <a:pt x="787185" y="380615"/>
                  </a:moveTo>
                  <a:lnTo>
                    <a:pt x="823971" y="302952"/>
                  </a:lnTo>
                  <a:lnTo>
                    <a:pt x="710360" y="372036"/>
                  </a:lnTo>
                  <a:close/>
                  <a:moveTo>
                    <a:pt x="1114436" y="426247"/>
                  </a:moveTo>
                  <a:lnTo>
                    <a:pt x="1056830" y="401054"/>
                  </a:lnTo>
                  <a:lnTo>
                    <a:pt x="1015727" y="462579"/>
                  </a:lnTo>
                  <a:close/>
                  <a:moveTo>
                    <a:pt x="1015727" y="462579"/>
                  </a:moveTo>
                  <a:lnTo>
                    <a:pt x="1056830" y="401054"/>
                  </a:lnTo>
                  <a:lnTo>
                    <a:pt x="923171" y="395186"/>
                  </a:lnTo>
                  <a:close/>
                  <a:moveTo>
                    <a:pt x="1371893" y="657637"/>
                  </a:moveTo>
                  <a:lnTo>
                    <a:pt x="1361664" y="672893"/>
                  </a:lnTo>
                  <a:lnTo>
                    <a:pt x="1413362" y="682892"/>
                  </a:lnTo>
                  <a:close/>
                  <a:moveTo>
                    <a:pt x="1166132" y="387811"/>
                  </a:moveTo>
                  <a:lnTo>
                    <a:pt x="1143267" y="445569"/>
                  </a:lnTo>
                  <a:lnTo>
                    <a:pt x="1191882" y="412130"/>
                  </a:lnTo>
                  <a:close/>
                  <a:moveTo>
                    <a:pt x="1166132" y="387811"/>
                  </a:moveTo>
                  <a:lnTo>
                    <a:pt x="1114436" y="426247"/>
                  </a:lnTo>
                  <a:lnTo>
                    <a:pt x="1143267" y="445569"/>
                  </a:lnTo>
                  <a:close/>
                  <a:moveTo>
                    <a:pt x="1114436" y="426247"/>
                  </a:moveTo>
                  <a:lnTo>
                    <a:pt x="1166132" y="387811"/>
                  </a:lnTo>
                  <a:lnTo>
                    <a:pt x="1056830" y="401054"/>
                  </a:lnTo>
                  <a:close/>
                  <a:moveTo>
                    <a:pt x="1191882" y="412130"/>
                  </a:moveTo>
                  <a:lnTo>
                    <a:pt x="1283985" y="468328"/>
                  </a:lnTo>
                  <a:lnTo>
                    <a:pt x="1262555" y="349374"/>
                  </a:lnTo>
                  <a:close/>
                  <a:moveTo>
                    <a:pt x="1593144" y="272501"/>
                  </a:moveTo>
                  <a:lnTo>
                    <a:pt x="1558038" y="299549"/>
                  </a:lnTo>
                  <a:lnTo>
                    <a:pt x="1622391" y="274895"/>
                  </a:lnTo>
                  <a:close/>
                  <a:moveTo>
                    <a:pt x="1622391" y="274895"/>
                  </a:moveTo>
                  <a:lnTo>
                    <a:pt x="1567018" y="359412"/>
                  </a:lnTo>
                  <a:lnTo>
                    <a:pt x="1620705" y="376357"/>
                  </a:lnTo>
                  <a:close/>
                  <a:moveTo>
                    <a:pt x="1593144" y="272501"/>
                  </a:moveTo>
                  <a:lnTo>
                    <a:pt x="1622391" y="274895"/>
                  </a:lnTo>
                  <a:lnTo>
                    <a:pt x="1621708" y="258941"/>
                  </a:lnTo>
                  <a:close/>
                  <a:moveTo>
                    <a:pt x="1616647" y="179473"/>
                  </a:moveTo>
                  <a:lnTo>
                    <a:pt x="1593144" y="272501"/>
                  </a:lnTo>
                  <a:lnTo>
                    <a:pt x="1621708" y="258941"/>
                  </a:lnTo>
                  <a:close/>
                  <a:moveTo>
                    <a:pt x="1554541" y="269464"/>
                  </a:moveTo>
                  <a:lnTo>
                    <a:pt x="1593144" y="272501"/>
                  </a:lnTo>
                  <a:lnTo>
                    <a:pt x="1616647" y="179473"/>
                  </a:lnTo>
                  <a:close/>
                  <a:moveTo>
                    <a:pt x="1551438" y="171894"/>
                  </a:moveTo>
                  <a:lnTo>
                    <a:pt x="1616647" y="179473"/>
                  </a:lnTo>
                  <a:lnTo>
                    <a:pt x="1601421" y="91759"/>
                  </a:lnTo>
                  <a:close/>
                  <a:moveTo>
                    <a:pt x="1551438" y="171894"/>
                  </a:moveTo>
                  <a:lnTo>
                    <a:pt x="1601421" y="91759"/>
                  </a:lnTo>
                  <a:lnTo>
                    <a:pt x="1540718" y="80517"/>
                  </a:lnTo>
                  <a:close/>
                  <a:moveTo>
                    <a:pt x="1540718" y="80517"/>
                  </a:moveTo>
                  <a:lnTo>
                    <a:pt x="1601421" y="91759"/>
                  </a:lnTo>
                  <a:lnTo>
                    <a:pt x="159117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72" name="Candidate_density__2171">
              <a:extLst>
                <a:ext uri="{FF2B5EF4-FFF2-40B4-BE49-F238E27FC236}">
                  <a16:creationId xmlns:a16="http://schemas.microsoft.com/office/drawing/2014/main" id="{9B961B0F-9450-F8FB-A658-374B9897C237}"/>
                </a:ext>
              </a:extLst>
            </p:cNvPr>
            <p:cNvSpPr>
              <a:spLocks noGrp="1"/>
            </p:cNvSpPr>
            <p:nvPr/>
          </p:nvSpPr>
          <p:spPr>
            <a:xfrm>
              <a:off x="3715150" y="2563873"/>
              <a:ext cx="1639388" cy="609045"/>
            </a:xfrm>
            <a:custGeom>
              <a:avLst/>
              <a:gdLst/>
              <a:ahLst/>
              <a:cxnLst/>
              <a:rect l="0" t="0" r="0" b="0"/>
              <a:pathLst>
                <a:path w="1639388" h="609045">
                  <a:moveTo>
                    <a:pt x="7967" y="505016"/>
                  </a:moveTo>
                  <a:lnTo>
                    <a:pt x="88858" y="548795"/>
                  </a:lnTo>
                  <a:lnTo>
                    <a:pt x="47702" y="466580"/>
                  </a:lnTo>
                  <a:close/>
                  <a:moveTo>
                    <a:pt x="18200" y="401928"/>
                  </a:moveTo>
                  <a:lnTo>
                    <a:pt x="0" y="395342"/>
                  </a:lnTo>
                  <a:lnTo>
                    <a:pt x="47702" y="466580"/>
                  </a:lnTo>
                  <a:close/>
                  <a:moveTo>
                    <a:pt x="8397" y="384365"/>
                  </a:moveTo>
                  <a:lnTo>
                    <a:pt x="0" y="395342"/>
                  </a:lnTo>
                  <a:lnTo>
                    <a:pt x="18200" y="401928"/>
                  </a:lnTo>
                  <a:close/>
                  <a:moveTo>
                    <a:pt x="159594" y="510359"/>
                  </a:moveTo>
                  <a:lnTo>
                    <a:pt x="148127" y="609045"/>
                  </a:lnTo>
                  <a:lnTo>
                    <a:pt x="191714" y="556808"/>
                  </a:lnTo>
                  <a:close/>
                  <a:moveTo>
                    <a:pt x="47702" y="466580"/>
                  </a:moveTo>
                  <a:lnTo>
                    <a:pt x="88858" y="548795"/>
                  </a:lnTo>
                  <a:lnTo>
                    <a:pt x="159594" y="510359"/>
                  </a:lnTo>
                  <a:close/>
                  <a:moveTo>
                    <a:pt x="23805" y="375990"/>
                  </a:moveTo>
                  <a:lnTo>
                    <a:pt x="18200" y="401928"/>
                  </a:lnTo>
                  <a:lnTo>
                    <a:pt x="75508" y="345929"/>
                  </a:lnTo>
                  <a:close/>
                  <a:moveTo>
                    <a:pt x="75508" y="345929"/>
                  </a:moveTo>
                  <a:lnTo>
                    <a:pt x="18200" y="401928"/>
                  </a:lnTo>
                  <a:lnTo>
                    <a:pt x="47702" y="466580"/>
                  </a:lnTo>
                  <a:close/>
                  <a:moveTo>
                    <a:pt x="75508" y="345929"/>
                  </a:moveTo>
                  <a:lnTo>
                    <a:pt x="47702" y="466580"/>
                  </a:lnTo>
                  <a:lnTo>
                    <a:pt x="127108" y="428144"/>
                  </a:lnTo>
                  <a:close/>
                  <a:moveTo>
                    <a:pt x="8397" y="384365"/>
                  </a:moveTo>
                  <a:lnTo>
                    <a:pt x="18200" y="401928"/>
                  </a:lnTo>
                  <a:lnTo>
                    <a:pt x="23805" y="375990"/>
                  </a:lnTo>
                  <a:close/>
                  <a:moveTo>
                    <a:pt x="75508" y="345929"/>
                  </a:moveTo>
                  <a:lnTo>
                    <a:pt x="127108" y="428144"/>
                  </a:lnTo>
                  <a:lnTo>
                    <a:pt x="194997" y="389707"/>
                  </a:lnTo>
                  <a:close/>
                  <a:moveTo>
                    <a:pt x="350416" y="92052"/>
                  </a:moveTo>
                  <a:lnTo>
                    <a:pt x="306434" y="104625"/>
                  </a:lnTo>
                  <a:lnTo>
                    <a:pt x="390975" y="98888"/>
                  </a:lnTo>
                  <a:close/>
                  <a:moveTo>
                    <a:pt x="328459" y="80356"/>
                  </a:moveTo>
                  <a:lnTo>
                    <a:pt x="306434" y="104625"/>
                  </a:lnTo>
                  <a:lnTo>
                    <a:pt x="350416" y="92052"/>
                  </a:lnTo>
                  <a:close/>
                  <a:moveTo>
                    <a:pt x="350416" y="92052"/>
                  </a:moveTo>
                  <a:lnTo>
                    <a:pt x="390975" y="98888"/>
                  </a:lnTo>
                  <a:lnTo>
                    <a:pt x="460907" y="81697"/>
                  </a:lnTo>
                  <a:close/>
                  <a:moveTo>
                    <a:pt x="816822" y="356613"/>
                  </a:moveTo>
                  <a:lnTo>
                    <a:pt x="815197" y="356931"/>
                  </a:lnTo>
                  <a:lnTo>
                    <a:pt x="815509" y="456769"/>
                  </a:lnTo>
                  <a:close/>
                  <a:moveTo>
                    <a:pt x="725928" y="300047"/>
                  </a:moveTo>
                  <a:lnTo>
                    <a:pt x="680786" y="274398"/>
                  </a:lnTo>
                  <a:lnTo>
                    <a:pt x="729392" y="366096"/>
                  </a:lnTo>
                  <a:close/>
                  <a:moveTo>
                    <a:pt x="729392" y="366096"/>
                  </a:moveTo>
                  <a:lnTo>
                    <a:pt x="815197" y="356931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5200" y="355163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6822" y="356613"/>
                  </a:lnTo>
                  <a:lnTo>
                    <a:pt x="815200" y="355163"/>
                  </a:lnTo>
                  <a:close/>
                  <a:moveTo>
                    <a:pt x="680786" y="274398"/>
                  </a:moveTo>
                  <a:lnTo>
                    <a:pt x="684063" y="192183"/>
                  </a:lnTo>
                  <a:lnTo>
                    <a:pt x="639722" y="278312"/>
                  </a:lnTo>
                  <a:close/>
                  <a:moveTo>
                    <a:pt x="684063" y="192183"/>
                  </a:moveTo>
                  <a:lnTo>
                    <a:pt x="620208" y="194085"/>
                  </a:lnTo>
                  <a:lnTo>
                    <a:pt x="639722" y="278312"/>
                  </a:lnTo>
                  <a:close/>
                  <a:moveTo>
                    <a:pt x="539277" y="199287"/>
                  </a:moveTo>
                  <a:lnTo>
                    <a:pt x="620208" y="194085"/>
                  </a:lnTo>
                  <a:lnTo>
                    <a:pt x="586332" y="121533"/>
                  </a:lnTo>
                  <a:close/>
                  <a:moveTo>
                    <a:pt x="539277" y="199287"/>
                  </a:moveTo>
                  <a:lnTo>
                    <a:pt x="586332" y="121533"/>
                  </a:lnTo>
                  <a:lnTo>
                    <a:pt x="513694" y="119994"/>
                  </a:lnTo>
                  <a:close/>
                  <a:moveTo>
                    <a:pt x="684063" y="192183"/>
                  </a:moveTo>
                  <a:lnTo>
                    <a:pt x="695979" y="188075"/>
                  </a:lnTo>
                  <a:lnTo>
                    <a:pt x="620208" y="194085"/>
                  </a:lnTo>
                  <a:close/>
                  <a:moveTo>
                    <a:pt x="429120" y="128159"/>
                  </a:moveTo>
                  <a:lnTo>
                    <a:pt x="513694" y="119994"/>
                  </a:lnTo>
                  <a:lnTo>
                    <a:pt x="460907" y="81697"/>
                  </a:lnTo>
                  <a:close/>
                  <a:moveTo>
                    <a:pt x="513694" y="119994"/>
                  </a:moveTo>
                  <a:lnTo>
                    <a:pt x="538294" y="92375"/>
                  </a:lnTo>
                  <a:lnTo>
                    <a:pt x="460907" y="81697"/>
                  </a:lnTo>
                  <a:close/>
                  <a:moveTo>
                    <a:pt x="912830" y="441526"/>
                  </a:moveTo>
                  <a:lnTo>
                    <a:pt x="999479" y="521044"/>
                  </a:lnTo>
                  <a:lnTo>
                    <a:pt x="973238" y="400391"/>
                  </a:lnTo>
                  <a:close/>
                  <a:moveTo>
                    <a:pt x="973238" y="400391"/>
                  </a:moveTo>
                  <a:lnTo>
                    <a:pt x="999479" y="521044"/>
                  </a:lnTo>
                  <a:lnTo>
                    <a:pt x="1053229" y="472595"/>
                  </a:lnTo>
                  <a:close/>
                  <a:moveTo>
                    <a:pt x="914401" y="318177"/>
                  </a:moveTo>
                  <a:lnTo>
                    <a:pt x="917396" y="434529"/>
                  </a:lnTo>
                  <a:lnTo>
                    <a:pt x="950686" y="367863"/>
                  </a:lnTo>
                  <a:close/>
                  <a:moveTo>
                    <a:pt x="908386" y="438828"/>
                  </a:moveTo>
                  <a:lnTo>
                    <a:pt x="917396" y="434529"/>
                  </a:lnTo>
                  <a:lnTo>
                    <a:pt x="914401" y="318177"/>
                  </a:lnTo>
                  <a:close/>
                  <a:moveTo>
                    <a:pt x="816822" y="356613"/>
                  </a:moveTo>
                  <a:lnTo>
                    <a:pt x="908386" y="438828"/>
                  </a:lnTo>
                  <a:lnTo>
                    <a:pt x="914401" y="318177"/>
                  </a:lnTo>
                  <a:close/>
                  <a:moveTo>
                    <a:pt x="917396" y="434529"/>
                  </a:moveTo>
                  <a:lnTo>
                    <a:pt x="973238" y="400391"/>
                  </a:lnTo>
                  <a:lnTo>
                    <a:pt x="950686" y="367863"/>
                  </a:lnTo>
                  <a:close/>
                  <a:moveTo>
                    <a:pt x="876884" y="235962"/>
                  </a:moveTo>
                  <a:lnTo>
                    <a:pt x="815200" y="355163"/>
                  </a:lnTo>
                  <a:lnTo>
                    <a:pt x="816822" y="356613"/>
                  </a:lnTo>
                  <a:close/>
                  <a:moveTo>
                    <a:pt x="680786" y="274398"/>
                  </a:moveTo>
                  <a:lnTo>
                    <a:pt x="725928" y="300047"/>
                  </a:lnTo>
                  <a:lnTo>
                    <a:pt x="725659" y="269040"/>
                  </a:lnTo>
                  <a:close/>
                  <a:moveTo>
                    <a:pt x="684063" y="192183"/>
                  </a:moveTo>
                  <a:lnTo>
                    <a:pt x="725659" y="269040"/>
                  </a:lnTo>
                  <a:lnTo>
                    <a:pt x="697994" y="191438"/>
                  </a:lnTo>
                  <a:close/>
                  <a:moveTo>
                    <a:pt x="684063" y="192183"/>
                  </a:moveTo>
                  <a:lnTo>
                    <a:pt x="680786" y="274398"/>
                  </a:lnTo>
                  <a:lnTo>
                    <a:pt x="725659" y="269040"/>
                  </a:lnTo>
                  <a:close/>
                  <a:moveTo>
                    <a:pt x="814904" y="257077"/>
                  </a:moveTo>
                  <a:lnTo>
                    <a:pt x="725928" y="300047"/>
                  </a:lnTo>
                  <a:lnTo>
                    <a:pt x="815200" y="355163"/>
                  </a:lnTo>
                  <a:close/>
                  <a:moveTo>
                    <a:pt x="814904" y="257077"/>
                  </a:moveTo>
                  <a:lnTo>
                    <a:pt x="725659" y="269040"/>
                  </a:lnTo>
                  <a:lnTo>
                    <a:pt x="725928" y="300047"/>
                  </a:lnTo>
                  <a:close/>
                  <a:moveTo>
                    <a:pt x="725659" y="269040"/>
                  </a:moveTo>
                  <a:lnTo>
                    <a:pt x="781179" y="184402"/>
                  </a:lnTo>
                  <a:lnTo>
                    <a:pt x="697994" y="191438"/>
                  </a:lnTo>
                  <a:close/>
                  <a:moveTo>
                    <a:pt x="695979" y="188075"/>
                  </a:moveTo>
                  <a:lnTo>
                    <a:pt x="684063" y="192183"/>
                  </a:lnTo>
                  <a:lnTo>
                    <a:pt x="697994" y="191438"/>
                  </a:lnTo>
                  <a:close/>
                  <a:moveTo>
                    <a:pt x="697994" y="191438"/>
                  </a:moveTo>
                  <a:lnTo>
                    <a:pt x="766061" y="171441"/>
                  </a:lnTo>
                  <a:lnTo>
                    <a:pt x="695979" y="188075"/>
                  </a:lnTo>
                  <a:close/>
                  <a:moveTo>
                    <a:pt x="1071501" y="369836"/>
                  </a:moveTo>
                  <a:lnTo>
                    <a:pt x="1053229" y="472595"/>
                  </a:lnTo>
                  <a:lnTo>
                    <a:pt x="1093642" y="361955"/>
                  </a:lnTo>
                  <a:close/>
                  <a:moveTo>
                    <a:pt x="1093642" y="361955"/>
                  </a:moveTo>
                  <a:lnTo>
                    <a:pt x="1053229" y="472595"/>
                  </a:lnTo>
                  <a:lnTo>
                    <a:pt x="1067034" y="482607"/>
                  </a:lnTo>
                  <a:close/>
                  <a:moveTo>
                    <a:pt x="1093642" y="361955"/>
                  </a:moveTo>
                  <a:lnTo>
                    <a:pt x="1067034" y="482607"/>
                  </a:lnTo>
                  <a:lnTo>
                    <a:pt x="1161800" y="444170"/>
                  </a:lnTo>
                  <a:close/>
                  <a:moveTo>
                    <a:pt x="973238" y="400391"/>
                  </a:moveTo>
                  <a:lnTo>
                    <a:pt x="1053229" y="472595"/>
                  </a:lnTo>
                  <a:lnTo>
                    <a:pt x="1071501" y="369836"/>
                  </a:lnTo>
                  <a:close/>
                  <a:moveTo>
                    <a:pt x="950686" y="367863"/>
                  </a:moveTo>
                  <a:lnTo>
                    <a:pt x="973238" y="400391"/>
                  </a:lnTo>
                  <a:lnTo>
                    <a:pt x="1050771" y="279740"/>
                  </a:lnTo>
                  <a:close/>
                  <a:moveTo>
                    <a:pt x="1064605" y="299927"/>
                  </a:moveTo>
                  <a:lnTo>
                    <a:pt x="973238" y="400391"/>
                  </a:lnTo>
                  <a:lnTo>
                    <a:pt x="1071501" y="369836"/>
                  </a:lnTo>
                  <a:close/>
                  <a:moveTo>
                    <a:pt x="1185743" y="137368"/>
                  </a:moveTo>
                  <a:lnTo>
                    <a:pt x="1268693" y="75258"/>
                  </a:lnTo>
                  <a:lnTo>
                    <a:pt x="1254162" y="42244"/>
                  </a:lnTo>
                  <a:close/>
                  <a:moveTo>
                    <a:pt x="1268693" y="75258"/>
                  </a:moveTo>
                  <a:lnTo>
                    <a:pt x="1309313" y="120652"/>
                  </a:lnTo>
                  <a:lnTo>
                    <a:pt x="1254162" y="42244"/>
                  </a:lnTo>
                  <a:close/>
                  <a:moveTo>
                    <a:pt x="1286693" y="115889"/>
                  </a:moveTo>
                  <a:lnTo>
                    <a:pt x="1365056" y="156885"/>
                  </a:lnTo>
                  <a:lnTo>
                    <a:pt x="1309313" y="120652"/>
                  </a:lnTo>
                  <a:close/>
                  <a:moveTo>
                    <a:pt x="1430378" y="122455"/>
                  </a:moveTo>
                  <a:lnTo>
                    <a:pt x="1365056" y="156885"/>
                  </a:lnTo>
                  <a:lnTo>
                    <a:pt x="1478567" y="87425"/>
                  </a:lnTo>
                  <a:close/>
                  <a:moveTo>
                    <a:pt x="1498766" y="82215"/>
                  </a:moveTo>
                  <a:lnTo>
                    <a:pt x="1528956" y="100710"/>
                  </a:lnTo>
                  <a:lnTo>
                    <a:pt x="1478567" y="87425"/>
                  </a:lnTo>
                  <a:close/>
                  <a:moveTo>
                    <a:pt x="1268693" y="75258"/>
                  </a:moveTo>
                  <a:lnTo>
                    <a:pt x="1260544" y="120652"/>
                  </a:lnTo>
                  <a:lnTo>
                    <a:pt x="1286693" y="115889"/>
                  </a:lnTo>
                  <a:close/>
                  <a:moveTo>
                    <a:pt x="1286693" y="115889"/>
                  </a:moveTo>
                  <a:lnTo>
                    <a:pt x="1309313" y="120652"/>
                  </a:lnTo>
                  <a:lnTo>
                    <a:pt x="1268693" y="75258"/>
                  </a:lnTo>
                  <a:close/>
                  <a:moveTo>
                    <a:pt x="1610205" y="134747"/>
                  </a:moveTo>
                  <a:lnTo>
                    <a:pt x="1563902" y="72299"/>
                  </a:lnTo>
                  <a:lnTo>
                    <a:pt x="1530636" y="138844"/>
                  </a:lnTo>
                  <a:close/>
                  <a:moveTo>
                    <a:pt x="1610205" y="134747"/>
                  </a:moveTo>
                  <a:lnTo>
                    <a:pt x="1639388" y="71522"/>
                  </a:lnTo>
                  <a:lnTo>
                    <a:pt x="1563902" y="72299"/>
                  </a:lnTo>
                  <a:close/>
                  <a:moveTo>
                    <a:pt x="1481114" y="0"/>
                  </a:moveTo>
                  <a:lnTo>
                    <a:pt x="1498766" y="82215"/>
                  </a:lnTo>
                  <a:lnTo>
                    <a:pt x="1563902" y="7229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73" name="Candidate_density__2172">
              <a:extLst>
                <a:ext uri="{FF2B5EF4-FFF2-40B4-BE49-F238E27FC236}">
                  <a16:creationId xmlns:a16="http://schemas.microsoft.com/office/drawing/2014/main" id="{7972C2A8-DDA9-ECF1-C36A-E714B3CA7522}"/>
                </a:ext>
              </a:extLst>
            </p:cNvPr>
            <p:cNvSpPr>
              <a:spLocks noGrp="1"/>
            </p:cNvSpPr>
            <p:nvPr/>
          </p:nvSpPr>
          <p:spPr>
            <a:xfrm>
              <a:off x="3953269" y="2794206"/>
              <a:ext cx="1488412" cy="647612"/>
            </a:xfrm>
            <a:custGeom>
              <a:avLst/>
              <a:gdLst/>
              <a:ahLst/>
              <a:cxnLst/>
              <a:rect l="0" t="0" r="0" b="0"/>
              <a:pathLst>
                <a:path w="1488412" h="647612">
                  <a:moveTo>
                    <a:pt x="76757" y="444456"/>
                  </a:moveTo>
                  <a:lnTo>
                    <a:pt x="90354" y="495676"/>
                  </a:lnTo>
                  <a:lnTo>
                    <a:pt x="143664" y="479793"/>
                  </a:lnTo>
                  <a:close/>
                  <a:moveTo>
                    <a:pt x="76757" y="444456"/>
                  </a:moveTo>
                  <a:lnTo>
                    <a:pt x="71507" y="482892"/>
                  </a:lnTo>
                  <a:lnTo>
                    <a:pt x="90354" y="495676"/>
                  </a:lnTo>
                  <a:close/>
                  <a:moveTo>
                    <a:pt x="71507" y="482892"/>
                  </a:moveTo>
                  <a:lnTo>
                    <a:pt x="76757" y="444456"/>
                  </a:lnTo>
                  <a:lnTo>
                    <a:pt x="0" y="436516"/>
                  </a:lnTo>
                  <a:close/>
                  <a:moveTo>
                    <a:pt x="185444" y="420798"/>
                  </a:moveTo>
                  <a:lnTo>
                    <a:pt x="143664" y="479793"/>
                  </a:lnTo>
                  <a:lnTo>
                    <a:pt x="273780" y="472416"/>
                  </a:lnTo>
                  <a:close/>
                  <a:moveTo>
                    <a:pt x="98095" y="241589"/>
                  </a:moveTo>
                  <a:lnTo>
                    <a:pt x="67513" y="197811"/>
                  </a:lnTo>
                  <a:lnTo>
                    <a:pt x="86959" y="159374"/>
                  </a:lnTo>
                  <a:close/>
                  <a:moveTo>
                    <a:pt x="86959" y="159374"/>
                  </a:moveTo>
                  <a:lnTo>
                    <a:pt x="118745" y="120937"/>
                  </a:lnTo>
                  <a:lnTo>
                    <a:pt x="98095" y="241589"/>
                  </a:lnTo>
                  <a:close/>
                  <a:moveTo>
                    <a:pt x="411339" y="277664"/>
                  </a:moveTo>
                  <a:lnTo>
                    <a:pt x="448891" y="354608"/>
                  </a:lnTo>
                  <a:lnTo>
                    <a:pt x="482193" y="263918"/>
                  </a:lnTo>
                  <a:close/>
                  <a:moveTo>
                    <a:pt x="482193" y="263918"/>
                  </a:moveTo>
                  <a:lnTo>
                    <a:pt x="448891" y="354608"/>
                  </a:lnTo>
                  <a:lnTo>
                    <a:pt x="561100" y="280277"/>
                  </a:lnTo>
                  <a:close/>
                  <a:moveTo>
                    <a:pt x="230661" y="95998"/>
                  </a:moveTo>
                  <a:lnTo>
                    <a:pt x="265416" y="120937"/>
                  </a:lnTo>
                  <a:lnTo>
                    <a:pt x="269687" y="94633"/>
                  </a:lnTo>
                  <a:close/>
                  <a:moveTo>
                    <a:pt x="159355" y="108055"/>
                  </a:moveTo>
                  <a:lnTo>
                    <a:pt x="230661" y="95998"/>
                  </a:lnTo>
                  <a:lnTo>
                    <a:pt x="204705" y="86870"/>
                  </a:lnTo>
                  <a:close/>
                  <a:moveTo>
                    <a:pt x="1212404" y="581134"/>
                  </a:moveTo>
                  <a:lnTo>
                    <a:pt x="1319747" y="647612"/>
                  </a:lnTo>
                  <a:lnTo>
                    <a:pt x="1264102" y="591133"/>
                  </a:lnTo>
                  <a:close/>
                  <a:moveTo>
                    <a:pt x="1042622" y="320371"/>
                  </a:moveTo>
                  <a:lnTo>
                    <a:pt x="994007" y="353810"/>
                  </a:lnTo>
                  <a:lnTo>
                    <a:pt x="1132485" y="377697"/>
                  </a:lnTo>
                  <a:close/>
                  <a:moveTo>
                    <a:pt x="1473131" y="183136"/>
                  </a:moveTo>
                  <a:lnTo>
                    <a:pt x="1471445" y="284598"/>
                  </a:lnTo>
                  <a:lnTo>
                    <a:pt x="1482188" y="301394"/>
                  </a:lnTo>
                  <a:close/>
                  <a:moveTo>
                    <a:pt x="1488412" y="219179"/>
                  </a:moveTo>
                  <a:lnTo>
                    <a:pt x="1472448" y="167182"/>
                  </a:lnTo>
                  <a:lnTo>
                    <a:pt x="1473131" y="183136"/>
                  </a:lnTo>
                  <a:close/>
                  <a:moveTo>
                    <a:pt x="1481754" y="98527"/>
                  </a:moveTo>
                  <a:lnTo>
                    <a:pt x="1472448" y="167182"/>
                  </a:lnTo>
                  <a:lnTo>
                    <a:pt x="1488412" y="219179"/>
                  </a:lnTo>
                  <a:close/>
                  <a:moveTo>
                    <a:pt x="1467387" y="87714"/>
                  </a:moveTo>
                  <a:lnTo>
                    <a:pt x="1472448" y="167182"/>
                  </a:lnTo>
                  <a:lnTo>
                    <a:pt x="1481754" y="98527"/>
                  </a:lnTo>
                  <a:close/>
                  <a:moveTo>
                    <a:pt x="1452161" y="0"/>
                  </a:moveTo>
                  <a:lnTo>
                    <a:pt x="1467387" y="87714"/>
                  </a:lnTo>
                  <a:lnTo>
                    <a:pt x="1481754" y="9852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74" name="Candidate_density__2173">
              <a:extLst>
                <a:ext uri="{FF2B5EF4-FFF2-40B4-BE49-F238E27FC236}">
                  <a16:creationId xmlns:a16="http://schemas.microsoft.com/office/drawing/2014/main" id="{3ED3DDEF-E38C-337F-EA75-BCDFF6C19DFF}"/>
                </a:ext>
              </a:extLst>
            </p:cNvPr>
            <p:cNvSpPr>
              <a:spLocks noGrp="1"/>
            </p:cNvSpPr>
            <p:nvPr/>
          </p:nvSpPr>
          <p:spPr>
            <a:xfrm>
              <a:off x="4043622" y="3071870"/>
              <a:ext cx="1391834" cy="369948"/>
            </a:xfrm>
            <a:custGeom>
              <a:avLst/>
              <a:gdLst/>
              <a:ahLst/>
              <a:cxnLst/>
              <a:rect l="0" t="0" r="0" b="0"/>
              <a:pathLst>
                <a:path w="1391834" h="369948">
                  <a:moveTo>
                    <a:pt x="53310" y="202129"/>
                  </a:moveTo>
                  <a:lnTo>
                    <a:pt x="0" y="218012"/>
                  </a:lnTo>
                  <a:lnTo>
                    <a:pt x="131788" y="216887"/>
                  </a:lnTo>
                  <a:close/>
                  <a:moveTo>
                    <a:pt x="53310" y="202129"/>
                  </a:moveTo>
                  <a:lnTo>
                    <a:pt x="131788" y="216887"/>
                  </a:lnTo>
                  <a:lnTo>
                    <a:pt x="183427" y="194751"/>
                  </a:lnTo>
                  <a:close/>
                  <a:moveTo>
                    <a:pt x="183427" y="194751"/>
                  </a:moveTo>
                  <a:lnTo>
                    <a:pt x="255160" y="184293"/>
                  </a:lnTo>
                  <a:lnTo>
                    <a:pt x="298377" y="130673"/>
                  </a:lnTo>
                  <a:close/>
                  <a:moveTo>
                    <a:pt x="315705" y="66970"/>
                  </a:moveTo>
                  <a:lnTo>
                    <a:pt x="298377" y="130673"/>
                  </a:lnTo>
                  <a:lnTo>
                    <a:pt x="348731" y="89918"/>
                  </a:lnTo>
                  <a:close/>
                  <a:moveTo>
                    <a:pt x="315705" y="66970"/>
                  </a:moveTo>
                  <a:lnTo>
                    <a:pt x="348731" y="89918"/>
                  </a:lnTo>
                  <a:lnTo>
                    <a:pt x="320986" y="0"/>
                  </a:lnTo>
                  <a:close/>
                  <a:moveTo>
                    <a:pt x="320986" y="0"/>
                  </a:moveTo>
                  <a:lnTo>
                    <a:pt x="348731" y="89918"/>
                  </a:lnTo>
                  <a:lnTo>
                    <a:pt x="358537" y="76944"/>
                  </a:lnTo>
                  <a:close/>
                  <a:moveTo>
                    <a:pt x="1173748" y="313469"/>
                  </a:moveTo>
                  <a:lnTo>
                    <a:pt x="1229393" y="369948"/>
                  </a:lnTo>
                  <a:lnTo>
                    <a:pt x="1247013" y="308739"/>
                  </a:lnTo>
                  <a:close/>
                  <a:moveTo>
                    <a:pt x="1173748" y="313469"/>
                  </a:moveTo>
                  <a:lnTo>
                    <a:pt x="1247013" y="308739"/>
                  </a:lnTo>
                  <a:lnTo>
                    <a:pt x="1285265" y="236550"/>
                  </a:lnTo>
                  <a:close/>
                  <a:moveTo>
                    <a:pt x="1275478" y="265033"/>
                  </a:moveTo>
                  <a:lnTo>
                    <a:pt x="1285265" y="236550"/>
                  </a:lnTo>
                  <a:lnTo>
                    <a:pt x="1247013" y="308739"/>
                  </a:lnTo>
                  <a:close/>
                  <a:moveTo>
                    <a:pt x="1042131" y="100033"/>
                  </a:moveTo>
                  <a:lnTo>
                    <a:pt x="1044371" y="98906"/>
                  </a:lnTo>
                  <a:lnTo>
                    <a:pt x="952268" y="42707"/>
                  </a:lnTo>
                  <a:close/>
                  <a:moveTo>
                    <a:pt x="1381092" y="6934"/>
                  </a:moveTo>
                  <a:lnTo>
                    <a:pt x="1352567" y="105945"/>
                  </a:lnTo>
                  <a:lnTo>
                    <a:pt x="1373167" y="71341"/>
                  </a:lnTo>
                  <a:close/>
                  <a:moveTo>
                    <a:pt x="1336078" y="83030"/>
                  </a:moveTo>
                  <a:lnTo>
                    <a:pt x="1352567" y="105945"/>
                  </a:lnTo>
                  <a:lnTo>
                    <a:pt x="1381092" y="6934"/>
                  </a:lnTo>
                  <a:close/>
                  <a:moveTo>
                    <a:pt x="1381092" y="6934"/>
                  </a:moveTo>
                  <a:lnTo>
                    <a:pt x="1373167" y="71341"/>
                  </a:lnTo>
                  <a:lnTo>
                    <a:pt x="1391834" y="2373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75" name="Candidate_density__2174">
              <a:extLst>
                <a:ext uri="{FF2B5EF4-FFF2-40B4-BE49-F238E27FC236}">
                  <a16:creationId xmlns:a16="http://schemas.microsoft.com/office/drawing/2014/main" id="{413FE0CD-B402-3A43-656E-C29238F44FA4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606116"/>
              <a:ext cx="1616647" cy="566802"/>
            </a:xfrm>
            <a:custGeom>
              <a:avLst/>
              <a:gdLst/>
              <a:ahLst/>
              <a:cxnLst/>
              <a:rect l="0" t="0" r="0" b="0"/>
              <a:pathLst>
                <a:path w="1616647" h="566802">
                  <a:moveTo>
                    <a:pt x="126388" y="550330"/>
                  </a:moveTo>
                  <a:lnTo>
                    <a:pt x="102856" y="514564"/>
                  </a:lnTo>
                  <a:lnTo>
                    <a:pt x="59269" y="566802"/>
                  </a:lnTo>
                  <a:close/>
                  <a:moveTo>
                    <a:pt x="70736" y="468115"/>
                  </a:moveTo>
                  <a:lnTo>
                    <a:pt x="0" y="506552"/>
                  </a:lnTo>
                  <a:lnTo>
                    <a:pt x="59269" y="566802"/>
                  </a:lnTo>
                  <a:close/>
                  <a:moveTo>
                    <a:pt x="279234" y="435807"/>
                  </a:moveTo>
                  <a:lnTo>
                    <a:pt x="295037" y="460580"/>
                  </a:lnTo>
                  <a:lnTo>
                    <a:pt x="372237" y="470559"/>
                  </a:lnTo>
                  <a:close/>
                  <a:moveTo>
                    <a:pt x="295037" y="460580"/>
                  </a:moveTo>
                  <a:lnTo>
                    <a:pt x="279234" y="435807"/>
                  </a:lnTo>
                  <a:lnTo>
                    <a:pt x="247355" y="429679"/>
                  </a:lnTo>
                  <a:close/>
                  <a:moveTo>
                    <a:pt x="637812" y="426158"/>
                  </a:moveTo>
                  <a:lnTo>
                    <a:pt x="726651" y="414525"/>
                  </a:lnTo>
                  <a:lnTo>
                    <a:pt x="726339" y="314687"/>
                  </a:lnTo>
                  <a:close/>
                  <a:moveTo>
                    <a:pt x="637812" y="426158"/>
                  </a:moveTo>
                  <a:lnTo>
                    <a:pt x="726339" y="314687"/>
                  </a:lnTo>
                  <a:lnTo>
                    <a:pt x="640534" y="323853"/>
                  </a:lnTo>
                  <a:close/>
                  <a:moveTo>
                    <a:pt x="710360" y="468367"/>
                  </a:moveTo>
                  <a:lnTo>
                    <a:pt x="819527" y="396585"/>
                  </a:lnTo>
                  <a:lnTo>
                    <a:pt x="726651" y="414525"/>
                  </a:lnTo>
                  <a:close/>
                  <a:moveTo>
                    <a:pt x="823971" y="399283"/>
                  </a:moveTo>
                  <a:lnTo>
                    <a:pt x="819527" y="396585"/>
                  </a:lnTo>
                  <a:lnTo>
                    <a:pt x="710360" y="468367"/>
                  </a:lnTo>
                  <a:close/>
                  <a:moveTo>
                    <a:pt x="819527" y="396585"/>
                  </a:moveTo>
                  <a:lnTo>
                    <a:pt x="727964" y="314369"/>
                  </a:lnTo>
                  <a:lnTo>
                    <a:pt x="726651" y="414525"/>
                  </a:lnTo>
                  <a:close/>
                  <a:moveTo>
                    <a:pt x="531349" y="151841"/>
                  </a:moveTo>
                  <a:lnTo>
                    <a:pt x="607121" y="145831"/>
                  </a:lnTo>
                  <a:lnTo>
                    <a:pt x="558321" y="90414"/>
                  </a:lnTo>
                  <a:close/>
                  <a:moveTo>
                    <a:pt x="531349" y="151841"/>
                  </a:moveTo>
                  <a:lnTo>
                    <a:pt x="558321" y="90414"/>
                  </a:lnTo>
                  <a:lnTo>
                    <a:pt x="497473" y="79290"/>
                  </a:lnTo>
                  <a:close/>
                  <a:moveTo>
                    <a:pt x="424836" y="77750"/>
                  </a:moveTo>
                  <a:lnTo>
                    <a:pt x="497473" y="79290"/>
                  </a:lnTo>
                  <a:lnTo>
                    <a:pt x="449436" y="50132"/>
                  </a:lnTo>
                  <a:close/>
                  <a:moveTo>
                    <a:pt x="910620" y="478800"/>
                  </a:moveTo>
                  <a:lnTo>
                    <a:pt x="923171" y="491517"/>
                  </a:lnTo>
                  <a:lnTo>
                    <a:pt x="941561" y="461084"/>
                  </a:lnTo>
                  <a:close/>
                  <a:moveTo>
                    <a:pt x="828537" y="392285"/>
                  </a:moveTo>
                  <a:lnTo>
                    <a:pt x="823971" y="399283"/>
                  </a:lnTo>
                  <a:lnTo>
                    <a:pt x="884379" y="358148"/>
                  </a:lnTo>
                  <a:close/>
                  <a:moveTo>
                    <a:pt x="964371" y="430352"/>
                  </a:moveTo>
                  <a:lnTo>
                    <a:pt x="910620" y="478800"/>
                  </a:lnTo>
                  <a:lnTo>
                    <a:pt x="941561" y="461084"/>
                  </a:lnTo>
                  <a:close/>
                  <a:moveTo>
                    <a:pt x="923171" y="491517"/>
                  </a:moveTo>
                  <a:lnTo>
                    <a:pt x="978175" y="440363"/>
                  </a:lnTo>
                  <a:lnTo>
                    <a:pt x="941561" y="461084"/>
                  </a:lnTo>
                  <a:close/>
                  <a:moveTo>
                    <a:pt x="1056830" y="497385"/>
                  </a:moveTo>
                  <a:lnTo>
                    <a:pt x="978175" y="440363"/>
                  </a:lnTo>
                  <a:lnTo>
                    <a:pt x="923171" y="491517"/>
                  </a:lnTo>
                  <a:close/>
                  <a:moveTo>
                    <a:pt x="941561" y="461084"/>
                  </a:moveTo>
                  <a:lnTo>
                    <a:pt x="978175" y="440363"/>
                  </a:lnTo>
                  <a:lnTo>
                    <a:pt x="964371" y="430352"/>
                  </a:lnTo>
                  <a:close/>
                  <a:moveTo>
                    <a:pt x="819527" y="396585"/>
                  </a:moveTo>
                  <a:lnTo>
                    <a:pt x="823971" y="399283"/>
                  </a:lnTo>
                  <a:lnTo>
                    <a:pt x="828537" y="392285"/>
                  </a:lnTo>
                  <a:close/>
                  <a:moveTo>
                    <a:pt x="1166132" y="484142"/>
                  </a:moveTo>
                  <a:lnTo>
                    <a:pt x="1094636" y="423533"/>
                  </a:lnTo>
                  <a:lnTo>
                    <a:pt x="1056830" y="497385"/>
                  </a:lnTo>
                  <a:close/>
                  <a:moveTo>
                    <a:pt x="1072942" y="401927"/>
                  </a:moveTo>
                  <a:lnTo>
                    <a:pt x="1056830" y="497385"/>
                  </a:lnTo>
                  <a:lnTo>
                    <a:pt x="1094636" y="423533"/>
                  </a:lnTo>
                  <a:close/>
                  <a:moveTo>
                    <a:pt x="1072942" y="401927"/>
                  </a:moveTo>
                  <a:lnTo>
                    <a:pt x="978175" y="440363"/>
                  </a:lnTo>
                  <a:lnTo>
                    <a:pt x="1056830" y="497385"/>
                  </a:lnTo>
                  <a:close/>
                  <a:moveTo>
                    <a:pt x="1166132" y="484142"/>
                  </a:moveTo>
                  <a:lnTo>
                    <a:pt x="1191882" y="508461"/>
                  </a:lnTo>
                  <a:lnTo>
                    <a:pt x="1202331" y="470359"/>
                  </a:lnTo>
                  <a:close/>
                  <a:moveTo>
                    <a:pt x="1262555" y="445705"/>
                  </a:moveTo>
                  <a:lnTo>
                    <a:pt x="1283985" y="564659"/>
                  </a:lnTo>
                  <a:lnTo>
                    <a:pt x="1321384" y="527920"/>
                  </a:lnTo>
                  <a:close/>
                  <a:moveTo>
                    <a:pt x="1262555" y="445705"/>
                  </a:moveTo>
                  <a:lnTo>
                    <a:pt x="1202331" y="470359"/>
                  </a:lnTo>
                  <a:lnTo>
                    <a:pt x="1191882" y="508461"/>
                  </a:lnTo>
                  <a:close/>
                  <a:moveTo>
                    <a:pt x="1165304" y="0"/>
                  </a:moveTo>
                  <a:lnTo>
                    <a:pt x="1220454" y="78408"/>
                  </a:lnTo>
                  <a:lnTo>
                    <a:pt x="1251819" y="90349"/>
                  </a:lnTo>
                  <a:close/>
                  <a:moveTo>
                    <a:pt x="1276198" y="114641"/>
                  </a:moveTo>
                  <a:lnTo>
                    <a:pt x="1251819" y="90349"/>
                  </a:lnTo>
                  <a:lnTo>
                    <a:pt x="1220454" y="78408"/>
                  </a:lnTo>
                  <a:close/>
                  <a:moveTo>
                    <a:pt x="1551438" y="268225"/>
                  </a:moveTo>
                  <a:lnTo>
                    <a:pt x="1554541" y="365795"/>
                  </a:lnTo>
                  <a:lnTo>
                    <a:pt x="1616647" y="275804"/>
                  </a:lnTo>
                  <a:close/>
                  <a:moveTo>
                    <a:pt x="1540718" y="176847"/>
                  </a:moveTo>
                  <a:lnTo>
                    <a:pt x="1591170" y="96331"/>
                  </a:lnTo>
                  <a:lnTo>
                    <a:pt x="1521347" y="92504"/>
                  </a:lnTo>
                  <a:close/>
                  <a:moveTo>
                    <a:pt x="1521347" y="92504"/>
                  </a:moveTo>
                  <a:lnTo>
                    <a:pt x="1591170" y="96331"/>
                  </a:lnTo>
                  <a:lnTo>
                    <a:pt x="1550530" y="2927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76" name="Candidate_density__2175">
              <a:extLst>
                <a:ext uri="{FF2B5EF4-FFF2-40B4-BE49-F238E27FC236}">
                  <a16:creationId xmlns:a16="http://schemas.microsoft.com/office/drawing/2014/main" id="{975655F7-2CFB-5EB4-FC27-C0098A7AC4C8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542813"/>
              <a:ext cx="1574296" cy="531419"/>
            </a:xfrm>
            <a:custGeom>
              <a:avLst/>
              <a:gdLst/>
              <a:ahLst/>
              <a:cxnLst/>
              <a:rect l="0" t="0" r="0" b="0"/>
              <a:pathLst>
                <a:path w="1574296" h="531419">
                  <a:moveTo>
                    <a:pt x="58095" y="487640"/>
                  </a:moveTo>
                  <a:lnTo>
                    <a:pt x="169988" y="531419"/>
                  </a:lnTo>
                  <a:lnTo>
                    <a:pt x="137501" y="449204"/>
                  </a:lnTo>
                  <a:close/>
                  <a:moveTo>
                    <a:pt x="44372" y="284773"/>
                  </a:moveTo>
                  <a:lnTo>
                    <a:pt x="34199" y="397049"/>
                  </a:lnTo>
                  <a:lnTo>
                    <a:pt x="54225" y="303615"/>
                  </a:lnTo>
                  <a:close/>
                  <a:moveTo>
                    <a:pt x="18790" y="405424"/>
                  </a:moveTo>
                  <a:lnTo>
                    <a:pt x="34199" y="397049"/>
                  </a:lnTo>
                  <a:lnTo>
                    <a:pt x="44372" y="284773"/>
                  </a:lnTo>
                  <a:close/>
                  <a:moveTo>
                    <a:pt x="0" y="323209"/>
                  </a:moveTo>
                  <a:lnTo>
                    <a:pt x="18790" y="405424"/>
                  </a:lnTo>
                  <a:lnTo>
                    <a:pt x="44372" y="284773"/>
                  </a:lnTo>
                  <a:close/>
                  <a:moveTo>
                    <a:pt x="34199" y="397049"/>
                  </a:moveTo>
                  <a:lnTo>
                    <a:pt x="85902" y="366988"/>
                  </a:lnTo>
                  <a:lnTo>
                    <a:pt x="54225" y="303615"/>
                  </a:lnTo>
                  <a:close/>
                  <a:moveTo>
                    <a:pt x="45780" y="272044"/>
                  </a:moveTo>
                  <a:lnTo>
                    <a:pt x="0" y="323209"/>
                  </a:lnTo>
                  <a:lnTo>
                    <a:pt x="44372" y="284773"/>
                  </a:lnTo>
                  <a:close/>
                  <a:moveTo>
                    <a:pt x="54760" y="280241"/>
                  </a:moveTo>
                  <a:lnTo>
                    <a:pt x="54225" y="303615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54225" y="303615"/>
                  </a:lnTo>
                  <a:lnTo>
                    <a:pt x="85902" y="366988"/>
                  </a:lnTo>
                  <a:close/>
                  <a:moveTo>
                    <a:pt x="126987" y="246337"/>
                  </a:moveTo>
                  <a:lnTo>
                    <a:pt x="85902" y="366988"/>
                  </a:lnTo>
                  <a:lnTo>
                    <a:pt x="152549" y="328552"/>
                  </a:lnTo>
                  <a:close/>
                  <a:moveTo>
                    <a:pt x="44372" y="284773"/>
                  </a:moveTo>
                  <a:lnTo>
                    <a:pt x="54225" y="303615"/>
                  </a:lnTo>
                  <a:lnTo>
                    <a:pt x="54760" y="280241"/>
                  </a:lnTo>
                  <a:close/>
                  <a:moveTo>
                    <a:pt x="45780" y="272044"/>
                  </a:moveTo>
                  <a:lnTo>
                    <a:pt x="44372" y="284773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55901" y="202558"/>
                  </a:lnTo>
                  <a:lnTo>
                    <a:pt x="151706" y="174223"/>
                  </a:lnTo>
                  <a:close/>
                  <a:moveTo>
                    <a:pt x="55901" y="202558"/>
                  </a:moveTo>
                  <a:lnTo>
                    <a:pt x="45780" y="272044"/>
                  </a:lnTo>
                  <a:lnTo>
                    <a:pt x="151706" y="174223"/>
                  </a:lnTo>
                  <a:close/>
                  <a:moveTo>
                    <a:pt x="151706" y="174223"/>
                  </a:moveTo>
                  <a:lnTo>
                    <a:pt x="45780" y="272044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45780" y="272044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151706" y="174223"/>
                  </a:lnTo>
                  <a:lnTo>
                    <a:pt x="163605" y="164122"/>
                  </a:lnTo>
                  <a:close/>
                  <a:moveTo>
                    <a:pt x="151706" y="174223"/>
                  </a:moveTo>
                  <a:lnTo>
                    <a:pt x="126987" y="246337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163605" y="164122"/>
                  </a:lnTo>
                  <a:lnTo>
                    <a:pt x="276575" y="147224"/>
                  </a:lnTo>
                  <a:close/>
                  <a:moveTo>
                    <a:pt x="163605" y="164122"/>
                  </a:moveTo>
                  <a:lnTo>
                    <a:pt x="151706" y="174223"/>
                  </a:lnTo>
                  <a:lnTo>
                    <a:pt x="276575" y="147224"/>
                  </a:lnTo>
                  <a:close/>
                  <a:moveTo>
                    <a:pt x="276575" y="147224"/>
                  </a:moveTo>
                  <a:lnTo>
                    <a:pt x="151706" y="174223"/>
                  </a:lnTo>
                  <a:lnTo>
                    <a:pt x="240953" y="207900"/>
                  </a:lnTo>
                  <a:close/>
                  <a:moveTo>
                    <a:pt x="240953" y="207900"/>
                  </a:moveTo>
                  <a:lnTo>
                    <a:pt x="151706" y="174223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276575" y="147224"/>
                  </a:lnTo>
                  <a:lnTo>
                    <a:pt x="316828" y="125685"/>
                  </a:lnTo>
                  <a:close/>
                  <a:moveTo>
                    <a:pt x="316828" y="125685"/>
                  </a:moveTo>
                  <a:lnTo>
                    <a:pt x="276575" y="147224"/>
                  </a:lnTo>
                  <a:lnTo>
                    <a:pt x="401368" y="119948"/>
                  </a:lnTo>
                  <a:close/>
                  <a:moveTo>
                    <a:pt x="401368" y="119948"/>
                  </a:moveTo>
                  <a:lnTo>
                    <a:pt x="276575" y="147224"/>
                  </a:lnTo>
                  <a:lnTo>
                    <a:pt x="364877" y="169464"/>
                  </a:lnTo>
                  <a:close/>
                  <a:moveTo>
                    <a:pt x="439514" y="149219"/>
                  </a:moveTo>
                  <a:lnTo>
                    <a:pt x="471301" y="102757"/>
                  </a:lnTo>
                  <a:lnTo>
                    <a:pt x="401368" y="119948"/>
                  </a:lnTo>
                  <a:close/>
                  <a:moveTo>
                    <a:pt x="825298" y="278137"/>
                  </a:moveTo>
                  <a:lnTo>
                    <a:pt x="825594" y="376223"/>
                  </a:lnTo>
                  <a:lnTo>
                    <a:pt x="887278" y="257021"/>
                  </a:lnTo>
                  <a:close/>
                  <a:moveTo>
                    <a:pt x="887278" y="257021"/>
                  </a:moveTo>
                  <a:lnTo>
                    <a:pt x="827216" y="377672"/>
                  </a:lnTo>
                  <a:lnTo>
                    <a:pt x="924794" y="339236"/>
                  </a:lnTo>
                  <a:close/>
                  <a:moveTo>
                    <a:pt x="736052" y="290099"/>
                  </a:moveTo>
                  <a:lnTo>
                    <a:pt x="825298" y="278137"/>
                  </a:lnTo>
                  <a:lnTo>
                    <a:pt x="791573" y="205462"/>
                  </a:lnTo>
                  <a:close/>
                  <a:moveTo>
                    <a:pt x="887278" y="257021"/>
                  </a:moveTo>
                  <a:lnTo>
                    <a:pt x="906605" y="185249"/>
                  </a:lnTo>
                  <a:lnTo>
                    <a:pt x="825298" y="278137"/>
                  </a:lnTo>
                  <a:close/>
                  <a:moveTo>
                    <a:pt x="825298" y="278137"/>
                  </a:moveTo>
                  <a:lnTo>
                    <a:pt x="906605" y="185249"/>
                  </a:lnTo>
                  <a:lnTo>
                    <a:pt x="900267" y="177688"/>
                  </a:lnTo>
                  <a:close/>
                  <a:moveTo>
                    <a:pt x="825298" y="278137"/>
                  </a:moveTo>
                  <a:lnTo>
                    <a:pt x="900267" y="177688"/>
                  </a:lnTo>
                  <a:lnTo>
                    <a:pt x="791573" y="205462"/>
                  </a:lnTo>
                  <a:close/>
                  <a:moveTo>
                    <a:pt x="964168" y="325922"/>
                  </a:moveTo>
                  <a:lnTo>
                    <a:pt x="961080" y="388922"/>
                  </a:lnTo>
                  <a:lnTo>
                    <a:pt x="1061164" y="300800"/>
                  </a:lnTo>
                  <a:close/>
                  <a:moveTo>
                    <a:pt x="1061164" y="300800"/>
                  </a:moveTo>
                  <a:lnTo>
                    <a:pt x="983631" y="421451"/>
                  </a:lnTo>
                  <a:lnTo>
                    <a:pt x="1074999" y="320987"/>
                  </a:lnTo>
                  <a:close/>
                  <a:moveTo>
                    <a:pt x="1081895" y="390896"/>
                  </a:moveTo>
                  <a:lnTo>
                    <a:pt x="1104036" y="383014"/>
                  </a:lnTo>
                  <a:lnTo>
                    <a:pt x="1074999" y="320987"/>
                  </a:lnTo>
                  <a:close/>
                  <a:moveTo>
                    <a:pt x="924794" y="339236"/>
                  </a:moveTo>
                  <a:lnTo>
                    <a:pt x="961080" y="388922"/>
                  </a:lnTo>
                  <a:lnTo>
                    <a:pt x="964168" y="325922"/>
                  </a:lnTo>
                  <a:close/>
                  <a:moveTo>
                    <a:pt x="887278" y="257021"/>
                  </a:moveTo>
                  <a:lnTo>
                    <a:pt x="964168" y="325922"/>
                  </a:lnTo>
                  <a:lnTo>
                    <a:pt x="948456" y="238603"/>
                  </a:lnTo>
                  <a:close/>
                  <a:moveTo>
                    <a:pt x="887278" y="257021"/>
                  </a:moveTo>
                  <a:lnTo>
                    <a:pt x="924794" y="339236"/>
                  </a:lnTo>
                  <a:lnTo>
                    <a:pt x="964168" y="325922"/>
                  </a:lnTo>
                  <a:close/>
                  <a:moveTo>
                    <a:pt x="1061164" y="300800"/>
                  </a:moveTo>
                  <a:lnTo>
                    <a:pt x="1032007" y="218584"/>
                  </a:lnTo>
                  <a:lnTo>
                    <a:pt x="964168" y="325922"/>
                  </a:lnTo>
                  <a:close/>
                  <a:moveTo>
                    <a:pt x="1032007" y="218584"/>
                  </a:moveTo>
                  <a:lnTo>
                    <a:pt x="948456" y="238603"/>
                  </a:lnTo>
                  <a:lnTo>
                    <a:pt x="964168" y="325922"/>
                  </a:lnTo>
                  <a:close/>
                  <a:moveTo>
                    <a:pt x="906605" y="185249"/>
                  </a:moveTo>
                  <a:lnTo>
                    <a:pt x="887278" y="257021"/>
                  </a:lnTo>
                  <a:lnTo>
                    <a:pt x="948456" y="238603"/>
                  </a:lnTo>
                  <a:close/>
                  <a:moveTo>
                    <a:pt x="906605" y="185249"/>
                  </a:moveTo>
                  <a:lnTo>
                    <a:pt x="948456" y="238603"/>
                  </a:lnTo>
                  <a:lnTo>
                    <a:pt x="908785" y="174806"/>
                  </a:lnTo>
                  <a:close/>
                  <a:moveTo>
                    <a:pt x="908785" y="174806"/>
                  </a:moveTo>
                  <a:lnTo>
                    <a:pt x="948456" y="238603"/>
                  </a:lnTo>
                  <a:lnTo>
                    <a:pt x="1032007" y="218584"/>
                  </a:lnTo>
                  <a:close/>
                  <a:moveTo>
                    <a:pt x="908785" y="174806"/>
                  </a:moveTo>
                  <a:lnTo>
                    <a:pt x="1032007" y="218584"/>
                  </a:lnTo>
                  <a:lnTo>
                    <a:pt x="1022765" y="136369"/>
                  </a:lnTo>
                  <a:close/>
                  <a:moveTo>
                    <a:pt x="1072297" y="298607"/>
                  </a:moveTo>
                  <a:lnTo>
                    <a:pt x="1074999" y="320987"/>
                  </a:lnTo>
                  <a:lnTo>
                    <a:pt x="1173468" y="262363"/>
                  </a:lnTo>
                  <a:close/>
                  <a:moveTo>
                    <a:pt x="1061164" y="300800"/>
                  </a:moveTo>
                  <a:lnTo>
                    <a:pt x="1074999" y="320987"/>
                  </a:lnTo>
                  <a:lnTo>
                    <a:pt x="1072297" y="298607"/>
                  </a:lnTo>
                  <a:close/>
                  <a:moveTo>
                    <a:pt x="1032007" y="218584"/>
                  </a:moveTo>
                  <a:lnTo>
                    <a:pt x="1072297" y="298607"/>
                  </a:lnTo>
                  <a:lnTo>
                    <a:pt x="1055219" y="212399"/>
                  </a:lnTo>
                  <a:close/>
                  <a:moveTo>
                    <a:pt x="1032007" y="218584"/>
                  </a:moveTo>
                  <a:lnTo>
                    <a:pt x="1061164" y="300800"/>
                  </a:lnTo>
                  <a:lnTo>
                    <a:pt x="1072297" y="298607"/>
                  </a:lnTo>
                  <a:close/>
                  <a:moveTo>
                    <a:pt x="1173468" y="262363"/>
                  </a:moveTo>
                  <a:lnTo>
                    <a:pt x="1133541" y="180148"/>
                  </a:lnTo>
                  <a:lnTo>
                    <a:pt x="1072297" y="298607"/>
                  </a:lnTo>
                  <a:close/>
                  <a:moveTo>
                    <a:pt x="1133541" y="180148"/>
                  </a:moveTo>
                  <a:lnTo>
                    <a:pt x="1055219" y="212399"/>
                  </a:lnTo>
                  <a:lnTo>
                    <a:pt x="1072297" y="298607"/>
                  </a:lnTo>
                  <a:close/>
                  <a:moveTo>
                    <a:pt x="1022765" y="136369"/>
                  </a:moveTo>
                  <a:lnTo>
                    <a:pt x="1055219" y="212399"/>
                  </a:lnTo>
                  <a:lnTo>
                    <a:pt x="1027777" y="134616"/>
                  </a:lnTo>
                  <a:close/>
                  <a:moveTo>
                    <a:pt x="1022765" y="136369"/>
                  </a:moveTo>
                  <a:lnTo>
                    <a:pt x="1032007" y="218584"/>
                  </a:lnTo>
                  <a:lnTo>
                    <a:pt x="1055219" y="212399"/>
                  </a:lnTo>
                  <a:close/>
                  <a:moveTo>
                    <a:pt x="1133541" y="180148"/>
                  </a:moveTo>
                  <a:lnTo>
                    <a:pt x="1112862" y="97933"/>
                  </a:lnTo>
                  <a:lnTo>
                    <a:pt x="1055219" y="212399"/>
                  </a:lnTo>
                  <a:close/>
                  <a:moveTo>
                    <a:pt x="1112862" y="97933"/>
                  </a:moveTo>
                  <a:lnTo>
                    <a:pt x="1027777" y="134616"/>
                  </a:lnTo>
                  <a:lnTo>
                    <a:pt x="1055219" y="212399"/>
                  </a:lnTo>
                  <a:close/>
                  <a:moveTo>
                    <a:pt x="998719" y="54155"/>
                  </a:moveTo>
                  <a:lnTo>
                    <a:pt x="1022765" y="136369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099605" y="15718"/>
                  </a:lnTo>
                  <a:lnTo>
                    <a:pt x="1027777" y="134616"/>
                  </a:lnTo>
                  <a:close/>
                  <a:moveTo>
                    <a:pt x="1099605" y="15718"/>
                  </a:moveTo>
                  <a:lnTo>
                    <a:pt x="1007776" y="50785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196136" y="158428"/>
                  </a:lnTo>
                  <a:lnTo>
                    <a:pt x="1168755" y="80595"/>
                  </a:lnTo>
                  <a:close/>
                  <a:moveTo>
                    <a:pt x="1112862" y="97933"/>
                  </a:moveTo>
                  <a:lnTo>
                    <a:pt x="1133541" y="180148"/>
                  </a:lnTo>
                  <a:lnTo>
                    <a:pt x="1196136" y="158428"/>
                  </a:lnTo>
                  <a:close/>
                  <a:moveTo>
                    <a:pt x="1270937" y="141712"/>
                  </a:moveTo>
                  <a:lnTo>
                    <a:pt x="1279087" y="96318"/>
                  </a:lnTo>
                  <a:lnTo>
                    <a:pt x="1196136" y="158428"/>
                  </a:lnTo>
                  <a:close/>
                  <a:moveTo>
                    <a:pt x="1196136" y="158428"/>
                  </a:moveTo>
                  <a:lnTo>
                    <a:pt x="1264556" y="63303"/>
                  </a:lnTo>
                  <a:lnTo>
                    <a:pt x="1168755" y="80595"/>
                  </a:lnTo>
                  <a:close/>
                  <a:moveTo>
                    <a:pt x="1099605" y="15718"/>
                  </a:moveTo>
                  <a:lnTo>
                    <a:pt x="1168755" y="80595"/>
                  </a:lnTo>
                  <a:lnTo>
                    <a:pt x="1138555" y="5056"/>
                  </a:lnTo>
                  <a:close/>
                  <a:moveTo>
                    <a:pt x="1099605" y="15718"/>
                  </a:moveTo>
                  <a:lnTo>
                    <a:pt x="1112862" y="97933"/>
                  </a:lnTo>
                  <a:lnTo>
                    <a:pt x="1168755" y="80595"/>
                  </a:lnTo>
                  <a:close/>
                  <a:moveTo>
                    <a:pt x="1168755" y="80595"/>
                  </a:moveTo>
                  <a:lnTo>
                    <a:pt x="1264556" y="63303"/>
                  </a:lnTo>
                  <a:lnTo>
                    <a:pt x="1219304" y="0"/>
                  </a:lnTo>
                  <a:close/>
                  <a:moveTo>
                    <a:pt x="1168755" y="80595"/>
                  </a:moveTo>
                  <a:lnTo>
                    <a:pt x="1219304" y="0"/>
                  </a:lnTo>
                  <a:lnTo>
                    <a:pt x="1138555" y="5056"/>
                  </a:lnTo>
                  <a:close/>
                  <a:moveTo>
                    <a:pt x="1433772" y="186509"/>
                  </a:moveTo>
                  <a:lnTo>
                    <a:pt x="1375450" y="177945"/>
                  </a:lnTo>
                  <a:lnTo>
                    <a:pt x="1297087" y="136949"/>
                  </a:lnTo>
                  <a:close/>
                  <a:moveTo>
                    <a:pt x="1488961" y="108485"/>
                  </a:moveTo>
                  <a:lnTo>
                    <a:pt x="1433772" y="186509"/>
                  </a:lnTo>
                  <a:lnTo>
                    <a:pt x="1435546" y="185490"/>
                  </a:lnTo>
                  <a:close/>
                  <a:moveTo>
                    <a:pt x="1375450" y="177945"/>
                  </a:moveTo>
                  <a:lnTo>
                    <a:pt x="1433772" y="186509"/>
                  </a:lnTo>
                  <a:lnTo>
                    <a:pt x="1488961" y="108485"/>
                  </a:lnTo>
                  <a:close/>
                  <a:moveTo>
                    <a:pt x="1488961" y="108485"/>
                  </a:moveTo>
                  <a:lnTo>
                    <a:pt x="1435546" y="185490"/>
                  </a:lnTo>
                  <a:lnTo>
                    <a:pt x="1541029" y="159904"/>
                  </a:lnTo>
                  <a:close/>
                  <a:moveTo>
                    <a:pt x="1541029" y="159904"/>
                  </a:moveTo>
                  <a:lnTo>
                    <a:pt x="1509160" y="103275"/>
                  </a:lnTo>
                  <a:lnTo>
                    <a:pt x="1488961" y="108485"/>
                  </a:lnTo>
                  <a:close/>
                  <a:moveTo>
                    <a:pt x="1574296" y="93359"/>
                  </a:moveTo>
                  <a:lnTo>
                    <a:pt x="1509160" y="103275"/>
                  </a:lnTo>
                  <a:lnTo>
                    <a:pt x="1541029" y="15990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77" name="Candidate_density__2176">
              <a:extLst>
                <a:ext uri="{FF2B5EF4-FFF2-40B4-BE49-F238E27FC236}">
                  <a16:creationId xmlns:a16="http://schemas.microsoft.com/office/drawing/2014/main" id="{644B506F-7AFF-8604-1EE0-337B29F630A6}"/>
                </a:ext>
              </a:extLst>
            </p:cNvPr>
            <p:cNvSpPr>
              <a:spLocks noGrp="1"/>
            </p:cNvSpPr>
            <p:nvPr/>
          </p:nvSpPr>
          <p:spPr>
            <a:xfrm>
              <a:off x="4040228" y="2890204"/>
              <a:ext cx="1376561" cy="446700"/>
            </a:xfrm>
            <a:custGeom>
              <a:avLst/>
              <a:gdLst/>
              <a:ahLst/>
              <a:cxnLst/>
              <a:rect l="0" t="0" r="0" b="0"/>
              <a:pathLst>
                <a:path w="1376561" h="446700">
                  <a:moveTo>
                    <a:pt x="186821" y="376418"/>
                  </a:moveTo>
                  <a:lnTo>
                    <a:pt x="135182" y="398553"/>
                  </a:lnTo>
                  <a:lnTo>
                    <a:pt x="258554" y="365960"/>
                  </a:lnTo>
                  <a:close/>
                  <a:moveTo>
                    <a:pt x="301771" y="312339"/>
                  </a:moveTo>
                  <a:lnTo>
                    <a:pt x="323775" y="305426"/>
                  </a:lnTo>
                  <a:lnTo>
                    <a:pt x="352125" y="271585"/>
                  </a:lnTo>
                  <a:close/>
                  <a:moveTo>
                    <a:pt x="318633" y="311928"/>
                  </a:moveTo>
                  <a:lnTo>
                    <a:pt x="323775" y="305426"/>
                  </a:lnTo>
                  <a:lnTo>
                    <a:pt x="301771" y="312339"/>
                  </a:lnTo>
                  <a:close/>
                  <a:moveTo>
                    <a:pt x="258554" y="365960"/>
                  </a:moveTo>
                  <a:lnTo>
                    <a:pt x="318633" y="311928"/>
                  </a:lnTo>
                  <a:lnTo>
                    <a:pt x="301771" y="312339"/>
                  </a:lnTo>
                  <a:close/>
                  <a:moveTo>
                    <a:pt x="352125" y="271585"/>
                  </a:moveTo>
                  <a:lnTo>
                    <a:pt x="323775" y="305426"/>
                  </a:lnTo>
                  <a:lnTo>
                    <a:pt x="361931" y="258610"/>
                  </a:lnTo>
                  <a:close/>
                  <a:moveTo>
                    <a:pt x="31786" y="24939"/>
                  </a:moveTo>
                  <a:lnTo>
                    <a:pt x="0" y="63376"/>
                  </a:lnTo>
                  <a:lnTo>
                    <a:pt x="72396" y="12057"/>
                  </a:lnTo>
                  <a:close/>
                  <a:moveTo>
                    <a:pt x="0" y="63376"/>
                  </a:moveTo>
                  <a:lnTo>
                    <a:pt x="24573" y="48456"/>
                  </a:lnTo>
                  <a:lnTo>
                    <a:pt x="72396" y="12057"/>
                  </a:lnTo>
                  <a:close/>
                  <a:moveTo>
                    <a:pt x="72396" y="12057"/>
                  </a:moveTo>
                  <a:lnTo>
                    <a:pt x="24573" y="48456"/>
                  </a:lnTo>
                  <a:lnTo>
                    <a:pt x="143702" y="0"/>
                  </a:lnTo>
                  <a:close/>
                  <a:moveTo>
                    <a:pt x="1278872" y="446700"/>
                  </a:moveTo>
                  <a:lnTo>
                    <a:pt x="1294236" y="408263"/>
                  </a:lnTo>
                  <a:lnTo>
                    <a:pt x="1288659" y="418216"/>
                  </a:lnTo>
                  <a:close/>
                  <a:moveTo>
                    <a:pt x="1294236" y="408263"/>
                  </a:moveTo>
                  <a:lnTo>
                    <a:pt x="1278872" y="446700"/>
                  </a:lnTo>
                  <a:lnTo>
                    <a:pt x="1330412" y="326048"/>
                  </a:lnTo>
                  <a:close/>
                  <a:moveTo>
                    <a:pt x="1045525" y="281699"/>
                  </a:moveTo>
                  <a:lnTo>
                    <a:pt x="1059788" y="200054"/>
                  </a:lnTo>
                  <a:lnTo>
                    <a:pt x="1047765" y="280572"/>
                  </a:lnTo>
                  <a:close/>
                  <a:moveTo>
                    <a:pt x="1307902" y="390454"/>
                  </a:moveTo>
                  <a:lnTo>
                    <a:pt x="1288659" y="418216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29379" y="355260"/>
                  </a:lnTo>
                  <a:lnTo>
                    <a:pt x="1294236" y="408263"/>
                  </a:lnTo>
                  <a:close/>
                  <a:moveTo>
                    <a:pt x="1330412" y="326048"/>
                  </a:moveTo>
                  <a:lnTo>
                    <a:pt x="1355961" y="287611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30412" y="326048"/>
                  </a:lnTo>
                  <a:lnTo>
                    <a:pt x="1376561" y="253007"/>
                  </a:lnTo>
                  <a:close/>
                  <a:moveTo>
                    <a:pt x="1330412" y="326048"/>
                  </a:moveTo>
                  <a:lnTo>
                    <a:pt x="1336671" y="319069"/>
                  </a:lnTo>
                  <a:lnTo>
                    <a:pt x="1376561" y="2530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78" name="Candidate_density__2177">
              <a:extLst>
                <a:ext uri="{FF2B5EF4-FFF2-40B4-BE49-F238E27FC236}">
                  <a16:creationId xmlns:a16="http://schemas.microsoft.com/office/drawing/2014/main" id="{9143617C-A955-256F-59BE-3FE083E25EC6}"/>
                </a:ext>
              </a:extLst>
            </p:cNvPr>
            <p:cNvSpPr>
              <a:spLocks noGrp="1"/>
            </p:cNvSpPr>
            <p:nvPr/>
          </p:nvSpPr>
          <p:spPr>
            <a:xfrm>
              <a:off x="4009611" y="2881076"/>
              <a:ext cx="1132715" cy="521136"/>
            </a:xfrm>
            <a:custGeom>
              <a:avLst/>
              <a:gdLst/>
              <a:ahLst/>
              <a:cxnLst/>
              <a:rect l="0" t="0" r="0" b="0"/>
              <a:pathLst>
                <a:path w="1132715" h="521136">
                  <a:moveTo>
                    <a:pt x="105554" y="319149"/>
                  </a:moveTo>
                  <a:lnTo>
                    <a:pt x="87322" y="392923"/>
                  </a:lnTo>
                  <a:lnTo>
                    <a:pt x="129102" y="333928"/>
                  </a:lnTo>
                  <a:close/>
                  <a:moveTo>
                    <a:pt x="20415" y="357586"/>
                  </a:moveTo>
                  <a:lnTo>
                    <a:pt x="105554" y="319149"/>
                  </a:lnTo>
                  <a:lnTo>
                    <a:pt x="0" y="345099"/>
                  </a:lnTo>
                  <a:close/>
                  <a:moveTo>
                    <a:pt x="185089" y="328055"/>
                  </a:moveTo>
                  <a:lnTo>
                    <a:pt x="129102" y="333928"/>
                  </a:lnTo>
                  <a:lnTo>
                    <a:pt x="263264" y="341679"/>
                  </a:lnTo>
                  <a:close/>
                  <a:moveTo>
                    <a:pt x="41753" y="154719"/>
                  </a:moveTo>
                  <a:lnTo>
                    <a:pt x="52785" y="112046"/>
                  </a:lnTo>
                  <a:lnTo>
                    <a:pt x="50967" y="118681"/>
                  </a:lnTo>
                  <a:close/>
                  <a:moveTo>
                    <a:pt x="62403" y="34067"/>
                  </a:moveTo>
                  <a:lnTo>
                    <a:pt x="52785" y="112046"/>
                  </a:lnTo>
                  <a:lnTo>
                    <a:pt x="41753" y="154719"/>
                  </a:lnTo>
                  <a:close/>
                  <a:moveTo>
                    <a:pt x="143144" y="104335"/>
                  </a:moveTo>
                  <a:lnTo>
                    <a:pt x="87988" y="188675"/>
                  </a:lnTo>
                  <a:lnTo>
                    <a:pt x="55286" y="115170"/>
                  </a:lnTo>
                  <a:close/>
                  <a:moveTo>
                    <a:pt x="55286" y="115170"/>
                  </a:moveTo>
                  <a:lnTo>
                    <a:pt x="62403" y="34067"/>
                  </a:lnTo>
                  <a:lnTo>
                    <a:pt x="148363" y="0"/>
                  </a:lnTo>
                  <a:close/>
                  <a:moveTo>
                    <a:pt x="55286" y="115170"/>
                  </a:moveTo>
                  <a:lnTo>
                    <a:pt x="148363" y="0"/>
                  </a:lnTo>
                  <a:lnTo>
                    <a:pt x="143144" y="104335"/>
                  </a:lnTo>
                  <a:close/>
                  <a:moveTo>
                    <a:pt x="148363" y="0"/>
                  </a:moveTo>
                  <a:lnTo>
                    <a:pt x="213345" y="7763"/>
                  </a:lnTo>
                  <a:lnTo>
                    <a:pt x="143144" y="104335"/>
                  </a:lnTo>
                  <a:close/>
                  <a:moveTo>
                    <a:pt x="369077" y="141932"/>
                  </a:moveTo>
                  <a:lnTo>
                    <a:pt x="432209" y="151198"/>
                  </a:lnTo>
                  <a:lnTo>
                    <a:pt x="434932" y="48893"/>
                  </a:lnTo>
                  <a:close/>
                  <a:moveTo>
                    <a:pt x="369077" y="141932"/>
                  </a:moveTo>
                  <a:lnTo>
                    <a:pt x="434932" y="48893"/>
                  </a:lnTo>
                  <a:lnTo>
                    <a:pt x="363442" y="46420"/>
                  </a:lnTo>
                  <a:close/>
                  <a:moveTo>
                    <a:pt x="369077" y="141932"/>
                  </a:moveTo>
                  <a:lnTo>
                    <a:pt x="363442" y="46420"/>
                  </a:lnTo>
                  <a:lnTo>
                    <a:pt x="327375" y="121625"/>
                  </a:lnTo>
                  <a:close/>
                  <a:moveTo>
                    <a:pt x="363442" y="46420"/>
                  </a:moveTo>
                  <a:lnTo>
                    <a:pt x="338807" y="39409"/>
                  </a:lnTo>
                  <a:lnTo>
                    <a:pt x="327375" y="121625"/>
                  </a:lnTo>
                  <a:close/>
                  <a:moveTo>
                    <a:pt x="1078594" y="429120"/>
                  </a:moveTo>
                  <a:lnTo>
                    <a:pt x="1132715" y="445713"/>
                  </a:lnTo>
                  <a:lnTo>
                    <a:pt x="1088528" y="521136"/>
                  </a:lnTo>
                  <a:close/>
                  <a:moveTo>
                    <a:pt x="1107851" y="335176"/>
                  </a:moveTo>
                  <a:lnTo>
                    <a:pt x="1078382" y="289700"/>
                  </a:lnTo>
                  <a:lnTo>
                    <a:pt x="1120061" y="35590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79" name="Candidate_density__2178">
              <a:extLst>
                <a:ext uri="{FF2B5EF4-FFF2-40B4-BE49-F238E27FC236}">
                  <a16:creationId xmlns:a16="http://schemas.microsoft.com/office/drawing/2014/main" id="{D1456A9A-BECF-CCC6-04BD-139ADD7ADC1F}"/>
                </a:ext>
              </a:extLst>
            </p:cNvPr>
            <p:cNvSpPr>
              <a:spLocks noGrp="1"/>
            </p:cNvSpPr>
            <p:nvPr/>
          </p:nvSpPr>
          <p:spPr>
            <a:xfrm>
              <a:off x="3925057" y="2782964"/>
              <a:ext cx="1501342" cy="443211"/>
            </a:xfrm>
            <a:custGeom>
              <a:avLst/>
              <a:gdLst/>
              <a:ahLst/>
              <a:cxnLst/>
              <a:rect l="0" t="0" r="0" b="0"/>
              <a:pathLst>
                <a:path w="1501342" h="443211">
                  <a:moveTo>
                    <a:pt x="190108" y="417262"/>
                  </a:moveTo>
                  <a:lnTo>
                    <a:pt x="116779" y="348494"/>
                  </a:lnTo>
                  <a:lnTo>
                    <a:pt x="84554" y="443211"/>
                  </a:lnTo>
                  <a:close/>
                  <a:moveTo>
                    <a:pt x="104653" y="335046"/>
                  </a:moveTo>
                  <a:lnTo>
                    <a:pt x="5340" y="373483"/>
                  </a:lnTo>
                  <a:lnTo>
                    <a:pt x="84554" y="443211"/>
                  </a:lnTo>
                  <a:close/>
                  <a:moveTo>
                    <a:pt x="215463" y="378825"/>
                  </a:moveTo>
                  <a:lnTo>
                    <a:pt x="213656" y="432041"/>
                  </a:lnTo>
                  <a:lnTo>
                    <a:pt x="269643" y="426167"/>
                  </a:lnTo>
                  <a:close/>
                  <a:moveTo>
                    <a:pt x="215463" y="378825"/>
                  </a:moveTo>
                  <a:lnTo>
                    <a:pt x="190108" y="417262"/>
                  </a:lnTo>
                  <a:lnTo>
                    <a:pt x="213656" y="432041"/>
                  </a:lnTo>
                  <a:close/>
                  <a:moveTo>
                    <a:pt x="165157" y="296609"/>
                  </a:moveTo>
                  <a:lnTo>
                    <a:pt x="190108" y="417262"/>
                  </a:lnTo>
                  <a:lnTo>
                    <a:pt x="215463" y="378825"/>
                  </a:lnTo>
                  <a:close/>
                  <a:moveTo>
                    <a:pt x="218106" y="233479"/>
                  </a:moveTo>
                  <a:lnTo>
                    <a:pt x="126307" y="252831"/>
                  </a:lnTo>
                  <a:lnTo>
                    <a:pt x="141491" y="312032"/>
                  </a:lnTo>
                  <a:close/>
                  <a:moveTo>
                    <a:pt x="141491" y="312032"/>
                  </a:moveTo>
                  <a:lnTo>
                    <a:pt x="126307" y="252831"/>
                  </a:lnTo>
                  <a:lnTo>
                    <a:pt x="135521" y="216793"/>
                  </a:lnTo>
                  <a:close/>
                  <a:moveTo>
                    <a:pt x="141491" y="312032"/>
                  </a:moveTo>
                  <a:lnTo>
                    <a:pt x="165157" y="296609"/>
                  </a:lnTo>
                  <a:lnTo>
                    <a:pt x="218106" y="233479"/>
                  </a:lnTo>
                  <a:close/>
                  <a:moveTo>
                    <a:pt x="8283" y="159552"/>
                  </a:moveTo>
                  <a:lnTo>
                    <a:pt x="0" y="190532"/>
                  </a:lnTo>
                  <a:lnTo>
                    <a:pt x="89439" y="132180"/>
                  </a:lnTo>
                  <a:close/>
                  <a:moveTo>
                    <a:pt x="89439" y="132180"/>
                  </a:moveTo>
                  <a:lnTo>
                    <a:pt x="71163" y="252831"/>
                  </a:lnTo>
                  <a:lnTo>
                    <a:pt x="137338" y="210158"/>
                  </a:lnTo>
                  <a:close/>
                  <a:moveTo>
                    <a:pt x="137338" y="210158"/>
                  </a:moveTo>
                  <a:lnTo>
                    <a:pt x="71163" y="252831"/>
                  </a:lnTo>
                  <a:lnTo>
                    <a:pt x="135521" y="216793"/>
                  </a:lnTo>
                  <a:close/>
                  <a:moveTo>
                    <a:pt x="519485" y="147005"/>
                  </a:moveTo>
                  <a:lnTo>
                    <a:pt x="429816" y="59221"/>
                  </a:lnTo>
                  <a:lnTo>
                    <a:pt x="447996" y="144533"/>
                  </a:lnTo>
                  <a:close/>
                  <a:moveTo>
                    <a:pt x="334186" y="76375"/>
                  </a:moveTo>
                  <a:lnTo>
                    <a:pt x="423361" y="137522"/>
                  </a:lnTo>
                  <a:lnTo>
                    <a:pt x="447996" y="144533"/>
                  </a:lnTo>
                  <a:close/>
                  <a:moveTo>
                    <a:pt x="973587" y="246685"/>
                  </a:moveTo>
                  <a:lnTo>
                    <a:pt x="1045083" y="307295"/>
                  </a:lnTo>
                  <a:lnTo>
                    <a:pt x="1062632" y="186643"/>
                  </a:lnTo>
                  <a:close/>
                  <a:moveTo>
                    <a:pt x="1062632" y="186643"/>
                  </a:moveTo>
                  <a:lnTo>
                    <a:pt x="1045083" y="307295"/>
                  </a:lnTo>
                  <a:lnTo>
                    <a:pt x="1099836" y="224849"/>
                  </a:lnTo>
                  <a:close/>
                  <a:moveTo>
                    <a:pt x="1099836" y="224849"/>
                  </a:moveTo>
                  <a:lnTo>
                    <a:pt x="1045083" y="307295"/>
                  </a:lnTo>
                  <a:lnTo>
                    <a:pt x="1081282" y="293511"/>
                  </a:lnTo>
                  <a:close/>
                  <a:moveTo>
                    <a:pt x="1192405" y="433288"/>
                  </a:moveTo>
                  <a:lnTo>
                    <a:pt x="1200336" y="351073"/>
                  </a:lnTo>
                  <a:lnTo>
                    <a:pt x="1162936" y="387812"/>
                  </a:lnTo>
                  <a:close/>
                  <a:moveTo>
                    <a:pt x="1391326" y="362820"/>
                  </a:moveTo>
                  <a:lnTo>
                    <a:pt x="1454643" y="371936"/>
                  </a:lnTo>
                  <a:lnTo>
                    <a:pt x="1445970" y="278895"/>
                  </a:lnTo>
                  <a:close/>
                  <a:moveTo>
                    <a:pt x="1436990" y="219032"/>
                  </a:moveTo>
                  <a:lnTo>
                    <a:pt x="1416696" y="191985"/>
                  </a:lnTo>
                  <a:lnTo>
                    <a:pt x="1445970" y="278895"/>
                  </a:lnTo>
                  <a:close/>
                  <a:moveTo>
                    <a:pt x="1501342" y="194378"/>
                  </a:moveTo>
                  <a:lnTo>
                    <a:pt x="1436990" y="219032"/>
                  </a:lnTo>
                  <a:lnTo>
                    <a:pt x="1445970" y="278895"/>
                  </a:lnTo>
                  <a:close/>
                  <a:moveTo>
                    <a:pt x="1236761" y="127610"/>
                  </a:moveTo>
                  <a:lnTo>
                    <a:pt x="1227197" y="207168"/>
                  </a:lnTo>
                  <a:lnTo>
                    <a:pt x="1317871" y="109770"/>
                  </a:lnTo>
                  <a:close/>
                  <a:moveTo>
                    <a:pt x="1236761" y="127610"/>
                  </a:moveTo>
                  <a:lnTo>
                    <a:pt x="1317871" y="109770"/>
                  </a:lnTo>
                  <a:lnTo>
                    <a:pt x="1250410" y="78756"/>
                  </a:lnTo>
                  <a:close/>
                  <a:moveTo>
                    <a:pt x="1416696" y="191985"/>
                  </a:moveTo>
                  <a:lnTo>
                    <a:pt x="1436990" y="219032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336221" y="120933"/>
                  </a:lnTo>
                  <a:lnTo>
                    <a:pt x="1416696" y="191985"/>
                  </a:lnTo>
                  <a:close/>
                  <a:moveTo>
                    <a:pt x="1336795" y="106877"/>
                  </a:moveTo>
                  <a:lnTo>
                    <a:pt x="1336221" y="120933"/>
                  </a:lnTo>
                  <a:lnTo>
                    <a:pt x="1433492" y="188947"/>
                  </a:lnTo>
                  <a:close/>
                  <a:moveTo>
                    <a:pt x="1430390" y="91377"/>
                  </a:moveTo>
                  <a:lnTo>
                    <a:pt x="1336795" y="106877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436990" y="219032"/>
                  </a:lnTo>
                  <a:lnTo>
                    <a:pt x="1472095" y="191985"/>
                  </a:lnTo>
                  <a:close/>
                  <a:moveTo>
                    <a:pt x="1317871" y="109770"/>
                  </a:moveTo>
                  <a:lnTo>
                    <a:pt x="1336221" y="120933"/>
                  </a:lnTo>
                  <a:lnTo>
                    <a:pt x="1336795" y="106877"/>
                  </a:lnTo>
                  <a:close/>
                  <a:moveTo>
                    <a:pt x="1336795" y="106877"/>
                  </a:moveTo>
                  <a:lnTo>
                    <a:pt x="1250410" y="78756"/>
                  </a:lnTo>
                  <a:lnTo>
                    <a:pt x="1317871" y="109770"/>
                  </a:lnTo>
                  <a:close/>
                  <a:moveTo>
                    <a:pt x="1336795" y="106877"/>
                  </a:moveTo>
                  <a:lnTo>
                    <a:pt x="1430390" y="91377"/>
                  </a:lnTo>
                  <a:lnTo>
                    <a:pt x="1419670" y="0"/>
                  </a:lnTo>
                  <a:close/>
                  <a:moveTo>
                    <a:pt x="1336795" y="106877"/>
                  </a:moveTo>
                  <a:lnTo>
                    <a:pt x="1419670" y="0"/>
                  </a:lnTo>
                  <a:lnTo>
                    <a:pt x="1341123" y="326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80" name="Candidate_density__2179">
              <a:extLst>
                <a:ext uri="{FF2B5EF4-FFF2-40B4-BE49-F238E27FC236}">
                  <a16:creationId xmlns:a16="http://schemas.microsoft.com/office/drawing/2014/main" id="{9C370893-2093-052E-2534-19E39642BF87}"/>
                </a:ext>
              </a:extLst>
            </p:cNvPr>
            <p:cNvSpPr>
              <a:spLocks noGrp="1"/>
            </p:cNvSpPr>
            <p:nvPr/>
          </p:nvSpPr>
          <p:spPr>
            <a:xfrm>
              <a:off x="3790659" y="2679762"/>
              <a:ext cx="1580368" cy="630434"/>
            </a:xfrm>
            <a:custGeom>
              <a:avLst/>
              <a:gdLst/>
              <a:ahLst/>
              <a:cxnLst/>
              <a:rect l="0" t="0" r="0" b="0"/>
              <a:pathLst>
                <a:path w="1580368" h="630434">
                  <a:moveTo>
                    <a:pt x="239051" y="438248"/>
                  </a:moveTo>
                  <a:lnTo>
                    <a:pt x="218952" y="546413"/>
                  </a:lnTo>
                  <a:lnTo>
                    <a:pt x="251178" y="451696"/>
                  </a:lnTo>
                  <a:close/>
                  <a:moveTo>
                    <a:pt x="124249" y="377831"/>
                  </a:moveTo>
                  <a:lnTo>
                    <a:pt x="116206" y="440919"/>
                  </a:lnTo>
                  <a:lnTo>
                    <a:pt x="205562" y="356033"/>
                  </a:lnTo>
                  <a:close/>
                  <a:moveTo>
                    <a:pt x="205562" y="356033"/>
                  </a:moveTo>
                  <a:lnTo>
                    <a:pt x="116206" y="440919"/>
                  </a:lnTo>
                  <a:lnTo>
                    <a:pt x="139738" y="476685"/>
                  </a:lnTo>
                  <a:close/>
                  <a:moveTo>
                    <a:pt x="205562" y="356033"/>
                  </a:moveTo>
                  <a:lnTo>
                    <a:pt x="139738" y="476685"/>
                  </a:lnTo>
                  <a:lnTo>
                    <a:pt x="239051" y="438248"/>
                  </a:lnTo>
                  <a:close/>
                  <a:moveTo>
                    <a:pt x="119489" y="273818"/>
                  </a:moveTo>
                  <a:lnTo>
                    <a:pt x="124249" y="377831"/>
                  </a:lnTo>
                  <a:lnTo>
                    <a:pt x="134398" y="293735"/>
                  </a:lnTo>
                  <a:close/>
                  <a:moveTo>
                    <a:pt x="84086" y="394470"/>
                  </a:moveTo>
                  <a:lnTo>
                    <a:pt x="124249" y="377831"/>
                  </a:lnTo>
                  <a:lnTo>
                    <a:pt x="119489" y="273818"/>
                  </a:lnTo>
                  <a:close/>
                  <a:moveTo>
                    <a:pt x="51599" y="312255"/>
                  </a:moveTo>
                  <a:lnTo>
                    <a:pt x="84086" y="394470"/>
                  </a:lnTo>
                  <a:lnTo>
                    <a:pt x="119489" y="273818"/>
                  </a:lnTo>
                  <a:close/>
                  <a:moveTo>
                    <a:pt x="124249" y="377831"/>
                  </a:moveTo>
                  <a:lnTo>
                    <a:pt x="205562" y="356033"/>
                  </a:lnTo>
                  <a:lnTo>
                    <a:pt x="134398" y="293735"/>
                  </a:lnTo>
                  <a:close/>
                  <a:moveTo>
                    <a:pt x="0" y="230040"/>
                  </a:moveTo>
                  <a:lnTo>
                    <a:pt x="119489" y="273818"/>
                  </a:lnTo>
                  <a:lnTo>
                    <a:pt x="66647" y="191603"/>
                  </a:lnTo>
                  <a:close/>
                  <a:moveTo>
                    <a:pt x="275889" y="415234"/>
                  </a:moveTo>
                  <a:lnTo>
                    <a:pt x="251178" y="451696"/>
                  </a:lnTo>
                  <a:lnTo>
                    <a:pt x="299555" y="399812"/>
                  </a:lnTo>
                  <a:close/>
                  <a:moveTo>
                    <a:pt x="299555" y="399812"/>
                  </a:moveTo>
                  <a:lnTo>
                    <a:pt x="251178" y="451696"/>
                  </a:lnTo>
                  <a:lnTo>
                    <a:pt x="324506" y="520464"/>
                  </a:lnTo>
                  <a:close/>
                  <a:moveTo>
                    <a:pt x="239051" y="438248"/>
                  </a:moveTo>
                  <a:lnTo>
                    <a:pt x="251178" y="451696"/>
                  </a:lnTo>
                  <a:lnTo>
                    <a:pt x="275889" y="415234"/>
                  </a:lnTo>
                  <a:close/>
                  <a:moveTo>
                    <a:pt x="205562" y="356033"/>
                  </a:moveTo>
                  <a:lnTo>
                    <a:pt x="275889" y="415234"/>
                  </a:lnTo>
                  <a:lnTo>
                    <a:pt x="269920" y="319995"/>
                  </a:lnTo>
                  <a:close/>
                  <a:moveTo>
                    <a:pt x="205562" y="356033"/>
                  </a:moveTo>
                  <a:lnTo>
                    <a:pt x="239051" y="438248"/>
                  </a:lnTo>
                  <a:lnTo>
                    <a:pt x="275889" y="415234"/>
                  </a:lnTo>
                  <a:close/>
                  <a:moveTo>
                    <a:pt x="134398" y="293735"/>
                  </a:moveTo>
                  <a:lnTo>
                    <a:pt x="205562" y="356033"/>
                  </a:lnTo>
                  <a:lnTo>
                    <a:pt x="223838" y="235382"/>
                  </a:lnTo>
                  <a:close/>
                  <a:moveTo>
                    <a:pt x="119489" y="273818"/>
                  </a:moveTo>
                  <a:lnTo>
                    <a:pt x="134398" y="293735"/>
                  </a:lnTo>
                  <a:lnTo>
                    <a:pt x="142681" y="262754"/>
                  </a:lnTo>
                  <a:close/>
                  <a:moveTo>
                    <a:pt x="66647" y="191603"/>
                  </a:moveTo>
                  <a:lnTo>
                    <a:pt x="119489" y="273818"/>
                  </a:lnTo>
                  <a:lnTo>
                    <a:pt x="142681" y="262754"/>
                  </a:lnTo>
                  <a:close/>
                  <a:moveTo>
                    <a:pt x="223838" y="235382"/>
                  </a:moveTo>
                  <a:lnTo>
                    <a:pt x="164323" y="153166"/>
                  </a:lnTo>
                  <a:lnTo>
                    <a:pt x="142681" y="262754"/>
                  </a:lnTo>
                  <a:close/>
                  <a:moveTo>
                    <a:pt x="653884" y="250207"/>
                  </a:moveTo>
                  <a:lnTo>
                    <a:pt x="605278" y="158509"/>
                  </a:lnTo>
                  <a:lnTo>
                    <a:pt x="564214" y="162423"/>
                  </a:lnTo>
                  <a:close/>
                  <a:moveTo>
                    <a:pt x="510010" y="216506"/>
                  </a:moveTo>
                  <a:lnTo>
                    <a:pt x="557759" y="240724"/>
                  </a:lnTo>
                  <a:lnTo>
                    <a:pt x="468584" y="179577"/>
                  </a:lnTo>
                  <a:close/>
                  <a:moveTo>
                    <a:pt x="468584" y="179577"/>
                  </a:moveTo>
                  <a:lnTo>
                    <a:pt x="582395" y="247735"/>
                  </a:lnTo>
                  <a:lnTo>
                    <a:pt x="564214" y="162423"/>
                  </a:lnTo>
                  <a:close/>
                  <a:moveTo>
                    <a:pt x="468584" y="179577"/>
                  </a:moveTo>
                  <a:lnTo>
                    <a:pt x="564214" y="162423"/>
                  </a:lnTo>
                  <a:lnTo>
                    <a:pt x="544699" y="78196"/>
                  </a:lnTo>
                  <a:close/>
                  <a:moveTo>
                    <a:pt x="468584" y="179577"/>
                  </a:moveTo>
                  <a:lnTo>
                    <a:pt x="544699" y="78196"/>
                  </a:lnTo>
                  <a:lnTo>
                    <a:pt x="463769" y="83398"/>
                  </a:lnTo>
                  <a:close/>
                  <a:moveTo>
                    <a:pt x="375300" y="94731"/>
                  </a:moveTo>
                  <a:lnTo>
                    <a:pt x="463769" y="83398"/>
                  </a:lnTo>
                  <a:lnTo>
                    <a:pt x="438186" y="4105"/>
                  </a:lnTo>
                  <a:close/>
                  <a:moveTo>
                    <a:pt x="1115083" y="317813"/>
                  </a:moveTo>
                  <a:lnTo>
                    <a:pt x="1107986" y="349887"/>
                  </a:lnTo>
                  <a:lnTo>
                    <a:pt x="1197030" y="289845"/>
                  </a:lnTo>
                  <a:close/>
                  <a:moveTo>
                    <a:pt x="1215681" y="396713"/>
                  </a:moveTo>
                  <a:lnTo>
                    <a:pt x="1275905" y="372060"/>
                  </a:lnTo>
                  <a:lnTo>
                    <a:pt x="1234235" y="328051"/>
                  </a:lnTo>
                  <a:close/>
                  <a:moveTo>
                    <a:pt x="1086292" y="328281"/>
                  </a:moveTo>
                  <a:lnTo>
                    <a:pt x="1107986" y="349887"/>
                  </a:lnTo>
                  <a:lnTo>
                    <a:pt x="1115083" y="317813"/>
                  </a:lnTo>
                  <a:close/>
                  <a:moveTo>
                    <a:pt x="1018134" y="246066"/>
                  </a:moveTo>
                  <a:lnTo>
                    <a:pt x="1115083" y="317813"/>
                  </a:lnTo>
                  <a:lnTo>
                    <a:pt x="1127318" y="207774"/>
                  </a:lnTo>
                  <a:close/>
                  <a:moveTo>
                    <a:pt x="1018134" y="246066"/>
                  </a:moveTo>
                  <a:lnTo>
                    <a:pt x="1086292" y="328281"/>
                  </a:lnTo>
                  <a:lnTo>
                    <a:pt x="1115083" y="317813"/>
                  </a:lnTo>
                  <a:close/>
                  <a:moveTo>
                    <a:pt x="1197030" y="289845"/>
                  </a:moveTo>
                  <a:lnTo>
                    <a:pt x="1127676" y="207630"/>
                  </a:lnTo>
                  <a:lnTo>
                    <a:pt x="1115083" y="317813"/>
                  </a:lnTo>
                  <a:close/>
                  <a:moveTo>
                    <a:pt x="1339013" y="557223"/>
                  </a:moveTo>
                  <a:lnTo>
                    <a:pt x="1303653" y="587594"/>
                  </a:lnTo>
                  <a:lnTo>
                    <a:pt x="1326804" y="536490"/>
                  </a:lnTo>
                  <a:close/>
                  <a:moveTo>
                    <a:pt x="1297546" y="630434"/>
                  </a:moveTo>
                  <a:lnTo>
                    <a:pt x="1303653" y="587594"/>
                  </a:lnTo>
                  <a:lnTo>
                    <a:pt x="1339013" y="557223"/>
                  </a:lnTo>
                  <a:close/>
                  <a:moveTo>
                    <a:pt x="1275905" y="372060"/>
                  </a:moveTo>
                  <a:lnTo>
                    <a:pt x="1351372" y="447083"/>
                  </a:lnTo>
                  <a:lnTo>
                    <a:pt x="1354409" y="344522"/>
                  </a:lnTo>
                  <a:close/>
                  <a:moveTo>
                    <a:pt x="1243238" y="274218"/>
                  </a:moveTo>
                  <a:lnTo>
                    <a:pt x="1234235" y="328051"/>
                  </a:lnTo>
                  <a:lnTo>
                    <a:pt x="1305450" y="251408"/>
                  </a:lnTo>
                  <a:close/>
                  <a:moveTo>
                    <a:pt x="1234235" y="328051"/>
                  </a:moveTo>
                  <a:lnTo>
                    <a:pt x="1275905" y="372060"/>
                  </a:lnTo>
                  <a:lnTo>
                    <a:pt x="1305450" y="251408"/>
                  </a:lnTo>
                  <a:close/>
                  <a:moveTo>
                    <a:pt x="1305450" y="251408"/>
                  </a:moveTo>
                  <a:lnTo>
                    <a:pt x="1275905" y="372060"/>
                  </a:lnTo>
                  <a:lnTo>
                    <a:pt x="1361595" y="310370"/>
                  </a:lnTo>
                  <a:close/>
                  <a:moveTo>
                    <a:pt x="1361595" y="310370"/>
                  </a:moveTo>
                  <a:lnTo>
                    <a:pt x="1275905" y="372060"/>
                  </a:lnTo>
                  <a:lnTo>
                    <a:pt x="1354409" y="344522"/>
                  </a:lnTo>
                  <a:close/>
                  <a:moveTo>
                    <a:pt x="1354409" y="344522"/>
                  </a:moveTo>
                  <a:lnTo>
                    <a:pt x="1387299" y="333623"/>
                  </a:lnTo>
                  <a:lnTo>
                    <a:pt x="1361595" y="310370"/>
                  </a:lnTo>
                  <a:close/>
                  <a:moveTo>
                    <a:pt x="1197030" y="289845"/>
                  </a:moveTo>
                  <a:lnTo>
                    <a:pt x="1234235" y="328051"/>
                  </a:lnTo>
                  <a:lnTo>
                    <a:pt x="1243238" y="274218"/>
                  </a:lnTo>
                  <a:close/>
                  <a:moveTo>
                    <a:pt x="1228413" y="169193"/>
                  </a:moveTo>
                  <a:lnTo>
                    <a:pt x="1243238" y="274218"/>
                  </a:lnTo>
                  <a:lnTo>
                    <a:pt x="1259530" y="207423"/>
                  </a:lnTo>
                  <a:close/>
                  <a:moveTo>
                    <a:pt x="1197030" y="289845"/>
                  </a:moveTo>
                  <a:lnTo>
                    <a:pt x="1243238" y="274218"/>
                  </a:lnTo>
                  <a:lnTo>
                    <a:pt x="1228413" y="169193"/>
                  </a:lnTo>
                  <a:close/>
                  <a:moveTo>
                    <a:pt x="1127676" y="207630"/>
                  </a:moveTo>
                  <a:lnTo>
                    <a:pt x="1197030" y="289845"/>
                  </a:lnTo>
                  <a:lnTo>
                    <a:pt x="1228413" y="169193"/>
                  </a:lnTo>
                  <a:close/>
                  <a:moveTo>
                    <a:pt x="1243238" y="274218"/>
                  </a:moveTo>
                  <a:lnTo>
                    <a:pt x="1305450" y="251408"/>
                  </a:lnTo>
                  <a:lnTo>
                    <a:pt x="1259530" y="207423"/>
                  </a:lnTo>
                  <a:close/>
                  <a:moveTo>
                    <a:pt x="1525725" y="466022"/>
                  </a:moveTo>
                  <a:lnTo>
                    <a:pt x="1580368" y="382097"/>
                  </a:lnTo>
                  <a:lnTo>
                    <a:pt x="1488657" y="396065"/>
                  </a:lnTo>
                  <a:close/>
                  <a:moveTo>
                    <a:pt x="1580368" y="382097"/>
                  </a:moveTo>
                  <a:lnTo>
                    <a:pt x="1551094" y="295187"/>
                  </a:lnTo>
                  <a:lnTo>
                    <a:pt x="1463036" y="316802"/>
                  </a:lnTo>
                  <a:close/>
                  <a:moveTo>
                    <a:pt x="1580368" y="382097"/>
                  </a:moveTo>
                  <a:lnTo>
                    <a:pt x="1463036" y="316802"/>
                  </a:lnTo>
                  <a:lnTo>
                    <a:pt x="1488657" y="396065"/>
                  </a:lnTo>
                  <a:close/>
                  <a:moveTo>
                    <a:pt x="1361595" y="310370"/>
                  </a:moveTo>
                  <a:lnTo>
                    <a:pt x="1387299" y="333623"/>
                  </a:lnTo>
                  <a:lnTo>
                    <a:pt x="1452269" y="212972"/>
                  </a:lnTo>
                  <a:close/>
                  <a:moveTo>
                    <a:pt x="1452269" y="212972"/>
                  </a:moveTo>
                  <a:lnTo>
                    <a:pt x="1387299" y="333623"/>
                  </a:lnTo>
                  <a:lnTo>
                    <a:pt x="1470620" y="224135"/>
                  </a:lnTo>
                  <a:close/>
                  <a:moveTo>
                    <a:pt x="1470620" y="224135"/>
                  </a:moveTo>
                  <a:lnTo>
                    <a:pt x="1387299" y="333623"/>
                  </a:lnTo>
                  <a:lnTo>
                    <a:pt x="1463036" y="316802"/>
                  </a:lnTo>
                  <a:close/>
                  <a:moveTo>
                    <a:pt x="1463036" y="316802"/>
                  </a:moveTo>
                  <a:lnTo>
                    <a:pt x="1551094" y="295187"/>
                  </a:lnTo>
                  <a:lnTo>
                    <a:pt x="1470620" y="224135"/>
                  </a:lnTo>
                  <a:close/>
                  <a:moveTo>
                    <a:pt x="1305450" y="251408"/>
                  </a:moveTo>
                  <a:lnTo>
                    <a:pt x="1361595" y="310370"/>
                  </a:lnTo>
                  <a:lnTo>
                    <a:pt x="1371160" y="230812"/>
                  </a:lnTo>
                  <a:close/>
                  <a:moveTo>
                    <a:pt x="1259530" y="207423"/>
                  </a:moveTo>
                  <a:lnTo>
                    <a:pt x="1305450" y="251408"/>
                  </a:lnTo>
                  <a:lnTo>
                    <a:pt x="1338183" y="130756"/>
                  </a:lnTo>
                  <a:close/>
                  <a:moveTo>
                    <a:pt x="1338183" y="130756"/>
                  </a:moveTo>
                  <a:lnTo>
                    <a:pt x="1305450" y="251408"/>
                  </a:lnTo>
                  <a:lnTo>
                    <a:pt x="1384809" y="181958"/>
                  </a:lnTo>
                  <a:close/>
                  <a:moveTo>
                    <a:pt x="1384809" y="181958"/>
                  </a:moveTo>
                  <a:lnTo>
                    <a:pt x="1305450" y="251408"/>
                  </a:lnTo>
                  <a:lnTo>
                    <a:pt x="1371160" y="230812"/>
                  </a:lnTo>
                  <a:close/>
                  <a:moveTo>
                    <a:pt x="1185035" y="4763"/>
                  </a:moveTo>
                  <a:lnTo>
                    <a:pt x="1235083" y="80663"/>
                  </a:lnTo>
                  <a:lnTo>
                    <a:pt x="1211185" y="0"/>
                  </a:lnTo>
                  <a:close/>
                  <a:moveTo>
                    <a:pt x="1386573" y="118189"/>
                  </a:moveTo>
                  <a:lnTo>
                    <a:pt x="1384809" y="181958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386573" y="118189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455127" y="22955"/>
                  </a:lnTo>
                  <a:lnTo>
                    <a:pt x="1386573" y="118189"/>
                  </a:lnTo>
                  <a:close/>
                  <a:moveTo>
                    <a:pt x="1475522" y="106467"/>
                  </a:moveTo>
                  <a:lnTo>
                    <a:pt x="1554068" y="103202"/>
                  </a:lnTo>
                  <a:lnTo>
                    <a:pt x="1534697" y="18858"/>
                  </a:lnTo>
                  <a:close/>
                  <a:moveTo>
                    <a:pt x="1475522" y="106467"/>
                  </a:moveTo>
                  <a:lnTo>
                    <a:pt x="1534697" y="18858"/>
                  </a:lnTo>
                  <a:lnTo>
                    <a:pt x="1455127" y="2295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81" name="Candidate_density__2180">
              <a:extLst>
                <a:ext uri="{FF2B5EF4-FFF2-40B4-BE49-F238E27FC236}">
                  <a16:creationId xmlns:a16="http://schemas.microsoft.com/office/drawing/2014/main" id="{B4489652-6F14-BEF3-41D9-D35066B4DDB0}"/>
                </a:ext>
              </a:extLst>
            </p:cNvPr>
            <p:cNvSpPr>
              <a:spLocks noGrp="1"/>
            </p:cNvSpPr>
            <p:nvPr/>
          </p:nvSpPr>
          <p:spPr>
            <a:xfrm>
              <a:off x="3831744" y="2662761"/>
              <a:ext cx="1447572" cy="553491"/>
            </a:xfrm>
            <a:custGeom>
              <a:avLst/>
              <a:gdLst/>
              <a:ahLst/>
              <a:cxnLst/>
              <a:rect l="0" t="0" r="0" b="0"/>
              <a:pathLst>
                <a:path w="1447572" h="553491">
                  <a:moveTo>
                    <a:pt x="43001" y="411471"/>
                  </a:moveTo>
                  <a:lnTo>
                    <a:pt x="75120" y="457919"/>
                  </a:lnTo>
                  <a:lnTo>
                    <a:pt x="83164" y="394831"/>
                  </a:lnTo>
                  <a:close/>
                  <a:moveTo>
                    <a:pt x="25562" y="208604"/>
                  </a:moveTo>
                  <a:lnTo>
                    <a:pt x="101596" y="27975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06008" y="176075"/>
                  </a:lnTo>
                  <a:lnTo>
                    <a:pt x="101596" y="279754"/>
                  </a:lnTo>
                  <a:close/>
                  <a:moveTo>
                    <a:pt x="0" y="126389"/>
                  </a:moveTo>
                  <a:lnTo>
                    <a:pt x="106008" y="176075"/>
                  </a:lnTo>
                  <a:lnTo>
                    <a:pt x="75960" y="100412"/>
                  </a:lnTo>
                  <a:close/>
                  <a:moveTo>
                    <a:pt x="0" y="126389"/>
                  </a:moveTo>
                  <a:lnTo>
                    <a:pt x="25562" y="20860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13966" y="87952"/>
                  </a:lnTo>
                  <a:lnTo>
                    <a:pt x="106008" y="176075"/>
                  </a:lnTo>
                  <a:close/>
                  <a:moveTo>
                    <a:pt x="113966" y="87952"/>
                  </a:moveTo>
                  <a:lnTo>
                    <a:pt x="75960" y="100412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82753" y="252382"/>
                  </a:lnTo>
                  <a:lnTo>
                    <a:pt x="254646" y="213946"/>
                  </a:lnTo>
                  <a:close/>
                  <a:moveTo>
                    <a:pt x="123238" y="170167"/>
                  </a:moveTo>
                  <a:lnTo>
                    <a:pt x="254646" y="213946"/>
                  </a:lnTo>
                  <a:lnTo>
                    <a:pt x="227975" y="131731"/>
                  </a:lnTo>
                  <a:close/>
                  <a:moveTo>
                    <a:pt x="113966" y="87952"/>
                  </a:moveTo>
                  <a:lnTo>
                    <a:pt x="230796" y="115699"/>
                  </a:lnTo>
                  <a:lnTo>
                    <a:pt x="201056" y="59303"/>
                  </a:lnTo>
                  <a:close/>
                  <a:moveTo>
                    <a:pt x="227975" y="131731"/>
                  </a:moveTo>
                  <a:lnTo>
                    <a:pt x="230796" y="115699"/>
                  </a:lnTo>
                  <a:lnTo>
                    <a:pt x="113966" y="87952"/>
                  </a:lnTo>
                  <a:close/>
                  <a:moveTo>
                    <a:pt x="123238" y="170167"/>
                  </a:moveTo>
                  <a:lnTo>
                    <a:pt x="227975" y="131731"/>
                  </a:lnTo>
                  <a:lnTo>
                    <a:pt x="113966" y="87952"/>
                  </a:lnTo>
                  <a:close/>
                  <a:moveTo>
                    <a:pt x="149588" y="27276"/>
                  </a:moveTo>
                  <a:lnTo>
                    <a:pt x="113966" y="87952"/>
                  </a:lnTo>
                  <a:lnTo>
                    <a:pt x="201056" y="59303"/>
                  </a:lnTo>
                  <a:close/>
                  <a:moveTo>
                    <a:pt x="237890" y="49516"/>
                  </a:moveTo>
                  <a:lnTo>
                    <a:pt x="149588" y="27276"/>
                  </a:lnTo>
                  <a:lnTo>
                    <a:pt x="201056" y="59303"/>
                  </a:lnTo>
                  <a:close/>
                  <a:moveTo>
                    <a:pt x="201056" y="59303"/>
                  </a:moveTo>
                  <a:lnTo>
                    <a:pt x="230796" y="115699"/>
                  </a:lnTo>
                  <a:lnTo>
                    <a:pt x="237890" y="49516"/>
                  </a:lnTo>
                  <a:close/>
                  <a:moveTo>
                    <a:pt x="258690" y="212632"/>
                  </a:moveTo>
                  <a:lnTo>
                    <a:pt x="335361" y="210892"/>
                  </a:lnTo>
                  <a:lnTo>
                    <a:pt x="334215" y="111731"/>
                  </a:lnTo>
                  <a:close/>
                  <a:moveTo>
                    <a:pt x="258690" y="212632"/>
                  </a:moveTo>
                  <a:lnTo>
                    <a:pt x="334215" y="111731"/>
                  </a:lnTo>
                  <a:lnTo>
                    <a:pt x="239817" y="127883"/>
                  </a:lnTo>
                  <a:close/>
                  <a:moveTo>
                    <a:pt x="335361" y="210892"/>
                  </a:moveTo>
                  <a:lnTo>
                    <a:pt x="427499" y="196577"/>
                  </a:lnTo>
                  <a:lnTo>
                    <a:pt x="422684" y="100399"/>
                  </a:lnTo>
                  <a:close/>
                  <a:moveTo>
                    <a:pt x="335361" y="210892"/>
                  </a:moveTo>
                  <a:lnTo>
                    <a:pt x="422684" y="100399"/>
                  </a:lnTo>
                  <a:lnTo>
                    <a:pt x="334215" y="111731"/>
                  </a:lnTo>
                  <a:close/>
                  <a:moveTo>
                    <a:pt x="427499" y="196577"/>
                  </a:moveTo>
                  <a:lnTo>
                    <a:pt x="335361" y="210892"/>
                  </a:lnTo>
                  <a:lnTo>
                    <a:pt x="468925" y="233507"/>
                  </a:lnTo>
                  <a:close/>
                  <a:moveTo>
                    <a:pt x="230796" y="115699"/>
                  </a:moveTo>
                  <a:lnTo>
                    <a:pt x="227975" y="131731"/>
                  </a:lnTo>
                  <a:lnTo>
                    <a:pt x="239817" y="127883"/>
                  </a:lnTo>
                  <a:close/>
                  <a:moveTo>
                    <a:pt x="239817" y="127883"/>
                  </a:moveTo>
                  <a:lnTo>
                    <a:pt x="237890" y="49516"/>
                  </a:lnTo>
                  <a:lnTo>
                    <a:pt x="230796" y="115699"/>
                  </a:lnTo>
                  <a:close/>
                  <a:moveTo>
                    <a:pt x="312527" y="29271"/>
                  </a:moveTo>
                  <a:lnTo>
                    <a:pt x="237890" y="49516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12527" y="29271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97101" y="21106"/>
                  </a:lnTo>
                  <a:lnTo>
                    <a:pt x="312527" y="29271"/>
                  </a:lnTo>
                  <a:close/>
                  <a:moveTo>
                    <a:pt x="274381" y="0"/>
                  </a:moveTo>
                  <a:lnTo>
                    <a:pt x="237890" y="49516"/>
                  </a:lnTo>
                  <a:lnTo>
                    <a:pt x="312527" y="29271"/>
                  </a:lnTo>
                  <a:close/>
                  <a:moveTo>
                    <a:pt x="1086591" y="224630"/>
                  </a:moveTo>
                  <a:lnTo>
                    <a:pt x="1086233" y="224775"/>
                  </a:lnTo>
                  <a:lnTo>
                    <a:pt x="1073998" y="334814"/>
                  </a:lnTo>
                  <a:close/>
                  <a:moveTo>
                    <a:pt x="948012" y="201039"/>
                  </a:moveTo>
                  <a:lnTo>
                    <a:pt x="977049" y="263066"/>
                  </a:lnTo>
                  <a:lnTo>
                    <a:pt x="1046481" y="142415"/>
                  </a:lnTo>
                  <a:close/>
                  <a:moveTo>
                    <a:pt x="1046481" y="142415"/>
                  </a:moveTo>
                  <a:lnTo>
                    <a:pt x="977049" y="263066"/>
                  </a:lnTo>
                  <a:lnTo>
                    <a:pt x="1086171" y="223733"/>
                  </a:lnTo>
                  <a:close/>
                  <a:moveTo>
                    <a:pt x="1086171" y="223733"/>
                  </a:moveTo>
                  <a:lnTo>
                    <a:pt x="977049" y="263066"/>
                  </a:lnTo>
                  <a:lnTo>
                    <a:pt x="1086233" y="224775"/>
                  </a:lnTo>
                  <a:close/>
                  <a:moveTo>
                    <a:pt x="1086233" y="224775"/>
                  </a:moveTo>
                  <a:lnTo>
                    <a:pt x="1086591" y="224630"/>
                  </a:lnTo>
                  <a:lnTo>
                    <a:pt x="1086171" y="223733"/>
                  </a:lnTo>
                  <a:close/>
                  <a:moveTo>
                    <a:pt x="1293649" y="471275"/>
                  </a:moveTo>
                  <a:lnTo>
                    <a:pt x="1359301" y="472403"/>
                  </a:lnTo>
                  <a:lnTo>
                    <a:pt x="1310287" y="464083"/>
                  </a:lnTo>
                  <a:close/>
                  <a:moveTo>
                    <a:pt x="1345618" y="515054"/>
                  </a:moveTo>
                  <a:lnTo>
                    <a:pt x="1359301" y="472403"/>
                  </a:lnTo>
                  <a:lnTo>
                    <a:pt x="1293649" y="471275"/>
                  </a:lnTo>
                  <a:close/>
                  <a:moveTo>
                    <a:pt x="1285719" y="553491"/>
                  </a:moveTo>
                  <a:lnTo>
                    <a:pt x="1345618" y="515054"/>
                  </a:lnTo>
                  <a:lnTo>
                    <a:pt x="1293649" y="471275"/>
                  </a:lnTo>
                  <a:close/>
                  <a:moveTo>
                    <a:pt x="1234820" y="389061"/>
                  </a:moveTo>
                  <a:lnTo>
                    <a:pt x="1293649" y="471275"/>
                  </a:lnTo>
                  <a:lnTo>
                    <a:pt x="1310287" y="464083"/>
                  </a:lnTo>
                  <a:close/>
                  <a:moveTo>
                    <a:pt x="1372009" y="432839"/>
                  </a:moveTo>
                  <a:lnTo>
                    <a:pt x="1346214" y="350624"/>
                  </a:lnTo>
                  <a:lnTo>
                    <a:pt x="1310287" y="464083"/>
                  </a:lnTo>
                  <a:close/>
                  <a:moveTo>
                    <a:pt x="1346214" y="350624"/>
                  </a:moveTo>
                  <a:lnTo>
                    <a:pt x="1313323" y="361523"/>
                  </a:lnTo>
                  <a:lnTo>
                    <a:pt x="1310287" y="464083"/>
                  </a:lnTo>
                  <a:close/>
                  <a:moveTo>
                    <a:pt x="1310287" y="464083"/>
                  </a:moveTo>
                  <a:lnTo>
                    <a:pt x="1359301" y="472403"/>
                  </a:lnTo>
                  <a:lnTo>
                    <a:pt x="1372009" y="432839"/>
                  </a:lnTo>
                  <a:close/>
                  <a:moveTo>
                    <a:pt x="1078758" y="130760"/>
                  </a:moveTo>
                  <a:lnTo>
                    <a:pt x="1086171" y="223733"/>
                  </a:lnTo>
                  <a:lnTo>
                    <a:pt x="1170490" y="103979"/>
                  </a:lnTo>
                  <a:close/>
                  <a:moveTo>
                    <a:pt x="1170490" y="103979"/>
                  </a:moveTo>
                  <a:lnTo>
                    <a:pt x="1086171" y="223733"/>
                  </a:lnTo>
                  <a:lnTo>
                    <a:pt x="1086591" y="224630"/>
                  </a:lnTo>
                  <a:close/>
                  <a:moveTo>
                    <a:pt x="1170490" y="103979"/>
                  </a:moveTo>
                  <a:lnTo>
                    <a:pt x="1086591" y="224630"/>
                  </a:lnTo>
                  <a:lnTo>
                    <a:pt x="1187328" y="186194"/>
                  </a:lnTo>
                  <a:close/>
                  <a:moveTo>
                    <a:pt x="1046481" y="142415"/>
                  </a:moveTo>
                  <a:lnTo>
                    <a:pt x="1086171" y="223733"/>
                  </a:lnTo>
                  <a:lnTo>
                    <a:pt x="1078758" y="130760"/>
                  </a:lnTo>
                  <a:close/>
                  <a:moveTo>
                    <a:pt x="1006554" y="60200"/>
                  </a:moveTo>
                  <a:lnTo>
                    <a:pt x="1078758" y="130760"/>
                  </a:lnTo>
                  <a:lnTo>
                    <a:pt x="1069149" y="38480"/>
                  </a:lnTo>
                  <a:close/>
                  <a:moveTo>
                    <a:pt x="1006554" y="60200"/>
                  </a:moveTo>
                  <a:lnTo>
                    <a:pt x="1046481" y="142415"/>
                  </a:lnTo>
                  <a:lnTo>
                    <a:pt x="1078758" y="130760"/>
                  </a:lnTo>
                  <a:close/>
                  <a:moveTo>
                    <a:pt x="1170490" y="103979"/>
                  </a:moveTo>
                  <a:lnTo>
                    <a:pt x="1143950" y="21764"/>
                  </a:lnTo>
                  <a:lnTo>
                    <a:pt x="1078758" y="130760"/>
                  </a:lnTo>
                  <a:close/>
                  <a:moveTo>
                    <a:pt x="1143950" y="21764"/>
                  </a:moveTo>
                  <a:lnTo>
                    <a:pt x="1069149" y="38480"/>
                  </a:lnTo>
                  <a:lnTo>
                    <a:pt x="1078758" y="130760"/>
                  </a:lnTo>
                  <a:close/>
                  <a:moveTo>
                    <a:pt x="1346214" y="350624"/>
                  </a:moveTo>
                  <a:lnTo>
                    <a:pt x="1447572" y="413065"/>
                  </a:lnTo>
                  <a:lnTo>
                    <a:pt x="1421951" y="333803"/>
                  </a:lnTo>
                  <a:close/>
                  <a:moveTo>
                    <a:pt x="1346214" y="350624"/>
                  </a:moveTo>
                  <a:lnTo>
                    <a:pt x="1372009" y="432839"/>
                  </a:lnTo>
                  <a:lnTo>
                    <a:pt x="1447572" y="413065"/>
                  </a:lnTo>
                  <a:close/>
                  <a:moveTo>
                    <a:pt x="1221897" y="175074"/>
                  </a:moveTo>
                  <a:lnTo>
                    <a:pt x="1218445" y="224423"/>
                  </a:lnTo>
                  <a:lnTo>
                    <a:pt x="1297097" y="147757"/>
                  </a:lnTo>
                  <a:close/>
                  <a:moveTo>
                    <a:pt x="1187328" y="186194"/>
                  </a:moveTo>
                  <a:lnTo>
                    <a:pt x="1218445" y="224423"/>
                  </a:lnTo>
                  <a:lnTo>
                    <a:pt x="1221897" y="175074"/>
                  </a:lnTo>
                  <a:close/>
                  <a:moveTo>
                    <a:pt x="1170490" y="103979"/>
                  </a:moveTo>
                  <a:lnTo>
                    <a:pt x="1221897" y="175074"/>
                  </a:lnTo>
                  <a:lnTo>
                    <a:pt x="1193998" y="97663"/>
                  </a:lnTo>
                  <a:close/>
                  <a:moveTo>
                    <a:pt x="1170490" y="103979"/>
                  </a:moveTo>
                  <a:lnTo>
                    <a:pt x="1187328" y="186194"/>
                  </a:lnTo>
                  <a:lnTo>
                    <a:pt x="1221897" y="175074"/>
                  </a:lnTo>
                  <a:close/>
                  <a:moveTo>
                    <a:pt x="1297097" y="147757"/>
                  </a:moveTo>
                  <a:lnTo>
                    <a:pt x="1308403" y="66902"/>
                  </a:lnTo>
                  <a:lnTo>
                    <a:pt x="1221897" y="175074"/>
                  </a:lnTo>
                  <a:close/>
                  <a:moveTo>
                    <a:pt x="1221897" y="175074"/>
                  </a:moveTo>
                  <a:lnTo>
                    <a:pt x="1308403" y="66902"/>
                  </a:lnTo>
                  <a:lnTo>
                    <a:pt x="1306785" y="66561"/>
                  </a:lnTo>
                  <a:close/>
                  <a:moveTo>
                    <a:pt x="1221897" y="175074"/>
                  </a:moveTo>
                  <a:lnTo>
                    <a:pt x="1306785" y="66561"/>
                  </a:lnTo>
                  <a:lnTo>
                    <a:pt x="1193998" y="97663"/>
                  </a:lnTo>
                  <a:close/>
                  <a:moveTo>
                    <a:pt x="1143950" y="21764"/>
                  </a:moveTo>
                  <a:lnTo>
                    <a:pt x="1170490" y="103979"/>
                  </a:lnTo>
                  <a:lnTo>
                    <a:pt x="1193998" y="97663"/>
                  </a:lnTo>
                  <a:close/>
                  <a:moveTo>
                    <a:pt x="1193998" y="97663"/>
                  </a:moveTo>
                  <a:lnTo>
                    <a:pt x="1306785" y="66561"/>
                  </a:lnTo>
                  <a:lnTo>
                    <a:pt x="1170100" y="17001"/>
                  </a:lnTo>
                  <a:close/>
                  <a:moveTo>
                    <a:pt x="1306785" y="66561"/>
                  </a:moveTo>
                  <a:lnTo>
                    <a:pt x="1308403" y="66902"/>
                  </a:lnTo>
                  <a:lnTo>
                    <a:pt x="1308559" y="65542"/>
                  </a:lnTo>
                  <a:close/>
                  <a:moveTo>
                    <a:pt x="1297097" y="147757"/>
                  </a:moveTo>
                  <a:lnTo>
                    <a:pt x="1343724" y="198959"/>
                  </a:lnTo>
                  <a:lnTo>
                    <a:pt x="1345488" y="135189"/>
                  </a:lnTo>
                  <a:close/>
                  <a:moveTo>
                    <a:pt x="1308403" y="66902"/>
                  </a:moveTo>
                  <a:lnTo>
                    <a:pt x="1297097" y="147757"/>
                  </a:lnTo>
                  <a:lnTo>
                    <a:pt x="1345488" y="135189"/>
                  </a:lnTo>
                  <a:close/>
                  <a:moveTo>
                    <a:pt x="1345488" y="135189"/>
                  </a:moveTo>
                  <a:lnTo>
                    <a:pt x="1308559" y="65542"/>
                  </a:lnTo>
                  <a:lnTo>
                    <a:pt x="1308403" y="66902"/>
                  </a:lnTo>
                  <a:close/>
                  <a:moveTo>
                    <a:pt x="1414042" y="39956"/>
                  </a:moveTo>
                  <a:lnTo>
                    <a:pt x="1308559" y="65542"/>
                  </a:lnTo>
                  <a:lnTo>
                    <a:pt x="1345488" y="1351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82" name="Candidate_density__2181">
              <a:extLst>
                <a:ext uri="{FF2B5EF4-FFF2-40B4-BE49-F238E27FC236}">
                  <a16:creationId xmlns:a16="http://schemas.microsoft.com/office/drawing/2014/main" id="{125BE32E-91A8-AE99-CA29-5C8A0394A9ED}"/>
                </a:ext>
              </a:extLst>
            </p:cNvPr>
            <p:cNvSpPr>
              <a:spLocks noGrp="1"/>
            </p:cNvSpPr>
            <p:nvPr/>
          </p:nvSpPr>
          <p:spPr>
            <a:xfrm>
              <a:off x="4062396" y="2881076"/>
              <a:ext cx="1362318" cy="385546"/>
            </a:xfrm>
            <a:custGeom>
              <a:avLst/>
              <a:gdLst/>
              <a:ahLst/>
              <a:cxnLst/>
              <a:rect l="0" t="0" r="0" b="0"/>
              <a:pathLst>
                <a:path w="1362318" h="385546">
                  <a:moveTo>
                    <a:pt x="76317" y="333928"/>
                  </a:moveTo>
                  <a:lnTo>
                    <a:pt x="164654" y="385546"/>
                  </a:lnTo>
                  <a:lnTo>
                    <a:pt x="210479" y="341679"/>
                  </a:lnTo>
                  <a:close/>
                  <a:moveTo>
                    <a:pt x="132305" y="328055"/>
                  </a:moveTo>
                  <a:lnTo>
                    <a:pt x="210479" y="341679"/>
                  </a:lnTo>
                  <a:lnTo>
                    <a:pt x="244337" y="253065"/>
                  </a:lnTo>
                  <a:close/>
                  <a:moveTo>
                    <a:pt x="244337" y="253065"/>
                  </a:moveTo>
                  <a:lnTo>
                    <a:pt x="296932" y="257764"/>
                  </a:lnTo>
                  <a:lnTo>
                    <a:pt x="260377" y="242276"/>
                  </a:lnTo>
                  <a:close/>
                  <a:moveTo>
                    <a:pt x="279604" y="321467"/>
                  </a:moveTo>
                  <a:lnTo>
                    <a:pt x="296932" y="257764"/>
                  </a:lnTo>
                  <a:lnTo>
                    <a:pt x="244337" y="253065"/>
                  </a:lnTo>
                  <a:close/>
                  <a:moveTo>
                    <a:pt x="210479" y="341679"/>
                  </a:moveTo>
                  <a:lnTo>
                    <a:pt x="279604" y="321467"/>
                  </a:lnTo>
                  <a:lnTo>
                    <a:pt x="244337" y="253065"/>
                  </a:lnTo>
                  <a:close/>
                  <a:moveTo>
                    <a:pt x="260377" y="242276"/>
                  </a:moveTo>
                  <a:lnTo>
                    <a:pt x="296932" y="257764"/>
                  </a:lnTo>
                  <a:lnTo>
                    <a:pt x="302212" y="190794"/>
                  </a:lnTo>
                  <a:close/>
                  <a:moveTo>
                    <a:pt x="0" y="112046"/>
                  </a:moveTo>
                  <a:lnTo>
                    <a:pt x="9618" y="34067"/>
                  </a:lnTo>
                  <a:lnTo>
                    <a:pt x="2501" y="115170"/>
                  </a:lnTo>
                  <a:close/>
                  <a:moveTo>
                    <a:pt x="95578" y="0"/>
                  </a:moveTo>
                  <a:lnTo>
                    <a:pt x="9618" y="34067"/>
                  </a:lnTo>
                  <a:lnTo>
                    <a:pt x="50229" y="21185"/>
                  </a:lnTo>
                  <a:close/>
                  <a:moveTo>
                    <a:pt x="267647" y="125014"/>
                  </a:moveTo>
                  <a:lnTo>
                    <a:pt x="302212" y="190794"/>
                  </a:lnTo>
                  <a:lnTo>
                    <a:pt x="316292" y="141932"/>
                  </a:lnTo>
                  <a:close/>
                  <a:moveTo>
                    <a:pt x="260377" y="242276"/>
                  </a:moveTo>
                  <a:lnTo>
                    <a:pt x="302212" y="190794"/>
                  </a:lnTo>
                  <a:lnTo>
                    <a:pt x="248863" y="236251"/>
                  </a:lnTo>
                  <a:close/>
                  <a:moveTo>
                    <a:pt x="379425" y="151198"/>
                  </a:moveTo>
                  <a:lnTo>
                    <a:pt x="316292" y="141932"/>
                  </a:lnTo>
                  <a:lnTo>
                    <a:pt x="302212" y="190794"/>
                  </a:lnTo>
                  <a:close/>
                  <a:moveTo>
                    <a:pt x="1271276" y="350744"/>
                  </a:moveTo>
                  <a:lnTo>
                    <a:pt x="1301672" y="378954"/>
                  </a:lnTo>
                  <a:lnTo>
                    <a:pt x="1317304" y="273824"/>
                  </a:lnTo>
                  <a:close/>
                  <a:moveTo>
                    <a:pt x="1308631" y="180783"/>
                  </a:moveTo>
                  <a:lnTo>
                    <a:pt x="1317304" y="273824"/>
                  </a:lnTo>
                  <a:lnTo>
                    <a:pt x="1362318" y="19772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83" name="Candidate_density__2182">
              <a:extLst>
                <a:ext uri="{FF2B5EF4-FFF2-40B4-BE49-F238E27FC236}">
                  <a16:creationId xmlns:a16="http://schemas.microsoft.com/office/drawing/2014/main" id="{A4EBAD2C-362A-3A8A-8B60-F659B3BFD9B5}"/>
                </a:ext>
              </a:extLst>
            </p:cNvPr>
            <p:cNvSpPr>
              <a:spLocks noGrp="1"/>
            </p:cNvSpPr>
            <p:nvPr/>
          </p:nvSpPr>
          <p:spPr>
            <a:xfrm>
              <a:off x="4227049" y="3154900"/>
              <a:ext cx="1169140" cy="111722"/>
            </a:xfrm>
            <a:custGeom>
              <a:avLst/>
              <a:gdLst/>
              <a:ahLst/>
              <a:cxnLst/>
              <a:rect l="0" t="0" r="0" b="0"/>
              <a:pathLst>
                <a:path w="1169140" h="111722">
                  <a:moveTo>
                    <a:pt x="45825" y="67855"/>
                  </a:moveTo>
                  <a:lnTo>
                    <a:pt x="0" y="111722"/>
                  </a:lnTo>
                  <a:lnTo>
                    <a:pt x="114950" y="47643"/>
                  </a:lnTo>
                  <a:close/>
                  <a:moveTo>
                    <a:pt x="1152651" y="0"/>
                  </a:moveTo>
                  <a:lnTo>
                    <a:pt x="1137019" y="105130"/>
                  </a:lnTo>
                  <a:lnTo>
                    <a:pt x="1142558" y="90564"/>
                  </a:lnTo>
                  <a:close/>
                  <a:moveTo>
                    <a:pt x="1152651" y="0"/>
                  </a:moveTo>
                  <a:lnTo>
                    <a:pt x="1142558" y="90564"/>
                  </a:lnTo>
                  <a:lnTo>
                    <a:pt x="1169140" y="2291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84" name="Candidate_density__2183">
              <a:extLst>
                <a:ext uri="{FF2B5EF4-FFF2-40B4-BE49-F238E27FC236}">
                  <a16:creationId xmlns:a16="http://schemas.microsoft.com/office/drawing/2014/main" id="{591F837D-7084-BD9B-9A66-3452C40A28B7}"/>
                </a:ext>
              </a:extLst>
            </p:cNvPr>
            <p:cNvSpPr>
              <a:spLocks noGrp="1"/>
            </p:cNvSpPr>
            <p:nvPr/>
          </p:nvSpPr>
          <p:spPr>
            <a:xfrm>
              <a:off x="5217370" y="3245464"/>
              <a:ext cx="152237" cy="139875"/>
            </a:xfrm>
            <a:custGeom>
              <a:avLst/>
              <a:gdLst/>
              <a:ahLst/>
              <a:cxnLst/>
              <a:rect l="0" t="0" r="0" b="0"/>
              <a:pathLst>
                <a:path w="152237" h="139875">
                  <a:moveTo>
                    <a:pt x="51452" y="117044"/>
                  </a:moveTo>
                  <a:lnTo>
                    <a:pt x="0" y="139875"/>
                  </a:lnTo>
                  <a:lnTo>
                    <a:pt x="111516" y="62956"/>
                  </a:lnTo>
                  <a:close/>
                  <a:moveTo>
                    <a:pt x="18270" y="135218"/>
                  </a:moveTo>
                  <a:lnTo>
                    <a:pt x="51452" y="117044"/>
                  </a:lnTo>
                  <a:lnTo>
                    <a:pt x="99268" y="80616"/>
                  </a:lnTo>
                  <a:close/>
                  <a:moveTo>
                    <a:pt x="99268" y="80616"/>
                  </a:moveTo>
                  <a:lnTo>
                    <a:pt x="130760" y="35194"/>
                  </a:lnTo>
                  <a:lnTo>
                    <a:pt x="146697" y="14566"/>
                  </a:lnTo>
                  <a:close/>
                  <a:moveTo>
                    <a:pt x="111516" y="62956"/>
                  </a:moveTo>
                  <a:lnTo>
                    <a:pt x="130760" y="35194"/>
                  </a:lnTo>
                  <a:lnTo>
                    <a:pt x="99268" y="80616"/>
                  </a:lnTo>
                  <a:close/>
                  <a:moveTo>
                    <a:pt x="51452" y="117044"/>
                  </a:moveTo>
                  <a:lnTo>
                    <a:pt x="111516" y="62956"/>
                  </a:lnTo>
                  <a:lnTo>
                    <a:pt x="99268" y="80616"/>
                  </a:lnTo>
                  <a:close/>
                  <a:moveTo>
                    <a:pt x="117094" y="53003"/>
                  </a:moveTo>
                  <a:lnTo>
                    <a:pt x="152237" y="0"/>
                  </a:lnTo>
                  <a:lnTo>
                    <a:pt x="130760" y="35194"/>
                  </a:lnTo>
                  <a:close/>
                  <a:moveTo>
                    <a:pt x="146697" y="14566"/>
                  </a:moveTo>
                  <a:lnTo>
                    <a:pt x="130760" y="35194"/>
                  </a:lnTo>
                  <a:lnTo>
                    <a:pt x="152237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85" name="Candidate_density__2184">
              <a:extLst>
                <a:ext uri="{FF2B5EF4-FFF2-40B4-BE49-F238E27FC236}">
                  <a16:creationId xmlns:a16="http://schemas.microsoft.com/office/drawing/2014/main" id="{0BECFE34-BECB-458F-D43F-F76EDFF83E31}"/>
                </a:ext>
              </a:extLst>
            </p:cNvPr>
            <p:cNvSpPr>
              <a:spLocks noGrp="1"/>
            </p:cNvSpPr>
            <p:nvPr/>
          </p:nvSpPr>
          <p:spPr>
            <a:xfrm>
              <a:off x="4194700" y="2916446"/>
              <a:ext cx="1185000" cy="485766"/>
            </a:xfrm>
            <a:custGeom>
              <a:avLst/>
              <a:gdLst/>
              <a:ahLst/>
              <a:cxnLst/>
              <a:rect l="0" t="0" r="0" b="0"/>
              <a:pathLst>
                <a:path w="1185000" h="485766">
                  <a:moveTo>
                    <a:pt x="1467" y="206906"/>
                  </a:moveTo>
                  <a:lnTo>
                    <a:pt x="0" y="292684"/>
                  </a:lnTo>
                  <a:lnTo>
                    <a:pt x="41399" y="232265"/>
                  </a:lnTo>
                  <a:close/>
                  <a:moveTo>
                    <a:pt x="41399" y="232265"/>
                  </a:moveTo>
                  <a:lnTo>
                    <a:pt x="0" y="292684"/>
                  </a:lnTo>
                  <a:lnTo>
                    <a:pt x="112032" y="217694"/>
                  </a:lnTo>
                  <a:close/>
                  <a:moveTo>
                    <a:pt x="1467" y="206906"/>
                  </a:moveTo>
                  <a:lnTo>
                    <a:pt x="41399" y="232265"/>
                  </a:lnTo>
                  <a:lnTo>
                    <a:pt x="52153" y="192649"/>
                  </a:lnTo>
                  <a:close/>
                  <a:moveTo>
                    <a:pt x="116558" y="200881"/>
                  </a:moveTo>
                  <a:lnTo>
                    <a:pt x="52153" y="192649"/>
                  </a:lnTo>
                  <a:lnTo>
                    <a:pt x="41399" y="232265"/>
                  </a:lnTo>
                  <a:close/>
                  <a:moveTo>
                    <a:pt x="52153" y="192649"/>
                  </a:moveTo>
                  <a:lnTo>
                    <a:pt x="116558" y="200881"/>
                  </a:lnTo>
                  <a:lnTo>
                    <a:pt x="65456" y="107008"/>
                  </a:lnTo>
                  <a:close/>
                  <a:moveTo>
                    <a:pt x="116558" y="200881"/>
                  </a:moveTo>
                  <a:lnTo>
                    <a:pt x="135342" y="89644"/>
                  </a:lnTo>
                  <a:lnTo>
                    <a:pt x="65456" y="107008"/>
                  </a:lnTo>
                  <a:close/>
                  <a:moveTo>
                    <a:pt x="135342" y="89644"/>
                  </a:moveTo>
                  <a:lnTo>
                    <a:pt x="183988" y="106561"/>
                  </a:lnTo>
                  <a:lnTo>
                    <a:pt x="142285" y="86254"/>
                  </a:lnTo>
                  <a:close/>
                  <a:moveTo>
                    <a:pt x="136072" y="84924"/>
                  </a:moveTo>
                  <a:lnTo>
                    <a:pt x="65456" y="107008"/>
                  </a:lnTo>
                  <a:lnTo>
                    <a:pt x="135342" y="89644"/>
                  </a:lnTo>
                  <a:close/>
                  <a:moveTo>
                    <a:pt x="136072" y="84924"/>
                  </a:moveTo>
                  <a:lnTo>
                    <a:pt x="135342" y="89644"/>
                  </a:lnTo>
                  <a:lnTo>
                    <a:pt x="142285" y="86254"/>
                  </a:lnTo>
                  <a:close/>
                  <a:moveTo>
                    <a:pt x="117415" y="0"/>
                  </a:moveTo>
                  <a:lnTo>
                    <a:pt x="136072" y="84924"/>
                  </a:lnTo>
                  <a:lnTo>
                    <a:pt x="142285" y="86254"/>
                  </a:lnTo>
                  <a:close/>
                  <a:moveTo>
                    <a:pt x="915816" y="464236"/>
                  </a:moveTo>
                  <a:lnTo>
                    <a:pt x="903439" y="485766"/>
                  </a:lnTo>
                  <a:lnTo>
                    <a:pt x="932604" y="474262"/>
                  </a:lnTo>
                  <a:close/>
                  <a:moveTo>
                    <a:pt x="1121683" y="229337"/>
                  </a:moveTo>
                  <a:lnTo>
                    <a:pt x="1138972" y="315374"/>
                  </a:lnTo>
                  <a:lnTo>
                    <a:pt x="1185000" y="23845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86" name="Candidate_density__2185">
              <a:extLst>
                <a:ext uri="{FF2B5EF4-FFF2-40B4-BE49-F238E27FC236}">
                  <a16:creationId xmlns:a16="http://schemas.microsoft.com/office/drawing/2014/main" id="{DFB79E37-6AD8-E297-4396-F694C5D0A026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96268"/>
              <a:ext cx="1319175" cy="505945"/>
            </a:xfrm>
            <a:custGeom>
              <a:avLst/>
              <a:gdLst/>
              <a:ahLst/>
              <a:cxnLst/>
              <a:rect l="0" t="0" r="0" b="0"/>
              <a:pathLst>
                <a:path w="1319175" h="505945">
                  <a:moveTo>
                    <a:pt x="181670" y="227085"/>
                  </a:moveTo>
                  <a:lnTo>
                    <a:pt x="126024" y="265521"/>
                  </a:lnTo>
                  <a:lnTo>
                    <a:pt x="180204" y="312863"/>
                  </a:lnTo>
                  <a:close/>
                  <a:moveTo>
                    <a:pt x="124385" y="167624"/>
                  </a:moveTo>
                  <a:lnTo>
                    <a:pt x="83103" y="173484"/>
                  </a:lnTo>
                  <a:lnTo>
                    <a:pt x="181670" y="227085"/>
                  </a:lnTo>
                  <a:close/>
                  <a:moveTo>
                    <a:pt x="181670" y="227085"/>
                  </a:moveTo>
                  <a:lnTo>
                    <a:pt x="83103" y="173484"/>
                  </a:lnTo>
                  <a:lnTo>
                    <a:pt x="75718" y="183306"/>
                  </a:lnTo>
                  <a:close/>
                  <a:moveTo>
                    <a:pt x="181670" y="227085"/>
                  </a:moveTo>
                  <a:lnTo>
                    <a:pt x="75718" y="183306"/>
                  </a:lnTo>
                  <a:lnTo>
                    <a:pt x="126024" y="265521"/>
                  </a:lnTo>
                  <a:close/>
                  <a:moveTo>
                    <a:pt x="138258" y="89144"/>
                  </a:moveTo>
                  <a:lnTo>
                    <a:pt x="75718" y="183306"/>
                  </a:lnTo>
                  <a:lnTo>
                    <a:pt x="83103" y="173484"/>
                  </a:lnTo>
                  <a:close/>
                  <a:moveTo>
                    <a:pt x="67117" y="62654"/>
                  </a:moveTo>
                  <a:lnTo>
                    <a:pt x="47899" y="96855"/>
                  </a:lnTo>
                  <a:lnTo>
                    <a:pt x="50400" y="99979"/>
                  </a:lnTo>
                  <a:close/>
                  <a:moveTo>
                    <a:pt x="0" y="18876"/>
                  </a:moveTo>
                  <a:lnTo>
                    <a:pt x="47899" y="96855"/>
                  </a:lnTo>
                  <a:lnTo>
                    <a:pt x="67117" y="62654"/>
                  </a:lnTo>
                  <a:close/>
                  <a:moveTo>
                    <a:pt x="103501" y="144869"/>
                  </a:moveTo>
                  <a:lnTo>
                    <a:pt x="50400" y="99979"/>
                  </a:lnTo>
                  <a:lnTo>
                    <a:pt x="83103" y="173484"/>
                  </a:lnTo>
                  <a:close/>
                  <a:moveTo>
                    <a:pt x="316276" y="105103"/>
                  </a:moveTo>
                  <a:lnTo>
                    <a:pt x="248612" y="99520"/>
                  </a:lnTo>
                  <a:lnTo>
                    <a:pt x="245659" y="127187"/>
                  </a:lnTo>
                  <a:close/>
                  <a:moveTo>
                    <a:pt x="248612" y="99520"/>
                  </a:moveTo>
                  <a:lnTo>
                    <a:pt x="316276" y="105103"/>
                  </a:lnTo>
                  <a:lnTo>
                    <a:pt x="297619" y="20179"/>
                  </a:lnTo>
                  <a:close/>
                  <a:moveTo>
                    <a:pt x="297619" y="20179"/>
                  </a:moveTo>
                  <a:lnTo>
                    <a:pt x="322489" y="106433"/>
                  </a:lnTo>
                  <a:lnTo>
                    <a:pt x="333921" y="24218"/>
                  </a:lnTo>
                  <a:close/>
                  <a:moveTo>
                    <a:pt x="297619" y="20179"/>
                  </a:moveTo>
                  <a:lnTo>
                    <a:pt x="333921" y="24218"/>
                  </a:lnTo>
                  <a:lnTo>
                    <a:pt x="286172" y="0"/>
                  </a:lnTo>
                  <a:close/>
                  <a:moveTo>
                    <a:pt x="1096020" y="484415"/>
                  </a:moveTo>
                  <a:lnTo>
                    <a:pt x="1073708" y="413928"/>
                  </a:lnTo>
                  <a:lnTo>
                    <a:pt x="1083642" y="505945"/>
                  </a:lnTo>
                  <a:close/>
                  <a:moveTo>
                    <a:pt x="1245300" y="335020"/>
                  </a:moveTo>
                  <a:lnTo>
                    <a:pt x="1319175" y="335552"/>
                  </a:lnTo>
                  <a:lnTo>
                    <a:pt x="1301887" y="24951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87" name="Candidate_density__2186">
              <a:extLst>
                <a:ext uri="{FF2B5EF4-FFF2-40B4-BE49-F238E27FC236}">
                  <a16:creationId xmlns:a16="http://schemas.microsoft.com/office/drawing/2014/main" id="{5567A433-EC57-EE78-C5CF-7AE886BD18B0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76707"/>
              <a:ext cx="1136599" cy="503975"/>
            </a:xfrm>
            <a:custGeom>
              <a:avLst/>
              <a:gdLst/>
              <a:ahLst/>
              <a:cxnLst/>
              <a:rect l="0" t="0" r="0" b="0"/>
              <a:pathLst>
                <a:path w="1136599" h="503975">
                  <a:moveTo>
                    <a:pt x="71893" y="0"/>
                  </a:moveTo>
                  <a:lnTo>
                    <a:pt x="0" y="38436"/>
                  </a:lnTo>
                  <a:lnTo>
                    <a:pt x="67117" y="82215"/>
                  </a:lnTo>
                  <a:close/>
                  <a:moveTo>
                    <a:pt x="103501" y="164430"/>
                  </a:moveTo>
                  <a:lnTo>
                    <a:pt x="83103" y="193044"/>
                  </a:lnTo>
                  <a:lnTo>
                    <a:pt x="124385" y="187184"/>
                  </a:lnTo>
                  <a:close/>
                  <a:moveTo>
                    <a:pt x="103501" y="164430"/>
                  </a:moveTo>
                  <a:lnTo>
                    <a:pt x="67117" y="82215"/>
                  </a:lnTo>
                  <a:lnTo>
                    <a:pt x="50400" y="119539"/>
                  </a:lnTo>
                  <a:close/>
                  <a:moveTo>
                    <a:pt x="248612" y="119080"/>
                  </a:moveTo>
                  <a:lnTo>
                    <a:pt x="297619" y="39739"/>
                  </a:lnTo>
                  <a:lnTo>
                    <a:pt x="222079" y="40559"/>
                  </a:lnTo>
                  <a:close/>
                  <a:moveTo>
                    <a:pt x="222079" y="40559"/>
                  </a:moveTo>
                  <a:lnTo>
                    <a:pt x="286172" y="19560"/>
                  </a:lnTo>
                  <a:lnTo>
                    <a:pt x="214049" y="28563"/>
                  </a:lnTo>
                  <a:close/>
                  <a:moveTo>
                    <a:pt x="222079" y="40559"/>
                  </a:moveTo>
                  <a:lnTo>
                    <a:pt x="297619" y="39739"/>
                  </a:lnTo>
                  <a:lnTo>
                    <a:pt x="286172" y="19560"/>
                  </a:lnTo>
                  <a:close/>
                  <a:moveTo>
                    <a:pt x="1096020" y="503975"/>
                  </a:moveTo>
                  <a:lnTo>
                    <a:pt x="1073954" y="421760"/>
                  </a:lnTo>
                  <a:lnTo>
                    <a:pt x="1073708" y="433489"/>
                  </a:lnTo>
                  <a:close/>
                  <a:moveTo>
                    <a:pt x="1073954" y="421760"/>
                  </a:moveTo>
                  <a:lnTo>
                    <a:pt x="1096020" y="503975"/>
                  </a:lnTo>
                  <a:lnTo>
                    <a:pt x="1136599" y="482452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88" name="Candidate_density__2187">
              <a:extLst>
                <a:ext uri="{FF2B5EF4-FFF2-40B4-BE49-F238E27FC236}">
                  <a16:creationId xmlns:a16="http://schemas.microsoft.com/office/drawing/2014/main" id="{5F07C1FB-371B-D52E-8577-34C1AA525915}"/>
                </a:ext>
              </a:extLst>
            </p:cNvPr>
            <p:cNvSpPr>
              <a:spLocks noGrp="1"/>
            </p:cNvSpPr>
            <p:nvPr/>
          </p:nvSpPr>
          <p:spPr>
            <a:xfrm>
              <a:off x="4236099" y="3006090"/>
              <a:ext cx="1097573" cy="396122"/>
            </a:xfrm>
            <a:custGeom>
              <a:avLst/>
              <a:gdLst/>
              <a:ahLst/>
              <a:cxnLst/>
              <a:rect l="0" t="0" r="0" b="0"/>
              <a:pathLst>
                <a:path w="1097573" h="396122">
                  <a:moveTo>
                    <a:pt x="75159" y="111237"/>
                  </a:moveTo>
                  <a:lnTo>
                    <a:pt x="0" y="142621"/>
                  </a:lnTo>
                  <a:lnTo>
                    <a:pt x="70633" y="128051"/>
                  </a:lnTo>
                  <a:close/>
                  <a:moveTo>
                    <a:pt x="75159" y="111237"/>
                  </a:moveTo>
                  <a:lnTo>
                    <a:pt x="70633" y="128051"/>
                  </a:lnTo>
                  <a:lnTo>
                    <a:pt x="86674" y="117262"/>
                  </a:lnTo>
                  <a:close/>
                  <a:moveTo>
                    <a:pt x="75159" y="111237"/>
                  </a:moveTo>
                  <a:lnTo>
                    <a:pt x="128509" y="65780"/>
                  </a:lnTo>
                  <a:lnTo>
                    <a:pt x="93943" y="0"/>
                  </a:lnTo>
                  <a:close/>
                  <a:moveTo>
                    <a:pt x="968113" y="393507"/>
                  </a:moveTo>
                  <a:lnTo>
                    <a:pt x="891205" y="384618"/>
                  </a:lnTo>
                  <a:lnTo>
                    <a:pt x="862040" y="396122"/>
                  </a:lnTo>
                  <a:close/>
                  <a:moveTo>
                    <a:pt x="968113" y="393507"/>
                  </a:moveTo>
                  <a:lnTo>
                    <a:pt x="1015559" y="355696"/>
                  </a:lnTo>
                  <a:lnTo>
                    <a:pt x="891205" y="384618"/>
                  </a:lnTo>
                  <a:close/>
                  <a:moveTo>
                    <a:pt x="1026612" y="322920"/>
                  </a:moveTo>
                  <a:lnTo>
                    <a:pt x="1015559" y="355696"/>
                  </a:lnTo>
                  <a:lnTo>
                    <a:pt x="1052561" y="336155"/>
                  </a:lnTo>
                  <a:close/>
                  <a:moveTo>
                    <a:pt x="1026612" y="322920"/>
                  </a:moveTo>
                  <a:lnTo>
                    <a:pt x="1052561" y="336155"/>
                  </a:lnTo>
                  <a:lnTo>
                    <a:pt x="1097573" y="22573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89" name="Candidate_density__2188">
              <a:extLst>
                <a:ext uri="{FF2B5EF4-FFF2-40B4-BE49-F238E27FC236}">
                  <a16:creationId xmlns:a16="http://schemas.microsoft.com/office/drawing/2014/main" id="{D66F9DFB-A8AB-37C5-45F8-CBC7CF8FD0AD}"/>
                </a:ext>
              </a:extLst>
            </p:cNvPr>
            <p:cNvSpPr>
              <a:spLocks noGrp="1"/>
            </p:cNvSpPr>
            <p:nvPr/>
          </p:nvSpPr>
          <p:spPr>
            <a:xfrm>
              <a:off x="4059719" y="2790644"/>
              <a:ext cx="1256664" cy="568516"/>
            </a:xfrm>
            <a:custGeom>
              <a:avLst/>
              <a:gdLst/>
              <a:ahLst/>
              <a:cxnLst/>
              <a:rect l="0" t="0" r="0" b="0"/>
              <a:pathLst>
                <a:path w="1256664" h="568516">
                  <a:moveTo>
                    <a:pt x="26671" y="86063"/>
                  </a:moveTo>
                  <a:lnTo>
                    <a:pt x="81091" y="143886"/>
                  </a:lnTo>
                  <a:lnTo>
                    <a:pt x="30715" y="84749"/>
                  </a:lnTo>
                  <a:close/>
                  <a:moveTo>
                    <a:pt x="26671" y="86063"/>
                  </a:moveTo>
                  <a:lnTo>
                    <a:pt x="21895" y="168278"/>
                  </a:lnTo>
                  <a:lnTo>
                    <a:pt x="81091" y="143886"/>
                  </a:lnTo>
                  <a:close/>
                  <a:moveTo>
                    <a:pt x="149251" y="129842"/>
                  </a:moveTo>
                  <a:lnTo>
                    <a:pt x="168827" y="114627"/>
                  </a:lnTo>
                  <a:lnTo>
                    <a:pt x="81091" y="143886"/>
                  </a:lnTo>
                  <a:close/>
                  <a:moveTo>
                    <a:pt x="81091" y="143886"/>
                  </a:moveTo>
                  <a:lnTo>
                    <a:pt x="168827" y="114627"/>
                  </a:lnTo>
                  <a:lnTo>
                    <a:pt x="107386" y="83009"/>
                  </a:lnTo>
                  <a:close/>
                  <a:moveTo>
                    <a:pt x="81091" y="143886"/>
                  </a:moveTo>
                  <a:lnTo>
                    <a:pt x="107386" y="83009"/>
                  </a:lnTo>
                  <a:lnTo>
                    <a:pt x="30715" y="84749"/>
                  </a:lnTo>
                  <a:close/>
                  <a:moveTo>
                    <a:pt x="0" y="3848"/>
                  </a:moveTo>
                  <a:lnTo>
                    <a:pt x="30715" y="84749"/>
                  </a:lnTo>
                  <a:lnTo>
                    <a:pt x="11842" y="0"/>
                  </a:lnTo>
                  <a:close/>
                  <a:moveTo>
                    <a:pt x="0" y="3848"/>
                  </a:moveTo>
                  <a:lnTo>
                    <a:pt x="26671" y="86063"/>
                  </a:lnTo>
                  <a:lnTo>
                    <a:pt x="30715" y="84749"/>
                  </a:lnTo>
                  <a:close/>
                  <a:moveTo>
                    <a:pt x="107386" y="83009"/>
                  </a:moveTo>
                  <a:lnTo>
                    <a:pt x="168827" y="114627"/>
                  </a:lnTo>
                  <a:lnTo>
                    <a:pt x="240950" y="105624"/>
                  </a:lnTo>
                  <a:close/>
                  <a:moveTo>
                    <a:pt x="168827" y="114627"/>
                  </a:moveTo>
                  <a:lnTo>
                    <a:pt x="149251" y="129842"/>
                  </a:lnTo>
                  <a:lnTo>
                    <a:pt x="176857" y="126622"/>
                  </a:lnTo>
                  <a:close/>
                  <a:moveTo>
                    <a:pt x="1034593" y="476712"/>
                  </a:moveTo>
                  <a:lnTo>
                    <a:pt x="1028486" y="519552"/>
                  </a:lnTo>
                  <a:lnTo>
                    <a:pt x="1028732" y="507823"/>
                  </a:lnTo>
                  <a:close/>
                  <a:moveTo>
                    <a:pt x="1028732" y="507823"/>
                  </a:moveTo>
                  <a:lnTo>
                    <a:pt x="1091376" y="568516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28732" y="507823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57800" y="495720"/>
                  </a:lnTo>
                  <a:lnTo>
                    <a:pt x="1057743" y="425608"/>
                  </a:lnTo>
                  <a:close/>
                  <a:moveTo>
                    <a:pt x="1057743" y="425608"/>
                  </a:moveTo>
                  <a:lnTo>
                    <a:pt x="1057800" y="495720"/>
                  </a:lnTo>
                  <a:lnTo>
                    <a:pt x="1108146" y="469386"/>
                  </a:lnTo>
                  <a:close/>
                  <a:moveTo>
                    <a:pt x="1057743" y="425608"/>
                  </a:moveTo>
                  <a:lnTo>
                    <a:pt x="1108146" y="469386"/>
                  </a:lnTo>
                  <a:lnTo>
                    <a:pt x="1117642" y="387172"/>
                  </a:lnTo>
                  <a:close/>
                  <a:moveTo>
                    <a:pt x="1117642" y="387172"/>
                  </a:moveTo>
                  <a:lnTo>
                    <a:pt x="1200077" y="440644"/>
                  </a:lnTo>
                  <a:lnTo>
                    <a:pt x="1158769" y="374135"/>
                  </a:lnTo>
                  <a:close/>
                  <a:moveTo>
                    <a:pt x="1117642" y="387172"/>
                  </a:moveTo>
                  <a:lnTo>
                    <a:pt x="1108146" y="469386"/>
                  </a:lnTo>
                  <a:lnTo>
                    <a:pt x="1200077" y="440644"/>
                  </a:lnTo>
                  <a:close/>
                  <a:moveTo>
                    <a:pt x="1200077" y="440644"/>
                  </a:moveTo>
                  <a:lnTo>
                    <a:pt x="1256664" y="355140"/>
                  </a:lnTo>
                  <a:lnTo>
                    <a:pt x="1158769" y="374135"/>
                  </a:lnTo>
                  <a:close/>
                  <a:moveTo>
                    <a:pt x="1131326" y="344520"/>
                  </a:moveTo>
                  <a:lnTo>
                    <a:pt x="1117642" y="387172"/>
                  </a:lnTo>
                  <a:lnTo>
                    <a:pt x="1158769" y="374135"/>
                  </a:lnTo>
                  <a:close/>
                  <a:moveTo>
                    <a:pt x="1158769" y="374135"/>
                  </a:moveTo>
                  <a:lnTo>
                    <a:pt x="1144034" y="304956"/>
                  </a:lnTo>
                  <a:lnTo>
                    <a:pt x="1131326" y="344520"/>
                  </a:lnTo>
                  <a:close/>
                  <a:moveTo>
                    <a:pt x="1219597" y="285183"/>
                  </a:moveTo>
                  <a:lnTo>
                    <a:pt x="1144034" y="304956"/>
                  </a:lnTo>
                  <a:lnTo>
                    <a:pt x="1158769" y="374135"/>
                  </a:lnTo>
                  <a:close/>
                  <a:moveTo>
                    <a:pt x="1256664" y="355140"/>
                  </a:moveTo>
                  <a:lnTo>
                    <a:pt x="1219597" y="285183"/>
                  </a:lnTo>
                  <a:lnTo>
                    <a:pt x="1158769" y="37413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90" name="Candidate_density__2189">
              <a:extLst>
                <a:ext uri="{FF2B5EF4-FFF2-40B4-BE49-F238E27FC236}">
                  <a16:creationId xmlns:a16="http://schemas.microsoft.com/office/drawing/2014/main" id="{97B8A303-4F6C-45E6-7D09-666AD6A9FFA0}"/>
                </a:ext>
              </a:extLst>
            </p:cNvPr>
            <p:cNvSpPr>
              <a:spLocks noGrp="1"/>
            </p:cNvSpPr>
            <p:nvPr/>
          </p:nvSpPr>
          <p:spPr>
            <a:xfrm>
              <a:off x="5098139" y="3231820"/>
              <a:ext cx="265929" cy="170393"/>
            </a:xfrm>
            <a:custGeom>
              <a:avLst/>
              <a:gdLst/>
              <a:ahLst/>
              <a:cxnLst/>
              <a:rect l="0" t="0" r="0" b="0"/>
              <a:pathLst>
                <a:path w="265929" h="170393">
                  <a:moveTo>
                    <a:pt x="106073" y="167777"/>
                  </a:moveTo>
                  <a:lnTo>
                    <a:pt x="0" y="170393"/>
                  </a:lnTo>
                  <a:lnTo>
                    <a:pt x="78129" y="167467"/>
                  </a:lnTo>
                  <a:close/>
                  <a:moveTo>
                    <a:pt x="137502" y="148862"/>
                  </a:moveTo>
                  <a:lnTo>
                    <a:pt x="190521" y="110426"/>
                  </a:lnTo>
                  <a:lnTo>
                    <a:pt x="153519" y="129967"/>
                  </a:lnTo>
                  <a:close/>
                  <a:moveTo>
                    <a:pt x="235533" y="0"/>
                  </a:moveTo>
                  <a:lnTo>
                    <a:pt x="190521" y="110426"/>
                  </a:lnTo>
                  <a:lnTo>
                    <a:pt x="218500" y="94260"/>
                  </a:lnTo>
                  <a:close/>
                  <a:moveTo>
                    <a:pt x="235533" y="0"/>
                  </a:moveTo>
                  <a:lnTo>
                    <a:pt x="218500" y="94260"/>
                  </a:lnTo>
                  <a:lnTo>
                    <a:pt x="265929" y="2821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91" name="Candidate_density__2190">
              <a:extLst>
                <a:ext uri="{FF2B5EF4-FFF2-40B4-BE49-F238E27FC236}">
                  <a16:creationId xmlns:a16="http://schemas.microsoft.com/office/drawing/2014/main" id="{4C960195-5C9C-163F-E3EC-CA6F6EC13907}"/>
                </a:ext>
              </a:extLst>
            </p:cNvPr>
            <p:cNvSpPr>
              <a:spLocks noGrp="1"/>
            </p:cNvSpPr>
            <p:nvPr/>
          </p:nvSpPr>
          <p:spPr>
            <a:xfrm>
              <a:off x="5204212" y="3326080"/>
              <a:ext cx="112426" cy="73517"/>
            </a:xfrm>
            <a:custGeom>
              <a:avLst/>
              <a:gdLst/>
              <a:ahLst/>
              <a:cxnLst/>
              <a:rect l="0" t="0" r="0" b="0"/>
              <a:pathLst>
                <a:path w="112426" h="73517">
                  <a:moveTo>
                    <a:pt x="31429" y="54602"/>
                  </a:moveTo>
                  <a:lnTo>
                    <a:pt x="47446" y="35707"/>
                  </a:lnTo>
                  <a:lnTo>
                    <a:pt x="0" y="73517"/>
                  </a:lnTo>
                  <a:close/>
                  <a:moveTo>
                    <a:pt x="84448" y="16166"/>
                  </a:moveTo>
                  <a:lnTo>
                    <a:pt x="31429" y="54602"/>
                  </a:lnTo>
                  <a:lnTo>
                    <a:pt x="112426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92" name="Candidate_density__2191">
              <a:extLst>
                <a:ext uri="{FF2B5EF4-FFF2-40B4-BE49-F238E27FC236}">
                  <a16:creationId xmlns:a16="http://schemas.microsoft.com/office/drawing/2014/main" id="{C4C2DC6B-3FAA-BB0E-8225-C5FC5F586AA1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17266"/>
              <a:ext cx="1181098" cy="441894"/>
            </a:xfrm>
            <a:custGeom>
              <a:avLst/>
              <a:gdLst/>
              <a:ahLst/>
              <a:cxnLst/>
              <a:rect l="0" t="0" r="0" b="0"/>
              <a:pathLst>
                <a:path w="1181098" h="441894">
                  <a:moveTo>
                    <a:pt x="76349" y="103411"/>
                  </a:moveTo>
                  <a:lnTo>
                    <a:pt x="57268" y="146625"/>
                  </a:lnTo>
                  <a:lnTo>
                    <a:pt x="129983" y="85435"/>
                  </a:lnTo>
                  <a:close/>
                  <a:moveTo>
                    <a:pt x="36384" y="123871"/>
                  </a:moveTo>
                  <a:lnTo>
                    <a:pt x="57268" y="146625"/>
                  </a:lnTo>
                  <a:lnTo>
                    <a:pt x="76349" y="103411"/>
                  </a:lnTo>
                  <a:close/>
                  <a:moveTo>
                    <a:pt x="0" y="41656"/>
                  </a:moveTo>
                  <a:lnTo>
                    <a:pt x="36384" y="123871"/>
                  </a:lnTo>
                  <a:lnTo>
                    <a:pt x="76349" y="103411"/>
                  </a:lnTo>
                  <a:close/>
                  <a:moveTo>
                    <a:pt x="129983" y="85435"/>
                  </a:moveTo>
                  <a:lnTo>
                    <a:pt x="127357" y="3220"/>
                  </a:lnTo>
                  <a:lnTo>
                    <a:pt x="76349" y="103411"/>
                  </a:lnTo>
                  <a:close/>
                  <a:moveTo>
                    <a:pt x="127357" y="3220"/>
                  </a:moveTo>
                  <a:lnTo>
                    <a:pt x="181495" y="78521"/>
                  </a:lnTo>
                  <a:lnTo>
                    <a:pt x="154962" y="0"/>
                  </a:lnTo>
                  <a:close/>
                  <a:moveTo>
                    <a:pt x="127357" y="3220"/>
                  </a:moveTo>
                  <a:lnTo>
                    <a:pt x="129983" y="85435"/>
                  </a:lnTo>
                  <a:lnTo>
                    <a:pt x="181495" y="78521"/>
                  </a:lnTo>
                  <a:close/>
                  <a:moveTo>
                    <a:pt x="1106697" y="424980"/>
                  </a:moveTo>
                  <a:lnTo>
                    <a:pt x="1086251" y="342764"/>
                  </a:lnTo>
                  <a:lnTo>
                    <a:pt x="1069482" y="441894"/>
                  </a:lnTo>
                  <a:close/>
                  <a:moveTo>
                    <a:pt x="1086251" y="342764"/>
                  </a:moveTo>
                  <a:lnTo>
                    <a:pt x="1181098" y="411744"/>
                  </a:lnTo>
                  <a:lnTo>
                    <a:pt x="1178183" y="314022"/>
                  </a:lnTo>
                  <a:close/>
                  <a:moveTo>
                    <a:pt x="1086251" y="342764"/>
                  </a:moveTo>
                  <a:lnTo>
                    <a:pt x="1106697" y="424980"/>
                  </a:lnTo>
                  <a:lnTo>
                    <a:pt x="1181098" y="41174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93" name="Candidate_density__2192">
              <a:extLst>
                <a:ext uri="{FF2B5EF4-FFF2-40B4-BE49-F238E27FC236}">
                  <a16:creationId xmlns:a16="http://schemas.microsoft.com/office/drawing/2014/main" id="{F36141B3-7C37-CC8D-613F-70E948AA8DE2}"/>
                </a:ext>
              </a:extLst>
            </p:cNvPr>
            <p:cNvSpPr>
              <a:spLocks noGrp="1"/>
            </p:cNvSpPr>
            <p:nvPr/>
          </p:nvSpPr>
          <p:spPr>
            <a:xfrm>
              <a:off x="4138882" y="2995787"/>
              <a:ext cx="1194790" cy="394921"/>
            </a:xfrm>
            <a:custGeom>
              <a:avLst/>
              <a:gdLst/>
              <a:ahLst/>
              <a:cxnLst/>
              <a:rect l="0" t="0" r="0" b="0"/>
              <a:pathLst>
                <a:path w="1194790" h="394921">
                  <a:moveTo>
                    <a:pt x="0" y="68104"/>
                  </a:moveTo>
                  <a:lnTo>
                    <a:pt x="57285" y="127565"/>
                  </a:lnTo>
                  <a:lnTo>
                    <a:pt x="72715" y="6914"/>
                  </a:lnTo>
                  <a:close/>
                  <a:moveTo>
                    <a:pt x="72715" y="6914"/>
                  </a:moveTo>
                  <a:lnTo>
                    <a:pt x="57285" y="127565"/>
                  </a:lnTo>
                  <a:lnTo>
                    <a:pt x="121274" y="27667"/>
                  </a:lnTo>
                  <a:close/>
                  <a:moveTo>
                    <a:pt x="121274" y="27667"/>
                  </a:moveTo>
                  <a:lnTo>
                    <a:pt x="57285" y="127565"/>
                  </a:lnTo>
                  <a:lnTo>
                    <a:pt x="107971" y="113308"/>
                  </a:lnTo>
                  <a:close/>
                  <a:moveTo>
                    <a:pt x="72715" y="6914"/>
                  </a:moveTo>
                  <a:lnTo>
                    <a:pt x="121274" y="27667"/>
                  </a:lnTo>
                  <a:lnTo>
                    <a:pt x="124227" y="0"/>
                  </a:lnTo>
                  <a:close/>
                  <a:moveTo>
                    <a:pt x="971634" y="384895"/>
                  </a:moveTo>
                  <a:lnTo>
                    <a:pt x="988422" y="394921"/>
                  </a:lnTo>
                  <a:lnTo>
                    <a:pt x="1012213" y="363372"/>
                  </a:lnTo>
                  <a:close/>
                  <a:moveTo>
                    <a:pt x="988422" y="394921"/>
                  </a:moveTo>
                  <a:lnTo>
                    <a:pt x="1049429" y="346458"/>
                  </a:lnTo>
                  <a:lnTo>
                    <a:pt x="1012213" y="363372"/>
                  </a:lnTo>
                  <a:close/>
                  <a:moveTo>
                    <a:pt x="1120914" y="235500"/>
                  </a:moveTo>
                  <a:lnTo>
                    <a:pt x="1123829" y="333223"/>
                  </a:lnTo>
                  <a:lnTo>
                    <a:pt x="1194790" y="23603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94" name="Candidate_density__2193">
              <a:extLst>
                <a:ext uri="{FF2B5EF4-FFF2-40B4-BE49-F238E27FC236}">
                  <a16:creationId xmlns:a16="http://schemas.microsoft.com/office/drawing/2014/main" id="{1A84A870-6E5E-B7BE-7F91-EB3CB6E12691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20485"/>
              <a:ext cx="1086251" cy="438674"/>
            </a:xfrm>
            <a:custGeom>
              <a:avLst/>
              <a:gdLst/>
              <a:ahLst/>
              <a:cxnLst/>
              <a:rect l="0" t="0" r="0" b="0"/>
              <a:pathLst>
                <a:path w="1086251" h="438674">
                  <a:moveTo>
                    <a:pt x="0" y="38437"/>
                  </a:moveTo>
                  <a:lnTo>
                    <a:pt x="76349" y="100191"/>
                  </a:lnTo>
                  <a:lnTo>
                    <a:pt x="59196" y="14044"/>
                  </a:lnTo>
                  <a:close/>
                  <a:moveTo>
                    <a:pt x="127357" y="0"/>
                  </a:moveTo>
                  <a:lnTo>
                    <a:pt x="59196" y="14044"/>
                  </a:lnTo>
                  <a:lnTo>
                    <a:pt x="76349" y="100191"/>
                  </a:lnTo>
                  <a:close/>
                  <a:moveTo>
                    <a:pt x="1086251" y="339545"/>
                  </a:moveTo>
                  <a:lnTo>
                    <a:pt x="1035906" y="365879"/>
                  </a:lnTo>
                  <a:lnTo>
                    <a:pt x="1069482" y="43867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95" name="Candidate_density__2194">
              <a:extLst>
                <a:ext uri="{FF2B5EF4-FFF2-40B4-BE49-F238E27FC236}">
                  <a16:creationId xmlns:a16="http://schemas.microsoft.com/office/drawing/2014/main" id="{9A43E8B9-A27D-45F2-D5D0-7C1C49AB251E}"/>
                </a:ext>
              </a:extLst>
            </p:cNvPr>
            <p:cNvSpPr>
              <a:spLocks noGrp="1"/>
            </p:cNvSpPr>
            <p:nvPr/>
          </p:nvSpPr>
          <p:spPr>
            <a:xfrm>
              <a:off x="5127304" y="3329010"/>
              <a:ext cx="135408" cy="61698"/>
            </a:xfrm>
            <a:custGeom>
              <a:avLst/>
              <a:gdLst/>
              <a:ahLst/>
              <a:cxnLst/>
              <a:rect l="0" t="0" r="0" b="0"/>
              <a:pathLst>
                <a:path w="135408" h="61698">
                  <a:moveTo>
                    <a:pt x="124354" y="32777"/>
                  </a:moveTo>
                  <a:lnTo>
                    <a:pt x="61007" y="13236"/>
                  </a:lnTo>
                  <a:lnTo>
                    <a:pt x="0" y="61698"/>
                  </a:lnTo>
                  <a:close/>
                  <a:moveTo>
                    <a:pt x="61007" y="13236"/>
                  </a:moveTo>
                  <a:lnTo>
                    <a:pt x="124354" y="32777"/>
                  </a:lnTo>
                  <a:lnTo>
                    <a:pt x="13540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</p:grpSp>
      <p:grpSp>
        <p:nvGrpSpPr>
          <p:cNvPr id="6216" name="Find：受体主链">
            <a:extLst>
              <a:ext uri="{FF2B5EF4-FFF2-40B4-BE49-F238E27FC236}">
                <a16:creationId xmlns:a16="http://schemas.microsoft.com/office/drawing/2014/main" id="{8C6C0589-0D5B-32DC-854C-529AB8D6C85D}"/>
              </a:ext>
            </a:extLst>
          </p:cNvPr>
          <p:cNvGrpSpPr/>
          <p:nvPr/>
        </p:nvGrpSpPr>
        <p:grpSpPr>
          <a:xfrm>
            <a:off x="2462839" y="813263"/>
            <a:ext cx="2004268" cy="2483849"/>
            <a:chOff x="3601423" y="1531829"/>
            <a:chExt cx="3221145" cy="3991899"/>
          </a:xfrm>
        </p:grpSpPr>
        <p:sp>
          <p:nvSpPr>
            <p:cNvPr id="2196" name="Candidate_receptor__2195">
              <a:extLst>
                <a:ext uri="{FF2B5EF4-FFF2-40B4-BE49-F238E27FC236}">
                  <a16:creationId xmlns:a16="http://schemas.microsoft.com/office/drawing/2014/main" id="{BECD77B1-71F2-4B43-CACC-124B41DB298B}"/>
                </a:ext>
              </a:extLst>
            </p:cNvPr>
            <p:cNvSpPr>
              <a:spLocks noGrp="1"/>
            </p:cNvSpPr>
            <p:nvPr/>
          </p:nvSpPr>
          <p:spPr>
            <a:xfrm>
              <a:off x="5046711" y="4901734"/>
              <a:ext cx="109638" cy="5665"/>
            </a:xfrm>
            <a:custGeom>
              <a:avLst/>
              <a:gdLst/>
              <a:ahLst/>
              <a:cxnLst/>
              <a:rect l="0" t="0" r="0" b="0"/>
              <a:pathLst>
                <a:path w="109638" h="5665">
                  <a:moveTo>
                    <a:pt x="109638" y="0"/>
                  </a:moveTo>
                  <a:lnTo>
                    <a:pt x="0" y="5665"/>
                  </a:lnTo>
                </a:path>
              </a:pathLst>
            </a:custGeom>
            <a:noFill/>
            <a:ln w="20003">
              <a:solidFill>
                <a:srgbClr val="DBE0E3"/>
              </a:solidFill>
            </a:ln>
          </p:spPr>
        </p:sp>
        <p:sp>
          <p:nvSpPr>
            <p:cNvPr id="2197" name="Candidate_receptor__2196">
              <a:extLst>
                <a:ext uri="{FF2B5EF4-FFF2-40B4-BE49-F238E27FC236}">
                  <a16:creationId xmlns:a16="http://schemas.microsoft.com/office/drawing/2014/main" id="{7E2F03B7-3E92-44A4-12F7-0534CD9E0DFC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907399"/>
              <a:ext cx="34930" cy="47760"/>
            </a:xfrm>
            <a:custGeom>
              <a:avLst/>
              <a:gdLst/>
              <a:ahLst/>
              <a:cxnLst/>
              <a:rect l="0" t="0" r="0" b="0"/>
              <a:pathLst>
                <a:path w="34930" h="47760">
                  <a:moveTo>
                    <a:pt x="34930" y="0"/>
                  </a:moveTo>
                  <a:lnTo>
                    <a:pt x="0" y="4776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198" name="Candidate_receptor__2197">
              <a:extLst>
                <a:ext uri="{FF2B5EF4-FFF2-40B4-BE49-F238E27FC236}">
                  <a16:creationId xmlns:a16="http://schemas.microsoft.com/office/drawing/2014/main" id="{4935A8FA-1A4B-2C22-5CCE-B77C63CE5748}"/>
                </a:ext>
              </a:extLst>
            </p:cNvPr>
            <p:cNvSpPr>
              <a:spLocks noGrp="1"/>
            </p:cNvSpPr>
            <p:nvPr/>
          </p:nvSpPr>
          <p:spPr>
            <a:xfrm>
              <a:off x="5156350" y="4901734"/>
              <a:ext cx="3236" cy="111271"/>
            </a:xfrm>
            <a:custGeom>
              <a:avLst/>
              <a:gdLst/>
              <a:ahLst/>
              <a:cxnLst/>
              <a:rect l="0" t="0" r="0" b="0"/>
              <a:pathLst>
                <a:path w="3236" h="111271">
                  <a:moveTo>
                    <a:pt x="3236" y="1112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199" name="Candidate_receptor__2198">
              <a:extLst>
                <a:ext uri="{FF2B5EF4-FFF2-40B4-BE49-F238E27FC236}">
                  <a16:creationId xmlns:a16="http://schemas.microsoft.com/office/drawing/2014/main" id="{03FFF4CE-1564-9BEA-B9BE-81DF4B53DA54}"/>
                </a:ext>
              </a:extLst>
            </p:cNvPr>
            <p:cNvSpPr>
              <a:spLocks noGrp="1"/>
            </p:cNvSpPr>
            <p:nvPr/>
          </p:nvSpPr>
          <p:spPr>
            <a:xfrm>
              <a:off x="5159586" y="5013005"/>
              <a:ext cx="115302" cy="6434"/>
            </a:xfrm>
            <a:custGeom>
              <a:avLst/>
              <a:gdLst/>
              <a:ahLst/>
              <a:cxnLst/>
              <a:rect l="0" t="0" r="0" b="0"/>
              <a:pathLst>
                <a:path w="115302" h="6434">
                  <a:moveTo>
                    <a:pt x="115302" y="64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0" name="Candidate_receptor__2199">
              <a:extLst>
                <a:ext uri="{FF2B5EF4-FFF2-40B4-BE49-F238E27FC236}">
                  <a16:creationId xmlns:a16="http://schemas.microsoft.com/office/drawing/2014/main" id="{D20E9B45-CB34-1032-A17E-66D9F84EA121}"/>
                </a:ext>
              </a:extLst>
            </p:cNvPr>
            <p:cNvSpPr>
              <a:spLocks noGrp="1"/>
            </p:cNvSpPr>
            <p:nvPr/>
          </p:nvSpPr>
          <p:spPr>
            <a:xfrm>
              <a:off x="5274888" y="4967719"/>
              <a:ext cx="92004" cy="51720"/>
            </a:xfrm>
            <a:custGeom>
              <a:avLst/>
              <a:gdLst/>
              <a:ahLst/>
              <a:cxnLst/>
              <a:rect l="0" t="0" r="0" b="0"/>
              <a:pathLst>
                <a:path w="92004" h="51720">
                  <a:moveTo>
                    <a:pt x="92004" y="0"/>
                  </a:moveTo>
                  <a:lnTo>
                    <a:pt x="0" y="5172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1" name="Candidate_receptor__2200">
              <a:extLst>
                <a:ext uri="{FF2B5EF4-FFF2-40B4-BE49-F238E27FC236}">
                  <a16:creationId xmlns:a16="http://schemas.microsoft.com/office/drawing/2014/main" id="{EEF45C1A-E562-9BA0-4B5C-4A42938A4EAE}"/>
                </a:ext>
              </a:extLst>
            </p:cNvPr>
            <p:cNvSpPr>
              <a:spLocks noGrp="1"/>
            </p:cNvSpPr>
            <p:nvPr/>
          </p:nvSpPr>
          <p:spPr>
            <a:xfrm>
              <a:off x="5477538" y="4884120"/>
              <a:ext cx="34193" cy="107503"/>
            </a:xfrm>
            <a:custGeom>
              <a:avLst/>
              <a:gdLst/>
              <a:ahLst/>
              <a:cxnLst/>
              <a:rect l="0" t="0" r="0" b="0"/>
              <a:pathLst>
                <a:path w="34193" h="107503">
                  <a:moveTo>
                    <a:pt x="34193" y="0"/>
                  </a:moveTo>
                  <a:lnTo>
                    <a:pt x="0" y="107503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2" name="Candidate_receptor__2201">
              <a:extLst>
                <a:ext uri="{FF2B5EF4-FFF2-40B4-BE49-F238E27FC236}">
                  <a16:creationId xmlns:a16="http://schemas.microsoft.com/office/drawing/2014/main" id="{5608E48C-89BE-C58C-FA6F-3331AC2D95FE}"/>
                </a:ext>
              </a:extLst>
            </p:cNvPr>
            <p:cNvSpPr>
              <a:spLocks noGrp="1"/>
            </p:cNvSpPr>
            <p:nvPr/>
          </p:nvSpPr>
          <p:spPr>
            <a:xfrm>
              <a:off x="5366892" y="4967719"/>
              <a:ext cx="110646" cy="23904"/>
            </a:xfrm>
            <a:custGeom>
              <a:avLst/>
              <a:gdLst/>
              <a:ahLst/>
              <a:cxnLst/>
              <a:rect l="0" t="0" r="0" b="0"/>
              <a:pathLst>
                <a:path w="110646" h="23904">
                  <a:moveTo>
                    <a:pt x="110646" y="23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3" name="Candidate_receptor__2202">
              <a:extLst>
                <a:ext uri="{FF2B5EF4-FFF2-40B4-BE49-F238E27FC236}">
                  <a16:creationId xmlns:a16="http://schemas.microsoft.com/office/drawing/2014/main" id="{AEA27284-0D40-94E2-806E-B7199570A17C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791149"/>
              <a:ext cx="103173" cy="48920"/>
            </a:xfrm>
            <a:custGeom>
              <a:avLst/>
              <a:gdLst/>
              <a:ahLst/>
              <a:cxnLst/>
              <a:rect l="0" t="0" r="0" b="0"/>
              <a:pathLst>
                <a:path w="103173" h="48920">
                  <a:moveTo>
                    <a:pt x="103173" y="0"/>
                  </a:moveTo>
                  <a:lnTo>
                    <a:pt x="0" y="4892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4" name="Candidate_receptor__2203">
              <a:extLst>
                <a:ext uri="{FF2B5EF4-FFF2-40B4-BE49-F238E27FC236}">
                  <a16:creationId xmlns:a16="http://schemas.microsoft.com/office/drawing/2014/main" id="{B5367B92-1416-9445-8499-440FAF206EB8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21613"/>
              <a:ext cx="108335" cy="932"/>
            </a:xfrm>
            <a:custGeom>
              <a:avLst/>
              <a:gdLst/>
              <a:ahLst/>
              <a:cxnLst/>
              <a:rect l="0" t="0" r="0" b="0"/>
              <a:pathLst>
                <a:path w="108335" h="932">
                  <a:moveTo>
                    <a:pt x="0" y="0"/>
                  </a:moveTo>
                  <a:lnTo>
                    <a:pt x="108335" y="932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5" name="Candidate_receptor__2204">
              <a:extLst>
                <a:ext uri="{FF2B5EF4-FFF2-40B4-BE49-F238E27FC236}">
                  <a16:creationId xmlns:a16="http://schemas.microsoft.com/office/drawing/2014/main" id="{784E30D1-5BD6-CC06-9FA6-B0F81C9F16CC}"/>
                </a:ext>
              </a:extLst>
            </p:cNvPr>
            <p:cNvSpPr>
              <a:spLocks noGrp="1"/>
            </p:cNvSpPr>
            <p:nvPr/>
          </p:nvSpPr>
          <p:spPr>
            <a:xfrm>
              <a:off x="5020224" y="4791149"/>
              <a:ext cx="49541" cy="84039"/>
            </a:xfrm>
            <a:custGeom>
              <a:avLst/>
              <a:gdLst/>
              <a:ahLst/>
              <a:cxnLst/>
              <a:rect l="0" t="0" r="0" b="0"/>
              <a:pathLst>
                <a:path w="49541" h="84039">
                  <a:moveTo>
                    <a:pt x="49541" y="84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6" name="Candidate_receptor__2205">
              <a:extLst>
                <a:ext uri="{FF2B5EF4-FFF2-40B4-BE49-F238E27FC236}">
                  <a16:creationId xmlns:a16="http://schemas.microsoft.com/office/drawing/2014/main" id="{7C9521A0-AE74-EDDC-6C7D-B7E1280788FA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875188"/>
              <a:ext cx="57984" cy="79971"/>
            </a:xfrm>
            <a:custGeom>
              <a:avLst/>
              <a:gdLst/>
              <a:ahLst/>
              <a:cxnLst/>
              <a:rect l="0" t="0" r="0" b="0"/>
              <a:pathLst>
                <a:path w="57984" h="79971">
                  <a:moveTo>
                    <a:pt x="0" y="79971"/>
                  </a:moveTo>
                  <a:lnTo>
                    <a:pt x="57984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7" name="Candidate_receptor__2206">
              <a:extLst>
                <a:ext uri="{FF2B5EF4-FFF2-40B4-BE49-F238E27FC236}">
                  <a16:creationId xmlns:a16="http://schemas.microsoft.com/office/drawing/2014/main" id="{740CFEC4-D895-0700-A907-4AD25CB314C1}"/>
                </a:ext>
              </a:extLst>
            </p:cNvPr>
            <p:cNvSpPr>
              <a:spLocks noGrp="1"/>
            </p:cNvSpPr>
            <p:nvPr/>
          </p:nvSpPr>
          <p:spPr>
            <a:xfrm>
              <a:off x="5405580" y="4722545"/>
              <a:ext cx="40277" cy="85064"/>
            </a:xfrm>
            <a:custGeom>
              <a:avLst/>
              <a:gdLst/>
              <a:ahLst/>
              <a:cxnLst/>
              <a:rect l="0" t="0" r="0" b="0"/>
              <a:pathLst>
                <a:path w="40277" h="85064">
                  <a:moveTo>
                    <a:pt x="0" y="0"/>
                  </a:moveTo>
                  <a:lnTo>
                    <a:pt x="40277" y="85064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8" name="Candidate_receptor__2207">
              <a:extLst>
                <a:ext uri="{FF2B5EF4-FFF2-40B4-BE49-F238E27FC236}">
                  <a16:creationId xmlns:a16="http://schemas.microsoft.com/office/drawing/2014/main" id="{7CE73CA2-2943-B2D0-81C1-165C65F24EAC}"/>
                </a:ext>
              </a:extLst>
            </p:cNvPr>
            <p:cNvSpPr>
              <a:spLocks noGrp="1"/>
            </p:cNvSpPr>
            <p:nvPr/>
          </p:nvSpPr>
          <p:spPr>
            <a:xfrm>
              <a:off x="5445857" y="4807609"/>
              <a:ext cx="65874" cy="76511"/>
            </a:xfrm>
            <a:custGeom>
              <a:avLst/>
              <a:gdLst/>
              <a:ahLst/>
              <a:cxnLst/>
              <a:rect l="0" t="0" r="0" b="0"/>
              <a:pathLst>
                <a:path w="65874" h="76511">
                  <a:moveTo>
                    <a:pt x="0" y="0"/>
                  </a:moveTo>
                  <a:lnTo>
                    <a:pt x="65874" y="76511"/>
                  </a:lnTo>
                </a:path>
              </a:pathLst>
            </a:custGeom>
            <a:noFill/>
            <a:ln w="8096">
              <a:solidFill>
                <a:srgbClr val="DCE0E4"/>
              </a:solidFill>
            </a:ln>
          </p:spPr>
        </p:sp>
        <p:sp>
          <p:nvSpPr>
            <p:cNvPr id="2209" name="Candidate_receptor__2208">
              <a:extLst>
                <a:ext uri="{FF2B5EF4-FFF2-40B4-BE49-F238E27FC236}">
                  <a16:creationId xmlns:a16="http://schemas.microsoft.com/office/drawing/2014/main" id="{DCCAA38F-D15F-F595-A849-C2A78FB7C3EF}"/>
                </a:ext>
              </a:extLst>
            </p:cNvPr>
            <p:cNvSpPr>
              <a:spLocks noGrp="1"/>
            </p:cNvSpPr>
            <p:nvPr/>
          </p:nvSpPr>
          <p:spPr>
            <a:xfrm>
              <a:off x="6430654" y="4443226"/>
              <a:ext cx="105176" cy="17702"/>
            </a:xfrm>
            <a:custGeom>
              <a:avLst/>
              <a:gdLst/>
              <a:ahLst/>
              <a:cxnLst/>
              <a:rect l="0" t="0" r="0" b="0"/>
              <a:pathLst>
                <a:path w="105176" h="17702">
                  <a:moveTo>
                    <a:pt x="0" y="17702"/>
                  </a:moveTo>
                  <a:lnTo>
                    <a:pt x="105176" y="0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2210" name="Candidate_receptor__2209">
              <a:extLst>
                <a:ext uri="{FF2B5EF4-FFF2-40B4-BE49-F238E27FC236}">
                  <a16:creationId xmlns:a16="http://schemas.microsoft.com/office/drawing/2014/main" id="{273CAAD3-AA2A-DEB9-1440-82E7A7867394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840069"/>
              <a:ext cx="17691" cy="10081"/>
            </a:xfrm>
            <a:custGeom>
              <a:avLst/>
              <a:gdLst/>
              <a:ahLst/>
              <a:cxnLst/>
              <a:rect l="0" t="0" r="0" b="0"/>
              <a:pathLst>
                <a:path w="17691" h="10081">
                  <a:moveTo>
                    <a:pt x="0" y="0"/>
                  </a:moveTo>
                  <a:lnTo>
                    <a:pt x="17691" y="10081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1" name="Candidate_receptor__2210">
              <a:extLst>
                <a:ext uri="{FF2B5EF4-FFF2-40B4-BE49-F238E27FC236}">
                  <a16:creationId xmlns:a16="http://schemas.microsoft.com/office/drawing/2014/main" id="{129BF720-B403-A3D6-A0BF-9A2C1384B7FF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411256"/>
              <a:ext cx="65992" cy="49672"/>
            </a:xfrm>
            <a:custGeom>
              <a:avLst/>
              <a:gdLst/>
              <a:ahLst/>
              <a:cxnLst/>
              <a:rect l="0" t="0" r="0" b="0"/>
              <a:pathLst>
                <a:path w="65992" h="49672">
                  <a:moveTo>
                    <a:pt x="0" y="0"/>
                  </a:moveTo>
                  <a:lnTo>
                    <a:pt x="65992" y="49672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2212" name="Candidate_receptor__2211">
              <a:extLst>
                <a:ext uri="{FF2B5EF4-FFF2-40B4-BE49-F238E27FC236}">
                  <a16:creationId xmlns:a16="http://schemas.microsoft.com/office/drawing/2014/main" id="{D26ACFFF-BFC0-F64A-F52D-F895DD6A3D3F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43163"/>
              <a:ext cx="103627" cy="33977"/>
            </a:xfrm>
            <a:custGeom>
              <a:avLst/>
              <a:gdLst/>
              <a:ahLst/>
              <a:cxnLst/>
              <a:rect l="0" t="0" r="0" b="0"/>
              <a:pathLst>
                <a:path w="103627" h="33977">
                  <a:moveTo>
                    <a:pt x="0" y="0"/>
                  </a:moveTo>
                  <a:lnTo>
                    <a:pt x="103627" y="3397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3" name="Candidate_receptor__2212">
              <a:extLst>
                <a:ext uri="{FF2B5EF4-FFF2-40B4-BE49-F238E27FC236}">
                  <a16:creationId xmlns:a16="http://schemas.microsoft.com/office/drawing/2014/main" id="{44783D72-62C7-7B51-9150-EA7121763F23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05693"/>
              <a:ext cx="48628" cy="15920"/>
            </a:xfrm>
            <a:custGeom>
              <a:avLst/>
              <a:gdLst/>
              <a:ahLst/>
              <a:cxnLst/>
              <a:rect l="0" t="0" r="0" b="0"/>
              <a:pathLst>
                <a:path w="48628" h="15920">
                  <a:moveTo>
                    <a:pt x="48628" y="0"/>
                  </a:moveTo>
                  <a:lnTo>
                    <a:pt x="0" y="15920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4" name="Candidate_receptor__2213">
              <a:extLst>
                <a:ext uri="{FF2B5EF4-FFF2-40B4-BE49-F238E27FC236}">
                  <a16:creationId xmlns:a16="http://schemas.microsoft.com/office/drawing/2014/main" id="{E56B31BE-5BB1-516D-F4FD-D0A0185AF096}"/>
                </a:ext>
              </a:extLst>
            </p:cNvPr>
            <p:cNvSpPr>
              <a:spLocks noGrp="1"/>
            </p:cNvSpPr>
            <p:nvPr/>
          </p:nvSpPr>
          <p:spPr>
            <a:xfrm>
              <a:off x="5276410" y="4565463"/>
              <a:ext cx="102032" cy="33897"/>
            </a:xfrm>
            <a:custGeom>
              <a:avLst/>
              <a:gdLst/>
              <a:ahLst/>
              <a:cxnLst/>
              <a:rect l="0" t="0" r="0" b="0"/>
              <a:pathLst>
                <a:path w="102032" h="33897">
                  <a:moveTo>
                    <a:pt x="0" y="0"/>
                  </a:moveTo>
                  <a:lnTo>
                    <a:pt x="102032" y="3389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5" name="Candidate_receptor__2214">
              <a:extLst>
                <a:ext uri="{FF2B5EF4-FFF2-40B4-BE49-F238E27FC236}">
                  <a16:creationId xmlns:a16="http://schemas.microsoft.com/office/drawing/2014/main" id="{E21C141A-5A96-749D-E8AF-F1B38D9CAA32}"/>
                </a:ext>
              </a:extLst>
            </p:cNvPr>
            <p:cNvSpPr>
              <a:spLocks noGrp="1"/>
            </p:cNvSpPr>
            <p:nvPr/>
          </p:nvSpPr>
          <p:spPr>
            <a:xfrm>
              <a:off x="5623502" y="4587028"/>
              <a:ext cx="83586" cy="62819"/>
            </a:xfrm>
            <a:custGeom>
              <a:avLst/>
              <a:gdLst/>
              <a:ahLst/>
              <a:cxnLst/>
              <a:rect l="0" t="0" r="0" b="0"/>
              <a:pathLst>
                <a:path w="83586" h="62819">
                  <a:moveTo>
                    <a:pt x="83586" y="62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6" name="Candidate_receptor__2215">
              <a:extLst>
                <a:ext uri="{FF2B5EF4-FFF2-40B4-BE49-F238E27FC236}">
                  <a16:creationId xmlns:a16="http://schemas.microsoft.com/office/drawing/2014/main" id="{38215685-FD36-C82C-7A82-A250E6CC6493}"/>
                </a:ext>
              </a:extLst>
            </p:cNvPr>
            <p:cNvSpPr>
              <a:spLocks noGrp="1"/>
            </p:cNvSpPr>
            <p:nvPr/>
          </p:nvSpPr>
          <p:spPr>
            <a:xfrm>
              <a:off x="4883250" y="4702844"/>
              <a:ext cx="91178" cy="39212"/>
            </a:xfrm>
            <a:custGeom>
              <a:avLst/>
              <a:gdLst/>
              <a:ahLst/>
              <a:cxnLst/>
              <a:rect l="0" t="0" r="0" b="0"/>
              <a:pathLst>
                <a:path w="91178" h="39212">
                  <a:moveTo>
                    <a:pt x="91178" y="39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7" name="Candidate_receptor__2216">
              <a:extLst>
                <a:ext uri="{FF2B5EF4-FFF2-40B4-BE49-F238E27FC236}">
                  <a16:creationId xmlns:a16="http://schemas.microsoft.com/office/drawing/2014/main" id="{2A51C00A-9AF8-4386-1984-BBD6BF62FC3E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02844"/>
              <a:ext cx="74944" cy="61179"/>
            </a:xfrm>
            <a:custGeom>
              <a:avLst/>
              <a:gdLst/>
              <a:ahLst/>
              <a:cxnLst/>
              <a:rect l="0" t="0" r="0" b="0"/>
              <a:pathLst>
                <a:path w="74944" h="61179">
                  <a:moveTo>
                    <a:pt x="74944" y="0"/>
                  </a:moveTo>
                  <a:lnTo>
                    <a:pt x="0" y="61179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8" name="Candidate_receptor__2217">
              <a:extLst>
                <a:ext uri="{FF2B5EF4-FFF2-40B4-BE49-F238E27FC236}">
                  <a16:creationId xmlns:a16="http://schemas.microsoft.com/office/drawing/2014/main" id="{3BD51A70-5957-D1C6-380E-ABF18A298615}"/>
                </a:ext>
              </a:extLst>
            </p:cNvPr>
            <p:cNvSpPr>
              <a:spLocks noGrp="1"/>
            </p:cNvSpPr>
            <p:nvPr/>
          </p:nvSpPr>
          <p:spPr>
            <a:xfrm>
              <a:off x="5659866" y="4649847"/>
              <a:ext cx="47222" cy="97168"/>
            </a:xfrm>
            <a:custGeom>
              <a:avLst/>
              <a:gdLst/>
              <a:ahLst/>
              <a:cxnLst/>
              <a:rect l="0" t="0" r="0" b="0"/>
              <a:pathLst>
                <a:path w="47222" h="97168">
                  <a:moveTo>
                    <a:pt x="0" y="97168"/>
                  </a:moveTo>
                  <a:lnTo>
                    <a:pt x="47222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9" name="Candidate_receptor__2218">
              <a:extLst>
                <a:ext uri="{FF2B5EF4-FFF2-40B4-BE49-F238E27FC236}">
                  <a16:creationId xmlns:a16="http://schemas.microsoft.com/office/drawing/2014/main" id="{9C0FC26D-F3AB-1A11-3F4C-DE2FF9EFAA6C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587028"/>
              <a:ext cx="79792" cy="52910"/>
            </a:xfrm>
            <a:custGeom>
              <a:avLst/>
              <a:gdLst/>
              <a:ahLst/>
              <a:cxnLst/>
              <a:rect l="0" t="0" r="0" b="0"/>
              <a:pathLst>
                <a:path w="79792" h="52910">
                  <a:moveTo>
                    <a:pt x="79792" y="0"/>
                  </a:moveTo>
                  <a:lnTo>
                    <a:pt x="0" y="5291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0" name="Candidate_receptor__2219">
              <a:extLst>
                <a:ext uri="{FF2B5EF4-FFF2-40B4-BE49-F238E27FC236}">
                  <a16:creationId xmlns:a16="http://schemas.microsoft.com/office/drawing/2014/main" id="{51A7D9DF-8863-1240-A02E-9A54A6860E00}"/>
                </a:ext>
              </a:extLst>
            </p:cNvPr>
            <p:cNvSpPr>
              <a:spLocks noGrp="1"/>
            </p:cNvSpPr>
            <p:nvPr/>
          </p:nvSpPr>
          <p:spPr>
            <a:xfrm>
              <a:off x="6438225" y="4277140"/>
              <a:ext cx="6043" cy="60907"/>
            </a:xfrm>
            <a:custGeom>
              <a:avLst/>
              <a:gdLst/>
              <a:ahLst/>
              <a:cxnLst/>
              <a:rect l="0" t="0" r="0" b="0"/>
              <a:pathLst>
                <a:path w="6043" h="60907">
                  <a:moveTo>
                    <a:pt x="0" y="0"/>
                  </a:moveTo>
                  <a:lnTo>
                    <a:pt x="6043" y="60907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1" name="Candidate_receptor__2220">
              <a:extLst>
                <a:ext uri="{FF2B5EF4-FFF2-40B4-BE49-F238E27FC236}">
                  <a16:creationId xmlns:a16="http://schemas.microsoft.com/office/drawing/2014/main" id="{A6F22793-170C-66CF-9561-74CEA2406AB3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65463"/>
              <a:ext cx="48249" cy="36426"/>
            </a:xfrm>
            <a:custGeom>
              <a:avLst/>
              <a:gdLst/>
              <a:ahLst/>
              <a:cxnLst/>
              <a:rect l="0" t="0" r="0" b="0"/>
              <a:pathLst>
                <a:path w="48249" h="36426">
                  <a:moveTo>
                    <a:pt x="0" y="36426"/>
                  </a:moveTo>
                  <a:lnTo>
                    <a:pt x="48249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2" name="Candidate_receptor__2221">
              <a:extLst>
                <a:ext uri="{FF2B5EF4-FFF2-40B4-BE49-F238E27FC236}">
                  <a16:creationId xmlns:a16="http://schemas.microsoft.com/office/drawing/2014/main" id="{48EDC4A5-D9E0-D78C-75F5-DBECF79127EB}"/>
                </a:ext>
              </a:extLst>
            </p:cNvPr>
            <p:cNvSpPr>
              <a:spLocks noGrp="1"/>
            </p:cNvSpPr>
            <p:nvPr/>
          </p:nvSpPr>
          <p:spPr>
            <a:xfrm>
              <a:off x="5280384" y="5007192"/>
              <a:ext cx="59949" cy="80786"/>
            </a:xfrm>
            <a:custGeom>
              <a:avLst/>
              <a:gdLst/>
              <a:ahLst/>
              <a:cxnLst/>
              <a:rect l="0" t="0" r="0" b="0"/>
              <a:pathLst>
                <a:path w="59949" h="80786">
                  <a:moveTo>
                    <a:pt x="0" y="0"/>
                  </a:moveTo>
                  <a:lnTo>
                    <a:pt x="59949" y="8078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3" name="Candidate_receptor__2222">
              <a:extLst>
                <a:ext uri="{FF2B5EF4-FFF2-40B4-BE49-F238E27FC236}">
                  <a16:creationId xmlns:a16="http://schemas.microsoft.com/office/drawing/2014/main" id="{857E9B56-D429-97F7-6812-F9909C8B01F5}"/>
                </a:ext>
              </a:extLst>
            </p:cNvPr>
            <p:cNvSpPr>
              <a:spLocks noGrp="1"/>
            </p:cNvSpPr>
            <p:nvPr/>
          </p:nvSpPr>
          <p:spPr>
            <a:xfrm>
              <a:off x="6388481" y="4099833"/>
              <a:ext cx="75086" cy="57164"/>
            </a:xfrm>
            <a:custGeom>
              <a:avLst/>
              <a:gdLst/>
              <a:ahLst/>
              <a:cxnLst/>
              <a:rect l="0" t="0" r="0" b="0"/>
              <a:pathLst>
                <a:path w="75086" h="57164">
                  <a:moveTo>
                    <a:pt x="0" y="0"/>
                  </a:moveTo>
                  <a:lnTo>
                    <a:pt x="75086" y="5716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4" name="Candidate_receptor__2223">
              <a:extLst>
                <a:ext uri="{FF2B5EF4-FFF2-40B4-BE49-F238E27FC236}">
                  <a16:creationId xmlns:a16="http://schemas.microsoft.com/office/drawing/2014/main" id="{2BE997FA-39F9-3E8A-042D-BDEB44667519}"/>
                </a:ext>
              </a:extLst>
            </p:cNvPr>
            <p:cNvSpPr>
              <a:spLocks noGrp="1"/>
            </p:cNvSpPr>
            <p:nvPr/>
          </p:nvSpPr>
          <p:spPr>
            <a:xfrm>
              <a:off x="5345873" y="4599360"/>
              <a:ext cx="32569" cy="106333"/>
            </a:xfrm>
            <a:custGeom>
              <a:avLst/>
              <a:gdLst/>
              <a:ahLst/>
              <a:cxnLst/>
              <a:rect l="0" t="0" r="0" b="0"/>
              <a:pathLst>
                <a:path w="32569" h="106333">
                  <a:moveTo>
                    <a:pt x="32569" y="0"/>
                  </a:moveTo>
                  <a:lnTo>
                    <a:pt x="0" y="106333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5" name="Candidate_receptor__2224">
              <a:extLst>
                <a:ext uri="{FF2B5EF4-FFF2-40B4-BE49-F238E27FC236}">
                  <a16:creationId xmlns:a16="http://schemas.microsoft.com/office/drawing/2014/main" id="{4EE5D050-6945-437D-2715-A68B3E4342A1}"/>
                </a:ext>
              </a:extLst>
            </p:cNvPr>
            <p:cNvSpPr>
              <a:spLocks noGrp="1"/>
            </p:cNvSpPr>
            <p:nvPr/>
          </p:nvSpPr>
          <p:spPr>
            <a:xfrm>
              <a:off x="4934743" y="4742056"/>
              <a:ext cx="39685" cy="108094"/>
            </a:xfrm>
            <a:custGeom>
              <a:avLst/>
              <a:gdLst/>
              <a:ahLst/>
              <a:cxnLst/>
              <a:rect l="0" t="0" r="0" b="0"/>
              <a:pathLst>
                <a:path w="39685" h="108094">
                  <a:moveTo>
                    <a:pt x="0" y="108094"/>
                  </a:moveTo>
                  <a:lnTo>
                    <a:pt x="39685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6" name="Candidate_receptor__2225">
              <a:extLst>
                <a:ext uri="{FF2B5EF4-FFF2-40B4-BE49-F238E27FC236}">
                  <a16:creationId xmlns:a16="http://schemas.microsoft.com/office/drawing/2014/main" id="{D212C22E-D4B4-0BDD-1AD4-93CB7DEF88C9}"/>
                </a:ext>
              </a:extLst>
            </p:cNvPr>
            <p:cNvSpPr>
              <a:spLocks noGrp="1"/>
            </p:cNvSpPr>
            <p:nvPr/>
          </p:nvSpPr>
          <p:spPr>
            <a:xfrm>
              <a:off x="5067534" y="5305564"/>
              <a:ext cx="111203" cy="25730"/>
            </a:xfrm>
            <a:custGeom>
              <a:avLst/>
              <a:gdLst/>
              <a:ahLst/>
              <a:cxnLst/>
              <a:rect l="0" t="0" r="0" b="0"/>
              <a:pathLst>
                <a:path w="111203" h="25730">
                  <a:moveTo>
                    <a:pt x="111203" y="2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7" name="Candidate_receptor__2226">
              <a:extLst>
                <a:ext uri="{FF2B5EF4-FFF2-40B4-BE49-F238E27FC236}">
                  <a16:creationId xmlns:a16="http://schemas.microsoft.com/office/drawing/2014/main" id="{D1A2819C-217C-AE13-12EC-E974DF3AA921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7192"/>
              <a:ext cx="80453" cy="12291"/>
            </a:xfrm>
            <a:custGeom>
              <a:avLst/>
              <a:gdLst/>
              <a:ahLst/>
              <a:cxnLst/>
              <a:rect l="0" t="0" r="0" b="0"/>
              <a:pathLst>
                <a:path w="80453" h="12291">
                  <a:moveTo>
                    <a:pt x="0" y="12291"/>
                  </a:moveTo>
                  <a:lnTo>
                    <a:pt x="80453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8" name="Candidate_receptor__2227">
              <a:extLst>
                <a:ext uri="{FF2B5EF4-FFF2-40B4-BE49-F238E27FC236}">
                  <a16:creationId xmlns:a16="http://schemas.microsoft.com/office/drawing/2014/main" id="{91C018B3-BD4D-FA86-108E-BAF7E94DF7C4}"/>
                </a:ext>
              </a:extLst>
            </p:cNvPr>
            <p:cNvSpPr>
              <a:spLocks noGrp="1"/>
            </p:cNvSpPr>
            <p:nvPr/>
          </p:nvSpPr>
          <p:spPr>
            <a:xfrm>
              <a:off x="5178737" y="5278804"/>
              <a:ext cx="102756" cy="52490"/>
            </a:xfrm>
            <a:custGeom>
              <a:avLst/>
              <a:gdLst/>
              <a:ahLst/>
              <a:cxnLst/>
              <a:rect l="0" t="0" r="0" b="0"/>
              <a:pathLst>
                <a:path w="102756" h="52490">
                  <a:moveTo>
                    <a:pt x="102756" y="0"/>
                  </a:moveTo>
                  <a:lnTo>
                    <a:pt x="0" y="52490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29" name="Candidate_receptor__2228">
              <a:extLst>
                <a:ext uri="{FF2B5EF4-FFF2-40B4-BE49-F238E27FC236}">
                  <a16:creationId xmlns:a16="http://schemas.microsoft.com/office/drawing/2014/main" id="{B7938593-581D-F321-470C-0804B1E5A835}"/>
                </a:ext>
              </a:extLst>
            </p:cNvPr>
            <p:cNvSpPr>
              <a:spLocks noGrp="1"/>
            </p:cNvSpPr>
            <p:nvPr/>
          </p:nvSpPr>
          <p:spPr>
            <a:xfrm>
              <a:off x="6329216" y="3934455"/>
              <a:ext cx="107699" cy="35944"/>
            </a:xfrm>
            <a:custGeom>
              <a:avLst/>
              <a:gdLst/>
              <a:ahLst/>
              <a:cxnLst/>
              <a:rect l="0" t="0" r="0" b="0"/>
              <a:pathLst>
                <a:path w="107699" h="35944">
                  <a:moveTo>
                    <a:pt x="0" y="0"/>
                  </a:moveTo>
                  <a:lnTo>
                    <a:pt x="107699" y="3594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0" name="Candidate_receptor__2229">
              <a:extLst>
                <a:ext uri="{FF2B5EF4-FFF2-40B4-BE49-F238E27FC236}">
                  <a16:creationId xmlns:a16="http://schemas.microsoft.com/office/drawing/2014/main" id="{B2AB95EF-F8CB-F60F-0427-BB75D706F65F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167439"/>
              <a:ext cx="24360" cy="111365"/>
            </a:xfrm>
            <a:custGeom>
              <a:avLst/>
              <a:gdLst/>
              <a:ahLst/>
              <a:cxnLst/>
              <a:rect l="0" t="0" r="0" b="0"/>
              <a:pathLst>
                <a:path w="24360" h="111365">
                  <a:moveTo>
                    <a:pt x="0" y="0"/>
                  </a:moveTo>
                  <a:lnTo>
                    <a:pt x="24360" y="111365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1" name="Candidate_receptor__2230">
              <a:extLst>
                <a:ext uri="{FF2B5EF4-FFF2-40B4-BE49-F238E27FC236}">
                  <a16:creationId xmlns:a16="http://schemas.microsoft.com/office/drawing/2014/main" id="{C6F8C0F7-7A1E-A3EC-1963-32A1C5144EB3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82513"/>
              <a:ext cx="69345" cy="17320"/>
            </a:xfrm>
            <a:custGeom>
              <a:avLst/>
              <a:gdLst/>
              <a:ahLst/>
              <a:cxnLst/>
              <a:rect l="0" t="0" r="0" b="0"/>
              <a:pathLst>
                <a:path w="69345" h="17320">
                  <a:moveTo>
                    <a:pt x="0" y="0"/>
                  </a:moveTo>
                  <a:lnTo>
                    <a:pt x="69345" y="1732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2" name="Candidate_receptor__2231">
              <a:extLst>
                <a:ext uri="{FF2B5EF4-FFF2-40B4-BE49-F238E27FC236}">
                  <a16:creationId xmlns:a16="http://schemas.microsoft.com/office/drawing/2014/main" id="{A35C56A0-E873-2D2B-1B63-8476FB7A992E}"/>
                </a:ext>
              </a:extLst>
            </p:cNvPr>
            <p:cNvSpPr>
              <a:spLocks noGrp="1"/>
            </p:cNvSpPr>
            <p:nvPr/>
          </p:nvSpPr>
          <p:spPr>
            <a:xfrm>
              <a:off x="6535830" y="4443226"/>
              <a:ext cx="14222" cy="27089"/>
            </a:xfrm>
            <a:custGeom>
              <a:avLst/>
              <a:gdLst/>
              <a:ahLst/>
              <a:cxnLst/>
              <a:rect l="0" t="0" r="0" b="0"/>
              <a:pathLst>
                <a:path w="14222" h="27089">
                  <a:moveTo>
                    <a:pt x="0" y="0"/>
                  </a:moveTo>
                  <a:lnTo>
                    <a:pt x="14222" y="2708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3" name="Candidate_receptor__2232">
              <a:extLst>
                <a:ext uri="{FF2B5EF4-FFF2-40B4-BE49-F238E27FC236}">
                  <a16:creationId xmlns:a16="http://schemas.microsoft.com/office/drawing/2014/main" id="{CCF84242-DA24-6464-4B54-01245F1D49F6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338046"/>
              <a:ext cx="79606" cy="73209"/>
            </a:xfrm>
            <a:custGeom>
              <a:avLst/>
              <a:gdLst/>
              <a:ahLst/>
              <a:cxnLst/>
              <a:rect l="0" t="0" r="0" b="0"/>
              <a:pathLst>
                <a:path w="79606" h="73209">
                  <a:moveTo>
                    <a:pt x="79606" y="0"/>
                  </a:moveTo>
                  <a:lnTo>
                    <a:pt x="0" y="7320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4" name="Candidate_receptor__2233">
              <a:extLst>
                <a:ext uri="{FF2B5EF4-FFF2-40B4-BE49-F238E27FC236}">
                  <a16:creationId xmlns:a16="http://schemas.microsoft.com/office/drawing/2014/main" id="{F7AF738D-CB61-968A-D20D-DB58C43A5206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087979"/>
              <a:ext cx="83200" cy="79461"/>
            </a:xfrm>
            <a:custGeom>
              <a:avLst/>
              <a:gdLst/>
              <a:ahLst/>
              <a:cxnLst/>
              <a:rect l="0" t="0" r="0" b="0"/>
              <a:pathLst>
                <a:path w="83200" h="79461">
                  <a:moveTo>
                    <a:pt x="83200" y="0"/>
                  </a:moveTo>
                  <a:lnTo>
                    <a:pt x="0" y="79461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5" name="Candidate_receptor__2234">
              <a:extLst>
                <a:ext uri="{FF2B5EF4-FFF2-40B4-BE49-F238E27FC236}">
                  <a16:creationId xmlns:a16="http://schemas.microsoft.com/office/drawing/2014/main" id="{7B2581F1-78A9-D9D2-1551-7E3658E8FBD0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12077"/>
              <a:ext cx="40268" cy="31085"/>
            </a:xfrm>
            <a:custGeom>
              <a:avLst/>
              <a:gdLst/>
              <a:ahLst/>
              <a:cxnLst/>
              <a:rect l="0" t="0" r="0" b="0"/>
              <a:pathLst>
                <a:path w="40268" h="31085">
                  <a:moveTo>
                    <a:pt x="40268" y="0"/>
                  </a:moveTo>
                  <a:lnTo>
                    <a:pt x="0" y="3108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6" name="Candidate_receptor__2235">
              <a:extLst>
                <a:ext uri="{FF2B5EF4-FFF2-40B4-BE49-F238E27FC236}">
                  <a16:creationId xmlns:a16="http://schemas.microsoft.com/office/drawing/2014/main" id="{E7276A89-FC6A-83D4-5038-361703DB22FD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66074"/>
              <a:ext cx="102342" cy="25646"/>
            </a:xfrm>
            <a:custGeom>
              <a:avLst/>
              <a:gdLst/>
              <a:ahLst/>
              <a:cxnLst/>
              <a:rect l="0" t="0" r="0" b="0"/>
              <a:pathLst>
                <a:path w="102342" h="25646">
                  <a:moveTo>
                    <a:pt x="0" y="0"/>
                  </a:moveTo>
                  <a:lnTo>
                    <a:pt x="102342" y="2564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7" name="Candidate_receptor__2236">
              <a:extLst>
                <a:ext uri="{FF2B5EF4-FFF2-40B4-BE49-F238E27FC236}">
                  <a16:creationId xmlns:a16="http://schemas.microsoft.com/office/drawing/2014/main" id="{50B1C024-254C-EE2C-24A9-60D9CE24FE2F}"/>
                </a:ext>
              </a:extLst>
            </p:cNvPr>
            <p:cNvSpPr>
              <a:spLocks noGrp="1"/>
            </p:cNvSpPr>
            <p:nvPr/>
          </p:nvSpPr>
          <p:spPr>
            <a:xfrm>
              <a:off x="6321267" y="3618052"/>
              <a:ext cx="89424" cy="47515"/>
            </a:xfrm>
            <a:custGeom>
              <a:avLst/>
              <a:gdLst/>
              <a:ahLst/>
              <a:cxnLst/>
              <a:rect l="0" t="0" r="0" b="0"/>
              <a:pathLst>
                <a:path w="89424" h="47515">
                  <a:moveTo>
                    <a:pt x="0" y="0"/>
                  </a:moveTo>
                  <a:lnTo>
                    <a:pt x="89424" y="4751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8" name="Candidate_receptor__2237">
              <a:extLst>
                <a:ext uri="{FF2B5EF4-FFF2-40B4-BE49-F238E27FC236}">
                  <a16:creationId xmlns:a16="http://schemas.microsoft.com/office/drawing/2014/main" id="{97776F58-C134-F59D-3A4D-C33698A852D1}"/>
                </a:ext>
              </a:extLst>
            </p:cNvPr>
            <p:cNvSpPr>
              <a:spLocks noGrp="1"/>
            </p:cNvSpPr>
            <p:nvPr/>
          </p:nvSpPr>
          <p:spPr>
            <a:xfrm>
              <a:off x="6384695" y="3791720"/>
              <a:ext cx="37924" cy="56702"/>
            </a:xfrm>
            <a:custGeom>
              <a:avLst/>
              <a:gdLst/>
              <a:ahLst/>
              <a:cxnLst/>
              <a:rect l="0" t="0" r="0" b="0"/>
              <a:pathLst>
                <a:path w="37924" h="56702">
                  <a:moveTo>
                    <a:pt x="0" y="0"/>
                  </a:moveTo>
                  <a:lnTo>
                    <a:pt x="37924" y="5670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39" name="Candidate_receptor__2238">
              <a:extLst>
                <a:ext uri="{FF2B5EF4-FFF2-40B4-BE49-F238E27FC236}">
                  <a16:creationId xmlns:a16="http://schemas.microsoft.com/office/drawing/2014/main" id="{E2A78E31-106A-4C65-5EC6-C0BEB556E673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901036"/>
              <a:ext cx="8924" cy="33419"/>
            </a:xfrm>
            <a:custGeom>
              <a:avLst/>
              <a:gdLst/>
              <a:ahLst/>
              <a:cxnLst/>
              <a:rect l="0" t="0" r="0" b="0"/>
              <a:pathLst>
                <a:path w="8924" h="33419">
                  <a:moveTo>
                    <a:pt x="0" y="0"/>
                  </a:moveTo>
                  <a:lnTo>
                    <a:pt x="8924" y="33419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0" name="Candidate_receptor__2239">
              <a:extLst>
                <a:ext uri="{FF2B5EF4-FFF2-40B4-BE49-F238E27FC236}">
                  <a16:creationId xmlns:a16="http://schemas.microsoft.com/office/drawing/2014/main" id="{DC33EB91-4D85-629F-5C40-317EA5998E84}"/>
                </a:ext>
              </a:extLst>
            </p:cNvPr>
            <p:cNvSpPr>
              <a:spLocks noGrp="1"/>
            </p:cNvSpPr>
            <p:nvPr/>
          </p:nvSpPr>
          <p:spPr>
            <a:xfrm>
              <a:off x="6374866" y="4156997"/>
              <a:ext cx="88701" cy="55081"/>
            </a:xfrm>
            <a:custGeom>
              <a:avLst/>
              <a:gdLst/>
              <a:ahLst/>
              <a:cxnLst/>
              <a:rect l="0" t="0" r="0" b="0"/>
              <a:pathLst>
                <a:path w="88701" h="55081">
                  <a:moveTo>
                    <a:pt x="88701" y="0"/>
                  </a:moveTo>
                  <a:lnTo>
                    <a:pt x="0" y="5508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1" name="Candidate_receptor__2240">
              <a:extLst>
                <a:ext uri="{FF2B5EF4-FFF2-40B4-BE49-F238E27FC236}">
                  <a16:creationId xmlns:a16="http://schemas.microsoft.com/office/drawing/2014/main" id="{71D38A6F-3E7C-3BD1-133A-0908C76C04AD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1477"/>
              <a:ext cx="114921" cy="1770"/>
            </a:xfrm>
            <a:custGeom>
              <a:avLst/>
              <a:gdLst/>
              <a:ahLst/>
              <a:cxnLst/>
              <a:rect l="0" t="0" r="0" b="0"/>
              <a:pathLst>
                <a:path w="114921" h="1770">
                  <a:moveTo>
                    <a:pt x="0" y="1770"/>
                  </a:moveTo>
                  <a:lnTo>
                    <a:pt x="114921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2" name="Candidate_receptor__2241">
              <a:extLst>
                <a:ext uri="{FF2B5EF4-FFF2-40B4-BE49-F238E27FC236}">
                  <a16:creationId xmlns:a16="http://schemas.microsoft.com/office/drawing/2014/main" id="{2EEF7058-BDBB-79F8-BF65-297322BC702D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99834"/>
              <a:ext cx="27654" cy="5730"/>
            </a:xfrm>
            <a:custGeom>
              <a:avLst/>
              <a:gdLst/>
              <a:ahLst/>
              <a:cxnLst/>
              <a:rect l="0" t="0" r="0" b="0"/>
              <a:pathLst>
                <a:path w="27654" h="5730">
                  <a:moveTo>
                    <a:pt x="27654" y="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3" name="Candidate_receptor__2242">
              <a:extLst>
                <a:ext uri="{FF2B5EF4-FFF2-40B4-BE49-F238E27FC236}">
                  <a16:creationId xmlns:a16="http://schemas.microsoft.com/office/drawing/2014/main" id="{4EBC055C-45D2-2C2E-C2CC-DC0013B06404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34310"/>
              <a:ext cx="45880" cy="29713"/>
            </a:xfrm>
            <a:custGeom>
              <a:avLst/>
              <a:gdLst/>
              <a:ahLst/>
              <a:cxnLst/>
              <a:rect l="0" t="0" r="0" b="0"/>
              <a:pathLst>
                <a:path w="45880" h="29713">
                  <a:moveTo>
                    <a:pt x="0" y="29713"/>
                  </a:moveTo>
                  <a:lnTo>
                    <a:pt x="4588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4" name="Candidate_receptor__2243">
              <a:extLst>
                <a:ext uri="{FF2B5EF4-FFF2-40B4-BE49-F238E27FC236}">
                  <a16:creationId xmlns:a16="http://schemas.microsoft.com/office/drawing/2014/main" id="{D8E0CBA4-B098-7FF5-FA58-7FE82C6B97CF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94630"/>
              <a:ext cx="58742" cy="23422"/>
            </a:xfrm>
            <a:custGeom>
              <a:avLst/>
              <a:gdLst/>
              <a:ahLst/>
              <a:cxnLst/>
              <a:rect l="0" t="0" r="0" b="0"/>
              <a:pathLst>
                <a:path w="58742" h="23422">
                  <a:moveTo>
                    <a:pt x="0" y="0"/>
                  </a:moveTo>
                  <a:lnTo>
                    <a:pt x="58742" y="2342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5" name="Candidate_receptor__2244">
              <a:extLst>
                <a:ext uri="{FF2B5EF4-FFF2-40B4-BE49-F238E27FC236}">
                  <a16:creationId xmlns:a16="http://schemas.microsoft.com/office/drawing/2014/main" id="{C8E5D5C1-5DC7-02E1-E22A-A90D0758ED8F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627425"/>
              <a:ext cx="65945" cy="12514"/>
            </a:xfrm>
            <a:custGeom>
              <a:avLst/>
              <a:gdLst/>
              <a:ahLst/>
              <a:cxnLst/>
              <a:rect l="0" t="0" r="0" b="0"/>
              <a:pathLst>
                <a:path w="65945" h="12514">
                  <a:moveTo>
                    <a:pt x="0" y="12514"/>
                  </a:moveTo>
                  <a:lnTo>
                    <a:pt x="65945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6" name="Candidate_receptor__2245">
              <a:extLst>
                <a:ext uri="{FF2B5EF4-FFF2-40B4-BE49-F238E27FC236}">
                  <a16:creationId xmlns:a16="http://schemas.microsoft.com/office/drawing/2014/main" id="{71B519BE-5F24-1CFF-F1F2-7643A0BB3B42}"/>
                </a:ext>
              </a:extLst>
            </p:cNvPr>
            <p:cNvSpPr>
              <a:spLocks noGrp="1"/>
            </p:cNvSpPr>
            <p:nvPr/>
          </p:nvSpPr>
          <p:spPr>
            <a:xfrm>
              <a:off x="4759691" y="4614164"/>
              <a:ext cx="106055" cy="8419"/>
            </a:xfrm>
            <a:custGeom>
              <a:avLst/>
              <a:gdLst/>
              <a:ahLst/>
              <a:cxnLst/>
              <a:rect l="0" t="0" r="0" b="0"/>
              <a:pathLst>
                <a:path w="106055" h="8419">
                  <a:moveTo>
                    <a:pt x="106055" y="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7" name="Candidate_receptor__2246">
              <a:extLst>
                <a:ext uri="{FF2B5EF4-FFF2-40B4-BE49-F238E27FC236}">
                  <a16:creationId xmlns:a16="http://schemas.microsoft.com/office/drawing/2014/main" id="{0C723A0C-F89B-3DCF-806B-F2FCC07F7A8E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60681"/>
              <a:ext cx="105687" cy="6727"/>
            </a:xfrm>
            <a:custGeom>
              <a:avLst/>
              <a:gdLst/>
              <a:ahLst/>
              <a:cxnLst/>
              <a:rect l="0" t="0" r="0" b="0"/>
              <a:pathLst>
                <a:path w="105687" h="6727">
                  <a:moveTo>
                    <a:pt x="105687" y="6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8" name="Candidate_receptor__2247">
              <a:extLst>
                <a:ext uri="{FF2B5EF4-FFF2-40B4-BE49-F238E27FC236}">
                  <a16:creationId xmlns:a16="http://schemas.microsoft.com/office/drawing/2014/main" id="{65CF6FEB-D12A-F739-48A5-CA0B326E423A}"/>
                </a:ext>
              </a:extLst>
            </p:cNvPr>
            <p:cNvSpPr>
              <a:spLocks noGrp="1"/>
            </p:cNvSpPr>
            <p:nvPr/>
          </p:nvSpPr>
          <p:spPr>
            <a:xfrm>
              <a:off x="6405298" y="3970400"/>
              <a:ext cx="31616" cy="61412"/>
            </a:xfrm>
            <a:custGeom>
              <a:avLst/>
              <a:gdLst/>
              <a:ahLst/>
              <a:cxnLst/>
              <a:rect l="0" t="0" r="0" b="0"/>
              <a:pathLst>
                <a:path w="31616" h="61412">
                  <a:moveTo>
                    <a:pt x="31616" y="0"/>
                  </a:moveTo>
                  <a:lnTo>
                    <a:pt x="0" y="6141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9" name="Candidate_receptor__2248">
              <a:extLst>
                <a:ext uri="{FF2B5EF4-FFF2-40B4-BE49-F238E27FC236}">
                  <a16:creationId xmlns:a16="http://schemas.microsoft.com/office/drawing/2014/main" id="{7F56D61A-2954-8ECE-0932-0D0A10DED55F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50198"/>
              <a:ext cx="77804" cy="51691"/>
            </a:xfrm>
            <a:custGeom>
              <a:avLst/>
              <a:gdLst/>
              <a:ahLst/>
              <a:cxnLst/>
              <a:rect l="0" t="0" r="0" b="0"/>
              <a:pathLst>
                <a:path w="77804" h="51691">
                  <a:moveTo>
                    <a:pt x="77804" y="0"/>
                  </a:moveTo>
                  <a:lnTo>
                    <a:pt x="0" y="5169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50" name="Candidate_receptor__2249">
              <a:extLst>
                <a:ext uri="{FF2B5EF4-FFF2-40B4-BE49-F238E27FC236}">
                  <a16:creationId xmlns:a16="http://schemas.microsoft.com/office/drawing/2014/main" id="{A5CB7F46-CE7F-88B4-F3E9-F423D0EF9A23}"/>
                </a:ext>
              </a:extLst>
            </p:cNvPr>
            <p:cNvSpPr>
              <a:spLocks noGrp="1"/>
            </p:cNvSpPr>
            <p:nvPr/>
          </p:nvSpPr>
          <p:spPr>
            <a:xfrm>
              <a:off x="5298701" y="4451477"/>
              <a:ext cx="7264" cy="98720"/>
            </a:xfrm>
            <a:custGeom>
              <a:avLst/>
              <a:gdLst/>
              <a:ahLst/>
              <a:cxnLst/>
              <a:rect l="0" t="0" r="0" b="0"/>
              <a:pathLst>
                <a:path w="7264" h="98720">
                  <a:moveTo>
                    <a:pt x="0" y="0"/>
                  </a:moveTo>
                  <a:lnTo>
                    <a:pt x="7264" y="9872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1" name="Candidate_receptor__2250">
              <a:extLst>
                <a:ext uri="{FF2B5EF4-FFF2-40B4-BE49-F238E27FC236}">
                  <a16:creationId xmlns:a16="http://schemas.microsoft.com/office/drawing/2014/main" id="{EE1D171C-E004-418B-ED1C-23C4E592702C}"/>
                </a:ext>
              </a:extLst>
            </p:cNvPr>
            <p:cNvSpPr>
              <a:spLocks noGrp="1"/>
            </p:cNvSpPr>
            <p:nvPr/>
          </p:nvSpPr>
          <p:spPr>
            <a:xfrm>
              <a:off x="5207372" y="4885096"/>
              <a:ext cx="112186" cy="26163"/>
            </a:xfrm>
            <a:custGeom>
              <a:avLst/>
              <a:gdLst/>
              <a:ahLst/>
              <a:cxnLst/>
              <a:rect l="0" t="0" r="0" b="0"/>
              <a:pathLst>
                <a:path w="112186" h="26163">
                  <a:moveTo>
                    <a:pt x="0" y="0"/>
                  </a:moveTo>
                  <a:lnTo>
                    <a:pt x="112186" y="261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2" name="Candidate_receptor__2251">
              <a:extLst>
                <a:ext uri="{FF2B5EF4-FFF2-40B4-BE49-F238E27FC236}">
                  <a16:creationId xmlns:a16="http://schemas.microsoft.com/office/drawing/2014/main" id="{4ABE4E9C-6237-04E4-1C6D-63EEF588CE18}"/>
                </a:ext>
              </a:extLst>
            </p:cNvPr>
            <p:cNvSpPr>
              <a:spLocks noGrp="1"/>
            </p:cNvSpPr>
            <p:nvPr/>
          </p:nvSpPr>
          <p:spPr>
            <a:xfrm>
              <a:off x="6550052" y="4432602"/>
              <a:ext cx="106926" cy="37713"/>
            </a:xfrm>
            <a:custGeom>
              <a:avLst/>
              <a:gdLst/>
              <a:ahLst/>
              <a:cxnLst/>
              <a:rect l="0" t="0" r="0" b="0"/>
              <a:pathLst>
                <a:path w="106926" h="37713">
                  <a:moveTo>
                    <a:pt x="0" y="37713"/>
                  </a:moveTo>
                  <a:lnTo>
                    <a:pt x="1069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3" name="Candidate_receptor__2252">
              <a:extLst>
                <a:ext uri="{FF2B5EF4-FFF2-40B4-BE49-F238E27FC236}">
                  <a16:creationId xmlns:a16="http://schemas.microsoft.com/office/drawing/2014/main" id="{3D69BF1D-3A4B-1EB2-284C-5DC0ADB87941}"/>
                </a:ext>
              </a:extLst>
            </p:cNvPr>
            <p:cNvSpPr>
              <a:spLocks noGrp="1"/>
            </p:cNvSpPr>
            <p:nvPr/>
          </p:nvSpPr>
          <p:spPr>
            <a:xfrm>
              <a:off x="5510740" y="4501708"/>
              <a:ext cx="113132" cy="13301"/>
            </a:xfrm>
            <a:custGeom>
              <a:avLst/>
              <a:gdLst/>
              <a:ahLst/>
              <a:cxnLst/>
              <a:rect l="0" t="0" r="0" b="0"/>
              <a:pathLst>
                <a:path w="113132" h="13301">
                  <a:moveTo>
                    <a:pt x="113132" y="1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4" name="Candidate_receptor__2253">
              <a:extLst>
                <a:ext uri="{FF2B5EF4-FFF2-40B4-BE49-F238E27FC236}">
                  <a16:creationId xmlns:a16="http://schemas.microsoft.com/office/drawing/2014/main" id="{1A4CDBBD-59A6-507A-A7C4-DABEFE99A3E1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31812"/>
              <a:ext cx="86162" cy="50701"/>
            </a:xfrm>
            <a:custGeom>
              <a:avLst/>
              <a:gdLst/>
              <a:ahLst/>
              <a:cxnLst/>
              <a:rect l="0" t="0" r="0" b="0"/>
              <a:pathLst>
                <a:path w="86162" h="50701">
                  <a:moveTo>
                    <a:pt x="86162" y="0"/>
                  </a:moveTo>
                  <a:lnTo>
                    <a:pt x="0" y="50701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5" name="Candidate_receptor__2254">
              <a:extLst>
                <a:ext uri="{FF2B5EF4-FFF2-40B4-BE49-F238E27FC236}">
                  <a16:creationId xmlns:a16="http://schemas.microsoft.com/office/drawing/2014/main" id="{E5D898CC-E9A9-269C-8AB3-CC1607122F85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84343" cy="51966"/>
            </a:xfrm>
            <a:custGeom>
              <a:avLst/>
              <a:gdLst/>
              <a:ahLst/>
              <a:cxnLst/>
              <a:rect l="0" t="0" r="0" b="0"/>
              <a:pathLst>
                <a:path w="84343" h="51966">
                  <a:moveTo>
                    <a:pt x="84343" y="51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6" name="Candidate_receptor__2255">
              <a:extLst>
                <a:ext uri="{FF2B5EF4-FFF2-40B4-BE49-F238E27FC236}">
                  <a16:creationId xmlns:a16="http://schemas.microsoft.com/office/drawing/2014/main" id="{BF55366E-A154-ACB6-AF34-9ECC5C888364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14164"/>
              <a:ext cx="53191" cy="53138"/>
            </a:xfrm>
            <a:custGeom>
              <a:avLst/>
              <a:gdLst/>
              <a:ahLst/>
              <a:cxnLst/>
              <a:rect l="0" t="0" r="0" b="0"/>
              <a:pathLst>
                <a:path w="53191" h="53138">
                  <a:moveTo>
                    <a:pt x="53191" y="0"/>
                  </a:moveTo>
                  <a:lnTo>
                    <a:pt x="0" y="5313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7" name="Candidate_receptor__2256">
              <a:extLst>
                <a:ext uri="{FF2B5EF4-FFF2-40B4-BE49-F238E27FC236}">
                  <a16:creationId xmlns:a16="http://schemas.microsoft.com/office/drawing/2014/main" id="{FCC2865F-FB50-5C11-1B9F-CA3214282C6E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545976"/>
              <a:ext cx="6685" cy="97321"/>
            </a:xfrm>
            <a:custGeom>
              <a:avLst/>
              <a:gdLst/>
              <a:ahLst/>
              <a:cxnLst/>
              <a:rect l="0" t="0" r="0" b="0"/>
              <a:pathLst>
                <a:path w="6685" h="97321">
                  <a:moveTo>
                    <a:pt x="0" y="97321"/>
                  </a:moveTo>
                  <a:lnTo>
                    <a:pt x="668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8" name="Candidate_receptor__2257">
              <a:extLst>
                <a:ext uri="{FF2B5EF4-FFF2-40B4-BE49-F238E27FC236}">
                  <a16:creationId xmlns:a16="http://schemas.microsoft.com/office/drawing/2014/main" id="{EE2AC0ED-28AC-1B69-34A9-5954BFF3873E}"/>
                </a:ext>
              </a:extLst>
            </p:cNvPr>
            <p:cNvSpPr>
              <a:spLocks noGrp="1"/>
            </p:cNvSpPr>
            <p:nvPr/>
          </p:nvSpPr>
          <p:spPr>
            <a:xfrm>
              <a:off x="5093321" y="5167409"/>
              <a:ext cx="35850" cy="62238"/>
            </a:xfrm>
            <a:custGeom>
              <a:avLst/>
              <a:gdLst/>
              <a:ahLst/>
              <a:cxnLst/>
              <a:rect l="0" t="0" r="0" b="0"/>
              <a:pathLst>
                <a:path w="35850" h="62238">
                  <a:moveTo>
                    <a:pt x="35850" y="622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9" name="Candidate_receptor__2258">
              <a:extLst>
                <a:ext uri="{FF2B5EF4-FFF2-40B4-BE49-F238E27FC236}">
                  <a16:creationId xmlns:a16="http://schemas.microsoft.com/office/drawing/2014/main" id="{734E87DC-5BB0-157A-6F2C-2CCB2FCD3951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9647"/>
              <a:ext cx="80123" cy="9836"/>
            </a:xfrm>
            <a:custGeom>
              <a:avLst/>
              <a:gdLst/>
              <a:ahLst/>
              <a:cxnLst/>
              <a:rect l="0" t="0" r="0" b="0"/>
              <a:pathLst>
                <a:path w="80123" h="9836">
                  <a:moveTo>
                    <a:pt x="80123" y="0"/>
                  </a:moveTo>
                  <a:lnTo>
                    <a:pt x="0" y="983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0" name="Candidate_receptor__2259">
              <a:extLst>
                <a:ext uri="{FF2B5EF4-FFF2-40B4-BE49-F238E27FC236}">
                  <a16:creationId xmlns:a16="http://schemas.microsoft.com/office/drawing/2014/main" id="{555BEAD0-9147-FBF2-F6A0-E31022E7BE18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21330"/>
              <a:ext cx="56992" cy="44744"/>
            </a:xfrm>
            <a:custGeom>
              <a:avLst/>
              <a:gdLst/>
              <a:ahLst/>
              <a:cxnLst/>
              <a:rect l="0" t="0" r="0" b="0"/>
              <a:pathLst>
                <a:path w="56992" h="44744">
                  <a:moveTo>
                    <a:pt x="56992" y="0"/>
                  </a:moveTo>
                  <a:lnTo>
                    <a:pt x="0" y="4474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1" name="Candidate_receptor__2260">
              <a:extLst>
                <a:ext uri="{FF2B5EF4-FFF2-40B4-BE49-F238E27FC236}">
                  <a16:creationId xmlns:a16="http://schemas.microsoft.com/office/drawing/2014/main" id="{6CE6059A-9661-C9AD-0740-8F48EF067F70}"/>
                </a:ext>
              </a:extLst>
            </p:cNvPr>
            <p:cNvSpPr>
              <a:spLocks noGrp="1"/>
            </p:cNvSpPr>
            <p:nvPr/>
          </p:nvSpPr>
          <p:spPr>
            <a:xfrm>
              <a:off x="4854186" y="4622584"/>
              <a:ext cx="11561" cy="111726"/>
            </a:xfrm>
            <a:custGeom>
              <a:avLst/>
              <a:gdLst/>
              <a:ahLst/>
              <a:cxnLst/>
              <a:rect l="0" t="0" r="0" b="0"/>
              <a:pathLst>
                <a:path w="11561" h="111726">
                  <a:moveTo>
                    <a:pt x="0" y="111726"/>
                  </a:moveTo>
                  <a:lnTo>
                    <a:pt x="1156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2" name="Candidate_receptor__2261">
              <a:extLst>
                <a:ext uri="{FF2B5EF4-FFF2-40B4-BE49-F238E27FC236}">
                  <a16:creationId xmlns:a16="http://schemas.microsoft.com/office/drawing/2014/main" id="{6E2D5BBF-DD0C-FB2B-068E-DE433EA53664}"/>
                </a:ext>
              </a:extLst>
            </p:cNvPr>
            <p:cNvSpPr>
              <a:spLocks noGrp="1"/>
            </p:cNvSpPr>
            <p:nvPr/>
          </p:nvSpPr>
          <p:spPr>
            <a:xfrm>
              <a:off x="5609655" y="4515009"/>
              <a:ext cx="14217" cy="112416"/>
            </a:xfrm>
            <a:custGeom>
              <a:avLst/>
              <a:gdLst/>
              <a:ahLst/>
              <a:cxnLst/>
              <a:rect l="0" t="0" r="0" b="0"/>
              <a:pathLst>
                <a:path w="14217" h="112416">
                  <a:moveTo>
                    <a:pt x="0" y="112416"/>
                  </a:moveTo>
                  <a:lnTo>
                    <a:pt x="14217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3" name="Candidate_receptor__2262">
              <a:extLst>
                <a:ext uri="{FF2B5EF4-FFF2-40B4-BE49-F238E27FC236}">
                  <a16:creationId xmlns:a16="http://schemas.microsoft.com/office/drawing/2014/main" id="{4EAF4CD2-ED77-3AA7-2943-C933EB5984A4}"/>
                </a:ext>
              </a:extLst>
            </p:cNvPr>
            <p:cNvSpPr>
              <a:spLocks noGrp="1"/>
            </p:cNvSpPr>
            <p:nvPr/>
          </p:nvSpPr>
          <p:spPr>
            <a:xfrm>
              <a:off x="6372076" y="3380920"/>
              <a:ext cx="17510" cy="91193"/>
            </a:xfrm>
            <a:custGeom>
              <a:avLst/>
              <a:gdLst/>
              <a:ahLst/>
              <a:cxnLst/>
              <a:rect l="0" t="0" r="0" b="0"/>
              <a:pathLst>
                <a:path w="17510" h="91193">
                  <a:moveTo>
                    <a:pt x="17510" y="0"/>
                  </a:moveTo>
                  <a:lnTo>
                    <a:pt x="0" y="9119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4" name="Candidate_receptor__2263">
              <a:extLst>
                <a:ext uri="{FF2B5EF4-FFF2-40B4-BE49-F238E27FC236}">
                  <a16:creationId xmlns:a16="http://schemas.microsoft.com/office/drawing/2014/main" id="{37C15003-28EF-4618-7D3A-76D633837400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848422"/>
              <a:ext cx="102327" cy="52614"/>
            </a:xfrm>
            <a:custGeom>
              <a:avLst/>
              <a:gdLst/>
              <a:ahLst/>
              <a:cxnLst/>
              <a:rect l="0" t="0" r="0" b="0"/>
              <a:pathLst>
                <a:path w="102327" h="52614">
                  <a:moveTo>
                    <a:pt x="102327" y="0"/>
                  </a:moveTo>
                  <a:lnTo>
                    <a:pt x="0" y="5261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5" name="Candidate_receptor__2264">
              <a:extLst>
                <a:ext uri="{FF2B5EF4-FFF2-40B4-BE49-F238E27FC236}">
                  <a16:creationId xmlns:a16="http://schemas.microsoft.com/office/drawing/2014/main" id="{CC368939-3A94-F0E0-1BFA-E0E635DE6394}"/>
                </a:ext>
              </a:extLst>
            </p:cNvPr>
            <p:cNvSpPr>
              <a:spLocks noGrp="1"/>
            </p:cNvSpPr>
            <p:nvPr/>
          </p:nvSpPr>
          <p:spPr>
            <a:xfrm>
              <a:off x="6339345" y="3665567"/>
              <a:ext cx="71346" cy="55763"/>
            </a:xfrm>
            <a:custGeom>
              <a:avLst/>
              <a:gdLst/>
              <a:ahLst/>
              <a:cxnLst/>
              <a:rect l="0" t="0" r="0" b="0"/>
              <a:pathLst>
                <a:path w="71346" h="55763">
                  <a:moveTo>
                    <a:pt x="71346" y="0"/>
                  </a:moveTo>
                  <a:lnTo>
                    <a:pt x="0" y="557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6" name="Candidate_receptor__2265">
              <a:extLst>
                <a:ext uri="{FF2B5EF4-FFF2-40B4-BE49-F238E27FC236}">
                  <a16:creationId xmlns:a16="http://schemas.microsoft.com/office/drawing/2014/main" id="{ADB47E3A-E543-E2B9-C224-2B5AE8F1E3B6}"/>
                </a:ext>
              </a:extLst>
            </p:cNvPr>
            <p:cNvSpPr>
              <a:spLocks noGrp="1"/>
            </p:cNvSpPr>
            <p:nvPr/>
          </p:nvSpPr>
          <p:spPr>
            <a:xfrm>
              <a:off x="5280053" y="4911259"/>
              <a:ext cx="39505" cy="98388"/>
            </a:xfrm>
            <a:custGeom>
              <a:avLst/>
              <a:gdLst/>
              <a:ahLst/>
              <a:cxnLst/>
              <a:rect l="0" t="0" r="0" b="0"/>
              <a:pathLst>
                <a:path w="39505" h="98388">
                  <a:moveTo>
                    <a:pt x="39505" y="0"/>
                  </a:moveTo>
                  <a:lnTo>
                    <a:pt x="0" y="9838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7" name="Candidate_receptor__2266">
              <a:extLst>
                <a:ext uri="{FF2B5EF4-FFF2-40B4-BE49-F238E27FC236}">
                  <a16:creationId xmlns:a16="http://schemas.microsoft.com/office/drawing/2014/main" id="{0D65ADCD-FFE9-2539-E10B-51698106A0F3}"/>
                </a:ext>
              </a:extLst>
            </p:cNvPr>
            <p:cNvSpPr>
              <a:spLocks noGrp="1"/>
            </p:cNvSpPr>
            <p:nvPr/>
          </p:nvSpPr>
          <p:spPr>
            <a:xfrm>
              <a:off x="6353146" y="3472112"/>
              <a:ext cx="18930" cy="68862"/>
            </a:xfrm>
            <a:custGeom>
              <a:avLst/>
              <a:gdLst/>
              <a:ahLst/>
              <a:cxnLst/>
              <a:rect l="0" t="0" r="0" b="0"/>
              <a:pathLst>
                <a:path w="18930" h="68862">
                  <a:moveTo>
                    <a:pt x="18930" y="0"/>
                  </a:moveTo>
                  <a:lnTo>
                    <a:pt x="0" y="6886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8" name="Candidate_receptor__2267">
              <a:extLst>
                <a:ext uri="{FF2B5EF4-FFF2-40B4-BE49-F238E27FC236}">
                  <a16:creationId xmlns:a16="http://schemas.microsoft.com/office/drawing/2014/main" id="{4FCC0D5E-5E68-171E-BA9C-9B7CBAA45DC4}"/>
                </a:ext>
              </a:extLst>
            </p:cNvPr>
            <p:cNvSpPr>
              <a:spLocks noGrp="1"/>
            </p:cNvSpPr>
            <p:nvPr/>
          </p:nvSpPr>
          <p:spPr>
            <a:xfrm>
              <a:off x="5003671" y="5012417"/>
              <a:ext cx="90674" cy="41504"/>
            </a:xfrm>
            <a:custGeom>
              <a:avLst/>
              <a:gdLst/>
              <a:ahLst/>
              <a:cxnLst/>
              <a:rect l="0" t="0" r="0" b="0"/>
              <a:pathLst>
                <a:path w="90674" h="41504">
                  <a:moveTo>
                    <a:pt x="90674" y="4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9" name="Candidate_receptor__2268">
              <a:extLst>
                <a:ext uri="{FF2B5EF4-FFF2-40B4-BE49-F238E27FC236}">
                  <a16:creationId xmlns:a16="http://schemas.microsoft.com/office/drawing/2014/main" id="{40AA7AC4-296E-6A44-FE02-4B290CCD9871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3248"/>
              <a:ext cx="12489" cy="17557"/>
            </a:xfrm>
            <a:custGeom>
              <a:avLst/>
              <a:gdLst/>
              <a:ahLst/>
              <a:cxnLst/>
              <a:rect l="0" t="0" r="0" b="0"/>
              <a:pathLst>
                <a:path w="12489" h="17557">
                  <a:moveTo>
                    <a:pt x="12489" y="17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0" name="Candidate_receptor__2269">
              <a:extLst>
                <a:ext uri="{FF2B5EF4-FFF2-40B4-BE49-F238E27FC236}">
                  <a16:creationId xmlns:a16="http://schemas.microsoft.com/office/drawing/2014/main" id="{70836E0A-4FF8-DC11-9901-B2319289EF27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29646"/>
              <a:ext cx="89291" cy="70188"/>
            </a:xfrm>
            <a:custGeom>
              <a:avLst/>
              <a:gdLst/>
              <a:ahLst/>
              <a:cxnLst/>
              <a:rect l="0" t="0" r="0" b="0"/>
              <a:pathLst>
                <a:path w="89291" h="70188">
                  <a:moveTo>
                    <a:pt x="0" y="70188"/>
                  </a:moveTo>
                  <a:lnTo>
                    <a:pt x="8929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1" name="Candidate_receptor__2270">
              <a:extLst>
                <a:ext uri="{FF2B5EF4-FFF2-40B4-BE49-F238E27FC236}">
                  <a16:creationId xmlns:a16="http://schemas.microsoft.com/office/drawing/2014/main" id="{14701C88-ECDC-69C7-0104-7F1BD4A68529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501708"/>
              <a:ext cx="19122" cy="55030"/>
            </a:xfrm>
            <a:custGeom>
              <a:avLst/>
              <a:gdLst/>
              <a:ahLst/>
              <a:cxnLst/>
              <a:rect l="0" t="0" r="0" b="0"/>
              <a:pathLst>
                <a:path w="19122" h="55030">
                  <a:moveTo>
                    <a:pt x="19122" y="0"/>
                  </a:moveTo>
                  <a:lnTo>
                    <a:pt x="0" y="5503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2" name="Candidate_receptor__2271">
              <a:extLst>
                <a:ext uri="{FF2B5EF4-FFF2-40B4-BE49-F238E27FC236}">
                  <a16:creationId xmlns:a16="http://schemas.microsoft.com/office/drawing/2014/main" id="{C204DFA6-7317-45A9-AC1E-5B5714748A23}"/>
                </a:ext>
              </a:extLst>
            </p:cNvPr>
            <p:cNvSpPr>
              <a:spLocks noGrp="1"/>
            </p:cNvSpPr>
            <p:nvPr/>
          </p:nvSpPr>
          <p:spPr>
            <a:xfrm>
              <a:off x="6632522" y="4276643"/>
              <a:ext cx="102907" cy="20704"/>
            </a:xfrm>
            <a:custGeom>
              <a:avLst/>
              <a:gdLst/>
              <a:ahLst/>
              <a:cxnLst/>
              <a:rect l="0" t="0" r="0" b="0"/>
              <a:pathLst>
                <a:path w="102907" h="20704">
                  <a:moveTo>
                    <a:pt x="102907" y="207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3" name="Candidate_receptor__2272">
              <a:extLst>
                <a:ext uri="{FF2B5EF4-FFF2-40B4-BE49-F238E27FC236}">
                  <a16:creationId xmlns:a16="http://schemas.microsoft.com/office/drawing/2014/main" id="{A79B8123-D19B-01FA-9F98-C56AB6DA9326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40974"/>
              <a:ext cx="90621" cy="53656"/>
            </a:xfrm>
            <a:custGeom>
              <a:avLst/>
              <a:gdLst/>
              <a:ahLst/>
              <a:cxnLst/>
              <a:rect l="0" t="0" r="0" b="0"/>
              <a:pathLst>
                <a:path w="90621" h="53656">
                  <a:moveTo>
                    <a:pt x="90621" y="0"/>
                  </a:moveTo>
                  <a:lnTo>
                    <a:pt x="0" y="5365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4" name="Candidate_receptor__2273">
              <a:extLst>
                <a:ext uri="{FF2B5EF4-FFF2-40B4-BE49-F238E27FC236}">
                  <a16:creationId xmlns:a16="http://schemas.microsoft.com/office/drawing/2014/main" id="{4CAB524B-B20D-8838-ECEB-C3C47D7D4BD7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85096"/>
              <a:ext cx="14289" cy="18944"/>
            </a:xfrm>
            <a:custGeom>
              <a:avLst/>
              <a:gdLst/>
              <a:ahLst/>
              <a:cxnLst/>
              <a:rect l="0" t="0" r="0" b="0"/>
              <a:pathLst>
                <a:path w="14289" h="18944">
                  <a:moveTo>
                    <a:pt x="0" y="18944"/>
                  </a:moveTo>
                  <a:lnTo>
                    <a:pt x="1428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5" name="Candidate_receptor__2274">
              <a:extLst>
                <a:ext uri="{FF2B5EF4-FFF2-40B4-BE49-F238E27FC236}">
                  <a16:creationId xmlns:a16="http://schemas.microsoft.com/office/drawing/2014/main" id="{D3876F6F-681A-F71B-3260-14AD858BEE18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5002624"/>
              <a:ext cx="58505" cy="9794"/>
            </a:xfrm>
            <a:custGeom>
              <a:avLst/>
              <a:gdLst/>
              <a:ahLst/>
              <a:cxnLst/>
              <a:rect l="0" t="0" r="0" b="0"/>
              <a:pathLst>
                <a:path w="58505" h="9794">
                  <a:moveTo>
                    <a:pt x="58505" y="97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6" name="Candidate_receptor__2275">
              <a:extLst>
                <a:ext uri="{FF2B5EF4-FFF2-40B4-BE49-F238E27FC236}">
                  <a16:creationId xmlns:a16="http://schemas.microsoft.com/office/drawing/2014/main" id="{4FC6C5F5-613B-BDBB-2119-782288E74CB5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643297"/>
              <a:ext cx="75208" cy="74659"/>
            </a:xfrm>
            <a:custGeom>
              <a:avLst/>
              <a:gdLst/>
              <a:ahLst/>
              <a:cxnLst/>
              <a:rect l="0" t="0" r="0" b="0"/>
              <a:pathLst>
                <a:path w="75208" h="74659">
                  <a:moveTo>
                    <a:pt x="75208" y="746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7" name="Candidate_receptor__2276">
              <a:extLst>
                <a:ext uri="{FF2B5EF4-FFF2-40B4-BE49-F238E27FC236}">
                  <a16:creationId xmlns:a16="http://schemas.microsoft.com/office/drawing/2014/main" id="{9782CC22-9264-D5D9-9A65-3950E149EE62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30580"/>
              <a:ext cx="35149" cy="30101"/>
            </a:xfrm>
            <a:custGeom>
              <a:avLst/>
              <a:gdLst/>
              <a:ahLst/>
              <a:cxnLst/>
              <a:rect l="0" t="0" r="0" b="0"/>
              <a:pathLst>
                <a:path w="35149" h="30101">
                  <a:moveTo>
                    <a:pt x="0" y="30101"/>
                  </a:moveTo>
                  <a:lnTo>
                    <a:pt x="3514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8" name="Candidate_receptor__2277">
              <a:extLst>
                <a:ext uri="{FF2B5EF4-FFF2-40B4-BE49-F238E27FC236}">
                  <a16:creationId xmlns:a16="http://schemas.microsoft.com/office/drawing/2014/main" id="{55ABF27C-6252-796F-0D92-E33D9C93C213}"/>
                </a:ext>
              </a:extLst>
            </p:cNvPr>
            <p:cNvSpPr>
              <a:spLocks noGrp="1"/>
            </p:cNvSpPr>
            <p:nvPr/>
          </p:nvSpPr>
          <p:spPr>
            <a:xfrm>
              <a:off x="6656978" y="4400386"/>
              <a:ext cx="41625" cy="32216"/>
            </a:xfrm>
            <a:custGeom>
              <a:avLst/>
              <a:gdLst/>
              <a:ahLst/>
              <a:cxnLst/>
              <a:rect l="0" t="0" r="0" b="0"/>
              <a:pathLst>
                <a:path w="41625" h="32216">
                  <a:moveTo>
                    <a:pt x="0" y="32216"/>
                  </a:moveTo>
                  <a:lnTo>
                    <a:pt x="4162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9" name="Candidate_receptor__2278">
              <a:extLst>
                <a:ext uri="{FF2B5EF4-FFF2-40B4-BE49-F238E27FC236}">
                  <a16:creationId xmlns:a16="http://schemas.microsoft.com/office/drawing/2014/main" id="{7AF3A97F-75E5-1B29-2FA8-18F0849863BC}"/>
                </a:ext>
              </a:extLst>
            </p:cNvPr>
            <p:cNvSpPr>
              <a:spLocks noGrp="1"/>
            </p:cNvSpPr>
            <p:nvPr/>
          </p:nvSpPr>
          <p:spPr>
            <a:xfrm>
              <a:off x="4637596" y="4505925"/>
              <a:ext cx="112762" cy="19257"/>
            </a:xfrm>
            <a:custGeom>
              <a:avLst/>
              <a:gdLst/>
              <a:ahLst/>
              <a:cxnLst/>
              <a:rect l="0" t="0" r="0" b="0"/>
              <a:pathLst>
                <a:path w="112762" h="19257">
                  <a:moveTo>
                    <a:pt x="112762" y="0"/>
                  </a:moveTo>
                  <a:lnTo>
                    <a:pt x="0" y="19257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0" name="Candidate_receptor__2279">
              <a:extLst>
                <a:ext uri="{FF2B5EF4-FFF2-40B4-BE49-F238E27FC236}">
                  <a16:creationId xmlns:a16="http://schemas.microsoft.com/office/drawing/2014/main" id="{00CC160E-33D6-8411-AF12-F471EBB6E075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52441"/>
              <a:ext cx="113151" cy="23268"/>
            </a:xfrm>
            <a:custGeom>
              <a:avLst/>
              <a:gdLst/>
              <a:ahLst/>
              <a:cxnLst/>
              <a:rect l="0" t="0" r="0" b="0"/>
              <a:pathLst>
                <a:path w="113151" h="23268">
                  <a:moveTo>
                    <a:pt x="113151" y="232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1" name="Candidate_receptor__2280">
              <a:extLst>
                <a:ext uri="{FF2B5EF4-FFF2-40B4-BE49-F238E27FC236}">
                  <a16:creationId xmlns:a16="http://schemas.microsoft.com/office/drawing/2014/main" id="{6375FD44-9EAD-AC5A-40ED-689CAACCFF4F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76643"/>
              <a:ext cx="53824" cy="21552"/>
            </a:xfrm>
            <a:custGeom>
              <a:avLst/>
              <a:gdLst/>
              <a:ahLst/>
              <a:cxnLst/>
              <a:rect l="0" t="0" r="0" b="0"/>
              <a:pathLst>
                <a:path w="53824" h="21552">
                  <a:moveTo>
                    <a:pt x="53824" y="0"/>
                  </a:moveTo>
                  <a:lnTo>
                    <a:pt x="0" y="2155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2" name="Candidate_receptor__2281">
              <a:extLst>
                <a:ext uri="{FF2B5EF4-FFF2-40B4-BE49-F238E27FC236}">
                  <a16:creationId xmlns:a16="http://schemas.microsoft.com/office/drawing/2014/main" id="{4EE664E9-44D8-8431-D0E4-F84DAEA9BB7C}"/>
                </a:ext>
              </a:extLst>
            </p:cNvPr>
            <p:cNvSpPr>
              <a:spLocks noGrp="1"/>
            </p:cNvSpPr>
            <p:nvPr/>
          </p:nvSpPr>
          <p:spPr>
            <a:xfrm>
              <a:off x="5214030" y="4313103"/>
              <a:ext cx="62690" cy="76668"/>
            </a:xfrm>
            <a:custGeom>
              <a:avLst/>
              <a:gdLst/>
              <a:ahLst/>
              <a:cxnLst/>
              <a:rect l="0" t="0" r="0" b="0"/>
              <a:pathLst>
                <a:path w="62690" h="76668">
                  <a:moveTo>
                    <a:pt x="0" y="0"/>
                  </a:moveTo>
                  <a:lnTo>
                    <a:pt x="62690" y="7666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3" name="Candidate_receptor__2282">
              <a:extLst>
                <a:ext uri="{FF2B5EF4-FFF2-40B4-BE49-F238E27FC236}">
                  <a16:creationId xmlns:a16="http://schemas.microsoft.com/office/drawing/2014/main" id="{7DB29672-72E3-0A06-9096-34374DD9BCCA}"/>
                </a:ext>
              </a:extLst>
            </p:cNvPr>
            <p:cNvSpPr>
              <a:spLocks noGrp="1"/>
            </p:cNvSpPr>
            <p:nvPr/>
          </p:nvSpPr>
          <p:spPr>
            <a:xfrm>
              <a:off x="6203265" y="4378120"/>
              <a:ext cx="60433" cy="93379"/>
            </a:xfrm>
            <a:custGeom>
              <a:avLst/>
              <a:gdLst/>
              <a:ahLst/>
              <a:cxnLst/>
              <a:rect l="0" t="0" r="0" b="0"/>
              <a:pathLst>
                <a:path w="60433" h="93379">
                  <a:moveTo>
                    <a:pt x="60433" y="93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4" name="Candidate_receptor__2283">
              <a:extLst>
                <a:ext uri="{FF2B5EF4-FFF2-40B4-BE49-F238E27FC236}">
                  <a16:creationId xmlns:a16="http://schemas.microsoft.com/office/drawing/2014/main" id="{86975C4E-9A56-CC4D-3968-E449A3CACBC2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47234" cy="25929"/>
            </a:xfrm>
            <a:custGeom>
              <a:avLst/>
              <a:gdLst/>
              <a:ahLst/>
              <a:cxnLst/>
              <a:rect l="0" t="0" r="0" b="0"/>
              <a:pathLst>
                <a:path w="47234" h="25929">
                  <a:moveTo>
                    <a:pt x="0" y="0"/>
                  </a:moveTo>
                  <a:lnTo>
                    <a:pt x="47234" y="25929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5" name="Candidate_receptor__2284">
              <a:extLst>
                <a:ext uri="{FF2B5EF4-FFF2-40B4-BE49-F238E27FC236}">
                  <a16:creationId xmlns:a16="http://schemas.microsoft.com/office/drawing/2014/main" id="{C195B4DD-C398-A302-8AC4-00A30B3A92C0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13103"/>
              <a:ext cx="87153" cy="23376"/>
            </a:xfrm>
            <a:custGeom>
              <a:avLst/>
              <a:gdLst/>
              <a:ahLst/>
              <a:cxnLst/>
              <a:rect l="0" t="0" r="0" b="0"/>
              <a:pathLst>
                <a:path w="87153" h="23376">
                  <a:moveTo>
                    <a:pt x="0" y="23376"/>
                  </a:moveTo>
                  <a:lnTo>
                    <a:pt x="8715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6" name="Candidate_receptor__2285">
              <a:extLst>
                <a:ext uri="{FF2B5EF4-FFF2-40B4-BE49-F238E27FC236}">
                  <a16:creationId xmlns:a16="http://schemas.microsoft.com/office/drawing/2014/main" id="{D05A2F8A-E4A1-0343-3E76-1827B81A5114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08771"/>
              <a:ext cx="60895" cy="58531"/>
            </a:xfrm>
            <a:custGeom>
              <a:avLst/>
              <a:gdLst/>
              <a:ahLst/>
              <a:cxnLst/>
              <a:rect l="0" t="0" r="0" b="0"/>
              <a:pathLst>
                <a:path w="60895" h="58531">
                  <a:moveTo>
                    <a:pt x="0" y="58531"/>
                  </a:moveTo>
                  <a:lnTo>
                    <a:pt x="6089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7" name="Candidate_receptor__2286">
              <a:extLst>
                <a:ext uri="{FF2B5EF4-FFF2-40B4-BE49-F238E27FC236}">
                  <a16:creationId xmlns:a16="http://schemas.microsoft.com/office/drawing/2014/main" id="{E2922B9F-AEA7-B41C-F0BC-3933C3A9996D}"/>
                </a:ext>
              </a:extLst>
            </p:cNvPr>
            <p:cNvSpPr>
              <a:spLocks noGrp="1"/>
            </p:cNvSpPr>
            <p:nvPr/>
          </p:nvSpPr>
          <p:spPr>
            <a:xfrm>
              <a:off x="5022783" y="5053921"/>
              <a:ext cx="71563" cy="76659"/>
            </a:xfrm>
            <a:custGeom>
              <a:avLst/>
              <a:gdLst/>
              <a:ahLst/>
              <a:cxnLst/>
              <a:rect l="0" t="0" r="0" b="0"/>
              <a:pathLst>
                <a:path w="71563" h="76659">
                  <a:moveTo>
                    <a:pt x="0" y="76659"/>
                  </a:moveTo>
                  <a:lnTo>
                    <a:pt x="7156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8" name="Candidate_receptor__2287">
              <a:extLst>
                <a:ext uri="{FF2B5EF4-FFF2-40B4-BE49-F238E27FC236}">
                  <a16:creationId xmlns:a16="http://schemas.microsoft.com/office/drawing/2014/main" id="{8D68CD99-6BC0-238E-A00A-B9617C296A2C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4757"/>
              <a:ext cx="109596" cy="701"/>
            </a:xfrm>
            <a:custGeom>
              <a:avLst/>
              <a:gdLst/>
              <a:ahLst/>
              <a:cxnLst/>
              <a:rect l="0" t="0" r="0" b="0"/>
              <a:pathLst>
                <a:path w="109596" h="701">
                  <a:moveTo>
                    <a:pt x="0" y="701"/>
                  </a:moveTo>
                  <a:lnTo>
                    <a:pt x="10959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9" name="Candidate_receptor__2288">
              <a:extLst>
                <a:ext uri="{FF2B5EF4-FFF2-40B4-BE49-F238E27FC236}">
                  <a16:creationId xmlns:a16="http://schemas.microsoft.com/office/drawing/2014/main" id="{86BCACDF-306F-4A41-45A8-DA1C431DE353}"/>
                </a:ext>
              </a:extLst>
            </p:cNvPr>
            <p:cNvSpPr>
              <a:spLocks noGrp="1"/>
            </p:cNvSpPr>
            <p:nvPr/>
          </p:nvSpPr>
          <p:spPr>
            <a:xfrm>
              <a:off x="6698603" y="4297348"/>
              <a:ext cx="36826" cy="103039"/>
            </a:xfrm>
            <a:custGeom>
              <a:avLst/>
              <a:gdLst/>
              <a:ahLst/>
              <a:cxnLst/>
              <a:rect l="0" t="0" r="0" b="0"/>
              <a:pathLst>
                <a:path w="36826" h="103039">
                  <a:moveTo>
                    <a:pt x="0" y="103039"/>
                  </a:moveTo>
                  <a:lnTo>
                    <a:pt x="368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90" name="Candidate_receptor__2289">
              <a:extLst>
                <a:ext uri="{FF2B5EF4-FFF2-40B4-BE49-F238E27FC236}">
                  <a16:creationId xmlns:a16="http://schemas.microsoft.com/office/drawing/2014/main" id="{02CB9CE8-42E7-4788-00B8-974E07A506B9}"/>
                </a:ext>
              </a:extLst>
            </p:cNvPr>
            <p:cNvSpPr>
              <a:spLocks noGrp="1"/>
            </p:cNvSpPr>
            <p:nvPr/>
          </p:nvSpPr>
          <p:spPr>
            <a:xfrm>
              <a:off x="5196268" y="4389771"/>
              <a:ext cx="80452" cy="81034"/>
            </a:xfrm>
            <a:custGeom>
              <a:avLst/>
              <a:gdLst/>
              <a:ahLst/>
              <a:cxnLst/>
              <a:rect l="0" t="0" r="0" b="0"/>
              <a:pathLst>
                <a:path w="80452" h="81034">
                  <a:moveTo>
                    <a:pt x="80452" y="0"/>
                  </a:moveTo>
                  <a:lnTo>
                    <a:pt x="0" y="8103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91" name="Candidate_receptor__2290">
              <a:extLst>
                <a:ext uri="{FF2B5EF4-FFF2-40B4-BE49-F238E27FC236}">
                  <a16:creationId xmlns:a16="http://schemas.microsoft.com/office/drawing/2014/main" id="{A3776512-2682-C77E-6245-AA2594B4D638}"/>
                </a:ext>
              </a:extLst>
            </p:cNvPr>
            <p:cNvSpPr>
              <a:spLocks noGrp="1"/>
            </p:cNvSpPr>
            <p:nvPr/>
          </p:nvSpPr>
          <p:spPr>
            <a:xfrm>
              <a:off x="4750358" y="4505925"/>
              <a:ext cx="17038" cy="102846"/>
            </a:xfrm>
            <a:custGeom>
              <a:avLst/>
              <a:gdLst/>
              <a:ahLst/>
              <a:cxnLst/>
              <a:rect l="0" t="0" r="0" b="0"/>
              <a:pathLst>
                <a:path w="17038" h="102846">
                  <a:moveTo>
                    <a:pt x="17038" y="102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2" name="Candidate_receptor__2291">
              <a:extLst>
                <a:ext uri="{FF2B5EF4-FFF2-40B4-BE49-F238E27FC236}">
                  <a16:creationId xmlns:a16="http://schemas.microsoft.com/office/drawing/2014/main" id="{94413BA3-B50C-2A6C-28C4-B41D7985C48E}"/>
                </a:ext>
              </a:extLst>
            </p:cNvPr>
            <p:cNvSpPr>
              <a:spLocks noGrp="1"/>
            </p:cNvSpPr>
            <p:nvPr/>
          </p:nvSpPr>
          <p:spPr>
            <a:xfrm>
              <a:off x="5259218" y="4754757"/>
              <a:ext cx="29407" cy="92099"/>
            </a:xfrm>
            <a:custGeom>
              <a:avLst/>
              <a:gdLst/>
              <a:ahLst/>
              <a:cxnLst/>
              <a:rect l="0" t="0" r="0" b="0"/>
              <a:pathLst>
                <a:path w="29407" h="92099">
                  <a:moveTo>
                    <a:pt x="0" y="0"/>
                  </a:moveTo>
                  <a:lnTo>
                    <a:pt x="29407" y="92099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3" name="Candidate_receptor__2292">
              <a:extLst>
                <a:ext uri="{FF2B5EF4-FFF2-40B4-BE49-F238E27FC236}">
                  <a16:creationId xmlns:a16="http://schemas.microsoft.com/office/drawing/2014/main" id="{9B72003F-7D11-751E-E950-D164BD3A32CC}"/>
                </a:ext>
              </a:extLst>
            </p:cNvPr>
            <p:cNvSpPr>
              <a:spLocks noGrp="1"/>
            </p:cNvSpPr>
            <p:nvPr/>
          </p:nvSpPr>
          <p:spPr>
            <a:xfrm>
              <a:off x="6389586" y="3380920"/>
              <a:ext cx="34164" cy="15622"/>
            </a:xfrm>
            <a:custGeom>
              <a:avLst/>
              <a:gdLst/>
              <a:ahLst/>
              <a:cxnLst/>
              <a:rect l="0" t="0" r="0" b="0"/>
              <a:pathLst>
                <a:path w="34164" h="15622">
                  <a:moveTo>
                    <a:pt x="34164" y="156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2294" name="Candidate_receptor__2293">
              <a:extLst>
                <a:ext uri="{FF2B5EF4-FFF2-40B4-BE49-F238E27FC236}">
                  <a16:creationId xmlns:a16="http://schemas.microsoft.com/office/drawing/2014/main" id="{CB9E8D83-8EBE-F205-6960-1A3D320FD238}"/>
                </a:ext>
              </a:extLst>
            </p:cNvPr>
            <p:cNvSpPr>
              <a:spLocks noGrp="1"/>
            </p:cNvSpPr>
            <p:nvPr/>
          </p:nvSpPr>
          <p:spPr>
            <a:xfrm>
              <a:off x="5035047" y="4875709"/>
              <a:ext cx="9977" cy="75079"/>
            </a:xfrm>
            <a:custGeom>
              <a:avLst/>
              <a:gdLst/>
              <a:ahLst/>
              <a:cxnLst/>
              <a:rect l="0" t="0" r="0" b="0"/>
              <a:pathLst>
                <a:path w="9977" h="75079">
                  <a:moveTo>
                    <a:pt x="0" y="75079"/>
                  </a:moveTo>
                  <a:lnTo>
                    <a:pt x="9977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5" name="Candidate_receptor__2294">
              <a:extLst>
                <a:ext uri="{FF2B5EF4-FFF2-40B4-BE49-F238E27FC236}">
                  <a16:creationId xmlns:a16="http://schemas.microsoft.com/office/drawing/2014/main" id="{A458BCC3-FC6F-E31A-5A87-C10001E8859B}"/>
                </a:ext>
              </a:extLst>
            </p:cNvPr>
            <p:cNvSpPr>
              <a:spLocks noGrp="1"/>
            </p:cNvSpPr>
            <p:nvPr/>
          </p:nvSpPr>
          <p:spPr>
            <a:xfrm>
              <a:off x="6526812" y="4146378"/>
              <a:ext cx="114772" cy="12466"/>
            </a:xfrm>
            <a:custGeom>
              <a:avLst/>
              <a:gdLst/>
              <a:ahLst/>
              <a:cxnLst/>
              <a:rect l="0" t="0" r="0" b="0"/>
              <a:pathLst>
                <a:path w="114772" h="12466">
                  <a:moveTo>
                    <a:pt x="114772" y="0"/>
                  </a:moveTo>
                  <a:lnTo>
                    <a:pt x="0" y="12466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6" name="Candidate_receptor__2295">
              <a:extLst>
                <a:ext uri="{FF2B5EF4-FFF2-40B4-BE49-F238E27FC236}">
                  <a16:creationId xmlns:a16="http://schemas.microsoft.com/office/drawing/2014/main" id="{1EB26B8A-0541-3D6D-1C10-666729170389}"/>
                </a:ext>
              </a:extLst>
            </p:cNvPr>
            <p:cNvSpPr>
              <a:spLocks noGrp="1"/>
            </p:cNvSpPr>
            <p:nvPr/>
          </p:nvSpPr>
          <p:spPr>
            <a:xfrm>
              <a:off x="6166310" y="4471499"/>
              <a:ext cx="97388" cy="48440"/>
            </a:xfrm>
            <a:custGeom>
              <a:avLst/>
              <a:gdLst/>
              <a:ahLst/>
              <a:cxnLst/>
              <a:rect l="0" t="0" r="0" b="0"/>
              <a:pathLst>
                <a:path w="97388" h="48440">
                  <a:moveTo>
                    <a:pt x="0" y="48440"/>
                  </a:moveTo>
                  <a:lnTo>
                    <a:pt x="973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7" name="Candidate_receptor__2296">
              <a:extLst>
                <a:ext uri="{FF2B5EF4-FFF2-40B4-BE49-F238E27FC236}">
                  <a16:creationId xmlns:a16="http://schemas.microsoft.com/office/drawing/2014/main" id="{B5F3688D-3466-6561-920D-FA0736589EDA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395753"/>
              <a:ext cx="100249" cy="41040"/>
            </a:xfrm>
            <a:custGeom>
              <a:avLst/>
              <a:gdLst/>
              <a:ahLst/>
              <a:cxnLst/>
              <a:rect l="0" t="0" r="0" b="0"/>
              <a:pathLst>
                <a:path w="100249" h="41040">
                  <a:moveTo>
                    <a:pt x="100249" y="0"/>
                  </a:moveTo>
                  <a:lnTo>
                    <a:pt x="0" y="4104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8" name="Candidate_receptor__2297">
              <a:extLst>
                <a:ext uri="{FF2B5EF4-FFF2-40B4-BE49-F238E27FC236}">
                  <a16:creationId xmlns:a16="http://schemas.microsoft.com/office/drawing/2014/main" id="{B0357ABF-F557-AC40-5071-5322E2BE19D1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525182"/>
              <a:ext cx="12520" cy="40852"/>
            </a:xfrm>
            <a:custGeom>
              <a:avLst/>
              <a:gdLst/>
              <a:ahLst/>
              <a:cxnLst/>
              <a:rect l="0" t="0" r="0" b="0"/>
              <a:pathLst>
                <a:path w="12520" h="40852">
                  <a:moveTo>
                    <a:pt x="12520" y="0"/>
                  </a:moveTo>
                  <a:lnTo>
                    <a:pt x="0" y="40852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9" name="Candidate_receptor__2298">
              <a:extLst>
                <a:ext uri="{FF2B5EF4-FFF2-40B4-BE49-F238E27FC236}">
                  <a16:creationId xmlns:a16="http://schemas.microsoft.com/office/drawing/2014/main" id="{109D6100-807E-7487-4841-6A25B015561B}"/>
                </a:ext>
              </a:extLst>
            </p:cNvPr>
            <p:cNvSpPr>
              <a:spLocks noGrp="1"/>
            </p:cNvSpPr>
            <p:nvPr/>
          </p:nvSpPr>
          <p:spPr>
            <a:xfrm>
              <a:off x="6271941" y="4644584"/>
              <a:ext cx="54338" cy="73373"/>
            </a:xfrm>
            <a:custGeom>
              <a:avLst/>
              <a:gdLst/>
              <a:ahLst/>
              <a:cxnLst/>
              <a:rect l="0" t="0" r="0" b="0"/>
              <a:pathLst>
                <a:path w="54338" h="73373">
                  <a:moveTo>
                    <a:pt x="54338" y="0"/>
                  </a:moveTo>
                  <a:lnTo>
                    <a:pt x="0" y="73373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2300" name="Candidate_receptor__2299">
              <a:extLst>
                <a:ext uri="{FF2B5EF4-FFF2-40B4-BE49-F238E27FC236}">
                  <a16:creationId xmlns:a16="http://schemas.microsoft.com/office/drawing/2014/main" id="{4248CA1B-1803-4005-1433-7C729C110BC0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52270" cy="4715"/>
            </a:xfrm>
            <a:custGeom>
              <a:avLst/>
              <a:gdLst/>
              <a:ahLst/>
              <a:cxnLst/>
              <a:rect l="0" t="0" r="0" b="0"/>
              <a:pathLst>
                <a:path w="52270" h="4715">
                  <a:moveTo>
                    <a:pt x="52270" y="47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1" name="Candidate_receptor__2300">
              <a:extLst>
                <a:ext uri="{FF2B5EF4-FFF2-40B4-BE49-F238E27FC236}">
                  <a16:creationId xmlns:a16="http://schemas.microsoft.com/office/drawing/2014/main" id="{84AE6506-86FF-C16F-EA91-8D9A15E89DCD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482800"/>
              <a:ext cx="73843" cy="73937"/>
            </a:xfrm>
            <a:custGeom>
              <a:avLst/>
              <a:gdLst/>
              <a:ahLst/>
              <a:cxnLst/>
              <a:rect l="0" t="0" r="0" b="0"/>
              <a:pathLst>
                <a:path w="73843" h="73937">
                  <a:moveTo>
                    <a:pt x="0" y="73937"/>
                  </a:moveTo>
                  <a:lnTo>
                    <a:pt x="73843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2" name="Candidate_receptor__2301">
              <a:extLst>
                <a:ext uri="{FF2B5EF4-FFF2-40B4-BE49-F238E27FC236}">
                  <a16:creationId xmlns:a16="http://schemas.microsoft.com/office/drawing/2014/main" id="{77864276-5F8E-3F7C-B7AE-E800B8795DE1}"/>
                </a:ext>
              </a:extLst>
            </p:cNvPr>
            <p:cNvSpPr>
              <a:spLocks noGrp="1"/>
            </p:cNvSpPr>
            <p:nvPr/>
          </p:nvSpPr>
          <p:spPr>
            <a:xfrm>
              <a:off x="5504328" y="4395753"/>
              <a:ext cx="61133" cy="87048"/>
            </a:xfrm>
            <a:custGeom>
              <a:avLst/>
              <a:gdLst/>
              <a:ahLst/>
              <a:cxnLst/>
              <a:rect l="0" t="0" r="0" b="0"/>
              <a:pathLst>
                <a:path w="61133" h="87048">
                  <a:moveTo>
                    <a:pt x="61133" y="870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3" name="Candidate_receptor__2302">
              <a:extLst>
                <a:ext uri="{FF2B5EF4-FFF2-40B4-BE49-F238E27FC236}">
                  <a16:creationId xmlns:a16="http://schemas.microsoft.com/office/drawing/2014/main" id="{671C0298-6F70-F1D3-CC33-90593BE44979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91231"/>
              <a:ext cx="98158" cy="12739"/>
            </a:xfrm>
            <a:custGeom>
              <a:avLst/>
              <a:gdLst/>
              <a:ahLst/>
              <a:cxnLst/>
              <a:rect l="0" t="0" r="0" b="0"/>
              <a:pathLst>
                <a:path w="98158" h="12739">
                  <a:moveTo>
                    <a:pt x="98158" y="12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4" name="Candidate_receptor__2303">
              <a:extLst>
                <a:ext uri="{FF2B5EF4-FFF2-40B4-BE49-F238E27FC236}">
                  <a16:creationId xmlns:a16="http://schemas.microsoft.com/office/drawing/2014/main" id="{ECEAE40E-FB8D-A8BF-949F-5EB10F2A6CE8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46857"/>
              <a:ext cx="95541" cy="57184"/>
            </a:xfrm>
            <a:custGeom>
              <a:avLst/>
              <a:gdLst/>
              <a:ahLst/>
              <a:cxnLst/>
              <a:rect l="0" t="0" r="0" b="0"/>
              <a:pathLst>
                <a:path w="95541" h="57184">
                  <a:moveTo>
                    <a:pt x="95541" y="0"/>
                  </a:moveTo>
                  <a:lnTo>
                    <a:pt x="0" y="57184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5" name="Candidate_receptor__2304">
              <a:extLst>
                <a:ext uri="{FF2B5EF4-FFF2-40B4-BE49-F238E27FC236}">
                  <a16:creationId xmlns:a16="http://schemas.microsoft.com/office/drawing/2014/main" id="{DF5CAD69-C9C9-5C25-FFB9-0D9CB6533376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4950788"/>
              <a:ext cx="89881" cy="51836"/>
            </a:xfrm>
            <a:custGeom>
              <a:avLst/>
              <a:gdLst/>
              <a:ahLst/>
              <a:cxnLst/>
              <a:rect l="0" t="0" r="0" b="0"/>
              <a:pathLst>
                <a:path w="89881" h="51836">
                  <a:moveTo>
                    <a:pt x="0" y="51836"/>
                  </a:moveTo>
                  <a:lnTo>
                    <a:pt x="89881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6" name="Candidate_receptor__2305">
              <a:extLst>
                <a:ext uri="{FF2B5EF4-FFF2-40B4-BE49-F238E27FC236}">
                  <a16:creationId xmlns:a16="http://schemas.microsoft.com/office/drawing/2014/main" id="{9293FD82-E04B-5FCE-BA10-24C96C6A3441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34220"/>
              <a:ext cx="8488" cy="18220"/>
            </a:xfrm>
            <a:custGeom>
              <a:avLst/>
              <a:gdLst/>
              <a:ahLst/>
              <a:cxnLst/>
              <a:rect l="0" t="0" r="0" b="0"/>
              <a:pathLst>
                <a:path w="8488" h="18220">
                  <a:moveTo>
                    <a:pt x="0" y="18220"/>
                  </a:moveTo>
                  <a:lnTo>
                    <a:pt x="84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7" name="Candidate_receptor__2306">
              <a:extLst>
                <a:ext uri="{FF2B5EF4-FFF2-40B4-BE49-F238E27FC236}">
                  <a16:creationId xmlns:a16="http://schemas.microsoft.com/office/drawing/2014/main" id="{BFBDB5F2-7516-5C5A-9B24-3C4F1E188EE7}"/>
                </a:ext>
              </a:extLst>
            </p:cNvPr>
            <p:cNvSpPr>
              <a:spLocks noGrp="1"/>
            </p:cNvSpPr>
            <p:nvPr/>
          </p:nvSpPr>
          <p:spPr>
            <a:xfrm>
              <a:off x="4990283" y="4703969"/>
              <a:ext cx="43384" cy="63066"/>
            </a:xfrm>
            <a:custGeom>
              <a:avLst/>
              <a:gdLst/>
              <a:ahLst/>
              <a:cxnLst/>
              <a:rect l="0" t="0" r="0" b="0"/>
              <a:pathLst>
                <a:path w="43384" h="63066">
                  <a:moveTo>
                    <a:pt x="43384" y="630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08" name="Candidate_receptor__2307">
              <a:extLst>
                <a:ext uri="{FF2B5EF4-FFF2-40B4-BE49-F238E27FC236}">
                  <a16:creationId xmlns:a16="http://schemas.microsoft.com/office/drawing/2014/main" id="{A06CCD3D-9AB8-B586-45FE-92D655D7E650}"/>
                </a:ext>
              </a:extLst>
            </p:cNvPr>
            <p:cNvSpPr>
              <a:spLocks noGrp="1"/>
            </p:cNvSpPr>
            <p:nvPr/>
          </p:nvSpPr>
          <p:spPr>
            <a:xfrm>
              <a:off x="6641583" y="4146378"/>
              <a:ext cx="12010" cy="86526"/>
            </a:xfrm>
            <a:custGeom>
              <a:avLst/>
              <a:gdLst/>
              <a:ahLst/>
              <a:cxnLst/>
              <a:rect l="0" t="0" r="0" b="0"/>
              <a:pathLst>
                <a:path w="12010" h="86526">
                  <a:moveTo>
                    <a:pt x="12010" y="86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09" name="Candidate_receptor__2308">
              <a:extLst>
                <a:ext uri="{FF2B5EF4-FFF2-40B4-BE49-F238E27FC236}">
                  <a16:creationId xmlns:a16="http://schemas.microsoft.com/office/drawing/2014/main" id="{4E652396-2E2C-38C8-0C56-A288B8DE530E}"/>
                </a:ext>
              </a:extLst>
            </p:cNvPr>
            <p:cNvSpPr>
              <a:spLocks noGrp="1"/>
            </p:cNvSpPr>
            <p:nvPr/>
          </p:nvSpPr>
          <p:spPr>
            <a:xfrm>
              <a:off x="4923392" y="4533619"/>
              <a:ext cx="88632" cy="44770"/>
            </a:xfrm>
            <a:custGeom>
              <a:avLst/>
              <a:gdLst/>
              <a:ahLst/>
              <a:cxnLst/>
              <a:rect l="0" t="0" r="0" b="0"/>
              <a:pathLst>
                <a:path w="88632" h="44770">
                  <a:moveTo>
                    <a:pt x="88632" y="447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0" name="Candidate_receptor__2309">
              <a:extLst>
                <a:ext uri="{FF2B5EF4-FFF2-40B4-BE49-F238E27FC236}">
                  <a16:creationId xmlns:a16="http://schemas.microsoft.com/office/drawing/2014/main" id="{F30BAD09-11B1-ADFC-A957-7B79A91FF65E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32904"/>
              <a:ext cx="74896" cy="65292"/>
            </a:xfrm>
            <a:custGeom>
              <a:avLst/>
              <a:gdLst/>
              <a:ahLst/>
              <a:cxnLst/>
              <a:rect l="0" t="0" r="0" b="0"/>
              <a:pathLst>
                <a:path w="74896" h="65292">
                  <a:moveTo>
                    <a:pt x="0" y="65292"/>
                  </a:moveTo>
                  <a:lnTo>
                    <a:pt x="7489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1" name="Candidate_receptor__2310">
              <a:extLst>
                <a:ext uri="{FF2B5EF4-FFF2-40B4-BE49-F238E27FC236}">
                  <a16:creationId xmlns:a16="http://schemas.microsoft.com/office/drawing/2014/main" id="{B0457ED8-7147-0483-BDDB-6E8AC4A9B3DE}"/>
                </a:ext>
              </a:extLst>
            </p:cNvPr>
            <p:cNvSpPr>
              <a:spLocks noGrp="1"/>
            </p:cNvSpPr>
            <p:nvPr/>
          </p:nvSpPr>
          <p:spPr>
            <a:xfrm>
              <a:off x="4529436" y="4393451"/>
              <a:ext cx="110590" cy="33023"/>
            </a:xfrm>
            <a:custGeom>
              <a:avLst/>
              <a:gdLst/>
              <a:ahLst/>
              <a:cxnLst/>
              <a:rect l="0" t="0" r="0" b="0"/>
              <a:pathLst>
                <a:path w="110590" h="33023">
                  <a:moveTo>
                    <a:pt x="110590" y="0"/>
                  </a:moveTo>
                  <a:lnTo>
                    <a:pt x="0" y="33023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2" name="Candidate_receptor__2311">
              <a:extLst>
                <a:ext uri="{FF2B5EF4-FFF2-40B4-BE49-F238E27FC236}">
                  <a16:creationId xmlns:a16="http://schemas.microsoft.com/office/drawing/2014/main" id="{159FE828-74CA-6EBA-C49D-ABEAA8FC0991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5458"/>
              <a:ext cx="34010" cy="14546"/>
            </a:xfrm>
            <a:custGeom>
              <a:avLst/>
              <a:gdLst/>
              <a:ahLst/>
              <a:cxnLst/>
              <a:rect l="0" t="0" r="0" b="0"/>
              <a:pathLst>
                <a:path w="34010" h="14546">
                  <a:moveTo>
                    <a:pt x="34010" y="14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3" name="Candidate_receptor__2312">
              <a:extLst>
                <a:ext uri="{FF2B5EF4-FFF2-40B4-BE49-F238E27FC236}">
                  <a16:creationId xmlns:a16="http://schemas.microsoft.com/office/drawing/2014/main" id="{0BB4D39F-1CDD-17FE-706D-8DDFBBEFBE8D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23667"/>
              <a:ext cx="69915" cy="12812"/>
            </a:xfrm>
            <a:custGeom>
              <a:avLst/>
              <a:gdLst/>
              <a:ahLst/>
              <a:cxnLst/>
              <a:rect l="0" t="0" r="0" b="0"/>
              <a:pathLst>
                <a:path w="69915" h="12812">
                  <a:moveTo>
                    <a:pt x="69915" y="0"/>
                  </a:moveTo>
                  <a:lnTo>
                    <a:pt x="0" y="12812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4" name="Candidate_receptor__2313">
              <a:extLst>
                <a:ext uri="{FF2B5EF4-FFF2-40B4-BE49-F238E27FC236}">
                  <a16:creationId xmlns:a16="http://schemas.microsoft.com/office/drawing/2014/main" id="{43C21959-A390-24A0-2A44-17E95B5A5370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89814" cy="70425"/>
            </a:xfrm>
            <a:custGeom>
              <a:avLst/>
              <a:gdLst/>
              <a:ahLst/>
              <a:cxnLst/>
              <a:rect l="0" t="0" r="0" b="0"/>
              <a:pathLst>
                <a:path w="89814" h="70425">
                  <a:moveTo>
                    <a:pt x="89814" y="704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5" name="Candidate_receptor__2314">
              <a:extLst>
                <a:ext uri="{FF2B5EF4-FFF2-40B4-BE49-F238E27FC236}">
                  <a16:creationId xmlns:a16="http://schemas.microsoft.com/office/drawing/2014/main" id="{210AAD0B-B946-9CFE-79A7-B5EB88EC0F0D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533619"/>
              <a:ext cx="74587" cy="960"/>
            </a:xfrm>
            <a:custGeom>
              <a:avLst/>
              <a:gdLst/>
              <a:ahLst/>
              <a:cxnLst/>
              <a:rect l="0" t="0" r="0" b="0"/>
              <a:pathLst>
                <a:path w="74587" h="960">
                  <a:moveTo>
                    <a:pt x="74587" y="0"/>
                  </a:moveTo>
                  <a:lnTo>
                    <a:pt x="0" y="96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6" name="Candidate_receptor__2315">
              <a:extLst>
                <a:ext uri="{FF2B5EF4-FFF2-40B4-BE49-F238E27FC236}">
                  <a16:creationId xmlns:a16="http://schemas.microsoft.com/office/drawing/2014/main" id="{C661F2E4-B952-F93B-3C36-A19E5D50BC60}"/>
                </a:ext>
              </a:extLst>
            </p:cNvPr>
            <p:cNvSpPr>
              <a:spLocks noGrp="1"/>
            </p:cNvSpPr>
            <p:nvPr/>
          </p:nvSpPr>
          <p:spPr>
            <a:xfrm>
              <a:off x="5115115" y="4191711"/>
              <a:ext cx="111992" cy="26540"/>
            </a:xfrm>
            <a:custGeom>
              <a:avLst/>
              <a:gdLst/>
              <a:ahLst/>
              <a:cxnLst/>
              <a:rect l="0" t="0" r="0" b="0"/>
              <a:pathLst>
                <a:path w="111992" h="26540">
                  <a:moveTo>
                    <a:pt x="0" y="0"/>
                  </a:moveTo>
                  <a:lnTo>
                    <a:pt x="111992" y="2654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7" name="Candidate_receptor__2316">
              <a:extLst>
                <a:ext uri="{FF2B5EF4-FFF2-40B4-BE49-F238E27FC236}">
                  <a16:creationId xmlns:a16="http://schemas.microsoft.com/office/drawing/2014/main" id="{88F09229-CD7A-DB0F-082D-6F32CA09C82D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14242" cy="222"/>
            </a:xfrm>
            <a:custGeom>
              <a:avLst/>
              <a:gdLst/>
              <a:ahLst/>
              <a:cxnLst/>
              <a:rect l="0" t="0" r="0" b="0"/>
              <a:pathLst>
                <a:path w="114242" h="222">
                  <a:moveTo>
                    <a:pt x="114242" y="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8" name="Candidate_receptor__2317">
              <a:extLst>
                <a:ext uri="{FF2B5EF4-FFF2-40B4-BE49-F238E27FC236}">
                  <a16:creationId xmlns:a16="http://schemas.microsoft.com/office/drawing/2014/main" id="{B10EA3C9-C0F8-36FD-39B5-4106297A23B1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149649"/>
              <a:ext cx="3542" cy="9194"/>
            </a:xfrm>
            <a:custGeom>
              <a:avLst/>
              <a:gdLst/>
              <a:ahLst/>
              <a:cxnLst/>
              <a:rect l="0" t="0" r="0" b="0"/>
              <a:pathLst>
                <a:path w="3542" h="9194">
                  <a:moveTo>
                    <a:pt x="3542" y="9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9" name="Candidate_receptor__2318">
              <a:extLst>
                <a:ext uri="{FF2B5EF4-FFF2-40B4-BE49-F238E27FC236}">
                  <a16:creationId xmlns:a16="http://schemas.microsoft.com/office/drawing/2014/main" id="{D96AB3CF-8E6E-FD0B-FA21-E45830A1448A}"/>
                </a:ext>
              </a:extLst>
            </p:cNvPr>
            <p:cNvSpPr>
              <a:spLocks noGrp="1"/>
            </p:cNvSpPr>
            <p:nvPr/>
          </p:nvSpPr>
          <p:spPr>
            <a:xfrm>
              <a:off x="5655840" y="4871213"/>
              <a:ext cx="106231" cy="8709"/>
            </a:xfrm>
            <a:custGeom>
              <a:avLst/>
              <a:gdLst/>
              <a:ahLst/>
              <a:cxnLst/>
              <a:rect l="0" t="0" r="0" b="0"/>
              <a:pathLst>
                <a:path w="106231" h="8709">
                  <a:moveTo>
                    <a:pt x="0" y="0"/>
                  </a:moveTo>
                  <a:lnTo>
                    <a:pt x="106231" y="8709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2320" name="Candidate_receptor__2319">
              <a:extLst>
                <a:ext uri="{FF2B5EF4-FFF2-40B4-BE49-F238E27FC236}">
                  <a16:creationId xmlns:a16="http://schemas.microsoft.com/office/drawing/2014/main" id="{DD136C85-7EA8-C9EB-B0CA-425E49C94842}"/>
                </a:ext>
              </a:extLst>
            </p:cNvPr>
            <p:cNvSpPr>
              <a:spLocks noGrp="1"/>
            </p:cNvSpPr>
            <p:nvPr/>
          </p:nvSpPr>
          <p:spPr>
            <a:xfrm>
              <a:off x="6326278" y="4644584"/>
              <a:ext cx="93131" cy="32082"/>
            </a:xfrm>
            <a:custGeom>
              <a:avLst/>
              <a:gdLst/>
              <a:ahLst/>
              <a:cxnLst/>
              <a:rect l="0" t="0" r="0" b="0"/>
              <a:pathLst>
                <a:path w="93131" h="32082">
                  <a:moveTo>
                    <a:pt x="93131" y="32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2321" name="Candidate_receptor__2320">
              <a:extLst>
                <a:ext uri="{FF2B5EF4-FFF2-40B4-BE49-F238E27FC236}">
                  <a16:creationId xmlns:a16="http://schemas.microsoft.com/office/drawing/2014/main" id="{1D81508B-D0F5-17F7-AD14-B301F3D30835}"/>
                </a:ext>
              </a:extLst>
            </p:cNvPr>
            <p:cNvSpPr>
              <a:spLocks noGrp="1"/>
            </p:cNvSpPr>
            <p:nvPr/>
          </p:nvSpPr>
          <p:spPr>
            <a:xfrm>
              <a:off x="4940361" y="4767035"/>
              <a:ext cx="93306" cy="67185"/>
            </a:xfrm>
            <a:custGeom>
              <a:avLst/>
              <a:gdLst/>
              <a:ahLst/>
              <a:cxnLst/>
              <a:rect l="0" t="0" r="0" b="0"/>
              <a:pathLst>
                <a:path w="93306" h="67185">
                  <a:moveTo>
                    <a:pt x="0" y="67185"/>
                  </a:moveTo>
                  <a:lnTo>
                    <a:pt x="9330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22" name="Candidate_receptor__2321">
              <a:extLst>
                <a:ext uri="{FF2B5EF4-FFF2-40B4-BE49-F238E27FC236}">
                  <a16:creationId xmlns:a16="http://schemas.microsoft.com/office/drawing/2014/main" id="{10E93C41-0436-09A2-2527-F26414BB79A0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4007966"/>
              <a:ext cx="93927" cy="20571"/>
            </a:xfrm>
            <a:custGeom>
              <a:avLst/>
              <a:gdLst/>
              <a:ahLst/>
              <a:cxnLst/>
              <a:rect l="0" t="0" r="0" b="0"/>
              <a:pathLst>
                <a:path w="93927" h="20571">
                  <a:moveTo>
                    <a:pt x="93927" y="0"/>
                  </a:moveTo>
                  <a:lnTo>
                    <a:pt x="0" y="20571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23" name="Candidate_receptor__2322">
              <a:extLst>
                <a:ext uri="{FF2B5EF4-FFF2-40B4-BE49-F238E27FC236}">
                  <a16:creationId xmlns:a16="http://schemas.microsoft.com/office/drawing/2014/main" id="{E9145C72-35CD-4A75-F721-16B945742238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436792"/>
              <a:ext cx="47323" cy="15161"/>
            </a:xfrm>
            <a:custGeom>
              <a:avLst/>
              <a:gdLst/>
              <a:ahLst/>
              <a:cxnLst/>
              <a:rect l="0" t="0" r="0" b="0"/>
              <a:pathLst>
                <a:path w="47323" h="15161">
                  <a:moveTo>
                    <a:pt x="0" y="0"/>
                  </a:moveTo>
                  <a:lnTo>
                    <a:pt x="47323" y="15161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4" name="Candidate_receptor__2323">
              <a:extLst>
                <a:ext uri="{FF2B5EF4-FFF2-40B4-BE49-F238E27FC236}">
                  <a16:creationId xmlns:a16="http://schemas.microsoft.com/office/drawing/2014/main" id="{F1E6FB4B-01C1-6099-5C36-BB0CE67C6928}"/>
                </a:ext>
              </a:extLst>
            </p:cNvPr>
            <p:cNvSpPr>
              <a:spLocks noGrp="1"/>
            </p:cNvSpPr>
            <p:nvPr/>
          </p:nvSpPr>
          <p:spPr>
            <a:xfrm>
              <a:off x="6419410" y="4610104"/>
              <a:ext cx="81621" cy="66562"/>
            </a:xfrm>
            <a:custGeom>
              <a:avLst/>
              <a:gdLst/>
              <a:ahLst/>
              <a:cxnLst/>
              <a:rect l="0" t="0" r="0" b="0"/>
              <a:pathLst>
                <a:path w="81621" h="66562">
                  <a:moveTo>
                    <a:pt x="81621" y="0"/>
                  </a:moveTo>
                  <a:lnTo>
                    <a:pt x="0" y="66562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25" name="Candidate_receptor__2324">
              <a:extLst>
                <a:ext uri="{FF2B5EF4-FFF2-40B4-BE49-F238E27FC236}">
                  <a16:creationId xmlns:a16="http://schemas.microsoft.com/office/drawing/2014/main" id="{23F8951C-B355-4765-ECFD-04C00A302EC9}"/>
                </a:ext>
              </a:extLst>
            </p:cNvPr>
            <p:cNvSpPr>
              <a:spLocks noGrp="1"/>
            </p:cNvSpPr>
            <p:nvPr/>
          </p:nvSpPr>
          <p:spPr>
            <a:xfrm>
              <a:off x="4640026" y="4393451"/>
              <a:ext cx="43340" cy="87259"/>
            </a:xfrm>
            <a:custGeom>
              <a:avLst/>
              <a:gdLst/>
              <a:ahLst/>
              <a:cxnLst/>
              <a:rect l="0" t="0" r="0" b="0"/>
              <a:pathLst>
                <a:path w="43340" h="87259">
                  <a:moveTo>
                    <a:pt x="43340" y="872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6" name="Candidate_receptor__2325">
              <a:extLst>
                <a:ext uri="{FF2B5EF4-FFF2-40B4-BE49-F238E27FC236}">
                  <a16:creationId xmlns:a16="http://schemas.microsoft.com/office/drawing/2014/main" id="{AFF30D77-8F43-0B0E-65DD-B54593A8E3D1}"/>
                </a:ext>
              </a:extLst>
            </p:cNvPr>
            <p:cNvSpPr>
              <a:spLocks noGrp="1"/>
            </p:cNvSpPr>
            <p:nvPr/>
          </p:nvSpPr>
          <p:spPr>
            <a:xfrm>
              <a:off x="6251735" y="4300076"/>
              <a:ext cx="45245" cy="84028"/>
            </a:xfrm>
            <a:custGeom>
              <a:avLst/>
              <a:gdLst/>
              <a:ahLst/>
              <a:cxnLst/>
              <a:rect l="0" t="0" r="0" b="0"/>
              <a:pathLst>
                <a:path w="45245" h="84028">
                  <a:moveTo>
                    <a:pt x="0" y="84028"/>
                  </a:moveTo>
                  <a:lnTo>
                    <a:pt x="4524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7" name="Candidate_receptor__2326">
              <a:extLst>
                <a:ext uri="{FF2B5EF4-FFF2-40B4-BE49-F238E27FC236}">
                  <a16:creationId xmlns:a16="http://schemas.microsoft.com/office/drawing/2014/main" id="{6BA9D012-88C3-6C0A-EF3A-9322C2149EB2}"/>
                </a:ext>
              </a:extLst>
            </p:cNvPr>
            <p:cNvSpPr>
              <a:spLocks noGrp="1"/>
            </p:cNvSpPr>
            <p:nvPr/>
          </p:nvSpPr>
          <p:spPr>
            <a:xfrm>
              <a:off x="6533811" y="4007966"/>
              <a:ext cx="63741" cy="53508"/>
            </a:xfrm>
            <a:custGeom>
              <a:avLst/>
              <a:gdLst/>
              <a:ahLst/>
              <a:cxnLst/>
              <a:rect l="0" t="0" r="0" b="0"/>
              <a:pathLst>
                <a:path w="63741" h="53508">
                  <a:moveTo>
                    <a:pt x="63741" y="53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8" name="Candidate_receptor__2327">
              <a:extLst>
                <a:ext uri="{FF2B5EF4-FFF2-40B4-BE49-F238E27FC236}">
                  <a16:creationId xmlns:a16="http://schemas.microsoft.com/office/drawing/2014/main" id="{AE30A4EF-E7EC-0CA7-CA4D-8549636D3B0F}"/>
                </a:ext>
              </a:extLst>
            </p:cNvPr>
            <p:cNvSpPr>
              <a:spLocks noGrp="1"/>
            </p:cNvSpPr>
            <p:nvPr/>
          </p:nvSpPr>
          <p:spPr>
            <a:xfrm>
              <a:off x="5196793" y="4218251"/>
              <a:ext cx="30315" cy="105416"/>
            </a:xfrm>
            <a:custGeom>
              <a:avLst/>
              <a:gdLst/>
              <a:ahLst/>
              <a:cxnLst/>
              <a:rect l="0" t="0" r="0" b="0"/>
              <a:pathLst>
                <a:path w="30315" h="105416">
                  <a:moveTo>
                    <a:pt x="30315" y="0"/>
                  </a:moveTo>
                  <a:lnTo>
                    <a:pt x="0" y="10541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9" name="Candidate_receptor__2328">
              <a:extLst>
                <a:ext uri="{FF2B5EF4-FFF2-40B4-BE49-F238E27FC236}">
                  <a16:creationId xmlns:a16="http://schemas.microsoft.com/office/drawing/2014/main" id="{BD23F2E9-81A4-1943-DF4E-67FF1EC314E9}"/>
                </a:ext>
              </a:extLst>
            </p:cNvPr>
            <p:cNvSpPr>
              <a:spLocks noGrp="1"/>
            </p:cNvSpPr>
            <p:nvPr/>
          </p:nvSpPr>
          <p:spPr>
            <a:xfrm>
              <a:off x="5892756" y="4607473"/>
              <a:ext cx="14440" cy="96493"/>
            </a:xfrm>
            <a:custGeom>
              <a:avLst/>
              <a:gdLst/>
              <a:ahLst/>
              <a:cxnLst/>
              <a:rect l="0" t="0" r="0" b="0"/>
              <a:pathLst>
                <a:path w="14440" h="96493">
                  <a:moveTo>
                    <a:pt x="14440" y="96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0" name="Candidate_receptor__2329">
              <a:extLst>
                <a:ext uri="{FF2B5EF4-FFF2-40B4-BE49-F238E27FC236}">
                  <a16:creationId xmlns:a16="http://schemas.microsoft.com/office/drawing/2014/main" id="{618C0B2C-9A18-6B95-1978-E3F44C7B97F4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480710"/>
              <a:ext cx="58289" cy="85324"/>
            </a:xfrm>
            <a:custGeom>
              <a:avLst/>
              <a:gdLst/>
              <a:ahLst/>
              <a:cxnLst/>
              <a:rect l="0" t="0" r="0" b="0"/>
              <a:pathLst>
                <a:path w="58289" h="85324">
                  <a:moveTo>
                    <a:pt x="0" y="85324"/>
                  </a:moveTo>
                  <a:lnTo>
                    <a:pt x="58289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1" name="Candidate_receptor__2330">
              <a:extLst>
                <a:ext uri="{FF2B5EF4-FFF2-40B4-BE49-F238E27FC236}">
                  <a16:creationId xmlns:a16="http://schemas.microsoft.com/office/drawing/2014/main" id="{1CD3AFAB-554C-5122-43E7-3EEEDBD8F4AC}"/>
                </a:ext>
              </a:extLst>
            </p:cNvPr>
            <p:cNvSpPr>
              <a:spLocks noGrp="1"/>
            </p:cNvSpPr>
            <p:nvPr/>
          </p:nvSpPr>
          <p:spPr>
            <a:xfrm>
              <a:off x="5344266" y="5298904"/>
              <a:ext cx="87054" cy="9992"/>
            </a:xfrm>
            <a:custGeom>
              <a:avLst/>
              <a:gdLst/>
              <a:ahLst/>
              <a:cxnLst/>
              <a:rect l="0" t="0" r="0" b="0"/>
              <a:pathLst>
                <a:path w="87054" h="9992">
                  <a:moveTo>
                    <a:pt x="0" y="0"/>
                  </a:moveTo>
                  <a:lnTo>
                    <a:pt x="87054" y="9992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2" name="Candidate_receptor__2331">
              <a:extLst>
                <a:ext uri="{FF2B5EF4-FFF2-40B4-BE49-F238E27FC236}">
                  <a16:creationId xmlns:a16="http://schemas.microsoft.com/office/drawing/2014/main" id="{408BC2CA-4E1A-0FF7-E975-6E2071E0939F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100740" cy="10699"/>
            </a:xfrm>
            <a:custGeom>
              <a:avLst/>
              <a:gdLst/>
              <a:ahLst/>
              <a:cxnLst/>
              <a:rect l="0" t="0" r="0" b="0"/>
              <a:pathLst>
                <a:path w="100740" h="10699">
                  <a:moveTo>
                    <a:pt x="0" y="0"/>
                  </a:moveTo>
                  <a:lnTo>
                    <a:pt x="100740" y="1069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3" name="Candidate_receptor__2332">
              <a:extLst>
                <a:ext uri="{FF2B5EF4-FFF2-40B4-BE49-F238E27FC236}">
                  <a16:creationId xmlns:a16="http://schemas.microsoft.com/office/drawing/2014/main" id="{33FEBFEB-FF9F-8D8F-11F7-D2C4C8EA8A3E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98904"/>
              <a:ext cx="83248" cy="15755"/>
            </a:xfrm>
            <a:custGeom>
              <a:avLst/>
              <a:gdLst/>
              <a:ahLst/>
              <a:cxnLst/>
              <a:rect l="0" t="0" r="0" b="0"/>
              <a:pathLst>
                <a:path w="83248" h="15755">
                  <a:moveTo>
                    <a:pt x="0" y="15755"/>
                  </a:moveTo>
                  <a:lnTo>
                    <a:pt x="8324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4" name="Candidate_receptor__2333">
              <a:extLst>
                <a:ext uri="{FF2B5EF4-FFF2-40B4-BE49-F238E27FC236}">
                  <a16:creationId xmlns:a16="http://schemas.microsoft.com/office/drawing/2014/main" id="{E66F029F-C424-D3B2-6646-D6F515CA1C90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57519"/>
              <a:ext cx="61606" cy="33711"/>
            </a:xfrm>
            <a:custGeom>
              <a:avLst/>
              <a:gdLst/>
              <a:ahLst/>
              <a:cxnLst/>
              <a:rect l="0" t="0" r="0" b="0"/>
              <a:pathLst>
                <a:path w="61606" h="33711">
                  <a:moveTo>
                    <a:pt x="0" y="33711"/>
                  </a:moveTo>
                  <a:lnTo>
                    <a:pt x="61606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5" name="Candidate_receptor__2334">
              <a:extLst>
                <a:ext uri="{FF2B5EF4-FFF2-40B4-BE49-F238E27FC236}">
                  <a16:creationId xmlns:a16="http://schemas.microsoft.com/office/drawing/2014/main" id="{7A4B1B6A-0527-91C3-6B47-8A86C08AC545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83950" cy="5710"/>
            </a:xfrm>
            <a:custGeom>
              <a:avLst/>
              <a:gdLst/>
              <a:ahLst/>
              <a:cxnLst/>
              <a:rect l="0" t="0" r="0" b="0"/>
              <a:pathLst>
                <a:path w="83950" h="5710">
                  <a:moveTo>
                    <a:pt x="0" y="0"/>
                  </a:moveTo>
                  <a:lnTo>
                    <a:pt x="83950" y="571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36" name="Candidate_receptor__2335">
              <a:extLst>
                <a:ext uri="{FF2B5EF4-FFF2-40B4-BE49-F238E27FC236}">
                  <a16:creationId xmlns:a16="http://schemas.microsoft.com/office/drawing/2014/main" id="{79DC38CD-1F07-901A-6824-53ACC58D39E8}"/>
                </a:ext>
              </a:extLst>
            </p:cNvPr>
            <p:cNvSpPr>
              <a:spLocks noGrp="1"/>
            </p:cNvSpPr>
            <p:nvPr/>
          </p:nvSpPr>
          <p:spPr>
            <a:xfrm>
              <a:off x="5431321" y="5247236"/>
              <a:ext cx="74786" cy="61661"/>
            </a:xfrm>
            <a:custGeom>
              <a:avLst/>
              <a:gdLst/>
              <a:ahLst/>
              <a:cxnLst/>
              <a:rect l="0" t="0" r="0" b="0"/>
              <a:pathLst>
                <a:path w="74786" h="61661">
                  <a:moveTo>
                    <a:pt x="0" y="61661"/>
                  </a:moveTo>
                  <a:lnTo>
                    <a:pt x="74786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37" name="Candidate_receptor__2336">
              <a:extLst>
                <a:ext uri="{FF2B5EF4-FFF2-40B4-BE49-F238E27FC236}">
                  <a16:creationId xmlns:a16="http://schemas.microsoft.com/office/drawing/2014/main" id="{CE7D88D6-3F8D-DB28-8436-4A52E7EC335E}"/>
                </a:ext>
              </a:extLst>
            </p:cNvPr>
            <p:cNvSpPr>
              <a:spLocks noGrp="1"/>
            </p:cNvSpPr>
            <p:nvPr/>
          </p:nvSpPr>
          <p:spPr>
            <a:xfrm>
              <a:off x="4835901" y="4381528"/>
              <a:ext cx="111704" cy="23975"/>
            </a:xfrm>
            <a:custGeom>
              <a:avLst/>
              <a:gdLst/>
              <a:ahLst/>
              <a:cxnLst/>
              <a:rect l="0" t="0" r="0" b="0"/>
              <a:pathLst>
                <a:path w="111704" h="23975">
                  <a:moveTo>
                    <a:pt x="111704" y="23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8" name="Candidate_receptor__2337">
              <a:extLst>
                <a:ext uri="{FF2B5EF4-FFF2-40B4-BE49-F238E27FC236}">
                  <a16:creationId xmlns:a16="http://schemas.microsoft.com/office/drawing/2014/main" id="{30940707-7A34-DE98-9C5C-9857F5FF92D0}"/>
                </a:ext>
              </a:extLst>
            </p:cNvPr>
            <p:cNvSpPr>
              <a:spLocks noGrp="1"/>
            </p:cNvSpPr>
            <p:nvPr/>
          </p:nvSpPr>
          <p:spPr>
            <a:xfrm>
              <a:off x="4953731" y="4578389"/>
              <a:ext cx="58293" cy="79130"/>
            </a:xfrm>
            <a:custGeom>
              <a:avLst/>
              <a:gdLst/>
              <a:ahLst/>
              <a:cxnLst/>
              <a:rect l="0" t="0" r="0" b="0"/>
              <a:pathLst>
                <a:path w="58293" h="79130">
                  <a:moveTo>
                    <a:pt x="0" y="79130"/>
                  </a:moveTo>
                  <a:lnTo>
                    <a:pt x="58293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9" name="Candidate_receptor__2338">
              <a:extLst>
                <a:ext uri="{FF2B5EF4-FFF2-40B4-BE49-F238E27FC236}">
                  <a16:creationId xmlns:a16="http://schemas.microsoft.com/office/drawing/2014/main" id="{0F5F8F66-134E-2236-0E61-3A3048F5B5BC}"/>
                </a:ext>
              </a:extLst>
            </p:cNvPr>
            <p:cNvSpPr>
              <a:spLocks noGrp="1"/>
            </p:cNvSpPr>
            <p:nvPr/>
          </p:nvSpPr>
          <p:spPr>
            <a:xfrm>
              <a:off x="4512121" y="4426475"/>
              <a:ext cx="17315" cy="7739"/>
            </a:xfrm>
            <a:custGeom>
              <a:avLst/>
              <a:gdLst/>
              <a:ahLst/>
              <a:cxnLst/>
              <a:rect l="0" t="0" r="0" b="0"/>
              <a:pathLst>
                <a:path w="17315" h="7739">
                  <a:moveTo>
                    <a:pt x="17315" y="0"/>
                  </a:moveTo>
                  <a:lnTo>
                    <a:pt x="0" y="7739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40" name="Candidate_receptor__2339">
              <a:extLst>
                <a:ext uri="{FF2B5EF4-FFF2-40B4-BE49-F238E27FC236}">
                  <a16:creationId xmlns:a16="http://schemas.microsoft.com/office/drawing/2014/main" id="{EE9D6E04-7157-F6B5-D968-17DC053090E7}"/>
                </a:ext>
              </a:extLst>
            </p:cNvPr>
            <p:cNvSpPr>
              <a:spLocks noGrp="1"/>
            </p:cNvSpPr>
            <p:nvPr/>
          </p:nvSpPr>
          <p:spPr>
            <a:xfrm>
              <a:off x="6501030" y="4600652"/>
              <a:ext cx="57353" cy="9453"/>
            </a:xfrm>
            <a:custGeom>
              <a:avLst/>
              <a:gdLst/>
              <a:ahLst/>
              <a:cxnLst/>
              <a:rect l="0" t="0" r="0" b="0"/>
              <a:pathLst>
                <a:path w="57353" h="9453">
                  <a:moveTo>
                    <a:pt x="57353" y="0"/>
                  </a:moveTo>
                  <a:lnTo>
                    <a:pt x="0" y="945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1" name="Candidate_receptor__2340">
              <a:extLst>
                <a:ext uri="{FF2B5EF4-FFF2-40B4-BE49-F238E27FC236}">
                  <a16:creationId xmlns:a16="http://schemas.microsoft.com/office/drawing/2014/main" id="{0545D9F1-2430-2443-E9D4-7A91EB466EDF}"/>
                </a:ext>
              </a:extLst>
            </p:cNvPr>
            <p:cNvSpPr>
              <a:spLocks noGrp="1"/>
            </p:cNvSpPr>
            <p:nvPr/>
          </p:nvSpPr>
          <p:spPr>
            <a:xfrm>
              <a:off x="5506107" y="5197921"/>
              <a:ext cx="53715" cy="49315"/>
            </a:xfrm>
            <a:custGeom>
              <a:avLst/>
              <a:gdLst/>
              <a:ahLst/>
              <a:cxnLst/>
              <a:rect l="0" t="0" r="0" b="0"/>
              <a:pathLst>
                <a:path w="53715" h="49315">
                  <a:moveTo>
                    <a:pt x="0" y="49315"/>
                  </a:moveTo>
                  <a:lnTo>
                    <a:pt x="53715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42" name="Candidate_receptor__2341">
              <a:extLst>
                <a:ext uri="{FF2B5EF4-FFF2-40B4-BE49-F238E27FC236}">
                  <a16:creationId xmlns:a16="http://schemas.microsoft.com/office/drawing/2014/main" id="{982A6806-3225-A4E5-1A0E-D9AF255B24CD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91711"/>
              <a:ext cx="18930" cy="37373"/>
            </a:xfrm>
            <a:custGeom>
              <a:avLst/>
              <a:gdLst/>
              <a:ahLst/>
              <a:cxnLst/>
              <a:rect l="0" t="0" r="0" b="0"/>
              <a:pathLst>
                <a:path w="18930" h="37373">
                  <a:moveTo>
                    <a:pt x="0" y="37373"/>
                  </a:moveTo>
                  <a:lnTo>
                    <a:pt x="1893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3" name="Candidate_receptor__2342">
              <a:extLst>
                <a:ext uri="{FF2B5EF4-FFF2-40B4-BE49-F238E27FC236}">
                  <a16:creationId xmlns:a16="http://schemas.microsoft.com/office/drawing/2014/main" id="{1B2CBA3B-509A-BC5B-E088-FA3157C7C3B7}"/>
                </a:ext>
              </a:extLst>
            </p:cNvPr>
            <p:cNvSpPr>
              <a:spLocks noGrp="1"/>
            </p:cNvSpPr>
            <p:nvPr/>
          </p:nvSpPr>
          <p:spPr>
            <a:xfrm>
              <a:off x="5183632" y="4660754"/>
              <a:ext cx="34816" cy="109250"/>
            </a:xfrm>
            <a:custGeom>
              <a:avLst/>
              <a:gdLst/>
              <a:ahLst/>
              <a:cxnLst/>
              <a:rect l="0" t="0" r="0" b="0"/>
              <a:pathLst>
                <a:path w="34816" h="109250">
                  <a:moveTo>
                    <a:pt x="34816" y="0"/>
                  </a:moveTo>
                  <a:lnTo>
                    <a:pt x="0" y="10925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4" name="Candidate_receptor__2343">
              <a:extLst>
                <a:ext uri="{FF2B5EF4-FFF2-40B4-BE49-F238E27FC236}">
                  <a16:creationId xmlns:a16="http://schemas.microsoft.com/office/drawing/2014/main" id="{CF4B8484-8DBF-A9B9-3F03-F0782AFF4F65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692828"/>
              <a:ext cx="40355" cy="103034"/>
            </a:xfrm>
            <a:custGeom>
              <a:avLst/>
              <a:gdLst/>
              <a:ahLst/>
              <a:cxnLst/>
              <a:rect l="0" t="0" r="0" b="0"/>
              <a:pathLst>
                <a:path w="40355" h="103034">
                  <a:moveTo>
                    <a:pt x="0" y="103034"/>
                  </a:moveTo>
                  <a:lnTo>
                    <a:pt x="4035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5" name="Candidate_receptor__2344">
              <a:extLst>
                <a:ext uri="{FF2B5EF4-FFF2-40B4-BE49-F238E27FC236}">
                  <a16:creationId xmlns:a16="http://schemas.microsoft.com/office/drawing/2014/main" id="{A093ECF4-F7FB-7195-B5A9-3D688C977B11}"/>
                </a:ext>
              </a:extLst>
            </p:cNvPr>
            <p:cNvSpPr>
              <a:spLocks noGrp="1"/>
            </p:cNvSpPr>
            <p:nvPr/>
          </p:nvSpPr>
          <p:spPr>
            <a:xfrm>
              <a:off x="5224030" y="5160322"/>
              <a:ext cx="106637" cy="8868"/>
            </a:xfrm>
            <a:custGeom>
              <a:avLst/>
              <a:gdLst/>
              <a:ahLst/>
              <a:cxnLst/>
              <a:rect l="0" t="0" r="0" b="0"/>
              <a:pathLst>
                <a:path w="106637" h="8868">
                  <a:moveTo>
                    <a:pt x="0" y="8868"/>
                  </a:moveTo>
                  <a:lnTo>
                    <a:pt x="10663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6" name="Candidate_receptor__2345">
              <a:extLst>
                <a:ext uri="{FF2B5EF4-FFF2-40B4-BE49-F238E27FC236}">
                  <a16:creationId xmlns:a16="http://schemas.microsoft.com/office/drawing/2014/main" id="{04D949D7-8F51-0161-C1C8-98C3D8BDCEE6}"/>
                </a:ext>
              </a:extLst>
            </p:cNvPr>
            <p:cNvSpPr>
              <a:spLocks noGrp="1"/>
            </p:cNvSpPr>
            <p:nvPr/>
          </p:nvSpPr>
          <p:spPr>
            <a:xfrm>
              <a:off x="6406450" y="3878366"/>
              <a:ext cx="111444" cy="12619"/>
            </a:xfrm>
            <a:custGeom>
              <a:avLst/>
              <a:gdLst/>
              <a:ahLst/>
              <a:cxnLst/>
              <a:rect l="0" t="0" r="0" b="0"/>
              <a:pathLst>
                <a:path w="111444" h="12619">
                  <a:moveTo>
                    <a:pt x="111444" y="126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7" name="Candidate_receptor__2346">
              <a:extLst>
                <a:ext uri="{FF2B5EF4-FFF2-40B4-BE49-F238E27FC236}">
                  <a16:creationId xmlns:a16="http://schemas.microsoft.com/office/drawing/2014/main" id="{8F59CB4F-A2ED-3414-EC24-5ED2DB06B29C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795862"/>
              <a:ext cx="66053" cy="84357"/>
            </a:xfrm>
            <a:custGeom>
              <a:avLst/>
              <a:gdLst/>
              <a:ahLst/>
              <a:cxnLst/>
              <a:rect l="0" t="0" r="0" b="0"/>
              <a:pathLst>
                <a:path w="66053" h="84357">
                  <a:moveTo>
                    <a:pt x="66053" y="84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8" name="Candidate_receptor__2347">
              <a:extLst>
                <a:ext uri="{FF2B5EF4-FFF2-40B4-BE49-F238E27FC236}">
                  <a16:creationId xmlns:a16="http://schemas.microsoft.com/office/drawing/2014/main" id="{2E167652-5EEE-86E2-E525-B8B0858B763C}"/>
                </a:ext>
              </a:extLst>
            </p:cNvPr>
            <p:cNvSpPr>
              <a:spLocks noGrp="1"/>
            </p:cNvSpPr>
            <p:nvPr/>
          </p:nvSpPr>
          <p:spPr>
            <a:xfrm>
              <a:off x="5375264" y="4310822"/>
              <a:ext cx="106195" cy="29676"/>
            </a:xfrm>
            <a:custGeom>
              <a:avLst/>
              <a:gdLst/>
              <a:ahLst/>
              <a:cxnLst/>
              <a:rect l="0" t="0" r="0" b="0"/>
              <a:pathLst>
                <a:path w="106195" h="29676">
                  <a:moveTo>
                    <a:pt x="106195" y="296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9" name="Candidate_receptor__2348">
              <a:extLst>
                <a:ext uri="{FF2B5EF4-FFF2-40B4-BE49-F238E27FC236}">
                  <a16:creationId xmlns:a16="http://schemas.microsoft.com/office/drawing/2014/main" id="{0FF44249-595C-C34C-E73C-FF059984BC20}"/>
                </a:ext>
              </a:extLst>
            </p:cNvPr>
            <p:cNvSpPr>
              <a:spLocks noGrp="1"/>
            </p:cNvSpPr>
            <p:nvPr/>
          </p:nvSpPr>
          <p:spPr>
            <a:xfrm>
              <a:off x="6471267" y="4470979"/>
              <a:ext cx="111487" cy="20456"/>
            </a:xfrm>
            <a:custGeom>
              <a:avLst/>
              <a:gdLst/>
              <a:ahLst/>
              <a:cxnLst/>
              <a:rect l="0" t="0" r="0" b="0"/>
              <a:pathLst>
                <a:path w="111487" h="20456">
                  <a:moveTo>
                    <a:pt x="0" y="0"/>
                  </a:moveTo>
                  <a:lnTo>
                    <a:pt x="111487" y="2045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0" name="Candidate_receptor__2349">
              <a:extLst>
                <a:ext uri="{FF2B5EF4-FFF2-40B4-BE49-F238E27FC236}">
                  <a16:creationId xmlns:a16="http://schemas.microsoft.com/office/drawing/2014/main" id="{4DBA29D1-CC19-361D-B815-A2BAA28008CC}"/>
                </a:ext>
              </a:extLst>
            </p:cNvPr>
            <p:cNvSpPr>
              <a:spLocks noGrp="1"/>
            </p:cNvSpPr>
            <p:nvPr/>
          </p:nvSpPr>
          <p:spPr>
            <a:xfrm>
              <a:off x="5426566" y="4628542"/>
              <a:ext cx="95222" cy="64286"/>
            </a:xfrm>
            <a:custGeom>
              <a:avLst/>
              <a:gdLst/>
              <a:ahLst/>
              <a:cxnLst/>
              <a:rect l="0" t="0" r="0" b="0"/>
              <a:pathLst>
                <a:path w="95222" h="64286">
                  <a:moveTo>
                    <a:pt x="95222" y="642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1" name="Candidate_receptor__2350">
              <a:extLst>
                <a:ext uri="{FF2B5EF4-FFF2-40B4-BE49-F238E27FC236}">
                  <a16:creationId xmlns:a16="http://schemas.microsoft.com/office/drawing/2014/main" id="{ADC7E1AE-E68E-4B3E-1D99-531DDE6C0454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061474"/>
              <a:ext cx="74282" cy="88175"/>
            </a:xfrm>
            <a:custGeom>
              <a:avLst/>
              <a:gdLst/>
              <a:ahLst/>
              <a:cxnLst/>
              <a:rect l="0" t="0" r="0" b="0"/>
              <a:pathLst>
                <a:path w="74282" h="88175">
                  <a:moveTo>
                    <a:pt x="0" y="88175"/>
                  </a:moveTo>
                  <a:lnTo>
                    <a:pt x="7428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2" name="Candidate_receptor__2351">
              <a:extLst>
                <a:ext uri="{FF2B5EF4-FFF2-40B4-BE49-F238E27FC236}">
                  <a16:creationId xmlns:a16="http://schemas.microsoft.com/office/drawing/2014/main" id="{D98B2D3E-A7C3-070E-DE4B-7FEB37049BA7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411" cy="21393"/>
            </a:xfrm>
            <a:custGeom>
              <a:avLst/>
              <a:gdLst/>
              <a:ahLst/>
              <a:cxnLst/>
              <a:rect l="0" t="0" r="0" b="0"/>
              <a:pathLst>
                <a:path w="411" h="21393">
                  <a:moveTo>
                    <a:pt x="0" y="0"/>
                  </a:moveTo>
                  <a:lnTo>
                    <a:pt x="411" y="2139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3" name="Candidate_receptor__2352">
              <a:extLst>
                <a:ext uri="{FF2B5EF4-FFF2-40B4-BE49-F238E27FC236}">
                  <a16:creationId xmlns:a16="http://schemas.microsoft.com/office/drawing/2014/main" id="{885EB2D3-CAEB-7C0F-E736-EB4013645D8D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0099" cy="27103"/>
            </a:xfrm>
            <a:custGeom>
              <a:avLst/>
              <a:gdLst/>
              <a:ahLst/>
              <a:cxnLst/>
              <a:rect l="0" t="0" r="0" b="0"/>
              <a:pathLst>
                <a:path w="10099" h="27103">
                  <a:moveTo>
                    <a:pt x="0" y="0"/>
                  </a:moveTo>
                  <a:lnTo>
                    <a:pt x="10099" y="2710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4" name="Candidate_receptor__2353">
              <a:extLst>
                <a:ext uri="{FF2B5EF4-FFF2-40B4-BE49-F238E27FC236}">
                  <a16:creationId xmlns:a16="http://schemas.microsoft.com/office/drawing/2014/main" id="{6AE1AC4C-E267-1A61-60F5-6AD2F9992426}"/>
                </a:ext>
              </a:extLst>
            </p:cNvPr>
            <p:cNvSpPr>
              <a:spLocks noGrp="1"/>
            </p:cNvSpPr>
            <p:nvPr/>
          </p:nvSpPr>
          <p:spPr>
            <a:xfrm>
              <a:off x="5943128" y="3524905"/>
              <a:ext cx="34392" cy="104373"/>
            </a:xfrm>
            <a:custGeom>
              <a:avLst/>
              <a:gdLst/>
              <a:ahLst/>
              <a:cxnLst/>
              <a:rect l="0" t="0" r="0" b="0"/>
              <a:pathLst>
                <a:path w="34392" h="104373">
                  <a:moveTo>
                    <a:pt x="0" y="104373"/>
                  </a:moveTo>
                  <a:lnTo>
                    <a:pt x="34392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55" name="Candidate_receptor__2354">
              <a:extLst>
                <a:ext uri="{FF2B5EF4-FFF2-40B4-BE49-F238E27FC236}">
                  <a16:creationId xmlns:a16="http://schemas.microsoft.com/office/drawing/2014/main" id="{F44737FE-EE77-149F-A30A-8CB824C8A0FB}"/>
                </a:ext>
              </a:extLst>
            </p:cNvPr>
            <p:cNvSpPr>
              <a:spLocks noGrp="1"/>
            </p:cNvSpPr>
            <p:nvPr/>
          </p:nvSpPr>
          <p:spPr>
            <a:xfrm>
              <a:off x="5451401" y="4340499"/>
              <a:ext cx="30058" cy="111454"/>
            </a:xfrm>
            <a:custGeom>
              <a:avLst/>
              <a:gdLst/>
              <a:ahLst/>
              <a:cxnLst/>
              <a:rect l="0" t="0" r="0" b="0"/>
              <a:pathLst>
                <a:path w="30058" h="111454">
                  <a:moveTo>
                    <a:pt x="0" y="111454"/>
                  </a:moveTo>
                  <a:lnTo>
                    <a:pt x="3005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6" name="Candidate_receptor__2355">
              <a:extLst>
                <a:ext uri="{FF2B5EF4-FFF2-40B4-BE49-F238E27FC236}">
                  <a16:creationId xmlns:a16="http://schemas.microsoft.com/office/drawing/2014/main" id="{D850EDC5-DDE9-C1BA-23AF-92217AFA6563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38725"/>
              <a:ext cx="99296" cy="22029"/>
            </a:xfrm>
            <a:custGeom>
              <a:avLst/>
              <a:gdLst/>
              <a:ahLst/>
              <a:cxnLst/>
              <a:rect l="0" t="0" r="0" b="0"/>
              <a:pathLst>
                <a:path w="99296" h="22029">
                  <a:moveTo>
                    <a:pt x="0" y="0"/>
                  </a:moveTo>
                  <a:lnTo>
                    <a:pt x="99296" y="2202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7" name="Candidate_receptor__2356">
              <a:extLst>
                <a:ext uri="{FF2B5EF4-FFF2-40B4-BE49-F238E27FC236}">
                  <a16:creationId xmlns:a16="http://schemas.microsoft.com/office/drawing/2014/main" id="{881220EF-494A-0EDB-C416-425B7D924C3B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880219"/>
              <a:ext cx="79927" cy="82468"/>
            </a:xfrm>
            <a:custGeom>
              <a:avLst/>
              <a:gdLst/>
              <a:ahLst/>
              <a:cxnLst/>
              <a:rect l="0" t="0" r="0" b="0"/>
              <a:pathLst>
                <a:path w="79927" h="82468">
                  <a:moveTo>
                    <a:pt x="0" y="82468"/>
                  </a:moveTo>
                  <a:lnTo>
                    <a:pt x="799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8" name="Candidate_receptor__2357">
              <a:extLst>
                <a:ext uri="{FF2B5EF4-FFF2-40B4-BE49-F238E27FC236}">
                  <a16:creationId xmlns:a16="http://schemas.microsoft.com/office/drawing/2014/main" id="{A5338E08-1D4E-3A39-B3D5-C34458F39C11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10822"/>
              <a:ext cx="50354" cy="62368"/>
            </a:xfrm>
            <a:custGeom>
              <a:avLst/>
              <a:gdLst/>
              <a:ahLst/>
              <a:cxnLst/>
              <a:rect l="0" t="0" r="0" b="0"/>
              <a:pathLst>
                <a:path w="50354" h="62368">
                  <a:moveTo>
                    <a:pt x="50354" y="0"/>
                  </a:moveTo>
                  <a:lnTo>
                    <a:pt x="0" y="62368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9" name="Candidate_receptor__2358">
              <a:extLst>
                <a:ext uri="{FF2B5EF4-FFF2-40B4-BE49-F238E27FC236}">
                  <a16:creationId xmlns:a16="http://schemas.microsoft.com/office/drawing/2014/main" id="{0879BD98-930C-1CD7-9E9B-285CB651FD51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491471"/>
              <a:ext cx="75300" cy="43108"/>
            </a:xfrm>
            <a:custGeom>
              <a:avLst/>
              <a:gdLst/>
              <a:ahLst/>
              <a:cxnLst/>
              <a:rect l="0" t="0" r="0" b="0"/>
              <a:pathLst>
                <a:path w="75300" h="43108">
                  <a:moveTo>
                    <a:pt x="0" y="43108"/>
                  </a:moveTo>
                  <a:lnTo>
                    <a:pt x="753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0" name="Candidate_receptor__2359">
              <a:extLst>
                <a:ext uri="{FF2B5EF4-FFF2-40B4-BE49-F238E27FC236}">
                  <a16:creationId xmlns:a16="http://schemas.microsoft.com/office/drawing/2014/main" id="{5BAEE199-282F-5CB1-1D2C-A3712C0D0CA8}"/>
                </a:ext>
              </a:extLst>
            </p:cNvPr>
            <p:cNvSpPr>
              <a:spLocks noGrp="1"/>
            </p:cNvSpPr>
            <p:nvPr/>
          </p:nvSpPr>
          <p:spPr>
            <a:xfrm>
              <a:off x="4924105" y="4405504"/>
              <a:ext cx="23500" cy="85968"/>
            </a:xfrm>
            <a:custGeom>
              <a:avLst/>
              <a:gdLst/>
              <a:ahLst/>
              <a:cxnLst/>
              <a:rect l="0" t="0" r="0" b="0"/>
              <a:pathLst>
                <a:path w="23500" h="85968">
                  <a:moveTo>
                    <a:pt x="0" y="85968"/>
                  </a:moveTo>
                  <a:lnTo>
                    <a:pt x="235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1" name="Candidate_receptor__2360">
              <a:extLst>
                <a:ext uri="{FF2B5EF4-FFF2-40B4-BE49-F238E27FC236}">
                  <a16:creationId xmlns:a16="http://schemas.microsoft.com/office/drawing/2014/main" id="{2106E36C-A9CA-B99E-8394-64561078F5F3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165396"/>
              <a:ext cx="45127" cy="3794"/>
            </a:xfrm>
            <a:custGeom>
              <a:avLst/>
              <a:gdLst/>
              <a:ahLst/>
              <a:cxnLst/>
              <a:rect l="0" t="0" r="0" b="0"/>
              <a:pathLst>
                <a:path w="45127" h="3794">
                  <a:moveTo>
                    <a:pt x="0" y="0"/>
                  </a:moveTo>
                  <a:lnTo>
                    <a:pt x="45127" y="379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2" name="Candidate_receptor__2361">
              <a:extLst>
                <a:ext uri="{FF2B5EF4-FFF2-40B4-BE49-F238E27FC236}">
                  <a16:creationId xmlns:a16="http://schemas.microsoft.com/office/drawing/2014/main" id="{61FCDA20-675B-6FFB-4FF9-FFAB40FB7E67}"/>
                </a:ext>
              </a:extLst>
            </p:cNvPr>
            <p:cNvSpPr>
              <a:spLocks noGrp="1"/>
            </p:cNvSpPr>
            <p:nvPr/>
          </p:nvSpPr>
          <p:spPr>
            <a:xfrm>
              <a:off x="6558383" y="4491435"/>
              <a:ext cx="24371" cy="109217"/>
            </a:xfrm>
            <a:custGeom>
              <a:avLst/>
              <a:gdLst/>
              <a:ahLst/>
              <a:cxnLst/>
              <a:rect l="0" t="0" r="0" b="0"/>
              <a:pathLst>
                <a:path w="24371" h="109217">
                  <a:moveTo>
                    <a:pt x="24371" y="0"/>
                  </a:moveTo>
                  <a:lnTo>
                    <a:pt x="0" y="10921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3" name="Candidate_receptor__2362">
              <a:extLst>
                <a:ext uri="{FF2B5EF4-FFF2-40B4-BE49-F238E27FC236}">
                  <a16:creationId xmlns:a16="http://schemas.microsoft.com/office/drawing/2014/main" id="{79DA66BE-1A73-8AD9-18BC-11635FC36EE7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628542"/>
              <a:ext cx="59068" cy="82379"/>
            </a:xfrm>
            <a:custGeom>
              <a:avLst/>
              <a:gdLst/>
              <a:ahLst/>
              <a:cxnLst/>
              <a:rect l="0" t="0" r="0" b="0"/>
              <a:pathLst>
                <a:path w="59068" h="82379">
                  <a:moveTo>
                    <a:pt x="59068" y="0"/>
                  </a:moveTo>
                  <a:lnTo>
                    <a:pt x="0" y="8237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4" name="Candidate_receptor__2363">
              <a:extLst>
                <a:ext uri="{FF2B5EF4-FFF2-40B4-BE49-F238E27FC236}">
                  <a16:creationId xmlns:a16="http://schemas.microsoft.com/office/drawing/2014/main" id="{F00B02A2-66C3-B194-FF74-59B34374090A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81528"/>
              <a:ext cx="27085" cy="4984"/>
            </a:xfrm>
            <a:custGeom>
              <a:avLst/>
              <a:gdLst/>
              <a:ahLst/>
              <a:cxnLst/>
              <a:rect l="0" t="0" r="0" b="0"/>
              <a:pathLst>
                <a:path w="27085" h="4984">
                  <a:moveTo>
                    <a:pt x="27085" y="0"/>
                  </a:moveTo>
                  <a:lnTo>
                    <a:pt x="0" y="498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5" name="Candidate_receptor__2364">
              <a:extLst>
                <a:ext uri="{FF2B5EF4-FFF2-40B4-BE49-F238E27FC236}">
                  <a16:creationId xmlns:a16="http://schemas.microsoft.com/office/drawing/2014/main" id="{ABD162EB-2F43-B83E-F68F-ADD643235F23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15247" cy="42144"/>
            </a:xfrm>
            <a:custGeom>
              <a:avLst/>
              <a:gdLst/>
              <a:ahLst/>
              <a:cxnLst/>
              <a:rect l="0" t="0" r="0" b="0"/>
              <a:pathLst>
                <a:path w="15247" h="42144">
                  <a:moveTo>
                    <a:pt x="15247" y="421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66" name="Candidate_receptor__2365">
              <a:extLst>
                <a:ext uri="{FF2B5EF4-FFF2-40B4-BE49-F238E27FC236}">
                  <a16:creationId xmlns:a16="http://schemas.microsoft.com/office/drawing/2014/main" id="{5882D54A-FDA6-99A2-8FBA-0F978C0B5407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3978857"/>
              <a:ext cx="53727" cy="49679"/>
            </a:xfrm>
            <a:custGeom>
              <a:avLst/>
              <a:gdLst/>
              <a:ahLst/>
              <a:cxnLst/>
              <a:rect l="0" t="0" r="0" b="0"/>
              <a:pathLst>
                <a:path w="53727" h="49679">
                  <a:moveTo>
                    <a:pt x="0" y="49679"/>
                  </a:moveTo>
                  <a:lnTo>
                    <a:pt x="537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7" name="Candidate_receptor__2366">
              <a:extLst>
                <a:ext uri="{FF2B5EF4-FFF2-40B4-BE49-F238E27FC236}">
                  <a16:creationId xmlns:a16="http://schemas.microsoft.com/office/drawing/2014/main" id="{6D663503-8216-D132-FEC2-AE6DB83FC3BA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34415"/>
              <a:ext cx="111910" cy="16667"/>
            </a:xfrm>
            <a:custGeom>
              <a:avLst/>
              <a:gdLst/>
              <a:ahLst/>
              <a:cxnLst/>
              <a:rect l="0" t="0" r="0" b="0"/>
              <a:pathLst>
                <a:path w="111910" h="16667">
                  <a:moveTo>
                    <a:pt x="111910" y="0"/>
                  </a:moveTo>
                  <a:lnTo>
                    <a:pt x="0" y="1666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8" name="Candidate_receptor__2367">
              <a:extLst>
                <a:ext uri="{FF2B5EF4-FFF2-40B4-BE49-F238E27FC236}">
                  <a16:creationId xmlns:a16="http://schemas.microsoft.com/office/drawing/2014/main" id="{BFCA421C-D811-DC81-B7D8-5E302E780D04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5361"/>
              <a:ext cx="107602" cy="33712"/>
            </a:xfrm>
            <a:custGeom>
              <a:avLst/>
              <a:gdLst/>
              <a:ahLst/>
              <a:cxnLst/>
              <a:rect l="0" t="0" r="0" b="0"/>
              <a:pathLst>
                <a:path w="107602" h="33712">
                  <a:moveTo>
                    <a:pt x="0" y="33712"/>
                  </a:moveTo>
                  <a:lnTo>
                    <a:pt x="10760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9" name="Candidate_receptor__2368">
              <a:extLst>
                <a:ext uri="{FF2B5EF4-FFF2-40B4-BE49-F238E27FC236}">
                  <a16:creationId xmlns:a16="http://schemas.microsoft.com/office/drawing/2014/main" id="{65230425-D85D-B3EC-2824-FF915D51DA2C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878366"/>
              <a:ext cx="24635" cy="5423"/>
            </a:xfrm>
            <a:custGeom>
              <a:avLst/>
              <a:gdLst/>
              <a:ahLst/>
              <a:cxnLst/>
              <a:rect l="0" t="0" r="0" b="0"/>
              <a:pathLst>
                <a:path w="24635" h="5423">
                  <a:moveTo>
                    <a:pt x="24635" y="0"/>
                  </a:moveTo>
                  <a:lnTo>
                    <a:pt x="0" y="542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0" name="Candidate_receptor__2369">
              <a:extLst>
                <a:ext uri="{FF2B5EF4-FFF2-40B4-BE49-F238E27FC236}">
                  <a16:creationId xmlns:a16="http://schemas.microsoft.com/office/drawing/2014/main" id="{A4E3D7B4-AA58-15A6-9529-C4A6B34DA17D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70979"/>
              <a:ext cx="37642" cy="48832"/>
            </a:xfrm>
            <a:custGeom>
              <a:avLst/>
              <a:gdLst/>
              <a:ahLst/>
              <a:cxnLst/>
              <a:rect l="0" t="0" r="0" b="0"/>
              <a:pathLst>
                <a:path w="37642" h="48832">
                  <a:moveTo>
                    <a:pt x="0" y="48832"/>
                  </a:moveTo>
                  <a:lnTo>
                    <a:pt x="3764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1" name="Candidate_receptor__2370">
              <a:extLst>
                <a:ext uri="{FF2B5EF4-FFF2-40B4-BE49-F238E27FC236}">
                  <a16:creationId xmlns:a16="http://schemas.microsoft.com/office/drawing/2014/main" id="{D3CFD8DF-2E03-27B4-6996-104A11BE5341}"/>
                </a:ext>
              </a:extLst>
            </p:cNvPr>
            <p:cNvSpPr>
              <a:spLocks noGrp="1"/>
            </p:cNvSpPr>
            <p:nvPr/>
          </p:nvSpPr>
          <p:spPr>
            <a:xfrm>
              <a:off x="6311779" y="4131532"/>
              <a:ext cx="8908" cy="100629"/>
            </a:xfrm>
            <a:custGeom>
              <a:avLst/>
              <a:gdLst/>
              <a:ahLst/>
              <a:cxnLst/>
              <a:rect l="0" t="0" r="0" b="0"/>
              <a:pathLst>
                <a:path w="8908" h="100629">
                  <a:moveTo>
                    <a:pt x="8908" y="100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2" name="Candidate_receptor__2371">
              <a:extLst>
                <a:ext uri="{FF2B5EF4-FFF2-40B4-BE49-F238E27FC236}">
                  <a16:creationId xmlns:a16="http://schemas.microsoft.com/office/drawing/2014/main" id="{4A5EF6EA-2B5C-2C6D-0059-68527E0B9C14}"/>
                </a:ext>
              </a:extLst>
            </p:cNvPr>
            <p:cNvSpPr>
              <a:spLocks noGrp="1"/>
            </p:cNvSpPr>
            <p:nvPr/>
          </p:nvSpPr>
          <p:spPr>
            <a:xfrm>
              <a:off x="5896128" y="3629279"/>
              <a:ext cx="47000" cy="35793"/>
            </a:xfrm>
            <a:custGeom>
              <a:avLst/>
              <a:gdLst/>
              <a:ahLst/>
              <a:cxnLst/>
              <a:rect l="0" t="0" r="0" b="0"/>
              <a:pathLst>
                <a:path w="47000" h="35793">
                  <a:moveTo>
                    <a:pt x="0" y="35793"/>
                  </a:moveTo>
                  <a:lnTo>
                    <a:pt x="47000" y="0"/>
                  </a:lnTo>
                </a:path>
              </a:pathLst>
            </a:custGeom>
            <a:noFill/>
            <a:ln w="8096">
              <a:solidFill>
                <a:srgbClr val="DEE3E7"/>
              </a:solidFill>
            </a:ln>
          </p:spPr>
        </p:sp>
        <p:sp>
          <p:nvSpPr>
            <p:cNvPr id="2373" name="Candidate_receptor__2372">
              <a:extLst>
                <a:ext uri="{FF2B5EF4-FFF2-40B4-BE49-F238E27FC236}">
                  <a16:creationId xmlns:a16="http://schemas.microsoft.com/office/drawing/2014/main" id="{762AECD5-826D-D3B9-E736-FC4A571E3A88}"/>
                </a:ext>
              </a:extLst>
            </p:cNvPr>
            <p:cNvSpPr>
              <a:spLocks noGrp="1"/>
            </p:cNvSpPr>
            <p:nvPr/>
          </p:nvSpPr>
          <p:spPr>
            <a:xfrm>
              <a:off x="6493611" y="3890985"/>
              <a:ext cx="24283" cy="87873"/>
            </a:xfrm>
            <a:custGeom>
              <a:avLst/>
              <a:gdLst/>
              <a:ahLst/>
              <a:cxnLst/>
              <a:rect l="0" t="0" r="0" b="0"/>
              <a:pathLst>
                <a:path w="24283" h="87873">
                  <a:moveTo>
                    <a:pt x="0" y="87873"/>
                  </a:moveTo>
                  <a:lnTo>
                    <a:pt x="24283" y="0"/>
                  </a:lnTo>
                </a:path>
              </a:pathLst>
            </a:custGeom>
            <a:noFill/>
            <a:ln w="20003">
              <a:solidFill>
                <a:srgbClr val="DEE3E7"/>
              </a:solidFill>
            </a:ln>
          </p:spPr>
        </p:sp>
        <p:sp>
          <p:nvSpPr>
            <p:cNvPr id="2374" name="Candidate_receptor__2373">
              <a:extLst>
                <a:ext uri="{FF2B5EF4-FFF2-40B4-BE49-F238E27FC236}">
                  <a16:creationId xmlns:a16="http://schemas.microsoft.com/office/drawing/2014/main" id="{60FB8938-6C2A-BA76-5AC1-C984D268F5E1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88602" cy="35632"/>
            </a:xfrm>
            <a:custGeom>
              <a:avLst/>
              <a:gdLst/>
              <a:ahLst/>
              <a:cxnLst/>
              <a:rect l="0" t="0" r="0" b="0"/>
              <a:pathLst>
                <a:path w="88602" h="35632">
                  <a:moveTo>
                    <a:pt x="88602" y="356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5" name="Candidate_receptor__2374">
              <a:extLst>
                <a:ext uri="{FF2B5EF4-FFF2-40B4-BE49-F238E27FC236}">
                  <a16:creationId xmlns:a16="http://schemas.microsoft.com/office/drawing/2014/main" id="{D3612360-413D-C64D-DD1C-2DC4F2FDD3AD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68608"/>
              <a:ext cx="103135" cy="15262"/>
            </a:xfrm>
            <a:custGeom>
              <a:avLst/>
              <a:gdLst/>
              <a:ahLst/>
              <a:cxnLst/>
              <a:rect l="0" t="0" r="0" b="0"/>
              <a:pathLst>
                <a:path w="103135" h="15262">
                  <a:moveTo>
                    <a:pt x="0" y="15262"/>
                  </a:moveTo>
                  <a:lnTo>
                    <a:pt x="103135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6" name="Candidate_receptor__2375">
              <a:extLst>
                <a:ext uri="{FF2B5EF4-FFF2-40B4-BE49-F238E27FC236}">
                  <a16:creationId xmlns:a16="http://schemas.microsoft.com/office/drawing/2014/main" id="{99B6CBEB-1562-3372-1B2F-1954B7CBB3B4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45692"/>
              <a:ext cx="49477" cy="68967"/>
            </a:xfrm>
            <a:custGeom>
              <a:avLst/>
              <a:gdLst/>
              <a:ahLst/>
              <a:cxnLst/>
              <a:rect l="0" t="0" r="0" b="0"/>
              <a:pathLst>
                <a:path w="49477" h="68967">
                  <a:moveTo>
                    <a:pt x="49477" y="0"/>
                  </a:moveTo>
                  <a:lnTo>
                    <a:pt x="0" y="68967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7" name="Candidate_receptor__2376">
              <a:extLst>
                <a:ext uri="{FF2B5EF4-FFF2-40B4-BE49-F238E27FC236}">
                  <a16:creationId xmlns:a16="http://schemas.microsoft.com/office/drawing/2014/main" id="{FC2313EE-03DA-701E-1004-524592F24FC2}"/>
                </a:ext>
              </a:extLst>
            </p:cNvPr>
            <p:cNvSpPr>
              <a:spLocks noGrp="1"/>
            </p:cNvSpPr>
            <p:nvPr/>
          </p:nvSpPr>
          <p:spPr>
            <a:xfrm>
              <a:off x="5786200" y="4476198"/>
              <a:ext cx="73716" cy="68652"/>
            </a:xfrm>
            <a:custGeom>
              <a:avLst/>
              <a:gdLst/>
              <a:ahLst/>
              <a:cxnLst/>
              <a:rect l="0" t="0" r="0" b="0"/>
              <a:pathLst>
                <a:path w="73716" h="68652">
                  <a:moveTo>
                    <a:pt x="73716" y="68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8" name="Candidate_receptor__2377">
              <a:extLst>
                <a:ext uri="{FF2B5EF4-FFF2-40B4-BE49-F238E27FC236}">
                  <a16:creationId xmlns:a16="http://schemas.microsoft.com/office/drawing/2014/main" id="{C37D36BC-9AD8-FB23-EDE1-4D851D8323C5}"/>
                </a:ext>
              </a:extLst>
            </p:cNvPr>
            <p:cNvSpPr>
              <a:spLocks noGrp="1"/>
            </p:cNvSpPr>
            <p:nvPr/>
          </p:nvSpPr>
          <p:spPr>
            <a:xfrm>
              <a:off x="5310494" y="5160322"/>
              <a:ext cx="20172" cy="85370"/>
            </a:xfrm>
            <a:custGeom>
              <a:avLst/>
              <a:gdLst/>
              <a:ahLst/>
              <a:cxnLst/>
              <a:rect l="0" t="0" r="0" b="0"/>
              <a:pathLst>
                <a:path w="20172" h="85370">
                  <a:moveTo>
                    <a:pt x="20172" y="0"/>
                  </a:moveTo>
                  <a:lnTo>
                    <a:pt x="0" y="8537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9" name="Candidate_receptor__2378">
              <a:extLst>
                <a:ext uri="{FF2B5EF4-FFF2-40B4-BE49-F238E27FC236}">
                  <a16:creationId xmlns:a16="http://schemas.microsoft.com/office/drawing/2014/main" id="{4B0BF532-3E19-054C-4373-920BD43ECB66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39056"/>
              <a:ext cx="107372" cy="5200"/>
            </a:xfrm>
            <a:custGeom>
              <a:avLst/>
              <a:gdLst/>
              <a:ahLst/>
              <a:cxnLst/>
              <a:rect l="0" t="0" r="0" b="0"/>
              <a:pathLst>
                <a:path w="107372" h="5200">
                  <a:moveTo>
                    <a:pt x="107372" y="52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0" name="Candidate_receptor__2379">
              <a:extLst>
                <a:ext uri="{FF2B5EF4-FFF2-40B4-BE49-F238E27FC236}">
                  <a16:creationId xmlns:a16="http://schemas.microsoft.com/office/drawing/2014/main" id="{DDF17622-8552-9F2B-5A58-525133108091}"/>
                </a:ext>
              </a:extLst>
            </p:cNvPr>
            <p:cNvSpPr>
              <a:spLocks noGrp="1"/>
            </p:cNvSpPr>
            <p:nvPr/>
          </p:nvSpPr>
          <p:spPr>
            <a:xfrm>
              <a:off x="5141955" y="4068608"/>
              <a:ext cx="38358" cy="91882"/>
            </a:xfrm>
            <a:custGeom>
              <a:avLst/>
              <a:gdLst/>
              <a:ahLst/>
              <a:cxnLst/>
              <a:rect l="0" t="0" r="0" b="0"/>
              <a:pathLst>
                <a:path w="38358" h="91882">
                  <a:moveTo>
                    <a:pt x="0" y="0"/>
                  </a:moveTo>
                  <a:lnTo>
                    <a:pt x="38358" y="91882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1" name="Candidate_receptor__2380">
              <a:extLst>
                <a:ext uri="{FF2B5EF4-FFF2-40B4-BE49-F238E27FC236}">
                  <a16:creationId xmlns:a16="http://schemas.microsoft.com/office/drawing/2014/main" id="{8511D6AD-FE8E-EC30-47BF-A804DB671ADB}"/>
                </a:ext>
              </a:extLst>
            </p:cNvPr>
            <p:cNvSpPr>
              <a:spLocks noGrp="1"/>
            </p:cNvSpPr>
            <p:nvPr/>
          </p:nvSpPr>
          <p:spPr>
            <a:xfrm>
              <a:off x="5907196" y="4703966"/>
              <a:ext cx="27980" cy="10625"/>
            </a:xfrm>
            <a:custGeom>
              <a:avLst/>
              <a:gdLst/>
              <a:ahLst/>
              <a:cxnLst/>
              <a:rect l="0" t="0" r="0" b="0"/>
              <a:pathLst>
                <a:path w="27980" h="10625">
                  <a:moveTo>
                    <a:pt x="27980" y="10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2" name="Candidate_receptor__2381">
              <a:extLst>
                <a:ext uri="{FF2B5EF4-FFF2-40B4-BE49-F238E27FC236}">
                  <a16:creationId xmlns:a16="http://schemas.microsoft.com/office/drawing/2014/main" id="{0EEC9E7B-C290-3167-C8A1-013059D3A07E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76198"/>
              <a:ext cx="88991" cy="32223"/>
            </a:xfrm>
            <a:custGeom>
              <a:avLst/>
              <a:gdLst/>
              <a:ahLst/>
              <a:cxnLst/>
              <a:rect l="0" t="0" r="0" b="0"/>
              <a:pathLst>
                <a:path w="88991" h="32223">
                  <a:moveTo>
                    <a:pt x="88991" y="0"/>
                  </a:moveTo>
                  <a:lnTo>
                    <a:pt x="0" y="3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3" name="Candidate_receptor__2382">
              <a:extLst>
                <a:ext uri="{FF2B5EF4-FFF2-40B4-BE49-F238E27FC236}">
                  <a16:creationId xmlns:a16="http://schemas.microsoft.com/office/drawing/2014/main" id="{D3AF86ED-B04D-B3E5-CEA9-954BCCE29E82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66033" cy="13897"/>
            </a:xfrm>
            <a:custGeom>
              <a:avLst/>
              <a:gdLst/>
              <a:ahLst/>
              <a:cxnLst/>
              <a:rect l="0" t="0" r="0" b="0"/>
              <a:pathLst>
                <a:path w="66033" h="13897">
                  <a:moveTo>
                    <a:pt x="66033" y="138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4" name="Candidate_receptor__2383">
              <a:extLst>
                <a:ext uri="{FF2B5EF4-FFF2-40B4-BE49-F238E27FC236}">
                  <a16:creationId xmlns:a16="http://schemas.microsoft.com/office/drawing/2014/main" id="{53B4DBD6-A89D-31BE-F699-F1319F2CE1F6}"/>
                </a:ext>
              </a:extLst>
            </p:cNvPr>
            <p:cNvSpPr>
              <a:spLocks noGrp="1"/>
            </p:cNvSpPr>
            <p:nvPr/>
          </p:nvSpPr>
          <p:spPr>
            <a:xfrm>
              <a:off x="6050719" y="3571991"/>
              <a:ext cx="55302" cy="50931"/>
            </a:xfrm>
            <a:custGeom>
              <a:avLst/>
              <a:gdLst/>
              <a:ahLst/>
              <a:cxnLst/>
              <a:rect l="0" t="0" r="0" b="0"/>
              <a:pathLst>
                <a:path w="55302" h="50931">
                  <a:moveTo>
                    <a:pt x="0" y="0"/>
                  </a:moveTo>
                  <a:lnTo>
                    <a:pt x="55302" y="50931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5" name="Candidate_receptor__2384">
              <a:extLst>
                <a:ext uri="{FF2B5EF4-FFF2-40B4-BE49-F238E27FC236}">
                  <a16:creationId xmlns:a16="http://schemas.microsoft.com/office/drawing/2014/main" id="{15AF1CFC-6829-207E-E27E-C9F7536E91AB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60490"/>
              <a:ext cx="84127" cy="68593"/>
            </a:xfrm>
            <a:custGeom>
              <a:avLst/>
              <a:gdLst/>
              <a:ahLst/>
              <a:cxnLst/>
              <a:rect l="0" t="0" r="0" b="0"/>
              <a:pathLst>
                <a:path w="84127" h="68593">
                  <a:moveTo>
                    <a:pt x="84127" y="0"/>
                  </a:moveTo>
                  <a:lnTo>
                    <a:pt x="0" y="6859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6" name="Candidate_receptor__2385">
              <a:extLst>
                <a:ext uri="{FF2B5EF4-FFF2-40B4-BE49-F238E27FC236}">
                  <a16:creationId xmlns:a16="http://schemas.microsoft.com/office/drawing/2014/main" id="{D5C2D1F4-EAA6-28FC-B58E-FA62DF44910D}"/>
                </a:ext>
              </a:extLst>
            </p:cNvPr>
            <p:cNvSpPr>
              <a:spLocks noGrp="1"/>
            </p:cNvSpPr>
            <p:nvPr/>
          </p:nvSpPr>
          <p:spPr>
            <a:xfrm>
              <a:off x="6207577" y="4232161"/>
              <a:ext cx="113110" cy="18883"/>
            </a:xfrm>
            <a:custGeom>
              <a:avLst/>
              <a:gdLst/>
              <a:ahLst/>
              <a:cxnLst/>
              <a:rect l="0" t="0" r="0" b="0"/>
              <a:pathLst>
                <a:path w="113110" h="18883">
                  <a:moveTo>
                    <a:pt x="0" y="18883"/>
                  </a:moveTo>
                  <a:lnTo>
                    <a:pt x="11311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7" name="Candidate_receptor__2386">
              <a:extLst>
                <a:ext uri="{FF2B5EF4-FFF2-40B4-BE49-F238E27FC236}">
                  <a16:creationId xmlns:a16="http://schemas.microsoft.com/office/drawing/2014/main" id="{77C5444C-EBE1-AD1C-8C36-5E378CB3D686}"/>
                </a:ext>
              </a:extLst>
            </p:cNvPr>
            <p:cNvSpPr>
              <a:spLocks noGrp="1"/>
            </p:cNvSpPr>
            <p:nvPr/>
          </p:nvSpPr>
          <p:spPr>
            <a:xfrm>
              <a:off x="5977520" y="3524905"/>
              <a:ext cx="73199" cy="47086"/>
            </a:xfrm>
            <a:custGeom>
              <a:avLst/>
              <a:gdLst/>
              <a:ahLst/>
              <a:cxnLst/>
              <a:rect l="0" t="0" r="0" b="0"/>
              <a:pathLst>
                <a:path w="73199" h="47086">
                  <a:moveTo>
                    <a:pt x="0" y="0"/>
                  </a:moveTo>
                  <a:lnTo>
                    <a:pt x="73199" y="47086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8" name="Candidate_receptor__2387">
              <a:extLst>
                <a:ext uri="{FF2B5EF4-FFF2-40B4-BE49-F238E27FC236}">
                  <a16:creationId xmlns:a16="http://schemas.microsoft.com/office/drawing/2014/main" id="{878AA5D2-C6D1-7572-E049-99B4D8E11D44}"/>
                </a:ext>
              </a:extLst>
            </p:cNvPr>
            <p:cNvSpPr>
              <a:spLocks noGrp="1"/>
            </p:cNvSpPr>
            <p:nvPr/>
          </p:nvSpPr>
          <p:spPr>
            <a:xfrm>
              <a:off x="6415866" y="3734415"/>
              <a:ext cx="38862" cy="61997"/>
            </a:xfrm>
            <a:custGeom>
              <a:avLst/>
              <a:gdLst/>
              <a:ahLst/>
              <a:cxnLst/>
              <a:rect l="0" t="0" r="0" b="0"/>
              <a:pathLst>
                <a:path w="38862" h="61997">
                  <a:moveTo>
                    <a:pt x="38862" y="619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9" name="Candidate_receptor__2388">
              <a:extLst>
                <a:ext uri="{FF2B5EF4-FFF2-40B4-BE49-F238E27FC236}">
                  <a16:creationId xmlns:a16="http://schemas.microsoft.com/office/drawing/2014/main" id="{6B00689F-2277-6D05-401F-DC0176275F9C}"/>
                </a:ext>
              </a:extLst>
            </p:cNvPr>
            <p:cNvSpPr>
              <a:spLocks noGrp="1"/>
            </p:cNvSpPr>
            <p:nvPr/>
          </p:nvSpPr>
          <p:spPr>
            <a:xfrm>
              <a:off x="5559822" y="5197921"/>
              <a:ext cx="59567" cy="71383"/>
            </a:xfrm>
            <a:custGeom>
              <a:avLst/>
              <a:gdLst/>
              <a:ahLst/>
              <a:cxnLst/>
              <a:rect l="0" t="0" r="0" b="0"/>
              <a:pathLst>
                <a:path w="59567" h="71383">
                  <a:moveTo>
                    <a:pt x="0" y="0"/>
                  </a:moveTo>
                  <a:lnTo>
                    <a:pt x="59567" y="71383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0" name="Candidate_receptor__2389">
              <a:extLst>
                <a:ext uri="{FF2B5EF4-FFF2-40B4-BE49-F238E27FC236}">
                  <a16:creationId xmlns:a16="http://schemas.microsoft.com/office/drawing/2014/main" id="{A82F5DA2-1481-8435-FA03-9D09830D69B4}"/>
                </a:ext>
              </a:extLst>
            </p:cNvPr>
            <p:cNvSpPr>
              <a:spLocks noGrp="1"/>
            </p:cNvSpPr>
            <p:nvPr/>
          </p:nvSpPr>
          <p:spPr>
            <a:xfrm>
              <a:off x="5209506" y="5015361"/>
              <a:ext cx="36376" cy="62921"/>
            </a:xfrm>
            <a:custGeom>
              <a:avLst/>
              <a:gdLst/>
              <a:ahLst/>
              <a:cxnLst/>
              <a:rect l="0" t="0" r="0" b="0"/>
              <a:pathLst>
                <a:path w="36376" h="62921">
                  <a:moveTo>
                    <a:pt x="0" y="0"/>
                  </a:moveTo>
                  <a:lnTo>
                    <a:pt x="36376" y="62921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1" name="Candidate_receptor__2390">
              <a:extLst>
                <a:ext uri="{FF2B5EF4-FFF2-40B4-BE49-F238E27FC236}">
                  <a16:creationId xmlns:a16="http://schemas.microsoft.com/office/drawing/2014/main" id="{4EA81370-094C-D95C-3C33-BBD5883ED0DF}"/>
                </a:ext>
              </a:extLst>
            </p:cNvPr>
            <p:cNvSpPr>
              <a:spLocks noGrp="1"/>
            </p:cNvSpPr>
            <p:nvPr/>
          </p:nvSpPr>
          <p:spPr>
            <a:xfrm>
              <a:off x="4872603" y="4244256"/>
              <a:ext cx="26855" cy="76960"/>
            </a:xfrm>
            <a:custGeom>
              <a:avLst/>
              <a:gdLst/>
              <a:ahLst/>
              <a:cxnLst/>
              <a:rect l="0" t="0" r="0" b="0"/>
              <a:pathLst>
                <a:path w="26855" h="76960">
                  <a:moveTo>
                    <a:pt x="26855" y="76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2" name="Candidate_receptor__2391">
              <a:extLst>
                <a:ext uri="{FF2B5EF4-FFF2-40B4-BE49-F238E27FC236}">
                  <a16:creationId xmlns:a16="http://schemas.microsoft.com/office/drawing/2014/main" id="{182175D9-4843-1665-F505-636CE1654F40}"/>
                </a:ext>
              </a:extLst>
            </p:cNvPr>
            <p:cNvSpPr>
              <a:spLocks noGrp="1"/>
            </p:cNvSpPr>
            <p:nvPr/>
          </p:nvSpPr>
          <p:spPr>
            <a:xfrm>
              <a:off x="5788613" y="4544849"/>
              <a:ext cx="71303" cy="89505"/>
            </a:xfrm>
            <a:custGeom>
              <a:avLst/>
              <a:gdLst/>
              <a:ahLst/>
              <a:cxnLst/>
              <a:rect l="0" t="0" r="0" b="0"/>
              <a:pathLst>
                <a:path w="71303" h="89505">
                  <a:moveTo>
                    <a:pt x="0" y="89505"/>
                  </a:moveTo>
                  <a:lnTo>
                    <a:pt x="7130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3" name="Candidate_receptor__2392">
              <a:extLst>
                <a:ext uri="{FF2B5EF4-FFF2-40B4-BE49-F238E27FC236}">
                  <a16:creationId xmlns:a16="http://schemas.microsoft.com/office/drawing/2014/main" id="{052A2988-EDBE-956C-4EB8-3CD19577F91D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81146"/>
              <a:ext cx="102960" cy="22223"/>
            </a:xfrm>
            <a:custGeom>
              <a:avLst/>
              <a:gdLst/>
              <a:ahLst/>
              <a:cxnLst/>
              <a:rect l="0" t="0" r="0" b="0"/>
              <a:pathLst>
                <a:path w="102960" h="22223">
                  <a:moveTo>
                    <a:pt x="0" y="0"/>
                  </a:moveTo>
                  <a:lnTo>
                    <a:pt x="102960" y="2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4" name="Candidate_receptor__2393">
              <a:extLst>
                <a:ext uri="{FF2B5EF4-FFF2-40B4-BE49-F238E27FC236}">
                  <a16:creationId xmlns:a16="http://schemas.microsoft.com/office/drawing/2014/main" id="{7A89E9FB-67D4-D1D8-C36F-86BD2F73A002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962687"/>
              <a:ext cx="9183" cy="16910"/>
            </a:xfrm>
            <a:custGeom>
              <a:avLst/>
              <a:gdLst/>
              <a:ahLst/>
              <a:cxnLst/>
              <a:rect l="0" t="0" r="0" b="0"/>
              <a:pathLst>
                <a:path w="9183" h="16910">
                  <a:moveTo>
                    <a:pt x="9183" y="16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5" name="Candidate_receptor__2394">
              <a:extLst>
                <a:ext uri="{FF2B5EF4-FFF2-40B4-BE49-F238E27FC236}">
                  <a16:creationId xmlns:a16="http://schemas.microsoft.com/office/drawing/2014/main" id="{3B9F73ED-8DA4-CDB9-F5B6-DA86A93D0EFF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58649"/>
              <a:ext cx="33344" cy="75565"/>
            </a:xfrm>
            <a:custGeom>
              <a:avLst/>
              <a:gdLst/>
              <a:ahLst/>
              <a:cxnLst/>
              <a:rect l="0" t="0" r="0" b="0"/>
              <a:pathLst>
                <a:path w="33344" h="75565">
                  <a:moveTo>
                    <a:pt x="33344" y="755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6" name="Candidate_receptor__2395">
              <a:extLst>
                <a:ext uri="{FF2B5EF4-FFF2-40B4-BE49-F238E27FC236}">
                  <a16:creationId xmlns:a16="http://schemas.microsoft.com/office/drawing/2014/main" id="{C0AB4910-63F2-A339-57FF-0D3973B36D37}"/>
                </a:ext>
              </a:extLst>
            </p:cNvPr>
            <p:cNvSpPr>
              <a:spLocks noGrp="1"/>
            </p:cNvSpPr>
            <p:nvPr/>
          </p:nvSpPr>
          <p:spPr>
            <a:xfrm>
              <a:off x="5062105" y="4899373"/>
              <a:ext cx="91909" cy="10658"/>
            </a:xfrm>
            <a:custGeom>
              <a:avLst/>
              <a:gdLst/>
              <a:ahLst/>
              <a:cxnLst/>
              <a:rect l="0" t="0" r="0" b="0"/>
              <a:pathLst>
                <a:path w="91909" h="10658">
                  <a:moveTo>
                    <a:pt x="0" y="0"/>
                  </a:moveTo>
                  <a:lnTo>
                    <a:pt x="91909" y="1065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7" name="Candidate_receptor__2396">
              <a:extLst>
                <a:ext uri="{FF2B5EF4-FFF2-40B4-BE49-F238E27FC236}">
                  <a16:creationId xmlns:a16="http://schemas.microsoft.com/office/drawing/2014/main" id="{804353AA-4D96-47BF-AB43-42F33DDD1274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09051"/>
              <a:ext cx="54536" cy="29674"/>
            </a:xfrm>
            <a:custGeom>
              <a:avLst/>
              <a:gdLst/>
              <a:ahLst/>
              <a:cxnLst/>
              <a:rect l="0" t="0" r="0" b="0"/>
              <a:pathLst>
                <a:path w="54536" h="29674">
                  <a:moveTo>
                    <a:pt x="54536" y="0"/>
                  </a:moveTo>
                  <a:lnTo>
                    <a:pt x="0" y="296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8" name="Candidate_receptor__2397">
              <a:extLst>
                <a:ext uri="{FF2B5EF4-FFF2-40B4-BE49-F238E27FC236}">
                  <a16:creationId xmlns:a16="http://schemas.microsoft.com/office/drawing/2014/main" id="{466A2885-E408-DC93-BC87-4A818CB90843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99373"/>
              <a:ext cx="71023" cy="30769"/>
            </a:xfrm>
            <a:custGeom>
              <a:avLst/>
              <a:gdLst/>
              <a:ahLst/>
              <a:cxnLst/>
              <a:rect l="0" t="0" r="0" b="0"/>
              <a:pathLst>
                <a:path w="71023" h="30769">
                  <a:moveTo>
                    <a:pt x="0" y="30769"/>
                  </a:moveTo>
                  <a:lnTo>
                    <a:pt x="7102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9" name="Candidate_receptor__2398">
              <a:extLst>
                <a:ext uri="{FF2B5EF4-FFF2-40B4-BE49-F238E27FC236}">
                  <a16:creationId xmlns:a16="http://schemas.microsoft.com/office/drawing/2014/main" id="{3FB984D2-2EFF-E15B-B999-CECD31029274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078282"/>
              <a:ext cx="66979" cy="87114"/>
            </a:xfrm>
            <a:custGeom>
              <a:avLst/>
              <a:gdLst/>
              <a:ahLst/>
              <a:cxnLst/>
              <a:rect l="0" t="0" r="0" b="0"/>
              <a:pathLst>
                <a:path w="66979" h="87114">
                  <a:moveTo>
                    <a:pt x="66979" y="0"/>
                  </a:moveTo>
                  <a:lnTo>
                    <a:pt x="0" y="8711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0" name="Candidate_receptor__2399">
              <a:extLst>
                <a:ext uri="{FF2B5EF4-FFF2-40B4-BE49-F238E27FC236}">
                  <a16:creationId xmlns:a16="http://schemas.microsoft.com/office/drawing/2014/main" id="{CE73AFAB-39A9-AA1C-32C1-3995CDD9C407}"/>
                </a:ext>
              </a:extLst>
            </p:cNvPr>
            <p:cNvSpPr>
              <a:spLocks noGrp="1"/>
            </p:cNvSpPr>
            <p:nvPr/>
          </p:nvSpPr>
          <p:spPr>
            <a:xfrm>
              <a:off x="6150540" y="4503369"/>
              <a:ext cx="42552" cy="66808"/>
            </a:xfrm>
            <a:custGeom>
              <a:avLst/>
              <a:gdLst/>
              <a:ahLst/>
              <a:cxnLst/>
              <a:rect l="0" t="0" r="0" b="0"/>
              <a:pathLst>
                <a:path w="42552" h="66808">
                  <a:moveTo>
                    <a:pt x="0" y="0"/>
                  </a:moveTo>
                  <a:lnTo>
                    <a:pt x="42552" y="6680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1" name="Candidate_receptor__2400">
              <a:extLst>
                <a:ext uri="{FF2B5EF4-FFF2-40B4-BE49-F238E27FC236}">
                  <a16:creationId xmlns:a16="http://schemas.microsoft.com/office/drawing/2014/main" id="{2E2C01F3-AB0E-CA27-6690-C6ED44F82484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21216"/>
              <a:ext cx="90642" cy="65297"/>
            </a:xfrm>
            <a:custGeom>
              <a:avLst/>
              <a:gdLst/>
              <a:ahLst/>
              <a:cxnLst/>
              <a:rect l="0" t="0" r="0" b="0"/>
              <a:pathLst>
                <a:path w="90642" h="65297">
                  <a:moveTo>
                    <a:pt x="0" y="65297"/>
                  </a:moveTo>
                  <a:lnTo>
                    <a:pt x="90642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2" name="Candidate_receptor__2401">
              <a:extLst>
                <a:ext uri="{FF2B5EF4-FFF2-40B4-BE49-F238E27FC236}">
                  <a16:creationId xmlns:a16="http://schemas.microsoft.com/office/drawing/2014/main" id="{E9921510-C10B-9D00-A053-075CD325C3CD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00550"/>
              <a:ext cx="1169" cy="50532"/>
            </a:xfrm>
            <a:custGeom>
              <a:avLst/>
              <a:gdLst/>
              <a:ahLst/>
              <a:cxnLst/>
              <a:rect l="0" t="0" r="0" b="0"/>
              <a:pathLst>
                <a:path w="1169" h="50532">
                  <a:moveTo>
                    <a:pt x="0" y="50532"/>
                  </a:moveTo>
                  <a:lnTo>
                    <a:pt x="1169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3" name="Candidate_receptor__2402">
              <a:extLst>
                <a:ext uri="{FF2B5EF4-FFF2-40B4-BE49-F238E27FC236}">
                  <a16:creationId xmlns:a16="http://schemas.microsoft.com/office/drawing/2014/main" id="{0D906B92-E5A4-F043-DEE6-097CA4785949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710921"/>
              <a:ext cx="71224" cy="6048"/>
            </a:xfrm>
            <a:custGeom>
              <a:avLst/>
              <a:gdLst/>
              <a:ahLst/>
              <a:cxnLst/>
              <a:rect l="0" t="0" r="0" b="0"/>
              <a:pathLst>
                <a:path w="71224" h="6048">
                  <a:moveTo>
                    <a:pt x="0" y="0"/>
                  </a:moveTo>
                  <a:lnTo>
                    <a:pt x="71224" y="604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4" name="Candidate_receptor__2403">
              <a:extLst>
                <a:ext uri="{FF2B5EF4-FFF2-40B4-BE49-F238E27FC236}">
                  <a16:creationId xmlns:a16="http://schemas.microsoft.com/office/drawing/2014/main" id="{0EDB72FC-CB4A-43AC-DFFF-841394722DA0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567098"/>
              <a:ext cx="57274" cy="97974"/>
            </a:xfrm>
            <a:custGeom>
              <a:avLst/>
              <a:gdLst/>
              <a:ahLst/>
              <a:cxnLst/>
              <a:rect l="0" t="0" r="0" b="0"/>
              <a:pathLst>
                <a:path w="57274" h="97974">
                  <a:moveTo>
                    <a:pt x="0" y="0"/>
                  </a:moveTo>
                  <a:lnTo>
                    <a:pt x="57274" y="979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05" name="Candidate_receptor__2404">
              <a:extLst>
                <a:ext uri="{FF2B5EF4-FFF2-40B4-BE49-F238E27FC236}">
                  <a16:creationId xmlns:a16="http://schemas.microsoft.com/office/drawing/2014/main" id="{7EC45817-4EC1-E2D3-00C1-A0F99C65E477}"/>
                </a:ext>
              </a:extLst>
            </p:cNvPr>
            <p:cNvSpPr>
              <a:spLocks noGrp="1"/>
            </p:cNvSpPr>
            <p:nvPr/>
          </p:nvSpPr>
          <p:spPr>
            <a:xfrm>
              <a:off x="5051905" y="4490104"/>
              <a:ext cx="114170" cy="8120"/>
            </a:xfrm>
            <a:custGeom>
              <a:avLst/>
              <a:gdLst/>
              <a:ahLst/>
              <a:cxnLst/>
              <a:rect l="0" t="0" r="0" b="0"/>
              <a:pathLst>
                <a:path w="114170" h="8120">
                  <a:moveTo>
                    <a:pt x="0" y="0"/>
                  </a:moveTo>
                  <a:lnTo>
                    <a:pt x="114170" y="812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6" name="Candidate_receptor__2405">
              <a:extLst>
                <a:ext uri="{FF2B5EF4-FFF2-40B4-BE49-F238E27FC236}">
                  <a16:creationId xmlns:a16="http://schemas.microsoft.com/office/drawing/2014/main" id="{F12AAB92-CAFE-614E-927C-5120A76B2281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796412"/>
              <a:ext cx="72913" cy="87377"/>
            </a:xfrm>
            <a:custGeom>
              <a:avLst/>
              <a:gdLst/>
              <a:ahLst/>
              <a:cxnLst/>
              <a:rect l="0" t="0" r="0" b="0"/>
              <a:pathLst>
                <a:path w="72913" h="87377">
                  <a:moveTo>
                    <a:pt x="0" y="87377"/>
                  </a:moveTo>
                  <a:lnTo>
                    <a:pt x="7291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7" name="Candidate_receptor__2406">
              <a:extLst>
                <a:ext uri="{FF2B5EF4-FFF2-40B4-BE49-F238E27FC236}">
                  <a16:creationId xmlns:a16="http://schemas.microsoft.com/office/drawing/2014/main" id="{A2E87FF4-7798-42E8-34CB-D328584E2DEE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2473"/>
              <a:ext cx="13664" cy="36600"/>
            </a:xfrm>
            <a:custGeom>
              <a:avLst/>
              <a:gdLst/>
              <a:ahLst/>
              <a:cxnLst/>
              <a:rect l="0" t="0" r="0" b="0"/>
              <a:pathLst>
                <a:path w="13664" h="36600">
                  <a:moveTo>
                    <a:pt x="13664" y="0"/>
                  </a:moveTo>
                  <a:lnTo>
                    <a:pt x="0" y="3660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8" name="Candidate_receptor__2407">
              <a:extLst>
                <a:ext uri="{FF2B5EF4-FFF2-40B4-BE49-F238E27FC236}">
                  <a16:creationId xmlns:a16="http://schemas.microsoft.com/office/drawing/2014/main" id="{215A981C-121E-0C02-3CC5-ED87367BC5EE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28102"/>
              <a:ext cx="67780" cy="45088"/>
            </a:xfrm>
            <a:custGeom>
              <a:avLst/>
              <a:gdLst/>
              <a:ahLst/>
              <a:cxnLst/>
              <a:rect l="0" t="0" r="0" b="0"/>
              <a:pathLst>
                <a:path w="67780" h="45088">
                  <a:moveTo>
                    <a:pt x="0" y="45088"/>
                  </a:moveTo>
                  <a:lnTo>
                    <a:pt x="6778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9" name="Candidate_receptor__2408">
              <a:extLst>
                <a:ext uri="{FF2B5EF4-FFF2-40B4-BE49-F238E27FC236}">
                  <a16:creationId xmlns:a16="http://schemas.microsoft.com/office/drawing/2014/main" id="{BF2A5766-9DC8-9ED6-8911-AC04662BDA12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63089"/>
              <a:ext cx="114578" cy="13310"/>
            </a:xfrm>
            <a:custGeom>
              <a:avLst/>
              <a:gdLst/>
              <a:ahLst/>
              <a:cxnLst/>
              <a:rect l="0" t="0" r="0" b="0"/>
              <a:pathLst>
                <a:path w="114578" h="13310">
                  <a:moveTo>
                    <a:pt x="0" y="13310"/>
                  </a:moveTo>
                  <a:lnTo>
                    <a:pt x="114578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10" name="Candidate_receptor__2409">
              <a:extLst>
                <a:ext uri="{FF2B5EF4-FFF2-40B4-BE49-F238E27FC236}">
                  <a16:creationId xmlns:a16="http://schemas.microsoft.com/office/drawing/2014/main" id="{65469EA1-31C9-3430-3AF9-766005F226C7}"/>
                </a:ext>
              </a:extLst>
            </p:cNvPr>
            <p:cNvSpPr>
              <a:spLocks noGrp="1"/>
            </p:cNvSpPr>
            <p:nvPr/>
          </p:nvSpPr>
          <p:spPr>
            <a:xfrm>
              <a:off x="5259713" y="4220275"/>
              <a:ext cx="112587" cy="23294"/>
            </a:xfrm>
            <a:custGeom>
              <a:avLst/>
              <a:gdLst/>
              <a:ahLst/>
              <a:cxnLst/>
              <a:rect l="0" t="0" r="0" b="0"/>
              <a:pathLst>
                <a:path w="112587" h="23294">
                  <a:moveTo>
                    <a:pt x="112587" y="0"/>
                  </a:moveTo>
                  <a:lnTo>
                    <a:pt x="0" y="2329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11" name="Candidate_receptor__2410">
              <a:extLst>
                <a:ext uri="{FF2B5EF4-FFF2-40B4-BE49-F238E27FC236}">
                  <a16:creationId xmlns:a16="http://schemas.microsoft.com/office/drawing/2014/main" id="{D22B1EDB-AFA9-24BD-B8BC-0AD26506DDDB}"/>
                </a:ext>
              </a:extLst>
            </p:cNvPr>
            <p:cNvSpPr>
              <a:spLocks noGrp="1"/>
            </p:cNvSpPr>
            <p:nvPr/>
          </p:nvSpPr>
          <p:spPr>
            <a:xfrm>
              <a:off x="6280035" y="3532760"/>
              <a:ext cx="84146" cy="71645"/>
            </a:xfrm>
            <a:custGeom>
              <a:avLst/>
              <a:gdLst/>
              <a:ahLst/>
              <a:cxnLst/>
              <a:rect l="0" t="0" r="0" b="0"/>
              <a:pathLst>
                <a:path w="84146" h="71645">
                  <a:moveTo>
                    <a:pt x="84146" y="71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12" name="Candidate_receptor__2411">
              <a:extLst>
                <a:ext uri="{FF2B5EF4-FFF2-40B4-BE49-F238E27FC236}">
                  <a16:creationId xmlns:a16="http://schemas.microsoft.com/office/drawing/2014/main" id="{B49FC66A-C5CC-0C54-5106-814A9CDF0561}"/>
                </a:ext>
              </a:extLst>
            </p:cNvPr>
            <p:cNvSpPr>
              <a:spLocks noGrp="1"/>
            </p:cNvSpPr>
            <p:nvPr/>
          </p:nvSpPr>
          <p:spPr>
            <a:xfrm>
              <a:off x="5594855" y="3043386"/>
              <a:ext cx="81838" cy="78802"/>
            </a:xfrm>
            <a:custGeom>
              <a:avLst/>
              <a:gdLst/>
              <a:ahLst/>
              <a:cxnLst/>
              <a:rect l="0" t="0" r="0" b="0"/>
              <a:pathLst>
                <a:path w="81838" h="78802">
                  <a:moveTo>
                    <a:pt x="0" y="78802"/>
                  </a:moveTo>
                  <a:lnTo>
                    <a:pt x="81838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13" name="Candidate_receptor__2412">
              <a:extLst>
                <a:ext uri="{FF2B5EF4-FFF2-40B4-BE49-F238E27FC236}">
                  <a16:creationId xmlns:a16="http://schemas.microsoft.com/office/drawing/2014/main" id="{156A08A9-D1A9-A854-6EE6-70872E40BCD6}"/>
                </a:ext>
              </a:extLst>
            </p:cNvPr>
            <p:cNvSpPr>
              <a:spLocks noGrp="1"/>
            </p:cNvSpPr>
            <p:nvPr/>
          </p:nvSpPr>
          <p:spPr>
            <a:xfrm>
              <a:off x="4812463" y="4082713"/>
              <a:ext cx="69676" cy="60450"/>
            </a:xfrm>
            <a:custGeom>
              <a:avLst/>
              <a:gdLst/>
              <a:ahLst/>
              <a:cxnLst/>
              <a:rect l="0" t="0" r="0" b="0"/>
              <a:pathLst>
                <a:path w="69676" h="60450">
                  <a:moveTo>
                    <a:pt x="69676" y="60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4" name="Candidate_receptor__2413">
              <a:extLst>
                <a:ext uri="{FF2B5EF4-FFF2-40B4-BE49-F238E27FC236}">
                  <a16:creationId xmlns:a16="http://schemas.microsoft.com/office/drawing/2014/main" id="{DAF153A2-37B0-2A3D-897D-9B31CDEA7579}"/>
                </a:ext>
              </a:extLst>
            </p:cNvPr>
            <p:cNvSpPr>
              <a:spLocks noGrp="1"/>
            </p:cNvSpPr>
            <p:nvPr/>
          </p:nvSpPr>
          <p:spPr>
            <a:xfrm>
              <a:off x="4913195" y="4770781"/>
              <a:ext cx="109357" cy="33316"/>
            </a:xfrm>
            <a:custGeom>
              <a:avLst/>
              <a:gdLst/>
              <a:ahLst/>
              <a:cxnLst/>
              <a:rect l="0" t="0" r="0" b="0"/>
              <a:pathLst>
                <a:path w="109357" h="33316">
                  <a:moveTo>
                    <a:pt x="0" y="33316"/>
                  </a:moveTo>
                  <a:lnTo>
                    <a:pt x="10935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5" name="Candidate_receptor__2414">
              <a:extLst>
                <a:ext uri="{FF2B5EF4-FFF2-40B4-BE49-F238E27FC236}">
                  <a16:creationId xmlns:a16="http://schemas.microsoft.com/office/drawing/2014/main" id="{E253864C-C1BB-EB42-98AD-49582A7EE6A4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58028" cy="67027"/>
            </a:xfrm>
            <a:custGeom>
              <a:avLst/>
              <a:gdLst/>
              <a:ahLst/>
              <a:cxnLst/>
              <a:rect l="0" t="0" r="0" b="0"/>
              <a:pathLst>
                <a:path w="58028" h="67027">
                  <a:moveTo>
                    <a:pt x="0" y="0"/>
                  </a:moveTo>
                  <a:lnTo>
                    <a:pt x="58028" y="67027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16" name="Candidate_receptor__2415">
              <a:extLst>
                <a:ext uri="{FF2B5EF4-FFF2-40B4-BE49-F238E27FC236}">
                  <a16:creationId xmlns:a16="http://schemas.microsoft.com/office/drawing/2014/main" id="{26A3E1DB-45B3-322E-F6AF-705EC26EE2F2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63880"/>
              <a:ext cx="80479" cy="55931"/>
            </a:xfrm>
            <a:custGeom>
              <a:avLst/>
              <a:gdLst/>
              <a:ahLst/>
              <a:cxnLst/>
              <a:rect l="0" t="0" r="0" b="0"/>
              <a:pathLst>
                <a:path w="80479" h="55931">
                  <a:moveTo>
                    <a:pt x="80479" y="0"/>
                  </a:moveTo>
                  <a:lnTo>
                    <a:pt x="0" y="5593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7" name="Candidate_receptor__2416">
              <a:extLst>
                <a:ext uri="{FF2B5EF4-FFF2-40B4-BE49-F238E27FC236}">
                  <a16:creationId xmlns:a16="http://schemas.microsoft.com/office/drawing/2014/main" id="{E67C0833-9E65-F016-38C7-1A8F83193691}"/>
                </a:ext>
              </a:extLst>
            </p:cNvPr>
            <p:cNvSpPr>
              <a:spLocks noGrp="1"/>
            </p:cNvSpPr>
            <p:nvPr/>
          </p:nvSpPr>
          <p:spPr>
            <a:xfrm>
              <a:off x="5935175" y="4714591"/>
              <a:ext cx="34343" cy="107474"/>
            </a:xfrm>
            <a:custGeom>
              <a:avLst/>
              <a:gdLst/>
              <a:ahLst/>
              <a:cxnLst/>
              <a:rect l="0" t="0" r="0" b="0"/>
              <a:pathLst>
                <a:path w="34343" h="107474">
                  <a:moveTo>
                    <a:pt x="34343" y="1074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18" name="Candidate_receptor__2417">
              <a:extLst>
                <a:ext uri="{FF2B5EF4-FFF2-40B4-BE49-F238E27FC236}">
                  <a16:creationId xmlns:a16="http://schemas.microsoft.com/office/drawing/2014/main" id="{20C82F60-5129-C206-62BA-0A6F28111E17}"/>
                </a:ext>
              </a:extLst>
            </p:cNvPr>
            <p:cNvSpPr>
              <a:spLocks noGrp="1"/>
            </p:cNvSpPr>
            <p:nvPr/>
          </p:nvSpPr>
          <p:spPr>
            <a:xfrm>
              <a:off x="5166074" y="4498224"/>
              <a:ext cx="7614" cy="110827"/>
            </a:xfrm>
            <a:custGeom>
              <a:avLst/>
              <a:gdLst/>
              <a:ahLst/>
              <a:cxnLst/>
              <a:rect l="0" t="0" r="0" b="0"/>
              <a:pathLst>
                <a:path w="7614" h="110827">
                  <a:moveTo>
                    <a:pt x="0" y="0"/>
                  </a:moveTo>
                  <a:lnTo>
                    <a:pt x="7614" y="11082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9" name="Candidate_receptor__2418">
              <a:extLst>
                <a:ext uri="{FF2B5EF4-FFF2-40B4-BE49-F238E27FC236}">
                  <a16:creationId xmlns:a16="http://schemas.microsoft.com/office/drawing/2014/main" id="{C86CE6CA-799B-38BF-E022-651FDEAC1C64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83870"/>
              <a:ext cx="44535" cy="5802"/>
            </a:xfrm>
            <a:custGeom>
              <a:avLst/>
              <a:gdLst/>
              <a:ahLst/>
              <a:cxnLst/>
              <a:rect l="0" t="0" r="0" b="0"/>
              <a:pathLst>
                <a:path w="44535" h="5802">
                  <a:moveTo>
                    <a:pt x="44535" y="58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0" name="Candidate_receptor__2419">
              <a:extLst>
                <a:ext uri="{FF2B5EF4-FFF2-40B4-BE49-F238E27FC236}">
                  <a16:creationId xmlns:a16="http://schemas.microsoft.com/office/drawing/2014/main" id="{2236B153-D50C-5214-87D3-732FC94892DF}"/>
                </a:ext>
              </a:extLst>
            </p:cNvPr>
            <p:cNvSpPr>
              <a:spLocks noGrp="1"/>
            </p:cNvSpPr>
            <p:nvPr/>
          </p:nvSpPr>
          <p:spPr>
            <a:xfrm>
              <a:off x="6484769" y="4363089"/>
              <a:ext cx="29336" cy="100791"/>
            </a:xfrm>
            <a:custGeom>
              <a:avLst/>
              <a:gdLst/>
              <a:ahLst/>
              <a:cxnLst/>
              <a:rect l="0" t="0" r="0" b="0"/>
              <a:pathLst>
                <a:path w="29336" h="100791">
                  <a:moveTo>
                    <a:pt x="0" y="0"/>
                  </a:moveTo>
                  <a:lnTo>
                    <a:pt x="29336" y="10079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1" name="Candidate_receptor__2420">
              <a:extLst>
                <a:ext uri="{FF2B5EF4-FFF2-40B4-BE49-F238E27FC236}">
                  <a16:creationId xmlns:a16="http://schemas.microsoft.com/office/drawing/2014/main" id="{F9844466-9BBA-2B07-DB1D-98843D32039F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58894"/>
              <a:ext cx="70952" cy="23819"/>
            </a:xfrm>
            <a:custGeom>
              <a:avLst/>
              <a:gdLst/>
              <a:ahLst/>
              <a:cxnLst/>
              <a:rect l="0" t="0" r="0" b="0"/>
              <a:pathLst>
                <a:path w="70952" h="23819">
                  <a:moveTo>
                    <a:pt x="70952" y="23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2" name="Candidate_receptor__2421">
              <a:extLst>
                <a:ext uri="{FF2B5EF4-FFF2-40B4-BE49-F238E27FC236}">
                  <a16:creationId xmlns:a16="http://schemas.microsoft.com/office/drawing/2014/main" id="{A85B7D33-0DF4-940D-E7C6-A24B7E1C8C2B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26717"/>
              <a:ext cx="42886" cy="12340"/>
            </a:xfrm>
            <a:custGeom>
              <a:avLst/>
              <a:gdLst/>
              <a:ahLst/>
              <a:cxnLst/>
              <a:rect l="0" t="0" r="0" b="0"/>
              <a:pathLst>
                <a:path w="42886" h="12340">
                  <a:moveTo>
                    <a:pt x="0" y="12340"/>
                  </a:moveTo>
                  <a:lnTo>
                    <a:pt x="42886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3" name="Candidate_receptor__2422">
              <a:extLst>
                <a:ext uri="{FF2B5EF4-FFF2-40B4-BE49-F238E27FC236}">
                  <a16:creationId xmlns:a16="http://schemas.microsoft.com/office/drawing/2014/main" id="{23B64A52-C971-41B7-2ACF-5EB54D619DC0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53362" cy="33957"/>
            </a:xfrm>
            <a:custGeom>
              <a:avLst/>
              <a:gdLst/>
              <a:ahLst/>
              <a:cxnLst/>
              <a:rect l="0" t="0" r="0" b="0"/>
              <a:pathLst>
                <a:path w="53362" h="33957">
                  <a:moveTo>
                    <a:pt x="0" y="0"/>
                  </a:moveTo>
                  <a:lnTo>
                    <a:pt x="53362" y="3395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4" name="Candidate_receptor__2423">
              <a:extLst>
                <a:ext uri="{FF2B5EF4-FFF2-40B4-BE49-F238E27FC236}">
                  <a16:creationId xmlns:a16="http://schemas.microsoft.com/office/drawing/2014/main" id="{0DE5C294-3F2C-0E67-FEA3-9789F8DFED6D}"/>
                </a:ext>
              </a:extLst>
            </p:cNvPr>
            <p:cNvSpPr>
              <a:spLocks noGrp="1"/>
            </p:cNvSpPr>
            <p:nvPr/>
          </p:nvSpPr>
          <p:spPr>
            <a:xfrm>
              <a:off x="5372300" y="4220275"/>
              <a:ext cx="20390" cy="107827"/>
            </a:xfrm>
            <a:custGeom>
              <a:avLst/>
              <a:gdLst/>
              <a:ahLst/>
              <a:cxnLst/>
              <a:rect l="0" t="0" r="0" b="0"/>
              <a:pathLst>
                <a:path w="20390" h="107827">
                  <a:moveTo>
                    <a:pt x="20390" y="1078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5" name="Candidate_receptor__2424">
              <a:extLst>
                <a:ext uri="{FF2B5EF4-FFF2-40B4-BE49-F238E27FC236}">
                  <a16:creationId xmlns:a16="http://schemas.microsoft.com/office/drawing/2014/main" id="{A0EA244C-8F1F-CE79-3BCE-BB79AC5103C8}"/>
                </a:ext>
              </a:extLst>
            </p:cNvPr>
            <p:cNvSpPr>
              <a:spLocks noGrp="1"/>
            </p:cNvSpPr>
            <p:nvPr/>
          </p:nvSpPr>
          <p:spPr>
            <a:xfrm>
              <a:off x="6087851" y="4334810"/>
              <a:ext cx="87292" cy="55777"/>
            </a:xfrm>
            <a:custGeom>
              <a:avLst/>
              <a:gdLst/>
              <a:ahLst/>
              <a:cxnLst/>
              <a:rect l="0" t="0" r="0" b="0"/>
              <a:pathLst>
                <a:path w="87292" h="55777">
                  <a:moveTo>
                    <a:pt x="0" y="0"/>
                  </a:moveTo>
                  <a:lnTo>
                    <a:pt x="87292" y="5577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6" name="Candidate_receptor__2425">
              <a:extLst>
                <a:ext uri="{FF2B5EF4-FFF2-40B4-BE49-F238E27FC236}">
                  <a16:creationId xmlns:a16="http://schemas.microsoft.com/office/drawing/2014/main" id="{683A61CB-A004-6285-D021-FDD22C096C3B}"/>
                </a:ext>
              </a:extLst>
            </p:cNvPr>
            <p:cNvSpPr>
              <a:spLocks noGrp="1"/>
            </p:cNvSpPr>
            <p:nvPr/>
          </p:nvSpPr>
          <p:spPr>
            <a:xfrm>
              <a:off x="6205132" y="3532760"/>
              <a:ext cx="74904" cy="30253"/>
            </a:xfrm>
            <a:custGeom>
              <a:avLst/>
              <a:gdLst/>
              <a:ahLst/>
              <a:cxnLst/>
              <a:rect l="0" t="0" r="0" b="0"/>
              <a:pathLst>
                <a:path w="74904" h="30253">
                  <a:moveTo>
                    <a:pt x="74904" y="0"/>
                  </a:moveTo>
                  <a:lnTo>
                    <a:pt x="0" y="3025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27" name="Candidate_receptor__2426">
              <a:extLst>
                <a:ext uri="{FF2B5EF4-FFF2-40B4-BE49-F238E27FC236}">
                  <a16:creationId xmlns:a16="http://schemas.microsoft.com/office/drawing/2014/main" id="{C0C1FC1E-5C3B-E062-929A-941DB1C58AF9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34282"/>
              <a:ext cx="64561" cy="81154"/>
            </a:xfrm>
            <a:custGeom>
              <a:avLst/>
              <a:gdLst/>
              <a:ahLst/>
              <a:cxnLst/>
              <a:rect l="0" t="0" r="0" b="0"/>
              <a:pathLst>
                <a:path w="64561" h="81154">
                  <a:moveTo>
                    <a:pt x="0" y="81154"/>
                  </a:moveTo>
                  <a:lnTo>
                    <a:pt x="64561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8" name="Candidate_receptor__2427">
              <a:extLst>
                <a:ext uri="{FF2B5EF4-FFF2-40B4-BE49-F238E27FC236}">
                  <a16:creationId xmlns:a16="http://schemas.microsoft.com/office/drawing/2014/main" id="{895B0338-00C0-8297-F2D0-710B2C84DB31}"/>
                </a:ext>
              </a:extLst>
            </p:cNvPr>
            <p:cNvSpPr>
              <a:spLocks noGrp="1"/>
            </p:cNvSpPr>
            <p:nvPr/>
          </p:nvSpPr>
          <p:spPr>
            <a:xfrm>
              <a:off x="6319669" y="3979548"/>
              <a:ext cx="55375" cy="97811"/>
            </a:xfrm>
            <a:custGeom>
              <a:avLst/>
              <a:gdLst/>
              <a:ahLst/>
              <a:cxnLst/>
              <a:rect l="0" t="0" r="0" b="0"/>
              <a:pathLst>
                <a:path w="55375" h="97811">
                  <a:moveTo>
                    <a:pt x="55375" y="978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9" name="Candidate_receptor__2428">
              <a:extLst>
                <a:ext uri="{FF2B5EF4-FFF2-40B4-BE49-F238E27FC236}">
                  <a16:creationId xmlns:a16="http://schemas.microsoft.com/office/drawing/2014/main" id="{EBCCB879-6D96-59E1-D52F-141ED28CF8D0}"/>
                </a:ext>
              </a:extLst>
            </p:cNvPr>
            <p:cNvSpPr>
              <a:spLocks noGrp="1"/>
            </p:cNvSpPr>
            <p:nvPr/>
          </p:nvSpPr>
          <p:spPr>
            <a:xfrm>
              <a:off x="5412064" y="4834282"/>
              <a:ext cx="91007" cy="36399"/>
            </a:xfrm>
            <a:custGeom>
              <a:avLst/>
              <a:gdLst/>
              <a:ahLst/>
              <a:cxnLst/>
              <a:rect l="0" t="0" r="0" b="0"/>
              <a:pathLst>
                <a:path w="91007" h="36399">
                  <a:moveTo>
                    <a:pt x="0" y="0"/>
                  </a:moveTo>
                  <a:lnTo>
                    <a:pt x="91007" y="36399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0" name="Candidate_receptor__2429">
              <a:extLst>
                <a:ext uri="{FF2B5EF4-FFF2-40B4-BE49-F238E27FC236}">
                  <a16:creationId xmlns:a16="http://schemas.microsoft.com/office/drawing/2014/main" id="{6EC461E9-8A33-01D6-9ABA-27A6646DDFDA}"/>
                </a:ext>
              </a:extLst>
            </p:cNvPr>
            <p:cNvSpPr>
              <a:spLocks noGrp="1"/>
            </p:cNvSpPr>
            <p:nvPr/>
          </p:nvSpPr>
          <p:spPr>
            <a:xfrm>
              <a:off x="5162745" y="5474753"/>
              <a:ext cx="96553" cy="41099"/>
            </a:xfrm>
            <a:custGeom>
              <a:avLst/>
              <a:gdLst/>
              <a:ahLst/>
              <a:cxnLst/>
              <a:rect l="0" t="0" r="0" b="0"/>
              <a:pathLst>
                <a:path w="96553" h="41099">
                  <a:moveTo>
                    <a:pt x="96553" y="410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1" name="Candidate_receptor__2430">
              <a:extLst>
                <a:ext uri="{FF2B5EF4-FFF2-40B4-BE49-F238E27FC236}">
                  <a16:creationId xmlns:a16="http://schemas.microsoft.com/office/drawing/2014/main" id="{ADA328FF-B57B-57ED-00D8-3054BB39331B}"/>
                </a:ext>
              </a:extLst>
            </p:cNvPr>
            <p:cNvSpPr>
              <a:spLocks noGrp="1"/>
            </p:cNvSpPr>
            <p:nvPr/>
          </p:nvSpPr>
          <p:spPr>
            <a:xfrm>
              <a:off x="5969518" y="4789841"/>
              <a:ext cx="110487" cy="32224"/>
            </a:xfrm>
            <a:custGeom>
              <a:avLst/>
              <a:gdLst/>
              <a:ahLst/>
              <a:cxnLst/>
              <a:rect l="0" t="0" r="0" b="0"/>
              <a:pathLst>
                <a:path w="110487" h="32224">
                  <a:moveTo>
                    <a:pt x="110487" y="0"/>
                  </a:moveTo>
                  <a:lnTo>
                    <a:pt x="0" y="32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2" name="Candidate_receptor__2431">
              <a:extLst>
                <a:ext uri="{FF2B5EF4-FFF2-40B4-BE49-F238E27FC236}">
                  <a16:creationId xmlns:a16="http://schemas.microsoft.com/office/drawing/2014/main" id="{12B6A5F1-501B-1703-2EC5-8E62C4FB39C6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96405"/>
              <a:ext cx="61027" cy="12015"/>
            </a:xfrm>
            <a:custGeom>
              <a:avLst/>
              <a:gdLst/>
              <a:ahLst/>
              <a:cxnLst/>
              <a:rect l="0" t="0" r="0" b="0"/>
              <a:pathLst>
                <a:path w="61027" h="12015">
                  <a:moveTo>
                    <a:pt x="0" y="12015"/>
                  </a:moveTo>
                  <a:lnTo>
                    <a:pt x="6102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3" name="Candidate_receptor__2432">
              <a:extLst>
                <a:ext uri="{FF2B5EF4-FFF2-40B4-BE49-F238E27FC236}">
                  <a16:creationId xmlns:a16="http://schemas.microsoft.com/office/drawing/2014/main" id="{7F6E16C6-E08C-4B27-6DDC-1402CB7C90CC}"/>
                </a:ext>
              </a:extLst>
            </p:cNvPr>
            <p:cNvSpPr>
              <a:spLocks noGrp="1"/>
            </p:cNvSpPr>
            <p:nvPr/>
          </p:nvSpPr>
          <p:spPr>
            <a:xfrm>
              <a:off x="6305124" y="3604405"/>
              <a:ext cx="59057" cy="96145"/>
            </a:xfrm>
            <a:custGeom>
              <a:avLst/>
              <a:gdLst/>
              <a:ahLst/>
              <a:cxnLst/>
              <a:rect l="0" t="0" r="0" b="0"/>
              <a:pathLst>
                <a:path w="59057" h="96145">
                  <a:moveTo>
                    <a:pt x="0" y="96145"/>
                  </a:moveTo>
                  <a:lnTo>
                    <a:pt x="5905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4" name="Candidate_receptor__2433">
              <a:extLst>
                <a:ext uri="{FF2B5EF4-FFF2-40B4-BE49-F238E27FC236}">
                  <a16:creationId xmlns:a16="http://schemas.microsoft.com/office/drawing/2014/main" id="{565AA751-73A0-CD5B-2920-0F523479FB52}"/>
                </a:ext>
              </a:extLst>
            </p:cNvPr>
            <p:cNvSpPr>
              <a:spLocks noGrp="1"/>
            </p:cNvSpPr>
            <p:nvPr/>
          </p:nvSpPr>
          <p:spPr>
            <a:xfrm>
              <a:off x="5689062" y="4351344"/>
              <a:ext cx="104748" cy="40671"/>
            </a:xfrm>
            <a:custGeom>
              <a:avLst/>
              <a:gdLst/>
              <a:ahLst/>
              <a:cxnLst/>
              <a:rect l="0" t="0" r="0" b="0"/>
              <a:pathLst>
                <a:path w="104748" h="40671">
                  <a:moveTo>
                    <a:pt x="104748" y="40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5" name="Candidate_receptor__2434">
              <a:extLst>
                <a:ext uri="{FF2B5EF4-FFF2-40B4-BE49-F238E27FC236}">
                  <a16:creationId xmlns:a16="http://schemas.microsoft.com/office/drawing/2014/main" id="{ECDBDB50-5206-9BDF-B215-D6318DC5DC4D}"/>
                </a:ext>
              </a:extLst>
            </p:cNvPr>
            <p:cNvSpPr>
              <a:spLocks noGrp="1"/>
            </p:cNvSpPr>
            <p:nvPr/>
          </p:nvSpPr>
          <p:spPr>
            <a:xfrm>
              <a:off x="5115568" y="4910032"/>
              <a:ext cx="38446" cy="102441"/>
            </a:xfrm>
            <a:custGeom>
              <a:avLst/>
              <a:gdLst/>
              <a:ahLst/>
              <a:cxnLst/>
              <a:rect l="0" t="0" r="0" b="0"/>
              <a:pathLst>
                <a:path w="38446" h="102441">
                  <a:moveTo>
                    <a:pt x="38446" y="0"/>
                  </a:moveTo>
                  <a:lnTo>
                    <a:pt x="0" y="1024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6" name="Candidate_receptor__2435">
              <a:extLst>
                <a:ext uri="{FF2B5EF4-FFF2-40B4-BE49-F238E27FC236}">
                  <a16:creationId xmlns:a16="http://schemas.microsoft.com/office/drawing/2014/main" id="{FB0F0B4C-DC18-5C00-0B0E-0F37C7AEA386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471097"/>
              <a:ext cx="11370" cy="96001"/>
            </a:xfrm>
            <a:custGeom>
              <a:avLst/>
              <a:gdLst/>
              <a:ahLst/>
              <a:cxnLst/>
              <a:rect l="0" t="0" r="0" b="0"/>
              <a:pathLst>
                <a:path w="11370" h="96001">
                  <a:moveTo>
                    <a:pt x="11370" y="0"/>
                  </a:moveTo>
                  <a:lnTo>
                    <a:pt x="0" y="96001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7" name="Candidate_receptor__2436">
              <a:extLst>
                <a:ext uri="{FF2B5EF4-FFF2-40B4-BE49-F238E27FC236}">
                  <a16:creationId xmlns:a16="http://schemas.microsoft.com/office/drawing/2014/main" id="{388E91D1-24CD-191D-39DA-49B3D0901095}"/>
                </a:ext>
              </a:extLst>
            </p:cNvPr>
            <p:cNvSpPr>
              <a:spLocks noGrp="1"/>
            </p:cNvSpPr>
            <p:nvPr/>
          </p:nvSpPr>
          <p:spPr>
            <a:xfrm>
              <a:off x="5619389" y="5200531"/>
              <a:ext cx="43309" cy="68772"/>
            </a:xfrm>
            <a:custGeom>
              <a:avLst/>
              <a:gdLst/>
              <a:ahLst/>
              <a:cxnLst/>
              <a:rect l="0" t="0" r="0" b="0"/>
              <a:pathLst>
                <a:path w="43309" h="68772">
                  <a:moveTo>
                    <a:pt x="0" y="68772"/>
                  </a:moveTo>
                  <a:lnTo>
                    <a:pt x="43309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8" name="Candidate_receptor__2437">
              <a:extLst>
                <a:ext uri="{FF2B5EF4-FFF2-40B4-BE49-F238E27FC236}">
                  <a16:creationId xmlns:a16="http://schemas.microsoft.com/office/drawing/2014/main" id="{E7587E16-BF69-2E51-67A4-B6F7E2BA5F71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404729"/>
              <a:ext cx="91615" cy="6963"/>
            </a:xfrm>
            <a:custGeom>
              <a:avLst/>
              <a:gdLst/>
              <a:ahLst/>
              <a:cxnLst/>
              <a:rect l="0" t="0" r="0" b="0"/>
              <a:pathLst>
                <a:path w="91615" h="6963">
                  <a:moveTo>
                    <a:pt x="0" y="6963"/>
                  </a:moveTo>
                  <a:lnTo>
                    <a:pt x="91615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9" name="Candidate_receptor__2438">
              <a:extLst>
                <a:ext uri="{FF2B5EF4-FFF2-40B4-BE49-F238E27FC236}">
                  <a16:creationId xmlns:a16="http://schemas.microsoft.com/office/drawing/2014/main" id="{607FE332-5047-00B8-C4AE-42BA82881CA3}"/>
                </a:ext>
              </a:extLst>
            </p:cNvPr>
            <p:cNvSpPr>
              <a:spLocks noGrp="1"/>
            </p:cNvSpPr>
            <p:nvPr/>
          </p:nvSpPr>
          <p:spPr>
            <a:xfrm>
              <a:off x="5676693" y="3043386"/>
              <a:ext cx="69678" cy="34224"/>
            </a:xfrm>
            <a:custGeom>
              <a:avLst/>
              <a:gdLst/>
              <a:ahLst/>
              <a:cxnLst/>
              <a:rect l="0" t="0" r="0" b="0"/>
              <a:pathLst>
                <a:path w="69678" h="34224">
                  <a:moveTo>
                    <a:pt x="0" y="0"/>
                  </a:moveTo>
                  <a:lnTo>
                    <a:pt x="69678" y="34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40" name="Candidate_receptor__2439">
              <a:extLst>
                <a:ext uri="{FF2B5EF4-FFF2-40B4-BE49-F238E27FC236}">
                  <a16:creationId xmlns:a16="http://schemas.microsoft.com/office/drawing/2014/main" id="{086B7B3D-B1F9-2FE8-F34B-F4B0C11E9C9A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90104"/>
              <a:ext cx="24795" cy="40836"/>
            </a:xfrm>
            <a:custGeom>
              <a:avLst/>
              <a:gdLst/>
              <a:ahLst/>
              <a:cxnLst/>
              <a:rect l="0" t="0" r="0" b="0"/>
              <a:pathLst>
                <a:path w="24795" h="40836">
                  <a:moveTo>
                    <a:pt x="0" y="40836"/>
                  </a:moveTo>
                  <a:lnTo>
                    <a:pt x="2479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1" name="Candidate_receptor__2440">
              <a:extLst>
                <a:ext uri="{FF2B5EF4-FFF2-40B4-BE49-F238E27FC236}">
                  <a16:creationId xmlns:a16="http://schemas.microsoft.com/office/drawing/2014/main" id="{D7EFEF3B-A53D-C3D0-E579-7BF3B8F066D3}"/>
                </a:ext>
              </a:extLst>
            </p:cNvPr>
            <p:cNvSpPr>
              <a:spLocks noGrp="1"/>
            </p:cNvSpPr>
            <p:nvPr/>
          </p:nvSpPr>
          <p:spPr>
            <a:xfrm>
              <a:off x="5438722" y="4602897"/>
              <a:ext cx="15824" cy="114072"/>
            </a:xfrm>
            <a:custGeom>
              <a:avLst/>
              <a:gdLst/>
              <a:ahLst/>
              <a:cxnLst/>
              <a:rect l="0" t="0" r="0" b="0"/>
              <a:pathLst>
                <a:path w="15824" h="114072">
                  <a:moveTo>
                    <a:pt x="0" y="114072"/>
                  </a:moveTo>
                  <a:lnTo>
                    <a:pt x="1582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2" name="Candidate_receptor__2441">
              <a:extLst>
                <a:ext uri="{FF2B5EF4-FFF2-40B4-BE49-F238E27FC236}">
                  <a16:creationId xmlns:a16="http://schemas.microsoft.com/office/drawing/2014/main" id="{5819B784-990E-C74F-DA65-F15B4B40460B}"/>
                </a:ext>
              </a:extLst>
            </p:cNvPr>
            <p:cNvSpPr>
              <a:spLocks noGrp="1"/>
            </p:cNvSpPr>
            <p:nvPr/>
          </p:nvSpPr>
          <p:spPr>
            <a:xfrm>
              <a:off x="5343249" y="4574118"/>
              <a:ext cx="111296" cy="28779"/>
            </a:xfrm>
            <a:custGeom>
              <a:avLst/>
              <a:gdLst/>
              <a:ahLst/>
              <a:cxnLst/>
              <a:rect l="0" t="0" r="0" b="0"/>
              <a:pathLst>
                <a:path w="111296" h="28779">
                  <a:moveTo>
                    <a:pt x="111296" y="2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3" name="Candidate_receptor__2442">
              <a:extLst>
                <a:ext uri="{FF2B5EF4-FFF2-40B4-BE49-F238E27FC236}">
                  <a16:creationId xmlns:a16="http://schemas.microsoft.com/office/drawing/2014/main" id="{F797D4AB-D8E7-48B4-0A57-36071D3FB100}"/>
                </a:ext>
              </a:extLst>
            </p:cNvPr>
            <p:cNvSpPr>
              <a:spLocks noGrp="1"/>
            </p:cNvSpPr>
            <p:nvPr/>
          </p:nvSpPr>
          <p:spPr>
            <a:xfrm>
              <a:off x="4767564" y="3830590"/>
              <a:ext cx="66498" cy="92131"/>
            </a:xfrm>
            <a:custGeom>
              <a:avLst/>
              <a:gdLst/>
              <a:ahLst/>
              <a:cxnLst/>
              <a:rect l="0" t="0" r="0" b="0"/>
              <a:pathLst>
                <a:path w="66498" h="92131">
                  <a:moveTo>
                    <a:pt x="66498" y="921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44" name="Candidate_receptor__2443">
              <a:extLst>
                <a:ext uri="{FF2B5EF4-FFF2-40B4-BE49-F238E27FC236}">
                  <a16:creationId xmlns:a16="http://schemas.microsoft.com/office/drawing/2014/main" id="{F884DC1E-B86A-B5C0-464E-2261DB4A8F78}"/>
                </a:ext>
              </a:extLst>
            </p:cNvPr>
            <p:cNvSpPr>
              <a:spLocks noGrp="1"/>
            </p:cNvSpPr>
            <p:nvPr/>
          </p:nvSpPr>
          <p:spPr>
            <a:xfrm>
              <a:off x="5476742" y="4870680"/>
              <a:ext cx="26329" cy="108916"/>
            </a:xfrm>
            <a:custGeom>
              <a:avLst/>
              <a:gdLst/>
              <a:ahLst/>
              <a:cxnLst/>
              <a:rect l="0" t="0" r="0" b="0"/>
              <a:pathLst>
                <a:path w="26329" h="108916">
                  <a:moveTo>
                    <a:pt x="26329" y="0"/>
                  </a:moveTo>
                  <a:lnTo>
                    <a:pt x="0" y="1089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5" name="Candidate_receptor__2444">
              <a:extLst>
                <a:ext uri="{FF2B5EF4-FFF2-40B4-BE49-F238E27FC236}">
                  <a16:creationId xmlns:a16="http://schemas.microsoft.com/office/drawing/2014/main" id="{EFCD30BC-2EAB-83D8-43A8-DC32CBD56965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58220"/>
              <a:ext cx="49694" cy="22926"/>
            </a:xfrm>
            <a:custGeom>
              <a:avLst/>
              <a:gdLst/>
              <a:ahLst/>
              <a:cxnLst/>
              <a:rect l="0" t="0" r="0" b="0"/>
              <a:pathLst>
                <a:path w="49694" h="22926">
                  <a:moveTo>
                    <a:pt x="49694" y="0"/>
                  </a:moveTo>
                  <a:lnTo>
                    <a:pt x="0" y="2292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6" name="Candidate_receptor__2445">
              <a:extLst>
                <a:ext uri="{FF2B5EF4-FFF2-40B4-BE49-F238E27FC236}">
                  <a16:creationId xmlns:a16="http://schemas.microsoft.com/office/drawing/2014/main" id="{EE543B07-5B6F-00D9-FDF5-FCCCB78FF396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321802"/>
              <a:ext cx="53981" cy="13008"/>
            </a:xfrm>
            <a:custGeom>
              <a:avLst/>
              <a:gdLst/>
              <a:ahLst/>
              <a:cxnLst/>
              <a:rect l="0" t="0" r="0" b="0"/>
              <a:pathLst>
                <a:path w="53981" h="13008">
                  <a:moveTo>
                    <a:pt x="0" y="0"/>
                  </a:moveTo>
                  <a:lnTo>
                    <a:pt x="53981" y="1300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7" name="Candidate_receptor__2446">
              <a:extLst>
                <a:ext uri="{FF2B5EF4-FFF2-40B4-BE49-F238E27FC236}">
                  <a16:creationId xmlns:a16="http://schemas.microsoft.com/office/drawing/2014/main" id="{0FDB9C17-FFDE-E187-029E-01949B77C22B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243569"/>
              <a:ext cx="7574" cy="39041"/>
            </a:xfrm>
            <a:custGeom>
              <a:avLst/>
              <a:gdLst/>
              <a:ahLst/>
              <a:cxnLst/>
              <a:rect l="0" t="0" r="0" b="0"/>
              <a:pathLst>
                <a:path w="7574" h="39041">
                  <a:moveTo>
                    <a:pt x="7574" y="0"/>
                  </a:moveTo>
                  <a:lnTo>
                    <a:pt x="0" y="390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8" name="Candidate_receptor__2447">
              <a:extLst>
                <a:ext uri="{FF2B5EF4-FFF2-40B4-BE49-F238E27FC236}">
                  <a16:creationId xmlns:a16="http://schemas.microsoft.com/office/drawing/2014/main" id="{FCE81455-A036-217E-9887-C4550E19AA85}"/>
                </a:ext>
              </a:extLst>
            </p:cNvPr>
            <p:cNvSpPr>
              <a:spLocks noGrp="1"/>
            </p:cNvSpPr>
            <p:nvPr/>
          </p:nvSpPr>
          <p:spPr>
            <a:xfrm>
              <a:off x="6096358" y="4570177"/>
              <a:ext cx="96734" cy="53437"/>
            </a:xfrm>
            <a:custGeom>
              <a:avLst/>
              <a:gdLst/>
              <a:ahLst/>
              <a:cxnLst/>
              <a:rect l="0" t="0" r="0" b="0"/>
              <a:pathLst>
                <a:path w="96734" h="53437">
                  <a:moveTo>
                    <a:pt x="96734" y="0"/>
                  </a:moveTo>
                  <a:lnTo>
                    <a:pt x="0" y="534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9" name="Candidate_receptor__2448">
              <a:extLst>
                <a:ext uri="{FF2B5EF4-FFF2-40B4-BE49-F238E27FC236}">
                  <a16:creationId xmlns:a16="http://schemas.microsoft.com/office/drawing/2014/main" id="{F5D55D64-AB27-2E97-3B9D-79954A9F149D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74753"/>
              <a:ext cx="67007" cy="35273"/>
            </a:xfrm>
            <a:custGeom>
              <a:avLst/>
              <a:gdLst/>
              <a:ahLst/>
              <a:cxnLst/>
              <a:rect l="0" t="0" r="0" b="0"/>
              <a:pathLst>
                <a:path w="67007" h="35273">
                  <a:moveTo>
                    <a:pt x="67007" y="0"/>
                  </a:moveTo>
                  <a:lnTo>
                    <a:pt x="0" y="3527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0" name="Candidate_receptor__2449">
              <a:extLst>
                <a:ext uri="{FF2B5EF4-FFF2-40B4-BE49-F238E27FC236}">
                  <a16:creationId xmlns:a16="http://schemas.microsoft.com/office/drawing/2014/main" id="{A322C17C-454A-6017-ADE4-1C5EAF799541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03521"/>
              <a:ext cx="74242" cy="55128"/>
            </a:xfrm>
            <a:custGeom>
              <a:avLst/>
              <a:gdLst/>
              <a:ahLst/>
              <a:cxnLst/>
              <a:rect l="0" t="0" r="0" b="0"/>
              <a:pathLst>
                <a:path w="74242" h="55128">
                  <a:moveTo>
                    <a:pt x="0" y="55128"/>
                  </a:moveTo>
                  <a:lnTo>
                    <a:pt x="74242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51" name="Candidate_receptor__2450">
              <a:extLst>
                <a:ext uri="{FF2B5EF4-FFF2-40B4-BE49-F238E27FC236}">
                  <a16:creationId xmlns:a16="http://schemas.microsoft.com/office/drawing/2014/main" id="{B6087D98-219B-1DB2-D11C-4618640EAC84}"/>
                </a:ext>
              </a:extLst>
            </p:cNvPr>
            <p:cNvSpPr>
              <a:spLocks noGrp="1"/>
            </p:cNvSpPr>
            <p:nvPr/>
          </p:nvSpPr>
          <p:spPr>
            <a:xfrm>
              <a:off x="6276538" y="4077359"/>
              <a:ext cx="98505" cy="52498"/>
            </a:xfrm>
            <a:custGeom>
              <a:avLst/>
              <a:gdLst/>
              <a:ahLst/>
              <a:cxnLst/>
              <a:rect l="0" t="0" r="0" b="0"/>
              <a:pathLst>
                <a:path w="98505" h="52498">
                  <a:moveTo>
                    <a:pt x="0" y="52498"/>
                  </a:moveTo>
                  <a:lnTo>
                    <a:pt x="9850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2" name="Candidate_receptor__2451">
              <a:extLst>
                <a:ext uri="{FF2B5EF4-FFF2-40B4-BE49-F238E27FC236}">
                  <a16:creationId xmlns:a16="http://schemas.microsoft.com/office/drawing/2014/main" id="{B02CDB89-B72F-9158-BF8A-A894E1AC99FB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76399"/>
              <a:ext cx="5567" cy="29607"/>
            </a:xfrm>
            <a:custGeom>
              <a:avLst/>
              <a:gdLst/>
              <a:ahLst/>
              <a:cxnLst/>
              <a:rect l="0" t="0" r="0" b="0"/>
              <a:pathLst>
                <a:path w="5567" h="29607">
                  <a:moveTo>
                    <a:pt x="5567" y="296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3" name="Candidate_receptor__2452">
              <a:extLst>
                <a:ext uri="{FF2B5EF4-FFF2-40B4-BE49-F238E27FC236}">
                  <a16:creationId xmlns:a16="http://schemas.microsoft.com/office/drawing/2014/main" id="{7EB8BF1D-669D-BDF8-A939-EF918DE502BE}"/>
                </a:ext>
              </a:extLst>
            </p:cNvPr>
            <p:cNvSpPr>
              <a:spLocks noGrp="1"/>
            </p:cNvSpPr>
            <p:nvPr/>
          </p:nvSpPr>
          <p:spPr>
            <a:xfrm>
              <a:off x="4808117" y="4143163"/>
              <a:ext cx="74023" cy="83553"/>
            </a:xfrm>
            <a:custGeom>
              <a:avLst/>
              <a:gdLst/>
              <a:ahLst/>
              <a:cxnLst/>
              <a:rect l="0" t="0" r="0" b="0"/>
              <a:pathLst>
                <a:path w="74023" h="83553">
                  <a:moveTo>
                    <a:pt x="0" y="83553"/>
                  </a:moveTo>
                  <a:lnTo>
                    <a:pt x="7402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4" name="Candidate_receptor__2453">
              <a:extLst>
                <a:ext uri="{FF2B5EF4-FFF2-40B4-BE49-F238E27FC236}">
                  <a16:creationId xmlns:a16="http://schemas.microsoft.com/office/drawing/2014/main" id="{C3F7B22A-5D5A-B984-647B-AB18CF114E89}"/>
                </a:ext>
              </a:extLst>
            </p:cNvPr>
            <p:cNvSpPr>
              <a:spLocks noGrp="1"/>
            </p:cNvSpPr>
            <p:nvPr/>
          </p:nvSpPr>
          <p:spPr>
            <a:xfrm>
              <a:off x="5022552" y="4770781"/>
              <a:ext cx="15107" cy="80658"/>
            </a:xfrm>
            <a:custGeom>
              <a:avLst/>
              <a:gdLst/>
              <a:ahLst/>
              <a:cxnLst/>
              <a:rect l="0" t="0" r="0" b="0"/>
              <a:pathLst>
                <a:path w="15107" h="80658">
                  <a:moveTo>
                    <a:pt x="0" y="0"/>
                  </a:moveTo>
                  <a:lnTo>
                    <a:pt x="15107" y="8065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5" name="Candidate_receptor__2454">
              <a:extLst>
                <a:ext uri="{FF2B5EF4-FFF2-40B4-BE49-F238E27FC236}">
                  <a16:creationId xmlns:a16="http://schemas.microsoft.com/office/drawing/2014/main" id="{6BF7FF76-AA9C-52A3-0346-A88F7BAC0B21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797162"/>
              <a:ext cx="18309" cy="6936"/>
            </a:xfrm>
            <a:custGeom>
              <a:avLst/>
              <a:gdLst/>
              <a:ahLst/>
              <a:cxnLst/>
              <a:rect l="0" t="0" r="0" b="0"/>
              <a:pathLst>
                <a:path w="18309" h="6936">
                  <a:moveTo>
                    <a:pt x="0" y="0"/>
                  </a:moveTo>
                  <a:lnTo>
                    <a:pt x="18309" y="693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6" name="Candidate_receptor__2455">
              <a:extLst>
                <a:ext uri="{FF2B5EF4-FFF2-40B4-BE49-F238E27FC236}">
                  <a16:creationId xmlns:a16="http://schemas.microsoft.com/office/drawing/2014/main" id="{59789334-079E-250B-D6C7-FCA55C6B2A62}"/>
                </a:ext>
              </a:extLst>
            </p:cNvPr>
            <p:cNvSpPr>
              <a:spLocks noGrp="1"/>
            </p:cNvSpPr>
            <p:nvPr/>
          </p:nvSpPr>
          <p:spPr>
            <a:xfrm>
              <a:off x="5758236" y="4392015"/>
              <a:ext cx="35573" cy="104390"/>
            </a:xfrm>
            <a:custGeom>
              <a:avLst/>
              <a:gdLst/>
              <a:ahLst/>
              <a:cxnLst/>
              <a:rect l="0" t="0" r="0" b="0"/>
              <a:pathLst>
                <a:path w="35573" h="104390">
                  <a:moveTo>
                    <a:pt x="0" y="104390"/>
                  </a:moveTo>
                  <a:lnTo>
                    <a:pt x="3557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7" name="Candidate_receptor__2456">
              <a:extLst>
                <a:ext uri="{FF2B5EF4-FFF2-40B4-BE49-F238E27FC236}">
                  <a16:creationId xmlns:a16="http://schemas.microsoft.com/office/drawing/2014/main" id="{D9B2E705-CF02-1AFC-DF91-B05A47723259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79548"/>
              <a:ext cx="61375" cy="3950"/>
            </a:xfrm>
            <a:custGeom>
              <a:avLst/>
              <a:gdLst/>
              <a:ahLst/>
              <a:cxnLst/>
              <a:rect l="0" t="0" r="0" b="0"/>
              <a:pathLst>
                <a:path w="61375" h="3950">
                  <a:moveTo>
                    <a:pt x="61375" y="0"/>
                  </a:moveTo>
                  <a:lnTo>
                    <a:pt x="0" y="395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8" name="Candidate_receptor__2457">
              <a:extLst>
                <a:ext uri="{FF2B5EF4-FFF2-40B4-BE49-F238E27FC236}">
                  <a16:creationId xmlns:a16="http://schemas.microsoft.com/office/drawing/2014/main" id="{6BCEC90A-9C73-4342-5DE2-2F6E0923650A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51440"/>
              <a:ext cx="46577" cy="78703"/>
            </a:xfrm>
            <a:custGeom>
              <a:avLst/>
              <a:gdLst/>
              <a:ahLst/>
              <a:cxnLst/>
              <a:rect l="0" t="0" r="0" b="0"/>
              <a:pathLst>
                <a:path w="46577" h="78703">
                  <a:moveTo>
                    <a:pt x="46577" y="0"/>
                  </a:moveTo>
                  <a:lnTo>
                    <a:pt x="0" y="787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9" name="Candidate_receptor__2458">
              <a:extLst>
                <a:ext uri="{FF2B5EF4-FFF2-40B4-BE49-F238E27FC236}">
                  <a16:creationId xmlns:a16="http://schemas.microsoft.com/office/drawing/2014/main" id="{EC725E7F-B630-7EFF-691D-5BDBBED1651C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65609"/>
              <a:ext cx="87663" cy="42406"/>
            </a:xfrm>
            <a:custGeom>
              <a:avLst/>
              <a:gdLst/>
              <a:ahLst/>
              <a:cxnLst/>
              <a:rect l="0" t="0" r="0" b="0"/>
              <a:pathLst>
                <a:path w="87663" h="42406">
                  <a:moveTo>
                    <a:pt x="0" y="42406"/>
                  </a:moveTo>
                  <a:lnTo>
                    <a:pt x="8766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0" name="Candidate_receptor__2459">
              <a:extLst>
                <a:ext uri="{FF2B5EF4-FFF2-40B4-BE49-F238E27FC236}">
                  <a16:creationId xmlns:a16="http://schemas.microsoft.com/office/drawing/2014/main" id="{4F54F326-259E-5248-EAA5-8AA9912F5DD9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1344"/>
              <a:ext cx="50868" cy="46793"/>
            </a:xfrm>
            <a:custGeom>
              <a:avLst/>
              <a:gdLst/>
              <a:ahLst/>
              <a:cxnLst/>
              <a:rect l="0" t="0" r="0" b="0"/>
              <a:pathLst>
                <a:path w="50868" h="46793">
                  <a:moveTo>
                    <a:pt x="50868" y="0"/>
                  </a:moveTo>
                  <a:lnTo>
                    <a:pt x="0" y="4679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1" name="Candidate_receptor__2460">
              <a:extLst>
                <a:ext uri="{FF2B5EF4-FFF2-40B4-BE49-F238E27FC236}">
                  <a16:creationId xmlns:a16="http://schemas.microsoft.com/office/drawing/2014/main" id="{D77875B7-CF5C-B239-F2DD-F86750C9BE69}"/>
                </a:ext>
              </a:extLst>
            </p:cNvPr>
            <p:cNvSpPr>
              <a:spLocks noGrp="1"/>
            </p:cNvSpPr>
            <p:nvPr/>
          </p:nvSpPr>
          <p:spPr>
            <a:xfrm>
              <a:off x="5560395" y="3080366"/>
              <a:ext cx="34461" cy="41823"/>
            </a:xfrm>
            <a:custGeom>
              <a:avLst/>
              <a:gdLst/>
              <a:ahLst/>
              <a:cxnLst/>
              <a:rect l="0" t="0" r="0" b="0"/>
              <a:pathLst>
                <a:path w="34461" h="41823">
                  <a:moveTo>
                    <a:pt x="0" y="0"/>
                  </a:moveTo>
                  <a:lnTo>
                    <a:pt x="34461" y="4182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62" name="Candidate_receptor__2461">
              <a:extLst>
                <a:ext uri="{FF2B5EF4-FFF2-40B4-BE49-F238E27FC236}">
                  <a16:creationId xmlns:a16="http://schemas.microsoft.com/office/drawing/2014/main" id="{909F92C4-B413-C1CA-15A4-E5B2301E6C47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71634"/>
              <a:ext cx="109918" cy="35216"/>
            </a:xfrm>
            <a:custGeom>
              <a:avLst/>
              <a:gdLst/>
              <a:ahLst/>
              <a:cxnLst/>
              <a:rect l="0" t="0" r="0" b="0"/>
              <a:pathLst>
                <a:path w="109918" h="35216">
                  <a:moveTo>
                    <a:pt x="0" y="0"/>
                  </a:moveTo>
                  <a:lnTo>
                    <a:pt x="109918" y="352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3" name="Candidate_receptor__2462">
              <a:extLst>
                <a:ext uri="{FF2B5EF4-FFF2-40B4-BE49-F238E27FC236}">
                  <a16:creationId xmlns:a16="http://schemas.microsoft.com/office/drawing/2014/main" id="{BF841CCA-E682-2756-9B93-7A037332ED67}"/>
                </a:ext>
              </a:extLst>
            </p:cNvPr>
            <p:cNvSpPr>
              <a:spLocks noGrp="1"/>
            </p:cNvSpPr>
            <p:nvPr/>
          </p:nvSpPr>
          <p:spPr>
            <a:xfrm>
              <a:off x="5083355" y="3996099"/>
              <a:ext cx="67504" cy="93574"/>
            </a:xfrm>
            <a:custGeom>
              <a:avLst/>
              <a:gdLst/>
              <a:ahLst/>
              <a:cxnLst/>
              <a:rect l="0" t="0" r="0" b="0"/>
              <a:pathLst>
                <a:path w="67504" h="93574">
                  <a:moveTo>
                    <a:pt x="67504" y="0"/>
                  </a:moveTo>
                  <a:lnTo>
                    <a:pt x="0" y="9357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4" name="Candidate_receptor__2463">
              <a:extLst>
                <a:ext uri="{FF2B5EF4-FFF2-40B4-BE49-F238E27FC236}">
                  <a16:creationId xmlns:a16="http://schemas.microsoft.com/office/drawing/2014/main" id="{E0D9E95E-8DAB-820D-8B50-1BF156B2B816}"/>
                </a:ext>
              </a:extLst>
            </p:cNvPr>
            <p:cNvSpPr>
              <a:spLocks noGrp="1"/>
            </p:cNvSpPr>
            <p:nvPr/>
          </p:nvSpPr>
          <p:spPr>
            <a:xfrm>
              <a:off x="5746371" y="3077610"/>
              <a:ext cx="72608" cy="89174"/>
            </a:xfrm>
            <a:custGeom>
              <a:avLst/>
              <a:gdLst/>
              <a:ahLst/>
              <a:cxnLst/>
              <a:rect l="0" t="0" r="0" b="0"/>
              <a:pathLst>
                <a:path w="72608" h="89174">
                  <a:moveTo>
                    <a:pt x="0" y="0"/>
                  </a:moveTo>
                  <a:lnTo>
                    <a:pt x="72608" y="8917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65" name="Candidate_receptor__2464">
              <a:extLst>
                <a:ext uri="{FF2B5EF4-FFF2-40B4-BE49-F238E27FC236}">
                  <a16:creationId xmlns:a16="http://schemas.microsoft.com/office/drawing/2014/main" id="{24E2B8E5-6DBA-D5F5-24BF-BE772EAADA8F}"/>
                </a:ext>
              </a:extLst>
            </p:cNvPr>
            <p:cNvSpPr>
              <a:spLocks noGrp="1"/>
            </p:cNvSpPr>
            <p:nvPr/>
          </p:nvSpPr>
          <p:spPr>
            <a:xfrm>
              <a:off x="6097274" y="4390588"/>
              <a:ext cx="77869" cy="67633"/>
            </a:xfrm>
            <a:custGeom>
              <a:avLst/>
              <a:gdLst/>
              <a:ahLst/>
              <a:cxnLst/>
              <a:rect l="0" t="0" r="0" b="0"/>
              <a:pathLst>
                <a:path w="77869" h="67633">
                  <a:moveTo>
                    <a:pt x="77869" y="0"/>
                  </a:moveTo>
                  <a:lnTo>
                    <a:pt x="0" y="6763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6" name="Candidate_receptor__2465">
              <a:extLst>
                <a:ext uri="{FF2B5EF4-FFF2-40B4-BE49-F238E27FC236}">
                  <a16:creationId xmlns:a16="http://schemas.microsoft.com/office/drawing/2014/main" id="{8E32280F-B641-7DCF-80F2-281681AEEE82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574118"/>
              <a:ext cx="31510" cy="88203"/>
            </a:xfrm>
            <a:custGeom>
              <a:avLst/>
              <a:gdLst/>
              <a:ahLst/>
              <a:cxnLst/>
              <a:rect l="0" t="0" r="0" b="0"/>
              <a:pathLst>
                <a:path w="31510" h="88203">
                  <a:moveTo>
                    <a:pt x="31510" y="0"/>
                  </a:moveTo>
                  <a:lnTo>
                    <a:pt x="0" y="882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7" name="Candidate_receptor__2466">
              <a:extLst>
                <a:ext uri="{FF2B5EF4-FFF2-40B4-BE49-F238E27FC236}">
                  <a16:creationId xmlns:a16="http://schemas.microsoft.com/office/drawing/2014/main" id="{34011018-CCCB-F4FF-744A-1FC06BDCC856}"/>
                </a:ext>
              </a:extLst>
            </p:cNvPr>
            <p:cNvSpPr>
              <a:spLocks noGrp="1"/>
            </p:cNvSpPr>
            <p:nvPr/>
          </p:nvSpPr>
          <p:spPr>
            <a:xfrm>
              <a:off x="5259298" y="5450814"/>
              <a:ext cx="85964" cy="65037"/>
            </a:xfrm>
            <a:custGeom>
              <a:avLst/>
              <a:gdLst/>
              <a:ahLst/>
              <a:cxnLst/>
              <a:rect l="0" t="0" r="0" b="0"/>
              <a:pathLst>
                <a:path w="85964" h="65037">
                  <a:moveTo>
                    <a:pt x="85964" y="0"/>
                  </a:moveTo>
                  <a:lnTo>
                    <a:pt x="0" y="650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8" name="Candidate_receptor__2467">
              <a:extLst>
                <a:ext uri="{FF2B5EF4-FFF2-40B4-BE49-F238E27FC236}">
                  <a16:creationId xmlns:a16="http://schemas.microsoft.com/office/drawing/2014/main" id="{DADA4426-D70B-8E5E-6A4C-9BB4C883B8F0}"/>
                </a:ext>
              </a:extLst>
            </p:cNvPr>
            <p:cNvSpPr>
              <a:spLocks noGrp="1"/>
            </p:cNvSpPr>
            <p:nvPr/>
          </p:nvSpPr>
          <p:spPr>
            <a:xfrm>
              <a:off x="4867115" y="4665609"/>
              <a:ext cx="71895" cy="25525"/>
            </a:xfrm>
            <a:custGeom>
              <a:avLst/>
              <a:gdLst/>
              <a:ahLst/>
              <a:cxnLst/>
              <a:rect l="0" t="0" r="0" b="0"/>
              <a:pathLst>
                <a:path w="71895" h="25525">
                  <a:moveTo>
                    <a:pt x="0" y="0"/>
                  </a:moveTo>
                  <a:lnTo>
                    <a:pt x="71895" y="25525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9" name="Candidate_receptor__2468">
              <a:extLst>
                <a:ext uri="{FF2B5EF4-FFF2-40B4-BE49-F238E27FC236}">
                  <a16:creationId xmlns:a16="http://schemas.microsoft.com/office/drawing/2014/main" id="{7DC05DFE-448D-00F2-F8C7-5B66D5D65EED}"/>
                </a:ext>
              </a:extLst>
            </p:cNvPr>
            <p:cNvSpPr>
              <a:spLocks noGrp="1"/>
            </p:cNvSpPr>
            <p:nvPr/>
          </p:nvSpPr>
          <p:spPr>
            <a:xfrm>
              <a:off x="4828625" y="3922721"/>
              <a:ext cx="5437" cy="91257"/>
            </a:xfrm>
            <a:custGeom>
              <a:avLst/>
              <a:gdLst/>
              <a:ahLst/>
              <a:cxnLst/>
              <a:rect l="0" t="0" r="0" b="0"/>
              <a:pathLst>
                <a:path w="5437" h="91257">
                  <a:moveTo>
                    <a:pt x="0" y="91257"/>
                  </a:moveTo>
                  <a:lnTo>
                    <a:pt x="543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0" name="Candidate_receptor__2469">
              <a:extLst>
                <a:ext uri="{FF2B5EF4-FFF2-40B4-BE49-F238E27FC236}">
                  <a16:creationId xmlns:a16="http://schemas.microsoft.com/office/drawing/2014/main" id="{7FE5EE96-C764-AB75-41A3-37A5B3F6B0EA}"/>
                </a:ext>
              </a:extLst>
            </p:cNvPr>
            <p:cNvSpPr>
              <a:spLocks noGrp="1"/>
            </p:cNvSpPr>
            <p:nvPr/>
          </p:nvSpPr>
          <p:spPr>
            <a:xfrm>
              <a:off x="6709055" y="4596959"/>
              <a:ext cx="74967" cy="83484"/>
            </a:xfrm>
            <a:custGeom>
              <a:avLst/>
              <a:gdLst/>
              <a:ahLst/>
              <a:cxnLst/>
              <a:rect l="0" t="0" r="0" b="0"/>
              <a:pathLst>
                <a:path w="74967" h="83484">
                  <a:moveTo>
                    <a:pt x="0" y="83484"/>
                  </a:moveTo>
                  <a:lnTo>
                    <a:pt x="7496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1" name="Candidate_receptor__2470">
              <a:extLst>
                <a:ext uri="{FF2B5EF4-FFF2-40B4-BE49-F238E27FC236}">
                  <a16:creationId xmlns:a16="http://schemas.microsoft.com/office/drawing/2014/main" id="{316E5A55-DCD1-6E58-77A9-1CDF20FCFA08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13978"/>
              <a:ext cx="87113" cy="44916"/>
            </a:xfrm>
            <a:custGeom>
              <a:avLst/>
              <a:gdLst/>
              <a:ahLst/>
              <a:cxnLst/>
              <a:rect l="0" t="0" r="0" b="0"/>
              <a:pathLst>
                <a:path w="87113" h="44916">
                  <a:moveTo>
                    <a:pt x="0" y="44916"/>
                  </a:moveTo>
                  <a:lnTo>
                    <a:pt x="87113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2" name="Candidate_receptor__2471">
              <a:extLst>
                <a:ext uri="{FF2B5EF4-FFF2-40B4-BE49-F238E27FC236}">
                  <a16:creationId xmlns:a16="http://schemas.microsoft.com/office/drawing/2014/main" id="{0109463D-8E81-CEC2-DF2F-6A62D5DB6CAD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26431"/>
              <a:ext cx="96087" cy="59364"/>
            </a:xfrm>
            <a:custGeom>
              <a:avLst/>
              <a:gdLst/>
              <a:ahLst/>
              <a:cxnLst/>
              <a:rect l="0" t="0" r="0" b="0"/>
              <a:pathLst>
                <a:path w="96087" h="59364">
                  <a:moveTo>
                    <a:pt x="96087" y="0"/>
                  </a:moveTo>
                  <a:lnTo>
                    <a:pt x="0" y="5936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3" name="Candidate_receptor__2472">
              <a:extLst>
                <a:ext uri="{FF2B5EF4-FFF2-40B4-BE49-F238E27FC236}">
                  <a16:creationId xmlns:a16="http://schemas.microsoft.com/office/drawing/2014/main" id="{1EF91EA7-449F-D230-95A7-348AC530DFF9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238101"/>
              <a:ext cx="33824" cy="109325"/>
            </a:xfrm>
            <a:custGeom>
              <a:avLst/>
              <a:gdLst/>
              <a:ahLst/>
              <a:cxnLst/>
              <a:rect l="0" t="0" r="0" b="0"/>
              <a:pathLst>
                <a:path w="33824" h="109325">
                  <a:moveTo>
                    <a:pt x="33824" y="0"/>
                  </a:moveTo>
                  <a:lnTo>
                    <a:pt x="0" y="10932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4" name="Candidate_receptor__2473">
              <a:extLst>
                <a:ext uri="{FF2B5EF4-FFF2-40B4-BE49-F238E27FC236}">
                  <a16:creationId xmlns:a16="http://schemas.microsoft.com/office/drawing/2014/main" id="{D48DD8EC-2B7F-C922-A82A-0FA14927739A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76465"/>
              <a:ext cx="32586" cy="38971"/>
            </a:xfrm>
            <a:custGeom>
              <a:avLst/>
              <a:gdLst/>
              <a:ahLst/>
              <a:cxnLst/>
              <a:rect l="0" t="0" r="0" b="0"/>
              <a:pathLst>
                <a:path w="32586" h="38971">
                  <a:moveTo>
                    <a:pt x="32586" y="0"/>
                  </a:moveTo>
                  <a:lnTo>
                    <a:pt x="0" y="3897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5" name="Candidate_receptor__2474">
              <a:extLst>
                <a:ext uri="{FF2B5EF4-FFF2-40B4-BE49-F238E27FC236}">
                  <a16:creationId xmlns:a16="http://schemas.microsoft.com/office/drawing/2014/main" id="{771337D6-D118-6E7F-F18E-619A32659630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8078"/>
              <a:ext cx="19889" cy="84935"/>
            </a:xfrm>
            <a:custGeom>
              <a:avLst/>
              <a:gdLst/>
              <a:ahLst/>
              <a:cxnLst/>
              <a:rect l="0" t="0" r="0" b="0"/>
              <a:pathLst>
                <a:path w="19889" h="84935">
                  <a:moveTo>
                    <a:pt x="19889" y="849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6" name="Candidate_receptor__2475">
              <a:extLst>
                <a:ext uri="{FF2B5EF4-FFF2-40B4-BE49-F238E27FC236}">
                  <a16:creationId xmlns:a16="http://schemas.microsoft.com/office/drawing/2014/main" id="{B3B7856E-0DC2-C564-85DB-DE7B89D546A9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70812" cy="55365"/>
            </a:xfrm>
            <a:custGeom>
              <a:avLst/>
              <a:gdLst/>
              <a:ahLst/>
              <a:cxnLst/>
              <a:rect l="0" t="0" r="0" b="0"/>
              <a:pathLst>
                <a:path w="70812" h="55365">
                  <a:moveTo>
                    <a:pt x="0" y="0"/>
                  </a:moveTo>
                  <a:lnTo>
                    <a:pt x="70812" y="5536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7" name="Candidate_receptor__2476">
              <a:extLst>
                <a:ext uri="{FF2B5EF4-FFF2-40B4-BE49-F238E27FC236}">
                  <a16:creationId xmlns:a16="http://schemas.microsoft.com/office/drawing/2014/main" id="{A1BBD4D8-BCA1-2D16-D683-87BCFAFA64EE}"/>
                </a:ext>
              </a:extLst>
            </p:cNvPr>
            <p:cNvSpPr>
              <a:spLocks noGrp="1"/>
            </p:cNvSpPr>
            <p:nvPr/>
          </p:nvSpPr>
          <p:spPr>
            <a:xfrm>
              <a:off x="5042914" y="5358496"/>
              <a:ext cx="114294" cy="1745"/>
            </a:xfrm>
            <a:custGeom>
              <a:avLst/>
              <a:gdLst/>
              <a:ahLst/>
              <a:cxnLst/>
              <a:rect l="0" t="0" r="0" b="0"/>
              <a:pathLst>
                <a:path w="114294" h="1745">
                  <a:moveTo>
                    <a:pt x="114294" y="1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8" name="Candidate_receptor__2477">
              <a:extLst>
                <a:ext uri="{FF2B5EF4-FFF2-40B4-BE49-F238E27FC236}">
                  <a16:creationId xmlns:a16="http://schemas.microsoft.com/office/drawing/2014/main" id="{6623FA3B-F39D-5521-B874-621935E918C1}"/>
                </a:ext>
              </a:extLst>
            </p:cNvPr>
            <p:cNvSpPr>
              <a:spLocks noGrp="1"/>
            </p:cNvSpPr>
            <p:nvPr/>
          </p:nvSpPr>
          <p:spPr>
            <a:xfrm>
              <a:off x="5252448" y="4767595"/>
              <a:ext cx="105704" cy="27623"/>
            </a:xfrm>
            <a:custGeom>
              <a:avLst/>
              <a:gdLst/>
              <a:ahLst/>
              <a:cxnLst/>
              <a:rect l="0" t="0" r="0" b="0"/>
              <a:pathLst>
                <a:path w="105704" h="27623">
                  <a:moveTo>
                    <a:pt x="0" y="27623"/>
                  </a:moveTo>
                  <a:lnTo>
                    <a:pt x="10570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9" name="Candidate_receptor__2478">
              <a:extLst>
                <a:ext uri="{FF2B5EF4-FFF2-40B4-BE49-F238E27FC236}">
                  <a16:creationId xmlns:a16="http://schemas.microsoft.com/office/drawing/2014/main" id="{DBDEE9C1-05BB-C8BE-940E-FB549251AE8D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902643"/>
              <a:ext cx="25382" cy="2162"/>
            </a:xfrm>
            <a:custGeom>
              <a:avLst/>
              <a:gdLst/>
              <a:ahLst/>
              <a:cxnLst/>
              <a:rect l="0" t="0" r="0" b="0"/>
              <a:pathLst>
                <a:path w="25382" h="2162">
                  <a:moveTo>
                    <a:pt x="25382" y="21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0" name="Candidate_receptor__2479">
              <a:extLst>
                <a:ext uri="{FF2B5EF4-FFF2-40B4-BE49-F238E27FC236}">
                  <a16:creationId xmlns:a16="http://schemas.microsoft.com/office/drawing/2014/main" id="{1A2447CD-6004-89F0-E6C3-4EA745C8FB6F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17539"/>
              <a:ext cx="97132" cy="56150"/>
            </a:xfrm>
            <a:custGeom>
              <a:avLst/>
              <a:gdLst/>
              <a:ahLst/>
              <a:cxnLst/>
              <a:rect l="0" t="0" r="0" b="0"/>
              <a:pathLst>
                <a:path w="97132" h="56150">
                  <a:moveTo>
                    <a:pt x="97132" y="0"/>
                  </a:moveTo>
                  <a:lnTo>
                    <a:pt x="0" y="5615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1" name="Candidate_receptor__2480">
              <a:extLst>
                <a:ext uri="{FF2B5EF4-FFF2-40B4-BE49-F238E27FC236}">
                  <a16:creationId xmlns:a16="http://schemas.microsoft.com/office/drawing/2014/main" id="{DAE668FB-6538-D747-8AEE-40E3C4C2967D}"/>
                </a:ext>
              </a:extLst>
            </p:cNvPr>
            <p:cNvSpPr>
              <a:spLocks noGrp="1"/>
            </p:cNvSpPr>
            <p:nvPr/>
          </p:nvSpPr>
          <p:spPr>
            <a:xfrm>
              <a:off x="4721434" y="4548532"/>
              <a:ext cx="101422" cy="16674"/>
            </a:xfrm>
            <a:custGeom>
              <a:avLst/>
              <a:gdLst/>
              <a:ahLst/>
              <a:cxnLst/>
              <a:rect l="0" t="0" r="0" b="0"/>
              <a:pathLst>
                <a:path w="101422" h="16674">
                  <a:moveTo>
                    <a:pt x="0" y="16674"/>
                  </a:moveTo>
                  <a:lnTo>
                    <a:pt x="101422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2" name="Candidate_receptor__2481">
              <a:extLst>
                <a:ext uri="{FF2B5EF4-FFF2-40B4-BE49-F238E27FC236}">
                  <a16:creationId xmlns:a16="http://schemas.microsoft.com/office/drawing/2014/main" id="{B9AE6E94-8F56-6B24-352B-33C1E92D523D}"/>
                </a:ext>
              </a:extLst>
            </p:cNvPr>
            <p:cNvSpPr>
              <a:spLocks noGrp="1"/>
            </p:cNvSpPr>
            <p:nvPr/>
          </p:nvSpPr>
          <p:spPr>
            <a:xfrm>
              <a:off x="6376026" y="4244283"/>
              <a:ext cx="71882" cy="73455"/>
            </a:xfrm>
            <a:custGeom>
              <a:avLst/>
              <a:gdLst/>
              <a:ahLst/>
              <a:cxnLst/>
              <a:rect l="0" t="0" r="0" b="0"/>
              <a:pathLst>
                <a:path w="71882" h="73455">
                  <a:moveTo>
                    <a:pt x="0" y="0"/>
                  </a:moveTo>
                  <a:lnTo>
                    <a:pt x="71882" y="7345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3" name="Candidate_receptor__2482">
              <a:extLst>
                <a:ext uri="{FF2B5EF4-FFF2-40B4-BE49-F238E27FC236}">
                  <a16:creationId xmlns:a16="http://schemas.microsoft.com/office/drawing/2014/main" id="{81A42795-7695-269D-6D4D-243DC083F74C}"/>
                </a:ext>
              </a:extLst>
            </p:cNvPr>
            <p:cNvSpPr>
              <a:spLocks noGrp="1"/>
            </p:cNvSpPr>
            <p:nvPr/>
          </p:nvSpPr>
          <p:spPr>
            <a:xfrm>
              <a:off x="5101621" y="3924842"/>
              <a:ext cx="49238" cy="71257"/>
            </a:xfrm>
            <a:custGeom>
              <a:avLst/>
              <a:gdLst/>
              <a:ahLst/>
              <a:cxnLst/>
              <a:rect l="0" t="0" r="0" b="0"/>
              <a:pathLst>
                <a:path w="49238" h="71257">
                  <a:moveTo>
                    <a:pt x="0" y="0"/>
                  </a:moveTo>
                  <a:lnTo>
                    <a:pt x="49238" y="71257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4" name="Candidate_receptor__2483">
              <a:extLst>
                <a:ext uri="{FF2B5EF4-FFF2-40B4-BE49-F238E27FC236}">
                  <a16:creationId xmlns:a16="http://schemas.microsoft.com/office/drawing/2014/main" id="{9AC8FCDC-E307-B1AD-0CE8-9BD5267E36AF}"/>
                </a:ext>
              </a:extLst>
            </p:cNvPr>
            <p:cNvSpPr>
              <a:spLocks noGrp="1"/>
            </p:cNvSpPr>
            <p:nvPr/>
          </p:nvSpPr>
          <p:spPr>
            <a:xfrm>
              <a:off x="6129250" y="4206850"/>
              <a:ext cx="14784" cy="77295"/>
            </a:xfrm>
            <a:custGeom>
              <a:avLst/>
              <a:gdLst/>
              <a:ahLst/>
              <a:cxnLst/>
              <a:rect l="0" t="0" r="0" b="0"/>
              <a:pathLst>
                <a:path w="14784" h="77295">
                  <a:moveTo>
                    <a:pt x="14784" y="0"/>
                  </a:moveTo>
                  <a:lnTo>
                    <a:pt x="0" y="7729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5" name="Candidate_receptor__2484">
              <a:extLst>
                <a:ext uri="{FF2B5EF4-FFF2-40B4-BE49-F238E27FC236}">
                  <a16:creationId xmlns:a16="http://schemas.microsoft.com/office/drawing/2014/main" id="{29190C7A-2F1E-69B9-FD00-210870DC958C}"/>
                </a:ext>
              </a:extLst>
            </p:cNvPr>
            <p:cNvSpPr>
              <a:spLocks noGrp="1"/>
            </p:cNvSpPr>
            <p:nvPr/>
          </p:nvSpPr>
          <p:spPr>
            <a:xfrm>
              <a:off x="6784022" y="4507628"/>
              <a:ext cx="38546" cy="89331"/>
            </a:xfrm>
            <a:custGeom>
              <a:avLst/>
              <a:gdLst/>
              <a:ahLst/>
              <a:cxnLst/>
              <a:rect l="0" t="0" r="0" b="0"/>
              <a:pathLst>
                <a:path w="38546" h="89331">
                  <a:moveTo>
                    <a:pt x="0" y="89331"/>
                  </a:moveTo>
                  <a:lnTo>
                    <a:pt x="38546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6" name="Candidate_receptor__2485">
              <a:extLst>
                <a:ext uri="{FF2B5EF4-FFF2-40B4-BE49-F238E27FC236}">
                  <a16:creationId xmlns:a16="http://schemas.microsoft.com/office/drawing/2014/main" id="{8469B607-ABD8-1C03-DB3A-E252163850AD}"/>
                </a:ext>
              </a:extLst>
            </p:cNvPr>
            <p:cNvSpPr>
              <a:spLocks noGrp="1"/>
            </p:cNvSpPr>
            <p:nvPr/>
          </p:nvSpPr>
          <p:spPr>
            <a:xfrm>
              <a:off x="5769610" y="3166784"/>
              <a:ext cx="49368" cy="54074"/>
            </a:xfrm>
            <a:custGeom>
              <a:avLst/>
              <a:gdLst/>
              <a:ahLst/>
              <a:cxnLst/>
              <a:rect l="0" t="0" r="0" b="0"/>
              <a:pathLst>
                <a:path w="49368" h="54074">
                  <a:moveTo>
                    <a:pt x="49368" y="0"/>
                  </a:moveTo>
                  <a:lnTo>
                    <a:pt x="0" y="54074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487" name="Candidate_receptor__2486">
              <a:extLst>
                <a:ext uri="{FF2B5EF4-FFF2-40B4-BE49-F238E27FC236}">
                  <a16:creationId xmlns:a16="http://schemas.microsoft.com/office/drawing/2014/main" id="{3B6E79AE-3ECD-9766-53F2-1AB766312F59}"/>
                </a:ext>
              </a:extLst>
            </p:cNvPr>
            <p:cNvSpPr>
              <a:spLocks noGrp="1"/>
            </p:cNvSpPr>
            <p:nvPr/>
          </p:nvSpPr>
          <p:spPr>
            <a:xfrm>
              <a:off x="5040367" y="4373892"/>
              <a:ext cx="65297" cy="83298"/>
            </a:xfrm>
            <a:custGeom>
              <a:avLst/>
              <a:gdLst/>
              <a:ahLst/>
              <a:cxnLst/>
              <a:rect l="0" t="0" r="0" b="0"/>
              <a:pathLst>
                <a:path w="65297" h="83298">
                  <a:moveTo>
                    <a:pt x="0" y="0"/>
                  </a:moveTo>
                  <a:lnTo>
                    <a:pt x="65297" y="8329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8" name="Candidate_receptor__2487">
              <a:extLst>
                <a:ext uri="{FF2B5EF4-FFF2-40B4-BE49-F238E27FC236}">
                  <a16:creationId xmlns:a16="http://schemas.microsoft.com/office/drawing/2014/main" id="{CB8AFD95-AF79-D17C-46E9-11807C6B063C}"/>
                </a:ext>
              </a:extLst>
            </p:cNvPr>
            <p:cNvSpPr>
              <a:spLocks noGrp="1"/>
            </p:cNvSpPr>
            <p:nvPr/>
          </p:nvSpPr>
          <p:spPr>
            <a:xfrm>
              <a:off x="6763703" y="4426431"/>
              <a:ext cx="58865" cy="81197"/>
            </a:xfrm>
            <a:custGeom>
              <a:avLst/>
              <a:gdLst/>
              <a:ahLst/>
              <a:cxnLst/>
              <a:rect l="0" t="0" r="0" b="0"/>
              <a:pathLst>
                <a:path w="58865" h="81197">
                  <a:moveTo>
                    <a:pt x="58865" y="811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9" name="Candidate_receptor__2488">
              <a:extLst>
                <a:ext uri="{FF2B5EF4-FFF2-40B4-BE49-F238E27FC236}">
                  <a16:creationId xmlns:a16="http://schemas.microsoft.com/office/drawing/2014/main" id="{32491A53-91DE-34AA-F3A5-7C84C775086B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57190"/>
              <a:ext cx="78555" cy="73750"/>
            </a:xfrm>
            <a:custGeom>
              <a:avLst/>
              <a:gdLst/>
              <a:ahLst/>
              <a:cxnLst/>
              <a:rect l="0" t="0" r="0" b="0"/>
              <a:pathLst>
                <a:path w="78555" h="73750">
                  <a:moveTo>
                    <a:pt x="78555" y="0"/>
                  </a:moveTo>
                  <a:lnTo>
                    <a:pt x="0" y="7375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0" name="Candidate_receptor__2489">
              <a:extLst>
                <a:ext uri="{FF2B5EF4-FFF2-40B4-BE49-F238E27FC236}">
                  <a16:creationId xmlns:a16="http://schemas.microsoft.com/office/drawing/2014/main" id="{3938CAE7-5F50-B6A1-F267-AFA689246A08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373892"/>
              <a:ext cx="92123" cy="48566"/>
            </a:xfrm>
            <a:custGeom>
              <a:avLst/>
              <a:gdLst/>
              <a:ahLst/>
              <a:cxnLst/>
              <a:rect l="0" t="0" r="0" b="0"/>
              <a:pathLst>
                <a:path w="92123" h="48566">
                  <a:moveTo>
                    <a:pt x="0" y="48566"/>
                  </a:moveTo>
                  <a:lnTo>
                    <a:pt x="92123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1" name="Candidate_receptor__2490">
              <a:extLst>
                <a:ext uri="{FF2B5EF4-FFF2-40B4-BE49-F238E27FC236}">
                  <a16:creationId xmlns:a16="http://schemas.microsoft.com/office/drawing/2014/main" id="{B9029611-9ACB-6237-DA92-E1290DD21B99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44283"/>
              <a:ext cx="82154" cy="35653"/>
            </a:xfrm>
            <a:custGeom>
              <a:avLst/>
              <a:gdLst/>
              <a:ahLst/>
              <a:cxnLst/>
              <a:rect l="0" t="0" r="0" b="0"/>
              <a:pathLst>
                <a:path w="82154" h="35653">
                  <a:moveTo>
                    <a:pt x="0" y="35653"/>
                  </a:moveTo>
                  <a:lnTo>
                    <a:pt x="82154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2" name="Candidate_receptor__2491">
              <a:extLst>
                <a:ext uri="{FF2B5EF4-FFF2-40B4-BE49-F238E27FC236}">
                  <a16:creationId xmlns:a16="http://schemas.microsoft.com/office/drawing/2014/main" id="{49C234EE-68BB-D911-BFAB-E710AD23B360}"/>
                </a:ext>
              </a:extLst>
            </p:cNvPr>
            <p:cNvSpPr>
              <a:spLocks noGrp="1"/>
            </p:cNvSpPr>
            <p:nvPr/>
          </p:nvSpPr>
          <p:spPr>
            <a:xfrm>
              <a:off x="5247248" y="4117539"/>
              <a:ext cx="68591" cy="77073"/>
            </a:xfrm>
            <a:custGeom>
              <a:avLst/>
              <a:gdLst/>
              <a:ahLst/>
              <a:cxnLst/>
              <a:rect l="0" t="0" r="0" b="0"/>
              <a:pathLst>
                <a:path w="68591" h="77073">
                  <a:moveTo>
                    <a:pt x="68591" y="770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3" name="Candidate_receptor__2492">
              <a:extLst>
                <a:ext uri="{FF2B5EF4-FFF2-40B4-BE49-F238E27FC236}">
                  <a16:creationId xmlns:a16="http://schemas.microsoft.com/office/drawing/2014/main" id="{64C4729A-677F-5E2E-EB89-006188CF1D6F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691134"/>
              <a:ext cx="44124" cy="106028"/>
            </a:xfrm>
            <a:custGeom>
              <a:avLst/>
              <a:gdLst/>
              <a:ahLst/>
              <a:cxnLst/>
              <a:rect l="0" t="0" r="0" b="0"/>
              <a:pathLst>
                <a:path w="44124" h="106028">
                  <a:moveTo>
                    <a:pt x="44124" y="0"/>
                  </a:moveTo>
                  <a:lnTo>
                    <a:pt x="0" y="10602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4" name="Candidate_receptor__2493">
              <a:extLst>
                <a:ext uri="{FF2B5EF4-FFF2-40B4-BE49-F238E27FC236}">
                  <a16:creationId xmlns:a16="http://schemas.microsoft.com/office/drawing/2014/main" id="{A2AFE379-C0A5-A8A0-A25D-B0B8533E556D}"/>
                </a:ext>
              </a:extLst>
            </p:cNvPr>
            <p:cNvSpPr>
              <a:spLocks noGrp="1"/>
            </p:cNvSpPr>
            <p:nvPr/>
          </p:nvSpPr>
          <p:spPr>
            <a:xfrm>
              <a:off x="6087650" y="4591082"/>
              <a:ext cx="8709" cy="32531"/>
            </a:xfrm>
            <a:custGeom>
              <a:avLst/>
              <a:gdLst/>
              <a:ahLst/>
              <a:cxnLst/>
              <a:rect l="0" t="0" r="0" b="0"/>
              <a:pathLst>
                <a:path w="8709" h="32531">
                  <a:moveTo>
                    <a:pt x="8709" y="325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5" name="Candidate_receptor__2494">
              <a:extLst>
                <a:ext uri="{FF2B5EF4-FFF2-40B4-BE49-F238E27FC236}">
                  <a16:creationId xmlns:a16="http://schemas.microsoft.com/office/drawing/2014/main" id="{51AFF81B-CA7F-CB97-7D84-8882EAFABB69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194612"/>
              <a:ext cx="63700" cy="87998"/>
            </a:xfrm>
            <a:custGeom>
              <a:avLst/>
              <a:gdLst/>
              <a:ahLst/>
              <a:cxnLst/>
              <a:rect l="0" t="0" r="0" b="0"/>
              <a:pathLst>
                <a:path w="63700" h="87998">
                  <a:moveTo>
                    <a:pt x="0" y="87998"/>
                  </a:moveTo>
                  <a:lnTo>
                    <a:pt x="6370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6" name="Candidate_receptor__2495">
              <a:extLst>
                <a:ext uri="{FF2B5EF4-FFF2-40B4-BE49-F238E27FC236}">
                  <a16:creationId xmlns:a16="http://schemas.microsoft.com/office/drawing/2014/main" id="{02D7CF8E-8E5E-D68D-3CBD-9086AB5CF343}"/>
                </a:ext>
              </a:extLst>
            </p:cNvPr>
            <p:cNvSpPr>
              <a:spLocks noGrp="1"/>
            </p:cNvSpPr>
            <p:nvPr/>
          </p:nvSpPr>
          <p:spPr>
            <a:xfrm>
              <a:off x="6375758" y="4317738"/>
              <a:ext cx="72150" cy="88268"/>
            </a:xfrm>
            <a:custGeom>
              <a:avLst/>
              <a:gdLst/>
              <a:ahLst/>
              <a:cxnLst/>
              <a:rect l="0" t="0" r="0" b="0"/>
              <a:pathLst>
                <a:path w="72150" h="88268">
                  <a:moveTo>
                    <a:pt x="72150" y="0"/>
                  </a:moveTo>
                  <a:lnTo>
                    <a:pt x="0" y="8826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7" name="Candidate_receptor__2496">
              <a:extLst>
                <a:ext uri="{FF2B5EF4-FFF2-40B4-BE49-F238E27FC236}">
                  <a16:creationId xmlns:a16="http://schemas.microsoft.com/office/drawing/2014/main" id="{99A2065D-0BFC-8E10-FC14-B78F4BAC5373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34803"/>
              <a:ext cx="110209" cy="32816"/>
            </a:xfrm>
            <a:custGeom>
              <a:avLst/>
              <a:gdLst/>
              <a:ahLst/>
              <a:cxnLst/>
              <a:rect l="0" t="0" r="0" b="0"/>
              <a:pathLst>
                <a:path w="110209" h="32816">
                  <a:moveTo>
                    <a:pt x="110209" y="0"/>
                  </a:moveTo>
                  <a:lnTo>
                    <a:pt x="0" y="32816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8" name="Candidate_receptor__2497">
              <a:extLst>
                <a:ext uri="{FF2B5EF4-FFF2-40B4-BE49-F238E27FC236}">
                  <a16:creationId xmlns:a16="http://schemas.microsoft.com/office/drawing/2014/main" id="{71235A0B-95A8-4014-5A9D-BBEA35AC623E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372065"/>
              <a:ext cx="26029" cy="39627"/>
            </a:xfrm>
            <a:custGeom>
              <a:avLst/>
              <a:gdLst/>
              <a:ahLst/>
              <a:cxnLst/>
              <a:rect l="0" t="0" r="0" b="0"/>
              <a:pathLst>
                <a:path w="26029" h="39627">
                  <a:moveTo>
                    <a:pt x="26029" y="0"/>
                  </a:moveTo>
                  <a:lnTo>
                    <a:pt x="0" y="3962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499" name="Candidate_receptor__2498">
              <a:extLst>
                <a:ext uri="{FF2B5EF4-FFF2-40B4-BE49-F238E27FC236}">
                  <a16:creationId xmlns:a16="http://schemas.microsoft.com/office/drawing/2014/main" id="{BE2A6C07-ECE2-D16A-896A-C30191AB0054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284145"/>
              <a:ext cx="95380" cy="37657"/>
            </a:xfrm>
            <a:custGeom>
              <a:avLst/>
              <a:gdLst/>
              <a:ahLst/>
              <a:cxnLst/>
              <a:rect l="0" t="0" r="0" b="0"/>
              <a:pathLst>
                <a:path w="95380" h="37657">
                  <a:moveTo>
                    <a:pt x="95380" y="0"/>
                  </a:moveTo>
                  <a:lnTo>
                    <a:pt x="0" y="37657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0" name="Candidate_receptor__2499">
              <a:extLst>
                <a:ext uri="{FF2B5EF4-FFF2-40B4-BE49-F238E27FC236}">
                  <a16:creationId xmlns:a16="http://schemas.microsoft.com/office/drawing/2014/main" id="{47697B0A-5DF0-1C91-4AAA-056231E99F09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58214"/>
              <a:ext cx="3276" cy="13420"/>
            </a:xfrm>
            <a:custGeom>
              <a:avLst/>
              <a:gdLst/>
              <a:ahLst/>
              <a:cxnLst/>
              <a:rect l="0" t="0" r="0" b="0"/>
              <a:pathLst>
                <a:path w="3276" h="13420">
                  <a:moveTo>
                    <a:pt x="3276" y="0"/>
                  </a:moveTo>
                  <a:lnTo>
                    <a:pt x="0" y="13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1" name="Candidate_receptor__2500">
              <a:extLst>
                <a:ext uri="{FF2B5EF4-FFF2-40B4-BE49-F238E27FC236}">
                  <a16:creationId xmlns:a16="http://schemas.microsoft.com/office/drawing/2014/main" id="{68665280-97CD-1739-3905-3511C0352A54}"/>
                </a:ext>
              </a:extLst>
            </p:cNvPr>
            <p:cNvSpPr>
              <a:spLocks noGrp="1"/>
            </p:cNvSpPr>
            <p:nvPr/>
          </p:nvSpPr>
          <p:spPr>
            <a:xfrm>
              <a:off x="6609702" y="4635785"/>
              <a:ext cx="99353" cy="44657"/>
            </a:xfrm>
            <a:custGeom>
              <a:avLst/>
              <a:gdLst/>
              <a:ahLst/>
              <a:cxnLst/>
              <a:rect l="0" t="0" r="0" b="0"/>
              <a:pathLst>
                <a:path w="99353" h="44657">
                  <a:moveTo>
                    <a:pt x="0" y="0"/>
                  </a:moveTo>
                  <a:lnTo>
                    <a:pt x="99353" y="4465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2" name="Candidate_receptor__2501">
              <a:extLst>
                <a:ext uri="{FF2B5EF4-FFF2-40B4-BE49-F238E27FC236}">
                  <a16:creationId xmlns:a16="http://schemas.microsoft.com/office/drawing/2014/main" id="{953E910B-5A79-857F-E504-E0AFD5E83488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4012613"/>
              <a:ext cx="94291" cy="18385"/>
            </a:xfrm>
            <a:custGeom>
              <a:avLst/>
              <a:gdLst/>
              <a:ahLst/>
              <a:cxnLst/>
              <a:rect l="0" t="0" r="0" b="0"/>
              <a:pathLst>
                <a:path w="94291" h="18385">
                  <a:moveTo>
                    <a:pt x="0" y="0"/>
                  </a:moveTo>
                  <a:lnTo>
                    <a:pt x="94291" y="18385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3" name="Candidate_receptor__2502">
              <a:extLst>
                <a:ext uri="{FF2B5EF4-FFF2-40B4-BE49-F238E27FC236}">
                  <a16:creationId xmlns:a16="http://schemas.microsoft.com/office/drawing/2014/main" id="{45C560D4-C92B-CFCB-81D9-6CE86EA51C4A}"/>
                </a:ext>
              </a:extLst>
            </p:cNvPr>
            <p:cNvSpPr>
              <a:spLocks noGrp="1"/>
            </p:cNvSpPr>
            <p:nvPr/>
          </p:nvSpPr>
          <p:spPr>
            <a:xfrm>
              <a:off x="5670535" y="3220858"/>
              <a:ext cx="99075" cy="17243"/>
            </a:xfrm>
            <a:custGeom>
              <a:avLst/>
              <a:gdLst/>
              <a:ahLst/>
              <a:cxnLst/>
              <a:rect l="0" t="0" r="0" b="0"/>
              <a:pathLst>
                <a:path w="99075" h="17243">
                  <a:moveTo>
                    <a:pt x="99075" y="0"/>
                  </a:moveTo>
                  <a:lnTo>
                    <a:pt x="0" y="1724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4" name="Candidate_receptor__2503">
              <a:extLst>
                <a:ext uri="{FF2B5EF4-FFF2-40B4-BE49-F238E27FC236}">
                  <a16:creationId xmlns:a16="http://schemas.microsoft.com/office/drawing/2014/main" id="{75218E6A-EC98-722D-06A2-185130F77918}"/>
                </a:ext>
              </a:extLst>
            </p:cNvPr>
            <p:cNvSpPr>
              <a:spLocks noGrp="1"/>
            </p:cNvSpPr>
            <p:nvPr/>
          </p:nvSpPr>
          <p:spPr>
            <a:xfrm>
              <a:off x="4567989" y="4430393"/>
              <a:ext cx="108735" cy="36795"/>
            </a:xfrm>
            <a:custGeom>
              <a:avLst/>
              <a:gdLst/>
              <a:ahLst/>
              <a:cxnLst/>
              <a:rect l="0" t="0" r="0" b="0"/>
              <a:pathLst>
                <a:path w="108735" h="36795">
                  <a:moveTo>
                    <a:pt x="0" y="36795"/>
                  </a:moveTo>
                  <a:lnTo>
                    <a:pt x="10873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5" name="Candidate_receptor__2504">
              <a:extLst>
                <a:ext uri="{FF2B5EF4-FFF2-40B4-BE49-F238E27FC236}">
                  <a16:creationId xmlns:a16="http://schemas.microsoft.com/office/drawing/2014/main" id="{56F31FFF-0DE3-FF75-DEEF-E859712B5740}"/>
                </a:ext>
              </a:extLst>
            </p:cNvPr>
            <p:cNvSpPr>
              <a:spLocks noGrp="1"/>
            </p:cNvSpPr>
            <p:nvPr/>
          </p:nvSpPr>
          <p:spPr>
            <a:xfrm>
              <a:off x="5621087" y="5200531"/>
              <a:ext cx="41611" cy="26241"/>
            </a:xfrm>
            <a:custGeom>
              <a:avLst/>
              <a:gdLst/>
              <a:ahLst/>
              <a:cxnLst/>
              <a:rect l="0" t="0" r="0" b="0"/>
              <a:pathLst>
                <a:path w="41611" h="26241">
                  <a:moveTo>
                    <a:pt x="41611" y="0"/>
                  </a:moveTo>
                  <a:lnTo>
                    <a:pt x="0" y="2624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6" name="Candidate_receptor__2505">
              <a:extLst>
                <a:ext uri="{FF2B5EF4-FFF2-40B4-BE49-F238E27FC236}">
                  <a16:creationId xmlns:a16="http://schemas.microsoft.com/office/drawing/2014/main" id="{CB859C0F-9F89-14E0-E898-300F8BCAD752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565206"/>
              <a:ext cx="52698" cy="14445"/>
            </a:xfrm>
            <a:custGeom>
              <a:avLst/>
              <a:gdLst/>
              <a:ahLst/>
              <a:cxnLst/>
              <a:rect l="0" t="0" r="0" b="0"/>
              <a:pathLst>
                <a:path w="52698" h="14445">
                  <a:moveTo>
                    <a:pt x="0" y="14445"/>
                  </a:moveTo>
                  <a:lnTo>
                    <a:pt x="52698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7" name="Candidate_receptor__2506">
              <a:extLst>
                <a:ext uri="{FF2B5EF4-FFF2-40B4-BE49-F238E27FC236}">
                  <a16:creationId xmlns:a16="http://schemas.microsoft.com/office/drawing/2014/main" id="{17364775-408F-D2F9-6673-695DCD2DAD44}"/>
                </a:ext>
              </a:extLst>
            </p:cNvPr>
            <p:cNvSpPr>
              <a:spLocks noGrp="1"/>
            </p:cNvSpPr>
            <p:nvPr/>
          </p:nvSpPr>
          <p:spPr>
            <a:xfrm>
              <a:off x="5489986" y="5089797"/>
              <a:ext cx="67215" cy="91111"/>
            </a:xfrm>
            <a:custGeom>
              <a:avLst/>
              <a:gdLst/>
              <a:ahLst/>
              <a:cxnLst/>
              <a:rect l="0" t="0" r="0" b="0"/>
              <a:pathLst>
                <a:path w="67215" h="91111">
                  <a:moveTo>
                    <a:pt x="67215" y="0"/>
                  </a:moveTo>
                  <a:lnTo>
                    <a:pt x="0" y="911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8" name="Candidate_receptor__2507">
              <a:extLst>
                <a:ext uri="{FF2B5EF4-FFF2-40B4-BE49-F238E27FC236}">
                  <a16:creationId xmlns:a16="http://schemas.microsoft.com/office/drawing/2014/main" id="{1BEFA37D-5699-D392-EE3A-21787DEC52EE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03521"/>
              <a:ext cx="26125" cy="65149"/>
            </a:xfrm>
            <a:custGeom>
              <a:avLst/>
              <a:gdLst/>
              <a:ahLst/>
              <a:cxnLst/>
              <a:rect l="0" t="0" r="0" b="0"/>
              <a:pathLst>
                <a:path w="26125" h="65149">
                  <a:moveTo>
                    <a:pt x="26125" y="0"/>
                  </a:moveTo>
                  <a:lnTo>
                    <a:pt x="0" y="65149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9" name="Candidate_receptor__2508">
              <a:extLst>
                <a:ext uri="{FF2B5EF4-FFF2-40B4-BE49-F238E27FC236}">
                  <a16:creationId xmlns:a16="http://schemas.microsoft.com/office/drawing/2014/main" id="{54539483-A954-A32E-61D4-DE2F515E34F9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56443"/>
              <a:ext cx="63699" cy="53583"/>
            </a:xfrm>
            <a:custGeom>
              <a:avLst/>
              <a:gdLst/>
              <a:ahLst/>
              <a:cxnLst/>
              <a:rect l="0" t="0" r="0" b="0"/>
              <a:pathLst>
                <a:path w="63699" h="53583">
                  <a:moveTo>
                    <a:pt x="0" y="53583"/>
                  </a:moveTo>
                  <a:lnTo>
                    <a:pt x="63699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0" name="Candidate_receptor__2509">
              <a:extLst>
                <a:ext uri="{FF2B5EF4-FFF2-40B4-BE49-F238E27FC236}">
                  <a16:creationId xmlns:a16="http://schemas.microsoft.com/office/drawing/2014/main" id="{A8C84EF4-F5A3-E34C-08E3-C1D85A563001}"/>
                </a:ext>
              </a:extLst>
            </p:cNvPr>
            <p:cNvSpPr>
              <a:spLocks noGrp="1"/>
            </p:cNvSpPr>
            <p:nvPr/>
          </p:nvSpPr>
          <p:spPr>
            <a:xfrm>
              <a:off x="6089031" y="4030997"/>
              <a:ext cx="46521" cy="67884"/>
            </a:xfrm>
            <a:custGeom>
              <a:avLst/>
              <a:gdLst/>
              <a:ahLst/>
              <a:cxnLst/>
              <a:rect l="0" t="0" r="0" b="0"/>
              <a:pathLst>
                <a:path w="46521" h="67884">
                  <a:moveTo>
                    <a:pt x="0" y="0"/>
                  </a:moveTo>
                  <a:lnTo>
                    <a:pt x="46521" y="6788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1" name="Candidate_receptor__2510">
              <a:extLst>
                <a:ext uri="{FF2B5EF4-FFF2-40B4-BE49-F238E27FC236}">
                  <a16:creationId xmlns:a16="http://schemas.microsoft.com/office/drawing/2014/main" id="{0833C921-A9D1-A733-5407-59904616E7B8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95218"/>
              <a:ext cx="17442" cy="58323"/>
            </a:xfrm>
            <a:custGeom>
              <a:avLst/>
              <a:gdLst/>
              <a:ahLst/>
              <a:cxnLst/>
              <a:rect l="0" t="0" r="0" b="0"/>
              <a:pathLst>
                <a:path w="17442" h="58323">
                  <a:moveTo>
                    <a:pt x="0" y="58323"/>
                  </a:moveTo>
                  <a:lnTo>
                    <a:pt x="1744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2" name="Candidate_receptor__2511">
              <a:extLst>
                <a:ext uri="{FF2B5EF4-FFF2-40B4-BE49-F238E27FC236}">
                  <a16:creationId xmlns:a16="http://schemas.microsoft.com/office/drawing/2014/main" id="{F0A2CF4F-3D09-D074-9707-648EFC55ED5F}"/>
                </a:ext>
              </a:extLst>
            </p:cNvPr>
            <p:cNvSpPr>
              <a:spLocks noGrp="1"/>
            </p:cNvSpPr>
            <p:nvPr/>
          </p:nvSpPr>
          <p:spPr>
            <a:xfrm>
              <a:off x="6330512" y="3847054"/>
              <a:ext cx="86168" cy="76636"/>
            </a:xfrm>
            <a:custGeom>
              <a:avLst/>
              <a:gdLst/>
              <a:ahLst/>
              <a:cxnLst/>
              <a:rect l="0" t="0" r="0" b="0"/>
              <a:pathLst>
                <a:path w="86168" h="76636">
                  <a:moveTo>
                    <a:pt x="86168" y="766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3" name="Candidate_receptor__2512">
              <a:extLst>
                <a:ext uri="{FF2B5EF4-FFF2-40B4-BE49-F238E27FC236}">
                  <a16:creationId xmlns:a16="http://schemas.microsoft.com/office/drawing/2014/main" id="{A0E41CCB-AAFB-44E0-63A6-18D8A3E4FA8D}"/>
                </a:ext>
              </a:extLst>
            </p:cNvPr>
            <p:cNvSpPr>
              <a:spLocks noGrp="1"/>
            </p:cNvSpPr>
            <p:nvPr/>
          </p:nvSpPr>
          <p:spPr>
            <a:xfrm>
              <a:off x="5345262" y="5450814"/>
              <a:ext cx="30183" cy="72914"/>
            </a:xfrm>
            <a:custGeom>
              <a:avLst/>
              <a:gdLst/>
              <a:ahLst/>
              <a:cxnLst/>
              <a:rect l="0" t="0" r="0" b="0"/>
              <a:pathLst>
                <a:path w="30183" h="72914">
                  <a:moveTo>
                    <a:pt x="30183" y="729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14" name="Candidate_receptor__2513">
              <a:extLst>
                <a:ext uri="{FF2B5EF4-FFF2-40B4-BE49-F238E27FC236}">
                  <a16:creationId xmlns:a16="http://schemas.microsoft.com/office/drawing/2014/main" id="{3FBAFD84-5199-D53E-9382-A5E0325A8A2B}"/>
                </a:ext>
              </a:extLst>
            </p:cNvPr>
            <p:cNvSpPr>
              <a:spLocks noGrp="1"/>
            </p:cNvSpPr>
            <p:nvPr/>
          </p:nvSpPr>
          <p:spPr>
            <a:xfrm>
              <a:off x="5358152" y="4767595"/>
              <a:ext cx="21937" cy="108871"/>
            </a:xfrm>
            <a:custGeom>
              <a:avLst/>
              <a:gdLst/>
              <a:ahLst/>
              <a:cxnLst/>
              <a:rect l="0" t="0" r="0" b="0"/>
              <a:pathLst>
                <a:path w="21937" h="108871">
                  <a:moveTo>
                    <a:pt x="0" y="0"/>
                  </a:moveTo>
                  <a:lnTo>
                    <a:pt x="21937" y="10887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5" name="Candidate_receptor__2514">
              <a:extLst>
                <a:ext uri="{FF2B5EF4-FFF2-40B4-BE49-F238E27FC236}">
                  <a16:creationId xmlns:a16="http://schemas.microsoft.com/office/drawing/2014/main" id="{9CA2D933-AECE-870F-9B9A-E5527F6689B5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113837" cy="11934"/>
            </a:xfrm>
            <a:custGeom>
              <a:avLst/>
              <a:gdLst/>
              <a:ahLst/>
              <a:cxnLst/>
              <a:rect l="0" t="0" r="0" b="0"/>
              <a:pathLst>
                <a:path w="113837" h="11934">
                  <a:moveTo>
                    <a:pt x="113837" y="119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6" name="Candidate_receptor__2515">
              <a:extLst>
                <a:ext uri="{FF2B5EF4-FFF2-40B4-BE49-F238E27FC236}">
                  <a16:creationId xmlns:a16="http://schemas.microsoft.com/office/drawing/2014/main" id="{14673EA8-596A-932D-BA45-994C97D11F86}"/>
                </a:ext>
              </a:extLst>
            </p:cNvPr>
            <p:cNvSpPr>
              <a:spLocks noGrp="1"/>
            </p:cNvSpPr>
            <p:nvPr/>
          </p:nvSpPr>
          <p:spPr>
            <a:xfrm>
              <a:off x="5157208" y="5360242"/>
              <a:ext cx="2229" cy="96202"/>
            </a:xfrm>
            <a:custGeom>
              <a:avLst/>
              <a:gdLst/>
              <a:ahLst/>
              <a:cxnLst/>
              <a:rect l="0" t="0" r="0" b="0"/>
              <a:pathLst>
                <a:path w="2229" h="96202">
                  <a:moveTo>
                    <a:pt x="2229" y="96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7" name="Candidate_receptor__2516">
              <a:extLst>
                <a:ext uri="{FF2B5EF4-FFF2-40B4-BE49-F238E27FC236}">
                  <a16:creationId xmlns:a16="http://schemas.microsoft.com/office/drawing/2014/main" id="{9017790E-9241-0B1E-67AC-7A93A05D588D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46912"/>
              <a:ext cx="26694" cy="61103"/>
            </a:xfrm>
            <a:custGeom>
              <a:avLst/>
              <a:gdLst/>
              <a:ahLst/>
              <a:cxnLst/>
              <a:rect l="0" t="0" r="0" b="0"/>
              <a:pathLst>
                <a:path w="26694" h="61103">
                  <a:moveTo>
                    <a:pt x="26694" y="0"/>
                  </a:moveTo>
                  <a:lnTo>
                    <a:pt x="0" y="61103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8" name="Candidate_receptor__2517">
              <a:extLst>
                <a:ext uri="{FF2B5EF4-FFF2-40B4-BE49-F238E27FC236}">
                  <a16:creationId xmlns:a16="http://schemas.microsoft.com/office/drawing/2014/main" id="{A26C012D-A065-EF0F-4A8D-F0B8A2A5BEFB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83498"/>
              <a:ext cx="91775" cy="24420"/>
            </a:xfrm>
            <a:custGeom>
              <a:avLst/>
              <a:gdLst/>
              <a:ahLst/>
              <a:cxnLst/>
              <a:rect l="0" t="0" r="0" b="0"/>
              <a:pathLst>
                <a:path w="91775" h="24420">
                  <a:moveTo>
                    <a:pt x="0" y="0"/>
                  </a:moveTo>
                  <a:lnTo>
                    <a:pt x="91775" y="24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9" name="Candidate_receptor__2518">
              <a:extLst>
                <a:ext uri="{FF2B5EF4-FFF2-40B4-BE49-F238E27FC236}">
                  <a16:creationId xmlns:a16="http://schemas.microsoft.com/office/drawing/2014/main" id="{5708119C-EC78-4181-816D-86E02AEF7B41}"/>
                </a:ext>
              </a:extLst>
            </p:cNvPr>
            <p:cNvSpPr>
              <a:spLocks noGrp="1"/>
            </p:cNvSpPr>
            <p:nvPr/>
          </p:nvSpPr>
          <p:spPr>
            <a:xfrm>
              <a:off x="6517532" y="4635785"/>
              <a:ext cx="92170" cy="69163"/>
            </a:xfrm>
            <a:custGeom>
              <a:avLst/>
              <a:gdLst/>
              <a:ahLst/>
              <a:cxnLst/>
              <a:rect l="0" t="0" r="0" b="0"/>
              <a:pathLst>
                <a:path w="92170" h="69163">
                  <a:moveTo>
                    <a:pt x="0" y="69163"/>
                  </a:moveTo>
                  <a:lnTo>
                    <a:pt x="9217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0" name="Candidate_receptor__2519">
              <a:extLst>
                <a:ext uri="{FF2B5EF4-FFF2-40B4-BE49-F238E27FC236}">
                  <a16:creationId xmlns:a16="http://schemas.microsoft.com/office/drawing/2014/main" id="{486BACDF-F26D-1814-D5FB-D19E6C4A6C9B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635056"/>
              <a:ext cx="71312" cy="27264"/>
            </a:xfrm>
            <a:custGeom>
              <a:avLst/>
              <a:gdLst/>
              <a:ahLst/>
              <a:cxnLst/>
              <a:rect l="0" t="0" r="0" b="0"/>
              <a:pathLst>
                <a:path w="71312" h="27264">
                  <a:moveTo>
                    <a:pt x="0" y="27264"/>
                  </a:moveTo>
                  <a:lnTo>
                    <a:pt x="713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1" name="Candidate_receptor__2520">
              <a:extLst>
                <a:ext uri="{FF2B5EF4-FFF2-40B4-BE49-F238E27FC236}">
                  <a16:creationId xmlns:a16="http://schemas.microsoft.com/office/drawing/2014/main" id="{380CA22C-CE94-8A8B-DC62-6CE04B201781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347427"/>
              <a:ext cx="44150" cy="21453"/>
            </a:xfrm>
            <a:custGeom>
              <a:avLst/>
              <a:gdLst/>
              <a:ahLst/>
              <a:cxnLst/>
              <a:rect l="0" t="0" r="0" b="0"/>
              <a:pathLst>
                <a:path w="44150" h="21453">
                  <a:moveTo>
                    <a:pt x="0" y="0"/>
                  </a:moveTo>
                  <a:lnTo>
                    <a:pt x="44150" y="2145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2" name="Candidate_receptor__2521">
              <a:extLst>
                <a:ext uri="{FF2B5EF4-FFF2-40B4-BE49-F238E27FC236}">
                  <a16:creationId xmlns:a16="http://schemas.microsoft.com/office/drawing/2014/main" id="{A82D8AC6-11FC-4F78-0557-7D502CE1DDE7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7282"/>
              <a:ext cx="74145" cy="40855"/>
            </a:xfrm>
            <a:custGeom>
              <a:avLst/>
              <a:gdLst/>
              <a:ahLst/>
              <a:cxnLst/>
              <a:rect l="0" t="0" r="0" b="0"/>
              <a:pathLst>
                <a:path w="74145" h="40855">
                  <a:moveTo>
                    <a:pt x="0" y="40855"/>
                  </a:moveTo>
                  <a:lnTo>
                    <a:pt x="7414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3" name="Candidate_receptor__2522">
              <a:extLst>
                <a:ext uri="{FF2B5EF4-FFF2-40B4-BE49-F238E27FC236}">
                  <a16:creationId xmlns:a16="http://schemas.microsoft.com/office/drawing/2014/main" id="{D7E68434-7C81-24C6-CDA0-F0A88B24EAA2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58496"/>
              <a:ext cx="17481" cy="29414"/>
            </a:xfrm>
            <a:custGeom>
              <a:avLst/>
              <a:gdLst/>
              <a:ahLst/>
              <a:cxnLst/>
              <a:rect l="0" t="0" r="0" b="0"/>
              <a:pathLst>
                <a:path w="17481" h="29414">
                  <a:moveTo>
                    <a:pt x="17481" y="0"/>
                  </a:moveTo>
                  <a:lnTo>
                    <a:pt x="0" y="2941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4" name="Candidate_receptor__2523">
              <a:extLst>
                <a:ext uri="{FF2B5EF4-FFF2-40B4-BE49-F238E27FC236}">
                  <a16:creationId xmlns:a16="http://schemas.microsoft.com/office/drawing/2014/main" id="{24365FBA-7CF8-3994-110B-A994AC25DC4F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68670"/>
              <a:ext cx="41095" cy="98518"/>
            </a:xfrm>
            <a:custGeom>
              <a:avLst/>
              <a:gdLst/>
              <a:ahLst/>
              <a:cxnLst/>
              <a:rect l="0" t="0" r="0" b="0"/>
              <a:pathLst>
                <a:path w="41095" h="98518">
                  <a:moveTo>
                    <a:pt x="0" y="0"/>
                  </a:moveTo>
                  <a:lnTo>
                    <a:pt x="41095" y="9851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5" name="Candidate_receptor__2524">
              <a:extLst>
                <a:ext uri="{FF2B5EF4-FFF2-40B4-BE49-F238E27FC236}">
                  <a16:creationId xmlns:a16="http://schemas.microsoft.com/office/drawing/2014/main" id="{191BBF6F-BA13-BCA0-0587-4D9E185255B1}"/>
                </a:ext>
              </a:extLst>
            </p:cNvPr>
            <p:cNvSpPr>
              <a:spLocks noGrp="1"/>
            </p:cNvSpPr>
            <p:nvPr/>
          </p:nvSpPr>
          <p:spPr>
            <a:xfrm>
              <a:off x="6350068" y="3923690"/>
              <a:ext cx="66612" cy="84228"/>
            </a:xfrm>
            <a:custGeom>
              <a:avLst/>
              <a:gdLst/>
              <a:ahLst/>
              <a:cxnLst/>
              <a:rect l="0" t="0" r="0" b="0"/>
              <a:pathLst>
                <a:path w="66612" h="84228">
                  <a:moveTo>
                    <a:pt x="0" y="84228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6" name="Candidate_receptor__2525">
              <a:extLst>
                <a:ext uri="{FF2B5EF4-FFF2-40B4-BE49-F238E27FC236}">
                  <a16:creationId xmlns:a16="http://schemas.microsoft.com/office/drawing/2014/main" id="{A3217707-8535-3A43-73A3-2FE21C0B4494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080366"/>
              <a:ext cx="19364" cy="78053"/>
            </a:xfrm>
            <a:custGeom>
              <a:avLst/>
              <a:gdLst/>
              <a:ahLst/>
              <a:cxnLst/>
              <a:rect l="0" t="0" r="0" b="0"/>
              <a:pathLst>
                <a:path w="19364" h="78053">
                  <a:moveTo>
                    <a:pt x="0" y="78053"/>
                  </a:moveTo>
                  <a:lnTo>
                    <a:pt x="19364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7" name="Candidate_receptor__2526">
              <a:extLst>
                <a:ext uri="{FF2B5EF4-FFF2-40B4-BE49-F238E27FC236}">
                  <a16:creationId xmlns:a16="http://schemas.microsoft.com/office/drawing/2014/main" id="{BAFC1563-C3F3-1EBD-D9AA-D77EDFF7590A}"/>
                </a:ext>
              </a:extLst>
            </p:cNvPr>
            <p:cNvSpPr>
              <a:spLocks noGrp="1"/>
            </p:cNvSpPr>
            <p:nvPr/>
          </p:nvSpPr>
          <p:spPr>
            <a:xfrm>
              <a:off x="6026877" y="3860185"/>
              <a:ext cx="96058" cy="55911"/>
            </a:xfrm>
            <a:custGeom>
              <a:avLst/>
              <a:gdLst/>
              <a:ahLst/>
              <a:cxnLst/>
              <a:rect l="0" t="0" r="0" b="0"/>
              <a:pathLst>
                <a:path w="96058" h="55911">
                  <a:moveTo>
                    <a:pt x="0" y="0"/>
                  </a:moveTo>
                  <a:lnTo>
                    <a:pt x="96058" y="559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8" name="Candidate_receptor__2527">
              <a:extLst>
                <a:ext uri="{FF2B5EF4-FFF2-40B4-BE49-F238E27FC236}">
                  <a16:creationId xmlns:a16="http://schemas.microsoft.com/office/drawing/2014/main" id="{02464B7D-6041-20DC-44FA-3A26505F528F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85794"/>
              <a:ext cx="24609" cy="15306"/>
            </a:xfrm>
            <a:custGeom>
              <a:avLst/>
              <a:gdLst/>
              <a:ahLst/>
              <a:cxnLst/>
              <a:rect l="0" t="0" r="0" b="0"/>
              <a:pathLst>
                <a:path w="24609" h="15306">
                  <a:moveTo>
                    <a:pt x="0" y="0"/>
                  </a:moveTo>
                  <a:lnTo>
                    <a:pt x="24609" y="1530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29" name="Candidate_receptor__2528">
              <a:extLst>
                <a:ext uri="{FF2B5EF4-FFF2-40B4-BE49-F238E27FC236}">
                  <a16:creationId xmlns:a16="http://schemas.microsoft.com/office/drawing/2014/main" id="{B9F3531C-DF75-C6C4-B104-91277F928558}"/>
                </a:ext>
              </a:extLst>
            </p:cNvPr>
            <p:cNvSpPr>
              <a:spLocks noGrp="1"/>
            </p:cNvSpPr>
            <p:nvPr/>
          </p:nvSpPr>
          <p:spPr>
            <a:xfrm>
              <a:off x="5712339" y="4255881"/>
              <a:ext cx="3906" cy="101401"/>
            </a:xfrm>
            <a:custGeom>
              <a:avLst/>
              <a:gdLst/>
              <a:ahLst/>
              <a:cxnLst/>
              <a:rect l="0" t="0" r="0" b="0"/>
              <a:pathLst>
                <a:path w="3906" h="101401">
                  <a:moveTo>
                    <a:pt x="0" y="101401"/>
                  </a:moveTo>
                  <a:lnTo>
                    <a:pt x="39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0" name="Candidate_receptor__2529">
              <a:extLst>
                <a:ext uri="{FF2B5EF4-FFF2-40B4-BE49-F238E27FC236}">
                  <a16:creationId xmlns:a16="http://schemas.microsoft.com/office/drawing/2014/main" id="{9B2F7AD9-90E0-0BB8-594D-C6AC038CDCAE}"/>
                </a:ext>
              </a:extLst>
            </p:cNvPr>
            <p:cNvSpPr>
              <a:spLocks noGrp="1"/>
            </p:cNvSpPr>
            <p:nvPr/>
          </p:nvSpPr>
          <p:spPr>
            <a:xfrm>
              <a:off x="4806145" y="4548532"/>
              <a:ext cx="16711" cy="98380"/>
            </a:xfrm>
            <a:custGeom>
              <a:avLst/>
              <a:gdLst/>
              <a:ahLst/>
              <a:cxnLst/>
              <a:rect l="0" t="0" r="0" b="0"/>
              <a:pathLst>
                <a:path w="16711" h="98380">
                  <a:moveTo>
                    <a:pt x="16711" y="0"/>
                  </a:moveTo>
                  <a:lnTo>
                    <a:pt x="0" y="9838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1" name="Candidate_receptor__2530">
              <a:extLst>
                <a:ext uri="{FF2B5EF4-FFF2-40B4-BE49-F238E27FC236}">
                  <a16:creationId xmlns:a16="http://schemas.microsoft.com/office/drawing/2014/main" id="{FB9374BB-BCC0-DDF4-8716-220B7C2FCB2F}"/>
                </a:ext>
              </a:extLst>
            </p:cNvPr>
            <p:cNvSpPr>
              <a:spLocks noGrp="1"/>
            </p:cNvSpPr>
            <p:nvPr/>
          </p:nvSpPr>
          <p:spPr>
            <a:xfrm>
              <a:off x="5320897" y="5073108"/>
              <a:ext cx="56560" cy="65492"/>
            </a:xfrm>
            <a:custGeom>
              <a:avLst/>
              <a:gdLst/>
              <a:ahLst/>
              <a:cxnLst/>
              <a:rect l="0" t="0" r="0" b="0"/>
              <a:pathLst>
                <a:path w="56560" h="65492">
                  <a:moveTo>
                    <a:pt x="56560" y="0"/>
                  </a:moveTo>
                  <a:lnTo>
                    <a:pt x="0" y="6549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2" name="Candidate_receptor__2531">
              <a:extLst>
                <a:ext uri="{FF2B5EF4-FFF2-40B4-BE49-F238E27FC236}">
                  <a16:creationId xmlns:a16="http://schemas.microsoft.com/office/drawing/2014/main" id="{80069DEC-E938-0400-E480-14AC9F03F160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607784"/>
              <a:ext cx="112545" cy="24067"/>
            </a:xfrm>
            <a:custGeom>
              <a:avLst/>
              <a:gdLst/>
              <a:ahLst/>
              <a:cxnLst/>
              <a:rect l="0" t="0" r="0" b="0"/>
              <a:pathLst>
                <a:path w="112545" h="24067">
                  <a:moveTo>
                    <a:pt x="112545" y="24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3" name="Candidate_receptor__2532">
              <a:extLst>
                <a:ext uri="{FF2B5EF4-FFF2-40B4-BE49-F238E27FC236}">
                  <a16:creationId xmlns:a16="http://schemas.microsoft.com/office/drawing/2014/main" id="{F183055D-DA3C-742D-5F1B-F82489E5E0A9}"/>
                </a:ext>
              </a:extLst>
            </p:cNvPr>
            <p:cNvSpPr>
              <a:spLocks noGrp="1"/>
            </p:cNvSpPr>
            <p:nvPr/>
          </p:nvSpPr>
          <p:spPr>
            <a:xfrm>
              <a:off x="5802104" y="4734803"/>
              <a:ext cx="25504" cy="73583"/>
            </a:xfrm>
            <a:custGeom>
              <a:avLst/>
              <a:gdLst/>
              <a:ahLst/>
              <a:cxnLst/>
              <a:rect l="0" t="0" r="0" b="0"/>
              <a:pathLst>
                <a:path w="25504" h="73583">
                  <a:moveTo>
                    <a:pt x="25504" y="735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4" name="Candidate_receptor__2533">
              <a:extLst>
                <a:ext uri="{FF2B5EF4-FFF2-40B4-BE49-F238E27FC236}">
                  <a16:creationId xmlns:a16="http://schemas.microsoft.com/office/drawing/2014/main" id="{A532BD82-E265-BF33-7988-B32CB80650E5}"/>
                </a:ext>
              </a:extLst>
            </p:cNvPr>
            <p:cNvSpPr>
              <a:spLocks noGrp="1"/>
            </p:cNvSpPr>
            <p:nvPr/>
          </p:nvSpPr>
          <p:spPr>
            <a:xfrm>
              <a:off x="5377458" y="5033582"/>
              <a:ext cx="73113" cy="39527"/>
            </a:xfrm>
            <a:custGeom>
              <a:avLst/>
              <a:gdLst/>
              <a:ahLst/>
              <a:cxnLst/>
              <a:rect l="0" t="0" r="0" b="0"/>
              <a:pathLst>
                <a:path w="73113" h="39527">
                  <a:moveTo>
                    <a:pt x="73113" y="0"/>
                  </a:moveTo>
                  <a:lnTo>
                    <a:pt x="0" y="39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5" name="Candidate_receptor__2534">
              <a:extLst>
                <a:ext uri="{FF2B5EF4-FFF2-40B4-BE49-F238E27FC236}">
                  <a16:creationId xmlns:a16="http://schemas.microsoft.com/office/drawing/2014/main" id="{D5D80989-214C-8145-8BFB-D9EA9341C1F7}"/>
                </a:ext>
              </a:extLst>
            </p:cNvPr>
            <p:cNvSpPr>
              <a:spLocks noGrp="1"/>
            </p:cNvSpPr>
            <p:nvPr/>
          </p:nvSpPr>
          <p:spPr>
            <a:xfrm>
              <a:off x="5557201" y="5089797"/>
              <a:ext cx="60100" cy="26711"/>
            </a:xfrm>
            <a:custGeom>
              <a:avLst/>
              <a:gdLst/>
              <a:ahLst/>
              <a:cxnLst/>
              <a:rect l="0" t="0" r="0" b="0"/>
              <a:pathLst>
                <a:path w="60100" h="26711">
                  <a:moveTo>
                    <a:pt x="60100" y="267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6" name="Candidate_receptor__2535">
              <a:extLst>
                <a:ext uri="{FF2B5EF4-FFF2-40B4-BE49-F238E27FC236}">
                  <a16:creationId xmlns:a16="http://schemas.microsoft.com/office/drawing/2014/main" id="{D07D49D3-31BC-309E-2275-D62A7CF4C420}"/>
                </a:ext>
              </a:extLst>
            </p:cNvPr>
            <p:cNvSpPr>
              <a:spLocks noGrp="1"/>
            </p:cNvSpPr>
            <p:nvPr/>
          </p:nvSpPr>
          <p:spPr>
            <a:xfrm>
              <a:off x="5764177" y="3780073"/>
              <a:ext cx="104353" cy="24103"/>
            </a:xfrm>
            <a:custGeom>
              <a:avLst/>
              <a:gdLst/>
              <a:ahLst/>
              <a:cxnLst/>
              <a:rect l="0" t="0" r="0" b="0"/>
              <a:pathLst>
                <a:path w="104353" h="24103">
                  <a:moveTo>
                    <a:pt x="104353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7" name="Candidate_receptor__2536">
              <a:extLst>
                <a:ext uri="{FF2B5EF4-FFF2-40B4-BE49-F238E27FC236}">
                  <a16:creationId xmlns:a16="http://schemas.microsoft.com/office/drawing/2014/main" id="{06FCE1B9-D1B6-2FF8-B3AB-058233E2FA72}"/>
                </a:ext>
              </a:extLst>
            </p:cNvPr>
            <p:cNvSpPr>
              <a:spLocks noGrp="1"/>
            </p:cNvSpPr>
            <p:nvPr/>
          </p:nvSpPr>
          <p:spPr>
            <a:xfrm>
              <a:off x="4676724" y="4430393"/>
              <a:ext cx="43671" cy="52303"/>
            </a:xfrm>
            <a:custGeom>
              <a:avLst/>
              <a:gdLst/>
              <a:ahLst/>
              <a:cxnLst/>
              <a:rect l="0" t="0" r="0" b="0"/>
              <a:pathLst>
                <a:path w="43671" h="52303">
                  <a:moveTo>
                    <a:pt x="0" y="0"/>
                  </a:moveTo>
                  <a:lnTo>
                    <a:pt x="43671" y="5230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8" name="Candidate_receptor__2537">
              <a:extLst>
                <a:ext uri="{FF2B5EF4-FFF2-40B4-BE49-F238E27FC236}">
                  <a16:creationId xmlns:a16="http://schemas.microsoft.com/office/drawing/2014/main" id="{755250D7-01BB-D73E-C9B4-04C156C74EF9}"/>
                </a:ext>
              </a:extLst>
            </p:cNvPr>
            <p:cNvSpPr>
              <a:spLocks noGrp="1"/>
            </p:cNvSpPr>
            <p:nvPr/>
          </p:nvSpPr>
          <p:spPr>
            <a:xfrm>
              <a:off x="4722471" y="2201370"/>
              <a:ext cx="34568" cy="109725"/>
            </a:xfrm>
            <a:custGeom>
              <a:avLst/>
              <a:gdLst/>
              <a:ahLst/>
              <a:cxnLst/>
              <a:rect l="0" t="0" r="0" b="0"/>
              <a:pathLst>
                <a:path w="34568" h="109725">
                  <a:moveTo>
                    <a:pt x="0" y="0"/>
                  </a:moveTo>
                  <a:lnTo>
                    <a:pt x="34568" y="10972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9" name="Candidate_receptor__2538">
              <a:extLst>
                <a:ext uri="{FF2B5EF4-FFF2-40B4-BE49-F238E27FC236}">
                  <a16:creationId xmlns:a16="http://schemas.microsoft.com/office/drawing/2014/main" id="{BB04CB86-16DD-2021-A2E7-63C8CF1ABE85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96590"/>
              <a:ext cx="112176" cy="18086"/>
            </a:xfrm>
            <a:custGeom>
              <a:avLst/>
              <a:gdLst/>
              <a:ahLst/>
              <a:cxnLst/>
              <a:rect l="0" t="0" r="0" b="0"/>
              <a:pathLst>
                <a:path w="112176" h="18086">
                  <a:moveTo>
                    <a:pt x="112176" y="180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0" name="Candidate_receptor__2539">
              <a:extLst>
                <a:ext uri="{FF2B5EF4-FFF2-40B4-BE49-F238E27FC236}">
                  <a16:creationId xmlns:a16="http://schemas.microsoft.com/office/drawing/2014/main" id="{3EB19989-7FAC-C6D3-A3D5-EE1FB6BA46E2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70618"/>
              <a:ext cx="27594" cy="3072"/>
            </a:xfrm>
            <a:custGeom>
              <a:avLst/>
              <a:gdLst/>
              <a:ahLst/>
              <a:cxnLst/>
              <a:rect l="0" t="0" r="0" b="0"/>
              <a:pathLst>
                <a:path w="27594" h="3072">
                  <a:moveTo>
                    <a:pt x="0" y="3072"/>
                  </a:moveTo>
                  <a:lnTo>
                    <a:pt x="275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1" name="Candidate_receptor__2540">
              <a:extLst>
                <a:ext uri="{FF2B5EF4-FFF2-40B4-BE49-F238E27FC236}">
                  <a16:creationId xmlns:a16="http://schemas.microsoft.com/office/drawing/2014/main" id="{70A03ACF-28F5-7BC8-FC1C-3E9AC807D114}"/>
                </a:ext>
              </a:extLst>
            </p:cNvPr>
            <p:cNvSpPr>
              <a:spLocks noGrp="1"/>
            </p:cNvSpPr>
            <p:nvPr/>
          </p:nvSpPr>
          <p:spPr>
            <a:xfrm>
              <a:off x="5199227" y="4978485"/>
              <a:ext cx="78966" cy="73707"/>
            </a:xfrm>
            <a:custGeom>
              <a:avLst/>
              <a:gdLst/>
              <a:ahLst/>
              <a:cxnLst/>
              <a:rect l="0" t="0" r="0" b="0"/>
              <a:pathLst>
                <a:path w="78966" h="73707">
                  <a:moveTo>
                    <a:pt x="78966" y="0"/>
                  </a:moveTo>
                  <a:lnTo>
                    <a:pt x="0" y="7370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2" name="Candidate_receptor__2541">
              <a:extLst>
                <a:ext uri="{FF2B5EF4-FFF2-40B4-BE49-F238E27FC236}">
                  <a16:creationId xmlns:a16="http://schemas.microsoft.com/office/drawing/2014/main" id="{E610D283-53B7-0555-135A-083395F23D65}"/>
                </a:ext>
              </a:extLst>
            </p:cNvPr>
            <p:cNvSpPr>
              <a:spLocks noGrp="1"/>
            </p:cNvSpPr>
            <p:nvPr/>
          </p:nvSpPr>
          <p:spPr>
            <a:xfrm>
              <a:off x="6037393" y="4098881"/>
              <a:ext cx="98159" cy="59332"/>
            </a:xfrm>
            <a:custGeom>
              <a:avLst/>
              <a:gdLst/>
              <a:ahLst/>
              <a:cxnLst/>
              <a:rect l="0" t="0" r="0" b="0"/>
              <a:pathLst>
                <a:path w="98159" h="59332">
                  <a:moveTo>
                    <a:pt x="98159" y="0"/>
                  </a:moveTo>
                  <a:lnTo>
                    <a:pt x="0" y="5933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3" name="Candidate_receptor__2542">
              <a:extLst>
                <a:ext uri="{FF2B5EF4-FFF2-40B4-BE49-F238E27FC236}">
                  <a16:creationId xmlns:a16="http://schemas.microsoft.com/office/drawing/2014/main" id="{12BF5FFF-E7E7-42F1-DDDB-F48000D78C11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921253"/>
              <a:ext cx="89735" cy="28359"/>
            </a:xfrm>
            <a:custGeom>
              <a:avLst/>
              <a:gdLst/>
              <a:ahLst/>
              <a:cxnLst/>
              <a:rect l="0" t="0" r="0" b="0"/>
              <a:pathLst>
                <a:path w="89735" h="28359">
                  <a:moveTo>
                    <a:pt x="89735" y="283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4" name="Candidate_receptor__2543">
              <a:extLst>
                <a:ext uri="{FF2B5EF4-FFF2-40B4-BE49-F238E27FC236}">
                  <a16:creationId xmlns:a16="http://schemas.microsoft.com/office/drawing/2014/main" id="{A8AEDE72-B199-B289-0753-799B0C20292A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26496" cy="72253"/>
            </a:xfrm>
            <a:custGeom>
              <a:avLst/>
              <a:gdLst/>
              <a:ahLst/>
              <a:cxnLst/>
              <a:rect l="0" t="0" r="0" b="0"/>
              <a:pathLst>
                <a:path w="26496" h="72253">
                  <a:moveTo>
                    <a:pt x="26496" y="722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45" name="Candidate_receptor__2544">
              <a:extLst>
                <a:ext uri="{FF2B5EF4-FFF2-40B4-BE49-F238E27FC236}">
                  <a16:creationId xmlns:a16="http://schemas.microsoft.com/office/drawing/2014/main" id="{0F2B2EFB-100C-DEC7-7955-96F7B8051EAC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65165"/>
              <a:ext cx="3468" cy="2454"/>
            </a:xfrm>
            <a:custGeom>
              <a:avLst/>
              <a:gdLst/>
              <a:ahLst/>
              <a:cxnLst/>
              <a:rect l="0" t="0" r="0" b="0"/>
              <a:pathLst>
                <a:path w="3468" h="2454">
                  <a:moveTo>
                    <a:pt x="0" y="2454"/>
                  </a:moveTo>
                  <a:lnTo>
                    <a:pt x="34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6" name="Candidate_receptor__2545">
              <a:extLst>
                <a:ext uri="{FF2B5EF4-FFF2-40B4-BE49-F238E27FC236}">
                  <a16:creationId xmlns:a16="http://schemas.microsoft.com/office/drawing/2014/main" id="{94DC7259-9AA0-BAA7-A337-18CBCBFD5AE3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808386"/>
              <a:ext cx="48138" cy="94257"/>
            </a:xfrm>
            <a:custGeom>
              <a:avLst/>
              <a:gdLst/>
              <a:ahLst/>
              <a:cxnLst/>
              <a:rect l="0" t="0" r="0" b="0"/>
              <a:pathLst>
                <a:path w="48138" h="94257">
                  <a:moveTo>
                    <a:pt x="0" y="94257"/>
                  </a:moveTo>
                  <a:lnTo>
                    <a:pt x="4813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7" name="Candidate_receptor__2546">
              <a:extLst>
                <a:ext uri="{FF2B5EF4-FFF2-40B4-BE49-F238E27FC236}">
                  <a16:creationId xmlns:a16="http://schemas.microsoft.com/office/drawing/2014/main" id="{7789562A-0029-AD60-A79F-D7135B4B700F}"/>
                </a:ext>
              </a:extLst>
            </p:cNvPr>
            <p:cNvSpPr>
              <a:spLocks noGrp="1"/>
            </p:cNvSpPr>
            <p:nvPr/>
          </p:nvSpPr>
          <p:spPr>
            <a:xfrm>
              <a:off x="5889255" y="4261458"/>
              <a:ext cx="104801" cy="14188"/>
            </a:xfrm>
            <a:custGeom>
              <a:avLst/>
              <a:gdLst/>
              <a:ahLst/>
              <a:cxnLst/>
              <a:rect l="0" t="0" r="0" b="0"/>
              <a:pathLst>
                <a:path w="104801" h="14188">
                  <a:moveTo>
                    <a:pt x="104801" y="14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8" name="Candidate_receptor__2547">
              <a:extLst>
                <a:ext uri="{FF2B5EF4-FFF2-40B4-BE49-F238E27FC236}">
                  <a16:creationId xmlns:a16="http://schemas.microsoft.com/office/drawing/2014/main" id="{6406DC6D-F8A7-B21C-1122-66E309F5FF52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70121"/>
              <a:ext cx="111339" cy="20961"/>
            </a:xfrm>
            <a:custGeom>
              <a:avLst/>
              <a:gdLst/>
              <a:ahLst/>
              <a:cxnLst/>
              <a:rect l="0" t="0" r="0" b="0"/>
              <a:pathLst>
                <a:path w="111339" h="20961">
                  <a:moveTo>
                    <a:pt x="111339" y="20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9" name="Candidate_receptor__2548">
              <a:extLst>
                <a:ext uri="{FF2B5EF4-FFF2-40B4-BE49-F238E27FC236}">
                  <a16:creationId xmlns:a16="http://schemas.microsoft.com/office/drawing/2014/main" id="{ABE43DEF-95E1-FDF5-9ECE-561BAB0ACA98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24842"/>
              <a:ext cx="39274" cy="72157"/>
            </a:xfrm>
            <a:custGeom>
              <a:avLst/>
              <a:gdLst/>
              <a:ahLst/>
              <a:cxnLst/>
              <a:rect l="0" t="0" r="0" b="0"/>
              <a:pathLst>
                <a:path w="39274" h="72157">
                  <a:moveTo>
                    <a:pt x="0" y="72157"/>
                  </a:moveTo>
                  <a:lnTo>
                    <a:pt x="39274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0" name="Candidate_receptor__2549">
              <a:extLst>
                <a:ext uri="{FF2B5EF4-FFF2-40B4-BE49-F238E27FC236}">
                  <a16:creationId xmlns:a16="http://schemas.microsoft.com/office/drawing/2014/main" id="{BAA2A8C9-B404-C4EA-BD82-DEB019AE94AB}"/>
                </a:ext>
              </a:extLst>
            </p:cNvPr>
            <p:cNvSpPr>
              <a:spLocks noGrp="1"/>
            </p:cNvSpPr>
            <p:nvPr/>
          </p:nvSpPr>
          <p:spPr>
            <a:xfrm>
              <a:off x="5023770" y="4937005"/>
              <a:ext cx="80467" cy="81551"/>
            </a:xfrm>
            <a:custGeom>
              <a:avLst/>
              <a:gdLst/>
              <a:ahLst/>
              <a:cxnLst/>
              <a:rect l="0" t="0" r="0" b="0"/>
              <a:pathLst>
                <a:path w="80467" h="81551">
                  <a:moveTo>
                    <a:pt x="80467" y="0"/>
                  </a:moveTo>
                  <a:lnTo>
                    <a:pt x="0" y="8155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1" name="Candidate_receptor__2550">
              <a:extLst>
                <a:ext uri="{FF2B5EF4-FFF2-40B4-BE49-F238E27FC236}">
                  <a16:creationId xmlns:a16="http://schemas.microsoft.com/office/drawing/2014/main" id="{A3575AA0-FA2A-38E9-4615-D34FA3CDE392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23750"/>
              <a:ext cx="112910" cy="23245"/>
            </a:xfrm>
            <a:custGeom>
              <a:avLst/>
              <a:gdLst/>
              <a:ahLst/>
              <a:cxnLst/>
              <a:rect l="0" t="0" r="0" b="0"/>
              <a:pathLst>
                <a:path w="112910" h="23245">
                  <a:moveTo>
                    <a:pt x="112910" y="0"/>
                  </a:moveTo>
                  <a:lnTo>
                    <a:pt x="0" y="232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2" name="Candidate_receptor__2551">
              <a:extLst>
                <a:ext uri="{FF2B5EF4-FFF2-40B4-BE49-F238E27FC236}">
                  <a16:creationId xmlns:a16="http://schemas.microsoft.com/office/drawing/2014/main" id="{64ACCAC7-5270-A7A1-B392-47D501D1D143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415829"/>
              <a:ext cx="56716" cy="6628"/>
            </a:xfrm>
            <a:custGeom>
              <a:avLst/>
              <a:gdLst/>
              <a:ahLst/>
              <a:cxnLst/>
              <a:rect l="0" t="0" r="0" b="0"/>
              <a:pathLst>
                <a:path w="56716" h="6628">
                  <a:moveTo>
                    <a:pt x="56716" y="0"/>
                  </a:moveTo>
                  <a:lnTo>
                    <a:pt x="0" y="66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3" name="Candidate_receptor__2552">
              <a:extLst>
                <a:ext uri="{FF2B5EF4-FFF2-40B4-BE49-F238E27FC236}">
                  <a16:creationId xmlns:a16="http://schemas.microsoft.com/office/drawing/2014/main" id="{CB4C9D8F-4AC8-AFD5-8EE2-989487D8F861}"/>
                </a:ext>
              </a:extLst>
            </p:cNvPr>
            <p:cNvSpPr>
              <a:spLocks noGrp="1"/>
            </p:cNvSpPr>
            <p:nvPr/>
          </p:nvSpPr>
          <p:spPr>
            <a:xfrm>
              <a:off x="5353158" y="4523750"/>
              <a:ext cx="29893" cy="111306"/>
            </a:xfrm>
            <a:custGeom>
              <a:avLst/>
              <a:gdLst/>
              <a:ahLst/>
              <a:cxnLst/>
              <a:rect l="0" t="0" r="0" b="0"/>
              <a:pathLst>
                <a:path w="29893" h="111306">
                  <a:moveTo>
                    <a:pt x="29893" y="1113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4" name="Candidate_receptor__2553">
              <a:extLst>
                <a:ext uri="{FF2B5EF4-FFF2-40B4-BE49-F238E27FC236}">
                  <a16:creationId xmlns:a16="http://schemas.microsoft.com/office/drawing/2014/main" id="{A8F21EDB-A071-A4C8-12C7-69E27531D59A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47054"/>
              <a:ext cx="27163" cy="23899"/>
            </a:xfrm>
            <a:custGeom>
              <a:avLst/>
              <a:gdLst/>
              <a:ahLst/>
              <a:cxnLst/>
              <a:rect l="0" t="0" r="0" b="0"/>
              <a:pathLst>
                <a:path w="27163" h="23899">
                  <a:moveTo>
                    <a:pt x="27163" y="0"/>
                  </a:moveTo>
                  <a:lnTo>
                    <a:pt x="0" y="2389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5" name="Candidate_receptor__2554">
              <a:extLst>
                <a:ext uri="{FF2B5EF4-FFF2-40B4-BE49-F238E27FC236}">
                  <a16:creationId xmlns:a16="http://schemas.microsoft.com/office/drawing/2014/main" id="{32F74939-B620-8D50-B28D-1D1E11B97C5C}"/>
                </a:ext>
              </a:extLst>
            </p:cNvPr>
            <p:cNvSpPr>
              <a:spLocks noGrp="1"/>
            </p:cNvSpPr>
            <p:nvPr/>
          </p:nvSpPr>
          <p:spPr>
            <a:xfrm>
              <a:off x="5375444" y="5472288"/>
              <a:ext cx="100763" cy="51440"/>
            </a:xfrm>
            <a:custGeom>
              <a:avLst/>
              <a:gdLst/>
              <a:ahLst/>
              <a:cxnLst/>
              <a:rect l="0" t="0" r="0" b="0"/>
              <a:pathLst>
                <a:path w="100763" h="51440">
                  <a:moveTo>
                    <a:pt x="100763" y="0"/>
                  </a:moveTo>
                  <a:lnTo>
                    <a:pt x="0" y="5144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6" name="Candidate_receptor__2555">
              <a:extLst>
                <a:ext uri="{FF2B5EF4-FFF2-40B4-BE49-F238E27FC236}">
                  <a16:creationId xmlns:a16="http://schemas.microsoft.com/office/drawing/2014/main" id="{FD3DF89A-DA1A-5DF2-C69F-610B9CEEA386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25869"/>
              <a:ext cx="104616" cy="34905"/>
            </a:xfrm>
            <a:custGeom>
              <a:avLst/>
              <a:gdLst/>
              <a:ahLst/>
              <a:cxnLst/>
              <a:rect l="0" t="0" r="0" b="0"/>
              <a:pathLst>
                <a:path w="104616" h="34905">
                  <a:moveTo>
                    <a:pt x="104616" y="0"/>
                  </a:moveTo>
                  <a:lnTo>
                    <a:pt x="0" y="3490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7" name="Candidate_receptor__2556">
              <a:extLst>
                <a:ext uri="{FF2B5EF4-FFF2-40B4-BE49-F238E27FC236}">
                  <a16:creationId xmlns:a16="http://schemas.microsoft.com/office/drawing/2014/main" id="{D9938DA3-E163-693A-F5F1-CC25040AEE94}"/>
                </a:ext>
              </a:extLst>
            </p:cNvPr>
            <p:cNvSpPr>
              <a:spLocks noGrp="1"/>
            </p:cNvSpPr>
            <p:nvPr/>
          </p:nvSpPr>
          <p:spPr>
            <a:xfrm>
              <a:off x="5844144" y="3949612"/>
              <a:ext cx="64395" cy="25460"/>
            </a:xfrm>
            <a:custGeom>
              <a:avLst/>
              <a:gdLst/>
              <a:ahLst/>
              <a:cxnLst/>
              <a:rect l="0" t="0" r="0" b="0"/>
              <a:pathLst>
                <a:path w="64395" h="25460">
                  <a:moveTo>
                    <a:pt x="64395" y="254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8" name="Candidate_receptor__2557">
              <a:extLst>
                <a:ext uri="{FF2B5EF4-FFF2-40B4-BE49-F238E27FC236}">
                  <a16:creationId xmlns:a16="http://schemas.microsoft.com/office/drawing/2014/main" id="{331E9C8A-4A70-B009-38BB-37C4F4254DAA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1547"/>
              <a:ext cx="39032" cy="6531"/>
            </a:xfrm>
            <a:custGeom>
              <a:avLst/>
              <a:gdLst/>
              <a:ahLst/>
              <a:cxnLst/>
              <a:rect l="0" t="0" r="0" b="0"/>
              <a:pathLst>
                <a:path w="39032" h="6531">
                  <a:moveTo>
                    <a:pt x="0" y="6531"/>
                  </a:moveTo>
                  <a:lnTo>
                    <a:pt x="39032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9" name="Candidate_receptor__2558">
              <a:extLst>
                <a:ext uri="{FF2B5EF4-FFF2-40B4-BE49-F238E27FC236}">
                  <a16:creationId xmlns:a16="http://schemas.microsoft.com/office/drawing/2014/main" id="{BBCA52D3-9CBC-EC06-253A-646C8A084FA6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94310"/>
              <a:ext cx="104912" cy="40765"/>
            </a:xfrm>
            <a:custGeom>
              <a:avLst/>
              <a:gdLst/>
              <a:ahLst/>
              <a:cxnLst/>
              <a:rect l="0" t="0" r="0" b="0"/>
              <a:pathLst>
                <a:path w="104912" h="40765">
                  <a:moveTo>
                    <a:pt x="0" y="0"/>
                  </a:moveTo>
                  <a:lnTo>
                    <a:pt x="104912" y="407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0" name="Candidate_receptor__2559">
              <a:extLst>
                <a:ext uri="{FF2B5EF4-FFF2-40B4-BE49-F238E27FC236}">
                  <a16:creationId xmlns:a16="http://schemas.microsoft.com/office/drawing/2014/main" id="{A967154E-C23C-24D1-F0F7-4B69EA68F578}"/>
                </a:ext>
              </a:extLst>
            </p:cNvPr>
            <p:cNvSpPr>
              <a:spLocks noGrp="1"/>
            </p:cNvSpPr>
            <p:nvPr/>
          </p:nvSpPr>
          <p:spPr>
            <a:xfrm>
              <a:off x="5971340" y="4426740"/>
              <a:ext cx="84806" cy="9457"/>
            </a:xfrm>
            <a:custGeom>
              <a:avLst/>
              <a:gdLst/>
              <a:ahLst/>
              <a:cxnLst/>
              <a:rect l="0" t="0" r="0" b="0"/>
              <a:pathLst>
                <a:path w="84806" h="9457">
                  <a:moveTo>
                    <a:pt x="84806" y="94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1" name="Candidate_receptor__2560">
              <a:extLst>
                <a:ext uri="{FF2B5EF4-FFF2-40B4-BE49-F238E27FC236}">
                  <a16:creationId xmlns:a16="http://schemas.microsoft.com/office/drawing/2014/main" id="{2D03D755-05A0-41F3-4A81-9D4A0D7C2F6B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405998"/>
              <a:ext cx="81969" cy="20741"/>
            </a:xfrm>
            <a:custGeom>
              <a:avLst/>
              <a:gdLst/>
              <a:ahLst/>
              <a:cxnLst/>
              <a:rect l="0" t="0" r="0" b="0"/>
              <a:pathLst>
                <a:path w="81969" h="20741">
                  <a:moveTo>
                    <a:pt x="81969" y="207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2" name="Candidate_receptor__2561">
              <a:extLst>
                <a:ext uri="{FF2B5EF4-FFF2-40B4-BE49-F238E27FC236}">
                  <a16:creationId xmlns:a16="http://schemas.microsoft.com/office/drawing/2014/main" id="{BF06A58C-92E1-0784-4C0A-13F61591088B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27211"/>
              <a:ext cx="80514" cy="47162"/>
            </a:xfrm>
            <a:custGeom>
              <a:avLst/>
              <a:gdLst/>
              <a:ahLst/>
              <a:cxnLst/>
              <a:rect l="0" t="0" r="0" b="0"/>
              <a:pathLst>
                <a:path w="80514" h="47162">
                  <a:moveTo>
                    <a:pt x="80514" y="0"/>
                  </a:moveTo>
                  <a:lnTo>
                    <a:pt x="0" y="4716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3" name="Candidate_receptor__2562">
              <a:extLst>
                <a:ext uri="{FF2B5EF4-FFF2-40B4-BE49-F238E27FC236}">
                  <a16:creationId xmlns:a16="http://schemas.microsoft.com/office/drawing/2014/main" id="{671E0CE1-94A5-3AA4-BB51-9D3544549A20}"/>
                </a:ext>
              </a:extLst>
            </p:cNvPr>
            <p:cNvSpPr>
              <a:spLocks noGrp="1"/>
            </p:cNvSpPr>
            <p:nvPr/>
          </p:nvSpPr>
          <p:spPr>
            <a:xfrm>
              <a:off x="5468793" y="5139824"/>
              <a:ext cx="21193" cy="41084"/>
            </a:xfrm>
            <a:custGeom>
              <a:avLst/>
              <a:gdLst/>
              <a:ahLst/>
              <a:cxnLst/>
              <a:rect l="0" t="0" r="0" b="0"/>
              <a:pathLst>
                <a:path w="21193" h="41084">
                  <a:moveTo>
                    <a:pt x="21193" y="410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4" name="Candidate_receptor__2563">
              <a:extLst>
                <a:ext uri="{FF2B5EF4-FFF2-40B4-BE49-F238E27FC236}">
                  <a16:creationId xmlns:a16="http://schemas.microsoft.com/office/drawing/2014/main" id="{D9B60AED-EB2E-CC28-AF80-D33E9C942516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693597"/>
              <a:ext cx="88560" cy="72109"/>
            </a:xfrm>
            <a:custGeom>
              <a:avLst/>
              <a:gdLst/>
              <a:ahLst/>
              <a:cxnLst/>
              <a:rect l="0" t="0" r="0" b="0"/>
              <a:pathLst>
                <a:path w="88560" h="72109">
                  <a:moveTo>
                    <a:pt x="0" y="72109"/>
                  </a:moveTo>
                  <a:lnTo>
                    <a:pt x="8856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5" name="Candidate_receptor__2564">
              <a:extLst>
                <a:ext uri="{FF2B5EF4-FFF2-40B4-BE49-F238E27FC236}">
                  <a16:creationId xmlns:a16="http://schemas.microsoft.com/office/drawing/2014/main" id="{F3C0D833-5752-553C-03DF-A4CD4D87BFCD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63655"/>
              <a:ext cx="73928" cy="16281"/>
            </a:xfrm>
            <a:custGeom>
              <a:avLst/>
              <a:gdLst/>
              <a:ahLst/>
              <a:cxnLst/>
              <a:rect l="0" t="0" r="0" b="0"/>
              <a:pathLst>
                <a:path w="73928" h="16281">
                  <a:moveTo>
                    <a:pt x="73928" y="0"/>
                  </a:moveTo>
                  <a:lnTo>
                    <a:pt x="0" y="1628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6" name="Candidate_receptor__2565">
              <a:extLst>
                <a:ext uri="{FF2B5EF4-FFF2-40B4-BE49-F238E27FC236}">
                  <a16:creationId xmlns:a16="http://schemas.microsoft.com/office/drawing/2014/main" id="{A621711D-675F-EE0A-5FF4-C7556F2E34AA}"/>
                </a:ext>
              </a:extLst>
            </p:cNvPr>
            <p:cNvSpPr>
              <a:spLocks noGrp="1"/>
            </p:cNvSpPr>
            <p:nvPr/>
          </p:nvSpPr>
          <p:spPr>
            <a:xfrm>
              <a:off x="5617301" y="5116508"/>
              <a:ext cx="3786" cy="110265"/>
            </a:xfrm>
            <a:custGeom>
              <a:avLst/>
              <a:gdLst/>
              <a:ahLst/>
              <a:cxnLst/>
              <a:rect l="0" t="0" r="0" b="0"/>
              <a:pathLst>
                <a:path w="3786" h="110265">
                  <a:moveTo>
                    <a:pt x="3786" y="1102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7" name="Candidate_receptor__2566">
              <a:extLst>
                <a:ext uri="{FF2B5EF4-FFF2-40B4-BE49-F238E27FC236}">
                  <a16:creationId xmlns:a16="http://schemas.microsoft.com/office/drawing/2014/main" id="{0D0983A6-77EC-6CC8-86BB-0757DAA24F4A}"/>
                </a:ext>
              </a:extLst>
            </p:cNvPr>
            <p:cNvSpPr>
              <a:spLocks noGrp="1"/>
            </p:cNvSpPr>
            <p:nvPr/>
          </p:nvSpPr>
          <p:spPr>
            <a:xfrm>
              <a:off x="5653424" y="4627211"/>
              <a:ext cx="82608" cy="30210"/>
            </a:xfrm>
            <a:custGeom>
              <a:avLst/>
              <a:gdLst/>
              <a:ahLst/>
              <a:cxnLst/>
              <a:rect l="0" t="0" r="0" b="0"/>
              <a:pathLst>
                <a:path w="82608" h="30210">
                  <a:moveTo>
                    <a:pt x="82608" y="302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8" name="Candidate_receptor__2567">
              <a:extLst>
                <a:ext uri="{FF2B5EF4-FFF2-40B4-BE49-F238E27FC236}">
                  <a16:creationId xmlns:a16="http://schemas.microsoft.com/office/drawing/2014/main" id="{5561C48B-94B4-3699-3B38-9C4C2DF23E13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739302"/>
              <a:ext cx="37035" cy="40771"/>
            </a:xfrm>
            <a:custGeom>
              <a:avLst/>
              <a:gdLst/>
              <a:ahLst/>
              <a:cxnLst/>
              <a:rect l="0" t="0" r="0" b="0"/>
              <a:pathLst>
                <a:path w="37035" h="40771">
                  <a:moveTo>
                    <a:pt x="37035" y="407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9" name="Candidate_receptor__2568">
              <a:extLst>
                <a:ext uri="{FF2B5EF4-FFF2-40B4-BE49-F238E27FC236}">
                  <a16:creationId xmlns:a16="http://schemas.microsoft.com/office/drawing/2014/main" id="{BED46A82-FA34-2B5B-0EAE-2DB696B1F56F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482695"/>
              <a:ext cx="51659" cy="96956"/>
            </a:xfrm>
            <a:custGeom>
              <a:avLst/>
              <a:gdLst/>
              <a:ahLst/>
              <a:cxnLst/>
              <a:rect l="0" t="0" r="0" b="0"/>
              <a:pathLst>
                <a:path w="51659" h="96956">
                  <a:moveTo>
                    <a:pt x="51659" y="0"/>
                  </a:moveTo>
                  <a:lnTo>
                    <a:pt x="0" y="9695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0" name="Candidate_receptor__2569">
              <a:extLst>
                <a:ext uri="{FF2B5EF4-FFF2-40B4-BE49-F238E27FC236}">
                  <a16:creationId xmlns:a16="http://schemas.microsoft.com/office/drawing/2014/main" id="{3A1379BF-A66F-B39A-B399-20BEE7B9F260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48658"/>
              <a:ext cx="29378" cy="11527"/>
            </a:xfrm>
            <a:custGeom>
              <a:avLst/>
              <a:gdLst/>
              <a:ahLst/>
              <a:cxnLst/>
              <a:rect l="0" t="0" r="0" b="0"/>
              <a:pathLst>
                <a:path w="29378" h="11527">
                  <a:moveTo>
                    <a:pt x="0" y="0"/>
                  </a:moveTo>
                  <a:lnTo>
                    <a:pt x="29378" y="11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1" name="Candidate_receptor__2570">
              <a:extLst>
                <a:ext uri="{FF2B5EF4-FFF2-40B4-BE49-F238E27FC236}">
                  <a16:creationId xmlns:a16="http://schemas.microsoft.com/office/drawing/2014/main" id="{B4444A72-C9D3-528E-24C0-EC5787F1FFE3}"/>
                </a:ext>
              </a:extLst>
            </p:cNvPr>
            <p:cNvSpPr>
              <a:spLocks noGrp="1"/>
            </p:cNvSpPr>
            <p:nvPr/>
          </p:nvSpPr>
          <p:spPr>
            <a:xfrm>
              <a:off x="6279163" y="4131076"/>
              <a:ext cx="111249" cy="25913"/>
            </a:xfrm>
            <a:custGeom>
              <a:avLst/>
              <a:gdLst/>
              <a:ahLst/>
              <a:cxnLst/>
              <a:rect l="0" t="0" r="0" b="0"/>
              <a:pathLst>
                <a:path w="111249" h="25913">
                  <a:moveTo>
                    <a:pt x="0" y="0"/>
                  </a:moveTo>
                  <a:lnTo>
                    <a:pt x="111249" y="2591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2" name="Candidate_receptor__2571">
              <a:extLst>
                <a:ext uri="{FF2B5EF4-FFF2-40B4-BE49-F238E27FC236}">
                  <a16:creationId xmlns:a16="http://schemas.microsoft.com/office/drawing/2014/main" id="{AD81868C-CBFF-2DE6-429E-0C2CC752B7F1}"/>
                </a:ext>
              </a:extLst>
            </p:cNvPr>
            <p:cNvSpPr>
              <a:spLocks noGrp="1"/>
            </p:cNvSpPr>
            <p:nvPr/>
          </p:nvSpPr>
          <p:spPr>
            <a:xfrm>
              <a:off x="4915892" y="4289862"/>
              <a:ext cx="113483" cy="17045"/>
            </a:xfrm>
            <a:custGeom>
              <a:avLst/>
              <a:gdLst/>
              <a:ahLst/>
              <a:cxnLst/>
              <a:rect l="0" t="0" r="0" b="0"/>
              <a:pathLst>
                <a:path w="113483" h="17045">
                  <a:moveTo>
                    <a:pt x="0" y="0"/>
                  </a:moveTo>
                  <a:lnTo>
                    <a:pt x="113483" y="170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3" name="Candidate_receptor__2572">
              <a:extLst>
                <a:ext uri="{FF2B5EF4-FFF2-40B4-BE49-F238E27FC236}">
                  <a16:creationId xmlns:a16="http://schemas.microsoft.com/office/drawing/2014/main" id="{598C41A0-5C31-1A4D-A180-327941919D5F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9690" cy="38238"/>
            </a:xfrm>
            <a:custGeom>
              <a:avLst/>
              <a:gdLst/>
              <a:ahLst/>
              <a:cxnLst/>
              <a:rect l="0" t="0" r="0" b="0"/>
              <a:pathLst>
                <a:path w="9690" h="38238">
                  <a:moveTo>
                    <a:pt x="0" y="0"/>
                  </a:moveTo>
                  <a:lnTo>
                    <a:pt x="9690" y="3823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4" name="Candidate_receptor__2573">
              <a:extLst>
                <a:ext uri="{FF2B5EF4-FFF2-40B4-BE49-F238E27FC236}">
                  <a16:creationId xmlns:a16="http://schemas.microsoft.com/office/drawing/2014/main" id="{ED3947B0-BA4E-356B-A2E2-F10AC0B820FD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3981461"/>
              <a:ext cx="67173" cy="31152"/>
            </a:xfrm>
            <a:custGeom>
              <a:avLst/>
              <a:gdLst/>
              <a:ahLst/>
              <a:cxnLst/>
              <a:rect l="0" t="0" r="0" b="0"/>
              <a:pathLst>
                <a:path w="67173" h="31152">
                  <a:moveTo>
                    <a:pt x="67173" y="0"/>
                  </a:moveTo>
                  <a:lnTo>
                    <a:pt x="0" y="3115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5" name="Candidate_receptor__2574">
              <a:extLst>
                <a:ext uri="{FF2B5EF4-FFF2-40B4-BE49-F238E27FC236}">
                  <a16:creationId xmlns:a16="http://schemas.microsoft.com/office/drawing/2014/main" id="{F2D50F1D-189F-84DB-3568-36449FEDFA84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909419"/>
              <a:ext cx="77065" cy="58093"/>
            </a:xfrm>
            <a:custGeom>
              <a:avLst/>
              <a:gdLst/>
              <a:ahLst/>
              <a:cxnLst/>
              <a:rect l="0" t="0" r="0" b="0"/>
              <a:pathLst>
                <a:path w="77065" h="58093">
                  <a:moveTo>
                    <a:pt x="77065" y="0"/>
                  </a:moveTo>
                  <a:lnTo>
                    <a:pt x="0" y="5809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6" name="Candidate_receptor__2575">
              <a:extLst>
                <a:ext uri="{FF2B5EF4-FFF2-40B4-BE49-F238E27FC236}">
                  <a16:creationId xmlns:a16="http://schemas.microsoft.com/office/drawing/2014/main" id="{13A492A7-DD9F-DAE0-1BD9-FF55F7E7BC81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690607"/>
              <a:ext cx="16012" cy="14341"/>
            </a:xfrm>
            <a:custGeom>
              <a:avLst/>
              <a:gdLst/>
              <a:ahLst/>
              <a:cxnLst/>
              <a:rect l="0" t="0" r="0" b="0"/>
              <a:pathLst>
                <a:path w="16012" h="14341">
                  <a:moveTo>
                    <a:pt x="0" y="0"/>
                  </a:moveTo>
                  <a:lnTo>
                    <a:pt x="16012" y="1434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7" name="Candidate_receptor__2576">
              <a:extLst>
                <a:ext uri="{FF2B5EF4-FFF2-40B4-BE49-F238E27FC236}">
                  <a16:creationId xmlns:a16="http://schemas.microsoft.com/office/drawing/2014/main" id="{50F37E77-F438-FC9C-8C1E-7CD67B491067}"/>
                </a:ext>
              </a:extLst>
            </p:cNvPr>
            <p:cNvSpPr>
              <a:spLocks noGrp="1"/>
            </p:cNvSpPr>
            <p:nvPr/>
          </p:nvSpPr>
          <p:spPr>
            <a:xfrm>
              <a:off x="5040760" y="5225869"/>
              <a:ext cx="54946" cy="76789"/>
            </a:xfrm>
            <a:custGeom>
              <a:avLst/>
              <a:gdLst/>
              <a:ahLst/>
              <a:cxnLst/>
              <a:rect l="0" t="0" r="0" b="0"/>
              <a:pathLst>
                <a:path w="54946" h="76789">
                  <a:moveTo>
                    <a:pt x="54946" y="767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8" name="Candidate_receptor__2577">
              <a:extLst>
                <a:ext uri="{FF2B5EF4-FFF2-40B4-BE49-F238E27FC236}">
                  <a16:creationId xmlns:a16="http://schemas.microsoft.com/office/drawing/2014/main" id="{3A233993-513F-22F9-AE77-5DD56DF26DFD}"/>
                </a:ext>
              </a:extLst>
            </p:cNvPr>
            <p:cNvSpPr>
              <a:spLocks noGrp="1"/>
            </p:cNvSpPr>
            <p:nvPr/>
          </p:nvSpPr>
          <p:spPr>
            <a:xfrm>
              <a:off x="6616793" y="4354007"/>
              <a:ext cx="97278" cy="35185"/>
            </a:xfrm>
            <a:custGeom>
              <a:avLst/>
              <a:gdLst/>
              <a:ahLst/>
              <a:cxnLst/>
              <a:rect l="0" t="0" r="0" b="0"/>
              <a:pathLst>
                <a:path w="97278" h="35185">
                  <a:moveTo>
                    <a:pt x="97278" y="351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9" name="Candidate_receptor__2578">
              <a:extLst>
                <a:ext uri="{FF2B5EF4-FFF2-40B4-BE49-F238E27FC236}">
                  <a16:creationId xmlns:a16="http://schemas.microsoft.com/office/drawing/2014/main" id="{B2B3532A-5369-53F2-9889-BEB7ACEB948C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158419"/>
              <a:ext cx="111170" cy="24493"/>
            </a:xfrm>
            <a:custGeom>
              <a:avLst/>
              <a:gdLst/>
              <a:ahLst/>
              <a:cxnLst/>
              <a:rect l="0" t="0" r="0" b="0"/>
              <a:pathLst>
                <a:path w="111170" h="24493">
                  <a:moveTo>
                    <a:pt x="111170" y="24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0" name="Candidate_receptor__2579">
              <a:extLst>
                <a:ext uri="{FF2B5EF4-FFF2-40B4-BE49-F238E27FC236}">
                  <a16:creationId xmlns:a16="http://schemas.microsoft.com/office/drawing/2014/main" id="{DF63F728-59D6-3CD4-C65B-75B27DE42E97}"/>
                </a:ext>
              </a:extLst>
            </p:cNvPr>
            <p:cNvSpPr>
              <a:spLocks noGrp="1"/>
            </p:cNvSpPr>
            <p:nvPr/>
          </p:nvSpPr>
          <p:spPr>
            <a:xfrm>
              <a:off x="6340248" y="3372065"/>
              <a:ext cx="80938" cy="48990"/>
            </a:xfrm>
            <a:custGeom>
              <a:avLst/>
              <a:gdLst/>
              <a:ahLst/>
              <a:cxnLst/>
              <a:rect l="0" t="0" r="0" b="0"/>
              <a:pathLst>
                <a:path w="80938" h="48990">
                  <a:moveTo>
                    <a:pt x="80938" y="489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81" name="Candidate_receptor__2580">
              <a:extLst>
                <a:ext uri="{FF2B5EF4-FFF2-40B4-BE49-F238E27FC236}">
                  <a16:creationId xmlns:a16="http://schemas.microsoft.com/office/drawing/2014/main" id="{51CF1090-3796-8318-52F1-8857752A3B17}"/>
                </a:ext>
              </a:extLst>
            </p:cNvPr>
            <p:cNvSpPr>
              <a:spLocks noGrp="1"/>
            </p:cNvSpPr>
            <p:nvPr/>
          </p:nvSpPr>
          <p:spPr>
            <a:xfrm>
              <a:off x="5160340" y="5052191"/>
              <a:ext cx="38887" cy="16427"/>
            </a:xfrm>
            <a:custGeom>
              <a:avLst/>
              <a:gdLst/>
              <a:ahLst/>
              <a:cxnLst/>
              <a:rect l="0" t="0" r="0" b="0"/>
              <a:pathLst>
                <a:path w="38887" h="16427">
                  <a:moveTo>
                    <a:pt x="38887" y="0"/>
                  </a:moveTo>
                  <a:lnTo>
                    <a:pt x="0" y="164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2" name="Candidate_receptor__2581">
              <a:extLst>
                <a:ext uri="{FF2B5EF4-FFF2-40B4-BE49-F238E27FC236}">
                  <a16:creationId xmlns:a16="http://schemas.microsoft.com/office/drawing/2014/main" id="{D431D53B-B17C-8AF2-2620-AA23376FBE93}"/>
                </a:ext>
              </a:extLst>
            </p:cNvPr>
            <p:cNvSpPr>
              <a:spLocks noGrp="1"/>
            </p:cNvSpPr>
            <p:nvPr/>
          </p:nvSpPr>
          <p:spPr>
            <a:xfrm>
              <a:off x="6061912" y="3916096"/>
              <a:ext cx="61023" cy="65365"/>
            </a:xfrm>
            <a:custGeom>
              <a:avLst/>
              <a:gdLst/>
              <a:ahLst/>
              <a:cxnLst/>
              <a:rect l="0" t="0" r="0" b="0"/>
              <a:pathLst>
                <a:path w="61023" h="65365">
                  <a:moveTo>
                    <a:pt x="61023" y="0"/>
                  </a:moveTo>
                  <a:lnTo>
                    <a:pt x="0" y="653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3" name="Candidate_receptor__2582">
              <a:extLst>
                <a:ext uri="{FF2B5EF4-FFF2-40B4-BE49-F238E27FC236}">
                  <a16:creationId xmlns:a16="http://schemas.microsoft.com/office/drawing/2014/main" id="{7EA55CE6-88D0-6877-1662-0E897E82F65B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354007"/>
              <a:ext cx="63060" cy="78845"/>
            </a:xfrm>
            <a:custGeom>
              <a:avLst/>
              <a:gdLst/>
              <a:ahLst/>
              <a:cxnLst/>
              <a:rect l="0" t="0" r="0" b="0"/>
              <a:pathLst>
                <a:path w="63060" h="78845">
                  <a:moveTo>
                    <a:pt x="63060" y="0"/>
                  </a:moveTo>
                  <a:lnTo>
                    <a:pt x="0" y="788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4" name="Candidate_receptor__2583">
              <a:extLst>
                <a:ext uri="{FF2B5EF4-FFF2-40B4-BE49-F238E27FC236}">
                  <a16:creationId xmlns:a16="http://schemas.microsoft.com/office/drawing/2014/main" id="{9A4E2F7D-5AD8-B7DB-1CDE-DB2B74C29CB8}"/>
                </a:ext>
              </a:extLst>
            </p:cNvPr>
            <p:cNvSpPr>
              <a:spLocks noGrp="1"/>
            </p:cNvSpPr>
            <p:nvPr/>
          </p:nvSpPr>
          <p:spPr>
            <a:xfrm>
              <a:off x="5458091" y="5360781"/>
              <a:ext cx="18116" cy="111508"/>
            </a:xfrm>
            <a:custGeom>
              <a:avLst/>
              <a:gdLst/>
              <a:ahLst/>
              <a:cxnLst/>
              <a:rect l="0" t="0" r="0" b="0"/>
              <a:pathLst>
                <a:path w="18116" h="111508">
                  <a:moveTo>
                    <a:pt x="0" y="0"/>
                  </a:moveTo>
                  <a:lnTo>
                    <a:pt x="18116" y="111508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85" name="Candidate_receptor__2584">
              <a:extLst>
                <a:ext uri="{FF2B5EF4-FFF2-40B4-BE49-F238E27FC236}">
                  <a16:creationId xmlns:a16="http://schemas.microsoft.com/office/drawing/2014/main" id="{C62168AA-76CF-F4FD-440D-F7FE3BCEE46E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226248"/>
              <a:ext cx="41326" cy="35209"/>
            </a:xfrm>
            <a:custGeom>
              <a:avLst/>
              <a:gdLst/>
              <a:ahLst/>
              <a:cxnLst/>
              <a:rect l="0" t="0" r="0" b="0"/>
              <a:pathLst>
                <a:path w="41326" h="35209">
                  <a:moveTo>
                    <a:pt x="41326" y="35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6" name="Candidate_receptor__2585">
              <a:extLst>
                <a:ext uri="{FF2B5EF4-FFF2-40B4-BE49-F238E27FC236}">
                  <a16:creationId xmlns:a16="http://schemas.microsoft.com/office/drawing/2014/main" id="{E315EFF8-1B68-9423-378B-663167DF95CD}"/>
                </a:ext>
              </a:extLst>
            </p:cNvPr>
            <p:cNvSpPr>
              <a:spLocks noGrp="1"/>
            </p:cNvSpPr>
            <p:nvPr/>
          </p:nvSpPr>
          <p:spPr>
            <a:xfrm>
              <a:off x="5820183" y="3631851"/>
              <a:ext cx="3079" cy="42777"/>
            </a:xfrm>
            <a:custGeom>
              <a:avLst/>
              <a:gdLst/>
              <a:ahLst/>
              <a:cxnLst/>
              <a:rect l="0" t="0" r="0" b="0"/>
              <a:pathLst>
                <a:path w="3079" h="42777">
                  <a:moveTo>
                    <a:pt x="0" y="42777"/>
                  </a:moveTo>
                  <a:lnTo>
                    <a:pt x="3079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7" name="Candidate_receptor__2586">
              <a:extLst>
                <a:ext uri="{FF2B5EF4-FFF2-40B4-BE49-F238E27FC236}">
                  <a16:creationId xmlns:a16="http://schemas.microsoft.com/office/drawing/2014/main" id="{E448B7CA-CB05-9C31-3B70-884367B20E71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62970"/>
              <a:ext cx="35634" cy="90571"/>
            </a:xfrm>
            <a:custGeom>
              <a:avLst/>
              <a:gdLst/>
              <a:ahLst/>
              <a:cxnLst/>
              <a:rect l="0" t="0" r="0" b="0"/>
              <a:pathLst>
                <a:path w="35634" h="90571">
                  <a:moveTo>
                    <a:pt x="35634" y="0"/>
                  </a:moveTo>
                  <a:lnTo>
                    <a:pt x="0" y="9057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8" name="Candidate_receptor__2587">
              <a:extLst>
                <a:ext uri="{FF2B5EF4-FFF2-40B4-BE49-F238E27FC236}">
                  <a16:creationId xmlns:a16="http://schemas.microsoft.com/office/drawing/2014/main" id="{9EB2FC75-B1BC-30E6-6116-28DA3B0722A1}"/>
                </a:ext>
              </a:extLst>
            </p:cNvPr>
            <p:cNvSpPr>
              <a:spLocks noGrp="1"/>
            </p:cNvSpPr>
            <p:nvPr/>
          </p:nvSpPr>
          <p:spPr>
            <a:xfrm>
              <a:off x="5199689" y="4693597"/>
              <a:ext cx="70950" cy="69373"/>
            </a:xfrm>
            <a:custGeom>
              <a:avLst/>
              <a:gdLst/>
              <a:ahLst/>
              <a:cxnLst/>
              <a:rect l="0" t="0" r="0" b="0"/>
              <a:pathLst>
                <a:path w="70950" h="69373">
                  <a:moveTo>
                    <a:pt x="0" y="0"/>
                  </a:moveTo>
                  <a:lnTo>
                    <a:pt x="70950" y="6937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9" name="Candidate_receptor__2588">
              <a:extLst>
                <a:ext uri="{FF2B5EF4-FFF2-40B4-BE49-F238E27FC236}">
                  <a16:creationId xmlns:a16="http://schemas.microsoft.com/office/drawing/2014/main" id="{7048CC06-2AD1-91BD-FD98-9C39A505EEFE}"/>
                </a:ext>
              </a:extLst>
            </p:cNvPr>
            <p:cNvSpPr>
              <a:spLocks noGrp="1"/>
            </p:cNvSpPr>
            <p:nvPr/>
          </p:nvSpPr>
          <p:spPr>
            <a:xfrm>
              <a:off x="4924630" y="4875169"/>
              <a:ext cx="63387" cy="34250"/>
            </a:xfrm>
            <a:custGeom>
              <a:avLst/>
              <a:gdLst/>
              <a:ahLst/>
              <a:cxnLst/>
              <a:rect l="0" t="0" r="0" b="0"/>
              <a:pathLst>
                <a:path w="63387" h="34250">
                  <a:moveTo>
                    <a:pt x="63387" y="0"/>
                  </a:moveTo>
                  <a:lnTo>
                    <a:pt x="0" y="3425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0" name="Candidate_receptor__2589">
              <a:extLst>
                <a:ext uri="{FF2B5EF4-FFF2-40B4-BE49-F238E27FC236}">
                  <a16:creationId xmlns:a16="http://schemas.microsoft.com/office/drawing/2014/main" id="{3ECE69ED-8480-1F3B-F576-D0B22FE80A8A}"/>
                </a:ext>
              </a:extLst>
            </p:cNvPr>
            <p:cNvSpPr>
              <a:spLocks noGrp="1"/>
            </p:cNvSpPr>
            <p:nvPr/>
          </p:nvSpPr>
          <p:spPr>
            <a:xfrm>
              <a:off x="6420332" y="4567122"/>
              <a:ext cx="92832" cy="9511"/>
            </a:xfrm>
            <a:custGeom>
              <a:avLst/>
              <a:gdLst/>
              <a:ahLst/>
              <a:cxnLst/>
              <a:rect l="0" t="0" r="0" b="0"/>
              <a:pathLst>
                <a:path w="92832" h="9511">
                  <a:moveTo>
                    <a:pt x="0" y="0"/>
                  </a:moveTo>
                  <a:lnTo>
                    <a:pt x="92832" y="951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1" name="Candidate_receptor__2590">
              <a:extLst>
                <a:ext uri="{FF2B5EF4-FFF2-40B4-BE49-F238E27FC236}">
                  <a16:creationId xmlns:a16="http://schemas.microsoft.com/office/drawing/2014/main" id="{0B801173-86F7-1D50-438F-7D87C9C6CA99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556564"/>
              <a:ext cx="15406" cy="51220"/>
            </a:xfrm>
            <a:custGeom>
              <a:avLst/>
              <a:gdLst/>
              <a:ahLst/>
              <a:cxnLst/>
              <a:rect l="0" t="0" r="0" b="0"/>
              <a:pathLst>
                <a:path w="15406" h="51220">
                  <a:moveTo>
                    <a:pt x="0" y="51220"/>
                  </a:moveTo>
                  <a:lnTo>
                    <a:pt x="154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2" name="Candidate_receptor__2591">
              <a:extLst>
                <a:ext uri="{FF2B5EF4-FFF2-40B4-BE49-F238E27FC236}">
                  <a16:creationId xmlns:a16="http://schemas.microsoft.com/office/drawing/2014/main" id="{BE8C81DD-0A49-80D0-D706-E23B88CC6438}"/>
                </a:ext>
              </a:extLst>
            </p:cNvPr>
            <p:cNvSpPr>
              <a:spLocks noGrp="1"/>
            </p:cNvSpPr>
            <p:nvPr/>
          </p:nvSpPr>
          <p:spPr>
            <a:xfrm>
              <a:off x="5917420" y="4114677"/>
              <a:ext cx="16092" cy="34882"/>
            </a:xfrm>
            <a:custGeom>
              <a:avLst/>
              <a:gdLst/>
              <a:ahLst/>
              <a:cxnLst/>
              <a:rect l="0" t="0" r="0" b="0"/>
              <a:pathLst>
                <a:path w="16092" h="34882">
                  <a:moveTo>
                    <a:pt x="16092" y="348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3" name="Candidate_receptor__2592">
              <a:extLst>
                <a:ext uri="{FF2B5EF4-FFF2-40B4-BE49-F238E27FC236}">
                  <a16:creationId xmlns:a16="http://schemas.microsoft.com/office/drawing/2014/main" id="{6AE53D7F-DADD-614B-8D78-8146A11E25AE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67122"/>
              <a:ext cx="62635" cy="58961"/>
            </a:xfrm>
            <a:custGeom>
              <a:avLst/>
              <a:gdLst/>
              <a:ahLst/>
              <a:cxnLst/>
              <a:rect l="0" t="0" r="0" b="0"/>
              <a:pathLst>
                <a:path w="62635" h="58961">
                  <a:moveTo>
                    <a:pt x="0" y="58961"/>
                  </a:moveTo>
                  <a:lnTo>
                    <a:pt x="62635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4" name="Candidate_receptor__2593">
              <a:extLst>
                <a:ext uri="{FF2B5EF4-FFF2-40B4-BE49-F238E27FC236}">
                  <a16:creationId xmlns:a16="http://schemas.microsoft.com/office/drawing/2014/main" id="{5E694E3B-61F6-12DC-9146-502244080AA3}"/>
                </a:ext>
              </a:extLst>
            </p:cNvPr>
            <p:cNvSpPr>
              <a:spLocks noGrp="1"/>
            </p:cNvSpPr>
            <p:nvPr/>
          </p:nvSpPr>
          <p:spPr>
            <a:xfrm>
              <a:off x="6367800" y="4156989"/>
              <a:ext cx="22612" cy="106665"/>
            </a:xfrm>
            <a:custGeom>
              <a:avLst/>
              <a:gdLst/>
              <a:ahLst/>
              <a:cxnLst/>
              <a:rect l="0" t="0" r="0" b="0"/>
              <a:pathLst>
                <a:path w="22612" h="106665">
                  <a:moveTo>
                    <a:pt x="22612" y="0"/>
                  </a:moveTo>
                  <a:lnTo>
                    <a:pt x="0" y="1066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5" name="Candidate_receptor__2594">
              <a:extLst>
                <a:ext uri="{FF2B5EF4-FFF2-40B4-BE49-F238E27FC236}">
                  <a16:creationId xmlns:a16="http://schemas.microsoft.com/office/drawing/2014/main" id="{16EC718F-9EE1-FC56-6982-867584B55F14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02658"/>
              <a:ext cx="70273" cy="85253"/>
            </a:xfrm>
            <a:custGeom>
              <a:avLst/>
              <a:gdLst/>
              <a:ahLst/>
              <a:cxnLst/>
              <a:rect l="0" t="0" r="0" b="0"/>
              <a:pathLst>
                <a:path w="70273" h="85253">
                  <a:moveTo>
                    <a:pt x="0" y="85253"/>
                  </a:moveTo>
                  <a:lnTo>
                    <a:pt x="70273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6" name="Candidate_receptor__2595">
              <a:extLst>
                <a:ext uri="{FF2B5EF4-FFF2-40B4-BE49-F238E27FC236}">
                  <a16:creationId xmlns:a16="http://schemas.microsoft.com/office/drawing/2014/main" id="{BE89DEDE-73AE-4EAC-999A-66AE2225ACA8}"/>
                </a:ext>
              </a:extLst>
            </p:cNvPr>
            <p:cNvSpPr>
              <a:spLocks noGrp="1"/>
            </p:cNvSpPr>
            <p:nvPr/>
          </p:nvSpPr>
          <p:spPr>
            <a:xfrm>
              <a:off x="5004959" y="4306906"/>
              <a:ext cx="24416" cy="108923"/>
            </a:xfrm>
            <a:custGeom>
              <a:avLst/>
              <a:gdLst/>
              <a:ahLst/>
              <a:cxnLst/>
              <a:rect l="0" t="0" r="0" b="0"/>
              <a:pathLst>
                <a:path w="24416" h="108923">
                  <a:moveTo>
                    <a:pt x="24416" y="0"/>
                  </a:moveTo>
                  <a:lnTo>
                    <a:pt x="0" y="10892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7" name="Candidate_receptor__2596">
              <a:extLst>
                <a:ext uri="{FF2B5EF4-FFF2-40B4-BE49-F238E27FC236}">
                  <a16:creationId xmlns:a16="http://schemas.microsoft.com/office/drawing/2014/main" id="{FAF0F014-8F89-EA7D-F8C9-21C18430B254}"/>
                </a:ext>
              </a:extLst>
            </p:cNvPr>
            <p:cNvSpPr>
              <a:spLocks noGrp="1"/>
            </p:cNvSpPr>
            <p:nvPr/>
          </p:nvSpPr>
          <p:spPr>
            <a:xfrm>
              <a:off x="4745471" y="4802260"/>
              <a:ext cx="80504" cy="64778"/>
            </a:xfrm>
            <a:custGeom>
              <a:avLst/>
              <a:gdLst/>
              <a:ahLst/>
              <a:cxnLst/>
              <a:rect l="0" t="0" r="0" b="0"/>
              <a:pathLst>
                <a:path w="80504" h="64778">
                  <a:moveTo>
                    <a:pt x="80504" y="0"/>
                  </a:moveTo>
                  <a:lnTo>
                    <a:pt x="0" y="6477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8" name="Candidate_receptor__2597">
              <a:extLst>
                <a:ext uri="{FF2B5EF4-FFF2-40B4-BE49-F238E27FC236}">
                  <a16:creationId xmlns:a16="http://schemas.microsoft.com/office/drawing/2014/main" id="{5C51EFF1-C44A-C675-5754-A2AD2AAFC4E9}"/>
                </a:ext>
              </a:extLst>
            </p:cNvPr>
            <p:cNvSpPr>
              <a:spLocks noGrp="1"/>
            </p:cNvSpPr>
            <p:nvPr/>
          </p:nvSpPr>
          <p:spPr>
            <a:xfrm>
              <a:off x="6692225" y="4389191"/>
              <a:ext cx="21846" cy="111910"/>
            </a:xfrm>
            <a:custGeom>
              <a:avLst/>
              <a:gdLst/>
              <a:ahLst/>
              <a:cxnLst/>
              <a:rect l="0" t="0" r="0" b="0"/>
              <a:pathLst>
                <a:path w="21846" h="111910">
                  <a:moveTo>
                    <a:pt x="0" y="111910"/>
                  </a:moveTo>
                  <a:lnTo>
                    <a:pt x="2184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9" name="Candidate_receptor__2598">
              <a:extLst>
                <a:ext uri="{FF2B5EF4-FFF2-40B4-BE49-F238E27FC236}">
                  <a16:creationId xmlns:a16="http://schemas.microsoft.com/office/drawing/2014/main" id="{606476D5-1F21-3574-E6FE-C52F1E44069D}"/>
                </a:ext>
              </a:extLst>
            </p:cNvPr>
            <p:cNvSpPr>
              <a:spLocks noGrp="1"/>
            </p:cNvSpPr>
            <p:nvPr/>
          </p:nvSpPr>
          <p:spPr>
            <a:xfrm>
              <a:off x="5450571" y="5033582"/>
              <a:ext cx="18223" cy="106242"/>
            </a:xfrm>
            <a:custGeom>
              <a:avLst/>
              <a:gdLst/>
              <a:ahLst/>
              <a:cxnLst/>
              <a:rect l="0" t="0" r="0" b="0"/>
              <a:pathLst>
                <a:path w="18223" h="106242">
                  <a:moveTo>
                    <a:pt x="18223" y="1062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0" name="Candidate_receptor__2599">
              <a:extLst>
                <a:ext uri="{FF2B5EF4-FFF2-40B4-BE49-F238E27FC236}">
                  <a16:creationId xmlns:a16="http://schemas.microsoft.com/office/drawing/2014/main" id="{E954F44C-99EC-A8B7-FBA5-61937526E585}"/>
                </a:ext>
              </a:extLst>
            </p:cNvPr>
            <p:cNvSpPr>
              <a:spLocks noGrp="1"/>
            </p:cNvSpPr>
            <p:nvPr/>
          </p:nvSpPr>
          <p:spPr>
            <a:xfrm>
              <a:off x="4757039" y="2311095"/>
              <a:ext cx="34105" cy="19428"/>
            </a:xfrm>
            <a:custGeom>
              <a:avLst/>
              <a:gdLst/>
              <a:ahLst/>
              <a:cxnLst/>
              <a:rect l="0" t="0" r="0" b="0"/>
              <a:pathLst>
                <a:path w="34105" h="19428">
                  <a:moveTo>
                    <a:pt x="0" y="0"/>
                  </a:moveTo>
                  <a:lnTo>
                    <a:pt x="34105" y="194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1" name="Candidate_receptor__2600">
              <a:extLst>
                <a:ext uri="{FF2B5EF4-FFF2-40B4-BE49-F238E27FC236}">
                  <a16:creationId xmlns:a16="http://schemas.microsoft.com/office/drawing/2014/main" id="{EE26C6AB-3B4A-55BF-A4F9-ACAF45CB6CAB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60781"/>
              <a:ext cx="114463" cy="19675"/>
            </a:xfrm>
            <a:custGeom>
              <a:avLst/>
              <a:gdLst/>
              <a:ahLst/>
              <a:cxnLst/>
              <a:rect l="0" t="0" r="0" b="0"/>
              <a:pathLst>
                <a:path w="114463" h="19675">
                  <a:moveTo>
                    <a:pt x="0" y="19675"/>
                  </a:moveTo>
                  <a:lnTo>
                    <a:pt x="114463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2" name="Candidate_receptor__2601">
              <a:extLst>
                <a:ext uri="{FF2B5EF4-FFF2-40B4-BE49-F238E27FC236}">
                  <a16:creationId xmlns:a16="http://schemas.microsoft.com/office/drawing/2014/main" id="{29FC67AA-BE98-8A9B-6C2E-8CA27A2E374B}"/>
                </a:ext>
              </a:extLst>
            </p:cNvPr>
            <p:cNvSpPr>
              <a:spLocks noGrp="1"/>
            </p:cNvSpPr>
            <p:nvPr/>
          </p:nvSpPr>
          <p:spPr>
            <a:xfrm>
              <a:off x="6096244" y="3735075"/>
              <a:ext cx="3710" cy="65030"/>
            </a:xfrm>
            <a:custGeom>
              <a:avLst/>
              <a:gdLst/>
              <a:ahLst/>
              <a:cxnLst/>
              <a:rect l="0" t="0" r="0" b="0"/>
              <a:pathLst>
                <a:path w="3710" h="65030">
                  <a:moveTo>
                    <a:pt x="0" y="0"/>
                  </a:moveTo>
                  <a:lnTo>
                    <a:pt x="3710" y="6503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3" name="Candidate_receptor__2602">
              <a:extLst>
                <a:ext uri="{FF2B5EF4-FFF2-40B4-BE49-F238E27FC236}">
                  <a16:creationId xmlns:a16="http://schemas.microsoft.com/office/drawing/2014/main" id="{88028476-EDDB-80D1-6BF6-2241F3FD9B9F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96999"/>
              <a:ext cx="100181" cy="58422"/>
            </a:xfrm>
            <a:custGeom>
              <a:avLst/>
              <a:gdLst/>
              <a:ahLst/>
              <a:cxnLst/>
              <a:rect l="0" t="0" r="0" b="0"/>
              <a:pathLst>
                <a:path w="100181" h="58422">
                  <a:moveTo>
                    <a:pt x="100181" y="584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4" name="Candidate_receptor__2603">
              <a:extLst>
                <a:ext uri="{FF2B5EF4-FFF2-40B4-BE49-F238E27FC236}">
                  <a16:creationId xmlns:a16="http://schemas.microsoft.com/office/drawing/2014/main" id="{5EF8A2A8-E0ED-F082-C63B-1F5C88BBC90C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46995"/>
              <a:ext cx="18475" cy="77089"/>
            </a:xfrm>
            <a:custGeom>
              <a:avLst/>
              <a:gdLst/>
              <a:ahLst/>
              <a:cxnLst/>
              <a:rect l="0" t="0" r="0" b="0"/>
              <a:pathLst>
                <a:path w="18475" h="77089">
                  <a:moveTo>
                    <a:pt x="0" y="0"/>
                  </a:moveTo>
                  <a:lnTo>
                    <a:pt x="18475" y="7708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5" name="Candidate_receptor__2604">
              <a:extLst>
                <a:ext uri="{FF2B5EF4-FFF2-40B4-BE49-F238E27FC236}">
                  <a16:creationId xmlns:a16="http://schemas.microsoft.com/office/drawing/2014/main" id="{AB0A9F67-A129-3C31-E13D-0F2DB1E28556}"/>
                </a:ext>
              </a:extLst>
            </p:cNvPr>
            <p:cNvSpPr>
              <a:spLocks noGrp="1"/>
            </p:cNvSpPr>
            <p:nvPr/>
          </p:nvSpPr>
          <p:spPr>
            <a:xfrm>
              <a:off x="5162528" y="4055421"/>
              <a:ext cx="15183" cy="115197"/>
            </a:xfrm>
            <a:custGeom>
              <a:avLst/>
              <a:gdLst/>
              <a:ahLst/>
              <a:cxnLst/>
              <a:rect l="0" t="0" r="0" b="0"/>
              <a:pathLst>
                <a:path w="15183" h="115197">
                  <a:moveTo>
                    <a:pt x="15183" y="115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6" name="Candidate_receptor__2605">
              <a:extLst>
                <a:ext uri="{FF2B5EF4-FFF2-40B4-BE49-F238E27FC236}">
                  <a16:creationId xmlns:a16="http://schemas.microsoft.com/office/drawing/2014/main" id="{1EC5E5FC-22A3-5AE1-F3D5-19E19C56A275}"/>
                </a:ext>
              </a:extLst>
            </p:cNvPr>
            <p:cNvSpPr>
              <a:spLocks noGrp="1"/>
            </p:cNvSpPr>
            <p:nvPr/>
          </p:nvSpPr>
          <p:spPr>
            <a:xfrm>
              <a:off x="5104236" y="4937005"/>
              <a:ext cx="45309" cy="18887"/>
            </a:xfrm>
            <a:custGeom>
              <a:avLst/>
              <a:gdLst/>
              <a:ahLst/>
              <a:cxnLst/>
              <a:rect l="0" t="0" r="0" b="0"/>
              <a:pathLst>
                <a:path w="45309" h="18887">
                  <a:moveTo>
                    <a:pt x="45309" y="188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7" name="Candidate_receptor__2606">
              <a:extLst>
                <a:ext uri="{FF2B5EF4-FFF2-40B4-BE49-F238E27FC236}">
                  <a16:creationId xmlns:a16="http://schemas.microsoft.com/office/drawing/2014/main" id="{283C8705-6F78-F72A-23E2-D94487DFC4F6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40900"/>
              <a:ext cx="20884" cy="55690"/>
            </a:xfrm>
            <a:custGeom>
              <a:avLst/>
              <a:gdLst/>
              <a:ahLst/>
              <a:cxnLst/>
              <a:rect l="0" t="0" r="0" b="0"/>
              <a:pathLst>
                <a:path w="20884" h="55690">
                  <a:moveTo>
                    <a:pt x="0" y="55690"/>
                  </a:moveTo>
                  <a:lnTo>
                    <a:pt x="2088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8" name="Candidate_receptor__2607">
              <a:extLst>
                <a:ext uri="{FF2B5EF4-FFF2-40B4-BE49-F238E27FC236}">
                  <a16:creationId xmlns:a16="http://schemas.microsoft.com/office/drawing/2014/main" id="{1DD1EE10-ECB5-8A74-604B-FB7D4AA905DF}"/>
                </a:ext>
              </a:extLst>
            </p:cNvPr>
            <p:cNvSpPr>
              <a:spLocks noGrp="1"/>
            </p:cNvSpPr>
            <p:nvPr/>
          </p:nvSpPr>
          <p:spPr>
            <a:xfrm>
              <a:off x="5652201" y="3072059"/>
              <a:ext cx="9528" cy="110853"/>
            </a:xfrm>
            <a:custGeom>
              <a:avLst/>
              <a:gdLst/>
              <a:ahLst/>
              <a:cxnLst/>
              <a:rect l="0" t="0" r="0" b="0"/>
              <a:pathLst>
                <a:path w="9528" h="110853">
                  <a:moveTo>
                    <a:pt x="9528" y="0"/>
                  </a:moveTo>
                  <a:lnTo>
                    <a:pt x="0" y="11085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9" name="Candidate_receptor__2608">
              <a:extLst>
                <a:ext uri="{FF2B5EF4-FFF2-40B4-BE49-F238E27FC236}">
                  <a16:creationId xmlns:a16="http://schemas.microsoft.com/office/drawing/2014/main" id="{1BF36C0B-8FEF-4FDB-5899-63D0CFFC643D}"/>
                </a:ext>
              </a:extLst>
            </p:cNvPr>
            <p:cNvSpPr>
              <a:spLocks noGrp="1"/>
            </p:cNvSpPr>
            <p:nvPr/>
          </p:nvSpPr>
          <p:spPr>
            <a:xfrm>
              <a:off x="5817692" y="3804176"/>
              <a:ext cx="50837" cy="50317"/>
            </a:xfrm>
            <a:custGeom>
              <a:avLst/>
              <a:gdLst/>
              <a:ahLst/>
              <a:cxnLst/>
              <a:rect l="0" t="0" r="0" b="0"/>
              <a:pathLst>
                <a:path w="50837" h="50317">
                  <a:moveTo>
                    <a:pt x="0" y="50317"/>
                  </a:moveTo>
                  <a:lnTo>
                    <a:pt x="50837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0" name="Candidate_receptor__2609">
              <a:extLst>
                <a:ext uri="{FF2B5EF4-FFF2-40B4-BE49-F238E27FC236}">
                  <a16:creationId xmlns:a16="http://schemas.microsoft.com/office/drawing/2014/main" id="{C30CB7DD-F8DC-BF8B-BE1F-FDA34B6618BB}"/>
                </a:ext>
              </a:extLst>
            </p:cNvPr>
            <p:cNvSpPr>
              <a:spLocks noGrp="1"/>
            </p:cNvSpPr>
            <p:nvPr/>
          </p:nvSpPr>
          <p:spPr>
            <a:xfrm>
              <a:off x="5695364" y="4657421"/>
              <a:ext cx="40668" cy="107743"/>
            </a:xfrm>
            <a:custGeom>
              <a:avLst/>
              <a:gdLst/>
              <a:ahLst/>
              <a:cxnLst/>
              <a:rect l="0" t="0" r="0" b="0"/>
              <a:pathLst>
                <a:path w="40668" h="107743">
                  <a:moveTo>
                    <a:pt x="0" y="107743"/>
                  </a:moveTo>
                  <a:lnTo>
                    <a:pt x="406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1" name="Candidate_receptor__2610">
              <a:extLst>
                <a:ext uri="{FF2B5EF4-FFF2-40B4-BE49-F238E27FC236}">
                  <a16:creationId xmlns:a16="http://schemas.microsoft.com/office/drawing/2014/main" id="{FFF7FF31-BCCC-6CFC-AD5E-AFB116430191}"/>
                </a:ext>
              </a:extLst>
            </p:cNvPr>
            <p:cNvSpPr>
              <a:spLocks noGrp="1"/>
            </p:cNvSpPr>
            <p:nvPr/>
          </p:nvSpPr>
          <p:spPr>
            <a:xfrm>
              <a:off x="5278193" y="4978485"/>
              <a:ext cx="33664" cy="72960"/>
            </a:xfrm>
            <a:custGeom>
              <a:avLst/>
              <a:gdLst/>
              <a:ahLst/>
              <a:cxnLst/>
              <a:rect l="0" t="0" r="0" b="0"/>
              <a:pathLst>
                <a:path w="33664" h="72960">
                  <a:moveTo>
                    <a:pt x="33664" y="72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2" name="Candidate_receptor__2611">
              <a:extLst>
                <a:ext uri="{FF2B5EF4-FFF2-40B4-BE49-F238E27FC236}">
                  <a16:creationId xmlns:a16="http://schemas.microsoft.com/office/drawing/2014/main" id="{96D3A48C-6FC2-8766-78CC-DC2A534AAE65}"/>
                </a:ext>
              </a:extLst>
            </p:cNvPr>
            <p:cNvSpPr>
              <a:spLocks noGrp="1"/>
            </p:cNvSpPr>
            <p:nvPr/>
          </p:nvSpPr>
          <p:spPr>
            <a:xfrm>
              <a:off x="4573085" y="4741368"/>
              <a:ext cx="86447" cy="74024"/>
            </a:xfrm>
            <a:custGeom>
              <a:avLst/>
              <a:gdLst/>
              <a:ahLst/>
              <a:cxnLst/>
              <a:rect l="0" t="0" r="0" b="0"/>
              <a:pathLst>
                <a:path w="86447" h="74024">
                  <a:moveTo>
                    <a:pt x="86447" y="0"/>
                  </a:moveTo>
                  <a:lnTo>
                    <a:pt x="0" y="74024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3" name="Candidate_receptor__2612">
              <a:extLst>
                <a:ext uri="{FF2B5EF4-FFF2-40B4-BE49-F238E27FC236}">
                  <a16:creationId xmlns:a16="http://schemas.microsoft.com/office/drawing/2014/main" id="{9758B718-B97A-ED39-14BF-5E08E87D47AB}"/>
                </a:ext>
              </a:extLst>
            </p:cNvPr>
            <p:cNvSpPr>
              <a:spLocks noGrp="1"/>
            </p:cNvSpPr>
            <p:nvPr/>
          </p:nvSpPr>
          <p:spPr>
            <a:xfrm>
              <a:off x="5311857" y="5051445"/>
              <a:ext cx="9041" cy="87156"/>
            </a:xfrm>
            <a:custGeom>
              <a:avLst/>
              <a:gdLst/>
              <a:ahLst/>
              <a:cxnLst/>
              <a:rect l="0" t="0" r="0" b="0"/>
              <a:pathLst>
                <a:path w="9041" h="87156">
                  <a:moveTo>
                    <a:pt x="9041" y="871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4" name="Candidate_receptor__2613">
              <a:extLst>
                <a:ext uri="{FF2B5EF4-FFF2-40B4-BE49-F238E27FC236}">
                  <a16:creationId xmlns:a16="http://schemas.microsoft.com/office/drawing/2014/main" id="{18AA3EAA-3EDE-D983-FE25-E77ACC742451}"/>
                </a:ext>
              </a:extLst>
            </p:cNvPr>
            <p:cNvSpPr>
              <a:spLocks noGrp="1"/>
            </p:cNvSpPr>
            <p:nvPr/>
          </p:nvSpPr>
          <p:spPr>
            <a:xfrm>
              <a:off x="5518061" y="4520036"/>
              <a:ext cx="104142" cy="2642"/>
            </a:xfrm>
            <a:custGeom>
              <a:avLst/>
              <a:gdLst/>
              <a:ahLst/>
              <a:cxnLst/>
              <a:rect l="0" t="0" r="0" b="0"/>
              <a:pathLst>
                <a:path w="104142" h="2642">
                  <a:moveTo>
                    <a:pt x="104142" y="0"/>
                  </a:moveTo>
                  <a:lnTo>
                    <a:pt x="0" y="264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5" name="Candidate_receptor__2614">
              <a:extLst>
                <a:ext uri="{FF2B5EF4-FFF2-40B4-BE49-F238E27FC236}">
                  <a16:creationId xmlns:a16="http://schemas.microsoft.com/office/drawing/2014/main" id="{6B29BD5D-E0AB-A199-FF98-F470BA23386C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68880"/>
              <a:ext cx="74243" cy="36275"/>
            </a:xfrm>
            <a:custGeom>
              <a:avLst/>
              <a:gdLst/>
              <a:ahLst/>
              <a:cxnLst/>
              <a:rect l="0" t="0" r="0" b="0"/>
              <a:pathLst>
                <a:path w="74243" h="36275">
                  <a:moveTo>
                    <a:pt x="74243" y="0"/>
                  </a:moveTo>
                  <a:lnTo>
                    <a:pt x="0" y="36275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16" name="Candidate_receptor__2615">
              <a:extLst>
                <a:ext uri="{FF2B5EF4-FFF2-40B4-BE49-F238E27FC236}">
                  <a16:creationId xmlns:a16="http://schemas.microsoft.com/office/drawing/2014/main" id="{32869DBE-5BA8-33FE-CF6C-6D32AB701727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531334"/>
              <a:ext cx="44173" cy="86169"/>
            </a:xfrm>
            <a:custGeom>
              <a:avLst/>
              <a:gdLst/>
              <a:ahLst/>
              <a:cxnLst/>
              <a:rect l="0" t="0" r="0" b="0"/>
              <a:pathLst>
                <a:path w="44173" h="86169">
                  <a:moveTo>
                    <a:pt x="0" y="0"/>
                  </a:moveTo>
                  <a:lnTo>
                    <a:pt x="44173" y="8616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7" name="Candidate_receptor__2616">
              <a:extLst>
                <a:ext uri="{FF2B5EF4-FFF2-40B4-BE49-F238E27FC236}">
                  <a16:creationId xmlns:a16="http://schemas.microsoft.com/office/drawing/2014/main" id="{6D65D737-CECF-FB0E-B416-45D6DCD45351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09380"/>
              <a:ext cx="15394" cy="60741"/>
            </a:xfrm>
            <a:custGeom>
              <a:avLst/>
              <a:gdLst/>
              <a:ahLst/>
              <a:cxnLst/>
              <a:rect l="0" t="0" r="0" b="0"/>
              <a:pathLst>
                <a:path w="15394" h="60741">
                  <a:moveTo>
                    <a:pt x="0" y="60741"/>
                  </a:moveTo>
                  <a:lnTo>
                    <a:pt x="153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8" name="Candidate_receptor__2617">
              <a:extLst>
                <a:ext uri="{FF2B5EF4-FFF2-40B4-BE49-F238E27FC236}">
                  <a16:creationId xmlns:a16="http://schemas.microsoft.com/office/drawing/2014/main" id="{B39A15A7-D059-17C3-F78B-63121D4434C9}"/>
                </a:ext>
              </a:extLst>
            </p:cNvPr>
            <p:cNvSpPr>
              <a:spLocks noGrp="1"/>
            </p:cNvSpPr>
            <p:nvPr/>
          </p:nvSpPr>
          <p:spPr>
            <a:xfrm>
              <a:off x="4998191" y="4984209"/>
              <a:ext cx="25578" cy="34347"/>
            </a:xfrm>
            <a:custGeom>
              <a:avLst/>
              <a:gdLst/>
              <a:ahLst/>
              <a:cxnLst/>
              <a:rect l="0" t="0" r="0" b="0"/>
              <a:pathLst>
                <a:path w="25578" h="34347">
                  <a:moveTo>
                    <a:pt x="25578" y="34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9" name="Candidate_receptor__2618">
              <a:extLst>
                <a:ext uri="{FF2B5EF4-FFF2-40B4-BE49-F238E27FC236}">
                  <a16:creationId xmlns:a16="http://schemas.microsoft.com/office/drawing/2014/main" id="{0480F264-C4ED-66C4-449D-DDDB7E0ADB1D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854492"/>
              <a:ext cx="63284" cy="66761"/>
            </a:xfrm>
            <a:custGeom>
              <a:avLst/>
              <a:gdLst/>
              <a:ahLst/>
              <a:cxnLst/>
              <a:rect l="0" t="0" r="0" b="0"/>
              <a:pathLst>
                <a:path w="63284" h="66761">
                  <a:moveTo>
                    <a:pt x="0" y="66761"/>
                  </a:moveTo>
                  <a:lnTo>
                    <a:pt x="6328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0" name="Candidate_receptor__2619">
              <a:extLst>
                <a:ext uri="{FF2B5EF4-FFF2-40B4-BE49-F238E27FC236}">
                  <a16:creationId xmlns:a16="http://schemas.microsoft.com/office/drawing/2014/main" id="{DC00BF03-7D03-1667-D1A2-7E2D7D338128}"/>
                </a:ext>
              </a:extLst>
            </p:cNvPr>
            <p:cNvSpPr>
              <a:spLocks noGrp="1"/>
            </p:cNvSpPr>
            <p:nvPr/>
          </p:nvSpPr>
          <p:spPr>
            <a:xfrm>
              <a:off x="5726123" y="3487985"/>
              <a:ext cx="79785" cy="68579"/>
            </a:xfrm>
            <a:custGeom>
              <a:avLst/>
              <a:gdLst/>
              <a:ahLst/>
              <a:cxnLst/>
              <a:rect l="0" t="0" r="0" b="0"/>
              <a:pathLst>
                <a:path w="79785" h="68579">
                  <a:moveTo>
                    <a:pt x="0" y="68579"/>
                  </a:moveTo>
                  <a:lnTo>
                    <a:pt x="797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1" name="Candidate_receptor__2620">
              <a:extLst>
                <a:ext uri="{FF2B5EF4-FFF2-40B4-BE49-F238E27FC236}">
                  <a16:creationId xmlns:a16="http://schemas.microsoft.com/office/drawing/2014/main" id="{07DC1921-AB75-245B-5500-F5D36E865FAD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89862"/>
              <a:ext cx="32242" cy="37273"/>
            </a:xfrm>
            <a:custGeom>
              <a:avLst/>
              <a:gdLst/>
              <a:ahLst/>
              <a:cxnLst/>
              <a:rect l="0" t="0" r="0" b="0"/>
              <a:pathLst>
                <a:path w="32242" h="37273">
                  <a:moveTo>
                    <a:pt x="0" y="37273"/>
                  </a:moveTo>
                  <a:lnTo>
                    <a:pt x="3224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2" name="Candidate_receptor__2621">
              <a:extLst>
                <a:ext uri="{FF2B5EF4-FFF2-40B4-BE49-F238E27FC236}">
                  <a16:creationId xmlns:a16="http://schemas.microsoft.com/office/drawing/2014/main" id="{AB678E96-189A-EF9D-87EC-F0B4642CCCB0}"/>
                </a:ext>
              </a:extLst>
            </p:cNvPr>
            <p:cNvSpPr>
              <a:spLocks noGrp="1"/>
            </p:cNvSpPr>
            <p:nvPr/>
          </p:nvSpPr>
          <p:spPr>
            <a:xfrm>
              <a:off x="6413669" y="3753346"/>
              <a:ext cx="808" cy="105041"/>
            </a:xfrm>
            <a:custGeom>
              <a:avLst/>
              <a:gdLst/>
              <a:ahLst/>
              <a:cxnLst/>
              <a:rect l="0" t="0" r="0" b="0"/>
              <a:pathLst>
                <a:path w="808" h="105041">
                  <a:moveTo>
                    <a:pt x="808" y="105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3" name="Candidate_receptor__2622">
              <a:extLst>
                <a:ext uri="{FF2B5EF4-FFF2-40B4-BE49-F238E27FC236}">
                  <a16:creationId xmlns:a16="http://schemas.microsoft.com/office/drawing/2014/main" id="{1EBB2B33-5A0C-425E-6A58-0FC0BE4E80EA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450832"/>
              <a:ext cx="42854" cy="80503"/>
            </a:xfrm>
            <a:custGeom>
              <a:avLst/>
              <a:gdLst/>
              <a:ahLst/>
              <a:cxnLst/>
              <a:rect l="0" t="0" r="0" b="0"/>
              <a:pathLst>
                <a:path w="42854" h="80503">
                  <a:moveTo>
                    <a:pt x="42854" y="0"/>
                  </a:moveTo>
                  <a:lnTo>
                    <a:pt x="0" y="8050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4" name="Candidate_receptor__2623">
              <a:extLst>
                <a:ext uri="{FF2B5EF4-FFF2-40B4-BE49-F238E27FC236}">
                  <a16:creationId xmlns:a16="http://schemas.microsoft.com/office/drawing/2014/main" id="{09D3B1B8-CA82-7B18-EDBC-22CDB4C85E0B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867038"/>
              <a:ext cx="53953" cy="19508"/>
            </a:xfrm>
            <a:custGeom>
              <a:avLst/>
              <a:gdLst/>
              <a:ahLst/>
              <a:cxnLst/>
              <a:rect l="0" t="0" r="0" b="0"/>
              <a:pathLst>
                <a:path w="53953" h="19508">
                  <a:moveTo>
                    <a:pt x="53953" y="0"/>
                  </a:moveTo>
                  <a:lnTo>
                    <a:pt x="0" y="195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5" name="Candidate_receptor__2624">
              <a:extLst>
                <a:ext uri="{FF2B5EF4-FFF2-40B4-BE49-F238E27FC236}">
                  <a16:creationId xmlns:a16="http://schemas.microsoft.com/office/drawing/2014/main" id="{911235DD-B587-2109-FD64-53B81752AB1C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31076"/>
              <a:ext cx="20910" cy="35381"/>
            </a:xfrm>
            <a:custGeom>
              <a:avLst/>
              <a:gdLst/>
              <a:ahLst/>
              <a:cxnLst/>
              <a:rect l="0" t="0" r="0" b="0"/>
              <a:pathLst>
                <a:path w="20910" h="35381">
                  <a:moveTo>
                    <a:pt x="0" y="35381"/>
                  </a:moveTo>
                  <a:lnTo>
                    <a:pt x="209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6" name="Candidate_receptor__2625">
              <a:extLst>
                <a:ext uri="{FF2B5EF4-FFF2-40B4-BE49-F238E27FC236}">
                  <a16:creationId xmlns:a16="http://schemas.microsoft.com/office/drawing/2014/main" id="{5F6E1A58-0B33-EA34-ECCC-6A39CECC7CC9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100234" cy="25656"/>
            </a:xfrm>
            <a:custGeom>
              <a:avLst/>
              <a:gdLst/>
              <a:ahLst/>
              <a:cxnLst/>
              <a:rect l="0" t="0" r="0" b="0"/>
              <a:pathLst>
                <a:path w="100234" h="25656">
                  <a:moveTo>
                    <a:pt x="100234" y="256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7" name="Candidate_receptor__2626">
              <a:extLst>
                <a:ext uri="{FF2B5EF4-FFF2-40B4-BE49-F238E27FC236}">
                  <a16:creationId xmlns:a16="http://schemas.microsoft.com/office/drawing/2014/main" id="{2F21862F-47A5-73A9-1456-1B0A7B19C8E5}"/>
                </a:ext>
              </a:extLst>
            </p:cNvPr>
            <p:cNvSpPr>
              <a:spLocks noGrp="1"/>
            </p:cNvSpPr>
            <p:nvPr/>
          </p:nvSpPr>
          <p:spPr>
            <a:xfrm>
              <a:off x="4867454" y="2530398"/>
              <a:ext cx="26036" cy="103778"/>
            </a:xfrm>
            <a:custGeom>
              <a:avLst/>
              <a:gdLst/>
              <a:ahLst/>
              <a:cxnLst/>
              <a:rect l="0" t="0" r="0" b="0"/>
              <a:pathLst>
                <a:path w="26036" h="103778">
                  <a:moveTo>
                    <a:pt x="26036" y="1037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28" name="Candidate_receptor__2627">
              <a:extLst>
                <a:ext uri="{FF2B5EF4-FFF2-40B4-BE49-F238E27FC236}">
                  <a16:creationId xmlns:a16="http://schemas.microsoft.com/office/drawing/2014/main" id="{06F0727E-E98D-5142-2567-1C73F537F623}"/>
                </a:ext>
              </a:extLst>
            </p:cNvPr>
            <p:cNvSpPr>
              <a:spLocks noGrp="1"/>
            </p:cNvSpPr>
            <p:nvPr/>
          </p:nvSpPr>
          <p:spPr>
            <a:xfrm>
              <a:off x="5952862" y="4275645"/>
              <a:ext cx="41193" cy="58431"/>
            </a:xfrm>
            <a:custGeom>
              <a:avLst/>
              <a:gdLst/>
              <a:ahLst/>
              <a:cxnLst/>
              <a:rect l="0" t="0" r="0" b="0"/>
              <a:pathLst>
                <a:path w="41193" h="58431">
                  <a:moveTo>
                    <a:pt x="0" y="58431"/>
                  </a:moveTo>
                  <a:lnTo>
                    <a:pt x="4119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9" name="Candidate_receptor__2628">
              <a:extLst>
                <a:ext uri="{FF2B5EF4-FFF2-40B4-BE49-F238E27FC236}">
                  <a16:creationId xmlns:a16="http://schemas.microsoft.com/office/drawing/2014/main" id="{DC464830-24BF-934B-BDA4-22975813B70A}"/>
                </a:ext>
              </a:extLst>
            </p:cNvPr>
            <p:cNvSpPr>
              <a:spLocks noGrp="1"/>
            </p:cNvSpPr>
            <p:nvPr/>
          </p:nvSpPr>
          <p:spPr>
            <a:xfrm>
              <a:off x="5632529" y="4120555"/>
              <a:ext cx="63423" cy="86087"/>
            </a:xfrm>
            <a:custGeom>
              <a:avLst/>
              <a:gdLst/>
              <a:ahLst/>
              <a:cxnLst/>
              <a:rect l="0" t="0" r="0" b="0"/>
              <a:pathLst>
                <a:path w="63423" h="86087">
                  <a:moveTo>
                    <a:pt x="63423" y="860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0" name="Candidate_receptor__2629">
              <a:extLst>
                <a:ext uri="{FF2B5EF4-FFF2-40B4-BE49-F238E27FC236}">
                  <a16:creationId xmlns:a16="http://schemas.microsoft.com/office/drawing/2014/main" id="{850005E5-8565-5034-B983-323F13122EB8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576634"/>
              <a:ext cx="11644" cy="113974"/>
            </a:xfrm>
            <a:custGeom>
              <a:avLst/>
              <a:gdLst/>
              <a:ahLst/>
              <a:cxnLst/>
              <a:rect l="0" t="0" r="0" b="0"/>
              <a:pathLst>
                <a:path w="11644" h="113974">
                  <a:moveTo>
                    <a:pt x="11644" y="0"/>
                  </a:moveTo>
                  <a:lnTo>
                    <a:pt x="0" y="11397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1" name="Candidate_receptor__2630">
              <a:extLst>
                <a:ext uri="{FF2B5EF4-FFF2-40B4-BE49-F238E27FC236}">
                  <a16:creationId xmlns:a16="http://schemas.microsoft.com/office/drawing/2014/main" id="{1EE0AC3A-1313-E77C-5F75-B47DD85676C6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58387"/>
              <a:ext cx="111128" cy="12566"/>
            </a:xfrm>
            <a:custGeom>
              <a:avLst/>
              <a:gdLst/>
              <a:ahLst/>
              <a:cxnLst/>
              <a:rect l="0" t="0" r="0" b="0"/>
              <a:pathLst>
                <a:path w="111128" h="12566">
                  <a:moveTo>
                    <a:pt x="0" y="12566"/>
                  </a:moveTo>
                  <a:lnTo>
                    <a:pt x="11112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2" name="Candidate_receptor__2631">
              <a:extLst>
                <a:ext uri="{FF2B5EF4-FFF2-40B4-BE49-F238E27FC236}">
                  <a16:creationId xmlns:a16="http://schemas.microsoft.com/office/drawing/2014/main" id="{2176D8B6-7FE8-871A-9A9C-8B8FB0F51240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674628"/>
              <a:ext cx="93041" cy="64674"/>
            </a:xfrm>
            <a:custGeom>
              <a:avLst/>
              <a:gdLst/>
              <a:ahLst/>
              <a:cxnLst/>
              <a:rect l="0" t="0" r="0" b="0"/>
              <a:pathLst>
                <a:path w="93041" h="64674">
                  <a:moveTo>
                    <a:pt x="0" y="64674"/>
                  </a:moveTo>
                  <a:lnTo>
                    <a:pt x="930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3" name="Candidate_receptor__2632">
              <a:extLst>
                <a:ext uri="{FF2B5EF4-FFF2-40B4-BE49-F238E27FC236}">
                  <a16:creationId xmlns:a16="http://schemas.microsoft.com/office/drawing/2014/main" id="{69D07ED8-74D5-12CD-454F-0DCD13F0262F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765705"/>
              <a:ext cx="19902" cy="8719"/>
            </a:xfrm>
            <a:custGeom>
              <a:avLst/>
              <a:gdLst/>
              <a:ahLst/>
              <a:cxnLst/>
              <a:rect l="0" t="0" r="0" b="0"/>
              <a:pathLst>
                <a:path w="19902" h="8719">
                  <a:moveTo>
                    <a:pt x="19902" y="87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4" name="Candidate_receptor__2633">
              <a:extLst>
                <a:ext uri="{FF2B5EF4-FFF2-40B4-BE49-F238E27FC236}">
                  <a16:creationId xmlns:a16="http://schemas.microsoft.com/office/drawing/2014/main" id="{559739FB-D78B-1EFD-1DF7-67BFB1C97AC0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74902"/>
              <a:ext cx="33290" cy="19408"/>
            </a:xfrm>
            <a:custGeom>
              <a:avLst/>
              <a:gdLst/>
              <a:ahLst/>
              <a:cxnLst/>
              <a:rect l="0" t="0" r="0" b="0"/>
              <a:pathLst>
                <a:path w="33290" h="19408">
                  <a:moveTo>
                    <a:pt x="33290" y="0"/>
                  </a:moveTo>
                  <a:lnTo>
                    <a:pt x="0" y="194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5" name="Candidate_receptor__2634">
              <a:extLst>
                <a:ext uri="{FF2B5EF4-FFF2-40B4-BE49-F238E27FC236}">
                  <a16:creationId xmlns:a16="http://schemas.microsoft.com/office/drawing/2014/main" id="{7B7E7450-3ED7-395A-BC80-A4D8F360E570}"/>
                </a:ext>
              </a:extLst>
            </p:cNvPr>
            <p:cNvSpPr>
              <a:spLocks noGrp="1"/>
            </p:cNvSpPr>
            <p:nvPr/>
          </p:nvSpPr>
          <p:spPr>
            <a:xfrm>
              <a:off x="5826128" y="3975072"/>
              <a:ext cx="82410" cy="65828"/>
            </a:xfrm>
            <a:custGeom>
              <a:avLst/>
              <a:gdLst/>
              <a:ahLst/>
              <a:cxnLst/>
              <a:rect l="0" t="0" r="0" b="0"/>
              <a:pathLst>
                <a:path w="82410" h="65828">
                  <a:moveTo>
                    <a:pt x="0" y="65828"/>
                  </a:moveTo>
                  <a:lnTo>
                    <a:pt x="824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6" name="Candidate_receptor__2635">
              <a:extLst>
                <a:ext uri="{FF2B5EF4-FFF2-40B4-BE49-F238E27FC236}">
                  <a16:creationId xmlns:a16="http://schemas.microsoft.com/office/drawing/2014/main" id="{B99B430C-4276-0B20-DF4C-006B3F2D0769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58096"/>
              <a:ext cx="32938" cy="2679"/>
            </a:xfrm>
            <a:custGeom>
              <a:avLst/>
              <a:gdLst/>
              <a:ahLst/>
              <a:cxnLst/>
              <a:rect l="0" t="0" r="0" b="0"/>
              <a:pathLst>
                <a:path w="32938" h="2679">
                  <a:moveTo>
                    <a:pt x="0" y="2679"/>
                  </a:moveTo>
                  <a:lnTo>
                    <a:pt x="3293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7" name="Candidate_receptor__2636">
              <a:extLst>
                <a:ext uri="{FF2B5EF4-FFF2-40B4-BE49-F238E27FC236}">
                  <a16:creationId xmlns:a16="http://schemas.microsoft.com/office/drawing/2014/main" id="{65ECB0AF-7D5B-A39D-3799-160C9160EF5A}"/>
                </a:ext>
              </a:extLst>
            </p:cNvPr>
            <p:cNvSpPr>
              <a:spLocks noGrp="1"/>
            </p:cNvSpPr>
            <p:nvPr/>
          </p:nvSpPr>
          <p:spPr>
            <a:xfrm>
              <a:off x="5991705" y="4436197"/>
              <a:ext cx="64441" cy="73184"/>
            </a:xfrm>
            <a:custGeom>
              <a:avLst/>
              <a:gdLst/>
              <a:ahLst/>
              <a:cxnLst/>
              <a:rect l="0" t="0" r="0" b="0"/>
              <a:pathLst>
                <a:path w="64441" h="73184">
                  <a:moveTo>
                    <a:pt x="0" y="73184"/>
                  </a:moveTo>
                  <a:lnTo>
                    <a:pt x="644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8" name="Candidate_receptor__2637">
              <a:extLst>
                <a:ext uri="{FF2B5EF4-FFF2-40B4-BE49-F238E27FC236}">
                  <a16:creationId xmlns:a16="http://schemas.microsoft.com/office/drawing/2014/main" id="{061E379C-2AC3-25CC-B3BC-9C81EA803A60}"/>
                </a:ext>
              </a:extLst>
            </p:cNvPr>
            <p:cNvSpPr>
              <a:spLocks noGrp="1"/>
            </p:cNvSpPr>
            <p:nvPr/>
          </p:nvSpPr>
          <p:spPr>
            <a:xfrm>
              <a:off x="6117972" y="3450832"/>
              <a:ext cx="106304" cy="20715"/>
            </a:xfrm>
            <a:custGeom>
              <a:avLst/>
              <a:gdLst/>
              <a:ahLst/>
              <a:cxnLst/>
              <a:rect l="0" t="0" r="0" b="0"/>
              <a:pathLst>
                <a:path w="106304" h="20715">
                  <a:moveTo>
                    <a:pt x="106304" y="207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39" name="Candidate_receptor__2638">
              <a:extLst>
                <a:ext uri="{FF2B5EF4-FFF2-40B4-BE49-F238E27FC236}">
                  <a16:creationId xmlns:a16="http://schemas.microsoft.com/office/drawing/2014/main" id="{8263316E-8A97-A83F-1190-33101FD8D3AD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334076"/>
              <a:ext cx="63491" cy="71922"/>
            </a:xfrm>
            <a:custGeom>
              <a:avLst/>
              <a:gdLst/>
              <a:ahLst/>
              <a:cxnLst/>
              <a:rect l="0" t="0" r="0" b="0"/>
              <a:pathLst>
                <a:path w="63491" h="71922">
                  <a:moveTo>
                    <a:pt x="0" y="71922"/>
                  </a:moveTo>
                  <a:lnTo>
                    <a:pt x="6349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0" name="Candidate_receptor__2639">
              <a:extLst>
                <a:ext uri="{FF2B5EF4-FFF2-40B4-BE49-F238E27FC236}">
                  <a16:creationId xmlns:a16="http://schemas.microsoft.com/office/drawing/2014/main" id="{015394BB-D822-2EC6-53A2-4DA67CA1BD83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00105"/>
              <a:ext cx="102455" cy="48553"/>
            </a:xfrm>
            <a:custGeom>
              <a:avLst/>
              <a:gdLst/>
              <a:ahLst/>
              <a:cxnLst/>
              <a:rect l="0" t="0" r="0" b="0"/>
              <a:pathLst>
                <a:path w="102455" h="48553">
                  <a:moveTo>
                    <a:pt x="102455" y="0"/>
                  </a:moveTo>
                  <a:lnTo>
                    <a:pt x="0" y="4855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1" name="Candidate_receptor__2640">
              <a:extLst>
                <a:ext uri="{FF2B5EF4-FFF2-40B4-BE49-F238E27FC236}">
                  <a16:creationId xmlns:a16="http://schemas.microsoft.com/office/drawing/2014/main" id="{3FC6B97D-CC56-A574-7EB6-B0736625F047}"/>
                </a:ext>
              </a:extLst>
            </p:cNvPr>
            <p:cNvSpPr>
              <a:spLocks noGrp="1"/>
            </p:cNvSpPr>
            <p:nvPr/>
          </p:nvSpPr>
          <p:spPr>
            <a:xfrm>
              <a:off x="4404621" y="4689854"/>
              <a:ext cx="85251" cy="36964"/>
            </a:xfrm>
            <a:custGeom>
              <a:avLst/>
              <a:gdLst/>
              <a:ahLst/>
              <a:cxnLst/>
              <a:rect l="0" t="0" r="0" b="0"/>
              <a:pathLst>
                <a:path w="85251" h="36964">
                  <a:moveTo>
                    <a:pt x="85251" y="0"/>
                  </a:moveTo>
                  <a:lnTo>
                    <a:pt x="0" y="3696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2" name="Candidate_receptor__2641">
              <a:extLst>
                <a:ext uri="{FF2B5EF4-FFF2-40B4-BE49-F238E27FC236}">
                  <a16:creationId xmlns:a16="http://schemas.microsoft.com/office/drawing/2014/main" id="{68CF75A6-1C9D-D7D0-2F1C-606857612667}"/>
                </a:ext>
              </a:extLst>
            </p:cNvPr>
            <p:cNvSpPr>
              <a:spLocks noGrp="1"/>
            </p:cNvSpPr>
            <p:nvPr/>
          </p:nvSpPr>
          <p:spPr>
            <a:xfrm>
              <a:off x="5612098" y="4206641"/>
              <a:ext cx="83854" cy="75544"/>
            </a:xfrm>
            <a:custGeom>
              <a:avLst/>
              <a:gdLst/>
              <a:ahLst/>
              <a:cxnLst/>
              <a:rect l="0" t="0" r="0" b="0"/>
              <a:pathLst>
                <a:path w="83854" h="75544">
                  <a:moveTo>
                    <a:pt x="0" y="75544"/>
                  </a:moveTo>
                  <a:lnTo>
                    <a:pt x="8385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3" name="Candidate_receptor__2642">
              <a:extLst>
                <a:ext uri="{FF2B5EF4-FFF2-40B4-BE49-F238E27FC236}">
                  <a16:creationId xmlns:a16="http://schemas.microsoft.com/office/drawing/2014/main" id="{116D9EF8-36B9-BD08-A9A9-AED7BF6DBC8E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522677"/>
              <a:ext cx="47338" cy="23363"/>
            </a:xfrm>
            <a:custGeom>
              <a:avLst/>
              <a:gdLst/>
              <a:ahLst/>
              <a:cxnLst/>
              <a:rect l="0" t="0" r="0" b="0"/>
              <a:pathLst>
                <a:path w="47338" h="23363">
                  <a:moveTo>
                    <a:pt x="47338" y="0"/>
                  </a:moveTo>
                  <a:lnTo>
                    <a:pt x="0" y="2336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4" name="Candidate_receptor__2643">
              <a:extLst>
                <a:ext uri="{FF2B5EF4-FFF2-40B4-BE49-F238E27FC236}">
                  <a16:creationId xmlns:a16="http://schemas.microsoft.com/office/drawing/2014/main" id="{E5001E74-6877-3AF3-6E69-437A7D06CBE4}"/>
                </a:ext>
              </a:extLst>
            </p:cNvPr>
            <p:cNvSpPr>
              <a:spLocks noGrp="1"/>
            </p:cNvSpPr>
            <p:nvPr/>
          </p:nvSpPr>
          <p:spPr>
            <a:xfrm>
              <a:off x="6263432" y="4466385"/>
              <a:ext cx="109319" cy="33850"/>
            </a:xfrm>
            <a:custGeom>
              <a:avLst/>
              <a:gdLst/>
              <a:ahLst/>
              <a:cxnLst/>
              <a:rect l="0" t="0" r="0" b="0"/>
              <a:pathLst>
                <a:path w="109319" h="33850">
                  <a:moveTo>
                    <a:pt x="0" y="33850"/>
                  </a:moveTo>
                  <a:lnTo>
                    <a:pt x="109319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5" name="Candidate_receptor__2644">
              <a:extLst>
                <a:ext uri="{FF2B5EF4-FFF2-40B4-BE49-F238E27FC236}">
                  <a16:creationId xmlns:a16="http://schemas.microsoft.com/office/drawing/2014/main" id="{A453F99D-B7D3-FD30-08F6-F812061B48A9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20555"/>
              <a:ext cx="88764" cy="29439"/>
            </a:xfrm>
            <a:custGeom>
              <a:avLst/>
              <a:gdLst/>
              <a:ahLst/>
              <a:cxnLst/>
              <a:rect l="0" t="0" r="0" b="0"/>
              <a:pathLst>
                <a:path w="88764" h="29439">
                  <a:moveTo>
                    <a:pt x="88764" y="0"/>
                  </a:moveTo>
                  <a:lnTo>
                    <a:pt x="0" y="2943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6" name="Candidate_receptor__2645">
              <a:extLst>
                <a:ext uri="{FF2B5EF4-FFF2-40B4-BE49-F238E27FC236}">
                  <a16:creationId xmlns:a16="http://schemas.microsoft.com/office/drawing/2014/main" id="{2EE7B227-32A5-B8D6-F16B-3FC6467A2D4E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149558"/>
              <a:ext cx="85583" cy="76690"/>
            </a:xfrm>
            <a:custGeom>
              <a:avLst/>
              <a:gdLst/>
              <a:ahLst/>
              <a:cxnLst/>
              <a:rect l="0" t="0" r="0" b="0"/>
              <a:pathLst>
                <a:path w="85583" h="76690">
                  <a:moveTo>
                    <a:pt x="0" y="76690"/>
                  </a:moveTo>
                  <a:lnTo>
                    <a:pt x="8558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7" name="Candidate_receptor__2646">
              <a:extLst>
                <a:ext uri="{FF2B5EF4-FFF2-40B4-BE49-F238E27FC236}">
                  <a16:creationId xmlns:a16="http://schemas.microsoft.com/office/drawing/2014/main" id="{ED183E50-A7CD-92B1-2D14-5DF4B47CE600}"/>
                </a:ext>
              </a:extLst>
            </p:cNvPr>
            <p:cNvSpPr>
              <a:spLocks noGrp="1"/>
            </p:cNvSpPr>
            <p:nvPr/>
          </p:nvSpPr>
          <p:spPr>
            <a:xfrm>
              <a:off x="6369354" y="4900693"/>
              <a:ext cx="104792" cy="19829"/>
            </a:xfrm>
            <a:custGeom>
              <a:avLst/>
              <a:gdLst/>
              <a:ahLst/>
              <a:cxnLst/>
              <a:rect l="0" t="0" r="0" b="0"/>
              <a:pathLst>
                <a:path w="104792" h="19829">
                  <a:moveTo>
                    <a:pt x="0" y="19829"/>
                  </a:moveTo>
                  <a:lnTo>
                    <a:pt x="104792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48" name="Candidate_receptor__2647">
              <a:extLst>
                <a:ext uri="{FF2B5EF4-FFF2-40B4-BE49-F238E27FC236}">
                  <a16:creationId xmlns:a16="http://schemas.microsoft.com/office/drawing/2014/main" id="{07EC3911-06E2-CAA4-42EC-52F9CBF86476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18065"/>
              <a:ext cx="31608" cy="56309"/>
            </a:xfrm>
            <a:custGeom>
              <a:avLst/>
              <a:gdLst/>
              <a:ahLst/>
              <a:cxnLst/>
              <a:rect l="0" t="0" r="0" b="0"/>
              <a:pathLst>
                <a:path w="31608" h="56309">
                  <a:moveTo>
                    <a:pt x="0" y="56309"/>
                  </a:moveTo>
                  <a:lnTo>
                    <a:pt x="3160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9" name="Candidate_receptor__2648">
              <a:extLst>
                <a:ext uri="{FF2B5EF4-FFF2-40B4-BE49-F238E27FC236}">
                  <a16:creationId xmlns:a16="http://schemas.microsoft.com/office/drawing/2014/main" id="{F8232950-9247-3300-7A31-64248A181925}"/>
                </a:ext>
              </a:extLst>
            </p:cNvPr>
            <p:cNvSpPr>
              <a:spLocks noGrp="1"/>
            </p:cNvSpPr>
            <p:nvPr/>
          </p:nvSpPr>
          <p:spPr>
            <a:xfrm>
              <a:off x="5149545" y="4955891"/>
              <a:ext cx="10795" cy="112727"/>
            </a:xfrm>
            <a:custGeom>
              <a:avLst/>
              <a:gdLst/>
              <a:ahLst/>
              <a:cxnLst/>
              <a:rect l="0" t="0" r="0" b="0"/>
              <a:pathLst>
                <a:path w="10795" h="112727">
                  <a:moveTo>
                    <a:pt x="10795" y="112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0" name="Candidate_receptor__2649">
              <a:extLst>
                <a:ext uri="{FF2B5EF4-FFF2-40B4-BE49-F238E27FC236}">
                  <a16:creationId xmlns:a16="http://schemas.microsoft.com/office/drawing/2014/main" id="{7B45AA08-6E9F-2DF0-C2D6-1F48CE6ACD93}"/>
                </a:ext>
              </a:extLst>
            </p:cNvPr>
            <p:cNvSpPr>
              <a:spLocks noGrp="1"/>
            </p:cNvSpPr>
            <p:nvPr/>
          </p:nvSpPr>
          <p:spPr>
            <a:xfrm>
              <a:off x="4903447" y="3486277"/>
              <a:ext cx="102268" cy="43567"/>
            </a:xfrm>
            <a:custGeom>
              <a:avLst/>
              <a:gdLst/>
              <a:ahLst/>
              <a:cxnLst/>
              <a:rect l="0" t="0" r="0" b="0"/>
              <a:pathLst>
                <a:path w="102268" h="43567">
                  <a:moveTo>
                    <a:pt x="102268" y="435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1" name="Candidate_receptor__2650">
              <a:extLst>
                <a:ext uri="{FF2B5EF4-FFF2-40B4-BE49-F238E27FC236}">
                  <a16:creationId xmlns:a16="http://schemas.microsoft.com/office/drawing/2014/main" id="{5AD034CC-2E18-55C9-DFCA-247F8A7A8A2A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889872"/>
              <a:ext cx="927" cy="77640"/>
            </a:xfrm>
            <a:custGeom>
              <a:avLst/>
              <a:gdLst/>
              <a:ahLst/>
              <a:cxnLst/>
              <a:rect l="0" t="0" r="0" b="0"/>
              <a:pathLst>
                <a:path w="927" h="77640">
                  <a:moveTo>
                    <a:pt x="0" y="77640"/>
                  </a:moveTo>
                  <a:lnTo>
                    <a:pt x="927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2" name="Candidate_receptor__2651">
              <a:extLst>
                <a:ext uri="{FF2B5EF4-FFF2-40B4-BE49-F238E27FC236}">
                  <a16:creationId xmlns:a16="http://schemas.microsoft.com/office/drawing/2014/main" id="{6E65CFDE-A1B2-A872-8A55-A1F76F6DFA88}"/>
                </a:ext>
              </a:extLst>
            </p:cNvPr>
            <p:cNvSpPr>
              <a:spLocks noGrp="1"/>
            </p:cNvSpPr>
            <p:nvPr/>
          </p:nvSpPr>
          <p:spPr>
            <a:xfrm>
              <a:off x="4489872" y="4662530"/>
              <a:ext cx="67866" cy="27324"/>
            </a:xfrm>
            <a:custGeom>
              <a:avLst/>
              <a:gdLst/>
              <a:ahLst/>
              <a:cxnLst/>
              <a:rect l="0" t="0" r="0" b="0"/>
              <a:pathLst>
                <a:path w="67866" h="27324">
                  <a:moveTo>
                    <a:pt x="67866" y="0"/>
                  </a:moveTo>
                  <a:lnTo>
                    <a:pt x="0" y="2732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3" name="Candidate_receptor__2652">
              <a:extLst>
                <a:ext uri="{FF2B5EF4-FFF2-40B4-BE49-F238E27FC236}">
                  <a16:creationId xmlns:a16="http://schemas.microsoft.com/office/drawing/2014/main" id="{2B1BC83A-0E8B-29D3-DCEC-61B043168119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726819"/>
              <a:ext cx="3431" cy="107932"/>
            </a:xfrm>
            <a:custGeom>
              <a:avLst/>
              <a:gdLst/>
              <a:ahLst/>
              <a:cxnLst/>
              <a:rect l="0" t="0" r="0" b="0"/>
              <a:pathLst>
                <a:path w="3431" h="107932">
                  <a:moveTo>
                    <a:pt x="3431" y="0"/>
                  </a:moveTo>
                  <a:lnTo>
                    <a:pt x="0" y="107932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4" name="Candidate_receptor__2653">
              <a:extLst>
                <a:ext uri="{FF2B5EF4-FFF2-40B4-BE49-F238E27FC236}">
                  <a16:creationId xmlns:a16="http://schemas.microsoft.com/office/drawing/2014/main" id="{7914D2DA-9397-BEE7-7516-FB9EDA45DD9A}"/>
                </a:ext>
              </a:extLst>
            </p:cNvPr>
            <p:cNvSpPr>
              <a:spLocks noGrp="1"/>
            </p:cNvSpPr>
            <p:nvPr/>
          </p:nvSpPr>
          <p:spPr>
            <a:xfrm>
              <a:off x="6474145" y="4803684"/>
              <a:ext cx="21914" cy="97008"/>
            </a:xfrm>
            <a:custGeom>
              <a:avLst/>
              <a:gdLst/>
              <a:ahLst/>
              <a:cxnLst/>
              <a:rect l="0" t="0" r="0" b="0"/>
              <a:pathLst>
                <a:path w="21914" h="97008">
                  <a:moveTo>
                    <a:pt x="0" y="97008"/>
                  </a:moveTo>
                  <a:lnTo>
                    <a:pt x="21914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5" name="Candidate_receptor__2654">
              <a:extLst>
                <a:ext uri="{FF2B5EF4-FFF2-40B4-BE49-F238E27FC236}">
                  <a16:creationId xmlns:a16="http://schemas.microsoft.com/office/drawing/2014/main" id="{83BE812B-99E3-192E-48B8-7EF109F28834}"/>
                </a:ext>
              </a:extLst>
            </p:cNvPr>
            <p:cNvSpPr>
              <a:spLocks noGrp="1"/>
            </p:cNvSpPr>
            <p:nvPr/>
          </p:nvSpPr>
          <p:spPr>
            <a:xfrm>
              <a:off x="4988017" y="4875169"/>
              <a:ext cx="10174" cy="109040"/>
            </a:xfrm>
            <a:custGeom>
              <a:avLst/>
              <a:gdLst/>
              <a:ahLst/>
              <a:cxnLst/>
              <a:rect l="0" t="0" r="0" b="0"/>
              <a:pathLst>
                <a:path w="10174" h="109040">
                  <a:moveTo>
                    <a:pt x="10174" y="1090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6" name="Candidate_receptor__2655">
              <a:extLst>
                <a:ext uri="{FF2B5EF4-FFF2-40B4-BE49-F238E27FC236}">
                  <a16:creationId xmlns:a16="http://schemas.microsoft.com/office/drawing/2014/main" id="{678AD8BC-B4C4-031D-7EBD-9957A89919A7}"/>
                </a:ext>
              </a:extLst>
            </p:cNvPr>
            <p:cNvSpPr>
              <a:spLocks noGrp="1"/>
            </p:cNvSpPr>
            <p:nvPr/>
          </p:nvSpPr>
          <p:spPr>
            <a:xfrm>
              <a:off x="4905996" y="5120655"/>
              <a:ext cx="101643" cy="29779"/>
            </a:xfrm>
            <a:custGeom>
              <a:avLst/>
              <a:gdLst/>
              <a:ahLst/>
              <a:cxnLst/>
              <a:rect l="0" t="0" r="0" b="0"/>
              <a:pathLst>
                <a:path w="101643" h="29779">
                  <a:moveTo>
                    <a:pt x="101643" y="29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7" name="Candidate_receptor__2656">
              <a:extLst>
                <a:ext uri="{FF2B5EF4-FFF2-40B4-BE49-F238E27FC236}">
                  <a16:creationId xmlns:a16="http://schemas.microsoft.com/office/drawing/2014/main" id="{747BD4BC-9E96-AD4B-B358-1E472DC33455}"/>
                </a:ext>
              </a:extLst>
            </p:cNvPr>
            <p:cNvSpPr>
              <a:spLocks noGrp="1"/>
            </p:cNvSpPr>
            <p:nvPr/>
          </p:nvSpPr>
          <p:spPr>
            <a:xfrm>
              <a:off x="4659532" y="4741368"/>
              <a:ext cx="44801" cy="35188"/>
            </a:xfrm>
            <a:custGeom>
              <a:avLst/>
              <a:gdLst/>
              <a:ahLst/>
              <a:cxnLst/>
              <a:rect l="0" t="0" r="0" b="0"/>
              <a:pathLst>
                <a:path w="44801" h="35188">
                  <a:moveTo>
                    <a:pt x="44801" y="35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8" name="Candidate_receptor__2657">
              <a:extLst>
                <a:ext uri="{FF2B5EF4-FFF2-40B4-BE49-F238E27FC236}">
                  <a16:creationId xmlns:a16="http://schemas.microsoft.com/office/drawing/2014/main" id="{760979FA-BCC1-B200-2E11-0EBACDD444A1}"/>
                </a:ext>
              </a:extLst>
            </p:cNvPr>
            <p:cNvSpPr>
              <a:spLocks noGrp="1"/>
            </p:cNvSpPr>
            <p:nvPr/>
          </p:nvSpPr>
          <p:spPr>
            <a:xfrm>
              <a:off x="5379747" y="4389774"/>
              <a:ext cx="108034" cy="36649"/>
            </a:xfrm>
            <a:custGeom>
              <a:avLst/>
              <a:gdLst/>
              <a:ahLst/>
              <a:cxnLst/>
              <a:rect l="0" t="0" r="0" b="0"/>
              <a:pathLst>
                <a:path w="108034" h="36649">
                  <a:moveTo>
                    <a:pt x="108034" y="0"/>
                  </a:moveTo>
                  <a:lnTo>
                    <a:pt x="0" y="3664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9" name="Candidate_receptor__2658">
              <a:extLst>
                <a:ext uri="{FF2B5EF4-FFF2-40B4-BE49-F238E27FC236}">
                  <a16:creationId xmlns:a16="http://schemas.microsoft.com/office/drawing/2014/main" id="{F67260F4-A64C-21F7-1D98-59C3F7257641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80456"/>
              <a:ext cx="9719" cy="37860"/>
            </a:xfrm>
            <a:custGeom>
              <a:avLst/>
              <a:gdLst/>
              <a:ahLst/>
              <a:cxnLst/>
              <a:rect l="0" t="0" r="0" b="0"/>
              <a:pathLst>
                <a:path w="9719" h="37860">
                  <a:moveTo>
                    <a:pt x="9719" y="37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0" name="Candidate_receptor__2659">
              <a:extLst>
                <a:ext uri="{FF2B5EF4-FFF2-40B4-BE49-F238E27FC236}">
                  <a16:creationId xmlns:a16="http://schemas.microsoft.com/office/drawing/2014/main" id="{9759E29E-7273-B67C-2ED6-ACB4F12D4A80}"/>
                </a:ext>
              </a:extLst>
            </p:cNvPr>
            <p:cNvSpPr>
              <a:spLocks noGrp="1"/>
            </p:cNvSpPr>
            <p:nvPr/>
          </p:nvSpPr>
          <p:spPr>
            <a:xfrm>
              <a:off x="4825975" y="4802260"/>
              <a:ext cx="22518" cy="87612"/>
            </a:xfrm>
            <a:custGeom>
              <a:avLst/>
              <a:gdLst/>
              <a:ahLst/>
              <a:cxnLst/>
              <a:rect l="0" t="0" r="0" b="0"/>
              <a:pathLst>
                <a:path w="22518" h="87612">
                  <a:moveTo>
                    <a:pt x="22518" y="87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1" name="Candidate_receptor__2660">
              <a:extLst>
                <a:ext uri="{FF2B5EF4-FFF2-40B4-BE49-F238E27FC236}">
                  <a16:creationId xmlns:a16="http://schemas.microsoft.com/office/drawing/2014/main" id="{B53DBEE1-C796-6D4B-3914-347395D9BADB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405538"/>
              <a:ext cx="47655" cy="27314"/>
            </a:xfrm>
            <a:custGeom>
              <a:avLst/>
              <a:gdLst/>
              <a:ahLst/>
              <a:cxnLst/>
              <a:rect l="0" t="0" r="0" b="0"/>
              <a:pathLst>
                <a:path w="47655" h="27314">
                  <a:moveTo>
                    <a:pt x="0" y="27314"/>
                  </a:moveTo>
                  <a:lnTo>
                    <a:pt x="4765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2" name="Candidate_receptor__2661">
              <a:extLst>
                <a:ext uri="{FF2B5EF4-FFF2-40B4-BE49-F238E27FC236}">
                  <a16:creationId xmlns:a16="http://schemas.microsoft.com/office/drawing/2014/main" id="{F498AD7A-820E-7DED-0088-F7CB931057F9}"/>
                </a:ext>
              </a:extLst>
            </p:cNvPr>
            <p:cNvSpPr>
              <a:spLocks noGrp="1"/>
            </p:cNvSpPr>
            <p:nvPr/>
          </p:nvSpPr>
          <p:spPr>
            <a:xfrm>
              <a:off x="6421186" y="3421055"/>
              <a:ext cx="24684" cy="57039"/>
            </a:xfrm>
            <a:custGeom>
              <a:avLst/>
              <a:gdLst/>
              <a:ahLst/>
              <a:cxnLst/>
              <a:rect l="0" t="0" r="0" b="0"/>
              <a:pathLst>
                <a:path w="24684" h="57039">
                  <a:moveTo>
                    <a:pt x="24684" y="570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63" name="Candidate_receptor__2662">
              <a:extLst>
                <a:ext uri="{FF2B5EF4-FFF2-40B4-BE49-F238E27FC236}">
                  <a16:creationId xmlns:a16="http://schemas.microsoft.com/office/drawing/2014/main" id="{324D42AD-5C16-DB76-8F7A-0C6CD8725455}"/>
                </a:ext>
              </a:extLst>
            </p:cNvPr>
            <p:cNvSpPr>
              <a:spLocks noGrp="1"/>
            </p:cNvSpPr>
            <p:nvPr/>
          </p:nvSpPr>
          <p:spPr>
            <a:xfrm>
              <a:off x="5604518" y="4520036"/>
              <a:ext cx="17685" cy="98029"/>
            </a:xfrm>
            <a:custGeom>
              <a:avLst/>
              <a:gdLst/>
              <a:ahLst/>
              <a:cxnLst/>
              <a:rect l="0" t="0" r="0" b="0"/>
              <a:pathLst>
                <a:path w="17685" h="98029">
                  <a:moveTo>
                    <a:pt x="0" y="98029"/>
                  </a:moveTo>
                  <a:lnTo>
                    <a:pt x="176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4" name="Candidate_receptor__2663">
              <a:extLst>
                <a:ext uri="{FF2B5EF4-FFF2-40B4-BE49-F238E27FC236}">
                  <a16:creationId xmlns:a16="http://schemas.microsoft.com/office/drawing/2014/main" id="{178346CF-2A04-B24F-F438-DA0E43742315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342768"/>
              <a:ext cx="56576" cy="100105"/>
            </a:xfrm>
            <a:custGeom>
              <a:avLst/>
              <a:gdLst/>
              <a:ahLst/>
              <a:cxnLst/>
              <a:rect l="0" t="0" r="0" b="0"/>
              <a:pathLst>
                <a:path w="56576" h="100105">
                  <a:moveTo>
                    <a:pt x="0" y="0"/>
                  </a:moveTo>
                  <a:lnTo>
                    <a:pt x="56576" y="10010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5" name="Candidate_receptor__2664">
              <a:extLst>
                <a:ext uri="{FF2B5EF4-FFF2-40B4-BE49-F238E27FC236}">
                  <a16:creationId xmlns:a16="http://schemas.microsoft.com/office/drawing/2014/main" id="{3FD46DD9-0EFF-85E2-7593-40CFCDD9836C}"/>
                </a:ext>
              </a:extLst>
            </p:cNvPr>
            <p:cNvSpPr>
              <a:spLocks noGrp="1"/>
            </p:cNvSpPr>
            <p:nvPr/>
          </p:nvSpPr>
          <p:spPr>
            <a:xfrm>
              <a:off x="6024623" y="3617503"/>
              <a:ext cx="94667" cy="57399"/>
            </a:xfrm>
            <a:custGeom>
              <a:avLst/>
              <a:gdLst/>
              <a:ahLst/>
              <a:cxnLst/>
              <a:rect l="0" t="0" r="0" b="0"/>
              <a:pathLst>
                <a:path w="94667" h="57399">
                  <a:moveTo>
                    <a:pt x="94667" y="0"/>
                  </a:moveTo>
                  <a:lnTo>
                    <a:pt x="0" y="5739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6" name="Candidate_receptor__2665">
              <a:extLst>
                <a:ext uri="{FF2B5EF4-FFF2-40B4-BE49-F238E27FC236}">
                  <a16:creationId xmlns:a16="http://schemas.microsoft.com/office/drawing/2014/main" id="{6A220DDE-19B9-CD35-C864-73262AEA4563}"/>
                </a:ext>
              </a:extLst>
            </p:cNvPr>
            <p:cNvSpPr>
              <a:spLocks noGrp="1"/>
            </p:cNvSpPr>
            <p:nvPr/>
          </p:nvSpPr>
          <p:spPr>
            <a:xfrm>
              <a:off x="5039608" y="4647638"/>
              <a:ext cx="99636" cy="12144"/>
            </a:xfrm>
            <a:custGeom>
              <a:avLst/>
              <a:gdLst/>
              <a:ahLst/>
              <a:cxnLst/>
              <a:rect l="0" t="0" r="0" b="0"/>
              <a:pathLst>
                <a:path w="99636" h="12144">
                  <a:moveTo>
                    <a:pt x="0" y="0"/>
                  </a:moveTo>
                  <a:lnTo>
                    <a:pt x="99636" y="1214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7" name="Candidate_receptor__2666">
              <a:extLst>
                <a:ext uri="{FF2B5EF4-FFF2-40B4-BE49-F238E27FC236}">
                  <a16:creationId xmlns:a16="http://schemas.microsoft.com/office/drawing/2014/main" id="{D112D685-3312-9C9C-1394-9F4534233681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072059"/>
              <a:ext cx="51873" cy="30865"/>
            </a:xfrm>
            <a:custGeom>
              <a:avLst/>
              <a:gdLst/>
              <a:ahLst/>
              <a:cxnLst/>
              <a:rect l="0" t="0" r="0" b="0"/>
              <a:pathLst>
                <a:path w="51873" h="30865">
                  <a:moveTo>
                    <a:pt x="0" y="30865"/>
                  </a:moveTo>
                  <a:lnTo>
                    <a:pt x="5187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8" name="Candidate_receptor__2667">
              <a:extLst>
                <a:ext uri="{FF2B5EF4-FFF2-40B4-BE49-F238E27FC236}">
                  <a16:creationId xmlns:a16="http://schemas.microsoft.com/office/drawing/2014/main" id="{DAB68DE3-3F7A-8AD0-14ED-BFB5463F0004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56343"/>
              <a:ext cx="40021" cy="69741"/>
            </a:xfrm>
            <a:custGeom>
              <a:avLst/>
              <a:gdLst/>
              <a:ahLst/>
              <a:cxnLst/>
              <a:rect l="0" t="0" r="0" b="0"/>
              <a:pathLst>
                <a:path w="40021" h="69741">
                  <a:moveTo>
                    <a:pt x="40021" y="0"/>
                  </a:moveTo>
                  <a:lnTo>
                    <a:pt x="0" y="69741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9" name="Candidate_receptor__2668">
              <a:extLst>
                <a:ext uri="{FF2B5EF4-FFF2-40B4-BE49-F238E27FC236}">
                  <a16:creationId xmlns:a16="http://schemas.microsoft.com/office/drawing/2014/main" id="{FA4FB333-CB7E-B1FC-E04C-EAA635186F43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20655"/>
              <a:ext cx="54674" cy="51055"/>
            </a:xfrm>
            <a:custGeom>
              <a:avLst/>
              <a:gdLst/>
              <a:ahLst/>
              <a:cxnLst/>
              <a:rect l="0" t="0" r="0" b="0"/>
              <a:pathLst>
                <a:path w="54674" h="51055">
                  <a:moveTo>
                    <a:pt x="54674" y="0"/>
                  </a:moveTo>
                  <a:lnTo>
                    <a:pt x="0" y="5105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0" name="Candidate_receptor__2669">
              <a:extLst>
                <a:ext uri="{FF2B5EF4-FFF2-40B4-BE49-F238E27FC236}">
                  <a16:creationId xmlns:a16="http://schemas.microsoft.com/office/drawing/2014/main" id="{3DCABBA5-E39F-0127-FFD5-1E26109EE785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772567"/>
              <a:ext cx="15689" cy="42825"/>
            </a:xfrm>
            <a:custGeom>
              <a:avLst/>
              <a:gdLst/>
              <a:ahLst/>
              <a:cxnLst/>
              <a:rect l="0" t="0" r="0" b="0"/>
              <a:pathLst>
                <a:path w="15689" h="42825">
                  <a:moveTo>
                    <a:pt x="15689" y="428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1" name="Candidate_receptor__2670">
              <a:extLst>
                <a:ext uri="{FF2B5EF4-FFF2-40B4-BE49-F238E27FC236}">
                  <a16:creationId xmlns:a16="http://schemas.microsoft.com/office/drawing/2014/main" id="{108BE539-E5B5-E7CA-9972-507D4DF4EE8D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47638"/>
              <a:ext cx="43658" cy="83761"/>
            </a:xfrm>
            <a:custGeom>
              <a:avLst/>
              <a:gdLst/>
              <a:ahLst/>
              <a:cxnLst/>
              <a:rect l="0" t="0" r="0" b="0"/>
              <a:pathLst>
                <a:path w="43658" h="83761">
                  <a:moveTo>
                    <a:pt x="0" y="83761"/>
                  </a:moveTo>
                  <a:lnTo>
                    <a:pt x="436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2" name="Candidate_receptor__2671">
              <a:extLst>
                <a:ext uri="{FF2B5EF4-FFF2-40B4-BE49-F238E27FC236}">
                  <a16:creationId xmlns:a16="http://schemas.microsoft.com/office/drawing/2014/main" id="{EB28CC77-E573-334A-EE5B-D07F020FB2B5}"/>
                </a:ext>
              </a:extLst>
            </p:cNvPr>
            <p:cNvSpPr>
              <a:spLocks noGrp="1"/>
            </p:cNvSpPr>
            <p:nvPr/>
          </p:nvSpPr>
          <p:spPr>
            <a:xfrm>
              <a:off x="4835059" y="3486277"/>
              <a:ext cx="68387" cy="30537"/>
            </a:xfrm>
            <a:custGeom>
              <a:avLst/>
              <a:gdLst/>
              <a:ahLst/>
              <a:cxnLst/>
              <a:rect l="0" t="0" r="0" b="0"/>
              <a:pathLst>
                <a:path w="68387" h="30537">
                  <a:moveTo>
                    <a:pt x="68387" y="0"/>
                  </a:moveTo>
                  <a:lnTo>
                    <a:pt x="0" y="30537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73" name="Candidate_receptor__2672">
              <a:extLst>
                <a:ext uri="{FF2B5EF4-FFF2-40B4-BE49-F238E27FC236}">
                  <a16:creationId xmlns:a16="http://schemas.microsoft.com/office/drawing/2014/main" id="{6D8F70B3-6531-D645-0D65-6E04C184A95B}"/>
                </a:ext>
              </a:extLst>
            </p:cNvPr>
            <p:cNvSpPr>
              <a:spLocks noGrp="1"/>
            </p:cNvSpPr>
            <p:nvPr/>
          </p:nvSpPr>
          <p:spPr>
            <a:xfrm>
              <a:off x="6468219" y="4294326"/>
              <a:ext cx="108396" cy="26308"/>
            </a:xfrm>
            <a:custGeom>
              <a:avLst/>
              <a:gdLst/>
              <a:ahLst/>
              <a:cxnLst/>
              <a:rect l="0" t="0" r="0" b="0"/>
              <a:pathLst>
                <a:path w="108396" h="26308">
                  <a:moveTo>
                    <a:pt x="108396" y="0"/>
                  </a:moveTo>
                  <a:lnTo>
                    <a:pt x="0" y="263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4" name="Candidate_receptor__2673">
              <a:extLst>
                <a:ext uri="{FF2B5EF4-FFF2-40B4-BE49-F238E27FC236}">
                  <a16:creationId xmlns:a16="http://schemas.microsoft.com/office/drawing/2014/main" id="{830B23A5-1C69-3524-A01A-A8552952CCD8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834751"/>
              <a:ext cx="59428" cy="32255"/>
            </a:xfrm>
            <a:custGeom>
              <a:avLst/>
              <a:gdLst/>
              <a:ahLst/>
              <a:cxnLst/>
              <a:rect l="0" t="0" r="0" b="0"/>
              <a:pathLst>
                <a:path w="59428" h="32255">
                  <a:moveTo>
                    <a:pt x="0" y="0"/>
                  </a:moveTo>
                  <a:lnTo>
                    <a:pt x="59428" y="32255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75" name="Candidate_receptor__2674">
              <a:extLst>
                <a:ext uri="{FF2B5EF4-FFF2-40B4-BE49-F238E27FC236}">
                  <a16:creationId xmlns:a16="http://schemas.microsoft.com/office/drawing/2014/main" id="{F15E907A-2D91-C162-AA1F-F567EBE4C5FA}"/>
                </a:ext>
              </a:extLst>
            </p:cNvPr>
            <p:cNvSpPr>
              <a:spLocks noGrp="1"/>
            </p:cNvSpPr>
            <p:nvPr/>
          </p:nvSpPr>
          <p:spPr>
            <a:xfrm>
              <a:off x="6372751" y="4466385"/>
              <a:ext cx="24967" cy="89957"/>
            </a:xfrm>
            <a:custGeom>
              <a:avLst/>
              <a:gdLst/>
              <a:ahLst/>
              <a:cxnLst/>
              <a:rect l="0" t="0" r="0" b="0"/>
              <a:pathLst>
                <a:path w="24967" h="89957">
                  <a:moveTo>
                    <a:pt x="0" y="0"/>
                  </a:moveTo>
                  <a:lnTo>
                    <a:pt x="24967" y="89957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6" name="Candidate_receptor__2675">
              <a:extLst>
                <a:ext uri="{FF2B5EF4-FFF2-40B4-BE49-F238E27FC236}">
                  <a16:creationId xmlns:a16="http://schemas.microsoft.com/office/drawing/2014/main" id="{E52F8F1B-BDF2-0065-AD26-F7F27DD3335E}"/>
                </a:ext>
              </a:extLst>
            </p:cNvPr>
            <p:cNvSpPr>
              <a:spLocks noGrp="1"/>
            </p:cNvSpPr>
            <p:nvPr/>
          </p:nvSpPr>
          <p:spPr>
            <a:xfrm>
              <a:off x="5258723" y="4548748"/>
              <a:ext cx="54445" cy="75335"/>
            </a:xfrm>
            <a:custGeom>
              <a:avLst/>
              <a:gdLst/>
              <a:ahLst/>
              <a:cxnLst/>
              <a:rect l="0" t="0" r="0" b="0"/>
              <a:pathLst>
                <a:path w="54445" h="75335">
                  <a:moveTo>
                    <a:pt x="0" y="75335"/>
                  </a:moveTo>
                  <a:lnTo>
                    <a:pt x="5444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7" name="Candidate_receptor__2676">
              <a:extLst>
                <a:ext uri="{FF2B5EF4-FFF2-40B4-BE49-F238E27FC236}">
                  <a16:creationId xmlns:a16="http://schemas.microsoft.com/office/drawing/2014/main" id="{E0F38D11-6CFB-A17E-A8C6-E681E3CBEDFF}"/>
                </a:ext>
              </a:extLst>
            </p:cNvPr>
            <p:cNvSpPr>
              <a:spLocks noGrp="1"/>
            </p:cNvSpPr>
            <p:nvPr/>
          </p:nvSpPr>
          <p:spPr>
            <a:xfrm>
              <a:off x="4700646" y="2287584"/>
              <a:ext cx="90498" cy="42939"/>
            </a:xfrm>
            <a:custGeom>
              <a:avLst/>
              <a:gdLst/>
              <a:ahLst/>
              <a:cxnLst/>
              <a:rect l="0" t="0" r="0" b="0"/>
              <a:pathLst>
                <a:path w="90498" h="42939">
                  <a:moveTo>
                    <a:pt x="90498" y="429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8" name="Candidate_receptor__2677">
              <a:extLst>
                <a:ext uri="{FF2B5EF4-FFF2-40B4-BE49-F238E27FC236}">
                  <a16:creationId xmlns:a16="http://schemas.microsoft.com/office/drawing/2014/main" id="{6201F262-6F4D-9D8E-55D7-24DCD1D93033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3511"/>
              <a:ext cx="107552" cy="5106"/>
            </a:xfrm>
            <a:custGeom>
              <a:avLst/>
              <a:gdLst/>
              <a:ahLst/>
              <a:cxnLst/>
              <a:rect l="0" t="0" r="0" b="0"/>
              <a:pathLst>
                <a:path w="107552" h="5106">
                  <a:moveTo>
                    <a:pt x="0" y="5106"/>
                  </a:moveTo>
                  <a:lnTo>
                    <a:pt x="10755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9" name="Candidate_receptor__2678">
              <a:extLst>
                <a:ext uri="{FF2B5EF4-FFF2-40B4-BE49-F238E27FC236}">
                  <a16:creationId xmlns:a16="http://schemas.microsoft.com/office/drawing/2014/main" id="{ABC85519-D54F-3DBA-9CD7-2654DB0620FC}"/>
                </a:ext>
              </a:extLst>
            </p:cNvPr>
            <p:cNvSpPr>
              <a:spLocks noGrp="1"/>
            </p:cNvSpPr>
            <p:nvPr/>
          </p:nvSpPr>
          <p:spPr>
            <a:xfrm>
              <a:off x="4969081" y="5150434"/>
              <a:ext cx="38558" cy="107662"/>
            </a:xfrm>
            <a:custGeom>
              <a:avLst/>
              <a:gdLst/>
              <a:ahLst/>
              <a:cxnLst/>
              <a:rect l="0" t="0" r="0" b="0"/>
              <a:pathLst>
                <a:path w="38558" h="107662">
                  <a:moveTo>
                    <a:pt x="0" y="107662"/>
                  </a:moveTo>
                  <a:lnTo>
                    <a:pt x="385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80" name="Candidate_receptor__2679">
              <a:extLst>
                <a:ext uri="{FF2B5EF4-FFF2-40B4-BE49-F238E27FC236}">
                  <a16:creationId xmlns:a16="http://schemas.microsoft.com/office/drawing/2014/main" id="{501E7F57-4265-69BA-28BE-EA4FA6B2E4B7}"/>
                </a:ext>
              </a:extLst>
            </p:cNvPr>
            <p:cNvSpPr>
              <a:spLocks noGrp="1"/>
            </p:cNvSpPr>
            <p:nvPr/>
          </p:nvSpPr>
          <p:spPr>
            <a:xfrm>
              <a:off x="5005715" y="3425738"/>
              <a:ext cx="31704" cy="104106"/>
            </a:xfrm>
            <a:custGeom>
              <a:avLst/>
              <a:gdLst/>
              <a:ahLst/>
              <a:cxnLst/>
              <a:rect l="0" t="0" r="0" b="0"/>
              <a:pathLst>
                <a:path w="31704" h="104106">
                  <a:moveTo>
                    <a:pt x="31704" y="0"/>
                  </a:moveTo>
                  <a:lnTo>
                    <a:pt x="0" y="104106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81" name="Candidate_receptor__2680">
              <a:extLst>
                <a:ext uri="{FF2B5EF4-FFF2-40B4-BE49-F238E27FC236}">
                  <a16:creationId xmlns:a16="http://schemas.microsoft.com/office/drawing/2014/main" id="{D6068034-A01A-6A4E-33BC-C36A18632C8D}"/>
                </a:ext>
              </a:extLst>
            </p:cNvPr>
            <p:cNvSpPr>
              <a:spLocks noGrp="1"/>
            </p:cNvSpPr>
            <p:nvPr/>
          </p:nvSpPr>
          <p:spPr>
            <a:xfrm>
              <a:off x="5168818" y="2462899"/>
              <a:ext cx="28112" cy="107279"/>
            </a:xfrm>
            <a:custGeom>
              <a:avLst/>
              <a:gdLst/>
              <a:ahLst/>
              <a:cxnLst/>
              <a:rect l="0" t="0" r="0" b="0"/>
              <a:pathLst>
                <a:path w="28112" h="107279">
                  <a:moveTo>
                    <a:pt x="0" y="0"/>
                  </a:moveTo>
                  <a:lnTo>
                    <a:pt x="28112" y="10727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2" name="Candidate_receptor__2681">
              <a:extLst>
                <a:ext uri="{FF2B5EF4-FFF2-40B4-BE49-F238E27FC236}">
                  <a16:creationId xmlns:a16="http://schemas.microsoft.com/office/drawing/2014/main" id="{4B245FE2-670A-1E4D-08BB-36AE552C038F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776555"/>
              <a:ext cx="12815" cy="109991"/>
            </a:xfrm>
            <a:custGeom>
              <a:avLst/>
              <a:gdLst/>
              <a:ahLst/>
              <a:cxnLst/>
              <a:rect l="0" t="0" r="0" b="0"/>
              <a:pathLst>
                <a:path w="12815" h="109991">
                  <a:moveTo>
                    <a:pt x="0" y="109991"/>
                  </a:moveTo>
                  <a:lnTo>
                    <a:pt x="12815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3" name="Candidate_receptor__2682">
              <a:extLst>
                <a:ext uri="{FF2B5EF4-FFF2-40B4-BE49-F238E27FC236}">
                  <a16:creationId xmlns:a16="http://schemas.microsoft.com/office/drawing/2014/main" id="{05DAC895-098B-14FF-C84C-15EEEB8FF111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287584"/>
              <a:ext cx="90485" cy="55184"/>
            </a:xfrm>
            <a:custGeom>
              <a:avLst/>
              <a:gdLst/>
              <a:ahLst/>
              <a:cxnLst/>
              <a:rect l="0" t="0" r="0" b="0"/>
              <a:pathLst>
                <a:path w="90485" h="55184">
                  <a:moveTo>
                    <a:pt x="90485" y="0"/>
                  </a:moveTo>
                  <a:lnTo>
                    <a:pt x="0" y="5518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4" name="Candidate_receptor__2683">
              <a:extLst>
                <a:ext uri="{FF2B5EF4-FFF2-40B4-BE49-F238E27FC236}">
                  <a16:creationId xmlns:a16="http://schemas.microsoft.com/office/drawing/2014/main" id="{1F02393A-9766-D3FC-8B01-B82177949F1C}"/>
                </a:ext>
              </a:extLst>
            </p:cNvPr>
            <p:cNvSpPr>
              <a:spLocks noGrp="1"/>
            </p:cNvSpPr>
            <p:nvPr/>
          </p:nvSpPr>
          <p:spPr>
            <a:xfrm>
              <a:off x="6496059" y="4768475"/>
              <a:ext cx="108531" cy="35210"/>
            </a:xfrm>
            <a:custGeom>
              <a:avLst/>
              <a:gdLst/>
              <a:ahLst/>
              <a:cxnLst/>
              <a:rect l="0" t="0" r="0" b="0"/>
              <a:pathLst>
                <a:path w="108531" h="35210">
                  <a:moveTo>
                    <a:pt x="0" y="35210"/>
                  </a:moveTo>
                  <a:lnTo>
                    <a:pt x="108531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85" name="Candidate_receptor__2684">
              <a:extLst>
                <a:ext uri="{FF2B5EF4-FFF2-40B4-BE49-F238E27FC236}">
                  <a16:creationId xmlns:a16="http://schemas.microsoft.com/office/drawing/2014/main" id="{2802AB6F-039A-9FFF-B506-B87B59F80002}"/>
                </a:ext>
              </a:extLst>
            </p:cNvPr>
            <p:cNvSpPr>
              <a:spLocks noGrp="1"/>
            </p:cNvSpPr>
            <p:nvPr/>
          </p:nvSpPr>
          <p:spPr>
            <a:xfrm>
              <a:off x="6321502" y="4013511"/>
              <a:ext cx="27416" cy="97051"/>
            </a:xfrm>
            <a:custGeom>
              <a:avLst/>
              <a:gdLst/>
              <a:ahLst/>
              <a:cxnLst/>
              <a:rect l="0" t="0" r="0" b="0"/>
              <a:pathLst>
                <a:path w="27416" h="97051">
                  <a:moveTo>
                    <a:pt x="0" y="0"/>
                  </a:moveTo>
                  <a:lnTo>
                    <a:pt x="27416" y="9705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6" name="Candidate_receptor__2685">
              <a:extLst>
                <a:ext uri="{FF2B5EF4-FFF2-40B4-BE49-F238E27FC236}">
                  <a16:creationId xmlns:a16="http://schemas.microsoft.com/office/drawing/2014/main" id="{DDC146A3-1B36-97F7-C174-BDF057484B02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500236"/>
              <a:ext cx="8209" cy="14739"/>
            </a:xfrm>
            <a:custGeom>
              <a:avLst/>
              <a:gdLst/>
              <a:ahLst/>
              <a:cxnLst/>
              <a:rect l="0" t="0" r="0" b="0"/>
              <a:pathLst>
                <a:path w="8209" h="14739">
                  <a:moveTo>
                    <a:pt x="0" y="14739"/>
                  </a:moveTo>
                  <a:lnTo>
                    <a:pt x="820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7" name="Candidate_receptor__2686">
              <a:extLst>
                <a:ext uri="{FF2B5EF4-FFF2-40B4-BE49-F238E27FC236}">
                  <a16:creationId xmlns:a16="http://schemas.microsoft.com/office/drawing/2014/main" id="{2A0C5E9A-712D-07EF-7D0D-DEC96811458C}"/>
                </a:ext>
              </a:extLst>
            </p:cNvPr>
            <p:cNvSpPr>
              <a:spLocks noGrp="1"/>
            </p:cNvSpPr>
            <p:nvPr/>
          </p:nvSpPr>
          <p:spPr>
            <a:xfrm>
              <a:off x="5487781" y="4389774"/>
              <a:ext cx="32801" cy="63680"/>
            </a:xfrm>
            <a:custGeom>
              <a:avLst/>
              <a:gdLst/>
              <a:ahLst/>
              <a:cxnLst/>
              <a:rect l="0" t="0" r="0" b="0"/>
              <a:pathLst>
                <a:path w="32801" h="63680">
                  <a:moveTo>
                    <a:pt x="32801" y="636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8" name="Candidate_receptor__2687">
              <a:extLst>
                <a:ext uri="{FF2B5EF4-FFF2-40B4-BE49-F238E27FC236}">
                  <a16:creationId xmlns:a16="http://schemas.microsoft.com/office/drawing/2014/main" id="{44E44369-30C1-C213-215A-2AE1D5C283AB}"/>
                </a:ext>
              </a:extLst>
            </p:cNvPr>
            <p:cNvSpPr>
              <a:spLocks noGrp="1"/>
            </p:cNvSpPr>
            <p:nvPr/>
          </p:nvSpPr>
          <p:spPr>
            <a:xfrm>
              <a:off x="5131030" y="4659781"/>
              <a:ext cx="8213" cy="114643"/>
            </a:xfrm>
            <a:custGeom>
              <a:avLst/>
              <a:gdLst/>
              <a:ahLst/>
              <a:cxnLst/>
              <a:rect l="0" t="0" r="0" b="0"/>
              <a:pathLst>
                <a:path w="8213" h="114643">
                  <a:moveTo>
                    <a:pt x="8213" y="0"/>
                  </a:moveTo>
                  <a:lnTo>
                    <a:pt x="0" y="11464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9" name="Candidate_receptor__2688">
              <a:extLst>
                <a:ext uri="{FF2B5EF4-FFF2-40B4-BE49-F238E27FC236}">
                  <a16:creationId xmlns:a16="http://schemas.microsoft.com/office/drawing/2014/main" id="{A869D5ED-3047-D470-E6FF-E1DB88D4AE25}"/>
                </a:ext>
              </a:extLst>
            </p:cNvPr>
            <p:cNvSpPr>
              <a:spLocks noGrp="1"/>
            </p:cNvSpPr>
            <p:nvPr/>
          </p:nvSpPr>
          <p:spPr>
            <a:xfrm>
              <a:off x="6317746" y="4835541"/>
              <a:ext cx="51607" cy="84980"/>
            </a:xfrm>
            <a:custGeom>
              <a:avLst/>
              <a:gdLst/>
              <a:ahLst/>
              <a:cxnLst/>
              <a:rect l="0" t="0" r="0" b="0"/>
              <a:pathLst>
                <a:path w="51607" h="84980">
                  <a:moveTo>
                    <a:pt x="0" y="0"/>
                  </a:moveTo>
                  <a:lnTo>
                    <a:pt x="51607" y="8498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0" name="Candidate_receptor__2689">
              <a:extLst>
                <a:ext uri="{FF2B5EF4-FFF2-40B4-BE49-F238E27FC236}">
                  <a16:creationId xmlns:a16="http://schemas.microsoft.com/office/drawing/2014/main" id="{0C0F963D-2916-D4E5-B013-6386C2C237DE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10562"/>
              <a:ext cx="90666" cy="55894"/>
            </a:xfrm>
            <a:custGeom>
              <a:avLst/>
              <a:gdLst/>
              <a:ahLst/>
              <a:cxnLst/>
              <a:rect l="0" t="0" r="0" b="0"/>
              <a:pathLst>
                <a:path w="90666" h="55894">
                  <a:moveTo>
                    <a:pt x="90666" y="0"/>
                  </a:moveTo>
                  <a:lnTo>
                    <a:pt x="0" y="5589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1" name="Candidate_receptor__2690">
              <a:extLst>
                <a:ext uri="{FF2B5EF4-FFF2-40B4-BE49-F238E27FC236}">
                  <a16:creationId xmlns:a16="http://schemas.microsoft.com/office/drawing/2014/main" id="{3B32D92B-0161-604D-5DB8-E70D4AD7F02B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43548" cy="29792"/>
            </a:xfrm>
            <a:custGeom>
              <a:avLst/>
              <a:gdLst/>
              <a:ahLst/>
              <a:cxnLst/>
              <a:rect l="0" t="0" r="0" b="0"/>
              <a:pathLst>
                <a:path w="43548" h="29792">
                  <a:moveTo>
                    <a:pt x="0" y="0"/>
                  </a:moveTo>
                  <a:lnTo>
                    <a:pt x="43548" y="2979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2" name="Candidate_receptor__2691">
              <a:extLst>
                <a:ext uri="{FF2B5EF4-FFF2-40B4-BE49-F238E27FC236}">
                  <a16:creationId xmlns:a16="http://schemas.microsoft.com/office/drawing/2014/main" id="{6595B4AC-1D29-3E80-67C4-0591D0D6A4D2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31025"/>
              <a:ext cx="4663" cy="74130"/>
            </a:xfrm>
            <a:custGeom>
              <a:avLst/>
              <a:gdLst/>
              <a:ahLst/>
              <a:cxnLst/>
              <a:rect l="0" t="0" r="0" b="0"/>
              <a:pathLst>
                <a:path w="4663" h="74130">
                  <a:moveTo>
                    <a:pt x="0" y="74130"/>
                  </a:moveTo>
                  <a:lnTo>
                    <a:pt x="4663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3" name="Candidate_receptor__2692">
              <a:extLst>
                <a:ext uri="{FF2B5EF4-FFF2-40B4-BE49-F238E27FC236}">
                  <a16:creationId xmlns:a16="http://schemas.microsoft.com/office/drawing/2014/main" id="{BA688A98-415C-B757-DFA6-BB5AD922C371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30228" cy="2384"/>
            </a:xfrm>
            <a:custGeom>
              <a:avLst/>
              <a:gdLst/>
              <a:ahLst/>
              <a:cxnLst/>
              <a:rect l="0" t="0" r="0" b="0"/>
              <a:pathLst>
                <a:path w="30228" h="2384">
                  <a:moveTo>
                    <a:pt x="0" y="0"/>
                  </a:moveTo>
                  <a:lnTo>
                    <a:pt x="30228" y="2384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4" name="Candidate_receptor__2693">
              <a:extLst>
                <a:ext uri="{FF2B5EF4-FFF2-40B4-BE49-F238E27FC236}">
                  <a16:creationId xmlns:a16="http://schemas.microsoft.com/office/drawing/2014/main" id="{3A3AEE09-5BDB-34DB-3058-2762BC257E58}"/>
                </a:ext>
              </a:extLst>
            </p:cNvPr>
            <p:cNvSpPr>
              <a:spLocks noGrp="1"/>
            </p:cNvSpPr>
            <p:nvPr/>
          </p:nvSpPr>
          <p:spPr>
            <a:xfrm>
              <a:off x="5235508" y="4467845"/>
              <a:ext cx="77660" cy="80903"/>
            </a:xfrm>
            <a:custGeom>
              <a:avLst/>
              <a:gdLst/>
              <a:ahLst/>
              <a:cxnLst/>
              <a:rect l="0" t="0" r="0" b="0"/>
              <a:pathLst>
                <a:path w="77660" h="80903">
                  <a:moveTo>
                    <a:pt x="77660" y="809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5" name="Candidate_receptor__2694">
              <a:extLst>
                <a:ext uri="{FF2B5EF4-FFF2-40B4-BE49-F238E27FC236}">
                  <a16:creationId xmlns:a16="http://schemas.microsoft.com/office/drawing/2014/main" id="{81AF4F05-8342-EB76-3E7B-B2A3BD6C6650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467845"/>
              <a:ext cx="87496" cy="68806"/>
            </a:xfrm>
            <a:custGeom>
              <a:avLst/>
              <a:gdLst/>
              <a:ahLst/>
              <a:cxnLst/>
              <a:rect l="0" t="0" r="0" b="0"/>
              <a:pathLst>
                <a:path w="87496" h="68806">
                  <a:moveTo>
                    <a:pt x="87496" y="0"/>
                  </a:moveTo>
                  <a:lnTo>
                    <a:pt x="0" y="68806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6" name="Candidate_receptor__2695">
              <a:extLst>
                <a:ext uri="{FF2B5EF4-FFF2-40B4-BE49-F238E27FC236}">
                  <a16:creationId xmlns:a16="http://schemas.microsoft.com/office/drawing/2014/main" id="{5AB3C0ED-145E-99A2-379D-F40D68D300DA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71218"/>
              <a:ext cx="89421" cy="23965"/>
            </a:xfrm>
            <a:custGeom>
              <a:avLst/>
              <a:gdLst/>
              <a:ahLst/>
              <a:cxnLst/>
              <a:rect l="0" t="0" r="0" b="0"/>
              <a:pathLst>
                <a:path w="89421" h="23965">
                  <a:moveTo>
                    <a:pt x="89421" y="0"/>
                  </a:moveTo>
                  <a:lnTo>
                    <a:pt x="0" y="23965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7" name="Candidate_receptor__2696">
              <a:extLst>
                <a:ext uri="{FF2B5EF4-FFF2-40B4-BE49-F238E27FC236}">
                  <a16:creationId xmlns:a16="http://schemas.microsoft.com/office/drawing/2014/main" id="{13849839-C056-55CF-684B-C1AE9F0A5874}"/>
                </a:ext>
              </a:extLst>
            </p:cNvPr>
            <p:cNvSpPr>
              <a:spLocks noGrp="1"/>
            </p:cNvSpPr>
            <p:nvPr/>
          </p:nvSpPr>
          <p:spPr>
            <a:xfrm>
              <a:off x="6576615" y="4294326"/>
              <a:ext cx="24772" cy="111212"/>
            </a:xfrm>
            <a:custGeom>
              <a:avLst/>
              <a:gdLst/>
              <a:ahLst/>
              <a:cxnLst/>
              <a:rect l="0" t="0" r="0" b="0"/>
              <a:pathLst>
                <a:path w="24772" h="111212">
                  <a:moveTo>
                    <a:pt x="24772" y="111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8" name="Candidate_receptor__2697">
              <a:extLst>
                <a:ext uri="{FF2B5EF4-FFF2-40B4-BE49-F238E27FC236}">
                  <a16:creationId xmlns:a16="http://schemas.microsoft.com/office/drawing/2014/main" id="{D6DA56B4-2095-B221-DDD4-76F4701569A9}"/>
                </a:ext>
              </a:extLst>
            </p:cNvPr>
            <p:cNvSpPr>
              <a:spLocks noGrp="1"/>
            </p:cNvSpPr>
            <p:nvPr/>
          </p:nvSpPr>
          <p:spPr>
            <a:xfrm>
              <a:off x="5196931" y="2570178"/>
              <a:ext cx="85818" cy="34749"/>
            </a:xfrm>
            <a:custGeom>
              <a:avLst/>
              <a:gdLst/>
              <a:ahLst/>
              <a:cxnLst/>
              <a:rect l="0" t="0" r="0" b="0"/>
              <a:pathLst>
                <a:path w="85818" h="34749">
                  <a:moveTo>
                    <a:pt x="0" y="0"/>
                  </a:moveTo>
                  <a:lnTo>
                    <a:pt x="85818" y="3474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9" name="Candidate_receptor__2698">
              <a:extLst>
                <a:ext uri="{FF2B5EF4-FFF2-40B4-BE49-F238E27FC236}">
                  <a16:creationId xmlns:a16="http://schemas.microsoft.com/office/drawing/2014/main" id="{CEF2FEE8-B48B-D0CD-E564-6CAB1AA5A594}"/>
                </a:ext>
              </a:extLst>
            </p:cNvPr>
            <p:cNvSpPr>
              <a:spLocks noGrp="1"/>
            </p:cNvSpPr>
            <p:nvPr/>
          </p:nvSpPr>
          <p:spPr>
            <a:xfrm>
              <a:off x="5341444" y="4271218"/>
              <a:ext cx="83085" cy="21111"/>
            </a:xfrm>
            <a:custGeom>
              <a:avLst/>
              <a:gdLst/>
              <a:ahLst/>
              <a:cxnLst/>
              <a:rect l="0" t="0" r="0" b="0"/>
              <a:pathLst>
                <a:path w="83085" h="21111">
                  <a:moveTo>
                    <a:pt x="83085" y="211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0" name="Candidate_receptor__2699">
              <a:extLst>
                <a:ext uri="{FF2B5EF4-FFF2-40B4-BE49-F238E27FC236}">
                  <a16:creationId xmlns:a16="http://schemas.microsoft.com/office/drawing/2014/main" id="{2510464A-E9BA-26A0-7BBA-87AF63C82B9F}"/>
                </a:ext>
              </a:extLst>
            </p:cNvPr>
            <p:cNvSpPr>
              <a:spLocks noGrp="1"/>
            </p:cNvSpPr>
            <p:nvPr/>
          </p:nvSpPr>
          <p:spPr>
            <a:xfrm>
              <a:off x="5064863" y="2413811"/>
              <a:ext cx="103956" cy="49089"/>
            </a:xfrm>
            <a:custGeom>
              <a:avLst/>
              <a:gdLst/>
              <a:ahLst/>
              <a:cxnLst/>
              <a:rect l="0" t="0" r="0" b="0"/>
              <a:pathLst>
                <a:path w="103956" h="49089">
                  <a:moveTo>
                    <a:pt x="0" y="0"/>
                  </a:moveTo>
                  <a:lnTo>
                    <a:pt x="103956" y="49089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01" name="Candidate_receptor__2700">
              <a:extLst>
                <a:ext uri="{FF2B5EF4-FFF2-40B4-BE49-F238E27FC236}">
                  <a16:creationId xmlns:a16="http://schemas.microsoft.com/office/drawing/2014/main" id="{A2702297-209E-EA49-2419-52AF5C1B999F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79666"/>
              <a:ext cx="77550" cy="47469"/>
            </a:xfrm>
            <a:custGeom>
              <a:avLst/>
              <a:gdLst/>
              <a:ahLst/>
              <a:cxnLst/>
              <a:rect l="0" t="0" r="0" b="0"/>
              <a:pathLst>
                <a:path w="77550" h="47469">
                  <a:moveTo>
                    <a:pt x="77550" y="0"/>
                  </a:moveTo>
                  <a:lnTo>
                    <a:pt x="0" y="4746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2" name="Candidate_receptor__2701">
              <a:extLst>
                <a:ext uri="{FF2B5EF4-FFF2-40B4-BE49-F238E27FC236}">
                  <a16:creationId xmlns:a16="http://schemas.microsoft.com/office/drawing/2014/main" id="{4D029293-E179-76A8-62FF-A63094CE7FF4}"/>
                </a:ext>
              </a:extLst>
            </p:cNvPr>
            <p:cNvSpPr>
              <a:spLocks noGrp="1"/>
            </p:cNvSpPr>
            <p:nvPr/>
          </p:nvSpPr>
          <p:spPr>
            <a:xfrm>
              <a:off x="6445870" y="3478094"/>
              <a:ext cx="98878" cy="58864"/>
            </a:xfrm>
            <a:custGeom>
              <a:avLst/>
              <a:gdLst/>
              <a:ahLst/>
              <a:cxnLst/>
              <a:rect l="0" t="0" r="0" b="0"/>
              <a:pathLst>
                <a:path w="98878" h="58864">
                  <a:moveTo>
                    <a:pt x="98878" y="588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03" name="Candidate_receptor__2702">
              <a:extLst>
                <a:ext uri="{FF2B5EF4-FFF2-40B4-BE49-F238E27FC236}">
                  <a16:creationId xmlns:a16="http://schemas.microsoft.com/office/drawing/2014/main" id="{105EFB95-2815-FF02-6475-AA90F882E43C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662530"/>
              <a:ext cx="343" cy="110037"/>
            </a:xfrm>
            <a:custGeom>
              <a:avLst/>
              <a:gdLst/>
              <a:ahLst/>
              <a:cxnLst/>
              <a:rect l="0" t="0" r="0" b="0"/>
              <a:pathLst>
                <a:path w="343" h="110037">
                  <a:moveTo>
                    <a:pt x="0" y="110037"/>
                  </a:moveTo>
                  <a:lnTo>
                    <a:pt x="343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4" name="Candidate_receptor__2703">
              <a:extLst>
                <a:ext uri="{FF2B5EF4-FFF2-40B4-BE49-F238E27FC236}">
                  <a16:creationId xmlns:a16="http://schemas.microsoft.com/office/drawing/2014/main" id="{B093E3FC-9202-C5DC-0169-EE57592D6982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280157"/>
              <a:ext cx="53854" cy="91297"/>
            </a:xfrm>
            <a:custGeom>
              <a:avLst/>
              <a:gdLst/>
              <a:ahLst/>
              <a:cxnLst/>
              <a:rect l="0" t="0" r="0" b="0"/>
              <a:pathLst>
                <a:path w="53854" h="91297">
                  <a:moveTo>
                    <a:pt x="0" y="91297"/>
                  </a:moveTo>
                  <a:lnTo>
                    <a:pt x="53854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5" name="Candidate_receptor__2704">
              <a:extLst>
                <a:ext uri="{FF2B5EF4-FFF2-40B4-BE49-F238E27FC236}">
                  <a16:creationId xmlns:a16="http://schemas.microsoft.com/office/drawing/2014/main" id="{7CA3CBB6-6F0F-0C31-60AB-088E5B525168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320633"/>
              <a:ext cx="16425" cy="66100"/>
            </a:xfrm>
            <a:custGeom>
              <a:avLst/>
              <a:gdLst/>
              <a:ahLst/>
              <a:cxnLst/>
              <a:rect l="0" t="0" r="0" b="0"/>
              <a:pathLst>
                <a:path w="16425" h="66100">
                  <a:moveTo>
                    <a:pt x="16425" y="0"/>
                  </a:moveTo>
                  <a:lnTo>
                    <a:pt x="0" y="6610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6" name="Candidate_receptor__2705">
              <a:extLst>
                <a:ext uri="{FF2B5EF4-FFF2-40B4-BE49-F238E27FC236}">
                  <a16:creationId xmlns:a16="http://schemas.microsoft.com/office/drawing/2014/main" id="{B4FD2C3A-963F-1CCF-DA50-A9F59E4AE40E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453454"/>
              <a:ext cx="49859" cy="92586"/>
            </a:xfrm>
            <a:custGeom>
              <a:avLst/>
              <a:gdLst/>
              <a:ahLst/>
              <a:cxnLst/>
              <a:rect l="0" t="0" r="0" b="0"/>
              <a:pathLst>
                <a:path w="49859" h="92586">
                  <a:moveTo>
                    <a:pt x="0" y="92586"/>
                  </a:moveTo>
                  <a:lnTo>
                    <a:pt x="4985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7" name="Candidate_receptor__2706">
              <a:extLst>
                <a:ext uri="{FF2B5EF4-FFF2-40B4-BE49-F238E27FC236}">
                  <a16:creationId xmlns:a16="http://schemas.microsoft.com/office/drawing/2014/main" id="{01DB62E6-9F29-5E68-2A10-5E53EB96951E}"/>
                </a:ext>
              </a:extLst>
            </p:cNvPr>
            <p:cNvSpPr>
              <a:spLocks noGrp="1"/>
            </p:cNvSpPr>
            <p:nvPr/>
          </p:nvSpPr>
          <p:spPr>
            <a:xfrm>
              <a:off x="6383991" y="3603101"/>
              <a:ext cx="66556" cy="91283"/>
            </a:xfrm>
            <a:custGeom>
              <a:avLst/>
              <a:gdLst/>
              <a:ahLst/>
              <a:cxnLst/>
              <a:rect l="0" t="0" r="0" b="0"/>
              <a:pathLst>
                <a:path w="66556" h="91283">
                  <a:moveTo>
                    <a:pt x="66556" y="912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8" name="Candidate_receptor__2707">
              <a:extLst>
                <a:ext uri="{FF2B5EF4-FFF2-40B4-BE49-F238E27FC236}">
                  <a16:creationId xmlns:a16="http://schemas.microsoft.com/office/drawing/2014/main" id="{346DFEA8-AC00-33F6-1793-E1EF9A4C9F96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393928"/>
              <a:ext cx="1058" cy="32495"/>
            </a:xfrm>
            <a:custGeom>
              <a:avLst/>
              <a:gdLst/>
              <a:ahLst/>
              <a:cxnLst/>
              <a:rect l="0" t="0" r="0" b="0"/>
              <a:pathLst>
                <a:path w="1058" h="32495">
                  <a:moveTo>
                    <a:pt x="1058" y="32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9" name="Candidate_receptor__2708">
              <a:extLst>
                <a:ext uri="{FF2B5EF4-FFF2-40B4-BE49-F238E27FC236}">
                  <a16:creationId xmlns:a16="http://schemas.microsoft.com/office/drawing/2014/main" id="{F3F9725C-F45E-CB2D-32CF-06CBEA9A337F}"/>
                </a:ext>
              </a:extLst>
            </p:cNvPr>
            <p:cNvSpPr>
              <a:spLocks noGrp="1"/>
            </p:cNvSpPr>
            <p:nvPr/>
          </p:nvSpPr>
          <p:spPr>
            <a:xfrm>
              <a:off x="4961200" y="4178533"/>
              <a:ext cx="2323" cy="101133"/>
            </a:xfrm>
            <a:custGeom>
              <a:avLst/>
              <a:gdLst/>
              <a:ahLst/>
              <a:cxnLst/>
              <a:rect l="0" t="0" r="0" b="0"/>
              <a:pathLst>
                <a:path w="2323" h="101133">
                  <a:moveTo>
                    <a:pt x="2323" y="0"/>
                  </a:moveTo>
                  <a:lnTo>
                    <a:pt x="0" y="10113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0" name="Candidate_receptor__2709">
              <a:extLst>
                <a:ext uri="{FF2B5EF4-FFF2-40B4-BE49-F238E27FC236}">
                  <a16:creationId xmlns:a16="http://schemas.microsoft.com/office/drawing/2014/main" id="{FFCC1799-E466-9964-0944-4A9B33FB5FC4}"/>
                </a:ext>
              </a:extLst>
            </p:cNvPr>
            <p:cNvSpPr>
              <a:spLocks noGrp="1"/>
            </p:cNvSpPr>
            <p:nvPr/>
          </p:nvSpPr>
          <p:spPr>
            <a:xfrm>
              <a:off x="5270068" y="5280157"/>
              <a:ext cx="96640" cy="28752"/>
            </a:xfrm>
            <a:custGeom>
              <a:avLst/>
              <a:gdLst/>
              <a:ahLst/>
              <a:cxnLst/>
              <a:rect l="0" t="0" r="0" b="0"/>
              <a:pathLst>
                <a:path w="96640" h="28752">
                  <a:moveTo>
                    <a:pt x="0" y="0"/>
                  </a:moveTo>
                  <a:lnTo>
                    <a:pt x="96640" y="2875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1" name="Candidate_receptor__2710">
              <a:extLst>
                <a:ext uri="{FF2B5EF4-FFF2-40B4-BE49-F238E27FC236}">
                  <a16:creationId xmlns:a16="http://schemas.microsoft.com/office/drawing/2014/main" id="{B2F9DC66-2A52-D064-8E7B-C7D93E354E3E}"/>
                </a:ext>
              </a:extLst>
            </p:cNvPr>
            <p:cNvSpPr>
              <a:spLocks noGrp="1"/>
            </p:cNvSpPr>
            <p:nvPr/>
          </p:nvSpPr>
          <p:spPr>
            <a:xfrm>
              <a:off x="4784581" y="3713182"/>
              <a:ext cx="80922" cy="67040"/>
            </a:xfrm>
            <a:custGeom>
              <a:avLst/>
              <a:gdLst/>
              <a:ahLst/>
              <a:cxnLst/>
              <a:rect l="0" t="0" r="0" b="0"/>
              <a:pathLst>
                <a:path w="80922" h="67040">
                  <a:moveTo>
                    <a:pt x="80922" y="670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12" name="Candidate_receptor__2711">
              <a:extLst>
                <a:ext uri="{FF2B5EF4-FFF2-40B4-BE49-F238E27FC236}">
                  <a16:creationId xmlns:a16="http://schemas.microsoft.com/office/drawing/2014/main" id="{D3D3FDC0-B8A5-8B66-9ED4-979F6EAB8E94}"/>
                </a:ext>
              </a:extLst>
            </p:cNvPr>
            <p:cNvSpPr>
              <a:spLocks noGrp="1"/>
            </p:cNvSpPr>
            <p:nvPr/>
          </p:nvSpPr>
          <p:spPr>
            <a:xfrm>
              <a:off x="4666737" y="2429131"/>
              <a:ext cx="35207" cy="13741"/>
            </a:xfrm>
            <a:custGeom>
              <a:avLst/>
              <a:gdLst/>
              <a:ahLst/>
              <a:cxnLst/>
              <a:rect l="0" t="0" r="0" b="0"/>
              <a:pathLst>
                <a:path w="35207" h="13741">
                  <a:moveTo>
                    <a:pt x="0" y="13741"/>
                  </a:moveTo>
                  <a:lnTo>
                    <a:pt x="35207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3" name="Candidate_receptor__2712">
              <a:extLst>
                <a:ext uri="{FF2B5EF4-FFF2-40B4-BE49-F238E27FC236}">
                  <a16:creationId xmlns:a16="http://schemas.microsoft.com/office/drawing/2014/main" id="{DF0BEB64-C3AF-1CE8-0019-755BEFC46FB8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49994"/>
              <a:ext cx="67388" cy="8901"/>
            </a:xfrm>
            <a:custGeom>
              <a:avLst/>
              <a:gdLst/>
              <a:ahLst/>
              <a:cxnLst/>
              <a:rect l="0" t="0" r="0" b="0"/>
              <a:pathLst>
                <a:path w="67388" h="8901">
                  <a:moveTo>
                    <a:pt x="0" y="0"/>
                  </a:moveTo>
                  <a:lnTo>
                    <a:pt x="67388" y="890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4" name="Candidate_receptor__2713">
              <a:extLst>
                <a:ext uri="{FF2B5EF4-FFF2-40B4-BE49-F238E27FC236}">
                  <a16:creationId xmlns:a16="http://schemas.microsoft.com/office/drawing/2014/main" id="{B6F6B668-AD6B-5B6A-84C0-07470DDEDEBD}"/>
                </a:ext>
              </a:extLst>
            </p:cNvPr>
            <p:cNvSpPr>
              <a:spLocks noGrp="1"/>
            </p:cNvSpPr>
            <p:nvPr/>
          </p:nvSpPr>
          <p:spPr>
            <a:xfrm>
              <a:off x="4728590" y="3621550"/>
              <a:ext cx="55991" cy="91632"/>
            </a:xfrm>
            <a:custGeom>
              <a:avLst/>
              <a:gdLst/>
              <a:ahLst/>
              <a:cxnLst/>
              <a:rect l="0" t="0" r="0" b="0"/>
              <a:pathLst>
                <a:path w="55991" h="91632">
                  <a:moveTo>
                    <a:pt x="55991" y="91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15" name="Candidate_receptor__2714">
              <a:extLst>
                <a:ext uri="{FF2B5EF4-FFF2-40B4-BE49-F238E27FC236}">
                  <a16:creationId xmlns:a16="http://schemas.microsoft.com/office/drawing/2014/main" id="{A4DA17AA-A685-D1F8-9703-74033FC4371D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370632"/>
              <a:ext cx="82072" cy="31534"/>
            </a:xfrm>
            <a:custGeom>
              <a:avLst/>
              <a:gdLst/>
              <a:ahLst/>
              <a:cxnLst/>
              <a:rect l="0" t="0" r="0" b="0"/>
              <a:pathLst>
                <a:path w="82072" h="31534">
                  <a:moveTo>
                    <a:pt x="0" y="31534"/>
                  </a:moveTo>
                  <a:lnTo>
                    <a:pt x="82072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6" name="Candidate_receptor__2715">
              <a:extLst>
                <a:ext uri="{FF2B5EF4-FFF2-40B4-BE49-F238E27FC236}">
                  <a16:creationId xmlns:a16="http://schemas.microsoft.com/office/drawing/2014/main" id="{2CD08B98-D7A0-F3CC-E94B-BF877EFA5240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70549" cy="50584"/>
            </a:xfrm>
            <a:custGeom>
              <a:avLst/>
              <a:gdLst/>
              <a:ahLst/>
              <a:cxnLst/>
              <a:rect l="0" t="0" r="0" b="0"/>
              <a:pathLst>
                <a:path w="70549" h="50584">
                  <a:moveTo>
                    <a:pt x="0" y="0"/>
                  </a:moveTo>
                  <a:lnTo>
                    <a:pt x="70549" y="50584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17" name="Candidate_receptor__2716">
              <a:extLst>
                <a:ext uri="{FF2B5EF4-FFF2-40B4-BE49-F238E27FC236}">
                  <a16:creationId xmlns:a16="http://schemas.microsoft.com/office/drawing/2014/main" id="{CC638A1F-3708-F543-2FBE-B0AF93FB0EF0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942397"/>
              <a:ext cx="35969" cy="8290"/>
            </a:xfrm>
            <a:custGeom>
              <a:avLst/>
              <a:gdLst/>
              <a:ahLst/>
              <a:cxnLst/>
              <a:rect l="0" t="0" r="0" b="0"/>
              <a:pathLst>
                <a:path w="35969" h="8290">
                  <a:moveTo>
                    <a:pt x="35969" y="0"/>
                  </a:moveTo>
                  <a:lnTo>
                    <a:pt x="0" y="8290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2718" name="Candidate_receptor__2717">
              <a:extLst>
                <a:ext uri="{FF2B5EF4-FFF2-40B4-BE49-F238E27FC236}">
                  <a16:creationId xmlns:a16="http://schemas.microsoft.com/office/drawing/2014/main" id="{58AD1706-5C75-0A86-6F87-456A32F5BA0F}"/>
                </a:ext>
              </a:extLst>
            </p:cNvPr>
            <p:cNvSpPr>
              <a:spLocks noGrp="1"/>
            </p:cNvSpPr>
            <p:nvPr/>
          </p:nvSpPr>
          <p:spPr>
            <a:xfrm>
              <a:off x="6227278" y="4370632"/>
              <a:ext cx="73044" cy="39440"/>
            </a:xfrm>
            <a:custGeom>
              <a:avLst/>
              <a:gdLst/>
              <a:ahLst/>
              <a:cxnLst/>
              <a:rect l="0" t="0" r="0" b="0"/>
              <a:pathLst>
                <a:path w="73044" h="39440">
                  <a:moveTo>
                    <a:pt x="0" y="0"/>
                  </a:moveTo>
                  <a:lnTo>
                    <a:pt x="73044" y="3944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19" name="Candidate_receptor__2718">
              <a:extLst>
                <a:ext uri="{FF2B5EF4-FFF2-40B4-BE49-F238E27FC236}">
                  <a16:creationId xmlns:a16="http://schemas.microsoft.com/office/drawing/2014/main" id="{02C7D674-9C91-A4CD-CEA1-73AE0875A172}"/>
                </a:ext>
              </a:extLst>
            </p:cNvPr>
            <p:cNvSpPr>
              <a:spLocks noGrp="1"/>
            </p:cNvSpPr>
            <p:nvPr/>
          </p:nvSpPr>
          <p:spPr>
            <a:xfrm>
              <a:off x="4865503" y="3746004"/>
              <a:ext cx="89750" cy="34219"/>
            </a:xfrm>
            <a:custGeom>
              <a:avLst/>
              <a:gdLst/>
              <a:ahLst/>
              <a:cxnLst/>
              <a:rect l="0" t="0" r="0" b="0"/>
              <a:pathLst>
                <a:path w="89750" h="34219">
                  <a:moveTo>
                    <a:pt x="89750" y="0"/>
                  </a:moveTo>
                  <a:lnTo>
                    <a:pt x="0" y="34219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0" name="Candidate_receptor__2719">
              <a:extLst>
                <a:ext uri="{FF2B5EF4-FFF2-40B4-BE49-F238E27FC236}">
                  <a16:creationId xmlns:a16="http://schemas.microsoft.com/office/drawing/2014/main" id="{2543E281-25BF-1911-C73B-F904BA03E20A}"/>
                </a:ext>
              </a:extLst>
            </p:cNvPr>
            <p:cNvSpPr>
              <a:spLocks noGrp="1"/>
            </p:cNvSpPr>
            <p:nvPr/>
          </p:nvSpPr>
          <p:spPr>
            <a:xfrm>
              <a:off x="5353346" y="5308908"/>
              <a:ext cx="13362" cy="109408"/>
            </a:xfrm>
            <a:custGeom>
              <a:avLst/>
              <a:gdLst/>
              <a:ahLst/>
              <a:cxnLst/>
              <a:rect l="0" t="0" r="0" b="0"/>
              <a:pathLst>
                <a:path w="13362" h="109408">
                  <a:moveTo>
                    <a:pt x="13362" y="0"/>
                  </a:moveTo>
                  <a:lnTo>
                    <a:pt x="0" y="109408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1" name="Candidate_receptor__2720">
              <a:extLst>
                <a:ext uri="{FF2B5EF4-FFF2-40B4-BE49-F238E27FC236}">
                  <a16:creationId xmlns:a16="http://schemas.microsoft.com/office/drawing/2014/main" id="{F7470718-1E9C-C2CA-3D2F-177349518181}"/>
                </a:ext>
              </a:extLst>
            </p:cNvPr>
            <p:cNvSpPr>
              <a:spLocks noGrp="1"/>
            </p:cNvSpPr>
            <p:nvPr/>
          </p:nvSpPr>
          <p:spPr>
            <a:xfrm>
              <a:off x="6604591" y="4690996"/>
              <a:ext cx="52890" cy="77478"/>
            </a:xfrm>
            <a:custGeom>
              <a:avLst/>
              <a:gdLst/>
              <a:ahLst/>
              <a:cxnLst/>
              <a:rect l="0" t="0" r="0" b="0"/>
              <a:pathLst>
                <a:path w="52890" h="77478">
                  <a:moveTo>
                    <a:pt x="0" y="77478"/>
                  </a:moveTo>
                  <a:lnTo>
                    <a:pt x="5289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2" name="Candidate_receptor__2721">
              <a:extLst>
                <a:ext uri="{FF2B5EF4-FFF2-40B4-BE49-F238E27FC236}">
                  <a16:creationId xmlns:a16="http://schemas.microsoft.com/office/drawing/2014/main" id="{EA27AC28-2935-53C0-AEE7-F9BB8872A53F}"/>
                </a:ext>
              </a:extLst>
            </p:cNvPr>
            <p:cNvSpPr>
              <a:spLocks noGrp="1"/>
            </p:cNvSpPr>
            <p:nvPr/>
          </p:nvSpPr>
          <p:spPr>
            <a:xfrm>
              <a:off x="5813374" y="2963803"/>
              <a:ext cx="87624" cy="44824"/>
            </a:xfrm>
            <a:custGeom>
              <a:avLst/>
              <a:gdLst/>
              <a:ahLst/>
              <a:cxnLst/>
              <a:rect l="0" t="0" r="0" b="0"/>
              <a:pathLst>
                <a:path w="87624" h="44824">
                  <a:moveTo>
                    <a:pt x="87624" y="0"/>
                  </a:moveTo>
                  <a:lnTo>
                    <a:pt x="0" y="44824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2723" name="Candidate_receptor__2722">
              <a:extLst>
                <a:ext uri="{FF2B5EF4-FFF2-40B4-BE49-F238E27FC236}">
                  <a16:creationId xmlns:a16="http://schemas.microsoft.com/office/drawing/2014/main" id="{3657F930-8ABB-39A0-8472-297AC2D27AA8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94560" cy="4852"/>
            </a:xfrm>
            <a:custGeom>
              <a:avLst/>
              <a:gdLst/>
              <a:ahLst/>
              <a:cxnLst/>
              <a:rect l="0" t="0" r="0" b="0"/>
              <a:pathLst>
                <a:path w="94560" h="4852">
                  <a:moveTo>
                    <a:pt x="0" y="0"/>
                  </a:moveTo>
                  <a:lnTo>
                    <a:pt x="94560" y="4852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4" name="Candidate_receptor__2723">
              <a:extLst>
                <a:ext uri="{FF2B5EF4-FFF2-40B4-BE49-F238E27FC236}">
                  <a16:creationId xmlns:a16="http://schemas.microsoft.com/office/drawing/2014/main" id="{2F272DC8-F6EB-2433-D91C-E7E588666CA8}"/>
                </a:ext>
              </a:extLst>
            </p:cNvPr>
            <p:cNvSpPr>
              <a:spLocks noGrp="1"/>
            </p:cNvSpPr>
            <p:nvPr/>
          </p:nvSpPr>
          <p:spPr>
            <a:xfrm>
              <a:off x="6356983" y="3694383"/>
              <a:ext cx="93564" cy="63099"/>
            </a:xfrm>
            <a:custGeom>
              <a:avLst/>
              <a:gdLst/>
              <a:ahLst/>
              <a:cxnLst/>
              <a:rect l="0" t="0" r="0" b="0"/>
              <a:pathLst>
                <a:path w="93564" h="63099">
                  <a:moveTo>
                    <a:pt x="0" y="63099"/>
                  </a:moveTo>
                  <a:lnTo>
                    <a:pt x="93564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5" name="Candidate_receptor__2724">
              <a:extLst>
                <a:ext uri="{FF2B5EF4-FFF2-40B4-BE49-F238E27FC236}">
                  <a16:creationId xmlns:a16="http://schemas.microsoft.com/office/drawing/2014/main" id="{F90B718F-7E5E-993C-0E6F-47523E4871B1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102924"/>
              <a:ext cx="102623" cy="40479"/>
            </a:xfrm>
            <a:custGeom>
              <a:avLst/>
              <a:gdLst/>
              <a:ahLst/>
              <a:cxnLst/>
              <a:rect l="0" t="0" r="0" b="0"/>
              <a:pathLst>
                <a:path w="102623" h="40479">
                  <a:moveTo>
                    <a:pt x="102623" y="404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6" name="Candidate_receptor__2725">
              <a:extLst>
                <a:ext uri="{FF2B5EF4-FFF2-40B4-BE49-F238E27FC236}">
                  <a16:creationId xmlns:a16="http://schemas.microsoft.com/office/drawing/2014/main" id="{04BAC808-667B-9441-09D3-0BE58465D54F}"/>
                </a:ext>
              </a:extLst>
            </p:cNvPr>
            <p:cNvSpPr>
              <a:spLocks noGrp="1"/>
            </p:cNvSpPr>
            <p:nvPr/>
          </p:nvSpPr>
          <p:spPr>
            <a:xfrm>
              <a:off x="5572409" y="3996179"/>
              <a:ext cx="94686" cy="63432"/>
            </a:xfrm>
            <a:custGeom>
              <a:avLst/>
              <a:gdLst/>
              <a:ahLst/>
              <a:cxnLst/>
              <a:rect l="0" t="0" r="0" b="0"/>
              <a:pathLst>
                <a:path w="94686" h="63432">
                  <a:moveTo>
                    <a:pt x="94686" y="634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7" name="Candidate_receptor__2726">
              <a:extLst>
                <a:ext uri="{FF2B5EF4-FFF2-40B4-BE49-F238E27FC236}">
                  <a16:creationId xmlns:a16="http://schemas.microsoft.com/office/drawing/2014/main" id="{E35D46D7-BA1D-FF8E-92FF-9DC85ECFDF3C}"/>
                </a:ext>
              </a:extLst>
            </p:cNvPr>
            <p:cNvSpPr>
              <a:spLocks noGrp="1"/>
            </p:cNvSpPr>
            <p:nvPr/>
          </p:nvSpPr>
          <p:spPr>
            <a:xfrm>
              <a:off x="4881444" y="4573648"/>
              <a:ext cx="97505" cy="57088"/>
            </a:xfrm>
            <a:custGeom>
              <a:avLst/>
              <a:gdLst/>
              <a:ahLst/>
              <a:cxnLst/>
              <a:rect l="0" t="0" r="0" b="0"/>
              <a:pathLst>
                <a:path w="97505" h="57088">
                  <a:moveTo>
                    <a:pt x="0" y="57088"/>
                  </a:moveTo>
                  <a:lnTo>
                    <a:pt x="97505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8" name="Candidate_receptor__2727">
              <a:extLst>
                <a:ext uri="{FF2B5EF4-FFF2-40B4-BE49-F238E27FC236}">
                  <a16:creationId xmlns:a16="http://schemas.microsoft.com/office/drawing/2014/main" id="{0B23F873-1328-9111-EEB1-BA0F0C3C1E9C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15636"/>
              <a:ext cx="112954" cy="22983"/>
            </a:xfrm>
            <a:custGeom>
              <a:avLst/>
              <a:gdLst/>
              <a:ahLst/>
              <a:cxnLst/>
              <a:rect l="0" t="0" r="0" b="0"/>
              <a:pathLst>
                <a:path w="112954" h="22983">
                  <a:moveTo>
                    <a:pt x="112954" y="0"/>
                  </a:moveTo>
                  <a:lnTo>
                    <a:pt x="0" y="2298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9" name="Candidate_receptor__2728">
              <a:extLst>
                <a:ext uri="{FF2B5EF4-FFF2-40B4-BE49-F238E27FC236}">
                  <a16:creationId xmlns:a16="http://schemas.microsoft.com/office/drawing/2014/main" id="{BB261B71-9FFD-5276-8747-121E25DA0713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6261"/>
              <a:ext cx="67414" cy="80553"/>
            </a:xfrm>
            <a:custGeom>
              <a:avLst/>
              <a:gdLst/>
              <a:ahLst/>
              <a:cxnLst/>
              <a:rect l="0" t="0" r="0" b="0"/>
              <a:pathLst>
                <a:path w="67414" h="80553">
                  <a:moveTo>
                    <a:pt x="67414" y="805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0" name="Candidate_receptor__2729">
              <a:extLst>
                <a:ext uri="{FF2B5EF4-FFF2-40B4-BE49-F238E27FC236}">
                  <a16:creationId xmlns:a16="http://schemas.microsoft.com/office/drawing/2014/main" id="{559CBA38-3910-C1C4-A51F-D7A9F3707C97}"/>
                </a:ext>
              </a:extLst>
            </p:cNvPr>
            <p:cNvSpPr>
              <a:spLocks noGrp="1"/>
            </p:cNvSpPr>
            <p:nvPr/>
          </p:nvSpPr>
          <p:spPr>
            <a:xfrm>
              <a:off x="5178404" y="3792131"/>
              <a:ext cx="90922" cy="13073"/>
            </a:xfrm>
            <a:custGeom>
              <a:avLst/>
              <a:gdLst/>
              <a:ahLst/>
              <a:cxnLst/>
              <a:rect l="0" t="0" r="0" b="0"/>
              <a:pathLst>
                <a:path w="90922" h="13073">
                  <a:moveTo>
                    <a:pt x="90922" y="0"/>
                  </a:moveTo>
                  <a:lnTo>
                    <a:pt x="0" y="1307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1" name="Candidate_receptor__2730">
              <a:extLst>
                <a:ext uri="{FF2B5EF4-FFF2-40B4-BE49-F238E27FC236}">
                  <a16:creationId xmlns:a16="http://schemas.microsoft.com/office/drawing/2014/main" id="{BB470C1F-02E8-13A2-864D-060676299F0F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03101"/>
              <a:ext cx="68111" cy="15156"/>
            </a:xfrm>
            <a:custGeom>
              <a:avLst/>
              <a:gdLst/>
              <a:ahLst/>
              <a:cxnLst/>
              <a:rect l="0" t="0" r="0" b="0"/>
              <a:pathLst>
                <a:path w="68111" h="15156">
                  <a:moveTo>
                    <a:pt x="68111" y="0"/>
                  </a:moveTo>
                  <a:lnTo>
                    <a:pt x="0" y="15156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2" name="Candidate_receptor__2731">
              <a:extLst>
                <a:ext uri="{FF2B5EF4-FFF2-40B4-BE49-F238E27FC236}">
                  <a16:creationId xmlns:a16="http://schemas.microsoft.com/office/drawing/2014/main" id="{94F52ED3-1DC8-DEB9-98C5-EF50A3F19516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43924" cy="42390"/>
            </a:xfrm>
            <a:custGeom>
              <a:avLst/>
              <a:gdLst/>
              <a:ahLst/>
              <a:cxnLst/>
              <a:rect l="0" t="0" r="0" b="0"/>
              <a:pathLst>
                <a:path w="43924" h="42390">
                  <a:moveTo>
                    <a:pt x="43924" y="42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3" name="Candidate_receptor__2732">
              <a:extLst>
                <a:ext uri="{FF2B5EF4-FFF2-40B4-BE49-F238E27FC236}">
                  <a16:creationId xmlns:a16="http://schemas.microsoft.com/office/drawing/2014/main" id="{CB31F1A4-13CE-D187-0A5E-A1C218DFA330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70113"/>
              <a:ext cx="26599" cy="61286"/>
            </a:xfrm>
            <a:custGeom>
              <a:avLst/>
              <a:gdLst/>
              <a:ahLst/>
              <a:cxnLst/>
              <a:rect l="0" t="0" r="0" b="0"/>
              <a:pathLst>
                <a:path w="26599" h="61286">
                  <a:moveTo>
                    <a:pt x="26599" y="0"/>
                  </a:moveTo>
                  <a:lnTo>
                    <a:pt x="0" y="61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4" name="Candidate_receptor__2733">
              <a:extLst>
                <a:ext uri="{FF2B5EF4-FFF2-40B4-BE49-F238E27FC236}">
                  <a16:creationId xmlns:a16="http://schemas.microsoft.com/office/drawing/2014/main" id="{E76B3F6E-8A59-DCB3-E2D9-18CDFBFF00BB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8617"/>
              <a:ext cx="44450" cy="14702"/>
            </a:xfrm>
            <a:custGeom>
              <a:avLst/>
              <a:gdLst/>
              <a:ahLst/>
              <a:cxnLst/>
              <a:rect l="0" t="0" r="0" b="0"/>
              <a:pathLst>
                <a:path w="44450" h="14702">
                  <a:moveTo>
                    <a:pt x="44450" y="147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5" name="Candidate_receptor__2734">
              <a:extLst>
                <a:ext uri="{FF2B5EF4-FFF2-40B4-BE49-F238E27FC236}">
                  <a16:creationId xmlns:a16="http://schemas.microsoft.com/office/drawing/2014/main" id="{95464743-959A-8436-EB8B-93DA9447AECD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15121"/>
              <a:ext cx="65634" cy="56589"/>
            </a:xfrm>
            <a:custGeom>
              <a:avLst/>
              <a:gdLst/>
              <a:ahLst/>
              <a:cxnLst/>
              <a:rect l="0" t="0" r="0" b="0"/>
              <a:pathLst>
                <a:path w="65634" h="56589">
                  <a:moveTo>
                    <a:pt x="0" y="56589"/>
                  </a:moveTo>
                  <a:lnTo>
                    <a:pt x="65634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6" name="Candidate_receptor__2735">
              <a:extLst>
                <a:ext uri="{FF2B5EF4-FFF2-40B4-BE49-F238E27FC236}">
                  <a16:creationId xmlns:a16="http://schemas.microsoft.com/office/drawing/2014/main" id="{2F7A11F6-EDFA-A16B-6C6C-56BD6F2E6AED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292329"/>
              <a:ext cx="45841" cy="101599"/>
            </a:xfrm>
            <a:custGeom>
              <a:avLst/>
              <a:gdLst/>
              <a:ahLst/>
              <a:cxnLst/>
              <a:rect l="0" t="0" r="0" b="0"/>
              <a:pathLst>
                <a:path w="45841" h="101599">
                  <a:moveTo>
                    <a:pt x="0" y="101599"/>
                  </a:moveTo>
                  <a:lnTo>
                    <a:pt x="4584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7" name="Candidate_receptor__2736">
              <a:extLst>
                <a:ext uri="{FF2B5EF4-FFF2-40B4-BE49-F238E27FC236}">
                  <a16:creationId xmlns:a16="http://schemas.microsoft.com/office/drawing/2014/main" id="{0D669907-9EE5-D116-F4DC-9FC48C54A821}"/>
                </a:ext>
              </a:extLst>
            </p:cNvPr>
            <p:cNvSpPr>
              <a:spLocks noGrp="1"/>
            </p:cNvSpPr>
            <p:nvPr/>
          </p:nvSpPr>
          <p:spPr>
            <a:xfrm>
              <a:off x="6012425" y="4775110"/>
              <a:ext cx="92685" cy="19801"/>
            </a:xfrm>
            <a:custGeom>
              <a:avLst/>
              <a:gdLst/>
              <a:ahLst/>
              <a:cxnLst/>
              <a:rect l="0" t="0" r="0" b="0"/>
              <a:pathLst>
                <a:path w="92685" h="19801">
                  <a:moveTo>
                    <a:pt x="92685" y="198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8" name="Candidate_receptor__2737">
              <a:extLst>
                <a:ext uri="{FF2B5EF4-FFF2-40B4-BE49-F238E27FC236}">
                  <a16:creationId xmlns:a16="http://schemas.microsoft.com/office/drawing/2014/main" id="{C6E7BFD2-D823-76F9-883B-B435A3ECA654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410073"/>
              <a:ext cx="45099" cy="104902"/>
            </a:xfrm>
            <a:custGeom>
              <a:avLst/>
              <a:gdLst/>
              <a:ahLst/>
              <a:cxnLst/>
              <a:rect l="0" t="0" r="0" b="0"/>
              <a:pathLst>
                <a:path w="45099" h="104902">
                  <a:moveTo>
                    <a:pt x="45099" y="0"/>
                  </a:moveTo>
                  <a:lnTo>
                    <a:pt x="0" y="10490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9" name="Candidate_receptor__2738">
              <a:extLst>
                <a:ext uri="{FF2B5EF4-FFF2-40B4-BE49-F238E27FC236}">
                  <a16:creationId xmlns:a16="http://schemas.microsoft.com/office/drawing/2014/main" id="{9A249715-D24E-6216-DF93-B5F6ECDDC1C4}"/>
                </a:ext>
              </a:extLst>
            </p:cNvPr>
            <p:cNvSpPr>
              <a:spLocks noGrp="1"/>
            </p:cNvSpPr>
            <p:nvPr/>
          </p:nvSpPr>
          <p:spPr>
            <a:xfrm>
              <a:off x="5611153" y="4059611"/>
              <a:ext cx="55943" cy="99284"/>
            </a:xfrm>
            <a:custGeom>
              <a:avLst/>
              <a:gdLst/>
              <a:ahLst/>
              <a:cxnLst/>
              <a:rect l="0" t="0" r="0" b="0"/>
              <a:pathLst>
                <a:path w="55943" h="99284">
                  <a:moveTo>
                    <a:pt x="0" y="99284"/>
                  </a:moveTo>
                  <a:lnTo>
                    <a:pt x="55943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0" name="Candidate_receptor__2739">
              <a:extLst>
                <a:ext uri="{FF2B5EF4-FFF2-40B4-BE49-F238E27FC236}">
                  <a16:creationId xmlns:a16="http://schemas.microsoft.com/office/drawing/2014/main" id="{19F40FCC-0DF0-7A13-554D-BF94B3C67A51}"/>
                </a:ext>
              </a:extLst>
            </p:cNvPr>
            <p:cNvSpPr>
              <a:spLocks noGrp="1"/>
            </p:cNvSpPr>
            <p:nvPr/>
          </p:nvSpPr>
          <p:spPr>
            <a:xfrm>
              <a:off x="5039160" y="2413811"/>
              <a:ext cx="25703" cy="57050"/>
            </a:xfrm>
            <a:custGeom>
              <a:avLst/>
              <a:gdLst/>
              <a:ahLst/>
              <a:cxnLst/>
              <a:rect l="0" t="0" r="0" b="0"/>
              <a:pathLst>
                <a:path w="25703" h="57050">
                  <a:moveTo>
                    <a:pt x="0" y="57050"/>
                  </a:moveTo>
                  <a:lnTo>
                    <a:pt x="25703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1" name="Candidate_receptor__2740">
              <a:extLst>
                <a:ext uri="{FF2B5EF4-FFF2-40B4-BE49-F238E27FC236}">
                  <a16:creationId xmlns:a16="http://schemas.microsoft.com/office/drawing/2014/main" id="{EABB99E6-A23B-EF4F-2987-775A9BDFC0FF}"/>
                </a:ext>
              </a:extLst>
            </p:cNvPr>
            <p:cNvSpPr>
              <a:spLocks noGrp="1"/>
            </p:cNvSpPr>
            <p:nvPr/>
          </p:nvSpPr>
          <p:spPr>
            <a:xfrm>
              <a:off x="6544749" y="3536958"/>
              <a:ext cx="12884" cy="36892"/>
            </a:xfrm>
            <a:custGeom>
              <a:avLst/>
              <a:gdLst/>
              <a:ahLst/>
              <a:cxnLst/>
              <a:rect l="0" t="0" r="0" b="0"/>
              <a:pathLst>
                <a:path w="12884" h="36892">
                  <a:moveTo>
                    <a:pt x="12884" y="368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2" name="Candidate_receptor__2741">
              <a:extLst>
                <a:ext uri="{FF2B5EF4-FFF2-40B4-BE49-F238E27FC236}">
                  <a16:creationId xmlns:a16="http://schemas.microsoft.com/office/drawing/2014/main" id="{49B8BCFA-B78C-161A-C998-3D05FC126E19}"/>
                </a:ext>
              </a:extLst>
            </p:cNvPr>
            <p:cNvSpPr>
              <a:spLocks noGrp="1"/>
            </p:cNvSpPr>
            <p:nvPr/>
          </p:nvSpPr>
          <p:spPr>
            <a:xfrm>
              <a:off x="5718198" y="2944656"/>
              <a:ext cx="95176" cy="63971"/>
            </a:xfrm>
            <a:custGeom>
              <a:avLst/>
              <a:gdLst/>
              <a:ahLst/>
              <a:cxnLst/>
              <a:rect l="0" t="0" r="0" b="0"/>
              <a:pathLst>
                <a:path w="95176" h="63971">
                  <a:moveTo>
                    <a:pt x="95176" y="6397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3" name="Candidate_receptor__2742">
              <a:extLst>
                <a:ext uri="{FF2B5EF4-FFF2-40B4-BE49-F238E27FC236}">
                  <a16:creationId xmlns:a16="http://schemas.microsoft.com/office/drawing/2014/main" id="{84DDA674-90F9-A8A8-8013-3A8C5F1BBFB6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536651"/>
              <a:ext cx="49150" cy="30000"/>
            </a:xfrm>
            <a:custGeom>
              <a:avLst/>
              <a:gdLst/>
              <a:ahLst/>
              <a:cxnLst/>
              <a:rect l="0" t="0" r="0" b="0"/>
              <a:pathLst>
                <a:path w="49150" h="30000">
                  <a:moveTo>
                    <a:pt x="0" y="0"/>
                  </a:moveTo>
                  <a:lnTo>
                    <a:pt x="49150" y="3000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4" name="Candidate_receptor__2743">
              <a:extLst>
                <a:ext uri="{FF2B5EF4-FFF2-40B4-BE49-F238E27FC236}">
                  <a16:creationId xmlns:a16="http://schemas.microsoft.com/office/drawing/2014/main" id="{CC1511C5-4010-9AA9-35EA-435E423E3106}"/>
                </a:ext>
              </a:extLst>
            </p:cNvPr>
            <p:cNvSpPr>
              <a:spLocks noGrp="1"/>
            </p:cNvSpPr>
            <p:nvPr/>
          </p:nvSpPr>
          <p:spPr>
            <a:xfrm>
              <a:off x="6076925" y="4251502"/>
              <a:ext cx="79274" cy="44178"/>
            </a:xfrm>
            <a:custGeom>
              <a:avLst/>
              <a:gdLst/>
              <a:ahLst/>
              <a:cxnLst/>
              <a:rect l="0" t="0" r="0" b="0"/>
              <a:pathLst>
                <a:path w="79274" h="44178">
                  <a:moveTo>
                    <a:pt x="0" y="0"/>
                  </a:moveTo>
                  <a:lnTo>
                    <a:pt x="79274" y="4417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5" name="Candidate_receptor__2744">
              <a:extLst>
                <a:ext uri="{FF2B5EF4-FFF2-40B4-BE49-F238E27FC236}">
                  <a16:creationId xmlns:a16="http://schemas.microsoft.com/office/drawing/2014/main" id="{C69AB452-F481-8E71-6B2F-EACA80A3B870}"/>
                </a:ext>
              </a:extLst>
            </p:cNvPr>
            <p:cNvSpPr>
              <a:spLocks noGrp="1"/>
            </p:cNvSpPr>
            <p:nvPr/>
          </p:nvSpPr>
          <p:spPr>
            <a:xfrm>
              <a:off x="4892405" y="5015636"/>
              <a:ext cx="24551" cy="99485"/>
            </a:xfrm>
            <a:custGeom>
              <a:avLst/>
              <a:gdLst/>
              <a:ahLst/>
              <a:cxnLst/>
              <a:rect l="0" t="0" r="0" b="0"/>
              <a:pathLst>
                <a:path w="24551" h="99485">
                  <a:moveTo>
                    <a:pt x="24551" y="994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6" name="Candidate_receptor__2745">
              <a:extLst>
                <a:ext uri="{FF2B5EF4-FFF2-40B4-BE49-F238E27FC236}">
                  <a16:creationId xmlns:a16="http://schemas.microsoft.com/office/drawing/2014/main" id="{3351B718-6A2D-2EF1-CD23-260290068420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75110"/>
              <a:ext cx="69915" cy="9286"/>
            </a:xfrm>
            <a:custGeom>
              <a:avLst/>
              <a:gdLst/>
              <a:ahLst/>
              <a:cxnLst/>
              <a:rect l="0" t="0" r="0" b="0"/>
              <a:pathLst>
                <a:path w="69915" h="9286">
                  <a:moveTo>
                    <a:pt x="69915" y="0"/>
                  </a:moveTo>
                  <a:lnTo>
                    <a:pt x="0" y="9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7" name="Candidate_receptor__2746">
              <a:extLst>
                <a:ext uri="{FF2B5EF4-FFF2-40B4-BE49-F238E27FC236}">
                  <a16:creationId xmlns:a16="http://schemas.microsoft.com/office/drawing/2014/main" id="{E80AAE9E-412F-DDCA-930F-A0C4EC3560EE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251502"/>
              <a:ext cx="74966" cy="1782"/>
            </a:xfrm>
            <a:custGeom>
              <a:avLst/>
              <a:gdLst/>
              <a:ahLst/>
              <a:cxnLst/>
              <a:rect l="0" t="0" r="0" b="0"/>
              <a:pathLst>
                <a:path w="74966" h="1782">
                  <a:moveTo>
                    <a:pt x="0" y="1782"/>
                  </a:moveTo>
                  <a:lnTo>
                    <a:pt x="7496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8" name="Candidate_receptor__2747">
              <a:extLst>
                <a:ext uri="{FF2B5EF4-FFF2-40B4-BE49-F238E27FC236}">
                  <a16:creationId xmlns:a16="http://schemas.microsoft.com/office/drawing/2014/main" id="{44EC1960-D2F7-ED19-8122-40BD16371A79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24310"/>
              <a:ext cx="92800" cy="67729"/>
            </a:xfrm>
            <a:custGeom>
              <a:avLst/>
              <a:gdLst/>
              <a:ahLst/>
              <a:cxnLst/>
              <a:rect l="0" t="0" r="0" b="0"/>
              <a:pathLst>
                <a:path w="92800" h="67729">
                  <a:moveTo>
                    <a:pt x="92800" y="0"/>
                  </a:moveTo>
                  <a:lnTo>
                    <a:pt x="0" y="6772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9" name="Candidate_receptor__2748">
              <a:extLst>
                <a:ext uri="{FF2B5EF4-FFF2-40B4-BE49-F238E27FC236}">
                  <a16:creationId xmlns:a16="http://schemas.microsoft.com/office/drawing/2014/main" id="{17FE55A3-2876-08A0-A198-4F91CB3753E2}"/>
                </a:ext>
              </a:extLst>
            </p:cNvPr>
            <p:cNvSpPr>
              <a:spLocks noGrp="1"/>
            </p:cNvSpPr>
            <p:nvPr/>
          </p:nvSpPr>
          <p:spPr>
            <a:xfrm>
              <a:off x="5883713" y="4635045"/>
              <a:ext cx="114008" cy="16448"/>
            </a:xfrm>
            <a:custGeom>
              <a:avLst/>
              <a:gdLst/>
              <a:ahLst/>
              <a:cxnLst/>
              <a:rect l="0" t="0" r="0" b="0"/>
              <a:pathLst>
                <a:path w="114008" h="16448">
                  <a:moveTo>
                    <a:pt x="114008" y="0"/>
                  </a:moveTo>
                  <a:lnTo>
                    <a:pt x="0" y="1644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0" name="Candidate_receptor__2749">
              <a:extLst>
                <a:ext uri="{FF2B5EF4-FFF2-40B4-BE49-F238E27FC236}">
                  <a16:creationId xmlns:a16="http://schemas.microsoft.com/office/drawing/2014/main" id="{781BB3BA-1E56-37BD-82A7-BA6FC031FEF9}"/>
                </a:ext>
              </a:extLst>
            </p:cNvPr>
            <p:cNvSpPr>
              <a:spLocks noGrp="1"/>
            </p:cNvSpPr>
            <p:nvPr/>
          </p:nvSpPr>
          <p:spPr>
            <a:xfrm>
              <a:off x="6233944" y="3877859"/>
              <a:ext cx="90797" cy="61872"/>
            </a:xfrm>
            <a:custGeom>
              <a:avLst/>
              <a:gdLst/>
              <a:ahLst/>
              <a:cxnLst/>
              <a:rect l="0" t="0" r="0" b="0"/>
              <a:pathLst>
                <a:path w="90797" h="61872">
                  <a:moveTo>
                    <a:pt x="0" y="0"/>
                  </a:moveTo>
                  <a:lnTo>
                    <a:pt x="90797" y="6187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1" name="Candidate_receptor__2750">
              <a:extLst>
                <a:ext uri="{FF2B5EF4-FFF2-40B4-BE49-F238E27FC236}">
                  <a16:creationId xmlns:a16="http://schemas.microsoft.com/office/drawing/2014/main" id="{502D5C00-B834-B7E6-9253-000AF15A6A7B}"/>
                </a:ext>
              </a:extLst>
            </p:cNvPr>
            <p:cNvSpPr>
              <a:spLocks noGrp="1"/>
            </p:cNvSpPr>
            <p:nvPr/>
          </p:nvSpPr>
          <p:spPr>
            <a:xfrm>
              <a:off x="5765665" y="3231841"/>
              <a:ext cx="77975" cy="72644"/>
            </a:xfrm>
            <a:custGeom>
              <a:avLst/>
              <a:gdLst/>
              <a:ahLst/>
              <a:cxnLst/>
              <a:rect l="0" t="0" r="0" b="0"/>
              <a:pathLst>
                <a:path w="77975" h="72644">
                  <a:moveTo>
                    <a:pt x="77975" y="0"/>
                  </a:moveTo>
                  <a:lnTo>
                    <a:pt x="0" y="7264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2" name="Candidate_receptor__2751">
              <a:extLst>
                <a:ext uri="{FF2B5EF4-FFF2-40B4-BE49-F238E27FC236}">
                  <a16:creationId xmlns:a16="http://schemas.microsoft.com/office/drawing/2014/main" id="{FB35A5B8-DA41-7A1B-B4A0-EEE5FAC6A694}"/>
                </a:ext>
              </a:extLst>
            </p:cNvPr>
            <p:cNvSpPr>
              <a:spLocks noGrp="1"/>
            </p:cNvSpPr>
            <p:nvPr/>
          </p:nvSpPr>
          <p:spPr>
            <a:xfrm>
              <a:off x="4978949" y="4573648"/>
              <a:ext cx="43600" cy="96465"/>
            </a:xfrm>
            <a:custGeom>
              <a:avLst/>
              <a:gdLst/>
              <a:ahLst/>
              <a:cxnLst/>
              <a:rect l="0" t="0" r="0" b="0"/>
              <a:pathLst>
                <a:path w="43600" h="96465">
                  <a:moveTo>
                    <a:pt x="0" y="0"/>
                  </a:moveTo>
                  <a:lnTo>
                    <a:pt x="43600" y="9646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3" name="Candidate_receptor__2752">
              <a:extLst>
                <a:ext uri="{FF2B5EF4-FFF2-40B4-BE49-F238E27FC236}">
                  <a16:creationId xmlns:a16="http://schemas.microsoft.com/office/drawing/2014/main" id="{432F4D72-3571-CED0-EDEA-BDE606CE240F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85273" cy="60082"/>
            </a:xfrm>
            <a:custGeom>
              <a:avLst/>
              <a:gdLst/>
              <a:ahLst/>
              <a:cxnLst/>
              <a:rect l="0" t="0" r="0" b="0"/>
              <a:pathLst>
                <a:path w="85273" h="60082">
                  <a:moveTo>
                    <a:pt x="85273" y="6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4" name="Candidate_receptor__2753">
              <a:extLst>
                <a:ext uri="{FF2B5EF4-FFF2-40B4-BE49-F238E27FC236}">
                  <a16:creationId xmlns:a16="http://schemas.microsoft.com/office/drawing/2014/main" id="{F4AB9CA2-C847-66E2-87AE-2426E24106C0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837072"/>
              <a:ext cx="25221" cy="29933"/>
            </a:xfrm>
            <a:custGeom>
              <a:avLst/>
              <a:gdLst/>
              <a:ahLst/>
              <a:cxnLst/>
              <a:rect l="0" t="0" r="0" b="0"/>
              <a:pathLst>
                <a:path w="25221" h="29933">
                  <a:moveTo>
                    <a:pt x="25221" y="299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5" name="Candidate_receptor__2754">
              <a:extLst>
                <a:ext uri="{FF2B5EF4-FFF2-40B4-BE49-F238E27FC236}">
                  <a16:creationId xmlns:a16="http://schemas.microsoft.com/office/drawing/2014/main" id="{7C8BADD8-C272-C3B8-E812-B5C8BAA56163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646468"/>
              <a:ext cx="75288" cy="86668"/>
            </a:xfrm>
            <a:custGeom>
              <a:avLst/>
              <a:gdLst/>
              <a:ahLst/>
              <a:cxnLst/>
              <a:rect l="0" t="0" r="0" b="0"/>
              <a:pathLst>
                <a:path w="75288" h="86668">
                  <a:moveTo>
                    <a:pt x="0" y="0"/>
                  </a:moveTo>
                  <a:lnTo>
                    <a:pt x="75288" y="8666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6" name="Candidate_receptor__2755">
              <a:extLst>
                <a:ext uri="{FF2B5EF4-FFF2-40B4-BE49-F238E27FC236}">
                  <a16:creationId xmlns:a16="http://schemas.microsoft.com/office/drawing/2014/main" id="{20F6616C-DA95-7CEC-69EC-A90036E332D8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96179"/>
              <a:ext cx="41336" cy="27018"/>
            </a:xfrm>
            <a:custGeom>
              <a:avLst/>
              <a:gdLst/>
              <a:ahLst/>
              <a:cxnLst/>
              <a:rect l="0" t="0" r="0" b="0"/>
              <a:pathLst>
                <a:path w="41336" h="27018">
                  <a:moveTo>
                    <a:pt x="41336" y="0"/>
                  </a:moveTo>
                  <a:lnTo>
                    <a:pt x="0" y="2701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7" name="Candidate_receptor__2756">
              <a:extLst>
                <a:ext uri="{FF2B5EF4-FFF2-40B4-BE49-F238E27FC236}">
                  <a16:creationId xmlns:a16="http://schemas.microsoft.com/office/drawing/2014/main" id="{82B86CB7-B816-DF37-0833-0AC71055B533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295680"/>
              <a:ext cx="10994" cy="106486"/>
            </a:xfrm>
            <a:custGeom>
              <a:avLst/>
              <a:gdLst/>
              <a:ahLst/>
              <a:cxnLst/>
              <a:rect l="0" t="0" r="0" b="0"/>
              <a:pathLst>
                <a:path w="10994" h="106486">
                  <a:moveTo>
                    <a:pt x="10994" y="0"/>
                  </a:moveTo>
                  <a:lnTo>
                    <a:pt x="0" y="1064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8" name="Candidate_receptor__2757">
              <a:extLst>
                <a:ext uri="{FF2B5EF4-FFF2-40B4-BE49-F238E27FC236}">
                  <a16:creationId xmlns:a16="http://schemas.microsoft.com/office/drawing/2014/main" id="{086A488B-A55F-2A87-DE08-2E69123543F9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835541"/>
              <a:ext cx="7639" cy="29803"/>
            </a:xfrm>
            <a:custGeom>
              <a:avLst/>
              <a:gdLst/>
              <a:ahLst/>
              <a:cxnLst/>
              <a:rect l="0" t="0" r="0" b="0"/>
              <a:pathLst>
                <a:path w="7639" h="29803">
                  <a:moveTo>
                    <a:pt x="0" y="29803"/>
                  </a:moveTo>
                  <a:lnTo>
                    <a:pt x="7639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9" name="Candidate_receptor__2758">
              <a:extLst>
                <a:ext uri="{FF2B5EF4-FFF2-40B4-BE49-F238E27FC236}">
                  <a16:creationId xmlns:a16="http://schemas.microsoft.com/office/drawing/2014/main" id="{1339A75D-EB3E-D20F-02D2-B5F292B0627C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37629"/>
              <a:ext cx="28147" cy="57553"/>
            </a:xfrm>
            <a:custGeom>
              <a:avLst/>
              <a:gdLst/>
              <a:ahLst/>
              <a:cxnLst/>
              <a:rect l="0" t="0" r="0" b="0"/>
              <a:pathLst>
                <a:path w="28147" h="57553">
                  <a:moveTo>
                    <a:pt x="0" y="57553"/>
                  </a:moveTo>
                  <a:lnTo>
                    <a:pt x="2814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0" name="Candidate_receptor__2759">
              <a:extLst>
                <a:ext uri="{FF2B5EF4-FFF2-40B4-BE49-F238E27FC236}">
                  <a16:creationId xmlns:a16="http://schemas.microsoft.com/office/drawing/2014/main" id="{68DC8E02-B72A-85FE-9927-7D394A372B28}"/>
                </a:ext>
              </a:extLst>
            </p:cNvPr>
            <p:cNvSpPr>
              <a:spLocks noGrp="1"/>
            </p:cNvSpPr>
            <p:nvPr/>
          </p:nvSpPr>
          <p:spPr>
            <a:xfrm>
              <a:off x="5219656" y="2583858"/>
              <a:ext cx="63092" cy="21069"/>
            </a:xfrm>
            <a:custGeom>
              <a:avLst/>
              <a:gdLst/>
              <a:ahLst/>
              <a:cxnLst/>
              <a:rect l="0" t="0" r="0" b="0"/>
              <a:pathLst>
                <a:path w="63092" h="21069">
                  <a:moveTo>
                    <a:pt x="63092" y="210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1" name="Candidate_receptor__2760">
              <a:extLst>
                <a:ext uri="{FF2B5EF4-FFF2-40B4-BE49-F238E27FC236}">
                  <a16:creationId xmlns:a16="http://schemas.microsoft.com/office/drawing/2014/main" id="{02D5C959-35B9-E905-1CA3-21388CC1B480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630735"/>
              <a:ext cx="1997" cy="43729"/>
            </a:xfrm>
            <a:custGeom>
              <a:avLst/>
              <a:gdLst/>
              <a:ahLst/>
              <a:cxnLst/>
              <a:rect l="0" t="0" r="0" b="0"/>
              <a:pathLst>
                <a:path w="1997" h="43729">
                  <a:moveTo>
                    <a:pt x="0" y="43729"/>
                  </a:moveTo>
                  <a:lnTo>
                    <a:pt x="199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2" name="Candidate_receptor__2761">
              <a:extLst>
                <a:ext uri="{FF2B5EF4-FFF2-40B4-BE49-F238E27FC236}">
                  <a16:creationId xmlns:a16="http://schemas.microsoft.com/office/drawing/2014/main" id="{24AE5DD6-83EE-E540-D788-FD843F5C6F1C}"/>
                </a:ext>
              </a:extLst>
            </p:cNvPr>
            <p:cNvSpPr>
              <a:spLocks noGrp="1"/>
            </p:cNvSpPr>
            <p:nvPr/>
          </p:nvSpPr>
          <p:spPr>
            <a:xfrm>
              <a:off x="5663510" y="2701165"/>
              <a:ext cx="6181" cy="20440"/>
            </a:xfrm>
            <a:custGeom>
              <a:avLst/>
              <a:gdLst/>
              <a:ahLst/>
              <a:cxnLst/>
              <a:rect l="0" t="0" r="0" b="0"/>
              <a:pathLst>
                <a:path w="6181" h="20440">
                  <a:moveTo>
                    <a:pt x="0" y="20440"/>
                  </a:moveTo>
                  <a:lnTo>
                    <a:pt x="618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63" name="Candidate_receptor__2762">
              <a:extLst>
                <a:ext uri="{FF2B5EF4-FFF2-40B4-BE49-F238E27FC236}">
                  <a16:creationId xmlns:a16="http://schemas.microsoft.com/office/drawing/2014/main" id="{E26C985C-5FC4-75D7-3ACD-FBF2900C6FA4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340569"/>
              <a:ext cx="32925" cy="30885"/>
            </a:xfrm>
            <a:custGeom>
              <a:avLst/>
              <a:gdLst/>
              <a:ahLst/>
              <a:cxnLst/>
              <a:rect l="0" t="0" r="0" b="0"/>
              <a:pathLst>
                <a:path w="32925" h="30885">
                  <a:moveTo>
                    <a:pt x="32925" y="0"/>
                  </a:moveTo>
                  <a:lnTo>
                    <a:pt x="0" y="3088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4" name="Candidate_receptor__2763">
              <a:extLst>
                <a:ext uri="{FF2B5EF4-FFF2-40B4-BE49-F238E27FC236}">
                  <a16:creationId xmlns:a16="http://schemas.microsoft.com/office/drawing/2014/main" id="{68EDDF61-FACC-A5FD-E863-63A88720F8A5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299638"/>
              <a:ext cx="41455" cy="87095"/>
            </a:xfrm>
            <a:custGeom>
              <a:avLst/>
              <a:gdLst/>
              <a:ahLst/>
              <a:cxnLst/>
              <a:rect l="0" t="0" r="0" b="0"/>
              <a:pathLst>
                <a:path w="41455" h="87095">
                  <a:moveTo>
                    <a:pt x="0" y="87095"/>
                  </a:moveTo>
                  <a:lnTo>
                    <a:pt x="414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5" name="Candidate_receptor__2764">
              <a:extLst>
                <a:ext uri="{FF2B5EF4-FFF2-40B4-BE49-F238E27FC236}">
                  <a16:creationId xmlns:a16="http://schemas.microsoft.com/office/drawing/2014/main" id="{A30C1C2D-F055-9778-BA49-B5DF1F7ADA09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27438" cy="102186"/>
            </a:xfrm>
            <a:custGeom>
              <a:avLst/>
              <a:gdLst/>
              <a:ahLst/>
              <a:cxnLst/>
              <a:rect l="0" t="0" r="0" b="0"/>
              <a:pathLst>
                <a:path w="27438" h="102186">
                  <a:moveTo>
                    <a:pt x="27438" y="1021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6" name="Candidate_receptor__2765">
              <a:extLst>
                <a:ext uri="{FF2B5EF4-FFF2-40B4-BE49-F238E27FC236}">
                  <a16:creationId xmlns:a16="http://schemas.microsoft.com/office/drawing/2014/main" id="{D9D8ADF0-6B08-BDFB-7EA3-A2F9140D17A8}"/>
                </a:ext>
              </a:extLst>
            </p:cNvPr>
            <p:cNvSpPr>
              <a:spLocks noGrp="1"/>
            </p:cNvSpPr>
            <p:nvPr/>
          </p:nvSpPr>
          <p:spPr>
            <a:xfrm>
              <a:off x="5048223" y="4103615"/>
              <a:ext cx="97619" cy="51338"/>
            </a:xfrm>
            <a:custGeom>
              <a:avLst/>
              <a:gdLst/>
              <a:ahLst/>
              <a:cxnLst/>
              <a:rect l="0" t="0" r="0" b="0"/>
              <a:pathLst>
                <a:path w="97619" h="51338">
                  <a:moveTo>
                    <a:pt x="97619" y="51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7" name="Candidate_receptor__2766">
              <a:extLst>
                <a:ext uri="{FF2B5EF4-FFF2-40B4-BE49-F238E27FC236}">
                  <a16:creationId xmlns:a16="http://schemas.microsoft.com/office/drawing/2014/main" id="{98172270-5BCF-62DD-7C7F-8D35930D2287}"/>
                </a:ext>
              </a:extLst>
            </p:cNvPr>
            <p:cNvSpPr>
              <a:spLocks noGrp="1"/>
            </p:cNvSpPr>
            <p:nvPr/>
          </p:nvSpPr>
          <p:spPr>
            <a:xfrm>
              <a:off x="4596543" y="2397951"/>
              <a:ext cx="105401" cy="31181"/>
            </a:xfrm>
            <a:custGeom>
              <a:avLst/>
              <a:gdLst/>
              <a:ahLst/>
              <a:cxnLst/>
              <a:rect l="0" t="0" r="0" b="0"/>
              <a:pathLst>
                <a:path w="105401" h="31181">
                  <a:moveTo>
                    <a:pt x="105401" y="31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8" name="Candidate_receptor__2767">
              <a:extLst>
                <a:ext uri="{FF2B5EF4-FFF2-40B4-BE49-F238E27FC236}">
                  <a16:creationId xmlns:a16="http://schemas.microsoft.com/office/drawing/2014/main" id="{B610A0F1-DF7A-800C-0128-C03E1EFE5FA7}"/>
                </a:ext>
              </a:extLst>
            </p:cNvPr>
            <p:cNvSpPr>
              <a:spLocks noGrp="1"/>
            </p:cNvSpPr>
            <p:nvPr/>
          </p:nvSpPr>
          <p:spPr>
            <a:xfrm>
              <a:off x="6420976" y="4224310"/>
              <a:ext cx="72273" cy="75328"/>
            </a:xfrm>
            <a:custGeom>
              <a:avLst/>
              <a:gdLst/>
              <a:ahLst/>
              <a:cxnLst/>
              <a:rect l="0" t="0" r="0" b="0"/>
              <a:pathLst>
                <a:path w="72273" h="75328">
                  <a:moveTo>
                    <a:pt x="72273" y="753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9" name="Candidate_receptor__2768">
              <a:extLst>
                <a:ext uri="{FF2B5EF4-FFF2-40B4-BE49-F238E27FC236}">
                  <a16:creationId xmlns:a16="http://schemas.microsoft.com/office/drawing/2014/main" id="{F3E18127-87D1-3D65-630C-AAF86C48182C}"/>
                </a:ext>
              </a:extLst>
            </p:cNvPr>
            <p:cNvSpPr>
              <a:spLocks noGrp="1"/>
            </p:cNvSpPr>
            <p:nvPr/>
          </p:nvSpPr>
          <p:spPr>
            <a:xfrm>
              <a:off x="5586201" y="3322570"/>
              <a:ext cx="25081" cy="8455"/>
            </a:xfrm>
            <a:custGeom>
              <a:avLst/>
              <a:gdLst/>
              <a:ahLst/>
              <a:cxnLst/>
              <a:rect l="0" t="0" r="0" b="0"/>
              <a:pathLst>
                <a:path w="25081" h="8455">
                  <a:moveTo>
                    <a:pt x="25081" y="84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70" name="Candidate_receptor__2769">
              <a:extLst>
                <a:ext uri="{FF2B5EF4-FFF2-40B4-BE49-F238E27FC236}">
                  <a16:creationId xmlns:a16="http://schemas.microsoft.com/office/drawing/2014/main" id="{462E3774-5AA4-C6D7-D01C-BB3655F08739}"/>
                </a:ext>
              </a:extLst>
            </p:cNvPr>
            <p:cNvSpPr>
              <a:spLocks noGrp="1"/>
            </p:cNvSpPr>
            <p:nvPr/>
          </p:nvSpPr>
          <p:spPr>
            <a:xfrm>
              <a:off x="5228963" y="3690476"/>
              <a:ext cx="40363" cy="101655"/>
            </a:xfrm>
            <a:custGeom>
              <a:avLst/>
              <a:gdLst/>
              <a:ahLst/>
              <a:cxnLst/>
              <a:rect l="0" t="0" r="0" b="0"/>
              <a:pathLst>
                <a:path w="40363" h="101655">
                  <a:moveTo>
                    <a:pt x="0" y="0"/>
                  </a:moveTo>
                  <a:lnTo>
                    <a:pt x="40363" y="1016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1" name="Candidate_receptor__2770">
              <a:extLst>
                <a:ext uri="{FF2B5EF4-FFF2-40B4-BE49-F238E27FC236}">
                  <a16:creationId xmlns:a16="http://schemas.microsoft.com/office/drawing/2014/main" id="{C4EB9B5E-A212-F2B4-8F78-B42494C8AE81}"/>
                </a:ext>
              </a:extLst>
            </p:cNvPr>
            <p:cNvSpPr>
              <a:spLocks noGrp="1"/>
            </p:cNvSpPr>
            <p:nvPr/>
          </p:nvSpPr>
          <p:spPr>
            <a:xfrm>
              <a:off x="6258400" y="3939731"/>
              <a:ext cx="66340" cy="93588"/>
            </a:xfrm>
            <a:custGeom>
              <a:avLst/>
              <a:gdLst/>
              <a:ahLst/>
              <a:cxnLst/>
              <a:rect l="0" t="0" r="0" b="0"/>
              <a:pathLst>
                <a:path w="66340" h="93588">
                  <a:moveTo>
                    <a:pt x="66340" y="0"/>
                  </a:moveTo>
                  <a:lnTo>
                    <a:pt x="0" y="9358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2" name="Candidate_receptor__2771">
              <a:extLst>
                <a:ext uri="{FF2B5EF4-FFF2-40B4-BE49-F238E27FC236}">
                  <a16:creationId xmlns:a16="http://schemas.microsoft.com/office/drawing/2014/main" id="{4AA3D66E-FD56-AAE3-E558-EDCC888EB522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143404"/>
              <a:ext cx="4436" cy="71926"/>
            </a:xfrm>
            <a:custGeom>
              <a:avLst/>
              <a:gdLst/>
              <a:ahLst/>
              <a:cxnLst/>
              <a:rect l="0" t="0" r="0" b="0"/>
              <a:pathLst>
                <a:path w="4436" h="71926">
                  <a:moveTo>
                    <a:pt x="0" y="71926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3" name="Candidate_receptor__2772">
              <a:extLst>
                <a:ext uri="{FF2B5EF4-FFF2-40B4-BE49-F238E27FC236}">
                  <a16:creationId xmlns:a16="http://schemas.microsoft.com/office/drawing/2014/main" id="{592BDE1A-EACD-4217-193E-222E90CA56D9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38619"/>
              <a:ext cx="6424" cy="30955"/>
            </a:xfrm>
            <a:custGeom>
              <a:avLst/>
              <a:gdLst/>
              <a:ahLst/>
              <a:cxnLst/>
              <a:rect l="0" t="0" r="0" b="0"/>
              <a:pathLst>
                <a:path w="6424" h="30955">
                  <a:moveTo>
                    <a:pt x="0" y="0"/>
                  </a:moveTo>
                  <a:lnTo>
                    <a:pt x="6424" y="309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4" name="Candidate_receptor__2773">
              <a:extLst>
                <a:ext uri="{FF2B5EF4-FFF2-40B4-BE49-F238E27FC236}">
                  <a16:creationId xmlns:a16="http://schemas.microsoft.com/office/drawing/2014/main" id="{A48875F4-BB5D-9E74-92DF-E2CF52279519}"/>
                </a:ext>
              </a:extLst>
            </p:cNvPr>
            <p:cNvSpPr>
              <a:spLocks noGrp="1"/>
            </p:cNvSpPr>
            <p:nvPr/>
          </p:nvSpPr>
          <p:spPr>
            <a:xfrm>
              <a:off x="5115856" y="5229782"/>
              <a:ext cx="103635" cy="30664"/>
            </a:xfrm>
            <a:custGeom>
              <a:avLst/>
              <a:gdLst/>
              <a:ahLst/>
              <a:cxnLst/>
              <a:rect l="0" t="0" r="0" b="0"/>
              <a:pathLst>
                <a:path w="103635" h="30664">
                  <a:moveTo>
                    <a:pt x="0" y="30664"/>
                  </a:moveTo>
                  <a:lnTo>
                    <a:pt x="10363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5" name="Candidate_receptor__2774">
              <a:extLst>
                <a:ext uri="{FF2B5EF4-FFF2-40B4-BE49-F238E27FC236}">
                  <a16:creationId xmlns:a16="http://schemas.microsoft.com/office/drawing/2014/main" id="{09F67338-C35D-5362-49A9-6125D8DAB470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77859"/>
              <a:ext cx="63400" cy="31362"/>
            </a:xfrm>
            <a:custGeom>
              <a:avLst/>
              <a:gdLst/>
              <a:ahLst/>
              <a:cxnLst/>
              <a:rect l="0" t="0" r="0" b="0"/>
              <a:pathLst>
                <a:path w="63400" h="31362">
                  <a:moveTo>
                    <a:pt x="0" y="31362"/>
                  </a:moveTo>
                  <a:lnTo>
                    <a:pt x="6340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6" name="Candidate_receptor__2775">
              <a:extLst>
                <a:ext uri="{FF2B5EF4-FFF2-40B4-BE49-F238E27FC236}">
                  <a16:creationId xmlns:a16="http://schemas.microsoft.com/office/drawing/2014/main" id="{B76E94D4-8F17-B08E-E7FA-95B14240A980}"/>
                </a:ext>
              </a:extLst>
            </p:cNvPr>
            <p:cNvSpPr>
              <a:spLocks noGrp="1"/>
            </p:cNvSpPr>
            <p:nvPr/>
          </p:nvSpPr>
          <p:spPr>
            <a:xfrm>
              <a:off x="5843640" y="3182285"/>
              <a:ext cx="31726" cy="49556"/>
            </a:xfrm>
            <a:custGeom>
              <a:avLst/>
              <a:gdLst/>
              <a:ahLst/>
              <a:cxnLst/>
              <a:rect l="0" t="0" r="0" b="0"/>
              <a:pathLst>
                <a:path w="31726" h="49556">
                  <a:moveTo>
                    <a:pt x="31726" y="0"/>
                  </a:moveTo>
                  <a:lnTo>
                    <a:pt x="0" y="4955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7" name="Candidate_receptor__2776">
              <a:extLst>
                <a:ext uri="{FF2B5EF4-FFF2-40B4-BE49-F238E27FC236}">
                  <a16:creationId xmlns:a16="http://schemas.microsoft.com/office/drawing/2014/main" id="{6B4EF1C7-44A6-AFC0-E003-96E9868312DC}"/>
                </a:ext>
              </a:extLst>
            </p:cNvPr>
            <p:cNvSpPr>
              <a:spLocks noGrp="1"/>
            </p:cNvSpPr>
            <p:nvPr/>
          </p:nvSpPr>
          <p:spPr>
            <a:xfrm>
              <a:off x="5145841" y="4128676"/>
              <a:ext cx="94569" cy="26276"/>
            </a:xfrm>
            <a:custGeom>
              <a:avLst/>
              <a:gdLst/>
              <a:ahLst/>
              <a:cxnLst/>
              <a:rect l="0" t="0" r="0" b="0"/>
              <a:pathLst>
                <a:path w="94569" h="26276">
                  <a:moveTo>
                    <a:pt x="94569" y="0"/>
                  </a:moveTo>
                  <a:lnTo>
                    <a:pt x="0" y="26276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78" name="Candidate_receptor__2777">
              <a:extLst>
                <a:ext uri="{FF2B5EF4-FFF2-40B4-BE49-F238E27FC236}">
                  <a16:creationId xmlns:a16="http://schemas.microsoft.com/office/drawing/2014/main" id="{89EFB46A-BC7E-E1E8-D2EE-674BC3BEE669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67039" cy="37451"/>
            </a:xfrm>
            <a:custGeom>
              <a:avLst/>
              <a:gdLst/>
              <a:ahLst/>
              <a:cxnLst/>
              <a:rect l="0" t="0" r="0" b="0"/>
              <a:pathLst>
                <a:path w="67039" h="37451">
                  <a:moveTo>
                    <a:pt x="67039" y="374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9" name="Candidate_receptor__2778">
              <a:extLst>
                <a:ext uri="{FF2B5EF4-FFF2-40B4-BE49-F238E27FC236}">
                  <a16:creationId xmlns:a16="http://schemas.microsoft.com/office/drawing/2014/main" id="{A19F55FB-2CE2-7FF1-D411-645C69BB39DB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90996"/>
              <a:ext cx="64096" cy="14876"/>
            </a:xfrm>
            <a:custGeom>
              <a:avLst/>
              <a:gdLst/>
              <a:ahLst/>
              <a:cxnLst/>
              <a:rect l="0" t="0" r="0" b="0"/>
              <a:pathLst>
                <a:path w="64096" h="14876">
                  <a:moveTo>
                    <a:pt x="64096" y="0"/>
                  </a:moveTo>
                  <a:lnTo>
                    <a:pt x="0" y="1487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0" name="Candidate_receptor__2779">
              <a:extLst>
                <a:ext uri="{FF2B5EF4-FFF2-40B4-BE49-F238E27FC236}">
                  <a16:creationId xmlns:a16="http://schemas.microsoft.com/office/drawing/2014/main" id="{11A430F0-868D-3816-B63F-55EF1161322A}"/>
                </a:ext>
              </a:extLst>
            </p:cNvPr>
            <p:cNvSpPr>
              <a:spLocks noGrp="1"/>
            </p:cNvSpPr>
            <p:nvPr/>
          </p:nvSpPr>
          <p:spPr>
            <a:xfrm>
              <a:off x="4896175" y="3746004"/>
              <a:ext cx="59078" cy="6258"/>
            </a:xfrm>
            <a:custGeom>
              <a:avLst/>
              <a:gdLst/>
              <a:ahLst/>
              <a:cxnLst/>
              <a:rect l="0" t="0" r="0" b="0"/>
              <a:pathLst>
                <a:path w="59078" h="6258">
                  <a:moveTo>
                    <a:pt x="0" y="6258"/>
                  </a:moveTo>
                  <a:lnTo>
                    <a:pt x="5907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1" name="Candidate_receptor__2780">
              <a:extLst>
                <a:ext uri="{FF2B5EF4-FFF2-40B4-BE49-F238E27FC236}">
                  <a16:creationId xmlns:a16="http://schemas.microsoft.com/office/drawing/2014/main" id="{1791588E-925D-915C-DCDA-72BACBC79DBE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583858"/>
              <a:ext cx="83702" cy="62610"/>
            </a:xfrm>
            <a:custGeom>
              <a:avLst/>
              <a:gdLst/>
              <a:ahLst/>
              <a:cxnLst/>
              <a:rect l="0" t="0" r="0" b="0"/>
              <a:pathLst>
                <a:path w="83702" h="62610">
                  <a:moveTo>
                    <a:pt x="83702" y="0"/>
                  </a:moveTo>
                  <a:lnTo>
                    <a:pt x="0" y="626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2" name="Candidate_receptor__2781">
              <a:extLst>
                <a:ext uri="{FF2B5EF4-FFF2-40B4-BE49-F238E27FC236}">
                  <a16:creationId xmlns:a16="http://schemas.microsoft.com/office/drawing/2014/main" id="{8C35977E-9B7D-BD8F-AEEF-EA262D7BB205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397951"/>
              <a:ext cx="44717" cy="106207"/>
            </a:xfrm>
            <a:custGeom>
              <a:avLst/>
              <a:gdLst/>
              <a:ahLst/>
              <a:cxnLst/>
              <a:rect l="0" t="0" r="0" b="0"/>
              <a:pathLst>
                <a:path w="44717" h="106207">
                  <a:moveTo>
                    <a:pt x="44717" y="0"/>
                  </a:moveTo>
                  <a:lnTo>
                    <a:pt x="0" y="10620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3" name="Candidate_receptor__2782">
              <a:extLst>
                <a:ext uri="{FF2B5EF4-FFF2-40B4-BE49-F238E27FC236}">
                  <a16:creationId xmlns:a16="http://schemas.microsoft.com/office/drawing/2014/main" id="{1D2E7561-86A7-064A-0FF8-FA93425DA046}"/>
                </a:ext>
              </a:extLst>
            </p:cNvPr>
            <p:cNvSpPr>
              <a:spLocks noGrp="1"/>
            </p:cNvSpPr>
            <p:nvPr/>
          </p:nvSpPr>
          <p:spPr>
            <a:xfrm>
              <a:off x="5753271" y="3525307"/>
              <a:ext cx="93111" cy="57604"/>
            </a:xfrm>
            <a:custGeom>
              <a:avLst/>
              <a:gdLst/>
              <a:ahLst/>
              <a:cxnLst/>
              <a:rect l="0" t="0" r="0" b="0"/>
              <a:pathLst>
                <a:path w="93111" h="57604">
                  <a:moveTo>
                    <a:pt x="0" y="57604"/>
                  </a:moveTo>
                  <a:lnTo>
                    <a:pt x="9311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84" name="Candidate_receptor__2783">
              <a:extLst>
                <a:ext uri="{FF2B5EF4-FFF2-40B4-BE49-F238E27FC236}">
                  <a16:creationId xmlns:a16="http://schemas.microsoft.com/office/drawing/2014/main" id="{5AA1A880-8F54-9A20-3490-B183C80900EE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44656"/>
              <a:ext cx="33985" cy="50928"/>
            </a:xfrm>
            <a:custGeom>
              <a:avLst/>
              <a:gdLst/>
              <a:ahLst/>
              <a:cxnLst/>
              <a:rect l="0" t="0" r="0" b="0"/>
              <a:pathLst>
                <a:path w="33985" h="50928">
                  <a:moveTo>
                    <a:pt x="33985" y="0"/>
                  </a:moveTo>
                  <a:lnTo>
                    <a:pt x="0" y="5092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85" name="Candidate_receptor__2784">
              <a:extLst>
                <a:ext uri="{FF2B5EF4-FFF2-40B4-BE49-F238E27FC236}">
                  <a16:creationId xmlns:a16="http://schemas.microsoft.com/office/drawing/2014/main" id="{EA23AA14-43DB-F3B1-E898-64F51742A222}"/>
                </a:ext>
              </a:extLst>
            </p:cNvPr>
            <p:cNvSpPr>
              <a:spLocks noGrp="1"/>
            </p:cNvSpPr>
            <p:nvPr/>
          </p:nvSpPr>
          <p:spPr>
            <a:xfrm>
              <a:off x="5970400" y="4108464"/>
              <a:ext cx="113808" cy="7184"/>
            </a:xfrm>
            <a:custGeom>
              <a:avLst/>
              <a:gdLst/>
              <a:ahLst/>
              <a:cxnLst/>
              <a:rect l="0" t="0" r="0" b="0"/>
              <a:pathLst>
                <a:path w="113808" h="7184">
                  <a:moveTo>
                    <a:pt x="0" y="7184"/>
                  </a:moveTo>
                  <a:lnTo>
                    <a:pt x="11380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6" name="Candidate_receptor__2785">
              <a:extLst>
                <a:ext uri="{FF2B5EF4-FFF2-40B4-BE49-F238E27FC236}">
                  <a16:creationId xmlns:a16="http://schemas.microsoft.com/office/drawing/2014/main" id="{24CBFE7B-F4B0-956E-B7D3-20952C65D052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96080"/>
              <a:ext cx="93772" cy="19937"/>
            </a:xfrm>
            <a:custGeom>
              <a:avLst/>
              <a:gdLst/>
              <a:ahLst/>
              <a:cxnLst/>
              <a:rect l="0" t="0" r="0" b="0"/>
              <a:pathLst>
                <a:path w="93772" h="19937">
                  <a:moveTo>
                    <a:pt x="93772" y="0"/>
                  </a:moveTo>
                  <a:lnTo>
                    <a:pt x="0" y="1993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7" name="Candidate_receptor__2786">
              <a:extLst>
                <a:ext uri="{FF2B5EF4-FFF2-40B4-BE49-F238E27FC236}">
                  <a16:creationId xmlns:a16="http://schemas.microsoft.com/office/drawing/2014/main" id="{B0AB6AB3-E673-A489-6909-C534F675F5D3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885583"/>
              <a:ext cx="62761" cy="65103"/>
            </a:xfrm>
            <a:custGeom>
              <a:avLst/>
              <a:gdLst/>
              <a:ahLst/>
              <a:cxnLst/>
              <a:rect l="0" t="0" r="0" b="0"/>
              <a:pathLst>
                <a:path w="62761" h="65103">
                  <a:moveTo>
                    <a:pt x="0" y="65103"/>
                  </a:moveTo>
                  <a:lnTo>
                    <a:pt x="6276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8" name="Candidate_receptor__2787">
              <a:extLst>
                <a:ext uri="{FF2B5EF4-FFF2-40B4-BE49-F238E27FC236}">
                  <a16:creationId xmlns:a16="http://schemas.microsoft.com/office/drawing/2014/main" id="{D4E4B544-51D9-48CE-23F0-87A8D9544C8A}"/>
                </a:ext>
              </a:extLst>
            </p:cNvPr>
            <p:cNvSpPr>
              <a:spLocks noGrp="1"/>
            </p:cNvSpPr>
            <p:nvPr/>
          </p:nvSpPr>
          <p:spPr>
            <a:xfrm>
              <a:off x="6071288" y="4794911"/>
              <a:ext cx="33822" cy="90673"/>
            </a:xfrm>
            <a:custGeom>
              <a:avLst/>
              <a:gdLst/>
              <a:ahLst/>
              <a:cxnLst/>
              <a:rect l="0" t="0" r="0" b="0"/>
              <a:pathLst>
                <a:path w="33822" h="90673">
                  <a:moveTo>
                    <a:pt x="0" y="90673"/>
                  </a:moveTo>
                  <a:lnTo>
                    <a:pt x="3382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9" name="Candidate_receptor__2788">
              <a:extLst>
                <a:ext uri="{FF2B5EF4-FFF2-40B4-BE49-F238E27FC236}">
                  <a16:creationId xmlns:a16="http://schemas.microsoft.com/office/drawing/2014/main" id="{D7E82194-84EB-FA06-E07E-CF6842293452}"/>
                </a:ext>
              </a:extLst>
            </p:cNvPr>
            <p:cNvSpPr>
              <a:spLocks noGrp="1"/>
            </p:cNvSpPr>
            <p:nvPr/>
          </p:nvSpPr>
          <p:spPr>
            <a:xfrm>
              <a:off x="5997721" y="4635045"/>
              <a:ext cx="8304" cy="69486"/>
            </a:xfrm>
            <a:custGeom>
              <a:avLst/>
              <a:gdLst/>
              <a:ahLst/>
              <a:cxnLst/>
              <a:rect l="0" t="0" r="0" b="0"/>
              <a:pathLst>
                <a:path w="8304" h="69486">
                  <a:moveTo>
                    <a:pt x="8304" y="69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0" name="Candidate_receptor__2789">
              <a:extLst>
                <a:ext uri="{FF2B5EF4-FFF2-40B4-BE49-F238E27FC236}">
                  <a16:creationId xmlns:a16="http://schemas.microsoft.com/office/drawing/2014/main" id="{F2C34E6F-664F-E510-A5D5-B1C93510E58D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215329"/>
              <a:ext cx="57623" cy="89155"/>
            </a:xfrm>
            <a:custGeom>
              <a:avLst/>
              <a:gdLst/>
              <a:ahLst/>
              <a:cxnLst/>
              <a:rect l="0" t="0" r="0" b="0"/>
              <a:pathLst>
                <a:path w="57623" h="89155">
                  <a:moveTo>
                    <a:pt x="57623" y="891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1" name="Candidate_receptor__2790">
              <a:extLst>
                <a:ext uri="{FF2B5EF4-FFF2-40B4-BE49-F238E27FC236}">
                  <a16:creationId xmlns:a16="http://schemas.microsoft.com/office/drawing/2014/main" id="{E4B3789B-2CD7-4341-61D1-74506049B94B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470861"/>
              <a:ext cx="96697" cy="53301"/>
            </a:xfrm>
            <a:custGeom>
              <a:avLst/>
              <a:gdLst/>
              <a:ahLst/>
              <a:cxnLst/>
              <a:rect l="0" t="0" r="0" b="0"/>
              <a:pathLst>
                <a:path w="96697" h="53301">
                  <a:moveTo>
                    <a:pt x="0" y="53301"/>
                  </a:moveTo>
                  <a:lnTo>
                    <a:pt x="9669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92" name="Candidate_receptor__2791">
              <a:extLst>
                <a:ext uri="{FF2B5EF4-FFF2-40B4-BE49-F238E27FC236}">
                  <a16:creationId xmlns:a16="http://schemas.microsoft.com/office/drawing/2014/main" id="{C786DA29-7E6C-37D9-B298-2AB80E1C6990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5791"/>
              <a:ext cx="17355" cy="470"/>
            </a:xfrm>
            <a:custGeom>
              <a:avLst/>
              <a:gdLst/>
              <a:ahLst/>
              <a:cxnLst/>
              <a:rect l="0" t="0" r="0" b="0"/>
              <a:pathLst>
                <a:path w="17355" h="470">
                  <a:moveTo>
                    <a:pt x="0" y="470"/>
                  </a:moveTo>
                  <a:lnTo>
                    <a:pt x="173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3" name="Candidate_receptor__2792">
              <a:extLst>
                <a:ext uri="{FF2B5EF4-FFF2-40B4-BE49-F238E27FC236}">
                  <a16:creationId xmlns:a16="http://schemas.microsoft.com/office/drawing/2014/main" id="{5F20879A-487B-0745-0A45-68BAF60E1457}"/>
                </a:ext>
              </a:extLst>
            </p:cNvPr>
            <p:cNvSpPr>
              <a:spLocks noGrp="1"/>
            </p:cNvSpPr>
            <p:nvPr/>
          </p:nvSpPr>
          <p:spPr>
            <a:xfrm>
              <a:off x="5868481" y="4496080"/>
              <a:ext cx="70905" cy="34759"/>
            </a:xfrm>
            <a:custGeom>
              <a:avLst/>
              <a:gdLst/>
              <a:ahLst/>
              <a:cxnLst/>
              <a:rect l="0" t="0" r="0" b="0"/>
              <a:pathLst>
                <a:path w="70905" h="34759">
                  <a:moveTo>
                    <a:pt x="70905" y="347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4" name="Candidate_receptor__2793">
              <a:extLst>
                <a:ext uri="{FF2B5EF4-FFF2-40B4-BE49-F238E27FC236}">
                  <a16:creationId xmlns:a16="http://schemas.microsoft.com/office/drawing/2014/main" id="{C3C125CC-0ED1-7A7F-37A6-1AD468AD0E78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60446"/>
              <a:ext cx="15172" cy="71138"/>
            </a:xfrm>
            <a:custGeom>
              <a:avLst/>
              <a:gdLst/>
              <a:ahLst/>
              <a:cxnLst/>
              <a:rect l="0" t="0" r="0" b="0"/>
              <a:pathLst>
                <a:path w="15172" h="71138">
                  <a:moveTo>
                    <a:pt x="0" y="71138"/>
                  </a:moveTo>
                  <a:lnTo>
                    <a:pt x="1517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5" name="Candidate_receptor__2794">
              <a:extLst>
                <a:ext uri="{FF2B5EF4-FFF2-40B4-BE49-F238E27FC236}">
                  <a16:creationId xmlns:a16="http://schemas.microsoft.com/office/drawing/2014/main" id="{64C322AA-4AB9-564E-D6BB-6503ADC37567}"/>
                </a:ext>
              </a:extLst>
            </p:cNvPr>
            <p:cNvSpPr>
              <a:spLocks noGrp="1"/>
            </p:cNvSpPr>
            <p:nvPr/>
          </p:nvSpPr>
          <p:spPr>
            <a:xfrm>
              <a:off x="4970297" y="3484758"/>
              <a:ext cx="105761" cy="38314"/>
            </a:xfrm>
            <a:custGeom>
              <a:avLst/>
              <a:gdLst/>
              <a:ahLst/>
              <a:cxnLst/>
              <a:rect l="0" t="0" r="0" b="0"/>
              <a:pathLst>
                <a:path w="105761" h="38314">
                  <a:moveTo>
                    <a:pt x="105761" y="0"/>
                  </a:moveTo>
                  <a:lnTo>
                    <a:pt x="0" y="3831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6" name="Candidate_receptor__2795">
              <a:extLst>
                <a:ext uri="{FF2B5EF4-FFF2-40B4-BE49-F238E27FC236}">
                  <a16:creationId xmlns:a16="http://schemas.microsoft.com/office/drawing/2014/main" id="{58002EEF-55A3-89E2-64FE-8087F4C1DF5D}"/>
                </a:ext>
              </a:extLst>
            </p:cNvPr>
            <p:cNvSpPr>
              <a:spLocks noGrp="1"/>
            </p:cNvSpPr>
            <p:nvPr/>
          </p:nvSpPr>
          <p:spPr>
            <a:xfrm>
              <a:off x="5103671" y="4431818"/>
              <a:ext cx="106799" cy="24847"/>
            </a:xfrm>
            <a:custGeom>
              <a:avLst/>
              <a:gdLst/>
              <a:ahLst/>
              <a:cxnLst/>
              <a:rect l="0" t="0" r="0" b="0"/>
              <a:pathLst>
                <a:path w="106799" h="24847">
                  <a:moveTo>
                    <a:pt x="106799" y="248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7" name="Candidate_receptor__2796">
              <a:extLst>
                <a:ext uri="{FF2B5EF4-FFF2-40B4-BE49-F238E27FC236}">
                  <a16:creationId xmlns:a16="http://schemas.microsoft.com/office/drawing/2014/main" id="{87240633-357F-43C7-BC95-DC5AF29E35E3}"/>
                </a:ext>
              </a:extLst>
            </p:cNvPr>
            <p:cNvSpPr>
              <a:spLocks noGrp="1"/>
            </p:cNvSpPr>
            <p:nvPr/>
          </p:nvSpPr>
          <p:spPr>
            <a:xfrm>
              <a:off x="6453608" y="3533149"/>
              <a:ext cx="104025" cy="40702"/>
            </a:xfrm>
            <a:custGeom>
              <a:avLst/>
              <a:gdLst/>
              <a:ahLst/>
              <a:cxnLst/>
              <a:rect l="0" t="0" r="0" b="0"/>
              <a:pathLst>
                <a:path w="104025" h="40702">
                  <a:moveTo>
                    <a:pt x="0" y="0"/>
                  </a:moveTo>
                  <a:lnTo>
                    <a:pt x="104025" y="40702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98" name="Candidate_receptor__2797">
              <a:extLst>
                <a:ext uri="{FF2B5EF4-FFF2-40B4-BE49-F238E27FC236}">
                  <a16:creationId xmlns:a16="http://schemas.microsoft.com/office/drawing/2014/main" id="{9F4F543D-4A11-0179-B44E-4E1CFD1ED5C9}"/>
                </a:ext>
              </a:extLst>
            </p:cNvPr>
            <p:cNvSpPr>
              <a:spLocks noGrp="1"/>
            </p:cNvSpPr>
            <p:nvPr/>
          </p:nvSpPr>
          <p:spPr>
            <a:xfrm>
              <a:off x="5211242" y="2720884"/>
              <a:ext cx="31839" cy="12251"/>
            </a:xfrm>
            <a:custGeom>
              <a:avLst/>
              <a:gdLst/>
              <a:ahLst/>
              <a:cxnLst/>
              <a:rect l="0" t="0" r="0" b="0"/>
              <a:pathLst>
                <a:path w="31839" h="12251">
                  <a:moveTo>
                    <a:pt x="0" y="12251"/>
                  </a:moveTo>
                  <a:lnTo>
                    <a:pt x="3183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9" name="Candidate_receptor__2798">
              <a:extLst>
                <a:ext uri="{FF2B5EF4-FFF2-40B4-BE49-F238E27FC236}">
                  <a16:creationId xmlns:a16="http://schemas.microsoft.com/office/drawing/2014/main" id="{D850775B-76FE-81DC-69C9-7A836242B64F}"/>
                </a:ext>
              </a:extLst>
            </p:cNvPr>
            <p:cNvSpPr>
              <a:spLocks noGrp="1"/>
            </p:cNvSpPr>
            <p:nvPr/>
          </p:nvSpPr>
          <p:spPr>
            <a:xfrm>
              <a:off x="4960012" y="4103615"/>
              <a:ext cx="88210" cy="61786"/>
            </a:xfrm>
            <a:custGeom>
              <a:avLst/>
              <a:gdLst/>
              <a:ahLst/>
              <a:cxnLst/>
              <a:rect l="0" t="0" r="0" b="0"/>
              <a:pathLst>
                <a:path w="88210" h="61786">
                  <a:moveTo>
                    <a:pt x="88210" y="0"/>
                  </a:moveTo>
                  <a:lnTo>
                    <a:pt x="0" y="617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0" name="Candidate_receptor__2799">
              <a:extLst>
                <a:ext uri="{FF2B5EF4-FFF2-40B4-BE49-F238E27FC236}">
                  <a16:creationId xmlns:a16="http://schemas.microsoft.com/office/drawing/2014/main" id="{D247B017-DB06-A8F9-18D9-AB7643D3AC16}"/>
                </a:ext>
              </a:extLst>
            </p:cNvPr>
            <p:cNvSpPr>
              <a:spLocks noGrp="1"/>
            </p:cNvSpPr>
            <p:nvPr/>
          </p:nvSpPr>
          <p:spPr>
            <a:xfrm>
              <a:off x="5197162" y="4456665"/>
              <a:ext cx="13309" cy="109986"/>
            </a:xfrm>
            <a:custGeom>
              <a:avLst/>
              <a:gdLst/>
              <a:ahLst/>
              <a:cxnLst/>
              <a:rect l="0" t="0" r="0" b="0"/>
              <a:pathLst>
                <a:path w="13309" h="109986">
                  <a:moveTo>
                    <a:pt x="0" y="109986"/>
                  </a:moveTo>
                  <a:lnTo>
                    <a:pt x="1330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1" name="Candidate_receptor__2800">
              <a:extLst>
                <a:ext uri="{FF2B5EF4-FFF2-40B4-BE49-F238E27FC236}">
                  <a16:creationId xmlns:a16="http://schemas.microsoft.com/office/drawing/2014/main" id="{C4EC861B-6B24-0FD5-1906-4DC87A5B2F0B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691874"/>
              <a:ext cx="20476" cy="99232"/>
            </a:xfrm>
            <a:custGeom>
              <a:avLst/>
              <a:gdLst/>
              <a:ahLst/>
              <a:cxnLst/>
              <a:rect l="0" t="0" r="0" b="0"/>
              <a:pathLst>
                <a:path w="20476" h="99232">
                  <a:moveTo>
                    <a:pt x="0" y="99232"/>
                  </a:moveTo>
                  <a:lnTo>
                    <a:pt x="2047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2" name="Candidate_receptor__2801">
              <a:extLst>
                <a:ext uri="{FF2B5EF4-FFF2-40B4-BE49-F238E27FC236}">
                  <a16:creationId xmlns:a16="http://schemas.microsoft.com/office/drawing/2014/main" id="{2685442A-C2ED-2FB3-BC2A-625D5271F1CE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625930"/>
              <a:ext cx="7449" cy="25563"/>
            </a:xfrm>
            <a:custGeom>
              <a:avLst/>
              <a:gdLst/>
              <a:ahLst/>
              <a:cxnLst/>
              <a:rect l="0" t="0" r="0" b="0"/>
              <a:pathLst>
                <a:path w="7449" h="25563">
                  <a:moveTo>
                    <a:pt x="7449" y="255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3" name="Candidate_receptor__2802">
              <a:extLst>
                <a:ext uri="{FF2B5EF4-FFF2-40B4-BE49-F238E27FC236}">
                  <a16:creationId xmlns:a16="http://schemas.microsoft.com/office/drawing/2014/main" id="{15004640-4CBC-383B-96C7-FEA7CCC24B9D}"/>
                </a:ext>
              </a:extLst>
            </p:cNvPr>
            <p:cNvSpPr>
              <a:spLocks noGrp="1"/>
            </p:cNvSpPr>
            <p:nvPr/>
          </p:nvSpPr>
          <p:spPr>
            <a:xfrm>
              <a:off x="5219491" y="5229782"/>
              <a:ext cx="29647" cy="110787"/>
            </a:xfrm>
            <a:custGeom>
              <a:avLst/>
              <a:gdLst/>
              <a:ahLst/>
              <a:cxnLst/>
              <a:rect l="0" t="0" r="0" b="0"/>
              <a:pathLst>
                <a:path w="29647" h="110787">
                  <a:moveTo>
                    <a:pt x="0" y="0"/>
                  </a:moveTo>
                  <a:lnTo>
                    <a:pt x="29647" y="11078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4" name="Candidate_receptor__2803">
              <a:extLst>
                <a:ext uri="{FF2B5EF4-FFF2-40B4-BE49-F238E27FC236}">
                  <a16:creationId xmlns:a16="http://schemas.microsoft.com/office/drawing/2014/main" id="{E22924FC-FD76-01B3-16C7-73520AED8219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504158"/>
              <a:ext cx="96657" cy="47803"/>
            </a:xfrm>
            <a:custGeom>
              <a:avLst/>
              <a:gdLst/>
              <a:ahLst/>
              <a:cxnLst/>
              <a:rect l="0" t="0" r="0" b="0"/>
              <a:pathLst>
                <a:path w="96657" h="47803">
                  <a:moveTo>
                    <a:pt x="0" y="0"/>
                  </a:moveTo>
                  <a:lnTo>
                    <a:pt x="96657" y="47803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5" name="Candidate_receptor__2804">
              <a:extLst>
                <a:ext uri="{FF2B5EF4-FFF2-40B4-BE49-F238E27FC236}">
                  <a16:creationId xmlns:a16="http://schemas.microsoft.com/office/drawing/2014/main" id="{F36D3B97-C81C-CF7F-7B29-F45EE31CCC24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18257"/>
              <a:ext cx="86559" cy="14311"/>
            </a:xfrm>
            <a:custGeom>
              <a:avLst/>
              <a:gdLst/>
              <a:ahLst/>
              <a:cxnLst/>
              <a:rect l="0" t="0" r="0" b="0"/>
              <a:pathLst>
                <a:path w="86559" h="14311">
                  <a:moveTo>
                    <a:pt x="0" y="0"/>
                  </a:moveTo>
                  <a:lnTo>
                    <a:pt x="86559" y="1431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6" name="Candidate_receptor__2805">
              <a:extLst>
                <a:ext uri="{FF2B5EF4-FFF2-40B4-BE49-F238E27FC236}">
                  <a16:creationId xmlns:a16="http://schemas.microsoft.com/office/drawing/2014/main" id="{0638D72A-D83B-C350-8DB3-6C14984C911B}"/>
                </a:ext>
              </a:extLst>
            </p:cNvPr>
            <p:cNvSpPr>
              <a:spLocks noGrp="1"/>
            </p:cNvSpPr>
            <p:nvPr/>
          </p:nvSpPr>
          <p:spPr>
            <a:xfrm>
              <a:off x="5889894" y="3680881"/>
              <a:ext cx="104833" cy="47337"/>
            </a:xfrm>
            <a:custGeom>
              <a:avLst/>
              <a:gdLst/>
              <a:ahLst/>
              <a:cxnLst/>
              <a:rect l="0" t="0" r="0" b="0"/>
              <a:pathLst>
                <a:path w="104833" h="47337">
                  <a:moveTo>
                    <a:pt x="104833" y="0"/>
                  </a:moveTo>
                  <a:lnTo>
                    <a:pt x="0" y="4733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07" name="Candidate_receptor__2806">
              <a:extLst>
                <a:ext uri="{FF2B5EF4-FFF2-40B4-BE49-F238E27FC236}">
                  <a16:creationId xmlns:a16="http://schemas.microsoft.com/office/drawing/2014/main" id="{9E34A431-2DF1-FC8B-38E4-DCA7745B9C3C}"/>
                </a:ext>
              </a:extLst>
            </p:cNvPr>
            <p:cNvSpPr>
              <a:spLocks noGrp="1"/>
            </p:cNvSpPr>
            <p:nvPr/>
          </p:nvSpPr>
          <p:spPr>
            <a:xfrm>
              <a:off x="5240410" y="4128676"/>
              <a:ext cx="39760" cy="108953"/>
            </a:xfrm>
            <a:custGeom>
              <a:avLst/>
              <a:gdLst/>
              <a:ahLst/>
              <a:cxnLst/>
              <a:rect l="0" t="0" r="0" b="0"/>
              <a:pathLst>
                <a:path w="39760" h="108953">
                  <a:moveTo>
                    <a:pt x="39760" y="1089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08" name="Candidate_receptor__2807">
              <a:extLst>
                <a:ext uri="{FF2B5EF4-FFF2-40B4-BE49-F238E27FC236}">
                  <a16:creationId xmlns:a16="http://schemas.microsoft.com/office/drawing/2014/main" id="{B9C0BC0B-1BEE-5C1A-D997-82E3138E145D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865081"/>
              <a:ext cx="108372" cy="23566"/>
            </a:xfrm>
            <a:custGeom>
              <a:avLst/>
              <a:gdLst/>
              <a:ahLst/>
              <a:cxnLst/>
              <a:rect l="0" t="0" r="0" b="0"/>
              <a:pathLst>
                <a:path w="108372" h="23566">
                  <a:moveTo>
                    <a:pt x="108372" y="23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9" name="Candidate_receptor__2808">
              <a:extLst>
                <a:ext uri="{FF2B5EF4-FFF2-40B4-BE49-F238E27FC236}">
                  <a16:creationId xmlns:a16="http://schemas.microsoft.com/office/drawing/2014/main" id="{295C368E-732D-D87D-A49A-831AA111B0C1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92039"/>
              <a:ext cx="20192" cy="31949"/>
            </a:xfrm>
            <a:custGeom>
              <a:avLst/>
              <a:gdLst/>
              <a:ahLst/>
              <a:cxnLst/>
              <a:rect l="0" t="0" r="0" b="0"/>
              <a:pathLst>
                <a:path w="20192" h="31949">
                  <a:moveTo>
                    <a:pt x="0" y="0"/>
                  </a:moveTo>
                  <a:lnTo>
                    <a:pt x="20192" y="3194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0" name="Candidate_receptor__2809">
              <a:extLst>
                <a:ext uri="{FF2B5EF4-FFF2-40B4-BE49-F238E27FC236}">
                  <a16:creationId xmlns:a16="http://schemas.microsoft.com/office/drawing/2014/main" id="{713AC280-8265-0736-0498-4D20AC81F92F}"/>
                </a:ext>
              </a:extLst>
            </p:cNvPr>
            <p:cNvSpPr>
              <a:spLocks noGrp="1"/>
            </p:cNvSpPr>
            <p:nvPr/>
          </p:nvSpPr>
          <p:spPr>
            <a:xfrm>
              <a:off x="4743509" y="4534456"/>
              <a:ext cx="63185" cy="88360"/>
            </a:xfrm>
            <a:custGeom>
              <a:avLst/>
              <a:gdLst/>
              <a:ahLst/>
              <a:cxnLst/>
              <a:rect l="0" t="0" r="0" b="0"/>
              <a:pathLst>
                <a:path w="63185" h="88360">
                  <a:moveTo>
                    <a:pt x="0" y="88360"/>
                  </a:moveTo>
                  <a:lnTo>
                    <a:pt x="6318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1" name="Candidate_receptor__2810">
              <a:extLst>
                <a:ext uri="{FF2B5EF4-FFF2-40B4-BE49-F238E27FC236}">
                  <a16:creationId xmlns:a16="http://schemas.microsoft.com/office/drawing/2014/main" id="{DF22AE84-3020-2BAC-3639-0E0B0269BF96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690476"/>
              <a:ext cx="98012" cy="47625"/>
            </a:xfrm>
            <a:custGeom>
              <a:avLst/>
              <a:gdLst/>
              <a:ahLst/>
              <a:cxnLst/>
              <a:rect l="0" t="0" r="0" b="0"/>
              <a:pathLst>
                <a:path w="98012" h="47625">
                  <a:moveTo>
                    <a:pt x="0" y="47625"/>
                  </a:moveTo>
                  <a:lnTo>
                    <a:pt x="9801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2" name="Candidate_receptor__2811">
              <a:extLst>
                <a:ext uri="{FF2B5EF4-FFF2-40B4-BE49-F238E27FC236}">
                  <a16:creationId xmlns:a16="http://schemas.microsoft.com/office/drawing/2014/main" id="{6488ED92-524D-CF00-7692-53991B374F0A}"/>
                </a:ext>
              </a:extLst>
            </p:cNvPr>
            <p:cNvSpPr>
              <a:spLocks noGrp="1"/>
            </p:cNvSpPr>
            <p:nvPr/>
          </p:nvSpPr>
          <p:spPr>
            <a:xfrm>
              <a:off x="4472355" y="3620026"/>
              <a:ext cx="96619" cy="8867"/>
            </a:xfrm>
            <a:custGeom>
              <a:avLst/>
              <a:gdLst/>
              <a:ahLst/>
              <a:cxnLst/>
              <a:rect l="0" t="0" r="0" b="0"/>
              <a:pathLst>
                <a:path w="96619" h="8867">
                  <a:moveTo>
                    <a:pt x="0" y="0"/>
                  </a:moveTo>
                  <a:lnTo>
                    <a:pt x="96619" y="886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3" name="Candidate_receptor__2812">
              <a:extLst>
                <a:ext uri="{FF2B5EF4-FFF2-40B4-BE49-F238E27FC236}">
                  <a16:creationId xmlns:a16="http://schemas.microsoft.com/office/drawing/2014/main" id="{9EF81CE6-1697-E768-68EC-369498CC5CAE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31818"/>
              <a:ext cx="39611" cy="88734"/>
            </a:xfrm>
            <a:custGeom>
              <a:avLst/>
              <a:gdLst/>
              <a:ahLst/>
              <a:cxnLst/>
              <a:rect l="0" t="0" r="0" b="0"/>
              <a:pathLst>
                <a:path w="39611" h="88734">
                  <a:moveTo>
                    <a:pt x="39611" y="0"/>
                  </a:moveTo>
                  <a:lnTo>
                    <a:pt x="0" y="8873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4" name="Candidate_receptor__2813">
              <a:extLst>
                <a:ext uri="{FF2B5EF4-FFF2-40B4-BE49-F238E27FC236}">
                  <a16:creationId xmlns:a16="http://schemas.microsoft.com/office/drawing/2014/main" id="{2D93F8F3-4794-2CD5-E355-7983AED2D18B}"/>
                </a:ext>
              </a:extLst>
            </p:cNvPr>
            <p:cNvSpPr>
              <a:spLocks noGrp="1"/>
            </p:cNvSpPr>
            <p:nvPr/>
          </p:nvSpPr>
          <p:spPr>
            <a:xfrm>
              <a:off x="5994726" y="3578342"/>
              <a:ext cx="51910" cy="102539"/>
            </a:xfrm>
            <a:custGeom>
              <a:avLst/>
              <a:gdLst/>
              <a:ahLst/>
              <a:cxnLst/>
              <a:rect l="0" t="0" r="0" b="0"/>
              <a:pathLst>
                <a:path w="51910" h="102539">
                  <a:moveTo>
                    <a:pt x="51910" y="0"/>
                  </a:moveTo>
                  <a:lnTo>
                    <a:pt x="0" y="102539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5" name="Candidate_receptor__2814">
              <a:extLst>
                <a:ext uri="{FF2B5EF4-FFF2-40B4-BE49-F238E27FC236}">
                  <a16:creationId xmlns:a16="http://schemas.microsoft.com/office/drawing/2014/main" id="{7F2220F5-35FD-8978-ECCF-44575B2D197C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04531"/>
              <a:ext cx="63515" cy="79866"/>
            </a:xfrm>
            <a:custGeom>
              <a:avLst/>
              <a:gdLst/>
              <a:ahLst/>
              <a:cxnLst/>
              <a:rect l="0" t="0" r="0" b="0"/>
              <a:pathLst>
                <a:path w="63515" h="79866">
                  <a:moveTo>
                    <a:pt x="0" y="79866"/>
                  </a:moveTo>
                  <a:lnTo>
                    <a:pt x="6351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6" name="Candidate_receptor__2815">
              <a:extLst>
                <a:ext uri="{FF2B5EF4-FFF2-40B4-BE49-F238E27FC236}">
                  <a16:creationId xmlns:a16="http://schemas.microsoft.com/office/drawing/2014/main" id="{BC8D2BB6-75D4-A239-EBC8-649A99F6167A}"/>
                </a:ext>
              </a:extLst>
            </p:cNvPr>
            <p:cNvSpPr>
              <a:spLocks noGrp="1"/>
            </p:cNvSpPr>
            <p:nvPr/>
          </p:nvSpPr>
          <p:spPr>
            <a:xfrm>
              <a:off x="5846382" y="3487622"/>
              <a:ext cx="28885" cy="37685"/>
            </a:xfrm>
            <a:custGeom>
              <a:avLst/>
              <a:gdLst/>
              <a:ahLst/>
              <a:cxnLst/>
              <a:rect l="0" t="0" r="0" b="0"/>
              <a:pathLst>
                <a:path w="28885" h="37685">
                  <a:moveTo>
                    <a:pt x="0" y="37685"/>
                  </a:moveTo>
                  <a:lnTo>
                    <a:pt x="28885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7" name="Candidate_receptor__2816">
              <a:extLst>
                <a:ext uri="{FF2B5EF4-FFF2-40B4-BE49-F238E27FC236}">
                  <a16:creationId xmlns:a16="http://schemas.microsoft.com/office/drawing/2014/main" id="{39B6409C-5B2C-9BB4-16C0-40AB677E12C1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620026"/>
              <a:ext cx="59257" cy="53976"/>
            </a:xfrm>
            <a:custGeom>
              <a:avLst/>
              <a:gdLst/>
              <a:ahLst/>
              <a:cxnLst/>
              <a:rect l="0" t="0" r="0" b="0"/>
              <a:pathLst>
                <a:path w="59257" h="53976">
                  <a:moveTo>
                    <a:pt x="0" y="53976"/>
                  </a:moveTo>
                  <a:lnTo>
                    <a:pt x="5925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8" name="Candidate_receptor__2817">
              <a:extLst>
                <a:ext uri="{FF2B5EF4-FFF2-40B4-BE49-F238E27FC236}">
                  <a16:creationId xmlns:a16="http://schemas.microsoft.com/office/drawing/2014/main" id="{92FF16C2-AADB-5BED-924D-F7F58A4FE39C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736357"/>
              <a:ext cx="46438" cy="100716"/>
            </a:xfrm>
            <a:custGeom>
              <a:avLst/>
              <a:gdLst/>
              <a:ahLst/>
              <a:cxnLst/>
              <a:rect l="0" t="0" r="0" b="0"/>
              <a:pathLst>
                <a:path w="46438" h="100716">
                  <a:moveTo>
                    <a:pt x="0" y="100716"/>
                  </a:moveTo>
                  <a:lnTo>
                    <a:pt x="46438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9" name="Candidate_receptor__2818">
              <a:extLst>
                <a:ext uri="{FF2B5EF4-FFF2-40B4-BE49-F238E27FC236}">
                  <a16:creationId xmlns:a16="http://schemas.microsoft.com/office/drawing/2014/main" id="{679E47F9-2E95-9B48-8B3C-3D29E1B2F845}"/>
                </a:ext>
              </a:extLst>
            </p:cNvPr>
            <p:cNvSpPr>
              <a:spLocks noGrp="1"/>
            </p:cNvSpPr>
            <p:nvPr/>
          </p:nvSpPr>
          <p:spPr>
            <a:xfrm>
              <a:off x="6257246" y="4709436"/>
              <a:ext cx="94971" cy="53126"/>
            </a:xfrm>
            <a:custGeom>
              <a:avLst/>
              <a:gdLst/>
              <a:ahLst/>
              <a:cxnLst/>
              <a:rect l="0" t="0" r="0" b="0"/>
              <a:pathLst>
                <a:path w="94971" h="53126">
                  <a:moveTo>
                    <a:pt x="0" y="0"/>
                  </a:moveTo>
                  <a:lnTo>
                    <a:pt x="94971" y="5312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0" name="Candidate_receptor__2819">
              <a:extLst>
                <a:ext uri="{FF2B5EF4-FFF2-40B4-BE49-F238E27FC236}">
                  <a16:creationId xmlns:a16="http://schemas.microsoft.com/office/drawing/2014/main" id="{EF7AFDF1-780E-3CA3-3E2B-FE996BC03D85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57111" cy="6110"/>
            </a:xfrm>
            <a:custGeom>
              <a:avLst/>
              <a:gdLst/>
              <a:ahLst/>
              <a:cxnLst/>
              <a:rect l="0" t="0" r="0" b="0"/>
              <a:pathLst>
                <a:path w="57111" h="6110">
                  <a:moveTo>
                    <a:pt x="0" y="0"/>
                  </a:moveTo>
                  <a:lnTo>
                    <a:pt x="57111" y="61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1" name="Candidate_receptor__2820">
              <a:extLst>
                <a:ext uri="{FF2B5EF4-FFF2-40B4-BE49-F238E27FC236}">
                  <a16:creationId xmlns:a16="http://schemas.microsoft.com/office/drawing/2014/main" id="{A0E0F0B7-B083-2022-DAA9-FB192A03F2DD}"/>
                </a:ext>
              </a:extLst>
            </p:cNvPr>
            <p:cNvSpPr>
              <a:spLocks noGrp="1"/>
            </p:cNvSpPr>
            <p:nvPr/>
          </p:nvSpPr>
          <p:spPr>
            <a:xfrm>
              <a:off x="4806694" y="4534456"/>
              <a:ext cx="84478" cy="34709"/>
            </a:xfrm>
            <a:custGeom>
              <a:avLst/>
              <a:gdLst/>
              <a:ahLst/>
              <a:cxnLst/>
              <a:rect l="0" t="0" r="0" b="0"/>
              <a:pathLst>
                <a:path w="84478" h="34709">
                  <a:moveTo>
                    <a:pt x="0" y="0"/>
                  </a:moveTo>
                  <a:lnTo>
                    <a:pt x="84478" y="3470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2" name="Candidate_receptor__2821">
              <a:extLst>
                <a:ext uri="{FF2B5EF4-FFF2-40B4-BE49-F238E27FC236}">
                  <a16:creationId xmlns:a16="http://schemas.microsoft.com/office/drawing/2014/main" id="{217C991B-A6FF-F843-71BC-378D7D58FE76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5711"/>
              <a:ext cx="115530" cy="4081"/>
            </a:xfrm>
            <a:custGeom>
              <a:avLst/>
              <a:gdLst/>
              <a:ahLst/>
              <a:cxnLst/>
              <a:rect l="0" t="0" r="0" b="0"/>
              <a:pathLst>
                <a:path w="115530" h="4081">
                  <a:moveTo>
                    <a:pt x="115530" y="0"/>
                  </a:moveTo>
                  <a:lnTo>
                    <a:pt x="0" y="408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3" name="Candidate_receptor__2822">
              <a:extLst>
                <a:ext uri="{FF2B5EF4-FFF2-40B4-BE49-F238E27FC236}">
                  <a16:creationId xmlns:a16="http://schemas.microsoft.com/office/drawing/2014/main" id="{65AE1DF7-FBF2-013C-4138-564014570B32}"/>
                </a:ext>
              </a:extLst>
            </p:cNvPr>
            <p:cNvSpPr>
              <a:spLocks noGrp="1"/>
            </p:cNvSpPr>
            <p:nvPr/>
          </p:nvSpPr>
          <p:spPr>
            <a:xfrm>
              <a:off x="4568974" y="3628894"/>
              <a:ext cx="66772" cy="87361"/>
            </a:xfrm>
            <a:custGeom>
              <a:avLst/>
              <a:gdLst/>
              <a:ahLst/>
              <a:cxnLst/>
              <a:rect l="0" t="0" r="0" b="0"/>
              <a:pathLst>
                <a:path w="66772" h="87361">
                  <a:moveTo>
                    <a:pt x="0" y="0"/>
                  </a:moveTo>
                  <a:lnTo>
                    <a:pt x="66772" y="87361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24" name="Candidate_receptor__2823">
              <a:extLst>
                <a:ext uri="{FF2B5EF4-FFF2-40B4-BE49-F238E27FC236}">
                  <a16:creationId xmlns:a16="http://schemas.microsoft.com/office/drawing/2014/main" id="{C10FD6EF-112C-2E01-14D2-7A3F23FF4C00}"/>
                </a:ext>
              </a:extLst>
            </p:cNvPr>
            <p:cNvSpPr>
              <a:spLocks noGrp="1"/>
            </p:cNvSpPr>
            <p:nvPr/>
          </p:nvSpPr>
          <p:spPr>
            <a:xfrm>
              <a:off x="5741034" y="4360343"/>
              <a:ext cx="108154" cy="9852"/>
            </a:xfrm>
            <a:custGeom>
              <a:avLst/>
              <a:gdLst/>
              <a:ahLst/>
              <a:cxnLst/>
              <a:rect l="0" t="0" r="0" b="0"/>
              <a:pathLst>
                <a:path w="108154" h="9852">
                  <a:moveTo>
                    <a:pt x="108154" y="98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5" name="Candidate_receptor__2824">
              <a:extLst>
                <a:ext uri="{FF2B5EF4-FFF2-40B4-BE49-F238E27FC236}">
                  <a16:creationId xmlns:a16="http://schemas.microsoft.com/office/drawing/2014/main" id="{2240C4BB-A968-12DC-D54C-355CFD522F68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762561"/>
              <a:ext cx="42109" cy="102783"/>
            </a:xfrm>
            <a:custGeom>
              <a:avLst/>
              <a:gdLst/>
              <a:ahLst/>
              <a:cxnLst/>
              <a:rect l="0" t="0" r="0" b="0"/>
              <a:pathLst>
                <a:path w="42109" h="102783">
                  <a:moveTo>
                    <a:pt x="42109" y="0"/>
                  </a:moveTo>
                  <a:lnTo>
                    <a:pt x="0" y="102783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26" name="Candidate_receptor__2825">
              <a:extLst>
                <a:ext uri="{FF2B5EF4-FFF2-40B4-BE49-F238E27FC236}">
                  <a16:creationId xmlns:a16="http://schemas.microsoft.com/office/drawing/2014/main" id="{EAEB8D5A-FB3D-180D-F1BC-497A674DC892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199189"/>
              <a:ext cx="69560" cy="54095"/>
            </a:xfrm>
            <a:custGeom>
              <a:avLst/>
              <a:gdLst/>
              <a:ahLst/>
              <a:cxnLst/>
              <a:rect l="0" t="0" r="0" b="0"/>
              <a:pathLst>
                <a:path w="69560" h="54095">
                  <a:moveTo>
                    <a:pt x="69560" y="0"/>
                  </a:moveTo>
                  <a:lnTo>
                    <a:pt x="0" y="54095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7" name="Candidate_receptor__2826">
              <a:extLst>
                <a:ext uri="{FF2B5EF4-FFF2-40B4-BE49-F238E27FC236}">
                  <a16:creationId xmlns:a16="http://schemas.microsoft.com/office/drawing/2014/main" id="{CF4208E4-C2B1-09F2-41CB-1D369E9E3B5C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752261"/>
              <a:ext cx="23055" cy="112820"/>
            </a:xfrm>
            <a:custGeom>
              <a:avLst/>
              <a:gdLst/>
              <a:ahLst/>
              <a:cxnLst/>
              <a:rect l="0" t="0" r="0" b="0"/>
              <a:pathLst>
                <a:path w="23055" h="112820">
                  <a:moveTo>
                    <a:pt x="0" y="112820"/>
                  </a:moveTo>
                  <a:lnTo>
                    <a:pt x="23055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8" name="Candidate_receptor__2827">
              <a:extLst>
                <a:ext uri="{FF2B5EF4-FFF2-40B4-BE49-F238E27FC236}">
                  <a16:creationId xmlns:a16="http://schemas.microsoft.com/office/drawing/2014/main" id="{337C6069-38CC-7AE0-FF6C-1CA643AFEB32}"/>
                </a:ext>
              </a:extLst>
            </p:cNvPr>
            <p:cNvSpPr>
              <a:spLocks noGrp="1"/>
            </p:cNvSpPr>
            <p:nvPr/>
          </p:nvSpPr>
          <p:spPr>
            <a:xfrm>
              <a:off x="6071519" y="4108464"/>
              <a:ext cx="12689" cy="90726"/>
            </a:xfrm>
            <a:custGeom>
              <a:avLst/>
              <a:gdLst/>
              <a:ahLst/>
              <a:cxnLst/>
              <a:rect l="0" t="0" r="0" b="0"/>
              <a:pathLst>
                <a:path w="12689" h="90726">
                  <a:moveTo>
                    <a:pt x="12689" y="0"/>
                  </a:moveTo>
                  <a:lnTo>
                    <a:pt x="0" y="90726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9" name="Candidate_receptor__2828">
              <a:extLst>
                <a:ext uri="{FF2B5EF4-FFF2-40B4-BE49-F238E27FC236}">
                  <a16:creationId xmlns:a16="http://schemas.microsoft.com/office/drawing/2014/main" id="{9B55CBE8-D4FF-6F37-EAF8-A6A3FF88CD30}"/>
                </a:ext>
              </a:extLst>
            </p:cNvPr>
            <p:cNvSpPr>
              <a:spLocks noGrp="1"/>
            </p:cNvSpPr>
            <p:nvPr/>
          </p:nvSpPr>
          <p:spPr>
            <a:xfrm>
              <a:off x="6402439" y="3533149"/>
              <a:ext cx="51168" cy="99419"/>
            </a:xfrm>
            <a:custGeom>
              <a:avLst/>
              <a:gdLst/>
              <a:ahLst/>
              <a:cxnLst/>
              <a:rect l="0" t="0" r="0" b="0"/>
              <a:pathLst>
                <a:path w="51168" h="99419">
                  <a:moveTo>
                    <a:pt x="0" y="99419"/>
                  </a:moveTo>
                  <a:lnTo>
                    <a:pt x="51168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0" name="Candidate_receptor__2829">
              <a:extLst>
                <a:ext uri="{FF2B5EF4-FFF2-40B4-BE49-F238E27FC236}">
                  <a16:creationId xmlns:a16="http://schemas.microsoft.com/office/drawing/2014/main" id="{5D478902-2332-28CF-FA90-96D578586DEE}"/>
                </a:ext>
              </a:extLst>
            </p:cNvPr>
            <p:cNvSpPr>
              <a:spLocks noGrp="1"/>
            </p:cNvSpPr>
            <p:nvPr/>
          </p:nvSpPr>
          <p:spPr>
            <a:xfrm>
              <a:off x="4772212" y="4905600"/>
              <a:ext cx="77190" cy="70785"/>
            </a:xfrm>
            <a:custGeom>
              <a:avLst/>
              <a:gdLst/>
              <a:ahLst/>
              <a:cxnLst/>
              <a:rect l="0" t="0" r="0" b="0"/>
              <a:pathLst>
                <a:path w="77190" h="70785">
                  <a:moveTo>
                    <a:pt x="77190" y="707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1" name="Candidate_receptor__2830">
              <a:extLst>
                <a:ext uri="{FF2B5EF4-FFF2-40B4-BE49-F238E27FC236}">
                  <a16:creationId xmlns:a16="http://schemas.microsoft.com/office/drawing/2014/main" id="{3792990A-D8F2-4765-85EE-9A995BDC7BD7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5600"/>
              <a:ext cx="90670" cy="53630"/>
            </a:xfrm>
            <a:custGeom>
              <a:avLst/>
              <a:gdLst/>
              <a:ahLst/>
              <a:cxnLst/>
              <a:rect l="0" t="0" r="0" b="0"/>
              <a:pathLst>
                <a:path w="90670" h="53630">
                  <a:moveTo>
                    <a:pt x="90670" y="0"/>
                  </a:moveTo>
                  <a:lnTo>
                    <a:pt x="0" y="5363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2" name="Candidate_receptor__2831">
              <a:extLst>
                <a:ext uri="{FF2B5EF4-FFF2-40B4-BE49-F238E27FC236}">
                  <a16:creationId xmlns:a16="http://schemas.microsoft.com/office/drawing/2014/main" id="{253DB69B-76C4-99DB-58C4-78E4150F42E7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569165"/>
              <a:ext cx="11725" cy="105299"/>
            </a:xfrm>
            <a:custGeom>
              <a:avLst/>
              <a:gdLst/>
              <a:ahLst/>
              <a:cxnLst/>
              <a:rect l="0" t="0" r="0" b="0"/>
              <a:pathLst>
                <a:path w="11725" h="105299">
                  <a:moveTo>
                    <a:pt x="11725" y="0"/>
                  </a:moveTo>
                  <a:lnTo>
                    <a:pt x="0" y="10529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3" name="Candidate_receptor__2832">
              <a:extLst>
                <a:ext uri="{FF2B5EF4-FFF2-40B4-BE49-F238E27FC236}">
                  <a16:creationId xmlns:a16="http://schemas.microsoft.com/office/drawing/2014/main" id="{95CD9B58-F2AF-F154-5CFC-1D0B91E780AE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80703"/>
              <a:ext cx="88343" cy="42494"/>
            </a:xfrm>
            <a:custGeom>
              <a:avLst/>
              <a:gdLst/>
              <a:ahLst/>
              <a:cxnLst/>
              <a:rect l="0" t="0" r="0" b="0"/>
              <a:pathLst>
                <a:path w="88343" h="42494">
                  <a:moveTo>
                    <a:pt x="0" y="42494"/>
                  </a:moveTo>
                  <a:lnTo>
                    <a:pt x="88343" y="0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34" name="Candidate_receptor__2833">
              <a:extLst>
                <a:ext uri="{FF2B5EF4-FFF2-40B4-BE49-F238E27FC236}">
                  <a16:creationId xmlns:a16="http://schemas.microsoft.com/office/drawing/2014/main" id="{4CE8AF5A-0113-76F7-50D7-70542587D347}"/>
                </a:ext>
              </a:extLst>
            </p:cNvPr>
            <p:cNvSpPr>
              <a:spLocks noGrp="1"/>
            </p:cNvSpPr>
            <p:nvPr/>
          </p:nvSpPr>
          <p:spPr>
            <a:xfrm>
              <a:off x="5033230" y="3387915"/>
              <a:ext cx="42829" cy="96843"/>
            </a:xfrm>
            <a:custGeom>
              <a:avLst/>
              <a:gdLst/>
              <a:ahLst/>
              <a:cxnLst/>
              <a:rect l="0" t="0" r="0" b="0"/>
              <a:pathLst>
                <a:path w="42829" h="96843">
                  <a:moveTo>
                    <a:pt x="0" y="0"/>
                  </a:moveTo>
                  <a:lnTo>
                    <a:pt x="42829" y="96843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5" name="Candidate_receptor__2834">
              <a:extLst>
                <a:ext uri="{FF2B5EF4-FFF2-40B4-BE49-F238E27FC236}">
                  <a16:creationId xmlns:a16="http://schemas.microsoft.com/office/drawing/2014/main" id="{EC330EB0-E1C2-3B58-9FC3-0A97653D5BE6}"/>
                </a:ext>
              </a:extLst>
            </p:cNvPr>
            <p:cNvSpPr>
              <a:spLocks noGrp="1"/>
            </p:cNvSpPr>
            <p:nvPr/>
          </p:nvSpPr>
          <p:spPr>
            <a:xfrm>
              <a:off x="4981491" y="3828519"/>
              <a:ext cx="34106" cy="60129"/>
            </a:xfrm>
            <a:custGeom>
              <a:avLst/>
              <a:gdLst/>
              <a:ahLst/>
              <a:cxnLst/>
              <a:rect l="0" t="0" r="0" b="0"/>
              <a:pathLst>
                <a:path w="34106" h="60129">
                  <a:moveTo>
                    <a:pt x="34106" y="0"/>
                  </a:moveTo>
                  <a:lnTo>
                    <a:pt x="0" y="6012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6" name="Candidate_receptor__2835">
              <a:extLst>
                <a:ext uri="{FF2B5EF4-FFF2-40B4-BE49-F238E27FC236}">
                  <a16:creationId xmlns:a16="http://schemas.microsoft.com/office/drawing/2014/main" id="{E3D874D3-B853-4969-160E-52C6F13A57B3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245775"/>
              <a:ext cx="84061" cy="76795"/>
            </a:xfrm>
            <a:custGeom>
              <a:avLst/>
              <a:gdLst/>
              <a:ahLst/>
              <a:cxnLst/>
              <a:rect l="0" t="0" r="0" b="0"/>
              <a:pathLst>
                <a:path w="84061" h="76795">
                  <a:moveTo>
                    <a:pt x="84061" y="767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7" name="Candidate_receptor__2836">
              <a:extLst>
                <a:ext uri="{FF2B5EF4-FFF2-40B4-BE49-F238E27FC236}">
                  <a16:creationId xmlns:a16="http://schemas.microsoft.com/office/drawing/2014/main" id="{FBA665BB-E0F4-4511-8D1C-3DD983869466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111008"/>
              <a:ext cx="11975" cy="4640"/>
            </a:xfrm>
            <a:custGeom>
              <a:avLst/>
              <a:gdLst/>
              <a:ahLst/>
              <a:cxnLst/>
              <a:rect l="0" t="0" r="0" b="0"/>
              <a:pathLst>
                <a:path w="11975" h="4640">
                  <a:moveTo>
                    <a:pt x="0" y="0"/>
                  </a:moveTo>
                  <a:lnTo>
                    <a:pt x="11975" y="464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8" name="Candidate_receptor__2837">
              <a:extLst>
                <a:ext uri="{FF2B5EF4-FFF2-40B4-BE49-F238E27FC236}">
                  <a16:creationId xmlns:a16="http://schemas.microsoft.com/office/drawing/2014/main" id="{EC066834-AE87-7C53-BAAE-93355FBF4404}"/>
                </a:ext>
              </a:extLst>
            </p:cNvPr>
            <p:cNvSpPr>
              <a:spLocks noGrp="1"/>
            </p:cNvSpPr>
            <p:nvPr/>
          </p:nvSpPr>
          <p:spPr>
            <a:xfrm>
              <a:off x="5726473" y="3492476"/>
              <a:ext cx="26798" cy="90434"/>
            </a:xfrm>
            <a:custGeom>
              <a:avLst/>
              <a:gdLst/>
              <a:ahLst/>
              <a:cxnLst/>
              <a:rect l="0" t="0" r="0" b="0"/>
              <a:pathLst>
                <a:path w="26798" h="90434">
                  <a:moveTo>
                    <a:pt x="0" y="0"/>
                  </a:moveTo>
                  <a:lnTo>
                    <a:pt x="26798" y="90434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39" name="Candidate_receptor__2838">
              <a:extLst>
                <a:ext uri="{FF2B5EF4-FFF2-40B4-BE49-F238E27FC236}">
                  <a16:creationId xmlns:a16="http://schemas.microsoft.com/office/drawing/2014/main" id="{501CF966-C002-1227-B84B-F7F1937FA687}"/>
                </a:ext>
              </a:extLst>
            </p:cNvPr>
            <p:cNvSpPr>
              <a:spLocks noGrp="1"/>
            </p:cNvSpPr>
            <p:nvPr/>
          </p:nvSpPr>
          <p:spPr>
            <a:xfrm>
              <a:off x="4785875" y="4976386"/>
              <a:ext cx="63527" cy="93188"/>
            </a:xfrm>
            <a:custGeom>
              <a:avLst/>
              <a:gdLst/>
              <a:ahLst/>
              <a:cxnLst/>
              <a:rect l="0" t="0" r="0" b="0"/>
              <a:pathLst>
                <a:path w="63527" h="93188">
                  <a:moveTo>
                    <a:pt x="0" y="93188"/>
                  </a:moveTo>
                  <a:lnTo>
                    <a:pt x="63527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0" name="Candidate_receptor__2839">
              <a:extLst>
                <a:ext uri="{FF2B5EF4-FFF2-40B4-BE49-F238E27FC236}">
                  <a16:creationId xmlns:a16="http://schemas.microsoft.com/office/drawing/2014/main" id="{9158315A-52EA-0681-DA23-21CDF14E45A7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709436"/>
              <a:ext cx="60276" cy="39577"/>
            </a:xfrm>
            <a:custGeom>
              <a:avLst/>
              <a:gdLst/>
              <a:ahLst/>
              <a:cxnLst/>
              <a:rect l="0" t="0" r="0" b="0"/>
              <a:pathLst>
                <a:path w="60276" h="39577">
                  <a:moveTo>
                    <a:pt x="0" y="39577"/>
                  </a:moveTo>
                  <a:lnTo>
                    <a:pt x="60276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1" name="Candidate_receptor__2840">
              <a:extLst>
                <a:ext uri="{FF2B5EF4-FFF2-40B4-BE49-F238E27FC236}">
                  <a16:creationId xmlns:a16="http://schemas.microsoft.com/office/drawing/2014/main" id="{900DF55A-A7A6-A1EF-F09F-6AEEA24B2B94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816856"/>
              <a:ext cx="87841" cy="52351"/>
            </a:xfrm>
            <a:custGeom>
              <a:avLst/>
              <a:gdLst/>
              <a:ahLst/>
              <a:cxnLst/>
              <a:rect l="0" t="0" r="0" b="0"/>
              <a:pathLst>
                <a:path w="87841" h="52351">
                  <a:moveTo>
                    <a:pt x="0" y="0"/>
                  </a:moveTo>
                  <a:lnTo>
                    <a:pt x="87841" y="52351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2" name="Candidate_receptor__2841">
              <a:extLst>
                <a:ext uri="{FF2B5EF4-FFF2-40B4-BE49-F238E27FC236}">
                  <a16:creationId xmlns:a16="http://schemas.microsoft.com/office/drawing/2014/main" id="{6E7A4440-959A-DD5C-5EF2-98155CA6AC62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530839"/>
              <a:ext cx="63123" cy="95091"/>
            </a:xfrm>
            <a:custGeom>
              <a:avLst/>
              <a:gdLst/>
              <a:ahLst/>
              <a:cxnLst/>
              <a:rect l="0" t="0" r="0" b="0"/>
              <a:pathLst>
                <a:path w="63123" h="95091">
                  <a:moveTo>
                    <a:pt x="0" y="95091"/>
                  </a:moveTo>
                  <a:lnTo>
                    <a:pt x="63123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3" name="Candidate_receptor__2842">
              <a:extLst>
                <a:ext uri="{FF2B5EF4-FFF2-40B4-BE49-F238E27FC236}">
                  <a16:creationId xmlns:a16="http://schemas.microsoft.com/office/drawing/2014/main" id="{4925DFF8-06A5-EA7E-FA6D-1DFDF3FAB498}"/>
                </a:ext>
              </a:extLst>
            </p:cNvPr>
            <p:cNvSpPr>
              <a:spLocks noGrp="1"/>
            </p:cNvSpPr>
            <p:nvPr/>
          </p:nvSpPr>
          <p:spPr>
            <a:xfrm>
              <a:off x="6156010" y="3766000"/>
              <a:ext cx="114141" cy="15439"/>
            </a:xfrm>
            <a:custGeom>
              <a:avLst/>
              <a:gdLst/>
              <a:ahLst/>
              <a:cxnLst/>
              <a:rect l="0" t="0" r="0" b="0"/>
              <a:pathLst>
                <a:path w="114141" h="15439">
                  <a:moveTo>
                    <a:pt x="0" y="0"/>
                  </a:moveTo>
                  <a:lnTo>
                    <a:pt x="114141" y="1543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4" name="Candidate_receptor__2843">
              <a:extLst>
                <a:ext uri="{FF2B5EF4-FFF2-40B4-BE49-F238E27FC236}">
                  <a16:creationId xmlns:a16="http://schemas.microsoft.com/office/drawing/2014/main" id="{BFAA76FA-272A-2B9A-379E-6D764FFC994F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524162"/>
              <a:ext cx="13704" cy="83502"/>
            </a:xfrm>
            <a:custGeom>
              <a:avLst/>
              <a:gdLst/>
              <a:ahLst/>
              <a:cxnLst/>
              <a:rect l="0" t="0" r="0" b="0"/>
              <a:pathLst>
                <a:path w="13704" h="83502">
                  <a:moveTo>
                    <a:pt x="13704" y="835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45" name="Candidate_receptor__2844">
              <a:extLst>
                <a:ext uri="{FF2B5EF4-FFF2-40B4-BE49-F238E27FC236}">
                  <a16:creationId xmlns:a16="http://schemas.microsoft.com/office/drawing/2014/main" id="{F41956BC-CD39-9C5D-749E-AB44A143997C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6592"/>
              <a:ext cx="94167" cy="34666"/>
            </a:xfrm>
            <a:custGeom>
              <a:avLst/>
              <a:gdLst/>
              <a:ahLst/>
              <a:cxnLst/>
              <a:rect l="0" t="0" r="0" b="0"/>
              <a:pathLst>
                <a:path w="94167" h="34666">
                  <a:moveTo>
                    <a:pt x="0" y="34666"/>
                  </a:moveTo>
                  <a:lnTo>
                    <a:pt x="94167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6" name="Candidate_receptor__2845">
              <a:extLst>
                <a:ext uri="{FF2B5EF4-FFF2-40B4-BE49-F238E27FC236}">
                  <a16:creationId xmlns:a16="http://schemas.microsoft.com/office/drawing/2014/main" id="{399649BD-0135-52BC-CECE-0BE103132831}"/>
                </a:ext>
              </a:extLst>
            </p:cNvPr>
            <p:cNvSpPr>
              <a:spLocks noGrp="1"/>
            </p:cNvSpPr>
            <p:nvPr/>
          </p:nvSpPr>
          <p:spPr>
            <a:xfrm>
              <a:off x="5669691" y="2696519"/>
              <a:ext cx="87450" cy="4646"/>
            </a:xfrm>
            <a:custGeom>
              <a:avLst/>
              <a:gdLst/>
              <a:ahLst/>
              <a:cxnLst/>
              <a:rect l="0" t="0" r="0" b="0"/>
              <a:pathLst>
                <a:path w="87450" h="4646">
                  <a:moveTo>
                    <a:pt x="0" y="4646"/>
                  </a:moveTo>
                  <a:lnTo>
                    <a:pt x="8745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47" name="Candidate_receptor__2846">
              <a:extLst>
                <a:ext uri="{FF2B5EF4-FFF2-40B4-BE49-F238E27FC236}">
                  <a16:creationId xmlns:a16="http://schemas.microsoft.com/office/drawing/2014/main" id="{5D13C566-1047-51E0-DD9F-5D4F0C3245F4}"/>
                </a:ext>
              </a:extLst>
            </p:cNvPr>
            <p:cNvSpPr>
              <a:spLocks noGrp="1"/>
            </p:cNvSpPr>
            <p:nvPr/>
          </p:nvSpPr>
          <p:spPr>
            <a:xfrm>
              <a:off x="5459825" y="3495179"/>
              <a:ext cx="99642" cy="46473"/>
            </a:xfrm>
            <a:custGeom>
              <a:avLst/>
              <a:gdLst/>
              <a:ahLst/>
              <a:cxnLst/>
              <a:rect l="0" t="0" r="0" b="0"/>
              <a:pathLst>
                <a:path w="99642" h="46473">
                  <a:moveTo>
                    <a:pt x="99642" y="0"/>
                  </a:moveTo>
                  <a:lnTo>
                    <a:pt x="0" y="46473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8" name="Candidate_receptor__2847">
              <a:extLst>
                <a:ext uri="{FF2B5EF4-FFF2-40B4-BE49-F238E27FC236}">
                  <a16:creationId xmlns:a16="http://schemas.microsoft.com/office/drawing/2014/main" id="{3DED0D10-2A67-B1EA-2BB6-989B545F49BB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717693"/>
              <a:ext cx="49109" cy="10526"/>
            </a:xfrm>
            <a:custGeom>
              <a:avLst/>
              <a:gdLst/>
              <a:ahLst/>
              <a:cxnLst/>
              <a:rect l="0" t="0" r="0" b="0"/>
              <a:pathLst>
                <a:path w="49109" h="10526">
                  <a:moveTo>
                    <a:pt x="49109" y="10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9" name="Candidate_receptor__2848">
              <a:extLst>
                <a:ext uri="{FF2B5EF4-FFF2-40B4-BE49-F238E27FC236}">
                  <a16:creationId xmlns:a16="http://schemas.microsoft.com/office/drawing/2014/main" id="{0E60E4D6-D1B8-876A-5E30-870491BA0519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724295"/>
              <a:ext cx="14904" cy="92561"/>
            </a:xfrm>
            <a:custGeom>
              <a:avLst/>
              <a:gdLst/>
              <a:ahLst/>
              <a:cxnLst/>
              <a:rect l="0" t="0" r="0" b="0"/>
              <a:pathLst>
                <a:path w="14904" h="92561">
                  <a:moveTo>
                    <a:pt x="14904" y="0"/>
                  </a:moveTo>
                  <a:lnTo>
                    <a:pt x="0" y="9256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0" name="Candidate_receptor__2849">
              <a:extLst>
                <a:ext uri="{FF2B5EF4-FFF2-40B4-BE49-F238E27FC236}">
                  <a16:creationId xmlns:a16="http://schemas.microsoft.com/office/drawing/2014/main" id="{6CB7B1FE-841C-6A9E-589A-5AE6BB220CDC}"/>
                </a:ext>
              </a:extLst>
            </p:cNvPr>
            <p:cNvSpPr>
              <a:spLocks noGrp="1"/>
            </p:cNvSpPr>
            <p:nvPr/>
          </p:nvSpPr>
          <p:spPr>
            <a:xfrm>
              <a:off x="4635746" y="3716254"/>
              <a:ext cx="66834" cy="5657"/>
            </a:xfrm>
            <a:custGeom>
              <a:avLst/>
              <a:gdLst/>
              <a:ahLst/>
              <a:cxnLst/>
              <a:rect l="0" t="0" r="0" b="0"/>
              <a:pathLst>
                <a:path w="66834" h="5657">
                  <a:moveTo>
                    <a:pt x="0" y="0"/>
                  </a:moveTo>
                  <a:lnTo>
                    <a:pt x="66834" y="565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1" name="Candidate_receptor__2850">
              <a:extLst>
                <a:ext uri="{FF2B5EF4-FFF2-40B4-BE49-F238E27FC236}">
                  <a16:creationId xmlns:a16="http://schemas.microsoft.com/office/drawing/2014/main" id="{0C3FA981-C5DF-04BF-6DEB-DF463233F413}"/>
                </a:ext>
              </a:extLst>
            </p:cNvPr>
            <p:cNvSpPr>
              <a:spLocks noGrp="1"/>
            </p:cNvSpPr>
            <p:nvPr/>
          </p:nvSpPr>
          <p:spPr>
            <a:xfrm>
              <a:off x="6660278" y="4555711"/>
              <a:ext cx="7094" cy="90276"/>
            </a:xfrm>
            <a:custGeom>
              <a:avLst/>
              <a:gdLst/>
              <a:ahLst/>
              <a:cxnLst/>
              <a:rect l="0" t="0" r="0" b="0"/>
              <a:pathLst>
                <a:path w="7094" h="90276">
                  <a:moveTo>
                    <a:pt x="7094" y="90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2" name="Candidate_receptor__2851">
              <a:extLst>
                <a:ext uri="{FF2B5EF4-FFF2-40B4-BE49-F238E27FC236}">
                  <a16:creationId xmlns:a16="http://schemas.microsoft.com/office/drawing/2014/main" id="{F86282D4-2C3A-3D66-B683-83ECDB59F705}"/>
                </a:ext>
              </a:extLst>
            </p:cNvPr>
            <p:cNvSpPr>
              <a:spLocks noGrp="1"/>
            </p:cNvSpPr>
            <p:nvPr/>
          </p:nvSpPr>
          <p:spPr>
            <a:xfrm>
              <a:off x="5979402" y="3526906"/>
              <a:ext cx="67234" cy="51436"/>
            </a:xfrm>
            <a:custGeom>
              <a:avLst/>
              <a:gdLst/>
              <a:ahLst/>
              <a:cxnLst/>
              <a:rect l="0" t="0" r="0" b="0"/>
              <a:pathLst>
                <a:path w="67234" h="51436">
                  <a:moveTo>
                    <a:pt x="0" y="0"/>
                  </a:moveTo>
                  <a:lnTo>
                    <a:pt x="67234" y="51436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53" name="Candidate_receptor__2852">
              <a:extLst>
                <a:ext uri="{FF2B5EF4-FFF2-40B4-BE49-F238E27FC236}">
                  <a16:creationId xmlns:a16="http://schemas.microsoft.com/office/drawing/2014/main" id="{E2E09743-B825-118B-8EC5-58EFB0FF7EBE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86406"/>
              <a:ext cx="88364" cy="22815"/>
            </a:xfrm>
            <a:custGeom>
              <a:avLst/>
              <a:gdLst/>
              <a:ahLst/>
              <a:cxnLst/>
              <a:rect l="0" t="0" r="0" b="0"/>
              <a:pathLst>
                <a:path w="88364" h="22815">
                  <a:moveTo>
                    <a:pt x="88364" y="0"/>
                  </a:moveTo>
                  <a:lnTo>
                    <a:pt x="0" y="2281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4" name="Candidate_receptor__2853">
              <a:extLst>
                <a:ext uri="{FF2B5EF4-FFF2-40B4-BE49-F238E27FC236}">
                  <a16:creationId xmlns:a16="http://schemas.microsoft.com/office/drawing/2014/main" id="{B53E2B2F-CC70-00A5-24E0-DC7D3335582F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738101"/>
              <a:ext cx="60930" cy="75616"/>
            </a:xfrm>
            <a:custGeom>
              <a:avLst/>
              <a:gdLst/>
              <a:ahLst/>
              <a:cxnLst/>
              <a:rect l="0" t="0" r="0" b="0"/>
              <a:pathLst>
                <a:path w="60930" h="75616">
                  <a:moveTo>
                    <a:pt x="60930" y="756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5" name="Candidate_receptor__2854">
              <a:extLst>
                <a:ext uri="{FF2B5EF4-FFF2-40B4-BE49-F238E27FC236}">
                  <a16:creationId xmlns:a16="http://schemas.microsoft.com/office/drawing/2014/main" id="{11F21DF9-A224-5E27-052F-80D9B4429226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360343"/>
              <a:ext cx="39878" cy="14807"/>
            </a:xfrm>
            <a:custGeom>
              <a:avLst/>
              <a:gdLst/>
              <a:ahLst/>
              <a:cxnLst/>
              <a:rect l="0" t="0" r="0" b="0"/>
              <a:pathLst>
                <a:path w="39878" h="14807">
                  <a:moveTo>
                    <a:pt x="39878" y="0"/>
                  </a:moveTo>
                  <a:lnTo>
                    <a:pt x="0" y="1480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6" name="Candidate_receptor__2855">
              <a:extLst>
                <a:ext uri="{FF2B5EF4-FFF2-40B4-BE49-F238E27FC236}">
                  <a16:creationId xmlns:a16="http://schemas.microsoft.com/office/drawing/2014/main" id="{E39C023F-8403-5166-0A44-7BDC4F5F5AE4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45987"/>
              <a:ext cx="73988" cy="59886"/>
            </a:xfrm>
            <a:custGeom>
              <a:avLst/>
              <a:gdLst/>
              <a:ahLst/>
              <a:cxnLst/>
              <a:rect l="0" t="0" r="0" b="0"/>
              <a:pathLst>
                <a:path w="73988" h="59886">
                  <a:moveTo>
                    <a:pt x="0" y="59886"/>
                  </a:moveTo>
                  <a:lnTo>
                    <a:pt x="7398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7" name="Candidate_receptor__2856">
              <a:extLst>
                <a:ext uri="{FF2B5EF4-FFF2-40B4-BE49-F238E27FC236}">
                  <a16:creationId xmlns:a16="http://schemas.microsoft.com/office/drawing/2014/main" id="{5AA44772-5168-2791-684A-DD6873D28E9B}"/>
                </a:ext>
              </a:extLst>
            </p:cNvPr>
            <p:cNvSpPr>
              <a:spLocks noGrp="1"/>
            </p:cNvSpPr>
            <p:nvPr/>
          </p:nvSpPr>
          <p:spPr>
            <a:xfrm>
              <a:off x="5960110" y="3966592"/>
              <a:ext cx="66792" cy="52290"/>
            </a:xfrm>
            <a:custGeom>
              <a:avLst/>
              <a:gdLst/>
              <a:ahLst/>
              <a:cxnLst/>
              <a:rect l="0" t="0" r="0" b="0"/>
              <a:pathLst>
                <a:path w="66792" h="52290">
                  <a:moveTo>
                    <a:pt x="0" y="0"/>
                  </a:moveTo>
                  <a:lnTo>
                    <a:pt x="66792" y="5229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8" name="Candidate_receptor__2857">
              <a:extLst>
                <a:ext uri="{FF2B5EF4-FFF2-40B4-BE49-F238E27FC236}">
                  <a16:creationId xmlns:a16="http://schemas.microsoft.com/office/drawing/2014/main" id="{B9E73FCE-0B7E-E2FC-3728-AA0F22AFC71C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181382"/>
              <a:ext cx="65845" cy="80732"/>
            </a:xfrm>
            <a:custGeom>
              <a:avLst/>
              <a:gdLst/>
              <a:ahLst/>
              <a:cxnLst/>
              <a:rect l="0" t="0" r="0" b="0"/>
              <a:pathLst>
                <a:path w="65845" h="80732">
                  <a:moveTo>
                    <a:pt x="65845" y="0"/>
                  </a:moveTo>
                  <a:lnTo>
                    <a:pt x="0" y="80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9" name="Candidate_receptor__2858">
              <a:extLst>
                <a:ext uri="{FF2B5EF4-FFF2-40B4-BE49-F238E27FC236}">
                  <a16:creationId xmlns:a16="http://schemas.microsoft.com/office/drawing/2014/main" id="{58747801-1ED5-AF9D-1C70-DD72022E6355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59773"/>
              <a:ext cx="44180" cy="56244"/>
            </a:xfrm>
            <a:custGeom>
              <a:avLst/>
              <a:gdLst/>
              <a:ahLst/>
              <a:cxnLst/>
              <a:rect l="0" t="0" r="0" b="0"/>
              <a:pathLst>
                <a:path w="44180" h="56244">
                  <a:moveTo>
                    <a:pt x="0" y="56244"/>
                  </a:moveTo>
                  <a:lnTo>
                    <a:pt x="4418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0" name="Candidate_receptor__2859">
              <a:extLst>
                <a:ext uri="{FF2B5EF4-FFF2-40B4-BE49-F238E27FC236}">
                  <a16:creationId xmlns:a16="http://schemas.microsoft.com/office/drawing/2014/main" id="{E892274C-E882-C4C0-AA71-674BEAB29F3E}"/>
                </a:ext>
              </a:extLst>
            </p:cNvPr>
            <p:cNvSpPr>
              <a:spLocks noGrp="1"/>
            </p:cNvSpPr>
            <p:nvPr/>
          </p:nvSpPr>
          <p:spPr>
            <a:xfrm>
              <a:off x="5596114" y="2833299"/>
              <a:ext cx="107243" cy="28067"/>
            </a:xfrm>
            <a:custGeom>
              <a:avLst/>
              <a:gdLst/>
              <a:ahLst/>
              <a:cxnLst/>
              <a:rect l="0" t="0" r="0" b="0"/>
              <a:pathLst>
                <a:path w="107243" h="28067">
                  <a:moveTo>
                    <a:pt x="107243" y="0"/>
                  </a:moveTo>
                  <a:lnTo>
                    <a:pt x="0" y="28067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1" name="Candidate_receptor__2860">
              <a:extLst>
                <a:ext uri="{FF2B5EF4-FFF2-40B4-BE49-F238E27FC236}">
                  <a16:creationId xmlns:a16="http://schemas.microsoft.com/office/drawing/2014/main" id="{BA3043FC-367B-F728-7561-BD7CDBAF8C12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26930"/>
              <a:ext cx="67094" cy="68654"/>
            </a:xfrm>
            <a:custGeom>
              <a:avLst/>
              <a:gdLst/>
              <a:ahLst/>
              <a:cxnLst/>
              <a:rect l="0" t="0" r="0" b="0"/>
              <a:pathLst>
                <a:path w="67094" h="68654">
                  <a:moveTo>
                    <a:pt x="0" y="68654"/>
                  </a:moveTo>
                  <a:lnTo>
                    <a:pt x="67094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2" name="Candidate_receptor__2861">
              <a:extLst>
                <a:ext uri="{FF2B5EF4-FFF2-40B4-BE49-F238E27FC236}">
                  <a16:creationId xmlns:a16="http://schemas.microsoft.com/office/drawing/2014/main" id="{30043693-A5E8-1C4F-5524-267B543284F6}"/>
                </a:ext>
              </a:extLst>
            </p:cNvPr>
            <p:cNvSpPr>
              <a:spLocks noGrp="1"/>
            </p:cNvSpPr>
            <p:nvPr/>
          </p:nvSpPr>
          <p:spPr>
            <a:xfrm>
              <a:off x="6270938" y="4181382"/>
              <a:ext cx="95188" cy="34257"/>
            </a:xfrm>
            <a:custGeom>
              <a:avLst/>
              <a:gdLst/>
              <a:ahLst/>
              <a:cxnLst/>
              <a:rect l="0" t="0" r="0" b="0"/>
              <a:pathLst>
                <a:path w="95188" h="34257">
                  <a:moveTo>
                    <a:pt x="95188" y="342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3" name="Candidate_receptor__2862">
              <a:extLst>
                <a:ext uri="{FF2B5EF4-FFF2-40B4-BE49-F238E27FC236}">
                  <a16:creationId xmlns:a16="http://schemas.microsoft.com/office/drawing/2014/main" id="{842BA99A-12DC-4452-DF3F-C68DBD32DC97}"/>
                </a:ext>
              </a:extLst>
            </p:cNvPr>
            <p:cNvSpPr>
              <a:spLocks noGrp="1"/>
            </p:cNvSpPr>
            <p:nvPr/>
          </p:nvSpPr>
          <p:spPr>
            <a:xfrm>
              <a:off x="4648482" y="2476987"/>
              <a:ext cx="4953" cy="74973"/>
            </a:xfrm>
            <a:custGeom>
              <a:avLst/>
              <a:gdLst/>
              <a:ahLst/>
              <a:cxnLst/>
              <a:rect l="0" t="0" r="0" b="0"/>
              <a:pathLst>
                <a:path w="4953" h="74973">
                  <a:moveTo>
                    <a:pt x="0" y="74973"/>
                  </a:moveTo>
                  <a:lnTo>
                    <a:pt x="4953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4" name="Candidate_receptor__2863">
              <a:extLst>
                <a:ext uri="{FF2B5EF4-FFF2-40B4-BE49-F238E27FC236}">
                  <a16:creationId xmlns:a16="http://schemas.microsoft.com/office/drawing/2014/main" id="{01A53134-EB50-4ECF-803E-8541EC77FA42}"/>
                </a:ext>
              </a:extLst>
            </p:cNvPr>
            <p:cNvSpPr>
              <a:spLocks noGrp="1"/>
            </p:cNvSpPr>
            <p:nvPr/>
          </p:nvSpPr>
          <p:spPr>
            <a:xfrm>
              <a:off x="6258908" y="3781439"/>
              <a:ext cx="11243" cy="104967"/>
            </a:xfrm>
            <a:custGeom>
              <a:avLst/>
              <a:gdLst/>
              <a:ahLst/>
              <a:cxnLst/>
              <a:rect l="0" t="0" r="0" b="0"/>
              <a:pathLst>
                <a:path w="11243" h="104967">
                  <a:moveTo>
                    <a:pt x="11243" y="0"/>
                  </a:moveTo>
                  <a:lnTo>
                    <a:pt x="0" y="10496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5" name="Candidate_receptor__2864">
              <a:extLst>
                <a:ext uri="{FF2B5EF4-FFF2-40B4-BE49-F238E27FC236}">
                  <a16:creationId xmlns:a16="http://schemas.microsoft.com/office/drawing/2014/main" id="{966505DA-75D4-F6C8-E165-EFC65B129369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173770"/>
              <a:ext cx="85495" cy="77762"/>
            </a:xfrm>
            <a:custGeom>
              <a:avLst/>
              <a:gdLst/>
              <a:ahLst/>
              <a:cxnLst/>
              <a:rect l="0" t="0" r="0" b="0"/>
              <a:pathLst>
                <a:path w="85495" h="77762">
                  <a:moveTo>
                    <a:pt x="0" y="77762"/>
                  </a:moveTo>
                  <a:lnTo>
                    <a:pt x="8549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6" name="Candidate_receptor__2865">
              <a:extLst>
                <a:ext uri="{FF2B5EF4-FFF2-40B4-BE49-F238E27FC236}">
                  <a16:creationId xmlns:a16="http://schemas.microsoft.com/office/drawing/2014/main" id="{CAEEE2E3-C6DE-E86B-5B29-16915CDFB8CD}"/>
                </a:ext>
              </a:extLst>
            </p:cNvPr>
            <p:cNvSpPr>
              <a:spLocks noGrp="1"/>
            </p:cNvSpPr>
            <p:nvPr/>
          </p:nvSpPr>
          <p:spPr>
            <a:xfrm>
              <a:off x="5132445" y="2720884"/>
              <a:ext cx="110636" cy="3411"/>
            </a:xfrm>
            <a:custGeom>
              <a:avLst/>
              <a:gdLst/>
              <a:ahLst/>
              <a:cxnLst/>
              <a:rect l="0" t="0" r="0" b="0"/>
              <a:pathLst>
                <a:path w="110636" h="3411">
                  <a:moveTo>
                    <a:pt x="110636" y="0"/>
                  </a:moveTo>
                  <a:lnTo>
                    <a:pt x="0" y="341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7" name="Candidate_receptor__2866">
              <a:extLst>
                <a:ext uri="{FF2B5EF4-FFF2-40B4-BE49-F238E27FC236}">
                  <a16:creationId xmlns:a16="http://schemas.microsoft.com/office/drawing/2014/main" id="{5BCBD8C2-EE0C-F508-EE42-07E98604166B}"/>
                </a:ext>
              </a:extLst>
            </p:cNvPr>
            <p:cNvSpPr>
              <a:spLocks noGrp="1"/>
            </p:cNvSpPr>
            <p:nvPr/>
          </p:nvSpPr>
          <p:spPr>
            <a:xfrm>
              <a:off x="5703357" y="2833299"/>
              <a:ext cx="47950" cy="93632"/>
            </a:xfrm>
            <a:custGeom>
              <a:avLst/>
              <a:gdLst/>
              <a:ahLst/>
              <a:cxnLst/>
              <a:rect l="0" t="0" r="0" b="0"/>
              <a:pathLst>
                <a:path w="47950" h="93632">
                  <a:moveTo>
                    <a:pt x="47950" y="93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8" name="Candidate_receptor__2867">
              <a:extLst>
                <a:ext uri="{FF2B5EF4-FFF2-40B4-BE49-F238E27FC236}">
                  <a16:creationId xmlns:a16="http://schemas.microsoft.com/office/drawing/2014/main" id="{B06912AE-217E-DB93-8961-3425EF4278CE}"/>
                </a:ext>
              </a:extLst>
            </p:cNvPr>
            <p:cNvSpPr>
              <a:spLocks noGrp="1"/>
            </p:cNvSpPr>
            <p:nvPr/>
          </p:nvSpPr>
          <p:spPr>
            <a:xfrm>
              <a:off x="5875366" y="3182285"/>
              <a:ext cx="344" cy="67855"/>
            </a:xfrm>
            <a:custGeom>
              <a:avLst/>
              <a:gdLst/>
              <a:ahLst/>
              <a:cxnLst/>
              <a:rect l="0" t="0" r="0" b="0"/>
              <a:pathLst>
                <a:path w="344" h="67855">
                  <a:moveTo>
                    <a:pt x="344" y="678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9" name="Candidate_receptor__2868">
              <a:extLst>
                <a:ext uri="{FF2B5EF4-FFF2-40B4-BE49-F238E27FC236}">
                  <a16:creationId xmlns:a16="http://schemas.microsoft.com/office/drawing/2014/main" id="{D5EB6F2F-CE1D-E77F-513C-94F171BDBB7D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791105"/>
              <a:ext cx="70448" cy="375"/>
            </a:xfrm>
            <a:custGeom>
              <a:avLst/>
              <a:gdLst/>
              <a:ahLst/>
              <a:cxnLst/>
              <a:rect l="0" t="0" r="0" b="0"/>
              <a:pathLst>
                <a:path w="70448" h="375">
                  <a:moveTo>
                    <a:pt x="70448" y="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0" name="Candidate_receptor__2869">
              <a:extLst>
                <a:ext uri="{FF2B5EF4-FFF2-40B4-BE49-F238E27FC236}">
                  <a16:creationId xmlns:a16="http://schemas.microsoft.com/office/drawing/2014/main" id="{0CDB81E8-6550-010C-071B-F434F3A678A5}"/>
                </a:ext>
              </a:extLst>
            </p:cNvPr>
            <p:cNvSpPr>
              <a:spLocks noGrp="1"/>
            </p:cNvSpPr>
            <p:nvPr/>
          </p:nvSpPr>
          <p:spPr>
            <a:xfrm>
              <a:off x="5818889" y="4370195"/>
              <a:ext cx="30298" cy="89578"/>
            </a:xfrm>
            <a:custGeom>
              <a:avLst/>
              <a:gdLst/>
              <a:ahLst/>
              <a:cxnLst/>
              <a:rect l="0" t="0" r="0" b="0"/>
              <a:pathLst>
                <a:path w="30298" h="89578">
                  <a:moveTo>
                    <a:pt x="0" y="89578"/>
                  </a:moveTo>
                  <a:lnTo>
                    <a:pt x="3029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1" name="Candidate_receptor__2870">
              <a:extLst>
                <a:ext uri="{FF2B5EF4-FFF2-40B4-BE49-F238E27FC236}">
                  <a16:creationId xmlns:a16="http://schemas.microsoft.com/office/drawing/2014/main" id="{8BF487B5-461B-367A-4D2B-2452233497BB}"/>
                </a:ext>
              </a:extLst>
            </p:cNvPr>
            <p:cNvSpPr>
              <a:spLocks noGrp="1"/>
            </p:cNvSpPr>
            <p:nvPr/>
          </p:nvSpPr>
          <p:spPr>
            <a:xfrm>
              <a:off x="6348368" y="4215640"/>
              <a:ext cx="17758" cy="108348"/>
            </a:xfrm>
            <a:custGeom>
              <a:avLst/>
              <a:gdLst/>
              <a:ahLst/>
              <a:cxnLst/>
              <a:rect l="0" t="0" r="0" b="0"/>
              <a:pathLst>
                <a:path w="17758" h="108348">
                  <a:moveTo>
                    <a:pt x="0" y="108348"/>
                  </a:moveTo>
                  <a:lnTo>
                    <a:pt x="1775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2" name="Candidate_receptor__2871">
              <a:extLst>
                <a:ext uri="{FF2B5EF4-FFF2-40B4-BE49-F238E27FC236}">
                  <a16:creationId xmlns:a16="http://schemas.microsoft.com/office/drawing/2014/main" id="{DC67AECA-F1D8-DE37-5A47-97FEE4078DD9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48852"/>
              <a:ext cx="30451" cy="82732"/>
            </a:xfrm>
            <a:custGeom>
              <a:avLst/>
              <a:gdLst/>
              <a:ahLst/>
              <a:cxnLst/>
              <a:rect l="0" t="0" r="0" b="0"/>
              <a:pathLst>
                <a:path w="30451" h="82732">
                  <a:moveTo>
                    <a:pt x="30451" y="0"/>
                  </a:moveTo>
                  <a:lnTo>
                    <a:pt x="0" y="82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3" name="Candidate_receptor__2872">
              <a:extLst>
                <a:ext uri="{FF2B5EF4-FFF2-40B4-BE49-F238E27FC236}">
                  <a16:creationId xmlns:a16="http://schemas.microsoft.com/office/drawing/2014/main" id="{7D12F375-40B8-A1F7-9D53-E39766A8F6E5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9791"/>
              <a:ext cx="2093" cy="4765"/>
            </a:xfrm>
            <a:custGeom>
              <a:avLst/>
              <a:gdLst/>
              <a:ahLst/>
              <a:cxnLst/>
              <a:rect l="0" t="0" r="0" b="0"/>
              <a:pathLst>
                <a:path w="2093" h="4765">
                  <a:moveTo>
                    <a:pt x="0" y="0"/>
                  </a:moveTo>
                  <a:lnTo>
                    <a:pt x="2093" y="476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4" name="Candidate_receptor__2873">
              <a:extLst>
                <a:ext uri="{FF2B5EF4-FFF2-40B4-BE49-F238E27FC236}">
                  <a16:creationId xmlns:a16="http://schemas.microsoft.com/office/drawing/2014/main" id="{299D04BF-9016-8B1B-78A1-DAA5ACB18725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1012"/>
              <a:ext cx="110029" cy="21387"/>
            </a:xfrm>
            <a:custGeom>
              <a:avLst/>
              <a:gdLst/>
              <a:ahLst/>
              <a:cxnLst/>
              <a:rect l="0" t="0" r="0" b="0"/>
              <a:pathLst>
                <a:path w="110029" h="21387">
                  <a:moveTo>
                    <a:pt x="110029" y="0"/>
                  </a:moveTo>
                  <a:lnTo>
                    <a:pt x="0" y="2138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5" name="Candidate_receptor__2874">
              <a:extLst>
                <a:ext uri="{FF2B5EF4-FFF2-40B4-BE49-F238E27FC236}">
                  <a16:creationId xmlns:a16="http://schemas.microsoft.com/office/drawing/2014/main" id="{3336DB79-876F-2635-DC1D-3E38365A7373}"/>
                </a:ext>
              </a:extLst>
            </p:cNvPr>
            <p:cNvSpPr>
              <a:spLocks noGrp="1"/>
            </p:cNvSpPr>
            <p:nvPr/>
          </p:nvSpPr>
          <p:spPr>
            <a:xfrm>
              <a:off x="5875267" y="3487622"/>
              <a:ext cx="104136" cy="39284"/>
            </a:xfrm>
            <a:custGeom>
              <a:avLst/>
              <a:gdLst/>
              <a:ahLst/>
              <a:cxnLst/>
              <a:rect l="0" t="0" r="0" b="0"/>
              <a:pathLst>
                <a:path w="104136" h="39284">
                  <a:moveTo>
                    <a:pt x="0" y="0"/>
                  </a:moveTo>
                  <a:lnTo>
                    <a:pt x="104136" y="39284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76" name="Candidate_receptor__2875">
              <a:extLst>
                <a:ext uri="{FF2B5EF4-FFF2-40B4-BE49-F238E27FC236}">
                  <a16:creationId xmlns:a16="http://schemas.microsoft.com/office/drawing/2014/main" id="{972C9BDA-2628-1916-5599-775E482AA736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541652"/>
              <a:ext cx="49773" cy="13100"/>
            </a:xfrm>
            <a:custGeom>
              <a:avLst/>
              <a:gdLst/>
              <a:ahLst/>
              <a:cxnLst/>
              <a:rect l="0" t="0" r="0" b="0"/>
              <a:pathLst>
                <a:path w="49773" h="13100">
                  <a:moveTo>
                    <a:pt x="49773" y="0"/>
                  </a:moveTo>
                  <a:lnTo>
                    <a:pt x="0" y="1310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7" name="Candidate_receptor__2876">
              <a:extLst>
                <a:ext uri="{FF2B5EF4-FFF2-40B4-BE49-F238E27FC236}">
                  <a16:creationId xmlns:a16="http://schemas.microsoft.com/office/drawing/2014/main" id="{62E78104-1A43-E099-F3ED-E7694C934D20}"/>
                </a:ext>
              </a:extLst>
            </p:cNvPr>
            <p:cNvSpPr>
              <a:spLocks noGrp="1"/>
            </p:cNvSpPr>
            <p:nvPr/>
          </p:nvSpPr>
          <p:spPr>
            <a:xfrm>
              <a:off x="4742977" y="4601445"/>
              <a:ext cx="532" cy="21371"/>
            </a:xfrm>
            <a:custGeom>
              <a:avLst/>
              <a:gdLst/>
              <a:ahLst/>
              <a:cxnLst/>
              <a:rect l="0" t="0" r="0" b="0"/>
              <a:pathLst>
                <a:path w="532" h="21371">
                  <a:moveTo>
                    <a:pt x="0" y="0"/>
                  </a:moveTo>
                  <a:lnTo>
                    <a:pt x="532" y="2137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8" name="Candidate_receptor__2877">
              <a:extLst>
                <a:ext uri="{FF2B5EF4-FFF2-40B4-BE49-F238E27FC236}">
                  <a16:creationId xmlns:a16="http://schemas.microsoft.com/office/drawing/2014/main" id="{2699EE47-C01D-DFC9-FB7D-2E9FA234C761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36357"/>
              <a:ext cx="3124" cy="37752"/>
            </a:xfrm>
            <a:custGeom>
              <a:avLst/>
              <a:gdLst/>
              <a:ahLst/>
              <a:cxnLst/>
              <a:rect l="0" t="0" r="0" b="0"/>
              <a:pathLst>
                <a:path w="3124" h="37752">
                  <a:moveTo>
                    <a:pt x="3124" y="0"/>
                  </a:moveTo>
                  <a:lnTo>
                    <a:pt x="0" y="3775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79" name="Candidate_receptor__2878">
              <a:extLst>
                <a:ext uri="{FF2B5EF4-FFF2-40B4-BE49-F238E27FC236}">
                  <a16:creationId xmlns:a16="http://schemas.microsoft.com/office/drawing/2014/main" id="{D6C1D6EE-A1C9-49A7-B536-8809837B002A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387915"/>
              <a:ext cx="72090" cy="61958"/>
            </a:xfrm>
            <a:custGeom>
              <a:avLst/>
              <a:gdLst/>
              <a:ahLst/>
              <a:cxnLst/>
              <a:rect l="0" t="0" r="0" b="0"/>
              <a:pathLst>
                <a:path w="72090" h="61958">
                  <a:moveTo>
                    <a:pt x="0" y="61958"/>
                  </a:moveTo>
                  <a:lnTo>
                    <a:pt x="7209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0" name="Candidate_receptor__2879">
              <a:extLst>
                <a:ext uri="{FF2B5EF4-FFF2-40B4-BE49-F238E27FC236}">
                  <a16:creationId xmlns:a16="http://schemas.microsoft.com/office/drawing/2014/main" id="{330B6C25-7D5E-DAB6-E9EB-F0B185013B0C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78221"/>
              <a:ext cx="53426" cy="42331"/>
            </a:xfrm>
            <a:custGeom>
              <a:avLst/>
              <a:gdLst/>
              <a:ahLst/>
              <a:cxnLst/>
              <a:rect l="0" t="0" r="0" b="0"/>
              <a:pathLst>
                <a:path w="53426" h="42331">
                  <a:moveTo>
                    <a:pt x="0" y="42331"/>
                  </a:moveTo>
                  <a:lnTo>
                    <a:pt x="53426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1" name="Candidate_receptor__2880">
              <a:extLst>
                <a:ext uri="{FF2B5EF4-FFF2-40B4-BE49-F238E27FC236}">
                  <a16:creationId xmlns:a16="http://schemas.microsoft.com/office/drawing/2014/main" id="{1EE60EC0-7F72-24DC-1985-6FFD5FC97C74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198431"/>
              <a:ext cx="48378" cy="47344"/>
            </a:xfrm>
            <a:custGeom>
              <a:avLst/>
              <a:gdLst/>
              <a:ahLst/>
              <a:cxnLst/>
              <a:rect l="0" t="0" r="0" b="0"/>
              <a:pathLst>
                <a:path w="48378" h="47344">
                  <a:moveTo>
                    <a:pt x="0" y="47344"/>
                  </a:moveTo>
                  <a:lnTo>
                    <a:pt x="4837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2" name="Candidate_receptor__2881">
              <a:extLst>
                <a:ext uri="{FF2B5EF4-FFF2-40B4-BE49-F238E27FC236}">
                  <a16:creationId xmlns:a16="http://schemas.microsoft.com/office/drawing/2014/main" id="{421F784D-9B61-D981-6309-B99E8C24FC14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880305"/>
              <a:ext cx="13343" cy="100398"/>
            </a:xfrm>
            <a:custGeom>
              <a:avLst/>
              <a:gdLst/>
              <a:ahLst/>
              <a:cxnLst/>
              <a:rect l="0" t="0" r="0" b="0"/>
              <a:pathLst>
                <a:path w="13343" h="100398">
                  <a:moveTo>
                    <a:pt x="13343" y="1003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3" name="Candidate_receptor__2882">
              <a:extLst>
                <a:ext uri="{FF2B5EF4-FFF2-40B4-BE49-F238E27FC236}">
                  <a16:creationId xmlns:a16="http://schemas.microsoft.com/office/drawing/2014/main" id="{7542FB58-26F3-CBFE-C628-E5AC8F060BA0}"/>
                </a:ext>
              </a:extLst>
            </p:cNvPr>
            <p:cNvSpPr>
              <a:spLocks noGrp="1"/>
            </p:cNvSpPr>
            <p:nvPr/>
          </p:nvSpPr>
          <p:spPr>
            <a:xfrm>
              <a:off x="5058790" y="5173770"/>
              <a:ext cx="72345" cy="75082"/>
            </a:xfrm>
            <a:custGeom>
              <a:avLst/>
              <a:gdLst/>
              <a:ahLst/>
              <a:cxnLst/>
              <a:rect l="0" t="0" r="0" b="0"/>
              <a:pathLst>
                <a:path w="72345" h="75082">
                  <a:moveTo>
                    <a:pt x="0" y="0"/>
                  </a:moveTo>
                  <a:lnTo>
                    <a:pt x="72345" y="7508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4" name="Candidate_receptor__2883">
              <a:extLst>
                <a:ext uri="{FF2B5EF4-FFF2-40B4-BE49-F238E27FC236}">
                  <a16:creationId xmlns:a16="http://schemas.microsoft.com/office/drawing/2014/main" id="{3DBEB8F2-D92D-14A1-2B96-2489A3037516}"/>
                </a:ext>
              </a:extLst>
            </p:cNvPr>
            <p:cNvSpPr>
              <a:spLocks noGrp="1"/>
            </p:cNvSpPr>
            <p:nvPr/>
          </p:nvSpPr>
          <p:spPr>
            <a:xfrm>
              <a:off x="6125739" y="4586578"/>
              <a:ext cx="109325" cy="31572"/>
            </a:xfrm>
            <a:custGeom>
              <a:avLst/>
              <a:gdLst/>
              <a:ahLst/>
              <a:cxnLst/>
              <a:rect l="0" t="0" r="0" b="0"/>
              <a:pathLst>
                <a:path w="109325" h="31572">
                  <a:moveTo>
                    <a:pt x="0" y="31572"/>
                  </a:moveTo>
                  <a:lnTo>
                    <a:pt x="10932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5" name="Candidate_receptor__2884">
              <a:extLst>
                <a:ext uri="{FF2B5EF4-FFF2-40B4-BE49-F238E27FC236}">
                  <a16:creationId xmlns:a16="http://schemas.microsoft.com/office/drawing/2014/main" id="{EEB195E4-B3F6-4015-1961-085944CD2D09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91396"/>
              <a:ext cx="68653" cy="44395"/>
            </a:xfrm>
            <a:custGeom>
              <a:avLst/>
              <a:gdLst/>
              <a:ahLst/>
              <a:cxnLst/>
              <a:rect l="0" t="0" r="0" b="0"/>
              <a:pathLst>
                <a:path w="68653" h="44395">
                  <a:moveTo>
                    <a:pt x="68653" y="4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6" name="Candidate_receptor__2885">
              <a:extLst>
                <a:ext uri="{FF2B5EF4-FFF2-40B4-BE49-F238E27FC236}">
                  <a16:creationId xmlns:a16="http://schemas.microsoft.com/office/drawing/2014/main" id="{02B2F8D7-6319-9685-4671-2612302C4A27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835302"/>
              <a:ext cx="112192" cy="6821"/>
            </a:xfrm>
            <a:custGeom>
              <a:avLst/>
              <a:gdLst/>
              <a:ahLst/>
              <a:cxnLst/>
              <a:rect l="0" t="0" r="0" b="0"/>
              <a:pathLst>
                <a:path w="112192" h="6821">
                  <a:moveTo>
                    <a:pt x="112192" y="68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7" name="Candidate_receptor__2886">
              <a:extLst>
                <a:ext uri="{FF2B5EF4-FFF2-40B4-BE49-F238E27FC236}">
                  <a16:creationId xmlns:a16="http://schemas.microsoft.com/office/drawing/2014/main" id="{9C153EF2-4D12-DDDE-4247-867A703AA2FD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161557"/>
              <a:ext cx="69350" cy="91198"/>
            </a:xfrm>
            <a:custGeom>
              <a:avLst/>
              <a:gdLst/>
              <a:ahLst/>
              <a:cxnLst/>
              <a:rect l="0" t="0" r="0" b="0"/>
              <a:pathLst>
                <a:path w="69350" h="91198">
                  <a:moveTo>
                    <a:pt x="0" y="0"/>
                  </a:moveTo>
                  <a:lnTo>
                    <a:pt x="69350" y="91198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88" name="Candidate_receptor__2887">
              <a:extLst>
                <a:ext uri="{FF2B5EF4-FFF2-40B4-BE49-F238E27FC236}">
                  <a16:creationId xmlns:a16="http://schemas.microsoft.com/office/drawing/2014/main" id="{B66A91C7-866D-3702-7299-F785B75AAA34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596121"/>
              <a:ext cx="48357" cy="77882"/>
            </a:xfrm>
            <a:custGeom>
              <a:avLst/>
              <a:gdLst/>
              <a:ahLst/>
              <a:cxnLst/>
              <a:rect l="0" t="0" r="0" b="0"/>
              <a:pathLst>
                <a:path w="48357" h="77882">
                  <a:moveTo>
                    <a:pt x="48357" y="0"/>
                  </a:moveTo>
                  <a:lnTo>
                    <a:pt x="0" y="7788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89" name="Candidate_receptor__2888">
              <a:extLst>
                <a:ext uri="{FF2B5EF4-FFF2-40B4-BE49-F238E27FC236}">
                  <a16:creationId xmlns:a16="http://schemas.microsoft.com/office/drawing/2014/main" id="{A76B29D5-A6D7-8B7F-3D73-9A6195B763FE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018881"/>
              <a:ext cx="68477" cy="92126"/>
            </a:xfrm>
            <a:custGeom>
              <a:avLst/>
              <a:gdLst/>
              <a:ahLst/>
              <a:cxnLst/>
              <a:rect l="0" t="0" r="0" b="0"/>
              <a:pathLst>
                <a:path w="68477" h="92126">
                  <a:moveTo>
                    <a:pt x="68477" y="0"/>
                  </a:moveTo>
                  <a:lnTo>
                    <a:pt x="0" y="92126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90" name="Candidate_receptor__2889">
              <a:extLst>
                <a:ext uri="{FF2B5EF4-FFF2-40B4-BE49-F238E27FC236}">
                  <a16:creationId xmlns:a16="http://schemas.microsoft.com/office/drawing/2014/main" id="{96E5C755-5EFB-0D58-3BDE-16AC74F30ABC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464"/>
              <a:ext cx="98939" cy="22206"/>
            </a:xfrm>
            <a:custGeom>
              <a:avLst/>
              <a:gdLst/>
              <a:ahLst/>
              <a:cxnLst/>
              <a:rect l="0" t="0" r="0" b="0"/>
              <a:pathLst>
                <a:path w="98939" h="22206">
                  <a:moveTo>
                    <a:pt x="98939" y="0"/>
                  </a:moveTo>
                  <a:lnTo>
                    <a:pt x="0" y="222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1" name="Candidate_receptor__2890">
              <a:extLst>
                <a:ext uri="{FF2B5EF4-FFF2-40B4-BE49-F238E27FC236}">
                  <a16:creationId xmlns:a16="http://schemas.microsoft.com/office/drawing/2014/main" id="{22DEF77E-A063-9F9E-65EB-5D0F099D310B}"/>
                </a:ext>
              </a:extLst>
            </p:cNvPr>
            <p:cNvSpPr>
              <a:spLocks noGrp="1"/>
            </p:cNvSpPr>
            <p:nvPr/>
          </p:nvSpPr>
          <p:spPr>
            <a:xfrm>
              <a:off x="5806855" y="3862527"/>
              <a:ext cx="108375" cy="11779"/>
            </a:xfrm>
            <a:custGeom>
              <a:avLst/>
              <a:gdLst/>
              <a:ahLst/>
              <a:cxnLst/>
              <a:rect l="0" t="0" r="0" b="0"/>
              <a:pathLst>
                <a:path w="108375" h="11779">
                  <a:moveTo>
                    <a:pt x="0" y="11779"/>
                  </a:moveTo>
                  <a:lnTo>
                    <a:pt x="108375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2" name="Candidate_receptor__2891">
              <a:extLst>
                <a:ext uri="{FF2B5EF4-FFF2-40B4-BE49-F238E27FC236}">
                  <a16:creationId xmlns:a16="http://schemas.microsoft.com/office/drawing/2014/main" id="{CB537808-CA28-C51E-6725-A4C1C2320B31}"/>
                </a:ext>
              </a:extLst>
            </p:cNvPr>
            <p:cNvSpPr>
              <a:spLocks noGrp="1"/>
            </p:cNvSpPr>
            <p:nvPr/>
          </p:nvSpPr>
          <p:spPr>
            <a:xfrm>
              <a:off x="5559467" y="3495179"/>
              <a:ext cx="26604" cy="87601"/>
            </a:xfrm>
            <a:custGeom>
              <a:avLst/>
              <a:gdLst/>
              <a:ahLst/>
              <a:cxnLst/>
              <a:rect l="0" t="0" r="0" b="0"/>
              <a:pathLst>
                <a:path w="26604" h="87601">
                  <a:moveTo>
                    <a:pt x="26604" y="87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3" name="Candidate_receptor__2892">
              <a:extLst>
                <a:ext uri="{FF2B5EF4-FFF2-40B4-BE49-F238E27FC236}">
                  <a16:creationId xmlns:a16="http://schemas.microsoft.com/office/drawing/2014/main" id="{04D092AC-DDE6-A933-BFAB-B7BA843F5F55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538483"/>
              <a:ext cx="51976" cy="87655"/>
            </a:xfrm>
            <a:custGeom>
              <a:avLst/>
              <a:gdLst/>
              <a:ahLst/>
              <a:cxnLst/>
              <a:rect l="0" t="0" r="0" b="0"/>
              <a:pathLst>
                <a:path w="51976" h="87655">
                  <a:moveTo>
                    <a:pt x="0" y="87655"/>
                  </a:moveTo>
                  <a:lnTo>
                    <a:pt x="51976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4" name="Candidate_receptor__2893">
              <a:extLst>
                <a:ext uri="{FF2B5EF4-FFF2-40B4-BE49-F238E27FC236}">
                  <a16:creationId xmlns:a16="http://schemas.microsoft.com/office/drawing/2014/main" id="{92AD7B0D-4724-D947-21E3-211F01EF94E4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07664"/>
              <a:ext cx="72154" cy="83405"/>
            </a:xfrm>
            <a:custGeom>
              <a:avLst/>
              <a:gdLst/>
              <a:ahLst/>
              <a:cxnLst/>
              <a:rect l="0" t="0" r="0" b="0"/>
              <a:pathLst>
                <a:path w="72154" h="83405">
                  <a:moveTo>
                    <a:pt x="0" y="83405"/>
                  </a:moveTo>
                  <a:lnTo>
                    <a:pt x="7215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5" name="Candidate_receptor__2894">
              <a:extLst>
                <a:ext uri="{FF2B5EF4-FFF2-40B4-BE49-F238E27FC236}">
                  <a16:creationId xmlns:a16="http://schemas.microsoft.com/office/drawing/2014/main" id="{E9AAC7F6-E501-4435-D437-2C68A25EDF3A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76295"/>
              <a:ext cx="114233" cy="5435"/>
            </a:xfrm>
            <a:custGeom>
              <a:avLst/>
              <a:gdLst/>
              <a:ahLst/>
              <a:cxnLst/>
              <a:rect l="0" t="0" r="0" b="0"/>
              <a:pathLst>
                <a:path w="114233" h="5435">
                  <a:moveTo>
                    <a:pt x="114233" y="54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6" name="Candidate_receptor__2895">
              <a:extLst>
                <a:ext uri="{FF2B5EF4-FFF2-40B4-BE49-F238E27FC236}">
                  <a16:creationId xmlns:a16="http://schemas.microsoft.com/office/drawing/2014/main" id="{09602410-7611-11D2-B0DA-83590FC41436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371922"/>
              <a:ext cx="107906" cy="36136"/>
            </a:xfrm>
            <a:custGeom>
              <a:avLst/>
              <a:gdLst/>
              <a:ahLst/>
              <a:cxnLst/>
              <a:rect l="0" t="0" r="0" b="0"/>
              <a:pathLst>
                <a:path w="107906" h="36136">
                  <a:moveTo>
                    <a:pt x="107906" y="0"/>
                  </a:moveTo>
                  <a:lnTo>
                    <a:pt x="0" y="361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7" name="Candidate_receptor__2896">
              <a:extLst>
                <a:ext uri="{FF2B5EF4-FFF2-40B4-BE49-F238E27FC236}">
                  <a16:creationId xmlns:a16="http://schemas.microsoft.com/office/drawing/2014/main" id="{D16734AF-9944-B92C-A07C-05BD7B5ADF94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626138"/>
              <a:ext cx="25671" cy="94900"/>
            </a:xfrm>
            <a:custGeom>
              <a:avLst/>
              <a:gdLst/>
              <a:ahLst/>
              <a:cxnLst/>
              <a:rect l="0" t="0" r="0" b="0"/>
              <a:pathLst>
                <a:path w="25671" h="94900">
                  <a:moveTo>
                    <a:pt x="25671" y="949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8" name="Candidate_receptor__2897">
              <a:extLst>
                <a:ext uri="{FF2B5EF4-FFF2-40B4-BE49-F238E27FC236}">
                  <a16:creationId xmlns:a16="http://schemas.microsoft.com/office/drawing/2014/main" id="{02C587B6-E8B1-3059-E7A0-28E9CBEE79DA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8601"/>
              <a:ext cx="1044" cy="50628"/>
            </a:xfrm>
            <a:custGeom>
              <a:avLst/>
              <a:gdLst/>
              <a:ahLst/>
              <a:cxnLst/>
              <a:rect l="0" t="0" r="0" b="0"/>
              <a:pathLst>
                <a:path w="1044" h="50628">
                  <a:moveTo>
                    <a:pt x="0" y="50628"/>
                  </a:moveTo>
                  <a:lnTo>
                    <a:pt x="1044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9" name="Candidate_receptor__2898">
              <a:extLst>
                <a:ext uri="{FF2B5EF4-FFF2-40B4-BE49-F238E27FC236}">
                  <a16:creationId xmlns:a16="http://schemas.microsoft.com/office/drawing/2014/main" id="{FF401F8A-70A5-3E9D-F10D-8C0FE98828F0}"/>
                </a:ext>
              </a:extLst>
            </p:cNvPr>
            <p:cNvSpPr>
              <a:spLocks noGrp="1"/>
            </p:cNvSpPr>
            <p:nvPr/>
          </p:nvSpPr>
          <p:spPr>
            <a:xfrm>
              <a:off x="4847453" y="2097241"/>
              <a:ext cx="18348" cy="103702"/>
            </a:xfrm>
            <a:custGeom>
              <a:avLst/>
              <a:gdLst/>
              <a:ahLst/>
              <a:cxnLst/>
              <a:rect l="0" t="0" r="0" b="0"/>
              <a:pathLst>
                <a:path w="18348" h="103702">
                  <a:moveTo>
                    <a:pt x="18348" y="0"/>
                  </a:moveTo>
                  <a:lnTo>
                    <a:pt x="0" y="1037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00" name="Candidate_receptor__2899">
              <a:extLst>
                <a:ext uri="{FF2B5EF4-FFF2-40B4-BE49-F238E27FC236}">
                  <a16:creationId xmlns:a16="http://schemas.microsoft.com/office/drawing/2014/main" id="{8A408C2D-2D00-2AD0-0734-D4B3A7AA8518}"/>
                </a:ext>
              </a:extLst>
            </p:cNvPr>
            <p:cNvSpPr>
              <a:spLocks noGrp="1"/>
            </p:cNvSpPr>
            <p:nvPr/>
          </p:nvSpPr>
          <p:spPr>
            <a:xfrm>
              <a:off x="4428045" y="3496639"/>
              <a:ext cx="33409" cy="99482"/>
            </a:xfrm>
            <a:custGeom>
              <a:avLst/>
              <a:gdLst/>
              <a:ahLst/>
              <a:cxnLst/>
              <a:rect l="0" t="0" r="0" b="0"/>
              <a:pathLst>
                <a:path w="33409" h="99482">
                  <a:moveTo>
                    <a:pt x="0" y="0"/>
                  </a:moveTo>
                  <a:lnTo>
                    <a:pt x="33409" y="9948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1" name="Candidate_receptor__2900">
              <a:extLst>
                <a:ext uri="{FF2B5EF4-FFF2-40B4-BE49-F238E27FC236}">
                  <a16:creationId xmlns:a16="http://schemas.microsoft.com/office/drawing/2014/main" id="{BAC2DA64-A063-145A-E2D3-B4458C29193F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103134" cy="20938"/>
            </a:xfrm>
            <a:custGeom>
              <a:avLst/>
              <a:gdLst/>
              <a:ahLst/>
              <a:cxnLst/>
              <a:rect l="0" t="0" r="0" b="0"/>
              <a:pathLst>
                <a:path w="103134" h="20938">
                  <a:moveTo>
                    <a:pt x="0" y="0"/>
                  </a:moveTo>
                  <a:lnTo>
                    <a:pt x="103134" y="209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2" name="Candidate_receptor__2901">
              <a:extLst>
                <a:ext uri="{FF2B5EF4-FFF2-40B4-BE49-F238E27FC236}">
                  <a16:creationId xmlns:a16="http://schemas.microsoft.com/office/drawing/2014/main" id="{E7647793-1C9B-EBE1-4E18-E0B5B4904800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66000"/>
              <a:ext cx="747" cy="22933"/>
            </a:xfrm>
            <a:custGeom>
              <a:avLst/>
              <a:gdLst/>
              <a:ahLst/>
              <a:cxnLst/>
              <a:rect l="0" t="0" r="0" b="0"/>
              <a:pathLst>
                <a:path w="747" h="22933">
                  <a:moveTo>
                    <a:pt x="0" y="22933"/>
                  </a:moveTo>
                  <a:lnTo>
                    <a:pt x="74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3" name="Candidate_receptor__2902">
              <a:extLst>
                <a:ext uri="{FF2B5EF4-FFF2-40B4-BE49-F238E27FC236}">
                  <a16:creationId xmlns:a16="http://schemas.microsoft.com/office/drawing/2014/main" id="{B2A5B8DB-0D4A-6CB5-2E5D-BBE17B535F01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790859"/>
              <a:ext cx="68339" cy="89446"/>
            </a:xfrm>
            <a:custGeom>
              <a:avLst/>
              <a:gdLst/>
              <a:ahLst/>
              <a:cxnLst/>
              <a:rect l="0" t="0" r="0" b="0"/>
              <a:pathLst>
                <a:path w="68339" h="89446">
                  <a:moveTo>
                    <a:pt x="0" y="89446"/>
                  </a:moveTo>
                  <a:lnTo>
                    <a:pt x="6833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4" name="Candidate_receptor__2903">
              <a:extLst>
                <a:ext uri="{FF2B5EF4-FFF2-40B4-BE49-F238E27FC236}">
                  <a16:creationId xmlns:a16="http://schemas.microsoft.com/office/drawing/2014/main" id="{F63C254E-E059-6D33-8A7C-6DAFE001A709}"/>
                </a:ext>
              </a:extLst>
            </p:cNvPr>
            <p:cNvSpPr>
              <a:spLocks noGrp="1"/>
            </p:cNvSpPr>
            <p:nvPr/>
          </p:nvSpPr>
          <p:spPr>
            <a:xfrm>
              <a:off x="5191880" y="3725435"/>
              <a:ext cx="61343" cy="88283"/>
            </a:xfrm>
            <a:custGeom>
              <a:avLst/>
              <a:gdLst/>
              <a:ahLst/>
              <a:cxnLst/>
              <a:rect l="0" t="0" r="0" b="0"/>
              <a:pathLst>
                <a:path w="61343" h="88283">
                  <a:moveTo>
                    <a:pt x="61343" y="0"/>
                  </a:moveTo>
                  <a:lnTo>
                    <a:pt x="0" y="8828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5" name="Candidate_receptor__2904">
              <a:extLst>
                <a:ext uri="{FF2B5EF4-FFF2-40B4-BE49-F238E27FC236}">
                  <a16:creationId xmlns:a16="http://schemas.microsoft.com/office/drawing/2014/main" id="{14916BC2-B15C-2A41-169E-9242DE0D0339}"/>
                </a:ext>
              </a:extLst>
            </p:cNvPr>
            <p:cNvSpPr>
              <a:spLocks noGrp="1"/>
            </p:cNvSpPr>
            <p:nvPr/>
          </p:nvSpPr>
          <p:spPr>
            <a:xfrm>
              <a:off x="6563911" y="4411464"/>
              <a:ext cx="59952" cy="67566"/>
            </a:xfrm>
            <a:custGeom>
              <a:avLst/>
              <a:gdLst/>
              <a:ahLst/>
              <a:cxnLst/>
              <a:rect l="0" t="0" r="0" b="0"/>
              <a:pathLst>
                <a:path w="59952" h="67566">
                  <a:moveTo>
                    <a:pt x="59952" y="67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6" name="Candidate_receptor__2905">
              <a:extLst>
                <a:ext uri="{FF2B5EF4-FFF2-40B4-BE49-F238E27FC236}">
                  <a16:creationId xmlns:a16="http://schemas.microsoft.com/office/drawing/2014/main" id="{AC6E1B54-880E-53C3-5CCB-99E35BCF146A}"/>
                </a:ext>
              </a:extLst>
            </p:cNvPr>
            <p:cNvSpPr>
              <a:spLocks noGrp="1"/>
            </p:cNvSpPr>
            <p:nvPr/>
          </p:nvSpPr>
          <p:spPr>
            <a:xfrm>
              <a:off x="5738716" y="4221012"/>
              <a:ext cx="31270" cy="71331"/>
            </a:xfrm>
            <a:custGeom>
              <a:avLst/>
              <a:gdLst/>
              <a:ahLst/>
              <a:cxnLst/>
              <a:rect l="0" t="0" r="0" b="0"/>
              <a:pathLst>
                <a:path w="31270" h="71331">
                  <a:moveTo>
                    <a:pt x="31270" y="71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7" name="Candidate_receptor__2906">
              <a:extLst>
                <a:ext uri="{FF2B5EF4-FFF2-40B4-BE49-F238E27FC236}">
                  <a16:creationId xmlns:a16="http://schemas.microsoft.com/office/drawing/2014/main" id="{B4DE9F8E-61B7-2E69-94BF-D348FE6F54E5}"/>
                </a:ext>
              </a:extLst>
            </p:cNvPr>
            <p:cNvSpPr>
              <a:spLocks noGrp="1"/>
            </p:cNvSpPr>
            <p:nvPr/>
          </p:nvSpPr>
          <p:spPr>
            <a:xfrm>
              <a:off x="5659460" y="2420072"/>
              <a:ext cx="27724" cy="105457"/>
            </a:xfrm>
            <a:custGeom>
              <a:avLst/>
              <a:gdLst/>
              <a:ahLst/>
              <a:cxnLst/>
              <a:rect l="0" t="0" r="0" b="0"/>
              <a:pathLst>
                <a:path w="27724" h="105457">
                  <a:moveTo>
                    <a:pt x="0" y="0"/>
                  </a:moveTo>
                  <a:lnTo>
                    <a:pt x="27724" y="105457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08" name="Candidate_receptor__2907">
              <a:extLst>
                <a:ext uri="{FF2B5EF4-FFF2-40B4-BE49-F238E27FC236}">
                  <a16:creationId xmlns:a16="http://schemas.microsoft.com/office/drawing/2014/main" id="{47AC9CBC-4B7C-07AB-A633-7190A4858601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092887"/>
              <a:ext cx="110142" cy="25368"/>
            </a:xfrm>
            <a:custGeom>
              <a:avLst/>
              <a:gdLst/>
              <a:ahLst/>
              <a:cxnLst/>
              <a:rect l="0" t="0" r="0" b="0"/>
              <a:pathLst>
                <a:path w="110142" h="25368">
                  <a:moveTo>
                    <a:pt x="110142" y="0"/>
                  </a:moveTo>
                  <a:lnTo>
                    <a:pt x="0" y="2536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9" name="Candidate_receptor__2908">
              <a:extLst>
                <a:ext uri="{FF2B5EF4-FFF2-40B4-BE49-F238E27FC236}">
                  <a16:creationId xmlns:a16="http://schemas.microsoft.com/office/drawing/2014/main" id="{D58C4DBA-7E5A-E3EF-E1B1-6BF84F5A3501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28519"/>
              <a:ext cx="72851" cy="59496"/>
            </a:xfrm>
            <a:custGeom>
              <a:avLst/>
              <a:gdLst/>
              <a:ahLst/>
              <a:cxnLst/>
              <a:rect l="0" t="0" r="0" b="0"/>
              <a:pathLst>
                <a:path w="72851" h="59496">
                  <a:moveTo>
                    <a:pt x="0" y="59496"/>
                  </a:moveTo>
                  <a:lnTo>
                    <a:pt x="7285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0" name="Candidate_receptor__2909">
              <a:extLst>
                <a:ext uri="{FF2B5EF4-FFF2-40B4-BE49-F238E27FC236}">
                  <a16:creationId xmlns:a16="http://schemas.microsoft.com/office/drawing/2014/main" id="{E860F312-40AE-00F1-4C16-A86FE8FE2E69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359648"/>
              <a:ext cx="88466" cy="60424"/>
            </a:xfrm>
            <a:custGeom>
              <a:avLst/>
              <a:gdLst/>
              <a:ahLst/>
              <a:cxnLst/>
              <a:rect l="0" t="0" r="0" b="0"/>
              <a:pathLst>
                <a:path w="88466" h="60424">
                  <a:moveTo>
                    <a:pt x="0" y="0"/>
                  </a:moveTo>
                  <a:lnTo>
                    <a:pt x="88466" y="6042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1" name="Candidate_receptor__2910">
              <a:extLst>
                <a:ext uri="{FF2B5EF4-FFF2-40B4-BE49-F238E27FC236}">
                  <a16:creationId xmlns:a16="http://schemas.microsoft.com/office/drawing/2014/main" id="{C717E656-B19E-E7F8-525C-839795BEAE29}"/>
                </a:ext>
              </a:extLst>
            </p:cNvPr>
            <p:cNvSpPr>
              <a:spLocks noGrp="1"/>
            </p:cNvSpPr>
            <p:nvPr/>
          </p:nvSpPr>
          <p:spPr>
            <a:xfrm>
              <a:off x="4749958" y="2200942"/>
              <a:ext cx="97495" cy="14018"/>
            </a:xfrm>
            <a:custGeom>
              <a:avLst/>
              <a:gdLst/>
              <a:ahLst/>
              <a:cxnLst/>
              <a:rect l="0" t="0" r="0" b="0"/>
              <a:pathLst>
                <a:path w="97495" h="14018">
                  <a:moveTo>
                    <a:pt x="97495" y="0"/>
                  </a:moveTo>
                  <a:lnTo>
                    <a:pt x="0" y="1401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2" name="Candidate_receptor__2911">
              <a:extLst>
                <a:ext uri="{FF2B5EF4-FFF2-40B4-BE49-F238E27FC236}">
                  <a16:creationId xmlns:a16="http://schemas.microsoft.com/office/drawing/2014/main" id="{B0084AFF-B45F-A592-DE13-1C3086382F75}"/>
                </a:ext>
              </a:extLst>
            </p:cNvPr>
            <p:cNvSpPr>
              <a:spLocks noGrp="1"/>
            </p:cNvSpPr>
            <p:nvPr/>
          </p:nvSpPr>
          <p:spPr>
            <a:xfrm>
              <a:off x="4549821" y="3825927"/>
              <a:ext cx="93431" cy="19978"/>
            </a:xfrm>
            <a:custGeom>
              <a:avLst/>
              <a:gdLst/>
              <a:ahLst/>
              <a:cxnLst/>
              <a:rect l="0" t="0" r="0" b="0"/>
              <a:pathLst>
                <a:path w="93431" h="19978">
                  <a:moveTo>
                    <a:pt x="0" y="0"/>
                  </a:moveTo>
                  <a:lnTo>
                    <a:pt x="93431" y="1997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3" name="Candidate_receptor__2912">
              <a:extLst>
                <a:ext uri="{FF2B5EF4-FFF2-40B4-BE49-F238E27FC236}">
                  <a16:creationId xmlns:a16="http://schemas.microsoft.com/office/drawing/2014/main" id="{8434D6F3-C6E1-F343-798A-60539AD6657F}"/>
                </a:ext>
              </a:extLst>
            </p:cNvPr>
            <p:cNvSpPr>
              <a:spLocks noGrp="1"/>
            </p:cNvSpPr>
            <p:nvPr/>
          </p:nvSpPr>
          <p:spPr>
            <a:xfrm>
              <a:off x="4982379" y="3952939"/>
              <a:ext cx="108200" cy="34879"/>
            </a:xfrm>
            <a:custGeom>
              <a:avLst/>
              <a:gdLst/>
              <a:ahLst/>
              <a:cxnLst/>
              <a:rect l="0" t="0" r="0" b="0"/>
              <a:pathLst>
                <a:path w="108200" h="34879">
                  <a:moveTo>
                    <a:pt x="108200" y="0"/>
                  </a:moveTo>
                  <a:lnTo>
                    <a:pt x="0" y="3487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4" name="Candidate_receptor__2913">
              <a:extLst>
                <a:ext uri="{FF2B5EF4-FFF2-40B4-BE49-F238E27FC236}">
                  <a16:creationId xmlns:a16="http://schemas.microsoft.com/office/drawing/2014/main" id="{88B86A2A-C8CF-031E-AFD3-E22D77560BE1}"/>
                </a:ext>
              </a:extLst>
            </p:cNvPr>
            <p:cNvSpPr>
              <a:spLocks noGrp="1"/>
            </p:cNvSpPr>
            <p:nvPr/>
          </p:nvSpPr>
          <p:spPr>
            <a:xfrm>
              <a:off x="4512099" y="3742992"/>
              <a:ext cx="37722" cy="82935"/>
            </a:xfrm>
            <a:custGeom>
              <a:avLst/>
              <a:gdLst/>
              <a:ahLst/>
              <a:cxnLst/>
              <a:rect l="0" t="0" r="0" b="0"/>
              <a:pathLst>
                <a:path w="37722" h="82935">
                  <a:moveTo>
                    <a:pt x="0" y="0"/>
                  </a:moveTo>
                  <a:lnTo>
                    <a:pt x="37722" y="8293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5" name="Candidate_receptor__2914">
              <a:extLst>
                <a:ext uri="{FF2B5EF4-FFF2-40B4-BE49-F238E27FC236}">
                  <a16:creationId xmlns:a16="http://schemas.microsoft.com/office/drawing/2014/main" id="{8350A606-0F91-52CB-EF97-5133EAE29A82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7814"/>
              <a:ext cx="39572" cy="47455"/>
            </a:xfrm>
            <a:custGeom>
              <a:avLst/>
              <a:gdLst/>
              <a:ahLst/>
              <a:cxnLst/>
              <a:rect l="0" t="0" r="0" b="0"/>
              <a:pathLst>
                <a:path w="39572" h="47455">
                  <a:moveTo>
                    <a:pt x="39572" y="474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6" name="Candidate_receptor__2915">
              <a:extLst>
                <a:ext uri="{FF2B5EF4-FFF2-40B4-BE49-F238E27FC236}">
                  <a16:creationId xmlns:a16="http://schemas.microsoft.com/office/drawing/2014/main" id="{2C3BCA4B-0537-107A-4065-4432A02E7394}"/>
                </a:ext>
              </a:extLst>
            </p:cNvPr>
            <p:cNvSpPr>
              <a:spLocks noGrp="1"/>
            </p:cNvSpPr>
            <p:nvPr/>
          </p:nvSpPr>
          <p:spPr>
            <a:xfrm>
              <a:off x="5518950" y="3092887"/>
              <a:ext cx="31569" cy="105544"/>
            </a:xfrm>
            <a:custGeom>
              <a:avLst/>
              <a:gdLst/>
              <a:ahLst/>
              <a:cxnLst/>
              <a:rect l="0" t="0" r="0" b="0"/>
              <a:pathLst>
                <a:path w="31569" h="105544">
                  <a:moveTo>
                    <a:pt x="31569" y="1055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7" name="Candidate_receptor__2916">
              <a:extLst>
                <a:ext uri="{FF2B5EF4-FFF2-40B4-BE49-F238E27FC236}">
                  <a16:creationId xmlns:a16="http://schemas.microsoft.com/office/drawing/2014/main" id="{05CCB486-DA20-1C8E-DF73-15D0BED6D0A0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76987"/>
              <a:ext cx="112618" cy="17192"/>
            </a:xfrm>
            <a:custGeom>
              <a:avLst/>
              <a:gdLst/>
              <a:ahLst/>
              <a:cxnLst/>
              <a:rect l="0" t="0" r="0" b="0"/>
              <a:pathLst>
                <a:path w="112618" h="17192">
                  <a:moveTo>
                    <a:pt x="112618" y="0"/>
                  </a:moveTo>
                  <a:lnTo>
                    <a:pt x="0" y="1719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8" name="Candidate_receptor__2917">
              <a:extLst>
                <a:ext uri="{FF2B5EF4-FFF2-40B4-BE49-F238E27FC236}">
                  <a16:creationId xmlns:a16="http://schemas.microsoft.com/office/drawing/2014/main" id="{041307E2-03C0-5FAF-38C2-0E850FBBF040}"/>
                </a:ext>
              </a:extLst>
            </p:cNvPr>
            <p:cNvSpPr>
              <a:spLocks noGrp="1"/>
            </p:cNvSpPr>
            <p:nvPr/>
          </p:nvSpPr>
          <p:spPr>
            <a:xfrm>
              <a:off x="5536250" y="2803925"/>
              <a:ext cx="59864" cy="57440"/>
            </a:xfrm>
            <a:custGeom>
              <a:avLst/>
              <a:gdLst/>
              <a:ahLst/>
              <a:cxnLst/>
              <a:rect l="0" t="0" r="0" b="0"/>
              <a:pathLst>
                <a:path w="59864" h="57440">
                  <a:moveTo>
                    <a:pt x="59864" y="574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9" name="Candidate_receptor__2918">
              <a:extLst>
                <a:ext uri="{FF2B5EF4-FFF2-40B4-BE49-F238E27FC236}">
                  <a16:creationId xmlns:a16="http://schemas.microsoft.com/office/drawing/2014/main" id="{62849E37-E7F5-A77C-9F5D-C316A616F5C2}"/>
                </a:ext>
              </a:extLst>
            </p:cNvPr>
            <p:cNvSpPr>
              <a:spLocks noGrp="1"/>
            </p:cNvSpPr>
            <p:nvPr/>
          </p:nvSpPr>
          <p:spPr>
            <a:xfrm>
              <a:off x="4865802" y="2096230"/>
              <a:ext cx="113972" cy="1011"/>
            </a:xfrm>
            <a:custGeom>
              <a:avLst/>
              <a:gdLst/>
              <a:ahLst/>
              <a:cxnLst/>
              <a:rect l="0" t="0" r="0" b="0"/>
              <a:pathLst>
                <a:path w="113972" h="1011">
                  <a:moveTo>
                    <a:pt x="113972" y="0"/>
                  </a:moveTo>
                  <a:lnTo>
                    <a:pt x="0" y="101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0" name="Candidate_receptor__2919">
              <a:extLst>
                <a:ext uri="{FF2B5EF4-FFF2-40B4-BE49-F238E27FC236}">
                  <a16:creationId xmlns:a16="http://schemas.microsoft.com/office/drawing/2014/main" id="{6DBB8591-35F4-5E94-41A7-7F4FA86A2B0A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097568"/>
              <a:ext cx="66345" cy="63989"/>
            </a:xfrm>
            <a:custGeom>
              <a:avLst/>
              <a:gdLst/>
              <a:ahLst/>
              <a:cxnLst/>
              <a:rect l="0" t="0" r="0" b="0"/>
              <a:pathLst>
                <a:path w="66345" h="63989">
                  <a:moveTo>
                    <a:pt x="66345" y="0"/>
                  </a:moveTo>
                  <a:lnTo>
                    <a:pt x="0" y="6398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1" name="Candidate_receptor__2920">
              <a:extLst>
                <a:ext uri="{FF2B5EF4-FFF2-40B4-BE49-F238E27FC236}">
                  <a16:creationId xmlns:a16="http://schemas.microsoft.com/office/drawing/2014/main" id="{7D53709E-D04F-83AC-2248-CE005CDF881E}"/>
                </a:ext>
              </a:extLst>
            </p:cNvPr>
            <p:cNvSpPr>
              <a:spLocks noGrp="1"/>
            </p:cNvSpPr>
            <p:nvPr/>
          </p:nvSpPr>
          <p:spPr>
            <a:xfrm>
              <a:off x="5162872" y="2842547"/>
              <a:ext cx="42510" cy="26660"/>
            </a:xfrm>
            <a:custGeom>
              <a:avLst/>
              <a:gdLst/>
              <a:ahLst/>
              <a:cxnLst/>
              <a:rect l="0" t="0" r="0" b="0"/>
              <a:pathLst>
                <a:path w="42510" h="26660">
                  <a:moveTo>
                    <a:pt x="42510" y="266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2" name="Candidate_receptor__2921">
              <a:extLst>
                <a:ext uri="{FF2B5EF4-FFF2-40B4-BE49-F238E27FC236}">
                  <a16:creationId xmlns:a16="http://schemas.microsoft.com/office/drawing/2014/main" id="{A8EEA1D1-F7A0-CFEB-76E6-A8ADEF054E83}"/>
                </a:ext>
              </a:extLst>
            </p:cNvPr>
            <p:cNvSpPr>
              <a:spLocks noGrp="1"/>
            </p:cNvSpPr>
            <p:nvPr/>
          </p:nvSpPr>
          <p:spPr>
            <a:xfrm>
              <a:off x="5757141" y="2696519"/>
              <a:ext cx="48250" cy="72150"/>
            </a:xfrm>
            <a:custGeom>
              <a:avLst/>
              <a:gdLst/>
              <a:ahLst/>
              <a:cxnLst/>
              <a:rect l="0" t="0" r="0" b="0"/>
              <a:pathLst>
                <a:path w="48250" h="72150">
                  <a:moveTo>
                    <a:pt x="0" y="0"/>
                  </a:moveTo>
                  <a:lnTo>
                    <a:pt x="48250" y="7215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3" name="Candidate_receptor__2922">
              <a:extLst>
                <a:ext uri="{FF2B5EF4-FFF2-40B4-BE49-F238E27FC236}">
                  <a16:creationId xmlns:a16="http://schemas.microsoft.com/office/drawing/2014/main" id="{E0FD43BA-CBBE-F112-229D-DAC6665E33F1}"/>
                </a:ext>
              </a:extLst>
            </p:cNvPr>
            <p:cNvSpPr>
              <a:spLocks noGrp="1"/>
            </p:cNvSpPr>
            <p:nvPr/>
          </p:nvSpPr>
          <p:spPr>
            <a:xfrm>
              <a:off x="5704916" y="3492476"/>
              <a:ext cx="21557" cy="17633"/>
            </a:xfrm>
            <a:custGeom>
              <a:avLst/>
              <a:gdLst/>
              <a:ahLst/>
              <a:cxnLst/>
              <a:rect l="0" t="0" r="0" b="0"/>
              <a:pathLst>
                <a:path w="21557" h="17633">
                  <a:moveTo>
                    <a:pt x="0" y="17633"/>
                  </a:moveTo>
                  <a:lnTo>
                    <a:pt x="21557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4" name="Candidate_receptor__2923">
              <a:extLst>
                <a:ext uri="{FF2B5EF4-FFF2-40B4-BE49-F238E27FC236}">
                  <a16:creationId xmlns:a16="http://schemas.microsoft.com/office/drawing/2014/main" id="{8BAF4DE1-6066-2734-63EE-191A63F423CD}"/>
                </a:ext>
              </a:extLst>
            </p:cNvPr>
            <p:cNvSpPr>
              <a:spLocks noGrp="1"/>
            </p:cNvSpPr>
            <p:nvPr/>
          </p:nvSpPr>
          <p:spPr>
            <a:xfrm>
              <a:off x="4678223" y="2133746"/>
              <a:ext cx="71735" cy="81215"/>
            </a:xfrm>
            <a:custGeom>
              <a:avLst/>
              <a:gdLst/>
              <a:ahLst/>
              <a:cxnLst/>
              <a:rect l="0" t="0" r="0" b="0"/>
              <a:pathLst>
                <a:path w="71735" h="81215">
                  <a:moveTo>
                    <a:pt x="71735" y="81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5" name="Candidate_receptor__2924">
              <a:extLst>
                <a:ext uri="{FF2B5EF4-FFF2-40B4-BE49-F238E27FC236}">
                  <a16:creationId xmlns:a16="http://schemas.microsoft.com/office/drawing/2014/main" id="{843BB4A5-E1DC-934C-89CB-0182BDC6F444}"/>
                </a:ext>
              </a:extLst>
            </p:cNvPr>
            <p:cNvSpPr>
              <a:spLocks noGrp="1"/>
            </p:cNvSpPr>
            <p:nvPr/>
          </p:nvSpPr>
          <p:spPr>
            <a:xfrm>
              <a:off x="5077233" y="4371922"/>
              <a:ext cx="40253" cy="106299"/>
            </a:xfrm>
            <a:custGeom>
              <a:avLst/>
              <a:gdLst/>
              <a:ahLst/>
              <a:cxnLst/>
              <a:rect l="0" t="0" r="0" b="0"/>
              <a:pathLst>
                <a:path w="40253" h="106299">
                  <a:moveTo>
                    <a:pt x="40253" y="1062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6" name="Candidate_receptor__2925">
              <a:extLst>
                <a:ext uri="{FF2B5EF4-FFF2-40B4-BE49-F238E27FC236}">
                  <a16:creationId xmlns:a16="http://schemas.microsoft.com/office/drawing/2014/main" id="{5CEF3DC2-135D-C7F6-8CD8-FFD8945F11BD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88015"/>
              <a:ext cx="39632" cy="99803"/>
            </a:xfrm>
            <a:custGeom>
              <a:avLst/>
              <a:gdLst/>
              <a:ahLst/>
              <a:cxnLst/>
              <a:rect l="0" t="0" r="0" b="0"/>
              <a:pathLst>
                <a:path w="39632" h="99803">
                  <a:moveTo>
                    <a:pt x="39632" y="99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7" name="Candidate_receptor__2926">
              <a:extLst>
                <a:ext uri="{FF2B5EF4-FFF2-40B4-BE49-F238E27FC236}">
                  <a16:creationId xmlns:a16="http://schemas.microsoft.com/office/drawing/2014/main" id="{25F205E2-8DB9-08F1-333B-C624C627A09D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251532"/>
              <a:ext cx="24462" cy="22288"/>
            </a:xfrm>
            <a:custGeom>
              <a:avLst/>
              <a:gdLst/>
              <a:ahLst/>
              <a:cxnLst/>
              <a:rect l="0" t="0" r="0" b="0"/>
              <a:pathLst>
                <a:path w="24462" h="22288">
                  <a:moveTo>
                    <a:pt x="24462" y="22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8" name="Candidate_receptor__2927">
              <a:extLst>
                <a:ext uri="{FF2B5EF4-FFF2-40B4-BE49-F238E27FC236}">
                  <a16:creationId xmlns:a16="http://schemas.microsoft.com/office/drawing/2014/main" id="{F0C9A3A1-3EC2-559B-ABEE-C673D28D3CE4}"/>
                </a:ext>
              </a:extLst>
            </p:cNvPr>
            <p:cNvSpPr>
              <a:spLocks noGrp="1"/>
            </p:cNvSpPr>
            <p:nvPr/>
          </p:nvSpPr>
          <p:spPr>
            <a:xfrm>
              <a:off x="4950962" y="2412891"/>
              <a:ext cx="99550" cy="50815"/>
            </a:xfrm>
            <a:custGeom>
              <a:avLst/>
              <a:gdLst/>
              <a:ahLst/>
              <a:cxnLst/>
              <a:rect l="0" t="0" r="0" b="0"/>
              <a:pathLst>
                <a:path w="99550" h="50815">
                  <a:moveTo>
                    <a:pt x="0" y="50815"/>
                  </a:moveTo>
                  <a:lnTo>
                    <a:pt x="9955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9" name="Candidate_receptor__2928">
              <a:extLst>
                <a:ext uri="{FF2B5EF4-FFF2-40B4-BE49-F238E27FC236}">
                  <a16:creationId xmlns:a16="http://schemas.microsoft.com/office/drawing/2014/main" id="{E950AB5F-2051-D00F-7B1F-F46B36580184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4515"/>
              <a:ext cx="49527" cy="36742"/>
            </a:xfrm>
            <a:custGeom>
              <a:avLst/>
              <a:gdLst/>
              <a:ahLst/>
              <a:cxnLst/>
              <a:rect l="0" t="0" r="0" b="0"/>
              <a:pathLst>
                <a:path w="49527" h="36742">
                  <a:moveTo>
                    <a:pt x="49527" y="0"/>
                  </a:moveTo>
                  <a:lnTo>
                    <a:pt x="0" y="3674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0" name="Candidate_receptor__2929">
              <a:extLst>
                <a:ext uri="{FF2B5EF4-FFF2-40B4-BE49-F238E27FC236}">
                  <a16:creationId xmlns:a16="http://schemas.microsoft.com/office/drawing/2014/main" id="{9C785C8E-CAC4-F91A-BC56-8F286C22CB44}"/>
                </a:ext>
              </a:extLst>
            </p:cNvPr>
            <p:cNvSpPr>
              <a:spLocks noGrp="1"/>
            </p:cNvSpPr>
            <p:nvPr/>
          </p:nvSpPr>
          <p:spPr>
            <a:xfrm>
              <a:off x="5576178" y="1842123"/>
              <a:ext cx="43291" cy="45382"/>
            </a:xfrm>
            <a:custGeom>
              <a:avLst/>
              <a:gdLst/>
              <a:ahLst/>
              <a:cxnLst/>
              <a:rect l="0" t="0" r="0" b="0"/>
              <a:pathLst>
                <a:path w="43291" h="45382">
                  <a:moveTo>
                    <a:pt x="43291" y="453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1" name="Candidate_receptor__2930">
              <a:extLst>
                <a:ext uri="{FF2B5EF4-FFF2-40B4-BE49-F238E27FC236}">
                  <a16:creationId xmlns:a16="http://schemas.microsoft.com/office/drawing/2014/main" id="{CF7170C4-0819-8876-60C5-F8D67A5A85E7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680669"/>
              <a:ext cx="52700" cy="68344"/>
            </a:xfrm>
            <a:custGeom>
              <a:avLst/>
              <a:gdLst/>
              <a:ahLst/>
              <a:cxnLst/>
              <a:rect l="0" t="0" r="0" b="0"/>
              <a:pathLst>
                <a:path w="52700" h="68344">
                  <a:moveTo>
                    <a:pt x="52700" y="0"/>
                  </a:moveTo>
                  <a:lnTo>
                    <a:pt x="0" y="6834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2" name="Candidate_receptor__2931">
              <a:extLst>
                <a:ext uri="{FF2B5EF4-FFF2-40B4-BE49-F238E27FC236}">
                  <a16:creationId xmlns:a16="http://schemas.microsoft.com/office/drawing/2014/main" id="{0A5AEF90-5A15-DDE8-EFA5-01F29F959106}"/>
                </a:ext>
              </a:extLst>
            </p:cNvPr>
            <p:cNvSpPr>
              <a:spLocks noGrp="1"/>
            </p:cNvSpPr>
            <p:nvPr/>
          </p:nvSpPr>
          <p:spPr>
            <a:xfrm>
              <a:off x="5050512" y="2412891"/>
              <a:ext cx="72189" cy="83225"/>
            </a:xfrm>
            <a:custGeom>
              <a:avLst/>
              <a:gdLst/>
              <a:ahLst/>
              <a:cxnLst/>
              <a:rect l="0" t="0" r="0" b="0"/>
              <a:pathLst>
                <a:path w="72189" h="83225">
                  <a:moveTo>
                    <a:pt x="0" y="0"/>
                  </a:moveTo>
                  <a:lnTo>
                    <a:pt x="72189" y="8322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3" name="Candidate_receptor__2932">
              <a:extLst>
                <a:ext uri="{FF2B5EF4-FFF2-40B4-BE49-F238E27FC236}">
                  <a16:creationId xmlns:a16="http://schemas.microsoft.com/office/drawing/2014/main" id="{D6C0D3DA-B67F-7FE2-11D5-F34D007B4D01}"/>
                </a:ext>
              </a:extLst>
            </p:cNvPr>
            <p:cNvSpPr>
              <a:spLocks noGrp="1"/>
            </p:cNvSpPr>
            <p:nvPr/>
          </p:nvSpPr>
          <p:spPr>
            <a:xfrm>
              <a:off x="4621873" y="4721038"/>
              <a:ext cx="82745" cy="79190"/>
            </a:xfrm>
            <a:custGeom>
              <a:avLst/>
              <a:gdLst/>
              <a:ahLst/>
              <a:cxnLst/>
              <a:rect l="0" t="0" r="0" b="0"/>
              <a:pathLst>
                <a:path w="82745" h="79190">
                  <a:moveTo>
                    <a:pt x="82745" y="791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4" name="Candidate_receptor__2933">
              <a:extLst>
                <a:ext uri="{FF2B5EF4-FFF2-40B4-BE49-F238E27FC236}">
                  <a16:creationId xmlns:a16="http://schemas.microsoft.com/office/drawing/2014/main" id="{BF2FA271-D5FD-CB6B-EC3B-2AFEE11DA145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678401"/>
              <a:ext cx="93083" cy="39292"/>
            </a:xfrm>
            <a:custGeom>
              <a:avLst/>
              <a:gdLst/>
              <a:ahLst/>
              <a:cxnLst/>
              <a:rect l="0" t="0" r="0" b="0"/>
              <a:pathLst>
                <a:path w="93083" h="39292">
                  <a:moveTo>
                    <a:pt x="0" y="39292"/>
                  </a:moveTo>
                  <a:lnTo>
                    <a:pt x="9308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5" name="Candidate_receptor__2934">
              <a:extLst>
                <a:ext uri="{FF2B5EF4-FFF2-40B4-BE49-F238E27FC236}">
                  <a16:creationId xmlns:a16="http://schemas.microsoft.com/office/drawing/2014/main" id="{030AA3B1-F78B-6C62-ACD3-1911CB281AD9}"/>
                </a:ext>
              </a:extLst>
            </p:cNvPr>
            <p:cNvSpPr>
              <a:spLocks noGrp="1"/>
            </p:cNvSpPr>
            <p:nvPr/>
          </p:nvSpPr>
          <p:spPr>
            <a:xfrm>
              <a:off x="5473014" y="1685568"/>
              <a:ext cx="87469" cy="32841"/>
            </a:xfrm>
            <a:custGeom>
              <a:avLst/>
              <a:gdLst/>
              <a:ahLst/>
              <a:cxnLst/>
              <a:rect l="0" t="0" r="0" b="0"/>
              <a:pathLst>
                <a:path w="87469" h="32841">
                  <a:moveTo>
                    <a:pt x="87469" y="32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6" name="Candidate_receptor__2935">
              <a:extLst>
                <a:ext uri="{FF2B5EF4-FFF2-40B4-BE49-F238E27FC236}">
                  <a16:creationId xmlns:a16="http://schemas.microsoft.com/office/drawing/2014/main" id="{18B57FA7-FCA1-63AF-BA4A-4568E52D6CD8}"/>
                </a:ext>
              </a:extLst>
            </p:cNvPr>
            <p:cNvSpPr>
              <a:spLocks noGrp="1"/>
            </p:cNvSpPr>
            <p:nvPr/>
          </p:nvSpPr>
          <p:spPr>
            <a:xfrm>
              <a:off x="4580854" y="2097568"/>
              <a:ext cx="97369" cy="36178"/>
            </a:xfrm>
            <a:custGeom>
              <a:avLst/>
              <a:gdLst/>
              <a:ahLst/>
              <a:cxnLst/>
              <a:rect l="0" t="0" r="0" b="0"/>
              <a:pathLst>
                <a:path w="97369" h="36178">
                  <a:moveTo>
                    <a:pt x="97369" y="361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7" name="Candidate_receptor__2936">
              <a:extLst>
                <a:ext uri="{FF2B5EF4-FFF2-40B4-BE49-F238E27FC236}">
                  <a16:creationId xmlns:a16="http://schemas.microsoft.com/office/drawing/2014/main" id="{3DBFCDE2-68F7-A5A8-5879-C751542BBF06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292343"/>
              <a:ext cx="68830" cy="82807"/>
            </a:xfrm>
            <a:custGeom>
              <a:avLst/>
              <a:gdLst/>
              <a:ahLst/>
              <a:cxnLst/>
              <a:rect l="0" t="0" r="0" b="0"/>
              <a:pathLst>
                <a:path w="68830" h="82807">
                  <a:moveTo>
                    <a:pt x="0" y="82807"/>
                  </a:moveTo>
                  <a:lnTo>
                    <a:pt x="6883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8" name="Candidate_receptor__2937">
              <a:extLst>
                <a:ext uri="{FF2B5EF4-FFF2-40B4-BE49-F238E27FC236}">
                  <a16:creationId xmlns:a16="http://schemas.microsoft.com/office/drawing/2014/main" id="{0AADB6E9-EC4A-40EE-CD6E-8FF2D5E3EB30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94179"/>
              <a:ext cx="15587" cy="113606"/>
            </a:xfrm>
            <a:custGeom>
              <a:avLst/>
              <a:gdLst/>
              <a:ahLst/>
              <a:cxnLst/>
              <a:rect l="0" t="0" r="0" b="0"/>
              <a:pathLst>
                <a:path w="15587" h="113606">
                  <a:moveTo>
                    <a:pt x="0" y="0"/>
                  </a:moveTo>
                  <a:lnTo>
                    <a:pt x="15587" y="1136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9" name="Candidate_receptor__2938">
              <a:extLst>
                <a:ext uri="{FF2B5EF4-FFF2-40B4-BE49-F238E27FC236}">
                  <a16:creationId xmlns:a16="http://schemas.microsoft.com/office/drawing/2014/main" id="{BD235EA2-224A-CCC2-A066-28C1E507B223}"/>
                </a:ext>
              </a:extLst>
            </p:cNvPr>
            <p:cNvSpPr>
              <a:spLocks noGrp="1"/>
            </p:cNvSpPr>
            <p:nvPr/>
          </p:nvSpPr>
          <p:spPr>
            <a:xfrm>
              <a:off x="6235063" y="4586578"/>
              <a:ext cx="14606" cy="94090"/>
            </a:xfrm>
            <a:custGeom>
              <a:avLst/>
              <a:gdLst/>
              <a:ahLst/>
              <a:cxnLst/>
              <a:rect l="0" t="0" r="0" b="0"/>
              <a:pathLst>
                <a:path w="14606" h="94090">
                  <a:moveTo>
                    <a:pt x="0" y="0"/>
                  </a:moveTo>
                  <a:lnTo>
                    <a:pt x="14606" y="9409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0" name="Candidate_receptor__2939">
              <a:extLst>
                <a:ext uri="{FF2B5EF4-FFF2-40B4-BE49-F238E27FC236}">
                  <a16:creationId xmlns:a16="http://schemas.microsoft.com/office/drawing/2014/main" id="{4E5131C8-043D-D627-688B-0AF2B487D959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45266"/>
              <a:ext cx="24801" cy="108630"/>
            </a:xfrm>
            <a:custGeom>
              <a:avLst/>
              <a:gdLst/>
              <a:ahLst/>
              <a:cxnLst/>
              <a:rect l="0" t="0" r="0" b="0"/>
              <a:pathLst>
                <a:path w="24801" h="108630">
                  <a:moveTo>
                    <a:pt x="0" y="0"/>
                  </a:moveTo>
                  <a:lnTo>
                    <a:pt x="24801" y="10863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41" name="Candidate_receptor__2940">
              <a:extLst>
                <a:ext uri="{FF2B5EF4-FFF2-40B4-BE49-F238E27FC236}">
                  <a16:creationId xmlns:a16="http://schemas.microsoft.com/office/drawing/2014/main" id="{C6EFA084-7906-ECC6-3FCB-50319EBB9581}"/>
                </a:ext>
              </a:extLst>
            </p:cNvPr>
            <p:cNvSpPr>
              <a:spLocks noGrp="1"/>
            </p:cNvSpPr>
            <p:nvPr/>
          </p:nvSpPr>
          <p:spPr>
            <a:xfrm>
              <a:off x="4998508" y="2791481"/>
              <a:ext cx="59950" cy="92340"/>
            </a:xfrm>
            <a:custGeom>
              <a:avLst/>
              <a:gdLst/>
              <a:ahLst/>
              <a:cxnLst/>
              <a:rect l="0" t="0" r="0" b="0"/>
              <a:pathLst>
                <a:path w="59950" h="92340">
                  <a:moveTo>
                    <a:pt x="59950" y="923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42" name="Candidate_receptor__2941">
              <a:extLst>
                <a:ext uri="{FF2B5EF4-FFF2-40B4-BE49-F238E27FC236}">
                  <a16:creationId xmlns:a16="http://schemas.microsoft.com/office/drawing/2014/main" id="{E5F9304F-1506-B0DF-D64F-BED87F5EECBD}"/>
                </a:ext>
              </a:extLst>
            </p:cNvPr>
            <p:cNvSpPr>
              <a:spLocks noGrp="1"/>
            </p:cNvSpPr>
            <p:nvPr/>
          </p:nvSpPr>
          <p:spPr>
            <a:xfrm>
              <a:off x="5763582" y="3874306"/>
              <a:ext cx="43273" cy="22080"/>
            </a:xfrm>
            <a:custGeom>
              <a:avLst/>
              <a:gdLst/>
              <a:ahLst/>
              <a:cxnLst/>
              <a:rect l="0" t="0" r="0" b="0"/>
              <a:pathLst>
                <a:path w="43273" h="22080">
                  <a:moveTo>
                    <a:pt x="0" y="22080"/>
                  </a:moveTo>
                  <a:lnTo>
                    <a:pt x="4327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3" name="Candidate_receptor__2942">
              <a:extLst>
                <a:ext uri="{FF2B5EF4-FFF2-40B4-BE49-F238E27FC236}">
                  <a16:creationId xmlns:a16="http://schemas.microsoft.com/office/drawing/2014/main" id="{E44A20F3-F9E0-2497-37F1-EA22FA57B8AD}"/>
                </a:ext>
              </a:extLst>
            </p:cNvPr>
            <p:cNvSpPr>
              <a:spLocks noGrp="1"/>
            </p:cNvSpPr>
            <p:nvPr/>
          </p:nvSpPr>
          <p:spPr>
            <a:xfrm>
              <a:off x="4648178" y="4538483"/>
              <a:ext cx="94799" cy="62962"/>
            </a:xfrm>
            <a:custGeom>
              <a:avLst/>
              <a:gdLst/>
              <a:ahLst/>
              <a:cxnLst/>
              <a:rect l="0" t="0" r="0" b="0"/>
              <a:pathLst>
                <a:path w="94799" h="62962">
                  <a:moveTo>
                    <a:pt x="0" y="0"/>
                  </a:moveTo>
                  <a:lnTo>
                    <a:pt x="94799" y="6296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4" name="Candidate_receptor__2943">
              <a:extLst>
                <a:ext uri="{FF2B5EF4-FFF2-40B4-BE49-F238E27FC236}">
                  <a16:creationId xmlns:a16="http://schemas.microsoft.com/office/drawing/2014/main" id="{069A2E71-2E18-E9B4-CB94-C54592DC017F}"/>
                </a:ext>
              </a:extLst>
            </p:cNvPr>
            <p:cNvSpPr>
              <a:spLocks noGrp="1"/>
            </p:cNvSpPr>
            <p:nvPr/>
          </p:nvSpPr>
          <p:spPr>
            <a:xfrm>
              <a:off x="5418662" y="3381731"/>
              <a:ext cx="24353" cy="71486"/>
            </a:xfrm>
            <a:custGeom>
              <a:avLst/>
              <a:gdLst/>
              <a:ahLst/>
              <a:cxnLst/>
              <a:rect l="0" t="0" r="0" b="0"/>
              <a:pathLst>
                <a:path w="24353" h="71486">
                  <a:moveTo>
                    <a:pt x="24353" y="71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5" name="Candidate_receptor__2944">
              <a:extLst>
                <a:ext uri="{FF2B5EF4-FFF2-40B4-BE49-F238E27FC236}">
                  <a16:creationId xmlns:a16="http://schemas.microsoft.com/office/drawing/2014/main" id="{02E284E9-A273-0192-4414-4F4B4CE3F6FC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449873"/>
              <a:ext cx="86528" cy="69094"/>
            </a:xfrm>
            <a:custGeom>
              <a:avLst/>
              <a:gdLst/>
              <a:ahLst/>
              <a:cxnLst/>
              <a:rect l="0" t="0" r="0" b="0"/>
              <a:pathLst>
                <a:path w="86528" h="69094">
                  <a:moveTo>
                    <a:pt x="86528" y="690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6" name="Candidate_receptor__2945">
              <a:extLst>
                <a:ext uri="{FF2B5EF4-FFF2-40B4-BE49-F238E27FC236}">
                  <a16:creationId xmlns:a16="http://schemas.microsoft.com/office/drawing/2014/main" id="{C51A5E0C-0F0D-15A9-B1ED-157BD8B5EF9D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618151"/>
              <a:ext cx="22546" cy="13419"/>
            </a:xfrm>
            <a:custGeom>
              <a:avLst/>
              <a:gdLst/>
              <a:ahLst/>
              <a:cxnLst/>
              <a:rect l="0" t="0" r="0" b="0"/>
              <a:pathLst>
                <a:path w="22546" h="13419">
                  <a:moveTo>
                    <a:pt x="0" y="13419"/>
                  </a:moveTo>
                  <a:lnTo>
                    <a:pt x="2254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7" name="Candidate_receptor__2946">
              <a:extLst>
                <a:ext uri="{FF2B5EF4-FFF2-40B4-BE49-F238E27FC236}">
                  <a16:creationId xmlns:a16="http://schemas.microsoft.com/office/drawing/2014/main" id="{012B480F-8153-5931-F379-EEEFA6C61059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251649"/>
              <a:ext cx="40823" cy="10465"/>
            </a:xfrm>
            <a:custGeom>
              <a:avLst/>
              <a:gdLst/>
              <a:ahLst/>
              <a:cxnLst/>
              <a:rect l="0" t="0" r="0" b="0"/>
              <a:pathLst>
                <a:path w="40823" h="10465">
                  <a:moveTo>
                    <a:pt x="0" y="10465"/>
                  </a:moveTo>
                  <a:lnTo>
                    <a:pt x="4082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8" name="Candidate_receptor__2947">
              <a:extLst>
                <a:ext uri="{FF2B5EF4-FFF2-40B4-BE49-F238E27FC236}">
                  <a16:creationId xmlns:a16="http://schemas.microsoft.com/office/drawing/2014/main" id="{6011512A-B3AF-D193-245E-2990EE446F12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84627"/>
              <a:ext cx="77986" cy="941"/>
            </a:xfrm>
            <a:custGeom>
              <a:avLst/>
              <a:gdLst/>
              <a:ahLst/>
              <a:cxnLst/>
              <a:rect l="0" t="0" r="0" b="0"/>
              <a:pathLst>
                <a:path w="77986" h="941">
                  <a:moveTo>
                    <a:pt x="77986" y="9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9" name="Candidate_receptor__2948">
              <a:extLst>
                <a:ext uri="{FF2B5EF4-FFF2-40B4-BE49-F238E27FC236}">
                  <a16:creationId xmlns:a16="http://schemas.microsoft.com/office/drawing/2014/main" id="{55CEDAB0-657E-C91E-5283-274C072439BD}"/>
                </a:ext>
              </a:extLst>
            </p:cNvPr>
            <p:cNvSpPr>
              <a:spLocks noGrp="1"/>
            </p:cNvSpPr>
            <p:nvPr/>
          </p:nvSpPr>
          <p:spPr>
            <a:xfrm>
              <a:off x="6546841" y="4479030"/>
              <a:ext cx="77022" cy="85527"/>
            </a:xfrm>
            <a:custGeom>
              <a:avLst/>
              <a:gdLst/>
              <a:ahLst/>
              <a:cxnLst/>
              <a:rect l="0" t="0" r="0" b="0"/>
              <a:pathLst>
                <a:path w="77022" h="85527">
                  <a:moveTo>
                    <a:pt x="0" y="85527"/>
                  </a:moveTo>
                  <a:lnTo>
                    <a:pt x="7702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0" name="Candidate_receptor__2949">
              <a:extLst>
                <a:ext uri="{FF2B5EF4-FFF2-40B4-BE49-F238E27FC236}">
                  <a16:creationId xmlns:a16="http://schemas.microsoft.com/office/drawing/2014/main" id="{2EBC41D5-8FD4-44ED-670B-717B0B8EBCEC}"/>
                </a:ext>
              </a:extLst>
            </p:cNvPr>
            <p:cNvSpPr>
              <a:spLocks noGrp="1"/>
            </p:cNvSpPr>
            <p:nvPr/>
          </p:nvSpPr>
          <p:spPr>
            <a:xfrm>
              <a:off x="4682586" y="4800228"/>
              <a:ext cx="22033" cy="108373"/>
            </a:xfrm>
            <a:custGeom>
              <a:avLst/>
              <a:gdLst/>
              <a:ahLst/>
              <a:cxnLst/>
              <a:rect l="0" t="0" r="0" b="0"/>
              <a:pathLst>
                <a:path w="22033" h="108373">
                  <a:moveTo>
                    <a:pt x="0" y="108373"/>
                  </a:moveTo>
                  <a:lnTo>
                    <a:pt x="22033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1" name="Candidate_receptor__2950">
              <a:extLst>
                <a:ext uri="{FF2B5EF4-FFF2-40B4-BE49-F238E27FC236}">
                  <a16:creationId xmlns:a16="http://schemas.microsoft.com/office/drawing/2014/main" id="{225882FC-27DE-0540-2262-3152A90D2747}"/>
                </a:ext>
              </a:extLst>
            </p:cNvPr>
            <p:cNvSpPr>
              <a:spLocks noGrp="1"/>
            </p:cNvSpPr>
            <p:nvPr/>
          </p:nvSpPr>
          <p:spPr>
            <a:xfrm>
              <a:off x="5160301" y="3661514"/>
              <a:ext cx="92921" cy="63920"/>
            </a:xfrm>
            <a:custGeom>
              <a:avLst/>
              <a:gdLst/>
              <a:ahLst/>
              <a:cxnLst/>
              <a:rect l="0" t="0" r="0" b="0"/>
              <a:pathLst>
                <a:path w="92921" h="63920">
                  <a:moveTo>
                    <a:pt x="0" y="0"/>
                  </a:moveTo>
                  <a:lnTo>
                    <a:pt x="92921" y="6392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2" name="Candidate_receptor__2951">
              <a:extLst>
                <a:ext uri="{FF2B5EF4-FFF2-40B4-BE49-F238E27FC236}">
                  <a16:creationId xmlns:a16="http://schemas.microsoft.com/office/drawing/2014/main" id="{103A40CE-9749-2E67-BC7A-DBC889C3CA94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408057"/>
              <a:ext cx="95" cy="64924"/>
            </a:xfrm>
            <a:custGeom>
              <a:avLst/>
              <a:gdLst/>
              <a:ahLst/>
              <a:cxnLst/>
              <a:rect l="0" t="0" r="0" b="0"/>
              <a:pathLst>
                <a:path w="95" h="64924">
                  <a:moveTo>
                    <a:pt x="0" y="0"/>
                  </a:moveTo>
                  <a:lnTo>
                    <a:pt x="93" y="6492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3" name="Candidate_receptor__2952">
              <a:extLst>
                <a:ext uri="{FF2B5EF4-FFF2-40B4-BE49-F238E27FC236}">
                  <a16:creationId xmlns:a16="http://schemas.microsoft.com/office/drawing/2014/main" id="{0AA6ED21-E444-11DC-7027-BA9255CD8A64}"/>
                </a:ext>
              </a:extLst>
            </p:cNvPr>
            <p:cNvSpPr>
              <a:spLocks noGrp="1"/>
            </p:cNvSpPr>
            <p:nvPr/>
          </p:nvSpPr>
          <p:spPr>
            <a:xfrm>
              <a:off x="6071504" y="2918879"/>
              <a:ext cx="31164" cy="15369"/>
            </a:xfrm>
            <a:custGeom>
              <a:avLst/>
              <a:gdLst/>
              <a:ahLst/>
              <a:cxnLst/>
              <a:rect l="0" t="0" r="0" b="0"/>
              <a:pathLst>
                <a:path w="31164" h="15369">
                  <a:moveTo>
                    <a:pt x="31164" y="153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4" name="Candidate_receptor__2953">
              <a:extLst>
                <a:ext uri="{FF2B5EF4-FFF2-40B4-BE49-F238E27FC236}">
                  <a16:creationId xmlns:a16="http://schemas.microsoft.com/office/drawing/2014/main" id="{CDFB7E20-E50A-B020-6B18-2E9F280BEDBB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267945"/>
              <a:ext cx="65987" cy="91703"/>
            </a:xfrm>
            <a:custGeom>
              <a:avLst/>
              <a:gdLst/>
              <a:ahLst/>
              <a:cxnLst/>
              <a:rect l="0" t="0" r="0" b="0"/>
              <a:pathLst>
                <a:path w="65987" h="91703">
                  <a:moveTo>
                    <a:pt x="65987" y="0"/>
                  </a:moveTo>
                  <a:lnTo>
                    <a:pt x="0" y="9170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5" name="Candidate_receptor__2954">
              <a:extLst>
                <a:ext uri="{FF2B5EF4-FFF2-40B4-BE49-F238E27FC236}">
                  <a16:creationId xmlns:a16="http://schemas.microsoft.com/office/drawing/2014/main" id="{C27A4E93-7C29-6491-8CE5-2D552745D346}"/>
                </a:ext>
              </a:extLst>
            </p:cNvPr>
            <p:cNvSpPr>
              <a:spLocks noGrp="1"/>
            </p:cNvSpPr>
            <p:nvPr/>
          </p:nvSpPr>
          <p:spPr>
            <a:xfrm>
              <a:off x="5915230" y="3862527"/>
              <a:ext cx="240" cy="101988"/>
            </a:xfrm>
            <a:custGeom>
              <a:avLst/>
              <a:gdLst/>
              <a:ahLst/>
              <a:cxnLst/>
              <a:rect l="0" t="0" r="0" b="0"/>
              <a:pathLst>
                <a:path w="240" h="101988">
                  <a:moveTo>
                    <a:pt x="0" y="0"/>
                  </a:moveTo>
                  <a:lnTo>
                    <a:pt x="240" y="10198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6" name="Candidate_receptor__2955">
              <a:extLst>
                <a:ext uri="{FF2B5EF4-FFF2-40B4-BE49-F238E27FC236}">
                  <a16:creationId xmlns:a16="http://schemas.microsoft.com/office/drawing/2014/main" id="{EAFDB751-D27A-071E-C74A-8347E3434E6B}"/>
                </a:ext>
              </a:extLst>
            </p:cNvPr>
            <p:cNvSpPr>
              <a:spLocks noGrp="1"/>
            </p:cNvSpPr>
            <p:nvPr/>
          </p:nvSpPr>
          <p:spPr>
            <a:xfrm>
              <a:off x="5687184" y="2483902"/>
              <a:ext cx="98132" cy="41628"/>
            </a:xfrm>
            <a:custGeom>
              <a:avLst/>
              <a:gdLst/>
              <a:ahLst/>
              <a:cxnLst/>
              <a:rect l="0" t="0" r="0" b="0"/>
              <a:pathLst>
                <a:path w="98132" h="41628">
                  <a:moveTo>
                    <a:pt x="0" y="41628"/>
                  </a:moveTo>
                  <a:lnTo>
                    <a:pt x="98132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7" name="Candidate_receptor__2956">
              <a:extLst>
                <a:ext uri="{FF2B5EF4-FFF2-40B4-BE49-F238E27FC236}">
                  <a16:creationId xmlns:a16="http://schemas.microsoft.com/office/drawing/2014/main" id="{DB0AD091-12DD-B8CB-7C7B-BB0412D078D5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22166" cy="48342"/>
            </a:xfrm>
            <a:custGeom>
              <a:avLst/>
              <a:gdLst/>
              <a:ahLst/>
              <a:cxnLst/>
              <a:rect l="0" t="0" r="0" b="0"/>
              <a:pathLst>
                <a:path w="22166" h="48342">
                  <a:moveTo>
                    <a:pt x="22166" y="483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8" name="Candidate_receptor__2957">
              <a:extLst>
                <a:ext uri="{FF2B5EF4-FFF2-40B4-BE49-F238E27FC236}">
                  <a16:creationId xmlns:a16="http://schemas.microsoft.com/office/drawing/2014/main" id="{17E7B05B-7529-F88D-C1E6-FB3746A49622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7600"/>
              <a:ext cx="20680" cy="14799"/>
            </a:xfrm>
            <a:custGeom>
              <a:avLst/>
              <a:gdLst/>
              <a:ahLst/>
              <a:cxnLst/>
              <a:rect l="0" t="0" r="0" b="0"/>
              <a:pathLst>
                <a:path w="20680" h="14799">
                  <a:moveTo>
                    <a:pt x="0" y="14799"/>
                  </a:moveTo>
                  <a:lnTo>
                    <a:pt x="2068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9" name="Candidate_receptor__2958">
              <a:extLst>
                <a:ext uri="{FF2B5EF4-FFF2-40B4-BE49-F238E27FC236}">
                  <a16:creationId xmlns:a16="http://schemas.microsoft.com/office/drawing/2014/main" id="{A1C8D03A-7F74-4700-CFA3-FD91682743FA}"/>
                </a:ext>
              </a:extLst>
            </p:cNvPr>
            <p:cNvSpPr>
              <a:spLocks noGrp="1"/>
            </p:cNvSpPr>
            <p:nvPr/>
          </p:nvSpPr>
          <p:spPr>
            <a:xfrm>
              <a:off x="5674413" y="3790859"/>
              <a:ext cx="34660" cy="5536"/>
            </a:xfrm>
            <a:custGeom>
              <a:avLst/>
              <a:gdLst/>
              <a:ahLst/>
              <a:cxnLst/>
              <a:rect l="0" t="0" r="0" b="0"/>
              <a:pathLst>
                <a:path w="34660" h="5536">
                  <a:moveTo>
                    <a:pt x="0" y="0"/>
                  </a:moveTo>
                  <a:lnTo>
                    <a:pt x="34660" y="55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0" name="Candidate_receptor__2959">
              <a:extLst>
                <a:ext uri="{FF2B5EF4-FFF2-40B4-BE49-F238E27FC236}">
                  <a16:creationId xmlns:a16="http://schemas.microsoft.com/office/drawing/2014/main" id="{3ED99D83-521A-0A6C-FD14-6DA7E2BB381A}"/>
                </a:ext>
              </a:extLst>
            </p:cNvPr>
            <p:cNvSpPr>
              <a:spLocks noGrp="1"/>
            </p:cNvSpPr>
            <p:nvPr/>
          </p:nvSpPr>
          <p:spPr>
            <a:xfrm>
              <a:off x="5882684" y="2209281"/>
              <a:ext cx="95109" cy="4102"/>
            </a:xfrm>
            <a:custGeom>
              <a:avLst/>
              <a:gdLst/>
              <a:ahLst/>
              <a:cxnLst/>
              <a:rect l="0" t="0" r="0" b="0"/>
              <a:pathLst>
                <a:path w="95109" h="4102">
                  <a:moveTo>
                    <a:pt x="95109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1" name="Candidate_receptor__2960">
              <a:extLst>
                <a:ext uri="{FF2B5EF4-FFF2-40B4-BE49-F238E27FC236}">
                  <a16:creationId xmlns:a16="http://schemas.microsoft.com/office/drawing/2014/main" id="{94DBA45C-7DA3-A8FB-E976-F2D1E233F2BD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74108"/>
              <a:ext cx="85513" cy="70986"/>
            </a:xfrm>
            <a:custGeom>
              <a:avLst/>
              <a:gdLst/>
              <a:ahLst/>
              <a:cxnLst/>
              <a:rect l="0" t="0" r="0" b="0"/>
              <a:pathLst>
                <a:path w="85513" h="70986">
                  <a:moveTo>
                    <a:pt x="0" y="0"/>
                  </a:moveTo>
                  <a:lnTo>
                    <a:pt x="85513" y="7098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2" name="Candidate_receptor__2961">
              <a:extLst>
                <a:ext uri="{FF2B5EF4-FFF2-40B4-BE49-F238E27FC236}">
                  <a16:creationId xmlns:a16="http://schemas.microsoft.com/office/drawing/2014/main" id="{6DBD8E5B-DF85-AE0D-0B41-4A060204E877}"/>
                </a:ext>
              </a:extLst>
            </p:cNvPr>
            <p:cNvSpPr>
              <a:spLocks noGrp="1"/>
            </p:cNvSpPr>
            <p:nvPr/>
          </p:nvSpPr>
          <p:spPr>
            <a:xfrm>
              <a:off x="4560095" y="2252754"/>
              <a:ext cx="23764" cy="8426"/>
            </a:xfrm>
            <a:custGeom>
              <a:avLst/>
              <a:gdLst/>
              <a:ahLst/>
              <a:cxnLst/>
              <a:rect l="0" t="0" r="0" b="0"/>
              <a:pathLst>
                <a:path w="23764" h="8426">
                  <a:moveTo>
                    <a:pt x="23764" y="0"/>
                  </a:moveTo>
                  <a:lnTo>
                    <a:pt x="0" y="842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3" name="Candidate_receptor__2962">
              <a:extLst>
                <a:ext uri="{FF2B5EF4-FFF2-40B4-BE49-F238E27FC236}">
                  <a16:creationId xmlns:a16="http://schemas.microsoft.com/office/drawing/2014/main" id="{64EE0834-6FB0-5A4E-5CB9-51B54A9A5468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453217"/>
              <a:ext cx="32964" cy="101535"/>
            </a:xfrm>
            <a:custGeom>
              <a:avLst/>
              <a:gdLst/>
              <a:ahLst/>
              <a:cxnLst/>
              <a:rect l="0" t="0" r="0" b="0"/>
              <a:pathLst>
                <a:path w="32964" h="101535">
                  <a:moveTo>
                    <a:pt x="0" y="101535"/>
                  </a:moveTo>
                  <a:lnTo>
                    <a:pt x="3296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4" name="Candidate_receptor__2963">
              <a:extLst>
                <a:ext uri="{FF2B5EF4-FFF2-40B4-BE49-F238E27FC236}">
                  <a16:creationId xmlns:a16="http://schemas.microsoft.com/office/drawing/2014/main" id="{7F401B7C-C7EB-07B8-AB66-BE1A7B4A630B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799795"/>
              <a:ext cx="29884" cy="35507"/>
            </a:xfrm>
            <a:custGeom>
              <a:avLst/>
              <a:gdLst/>
              <a:ahLst/>
              <a:cxnLst/>
              <a:rect l="0" t="0" r="0" b="0"/>
              <a:pathLst>
                <a:path w="29884" h="35507">
                  <a:moveTo>
                    <a:pt x="0" y="35507"/>
                  </a:moveTo>
                  <a:lnTo>
                    <a:pt x="2988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5" name="Candidate_receptor__2964">
              <a:extLst>
                <a:ext uri="{FF2B5EF4-FFF2-40B4-BE49-F238E27FC236}">
                  <a16:creationId xmlns:a16="http://schemas.microsoft.com/office/drawing/2014/main" id="{6C86CBD1-2043-B2D5-4651-B8BAA46C220A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845094"/>
              <a:ext cx="20122" cy="110814"/>
            </a:xfrm>
            <a:custGeom>
              <a:avLst/>
              <a:gdLst/>
              <a:ahLst/>
              <a:cxnLst/>
              <a:rect l="0" t="0" r="0" b="0"/>
              <a:pathLst>
                <a:path w="20122" h="110814">
                  <a:moveTo>
                    <a:pt x="20122" y="0"/>
                  </a:moveTo>
                  <a:lnTo>
                    <a:pt x="0" y="11081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6" name="Candidate_receptor__2965">
              <a:extLst>
                <a:ext uri="{FF2B5EF4-FFF2-40B4-BE49-F238E27FC236}">
                  <a16:creationId xmlns:a16="http://schemas.microsoft.com/office/drawing/2014/main" id="{8CF1BC9D-974F-8191-1BC9-576D4BDD3C26}"/>
                </a:ext>
              </a:extLst>
            </p:cNvPr>
            <p:cNvSpPr>
              <a:spLocks noGrp="1"/>
            </p:cNvSpPr>
            <p:nvPr/>
          </p:nvSpPr>
          <p:spPr>
            <a:xfrm>
              <a:off x="4979773" y="2066594"/>
              <a:ext cx="57015" cy="29636"/>
            </a:xfrm>
            <a:custGeom>
              <a:avLst/>
              <a:gdLst/>
              <a:ahLst/>
              <a:cxnLst/>
              <a:rect l="0" t="0" r="0" b="0"/>
              <a:pathLst>
                <a:path w="57015" h="29636">
                  <a:moveTo>
                    <a:pt x="57015" y="0"/>
                  </a:moveTo>
                  <a:lnTo>
                    <a:pt x="0" y="2963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7" name="Candidate_receptor__2966">
              <a:extLst>
                <a:ext uri="{FF2B5EF4-FFF2-40B4-BE49-F238E27FC236}">
                  <a16:creationId xmlns:a16="http://schemas.microsoft.com/office/drawing/2014/main" id="{99CA734D-268B-B595-3AAE-E6D6FD9266E7}"/>
                </a:ext>
              </a:extLst>
            </p:cNvPr>
            <p:cNvSpPr>
              <a:spLocks noGrp="1"/>
            </p:cNvSpPr>
            <p:nvPr/>
          </p:nvSpPr>
          <p:spPr>
            <a:xfrm>
              <a:off x="5875710" y="3242567"/>
              <a:ext cx="71903" cy="7573"/>
            </a:xfrm>
            <a:custGeom>
              <a:avLst/>
              <a:gdLst/>
              <a:ahLst/>
              <a:cxnLst/>
              <a:rect l="0" t="0" r="0" b="0"/>
              <a:pathLst>
                <a:path w="71903" h="7573">
                  <a:moveTo>
                    <a:pt x="71903" y="0"/>
                  </a:moveTo>
                  <a:lnTo>
                    <a:pt x="0" y="757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8" name="Candidate_receptor__2967">
              <a:extLst>
                <a:ext uri="{FF2B5EF4-FFF2-40B4-BE49-F238E27FC236}">
                  <a16:creationId xmlns:a16="http://schemas.microsoft.com/office/drawing/2014/main" id="{6CA0611A-4438-AB21-A871-6899767E93C8}"/>
                </a:ext>
              </a:extLst>
            </p:cNvPr>
            <p:cNvSpPr>
              <a:spLocks noGrp="1"/>
            </p:cNvSpPr>
            <p:nvPr/>
          </p:nvSpPr>
          <p:spPr>
            <a:xfrm>
              <a:off x="5058458" y="2842547"/>
              <a:ext cx="104414" cy="41274"/>
            </a:xfrm>
            <a:custGeom>
              <a:avLst/>
              <a:gdLst/>
              <a:ahLst/>
              <a:cxnLst/>
              <a:rect l="0" t="0" r="0" b="0"/>
              <a:pathLst>
                <a:path w="104414" h="41274">
                  <a:moveTo>
                    <a:pt x="104414" y="0"/>
                  </a:moveTo>
                  <a:lnTo>
                    <a:pt x="0" y="4127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9" name="Candidate_receptor__2968">
              <a:extLst>
                <a:ext uri="{FF2B5EF4-FFF2-40B4-BE49-F238E27FC236}">
                  <a16:creationId xmlns:a16="http://schemas.microsoft.com/office/drawing/2014/main" id="{BCBCAF18-0E88-3C92-B2BC-3BA1F6B7EAD4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81336"/>
              <a:ext cx="92752" cy="52876"/>
            </a:xfrm>
            <a:custGeom>
              <a:avLst/>
              <a:gdLst/>
              <a:ahLst/>
              <a:cxnLst/>
              <a:rect l="0" t="0" r="0" b="0"/>
              <a:pathLst>
                <a:path w="92752" h="52876">
                  <a:moveTo>
                    <a:pt x="0" y="52876"/>
                  </a:moveTo>
                  <a:lnTo>
                    <a:pt x="9275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0" name="Candidate_receptor__2969">
              <a:extLst>
                <a:ext uri="{FF2B5EF4-FFF2-40B4-BE49-F238E27FC236}">
                  <a16:creationId xmlns:a16="http://schemas.microsoft.com/office/drawing/2014/main" id="{F0E1D383-4EEE-0789-7124-9FAD84B0180B}"/>
                </a:ext>
              </a:extLst>
            </p:cNvPr>
            <p:cNvSpPr>
              <a:spLocks noGrp="1"/>
            </p:cNvSpPr>
            <p:nvPr/>
          </p:nvSpPr>
          <p:spPr>
            <a:xfrm>
              <a:off x="5122701" y="2464207"/>
              <a:ext cx="103832" cy="31909"/>
            </a:xfrm>
            <a:custGeom>
              <a:avLst/>
              <a:gdLst/>
              <a:ahLst/>
              <a:cxnLst/>
              <a:rect l="0" t="0" r="0" b="0"/>
              <a:pathLst>
                <a:path w="103832" h="31909">
                  <a:moveTo>
                    <a:pt x="0" y="31909"/>
                  </a:moveTo>
                  <a:lnTo>
                    <a:pt x="10383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1" name="Candidate_receptor__2970">
              <a:extLst>
                <a:ext uri="{FF2B5EF4-FFF2-40B4-BE49-F238E27FC236}">
                  <a16:creationId xmlns:a16="http://schemas.microsoft.com/office/drawing/2014/main" id="{40754CF4-BFA6-D23F-6B47-68430F452495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04764"/>
              <a:ext cx="51854" cy="40502"/>
            </a:xfrm>
            <a:custGeom>
              <a:avLst/>
              <a:gdLst/>
              <a:ahLst/>
              <a:cxnLst/>
              <a:rect l="0" t="0" r="0" b="0"/>
              <a:pathLst>
                <a:path w="51854" h="40502">
                  <a:moveTo>
                    <a:pt x="51854" y="0"/>
                  </a:moveTo>
                  <a:lnTo>
                    <a:pt x="0" y="405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72" name="Candidate_receptor__2971">
              <a:extLst>
                <a:ext uri="{FF2B5EF4-FFF2-40B4-BE49-F238E27FC236}">
                  <a16:creationId xmlns:a16="http://schemas.microsoft.com/office/drawing/2014/main" id="{3518CB16-24AC-2FF4-A248-AF24B04C28C4}"/>
                </a:ext>
              </a:extLst>
            </p:cNvPr>
            <p:cNvSpPr>
              <a:spLocks noGrp="1"/>
            </p:cNvSpPr>
            <p:nvPr/>
          </p:nvSpPr>
          <p:spPr>
            <a:xfrm>
              <a:off x="5903941" y="3378447"/>
              <a:ext cx="110292" cy="28332"/>
            </a:xfrm>
            <a:custGeom>
              <a:avLst/>
              <a:gdLst/>
              <a:ahLst/>
              <a:cxnLst/>
              <a:rect l="0" t="0" r="0" b="0"/>
              <a:pathLst>
                <a:path w="110292" h="28332">
                  <a:moveTo>
                    <a:pt x="0" y="0"/>
                  </a:moveTo>
                  <a:lnTo>
                    <a:pt x="110292" y="2833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3" name="Candidate_receptor__2972">
              <a:extLst>
                <a:ext uri="{FF2B5EF4-FFF2-40B4-BE49-F238E27FC236}">
                  <a16:creationId xmlns:a16="http://schemas.microsoft.com/office/drawing/2014/main" id="{8E082C0C-0ED1-05EC-C639-7D4DD957DFE4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91069"/>
              <a:ext cx="4535" cy="64209"/>
            </a:xfrm>
            <a:custGeom>
              <a:avLst/>
              <a:gdLst/>
              <a:ahLst/>
              <a:cxnLst/>
              <a:rect l="0" t="0" r="0" b="0"/>
              <a:pathLst>
                <a:path w="4535" h="64209">
                  <a:moveTo>
                    <a:pt x="4535" y="64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4" name="Candidate_receptor__2973">
              <a:extLst>
                <a:ext uri="{FF2B5EF4-FFF2-40B4-BE49-F238E27FC236}">
                  <a16:creationId xmlns:a16="http://schemas.microsoft.com/office/drawing/2014/main" id="{864AB574-BD54-EF1B-98D9-01A8A201CCDB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209281"/>
              <a:ext cx="70030" cy="21808"/>
            </a:xfrm>
            <a:custGeom>
              <a:avLst/>
              <a:gdLst/>
              <a:ahLst/>
              <a:cxnLst/>
              <a:rect l="0" t="0" r="0" b="0"/>
              <a:pathLst>
                <a:path w="70030" h="21808">
                  <a:moveTo>
                    <a:pt x="70030" y="0"/>
                  </a:moveTo>
                  <a:lnTo>
                    <a:pt x="0" y="2180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5" name="Candidate_receptor__2974">
              <a:extLst>
                <a:ext uri="{FF2B5EF4-FFF2-40B4-BE49-F238E27FC236}">
                  <a16:creationId xmlns:a16="http://schemas.microsoft.com/office/drawing/2014/main" id="{F66F2CC0-39E4-82AD-3B81-D829EE2366B2}"/>
                </a:ext>
              </a:extLst>
            </p:cNvPr>
            <p:cNvSpPr>
              <a:spLocks noGrp="1"/>
            </p:cNvSpPr>
            <p:nvPr/>
          </p:nvSpPr>
          <p:spPr>
            <a:xfrm>
              <a:off x="5745724" y="2077175"/>
              <a:ext cx="110230" cy="20848"/>
            </a:xfrm>
            <a:custGeom>
              <a:avLst/>
              <a:gdLst/>
              <a:ahLst/>
              <a:cxnLst/>
              <a:rect l="0" t="0" r="0" b="0"/>
              <a:pathLst>
                <a:path w="110230" h="20848">
                  <a:moveTo>
                    <a:pt x="110230" y="0"/>
                  </a:moveTo>
                  <a:lnTo>
                    <a:pt x="0" y="2084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6" name="Candidate_receptor__2975">
              <a:extLst>
                <a:ext uri="{FF2B5EF4-FFF2-40B4-BE49-F238E27FC236}">
                  <a16:creationId xmlns:a16="http://schemas.microsoft.com/office/drawing/2014/main" id="{955D3B8A-9B2E-2044-4E5B-B9B7F77699A1}"/>
                </a:ext>
              </a:extLst>
            </p:cNvPr>
            <p:cNvSpPr>
              <a:spLocks noGrp="1"/>
            </p:cNvSpPr>
            <p:nvPr/>
          </p:nvSpPr>
          <p:spPr>
            <a:xfrm>
              <a:off x="5047668" y="3428764"/>
              <a:ext cx="65718" cy="90203"/>
            </a:xfrm>
            <a:custGeom>
              <a:avLst/>
              <a:gdLst/>
              <a:ahLst/>
              <a:cxnLst/>
              <a:rect l="0" t="0" r="0" b="0"/>
              <a:pathLst>
                <a:path w="65718" h="90203">
                  <a:moveTo>
                    <a:pt x="65718" y="0"/>
                  </a:moveTo>
                  <a:lnTo>
                    <a:pt x="0" y="9020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7" name="Candidate_receptor__2976">
              <a:extLst>
                <a:ext uri="{FF2B5EF4-FFF2-40B4-BE49-F238E27FC236}">
                  <a16:creationId xmlns:a16="http://schemas.microsoft.com/office/drawing/2014/main" id="{9850D043-66B3-57EB-D27F-1FF82DB8ADA0}"/>
                </a:ext>
              </a:extLst>
            </p:cNvPr>
            <p:cNvSpPr>
              <a:spLocks noGrp="1"/>
            </p:cNvSpPr>
            <p:nvPr/>
          </p:nvSpPr>
          <p:spPr>
            <a:xfrm>
              <a:off x="6145900" y="4126236"/>
              <a:ext cx="103986" cy="10416"/>
            </a:xfrm>
            <a:custGeom>
              <a:avLst/>
              <a:gdLst/>
              <a:ahLst/>
              <a:cxnLst/>
              <a:rect l="0" t="0" r="0" b="0"/>
              <a:pathLst>
                <a:path w="103986" h="10416">
                  <a:moveTo>
                    <a:pt x="103986" y="104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8" name="Candidate_receptor__2977">
              <a:extLst>
                <a:ext uri="{FF2B5EF4-FFF2-40B4-BE49-F238E27FC236}">
                  <a16:creationId xmlns:a16="http://schemas.microsoft.com/office/drawing/2014/main" id="{698FAAC0-6629-4386-A500-0ACECC160157}"/>
                </a:ext>
              </a:extLst>
            </p:cNvPr>
            <p:cNvSpPr>
              <a:spLocks noGrp="1"/>
            </p:cNvSpPr>
            <p:nvPr/>
          </p:nvSpPr>
          <p:spPr>
            <a:xfrm>
              <a:off x="6473583" y="4271761"/>
              <a:ext cx="90722" cy="44556"/>
            </a:xfrm>
            <a:custGeom>
              <a:avLst/>
              <a:gdLst/>
              <a:ahLst/>
              <a:cxnLst/>
              <a:rect l="0" t="0" r="0" b="0"/>
              <a:pathLst>
                <a:path w="90722" h="44556">
                  <a:moveTo>
                    <a:pt x="90722" y="445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9" name="Candidate_receptor__2978">
              <a:extLst>
                <a:ext uri="{FF2B5EF4-FFF2-40B4-BE49-F238E27FC236}">
                  <a16:creationId xmlns:a16="http://schemas.microsoft.com/office/drawing/2014/main" id="{9F945107-1CF0-4464-521C-4CA437B398C3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6591" cy="106929"/>
            </a:xfrm>
            <a:custGeom>
              <a:avLst/>
              <a:gdLst/>
              <a:ahLst/>
              <a:cxnLst/>
              <a:rect l="0" t="0" r="0" b="0"/>
              <a:pathLst>
                <a:path w="6591" h="106929">
                  <a:moveTo>
                    <a:pt x="0" y="0"/>
                  </a:moveTo>
                  <a:lnTo>
                    <a:pt x="6591" y="10692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0" name="Candidate_receptor__2979">
              <a:extLst>
                <a:ext uri="{FF2B5EF4-FFF2-40B4-BE49-F238E27FC236}">
                  <a16:creationId xmlns:a16="http://schemas.microsoft.com/office/drawing/2014/main" id="{F30AD086-B92B-F829-6CDB-01079A084DC7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69325"/>
              <a:ext cx="25649" cy="6970"/>
            </a:xfrm>
            <a:custGeom>
              <a:avLst/>
              <a:gdLst/>
              <a:ahLst/>
              <a:cxnLst/>
              <a:rect l="0" t="0" r="0" b="0"/>
              <a:pathLst>
                <a:path w="25649" h="6970">
                  <a:moveTo>
                    <a:pt x="0" y="6970"/>
                  </a:moveTo>
                  <a:lnTo>
                    <a:pt x="2564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1" name="Candidate_receptor__2980">
              <a:extLst>
                <a:ext uri="{FF2B5EF4-FFF2-40B4-BE49-F238E27FC236}">
                  <a16:creationId xmlns:a16="http://schemas.microsoft.com/office/drawing/2014/main" id="{23A757C3-6F64-3A59-81D2-632E8E5D9BCC}"/>
                </a:ext>
              </a:extLst>
            </p:cNvPr>
            <p:cNvSpPr>
              <a:spLocks noGrp="1"/>
            </p:cNvSpPr>
            <p:nvPr/>
          </p:nvSpPr>
          <p:spPr>
            <a:xfrm>
              <a:off x="5593546" y="4081462"/>
              <a:ext cx="105726" cy="43779"/>
            </a:xfrm>
            <a:custGeom>
              <a:avLst/>
              <a:gdLst/>
              <a:ahLst/>
              <a:cxnLst/>
              <a:rect l="0" t="0" r="0" b="0"/>
              <a:pathLst>
                <a:path w="105726" h="43779">
                  <a:moveTo>
                    <a:pt x="105726" y="437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2" name="Candidate_receptor__2981">
              <a:extLst>
                <a:ext uri="{FF2B5EF4-FFF2-40B4-BE49-F238E27FC236}">
                  <a16:creationId xmlns:a16="http://schemas.microsoft.com/office/drawing/2014/main" id="{91AA5BD4-8EC6-9BA9-82DD-0770B6AD967A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2607360"/>
              <a:ext cx="81301" cy="425"/>
            </a:xfrm>
            <a:custGeom>
              <a:avLst/>
              <a:gdLst/>
              <a:ahLst/>
              <a:cxnLst/>
              <a:rect l="0" t="0" r="0" b="0"/>
              <a:pathLst>
                <a:path w="81301" h="425">
                  <a:moveTo>
                    <a:pt x="0" y="425"/>
                  </a:moveTo>
                  <a:lnTo>
                    <a:pt x="8130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3" name="Candidate_receptor__2982">
              <a:extLst>
                <a:ext uri="{FF2B5EF4-FFF2-40B4-BE49-F238E27FC236}">
                  <a16:creationId xmlns:a16="http://schemas.microsoft.com/office/drawing/2014/main" id="{C1C742DD-B377-4E8E-DA33-D45E634183FB}"/>
                </a:ext>
              </a:extLst>
            </p:cNvPr>
            <p:cNvSpPr>
              <a:spLocks noGrp="1"/>
            </p:cNvSpPr>
            <p:nvPr/>
          </p:nvSpPr>
          <p:spPr>
            <a:xfrm>
              <a:off x="5067402" y="3922009"/>
              <a:ext cx="23177" cy="30930"/>
            </a:xfrm>
            <a:custGeom>
              <a:avLst/>
              <a:gdLst/>
              <a:ahLst/>
              <a:cxnLst/>
              <a:rect l="0" t="0" r="0" b="0"/>
              <a:pathLst>
                <a:path w="23177" h="30930">
                  <a:moveTo>
                    <a:pt x="0" y="0"/>
                  </a:moveTo>
                  <a:lnTo>
                    <a:pt x="23177" y="3093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4" name="Candidate_receptor__2983">
              <a:extLst>
                <a:ext uri="{FF2B5EF4-FFF2-40B4-BE49-F238E27FC236}">
                  <a16:creationId xmlns:a16="http://schemas.microsoft.com/office/drawing/2014/main" id="{6C31D0E0-2FF5-C773-94DA-0BA5134EBE43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661514"/>
              <a:ext cx="52669" cy="90215"/>
            </a:xfrm>
            <a:custGeom>
              <a:avLst/>
              <a:gdLst/>
              <a:ahLst/>
              <a:cxnLst/>
              <a:rect l="0" t="0" r="0" b="0"/>
              <a:pathLst>
                <a:path w="52669" h="90215">
                  <a:moveTo>
                    <a:pt x="0" y="90215"/>
                  </a:moveTo>
                  <a:lnTo>
                    <a:pt x="5266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5" name="Candidate_receptor__2984">
              <a:extLst>
                <a:ext uri="{FF2B5EF4-FFF2-40B4-BE49-F238E27FC236}">
                  <a16:creationId xmlns:a16="http://schemas.microsoft.com/office/drawing/2014/main" id="{D1C343E4-1391-B964-FB84-078B753B2C34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42992"/>
              <a:ext cx="99630" cy="7887"/>
            </a:xfrm>
            <a:custGeom>
              <a:avLst/>
              <a:gdLst/>
              <a:ahLst/>
              <a:cxnLst/>
              <a:rect l="0" t="0" r="0" b="0"/>
              <a:pathLst>
                <a:path w="99630" h="7887">
                  <a:moveTo>
                    <a:pt x="0" y="7887"/>
                  </a:moveTo>
                  <a:lnTo>
                    <a:pt x="9963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6" name="Candidate_receptor__2985">
              <a:extLst>
                <a:ext uri="{FF2B5EF4-FFF2-40B4-BE49-F238E27FC236}">
                  <a16:creationId xmlns:a16="http://schemas.microsoft.com/office/drawing/2014/main" id="{79B06243-4E8E-B8F6-B6CD-6153783ADFCA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544"/>
              <a:ext cx="43563" cy="22126"/>
            </a:xfrm>
            <a:custGeom>
              <a:avLst/>
              <a:gdLst/>
              <a:ahLst/>
              <a:cxnLst/>
              <a:rect l="0" t="0" r="0" b="0"/>
              <a:pathLst>
                <a:path w="43563" h="22126">
                  <a:moveTo>
                    <a:pt x="0" y="22126"/>
                  </a:moveTo>
                  <a:lnTo>
                    <a:pt x="4356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7" name="Candidate_receptor__2986">
              <a:extLst>
                <a:ext uri="{FF2B5EF4-FFF2-40B4-BE49-F238E27FC236}">
                  <a16:creationId xmlns:a16="http://schemas.microsoft.com/office/drawing/2014/main" id="{DDA4C762-BC17-3227-BE0D-F3DDBA2D60A6}"/>
                </a:ext>
              </a:extLst>
            </p:cNvPr>
            <p:cNvSpPr>
              <a:spLocks noGrp="1"/>
            </p:cNvSpPr>
            <p:nvPr/>
          </p:nvSpPr>
          <p:spPr>
            <a:xfrm>
              <a:off x="4943252" y="2463706"/>
              <a:ext cx="7710" cy="78609"/>
            </a:xfrm>
            <a:custGeom>
              <a:avLst/>
              <a:gdLst/>
              <a:ahLst/>
              <a:cxnLst/>
              <a:rect l="0" t="0" r="0" b="0"/>
              <a:pathLst>
                <a:path w="7710" h="78609">
                  <a:moveTo>
                    <a:pt x="0" y="78609"/>
                  </a:moveTo>
                  <a:lnTo>
                    <a:pt x="771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8" name="Candidate_receptor__2987">
              <a:extLst>
                <a:ext uri="{FF2B5EF4-FFF2-40B4-BE49-F238E27FC236}">
                  <a16:creationId xmlns:a16="http://schemas.microsoft.com/office/drawing/2014/main" id="{E14FC8BB-023B-0955-3017-D0C183F16605}"/>
                </a:ext>
              </a:extLst>
            </p:cNvPr>
            <p:cNvSpPr>
              <a:spLocks noGrp="1"/>
            </p:cNvSpPr>
            <p:nvPr/>
          </p:nvSpPr>
          <p:spPr>
            <a:xfrm>
              <a:off x="6085996" y="4481336"/>
              <a:ext cx="67681" cy="49738"/>
            </a:xfrm>
            <a:custGeom>
              <a:avLst/>
              <a:gdLst/>
              <a:ahLst/>
              <a:cxnLst/>
              <a:rect l="0" t="0" r="0" b="0"/>
              <a:pathLst>
                <a:path w="67681" h="49738">
                  <a:moveTo>
                    <a:pt x="0" y="0"/>
                  </a:moveTo>
                  <a:lnTo>
                    <a:pt x="67681" y="497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9" name="Candidate_receptor__2988">
              <a:extLst>
                <a:ext uri="{FF2B5EF4-FFF2-40B4-BE49-F238E27FC236}">
                  <a16:creationId xmlns:a16="http://schemas.microsoft.com/office/drawing/2014/main" id="{DDA80F76-8CEC-68E1-7398-E66BD613B034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118255"/>
              <a:ext cx="23893" cy="477"/>
            </a:xfrm>
            <a:custGeom>
              <a:avLst/>
              <a:gdLst/>
              <a:ahLst/>
              <a:cxnLst/>
              <a:rect l="0" t="0" r="0" b="0"/>
              <a:pathLst>
                <a:path w="23893" h="477">
                  <a:moveTo>
                    <a:pt x="0" y="0"/>
                  </a:moveTo>
                  <a:lnTo>
                    <a:pt x="23893" y="47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0" name="Candidate_receptor__2989">
              <a:extLst>
                <a:ext uri="{FF2B5EF4-FFF2-40B4-BE49-F238E27FC236}">
                  <a16:creationId xmlns:a16="http://schemas.microsoft.com/office/drawing/2014/main" id="{F5B90DC0-91A9-E589-D4E7-5CF9B346D21A}"/>
                </a:ext>
              </a:extLst>
            </p:cNvPr>
            <p:cNvSpPr>
              <a:spLocks noGrp="1"/>
            </p:cNvSpPr>
            <p:nvPr/>
          </p:nvSpPr>
          <p:spPr>
            <a:xfrm>
              <a:off x="5977792" y="2125466"/>
              <a:ext cx="74128" cy="87917"/>
            </a:xfrm>
            <a:custGeom>
              <a:avLst/>
              <a:gdLst/>
              <a:ahLst/>
              <a:cxnLst/>
              <a:rect l="0" t="0" r="0" b="0"/>
              <a:pathLst>
                <a:path w="74128" h="87917">
                  <a:moveTo>
                    <a:pt x="74128" y="0"/>
                  </a:moveTo>
                  <a:lnTo>
                    <a:pt x="0" y="879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1" name="Candidate_receptor__2990">
              <a:extLst>
                <a:ext uri="{FF2B5EF4-FFF2-40B4-BE49-F238E27FC236}">
                  <a16:creationId xmlns:a16="http://schemas.microsoft.com/office/drawing/2014/main" id="{77166410-100D-94BD-0DBF-6C5975E10BF9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142285"/>
              <a:ext cx="50106" cy="91951"/>
            </a:xfrm>
            <a:custGeom>
              <a:avLst/>
              <a:gdLst/>
              <a:ahLst/>
              <a:cxnLst/>
              <a:rect l="0" t="0" r="0" b="0"/>
              <a:pathLst>
                <a:path w="50106" h="91951">
                  <a:moveTo>
                    <a:pt x="0" y="91951"/>
                  </a:moveTo>
                  <a:lnTo>
                    <a:pt x="5010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2" name="Candidate_receptor__2991">
              <a:extLst>
                <a:ext uri="{FF2B5EF4-FFF2-40B4-BE49-F238E27FC236}">
                  <a16:creationId xmlns:a16="http://schemas.microsoft.com/office/drawing/2014/main" id="{622DF8AC-E9C3-72B5-0CD8-E4D44E80A90F}"/>
                </a:ext>
              </a:extLst>
            </p:cNvPr>
            <p:cNvSpPr>
              <a:spLocks noGrp="1"/>
            </p:cNvSpPr>
            <p:nvPr/>
          </p:nvSpPr>
          <p:spPr>
            <a:xfrm>
              <a:off x="4900199" y="5142285"/>
              <a:ext cx="102022" cy="19340"/>
            </a:xfrm>
            <a:custGeom>
              <a:avLst/>
              <a:gdLst/>
              <a:ahLst/>
              <a:cxnLst/>
              <a:rect l="0" t="0" r="0" b="0"/>
              <a:pathLst>
                <a:path w="102022" h="19340">
                  <a:moveTo>
                    <a:pt x="0" y="0"/>
                  </a:moveTo>
                  <a:lnTo>
                    <a:pt x="102022" y="1934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3" name="Candidate_receptor__2992">
              <a:extLst>
                <a:ext uri="{FF2B5EF4-FFF2-40B4-BE49-F238E27FC236}">
                  <a16:creationId xmlns:a16="http://schemas.microsoft.com/office/drawing/2014/main" id="{BF78227C-750C-23A4-A7E1-9F9F6AE2BA0D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52154" cy="2060"/>
            </a:xfrm>
            <a:custGeom>
              <a:avLst/>
              <a:gdLst/>
              <a:ahLst/>
              <a:cxnLst/>
              <a:rect l="0" t="0" r="0" b="0"/>
              <a:pathLst>
                <a:path w="52154" h="2060">
                  <a:moveTo>
                    <a:pt x="52154" y="20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4" name="Candidate_receptor__2993">
              <a:extLst>
                <a:ext uri="{FF2B5EF4-FFF2-40B4-BE49-F238E27FC236}">
                  <a16:creationId xmlns:a16="http://schemas.microsoft.com/office/drawing/2014/main" id="{1D062246-6D6E-1031-4FC7-5B9CBC820CC5}"/>
                </a:ext>
              </a:extLst>
            </p:cNvPr>
            <p:cNvSpPr>
              <a:spLocks noGrp="1"/>
            </p:cNvSpPr>
            <p:nvPr/>
          </p:nvSpPr>
          <p:spPr>
            <a:xfrm>
              <a:off x="5619469" y="1840087"/>
              <a:ext cx="103707" cy="47417"/>
            </a:xfrm>
            <a:custGeom>
              <a:avLst/>
              <a:gdLst/>
              <a:ahLst/>
              <a:cxnLst/>
              <a:rect l="0" t="0" r="0" b="0"/>
              <a:pathLst>
                <a:path w="103707" h="47417">
                  <a:moveTo>
                    <a:pt x="103707" y="0"/>
                  </a:moveTo>
                  <a:lnTo>
                    <a:pt x="0" y="474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5" name="Candidate_receptor__2994">
              <a:extLst>
                <a:ext uri="{FF2B5EF4-FFF2-40B4-BE49-F238E27FC236}">
                  <a16:creationId xmlns:a16="http://schemas.microsoft.com/office/drawing/2014/main" id="{9C0C46E7-2575-E6C9-3F76-A4B752E2E1DB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26236"/>
              <a:ext cx="43714" cy="70912"/>
            </a:xfrm>
            <a:custGeom>
              <a:avLst/>
              <a:gdLst/>
              <a:ahLst/>
              <a:cxnLst/>
              <a:rect l="0" t="0" r="0" b="0"/>
              <a:pathLst>
                <a:path w="43714" h="70912">
                  <a:moveTo>
                    <a:pt x="43714" y="0"/>
                  </a:moveTo>
                  <a:lnTo>
                    <a:pt x="0" y="7091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6" name="Candidate_receptor__2995">
              <a:extLst>
                <a:ext uri="{FF2B5EF4-FFF2-40B4-BE49-F238E27FC236}">
                  <a16:creationId xmlns:a16="http://schemas.microsoft.com/office/drawing/2014/main" id="{288BD95F-1AB3-B0E1-4A8A-F71538B4CE36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20233"/>
              <a:ext cx="83467" cy="68700"/>
            </a:xfrm>
            <a:custGeom>
              <a:avLst/>
              <a:gdLst/>
              <a:ahLst/>
              <a:cxnLst/>
              <a:rect l="0" t="0" r="0" b="0"/>
              <a:pathLst>
                <a:path w="83467" h="68700">
                  <a:moveTo>
                    <a:pt x="83467" y="0"/>
                  </a:moveTo>
                  <a:lnTo>
                    <a:pt x="0" y="6870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7" name="Candidate_receptor__2996">
              <a:extLst>
                <a:ext uri="{FF2B5EF4-FFF2-40B4-BE49-F238E27FC236}">
                  <a16:creationId xmlns:a16="http://schemas.microsoft.com/office/drawing/2014/main" id="{404FE9F4-1A2A-D15A-1875-26200EC7C6D5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71761"/>
              <a:ext cx="72254" cy="24737"/>
            </a:xfrm>
            <a:custGeom>
              <a:avLst/>
              <a:gdLst/>
              <a:ahLst/>
              <a:cxnLst/>
              <a:rect l="0" t="0" r="0" b="0"/>
              <a:pathLst>
                <a:path w="72254" h="24737">
                  <a:moveTo>
                    <a:pt x="72254" y="0"/>
                  </a:moveTo>
                  <a:lnTo>
                    <a:pt x="0" y="2473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8" name="Candidate_receptor__2997">
              <a:extLst>
                <a:ext uri="{FF2B5EF4-FFF2-40B4-BE49-F238E27FC236}">
                  <a16:creationId xmlns:a16="http://schemas.microsoft.com/office/drawing/2014/main" id="{C21945FE-C2FC-47B1-D3B7-8CE208D71041}"/>
                </a:ext>
              </a:extLst>
            </p:cNvPr>
            <p:cNvSpPr>
              <a:spLocks noGrp="1"/>
            </p:cNvSpPr>
            <p:nvPr/>
          </p:nvSpPr>
          <p:spPr>
            <a:xfrm>
              <a:off x="5493871" y="1718409"/>
              <a:ext cx="66612" cy="81386"/>
            </a:xfrm>
            <a:custGeom>
              <a:avLst/>
              <a:gdLst/>
              <a:ahLst/>
              <a:cxnLst/>
              <a:rect l="0" t="0" r="0" b="0"/>
              <a:pathLst>
                <a:path w="66612" h="81386">
                  <a:moveTo>
                    <a:pt x="0" y="81386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9" name="Candidate_receptor__2998">
              <a:extLst>
                <a:ext uri="{FF2B5EF4-FFF2-40B4-BE49-F238E27FC236}">
                  <a16:creationId xmlns:a16="http://schemas.microsoft.com/office/drawing/2014/main" id="{23DA8549-1C6A-333C-299E-70CCC8900593}"/>
                </a:ext>
              </a:extLst>
            </p:cNvPr>
            <p:cNvSpPr>
              <a:spLocks noGrp="1"/>
            </p:cNvSpPr>
            <p:nvPr/>
          </p:nvSpPr>
          <p:spPr>
            <a:xfrm>
              <a:off x="6014233" y="3312105"/>
              <a:ext cx="36097" cy="94674"/>
            </a:xfrm>
            <a:custGeom>
              <a:avLst/>
              <a:gdLst/>
              <a:ahLst/>
              <a:cxnLst/>
              <a:rect l="0" t="0" r="0" b="0"/>
              <a:pathLst>
                <a:path w="36097" h="94674">
                  <a:moveTo>
                    <a:pt x="0" y="94674"/>
                  </a:moveTo>
                  <a:lnTo>
                    <a:pt x="3609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3000" name="Candidate_receptor__2999">
              <a:extLst>
                <a:ext uri="{FF2B5EF4-FFF2-40B4-BE49-F238E27FC236}">
                  <a16:creationId xmlns:a16="http://schemas.microsoft.com/office/drawing/2014/main" id="{CB45A9CA-3DDA-A3CC-954A-421A55856871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88593"/>
              <a:ext cx="4806" cy="2803"/>
            </a:xfrm>
            <a:custGeom>
              <a:avLst/>
              <a:gdLst/>
              <a:ahLst/>
              <a:cxnLst/>
              <a:rect l="0" t="0" r="0" b="0"/>
              <a:pathLst>
                <a:path w="4806" h="2803">
                  <a:moveTo>
                    <a:pt x="0" y="2803"/>
                  </a:moveTo>
                  <a:lnTo>
                    <a:pt x="4806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1" name="Candidate_receptor__3000">
              <a:extLst>
                <a:ext uri="{FF2B5EF4-FFF2-40B4-BE49-F238E27FC236}">
                  <a16:creationId xmlns:a16="http://schemas.microsoft.com/office/drawing/2014/main" id="{B0C24606-C673-F272-F4A5-36EE8223E57A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2780"/>
              <a:ext cx="22631" cy="6274"/>
            </a:xfrm>
            <a:custGeom>
              <a:avLst/>
              <a:gdLst/>
              <a:ahLst/>
              <a:cxnLst/>
              <a:rect l="0" t="0" r="0" b="0"/>
              <a:pathLst>
                <a:path w="22631" h="6274">
                  <a:moveTo>
                    <a:pt x="0" y="6274"/>
                  </a:moveTo>
                  <a:lnTo>
                    <a:pt x="22631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2" name="Candidate_receptor__3001">
              <a:extLst>
                <a:ext uri="{FF2B5EF4-FFF2-40B4-BE49-F238E27FC236}">
                  <a16:creationId xmlns:a16="http://schemas.microsoft.com/office/drawing/2014/main" id="{6F1C767F-555A-2383-E9DF-C2F793CA347C}"/>
                </a:ext>
              </a:extLst>
            </p:cNvPr>
            <p:cNvSpPr>
              <a:spLocks noGrp="1"/>
            </p:cNvSpPr>
            <p:nvPr/>
          </p:nvSpPr>
          <p:spPr>
            <a:xfrm>
              <a:off x="6245916" y="4136652"/>
              <a:ext cx="3970" cy="114997"/>
            </a:xfrm>
            <a:custGeom>
              <a:avLst/>
              <a:gdLst/>
              <a:ahLst/>
              <a:cxnLst/>
              <a:rect l="0" t="0" r="0" b="0"/>
              <a:pathLst>
                <a:path w="3970" h="114997">
                  <a:moveTo>
                    <a:pt x="0" y="114997"/>
                  </a:moveTo>
                  <a:lnTo>
                    <a:pt x="397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3" name="Candidate_receptor__3002">
              <a:extLst>
                <a:ext uri="{FF2B5EF4-FFF2-40B4-BE49-F238E27FC236}">
                  <a16:creationId xmlns:a16="http://schemas.microsoft.com/office/drawing/2014/main" id="{32F663CB-0BBD-0CD2-D490-F1D8C501B19D}"/>
                </a:ext>
              </a:extLst>
            </p:cNvPr>
            <p:cNvSpPr>
              <a:spLocks noGrp="1"/>
            </p:cNvSpPr>
            <p:nvPr/>
          </p:nvSpPr>
          <p:spPr>
            <a:xfrm>
              <a:off x="5883437" y="3604555"/>
              <a:ext cx="50430" cy="73846"/>
            </a:xfrm>
            <a:custGeom>
              <a:avLst/>
              <a:gdLst/>
              <a:ahLst/>
              <a:cxnLst/>
              <a:rect l="0" t="0" r="0" b="0"/>
              <a:pathLst>
                <a:path w="50430" h="73846">
                  <a:moveTo>
                    <a:pt x="50430" y="73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4" name="Candidate_receptor__3003">
              <a:extLst>
                <a:ext uri="{FF2B5EF4-FFF2-40B4-BE49-F238E27FC236}">
                  <a16:creationId xmlns:a16="http://schemas.microsoft.com/office/drawing/2014/main" id="{766FE613-8DA6-F8CC-C213-1AD3FC8C8C2F}"/>
                </a:ext>
              </a:extLst>
            </p:cNvPr>
            <p:cNvSpPr>
              <a:spLocks noGrp="1"/>
            </p:cNvSpPr>
            <p:nvPr/>
          </p:nvSpPr>
          <p:spPr>
            <a:xfrm>
              <a:off x="4997756" y="5161625"/>
              <a:ext cx="4465" cy="112195"/>
            </a:xfrm>
            <a:custGeom>
              <a:avLst/>
              <a:gdLst/>
              <a:ahLst/>
              <a:cxnLst/>
              <a:rect l="0" t="0" r="0" b="0"/>
              <a:pathLst>
                <a:path w="4465" h="112195">
                  <a:moveTo>
                    <a:pt x="4465" y="0"/>
                  </a:moveTo>
                  <a:lnTo>
                    <a:pt x="0" y="112195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5" name="Candidate_receptor__3004">
              <a:extLst>
                <a:ext uri="{FF2B5EF4-FFF2-40B4-BE49-F238E27FC236}">
                  <a16:creationId xmlns:a16="http://schemas.microsoft.com/office/drawing/2014/main" id="{B9579614-5B27-02DF-EA18-EE3CD89F7E04}"/>
                </a:ext>
              </a:extLst>
            </p:cNvPr>
            <p:cNvSpPr>
              <a:spLocks noGrp="1"/>
            </p:cNvSpPr>
            <p:nvPr/>
          </p:nvSpPr>
          <p:spPr>
            <a:xfrm>
              <a:off x="4766652" y="3104764"/>
              <a:ext cx="104685" cy="28860"/>
            </a:xfrm>
            <a:custGeom>
              <a:avLst/>
              <a:gdLst/>
              <a:ahLst/>
              <a:cxnLst/>
              <a:rect l="0" t="0" r="0" b="0"/>
              <a:pathLst>
                <a:path w="104685" h="28860">
                  <a:moveTo>
                    <a:pt x="104685" y="2886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06" name="Candidate_receptor__3005">
              <a:extLst>
                <a:ext uri="{FF2B5EF4-FFF2-40B4-BE49-F238E27FC236}">
                  <a16:creationId xmlns:a16="http://schemas.microsoft.com/office/drawing/2014/main" id="{B4A2E510-A9A1-81B9-B046-61D480DEE7DD}"/>
                </a:ext>
              </a:extLst>
            </p:cNvPr>
            <p:cNvSpPr>
              <a:spLocks noGrp="1"/>
            </p:cNvSpPr>
            <p:nvPr/>
          </p:nvSpPr>
          <p:spPr>
            <a:xfrm>
              <a:off x="5649367" y="4125241"/>
              <a:ext cx="49905" cy="102359"/>
            </a:xfrm>
            <a:custGeom>
              <a:avLst/>
              <a:gdLst/>
              <a:ahLst/>
              <a:cxnLst/>
              <a:rect l="0" t="0" r="0" b="0"/>
              <a:pathLst>
                <a:path w="49905" h="102359">
                  <a:moveTo>
                    <a:pt x="0" y="102359"/>
                  </a:moveTo>
                  <a:lnTo>
                    <a:pt x="49905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7" name="Candidate_receptor__3006">
              <a:extLst>
                <a:ext uri="{FF2B5EF4-FFF2-40B4-BE49-F238E27FC236}">
                  <a16:creationId xmlns:a16="http://schemas.microsoft.com/office/drawing/2014/main" id="{1C712CBC-6E4B-F6C0-4721-15D1692419FF}"/>
                </a:ext>
              </a:extLst>
            </p:cNvPr>
            <p:cNvSpPr>
              <a:spLocks noGrp="1"/>
            </p:cNvSpPr>
            <p:nvPr/>
          </p:nvSpPr>
          <p:spPr>
            <a:xfrm>
              <a:off x="5709073" y="3796396"/>
              <a:ext cx="54509" cy="99990"/>
            </a:xfrm>
            <a:custGeom>
              <a:avLst/>
              <a:gdLst/>
              <a:ahLst/>
              <a:cxnLst/>
              <a:rect l="0" t="0" r="0" b="0"/>
              <a:pathLst>
                <a:path w="54509" h="99990">
                  <a:moveTo>
                    <a:pt x="0" y="0"/>
                  </a:moveTo>
                  <a:lnTo>
                    <a:pt x="54509" y="9999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8" name="Candidate_receptor__3007">
              <a:extLst>
                <a:ext uri="{FF2B5EF4-FFF2-40B4-BE49-F238E27FC236}">
                  <a16:creationId xmlns:a16="http://schemas.microsoft.com/office/drawing/2014/main" id="{74EC0068-8EED-C1B3-059D-C0B8707CCEDD}"/>
                </a:ext>
              </a:extLst>
            </p:cNvPr>
            <p:cNvSpPr>
              <a:spLocks noGrp="1"/>
            </p:cNvSpPr>
            <p:nvPr/>
          </p:nvSpPr>
          <p:spPr>
            <a:xfrm>
              <a:off x="4453511" y="2365762"/>
              <a:ext cx="57694" cy="37238"/>
            </a:xfrm>
            <a:custGeom>
              <a:avLst/>
              <a:gdLst/>
              <a:ahLst/>
              <a:cxnLst/>
              <a:rect l="0" t="0" r="0" b="0"/>
              <a:pathLst>
                <a:path w="57694" h="37238">
                  <a:moveTo>
                    <a:pt x="0" y="0"/>
                  </a:moveTo>
                  <a:lnTo>
                    <a:pt x="57694" y="37238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09" name="Candidate_receptor__3008">
              <a:extLst>
                <a:ext uri="{FF2B5EF4-FFF2-40B4-BE49-F238E27FC236}">
                  <a16:creationId xmlns:a16="http://schemas.microsoft.com/office/drawing/2014/main" id="{11B8531A-CE81-9BAE-FAC8-6F2DB1438ACD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955909"/>
              <a:ext cx="30509" cy="52566"/>
            </a:xfrm>
            <a:custGeom>
              <a:avLst/>
              <a:gdLst/>
              <a:ahLst/>
              <a:cxnLst/>
              <a:rect l="0" t="0" r="0" b="0"/>
              <a:pathLst>
                <a:path w="30509" h="52566">
                  <a:moveTo>
                    <a:pt x="0" y="0"/>
                  </a:moveTo>
                  <a:lnTo>
                    <a:pt x="30509" y="52566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0" name="Candidate_receptor__3009">
              <a:extLst>
                <a:ext uri="{FF2B5EF4-FFF2-40B4-BE49-F238E27FC236}">
                  <a16:creationId xmlns:a16="http://schemas.microsoft.com/office/drawing/2014/main" id="{E1BD1AF1-C870-20B3-CA29-8C5979FDC546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03925"/>
              <a:ext cx="12224" cy="83629"/>
            </a:xfrm>
            <a:custGeom>
              <a:avLst/>
              <a:gdLst/>
              <a:ahLst/>
              <a:cxnLst/>
              <a:rect l="0" t="0" r="0" b="0"/>
              <a:pathLst>
                <a:path w="12224" h="83629">
                  <a:moveTo>
                    <a:pt x="12224" y="0"/>
                  </a:moveTo>
                  <a:lnTo>
                    <a:pt x="0" y="83629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1" name="Candidate_receptor__3010">
              <a:extLst>
                <a:ext uri="{FF2B5EF4-FFF2-40B4-BE49-F238E27FC236}">
                  <a16:creationId xmlns:a16="http://schemas.microsoft.com/office/drawing/2014/main" id="{0C7CF0EC-BB79-05E5-BF43-941DCF4B347F}"/>
                </a:ext>
              </a:extLst>
            </p:cNvPr>
            <p:cNvSpPr>
              <a:spLocks noGrp="1"/>
            </p:cNvSpPr>
            <p:nvPr/>
          </p:nvSpPr>
          <p:spPr>
            <a:xfrm>
              <a:off x="5072348" y="2184438"/>
              <a:ext cx="50641" cy="101346"/>
            </a:xfrm>
            <a:custGeom>
              <a:avLst/>
              <a:gdLst/>
              <a:ahLst/>
              <a:cxnLst/>
              <a:rect l="0" t="0" r="0" b="0"/>
              <a:pathLst>
                <a:path w="50641" h="101346">
                  <a:moveTo>
                    <a:pt x="0" y="101346"/>
                  </a:moveTo>
                  <a:lnTo>
                    <a:pt x="50641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2" name="Candidate_receptor__3011">
              <a:extLst>
                <a:ext uri="{FF2B5EF4-FFF2-40B4-BE49-F238E27FC236}">
                  <a16:creationId xmlns:a16="http://schemas.microsoft.com/office/drawing/2014/main" id="{E48830E7-13E9-1F98-2414-DDEBEF795819}"/>
                </a:ext>
              </a:extLst>
            </p:cNvPr>
            <p:cNvSpPr>
              <a:spLocks noGrp="1"/>
            </p:cNvSpPr>
            <p:nvPr/>
          </p:nvSpPr>
          <p:spPr>
            <a:xfrm>
              <a:off x="4643252" y="3816953"/>
              <a:ext cx="30594" cy="28952"/>
            </a:xfrm>
            <a:custGeom>
              <a:avLst/>
              <a:gdLst/>
              <a:ahLst/>
              <a:cxnLst/>
              <a:rect l="0" t="0" r="0" b="0"/>
              <a:pathLst>
                <a:path w="30594" h="28952">
                  <a:moveTo>
                    <a:pt x="0" y="28952"/>
                  </a:moveTo>
                  <a:lnTo>
                    <a:pt x="30594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13" name="Candidate_receptor__3012">
              <a:extLst>
                <a:ext uri="{FF2B5EF4-FFF2-40B4-BE49-F238E27FC236}">
                  <a16:creationId xmlns:a16="http://schemas.microsoft.com/office/drawing/2014/main" id="{0A33EA8F-E160-62EF-32DD-C821D24FFFA5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68156" cy="89092"/>
            </a:xfrm>
            <a:custGeom>
              <a:avLst/>
              <a:gdLst/>
              <a:ahLst/>
              <a:cxnLst/>
              <a:rect l="0" t="0" r="0" b="0"/>
              <a:pathLst>
                <a:path w="68156" h="89092">
                  <a:moveTo>
                    <a:pt x="0" y="0"/>
                  </a:moveTo>
                  <a:lnTo>
                    <a:pt x="68156" y="89092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14" name="Candidate_receptor__3013">
              <a:extLst>
                <a:ext uri="{FF2B5EF4-FFF2-40B4-BE49-F238E27FC236}">
                  <a16:creationId xmlns:a16="http://schemas.microsoft.com/office/drawing/2014/main" id="{9329B4F6-9C4B-5342-0DB9-3FEB26068192}"/>
                </a:ext>
              </a:extLst>
            </p:cNvPr>
            <p:cNvSpPr>
              <a:spLocks noGrp="1"/>
            </p:cNvSpPr>
            <p:nvPr/>
          </p:nvSpPr>
          <p:spPr>
            <a:xfrm>
              <a:off x="4702957" y="3244104"/>
              <a:ext cx="36641" cy="9791"/>
            </a:xfrm>
            <a:custGeom>
              <a:avLst/>
              <a:gdLst/>
              <a:ahLst/>
              <a:cxnLst/>
              <a:rect l="0" t="0" r="0" b="0"/>
              <a:pathLst>
                <a:path w="36641" h="9791">
                  <a:moveTo>
                    <a:pt x="36641" y="97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5" name="Candidate_receptor__3014">
              <a:extLst>
                <a:ext uri="{FF2B5EF4-FFF2-40B4-BE49-F238E27FC236}">
                  <a16:creationId xmlns:a16="http://schemas.microsoft.com/office/drawing/2014/main" id="{6A386925-AFE3-13DE-0D32-54F78D533AA1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113175" cy="2348"/>
            </a:xfrm>
            <a:custGeom>
              <a:avLst/>
              <a:gdLst/>
              <a:ahLst/>
              <a:cxnLst/>
              <a:rect l="0" t="0" r="0" b="0"/>
              <a:pathLst>
                <a:path w="113175" h="2348">
                  <a:moveTo>
                    <a:pt x="113175" y="23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16" name="Candidate_receptor__3015">
              <a:extLst>
                <a:ext uri="{FF2B5EF4-FFF2-40B4-BE49-F238E27FC236}">
                  <a16:creationId xmlns:a16="http://schemas.microsoft.com/office/drawing/2014/main" id="{30288492-D76F-70A7-99EE-D1A94B458AA8}"/>
                </a:ext>
              </a:extLst>
            </p:cNvPr>
            <p:cNvSpPr>
              <a:spLocks noGrp="1"/>
            </p:cNvSpPr>
            <p:nvPr/>
          </p:nvSpPr>
          <p:spPr>
            <a:xfrm>
              <a:off x="4401248" y="3302420"/>
              <a:ext cx="56223" cy="100182"/>
            </a:xfrm>
            <a:custGeom>
              <a:avLst/>
              <a:gdLst/>
              <a:ahLst/>
              <a:cxnLst/>
              <a:rect l="0" t="0" r="0" b="0"/>
              <a:pathLst>
                <a:path w="56223" h="100182">
                  <a:moveTo>
                    <a:pt x="0" y="0"/>
                  </a:moveTo>
                  <a:lnTo>
                    <a:pt x="56223" y="100182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7" name="Candidate_receptor__3016">
              <a:extLst>
                <a:ext uri="{FF2B5EF4-FFF2-40B4-BE49-F238E27FC236}">
                  <a16:creationId xmlns:a16="http://schemas.microsoft.com/office/drawing/2014/main" id="{9710EDA5-3866-6DB0-7D2B-F7A5BD163B70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531075"/>
              <a:ext cx="50484" cy="100495"/>
            </a:xfrm>
            <a:custGeom>
              <a:avLst/>
              <a:gdLst/>
              <a:ahLst/>
              <a:cxnLst/>
              <a:rect l="0" t="0" r="0" b="0"/>
              <a:pathLst>
                <a:path w="50484" h="100495">
                  <a:moveTo>
                    <a:pt x="50484" y="0"/>
                  </a:moveTo>
                  <a:lnTo>
                    <a:pt x="0" y="100495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8" name="Candidate_receptor__3017">
              <a:extLst>
                <a:ext uri="{FF2B5EF4-FFF2-40B4-BE49-F238E27FC236}">
                  <a16:creationId xmlns:a16="http://schemas.microsoft.com/office/drawing/2014/main" id="{D0176D4E-3AE1-72D9-75DD-1F357CB6D0A6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04750"/>
              <a:ext cx="96341" cy="62144"/>
            </a:xfrm>
            <a:custGeom>
              <a:avLst/>
              <a:gdLst/>
              <a:ahLst/>
              <a:cxnLst/>
              <a:rect l="0" t="0" r="0" b="0"/>
              <a:pathLst>
                <a:path w="96341" h="62144">
                  <a:moveTo>
                    <a:pt x="96341" y="0"/>
                  </a:moveTo>
                  <a:lnTo>
                    <a:pt x="0" y="62144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9" name="Candidate_receptor__3018">
              <a:extLst>
                <a:ext uri="{FF2B5EF4-FFF2-40B4-BE49-F238E27FC236}">
                  <a16:creationId xmlns:a16="http://schemas.microsoft.com/office/drawing/2014/main" id="{1E5EC9EF-DEFC-3416-7374-0BC9C87F3EB8}"/>
                </a:ext>
              </a:extLst>
            </p:cNvPr>
            <p:cNvSpPr>
              <a:spLocks noGrp="1"/>
            </p:cNvSpPr>
            <p:nvPr/>
          </p:nvSpPr>
          <p:spPr>
            <a:xfrm>
              <a:off x="5722191" y="2418823"/>
              <a:ext cx="63125" cy="65079"/>
            </a:xfrm>
            <a:custGeom>
              <a:avLst/>
              <a:gdLst/>
              <a:ahLst/>
              <a:cxnLst/>
              <a:rect l="0" t="0" r="0" b="0"/>
              <a:pathLst>
                <a:path w="63125" h="65079">
                  <a:moveTo>
                    <a:pt x="63125" y="650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0" name="Candidate_receptor__3019">
              <a:extLst>
                <a:ext uri="{FF2B5EF4-FFF2-40B4-BE49-F238E27FC236}">
                  <a16:creationId xmlns:a16="http://schemas.microsoft.com/office/drawing/2014/main" id="{76D26A6A-523F-716E-DCD9-BC3D04CECB3C}"/>
                </a:ext>
              </a:extLst>
            </p:cNvPr>
            <p:cNvSpPr>
              <a:spLocks noGrp="1"/>
            </p:cNvSpPr>
            <p:nvPr/>
          </p:nvSpPr>
          <p:spPr>
            <a:xfrm>
              <a:off x="4871337" y="3133624"/>
              <a:ext cx="60892" cy="72477"/>
            </a:xfrm>
            <a:custGeom>
              <a:avLst/>
              <a:gdLst/>
              <a:ahLst/>
              <a:cxnLst/>
              <a:rect l="0" t="0" r="0" b="0"/>
              <a:pathLst>
                <a:path w="60892" h="72477">
                  <a:moveTo>
                    <a:pt x="60892" y="7247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1" name="Candidate_receptor__3020">
              <a:extLst>
                <a:ext uri="{FF2B5EF4-FFF2-40B4-BE49-F238E27FC236}">
                  <a16:creationId xmlns:a16="http://schemas.microsoft.com/office/drawing/2014/main" id="{E84A2812-D249-3E02-A3B7-A6409F3BD0EB}"/>
                </a:ext>
              </a:extLst>
            </p:cNvPr>
            <p:cNvSpPr>
              <a:spLocks noGrp="1"/>
            </p:cNvSpPr>
            <p:nvPr/>
          </p:nvSpPr>
          <p:spPr>
            <a:xfrm>
              <a:off x="5036788" y="2066594"/>
              <a:ext cx="86201" cy="117844"/>
            </a:xfrm>
            <a:custGeom>
              <a:avLst/>
              <a:gdLst/>
              <a:ahLst/>
              <a:cxnLst/>
              <a:rect l="0" t="0" r="0" b="0"/>
              <a:pathLst>
                <a:path w="86201" h="117844">
                  <a:moveTo>
                    <a:pt x="86201" y="1178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2" name="Candidate_receptor__3021">
              <a:extLst>
                <a:ext uri="{FF2B5EF4-FFF2-40B4-BE49-F238E27FC236}">
                  <a16:creationId xmlns:a16="http://schemas.microsoft.com/office/drawing/2014/main" id="{3CB7E96E-8610-E060-42CC-5BFA93FCB7DB}"/>
                </a:ext>
              </a:extLst>
            </p:cNvPr>
            <p:cNvSpPr>
              <a:spLocks noGrp="1"/>
            </p:cNvSpPr>
            <p:nvPr/>
          </p:nvSpPr>
          <p:spPr>
            <a:xfrm>
              <a:off x="5633865" y="2223884"/>
              <a:ext cx="3116" cy="44061"/>
            </a:xfrm>
            <a:custGeom>
              <a:avLst/>
              <a:gdLst/>
              <a:ahLst/>
              <a:cxnLst/>
              <a:rect l="0" t="0" r="0" b="0"/>
              <a:pathLst>
                <a:path w="3116" h="44061">
                  <a:moveTo>
                    <a:pt x="0" y="0"/>
                  </a:moveTo>
                  <a:lnTo>
                    <a:pt x="3116" y="4406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3" name="Candidate_receptor__3022">
              <a:extLst>
                <a:ext uri="{FF2B5EF4-FFF2-40B4-BE49-F238E27FC236}">
                  <a16:creationId xmlns:a16="http://schemas.microsoft.com/office/drawing/2014/main" id="{2B4C8239-66AE-68BA-DDE0-71D86A734D15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76025" cy="61541"/>
            </a:xfrm>
            <a:custGeom>
              <a:avLst/>
              <a:gdLst/>
              <a:ahLst/>
              <a:cxnLst/>
              <a:rect l="0" t="0" r="0" b="0"/>
              <a:pathLst>
                <a:path w="76025" h="61541">
                  <a:moveTo>
                    <a:pt x="0" y="0"/>
                  </a:moveTo>
                  <a:lnTo>
                    <a:pt x="76025" y="6154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4" name="Candidate_receptor__3023">
              <a:extLst>
                <a:ext uri="{FF2B5EF4-FFF2-40B4-BE49-F238E27FC236}">
                  <a16:creationId xmlns:a16="http://schemas.microsoft.com/office/drawing/2014/main" id="{C7C1E11F-DA15-9583-319F-D6CDA8D55A41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98022"/>
              <a:ext cx="35663" cy="1493"/>
            </a:xfrm>
            <a:custGeom>
              <a:avLst/>
              <a:gdLst/>
              <a:ahLst/>
              <a:cxnLst/>
              <a:rect l="0" t="0" r="0" b="0"/>
              <a:pathLst>
                <a:path w="35663" h="1493">
                  <a:moveTo>
                    <a:pt x="35663" y="0"/>
                  </a:moveTo>
                  <a:lnTo>
                    <a:pt x="0" y="1493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5" name="Candidate_receptor__3024">
              <a:extLst>
                <a:ext uri="{FF2B5EF4-FFF2-40B4-BE49-F238E27FC236}">
                  <a16:creationId xmlns:a16="http://schemas.microsoft.com/office/drawing/2014/main" id="{53367C22-B159-FD3D-97D4-8E1C06CE2D6F}"/>
                </a:ext>
              </a:extLst>
            </p:cNvPr>
            <p:cNvSpPr>
              <a:spLocks noGrp="1"/>
            </p:cNvSpPr>
            <p:nvPr/>
          </p:nvSpPr>
          <p:spPr>
            <a:xfrm>
              <a:off x="4840334" y="2542315"/>
              <a:ext cx="102918" cy="46686"/>
            </a:xfrm>
            <a:custGeom>
              <a:avLst/>
              <a:gdLst/>
              <a:ahLst/>
              <a:cxnLst/>
              <a:rect l="0" t="0" r="0" b="0"/>
              <a:pathLst>
                <a:path w="102918" h="46686">
                  <a:moveTo>
                    <a:pt x="0" y="46686"/>
                  </a:moveTo>
                  <a:lnTo>
                    <a:pt x="10291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6" name="Candidate_receptor__3025">
              <a:extLst>
                <a:ext uri="{FF2B5EF4-FFF2-40B4-BE49-F238E27FC236}">
                  <a16:creationId xmlns:a16="http://schemas.microsoft.com/office/drawing/2014/main" id="{924E597E-8732-F55F-7241-87801D02DA1C}"/>
                </a:ext>
              </a:extLst>
            </p:cNvPr>
            <p:cNvSpPr>
              <a:spLocks noGrp="1"/>
            </p:cNvSpPr>
            <p:nvPr/>
          </p:nvSpPr>
          <p:spPr>
            <a:xfrm>
              <a:off x="5026150" y="3378518"/>
              <a:ext cx="87235" cy="50246"/>
            </a:xfrm>
            <a:custGeom>
              <a:avLst/>
              <a:gdLst/>
              <a:ahLst/>
              <a:cxnLst/>
              <a:rect l="0" t="0" r="0" b="0"/>
              <a:pathLst>
                <a:path w="87235" h="50246">
                  <a:moveTo>
                    <a:pt x="0" y="0"/>
                  </a:moveTo>
                  <a:lnTo>
                    <a:pt x="87235" y="5024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7" name="Candidate_receptor__3026">
              <a:extLst>
                <a:ext uri="{FF2B5EF4-FFF2-40B4-BE49-F238E27FC236}">
                  <a16:creationId xmlns:a16="http://schemas.microsoft.com/office/drawing/2014/main" id="{45A38882-52C3-A2DD-AE42-743166704227}"/>
                </a:ext>
              </a:extLst>
            </p:cNvPr>
            <p:cNvSpPr>
              <a:spLocks noGrp="1"/>
            </p:cNvSpPr>
            <p:nvPr/>
          </p:nvSpPr>
          <p:spPr>
            <a:xfrm>
              <a:off x="6508535" y="4316316"/>
              <a:ext cx="55770" cy="95228"/>
            </a:xfrm>
            <a:custGeom>
              <a:avLst/>
              <a:gdLst/>
              <a:ahLst/>
              <a:cxnLst/>
              <a:rect l="0" t="0" r="0" b="0"/>
              <a:pathLst>
                <a:path w="55770" h="95228">
                  <a:moveTo>
                    <a:pt x="0" y="95228"/>
                  </a:moveTo>
                  <a:lnTo>
                    <a:pt x="5577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8" name="Candidate_receptor__3027">
              <a:extLst>
                <a:ext uri="{FF2B5EF4-FFF2-40B4-BE49-F238E27FC236}">
                  <a16:creationId xmlns:a16="http://schemas.microsoft.com/office/drawing/2014/main" id="{EE4AD580-B615-3C96-5262-253F783F79FE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4346"/>
              <a:ext cx="60508" cy="3468"/>
            </a:xfrm>
            <a:custGeom>
              <a:avLst/>
              <a:gdLst/>
              <a:ahLst/>
              <a:cxnLst/>
              <a:rect l="0" t="0" r="0" b="0"/>
              <a:pathLst>
                <a:path w="60508" h="3468">
                  <a:moveTo>
                    <a:pt x="0" y="3468"/>
                  </a:moveTo>
                  <a:lnTo>
                    <a:pt x="6050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9" name="Candidate_receptor__3028">
              <a:extLst>
                <a:ext uri="{FF2B5EF4-FFF2-40B4-BE49-F238E27FC236}">
                  <a16:creationId xmlns:a16="http://schemas.microsoft.com/office/drawing/2014/main" id="{C897EB55-3375-0448-AFE4-FDF04CC8470D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33445" cy="11287"/>
            </a:xfrm>
            <a:custGeom>
              <a:avLst/>
              <a:gdLst/>
              <a:ahLst/>
              <a:cxnLst/>
              <a:rect l="0" t="0" r="0" b="0"/>
              <a:pathLst>
                <a:path w="33445" h="11287">
                  <a:moveTo>
                    <a:pt x="33445" y="11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30" name="Candidate_receptor__3029">
              <a:extLst>
                <a:ext uri="{FF2B5EF4-FFF2-40B4-BE49-F238E27FC236}">
                  <a16:creationId xmlns:a16="http://schemas.microsoft.com/office/drawing/2014/main" id="{11C79348-6167-08C2-82CA-A0B4F74F3587}"/>
                </a:ext>
              </a:extLst>
            </p:cNvPr>
            <p:cNvSpPr>
              <a:spLocks noGrp="1"/>
            </p:cNvSpPr>
            <p:nvPr/>
          </p:nvSpPr>
          <p:spPr>
            <a:xfrm>
              <a:off x="5303241" y="3194540"/>
              <a:ext cx="87205" cy="76996"/>
            </a:xfrm>
            <a:custGeom>
              <a:avLst/>
              <a:gdLst/>
              <a:ahLst/>
              <a:cxnLst/>
              <a:rect l="0" t="0" r="0" b="0"/>
              <a:pathLst>
                <a:path w="87205" h="76996">
                  <a:moveTo>
                    <a:pt x="87205" y="76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1" name="Candidate_receptor__3030">
              <a:extLst>
                <a:ext uri="{FF2B5EF4-FFF2-40B4-BE49-F238E27FC236}">
                  <a16:creationId xmlns:a16="http://schemas.microsoft.com/office/drawing/2014/main" id="{10BA2EEE-6E22-20D9-7812-DC529653AB23}"/>
                </a:ext>
              </a:extLst>
            </p:cNvPr>
            <p:cNvSpPr>
              <a:spLocks noGrp="1"/>
            </p:cNvSpPr>
            <p:nvPr/>
          </p:nvSpPr>
          <p:spPr>
            <a:xfrm>
              <a:off x="4377065" y="3402602"/>
              <a:ext cx="80406" cy="75159"/>
            </a:xfrm>
            <a:custGeom>
              <a:avLst/>
              <a:gdLst/>
              <a:ahLst/>
              <a:cxnLst/>
              <a:rect l="0" t="0" r="0" b="0"/>
              <a:pathLst>
                <a:path w="80406" h="75159">
                  <a:moveTo>
                    <a:pt x="80406" y="0"/>
                  </a:moveTo>
                  <a:lnTo>
                    <a:pt x="0" y="7515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2" name="Candidate_receptor__3031">
              <a:extLst>
                <a:ext uri="{FF2B5EF4-FFF2-40B4-BE49-F238E27FC236}">
                  <a16:creationId xmlns:a16="http://schemas.microsoft.com/office/drawing/2014/main" id="{2CB5837B-1700-5032-1A64-EE5F3B8CF217}"/>
                </a:ext>
              </a:extLst>
            </p:cNvPr>
            <p:cNvSpPr>
              <a:spLocks noGrp="1"/>
            </p:cNvSpPr>
            <p:nvPr/>
          </p:nvSpPr>
          <p:spPr>
            <a:xfrm>
              <a:off x="5834623" y="3374479"/>
              <a:ext cx="69318" cy="3968"/>
            </a:xfrm>
            <a:custGeom>
              <a:avLst/>
              <a:gdLst/>
              <a:ahLst/>
              <a:cxnLst/>
              <a:rect l="0" t="0" r="0" b="0"/>
              <a:pathLst>
                <a:path w="69318" h="3968">
                  <a:moveTo>
                    <a:pt x="0" y="0"/>
                  </a:moveTo>
                  <a:lnTo>
                    <a:pt x="69318" y="3968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3" name="Candidate_receptor__3032">
              <a:extLst>
                <a:ext uri="{FF2B5EF4-FFF2-40B4-BE49-F238E27FC236}">
                  <a16:creationId xmlns:a16="http://schemas.microsoft.com/office/drawing/2014/main" id="{2BD0C48D-82AA-6110-526E-F938D4A68479}"/>
                </a:ext>
              </a:extLst>
            </p:cNvPr>
            <p:cNvSpPr>
              <a:spLocks noGrp="1"/>
            </p:cNvSpPr>
            <p:nvPr/>
          </p:nvSpPr>
          <p:spPr>
            <a:xfrm>
              <a:off x="4969421" y="4380807"/>
              <a:ext cx="37806" cy="92174"/>
            </a:xfrm>
            <a:custGeom>
              <a:avLst/>
              <a:gdLst/>
              <a:ahLst/>
              <a:cxnLst/>
              <a:rect l="0" t="0" r="0" b="0"/>
              <a:pathLst>
                <a:path w="37806" h="92174">
                  <a:moveTo>
                    <a:pt x="0" y="92174"/>
                  </a:moveTo>
                  <a:lnTo>
                    <a:pt x="3780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4" name="Candidate_receptor__3033">
              <a:extLst>
                <a:ext uri="{FF2B5EF4-FFF2-40B4-BE49-F238E27FC236}">
                  <a16:creationId xmlns:a16="http://schemas.microsoft.com/office/drawing/2014/main" id="{214AA1A4-C2B0-4F50-30D1-61EFCF64E166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32576"/>
              <a:ext cx="71795" cy="52051"/>
            </a:xfrm>
            <a:custGeom>
              <a:avLst/>
              <a:gdLst/>
              <a:ahLst/>
              <a:cxnLst/>
              <a:rect l="0" t="0" r="0" b="0"/>
              <a:pathLst>
                <a:path w="71795" h="52051">
                  <a:moveTo>
                    <a:pt x="0" y="52051"/>
                  </a:moveTo>
                  <a:lnTo>
                    <a:pt x="7179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5" name="Candidate_receptor__3034">
              <a:extLst>
                <a:ext uri="{FF2B5EF4-FFF2-40B4-BE49-F238E27FC236}">
                  <a16:creationId xmlns:a16="http://schemas.microsoft.com/office/drawing/2014/main" id="{B63FF918-557C-3142-F0C8-936468855AF2}"/>
                </a:ext>
              </a:extLst>
            </p:cNvPr>
            <p:cNvSpPr>
              <a:spLocks noGrp="1"/>
            </p:cNvSpPr>
            <p:nvPr/>
          </p:nvSpPr>
          <p:spPr>
            <a:xfrm>
              <a:off x="5927376" y="4390751"/>
              <a:ext cx="101266" cy="11437"/>
            </a:xfrm>
            <a:custGeom>
              <a:avLst/>
              <a:gdLst/>
              <a:ahLst/>
              <a:cxnLst/>
              <a:rect l="0" t="0" r="0" b="0"/>
              <a:pathLst>
                <a:path w="101266" h="11437">
                  <a:moveTo>
                    <a:pt x="0" y="11437"/>
                  </a:moveTo>
                  <a:lnTo>
                    <a:pt x="10126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6" name="Candidate_receptor__3035">
              <a:extLst>
                <a:ext uri="{FF2B5EF4-FFF2-40B4-BE49-F238E27FC236}">
                  <a16:creationId xmlns:a16="http://schemas.microsoft.com/office/drawing/2014/main" id="{D1D76D1B-9721-B6E6-5751-A893B0BABBEC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53447"/>
              <a:ext cx="16204" cy="28015"/>
            </a:xfrm>
            <a:custGeom>
              <a:avLst/>
              <a:gdLst/>
              <a:ahLst/>
              <a:cxnLst/>
              <a:rect l="0" t="0" r="0" b="0"/>
              <a:pathLst>
                <a:path w="16204" h="28015">
                  <a:moveTo>
                    <a:pt x="16204" y="28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37" name="Candidate_receptor__3036">
              <a:extLst>
                <a:ext uri="{FF2B5EF4-FFF2-40B4-BE49-F238E27FC236}">
                  <a16:creationId xmlns:a16="http://schemas.microsoft.com/office/drawing/2014/main" id="{1FB624E1-5FFB-C21D-C3B0-610658464E5B}"/>
                </a:ext>
              </a:extLst>
            </p:cNvPr>
            <p:cNvSpPr>
              <a:spLocks noGrp="1"/>
            </p:cNvSpPr>
            <p:nvPr/>
          </p:nvSpPr>
          <p:spPr>
            <a:xfrm>
              <a:off x="5330078" y="3271536"/>
              <a:ext cx="60368" cy="97788"/>
            </a:xfrm>
            <a:custGeom>
              <a:avLst/>
              <a:gdLst/>
              <a:ahLst/>
              <a:cxnLst/>
              <a:rect l="0" t="0" r="0" b="0"/>
              <a:pathLst>
                <a:path w="60368" h="97788">
                  <a:moveTo>
                    <a:pt x="0" y="97788"/>
                  </a:moveTo>
                  <a:lnTo>
                    <a:pt x="6036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8" name="Candidate_receptor__3037">
              <a:extLst>
                <a:ext uri="{FF2B5EF4-FFF2-40B4-BE49-F238E27FC236}">
                  <a16:creationId xmlns:a16="http://schemas.microsoft.com/office/drawing/2014/main" id="{B2CB9529-E5B2-8685-A5C1-88EF7853B68D}"/>
                </a:ext>
              </a:extLst>
            </p:cNvPr>
            <p:cNvSpPr>
              <a:spLocks noGrp="1"/>
            </p:cNvSpPr>
            <p:nvPr/>
          </p:nvSpPr>
          <p:spPr>
            <a:xfrm>
              <a:off x="4874423" y="4804211"/>
              <a:ext cx="56032" cy="69089"/>
            </a:xfrm>
            <a:custGeom>
              <a:avLst/>
              <a:gdLst/>
              <a:ahLst/>
              <a:cxnLst/>
              <a:rect l="0" t="0" r="0" b="0"/>
              <a:pathLst>
                <a:path w="56032" h="69089">
                  <a:moveTo>
                    <a:pt x="56032" y="0"/>
                  </a:moveTo>
                  <a:lnTo>
                    <a:pt x="0" y="6908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9" name="Candidate_receptor__3038">
              <a:extLst>
                <a:ext uri="{FF2B5EF4-FFF2-40B4-BE49-F238E27FC236}">
                  <a16:creationId xmlns:a16="http://schemas.microsoft.com/office/drawing/2014/main" id="{7A86A249-7F32-A90F-7B76-A498B502C541}"/>
                </a:ext>
              </a:extLst>
            </p:cNvPr>
            <p:cNvSpPr>
              <a:spLocks noGrp="1"/>
            </p:cNvSpPr>
            <p:nvPr/>
          </p:nvSpPr>
          <p:spPr>
            <a:xfrm>
              <a:off x="4934884" y="4304750"/>
              <a:ext cx="72343" cy="76057"/>
            </a:xfrm>
            <a:custGeom>
              <a:avLst/>
              <a:gdLst/>
              <a:ahLst/>
              <a:cxnLst/>
              <a:rect l="0" t="0" r="0" b="0"/>
              <a:pathLst>
                <a:path w="72343" h="76057">
                  <a:moveTo>
                    <a:pt x="72343" y="760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0" name="Candidate_receptor__3039">
              <a:extLst>
                <a:ext uri="{FF2B5EF4-FFF2-40B4-BE49-F238E27FC236}">
                  <a16:creationId xmlns:a16="http://schemas.microsoft.com/office/drawing/2014/main" id="{0E9AA263-0465-D98C-B7EB-4940641AB58E}"/>
                </a:ext>
              </a:extLst>
            </p:cNvPr>
            <p:cNvSpPr>
              <a:spLocks noGrp="1"/>
            </p:cNvSpPr>
            <p:nvPr/>
          </p:nvSpPr>
          <p:spPr>
            <a:xfrm>
              <a:off x="5226533" y="2464207"/>
              <a:ext cx="56386" cy="43930"/>
            </a:xfrm>
            <a:custGeom>
              <a:avLst/>
              <a:gdLst/>
              <a:ahLst/>
              <a:cxnLst/>
              <a:rect l="0" t="0" r="0" b="0"/>
              <a:pathLst>
                <a:path w="56386" h="43930">
                  <a:moveTo>
                    <a:pt x="0" y="0"/>
                  </a:moveTo>
                  <a:lnTo>
                    <a:pt x="56386" y="4393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1" name="Candidate_receptor__3040">
              <a:extLst>
                <a:ext uri="{FF2B5EF4-FFF2-40B4-BE49-F238E27FC236}">
                  <a16:creationId xmlns:a16="http://schemas.microsoft.com/office/drawing/2014/main" id="{49836616-8826-33E9-9483-B1D42163E2C9}"/>
                </a:ext>
              </a:extLst>
            </p:cNvPr>
            <p:cNvSpPr>
              <a:spLocks noGrp="1"/>
            </p:cNvSpPr>
            <p:nvPr/>
          </p:nvSpPr>
          <p:spPr>
            <a:xfrm>
              <a:off x="5854856" y="2077175"/>
              <a:ext cx="1098" cy="67052"/>
            </a:xfrm>
            <a:custGeom>
              <a:avLst/>
              <a:gdLst/>
              <a:ahLst/>
              <a:cxnLst/>
              <a:rect l="0" t="0" r="0" b="0"/>
              <a:pathLst>
                <a:path w="1098" h="67052">
                  <a:moveTo>
                    <a:pt x="0" y="67052"/>
                  </a:moveTo>
                  <a:lnTo>
                    <a:pt x="109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2" name="Candidate_receptor__3041">
              <a:extLst>
                <a:ext uri="{FF2B5EF4-FFF2-40B4-BE49-F238E27FC236}">
                  <a16:creationId xmlns:a16="http://schemas.microsoft.com/office/drawing/2014/main" id="{D779553C-FCC3-B467-CD27-1F5AA5CB75FF}"/>
                </a:ext>
              </a:extLst>
            </p:cNvPr>
            <p:cNvSpPr>
              <a:spLocks noGrp="1"/>
            </p:cNvSpPr>
            <p:nvPr/>
          </p:nvSpPr>
          <p:spPr>
            <a:xfrm>
              <a:off x="5458960" y="1531829"/>
              <a:ext cx="7863" cy="100747"/>
            </a:xfrm>
            <a:custGeom>
              <a:avLst/>
              <a:gdLst/>
              <a:ahLst/>
              <a:cxnLst/>
              <a:rect l="0" t="0" r="0" b="0"/>
              <a:pathLst>
                <a:path w="7863" h="100747">
                  <a:moveTo>
                    <a:pt x="7863" y="100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3" name="Candidate_receptor__3042">
              <a:extLst>
                <a:ext uri="{FF2B5EF4-FFF2-40B4-BE49-F238E27FC236}">
                  <a16:creationId xmlns:a16="http://schemas.microsoft.com/office/drawing/2014/main" id="{6D2A91C8-4CE8-E080-951D-004819489C16}"/>
                </a:ext>
              </a:extLst>
            </p:cNvPr>
            <p:cNvSpPr>
              <a:spLocks noGrp="1"/>
            </p:cNvSpPr>
            <p:nvPr/>
          </p:nvSpPr>
          <p:spPr>
            <a:xfrm>
              <a:off x="6162461" y="3647867"/>
              <a:ext cx="76269" cy="72366"/>
            </a:xfrm>
            <a:custGeom>
              <a:avLst/>
              <a:gdLst/>
              <a:ahLst/>
              <a:cxnLst/>
              <a:rect l="0" t="0" r="0" b="0"/>
              <a:pathLst>
                <a:path w="76269" h="72366">
                  <a:moveTo>
                    <a:pt x="0" y="0"/>
                  </a:moveTo>
                  <a:lnTo>
                    <a:pt x="76269" y="7236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4" name="Candidate_receptor__3043">
              <a:extLst>
                <a:ext uri="{FF2B5EF4-FFF2-40B4-BE49-F238E27FC236}">
                  <a16:creationId xmlns:a16="http://schemas.microsoft.com/office/drawing/2014/main" id="{2F207026-265B-BCDD-DA2D-1BE21E52F8DD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3344" cy="37003"/>
            </a:xfrm>
            <a:custGeom>
              <a:avLst/>
              <a:gdLst/>
              <a:ahLst/>
              <a:cxnLst/>
              <a:rect l="0" t="0" r="0" b="0"/>
              <a:pathLst>
                <a:path w="13344" h="37003">
                  <a:moveTo>
                    <a:pt x="0" y="0"/>
                  </a:moveTo>
                  <a:lnTo>
                    <a:pt x="13344" y="37003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45" name="Candidate_receptor__3044">
              <a:extLst>
                <a:ext uri="{FF2B5EF4-FFF2-40B4-BE49-F238E27FC236}">
                  <a16:creationId xmlns:a16="http://schemas.microsoft.com/office/drawing/2014/main" id="{6CEBFDB9-7DC5-8D9E-083E-6C341617283F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755278"/>
              <a:ext cx="70385" cy="84337"/>
            </a:xfrm>
            <a:custGeom>
              <a:avLst/>
              <a:gdLst/>
              <a:ahLst/>
              <a:cxnLst/>
              <a:rect l="0" t="0" r="0" b="0"/>
              <a:pathLst>
                <a:path w="70385" h="84337">
                  <a:moveTo>
                    <a:pt x="0" y="84337"/>
                  </a:moveTo>
                  <a:lnTo>
                    <a:pt x="7038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6" name="Candidate_receptor__3045">
              <a:extLst>
                <a:ext uri="{FF2B5EF4-FFF2-40B4-BE49-F238E27FC236}">
                  <a16:creationId xmlns:a16="http://schemas.microsoft.com/office/drawing/2014/main" id="{2D340C8D-4E2B-8F53-1B8D-E4163E6DF373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758316"/>
              <a:ext cx="23871" cy="81771"/>
            </a:xfrm>
            <a:custGeom>
              <a:avLst/>
              <a:gdLst/>
              <a:ahLst/>
              <a:cxnLst/>
              <a:rect l="0" t="0" r="0" b="0"/>
              <a:pathLst>
                <a:path w="23871" h="81771">
                  <a:moveTo>
                    <a:pt x="0" y="0"/>
                  </a:moveTo>
                  <a:lnTo>
                    <a:pt x="23871" y="8177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47" name="Candidate_receptor__3046">
              <a:extLst>
                <a:ext uri="{FF2B5EF4-FFF2-40B4-BE49-F238E27FC236}">
                  <a16:creationId xmlns:a16="http://schemas.microsoft.com/office/drawing/2014/main" id="{10D9A535-A04B-CE1D-D4C7-6F056D868FDD}"/>
                </a:ext>
              </a:extLst>
            </p:cNvPr>
            <p:cNvSpPr>
              <a:spLocks noGrp="1"/>
            </p:cNvSpPr>
            <p:nvPr/>
          </p:nvSpPr>
          <p:spPr>
            <a:xfrm>
              <a:off x="5056435" y="2285784"/>
              <a:ext cx="15913" cy="73658"/>
            </a:xfrm>
            <a:custGeom>
              <a:avLst/>
              <a:gdLst/>
              <a:ahLst/>
              <a:cxnLst/>
              <a:rect l="0" t="0" r="0" b="0"/>
              <a:pathLst>
                <a:path w="15913" h="73658">
                  <a:moveTo>
                    <a:pt x="0" y="73658"/>
                  </a:moveTo>
                  <a:lnTo>
                    <a:pt x="159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48" name="Candidate_receptor__3047">
              <a:extLst>
                <a:ext uri="{FF2B5EF4-FFF2-40B4-BE49-F238E27FC236}">
                  <a16:creationId xmlns:a16="http://schemas.microsoft.com/office/drawing/2014/main" id="{F6224272-76F6-5DA4-46D3-A8C5851B2FB5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87554"/>
              <a:ext cx="107898" cy="40798"/>
            </a:xfrm>
            <a:custGeom>
              <a:avLst/>
              <a:gdLst/>
              <a:ahLst/>
              <a:cxnLst/>
              <a:rect l="0" t="0" r="0" b="0"/>
              <a:pathLst>
                <a:path w="107898" h="40798">
                  <a:moveTo>
                    <a:pt x="0" y="0"/>
                  </a:moveTo>
                  <a:lnTo>
                    <a:pt x="107898" y="4079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49" name="Candidate_receptor__3048">
              <a:extLst>
                <a:ext uri="{FF2B5EF4-FFF2-40B4-BE49-F238E27FC236}">
                  <a16:creationId xmlns:a16="http://schemas.microsoft.com/office/drawing/2014/main" id="{316CAE2E-BBCA-8FD1-3AA1-AED6CC0C91D7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751730"/>
              <a:ext cx="95018" cy="19954"/>
            </a:xfrm>
            <a:custGeom>
              <a:avLst/>
              <a:gdLst/>
              <a:ahLst/>
              <a:cxnLst/>
              <a:rect l="0" t="0" r="0" b="0"/>
              <a:pathLst>
                <a:path w="95018" h="19954">
                  <a:moveTo>
                    <a:pt x="95018" y="19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0" name="Candidate_receptor__3049">
              <a:extLst>
                <a:ext uri="{FF2B5EF4-FFF2-40B4-BE49-F238E27FC236}">
                  <a16:creationId xmlns:a16="http://schemas.microsoft.com/office/drawing/2014/main" id="{9E7236D6-8485-7E34-27CE-5779C43711F9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93177" cy="8963"/>
            </a:xfrm>
            <a:custGeom>
              <a:avLst/>
              <a:gdLst/>
              <a:ahLst/>
              <a:cxnLst/>
              <a:rect l="0" t="0" r="0" b="0"/>
              <a:pathLst>
                <a:path w="93177" h="8963">
                  <a:moveTo>
                    <a:pt x="0" y="0"/>
                  </a:moveTo>
                  <a:lnTo>
                    <a:pt x="93177" y="89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1" name="Candidate_receptor__3050">
              <a:extLst>
                <a:ext uri="{FF2B5EF4-FFF2-40B4-BE49-F238E27FC236}">
                  <a16:creationId xmlns:a16="http://schemas.microsoft.com/office/drawing/2014/main" id="{1FDA8788-7BA9-6717-294D-5A952F79C476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96355"/>
              <a:ext cx="25947" cy="37857"/>
            </a:xfrm>
            <a:custGeom>
              <a:avLst/>
              <a:gdLst/>
              <a:ahLst/>
              <a:cxnLst/>
              <a:rect l="0" t="0" r="0" b="0"/>
              <a:pathLst>
                <a:path w="25947" h="37857">
                  <a:moveTo>
                    <a:pt x="25947" y="0"/>
                  </a:moveTo>
                  <a:lnTo>
                    <a:pt x="0" y="378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2" name="Candidate_receptor__3051">
              <a:extLst>
                <a:ext uri="{FF2B5EF4-FFF2-40B4-BE49-F238E27FC236}">
                  <a16:creationId xmlns:a16="http://schemas.microsoft.com/office/drawing/2014/main" id="{4E1F1A1A-25B1-D25D-7066-19B37718595E}"/>
                </a:ext>
              </a:extLst>
            </p:cNvPr>
            <p:cNvSpPr>
              <a:spLocks noGrp="1"/>
            </p:cNvSpPr>
            <p:nvPr/>
          </p:nvSpPr>
          <p:spPr>
            <a:xfrm>
              <a:off x="6389733" y="4135537"/>
              <a:ext cx="107544" cy="22830"/>
            </a:xfrm>
            <a:custGeom>
              <a:avLst/>
              <a:gdLst/>
              <a:ahLst/>
              <a:cxnLst/>
              <a:rect l="0" t="0" r="0" b="0"/>
              <a:pathLst>
                <a:path w="107544" h="22830">
                  <a:moveTo>
                    <a:pt x="107544" y="228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3" name="Candidate_receptor__3052">
              <a:extLst>
                <a:ext uri="{FF2B5EF4-FFF2-40B4-BE49-F238E27FC236}">
                  <a16:creationId xmlns:a16="http://schemas.microsoft.com/office/drawing/2014/main" id="{E80C1C74-23A4-3258-8629-7CAB4A35CF06}"/>
                </a:ext>
              </a:extLst>
            </p:cNvPr>
            <p:cNvSpPr>
              <a:spLocks noGrp="1"/>
            </p:cNvSpPr>
            <p:nvPr/>
          </p:nvSpPr>
          <p:spPr>
            <a:xfrm>
              <a:off x="6095337" y="2934248"/>
              <a:ext cx="7331" cy="81117"/>
            </a:xfrm>
            <a:custGeom>
              <a:avLst/>
              <a:gdLst/>
              <a:ahLst/>
              <a:cxnLst/>
              <a:rect l="0" t="0" r="0" b="0"/>
              <a:pathLst>
                <a:path w="7331" h="81117">
                  <a:moveTo>
                    <a:pt x="0" y="81117"/>
                  </a:moveTo>
                  <a:lnTo>
                    <a:pt x="733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54" name="Candidate_receptor__3053">
              <a:extLst>
                <a:ext uri="{FF2B5EF4-FFF2-40B4-BE49-F238E27FC236}">
                  <a16:creationId xmlns:a16="http://schemas.microsoft.com/office/drawing/2014/main" id="{B7CDA0D7-4A76-9B4C-8FA0-6A0AA938F18D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402187"/>
              <a:ext cx="50451" cy="27556"/>
            </a:xfrm>
            <a:custGeom>
              <a:avLst/>
              <a:gdLst/>
              <a:ahLst/>
              <a:cxnLst/>
              <a:rect l="0" t="0" r="0" b="0"/>
              <a:pathLst>
                <a:path w="50451" h="27556">
                  <a:moveTo>
                    <a:pt x="0" y="27556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5" name="Candidate_receptor__3054">
              <a:extLst>
                <a:ext uri="{FF2B5EF4-FFF2-40B4-BE49-F238E27FC236}">
                  <a16:creationId xmlns:a16="http://schemas.microsoft.com/office/drawing/2014/main" id="{5FB4B4A2-155A-43EC-45EA-082D31686FDF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144226"/>
              <a:ext cx="42202" cy="86863"/>
            </a:xfrm>
            <a:custGeom>
              <a:avLst/>
              <a:gdLst/>
              <a:ahLst/>
              <a:cxnLst/>
              <a:rect l="0" t="0" r="0" b="0"/>
              <a:pathLst>
                <a:path w="42202" h="86863">
                  <a:moveTo>
                    <a:pt x="0" y="86863"/>
                  </a:moveTo>
                  <a:lnTo>
                    <a:pt x="4220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6" name="Candidate_receptor__3055">
              <a:extLst>
                <a:ext uri="{FF2B5EF4-FFF2-40B4-BE49-F238E27FC236}">
                  <a16:creationId xmlns:a16="http://schemas.microsoft.com/office/drawing/2014/main" id="{6618E3D4-BD12-9F4E-775B-1C03BCE099F8}"/>
                </a:ext>
              </a:extLst>
            </p:cNvPr>
            <p:cNvSpPr>
              <a:spLocks noGrp="1"/>
            </p:cNvSpPr>
            <p:nvPr/>
          </p:nvSpPr>
          <p:spPr>
            <a:xfrm>
              <a:off x="4542033" y="3970967"/>
              <a:ext cx="41724" cy="96572"/>
            </a:xfrm>
            <a:custGeom>
              <a:avLst/>
              <a:gdLst/>
              <a:ahLst/>
              <a:cxnLst/>
              <a:rect l="0" t="0" r="0" b="0"/>
              <a:pathLst>
                <a:path w="41724" h="96572">
                  <a:moveTo>
                    <a:pt x="0" y="96572"/>
                  </a:moveTo>
                  <a:lnTo>
                    <a:pt x="41724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57" name="Candidate_receptor__3056">
              <a:extLst>
                <a:ext uri="{FF2B5EF4-FFF2-40B4-BE49-F238E27FC236}">
                  <a16:creationId xmlns:a16="http://schemas.microsoft.com/office/drawing/2014/main" id="{A58F3D3D-E644-96CB-8013-B1D934759FB4}"/>
                </a:ext>
              </a:extLst>
            </p:cNvPr>
            <p:cNvSpPr>
              <a:spLocks noGrp="1"/>
            </p:cNvSpPr>
            <p:nvPr/>
          </p:nvSpPr>
          <p:spPr>
            <a:xfrm>
              <a:off x="4807847" y="2589001"/>
              <a:ext cx="32487" cy="69366"/>
            </a:xfrm>
            <a:custGeom>
              <a:avLst/>
              <a:gdLst/>
              <a:ahLst/>
              <a:cxnLst/>
              <a:rect l="0" t="0" r="0" b="0"/>
              <a:pathLst>
                <a:path w="32487" h="69366">
                  <a:moveTo>
                    <a:pt x="0" y="69366"/>
                  </a:moveTo>
                  <a:lnTo>
                    <a:pt x="3248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8" name="Candidate_receptor__3057">
              <a:extLst>
                <a:ext uri="{FF2B5EF4-FFF2-40B4-BE49-F238E27FC236}">
                  <a16:creationId xmlns:a16="http://schemas.microsoft.com/office/drawing/2014/main" id="{C4A33E05-7850-047A-D245-4A601A98ABEA}"/>
                </a:ext>
              </a:extLst>
            </p:cNvPr>
            <p:cNvSpPr>
              <a:spLocks noGrp="1"/>
            </p:cNvSpPr>
            <p:nvPr/>
          </p:nvSpPr>
          <p:spPr>
            <a:xfrm>
              <a:off x="5028001" y="3922009"/>
              <a:ext cx="39401" cy="105254"/>
            </a:xfrm>
            <a:custGeom>
              <a:avLst/>
              <a:gdLst/>
              <a:ahLst/>
              <a:cxnLst/>
              <a:rect l="0" t="0" r="0" b="0"/>
              <a:pathLst>
                <a:path w="39401" h="105254">
                  <a:moveTo>
                    <a:pt x="0" y="105254"/>
                  </a:moveTo>
                  <a:lnTo>
                    <a:pt x="3940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9" name="Candidate_receptor__3058">
              <a:extLst>
                <a:ext uri="{FF2B5EF4-FFF2-40B4-BE49-F238E27FC236}">
                  <a16:creationId xmlns:a16="http://schemas.microsoft.com/office/drawing/2014/main" id="{86296B74-ACE0-ECE1-B7AD-637440C9FFC1}"/>
                </a:ext>
              </a:extLst>
            </p:cNvPr>
            <p:cNvSpPr>
              <a:spLocks noGrp="1"/>
            </p:cNvSpPr>
            <p:nvPr/>
          </p:nvSpPr>
          <p:spPr>
            <a:xfrm>
              <a:off x="5871405" y="3237844"/>
              <a:ext cx="76209" cy="4723"/>
            </a:xfrm>
            <a:custGeom>
              <a:avLst/>
              <a:gdLst/>
              <a:ahLst/>
              <a:cxnLst/>
              <a:rect l="0" t="0" r="0" b="0"/>
              <a:pathLst>
                <a:path w="76209" h="4723">
                  <a:moveTo>
                    <a:pt x="0" y="0"/>
                  </a:moveTo>
                  <a:lnTo>
                    <a:pt x="76209" y="472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0" name="Candidate_receptor__3059">
              <a:extLst>
                <a:ext uri="{FF2B5EF4-FFF2-40B4-BE49-F238E27FC236}">
                  <a16:creationId xmlns:a16="http://schemas.microsoft.com/office/drawing/2014/main" id="{8FAAA355-F8F2-0DCA-A14F-9EAEB03DC379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04555"/>
              <a:ext cx="70764" cy="81566"/>
            </a:xfrm>
            <a:custGeom>
              <a:avLst/>
              <a:gdLst/>
              <a:ahLst/>
              <a:cxnLst/>
              <a:rect l="0" t="0" r="0" b="0"/>
              <a:pathLst>
                <a:path w="70764" h="81566">
                  <a:moveTo>
                    <a:pt x="70764" y="0"/>
                  </a:moveTo>
                  <a:lnTo>
                    <a:pt x="0" y="815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1" name="Candidate_receptor__3060">
              <a:extLst>
                <a:ext uri="{FF2B5EF4-FFF2-40B4-BE49-F238E27FC236}">
                  <a16:creationId xmlns:a16="http://schemas.microsoft.com/office/drawing/2014/main" id="{B9580DC9-6CC4-84C3-D03D-8C4ADD642D84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418823"/>
              <a:ext cx="80577" cy="81205"/>
            </a:xfrm>
            <a:custGeom>
              <a:avLst/>
              <a:gdLst/>
              <a:ahLst/>
              <a:cxnLst/>
              <a:rect l="0" t="0" r="0" b="0"/>
              <a:pathLst>
                <a:path w="80577" h="81205">
                  <a:moveTo>
                    <a:pt x="80577" y="0"/>
                  </a:moveTo>
                  <a:lnTo>
                    <a:pt x="0" y="8120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2" name="Candidate_receptor__3061">
              <a:extLst>
                <a:ext uri="{FF2B5EF4-FFF2-40B4-BE49-F238E27FC236}">
                  <a16:creationId xmlns:a16="http://schemas.microsoft.com/office/drawing/2014/main" id="{8FB23262-348F-9307-B02E-5E6C5AEF1E84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50879"/>
              <a:ext cx="57840" cy="31402"/>
            </a:xfrm>
            <a:custGeom>
              <a:avLst/>
              <a:gdLst/>
              <a:ahLst/>
              <a:cxnLst/>
              <a:rect l="0" t="0" r="0" b="0"/>
              <a:pathLst>
                <a:path w="57840" h="31402">
                  <a:moveTo>
                    <a:pt x="57840" y="314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3" name="Candidate_receptor__3062">
              <a:extLst>
                <a:ext uri="{FF2B5EF4-FFF2-40B4-BE49-F238E27FC236}">
                  <a16:creationId xmlns:a16="http://schemas.microsoft.com/office/drawing/2014/main" id="{BE900E84-1F74-3B8D-FBBA-279C90C3A29F}"/>
                </a:ext>
              </a:extLst>
            </p:cNvPr>
            <p:cNvSpPr>
              <a:spLocks noGrp="1"/>
            </p:cNvSpPr>
            <p:nvPr/>
          </p:nvSpPr>
          <p:spPr>
            <a:xfrm>
              <a:off x="4785361" y="2166187"/>
              <a:ext cx="109776" cy="9628"/>
            </a:xfrm>
            <a:custGeom>
              <a:avLst/>
              <a:gdLst/>
              <a:ahLst/>
              <a:cxnLst/>
              <a:rect l="0" t="0" r="0" b="0"/>
              <a:pathLst>
                <a:path w="109776" h="9628">
                  <a:moveTo>
                    <a:pt x="109776" y="96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4" name="Candidate_receptor__3063">
              <a:extLst>
                <a:ext uri="{FF2B5EF4-FFF2-40B4-BE49-F238E27FC236}">
                  <a16:creationId xmlns:a16="http://schemas.microsoft.com/office/drawing/2014/main" id="{36E5D495-2917-63EE-5929-FEB2629B1619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524739"/>
              <a:ext cx="55542" cy="99967"/>
            </a:xfrm>
            <a:custGeom>
              <a:avLst/>
              <a:gdLst/>
              <a:ahLst/>
              <a:cxnLst/>
              <a:rect l="0" t="0" r="0" b="0"/>
              <a:pathLst>
                <a:path w="55542" h="99967">
                  <a:moveTo>
                    <a:pt x="0" y="0"/>
                  </a:moveTo>
                  <a:lnTo>
                    <a:pt x="55542" y="9996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5" name="Candidate_receptor__3064">
              <a:extLst>
                <a:ext uri="{FF2B5EF4-FFF2-40B4-BE49-F238E27FC236}">
                  <a16:creationId xmlns:a16="http://schemas.microsoft.com/office/drawing/2014/main" id="{30F9EC01-1F77-6F08-87A6-F6A73BF1A6AE}"/>
                </a:ext>
              </a:extLst>
            </p:cNvPr>
            <p:cNvSpPr>
              <a:spLocks noGrp="1"/>
            </p:cNvSpPr>
            <p:nvPr/>
          </p:nvSpPr>
          <p:spPr>
            <a:xfrm>
              <a:off x="4589631" y="3244104"/>
              <a:ext cx="113326" cy="21312"/>
            </a:xfrm>
            <a:custGeom>
              <a:avLst/>
              <a:gdLst/>
              <a:ahLst/>
              <a:cxnLst/>
              <a:rect l="0" t="0" r="0" b="0"/>
              <a:pathLst>
                <a:path w="113326" h="21312">
                  <a:moveTo>
                    <a:pt x="113326" y="0"/>
                  </a:moveTo>
                  <a:lnTo>
                    <a:pt x="0" y="2131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6" name="Candidate_receptor__3065">
              <a:extLst>
                <a:ext uri="{FF2B5EF4-FFF2-40B4-BE49-F238E27FC236}">
                  <a16:creationId xmlns:a16="http://schemas.microsoft.com/office/drawing/2014/main" id="{A8C55642-26CB-B49C-FD00-62E4C38F3812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209246"/>
              <a:ext cx="41653" cy="24990"/>
            </a:xfrm>
            <a:custGeom>
              <a:avLst/>
              <a:gdLst/>
              <a:ahLst/>
              <a:cxnLst/>
              <a:rect l="0" t="0" r="0" b="0"/>
              <a:pathLst>
                <a:path w="41653" h="24990">
                  <a:moveTo>
                    <a:pt x="41653" y="0"/>
                  </a:moveTo>
                  <a:lnTo>
                    <a:pt x="0" y="2499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7" name="Candidate_receptor__3066">
              <a:extLst>
                <a:ext uri="{FF2B5EF4-FFF2-40B4-BE49-F238E27FC236}">
                  <a16:creationId xmlns:a16="http://schemas.microsoft.com/office/drawing/2014/main" id="{BB374153-A2A5-E814-A8AB-440729C1D565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71539"/>
              <a:ext cx="105903" cy="43292"/>
            </a:xfrm>
            <a:custGeom>
              <a:avLst/>
              <a:gdLst/>
              <a:ahLst/>
              <a:cxnLst/>
              <a:rect l="0" t="0" r="0" b="0"/>
              <a:pathLst>
                <a:path w="105903" h="43292">
                  <a:moveTo>
                    <a:pt x="0" y="43292"/>
                  </a:moveTo>
                  <a:lnTo>
                    <a:pt x="10590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8" name="Candidate_receptor__3067">
              <a:extLst>
                <a:ext uri="{FF2B5EF4-FFF2-40B4-BE49-F238E27FC236}">
                  <a16:creationId xmlns:a16="http://schemas.microsoft.com/office/drawing/2014/main" id="{AD44F87A-FEC9-D67F-5CC4-6812FF00D91F}"/>
                </a:ext>
              </a:extLst>
            </p:cNvPr>
            <p:cNvSpPr>
              <a:spLocks noGrp="1"/>
            </p:cNvSpPr>
            <p:nvPr/>
          </p:nvSpPr>
          <p:spPr>
            <a:xfrm>
              <a:off x="5578551" y="2122401"/>
              <a:ext cx="55314" cy="101483"/>
            </a:xfrm>
            <a:custGeom>
              <a:avLst/>
              <a:gdLst/>
              <a:ahLst/>
              <a:cxnLst/>
              <a:rect l="0" t="0" r="0" b="0"/>
              <a:pathLst>
                <a:path w="55314" h="101483">
                  <a:moveTo>
                    <a:pt x="0" y="0"/>
                  </a:moveTo>
                  <a:lnTo>
                    <a:pt x="55314" y="1014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9" name="Candidate_receptor__3068">
              <a:extLst>
                <a:ext uri="{FF2B5EF4-FFF2-40B4-BE49-F238E27FC236}">
                  <a16:creationId xmlns:a16="http://schemas.microsoft.com/office/drawing/2014/main" id="{63BFB58C-8FB3-E1DB-71FD-3C3C432FF9EC}"/>
                </a:ext>
              </a:extLst>
            </p:cNvPr>
            <p:cNvSpPr>
              <a:spLocks noGrp="1"/>
            </p:cNvSpPr>
            <p:nvPr/>
          </p:nvSpPr>
          <p:spPr>
            <a:xfrm>
              <a:off x="5725319" y="3336286"/>
              <a:ext cx="109305" cy="38193"/>
            </a:xfrm>
            <a:custGeom>
              <a:avLst/>
              <a:gdLst/>
              <a:ahLst/>
              <a:cxnLst/>
              <a:rect l="0" t="0" r="0" b="0"/>
              <a:pathLst>
                <a:path w="109305" h="38193">
                  <a:moveTo>
                    <a:pt x="0" y="0"/>
                  </a:moveTo>
                  <a:lnTo>
                    <a:pt x="109305" y="3819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0" name="Candidate_receptor__3069">
              <a:extLst>
                <a:ext uri="{FF2B5EF4-FFF2-40B4-BE49-F238E27FC236}">
                  <a16:creationId xmlns:a16="http://schemas.microsoft.com/office/drawing/2014/main" id="{0EACA489-1328-0F32-8812-8899BA1D5A91}"/>
                </a:ext>
              </a:extLst>
            </p:cNvPr>
            <p:cNvSpPr>
              <a:spLocks noGrp="1"/>
            </p:cNvSpPr>
            <p:nvPr/>
          </p:nvSpPr>
          <p:spPr>
            <a:xfrm>
              <a:off x="6008375" y="4035899"/>
              <a:ext cx="109506" cy="28013"/>
            </a:xfrm>
            <a:custGeom>
              <a:avLst/>
              <a:gdLst/>
              <a:ahLst/>
              <a:cxnLst/>
              <a:rect l="0" t="0" r="0" b="0"/>
              <a:pathLst>
                <a:path w="109506" h="28013">
                  <a:moveTo>
                    <a:pt x="109506" y="0"/>
                  </a:moveTo>
                  <a:lnTo>
                    <a:pt x="0" y="280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1" name="Candidate_receptor__3070">
              <a:extLst>
                <a:ext uri="{FF2B5EF4-FFF2-40B4-BE49-F238E27FC236}">
                  <a16:creationId xmlns:a16="http://schemas.microsoft.com/office/drawing/2014/main" id="{C3B1D0BE-BCF0-BF69-11C0-5F3EEF6BA820}"/>
                </a:ext>
              </a:extLst>
            </p:cNvPr>
            <p:cNvSpPr>
              <a:spLocks noGrp="1"/>
            </p:cNvSpPr>
            <p:nvPr/>
          </p:nvSpPr>
          <p:spPr>
            <a:xfrm>
              <a:off x="4574611" y="5008475"/>
              <a:ext cx="4552" cy="110100"/>
            </a:xfrm>
            <a:custGeom>
              <a:avLst/>
              <a:gdLst/>
              <a:ahLst/>
              <a:cxnLst/>
              <a:rect l="0" t="0" r="0" b="0"/>
              <a:pathLst>
                <a:path w="4552" h="110100">
                  <a:moveTo>
                    <a:pt x="0" y="0"/>
                  </a:moveTo>
                  <a:lnTo>
                    <a:pt x="4552" y="11010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2" name="Candidate_receptor__3071">
              <a:extLst>
                <a:ext uri="{FF2B5EF4-FFF2-40B4-BE49-F238E27FC236}">
                  <a16:creationId xmlns:a16="http://schemas.microsoft.com/office/drawing/2014/main" id="{56DDC5B3-4203-B373-6EB5-2558D3EE704F}"/>
                </a:ext>
              </a:extLst>
            </p:cNvPr>
            <p:cNvSpPr>
              <a:spLocks noGrp="1"/>
            </p:cNvSpPr>
            <p:nvPr/>
          </p:nvSpPr>
          <p:spPr>
            <a:xfrm>
              <a:off x="4768249" y="4829304"/>
              <a:ext cx="106174" cy="43996"/>
            </a:xfrm>
            <a:custGeom>
              <a:avLst/>
              <a:gdLst/>
              <a:ahLst/>
              <a:cxnLst/>
              <a:rect l="0" t="0" r="0" b="0"/>
              <a:pathLst>
                <a:path w="106174" h="43996">
                  <a:moveTo>
                    <a:pt x="106174" y="43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3" name="Candidate_receptor__3072">
              <a:extLst>
                <a:ext uri="{FF2B5EF4-FFF2-40B4-BE49-F238E27FC236}">
                  <a16:creationId xmlns:a16="http://schemas.microsoft.com/office/drawing/2014/main" id="{C979AD3D-939F-A5FB-FA56-D417FCFFF3FB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02420"/>
              <a:ext cx="43859" cy="22061"/>
            </a:xfrm>
            <a:custGeom>
              <a:avLst/>
              <a:gdLst/>
              <a:ahLst/>
              <a:cxnLst/>
              <a:rect l="0" t="0" r="0" b="0"/>
              <a:pathLst>
                <a:path w="43859" h="22061">
                  <a:moveTo>
                    <a:pt x="0" y="22061"/>
                  </a:moveTo>
                  <a:lnTo>
                    <a:pt x="43859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4" name="Candidate_receptor__3073">
              <a:extLst>
                <a:ext uri="{FF2B5EF4-FFF2-40B4-BE49-F238E27FC236}">
                  <a16:creationId xmlns:a16="http://schemas.microsoft.com/office/drawing/2014/main" id="{F70A65F9-3627-A543-C35F-C012BB9F5E75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12105"/>
              <a:ext cx="35770" cy="45763"/>
            </a:xfrm>
            <a:custGeom>
              <a:avLst/>
              <a:gdLst/>
              <a:ahLst/>
              <a:cxnLst/>
              <a:rect l="0" t="0" r="0" b="0"/>
              <a:pathLst>
                <a:path w="35770" h="45763">
                  <a:moveTo>
                    <a:pt x="35770" y="0"/>
                  </a:moveTo>
                  <a:lnTo>
                    <a:pt x="0" y="457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5" name="Candidate_receptor__3074">
              <a:extLst>
                <a:ext uri="{FF2B5EF4-FFF2-40B4-BE49-F238E27FC236}">
                  <a16:creationId xmlns:a16="http://schemas.microsoft.com/office/drawing/2014/main" id="{28B60F18-9328-36D5-EA14-494EF963D52E}"/>
                </a:ext>
              </a:extLst>
            </p:cNvPr>
            <p:cNvSpPr>
              <a:spLocks noGrp="1"/>
            </p:cNvSpPr>
            <p:nvPr/>
          </p:nvSpPr>
          <p:spPr>
            <a:xfrm>
              <a:off x="4583758" y="3941974"/>
              <a:ext cx="62246" cy="28992"/>
            </a:xfrm>
            <a:custGeom>
              <a:avLst/>
              <a:gdLst/>
              <a:ahLst/>
              <a:cxnLst/>
              <a:rect l="0" t="0" r="0" b="0"/>
              <a:pathLst>
                <a:path w="62246" h="28992">
                  <a:moveTo>
                    <a:pt x="0" y="28992"/>
                  </a:moveTo>
                  <a:lnTo>
                    <a:pt x="6224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6" name="Candidate_receptor__3075">
              <a:extLst>
                <a:ext uri="{FF2B5EF4-FFF2-40B4-BE49-F238E27FC236}">
                  <a16:creationId xmlns:a16="http://schemas.microsoft.com/office/drawing/2014/main" id="{C473D8B7-A843-3DC5-1CF3-CD7876190259}"/>
                </a:ext>
              </a:extLst>
            </p:cNvPr>
            <p:cNvSpPr>
              <a:spLocks noGrp="1"/>
            </p:cNvSpPr>
            <p:nvPr/>
          </p:nvSpPr>
          <p:spPr>
            <a:xfrm>
              <a:off x="6019190" y="4390751"/>
              <a:ext cx="9452" cy="105604"/>
            </a:xfrm>
            <a:custGeom>
              <a:avLst/>
              <a:gdLst/>
              <a:ahLst/>
              <a:cxnLst/>
              <a:rect l="0" t="0" r="0" b="0"/>
              <a:pathLst>
                <a:path w="9452" h="105604">
                  <a:moveTo>
                    <a:pt x="9452" y="0"/>
                  </a:moveTo>
                  <a:lnTo>
                    <a:pt x="0" y="10560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7" name="Candidate_receptor__3076">
              <a:extLst>
                <a:ext uri="{FF2B5EF4-FFF2-40B4-BE49-F238E27FC236}">
                  <a16:creationId xmlns:a16="http://schemas.microsoft.com/office/drawing/2014/main" id="{1C09BFCB-04C1-E166-CE2D-A4AF2BCF7D01}"/>
                </a:ext>
              </a:extLst>
            </p:cNvPr>
            <p:cNvSpPr>
              <a:spLocks noGrp="1"/>
            </p:cNvSpPr>
            <p:nvPr/>
          </p:nvSpPr>
          <p:spPr>
            <a:xfrm>
              <a:off x="5631925" y="2898691"/>
              <a:ext cx="78478" cy="29662"/>
            </a:xfrm>
            <a:custGeom>
              <a:avLst/>
              <a:gdLst/>
              <a:ahLst/>
              <a:cxnLst/>
              <a:rect l="0" t="0" r="0" b="0"/>
              <a:pathLst>
                <a:path w="78478" h="29662">
                  <a:moveTo>
                    <a:pt x="0" y="29662"/>
                  </a:moveTo>
                  <a:lnTo>
                    <a:pt x="7847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8" name="Candidate_receptor__3077">
              <a:extLst>
                <a:ext uri="{FF2B5EF4-FFF2-40B4-BE49-F238E27FC236}">
                  <a16:creationId xmlns:a16="http://schemas.microsoft.com/office/drawing/2014/main" id="{7BB9DBA4-9DA1-EA46-9805-04DB425C564C}"/>
                </a:ext>
              </a:extLst>
            </p:cNvPr>
            <p:cNvSpPr>
              <a:spLocks noGrp="1"/>
            </p:cNvSpPr>
            <p:nvPr/>
          </p:nvSpPr>
          <p:spPr>
            <a:xfrm>
              <a:off x="4932229" y="3165181"/>
              <a:ext cx="92620" cy="40920"/>
            </a:xfrm>
            <a:custGeom>
              <a:avLst/>
              <a:gdLst/>
              <a:ahLst/>
              <a:cxnLst/>
              <a:rect l="0" t="0" r="0" b="0"/>
              <a:pathLst>
                <a:path w="92620" h="40920">
                  <a:moveTo>
                    <a:pt x="92620" y="0"/>
                  </a:moveTo>
                  <a:lnTo>
                    <a:pt x="0" y="4092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9" name="Candidate_receptor__3078">
              <a:extLst>
                <a:ext uri="{FF2B5EF4-FFF2-40B4-BE49-F238E27FC236}">
                  <a16:creationId xmlns:a16="http://schemas.microsoft.com/office/drawing/2014/main" id="{2389DEEC-E730-A073-F557-265B34665DBD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39499"/>
              <a:ext cx="47941" cy="57649"/>
            </a:xfrm>
            <a:custGeom>
              <a:avLst/>
              <a:gdLst/>
              <a:ahLst/>
              <a:cxnLst/>
              <a:rect l="0" t="0" r="0" b="0"/>
              <a:pathLst>
                <a:path w="47941" h="57649">
                  <a:moveTo>
                    <a:pt x="0" y="57649"/>
                  </a:moveTo>
                  <a:lnTo>
                    <a:pt x="4794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0" name="Candidate_receptor__3079">
              <a:extLst>
                <a:ext uri="{FF2B5EF4-FFF2-40B4-BE49-F238E27FC236}">
                  <a16:creationId xmlns:a16="http://schemas.microsoft.com/office/drawing/2014/main" id="{7FA8CF13-21B3-06CC-8FF6-1B968598DD4E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378518"/>
              <a:ext cx="18197" cy="98369"/>
            </a:xfrm>
            <a:custGeom>
              <a:avLst/>
              <a:gdLst/>
              <a:ahLst/>
              <a:cxnLst/>
              <a:rect l="0" t="0" r="0" b="0"/>
              <a:pathLst>
                <a:path w="18197" h="98369">
                  <a:moveTo>
                    <a:pt x="0" y="98369"/>
                  </a:moveTo>
                  <a:lnTo>
                    <a:pt x="1819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1" name="Candidate_receptor__3080">
              <a:extLst>
                <a:ext uri="{FF2B5EF4-FFF2-40B4-BE49-F238E27FC236}">
                  <a16:creationId xmlns:a16="http://schemas.microsoft.com/office/drawing/2014/main" id="{F3DFF8C6-615B-CF15-B299-880F6195AC7B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22799" cy="12407"/>
            </a:xfrm>
            <a:custGeom>
              <a:avLst/>
              <a:gdLst/>
              <a:ahLst/>
              <a:cxnLst/>
              <a:rect l="0" t="0" r="0" b="0"/>
              <a:pathLst>
                <a:path w="22799" h="12407">
                  <a:moveTo>
                    <a:pt x="22799" y="124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2" name="Candidate_receptor__3081">
              <a:extLst>
                <a:ext uri="{FF2B5EF4-FFF2-40B4-BE49-F238E27FC236}">
                  <a16:creationId xmlns:a16="http://schemas.microsoft.com/office/drawing/2014/main" id="{2AE10BFB-3A66-9A29-4140-A557D035ABC6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66895"/>
              <a:ext cx="25699" cy="27619"/>
            </a:xfrm>
            <a:custGeom>
              <a:avLst/>
              <a:gdLst/>
              <a:ahLst/>
              <a:cxnLst/>
              <a:rect l="0" t="0" r="0" b="0"/>
              <a:pathLst>
                <a:path w="25699" h="27619">
                  <a:moveTo>
                    <a:pt x="0" y="0"/>
                  </a:moveTo>
                  <a:lnTo>
                    <a:pt x="25699" y="27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3" name="Candidate_receptor__3082">
              <a:extLst>
                <a:ext uri="{FF2B5EF4-FFF2-40B4-BE49-F238E27FC236}">
                  <a16:creationId xmlns:a16="http://schemas.microsoft.com/office/drawing/2014/main" id="{3E3C08CF-D623-5C8E-3C56-639A0C508CC4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31536"/>
              <a:ext cx="33062" cy="87197"/>
            </a:xfrm>
            <a:custGeom>
              <a:avLst/>
              <a:gdLst/>
              <a:ahLst/>
              <a:cxnLst/>
              <a:rect l="0" t="0" r="0" b="0"/>
              <a:pathLst>
                <a:path w="33062" h="87197">
                  <a:moveTo>
                    <a:pt x="33062" y="87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4" name="Candidate_receptor__3083">
              <a:extLst>
                <a:ext uri="{FF2B5EF4-FFF2-40B4-BE49-F238E27FC236}">
                  <a16:creationId xmlns:a16="http://schemas.microsoft.com/office/drawing/2014/main" id="{9125A188-226E-0C87-514C-DB0E3C867C5E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53257"/>
              <a:ext cx="64600" cy="43241"/>
            </a:xfrm>
            <a:custGeom>
              <a:avLst/>
              <a:gdLst/>
              <a:ahLst/>
              <a:cxnLst/>
              <a:rect l="0" t="0" r="0" b="0"/>
              <a:pathLst>
                <a:path w="64600" h="43241">
                  <a:moveTo>
                    <a:pt x="0" y="43241"/>
                  </a:moveTo>
                  <a:lnTo>
                    <a:pt x="6460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5" name="Candidate_receptor__3084">
              <a:extLst>
                <a:ext uri="{FF2B5EF4-FFF2-40B4-BE49-F238E27FC236}">
                  <a16:creationId xmlns:a16="http://schemas.microsoft.com/office/drawing/2014/main" id="{36B49FA5-E74D-D208-EFF7-5B993A87D31F}"/>
                </a:ext>
              </a:extLst>
            </p:cNvPr>
            <p:cNvSpPr>
              <a:spLocks noGrp="1"/>
            </p:cNvSpPr>
            <p:nvPr/>
          </p:nvSpPr>
          <p:spPr>
            <a:xfrm>
              <a:off x="4919473" y="4027263"/>
              <a:ext cx="108528" cy="15749"/>
            </a:xfrm>
            <a:custGeom>
              <a:avLst/>
              <a:gdLst/>
              <a:ahLst/>
              <a:cxnLst/>
              <a:rect l="0" t="0" r="0" b="0"/>
              <a:pathLst>
                <a:path w="108528" h="15749">
                  <a:moveTo>
                    <a:pt x="0" y="15749"/>
                  </a:moveTo>
                  <a:lnTo>
                    <a:pt x="10852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6" name="Candidate_receptor__3085">
              <a:extLst>
                <a:ext uri="{FF2B5EF4-FFF2-40B4-BE49-F238E27FC236}">
                  <a16:creationId xmlns:a16="http://schemas.microsoft.com/office/drawing/2014/main" id="{2AF516C9-C0E5-5EAE-F6E9-8E326CE6482B}"/>
                </a:ext>
              </a:extLst>
            </p:cNvPr>
            <p:cNvSpPr>
              <a:spLocks noGrp="1"/>
            </p:cNvSpPr>
            <p:nvPr/>
          </p:nvSpPr>
          <p:spPr>
            <a:xfrm>
              <a:off x="5992724" y="3015365"/>
              <a:ext cx="102613" cy="49296"/>
            </a:xfrm>
            <a:custGeom>
              <a:avLst/>
              <a:gdLst/>
              <a:ahLst/>
              <a:cxnLst/>
              <a:rect l="0" t="0" r="0" b="0"/>
              <a:pathLst>
                <a:path w="102613" h="49296">
                  <a:moveTo>
                    <a:pt x="0" y="49296"/>
                  </a:moveTo>
                  <a:lnTo>
                    <a:pt x="1026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7" name="Candidate_receptor__3086">
              <a:extLst>
                <a:ext uri="{FF2B5EF4-FFF2-40B4-BE49-F238E27FC236}">
                  <a16:creationId xmlns:a16="http://schemas.microsoft.com/office/drawing/2014/main" id="{58B0C41A-8BBE-7FD0-0EBA-A7A9A14B6E26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135537"/>
              <a:ext cx="44423" cy="19809"/>
            </a:xfrm>
            <a:custGeom>
              <a:avLst/>
              <a:gdLst/>
              <a:ahLst/>
              <a:cxnLst/>
              <a:rect l="0" t="0" r="0" b="0"/>
              <a:pathLst>
                <a:path w="44423" h="19809">
                  <a:moveTo>
                    <a:pt x="44423" y="0"/>
                  </a:moveTo>
                  <a:lnTo>
                    <a:pt x="0" y="1980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8" name="Candidate_receptor__3087">
              <a:extLst>
                <a:ext uri="{FF2B5EF4-FFF2-40B4-BE49-F238E27FC236}">
                  <a16:creationId xmlns:a16="http://schemas.microsoft.com/office/drawing/2014/main" id="{A99A0D5A-A51C-B64A-34FA-C249189C5E27}"/>
                </a:ext>
              </a:extLst>
            </p:cNvPr>
            <p:cNvSpPr>
              <a:spLocks noGrp="1"/>
            </p:cNvSpPr>
            <p:nvPr/>
          </p:nvSpPr>
          <p:spPr>
            <a:xfrm>
              <a:off x="4673846" y="3816953"/>
              <a:ext cx="108123" cy="7559"/>
            </a:xfrm>
            <a:custGeom>
              <a:avLst/>
              <a:gdLst/>
              <a:ahLst/>
              <a:cxnLst/>
              <a:rect l="0" t="0" r="0" b="0"/>
              <a:pathLst>
                <a:path w="108123" h="7559">
                  <a:moveTo>
                    <a:pt x="0" y="0"/>
                  </a:moveTo>
                  <a:lnTo>
                    <a:pt x="108123" y="755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9" name="Candidate_receptor__3088">
              <a:extLst>
                <a:ext uri="{FF2B5EF4-FFF2-40B4-BE49-F238E27FC236}">
                  <a16:creationId xmlns:a16="http://schemas.microsoft.com/office/drawing/2014/main" id="{82BD3E58-DF97-91FC-A7D4-FD11D17E6EEC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194540"/>
              <a:ext cx="22198" cy="42094"/>
            </a:xfrm>
            <a:custGeom>
              <a:avLst/>
              <a:gdLst/>
              <a:ahLst/>
              <a:cxnLst/>
              <a:rect l="0" t="0" r="0" b="0"/>
              <a:pathLst>
                <a:path w="22198" h="42094">
                  <a:moveTo>
                    <a:pt x="22198" y="0"/>
                  </a:moveTo>
                  <a:lnTo>
                    <a:pt x="0" y="4209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0" name="Candidate_receptor__3089">
              <a:extLst>
                <a:ext uri="{FF2B5EF4-FFF2-40B4-BE49-F238E27FC236}">
                  <a16:creationId xmlns:a16="http://schemas.microsoft.com/office/drawing/2014/main" id="{02B01326-E867-E4AD-1C9E-FF460E7B4CA9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607360"/>
              <a:ext cx="2992" cy="2183"/>
            </a:xfrm>
            <a:custGeom>
              <a:avLst/>
              <a:gdLst/>
              <a:ahLst/>
              <a:cxnLst/>
              <a:rect l="0" t="0" r="0" b="0"/>
              <a:pathLst>
                <a:path w="2992" h="2183">
                  <a:moveTo>
                    <a:pt x="2992" y="0"/>
                  </a:moveTo>
                  <a:lnTo>
                    <a:pt x="0" y="21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1" name="Candidate_receptor__3090">
              <a:extLst>
                <a:ext uri="{FF2B5EF4-FFF2-40B4-BE49-F238E27FC236}">
                  <a16:creationId xmlns:a16="http://schemas.microsoft.com/office/drawing/2014/main" id="{8860C56F-D1E0-16B1-6746-1A13482279B9}"/>
                </a:ext>
              </a:extLst>
            </p:cNvPr>
            <p:cNvSpPr>
              <a:spLocks noGrp="1"/>
            </p:cNvSpPr>
            <p:nvPr/>
          </p:nvSpPr>
          <p:spPr>
            <a:xfrm>
              <a:off x="4442655" y="2402999"/>
              <a:ext cx="68550" cy="67206"/>
            </a:xfrm>
            <a:custGeom>
              <a:avLst/>
              <a:gdLst/>
              <a:ahLst/>
              <a:cxnLst/>
              <a:rect l="0" t="0" r="0" b="0"/>
              <a:pathLst>
                <a:path w="68550" h="67206">
                  <a:moveTo>
                    <a:pt x="68550" y="0"/>
                  </a:moveTo>
                  <a:lnTo>
                    <a:pt x="0" y="67206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2" name="Candidate_receptor__3091">
              <a:extLst>
                <a:ext uri="{FF2B5EF4-FFF2-40B4-BE49-F238E27FC236}">
                  <a16:creationId xmlns:a16="http://schemas.microsoft.com/office/drawing/2014/main" id="{C0B1207D-8E56-0A87-C46E-72C8FB8C833C}"/>
                </a:ext>
              </a:extLst>
            </p:cNvPr>
            <p:cNvSpPr>
              <a:spLocks noGrp="1"/>
            </p:cNvSpPr>
            <p:nvPr/>
          </p:nvSpPr>
          <p:spPr>
            <a:xfrm>
              <a:off x="4941789" y="2359442"/>
              <a:ext cx="114646" cy="8976"/>
            </a:xfrm>
            <a:custGeom>
              <a:avLst/>
              <a:gdLst/>
              <a:ahLst/>
              <a:cxnLst/>
              <a:rect l="0" t="0" r="0" b="0"/>
              <a:pathLst>
                <a:path w="114646" h="8976">
                  <a:moveTo>
                    <a:pt x="0" y="8976"/>
                  </a:moveTo>
                  <a:lnTo>
                    <a:pt x="114646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3" name="Candidate_receptor__3092">
              <a:extLst>
                <a:ext uri="{FF2B5EF4-FFF2-40B4-BE49-F238E27FC236}">
                  <a16:creationId xmlns:a16="http://schemas.microsoft.com/office/drawing/2014/main" id="{E3EED22F-2B82-1895-70B9-E5C532CF5DF7}"/>
                </a:ext>
              </a:extLst>
            </p:cNvPr>
            <p:cNvSpPr>
              <a:spLocks noGrp="1"/>
            </p:cNvSpPr>
            <p:nvPr/>
          </p:nvSpPr>
          <p:spPr>
            <a:xfrm>
              <a:off x="4995448" y="4654603"/>
              <a:ext cx="18564" cy="98535"/>
            </a:xfrm>
            <a:custGeom>
              <a:avLst/>
              <a:gdLst/>
              <a:ahLst/>
              <a:cxnLst/>
              <a:rect l="0" t="0" r="0" b="0"/>
              <a:pathLst>
                <a:path w="18564" h="98535">
                  <a:moveTo>
                    <a:pt x="18564" y="0"/>
                  </a:moveTo>
                  <a:lnTo>
                    <a:pt x="0" y="9853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4" name="Candidate_receptor__3093">
              <a:extLst>
                <a:ext uri="{FF2B5EF4-FFF2-40B4-BE49-F238E27FC236}">
                  <a16:creationId xmlns:a16="http://schemas.microsoft.com/office/drawing/2014/main" id="{C56F3F1B-05FD-DE98-011A-C044EA38BE6B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647867"/>
              <a:ext cx="47234" cy="91777"/>
            </a:xfrm>
            <a:custGeom>
              <a:avLst/>
              <a:gdLst/>
              <a:ahLst/>
              <a:cxnLst/>
              <a:rect l="0" t="0" r="0" b="0"/>
              <a:pathLst>
                <a:path w="47234" h="91777">
                  <a:moveTo>
                    <a:pt x="0" y="91777"/>
                  </a:moveTo>
                  <a:lnTo>
                    <a:pt x="4723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5" name="Candidate_receptor__3094">
              <a:extLst>
                <a:ext uri="{FF2B5EF4-FFF2-40B4-BE49-F238E27FC236}">
                  <a16:creationId xmlns:a16="http://schemas.microsoft.com/office/drawing/2014/main" id="{5F69E739-99AD-A385-15CD-DCCBE86C0E03}"/>
                </a:ext>
              </a:extLst>
            </p:cNvPr>
            <p:cNvSpPr>
              <a:spLocks noGrp="1"/>
            </p:cNvSpPr>
            <p:nvPr/>
          </p:nvSpPr>
          <p:spPr>
            <a:xfrm>
              <a:off x="4895137" y="2097583"/>
              <a:ext cx="26082" cy="78233"/>
            </a:xfrm>
            <a:custGeom>
              <a:avLst/>
              <a:gdLst/>
              <a:ahLst/>
              <a:cxnLst/>
              <a:rect l="0" t="0" r="0" b="0"/>
              <a:pathLst>
                <a:path w="26082" h="78233">
                  <a:moveTo>
                    <a:pt x="26082" y="0"/>
                  </a:moveTo>
                  <a:lnTo>
                    <a:pt x="0" y="7823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6" name="Candidate_receptor__3095">
              <a:extLst>
                <a:ext uri="{FF2B5EF4-FFF2-40B4-BE49-F238E27FC236}">
                  <a16:creationId xmlns:a16="http://schemas.microsoft.com/office/drawing/2014/main" id="{7D883857-D9E8-6345-E2AE-C6EF5DB1EF89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88593"/>
              <a:ext cx="92267" cy="20917"/>
            </a:xfrm>
            <a:custGeom>
              <a:avLst/>
              <a:gdLst/>
              <a:ahLst/>
              <a:cxnLst/>
              <a:rect l="0" t="0" r="0" b="0"/>
              <a:pathLst>
                <a:path w="92267" h="20917">
                  <a:moveTo>
                    <a:pt x="92267" y="0"/>
                  </a:moveTo>
                  <a:lnTo>
                    <a:pt x="0" y="209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7" name="Candidate_receptor__3096">
              <a:extLst>
                <a:ext uri="{FF2B5EF4-FFF2-40B4-BE49-F238E27FC236}">
                  <a16:creationId xmlns:a16="http://schemas.microsoft.com/office/drawing/2014/main" id="{9A857471-9395-2952-4AB0-2FF3EAEA9CFD}"/>
                </a:ext>
              </a:extLst>
            </p:cNvPr>
            <p:cNvSpPr>
              <a:spLocks noGrp="1"/>
            </p:cNvSpPr>
            <p:nvPr/>
          </p:nvSpPr>
          <p:spPr>
            <a:xfrm>
              <a:off x="4721754" y="2658367"/>
              <a:ext cx="86093" cy="75191"/>
            </a:xfrm>
            <a:custGeom>
              <a:avLst/>
              <a:gdLst/>
              <a:ahLst/>
              <a:cxnLst/>
              <a:rect l="0" t="0" r="0" b="0"/>
              <a:pathLst>
                <a:path w="86093" h="75191">
                  <a:moveTo>
                    <a:pt x="0" y="75191"/>
                  </a:moveTo>
                  <a:lnTo>
                    <a:pt x="8609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8" name="Candidate_receptor__3097">
              <a:extLst>
                <a:ext uri="{FF2B5EF4-FFF2-40B4-BE49-F238E27FC236}">
                  <a16:creationId xmlns:a16="http://schemas.microsoft.com/office/drawing/2014/main" id="{2C9473B9-03E7-0339-1407-0BE94538EE86}"/>
                </a:ext>
              </a:extLst>
            </p:cNvPr>
            <p:cNvSpPr>
              <a:spLocks noGrp="1"/>
            </p:cNvSpPr>
            <p:nvPr/>
          </p:nvSpPr>
          <p:spPr>
            <a:xfrm>
              <a:off x="4722991" y="2070674"/>
              <a:ext cx="62371" cy="95513"/>
            </a:xfrm>
            <a:custGeom>
              <a:avLst/>
              <a:gdLst/>
              <a:ahLst/>
              <a:cxnLst/>
              <a:rect l="0" t="0" r="0" b="0"/>
              <a:pathLst>
                <a:path w="62371" h="95513">
                  <a:moveTo>
                    <a:pt x="62371" y="955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9" name="Candidate_receptor__3098">
              <a:extLst>
                <a:ext uri="{FF2B5EF4-FFF2-40B4-BE49-F238E27FC236}">
                  <a16:creationId xmlns:a16="http://schemas.microsoft.com/office/drawing/2014/main" id="{A77EA4E4-2B39-B427-079F-978545CA5245}"/>
                </a:ext>
              </a:extLst>
            </p:cNvPr>
            <p:cNvSpPr>
              <a:spLocks noGrp="1"/>
            </p:cNvSpPr>
            <p:nvPr/>
          </p:nvSpPr>
          <p:spPr>
            <a:xfrm>
              <a:off x="6073347" y="3394345"/>
              <a:ext cx="94424" cy="60266"/>
            </a:xfrm>
            <a:custGeom>
              <a:avLst/>
              <a:gdLst/>
              <a:ahLst/>
              <a:cxnLst/>
              <a:rect l="0" t="0" r="0" b="0"/>
              <a:pathLst>
                <a:path w="94424" h="60266">
                  <a:moveTo>
                    <a:pt x="0" y="60266"/>
                  </a:moveTo>
                  <a:lnTo>
                    <a:pt x="9442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0" name="Candidate_receptor__3099">
              <a:extLst>
                <a:ext uri="{FF2B5EF4-FFF2-40B4-BE49-F238E27FC236}">
                  <a16:creationId xmlns:a16="http://schemas.microsoft.com/office/drawing/2014/main" id="{2F3A641C-B616-32BA-22C8-25F6E0B6D203}"/>
                </a:ext>
              </a:extLst>
            </p:cNvPr>
            <p:cNvSpPr>
              <a:spLocks noGrp="1"/>
            </p:cNvSpPr>
            <p:nvPr/>
          </p:nvSpPr>
          <p:spPr>
            <a:xfrm>
              <a:off x="5763559" y="3203464"/>
              <a:ext cx="107846" cy="34379"/>
            </a:xfrm>
            <a:custGeom>
              <a:avLst/>
              <a:gdLst/>
              <a:ahLst/>
              <a:cxnLst/>
              <a:rect l="0" t="0" r="0" b="0"/>
              <a:pathLst>
                <a:path w="107846" h="34379">
                  <a:moveTo>
                    <a:pt x="0" y="0"/>
                  </a:moveTo>
                  <a:lnTo>
                    <a:pt x="107846" y="3437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1" name="Candidate_receptor__3100">
              <a:extLst>
                <a:ext uri="{FF2B5EF4-FFF2-40B4-BE49-F238E27FC236}">
                  <a16:creationId xmlns:a16="http://schemas.microsoft.com/office/drawing/2014/main" id="{00A25452-7F0C-C3DE-579F-338ED23161AB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00910"/>
              <a:ext cx="46555" cy="98606"/>
            </a:xfrm>
            <a:custGeom>
              <a:avLst/>
              <a:gdLst/>
              <a:ahLst/>
              <a:cxnLst/>
              <a:rect l="0" t="0" r="0" b="0"/>
              <a:pathLst>
                <a:path w="46555" h="98606">
                  <a:moveTo>
                    <a:pt x="0" y="98606"/>
                  </a:moveTo>
                  <a:lnTo>
                    <a:pt x="465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2" name="Candidate_receptor__3101">
              <a:extLst>
                <a:ext uri="{FF2B5EF4-FFF2-40B4-BE49-F238E27FC236}">
                  <a16:creationId xmlns:a16="http://schemas.microsoft.com/office/drawing/2014/main" id="{18A39E6F-F1D5-714B-3400-967D55FCAFB7}"/>
                </a:ext>
              </a:extLst>
            </p:cNvPr>
            <p:cNvSpPr>
              <a:spLocks noGrp="1"/>
            </p:cNvSpPr>
            <p:nvPr/>
          </p:nvSpPr>
          <p:spPr>
            <a:xfrm>
              <a:off x="5200482" y="3662388"/>
              <a:ext cx="2168" cy="109295"/>
            </a:xfrm>
            <a:custGeom>
              <a:avLst/>
              <a:gdLst/>
              <a:ahLst/>
              <a:cxnLst/>
              <a:rect l="0" t="0" r="0" b="0"/>
              <a:pathLst>
                <a:path w="2168" h="109295">
                  <a:moveTo>
                    <a:pt x="0" y="0"/>
                  </a:moveTo>
                  <a:lnTo>
                    <a:pt x="2168" y="10929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3" name="Candidate_receptor__3102">
              <a:extLst>
                <a:ext uri="{FF2B5EF4-FFF2-40B4-BE49-F238E27FC236}">
                  <a16:creationId xmlns:a16="http://schemas.microsoft.com/office/drawing/2014/main" id="{C30EF43B-2366-1319-0B71-00DE234632D6}"/>
                </a:ext>
              </a:extLst>
            </p:cNvPr>
            <p:cNvSpPr>
              <a:spLocks noGrp="1"/>
            </p:cNvSpPr>
            <p:nvPr/>
          </p:nvSpPr>
          <p:spPr>
            <a:xfrm>
              <a:off x="6465929" y="4158367"/>
              <a:ext cx="31348" cy="94890"/>
            </a:xfrm>
            <a:custGeom>
              <a:avLst/>
              <a:gdLst/>
              <a:ahLst/>
              <a:cxnLst/>
              <a:rect l="0" t="0" r="0" b="0"/>
              <a:pathLst>
                <a:path w="31348" h="94890">
                  <a:moveTo>
                    <a:pt x="0" y="94890"/>
                  </a:moveTo>
                  <a:lnTo>
                    <a:pt x="3134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4" name="Candidate_receptor__3103">
              <a:extLst>
                <a:ext uri="{FF2B5EF4-FFF2-40B4-BE49-F238E27FC236}">
                  <a16:creationId xmlns:a16="http://schemas.microsoft.com/office/drawing/2014/main" id="{728DDDA8-C206-7E41-C574-7202D0ED7B08}"/>
                </a:ext>
              </a:extLst>
            </p:cNvPr>
            <p:cNvSpPr>
              <a:spLocks noGrp="1"/>
            </p:cNvSpPr>
            <p:nvPr/>
          </p:nvSpPr>
          <p:spPr>
            <a:xfrm>
              <a:off x="4959121" y="4588539"/>
              <a:ext cx="54891" cy="66064"/>
            </a:xfrm>
            <a:custGeom>
              <a:avLst/>
              <a:gdLst/>
              <a:ahLst/>
              <a:cxnLst/>
              <a:rect l="0" t="0" r="0" b="0"/>
              <a:pathLst>
                <a:path w="54891" h="66064">
                  <a:moveTo>
                    <a:pt x="0" y="0"/>
                  </a:moveTo>
                  <a:lnTo>
                    <a:pt x="54891" y="6606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5" name="Candidate_receptor__3104">
              <a:extLst>
                <a:ext uri="{FF2B5EF4-FFF2-40B4-BE49-F238E27FC236}">
                  <a16:creationId xmlns:a16="http://schemas.microsoft.com/office/drawing/2014/main" id="{ABD6F356-4427-E93E-E503-508B3A949A98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688774"/>
              <a:ext cx="85318" cy="69542"/>
            </a:xfrm>
            <a:custGeom>
              <a:avLst/>
              <a:gdLst/>
              <a:ahLst/>
              <a:cxnLst/>
              <a:rect l="0" t="0" r="0" b="0"/>
              <a:pathLst>
                <a:path w="85318" h="69542">
                  <a:moveTo>
                    <a:pt x="85318" y="0"/>
                  </a:moveTo>
                  <a:lnTo>
                    <a:pt x="0" y="695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6" name="Candidate_receptor__3105">
              <a:extLst>
                <a:ext uri="{FF2B5EF4-FFF2-40B4-BE49-F238E27FC236}">
                  <a16:creationId xmlns:a16="http://schemas.microsoft.com/office/drawing/2014/main" id="{5A986D45-0453-AA62-D09A-00F10D481544}"/>
                </a:ext>
              </a:extLst>
            </p:cNvPr>
            <p:cNvSpPr>
              <a:spLocks noGrp="1"/>
            </p:cNvSpPr>
            <p:nvPr/>
          </p:nvSpPr>
          <p:spPr>
            <a:xfrm>
              <a:off x="4757147" y="5097493"/>
              <a:ext cx="107712" cy="26504"/>
            </a:xfrm>
            <a:custGeom>
              <a:avLst/>
              <a:gdLst/>
              <a:ahLst/>
              <a:cxnLst/>
              <a:rect l="0" t="0" r="0" b="0"/>
              <a:pathLst>
                <a:path w="107712" h="26504">
                  <a:moveTo>
                    <a:pt x="0" y="26504"/>
                  </a:moveTo>
                  <a:lnTo>
                    <a:pt x="10771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7" name="Candidate_receptor__3106">
              <a:extLst>
                <a:ext uri="{FF2B5EF4-FFF2-40B4-BE49-F238E27FC236}">
                  <a16:creationId xmlns:a16="http://schemas.microsoft.com/office/drawing/2014/main" id="{E15C4C52-319F-FE75-D049-73DE0ACFBEF4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86120"/>
              <a:ext cx="87524" cy="64468"/>
            </a:xfrm>
            <a:custGeom>
              <a:avLst/>
              <a:gdLst/>
              <a:ahLst/>
              <a:cxnLst/>
              <a:rect l="0" t="0" r="0" b="0"/>
              <a:pathLst>
                <a:path w="87524" h="64468">
                  <a:moveTo>
                    <a:pt x="0" y="0"/>
                  </a:moveTo>
                  <a:lnTo>
                    <a:pt x="87524" y="6446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8" name="Candidate_receptor__3107">
              <a:extLst>
                <a:ext uri="{FF2B5EF4-FFF2-40B4-BE49-F238E27FC236}">
                  <a16:creationId xmlns:a16="http://schemas.microsoft.com/office/drawing/2014/main" id="{5EBCF2F0-F754-4067-A953-2B6F2F4C8FFF}"/>
                </a:ext>
              </a:extLst>
            </p:cNvPr>
            <p:cNvSpPr>
              <a:spLocks noGrp="1"/>
            </p:cNvSpPr>
            <p:nvPr/>
          </p:nvSpPr>
          <p:spPr>
            <a:xfrm>
              <a:off x="6117882" y="4035899"/>
              <a:ext cx="32244" cy="103601"/>
            </a:xfrm>
            <a:custGeom>
              <a:avLst/>
              <a:gdLst/>
              <a:ahLst/>
              <a:cxnLst/>
              <a:rect l="0" t="0" r="0" b="0"/>
              <a:pathLst>
                <a:path w="32244" h="103601">
                  <a:moveTo>
                    <a:pt x="32244" y="103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9" name="Candidate_receptor__3108">
              <a:extLst>
                <a:ext uri="{FF2B5EF4-FFF2-40B4-BE49-F238E27FC236}">
                  <a16:creationId xmlns:a16="http://schemas.microsoft.com/office/drawing/2014/main" id="{58E52F8D-AB96-6283-EED9-248E74702A18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9054"/>
              <a:ext cx="65691" cy="34688"/>
            </a:xfrm>
            <a:custGeom>
              <a:avLst/>
              <a:gdLst/>
              <a:ahLst/>
              <a:cxnLst/>
              <a:rect l="0" t="0" r="0" b="0"/>
              <a:pathLst>
                <a:path w="65691" h="34688">
                  <a:moveTo>
                    <a:pt x="65691" y="346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0" name="Candidate_receptor__3109">
              <a:extLst>
                <a:ext uri="{FF2B5EF4-FFF2-40B4-BE49-F238E27FC236}">
                  <a16:creationId xmlns:a16="http://schemas.microsoft.com/office/drawing/2014/main" id="{68A78EED-3933-9E23-6F81-1107373F4936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6342" cy="20800"/>
            </a:xfrm>
            <a:custGeom>
              <a:avLst/>
              <a:gdLst/>
              <a:ahLst/>
              <a:cxnLst/>
              <a:rect l="0" t="0" r="0" b="0"/>
              <a:pathLst>
                <a:path w="6342" h="20800">
                  <a:moveTo>
                    <a:pt x="6342" y="20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1" name="Candidate_receptor__3110">
              <a:extLst>
                <a:ext uri="{FF2B5EF4-FFF2-40B4-BE49-F238E27FC236}">
                  <a16:creationId xmlns:a16="http://schemas.microsoft.com/office/drawing/2014/main" id="{CFFCB181-08F2-4C5A-6BDC-320B544497CB}"/>
                </a:ext>
              </a:extLst>
            </p:cNvPr>
            <p:cNvSpPr>
              <a:spLocks noGrp="1"/>
            </p:cNvSpPr>
            <p:nvPr/>
          </p:nvSpPr>
          <p:spPr>
            <a:xfrm>
              <a:off x="5887499" y="4271539"/>
              <a:ext cx="37539" cy="65948"/>
            </a:xfrm>
            <a:custGeom>
              <a:avLst/>
              <a:gdLst/>
              <a:ahLst/>
              <a:cxnLst/>
              <a:rect l="0" t="0" r="0" b="0"/>
              <a:pathLst>
                <a:path w="37539" h="65948">
                  <a:moveTo>
                    <a:pt x="0" y="0"/>
                  </a:moveTo>
                  <a:lnTo>
                    <a:pt x="37539" y="65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2" name="Candidate_receptor__3111">
              <a:extLst>
                <a:ext uri="{FF2B5EF4-FFF2-40B4-BE49-F238E27FC236}">
                  <a16:creationId xmlns:a16="http://schemas.microsoft.com/office/drawing/2014/main" id="{3158B5FD-F9E1-C3F7-A241-7AAB4EFEC1DD}"/>
                </a:ext>
              </a:extLst>
            </p:cNvPr>
            <p:cNvSpPr>
              <a:spLocks noGrp="1"/>
            </p:cNvSpPr>
            <p:nvPr/>
          </p:nvSpPr>
          <p:spPr>
            <a:xfrm>
              <a:off x="5901207" y="3064662"/>
              <a:ext cx="91517" cy="20281"/>
            </a:xfrm>
            <a:custGeom>
              <a:avLst/>
              <a:gdLst/>
              <a:ahLst/>
              <a:cxnLst/>
              <a:rect l="0" t="0" r="0" b="0"/>
              <a:pathLst>
                <a:path w="91517" h="20281">
                  <a:moveTo>
                    <a:pt x="0" y="20281"/>
                  </a:moveTo>
                  <a:lnTo>
                    <a:pt x="91517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13" name="Candidate_receptor__3112">
              <a:extLst>
                <a:ext uri="{FF2B5EF4-FFF2-40B4-BE49-F238E27FC236}">
                  <a16:creationId xmlns:a16="http://schemas.microsoft.com/office/drawing/2014/main" id="{3CCA76C3-42DE-C65A-5135-0D327BC49B50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22401"/>
              <a:ext cx="79583" cy="22877"/>
            </a:xfrm>
            <a:custGeom>
              <a:avLst/>
              <a:gdLst/>
              <a:ahLst/>
              <a:cxnLst/>
              <a:rect l="0" t="0" r="0" b="0"/>
              <a:pathLst>
                <a:path w="79583" h="22877">
                  <a:moveTo>
                    <a:pt x="0" y="22877"/>
                  </a:moveTo>
                  <a:lnTo>
                    <a:pt x="7958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14" name="Candidate_receptor__3113">
              <a:extLst>
                <a:ext uri="{FF2B5EF4-FFF2-40B4-BE49-F238E27FC236}">
                  <a16:creationId xmlns:a16="http://schemas.microsoft.com/office/drawing/2014/main" id="{346FAFC6-ECF6-188A-CD72-6E170A6D19EF}"/>
                </a:ext>
              </a:extLst>
            </p:cNvPr>
            <p:cNvSpPr>
              <a:spLocks noGrp="1"/>
            </p:cNvSpPr>
            <p:nvPr/>
          </p:nvSpPr>
          <p:spPr>
            <a:xfrm>
              <a:off x="4896852" y="2368418"/>
              <a:ext cx="44937" cy="89851"/>
            </a:xfrm>
            <a:custGeom>
              <a:avLst/>
              <a:gdLst/>
              <a:ahLst/>
              <a:cxnLst/>
              <a:rect l="0" t="0" r="0" b="0"/>
              <a:pathLst>
                <a:path w="44937" h="89851">
                  <a:moveTo>
                    <a:pt x="0" y="89851"/>
                  </a:moveTo>
                  <a:lnTo>
                    <a:pt x="4493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5" name="Candidate_receptor__3114">
              <a:extLst>
                <a:ext uri="{FF2B5EF4-FFF2-40B4-BE49-F238E27FC236}">
                  <a16:creationId xmlns:a16="http://schemas.microsoft.com/office/drawing/2014/main" id="{86251C24-1C41-F670-F5D9-C23759A4903E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484034"/>
              <a:ext cx="74379" cy="40705"/>
            </a:xfrm>
            <a:custGeom>
              <a:avLst/>
              <a:gdLst/>
              <a:ahLst/>
              <a:cxnLst/>
              <a:rect l="0" t="0" r="0" b="0"/>
              <a:pathLst>
                <a:path w="74379" h="40705">
                  <a:moveTo>
                    <a:pt x="74379" y="0"/>
                  </a:moveTo>
                  <a:lnTo>
                    <a:pt x="0" y="4070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6" name="Candidate_receptor__3115">
              <a:extLst>
                <a:ext uri="{FF2B5EF4-FFF2-40B4-BE49-F238E27FC236}">
                  <a16:creationId xmlns:a16="http://schemas.microsoft.com/office/drawing/2014/main" id="{59B99B66-4D9D-4EFC-5F08-C6CD2A0D1417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63912"/>
              <a:ext cx="9808" cy="57415"/>
            </a:xfrm>
            <a:custGeom>
              <a:avLst/>
              <a:gdLst/>
              <a:ahLst/>
              <a:cxnLst/>
              <a:rect l="0" t="0" r="0" b="0"/>
              <a:pathLst>
                <a:path w="9808" h="57415">
                  <a:moveTo>
                    <a:pt x="9808" y="0"/>
                  </a:moveTo>
                  <a:lnTo>
                    <a:pt x="0" y="5741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7" name="Candidate_receptor__3116">
              <a:extLst>
                <a:ext uri="{FF2B5EF4-FFF2-40B4-BE49-F238E27FC236}">
                  <a16:creationId xmlns:a16="http://schemas.microsoft.com/office/drawing/2014/main" id="{81E8F121-DBDE-C8B1-FE7D-62B2B3A55DEF}"/>
                </a:ext>
              </a:extLst>
            </p:cNvPr>
            <p:cNvSpPr>
              <a:spLocks noGrp="1"/>
            </p:cNvSpPr>
            <p:nvPr/>
          </p:nvSpPr>
          <p:spPr>
            <a:xfrm>
              <a:off x="4516846" y="3265416"/>
              <a:ext cx="72785" cy="16451"/>
            </a:xfrm>
            <a:custGeom>
              <a:avLst/>
              <a:gdLst/>
              <a:ahLst/>
              <a:cxnLst/>
              <a:rect l="0" t="0" r="0" b="0"/>
              <a:pathLst>
                <a:path w="72785" h="16451">
                  <a:moveTo>
                    <a:pt x="72785" y="0"/>
                  </a:moveTo>
                  <a:lnTo>
                    <a:pt x="0" y="1645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8" name="Candidate_receptor__3117">
              <a:extLst>
                <a:ext uri="{FF2B5EF4-FFF2-40B4-BE49-F238E27FC236}">
                  <a16:creationId xmlns:a16="http://schemas.microsoft.com/office/drawing/2014/main" id="{8C55DB41-050F-74B7-A624-5C5E2DE15101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57869"/>
              <a:ext cx="58787" cy="96742"/>
            </a:xfrm>
            <a:custGeom>
              <a:avLst/>
              <a:gdLst/>
              <a:ahLst/>
              <a:cxnLst/>
              <a:rect l="0" t="0" r="0" b="0"/>
              <a:pathLst>
                <a:path w="58787" h="96742">
                  <a:moveTo>
                    <a:pt x="0" y="0"/>
                  </a:moveTo>
                  <a:lnTo>
                    <a:pt x="58787" y="967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9" name="Candidate_receptor__3118">
              <a:extLst>
                <a:ext uri="{FF2B5EF4-FFF2-40B4-BE49-F238E27FC236}">
                  <a16:creationId xmlns:a16="http://schemas.microsoft.com/office/drawing/2014/main" id="{A944AE0A-F136-C9BF-CD97-5559ED55EFF4}"/>
                </a:ext>
              </a:extLst>
            </p:cNvPr>
            <p:cNvSpPr>
              <a:spLocks noGrp="1"/>
            </p:cNvSpPr>
            <p:nvPr/>
          </p:nvSpPr>
          <p:spPr>
            <a:xfrm>
              <a:off x="5193197" y="2484034"/>
              <a:ext cx="89722" cy="24103"/>
            </a:xfrm>
            <a:custGeom>
              <a:avLst/>
              <a:gdLst/>
              <a:ahLst/>
              <a:cxnLst/>
              <a:rect l="0" t="0" r="0" b="0"/>
              <a:pathLst>
                <a:path w="89722" h="24103">
                  <a:moveTo>
                    <a:pt x="89722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0" name="Candidate_receptor__3119">
              <a:extLst>
                <a:ext uri="{FF2B5EF4-FFF2-40B4-BE49-F238E27FC236}">
                  <a16:creationId xmlns:a16="http://schemas.microsoft.com/office/drawing/2014/main" id="{5AFF7E22-205C-BE27-EDF9-C71D6A3D0180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839615"/>
              <a:ext cx="15684" cy="1817"/>
            </a:xfrm>
            <a:custGeom>
              <a:avLst/>
              <a:gdLst/>
              <a:ahLst/>
              <a:cxnLst/>
              <a:rect l="0" t="0" r="0" b="0"/>
              <a:pathLst>
                <a:path w="15684" h="1817">
                  <a:moveTo>
                    <a:pt x="15684" y="18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1" name="Candidate_receptor__3120">
              <a:extLst>
                <a:ext uri="{FF2B5EF4-FFF2-40B4-BE49-F238E27FC236}">
                  <a16:creationId xmlns:a16="http://schemas.microsoft.com/office/drawing/2014/main" id="{592AED7E-820C-28F8-987B-297916C772E3}"/>
                </a:ext>
              </a:extLst>
            </p:cNvPr>
            <p:cNvSpPr>
              <a:spLocks noGrp="1"/>
            </p:cNvSpPr>
            <p:nvPr/>
          </p:nvSpPr>
          <p:spPr>
            <a:xfrm>
              <a:off x="5710403" y="2898691"/>
              <a:ext cx="112810" cy="20383"/>
            </a:xfrm>
            <a:custGeom>
              <a:avLst/>
              <a:gdLst/>
              <a:ahLst/>
              <a:cxnLst/>
              <a:rect l="0" t="0" r="0" b="0"/>
              <a:pathLst>
                <a:path w="112810" h="20383">
                  <a:moveTo>
                    <a:pt x="0" y="0"/>
                  </a:moveTo>
                  <a:lnTo>
                    <a:pt x="112810" y="2038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2" name="Candidate_receptor__3121">
              <a:extLst>
                <a:ext uri="{FF2B5EF4-FFF2-40B4-BE49-F238E27FC236}">
                  <a16:creationId xmlns:a16="http://schemas.microsoft.com/office/drawing/2014/main" id="{93272E17-CFD0-AF1C-1CED-7A1D0BE0674E}"/>
                </a:ext>
              </a:extLst>
            </p:cNvPr>
            <p:cNvSpPr>
              <a:spLocks noGrp="1"/>
            </p:cNvSpPr>
            <p:nvPr/>
          </p:nvSpPr>
          <p:spPr>
            <a:xfrm>
              <a:off x="5800854" y="3065518"/>
              <a:ext cx="100353" cy="19424"/>
            </a:xfrm>
            <a:custGeom>
              <a:avLst/>
              <a:gdLst/>
              <a:ahLst/>
              <a:cxnLst/>
              <a:rect l="0" t="0" r="0" b="0"/>
              <a:pathLst>
                <a:path w="100353" h="19424">
                  <a:moveTo>
                    <a:pt x="0" y="0"/>
                  </a:moveTo>
                  <a:lnTo>
                    <a:pt x="100353" y="1942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3" name="Candidate_receptor__3122">
              <a:extLst>
                <a:ext uri="{FF2B5EF4-FFF2-40B4-BE49-F238E27FC236}">
                  <a16:creationId xmlns:a16="http://schemas.microsoft.com/office/drawing/2014/main" id="{B1563BA6-E105-AE50-CA57-BA0AA3B20EC2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4068"/>
              <a:ext cx="114934" cy="7565"/>
            </a:xfrm>
            <a:custGeom>
              <a:avLst/>
              <a:gdLst/>
              <a:ahLst/>
              <a:cxnLst/>
              <a:rect l="0" t="0" r="0" b="0"/>
              <a:pathLst>
                <a:path w="114934" h="7565">
                  <a:moveTo>
                    <a:pt x="114934" y="0"/>
                  </a:moveTo>
                  <a:lnTo>
                    <a:pt x="0" y="756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4" name="Candidate_receptor__3123">
              <a:extLst>
                <a:ext uri="{FF2B5EF4-FFF2-40B4-BE49-F238E27FC236}">
                  <a16:creationId xmlns:a16="http://schemas.microsoft.com/office/drawing/2014/main" id="{7A4D5307-0BF6-96FB-2D22-70FBEA44F0CE}"/>
                </a:ext>
              </a:extLst>
            </p:cNvPr>
            <p:cNvSpPr>
              <a:spLocks noGrp="1"/>
            </p:cNvSpPr>
            <p:nvPr/>
          </p:nvSpPr>
          <p:spPr>
            <a:xfrm>
              <a:off x="4864859" y="5097493"/>
              <a:ext cx="26887" cy="111753"/>
            </a:xfrm>
            <a:custGeom>
              <a:avLst/>
              <a:gdLst/>
              <a:ahLst/>
              <a:cxnLst/>
              <a:rect l="0" t="0" r="0" b="0"/>
              <a:pathLst>
                <a:path w="26887" h="111753">
                  <a:moveTo>
                    <a:pt x="0" y="0"/>
                  </a:moveTo>
                  <a:lnTo>
                    <a:pt x="26887" y="11175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5" name="Candidate_receptor__3124">
              <a:extLst>
                <a:ext uri="{FF2B5EF4-FFF2-40B4-BE49-F238E27FC236}">
                  <a16:creationId xmlns:a16="http://schemas.microsoft.com/office/drawing/2014/main" id="{01E6FCE4-F128-9CA4-1973-A6C058E588D1}"/>
                </a:ext>
              </a:extLst>
            </p:cNvPr>
            <p:cNvSpPr>
              <a:spLocks noGrp="1"/>
            </p:cNvSpPr>
            <p:nvPr/>
          </p:nvSpPr>
          <p:spPr>
            <a:xfrm>
              <a:off x="4470308" y="3674570"/>
              <a:ext cx="40640" cy="107711"/>
            </a:xfrm>
            <a:custGeom>
              <a:avLst/>
              <a:gdLst/>
              <a:ahLst/>
              <a:cxnLst/>
              <a:rect l="0" t="0" r="0" b="0"/>
              <a:pathLst>
                <a:path w="40640" h="107711">
                  <a:moveTo>
                    <a:pt x="40640" y="0"/>
                  </a:moveTo>
                  <a:lnTo>
                    <a:pt x="0" y="107711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26" name="Candidate_receptor__3125">
              <a:extLst>
                <a:ext uri="{FF2B5EF4-FFF2-40B4-BE49-F238E27FC236}">
                  <a16:creationId xmlns:a16="http://schemas.microsoft.com/office/drawing/2014/main" id="{8F3C5653-DA71-82F3-7118-E72CD136C024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476886"/>
              <a:ext cx="112719" cy="9202"/>
            </a:xfrm>
            <a:custGeom>
              <a:avLst/>
              <a:gdLst/>
              <a:ahLst/>
              <a:cxnLst/>
              <a:rect l="0" t="0" r="0" b="0"/>
              <a:pathLst>
                <a:path w="112719" h="9202">
                  <a:moveTo>
                    <a:pt x="112719" y="9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7" name="Candidate_receptor__3126">
              <a:extLst>
                <a:ext uri="{FF2B5EF4-FFF2-40B4-BE49-F238E27FC236}">
                  <a16:creationId xmlns:a16="http://schemas.microsoft.com/office/drawing/2014/main" id="{97680AD2-A260-12EB-4616-D22EE301CD03}"/>
                </a:ext>
              </a:extLst>
            </p:cNvPr>
            <p:cNvSpPr>
              <a:spLocks noGrp="1"/>
            </p:cNvSpPr>
            <p:nvPr/>
          </p:nvSpPr>
          <p:spPr>
            <a:xfrm>
              <a:off x="5174360" y="2624706"/>
              <a:ext cx="9490" cy="10688"/>
            </a:xfrm>
            <a:custGeom>
              <a:avLst/>
              <a:gdLst/>
              <a:ahLst/>
              <a:cxnLst/>
              <a:rect l="0" t="0" r="0" b="0"/>
              <a:pathLst>
                <a:path w="9490" h="10688">
                  <a:moveTo>
                    <a:pt x="0" y="0"/>
                  </a:moveTo>
                  <a:lnTo>
                    <a:pt x="9490" y="1068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8" name="Candidate_receptor__3127">
              <a:extLst>
                <a:ext uri="{FF2B5EF4-FFF2-40B4-BE49-F238E27FC236}">
                  <a16:creationId xmlns:a16="http://schemas.microsoft.com/office/drawing/2014/main" id="{60E3F62B-DCE6-65C7-FE37-88844E069FDD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0594" cy="103751"/>
            </a:xfrm>
            <a:custGeom>
              <a:avLst/>
              <a:gdLst/>
              <a:ahLst/>
              <a:cxnLst/>
              <a:rect l="0" t="0" r="0" b="0"/>
              <a:pathLst>
                <a:path w="10594" h="103751">
                  <a:moveTo>
                    <a:pt x="10594" y="1037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29" name="Candidate_receptor__3128">
              <a:extLst>
                <a:ext uri="{FF2B5EF4-FFF2-40B4-BE49-F238E27FC236}">
                  <a16:creationId xmlns:a16="http://schemas.microsoft.com/office/drawing/2014/main" id="{1CA69844-3FFC-C095-948C-101F7B54D38A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500028"/>
              <a:ext cx="34662" cy="30922"/>
            </a:xfrm>
            <a:custGeom>
              <a:avLst/>
              <a:gdLst/>
              <a:ahLst/>
              <a:cxnLst/>
              <a:rect l="0" t="0" r="0" b="0"/>
              <a:pathLst>
                <a:path w="34662" h="30922">
                  <a:moveTo>
                    <a:pt x="0" y="0"/>
                  </a:moveTo>
                  <a:lnTo>
                    <a:pt x="34662" y="3092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30" name="Candidate_receptor__3129">
              <a:extLst>
                <a:ext uri="{FF2B5EF4-FFF2-40B4-BE49-F238E27FC236}">
                  <a16:creationId xmlns:a16="http://schemas.microsoft.com/office/drawing/2014/main" id="{E6A3DA58-FBC5-2632-CBBA-60362032AB4F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77359" cy="28660"/>
            </a:xfrm>
            <a:custGeom>
              <a:avLst/>
              <a:gdLst/>
              <a:ahLst/>
              <a:cxnLst/>
              <a:rect l="0" t="0" r="0" b="0"/>
              <a:pathLst>
                <a:path w="77359" h="28660">
                  <a:moveTo>
                    <a:pt x="0" y="0"/>
                  </a:moveTo>
                  <a:lnTo>
                    <a:pt x="77359" y="2866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31" name="Candidate_receptor__3130">
              <a:extLst>
                <a:ext uri="{FF2B5EF4-FFF2-40B4-BE49-F238E27FC236}">
                  <a16:creationId xmlns:a16="http://schemas.microsoft.com/office/drawing/2014/main" id="{B4830587-EDF0-65E8-F944-D5C0DCCEC600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921398"/>
              <a:ext cx="80580" cy="79511"/>
            </a:xfrm>
            <a:custGeom>
              <a:avLst/>
              <a:gdLst/>
              <a:ahLst/>
              <a:cxnLst/>
              <a:rect l="0" t="0" r="0" b="0"/>
              <a:pathLst>
                <a:path w="80580" h="79511">
                  <a:moveTo>
                    <a:pt x="80580" y="795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2" name="Candidate_receptor__3131">
              <a:extLst>
                <a:ext uri="{FF2B5EF4-FFF2-40B4-BE49-F238E27FC236}">
                  <a16:creationId xmlns:a16="http://schemas.microsoft.com/office/drawing/2014/main" id="{4B9B8687-4FE7-57DF-064B-9A8B8A38325B}"/>
                </a:ext>
              </a:extLst>
            </p:cNvPr>
            <p:cNvSpPr>
              <a:spLocks noGrp="1"/>
            </p:cNvSpPr>
            <p:nvPr/>
          </p:nvSpPr>
          <p:spPr>
            <a:xfrm>
              <a:off x="4646003" y="3941974"/>
              <a:ext cx="110091" cy="32171"/>
            </a:xfrm>
            <a:custGeom>
              <a:avLst/>
              <a:gdLst/>
              <a:ahLst/>
              <a:cxnLst/>
              <a:rect l="0" t="0" r="0" b="0"/>
              <a:pathLst>
                <a:path w="110091" h="32171">
                  <a:moveTo>
                    <a:pt x="0" y="0"/>
                  </a:moveTo>
                  <a:lnTo>
                    <a:pt x="110091" y="3217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3" name="Candidate_receptor__3132">
              <a:extLst>
                <a:ext uri="{FF2B5EF4-FFF2-40B4-BE49-F238E27FC236}">
                  <a16:creationId xmlns:a16="http://schemas.microsoft.com/office/drawing/2014/main" id="{9D78A988-19AC-7DFA-A90F-86B520FD8C96}"/>
                </a:ext>
              </a:extLst>
            </p:cNvPr>
            <p:cNvSpPr>
              <a:spLocks noGrp="1"/>
            </p:cNvSpPr>
            <p:nvPr/>
          </p:nvSpPr>
          <p:spPr>
            <a:xfrm>
              <a:off x="4739348" y="5123997"/>
              <a:ext cx="17799" cy="77009"/>
            </a:xfrm>
            <a:custGeom>
              <a:avLst/>
              <a:gdLst/>
              <a:ahLst/>
              <a:cxnLst/>
              <a:rect l="0" t="0" r="0" b="0"/>
              <a:pathLst>
                <a:path w="17799" h="77009">
                  <a:moveTo>
                    <a:pt x="0" y="77009"/>
                  </a:moveTo>
                  <a:lnTo>
                    <a:pt x="1779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4" name="Candidate_receptor__3133">
              <a:extLst>
                <a:ext uri="{FF2B5EF4-FFF2-40B4-BE49-F238E27FC236}">
                  <a16:creationId xmlns:a16="http://schemas.microsoft.com/office/drawing/2014/main" id="{76406B6B-B72A-1F98-57B6-5B308B0DA074}"/>
                </a:ext>
              </a:extLst>
            </p:cNvPr>
            <p:cNvSpPr>
              <a:spLocks noGrp="1"/>
            </p:cNvSpPr>
            <p:nvPr/>
          </p:nvSpPr>
          <p:spPr>
            <a:xfrm>
              <a:off x="5709957" y="3043571"/>
              <a:ext cx="90897" cy="21948"/>
            </a:xfrm>
            <a:custGeom>
              <a:avLst/>
              <a:gdLst/>
              <a:ahLst/>
              <a:cxnLst/>
              <a:rect l="0" t="0" r="0" b="0"/>
              <a:pathLst>
                <a:path w="90897" h="21948">
                  <a:moveTo>
                    <a:pt x="0" y="0"/>
                  </a:moveTo>
                  <a:lnTo>
                    <a:pt x="90897" y="21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5" name="Candidate_receptor__3134">
              <a:extLst>
                <a:ext uri="{FF2B5EF4-FFF2-40B4-BE49-F238E27FC236}">
                  <a16:creationId xmlns:a16="http://schemas.microsoft.com/office/drawing/2014/main" id="{DD62BFD1-CA1C-6F2C-416B-813236F5BB36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2388"/>
              <a:ext cx="113552" cy="4827"/>
            </a:xfrm>
            <a:custGeom>
              <a:avLst/>
              <a:gdLst/>
              <a:ahLst/>
              <a:cxnLst/>
              <a:rect l="0" t="0" r="0" b="0"/>
              <a:pathLst>
                <a:path w="113552" h="4827">
                  <a:moveTo>
                    <a:pt x="0" y="4827"/>
                  </a:moveTo>
                  <a:lnTo>
                    <a:pt x="11355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6" name="Candidate_receptor__3135">
              <a:extLst>
                <a:ext uri="{FF2B5EF4-FFF2-40B4-BE49-F238E27FC236}">
                  <a16:creationId xmlns:a16="http://schemas.microsoft.com/office/drawing/2014/main" id="{5F957C45-7F00-D95D-1C3C-7F4206769ADD}"/>
                </a:ext>
              </a:extLst>
            </p:cNvPr>
            <p:cNvSpPr>
              <a:spLocks noGrp="1"/>
            </p:cNvSpPr>
            <p:nvPr/>
          </p:nvSpPr>
          <p:spPr>
            <a:xfrm>
              <a:off x="4881370" y="4506222"/>
              <a:ext cx="77752" cy="82317"/>
            </a:xfrm>
            <a:custGeom>
              <a:avLst/>
              <a:gdLst/>
              <a:ahLst/>
              <a:cxnLst/>
              <a:rect l="0" t="0" r="0" b="0"/>
              <a:pathLst>
                <a:path w="77752" h="82317">
                  <a:moveTo>
                    <a:pt x="0" y="0"/>
                  </a:moveTo>
                  <a:lnTo>
                    <a:pt x="77752" y="823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7" name="Candidate_receptor__3136">
              <a:extLst>
                <a:ext uri="{FF2B5EF4-FFF2-40B4-BE49-F238E27FC236}">
                  <a16:creationId xmlns:a16="http://schemas.microsoft.com/office/drawing/2014/main" id="{41EB59ED-2E24-6FD8-C1D5-DFE1F6DC6180}"/>
                </a:ext>
              </a:extLst>
            </p:cNvPr>
            <p:cNvSpPr>
              <a:spLocks noGrp="1"/>
            </p:cNvSpPr>
            <p:nvPr/>
          </p:nvSpPr>
          <p:spPr>
            <a:xfrm>
              <a:off x="5680710" y="3335129"/>
              <a:ext cx="44609" cy="1157"/>
            </a:xfrm>
            <a:custGeom>
              <a:avLst/>
              <a:gdLst/>
              <a:ahLst/>
              <a:cxnLst/>
              <a:rect l="0" t="0" r="0" b="0"/>
              <a:pathLst>
                <a:path w="44609" h="1157">
                  <a:moveTo>
                    <a:pt x="0" y="0"/>
                  </a:moveTo>
                  <a:lnTo>
                    <a:pt x="44609" y="11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8" name="Candidate_receptor__3137">
              <a:extLst>
                <a:ext uri="{FF2B5EF4-FFF2-40B4-BE49-F238E27FC236}">
                  <a16:creationId xmlns:a16="http://schemas.microsoft.com/office/drawing/2014/main" id="{37FED38F-BE33-5A62-E90E-44A67EF355B7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34346"/>
              <a:ext cx="52981" cy="4831"/>
            </a:xfrm>
            <a:custGeom>
              <a:avLst/>
              <a:gdLst/>
              <a:ahLst/>
              <a:cxnLst/>
              <a:rect l="0" t="0" r="0" b="0"/>
              <a:pathLst>
                <a:path w="52981" h="4831">
                  <a:moveTo>
                    <a:pt x="52981" y="0"/>
                  </a:moveTo>
                  <a:lnTo>
                    <a:pt x="0" y="483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9" name="Candidate_receptor__3138">
              <a:extLst>
                <a:ext uri="{FF2B5EF4-FFF2-40B4-BE49-F238E27FC236}">
                  <a16:creationId xmlns:a16="http://schemas.microsoft.com/office/drawing/2014/main" id="{1BF1A6D9-F91D-CA6A-B2E3-43ADA2AA3310}"/>
                </a:ext>
              </a:extLst>
            </p:cNvPr>
            <p:cNvSpPr>
              <a:spLocks noGrp="1"/>
            </p:cNvSpPr>
            <p:nvPr/>
          </p:nvSpPr>
          <p:spPr>
            <a:xfrm>
              <a:off x="4787172" y="2458269"/>
              <a:ext cx="109680" cy="22654"/>
            </a:xfrm>
            <a:custGeom>
              <a:avLst/>
              <a:gdLst/>
              <a:ahLst/>
              <a:cxnLst/>
              <a:rect l="0" t="0" r="0" b="0"/>
              <a:pathLst>
                <a:path w="109680" h="22654">
                  <a:moveTo>
                    <a:pt x="0" y="22654"/>
                  </a:moveTo>
                  <a:lnTo>
                    <a:pt x="10968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0" name="Candidate_receptor__3139">
              <a:extLst>
                <a:ext uri="{FF2B5EF4-FFF2-40B4-BE49-F238E27FC236}">
                  <a16:creationId xmlns:a16="http://schemas.microsoft.com/office/drawing/2014/main" id="{08F3752A-6CE1-B19A-D628-7737B7EA1202}"/>
                </a:ext>
              </a:extLst>
            </p:cNvPr>
            <p:cNvSpPr>
              <a:spLocks noGrp="1"/>
            </p:cNvSpPr>
            <p:nvPr/>
          </p:nvSpPr>
          <p:spPr>
            <a:xfrm>
              <a:off x="4864242" y="4394513"/>
              <a:ext cx="17128" cy="111709"/>
            </a:xfrm>
            <a:custGeom>
              <a:avLst/>
              <a:gdLst/>
              <a:ahLst/>
              <a:cxnLst/>
              <a:rect l="0" t="0" r="0" b="0"/>
              <a:pathLst>
                <a:path w="17128" h="111709">
                  <a:moveTo>
                    <a:pt x="0" y="0"/>
                  </a:moveTo>
                  <a:lnTo>
                    <a:pt x="17128" y="11170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1" name="Candidate_receptor__3140">
              <a:extLst>
                <a:ext uri="{FF2B5EF4-FFF2-40B4-BE49-F238E27FC236}">
                  <a16:creationId xmlns:a16="http://schemas.microsoft.com/office/drawing/2014/main" id="{17A3A3B6-0139-4778-E9E0-A38550920015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09647"/>
              <a:ext cx="74252" cy="43800"/>
            </a:xfrm>
            <a:custGeom>
              <a:avLst/>
              <a:gdLst/>
              <a:ahLst/>
              <a:cxnLst/>
              <a:rect l="0" t="0" r="0" b="0"/>
              <a:pathLst>
                <a:path w="74252" h="43800">
                  <a:moveTo>
                    <a:pt x="0" y="43800"/>
                  </a:moveTo>
                  <a:lnTo>
                    <a:pt x="74252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2" name="Candidate_receptor__3141">
              <a:extLst>
                <a:ext uri="{FF2B5EF4-FFF2-40B4-BE49-F238E27FC236}">
                  <a16:creationId xmlns:a16="http://schemas.microsoft.com/office/drawing/2014/main" id="{65289E65-AE0C-8420-0891-D814E24E7C50}"/>
                </a:ext>
              </a:extLst>
            </p:cNvPr>
            <p:cNvSpPr>
              <a:spLocks noGrp="1"/>
            </p:cNvSpPr>
            <p:nvPr/>
          </p:nvSpPr>
          <p:spPr>
            <a:xfrm>
              <a:off x="4743558" y="4829304"/>
              <a:ext cx="24691" cy="50824"/>
            </a:xfrm>
            <a:custGeom>
              <a:avLst/>
              <a:gdLst/>
              <a:ahLst/>
              <a:cxnLst/>
              <a:rect l="0" t="0" r="0" b="0"/>
              <a:pathLst>
                <a:path w="24691" h="50824">
                  <a:moveTo>
                    <a:pt x="24691" y="0"/>
                  </a:moveTo>
                  <a:lnTo>
                    <a:pt x="0" y="50824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3" name="Candidate_receptor__3142">
              <a:extLst>
                <a:ext uri="{FF2B5EF4-FFF2-40B4-BE49-F238E27FC236}">
                  <a16:creationId xmlns:a16="http://schemas.microsoft.com/office/drawing/2014/main" id="{4541F5ED-0EA4-8DC3-740A-7EF6EB848737}"/>
                </a:ext>
              </a:extLst>
            </p:cNvPr>
            <p:cNvSpPr>
              <a:spLocks noGrp="1"/>
            </p:cNvSpPr>
            <p:nvPr/>
          </p:nvSpPr>
          <p:spPr>
            <a:xfrm>
              <a:off x="4885098" y="4727526"/>
              <a:ext cx="110350" cy="25612"/>
            </a:xfrm>
            <a:custGeom>
              <a:avLst/>
              <a:gdLst/>
              <a:ahLst/>
              <a:cxnLst/>
              <a:rect l="0" t="0" r="0" b="0"/>
              <a:pathLst>
                <a:path w="110350" h="25612">
                  <a:moveTo>
                    <a:pt x="110350" y="25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4" name="Candidate_receptor__3143">
              <a:extLst>
                <a:ext uri="{FF2B5EF4-FFF2-40B4-BE49-F238E27FC236}">
                  <a16:creationId xmlns:a16="http://schemas.microsoft.com/office/drawing/2014/main" id="{7555BC3B-A46B-6DB7-D2F3-2358F963AC84}"/>
                </a:ext>
              </a:extLst>
            </p:cNvPr>
            <p:cNvSpPr>
              <a:spLocks noGrp="1"/>
            </p:cNvSpPr>
            <p:nvPr/>
          </p:nvSpPr>
          <p:spPr>
            <a:xfrm>
              <a:off x="5508509" y="3011906"/>
              <a:ext cx="99370" cy="38947"/>
            </a:xfrm>
            <a:custGeom>
              <a:avLst/>
              <a:gdLst/>
              <a:ahLst/>
              <a:cxnLst/>
              <a:rect l="0" t="0" r="0" b="0"/>
              <a:pathLst>
                <a:path w="99370" h="38947">
                  <a:moveTo>
                    <a:pt x="0" y="0"/>
                  </a:moveTo>
                  <a:lnTo>
                    <a:pt x="99370" y="3894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5" name="Candidate_receptor__3144">
              <a:extLst>
                <a:ext uri="{FF2B5EF4-FFF2-40B4-BE49-F238E27FC236}">
                  <a16:creationId xmlns:a16="http://schemas.microsoft.com/office/drawing/2014/main" id="{E917430C-CE05-5CA0-FC48-85F3EE9A2A60}"/>
                </a:ext>
              </a:extLst>
            </p:cNvPr>
            <p:cNvSpPr>
              <a:spLocks noGrp="1"/>
            </p:cNvSpPr>
            <p:nvPr/>
          </p:nvSpPr>
          <p:spPr>
            <a:xfrm>
              <a:off x="6160364" y="3330511"/>
              <a:ext cx="7408" cy="63834"/>
            </a:xfrm>
            <a:custGeom>
              <a:avLst/>
              <a:gdLst/>
              <a:ahLst/>
              <a:cxnLst/>
              <a:rect l="0" t="0" r="0" b="0"/>
              <a:pathLst>
                <a:path w="7408" h="63834">
                  <a:moveTo>
                    <a:pt x="7408" y="638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6" name="Candidate_receptor__3145">
              <a:extLst>
                <a:ext uri="{FF2B5EF4-FFF2-40B4-BE49-F238E27FC236}">
                  <a16:creationId xmlns:a16="http://schemas.microsoft.com/office/drawing/2014/main" id="{A07D8352-CF95-2033-3A3F-E23B53EFEF56}"/>
                </a:ext>
              </a:extLst>
            </p:cNvPr>
            <p:cNvSpPr>
              <a:spLocks noGrp="1"/>
            </p:cNvSpPr>
            <p:nvPr/>
          </p:nvSpPr>
          <p:spPr>
            <a:xfrm>
              <a:off x="5696233" y="3185789"/>
              <a:ext cx="67326" cy="17676"/>
            </a:xfrm>
            <a:custGeom>
              <a:avLst/>
              <a:gdLst/>
              <a:ahLst/>
              <a:cxnLst/>
              <a:rect l="0" t="0" r="0" b="0"/>
              <a:pathLst>
                <a:path w="67326" h="17676">
                  <a:moveTo>
                    <a:pt x="0" y="0"/>
                  </a:moveTo>
                  <a:lnTo>
                    <a:pt x="67326" y="1767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7" name="Candidate_receptor__3146">
              <a:extLst>
                <a:ext uri="{FF2B5EF4-FFF2-40B4-BE49-F238E27FC236}">
                  <a16:creationId xmlns:a16="http://schemas.microsoft.com/office/drawing/2014/main" id="{77E09C50-1E7E-1F4C-7402-572D4442481F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337487"/>
              <a:ext cx="48113" cy="92256"/>
            </a:xfrm>
            <a:custGeom>
              <a:avLst/>
              <a:gdLst/>
              <a:ahLst/>
              <a:cxnLst/>
              <a:rect l="0" t="0" r="0" b="0"/>
              <a:pathLst>
                <a:path w="48113" h="92256">
                  <a:moveTo>
                    <a:pt x="48113" y="0"/>
                  </a:moveTo>
                  <a:lnTo>
                    <a:pt x="0" y="9225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8" name="Candidate_receptor__3147">
              <a:extLst>
                <a:ext uri="{FF2B5EF4-FFF2-40B4-BE49-F238E27FC236}">
                  <a16:creationId xmlns:a16="http://schemas.microsoft.com/office/drawing/2014/main" id="{37A4E4D1-1492-E2D6-7729-09139AC14DB6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626294"/>
              <a:ext cx="103242" cy="48275"/>
            </a:xfrm>
            <a:custGeom>
              <a:avLst/>
              <a:gdLst/>
              <a:ahLst/>
              <a:cxnLst/>
              <a:rect l="0" t="0" r="0" b="0"/>
              <a:pathLst>
                <a:path w="103242" h="48275">
                  <a:moveTo>
                    <a:pt x="0" y="0"/>
                  </a:moveTo>
                  <a:lnTo>
                    <a:pt x="103242" y="4827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9" name="Candidate_receptor__3148">
              <a:extLst>
                <a:ext uri="{FF2B5EF4-FFF2-40B4-BE49-F238E27FC236}">
                  <a16:creationId xmlns:a16="http://schemas.microsoft.com/office/drawing/2014/main" id="{858D7BFC-494C-78B3-1AE8-5AEB72F733CA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24413" cy="38982"/>
            </a:xfrm>
            <a:custGeom>
              <a:avLst/>
              <a:gdLst/>
              <a:ahLst/>
              <a:cxnLst/>
              <a:rect l="0" t="0" r="0" b="0"/>
              <a:pathLst>
                <a:path w="24413" h="38982">
                  <a:moveTo>
                    <a:pt x="0" y="0"/>
                  </a:moveTo>
                  <a:lnTo>
                    <a:pt x="24413" y="3898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0" name="Candidate_receptor__3149">
              <a:extLst>
                <a:ext uri="{FF2B5EF4-FFF2-40B4-BE49-F238E27FC236}">
                  <a16:creationId xmlns:a16="http://schemas.microsoft.com/office/drawing/2014/main" id="{45FB6306-A6B4-B8D1-1A6F-01B67B21039A}"/>
                </a:ext>
              </a:extLst>
            </p:cNvPr>
            <p:cNvSpPr>
              <a:spLocks noGrp="1"/>
            </p:cNvSpPr>
            <p:nvPr/>
          </p:nvSpPr>
          <p:spPr>
            <a:xfrm>
              <a:off x="5607879" y="3043571"/>
              <a:ext cx="102079" cy="7282"/>
            </a:xfrm>
            <a:custGeom>
              <a:avLst/>
              <a:gdLst/>
              <a:ahLst/>
              <a:cxnLst/>
              <a:rect l="0" t="0" r="0" b="0"/>
              <a:pathLst>
                <a:path w="102079" h="7282">
                  <a:moveTo>
                    <a:pt x="0" y="7282"/>
                  </a:moveTo>
                  <a:lnTo>
                    <a:pt x="10207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1" name="Candidate_receptor__3150">
              <a:extLst>
                <a:ext uri="{FF2B5EF4-FFF2-40B4-BE49-F238E27FC236}">
                  <a16:creationId xmlns:a16="http://schemas.microsoft.com/office/drawing/2014/main" id="{359AA5F0-42D0-6C41-B04C-8D05E6CEEF81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11906"/>
              <a:ext cx="108871" cy="19630"/>
            </a:xfrm>
            <a:custGeom>
              <a:avLst/>
              <a:gdLst/>
              <a:ahLst/>
              <a:cxnLst/>
              <a:rect l="0" t="0" r="0" b="0"/>
              <a:pathLst>
                <a:path w="108871" h="19630">
                  <a:moveTo>
                    <a:pt x="0" y="19630"/>
                  </a:moveTo>
                  <a:lnTo>
                    <a:pt x="1088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2" name="Candidate_receptor__3151">
              <a:extLst>
                <a:ext uri="{FF2B5EF4-FFF2-40B4-BE49-F238E27FC236}">
                  <a16:creationId xmlns:a16="http://schemas.microsoft.com/office/drawing/2014/main" id="{176525E1-2D7E-CDF3-3431-E4A6994F22C9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33558"/>
              <a:ext cx="39972" cy="46716"/>
            </a:xfrm>
            <a:custGeom>
              <a:avLst/>
              <a:gdLst/>
              <a:ahLst/>
              <a:cxnLst/>
              <a:rect l="0" t="0" r="0" b="0"/>
              <a:pathLst>
                <a:path w="39972" h="46716">
                  <a:moveTo>
                    <a:pt x="0" y="46716"/>
                  </a:moveTo>
                  <a:lnTo>
                    <a:pt x="3997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3" name="Candidate_receptor__3152">
              <a:extLst>
                <a:ext uri="{FF2B5EF4-FFF2-40B4-BE49-F238E27FC236}">
                  <a16:creationId xmlns:a16="http://schemas.microsoft.com/office/drawing/2014/main" id="{3D3B5233-41EB-9690-D67B-EDDE4C5C597A}"/>
                </a:ext>
              </a:extLst>
            </p:cNvPr>
            <p:cNvSpPr>
              <a:spLocks noGrp="1"/>
            </p:cNvSpPr>
            <p:nvPr/>
          </p:nvSpPr>
          <p:spPr>
            <a:xfrm>
              <a:off x="4579163" y="5118574"/>
              <a:ext cx="48963" cy="56619"/>
            </a:xfrm>
            <a:custGeom>
              <a:avLst/>
              <a:gdLst/>
              <a:ahLst/>
              <a:cxnLst/>
              <a:rect l="0" t="0" r="0" b="0"/>
              <a:pathLst>
                <a:path w="48963" h="56619">
                  <a:moveTo>
                    <a:pt x="0" y="0"/>
                  </a:moveTo>
                  <a:lnTo>
                    <a:pt x="48963" y="56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4" name="Candidate_receptor__3153">
              <a:extLst>
                <a:ext uri="{FF2B5EF4-FFF2-40B4-BE49-F238E27FC236}">
                  <a16:creationId xmlns:a16="http://schemas.microsoft.com/office/drawing/2014/main" id="{CA6F2CC2-918D-BE00-B64E-0FBA8EB607D1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94198"/>
              <a:ext cx="246" cy="20633"/>
            </a:xfrm>
            <a:custGeom>
              <a:avLst/>
              <a:gdLst/>
              <a:ahLst/>
              <a:cxnLst/>
              <a:rect l="0" t="0" r="0" b="0"/>
              <a:pathLst>
                <a:path w="246" h="20633">
                  <a:moveTo>
                    <a:pt x="246" y="0"/>
                  </a:moveTo>
                  <a:lnTo>
                    <a:pt x="0" y="2063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5" name="Candidate_receptor__3154">
              <a:extLst>
                <a:ext uri="{FF2B5EF4-FFF2-40B4-BE49-F238E27FC236}">
                  <a16:creationId xmlns:a16="http://schemas.microsoft.com/office/drawing/2014/main" id="{D50F1566-04DA-4036-6BF8-5D0EB1E6101B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96346"/>
              <a:ext cx="68140" cy="75026"/>
            </a:xfrm>
            <a:custGeom>
              <a:avLst/>
              <a:gdLst/>
              <a:ahLst/>
              <a:cxnLst/>
              <a:rect l="0" t="0" r="0" b="0"/>
              <a:pathLst>
                <a:path w="68140" h="75026">
                  <a:moveTo>
                    <a:pt x="0" y="0"/>
                  </a:moveTo>
                  <a:lnTo>
                    <a:pt x="68140" y="7502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6" name="Candidate_receptor__3155">
              <a:extLst>
                <a:ext uri="{FF2B5EF4-FFF2-40B4-BE49-F238E27FC236}">
                  <a16:creationId xmlns:a16="http://schemas.microsoft.com/office/drawing/2014/main" id="{713AEC4E-B9FF-427B-E46B-45571788B7E3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75588"/>
              <a:ext cx="22625" cy="6944"/>
            </a:xfrm>
            <a:custGeom>
              <a:avLst/>
              <a:gdLst/>
              <a:ahLst/>
              <a:cxnLst/>
              <a:rect l="0" t="0" r="0" b="0"/>
              <a:pathLst>
                <a:path w="22625" h="6944">
                  <a:moveTo>
                    <a:pt x="22625" y="69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7" name="Candidate_receptor__3156">
              <a:extLst>
                <a:ext uri="{FF2B5EF4-FFF2-40B4-BE49-F238E27FC236}">
                  <a16:creationId xmlns:a16="http://schemas.microsoft.com/office/drawing/2014/main" id="{58733150-6D67-96BF-D0AB-FCFD3B6F5444}"/>
                </a:ext>
              </a:extLst>
            </p:cNvPr>
            <p:cNvSpPr>
              <a:spLocks noGrp="1"/>
            </p:cNvSpPr>
            <p:nvPr/>
          </p:nvSpPr>
          <p:spPr>
            <a:xfrm>
              <a:off x="5900197" y="3655312"/>
              <a:ext cx="55471" cy="95276"/>
            </a:xfrm>
            <a:custGeom>
              <a:avLst/>
              <a:gdLst/>
              <a:ahLst/>
              <a:cxnLst/>
              <a:rect l="0" t="0" r="0" b="0"/>
              <a:pathLst>
                <a:path w="55471" h="95276">
                  <a:moveTo>
                    <a:pt x="0" y="95276"/>
                  </a:moveTo>
                  <a:lnTo>
                    <a:pt x="554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8" name="Candidate_receptor__3157">
              <a:extLst>
                <a:ext uri="{FF2B5EF4-FFF2-40B4-BE49-F238E27FC236}">
                  <a16:creationId xmlns:a16="http://schemas.microsoft.com/office/drawing/2014/main" id="{FEF0AF5B-1489-463E-6C0B-B742AAED15E5}"/>
                </a:ext>
              </a:extLst>
            </p:cNvPr>
            <p:cNvSpPr>
              <a:spLocks noGrp="1"/>
            </p:cNvSpPr>
            <p:nvPr/>
          </p:nvSpPr>
          <p:spPr>
            <a:xfrm>
              <a:off x="4921220" y="2005764"/>
              <a:ext cx="65193" cy="91819"/>
            </a:xfrm>
            <a:custGeom>
              <a:avLst/>
              <a:gdLst/>
              <a:ahLst/>
              <a:cxnLst/>
              <a:rect l="0" t="0" r="0" b="0"/>
              <a:pathLst>
                <a:path w="65193" h="91819">
                  <a:moveTo>
                    <a:pt x="65193" y="0"/>
                  </a:moveTo>
                  <a:lnTo>
                    <a:pt x="0" y="918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9" name="Candidate_receptor__3158">
              <a:extLst>
                <a:ext uri="{FF2B5EF4-FFF2-40B4-BE49-F238E27FC236}">
                  <a16:creationId xmlns:a16="http://schemas.microsoft.com/office/drawing/2014/main" id="{5D56F41C-5197-7A1D-7A05-47D770E695B8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739643"/>
              <a:ext cx="98016" cy="26101"/>
            </a:xfrm>
            <a:custGeom>
              <a:avLst/>
              <a:gdLst/>
              <a:ahLst/>
              <a:cxnLst/>
              <a:rect l="0" t="0" r="0" b="0"/>
              <a:pathLst>
                <a:path w="98016" h="26101">
                  <a:moveTo>
                    <a:pt x="98016" y="26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0" name="Candidate_receptor__3159">
              <a:extLst>
                <a:ext uri="{FF2B5EF4-FFF2-40B4-BE49-F238E27FC236}">
                  <a16:creationId xmlns:a16="http://schemas.microsoft.com/office/drawing/2014/main" id="{9139AA01-F897-548B-FD74-83AE0EC4B8E1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839871"/>
              <a:ext cx="77718" cy="81528"/>
            </a:xfrm>
            <a:custGeom>
              <a:avLst/>
              <a:gdLst/>
              <a:ahLst/>
              <a:cxnLst/>
              <a:rect l="0" t="0" r="0" b="0"/>
              <a:pathLst>
                <a:path w="77718" h="81528">
                  <a:moveTo>
                    <a:pt x="0" y="81528"/>
                  </a:moveTo>
                  <a:lnTo>
                    <a:pt x="7771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1" name="Candidate_receptor__3160">
              <a:extLst>
                <a:ext uri="{FF2B5EF4-FFF2-40B4-BE49-F238E27FC236}">
                  <a16:creationId xmlns:a16="http://schemas.microsoft.com/office/drawing/2014/main" id="{E40A308A-6432-A3B8-5D2C-45D057B92032}"/>
                </a:ext>
              </a:extLst>
            </p:cNvPr>
            <p:cNvSpPr>
              <a:spLocks noGrp="1"/>
            </p:cNvSpPr>
            <p:nvPr/>
          </p:nvSpPr>
          <p:spPr>
            <a:xfrm>
              <a:off x="4735707" y="2480923"/>
              <a:ext cx="51465" cy="82038"/>
            </a:xfrm>
            <a:custGeom>
              <a:avLst/>
              <a:gdLst/>
              <a:ahLst/>
              <a:cxnLst/>
              <a:rect l="0" t="0" r="0" b="0"/>
              <a:pathLst>
                <a:path w="51465" h="82038">
                  <a:moveTo>
                    <a:pt x="0" y="82038"/>
                  </a:moveTo>
                  <a:lnTo>
                    <a:pt x="5146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2" name="Candidate_receptor__3161">
              <a:extLst>
                <a:ext uri="{FF2B5EF4-FFF2-40B4-BE49-F238E27FC236}">
                  <a16:creationId xmlns:a16="http://schemas.microsoft.com/office/drawing/2014/main" id="{96953A51-AAB7-F974-4E3D-D01C87EABE6B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24481"/>
              <a:ext cx="96261" cy="52763"/>
            </a:xfrm>
            <a:custGeom>
              <a:avLst/>
              <a:gdLst/>
              <a:ahLst/>
              <a:cxnLst/>
              <a:rect l="0" t="0" r="0" b="0"/>
              <a:pathLst>
                <a:path w="96261" h="52763">
                  <a:moveTo>
                    <a:pt x="96261" y="5276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3" name="Candidate_receptor__3162">
              <a:extLst>
                <a:ext uri="{FF2B5EF4-FFF2-40B4-BE49-F238E27FC236}">
                  <a16:creationId xmlns:a16="http://schemas.microsoft.com/office/drawing/2014/main" id="{1A5641E4-9124-623F-6194-C3F9EE1E9CCA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15524"/>
              <a:ext cx="18054" cy="80822"/>
            </a:xfrm>
            <a:custGeom>
              <a:avLst/>
              <a:gdLst/>
              <a:ahLst/>
              <a:cxnLst/>
              <a:rect l="0" t="0" r="0" b="0"/>
              <a:pathLst>
                <a:path w="18054" h="80822">
                  <a:moveTo>
                    <a:pt x="18054" y="0"/>
                  </a:moveTo>
                  <a:lnTo>
                    <a:pt x="0" y="8082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4" name="Candidate_receptor__3163">
              <a:extLst>
                <a:ext uri="{FF2B5EF4-FFF2-40B4-BE49-F238E27FC236}">
                  <a16:creationId xmlns:a16="http://schemas.microsoft.com/office/drawing/2014/main" id="{7414DC46-AE93-CFD3-544D-82F558A2D6C0}"/>
                </a:ext>
              </a:extLst>
            </p:cNvPr>
            <p:cNvSpPr>
              <a:spLocks noGrp="1"/>
            </p:cNvSpPr>
            <p:nvPr/>
          </p:nvSpPr>
          <p:spPr>
            <a:xfrm>
              <a:off x="5024850" y="3165181"/>
              <a:ext cx="25855" cy="75065"/>
            </a:xfrm>
            <a:custGeom>
              <a:avLst/>
              <a:gdLst/>
              <a:ahLst/>
              <a:cxnLst/>
              <a:rect l="0" t="0" r="0" b="0"/>
              <a:pathLst>
                <a:path w="25855" h="75065">
                  <a:moveTo>
                    <a:pt x="25855" y="750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5" name="Candidate_receptor__3164">
              <a:extLst>
                <a:ext uri="{FF2B5EF4-FFF2-40B4-BE49-F238E27FC236}">
                  <a16:creationId xmlns:a16="http://schemas.microsoft.com/office/drawing/2014/main" id="{03429B5E-E733-14A4-0867-B13BC9F9ABB2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070674"/>
              <a:ext cx="37651" cy="36188"/>
            </a:xfrm>
            <a:custGeom>
              <a:avLst/>
              <a:gdLst/>
              <a:ahLst/>
              <a:cxnLst/>
              <a:rect l="0" t="0" r="0" b="0"/>
              <a:pathLst>
                <a:path w="37651" h="36188">
                  <a:moveTo>
                    <a:pt x="37651" y="0"/>
                  </a:moveTo>
                  <a:lnTo>
                    <a:pt x="0" y="36188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6" name="Candidate_receptor__3165">
              <a:extLst>
                <a:ext uri="{FF2B5EF4-FFF2-40B4-BE49-F238E27FC236}">
                  <a16:creationId xmlns:a16="http://schemas.microsoft.com/office/drawing/2014/main" id="{C23B578F-B4E5-57C8-FDD6-9FABA860D575}"/>
                </a:ext>
              </a:extLst>
            </p:cNvPr>
            <p:cNvSpPr>
              <a:spLocks noGrp="1"/>
            </p:cNvSpPr>
            <p:nvPr/>
          </p:nvSpPr>
          <p:spPr>
            <a:xfrm>
              <a:off x="4893152" y="4043012"/>
              <a:ext cx="26321" cy="43643"/>
            </a:xfrm>
            <a:custGeom>
              <a:avLst/>
              <a:gdLst/>
              <a:ahLst/>
              <a:cxnLst/>
              <a:rect l="0" t="0" r="0" b="0"/>
              <a:pathLst>
                <a:path w="26321" h="43643">
                  <a:moveTo>
                    <a:pt x="0" y="43643"/>
                  </a:moveTo>
                  <a:lnTo>
                    <a:pt x="2632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7" name="Candidate_receptor__3166">
              <a:extLst>
                <a:ext uri="{FF2B5EF4-FFF2-40B4-BE49-F238E27FC236}">
                  <a16:creationId xmlns:a16="http://schemas.microsoft.com/office/drawing/2014/main" id="{09A45685-6B88-01A9-E9D9-70348213546D}"/>
                </a:ext>
              </a:extLst>
            </p:cNvPr>
            <p:cNvSpPr>
              <a:spLocks noGrp="1"/>
            </p:cNvSpPr>
            <p:nvPr/>
          </p:nvSpPr>
          <p:spPr>
            <a:xfrm>
              <a:off x="6412117" y="4004068"/>
              <a:ext cx="11099" cy="85861"/>
            </a:xfrm>
            <a:custGeom>
              <a:avLst/>
              <a:gdLst/>
              <a:ahLst/>
              <a:cxnLst/>
              <a:rect l="0" t="0" r="0" b="0"/>
              <a:pathLst>
                <a:path w="11099" h="85861">
                  <a:moveTo>
                    <a:pt x="11099" y="8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8" name="Candidate_receptor__3167">
              <a:extLst>
                <a:ext uri="{FF2B5EF4-FFF2-40B4-BE49-F238E27FC236}">
                  <a16:creationId xmlns:a16="http://schemas.microsoft.com/office/drawing/2014/main" id="{9F28DE14-7578-98F5-C6AC-FE5C6F7F3E6F}"/>
                </a:ext>
              </a:extLst>
            </p:cNvPr>
            <p:cNvSpPr>
              <a:spLocks noGrp="1"/>
            </p:cNvSpPr>
            <p:nvPr/>
          </p:nvSpPr>
          <p:spPr>
            <a:xfrm>
              <a:off x="5116876" y="3379961"/>
              <a:ext cx="3796" cy="106128"/>
            </a:xfrm>
            <a:custGeom>
              <a:avLst/>
              <a:gdLst/>
              <a:ahLst/>
              <a:cxnLst/>
              <a:rect l="0" t="0" r="0" b="0"/>
              <a:pathLst>
                <a:path w="3796" h="106128">
                  <a:moveTo>
                    <a:pt x="0" y="0"/>
                  </a:moveTo>
                  <a:lnTo>
                    <a:pt x="3796" y="10612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9" name="Candidate_receptor__3168">
              <a:extLst>
                <a:ext uri="{FF2B5EF4-FFF2-40B4-BE49-F238E27FC236}">
                  <a16:creationId xmlns:a16="http://schemas.microsoft.com/office/drawing/2014/main" id="{4290C14C-E563-F90B-3787-5757EE085DED}"/>
                </a:ext>
              </a:extLst>
            </p:cNvPr>
            <p:cNvSpPr>
              <a:spLocks noGrp="1"/>
            </p:cNvSpPr>
            <p:nvPr/>
          </p:nvSpPr>
          <p:spPr>
            <a:xfrm>
              <a:off x="5725586" y="4145931"/>
              <a:ext cx="91059" cy="38406"/>
            </a:xfrm>
            <a:custGeom>
              <a:avLst/>
              <a:gdLst/>
              <a:ahLst/>
              <a:cxnLst/>
              <a:rect l="0" t="0" r="0" b="0"/>
              <a:pathLst>
                <a:path w="91059" h="38406">
                  <a:moveTo>
                    <a:pt x="0" y="0"/>
                  </a:moveTo>
                  <a:lnTo>
                    <a:pt x="91059" y="3840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0" name="Candidate_receptor__3169">
              <a:extLst>
                <a:ext uri="{FF2B5EF4-FFF2-40B4-BE49-F238E27FC236}">
                  <a16:creationId xmlns:a16="http://schemas.microsoft.com/office/drawing/2014/main" id="{80281565-E113-24C9-22C0-27641B4D664D}"/>
                </a:ext>
              </a:extLst>
            </p:cNvPr>
            <p:cNvSpPr>
              <a:spLocks noGrp="1"/>
            </p:cNvSpPr>
            <p:nvPr/>
          </p:nvSpPr>
          <p:spPr>
            <a:xfrm>
              <a:off x="5634259" y="4145931"/>
              <a:ext cx="91326" cy="35855"/>
            </a:xfrm>
            <a:custGeom>
              <a:avLst/>
              <a:gdLst/>
              <a:ahLst/>
              <a:cxnLst/>
              <a:rect l="0" t="0" r="0" b="0"/>
              <a:pathLst>
                <a:path w="91326" h="35855">
                  <a:moveTo>
                    <a:pt x="0" y="35855"/>
                  </a:moveTo>
                  <a:lnTo>
                    <a:pt x="913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1" name="Candidate_receptor__3170">
              <a:extLst>
                <a:ext uri="{FF2B5EF4-FFF2-40B4-BE49-F238E27FC236}">
                  <a16:creationId xmlns:a16="http://schemas.microsoft.com/office/drawing/2014/main" id="{8DECD877-E23E-3A3B-3A08-B4BF0DF91A68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224796"/>
              <a:ext cx="109517" cy="11838"/>
            </a:xfrm>
            <a:custGeom>
              <a:avLst/>
              <a:gdLst/>
              <a:ahLst/>
              <a:cxnLst/>
              <a:rect l="0" t="0" r="0" b="0"/>
              <a:pathLst>
                <a:path w="109517" h="11838">
                  <a:moveTo>
                    <a:pt x="0" y="11838"/>
                  </a:moveTo>
                  <a:lnTo>
                    <a:pt x="10951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2" name="Candidate_receptor__3171">
              <a:extLst>
                <a:ext uri="{FF2B5EF4-FFF2-40B4-BE49-F238E27FC236}">
                  <a16:creationId xmlns:a16="http://schemas.microsoft.com/office/drawing/2014/main" id="{0A6DA750-72D7-6421-E387-B76D2EF6168D}"/>
                </a:ext>
              </a:extLst>
            </p:cNvPr>
            <p:cNvSpPr>
              <a:spLocks noGrp="1"/>
            </p:cNvSpPr>
            <p:nvPr/>
          </p:nvSpPr>
          <p:spPr>
            <a:xfrm>
              <a:off x="5823213" y="2919074"/>
              <a:ext cx="72827" cy="34108"/>
            </a:xfrm>
            <a:custGeom>
              <a:avLst/>
              <a:gdLst/>
              <a:ahLst/>
              <a:cxnLst/>
              <a:rect l="0" t="0" r="0" b="0"/>
              <a:pathLst>
                <a:path w="72827" h="34108">
                  <a:moveTo>
                    <a:pt x="0" y="0"/>
                  </a:moveTo>
                  <a:lnTo>
                    <a:pt x="72827" y="3410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3" name="Candidate_receptor__3172">
              <a:extLst>
                <a:ext uri="{FF2B5EF4-FFF2-40B4-BE49-F238E27FC236}">
                  <a16:creationId xmlns:a16="http://schemas.microsoft.com/office/drawing/2014/main" id="{0D4D3B9B-151D-2265-322A-6C97456EC807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562962"/>
              <a:ext cx="100995" cy="46581"/>
            </a:xfrm>
            <a:custGeom>
              <a:avLst/>
              <a:gdLst/>
              <a:ahLst/>
              <a:cxnLst/>
              <a:rect l="0" t="0" r="0" b="0"/>
              <a:pathLst>
                <a:path w="100995" h="46581">
                  <a:moveTo>
                    <a:pt x="0" y="46581"/>
                  </a:moveTo>
                  <a:lnTo>
                    <a:pt x="10099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4" name="Candidate_receptor__3173">
              <a:extLst>
                <a:ext uri="{FF2B5EF4-FFF2-40B4-BE49-F238E27FC236}">
                  <a16:creationId xmlns:a16="http://schemas.microsoft.com/office/drawing/2014/main" id="{E3320C4B-5A8E-1BB7-CCFC-F190D141A430}"/>
                </a:ext>
              </a:extLst>
            </p:cNvPr>
            <p:cNvSpPr>
              <a:spLocks noGrp="1"/>
            </p:cNvSpPr>
            <p:nvPr/>
          </p:nvSpPr>
          <p:spPr>
            <a:xfrm>
              <a:off x="4781968" y="3809980"/>
              <a:ext cx="6026" cy="14532"/>
            </a:xfrm>
            <a:custGeom>
              <a:avLst/>
              <a:gdLst/>
              <a:ahLst/>
              <a:cxnLst/>
              <a:rect l="0" t="0" r="0" b="0"/>
              <a:pathLst>
                <a:path w="6026" h="14532">
                  <a:moveTo>
                    <a:pt x="0" y="14532"/>
                  </a:moveTo>
                  <a:lnTo>
                    <a:pt x="60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5" name="Candidate_receptor__3174">
              <a:extLst>
                <a:ext uri="{FF2B5EF4-FFF2-40B4-BE49-F238E27FC236}">
                  <a16:creationId xmlns:a16="http://schemas.microsoft.com/office/drawing/2014/main" id="{1F8BCE69-59DF-5D1D-FAF8-A96E93513FCC}"/>
                </a:ext>
              </a:extLst>
            </p:cNvPr>
            <p:cNvSpPr>
              <a:spLocks noGrp="1"/>
            </p:cNvSpPr>
            <p:nvPr/>
          </p:nvSpPr>
          <p:spPr>
            <a:xfrm>
              <a:off x="4453651" y="3281868"/>
              <a:ext cx="63195" cy="95377"/>
            </a:xfrm>
            <a:custGeom>
              <a:avLst/>
              <a:gdLst/>
              <a:ahLst/>
              <a:cxnLst/>
              <a:rect l="0" t="0" r="0" b="0"/>
              <a:pathLst>
                <a:path w="63195" h="95377">
                  <a:moveTo>
                    <a:pt x="63195" y="0"/>
                  </a:moveTo>
                  <a:lnTo>
                    <a:pt x="0" y="95377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76" name="Candidate_receptor__3175">
              <a:extLst>
                <a:ext uri="{FF2B5EF4-FFF2-40B4-BE49-F238E27FC236}">
                  <a16:creationId xmlns:a16="http://schemas.microsoft.com/office/drawing/2014/main" id="{03FBD84C-C84A-DD8F-0EA7-85B4874D364F}"/>
                </a:ext>
              </a:extLst>
            </p:cNvPr>
            <p:cNvSpPr>
              <a:spLocks noGrp="1"/>
            </p:cNvSpPr>
            <p:nvPr/>
          </p:nvSpPr>
          <p:spPr>
            <a:xfrm>
              <a:off x="6213244" y="3765744"/>
              <a:ext cx="75054" cy="85793"/>
            </a:xfrm>
            <a:custGeom>
              <a:avLst/>
              <a:gdLst/>
              <a:ahLst/>
              <a:cxnLst/>
              <a:rect l="0" t="0" r="0" b="0"/>
              <a:pathLst>
                <a:path w="75054" h="85793">
                  <a:moveTo>
                    <a:pt x="75054" y="857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7" name="Candidate_receptor__3176">
              <a:extLst>
                <a:ext uri="{FF2B5EF4-FFF2-40B4-BE49-F238E27FC236}">
                  <a16:creationId xmlns:a16="http://schemas.microsoft.com/office/drawing/2014/main" id="{5BCF6998-6DDF-3B13-73D8-42F712F99DC5}"/>
                </a:ext>
              </a:extLst>
            </p:cNvPr>
            <p:cNvSpPr>
              <a:spLocks noGrp="1"/>
            </p:cNvSpPr>
            <p:nvPr/>
          </p:nvSpPr>
          <p:spPr>
            <a:xfrm>
              <a:off x="5753754" y="1825015"/>
              <a:ext cx="112655" cy="14856"/>
            </a:xfrm>
            <a:custGeom>
              <a:avLst/>
              <a:gdLst/>
              <a:ahLst/>
              <a:cxnLst/>
              <a:rect l="0" t="0" r="0" b="0"/>
              <a:pathLst>
                <a:path w="112655" h="14856">
                  <a:moveTo>
                    <a:pt x="0" y="14856"/>
                  </a:moveTo>
                  <a:lnTo>
                    <a:pt x="1126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8" name="Candidate_receptor__3177">
              <a:extLst>
                <a:ext uri="{FF2B5EF4-FFF2-40B4-BE49-F238E27FC236}">
                  <a16:creationId xmlns:a16="http://schemas.microsoft.com/office/drawing/2014/main" id="{62D0076F-D058-9B18-8F59-FD862C7A9938}"/>
                </a:ext>
              </a:extLst>
            </p:cNvPr>
            <p:cNvSpPr>
              <a:spLocks noGrp="1"/>
            </p:cNvSpPr>
            <p:nvPr/>
          </p:nvSpPr>
          <p:spPr>
            <a:xfrm>
              <a:off x="5583469" y="3185789"/>
              <a:ext cx="112764" cy="600"/>
            </a:xfrm>
            <a:custGeom>
              <a:avLst/>
              <a:gdLst/>
              <a:ahLst/>
              <a:cxnLst/>
              <a:rect l="0" t="0" r="0" b="0"/>
              <a:pathLst>
                <a:path w="112764" h="600">
                  <a:moveTo>
                    <a:pt x="0" y="600"/>
                  </a:moveTo>
                  <a:lnTo>
                    <a:pt x="11276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9" name="Candidate_receptor__3178">
              <a:extLst>
                <a:ext uri="{FF2B5EF4-FFF2-40B4-BE49-F238E27FC236}">
                  <a16:creationId xmlns:a16="http://schemas.microsoft.com/office/drawing/2014/main" id="{A8DE8350-E5C6-08D9-D096-0DAB9C197E98}"/>
                </a:ext>
              </a:extLst>
            </p:cNvPr>
            <p:cNvSpPr>
              <a:spLocks noGrp="1"/>
            </p:cNvSpPr>
            <p:nvPr/>
          </p:nvSpPr>
          <p:spPr>
            <a:xfrm>
              <a:off x="4986413" y="2005764"/>
              <a:ext cx="109528" cy="25106"/>
            </a:xfrm>
            <a:custGeom>
              <a:avLst/>
              <a:gdLst/>
              <a:ahLst/>
              <a:cxnLst/>
              <a:rect l="0" t="0" r="0" b="0"/>
              <a:pathLst>
                <a:path w="109528" h="25106">
                  <a:moveTo>
                    <a:pt x="109528" y="251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0" name="Candidate_receptor__3179">
              <a:extLst>
                <a:ext uri="{FF2B5EF4-FFF2-40B4-BE49-F238E27FC236}">
                  <a16:creationId xmlns:a16="http://schemas.microsoft.com/office/drawing/2014/main" id="{94752A70-271C-7B29-4114-E50DFDC15A56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089929"/>
              <a:ext cx="77906" cy="65417"/>
            </a:xfrm>
            <a:custGeom>
              <a:avLst/>
              <a:gdLst/>
              <a:ahLst/>
              <a:cxnLst/>
              <a:rect l="0" t="0" r="0" b="0"/>
              <a:pathLst>
                <a:path w="77906" h="65417">
                  <a:moveTo>
                    <a:pt x="0" y="65417"/>
                  </a:moveTo>
                  <a:lnTo>
                    <a:pt x="7790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1" name="Candidate_receptor__3180">
              <a:extLst>
                <a:ext uri="{FF2B5EF4-FFF2-40B4-BE49-F238E27FC236}">
                  <a16:creationId xmlns:a16="http://schemas.microsoft.com/office/drawing/2014/main" id="{C68159D0-B364-DEA7-FAFA-8D96A63070AB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7215"/>
              <a:ext cx="16492" cy="96194"/>
            </a:xfrm>
            <a:custGeom>
              <a:avLst/>
              <a:gdLst/>
              <a:ahLst/>
              <a:cxnLst/>
              <a:rect l="0" t="0" r="0" b="0"/>
              <a:pathLst>
                <a:path w="16492" h="96194">
                  <a:moveTo>
                    <a:pt x="16492" y="96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2" name="Candidate_receptor__3181">
              <a:extLst>
                <a:ext uri="{FF2B5EF4-FFF2-40B4-BE49-F238E27FC236}">
                  <a16:creationId xmlns:a16="http://schemas.microsoft.com/office/drawing/2014/main" id="{86195EF9-B79B-0434-A634-1A77E3FEF056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3960666"/>
              <a:ext cx="92501" cy="64257"/>
            </a:xfrm>
            <a:custGeom>
              <a:avLst/>
              <a:gdLst/>
              <a:ahLst/>
              <a:cxnLst/>
              <a:rect l="0" t="0" r="0" b="0"/>
              <a:pathLst>
                <a:path w="92501" h="64257">
                  <a:moveTo>
                    <a:pt x="92501" y="0"/>
                  </a:moveTo>
                  <a:lnTo>
                    <a:pt x="0" y="642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3" name="Candidate_receptor__3182">
              <a:extLst>
                <a:ext uri="{FF2B5EF4-FFF2-40B4-BE49-F238E27FC236}">
                  <a16:creationId xmlns:a16="http://schemas.microsoft.com/office/drawing/2014/main" id="{2EC18F60-46F8-46CA-B71A-ED891C218283}"/>
                </a:ext>
              </a:extLst>
            </p:cNvPr>
            <p:cNvSpPr>
              <a:spLocks noGrp="1"/>
            </p:cNvSpPr>
            <p:nvPr/>
          </p:nvSpPr>
          <p:spPr>
            <a:xfrm>
              <a:off x="4756095" y="3959397"/>
              <a:ext cx="64189" cy="14749"/>
            </a:xfrm>
            <a:custGeom>
              <a:avLst/>
              <a:gdLst/>
              <a:ahLst/>
              <a:cxnLst/>
              <a:rect l="0" t="0" r="0" b="0"/>
              <a:pathLst>
                <a:path w="64189" h="14749">
                  <a:moveTo>
                    <a:pt x="0" y="14749"/>
                  </a:moveTo>
                  <a:lnTo>
                    <a:pt x="6418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4" name="Candidate_receptor__3183">
              <a:extLst>
                <a:ext uri="{FF2B5EF4-FFF2-40B4-BE49-F238E27FC236}">
                  <a16:creationId xmlns:a16="http://schemas.microsoft.com/office/drawing/2014/main" id="{FB7A7587-8D13-0715-5649-1FEE32A3C20D}"/>
                </a:ext>
              </a:extLst>
            </p:cNvPr>
            <p:cNvSpPr>
              <a:spLocks noGrp="1"/>
            </p:cNvSpPr>
            <p:nvPr/>
          </p:nvSpPr>
          <p:spPr>
            <a:xfrm>
              <a:off x="5784624" y="1688774"/>
              <a:ext cx="8987" cy="5396"/>
            </a:xfrm>
            <a:custGeom>
              <a:avLst/>
              <a:gdLst/>
              <a:ahLst/>
              <a:cxnLst/>
              <a:rect l="0" t="0" r="0" b="0"/>
              <a:pathLst>
                <a:path w="8987" h="5396">
                  <a:moveTo>
                    <a:pt x="8987" y="53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5" name="Candidate_receptor__3184">
              <a:extLst>
                <a:ext uri="{FF2B5EF4-FFF2-40B4-BE49-F238E27FC236}">
                  <a16:creationId xmlns:a16="http://schemas.microsoft.com/office/drawing/2014/main" id="{EC802487-E0DC-8067-F128-77BD77832813}"/>
                </a:ext>
              </a:extLst>
            </p:cNvPr>
            <p:cNvSpPr>
              <a:spLocks noGrp="1"/>
            </p:cNvSpPr>
            <p:nvPr/>
          </p:nvSpPr>
          <p:spPr>
            <a:xfrm>
              <a:off x="4628127" y="5175193"/>
              <a:ext cx="111222" cy="25813"/>
            </a:xfrm>
            <a:custGeom>
              <a:avLst/>
              <a:gdLst/>
              <a:ahLst/>
              <a:cxnLst/>
              <a:rect l="0" t="0" r="0" b="0"/>
              <a:pathLst>
                <a:path w="111222" h="25813">
                  <a:moveTo>
                    <a:pt x="0" y="0"/>
                  </a:moveTo>
                  <a:lnTo>
                    <a:pt x="111222" y="258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6" name="Candidate_receptor__3185">
              <a:extLst>
                <a:ext uri="{FF2B5EF4-FFF2-40B4-BE49-F238E27FC236}">
                  <a16:creationId xmlns:a16="http://schemas.microsoft.com/office/drawing/2014/main" id="{032C6B79-D4AF-3DB4-DCE2-7902F9FD3621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20091" cy="22731"/>
            </a:xfrm>
            <a:custGeom>
              <a:avLst/>
              <a:gdLst/>
              <a:ahLst/>
              <a:cxnLst/>
              <a:rect l="0" t="0" r="0" b="0"/>
              <a:pathLst>
                <a:path w="20091" h="22731">
                  <a:moveTo>
                    <a:pt x="20091" y="227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7" name="Candidate_receptor__3186">
              <a:extLst>
                <a:ext uri="{FF2B5EF4-FFF2-40B4-BE49-F238E27FC236}">
                  <a16:creationId xmlns:a16="http://schemas.microsoft.com/office/drawing/2014/main" id="{A87034F3-320B-0DE3-1CB8-BF0CC678DE9E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55090"/>
              <a:ext cx="10592" cy="54420"/>
            </a:xfrm>
            <a:custGeom>
              <a:avLst/>
              <a:gdLst/>
              <a:ahLst/>
              <a:cxnLst/>
              <a:rect l="0" t="0" r="0" b="0"/>
              <a:pathLst>
                <a:path w="10592" h="54420">
                  <a:moveTo>
                    <a:pt x="0" y="54420"/>
                  </a:moveTo>
                  <a:lnTo>
                    <a:pt x="1059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8" name="Candidate_receptor__3187">
              <a:extLst>
                <a:ext uri="{FF2B5EF4-FFF2-40B4-BE49-F238E27FC236}">
                  <a16:creationId xmlns:a16="http://schemas.microsoft.com/office/drawing/2014/main" id="{645F04B1-F7F3-FD33-AC76-0D7715ECD941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557942"/>
              <a:ext cx="35594" cy="68352"/>
            </a:xfrm>
            <a:custGeom>
              <a:avLst/>
              <a:gdLst/>
              <a:ahLst/>
              <a:cxnLst/>
              <a:rect l="0" t="0" r="0" b="0"/>
              <a:pathLst>
                <a:path w="35594" h="68352">
                  <a:moveTo>
                    <a:pt x="35594" y="0"/>
                  </a:moveTo>
                  <a:lnTo>
                    <a:pt x="0" y="6835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9" name="Candidate_receptor__3188">
              <a:extLst>
                <a:ext uri="{FF2B5EF4-FFF2-40B4-BE49-F238E27FC236}">
                  <a16:creationId xmlns:a16="http://schemas.microsoft.com/office/drawing/2014/main" id="{20E388E8-323C-C5F1-8228-6F3B3921B9EF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5886"/>
              <a:ext cx="6127" cy="5747"/>
            </a:xfrm>
            <a:custGeom>
              <a:avLst/>
              <a:gdLst/>
              <a:ahLst/>
              <a:cxnLst/>
              <a:rect l="0" t="0" r="0" b="0"/>
              <a:pathLst>
                <a:path w="6127" h="5747">
                  <a:moveTo>
                    <a:pt x="0" y="5747"/>
                  </a:moveTo>
                  <a:lnTo>
                    <a:pt x="612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90" name="Candidate_receptor__3189">
              <a:extLst>
                <a:ext uri="{FF2B5EF4-FFF2-40B4-BE49-F238E27FC236}">
                  <a16:creationId xmlns:a16="http://schemas.microsoft.com/office/drawing/2014/main" id="{8F56DAF6-3AE5-2B5B-95FE-F36D111D95D2}"/>
                </a:ext>
              </a:extLst>
            </p:cNvPr>
            <p:cNvSpPr>
              <a:spLocks noGrp="1"/>
            </p:cNvSpPr>
            <p:nvPr/>
          </p:nvSpPr>
          <p:spPr>
            <a:xfrm>
              <a:off x="3966357" y="2656714"/>
              <a:ext cx="27178" cy="96714"/>
            </a:xfrm>
            <a:custGeom>
              <a:avLst/>
              <a:gdLst/>
              <a:ahLst/>
              <a:cxnLst/>
              <a:rect l="0" t="0" r="0" b="0"/>
              <a:pathLst>
                <a:path w="27178" h="96714">
                  <a:moveTo>
                    <a:pt x="0" y="0"/>
                  </a:moveTo>
                  <a:lnTo>
                    <a:pt x="27178" y="96714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1" name="Candidate_receptor__3190">
              <a:extLst>
                <a:ext uri="{FF2B5EF4-FFF2-40B4-BE49-F238E27FC236}">
                  <a16:creationId xmlns:a16="http://schemas.microsoft.com/office/drawing/2014/main" id="{E5507127-063A-9667-7D23-E1481011C263}"/>
                </a:ext>
              </a:extLst>
            </p:cNvPr>
            <p:cNvSpPr>
              <a:spLocks noGrp="1"/>
            </p:cNvSpPr>
            <p:nvPr/>
          </p:nvSpPr>
          <p:spPr>
            <a:xfrm>
              <a:off x="5070760" y="2615524"/>
              <a:ext cx="113090" cy="19870"/>
            </a:xfrm>
            <a:custGeom>
              <a:avLst/>
              <a:gdLst/>
              <a:ahLst/>
              <a:cxnLst/>
              <a:rect l="0" t="0" r="0" b="0"/>
              <a:pathLst>
                <a:path w="113090" h="19870">
                  <a:moveTo>
                    <a:pt x="113090" y="1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2" name="Candidate_receptor__3191">
              <a:extLst>
                <a:ext uri="{FF2B5EF4-FFF2-40B4-BE49-F238E27FC236}">
                  <a16:creationId xmlns:a16="http://schemas.microsoft.com/office/drawing/2014/main" id="{6AB37A7C-EE23-9132-77A2-12072775CA2C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80274"/>
              <a:ext cx="8228" cy="113951"/>
            </a:xfrm>
            <a:custGeom>
              <a:avLst/>
              <a:gdLst/>
              <a:ahLst/>
              <a:cxnLst/>
              <a:rect l="0" t="0" r="0" b="0"/>
              <a:pathLst>
                <a:path w="8228" h="113951">
                  <a:moveTo>
                    <a:pt x="8228" y="113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193" name="Candidate_receptor__3192">
              <a:extLst>
                <a:ext uri="{FF2B5EF4-FFF2-40B4-BE49-F238E27FC236}">
                  <a16:creationId xmlns:a16="http://schemas.microsoft.com/office/drawing/2014/main" id="{98835ABF-51E3-E7FD-A0D1-DB588DAE645F}"/>
                </a:ext>
              </a:extLst>
            </p:cNvPr>
            <p:cNvSpPr>
              <a:spLocks noGrp="1"/>
            </p:cNvSpPr>
            <p:nvPr/>
          </p:nvSpPr>
          <p:spPr>
            <a:xfrm>
              <a:off x="5567000" y="3327341"/>
              <a:ext cx="113709" cy="7788"/>
            </a:xfrm>
            <a:custGeom>
              <a:avLst/>
              <a:gdLst/>
              <a:ahLst/>
              <a:cxnLst/>
              <a:rect l="0" t="0" r="0" b="0"/>
              <a:pathLst>
                <a:path w="113709" h="7788">
                  <a:moveTo>
                    <a:pt x="0" y="0"/>
                  </a:moveTo>
                  <a:lnTo>
                    <a:pt x="113709" y="7788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4" name="Candidate_receptor__3193">
              <a:extLst>
                <a:ext uri="{FF2B5EF4-FFF2-40B4-BE49-F238E27FC236}">
                  <a16:creationId xmlns:a16="http://schemas.microsoft.com/office/drawing/2014/main" id="{969ACFAA-0B3B-E9CF-D0F9-4DC851745FB9}"/>
                </a:ext>
              </a:extLst>
            </p:cNvPr>
            <p:cNvSpPr>
              <a:spLocks noGrp="1"/>
            </p:cNvSpPr>
            <p:nvPr/>
          </p:nvSpPr>
          <p:spPr>
            <a:xfrm>
              <a:off x="5963848" y="3960666"/>
              <a:ext cx="69782" cy="66095"/>
            </a:xfrm>
            <a:custGeom>
              <a:avLst/>
              <a:gdLst/>
              <a:ahLst/>
              <a:cxnLst/>
              <a:rect l="0" t="0" r="0" b="0"/>
              <a:pathLst>
                <a:path w="69782" h="66095">
                  <a:moveTo>
                    <a:pt x="69782" y="66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5" name="Candidate_receptor__3194">
              <a:extLst>
                <a:ext uri="{FF2B5EF4-FFF2-40B4-BE49-F238E27FC236}">
                  <a16:creationId xmlns:a16="http://schemas.microsoft.com/office/drawing/2014/main" id="{73C7AE59-B089-5321-CA52-C078F47A49D0}"/>
                </a:ext>
              </a:extLst>
            </p:cNvPr>
            <p:cNvSpPr>
              <a:spLocks noGrp="1"/>
            </p:cNvSpPr>
            <p:nvPr/>
          </p:nvSpPr>
          <p:spPr>
            <a:xfrm>
              <a:off x="5781842" y="4184337"/>
              <a:ext cx="34803" cy="109860"/>
            </a:xfrm>
            <a:custGeom>
              <a:avLst/>
              <a:gdLst/>
              <a:ahLst/>
              <a:cxnLst/>
              <a:rect l="0" t="0" r="0" b="0"/>
              <a:pathLst>
                <a:path w="34803" h="109860">
                  <a:moveTo>
                    <a:pt x="34803" y="0"/>
                  </a:moveTo>
                  <a:lnTo>
                    <a:pt x="0" y="10986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6" name="Candidate_receptor__3195">
              <a:extLst>
                <a:ext uri="{FF2B5EF4-FFF2-40B4-BE49-F238E27FC236}">
                  <a16:creationId xmlns:a16="http://schemas.microsoft.com/office/drawing/2014/main" id="{A02F4EE4-D66D-9CBC-B1FB-8557652B1932}"/>
                </a:ext>
              </a:extLst>
            </p:cNvPr>
            <p:cNvSpPr>
              <a:spLocks noGrp="1"/>
            </p:cNvSpPr>
            <p:nvPr/>
          </p:nvSpPr>
          <p:spPr>
            <a:xfrm>
              <a:off x="5868926" y="3620444"/>
              <a:ext cx="86742" cy="34867"/>
            </a:xfrm>
            <a:custGeom>
              <a:avLst/>
              <a:gdLst/>
              <a:ahLst/>
              <a:cxnLst/>
              <a:rect l="0" t="0" r="0" b="0"/>
              <a:pathLst>
                <a:path w="86742" h="34867">
                  <a:moveTo>
                    <a:pt x="86742" y="34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7" name="Candidate_receptor__3196">
              <a:extLst>
                <a:ext uri="{FF2B5EF4-FFF2-40B4-BE49-F238E27FC236}">
                  <a16:creationId xmlns:a16="http://schemas.microsoft.com/office/drawing/2014/main" id="{C3CC0072-26D4-DC13-B5D4-512A8A609AE3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323582"/>
              <a:ext cx="9521" cy="110436"/>
            </a:xfrm>
            <a:custGeom>
              <a:avLst/>
              <a:gdLst/>
              <a:ahLst/>
              <a:cxnLst/>
              <a:rect l="0" t="0" r="0" b="0"/>
              <a:pathLst>
                <a:path w="9521" h="110436">
                  <a:moveTo>
                    <a:pt x="9521" y="0"/>
                  </a:moveTo>
                  <a:lnTo>
                    <a:pt x="0" y="110436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8" name="Candidate_receptor__3197">
              <a:extLst>
                <a:ext uri="{FF2B5EF4-FFF2-40B4-BE49-F238E27FC236}">
                  <a16:creationId xmlns:a16="http://schemas.microsoft.com/office/drawing/2014/main" id="{07CC5353-F63C-E5F9-5B4C-8B119074874C}"/>
                </a:ext>
              </a:extLst>
            </p:cNvPr>
            <p:cNvSpPr>
              <a:spLocks noGrp="1"/>
            </p:cNvSpPr>
            <p:nvPr/>
          </p:nvSpPr>
          <p:spPr>
            <a:xfrm>
              <a:off x="5525074" y="3125625"/>
              <a:ext cx="58395" cy="60763"/>
            </a:xfrm>
            <a:custGeom>
              <a:avLst/>
              <a:gdLst/>
              <a:ahLst/>
              <a:cxnLst/>
              <a:rect l="0" t="0" r="0" b="0"/>
              <a:pathLst>
                <a:path w="58395" h="60763">
                  <a:moveTo>
                    <a:pt x="0" y="0"/>
                  </a:moveTo>
                  <a:lnTo>
                    <a:pt x="58395" y="6076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9" name="Candidate_receptor__3198">
              <a:extLst>
                <a:ext uri="{FF2B5EF4-FFF2-40B4-BE49-F238E27FC236}">
                  <a16:creationId xmlns:a16="http://schemas.microsoft.com/office/drawing/2014/main" id="{9E2A2D41-141E-F2DA-DDBC-E363CA7B6A9E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26761"/>
              <a:ext cx="35062" cy="94566"/>
            </a:xfrm>
            <a:custGeom>
              <a:avLst/>
              <a:gdLst/>
              <a:ahLst/>
              <a:cxnLst/>
              <a:rect l="0" t="0" r="0" b="0"/>
              <a:pathLst>
                <a:path w="35062" h="94566">
                  <a:moveTo>
                    <a:pt x="0" y="94566"/>
                  </a:moveTo>
                  <a:lnTo>
                    <a:pt x="3506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00" name="Candidate_receptor__3199">
              <a:extLst>
                <a:ext uri="{FF2B5EF4-FFF2-40B4-BE49-F238E27FC236}">
                  <a16:creationId xmlns:a16="http://schemas.microsoft.com/office/drawing/2014/main" id="{5846219F-DF96-4076-3CFE-BB770FC1BCD2}"/>
                </a:ext>
              </a:extLst>
            </p:cNvPr>
            <p:cNvSpPr>
              <a:spLocks noGrp="1"/>
            </p:cNvSpPr>
            <p:nvPr/>
          </p:nvSpPr>
          <p:spPr>
            <a:xfrm>
              <a:off x="4589470" y="2894224"/>
              <a:ext cx="100541" cy="56473"/>
            </a:xfrm>
            <a:custGeom>
              <a:avLst/>
              <a:gdLst/>
              <a:ahLst/>
              <a:cxnLst/>
              <a:rect l="0" t="0" r="0" b="0"/>
              <a:pathLst>
                <a:path w="100541" h="56473">
                  <a:moveTo>
                    <a:pt x="0" y="56473"/>
                  </a:moveTo>
                  <a:lnTo>
                    <a:pt x="10054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1" name="Candidate_receptor__3200">
              <a:extLst>
                <a:ext uri="{FF2B5EF4-FFF2-40B4-BE49-F238E27FC236}">
                  <a16:creationId xmlns:a16="http://schemas.microsoft.com/office/drawing/2014/main" id="{0203ACC3-AD57-9238-CBC1-008D46C3451B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45278"/>
              <a:ext cx="78260" cy="24493"/>
            </a:xfrm>
            <a:custGeom>
              <a:avLst/>
              <a:gdLst/>
              <a:ahLst/>
              <a:cxnLst/>
              <a:rect l="0" t="0" r="0" b="0"/>
              <a:pathLst>
                <a:path w="78260" h="24493">
                  <a:moveTo>
                    <a:pt x="78260" y="244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2" name="Candidate_receptor__3201">
              <a:extLst>
                <a:ext uri="{FF2B5EF4-FFF2-40B4-BE49-F238E27FC236}">
                  <a16:creationId xmlns:a16="http://schemas.microsoft.com/office/drawing/2014/main" id="{E7E73683-8D3A-ECA6-79C7-9B63562DD3B9}"/>
                </a:ext>
              </a:extLst>
            </p:cNvPr>
            <p:cNvSpPr>
              <a:spLocks noGrp="1"/>
            </p:cNvSpPr>
            <p:nvPr/>
          </p:nvSpPr>
          <p:spPr>
            <a:xfrm>
              <a:off x="5896040" y="2944876"/>
              <a:ext cx="114261" cy="8306"/>
            </a:xfrm>
            <a:custGeom>
              <a:avLst/>
              <a:gdLst/>
              <a:ahLst/>
              <a:cxnLst/>
              <a:rect l="0" t="0" r="0" b="0"/>
              <a:pathLst>
                <a:path w="114261" h="8306">
                  <a:moveTo>
                    <a:pt x="0" y="8306"/>
                  </a:moveTo>
                  <a:lnTo>
                    <a:pt x="11426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3" name="Candidate_receptor__3202">
              <a:extLst>
                <a:ext uri="{FF2B5EF4-FFF2-40B4-BE49-F238E27FC236}">
                  <a16:creationId xmlns:a16="http://schemas.microsoft.com/office/drawing/2014/main" id="{59CFA1FA-4F90-8E86-796C-BA7FB3E6FB6F}"/>
                </a:ext>
              </a:extLst>
            </p:cNvPr>
            <p:cNvSpPr>
              <a:spLocks noGrp="1"/>
            </p:cNvSpPr>
            <p:nvPr/>
          </p:nvSpPr>
          <p:spPr>
            <a:xfrm>
              <a:off x="6288297" y="3851537"/>
              <a:ext cx="66610" cy="50906"/>
            </a:xfrm>
            <a:custGeom>
              <a:avLst/>
              <a:gdLst/>
              <a:ahLst/>
              <a:cxnLst/>
              <a:rect l="0" t="0" r="0" b="0"/>
              <a:pathLst>
                <a:path w="66610" h="50906">
                  <a:moveTo>
                    <a:pt x="66610" y="509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4" name="Candidate_receptor__3203">
              <a:extLst>
                <a:ext uri="{FF2B5EF4-FFF2-40B4-BE49-F238E27FC236}">
                  <a16:creationId xmlns:a16="http://schemas.microsoft.com/office/drawing/2014/main" id="{D4298862-2A96-CE2C-132D-3378FEA51EFC}"/>
                </a:ext>
              </a:extLst>
            </p:cNvPr>
            <p:cNvSpPr>
              <a:spLocks noGrp="1"/>
            </p:cNvSpPr>
            <p:nvPr/>
          </p:nvSpPr>
          <p:spPr>
            <a:xfrm>
              <a:off x="5676276" y="2423014"/>
              <a:ext cx="4685" cy="107936"/>
            </a:xfrm>
            <a:custGeom>
              <a:avLst/>
              <a:gdLst/>
              <a:ahLst/>
              <a:cxnLst/>
              <a:rect l="0" t="0" r="0" b="0"/>
              <a:pathLst>
                <a:path w="4685" h="107936">
                  <a:moveTo>
                    <a:pt x="0" y="107936"/>
                  </a:moveTo>
                  <a:lnTo>
                    <a:pt x="4685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5" name="Candidate_receptor__3204">
              <a:extLst>
                <a:ext uri="{FF2B5EF4-FFF2-40B4-BE49-F238E27FC236}">
                  <a16:creationId xmlns:a16="http://schemas.microsoft.com/office/drawing/2014/main" id="{42E94696-DE7A-670A-A728-F563C5113B25}"/>
                </a:ext>
              </a:extLst>
            </p:cNvPr>
            <p:cNvSpPr>
              <a:spLocks noGrp="1"/>
            </p:cNvSpPr>
            <p:nvPr/>
          </p:nvSpPr>
          <p:spPr>
            <a:xfrm>
              <a:off x="5579161" y="2386965"/>
              <a:ext cx="101801" cy="36049"/>
            </a:xfrm>
            <a:custGeom>
              <a:avLst/>
              <a:gdLst/>
              <a:ahLst/>
              <a:cxnLst/>
              <a:rect l="0" t="0" r="0" b="0"/>
              <a:pathLst>
                <a:path w="101801" h="36049">
                  <a:moveTo>
                    <a:pt x="101801" y="36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06" name="Candidate_receptor__3205">
              <a:extLst>
                <a:ext uri="{FF2B5EF4-FFF2-40B4-BE49-F238E27FC236}">
                  <a16:creationId xmlns:a16="http://schemas.microsoft.com/office/drawing/2014/main" id="{4364CF2F-B765-3F6E-7D39-9DD0179B87E6}"/>
                </a:ext>
              </a:extLst>
            </p:cNvPr>
            <p:cNvSpPr>
              <a:spLocks noGrp="1"/>
            </p:cNvSpPr>
            <p:nvPr/>
          </p:nvSpPr>
          <p:spPr>
            <a:xfrm>
              <a:off x="4783342" y="4086655"/>
              <a:ext cx="109811" cy="32624"/>
            </a:xfrm>
            <a:custGeom>
              <a:avLst/>
              <a:gdLst/>
              <a:ahLst/>
              <a:cxnLst/>
              <a:rect l="0" t="0" r="0" b="0"/>
              <a:pathLst>
                <a:path w="109811" h="32624">
                  <a:moveTo>
                    <a:pt x="0" y="32624"/>
                  </a:moveTo>
                  <a:lnTo>
                    <a:pt x="10981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7" name="Candidate_receptor__3206">
              <a:extLst>
                <a:ext uri="{FF2B5EF4-FFF2-40B4-BE49-F238E27FC236}">
                  <a16:creationId xmlns:a16="http://schemas.microsoft.com/office/drawing/2014/main" id="{032EB42E-AC7E-AA5A-6D4F-B2D8B926C829}"/>
                </a:ext>
              </a:extLst>
            </p:cNvPr>
            <p:cNvSpPr>
              <a:spLocks noGrp="1"/>
            </p:cNvSpPr>
            <p:nvPr/>
          </p:nvSpPr>
          <p:spPr>
            <a:xfrm>
              <a:off x="5312781" y="1843858"/>
              <a:ext cx="110063" cy="15179"/>
            </a:xfrm>
            <a:custGeom>
              <a:avLst/>
              <a:gdLst/>
              <a:ahLst/>
              <a:cxnLst/>
              <a:rect l="0" t="0" r="0" b="0"/>
              <a:pathLst>
                <a:path w="110063" h="15179">
                  <a:moveTo>
                    <a:pt x="110063" y="1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8" name="Candidate_receptor__3207">
              <a:extLst>
                <a:ext uri="{FF2B5EF4-FFF2-40B4-BE49-F238E27FC236}">
                  <a16:creationId xmlns:a16="http://schemas.microsoft.com/office/drawing/2014/main" id="{A1E2CC5B-E1DC-CE85-22E5-88A2C9A70322}"/>
                </a:ext>
              </a:extLst>
            </p:cNvPr>
            <p:cNvSpPr>
              <a:spLocks noGrp="1"/>
            </p:cNvSpPr>
            <p:nvPr/>
          </p:nvSpPr>
          <p:spPr>
            <a:xfrm>
              <a:off x="5030445" y="2181969"/>
              <a:ext cx="3696" cy="103771"/>
            </a:xfrm>
            <a:custGeom>
              <a:avLst/>
              <a:gdLst/>
              <a:ahLst/>
              <a:cxnLst/>
              <a:rect l="0" t="0" r="0" b="0"/>
              <a:pathLst>
                <a:path w="3696" h="103771">
                  <a:moveTo>
                    <a:pt x="0" y="103771"/>
                  </a:moveTo>
                  <a:lnTo>
                    <a:pt x="3696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9" name="Candidate_receptor__3208">
              <a:extLst>
                <a:ext uri="{FF2B5EF4-FFF2-40B4-BE49-F238E27FC236}">
                  <a16:creationId xmlns:a16="http://schemas.microsoft.com/office/drawing/2014/main" id="{559E1DB4-579F-434D-5B62-F7F68F558083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8245"/>
              <a:ext cx="29826" cy="96830"/>
            </a:xfrm>
            <a:custGeom>
              <a:avLst/>
              <a:gdLst/>
              <a:ahLst/>
              <a:cxnLst/>
              <a:rect l="0" t="0" r="0" b="0"/>
              <a:pathLst>
                <a:path w="29826" h="96830">
                  <a:moveTo>
                    <a:pt x="0" y="0"/>
                  </a:moveTo>
                  <a:lnTo>
                    <a:pt x="29826" y="9683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0" name="Candidate_receptor__3209">
              <a:extLst>
                <a:ext uri="{FF2B5EF4-FFF2-40B4-BE49-F238E27FC236}">
                  <a16:creationId xmlns:a16="http://schemas.microsoft.com/office/drawing/2014/main" id="{BAD2A53B-4CC2-9CF8-70A6-597082A4899B}"/>
                </a:ext>
              </a:extLst>
            </p:cNvPr>
            <p:cNvSpPr>
              <a:spLocks noGrp="1"/>
            </p:cNvSpPr>
            <p:nvPr/>
          </p:nvSpPr>
          <p:spPr>
            <a:xfrm>
              <a:off x="6049170" y="2156693"/>
              <a:ext cx="1108" cy="35522"/>
            </a:xfrm>
            <a:custGeom>
              <a:avLst/>
              <a:gdLst/>
              <a:ahLst/>
              <a:cxnLst/>
              <a:rect l="0" t="0" r="0" b="0"/>
              <a:pathLst>
                <a:path w="1108" h="35522">
                  <a:moveTo>
                    <a:pt x="1108" y="0"/>
                  </a:moveTo>
                  <a:lnTo>
                    <a:pt x="0" y="35522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1" name="Candidate_receptor__3210">
              <a:extLst>
                <a:ext uri="{FF2B5EF4-FFF2-40B4-BE49-F238E27FC236}">
                  <a16:creationId xmlns:a16="http://schemas.microsoft.com/office/drawing/2014/main" id="{7D1E7A70-2462-E90E-5F09-60B3A780A64C}"/>
                </a:ext>
              </a:extLst>
            </p:cNvPr>
            <p:cNvSpPr>
              <a:spLocks noGrp="1"/>
            </p:cNvSpPr>
            <p:nvPr/>
          </p:nvSpPr>
          <p:spPr>
            <a:xfrm>
              <a:off x="5576330" y="3615921"/>
              <a:ext cx="52802" cy="7821"/>
            </a:xfrm>
            <a:custGeom>
              <a:avLst/>
              <a:gdLst/>
              <a:ahLst/>
              <a:cxnLst/>
              <a:rect l="0" t="0" r="0" b="0"/>
              <a:pathLst>
                <a:path w="52802" h="7821">
                  <a:moveTo>
                    <a:pt x="0" y="0"/>
                  </a:moveTo>
                  <a:lnTo>
                    <a:pt x="52802" y="7821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2" name="Candidate_receptor__3211">
              <a:extLst>
                <a:ext uri="{FF2B5EF4-FFF2-40B4-BE49-F238E27FC236}">
                  <a16:creationId xmlns:a16="http://schemas.microsoft.com/office/drawing/2014/main" id="{CB43CC3D-1A72-FEC1-9736-8D49826E7253}"/>
                </a:ext>
              </a:extLst>
            </p:cNvPr>
            <p:cNvSpPr>
              <a:spLocks noGrp="1"/>
            </p:cNvSpPr>
            <p:nvPr/>
          </p:nvSpPr>
          <p:spPr>
            <a:xfrm>
              <a:off x="5866409" y="1733081"/>
              <a:ext cx="35333" cy="91934"/>
            </a:xfrm>
            <a:custGeom>
              <a:avLst/>
              <a:gdLst/>
              <a:ahLst/>
              <a:cxnLst/>
              <a:rect l="0" t="0" r="0" b="0"/>
              <a:pathLst>
                <a:path w="35333" h="91934">
                  <a:moveTo>
                    <a:pt x="0" y="91934"/>
                  </a:moveTo>
                  <a:lnTo>
                    <a:pt x="35333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3" name="Candidate_receptor__3212">
              <a:extLst>
                <a:ext uri="{FF2B5EF4-FFF2-40B4-BE49-F238E27FC236}">
                  <a16:creationId xmlns:a16="http://schemas.microsoft.com/office/drawing/2014/main" id="{E7D9AACA-0B21-FF70-5C3E-7457567F612C}"/>
                </a:ext>
              </a:extLst>
            </p:cNvPr>
            <p:cNvSpPr>
              <a:spLocks noGrp="1"/>
            </p:cNvSpPr>
            <p:nvPr/>
          </p:nvSpPr>
          <p:spPr>
            <a:xfrm>
              <a:off x="5549517" y="3461261"/>
              <a:ext cx="85716" cy="8107"/>
            </a:xfrm>
            <a:custGeom>
              <a:avLst/>
              <a:gdLst/>
              <a:ahLst/>
              <a:cxnLst/>
              <a:rect l="0" t="0" r="0" b="0"/>
              <a:pathLst>
                <a:path w="85716" h="8107">
                  <a:moveTo>
                    <a:pt x="0" y="0"/>
                  </a:moveTo>
                  <a:lnTo>
                    <a:pt x="85716" y="8107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4" name="Candidate_receptor__3213">
              <a:extLst>
                <a:ext uri="{FF2B5EF4-FFF2-40B4-BE49-F238E27FC236}">
                  <a16:creationId xmlns:a16="http://schemas.microsoft.com/office/drawing/2014/main" id="{24C8675A-B334-DB3B-E301-2F9F540A37F9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32628" cy="46825"/>
            </a:xfrm>
            <a:custGeom>
              <a:avLst/>
              <a:gdLst/>
              <a:ahLst/>
              <a:cxnLst/>
              <a:rect l="0" t="0" r="0" b="0"/>
              <a:pathLst>
                <a:path w="32628" h="46825">
                  <a:moveTo>
                    <a:pt x="0" y="0"/>
                  </a:moveTo>
                  <a:lnTo>
                    <a:pt x="32628" y="46825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5" name="Candidate_receptor__3214">
              <a:extLst>
                <a:ext uri="{FF2B5EF4-FFF2-40B4-BE49-F238E27FC236}">
                  <a16:creationId xmlns:a16="http://schemas.microsoft.com/office/drawing/2014/main" id="{30BF2D51-5147-944F-E9B0-74D0920006FB}"/>
                </a:ext>
              </a:extLst>
            </p:cNvPr>
            <p:cNvSpPr>
              <a:spLocks noGrp="1"/>
            </p:cNvSpPr>
            <p:nvPr/>
          </p:nvSpPr>
          <p:spPr>
            <a:xfrm>
              <a:off x="4833848" y="2841432"/>
              <a:ext cx="48503" cy="84775"/>
            </a:xfrm>
            <a:custGeom>
              <a:avLst/>
              <a:gdLst/>
              <a:ahLst/>
              <a:cxnLst/>
              <a:rect l="0" t="0" r="0" b="0"/>
              <a:pathLst>
                <a:path w="48503" h="84775">
                  <a:moveTo>
                    <a:pt x="48503" y="847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6" name="Candidate_receptor__3215">
              <a:extLst>
                <a:ext uri="{FF2B5EF4-FFF2-40B4-BE49-F238E27FC236}">
                  <a16:creationId xmlns:a16="http://schemas.microsoft.com/office/drawing/2014/main" id="{0C393C8C-D722-D77E-F182-AFCEDB943868}"/>
                </a:ext>
              </a:extLst>
            </p:cNvPr>
            <p:cNvSpPr>
              <a:spLocks noGrp="1"/>
            </p:cNvSpPr>
            <p:nvPr/>
          </p:nvSpPr>
          <p:spPr>
            <a:xfrm>
              <a:off x="6129519" y="3330511"/>
              <a:ext cx="30845" cy="94263"/>
            </a:xfrm>
            <a:custGeom>
              <a:avLst/>
              <a:gdLst/>
              <a:ahLst/>
              <a:cxnLst/>
              <a:rect l="0" t="0" r="0" b="0"/>
              <a:pathLst>
                <a:path w="30845" h="94263">
                  <a:moveTo>
                    <a:pt x="30845" y="0"/>
                  </a:moveTo>
                  <a:lnTo>
                    <a:pt x="0" y="94263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3217" name="Candidate_receptor__3216">
              <a:extLst>
                <a:ext uri="{FF2B5EF4-FFF2-40B4-BE49-F238E27FC236}">
                  <a16:creationId xmlns:a16="http://schemas.microsoft.com/office/drawing/2014/main" id="{176DC1AC-B68C-6E1F-DA7C-0AC689633C46}"/>
                </a:ext>
              </a:extLst>
            </p:cNvPr>
            <p:cNvSpPr>
              <a:spLocks noGrp="1"/>
            </p:cNvSpPr>
            <p:nvPr/>
          </p:nvSpPr>
          <p:spPr>
            <a:xfrm>
              <a:off x="5390560" y="3132784"/>
              <a:ext cx="19563" cy="92013"/>
            </a:xfrm>
            <a:custGeom>
              <a:avLst/>
              <a:gdLst/>
              <a:ahLst/>
              <a:cxnLst/>
              <a:rect l="0" t="0" r="0" b="0"/>
              <a:pathLst>
                <a:path w="19563" h="92013">
                  <a:moveTo>
                    <a:pt x="0" y="92013"/>
                  </a:moveTo>
                  <a:lnTo>
                    <a:pt x="19563" y="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3218" name="Candidate_receptor__3217">
              <a:extLst>
                <a:ext uri="{FF2B5EF4-FFF2-40B4-BE49-F238E27FC236}">
                  <a16:creationId xmlns:a16="http://schemas.microsoft.com/office/drawing/2014/main" id="{B24CF43F-284A-1F84-7A37-36668E5C5B5B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09647"/>
              <a:ext cx="28952" cy="75560"/>
            </a:xfrm>
            <a:custGeom>
              <a:avLst/>
              <a:gdLst/>
              <a:ahLst/>
              <a:cxnLst/>
              <a:rect l="0" t="0" r="0" b="0"/>
              <a:pathLst>
                <a:path w="28952" h="75560">
                  <a:moveTo>
                    <a:pt x="28952" y="0"/>
                  </a:moveTo>
                  <a:lnTo>
                    <a:pt x="0" y="7556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3219" name="Candidate_receptor__3218">
              <a:extLst>
                <a:ext uri="{FF2B5EF4-FFF2-40B4-BE49-F238E27FC236}">
                  <a16:creationId xmlns:a16="http://schemas.microsoft.com/office/drawing/2014/main" id="{1C5CE4D1-2EEB-A699-7FD9-C95854AC9070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79961"/>
              <a:ext cx="95225" cy="19876"/>
            </a:xfrm>
            <a:custGeom>
              <a:avLst/>
              <a:gdLst/>
              <a:ahLst/>
              <a:cxnLst/>
              <a:rect l="0" t="0" r="0" b="0"/>
              <a:pathLst>
                <a:path w="95225" h="19876">
                  <a:moveTo>
                    <a:pt x="0" y="19876"/>
                  </a:moveTo>
                  <a:lnTo>
                    <a:pt x="95225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3220" name="Candidate_receptor__3219">
              <a:extLst>
                <a:ext uri="{FF2B5EF4-FFF2-40B4-BE49-F238E27FC236}">
                  <a16:creationId xmlns:a16="http://schemas.microsoft.com/office/drawing/2014/main" id="{589EB536-B87D-F1AF-FB3C-42CF2062EE3B}"/>
                </a:ext>
              </a:extLst>
            </p:cNvPr>
            <p:cNvSpPr>
              <a:spLocks noGrp="1"/>
            </p:cNvSpPr>
            <p:nvPr/>
          </p:nvSpPr>
          <p:spPr>
            <a:xfrm>
              <a:off x="6010300" y="2944876"/>
              <a:ext cx="79996" cy="69521"/>
            </a:xfrm>
            <a:custGeom>
              <a:avLst/>
              <a:gdLst/>
              <a:ahLst/>
              <a:cxnLst/>
              <a:rect l="0" t="0" r="0" b="0"/>
              <a:pathLst>
                <a:path w="79996" h="69521">
                  <a:moveTo>
                    <a:pt x="0" y="0"/>
                  </a:moveTo>
                  <a:lnTo>
                    <a:pt x="79996" y="695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1" name="Candidate_receptor__3220">
              <a:extLst>
                <a:ext uri="{FF2B5EF4-FFF2-40B4-BE49-F238E27FC236}">
                  <a16:creationId xmlns:a16="http://schemas.microsoft.com/office/drawing/2014/main" id="{BEA59AEF-D6FC-F8D0-04AA-AE0B4409DC7B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786042"/>
              <a:ext cx="43991" cy="36091"/>
            </a:xfrm>
            <a:custGeom>
              <a:avLst/>
              <a:gdLst/>
              <a:ahLst/>
              <a:cxnLst/>
              <a:rect l="0" t="0" r="0" b="0"/>
              <a:pathLst>
                <a:path w="43991" h="36091">
                  <a:moveTo>
                    <a:pt x="43991" y="0"/>
                  </a:moveTo>
                  <a:lnTo>
                    <a:pt x="0" y="3609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2" name="Candidate_receptor__3221">
              <a:extLst>
                <a:ext uri="{FF2B5EF4-FFF2-40B4-BE49-F238E27FC236}">
                  <a16:creationId xmlns:a16="http://schemas.microsoft.com/office/drawing/2014/main" id="{E40A5153-87BE-1FDC-F0D7-76C66FAF0C15}"/>
                </a:ext>
              </a:extLst>
            </p:cNvPr>
            <p:cNvSpPr>
              <a:spLocks noGrp="1"/>
            </p:cNvSpPr>
            <p:nvPr/>
          </p:nvSpPr>
          <p:spPr>
            <a:xfrm>
              <a:off x="5073438" y="2752923"/>
              <a:ext cx="47408" cy="18450"/>
            </a:xfrm>
            <a:custGeom>
              <a:avLst/>
              <a:gdLst/>
              <a:ahLst/>
              <a:cxnLst/>
              <a:rect l="0" t="0" r="0" b="0"/>
              <a:pathLst>
                <a:path w="47408" h="18450">
                  <a:moveTo>
                    <a:pt x="47408" y="18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3" name="Candidate_receptor__3222">
              <a:extLst>
                <a:ext uri="{FF2B5EF4-FFF2-40B4-BE49-F238E27FC236}">
                  <a16:creationId xmlns:a16="http://schemas.microsoft.com/office/drawing/2014/main" id="{1DFE95D9-6354-FD3B-F6F7-80239700DC60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123617"/>
              <a:ext cx="49134" cy="58352"/>
            </a:xfrm>
            <a:custGeom>
              <a:avLst/>
              <a:gdLst/>
              <a:ahLst/>
              <a:cxnLst/>
              <a:rect l="0" t="0" r="0" b="0"/>
              <a:pathLst>
                <a:path w="49134" h="58352">
                  <a:moveTo>
                    <a:pt x="49134" y="583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4" name="Candidate_receptor__3223">
              <a:extLst>
                <a:ext uri="{FF2B5EF4-FFF2-40B4-BE49-F238E27FC236}">
                  <a16:creationId xmlns:a16="http://schemas.microsoft.com/office/drawing/2014/main" id="{A9BC9A31-11D7-F028-0E9B-7D0487AC847B}"/>
                </a:ext>
              </a:extLst>
            </p:cNvPr>
            <p:cNvSpPr>
              <a:spLocks noGrp="1"/>
            </p:cNvSpPr>
            <p:nvPr/>
          </p:nvSpPr>
          <p:spPr>
            <a:xfrm>
              <a:off x="4820284" y="3913609"/>
              <a:ext cx="105012" cy="45787"/>
            </a:xfrm>
            <a:custGeom>
              <a:avLst/>
              <a:gdLst/>
              <a:ahLst/>
              <a:cxnLst/>
              <a:rect l="0" t="0" r="0" b="0"/>
              <a:pathLst>
                <a:path w="105012" h="45787">
                  <a:moveTo>
                    <a:pt x="0" y="45787"/>
                  </a:moveTo>
                  <a:lnTo>
                    <a:pt x="1050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5" name="Candidate_receptor__3224">
              <a:extLst>
                <a:ext uri="{FF2B5EF4-FFF2-40B4-BE49-F238E27FC236}">
                  <a16:creationId xmlns:a16="http://schemas.microsoft.com/office/drawing/2014/main" id="{D66F70D6-6410-79BA-34E6-D56CFE30B542}"/>
                </a:ext>
              </a:extLst>
            </p:cNvPr>
            <p:cNvSpPr>
              <a:spLocks noGrp="1"/>
            </p:cNvSpPr>
            <p:nvPr/>
          </p:nvSpPr>
          <p:spPr>
            <a:xfrm>
              <a:off x="5512018" y="2650649"/>
              <a:ext cx="94159" cy="52531"/>
            </a:xfrm>
            <a:custGeom>
              <a:avLst/>
              <a:gdLst/>
              <a:ahLst/>
              <a:cxnLst/>
              <a:rect l="0" t="0" r="0" b="0"/>
              <a:pathLst>
                <a:path w="94159" h="52531">
                  <a:moveTo>
                    <a:pt x="0" y="52531"/>
                  </a:moveTo>
                  <a:lnTo>
                    <a:pt x="9415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6" name="Candidate_receptor__3225">
              <a:extLst>
                <a:ext uri="{FF2B5EF4-FFF2-40B4-BE49-F238E27FC236}">
                  <a16:creationId xmlns:a16="http://schemas.microsoft.com/office/drawing/2014/main" id="{3F65FC61-034B-A295-12CE-4F0724A9F0B2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85208"/>
              <a:ext cx="11617" cy="96578"/>
            </a:xfrm>
            <a:custGeom>
              <a:avLst/>
              <a:gdLst/>
              <a:ahLst/>
              <a:cxnLst/>
              <a:rect l="0" t="0" r="0" b="0"/>
              <a:pathLst>
                <a:path w="11617" h="96578">
                  <a:moveTo>
                    <a:pt x="0" y="0"/>
                  </a:moveTo>
                  <a:lnTo>
                    <a:pt x="11617" y="9657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7" name="Candidate_receptor__3226">
              <a:extLst>
                <a:ext uri="{FF2B5EF4-FFF2-40B4-BE49-F238E27FC236}">
                  <a16:creationId xmlns:a16="http://schemas.microsoft.com/office/drawing/2014/main" id="{F24AD434-C03F-48B7-5175-ACABD2F3B203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139140"/>
              <a:ext cx="19227" cy="113290"/>
            </a:xfrm>
            <a:custGeom>
              <a:avLst/>
              <a:gdLst/>
              <a:ahLst/>
              <a:cxnLst/>
              <a:rect l="0" t="0" r="0" b="0"/>
              <a:pathLst>
                <a:path w="19227" h="113290">
                  <a:moveTo>
                    <a:pt x="0" y="113290"/>
                  </a:moveTo>
                  <a:lnTo>
                    <a:pt x="1922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8" name="Candidate_receptor__3227">
              <a:extLst>
                <a:ext uri="{FF2B5EF4-FFF2-40B4-BE49-F238E27FC236}">
                  <a16:creationId xmlns:a16="http://schemas.microsoft.com/office/drawing/2014/main" id="{7575B606-B490-8C99-ED32-4DB5F3B63728}"/>
                </a:ext>
              </a:extLst>
            </p:cNvPr>
            <p:cNvSpPr>
              <a:spLocks noGrp="1"/>
            </p:cNvSpPr>
            <p:nvPr/>
          </p:nvSpPr>
          <p:spPr>
            <a:xfrm>
              <a:off x="4915859" y="2285740"/>
              <a:ext cx="114586" cy="3658"/>
            </a:xfrm>
            <a:custGeom>
              <a:avLst/>
              <a:gdLst/>
              <a:ahLst/>
              <a:cxnLst/>
              <a:rect l="0" t="0" r="0" b="0"/>
              <a:pathLst>
                <a:path w="114586" h="3658">
                  <a:moveTo>
                    <a:pt x="0" y="3658"/>
                  </a:moveTo>
                  <a:lnTo>
                    <a:pt x="11458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9" name="Candidate_receptor__3228">
              <a:extLst>
                <a:ext uri="{FF2B5EF4-FFF2-40B4-BE49-F238E27FC236}">
                  <a16:creationId xmlns:a16="http://schemas.microsoft.com/office/drawing/2014/main" id="{B3599C65-E957-2577-EA07-29D91FCF2E95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09054"/>
              <a:ext cx="71812" cy="30123"/>
            </a:xfrm>
            <a:custGeom>
              <a:avLst/>
              <a:gdLst/>
              <a:ahLst/>
              <a:cxnLst/>
              <a:rect l="0" t="0" r="0" b="0"/>
              <a:pathLst>
                <a:path w="71812" h="30123">
                  <a:moveTo>
                    <a:pt x="0" y="30123"/>
                  </a:moveTo>
                  <a:lnTo>
                    <a:pt x="718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0" name="Candidate_receptor__3229">
              <a:extLst>
                <a:ext uri="{FF2B5EF4-FFF2-40B4-BE49-F238E27FC236}">
                  <a16:creationId xmlns:a16="http://schemas.microsoft.com/office/drawing/2014/main" id="{01825348-4A28-9C71-4F36-0D4D340B7723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501353"/>
              <a:ext cx="61150" cy="98112"/>
            </a:xfrm>
            <a:custGeom>
              <a:avLst/>
              <a:gdLst/>
              <a:ahLst/>
              <a:cxnLst/>
              <a:rect l="0" t="0" r="0" b="0"/>
              <a:pathLst>
                <a:path w="61150" h="98112">
                  <a:moveTo>
                    <a:pt x="0" y="0"/>
                  </a:moveTo>
                  <a:lnTo>
                    <a:pt x="61150" y="9811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1" name="Candidate_receptor__3230">
              <a:extLst>
                <a:ext uri="{FF2B5EF4-FFF2-40B4-BE49-F238E27FC236}">
                  <a16:creationId xmlns:a16="http://schemas.microsoft.com/office/drawing/2014/main" id="{1643C171-7E2D-1F7E-03A5-8ADCA77970B2}"/>
                </a:ext>
              </a:extLst>
            </p:cNvPr>
            <p:cNvSpPr>
              <a:spLocks noGrp="1"/>
            </p:cNvSpPr>
            <p:nvPr/>
          </p:nvSpPr>
          <p:spPr>
            <a:xfrm>
              <a:off x="4995363" y="2855075"/>
              <a:ext cx="41135" cy="41869"/>
            </a:xfrm>
            <a:custGeom>
              <a:avLst/>
              <a:gdLst/>
              <a:ahLst/>
              <a:cxnLst/>
              <a:rect l="0" t="0" r="0" b="0"/>
              <a:pathLst>
                <a:path w="41135" h="41869">
                  <a:moveTo>
                    <a:pt x="0" y="0"/>
                  </a:moveTo>
                  <a:lnTo>
                    <a:pt x="41135" y="4186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2" name="Candidate_receptor__3231">
              <a:extLst>
                <a:ext uri="{FF2B5EF4-FFF2-40B4-BE49-F238E27FC236}">
                  <a16:creationId xmlns:a16="http://schemas.microsoft.com/office/drawing/2014/main" id="{B06FEFD4-ED55-9195-A4E7-5BAF26E1DA2E}"/>
                </a:ext>
              </a:extLst>
            </p:cNvPr>
            <p:cNvSpPr>
              <a:spLocks noGrp="1"/>
            </p:cNvSpPr>
            <p:nvPr/>
          </p:nvSpPr>
          <p:spPr>
            <a:xfrm>
              <a:off x="5523193" y="2352513"/>
              <a:ext cx="55968" cy="34452"/>
            </a:xfrm>
            <a:custGeom>
              <a:avLst/>
              <a:gdLst/>
              <a:ahLst/>
              <a:cxnLst/>
              <a:rect l="0" t="0" r="0" b="0"/>
              <a:pathLst>
                <a:path w="55968" h="34452">
                  <a:moveTo>
                    <a:pt x="55968" y="344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3" name="Candidate_receptor__3232">
              <a:extLst>
                <a:ext uri="{FF2B5EF4-FFF2-40B4-BE49-F238E27FC236}">
                  <a16:creationId xmlns:a16="http://schemas.microsoft.com/office/drawing/2014/main" id="{069DF191-B72A-563E-1DB9-FAF44AD455FD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41615"/>
              <a:ext cx="93493" cy="33973"/>
            </a:xfrm>
            <a:custGeom>
              <a:avLst/>
              <a:gdLst/>
              <a:ahLst/>
              <a:cxnLst/>
              <a:rect l="0" t="0" r="0" b="0"/>
              <a:pathLst>
                <a:path w="93493" h="33973">
                  <a:moveTo>
                    <a:pt x="0" y="33973"/>
                  </a:moveTo>
                  <a:lnTo>
                    <a:pt x="9349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4" name="Candidate_receptor__3233">
              <a:extLst>
                <a:ext uri="{FF2B5EF4-FFF2-40B4-BE49-F238E27FC236}">
                  <a16:creationId xmlns:a16="http://schemas.microsoft.com/office/drawing/2014/main" id="{6832C3F4-F89F-3267-7D6C-D05975A1C4CE}"/>
                </a:ext>
              </a:extLst>
            </p:cNvPr>
            <p:cNvSpPr>
              <a:spLocks noGrp="1"/>
            </p:cNvSpPr>
            <p:nvPr/>
          </p:nvSpPr>
          <p:spPr>
            <a:xfrm>
              <a:off x="5103423" y="3711386"/>
              <a:ext cx="87290" cy="52024"/>
            </a:xfrm>
            <a:custGeom>
              <a:avLst/>
              <a:gdLst/>
              <a:ahLst/>
              <a:cxnLst/>
              <a:rect l="0" t="0" r="0" b="0"/>
              <a:pathLst>
                <a:path w="87290" h="52024">
                  <a:moveTo>
                    <a:pt x="87290" y="0"/>
                  </a:moveTo>
                  <a:lnTo>
                    <a:pt x="0" y="5202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5" name="Candidate_receptor__3234">
              <a:extLst>
                <a:ext uri="{FF2B5EF4-FFF2-40B4-BE49-F238E27FC236}">
                  <a16:creationId xmlns:a16="http://schemas.microsoft.com/office/drawing/2014/main" id="{1F4DA0B5-E93B-511F-AA65-6CC43080E3DC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106862"/>
              <a:ext cx="103119" cy="11938"/>
            </a:xfrm>
            <a:custGeom>
              <a:avLst/>
              <a:gdLst/>
              <a:ahLst/>
              <a:cxnLst/>
              <a:rect l="0" t="0" r="0" b="0"/>
              <a:pathLst>
                <a:path w="103119" h="11938">
                  <a:moveTo>
                    <a:pt x="0" y="0"/>
                  </a:moveTo>
                  <a:lnTo>
                    <a:pt x="103119" y="1193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36" name="Candidate_receptor__3235">
              <a:extLst>
                <a:ext uri="{FF2B5EF4-FFF2-40B4-BE49-F238E27FC236}">
                  <a16:creationId xmlns:a16="http://schemas.microsoft.com/office/drawing/2014/main" id="{F107635F-DD41-7A80-9793-48F2B1F884AA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434018"/>
              <a:ext cx="4117" cy="38807"/>
            </a:xfrm>
            <a:custGeom>
              <a:avLst/>
              <a:gdLst/>
              <a:ahLst/>
              <a:cxnLst/>
              <a:rect l="0" t="0" r="0" b="0"/>
              <a:pathLst>
                <a:path w="4117" h="38807">
                  <a:moveTo>
                    <a:pt x="0" y="0"/>
                  </a:moveTo>
                  <a:lnTo>
                    <a:pt x="4117" y="3880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7" name="Candidate_receptor__3236">
              <a:extLst>
                <a:ext uri="{FF2B5EF4-FFF2-40B4-BE49-F238E27FC236}">
                  <a16:creationId xmlns:a16="http://schemas.microsoft.com/office/drawing/2014/main" id="{A760C85D-F283-734B-9437-8E0FF5564F95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53428"/>
              <a:ext cx="108291" cy="10082"/>
            </a:xfrm>
            <a:custGeom>
              <a:avLst/>
              <a:gdLst/>
              <a:ahLst/>
              <a:cxnLst/>
              <a:rect l="0" t="0" r="0" b="0"/>
              <a:pathLst>
                <a:path w="108291" h="10082">
                  <a:moveTo>
                    <a:pt x="108291" y="0"/>
                  </a:moveTo>
                  <a:lnTo>
                    <a:pt x="0" y="100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8" name="Candidate_receptor__3237">
              <a:extLst>
                <a:ext uri="{FF2B5EF4-FFF2-40B4-BE49-F238E27FC236}">
                  <a16:creationId xmlns:a16="http://schemas.microsoft.com/office/drawing/2014/main" id="{EE4FA3A3-5C99-E792-3EA5-41F494903281}"/>
                </a:ext>
              </a:extLst>
            </p:cNvPr>
            <p:cNvSpPr>
              <a:spLocks noGrp="1"/>
            </p:cNvSpPr>
            <p:nvPr/>
          </p:nvSpPr>
          <p:spPr>
            <a:xfrm>
              <a:off x="5084383" y="2030870"/>
              <a:ext cx="11557" cy="40010"/>
            </a:xfrm>
            <a:custGeom>
              <a:avLst/>
              <a:gdLst/>
              <a:ahLst/>
              <a:cxnLst/>
              <a:rect l="0" t="0" r="0" b="0"/>
              <a:pathLst>
                <a:path w="11557" h="40010">
                  <a:moveTo>
                    <a:pt x="0" y="40010"/>
                  </a:moveTo>
                  <a:lnTo>
                    <a:pt x="1155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39" name="Candidate_receptor__3238">
              <a:extLst>
                <a:ext uri="{FF2B5EF4-FFF2-40B4-BE49-F238E27FC236}">
                  <a16:creationId xmlns:a16="http://schemas.microsoft.com/office/drawing/2014/main" id="{0D909D08-334C-123B-0D62-C7AFFB8BC40C}"/>
                </a:ext>
              </a:extLst>
            </p:cNvPr>
            <p:cNvSpPr>
              <a:spLocks noGrp="1"/>
            </p:cNvSpPr>
            <p:nvPr/>
          </p:nvSpPr>
          <p:spPr>
            <a:xfrm>
              <a:off x="5029870" y="3159116"/>
              <a:ext cx="20835" cy="81131"/>
            </a:xfrm>
            <a:custGeom>
              <a:avLst/>
              <a:gdLst/>
              <a:ahLst/>
              <a:cxnLst/>
              <a:rect l="0" t="0" r="0" b="0"/>
              <a:pathLst>
                <a:path w="20835" h="81131">
                  <a:moveTo>
                    <a:pt x="0" y="0"/>
                  </a:moveTo>
                  <a:lnTo>
                    <a:pt x="20835" y="8113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0" name="Candidate_receptor__3239">
              <a:extLst>
                <a:ext uri="{FF2B5EF4-FFF2-40B4-BE49-F238E27FC236}">
                  <a16:creationId xmlns:a16="http://schemas.microsoft.com/office/drawing/2014/main" id="{7EE90F3C-1AB8-0469-628E-47830049FB85}"/>
                </a:ext>
              </a:extLst>
            </p:cNvPr>
            <p:cNvSpPr>
              <a:spLocks noGrp="1"/>
            </p:cNvSpPr>
            <p:nvPr/>
          </p:nvSpPr>
          <p:spPr>
            <a:xfrm>
              <a:off x="6090296" y="3014398"/>
              <a:ext cx="33381" cy="109603"/>
            </a:xfrm>
            <a:custGeom>
              <a:avLst/>
              <a:gdLst/>
              <a:ahLst/>
              <a:cxnLst/>
              <a:rect l="0" t="0" r="0" b="0"/>
              <a:pathLst>
                <a:path w="33381" h="109603">
                  <a:moveTo>
                    <a:pt x="0" y="0"/>
                  </a:moveTo>
                  <a:lnTo>
                    <a:pt x="33381" y="109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1" name="Candidate_receptor__3240">
              <a:extLst>
                <a:ext uri="{FF2B5EF4-FFF2-40B4-BE49-F238E27FC236}">
                  <a16:creationId xmlns:a16="http://schemas.microsoft.com/office/drawing/2014/main" id="{3A58C7F3-038F-65C9-B9FB-BE7664F59D8E}"/>
                </a:ext>
              </a:extLst>
            </p:cNvPr>
            <p:cNvSpPr>
              <a:spLocks noGrp="1"/>
            </p:cNvSpPr>
            <p:nvPr/>
          </p:nvSpPr>
          <p:spPr>
            <a:xfrm>
              <a:off x="5793611" y="1694170"/>
              <a:ext cx="108131" cy="38910"/>
            </a:xfrm>
            <a:custGeom>
              <a:avLst/>
              <a:gdLst/>
              <a:ahLst/>
              <a:cxnLst/>
              <a:rect l="0" t="0" r="0" b="0"/>
              <a:pathLst>
                <a:path w="108131" h="38910">
                  <a:moveTo>
                    <a:pt x="108131" y="38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2" name="Candidate_receptor__3241">
              <a:extLst>
                <a:ext uri="{FF2B5EF4-FFF2-40B4-BE49-F238E27FC236}">
                  <a16:creationId xmlns:a16="http://schemas.microsoft.com/office/drawing/2014/main" id="{96382FBC-EB7C-30E5-ECAA-09EBD6C69F8E}"/>
                </a:ext>
              </a:extLst>
            </p:cNvPr>
            <p:cNvSpPr>
              <a:spLocks noGrp="1"/>
            </p:cNvSpPr>
            <p:nvPr/>
          </p:nvSpPr>
          <p:spPr>
            <a:xfrm>
              <a:off x="5577229" y="2062341"/>
              <a:ext cx="39073" cy="107430"/>
            </a:xfrm>
            <a:custGeom>
              <a:avLst/>
              <a:gdLst/>
              <a:ahLst/>
              <a:cxnLst/>
              <a:rect l="0" t="0" r="0" b="0"/>
              <a:pathLst>
                <a:path w="39073" h="107430">
                  <a:moveTo>
                    <a:pt x="39073" y="0"/>
                  </a:moveTo>
                  <a:lnTo>
                    <a:pt x="0" y="10743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3" name="Candidate_receptor__3242">
              <a:extLst>
                <a:ext uri="{FF2B5EF4-FFF2-40B4-BE49-F238E27FC236}">
                  <a16:creationId xmlns:a16="http://schemas.microsoft.com/office/drawing/2014/main" id="{CC0D07D7-D415-8F32-9B85-D3548E919958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4024923"/>
              <a:ext cx="32870" cy="3182"/>
            </a:xfrm>
            <a:custGeom>
              <a:avLst/>
              <a:gdLst/>
              <a:ahLst/>
              <a:cxnLst/>
              <a:rect l="0" t="0" r="0" b="0"/>
              <a:pathLst>
                <a:path w="32870" h="3182">
                  <a:moveTo>
                    <a:pt x="0" y="0"/>
                  </a:moveTo>
                  <a:lnTo>
                    <a:pt x="32870" y="31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4" name="Candidate_receptor__3243">
              <a:extLst>
                <a:ext uri="{FF2B5EF4-FFF2-40B4-BE49-F238E27FC236}">
                  <a16:creationId xmlns:a16="http://schemas.microsoft.com/office/drawing/2014/main" id="{780BB298-47EE-F705-7EE4-7E20FE0585BD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124000"/>
              <a:ext cx="82761" cy="79206"/>
            </a:xfrm>
            <a:custGeom>
              <a:avLst/>
              <a:gdLst/>
              <a:ahLst/>
              <a:cxnLst/>
              <a:rect l="0" t="0" r="0" b="0"/>
              <a:pathLst>
                <a:path w="82761" h="79206">
                  <a:moveTo>
                    <a:pt x="82761" y="0"/>
                  </a:moveTo>
                  <a:lnTo>
                    <a:pt x="0" y="792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5" name="Candidate_receptor__3244">
              <a:extLst>
                <a:ext uri="{FF2B5EF4-FFF2-40B4-BE49-F238E27FC236}">
                  <a16:creationId xmlns:a16="http://schemas.microsoft.com/office/drawing/2014/main" id="{4C7151FF-9697-E482-11CD-B42931D77BA4}"/>
                </a:ext>
              </a:extLst>
            </p:cNvPr>
            <p:cNvSpPr>
              <a:spLocks noGrp="1"/>
            </p:cNvSpPr>
            <p:nvPr/>
          </p:nvSpPr>
          <p:spPr>
            <a:xfrm>
              <a:off x="5410122" y="3125625"/>
              <a:ext cx="114951" cy="7158"/>
            </a:xfrm>
            <a:custGeom>
              <a:avLst/>
              <a:gdLst/>
              <a:ahLst/>
              <a:cxnLst/>
              <a:rect l="0" t="0" r="0" b="0"/>
              <a:pathLst>
                <a:path w="114951" h="7158">
                  <a:moveTo>
                    <a:pt x="0" y="7158"/>
                  </a:moveTo>
                  <a:lnTo>
                    <a:pt x="11495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6" name="Candidate_receptor__3245">
              <a:extLst>
                <a:ext uri="{FF2B5EF4-FFF2-40B4-BE49-F238E27FC236}">
                  <a16:creationId xmlns:a16="http://schemas.microsoft.com/office/drawing/2014/main" id="{A78B1783-A569-4E4F-1F19-D7427E5D3ADE}"/>
                </a:ext>
              </a:extLst>
            </p:cNvPr>
            <p:cNvSpPr>
              <a:spLocks noGrp="1"/>
            </p:cNvSpPr>
            <p:nvPr/>
          </p:nvSpPr>
          <p:spPr>
            <a:xfrm>
              <a:off x="6303310" y="3902443"/>
              <a:ext cx="51597" cy="103443"/>
            </a:xfrm>
            <a:custGeom>
              <a:avLst/>
              <a:gdLst/>
              <a:ahLst/>
              <a:cxnLst/>
              <a:rect l="0" t="0" r="0" b="0"/>
              <a:pathLst>
                <a:path w="51597" h="103443">
                  <a:moveTo>
                    <a:pt x="0" y="103443"/>
                  </a:moveTo>
                  <a:lnTo>
                    <a:pt x="5159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7" name="Candidate_receptor__3246">
              <a:extLst>
                <a:ext uri="{FF2B5EF4-FFF2-40B4-BE49-F238E27FC236}">
                  <a16:creationId xmlns:a16="http://schemas.microsoft.com/office/drawing/2014/main" id="{152B2976-211D-9D2B-7BBD-7F3BF43966A8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840284"/>
              <a:ext cx="33742" cy="3574"/>
            </a:xfrm>
            <a:custGeom>
              <a:avLst/>
              <a:gdLst/>
              <a:ahLst/>
              <a:cxnLst/>
              <a:rect l="0" t="0" r="0" b="0"/>
              <a:pathLst>
                <a:path w="33742" h="3574">
                  <a:moveTo>
                    <a:pt x="33742" y="35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8" name="Candidate_receptor__3247">
              <a:extLst>
                <a:ext uri="{FF2B5EF4-FFF2-40B4-BE49-F238E27FC236}">
                  <a16:creationId xmlns:a16="http://schemas.microsoft.com/office/drawing/2014/main" id="{1AE091AB-FE66-D5ED-E6F3-1952F7DF5079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35868" cy="25325"/>
            </a:xfrm>
            <a:custGeom>
              <a:avLst/>
              <a:gdLst/>
              <a:ahLst/>
              <a:cxnLst/>
              <a:rect l="0" t="0" r="0" b="0"/>
              <a:pathLst>
                <a:path w="35868" h="25325">
                  <a:moveTo>
                    <a:pt x="35868" y="25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9" name="Candidate_receptor__3248">
              <a:extLst>
                <a:ext uri="{FF2B5EF4-FFF2-40B4-BE49-F238E27FC236}">
                  <a16:creationId xmlns:a16="http://schemas.microsoft.com/office/drawing/2014/main" id="{4C2442EA-795B-9BB9-1B39-009301E4E24E}"/>
                </a:ext>
              </a:extLst>
            </p:cNvPr>
            <p:cNvSpPr>
              <a:spLocks noGrp="1"/>
            </p:cNvSpPr>
            <p:nvPr/>
          </p:nvSpPr>
          <p:spPr>
            <a:xfrm>
              <a:off x="4862291" y="2289398"/>
              <a:ext cx="53568" cy="90516"/>
            </a:xfrm>
            <a:custGeom>
              <a:avLst/>
              <a:gdLst/>
              <a:ahLst/>
              <a:cxnLst/>
              <a:rect l="0" t="0" r="0" b="0"/>
              <a:pathLst>
                <a:path w="53568" h="90516">
                  <a:moveTo>
                    <a:pt x="0" y="90516"/>
                  </a:moveTo>
                  <a:lnTo>
                    <a:pt x="5356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0" name="Candidate_receptor__3249">
              <a:extLst>
                <a:ext uri="{FF2B5EF4-FFF2-40B4-BE49-F238E27FC236}">
                  <a16:creationId xmlns:a16="http://schemas.microsoft.com/office/drawing/2014/main" id="{E494548A-2BCC-A42B-D39D-44FC9E7B0598}"/>
                </a:ext>
              </a:extLst>
            </p:cNvPr>
            <p:cNvSpPr>
              <a:spLocks noGrp="1"/>
            </p:cNvSpPr>
            <p:nvPr/>
          </p:nvSpPr>
          <p:spPr>
            <a:xfrm>
              <a:off x="5431114" y="2323582"/>
              <a:ext cx="92079" cy="28932"/>
            </a:xfrm>
            <a:custGeom>
              <a:avLst/>
              <a:gdLst/>
              <a:ahLst/>
              <a:cxnLst/>
              <a:rect l="0" t="0" r="0" b="0"/>
              <a:pathLst>
                <a:path w="92079" h="28932">
                  <a:moveTo>
                    <a:pt x="92079" y="28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1" name="Candidate_receptor__3250">
              <a:extLst>
                <a:ext uri="{FF2B5EF4-FFF2-40B4-BE49-F238E27FC236}">
                  <a16:creationId xmlns:a16="http://schemas.microsoft.com/office/drawing/2014/main" id="{4847DAD5-895D-0FC8-34C5-CF7440318D17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620444"/>
              <a:ext cx="19394" cy="107809"/>
            </a:xfrm>
            <a:custGeom>
              <a:avLst/>
              <a:gdLst/>
              <a:ahLst/>
              <a:cxnLst/>
              <a:rect l="0" t="0" r="0" b="0"/>
              <a:pathLst>
                <a:path w="19394" h="107809">
                  <a:moveTo>
                    <a:pt x="19394" y="0"/>
                  </a:moveTo>
                  <a:lnTo>
                    <a:pt x="0" y="10780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2" name="Candidate_receptor__3251">
              <a:extLst>
                <a:ext uri="{FF2B5EF4-FFF2-40B4-BE49-F238E27FC236}">
                  <a16:creationId xmlns:a16="http://schemas.microsoft.com/office/drawing/2014/main" id="{7FACFCDA-9A52-7123-250A-BF9FD65C96C5}"/>
                </a:ext>
              </a:extLst>
            </p:cNvPr>
            <p:cNvSpPr>
              <a:spLocks noGrp="1"/>
            </p:cNvSpPr>
            <p:nvPr/>
          </p:nvSpPr>
          <p:spPr>
            <a:xfrm>
              <a:off x="4754577" y="2379914"/>
              <a:ext cx="107714" cy="4389"/>
            </a:xfrm>
            <a:custGeom>
              <a:avLst/>
              <a:gdLst/>
              <a:ahLst/>
              <a:cxnLst/>
              <a:rect l="0" t="0" r="0" b="0"/>
              <a:pathLst>
                <a:path w="107714" h="4389">
                  <a:moveTo>
                    <a:pt x="0" y="4389"/>
                  </a:moveTo>
                  <a:lnTo>
                    <a:pt x="10771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3" name="Candidate_receptor__3252">
              <a:extLst>
                <a:ext uri="{FF2B5EF4-FFF2-40B4-BE49-F238E27FC236}">
                  <a16:creationId xmlns:a16="http://schemas.microsoft.com/office/drawing/2014/main" id="{A6BE1111-E305-B528-E4C8-CAF7CADA2A67}"/>
                </a:ext>
              </a:extLst>
            </p:cNvPr>
            <p:cNvSpPr>
              <a:spLocks noGrp="1"/>
            </p:cNvSpPr>
            <p:nvPr/>
          </p:nvSpPr>
          <p:spPr>
            <a:xfrm>
              <a:off x="5526252" y="3274726"/>
              <a:ext cx="40748" cy="52615"/>
            </a:xfrm>
            <a:custGeom>
              <a:avLst/>
              <a:gdLst/>
              <a:ahLst/>
              <a:cxnLst/>
              <a:rect l="0" t="0" r="0" b="0"/>
              <a:pathLst>
                <a:path w="40748" h="52615">
                  <a:moveTo>
                    <a:pt x="0" y="0"/>
                  </a:moveTo>
                  <a:lnTo>
                    <a:pt x="40748" y="5261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4" name="Candidate_receptor__3253">
              <a:extLst>
                <a:ext uri="{FF2B5EF4-FFF2-40B4-BE49-F238E27FC236}">
                  <a16:creationId xmlns:a16="http://schemas.microsoft.com/office/drawing/2014/main" id="{7C877E4E-ACA3-5C13-0E29-60B55A59251D}"/>
                </a:ext>
              </a:extLst>
            </p:cNvPr>
            <p:cNvSpPr>
              <a:spLocks noGrp="1"/>
            </p:cNvSpPr>
            <p:nvPr/>
          </p:nvSpPr>
          <p:spPr>
            <a:xfrm>
              <a:off x="4729565" y="4116460"/>
              <a:ext cx="53777" cy="2820"/>
            </a:xfrm>
            <a:custGeom>
              <a:avLst/>
              <a:gdLst/>
              <a:ahLst/>
              <a:cxnLst/>
              <a:rect l="0" t="0" r="0" b="0"/>
              <a:pathLst>
                <a:path w="53777" h="2820">
                  <a:moveTo>
                    <a:pt x="0" y="0"/>
                  </a:moveTo>
                  <a:lnTo>
                    <a:pt x="53777" y="28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55" name="Candidate_receptor__3254">
              <a:extLst>
                <a:ext uri="{FF2B5EF4-FFF2-40B4-BE49-F238E27FC236}">
                  <a16:creationId xmlns:a16="http://schemas.microsoft.com/office/drawing/2014/main" id="{BB6C13EE-843A-09BD-3040-5FC948761E95}"/>
                </a:ext>
              </a:extLst>
            </p:cNvPr>
            <p:cNvSpPr>
              <a:spLocks noGrp="1"/>
            </p:cNvSpPr>
            <p:nvPr/>
          </p:nvSpPr>
          <p:spPr>
            <a:xfrm>
              <a:off x="4787995" y="3782187"/>
              <a:ext cx="101831" cy="27793"/>
            </a:xfrm>
            <a:custGeom>
              <a:avLst/>
              <a:gdLst/>
              <a:ahLst/>
              <a:cxnLst/>
              <a:rect l="0" t="0" r="0" b="0"/>
              <a:pathLst>
                <a:path w="101831" h="27793">
                  <a:moveTo>
                    <a:pt x="0" y="27793"/>
                  </a:moveTo>
                  <a:lnTo>
                    <a:pt x="10183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6" name="Candidate_receptor__3255">
              <a:extLst>
                <a:ext uri="{FF2B5EF4-FFF2-40B4-BE49-F238E27FC236}">
                  <a16:creationId xmlns:a16="http://schemas.microsoft.com/office/drawing/2014/main" id="{724E19F7-DD09-4DF5-D937-81D2DA88C391}"/>
                </a:ext>
              </a:extLst>
            </p:cNvPr>
            <p:cNvSpPr>
              <a:spLocks noGrp="1"/>
            </p:cNvSpPr>
            <p:nvPr/>
          </p:nvSpPr>
          <p:spPr>
            <a:xfrm>
              <a:off x="4931096" y="3139140"/>
              <a:ext cx="98774" cy="19976"/>
            </a:xfrm>
            <a:custGeom>
              <a:avLst/>
              <a:gdLst/>
              <a:ahLst/>
              <a:cxnLst/>
              <a:rect l="0" t="0" r="0" b="0"/>
              <a:pathLst>
                <a:path w="98774" h="19976">
                  <a:moveTo>
                    <a:pt x="0" y="0"/>
                  </a:moveTo>
                  <a:lnTo>
                    <a:pt x="98774" y="199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7" name="Candidate_receptor__3256">
              <a:extLst>
                <a:ext uri="{FF2B5EF4-FFF2-40B4-BE49-F238E27FC236}">
                  <a16:creationId xmlns:a16="http://schemas.microsoft.com/office/drawing/2014/main" id="{0A919103-8B87-B866-883B-00F4590B48BD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859037"/>
              <a:ext cx="25363" cy="97083"/>
            </a:xfrm>
            <a:custGeom>
              <a:avLst/>
              <a:gdLst/>
              <a:ahLst/>
              <a:cxnLst/>
              <a:rect l="0" t="0" r="0" b="0"/>
              <a:pathLst>
                <a:path w="25363" h="97083">
                  <a:moveTo>
                    <a:pt x="0" y="97083"/>
                  </a:moveTo>
                  <a:lnTo>
                    <a:pt x="2536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58" name="Candidate_receptor__3257">
              <a:extLst>
                <a:ext uri="{FF2B5EF4-FFF2-40B4-BE49-F238E27FC236}">
                  <a16:creationId xmlns:a16="http://schemas.microsoft.com/office/drawing/2014/main" id="{F6CE21D5-F1C3-FB9F-7273-EEC7B76C9016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725137"/>
              <a:ext cx="110543" cy="30867"/>
            </a:xfrm>
            <a:custGeom>
              <a:avLst/>
              <a:gdLst/>
              <a:ahLst/>
              <a:cxnLst/>
              <a:rect l="0" t="0" r="0" b="0"/>
              <a:pathLst>
                <a:path w="110543" h="30867">
                  <a:moveTo>
                    <a:pt x="110543" y="30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9" name="Candidate_receptor__3258">
              <a:extLst>
                <a:ext uri="{FF2B5EF4-FFF2-40B4-BE49-F238E27FC236}">
                  <a16:creationId xmlns:a16="http://schemas.microsoft.com/office/drawing/2014/main" id="{D4C41CE8-321F-3630-32E1-820ED5A88980}"/>
                </a:ext>
              </a:extLst>
            </p:cNvPr>
            <p:cNvSpPr>
              <a:spLocks noGrp="1"/>
            </p:cNvSpPr>
            <p:nvPr/>
          </p:nvSpPr>
          <p:spPr>
            <a:xfrm>
              <a:off x="5616301" y="2037055"/>
              <a:ext cx="109528" cy="25286"/>
            </a:xfrm>
            <a:custGeom>
              <a:avLst/>
              <a:gdLst/>
              <a:ahLst/>
              <a:cxnLst/>
              <a:rect l="0" t="0" r="0" b="0"/>
              <a:pathLst>
                <a:path w="109528" h="25286">
                  <a:moveTo>
                    <a:pt x="109528" y="0"/>
                  </a:moveTo>
                  <a:lnTo>
                    <a:pt x="0" y="252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0" name="Candidate_receptor__3259">
              <a:extLst>
                <a:ext uri="{FF2B5EF4-FFF2-40B4-BE49-F238E27FC236}">
                  <a16:creationId xmlns:a16="http://schemas.microsoft.com/office/drawing/2014/main" id="{F0B64202-3027-3162-1E23-5BA3DA7840AC}"/>
                </a:ext>
              </a:extLst>
            </p:cNvPr>
            <p:cNvSpPr>
              <a:spLocks noGrp="1"/>
            </p:cNvSpPr>
            <p:nvPr/>
          </p:nvSpPr>
          <p:spPr>
            <a:xfrm>
              <a:off x="4549115" y="2950697"/>
              <a:ext cx="40354" cy="40854"/>
            </a:xfrm>
            <a:custGeom>
              <a:avLst/>
              <a:gdLst/>
              <a:ahLst/>
              <a:cxnLst/>
              <a:rect l="0" t="0" r="0" b="0"/>
              <a:pathLst>
                <a:path w="40354" h="40854">
                  <a:moveTo>
                    <a:pt x="0" y="40854"/>
                  </a:moveTo>
                  <a:lnTo>
                    <a:pt x="4035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1" name="Candidate_receptor__3260">
              <a:extLst>
                <a:ext uri="{FF2B5EF4-FFF2-40B4-BE49-F238E27FC236}">
                  <a16:creationId xmlns:a16="http://schemas.microsoft.com/office/drawing/2014/main" id="{D5FD8379-A450-DBBF-5818-C731C71941E1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2923"/>
              <a:ext cx="107901" cy="5323"/>
            </a:xfrm>
            <a:custGeom>
              <a:avLst/>
              <a:gdLst/>
              <a:ahLst/>
              <a:cxnLst/>
              <a:rect l="0" t="0" r="0" b="0"/>
              <a:pathLst>
                <a:path w="107901" h="5323">
                  <a:moveTo>
                    <a:pt x="107901" y="0"/>
                  </a:moveTo>
                  <a:lnTo>
                    <a:pt x="0" y="532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2" name="Candidate_receptor__3261">
              <a:extLst>
                <a:ext uri="{FF2B5EF4-FFF2-40B4-BE49-F238E27FC236}">
                  <a16:creationId xmlns:a16="http://schemas.microsoft.com/office/drawing/2014/main" id="{E01B2E93-AE45-09A8-7F83-90FD9399A749}"/>
                </a:ext>
              </a:extLst>
            </p:cNvPr>
            <p:cNvSpPr>
              <a:spLocks noGrp="1"/>
            </p:cNvSpPr>
            <p:nvPr/>
          </p:nvSpPr>
          <p:spPr>
            <a:xfrm>
              <a:off x="4685189" y="2384303"/>
              <a:ext cx="69388" cy="76351"/>
            </a:xfrm>
            <a:custGeom>
              <a:avLst/>
              <a:gdLst/>
              <a:ahLst/>
              <a:cxnLst/>
              <a:rect l="0" t="0" r="0" b="0"/>
              <a:pathLst>
                <a:path w="69388" h="76351">
                  <a:moveTo>
                    <a:pt x="0" y="76351"/>
                  </a:moveTo>
                  <a:lnTo>
                    <a:pt x="6938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3" name="Candidate_receptor__3262">
              <a:extLst>
                <a:ext uri="{FF2B5EF4-FFF2-40B4-BE49-F238E27FC236}">
                  <a16:creationId xmlns:a16="http://schemas.microsoft.com/office/drawing/2014/main" id="{42F2F904-0E19-EB62-E113-B5EFF4182F22}"/>
                </a:ext>
              </a:extLst>
            </p:cNvPr>
            <p:cNvSpPr>
              <a:spLocks noGrp="1"/>
            </p:cNvSpPr>
            <p:nvPr/>
          </p:nvSpPr>
          <p:spPr>
            <a:xfrm>
              <a:off x="4584690" y="2460655"/>
              <a:ext cx="100499" cy="26262"/>
            </a:xfrm>
            <a:custGeom>
              <a:avLst/>
              <a:gdLst/>
              <a:ahLst/>
              <a:cxnLst/>
              <a:rect l="0" t="0" r="0" b="0"/>
              <a:pathLst>
                <a:path w="100499" h="26262">
                  <a:moveTo>
                    <a:pt x="0" y="26262"/>
                  </a:moveTo>
                  <a:lnTo>
                    <a:pt x="10049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4" name="Candidate_receptor__3263">
              <a:extLst>
                <a:ext uri="{FF2B5EF4-FFF2-40B4-BE49-F238E27FC236}">
                  <a16:creationId xmlns:a16="http://schemas.microsoft.com/office/drawing/2014/main" id="{B70E18FF-538F-4F47-5ED0-5FFF7365D706}"/>
                </a:ext>
              </a:extLst>
            </p:cNvPr>
            <p:cNvSpPr>
              <a:spLocks noGrp="1"/>
            </p:cNvSpPr>
            <p:nvPr/>
          </p:nvSpPr>
          <p:spPr>
            <a:xfrm>
              <a:off x="5606177" y="2604347"/>
              <a:ext cx="23789" cy="46301"/>
            </a:xfrm>
            <a:custGeom>
              <a:avLst/>
              <a:gdLst/>
              <a:ahLst/>
              <a:cxnLst/>
              <a:rect l="0" t="0" r="0" b="0"/>
              <a:pathLst>
                <a:path w="23789" h="46301">
                  <a:moveTo>
                    <a:pt x="0" y="46301"/>
                  </a:moveTo>
                  <a:lnTo>
                    <a:pt x="237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5" name="Candidate_receptor__3264">
              <a:extLst>
                <a:ext uri="{FF2B5EF4-FFF2-40B4-BE49-F238E27FC236}">
                  <a16:creationId xmlns:a16="http://schemas.microsoft.com/office/drawing/2014/main" id="{DF1F72C1-6E65-981F-BEC9-EAA142E509F7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615921"/>
              <a:ext cx="37953" cy="109216"/>
            </a:xfrm>
            <a:custGeom>
              <a:avLst/>
              <a:gdLst/>
              <a:ahLst/>
              <a:cxnLst/>
              <a:rect l="0" t="0" r="0" b="0"/>
              <a:pathLst>
                <a:path w="37953" h="109216">
                  <a:moveTo>
                    <a:pt x="0" y="109216"/>
                  </a:moveTo>
                  <a:lnTo>
                    <a:pt x="3795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6" name="Candidate_receptor__3265">
              <a:extLst>
                <a:ext uri="{FF2B5EF4-FFF2-40B4-BE49-F238E27FC236}">
                  <a16:creationId xmlns:a16="http://schemas.microsoft.com/office/drawing/2014/main" id="{B22D6932-E166-A28E-6447-E4D6AA40B266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415837"/>
              <a:ext cx="5139" cy="112186"/>
            </a:xfrm>
            <a:custGeom>
              <a:avLst/>
              <a:gdLst/>
              <a:ahLst/>
              <a:cxnLst/>
              <a:rect l="0" t="0" r="0" b="0"/>
              <a:pathLst>
                <a:path w="5139" h="112186">
                  <a:moveTo>
                    <a:pt x="0" y="0"/>
                  </a:moveTo>
                  <a:lnTo>
                    <a:pt x="5139" y="1121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7" name="Candidate_receptor__3266">
              <a:extLst>
                <a:ext uri="{FF2B5EF4-FFF2-40B4-BE49-F238E27FC236}">
                  <a16:creationId xmlns:a16="http://schemas.microsoft.com/office/drawing/2014/main" id="{55E28F6C-6835-FF96-3476-7E660D9CD945}"/>
                </a:ext>
              </a:extLst>
            </p:cNvPr>
            <p:cNvSpPr>
              <a:spLocks noGrp="1"/>
            </p:cNvSpPr>
            <p:nvPr/>
          </p:nvSpPr>
          <p:spPr>
            <a:xfrm>
              <a:off x="4497389" y="2486916"/>
              <a:ext cx="87301" cy="16272"/>
            </a:xfrm>
            <a:custGeom>
              <a:avLst/>
              <a:gdLst/>
              <a:ahLst/>
              <a:cxnLst/>
              <a:rect l="0" t="0" r="0" b="0"/>
              <a:pathLst>
                <a:path w="87301" h="16272">
                  <a:moveTo>
                    <a:pt x="0" y="16272"/>
                  </a:moveTo>
                  <a:lnTo>
                    <a:pt x="873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8" name="Candidate_receptor__3267">
              <a:extLst>
                <a:ext uri="{FF2B5EF4-FFF2-40B4-BE49-F238E27FC236}">
                  <a16:creationId xmlns:a16="http://schemas.microsoft.com/office/drawing/2014/main" id="{2FBF5C24-352D-82F2-0170-9235991F8C74}"/>
                </a:ext>
              </a:extLst>
            </p:cNvPr>
            <p:cNvSpPr>
              <a:spLocks noGrp="1"/>
            </p:cNvSpPr>
            <p:nvPr/>
          </p:nvSpPr>
          <p:spPr>
            <a:xfrm>
              <a:off x="6036513" y="3379363"/>
              <a:ext cx="93006" cy="45411"/>
            </a:xfrm>
            <a:custGeom>
              <a:avLst/>
              <a:gdLst/>
              <a:ahLst/>
              <a:cxnLst/>
              <a:rect l="0" t="0" r="0" b="0"/>
              <a:pathLst>
                <a:path w="93006" h="45411">
                  <a:moveTo>
                    <a:pt x="93006" y="45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9" name="Candidate_receptor__3268">
              <a:extLst>
                <a:ext uri="{FF2B5EF4-FFF2-40B4-BE49-F238E27FC236}">
                  <a16:creationId xmlns:a16="http://schemas.microsoft.com/office/drawing/2014/main" id="{F35DC683-B043-F7A4-70F6-A345468164E7}"/>
                </a:ext>
              </a:extLst>
            </p:cNvPr>
            <p:cNvSpPr>
              <a:spLocks noGrp="1"/>
            </p:cNvSpPr>
            <p:nvPr/>
          </p:nvSpPr>
          <p:spPr>
            <a:xfrm>
              <a:off x="4925296" y="3913609"/>
              <a:ext cx="56923" cy="11049"/>
            </a:xfrm>
            <a:custGeom>
              <a:avLst/>
              <a:gdLst/>
              <a:ahLst/>
              <a:cxnLst/>
              <a:rect l="0" t="0" r="0" b="0"/>
              <a:pathLst>
                <a:path w="56923" h="11049">
                  <a:moveTo>
                    <a:pt x="0" y="0"/>
                  </a:moveTo>
                  <a:lnTo>
                    <a:pt x="56923" y="1104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0" name="Candidate_receptor__3269">
              <a:extLst>
                <a:ext uri="{FF2B5EF4-FFF2-40B4-BE49-F238E27FC236}">
                  <a16:creationId xmlns:a16="http://schemas.microsoft.com/office/drawing/2014/main" id="{42437ADC-EA6C-A38F-6747-6DB1E9D65033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74825" cy="55714"/>
            </a:xfrm>
            <a:custGeom>
              <a:avLst/>
              <a:gdLst/>
              <a:ahLst/>
              <a:cxnLst/>
              <a:rect l="0" t="0" r="0" b="0"/>
              <a:pathLst>
                <a:path w="74825" h="55714">
                  <a:moveTo>
                    <a:pt x="0" y="0"/>
                  </a:moveTo>
                  <a:lnTo>
                    <a:pt x="74825" y="5571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1" name="Candidate_receptor__3270">
              <a:extLst>
                <a:ext uri="{FF2B5EF4-FFF2-40B4-BE49-F238E27FC236}">
                  <a16:creationId xmlns:a16="http://schemas.microsoft.com/office/drawing/2014/main" id="{7BF25E1A-FC77-E3F6-7052-E241C434DB3B}"/>
                </a:ext>
              </a:extLst>
            </p:cNvPr>
            <p:cNvSpPr>
              <a:spLocks noGrp="1"/>
            </p:cNvSpPr>
            <p:nvPr/>
          </p:nvSpPr>
          <p:spPr>
            <a:xfrm>
              <a:off x="4031115" y="2599465"/>
              <a:ext cx="62488" cy="44601"/>
            </a:xfrm>
            <a:custGeom>
              <a:avLst/>
              <a:gdLst/>
              <a:ahLst/>
              <a:cxnLst/>
              <a:rect l="0" t="0" r="0" b="0"/>
              <a:pathLst>
                <a:path w="62488" h="44601">
                  <a:moveTo>
                    <a:pt x="62488" y="0"/>
                  </a:moveTo>
                  <a:lnTo>
                    <a:pt x="0" y="4460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2" name="Candidate_receptor__3271">
              <a:extLst>
                <a:ext uri="{FF2B5EF4-FFF2-40B4-BE49-F238E27FC236}">
                  <a16:creationId xmlns:a16="http://schemas.microsoft.com/office/drawing/2014/main" id="{250E0E7A-A012-F56C-0C79-50B4FB8EA3E9}"/>
                </a:ext>
              </a:extLst>
            </p:cNvPr>
            <p:cNvSpPr>
              <a:spLocks noGrp="1"/>
            </p:cNvSpPr>
            <p:nvPr/>
          </p:nvSpPr>
          <p:spPr>
            <a:xfrm>
              <a:off x="3868077" y="3019298"/>
              <a:ext cx="14230" cy="82096"/>
            </a:xfrm>
            <a:custGeom>
              <a:avLst/>
              <a:gdLst/>
              <a:ahLst/>
              <a:cxnLst/>
              <a:rect l="0" t="0" r="0" b="0"/>
              <a:pathLst>
                <a:path w="14230" h="82096">
                  <a:moveTo>
                    <a:pt x="14230" y="0"/>
                  </a:moveTo>
                  <a:lnTo>
                    <a:pt x="0" y="8209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3" name="Candidate_receptor__3272">
              <a:extLst>
                <a:ext uri="{FF2B5EF4-FFF2-40B4-BE49-F238E27FC236}">
                  <a16:creationId xmlns:a16="http://schemas.microsoft.com/office/drawing/2014/main" id="{CA45640E-BDFD-6794-A6AE-BAC96D79A032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89418"/>
              <a:ext cx="16876" cy="112433"/>
            </a:xfrm>
            <a:custGeom>
              <a:avLst/>
              <a:gdLst/>
              <a:ahLst/>
              <a:cxnLst/>
              <a:rect l="0" t="0" r="0" b="0"/>
              <a:pathLst>
                <a:path w="16876" h="112433">
                  <a:moveTo>
                    <a:pt x="0" y="0"/>
                  </a:moveTo>
                  <a:lnTo>
                    <a:pt x="16876" y="11243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4" name="Candidate_receptor__3273">
              <a:extLst>
                <a:ext uri="{FF2B5EF4-FFF2-40B4-BE49-F238E27FC236}">
                  <a16:creationId xmlns:a16="http://schemas.microsoft.com/office/drawing/2014/main" id="{E0C02463-DB0B-580C-41E3-C52C26404DB2}"/>
                </a:ext>
              </a:extLst>
            </p:cNvPr>
            <p:cNvSpPr>
              <a:spLocks noGrp="1"/>
            </p:cNvSpPr>
            <p:nvPr/>
          </p:nvSpPr>
          <p:spPr>
            <a:xfrm>
              <a:off x="5126040" y="3619399"/>
              <a:ext cx="64673" cy="91987"/>
            </a:xfrm>
            <a:custGeom>
              <a:avLst/>
              <a:gdLst/>
              <a:ahLst/>
              <a:cxnLst/>
              <a:rect l="0" t="0" r="0" b="0"/>
              <a:pathLst>
                <a:path w="64673" h="91987">
                  <a:moveTo>
                    <a:pt x="0" y="0"/>
                  </a:moveTo>
                  <a:lnTo>
                    <a:pt x="64673" y="919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5" name="Candidate_receptor__3274">
              <a:extLst>
                <a:ext uri="{FF2B5EF4-FFF2-40B4-BE49-F238E27FC236}">
                  <a16:creationId xmlns:a16="http://schemas.microsoft.com/office/drawing/2014/main" id="{EDFE37A3-0255-CEB1-9B86-788BFECF88B3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99836"/>
              <a:ext cx="38858" cy="94638"/>
            </a:xfrm>
            <a:custGeom>
              <a:avLst/>
              <a:gdLst/>
              <a:ahLst/>
              <a:cxnLst/>
              <a:rect l="0" t="0" r="0" b="0"/>
              <a:pathLst>
                <a:path w="38858" h="94638">
                  <a:moveTo>
                    <a:pt x="38858" y="946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6" name="Candidate_receptor__3275">
              <a:extLst>
                <a:ext uri="{FF2B5EF4-FFF2-40B4-BE49-F238E27FC236}">
                  <a16:creationId xmlns:a16="http://schemas.microsoft.com/office/drawing/2014/main" id="{1B12FA24-9F36-22E2-99B6-0505889F0472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9188" cy="77636"/>
            </a:xfrm>
            <a:custGeom>
              <a:avLst/>
              <a:gdLst/>
              <a:ahLst/>
              <a:cxnLst/>
              <a:rect l="0" t="0" r="0" b="0"/>
              <a:pathLst>
                <a:path w="9188" h="77636">
                  <a:moveTo>
                    <a:pt x="0" y="0"/>
                  </a:moveTo>
                  <a:lnTo>
                    <a:pt x="9188" y="7763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7" name="Candidate_receptor__3276">
              <a:extLst>
                <a:ext uri="{FF2B5EF4-FFF2-40B4-BE49-F238E27FC236}">
                  <a16:creationId xmlns:a16="http://schemas.microsoft.com/office/drawing/2014/main" id="{D487EDA3-8B8A-CAF2-43C7-79A85A349499}"/>
                </a:ext>
              </a:extLst>
            </p:cNvPr>
            <p:cNvSpPr>
              <a:spLocks noGrp="1"/>
            </p:cNvSpPr>
            <p:nvPr/>
          </p:nvSpPr>
          <p:spPr>
            <a:xfrm>
              <a:off x="5483220" y="2703179"/>
              <a:ext cx="28798" cy="92986"/>
            </a:xfrm>
            <a:custGeom>
              <a:avLst/>
              <a:gdLst/>
              <a:ahLst/>
              <a:cxnLst/>
              <a:rect l="0" t="0" r="0" b="0"/>
              <a:pathLst>
                <a:path w="28798" h="92986">
                  <a:moveTo>
                    <a:pt x="0" y="92986"/>
                  </a:moveTo>
                  <a:lnTo>
                    <a:pt x="28798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8" name="Candidate_receptor__3277">
              <a:extLst>
                <a:ext uri="{FF2B5EF4-FFF2-40B4-BE49-F238E27FC236}">
                  <a16:creationId xmlns:a16="http://schemas.microsoft.com/office/drawing/2014/main" id="{4E602DC9-3DE6-CABB-C46A-8E2F19414AD3}"/>
                </a:ext>
              </a:extLst>
            </p:cNvPr>
            <p:cNvSpPr>
              <a:spLocks noGrp="1"/>
            </p:cNvSpPr>
            <p:nvPr/>
          </p:nvSpPr>
          <p:spPr>
            <a:xfrm>
              <a:off x="4369410" y="3557942"/>
              <a:ext cx="73889" cy="1255"/>
            </a:xfrm>
            <a:custGeom>
              <a:avLst/>
              <a:gdLst/>
              <a:ahLst/>
              <a:cxnLst/>
              <a:rect l="0" t="0" r="0" b="0"/>
              <a:pathLst>
                <a:path w="73889" h="1255">
                  <a:moveTo>
                    <a:pt x="0" y="1255"/>
                  </a:moveTo>
                  <a:lnTo>
                    <a:pt x="738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9" name="Candidate_receptor__3278">
              <a:extLst>
                <a:ext uri="{FF2B5EF4-FFF2-40B4-BE49-F238E27FC236}">
                  <a16:creationId xmlns:a16="http://schemas.microsoft.com/office/drawing/2014/main" id="{338FD4B0-5FE3-1BF3-24FB-3FB2CFA9080C}"/>
                </a:ext>
              </a:extLst>
            </p:cNvPr>
            <p:cNvSpPr>
              <a:spLocks noGrp="1"/>
            </p:cNvSpPr>
            <p:nvPr/>
          </p:nvSpPr>
          <p:spPr>
            <a:xfrm>
              <a:off x="4571793" y="3355090"/>
              <a:ext cx="67685" cy="38787"/>
            </a:xfrm>
            <a:custGeom>
              <a:avLst/>
              <a:gdLst/>
              <a:ahLst/>
              <a:cxnLst/>
              <a:rect l="0" t="0" r="0" b="0"/>
              <a:pathLst>
                <a:path w="67685" h="38787">
                  <a:moveTo>
                    <a:pt x="67685" y="0"/>
                  </a:moveTo>
                  <a:lnTo>
                    <a:pt x="0" y="3878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0" name="Candidate_receptor__3279">
              <a:extLst>
                <a:ext uri="{FF2B5EF4-FFF2-40B4-BE49-F238E27FC236}">
                  <a16:creationId xmlns:a16="http://schemas.microsoft.com/office/drawing/2014/main" id="{B4238EB5-3142-2276-3EDE-61FDDD075336}"/>
                </a:ext>
              </a:extLst>
            </p:cNvPr>
            <p:cNvSpPr>
              <a:spLocks noGrp="1"/>
            </p:cNvSpPr>
            <p:nvPr/>
          </p:nvSpPr>
          <p:spPr>
            <a:xfrm>
              <a:off x="5958757" y="2235455"/>
              <a:ext cx="24407" cy="80198"/>
            </a:xfrm>
            <a:custGeom>
              <a:avLst/>
              <a:gdLst/>
              <a:ahLst/>
              <a:cxnLst/>
              <a:rect l="0" t="0" r="0" b="0"/>
              <a:pathLst>
                <a:path w="24407" h="80198">
                  <a:moveTo>
                    <a:pt x="0" y="80198"/>
                  </a:moveTo>
                  <a:lnTo>
                    <a:pt x="2440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1" name="Candidate_receptor__3280">
              <a:extLst>
                <a:ext uri="{FF2B5EF4-FFF2-40B4-BE49-F238E27FC236}">
                  <a16:creationId xmlns:a16="http://schemas.microsoft.com/office/drawing/2014/main" id="{429BAC92-6B85-48E4-E5C8-03617B471879}"/>
                </a:ext>
              </a:extLst>
            </p:cNvPr>
            <p:cNvSpPr>
              <a:spLocks noGrp="1"/>
            </p:cNvSpPr>
            <p:nvPr/>
          </p:nvSpPr>
          <p:spPr>
            <a:xfrm>
              <a:off x="5952366" y="2315653"/>
              <a:ext cx="6392" cy="82056"/>
            </a:xfrm>
            <a:custGeom>
              <a:avLst/>
              <a:gdLst/>
              <a:ahLst/>
              <a:cxnLst/>
              <a:rect l="0" t="0" r="0" b="0"/>
              <a:pathLst>
                <a:path w="6392" h="82056">
                  <a:moveTo>
                    <a:pt x="0" y="82056"/>
                  </a:moveTo>
                  <a:lnTo>
                    <a:pt x="639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2" name="Candidate_receptor__3281">
              <a:extLst>
                <a:ext uri="{FF2B5EF4-FFF2-40B4-BE49-F238E27FC236}">
                  <a16:creationId xmlns:a16="http://schemas.microsoft.com/office/drawing/2014/main" id="{8D1B993E-8132-6E21-9AE9-1964D2E8660E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070880"/>
              <a:ext cx="99377" cy="52737"/>
            </a:xfrm>
            <a:custGeom>
              <a:avLst/>
              <a:gdLst/>
              <a:ahLst/>
              <a:cxnLst/>
              <a:rect l="0" t="0" r="0" b="0"/>
              <a:pathLst>
                <a:path w="99377" h="52737">
                  <a:moveTo>
                    <a:pt x="0" y="52737"/>
                  </a:moveTo>
                  <a:lnTo>
                    <a:pt x="993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3" name="Candidate_receptor__3282">
              <a:extLst>
                <a:ext uri="{FF2B5EF4-FFF2-40B4-BE49-F238E27FC236}">
                  <a16:creationId xmlns:a16="http://schemas.microsoft.com/office/drawing/2014/main" id="{B0186949-509C-A6A1-6A9E-82023FD2C000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728254"/>
              <a:ext cx="110848" cy="6506"/>
            </a:xfrm>
            <a:custGeom>
              <a:avLst/>
              <a:gdLst/>
              <a:ahLst/>
              <a:cxnLst/>
              <a:rect l="0" t="0" r="0" b="0"/>
              <a:pathLst>
                <a:path w="110848" h="6506">
                  <a:moveTo>
                    <a:pt x="0" y="0"/>
                  </a:moveTo>
                  <a:lnTo>
                    <a:pt x="110848" y="65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4" name="Candidate_receptor__3283">
              <a:extLst>
                <a:ext uri="{FF2B5EF4-FFF2-40B4-BE49-F238E27FC236}">
                  <a16:creationId xmlns:a16="http://schemas.microsoft.com/office/drawing/2014/main" id="{3881A835-8933-4427-5B2C-F2E5D887F487}"/>
                </a:ext>
              </a:extLst>
            </p:cNvPr>
            <p:cNvSpPr>
              <a:spLocks noGrp="1"/>
            </p:cNvSpPr>
            <p:nvPr/>
          </p:nvSpPr>
          <p:spPr>
            <a:xfrm>
              <a:off x="5725829" y="1929793"/>
              <a:ext cx="14364" cy="107262"/>
            </a:xfrm>
            <a:custGeom>
              <a:avLst/>
              <a:gdLst/>
              <a:ahLst/>
              <a:cxnLst/>
              <a:rect l="0" t="0" r="0" b="0"/>
              <a:pathLst>
                <a:path w="14364" h="107262">
                  <a:moveTo>
                    <a:pt x="14364" y="0"/>
                  </a:moveTo>
                  <a:lnTo>
                    <a:pt x="0" y="1072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5" name="Candidate_receptor__3284">
              <a:extLst>
                <a:ext uri="{FF2B5EF4-FFF2-40B4-BE49-F238E27FC236}">
                  <a16:creationId xmlns:a16="http://schemas.microsoft.com/office/drawing/2014/main" id="{B76840BE-9BFD-50B1-7181-056D2CEAEE8E}"/>
                </a:ext>
              </a:extLst>
            </p:cNvPr>
            <p:cNvSpPr>
              <a:spLocks noGrp="1"/>
            </p:cNvSpPr>
            <p:nvPr/>
          </p:nvSpPr>
          <p:spPr>
            <a:xfrm>
              <a:off x="4526978" y="4183614"/>
              <a:ext cx="110176" cy="5690"/>
            </a:xfrm>
            <a:custGeom>
              <a:avLst/>
              <a:gdLst/>
              <a:ahLst/>
              <a:cxnLst/>
              <a:rect l="0" t="0" r="0" b="0"/>
              <a:pathLst>
                <a:path w="110176" h="5690">
                  <a:moveTo>
                    <a:pt x="0" y="5690"/>
                  </a:moveTo>
                  <a:lnTo>
                    <a:pt x="11017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6" name="Candidate_receptor__3285">
              <a:extLst>
                <a:ext uri="{FF2B5EF4-FFF2-40B4-BE49-F238E27FC236}">
                  <a16:creationId xmlns:a16="http://schemas.microsoft.com/office/drawing/2014/main" id="{CAED344D-95D4-B9DD-71D2-438594856D25}"/>
                </a:ext>
              </a:extLst>
            </p:cNvPr>
            <p:cNvSpPr>
              <a:spLocks noGrp="1"/>
            </p:cNvSpPr>
            <p:nvPr/>
          </p:nvSpPr>
          <p:spPr>
            <a:xfrm>
              <a:off x="4882350" y="2871452"/>
              <a:ext cx="53939" cy="54754"/>
            </a:xfrm>
            <a:custGeom>
              <a:avLst/>
              <a:gdLst/>
              <a:ahLst/>
              <a:cxnLst/>
              <a:rect l="0" t="0" r="0" b="0"/>
              <a:pathLst>
                <a:path w="53939" h="54754">
                  <a:moveTo>
                    <a:pt x="53939" y="0"/>
                  </a:moveTo>
                  <a:lnTo>
                    <a:pt x="0" y="5475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7" name="Candidate_receptor__3286">
              <a:extLst>
                <a:ext uri="{FF2B5EF4-FFF2-40B4-BE49-F238E27FC236}">
                  <a16:creationId xmlns:a16="http://schemas.microsoft.com/office/drawing/2014/main" id="{40D8140D-C34A-BCFD-E435-4916AC042369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252429"/>
              <a:ext cx="19372" cy="506"/>
            </a:xfrm>
            <a:custGeom>
              <a:avLst/>
              <a:gdLst/>
              <a:ahLst/>
              <a:cxnLst/>
              <a:rect l="0" t="0" r="0" b="0"/>
              <a:pathLst>
                <a:path w="19372" h="506">
                  <a:moveTo>
                    <a:pt x="19372" y="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8" name="Candidate_receptor__3287">
              <a:extLst>
                <a:ext uri="{FF2B5EF4-FFF2-40B4-BE49-F238E27FC236}">
                  <a16:creationId xmlns:a16="http://schemas.microsoft.com/office/drawing/2014/main" id="{0967486F-0395-4F56-B400-BD0F5715E482}"/>
                </a:ext>
              </a:extLst>
            </p:cNvPr>
            <p:cNvSpPr>
              <a:spLocks noGrp="1"/>
            </p:cNvSpPr>
            <p:nvPr/>
          </p:nvSpPr>
          <p:spPr>
            <a:xfrm>
              <a:off x="5788279" y="3909100"/>
              <a:ext cx="111562" cy="3634"/>
            </a:xfrm>
            <a:custGeom>
              <a:avLst/>
              <a:gdLst/>
              <a:ahLst/>
              <a:cxnLst/>
              <a:rect l="0" t="0" r="0" b="0"/>
              <a:pathLst>
                <a:path w="111562" h="3634">
                  <a:moveTo>
                    <a:pt x="111562" y="3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9" name="Candidate_receptor__3288">
              <a:extLst>
                <a:ext uri="{FF2B5EF4-FFF2-40B4-BE49-F238E27FC236}">
                  <a16:creationId xmlns:a16="http://schemas.microsoft.com/office/drawing/2014/main" id="{3D5AE4F2-3DE3-50F1-45D4-D8AD776BB0EB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495815"/>
              <a:ext cx="17745" cy="5537"/>
            </a:xfrm>
            <a:custGeom>
              <a:avLst/>
              <a:gdLst/>
              <a:ahLst/>
              <a:cxnLst/>
              <a:rect l="0" t="0" r="0" b="0"/>
              <a:pathLst>
                <a:path w="17745" h="5537">
                  <a:moveTo>
                    <a:pt x="17745" y="0"/>
                  </a:moveTo>
                  <a:lnTo>
                    <a:pt x="0" y="553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0" name="Candidate_receptor__3289">
              <a:extLst>
                <a:ext uri="{FF2B5EF4-FFF2-40B4-BE49-F238E27FC236}">
                  <a16:creationId xmlns:a16="http://schemas.microsoft.com/office/drawing/2014/main" id="{607C8634-20E2-9F00-9088-25B496670DCD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97386" cy="34176"/>
            </a:xfrm>
            <a:custGeom>
              <a:avLst/>
              <a:gdLst/>
              <a:ahLst/>
              <a:cxnLst/>
              <a:rect l="0" t="0" r="0" b="0"/>
              <a:pathLst>
                <a:path w="97386" h="34176">
                  <a:moveTo>
                    <a:pt x="97386" y="34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1" name="Candidate_receptor__3290">
              <a:extLst>
                <a:ext uri="{FF2B5EF4-FFF2-40B4-BE49-F238E27FC236}">
                  <a16:creationId xmlns:a16="http://schemas.microsoft.com/office/drawing/2014/main" id="{54FF4EF2-FB23-27DA-8232-90A4B25C412B}"/>
                </a:ext>
              </a:extLst>
            </p:cNvPr>
            <p:cNvSpPr>
              <a:spLocks noGrp="1"/>
            </p:cNvSpPr>
            <p:nvPr/>
          </p:nvSpPr>
          <p:spPr>
            <a:xfrm>
              <a:off x="4703869" y="2942536"/>
              <a:ext cx="74682" cy="76721"/>
            </a:xfrm>
            <a:custGeom>
              <a:avLst/>
              <a:gdLst/>
              <a:ahLst/>
              <a:cxnLst/>
              <a:rect l="0" t="0" r="0" b="0"/>
              <a:pathLst>
                <a:path w="74682" h="76721">
                  <a:moveTo>
                    <a:pt x="74682" y="0"/>
                  </a:moveTo>
                  <a:lnTo>
                    <a:pt x="0" y="767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2" name="Candidate_receptor__3291">
              <a:extLst>
                <a:ext uri="{FF2B5EF4-FFF2-40B4-BE49-F238E27FC236}">
                  <a16:creationId xmlns:a16="http://schemas.microsoft.com/office/drawing/2014/main" id="{95361CD8-8A4D-BDE8-0A65-266DA52261E3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394632"/>
              <a:ext cx="68769" cy="21204"/>
            </a:xfrm>
            <a:custGeom>
              <a:avLst/>
              <a:gdLst/>
              <a:ahLst/>
              <a:cxnLst/>
              <a:rect l="0" t="0" r="0" b="0"/>
              <a:pathLst>
                <a:path w="68769" h="21204">
                  <a:moveTo>
                    <a:pt x="68769" y="0"/>
                  </a:moveTo>
                  <a:lnTo>
                    <a:pt x="0" y="212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3" name="Candidate_receptor__3292">
              <a:extLst>
                <a:ext uri="{FF2B5EF4-FFF2-40B4-BE49-F238E27FC236}">
                  <a16:creationId xmlns:a16="http://schemas.microsoft.com/office/drawing/2014/main" id="{125C993C-C6D6-BF51-C444-4BEAD1FBC62C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60703"/>
              <a:ext cx="34922" cy="98357"/>
            </a:xfrm>
            <a:custGeom>
              <a:avLst/>
              <a:gdLst/>
              <a:ahLst/>
              <a:cxnLst/>
              <a:rect l="0" t="0" r="0" b="0"/>
              <a:pathLst>
                <a:path w="34922" h="98357">
                  <a:moveTo>
                    <a:pt x="0" y="0"/>
                  </a:moveTo>
                  <a:lnTo>
                    <a:pt x="34922" y="9835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4" name="Candidate_receptor__3293">
              <a:extLst>
                <a:ext uri="{FF2B5EF4-FFF2-40B4-BE49-F238E27FC236}">
                  <a16:creationId xmlns:a16="http://schemas.microsoft.com/office/drawing/2014/main" id="{7C959FE4-5E81-2F83-A167-E61B19716E39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05321"/>
              <a:ext cx="88092" cy="55382"/>
            </a:xfrm>
            <a:custGeom>
              <a:avLst/>
              <a:gdLst/>
              <a:ahLst/>
              <a:cxnLst/>
              <a:rect l="0" t="0" r="0" b="0"/>
              <a:pathLst>
                <a:path w="88092" h="55382">
                  <a:moveTo>
                    <a:pt x="88092" y="0"/>
                  </a:moveTo>
                  <a:lnTo>
                    <a:pt x="0" y="55382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5" name="Candidate_receptor__3294">
              <a:extLst>
                <a:ext uri="{FF2B5EF4-FFF2-40B4-BE49-F238E27FC236}">
                  <a16:creationId xmlns:a16="http://schemas.microsoft.com/office/drawing/2014/main" id="{2C164613-1C0E-B8BD-2F6E-282DCDFF60DB}"/>
                </a:ext>
              </a:extLst>
            </p:cNvPr>
            <p:cNvSpPr>
              <a:spLocks noGrp="1"/>
            </p:cNvSpPr>
            <p:nvPr/>
          </p:nvSpPr>
          <p:spPr>
            <a:xfrm>
              <a:off x="4438652" y="2348458"/>
              <a:ext cx="106994" cy="10602"/>
            </a:xfrm>
            <a:custGeom>
              <a:avLst/>
              <a:gdLst/>
              <a:ahLst/>
              <a:cxnLst/>
              <a:rect l="0" t="0" r="0" b="0"/>
              <a:pathLst>
                <a:path w="106994" h="10602">
                  <a:moveTo>
                    <a:pt x="0" y="10602"/>
                  </a:moveTo>
                  <a:lnTo>
                    <a:pt x="1069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6" name="Candidate_receptor__3295">
              <a:extLst>
                <a:ext uri="{FF2B5EF4-FFF2-40B4-BE49-F238E27FC236}">
                  <a16:creationId xmlns:a16="http://schemas.microsoft.com/office/drawing/2014/main" id="{19D5025A-6364-D962-37A9-3D292C94A748}"/>
                </a:ext>
              </a:extLst>
            </p:cNvPr>
            <p:cNvSpPr>
              <a:spLocks noGrp="1"/>
            </p:cNvSpPr>
            <p:nvPr/>
          </p:nvSpPr>
          <p:spPr>
            <a:xfrm>
              <a:off x="6050278" y="2155784"/>
              <a:ext cx="94923" cy="909"/>
            </a:xfrm>
            <a:custGeom>
              <a:avLst/>
              <a:gdLst/>
              <a:ahLst/>
              <a:cxnLst/>
              <a:rect l="0" t="0" r="0" b="0"/>
              <a:pathLst>
                <a:path w="94923" h="909">
                  <a:moveTo>
                    <a:pt x="94923" y="0"/>
                  </a:moveTo>
                  <a:lnTo>
                    <a:pt x="0" y="909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7" name="Candidate_receptor__3296">
              <a:extLst>
                <a:ext uri="{FF2B5EF4-FFF2-40B4-BE49-F238E27FC236}">
                  <a16:creationId xmlns:a16="http://schemas.microsoft.com/office/drawing/2014/main" id="{75DB3EE3-8884-E12A-76B2-DB7C505FF066}"/>
                </a:ext>
              </a:extLst>
            </p:cNvPr>
            <p:cNvSpPr>
              <a:spLocks noGrp="1"/>
            </p:cNvSpPr>
            <p:nvPr/>
          </p:nvSpPr>
          <p:spPr>
            <a:xfrm>
              <a:off x="4497721" y="2991551"/>
              <a:ext cx="51394" cy="102072"/>
            </a:xfrm>
            <a:custGeom>
              <a:avLst/>
              <a:gdLst/>
              <a:ahLst/>
              <a:cxnLst/>
              <a:rect l="0" t="0" r="0" b="0"/>
              <a:pathLst>
                <a:path w="51394" h="102072">
                  <a:moveTo>
                    <a:pt x="0" y="102072"/>
                  </a:moveTo>
                  <a:lnTo>
                    <a:pt x="513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8" name="Candidate_receptor__3297">
              <a:extLst>
                <a:ext uri="{FF2B5EF4-FFF2-40B4-BE49-F238E27FC236}">
                  <a16:creationId xmlns:a16="http://schemas.microsoft.com/office/drawing/2014/main" id="{55BFC69A-DCC9-EDA3-5E1A-B7F7592BA0C0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203206"/>
              <a:ext cx="30383" cy="52734"/>
            </a:xfrm>
            <a:custGeom>
              <a:avLst/>
              <a:gdLst/>
              <a:ahLst/>
              <a:cxnLst/>
              <a:rect l="0" t="0" r="0" b="0"/>
              <a:pathLst>
                <a:path w="30383" h="52734">
                  <a:moveTo>
                    <a:pt x="0" y="0"/>
                  </a:moveTo>
                  <a:lnTo>
                    <a:pt x="30383" y="5273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9" name="Candidate_receptor__3298">
              <a:extLst>
                <a:ext uri="{FF2B5EF4-FFF2-40B4-BE49-F238E27FC236}">
                  <a16:creationId xmlns:a16="http://schemas.microsoft.com/office/drawing/2014/main" id="{D7A51F42-6025-D62B-0E21-D9B9A88D830B}"/>
                </a:ext>
              </a:extLst>
            </p:cNvPr>
            <p:cNvSpPr>
              <a:spLocks noGrp="1"/>
            </p:cNvSpPr>
            <p:nvPr/>
          </p:nvSpPr>
          <p:spPr>
            <a:xfrm>
              <a:off x="4427997" y="4184092"/>
              <a:ext cx="98981" cy="5211"/>
            </a:xfrm>
            <a:custGeom>
              <a:avLst/>
              <a:gdLst/>
              <a:ahLst/>
              <a:cxnLst/>
              <a:rect l="0" t="0" r="0" b="0"/>
              <a:pathLst>
                <a:path w="98981" h="5211">
                  <a:moveTo>
                    <a:pt x="0" y="0"/>
                  </a:moveTo>
                  <a:lnTo>
                    <a:pt x="98981" y="521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0" name="Candidate_receptor__3299">
              <a:extLst>
                <a:ext uri="{FF2B5EF4-FFF2-40B4-BE49-F238E27FC236}">
                  <a16:creationId xmlns:a16="http://schemas.microsoft.com/office/drawing/2014/main" id="{D1278153-A7AE-AF7C-EF06-18F5046A8055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379363"/>
              <a:ext cx="70006" cy="91551"/>
            </a:xfrm>
            <a:custGeom>
              <a:avLst/>
              <a:gdLst/>
              <a:ahLst/>
              <a:cxnLst/>
              <a:rect l="0" t="0" r="0" b="0"/>
              <a:pathLst>
                <a:path w="70006" h="91551">
                  <a:moveTo>
                    <a:pt x="70006" y="0"/>
                  </a:moveTo>
                  <a:lnTo>
                    <a:pt x="0" y="9155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1" name="Candidate_receptor__3300">
              <a:extLst>
                <a:ext uri="{FF2B5EF4-FFF2-40B4-BE49-F238E27FC236}">
                  <a16:creationId xmlns:a16="http://schemas.microsoft.com/office/drawing/2014/main" id="{8E51037C-550B-54AD-B577-C5C701E66173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29583" cy="98688"/>
            </a:xfrm>
            <a:custGeom>
              <a:avLst/>
              <a:gdLst/>
              <a:ahLst/>
              <a:cxnLst/>
              <a:rect l="0" t="0" r="0" b="0"/>
              <a:pathLst>
                <a:path w="29583" h="98688">
                  <a:moveTo>
                    <a:pt x="0" y="0"/>
                  </a:moveTo>
                  <a:lnTo>
                    <a:pt x="29583" y="9868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2" name="Candidate_receptor__3301">
              <a:extLst>
                <a:ext uri="{FF2B5EF4-FFF2-40B4-BE49-F238E27FC236}">
                  <a16:creationId xmlns:a16="http://schemas.microsoft.com/office/drawing/2014/main" id="{0E7D071B-DE24-6C0C-85B4-1F8541333A98}"/>
                </a:ext>
              </a:extLst>
            </p:cNvPr>
            <p:cNvSpPr>
              <a:spLocks noGrp="1"/>
            </p:cNvSpPr>
            <p:nvPr/>
          </p:nvSpPr>
          <p:spPr>
            <a:xfrm>
              <a:off x="5899841" y="3912734"/>
              <a:ext cx="4376" cy="115370"/>
            </a:xfrm>
            <a:custGeom>
              <a:avLst/>
              <a:gdLst/>
              <a:ahLst/>
              <a:cxnLst/>
              <a:rect l="0" t="0" r="0" b="0"/>
              <a:pathLst>
                <a:path w="4376" h="115370">
                  <a:moveTo>
                    <a:pt x="4376" y="115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3" name="Candidate_receptor__3302">
              <a:extLst>
                <a:ext uri="{FF2B5EF4-FFF2-40B4-BE49-F238E27FC236}">
                  <a16:creationId xmlns:a16="http://schemas.microsoft.com/office/drawing/2014/main" id="{E22233F1-A2F8-1615-CD6A-71285F073C31}"/>
                </a:ext>
              </a:extLst>
            </p:cNvPr>
            <p:cNvSpPr>
              <a:spLocks noGrp="1"/>
            </p:cNvSpPr>
            <p:nvPr/>
          </p:nvSpPr>
          <p:spPr>
            <a:xfrm>
              <a:off x="4637153" y="4116460"/>
              <a:ext cx="92412" cy="67154"/>
            </a:xfrm>
            <a:custGeom>
              <a:avLst/>
              <a:gdLst/>
              <a:ahLst/>
              <a:cxnLst/>
              <a:rect l="0" t="0" r="0" b="0"/>
              <a:pathLst>
                <a:path w="92412" h="67154">
                  <a:moveTo>
                    <a:pt x="0" y="67154"/>
                  </a:moveTo>
                  <a:lnTo>
                    <a:pt x="9241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4" name="Candidate_receptor__3303">
              <a:extLst>
                <a:ext uri="{FF2B5EF4-FFF2-40B4-BE49-F238E27FC236}">
                  <a16:creationId xmlns:a16="http://schemas.microsoft.com/office/drawing/2014/main" id="{B1E07EC5-27B4-D0B7-D1C2-0E3B531B4196}"/>
                </a:ext>
              </a:extLst>
            </p:cNvPr>
            <p:cNvSpPr>
              <a:spLocks noGrp="1"/>
            </p:cNvSpPr>
            <p:nvPr/>
          </p:nvSpPr>
          <p:spPr>
            <a:xfrm>
              <a:off x="5539131" y="3412132"/>
              <a:ext cx="10386" cy="49129"/>
            </a:xfrm>
            <a:custGeom>
              <a:avLst/>
              <a:gdLst/>
              <a:ahLst/>
              <a:cxnLst/>
              <a:rect l="0" t="0" r="0" b="0"/>
              <a:pathLst>
                <a:path w="10386" h="49129">
                  <a:moveTo>
                    <a:pt x="0" y="0"/>
                  </a:moveTo>
                  <a:lnTo>
                    <a:pt x="10386" y="4912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5" name="Candidate_receptor__3304">
              <a:extLst>
                <a:ext uri="{FF2B5EF4-FFF2-40B4-BE49-F238E27FC236}">
                  <a16:creationId xmlns:a16="http://schemas.microsoft.com/office/drawing/2014/main" id="{E72B777D-33E8-ED47-8220-17CB39587DBE}"/>
                </a:ext>
              </a:extLst>
            </p:cNvPr>
            <p:cNvSpPr>
              <a:spLocks noGrp="1"/>
            </p:cNvSpPr>
            <p:nvPr/>
          </p:nvSpPr>
          <p:spPr>
            <a:xfrm>
              <a:off x="5648920" y="3722537"/>
              <a:ext cx="24527" cy="33467"/>
            </a:xfrm>
            <a:custGeom>
              <a:avLst/>
              <a:gdLst/>
              <a:ahLst/>
              <a:cxnLst/>
              <a:rect l="0" t="0" r="0" b="0"/>
              <a:pathLst>
                <a:path w="24527" h="33467">
                  <a:moveTo>
                    <a:pt x="24527" y="0"/>
                  </a:moveTo>
                  <a:lnTo>
                    <a:pt x="0" y="3346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6" name="Candidate_receptor__3305">
              <a:extLst>
                <a:ext uri="{FF2B5EF4-FFF2-40B4-BE49-F238E27FC236}">
                  <a16:creationId xmlns:a16="http://schemas.microsoft.com/office/drawing/2014/main" id="{63A7D598-4491-DDFF-50EB-95AAC86281E5}"/>
                </a:ext>
              </a:extLst>
            </p:cNvPr>
            <p:cNvSpPr>
              <a:spLocks noGrp="1"/>
            </p:cNvSpPr>
            <p:nvPr/>
          </p:nvSpPr>
          <p:spPr>
            <a:xfrm>
              <a:off x="4553489" y="3960638"/>
              <a:ext cx="68411" cy="93244"/>
            </a:xfrm>
            <a:custGeom>
              <a:avLst/>
              <a:gdLst/>
              <a:ahLst/>
              <a:cxnLst/>
              <a:rect l="0" t="0" r="0" b="0"/>
              <a:pathLst>
                <a:path w="68411" h="93244">
                  <a:moveTo>
                    <a:pt x="68411" y="0"/>
                  </a:moveTo>
                  <a:lnTo>
                    <a:pt x="0" y="9324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7" name="Candidate_receptor__3306">
              <a:extLst>
                <a:ext uri="{FF2B5EF4-FFF2-40B4-BE49-F238E27FC236}">
                  <a16:creationId xmlns:a16="http://schemas.microsoft.com/office/drawing/2014/main" id="{8EC368A1-0D5D-66AB-BC13-B7BC6059AF35}"/>
                </a:ext>
              </a:extLst>
            </p:cNvPr>
            <p:cNvSpPr>
              <a:spLocks noGrp="1"/>
            </p:cNvSpPr>
            <p:nvPr/>
          </p:nvSpPr>
          <p:spPr>
            <a:xfrm>
              <a:off x="4532320" y="3889061"/>
              <a:ext cx="89580" cy="71576"/>
            </a:xfrm>
            <a:custGeom>
              <a:avLst/>
              <a:gdLst/>
              <a:ahLst/>
              <a:cxnLst/>
              <a:rect l="0" t="0" r="0" b="0"/>
              <a:pathLst>
                <a:path w="89580" h="71576">
                  <a:moveTo>
                    <a:pt x="0" y="0"/>
                  </a:moveTo>
                  <a:lnTo>
                    <a:pt x="89580" y="71576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8" name="Candidate_receptor__3307">
              <a:extLst>
                <a:ext uri="{FF2B5EF4-FFF2-40B4-BE49-F238E27FC236}">
                  <a16:creationId xmlns:a16="http://schemas.microsoft.com/office/drawing/2014/main" id="{21A3EC8C-DAB6-EE26-7942-28A2E75048F0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19399"/>
              <a:ext cx="92481" cy="59583"/>
            </a:xfrm>
            <a:custGeom>
              <a:avLst/>
              <a:gdLst/>
              <a:ahLst/>
              <a:cxnLst/>
              <a:rect l="0" t="0" r="0" b="0"/>
              <a:pathLst>
                <a:path w="92481" h="59583">
                  <a:moveTo>
                    <a:pt x="0" y="59583"/>
                  </a:moveTo>
                  <a:lnTo>
                    <a:pt x="9248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9" name="Candidate_receptor__3308">
              <a:extLst>
                <a:ext uri="{FF2B5EF4-FFF2-40B4-BE49-F238E27FC236}">
                  <a16:creationId xmlns:a16="http://schemas.microsoft.com/office/drawing/2014/main" id="{11A00771-A958-E22C-CF3B-C4EC6D3D110C}"/>
                </a:ext>
              </a:extLst>
            </p:cNvPr>
            <p:cNvSpPr>
              <a:spLocks noGrp="1"/>
            </p:cNvSpPr>
            <p:nvPr/>
          </p:nvSpPr>
          <p:spPr>
            <a:xfrm>
              <a:off x="4936289" y="2871452"/>
              <a:ext cx="100209" cy="25492"/>
            </a:xfrm>
            <a:custGeom>
              <a:avLst/>
              <a:gdLst/>
              <a:ahLst/>
              <a:cxnLst/>
              <a:rect l="0" t="0" r="0" b="0"/>
              <a:pathLst>
                <a:path w="100209" h="25492">
                  <a:moveTo>
                    <a:pt x="100209" y="254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0" name="Candidate_receptor__3309">
              <a:extLst>
                <a:ext uri="{FF2B5EF4-FFF2-40B4-BE49-F238E27FC236}">
                  <a16:creationId xmlns:a16="http://schemas.microsoft.com/office/drawing/2014/main" id="{B0B50EC5-30F7-4C55-994B-39113854EFC8}"/>
                </a:ext>
              </a:extLst>
            </p:cNvPr>
            <p:cNvSpPr>
              <a:spLocks noGrp="1"/>
            </p:cNvSpPr>
            <p:nvPr/>
          </p:nvSpPr>
          <p:spPr>
            <a:xfrm>
              <a:off x="5740194" y="1868318"/>
              <a:ext cx="97115" cy="61475"/>
            </a:xfrm>
            <a:custGeom>
              <a:avLst/>
              <a:gdLst/>
              <a:ahLst/>
              <a:cxnLst/>
              <a:rect l="0" t="0" r="0" b="0"/>
              <a:pathLst>
                <a:path w="97115" h="61475">
                  <a:moveTo>
                    <a:pt x="97115" y="0"/>
                  </a:moveTo>
                  <a:lnTo>
                    <a:pt x="0" y="6147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1" name="Candidate_receptor__3310">
              <a:extLst>
                <a:ext uri="{FF2B5EF4-FFF2-40B4-BE49-F238E27FC236}">
                  <a16:creationId xmlns:a16="http://schemas.microsoft.com/office/drawing/2014/main" id="{9A6682A1-F3A2-72BA-B019-9C93897B9FAE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433744"/>
              <a:ext cx="40275" cy="79680"/>
            </a:xfrm>
            <a:custGeom>
              <a:avLst/>
              <a:gdLst/>
              <a:ahLst/>
              <a:cxnLst/>
              <a:rect l="0" t="0" r="0" b="0"/>
              <a:pathLst>
                <a:path w="40275" h="79680">
                  <a:moveTo>
                    <a:pt x="40275" y="0"/>
                  </a:moveTo>
                  <a:lnTo>
                    <a:pt x="0" y="7968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2" name="Candidate_receptor__3311">
              <a:extLst>
                <a:ext uri="{FF2B5EF4-FFF2-40B4-BE49-F238E27FC236}">
                  <a16:creationId xmlns:a16="http://schemas.microsoft.com/office/drawing/2014/main" id="{727E1C22-1D26-F775-AF68-414F68D8D271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956120"/>
              <a:ext cx="101470" cy="17222"/>
            </a:xfrm>
            <a:custGeom>
              <a:avLst/>
              <a:gdLst/>
              <a:ahLst/>
              <a:cxnLst/>
              <a:rect l="0" t="0" r="0" b="0"/>
              <a:pathLst>
                <a:path w="101470" h="17222">
                  <a:moveTo>
                    <a:pt x="101470" y="172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3" name="Candidate_receptor__3312">
              <a:extLst>
                <a:ext uri="{FF2B5EF4-FFF2-40B4-BE49-F238E27FC236}">
                  <a16:creationId xmlns:a16="http://schemas.microsoft.com/office/drawing/2014/main" id="{938ED6C8-2B58-B136-455F-0F985C07D97D}"/>
                </a:ext>
              </a:extLst>
            </p:cNvPr>
            <p:cNvSpPr>
              <a:spLocks noGrp="1"/>
            </p:cNvSpPr>
            <p:nvPr/>
          </p:nvSpPr>
          <p:spPr>
            <a:xfrm>
              <a:off x="5803609" y="2337510"/>
              <a:ext cx="4213" cy="112188"/>
            </a:xfrm>
            <a:custGeom>
              <a:avLst/>
              <a:gdLst/>
              <a:ahLst/>
              <a:cxnLst/>
              <a:rect l="0" t="0" r="0" b="0"/>
              <a:pathLst>
                <a:path w="4213" h="112188">
                  <a:moveTo>
                    <a:pt x="0" y="112188"/>
                  </a:moveTo>
                  <a:lnTo>
                    <a:pt x="421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4" name="Candidate_receptor__3313">
              <a:extLst>
                <a:ext uri="{FF2B5EF4-FFF2-40B4-BE49-F238E27FC236}">
                  <a16:creationId xmlns:a16="http://schemas.microsoft.com/office/drawing/2014/main" id="{FE3671EA-A435-164B-5197-B8C0F28E60C3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513424"/>
              <a:ext cx="95" cy="83604"/>
            </a:xfrm>
            <a:custGeom>
              <a:avLst/>
              <a:gdLst/>
              <a:ahLst/>
              <a:cxnLst/>
              <a:rect l="0" t="0" r="0" b="0"/>
              <a:pathLst>
                <a:path w="95" h="83604">
                  <a:moveTo>
                    <a:pt x="0" y="0"/>
                  </a:moveTo>
                  <a:lnTo>
                    <a:pt x="51" y="836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5" name="Candidate_receptor__3314">
              <a:extLst>
                <a:ext uri="{FF2B5EF4-FFF2-40B4-BE49-F238E27FC236}">
                  <a16:creationId xmlns:a16="http://schemas.microsoft.com/office/drawing/2014/main" id="{207E4FD4-915A-926D-E2A9-DFC81D85D1D4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18959"/>
              <a:ext cx="2684" cy="44550"/>
            </a:xfrm>
            <a:custGeom>
              <a:avLst/>
              <a:gdLst/>
              <a:ahLst/>
              <a:cxnLst/>
              <a:rect l="0" t="0" r="0" b="0"/>
              <a:pathLst>
                <a:path w="2684" h="44550">
                  <a:moveTo>
                    <a:pt x="0" y="44550"/>
                  </a:moveTo>
                  <a:lnTo>
                    <a:pt x="268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6" name="Candidate_receptor__3315">
              <a:extLst>
                <a:ext uri="{FF2B5EF4-FFF2-40B4-BE49-F238E27FC236}">
                  <a16:creationId xmlns:a16="http://schemas.microsoft.com/office/drawing/2014/main" id="{2FA5E809-20B8-7498-C18A-733CA3AE4D0C}"/>
                </a:ext>
              </a:extLst>
            </p:cNvPr>
            <p:cNvSpPr>
              <a:spLocks noGrp="1"/>
            </p:cNvSpPr>
            <p:nvPr/>
          </p:nvSpPr>
          <p:spPr>
            <a:xfrm>
              <a:off x="4657341" y="3019257"/>
              <a:ext cx="46528" cy="64495"/>
            </a:xfrm>
            <a:custGeom>
              <a:avLst/>
              <a:gdLst/>
              <a:ahLst/>
              <a:cxnLst/>
              <a:rect l="0" t="0" r="0" b="0"/>
              <a:pathLst>
                <a:path w="46528" h="64495">
                  <a:moveTo>
                    <a:pt x="46528" y="0"/>
                  </a:moveTo>
                  <a:lnTo>
                    <a:pt x="0" y="6449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7" name="Candidate_receptor__3316">
              <a:extLst>
                <a:ext uri="{FF2B5EF4-FFF2-40B4-BE49-F238E27FC236}">
                  <a16:creationId xmlns:a16="http://schemas.microsoft.com/office/drawing/2014/main" id="{923C3C5D-ACE3-A6B9-A3A6-3001132430EC}"/>
                </a:ext>
              </a:extLst>
            </p:cNvPr>
            <p:cNvSpPr>
              <a:spLocks noGrp="1"/>
            </p:cNvSpPr>
            <p:nvPr/>
          </p:nvSpPr>
          <p:spPr>
            <a:xfrm>
              <a:off x="4788458" y="2061997"/>
              <a:ext cx="16840" cy="56804"/>
            </a:xfrm>
            <a:custGeom>
              <a:avLst/>
              <a:gdLst/>
              <a:ahLst/>
              <a:cxnLst/>
              <a:rect l="0" t="0" r="0" b="0"/>
              <a:pathLst>
                <a:path w="16840" h="56804">
                  <a:moveTo>
                    <a:pt x="0" y="56804"/>
                  </a:moveTo>
                  <a:lnTo>
                    <a:pt x="1684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8" name="Candidate_receptor__3317">
              <a:extLst>
                <a:ext uri="{FF2B5EF4-FFF2-40B4-BE49-F238E27FC236}">
                  <a16:creationId xmlns:a16="http://schemas.microsoft.com/office/drawing/2014/main" id="{5B15932F-D1CF-66A6-6AC2-81F1076F0B1B}"/>
                </a:ext>
              </a:extLst>
            </p:cNvPr>
            <p:cNvSpPr>
              <a:spLocks noGrp="1"/>
            </p:cNvSpPr>
            <p:nvPr/>
          </p:nvSpPr>
          <p:spPr>
            <a:xfrm>
              <a:off x="4545646" y="2343130"/>
              <a:ext cx="85838" cy="5329"/>
            </a:xfrm>
            <a:custGeom>
              <a:avLst/>
              <a:gdLst/>
              <a:ahLst/>
              <a:cxnLst/>
              <a:rect l="0" t="0" r="0" b="0"/>
              <a:pathLst>
                <a:path w="85838" h="5329">
                  <a:moveTo>
                    <a:pt x="0" y="5329"/>
                  </a:moveTo>
                  <a:lnTo>
                    <a:pt x="8583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9" name="Candidate_receptor__3318">
              <a:extLst>
                <a:ext uri="{FF2B5EF4-FFF2-40B4-BE49-F238E27FC236}">
                  <a16:creationId xmlns:a16="http://schemas.microsoft.com/office/drawing/2014/main" id="{BF68647F-6115-92B2-0CBF-E0350BD04B37}"/>
                </a:ext>
              </a:extLst>
            </p:cNvPr>
            <p:cNvSpPr>
              <a:spLocks noGrp="1"/>
            </p:cNvSpPr>
            <p:nvPr/>
          </p:nvSpPr>
          <p:spPr>
            <a:xfrm>
              <a:off x="5541405" y="1614107"/>
              <a:ext cx="19592" cy="113490"/>
            </a:xfrm>
            <a:custGeom>
              <a:avLst/>
              <a:gdLst/>
              <a:ahLst/>
              <a:cxnLst/>
              <a:rect l="0" t="0" r="0" b="0"/>
              <a:pathLst>
                <a:path w="19592" h="113490">
                  <a:moveTo>
                    <a:pt x="0" y="113490"/>
                  </a:moveTo>
                  <a:lnTo>
                    <a:pt x="1959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0" name="Candidate_receptor__3319">
              <a:extLst>
                <a:ext uri="{FF2B5EF4-FFF2-40B4-BE49-F238E27FC236}">
                  <a16:creationId xmlns:a16="http://schemas.microsoft.com/office/drawing/2014/main" id="{46DBE754-CD12-BF57-A6AB-E10E21597D80}"/>
                </a:ext>
              </a:extLst>
            </p:cNvPr>
            <p:cNvSpPr>
              <a:spLocks noGrp="1"/>
            </p:cNvSpPr>
            <p:nvPr/>
          </p:nvSpPr>
          <p:spPr>
            <a:xfrm>
              <a:off x="5416103" y="3274726"/>
              <a:ext cx="110149" cy="5201"/>
            </a:xfrm>
            <a:custGeom>
              <a:avLst/>
              <a:gdLst/>
              <a:ahLst/>
              <a:cxnLst/>
              <a:rect l="0" t="0" r="0" b="0"/>
              <a:pathLst>
                <a:path w="110149" h="5201">
                  <a:moveTo>
                    <a:pt x="0" y="5201"/>
                  </a:moveTo>
                  <a:lnTo>
                    <a:pt x="11014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1" name="Candidate_receptor__3320">
              <a:extLst>
                <a:ext uri="{FF2B5EF4-FFF2-40B4-BE49-F238E27FC236}">
                  <a16:creationId xmlns:a16="http://schemas.microsoft.com/office/drawing/2014/main" id="{42BD64F9-D13A-318D-7817-323D6BC8EE16}"/>
                </a:ext>
              </a:extLst>
            </p:cNvPr>
            <p:cNvSpPr>
              <a:spLocks noGrp="1"/>
            </p:cNvSpPr>
            <p:nvPr/>
          </p:nvSpPr>
          <p:spPr>
            <a:xfrm>
              <a:off x="5353116" y="2394632"/>
              <a:ext cx="72594" cy="78192"/>
            </a:xfrm>
            <a:custGeom>
              <a:avLst/>
              <a:gdLst/>
              <a:ahLst/>
              <a:cxnLst/>
              <a:rect l="0" t="0" r="0" b="0"/>
              <a:pathLst>
                <a:path w="72594" h="78192">
                  <a:moveTo>
                    <a:pt x="72594" y="7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2" name="Candidate_receptor__3321">
              <a:extLst>
                <a:ext uri="{FF2B5EF4-FFF2-40B4-BE49-F238E27FC236}">
                  <a16:creationId xmlns:a16="http://schemas.microsoft.com/office/drawing/2014/main" id="{E7FAC423-5C85-BD61-989F-8B0087D55166}"/>
                </a:ext>
              </a:extLst>
            </p:cNvPr>
            <p:cNvSpPr>
              <a:spLocks noGrp="1"/>
            </p:cNvSpPr>
            <p:nvPr/>
          </p:nvSpPr>
          <p:spPr>
            <a:xfrm>
              <a:off x="4764424" y="2826952"/>
              <a:ext cx="14127" cy="115584"/>
            </a:xfrm>
            <a:custGeom>
              <a:avLst/>
              <a:gdLst/>
              <a:ahLst/>
              <a:cxnLst/>
              <a:rect l="0" t="0" r="0" b="0"/>
              <a:pathLst>
                <a:path w="14127" h="115584">
                  <a:moveTo>
                    <a:pt x="0" y="0"/>
                  </a:moveTo>
                  <a:lnTo>
                    <a:pt x="14127" y="11558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3" name="Candidate_receptor__3322">
              <a:extLst>
                <a:ext uri="{FF2B5EF4-FFF2-40B4-BE49-F238E27FC236}">
                  <a16:creationId xmlns:a16="http://schemas.microsoft.com/office/drawing/2014/main" id="{40AF4F43-F47A-D17A-EF1D-25D10EB7B889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63254"/>
              <a:ext cx="27179" cy="26165"/>
            </a:xfrm>
            <a:custGeom>
              <a:avLst/>
              <a:gdLst/>
              <a:ahLst/>
              <a:cxnLst/>
              <a:rect l="0" t="0" r="0" b="0"/>
              <a:pathLst>
                <a:path w="27179" h="26165">
                  <a:moveTo>
                    <a:pt x="27179" y="0"/>
                  </a:moveTo>
                  <a:lnTo>
                    <a:pt x="0" y="2616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4" name="Candidate_receptor__3323">
              <a:extLst>
                <a:ext uri="{FF2B5EF4-FFF2-40B4-BE49-F238E27FC236}">
                  <a16:creationId xmlns:a16="http://schemas.microsoft.com/office/drawing/2014/main" id="{8C12F359-62AE-C26B-A25F-EEA9205A31A9}"/>
                </a:ext>
              </a:extLst>
            </p:cNvPr>
            <p:cNvSpPr>
              <a:spLocks noGrp="1"/>
            </p:cNvSpPr>
            <p:nvPr/>
          </p:nvSpPr>
          <p:spPr>
            <a:xfrm>
              <a:off x="5754283" y="3909100"/>
              <a:ext cx="33996" cy="64520"/>
            </a:xfrm>
            <a:custGeom>
              <a:avLst/>
              <a:gdLst/>
              <a:ahLst/>
              <a:cxnLst/>
              <a:rect l="0" t="0" r="0" b="0"/>
              <a:pathLst>
                <a:path w="33996" h="64520">
                  <a:moveTo>
                    <a:pt x="33996" y="0"/>
                  </a:moveTo>
                  <a:lnTo>
                    <a:pt x="0" y="645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5" name="Candidate_receptor__3324">
              <a:extLst>
                <a:ext uri="{FF2B5EF4-FFF2-40B4-BE49-F238E27FC236}">
                  <a16:creationId xmlns:a16="http://schemas.microsoft.com/office/drawing/2014/main" id="{0AF2EFFF-A562-1C5C-279D-49AA82F0FB58}"/>
                </a:ext>
              </a:extLst>
            </p:cNvPr>
            <p:cNvSpPr>
              <a:spLocks noGrp="1"/>
            </p:cNvSpPr>
            <p:nvPr/>
          </p:nvSpPr>
          <p:spPr>
            <a:xfrm>
              <a:off x="4841904" y="3641615"/>
              <a:ext cx="2554" cy="14383"/>
            </a:xfrm>
            <a:custGeom>
              <a:avLst/>
              <a:gdLst/>
              <a:ahLst/>
              <a:cxnLst/>
              <a:rect l="0" t="0" r="0" b="0"/>
              <a:pathLst>
                <a:path w="2554" h="14383">
                  <a:moveTo>
                    <a:pt x="2554" y="0"/>
                  </a:moveTo>
                  <a:lnTo>
                    <a:pt x="0" y="1438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6" name="Candidate_receptor__3325">
              <a:extLst>
                <a:ext uri="{FF2B5EF4-FFF2-40B4-BE49-F238E27FC236}">
                  <a16:creationId xmlns:a16="http://schemas.microsoft.com/office/drawing/2014/main" id="{012F2D9F-0A30-07B2-0375-600EF23BA1BB}"/>
                </a:ext>
              </a:extLst>
            </p:cNvPr>
            <p:cNvSpPr>
              <a:spLocks noGrp="1"/>
            </p:cNvSpPr>
            <p:nvPr/>
          </p:nvSpPr>
          <p:spPr>
            <a:xfrm>
              <a:off x="5369035" y="1702412"/>
              <a:ext cx="31972" cy="87467"/>
            </a:xfrm>
            <a:custGeom>
              <a:avLst/>
              <a:gdLst/>
              <a:ahLst/>
              <a:cxnLst/>
              <a:rect l="0" t="0" r="0" b="0"/>
              <a:pathLst>
                <a:path w="31972" h="87467">
                  <a:moveTo>
                    <a:pt x="0" y="87467"/>
                  </a:moveTo>
                  <a:lnTo>
                    <a:pt x="3197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7" name="Candidate_receptor__3326">
              <a:extLst>
                <a:ext uri="{FF2B5EF4-FFF2-40B4-BE49-F238E27FC236}">
                  <a16:creationId xmlns:a16="http://schemas.microsoft.com/office/drawing/2014/main" id="{E3EEF728-5FA1-503A-E9A1-4429398B06EE}"/>
                </a:ext>
              </a:extLst>
            </p:cNvPr>
            <p:cNvSpPr>
              <a:spLocks noGrp="1"/>
            </p:cNvSpPr>
            <p:nvPr/>
          </p:nvSpPr>
          <p:spPr>
            <a:xfrm>
              <a:off x="4124244" y="2872008"/>
              <a:ext cx="32795" cy="61087"/>
            </a:xfrm>
            <a:custGeom>
              <a:avLst/>
              <a:gdLst/>
              <a:ahLst/>
              <a:cxnLst/>
              <a:rect l="0" t="0" r="0" b="0"/>
              <a:pathLst>
                <a:path w="32795" h="61087">
                  <a:moveTo>
                    <a:pt x="32795" y="0"/>
                  </a:moveTo>
                  <a:lnTo>
                    <a:pt x="0" y="610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8" name="Candidate_receptor__3327">
              <a:extLst>
                <a:ext uri="{FF2B5EF4-FFF2-40B4-BE49-F238E27FC236}">
                  <a16:creationId xmlns:a16="http://schemas.microsoft.com/office/drawing/2014/main" id="{E722657C-6C62-9DF6-DBF9-CAAB28915DA9}"/>
                </a:ext>
              </a:extLst>
            </p:cNvPr>
            <p:cNvSpPr>
              <a:spLocks noGrp="1"/>
            </p:cNvSpPr>
            <p:nvPr/>
          </p:nvSpPr>
          <p:spPr>
            <a:xfrm>
              <a:off x="5944262" y="3635627"/>
              <a:ext cx="16118" cy="99132"/>
            </a:xfrm>
            <a:custGeom>
              <a:avLst/>
              <a:gdLst/>
              <a:ahLst/>
              <a:cxnLst/>
              <a:rect l="0" t="0" r="0" b="0"/>
              <a:pathLst>
                <a:path w="16118" h="99132">
                  <a:moveTo>
                    <a:pt x="16118" y="991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9" name="Candidate_receptor__3328">
              <a:extLst>
                <a:ext uri="{FF2B5EF4-FFF2-40B4-BE49-F238E27FC236}">
                  <a16:creationId xmlns:a16="http://schemas.microsoft.com/office/drawing/2014/main" id="{69CE62AA-1E98-C0C7-7034-F4CD7789C146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3052558"/>
              <a:ext cx="100113" cy="48835"/>
            </a:xfrm>
            <a:custGeom>
              <a:avLst/>
              <a:gdLst/>
              <a:ahLst/>
              <a:cxnLst/>
              <a:rect l="0" t="0" r="0" b="0"/>
              <a:pathLst>
                <a:path w="100113" h="48835">
                  <a:moveTo>
                    <a:pt x="100113" y="488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0" name="Candidate_receptor__3329">
              <a:extLst>
                <a:ext uri="{FF2B5EF4-FFF2-40B4-BE49-F238E27FC236}">
                  <a16:creationId xmlns:a16="http://schemas.microsoft.com/office/drawing/2014/main" id="{798B2538-25CF-F583-9DC4-0F97AB058CC3}"/>
                </a:ext>
              </a:extLst>
            </p:cNvPr>
            <p:cNvSpPr>
              <a:spLocks noGrp="1"/>
            </p:cNvSpPr>
            <p:nvPr/>
          </p:nvSpPr>
          <p:spPr>
            <a:xfrm>
              <a:off x="4415876" y="3093624"/>
              <a:ext cx="81846" cy="32387"/>
            </a:xfrm>
            <a:custGeom>
              <a:avLst/>
              <a:gdLst/>
              <a:ahLst/>
              <a:cxnLst/>
              <a:rect l="0" t="0" r="0" b="0"/>
              <a:pathLst>
                <a:path w="81846" h="32387">
                  <a:moveTo>
                    <a:pt x="0" y="32387"/>
                  </a:moveTo>
                  <a:lnTo>
                    <a:pt x="8184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1" name="Candidate_receptor__3330">
              <a:extLst>
                <a:ext uri="{FF2B5EF4-FFF2-40B4-BE49-F238E27FC236}">
                  <a16:creationId xmlns:a16="http://schemas.microsoft.com/office/drawing/2014/main" id="{12DBD1CB-A9CA-F33D-B3D9-81B46886F5A9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822133"/>
              <a:ext cx="34956" cy="11305"/>
            </a:xfrm>
            <a:custGeom>
              <a:avLst/>
              <a:gdLst/>
              <a:ahLst/>
              <a:cxnLst/>
              <a:rect l="0" t="0" r="0" b="0"/>
              <a:pathLst>
                <a:path w="34956" h="11305">
                  <a:moveTo>
                    <a:pt x="0" y="0"/>
                  </a:moveTo>
                  <a:lnTo>
                    <a:pt x="34956" y="1130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2" name="Candidate_receptor__3331">
              <a:extLst>
                <a:ext uri="{FF2B5EF4-FFF2-40B4-BE49-F238E27FC236}">
                  <a16:creationId xmlns:a16="http://schemas.microsoft.com/office/drawing/2014/main" id="{4214EB1D-D63C-52DC-A97E-46175309EBE5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789879"/>
              <a:ext cx="89996" cy="50405"/>
            </a:xfrm>
            <a:custGeom>
              <a:avLst/>
              <a:gdLst/>
              <a:ahLst/>
              <a:cxnLst/>
              <a:rect l="0" t="0" r="0" b="0"/>
              <a:pathLst>
                <a:path w="89996" h="50405">
                  <a:moveTo>
                    <a:pt x="0" y="50405"/>
                  </a:moveTo>
                  <a:lnTo>
                    <a:pt x="8999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3" name="Candidate_receptor__3332">
              <a:extLst>
                <a:ext uri="{FF2B5EF4-FFF2-40B4-BE49-F238E27FC236}">
                  <a16:creationId xmlns:a16="http://schemas.microsoft.com/office/drawing/2014/main" id="{ED2DC696-868F-2E39-4734-ADF433BF5286}"/>
                </a:ext>
              </a:extLst>
            </p:cNvPr>
            <p:cNvSpPr>
              <a:spLocks noGrp="1"/>
            </p:cNvSpPr>
            <p:nvPr/>
          </p:nvSpPr>
          <p:spPr>
            <a:xfrm>
              <a:off x="5258331" y="2504114"/>
              <a:ext cx="31154" cy="23909"/>
            </a:xfrm>
            <a:custGeom>
              <a:avLst/>
              <a:gdLst/>
              <a:ahLst/>
              <a:cxnLst/>
              <a:rect l="0" t="0" r="0" b="0"/>
              <a:pathLst>
                <a:path w="31154" h="23909">
                  <a:moveTo>
                    <a:pt x="31154" y="239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4" name="Candidate_receptor__3333">
              <a:extLst>
                <a:ext uri="{FF2B5EF4-FFF2-40B4-BE49-F238E27FC236}">
                  <a16:creationId xmlns:a16="http://schemas.microsoft.com/office/drawing/2014/main" id="{FF725A39-4F6C-9581-A106-F62F1BC0A2B1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201417"/>
              <a:ext cx="10983" cy="104516"/>
            </a:xfrm>
            <a:custGeom>
              <a:avLst/>
              <a:gdLst/>
              <a:ahLst/>
              <a:cxnLst/>
              <a:rect l="0" t="0" r="0" b="0"/>
              <a:pathLst>
                <a:path w="10983" h="104516">
                  <a:moveTo>
                    <a:pt x="10983" y="1045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5" name="Candidate_receptor__3334">
              <a:extLst>
                <a:ext uri="{FF2B5EF4-FFF2-40B4-BE49-F238E27FC236}">
                  <a16:creationId xmlns:a16="http://schemas.microsoft.com/office/drawing/2014/main" id="{7A750800-05F0-81D7-3DEC-74821F06763D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09054"/>
              <a:ext cx="17491" cy="13217"/>
            </a:xfrm>
            <a:custGeom>
              <a:avLst/>
              <a:gdLst/>
              <a:ahLst/>
              <a:cxnLst/>
              <a:rect l="0" t="0" r="0" b="0"/>
              <a:pathLst>
                <a:path w="17491" h="13217">
                  <a:moveTo>
                    <a:pt x="17491" y="0"/>
                  </a:moveTo>
                  <a:lnTo>
                    <a:pt x="0" y="1321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6" name="Candidate_receptor__3335">
              <a:extLst>
                <a:ext uri="{FF2B5EF4-FFF2-40B4-BE49-F238E27FC236}">
                  <a16:creationId xmlns:a16="http://schemas.microsoft.com/office/drawing/2014/main" id="{2103EC3D-F56E-0527-20A6-FBDD20788480}"/>
                </a:ext>
              </a:extLst>
            </p:cNvPr>
            <p:cNvSpPr>
              <a:spLocks noGrp="1"/>
            </p:cNvSpPr>
            <p:nvPr/>
          </p:nvSpPr>
          <p:spPr>
            <a:xfrm>
              <a:off x="3955105" y="2997164"/>
              <a:ext cx="66956" cy="4687"/>
            </a:xfrm>
            <a:custGeom>
              <a:avLst/>
              <a:gdLst/>
              <a:ahLst/>
              <a:cxnLst/>
              <a:rect l="0" t="0" r="0" b="0"/>
              <a:pathLst>
                <a:path w="66956" h="4687">
                  <a:moveTo>
                    <a:pt x="66956" y="4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7" name="Candidate_receptor__3336">
              <a:extLst>
                <a:ext uri="{FF2B5EF4-FFF2-40B4-BE49-F238E27FC236}">
                  <a16:creationId xmlns:a16="http://schemas.microsoft.com/office/drawing/2014/main" id="{DCC52112-3197-A447-F629-4694B4A59BAD}"/>
                </a:ext>
              </a:extLst>
            </p:cNvPr>
            <p:cNvSpPr>
              <a:spLocks noGrp="1"/>
            </p:cNvSpPr>
            <p:nvPr/>
          </p:nvSpPr>
          <p:spPr>
            <a:xfrm>
              <a:off x="4889826" y="3782187"/>
              <a:ext cx="11041" cy="17062"/>
            </a:xfrm>
            <a:custGeom>
              <a:avLst/>
              <a:gdLst/>
              <a:ahLst/>
              <a:cxnLst/>
              <a:rect l="0" t="0" r="0" b="0"/>
              <a:pathLst>
                <a:path w="11041" h="17062">
                  <a:moveTo>
                    <a:pt x="0" y="0"/>
                  </a:moveTo>
                  <a:lnTo>
                    <a:pt x="11041" y="170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8" name="Candidate_receptor__3337">
              <a:extLst>
                <a:ext uri="{FF2B5EF4-FFF2-40B4-BE49-F238E27FC236}">
                  <a16:creationId xmlns:a16="http://schemas.microsoft.com/office/drawing/2014/main" id="{D4904092-A618-F486-04A7-9534A24F56F8}"/>
                </a:ext>
              </a:extLst>
            </p:cNvPr>
            <p:cNvSpPr>
              <a:spLocks noGrp="1"/>
            </p:cNvSpPr>
            <p:nvPr/>
          </p:nvSpPr>
          <p:spPr>
            <a:xfrm>
              <a:off x="5401008" y="1637307"/>
              <a:ext cx="21998" cy="65105"/>
            </a:xfrm>
            <a:custGeom>
              <a:avLst/>
              <a:gdLst/>
              <a:ahLst/>
              <a:cxnLst/>
              <a:rect l="0" t="0" r="0" b="0"/>
              <a:pathLst>
                <a:path w="21998" h="65105">
                  <a:moveTo>
                    <a:pt x="0" y="65105"/>
                  </a:moveTo>
                  <a:lnTo>
                    <a:pt x="2199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9" name="Candidate_receptor__3338">
              <a:extLst>
                <a:ext uri="{FF2B5EF4-FFF2-40B4-BE49-F238E27FC236}">
                  <a16:creationId xmlns:a16="http://schemas.microsoft.com/office/drawing/2014/main" id="{3E7589A3-85D6-1494-56FA-934B7423D6F0}"/>
                </a:ext>
              </a:extLst>
            </p:cNvPr>
            <p:cNvSpPr>
              <a:spLocks noGrp="1"/>
            </p:cNvSpPr>
            <p:nvPr/>
          </p:nvSpPr>
          <p:spPr>
            <a:xfrm>
              <a:off x="4631484" y="2277101"/>
              <a:ext cx="85991" cy="66028"/>
            </a:xfrm>
            <a:custGeom>
              <a:avLst/>
              <a:gdLst/>
              <a:ahLst/>
              <a:cxnLst/>
              <a:rect l="0" t="0" r="0" b="0"/>
              <a:pathLst>
                <a:path w="85991" h="66028">
                  <a:moveTo>
                    <a:pt x="0" y="66028"/>
                  </a:moveTo>
                  <a:lnTo>
                    <a:pt x="8599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0" name="Candidate_receptor__3339">
              <a:extLst>
                <a:ext uri="{FF2B5EF4-FFF2-40B4-BE49-F238E27FC236}">
                  <a16:creationId xmlns:a16="http://schemas.microsoft.com/office/drawing/2014/main" id="{E2EA7AA5-12BF-EA74-2751-BCAFDF9580EF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157289"/>
              <a:ext cx="88884" cy="44127"/>
            </a:xfrm>
            <a:custGeom>
              <a:avLst/>
              <a:gdLst/>
              <a:ahLst/>
              <a:cxnLst/>
              <a:rect l="0" t="0" r="0" b="0"/>
              <a:pathLst>
                <a:path w="88884" h="44127">
                  <a:moveTo>
                    <a:pt x="0" y="44127"/>
                  </a:moveTo>
                  <a:lnTo>
                    <a:pt x="8888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1" name="Candidate_receptor__3340">
              <a:extLst>
                <a:ext uri="{FF2B5EF4-FFF2-40B4-BE49-F238E27FC236}">
                  <a16:creationId xmlns:a16="http://schemas.microsoft.com/office/drawing/2014/main" id="{A846BED5-C752-3E44-EB8E-93A6C7B68B9B}"/>
                </a:ext>
              </a:extLst>
            </p:cNvPr>
            <p:cNvSpPr>
              <a:spLocks noGrp="1"/>
            </p:cNvSpPr>
            <p:nvPr/>
          </p:nvSpPr>
          <p:spPr>
            <a:xfrm>
              <a:off x="4975759" y="2493546"/>
              <a:ext cx="34011" cy="108203"/>
            </a:xfrm>
            <a:custGeom>
              <a:avLst/>
              <a:gdLst/>
              <a:ahLst/>
              <a:cxnLst/>
              <a:rect l="0" t="0" r="0" b="0"/>
              <a:pathLst>
                <a:path w="34011" h="108203">
                  <a:moveTo>
                    <a:pt x="34011" y="0"/>
                  </a:moveTo>
                  <a:lnTo>
                    <a:pt x="0" y="1082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2" name="Candidate_receptor__3341">
              <a:extLst>
                <a:ext uri="{FF2B5EF4-FFF2-40B4-BE49-F238E27FC236}">
                  <a16:creationId xmlns:a16="http://schemas.microsoft.com/office/drawing/2014/main" id="{CFC3BCE4-BA9E-FB05-B39C-DABB1ACFAF61}"/>
                </a:ext>
              </a:extLst>
            </p:cNvPr>
            <p:cNvSpPr>
              <a:spLocks noGrp="1"/>
            </p:cNvSpPr>
            <p:nvPr/>
          </p:nvSpPr>
          <p:spPr>
            <a:xfrm>
              <a:off x="5807822" y="2316224"/>
              <a:ext cx="84219" cy="21286"/>
            </a:xfrm>
            <a:custGeom>
              <a:avLst/>
              <a:gdLst/>
              <a:ahLst/>
              <a:cxnLst/>
              <a:rect l="0" t="0" r="0" b="0"/>
              <a:pathLst>
                <a:path w="84219" h="21286">
                  <a:moveTo>
                    <a:pt x="0" y="21286"/>
                  </a:moveTo>
                  <a:lnTo>
                    <a:pt x="8421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3" name="Candidate_receptor__3342">
              <a:extLst>
                <a:ext uri="{FF2B5EF4-FFF2-40B4-BE49-F238E27FC236}">
                  <a16:creationId xmlns:a16="http://schemas.microsoft.com/office/drawing/2014/main" id="{6A814265-19C5-26BC-8CCF-7779E6843CAE}"/>
                </a:ext>
              </a:extLst>
            </p:cNvPr>
            <p:cNvSpPr>
              <a:spLocks noGrp="1"/>
            </p:cNvSpPr>
            <p:nvPr/>
          </p:nvSpPr>
          <p:spPr>
            <a:xfrm>
              <a:off x="4050198" y="2492122"/>
              <a:ext cx="112876" cy="3694"/>
            </a:xfrm>
            <a:custGeom>
              <a:avLst/>
              <a:gdLst/>
              <a:ahLst/>
              <a:cxnLst/>
              <a:rect l="0" t="0" r="0" b="0"/>
              <a:pathLst>
                <a:path w="112876" h="3694">
                  <a:moveTo>
                    <a:pt x="112876" y="0"/>
                  </a:moveTo>
                  <a:lnTo>
                    <a:pt x="0" y="369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4" name="Candidate_receptor__3343">
              <a:extLst>
                <a:ext uri="{FF2B5EF4-FFF2-40B4-BE49-F238E27FC236}">
                  <a16:creationId xmlns:a16="http://schemas.microsoft.com/office/drawing/2014/main" id="{C3F79E3C-5054-91BE-ACEA-6EFAB2BD6A46}"/>
                </a:ext>
              </a:extLst>
            </p:cNvPr>
            <p:cNvSpPr>
              <a:spLocks noGrp="1"/>
            </p:cNvSpPr>
            <p:nvPr/>
          </p:nvSpPr>
          <p:spPr>
            <a:xfrm>
              <a:off x="5709538" y="1557659"/>
              <a:ext cx="13166" cy="91597"/>
            </a:xfrm>
            <a:custGeom>
              <a:avLst/>
              <a:gdLst/>
              <a:ahLst/>
              <a:cxnLst/>
              <a:rect l="0" t="0" r="0" b="0"/>
              <a:pathLst>
                <a:path w="13166" h="91597">
                  <a:moveTo>
                    <a:pt x="0" y="91597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5" name="Candidate_receptor__3344">
              <a:extLst>
                <a:ext uri="{FF2B5EF4-FFF2-40B4-BE49-F238E27FC236}">
                  <a16:creationId xmlns:a16="http://schemas.microsoft.com/office/drawing/2014/main" id="{5B61C3A5-6A66-6FD9-833C-6A24801391BA}"/>
                </a:ext>
              </a:extLst>
            </p:cNvPr>
            <p:cNvSpPr>
              <a:spLocks noGrp="1"/>
            </p:cNvSpPr>
            <p:nvPr/>
          </p:nvSpPr>
          <p:spPr>
            <a:xfrm>
              <a:off x="4163074" y="2492122"/>
              <a:ext cx="73768" cy="86332"/>
            </a:xfrm>
            <a:custGeom>
              <a:avLst/>
              <a:gdLst/>
              <a:ahLst/>
              <a:cxnLst/>
              <a:rect l="0" t="0" r="0" b="0"/>
              <a:pathLst>
                <a:path w="73768" h="86332">
                  <a:moveTo>
                    <a:pt x="73768" y="863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6" name="Candidate_receptor__3345">
              <a:extLst>
                <a:ext uri="{FF2B5EF4-FFF2-40B4-BE49-F238E27FC236}">
                  <a16:creationId xmlns:a16="http://schemas.microsoft.com/office/drawing/2014/main" id="{74EAB387-C9D7-5831-4EDB-0A51B603D646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774698"/>
              <a:ext cx="10746" cy="93620"/>
            </a:xfrm>
            <a:custGeom>
              <a:avLst/>
              <a:gdLst/>
              <a:ahLst/>
              <a:cxnLst/>
              <a:rect l="0" t="0" r="0" b="0"/>
              <a:pathLst>
                <a:path w="10746" h="93620">
                  <a:moveTo>
                    <a:pt x="0" y="0"/>
                  </a:moveTo>
                  <a:lnTo>
                    <a:pt x="10746" y="9362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7" name="Candidate_receptor__3346">
              <a:extLst>
                <a:ext uri="{FF2B5EF4-FFF2-40B4-BE49-F238E27FC236}">
                  <a16:creationId xmlns:a16="http://schemas.microsoft.com/office/drawing/2014/main" id="{DAA442A6-E23E-C240-5759-EFE996B5D099}"/>
                </a:ext>
              </a:extLst>
            </p:cNvPr>
            <p:cNvSpPr>
              <a:spLocks noGrp="1"/>
            </p:cNvSpPr>
            <p:nvPr/>
          </p:nvSpPr>
          <p:spPr>
            <a:xfrm>
              <a:off x="5391857" y="2781006"/>
              <a:ext cx="91363" cy="15159"/>
            </a:xfrm>
            <a:custGeom>
              <a:avLst/>
              <a:gdLst/>
              <a:ahLst/>
              <a:cxnLst/>
              <a:rect l="0" t="0" r="0" b="0"/>
              <a:pathLst>
                <a:path w="91363" h="15159">
                  <a:moveTo>
                    <a:pt x="0" y="0"/>
                  </a:moveTo>
                  <a:lnTo>
                    <a:pt x="91363" y="1515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8" name="Candidate_receptor__3347">
              <a:extLst>
                <a:ext uri="{FF2B5EF4-FFF2-40B4-BE49-F238E27FC236}">
                  <a16:creationId xmlns:a16="http://schemas.microsoft.com/office/drawing/2014/main" id="{BB077896-E89A-0234-1545-E92345209E48}"/>
                </a:ext>
              </a:extLst>
            </p:cNvPr>
            <p:cNvSpPr>
              <a:spLocks noGrp="1"/>
            </p:cNvSpPr>
            <p:nvPr/>
          </p:nvSpPr>
          <p:spPr>
            <a:xfrm>
              <a:off x="5624476" y="2604347"/>
              <a:ext cx="5491" cy="93813"/>
            </a:xfrm>
            <a:custGeom>
              <a:avLst/>
              <a:gdLst/>
              <a:ahLst/>
              <a:cxnLst/>
              <a:rect l="0" t="0" r="0" b="0"/>
              <a:pathLst>
                <a:path w="5491" h="93813">
                  <a:moveTo>
                    <a:pt x="5491" y="0"/>
                  </a:moveTo>
                  <a:lnTo>
                    <a:pt x="0" y="9381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49" name="Candidate_receptor__3348">
              <a:extLst>
                <a:ext uri="{FF2B5EF4-FFF2-40B4-BE49-F238E27FC236}">
                  <a16:creationId xmlns:a16="http://schemas.microsoft.com/office/drawing/2014/main" id="{562084DE-AB94-8CF8-CB96-5A9AAA0C908A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1973342"/>
              <a:ext cx="877" cy="113907"/>
            </a:xfrm>
            <a:custGeom>
              <a:avLst/>
              <a:gdLst/>
              <a:ahLst/>
              <a:cxnLst/>
              <a:rect l="0" t="0" r="0" b="0"/>
              <a:pathLst>
                <a:path w="877" h="113907">
                  <a:moveTo>
                    <a:pt x="0" y="113907"/>
                  </a:moveTo>
                  <a:lnTo>
                    <a:pt x="8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0" name="Candidate_receptor__3349">
              <a:extLst>
                <a:ext uri="{FF2B5EF4-FFF2-40B4-BE49-F238E27FC236}">
                  <a16:creationId xmlns:a16="http://schemas.microsoft.com/office/drawing/2014/main" id="{FCD144C5-FBB4-8204-25C6-B0C7AA1E7F2D}"/>
                </a:ext>
              </a:extLst>
            </p:cNvPr>
            <p:cNvSpPr>
              <a:spLocks noGrp="1"/>
            </p:cNvSpPr>
            <p:nvPr/>
          </p:nvSpPr>
          <p:spPr>
            <a:xfrm>
              <a:off x="4982219" y="3857520"/>
              <a:ext cx="81501" cy="67138"/>
            </a:xfrm>
            <a:custGeom>
              <a:avLst/>
              <a:gdLst/>
              <a:ahLst/>
              <a:cxnLst/>
              <a:rect l="0" t="0" r="0" b="0"/>
              <a:pathLst>
                <a:path w="81501" h="67138">
                  <a:moveTo>
                    <a:pt x="0" y="67138"/>
                  </a:moveTo>
                  <a:lnTo>
                    <a:pt x="815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1" name="Candidate_receptor__3350">
              <a:extLst>
                <a:ext uri="{FF2B5EF4-FFF2-40B4-BE49-F238E27FC236}">
                  <a16:creationId xmlns:a16="http://schemas.microsoft.com/office/drawing/2014/main" id="{DD400919-93F6-C816-83AF-E7E74AC19609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9061"/>
              <a:ext cx="49050" cy="56531"/>
            </a:xfrm>
            <a:custGeom>
              <a:avLst/>
              <a:gdLst/>
              <a:ahLst/>
              <a:cxnLst/>
              <a:rect l="0" t="0" r="0" b="0"/>
              <a:pathLst>
                <a:path w="49050" h="56531">
                  <a:moveTo>
                    <a:pt x="0" y="56531"/>
                  </a:moveTo>
                  <a:lnTo>
                    <a:pt x="4905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2" name="Candidate_receptor__3351">
              <a:extLst>
                <a:ext uri="{FF2B5EF4-FFF2-40B4-BE49-F238E27FC236}">
                  <a16:creationId xmlns:a16="http://schemas.microsoft.com/office/drawing/2014/main" id="{5D142A4E-5225-981A-7354-9033EA48D552}"/>
                </a:ext>
              </a:extLst>
            </p:cNvPr>
            <p:cNvSpPr>
              <a:spLocks noGrp="1"/>
            </p:cNvSpPr>
            <p:nvPr/>
          </p:nvSpPr>
          <p:spPr>
            <a:xfrm>
              <a:off x="4585705" y="3083752"/>
              <a:ext cx="71636" cy="89006"/>
            </a:xfrm>
            <a:custGeom>
              <a:avLst/>
              <a:gdLst/>
              <a:ahLst/>
              <a:cxnLst/>
              <a:rect l="0" t="0" r="0" b="0"/>
              <a:pathLst>
                <a:path w="71636" h="89006">
                  <a:moveTo>
                    <a:pt x="71636" y="0"/>
                  </a:moveTo>
                  <a:lnTo>
                    <a:pt x="0" y="890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3" name="Candidate_receptor__3352">
              <a:extLst>
                <a:ext uri="{FF2B5EF4-FFF2-40B4-BE49-F238E27FC236}">
                  <a16:creationId xmlns:a16="http://schemas.microsoft.com/office/drawing/2014/main" id="{412D273B-3657-54C6-93AB-C68FD28F8E7D}"/>
                </a:ext>
              </a:extLst>
            </p:cNvPr>
            <p:cNvSpPr>
              <a:spLocks noGrp="1"/>
            </p:cNvSpPr>
            <p:nvPr/>
          </p:nvSpPr>
          <p:spPr>
            <a:xfrm>
              <a:off x="5892041" y="2316224"/>
              <a:ext cx="60325" cy="81485"/>
            </a:xfrm>
            <a:custGeom>
              <a:avLst/>
              <a:gdLst/>
              <a:ahLst/>
              <a:cxnLst/>
              <a:rect l="0" t="0" r="0" b="0"/>
              <a:pathLst>
                <a:path w="60325" h="81485">
                  <a:moveTo>
                    <a:pt x="0" y="0"/>
                  </a:moveTo>
                  <a:lnTo>
                    <a:pt x="60325" y="8148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4" name="Candidate_receptor__3353">
              <a:extLst>
                <a:ext uri="{FF2B5EF4-FFF2-40B4-BE49-F238E27FC236}">
                  <a16:creationId xmlns:a16="http://schemas.microsoft.com/office/drawing/2014/main" id="{6A54C28B-D6CD-A672-0560-7DE0646FCCA2}"/>
                </a:ext>
              </a:extLst>
            </p:cNvPr>
            <p:cNvSpPr>
              <a:spLocks noGrp="1"/>
            </p:cNvSpPr>
            <p:nvPr/>
          </p:nvSpPr>
          <p:spPr>
            <a:xfrm>
              <a:off x="4717475" y="2277101"/>
              <a:ext cx="92017" cy="8603"/>
            </a:xfrm>
            <a:custGeom>
              <a:avLst/>
              <a:gdLst/>
              <a:ahLst/>
              <a:cxnLst/>
              <a:rect l="0" t="0" r="0" b="0"/>
              <a:pathLst>
                <a:path w="92017" h="8603">
                  <a:moveTo>
                    <a:pt x="0" y="0"/>
                  </a:moveTo>
                  <a:lnTo>
                    <a:pt x="92017" y="8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5" name="Candidate_receptor__3354">
              <a:extLst>
                <a:ext uri="{FF2B5EF4-FFF2-40B4-BE49-F238E27FC236}">
                  <a16:creationId xmlns:a16="http://schemas.microsoft.com/office/drawing/2014/main" id="{FC929F34-DE0C-D2FB-1D61-6D7C42732147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81986" cy="55503"/>
            </a:xfrm>
            <a:custGeom>
              <a:avLst/>
              <a:gdLst/>
              <a:ahLst/>
              <a:cxnLst/>
              <a:rect l="0" t="0" r="0" b="0"/>
              <a:pathLst>
                <a:path w="81986" h="55503">
                  <a:moveTo>
                    <a:pt x="81986" y="55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6" name="Candidate_receptor__3355">
              <a:extLst>
                <a:ext uri="{FF2B5EF4-FFF2-40B4-BE49-F238E27FC236}">
                  <a16:creationId xmlns:a16="http://schemas.microsoft.com/office/drawing/2014/main" id="{066CA77D-354E-F45A-8038-4786AEAB9916}"/>
                </a:ext>
              </a:extLst>
            </p:cNvPr>
            <p:cNvSpPr>
              <a:spLocks noGrp="1"/>
            </p:cNvSpPr>
            <p:nvPr/>
          </p:nvSpPr>
          <p:spPr>
            <a:xfrm>
              <a:off x="5670777" y="1649255"/>
              <a:ext cx="38761" cy="59757"/>
            </a:xfrm>
            <a:custGeom>
              <a:avLst/>
              <a:gdLst/>
              <a:ahLst/>
              <a:cxnLst/>
              <a:rect l="0" t="0" r="0" b="0"/>
              <a:pathLst>
                <a:path w="38761" h="59757">
                  <a:moveTo>
                    <a:pt x="0" y="59757"/>
                  </a:moveTo>
                  <a:lnTo>
                    <a:pt x="3876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7" name="Candidate_receptor__3356">
              <a:extLst>
                <a:ext uri="{FF2B5EF4-FFF2-40B4-BE49-F238E27FC236}">
                  <a16:creationId xmlns:a16="http://schemas.microsoft.com/office/drawing/2014/main" id="{130A2E2B-7FFA-7FC7-6B32-DCFE9CFB499B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34094" cy="89408"/>
            </a:xfrm>
            <a:custGeom>
              <a:avLst/>
              <a:gdLst/>
              <a:ahLst/>
              <a:cxnLst/>
              <a:rect l="0" t="0" r="0" b="0"/>
              <a:pathLst>
                <a:path w="34094" h="89408">
                  <a:moveTo>
                    <a:pt x="0" y="0"/>
                  </a:moveTo>
                  <a:lnTo>
                    <a:pt x="34094" y="8940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8" name="Candidate_receptor__3357">
              <a:extLst>
                <a:ext uri="{FF2B5EF4-FFF2-40B4-BE49-F238E27FC236}">
                  <a16:creationId xmlns:a16="http://schemas.microsoft.com/office/drawing/2014/main" id="{A1CD1A63-62D8-556F-F70C-2CD78620A38A}"/>
                </a:ext>
              </a:extLst>
            </p:cNvPr>
            <p:cNvSpPr>
              <a:spLocks noGrp="1"/>
            </p:cNvSpPr>
            <p:nvPr/>
          </p:nvSpPr>
          <p:spPr>
            <a:xfrm>
              <a:off x="5060509" y="3451199"/>
              <a:ext cx="25854" cy="43276"/>
            </a:xfrm>
            <a:custGeom>
              <a:avLst/>
              <a:gdLst/>
              <a:ahLst/>
              <a:cxnLst/>
              <a:rect l="0" t="0" r="0" b="0"/>
              <a:pathLst>
                <a:path w="25854" h="43276">
                  <a:moveTo>
                    <a:pt x="25854" y="0"/>
                  </a:moveTo>
                  <a:lnTo>
                    <a:pt x="0" y="432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9" name="Candidate_receptor__3358">
              <a:extLst>
                <a:ext uri="{FF2B5EF4-FFF2-40B4-BE49-F238E27FC236}">
                  <a16:creationId xmlns:a16="http://schemas.microsoft.com/office/drawing/2014/main" id="{C3FA2CE1-2465-051C-350F-50CCF5E15ED8}"/>
                </a:ext>
              </a:extLst>
            </p:cNvPr>
            <p:cNvSpPr>
              <a:spLocks noGrp="1"/>
            </p:cNvSpPr>
            <p:nvPr/>
          </p:nvSpPr>
          <p:spPr>
            <a:xfrm>
              <a:off x="4869237" y="3157289"/>
              <a:ext cx="62004" cy="95646"/>
            </a:xfrm>
            <a:custGeom>
              <a:avLst/>
              <a:gdLst/>
              <a:ahLst/>
              <a:cxnLst/>
              <a:rect l="0" t="0" r="0" b="0"/>
              <a:pathLst>
                <a:path w="62004" h="95646">
                  <a:moveTo>
                    <a:pt x="0" y="0"/>
                  </a:moveTo>
                  <a:lnTo>
                    <a:pt x="62004" y="9564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0" name="Candidate_receptor__3359">
              <a:extLst>
                <a:ext uri="{FF2B5EF4-FFF2-40B4-BE49-F238E27FC236}">
                  <a16:creationId xmlns:a16="http://schemas.microsoft.com/office/drawing/2014/main" id="{20A83EFE-3032-2357-0590-DF5C2959A6C6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39135" cy="79228"/>
            </a:xfrm>
            <a:custGeom>
              <a:avLst/>
              <a:gdLst/>
              <a:ahLst/>
              <a:cxnLst/>
              <a:rect l="0" t="0" r="0" b="0"/>
              <a:pathLst>
                <a:path w="39135" h="79228">
                  <a:moveTo>
                    <a:pt x="39135" y="792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1" name="Candidate_receptor__3360">
              <a:extLst>
                <a:ext uri="{FF2B5EF4-FFF2-40B4-BE49-F238E27FC236}">
                  <a16:creationId xmlns:a16="http://schemas.microsoft.com/office/drawing/2014/main" id="{1C5D79B8-181E-F368-B59F-71504280763D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470914"/>
              <a:ext cx="19705" cy="22454"/>
            </a:xfrm>
            <a:custGeom>
              <a:avLst/>
              <a:gdLst/>
              <a:ahLst/>
              <a:cxnLst/>
              <a:rect l="0" t="0" r="0" b="0"/>
              <a:pathLst>
                <a:path w="19705" h="22454">
                  <a:moveTo>
                    <a:pt x="0" y="0"/>
                  </a:moveTo>
                  <a:lnTo>
                    <a:pt x="19705" y="2245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2" name="Candidate_receptor__3361">
              <a:extLst>
                <a:ext uri="{FF2B5EF4-FFF2-40B4-BE49-F238E27FC236}">
                  <a16:creationId xmlns:a16="http://schemas.microsoft.com/office/drawing/2014/main" id="{B6F8CADC-E264-D00E-FE6B-19BD9A6F2872}"/>
                </a:ext>
              </a:extLst>
            </p:cNvPr>
            <p:cNvSpPr>
              <a:spLocks noGrp="1"/>
            </p:cNvSpPr>
            <p:nvPr/>
          </p:nvSpPr>
          <p:spPr>
            <a:xfrm>
              <a:off x="5983165" y="2235455"/>
              <a:ext cx="71211" cy="47904"/>
            </a:xfrm>
            <a:custGeom>
              <a:avLst/>
              <a:gdLst/>
              <a:ahLst/>
              <a:cxnLst/>
              <a:rect l="0" t="0" r="0" b="0"/>
              <a:pathLst>
                <a:path w="71211" h="47904">
                  <a:moveTo>
                    <a:pt x="0" y="0"/>
                  </a:moveTo>
                  <a:lnTo>
                    <a:pt x="71211" y="479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3" name="Candidate_receptor__3362">
              <a:extLst>
                <a:ext uri="{FF2B5EF4-FFF2-40B4-BE49-F238E27FC236}">
                  <a16:creationId xmlns:a16="http://schemas.microsoft.com/office/drawing/2014/main" id="{4F46895F-A400-8895-8203-43FE0178408C}"/>
                </a:ext>
              </a:extLst>
            </p:cNvPr>
            <p:cNvSpPr>
              <a:spLocks noGrp="1"/>
            </p:cNvSpPr>
            <p:nvPr/>
          </p:nvSpPr>
          <p:spPr>
            <a:xfrm>
              <a:off x="5673447" y="3648212"/>
              <a:ext cx="87574" cy="74325"/>
            </a:xfrm>
            <a:custGeom>
              <a:avLst/>
              <a:gdLst/>
              <a:ahLst/>
              <a:cxnLst/>
              <a:rect l="0" t="0" r="0" b="0"/>
              <a:pathLst>
                <a:path w="87574" h="74325">
                  <a:moveTo>
                    <a:pt x="87574" y="0"/>
                  </a:moveTo>
                  <a:lnTo>
                    <a:pt x="0" y="7432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4" name="Candidate_receptor__3363">
              <a:extLst>
                <a:ext uri="{FF2B5EF4-FFF2-40B4-BE49-F238E27FC236}">
                  <a16:creationId xmlns:a16="http://schemas.microsoft.com/office/drawing/2014/main" id="{8578E90A-30E5-6934-02A6-CFA40AB90FB1}"/>
                </a:ext>
              </a:extLst>
            </p:cNvPr>
            <p:cNvSpPr>
              <a:spLocks noGrp="1"/>
            </p:cNvSpPr>
            <p:nvPr/>
          </p:nvSpPr>
          <p:spPr>
            <a:xfrm>
              <a:off x="4674605" y="2826952"/>
              <a:ext cx="89819" cy="1702"/>
            </a:xfrm>
            <a:custGeom>
              <a:avLst/>
              <a:gdLst/>
              <a:ahLst/>
              <a:cxnLst/>
              <a:rect l="0" t="0" r="0" b="0"/>
              <a:pathLst>
                <a:path w="89819" h="1702">
                  <a:moveTo>
                    <a:pt x="0" y="1702"/>
                  </a:moveTo>
                  <a:lnTo>
                    <a:pt x="8981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5" name="Candidate_receptor__3364">
              <a:extLst>
                <a:ext uri="{FF2B5EF4-FFF2-40B4-BE49-F238E27FC236}">
                  <a16:creationId xmlns:a16="http://schemas.microsoft.com/office/drawing/2014/main" id="{DF840271-D720-3D73-5252-0AA440E6001D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664841"/>
              <a:ext cx="10534" cy="109858"/>
            </a:xfrm>
            <a:custGeom>
              <a:avLst/>
              <a:gdLst/>
              <a:ahLst/>
              <a:cxnLst/>
              <a:rect l="0" t="0" r="0" b="0"/>
              <a:pathLst>
                <a:path w="10534" h="109858">
                  <a:moveTo>
                    <a:pt x="10534" y="0"/>
                  </a:moveTo>
                  <a:lnTo>
                    <a:pt x="0" y="10985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6" name="Candidate_receptor__3365">
              <a:extLst>
                <a:ext uri="{FF2B5EF4-FFF2-40B4-BE49-F238E27FC236}">
                  <a16:creationId xmlns:a16="http://schemas.microsoft.com/office/drawing/2014/main" id="{89358BB6-40FD-DF93-57C8-C9620C961BF9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78982"/>
              <a:ext cx="53546" cy="70908"/>
            </a:xfrm>
            <a:custGeom>
              <a:avLst/>
              <a:gdLst/>
              <a:ahLst/>
              <a:cxnLst/>
              <a:rect l="0" t="0" r="0" b="0"/>
              <a:pathLst>
                <a:path w="53546" h="70908">
                  <a:moveTo>
                    <a:pt x="53546" y="70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7" name="Candidate_receptor__3366">
              <a:extLst>
                <a:ext uri="{FF2B5EF4-FFF2-40B4-BE49-F238E27FC236}">
                  <a16:creationId xmlns:a16="http://schemas.microsoft.com/office/drawing/2014/main" id="{2D95E3B5-90DA-56A9-C4B9-CDD440A2FEF6}"/>
                </a:ext>
              </a:extLst>
            </p:cNvPr>
            <p:cNvSpPr>
              <a:spLocks noGrp="1"/>
            </p:cNvSpPr>
            <p:nvPr/>
          </p:nvSpPr>
          <p:spPr>
            <a:xfrm>
              <a:off x="5175298" y="2433744"/>
              <a:ext cx="83033" cy="70370"/>
            </a:xfrm>
            <a:custGeom>
              <a:avLst/>
              <a:gdLst/>
              <a:ahLst/>
              <a:cxnLst/>
              <a:rect l="0" t="0" r="0" b="0"/>
              <a:pathLst>
                <a:path w="83033" h="70370">
                  <a:moveTo>
                    <a:pt x="83033" y="70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8" name="Candidate_receptor__3367">
              <a:extLst>
                <a:ext uri="{FF2B5EF4-FFF2-40B4-BE49-F238E27FC236}">
                  <a16:creationId xmlns:a16="http://schemas.microsoft.com/office/drawing/2014/main" id="{91391AE8-4616-5902-9C08-E04697B90F0D}"/>
                </a:ext>
              </a:extLst>
            </p:cNvPr>
            <p:cNvSpPr>
              <a:spLocks noGrp="1"/>
            </p:cNvSpPr>
            <p:nvPr/>
          </p:nvSpPr>
          <p:spPr>
            <a:xfrm>
              <a:off x="5490361" y="1722648"/>
              <a:ext cx="51044" cy="4949"/>
            </a:xfrm>
            <a:custGeom>
              <a:avLst/>
              <a:gdLst/>
              <a:ahLst/>
              <a:cxnLst/>
              <a:rect l="0" t="0" r="0" b="0"/>
              <a:pathLst>
                <a:path w="51044" h="4949">
                  <a:moveTo>
                    <a:pt x="0" y="0"/>
                  </a:moveTo>
                  <a:lnTo>
                    <a:pt x="51044" y="494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69" name="Candidate_receptor__3368">
              <a:extLst>
                <a:ext uri="{FF2B5EF4-FFF2-40B4-BE49-F238E27FC236}">
                  <a16:creationId xmlns:a16="http://schemas.microsoft.com/office/drawing/2014/main" id="{73ACE555-CB8B-0B48-40C0-135FD1BF0213}"/>
                </a:ext>
              </a:extLst>
            </p:cNvPr>
            <p:cNvSpPr>
              <a:spLocks noGrp="1"/>
            </p:cNvSpPr>
            <p:nvPr/>
          </p:nvSpPr>
          <p:spPr>
            <a:xfrm>
              <a:off x="4491822" y="2205321"/>
              <a:ext cx="58812" cy="47589"/>
            </a:xfrm>
            <a:custGeom>
              <a:avLst/>
              <a:gdLst/>
              <a:ahLst/>
              <a:cxnLst/>
              <a:rect l="0" t="0" r="0" b="0"/>
              <a:pathLst>
                <a:path w="58812" h="47589">
                  <a:moveTo>
                    <a:pt x="58812" y="475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70" name="Candidate_receptor__3369">
              <a:extLst>
                <a:ext uri="{FF2B5EF4-FFF2-40B4-BE49-F238E27FC236}">
                  <a16:creationId xmlns:a16="http://schemas.microsoft.com/office/drawing/2014/main" id="{B6F9B755-9DEA-4ECA-8B27-A653B083F982}"/>
                </a:ext>
              </a:extLst>
            </p:cNvPr>
            <p:cNvSpPr>
              <a:spLocks noGrp="1"/>
            </p:cNvSpPr>
            <p:nvPr/>
          </p:nvSpPr>
          <p:spPr>
            <a:xfrm>
              <a:off x="4236843" y="2538071"/>
              <a:ext cx="101896" cy="40382"/>
            </a:xfrm>
            <a:custGeom>
              <a:avLst/>
              <a:gdLst/>
              <a:ahLst/>
              <a:cxnLst/>
              <a:rect l="0" t="0" r="0" b="0"/>
              <a:pathLst>
                <a:path w="101896" h="40382">
                  <a:moveTo>
                    <a:pt x="101896" y="0"/>
                  </a:moveTo>
                  <a:lnTo>
                    <a:pt x="0" y="40382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3371" name="Candidate_receptor__3370">
              <a:extLst>
                <a:ext uri="{FF2B5EF4-FFF2-40B4-BE49-F238E27FC236}">
                  <a16:creationId xmlns:a16="http://schemas.microsoft.com/office/drawing/2014/main" id="{B1541490-4F51-392A-444B-B797597B4D6B}"/>
                </a:ext>
              </a:extLst>
            </p:cNvPr>
            <p:cNvSpPr>
              <a:spLocks noGrp="1"/>
            </p:cNvSpPr>
            <p:nvPr/>
          </p:nvSpPr>
          <p:spPr>
            <a:xfrm>
              <a:off x="4484641" y="3667296"/>
              <a:ext cx="57994" cy="71855"/>
            </a:xfrm>
            <a:custGeom>
              <a:avLst/>
              <a:gdLst/>
              <a:ahLst/>
              <a:cxnLst/>
              <a:rect l="0" t="0" r="0" b="0"/>
              <a:pathLst>
                <a:path w="57994" h="71855">
                  <a:moveTo>
                    <a:pt x="57994" y="0"/>
                  </a:moveTo>
                  <a:lnTo>
                    <a:pt x="0" y="71855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72" name="Candidate_receptor__3371">
              <a:extLst>
                <a:ext uri="{FF2B5EF4-FFF2-40B4-BE49-F238E27FC236}">
                  <a16:creationId xmlns:a16="http://schemas.microsoft.com/office/drawing/2014/main" id="{421D370A-5721-0B11-DA61-850ADF102EF1}"/>
                </a:ext>
              </a:extLst>
            </p:cNvPr>
            <p:cNvSpPr>
              <a:spLocks noGrp="1"/>
            </p:cNvSpPr>
            <p:nvPr/>
          </p:nvSpPr>
          <p:spPr>
            <a:xfrm>
              <a:off x="4809493" y="2223155"/>
              <a:ext cx="90621" cy="62549"/>
            </a:xfrm>
            <a:custGeom>
              <a:avLst/>
              <a:gdLst/>
              <a:ahLst/>
              <a:cxnLst/>
              <a:rect l="0" t="0" r="0" b="0"/>
              <a:pathLst>
                <a:path w="90621" h="62549">
                  <a:moveTo>
                    <a:pt x="0" y="62549"/>
                  </a:moveTo>
                  <a:lnTo>
                    <a:pt x="90621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3373" name="Candidate_receptor__3372">
              <a:extLst>
                <a:ext uri="{FF2B5EF4-FFF2-40B4-BE49-F238E27FC236}">
                  <a16:creationId xmlns:a16="http://schemas.microsoft.com/office/drawing/2014/main" id="{ABD92B2F-4D30-19CA-12EB-99A2E7381C46}"/>
                </a:ext>
              </a:extLst>
            </p:cNvPr>
            <p:cNvSpPr>
              <a:spLocks noGrp="1"/>
            </p:cNvSpPr>
            <p:nvPr/>
          </p:nvSpPr>
          <p:spPr>
            <a:xfrm>
              <a:off x="4032365" y="2863254"/>
              <a:ext cx="91880" cy="69841"/>
            </a:xfrm>
            <a:custGeom>
              <a:avLst/>
              <a:gdLst/>
              <a:ahLst/>
              <a:cxnLst/>
              <a:rect l="0" t="0" r="0" b="0"/>
              <a:pathLst>
                <a:path w="91880" h="69841">
                  <a:moveTo>
                    <a:pt x="91880" y="69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4" name="Candidate_receptor__3373">
              <a:extLst>
                <a:ext uri="{FF2B5EF4-FFF2-40B4-BE49-F238E27FC236}">
                  <a16:creationId xmlns:a16="http://schemas.microsoft.com/office/drawing/2014/main" id="{C37C8CD9-CB8D-C908-511F-0643F3E13C9B}"/>
                </a:ext>
              </a:extLst>
            </p:cNvPr>
            <p:cNvSpPr>
              <a:spLocks noGrp="1"/>
            </p:cNvSpPr>
            <p:nvPr/>
          </p:nvSpPr>
          <p:spPr>
            <a:xfrm>
              <a:off x="5560998" y="1614107"/>
              <a:ext cx="38871" cy="9137"/>
            </a:xfrm>
            <a:custGeom>
              <a:avLst/>
              <a:gdLst/>
              <a:ahLst/>
              <a:cxnLst/>
              <a:rect l="0" t="0" r="0" b="0"/>
              <a:pathLst>
                <a:path w="38871" h="9137">
                  <a:moveTo>
                    <a:pt x="0" y="0"/>
                  </a:moveTo>
                  <a:lnTo>
                    <a:pt x="38871" y="913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5" name="Candidate_receptor__3374">
              <a:extLst>
                <a:ext uri="{FF2B5EF4-FFF2-40B4-BE49-F238E27FC236}">
                  <a16:creationId xmlns:a16="http://schemas.microsoft.com/office/drawing/2014/main" id="{503D9F93-4A33-E308-E15F-97180BF7C4E1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70598" cy="17690"/>
            </a:xfrm>
            <a:custGeom>
              <a:avLst/>
              <a:gdLst/>
              <a:ahLst/>
              <a:cxnLst/>
              <a:rect l="0" t="0" r="0" b="0"/>
              <a:pathLst>
                <a:path w="70598" h="17690">
                  <a:moveTo>
                    <a:pt x="70598" y="176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6" name="Candidate_receptor__3375">
              <a:extLst>
                <a:ext uri="{FF2B5EF4-FFF2-40B4-BE49-F238E27FC236}">
                  <a16:creationId xmlns:a16="http://schemas.microsoft.com/office/drawing/2014/main" id="{1B53C534-1FB7-76C6-DFF8-4AE0A55D7D60}"/>
                </a:ext>
              </a:extLst>
            </p:cNvPr>
            <p:cNvSpPr>
              <a:spLocks noGrp="1"/>
            </p:cNvSpPr>
            <p:nvPr/>
          </p:nvSpPr>
          <p:spPr>
            <a:xfrm>
              <a:off x="4542635" y="3583724"/>
              <a:ext cx="5136" cy="83572"/>
            </a:xfrm>
            <a:custGeom>
              <a:avLst/>
              <a:gdLst/>
              <a:ahLst/>
              <a:cxnLst/>
              <a:rect l="0" t="0" r="0" b="0"/>
              <a:pathLst>
                <a:path w="5136" h="83572">
                  <a:moveTo>
                    <a:pt x="5136" y="0"/>
                  </a:moveTo>
                  <a:lnTo>
                    <a:pt x="0" y="83572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77" name="Candidate_receptor__3376">
              <a:extLst>
                <a:ext uri="{FF2B5EF4-FFF2-40B4-BE49-F238E27FC236}">
                  <a16:creationId xmlns:a16="http://schemas.microsoft.com/office/drawing/2014/main" id="{FFA24855-58A2-D90C-4A1A-52F867C1AFA9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2087249"/>
              <a:ext cx="101783" cy="28528"/>
            </a:xfrm>
            <a:custGeom>
              <a:avLst/>
              <a:gdLst/>
              <a:ahLst/>
              <a:cxnLst/>
              <a:rect l="0" t="0" r="0" b="0"/>
              <a:pathLst>
                <a:path w="101783" h="28528">
                  <a:moveTo>
                    <a:pt x="101783" y="285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78" name="Candidate_receptor__3377">
              <a:extLst>
                <a:ext uri="{FF2B5EF4-FFF2-40B4-BE49-F238E27FC236}">
                  <a16:creationId xmlns:a16="http://schemas.microsoft.com/office/drawing/2014/main" id="{35EFEE8F-8DA1-659A-8A5D-567873F093A9}"/>
                </a:ext>
              </a:extLst>
            </p:cNvPr>
            <p:cNvSpPr>
              <a:spLocks noGrp="1"/>
            </p:cNvSpPr>
            <p:nvPr/>
          </p:nvSpPr>
          <p:spPr>
            <a:xfrm>
              <a:off x="6071299" y="3157083"/>
              <a:ext cx="31336" cy="98857"/>
            </a:xfrm>
            <a:custGeom>
              <a:avLst/>
              <a:gdLst/>
              <a:ahLst/>
              <a:cxnLst/>
              <a:rect l="0" t="0" r="0" b="0"/>
              <a:pathLst>
                <a:path w="31336" h="98857">
                  <a:moveTo>
                    <a:pt x="0" y="98857"/>
                  </a:moveTo>
                  <a:lnTo>
                    <a:pt x="3133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9" name="Candidate_receptor__3378">
              <a:extLst>
                <a:ext uri="{FF2B5EF4-FFF2-40B4-BE49-F238E27FC236}">
                  <a16:creationId xmlns:a16="http://schemas.microsoft.com/office/drawing/2014/main" id="{FF82B995-4C3F-8ADC-FCC1-9F17A93582CA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223359"/>
              <a:ext cx="47747" cy="56569"/>
            </a:xfrm>
            <a:custGeom>
              <a:avLst/>
              <a:gdLst/>
              <a:ahLst/>
              <a:cxnLst/>
              <a:rect l="0" t="0" r="0" b="0"/>
              <a:pathLst>
                <a:path w="47747" h="56569">
                  <a:moveTo>
                    <a:pt x="0" y="0"/>
                  </a:moveTo>
                  <a:lnTo>
                    <a:pt x="47747" y="5656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0" name="Candidate_receptor__3379">
              <a:extLst>
                <a:ext uri="{FF2B5EF4-FFF2-40B4-BE49-F238E27FC236}">
                  <a16:creationId xmlns:a16="http://schemas.microsoft.com/office/drawing/2014/main" id="{D9A8B407-1E93-D39A-A2B8-E5C612230823}"/>
                </a:ext>
              </a:extLst>
            </p:cNvPr>
            <p:cNvSpPr>
              <a:spLocks noGrp="1"/>
            </p:cNvSpPr>
            <p:nvPr/>
          </p:nvSpPr>
          <p:spPr>
            <a:xfrm>
              <a:off x="5802140" y="2424249"/>
              <a:ext cx="1469" cy="25449"/>
            </a:xfrm>
            <a:custGeom>
              <a:avLst/>
              <a:gdLst/>
              <a:ahLst/>
              <a:cxnLst/>
              <a:rect l="0" t="0" r="0" b="0"/>
              <a:pathLst>
                <a:path w="1469" h="25449">
                  <a:moveTo>
                    <a:pt x="0" y="0"/>
                  </a:moveTo>
                  <a:lnTo>
                    <a:pt x="1469" y="2544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1" name="Candidate_receptor__3380">
              <a:extLst>
                <a:ext uri="{FF2B5EF4-FFF2-40B4-BE49-F238E27FC236}">
                  <a16:creationId xmlns:a16="http://schemas.microsoft.com/office/drawing/2014/main" id="{C104B243-83D4-F2D7-E263-FCFDEA7D553C}"/>
                </a:ext>
              </a:extLst>
            </p:cNvPr>
            <p:cNvSpPr>
              <a:spLocks noGrp="1"/>
            </p:cNvSpPr>
            <p:nvPr/>
          </p:nvSpPr>
          <p:spPr>
            <a:xfrm>
              <a:off x="4383049" y="3739151"/>
              <a:ext cx="101592" cy="34761"/>
            </a:xfrm>
            <a:custGeom>
              <a:avLst/>
              <a:gdLst/>
              <a:ahLst/>
              <a:cxnLst/>
              <a:rect l="0" t="0" r="0" b="0"/>
              <a:pathLst>
                <a:path w="101592" h="34761">
                  <a:moveTo>
                    <a:pt x="101592" y="0"/>
                  </a:moveTo>
                  <a:lnTo>
                    <a:pt x="0" y="3476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2" name="Candidate_receptor__3381">
              <a:extLst>
                <a:ext uri="{FF2B5EF4-FFF2-40B4-BE49-F238E27FC236}">
                  <a16:creationId xmlns:a16="http://schemas.microsoft.com/office/drawing/2014/main" id="{DD8368CD-1BAB-653D-E808-31D231A4B05A}"/>
                </a:ext>
              </a:extLst>
            </p:cNvPr>
            <p:cNvSpPr>
              <a:spLocks noGrp="1"/>
            </p:cNvSpPr>
            <p:nvPr/>
          </p:nvSpPr>
          <p:spPr>
            <a:xfrm>
              <a:off x="4805298" y="2061997"/>
              <a:ext cx="108735" cy="20673"/>
            </a:xfrm>
            <a:custGeom>
              <a:avLst/>
              <a:gdLst/>
              <a:ahLst/>
              <a:cxnLst/>
              <a:rect l="0" t="0" r="0" b="0"/>
              <a:pathLst>
                <a:path w="108735" h="20673">
                  <a:moveTo>
                    <a:pt x="0" y="0"/>
                  </a:moveTo>
                  <a:lnTo>
                    <a:pt x="108735" y="20673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3" name="Candidate_receptor__3382">
              <a:extLst>
                <a:ext uri="{FF2B5EF4-FFF2-40B4-BE49-F238E27FC236}">
                  <a16:creationId xmlns:a16="http://schemas.microsoft.com/office/drawing/2014/main" id="{5551B83D-42A6-AAA2-A256-EA18263CC610}"/>
                </a:ext>
              </a:extLst>
            </p:cNvPr>
            <p:cNvSpPr>
              <a:spLocks noGrp="1"/>
            </p:cNvSpPr>
            <p:nvPr/>
          </p:nvSpPr>
          <p:spPr>
            <a:xfrm>
              <a:off x="5063719" y="3749890"/>
              <a:ext cx="23386" cy="107630"/>
            </a:xfrm>
            <a:custGeom>
              <a:avLst/>
              <a:gdLst/>
              <a:ahLst/>
              <a:cxnLst/>
              <a:rect l="0" t="0" r="0" b="0"/>
              <a:pathLst>
                <a:path w="23386" h="107630">
                  <a:moveTo>
                    <a:pt x="0" y="107630"/>
                  </a:moveTo>
                  <a:lnTo>
                    <a:pt x="2338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4" name="Candidate_receptor__3383">
              <a:extLst>
                <a:ext uri="{FF2B5EF4-FFF2-40B4-BE49-F238E27FC236}">
                  <a16:creationId xmlns:a16="http://schemas.microsoft.com/office/drawing/2014/main" id="{A33C35C2-A22A-AF37-0650-436D6D3589A5}"/>
                </a:ext>
              </a:extLst>
            </p:cNvPr>
            <p:cNvSpPr>
              <a:spLocks noGrp="1"/>
            </p:cNvSpPr>
            <p:nvPr/>
          </p:nvSpPr>
          <p:spPr>
            <a:xfrm>
              <a:off x="4728474" y="3639605"/>
              <a:ext cx="113430" cy="16393"/>
            </a:xfrm>
            <a:custGeom>
              <a:avLst/>
              <a:gdLst/>
              <a:ahLst/>
              <a:cxnLst/>
              <a:rect l="0" t="0" r="0" b="0"/>
              <a:pathLst>
                <a:path w="113430" h="16393">
                  <a:moveTo>
                    <a:pt x="113430" y="163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5" name="Candidate_receptor__3384">
              <a:extLst>
                <a:ext uri="{FF2B5EF4-FFF2-40B4-BE49-F238E27FC236}">
                  <a16:creationId xmlns:a16="http://schemas.microsoft.com/office/drawing/2014/main" id="{C577FF71-A405-6761-0277-87D5A9177373}"/>
                </a:ext>
              </a:extLst>
            </p:cNvPr>
            <p:cNvSpPr>
              <a:spLocks noGrp="1"/>
            </p:cNvSpPr>
            <p:nvPr/>
          </p:nvSpPr>
          <p:spPr>
            <a:xfrm>
              <a:off x="5856407" y="3635627"/>
              <a:ext cx="87854" cy="50705"/>
            </a:xfrm>
            <a:custGeom>
              <a:avLst/>
              <a:gdLst/>
              <a:ahLst/>
              <a:cxnLst/>
              <a:rect l="0" t="0" r="0" b="0"/>
              <a:pathLst>
                <a:path w="87854" h="50705">
                  <a:moveTo>
                    <a:pt x="87854" y="0"/>
                  </a:moveTo>
                  <a:lnTo>
                    <a:pt x="0" y="5070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6" name="Candidate_receptor__3385">
              <a:extLst>
                <a:ext uri="{FF2B5EF4-FFF2-40B4-BE49-F238E27FC236}">
                  <a16:creationId xmlns:a16="http://schemas.microsoft.com/office/drawing/2014/main" id="{CB5B9AC7-5ECE-A4FE-316A-E0C6031CBC9E}"/>
                </a:ext>
              </a:extLst>
            </p:cNvPr>
            <p:cNvSpPr>
              <a:spLocks noGrp="1"/>
            </p:cNvSpPr>
            <p:nvPr/>
          </p:nvSpPr>
          <p:spPr>
            <a:xfrm>
              <a:off x="4971061" y="2601749"/>
              <a:ext cx="4698" cy="18134"/>
            </a:xfrm>
            <a:custGeom>
              <a:avLst/>
              <a:gdLst/>
              <a:ahLst/>
              <a:cxnLst/>
              <a:rect l="0" t="0" r="0" b="0"/>
              <a:pathLst>
                <a:path w="4698" h="18134">
                  <a:moveTo>
                    <a:pt x="4698" y="0"/>
                  </a:moveTo>
                  <a:lnTo>
                    <a:pt x="0" y="1813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7" name="Candidate_receptor__3386">
              <a:extLst>
                <a:ext uri="{FF2B5EF4-FFF2-40B4-BE49-F238E27FC236}">
                  <a16:creationId xmlns:a16="http://schemas.microsoft.com/office/drawing/2014/main" id="{832D0A34-6CD5-F590-8080-416FCC716322}"/>
                </a:ext>
              </a:extLst>
            </p:cNvPr>
            <p:cNvSpPr>
              <a:spLocks noGrp="1"/>
            </p:cNvSpPr>
            <p:nvPr/>
          </p:nvSpPr>
          <p:spPr>
            <a:xfrm>
              <a:off x="5761021" y="3648212"/>
              <a:ext cx="95386" cy="38120"/>
            </a:xfrm>
            <a:custGeom>
              <a:avLst/>
              <a:gdLst/>
              <a:ahLst/>
              <a:cxnLst/>
              <a:rect l="0" t="0" r="0" b="0"/>
              <a:pathLst>
                <a:path w="95386" h="38120">
                  <a:moveTo>
                    <a:pt x="95386" y="381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8" name="Candidate_receptor__3387">
              <a:extLst>
                <a:ext uri="{FF2B5EF4-FFF2-40B4-BE49-F238E27FC236}">
                  <a16:creationId xmlns:a16="http://schemas.microsoft.com/office/drawing/2014/main" id="{B044E2C9-DAC6-96BD-5CDD-E85A90C5DB1F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97132"/>
              <a:ext cx="97684" cy="15000"/>
            </a:xfrm>
            <a:custGeom>
              <a:avLst/>
              <a:gdLst/>
              <a:ahLst/>
              <a:cxnLst/>
              <a:rect l="0" t="0" r="0" b="0"/>
              <a:pathLst>
                <a:path w="97684" h="15000">
                  <a:moveTo>
                    <a:pt x="0" y="0"/>
                  </a:moveTo>
                  <a:lnTo>
                    <a:pt x="97684" y="1500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9" name="Candidate_receptor__3388">
              <a:extLst>
                <a:ext uri="{FF2B5EF4-FFF2-40B4-BE49-F238E27FC236}">
                  <a16:creationId xmlns:a16="http://schemas.microsoft.com/office/drawing/2014/main" id="{1286D0DE-1567-7434-8958-39C0B5B44D54}"/>
                </a:ext>
              </a:extLst>
            </p:cNvPr>
            <p:cNvSpPr>
              <a:spLocks noGrp="1"/>
            </p:cNvSpPr>
            <p:nvPr/>
          </p:nvSpPr>
          <p:spPr>
            <a:xfrm>
              <a:off x="6001573" y="3107328"/>
              <a:ext cx="101062" cy="49755"/>
            </a:xfrm>
            <a:custGeom>
              <a:avLst/>
              <a:gdLst/>
              <a:ahLst/>
              <a:cxnLst/>
              <a:rect l="0" t="0" r="0" b="0"/>
              <a:pathLst>
                <a:path w="101062" h="49755">
                  <a:moveTo>
                    <a:pt x="101062" y="49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0" name="Candidate_receptor__3389">
              <a:extLst>
                <a:ext uri="{FF2B5EF4-FFF2-40B4-BE49-F238E27FC236}">
                  <a16:creationId xmlns:a16="http://schemas.microsoft.com/office/drawing/2014/main" id="{3C0657B5-AD3E-3BDD-D38F-081A1CA9A890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2983403"/>
              <a:ext cx="23368" cy="69155"/>
            </a:xfrm>
            <a:custGeom>
              <a:avLst/>
              <a:gdLst/>
              <a:ahLst/>
              <a:cxnLst/>
              <a:rect l="0" t="0" r="0" b="0"/>
              <a:pathLst>
                <a:path w="23368" h="69155">
                  <a:moveTo>
                    <a:pt x="0" y="69155"/>
                  </a:moveTo>
                  <a:lnTo>
                    <a:pt x="23368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91" name="Candidate_receptor__3390">
              <a:extLst>
                <a:ext uri="{FF2B5EF4-FFF2-40B4-BE49-F238E27FC236}">
                  <a16:creationId xmlns:a16="http://schemas.microsoft.com/office/drawing/2014/main" id="{60CB6F54-6308-7D1F-BE88-495E1B340261}"/>
                </a:ext>
              </a:extLst>
            </p:cNvPr>
            <p:cNvSpPr>
              <a:spLocks noGrp="1"/>
            </p:cNvSpPr>
            <p:nvPr/>
          </p:nvSpPr>
          <p:spPr>
            <a:xfrm>
              <a:off x="5009770" y="2493546"/>
              <a:ext cx="72023" cy="36721"/>
            </a:xfrm>
            <a:custGeom>
              <a:avLst/>
              <a:gdLst/>
              <a:ahLst/>
              <a:cxnLst/>
              <a:rect l="0" t="0" r="0" b="0"/>
              <a:pathLst>
                <a:path w="72023" h="36721">
                  <a:moveTo>
                    <a:pt x="72023" y="367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2" name="Candidate_receptor__3391">
              <a:extLst>
                <a:ext uri="{FF2B5EF4-FFF2-40B4-BE49-F238E27FC236}">
                  <a16:creationId xmlns:a16="http://schemas.microsoft.com/office/drawing/2014/main" id="{029A6021-F85E-3132-EB82-5B68653E1750}"/>
                </a:ext>
              </a:extLst>
            </p:cNvPr>
            <p:cNvSpPr>
              <a:spLocks noGrp="1"/>
            </p:cNvSpPr>
            <p:nvPr/>
          </p:nvSpPr>
          <p:spPr>
            <a:xfrm>
              <a:off x="6054376" y="2283359"/>
              <a:ext cx="99978" cy="54011"/>
            </a:xfrm>
            <a:custGeom>
              <a:avLst/>
              <a:gdLst/>
              <a:ahLst/>
              <a:cxnLst/>
              <a:rect l="0" t="0" r="0" b="0"/>
              <a:pathLst>
                <a:path w="99978" h="54011">
                  <a:moveTo>
                    <a:pt x="0" y="0"/>
                  </a:moveTo>
                  <a:lnTo>
                    <a:pt x="99978" y="5401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3" name="Candidate_receptor__3392">
              <a:extLst>
                <a:ext uri="{FF2B5EF4-FFF2-40B4-BE49-F238E27FC236}">
                  <a16:creationId xmlns:a16="http://schemas.microsoft.com/office/drawing/2014/main" id="{8DAF097A-F92A-223E-6511-65B63B870791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17286" cy="22268"/>
            </a:xfrm>
            <a:custGeom>
              <a:avLst/>
              <a:gdLst/>
              <a:ahLst/>
              <a:cxnLst/>
              <a:rect l="0" t="0" r="0" b="0"/>
              <a:pathLst>
                <a:path w="17286" h="22268">
                  <a:moveTo>
                    <a:pt x="0" y="0"/>
                  </a:moveTo>
                  <a:lnTo>
                    <a:pt x="17286" y="22268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94" name="Candidate_receptor__3393">
              <a:extLst>
                <a:ext uri="{FF2B5EF4-FFF2-40B4-BE49-F238E27FC236}">
                  <a16:creationId xmlns:a16="http://schemas.microsoft.com/office/drawing/2014/main" id="{05FD2F98-2C4E-C00F-6A6D-82EC9D17DA7E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635216"/>
              <a:ext cx="64520" cy="83744"/>
            </a:xfrm>
            <a:custGeom>
              <a:avLst/>
              <a:gdLst/>
              <a:ahLst/>
              <a:cxnLst/>
              <a:rect l="0" t="0" r="0" b="0"/>
              <a:pathLst>
                <a:path w="64520" h="83744">
                  <a:moveTo>
                    <a:pt x="64520" y="8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5" name="Candidate_receptor__3394">
              <a:extLst>
                <a:ext uri="{FF2B5EF4-FFF2-40B4-BE49-F238E27FC236}">
                  <a16:creationId xmlns:a16="http://schemas.microsoft.com/office/drawing/2014/main" id="{5147D8C7-103D-13EB-C3CE-A851F17514AB}"/>
                </a:ext>
              </a:extLst>
            </p:cNvPr>
            <p:cNvSpPr>
              <a:spLocks noGrp="1"/>
            </p:cNvSpPr>
            <p:nvPr/>
          </p:nvSpPr>
          <p:spPr>
            <a:xfrm>
              <a:off x="4602880" y="2739906"/>
              <a:ext cx="71725" cy="88749"/>
            </a:xfrm>
            <a:custGeom>
              <a:avLst/>
              <a:gdLst/>
              <a:ahLst/>
              <a:cxnLst/>
              <a:rect l="0" t="0" r="0" b="0"/>
              <a:pathLst>
                <a:path w="71725" h="88749">
                  <a:moveTo>
                    <a:pt x="0" y="0"/>
                  </a:moveTo>
                  <a:lnTo>
                    <a:pt x="71725" y="88749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396" name="Candidate_receptor__3395">
              <a:extLst>
                <a:ext uri="{FF2B5EF4-FFF2-40B4-BE49-F238E27FC236}">
                  <a16:creationId xmlns:a16="http://schemas.microsoft.com/office/drawing/2014/main" id="{A4754401-7EC3-9D65-5666-CC74C77A1CD9}"/>
                </a:ext>
              </a:extLst>
            </p:cNvPr>
            <p:cNvSpPr>
              <a:spLocks noGrp="1"/>
            </p:cNvSpPr>
            <p:nvPr/>
          </p:nvSpPr>
          <p:spPr>
            <a:xfrm>
              <a:off x="5081793" y="2530266"/>
              <a:ext cx="53281" cy="66762"/>
            </a:xfrm>
            <a:custGeom>
              <a:avLst/>
              <a:gdLst/>
              <a:ahLst/>
              <a:cxnLst/>
              <a:rect l="0" t="0" r="0" b="0"/>
              <a:pathLst>
                <a:path w="53281" h="66762">
                  <a:moveTo>
                    <a:pt x="53281" y="667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7" name="Candidate_receptor__3396">
              <a:extLst>
                <a:ext uri="{FF2B5EF4-FFF2-40B4-BE49-F238E27FC236}">
                  <a16:creationId xmlns:a16="http://schemas.microsoft.com/office/drawing/2014/main" id="{A62D7F78-ABF9-0B48-6D98-384DF704530A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107328"/>
              <a:ext cx="55712" cy="95351"/>
            </a:xfrm>
            <a:custGeom>
              <a:avLst/>
              <a:gdLst/>
              <a:ahLst/>
              <a:cxnLst/>
              <a:rect l="0" t="0" r="0" b="0"/>
              <a:pathLst>
                <a:path w="55712" h="95351">
                  <a:moveTo>
                    <a:pt x="55712" y="0"/>
                  </a:moveTo>
                  <a:lnTo>
                    <a:pt x="0" y="9535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8" name="Candidate_receptor__3397">
              <a:extLst>
                <a:ext uri="{FF2B5EF4-FFF2-40B4-BE49-F238E27FC236}">
                  <a16:creationId xmlns:a16="http://schemas.microsoft.com/office/drawing/2014/main" id="{DF36629B-C56E-DE4B-FBCF-CD5787EB4E0F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345083"/>
              <a:ext cx="62440" cy="80410"/>
            </a:xfrm>
            <a:custGeom>
              <a:avLst/>
              <a:gdLst/>
              <a:ahLst/>
              <a:cxnLst/>
              <a:rect l="0" t="0" r="0" b="0"/>
              <a:pathLst>
                <a:path w="62440" h="80410">
                  <a:moveTo>
                    <a:pt x="0" y="80410"/>
                  </a:moveTo>
                  <a:lnTo>
                    <a:pt x="6244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9" name="Candidate_receptor__3398">
              <a:extLst>
                <a:ext uri="{FF2B5EF4-FFF2-40B4-BE49-F238E27FC236}">
                  <a16:creationId xmlns:a16="http://schemas.microsoft.com/office/drawing/2014/main" id="{B2A597A2-3F29-4ACF-67DD-9E945300FCB4}"/>
                </a:ext>
              </a:extLst>
            </p:cNvPr>
            <p:cNvSpPr>
              <a:spLocks noGrp="1"/>
            </p:cNvSpPr>
            <p:nvPr/>
          </p:nvSpPr>
          <p:spPr>
            <a:xfrm>
              <a:off x="5786302" y="1626119"/>
              <a:ext cx="50795" cy="38721"/>
            </a:xfrm>
            <a:custGeom>
              <a:avLst/>
              <a:gdLst/>
              <a:ahLst/>
              <a:cxnLst/>
              <a:rect l="0" t="0" r="0" b="0"/>
              <a:pathLst>
                <a:path w="50795" h="38721">
                  <a:moveTo>
                    <a:pt x="0" y="0"/>
                  </a:moveTo>
                  <a:lnTo>
                    <a:pt x="50795" y="387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0" name="Candidate_receptor__3399">
              <a:extLst>
                <a:ext uri="{FF2B5EF4-FFF2-40B4-BE49-F238E27FC236}">
                  <a16:creationId xmlns:a16="http://schemas.microsoft.com/office/drawing/2014/main" id="{01E25F85-4FFF-D385-86CF-36EDF8AF17AF}"/>
                </a:ext>
              </a:extLst>
            </p:cNvPr>
            <p:cNvSpPr>
              <a:spLocks noGrp="1"/>
            </p:cNvSpPr>
            <p:nvPr/>
          </p:nvSpPr>
          <p:spPr>
            <a:xfrm>
              <a:off x="4900114" y="2223155"/>
              <a:ext cx="79749" cy="21736"/>
            </a:xfrm>
            <a:custGeom>
              <a:avLst/>
              <a:gdLst/>
              <a:ahLst/>
              <a:cxnLst/>
              <a:rect l="0" t="0" r="0" b="0"/>
              <a:pathLst>
                <a:path w="79749" h="21736">
                  <a:moveTo>
                    <a:pt x="0" y="0"/>
                  </a:moveTo>
                  <a:lnTo>
                    <a:pt x="79749" y="2173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01" name="Candidate_receptor__3400">
              <a:extLst>
                <a:ext uri="{FF2B5EF4-FFF2-40B4-BE49-F238E27FC236}">
                  <a16:creationId xmlns:a16="http://schemas.microsoft.com/office/drawing/2014/main" id="{6CE1B98F-96EB-CD4E-CE41-BDA166220DCE}"/>
                </a:ext>
              </a:extLst>
            </p:cNvPr>
            <p:cNvSpPr>
              <a:spLocks noGrp="1"/>
            </p:cNvSpPr>
            <p:nvPr/>
          </p:nvSpPr>
          <p:spPr>
            <a:xfrm>
              <a:off x="4821145" y="2554575"/>
              <a:ext cx="21348" cy="102250"/>
            </a:xfrm>
            <a:custGeom>
              <a:avLst/>
              <a:gdLst/>
              <a:ahLst/>
              <a:cxnLst/>
              <a:rect l="0" t="0" r="0" b="0"/>
              <a:pathLst>
                <a:path w="21348" h="102250">
                  <a:moveTo>
                    <a:pt x="21348" y="0"/>
                  </a:moveTo>
                  <a:lnTo>
                    <a:pt x="0" y="1022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2" name="Candidate_receptor__3401">
              <a:extLst>
                <a:ext uri="{FF2B5EF4-FFF2-40B4-BE49-F238E27FC236}">
                  <a16:creationId xmlns:a16="http://schemas.microsoft.com/office/drawing/2014/main" id="{F6950A55-2CDD-4B39-4835-D160A485BDFA}"/>
                </a:ext>
              </a:extLst>
            </p:cNvPr>
            <p:cNvSpPr>
              <a:spLocks noGrp="1"/>
            </p:cNvSpPr>
            <p:nvPr/>
          </p:nvSpPr>
          <p:spPr>
            <a:xfrm>
              <a:off x="5599857" y="2089095"/>
              <a:ext cx="110898" cy="26683"/>
            </a:xfrm>
            <a:custGeom>
              <a:avLst/>
              <a:gdLst/>
              <a:ahLst/>
              <a:cxnLst/>
              <a:rect l="0" t="0" r="0" b="0"/>
              <a:pathLst>
                <a:path w="110898" h="26683">
                  <a:moveTo>
                    <a:pt x="110898" y="0"/>
                  </a:moveTo>
                  <a:lnTo>
                    <a:pt x="0" y="2668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3" name="Candidate_receptor__3402">
              <a:extLst>
                <a:ext uri="{FF2B5EF4-FFF2-40B4-BE49-F238E27FC236}">
                  <a16:creationId xmlns:a16="http://schemas.microsoft.com/office/drawing/2014/main" id="{CCB5F5B4-E585-843B-3935-B1FA39CAD83B}"/>
                </a:ext>
              </a:extLst>
            </p:cNvPr>
            <p:cNvSpPr>
              <a:spLocks noGrp="1"/>
            </p:cNvSpPr>
            <p:nvPr/>
          </p:nvSpPr>
          <p:spPr>
            <a:xfrm>
              <a:off x="4545149" y="3170705"/>
              <a:ext cx="40556" cy="2053"/>
            </a:xfrm>
            <a:custGeom>
              <a:avLst/>
              <a:gdLst/>
              <a:ahLst/>
              <a:cxnLst/>
              <a:rect l="0" t="0" r="0" b="0"/>
              <a:pathLst>
                <a:path w="40556" h="2053">
                  <a:moveTo>
                    <a:pt x="40556" y="20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4" name="Candidate_receptor__3403">
              <a:extLst>
                <a:ext uri="{FF2B5EF4-FFF2-40B4-BE49-F238E27FC236}">
                  <a16:creationId xmlns:a16="http://schemas.microsoft.com/office/drawing/2014/main" id="{37E79D96-D277-8EE5-3DA8-25D54A388100}"/>
                </a:ext>
              </a:extLst>
            </p:cNvPr>
            <p:cNvSpPr>
              <a:spLocks noGrp="1"/>
            </p:cNvSpPr>
            <p:nvPr/>
          </p:nvSpPr>
          <p:spPr>
            <a:xfrm>
              <a:off x="5563734" y="2698161"/>
              <a:ext cx="60742" cy="88219"/>
            </a:xfrm>
            <a:custGeom>
              <a:avLst/>
              <a:gdLst/>
              <a:ahLst/>
              <a:cxnLst/>
              <a:rect l="0" t="0" r="0" b="0"/>
              <a:pathLst>
                <a:path w="60742" h="88219">
                  <a:moveTo>
                    <a:pt x="60742" y="0"/>
                  </a:moveTo>
                  <a:lnTo>
                    <a:pt x="0" y="8821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5" name="Candidate_receptor__3404">
              <a:extLst>
                <a:ext uri="{FF2B5EF4-FFF2-40B4-BE49-F238E27FC236}">
                  <a16:creationId xmlns:a16="http://schemas.microsoft.com/office/drawing/2014/main" id="{F4B3B3CF-1C2B-F69B-6B06-11F7067BA8BD}"/>
                </a:ext>
              </a:extLst>
            </p:cNvPr>
            <p:cNvSpPr>
              <a:spLocks noGrp="1"/>
            </p:cNvSpPr>
            <p:nvPr/>
          </p:nvSpPr>
          <p:spPr>
            <a:xfrm>
              <a:off x="5423006" y="1637307"/>
              <a:ext cx="67355" cy="85341"/>
            </a:xfrm>
            <a:custGeom>
              <a:avLst/>
              <a:gdLst/>
              <a:ahLst/>
              <a:cxnLst/>
              <a:rect l="0" t="0" r="0" b="0"/>
              <a:pathLst>
                <a:path w="67355" h="85341">
                  <a:moveTo>
                    <a:pt x="0" y="0"/>
                  </a:moveTo>
                  <a:lnTo>
                    <a:pt x="67355" y="8534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6" name="Candidate_receptor__3405">
              <a:extLst>
                <a:ext uri="{FF2B5EF4-FFF2-40B4-BE49-F238E27FC236}">
                  <a16:creationId xmlns:a16="http://schemas.microsoft.com/office/drawing/2014/main" id="{B99FF7A4-D4EE-66F2-232F-38704A0643C2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391479"/>
              <a:ext cx="34873" cy="96249"/>
            </a:xfrm>
            <a:custGeom>
              <a:avLst/>
              <a:gdLst/>
              <a:ahLst/>
              <a:cxnLst/>
              <a:rect l="0" t="0" r="0" b="0"/>
              <a:pathLst>
                <a:path w="34873" h="96249">
                  <a:moveTo>
                    <a:pt x="34873" y="0"/>
                  </a:moveTo>
                  <a:lnTo>
                    <a:pt x="0" y="9624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7" name="Candidate_receptor__3406">
              <a:extLst>
                <a:ext uri="{FF2B5EF4-FFF2-40B4-BE49-F238E27FC236}">
                  <a16:creationId xmlns:a16="http://schemas.microsoft.com/office/drawing/2014/main" id="{AD48E695-F07C-65F8-F9F3-5A5CB03ADAE8}"/>
                </a:ext>
              </a:extLst>
            </p:cNvPr>
            <p:cNvSpPr>
              <a:spLocks noGrp="1"/>
            </p:cNvSpPr>
            <p:nvPr/>
          </p:nvSpPr>
          <p:spPr>
            <a:xfrm>
              <a:off x="5722705" y="1557659"/>
              <a:ext cx="63597" cy="68461"/>
            </a:xfrm>
            <a:custGeom>
              <a:avLst/>
              <a:gdLst/>
              <a:ahLst/>
              <a:cxnLst/>
              <a:rect l="0" t="0" r="0" b="0"/>
              <a:pathLst>
                <a:path w="63597" h="68461">
                  <a:moveTo>
                    <a:pt x="0" y="0"/>
                  </a:moveTo>
                  <a:lnTo>
                    <a:pt x="63597" y="6846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8" name="Candidate_receptor__3407">
              <a:extLst>
                <a:ext uri="{FF2B5EF4-FFF2-40B4-BE49-F238E27FC236}">
                  <a16:creationId xmlns:a16="http://schemas.microsoft.com/office/drawing/2014/main" id="{29260C62-D1D7-D8E1-EB17-32A671D5CB58}"/>
                </a:ext>
              </a:extLst>
            </p:cNvPr>
            <p:cNvSpPr>
              <a:spLocks noGrp="1"/>
            </p:cNvSpPr>
            <p:nvPr/>
          </p:nvSpPr>
          <p:spPr>
            <a:xfrm>
              <a:off x="4779984" y="3263012"/>
              <a:ext cx="11351" cy="42921"/>
            </a:xfrm>
            <a:custGeom>
              <a:avLst/>
              <a:gdLst/>
              <a:ahLst/>
              <a:cxnLst/>
              <a:rect l="0" t="0" r="0" b="0"/>
              <a:pathLst>
                <a:path w="11351" h="42921">
                  <a:moveTo>
                    <a:pt x="0" y="0"/>
                  </a:moveTo>
                  <a:lnTo>
                    <a:pt x="11351" y="429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9" name="Candidate_receptor__3408">
              <a:extLst>
                <a:ext uri="{FF2B5EF4-FFF2-40B4-BE49-F238E27FC236}">
                  <a16:creationId xmlns:a16="http://schemas.microsoft.com/office/drawing/2014/main" id="{49B7BCAB-60CB-B485-B6F7-CF14C9E39256}"/>
                </a:ext>
              </a:extLst>
            </p:cNvPr>
            <p:cNvSpPr>
              <a:spLocks noGrp="1"/>
            </p:cNvSpPr>
            <p:nvPr/>
          </p:nvSpPr>
          <p:spPr>
            <a:xfrm>
              <a:off x="5356559" y="2781006"/>
              <a:ext cx="35298" cy="89531"/>
            </a:xfrm>
            <a:custGeom>
              <a:avLst/>
              <a:gdLst/>
              <a:ahLst/>
              <a:cxnLst/>
              <a:rect l="0" t="0" r="0" b="0"/>
              <a:pathLst>
                <a:path w="35298" h="89531">
                  <a:moveTo>
                    <a:pt x="0" y="89531"/>
                  </a:moveTo>
                  <a:lnTo>
                    <a:pt x="3529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0" name="Candidate_receptor__3409">
              <a:extLst>
                <a:ext uri="{FF2B5EF4-FFF2-40B4-BE49-F238E27FC236}">
                  <a16:creationId xmlns:a16="http://schemas.microsoft.com/office/drawing/2014/main" id="{8FE600DF-353D-EAE4-1639-BFDB9A07CF2C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425493"/>
              <a:ext cx="19164" cy="72245"/>
            </a:xfrm>
            <a:custGeom>
              <a:avLst/>
              <a:gdLst/>
              <a:ahLst/>
              <a:cxnLst/>
              <a:rect l="0" t="0" r="0" b="0"/>
              <a:pathLst>
                <a:path w="19164" h="72245">
                  <a:moveTo>
                    <a:pt x="19164" y="7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1" name="Candidate_receptor__3410">
              <a:extLst>
                <a:ext uri="{FF2B5EF4-FFF2-40B4-BE49-F238E27FC236}">
                  <a16:creationId xmlns:a16="http://schemas.microsoft.com/office/drawing/2014/main" id="{979C9F77-01F7-4EC5-0D3C-FC047342AD76}"/>
                </a:ext>
              </a:extLst>
            </p:cNvPr>
            <p:cNvSpPr>
              <a:spLocks noGrp="1"/>
            </p:cNvSpPr>
            <p:nvPr/>
          </p:nvSpPr>
          <p:spPr>
            <a:xfrm>
              <a:off x="5840270" y="2833438"/>
              <a:ext cx="15176" cy="100547"/>
            </a:xfrm>
            <a:custGeom>
              <a:avLst/>
              <a:gdLst/>
              <a:ahLst/>
              <a:cxnLst/>
              <a:rect l="0" t="0" r="0" b="0"/>
              <a:pathLst>
                <a:path w="15176" h="100547">
                  <a:moveTo>
                    <a:pt x="0" y="0"/>
                  </a:moveTo>
                  <a:lnTo>
                    <a:pt x="15176" y="100547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2" name="Candidate_receptor__3411">
              <a:extLst>
                <a:ext uri="{FF2B5EF4-FFF2-40B4-BE49-F238E27FC236}">
                  <a16:creationId xmlns:a16="http://schemas.microsoft.com/office/drawing/2014/main" id="{63C6C297-7297-744B-28F7-327A6C06CD41}"/>
                </a:ext>
              </a:extLst>
            </p:cNvPr>
            <p:cNvSpPr>
              <a:spLocks noGrp="1"/>
            </p:cNvSpPr>
            <p:nvPr/>
          </p:nvSpPr>
          <p:spPr>
            <a:xfrm>
              <a:off x="5599868" y="1623244"/>
              <a:ext cx="70909" cy="85769"/>
            </a:xfrm>
            <a:custGeom>
              <a:avLst/>
              <a:gdLst/>
              <a:ahLst/>
              <a:cxnLst/>
              <a:rect l="0" t="0" r="0" b="0"/>
              <a:pathLst>
                <a:path w="70909" h="85769">
                  <a:moveTo>
                    <a:pt x="0" y="0"/>
                  </a:moveTo>
                  <a:lnTo>
                    <a:pt x="70909" y="8576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3" name="Candidate_receptor__3412">
              <a:extLst>
                <a:ext uri="{FF2B5EF4-FFF2-40B4-BE49-F238E27FC236}">
                  <a16:creationId xmlns:a16="http://schemas.microsoft.com/office/drawing/2014/main" id="{52340639-DE5F-9264-B3CB-8C16CF4A7770}"/>
                </a:ext>
              </a:extLst>
            </p:cNvPr>
            <p:cNvSpPr>
              <a:spLocks noGrp="1"/>
            </p:cNvSpPr>
            <p:nvPr/>
          </p:nvSpPr>
          <p:spPr>
            <a:xfrm>
              <a:off x="4344004" y="3773911"/>
              <a:ext cx="39045" cy="15686"/>
            </a:xfrm>
            <a:custGeom>
              <a:avLst/>
              <a:gdLst/>
              <a:ahLst/>
              <a:cxnLst/>
              <a:rect l="0" t="0" r="0" b="0"/>
              <a:pathLst>
                <a:path w="39045" h="15686">
                  <a:moveTo>
                    <a:pt x="39045" y="0"/>
                  </a:moveTo>
                  <a:lnTo>
                    <a:pt x="0" y="1568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4" name="Candidate_receptor__3413">
              <a:extLst>
                <a:ext uri="{FF2B5EF4-FFF2-40B4-BE49-F238E27FC236}">
                  <a16:creationId xmlns:a16="http://schemas.microsoft.com/office/drawing/2014/main" id="{054575B7-3C9F-A85E-8AE3-A357F3EC0253}"/>
                </a:ext>
              </a:extLst>
            </p:cNvPr>
            <p:cNvSpPr>
              <a:spLocks noGrp="1"/>
            </p:cNvSpPr>
            <p:nvPr/>
          </p:nvSpPr>
          <p:spPr>
            <a:xfrm>
              <a:off x="5868150" y="3387517"/>
              <a:ext cx="89437" cy="3963"/>
            </a:xfrm>
            <a:custGeom>
              <a:avLst/>
              <a:gdLst/>
              <a:ahLst/>
              <a:cxnLst/>
              <a:rect l="0" t="0" r="0" b="0"/>
              <a:pathLst>
                <a:path w="89437" h="3963">
                  <a:moveTo>
                    <a:pt x="89437" y="0"/>
                  </a:moveTo>
                  <a:lnTo>
                    <a:pt x="0" y="396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5" name="Candidate_receptor__3414">
              <a:extLst>
                <a:ext uri="{FF2B5EF4-FFF2-40B4-BE49-F238E27FC236}">
                  <a16:creationId xmlns:a16="http://schemas.microsoft.com/office/drawing/2014/main" id="{67179829-71FB-0FA8-F3A2-55A4830C812C}"/>
                </a:ext>
              </a:extLst>
            </p:cNvPr>
            <p:cNvSpPr>
              <a:spLocks noGrp="1"/>
            </p:cNvSpPr>
            <p:nvPr/>
          </p:nvSpPr>
          <p:spPr>
            <a:xfrm>
              <a:off x="4842493" y="2525937"/>
              <a:ext cx="63887" cy="28638"/>
            </a:xfrm>
            <a:custGeom>
              <a:avLst/>
              <a:gdLst/>
              <a:ahLst/>
              <a:cxnLst/>
              <a:rect l="0" t="0" r="0" b="0"/>
              <a:pathLst>
                <a:path w="63887" h="28638">
                  <a:moveTo>
                    <a:pt x="63887" y="0"/>
                  </a:moveTo>
                  <a:lnTo>
                    <a:pt x="0" y="2863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6" name="Candidate_receptor__3415">
              <a:extLst>
                <a:ext uri="{FF2B5EF4-FFF2-40B4-BE49-F238E27FC236}">
                  <a16:creationId xmlns:a16="http://schemas.microsoft.com/office/drawing/2014/main" id="{EA436D37-55DB-C775-3A4F-044AC7B19109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647279"/>
              <a:ext cx="25630" cy="92627"/>
            </a:xfrm>
            <a:custGeom>
              <a:avLst/>
              <a:gdLst/>
              <a:ahLst/>
              <a:cxnLst/>
              <a:rect l="0" t="0" r="0" b="0"/>
              <a:pathLst>
                <a:path w="25630" h="92627">
                  <a:moveTo>
                    <a:pt x="0" y="0"/>
                  </a:moveTo>
                  <a:lnTo>
                    <a:pt x="25630" y="9262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17" name="Candidate_receptor__3416">
              <a:extLst>
                <a:ext uri="{FF2B5EF4-FFF2-40B4-BE49-F238E27FC236}">
                  <a16:creationId xmlns:a16="http://schemas.microsoft.com/office/drawing/2014/main" id="{36CEE815-2E5C-B11C-414C-68E95235B384}"/>
                </a:ext>
              </a:extLst>
            </p:cNvPr>
            <p:cNvSpPr>
              <a:spLocks noGrp="1"/>
            </p:cNvSpPr>
            <p:nvPr/>
          </p:nvSpPr>
          <p:spPr>
            <a:xfrm>
              <a:off x="5710755" y="1987611"/>
              <a:ext cx="30781" cy="101484"/>
            </a:xfrm>
            <a:custGeom>
              <a:avLst/>
              <a:gdLst/>
              <a:ahLst/>
              <a:cxnLst/>
              <a:rect l="0" t="0" r="0" b="0"/>
              <a:pathLst>
                <a:path w="30781" h="101484">
                  <a:moveTo>
                    <a:pt x="30781" y="0"/>
                  </a:moveTo>
                  <a:lnTo>
                    <a:pt x="0" y="10148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8" name="Candidate_receptor__3417">
              <a:extLst>
                <a:ext uri="{FF2B5EF4-FFF2-40B4-BE49-F238E27FC236}">
                  <a16:creationId xmlns:a16="http://schemas.microsoft.com/office/drawing/2014/main" id="{2D082B5A-99AA-9F24-B5E5-9DF40CAED0EC}"/>
                </a:ext>
              </a:extLst>
            </p:cNvPr>
            <p:cNvSpPr>
              <a:spLocks noGrp="1"/>
            </p:cNvSpPr>
            <p:nvPr/>
          </p:nvSpPr>
          <p:spPr>
            <a:xfrm>
              <a:off x="4550634" y="2192218"/>
              <a:ext cx="96161" cy="60692"/>
            </a:xfrm>
            <a:custGeom>
              <a:avLst/>
              <a:gdLst/>
              <a:ahLst/>
              <a:cxnLst/>
              <a:rect l="0" t="0" r="0" b="0"/>
              <a:pathLst>
                <a:path w="96161" h="60692">
                  <a:moveTo>
                    <a:pt x="96161" y="0"/>
                  </a:moveTo>
                  <a:lnTo>
                    <a:pt x="0" y="606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9" name="Candidate_receptor__3418">
              <a:extLst>
                <a:ext uri="{FF2B5EF4-FFF2-40B4-BE49-F238E27FC236}">
                  <a16:creationId xmlns:a16="http://schemas.microsoft.com/office/drawing/2014/main" id="{BE650127-B113-EFF5-1DDF-DD58FB429223}"/>
                </a:ext>
              </a:extLst>
            </p:cNvPr>
            <p:cNvSpPr>
              <a:spLocks noGrp="1"/>
            </p:cNvSpPr>
            <p:nvPr/>
          </p:nvSpPr>
          <p:spPr>
            <a:xfrm>
              <a:off x="5725331" y="3943007"/>
              <a:ext cx="28952" cy="30614"/>
            </a:xfrm>
            <a:custGeom>
              <a:avLst/>
              <a:gdLst/>
              <a:ahLst/>
              <a:cxnLst/>
              <a:rect l="0" t="0" r="0" b="0"/>
              <a:pathLst>
                <a:path w="28952" h="30614">
                  <a:moveTo>
                    <a:pt x="28952" y="306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0" name="Candidate_receptor__3419">
              <a:extLst>
                <a:ext uri="{FF2B5EF4-FFF2-40B4-BE49-F238E27FC236}">
                  <a16:creationId xmlns:a16="http://schemas.microsoft.com/office/drawing/2014/main" id="{AF5173EC-7B8C-7C16-C5A2-ED810A7BE1C2}"/>
                </a:ext>
              </a:extLst>
            </p:cNvPr>
            <p:cNvSpPr>
              <a:spLocks noGrp="1"/>
            </p:cNvSpPr>
            <p:nvPr/>
          </p:nvSpPr>
          <p:spPr>
            <a:xfrm>
              <a:off x="4662291" y="3639605"/>
              <a:ext cx="66183" cy="70776"/>
            </a:xfrm>
            <a:custGeom>
              <a:avLst/>
              <a:gdLst/>
              <a:ahLst/>
              <a:cxnLst/>
              <a:rect l="0" t="0" r="0" b="0"/>
              <a:pathLst>
                <a:path w="66183" h="70776">
                  <a:moveTo>
                    <a:pt x="66183" y="0"/>
                  </a:moveTo>
                  <a:lnTo>
                    <a:pt x="0" y="7077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1" name="Candidate_receptor__3420">
              <a:extLst>
                <a:ext uri="{FF2B5EF4-FFF2-40B4-BE49-F238E27FC236}">
                  <a16:creationId xmlns:a16="http://schemas.microsoft.com/office/drawing/2014/main" id="{58976889-3944-BD34-07F6-1F9A0DB08B52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26010"/>
              <a:ext cx="23962" cy="8569"/>
            </a:xfrm>
            <a:custGeom>
              <a:avLst/>
              <a:gdLst/>
              <a:ahLst/>
              <a:cxnLst/>
              <a:rect l="0" t="0" r="0" b="0"/>
              <a:pathLst>
                <a:path w="23962" h="8569">
                  <a:moveTo>
                    <a:pt x="0" y="8569"/>
                  </a:moveTo>
                  <a:lnTo>
                    <a:pt x="23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2" name="Candidate_receptor__3421">
              <a:extLst>
                <a:ext uri="{FF2B5EF4-FFF2-40B4-BE49-F238E27FC236}">
                  <a16:creationId xmlns:a16="http://schemas.microsoft.com/office/drawing/2014/main" id="{D625E71D-584A-189A-A2D9-9C7DFD126178}"/>
                </a:ext>
              </a:extLst>
            </p:cNvPr>
            <p:cNvSpPr>
              <a:spLocks noGrp="1"/>
            </p:cNvSpPr>
            <p:nvPr/>
          </p:nvSpPr>
          <p:spPr>
            <a:xfrm>
              <a:off x="4890729" y="3528920"/>
              <a:ext cx="49318" cy="68742"/>
            </a:xfrm>
            <a:custGeom>
              <a:avLst/>
              <a:gdLst/>
              <a:ahLst/>
              <a:cxnLst/>
              <a:rect l="0" t="0" r="0" b="0"/>
              <a:pathLst>
                <a:path w="49318" h="68742">
                  <a:moveTo>
                    <a:pt x="0" y="68742"/>
                  </a:moveTo>
                  <a:lnTo>
                    <a:pt x="4931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3" name="Candidate_receptor__3422">
              <a:extLst>
                <a:ext uri="{FF2B5EF4-FFF2-40B4-BE49-F238E27FC236}">
                  <a16:creationId xmlns:a16="http://schemas.microsoft.com/office/drawing/2014/main" id="{D0B2F9DA-C209-22F8-A4B1-565F66A3FE49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15412" cy="101495"/>
            </a:xfrm>
            <a:custGeom>
              <a:avLst/>
              <a:gdLst/>
              <a:ahLst/>
              <a:cxnLst/>
              <a:rect l="0" t="0" r="0" b="0"/>
              <a:pathLst>
                <a:path w="15412" h="101495">
                  <a:moveTo>
                    <a:pt x="0" y="0"/>
                  </a:moveTo>
                  <a:lnTo>
                    <a:pt x="15412" y="10149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4" name="Candidate_receptor__3423">
              <a:extLst>
                <a:ext uri="{FF2B5EF4-FFF2-40B4-BE49-F238E27FC236}">
                  <a16:creationId xmlns:a16="http://schemas.microsoft.com/office/drawing/2014/main" id="{5B304BA2-C293-FB7C-7EDA-F359E532546F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130899"/>
              <a:ext cx="67123" cy="92460"/>
            </a:xfrm>
            <a:custGeom>
              <a:avLst/>
              <a:gdLst/>
              <a:ahLst/>
              <a:cxnLst/>
              <a:rect l="0" t="0" r="0" b="0"/>
              <a:pathLst>
                <a:path w="67123" h="92460">
                  <a:moveTo>
                    <a:pt x="67123" y="0"/>
                  </a:moveTo>
                  <a:lnTo>
                    <a:pt x="0" y="9246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5" name="Candidate_receptor__3424">
              <a:extLst>
                <a:ext uri="{FF2B5EF4-FFF2-40B4-BE49-F238E27FC236}">
                  <a16:creationId xmlns:a16="http://schemas.microsoft.com/office/drawing/2014/main" id="{6D3C4EBC-6F63-E6B3-400B-F457087418B2}"/>
                </a:ext>
              </a:extLst>
            </p:cNvPr>
            <p:cNvSpPr>
              <a:spLocks noGrp="1"/>
            </p:cNvSpPr>
            <p:nvPr/>
          </p:nvSpPr>
          <p:spPr>
            <a:xfrm>
              <a:off x="6154354" y="2337370"/>
              <a:ext cx="41214" cy="54328"/>
            </a:xfrm>
            <a:custGeom>
              <a:avLst/>
              <a:gdLst/>
              <a:ahLst/>
              <a:cxnLst/>
              <a:rect l="0" t="0" r="0" b="0"/>
              <a:pathLst>
                <a:path w="41214" h="54328">
                  <a:moveTo>
                    <a:pt x="0" y="0"/>
                  </a:moveTo>
                  <a:lnTo>
                    <a:pt x="41214" y="5432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6" name="Candidate_receptor__3425">
              <a:extLst>
                <a:ext uri="{FF2B5EF4-FFF2-40B4-BE49-F238E27FC236}">
                  <a16:creationId xmlns:a16="http://schemas.microsoft.com/office/drawing/2014/main" id="{82DAC39D-3887-9E92-A454-416E573825D6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1944" cy="81752"/>
            </a:xfrm>
            <a:custGeom>
              <a:avLst/>
              <a:gdLst/>
              <a:ahLst/>
              <a:cxnLst/>
              <a:rect l="0" t="0" r="0" b="0"/>
              <a:pathLst>
                <a:path w="1944" h="81752">
                  <a:moveTo>
                    <a:pt x="1944" y="817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7" name="Candidate_receptor__3426">
              <a:extLst>
                <a:ext uri="{FF2B5EF4-FFF2-40B4-BE49-F238E27FC236}">
                  <a16:creationId xmlns:a16="http://schemas.microsoft.com/office/drawing/2014/main" id="{91204D98-A33A-0A1F-8AB3-4182DB620B9F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3003342"/>
              <a:ext cx="28217" cy="110740"/>
            </a:xfrm>
            <a:custGeom>
              <a:avLst/>
              <a:gdLst/>
              <a:ahLst/>
              <a:cxnLst/>
              <a:rect l="0" t="0" r="0" b="0"/>
              <a:pathLst>
                <a:path w="28217" h="110740">
                  <a:moveTo>
                    <a:pt x="0" y="0"/>
                  </a:moveTo>
                  <a:lnTo>
                    <a:pt x="28217" y="1107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8" name="Candidate_receptor__3427">
              <a:extLst>
                <a:ext uri="{FF2B5EF4-FFF2-40B4-BE49-F238E27FC236}">
                  <a16:creationId xmlns:a16="http://schemas.microsoft.com/office/drawing/2014/main" id="{042C13B1-3A97-E74A-E9DE-8F2020DE610B}"/>
                </a:ext>
              </a:extLst>
            </p:cNvPr>
            <p:cNvSpPr>
              <a:spLocks noGrp="1"/>
            </p:cNvSpPr>
            <p:nvPr/>
          </p:nvSpPr>
          <p:spPr>
            <a:xfrm>
              <a:off x="4900866" y="3799249"/>
              <a:ext cx="74984" cy="47705"/>
            </a:xfrm>
            <a:custGeom>
              <a:avLst/>
              <a:gdLst/>
              <a:ahLst/>
              <a:cxnLst/>
              <a:rect l="0" t="0" r="0" b="0"/>
              <a:pathLst>
                <a:path w="74984" h="47705">
                  <a:moveTo>
                    <a:pt x="0" y="0"/>
                  </a:moveTo>
                  <a:lnTo>
                    <a:pt x="74984" y="477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9" name="Candidate_receptor__3428">
              <a:extLst>
                <a:ext uri="{FF2B5EF4-FFF2-40B4-BE49-F238E27FC236}">
                  <a16:creationId xmlns:a16="http://schemas.microsoft.com/office/drawing/2014/main" id="{F2B4772E-3F64-3F03-30CD-6700C9E2DD4F}"/>
                </a:ext>
              </a:extLst>
            </p:cNvPr>
            <p:cNvSpPr>
              <a:spLocks noGrp="1"/>
            </p:cNvSpPr>
            <p:nvPr/>
          </p:nvSpPr>
          <p:spPr>
            <a:xfrm>
              <a:off x="5741535" y="1968441"/>
              <a:ext cx="110500" cy="19170"/>
            </a:xfrm>
            <a:custGeom>
              <a:avLst/>
              <a:gdLst/>
              <a:ahLst/>
              <a:cxnLst/>
              <a:rect l="0" t="0" r="0" b="0"/>
              <a:pathLst>
                <a:path w="110500" h="19170">
                  <a:moveTo>
                    <a:pt x="110500" y="0"/>
                  </a:moveTo>
                  <a:lnTo>
                    <a:pt x="0" y="191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0" name="Candidate_receptor__3429">
              <a:extLst>
                <a:ext uri="{FF2B5EF4-FFF2-40B4-BE49-F238E27FC236}">
                  <a16:creationId xmlns:a16="http://schemas.microsoft.com/office/drawing/2014/main" id="{79B1D09D-1850-08ED-87AC-2E383DC212D0}"/>
                </a:ext>
              </a:extLst>
            </p:cNvPr>
            <p:cNvSpPr>
              <a:spLocks noGrp="1"/>
            </p:cNvSpPr>
            <p:nvPr/>
          </p:nvSpPr>
          <p:spPr>
            <a:xfrm>
              <a:off x="5720175" y="2345083"/>
              <a:ext cx="81965" cy="79166"/>
            </a:xfrm>
            <a:custGeom>
              <a:avLst/>
              <a:gdLst/>
              <a:ahLst/>
              <a:cxnLst/>
              <a:rect l="0" t="0" r="0" b="0"/>
              <a:pathLst>
                <a:path w="81965" h="79166">
                  <a:moveTo>
                    <a:pt x="0" y="0"/>
                  </a:moveTo>
                  <a:lnTo>
                    <a:pt x="81965" y="7916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1" name="Candidate_receptor__3430">
              <a:extLst>
                <a:ext uri="{FF2B5EF4-FFF2-40B4-BE49-F238E27FC236}">
                  <a16:creationId xmlns:a16="http://schemas.microsoft.com/office/drawing/2014/main" id="{F5EB9880-A8BB-49EB-611E-192727BBCC2B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596149"/>
              <a:ext cx="95512" cy="51130"/>
            </a:xfrm>
            <a:custGeom>
              <a:avLst/>
              <a:gdLst/>
              <a:ahLst/>
              <a:cxnLst/>
              <a:rect l="0" t="0" r="0" b="0"/>
              <a:pathLst>
                <a:path w="95512" h="51130">
                  <a:moveTo>
                    <a:pt x="95512" y="0"/>
                  </a:moveTo>
                  <a:lnTo>
                    <a:pt x="0" y="5113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2" name="Candidate_receptor__3431">
              <a:extLst>
                <a:ext uri="{FF2B5EF4-FFF2-40B4-BE49-F238E27FC236}">
                  <a16:creationId xmlns:a16="http://schemas.microsoft.com/office/drawing/2014/main" id="{104F6AAB-48B3-9303-ED5E-B4E53ED65003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6140"/>
              <a:ext cx="59175" cy="59452"/>
            </a:xfrm>
            <a:custGeom>
              <a:avLst/>
              <a:gdLst/>
              <a:ahLst/>
              <a:cxnLst/>
              <a:rect l="0" t="0" r="0" b="0"/>
              <a:pathLst>
                <a:path w="59175" h="59452">
                  <a:moveTo>
                    <a:pt x="59175" y="0"/>
                  </a:moveTo>
                  <a:lnTo>
                    <a:pt x="0" y="5945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3" name="Candidate_receptor__3432">
              <a:extLst>
                <a:ext uri="{FF2B5EF4-FFF2-40B4-BE49-F238E27FC236}">
                  <a16:creationId xmlns:a16="http://schemas.microsoft.com/office/drawing/2014/main" id="{52B005A6-218A-734A-F905-C4FFF3479C32}"/>
                </a:ext>
              </a:extLst>
            </p:cNvPr>
            <p:cNvSpPr>
              <a:spLocks noGrp="1"/>
            </p:cNvSpPr>
            <p:nvPr/>
          </p:nvSpPr>
          <p:spPr>
            <a:xfrm>
              <a:off x="4338739" y="2538071"/>
              <a:ext cx="5070" cy="71825"/>
            </a:xfrm>
            <a:custGeom>
              <a:avLst/>
              <a:gdLst/>
              <a:ahLst/>
              <a:cxnLst/>
              <a:rect l="0" t="0" r="0" b="0"/>
              <a:pathLst>
                <a:path w="5070" h="71825">
                  <a:moveTo>
                    <a:pt x="5070" y="71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4" name="Candidate_receptor__3433">
              <a:extLst>
                <a:ext uri="{FF2B5EF4-FFF2-40B4-BE49-F238E27FC236}">
                  <a16:creationId xmlns:a16="http://schemas.microsoft.com/office/drawing/2014/main" id="{1E89E517-A070-E589-2D05-0BAF2077AD1E}"/>
                </a:ext>
              </a:extLst>
            </p:cNvPr>
            <p:cNvSpPr>
              <a:spLocks noGrp="1"/>
            </p:cNvSpPr>
            <p:nvPr/>
          </p:nvSpPr>
          <p:spPr>
            <a:xfrm>
              <a:off x="5957587" y="3387517"/>
              <a:ext cx="28625" cy="105851"/>
            </a:xfrm>
            <a:custGeom>
              <a:avLst/>
              <a:gdLst/>
              <a:ahLst/>
              <a:cxnLst/>
              <a:rect l="0" t="0" r="0" b="0"/>
              <a:pathLst>
                <a:path w="28625" h="105851">
                  <a:moveTo>
                    <a:pt x="28625" y="105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5" name="Candidate_receptor__3434">
              <a:extLst>
                <a:ext uri="{FF2B5EF4-FFF2-40B4-BE49-F238E27FC236}">
                  <a16:creationId xmlns:a16="http://schemas.microsoft.com/office/drawing/2014/main" id="{E115D63F-B9E0-364B-79F8-ED57AB3A702E}"/>
                </a:ext>
              </a:extLst>
            </p:cNvPr>
            <p:cNvSpPr>
              <a:spLocks noGrp="1"/>
            </p:cNvSpPr>
            <p:nvPr/>
          </p:nvSpPr>
          <p:spPr>
            <a:xfrm>
              <a:off x="5069330" y="3451199"/>
              <a:ext cx="17033" cy="102637"/>
            </a:xfrm>
            <a:custGeom>
              <a:avLst/>
              <a:gdLst/>
              <a:ahLst/>
              <a:cxnLst/>
              <a:rect l="0" t="0" r="0" b="0"/>
              <a:pathLst>
                <a:path w="17033" h="102637">
                  <a:moveTo>
                    <a:pt x="0" y="102637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6" name="Candidate_receptor__3435">
              <a:extLst>
                <a:ext uri="{FF2B5EF4-FFF2-40B4-BE49-F238E27FC236}">
                  <a16:creationId xmlns:a16="http://schemas.microsoft.com/office/drawing/2014/main" id="{C791962E-C70B-F909-1D22-2756AD81E92F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550218"/>
              <a:ext cx="62466" cy="84997"/>
            </a:xfrm>
            <a:custGeom>
              <a:avLst/>
              <a:gdLst/>
              <a:ahLst/>
              <a:cxnLst/>
              <a:rect l="0" t="0" r="0" b="0"/>
              <a:pathLst>
                <a:path w="62466" h="84997">
                  <a:moveTo>
                    <a:pt x="0" y="84997"/>
                  </a:moveTo>
                  <a:lnTo>
                    <a:pt x="62466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7" name="Candidate_receptor__3436">
              <a:extLst>
                <a:ext uri="{FF2B5EF4-FFF2-40B4-BE49-F238E27FC236}">
                  <a16:creationId xmlns:a16="http://schemas.microsoft.com/office/drawing/2014/main" id="{38DB3850-5C81-D572-6DF1-058A57E22B54}"/>
                </a:ext>
              </a:extLst>
            </p:cNvPr>
            <p:cNvSpPr>
              <a:spLocks noGrp="1"/>
            </p:cNvSpPr>
            <p:nvPr/>
          </p:nvSpPr>
          <p:spPr>
            <a:xfrm>
              <a:off x="4232067" y="3675614"/>
              <a:ext cx="93246" cy="27550"/>
            </a:xfrm>
            <a:custGeom>
              <a:avLst/>
              <a:gdLst/>
              <a:ahLst/>
              <a:cxnLst/>
              <a:rect l="0" t="0" r="0" b="0"/>
              <a:pathLst>
                <a:path w="93246" h="27550">
                  <a:moveTo>
                    <a:pt x="93246" y="0"/>
                  </a:moveTo>
                  <a:lnTo>
                    <a:pt x="0" y="275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8" name="Candidate_receptor__3437">
              <a:extLst>
                <a:ext uri="{FF2B5EF4-FFF2-40B4-BE49-F238E27FC236}">
                  <a16:creationId xmlns:a16="http://schemas.microsoft.com/office/drawing/2014/main" id="{F27E38EF-437D-86A1-BAA4-7BDE67502BD4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18152"/>
              <a:ext cx="48390" cy="4119"/>
            </a:xfrm>
            <a:custGeom>
              <a:avLst/>
              <a:gdLst/>
              <a:ahLst/>
              <a:cxnLst/>
              <a:rect l="0" t="0" r="0" b="0"/>
              <a:pathLst>
                <a:path w="48390" h="4119">
                  <a:moveTo>
                    <a:pt x="0" y="4119"/>
                  </a:moveTo>
                  <a:lnTo>
                    <a:pt x="4839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9" name="Candidate_receptor__3438">
              <a:extLst>
                <a:ext uri="{FF2B5EF4-FFF2-40B4-BE49-F238E27FC236}">
                  <a16:creationId xmlns:a16="http://schemas.microsoft.com/office/drawing/2014/main" id="{0CCB43C8-8C0A-2C47-403D-E28F55C18FCF}"/>
                </a:ext>
              </a:extLst>
            </p:cNvPr>
            <p:cNvSpPr>
              <a:spLocks noGrp="1"/>
            </p:cNvSpPr>
            <p:nvPr/>
          </p:nvSpPr>
          <p:spPr>
            <a:xfrm>
              <a:off x="3736127" y="3116210"/>
              <a:ext cx="23610" cy="99536"/>
            </a:xfrm>
            <a:custGeom>
              <a:avLst/>
              <a:gdLst/>
              <a:ahLst/>
              <a:cxnLst/>
              <a:rect l="0" t="0" r="0" b="0"/>
              <a:pathLst>
                <a:path w="23610" h="99536">
                  <a:moveTo>
                    <a:pt x="23610" y="995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0" name="Candidate_receptor__3439">
              <a:extLst>
                <a:ext uri="{FF2B5EF4-FFF2-40B4-BE49-F238E27FC236}">
                  <a16:creationId xmlns:a16="http://schemas.microsoft.com/office/drawing/2014/main" id="{5BDDE2F4-45D6-7426-E456-FFAA0DD0D57A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10710" cy="23510"/>
            </a:xfrm>
            <a:custGeom>
              <a:avLst/>
              <a:gdLst/>
              <a:ahLst/>
              <a:cxnLst/>
              <a:rect l="0" t="0" r="0" b="0"/>
              <a:pathLst>
                <a:path w="10710" h="23510">
                  <a:moveTo>
                    <a:pt x="10710" y="235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1" name="Candidate_receptor__3440">
              <a:extLst>
                <a:ext uri="{FF2B5EF4-FFF2-40B4-BE49-F238E27FC236}">
                  <a16:creationId xmlns:a16="http://schemas.microsoft.com/office/drawing/2014/main" id="{E136D06E-24AC-2C43-62E6-FCBFF87714A5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71587"/>
              <a:ext cx="13453" cy="111816"/>
            </a:xfrm>
            <a:custGeom>
              <a:avLst/>
              <a:gdLst/>
              <a:ahLst/>
              <a:cxnLst/>
              <a:rect l="0" t="0" r="0" b="0"/>
              <a:pathLst>
                <a:path w="13453" h="111816">
                  <a:moveTo>
                    <a:pt x="13453" y="1118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2" name="Candidate_receptor__3441">
              <a:extLst>
                <a:ext uri="{FF2B5EF4-FFF2-40B4-BE49-F238E27FC236}">
                  <a16:creationId xmlns:a16="http://schemas.microsoft.com/office/drawing/2014/main" id="{02AD4EF4-2DBF-924E-138B-91DDB59B6826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23745" cy="57544"/>
            </a:xfrm>
            <a:custGeom>
              <a:avLst/>
              <a:gdLst/>
              <a:ahLst/>
              <a:cxnLst/>
              <a:rect l="0" t="0" r="0" b="0"/>
              <a:pathLst>
                <a:path w="23745" h="57544">
                  <a:moveTo>
                    <a:pt x="0" y="0"/>
                  </a:moveTo>
                  <a:lnTo>
                    <a:pt x="23745" y="57544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3" name="Candidate_receptor__3442">
              <a:extLst>
                <a:ext uri="{FF2B5EF4-FFF2-40B4-BE49-F238E27FC236}">
                  <a16:creationId xmlns:a16="http://schemas.microsoft.com/office/drawing/2014/main" id="{C8812A2F-34C6-B6BC-7AB0-E5923ED9E830}"/>
                </a:ext>
              </a:extLst>
            </p:cNvPr>
            <p:cNvSpPr>
              <a:spLocks noGrp="1"/>
            </p:cNvSpPr>
            <p:nvPr/>
          </p:nvSpPr>
          <p:spPr>
            <a:xfrm>
              <a:off x="4672762" y="2525309"/>
              <a:ext cx="57796" cy="70840"/>
            </a:xfrm>
            <a:custGeom>
              <a:avLst/>
              <a:gdLst/>
              <a:ahLst/>
              <a:cxnLst/>
              <a:rect l="0" t="0" r="0" b="0"/>
              <a:pathLst>
                <a:path w="57796" h="70840">
                  <a:moveTo>
                    <a:pt x="57796" y="0"/>
                  </a:moveTo>
                  <a:lnTo>
                    <a:pt x="0" y="708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4" name="Candidate_receptor__3443">
              <a:extLst>
                <a:ext uri="{FF2B5EF4-FFF2-40B4-BE49-F238E27FC236}">
                  <a16:creationId xmlns:a16="http://schemas.microsoft.com/office/drawing/2014/main" id="{6FFF7FF1-ABCA-8D0C-59C3-AE8A11F931DD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721945"/>
              <a:ext cx="43446" cy="106194"/>
            </a:xfrm>
            <a:custGeom>
              <a:avLst/>
              <a:gdLst/>
              <a:ahLst/>
              <a:cxnLst/>
              <a:rect l="0" t="0" r="0" b="0"/>
              <a:pathLst>
                <a:path w="43446" h="106194">
                  <a:moveTo>
                    <a:pt x="0" y="0"/>
                  </a:moveTo>
                  <a:lnTo>
                    <a:pt x="43446" y="10619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5" name="Candidate_receptor__3444">
              <a:extLst>
                <a:ext uri="{FF2B5EF4-FFF2-40B4-BE49-F238E27FC236}">
                  <a16:creationId xmlns:a16="http://schemas.microsoft.com/office/drawing/2014/main" id="{4BFA04D5-98D6-DE46-0582-4032AD7D59F5}"/>
                </a:ext>
              </a:extLst>
            </p:cNvPr>
            <p:cNvSpPr>
              <a:spLocks noGrp="1"/>
            </p:cNvSpPr>
            <p:nvPr/>
          </p:nvSpPr>
          <p:spPr>
            <a:xfrm>
              <a:off x="4191390" y="3703163"/>
              <a:ext cx="40677" cy="69853"/>
            </a:xfrm>
            <a:custGeom>
              <a:avLst/>
              <a:gdLst/>
              <a:ahLst/>
              <a:cxnLst/>
              <a:rect l="0" t="0" r="0" b="0"/>
              <a:pathLst>
                <a:path w="40677" h="69853">
                  <a:moveTo>
                    <a:pt x="40677" y="0"/>
                  </a:moveTo>
                  <a:lnTo>
                    <a:pt x="0" y="69853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6" name="Candidate_receptor__3445">
              <a:extLst>
                <a:ext uri="{FF2B5EF4-FFF2-40B4-BE49-F238E27FC236}">
                  <a16:creationId xmlns:a16="http://schemas.microsoft.com/office/drawing/2014/main" id="{C6246E32-0A84-C8E8-8168-697508B8DE49}"/>
                </a:ext>
              </a:extLst>
            </p:cNvPr>
            <p:cNvSpPr>
              <a:spLocks noGrp="1"/>
            </p:cNvSpPr>
            <p:nvPr/>
          </p:nvSpPr>
          <p:spPr>
            <a:xfrm>
              <a:off x="5852035" y="1900237"/>
              <a:ext cx="65685" cy="68204"/>
            </a:xfrm>
            <a:custGeom>
              <a:avLst/>
              <a:gdLst/>
              <a:ahLst/>
              <a:cxnLst/>
              <a:rect l="0" t="0" r="0" b="0"/>
              <a:pathLst>
                <a:path w="65685" h="68204">
                  <a:moveTo>
                    <a:pt x="65685" y="0"/>
                  </a:moveTo>
                  <a:lnTo>
                    <a:pt x="0" y="6820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7" name="Candidate_receptor__3446">
              <a:extLst>
                <a:ext uri="{FF2B5EF4-FFF2-40B4-BE49-F238E27FC236}">
                  <a16:creationId xmlns:a16="http://schemas.microsoft.com/office/drawing/2014/main" id="{9365664D-8325-B53A-CD21-C32E544A8F93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2901352"/>
              <a:ext cx="49962" cy="101521"/>
            </a:xfrm>
            <a:custGeom>
              <a:avLst/>
              <a:gdLst/>
              <a:ahLst/>
              <a:cxnLst/>
              <a:rect l="0" t="0" r="0" b="0"/>
              <a:pathLst>
                <a:path w="49962" h="101521">
                  <a:moveTo>
                    <a:pt x="0" y="101521"/>
                  </a:moveTo>
                  <a:lnTo>
                    <a:pt x="49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8" name="Candidate_receptor__3447">
              <a:extLst>
                <a:ext uri="{FF2B5EF4-FFF2-40B4-BE49-F238E27FC236}">
                  <a16:creationId xmlns:a16="http://schemas.microsoft.com/office/drawing/2014/main" id="{FF6F94C7-497D-83E8-0E25-02087E4321D8}"/>
                </a:ext>
              </a:extLst>
            </p:cNvPr>
            <p:cNvSpPr>
              <a:spLocks noGrp="1"/>
            </p:cNvSpPr>
            <p:nvPr/>
          </p:nvSpPr>
          <p:spPr>
            <a:xfrm>
              <a:off x="5710326" y="2977778"/>
              <a:ext cx="5665" cy="50470"/>
            </a:xfrm>
            <a:custGeom>
              <a:avLst/>
              <a:gdLst/>
              <a:ahLst/>
              <a:cxnLst/>
              <a:rect l="0" t="0" r="0" b="0"/>
              <a:pathLst>
                <a:path w="5665" h="50470">
                  <a:moveTo>
                    <a:pt x="5665" y="0"/>
                  </a:moveTo>
                  <a:lnTo>
                    <a:pt x="0" y="504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9" name="Candidate_receptor__3448">
              <a:extLst>
                <a:ext uri="{FF2B5EF4-FFF2-40B4-BE49-F238E27FC236}">
                  <a16:creationId xmlns:a16="http://schemas.microsoft.com/office/drawing/2014/main" id="{ACE8CC8C-DB7B-9C13-BACF-0CEDFE02F9DC}"/>
                </a:ext>
              </a:extLst>
            </p:cNvPr>
            <p:cNvSpPr>
              <a:spLocks noGrp="1"/>
            </p:cNvSpPr>
            <p:nvPr/>
          </p:nvSpPr>
          <p:spPr>
            <a:xfrm>
              <a:off x="4979862" y="2174503"/>
              <a:ext cx="83147" cy="70388"/>
            </a:xfrm>
            <a:custGeom>
              <a:avLst/>
              <a:gdLst/>
              <a:ahLst/>
              <a:cxnLst/>
              <a:rect l="0" t="0" r="0" b="0"/>
              <a:pathLst>
                <a:path w="83147" h="70388">
                  <a:moveTo>
                    <a:pt x="0" y="70388"/>
                  </a:moveTo>
                  <a:lnTo>
                    <a:pt x="83147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0" name="Candidate_receptor__3449">
              <a:extLst>
                <a:ext uri="{FF2B5EF4-FFF2-40B4-BE49-F238E27FC236}">
                  <a16:creationId xmlns:a16="http://schemas.microsoft.com/office/drawing/2014/main" id="{FD69C118-4108-133B-3749-4ADAD856298D}"/>
                </a:ext>
              </a:extLst>
            </p:cNvPr>
            <p:cNvSpPr>
              <a:spLocks noGrp="1"/>
            </p:cNvSpPr>
            <p:nvPr/>
          </p:nvSpPr>
          <p:spPr>
            <a:xfrm>
              <a:off x="4914033" y="2082670"/>
              <a:ext cx="6703" cy="51221"/>
            </a:xfrm>
            <a:custGeom>
              <a:avLst/>
              <a:gdLst/>
              <a:ahLst/>
              <a:cxnLst/>
              <a:rect l="0" t="0" r="0" b="0"/>
              <a:pathLst>
                <a:path w="6703" h="51221">
                  <a:moveTo>
                    <a:pt x="0" y="0"/>
                  </a:moveTo>
                  <a:lnTo>
                    <a:pt x="6703" y="5122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1" name="Candidate_receptor__3450">
              <a:extLst>
                <a:ext uri="{FF2B5EF4-FFF2-40B4-BE49-F238E27FC236}">
                  <a16:creationId xmlns:a16="http://schemas.microsoft.com/office/drawing/2014/main" id="{2BC309F4-D424-05E1-04A7-878500F4B91B}"/>
                </a:ext>
              </a:extLst>
            </p:cNvPr>
            <p:cNvSpPr>
              <a:spLocks noGrp="1"/>
            </p:cNvSpPr>
            <p:nvPr/>
          </p:nvSpPr>
          <p:spPr>
            <a:xfrm>
              <a:off x="5245405" y="2856645"/>
              <a:ext cx="111154" cy="13892"/>
            </a:xfrm>
            <a:custGeom>
              <a:avLst/>
              <a:gdLst/>
              <a:ahLst/>
              <a:cxnLst/>
              <a:rect l="0" t="0" r="0" b="0"/>
              <a:pathLst>
                <a:path w="111154" h="13892">
                  <a:moveTo>
                    <a:pt x="0" y="0"/>
                  </a:moveTo>
                  <a:lnTo>
                    <a:pt x="111154" y="1389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2" name="Candidate_receptor__3451">
              <a:extLst>
                <a:ext uri="{FF2B5EF4-FFF2-40B4-BE49-F238E27FC236}">
                  <a16:creationId xmlns:a16="http://schemas.microsoft.com/office/drawing/2014/main" id="{F9B81ACF-B965-B2B8-EA45-3371B222DA95}"/>
                </a:ext>
              </a:extLst>
            </p:cNvPr>
            <p:cNvSpPr>
              <a:spLocks noGrp="1"/>
            </p:cNvSpPr>
            <p:nvPr/>
          </p:nvSpPr>
          <p:spPr>
            <a:xfrm>
              <a:off x="4906380" y="2525937"/>
              <a:ext cx="64680" cy="93945"/>
            </a:xfrm>
            <a:custGeom>
              <a:avLst/>
              <a:gdLst/>
              <a:ahLst/>
              <a:cxnLst/>
              <a:rect l="0" t="0" r="0" b="0"/>
              <a:pathLst>
                <a:path w="64680" h="93945">
                  <a:moveTo>
                    <a:pt x="64680" y="939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3" name="Candidate_receptor__3452">
              <a:extLst>
                <a:ext uri="{FF2B5EF4-FFF2-40B4-BE49-F238E27FC236}">
                  <a16:creationId xmlns:a16="http://schemas.microsoft.com/office/drawing/2014/main" id="{6C2C6C39-DE92-9E69-904A-71C5204B22EA}"/>
                </a:ext>
              </a:extLst>
            </p:cNvPr>
            <p:cNvSpPr>
              <a:spLocks noGrp="1"/>
            </p:cNvSpPr>
            <p:nvPr/>
          </p:nvSpPr>
          <p:spPr>
            <a:xfrm>
              <a:off x="4699335" y="3182597"/>
              <a:ext cx="80649" cy="80415"/>
            </a:xfrm>
            <a:custGeom>
              <a:avLst/>
              <a:gdLst/>
              <a:ahLst/>
              <a:cxnLst/>
              <a:rect l="0" t="0" r="0" b="0"/>
              <a:pathLst>
                <a:path w="80649" h="80415">
                  <a:moveTo>
                    <a:pt x="0" y="0"/>
                  </a:moveTo>
                  <a:lnTo>
                    <a:pt x="80649" y="8041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4" name="Candidate_receptor__3453">
              <a:extLst>
                <a:ext uri="{FF2B5EF4-FFF2-40B4-BE49-F238E27FC236}">
                  <a16:creationId xmlns:a16="http://schemas.microsoft.com/office/drawing/2014/main" id="{68B2C797-9EFB-2F18-CDDF-ABA17F43AD71}"/>
                </a:ext>
              </a:extLst>
            </p:cNvPr>
            <p:cNvSpPr>
              <a:spLocks noGrp="1"/>
            </p:cNvSpPr>
            <p:nvPr/>
          </p:nvSpPr>
          <p:spPr>
            <a:xfrm>
              <a:off x="5917721" y="1824820"/>
              <a:ext cx="67913" cy="75417"/>
            </a:xfrm>
            <a:custGeom>
              <a:avLst/>
              <a:gdLst/>
              <a:ahLst/>
              <a:cxnLst/>
              <a:rect l="0" t="0" r="0" b="0"/>
              <a:pathLst>
                <a:path w="67913" h="75417">
                  <a:moveTo>
                    <a:pt x="67913" y="0"/>
                  </a:moveTo>
                  <a:lnTo>
                    <a:pt x="0" y="7541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5" name="Candidate_receptor__3454">
              <a:extLst>
                <a:ext uri="{FF2B5EF4-FFF2-40B4-BE49-F238E27FC236}">
                  <a16:creationId xmlns:a16="http://schemas.microsoft.com/office/drawing/2014/main" id="{74A29319-0B66-FF19-2C76-C0A73F59543F}"/>
                </a:ext>
              </a:extLst>
            </p:cNvPr>
            <p:cNvSpPr>
              <a:spLocks noGrp="1"/>
            </p:cNvSpPr>
            <p:nvPr/>
          </p:nvSpPr>
          <p:spPr>
            <a:xfrm>
              <a:off x="4547771" y="3583724"/>
              <a:ext cx="19062" cy="78988"/>
            </a:xfrm>
            <a:custGeom>
              <a:avLst/>
              <a:gdLst/>
              <a:ahLst/>
              <a:cxnLst/>
              <a:rect l="0" t="0" r="0" b="0"/>
              <a:pathLst>
                <a:path w="19062" h="78988">
                  <a:moveTo>
                    <a:pt x="19062" y="789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6" name="Candidate_receptor__3455">
              <a:extLst>
                <a:ext uri="{FF2B5EF4-FFF2-40B4-BE49-F238E27FC236}">
                  <a16:creationId xmlns:a16="http://schemas.microsoft.com/office/drawing/2014/main" id="{67F38448-F87D-2729-7F21-6EF717E81181}"/>
                </a:ext>
              </a:extLst>
            </p:cNvPr>
            <p:cNvSpPr>
              <a:spLocks noGrp="1"/>
            </p:cNvSpPr>
            <p:nvPr/>
          </p:nvSpPr>
          <p:spPr>
            <a:xfrm>
              <a:off x="4646795" y="2192218"/>
              <a:ext cx="86887" cy="48962"/>
            </a:xfrm>
            <a:custGeom>
              <a:avLst/>
              <a:gdLst/>
              <a:ahLst/>
              <a:cxnLst/>
              <a:rect l="0" t="0" r="0" b="0"/>
              <a:pathLst>
                <a:path w="86887" h="48962">
                  <a:moveTo>
                    <a:pt x="86887" y="4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7" name="Candidate_receptor__3456">
              <a:extLst>
                <a:ext uri="{FF2B5EF4-FFF2-40B4-BE49-F238E27FC236}">
                  <a16:creationId xmlns:a16="http://schemas.microsoft.com/office/drawing/2014/main" id="{82717CE8-DAE8-DE93-80D2-AB9A3CCDE108}"/>
                </a:ext>
              </a:extLst>
            </p:cNvPr>
            <p:cNvSpPr>
              <a:spLocks noGrp="1"/>
            </p:cNvSpPr>
            <p:nvPr/>
          </p:nvSpPr>
          <p:spPr>
            <a:xfrm>
              <a:off x="5480745" y="2776611"/>
              <a:ext cx="82989" cy="9768"/>
            </a:xfrm>
            <a:custGeom>
              <a:avLst/>
              <a:gdLst/>
              <a:ahLst/>
              <a:cxnLst/>
              <a:rect l="0" t="0" r="0" b="0"/>
              <a:pathLst>
                <a:path w="82989" h="9768">
                  <a:moveTo>
                    <a:pt x="82989" y="97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8" name="Candidate_receptor__3457">
              <a:extLst>
                <a:ext uri="{FF2B5EF4-FFF2-40B4-BE49-F238E27FC236}">
                  <a16:creationId xmlns:a16="http://schemas.microsoft.com/office/drawing/2014/main" id="{BC89403E-AA82-B051-1EC6-1DA07088C51E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20854"/>
              <a:ext cx="19074" cy="76278"/>
            </a:xfrm>
            <a:custGeom>
              <a:avLst/>
              <a:gdLst/>
              <a:ahLst/>
              <a:cxnLst/>
              <a:rect l="0" t="0" r="0" b="0"/>
              <a:pathLst>
                <a:path w="19074" h="76278">
                  <a:moveTo>
                    <a:pt x="19074" y="0"/>
                  </a:moveTo>
                  <a:lnTo>
                    <a:pt x="0" y="7627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9" name="Candidate_receptor__3458">
              <a:extLst>
                <a:ext uri="{FF2B5EF4-FFF2-40B4-BE49-F238E27FC236}">
                  <a16:creationId xmlns:a16="http://schemas.microsoft.com/office/drawing/2014/main" id="{F27C3FEB-0B37-8B73-B834-9279D9CBFADF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202679"/>
              <a:ext cx="51924" cy="3165"/>
            </a:xfrm>
            <a:custGeom>
              <a:avLst/>
              <a:gdLst/>
              <a:ahLst/>
              <a:cxnLst/>
              <a:rect l="0" t="0" r="0" b="0"/>
              <a:pathLst>
                <a:path w="51924" h="3165">
                  <a:moveTo>
                    <a:pt x="0" y="0"/>
                  </a:moveTo>
                  <a:lnTo>
                    <a:pt x="51924" y="31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0" name="Candidate_receptor__3459">
              <a:extLst>
                <a:ext uri="{FF2B5EF4-FFF2-40B4-BE49-F238E27FC236}">
                  <a16:creationId xmlns:a16="http://schemas.microsoft.com/office/drawing/2014/main" id="{AB5328BB-3675-DBE8-B944-4C6BA94B508C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398420"/>
              <a:ext cx="23100" cy="112955"/>
            </a:xfrm>
            <a:custGeom>
              <a:avLst/>
              <a:gdLst/>
              <a:ahLst/>
              <a:cxnLst/>
              <a:rect l="0" t="0" r="0" b="0"/>
              <a:pathLst>
                <a:path w="23100" h="112955">
                  <a:moveTo>
                    <a:pt x="0" y="112955"/>
                  </a:moveTo>
                  <a:lnTo>
                    <a:pt x="2310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1" name="Candidate_receptor__3460">
              <a:extLst>
                <a:ext uri="{FF2B5EF4-FFF2-40B4-BE49-F238E27FC236}">
                  <a16:creationId xmlns:a16="http://schemas.microsoft.com/office/drawing/2014/main" id="{F11DFED4-C745-A6C4-391E-154C53CA0869}"/>
                </a:ext>
              </a:extLst>
            </p:cNvPr>
            <p:cNvSpPr>
              <a:spLocks noGrp="1"/>
            </p:cNvSpPr>
            <p:nvPr/>
          </p:nvSpPr>
          <p:spPr>
            <a:xfrm>
              <a:off x="3759738" y="3215747"/>
              <a:ext cx="51425" cy="42094"/>
            </a:xfrm>
            <a:custGeom>
              <a:avLst/>
              <a:gdLst/>
              <a:ahLst/>
              <a:cxnLst/>
              <a:rect l="0" t="0" r="0" b="0"/>
              <a:pathLst>
                <a:path w="51425" h="42094">
                  <a:moveTo>
                    <a:pt x="51425" y="4209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62" name="Candidate_receptor__3461">
              <a:extLst>
                <a:ext uri="{FF2B5EF4-FFF2-40B4-BE49-F238E27FC236}">
                  <a16:creationId xmlns:a16="http://schemas.microsoft.com/office/drawing/2014/main" id="{E7370628-3F05-D558-B4E3-C39A84C534C3}"/>
                </a:ext>
              </a:extLst>
            </p:cNvPr>
            <p:cNvSpPr>
              <a:spLocks noGrp="1"/>
            </p:cNvSpPr>
            <p:nvPr/>
          </p:nvSpPr>
          <p:spPr>
            <a:xfrm>
              <a:off x="5965745" y="1741222"/>
              <a:ext cx="19889" cy="83597"/>
            </a:xfrm>
            <a:custGeom>
              <a:avLst/>
              <a:gdLst/>
              <a:ahLst/>
              <a:cxnLst/>
              <a:rect l="0" t="0" r="0" b="0"/>
              <a:pathLst>
                <a:path w="19889" h="83597">
                  <a:moveTo>
                    <a:pt x="0" y="0"/>
                  </a:moveTo>
                  <a:lnTo>
                    <a:pt x="19889" y="8359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63" name="Candidate_receptor__3462">
              <a:extLst>
                <a:ext uri="{FF2B5EF4-FFF2-40B4-BE49-F238E27FC236}">
                  <a16:creationId xmlns:a16="http://schemas.microsoft.com/office/drawing/2014/main" id="{5FA4A475-4A80-4485-1E2B-1B540ABC2D4A}"/>
                </a:ext>
              </a:extLst>
            </p:cNvPr>
            <p:cNvSpPr>
              <a:spLocks noGrp="1"/>
            </p:cNvSpPr>
            <p:nvPr/>
          </p:nvSpPr>
          <p:spPr>
            <a:xfrm>
              <a:off x="5078727" y="2901352"/>
              <a:ext cx="99805" cy="56025"/>
            </a:xfrm>
            <a:custGeom>
              <a:avLst/>
              <a:gdLst/>
              <a:ahLst/>
              <a:cxnLst/>
              <a:rect l="0" t="0" r="0" b="0"/>
              <a:pathLst>
                <a:path w="99805" h="56025">
                  <a:moveTo>
                    <a:pt x="0" y="0"/>
                  </a:moveTo>
                  <a:lnTo>
                    <a:pt x="99805" y="5602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4" name="Candidate_receptor__3463">
              <a:extLst>
                <a:ext uri="{FF2B5EF4-FFF2-40B4-BE49-F238E27FC236}">
                  <a16:creationId xmlns:a16="http://schemas.microsoft.com/office/drawing/2014/main" id="{6BD147D2-2159-AB16-B887-B32DEC0F9DA3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63092" cy="83930"/>
            </a:xfrm>
            <a:custGeom>
              <a:avLst/>
              <a:gdLst/>
              <a:ahLst/>
              <a:cxnLst/>
              <a:rect l="0" t="0" r="0" b="0"/>
              <a:pathLst>
                <a:path w="63092" h="83930">
                  <a:moveTo>
                    <a:pt x="63092" y="839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5" name="Candidate_receptor__3464">
              <a:extLst>
                <a:ext uri="{FF2B5EF4-FFF2-40B4-BE49-F238E27FC236}">
                  <a16:creationId xmlns:a16="http://schemas.microsoft.com/office/drawing/2014/main" id="{A0E2F6B0-B7D4-5C07-DDCA-54AEC6EAB6B4}"/>
                </a:ext>
              </a:extLst>
            </p:cNvPr>
            <p:cNvSpPr>
              <a:spLocks noGrp="1"/>
            </p:cNvSpPr>
            <p:nvPr/>
          </p:nvSpPr>
          <p:spPr>
            <a:xfrm>
              <a:off x="4325313" y="3675614"/>
              <a:ext cx="18691" cy="113983"/>
            </a:xfrm>
            <a:custGeom>
              <a:avLst/>
              <a:gdLst/>
              <a:ahLst/>
              <a:cxnLst/>
              <a:rect l="0" t="0" r="0" b="0"/>
              <a:pathLst>
                <a:path w="18691" h="113983">
                  <a:moveTo>
                    <a:pt x="18691" y="1139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6" name="Candidate_receptor__3465">
              <a:extLst>
                <a:ext uri="{FF2B5EF4-FFF2-40B4-BE49-F238E27FC236}">
                  <a16:creationId xmlns:a16="http://schemas.microsoft.com/office/drawing/2014/main" id="{65FD2F07-01A1-F9D0-ECFD-38A1C44EFA04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791009"/>
              <a:ext cx="50501" cy="32758"/>
            </a:xfrm>
            <a:custGeom>
              <a:avLst/>
              <a:gdLst/>
              <a:ahLst/>
              <a:cxnLst/>
              <a:rect l="0" t="0" r="0" b="0"/>
              <a:pathLst>
                <a:path w="50501" h="32758">
                  <a:moveTo>
                    <a:pt x="0" y="32758"/>
                  </a:moveTo>
                  <a:lnTo>
                    <a:pt x="50501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7" name="Candidate_receptor__3466">
              <a:extLst>
                <a:ext uri="{FF2B5EF4-FFF2-40B4-BE49-F238E27FC236}">
                  <a16:creationId xmlns:a16="http://schemas.microsoft.com/office/drawing/2014/main" id="{01EE4C64-F88A-8194-7CF8-E67B4EB29E40}"/>
                </a:ext>
              </a:extLst>
            </p:cNvPr>
            <p:cNvSpPr>
              <a:spLocks noGrp="1"/>
            </p:cNvSpPr>
            <p:nvPr/>
          </p:nvSpPr>
          <p:spPr>
            <a:xfrm>
              <a:off x="4801707" y="2606994"/>
              <a:ext cx="19437" cy="49831"/>
            </a:xfrm>
            <a:custGeom>
              <a:avLst/>
              <a:gdLst/>
              <a:ahLst/>
              <a:cxnLst/>
              <a:rect l="0" t="0" r="0" b="0"/>
              <a:pathLst>
                <a:path w="19437" h="49831">
                  <a:moveTo>
                    <a:pt x="19437" y="49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8" name="Candidate_receptor__3467">
              <a:extLst>
                <a:ext uri="{FF2B5EF4-FFF2-40B4-BE49-F238E27FC236}">
                  <a16:creationId xmlns:a16="http://schemas.microsoft.com/office/drawing/2014/main" id="{727E5C3F-91DD-2205-6DCA-98807EF85428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09100"/>
              <a:ext cx="91725" cy="62487"/>
            </a:xfrm>
            <a:custGeom>
              <a:avLst/>
              <a:gdLst/>
              <a:ahLst/>
              <a:cxnLst/>
              <a:rect l="0" t="0" r="0" b="0"/>
              <a:pathLst>
                <a:path w="91725" h="62487">
                  <a:moveTo>
                    <a:pt x="0" y="62487"/>
                  </a:moveTo>
                  <a:lnTo>
                    <a:pt x="91725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9" name="Candidate_receptor__3468">
              <a:extLst>
                <a:ext uri="{FF2B5EF4-FFF2-40B4-BE49-F238E27FC236}">
                  <a16:creationId xmlns:a16="http://schemas.microsoft.com/office/drawing/2014/main" id="{D7B1A63F-FC64-DC4B-0D00-73D2DA95CBD5}"/>
                </a:ext>
              </a:extLst>
            </p:cNvPr>
            <p:cNvSpPr>
              <a:spLocks noGrp="1"/>
            </p:cNvSpPr>
            <p:nvPr/>
          </p:nvSpPr>
          <p:spPr>
            <a:xfrm>
              <a:off x="4456409" y="3170705"/>
              <a:ext cx="88740" cy="58802"/>
            </a:xfrm>
            <a:custGeom>
              <a:avLst/>
              <a:gdLst/>
              <a:ahLst/>
              <a:cxnLst/>
              <a:rect l="0" t="0" r="0" b="0"/>
              <a:pathLst>
                <a:path w="88740" h="58802">
                  <a:moveTo>
                    <a:pt x="88740" y="0"/>
                  </a:moveTo>
                  <a:lnTo>
                    <a:pt x="0" y="5880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0" name="Candidate_receptor__3469">
              <a:extLst>
                <a:ext uri="{FF2B5EF4-FFF2-40B4-BE49-F238E27FC236}">
                  <a16:creationId xmlns:a16="http://schemas.microsoft.com/office/drawing/2014/main" id="{09D7E641-9BDC-B62A-8B45-480F7D86EBD5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2975834"/>
              <a:ext cx="40140" cy="27508"/>
            </a:xfrm>
            <a:custGeom>
              <a:avLst/>
              <a:gdLst/>
              <a:ahLst/>
              <a:cxnLst/>
              <a:rect l="0" t="0" r="0" b="0"/>
              <a:pathLst>
                <a:path w="40140" h="27508">
                  <a:moveTo>
                    <a:pt x="40140" y="0"/>
                  </a:moveTo>
                  <a:lnTo>
                    <a:pt x="0" y="2750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1" name="Candidate_receptor__3470">
              <a:extLst>
                <a:ext uri="{FF2B5EF4-FFF2-40B4-BE49-F238E27FC236}">
                  <a16:creationId xmlns:a16="http://schemas.microsoft.com/office/drawing/2014/main" id="{87A9348C-F43A-2B6C-340C-04B64292F17F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3372194"/>
              <a:ext cx="93930" cy="52805"/>
            </a:xfrm>
            <a:custGeom>
              <a:avLst/>
              <a:gdLst/>
              <a:ahLst/>
              <a:cxnLst/>
              <a:rect l="0" t="0" r="0" b="0"/>
              <a:pathLst>
                <a:path w="93930" h="52805">
                  <a:moveTo>
                    <a:pt x="0" y="0"/>
                  </a:moveTo>
                  <a:lnTo>
                    <a:pt x="93930" y="528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2" name="Candidate_receptor__3471">
              <a:extLst>
                <a:ext uri="{FF2B5EF4-FFF2-40B4-BE49-F238E27FC236}">
                  <a16:creationId xmlns:a16="http://schemas.microsoft.com/office/drawing/2014/main" id="{74D9A207-2310-4CE6-A4E5-807D3EC3C0D4}"/>
                </a:ext>
              </a:extLst>
            </p:cNvPr>
            <p:cNvSpPr>
              <a:spLocks noGrp="1"/>
            </p:cNvSpPr>
            <p:nvPr/>
          </p:nvSpPr>
          <p:spPr>
            <a:xfrm>
              <a:off x="4566833" y="3662712"/>
              <a:ext cx="95458" cy="47669"/>
            </a:xfrm>
            <a:custGeom>
              <a:avLst/>
              <a:gdLst/>
              <a:ahLst/>
              <a:cxnLst/>
              <a:rect l="0" t="0" r="0" b="0"/>
              <a:pathLst>
                <a:path w="95458" h="47669">
                  <a:moveTo>
                    <a:pt x="95458" y="476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3" name="Candidate_receptor__3472">
              <a:extLst>
                <a:ext uri="{FF2B5EF4-FFF2-40B4-BE49-F238E27FC236}">
                  <a16:creationId xmlns:a16="http://schemas.microsoft.com/office/drawing/2014/main" id="{F2A2283E-695C-360D-C73A-329F715D64AE}"/>
                </a:ext>
              </a:extLst>
            </p:cNvPr>
            <p:cNvSpPr>
              <a:spLocks noGrp="1"/>
            </p:cNvSpPr>
            <p:nvPr/>
          </p:nvSpPr>
          <p:spPr>
            <a:xfrm>
              <a:off x="5702520" y="3344697"/>
              <a:ext cx="82576" cy="70723"/>
            </a:xfrm>
            <a:custGeom>
              <a:avLst/>
              <a:gdLst/>
              <a:ahLst/>
              <a:cxnLst/>
              <a:rect l="0" t="0" r="0" b="0"/>
              <a:pathLst>
                <a:path w="82576" h="70723">
                  <a:moveTo>
                    <a:pt x="82576" y="0"/>
                  </a:moveTo>
                  <a:lnTo>
                    <a:pt x="0" y="7072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4" name="Candidate_receptor__3473">
              <a:extLst>
                <a:ext uri="{FF2B5EF4-FFF2-40B4-BE49-F238E27FC236}">
                  <a16:creationId xmlns:a16="http://schemas.microsoft.com/office/drawing/2014/main" id="{70C277B1-F788-91F2-C949-993AA1C9DACC}"/>
                </a:ext>
              </a:extLst>
            </p:cNvPr>
            <p:cNvSpPr>
              <a:spLocks noGrp="1"/>
            </p:cNvSpPr>
            <p:nvPr/>
          </p:nvSpPr>
          <p:spPr>
            <a:xfrm>
              <a:off x="4812444" y="3518152"/>
              <a:ext cx="78285" cy="79510"/>
            </a:xfrm>
            <a:custGeom>
              <a:avLst/>
              <a:gdLst/>
              <a:ahLst/>
              <a:cxnLst/>
              <a:rect l="0" t="0" r="0" b="0"/>
              <a:pathLst>
                <a:path w="78285" h="79510">
                  <a:moveTo>
                    <a:pt x="0" y="0"/>
                  </a:moveTo>
                  <a:lnTo>
                    <a:pt x="78285" y="7951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5" name="Candidate_receptor__3474">
              <a:extLst>
                <a:ext uri="{FF2B5EF4-FFF2-40B4-BE49-F238E27FC236}">
                  <a16:creationId xmlns:a16="http://schemas.microsoft.com/office/drawing/2014/main" id="{1C574B90-4854-D4E2-4A82-D324A9B5A78D}"/>
                </a:ext>
              </a:extLst>
            </p:cNvPr>
            <p:cNvSpPr>
              <a:spLocks noGrp="1"/>
            </p:cNvSpPr>
            <p:nvPr/>
          </p:nvSpPr>
          <p:spPr>
            <a:xfrm>
              <a:off x="5435479" y="3079022"/>
              <a:ext cx="19162" cy="51878"/>
            </a:xfrm>
            <a:custGeom>
              <a:avLst/>
              <a:gdLst/>
              <a:ahLst/>
              <a:cxnLst/>
              <a:rect l="0" t="0" r="0" b="0"/>
              <a:pathLst>
                <a:path w="19162" h="51878">
                  <a:moveTo>
                    <a:pt x="19162" y="0"/>
                  </a:moveTo>
                  <a:lnTo>
                    <a:pt x="0" y="5187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6" name="Candidate_receptor__3475">
              <a:extLst>
                <a:ext uri="{FF2B5EF4-FFF2-40B4-BE49-F238E27FC236}">
                  <a16:creationId xmlns:a16="http://schemas.microsoft.com/office/drawing/2014/main" id="{73F3B2A4-CB63-B785-A867-269DB8434C50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326846"/>
              <a:ext cx="109739" cy="36753"/>
            </a:xfrm>
            <a:custGeom>
              <a:avLst/>
              <a:gdLst/>
              <a:ahLst/>
              <a:cxnLst/>
              <a:rect l="0" t="0" r="0" b="0"/>
              <a:pathLst>
                <a:path w="109739" h="36753">
                  <a:moveTo>
                    <a:pt x="0" y="0"/>
                  </a:moveTo>
                  <a:lnTo>
                    <a:pt x="109739" y="3675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7" name="Candidate_receptor__3476">
              <a:extLst>
                <a:ext uri="{FF2B5EF4-FFF2-40B4-BE49-F238E27FC236}">
                  <a16:creationId xmlns:a16="http://schemas.microsoft.com/office/drawing/2014/main" id="{7F022BCE-9CBA-BD74-776C-55A66F15999B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434978"/>
              <a:ext cx="13794" cy="52750"/>
            </a:xfrm>
            <a:custGeom>
              <a:avLst/>
              <a:gdLst/>
              <a:ahLst/>
              <a:cxnLst/>
              <a:rect l="0" t="0" r="0" b="0"/>
              <a:pathLst>
                <a:path w="13794" h="52750">
                  <a:moveTo>
                    <a:pt x="0" y="52750"/>
                  </a:moveTo>
                  <a:lnTo>
                    <a:pt x="13794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8" name="Candidate_receptor__3477">
              <a:extLst>
                <a:ext uri="{FF2B5EF4-FFF2-40B4-BE49-F238E27FC236}">
                  <a16:creationId xmlns:a16="http://schemas.microsoft.com/office/drawing/2014/main" id="{136D91FF-2FF9-5A9F-D371-24BC75D03393}"/>
                </a:ext>
              </a:extLst>
            </p:cNvPr>
            <p:cNvSpPr>
              <a:spLocks noGrp="1"/>
            </p:cNvSpPr>
            <p:nvPr/>
          </p:nvSpPr>
          <p:spPr>
            <a:xfrm>
              <a:off x="5063010" y="2174503"/>
              <a:ext cx="102610" cy="45450"/>
            </a:xfrm>
            <a:custGeom>
              <a:avLst/>
              <a:gdLst/>
              <a:ahLst/>
              <a:cxnLst/>
              <a:rect l="0" t="0" r="0" b="0"/>
              <a:pathLst>
                <a:path w="102610" h="45450">
                  <a:moveTo>
                    <a:pt x="0" y="0"/>
                  </a:moveTo>
                  <a:lnTo>
                    <a:pt x="102610" y="454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9" name="Candidate_receptor__3478">
              <a:extLst>
                <a:ext uri="{FF2B5EF4-FFF2-40B4-BE49-F238E27FC236}">
                  <a16:creationId xmlns:a16="http://schemas.microsoft.com/office/drawing/2014/main" id="{A7BA323E-4D11-1DCC-A2ED-A63D6C0774DF}"/>
                </a:ext>
              </a:extLst>
            </p:cNvPr>
            <p:cNvSpPr>
              <a:spLocks noGrp="1"/>
            </p:cNvSpPr>
            <p:nvPr/>
          </p:nvSpPr>
          <p:spPr>
            <a:xfrm>
              <a:off x="5783335" y="2906852"/>
              <a:ext cx="72112" cy="27133"/>
            </a:xfrm>
            <a:custGeom>
              <a:avLst/>
              <a:gdLst/>
              <a:ahLst/>
              <a:cxnLst/>
              <a:rect l="0" t="0" r="0" b="0"/>
              <a:pathLst>
                <a:path w="72112" h="27133">
                  <a:moveTo>
                    <a:pt x="72112" y="271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0" name="Candidate_receptor__3479">
              <a:extLst>
                <a:ext uri="{FF2B5EF4-FFF2-40B4-BE49-F238E27FC236}">
                  <a16:creationId xmlns:a16="http://schemas.microsoft.com/office/drawing/2014/main" id="{11E4759E-9B55-62C1-2974-72D39AAF7DF1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219954"/>
              <a:ext cx="32987" cy="106892"/>
            </a:xfrm>
            <a:custGeom>
              <a:avLst/>
              <a:gdLst/>
              <a:ahLst/>
              <a:cxnLst/>
              <a:rect l="0" t="0" r="0" b="0"/>
              <a:pathLst>
                <a:path w="32987" h="106892">
                  <a:moveTo>
                    <a:pt x="32987" y="0"/>
                  </a:moveTo>
                  <a:lnTo>
                    <a:pt x="0" y="1068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1" name="Candidate_receptor__3480">
              <a:extLst>
                <a:ext uri="{FF2B5EF4-FFF2-40B4-BE49-F238E27FC236}">
                  <a16:creationId xmlns:a16="http://schemas.microsoft.com/office/drawing/2014/main" id="{F193FD2C-5432-020B-AAD5-64E7821F5485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34579"/>
              <a:ext cx="64496" cy="94929"/>
            </a:xfrm>
            <a:custGeom>
              <a:avLst/>
              <a:gdLst/>
              <a:ahLst/>
              <a:cxnLst/>
              <a:rect l="0" t="0" r="0" b="0"/>
              <a:pathLst>
                <a:path w="64496" h="94929">
                  <a:moveTo>
                    <a:pt x="64496" y="949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82" name="Candidate_receptor__3481">
              <a:extLst>
                <a:ext uri="{FF2B5EF4-FFF2-40B4-BE49-F238E27FC236}">
                  <a16:creationId xmlns:a16="http://schemas.microsoft.com/office/drawing/2014/main" id="{458BDCDE-9498-995C-8AB6-2232AAF3BA8E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86859"/>
              <a:ext cx="43299" cy="86348"/>
            </a:xfrm>
            <a:custGeom>
              <a:avLst/>
              <a:gdLst/>
              <a:ahLst/>
              <a:cxnLst/>
              <a:rect l="0" t="0" r="0" b="0"/>
              <a:pathLst>
                <a:path w="43299" h="86348">
                  <a:moveTo>
                    <a:pt x="0" y="0"/>
                  </a:moveTo>
                  <a:lnTo>
                    <a:pt x="43299" y="8634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3" name="Candidate_receptor__3482">
              <a:extLst>
                <a:ext uri="{FF2B5EF4-FFF2-40B4-BE49-F238E27FC236}">
                  <a16:creationId xmlns:a16="http://schemas.microsoft.com/office/drawing/2014/main" id="{281308D8-3FE7-B31F-C873-7C0E9251C95E}"/>
                </a:ext>
              </a:extLst>
            </p:cNvPr>
            <p:cNvSpPr>
              <a:spLocks noGrp="1"/>
            </p:cNvSpPr>
            <p:nvPr/>
          </p:nvSpPr>
          <p:spPr>
            <a:xfrm>
              <a:off x="4205882" y="2474852"/>
              <a:ext cx="54807" cy="100820"/>
            </a:xfrm>
            <a:custGeom>
              <a:avLst/>
              <a:gdLst/>
              <a:ahLst/>
              <a:cxnLst/>
              <a:rect l="0" t="0" r="0" b="0"/>
              <a:pathLst>
                <a:path w="54807" h="100820">
                  <a:moveTo>
                    <a:pt x="0" y="100820"/>
                  </a:moveTo>
                  <a:lnTo>
                    <a:pt x="54807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4" name="Candidate_receptor__3483">
              <a:extLst>
                <a:ext uri="{FF2B5EF4-FFF2-40B4-BE49-F238E27FC236}">
                  <a16:creationId xmlns:a16="http://schemas.microsoft.com/office/drawing/2014/main" id="{16975FDA-B08C-FFC1-8D06-FC0CF1B6903C}"/>
                </a:ext>
              </a:extLst>
            </p:cNvPr>
            <p:cNvSpPr>
              <a:spLocks noGrp="1"/>
            </p:cNvSpPr>
            <p:nvPr/>
          </p:nvSpPr>
          <p:spPr>
            <a:xfrm>
              <a:off x="4926214" y="3846953"/>
              <a:ext cx="49636" cy="91191"/>
            </a:xfrm>
            <a:custGeom>
              <a:avLst/>
              <a:gdLst/>
              <a:ahLst/>
              <a:cxnLst/>
              <a:rect l="0" t="0" r="0" b="0"/>
              <a:pathLst>
                <a:path w="49636" h="91191">
                  <a:moveTo>
                    <a:pt x="49636" y="0"/>
                  </a:moveTo>
                  <a:lnTo>
                    <a:pt x="0" y="9119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85" name="Candidate_receptor__3484">
              <a:extLst>
                <a:ext uri="{FF2B5EF4-FFF2-40B4-BE49-F238E27FC236}">
                  <a16:creationId xmlns:a16="http://schemas.microsoft.com/office/drawing/2014/main" id="{54CBC2D7-6356-6A0E-8D19-6D1EBF645A9F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3002873"/>
              <a:ext cx="47344" cy="43475"/>
            </a:xfrm>
            <a:custGeom>
              <a:avLst/>
              <a:gdLst/>
              <a:ahLst/>
              <a:cxnLst/>
              <a:rect l="0" t="0" r="0" b="0"/>
              <a:pathLst>
                <a:path w="47344" h="43475">
                  <a:moveTo>
                    <a:pt x="47344" y="434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6" name="Candidate_receptor__3485">
              <a:extLst>
                <a:ext uri="{FF2B5EF4-FFF2-40B4-BE49-F238E27FC236}">
                  <a16:creationId xmlns:a16="http://schemas.microsoft.com/office/drawing/2014/main" id="{0230C017-4EE4-13DA-AE28-88EDF4CD58A3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82756" cy="30570"/>
            </a:xfrm>
            <a:custGeom>
              <a:avLst/>
              <a:gdLst/>
              <a:ahLst/>
              <a:cxnLst/>
              <a:rect l="0" t="0" r="0" b="0"/>
              <a:pathLst>
                <a:path w="82756" h="30570">
                  <a:moveTo>
                    <a:pt x="82756" y="305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7" name="Candidate_receptor__3486">
              <a:extLst>
                <a:ext uri="{FF2B5EF4-FFF2-40B4-BE49-F238E27FC236}">
                  <a16:creationId xmlns:a16="http://schemas.microsoft.com/office/drawing/2014/main" id="{32D9A10C-317C-14CA-BA25-69EEFE46F6A3}"/>
                </a:ext>
              </a:extLst>
            </p:cNvPr>
            <p:cNvSpPr>
              <a:spLocks noGrp="1"/>
            </p:cNvSpPr>
            <p:nvPr/>
          </p:nvSpPr>
          <p:spPr>
            <a:xfrm>
              <a:off x="5562698" y="3114082"/>
              <a:ext cx="34995" cy="95"/>
            </a:xfrm>
            <a:custGeom>
              <a:avLst/>
              <a:gdLst/>
              <a:ahLst/>
              <a:cxnLst/>
              <a:rect l="0" t="0" r="0" b="0"/>
              <a:pathLst>
                <a:path w="34995" h="95">
                  <a:moveTo>
                    <a:pt x="34995" y="0"/>
                  </a:moveTo>
                  <a:lnTo>
                    <a:pt x="0" y="9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8" name="Candidate_receptor__3487">
              <a:extLst>
                <a:ext uri="{FF2B5EF4-FFF2-40B4-BE49-F238E27FC236}">
                  <a16:creationId xmlns:a16="http://schemas.microsoft.com/office/drawing/2014/main" id="{F45525B3-70F8-7E97-E206-47F4C4DF0E5D}"/>
                </a:ext>
              </a:extLst>
            </p:cNvPr>
            <p:cNvSpPr>
              <a:spLocks noGrp="1"/>
            </p:cNvSpPr>
            <p:nvPr/>
          </p:nvSpPr>
          <p:spPr>
            <a:xfrm>
              <a:off x="5637743" y="2416667"/>
              <a:ext cx="39156" cy="81072"/>
            </a:xfrm>
            <a:custGeom>
              <a:avLst/>
              <a:gdLst/>
              <a:ahLst/>
              <a:cxnLst/>
              <a:rect l="0" t="0" r="0" b="0"/>
              <a:pathLst>
                <a:path w="39156" h="81072">
                  <a:moveTo>
                    <a:pt x="0" y="0"/>
                  </a:moveTo>
                  <a:lnTo>
                    <a:pt x="39156" y="8107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9" name="Candidate_receptor__3488">
              <a:extLst>
                <a:ext uri="{FF2B5EF4-FFF2-40B4-BE49-F238E27FC236}">
                  <a16:creationId xmlns:a16="http://schemas.microsoft.com/office/drawing/2014/main" id="{A1EDB044-2FE5-DF7D-BBA5-125E190C0914}"/>
                </a:ext>
              </a:extLst>
            </p:cNvPr>
            <p:cNvSpPr>
              <a:spLocks noGrp="1"/>
            </p:cNvSpPr>
            <p:nvPr/>
          </p:nvSpPr>
          <p:spPr>
            <a:xfrm>
              <a:off x="5545044" y="2398420"/>
              <a:ext cx="92699" cy="18246"/>
            </a:xfrm>
            <a:custGeom>
              <a:avLst/>
              <a:gdLst/>
              <a:ahLst/>
              <a:cxnLst/>
              <a:rect l="0" t="0" r="0" b="0"/>
              <a:pathLst>
                <a:path w="92699" h="18246">
                  <a:moveTo>
                    <a:pt x="0" y="0"/>
                  </a:moveTo>
                  <a:lnTo>
                    <a:pt x="92699" y="1824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0" name="Candidate_receptor__3489">
              <a:extLst>
                <a:ext uri="{FF2B5EF4-FFF2-40B4-BE49-F238E27FC236}">
                  <a16:creationId xmlns:a16="http://schemas.microsoft.com/office/drawing/2014/main" id="{F2A666F2-56E3-FCE6-5196-A559B59326C1}"/>
                </a:ext>
              </a:extLst>
            </p:cNvPr>
            <p:cNvSpPr>
              <a:spLocks noGrp="1"/>
            </p:cNvSpPr>
            <p:nvPr/>
          </p:nvSpPr>
          <p:spPr>
            <a:xfrm>
              <a:off x="4650334" y="3417913"/>
              <a:ext cx="85118" cy="7086"/>
            </a:xfrm>
            <a:custGeom>
              <a:avLst/>
              <a:gdLst/>
              <a:ahLst/>
              <a:cxnLst/>
              <a:rect l="0" t="0" r="0" b="0"/>
              <a:pathLst>
                <a:path w="85118" h="7086">
                  <a:moveTo>
                    <a:pt x="0" y="7086"/>
                  </a:moveTo>
                  <a:lnTo>
                    <a:pt x="85118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91" name="Candidate_receptor__3490">
              <a:extLst>
                <a:ext uri="{FF2B5EF4-FFF2-40B4-BE49-F238E27FC236}">
                  <a16:creationId xmlns:a16="http://schemas.microsoft.com/office/drawing/2014/main" id="{3BF8E7A4-0709-BC35-BF7B-07C91291CD79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82597"/>
              <a:ext cx="57963" cy="15948"/>
            </a:xfrm>
            <a:custGeom>
              <a:avLst/>
              <a:gdLst/>
              <a:ahLst/>
              <a:cxnLst/>
              <a:rect l="0" t="0" r="0" b="0"/>
              <a:pathLst>
                <a:path w="57963" h="15948">
                  <a:moveTo>
                    <a:pt x="0" y="15948"/>
                  </a:moveTo>
                  <a:lnTo>
                    <a:pt x="5796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2" name="Candidate_receptor__3491">
              <a:extLst>
                <a:ext uri="{FF2B5EF4-FFF2-40B4-BE49-F238E27FC236}">
                  <a16:creationId xmlns:a16="http://schemas.microsoft.com/office/drawing/2014/main" id="{62CABCCC-11DA-7F7F-A391-5D5D2207C1AC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1963699"/>
              <a:ext cx="48686" cy="99512"/>
            </a:xfrm>
            <a:custGeom>
              <a:avLst/>
              <a:gdLst/>
              <a:ahLst/>
              <a:cxnLst/>
              <a:rect l="0" t="0" r="0" b="0"/>
              <a:pathLst>
                <a:path w="48686" h="99512">
                  <a:moveTo>
                    <a:pt x="0" y="99512"/>
                  </a:moveTo>
                  <a:lnTo>
                    <a:pt x="48686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93" name="Candidate_receptor__3492">
              <a:extLst>
                <a:ext uri="{FF2B5EF4-FFF2-40B4-BE49-F238E27FC236}">
                  <a16:creationId xmlns:a16="http://schemas.microsoft.com/office/drawing/2014/main" id="{A798EA05-3D21-0A44-FA54-572819D0B500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13124"/>
              <a:ext cx="3948" cy="73735"/>
            </a:xfrm>
            <a:custGeom>
              <a:avLst/>
              <a:gdLst/>
              <a:ahLst/>
              <a:cxnLst/>
              <a:rect l="0" t="0" r="0" b="0"/>
              <a:pathLst>
                <a:path w="3948" h="73735">
                  <a:moveTo>
                    <a:pt x="3948" y="0"/>
                  </a:moveTo>
                  <a:lnTo>
                    <a:pt x="0" y="7373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4" name="Candidate_receptor__3493">
              <a:extLst>
                <a:ext uri="{FF2B5EF4-FFF2-40B4-BE49-F238E27FC236}">
                  <a16:creationId xmlns:a16="http://schemas.microsoft.com/office/drawing/2014/main" id="{2166F303-AA94-0760-4FD1-5957E24E6AF1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686980"/>
              <a:ext cx="25897" cy="34965"/>
            </a:xfrm>
            <a:custGeom>
              <a:avLst/>
              <a:gdLst/>
              <a:ahLst/>
              <a:cxnLst/>
              <a:rect l="0" t="0" r="0" b="0"/>
              <a:pathLst>
                <a:path w="25897" h="34965">
                  <a:moveTo>
                    <a:pt x="25897" y="0"/>
                  </a:moveTo>
                  <a:lnTo>
                    <a:pt x="0" y="349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5" name="Candidate_receptor__3494">
              <a:extLst>
                <a:ext uri="{FF2B5EF4-FFF2-40B4-BE49-F238E27FC236}">
                  <a16:creationId xmlns:a16="http://schemas.microsoft.com/office/drawing/2014/main" id="{A58BAB41-AB57-F415-FC1B-296D6EE8D66A}"/>
                </a:ext>
              </a:extLst>
            </p:cNvPr>
            <p:cNvSpPr>
              <a:spLocks noGrp="1"/>
            </p:cNvSpPr>
            <p:nvPr/>
          </p:nvSpPr>
          <p:spPr>
            <a:xfrm>
              <a:off x="4994927" y="3515955"/>
              <a:ext cx="74403" cy="37880"/>
            </a:xfrm>
            <a:custGeom>
              <a:avLst/>
              <a:gdLst/>
              <a:ahLst/>
              <a:cxnLst/>
              <a:rect l="0" t="0" r="0" b="0"/>
              <a:pathLst>
                <a:path w="74403" h="37880">
                  <a:moveTo>
                    <a:pt x="0" y="0"/>
                  </a:moveTo>
                  <a:lnTo>
                    <a:pt x="74403" y="3788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6" name="Candidate_receptor__3495">
              <a:extLst>
                <a:ext uri="{FF2B5EF4-FFF2-40B4-BE49-F238E27FC236}">
                  <a16:creationId xmlns:a16="http://schemas.microsoft.com/office/drawing/2014/main" id="{A48F8706-D771-1C9E-5B30-0869EB6AB05B}"/>
                </a:ext>
              </a:extLst>
            </p:cNvPr>
            <p:cNvSpPr>
              <a:spLocks noGrp="1"/>
            </p:cNvSpPr>
            <p:nvPr/>
          </p:nvSpPr>
          <p:spPr>
            <a:xfrm>
              <a:off x="4730558" y="2525309"/>
              <a:ext cx="71149" cy="81685"/>
            </a:xfrm>
            <a:custGeom>
              <a:avLst/>
              <a:gdLst/>
              <a:ahLst/>
              <a:cxnLst/>
              <a:rect l="0" t="0" r="0" b="0"/>
              <a:pathLst>
                <a:path w="71149" h="81685">
                  <a:moveTo>
                    <a:pt x="71149" y="816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7" name="Candidate_receptor__3496">
              <a:extLst>
                <a:ext uri="{FF2B5EF4-FFF2-40B4-BE49-F238E27FC236}">
                  <a16:creationId xmlns:a16="http://schemas.microsoft.com/office/drawing/2014/main" id="{E26F2612-5E0F-2E70-CCAB-7C3E8DC35FC5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56825" cy="68786"/>
            </a:xfrm>
            <a:custGeom>
              <a:avLst/>
              <a:gdLst/>
              <a:ahLst/>
              <a:cxnLst/>
              <a:rect l="0" t="0" r="0" b="0"/>
              <a:pathLst>
                <a:path w="56825" h="68786">
                  <a:moveTo>
                    <a:pt x="0" y="0"/>
                  </a:moveTo>
                  <a:lnTo>
                    <a:pt x="56825" y="6878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498" name="Candidate_receptor__3497">
              <a:extLst>
                <a:ext uri="{FF2B5EF4-FFF2-40B4-BE49-F238E27FC236}">
                  <a16:creationId xmlns:a16="http://schemas.microsoft.com/office/drawing/2014/main" id="{72793F8B-9899-3B10-1694-A142A6B414D0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505489"/>
              <a:ext cx="54021" cy="44730"/>
            </a:xfrm>
            <a:custGeom>
              <a:avLst/>
              <a:gdLst/>
              <a:ahLst/>
              <a:cxnLst/>
              <a:rect l="0" t="0" r="0" b="0"/>
              <a:pathLst>
                <a:path w="54021" h="44730">
                  <a:moveTo>
                    <a:pt x="54021" y="44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499" name="Candidate_receptor__3498">
              <a:extLst>
                <a:ext uri="{FF2B5EF4-FFF2-40B4-BE49-F238E27FC236}">
                  <a16:creationId xmlns:a16="http://schemas.microsoft.com/office/drawing/2014/main" id="{A3327575-8B02-C855-F6F2-2BDB1C80836B}"/>
                </a:ext>
              </a:extLst>
            </p:cNvPr>
            <p:cNvSpPr>
              <a:spLocks noGrp="1"/>
            </p:cNvSpPr>
            <p:nvPr/>
          </p:nvSpPr>
          <p:spPr>
            <a:xfrm>
              <a:off x="4733681" y="2166848"/>
              <a:ext cx="78924" cy="74332"/>
            </a:xfrm>
            <a:custGeom>
              <a:avLst/>
              <a:gdLst/>
              <a:ahLst/>
              <a:cxnLst/>
              <a:rect l="0" t="0" r="0" b="0"/>
              <a:pathLst>
                <a:path w="78924" h="74332">
                  <a:moveTo>
                    <a:pt x="78924" y="0"/>
                  </a:moveTo>
                  <a:lnTo>
                    <a:pt x="0" y="74332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0" name="Candidate_receptor__3499">
              <a:extLst>
                <a:ext uri="{FF2B5EF4-FFF2-40B4-BE49-F238E27FC236}">
                  <a16:creationId xmlns:a16="http://schemas.microsoft.com/office/drawing/2014/main" id="{8B11FAA4-892F-4255-AA62-2A0D6C991D41}"/>
                </a:ext>
              </a:extLst>
            </p:cNvPr>
            <p:cNvSpPr>
              <a:spLocks noGrp="1"/>
            </p:cNvSpPr>
            <p:nvPr/>
          </p:nvSpPr>
          <p:spPr>
            <a:xfrm>
              <a:off x="4455339" y="2828139"/>
              <a:ext cx="18990" cy="11419"/>
            </a:xfrm>
            <a:custGeom>
              <a:avLst/>
              <a:gdLst/>
              <a:ahLst/>
              <a:cxnLst/>
              <a:rect l="0" t="0" r="0" b="0"/>
              <a:pathLst>
                <a:path w="18990" h="11419">
                  <a:moveTo>
                    <a:pt x="18990" y="0"/>
                  </a:moveTo>
                  <a:lnTo>
                    <a:pt x="0" y="1141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1" name="Candidate_receptor__3500">
              <a:extLst>
                <a:ext uri="{FF2B5EF4-FFF2-40B4-BE49-F238E27FC236}">
                  <a16:creationId xmlns:a16="http://schemas.microsoft.com/office/drawing/2014/main" id="{694A7103-12E3-3267-672F-5285DAEFA781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806665"/>
              <a:ext cx="48352" cy="49980"/>
            </a:xfrm>
            <a:custGeom>
              <a:avLst/>
              <a:gdLst/>
              <a:ahLst/>
              <a:cxnLst/>
              <a:rect l="0" t="0" r="0" b="0"/>
              <a:pathLst>
                <a:path w="48352" h="49980">
                  <a:moveTo>
                    <a:pt x="0" y="0"/>
                  </a:moveTo>
                  <a:lnTo>
                    <a:pt x="48352" y="4998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2" name="Candidate_receptor__3501">
              <a:extLst>
                <a:ext uri="{FF2B5EF4-FFF2-40B4-BE49-F238E27FC236}">
                  <a16:creationId xmlns:a16="http://schemas.microsoft.com/office/drawing/2014/main" id="{607CE391-F50F-2A5B-087F-74A48C7FEB21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311961"/>
              <a:ext cx="43488" cy="79737"/>
            </a:xfrm>
            <a:custGeom>
              <a:avLst/>
              <a:gdLst/>
              <a:ahLst/>
              <a:cxnLst/>
              <a:rect l="0" t="0" r="0" b="0"/>
              <a:pathLst>
                <a:path w="43488" h="79737">
                  <a:moveTo>
                    <a:pt x="43488" y="79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3" name="Candidate_receptor__3502">
              <a:extLst>
                <a:ext uri="{FF2B5EF4-FFF2-40B4-BE49-F238E27FC236}">
                  <a16:creationId xmlns:a16="http://schemas.microsoft.com/office/drawing/2014/main" id="{8E1CC814-6A3C-AE1B-E910-C6F831C9077A}"/>
                </a:ext>
              </a:extLst>
            </p:cNvPr>
            <p:cNvSpPr>
              <a:spLocks noGrp="1"/>
            </p:cNvSpPr>
            <p:nvPr/>
          </p:nvSpPr>
          <p:spPr>
            <a:xfrm>
              <a:off x="5701875" y="3415421"/>
              <a:ext cx="646" cy="51183"/>
            </a:xfrm>
            <a:custGeom>
              <a:avLst/>
              <a:gdLst/>
              <a:ahLst/>
              <a:cxnLst/>
              <a:rect l="0" t="0" r="0" b="0"/>
              <a:pathLst>
                <a:path w="646" h="51183">
                  <a:moveTo>
                    <a:pt x="646" y="0"/>
                  </a:moveTo>
                  <a:lnTo>
                    <a:pt x="0" y="5118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4" name="Candidate_receptor__3503">
              <a:extLst>
                <a:ext uri="{FF2B5EF4-FFF2-40B4-BE49-F238E27FC236}">
                  <a16:creationId xmlns:a16="http://schemas.microsoft.com/office/drawing/2014/main" id="{C3A18E88-BE7C-AAE7-6BF7-2CB0645B26BF}"/>
                </a:ext>
              </a:extLst>
            </p:cNvPr>
            <p:cNvSpPr>
              <a:spLocks noGrp="1"/>
            </p:cNvSpPr>
            <p:nvPr/>
          </p:nvSpPr>
          <p:spPr>
            <a:xfrm>
              <a:off x="4343808" y="2518307"/>
              <a:ext cx="1370" cy="91589"/>
            </a:xfrm>
            <a:custGeom>
              <a:avLst/>
              <a:gdLst/>
              <a:ahLst/>
              <a:cxnLst/>
              <a:rect l="0" t="0" r="0" b="0"/>
              <a:pathLst>
                <a:path w="1370" h="91589">
                  <a:moveTo>
                    <a:pt x="1370" y="0"/>
                  </a:moveTo>
                  <a:lnTo>
                    <a:pt x="0" y="9158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5" name="Candidate_receptor__3504">
              <a:extLst>
                <a:ext uri="{FF2B5EF4-FFF2-40B4-BE49-F238E27FC236}">
                  <a16:creationId xmlns:a16="http://schemas.microsoft.com/office/drawing/2014/main" id="{CAD8F16B-CC31-113A-226D-6FB88BEA6471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16210"/>
              <a:ext cx="57034" cy="42703"/>
            </a:xfrm>
            <a:custGeom>
              <a:avLst/>
              <a:gdLst/>
              <a:ahLst/>
              <a:cxnLst/>
              <a:rect l="0" t="0" r="0" b="0"/>
              <a:pathLst>
                <a:path w="57034" h="42703">
                  <a:moveTo>
                    <a:pt x="57034" y="0"/>
                  </a:moveTo>
                  <a:lnTo>
                    <a:pt x="0" y="42703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6" name="Candidate_receptor__3505">
              <a:extLst>
                <a:ext uri="{FF2B5EF4-FFF2-40B4-BE49-F238E27FC236}">
                  <a16:creationId xmlns:a16="http://schemas.microsoft.com/office/drawing/2014/main" id="{E8E2F486-C6DD-3766-9F6C-C79391E6D46E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091926"/>
              <a:ext cx="111532" cy="20854"/>
            </a:xfrm>
            <a:custGeom>
              <a:avLst/>
              <a:gdLst/>
              <a:ahLst/>
              <a:cxnLst/>
              <a:rect l="0" t="0" r="0" b="0"/>
              <a:pathLst>
                <a:path w="111532" h="20854">
                  <a:moveTo>
                    <a:pt x="111532" y="0"/>
                  </a:moveTo>
                  <a:lnTo>
                    <a:pt x="0" y="2085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7" name="Candidate_receptor__3506">
              <a:extLst>
                <a:ext uri="{FF2B5EF4-FFF2-40B4-BE49-F238E27FC236}">
                  <a16:creationId xmlns:a16="http://schemas.microsoft.com/office/drawing/2014/main" id="{6EE1BC00-5215-A2F8-CA29-7212452E27D7}"/>
                </a:ext>
              </a:extLst>
            </p:cNvPr>
            <p:cNvSpPr>
              <a:spLocks noGrp="1"/>
            </p:cNvSpPr>
            <p:nvPr/>
          </p:nvSpPr>
          <p:spPr>
            <a:xfrm>
              <a:off x="5609615" y="2975834"/>
              <a:ext cx="100711" cy="52414"/>
            </a:xfrm>
            <a:custGeom>
              <a:avLst/>
              <a:gdLst/>
              <a:ahLst/>
              <a:cxnLst/>
              <a:rect l="0" t="0" r="0" b="0"/>
              <a:pathLst>
                <a:path w="100711" h="52414">
                  <a:moveTo>
                    <a:pt x="100711" y="52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8" name="Candidate_receptor__3507">
              <a:extLst>
                <a:ext uri="{FF2B5EF4-FFF2-40B4-BE49-F238E27FC236}">
                  <a16:creationId xmlns:a16="http://schemas.microsoft.com/office/drawing/2014/main" id="{94FEB7D8-D0AA-7D1A-D886-0F0E846DB6C8}"/>
                </a:ext>
              </a:extLst>
            </p:cNvPr>
            <p:cNvSpPr>
              <a:spLocks noGrp="1"/>
            </p:cNvSpPr>
            <p:nvPr/>
          </p:nvSpPr>
          <p:spPr>
            <a:xfrm>
              <a:off x="4812606" y="2133890"/>
              <a:ext cx="108130" cy="32958"/>
            </a:xfrm>
            <a:custGeom>
              <a:avLst/>
              <a:gdLst/>
              <a:ahLst/>
              <a:cxnLst/>
              <a:rect l="0" t="0" r="0" b="0"/>
              <a:pathLst>
                <a:path w="108130" h="32958">
                  <a:moveTo>
                    <a:pt x="108130" y="0"/>
                  </a:moveTo>
                  <a:lnTo>
                    <a:pt x="0" y="32958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9" name="Candidate_receptor__3508">
              <a:extLst>
                <a:ext uri="{FF2B5EF4-FFF2-40B4-BE49-F238E27FC236}">
                  <a16:creationId xmlns:a16="http://schemas.microsoft.com/office/drawing/2014/main" id="{FF7A8D8F-458B-A14C-A73F-B528301AA45C}"/>
                </a:ext>
              </a:extLst>
            </p:cNvPr>
            <p:cNvSpPr>
              <a:spLocks noGrp="1"/>
            </p:cNvSpPr>
            <p:nvPr/>
          </p:nvSpPr>
          <p:spPr>
            <a:xfrm>
              <a:off x="5785096" y="3344697"/>
              <a:ext cx="61976" cy="90281"/>
            </a:xfrm>
            <a:custGeom>
              <a:avLst/>
              <a:gdLst/>
              <a:ahLst/>
              <a:cxnLst/>
              <a:rect l="0" t="0" r="0" b="0"/>
              <a:pathLst>
                <a:path w="61976" h="90281">
                  <a:moveTo>
                    <a:pt x="61976" y="902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0" name="Candidate_receptor__3509">
              <a:extLst>
                <a:ext uri="{FF2B5EF4-FFF2-40B4-BE49-F238E27FC236}">
                  <a16:creationId xmlns:a16="http://schemas.microsoft.com/office/drawing/2014/main" id="{067D42A0-3002-55EB-9CFE-9B446E93DF32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2063211"/>
              <a:ext cx="64951" cy="94143"/>
            </a:xfrm>
            <a:custGeom>
              <a:avLst/>
              <a:gdLst/>
              <a:ahLst/>
              <a:cxnLst/>
              <a:rect l="0" t="0" r="0" b="0"/>
              <a:pathLst>
                <a:path w="64951" h="94143">
                  <a:moveTo>
                    <a:pt x="64951" y="941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1" name="Candidate_receptor__3510">
              <a:extLst>
                <a:ext uri="{FF2B5EF4-FFF2-40B4-BE49-F238E27FC236}">
                  <a16:creationId xmlns:a16="http://schemas.microsoft.com/office/drawing/2014/main" id="{8EB8AA5E-7326-D4FC-A25B-001B0E014E78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709433"/>
              <a:ext cx="12269" cy="99667"/>
            </a:xfrm>
            <a:custGeom>
              <a:avLst/>
              <a:gdLst/>
              <a:ahLst/>
              <a:cxnLst/>
              <a:rect l="0" t="0" r="0" b="0"/>
              <a:pathLst>
                <a:path w="12269" h="99667">
                  <a:moveTo>
                    <a:pt x="12269" y="99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2" name="Candidate_receptor__3511">
              <a:extLst>
                <a:ext uri="{FF2B5EF4-FFF2-40B4-BE49-F238E27FC236}">
                  <a16:creationId xmlns:a16="http://schemas.microsoft.com/office/drawing/2014/main" id="{31712737-BCDF-FCD4-24D1-1250139DAA26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24317" cy="103223"/>
            </a:xfrm>
            <a:custGeom>
              <a:avLst/>
              <a:gdLst/>
              <a:ahLst/>
              <a:cxnLst/>
              <a:rect l="0" t="0" r="0" b="0"/>
              <a:pathLst>
                <a:path w="24317" h="103223">
                  <a:moveTo>
                    <a:pt x="0" y="0"/>
                  </a:moveTo>
                  <a:lnTo>
                    <a:pt x="24317" y="10322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3" name="Candidate_receptor__3512">
              <a:extLst>
                <a:ext uri="{FF2B5EF4-FFF2-40B4-BE49-F238E27FC236}">
                  <a16:creationId xmlns:a16="http://schemas.microsoft.com/office/drawing/2014/main" id="{2CF7D72A-4B2F-729C-1ABB-1D1EA86D34F8}"/>
                </a:ext>
              </a:extLst>
            </p:cNvPr>
            <p:cNvSpPr>
              <a:spLocks noGrp="1"/>
            </p:cNvSpPr>
            <p:nvPr/>
          </p:nvSpPr>
          <p:spPr>
            <a:xfrm>
              <a:off x="4260689" y="2474852"/>
              <a:ext cx="84489" cy="43455"/>
            </a:xfrm>
            <a:custGeom>
              <a:avLst/>
              <a:gdLst/>
              <a:ahLst/>
              <a:cxnLst/>
              <a:rect l="0" t="0" r="0" b="0"/>
              <a:pathLst>
                <a:path w="84489" h="43455">
                  <a:moveTo>
                    <a:pt x="0" y="0"/>
                  </a:moveTo>
                  <a:lnTo>
                    <a:pt x="84489" y="4345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4" name="Candidate_receptor__3513">
              <a:extLst>
                <a:ext uri="{FF2B5EF4-FFF2-40B4-BE49-F238E27FC236}">
                  <a16:creationId xmlns:a16="http://schemas.microsoft.com/office/drawing/2014/main" id="{3F32466E-54B5-DD8A-7F18-2BFEC506CF0A}"/>
                </a:ext>
              </a:extLst>
            </p:cNvPr>
            <p:cNvSpPr>
              <a:spLocks noGrp="1"/>
            </p:cNvSpPr>
            <p:nvPr/>
          </p:nvSpPr>
          <p:spPr>
            <a:xfrm>
              <a:off x="5981043" y="3091926"/>
              <a:ext cx="16743" cy="113918"/>
            </a:xfrm>
            <a:custGeom>
              <a:avLst/>
              <a:gdLst/>
              <a:ahLst/>
              <a:cxnLst/>
              <a:rect l="0" t="0" r="0" b="0"/>
              <a:pathLst>
                <a:path w="16743" h="113918">
                  <a:moveTo>
                    <a:pt x="16743" y="1139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5" name="Candidate_receptor__3514">
              <a:extLst>
                <a:ext uri="{FF2B5EF4-FFF2-40B4-BE49-F238E27FC236}">
                  <a16:creationId xmlns:a16="http://schemas.microsoft.com/office/drawing/2014/main" id="{2B609862-262F-56F7-0F22-D5896FFE2252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217446"/>
              <a:ext cx="38927" cy="94515"/>
            </a:xfrm>
            <a:custGeom>
              <a:avLst/>
              <a:gdLst/>
              <a:ahLst/>
              <a:cxnLst/>
              <a:rect l="0" t="0" r="0" b="0"/>
              <a:pathLst>
                <a:path w="38927" h="94515">
                  <a:moveTo>
                    <a:pt x="0" y="94515"/>
                  </a:moveTo>
                  <a:lnTo>
                    <a:pt x="3892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6" name="Candidate_receptor__3515">
              <a:extLst>
                <a:ext uri="{FF2B5EF4-FFF2-40B4-BE49-F238E27FC236}">
                  <a16:creationId xmlns:a16="http://schemas.microsoft.com/office/drawing/2014/main" id="{0CAD2EEE-96DE-2B05-D33D-F66200019279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511376"/>
              <a:ext cx="13784" cy="4814"/>
            </a:xfrm>
            <a:custGeom>
              <a:avLst/>
              <a:gdLst/>
              <a:ahLst/>
              <a:cxnLst/>
              <a:rect l="0" t="0" r="0" b="0"/>
              <a:pathLst>
                <a:path w="13784" h="4814">
                  <a:moveTo>
                    <a:pt x="13784" y="48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7" name="Candidate_receptor__3516">
              <a:extLst>
                <a:ext uri="{FF2B5EF4-FFF2-40B4-BE49-F238E27FC236}">
                  <a16:creationId xmlns:a16="http://schemas.microsoft.com/office/drawing/2014/main" id="{5DF96809-A7CB-039D-3087-50FE56433B87}"/>
                </a:ext>
              </a:extLst>
            </p:cNvPr>
            <p:cNvSpPr>
              <a:spLocks noGrp="1"/>
            </p:cNvSpPr>
            <p:nvPr/>
          </p:nvSpPr>
          <p:spPr>
            <a:xfrm>
              <a:off x="4542445" y="3886140"/>
              <a:ext cx="7144" cy="44603"/>
            </a:xfrm>
            <a:custGeom>
              <a:avLst/>
              <a:gdLst/>
              <a:ahLst/>
              <a:cxnLst/>
              <a:rect l="0" t="0" r="0" b="0"/>
              <a:pathLst>
                <a:path w="7144" h="44603">
                  <a:moveTo>
                    <a:pt x="7144" y="446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8" name="Candidate_receptor__3517">
              <a:extLst>
                <a:ext uri="{FF2B5EF4-FFF2-40B4-BE49-F238E27FC236}">
                  <a16:creationId xmlns:a16="http://schemas.microsoft.com/office/drawing/2014/main" id="{F8ED5201-DB5F-322E-FB8A-060719A982FD}"/>
                </a:ext>
              </a:extLst>
            </p:cNvPr>
            <p:cNvSpPr>
              <a:spLocks noGrp="1"/>
            </p:cNvSpPr>
            <p:nvPr/>
          </p:nvSpPr>
          <p:spPr>
            <a:xfrm>
              <a:off x="5475012" y="1914883"/>
              <a:ext cx="49960" cy="48817"/>
            </a:xfrm>
            <a:custGeom>
              <a:avLst/>
              <a:gdLst/>
              <a:ahLst/>
              <a:cxnLst/>
              <a:rect l="0" t="0" r="0" b="0"/>
              <a:pathLst>
                <a:path w="49960" h="48817">
                  <a:moveTo>
                    <a:pt x="0" y="48817"/>
                  </a:moveTo>
                  <a:lnTo>
                    <a:pt x="4996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9" name="Candidate_receptor__3518">
              <a:extLst>
                <a:ext uri="{FF2B5EF4-FFF2-40B4-BE49-F238E27FC236}">
                  <a16:creationId xmlns:a16="http://schemas.microsoft.com/office/drawing/2014/main" id="{5338DB3A-2C19-5C73-0E8B-21005B34E528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493299"/>
              <a:ext cx="100473" cy="9630"/>
            </a:xfrm>
            <a:custGeom>
              <a:avLst/>
              <a:gdLst/>
              <a:ahLst/>
              <a:cxnLst/>
              <a:rect l="0" t="0" r="0" b="0"/>
              <a:pathLst>
                <a:path w="100473" h="9630">
                  <a:moveTo>
                    <a:pt x="0" y="9630"/>
                  </a:moveTo>
                  <a:lnTo>
                    <a:pt x="100473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0" name="Candidate_receptor__3519">
              <a:extLst>
                <a:ext uri="{FF2B5EF4-FFF2-40B4-BE49-F238E27FC236}">
                  <a16:creationId xmlns:a16="http://schemas.microsoft.com/office/drawing/2014/main" id="{A0E4AF49-E5ED-D68F-0ED7-948DE7B79B5D}"/>
                </a:ext>
              </a:extLst>
            </p:cNvPr>
            <p:cNvSpPr>
              <a:spLocks noGrp="1"/>
            </p:cNvSpPr>
            <p:nvPr/>
          </p:nvSpPr>
          <p:spPr>
            <a:xfrm>
              <a:off x="5447121" y="2776611"/>
              <a:ext cx="33624" cy="90324"/>
            </a:xfrm>
            <a:custGeom>
              <a:avLst/>
              <a:gdLst/>
              <a:ahLst/>
              <a:cxnLst/>
              <a:rect l="0" t="0" r="0" b="0"/>
              <a:pathLst>
                <a:path w="33624" h="90324">
                  <a:moveTo>
                    <a:pt x="33624" y="0"/>
                  </a:moveTo>
                  <a:lnTo>
                    <a:pt x="0" y="90324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1" name="Candidate_receptor__3520">
              <a:extLst>
                <a:ext uri="{FF2B5EF4-FFF2-40B4-BE49-F238E27FC236}">
                  <a16:creationId xmlns:a16="http://schemas.microsoft.com/office/drawing/2014/main" id="{E6EE7345-E1BE-E9A4-E02D-F91E94B3B964}"/>
                </a:ext>
              </a:extLst>
            </p:cNvPr>
            <p:cNvSpPr>
              <a:spLocks noGrp="1"/>
            </p:cNvSpPr>
            <p:nvPr/>
          </p:nvSpPr>
          <p:spPr>
            <a:xfrm>
              <a:off x="5178532" y="2955963"/>
              <a:ext cx="19890" cy="1414"/>
            </a:xfrm>
            <a:custGeom>
              <a:avLst/>
              <a:gdLst/>
              <a:ahLst/>
              <a:cxnLst/>
              <a:rect l="0" t="0" r="0" b="0"/>
              <a:pathLst>
                <a:path w="19890" h="1414">
                  <a:moveTo>
                    <a:pt x="0" y="1414"/>
                  </a:moveTo>
                  <a:lnTo>
                    <a:pt x="1989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2" name="Candidate_receptor__3521">
              <a:extLst>
                <a:ext uri="{FF2B5EF4-FFF2-40B4-BE49-F238E27FC236}">
                  <a16:creationId xmlns:a16="http://schemas.microsoft.com/office/drawing/2014/main" id="{1D21DAB5-9C96-3154-2D42-0548F595A9EF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59513" cy="52299"/>
            </a:xfrm>
            <a:custGeom>
              <a:avLst/>
              <a:gdLst/>
              <a:ahLst/>
              <a:cxnLst/>
              <a:rect l="0" t="0" r="0" b="0"/>
              <a:pathLst>
                <a:path w="59513" h="52299">
                  <a:moveTo>
                    <a:pt x="59513" y="522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3" name="Candidate_receptor__3522">
              <a:extLst>
                <a:ext uri="{FF2B5EF4-FFF2-40B4-BE49-F238E27FC236}">
                  <a16:creationId xmlns:a16="http://schemas.microsoft.com/office/drawing/2014/main" id="{82D1B38D-25A7-4B3B-D12B-72E17EFC3615}"/>
                </a:ext>
              </a:extLst>
            </p:cNvPr>
            <p:cNvSpPr>
              <a:spLocks noGrp="1"/>
            </p:cNvSpPr>
            <p:nvPr/>
          </p:nvSpPr>
          <p:spPr>
            <a:xfrm>
              <a:off x="5491278" y="2114297"/>
              <a:ext cx="101946" cy="43058"/>
            </a:xfrm>
            <a:custGeom>
              <a:avLst/>
              <a:gdLst/>
              <a:ahLst/>
              <a:cxnLst/>
              <a:rect l="0" t="0" r="0" b="0"/>
              <a:pathLst>
                <a:path w="101946" h="43058">
                  <a:moveTo>
                    <a:pt x="101946" y="0"/>
                  </a:moveTo>
                  <a:lnTo>
                    <a:pt x="0" y="43058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4" name="Candidate_receptor__3523">
              <a:extLst>
                <a:ext uri="{FF2B5EF4-FFF2-40B4-BE49-F238E27FC236}">
                  <a16:creationId xmlns:a16="http://schemas.microsoft.com/office/drawing/2014/main" id="{CE78814D-D8D1-B2F9-6E68-3A2CC731C165}"/>
                </a:ext>
              </a:extLst>
            </p:cNvPr>
            <p:cNvSpPr>
              <a:spLocks noGrp="1"/>
            </p:cNvSpPr>
            <p:nvPr/>
          </p:nvSpPr>
          <p:spPr>
            <a:xfrm>
              <a:off x="4137114" y="2549157"/>
              <a:ext cx="68768" cy="26515"/>
            </a:xfrm>
            <a:custGeom>
              <a:avLst/>
              <a:gdLst/>
              <a:ahLst/>
              <a:cxnLst/>
              <a:rect l="0" t="0" r="0" b="0"/>
              <a:pathLst>
                <a:path w="68768" h="26515">
                  <a:moveTo>
                    <a:pt x="0" y="0"/>
                  </a:moveTo>
                  <a:lnTo>
                    <a:pt x="68768" y="2651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5" name="Candidate_receptor__3524">
              <a:extLst>
                <a:ext uri="{FF2B5EF4-FFF2-40B4-BE49-F238E27FC236}">
                  <a16:creationId xmlns:a16="http://schemas.microsoft.com/office/drawing/2014/main" id="{2E2EFEA1-70F5-0A49-1CFB-F8E1948E4C2B}"/>
                </a:ext>
              </a:extLst>
            </p:cNvPr>
            <p:cNvSpPr>
              <a:spLocks noGrp="1"/>
            </p:cNvSpPr>
            <p:nvPr/>
          </p:nvSpPr>
          <p:spPr>
            <a:xfrm>
              <a:off x="5454641" y="3079022"/>
              <a:ext cx="108056" cy="35151"/>
            </a:xfrm>
            <a:custGeom>
              <a:avLst/>
              <a:gdLst/>
              <a:ahLst/>
              <a:cxnLst/>
              <a:rect l="0" t="0" r="0" b="0"/>
              <a:pathLst>
                <a:path w="108056" h="35151">
                  <a:moveTo>
                    <a:pt x="108056" y="351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6" name="Candidate_receptor__3525">
              <a:extLst>
                <a:ext uri="{FF2B5EF4-FFF2-40B4-BE49-F238E27FC236}">
                  <a16:creationId xmlns:a16="http://schemas.microsoft.com/office/drawing/2014/main" id="{2C3F77D4-4C48-9787-8BDA-A5C6F67B515C}"/>
                </a:ext>
              </a:extLst>
            </p:cNvPr>
            <p:cNvSpPr>
              <a:spLocks noGrp="1"/>
            </p:cNvSpPr>
            <p:nvPr/>
          </p:nvSpPr>
          <p:spPr>
            <a:xfrm>
              <a:off x="4829664" y="3938144"/>
              <a:ext cx="96550" cy="31439"/>
            </a:xfrm>
            <a:custGeom>
              <a:avLst/>
              <a:gdLst/>
              <a:ahLst/>
              <a:cxnLst/>
              <a:rect l="0" t="0" r="0" b="0"/>
              <a:pathLst>
                <a:path w="96550" h="31439">
                  <a:moveTo>
                    <a:pt x="96550" y="0"/>
                  </a:moveTo>
                  <a:lnTo>
                    <a:pt x="0" y="3143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7" name="Candidate_receptor__3526">
              <a:extLst>
                <a:ext uri="{FF2B5EF4-FFF2-40B4-BE49-F238E27FC236}">
                  <a16:creationId xmlns:a16="http://schemas.microsoft.com/office/drawing/2014/main" id="{7D862F46-40F8-23D4-B2F4-47F9D049DE70}"/>
                </a:ext>
              </a:extLst>
            </p:cNvPr>
            <p:cNvSpPr>
              <a:spLocks noGrp="1"/>
            </p:cNvSpPr>
            <p:nvPr/>
          </p:nvSpPr>
          <p:spPr>
            <a:xfrm>
              <a:off x="5237186" y="2321767"/>
              <a:ext cx="5186" cy="41831"/>
            </a:xfrm>
            <a:custGeom>
              <a:avLst/>
              <a:gdLst/>
              <a:ahLst/>
              <a:cxnLst/>
              <a:rect l="0" t="0" r="0" b="0"/>
              <a:pathLst>
                <a:path w="5186" h="41831">
                  <a:moveTo>
                    <a:pt x="5186" y="41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8" name="Candidate_receptor__3527">
              <a:extLst>
                <a:ext uri="{FF2B5EF4-FFF2-40B4-BE49-F238E27FC236}">
                  <a16:creationId xmlns:a16="http://schemas.microsoft.com/office/drawing/2014/main" id="{CDF41946-2576-B73E-2B4E-D947FB921078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90177"/>
              <a:ext cx="41332" cy="104372"/>
            </a:xfrm>
            <a:custGeom>
              <a:avLst/>
              <a:gdLst/>
              <a:ahLst/>
              <a:cxnLst/>
              <a:rect l="0" t="0" r="0" b="0"/>
              <a:pathLst>
                <a:path w="41332" h="104372">
                  <a:moveTo>
                    <a:pt x="0" y="0"/>
                  </a:moveTo>
                  <a:lnTo>
                    <a:pt x="41332" y="10437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9" name="Candidate_receptor__3528">
              <a:extLst>
                <a:ext uri="{FF2B5EF4-FFF2-40B4-BE49-F238E27FC236}">
                  <a16:creationId xmlns:a16="http://schemas.microsoft.com/office/drawing/2014/main" id="{3D45B7AC-B1BC-EAC1-B2B4-6FA1A439D868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112780"/>
              <a:ext cx="5238" cy="84363"/>
            </a:xfrm>
            <a:custGeom>
              <a:avLst/>
              <a:gdLst/>
              <a:ahLst/>
              <a:cxnLst/>
              <a:rect l="0" t="0" r="0" b="0"/>
              <a:pathLst>
                <a:path w="5238" h="84363">
                  <a:moveTo>
                    <a:pt x="0" y="0"/>
                  </a:moveTo>
                  <a:lnTo>
                    <a:pt x="5238" y="84363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0" name="Candidate_receptor__3529">
              <a:extLst>
                <a:ext uri="{FF2B5EF4-FFF2-40B4-BE49-F238E27FC236}">
                  <a16:creationId xmlns:a16="http://schemas.microsoft.com/office/drawing/2014/main" id="{7B4B6084-CCFC-04AC-7860-1B34B5B92A9A}"/>
                </a:ext>
              </a:extLst>
            </p:cNvPr>
            <p:cNvSpPr>
              <a:spLocks noGrp="1"/>
            </p:cNvSpPr>
            <p:nvPr/>
          </p:nvSpPr>
          <p:spPr>
            <a:xfrm>
              <a:off x="5593224" y="2114297"/>
              <a:ext cx="110499" cy="31312"/>
            </a:xfrm>
            <a:custGeom>
              <a:avLst/>
              <a:gdLst/>
              <a:ahLst/>
              <a:cxnLst/>
              <a:rect l="0" t="0" r="0" b="0"/>
              <a:pathLst>
                <a:path w="110499" h="31312">
                  <a:moveTo>
                    <a:pt x="110499" y="313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1" name="Candidate_receptor__3530">
              <a:extLst>
                <a:ext uri="{FF2B5EF4-FFF2-40B4-BE49-F238E27FC236}">
                  <a16:creationId xmlns:a16="http://schemas.microsoft.com/office/drawing/2014/main" id="{D4B5EDBF-00E2-81DC-7BB6-1D31B8193218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648130"/>
              <a:ext cx="97374" cy="61303"/>
            </a:xfrm>
            <a:custGeom>
              <a:avLst/>
              <a:gdLst/>
              <a:ahLst/>
              <a:cxnLst/>
              <a:rect l="0" t="0" r="0" b="0"/>
              <a:pathLst>
                <a:path w="97374" h="61303">
                  <a:moveTo>
                    <a:pt x="0" y="61303"/>
                  </a:moveTo>
                  <a:lnTo>
                    <a:pt x="97374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2" name="Candidate_receptor__3531">
              <a:extLst>
                <a:ext uri="{FF2B5EF4-FFF2-40B4-BE49-F238E27FC236}">
                  <a16:creationId xmlns:a16="http://schemas.microsoft.com/office/drawing/2014/main" id="{749E2FD4-AABF-D76C-7503-7F101DD9CC40}"/>
                </a:ext>
              </a:extLst>
            </p:cNvPr>
            <p:cNvSpPr>
              <a:spLocks noGrp="1"/>
            </p:cNvSpPr>
            <p:nvPr/>
          </p:nvSpPr>
          <p:spPr>
            <a:xfrm>
              <a:off x="4248156" y="3046362"/>
              <a:ext cx="12106" cy="39840"/>
            </a:xfrm>
            <a:custGeom>
              <a:avLst/>
              <a:gdLst/>
              <a:ahLst/>
              <a:cxnLst/>
              <a:rect l="0" t="0" r="0" b="0"/>
              <a:pathLst>
                <a:path w="12106" h="39840">
                  <a:moveTo>
                    <a:pt x="0" y="0"/>
                  </a:moveTo>
                  <a:lnTo>
                    <a:pt x="12106" y="3984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3" name="Candidate_receptor__3532">
              <a:extLst>
                <a:ext uri="{FF2B5EF4-FFF2-40B4-BE49-F238E27FC236}">
                  <a16:creationId xmlns:a16="http://schemas.microsoft.com/office/drawing/2014/main" id="{8870C3B3-C637-FA03-B54F-E147C16DF47F}"/>
                </a:ext>
              </a:extLst>
            </p:cNvPr>
            <p:cNvSpPr>
              <a:spLocks noGrp="1"/>
            </p:cNvSpPr>
            <p:nvPr/>
          </p:nvSpPr>
          <p:spPr>
            <a:xfrm>
              <a:off x="3999106" y="2444180"/>
              <a:ext cx="112878" cy="12532"/>
            </a:xfrm>
            <a:custGeom>
              <a:avLst/>
              <a:gdLst/>
              <a:ahLst/>
              <a:cxnLst/>
              <a:rect l="0" t="0" r="0" b="0"/>
              <a:pathLst>
                <a:path w="112878" h="12532">
                  <a:moveTo>
                    <a:pt x="0" y="12532"/>
                  </a:moveTo>
                  <a:lnTo>
                    <a:pt x="11287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4" name="Candidate_receptor__3533">
              <a:extLst>
                <a:ext uri="{FF2B5EF4-FFF2-40B4-BE49-F238E27FC236}">
                  <a16:creationId xmlns:a16="http://schemas.microsoft.com/office/drawing/2014/main" id="{7CCE4392-DE8D-2ABB-52CD-827C9DC94C7D}"/>
                </a:ext>
              </a:extLst>
            </p:cNvPr>
            <p:cNvSpPr>
              <a:spLocks noGrp="1"/>
            </p:cNvSpPr>
            <p:nvPr/>
          </p:nvSpPr>
          <p:spPr>
            <a:xfrm>
              <a:off x="5872966" y="2007964"/>
              <a:ext cx="93623" cy="60378"/>
            </a:xfrm>
            <a:custGeom>
              <a:avLst/>
              <a:gdLst/>
              <a:ahLst/>
              <a:cxnLst/>
              <a:rect l="0" t="0" r="0" b="0"/>
              <a:pathLst>
                <a:path w="93623" h="60378">
                  <a:moveTo>
                    <a:pt x="93623" y="0"/>
                  </a:moveTo>
                  <a:lnTo>
                    <a:pt x="0" y="6037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5" name="Candidate_receptor__3534">
              <a:extLst>
                <a:ext uri="{FF2B5EF4-FFF2-40B4-BE49-F238E27FC236}">
                  <a16:creationId xmlns:a16="http://schemas.microsoft.com/office/drawing/2014/main" id="{DCFACD5C-1A0A-5CC1-EE27-18C8A2084330}"/>
                </a:ext>
              </a:extLst>
            </p:cNvPr>
            <p:cNvSpPr>
              <a:spLocks noGrp="1"/>
            </p:cNvSpPr>
            <p:nvPr/>
          </p:nvSpPr>
          <p:spPr>
            <a:xfrm>
              <a:off x="5918916" y="1741222"/>
              <a:ext cx="46829" cy="49921"/>
            </a:xfrm>
            <a:custGeom>
              <a:avLst/>
              <a:gdLst/>
              <a:ahLst/>
              <a:cxnLst/>
              <a:rect l="0" t="0" r="0" b="0"/>
              <a:pathLst>
                <a:path w="46829" h="49921">
                  <a:moveTo>
                    <a:pt x="0" y="49921"/>
                  </a:moveTo>
                  <a:lnTo>
                    <a:pt x="46829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6" name="Candidate_receptor__3535">
              <a:extLst>
                <a:ext uri="{FF2B5EF4-FFF2-40B4-BE49-F238E27FC236}">
                  <a16:creationId xmlns:a16="http://schemas.microsoft.com/office/drawing/2014/main" id="{18A724AC-9FBE-73AF-E905-2C5E3E97427A}"/>
                </a:ext>
              </a:extLst>
            </p:cNvPr>
            <p:cNvSpPr>
              <a:spLocks noGrp="1"/>
            </p:cNvSpPr>
            <p:nvPr/>
          </p:nvSpPr>
          <p:spPr>
            <a:xfrm>
              <a:off x="5764656" y="2051600"/>
              <a:ext cx="108310" cy="16743"/>
            </a:xfrm>
            <a:custGeom>
              <a:avLst/>
              <a:gdLst/>
              <a:ahLst/>
              <a:cxnLst/>
              <a:rect l="0" t="0" r="0" b="0"/>
              <a:pathLst>
                <a:path w="108310" h="16743">
                  <a:moveTo>
                    <a:pt x="108310" y="16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7" name="Candidate_receptor__3536">
              <a:extLst>
                <a:ext uri="{FF2B5EF4-FFF2-40B4-BE49-F238E27FC236}">
                  <a16:creationId xmlns:a16="http://schemas.microsoft.com/office/drawing/2014/main" id="{9363B826-3F51-DC33-A692-CFA640A28BF9}"/>
                </a:ext>
              </a:extLst>
            </p:cNvPr>
            <p:cNvSpPr>
              <a:spLocks noGrp="1"/>
            </p:cNvSpPr>
            <p:nvPr/>
          </p:nvSpPr>
          <p:spPr>
            <a:xfrm>
              <a:off x="3601423" y="3000431"/>
              <a:ext cx="94175" cy="30108"/>
            </a:xfrm>
            <a:custGeom>
              <a:avLst/>
              <a:gdLst/>
              <a:ahLst/>
              <a:cxnLst/>
              <a:rect l="0" t="0" r="0" b="0"/>
              <a:pathLst>
                <a:path w="94175" h="30108">
                  <a:moveTo>
                    <a:pt x="0" y="30108"/>
                  </a:moveTo>
                  <a:lnTo>
                    <a:pt x="94175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8" name="Candidate_receptor__3537">
              <a:extLst>
                <a:ext uri="{FF2B5EF4-FFF2-40B4-BE49-F238E27FC236}">
                  <a16:creationId xmlns:a16="http://schemas.microsoft.com/office/drawing/2014/main" id="{9B71C4E4-A69C-8117-8A9F-E056221A2022}"/>
                </a:ext>
              </a:extLst>
            </p:cNvPr>
            <p:cNvSpPr>
              <a:spLocks noGrp="1"/>
            </p:cNvSpPr>
            <p:nvPr/>
          </p:nvSpPr>
          <p:spPr>
            <a:xfrm>
              <a:off x="3811163" y="3187696"/>
              <a:ext cx="32760" cy="70145"/>
            </a:xfrm>
            <a:custGeom>
              <a:avLst/>
              <a:gdLst/>
              <a:ahLst/>
              <a:cxnLst/>
              <a:rect l="0" t="0" r="0" b="0"/>
              <a:pathLst>
                <a:path w="32760" h="70145">
                  <a:moveTo>
                    <a:pt x="32760" y="0"/>
                  </a:moveTo>
                  <a:lnTo>
                    <a:pt x="0" y="7014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9" name="Candidate_receptor__3538">
              <a:extLst>
                <a:ext uri="{FF2B5EF4-FFF2-40B4-BE49-F238E27FC236}">
                  <a16:creationId xmlns:a16="http://schemas.microsoft.com/office/drawing/2014/main" id="{8ADDFE2D-9D65-3332-2F72-D5B3C82F7F56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708630"/>
              <a:ext cx="57728" cy="98035"/>
            </a:xfrm>
            <a:custGeom>
              <a:avLst/>
              <a:gdLst/>
              <a:ahLst/>
              <a:cxnLst/>
              <a:rect l="0" t="0" r="0" b="0"/>
              <a:pathLst>
                <a:path w="57728" h="98035">
                  <a:moveTo>
                    <a:pt x="57728" y="0"/>
                  </a:moveTo>
                  <a:lnTo>
                    <a:pt x="0" y="9803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40" name="Candidate_receptor__3539">
              <a:extLst>
                <a:ext uri="{FF2B5EF4-FFF2-40B4-BE49-F238E27FC236}">
                  <a16:creationId xmlns:a16="http://schemas.microsoft.com/office/drawing/2014/main" id="{C447CFD8-4745-2A2F-3BA8-C79424C16708}"/>
                </a:ext>
              </a:extLst>
            </p:cNvPr>
            <p:cNvSpPr>
              <a:spLocks noGrp="1"/>
            </p:cNvSpPr>
            <p:nvPr/>
          </p:nvSpPr>
          <p:spPr>
            <a:xfrm>
              <a:off x="4345107" y="2813124"/>
              <a:ext cx="110231" cy="26435"/>
            </a:xfrm>
            <a:custGeom>
              <a:avLst/>
              <a:gdLst/>
              <a:ahLst/>
              <a:cxnLst/>
              <a:rect l="0" t="0" r="0" b="0"/>
              <a:pathLst>
                <a:path w="110231" h="26435">
                  <a:moveTo>
                    <a:pt x="110231" y="264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1" name="Candidate_receptor__3540">
              <a:extLst>
                <a:ext uri="{FF2B5EF4-FFF2-40B4-BE49-F238E27FC236}">
                  <a16:creationId xmlns:a16="http://schemas.microsoft.com/office/drawing/2014/main" id="{C23DB422-5E9F-C2E3-7312-5345C36D3364}"/>
                </a:ext>
              </a:extLst>
            </p:cNvPr>
            <p:cNvSpPr>
              <a:spLocks noGrp="1"/>
            </p:cNvSpPr>
            <p:nvPr/>
          </p:nvSpPr>
          <p:spPr>
            <a:xfrm>
              <a:off x="4456780" y="2686980"/>
              <a:ext cx="112671" cy="19629"/>
            </a:xfrm>
            <a:custGeom>
              <a:avLst/>
              <a:gdLst/>
              <a:ahLst/>
              <a:cxnLst/>
              <a:rect l="0" t="0" r="0" b="0"/>
              <a:pathLst>
                <a:path w="112671" h="19629">
                  <a:moveTo>
                    <a:pt x="112671" y="19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2" name="Candidate_receptor__3541">
              <a:extLst>
                <a:ext uri="{FF2B5EF4-FFF2-40B4-BE49-F238E27FC236}">
                  <a16:creationId xmlns:a16="http://schemas.microsoft.com/office/drawing/2014/main" id="{8CFAA812-8B8D-99C6-FC3A-DE44799F3E39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328588"/>
              <a:ext cx="56680" cy="98814"/>
            </a:xfrm>
            <a:custGeom>
              <a:avLst/>
              <a:gdLst/>
              <a:ahLst/>
              <a:cxnLst/>
              <a:rect l="0" t="0" r="0" b="0"/>
              <a:pathLst>
                <a:path w="56680" h="98814">
                  <a:moveTo>
                    <a:pt x="56680" y="0"/>
                  </a:moveTo>
                  <a:lnTo>
                    <a:pt x="0" y="9881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3" name="Candidate_receptor__3542">
              <a:extLst>
                <a:ext uri="{FF2B5EF4-FFF2-40B4-BE49-F238E27FC236}">
                  <a16:creationId xmlns:a16="http://schemas.microsoft.com/office/drawing/2014/main" id="{E0F34505-1D90-4EBB-6786-088C006AEBFF}"/>
                </a:ext>
              </a:extLst>
            </p:cNvPr>
            <p:cNvSpPr>
              <a:spLocks noGrp="1"/>
            </p:cNvSpPr>
            <p:nvPr/>
          </p:nvSpPr>
          <p:spPr>
            <a:xfrm>
              <a:off x="5703723" y="2051600"/>
              <a:ext cx="60933" cy="94008"/>
            </a:xfrm>
            <a:custGeom>
              <a:avLst/>
              <a:gdLst/>
              <a:ahLst/>
              <a:cxnLst/>
              <a:rect l="0" t="0" r="0" b="0"/>
              <a:pathLst>
                <a:path w="60933" h="94008">
                  <a:moveTo>
                    <a:pt x="60933" y="0"/>
                  </a:moveTo>
                  <a:lnTo>
                    <a:pt x="0" y="9400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4" name="Candidate_receptor__3543">
              <a:extLst>
                <a:ext uri="{FF2B5EF4-FFF2-40B4-BE49-F238E27FC236}">
                  <a16:creationId xmlns:a16="http://schemas.microsoft.com/office/drawing/2014/main" id="{ABCF8A04-DB80-C32D-933D-0B03EFC935B1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67718"/>
              <a:ext cx="11665" cy="97202"/>
            </a:xfrm>
            <a:custGeom>
              <a:avLst/>
              <a:gdLst/>
              <a:ahLst/>
              <a:cxnLst/>
              <a:rect l="0" t="0" r="0" b="0"/>
              <a:pathLst>
                <a:path w="11665" h="97202">
                  <a:moveTo>
                    <a:pt x="11665" y="97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5" name="Candidate_receptor__3544">
              <a:extLst>
                <a:ext uri="{FF2B5EF4-FFF2-40B4-BE49-F238E27FC236}">
                  <a16:creationId xmlns:a16="http://schemas.microsoft.com/office/drawing/2014/main" id="{6C9AA489-F2E9-160E-FC49-BEAE27982411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78109"/>
              <a:ext cx="2046" cy="113118"/>
            </a:xfrm>
            <a:custGeom>
              <a:avLst/>
              <a:gdLst/>
              <a:ahLst/>
              <a:cxnLst/>
              <a:rect l="0" t="0" r="0" b="0"/>
              <a:pathLst>
                <a:path w="2046" h="113118">
                  <a:moveTo>
                    <a:pt x="2046" y="1131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6" name="Candidate_receptor__3545">
              <a:extLst>
                <a:ext uri="{FF2B5EF4-FFF2-40B4-BE49-F238E27FC236}">
                  <a16:creationId xmlns:a16="http://schemas.microsoft.com/office/drawing/2014/main" id="{00315F15-4C3F-BC02-5B94-305077335095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20854"/>
              <a:ext cx="27378" cy="20988"/>
            </a:xfrm>
            <a:custGeom>
              <a:avLst/>
              <a:gdLst/>
              <a:ahLst/>
              <a:cxnLst/>
              <a:rect l="0" t="0" r="0" b="0"/>
              <a:pathLst>
                <a:path w="27378" h="20988">
                  <a:moveTo>
                    <a:pt x="0" y="20988"/>
                  </a:moveTo>
                  <a:lnTo>
                    <a:pt x="27378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47" name="Candidate_receptor__3546">
              <a:extLst>
                <a:ext uri="{FF2B5EF4-FFF2-40B4-BE49-F238E27FC236}">
                  <a16:creationId xmlns:a16="http://schemas.microsoft.com/office/drawing/2014/main" id="{4E8317BA-C25D-BA5D-A34C-7894A0F63D7F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22704"/>
              <a:ext cx="82292" cy="45014"/>
            </a:xfrm>
            <a:custGeom>
              <a:avLst/>
              <a:gdLst/>
              <a:ahLst/>
              <a:cxnLst/>
              <a:rect l="0" t="0" r="0" b="0"/>
              <a:pathLst>
                <a:path w="82292" h="45014">
                  <a:moveTo>
                    <a:pt x="0" y="45014"/>
                  </a:moveTo>
                  <a:lnTo>
                    <a:pt x="82292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48" name="Candidate_receptor__3547">
              <a:extLst>
                <a:ext uri="{FF2B5EF4-FFF2-40B4-BE49-F238E27FC236}">
                  <a16:creationId xmlns:a16="http://schemas.microsoft.com/office/drawing/2014/main" id="{97D78CF3-2B07-A999-B328-95527E5DED92}"/>
                </a:ext>
              </a:extLst>
            </p:cNvPr>
            <p:cNvSpPr>
              <a:spLocks noGrp="1"/>
            </p:cNvSpPr>
            <p:nvPr/>
          </p:nvSpPr>
          <p:spPr>
            <a:xfrm>
              <a:off x="4111985" y="2444180"/>
              <a:ext cx="25129" cy="104977"/>
            </a:xfrm>
            <a:custGeom>
              <a:avLst/>
              <a:gdLst/>
              <a:ahLst/>
              <a:cxnLst/>
              <a:rect l="0" t="0" r="0" b="0"/>
              <a:pathLst>
                <a:path w="25129" h="104977">
                  <a:moveTo>
                    <a:pt x="0" y="0"/>
                  </a:moveTo>
                  <a:lnTo>
                    <a:pt x="25129" y="10497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49" name="Candidate_receptor__3548">
              <a:extLst>
                <a:ext uri="{FF2B5EF4-FFF2-40B4-BE49-F238E27FC236}">
                  <a16:creationId xmlns:a16="http://schemas.microsoft.com/office/drawing/2014/main" id="{C11446C7-E159-E88E-5D40-3418AD7523A8}"/>
                </a:ext>
              </a:extLst>
            </p:cNvPr>
            <p:cNvSpPr>
              <a:spLocks noGrp="1"/>
            </p:cNvSpPr>
            <p:nvPr/>
          </p:nvSpPr>
          <p:spPr>
            <a:xfrm>
              <a:off x="4315298" y="2948369"/>
              <a:ext cx="69160" cy="24838"/>
            </a:xfrm>
            <a:custGeom>
              <a:avLst/>
              <a:gdLst/>
              <a:ahLst/>
              <a:cxnLst/>
              <a:rect l="0" t="0" r="0" b="0"/>
              <a:pathLst>
                <a:path w="69160" h="24838">
                  <a:moveTo>
                    <a:pt x="69160" y="24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0" name="Candidate_receptor__3549">
              <a:extLst>
                <a:ext uri="{FF2B5EF4-FFF2-40B4-BE49-F238E27FC236}">
                  <a16:creationId xmlns:a16="http://schemas.microsoft.com/office/drawing/2014/main" id="{AE1406F6-23E5-4DB9-6FB8-EBC79BB1295B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502929"/>
              <a:ext cx="15165" cy="111786"/>
            </a:xfrm>
            <a:custGeom>
              <a:avLst/>
              <a:gdLst/>
              <a:ahLst/>
              <a:cxnLst/>
              <a:rect l="0" t="0" r="0" b="0"/>
              <a:pathLst>
                <a:path w="15165" h="111786">
                  <a:moveTo>
                    <a:pt x="15165" y="11178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1" name="Candidate_receptor__3550">
              <a:extLst>
                <a:ext uri="{FF2B5EF4-FFF2-40B4-BE49-F238E27FC236}">
                  <a16:creationId xmlns:a16="http://schemas.microsoft.com/office/drawing/2014/main" id="{F101666C-45B5-87ED-C66B-594EE0B5ACE5}"/>
                </a:ext>
              </a:extLst>
            </p:cNvPr>
            <p:cNvSpPr>
              <a:spLocks noGrp="1"/>
            </p:cNvSpPr>
            <p:nvPr/>
          </p:nvSpPr>
          <p:spPr>
            <a:xfrm>
              <a:off x="5032007" y="2958045"/>
              <a:ext cx="44101" cy="88304"/>
            </a:xfrm>
            <a:custGeom>
              <a:avLst/>
              <a:gdLst/>
              <a:ahLst/>
              <a:cxnLst/>
              <a:rect l="0" t="0" r="0" b="0"/>
              <a:pathLst>
                <a:path w="44101" h="88304">
                  <a:moveTo>
                    <a:pt x="0" y="0"/>
                  </a:moveTo>
                  <a:lnTo>
                    <a:pt x="44101" y="8830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2" name="Candidate_receptor__3551">
              <a:extLst>
                <a:ext uri="{FF2B5EF4-FFF2-40B4-BE49-F238E27FC236}">
                  <a16:creationId xmlns:a16="http://schemas.microsoft.com/office/drawing/2014/main" id="{BB66E85A-9330-A143-155C-E6195BDB4448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58045"/>
              <a:ext cx="101644" cy="20065"/>
            </a:xfrm>
            <a:custGeom>
              <a:avLst/>
              <a:gdLst/>
              <a:ahLst/>
              <a:cxnLst/>
              <a:rect l="0" t="0" r="0" b="0"/>
              <a:pathLst>
                <a:path w="101644" h="20065">
                  <a:moveTo>
                    <a:pt x="0" y="20065"/>
                  </a:moveTo>
                  <a:lnTo>
                    <a:pt x="10164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3" name="Candidate_receptor__3552">
              <a:extLst>
                <a:ext uri="{FF2B5EF4-FFF2-40B4-BE49-F238E27FC236}">
                  <a16:creationId xmlns:a16="http://schemas.microsoft.com/office/drawing/2014/main" id="{64E2A72A-13A2-5FE2-9B7A-910D0315D6A9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91458" cy="5229"/>
            </a:xfrm>
            <a:custGeom>
              <a:avLst/>
              <a:gdLst/>
              <a:ahLst/>
              <a:cxnLst/>
              <a:rect l="0" t="0" r="0" b="0"/>
              <a:pathLst>
                <a:path w="91458" h="5229">
                  <a:moveTo>
                    <a:pt x="91458" y="52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4" name="Candidate_receptor__3553">
              <a:extLst>
                <a:ext uri="{FF2B5EF4-FFF2-40B4-BE49-F238E27FC236}">
                  <a16:creationId xmlns:a16="http://schemas.microsoft.com/office/drawing/2014/main" id="{9C7DFA97-CD60-CBEB-538F-FDC6666C208B}"/>
                </a:ext>
              </a:extLst>
            </p:cNvPr>
            <p:cNvSpPr>
              <a:spLocks noGrp="1"/>
            </p:cNvSpPr>
            <p:nvPr/>
          </p:nvSpPr>
          <p:spPr>
            <a:xfrm>
              <a:off x="5335186" y="2866935"/>
              <a:ext cx="111935" cy="20497"/>
            </a:xfrm>
            <a:custGeom>
              <a:avLst/>
              <a:gdLst/>
              <a:ahLst/>
              <a:cxnLst/>
              <a:rect l="0" t="0" r="0" b="0"/>
              <a:pathLst>
                <a:path w="111935" h="20497">
                  <a:moveTo>
                    <a:pt x="111935" y="0"/>
                  </a:moveTo>
                  <a:lnTo>
                    <a:pt x="0" y="2049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5" name="Candidate_receptor__3554">
              <a:extLst>
                <a:ext uri="{FF2B5EF4-FFF2-40B4-BE49-F238E27FC236}">
                  <a16:creationId xmlns:a16="http://schemas.microsoft.com/office/drawing/2014/main" id="{F43C7393-D200-5906-88F8-BD04188FE787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809496"/>
              <a:ext cx="31615" cy="14271"/>
            </a:xfrm>
            <a:custGeom>
              <a:avLst/>
              <a:gdLst/>
              <a:ahLst/>
              <a:cxnLst/>
              <a:rect l="0" t="0" r="0" b="0"/>
              <a:pathLst>
                <a:path w="31615" h="14271">
                  <a:moveTo>
                    <a:pt x="31615" y="0"/>
                  </a:moveTo>
                  <a:lnTo>
                    <a:pt x="0" y="1427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6" name="Candidate_receptor__3555">
              <a:extLst>
                <a:ext uri="{FF2B5EF4-FFF2-40B4-BE49-F238E27FC236}">
                  <a16:creationId xmlns:a16="http://schemas.microsoft.com/office/drawing/2014/main" id="{F608DFB1-A00A-A682-10DB-D5566D7A2F0C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43798"/>
              <a:ext cx="42965" cy="46380"/>
            </a:xfrm>
            <a:custGeom>
              <a:avLst/>
              <a:gdLst/>
              <a:ahLst/>
              <a:cxnLst/>
              <a:rect l="0" t="0" r="0" b="0"/>
              <a:pathLst>
                <a:path w="42965" h="46380">
                  <a:moveTo>
                    <a:pt x="42965" y="0"/>
                  </a:moveTo>
                  <a:lnTo>
                    <a:pt x="0" y="4638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7" name="Candidate_receptor__3556">
              <a:extLst>
                <a:ext uri="{FF2B5EF4-FFF2-40B4-BE49-F238E27FC236}">
                  <a16:creationId xmlns:a16="http://schemas.microsoft.com/office/drawing/2014/main" id="{DAEE8460-1477-60A2-94DA-54D1E5051C2B}"/>
                </a:ext>
              </a:extLst>
            </p:cNvPr>
            <p:cNvSpPr>
              <a:spLocks noGrp="1"/>
            </p:cNvSpPr>
            <p:nvPr/>
          </p:nvSpPr>
          <p:spPr>
            <a:xfrm>
              <a:off x="3954708" y="2552808"/>
              <a:ext cx="13978" cy="95323"/>
            </a:xfrm>
            <a:custGeom>
              <a:avLst/>
              <a:gdLst/>
              <a:ahLst/>
              <a:cxnLst/>
              <a:rect l="0" t="0" r="0" b="0"/>
              <a:pathLst>
                <a:path w="13978" h="95323">
                  <a:moveTo>
                    <a:pt x="0" y="95323"/>
                  </a:moveTo>
                  <a:lnTo>
                    <a:pt x="1397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8" name="Candidate_receptor__3557">
              <a:extLst>
                <a:ext uri="{FF2B5EF4-FFF2-40B4-BE49-F238E27FC236}">
                  <a16:creationId xmlns:a16="http://schemas.microsoft.com/office/drawing/2014/main" id="{DE909355-F28F-87D4-94EB-70E90B967914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98545"/>
              <a:ext cx="63636" cy="61280"/>
            </a:xfrm>
            <a:custGeom>
              <a:avLst/>
              <a:gdLst/>
              <a:ahLst/>
              <a:cxnLst/>
              <a:rect l="0" t="0" r="0" b="0"/>
              <a:pathLst>
                <a:path w="63636" h="61280">
                  <a:moveTo>
                    <a:pt x="63636" y="6128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9" name="Candidate_receptor__3558">
              <a:extLst>
                <a:ext uri="{FF2B5EF4-FFF2-40B4-BE49-F238E27FC236}">
                  <a16:creationId xmlns:a16="http://schemas.microsoft.com/office/drawing/2014/main" id="{AB481E10-E156-4236-809D-5191ACC344CA}"/>
                </a:ext>
              </a:extLst>
            </p:cNvPr>
            <p:cNvSpPr>
              <a:spLocks noGrp="1"/>
            </p:cNvSpPr>
            <p:nvPr/>
          </p:nvSpPr>
          <p:spPr>
            <a:xfrm>
              <a:off x="5609683" y="3328588"/>
              <a:ext cx="85855" cy="35755"/>
            </a:xfrm>
            <a:custGeom>
              <a:avLst/>
              <a:gdLst/>
              <a:ahLst/>
              <a:cxnLst/>
              <a:rect l="0" t="0" r="0" b="0"/>
              <a:pathLst>
                <a:path w="85855" h="35755">
                  <a:moveTo>
                    <a:pt x="85855" y="35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0" name="Candidate_receptor__3559">
              <a:extLst>
                <a:ext uri="{FF2B5EF4-FFF2-40B4-BE49-F238E27FC236}">
                  <a16:creationId xmlns:a16="http://schemas.microsoft.com/office/drawing/2014/main" id="{B0D77BBB-0FC2-5AB2-8287-22E6E4DEE86C}"/>
                </a:ext>
              </a:extLst>
            </p:cNvPr>
            <p:cNvSpPr>
              <a:spLocks noGrp="1"/>
            </p:cNvSpPr>
            <p:nvPr/>
          </p:nvSpPr>
          <p:spPr>
            <a:xfrm>
              <a:off x="3968687" y="2456713"/>
              <a:ext cx="30420" cy="96095"/>
            </a:xfrm>
            <a:custGeom>
              <a:avLst/>
              <a:gdLst/>
              <a:ahLst/>
              <a:cxnLst/>
              <a:rect l="0" t="0" r="0" b="0"/>
              <a:pathLst>
                <a:path w="30420" h="96095">
                  <a:moveTo>
                    <a:pt x="0" y="96095"/>
                  </a:moveTo>
                  <a:lnTo>
                    <a:pt x="3042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1" name="Candidate_receptor__3560">
              <a:extLst>
                <a:ext uri="{FF2B5EF4-FFF2-40B4-BE49-F238E27FC236}">
                  <a16:creationId xmlns:a16="http://schemas.microsoft.com/office/drawing/2014/main" id="{A8C1DF0E-72C3-CEEF-F82F-CB426A9C25F3}"/>
                </a:ext>
              </a:extLst>
            </p:cNvPr>
            <p:cNvSpPr>
              <a:spLocks noGrp="1"/>
            </p:cNvSpPr>
            <p:nvPr/>
          </p:nvSpPr>
          <p:spPr>
            <a:xfrm>
              <a:off x="4722450" y="3372221"/>
              <a:ext cx="13002" cy="45691"/>
            </a:xfrm>
            <a:custGeom>
              <a:avLst/>
              <a:gdLst/>
              <a:ahLst/>
              <a:cxnLst/>
              <a:rect l="0" t="0" r="0" b="0"/>
              <a:pathLst>
                <a:path w="13002" h="45691">
                  <a:moveTo>
                    <a:pt x="13002" y="456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2" name="Candidate_receptor__3561">
              <a:extLst>
                <a:ext uri="{FF2B5EF4-FFF2-40B4-BE49-F238E27FC236}">
                  <a16:creationId xmlns:a16="http://schemas.microsoft.com/office/drawing/2014/main" id="{53BEC07B-035B-E13F-C198-756C0625C4CC}"/>
                </a:ext>
              </a:extLst>
            </p:cNvPr>
            <p:cNvSpPr>
              <a:spLocks noGrp="1"/>
            </p:cNvSpPr>
            <p:nvPr/>
          </p:nvSpPr>
          <p:spPr>
            <a:xfrm>
              <a:off x="3695597" y="2902112"/>
              <a:ext cx="59400" cy="98319"/>
            </a:xfrm>
            <a:custGeom>
              <a:avLst/>
              <a:gdLst/>
              <a:ahLst/>
              <a:cxnLst/>
              <a:rect l="0" t="0" r="0" b="0"/>
              <a:pathLst>
                <a:path w="59400" h="98319">
                  <a:moveTo>
                    <a:pt x="0" y="98319"/>
                  </a:moveTo>
                  <a:lnTo>
                    <a:pt x="5940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3" name="Candidate_receptor__3562">
              <a:extLst>
                <a:ext uri="{FF2B5EF4-FFF2-40B4-BE49-F238E27FC236}">
                  <a16:creationId xmlns:a16="http://schemas.microsoft.com/office/drawing/2014/main" id="{255AC103-BD7D-A456-6BD3-747D0DAADD70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59369"/>
              <a:ext cx="113902" cy="19324"/>
            </a:xfrm>
            <a:custGeom>
              <a:avLst/>
              <a:gdLst/>
              <a:ahLst/>
              <a:cxnLst/>
              <a:rect l="0" t="0" r="0" b="0"/>
              <a:pathLst>
                <a:path w="113902" h="19324">
                  <a:moveTo>
                    <a:pt x="0" y="19324"/>
                  </a:moveTo>
                  <a:lnTo>
                    <a:pt x="113902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4" name="Candidate_receptor__3563">
              <a:extLst>
                <a:ext uri="{FF2B5EF4-FFF2-40B4-BE49-F238E27FC236}">
                  <a16:creationId xmlns:a16="http://schemas.microsoft.com/office/drawing/2014/main" id="{29A64A38-06C0-2FEA-271F-1D0FD788D3BB}"/>
                </a:ext>
              </a:extLst>
            </p:cNvPr>
            <p:cNvSpPr>
              <a:spLocks noGrp="1"/>
            </p:cNvSpPr>
            <p:nvPr/>
          </p:nvSpPr>
          <p:spPr>
            <a:xfrm>
              <a:off x="5469883" y="2422704"/>
              <a:ext cx="65845" cy="93486"/>
            </a:xfrm>
            <a:custGeom>
              <a:avLst/>
              <a:gdLst/>
              <a:ahLst/>
              <a:cxnLst/>
              <a:rect l="0" t="0" r="0" b="0"/>
              <a:pathLst>
                <a:path w="65845" h="93486">
                  <a:moveTo>
                    <a:pt x="0" y="0"/>
                  </a:moveTo>
                  <a:lnTo>
                    <a:pt x="65845" y="93486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5" name="Candidate_receptor__3564">
              <a:extLst>
                <a:ext uri="{FF2B5EF4-FFF2-40B4-BE49-F238E27FC236}">
                  <a16:creationId xmlns:a16="http://schemas.microsoft.com/office/drawing/2014/main" id="{92EF9D24-5286-B193-B3AE-4F69871C0863}"/>
                </a:ext>
              </a:extLst>
            </p:cNvPr>
            <p:cNvSpPr>
              <a:spLocks noGrp="1"/>
            </p:cNvSpPr>
            <p:nvPr/>
          </p:nvSpPr>
          <p:spPr>
            <a:xfrm>
              <a:off x="5695537" y="3364343"/>
              <a:ext cx="6337" cy="102261"/>
            </a:xfrm>
            <a:custGeom>
              <a:avLst/>
              <a:gdLst/>
              <a:ahLst/>
              <a:cxnLst/>
              <a:rect l="0" t="0" r="0" b="0"/>
              <a:pathLst>
                <a:path w="6337" h="102261">
                  <a:moveTo>
                    <a:pt x="6337" y="102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6" name="Candidate_receptor__3565">
              <a:extLst>
                <a:ext uri="{FF2B5EF4-FFF2-40B4-BE49-F238E27FC236}">
                  <a16:creationId xmlns:a16="http://schemas.microsoft.com/office/drawing/2014/main" id="{F4C75638-302B-13D4-7FE7-E7DF76AAC1B9}"/>
                </a:ext>
              </a:extLst>
            </p:cNvPr>
            <p:cNvSpPr>
              <a:spLocks noGrp="1"/>
            </p:cNvSpPr>
            <p:nvPr/>
          </p:nvSpPr>
          <p:spPr>
            <a:xfrm>
              <a:off x="4260717" y="3614715"/>
              <a:ext cx="105705" cy="33649"/>
            </a:xfrm>
            <a:custGeom>
              <a:avLst/>
              <a:gdLst/>
              <a:ahLst/>
              <a:cxnLst/>
              <a:rect l="0" t="0" r="0" b="0"/>
              <a:pathLst>
                <a:path w="105705" h="33649">
                  <a:moveTo>
                    <a:pt x="105705" y="336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7" name="Candidate_receptor__3566">
              <a:extLst>
                <a:ext uri="{FF2B5EF4-FFF2-40B4-BE49-F238E27FC236}">
                  <a16:creationId xmlns:a16="http://schemas.microsoft.com/office/drawing/2014/main" id="{B2CE3C3F-1145-EB4C-123A-5ABB4392F7CD}"/>
                </a:ext>
              </a:extLst>
            </p:cNvPr>
            <p:cNvSpPr>
              <a:spLocks noGrp="1"/>
            </p:cNvSpPr>
            <p:nvPr/>
          </p:nvSpPr>
          <p:spPr>
            <a:xfrm>
              <a:off x="4007357" y="3147994"/>
              <a:ext cx="3964" cy="98683"/>
            </a:xfrm>
            <a:custGeom>
              <a:avLst/>
              <a:gdLst/>
              <a:ahLst/>
              <a:cxnLst/>
              <a:rect l="0" t="0" r="0" b="0"/>
              <a:pathLst>
                <a:path w="3964" h="98683">
                  <a:moveTo>
                    <a:pt x="3964" y="0"/>
                  </a:moveTo>
                  <a:lnTo>
                    <a:pt x="0" y="9868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8" name="Candidate_receptor__3567">
              <a:extLst>
                <a:ext uri="{FF2B5EF4-FFF2-40B4-BE49-F238E27FC236}">
                  <a16:creationId xmlns:a16="http://schemas.microsoft.com/office/drawing/2014/main" id="{7335BA3C-21E7-E90E-6B04-B98F13FDC8FE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78693"/>
              <a:ext cx="13375" cy="112725"/>
            </a:xfrm>
            <a:custGeom>
              <a:avLst/>
              <a:gdLst/>
              <a:ahLst/>
              <a:cxnLst/>
              <a:rect l="0" t="0" r="0" b="0"/>
              <a:pathLst>
                <a:path w="13375" h="112725">
                  <a:moveTo>
                    <a:pt x="13375" y="1127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9" name="Candidate_receptor__3568">
              <a:extLst>
                <a:ext uri="{FF2B5EF4-FFF2-40B4-BE49-F238E27FC236}">
                  <a16:creationId xmlns:a16="http://schemas.microsoft.com/office/drawing/2014/main" id="{C56CCDEF-88C3-CEDF-492D-89D15F9F869A}"/>
                </a:ext>
              </a:extLst>
            </p:cNvPr>
            <p:cNvSpPr>
              <a:spLocks noGrp="1"/>
            </p:cNvSpPr>
            <p:nvPr/>
          </p:nvSpPr>
          <p:spPr>
            <a:xfrm>
              <a:off x="4569452" y="2628713"/>
              <a:ext cx="19148" cy="77897"/>
            </a:xfrm>
            <a:custGeom>
              <a:avLst/>
              <a:gdLst/>
              <a:ahLst/>
              <a:cxnLst/>
              <a:rect l="0" t="0" r="0" b="0"/>
              <a:pathLst>
                <a:path w="19148" h="77897">
                  <a:moveTo>
                    <a:pt x="19148" y="0"/>
                  </a:moveTo>
                  <a:lnTo>
                    <a:pt x="0" y="7789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0" name="Candidate_receptor__3569">
              <a:extLst>
                <a:ext uri="{FF2B5EF4-FFF2-40B4-BE49-F238E27FC236}">
                  <a16:creationId xmlns:a16="http://schemas.microsoft.com/office/drawing/2014/main" id="{DD9C31B4-981C-0161-3D68-A9A5F4FDDAC6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439125"/>
              <a:ext cx="24538" cy="66364"/>
            </a:xfrm>
            <a:custGeom>
              <a:avLst/>
              <a:gdLst/>
              <a:ahLst/>
              <a:cxnLst/>
              <a:rect l="0" t="0" r="0" b="0"/>
              <a:pathLst>
                <a:path w="24538" h="66364">
                  <a:moveTo>
                    <a:pt x="0" y="66364"/>
                  </a:moveTo>
                  <a:lnTo>
                    <a:pt x="24538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1" name="Candidate_receptor__3570">
              <a:extLst>
                <a:ext uri="{FF2B5EF4-FFF2-40B4-BE49-F238E27FC236}">
                  <a16:creationId xmlns:a16="http://schemas.microsoft.com/office/drawing/2014/main" id="{4D847682-4F58-4BE4-BAA2-65CEA4D317B2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825882"/>
              <a:ext cx="51157" cy="89001"/>
            </a:xfrm>
            <a:custGeom>
              <a:avLst/>
              <a:gdLst/>
              <a:ahLst/>
              <a:cxnLst/>
              <a:rect l="0" t="0" r="0" b="0"/>
              <a:pathLst>
                <a:path w="51157" h="89001">
                  <a:moveTo>
                    <a:pt x="51157" y="890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2" name="Candidate_receptor__3571">
              <a:extLst>
                <a:ext uri="{FF2B5EF4-FFF2-40B4-BE49-F238E27FC236}">
                  <a16:creationId xmlns:a16="http://schemas.microsoft.com/office/drawing/2014/main" id="{2581C645-2AE3-6F07-A715-D71048BDF009}"/>
                </a:ext>
              </a:extLst>
            </p:cNvPr>
            <p:cNvSpPr>
              <a:spLocks noGrp="1"/>
            </p:cNvSpPr>
            <p:nvPr/>
          </p:nvSpPr>
          <p:spPr>
            <a:xfrm>
              <a:off x="3754998" y="2878322"/>
              <a:ext cx="109579" cy="23791"/>
            </a:xfrm>
            <a:custGeom>
              <a:avLst/>
              <a:gdLst/>
              <a:ahLst/>
              <a:cxnLst/>
              <a:rect l="0" t="0" r="0" b="0"/>
              <a:pathLst>
                <a:path w="109579" h="23791">
                  <a:moveTo>
                    <a:pt x="0" y="23791"/>
                  </a:moveTo>
                  <a:lnTo>
                    <a:pt x="109579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3" name="Candidate_receptor__3572">
              <a:extLst>
                <a:ext uri="{FF2B5EF4-FFF2-40B4-BE49-F238E27FC236}">
                  <a16:creationId xmlns:a16="http://schemas.microsoft.com/office/drawing/2014/main" id="{FA794DD8-2015-C8EF-65F9-0BB7D2CA16E8}"/>
                </a:ext>
              </a:extLst>
            </p:cNvPr>
            <p:cNvSpPr>
              <a:spLocks noGrp="1"/>
            </p:cNvSpPr>
            <p:nvPr/>
          </p:nvSpPr>
          <p:spPr>
            <a:xfrm>
              <a:off x="5254781" y="2653858"/>
              <a:ext cx="15251" cy="54772"/>
            </a:xfrm>
            <a:custGeom>
              <a:avLst/>
              <a:gdLst/>
              <a:ahLst/>
              <a:cxnLst/>
              <a:rect l="0" t="0" r="0" b="0"/>
              <a:pathLst>
                <a:path w="15251" h="54772">
                  <a:moveTo>
                    <a:pt x="15251" y="0"/>
                  </a:moveTo>
                  <a:lnTo>
                    <a:pt x="0" y="5477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4" name="Candidate_receptor__3573">
              <a:extLst>
                <a:ext uri="{FF2B5EF4-FFF2-40B4-BE49-F238E27FC236}">
                  <a16:creationId xmlns:a16="http://schemas.microsoft.com/office/drawing/2014/main" id="{3133FF55-7619-916B-5BC9-78DB1565646D}"/>
                </a:ext>
              </a:extLst>
            </p:cNvPr>
            <p:cNvSpPr>
              <a:spLocks noGrp="1"/>
            </p:cNvSpPr>
            <p:nvPr/>
          </p:nvSpPr>
          <p:spPr>
            <a:xfrm>
              <a:off x="4821748" y="3878785"/>
              <a:ext cx="7916" cy="90798"/>
            </a:xfrm>
            <a:custGeom>
              <a:avLst/>
              <a:gdLst/>
              <a:ahLst/>
              <a:cxnLst/>
              <a:rect l="0" t="0" r="0" b="0"/>
              <a:pathLst>
                <a:path w="7916" h="90798">
                  <a:moveTo>
                    <a:pt x="7916" y="9079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5" name="Candidate_receptor__3574">
              <a:extLst>
                <a:ext uri="{FF2B5EF4-FFF2-40B4-BE49-F238E27FC236}">
                  <a16:creationId xmlns:a16="http://schemas.microsoft.com/office/drawing/2014/main" id="{18336398-5499-A668-DFEA-8646A6C053C3}"/>
                </a:ext>
              </a:extLst>
            </p:cNvPr>
            <p:cNvSpPr>
              <a:spLocks noGrp="1"/>
            </p:cNvSpPr>
            <p:nvPr/>
          </p:nvSpPr>
          <p:spPr>
            <a:xfrm>
              <a:off x="5806487" y="1791144"/>
              <a:ext cx="112429" cy="6015"/>
            </a:xfrm>
            <a:custGeom>
              <a:avLst/>
              <a:gdLst/>
              <a:ahLst/>
              <a:cxnLst/>
              <a:rect l="0" t="0" r="0" b="0"/>
              <a:pathLst>
                <a:path w="112429" h="6015">
                  <a:moveTo>
                    <a:pt x="0" y="6015"/>
                  </a:moveTo>
                  <a:lnTo>
                    <a:pt x="11242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6" name="Candidate_receptor__3575">
              <a:extLst>
                <a:ext uri="{FF2B5EF4-FFF2-40B4-BE49-F238E27FC236}">
                  <a16:creationId xmlns:a16="http://schemas.microsoft.com/office/drawing/2014/main" id="{3728F001-8842-308F-DE88-D8897386FAA6}"/>
                </a:ext>
              </a:extLst>
            </p:cNvPr>
            <p:cNvSpPr>
              <a:spLocks noGrp="1"/>
            </p:cNvSpPr>
            <p:nvPr/>
          </p:nvSpPr>
          <p:spPr>
            <a:xfrm>
              <a:off x="4114049" y="3182833"/>
              <a:ext cx="40678" cy="11716"/>
            </a:xfrm>
            <a:custGeom>
              <a:avLst/>
              <a:gdLst/>
              <a:ahLst/>
              <a:cxnLst/>
              <a:rect l="0" t="0" r="0" b="0"/>
              <a:pathLst>
                <a:path w="40678" h="11716">
                  <a:moveTo>
                    <a:pt x="40678" y="117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7" name="Candidate_receptor__3576">
              <a:extLst>
                <a:ext uri="{FF2B5EF4-FFF2-40B4-BE49-F238E27FC236}">
                  <a16:creationId xmlns:a16="http://schemas.microsoft.com/office/drawing/2014/main" id="{8769424D-30BD-E4FF-2D47-3345ABC0513B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21767"/>
              <a:ext cx="81114" cy="75640"/>
            </a:xfrm>
            <a:custGeom>
              <a:avLst/>
              <a:gdLst/>
              <a:ahLst/>
              <a:cxnLst/>
              <a:rect l="0" t="0" r="0" b="0"/>
              <a:pathLst>
                <a:path w="81114" h="75640">
                  <a:moveTo>
                    <a:pt x="81114" y="0"/>
                  </a:moveTo>
                  <a:lnTo>
                    <a:pt x="0" y="7564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8" name="Candidate_receptor__3577">
              <a:extLst>
                <a:ext uri="{FF2B5EF4-FFF2-40B4-BE49-F238E27FC236}">
                  <a16:creationId xmlns:a16="http://schemas.microsoft.com/office/drawing/2014/main" id="{647D4A3A-18FC-41E9-3F2A-7CF1B69F0CE1}"/>
                </a:ext>
              </a:extLst>
            </p:cNvPr>
            <p:cNvSpPr>
              <a:spLocks noGrp="1"/>
            </p:cNvSpPr>
            <p:nvPr/>
          </p:nvSpPr>
          <p:spPr>
            <a:xfrm>
              <a:off x="4156360" y="3043798"/>
              <a:ext cx="103903" cy="42405"/>
            </a:xfrm>
            <a:custGeom>
              <a:avLst/>
              <a:gdLst/>
              <a:ahLst/>
              <a:cxnLst/>
              <a:rect l="0" t="0" r="0" b="0"/>
              <a:pathLst>
                <a:path w="103903" h="42405">
                  <a:moveTo>
                    <a:pt x="103903" y="424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9" name="Candidate_receptor__3578">
              <a:extLst>
                <a:ext uri="{FF2B5EF4-FFF2-40B4-BE49-F238E27FC236}">
                  <a16:creationId xmlns:a16="http://schemas.microsoft.com/office/drawing/2014/main" id="{6AFFF9BF-C828-DD84-D7BB-2BBE3E04170D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45575"/>
              <a:ext cx="28540" cy="13338"/>
            </a:xfrm>
            <a:custGeom>
              <a:avLst/>
              <a:gdLst/>
              <a:ahLst/>
              <a:cxnLst/>
              <a:rect l="0" t="0" r="0" b="0"/>
              <a:pathLst>
                <a:path w="28540" h="13338">
                  <a:moveTo>
                    <a:pt x="0" y="13338"/>
                  </a:moveTo>
                  <a:lnTo>
                    <a:pt x="2854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0" name="Candidate_receptor__3579">
              <a:extLst>
                <a:ext uri="{FF2B5EF4-FFF2-40B4-BE49-F238E27FC236}">
                  <a16:creationId xmlns:a16="http://schemas.microsoft.com/office/drawing/2014/main" id="{43E5279E-0510-62A7-FC5D-8E558266B2CC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33040" cy="74549"/>
            </a:xfrm>
            <a:custGeom>
              <a:avLst/>
              <a:gdLst/>
              <a:ahLst/>
              <a:cxnLst/>
              <a:rect l="0" t="0" r="0" b="0"/>
              <a:pathLst>
                <a:path w="33040" h="74549">
                  <a:moveTo>
                    <a:pt x="0" y="0"/>
                  </a:moveTo>
                  <a:lnTo>
                    <a:pt x="33040" y="74549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1" name="Candidate_receptor__3580">
              <a:extLst>
                <a:ext uri="{FF2B5EF4-FFF2-40B4-BE49-F238E27FC236}">
                  <a16:creationId xmlns:a16="http://schemas.microsoft.com/office/drawing/2014/main" id="{68F85F44-B602-532A-EEDA-DD98370CA3CF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97407"/>
              <a:ext cx="69914" cy="89384"/>
            </a:xfrm>
            <a:custGeom>
              <a:avLst/>
              <a:gdLst/>
              <a:ahLst/>
              <a:cxnLst/>
              <a:rect l="0" t="0" r="0" b="0"/>
              <a:pathLst>
                <a:path w="69914" h="89384">
                  <a:moveTo>
                    <a:pt x="0" y="0"/>
                  </a:moveTo>
                  <a:lnTo>
                    <a:pt x="69914" y="8938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2" name="Candidate_receptor__3581">
              <a:extLst>
                <a:ext uri="{FF2B5EF4-FFF2-40B4-BE49-F238E27FC236}">
                  <a16:creationId xmlns:a16="http://schemas.microsoft.com/office/drawing/2014/main" id="{83C8597D-0900-FBDD-96C6-9E1625049074}"/>
                </a:ext>
              </a:extLst>
            </p:cNvPr>
            <p:cNvSpPr>
              <a:spLocks noGrp="1"/>
            </p:cNvSpPr>
            <p:nvPr/>
          </p:nvSpPr>
          <p:spPr>
            <a:xfrm>
              <a:off x="3983707" y="3246677"/>
              <a:ext cx="23649" cy="42561"/>
            </a:xfrm>
            <a:custGeom>
              <a:avLst/>
              <a:gdLst/>
              <a:ahLst/>
              <a:cxnLst/>
              <a:rect l="0" t="0" r="0" b="0"/>
              <a:pathLst>
                <a:path w="23649" h="42561">
                  <a:moveTo>
                    <a:pt x="23649" y="0"/>
                  </a:moveTo>
                  <a:lnTo>
                    <a:pt x="0" y="4256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3" name="Candidate_receptor__3582">
              <a:extLst>
                <a:ext uri="{FF2B5EF4-FFF2-40B4-BE49-F238E27FC236}">
                  <a16:creationId xmlns:a16="http://schemas.microsoft.com/office/drawing/2014/main" id="{C3F98E6C-80B7-926A-260E-B36E57A81E44}"/>
                </a:ext>
              </a:extLst>
            </p:cNvPr>
            <p:cNvSpPr>
              <a:spLocks noGrp="1"/>
            </p:cNvSpPr>
            <p:nvPr/>
          </p:nvSpPr>
          <p:spPr>
            <a:xfrm>
              <a:off x="5198421" y="2955963"/>
              <a:ext cx="49085" cy="85281"/>
            </a:xfrm>
            <a:custGeom>
              <a:avLst/>
              <a:gdLst/>
              <a:ahLst/>
              <a:cxnLst/>
              <a:rect l="0" t="0" r="0" b="0"/>
              <a:pathLst>
                <a:path w="49085" h="85281">
                  <a:moveTo>
                    <a:pt x="0" y="0"/>
                  </a:moveTo>
                  <a:lnTo>
                    <a:pt x="49085" y="85281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4" name="Candidate_receptor__3583">
              <a:extLst>
                <a:ext uri="{FF2B5EF4-FFF2-40B4-BE49-F238E27FC236}">
                  <a16:creationId xmlns:a16="http://schemas.microsoft.com/office/drawing/2014/main" id="{F4D79236-482E-F7B9-2702-E8962AB902F5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857633"/>
              <a:ext cx="15935" cy="73110"/>
            </a:xfrm>
            <a:custGeom>
              <a:avLst/>
              <a:gdLst/>
              <a:ahLst/>
              <a:cxnLst/>
              <a:rect l="0" t="0" r="0" b="0"/>
              <a:pathLst>
                <a:path w="15935" h="73110">
                  <a:moveTo>
                    <a:pt x="0" y="0"/>
                  </a:moveTo>
                  <a:lnTo>
                    <a:pt x="15935" y="7311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5" name="Candidate_receptor__3584">
              <a:extLst>
                <a:ext uri="{FF2B5EF4-FFF2-40B4-BE49-F238E27FC236}">
                  <a16:creationId xmlns:a16="http://schemas.microsoft.com/office/drawing/2014/main" id="{71FEB8C5-62E7-17F7-482E-3AF5D283EC49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97552"/>
              <a:ext cx="13472" cy="10413"/>
            </a:xfrm>
            <a:custGeom>
              <a:avLst/>
              <a:gdLst/>
              <a:ahLst/>
              <a:cxnLst/>
              <a:rect l="0" t="0" r="0" b="0"/>
              <a:pathLst>
                <a:path w="13472" h="10413">
                  <a:moveTo>
                    <a:pt x="0" y="0"/>
                  </a:moveTo>
                  <a:lnTo>
                    <a:pt x="13472" y="10413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6" name="Candidate_receptor__3585">
              <a:extLst>
                <a:ext uri="{FF2B5EF4-FFF2-40B4-BE49-F238E27FC236}">
                  <a16:creationId xmlns:a16="http://schemas.microsoft.com/office/drawing/2014/main" id="{BA1C4E80-749A-A0E5-C582-558393C86B98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414309"/>
              <a:ext cx="13975" cy="13094"/>
            </a:xfrm>
            <a:custGeom>
              <a:avLst/>
              <a:gdLst/>
              <a:ahLst/>
              <a:cxnLst/>
              <a:rect l="0" t="0" r="0" b="0"/>
              <a:pathLst>
                <a:path w="13975" h="13094">
                  <a:moveTo>
                    <a:pt x="0" y="13094"/>
                  </a:moveTo>
                  <a:lnTo>
                    <a:pt x="139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7" name="Candidate_receptor__3586">
              <a:extLst>
                <a:ext uri="{FF2B5EF4-FFF2-40B4-BE49-F238E27FC236}">
                  <a16:creationId xmlns:a16="http://schemas.microsoft.com/office/drawing/2014/main" id="{5B39CDDF-E9A4-CFE6-C5FB-C8F1BA011625}"/>
                </a:ext>
              </a:extLst>
            </p:cNvPr>
            <p:cNvSpPr>
              <a:spLocks noGrp="1"/>
            </p:cNvSpPr>
            <p:nvPr/>
          </p:nvSpPr>
          <p:spPr>
            <a:xfrm>
              <a:off x="5874749" y="3123909"/>
              <a:ext cx="45075" cy="73234"/>
            </a:xfrm>
            <a:custGeom>
              <a:avLst/>
              <a:gdLst/>
              <a:ahLst/>
              <a:cxnLst/>
              <a:rect l="0" t="0" r="0" b="0"/>
              <a:pathLst>
                <a:path w="45075" h="73234">
                  <a:moveTo>
                    <a:pt x="0" y="73234"/>
                  </a:moveTo>
                  <a:lnTo>
                    <a:pt x="450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8" name="Candidate_receptor__3587">
              <a:extLst>
                <a:ext uri="{FF2B5EF4-FFF2-40B4-BE49-F238E27FC236}">
                  <a16:creationId xmlns:a16="http://schemas.microsoft.com/office/drawing/2014/main" id="{88A9ED6F-AFA9-27B7-2537-3638B7CE3122}"/>
                </a:ext>
              </a:extLst>
            </p:cNvPr>
            <p:cNvSpPr>
              <a:spLocks noGrp="1"/>
            </p:cNvSpPr>
            <p:nvPr/>
          </p:nvSpPr>
          <p:spPr>
            <a:xfrm>
              <a:off x="4179167" y="2710329"/>
              <a:ext cx="55399" cy="99167"/>
            </a:xfrm>
            <a:custGeom>
              <a:avLst/>
              <a:gdLst/>
              <a:ahLst/>
              <a:cxnLst/>
              <a:rect l="0" t="0" r="0" b="0"/>
              <a:pathLst>
                <a:path w="55399" h="99167">
                  <a:moveTo>
                    <a:pt x="55399" y="0"/>
                  </a:moveTo>
                  <a:lnTo>
                    <a:pt x="0" y="9916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9" name="Candidate_receptor__3588">
              <a:extLst>
                <a:ext uri="{FF2B5EF4-FFF2-40B4-BE49-F238E27FC236}">
                  <a16:creationId xmlns:a16="http://schemas.microsoft.com/office/drawing/2014/main" id="{AD6ADD3C-35FF-86E7-A6B3-3C81692E0798}"/>
                </a:ext>
              </a:extLst>
            </p:cNvPr>
            <p:cNvSpPr>
              <a:spLocks noGrp="1"/>
            </p:cNvSpPr>
            <p:nvPr/>
          </p:nvSpPr>
          <p:spPr>
            <a:xfrm>
              <a:off x="4343735" y="3261517"/>
              <a:ext cx="40229" cy="75624"/>
            </a:xfrm>
            <a:custGeom>
              <a:avLst/>
              <a:gdLst/>
              <a:ahLst/>
              <a:cxnLst/>
              <a:rect l="0" t="0" r="0" b="0"/>
              <a:pathLst>
                <a:path w="40229" h="75624">
                  <a:moveTo>
                    <a:pt x="40229" y="75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0" name="Candidate_receptor__3589">
              <a:extLst>
                <a:ext uri="{FF2B5EF4-FFF2-40B4-BE49-F238E27FC236}">
                  <a16:creationId xmlns:a16="http://schemas.microsoft.com/office/drawing/2014/main" id="{EE25B3DF-38F3-CF6C-5078-BE9767489FCF}"/>
                </a:ext>
              </a:extLst>
            </p:cNvPr>
            <p:cNvSpPr>
              <a:spLocks noGrp="1"/>
            </p:cNvSpPr>
            <p:nvPr/>
          </p:nvSpPr>
          <p:spPr>
            <a:xfrm>
              <a:off x="5658648" y="1679951"/>
              <a:ext cx="35514" cy="86548"/>
            </a:xfrm>
            <a:custGeom>
              <a:avLst/>
              <a:gdLst/>
              <a:ahLst/>
              <a:cxnLst/>
              <a:rect l="0" t="0" r="0" b="0"/>
              <a:pathLst>
                <a:path w="35514" h="86548">
                  <a:moveTo>
                    <a:pt x="0" y="86548"/>
                  </a:moveTo>
                  <a:lnTo>
                    <a:pt x="3551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1" name="Candidate_receptor__3590">
              <a:extLst>
                <a:ext uri="{FF2B5EF4-FFF2-40B4-BE49-F238E27FC236}">
                  <a16:creationId xmlns:a16="http://schemas.microsoft.com/office/drawing/2014/main" id="{63901C7F-C070-68BA-15E9-7800B47F35BE}"/>
                </a:ext>
              </a:extLst>
            </p:cNvPr>
            <p:cNvSpPr>
              <a:spLocks noGrp="1"/>
            </p:cNvSpPr>
            <p:nvPr/>
          </p:nvSpPr>
          <p:spPr>
            <a:xfrm>
              <a:off x="4932409" y="3078935"/>
              <a:ext cx="34909" cy="12293"/>
            </a:xfrm>
            <a:custGeom>
              <a:avLst/>
              <a:gdLst/>
              <a:ahLst/>
              <a:cxnLst/>
              <a:rect l="0" t="0" r="0" b="0"/>
              <a:pathLst>
                <a:path w="34909" h="12293">
                  <a:moveTo>
                    <a:pt x="34909" y="0"/>
                  </a:moveTo>
                  <a:lnTo>
                    <a:pt x="0" y="1229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2" name="Candidate_receptor__3591">
              <a:extLst>
                <a:ext uri="{FF2B5EF4-FFF2-40B4-BE49-F238E27FC236}">
                  <a16:creationId xmlns:a16="http://schemas.microsoft.com/office/drawing/2014/main" id="{5AD20A79-F5D6-74F6-A2C2-E820739B9B21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210107"/>
              <a:ext cx="65880" cy="51409"/>
            </a:xfrm>
            <a:custGeom>
              <a:avLst/>
              <a:gdLst/>
              <a:ahLst/>
              <a:cxnLst/>
              <a:rect l="0" t="0" r="0" b="0"/>
              <a:pathLst>
                <a:path w="65880" h="51409">
                  <a:moveTo>
                    <a:pt x="65880" y="5140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3" name="Candidate_receptor__3592">
              <a:extLst>
                <a:ext uri="{FF2B5EF4-FFF2-40B4-BE49-F238E27FC236}">
                  <a16:creationId xmlns:a16="http://schemas.microsoft.com/office/drawing/2014/main" id="{E298B6F9-A916-DD90-A236-EE39CED285F3}"/>
                </a:ext>
              </a:extLst>
            </p:cNvPr>
            <p:cNvSpPr>
              <a:spLocks noGrp="1"/>
            </p:cNvSpPr>
            <p:nvPr/>
          </p:nvSpPr>
          <p:spPr>
            <a:xfrm>
              <a:off x="6090531" y="2159746"/>
              <a:ext cx="110940" cy="20285"/>
            </a:xfrm>
            <a:custGeom>
              <a:avLst/>
              <a:gdLst/>
              <a:ahLst/>
              <a:cxnLst/>
              <a:rect l="0" t="0" r="0" b="0"/>
              <a:pathLst>
                <a:path w="110940" h="20285">
                  <a:moveTo>
                    <a:pt x="110940" y="202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4" name="Candidate_receptor__3593">
              <a:extLst>
                <a:ext uri="{FF2B5EF4-FFF2-40B4-BE49-F238E27FC236}">
                  <a16:creationId xmlns:a16="http://schemas.microsoft.com/office/drawing/2014/main" id="{287374AE-070C-D983-D9C6-0AECAF95E8E0}"/>
                </a:ext>
              </a:extLst>
            </p:cNvPr>
            <p:cNvSpPr>
              <a:spLocks noGrp="1"/>
            </p:cNvSpPr>
            <p:nvPr/>
          </p:nvSpPr>
          <p:spPr>
            <a:xfrm>
              <a:off x="4705008" y="3259825"/>
              <a:ext cx="17442" cy="112397"/>
            </a:xfrm>
            <a:custGeom>
              <a:avLst/>
              <a:gdLst/>
              <a:ahLst/>
              <a:cxnLst/>
              <a:rect l="0" t="0" r="0" b="0"/>
              <a:pathLst>
                <a:path w="17442" h="112397">
                  <a:moveTo>
                    <a:pt x="17442" y="1123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5" name="Candidate_receptor__3594">
              <a:extLst>
                <a:ext uri="{FF2B5EF4-FFF2-40B4-BE49-F238E27FC236}">
                  <a16:creationId xmlns:a16="http://schemas.microsoft.com/office/drawing/2014/main" id="{333C807A-A30B-DEFF-8D26-635B064EEC23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720477"/>
              <a:ext cx="44033" cy="105405"/>
            </a:xfrm>
            <a:custGeom>
              <a:avLst/>
              <a:gdLst/>
              <a:ahLst/>
              <a:cxnLst/>
              <a:rect l="0" t="0" r="0" b="0"/>
              <a:pathLst>
                <a:path w="44033" h="105405">
                  <a:moveTo>
                    <a:pt x="0" y="105405"/>
                  </a:moveTo>
                  <a:lnTo>
                    <a:pt x="4403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6" name="Candidate_receptor__3595">
              <a:extLst>
                <a:ext uri="{FF2B5EF4-FFF2-40B4-BE49-F238E27FC236}">
                  <a16:creationId xmlns:a16="http://schemas.microsoft.com/office/drawing/2014/main" id="{08232D4C-F2A1-D430-AB8F-AFC899731774}"/>
                </a:ext>
              </a:extLst>
            </p:cNvPr>
            <p:cNvSpPr>
              <a:spLocks noGrp="1"/>
            </p:cNvSpPr>
            <p:nvPr/>
          </p:nvSpPr>
          <p:spPr>
            <a:xfrm>
              <a:off x="5581589" y="2278494"/>
              <a:ext cx="70901" cy="78875"/>
            </a:xfrm>
            <a:custGeom>
              <a:avLst/>
              <a:gdLst/>
              <a:ahLst/>
              <a:cxnLst/>
              <a:rect l="0" t="0" r="0" b="0"/>
              <a:pathLst>
                <a:path w="70901" h="78875">
                  <a:moveTo>
                    <a:pt x="0" y="0"/>
                  </a:moveTo>
                  <a:lnTo>
                    <a:pt x="70901" y="78875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7" name="Candidate_receptor__3596">
              <a:extLst>
                <a:ext uri="{FF2B5EF4-FFF2-40B4-BE49-F238E27FC236}">
                  <a16:creationId xmlns:a16="http://schemas.microsoft.com/office/drawing/2014/main" id="{F4F10508-E760-AAE2-26F1-F95B8AF17A8A}"/>
                </a:ext>
              </a:extLst>
            </p:cNvPr>
            <p:cNvSpPr>
              <a:spLocks noGrp="1"/>
            </p:cNvSpPr>
            <p:nvPr/>
          </p:nvSpPr>
          <p:spPr>
            <a:xfrm>
              <a:off x="4234566" y="2676847"/>
              <a:ext cx="104217" cy="33482"/>
            </a:xfrm>
            <a:custGeom>
              <a:avLst/>
              <a:gdLst/>
              <a:ahLst/>
              <a:cxnLst/>
              <a:rect l="0" t="0" r="0" b="0"/>
              <a:pathLst>
                <a:path w="104217" h="33482">
                  <a:moveTo>
                    <a:pt x="104217" y="0"/>
                  </a:moveTo>
                  <a:lnTo>
                    <a:pt x="0" y="3348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8" name="Candidate_receptor__3597">
              <a:extLst>
                <a:ext uri="{FF2B5EF4-FFF2-40B4-BE49-F238E27FC236}">
                  <a16:creationId xmlns:a16="http://schemas.microsoft.com/office/drawing/2014/main" id="{54B566F8-BC4B-FCEA-B930-8A18D0196F45}"/>
                </a:ext>
              </a:extLst>
            </p:cNvPr>
            <p:cNvSpPr>
              <a:spLocks noGrp="1"/>
            </p:cNvSpPr>
            <p:nvPr/>
          </p:nvSpPr>
          <p:spPr>
            <a:xfrm>
              <a:off x="5290065" y="2855415"/>
              <a:ext cx="45121" cy="32017"/>
            </a:xfrm>
            <a:custGeom>
              <a:avLst/>
              <a:gdLst/>
              <a:ahLst/>
              <a:cxnLst/>
              <a:rect l="0" t="0" r="0" b="0"/>
              <a:pathLst>
                <a:path w="45121" h="32017">
                  <a:moveTo>
                    <a:pt x="45121" y="3201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9" name="Candidate_receptor__3598">
              <a:extLst>
                <a:ext uri="{FF2B5EF4-FFF2-40B4-BE49-F238E27FC236}">
                  <a16:creationId xmlns:a16="http://schemas.microsoft.com/office/drawing/2014/main" id="{CBD88340-7D0B-1139-D227-9BB8F235EE2B}"/>
                </a:ext>
              </a:extLst>
            </p:cNvPr>
            <p:cNvSpPr>
              <a:spLocks noGrp="1"/>
            </p:cNvSpPr>
            <p:nvPr/>
          </p:nvSpPr>
          <p:spPr>
            <a:xfrm>
              <a:off x="5225985" y="2431313"/>
              <a:ext cx="83038" cy="55478"/>
            </a:xfrm>
            <a:custGeom>
              <a:avLst/>
              <a:gdLst/>
              <a:ahLst/>
              <a:cxnLst/>
              <a:rect l="0" t="0" r="0" b="0"/>
              <a:pathLst>
                <a:path w="83038" h="55478">
                  <a:moveTo>
                    <a:pt x="0" y="55478"/>
                  </a:moveTo>
                  <a:lnTo>
                    <a:pt x="8303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0" name="Candidate_receptor__3599">
              <a:extLst>
                <a:ext uri="{FF2B5EF4-FFF2-40B4-BE49-F238E27FC236}">
                  <a16:creationId xmlns:a16="http://schemas.microsoft.com/office/drawing/2014/main" id="{E9AFA8F0-4719-E8D4-0500-AD33121DF36C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12187" cy="107797"/>
            </a:xfrm>
            <a:custGeom>
              <a:avLst/>
              <a:gdLst/>
              <a:ahLst/>
              <a:cxnLst/>
              <a:rect l="0" t="0" r="0" b="0"/>
              <a:pathLst>
                <a:path w="12187" h="107797">
                  <a:moveTo>
                    <a:pt x="12187" y="1077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1" name="Candidate_receptor__3600">
              <a:extLst>
                <a:ext uri="{FF2B5EF4-FFF2-40B4-BE49-F238E27FC236}">
                  <a16:creationId xmlns:a16="http://schemas.microsoft.com/office/drawing/2014/main" id="{420ED5D9-5D6F-5FAE-D7BC-802F860D296B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601506"/>
              <a:ext cx="41407" cy="107508"/>
            </a:xfrm>
            <a:custGeom>
              <a:avLst/>
              <a:gdLst/>
              <a:ahLst/>
              <a:cxnLst/>
              <a:rect l="0" t="0" r="0" b="0"/>
              <a:pathLst>
                <a:path w="41407" h="107508">
                  <a:moveTo>
                    <a:pt x="41407" y="107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2" name="Candidate_receptor__3601">
              <a:extLst>
                <a:ext uri="{FF2B5EF4-FFF2-40B4-BE49-F238E27FC236}">
                  <a16:creationId xmlns:a16="http://schemas.microsoft.com/office/drawing/2014/main" id="{7AEA3943-A62C-5AC8-BDB9-40B08D9DFA00}"/>
                </a:ext>
              </a:extLst>
            </p:cNvPr>
            <p:cNvSpPr>
              <a:spLocks noGrp="1"/>
            </p:cNvSpPr>
            <p:nvPr/>
          </p:nvSpPr>
          <p:spPr>
            <a:xfrm>
              <a:off x="4699843" y="3709535"/>
              <a:ext cx="22279" cy="112572"/>
            </a:xfrm>
            <a:custGeom>
              <a:avLst/>
              <a:gdLst/>
              <a:ahLst/>
              <a:cxnLst/>
              <a:rect l="0" t="0" r="0" b="0"/>
              <a:pathLst>
                <a:path w="22279" h="112572">
                  <a:moveTo>
                    <a:pt x="22279" y="1125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3" name="Candidate_receptor__3602">
              <a:extLst>
                <a:ext uri="{FF2B5EF4-FFF2-40B4-BE49-F238E27FC236}">
                  <a16:creationId xmlns:a16="http://schemas.microsoft.com/office/drawing/2014/main" id="{DE0F8B88-8F5E-43FE-F963-FB4D8D1CD186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043341"/>
              <a:ext cx="86082" cy="76548"/>
            </a:xfrm>
            <a:custGeom>
              <a:avLst/>
              <a:gdLst/>
              <a:ahLst/>
              <a:cxnLst/>
              <a:rect l="0" t="0" r="0" b="0"/>
              <a:pathLst>
                <a:path w="86082" h="76548">
                  <a:moveTo>
                    <a:pt x="86082" y="0"/>
                  </a:moveTo>
                  <a:lnTo>
                    <a:pt x="0" y="76548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4" name="Candidate_receptor__3603">
              <a:extLst>
                <a:ext uri="{FF2B5EF4-FFF2-40B4-BE49-F238E27FC236}">
                  <a16:creationId xmlns:a16="http://schemas.microsoft.com/office/drawing/2014/main" id="{2FE95966-D683-002C-DD4D-7A8DB4787711}"/>
                </a:ext>
              </a:extLst>
            </p:cNvPr>
            <p:cNvSpPr>
              <a:spLocks noGrp="1"/>
            </p:cNvSpPr>
            <p:nvPr/>
          </p:nvSpPr>
          <p:spPr>
            <a:xfrm>
              <a:off x="3864576" y="2780031"/>
              <a:ext cx="34120" cy="98291"/>
            </a:xfrm>
            <a:custGeom>
              <a:avLst/>
              <a:gdLst/>
              <a:ahLst/>
              <a:cxnLst/>
              <a:rect l="0" t="0" r="0" b="0"/>
              <a:pathLst>
                <a:path w="34120" h="98291">
                  <a:moveTo>
                    <a:pt x="0" y="98291"/>
                  </a:moveTo>
                  <a:lnTo>
                    <a:pt x="3412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5" name="Candidate_receptor__3604">
              <a:extLst>
                <a:ext uri="{FF2B5EF4-FFF2-40B4-BE49-F238E27FC236}">
                  <a16:creationId xmlns:a16="http://schemas.microsoft.com/office/drawing/2014/main" id="{50EAEA61-370D-303C-6309-8F2C764B6559}"/>
                </a:ext>
              </a:extLst>
            </p:cNvPr>
            <p:cNvSpPr>
              <a:spLocks noGrp="1"/>
            </p:cNvSpPr>
            <p:nvPr/>
          </p:nvSpPr>
          <p:spPr>
            <a:xfrm>
              <a:off x="5634805" y="1766499"/>
              <a:ext cx="23843" cy="60972"/>
            </a:xfrm>
            <a:custGeom>
              <a:avLst/>
              <a:gdLst/>
              <a:ahLst/>
              <a:cxnLst/>
              <a:rect l="0" t="0" r="0" b="0"/>
              <a:pathLst>
                <a:path w="23843" h="60972">
                  <a:moveTo>
                    <a:pt x="0" y="60972"/>
                  </a:moveTo>
                  <a:lnTo>
                    <a:pt x="2384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6" name="Candidate_receptor__3605">
              <a:extLst>
                <a:ext uri="{FF2B5EF4-FFF2-40B4-BE49-F238E27FC236}">
                  <a16:creationId xmlns:a16="http://schemas.microsoft.com/office/drawing/2014/main" id="{372372ED-308A-AD22-E312-9D687549438A}"/>
                </a:ext>
              </a:extLst>
            </p:cNvPr>
            <p:cNvSpPr>
              <a:spLocks noGrp="1"/>
            </p:cNvSpPr>
            <p:nvPr/>
          </p:nvSpPr>
          <p:spPr>
            <a:xfrm>
              <a:off x="4722122" y="3822107"/>
              <a:ext cx="99625" cy="56678"/>
            </a:xfrm>
            <a:custGeom>
              <a:avLst/>
              <a:gdLst/>
              <a:ahLst/>
              <a:cxnLst/>
              <a:rect l="0" t="0" r="0" b="0"/>
              <a:pathLst>
                <a:path w="99625" h="56678">
                  <a:moveTo>
                    <a:pt x="99625" y="566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7" name="Candidate_receptor__3606">
              <a:extLst>
                <a:ext uri="{FF2B5EF4-FFF2-40B4-BE49-F238E27FC236}">
                  <a16:creationId xmlns:a16="http://schemas.microsoft.com/office/drawing/2014/main" id="{58B4FDB7-4A89-6E3F-A8C5-46756A90EBF9}"/>
                </a:ext>
              </a:extLst>
            </p:cNvPr>
            <p:cNvSpPr>
              <a:spLocks noGrp="1"/>
            </p:cNvSpPr>
            <p:nvPr/>
          </p:nvSpPr>
          <p:spPr>
            <a:xfrm>
              <a:off x="6084862" y="2402133"/>
              <a:ext cx="45034" cy="90599"/>
            </a:xfrm>
            <a:custGeom>
              <a:avLst/>
              <a:gdLst/>
              <a:ahLst/>
              <a:cxnLst/>
              <a:rect l="0" t="0" r="0" b="0"/>
              <a:pathLst>
                <a:path w="45034" h="90599">
                  <a:moveTo>
                    <a:pt x="0" y="90599"/>
                  </a:moveTo>
                  <a:lnTo>
                    <a:pt x="45034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8" name="Candidate_receptor__3607">
              <a:extLst>
                <a:ext uri="{FF2B5EF4-FFF2-40B4-BE49-F238E27FC236}">
                  <a16:creationId xmlns:a16="http://schemas.microsoft.com/office/drawing/2014/main" id="{3BB2C6DF-BC6F-3E47-8830-F0D1167D0E13}"/>
                </a:ext>
              </a:extLst>
            </p:cNvPr>
            <p:cNvSpPr>
              <a:spLocks noGrp="1"/>
            </p:cNvSpPr>
            <p:nvPr/>
          </p:nvSpPr>
          <p:spPr>
            <a:xfrm>
              <a:off x="5384367" y="2515010"/>
              <a:ext cx="14889" cy="49910"/>
            </a:xfrm>
            <a:custGeom>
              <a:avLst/>
              <a:gdLst/>
              <a:ahLst/>
              <a:cxnLst/>
              <a:rect l="0" t="0" r="0" b="0"/>
              <a:pathLst>
                <a:path w="14889" h="49910">
                  <a:moveTo>
                    <a:pt x="0" y="0"/>
                  </a:moveTo>
                  <a:lnTo>
                    <a:pt x="14889" y="4991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9" name="Candidate_receptor__3608">
              <a:extLst>
                <a:ext uri="{FF2B5EF4-FFF2-40B4-BE49-F238E27FC236}">
                  <a16:creationId xmlns:a16="http://schemas.microsoft.com/office/drawing/2014/main" id="{E8D6D54E-FBF9-BB36-C88D-C37EC6E3A27A}"/>
                </a:ext>
              </a:extLst>
            </p:cNvPr>
            <p:cNvSpPr>
              <a:spLocks noGrp="1"/>
            </p:cNvSpPr>
            <p:nvPr/>
          </p:nvSpPr>
          <p:spPr>
            <a:xfrm>
              <a:off x="5100635" y="3223592"/>
              <a:ext cx="19679" cy="35777"/>
            </a:xfrm>
            <a:custGeom>
              <a:avLst/>
              <a:gdLst/>
              <a:ahLst/>
              <a:cxnLst/>
              <a:rect l="0" t="0" r="0" b="0"/>
              <a:pathLst>
                <a:path w="19679" h="35777">
                  <a:moveTo>
                    <a:pt x="0" y="35777"/>
                  </a:moveTo>
                  <a:lnTo>
                    <a:pt x="1967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10" name="Candidate_receptor__3609">
              <a:extLst>
                <a:ext uri="{FF2B5EF4-FFF2-40B4-BE49-F238E27FC236}">
                  <a16:creationId xmlns:a16="http://schemas.microsoft.com/office/drawing/2014/main" id="{9256007E-AB82-8453-8A0F-924155C55304}"/>
                </a:ext>
              </a:extLst>
            </p:cNvPr>
            <p:cNvSpPr>
              <a:spLocks noGrp="1"/>
            </p:cNvSpPr>
            <p:nvPr/>
          </p:nvSpPr>
          <p:spPr>
            <a:xfrm>
              <a:off x="5903770" y="2439315"/>
              <a:ext cx="31436" cy="110690"/>
            </a:xfrm>
            <a:custGeom>
              <a:avLst/>
              <a:gdLst/>
              <a:ahLst/>
              <a:cxnLst/>
              <a:rect l="0" t="0" r="0" b="0"/>
              <a:pathLst>
                <a:path w="31436" h="110690">
                  <a:moveTo>
                    <a:pt x="0" y="110690"/>
                  </a:moveTo>
                  <a:lnTo>
                    <a:pt x="31436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11" name="Candidate_receptor__3610">
              <a:extLst>
                <a:ext uri="{FF2B5EF4-FFF2-40B4-BE49-F238E27FC236}">
                  <a16:creationId xmlns:a16="http://schemas.microsoft.com/office/drawing/2014/main" id="{CED26128-7552-ACB1-5C6D-CFEC340EFC98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06257"/>
              <a:ext cx="94227" cy="35585"/>
            </a:xfrm>
            <a:custGeom>
              <a:avLst/>
              <a:gdLst/>
              <a:ahLst/>
              <a:cxnLst/>
              <a:rect l="0" t="0" r="0" b="0"/>
              <a:pathLst>
                <a:path w="94227" h="35585">
                  <a:moveTo>
                    <a:pt x="94227" y="0"/>
                  </a:moveTo>
                  <a:lnTo>
                    <a:pt x="0" y="3558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2" name="Candidate_receptor__3611">
              <a:extLst>
                <a:ext uri="{FF2B5EF4-FFF2-40B4-BE49-F238E27FC236}">
                  <a16:creationId xmlns:a16="http://schemas.microsoft.com/office/drawing/2014/main" id="{EB2786FE-A07B-037D-1B3A-34B668B5EAC7}"/>
                </a:ext>
              </a:extLst>
            </p:cNvPr>
            <p:cNvSpPr>
              <a:spLocks noGrp="1"/>
            </p:cNvSpPr>
            <p:nvPr/>
          </p:nvSpPr>
          <p:spPr>
            <a:xfrm>
              <a:off x="4900229" y="2752875"/>
              <a:ext cx="23219" cy="91381"/>
            </a:xfrm>
            <a:custGeom>
              <a:avLst/>
              <a:gdLst/>
              <a:ahLst/>
              <a:cxnLst/>
              <a:rect l="0" t="0" r="0" b="0"/>
              <a:pathLst>
                <a:path w="23219" h="91381">
                  <a:moveTo>
                    <a:pt x="23219" y="913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3" name="Candidate_receptor__3612">
              <a:extLst>
                <a:ext uri="{FF2B5EF4-FFF2-40B4-BE49-F238E27FC236}">
                  <a16:creationId xmlns:a16="http://schemas.microsoft.com/office/drawing/2014/main" id="{1759D464-15C6-39C0-1232-E8522818ECB2}"/>
                </a:ext>
              </a:extLst>
            </p:cNvPr>
            <p:cNvSpPr>
              <a:spLocks noGrp="1"/>
            </p:cNvSpPr>
            <p:nvPr/>
          </p:nvSpPr>
          <p:spPr>
            <a:xfrm>
              <a:off x="3843923" y="3187696"/>
              <a:ext cx="59748" cy="21030"/>
            </a:xfrm>
            <a:custGeom>
              <a:avLst/>
              <a:gdLst/>
              <a:ahLst/>
              <a:cxnLst/>
              <a:rect l="0" t="0" r="0" b="0"/>
              <a:pathLst>
                <a:path w="59748" h="21030">
                  <a:moveTo>
                    <a:pt x="59748" y="210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14" name="Candidate_receptor__3613">
              <a:extLst>
                <a:ext uri="{FF2B5EF4-FFF2-40B4-BE49-F238E27FC236}">
                  <a16:creationId xmlns:a16="http://schemas.microsoft.com/office/drawing/2014/main" id="{99505203-8572-FE79-375D-3BE0700FA527}"/>
                </a:ext>
              </a:extLst>
            </p:cNvPr>
            <p:cNvSpPr>
              <a:spLocks noGrp="1"/>
            </p:cNvSpPr>
            <p:nvPr/>
          </p:nvSpPr>
          <p:spPr>
            <a:xfrm>
              <a:off x="4011321" y="3147994"/>
              <a:ext cx="102728" cy="34839"/>
            </a:xfrm>
            <a:custGeom>
              <a:avLst/>
              <a:gdLst/>
              <a:ahLst/>
              <a:cxnLst/>
              <a:rect l="0" t="0" r="0" b="0"/>
              <a:pathLst>
                <a:path w="102728" h="34839">
                  <a:moveTo>
                    <a:pt x="102728" y="34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5" name="Candidate_receptor__3614">
              <a:extLst>
                <a:ext uri="{FF2B5EF4-FFF2-40B4-BE49-F238E27FC236}">
                  <a16:creationId xmlns:a16="http://schemas.microsoft.com/office/drawing/2014/main" id="{B0A325FA-21D3-F01C-753F-941947CC5829}"/>
                </a:ext>
              </a:extLst>
            </p:cNvPr>
            <p:cNvSpPr>
              <a:spLocks noGrp="1"/>
            </p:cNvSpPr>
            <p:nvPr/>
          </p:nvSpPr>
          <p:spPr>
            <a:xfrm>
              <a:off x="5995755" y="2135748"/>
              <a:ext cx="94776" cy="23998"/>
            </a:xfrm>
            <a:custGeom>
              <a:avLst/>
              <a:gdLst/>
              <a:ahLst/>
              <a:cxnLst/>
              <a:rect l="0" t="0" r="0" b="0"/>
              <a:pathLst>
                <a:path w="94776" h="23998">
                  <a:moveTo>
                    <a:pt x="94776" y="23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6" name="Candidate_receptor__3615">
              <a:extLst>
                <a:ext uri="{FF2B5EF4-FFF2-40B4-BE49-F238E27FC236}">
                  <a16:creationId xmlns:a16="http://schemas.microsoft.com/office/drawing/2014/main" id="{5482852B-F17B-465D-0DF4-020F8812046F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905982"/>
              <a:ext cx="18333" cy="112267"/>
            </a:xfrm>
            <a:custGeom>
              <a:avLst/>
              <a:gdLst/>
              <a:ahLst/>
              <a:cxnLst/>
              <a:rect l="0" t="0" r="0" b="0"/>
              <a:pathLst>
                <a:path w="18333" h="112267">
                  <a:moveTo>
                    <a:pt x="18333" y="1122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7" name="Candidate_receptor__3616">
              <a:extLst>
                <a:ext uri="{FF2B5EF4-FFF2-40B4-BE49-F238E27FC236}">
                  <a16:creationId xmlns:a16="http://schemas.microsoft.com/office/drawing/2014/main" id="{8632C499-60C8-9C0D-3789-CA0E607CA6E5}"/>
                </a:ext>
              </a:extLst>
            </p:cNvPr>
            <p:cNvSpPr>
              <a:spLocks noGrp="1"/>
            </p:cNvSpPr>
            <p:nvPr/>
          </p:nvSpPr>
          <p:spPr>
            <a:xfrm>
              <a:off x="5841407" y="3043341"/>
              <a:ext cx="78417" cy="80568"/>
            </a:xfrm>
            <a:custGeom>
              <a:avLst/>
              <a:gdLst/>
              <a:ahLst/>
              <a:cxnLst/>
              <a:rect l="0" t="0" r="0" b="0"/>
              <a:pathLst>
                <a:path w="78417" h="80568">
                  <a:moveTo>
                    <a:pt x="78417" y="805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8" name="Candidate_receptor__3617">
              <a:extLst>
                <a:ext uri="{FF2B5EF4-FFF2-40B4-BE49-F238E27FC236}">
                  <a16:creationId xmlns:a16="http://schemas.microsoft.com/office/drawing/2014/main" id="{4A9ACE11-CF30-136E-674E-EB639279613E}"/>
                </a:ext>
              </a:extLst>
            </p:cNvPr>
            <p:cNvSpPr>
              <a:spLocks noGrp="1"/>
            </p:cNvSpPr>
            <p:nvPr/>
          </p:nvSpPr>
          <p:spPr>
            <a:xfrm>
              <a:off x="5500244" y="2278494"/>
              <a:ext cx="81345" cy="13750"/>
            </a:xfrm>
            <a:custGeom>
              <a:avLst/>
              <a:gdLst/>
              <a:ahLst/>
              <a:cxnLst/>
              <a:rect l="0" t="0" r="0" b="0"/>
              <a:pathLst>
                <a:path w="81345" h="13750">
                  <a:moveTo>
                    <a:pt x="0" y="13750"/>
                  </a:moveTo>
                  <a:lnTo>
                    <a:pt x="81345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19" name="Candidate_receptor__3618">
              <a:extLst>
                <a:ext uri="{FF2B5EF4-FFF2-40B4-BE49-F238E27FC236}">
                  <a16:creationId xmlns:a16="http://schemas.microsoft.com/office/drawing/2014/main" id="{A8E59866-BAF6-8A98-9A4A-ED0C98291ECE}"/>
                </a:ext>
              </a:extLst>
            </p:cNvPr>
            <p:cNvSpPr>
              <a:spLocks noGrp="1"/>
            </p:cNvSpPr>
            <p:nvPr/>
          </p:nvSpPr>
          <p:spPr>
            <a:xfrm>
              <a:off x="5000108" y="3365027"/>
              <a:ext cx="72499" cy="26391"/>
            </a:xfrm>
            <a:custGeom>
              <a:avLst/>
              <a:gdLst/>
              <a:ahLst/>
              <a:cxnLst/>
              <a:rect l="0" t="0" r="0" b="0"/>
              <a:pathLst>
                <a:path w="72499" h="26391">
                  <a:moveTo>
                    <a:pt x="72499" y="0"/>
                  </a:moveTo>
                  <a:lnTo>
                    <a:pt x="0" y="2639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0" name="Candidate_receptor__3619">
              <a:extLst>
                <a:ext uri="{FF2B5EF4-FFF2-40B4-BE49-F238E27FC236}">
                  <a16:creationId xmlns:a16="http://schemas.microsoft.com/office/drawing/2014/main" id="{CEB8A614-49B3-832E-EE05-8E3605D3F999}"/>
                </a:ext>
              </a:extLst>
            </p:cNvPr>
            <p:cNvSpPr>
              <a:spLocks noGrp="1"/>
            </p:cNvSpPr>
            <p:nvPr/>
          </p:nvSpPr>
          <p:spPr>
            <a:xfrm>
              <a:off x="4164917" y="3782708"/>
              <a:ext cx="113579" cy="12560"/>
            </a:xfrm>
            <a:custGeom>
              <a:avLst/>
              <a:gdLst/>
              <a:ahLst/>
              <a:cxnLst/>
              <a:rect l="0" t="0" r="0" b="0"/>
              <a:pathLst>
                <a:path w="113579" h="12560">
                  <a:moveTo>
                    <a:pt x="0" y="12560"/>
                  </a:moveTo>
                  <a:lnTo>
                    <a:pt x="11357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1" name="Candidate_receptor__3620">
              <a:extLst>
                <a:ext uri="{FF2B5EF4-FFF2-40B4-BE49-F238E27FC236}">
                  <a16:creationId xmlns:a16="http://schemas.microsoft.com/office/drawing/2014/main" id="{665663E5-97CB-5C1B-0DAD-202D95043C15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" cy="73096"/>
            </a:xfrm>
            <a:custGeom>
              <a:avLst/>
              <a:gdLst/>
              <a:ahLst/>
              <a:cxnLst/>
              <a:rect l="0" t="0" r="0" b="0"/>
              <a:pathLst>
                <a:path w="95" h="73096">
                  <a:moveTo>
                    <a:pt x="73" y="730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2" name="Candidate_receptor__3621">
              <a:extLst>
                <a:ext uri="{FF2B5EF4-FFF2-40B4-BE49-F238E27FC236}">
                  <a16:creationId xmlns:a16="http://schemas.microsoft.com/office/drawing/2014/main" id="{D5F15EB2-EC4D-ECC7-031A-18C9B1CF8E1E}"/>
                </a:ext>
              </a:extLst>
            </p:cNvPr>
            <p:cNvSpPr>
              <a:spLocks noGrp="1"/>
            </p:cNvSpPr>
            <p:nvPr/>
          </p:nvSpPr>
          <p:spPr>
            <a:xfrm>
              <a:off x="4342213" y="3648364"/>
              <a:ext cx="24208" cy="58576"/>
            </a:xfrm>
            <a:custGeom>
              <a:avLst/>
              <a:gdLst/>
              <a:ahLst/>
              <a:cxnLst/>
              <a:rect l="0" t="0" r="0" b="0"/>
              <a:pathLst>
                <a:path w="24208" h="58576">
                  <a:moveTo>
                    <a:pt x="0" y="58576"/>
                  </a:moveTo>
                  <a:lnTo>
                    <a:pt x="2420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3" name="Candidate_receptor__3622">
              <a:extLst>
                <a:ext uri="{FF2B5EF4-FFF2-40B4-BE49-F238E27FC236}">
                  <a16:creationId xmlns:a16="http://schemas.microsoft.com/office/drawing/2014/main" id="{01834FE8-5FA5-EC24-6C33-C5EACD44B89C}"/>
                </a:ext>
              </a:extLst>
            </p:cNvPr>
            <p:cNvSpPr>
              <a:spLocks noGrp="1"/>
            </p:cNvSpPr>
            <p:nvPr/>
          </p:nvSpPr>
          <p:spPr>
            <a:xfrm>
              <a:off x="4338783" y="2570655"/>
              <a:ext cx="39469" cy="106192"/>
            </a:xfrm>
            <a:custGeom>
              <a:avLst/>
              <a:gdLst/>
              <a:ahLst/>
              <a:cxnLst/>
              <a:rect l="0" t="0" r="0" b="0"/>
              <a:pathLst>
                <a:path w="39469" h="106192">
                  <a:moveTo>
                    <a:pt x="39469" y="0"/>
                  </a:moveTo>
                  <a:lnTo>
                    <a:pt x="0" y="10619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4" name="Candidate_receptor__3623">
              <a:extLst>
                <a:ext uri="{FF2B5EF4-FFF2-40B4-BE49-F238E27FC236}">
                  <a16:creationId xmlns:a16="http://schemas.microsoft.com/office/drawing/2014/main" id="{B1A1BD35-0A92-1F02-DF61-B0143FF0DAAD}"/>
                </a:ext>
              </a:extLst>
            </p:cNvPr>
            <p:cNvSpPr>
              <a:spLocks noGrp="1"/>
            </p:cNvSpPr>
            <p:nvPr/>
          </p:nvSpPr>
          <p:spPr>
            <a:xfrm>
              <a:off x="6046638" y="2492732"/>
              <a:ext cx="38224" cy="45998"/>
            </a:xfrm>
            <a:custGeom>
              <a:avLst/>
              <a:gdLst/>
              <a:ahLst/>
              <a:cxnLst/>
              <a:rect l="0" t="0" r="0" b="0"/>
              <a:pathLst>
                <a:path w="38224" h="45998">
                  <a:moveTo>
                    <a:pt x="0" y="45998"/>
                  </a:moveTo>
                  <a:lnTo>
                    <a:pt x="382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5" name="Candidate_receptor__3624">
              <a:extLst>
                <a:ext uri="{FF2B5EF4-FFF2-40B4-BE49-F238E27FC236}">
                  <a16:creationId xmlns:a16="http://schemas.microsoft.com/office/drawing/2014/main" id="{0B793508-E0C5-0CD3-1B2D-734C5D3FDA8E}"/>
                </a:ext>
              </a:extLst>
            </p:cNvPr>
            <p:cNvSpPr>
              <a:spLocks noGrp="1"/>
            </p:cNvSpPr>
            <p:nvPr/>
          </p:nvSpPr>
          <p:spPr>
            <a:xfrm>
              <a:off x="3898696" y="2736541"/>
              <a:ext cx="106173" cy="43490"/>
            </a:xfrm>
            <a:custGeom>
              <a:avLst/>
              <a:gdLst/>
              <a:ahLst/>
              <a:cxnLst/>
              <a:rect l="0" t="0" r="0" b="0"/>
              <a:pathLst>
                <a:path w="106173" h="43490">
                  <a:moveTo>
                    <a:pt x="0" y="43490"/>
                  </a:moveTo>
                  <a:lnTo>
                    <a:pt x="10617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6" name="Candidate_receptor__3625">
              <a:extLst>
                <a:ext uri="{FF2B5EF4-FFF2-40B4-BE49-F238E27FC236}">
                  <a16:creationId xmlns:a16="http://schemas.microsoft.com/office/drawing/2014/main" id="{0B7371E9-8C95-A1AE-9194-ED98AF408079}"/>
                </a:ext>
              </a:extLst>
            </p:cNvPr>
            <p:cNvSpPr>
              <a:spLocks noGrp="1"/>
            </p:cNvSpPr>
            <p:nvPr/>
          </p:nvSpPr>
          <p:spPr>
            <a:xfrm>
              <a:off x="5887114" y="2135748"/>
              <a:ext cx="108642" cy="28858"/>
            </a:xfrm>
            <a:custGeom>
              <a:avLst/>
              <a:gdLst/>
              <a:ahLst/>
              <a:cxnLst/>
              <a:rect l="0" t="0" r="0" b="0"/>
              <a:pathLst>
                <a:path w="108642" h="28858">
                  <a:moveTo>
                    <a:pt x="108642" y="0"/>
                  </a:moveTo>
                  <a:lnTo>
                    <a:pt x="0" y="2885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7" name="Candidate_receptor__3626">
              <a:extLst>
                <a:ext uri="{FF2B5EF4-FFF2-40B4-BE49-F238E27FC236}">
                  <a16:creationId xmlns:a16="http://schemas.microsoft.com/office/drawing/2014/main" id="{AF1B268B-A343-0773-05F8-CC73FE19BD6F}"/>
                </a:ext>
              </a:extLst>
            </p:cNvPr>
            <p:cNvSpPr>
              <a:spLocks noGrp="1"/>
            </p:cNvSpPr>
            <p:nvPr/>
          </p:nvSpPr>
          <p:spPr>
            <a:xfrm>
              <a:off x="6046203" y="2322508"/>
              <a:ext cx="83694" cy="79625"/>
            </a:xfrm>
            <a:custGeom>
              <a:avLst/>
              <a:gdLst/>
              <a:ahLst/>
              <a:cxnLst/>
              <a:rect l="0" t="0" r="0" b="0"/>
              <a:pathLst>
                <a:path w="83694" h="79625">
                  <a:moveTo>
                    <a:pt x="83694" y="796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8" name="Candidate_receptor__3627">
              <a:extLst>
                <a:ext uri="{FF2B5EF4-FFF2-40B4-BE49-F238E27FC236}">
                  <a16:creationId xmlns:a16="http://schemas.microsoft.com/office/drawing/2014/main" id="{B2844B43-531A-F437-0EAC-6618041F5A4D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28713"/>
              <a:ext cx="92111" cy="34249"/>
            </a:xfrm>
            <a:custGeom>
              <a:avLst/>
              <a:gdLst/>
              <a:ahLst/>
              <a:cxnLst/>
              <a:rect l="0" t="0" r="0" b="0"/>
              <a:pathLst>
                <a:path w="92111" h="34249">
                  <a:moveTo>
                    <a:pt x="0" y="34249"/>
                  </a:moveTo>
                  <a:lnTo>
                    <a:pt x="92111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9" name="Candidate_receptor__3628">
              <a:extLst>
                <a:ext uri="{FF2B5EF4-FFF2-40B4-BE49-F238E27FC236}">
                  <a16:creationId xmlns:a16="http://schemas.microsoft.com/office/drawing/2014/main" id="{BFBEA444-1F54-643A-D473-8AD21B739E02}"/>
                </a:ext>
              </a:extLst>
            </p:cNvPr>
            <p:cNvSpPr>
              <a:spLocks noGrp="1"/>
            </p:cNvSpPr>
            <p:nvPr/>
          </p:nvSpPr>
          <p:spPr>
            <a:xfrm>
              <a:off x="4653660" y="3632660"/>
              <a:ext cx="46183" cy="76875"/>
            </a:xfrm>
            <a:custGeom>
              <a:avLst/>
              <a:gdLst/>
              <a:ahLst/>
              <a:cxnLst/>
              <a:rect l="0" t="0" r="0" b="0"/>
              <a:pathLst>
                <a:path w="46183" h="76875">
                  <a:moveTo>
                    <a:pt x="46183" y="768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0" name="Candidate_receptor__3629">
              <a:extLst>
                <a:ext uri="{FF2B5EF4-FFF2-40B4-BE49-F238E27FC236}">
                  <a16:creationId xmlns:a16="http://schemas.microsoft.com/office/drawing/2014/main" id="{1A07F54F-A51B-932C-369D-7DBF0BEEC3A8}"/>
                </a:ext>
              </a:extLst>
            </p:cNvPr>
            <p:cNvSpPr>
              <a:spLocks noGrp="1"/>
            </p:cNvSpPr>
            <p:nvPr/>
          </p:nvSpPr>
          <p:spPr>
            <a:xfrm>
              <a:off x="4767060" y="2900156"/>
              <a:ext cx="16249" cy="42561"/>
            </a:xfrm>
            <a:custGeom>
              <a:avLst/>
              <a:gdLst/>
              <a:ahLst/>
              <a:cxnLst/>
              <a:rect l="0" t="0" r="0" b="0"/>
              <a:pathLst>
                <a:path w="16249" h="42561">
                  <a:moveTo>
                    <a:pt x="0" y="42561"/>
                  </a:moveTo>
                  <a:lnTo>
                    <a:pt x="1624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1" name="Candidate_receptor__3630">
              <a:extLst>
                <a:ext uri="{FF2B5EF4-FFF2-40B4-BE49-F238E27FC236}">
                  <a16:creationId xmlns:a16="http://schemas.microsoft.com/office/drawing/2014/main" id="{AC1DB80B-5FEA-BFDE-7D6A-9B2FB3E7B2FE}"/>
                </a:ext>
              </a:extLst>
            </p:cNvPr>
            <p:cNvSpPr>
              <a:spLocks noGrp="1"/>
            </p:cNvSpPr>
            <p:nvPr/>
          </p:nvSpPr>
          <p:spPr>
            <a:xfrm>
              <a:off x="5753766" y="1759034"/>
              <a:ext cx="52721" cy="38125"/>
            </a:xfrm>
            <a:custGeom>
              <a:avLst/>
              <a:gdLst/>
              <a:ahLst/>
              <a:cxnLst/>
              <a:rect l="0" t="0" r="0" b="0"/>
              <a:pathLst>
                <a:path w="52721" h="38125">
                  <a:moveTo>
                    <a:pt x="0" y="0"/>
                  </a:moveTo>
                  <a:lnTo>
                    <a:pt x="52721" y="3812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2" name="Candidate_receptor__3631">
              <a:extLst>
                <a:ext uri="{FF2B5EF4-FFF2-40B4-BE49-F238E27FC236}">
                  <a16:creationId xmlns:a16="http://schemas.microsoft.com/office/drawing/2014/main" id="{DDF70F25-AF9B-6831-0136-1E9BF6D9C71F}"/>
                </a:ext>
              </a:extLst>
            </p:cNvPr>
            <p:cNvSpPr>
              <a:spLocks noGrp="1"/>
            </p:cNvSpPr>
            <p:nvPr/>
          </p:nvSpPr>
          <p:spPr>
            <a:xfrm>
              <a:off x="5390085" y="2292244"/>
              <a:ext cx="110159" cy="6001"/>
            </a:xfrm>
            <a:custGeom>
              <a:avLst/>
              <a:gdLst/>
              <a:ahLst/>
              <a:cxnLst/>
              <a:rect l="0" t="0" r="0" b="0"/>
              <a:pathLst>
                <a:path w="110159" h="6001">
                  <a:moveTo>
                    <a:pt x="0" y="6001"/>
                  </a:moveTo>
                  <a:lnTo>
                    <a:pt x="11015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3" name="Candidate_receptor__3632">
              <a:extLst>
                <a:ext uri="{FF2B5EF4-FFF2-40B4-BE49-F238E27FC236}">
                  <a16:creationId xmlns:a16="http://schemas.microsoft.com/office/drawing/2014/main" id="{55B79EC7-2181-D285-9D94-066F0DD446E2}"/>
                </a:ext>
              </a:extLst>
            </p:cNvPr>
            <p:cNvSpPr>
              <a:spLocks noGrp="1"/>
            </p:cNvSpPr>
            <p:nvPr/>
          </p:nvSpPr>
          <p:spPr>
            <a:xfrm>
              <a:off x="4278496" y="3706940"/>
              <a:ext cx="63718" cy="75768"/>
            </a:xfrm>
            <a:custGeom>
              <a:avLst/>
              <a:gdLst/>
              <a:ahLst/>
              <a:cxnLst/>
              <a:rect l="0" t="0" r="0" b="0"/>
              <a:pathLst>
                <a:path w="63718" h="75768">
                  <a:moveTo>
                    <a:pt x="0" y="75768"/>
                  </a:moveTo>
                  <a:lnTo>
                    <a:pt x="6371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4" name="Candidate_receptor__3633">
              <a:extLst>
                <a:ext uri="{FF2B5EF4-FFF2-40B4-BE49-F238E27FC236}">
                  <a16:creationId xmlns:a16="http://schemas.microsoft.com/office/drawing/2014/main" id="{44125BCE-DAB1-3016-2BAD-C46A9F0596AA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2996948"/>
              <a:ext cx="78633" cy="71044"/>
            </a:xfrm>
            <a:custGeom>
              <a:avLst/>
              <a:gdLst/>
              <a:ahLst/>
              <a:cxnLst/>
              <a:rect l="0" t="0" r="0" b="0"/>
              <a:pathLst>
                <a:path w="78633" h="71044">
                  <a:moveTo>
                    <a:pt x="0" y="71044"/>
                  </a:moveTo>
                  <a:lnTo>
                    <a:pt x="7863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5" name="Candidate_receptor__3634">
              <a:extLst>
                <a:ext uri="{FF2B5EF4-FFF2-40B4-BE49-F238E27FC236}">
                  <a16:creationId xmlns:a16="http://schemas.microsoft.com/office/drawing/2014/main" id="{B02C6CA9-FBE7-33D2-CD15-3269F04D8010}"/>
                </a:ext>
              </a:extLst>
            </p:cNvPr>
            <p:cNvSpPr>
              <a:spLocks noGrp="1"/>
            </p:cNvSpPr>
            <p:nvPr/>
          </p:nvSpPr>
          <p:spPr>
            <a:xfrm>
              <a:off x="5527370" y="3306257"/>
              <a:ext cx="39607" cy="108052"/>
            </a:xfrm>
            <a:custGeom>
              <a:avLst/>
              <a:gdLst/>
              <a:ahLst/>
              <a:cxnLst/>
              <a:rect l="0" t="0" r="0" b="0"/>
              <a:pathLst>
                <a:path w="39607" h="108052">
                  <a:moveTo>
                    <a:pt x="39607" y="1080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6" name="Candidate_receptor__3635">
              <a:extLst>
                <a:ext uri="{FF2B5EF4-FFF2-40B4-BE49-F238E27FC236}">
                  <a16:creationId xmlns:a16="http://schemas.microsoft.com/office/drawing/2014/main" id="{ABAF9D4F-1FDC-13D5-7C21-D3F2EB691427}"/>
                </a:ext>
              </a:extLst>
            </p:cNvPr>
            <p:cNvSpPr>
              <a:spLocks noGrp="1"/>
            </p:cNvSpPr>
            <p:nvPr/>
          </p:nvSpPr>
          <p:spPr>
            <a:xfrm>
              <a:off x="5798205" y="2113263"/>
              <a:ext cx="88909" cy="51343"/>
            </a:xfrm>
            <a:custGeom>
              <a:avLst/>
              <a:gdLst/>
              <a:ahLst/>
              <a:cxnLst/>
              <a:rect l="0" t="0" r="0" b="0"/>
              <a:pathLst>
                <a:path w="88909" h="51343">
                  <a:moveTo>
                    <a:pt x="88909" y="513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7" name="Candidate_receptor__3636">
              <a:extLst>
                <a:ext uri="{FF2B5EF4-FFF2-40B4-BE49-F238E27FC236}">
                  <a16:creationId xmlns:a16="http://schemas.microsoft.com/office/drawing/2014/main" id="{FB326FA4-AE82-EEF0-F674-63B0268DB2D5}"/>
                </a:ext>
              </a:extLst>
            </p:cNvPr>
            <p:cNvSpPr>
              <a:spLocks noGrp="1"/>
            </p:cNvSpPr>
            <p:nvPr/>
          </p:nvSpPr>
          <p:spPr>
            <a:xfrm>
              <a:off x="5229175" y="2558936"/>
              <a:ext cx="40857" cy="94922"/>
            </a:xfrm>
            <a:custGeom>
              <a:avLst/>
              <a:gdLst/>
              <a:ahLst/>
              <a:cxnLst/>
              <a:rect l="0" t="0" r="0" b="0"/>
              <a:pathLst>
                <a:path w="40857" h="94922">
                  <a:moveTo>
                    <a:pt x="0" y="0"/>
                  </a:moveTo>
                  <a:lnTo>
                    <a:pt x="40857" y="9492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8" name="Candidate_receptor__3637">
              <a:extLst>
                <a:ext uri="{FF2B5EF4-FFF2-40B4-BE49-F238E27FC236}">
                  <a16:creationId xmlns:a16="http://schemas.microsoft.com/office/drawing/2014/main" id="{C36BFDE7-C74A-92E2-6FE1-4B3C30FABF99}"/>
                </a:ext>
              </a:extLst>
            </p:cNvPr>
            <p:cNvSpPr>
              <a:spLocks noGrp="1"/>
            </p:cNvSpPr>
            <p:nvPr/>
          </p:nvSpPr>
          <p:spPr>
            <a:xfrm>
              <a:off x="5309024" y="2431313"/>
              <a:ext cx="75343" cy="83697"/>
            </a:xfrm>
            <a:custGeom>
              <a:avLst/>
              <a:gdLst/>
              <a:ahLst/>
              <a:cxnLst/>
              <a:rect l="0" t="0" r="0" b="0"/>
              <a:pathLst>
                <a:path w="75343" h="83697">
                  <a:moveTo>
                    <a:pt x="0" y="0"/>
                  </a:moveTo>
                  <a:lnTo>
                    <a:pt x="75343" y="8369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9" name="Candidate_receptor__3638">
              <a:extLst>
                <a:ext uri="{FF2B5EF4-FFF2-40B4-BE49-F238E27FC236}">
                  <a16:creationId xmlns:a16="http://schemas.microsoft.com/office/drawing/2014/main" id="{4E38A77F-E4FA-D535-1D54-C16642238488}"/>
                </a:ext>
              </a:extLst>
            </p:cNvPr>
            <p:cNvSpPr>
              <a:spLocks noGrp="1"/>
            </p:cNvSpPr>
            <p:nvPr/>
          </p:nvSpPr>
          <p:spPr>
            <a:xfrm>
              <a:off x="5762441" y="2442393"/>
              <a:ext cx="44738" cy="68288"/>
            </a:xfrm>
            <a:custGeom>
              <a:avLst/>
              <a:gdLst/>
              <a:ahLst/>
              <a:cxnLst/>
              <a:rect l="0" t="0" r="0" b="0"/>
              <a:pathLst>
                <a:path w="44738" h="68288">
                  <a:moveTo>
                    <a:pt x="0" y="68288"/>
                  </a:moveTo>
                  <a:lnTo>
                    <a:pt x="44738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0" name="Candidate_receptor__3639">
              <a:extLst>
                <a:ext uri="{FF2B5EF4-FFF2-40B4-BE49-F238E27FC236}">
                  <a16:creationId xmlns:a16="http://schemas.microsoft.com/office/drawing/2014/main" id="{51B43FC5-C1AC-6223-068B-BA56C0760C23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41243"/>
              <a:ext cx="88149" cy="37739"/>
            </a:xfrm>
            <a:custGeom>
              <a:avLst/>
              <a:gdLst/>
              <a:ahLst/>
              <a:cxnLst/>
              <a:rect l="0" t="0" r="0" b="0"/>
              <a:pathLst>
                <a:path w="88149" h="37739">
                  <a:moveTo>
                    <a:pt x="88149" y="0"/>
                  </a:moveTo>
                  <a:lnTo>
                    <a:pt x="0" y="377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1" name="Candidate_receptor__3640">
              <a:extLst>
                <a:ext uri="{FF2B5EF4-FFF2-40B4-BE49-F238E27FC236}">
                  <a16:creationId xmlns:a16="http://schemas.microsoft.com/office/drawing/2014/main" id="{07D1AC3A-E597-876E-DD8C-A2CA0090967E}"/>
                </a:ext>
              </a:extLst>
            </p:cNvPr>
            <p:cNvSpPr>
              <a:spLocks noGrp="1"/>
            </p:cNvSpPr>
            <p:nvPr/>
          </p:nvSpPr>
          <p:spPr>
            <a:xfrm>
              <a:off x="5732317" y="2510681"/>
              <a:ext cx="30124" cy="72694"/>
            </a:xfrm>
            <a:custGeom>
              <a:avLst/>
              <a:gdLst/>
              <a:ahLst/>
              <a:cxnLst/>
              <a:rect l="0" t="0" r="0" b="0"/>
              <a:pathLst>
                <a:path w="30124" h="72694">
                  <a:moveTo>
                    <a:pt x="0" y="72694"/>
                  </a:moveTo>
                  <a:lnTo>
                    <a:pt x="301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2" name="Candidate_receptor__3641">
              <a:extLst>
                <a:ext uri="{FF2B5EF4-FFF2-40B4-BE49-F238E27FC236}">
                  <a16:creationId xmlns:a16="http://schemas.microsoft.com/office/drawing/2014/main" id="{0B6DB83A-7558-D366-B6E1-CE6DE0E37203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458108"/>
              <a:ext cx="110718" cy="26639"/>
            </a:xfrm>
            <a:custGeom>
              <a:avLst/>
              <a:gdLst/>
              <a:ahLst/>
              <a:cxnLst/>
              <a:rect l="0" t="0" r="0" b="0"/>
              <a:pathLst>
                <a:path w="110718" h="26639">
                  <a:moveTo>
                    <a:pt x="110718" y="26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3" name="Candidate_receptor__3642">
              <a:extLst>
                <a:ext uri="{FF2B5EF4-FFF2-40B4-BE49-F238E27FC236}">
                  <a16:creationId xmlns:a16="http://schemas.microsoft.com/office/drawing/2014/main" id="{A11D8E52-0826-B905-1563-7FCAEF8CCC7B}"/>
                </a:ext>
              </a:extLst>
            </p:cNvPr>
            <p:cNvSpPr>
              <a:spLocks noGrp="1"/>
            </p:cNvSpPr>
            <p:nvPr/>
          </p:nvSpPr>
          <p:spPr>
            <a:xfrm>
              <a:off x="3903671" y="3208726"/>
              <a:ext cx="80036" cy="80511"/>
            </a:xfrm>
            <a:custGeom>
              <a:avLst/>
              <a:gdLst/>
              <a:ahLst/>
              <a:cxnLst/>
              <a:rect l="0" t="0" r="0" b="0"/>
              <a:pathLst>
                <a:path w="80036" h="80511">
                  <a:moveTo>
                    <a:pt x="80036" y="805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4" name="Candidate_receptor__3643">
              <a:extLst>
                <a:ext uri="{FF2B5EF4-FFF2-40B4-BE49-F238E27FC236}">
                  <a16:creationId xmlns:a16="http://schemas.microsoft.com/office/drawing/2014/main" id="{7D3EFD15-DEB2-E288-CADD-E7097EC13D58}"/>
                </a:ext>
              </a:extLst>
            </p:cNvPr>
            <p:cNvSpPr>
              <a:spLocks noGrp="1"/>
            </p:cNvSpPr>
            <p:nvPr/>
          </p:nvSpPr>
          <p:spPr>
            <a:xfrm>
              <a:off x="5517849" y="1720477"/>
              <a:ext cx="57565" cy="19439"/>
            </a:xfrm>
            <a:custGeom>
              <a:avLst/>
              <a:gdLst/>
              <a:ahLst/>
              <a:cxnLst/>
              <a:rect l="0" t="0" r="0" b="0"/>
              <a:pathLst>
                <a:path w="57565" h="19439">
                  <a:moveTo>
                    <a:pt x="0" y="0"/>
                  </a:moveTo>
                  <a:lnTo>
                    <a:pt x="57565" y="194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5" name="Candidate_receptor__3644">
              <a:extLst>
                <a:ext uri="{FF2B5EF4-FFF2-40B4-BE49-F238E27FC236}">
                  <a16:creationId xmlns:a16="http://schemas.microsoft.com/office/drawing/2014/main" id="{E6A3535B-662B-B090-95A0-B167883616D9}"/>
                </a:ext>
              </a:extLst>
            </p:cNvPr>
            <p:cNvSpPr>
              <a:spLocks noGrp="1"/>
            </p:cNvSpPr>
            <p:nvPr/>
          </p:nvSpPr>
          <p:spPr>
            <a:xfrm>
              <a:off x="5174868" y="2008970"/>
              <a:ext cx="112899" cy="6808"/>
            </a:xfrm>
            <a:custGeom>
              <a:avLst/>
              <a:gdLst/>
              <a:ahLst/>
              <a:cxnLst/>
              <a:rect l="0" t="0" r="0" b="0"/>
              <a:pathLst>
                <a:path w="112899" h="6808">
                  <a:moveTo>
                    <a:pt x="112899" y="0"/>
                  </a:moveTo>
                  <a:lnTo>
                    <a:pt x="0" y="680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6" name="Candidate_receptor__3645">
              <a:extLst>
                <a:ext uri="{FF2B5EF4-FFF2-40B4-BE49-F238E27FC236}">
                  <a16:creationId xmlns:a16="http://schemas.microsoft.com/office/drawing/2014/main" id="{FAFC2F23-C263-7BEF-2E9C-2F6299F55665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357369"/>
              <a:ext cx="31154" cy="94083"/>
            </a:xfrm>
            <a:custGeom>
              <a:avLst/>
              <a:gdLst/>
              <a:ahLst/>
              <a:cxnLst/>
              <a:rect l="0" t="0" r="0" b="0"/>
              <a:pathLst>
                <a:path w="31154" h="94083">
                  <a:moveTo>
                    <a:pt x="31154" y="0"/>
                  </a:moveTo>
                  <a:lnTo>
                    <a:pt x="0" y="94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7" name="Candidate_receptor__3646">
              <a:extLst>
                <a:ext uri="{FF2B5EF4-FFF2-40B4-BE49-F238E27FC236}">
                  <a16:creationId xmlns:a16="http://schemas.microsoft.com/office/drawing/2014/main" id="{8784E75A-6B67-95EF-CBCC-919705D80B84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129909"/>
              <a:ext cx="105291" cy="40897"/>
            </a:xfrm>
            <a:custGeom>
              <a:avLst/>
              <a:gdLst/>
              <a:ahLst/>
              <a:cxnLst/>
              <a:rect l="0" t="0" r="0" b="0"/>
              <a:pathLst>
                <a:path w="105291" h="40897">
                  <a:moveTo>
                    <a:pt x="0" y="0"/>
                  </a:moveTo>
                  <a:lnTo>
                    <a:pt x="105291" y="4089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8" name="Candidate_receptor__3647">
              <a:extLst>
                <a:ext uri="{FF2B5EF4-FFF2-40B4-BE49-F238E27FC236}">
                  <a16:creationId xmlns:a16="http://schemas.microsoft.com/office/drawing/2014/main" id="{2BF07411-9C48-6DC5-2D31-A5836DEC0E2B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3067992"/>
              <a:ext cx="35569" cy="85241"/>
            </a:xfrm>
            <a:custGeom>
              <a:avLst/>
              <a:gdLst/>
              <a:ahLst/>
              <a:cxnLst/>
              <a:rect l="0" t="0" r="0" b="0"/>
              <a:pathLst>
                <a:path w="35569" h="85241">
                  <a:moveTo>
                    <a:pt x="35569" y="852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9" name="Candidate_receptor__3648">
              <a:extLst>
                <a:ext uri="{FF2B5EF4-FFF2-40B4-BE49-F238E27FC236}">
                  <a16:creationId xmlns:a16="http://schemas.microsoft.com/office/drawing/2014/main" id="{2E108361-1678-35E0-84D9-66073E2E2B7A}"/>
                </a:ext>
              </a:extLst>
            </p:cNvPr>
            <p:cNvSpPr>
              <a:spLocks noGrp="1"/>
            </p:cNvSpPr>
            <p:nvPr/>
          </p:nvSpPr>
          <p:spPr>
            <a:xfrm>
              <a:off x="5935207" y="2439315"/>
              <a:ext cx="56452" cy="1356"/>
            </a:xfrm>
            <a:custGeom>
              <a:avLst/>
              <a:gdLst/>
              <a:ahLst/>
              <a:cxnLst/>
              <a:rect l="0" t="0" r="0" b="0"/>
              <a:pathLst>
                <a:path w="56452" h="1356">
                  <a:moveTo>
                    <a:pt x="0" y="0"/>
                  </a:moveTo>
                  <a:lnTo>
                    <a:pt x="56452" y="13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0" name="Candidate_receptor__3649">
              <a:extLst>
                <a:ext uri="{FF2B5EF4-FFF2-40B4-BE49-F238E27FC236}">
                  <a16:creationId xmlns:a16="http://schemas.microsoft.com/office/drawing/2014/main" id="{46460E03-7B76-1D54-9A16-F48D243AF95D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2958322"/>
              <a:ext cx="11189" cy="91758"/>
            </a:xfrm>
            <a:custGeom>
              <a:avLst/>
              <a:gdLst/>
              <a:ahLst/>
              <a:cxnLst/>
              <a:rect l="0" t="0" r="0" b="0"/>
              <a:pathLst>
                <a:path w="11189" h="91758">
                  <a:moveTo>
                    <a:pt x="0" y="91758"/>
                  </a:moveTo>
                  <a:lnTo>
                    <a:pt x="1118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1" name="Candidate_receptor__3650">
              <a:extLst>
                <a:ext uri="{FF2B5EF4-FFF2-40B4-BE49-F238E27FC236}">
                  <a16:creationId xmlns:a16="http://schemas.microsoft.com/office/drawing/2014/main" id="{7D72B8C4-F362-8F76-FAA5-76A1A718BAB3}"/>
                </a:ext>
              </a:extLst>
            </p:cNvPr>
            <p:cNvSpPr>
              <a:spLocks noGrp="1"/>
            </p:cNvSpPr>
            <p:nvPr/>
          </p:nvSpPr>
          <p:spPr>
            <a:xfrm>
              <a:off x="4995780" y="2709014"/>
              <a:ext cx="49957" cy="20379"/>
            </a:xfrm>
            <a:custGeom>
              <a:avLst/>
              <a:gdLst/>
              <a:ahLst/>
              <a:cxnLst/>
              <a:rect l="0" t="0" r="0" b="0"/>
              <a:pathLst>
                <a:path w="49957" h="20379">
                  <a:moveTo>
                    <a:pt x="0" y="20379"/>
                  </a:moveTo>
                  <a:lnTo>
                    <a:pt x="49957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2" name="Candidate_receptor__3651">
              <a:extLst>
                <a:ext uri="{FF2B5EF4-FFF2-40B4-BE49-F238E27FC236}">
                  <a16:creationId xmlns:a16="http://schemas.microsoft.com/office/drawing/2014/main" id="{19AFF54D-2D95-D9E0-ED14-15D8D00CD8A5}"/>
                </a:ext>
              </a:extLst>
            </p:cNvPr>
            <p:cNvSpPr>
              <a:spLocks noGrp="1"/>
            </p:cNvSpPr>
            <p:nvPr/>
          </p:nvSpPr>
          <p:spPr>
            <a:xfrm>
              <a:off x="5694162" y="1679951"/>
              <a:ext cx="59604" cy="79083"/>
            </a:xfrm>
            <a:custGeom>
              <a:avLst/>
              <a:gdLst/>
              <a:ahLst/>
              <a:cxnLst/>
              <a:rect l="0" t="0" r="0" b="0"/>
              <a:pathLst>
                <a:path w="59604" h="79083">
                  <a:moveTo>
                    <a:pt x="0" y="0"/>
                  </a:moveTo>
                  <a:lnTo>
                    <a:pt x="59604" y="79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3" name="Candidate_receptor__3652">
              <a:extLst>
                <a:ext uri="{FF2B5EF4-FFF2-40B4-BE49-F238E27FC236}">
                  <a16:creationId xmlns:a16="http://schemas.microsoft.com/office/drawing/2014/main" id="{6FD9AE95-EB30-0B2E-4A45-83C52895269E}"/>
                </a:ext>
              </a:extLst>
            </p:cNvPr>
            <p:cNvSpPr>
              <a:spLocks noGrp="1"/>
            </p:cNvSpPr>
            <p:nvPr/>
          </p:nvSpPr>
          <p:spPr>
            <a:xfrm>
              <a:off x="4887687" y="2996948"/>
              <a:ext cx="79631" cy="81986"/>
            </a:xfrm>
            <a:custGeom>
              <a:avLst/>
              <a:gdLst/>
              <a:ahLst/>
              <a:cxnLst/>
              <a:rect l="0" t="0" r="0" b="0"/>
              <a:pathLst>
                <a:path w="79631" h="81986">
                  <a:moveTo>
                    <a:pt x="0" y="0"/>
                  </a:moveTo>
                  <a:lnTo>
                    <a:pt x="79631" y="8198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4" name="Candidate_receptor__3653">
              <a:extLst>
                <a:ext uri="{FF2B5EF4-FFF2-40B4-BE49-F238E27FC236}">
                  <a16:creationId xmlns:a16="http://schemas.microsoft.com/office/drawing/2014/main" id="{841C3383-7557-53C4-D3F4-FCE55CD1A2E3}"/>
                </a:ext>
              </a:extLst>
            </p:cNvPr>
            <p:cNvSpPr>
              <a:spLocks noGrp="1"/>
            </p:cNvSpPr>
            <p:nvPr/>
          </p:nvSpPr>
          <p:spPr>
            <a:xfrm>
              <a:off x="4004869" y="2636799"/>
              <a:ext cx="24438" cy="99742"/>
            </a:xfrm>
            <a:custGeom>
              <a:avLst/>
              <a:gdLst/>
              <a:ahLst/>
              <a:cxnLst/>
              <a:rect l="0" t="0" r="0" b="0"/>
              <a:pathLst>
                <a:path w="24438" h="99742">
                  <a:moveTo>
                    <a:pt x="0" y="99742"/>
                  </a:moveTo>
                  <a:lnTo>
                    <a:pt x="2443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55" name="Candidate_receptor__3654">
              <a:extLst>
                <a:ext uri="{FF2B5EF4-FFF2-40B4-BE49-F238E27FC236}">
                  <a16:creationId xmlns:a16="http://schemas.microsoft.com/office/drawing/2014/main" id="{84179773-F758-2B95-56BB-E31C602C53A3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879737"/>
              <a:ext cx="45474" cy="26245"/>
            </a:xfrm>
            <a:custGeom>
              <a:avLst/>
              <a:gdLst/>
              <a:ahLst/>
              <a:cxnLst/>
              <a:rect l="0" t="0" r="0" b="0"/>
              <a:pathLst>
                <a:path w="45474" h="26245">
                  <a:moveTo>
                    <a:pt x="0" y="26245"/>
                  </a:moveTo>
                  <a:lnTo>
                    <a:pt x="4547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6" name="Candidate_receptor__3655">
              <a:extLst>
                <a:ext uri="{FF2B5EF4-FFF2-40B4-BE49-F238E27FC236}">
                  <a16:creationId xmlns:a16="http://schemas.microsoft.com/office/drawing/2014/main" id="{D289914E-3AF6-120D-C0AF-A0590147D12E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119888"/>
              <a:ext cx="29072" cy="43103"/>
            </a:xfrm>
            <a:custGeom>
              <a:avLst/>
              <a:gdLst/>
              <a:ahLst/>
              <a:cxnLst/>
              <a:rect l="0" t="0" r="0" b="0"/>
              <a:pathLst>
                <a:path w="29072" h="43103">
                  <a:moveTo>
                    <a:pt x="0" y="0"/>
                  </a:moveTo>
                  <a:lnTo>
                    <a:pt x="29072" y="4310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7" name="Candidate_receptor__3656">
              <a:extLst>
                <a:ext uri="{FF2B5EF4-FFF2-40B4-BE49-F238E27FC236}">
                  <a16:creationId xmlns:a16="http://schemas.microsoft.com/office/drawing/2014/main" id="{AECED027-0039-4035-81A5-31519BDC833D}"/>
                </a:ext>
              </a:extLst>
            </p:cNvPr>
            <p:cNvSpPr>
              <a:spLocks noGrp="1"/>
            </p:cNvSpPr>
            <p:nvPr/>
          </p:nvSpPr>
          <p:spPr>
            <a:xfrm>
              <a:off x="3707633" y="3145575"/>
              <a:ext cx="26175" cy="104561"/>
            </a:xfrm>
            <a:custGeom>
              <a:avLst/>
              <a:gdLst/>
              <a:ahLst/>
              <a:cxnLst/>
              <a:rect l="0" t="0" r="0" b="0"/>
              <a:pathLst>
                <a:path w="26175" h="104561">
                  <a:moveTo>
                    <a:pt x="0" y="0"/>
                  </a:moveTo>
                  <a:lnTo>
                    <a:pt x="26175" y="104561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58" name="Candidate_receptor__3657">
              <a:extLst>
                <a:ext uri="{FF2B5EF4-FFF2-40B4-BE49-F238E27FC236}">
                  <a16:creationId xmlns:a16="http://schemas.microsoft.com/office/drawing/2014/main" id="{0CC67BE8-F06C-4CAE-2E04-A7BC4B266AFB}"/>
                </a:ext>
              </a:extLst>
            </p:cNvPr>
            <p:cNvSpPr>
              <a:spLocks noGrp="1"/>
            </p:cNvSpPr>
            <p:nvPr/>
          </p:nvSpPr>
          <p:spPr>
            <a:xfrm>
              <a:off x="4286007" y="3337140"/>
              <a:ext cx="97956" cy="17861"/>
            </a:xfrm>
            <a:custGeom>
              <a:avLst/>
              <a:gdLst/>
              <a:ahLst/>
              <a:cxnLst/>
              <a:rect l="0" t="0" r="0" b="0"/>
              <a:pathLst>
                <a:path w="97956" h="17861">
                  <a:moveTo>
                    <a:pt x="0" y="17861"/>
                  </a:moveTo>
                  <a:lnTo>
                    <a:pt x="9795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9" name="Candidate_receptor__3658">
              <a:extLst>
                <a:ext uri="{FF2B5EF4-FFF2-40B4-BE49-F238E27FC236}">
                  <a16:creationId xmlns:a16="http://schemas.microsoft.com/office/drawing/2014/main" id="{45FA5B1A-950A-DC2E-3EF3-7495F8BBA1F7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575512"/>
              <a:ext cx="30713" cy="25994"/>
            </a:xfrm>
            <a:custGeom>
              <a:avLst/>
              <a:gdLst/>
              <a:ahLst/>
              <a:cxnLst/>
              <a:rect l="0" t="0" r="0" b="0"/>
              <a:pathLst>
                <a:path w="30713" h="25994">
                  <a:moveTo>
                    <a:pt x="0" y="25994"/>
                  </a:moveTo>
                  <a:lnTo>
                    <a:pt x="3071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0" name="Candidate_receptor__3659">
              <a:extLst>
                <a:ext uri="{FF2B5EF4-FFF2-40B4-BE49-F238E27FC236}">
                  <a16:creationId xmlns:a16="http://schemas.microsoft.com/office/drawing/2014/main" id="{44640674-A0FE-E48B-752E-A5F1718F9547}"/>
                </a:ext>
              </a:extLst>
            </p:cNvPr>
            <p:cNvSpPr>
              <a:spLocks noGrp="1"/>
            </p:cNvSpPr>
            <p:nvPr/>
          </p:nvSpPr>
          <p:spPr>
            <a:xfrm>
              <a:off x="5305937" y="2264977"/>
              <a:ext cx="84148" cy="33268"/>
            </a:xfrm>
            <a:custGeom>
              <a:avLst/>
              <a:gdLst/>
              <a:ahLst/>
              <a:cxnLst/>
              <a:rect l="0" t="0" r="0" b="0"/>
              <a:pathLst>
                <a:path w="84148" h="33268">
                  <a:moveTo>
                    <a:pt x="0" y="0"/>
                  </a:moveTo>
                  <a:lnTo>
                    <a:pt x="84148" y="3326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1" name="Candidate_receptor__3660">
              <a:extLst>
                <a:ext uri="{FF2B5EF4-FFF2-40B4-BE49-F238E27FC236}">
                  <a16:creationId xmlns:a16="http://schemas.microsoft.com/office/drawing/2014/main" id="{D1239AF0-14BF-17EC-23ED-13704CCB3A99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3050080"/>
              <a:ext cx="20853" cy="78437"/>
            </a:xfrm>
            <a:custGeom>
              <a:avLst/>
              <a:gdLst/>
              <a:ahLst/>
              <a:cxnLst/>
              <a:rect l="0" t="0" r="0" b="0"/>
              <a:pathLst>
                <a:path w="20853" h="78437">
                  <a:moveTo>
                    <a:pt x="20853" y="784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2" name="Candidate_receptor__3661">
              <a:extLst>
                <a:ext uri="{FF2B5EF4-FFF2-40B4-BE49-F238E27FC236}">
                  <a16:creationId xmlns:a16="http://schemas.microsoft.com/office/drawing/2014/main" id="{9C745BBA-D2E3-031A-8656-6282F18DDAA9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015778"/>
              <a:ext cx="11025" cy="114132"/>
            </a:xfrm>
            <a:custGeom>
              <a:avLst/>
              <a:gdLst/>
              <a:ahLst/>
              <a:cxnLst/>
              <a:rect l="0" t="0" r="0" b="0"/>
              <a:pathLst>
                <a:path w="11025" h="114132">
                  <a:moveTo>
                    <a:pt x="11025" y="0"/>
                  </a:moveTo>
                  <a:lnTo>
                    <a:pt x="0" y="11413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3" name="Candidate_receptor__3662">
              <a:extLst>
                <a:ext uri="{FF2B5EF4-FFF2-40B4-BE49-F238E27FC236}">
                  <a16:creationId xmlns:a16="http://schemas.microsoft.com/office/drawing/2014/main" id="{BBA358E9-AAC6-26AE-64D8-7AE2D1CA24E4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790896"/>
              <a:ext cx="67880" cy="66737"/>
            </a:xfrm>
            <a:custGeom>
              <a:avLst/>
              <a:gdLst/>
              <a:ahLst/>
              <a:cxnLst/>
              <a:rect l="0" t="0" r="0" b="0"/>
              <a:pathLst>
                <a:path w="67880" h="66737">
                  <a:moveTo>
                    <a:pt x="67880" y="0"/>
                  </a:moveTo>
                  <a:lnTo>
                    <a:pt x="0" y="6673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4" name="Candidate_receptor__3663">
              <a:extLst>
                <a:ext uri="{FF2B5EF4-FFF2-40B4-BE49-F238E27FC236}">
                  <a16:creationId xmlns:a16="http://schemas.microsoft.com/office/drawing/2014/main" id="{E4BFEDD6-2712-280A-2C80-655CEEE26977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355002"/>
              <a:ext cx="22396" cy="103107"/>
            </a:xfrm>
            <a:custGeom>
              <a:avLst/>
              <a:gdLst/>
              <a:ahLst/>
              <a:cxnLst/>
              <a:rect l="0" t="0" r="0" b="0"/>
              <a:pathLst>
                <a:path w="22396" h="103107">
                  <a:moveTo>
                    <a:pt x="0" y="103107"/>
                  </a:moveTo>
                  <a:lnTo>
                    <a:pt x="2239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5" name="Candidate_receptor__3664">
              <a:extLst>
                <a:ext uri="{FF2B5EF4-FFF2-40B4-BE49-F238E27FC236}">
                  <a16:creationId xmlns:a16="http://schemas.microsoft.com/office/drawing/2014/main" id="{F5C18CB3-D250-8363-203F-B7972A721BA8}"/>
                </a:ext>
              </a:extLst>
            </p:cNvPr>
            <p:cNvSpPr>
              <a:spLocks noGrp="1"/>
            </p:cNvSpPr>
            <p:nvPr/>
          </p:nvSpPr>
          <p:spPr>
            <a:xfrm>
              <a:off x="3856392" y="2439125"/>
              <a:ext cx="25246" cy="26255"/>
            </a:xfrm>
            <a:custGeom>
              <a:avLst/>
              <a:gdLst/>
              <a:ahLst/>
              <a:cxnLst/>
              <a:rect l="0" t="0" r="0" b="0"/>
              <a:pathLst>
                <a:path w="25246" h="26255">
                  <a:moveTo>
                    <a:pt x="0" y="0"/>
                  </a:moveTo>
                  <a:lnTo>
                    <a:pt x="25246" y="2625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6" name="Candidate_receptor__3665">
              <a:extLst>
                <a:ext uri="{FF2B5EF4-FFF2-40B4-BE49-F238E27FC236}">
                  <a16:creationId xmlns:a16="http://schemas.microsoft.com/office/drawing/2014/main" id="{30192E41-DFC4-A17B-D4C4-7F82BD4FE92A}"/>
                </a:ext>
              </a:extLst>
            </p:cNvPr>
            <p:cNvSpPr>
              <a:spLocks noGrp="1"/>
            </p:cNvSpPr>
            <p:nvPr/>
          </p:nvSpPr>
          <p:spPr>
            <a:xfrm>
              <a:off x="5872387" y="2531537"/>
              <a:ext cx="31383" cy="18467"/>
            </a:xfrm>
            <a:custGeom>
              <a:avLst/>
              <a:gdLst/>
              <a:ahLst/>
              <a:cxnLst/>
              <a:rect l="0" t="0" r="0" b="0"/>
              <a:pathLst>
                <a:path w="31383" h="18467">
                  <a:moveTo>
                    <a:pt x="0" y="0"/>
                  </a:moveTo>
                  <a:lnTo>
                    <a:pt x="31383" y="184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7" name="Candidate_receptor__3666">
              <a:extLst>
                <a:ext uri="{FF2B5EF4-FFF2-40B4-BE49-F238E27FC236}">
                  <a16:creationId xmlns:a16="http://schemas.microsoft.com/office/drawing/2014/main" id="{B1CAE1EB-60DD-1491-B66D-1A35AD938A03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187363"/>
              <a:ext cx="89020" cy="22744"/>
            </a:xfrm>
            <a:custGeom>
              <a:avLst/>
              <a:gdLst/>
              <a:ahLst/>
              <a:cxnLst/>
              <a:rect l="0" t="0" r="0" b="0"/>
              <a:pathLst>
                <a:path w="89020" h="22744">
                  <a:moveTo>
                    <a:pt x="0" y="22744"/>
                  </a:moveTo>
                  <a:lnTo>
                    <a:pt x="8902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8" name="Candidate_receptor__3667">
              <a:extLst>
                <a:ext uri="{FF2B5EF4-FFF2-40B4-BE49-F238E27FC236}">
                  <a16:creationId xmlns:a16="http://schemas.microsoft.com/office/drawing/2014/main" id="{238F714F-656E-397A-368A-AA7AF8FFCA32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65998" cy="22634"/>
            </a:xfrm>
            <a:custGeom>
              <a:avLst/>
              <a:gdLst/>
              <a:ahLst/>
              <a:cxnLst/>
              <a:rect l="0" t="0" r="0" b="0"/>
              <a:pathLst>
                <a:path w="65998" h="22634">
                  <a:moveTo>
                    <a:pt x="0" y="0"/>
                  </a:moveTo>
                  <a:lnTo>
                    <a:pt x="65998" y="2263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9" name="Candidate_receptor__3668">
              <a:extLst>
                <a:ext uri="{FF2B5EF4-FFF2-40B4-BE49-F238E27FC236}">
                  <a16:creationId xmlns:a16="http://schemas.microsoft.com/office/drawing/2014/main" id="{8EB5415F-2910-54B1-ECA4-E8AD4A82F587}"/>
                </a:ext>
              </a:extLst>
            </p:cNvPr>
            <p:cNvSpPr>
              <a:spLocks noGrp="1"/>
            </p:cNvSpPr>
            <p:nvPr/>
          </p:nvSpPr>
          <p:spPr>
            <a:xfrm>
              <a:off x="5269135" y="2170806"/>
              <a:ext cx="36802" cy="94170"/>
            </a:xfrm>
            <a:custGeom>
              <a:avLst/>
              <a:gdLst/>
              <a:ahLst/>
              <a:cxnLst/>
              <a:rect l="0" t="0" r="0" b="0"/>
              <a:pathLst>
                <a:path w="36802" h="94170">
                  <a:moveTo>
                    <a:pt x="0" y="0"/>
                  </a:moveTo>
                  <a:lnTo>
                    <a:pt x="36802" y="9417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0" name="Candidate_receptor__3669">
              <a:extLst>
                <a:ext uri="{FF2B5EF4-FFF2-40B4-BE49-F238E27FC236}">
                  <a16:creationId xmlns:a16="http://schemas.microsoft.com/office/drawing/2014/main" id="{E9BB4DC4-DC43-3F2F-AC70-413AB52B5676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62962"/>
              <a:ext cx="40678" cy="107624"/>
            </a:xfrm>
            <a:custGeom>
              <a:avLst/>
              <a:gdLst/>
              <a:ahLst/>
              <a:cxnLst/>
              <a:rect l="0" t="0" r="0" b="0"/>
              <a:pathLst>
                <a:path w="40678" h="107624">
                  <a:moveTo>
                    <a:pt x="40678" y="107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1" name="Candidate_receptor__3670">
              <a:extLst>
                <a:ext uri="{FF2B5EF4-FFF2-40B4-BE49-F238E27FC236}">
                  <a16:creationId xmlns:a16="http://schemas.microsoft.com/office/drawing/2014/main" id="{02A9C060-4A81-EC97-2569-4CA96B59947A}"/>
                </a:ext>
              </a:extLst>
            </p:cNvPr>
            <p:cNvSpPr>
              <a:spLocks noGrp="1"/>
            </p:cNvSpPr>
            <p:nvPr/>
          </p:nvSpPr>
          <p:spPr>
            <a:xfrm>
              <a:off x="5692506" y="2113263"/>
              <a:ext cx="105699" cy="45567"/>
            </a:xfrm>
            <a:custGeom>
              <a:avLst/>
              <a:gdLst/>
              <a:ahLst/>
              <a:cxnLst/>
              <a:rect l="0" t="0" r="0" b="0"/>
              <a:pathLst>
                <a:path w="105699" h="45567">
                  <a:moveTo>
                    <a:pt x="105699" y="0"/>
                  </a:moveTo>
                  <a:lnTo>
                    <a:pt x="0" y="455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2" name="Candidate_receptor__3671">
              <a:extLst>
                <a:ext uri="{FF2B5EF4-FFF2-40B4-BE49-F238E27FC236}">
                  <a16:creationId xmlns:a16="http://schemas.microsoft.com/office/drawing/2014/main" id="{28365E8A-75B6-A631-D257-9A9548932E13}"/>
                </a:ext>
              </a:extLst>
            </p:cNvPr>
            <p:cNvSpPr>
              <a:spLocks noGrp="1"/>
            </p:cNvSpPr>
            <p:nvPr/>
          </p:nvSpPr>
          <p:spPr>
            <a:xfrm>
              <a:off x="5575414" y="1739916"/>
              <a:ext cx="59391" cy="87555"/>
            </a:xfrm>
            <a:custGeom>
              <a:avLst/>
              <a:gdLst/>
              <a:ahLst/>
              <a:cxnLst/>
              <a:rect l="0" t="0" r="0" b="0"/>
              <a:pathLst>
                <a:path w="59391" h="87555">
                  <a:moveTo>
                    <a:pt x="0" y="0"/>
                  </a:moveTo>
                  <a:lnTo>
                    <a:pt x="59391" y="8755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3" name="Candidate_receptor__3672">
              <a:extLst>
                <a:ext uri="{FF2B5EF4-FFF2-40B4-BE49-F238E27FC236}">
                  <a16:creationId xmlns:a16="http://schemas.microsoft.com/office/drawing/2014/main" id="{59EA3135-6BDC-E44E-6E35-F2FD82610307}"/>
                </a:ext>
              </a:extLst>
            </p:cNvPr>
            <p:cNvSpPr>
              <a:spLocks noGrp="1"/>
            </p:cNvSpPr>
            <p:nvPr/>
          </p:nvSpPr>
          <p:spPr>
            <a:xfrm>
              <a:off x="4029307" y="2560735"/>
              <a:ext cx="83670" cy="76064"/>
            </a:xfrm>
            <a:custGeom>
              <a:avLst/>
              <a:gdLst/>
              <a:ahLst/>
              <a:cxnLst/>
              <a:rect l="0" t="0" r="0" b="0"/>
              <a:pathLst>
                <a:path w="83670" h="76064">
                  <a:moveTo>
                    <a:pt x="0" y="76064"/>
                  </a:moveTo>
                  <a:lnTo>
                    <a:pt x="8367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4" name="Candidate_receptor__3673">
              <a:extLst>
                <a:ext uri="{FF2B5EF4-FFF2-40B4-BE49-F238E27FC236}">
                  <a16:creationId xmlns:a16="http://schemas.microsoft.com/office/drawing/2014/main" id="{812C5EF9-FF6F-6126-B7C5-CFE30DBFC792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38974"/>
              <a:ext cx="74606" cy="58578"/>
            </a:xfrm>
            <a:custGeom>
              <a:avLst/>
              <a:gdLst/>
              <a:ahLst/>
              <a:cxnLst/>
              <a:rect l="0" t="0" r="0" b="0"/>
              <a:pathLst>
                <a:path w="74606" h="58578">
                  <a:moveTo>
                    <a:pt x="74606" y="0"/>
                  </a:moveTo>
                  <a:lnTo>
                    <a:pt x="0" y="5857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5" name="Candidate_receptor__3674">
              <a:extLst>
                <a:ext uri="{FF2B5EF4-FFF2-40B4-BE49-F238E27FC236}">
                  <a16:creationId xmlns:a16="http://schemas.microsoft.com/office/drawing/2014/main" id="{1FF49BC7-C5F0-F5C0-C378-E0AB314DEF58}"/>
                </a:ext>
              </a:extLst>
            </p:cNvPr>
            <p:cNvSpPr>
              <a:spLocks noGrp="1"/>
            </p:cNvSpPr>
            <p:nvPr/>
          </p:nvSpPr>
          <p:spPr>
            <a:xfrm>
              <a:off x="4837120" y="2814993"/>
              <a:ext cx="86327" cy="29264"/>
            </a:xfrm>
            <a:custGeom>
              <a:avLst/>
              <a:gdLst/>
              <a:ahLst/>
              <a:cxnLst/>
              <a:rect l="0" t="0" r="0" b="0"/>
              <a:pathLst>
                <a:path w="86327" h="29264">
                  <a:moveTo>
                    <a:pt x="0" y="0"/>
                  </a:moveTo>
                  <a:lnTo>
                    <a:pt x="86327" y="2926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6" name="Candidate_receptor__3675">
              <a:extLst>
                <a:ext uri="{FF2B5EF4-FFF2-40B4-BE49-F238E27FC236}">
                  <a16:creationId xmlns:a16="http://schemas.microsoft.com/office/drawing/2014/main" id="{C6D3DFE2-D5F7-BCDC-F3A9-CA69CBDE2BC5}"/>
                </a:ext>
              </a:extLst>
            </p:cNvPr>
            <p:cNvSpPr>
              <a:spLocks noGrp="1"/>
            </p:cNvSpPr>
            <p:nvPr/>
          </p:nvSpPr>
          <p:spPr>
            <a:xfrm>
              <a:off x="4605674" y="3006437"/>
              <a:ext cx="39341" cy="11812"/>
            </a:xfrm>
            <a:custGeom>
              <a:avLst/>
              <a:gdLst/>
              <a:ahLst/>
              <a:cxnLst/>
              <a:rect l="0" t="0" r="0" b="0"/>
              <a:pathLst>
                <a:path w="39341" h="11812">
                  <a:moveTo>
                    <a:pt x="0" y="0"/>
                  </a:moveTo>
                  <a:lnTo>
                    <a:pt x="39341" y="1181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7" name="Candidate_receptor__3676">
              <a:extLst>
                <a:ext uri="{FF2B5EF4-FFF2-40B4-BE49-F238E27FC236}">
                  <a16:creationId xmlns:a16="http://schemas.microsoft.com/office/drawing/2014/main" id="{790AAE02-E1E9-EC56-63FE-7536D7DA36B2}"/>
                </a:ext>
              </a:extLst>
            </p:cNvPr>
            <p:cNvSpPr>
              <a:spLocks noGrp="1"/>
            </p:cNvSpPr>
            <p:nvPr/>
          </p:nvSpPr>
          <p:spPr>
            <a:xfrm>
              <a:off x="5998619" y="2260197"/>
              <a:ext cx="47583" cy="62311"/>
            </a:xfrm>
            <a:custGeom>
              <a:avLst/>
              <a:gdLst/>
              <a:ahLst/>
              <a:cxnLst/>
              <a:rect l="0" t="0" r="0" b="0"/>
              <a:pathLst>
                <a:path w="47583" h="62311">
                  <a:moveTo>
                    <a:pt x="47583" y="623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8" name="Candidate_receptor__3677">
              <a:extLst>
                <a:ext uri="{FF2B5EF4-FFF2-40B4-BE49-F238E27FC236}">
                  <a16:creationId xmlns:a16="http://schemas.microsoft.com/office/drawing/2014/main" id="{D1AA3176-0A70-850A-A1F1-C023378A2572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32660"/>
              <a:ext cx="100463" cy="54413"/>
            </a:xfrm>
            <a:custGeom>
              <a:avLst/>
              <a:gdLst/>
              <a:ahLst/>
              <a:cxnLst/>
              <a:rect l="0" t="0" r="0" b="0"/>
              <a:pathLst>
                <a:path w="100463" h="54413">
                  <a:moveTo>
                    <a:pt x="100463" y="0"/>
                  </a:moveTo>
                  <a:lnTo>
                    <a:pt x="0" y="54413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9" name="Candidate_receptor__3678">
              <a:extLst>
                <a:ext uri="{FF2B5EF4-FFF2-40B4-BE49-F238E27FC236}">
                  <a16:creationId xmlns:a16="http://schemas.microsoft.com/office/drawing/2014/main" id="{8411B3C0-CF53-3671-213B-96BBD114505E}"/>
                </a:ext>
              </a:extLst>
            </p:cNvPr>
            <p:cNvSpPr>
              <a:spLocks noGrp="1"/>
            </p:cNvSpPr>
            <p:nvPr/>
          </p:nvSpPr>
          <p:spPr>
            <a:xfrm>
              <a:off x="4990336" y="3296928"/>
              <a:ext cx="82271" cy="68099"/>
            </a:xfrm>
            <a:custGeom>
              <a:avLst/>
              <a:gdLst/>
              <a:ahLst/>
              <a:cxnLst/>
              <a:rect l="0" t="0" r="0" b="0"/>
              <a:pathLst>
                <a:path w="82271" h="68099">
                  <a:moveTo>
                    <a:pt x="0" y="0"/>
                  </a:moveTo>
                  <a:lnTo>
                    <a:pt x="82271" y="6809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80" name="Candidate_receptor__3679">
              <a:extLst>
                <a:ext uri="{FF2B5EF4-FFF2-40B4-BE49-F238E27FC236}">
                  <a16:creationId xmlns:a16="http://schemas.microsoft.com/office/drawing/2014/main" id="{A6BD1B9F-6AE3-1933-93E0-1341D83EE85C}"/>
                </a:ext>
              </a:extLst>
            </p:cNvPr>
            <p:cNvSpPr>
              <a:spLocks noGrp="1"/>
            </p:cNvSpPr>
            <p:nvPr/>
          </p:nvSpPr>
          <p:spPr>
            <a:xfrm>
              <a:off x="5287768" y="2008970"/>
              <a:ext cx="69728" cy="805"/>
            </a:xfrm>
            <a:custGeom>
              <a:avLst/>
              <a:gdLst/>
              <a:ahLst/>
              <a:cxnLst/>
              <a:rect l="0" t="0" r="0" b="0"/>
              <a:pathLst>
                <a:path w="69728" h="805">
                  <a:moveTo>
                    <a:pt x="69728" y="8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81" name="Candidate_receptor__3680">
              <a:extLst>
                <a:ext uri="{FF2B5EF4-FFF2-40B4-BE49-F238E27FC236}">
                  <a16:creationId xmlns:a16="http://schemas.microsoft.com/office/drawing/2014/main" id="{DAAC4E2D-8DB7-25A2-0D74-B126694066E4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624" cy="49613"/>
            </a:xfrm>
            <a:custGeom>
              <a:avLst/>
              <a:gdLst/>
              <a:ahLst/>
              <a:cxnLst/>
              <a:rect l="0" t="0" r="0" b="0"/>
              <a:pathLst>
                <a:path w="95624" h="49613">
                  <a:moveTo>
                    <a:pt x="0" y="0"/>
                  </a:moveTo>
                  <a:lnTo>
                    <a:pt x="95624" y="4961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82" name="Candidate_receptor__3681">
              <a:extLst>
                <a:ext uri="{FF2B5EF4-FFF2-40B4-BE49-F238E27FC236}">
                  <a16:creationId xmlns:a16="http://schemas.microsoft.com/office/drawing/2014/main" id="{FDFF5F6A-78DB-13FD-D5BE-267D142C358A}"/>
                </a:ext>
              </a:extLst>
            </p:cNvPr>
            <p:cNvSpPr>
              <a:spLocks noGrp="1"/>
            </p:cNvSpPr>
            <p:nvPr/>
          </p:nvSpPr>
          <p:spPr>
            <a:xfrm>
              <a:off x="5139806" y="2558936"/>
              <a:ext cx="89368" cy="62885"/>
            </a:xfrm>
            <a:custGeom>
              <a:avLst/>
              <a:gdLst/>
              <a:ahLst/>
              <a:cxnLst/>
              <a:rect l="0" t="0" r="0" b="0"/>
              <a:pathLst>
                <a:path w="89368" h="62885">
                  <a:moveTo>
                    <a:pt x="0" y="62885"/>
                  </a:moveTo>
                  <a:lnTo>
                    <a:pt x="89368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3" name="Candidate_receptor__3682">
              <a:extLst>
                <a:ext uri="{FF2B5EF4-FFF2-40B4-BE49-F238E27FC236}">
                  <a16:creationId xmlns:a16="http://schemas.microsoft.com/office/drawing/2014/main" id="{C9FE2359-4CFC-C6A3-B086-C3BD40D3BA67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520007"/>
              <a:ext cx="80704" cy="75679"/>
            </a:xfrm>
            <a:custGeom>
              <a:avLst/>
              <a:gdLst/>
              <a:ahLst/>
              <a:cxnLst/>
              <a:rect l="0" t="0" r="0" b="0"/>
              <a:pathLst>
                <a:path w="80704" h="75679">
                  <a:moveTo>
                    <a:pt x="0" y="0"/>
                  </a:moveTo>
                  <a:lnTo>
                    <a:pt x="80704" y="7567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4" name="Candidate_receptor__3683">
              <a:extLst>
                <a:ext uri="{FF2B5EF4-FFF2-40B4-BE49-F238E27FC236}">
                  <a16:creationId xmlns:a16="http://schemas.microsoft.com/office/drawing/2014/main" id="{0705E86C-03EE-5975-38C0-C28615053590}"/>
                </a:ext>
              </a:extLst>
            </p:cNvPr>
            <p:cNvSpPr>
              <a:spLocks noGrp="1"/>
            </p:cNvSpPr>
            <p:nvPr/>
          </p:nvSpPr>
          <p:spPr>
            <a:xfrm>
              <a:off x="5269479" y="2855415"/>
              <a:ext cx="20585" cy="83720"/>
            </a:xfrm>
            <a:custGeom>
              <a:avLst/>
              <a:gdLst/>
              <a:ahLst/>
              <a:cxnLst/>
              <a:rect l="0" t="0" r="0" b="0"/>
              <a:pathLst>
                <a:path w="20585" h="83720">
                  <a:moveTo>
                    <a:pt x="20585" y="0"/>
                  </a:moveTo>
                  <a:lnTo>
                    <a:pt x="0" y="8372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5" name="Candidate_receptor__3684">
              <a:extLst>
                <a:ext uri="{FF2B5EF4-FFF2-40B4-BE49-F238E27FC236}">
                  <a16:creationId xmlns:a16="http://schemas.microsoft.com/office/drawing/2014/main" id="{A69C4148-1881-F1CF-88D1-3C561CC6A372}"/>
                </a:ext>
              </a:extLst>
            </p:cNvPr>
            <p:cNvSpPr>
              <a:spLocks noGrp="1"/>
            </p:cNvSpPr>
            <p:nvPr/>
          </p:nvSpPr>
          <p:spPr>
            <a:xfrm>
              <a:off x="5991659" y="2440671"/>
              <a:ext cx="54979" cy="98059"/>
            </a:xfrm>
            <a:custGeom>
              <a:avLst/>
              <a:gdLst/>
              <a:ahLst/>
              <a:cxnLst/>
              <a:rect l="0" t="0" r="0" b="0"/>
              <a:pathLst>
                <a:path w="54979" h="98059">
                  <a:moveTo>
                    <a:pt x="0" y="0"/>
                  </a:moveTo>
                  <a:lnTo>
                    <a:pt x="54979" y="9805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6" name="Candidate_receptor__3685">
              <a:extLst>
                <a:ext uri="{FF2B5EF4-FFF2-40B4-BE49-F238E27FC236}">
                  <a16:creationId xmlns:a16="http://schemas.microsoft.com/office/drawing/2014/main" id="{9AD31A2B-7718-650A-F55A-F28670052D29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87073"/>
              <a:ext cx="48338" cy="103823"/>
            </a:xfrm>
            <a:custGeom>
              <a:avLst/>
              <a:gdLst/>
              <a:ahLst/>
              <a:cxnLst/>
              <a:rect l="0" t="0" r="0" b="0"/>
              <a:pathLst>
                <a:path w="48338" h="103823">
                  <a:moveTo>
                    <a:pt x="0" y="0"/>
                  </a:moveTo>
                  <a:lnTo>
                    <a:pt x="48338" y="103823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7" name="Candidate_receptor__3686">
              <a:extLst>
                <a:ext uri="{FF2B5EF4-FFF2-40B4-BE49-F238E27FC236}">
                  <a16:creationId xmlns:a16="http://schemas.microsoft.com/office/drawing/2014/main" id="{D43E8CF0-30E7-3C99-CE25-331147F95DDE}"/>
                </a:ext>
              </a:extLst>
            </p:cNvPr>
            <p:cNvSpPr>
              <a:spLocks noGrp="1"/>
            </p:cNvSpPr>
            <p:nvPr/>
          </p:nvSpPr>
          <p:spPr>
            <a:xfrm>
              <a:off x="5120314" y="3223592"/>
              <a:ext cx="80097" cy="47672"/>
            </a:xfrm>
            <a:custGeom>
              <a:avLst/>
              <a:gdLst/>
              <a:ahLst/>
              <a:cxnLst/>
              <a:rect l="0" t="0" r="0" b="0"/>
              <a:pathLst>
                <a:path w="80097" h="47672">
                  <a:moveTo>
                    <a:pt x="0" y="0"/>
                  </a:moveTo>
                  <a:lnTo>
                    <a:pt x="80097" y="47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8" name="Candidate_receptor__3687">
              <a:extLst>
                <a:ext uri="{FF2B5EF4-FFF2-40B4-BE49-F238E27FC236}">
                  <a16:creationId xmlns:a16="http://schemas.microsoft.com/office/drawing/2014/main" id="{F01906C2-7E71-40FB-4D8C-5936715E6580}"/>
                </a:ext>
              </a:extLst>
            </p:cNvPr>
            <p:cNvSpPr>
              <a:spLocks noGrp="1"/>
            </p:cNvSpPr>
            <p:nvPr/>
          </p:nvSpPr>
          <p:spPr>
            <a:xfrm>
              <a:off x="4378251" y="2570655"/>
              <a:ext cx="8765" cy="9006"/>
            </a:xfrm>
            <a:custGeom>
              <a:avLst/>
              <a:gdLst/>
              <a:ahLst/>
              <a:cxnLst/>
              <a:rect l="0" t="0" r="0" b="0"/>
              <a:pathLst>
                <a:path w="8765" h="9006">
                  <a:moveTo>
                    <a:pt x="8765" y="9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9" name="Candidate_receptor__3688">
              <a:extLst>
                <a:ext uri="{FF2B5EF4-FFF2-40B4-BE49-F238E27FC236}">
                  <a16:creationId xmlns:a16="http://schemas.microsoft.com/office/drawing/2014/main" id="{27C8A71D-3A2D-055B-1B5D-5DB08FD652C1}"/>
                </a:ext>
              </a:extLst>
            </p:cNvPr>
            <p:cNvSpPr>
              <a:spLocks noGrp="1"/>
            </p:cNvSpPr>
            <p:nvPr/>
          </p:nvSpPr>
          <p:spPr>
            <a:xfrm>
              <a:off x="5615300" y="2082837"/>
              <a:ext cx="77205" cy="75993"/>
            </a:xfrm>
            <a:custGeom>
              <a:avLst/>
              <a:gdLst/>
              <a:ahLst/>
              <a:cxnLst/>
              <a:rect l="0" t="0" r="0" b="0"/>
              <a:pathLst>
                <a:path w="77205" h="75993">
                  <a:moveTo>
                    <a:pt x="77205" y="759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0" name="Candidate_receptor__3689">
              <a:extLst>
                <a:ext uri="{FF2B5EF4-FFF2-40B4-BE49-F238E27FC236}">
                  <a16:creationId xmlns:a16="http://schemas.microsoft.com/office/drawing/2014/main" id="{994A58DF-9A7D-E5B1-799B-1DC9D8883862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760720"/>
              <a:ext cx="99087" cy="58644"/>
            </a:xfrm>
            <a:custGeom>
              <a:avLst/>
              <a:gdLst/>
              <a:ahLst/>
              <a:cxnLst/>
              <a:rect l="0" t="0" r="0" b="0"/>
              <a:pathLst>
                <a:path w="99087" h="58644">
                  <a:moveTo>
                    <a:pt x="0" y="0"/>
                  </a:moveTo>
                  <a:lnTo>
                    <a:pt x="99087" y="5864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1" name="Candidate_receptor__3690">
              <a:extLst>
                <a:ext uri="{FF2B5EF4-FFF2-40B4-BE49-F238E27FC236}">
                  <a16:creationId xmlns:a16="http://schemas.microsoft.com/office/drawing/2014/main" id="{9EC02CA0-48FB-4E24-1B19-19384BEF7375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296928"/>
              <a:ext cx="76788" cy="85166"/>
            </a:xfrm>
            <a:custGeom>
              <a:avLst/>
              <a:gdLst/>
              <a:ahLst/>
              <a:cxnLst/>
              <a:rect l="0" t="0" r="0" b="0"/>
              <a:pathLst>
                <a:path w="76788" h="85166">
                  <a:moveTo>
                    <a:pt x="0" y="85166"/>
                  </a:moveTo>
                  <a:lnTo>
                    <a:pt x="76788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2" name="Candidate_receptor__3691">
              <a:extLst>
                <a:ext uri="{FF2B5EF4-FFF2-40B4-BE49-F238E27FC236}">
                  <a16:creationId xmlns:a16="http://schemas.microsoft.com/office/drawing/2014/main" id="{3FABDA8B-B2E8-A80D-60FA-90553D785628}"/>
                </a:ext>
              </a:extLst>
            </p:cNvPr>
            <p:cNvSpPr>
              <a:spLocks noGrp="1"/>
            </p:cNvSpPr>
            <p:nvPr/>
          </p:nvSpPr>
          <p:spPr>
            <a:xfrm>
              <a:off x="4672157" y="2879737"/>
              <a:ext cx="94903" cy="62980"/>
            </a:xfrm>
            <a:custGeom>
              <a:avLst/>
              <a:gdLst/>
              <a:ahLst/>
              <a:cxnLst/>
              <a:rect l="0" t="0" r="0" b="0"/>
              <a:pathLst>
                <a:path w="94903" h="62980">
                  <a:moveTo>
                    <a:pt x="0" y="0"/>
                  </a:moveTo>
                  <a:lnTo>
                    <a:pt x="94903" y="6298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3" name="Candidate_receptor__3692">
              <a:extLst>
                <a:ext uri="{FF2B5EF4-FFF2-40B4-BE49-F238E27FC236}">
                  <a16:creationId xmlns:a16="http://schemas.microsoft.com/office/drawing/2014/main" id="{7DB65C0F-E52F-6C19-69D0-30C7A88953F6}"/>
                </a:ext>
              </a:extLst>
            </p:cNvPr>
            <p:cNvSpPr>
              <a:spLocks noGrp="1"/>
            </p:cNvSpPr>
            <p:nvPr/>
          </p:nvSpPr>
          <p:spPr>
            <a:xfrm>
              <a:off x="4366876" y="3072618"/>
              <a:ext cx="1363" cy="114745"/>
            </a:xfrm>
            <a:custGeom>
              <a:avLst/>
              <a:gdLst/>
              <a:ahLst/>
              <a:cxnLst/>
              <a:rect l="0" t="0" r="0" b="0"/>
              <a:pathLst>
                <a:path w="1363" h="114745">
                  <a:moveTo>
                    <a:pt x="0" y="114745"/>
                  </a:moveTo>
                  <a:lnTo>
                    <a:pt x="136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4" name="Candidate_receptor__3693">
              <a:extLst>
                <a:ext uri="{FF2B5EF4-FFF2-40B4-BE49-F238E27FC236}">
                  <a16:creationId xmlns:a16="http://schemas.microsoft.com/office/drawing/2014/main" id="{A94C5C59-4306-3582-4510-92ABC4796438}"/>
                </a:ext>
              </a:extLst>
            </p:cNvPr>
            <p:cNvSpPr>
              <a:spLocks noGrp="1"/>
            </p:cNvSpPr>
            <p:nvPr/>
          </p:nvSpPr>
          <p:spPr>
            <a:xfrm>
              <a:off x="5807179" y="2442393"/>
              <a:ext cx="65208" cy="89145"/>
            </a:xfrm>
            <a:custGeom>
              <a:avLst/>
              <a:gdLst/>
              <a:ahLst/>
              <a:cxnLst/>
              <a:rect l="0" t="0" r="0" b="0"/>
              <a:pathLst>
                <a:path w="65208" h="89145">
                  <a:moveTo>
                    <a:pt x="0" y="0"/>
                  </a:moveTo>
                  <a:lnTo>
                    <a:pt x="65208" y="8914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5" name="Candidate_receptor__3694">
              <a:extLst>
                <a:ext uri="{FF2B5EF4-FFF2-40B4-BE49-F238E27FC236}">
                  <a16:creationId xmlns:a16="http://schemas.microsoft.com/office/drawing/2014/main" id="{C32456F5-6880-DD4C-1079-BE10FA5DCC4B}"/>
                </a:ext>
              </a:extLst>
            </p:cNvPr>
            <p:cNvSpPr>
              <a:spLocks noGrp="1"/>
            </p:cNvSpPr>
            <p:nvPr/>
          </p:nvSpPr>
          <p:spPr>
            <a:xfrm>
              <a:off x="5035042" y="2575512"/>
              <a:ext cx="104764" cy="46309"/>
            </a:xfrm>
            <a:custGeom>
              <a:avLst/>
              <a:gdLst/>
              <a:ahLst/>
              <a:cxnLst/>
              <a:rect l="0" t="0" r="0" b="0"/>
              <a:pathLst>
                <a:path w="104764" h="46309">
                  <a:moveTo>
                    <a:pt x="0" y="0"/>
                  </a:moveTo>
                  <a:lnTo>
                    <a:pt x="104764" y="4630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6" name="Candidate_receptor__3695">
              <a:extLst>
                <a:ext uri="{FF2B5EF4-FFF2-40B4-BE49-F238E27FC236}">
                  <a16:creationId xmlns:a16="http://schemas.microsoft.com/office/drawing/2014/main" id="{5F993DF6-F7F6-CD32-E35E-FF0461A94547}"/>
                </a:ext>
              </a:extLst>
            </p:cNvPr>
            <p:cNvSpPr>
              <a:spLocks noGrp="1"/>
            </p:cNvSpPr>
            <p:nvPr/>
          </p:nvSpPr>
          <p:spPr>
            <a:xfrm>
              <a:off x="5357495" y="2009774"/>
              <a:ext cx="80426" cy="71791"/>
            </a:xfrm>
            <a:custGeom>
              <a:avLst/>
              <a:gdLst/>
              <a:ahLst/>
              <a:cxnLst/>
              <a:rect l="0" t="0" r="0" b="0"/>
              <a:pathLst>
                <a:path w="80426" h="71791">
                  <a:moveTo>
                    <a:pt x="80426" y="717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7" name="Candidate_receptor__3696">
              <a:extLst>
                <a:ext uri="{FF2B5EF4-FFF2-40B4-BE49-F238E27FC236}">
                  <a16:creationId xmlns:a16="http://schemas.microsoft.com/office/drawing/2014/main" id="{6901FBFA-9A1A-03C8-3682-B867C5F62257}"/>
                </a:ext>
              </a:extLst>
            </p:cNvPr>
            <p:cNvSpPr>
              <a:spLocks noGrp="1"/>
            </p:cNvSpPr>
            <p:nvPr/>
          </p:nvSpPr>
          <p:spPr>
            <a:xfrm>
              <a:off x="4510359" y="2958322"/>
              <a:ext cx="95316" cy="48114"/>
            </a:xfrm>
            <a:custGeom>
              <a:avLst/>
              <a:gdLst/>
              <a:ahLst/>
              <a:cxnLst/>
              <a:rect l="0" t="0" r="0" b="0"/>
              <a:pathLst>
                <a:path w="95316" h="48114">
                  <a:moveTo>
                    <a:pt x="0" y="0"/>
                  </a:moveTo>
                  <a:lnTo>
                    <a:pt x="95316" y="4811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8" name="Candidate_receptor__3697">
              <a:extLst>
                <a:ext uri="{FF2B5EF4-FFF2-40B4-BE49-F238E27FC236}">
                  <a16:creationId xmlns:a16="http://schemas.microsoft.com/office/drawing/2014/main" id="{BA1517D4-992B-F6E8-BF51-31FAD9AE2DD2}"/>
                </a:ext>
              </a:extLst>
            </p:cNvPr>
            <p:cNvSpPr>
              <a:spLocks noGrp="1"/>
            </p:cNvSpPr>
            <p:nvPr/>
          </p:nvSpPr>
          <p:spPr>
            <a:xfrm>
              <a:off x="3783033" y="2595686"/>
              <a:ext cx="21823" cy="80204"/>
            </a:xfrm>
            <a:custGeom>
              <a:avLst/>
              <a:gdLst/>
              <a:ahLst/>
              <a:cxnLst/>
              <a:rect l="0" t="0" r="0" b="0"/>
              <a:pathLst>
                <a:path w="21823" h="80204">
                  <a:moveTo>
                    <a:pt x="21823" y="0"/>
                  </a:moveTo>
                  <a:lnTo>
                    <a:pt x="0" y="8020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9" name="Candidate_receptor__3698">
              <a:extLst>
                <a:ext uri="{FF2B5EF4-FFF2-40B4-BE49-F238E27FC236}">
                  <a16:creationId xmlns:a16="http://schemas.microsoft.com/office/drawing/2014/main" id="{E6805B1C-0853-A0D2-58EC-9397F06C4026}"/>
                </a:ext>
              </a:extLst>
            </p:cNvPr>
            <p:cNvSpPr>
              <a:spLocks noGrp="1"/>
            </p:cNvSpPr>
            <p:nvPr/>
          </p:nvSpPr>
          <p:spPr>
            <a:xfrm>
              <a:off x="3725824" y="2819364"/>
              <a:ext cx="15619" cy="109018"/>
            </a:xfrm>
            <a:custGeom>
              <a:avLst/>
              <a:gdLst/>
              <a:ahLst/>
              <a:cxnLst/>
              <a:rect l="0" t="0" r="0" b="0"/>
              <a:pathLst>
                <a:path w="15619" h="109018">
                  <a:moveTo>
                    <a:pt x="0" y="0"/>
                  </a:moveTo>
                  <a:lnTo>
                    <a:pt x="15619" y="10901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0" name="Candidate_receptor__3699">
              <a:extLst>
                <a:ext uri="{FF2B5EF4-FFF2-40B4-BE49-F238E27FC236}">
                  <a16:creationId xmlns:a16="http://schemas.microsoft.com/office/drawing/2014/main" id="{B3994125-4EE9-24C5-CB8A-7179B249D706}"/>
                </a:ext>
              </a:extLst>
            </p:cNvPr>
            <p:cNvSpPr>
              <a:spLocks noGrp="1"/>
            </p:cNvSpPr>
            <p:nvPr/>
          </p:nvSpPr>
          <p:spPr>
            <a:xfrm>
              <a:off x="4537167" y="2728047"/>
              <a:ext cx="86494" cy="42538"/>
            </a:xfrm>
            <a:custGeom>
              <a:avLst/>
              <a:gdLst/>
              <a:ahLst/>
              <a:cxnLst/>
              <a:rect l="0" t="0" r="0" b="0"/>
              <a:pathLst>
                <a:path w="86494" h="42538">
                  <a:moveTo>
                    <a:pt x="86494" y="0"/>
                  </a:moveTo>
                  <a:lnTo>
                    <a:pt x="0" y="4253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1" name="Candidate_receptor__3700">
              <a:extLst>
                <a:ext uri="{FF2B5EF4-FFF2-40B4-BE49-F238E27FC236}">
                  <a16:creationId xmlns:a16="http://schemas.microsoft.com/office/drawing/2014/main" id="{4A2D05CF-2C1C-AFDF-2B65-B259B19F185F}"/>
                </a:ext>
              </a:extLst>
            </p:cNvPr>
            <p:cNvSpPr>
              <a:spLocks noGrp="1"/>
            </p:cNvSpPr>
            <p:nvPr/>
          </p:nvSpPr>
          <p:spPr>
            <a:xfrm>
              <a:off x="4112977" y="2560735"/>
              <a:ext cx="74991" cy="22109"/>
            </a:xfrm>
            <a:custGeom>
              <a:avLst/>
              <a:gdLst/>
              <a:ahLst/>
              <a:cxnLst/>
              <a:rect l="0" t="0" r="0" b="0"/>
              <a:pathLst>
                <a:path w="74991" h="22109">
                  <a:moveTo>
                    <a:pt x="0" y="0"/>
                  </a:moveTo>
                  <a:lnTo>
                    <a:pt x="74991" y="2210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2" name="Candidate_receptor__3701">
              <a:extLst>
                <a:ext uri="{FF2B5EF4-FFF2-40B4-BE49-F238E27FC236}">
                  <a16:creationId xmlns:a16="http://schemas.microsoft.com/office/drawing/2014/main" id="{26AF4229-C9E3-DDFF-E010-FFD17DD2AF62}"/>
                </a:ext>
              </a:extLst>
            </p:cNvPr>
            <p:cNvSpPr>
              <a:spLocks noGrp="1"/>
            </p:cNvSpPr>
            <p:nvPr/>
          </p:nvSpPr>
          <p:spPr>
            <a:xfrm>
              <a:off x="3733808" y="3250136"/>
              <a:ext cx="95402" cy="6089"/>
            </a:xfrm>
            <a:custGeom>
              <a:avLst/>
              <a:gdLst/>
              <a:ahLst/>
              <a:cxnLst/>
              <a:rect l="0" t="0" r="0" b="0"/>
              <a:pathLst>
                <a:path w="95402" h="6089">
                  <a:moveTo>
                    <a:pt x="0" y="0"/>
                  </a:moveTo>
                  <a:lnTo>
                    <a:pt x="95402" y="608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3" name="Candidate_receptor__3702">
              <a:extLst>
                <a:ext uri="{FF2B5EF4-FFF2-40B4-BE49-F238E27FC236}">
                  <a16:creationId xmlns:a16="http://schemas.microsoft.com/office/drawing/2014/main" id="{DF76163E-3B04-A8EE-A226-C79C9F464F19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469061"/>
              <a:ext cx="7059" cy="15686"/>
            </a:xfrm>
            <a:custGeom>
              <a:avLst/>
              <a:gdLst/>
              <a:ahLst/>
              <a:cxnLst/>
              <a:rect l="0" t="0" r="0" b="0"/>
              <a:pathLst>
                <a:path w="7059" h="15686">
                  <a:moveTo>
                    <a:pt x="0" y="0"/>
                  </a:moveTo>
                  <a:lnTo>
                    <a:pt x="7059" y="1568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4" name="Candidate_receptor__3703">
              <a:extLst>
                <a:ext uri="{FF2B5EF4-FFF2-40B4-BE49-F238E27FC236}">
                  <a16:creationId xmlns:a16="http://schemas.microsoft.com/office/drawing/2014/main" id="{78695FB0-1325-E634-454B-78311A232B57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382094"/>
              <a:ext cx="71525" cy="74673"/>
            </a:xfrm>
            <a:custGeom>
              <a:avLst/>
              <a:gdLst/>
              <a:ahLst/>
              <a:cxnLst/>
              <a:rect l="0" t="0" r="0" b="0"/>
              <a:pathLst>
                <a:path w="71525" h="74673">
                  <a:moveTo>
                    <a:pt x="71525" y="746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5" name="Candidate_receptor__3704">
              <a:extLst>
                <a:ext uri="{FF2B5EF4-FFF2-40B4-BE49-F238E27FC236}">
                  <a16:creationId xmlns:a16="http://schemas.microsoft.com/office/drawing/2014/main" id="{3EE77FF4-58F4-D843-4672-7D28752AFE6E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451452"/>
              <a:ext cx="74665" cy="45976"/>
            </a:xfrm>
            <a:custGeom>
              <a:avLst/>
              <a:gdLst/>
              <a:ahLst/>
              <a:cxnLst/>
              <a:rect l="0" t="0" r="0" b="0"/>
              <a:pathLst>
                <a:path w="74665" h="45976">
                  <a:moveTo>
                    <a:pt x="0" y="0"/>
                  </a:moveTo>
                  <a:lnTo>
                    <a:pt x="74665" y="4597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6" name="Candidate_receptor__3705">
              <a:extLst>
                <a:ext uri="{FF2B5EF4-FFF2-40B4-BE49-F238E27FC236}">
                  <a16:creationId xmlns:a16="http://schemas.microsoft.com/office/drawing/2014/main" id="{1D42A818-B8CF-5D6E-4406-85066386289E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666603"/>
              <a:ext cx="41228" cy="94117"/>
            </a:xfrm>
            <a:custGeom>
              <a:avLst/>
              <a:gdLst/>
              <a:ahLst/>
              <a:cxnLst/>
              <a:rect l="0" t="0" r="0" b="0"/>
              <a:pathLst>
                <a:path w="41228" h="94117">
                  <a:moveTo>
                    <a:pt x="41228" y="0"/>
                  </a:moveTo>
                  <a:lnTo>
                    <a:pt x="0" y="94117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7" name="Candidate_receptor__3706">
              <a:extLst>
                <a:ext uri="{FF2B5EF4-FFF2-40B4-BE49-F238E27FC236}">
                  <a16:creationId xmlns:a16="http://schemas.microsoft.com/office/drawing/2014/main" id="{894C2B79-BF5C-98AC-AB24-3B0051837079}"/>
                </a:ext>
              </a:extLst>
            </p:cNvPr>
            <p:cNvSpPr>
              <a:spLocks noGrp="1"/>
            </p:cNvSpPr>
            <p:nvPr/>
          </p:nvSpPr>
          <p:spPr>
            <a:xfrm>
              <a:off x="5696001" y="2497428"/>
              <a:ext cx="36316" cy="85947"/>
            </a:xfrm>
            <a:custGeom>
              <a:avLst/>
              <a:gdLst/>
              <a:ahLst/>
              <a:cxnLst/>
              <a:rect l="0" t="0" r="0" b="0"/>
              <a:pathLst>
                <a:path w="36316" h="85947">
                  <a:moveTo>
                    <a:pt x="0" y="0"/>
                  </a:moveTo>
                  <a:lnTo>
                    <a:pt x="36316" y="859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8" name="Candidate_receptor__3707">
              <a:extLst>
                <a:ext uri="{FF2B5EF4-FFF2-40B4-BE49-F238E27FC236}">
                  <a16:creationId xmlns:a16="http://schemas.microsoft.com/office/drawing/2014/main" id="{1061EC14-3601-8B02-C985-9BDFCBD3D07D}"/>
                </a:ext>
              </a:extLst>
            </p:cNvPr>
            <p:cNvSpPr>
              <a:spLocks noGrp="1"/>
            </p:cNvSpPr>
            <p:nvPr/>
          </p:nvSpPr>
          <p:spPr>
            <a:xfrm>
              <a:off x="5883732" y="2256924"/>
              <a:ext cx="114888" cy="3272"/>
            </a:xfrm>
            <a:custGeom>
              <a:avLst/>
              <a:gdLst/>
              <a:ahLst/>
              <a:cxnLst/>
              <a:rect l="0" t="0" r="0" b="0"/>
              <a:pathLst>
                <a:path w="114888" h="3272">
                  <a:moveTo>
                    <a:pt x="114888" y="32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9" name="Candidate_receptor__3708">
              <a:extLst>
                <a:ext uri="{FF2B5EF4-FFF2-40B4-BE49-F238E27FC236}">
                  <a16:creationId xmlns:a16="http://schemas.microsoft.com/office/drawing/2014/main" id="{5449855C-8424-F58E-6F40-39F1E8B7B18A}"/>
                </a:ext>
              </a:extLst>
            </p:cNvPr>
            <p:cNvSpPr>
              <a:spLocks noGrp="1"/>
            </p:cNvSpPr>
            <p:nvPr/>
          </p:nvSpPr>
          <p:spPr>
            <a:xfrm>
              <a:off x="3741443" y="2928382"/>
              <a:ext cx="115510" cy="2933"/>
            </a:xfrm>
            <a:custGeom>
              <a:avLst/>
              <a:gdLst/>
              <a:ahLst/>
              <a:cxnLst/>
              <a:rect l="0" t="0" r="0" b="0"/>
              <a:pathLst>
                <a:path w="115510" h="2933">
                  <a:moveTo>
                    <a:pt x="0" y="0"/>
                  </a:moveTo>
                  <a:lnTo>
                    <a:pt x="115510" y="2933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0" name="Candidate_receptor__3709">
              <a:extLst>
                <a:ext uri="{FF2B5EF4-FFF2-40B4-BE49-F238E27FC236}">
                  <a16:creationId xmlns:a16="http://schemas.microsoft.com/office/drawing/2014/main" id="{8FB55239-18E9-9505-92F0-95283F73BFF9}"/>
                </a:ext>
              </a:extLst>
            </p:cNvPr>
            <p:cNvSpPr>
              <a:spLocks noGrp="1"/>
            </p:cNvSpPr>
            <p:nvPr/>
          </p:nvSpPr>
          <p:spPr>
            <a:xfrm>
              <a:off x="3938356" y="2854842"/>
              <a:ext cx="102407" cy="11324"/>
            </a:xfrm>
            <a:custGeom>
              <a:avLst/>
              <a:gdLst/>
              <a:ahLst/>
              <a:cxnLst/>
              <a:rect l="0" t="0" r="0" b="0"/>
              <a:pathLst>
                <a:path w="102407" h="11324">
                  <a:moveTo>
                    <a:pt x="0" y="0"/>
                  </a:moveTo>
                  <a:lnTo>
                    <a:pt x="102407" y="1132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1" name="Candidate_receptor__3710">
              <a:extLst>
                <a:ext uri="{FF2B5EF4-FFF2-40B4-BE49-F238E27FC236}">
                  <a16:creationId xmlns:a16="http://schemas.microsoft.com/office/drawing/2014/main" id="{35D5AC7F-BA5B-4264-5124-173C04C6DBA1}"/>
                </a:ext>
              </a:extLst>
            </p:cNvPr>
            <p:cNvSpPr>
              <a:spLocks noGrp="1"/>
            </p:cNvSpPr>
            <p:nvPr/>
          </p:nvSpPr>
          <p:spPr>
            <a:xfrm>
              <a:off x="5437921" y="2081566"/>
              <a:ext cx="78975" cy="27951"/>
            </a:xfrm>
            <a:custGeom>
              <a:avLst/>
              <a:gdLst/>
              <a:ahLst/>
              <a:cxnLst/>
              <a:rect l="0" t="0" r="0" b="0"/>
              <a:pathLst>
                <a:path w="78975" h="27951">
                  <a:moveTo>
                    <a:pt x="78975" y="27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12" name="Candidate_receptor__3711">
              <a:extLst>
                <a:ext uri="{FF2B5EF4-FFF2-40B4-BE49-F238E27FC236}">
                  <a16:creationId xmlns:a16="http://schemas.microsoft.com/office/drawing/2014/main" id="{45524AFD-8C16-40D3-E626-CAE267FD1FF1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78983"/>
              <a:ext cx="13076" cy="54672"/>
            </a:xfrm>
            <a:custGeom>
              <a:avLst/>
              <a:gdLst/>
              <a:ahLst/>
              <a:cxnLst/>
              <a:rect l="0" t="0" r="0" b="0"/>
              <a:pathLst>
                <a:path w="13076" h="54672">
                  <a:moveTo>
                    <a:pt x="0" y="0"/>
                  </a:moveTo>
                  <a:lnTo>
                    <a:pt x="13076" y="54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3" name="Candidate_receptor__3712">
              <a:extLst>
                <a:ext uri="{FF2B5EF4-FFF2-40B4-BE49-F238E27FC236}">
                  <a16:creationId xmlns:a16="http://schemas.microsoft.com/office/drawing/2014/main" id="{A719C942-7966-7B32-3989-066CFFB8DC0F}"/>
                </a:ext>
              </a:extLst>
            </p:cNvPr>
            <p:cNvSpPr>
              <a:spLocks noGrp="1"/>
            </p:cNvSpPr>
            <p:nvPr/>
          </p:nvSpPr>
          <p:spPr>
            <a:xfrm>
              <a:off x="4040762" y="2800383"/>
              <a:ext cx="76602" cy="65783"/>
            </a:xfrm>
            <a:custGeom>
              <a:avLst/>
              <a:gdLst/>
              <a:ahLst/>
              <a:cxnLst/>
              <a:rect l="0" t="0" r="0" b="0"/>
              <a:pathLst>
                <a:path w="76602" h="65783">
                  <a:moveTo>
                    <a:pt x="0" y="65783"/>
                  </a:moveTo>
                  <a:lnTo>
                    <a:pt x="76602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14" name="Candidate_receptor__3713">
              <a:extLst>
                <a:ext uri="{FF2B5EF4-FFF2-40B4-BE49-F238E27FC236}">
                  <a16:creationId xmlns:a16="http://schemas.microsoft.com/office/drawing/2014/main" id="{7EEA1DF3-3690-6A83-7966-E50F56454A35}"/>
                </a:ext>
              </a:extLst>
            </p:cNvPr>
            <p:cNvSpPr>
              <a:spLocks noGrp="1"/>
            </p:cNvSpPr>
            <p:nvPr/>
          </p:nvSpPr>
          <p:spPr>
            <a:xfrm>
              <a:off x="5776880" y="3055128"/>
              <a:ext cx="7517" cy="107863"/>
            </a:xfrm>
            <a:custGeom>
              <a:avLst/>
              <a:gdLst/>
              <a:ahLst/>
              <a:cxnLst/>
              <a:rect l="0" t="0" r="0" b="0"/>
              <a:pathLst>
                <a:path w="7517" h="107863">
                  <a:moveTo>
                    <a:pt x="7517" y="107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5" name="Candidate_receptor__3714">
              <a:extLst>
                <a:ext uri="{FF2B5EF4-FFF2-40B4-BE49-F238E27FC236}">
                  <a16:creationId xmlns:a16="http://schemas.microsoft.com/office/drawing/2014/main" id="{8A7DC7DA-8359-BB28-CCFF-DEA5312920AA}"/>
                </a:ext>
              </a:extLst>
            </p:cNvPr>
            <p:cNvSpPr>
              <a:spLocks noGrp="1"/>
            </p:cNvSpPr>
            <p:nvPr/>
          </p:nvSpPr>
          <p:spPr>
            <a:xfrm>
              <a:off x="5668513" y="3033963"/>
              <a:ext cx="108367" cy="21166"/>
            </a:xfrm>
            <a:custGeom>
              <a:avLst/>
              <a:gdLst/>
              <a:ahLst/>
              <a:cxnLst/>
              <a:rect l="0" t="0" r="0" b="0"/>
              <a:pathLst>
                <a:path w="108367" h="21166">
                  <a:moveTo>
                    <a:pt x="108367" y="2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6" name="Candidate_receptor__3715">
              <a:extLst>
                <a:ext uri="{FF2B5EF4-FFF2-40B4-BE49-F238E27FC236}">
                  <a16:creationId xmlns:a16="http://schemas.microsoft.com/office/drawing/2014/main" id="{19D93EF3-B4EA-DE22-8BB5-F261783DAD4C}"/>
                </a:ext>
              </a:extLst>
            </p:cNvPr>
            <p:cNvSpPr>
              <a:spLocks noGrp="1"/>
            </p:cNvSpPr>
            <p:nvPr/>
          </p:nvSpPr>
          <p:spPr>
            <a:xfrm>
              <a:off x="4841582" y="3085075"/>
              <a:ext cx="3041" cy="68158"/>
            </a:xfrm>
            <a:custGeom>
              <a:avLst/>
              <a:gdLst/>
              <a:ahLst/>
              <a:cxnLst/>
              <a:rect l="0" t="0" r="0" b="0"/>
              <a:pathLst>
                <a:path w="3041" h="68158">
                  <a:moveTo>
                    <a:pt x="0" y="0"/>
                  </a:moveTo>
                  <a:lnTo>
                    <a:pt x="3041" y="68158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7" name="Candidate_receptor__3716">
              <a:extLst>
                <a:ext uri="{FF2B5EF4-FFF2-40B4-BE49-F238E27FC236}">
                  <a16:creationId xmlns:a16="http://schemas.microsoft.com/office/drawing/2014/main" id="{C505D0CF-B2D5-A0E4-FF2D-76C80931FDC7}"/>
                </a:ext>
              </a:extLst>
            </p:cNvPr>
            <p:cNvSpPr>
              <a:spLocks noGrp="1"/>
            </p:cNvSpPr>
            <p:nvPr/>
          </p:nvSpPr>
          <p:spPr>
            <a:xfrm>
              <a:off x="3856953" y="2854842"/>
              <a:ext cx="81403" cy="76473"/>
            </a:xfrm>
            <a:custGeom>
              <a:avLst/>
              <a:gdLst/>
              <a:ahLst/>
              <a:cxnLst/>
              <a:rect l="0" t="0" r="0" b="0"/>
              <a:pathLst>
                <a:path w="81403" h="76473">
                  <a:moveTo>
                    <a:pt x="0" y="76473"/>
                  </a:moveTo>
                  <a:lnTo>
                    <a:pt x="81403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18" name="Candidate_receptor__3717">
              <a:extLst>
                <a:ext uri="{FF2B5EF4-FFF2-40B4-BE49-F238E27FC236}">
                  <a16:creationId xmlns:a16="http://schemas.microsoft.com/office/drawing/2014/main" id="{F167450D-EB74-9704-58BF-F00AE8D9319A}"/>
                </a:ext>
              </a:extLst>
            </p:cNvPr>
            <p:cNvSpPr>
              <a:spLocks noGrp="1"/>
            </p:cNvSpPr>
            <p:nvPr/>
          </p:nvSpPr>
          <p:spPr>
            <a:xfrm>
              <a:off x="5157937" y="2939135"/>
              <a:ext cx="111543" cy="11279"/>
            </a:xfrm>
            <a:custGeom>
              <a:avLst/>
              <a:gdLst/>
              <a:ahLst/>
              <a:cxnLst/>
              <a:rect l="0" t="0" r="0" b="0"/>
              <a:pathLst>
                <a:path w="111543" h="11279">
                  <a:moveTo>
                    <a:pt x="111543" y="0"/>
                  </a:moveTo>
                  <a:lnTo>
                    <a:pt x="0" y="11279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19" name="Candidate_receptor__3718">
              <a:extLst>
                <a:ext uri="{FF2B5EF4-FFF2-40B4-BE49-F238E27FC236}">
                  <a16:creationId xmlns:a16="http://schemas.microsoft.com/office/drawing/2014/main" id="{C65ECAFA-E90F-ED5E-8EEF-B37BBEB75367}"/>
                </a:ext>
              </a:extLst>
            </p:cNvPr>
            <p:cNvSpPr>
              <a:spLocks noGrp="1"/>
            </p:cNvSpPr>
            <p:nvPr/>
          </p:nvSpPr>
          <p:spPr>
            <a:xfrm>
              <a:off x="5516896" y="2082837"/>
              <a:ext cx="98404" cy="26679"/>
            </a:xfrm>
            <a:custGeom>
              <a:avLst/>
              <a:gdLst/>
              <a:ahLst/>
              <a:cxnLst/>
              <a:rect l="0" t="0" r="0" b="0"/>
              <a:pathLst>
                <a:path w="98404" h="26679">
                  <a:moveTo>
                    <a:pt x="98404" y="0"/>
                  </a:moveTo>
                  <a:lnTo>
                    <a:pt x="0" y="26679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0" name="Candidate_receptor__3719">
              <a:extLst>
                <a:ext uri="{FF2B5EF4-FFF2-40B4-BE49-F238E27FC236}">
                  <a16:creationId xmlns:a16="http://schemas.microsoft.com/office/drawing/2014/main" id="{86F73B62-F078-49C8-52A0-86AC3EA1E01D}"/>
                </a:ext>
              </a:extLst>
            </p:cNvPr>
            <p:cNvSpPr>
              <a:spLocks noGrp="1"/>
            </p:cNvSpPr>
            <p:nvPr/>
          </p:nvSpPr>
          <p:spPr>
            <a:xfrm>
              <a:off x="4452898" y="3078210"/>
              <a:ext cx="67125" cy="50306"/>
            </a:xfrm>
            <a:custGeom>
              <a:avLst/>
              <a:gdLst/>
              <a:ahLst/>
              <a:cxnLst/>
              <a:rect l="0" t="0" r="0" b="0"/>
              <a:pathLst>
                <a:path w="67125" h="50306">
                  <a:moveTo>
                    <a:pt x="0" y="0"/>
                  </a:moveTo>
                  <a:lnTo>
                    <a:pt x="67125" y="5030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1" name="Candidate_receptor__3720">
              <a:extLst>
                <a:ext uri="{FF2B5EF4-FFF2-40B4-BE49-F238E27FC236}">
                  <a16:creationId xmlns:a16="http://schemas.microsoft.com/office/drawing/2014/main" id="{FCB604F6-B9A9-3BE8-E5C7-BA33E536661C}"/>
                </a:ext>
              </a:extLst>
            </p:cNvPr>
            <p:cNvSpPr>
              <a:spLocks noGrp="1"/>
            </p:cNvSpPr>
            <p:nvPr/>
          </p:nvSpPr>
          <p:spPr>
            <a:xfrm>
              <a:off x="4368239" y="3072618"/>
              <a:ext cx="84659" cy="5592"/>
            </a:xfrm>
            <a:custGeom>
              <a:avLst/>
              <a:gdLst/>
              <a:ahLst/>
              <a:cxnLst/>
              <a:rect l="0" t="0" r="0" b="0"/>
              <a:pathLst>
                <a:path w="84659" h="5592">
                  <a:moveTo>
                    <a:pt x="0" y="0"/>
                  </a:moveTo>
                  <a:lnTo>
                    <a:pt x="84659" y="5592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2" name="Candidate_receptor__3721">
              <a:extLst>
                <a:ext uri="{FF2B5EF4-FFF2-40B4-BE49-F238E27FC236}">
                  <a16:creationId xmlns:a16="http://schemas.microsoft.com/office/drawing/2014/main" id="{AF4D71F3-B6BB-1377-5926-AD151FD54814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049233"/>
              <a:ext cx="40079" cy="107257"/>
            </a:xfrm>
            <a:custGeom>
              <a:avLst/>
              <a:gdLst/>
              <a:ahLst/>
              <a:cxnLst/>
              <a:rect l="0" t="0" r="0" b="0"/>
              <a:pathLst>
                <a:path w="40079" h="107257">
                  <a:moveTo>
                    <a:pt x="0" y="107257"/>
                  </a:moveTo>
                  <a:lnTo>
                    <a:pt x="40079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3" name="Candidate_receptor__3722">
              <a:extLst>
                <a:ext uri="{FF2B5EF4-FFF2-40B4-BE49-F238E27FC236}">
                  <a16:creationId xmlns:a16="http://schemas.microsoft.com/office/drawing/2014/main" id="{4DE17E53-AB5E-8DE6-2762-2A98D720D49D}"/>
                </a:ext>
              </a:extLst>
            </p:cNvPr>
            <p:cNvSpPr>
              <a:spLocks noGrp="1"/>
            </p:cNvSpPr>
            <p:nvPr/>
          </p:nvSpPr>
          <p:spPr>
            <a:xfrm>
              <a:off x="5944832" y="1905520"/>
              <a:ext cx="82890" cy="33454"/>
            </a:xfrm>
            <a:custGeom>
              <a:avLst/>
              <a:gdLst/>
              <a:ahLst/>
              <a:cxnLst/>
              <a:rect l="0" t="0" r="0" b="0"/>
              <a:pathLst>
                <a:path w="82890" h="33454">
                  <a:moveTo>
                    <a:pt x="0" y="0"/>
                  </a:moveTo>
                  <a:lnTo>
                    <a:pt x="82890" y="33454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4" name="Candidate_receptor__3723">
              <a:extLst>
                <a:ext uri="{FF2B5EF4-FFF2-40B4-BE49-F238E27FC236}">
                  <a16:creationId xmlns:a16="http://schemas.microsoft.com/office/drawing/2014/main" id="{ABD7569C-197D-2479-99DE-50B5F4F836AB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487888"/>
              <a:ext cx="69694" cy="32118"/>
            </a:xfrm>
            <a:custGeom>
              <a:avLst/>
              <a:gdLst/>
              <a:ahLst/>
              <a:cxnLst/>
              <a:rect l="0" t="0" r="0" b="0"/>
              <a:pathLst>
                <a:path w="69694" h="32118">
                  <a:moveTo>
                    <a:pt x="69694" y="0"/>
                  </a:moveTo>
                  <a:lnTo>
                    <a:pt x="0" y="3211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5" name="Candidate_receptor__3724">
              <a:extLst>
                <a:ext uri="{FF2B5EF4-FFF2-40B4-BE49-F238E27FC236}">
                  <a16:creationId xmlns:a16="http://schemas.microsoft.com/office/drawing/2014/main" id="{2D4B8E1B-D47A-669F-8547-7010464BB4D5}"/>
                </a:ext>
              </a:extLst>
            </p:cNvPr>
            <p:cNvSpPr>
              <a:spLocks noGrp="1"/>
            </p:cNvSpPr>
            <p:nvPr/>
          </p:nvSpPr>
          <p:spPr>
            <a:xfrm>
              <a:off x="3667965" y="2666603"/>
              <a:ext cx="115068" cy="9287"/>
            </a:xfrm>
            <a:custGeom>
              <a:avLst/>
              <a:gdLst/>
              <a:ahLst/>
              <a:cxnLst/>
              <a:rect l="0" t="0" r="0" b="0"/>
              <a:pathLst>
                <a:path w="115068" h="9287">
                  <a:moveTo>
                    <a:pt x="115068" y="9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6" name="Candidate_receptor__3725">
              <a:extLst>
                <a:ext uri="{FF2B5EF4-FFF2-40B4-BE49-F238E27FC236}">
                  <a16:creationId xmlns:a16="http://schemas.microsoft.com/office/drawing/2014/main" id="{AEBAD0A2-E270-8952-AA1A-7FBF08F17C41}"/>
                </a:ext>
              </a:extLst>
            </p:cNvPr>
            <p:cNvSpPr>
              <a:spLocks noGrp="1"/>
            </p:cNvSpPr>
            <p:nvPr/>
          </p:nvSpPr>
          <p:spPr>
            <a:xfrm>
              <a:off x="3829210" y="3256226"/>
              <a:ext cx="40004" cy="106348"/>
            </a:xfrm>
            <a:custGeom>
              <a:avLst/>
              <a:gdLst/>
              <a:ahLst/>
              <a:cxnLst/>
              <a:rect l="0" t="0" r="0" b="0"/>
              <a:pathLst>
                <a:path w="40004" h="106348">
                  <a:moveTo>
                    <a:pt x="0" y="0"/>
                  </a:moveTo>
                  <a:lnTo>
                    <a:pt x="40004" y="10634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7" name="Candidate_receptor__3726">
              <a:extLst>
                <a:ext uri="{FF2B5EF4-FFF2-40B4-BE49-F238E27FC236}">
                  <a16:creationId xmlns:a16="http://schemas.microsoft.com/office/drawing/2014/main" id="{9EC3498F-1E27-82B9-3E6A-1446AA7AA704}"/>
                </a:ext>
              </a:extLst>
            </p:cNvPr>
            <p:cNvSpPr>
              <a:spLocks noGrp="1"/>
            </p:cNvSpPr>
            <p:nvPr/>
          </p:nvSpPr>
          <p:spPr>
            <a:xfrm>
              <a:off x="3793846" y="2465381"/>
              <a:ext cx="87792" cy="22508"/>
            </a:xfrm>
            <a:custGeom>
              <a:avLst/>
              <a:gdLst/>
              <a:ahLst/>
              <a:cxnLst/>
              <a:rect l="0" t="0" r="0" b="0"/>
              <a:pathLst>
                <a:path w="87792" h="22508">
                  <a:moveTo>
                    <a:pt x="87792" y="0"/>
                  </a:moveTo>
                  <a:lnTo>
                    <a:pt x="0" y="2250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8" name="Candidate_receptor__3727">
              <a:extLst>
                <a:ext uri="{FF2B5EF4-FFF2-40B4-BE49-F238E27FC236}">
                  <a16:creationId xmlns:a16="http://schemas.microsoft.com/office/drawing/2014/main" id="{11530D03-F806-C5C6-8681-5B08A11776F6}"/>
                </a:ext>
              </a:extLst>
            </p:cNvPr>
            <p:cNvSpPr>
              <a:spLocks noGrp="1"/>
            </p:cNvSpPr>
            <p:nvPr/>
          </p:nvSpPr>
          <p:spPr>
            <a:xfrm>
              <a:off x="5840151" y="1905520"/>
              <a:ext cx="104681" cy="16332"/>
            </a:xfrm>
            <a:custGeom>
              <a:avLst/>
              <a:gdLst/>
              <a:ahLst/>
              <a:cxnLst/>
              <a:rect l="0" t="0" r="0" b="0"/>
              <a:pathLst>
                <a:path w="104681" h="16332">
                  <a:moveTo>
                    <a:pt x="0" y="16332"/>
                  </a:moveTo>
                  <a:lnTo>
                    <a:pt x="104681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9" name="Candidate_receptor__3728">
              <a:extLst>
                <a:ext uri="{FF2B5EF4-FFF2-40B4-BE49-F238E27FC236}">
                  <a16:creationId xmlns:a16="http://schemas.microsoft.com/office/drawing/2014/main" id="{A8C35F94-FA78-3656-6933-A67EEFF25A51}"/>
                </a:ext>
              </a:extLst>
            </p:cNvPr>
            <p:cNvSpPr>
              <a:spLocks noGrp="1"/>
            </p:cNvSpPr>
            <p:nvPr/>
          </p:nvSpPr>
          <p:spPr>
            <a:xfrm>
              <a:off x="4117364" y="2795300"/>
              <a:ext cx="114076" cy="5083"/>
            </a:xfrm>
            <a:custGeom>
              <a:avLst/>
              <a:gdLst/>
              <a:ahLst/>
              <a:cxnLst/>
              <a:rect l="0" t="0" r="0" b="0"/>
              <a:pathLst>
                <a:path w="114076" h="5083">
                  <a:moveTo>
                    <a:pt x="0" y="5083"/>
                  </a:moveTo>
                  <a:lnTo>
                    <a:pt x="114076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0" name="Candidate_receptor__3729">
              <a:extLst>
                <a:ext uri="{FF2B5EF4-FFF2-40B4-BE49-F238E27FC236}">
                  <a16:creationId xmlns:a16="http://schemas.microsoft.com/office/drawing/2014/main" id="{72AC5098-CB6D-D1FC-EBA3-33E3B692E332}"/>
                </a:ext>
              </a:extLst>
            </p:cNvPr>
            <p:cNvSpPr>
              <a:spLocks noGrp="1"/>
            </p:cNvSpPr>
            <p:nvPr/>
          </p:nvSpPr>
          <p:spPr>
            <a:xfrm>
              <a:off x="5834983" y="2175801"/>
              <a:ext cx="48749" cy="81124"/>
            </a:xfrm>
            <a:custGeom>
              <a:avLst/>
              <a:gdLst/>
              <a:ahLst/>
              <a:cxnLst/>
              <a:rect l="0" t="0" r="0" b="0"/>
              <a:pathLst>
                <a:path w="48749" h="81124">
                  <a:moveTo>
                    <a:pt x="48749" y="811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1" name="Candidate_receptor__3730">
              <a:extLst>
                <a:ext uri="{FF2B5EF4-FFF2-40B4-BE49-F238E27FC236}">
                  <a16:creationId xmlns:a16="http://schemas.microsoft.com/office/drawing/2014/main" id="{2C3F31C7-D58A-44F0-1C9B-DFAE5E46EBBD}"/>
                </a:ext>
              </a:extLst>
            </p:cNvPr>
            <p:cNvSpPr>
              <a:spLocks noGrp="1"/>
            </p:cNvSpPr>
            <p:nvPr/>
          </p:nvSpPr>
          <p:spPr>
            <a:xfrm>
              <a:off x="4735859" y="3049233"/>
              <a:ext cx="105723" cy="35841"/>
            </a:xfrm>
            <a:custGeom>
              <a:avLst/>
              <a:gdLst/>
              <a:ahLst/>
              <a:cxnLst/>
              <a:rect l="0" t="0" r="0" b="0"/>
              <a:pathLst>
                <a:path w="105723" h="35841">
                  <a:moveTo>
                    <a:pt x="0" y="0"/>
                  </a:moveTo>
                  <a:lnTo>
                    <a:pt x="105723" y="35841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2" name="Candidate_receptor__3731">
              <a:extLst>
                <a:ext uri="{FF2B5EF4-FFF2-40B4-BE49-F238E27FC236}">
                  <a16:creationId xmlns:a16="http://schemas.microsoft.com/office/drawing/2014/main" id="{937A5A3F-AFCB-0A02-F5F2-5C1C75BB50B3}"/>
                </a:ext>
              </a:extLst>
            </p:cNvPr>
            <p:cNvSpPr>
              <a:spLocks noGrp="1"/>
            </p:cNvSpPr>
            <p:nvPr/>
          </p:nvSpPr>
          <p:spPr>
            <a:xfrm>
              <a:off x="4387017" y="2498900"/>
              <a:ext cx="65836" cy="80761"/>
            </a:xfrm>
            <a:custGeom>
              <a:avLst/>
              <a:gdLst/>
              <a:ahLst/>
              <a:cxnLst/>
              <a:rect l="0" t="0" r="0" b="0"/>
              <a:pathLst>
                <a:path w="65836" h="80761">
                  <a:moveTo>
                    <a:pt x="65836" y="0"/>
                  </a:moveTo>
                  <a:lnTo>
                    <a:pt x="0" y="80761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3" name="Candidate_receptor__3732">
              <a:extLst>
                <a:ext uri="{FF2B5EF4-FFF2-40B4-BE49-F238E27FC236}">
                  <a16:creationId xmlns:a16="http://schemas.microsoft.com/office/drawing/2014/main" id="{77148036-2796-B3F8-36BD-ECB89579BA5A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1263"/>
              <a:ext cx="49756" cy="27726"/>
            </a:xfrm>
            <a:custGeom>
              <a:avLst/>
              <a:gdLst/>
              <a:ahLst/>
              <a:cxnLst/>
              <a:rect l="0" t="0" r="0" b="0"/>
              <a:pathLst>
                <a:path w="49756" h="27726">
                  <a:moveTo>
                    <a:pt x="49756" y="0"/>
                  </a:moveTo>
                  <a:lnTo>
                    <a:pt x="0" y="2772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4" name="Candidate_receptor__3733">
              <a:extLst>
                <a:ext uri="{FF2B5EF4-FFF2-40B4-BE49-F238E27FC236}">
                  <a16:creationId xmlns:a16="http://schemas.microsoft.com/office/drawing/2014/main" id="{3281844B-49DB-7535-5665-C60C34FC3D80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21852"/>
              <a:ext cx="55774" cy="58216"/>
            </a:xfrm>
            <a:custGeom>
              <a:avLst/>
              <a:gdLst/>
              <a:ahLst/>
              <a:cxnLst/>
              <a:rect l="0" t="0" r="0" b="0"/>
              <a:pathLst>
                <a:path w="55774" h="58216">
                  <a:moveTo>
                    <a:pt x="0" y="58216"/>
                  </a:moveTo>
                  <a:lnTo>
                    <a:pt x="55774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5" name="Candidate_receptor__3734">
              <a:extLst>
                <a:ext uri="{FF2B5EF4-FFF2-40B4-BE49-F238E27FC236}">
                  <a16:creationId xmlns:a16="http://schemas.microsoft.com/office/drawing/2014/main" id="{F3DC1045-3335-4EF3-01FE-B6C3CD763475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62296" cy="86798"/>
            </a:xfrm>
            <a:custGeom>
              <a:avLst/>
              <a:gdLst/>
              <a:ahLst/>
              <a:cxnLst/>
              <a:rect l="0" t="0" r="0" b="0"/>
              <a:pathLst>
                <a:path w="62296" h="86798">
                  <a:moveTo>
                    <a:pt x="0" y="0"/>
                  </a:moveTo>
                  <a:lnTo>
                    <a:pt x="62296" y="8679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36" name="Candidate_receptor__3735">
              <a:extLst>
                <a:ext uri="{FF2B5EF4-FFF2-40B4-BE49-F238E27FC236}">
                  <a16:creationId xmlns:a16="http://schemas.microsoft.com/office/drawing/2014/main" id="{26BEBC8F-93E9-BF10-E264-4AF6A6F09D67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80495"/>
              <a:ext cx="66378" cy="47553"/>
            </a:xfrm>
            <a:custGeom>
              <a:avLst/>
              <a:gdLst/>
              <a:ahLst/>
              <a:cxnLst/>
              <a:rect l="0" t="0" r="0" b="0"/>
              <a:pathLst>
                <a:path w="66378" h="47553">
                  <a:moveTo>
                    <a:pt x="0" y="0"/>
                  </a:moveTo>
                  <a:lnTo>
                    <a:pt x="66378" y="4755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37" name="Candidate_receptor__3736">
              <a:extLst>
                <a:ext uri="{FF2B5EF4-FFF2-40B4-BE49-F238E27FC236}">
                  <a16:creationId xmlns:a16="http://schemas.microsoft.com/office/drawing/2014/main" id="{0AB279F2-F2F7-7A73-DE00-AE049FD56497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156490"/>
              <a:ext cx="51103" cy="34371"/>
            </a:xfrm>
            <a:custGeom>
              <a:avLst/>
              <a:gdLst/>
              <a:ahLst/>
              <a:cxnLst/>
              <a:rect l="0" t="0" r="0" b="0"/>
              <a:pathLst>
                <a:path w="51103" h="34371">
                  <a:moveTo>
                    <a:pt x="51103" y="34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38" name="Candidate_receptor__3737">
              <a:extLst>
                <a:ext uri="{FF2B5EF4-FFF2-40B4-BE49-F238E27FC236}">
                  <a16:creationId xmlns:a16="http://schemas.microsoft.com/office/drawing/2014/main" id="{3EA2B065-C995-E10E-F912-41D211791FA2}"/>
                </a:ext>
              </a:extLst>
            </p:cNvPr>
            <p:cNvSpPr>
              <a:spLocks noGrp="1"/>
            </p:cNvSpPr>
            <p:nvPr/>
          </p:nvSpPr>
          <p:spPr>
            <a:xfrm>
              <a:off x="4985073" y="3379954"/>
              <a:ext cx="17832" cy="76813"/>
            </a:xfrm>
            <a:custGeom>
              <a:avLst/>
              <a:gdLst/>
              <a:ahLst/>
              <a:cxnLst/>
              <a:rect l="0" t="0" r="0" b="0"/>
              <a:pathLst>
                <a:path w="17832" h="76813">
                  <a:moveTo>
                    <a:pt x="17832" y="0"/>
                  </a:moveTo>
                  <a:lnTo>
                    <a:pt x="0" y="7681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39" name="Candidate_receptor__3738">
              <a:extLst>
                <a:ext uri="{FF2B5EF4-FFF2-40B4-BE49-F238E27FC236}">
                  <a16:creationId xmlns:a16="http://schemas.microsoft.com/office/drawing/2014/main" id="{EA3A367A-EA41-7B2C-8D5D-754352D346D3}"/>
                </a:ext>
              </a:extLst>
            </p:cNvPr>
            <p:cNvSpPr>
              <a:spLocks noGrp="1"/>
            </p:cNvSpPr>
            <p:nvPr/>
          </p:nvSpPr>
          <p:spPr>
            <a:xfrm>
              <a:off x="4187968" y="2498968"/>
              <a:ext cx="3496" cy="83876"/>
            </a:xfrm>
            <a:custGeom>
              <a:avLst/>
              <a:gdLst/>
              <a:ahLst/>
              <a:cxnLst/>
              <a:rect l="0" t="0" r="0" b="0"/>
              <a:pathLst>
                <a:path w="3496" h="83876">
                  <a:moveTo>
                    <a:pt x="0" y="83876"/>
                  </a:moveTo>
                  <a:lnTo>
                    <a:pt x="3496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0" name="Candidate_receptor__3739">
              <a:extLst>
                <a:ext uri="{FF2B5EF4-FFF2-40B4-BE49-F238E27FC236}">
                  <a16:creationId xmlns:a16="http://schemas.microsoft.com/office/drawing/2014/main" id="{FC55F680-465C-C342-FF44-9772AE2841CF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377183"/>
              <a:ext cx="51548" cy="91878"/>
            </a:xfrm>
            <a:custGeom>
              <a:avLst/>
              <a:gdLst/>
              <a:ahLst/>
              <a:cxnLst/>
              <a:rect l="0" t="0" r="0" b="0"/>
              <a:pathLst>
                <a:path w="51548" h="91878">
                  <a:moveTo>
                    <a:pt x="51548" y="0"/>
                  </a:moveTo>
                  <a:lnTo>
                    <a:pt x="0" y="9187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1" name="Candidate_receptor__3740">
              <a:extLst>
                <a:ext uri="{FF2B5EF4-FFF2-40B4-BE49-F238E27FC236}">
                  <a16:creationId xmlns:a16="http://schemas.microsoft.com/office/drawing/2014/main" id="{A289DE09-6B4E-54A2-B75A-15EC2668ADEA}"/>
                </a:ext>
              </a:extLst>
            </p:cNvPr>
            <p:cNvSpPr>
              <a:spLocks noGrp="1"/>
            </p:cNvSpPr>
            <p:nvPr/>
          </p:nvSpPr>
          <p:spPr>
            <a:xfrm>
              <a:off x="5123463" y="2950414"/>
              <a:ext cx="34474" cy="63220"/>
            </a:xfrm>
            <a:custGeom>
              <a:avLst/>
              <a:gdLst/>
              <a:ahLst/>
              <a:cxnLst/>
              <a:rect l="0" t="0" r="0" b="0"/>
              <a:pathLst>
                <a:path w="34474" h="63220">
                  <a:moveTo>
                    <a:pt x="34474" y="0"/>
                  </a:moveTo>
                  <a:lnTo>
                    <a:pt x="0" y="6322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2" name="Candidate_receptor__3741">
              <a:extLst>
                <a:ext uri="{FF2B5EF4-FFF2-40B4-BE49-F238E27FC236}">
                  <a16:creationId xmlns:a16="http://schemas.microsoft.com/office/drawing/2014/main" id="{D6E18118-C7BB-ECF2-5410-2F90B0B75012}"/>
                </a:ext>
              </a:extLst>
            </p:cNvPr>
            <p:cNvSpPr>
              <a:spLocks noGrp="1"/>
            </p:cNvSpPr>
            <p:nvPr/>
          </p:nvSpPr>
          <p:spPr>
            <a:xfrm>
              <a:off x="5723618" y="2175801"/>
              <a:ext cx="111364" cy="16077"/>
            </a:xfrm>
            <a:custGeom>
              <a:avLst/>
              <a:gdLst/>
              <a:ahLst/>
              <a:cxnLst/>
              <a:rect l="0" t="0" r="0" b="0"/>
              <a:pathLst>
                <a:path w="111364" h="16077">
                  <a:moveTo>
                    <a:pt x="111364" y="0"/>
                  </a:moveTo>
                  <a:lnTo>
                    <a:pt x="0" y="1607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3" name="Candidate_receptor__3742">
              <a:extLst>
                <a:ext uri="{FF2B5EF4-FFF2-40B4-BE49-F238E27FC236}">
                  <a16:creationId xmlns:a16="http://schemas.microsoft.com/office/drawing/2014/main" id="{A731FCC4-1892-A443-2EC7-E7BA8A26F2A2}"/>
                </a:ext>
              </a:extLst>
            </p:cNvPr>
            <p:cNvSpPr>
              <a:spLocks noGrp="1"/>
            </p:cNvSpPr>
            <p:nvPr/>
          </p:nvSpPr>
          <p:spPr>
            <a:xfrm>
              <a:off x="5085248" y="3133655"/>
              <a:ext cx="87186" cy="47115"/>
            </a:xfrm>
            <a:custGeom>
              <a:avLst/>
              <a:gdLst/>
              <a:ahLst/>
              <a:cxnLst/>
              <a:rect l="0" t="0" r="0" b="0"/>
              <a:pathLst>
                <a:path w="87186" h="47115">
                  <a:moveTo>
                    <a:pt x="87186" y="0"/>
                  </a:moveTo>
                  <a:lnTo>
                    <a:pt x="0" y="4711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4" name="Candidate_receptor__3743">
              <a:extLst>
                <a:ext uri="{FF2B5EF4-FFF2-40B4-BE49-F238E27FC236}">
                  <a16:creationId xmlns:a16="http://schemas.microsoft.com/office/drawing/2014/main" id="{3EB5FCCD-D680-B93B-B93B-89683AEDEFBB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20395"/>
              <a:ext cx="5604" cy="52903"/>
            </a:xfrm>
            <a:custGeom>
              <a:avLst/>
              <a:gdLst/>
              <a:ahLst/>
              <a:cxnLst/>
              <a:rect l="0" t="0" r="0" b="0"/>
              <a:pathLst>
                <a:path w="5604" h="52903">
                  <a:moveTo>
                    <a:pt x="5604" y="0"/>
                  </a:moveTo>
                  <a:lnTo>
                    <a:pt x="0" y="5290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5" name="Candidate_receptor__3744">
              <a:extLst>
                <a:ext uri="{FF2B5EF4-FFF2-40B4-BE49-F238E27FC236}">
                  <a16:creationId xmlns:a16="http://schemas.microsoft.com/office/drawing/2014/main" id="{804AFEDC-CFE8-27FC-4877-83C56858DFD6}"/>
                </a:ext>
              </a:extLst>
            </p:cNvPr>
            <p:cNvSpPr>
              <a:spLocks noGrp="1"/>
            </p:cNvSpPr>
            <p:nvPr/>
          </p:nvSpPr>
          <p:spPr>
            <a:xfrm>
              <a:off x="4231440" y="2748188"/>
              <a:ext cx="12395" cy="47112"/>
            </a:xfrm>
            <a:custGeom>
              <a:avLst/>
              <a:gdLst/>
              <a:ahLst/>
              <a:cxnLst/>
              <a:rect l="0" t="0" r="0" b="0"/>
              <a:pathLst>
                <a:path w="12395" h="47112">
                  <a:moveTo>
                    <a:pt x="0" y="47112"/>
                  </a:moveTo>
                  <a:lnTo>
                    <a:pt x="12395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6" name="Candidate_receptor__3745">
              <a:extLst>
                <a:ext uri="{FF2B5EF4-FFF2-40B4-BE49-F238E27FC236}">
                  <a16:creationId xmlns:a16="http://schemas.microsoft.com/office/drawing/2014/main" id="{690C15C4-A955-3934-1366-8F2DD44BEC3E}"/>
                </a:ext>
              </a:extLst>
            </p:cNvPr>
            <p:cNvSpPr>
              <a:spLocks noGrp="1"/>
            </p:cNvSpPr>
            <p:nvPr/>
          </p:nvSpPr>
          <p:spPr>
            <a:xfrm>
              <a:off x="4053316" y="2928826"/>
              <a:ext cx="105161" cy="43928"/>
            </a:xfrm>
            <a:custGeom>
              <a:avLst/>
              <a:gdLst/>
              <a:ahLst/>
              <a:cxnLst/>
              <a:rect l="0" t="0" r="0" b="0"/>
              <a:pathLst>
                <a:path w="105161" h="43928">
                  <a:moveTo>
                    <a:pt x="0" y="43928"/>
                  </a:moveTo>
                  <a:lnTo>
                    <a:pt x="105161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7" name="Candidate_receptor__3746">
              <a:extLst>
                <a:ext uri="{FF2B5EF4-FFF2-40B4-BE49-F238E27FC236}">
                  <a16:creationId xmlns:a16="http://schemas.microsoft.com/office/drawing/2014/main" id="{EB6761ED-EA45-5FFB-FD68-6E9B84EBB79E}"/>
                </a:ext>
              </a:extLst>
            </p:cNvPr>
            <p:cNvSpPr>
              <a:spLocks noGrp="1"/>
            </p:cNvSpPr>
            <p:nvPr/>
          </p:nvSpPr>
          <p:spPr>
            <a:xfrm>
              <a:off x="5146757" y="2814031"/>
              <a:ext cx="114220" cy="10751"/>
            </a:xfrm>
            <a:custGeom>
              <a:avLst/>
              <a:gdLst/>
              <a:ahLst/>
              <a:cxnLst/>
              <a:rect l="0" t="0" r="0" b="0"/>
              <a:pathLst>
                <a:path w="114220" h="10751">
                  <a:moveTo>
                    <a:pt x="114220" y="0"/>
                  </a:moveTo>
                  <a:lnTo>
                    <a:pt x="0" y="1075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8" name="Candidate_receptor__3747">
              <a:extLst>
                <a:ext uri="{FF2B5EF4-FFF2-40B4-BE49-F238E27FC236}">
                  <a16:creationId xmlns:a16="http://schemas.microsoft.com/office/drawing/2014/main" id="{B12F9ACA-C6FE-58C0-5029-D1943C16D662}"/>
                </a:ext>
              </a:extLst>
            </p:cNvPr>
            <p:cNvSpPr>
              <a:spLocks noGrp="1"/>
            </p:cNvSpPr>
            <p:nvPr/>
          </p:nvSpPr>
          <p:spPr>
            <a:xfrm>
              <a:off x="3869214" y="3362574"/>
              <a:ext cx="11129" cy="4076"/>
            </a:xfrm>
            <a:custGeom>
              <a:avLst/>
              <a:gdLst/>
              <a:ahLst/>
              <a:cxnLst/>
              <a:rect l="0" t="0" r="0" b="0"/>
              <a:pathLst>
                <a:path w="11129" h="4076">
                  <a:moveTo>
                    <a:pt x="0" y="0"/>
                  </a:moveTo>
                  <a:lnTo>
                    <a:pt x="11129" y="4076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9" name="Candidate_receptor__3748">
              <a:extLst>
                <a:ext uri="{FF2B5EF4-FFF2-40B4-BE49-F238E27FC236}">
                  <a16:creationId xmlns:a16="http://schemas.microsoft.com/office/drawing/2014/main" id="{C560BC69-5B1F-F75A-0DDF-7BEB5251D655}"/>
                </a:ext>
              </a:extLst>
            </p:cNvPr>
            <p:cNvSpPr>
              <a:spLocks noGrp="1"/>
            </p:cNvSpPr>
            <p:nvPr/>
          </p:nvSpPr>
          <p:spPr>
            <a:xfrm>
              <a:off x="5499003" y="2219372"/>
              <a:ext cx="19727" cy="112520"/>
            </a:xfrm>
            <a:custGeom>
              <a:avLst/>
              <a:gdLst/>
              <a:ahLst/>
              <a:cxnLst/>
              <a:rect l="0" t="0" r="0" b="0"/>
              <a:pathLst>
                <a:path w="19727" h="112520">
                  <a:moveTo>
                    <a:pt x="19727" y="0"/>
                  </a:moveTo>
                  <a:lnTo>
                    <a:pt x="0" y="11252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50" name="Candidate_receptor__3749">
              <a:extLst>
                <a:ext uri="{FF2B5EF4-FFF2-40B4-BE49-F238E27FC236}">
                  <a16:creationId xmlns:a16="http://schemas.microsoft.com/office/drawing/2014/main" id="{C99B0FC6-38F6-0853-257C-0EE58F66B75B}"/>
                </a:ext>
              </a:extLst>
            </p:cNvPr>
            <p:cNvSpPr>
              <a:spLocks noGrp="1"/>
            </p:cNvSpPr>
            <p:nvPr/>
          </p:nvSpPr>
          <p:spPr>
            <a:xfrm>
              <a:off x="4888391" y="3368597"/>
              <a:ext cx="114514" cy="11356"/>
            </a:xfrm>
            <a:custGeom>
              <a:avLst/>
              <a:gdLst/>
              <a:ahLst/>
              <a:cxnLst/>
              <a:rect l="0" t="0" r="0" b="0"/>
              <a:pathLst>
                <a:path w="114514" h="11356">
                  <a:moveTo>
                    <a:pt x="0" y="0"/>
                  </a:moveTo>
                  <a:lnTo>
                    <a:pt x="114514" y="11356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51" name="Candidate_receptor__3750">
              <a:extLst>
                <a:ext uri="{FF2B5EF4-FFF2-40B4-BE49-F238E27FC236}">
                  <a16:creationId xmlns:a16="http://schemas.microsoft.com/office/drawing/2014/main" id="{87DC3B08-52E4-F41A-8CE3-C59A594650F7}"/>
                </a:ext>
              </a:extLst>
            </p:cNvPr>
            <p:cNvSpPr>
              <a:spLocks noGrp="1"/>
            </p:cNvSpPr>
            <p:nvPr/>
          </p:nvSpPr>
          <p:spPr>
            <a:xfrm>
              <a:off x="3962631" y="2931517"/>
              <a:ext cx="90684" cy="41237"/>
            </a:xfrm>
            <a:custGeom>
              <a:avLst/>
              <a:gdLst/>
              <a:ahLst/>
              <a:cxnLst/>
              <a:rect l="0" t="0" r="0" b="0"/>
              <a:pathLst>
                <a:path w="90684" h="41237">
                  <a:moveTo>
                    <a:pt x="0" y="0"/>
                  </a:moveTo>
                  <a:lnTo>
                    <a:pt x="90684" y="4123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2" name="Candidate_receptor__3751">
              <a:extLst>
                <a:ext uri="{FF2B5EF4-FFF2-40B4-BE49-F238E27FC236}">
                  <a16:creationId xmlns:a16="http://schemas.microsoft.com/office/drawing/2014/main" id="{1E1C3C92-8D7C-B8D7-D30C-DBBC4479C845}"/>
                </a:ext>
              </a:extLst>
            </p:cNvPr>
            <p:cNvSpPr>
              <a:spLocks noGrp="1"/>
            </p:cNvSpPr>
            <p:nvPr/>
          </p:nvSpPr>
          <p:spPr>
            <a:xfrm>
              <a:off x="4376376" y="2464477"/>
              <a:ext cx="76477" cy="34423"/>
            </a:xfrm>
            <a:custGeom>
              <a:avLst/>
              <a:gdLst/>
              <a:ahLst/>
              <a:cxnLst/>
              <a:rect l="0" t="0" r="0" b="0"/>
              <a:pathLst>
                <a:path w="76477" h="34423">
                  <a:moveTo>
                    <a:pt x="0" y="0"/>
                  </a:moveTo>
                  <a:lnTo>
                    <a:pt x="76477" y="34423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53" name="Candidate_receptor__3752">
              <a:extLst>
                <a:ext uri="{FF2B5EF4-FFF2-40B4-BE49-F238E27FC236}">
                  <a16:creationId xmlns:a16="http://schemas.microsoft.com/office/drawing/2014/main" id="{C4A3C77A-1740-09AC-BC1D-BB08A87D4C62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368597"/>
              <a:ext cx="11764" cy="114041"/>
            </a:xfrm>
            <a:custGeom>
              <a:avLst/>
              <a:gdLst/>
              <a:ahLst/>
              <a:cxnLst/>
              <a:rect l="0" t="0" r="0" b="0"/>
              <a:pathLst>
                <a:path w="11764" h="114041">
                  <a:moveTo>
                    <a:pt x="0" y="114041"/>
                  </a:moveTo>
                  <a:lnTo>
                    <a:pt x="1176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4" name="Candidate_receptor__3753">
              <a:extLst>
                <a:ext uri="{FF2B5EF4-FFF2-40B4-BE49-F238E27FC236}">
                  <a16:creationId xmlns:a16="http://schemas.microsoft.com/office/drawing/2014/main" id="{E4F78F33-0917-53B7-CBE8-63131489B2B4}"/>
                </a:ext>
              </a:extLst>
            </p:cNvPr>
            <p:cNvSpPr>
              <a:spLocks noGrp="1"/>
            </p:cNvSpPr>
            <p:nvPr/>
          </p:nvSpPr>
          <p:spPr>
            <a:xfrm>
              <a:off x="5650508" y="2118339"/>
              <a:ext cx="73110" cy="73538"/>
            </a:xfrm>
            <a:custGeom>
              <a:avLst/>
              <a:gdLst/>
              <a:ahLst/>
              <a:cxnLst/>
              <a:rect l="0" t="0" r="0" b="0"/>
              <a:pathLst>
                <a:path w="73110" h="73538">
                  <a:moveTo>
                    <a:pt x="73110" y="735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5" name="Candidate_receptor__3754">
              <a:extLst>
                <a:ext uri="{FF2B5EF4-FFF2-40B4-BE49-F238E27FC236}">
                  <a16:creationId xmlns:a16="http://schemas.microsoft.com/office/drawing/2014/main" id="{B468A456-C211-CC4A-AC48-6535F02C5127}"/>
                </a:ext>
              </a:extLst>
            </p:cNvPr>
            <p:cNvSpPr>
              <a:spLocks noGrp="1"/>
            </p:cNvSpPr>
            <p:nvPr/>
          </p:nvSpPr>
          <p:spPr>
            <a:xfrm>
              <a:off x="4746883" y="3190237"/>
              <a:ext cx="112780" cy="624"/>
            </a:xfrm>
            <a:custGeom>
              <a:avLst/>
              <a:gdLst/>
              <a:ahLst/>
              <a:cxnLst/>
              <a:rect l="0" t="0" r="0" b="0"/>
              <a:pathLst>
                <a:path w="112780" h="624">
                  <a:moveTo>
                    <a:pt x="112780" y="0"/>
                  </a:moveTo>
                  <a:lnTo>
                    <a:pt x="0" y="624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6" name="Candidate_receptor__3755">
              <a:extLst>
                <a:ext uri="{FF2B5EF4-FFF2-40B4-BE49-F238E27FC236}">
                  <a16:creationId xmlns:a16="http://schemas.microsoft.com/office/drawing/2014/main" id="{D0C2F97C-FBBA-4B5D-3FBE-3855864089CB}"/>
                </a:ext>
              </a:extLst>
            </p:cNvPr>
            <p:cNvSpPr>
              <a:spLocks noGrp="1"/>
            </p:cNvSpPr>
            <p:nvPr/>
          </p:nvSpPr>
          <p:spPr>
            <a:xfrm>
              <a:off x="5012265" y="3013633"/>
              <a:ext cx="111199" cy="28286"/>
            </a:xfrm>
            <a:custGeom>
              <a:avLst/>
              <a:gdLst/>
              <a:ahLst/>
              <a:cxnLst/>
              <a:rect l="0" t="0" r="0" b="0"/>
              <a:pathLst>
                <a:path w="111199" h="28286">
                  <a:moveTo>
                    <a:pt x="111199" y="0"/>
                  </a:moveTo>
                  <a:lnTo>
                    <a:pt x="0" y="2828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7" name="Candidate_receptor__3756">
              <a:extLst>
                <a:ext uri="{FF2B5EF4-FFF2-40B4-BE49-F238E27FC236}">
                  <a16:creationId xmlns:a16="http://schemas.microsoft.com/office/drawing/2014/main" id="{2CD4CE0C-CA18-50DF-D443-CF247DBD2417}"/>
                </a:ext>
              </a:extLst>
            </p:cNvPr>
            <p:cNvSpPr>
              <a:spLocks noGrp="1"/>
            </p:cNvSpPr>
            <p:nvPr/>
          </p:nvSpPr>
          <p:spPr>
            <a:xfrm>
              <a:off x="3911689" y="3458441"/>
              <a:ext cx="99407" cy="19309"/>
            </a:xfrm>
            <a:custGeom>
              <a:avLst/>
              <a:gdLst/>
              <a:ahLst/>
              <a:cxnLst/>
              <a:rect l="0" t="0" r="0" b="0"/>
              <a:pathLst>
                <a:path w="99407" h="19309">
                  <a:moveTo>
                    <a:pt x="0" y="19309"/>
                  </a:moveTo>
                  <a:lnTo>
                    <a:pt x="9940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8" name="Candidate_receptor__3757">
              <a:extLst>
                <a:ext uri="{FF2B5EF4-FFF2-40B4-BE49-F238E27FC236}">
                  <a16:creationId xmlns:a16="http://schemas.microsoft.com/office/drawing/2014/main" id="{8D12862B-2242-6ADF-62C0-5901EB7158C5}"/>
                </a:ext>
              </a:extLst>
            </p:cNvPr>
            <p:cNvSpPr>
              <a:spLocks noGrp="1"/>
            </p:cNvSpPr>
            <p:nvPr/>
          </p:nvSpPr>
          <p:spPr>
            <a:xfrm>
              <a:off x="4011097" y="3458441"/>
              <a:ext cx="99775" cy="7781"/>
            </a:xfrm>
            <a:custGeom>
              <a:avLst/>
              <a:gdLst/>
              <a:ahLst/>
              <a:cxnLst/>
              <a:rect l="0" t="0" r="0" b="0"/>
              <a:pathLst>
                <a:path w="99775" h="7781">
                  <a:moveTo>
                    <a:pt x="0" y="0"/>
                  </a:moveTo>
                  <a:lnTo>
                    <a:pt x="99775" y="778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9" name="Candidate_receptor__3758">
              <a:extLst>
                <a:ext uri="{FF2B5EF4-FFF2-40B4-BE49-F238E27FC236}">
                  <a16:creationId xmlns:a16="http://schemas.microsoft.com/office/drawing/2014/main" id="{A98F8F7B-97FB-EC3A-C839-5A2AB2E6C7BE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71186" cy="4825"/>
            </a:xfrm>
            <a:custGeom>
              <a:avLst/>
              <a:gdLst/>
              <a:ahLst/>
              <a:cxnLst/>
              <a:rect l="0" t="0" r="0" b="0"/>
              <a:pathLst>
                <a:path w="71186" h="4825">
                  <a:moveTo>
                    <a:pt x="71186" y="4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0" name="Candidate_receptor__3759">
              <a:extLst>
                <a:ext uri="{FF2B5EF4-FFF2-40B4-BE49-F238E27FC236}">
                  <a16:creationId xmlns:a16="http://schemas.microsoft.com/office/drawing/2014/main" id="{8A63D777-9847-2E39-ACE7-495516178603}"/>
                </a:ext>
              </a:extLst>
            </p:cNvPr>
            <p:cNvSpPr>
              <a:spLocks noGrp="1"/>
            </p:cNvSpPr>
            <p:nvPr/>
          </p:nvSpPr>
          <p:spPr>
            <a:xfrm>
              <a:off x="4330345" y="3343096"/>
              <a:ext cx="88474" cy="34087"/>
            </a:xfrm>
            <a:custGeom>
              <a:avLst/>
              <a:gdLst/>
              <a:ahLst/>
              <a:cxnLst/>
              <a:rect l="0" t="0" r="0" b="0"/>
              <a:pathLst>
                <a:path w="88474" h="34087">
                  <a:moveTo>
                    <a:pt x="0" y="0"/>
                  </a:moveTo>
                  <a:lnTo>
                    <a:pt x="88474" y="34087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1" name="Candidate_receptor__3760">
              <a:extLst>
                <a:ext uri="{FF2B5EF4-FFF2-40B4-BE49-F238E27FC236}">
                  <a16:creationId xmlns:a16="http://schemas.microsoft.com/office/drawing/2014/main" id="{64C0F782-EE11-2EF2-2749-062BC99BA184}"/>
                </a:ext>
              </a:extLst>
            </p:cNvPr>
            <p:cNvSpPr>
              <a:spLocks noGrp="1"/>
            </p:cNvSpPr>
            <p:nvPr/>
          </p:nvSpPr>
          <p:spPr>
            <a:xfrm>
              <a:off x="5260977" y="2814031"/>
              <a:ext cx="29685" cy="96670"/>
            </a:xfrm>
            <a:custGeom>
              <a:avLst/>
              <a:gdLst/>
              <a:ahLst/>
              <a:cxnLst/>
              <a:rect l="0" t="0" r="0" b="0"/>
              <a:pathLst>
                <a:path w="29685" h="96670">
                  <a:moveTo>
                    <a:pt x="29685" y="966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2" name="Candidate_receptor__3761">
              <a:extLst>
                <a:ext uri="{FF2B5EF4-FFF2-40B4-BE49-F238E27FC236}">
                  <a16:creationId xmlns:a16="http://schemas.microsoft.com/office/drawing/2014/main" id="{FB457713-46D9-0C2A-9D60-B7534B8CD3E2}"/>
                </a:ext>
              </a:extLst>
            </p:cNvPr>
            <p:cNvSpPr>
              <a:spLocks noGrp="1"/>
            </p:cNvSpPr>
            <p:nvPr/>
          </p:nvSpPr>
          <p:spPr>
            <a:xfrm>
              <a:off x="4052900" y="3311549"/>
              <a:ext cx="97118" cy="53337"/>
            </a:xfrm>
            <a:custGeom>
              <a:avLst/>
              <a:gdLst/>
              <a:ahLst/>
              <a:cxnLst/>
              <a:rect l="0" t="0" r="0" b="0"/>
              <a:pathLst>
                <a:path w="97118" h="53337">
                  <a:moveTo>
                    <a:pt x="97118" y="533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3" name="Candidate_receptor__3762">
              <a:extLst>
                <a:ext uri="{FF2B5EF4-FFF2-40B4-BE49-F238E27FC236}">
                  <a16:creationId xmlns:a16="http://schemas.microsoft.com/office/drawing/2014/main" id="{2AEEF1C7-D4EE-30A5-B35D-CCA775127E8C}"/>
                </a:ext>
              </a:extLst>
            </p:cNvPr>
            <p:cNvSpPr>
              <a:spLocks noGrp="1"/>
            </p:cNvSpPr>
            <p:nvPr/>
          </p:nvSpPr>
          <p:spPr>
            <a:xfrm>
              <a:off x="5084739" y="2824782"/>
              <a:ext cx="62018" cy="52165"/>
            </a:xfrm>
            <a:custGeom>
              <a:avLst/>
              <a:gdLst/>
              <a:ahLst/>
              <a:cxnLst/>
              <a:rect l="0" t="0" r="0" b="0"/>
              <a:pathLst>
                <a:path w="62018" h="52165">
                  <a:moveTo>
                    <a:pt x="62018" y="0"/>
                  </a:moveTo>
                  <a:lnTo>
                    <a:pt x="0" y="5216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4" name="Candidate_receptor__3763">
              <a:extLst>
                <a:ext uri="{FF2B5EF4-FFF2-40B4-BE49-F238E27FC236}">
                  <a16:creationId xmlns:a16="http://schemas.microsoft.com/office/drawing/2014/main" id="{C94E626C-87F9-015C-BE59-2A68D9FE8472}"/>
                </a:ext>
              </a:extLst>
            </p:cNvPr>
            <p:cNvSpPr>
              <a:spLocks noGrp="1"/>
            </p:cNvSpPr>
            <p:nvPr/>
          </p:nvSpPr>
          <p:spPr>
            <a:xfrm>
              <a:off x="4110872" y="3364886"/>
              <a:ext cx="39147" cy="101336"/>
            </a:xfrm>
            <a:custGeom>
              <a:avLst/>
              <a:gdLst/>
              <a:ahLst/>
              <a:cxnLst/>
              <a:rect l="0" t="0" r="0" b="0"/>
              <a:pathLst>
                <a:path w="39147" h="101336">
                  <a:moveTo>
                    <a:pt x="0" y="101336"/>
                  </a:moveTo>
                  <a:lnTo>
                    <a:pt x="3914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5" name="Candidate_receptor__3764">
              <a:extLst>
                <a:ext uri="{FF2B5EF4-FFF2-40B4-BE49-F238E27FC236}">
                  <a16:creationId xmlns:a16="http://schemas.microsoft.com/office/drawing/2014/main" id="{7E87CFEB-799A-C0BA-8274-FB44D3057E3C}"/>
                </a:ext>
              </a:extLst>
            </p:cNvPr>
            <p:cNvSpPr>
              <a:spLocks noGrp="1"/>
            </p:cNvSpPr>
            <p:nvPr/>
          </p:nvSpPr>
          <p:spPr>
            <a:xfrm>
              <a:off x="5407714" y="2331892"/>
              <a:ext cx="91289" cy="6530"/>
            </a:xfrm>
            <a:custGeom>
              <a:avLst/>
              <a:gdLst/>
              <a:ahLst/>
              <a:cxnLst/>
              <a:rect l="0" t="0" r="0" b="0"/>
              <a:pathLst>
                <a:path w="91289" h="6530">
                  <a:moveTo>
                    <a:pt x="91289" y="0"/>
                  </a:moveTo>
                  <a:lnTo>
                    <a:pt x="0" y="653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6" name="Candidate_receptor__3765">
              <a:extLst>
                <a:ext uri="{FF2B5EF4-FFF2-40B4-BE49-F238E27FC236}">
                  <a16:creationId xmlns:a16="http://schemas.microsoft.com/office/drawing/2014/main" id="{3EE7ED1C-652C-8E90-161C-BB98A1C3304F}"/>
                </a:ext>
              </a:extLst>
            </p:cNvPr>
            <p:cNvSpPr>
              <a:spLocks noGrp="1"/>
            </p:cNvSpPr>
            <p:nvPr/>
          </p:nvSpPr>
          <p:spPr>
            <a:xfrm>
              <a:off x="4191465" y="2498968"/>
              <a:ext cx="94951" cy="38206"/>
            </a:xfrm>
            <a:custGeom>
              <a:avLst/>
              <a:gdLst/>
              <a:ahLst/>
              <a:cxnLst/>
              <a:rect l="0" t="0" r="0" b="0"/>
              <a:pathLst>
                <a:path w="94951" h="38206">
                  <a:moveTo>
                    <a:pt x="0" y="0"/>
                  </a:moveTo>
                  <a:lnTo>
                    <a:pt x="94951" y="3820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7" name="Candidate_receptor__3766">
              <a:extLst>
                <a:ext uri="{FF2B5EF4-FFF2-40B4-BE49-F238E27FC236}">
                  <a16:creationId xmlns:a16="http://schemas.microsoft.com/office/drawing/2014/main" id="{61145852-C12E-AAD0-77E9-29D82A3BF7CC}"/>
                </a:ext>
              </a:extLst>
            </p:cNvPr>
            <p:cNvSpPr>
              <a:spLocks noGrp="1"/>
            </p:cNvSpPr>
            <p:nvPr/>
          </p:nvSpPr>
          <p:spPr>
            <a:xfrm>
              <a:off x="4158477" y="2915916"/>
              <a:ext cx="87717" cy="12910"/>
            </a:xfrm>
            <a:custGeom>
              <a:avLst/>
              <a:gdLst/>
              <a:ahLst/>
              <a:cxnLst/>
              <a:rect l="0" t="0" r="0" b="0"/>
              <a:pathLst>
                <a:path w="87717" h="12910">
                  <a:moveTo>
                    <a:pt x="0" y="12910"/>
                  </a:moveTo>
                  <a:lnTo>
                    <a:pt x="87717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8" name="Candidate_receptor__3767">
              <a:extLst>
                <a:ext uri="{FF2B5EF4-FFF2-40B4-BE49-F238E27FC236}">
                  <a16:creationId xmlns:a16="http://schemas.microsoft.com/office/drawing/2014/main" id="{175D0210-FA87-3D1B-4135-399E2360CBFB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339222"/>
              <a:ext cx="60554" cy="96745"/>
            </a:xfrm>
            <a:custGeom>
              <a:avLst/>
              <a:gdLst/>
              <a:ahLst/>
              <a:cxnLst/>
              <a:rect l="0" t="0" r="0" b="0"/>
              <a:pathLst>
                <a:path w="60554" h="96745">
                  <a:moveTo>
                    <a:pt x="60554" y="967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9" name="Candidate_receptor__3768">
              <a:extLst>
                <a:ext uri="{FF2B5EF4-FFF2-40B4-BE49-F238E27FC236}">
                  <a16:creationId xmlns:a16="http://schemas.microsoft.com/office/drawing/2014/main" id="{E933F68D-803C-4189-8FB0-379D8B642982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435967"/>
              <a:ext cx="80516" cy="81834"/>
            </a:xfrm>
            <a:custGeom>
              <a:avLst/>
              <a:gdLst/>
              <a:ahLst/>
              <a:cxnLst/>
              <a:rect l="0" t="0" r="0" b="0"/>
              <a:pathLst>
                <a:path w="80516" h="81834">
                  <a:moveTo>
                    <a:pt x="0" y="81834"/>
                  </a:moveTo>
                  <a:lnTo>
                    <a:pt x="80516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0" name="Candidate_receptor__3769">
              <a:extLst>
                <a:ext uri="{FF2B5EF4-FFF2-40B4-BE49-F238E27FC236}">
                  <a16:creationId xmlns:a16="http://schemas.microsoft.com/office/drawing/2014/main" id="{209C506F-00D5-8CAC-098D-BB29FC4ABF34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18071"/>
              <a:ext cx="29944" cy="61998"/>
            </a:xfrm>
            <a:custGeom>
              <a:avLst/>
              <a:gdLst/>
              <a:ahLst/>
              <a:cxnLst/>
              <a:rect l="0" t="0" r="0" b="0"/>
              <a:pathLst>
                <a:path w="29944" h="61998">
                  <a:moveTo>
                    <a:pt x="29944" y="0"/>
                  </a:moveTo>
                  <a:lnTo>
                    <a:pt x="0" y="61998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1" name="Candidate_receptor__3770">
              <a:extLst>
                <a:ext uri="{FF2B5EF4-FFF2-40B4-BE49-F238E27FC236}">
                  <a16:creationId xmlns:a16="http://schemas.microsoft.com/office/drawing/2014/main" id="{082F5827-EAE6-B184-9A11-0488ADC9C36A}"/>
                </a:ext>
              </a:extLst>
            </p:cNvPr>
            <p:cNvSpPr>
              <a:spLocks noGrp="1"/>
            </p:cNvSpPr>
            <p:nvPr/>
          </p:nvSpPr>
          <p:spPr>
            <a:xfrm>
              <a:off x="3868413" y="2931517"/>
              <a:ext cx="94219" cy="66045"/>
            </a:xfrm>
            <a:custGeom>
              <a:avLst/>
              <a:gdLst/>
              <a:ahLst/>
              <a:cxnLst/>
              <a:rect l="0" t="0" r="0" b="0"/>
              <a:pathLst>
                <a:path w="94219" h="66045">
                  <a:moveTo>
                    <a:pt x="0" y="66045"/>
                  </a:moveTo>
                  <a:lnTo>
                    <a:pt x="9421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2" name="Candidate_receptor__3771">
              <a:extLst>
                <a:ext uri="{FF2B5EF4-FFF2-40B4-BE49-F238E27FC236}">
                  <a16:creationId xmlns:a16="http://schemas.microsoft.com/office/drawing/2014/main" id="{2F9E2FAB-68C4-D381-6F6B-090A6FDA61B7}"/>
                </a:ext>
              </a:extLst>
            </p:cNvPr>
            <p:cNvSpPr>
              <a:spLocks noGrp="1"/>
            </p:cNvSpPr>
            <p:nvPr/>
          </p:nvSpPr>
          <p:spPr>
            <a:xfrm>
              <a:off x="3761199" y="2956305"/>
              <a:ext cx="107214" cy="41257"/>
            </a:xfrm>
            <a:custGeom>
              <a:avLst/>
              <a:gdLst/>
              <a:ahLst/>
              <a:cxnLst/>
              <a:rect l="0" t="0" r="0" b="0"/>
              <a:pathLst>
                <a:path w="107214" h="41257">
                  <a:moveTo>
                    <a:pt x="0" y="0"/>
                  </a:moveTo>
                  <a:lnTo>
                    <a:pt x="107214" y="4125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3" name="Candidate_receptor__3772">
              <a:extLst>
                <a:ext uri="{FF2B5EF4-FFF2-40B4-BE49-F238E27FC236}">
                  <a16:creationId xmlns:a16="http://schemas.microsoft.com/office/drawing/2014/main" id="{AB46BE89-6003-86A2-A2A0-03C49A80C644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72446"/>
              <a:ext cx="113544" cy="852"/>
            </a:xfrm>
            <a:custGeom>
              <a:avLst/>
              <a:gdLst/>
              <a:ahLst/>
              <a:cxnLst/>
              <a:rect l="0" t="0" r="0" b="0"/>
              <a:pathLst>
                <a:path w="113544" h="852">
                  <a:moveTo>
                    <a:pt x="0" y="852"/>
                  </a:moveTo>
                  <a:lnTo>
                    <a:pt x="113544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4" name="Candidate_receptor__3773">
              <a:extLst>
                <a:ext uri="{FF2B5EF4-FFF2-40B4-BE49-F238E27FC236}">
                  <a16:creationId xmlns:a16="http://schemas.microsoft.com/office/drawing/2014/main" id="{31F27A20-E748-AA6D-CE6B-A6A7F34431CB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240368"/>
              <a:ext cx="51048" cy="102729"/>
            </a:xfrm>
            <a:custGeom>
              <a:avLst/>
              <a:gdLst/>
              <a:ahLst/>
              <a:cxnLst/>
              <a:rect l="0" t="0" r="0" b="0"/>
              <a:pathLst>
                <a:path w="51048" h="102729">
                  <a:moveTo>
                    <a:pt x="0" y="0"/>
                  </a:moveTo>
                  <a:lnTo>
                    <a:pt x="51048" y="10272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5" name="Candidate_receptor__3774">
              <a:extLst>
                <a:ext uri="{FF2B5EF4-FFF2-40B4-BE49-F238E27FC236}">
                  <a16:creationId xmlns:a16="http://schemas.microsoft.com/office/drawing/2014/main" id="{298E64BA-C671-32D7-A27D-A0BAE2FF69B2}"/>
                </a:ext>
              </a:extLst>
            </p:cNvPr>
            <p:cNvSpPr>
              <a:spLocks noGrp="1"/>
            </p:cNvSpPr>
            <p:nvPr/>
          </p:nvSpPr>
          <p:spPr>
            <a:xfrm>
              <a:off x="3880343" y="3366650"/>
              <a:ext cx="31347" cy="111100"/>
            </a:xfrm>
            <a:custGeom>
              <a:avLst/>
              <a:gdLst/>
              <a:ahLst/>
              <a:cxnLst/>
              <a:rect l="0" t="0" r="0" b="0"/>
              <a:pathLst>
                <a:path w="31347" h="111100">
                  <a:moveTo>
                    <a:pt x="0" y="0"/>
                  </a:moveTo>
                  <a:lnTo>
                    <a:pt x="31347" y="11110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6" name="Candidate_receptor__3775">
              <a:extLst>
                <a:ext uri="{FF2B5EF4-FFF2-40B4-BE49-F238E27FC236}">
                  <a16:creationId xmlns:a16="http://schemas.microsoft.com/office/drawing/2014/main" id="{A3616C89-27D6-7849-0EA6-A29865D16421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45615"/>
              <a:ext cx="36909" cy="34880"/>
            </a:xfrm>
            <a:custGeom>
              <a:avLst/>
              <a:gdLst/>
              <a:ahLst/>
              <a:cxnLst/>
              <a:rect l="0" t="0" r="0" b="0"/>
              <a:pathLst>
                <a:path w="36909" h="34880">
                  <a:moveTo>
                    <a:pt x="36909" y="0"/>
                  </a:moveTo>
                  <a:lnTo>
                    <a:pt x="0" y="3488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7" name="Candidate_receptor__3776">
              <a:extLst>
                <a:ext uri="{FF2B5EF4-FFF2-40B4-BE49-F238E27FC236}">
                  <a16:creationId xmlns:a16="http://schemas.microsoft.com/office/drawing/2014/main" id="{AC543083-606A-C424-4EBD-2363BE22585C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5117"/>
              <a:ext cx="52369" cy="23872"/>
            </a:xfrm>
            <a:custGeom>
              <a:avLst/>
              <a:gdLst/>
              <a:ahLst/>
              <a:cxnLst/>
              <a:rect l="0" t="0" r="0" b="0"/>
              <a:pathLst>
                <a:path w="52369" h="23872">
                  <a:moveTo>
                    <a:pt x="0" y="23872"/>
                  </a:moveTo>
                  <a:lnTo>
                    <a:pt x="52369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8" name="Candidate_receptor__3777">
              <a:extLst>
                <a:ext uri="{FF2B5EF4-FFF2-40B4-BE49-F238E27FC236}">
                  <a16:creationId xmlns:a16="http://schemas.microsoft.com/office/drawing/2014/main" id="{93515C58-2061-71C2-85F6-41C7459EB908}"/>
                </a:ext>
              </a:extLst>
            </p:cNvPr>
            <p:cNvSpPr>
              <a:spLocks noGrp="1"/>
            </p:cNvSpPr>
            <p:nvPr/>
          </p:nvSpPr>
          <p:spPr>
            <a:xfrm>
              <a:off x="4286416" y="2464477"/>
              <a:ext cx="89960" cy="72698"/>
            </a:xfrm>
            <a:custGeom>
              <a:avLst/>
              <a:gdLst/>
              <a:ahLst/>
              <a:cxnLst/>
              <a:rect l="0" t="0" r="0" b="0"/>
              <a:pathLst>
                <a:path w="89960" h="72698">
                  <a:moveTo>
                    <a:pt x="0" y="72698"/>
                  </a:moveTo>
                  <a:lnTo>
                    <a:pt x="8996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9" name="Candidate_receptor__3778">
              <a:extLst>
                <a:ext uri="{FF2B5EF4-FFF2-40B4-BE49-F238E27FC236}">
                  <a16:creationId xmlns:a16="http://schemas.microsoft.com/office/drawing/2014/main" id="{C3FCE7E7-2F6F-BDD6-3F3A-8BF4BF70C666}"/>
                </a:ext>
              </a:extLst>
            </p:cNvPr>
            <p:cNvSpPr>
              <a:spLocks noGrp="1"/>
            </p:cNvSpPr>
            <p:nvPr/>
          </p:nvSpPr>
          <p:spPr>
            <a:xfrm>
              <a:off x="5104165" y="2690725"/>
              <a:ext cx="111144" cy="2245"/>
            </a:xfrm>
            <a:custGeom>
              <a:avLst/>
              <a:gdLst/>
              <a:ahLst/>
              <a:cxnLst/>
              <a:rect l="0" t="0" r="0" b="0"/>
              <a:pathLst>
                <a:path w="111144" h="2245">
                  <a:moveTo>
                    <a:pt x="111144" y="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0" name="Candidate_receptor__3779">
              <a:extLst>
                <a:ext uri="{FF2B5EF4-FFF2-40B4-BE49-F238E27FC236}">
                  <a16:creationId xmlns:a16="http://schemas.microsoft.com/office/drawing/2014/main" id="{ECF2E08E-B5C5-DC99-CF87-79D7A00E9546}"/>
                </a:ext>
              </a:extLst>
            </p:cNvPr>
            <p:cNvSpPr>
              <a:spLocks noGrp="1"/>
            </p:cNvSpPr>
            <p:nvPr/>
          </p:nvSpPr>
          <p:spPr>
            <a:xfrm>
              <a:off x="4974470" y="2876947"/>
              <a:ext cx="110269" cy="24826"/>
            </a:xfrm>
            <a:custGeom>
              <a:avLst/>
              <a:gdLst/>
              <a:ahLst/>
              <a:cxnLst/>
              <a:rect l="0" t="0" r="0" b="0"/>
              <a:pathLst>
                <a:path w="110269" h="24826">
                  <a:moveTo>
                    <a:pt x="110269" y="0"/>
                  </a:moveTo>
                  <a:lnTo>
                    <a:pt x="0" y="2482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1" name="Candidate_receptor__3780">
              <a:extLst>
                <a:ext uri="{FF2B5EF4-FFF2-40B4-BE49-F238E27FC236}">
                  <a16:creationId xmlns:a16="http://schemas.microsoft.com/office/drawing/2014/main" id="{3070CE2A-FCF1-98F7-6842-5C54924D52D9}"/>
                </a:ext>
              </a:extLst>
            </p:cNvPr>
            <p:cNvSpPr>
              <a:spLocks noGrp="1"/>
            </p:cNvSpPr>
            <p:nvPr/>
          </p:nvSpPr>
          <p:spPr>
            <a:xfrm>
              <a:off x="5215310" y="2590754"/>
              <a:ext cx="48413" cy="102216"/>
            </a:xfrm>
            <a:custGeom>
              <a:avLst/>
              <a:gdLst/>
              <a:ahLst/>
              <a:cxnLst/>
              <a:rect l="0" t="0" r="0" b="0"/>
              <a:pathLst>
                <a:path w="48413" h="102216">
                  <a:moveTo>
                    <a:pt x="48413" y="0"/>
                  </a:moveTo>
                  <a:lnTo>
                    <a:pt x="0" y="10221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2" name="Candidate_receptor__3781">
              <a:extLst>
                <a:ext uri="{FF2B5EF4-FFF2-40B4-BE49-F238E27FC236}">
                  <a16:creationId xmlns:a16="http://schemas.microsoft.com/office/drawing/2014/main" id="{BA2C1742-85B8-2751-2CE2-02C5CDEAF974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482638"/>
              <a:ext cx="79670" cy="2273"/>
            </a:xfrm>
            <a:custGeom>
              <a:avLst/>
              <a:gdLst/>
              <a:ahLst/>
              <a:cxnLst/>
              <a:rect l="0" t="0" r="0" b="0"/>
              <a:pathLst>
                <a:path w="79670" h="2273">
                  <a:moveTo>
                    <a:pt x="79670" y="2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3" name="Candidate_receptor__3782">
              <a:extLst>
                <a:ext uri="{FF2B5EF4-FFF2-40B4-BE49-F238E27FC236}">
                  <a16:creationId xmlns:a16="http://schemas.microsoft.com/office/drawing/2014/main" id="{145E1DF9-0EA5-FAF2-2E25-2439AB9EF376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244733"/>
              <a:ext cx="13405" cy="94489"/>
            </a:xfrm>
            <a:custGeom>
              <a:avLst/>
              <a:gdLst/>
              <a:ahLst/>
              <a:cxnLst/>
              <a:rect l="0" t="0" r="0" b="0"/>
              <a:pathLst>
                <a:path w="13405" h="94489">
                  <a:moveTo>
                    <a:pt x="0" y="94489"/>
                  </a:moveTo>
                  <a:lnTo>
                    <a:pt x="13405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4" name="Candidate_receptor__3783">
              <a:extLst>
                <a:ext uri="{FF2B5EF4-FFF2-40B4-BE49-F238E27FC236}">
                  <a16:creationId xmlns:a16="http://schemas.microsoft.com/office/drawing/2014/main" id="{F06E511C-8DFE-AD02-46A8-CEA14FBF0B6E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213303"/>
              <a:ext cx="13935" cy="6069"/>
            </a:xfrm>
            <a:custGeom>
              <a:avLst/>
              <a:gdLst/>
              <a:ahLst/>
              <a:cxnLst/>
              <a:rect l="0" t="0" r="0" b="0"/>
              <a:pathLst>
                <a:path w="13935" h="6069">
                  <a:moveTo>
                    <a:pt x="0" y="0"/>
                  </a:moveTo>
                  <a:lnTo>
                    <a:pt x="13935" y="606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5" name="Candidate_receptor__3784">
              <a:extLst>
                <a:ext uri="{FF2B5EF4-FFF2-40B4-BE49-F238E27FC236}">
                  <a16:creationId xmlns:a16="http://schemas.microsoft.com/office/drawing/2014/main" id="{97CCD96F-6315-1EED-2FE4-D9A1F8418E7E}"/>
                </a:ext>
              </a:extLst>
            </p:cNvPr>
            <p:cNvSpPr>
              <a:spLocks noGrp="1"/>
            </p:cNvSpPr>
            <p:nvPr/>
          </p:nvSpPr>
          <p:spPr>
            <a:xfrm>
              <a:off x="5066174" y="3180769"/>
              <a:ext cx="19074" cy="21861"/>
            </a:xfrm>
            <a:custGeom>
              <a:avLst/>
              <a:gdLst/>
              <a:ahLst/>
              <a:cxnLst/>
              <a:rect l="0" t="0" r="0" b="0"/>
              <a:pathLst>
                <a:path w="19074" h="21861">
                  <a:moveTo>
                    <a:pt x="19074" y="0"/>
                  </a:moveTo>
                  <a:lnTo>
                    <a:pt x="0" y="2186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6" name="Candidate_receptor__3785">
              <a:extLst>
                <a:ext uri="{FF2B5EF4-FFF2-40B4-BE49-F238E27FC236}">
                  <a16:creationId xmlns:a16="http://schemas.microsoft.com/office/drawing/2014/main" id="{AF0AF34F-9806-DE70-3017-18ED20D0A41F}"/>
                </a:ext>
              </a:extLst>
            </p:cNvPr>
            <p:cNvSpPr>
              <a:spLocks noGrp="1"/>
            </p:cNvSpPr>
            <p:nvPr/>
          </p:nvSpPr>
          <p:spPr>
            <a:xfrm>
              <a:off x="4242570" y="3070081"/>
              <a:ext cx="90065" cy="20820"/>
            </a:xfrm>
            <a:custGeom>
              <a:avLst/>
              <a:gdLst/>
              <a:ahLst/>
              <a:cxnLst/>
              <a:rect l="0" t="0" r="0" b="0"/>
              <a:pathLst>
                <a:path w="90065" h="20820">
                  <a:moveTo>
                    <a:pt x="0" y="0"/>
                  </a:moveTo>
                  <a:lnTo>
                    <a:pt x="90065" y="2082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7" name="Candidate_receptor__3786">
              <a:extLst>
                <a:ext uri="{FF2B5EF4-FFF2-40B4-BE49-F238E27FC236}">
                  <a16:creationId xmlns:a16="http://schemas.microsoft.com/office/drawing/2014/main" id="{4E489C3F-2A42-ACFB-F00A-2D96C98A85B9}"/>
                </a:ext>
              </a:extLst>
            </p:cNvPr>
            <p:cNvSpPr>
              <a:spLocks noGrp="1"/>
            </p:cNvSpPr>
            <p:nvPr/>
          </p:nvSpPr>
          <p:spPr>
            <a:xfrm>
              <a:off x="3674078" y="2956305"/>
              <a:ext cx="87121" cy="51031"/>
            </a:xfrm>
            <a:custGeom>
              <a:avLst/>
              <a:gdLst/>
              <a:ahLst/>
              <a:cxnLst/>
              <a:rect l="0" t="0" r="0" b="0"/>
              <a:pathLst>
                <a:path w="87121" h="51031">
                  <a:moveTo>
                    <a:pt x="0" y="51031"/>
                  </a:moveTo>
                  <a:lnTo>
                    <a:pt x="87121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8" name="Candidate_receptor__3787">
              <a:extLst>
                <a:ext uri="{FF2B5EF4-FFF2-40B4-BE49-F238E27FC236}">
                  <a16:creationId xmlns:a16="http://schemas.microsoft.com/office/drawing/2014/main" id="{A3F274FD-F62E-2277-63A1-6E6D0F220F05}"/>
                </a:ext>
              </a:extLst>
            </p:cNvPr>
            <p:cNvSpPr>
              <a:spLocks noGrp="1"/>
            </p:cNvSpPr>
            <p:nvPr/>
          </p:nvSpPr>
          <p:spPr>
            <a:xfrm>
              <a:off x="5030397" y="2690725"/>
              <a:ext cx="73768" cy="60805"/>
            </a:xfrm>
            <a:custGeom>
              <a:avLst/>
              <a:gdLst/>
              <a:ahLst/>
              <a:cxnLst/>
              <a:rect l="0" t="0" r="0" b="0"/>
              <a:pathLst>
                <a:path w="73768" h="60805">
                  <a:moveTo>
                    <a:pt x="73768" y="0"/>
                  </a:moveTo>
                  <a:lnTo>
                    <a:pt x="0" y="6080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9" name="Candidate_receptor__3788">
              <a:extLst>
                <a:ext uri="{FF2B5EF4-FFF2-40B4-BE49-F238E27FC236}">
                  <a16:creationId xmlns:a16="http://schemas.microsoft.com/office/drawing/2014/main" id="{ACCD5849-5218-3AEB-2D2E-A1A8F751DE67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852959"/>
              <a:ext cx="66048" cy="93192"/>
            </a:xfrm>
            <a:custGeom>
              <a:avLst/>
              <a:gdLst/>
              <a:ahLst/>
              <a:cxnLst/>
              <a:rect l="0" t="0" r="0" b="0"/>
              <a:pathLst>
                <a:path w="66048" h="93192">
                  <a:moveTo>
                    <a:pt x="0" y="93192"/>
                  </a:moveTo>
                  <a:lnTo>
                    <a:pt x="66048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90" name="Candidate_receptor__3789">
              <a:extLst>
                <a:ext uri="{FF2B5EF4-FFF2-40B4-BE49-F238E27FC236}">
                  <a16:creationId xmlns:a16="http://schemas.microsoft.com/office/drawing/2014/main" id="{4CCC887C-6930-43F3-3C5C-6DA478C5B486}"/>
                </a:ext>
              </a:extLst>
            </p:cNvPr>
            <p:cNvSpPr>
              <a:spLocks noGrp="1"/>
            </p:cNvSpPr>
            <p:nvPr/>
          </p:nvSpPr>
          <p:spPr>
            <a:xfrm>
              <a:off x="4978548" y="3041920"/>
              <a:ext cx="33716" cy="26000"/>
            </a:xfrm>
            <a:custGeom>
              <a:avLst/>
              <a:gdLst/>
              <a:ahLst/>
              <a:cxnLst/>
              <a:rect l="0" t="0" r="0" b="0"/>
              <a:pathLst>
                <a:path w="33716" h="26000">
                  <a:moveTo>
                    <a:pt x="33716" y="0"/>
                  </a:moveTo>
                  <a:lnTo>
                    <a:pt x="0" y="2600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91" name="Candidate_receptor__3790">
              <a:extLst>
                <a:ext uri="{FF2B5EF4-FFF2-40B4-BE49-F238E27FC236}">
                  <a16:creationId xmlns:a16="http://schemas.microsoft.com/office/drawing/2014/main" id="{99BFCC6F-EC3E-2E3A-1262-811E8AC31A7E}"/>
                </a:ext>
              </a:extLst>
            </p:cNvPr>
            <p:cNvSpPr>
              <a:spLocks noGrp="1"/>
            </p:cNvSpPr>
            <p:nvPr/>
          </p:nvSpPr>
          <p:spPr>
            <a:xfrm>
              <a:off x="4170103" y="3051602"/>
              <a:ext cx="72466" cy="18480"/>
            </a:xfrm>
            <a:custGeom>
              <a:avLst/>
              <a:gdLst/>
              <a:ahLst/>
              <a:cxnLst/>
              <a:rect l="0" t="0" r="0" b="0"/>
              <a:pathLst>
                <a:path w="72466" h="18480">
                  <a:moveTo>
                    <a:pt x="0" y="0"/>
                  </a:moveTo>
                  <a:lnTo>
                    <a:pt x="72466" y="1848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2" name="Candidate_receptor__3791">
              <a:extLst>
                <a:ext uri="{FF2B5EF4-FFF2-40B4-BE49-F238E27FC236}">
                  <a16:creationId xmlns:a16="http://schemas.microsoft.com/office/drawing/2014/main" id="{A7AEC3FF-EB2D-9C41-5C15-E5DD581433A5}"/>
                </a:ext>
              </a:extLst>
            </p:cNvPr>
            <p:cNvSpPr>
              <a:spLocks noGrp="1"/>
            </p:cNvSpPr>
            <p:nvPr/>
          </p:nvSpPr>
          <p:spPr>
            <a:xfrm>
              <a:off x="4859663" y="3133865"/>
              <a:ext cx="25202" cy="56372"/>
            </a:xfrm>
            <a:custGeom>
              <a:avLst/>
              <a:gdLst/>
              <a:ahLst/>
              <a:cxnLst/>
              <a:rect l="0" t="0" r="0" b="0"/>
              <a:pathLst>
                <a:path w="25202" h="56372">
                  <a:moveTo>
                    <a:pt x="25202" y="0"/>
                  </a:moveTo>
                  <a:lnTo>
                    <a:pt x="0" y="5637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3" name="Candidate_receptor__3792">
              <a:extLst>
                <a:ext uri="{FF2B5EF4-FFF2-40B4-BE49-F238E27FC236}">
                  <a16:creationId xmlns:a16="http://schemas.microsoft.com/office/drawing/2014/main" id="{322B48FC-C9F6-9C9F-C1EE-58A7CD1A1F09}"/>
                </a:ext>
              </a:extLst>
            </p:cNvPr>
            <p:cNvSpPr>
              <a:spLocks noGrp="1"/>
            </p:cNvSpPr>
            <p:nvPr/>
          </p:nvSpPr>
          <p:spPr>
            <a:xfrm>
              <a:off x="5290662" y="2910701"/>
              <a:ext cx="95028" cy="29202"/>
            </a:xfrm>
            <a:custGeom>
              <a:avLst/>
              <a:gdLst/>
              <a:ahLst/>
              <a:cxnLst/>
              <a:rect l="0" t="0" r="0" b="0"/>
              <a:pathLst>
                <a:path w="95028" h="29202">
                  <a:moveTo>
                    <a:pt x="95028" y="292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4" name="Candidate_receptor__3793">
              <a:extLst>
                <a:ext uri="{FF2B5EF4-FFF2-40B4-BE49-F238E27FC236}">
                  <a16:creationId xmlns:a16="http://schemas.microsoft.com/office/drawing/2014/main" id="{B717AE34-6FBE-3DDF-C8A1-DA5E76DC5F19}"/>
                </a:ext>
              </a:extLst>
            </p:cNvPr>
            <p:cNvSpPr>
              <a:spLocks noGrp="1"/>
            </p:cNvSpPr>
            <p:nvPr/>
          </p:nvSpPr>
          <p:spPr>
            <a:xfrm>
              <a:off x="5719197" y="1852959"/>
              <a:ext cx="95125" cy="65112"/>
            </a:xfrm>
            <a:custGeom>
              <a:avLst/>
              <a:gdLst/>
              <a:ahLst/>
              <a:cxnLst/>
              <a:rect l="0" t="0" r="0" b="0"/>
              <a:pathLst>
                <a:path w="95125" h="65112">
                  <a:moveTo>
                    <a:pt x="0" y="0"/>
                  </a:moveTo>
                  <a:lnTo>
                    <a:pt x="95125" y="6511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5" name="Candidate_receptor__3794">
              <a:extLst>
                <a:ext uri="{FF2B5EF4-FFF2-40B4-BE49-F238E27FC236}">
                  <a16:creationId xmlns:a16="http://schemas.microsoft.com/office/drawing/2014/main" id="{A4839E6A-8EB6-49A3-790A-052070723D7B}"/>
                </a:ext>
              </a:extLst>
            </p:cNvPr>
            <p:cNvSpPr>
              <a:spLocks noGrp="1"/>
            </p:cNvSpPr>
            <p:nvPr/>
          </p:nvSpPr>
          <p:spPr>
            <a:xfrm>
              <a:off x="4594192" y="2645615"/>
              <a:ext cx="108488" cy="5552"/>
            </a:xfrm>
            <a:custGeom>
              <a:avLst/>
              <a:gdLst/>
              <a:ahLst/>
              <a:cxnLst/>
              <a:rect l="0" t="0" r="0" b="0"/>
              <a:pathLst>
                <a:path w="108488" h="5552">
                  <a:moveTo>
                    <a:pt x="108488" y="55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6" name="Candidate_receptor__3795">
              <a:extLst>
                <a:ext uri="{FF2B5EF4-FFF2-40B4-BE49-F238E27FC236}">
                  <a16:creationId xmlns:a16="http://schemas.microsoft.com/office/drawing/2014/main" id="{B330AEE7-FC91-F699-478F-8F0B543F83CA}"/>
                </a:ext>
              </a:extLst>
            </p:cNvPr>
            <p:cNvSpPr>
              <a:spLocks noGrp="1"/>
            </p:cNvSpPr>
            <p:nvPr/>
          </p:nvSpPr>
          <p:spPr>
            <a:xfrm>
              <a:off x="4923621" y="2751529"/>
              <a:ext cx="106776" cy="16035"/>
            </a:xfrm>
            <a:custGeom>
              <a:avLst/>
              <a:gdLst/>
              <a:ahLst/>
              <a:cxnLst/>
              <a:rect l="0" t="0" r="0" b="0"/>
              <a:pathLst>
                <a:path w="106776" h="16035">
                  <a:moveTo>
                    <a:pt x="106776" y="0"/>
                  </a:moveTo>
                  <a:lnTo>
                    <a:pt x="0" y="16035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797" name="Candidate_receptor__3796">
              <a:extLst>
                <a:ext uri="{FF2B5EF4-FFF2-40B4-BE49-F238E27FC236}">
                  <a16:creationId xmlns:a16="http://schemas.microsoft.com/office/drawing/2014/main" id="{FC3FDC76-4713-3A7F-47A3-21409F9ACA3B}"/>
                </a:ext>
              </a:extLst>
            </p:cNvPr>
            <p:cNvSpPr>
              <a:spLocks noGrp="1"/>
            </p:cNvSpPr>
            <p:nvPr/>
          </p:nvSpPr>
          <p:spPr>
            <a:xfrm>
              <a:off x="4174456" y="2748188"/>
              <a:ext cx="69380" cy="21120"/>
            </a:xfrm>
            <a:custGeom>
              <a:avLst/>
              <a:gdLst/>
              <a:ahLst/>
              <a:cxnLst/>
              <a:rect l="0" t="0" r="0" b="0"/>
              <a:pathLst>
                <a:path w="69380" h="21120">
                  <a:moveTo>
                    <a:pt x="69380" y="0"/>
                  </a:moveTo>
                  <a:lnTo>
                    <a:pt x="0" y="2112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8" name="Candidate_receptor__3797">
              <a:extLst>
                <a:ext uri="{FF2B5EF4-FFF2-40B4-BE49-F238E27FC236}">
                  <a16:creationId xmlns:a16="http://schemas.microsoft.com/office/drawing/2014/main" id="{BE3D025E-5FB7-0B05-63D4-06A61BF33261}"/>
                </a:ext>
              </a:extLst>
            </p:cNvPr>
            <p:cNvSpPr>
              <a:spLocks noGrp="1"/>
            </p:cNvSpPr>
            <p:nvPr/>
          </p:nvSpPr>
          <p:spPr>
            <a:xfrm>
              <a:off x="4910420" y="2901773"/>
              <a:ext cx="64050" cy="41669"/>
            </a:xfrm>
            <a:custGeom>
              <a:avLst/>
              <a:gdLst/>
              <a:ahLst/>
              <a:cxnLst/>
              <a:rect l="0" t="0" r="0" b="0"/>
              <a:pathLst>
                <a:path w="64050" h="41669">
                  <a:moveTo>
                    <a:pt x="64050" y="0"/>
                  </a:moveTo>
                  <a:lnTo>
                    <a:pt x="0" y="41669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799" name="Candidate_receptor__3798">
              <a:extLst>
                <a:ext uri="{FF2B5EF4-FFF2-40B4-BE49-F238E27FC236}">
                  <a16:creationId xmlns:a16="http://schemas.microsoft.com/office/drawing/2014/main" id="{089DA003-77E7-3B15-6F27-71D0C1E24787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517801"/>
              <a:ext cx="2620" cy="8470"/>
            </a:xfrm>
            <a:custGeom>
              <a:avLst/>
              <a:gdLst/>
              <a:ahLst/>
              <a:cxnLst/>
              <a:rect l="0" t="0" r="0" b="0"/>
              <a:pathLst>
                <a:path w="2620" h="8470">
                  <a:moveTo>
                    <a:pt x="2620" y="84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800" name="Candidate_receptor__3799">
              <a:extLst>
                <a:ext uri="{FF2B5EF4-FFF2-40B4-BE49-F238E27FC236}">
                  <a16:creationId xmlns:a16="http://schemas.microsoft.com/office/drawing/2014/main" id="{39B9A647-C1A2-7237-F758-D5A4AF9E7405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187580"/>
              <a:ext cx="3331" cy="52788"/>
            </a:xfrm>
            <a:custGeom>
              <a:avLst/>
              <a:gdLst/>
              <a:ahLst/>
              <a:cxnLst/>
              <a:rect l="0" t="0" r="0" b="0"/>
              <a:pathLst>
                <a:path w="3331" h="52788">
                  <a:moveTo>
                    <a:pt x="3331" y="0"/>
                  </a:moveTo>
                  <a:lnTo>
                    <a:pt x="0" y="5278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1" name="Candidate_receptor__3800">
              <a:extLst>
                <a:ext uri="{FF2B5EF4-FFF2-40B4-BE49-F238E27FC236}">
                  <a16:creationId xmlns:a16="http://schemas.microsoft.com/office/drawing/2014/main" id="{A1FEBCF0-D955-1E07-5332-ABCCEED5A8CC}"/>
                </a:ext>
              </a:extLst>
            </p:cNvPr>
            <p:cNvSpPr>
              <a:spLocks noGrp="1"/>
            </p:cNvSpPr>
            <p:nvPr/>
          </p:nvSpPr>
          <p:spPr>
            <a:xfrm>
              <a:off x="5599001" y="2118339"/>
              <a:ext cx="51507" cy="31466"/>
            </a:xfrm>
            <a:custGeom>
              <a:avLst/>
              <a:gdLst/>
              <a:ahLst/>
              <a:cxnLst/>
              <a:rect l="0" t="0" r="0" b="0"/>
              <a:pathLst>
                <a:path w="51507" h="31466">
                  <a:moveTo>
                    <a:pt x="51507" y="0"/>
                  </a:moveTo>
                  <a:lnTo>
                    <a:pt x="0" y="3146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2" name="Candidate_receptor__3801">
              <a:extLst>
                <a:ext uri="{FF2B5EF4-FFF2-40B4-BE49-F238E27FC236}">
                  <a16:creationId xmlns:a16="http://schemas.microsoft.com/office/drawing/2014/main" id="{5D076644-8F48-4ACB-42B6-E7E678E07519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11549"/>
              <a:ext cx="2092" cy="54186"/>
            </a:xfrm>
            <a:custGeom>
              <a:avLst/>
              <a:gdLst/>
              <a:ahLst/>
              <a:cxnLst/>
              <a:rect l="0" t="0" r="0" b="0"/>
              <a:pathLst>
                <a:path w="2092" h="54186">
                  <a:moveTo>
                    <a:pt x="2092" y="0"/>
                  </a:moveTo>
                  <a:lnTo>
                    <a:pt x="0" y="5418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3" name="Candidate_receptor__3802">
              <a:extLst>
                <a:ext uri="{FF2B5EF4-FFF2-40B4-BE49-F238E27FC236}">
                  <a16:creationId xmlns:a16="http://schemas.microsoft.com/office/drawing/2014/main" id="{74A41133-1D6B-DABB-AA12-C7D8720928D0}"/>
                </a:ext>
              </a:extLst>
            </p:cNvPr>
            <p:cNvSpPr>
              <a:spLocks noGrp="1"/>
            </p:cNvSpPr>
            <p:nvPr/>
          </p:nvSpPr>
          <p:spPr>
            <a:xfrm>
              <a:off x="5263723" y="2590754"/>
              <a:ext cx="63490" cy="1676"/>
            </a:xfrm>
            <a:custGeom>
              <a:avLst/>
              <a:gdLst/>
              <a:ahLst/>
              <a:cxnLst/>
              <a:rect l="0" t="0" r="0" b="0"/>
              <a:pathLst>
                <a:path w="63490" h="1676">
                  <a:moveTo>
                    <a:pt x="63490" y="1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4" name="Candidate_receptor__3803">
              <a:extLst>
                <a:ext uri="{FF2B5EF4-FFF2-40B4-BE49-F238E27FC236}">
                  <a16:creationId xmlns:a16="http://schemas.microsoft.com/office/drawing/2014/main" id="{4CAA0C44-8FBA-0BA7-7253-B9B4C47B50A9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23681"/>
              <a:ext cx="50451" cy="84099"/>
            </a:xfrm>
            <a:custGeom>
              <a:avLst/>
              <a:gdLst/>
              <a:ahLst/>
              <a:cxnLst/>
              <a:rect l="0" t="0" r="0" b="0"/>
              <a:pathLst>
                <a:path w="50451" h="84099">
                  <a:moveTo>
                    <a:pt x="0" y="84099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5" name="Candidate_receptor__3804">
              <a:extLst>
                <a:ext uri="{FF2B5EF4-FFF2-40B4-BE49-F238E27FC236}">
                  <a16:creationId xmlns:a16="http://schemas.microsoft.com/office/drawing/2014/main" id="{FA7613B0-70C2-982F-1667-EA1C1407A057}"/>
                </a:ext>
              </a:extLst>
            </p:cNvPr>
            <p:cNvSpPr>
              <a:spLocks noGrp="1"/>
            </p:cNvSpPr>
            <p:nvPr/>
          </p:nvSpPr>
          <p:spPr>
            <a:xfrm>
              <a:off x="5506763" y="2425460"/>
              <a:ext cx="27861" cy="46986"/>
            </a:xfrm>
            <a:custGeom>
              <a:avLst/>
              <a:gdLst/>
              <a:ahLst/>
              <a:cxnLst/>
              <a:rect l="0" t="0" r="0" b="0"/>
              <a:pathLst>
                <a:path w="27861" h="46986">
                  <a:moveTo>
                    <a:pt x="0" y="46986"/>
                  </a:moveTo>
                  <a:lnTo>
                    <a:pt x="2786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6" name="Candidate_receptor__3805">
              <a:extLst>
                <a:ext uri="{FF2B5EF4-FFF2-40B4-BE49-F238E27FC236}">
                  <a16:creationId xmlns:a16="http://schemas.microsoft.com/office/drawing/2014/main" id="{7DEE1113-9CE0-2D36-4275-84B332D65691}"/>
                </a:ext>
              </a:extLst>
            </p:cNvPr>
            <p:cNvSpPr>
              <a:spLocks noGrp="1"/>
            </p:cNvSpPr>
            <p:nvPr/>
          </p:nvSpPr>
          <p:spPr>
            <a:xfrm>
              <a:off x="4702680" y="2651167"/>
              <a:ext cx="84308" cy="7006"/>
            </a:xfrm>
            <a:custGeom>
              <a:avLst/>
              <a:gdLst/>
              <a:ahLst/>
              <a:cxnLst/>
              <a:rect l="0" t="0" r="0" b="0"/>
              <a:pathLst>
                <a:path w="84308" h="7006">
                  <a:moveTo>
                    <a:pt x="84308" y="7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7" name="Candidate_receptor__3806">
              <a:extLst>
                <a:ext uri="{FF2B5EF4-FFF2-40B4-BE49-F238E27FC236}">
                  <a16:creationId xmlns:a16="http://schemas.microsoft.com/office/drawing/2014/main" id="{2D863ABF-5D46-4C44-9235-E562B4B80BD5}"/>
                </a:ext>
              </a:extLst>
            </p:cNvPr>
            <p:cNvSpPr>
              <a:spLocks noGrp="1"/>
            </p:cNvSpPr>
            <p:nvPr/>
          </p:nvSpPr>
          <p:spPr>
            <a:xfrm>
              <a:off x="4849969" y="2767564"/>
              <a:ext cx="73653" cy="33325"/>
            </a:xfrm>
            <a:custGeom>
              <a:avLst/>
              <a:gdLst/>
              <a:ahLst/>
              <a:cxnLst/>
              <a:rect l="0" t="0" r="0" b="0"/>
              <a:pathLst>
                <a:path w="73653" h="33325">
                  <a:moveTo>
                    <a:pt x="73653" y="0"/>
                  </a:moveTo>
                  <a:lnTo>
                    <a:pt x="0" y="3332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8" name="Candidate_receptor__3807">
              <a:extLst>
                <a:ext uri="{FF2B5EF4-FFF2-40B4-BE49-F238E27FC236}">
                  <a16:creationId xmlns:a16="http://schemas.microsoft.com/office/drawing/2014/main" id="{AAD1F59C-3593-FB8F-33C0-32CA13099D6C}"/>
                </a:ext>
              </a:extLst>
            </p:cNvPr>
            <p:cNvSpPr>
              <a:spLocks noGrp="1"/>
            </p:cNvSpPr>
            <p:nvPr/>
          </p:nvSpPr>
          <p:spPr>
            <a:xfrm>
              <a:off x="3667044" y="2758794"/>
              <a:ext cx="98845" cy="56355"/>
            </a:xfrm>
            <a:custGeom>
              <a:avLst/>
              <a:gdLst/>
              <a:ahLst/>
              <a:cxnLst/>
              <a:rect l="0" t="0" r="0" b="0"/>
              <a:pathLst>
                <a:path w="98845" h="56355">
                  <a:moveTo>
                    <a:pt x="98845" y="0"/>
                  </a:moveTo>
                  <a:lnTo>
                    <a:pt x="0" y="5635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9" name="Candidate_receptor__3808">
              <a:extLst>
                <a:ext uri="{FF2B5EF4-FFF2-40B4-BE49-F238E27FC236}">
                  <a16:creationId xmlns:a16="http://schemas.microsoft.com/office/drawing/2014/main" id="{C42E9735-FAE4-E0BE-8E5F-DF8C1AEBE3FC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946151"/>
              <a:ext cx="45438" cy="59564"/>
            </a:xfrm>
            <a:custGeom>
              <a:avLst/>
              <a:gdLst/>
              <a:ahLst/>
              <a:cxnLst/>
              <a:rect l="0" t="0" r="0" b="0"/>
              <a:pathLst>
                <a:path w="45438" h="59564">
                  <a:moveTo>
                    <a:pt x="45438" y="595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0" name="Candidate_receptor__3809">
              <a:extLst>
                <a:ext uri="{FF2B5EF4-FFF2-40B4-BE49-F238E27FC236}">
                  <a16:creationId xmlns:a16="http://schemas.microsoft.com/office/drawing/2014/main" id="{325001AB-0243-8BF8-BC71-00644BC6C7EA}"/>
                </a:ext>
              </a:extLst>
            </p:cNvPr>
            <p:cNvSpPr>
              <a:spLocks noGrp="1"/>
            </p:cNvSpPr>
            <p:nvPr/>
          </p:nvSpPr>
          <p:spPr>
            <a:xfrm>
              <a:off x="5721739" y="2414959"/>
              <a:ext cx="78545" cy="8722"/>
            </a:xfrm>
            <a:custGeom>
              <a:avLst/>
              <a:gdLst/>
              <a:ahLst/>
              <a:cxnLst/>
              <a:rect l="0" t="0" r="0" b="0"/>
              <a:pathLst>
                <a:path w="78545" h="8722">
                  <a:moveTo>
                    <a:pt x="0" y="8722"/>
                  </a:moveTo>
                  <a:lnTo>
                    <a:pt x="7854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1" name="Candidate_receptor__3810">
              <a:extLst>
                <a:ext uri="{FF2B5EF4-FFF2-40B4-BE49-F238E27FC236}">
                  <a16:creationId xmlns:a16="http://schemas.microsoft.com/office/drawing/2014/main" id="{EF3BD133-09FE-0B53-659B-D67B8D7B16E6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3462"/>
              <a:ext cx="619" cy="115331"/>
            </a:xfrm>
            <a:custGeom>
              <a:avLst/>
              <a:gdLst/>
              <a:ahLst/>
              <a:cxnLst/>
              <a:rect l="0" t="0" r="0" b="0"/>
              <a:pathLst>
                <a:path w="619" h="115331">
                  <a:moveTo>
                    <a:pt x="0" y="0"/>
                  </a:moveTo>
                  <a:lnTo>
                    <a:pt x="619" y="1153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2" name="Candidate_receptor__3811">
              <a:extLst>
                <a:ext uri="{FF2B5EF4-FFF2-40B4-BE49-F238E27FC236}">
                  <a16:creationId xmlns:a16="http://schemas.microsoft.com/office/drawing/2014/main" id="{870B17E1-A775-1201-D5C7-C388A484C025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210374"/>
              <a:ext cx="102914" cy="34358"/>
            </a:xfrm>
            <a:custGeom>
              <a:avLst/>
              <a:gdLst/>
              <a:ahLst/>
              <a:cxnLst/>
              <a:rect l="0" t="0" r="0" b="0"/>
              <a:pathLst>
                <a:path w="102914" h="34358">
                  <a:moveTo>
                    <a:pt x="102914" y="343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3" name="Candidate_receptor__3812">
              <a:extLst>
                <a:ext uri="{FF2B5EF4-FFF2-40B4-BE49-F238E27FC236}">
                  <a16:creationId xmlns:a16="http://schemas.microsoft.com/office/drawing/2014/main" id="{B245D7DD-01D3-C9E1-CF00-C961EECC9963}"/>
                </a:ext>
              </a:extLst>
            </p:cNvPr>
            <p:cNvSpPr>
              <a:spLocks noGrp="1"/>
            </p:cNvSpPr>
            <p:nvPr/>
          </p:nvSpPr>
          <p:spPr>
            <a:xfrm>
              <a:off x="4060222" y="3051602"/>
              <a:ext cx="109881" cy="30605"/>
            </a:xfrm>
            <a:custGeom>
              <a:avLst/>
              <a:gdLst/>
              <a:ahLst/>
              <a:cxnLst/>
              <a:rect l="0" t="0" r="0" b="0"/>
              <a:pathLst>
                <a:path w="109881" h="30605">
                  <a:moveTo>
                    <a:pt x="0" y="30605"/>
                  </a:moveTo>
                  <a:lnTo>
                    <a:pt x="10988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4" name="Candidate_receptor__3813">
              <a:extLst>
                <a:ext uri="{FF2B5EF4-FFF2-40B4-BE49-F238E27FC236}">
                  <a16:creationId xmlns:a16="http://schemas.microsoft.com/office/drawing/2014/main" id="{2EBCF007-AA03-7DA6-4779-0C7300F7FEA1}"/>
                </a:ext>
              </a:extLst>
            </p:cNvPr>
            <p:cNvSpPr>
              <a:spLocks noGrp="1"/>
            </p:cNvSpPr>
            <p:nvPr/>
          </p:nvSpPr>
          <p:spPr>
            <a:xfrm>
              <a:off x="4812692" y="2943442"/>
              <a:ext cx="97728" cy="52122"/>
            </a:xfrm>
            <a:custGeom>
              <a:avLst/>
              <a:gdLst/>
              <a:ahLst/>
              <a:cxnLst/>
              <a:rect l="0" t="0" r="0" b="0"/>
              <a:pathLst>
                <a:path w="97728" h="52122">
                  <a:moveTo>
                    <a:pt x="97728" y="0"/>
                  </a:moveTo>
                  <a:lnTo>
                    <a:pt x="0" y="521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5" name="Candidate_receptor__3814">
              <a:extLst>
                <a:ext uri="{FF2B5EF4-FFF2-40B4-BE49-F238E27FC236}">
                  <a16:creationId xmlns:a16="http://schemas.microsoft.com/office/drawing/2014/main" id="{12F7A999-B9A3-DDC8-C4D4-68640A350895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31095" cy="18687"/>
            </a:xfrm>
            <a:custGeom>
              <a:avLst/>
              <a:gdLst/>
              <a:ahLst/>
              <a:cxnLst/>
              <a:rect l="0" t="0" r="0" b="0"/>
              <a:pathLst>
                <a:path w="31095" h="18687">
                  <a:moveTo>
                    <a:pt x="31095" y="186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6" name="Candidate_receptor__3815">
              <a:extLst>
                <a:ext uri="{FF2B5EF4-FFF2-40B4-BE49-F238E27FC236}">
                  <a16:creationId xmlns:a16="http://schemas.microsoft.com/office/drawing/2014/main" id="{BB6CF451-63C9-BBE1-6B9D-3624D0230E36}"/>
                </a:ext>
              </a:extLst>
            </p:cNvPr>
            <p:cNvSpPr>
              <a:spLocks noGrp="1"/>
            </p:cNvSpPr>
            <p:nvPr/>
          </p:nvSpPr>
          <p:spPr>
            <a:xfrm>
              <a:off x="4282627" y="3090902"/>
              <a:ext cx="50007" cy="96678"/>
            </a:xfrm>
            <a:custGeom>
              <a:avLst/>
              <a:gdLst/>
              <a:ahLst/>
              <a:cxnLst/>
              <a:rect l="0" t="0" r="0" b="0"/>
              <a:pathLst>
                <a:path w="50007" h="96678">
                  <a:moveTo>
                    <a:pt x="50007" y="0"/>
                  </a:moveTo>
                  <a:lnTo>
                    <a:pt x="0" y="9667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7" name="Candidate_receptor__3816">
              <a:extLst>
                <a:ext uri="{FF2B5EF4-FFF2-40B4-BE49-F238E27FC236}">
                  <a16:creationId xmlns:a16="http://schemas.microsoft.com/office/drawing/2014/main" id="{BD594CCD-EB04-A573-C906-6D9222B22585}"/>
                </a:ext>
              </a:extLst>
            </p:cNvPr>
            <p:cNvSpPr>
              <a:spLocks noGrp="1"/>
            </p:cNvSpPr>
            <p:nvPr/>
          </p:nvSpPr>
          <p:spPr>
            <a:xfrm>
              <a:off x="4786987" y="2625403"/>
              <a:ext cx="101862" cy="32770"/>
            </a:xfrm>
            <a:custGeom>
              <a:avLst/>
              <a:gdLst/>
              <a:ahLst/>
              <a:cxnLst/>
              <a:rect l="0" t="0" r="0" b="0"/>
              <a:pathLst>
                <a:path w="101862" h="32770">
                  <a:moveTo>
                    <a:pt x="101862" y="0"/>
                  </a:moveTo>
                  <a:lnTo>
                    <a:pt x="0" y="3277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8" name="Candidate_receptor__3817">
              <a:extLst>
                <a:ext uri="{FF2B5EF4-FFF2-40B4-BE49-F238E27FC236}">
                  <a16:creationId xmlns:a16="http://schemas.microsoft.com/office/drawing/2014/main" id="{E65554B0-5996-E02C-A555-B43AFB3C3097}"/>
                </a:ext>
              </a:extLst>
            </p:cNvPr>
            <p:cNvSpPr>
              <a:spLocks noGrp="1"/>
            </p:cNvSpPr>
            <p:nvPr/>
          </p:nvSpPr>
          <p:spPr>
            <a:xfrm>
              <a:off x="4081922" y="2701555"/>
              <a:ext cx="92534" cy="67752"/>
            </a:xfrm>
            <a:custGeom>
              <a:avLst/>
              <a:gdLst/>
              <a:ahLst/>
              <a:cxnLst/>
              <a:rect l="0" t="0" r="0" b="0"/>
              <a:pathLst>
                <a:path w="92534" h="67752">
                  <a:moveTo>
                    <a:pt x="92534" y="677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9" name="Candidate_receptor__3818">
              <a:extLst>
                <a:ext uri="{FF2B5EF4-FFF2-40B4-BE49-F238E27FC236}">
                  <a16:creationId xmlns:a16="http://schemas.microsoft.com/office/drawing/2014/main" id="{8543BCA6-FC62-D988-4B3B-DB28A2878474}"/>
                </a:ext>
              </a:extLst>
            </p:cNvPr>
            <p:cNvSpPr>
              <a:spLocks noGrp="1"/>
            </p:cNvSpPr>
            <p:nvPr/>
          </p:nvSpPr>
          <p:spPr>
            <a:xfrm>
              <a:off x="4757244" y="2800890"/>
              <a:ext cx="92725" cy="52422"/>
            </a:xfrm>
            <a:custGeom>
              <a:avLst/>
              <a:gdLst/>
              <a:ahLst/>
              <a:cxnLst/>
              <a:rect l="0" t="0" r="0" b="0"/>
              <a:pathLst>
                <a:path w="92725" h="52422">
                  <a:moveTo>
                    <a:pt x="92725" y="0"/>
                  </a:moveTo>
                  <a:lnTo>
                    <a:pt x="0" y="524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0" name="Candidate_receptor__3819">
              <a:extLst>
                <a:ext uri="{FF2B5EF4-FFF2-40B4-BE49-F238E27FC236}">
                  <a16:creationId xmlns:a16="http://schemas.microsoft.com/office/drawing/2014/main" id="{A8257E0D-608A-A302-6B22-CBB1B1363AE0}"/>
                </a:ext>
              </a:extLst>
            </p:cNvPr>
            <p:cNvSpPr>
              <a:spLocks noGrp="1"/>
            </p:cNvSpPr>
            <p:nvPr/>
          </p:nvSpPr>
          <p:spPr>
            <a:xfrm>
              <a:off x="4884864" y="3067920"/>
              <a:ext cx="93684" cy="65946"/>
            </a:xfrm>
            <a:custGeom>
              <a:avLst/>
              <a:gdLst/>
              <a:ahLst/>
              <a:cxnLst/>
              <a:rect l="0" t="0" r="0" b="0"/>
              <a:pathLst>
                <a:path w="93684" h="65946">
                  <a:moveTo>
                    <a:pt x="93684" y="0"/>
                  </a:moveTo>
                  <a:lnTo>
                    <a:pt x="0" y="6594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1" name="Candidate_receptor__3820">
              <a:extLst>
                <a:ext uri="{FF2B5EF4-FFF2-40B4-BE49-F238E27FC236}">
                  <a16:creationId xmlns:a16="http://schemas.microsoft.com/office/drawing/2014/main" id="{F0523451-EDE9-2E94-76D8-DB5CA8BFF69B}"/>
                </a:ext>
              </a:extLst>
            </p:cNvPr>
            <p:cNvSpPr>
              <a:spLocks noGrp="1"/>
            </p:cNvSpPr>
            <p:nvPr/>
          </p:nvSpPr>
          <p:spPr>
            <a:xfrm>
              <a:off x="4776120" y="2491080"/>
              <a:ext cx="109143" cy="10312"/>
            </a:xfrm>
            <a:custGeom>
              <a:avLst/>
              <a:gdLst/>
              <a:ahLst/>
              <a:cxnLst/>
              <a:rect l="0" t="0" r="0" b="0"/>
              <a:pathLst>
                <a:path w="109143" h="10312">
                  <a:moveTo>
                    <a:pt x="0" y="0"/>
                  </a:moveTo>
                  <a:lnTo>
                    <a:pt x="109143" y="1031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2" name="Candidate_receptor__3821">
              <a:extLst>
                <a:ext uri="{FF2B5EF4-FFF2-40B4-BE49-F238E27FC236}">
                  <a16:creationId xmlns:a16="http://schemas.microsoft.com/office/drawing/2014/main" id="{4BE5AB39-C180-C2F7-0BFE-C90A3E7580A0}"/>
                </a:ext>
              </a:extLst>
            </p:cNvPr>
            <p:cNvSpPr>
              <a:spLocks noGrp="1"/>
            </p:cNvSpPr>
            <p:nvPr/>
          </p:nvSpPr>
          <p:spPr>
            <a:xfrm>
              <a:off x="5203024" y="3275117"/>
              <a:ext cx="10470" cy="98414"/>
            </a:xfrm>
            <a:custGeom>
              <a:avLst/>
              <a:gdLst/>
              <a:ahLst/>
              <a:cxnLst/>
              <a:rect l="0" t="0" r="0" b="0"/>
              <a:pathLst>
                <a:path w="10470" h="98414">
                  <a:moveTo>
                    <a:pt x="0" y="0"/>
                  </a:moveTo>
                  <a:lnTo>
                    <a:pt x="10470" y="98414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3" name="Candidate_receptor__3822">
              <a:extLst>
                <a:ext uri="{FF2B5EF4-FFF2-40B4-BE49-F238E27FC236}">
                  <a16:creationId xmlns:a16="http://schemas.microsoft.com/office/drawing/2014/main" id="{2FDFE5D6-F16C-E609-C354-BCE43F68D1CA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913867"/>
              <a:ext cx="23091" cy="93469"/>
            </a:xfrm>
            <a:custGeom>
              <a:avLst/>
              <a:gdLst/>
              <a:ahLst/>
              <a:cxnLst/>
              <a:rect l="0" t="0" r="0" b="0"/>
              <a:pathLst>
                <a:path w="23091" h="93469">
                  <a:moveTo>
                    <a:pt x="0" y="0"/>
                  </a:moveTo>
                  <a:lnTo>
                    <a:pt x="23091" y="93469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4" name="Candidate_receptor__3823">
              <a:extLst>
                <a:ext uri="{FF2B5EF4-FFF2-40B4-BE49-F238E27FC236}">
                  <a16:creationId xmlns:a16="http://schemas.microsoft.com/office/drawing/2014/main" id="{BCE98CEB-EB83-32C7-11E6-A82FBFAFEA9B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149805"/>
              <a:ext cx="94204" cy="63498"/>
            </a:xfrm>
            <a:custGeom>
              <a:avLst/>
              <a:gdLst/>
              <a:ahLst/>
              <a:cxnLst/>
              <a:rect l="0" t="0" r="0" b="0"/>
              <a:pathLst>
                <a:path w="94204" h="63498">
                  <a:moveTo>
                    <a:pt x="94204" y="0"/>
                  </a:moveTo>
                  <a:lnTo>
                    <a:pt x="0" y="6349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5" name="Candidate_receptor__3824">
              <a:extLst>
                <a:ext uri="{FF2B5EF4-FFF2-40B4-BE49-F238E27FC236}">
                  <a16:creationId xmlns:a16="http://schemas.microsoft.com/office/drawing/2014/main" id="{CB890D1C-04DD-D84E-5281-B60FEBD39000}"/>
                </a:ext>
              </a:extLst>
            </p:cNvPr>
            <p:cNvSpPr>
              <a:spLocks noGrp="1"/>
            </p:cNvSpPr>
            <p:nvPr/>
          </p:nvSpPr>
          <p:spPr>
            <a:xfrm>
              <a:off x="3981647" y="3015698"/>
              <a:ext cx="78575" cy="66509"/>
            </a:xfrm>
            <a:custGeom>
              <a:avLst/>
              <a:gdLst/>
              <a:ahLst/>
              <a:cxnLst/>
              <a:rect l="0" t="0" r="0" b="0"/>
              <a:pathLst>
                <a:path w="78575" h="66509">
                  <a:moveTo>
                    <a:pt x="0" y="0"/>
                  </a:moveTo>
                  <a:lnTo>
                    <a:pt x="78575" y="6650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6" name="Candidate_receptor__3825">
              <a:extLst>
                <a:ext uri="{FF2B5EF4-FFF2-40B4-BE49-F238E27FC236}">
                  <a16:creationId xmlns:a16="http://schemas.microsoft.com/office/drawing/2014/main" id="{146C7B22-03EA-03E3-2C43-B558CB1F1CDC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815149"/>
              <a:ext cx="16058" cy="98718"/>
            </a:xfrm>
            <a:custGeom>
              <a:avLst/>
              <a:gdLst/>
              <a:ahLst/>
              <a:cxnLst/>
              <a:rect l="0" t="0" r="0" b="0"/>
              <a:pathLst>
                <a:path w="16058" h="98718">
                  <a:moveTo>
                    <a:pt x="16058" y="0"/>
                  </a:moveTo>
                  <a:lnTo>
                    <a:pt x="0" y="9871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7" name="Candidate_receptor__3826">
              <a:extLst>
                <a:ext uri="{FF2B5EF4-FFF2-40B4-BE49-F238E27FC236}">
                  <a16:creationId xmlns:a16="http://schemas.microsoft.com/office/drawing/2014/main" id="{BDEA4B56-5B73-9ED9-A004-27ADED914287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5985" cy="95437"/>
            </a:xfrm>
            <a:custGeom>
              <a:avLst/>
              <a:gdLst/>
              <a:ahLst/>
              <a:cxnLst/>
              <a:rect l="0" t="0" r="0" b="0"/>
              <a:pathLst>
                <a:path w="5985" h="95437">
                  <a:moveTo>
                    <a:pt x="0" y="0"/>
                  </a:moveTo>
                  <a:lnTo>
                    <a:pt x="5985" y="95437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8" name="Candidate_receptor__3827">
              <a:extLst>
                <a:ext uri="{FF2B5EF4-FFF2-40B4-BE49-F238E27FC236}">
                  <a16:creationId xmlns:a16="http://schemas.microsoft.com/office/drawing/2014/main" id="{39A06E48-D8DC-3407-FB71-0123515A5414}"/>
                </a:ext>
              </a:extLst>
            </p:cNvPr>
            <p:cNvSpPr>
              <a:spLocks noGrp="1"/>
            </p:cNvSpPr>
            <p:nvPr/>
          </p:nvSpPr>
          <p:spPr>
            <a:xfrm>
              <a:off x="4888850" y="2625403"/>
              <a:ext cx="96122" cy="5292"/>
            </a:xfrm>
            <a:custGeom>
              <a:avLst/>
              <a:gdLst/>
              <a:ahLst/>
              <a:cxnLst/>
              <a:rect l="0" t="0" r="0" b="0"/>
              <a:pathLst>
                <a:path w="96122" h="5292">
                  <a:moveTo>
                    <a:pt x="96122" y="52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9" name="Candidate_receptor__3828">
              <a:extLst>
                <a:ext uri="{FF2B5EF4-FFF2-40B4-BE49-F238E27FC236}">
                  <a16:creationId xmlns:a16="http://schemas.microsoft.com/office/drawing/2014/main" id="{9AFDE2AF-3BC7-E32D-FC4A-C67A5AF6543B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412667"/>
              <a:ext cx="59767" cy="72244"/>
            </a:xfrm>
            <a:custGeom>
              <a:avLst/>
              <a:gdLst/>
              <a:ahLst/>
              <a:cxnLst/>
              <a:rect l="0" t="0" r="0" b="0"/>
              <a:pathLst>
                <a:path w="59767" h="72244">
                  <a:moveTo>
                    <a:pt x="0" y="0"/>
                  </a:moveTo>
                  <a:lnTo>
                    <a:pt x="59767" y="722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0" name="Candidate_receptor__3829">
              <a:extLst>
                <a:ext uri="{FF2B5EF4-FFF2-40B4-BE49-F238E27FC236}">
                  <a16:creationId xmlns:a16="http://schemas.microsoft.com/office/drawing/2014/main" id="{C1966381-08AF-F6D2-AEAA-F6FE990118C1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096410"/>
              <a:ext cx="11256" cy="113964"/>
            </a:xfrm>
            <a:custGeom>
              <a:avLst/>
              <a:gdLst/>
              <a:ahLst/>
              <a:cxnLst/>
              <a:rect l="0" t="0" r="0" b="0"/>
              <a:pathLst>
                <a:path w="11256" h="113964">
                  <a:moveTo>
                    <a:pt x="0" y="113964"/>
                  </a:moveTo>
                  <a:lnTo>
                    <a:pt x="1125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1" name="Candidate_receptor__3830">
              <a:extLst>
                <a:ext uri="{FF2B5EF4-FFF2-40B4-BE49-F238E27FC236}">
                  <a16:creationId xmlns:a16="http://schemas.microsoft.com/office/drawing/2014/main" id="{5EC86291-A725-6C60-78B8-C2B2AF0F2712}"/>
                </a:ext>
              </a:extLst>
            </p:cNvPr>
            <p:cNvSpPr>
              <a:spLocks noGrp="1"/>
            </p:cNvSpPr>
            <p:nvPr/>
          </p:nvSpPr>
          <p:spPr>
            <a:xfrm>
              <a:off x="4978445" y="3202630"/>
              <a:ext cx="87729" cy="63231"/>
            </a:xfrm>
            <a:custGeom>
              <a:avLst/>
              <a:gdLst/>
              <a:ahLst/>
              <a:cxnLst/>
              <a:rect l="0" t="0" r="0" b="0"/>
              <a:pathLst>
                <a:path w="87729" h="63231">
                  <a:moveTo>
                    <a:pt x="87729" y="0"/>
                  </a:moveTo>
                  <a:lnTo>
                    <a:pt x="0" y="632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2" name="Candidate_receptor__3831">
              <a:extLst>
                <a:ext uri="{FF2B5EF4-FFF2-40B4-BE49-F238E27FC236}">
                  <a16:creationId xmlns:a16="http://schemas.microsoft.com/office/drawing/2014/main" id="{54A31A7C-AF70-DB02-40C6-1C8AAD7AB4C9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491080"/>
              <a:ext cx="103393" cy="48993"/>
            </a:xfrm>
            <a:custGeom>
              <a:avLst/>
              <a:gdLst/>
              <a:ahLst/>
              <a:cxnLst/>
              <a:rect l="0" t="0" r="0" b="0"/>
              <a:pathLst>
                <a:path w="103393" h="48993">
                  <a:moveTo>
                    <a:pt x="0" y="48993"/>
                  </a:moveTo>
                  <a:lnTo>
                    <a:pt x="103393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3" name="Candidate_receptor__3832">
              <a:extLst>
                <a:ext uri="{FF2B5EF4-FFF2-40B4-BE49-F238E27FC236}">
                  <a16:creationId xmlns:a16="http://schemas.microsoft.com/office/drawing/2014/main" id="{E3909FE4-6AFA-97C7-AEFE-14FF2E41CE4E}"/>
                </a:ext>
              </a:extLst>
            </p:cNvPr>
            <p:cNvSpPr>
              <a:spLocks noGrp="1"/>
            </p:cNvSpPr>
            <p:nvPr/>
          </p:nvSpPr>
          <p:spPr>
            <a:xfrm>
              <a:off x="4984972" y="2572272"/>
              <a:ext cx="87909" cy="58423"/>
            </a:xfrm>
            <a:custGeom>
              <a:avLst/>
              <a:gdLst/>
              <a:ahLst/>
              <a:cxnLst/>
              <a:rect l="0" t="0" r="0" b="0"/>
              <a:pathLst>
                <a:path w="87909" h="58423">
                  <a:moveTo>
                    <a:pt x="87909" y="0"/>
                  </a:moveTo>
                  <a:lnTo>
                    <a:pt x="0" y="5842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4" name="Candidate_receptor__3833">
              <a:extLst>
                <a:ext uri="{FF2B5EF4-FFF2-40B4-BE49-F238E27FC236}">
                  <a16:creationId xmlns:a16="http://schemas.microsoft.com/office/drawing/2014/main" id="{75A63C19-A65D-70E9-38E8-F205BC10E386}"/>
                </a:ext>
              </a:extLst>
            </p:cNvPr>
            <p:cNvSpPr>
              <a:spLocks noGrp="1"/>
            </p:cNvSpPr>
            <p:nvPr/>
          </p:nvSpPr>
          <p:spPr>
            <a:xfrm>
              <a:off x="3895452" y="2634984"/>
              <a:ext cx="22796" cy="66344"/>
            </a:xfrm>
            <a:custGeom>
              <a:avLst/>
              <a:gdLst/>
              <a:ahLst/>
              <a:cxnLst/>
              <a:rect l="0" t="0" r="0" b="0"/>
              <a:pathLst>
                <a:path w="22796" h="66344">
                  <a:moveTo>
                    <a:pt x="22796" y="0"/>
                  </a:moveTo>
                  <a:lnTo>
                    <a:pt x="0" y="663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5" name="Candidate_receptor__3834">
              <a:extLst>
                <a:ext uri="{FF2B5EF4-FFF2-40B4-BE49-F238E27FC236}">
                  <a16:creationId xmlns:a16="http://schemas.microsoft.com/office/drawing/2014/main" id="{A22541DE-2E0B-522F-D1DD-EDF18AFA46D9}"/>
                </a:ext>
              </a:extLst>
            </p:cNvPr>
            <p:cNvSpPr>
              <a:spLocks noGrp="1"/>
            </p:cNvSpPr>
            <p:nvPr/>
          </p:nvSpPr>
          <p:spPr>
            <a:xfrm>
              <a:off x="4788154" y="2995564"/>
              <a:ext cx="24538" cy="58081"/>
            </a:xfrm>
            <a:custGeom>
              <a:avLst/>
              <a:gdLst/>
              <a:ahLst/>
              <a:cxnLst/>
              <a:rect l="0" t="0" r="0" b="0"/>
              <a:pathLst>
                <a:path w="24538" h="58081">
                  <a:moveTo>
                    <a:pt x="24538" y="0"/>
                  </a:moveTo>
                  <a:lnTo>
                    <a:pt x="0" y="5808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6" name="Candidate_receptor__3835">
              <a:extLst>
                <a:ext uri="{FF2B5EF4-FFF2-40B4-BE49-F238E27FC236}">
                  <a16:creationId xmlns:a16="http://schemas.microsoft.com/office/drawing/2014/main" id="{3668268C-A61A-FA25-DF69-8D462B456F46}"/>
                </a:ext>
              </a:extLst>
            </p:cNvPr>
            <p:cNvSpPr>
              <a:spLocks noGrp="1"/>
            </p:cNvSpPr>
            <p:nvPr/>
          </p:nvSpPr>
          <p:spPr>
            <a:xfrm>
              <a:off x="5698587" y="2005715"/>
              <a:ext cx="70422" cy="90695"/>
            </a:xfrm>
            <a:custGeom>
              <a:avLst/>
              <a:gdLst/>
              <a:ahLst/>
              <a:cxnLst/>
              <a:rect l="0" t="0" r="0" b="0"/>
              <a:pathLst>
                <a:path w="70422" h="90695">
                  <a:moveTo>
                    <a:pt x="70422" y="906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7" name="Candidate_receptor__3836">
              <a:extLst>
                <a:ext uri="{FF2B5EF4-FFF2-40B4-BE49-F238E27FC236}">
                  <a16:creationId xmlns:a16="http://schemas.microsoft.com/office/drawing/2014/main" id="{B9970B2E-E3CC-E2DC-0EA1-642C4F587730}"/>
                </a:ext>
              </a:extLst>
            </p:cNvPr>
            <p:cNvSpPr>
              <a:spLocks noGrp="1"/>
            </p:cNvSpPr>
            <p:nvPr/>
          </p:nvSpPr>
          <p:spPr>
            <a:xfrm>
              <a:off x="5800284" y="2414959"/>
              <a:ext cx="29637" cy="111311"/>
            </a:xfrm>
            <a:custGeom>
              <a:avLst/>
              <a:gdLst/>
              <a:ahLst/>
              <a:cxnLst/>
              <a:rect l="0" t="0" r="0" b="0"/>
              <a:pathLst>
                <a:path w="29637" h="111311">
                  <a:moveTo>
                    <a:pt x="0" y="0"/>
                  </a:moveTo>
                  <a:lnTo>
                    <a:pt x="29637" y="11131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8" name="Candidate_receptor__3837">
              <a:extLst>
                <a:ext uri="{FF2B5EF4-FFF2-40B4-BE49-F238E27FC236}">
                  <a16:creationId xmlns:a16="http://schemas.microsoft.com/office/drawing/2014/main" id="{06EB8E07-F152-2AB7-6F4D-A8F3FAA633D7}"/>
                </a:ext>
              </a:extLst>
            </p:cNvPr>
            <p:cNvSpPr>
              <a:spLocks noGrp="1"/>
            </p:cNvSpPr>
            <p:nvPr/>
          </p:nvSpPr>
          <p:spPr>
            <a:xfrm>
              <a:off x="5072881" y="2572272"/>
              <a:ext cx="93421" cy="27474"/>
            </a:xfrm>
            <a:custGeom>
              <a:avLst/>
              <a:gdLst/>
              <a:ahLst/>
              <a:cxnLst/>
              <a:rect l="0" t="0" r="0" b="0"/>
              <a:pathLst>
                <a:path w="93421" h="27474">
                  <a:moveTo>
                    <a:pt x="93421" y="274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9" name="Candidate_receptor__3838">
              <a:extLst>
                <a:ext uri="{FF2B5EF4-FFF2-40B4-BE49-F238E27FC236}">
                  <a16:creationId xmlns:a16="http://schemas.microsoft.com/office/drawing/2014/main" id="{0503CF0C-27E3-0355-80CE-26765A640980}"/>
                </a:ext>
              </a:extLst>
            </p:cNvPr>
            <p:cNvSpPr>
              <a:spLocks noGrp="1"/>
            </p:cNvSpPr>
            <p:nvPr/>
          </p:nvSpPr>
          <p:spPr>
            <a:xfrm>
              <a:off x="4151881" y="3230206"/>
              <a:ext cx="8983" cy="111269"/>
            </a:xfrm>
            <a:custGeom>
              <a:avLst/>
              <a:gdLst/>
              <a:ahLst/>
              <a:cxnLst/>
              <a:rect l="0" t="0" r="0" b="0"/>
              <a:pathLst>
                <a:path w="8983" h="111269">
                  <a:moveTo>
                    <a:pt x="8983" y="1112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0" name="Candidate_receptor__3839">
              <a:extLst>
                <a:ext uri="{FF2B5EF4-FFF2-40B4-BE49-F238E27FC236}">
                  <a16:creationId xmlns:a16="http://schemas.microsoft.com/office/drawing/2014/main" id="{49DED6DB-7CE9-A5BF-F210-39E21C6C91C3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96742"/>
              <a:ext cx="106168" cy="33464"/>
            </a:xfrm>
            <a:custGeom>
              <a:avLst/>
              <a:gdLst/>
              <a:ahLst/>
              <a:cxnLst/>
              <a:rect l="0" t="0" r="0" b="0"/>
              <a:pathLst>
                <a:path w="106168" h="33464">
                  <a:moveTo>
                    <a:pt x="106168" y="334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1" name="Candidate_receptor__3840">
              <a:extLst>
                <a:ext uri="{FF2B5EF4-FFF2-40B4-BE49-F238E27FC236}">
                  <a16:creationId xmlns:a16="http://schemas.microsoft.com/office/drawing/2014/main" id="{AB975B83-85D5-4EE6-A9B5-F47D7E0BBE1A}"/>
                </a:ext>
              </a:extLst>
            </p:cNvPr>
            <p:cNvSpPr>
              <a:spLocks noGrp="1"/>
            </p:cNvSpPr>
            <p:nvPr/>
          </p:nvSpPr>
          <p:spPr>
            <a:xfrm>
              <a:off x="4065448" y="2608529"/>
              <a:ext cx="16474" cy="93027"/>
            </a:xfrm>
            <a:custGeom>
              <a:avLst/>
              <a:gdLst/>
              <a:ahLst/>
              <a:cxnLst/>
              <a:rect l="0" t="0" r="0" b="0"/>
              <a:pathLst>
                <a:path w="16474" h="93027">
                  <a:moveTo>
                    <a:pt x="16474" y="93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2" name="Candidate_receptor__3841">
              <a:extLst>
                <a:ext uri="{FF2B5EF4-FFF2-40B4-BE49-F238E27FC236}">
                  <a16:creationId xmlns:a16="http://schemas.microsoft.com/office/drawing/2014/main" id="{CB0D5810-AED1-6F43-9D4F-B1D624864195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41474"/>
              <a:ext cx="110055" cy="24260"/>
            </a:xfrm>
            <a:custGeom>
              <a:avLst/>
              <a:gdLst/>
              <a:ahLst/>
              <a:cxnLst/>
              <a:rect l="0" t="0" r="0" b="0"/>
              <a:pathLst>
                <a:path w="110055" h="24260">
                  <a:moveTo>
                    <a:pt x="0" y="24260"/>
                  </a:moveTo>
                  <a:lnTo>
                    <a:pt x="11005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3" name="Candidate_receptor__3842">
              <a:extLst>
                <a:ext uri="{FF2B5EF4-FFF2-40B4-BE49-F238E27FC236}">
                  <a16:creationId xmlns:a16="http://schemas.microsoft.com/office/drawing/2014/main" id="{E6495198-9E6A-921E-7BE1-F38FC5FD546E}"/>
                </a:ext>
              </a:extLst>
            </p:cNvPr>
            <p:cNvSpPr>
              <a:spLocks noGrp="1"/>
            </p:cNvSpPr>
            <p:nvPr/>
          </p:nvSpPr>
          <p:spPr>
            <a:xfrm>
              <a:off x="4885263" y="2475183"/>
              <a:ext cx="71415" cy="26208"/>
            </a:xfrm>
            <a:custGeom>
              <a:avLst/>
              <a:gdLst/>
              <a:ahLst/>
              <a:cxnLst/>
              <a:rect l="0" t="0" r="0" b="0"/>
              <a:pathLst>
                <a:path w="71415" h="26208">
                  <a:moveTo>
                    <a:pt x="0" y="26208"/>
                  </a:moveTo>
                  <a:lnTo>
                    <a:pt x="7141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4" name="Candidate_receptor__3843">
              <a:extLst>
                <a:ext uri="{FF2B5EF4-FFF2-40B4-BE49-F238E27FC236}">
                  <a16:creationId xmlns:a16="http://schemas.microsoft.com/office/drawing/2014/main" id="{2901D3E4-E3F5-7B3F-641B-029448B1A738}"/>
                </a:ext>
              </a:extLst>
            </p:cNvPr>
            <p:cNvSpPr>
              <a:spLocks noGrp="1"/>
            </p:cNvSpPr>
            <p:nvPr/>
          </p:nvSpPr>
          <p:spPr>
            <a:xfrm>
              <a:off x="4715254" y="2853312"/>
              <a:ext cx="41990" cy="22721"/>
            </a:xfrm>
            <a:custGeom>
              <a:avLst/>
              <a:gdLst/>
              <a:ahLst/>
              <a:cxnLst/>
              <a:rect l="0" t="0" r="0" b="0"/>
              <a:pathLst>
                <a:path w="41990" h="22721">
                  <a:moveTo>
                    <a:pt x="41990" y="0"/>
                  </a:moveTo>
                  <a:lnTo>
                    <a:pt x="0" y="2272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5" name="Candidate_receptor__3844">
              <a:extLst>
                <a:ext uri="{FF2B5EF4-FFF2-40B4-BE49-F238E27FC236}">
                  <a16:creationId xmlns:a16="http://schemas.microsoft.com/office/drawing/2014/main" id="{88585567-3645-F978-96DA-3CEF2AFA87E1}"/>
                </a:ext>
              </a:extLst>
            </p:cNvPr>
            <p:cNvSpPr>
              <a:spLocks noGrp="1"/>
            </p:cNvSpPr>
            <p:nvPr/>
          </p:nvSpPr>
          <p:spPr>
            <a:xfrm>
              <a:off x="5327213" y="2592430"/>
              <a:ext cx="43449" cy="103813"/>
            </a:xfrm>
            <a:custGeom>
              <a:avLst/>
              <a:gdLst/>
              <a:ahLst/>
              <a:cxnLst/>
              <a:rect l="0" t="0" r="0" b="0"/>
              <a:pathLst>
                <a:path w="43449" h="103813">
                  <a:moveTo>
                    <a:pt x="43449" y="1038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6" name="Candidate_receptor__3845">
              <a:extLst>
                <a:ext uri="{FF2B5EF4-FFF2-40B4-BE49-F238E27FC236}">
                  <a16:creationId xmlns:a16="http://schemas.microsoft.com/office/drawing/2014/main" id="{8A5DA573-F712-529F-F9FD-4F7B5A8C2FFE}"/>
                </a:ext>
              </a:extLst>
            </p:cNvPr>
            <p:cNvSpPr>
              <a:spLocks noGrp="1"/>
            </p:cNvSpPr>
            <p:nvPr/>
          </p:nvSpPr>
          <p:spPr>
            <a:xfrm>
              <a:off x="5346095" y="2906146"/>
              <a:ext cx="39595" cy="33757"/>
            </a:xfrm>
            <a:custGeom>
              <a:avLst/>
              <a:gdLst/>
              <a:ahLst/>
              <a:cxnLst/>
              <a:rect l="0" t="0" r="0" b="0"/>
              <a:pathLst>
                <a:path w="39595" h="33757">
                  <a:moveTo>
                    <a:pt x="0" y="0"/>
                  </a:moveTo>
                  <a:lnTo>
                    <a:pt x="39595" y="3375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7" name="Candidate_receptor__3846">
              <a:extLst>
                <a:ext uri="{FF2B5EF4-FFF2-40B4-BE49-F238E27FC236}">
                  <a16:creationId xmlns:a16="http://schemas.microsoft.com/office/drawing/2014/main" id="{2803F51C-A21E-1A86-7AEB-BB44526A21DE}"/>
                </a:ext>
              </a:extLst>
            </p:cNvPr>
            <p:cNvSpPr>
              <a:spLocks noGrp="1"/>
            </p:cNvSpPr>
            <p:nvPr/>
          </p:nvSpPr>
          <p:spPr>
            <a:xfrm>
              <a:off x="5534624" y="2357735"/>
              <a:ext cx="90557" cy="67725"/>
            </a:xfrm>
            <a:custGeom>
              <a:avLst/>
              <a:gdLst/>
              <a:ahLst/>
              <a:cxnLst/>
              <a:rect l="0" t="0" r="0" b="0"/>
              <a:pathLst>
                <a:path w="90557" h="67725">
                  <a:moveTo>
                    <a:pt x="0" y="67725"/>
                  </a:moveTo>
                  <a:lnTo>
                    <a:pt x="9055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8" name="Candidate_receptor__3847">
              <a:extLst>
                <a:ext uri="{FF2B5EF4-FFF2-40B4-BE49-F238E27FC236}">
                  <a16:creationId xmlns:a16="http://schemas.microsoft.com/office/drawing/2014/main" id="{DDC70B60-FCB9-DBBF-FAE6-02B20A70C59A}"/>
                </a:ext>
              </a:extLst>
            </p:cNvPr>
            <p:cNvSpPr>
              <a:spLocks noGrp="1"/>
            </p:cNvSpPr>
            <p:nvPr/>
          </p:nvSpPr>
          <p:spPr>
            <a:xfrm>
              <a:off x="3869176" y="3015698"/>
              <a:ext cx="112472" cy="17882"/>
            </a:xfrm>
            <a:custGeom>
              <a:avLst/>
              <a:gdLst/>
              <a:ahLst/>
              <a:cxnLst/>
              <a:rect l="0" t="0" r="0" b="0"/>
              <a:pathLst>
                <a:path w="112472" h="17882">
                  <a:moveTo>
                    <a:pt x="0" y="17882"/>
                  </a:moveTo>
                  <a:lnTo>
                    <a:pt x="112472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9" name="Candidate_receptor__3848">
              <a:extLst>
                <a:ext uri="{FF2B5EF4-FFF2-40B4-BE49-F238E27FC236}">
                  <a16:creationId xmlns:a16="http://schemas.microsoft.com/office/drawing/2014/main" id="{0B210E99-742D-2286-7840-9D58EE6EAD69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2611"/>
              <a:ext cx="35454" cy="852"/>
            </a:xfrm>
            <a:custGeom>
              <a:avLst/>
              <a:gdLst/>
              <a:ahLst/>
              <a:cxnLst/>
              <a:rect l="0" t="0" r="0" b="0"/>
              <a:pathLst>
                <a:path w="35454" h="852">
                  <a:moveTo>
                    <a:pt x="35454" y="0"/>
                  </a:moveTo>
                  <a:lnTo>
                    <a:pt x="0" y="85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0" name="Candidate_receptor__3849">
              <a:extLst>
                <a:ext uri="{FF2B5EF4-FFF2-40B4-BE49-F238E27FC236}">
                  <a16:creationId xmlns:a16="http://schemas.microsoft.com/office/drawing/2014/main" id="{5E6C25D1-450C-7BD7-FCD7-F161F1AC6D16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43567"/>
              <a:ext cx="11873" cy="64213"/>
            </a:xfrm>
            <a:custGeom>
              <a:avLst/>
              <a:gdLst/>
              <a:ahLst/>
              <a:cxnLst/>
              <a:rect l="0" t="0" r="0" b="0"/>
              <a:pathLst>
                <a:path w="11873" h="64213">
                  <a:moveTo>
                    <a:pt x="11873" y="0"/>
                  </a:moveTo>
                  <a:lnTo>
                    <a:pt x="0" y="64213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1" name="Candidate_receptor__3850">
              <a:extLst>
                <a:ext uri="{FF2B5EF4-FFF2-40B4-BE49-F238E27FC236}">
                  <a16:creationId xmlns:a16="http://schemas.microsoft.com/office/drawing/2014/main" id="{1261EF4A-F340-3CD1-BF35-03DF4567310A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540073"/>
              <a:ext cx="24382" cy="64830"/>
            </a:xfrm>
            <a:custGeom>
              <a:avLst/>
              <a:gdLst/>
              <a:ahLst/>
              <a:cxnLst/>
              <a:rect l="0" t="0" r="0" b="0"/>
              <a:pathLst>
                <a:path w="24382" h="64830">
                  <a:moveTo>
                    <a:pt x="24382" y="648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52" name="Candidate_receptor__3851">
              <a:extLst>
                <a:ext uri="{FF2B5EF4-FFF2-40B4-BE49-F238E27FC236}">
                  <a16:creationId xmlns:a16="http://schemas.microsoft.com/office/drawing/2014/main" id="{E4F90709-D4DF-AE78-C412-C46FF524F8BD}"/>
                </a:ext>
              </a:extLst>
            </p:cNvPr>
            <p:cNvSpPr>
              <a:spLocks noGrp="1"/>
            </p:cNvSpPr>
            <p:nvPr/>
          </p:nvSpPr>
          <p:spPr>
            <a:xfrm>
              <a:off x="5166303" y="2517282"/>
              <a:ext cx="80471" cy="82464"/>
            </a:xfrm>
            <a:custGeom>
              <a:avLst/>
              <a:gdLst/>
              <a:ahLst/>
              <a:cxnLst/>
              <a:rect l="0" t="0" r="0" b="0"/>
              <a:pathLst>
                <a:path w="80471" h="82464">
                  <a:moveTo>
                    <a:pt x="80471" y="0"/>
                  </a:moveTo>
                  <a:lnTo>
                    <a:pt x="0" y="8246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3" name="Candidate_receptor__3852">
              <a:extLst>
                <a:ext uri="{FF2B5EF4-FFF2-40B4-BE49-F238E27FC236}">
                  <a16:creationId xmlns:a16="http://schemas.microsoft.com/office/drawing/2014/main" id="{F837C6E5-1878-BFF6-B39F-2B9154B9E463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75189"/>
              <a:ext cx="66846" cy="94230"/>
            </a:xfrm>
            <a:custGeom>
              <a:avLst/>
              <a:gdLst/>
              <a:ahLst/>
              <a:cxnLst/>
              <a:rect l="0" t="0" r="0" b="0"/>
              <a:pathLst>
                <a:path w="66846" h="94230">
                  <a:moveTo>
                    <a:pt x="66846" y="942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4" name="Candidate_receptor__3853">
              <a:extLst>
                <a:ext uri="{FF2B5EF4-FFF2-40B4-BE49-F238E27FC236}">
                  <a16:creationId xmlns:a16="http://schemas.microsoft.com/office/drawing/2014/main" id="{C6438CFD-8252-FEB2-A0FA-FE1C6A787DE8}"/>
                </a:ext>
              </a:extLst>
            </p:cNvPr>
            <p:cNvSpPr>
              <a:spLocks noGrp="1"/>
            </p:cNvSpPr>
            <p:nvPr/>
          </p:nvSpPr>
          <p:spPr>
            <a:xfrm>
              <a:off x="5625181" y="2357735"/>
              <a:ext cx="57980" cy="85832"/>
            </a:xfrm>
            <a:custGeom>
              <a:avLst/>
              <a:gdLst/>
              <a:ahLst/>
              <a:cxnLst/>
              <a:rect l="0" t="0" r="0" b="0"/>
              <a:pathLst>
                <a:path w="57980" h="85832">
                  <a:moveTo>
                    <a:pt x="0" y="0"/>
                  </a:moveTo>
                  <a:lnTo>
                    <a:pt x="57980" y="8583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5" name="Candidate_receptor__3854">
              <a:extLst>
                <a:ext uri="{FF2B5EF4-FFF2-40B4-BE49-F238E27FC236}">
                  <a16:creationId xmlns:a16="http://schemas.microsoft.com/office/drawing/2014/main" id="{0C10DCD5-9B3C-B364-482F-BC796EDFB133}"/>
                </a:ext>
              </a:extLst>
            </p:cNvPr>
            <p:cNvSpPr>
              <a:spLocks noGrp="1"/>
            </p:cNvSpPr>
            <p:nvPr/>
          </p:nvSpPr>
          <p:spPr>
            <a:xfrm>
              <a:off x="4958578" y="3265861"/>
              <a:ext cx="19867" cy="79987"/>
            </a:xfrm>
            <a:custGeom>
              <a:avLst/>
              <a:gdLst/>
              <a:ahLst/>
              <a:cxnLst/>
              <a:rect l="0" t="0" r="0" b="0"/>
              <a:pathLst>
                <a:path w="19867" h="79987">
                  <a:moveTo>
                    <a:pt x="19867" y="0"/>
                  </a:moveTo>
                  <a:lnTo>
                    <a:pt x="0" y="79987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56" name="Candidate_receptor__3855">
              <a:extLst>
                <a:ext uri="{FF2B5EF4-FFF2-40B4-BE49-F238E27FC236}">
                  <a16:creationId xmlns:a16="http://schemas.microsoft.com/office/drawing/2014/main" id="{7166F440-88D9-2D18-9B0D-2180A1589031}"/>
                </a:ext>
              </a:extLst>
            </p:cNvPr>
            <p:cNvSpPr>
              <a:spLocks noGrp="1"/>
            </p:cNvSpPr>
            <p:nvPr/>
          </p:nvSpPr>
          <p:spPr>
            <a:xfrm>
              <a:off x="4956678" y="2471532"/>
              <a:ext cx="114693" cy="3651"/>
            </a:xfrm>
            <a:custGeom>
              <a:avLst/>
              <a:gdLst/>
              <a:ahLst/>
              <a:cxnLst/>
              <a:rect l="0" t="0" r="0" b="0"/>
              <a:pathLst>
                <a:path w="114693" h="3651">
                  <a:moveTo>
                    <a:pt x="0" y="3651"/>
                  </a:moveTo>
                  <a:lnTo>
                    <a:pt x="114693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7" name="Candidate_receptor__3856">
              <a:extLst>
                <a:ext uri="{FF2B5EF4-FFF2-40B4-BE49-F238E27FC236}">
                  <a16:creationId xmlns:a16="http://schemas.microsoft.com/office/drawing/2014/main" id="{D123EE52-1BD4-FD72-E635-1F802671E763}"/>
                </a:ext>
              </a:extLst>
            </p:cNvPr>
            <p:cNvSpPr>
              <a:spLocks noGrp="1"/>
            </p:cNvSpPr>
            <p:nvPr/>
          </p:nvSpPr>
          <p:spPr>
            <a:xfrm>
              <a:off x="3826444" y="2941272"/>
              <a:ext cx="42732" cy="92307"/>
            </a:xfrm>
            <a:custGeom>
              <a:avLst/>
              <a:gdLst/>
              <a:ahLst/>
              <a:cxnLst/>
              <a:rect l="0" t="0" r="0" b="0"/>
              <a:pathLst>
                <a:path w="42732" h="92307">
                  <a:moveTo>
                    <a:pt x="0" y="0"/>
                  </a:moveTo>
                  <a:lnTo>
                    <a:pt x="42732" y="92307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8" name="Candidate_receptor__3857">
              <a:extLst>
                <a:ext uri="{FF2B5EF4-FFF2-40B4-BE49-F238E27FC236}">
                  <a16:creationId xmlns:a16="http://schemas.microsoft.com/office/drawing/2014/main" id="{1106C0C2-1EC6-158A-8314-DE3F7493940D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06146"/>
              <a:ext cx="91302" cy="69043"/>
            </a:xfrm>
            <a:custGeom>
              <a:avLst/>
              <a:gdLst/>
              <a:ahLst/>
              <a:cxnLst/>
              <a:rect l="0" t="0" r="0" b="0"/>
              <a:pathLst>
                <a:path w="91302" h="69043">
                  <a:moveTo>
                    <a:pt x="0" y="69043"/>
                  </a:moveTo>
                  <a:lnTo>
                    <a:pt x="9130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9" name="Candidate_receptor__3858">
              <a:extLst>
                <a:ext uri="{FF2B5EF4-FFF2-40B4-BE49-F238E27FC236}">
                  <a16:creationId xmlns:a16="http://schemas.microsoft.com/office/drawing/2014/main" id="{3741E281-1621-BC5A-B5A8-06012E1A0430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345849"/>
              <a:ext cx="62046" cy="66819"/>
            </a:xfrm>
            <a:custGeom>
              <a:avLst/>
              <a:gdLst/>
              <a:ahLst/>
              <a:cxnLst/>
              <a:rect l="0" t="0" r="0" b="0"/>
              <a:pathLst>
                <a:path w="62046" h="66819">
                  <a:moveTo>
                    <a:pt x="62046" y="0"/>
                  </a:moveTo>
                  <a:lnTo>
                    <a:pt x="0" y="66819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0" name="Candidate_receptor__3859">
              <a:extLst>
                <a:ext uri="{FF2B5EF4-FFF2-40B4-BE49-F238E27FC236}">
                  <a16:creationId xmlns:a16="http://schemas.microsoft.com/office/drawing/2014/main" id="{21F04EB8-293D-F992-A7EB-6748E757AF52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696243"/>
              <a:ext cx="58942" cy="68116"/>
            </a:xfrm>
            <a:custGeom>
              <a:avLst/>
              <a:gdLst/>
              <a:ahLst/>
              <a:cxnLst/>
              <a:rect l="0" t="0" r="0" b="0"/>
              <a:pathLst>
                <a:path w="58942" h="68116">
                  <a:moveTo>
                    <a:pt x="0" y="68116"/>
                  </a:moveTo>
                  <a:lnTo>
                    <a:pt x="58942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1" name="Candidate_receptor__3860">
              <a:extLst>
                <a:ext uri="{FF2B5EF4-FFF2-40B4-BE49-F238E27FC236}">
                  <a16:creationId xmlns:a16="http://schemas.microsoft.com/office/drawing/2014/main" id="{48D72BBB-E4F5-3E3B-9C0D-B3B9F41D72C5}"/>
                </a:ext>
              </a:extLst>
            </p:cNvPr>
            <p:cNvSpPr>
              <a:spLocks noGrp="1"/>
            </p:cNvSpPr>
            <p:nvPr/>
          </p:nvSpPr>
          <p:spPr>
            <a:xfrm>
              <a:off x="3800724" y="2642611"/>
              <a:ext cx="94727" cy="58717"/>
            </a:xfrm>
            <a:custGeom>
              <a:avLst/>
              <a:gdLst/>
              <a:ahLst/>
              <a:cxnLst/>
              <a:rect l="0" t="0" r="0" b="0"/>
              <a:pathLst>
                <a:path w="94727" h="58717">
                  <a:moveTo>
                    <a:pt x="94727" y="587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2" name="Candidate_receptor__3861">
              <a:extLst>
                <a:ext uri="{FF2B5EF4-FFF2-40B4-BE49-F238E27FC236}">
                  <a16:creationId xmlns:a16="http://schemas.microsoft.com/office/drawing/2014/main" id="{1A885C05-8526-F3D3-3D31-B02A18DFF581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60568" cy="48898"/>
            </a:xfrm>
            <a:custGeom>
              <a:avLst/>
              <a:gdLst/>
              <a:ahLst/>
              <a:cxnLst/>
              <a:rect l="0" t="0" r="0" b="0"/>
              <a:pathLst>
                <a:path w="60568" h="48898">
                  <a:moveTo>
                    <a:pt x="60568" y="488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3" name="Candidate_receptor__3862">
              <a:extLst>
                <a:ext uri="{FF2B5EF4-FFF2-40B4-BE49-F238E27FC236}">
                  <a16:creationId xmlns:a16="http://schemas.microsoft.com/office/drawing/2014/main" id="{B70D9B45-768E-D859-878F-F5EEE3196DE9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94545" cy="10275"/>
            </a:xfrm>
            <a:custGeom>
              <a:avLst/>
              <a:gdLst/>
              <a:ahLst/>
              <a:cxnLst/>
              <a:rect l="0" t="0" r="0" b="0"/>
              <a:pathLst>
                <a:path w="94545" h="10275">
                  <a:moveTo>
                    <a:pt x="0" y="0"/>
                  </a:moveTo>
                  <a:lnTo>
                    <a:pt x="94545" y="10275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4" name="Candidate_receptor__3863">
              <a:extLst>
                <a:ext uri="{FF2B5EF4-FFF2-40B4-BE49-F238E27FC236}">
                  <a16:creationId xmlns:a16="http://schemas.microsoft.com/office/drawing/2014/main" id="{0685095C-E02C-351B-30D3-EDB10F871EF3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24086"/>
              <a:ext cx="23844" cy="72656"/>
            </a:xfrm>
            <a:custGeom>
              <a:avLst/>
              <a:gdLst/>
              <a:ahLst/>
              <a:cxnLst/>
              <a:rect l="0" t="0" r="0" b="0"/>
              <a:pathLst>
                <a:path w="23844" h="72656">
                  <a:moveTo>
                    <a:pt x="0" y="72656"/>
                  </a:moveTo>
                  <a:lnTo>
                    <a:pt x="23844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5" name="Candidate_receptor__3864">
              <a:extLst>
                <a:ext uri="{FF2B5EF4-FFF2-40B4-BE49-F238E27FC236}">
                  <a16:creationId xmlns:a16="http://schemas.microsoft.com/office/drawing/2014/main" id="{04E9BA60-9B75-4428-40A5-50068A792CB7}"/>
                </a:ext>
              </a:extLst>
            </p:cNvPr>
            <p:cNvSpPr>
              <a:spLocks noGrp="1"/>
            </p:cNvSpPr>
            <p:nvPr/>
          </p:nvSpPr>
          <p:spPr>
            <a:xfrm>
              <a:off x="5213494" y="3353509"/>
              <a:ext cx="16447" cy="20022"/>
            </a:xfrm>
            <a:custGeom>
              <a:avLst/>
              <a:gdLst/>
              <a:ahLst/>
              <a:cxnLst/>
              <a:rect l="0" t="0" r="0" b="0"/>
              <a:pathLst>
                <a:path w="16447" h="20022">
                  <a:moveTo>
                    <a:pt x="0" y="20022"/>
                  </a:moveTo>
                  <a:lnTo>
                    <a:pt x="16447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6" name="Candidate_receptor__3865">
              <a:extLst>
                <a:ext uri="{FF2B5EF4-FFF2-40B4-BE49-F238E27FC236}">
                  <a16:creationId xmlns:a16="http://schemas.microsoft.com/office/drawing/2014/main" id="{CA25BCF0-17C3-B44E-E51D-E1174FED9734}"/>
                </a:ext>
              </a:extLst>
            </p:cNvPr>
            <p:cNvSpPr>
              <a:spLocks noGrp="1"/>
            </p:cNvSpPr>
            <p:nvPr/>
          </p:nvSpPr>
          <p:spPr>
            <a:xfrm>
              <a:off x="3972831" y="2588445"/>
              <a:ext cx="92617" cy="20083"/>
            </a:xfrm>
            <a:custGeom>
              <a:avLst/>
              <a:gdLst/>
              <a:ahLst/>
              <a:cxnLst/>
              <a:rect l="0" t="0" r="0" b="0"/>
              <a:pathLst>
                <a:path w="92617" h="20083">
                  <a:moveTo>
                    <a:pt x="92617" y="200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7" name="Candidate_receptor__3866">
              <a:extLst>
                <a:ext uri="{FF2B5EF4-FFF2-40B4-BE49-F238E27FC236}">
                  <a16:creationId xmlns:a16="http://schemas.microsoft.com/office/drawing/2014/main" id="{9ED8C15C-E6AD-5A9D-D988-2EBF25352536}"/>
                </a:ext>
              </a:extLst>
            </p:cNvPr>
            <p:cNvSpPr>
              <a:spLocks noGrp="1"/>
            </p:cNvSpPr>
            <p:nvPr/>
          </p:nvSpPr>
          <p:spPr>
            <a:xfrm>
              <a:off x="4694383" y="2765535"/>
              <a:ext cx="20870" cy="110497"/>
            </a:xfrm>
            <a:custGeom>
              <a:avLst/>
              <a:gdLst/>
              <a:ahLst/>
              <a:cxnLst/>
              <a:rect l="0" t="0" r="0" b="0"/>
              <a:pathLst>
                <a:path w="20870" h="110497">
                  <a:moveTo>
                    <a:pt x="20870" y="110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8" name="Candidate_receptor__3867">
              <a:extLst>
                <a:ext uri="{FF2B5EF4-FFF2-40B4-BE49-F238E27FC236}">
                  <a16:creationId xmlns:a16="http://schemas.microsoft.com/office/drawing/2014/main" id="{20BB1863-B314-0BE2-622F-397E9619C7E3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65535"/>
              <a:ext cx="113609" cy="16362"/>
            </a:xfrm>
            <a:custGeom>
              <a:avLst/>
              <a:gdLst/>
              <a:ahLst/>
              <a:cxnLst/>
              <a:rect l="0" t="0" r="0" b="0"/>
              <a:pathLst>
                <a:path w="113609" h="16362">
                  <a:moveTo>
                    <a:pt x="113609" y="0"/>
                  </a:moveTo>
                  <a:lnTo>
                    <a:pt x="0" y="16362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3869" name="Candidate_receptor__3868">
              <a:extLst>
                <a:ext uri="{FF2B5EF4-FFF2-40B4-BE49-F238E27FC236}">
                  <a16:creationId xmlns:a16="http://schemas.microsoft.com/office/drawing/2014/main" id="{DE89D8D0-2521-E037-CCAB-AB4573C0CAEE}"/>
                </a:ext>
              </a:extLst>
            </p:cNvPr>
            <p:cNvSpPr>
              <a:spLocks noGrp="1"/>
            </p:cNvSpPr>
            <p:nvPr/>
          </p:nvSpPr>
          <p:spPr>
            <a:xfrm>
              <a:off x="5321639" y="3045564"/>
              <a:ext cx="64958" cy="23855"/>
            </a:xfrm>
            <a:custGeom>
              <a:avLst/>
              <a:gdLst/>
              <a:ahLst/>
              <a:cxnLst/>
              <a:rect l="0" t="0" r="0" b="0"/>
              <a:pathLst>
                <a:path w="64958" h="23855">
                  <a:moveTo>
                    <a:pt x="64958" y="0"/>
                  </a:moveTo>
                  <a:lnTo>
                    <a:pt x="0" y="2385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3870" name="Candidate_receptor__3869">
              <a:extLst>
                <a:ext uri="{FF2B5EF4-FFF2-40B4-BE49-F238E27FC236}">
                  <a16:creationId xmlns:a16="http://schemas.microsoft.com/office/drawing/2014/main" id="{116CE311-E5DD-7A2D-6B80-84B13F498C16}"/>
                </a:ext>
              </a:extLst>
            </p:cNvPr>
            <p:cNvSpPr>
              <a:spLocks noGrp="1"/>
            </p:cNvSpPr>
            <p:nvPr/>
          </p:nvSpPr>
          <p:spPr>
            <a:xfrm>
              <a:off x="5242687" y="2516756"/>
              <a:ext cx="4086" cy="526"/>
            </a:xfrm>
            <a:custGeom>
              <a:avLst/>
              <a:gdLst/>
              <a:ahLst/>
              <a:cxnLst/>
              <a:rect l="0" t="0" r="0" b="0"/>
              <a:pathLst>
                <a:path w="4086" h="526">
                  <a:moveTo>
                    <a:pt x="0" y="0"/>
                  </a:moveTo>
                  <a:lnTo>
                    <a:pt x="4086" y="52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1" name="Candidate_receptor__3870">
              <a:extLst>
                <a:ext uri="{FF2B5EF4-FFF2-40B4-BE49-F238E27FC236}">
                  <a16:creationId xmlns:a16="http://schemas.microsoft.com/office/drawing/2014/main" id="{C2A6A6A7-2DB6-A115-DBF0-8BEA51EE0B60}"/>
                </a:ext>
              </a:extLst>
            </p:cNvPr>
            <p:cNvSpPr>
              <a:spLocks noGrp="1"/>
            </p:cNvSpPr>
            <p:nvPr/>
          </p:nvSpPr>
          <p:spPr>
            <a:xfrm>
              <a:off x="5071371" y="2471532"/>
              <a:ext cx="56221" cy="30996"/>
            </a:xfrm>
            <a:custGeom>
              <a:avLst/>
              <a:gdLst/>
              <a:ahLst/>
              <a:cxnLst/>
              <a:rect l="0" t="0" r="0" b="0"/>
              <a:pathLst>
                <a:path w="56221" h="30996">
                  <a:moveTo>
                    <a:pt x="0" y="0"/>
                  </a:moveTo>
                  <a:lnTo>
                    <a:pt x="56221" y="3099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2" name="Candidate_receptor__3871">
              <a:extLst>
                <a:ext uri="{FF2B5EF4-FFF2-40B4-BE49-F238E27FC236}">
                  <a16:creationId xmlns:a16="http://schemas.microsoft.com/office/drawing/2014/main" id="{5CAA47BB-A835-620E-0378-234C65F8D615}"/>
                </a:ext>
              </a:extLst>
            </p:cNvPr>
            <p:cNvSpPr>
              <a:spLocks noGrp="1"/>
            </p:cNvSpPr>
            <p:nvPr/>
          </p:nvSpPr>
          <p:spPr>
            <a:xfrm>
              <a:off x="4697109" y="2577302"/>
              <a:ext cx="82815" cy="27601"/>
            </a:xfrm>
            <a:custGeom>
              <a:avLst/>
              <a:gdLst/>
              <a:ahLst/>
              <a:cxnLst/>
              <a:rect l="0" t="0" r="0" b="0"/>
              <a:pathLst>
                <a:path w="82815" h="27601">
                  <a:moveTo>
                    <a:pt x="82815" y="0"/>
                  </a:moveTo>
                  <a:lnTo>
                    <a:pt x="0" y="27601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3" name="Candidate_receptor__3872">
              <a:extLst>
                <a:ext uri="{FF2B5EF4-FFF2-40B4-BE49-F238E27FC236}">
                  <a16:creationId xmlns:a16="http://schemas.microsoft.com/office/drawing/2014/main" id="{D4749395-1D0C-5C9C-37D4-0E3C490D2CE4}"/>
                </a:ext>
              </a:extLst>
            </p:cNvPr>
            <p:cNvSpPr>
              <a:spLocks noGrp="1"/>
            </p:cNvSpPr>
            <p:nvPr/>
          </p:nvSpPr>
          <p:spPr>
            <a:xfrm>
              <a:off x="3959615" y="3105492"/>
              <a:ext cx="109941" cy="18594"/>
            </a:xfrm>
            <a:custGeom>
              <a:avLst/>
              <a:gdLst/>
              <a:ahLst/>
              <a:cxnLst/>
              <a:rect l="0" t="0" r="0" b="0"/>
              <a:pathLst>
                <a:path w="109941" h="18594">
                  <a:moveTo>
                    <a:pt x="109941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4" name="Candidate_receptor__3873">
              <a:extLst>
                <a:ext uri="{FF2B5EF4-FFF2-40B4-BE49-F238E27FC236}">
                  <a16:creationId xmlns:a16="http://schemas.microsoft.com/office/drawing/2014/main" id="{8FF291CF-C00E-4F5C-02C7-CBD875BF708E}"/>
                </a:ext>
              </a:extLst>
            </p:cNvPr>
            <p:cNvSpPr>
              <a:spLocks noGrp="1"/>
            </p:cNvSpPr>
            <p:nvPr/>
          </p:nvSpPr>
          <p:spPr>
            <a:xfrm>
              <a:off x="3855971" y="3105492"/>
              <a:ext cx="103644" cy="41975"/>
            </a:xfrm>
            <a:custGeom>
              <a:avLst/>
              <a:gdLst/>
              <a:ahLst/>
              <a:cxnLst/>
              <a:rect l="0" t="0" r="0" b="0"/>
              <a:pathLst>
                <a:path w="103644" h="41975">
                  <a:moveTo>
                    <a:pt x="103644" y="0"/>
                  </a:moveTo>
                  <a:lnTo>
                    <a:pt x="0" y="41975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5" name="Candidate_receptor__3874">
              <a:extLst>
                <a:ext uri="{FF2B5EF4-FFF2-40B4-BE49-F238E27FC236}">
                  <a16:creationId xmlns:a16="http://schemas.microsoft.com/office/drawing/2014/main" id="{2E5F3FD9-2CDA-0205-8977-EF00AFB65333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81897"/>
              <a:ext cx="1939" cy="68517"/>
            </a:xfrm>
            <a:custGeom>
              <a:avLst/>
              <a:gdLst/>
              <a:ahLst/>
              <a:cxnLst/>
              <a:rect l="0" t="0" r="0" b="0"/>
              <a:pathLst>
                <a:path w="1939" h="68517">
                  <a:moveTo>
                    <a:pt x="0" y="0"/>
                  </a:moveTo>
                  <a:lnTo>
                    <a:pt x="1939" y="6851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6" name="Candidate_receptor__3875">
              <a:extLst>
                <a:ext uri="{FF2B5EF4-FFF2-40B4-BE49-F238E27FC236}">
                  <a16:creationId xmlns:a16="http://schemas.microsoft.com/office/drawing/2014/main" id="{A1041C8E-22FC-4172-8853-EB5205C20A76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63472"/>
              <a:ext cx="70891" cy="83995"/>
            </a:xfrm>
            <a:custGeom>
              <a:avLst/>
              <a:gdLst/>
              <a:ahLst/>
              <a:cxnLst/>
              <a:rect l="0" t="0" r="0" b="0"/>
              <a:pathLst>
                <a:path w="70891" h="83995">
                  <a:moveTo>
                    <a:pt x="70891" y="839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7" name="Candidate_receptor__3876">
              <a:extLst>
                <a:ext uri="{FF2B5EF4-FFF2-40B4-BE49-F238E27FC236}">
                  <a16:creationId xmlns:a16="http://schemas.microsoft.com/office/drawing/2014/main" id="{EBF386C3-9AC7-CA3E-4A60-A6471B4A1A70}"/>
                </a:ext>
              </a:extLst>
            </p:cNvPr>
            <p:cNvSpPr>
              <a:spLocks noGrp="1"/>
            </p:cNvSpPr>
            <p:nvPr/>
          </p:nvSpPr>
          <p:spPr>
            <a:xfrm>
              <a:off x="3785853" y="2941272"/>
              <a:ext cx="40590" cy="176"/>
            </a:xfrm>
            <a:custGeom>
              <a:avLst/>
              <a:gdLst/>
              <a:ahLst/>
              <a:cxnLst/>
              <a:rect l="0" t="0" r="0" b="0"/>
              <a:pathLst>
                <a:path w="40590" h="176">
                  <a:moveTo>
                    <a:pt x="0" y="176"/>
                  </a:moveTo>
                  <a:lnTo>
                    <a:pt x="4059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8" name="Candidate_receptor__3877">
              <a:extLst>
                <a:ext uri="{FF2B5EF4-FFF2-40B4-BE49-F238E27FC236}">
                  <a16:creationId xmlns:a16="http://schemas.microsoft.com/office/drawing/2014/main" id="{A6098B4A-6B55-472F-8A8A-DBE8E9D5B1B6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764359"/>
              <a:ext cx="59719" cy="25261"/>
            </a:xfrm>
            <a:custGeom>
              <a:avLst/>
              <a:gdLst/>
              <a:ahLst/>
              <a:cxnLst/>
              <a:rect l="0" t="0" r="0" b="0"/>
              <a:pathLst>
                <a:path w="59719" h="25261">
                  <a:moveTo>
                    <a:pt x="59719" y="25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9" name="Candidate_receptor__3878">
              <a:extLst>
                <a:ext uri="{FF2B5EF4-FFF2-40B4-BE49-F238E27FC236}">
                  <a16:creationId xmlns:a16="http://schemas.microsoft.com/office/drawing/2014/main" id="{CD8D1A7E-53F7-D009-951C-A39879696CD7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7504"/>
              <a:ext cx="58505" cy="12820"/>
            </a:xfrm>
            <a:custGeom>
              <a:avLst/>
              <a:gdLst/>
              <a:ahLst/>
              <a:cxnLst/>
              <a:rect l="0" t="0" r="0" b="0"/>
              <a:pathLst>
                <a:path w="58505" h="12820">
                  <a:moveTo>
                    <a:pt x="58505" y="0"/>
                  </a:moveTo>
                  <a:lnTo>
                    <a:pt x="0" y="1282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0" name="Candidate_receptor__3879">
              <a:extLst>
                <a:ext uri="{FF2B5EF4-FFF2-40B4-BE49-F238E27FC236}">
                  <a16:creationId xmlns:a16="http://schemas.microsoft.com/office/drawing/2014/main" id="{AE6B412C-75A7-6D0C-D037-A6EC3BBA29DF}"/>
                </a:ext>
              </a:extLst>
            </p:cNvPr>
            <p:cNvSpPr>
              <a:spLocks noGrp="1"/>
            </p:cNvSpPr>
            <p:nvPr/>
          </p:nvSpPr>
          <p:spPr>
            <a:xfrm>
              <a:off x="5229941" y="3353509"/>
              <a:ext cx="69115" cy="72446"/>
            </a:xfrm>
            <a:custGeom>
              <a:avLst/>
              <a:gdLst/>
              <a:ahLst/>
              <a:cxnLst/>
              <a:rect l="0" t="0" r="0" b="0"/>
              <a:pathLst>
                <a:path w="69115" h="72446">
                  <a:moveTo>
                    <a:pt x="0" y="0"/>
                  </a:moveTo>
                  <a:lnTo>
                    <a:pt x="69115" y="7244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1" name="Candidate_receptor__3880">
              <a:extLst>
                <a:ext uri="{FF2B5EF4-FFF2-40B4-BE49-F238E27FC236}">
                  <a16:creationId xmlns:a16="http://schemas.microsoft.com/office/drawing/2014/main" id="{D7920312-F1DB-D5E1-313A-3A01C9CDB1A8}"/>
                </a:ext>
              </a:extLst>
            </p:cNvPr>
            <p:cNvSpPr>
              <a:spLocks noGrp="1"/>
            </p:cNvSpPr>
            <p:nvPr/>
          </p:nvSpPr>
          <p:spPr>
            <a:xfrm>
              <a:off x="5127592" y="2502528"/>
              <a:ext cx="115096" cy="14227"/>
            </a:xfrm>
            <a:custGeom>
              <a:avLst/>
              <a:gdLst/>
              <a:ahLst/>
              <a:cxnLst/>
              <a:rect l="0" t="0" r="0" b="0"/>
              <a:pathLst>
                <a:path w="115096" h="14227">
                  <a:moveTo>
                    <a:pt x="0" y="0"/>
                  </a:moveTo>
                  <a:lnTo>
                    <a:pt x="115096" y="1422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2" name="Candidate_receptor__3881">
              <a:extLst>
                <a:ext uri="{FF2B5EF4-FFF2-40B4-BE49-F238E27FC236}">
                  <a16:creationId xmlns:a16="http://schemas.microsoft.com/office/drawing/2014/main" id="{8A83D8DF-B042-97D7-5574-CBC4016CDDBF}"/>
                </a:ext>
              </a:extLst>
            </p:cNvPr>
            <p:cNvSpPr>
              <a:spLocks noGrp="1"/>
            </p:cNvSpPr>
            <p:nvPr/>
          </p:nvSpPr>
          <p:spPr>
            <a:xfrm>
              <a:off x="4779925" y="2577302"/>
              <a:ext cx="78466" cy="83654"/>
            </a:xfrm>
            <a:custGeom>
              <a:avLst/>
              <a:gdLst/>
              <a:ahLst/>
              <a:cxnLst/>
              <a:rect l="0" t="0" r="0" b="0"/>
              <a:pathLst>
                <a:path w="78466" h="83654">
                  <a:moveTo>
                    <a:pt x="78466" y="83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3" name="Candidate_receptor__3882">
              <a:extLst>
                <a:ext uri="{FF2B5EF4-FFF2-40B4-BE49-F238E27FC236}">
                  <a16:creationId xmlns:a16="http://schemas.microsoft.com/office/drawing/2014/main" id="{1A1574A7-E7BB-D6AA-7C77-C422F8462316}"/>
                </a:ext>
              </a:extLst>
            </p:cNvPr>
            <p:cNvSpPr>
              <a:spLocks noGrp="1"/>
            </p:cNvSpPr>
            <p:nvPr/>
          </p:nvSpPr>
          <p:spPr>
            <a:xfrm>
              <a:off x="5293202" y="3017199"/>
              <a:ext cx="93396" cy="28365"/>
            </a:xfrm>
            <a:custGeom>
              <a:avLst/>
              <a:gdLst/>
              <a:ahLst/>
              <a:cxnLst/>
              <a:rect l="0" t="0" r="0" b="0"/>
              <a:pathLst>
                <a:path w="93396" h="28365">
                  <a:moveTo>
                    <a:pt x="0" y="0"/>
                  </a:moveTo>
                  <a:lnTo>
                    <a:pt x="93396" y="2836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4" name="Candidate_receptor__3883">
              <a:extLst>
                <a:ext uri="{FF2B5EF4-FFF2-40B4-BE49-F238E27FC236}">
                  <a16:creationId xmlns:a16="http://schemas.microsoft.com/office/drawing/2014/main" id="{8675E49C-8CA8-16D9-01D4-CB8DA3478383}"/>
                </a:ext>
              </a:extLst>
            </p:cNvPr>
            <p:cNvSpPr>
              <a:spLocks noGrp="1"/>
            </p:cNvSpPr>
            <p:nvPr/>
          </p:nvSpPr>
          <p:spPr>
            <a:xfrm>
              <a:off x="4766523" y="2807290"/>
              <a:ext cx="85441" cy="76609"/>
            </a:xfrm>
            <a:custGeom>
              <a:avLst/>
              <a:gdLst/>
              <a:ahLst/>
              <a:cxnLst/>
              <a:rect l="0" t="0" r="0" b="0"/>
              <a:pathLst>
                <a:path w="85441" h="76609">
                  <a:moveTo>
                    <a:pt x="0" y="0"/>
                  </a:moveTo>
                  <a:lnTo>
                    <a:pt x="85441" y="76609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5" name="Candidate_receptor__3884">
              <a:extLst>
                <a:ext uri="{FF2B5EF4-FFF2-40B4-BE49-F238E27FC236}">
                  <a16:creationId xmlns:a16="http://schemas.microsoft.com/office/drawing/2014/main" id="{FCC3EC42-A528-FE70-3F19-30325760A0AC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017199"/>
              <a:ext cx="50855" cy="98301"/>
            </a:xfrm>
            <a:custGeom>
              <a:avLst/>
              <a:gdLst/>
              <a:ahLst/>
              <a:cxnLst/>
              <a:rect l="0" t="0" r="0" b="0"/>
              <a:pathLst>
                <a:path w="50855" h="98301">
                  <a:moveTo>
                    <a:pt x="0" y="98301"/>
                  </a:moveTo>
                  <a:lnTo>
                    <a:pt x="50855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6" name="Candidate_receptor__3885">
              <a:extLst>
                <a:ext uri="{FF2B5EF4-FFF2-40B4-BE49-F238E27FC236}">
                  <a16:creationId xmlns:a16="http://schemas.microsoft.com/office/drawing/2014/main" id="{62EA0E77-9028-58E2-4FAB-638AB374AC68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115500"/>
              <a:ext cx="92873" cy="57910"/>
            </a:xfrm>
            <a:custGeom>
              <a:avLst/>
              <a:gdLst/>
              <a:ahLst/>
              <a:cxnLst/>
              <a:rect l="0" t="0" r="0" b="0"/>
              <a:pathLst>
                <a:path w="92873" h="57910">
                  <a:moveTo>
                    <a:pt x="92873" y="5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7" name="Candidate_receptor__3886">
              <a:extLst>
                <a:ext uri="{FF2B5EF4-FFF2-40B4-BE49-F238E27FC236}">
                  <a16:creationId xmlns:a16="http://schemas.microsoft.com/office/drawing/2014/main" id="{CF431620-7B98-C77F-BDC1-23A4F00C2CD6}"/>
                </a:ext>
              </a:extLst>
            </p:cNvPr>
            <p:cNvSpPr>
              <a:spLocks noGrp="1"/>
            </p:cNvSpPr>
            <p:nvPr/>
          </p:nvSpPr>
          <p:spPr>
            <a:xfrm>
              <a:off x="4851964" y="2806645"/>
              <a:ext cx="82152" cy="77254"/>
            </a:xfrm>
            <a:custGeom>
              <a:avLst/>
              <a:gdLst/>
              <a:ahLst/>
              <a:cxnLst/>
              <a:rect l="0" t="0" r="0" b="0"/>
              <a:pathLst>
                <a:path w="82152" h="77254">
                  <a:moveTo>
                    <a:pt x="0" y="77254"/>
                  </a:moveTo>
                  <a:lnTo>
                    <a:pt x="82152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8" name="Candidate_receptor__3887">
              <a:extLst>
                <a:ext uri="{FF2B5EF4-FFF2-40B4-BE49-F238E27FC236}">
                  <a16:creationId xmlns:a16="http://schemas.microsoft.com/office/drawing/2014/main" id="{CE92126F-BCC4-3C3D-2AA0-58F0B3A31EB2}"/>
                </a:ext>
              </a:extLst>
            </p:cNvPr>
            <p:cNvSpPr>
              <a:spLocks noGrp="1"/>
            </p:cNvSpPr>
            <p:nvPr/>
          </p:nvSpPr>
          <p:spPr>
            <a:xfrm>
              <a:off x="4858391" y="2648599"/>
              <a:ext cx="92042" cy="12357"/>
            </a:xfrm>
            <a:custGeom>
              <a:avLst/>
              <a:gdLst/>
              <a:ahLst/>
              <a:cxnLst/>
              <a:rect l="0" t="0" r="0" b="0"/>
              <a:pathLst>
                <a:path w="92042" h="12357">
                  <a:moveTo>
                    <a:pt x="92042" y="0"/>
                  </a:moveTo>
                  <a:lnTo>
                    <a:pt x="0" y="1235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9" name="Candidate_receptor__3888">
              <a:extLst>
                <a:ext uri="{FF2B5EF4-FFF2-40B4-BE49-F238E27FC236}">
                  <a16:creationId xmlns:a16="http://schemas.microsoft.com/office/drawing/2014/main" id="{1A896D5E-C859-A0CD-4992-BA5780BC5BD5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30315"/>
              <a:ext cx="42371" cy="33157"/>
            </a:xfrm>
            <a:custGeom>
              <a:avLst/>
              <a:gdLst/>
              <a:ahLst/>
              <a:cxnLst/>
              <a:rect l="0" t="0" r="0" b="0"/>
              <a:pathLst>
                <a:path w="42371" h="33157">
                  <a:moveTo>
                    <a:pt x="0" y="33157"/>
                  </a:moveTo>
                  <a:lnTo>
                    <a:pt x="42371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0" name="Candidate_receptor__3889">
              <a:extLst>
                <a:ext uri="{FF2B5EF4-FFF2-40B4-BE49-F238E27FC236}">
                  <a16:creationId xmlns:a16="http://schemas.microsoft.com/office/drawing/2014/main" id="{480E6940-6673-66C2-D112-9544111987FE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12918" cy="114989"/>
            </a:xfrm>
            <a:custGeom>
              <a:avLst/>
              <a:gdLst/>
              <a:ahLst/>
              <a:cxnLst/>
              <a:rect l="0" t="0" r="0" b="0"/>
              <a:pathLst>
                <a:path w="12918" h="114989">
                  <a:moveTo>
                    <a:pt x="0" y="0"/>
                  </a:moveTo>
                  <a:lnTo>
                    <a:pt x="12918" y="114989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91" name="Candidate_receptor__3890">
              <a:extLst>
                <a:ext uri="{FF2B5EF4-FFF2-40B4-BE49-F238E27FC236}">
                  <a16:creationId xmlns:a16="http://schemas.microsoft.com/office/drawing/2014/main" id="{3D91D326-BA1B-C10A-581E-0CF0E9D944A2}"/>
                </a:ext>
              </a:extLst>
            </p:cNvPr>
            <p:cNvSpPr>
              <a:spLocks noGrp="1"/>
            </p:cNvSpPr>
            <p:nvPr/>
          </p:nvSpPr>
          <p:spPr>
            <a:xfrm>
              <a:off x="4670839" y="2807290"/>
              <a:ext cx="95684" cy="227"/>
            </a:xfrm>
            <a:custGeom>
              <a:avLst/>
              <a:gdLst/>
              <a:ahLst/>
              <a:cxnLst/>
              <a:rect l="0" t="0" r="0" b="0"/>
              <a:pathLst>
                <a:path w="95684" h="227">
                  <a:moveTo>
                    <a:pt x="0" y="227"/>
                  </a:moveTo>
                  <a:lnTo>
                    <a:pt x="95684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2" name="Candidate_receptor__3891">
              <a:extLst>
                <a:ext uri="{FF2B5EF4-FFF2-40B4-BE49-F238E27FC236}">
                  <a16:creationId xmlns:a16="http://schemas.microsoft.com/office/drawing/2014/main" id="{83BAA27D-DF6C-C225-323C-4C087FB739F7}"/>
                </a:ext>
              </a:extLst>
            </p:cNvPr>
            <p:cNvSpPr>
              <a:spLocks noGrp="1"/>
            </p:cNvSpPr>
            <p:nvPr/>
          </p:nvSpPr>
          <p:spPr>
            <a:xfrm>
              <a:off x="4582714" y="2807517"/>
              <a:ext cx="88126" cy="42897"/>
            </a:xfrm>
            <a:custGeom>
              <a:avLst/>
              <a:gdLst/>
              <a:ahLst/>
              <a:cxnLst/>
              <a:rect l="0" t="0" r="0" b="0"/>
              <a:pathLst>
                <a:path w="88126" h="42897">
                  <a:moveTo>
                    <a:pt x="0" y="42897"/>
                  </a:moveTo>
                  <a:lnTo>
                    <a:pt x="88126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3" name="Candidate_receptor__3892">
              <a:extLst>
                <a:ext uri="{FF2B5EF4-FFF2-40B4-BE49-F238E27FC236}">
                  <a16:creationId xmlns:a16="http://schemas.microsoft.com/office/drawing/2014/main" id="{8D44A01E-0214-DACF-5497-39D48FB91CAA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49924"/>
              <a:ext cx="27988" cy="109499"/>
            </a:xfrm>
            <a:custGeom>
              <a:avLst/>
              <a:gdLst/>
              <a:ahLst/>
              <a:cxnLst/>
              <a:rect l="0" t="0" r="0" b="0"/>
              <a:pathLst>
                <a:path w="27988" h="109499">
                  <a:moveTo>
                    <a:pt x="27988" y="1094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4" name="Candidate_receptor__3893">
              <a:extLst>
                <a:ext uri="{FF2B5EF4-FFF2-40B4-BE49-F238E27FC236}">
                  <a16:creationId xmlns:a16="http://schemas.microsoft.com/office/drawing/2014/main" id="{E2652D57-DCA4-1999-C79F-EE6F36F40565}"/>
                </a:ext>
              </a:extLst>
            </p:cNvPr>
            <p:cNvSpPr>
              <a:spLocks noGrp="1"/>
            </p:cNvSpPr>
            <p:nvPr/>
          </p:nvSpPr>
          <p:spPr>
            <a:xfrm>
              <a:off x="5213743" y="3425954"/>
              <a:ext cx="85313" cy="32411"/>
            </a:xfrm>
            <a:custGeom>
              <a:avLst/>
              <a:gdLst/>
              <a:ahLst/>
              <a:cxnLst/>
              <a:rect l="0" t="0" r="0" b="0"/>
              <a:pathLst>
                <a:path w="85313" h="32411">
                  <a:moveTo>
                    <a:pt x="85313" y="0"/>
                  </a:moveTo>
                  <a:lnTo>
                    <a:pt x="0" y="32411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895" name="Candidate_receptor__3894">
              <a:extLst>
                <a:ext uri="{FF2B5EF4-FFF2-40B4-BE49-F238E27FC236}">
                  <a16:creationId xmlns:a16="http://schemas.microsoft.com/office/drawing/2014/main" id="{DD65E9B0-8BBE-9664-D1BE-5B310DAB0CC8}"/>
                </a:ext>
              </a:extLst>
            </p:cNvPr>
            <p:cNvSpPr>
              <a:spLocks noGrp="1"/>
            </p:cNvSpPr>
            <p:nvPr/>
          </p:nvSpPr>
          <p:spPr>
            <a:xfrm>
              <a:off x="4065048" y="2749896"/>
              <a:ext cx="17972" cy="110065"/>
            </a:xfrm>
            <a:custGeom>
              <a:avLst/>
              <a:gdLst/>
              <a:ahLst/>
              <a:cxnLst/>
              <a:rect l="0" t="0" r="0" b="0"/>
              <a:pathLst>
                <a:path w="17972" h="110065">
                  <a:moveTo>
                    <a:pt x="17972" y="0"/>
                  </a:moveTo>
                  <a:lnTo>
                    <a:pt x="0" y="110065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6" name="Candidate_receptor__3895">
              <a:extLst>
                <a:ext uri="{FF2B5EF4-FFF2-40B4-BE49-F238E27FC236}">
                  <a16:creationId xmlns:a16="http://schemas.microsoft.com/office/drawing/2014/main" id="{08B0FED8-1DE6-9C4A-BF48-62E9E759BA7B}"/>
                </a:ext>
              </a:extLst>
            </p:cNvPr>
            <p:cNvSpPr>
              <a:spLocks noGrp="1"/>
            </p:cNvSpPr>
            <p:nvPr/>
          </p:nvSpPr>
          <p:spPr>
            <a:xfrm>
              <a:off x="5311075" y="2712069"/>
              <a:ext cx="60365" cy="77550"/>
            </a:xfrm>
            <a:custGeom>
              <a:avLst/>
              <a:gdLst/>
              <a:ahLst/>
              <a:cxnLst/>
              <a:rect l="0" t="0" r="0" b="0"/>
              <a:pathLst>
                <a:path w="60365" h="77550">
                  <a:moveTo>
                    <a:pt x="0" y="0"/>
                  </a:moveTo>
                  <a:lnTo>
                    <a:pt x="60365" y="775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7" name="Candidate_receptor__3896">
              <a:extLst>
                <a:ext uri="{FF2B5EF4-FFF2-40B4-BE49-F238E27FC236}">
                  <a16:creationId xmlns:a16="http://schemas.microsoft.com/office/drawing/2014/main" id="{4517F738-3BB8-B1AC-E3FF-8CDB08E3A2F3}"/>
                </a:ext>
              </a:extLst>
            </p:cNvPr>
            <p:cNvSpPr>
              <a:spLocks noGrp="1"/>
            </p:cNvSpPr>
            <p:nvPr/>
          </p:nvSpPr>
          <p:spPr>
            <a:xfrm>
              <a:off x="4235888" y="2773386"/>
              <a:ext cx="114037" cy="18574"/>
            </a:xfrm>
            <a:custGeom>
              <a:avLst/>
              <a:gdLst/>
              <a:ahLst/>
              <a:cxnLst/>
              <a:rect l="0" t="0" r="0" b="0"/>
              <a:pathLst>
                <a:path w="114037" h="18574">
                  <a:moveTo>
                    <a:pt x="114037" y="185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8" name="Candidate_receptor__3897">
              <a:extLst>
                <a:ext uri="{FF2B5EF4-FFF2-40B4-BE49-F238E27FC236}">
                  <a16:creationId xmlns:a16="http://schemas.microsoft.com/office/drawing/2014/main" id="{E498F1A7-7438-8D6C-03F0-455EE43EEA24}"/>
                </a:ext>
              </a:extLst>
            </p:cNvPr>
            <p:cNvSpPr>
              <a:spLocks noGrp="1"/>
            </p:cNvSpPr>
            <p:nvPr/>
          </p:nvSpPr>
          <p:spPr>
            <a:xfrm>
              <a:off x="4967999" y="2900059"/>
              <a:ext cx="78127" cy="84649"/>
            </a:xfrm>
            <a:custGeom>
              <a:avLst/>
              <a:gdLst/>
              <a:ahLst/>
              <a:cxnLst/>
              <a:rect l="0" t="0" r="0" b="0"/>
              <a:pathLst>
                <a:path w="78127" h="84649">
                  <a:moveTo>
                    <a:pt x="0" y="84649"/>
                  </a:moveTo>
                  <a:lnTo>
                    <a:pt x="7812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899" name="Candidate_receptor__3898">
              <a:extLst>
                <a:ext uri="{FF2B5EF4-FFF2-40B4-BE49-F238E27FC236}">
                  <a16:creationId xmlns:a16="http://schemas.microsoft.com/office/drawing/2014/main" id="{51FA9C53-418E-9EF4-7E55-CCC6D555B7A7}"/>
                </a:ext>
              </a:extLst>
            </p:cNvPr>
            <p:cNvSpPr>
              <a:spLocks noGrp="1"/>
            </p:cNvSpPr>
            <p:nvPr/>
          </p:nvSpPr>
          <p:spPr>
            <a:xfrm>
              <a:off x="4036787" y="3209820"/>
              <a:ext cx="113708" cy="20019"/>
            </a:xfrm>
            <a:custGeom>
              <a:avLst/>
              <a:gdLst/>
              <a:ahLst/>
              <a:cxnLst/>
              <a:rect l="0" t="0" r="0" b="0"/>
              <a:pathLst>
                <a:path w="113708" h="20019">
                  <a:moveTo>
                    <a:pt x="0" y="20019"/>
                  </a:moveTo>
                  <a:lnTo>
                    <a:pt x="113708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0" name="Candidate_receptor__3899">
              <a:extLst>
                <a:ext uri="{FF2B5EF4-FFF2-40B4-BE49-F238E27FC236}">
                  <a16:creationId xmlns:a16="http://schemas.microsoft.com/office/drawing/2014/main" id="{03F5013B-6916-3BBD-7E7B-470A1D0C6407}"/>
                </a:ext>
              </a:extLst>
            </p:cNvPr>
            <p:cNvSpPr>
              <a:spLocks noGrp="1"/>
            </p:cNvSpPr>
            <p:nvPr/>
          </p:nvSpPr>
          <p:spPr>
            <a:xfrm>
              <a:off x="3924946" y="2757517"/>
              <a:ext cx="15554" cy="90750"/>
            </a:xfrm>
            <a:custGeom>
              <a:avLst/>
              <a:gdLst/>
              <a:ahLst/>
              <a:cxnLst/>
              <a:rect l="0" t="0" r="0" b="0"/>
              <a:pathLst>
                <a:path w="15554" h="90750">
                  <a:moveTo>
                    <a:pt x="15554" y="0"/>
                  </a:moveTo>
                  <a:lnTo>
                    <a:pt x="0" y="907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1" name="Candidate_receptor__3900">
              <a:extLst>
                <a:ext uri="{FF2B5EF4-FFF2-40B4-BE49-F238E27FC236}">
                  <a16:creationId xmlns:a16="http://schemas.microsoft.com/office/drawing/2014/main" id="{66D9A0DE-C9D6-11E6-73C2-FD249EFDD3CF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12069"/>
              <a:ext cx="97780" cy="37855"/>
            </a:xfrm>
            <a:custGeom>
              <a:avLst/>
              <a:gdLst/>
              <a:ahLst/>
              <a:cxnLst/>
              <a:rect l="0" t="0" r="0" b="0"/>
              <a:pathLst>
                <a:path w="97780" h="37855">
                  <a:moveTo>
                    <a:pt x="0" y="37855"/>
                  </a:moveTo>
                  <a:lnTo>
                    <a:pt x="9778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2" name="Candidate_receptor__3901">
              <a:extLst>
                <a:ext uri="{FF2B5EF4-FFF2-40B4-BE49-F238E27FC236}">
                  <a16:creationId xmlns:a16="http://schemas.microsoft.com/office/drawing/2014/main" id="{A649F5AE-2511-40AC-1D1A-7771008633D5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0837"/>
              <a:ext cx="91777" cy="19487"/>
            </a:xfrm>
            <a:custGeom>
              <a:avLst/>
              <a:gdLst/>
              <a:ahLst/>
              <a:cxnLst/>
              <a:rect l="0" t="0" r="0" b="0"/>
              <a:pathLst>
                <a:path w="91777" h="19487">
                  <a:moveTo>
                    <a:pt x="0" y="19487"/>
                  </a:moveTo>
                  <a:lnTo>
                    <a:pt x="9177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3" name="Candidate_receptor__3902">
              <a:extLst>
                <a:ext uri="{FF2B5EF4-FFF2-40B4-BE49-F238E27FC236}">
                  <a16:creationId xmlns:a16="http://schemas.microsoft.com/office/drawing/2014/main" id="{84BF53CD-094D-B6C1-2A63-1D9E70B250E9}"/>
                </a:ext>
              </a:extLst>
            </p:cNvPr>
            <p:cNvSpPr>
              <a:spLocks noGrp="1"/>
            </p:cNvSpPr>
            <p:nvPr/>
          </p:nvSpPr>
          <p:spPr>
            <a:xfrm>
              <a:off x="3898350" y="2848267"/>
              <a:ext cx="26596" cy="61549"/>
            </a:xfrm>
            <a:custGeom>
              <a:avLst/>
              <a:gdLst/>
              <a:ahLst/>
              <a:cxnLst/>
              <a:rect l="0" t="0" r="0" b="0"/>
              <a:pathLst>
                <a:path w="26596" h="61549">
                  <a:moveTo>
                    <a:pt x="26596" y="0"/>
                  </a:moveTo>
                  <a:lnTo>
                    <a:pt x="0" y="6154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4" name="Candidate_receptor__3903">
              <a:extLst>
                <a:ext uri="{FF2B5EF4-FFF2-40B4-BE49-F238E27FC236}">
                  <a16:creationId xmlns:a16="http://schemas.microsoft.com/office/drawing/2014/main" id="{9045224F-1041-2FFC-B9CD-DC3082FEC1D1}"/>
                </a:ext>
              </a:extLst>
            </p:cNvPr>
            <p:cNvSpPr>
              <a:spLocks noGrp="1"/>
            </p:cNvSpPr>
            <p:nvPr/>
          </p:nvSpPr>
          <p:spPr>
            <a:xfrm>
              <a:off x="4934116" y="2743914"/>
              <a:ext cx="2228" cy="62731"/>
            </a:xfrm>
            <a:custGeom>
              <a:avLst/>
              <a:gdLst/>
              <a:ahLst/>
              <a:cxnLst/>
              <a:rect l="0" t="0" r="0" b="0"/>
              <a:pathLst>
                <a:path w="2228" h="62731">
                  <a:moveTo>
                    <a:pt x="0" y="62731"/>
                  </a:moveTo>
                  <a:lnTo>
                    <a:pt x="222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5" name="Candidate_receptor__3904">
              <a:extLst>
                <a:ext uri="{FF2B5EF4-FFF2-40B4-BE49-F238E27FC236}">
                  <a16:creationId xmlns:a16="http://schemas.microsoft.com/office/drawing/2014/main" id="{AE8CBB8F-602C-2D4A-8D0D-D07E87B281D5}"/>
                </a:ext>
              </a:extLst>
            </p:cNvPr>
            <p:cNvSpPr>
              <a:spLocks noGrp="1"/>
            </p:cNvSpPr>
            <p:nvPr/>
          </p:nvSpPr>
          <p:spPr>
            <a:xfrm>
              <a:off x="4342916" y="2791960"/>
              <a:ext cx="7008" cy="108877"/>
            </a:xfrm>
            <a:custGeom>
              <a:avLst/>
              <a:gdLst/>
              <a:ahLst/>
              <a:cxnLst/>
              <a:rect l="0" t="0" r="0" b="0"/>
              <a:pathLst>
                <a:path w="7008" h="108877">
                  <a:moveTo>
                    <a:pt x="0" y="108877"/>
                  </a:moveTo>
                  <a:lnTo>
                    <a:pt x="700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6" name="Candidate_receptor__3905">
              <a:extLst>
                <a:ext uri="{FF2B5EF4-FFF2-40B4-BE49-F238E27FC236}">
                  <a16:creationId xmlns:a16="http://schemas.microsoft.com/office/drawing/2014/main" id="{56AD3C53-2B3F-FE0F-2D6A-6B33EC6E73A6}"/>
                </a:ext>
              </a:extLst>
            </p:cNvPr>
            <p:cNvSpPr>
              <a:spLocks noGrp="1"/>
            </p:cNvSpPr>
            <p:nvPr/>
          </p:nvSpPr>
          <p:spPr>
            <a:xfrm>
              <a:off x="4003300" y="3128755"/>
              <a:ext cx="33487" cy="101084"/>
            </a:xfrm>
            <a:custGeom>
              <a:avLst/>
              <a:gdLst/>
              <a:ahLst/>
              <a:cxnLst/>
              <a:rect l="0" t="0" r="0" b="0"/>
              <a:pathLst>
                <a:path w="33487" h="101084">
                  <a:moveTo>
                    <a:pt x="0" y="0"/>
                  </a:moveTo>
                  <a:lnTo>
                    <a:pt x="33487" y="101084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7" name="Candidate_receptor__3906">
              <a:extLst>
                <a:ext uri="{FF2B5EF4-FFF2-40B4-BE49-F238E27FC236}">
                  <a16:creationId xmlns:a16="http://schemas.microsoft.com/office/drawing/2014/main" id="{F3428434-1D19-A04A-08B3-6F8EDDFEDF3B}"/>
                </a:ext>
              </a:extLst>
            </p:cNvPr>
            <p:cNvSpPr>
              <a:spLocks noGrp="1"/>
            </p:cNvSpPr>
            <p:nvPr/>
          </p:nvSpPr>
          <p:spPr>
            <a:xfrm>
              <a:off x="5326016" y="3115452"/>
              <a:ext cx="9203" cy="57959"/>
            </a:xfrm>
            <a:custGeom>
              <a:avLst/>
              <a:gdLst/>
              <a:ahLst/>
              <a:cxnLst/>
              <a:rect l="0" t="0" r="0" b="0"/>
              <a:pathLst>
                <a:path w="9203" h="57959">
                  <a:moveTo>
                    <a:pt x="0" y="0"/>
                  </a:moveTo>
                  <a:lnTo>
                    <a:pt x="9203" y="5795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8" name="Candidate_receptor__3907">
              <a:extLst>
                <a:ext uri="{FF2B5EF4-FFF2-40B4-BE49-F238E27FC236}">
                  <a16:creationId xmlns:a16="http://schemas.microsoft.com/office/drawing/2014/main" id="{30BF43F0-B9D4-6766-6551-BF3E3DAC801C}"/>
                </a:ext>
              </a:extLst>
            </p:cNvPr>
            <p:cNvSpPr>
              <a:spLocks noGrp="1"/>
            </p:cNvSpPr>
            <p:nvPr/>
          </p:nvSpPr>
          <p:spPr>
            <a:xfrm>
              <a:off x="4890515" y="2948027"/>
              <a:ext cx="77484" cy="36681"/>
            </a:xfrm>
            <a:custGeom>
              <a:avLst/>
              <a:gdLst/>
              <a:ahLst/>
              <a:cxnLst/>
              <a:rect l="0" t="0" r="0" b="0"/>
              <a:pathLst>
                <a:path w="77484" h="36681">
                  <a:moveTo>
                    <a:pt x="0" y="0"/>
                  </a:moveTo>
                  <a:lnTo>
                    <a:pt x="77484" y="3668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09" name="Candidate_receptor__3908">
              <a:extLst>
                <a:ext uri="{FF2B5EF4-FFF2-40B4-BE49-F238E27FC236}">
                  <a16:creationId xmlns:a16="http://schemas.microsoft.com/office/drawing/2014/main" id="{69A21F57-169A-4F7C-AE51-C1145AFA7727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47125" cy="3075"/>
            </a:xfrm>
            <a:custGeom>
              <a:avLst/>
              <a:gdLst/>
              <a:ahLst/>
              <a:cxnLst/>
              <a:rect l="0" t="0" r="0" b="0"/>
              <a:pathLst>
                <a:path w="47125" h="3075">
                  <a:moveTo>
                    <a:pt x="47125" y="30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0" name="Candidate_receptor__3909">
              <a:extLst>
                <a:ext uri="{FF2B5EF4-FFF2-40B4-BE49-F238E27FC236}">
                  <a16:creationId xmlns:a16="http://schemas.microsoft.com/office/drawing/2014/main" id="{4592D74C-FDBB-D79D-EF16-5EA601AC817A}"/>
                </a:ext>
              </a:extLst>
            </p:cNvPr>
            <p:cNvSpPr>
              <a:spLocks noGrp="1"/>
            </p:cNvSpPr>
            <p:nvPr/>
          </p:nvSpPr>
          <p:spPr>
            <a:xfrm>
              <a:off x="4936344" y="2648599"/>
              <a:ext cx="14089" cy="95315"/>
            </a:xfrm>
            <a:custGeom>
              <a:avLst/>
              <a:gdLst/>
              <a:ahLst/>
              <a:cxnLst/>
              <a:rect l="0" t="0" r="0" b="0"/>
              <a:pathLst>
                <a:path w="14089" h="95315">
                  <a:moveTo>
                    <a:pt x="0" y="95315"/>
                  </a:moveTo>
                  <a:lnTo>
                    <a:pt x="1408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1" name="Candidate_receptor__3910">
              <a:extLst>
                <a:ext uri="{FF2B5EF4-FFF2-40B4-BE49-F238E27FC236}">
                  <a16:creationId xmlns:a16="http://schemas.microsoft.com/office/drawing/2014/main" id="{F1AF22E1-8C28-8A04-7D5B-71CD9C438569}"/>
                </a:ext>
              </a:extLst>
            </p:cNvPr>
            <p:cNvSpPr>
              <a:spLocks noGrp="1"/>
            </p:cNvSpPr>
            <p:nvPr/>
          </p:nvSpPr>
          <p:spPr>
            <a:xfrm>
              <a:off x="4083020" y="2720549"/>
              <a:ext cx="29901" cy="29347"/>
            </a:xfrm>
            <a:custGeom>
              <a:avLst/>
              <a:gdLst/>
              <a:ahLst/>
              <a:cxnLst/>
              <a:rect l="0" t="0" r="0" b="0"/>
              <a:pathLst>
                <a:path w="29901" h="29347">
                  <a:moveTo>
                    <a:pt x="29901" y="0"/>
                  </a:moveTo>
                  <a:lnTo>
                    <a:pt x="0" y="2934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2" name="Candidate_receptor__3911">
              <a:extLst>
                <a:ext uri="{FF2B5EF4-FFF2-40B4-BE49-F238E27FC236}">
                  <a16:creationId xmlns:a16="http://schemas.microsoft.com/office/drawing/2014/main" id="{1B538516-5831-6AAE-E2F4-507174016023}"/>
                </a:ext>
              </a:extLst>
            </p:cNvPr>
            <p:cNvSpPr>
              <a:spLocks noGrp="1"/>
            </p:cNvSpPr>
            <p:nvPr/>
          </p:nvSpPr>
          <p:spPr>
            <a:xfrm>
              <a:off x="3827452" y="3030315"/>
              <a:ext cx="62622" cy="89503"/>
            </a:xfrm>
            <a:custGeom>
              <a:avLst/>
              <a:gdLst/>
              <a:ahLst/>
              <a:cxnLst/>
              <a:rect l="0" t="0" r="0" b="0"/>
              <a:pathLst>
                <a:path w="62622" h="89503">
                  <a:moveTo>
                    <a:pt x="0" y="0"/>
                  </a:moveTo>
                  <a:lnTo>
                    <a:pt x="62622" y="8950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3" name="Candidate_receptor__3912">
              <a:extLst>
                <a:ext uri="{FF2B5EF4-FFF2-40B4-BE49-F238E27FC236}">
                  <a16:creationId xmlns:a16="http://schemas.microsoft.com/office/drawing/2014/main" id="{3697A0E5-C635-C5D4-6463-84610DC36CC9}"/>
                </a:ext>
              </a:extLst>
            </p:cNvPr>
            <p:cNvSpPr>
              <a:spLocks noGrp="1"/>
            </p:cNvSpPr>
            <p:nvPr/>
          </p:nvSpPr>
          <p:spPr>
            <a:xfrm>
              <a:off x="4150495" y="3209820"/>
              <a:ext cx="55273" cy="51543"/>
            </a:xfrm>
            <a:custGeom>
              <a:avLst/>
              <a:gdLst/>
              <a:ahLst/>
              <a:cxnLst/>
              <a:rect l="0" t="0" r="0" b="0"/>
              <a:pathLst>
                <a:path w="55273" h="51543">
                  <a:moveTo>
                    <a:pt x="0" y="0"/>
                  </a:moveTo>
                  <a:lnTo>
                    <a:pt x="55273" y="5154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4" name="Candidate_receptor__3913">
              <a:extLst>
                <a:ext uri="{FF2B5EF4-FFF2-40B4-BE49-F238E27FC236}">
                  <a16:creationId xmlns:a16="http://schemas.microsoft.com/office/drawing/2014/main" id="{BA3C60F3-F820-F6D4-4F43-3AFF046F5877}"/>
                </a:ext>
              </a:extLst>
            </p:cNvPr>
            <p:cNvSpPr>
              <a:spLocks noGrp="1"/>
            </p:cNvSpPr>
            <p:nvPr/>
          </p:nvSpPr>
          <p:spPr>
            <a:xfrm>
              <a:off x="4187640" y="2773386"/>
              <a:ext cx="48247" cy="34803"/>
            </a:xfrm>
            <a:custGeom>
              <a:avLst/>
              <a:gdLst/>
              <a:ahLst/>
              <a:cxnLst/>
              <a:rect l="0" t="0" r="0" b="0"/>
              <a:pathLst>
                <a:path w="48247" h="34803">
                  <a:moveTo>
                    <a:pt x="48247" y="0"/>
                  </a:moveTo>
                  <a:lnTo>
                    <a:pt x="0" y="3480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5" name="Candidate_receptor__3914">
              <a:extLst>
                <a:ext uri="{FF2B5EF4-FFF2-40B4-BE49-F238E27FC236}">
                  <a16:creationId xmlns:a16="http://schemas.microsoft.com/office/drawing/2014/main" id="{652AF3B0-9BF7-F94F-E5AE-BB7A7F2FEF13}"/>
                </a:ext>
              </a:extLst>
            </p:cNvPr>
            <p:cNvSpPr>
              <a:spLocks noGrp="1"/>
            </p:cNvSpPr>
            <p:nvPr/>
          </p:nvSpPr>
          <p:spPr>
            <a:xfrm>
              <a:off x="3890074" y="3119818"/>
              <a:ext cx="113226" cy="8937"/>
            </a:xfrm>
            <a:custGeom>
              <a:avLst/>
              <a:gdLst/>
              <a:ahLst/>
              <a:cxnLst/>
              <a:rect l="0" t="0" r="0" b="0"/>
              <a:pathLst>
                <a:path w="113226" h="8937">
                  <a:moveTo>
                    <a:pt x="0" y="0"/>
                  </a:moveTo>
                  <a:lnTo>
                    <a:pt x="113226" y="8937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6" name="Candidate_receptor__3915">
              <a:extLst>
                <a:ext uri="{FF2B5EF4-FFF2-40B4-BE49-F238E27FC236}">
                  <a16:creationId xmlns:a16="http://schemas.microsoft.com/office/drawing/2014/main" id="{D59DEAF0-471C-4D33-B23F-CCE5728FBCCA}"/>
                </a:ext>
              </a:extLst>
            </p:cNvPr>
            <p:cNvSpPr>
              <a:spLocks noGrp="1"/>
            </p:cNvSpPr>
            <p:nvPr/>
          </p:nvSpPr>
          <p:spPr>
            <a:xfrm>
              <a:off x="5046126" y="2870053"/>
              <a:ext cx="57987" cy="30006"/>
            </a:xfrm>
            <a:custGeom>
              <a:avLst/>
              <a:gdLst/>
              <a:ahLst/>
              <a:cxnLst/>
              <a:rect l="0" t="0" r="0" b="0"/>
              <a:pathLst>
                <a:path w="57987" h="30006">
                  <a:moveTo>
                    <a:pt x="0" y="30006"/>
                  </a:moveTo>
                  <a:lnTo>
                    <a:pt x="5798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7" name="Candidate_receptor__3916">
              <a:extLst>
                <a:ext uri="{FF2B5EF4-FFF2-40B4-BE49-F238E27FC236}">
                  <a16:creationId xmlns:a16="http://schemas.microsoft.com/office/drawing/2014/main" id="{BEE50BBA-AEC7-85FD-AAA4-CC296B2596C1}"/>
                </a:ext>
              </a:extLst>
            </p:cNvPr>
            <p:cNvSpPr>
              <a:spLocks noGrp="1"/>
            </p:cNvSpPr>
            <p:nvPr/>
          </p:nvSpPr>
          <p:spPr>
            <a:xfrm>
              <a:off x="4006758" y="2823790"/>
              <a:ext cx="58290" cy="36172"/>
            </a:xfrm>
            <a:custGeom>
              <a:avLst/>
              <a:gdLst/>
              <a:ahLst/>
              <a:cxnLst/>
              <a:rect l="0" t="0" r="0" b="0"/>
              <a:pathLst>
                <a:path w="58290" h="36172">
                  <a:moveTo>
                    <a:pt x="58290" y="361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8" name="Candidate_receptor__3917">
              <a:extLst>
                <a:ext uri="{FF2B5EF4-FFF2-40B4-BE49-F238E27FC236}">
                  <a16:creationId xmlns:a16="http://schemas.microsoft.com/office/drawing/2014/main" id="{4131058C-6E48-1678-D2B9-87C8BA9A67D6}"/>
                </a:ext>
              </a:extLst>
            </p:cNvPr>
            <p:cNvSpPr>
              <a:spLocks noGrp="1"/>
            </p:cNvSpPr>
            <p:nvPr/>
          </p:nvSpPr>
          <p:spPr>
            <a:xfrm>
              <a:off x="5241284" y="2832063"/>
              <a:ext cx="27461" cy="27359"/>
            </a:xfrm>
            <a:custGeom>
              <a:avLst/>
              <a:gdLst/>
              <a:ahLst/>
              <a:cxnLst/>
              <a:rect l="0" t="0" r="0" b="0"/>
              <a:pathLst>
                <a:path w="27461" h="27359">
                  <a:moveTo>
                    <a:pt x="27461" y="0"/>
                  </a:moveTo>
                  <a:lnTo>
                    <a:pt x="0" y="2735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9" name="Candidate_receptor__3918">
              <a:extLst>
                <a:ext uri="{FF2B5EF4-FFF2-40B4-BE49-F238E27FC236}">
                  <a16:creationId xmlns:a16="http://schemas.microsoft.com/office/drawing/2014/main" id="{8E1F6370-4CA0-AB64-5BB4-C52F850C47F1}"/>
                </a:ext>
              </a:extLst>
            </p:cNvPr>
            <p:cNvSpPr>
              <a:spLocks noGrp="1"/>
            </p:cNvSpPr>
            <p:nvPr/>
          </p:nvSpPr>
          <p:spPr>
            <a:xfrm>
              <a:off x="4793320" y="2948027"/>
              <a:ext cx="97195" cy="58321"/>
            </a:xfrm>
            <a:custGeom>
              <a:avLst/>
              <a:gdLst/>
              <a:ahLst/>
              <a:cxnLst/>
              <a:rect l="0" t="0" r="0" b="0"/>
              <a:pathLst>
                <a:path w="97195" h="58321">
                  <a:moveTo>
                    <a:pt x="0" y="58321"/>
                  </a:moveTo>
                  <a:lnTo>
                    <a:pt x="97195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20" name="Candidate_receptor__3919">
              <a:extLst>
                <a:ext uri="{FF2B5EF4-FFF2-40B4-BE49-F238E27FC236}">
                  <a16:creationId xmlns:a16="http://schemas.microsoft.com/office/drawing/2014/main" id="{6B0B4BBD-CF02-A2FF-4180-92328E479BBB}"/>
                </a:ext>
              </a:extLst>
            </p:cNvPr>
            <p:cNvSpPr>
              <a:spLocks noGrp="1"/>
            </p:cNvSpPr>
            <p:nvPr/>
          </p:nvSpPr>
          <p:spPr>
            <a:xfrm>
              <a:off x="3940501" y="2757517"/>
              <a:ext cx="66258" cy="66273"/>
            </a:xfrm>
            <a:custGeom>
              <a:avLst/>
              <a:gdLst/>
              <a:ahLst/>
              <a:cxnLst/>
              <a:rect l="0" t="0" r="0" b="0"/>
              <a:pathLst>
                <a:path w="66258" h="66273">
                  <a:moveTo>
                    <a:pt x="66258" y="66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1" name="Candidate_receptor__3920">
              <a:extLst>
                <a:ext uri="{FF2B5EF4-FFF2-40B4-BE49-F238E27FC236}">
                  <a16:creationId xmlns:a16="http://schemas.microsoft.com/office/drawing/2014/main" id="{03DB92EF-952C-4799-DB64-93A6B1473A24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43920"/>
              <a:ext cx="16972" cy="111129"/>
            </a:xfrm>
            <a:custGeom>
              <a:avLst/>
              <a:gdLst/>
              <a:ahLst/>
              <a:cxnLst/>
              <a:rect l="0" t="0" r="0" b="0"/>
              <a:pathLst>
                <a:path w="16972" h="111129">
                  <a:moveTo>
                    <a:pt x="16972" y="1111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2" name="Candidate_receptor__3921">
              <a:extLst>
                <a:ext uri="{FF2B5EF4-FFF2-40B4-BE49-F238E27FC236}">
                  <a16:creationId xmlns:a16="http://schemas.microsoft.com/office/drawing/2014/main" id="{9F0C5D51-8396-28D8-C5D6-51367B881745}"/>
                </a:ext>
              </a:extLst>
            </p:cNvPr>
            <p:cNvSpPr>
              <a:spLocks noGrp="1"/>
            </p:cNvSpPr>
            <p:nvPr/>
          </p:nvSpPr>
          <p:spPr>
            <a:xfrm>
              <a:off x="3820060" y="2829534"/>
              <a:ext cx="78290" cy="80282"/>
            </a:xfrm>
            <a:custGeom>
              <a:avLst/>
              <a:gdLst/>
              <a:ahLst/>
              <a:cxnLst/>
              <a:rect l="0" t="0" r="0" b="0"/>
              <a:pathLst>
                <a:path w="78290" h="80282">
                  <a:moveTo>
                    <a:pt x="78290" y="802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3" name="Candidate_receptor__3922">
              <a:extLst>
                <a:ext uri="{FF2B5EF4-FFF2-40B4-BE49-F238E27FC236}">
                  <a16:creationId xmlns:a16="http://schemas.microsoft.com/office/drawing/2014/main" id="{272634C1-6CBC-2451-4D89-BACA5F4C14D0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15452"/>
              <a:ext cx="111377" cy="28468"/>
            </a:xfrm>
            <a:custGeom>
              <a:avLst/>
              <a:gdLst/>
              <a:ahLst/>
              <a:cxnLst/>
              <a:rect l="0" t="0" r="0" b="0"/>
              <a:pathLst>
                <a:path w="111377" h="28468">
                  <a:moveTo>
                    <a:pt x="0" y="28468"/>
                  </a:moveTo>
                  <a:lnTo>
                    <a:pt x="11137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4" name="Candidate_receptor__3923">
              <a:extLst>
                <a:ext uri="{FF2B5EF4-FFF2-40B4-BE49-F238E27FC236}">
                  <a16:creationId xmlns:a16="http://schemas.microsoft.com/office/drawing/2014/main" id="{0627B5D1-76AA-36A5-0405-ADCCDEC76A83}"/>
                </a:ext>
              </a:extLst>
            </p:cNvPr>
            <p:cNvSpPr>
              <a:spLocks noGrp="1"/>
            </p:cNvSpPr>
            <p:nvPr/>
          </p:nvSpPr>
          <p:spPr>
            <a:xfrm>
              <a:off x="4112922" y="2720549"/>
              <a:ext cx="74718" cy="87639"/>
            </a:xfrm>
            <a:custGeom>
              <a:avLst/>
              <a:gdLst/>
              <a:ahLst/>
              <a:cxnLst/>
              <a:rect l="0" t="0" r="0" b="0"/>
              <a:pathLst>
                <a:path w="74718" h="87639">
                  <a:moveTo>
                    <a:pt x="74718" y="87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5" name="Candidate_receptor__3924">
              <a:extLst>
                <a:ext uri="{FF2B5EF4-FFF2-40B4-BE49-F238E27FC236}">
                  <a16:creationId xmlns:a16="http://schemas.microsoft.com/office/drawing/2014/main" id="{DDDB1BB8-A66F-41EA-1F62-CCCEB48EC64B}"/>
                </a:ext>
              </a:extLst>
            </p:cNvPr>
            <p:cNvSpPr>
              <a:spLocks noGrp="1"/>
            </p:cNvSpPr>
            <p:nvPr/>
          </p:nvSpPr>
          <p:spPr>
            <a:xfrm>
              <a:off x="4205768" y="3185506"/>
              <a:ext cx="85260" cy="75857"/>
            </a:xfrm>
            <a:custGeom>
              <a:avLst/>
              <a:gdLst/>
              <a:ahLst/>
              <a:cxnLst/>
              <a:rect l="0" t="0" r="0" b="0"/>
              <a:pathLst>
                <a:path w="85260" h="75857">
                  <a:moveTo>
                    <a:pt x="0" y="75857"/>
                  </a:moveTo>
                  <a:lnTo>
                    <a:pt x="8526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6" name="Candidate_receptor__3925">
              <a:extLst>
                <a:ext uri="{FF2B5EF4-FFF2-40B4-BE49-F238E27FC236}">
                  <a16:creationId xmlns:a16="http://schemas.microsoft.com/office/drawing/2014/main" id="{6E39B21E-D042-4921-9A56-AC6E715DF51F}"/>
                </a:ext>
              </a:extLst>
            </p:cNvPr>
            <p:cNvSpPr>
              <a:spLocks noGrp="1"/>
            </p:cNvSpPr>
            <p:nvPr/>
          </p:nvSpPr>
          <p:spPr>
            <a:xfrm>
              <a:off x="5231611" y="3255049"/>
              <a:ext cx="88380" cy="9148"/>
            </a:xfrm>
            <a:custGeom>
              <a:avLst/>
              <a:gdLst/>
              <a:ahLst/>
              <a:cxnLst/>
              <a:rect l="0" t="0" r="0" b="0"/>
              <a:pathLst>
                <a:path w="88380" h="9148">
                  <a:moveTo>
                    <a:pt x="88380" y="9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7" name="Candidate_receptor__3926">
              <a:extLst>
                <a:ext uri="{FF2B5EF4-FFF2-40B4-BE49-F238E27FC236}">
                  <a16:creationId xmlns:a16="http://schemas.microsoft.com/office/drawing/2014/main" id="{D4BBE212-2279-80FB-CEE9-D93BCD485C58}"/>
                </a:ext>
              </a:extLst>
            </p:cNvPr>
            <p:cNvSpPr>
              <a:spLocks noGrp="1"/>
            </p:cNvSpPr>
            <p:nvPr/>
          </p:nvSpPr>
          <p:spPr>
            <a:xfrm>
              <a:off x="4216115" y="3098123"/>
              <a:ext cx="74913" cy="87383"/>
            </a:xfrm>
            <a:custGeom>
              <a:avLst/>
              <a:gdLst/>
              <a:ahLst/>
              <a:cxnLst/>
              <a:rect l="0" t="0" r="0" b="0"/>
              <a:pathLst>
                <a:path w="74913" h="87383">
                  <a:moveTo>
                    <a:pt x="74913" y="8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8" name="Candidate_receptor__3927">
              <a:extLst>
                <a:ext uri="{FF2B5EF4-FFF2-40B4-BE49-F238E27FC236}">
                  <a16:creationId xmlns:a16="http://schemas.microsoft.com/office/drawing/2014/main" id="{08E69EC4-385A-BC10-32AE-0CE86434AC6B}"/>
                </a:ext>
              </a:extLst>
            </p:cNvPr>
            <p:cNvSpPr>
              <a:spLocks noGrp="1"/>
            </p:cNvSpPr>
            <p:nvPr/>
          </p:nvSpPr>
          <p:spPr>
            <a:xfrm>
              <a:off x="5104112" y="2777524"/>
              <a:ext cx="63554" cy="92529"/>
            </a:xfrm>
            <a:custGeom>
              <a:avLst/>
              <a:gdLst/>
              <a:ahLst/>
              <a:cxnLst/>
              <a:rect l="0" t="0" r="0" b="0"/>
              <a:pathLst>
                <a:path w="63554" h="92529">
                  <a:moveTo>
                    <a:pt x="0" y="92529"/>
                  </a:moveTo>
                  <a:lnTo>
                    <a:pt x="63554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9" name="Candidate_receptor__3928">
              <a:extLst>
                <a:ext uri="{FF2B5EF4-FFF2-40B4-BE49-F238E27FC236}">
                  <a16:creationId xmlns:a16="http://schemas.microsoft.com/office/drawing/2014/main" id="{76FB47C5-6716-0DC0-1F84-91C0386D7E50}"/>
                </a:ext>
              </a:extLst>
            </p:cNvPr>
            <p:cNvSpPr>
              <a:spLocks noGrp="1"/>
            </p:cNvSpPr>
            <p:nvPr/>
          </p:nvSpPr>
          <p:spPr>
            <a:xfrm>
              <a:off x="5167666" y="2777524"/>
              <a:ext cx="101078" cy="54539"/>
            </a:xfrm>
            <a:custGeom>
              <a:avLst/>
              <a:gdLst/>
              <a:ahLst/>
              <a:cxnLst/>
              <a:rect l="0" t="0" r="0" b="0"/>
              <a:pathLst>
                <a:path w="101078" h="54539">
                  <a:moveTo>
                    <a:pt x="0" y="0"/>
                  </a:moveTo>
                  <a:lnTo>
                    <a:pt x="101078" y="54539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30" name="Candidate_receptor__3929">
              <a:extLst>
                <a:ext uri="{FF2B5EF4-FFF2-40B4-BE49-F238E27FC236}">
                  <a16:creationId xmlns:a16="http://schemas.microsoft.com/office/drawing/2014/main" id="{1AB3ACBB-6A9A-3F99-DC9F-6C87A265B197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098123"/>
              <a:ext cx="62509" cy="48674"/>
            </a:xfrm>
            <a:custGeom>
              <a:avLst/>
              <a:gdLst/>
              <a:ahLst/>
              <a:cxnLst/>
              <a:rect l="0" t="0" r="0" b="0"/>
              <a:pathLst>
                <a:path w="62509" h="48674">
                  <a:moveTo>
                    <a:pt x="62509" y="0"/>
                  </a:moveTo>
                  <a:lnTo>
                    <a:pt x="0" y="48674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31" name="Candidate_receptor__3930">
              <a:extLst>
                <a:ext uri="{FF2B5EF4-FFF2-40B4-BE49-F238E27FC236}">
                  <a16:creationId xmlns:a16="http://schemas.microsoft.com/office/drawing/2014/main" id="{36FED9B0-D364-6FDB-55A8-CB592688A32F}"/>
                </a:ext>
              </a:extLst>
            </p:cNvPr>
            <p:cNvSpPr>
              <a:spLocks noGrp="1"/>
            </p:cNvSpPr>
            <p:nvPr/>
          </p:nvSpPr>
          <p:spPr>
            <a:xfrm>
              <a:off x="5266933" y="3205219"/>
              <a:ext cx="53058" cy="58978"/>
            </a:xfrm>
            <a:custGeom>
              <a:avLst/>
              <a:gdLst/>
              <a:ahLst/>
              <a:cxnLst/>
              <a:rect l="0" t="0" r="0" b="0"/>
              <a:pathLst>
                <a:path w="53058" h="58978">
                  <a:moveTo>
                    <a:pt x="0" y="0"/>
                  </a:moveTo>
                  <a:lnTo>
                    <a:pt x="53058" y="5897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2" name="Candidate_receptor__3931">
              <a:extLst>
                <a:ext uri="{FF2B5EF4-FFF2-40B4-BE49-F238E27FC236}">
                  <a16:creationId xmlns:a16="http://schemas.microsoft.com/office/drawing/2014/main" id="{A9716A69-658D-6B25-5BC1-270A8E313E79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146798"/>
              <a:ext cx="98419" cy="16470"/>
            </a:xfrm>
            <a:custGeom>
              <a:avLst/>
              <a:gdLst/>
              <a:ahLst/>
              <a:cxnLst/>
              <a:rect l="0" t="0" r="0" b="0"/>
              <a:pathLst>
                <a:path w="98419" h="16470">
                  <a:moveTo>
                    <a:pt x="0" y="0"/>
                  </a:moveTo>
                  <a:lnTo>
                    <a:pt x="98419" y="1647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3" name="Candidate_receptor__3932">
              <a:extLst>
                <a:ext uri="{FF2B5EF4-FFF2-40B4-BE49-F238E27FC236}">
                  <a16:creationId xmlns:a16="http://schemas.microsoft.com/office/drawing/2014/main" id="{9B6ED684-9768-BAF4-C7E6-56364E9EECB2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05219"/>
              <a:ext cx="91055" cy="69640"/>
            </a:xfrm>
            <a:custGeom>
              <a:avLst/>
              <a:gdLst/>
              <a:ahLst/>
              <a:cxnLst/>
              <a:rect l="0" t="0" r="0" b="0"/>
              <a:pathLst>
                <a:path w="91055" h="69640">
                  <a:moveTo>
                    <a:pt x="0" y="69640"/>
                  </a:moveTo>
                  <a:lnTo>
                    <a:pt x="9105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4" name="Candidate_receptor__3933">
              <a:extLst>
                <a:ext uri="{FF2B5EF4-FFF2-40B4-BE49-F238E27FC236}">
                  <a16:creationId xmlns:a16="http://schemas.microsoft.com/office/drawing/2014/main" id="{BFE1D2B5-20BC-5294-A7F6-71B1192991D7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74859"/>
              <a:ext cx="69726" cy="91188"/>
            </a:xfrm>
            <a:custGeom>
              <a:avLst/>
              <a:gdLst/>
              <a:ahLst/>
              <a:cxnLst/>
              <a:rect l="0" t="0" r="0" b="0"/>
              <a:pathLst>
                <a:path w="69726" h="91188">
                  <a:moveTo>
                    <a:pt x="69726" y="91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5" name="Candidate_receptor__3934">
              <a:extLst>
                <a:ext uri="{FF2B5EF4-FFF2-40B4-BE49-F238E27FC236}">
                  <a16:creationId xmlns:a16="http://schemas.microsoft.com/office/drawing/2014/main" id="{43EC57FC-E570-35BD-AC04-114490BC89E1}"/>
                </a:ext>
              </a:extLst>
            </p:cNvPr>
            <p:cNvSpPr>
              <a:spLocks noGrp="1"/>
            </p:cNvSpPr>
            <p:nvPr/>
          </p:nvSpPr>
          <p:spPr>
            <a:xfrm>
              <a:off x="4252025" y="3051927"/>
              <a:ext cx="29894" cy="111341"/>
            </a:xfrm>
            <a:custGeom>
              <a:avLst/>
              <a:gdLst/>
              <a:ahLst/>
              <a:cxnLst/>
              <a:rect l="0" t="0" r="0" b="0"/>
              <a:pathLst>
                <a:path w="29894" h="111341">
                  <a:moveTo>
                    <a:pt x="0" y="111341"/>
                  </a:moveTo>
                  <a:lnTo>
                    <a:pt x="2989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6" name="Candidate_receptor__3935">
              <a:extLst>
                <a:ext uri="{FF2B5EF4-FFF2-40B4-BE49-F238E27FC236}">
                  <a16:creationId xmlns:a16="http://schemas.microsoft.com/office/drawing/2014/main" id="{C02E3F39-58D9-DB21-4DBE-F5ECE7DEEB0E}"/>
                </a:ext>
              </a:extLst>
            </p:cNvPr>
            <p:cNvSpPr>
              <a:spLocks noGrp="1"/>
            </p:cNvSpPr>
            <p:nvPr/>
          </p:nvSpPr>
          <p:spPr>
            <a:xfrm>
              <a:off x="4182436" y="3017153"/>
              <a:ext cx="99483" cy="34774"/>
            </a:xfrm>
            <a:custGeom>
              <a:avLst/>
              <a:gdLst/>
              <a:ahLst/>
              <a:cxnLst/>
              <a:rect l="0" t="0" r="0" b="0"/>
              <a:pathLst>
                <a:path w="99483" h="34774">
                  <a:moveTo>
                    <a:pt x="99483" y="34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3937" name="Candidate_receptor__3936">
              <a:extLst>
                <a:ext uri="{FF2B5EF4-FFF2-40B4-BE49-F238E27FC236}">
                  <a16:creationId xmlns:a16="http://schemas.microsoft.com/office/drawing/2014/main" id="{94CDACA0-9853-01A8-4280-718EDC6A36E1}"/>
                </a:ext>
              </a:extLst>
            </p:cNvPr>
            <p:cNvSpPr>
              <a:spLocks noGrp="1"/>
            </p:cNvSpPr>
            <p:nvPr/>
          </p:nvSpPr>
          <p:spPr>
            <a:xfrm>
              <a:off x="5245605" y="3355075"/>
              <a:ext cx="29656" cy="10973"/>
            </a:xfrm>
            <a:custGeom>
              <a:avLst/>
              <a:gdLst/>
              <a:ahLst/>
              <a:cxnLst/>
              <a:rect l="0" t="0" r="0" b="0"/>
              <a:pathLst>
                <a:path w="29656" h="10973">
                  <a:moveTo>
                    <a:pt x="29656" y="0"/>
                  </a:moveTo>
                  <a:lnTo>
                    <a:pt x="0" y="10973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3938" name="Candidate_receptor__3937">
              <a:extLst>
                <a:ext uri="{FF2B5EF4-FFF2-40B4-BE49-F238E27FC236}">
                  <a16:creationId xmlns:a16="http://schemas.microsoft.com/office/drawing/2014/main" id="{B70D6F2E-0B0F-797C-13ED-9EFDACC4B400}"/>
                </a:ext>
              </a:extLst>
            </p:cNvPr>
            <p:cNvSpPr>
              <a:spLocks noGrp="1"/>
            </p:cNvSpPr>
            <p:nvPr/>
          </p:nvSpPr>
          <p:spPr>
            <a:xfrm>
              <a:off x="5110865" y="3312613"/>
              <a:ext cx="66151" cy="79192"/>
            </a:xfrm>
            <a:custGeom>
              <a:avLst/>
              <a:gdLst/>
              <a:ahLst/>
              <a:cxnLst/>
              <a:rect l="0" t="0" r="0" b="0"/>
              <a:pathLst>
                <a:path w="66151" h="79192">
                  <a:moveTo>
                    <a:pt x="0" y="79192"/>
                  </a:moveTo>
                  <a:lnTo>
                    <a:pt x="66151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3939" name="Candidate_receptor__3938">
              <a:extLst>
                <a:ext uri="{FF2B5EF4-FFF2-40B4-BE49-F238E27FC236}">
                  <a16:creationId xmlns:a16="http://schemas.microsoft.com/office/drawing/2014/main" id="{7AFE43DD-0E88-12BB-0265-022A823E6446}"/>
                </a:ext>
              </a:extLst>
            </p:cNvPr>
            <p:cNvSpPr>
              <a:spLocks noGrp="1"/>
            </p:cNvSpPr>
            <p:nvPr/>
          </p:nvSpPr>
          <p:spPr>
            <a:xfrm>
              <a:off x="5177016" y="3312613"/>
              <a:ext cx="98245" cy="42462"/>
            </a:xfrm>
            <a:custGeom>
              <a:avLst/>
              <a:gdLst/>
              <a:ahLst/>
              <a:cxnLst/>
              <a:rect l="0" t="0" r="0" b="0"/>
              <a:pathLst>
                <a:path w="98245" h="42462">
                  <a:moveTo>
                    <a:pt x="0" y="0"/>
                  </a:moveTo>
                  <a:lnTo>
                    <a:pt x="98245" y="42462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</p:grpSp>
      <p:grpSp>
        <p:nvGrpSpPr>
          <p:cNvPr id="6217" name="Candidate_B1">
            <a:extLst>
              <a:ext uri="{FF2B5EF4-FFF2-40B4-BE49-F238E27FC236}">
                <a16:creationId xmlns:a16="http://schemas.microsoft.com/office/drawing/2014/main" id="{EA56F1EE-4299-AE74-E254-1B241AB85B65}"/>
              </a:ext>
            </a:extLst>
          </p:cNvPr>
          <p:cNvGrpSpPr/>
          <p:nvPr/>
        </p:nvGrpSpPr>
        <p:grpSpPr>
          <a:xfrm>
            <a:off x="2773384" y="1264745"/>
            <a:ext cx="290407" cy="438573"/>
            <a:chOff x="4100513" y="2257425"/>
            <a:chExt cx="466725" cy="704850"/>
          </a:xfrm>
        </p:grpSpPr>
        <p:sp>
          <p:nvSpPr>
            <p:cNvPr id="3940" name="Candidate_B1__3939">
              <a:extLst>
                <a:ext uri="{FF2B5EF4-FFF2-40B4-BE49-F238E27FC236}">
                  <a16:creationId xmlns:a16="http://schemas.microsoft.com/office/drawing/2014/main" id="{6C2F8672-424B-D254-F6AF-AB913CFF5046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129832" y="704404"/>
                  </a:moveTo>
                  <a:lnTo>
                    <a:pt x="81983" y="692757"/>
                  </a:lnTo>
                  <a:lnTo>
                    <a:pt x="129832" y="693382"/>
                  </a:lnTo>
                  <a:close/>
                  <a:moveTo>
                    <a:pt x="129832" y="704404"/>
                  </a:moveTo>
                  <a:lnTo>
                    <a:pt x="129832" y="693382"/>
                  </a:lnTo>
                  <a:lnTo>
                    <a:pt x="177681" y="704850"/>
                  </a:lnTo>
                  <a:close/>
                  <a:moveTo>
                    <a:pt x="177681" y="704850"/>
                  </a:moveTo>
                  <a:lnTo>
                    <a:pt x="177681" y="694035"/>
                  </a:lnTo>
                  <a:lnTo>
                    <a:pt x="225530" y="694518"/>
                  </a:lnTo>
                  <a:close/>
                  <a:moveTo>
                    <a:pt x="276610" y="656342"/>
                  </a:moveTo>
                  <a:lnTo>
                    <a:pt x="293701" y="656342"/>
                  </a:lnTo>
                  <a:lnTo>
                    <a:pt x="273379" y="671513"/>
                  </a:lnTo>
                  <a:close/>
                  <a:moveTo>
                    <a:pt x="315843" y="620457"/>
                  </a:moveTo>
                  <a:lnTo>
                    <a:pt x="321227" y="628671"/>
                  </a:lnTo>
                  <a:lnTo>
                    <a:pt x="293701" y="656342"/>
                  </a:lnTo>
                  <a:close/>
                  <a:moveTo>
                    <a:pt x="3309" y="620457"/>
                  </a:moveTo>
                  <a:lnTo>
                    <a:pt x="18540" y="620457"/>
                  </a:lnTo>
                  <a:lnTo>
                    <a:pt x="24946" y="656342"/>
                  </a:lnTo>
                  <a:close/>
                  <a:moveTo>
                    <a:pt x="13874" y="584573"/>
                  </a:moveTo>
                  <a:lnTo>
                    <a:pt x="3309" y="620457"/>
                  </a:lnTo>
                  <a:lnTo>
                    <a:pt x="0" y="584573"/>
                  </a:lnTo>
                  <a:close/>
                  <a:moveTo>
                    <a:pt x="23823" y="548689"/>
                  </a:moveTo>
                  <a:lnTo>
                    <a:pt x="0" y="584573"/>
                  </a:lnTo>
                  <a:lnTo>
                    <a:pt x="10555" y="548689"/>
                  </a:lnTo>
                  <a:close/>
                  <a:moveTo>
                    <a:pt x="355764" y="584573"/>
                  </a:moveTo>
                  <a:lnTo>
                    <a:pt x="328549" y="620457"/>
                  </a:lnTo>
                  <a:lnTo>
                    <a:pt x="347311" y="584573"/>
                  </a:lnTo>
                  <a:close/>
                  <a:moveTo>
                    <a:pt x="355764" y="584573"/>
                  </a:moveTo>
                  <a:lnTo>
                    <a:pt x="347311" y="584573"/>
                  </a:lnTo>
                  <a:lnTo>
                    <a:pt x="369076" y="566498"/>
                  </a:lnTo>
                  <a:close/>
                  <a:moveTo>
                    <a:pt x="10555" y="548689"/>
                  </a:moveTo>
                  <a:lnTo>
                    <a:pt x="32179" y="512805"/>
                  </a:lnTo>
                  <a:lnTo>
                    <a:pt x="23823" y="548689"/>
                  </a:lnTo>
                  <a:close/>
                  <a:moveTo>
                    <a:pt x="377739" y="548689"/>
                  </a:moveTo>
                  <a:lnTo>
                    <a:pt x="382585" y="548689"/>
                  </a:lnTo>
                  <a:lnTo>
                    <a:pt x="369076" y="566498"/>
                  </a:lnTo>
                  <a:close/>
                  <a:moveTo>
                    <a:pt x="407065" y="512805"/>
                  </a:moveTo>
                  <a:lnTo>
                    <a:pt x="382585" y="548689"/>
                  </a:lnTo>
                  <a:lnTo>
                    <a:pt x="405273" y="512805"/>
                  </a:lnTo>
                  <a:close/>
                  <a:moveTo>
                    <a:pt x="43163" y="512805"/>
                  </a:moveTo>
                  <a:lnTo>
                    <a:pt x="34135" y="509993"/>
                  </a:lnTo>
                  <a:lnTo>
                    <a:pt x="54572" y="476921"/>
                  </a:lnTo>
                  <a:close/>
                  <a:moveTo>
                    <a:pt x="407065" y="512805"/>
                  </a:moveTo>
                  <a:lnTo>
                    <a:pt x="405273" y="512805"/>
                  </a:lnTo>
                  <a:lnTo>
                    <a:pt x="416925" y="492776"/>
                  </a:lnTo>
                  <a:close/>
                  <a:moveTo>
                    <a:pt x="77429" y="441036"/>
                  </a:moveTo>
                  <a:lnTo>
                    <a:pt x="54572" y="476921"/>
                  </a:lnTo>
                  <a:lnTo>
                    <a:pt x="71053" y="441036"/>
                  </a:lnTo>
                  <a:close/>
                  <a:moveTo>
                    <a:pt x="424545" y="476921"/>
                  </a:moveTo>
                  <a:lnTo>
                    <a:pt x="425067" y="476921"/>
                  </a:lnTo>
                  <a:lnTo>
                    <a:pt x="416925" y="492776"/>
                  </a:lnTo>
                  <a:close/>
                  <a:moveTo>
                    <a:pt x="433095" y="441036"/>
                  </a:moveTo>
                  <a:lnTo>
                    <a:pt x="425067" y="476921"/>
                  </a:lnTo>
                  <a:lnTo>
                    <a:pt x="432783" y="441036"/>
                  </a:lnTo>
                  <a:close/>
                  <a:moveTo>
                    <a:pt x="71053" y="441036"/>
                  </a:moveTo>
                  <a:lnTo>
                    <a:pt x="77677" y="405152"/>
                  </a:lnTo>
                  <a:lnTo>
                    <a:pt x="77429" y="441036"/>
                  </a:lnTo>
                  <a:close/>
                  <a:moveTo>
                    <a:pt x="430903" y="405152"/>
                  </a:moveTo>
                  <a:lnTo>
                    <a:pt x="433095" y="441036"/>
                  </a:lnTo>
                  <a:lnTo>
                    <a:pt x="429788" y="405152"/>
                  </a:lnTo>
                  <a:close/>
                  <a:moveTo>
                    <a:pt x="421806" y="369268"/>
                  </a:moveTo>
                  <a:lnTo>
                    <a:pt x="430903" y="405152"/>
                  </a:lnTo>
                  <a:lnTo>
                    <a:pt x="418538" y="369268"/>
                  </a:lnTo>
                  <a:close/>
                  <a:moveTo>
                    <a:pt x="416925" y="364720"/>
                  </a:moveTo>
                  <a:lnTo>
                    <a:pt x="416925" y="351482"/>
                  </a:lnTo>
                  <a:lnTo>
                    <a:pt x="421806" y="369268"/>
                  </a:lnTo>
                  <a:close/>
                  <a:moveTo>
                    <a:pt x="416925" y="351482"/>
                  </a:moveTo>
                  <a:lnTo>
                    <a:pt x="416925" y="364720"/>
                  </a:lnTo>
                  <a:lnTo>
                    <a:pt x="412675" y="333384"/>
                  </a:lnTo>
                  <a:close/>
                  <a:moveTo>
                    <a:pt x="65716" y="333384"/>
                  </a:moveTo>
                  <a:lnTo>
                    <a:pt x="77004" y="333384"/>
                  </a:lnTo>
                  <a:lnTo>
                    <a:pt x="74239" y="369268"/>
                  </a:lnTo>
                  <a:close/>
                  <a:moveTo>
                    <a:pt x="71970" y="297499"/>
                  </a:moveTo>
                  <a:lnTo>
                    <a:pt x="65716" y="333384"/>
                  </a:lnTo>
                  <a:lnTo>
                    <a:pt x="59345" y="297499"/>
                  </a:lnTo>
                  <a:close/>
                  <a:moveTo>
                    <a:pt x="409196" y="297499"/>
                  </a:moveTo>
                  <a:lnTo>
                    <a:pt x="412675" y="333384"/>
                  </a:lnTo>
                  <a:lnTo>
                    <a:pt x="400824" y="297499"/>
                  </a:lnTo>
                  <a:close/>
                  <a:moveTo>
                    <a:pt x="73541" y="261615"/>
                  </a:moveTo>
                  <a:lnTo>
                    <a:pt x="59345" y="297499"/>
                  </a:lnTo>
                  <a:lnTo>
                    <a:pt x="60057" y="261615"/>
                  </a:lnTo>
                  <a:close/>
                  <a:moveTo>
                    <a:pt x="412689" y="261615"/>
                  </a:moveTo>
                  <a:lnTo>
                    <a:pt x="409196" y="297499"/>
                  </a:lnTo>
                  <a:lnTo>
                    <a:pt x="402930" y="261615"/>
                  </a:lnTo>
                  <a:close/>
                  <a:moveTo>
                    <a:pt x="60057" y="261615"/>
                  </a:moveTo>
                  <a:lnTo>
                    <a:pt x="69701" y="225731"/>
                  </a:lnTo>
                  <a:lnTo>
                    <a:pt x="73541" y="261615"/>
                  </a:lnTo>
                  <a:close/>
                  <a:moveTo>
                    <a:pt x="414041" y="225731"/>
                  </a:moveTo>
                  <a:lnTo>
                    <a:pt x="416925" y="247369"/>
                  </a:lnTo>
                  <a:lnTo>
                    <a:pt x="412689" y="261615"/>
                  </a:lnTo>
                  <a:close/>
                  <a:moveTo>
                    <a:pt x="83723" y="225731"/>
                  </a:moveTo>
                  <a:lnTo>
                    <a:pt x="81983" y="200163"/>
                  </a:lnTo>
                  <a:lnTo>
                    <a:pt x="86762" y="189847"/>
                  </a:lnTo>
                  <a:close/>
                  <a:moveTo>
                    <a:pt x="116357" y="153963"/>
                  </a:moveTo>
                  <a:lnTo>
                    <a:pt x="86762" y="189847"/>
                  </a:lnTo>
                  <a:lnTo>
                    <a:pt x="105028" y="153963"/>
                  </a:lnTo>
                  <a:close/>
                  <a:moveTo>
                    <a:pt x="442757" y="189847"/>
                  </a:moveTo>
                  <a:lnTo>
                    <a:pt x="424800" y="225731"/>
                  </a:lnTo>
                  <a:lnTo>
                    <a:pt x="433345" y="189847"/>
                  </a:lnTo>
                  <a:close/>
                  <a:moveTo>
                    <a:pt x="458848" y="153963"/>
                  </a:moveTo>
                  <a:lnTo>
                    <a:pt x="442757" y="189847"/>
                  </a:lnTo>
                  <a:lnTo>
                    <a:pt x="450850" y="153963"/>
                  </a:lnTo>
                  <a:close/>
                  <a:moveTo>
                    <a:pt x="105028" y="153963"/>
                  </a:moveTo>
                  <a:lnTo>
                    <a:pt x="123642" y="118079"/>
                  </a:lnTo>
                  <a:lnTo>
                    <a:pt x="116357" y="153963"/>
                  </a:lnTo>
                  <a:close/>
                  <a:moveTo>
                    <a:pt x="459070" y="118079"/>
                  </a:moveTo>
                  <a:lnTo>
                    <a:pt x="464774" y="126234"/>
                  </a:lnTo>
                  <a:lnTo>
                    <a:pt x="458848" y="153963"/>
                  </a:lnTo>
                  <a:close/>
                  <a:moveTo>
                    <a:pt x="133551" y="118079"/>
                  </a:moveTo>
                  <a:lnTo>
                    <a:pt x="129832" y="107319"/>
                  </a:lnTo>
                  <a:lnTo>
                    <a:pt x="144348" y="82194"/>
                  </a:lnTo>
                  <a:close/>
                  <a:moveTo>
                    <a:pt x="144348" y="82194"/>
                  </a:moveTo>
                  <a:lnTo>
                    <a:pt x="175793" y="46310"/>
                  </a:lnTo>
                  <a:lnTo>
                    <a:pt x="153160" y="82194"/>
                  </a:lnTo>
                  <a:close/>
                  <a:moveTo>
                    <a:pt x="436976" y="46310"/>
                  </a:moveTo>
                  <a:lnTo>
                    <a:pt x="461104" y="82194"/>
                  </a:lnTo>
                  <a:lnTo>
                    <a:pt x="427658" y="46310"/>
                  </a:lnTo>
                  <a:close/>
                  <a:moveTo>
                    <a:pt x="225530" y="16032"/>
                  </a:moveTo>
                  <a:lnTo>
                    <a:pt x="225530" y="22216"/>
                  </a:lnTo>
                  <a:lnTo>
                    <a:pt x="177681" y="44751"/>
                  </a:lnTo>
                  <a:close/>
                  <a:moveTo>
                    <a:pt x="225530" y="16032"/>
                  </a:moveTo>
                  <a:lnTo>
                    <a:pt x="244186" y="10426"/>
                  </a:lnTo>
                  <a:lnTo>
                    <a:pt x="264429" y="10426"/>
                  </a:lnTo>
                  <a:close/>
                  <a:moveTo>
                    <a:pt x="369076" y="14233"/>
                  </a:moveTo>
                  <a:lnTo>
                    <a:pt x="374412" y="10426"/>
                  </a:lnTo>
                  <a:lnTo>
                    <a:pt x="416925" y="30615"/>
                  </a:lnTo>
                  <a:close/>
                  <a:moveTo>
                    <a:pt x="416925" y="37902"/>
                  </a:moveTo>
                  <a:lnTo>
                    <a:pt x="416925" y="30615"/>
                  </a:lnTo>
                  <a:lnTo>
                    <a:pt x="436976" y="46310"/>
                  </a:lnTo>
                  <a:close/>
                  <a:moveTo>
                    <a:pt x="273379" y="2397"/>
                  </a:moveTo>
                  <a:lnTo>
                    <a:pt x="264429" y="10426"/>
                  </a:lnTo>
                  <a:lnTo>
                    <a:pt x="244186" y="10426"/>
                  </a:lnTo>
                  <a:close/>
                  <a:moveTo>
                    <a:pt x="321227" y="0"/>
                  </a:moveTo>
                  <a:lnTo>
                    <a:pt x="273379" y="7957"/>
                  </a:lnTo>
                  <a:lnTo>
                    <a:pt x="273379" y="2397"/>
                  </a:lnTo>
                  <a:close/>
                  <a:moveTo>
                    <a:pt x="321227" y="0"/>
                  </a:moveTo>
                  <a:lnTo>
                    <a:pt x="369076" y="8357"/>
                  </a:lnTo>
                  <a:lnTo>
                    <a:pt x="321227" y="5408"/>
                  </a:lnTo>
                  <a:close/>
                  <a:moveTo>
                    <a:pt x="77677" y="405152"/>
                  </a:moveTo>
                  <a:lnTo>
                    <a:pt x="74239" y="369268"/>
                  </a:lnTo>
                  <a:lnTo>
                    <a:pt x="81983" y="369268"/>
                  </a:lnTo>
                  <a:close/>
                  <a:moveTo>
                    <a:pt x="81983" y="200163"/>
                  </a:moveTo>
                  <a:lnTo>
                    <a:pt x="81983" y="225731"/>
                  </a:lnTo>
                  <a:lnTo>
                    <a:pt x="69701" y="225731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3941" name="Candidate_B1__3940">
              <a:extLst>
                <a:ext uri="{FF2B5EF4-FFF2-40B4-BE49-F238E27FC236}">
                  <a16:creationId xmlns:a16="http://schemas.microsoft.com/office/drawing/2014/main" id="{D3A3B3DB-8D6F-EAFB-BD75-8C32FDD61886}"/>
                </a:ext>
              </a:extLst>
            </p:cNvPr>
            <p:cNvSpPr>
              <a:spLocks noGrp="1"/>
            </p:cNvSpPr>
            <p:nvPr/>
          </p:nvSpPr>
          <p:spPr>
            <a:xfrm>
              <a:off x="4125459" y="2265782"/>
              <a:ext cx="441779" cy="686161"/>
            </a:xfrm>
            <a:custGeom>
              <a:avLst/>
              <a:gdLst/>
              <a:ahLst/>
              <a:cxnLst/>
              <a:rect l="0" t="0" r="0" b="0"/>
              <a:pathLst>
                <a:path w="441779" h="686161">
                  <a:moveTo>
                    <a:pt x="9188" y="647984"/>
                  </a:moveTo>
                  <a:lnTo>
                    <a:pt x="55866" y="683868"/>
                  </a:lnTo>
                  <a:lnTo>
                    <a:pt x="9188" y="656150"/>
                  </a:lnTo>
                  <a:close/>
                  <a:moveTo>
                    <a:pt x="9188" y="647984"/>
                  </a:moveTo>
                  <a:lnTo>
                    <a:pt x="57037" y="683868"/>
                  </a:lnTo>
                  <a:lnTo>
                    <a:pt x="55866" y="683868"/>
                  </a:lnTo>
                  <a:close/>
                  <a:moveTo>
                    <a:pt x="205993" y="683868"/>
                  </a:moveTo>
                  <a:lnTo>
                    <a:pt x="200583" y="683868"/>
                  </a:lnTo>
                  <a:lnTo>
                    <a:pt x="248432" y="663156"/>
                  </a:lnTo>
                  <a:close/>
                  <a:moveTo>
                    <a:pt x="439827" y="97478"/>
                  </a:moveTo>
                  <a:lnTo>
                    <a:pt x="439827" y="109721"/>
                  </a:lnTo>
                  <a:lnTo>
                    <a:pt x="436158" y="73837"/>
                  </a:lnTo>
                  <a:close/>
                  <a:moveTo>
                    <a:pt x="55866" y="683868"/>
                  </a:moveTo>
                  <a:lnTo>
                    <a:pt x="57037" y="683868"/>
                  </a:lnTo>
                  <a:lnTo>
                    <a:pt x="57037" y="684400"/>
                  </a:lnTo>
                  <a:close/>
                  <a:moveTo>
                    <a:pt x="205993" y="683868"/>
                  </a:moveTo>
                  <a:lnTo>
                    <a:pt x="200583" y="686161"/>
                  </a:lnTo>
                  <a:lnTo>
                    <a:pt x="200583" y="683868"/>
                  </a:lnTo>
                  <a:close/>
                  <a:moveTo>
                    <a:pt x="0" y="647984"/>
                  </a:moveTo>
                  <a:lnTo>
                    <a:pt x="9188" y="647984"/>
                  </a:lnTo>
                  <a:lnTo>
                    <a:pt x="9188" y="656150"/>
                  </a:lnTo>
                  <a:close/>
                  <a:moveTo>
                    <a:pt x="303603" y="612100"/>
                  </a:moveTo>
                  <a:lnTo>
                    <a:pt x="296281" y="620314"/>
                  </a:lnTo>
                  <a:lnTo>
                    <a:pt x="296281" y="612100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7232" y="504447"/>
                  </a:lnTo>
                  <a:close/>
                  <a:moveTo>
                    <a:pt x="399853" y="217374"/>
                  </a:moveTo>
                  <a:lnTo>
                    <a:pt x="391978" y="239011"/>
                  </a:lnTo>
                  <a:lnTo>
                    <a:pt x="391978" y="217374"/>
                  </a:lnTo>
                  <a:close/>
                  <a:moveTo>
                    <a:pt x="104886" y="98962"/>
                  </a:moveTo>
                  <a:lnTo>
                    <a:pt x="104886" y="109721"/>
                  </a:lnTo>
                  <a:lnTo>
                    <a:pt x="98696" y="109721"/>
                  </a:lnTo>
                  <a:close/>
                  <a:moveTo>
                    <a:pt x="441779" y="109721"/>
                  </a:moveTo>
                  <a:lnTo>
                    <a:pt x="439827" y="117877"/>
                  </a:lnTo>
                  <a:lnTo>
                    <a:pt x="439827" y="109721"/>
                  </a:lnTo>
                  <a:close/>
                  <a:moveTo>
                    <a:pt x="439827" y="97478"/>
                  </a:moveTo>
                  <a:lnTo>
                    <a:pt x="441779" y="109721"/>
                  </a:lnTo>
                  <a:lnTo>
                    <a:pt x="439827" y="109721"/>
                  </a:lnTo>
                  <a:close/>
                  <a:moveTo>
                    <a:pt x="152735" y="36393"/>
                  </a:moveTo>
                  <a:lnTo>
                    <a:pt x="152735" y="37953"/>
                  </a:lnTo>
                  <a:lnTo>
                    <a:pt x="150847" y="37953"/>
                  </a:lnTo>
                  <a:close/>
                  <a:moveTo>
                    <a:pt x="344130" y="0"/>
                  </a:moveTo>
                  <a:lnTo>
                    <a:pt x="349465" y="2069"/>
                  </a:lnTo>
                  <a:lnTo>
                    <a:pt x="344130" y="2069"/>
                  </a:lnTo>
                  <a:close/>
                  <a:moveTo>
                    <a:pt x="9188" y="501636"/>
                  </a:moveTo>
                  <a:lnTo>
                    <a:pt x="7232" y="504447"/>
                  </a:lnTo>
                  <a:lnTo>
                    <a:pt x="9188" y="504447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29626" y="468563"/>
                  </a:lnTo>
                  <a:close/>
                  <a:moveTo>
                    <a:pt x="391978" y="360911"/>
                  </a:moveTo>
                  <a:lnTo>
                    <a:pt x="405956" y="396795"/>
                  </a:lnTo>
                  <a:lnTo>
                    <a:pt x="396859" y="360911"/>
                  </a:lnTo>
                  <a:close/>
                  <a:moveTo>
                    <a:pt x="391978" y="360911"/>
                  </a:moveTo>
                  <a:lnTo>
                    <a:pt x="396859" y="360911"/>
                  </a:lnTo>
                  <a:lnTo>
                    <a:pt x="391978" y="343124"/>
                  </a:lnTo>
                  <a:close/>
                  <a:moveTo>
                    <a:pt x="439827" y="117877"/>
                  </a:moveTo>
                  <a:lnTo>
                    <a:pt x="439827" y="109721"/>
                  </a:lnTo>
                  <a:lnTo>
                    <a:pt x="433901" y="145605"/>
                  </a:lnTo>
                  <a:close/>
                  <a:moveTo>
                    <a:pt x="439827" y="109721"/>
                  </a:moveTo>
                  <a:lnTo>
                    <a:pt x="439827" y="117877"/>
                  </a:lnTo>
                  <a:lnTo>
                    <a:pt x="441779" y="109721"/>
                  </a:lnTo>
                  <a:close/>
                  <a:moveTo>
                    <a:pt x="439827" y="109721"/>
                  </a:moveTo>
                  <a:lnTo>
                    <a:pt x="441779" y="109721"/>
                  </a:lnTo>
                  <a:lnTo>
                    <a:pt x="439827" y="97478"/>
                  </a:lnTo>
                  <a:close/>
                  <a:moveTo>
                    <a:pt x="152735" y="36393"/>
                  </a:moveTo>
                  <a:lnTo>
                    <a:pt x="150847" y="37953"/>
                  </a:lnTo>
                  <a:lnTo>
                    <a:pt x="152735" y="37953"/>
                  </a:lnTo>
                  <a:close/>
                  <a:moveTo>
                    <a:pt x="349465" y="2069"/>
                  </a:moveTo>
                  <a:lnTo>
                    <a:pt x="344130" y="2069"/>
                  </a:lnTo>
                  <a:lnTo>
                    <a:pt x="391978" y="22257"/>
                  </a:lnTo>
                  <a:close/>
                  <a:moveTo>
                    <a:pt x="344130" y="2069"/>
                  </a:moveTo>
                  <a:lnTo>
                    <a:pt x="349465" y="2069"/>
                  </a:lnTo>
                  <a:lnTo>
                    <a:pt x="344130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3942" name="Candidate_B1__3941">
              <a:extLst>
                <a:ext uri="{FF2B5EF4-FFF2-40B4-BE49-F238E27FC236}">
                  <a16:creationId xmlns:a16="http://schemas.microsoft.com/office/drawing/2014/main" id="{4E031F34-FB34-2D6D-7290-77D04AAC85CE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81111" y="692226"/>
                  </a:moveTo>
                  <a:lnTo>
                    <a:pt x="80813" y="692226"/>
                  </a:lnTo>
                  <a:lnTo>
                    <a:pt x="81983" y="692757"/>
                  </a:lnTo>
                  <a:close/>
                  <a:moveTo>
                    <a:pt x="80813" y="692226"/>
                  </a:moveTo>
                  <a:lnTo>
                    <a:pt x="81111" y="692226"/>
                  </a:lnTo>
                  <a:lnTo>
                    <a:pt x="34135" y="664507"/>
                  </a:lnTo>
                  <a:close/>
                  <a:moveTo>
                    <a:pt x="81983" y="692757"/>
                  </a:moveTo>
                  <a:lnTo>
                    <a:pt x="129832" y="704404"/>
                  </a:lnTo>
                  <a:lnTo>
                    <a:pt x="129832" y="704255"/>
                  </a:lnTo>
                  <a:close/>
                  <a:moveTo>
                    <a:pt x="129832" y="704404"/>
                  </a:moveTo>
                  <a:lnTo>
                    <a:pt x="177681" y="704850"/>
                  </a:lnTo>
                  <a:lnTo>
                    <a:pt x="177681" y="704643"/>
                  </a:lnTo>
                  <a:close/>
                  <a:moveTo>
                    <a:pt x="177681" y="704850"/>
                  </a:moveTo>
                  <a:lnTo>
                    <a:pt x="225530" y="694518"/>
                  </a:lnTo>
                  <a:lnTo>
                    <a:pt x="225530" y="694155"/>
                  </a:lnTo>
                  <a:close/>
                  <a:moveTo>
                    <a:pt x="230939" y="692226"/>
                  </a:moveTo>
                  <a:lnTo>
                    <a:pt x="225530" y="694155"/>
                  </a:lnTo>
                  <a:lnTo>
                    <a:pt x="225530" y="694518"/>
                  </a:lnTo>
                  <a:close/>
                  <a:moveTo>
                    <a:pt x="230939" y="692226"/>
                  </a:moveTo>
                  <a:lnTo>
                    <a:pt x="273379" y="671513"/>
                  </a:lnTo>
                  <a:lnTo>
                    <a:pt x="273379" y="670495"/>
                  </a:lnTo>
                  <a:close/>
                  <a:moveTo>
                    <a:pt x="25230" y="656342"/>
                  </a:moveTo>
                  <a:lnTo>
                    <a:pt x="24946" y="656342"/>
                  </a:lnTo>
                  <a:lnTo>
                    <a:pt x="34135" y="664507"/>
                  </a:lnTo>
                  <a:close/>
                  <a:moveTo>
                    <a:pt x="3309" y="620457"/>
                  </a:moveTo>
                  <a:lnTo>
                    <a:pt x="24946" y="656342"/>
                  </a:lnTo>
                  <a:lnTo>
                    <a:pt x="25230" y="656342"/>
                  </a:lnTo>
                  <a:close/>
                  <a:moveTo>
                    <a:pt x="293701" y="656342"/>
                  </a:moveTo>
                  <a:lnTo>
                    <a:pt x="273379" y="670495"/>
                  </a:lnTo>
                  <a:lnTo>
                    <a:pt x="273379" y="671513"/>
                  </a:lnTo>
                  <a:close/>
                  <a:moveTo>
                    <a:pt x="293701" y="656342"/>
                  </a:moveTo>
                  <a:lnTo>
                    <a:pt x="321227" y="628671"/>
                  </a:lnTo>
                  <a:lnTo>
                    <a:pt x="321227" y="624629"/>
                  </a:lnTo>
                  <a:close/>
                  <a:moveTo>
                    <a:pt x="0" y="584573"/>
                  </a:moveTo>
                  <a:lnTo>
                    <a:pt x="3309" y="620457"/>
                  </a:lnTo>
                  <a:lnTo>
                    <a:pt x="3743" y="620457"/>
                  </a:lnTo>
                  <a:close/>
                  <a:moveTo>
                    <a:pt x="328549" y="620457"/>
                  </a:moveTo>
                  <a:lnTo>
                    <a:pt x="321227" y="624629"/>
                  </a:lnTo>
                  <a:lnTo>
                    <a:pt x="321227" y="628671"/>
                  </a:lnTo>
                  <a:close/>
                  <a:moveTo>
                    <a:pt x="324727" y="620457"/>
                  </a:moveTo>
                  <a:lnTo>
                    <a:pt x="328549" y="620457"/>
                  </a:lnTo>
                  <a:lnTo>
                    <a:pt x="355764" y="584573"/>
                  </a:lnTo>
                  <a:close/>
                  <a:moveTo>
                    <a:pt x="10555" y="548689"/>
                  </a:moveTo>
                  <a:lnTo>
                    <a:pt x="0" y="584573"/>
                  </a:lnTo>
                  <a:lnTo>
                    <a:pt x="819" y="584573"/>
                  </a:lnTo>
                  <a:close/>
                  <a:moveTo>
                    <a:pt x="355764" y="584573"/>
                  </a:moveTo>
                  <a:lnTo>
                    <a:pt x="369076" y="566498"/>
                  </a:lnTo>
                  <a:lnTo>
                    <a:pt x="369076" y="552501"/>
                  </a:lnTo>
                  <a:close/>
                  <a:moveTo>
                    <a:pt x="32179" y="512805"/>
                  </a:moveTo>
                  <a:lnTo>
                    <a:pt x="34135" y="515715"/>
                  </a:lnTo>
                  <a:lnTo>
                    <a:pt x="34135" y="512805"/>
                  </a:lnTo>
                  <a:close/>
                  <a:moveTo>
                    <a:pt x="10555" y="548689"/>
                  </a:moveTo>
                  <a:lnTo>
                    <a:pt x="12380" y="548689"/>
                  </a:lnTo>
                  <a:lnTo>
                    <a:pt x="32179" y="512805"/>
                  </a:lnTo>
                  <a:close/>
                  <a:moveTo>
                    <a:pt x="382585" y="548689"/>
                  </a:moveTo>
                  <a:lnTo>
                    <a:pt x="369076" y="552501"/>
                  </a:lnTo>
                  <a:lnTo>
                    <a:pt x="369076" y="566498"/>
                  </a:lnTo>
                  <a:close/>
                  <a:moveTo>
                    <a:pt x="371611" y="548689"/>
                  </a:moveTo>
                  <a:lnTo>
                    <a:pt x="382585" y="548689"/>
                  </a:lnTo>
                  <a:lnTo>
                    <a:pt x="407065" y="512805"/>
                  </a:lnTo>
                  <a:close/>
                  <a:moveTo>
                    <a:pt x="54572" y="476921"/>
                  </a:moveTo>
                  <a:lnTo>
                    <a:pt x="34135" y="512805"/>
                  </a:lnTo>
                  <a:lnTo>
                    <a:pt x="36062" y="512805"/>
                  </a:lnTo>
                  <a:close/>
                  <a:moveTo>
                    <a:pt x="416925" y="492776"/>
                  </a:moveTo>
                  <a:lnTo>
                    <a:pt x="416925" y="476921"/>
                  </a:lnTo>
                  <a:lnTo>
                    <a:pt x="407065" y="512805"/>
                  </a:lnTo>
                  <a:close/>
                  <a:moveTo>
                    <a:pt x="407065" y="512805"/>
                  </a:moveTo>
                  <a:lnTo>
                    <a:pt x="416925" y="476921"/>
                  </a:lnTo>
                  <a:lnTo>
                    <a:pt x="410583" y="476921"/>
                  </a:lnTo>
                  <a:close/>
                  <a:moveTo>
                    <a:pt x="71053" y="441036"/>
                  </a:moveTo>
                  <a:lnTo>
                    <a:pt x="54572" y="476921"/>
                  </a:lnTo>
                  <a:lnTo>
                    <a:pt x="61416" y="476921"/>
                  </a:lnTo>
                  <a:close/>
                  <a:moveTo>
                    <a:pt x="416925" y="476921"/>
                  </a:moveTo>
                  <a:lnTo>
                    <a:pt x="416925" y="492776"/>
                  </a:lnTo>
                  <a:lnTo>
                    <a:pt x="425067" y="476921"/>
                  </a:lnTo>
                  <a:close/>
                  <a:moveTo>
                    <a:pt x="425067" y="476921"/>
                  </a:moveTo>
                  <a:lnTo>
                    <a:pt x="416925" y="446747"/>
                  </a:lnTo>
                  <a:lnTo>
                    <a:pt x="416925" y="476921"/>
                  </a:lnTo>
                  <a:close/>
                  <a:moveTo>
                    <a:pt x="433095" y="441036"/>
                  </a:moveTo>
                  <a:lnTo>
                    <a:pt x="418226" y="441036"/>
                  </a:lnTo>
                  <a:lnTo>
                    <a:pt x="425067" y="476921"/>
                  </a:lnTo>
                  <a:close/>
                  <a:moveTo>
                    <a:pt x="77677" y="405152"/>
                  </a:moveTo>
                  <a:lnTo>
                    <a:pt x="81983" y="431635"/>
                  </a:lnTo>
                  <a:lnTo>
                    <a:pt x="81983" y="405152"/>
                  </a:lnTo>
                  <a:close/>
                  <a:moveTo>
                    <a:pt x="71053" y="441036"/>
                  </a:moveTo>
                  <a:lnTo>
                    <a:pt x="80284" y="441036"/>
                  </a:lnTo>
                  <a:lnTo>
                    <a:pt x="77677" y="405152"/>
                  </a:lnTo>
                  <a:close/>
                  <a:moveTo>
                    <a:pt x="433095" y="441036"/>
                  </a:moveTo>
                  <a:lnTo>
                    <a:pt x="430903" y="405152"/>
                  </a:lnTo>
                  <a:lnTo>
                    <a:pt x="418226" y="441036"/>
                  </a:lnTo>
                  <a:close/>
                  <a:moveTo>
                    <a:pt x="77677" y="405152"/>
                  </a:moveTo>
                  <a:lnTo>
                    <a:pt x="81983" y="405152"/>
                  </a:lnTo>
                  <a:lnTo>
                    <a:pt x="80659" y="369268"/>
                  </a:lnTo>
                  <a:close/>
                  <a:moveTo>
                    <a:pt x="74239" y="369268"/>
                  </a:moveTo>
                  <a:lnTo>
                    <a:pt x="77677" y="405152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405152"/>
                  </a:lnTo>
                  <a:lnTo>
                    <a:pt x="430903" y="405152"/>
                  </a:lnTo>
                  <a:close/>
                  <a:moveTo>
                    <a:pt x="65716" y="333384"/>
                  </a:moveTo>
                  <a:lnTo>
                    <a:pt x="74239" y="369268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351482"/>
                  </a:lnTo>
                  <a:lnTo>
                    <a:pt x="410521" y="369268"/>
                  </a:lnTo>
                  <a:close/>
                  <a:moveTo>
                    <a:pt x="410521" y="369268"/>
                  </a:moveTo>
                  <a:lnTo>
                    <a:pt x="416925" y="351482"/>
                  </a:lnTo>
                  <a:lnTo>
                    <a:pt x="412675" y="333384"/>
                  </a:lnTo>
                  <a:close/>
                  <a:moveTo>
                    <a:pt x="59345" y="297499"/>
                  </a:moveTo>
                  <a:lnTo>
                    <a:pt x="65716" y="333384"/>
                  </a:lnTo>
                  <a:lnTo>
                    <a:pt x="69396" y="333384"/>
                  </a:lnTo>
                  <a:close/>
                  <a:moveTo>
                    <a:pt x="404922" y="333384"/>
                  </a:moveTo>
                  <a:lnTo>
                    <a:pt x="412675" y="333384"/>
                  </a:lnTo>
                  <a:lnTo>
                    <a:pt x="409196" y="297499"/>
                  </a:lnTo>
                  <a:close/>
                  <a:moveTo>
                    <a:pt x="60057" y="261615"/>
                  </a:moveTo>
                  <a:lnTo>
                    <a:pt x="59345" y="297499"/>
                  </a:lnTo>
                  <a:lnTo>
                    <a:pt x="61378" y="297499"/>
                  </a:lnTo>
                  <a:close/>
                  <a:moveTo>
                    <a:pt x="403949" y="297499"/>
                  </a:moveTo>
                  <a:lnTo>
                    <a:pt x="409196" y="297499"/>
                  </a:lnTo>
                  <a:lnTo>
                    <a:pt x="412689" y="261615"/>
                  </a:lnTo>
                  <a:close/>
                  <a:moveTo>
                    <a:pt x="69701" y="225731"/>
                  </a:moveTo>
                  <a:lnTo>
                    <a:pt x="60057" y="261615"/>
                  </a:lnTo>
                  <a:lnTo>
                    <a:pt x="61488" y="261615"/>
                  </a:lnTo>
                  <a:close/>
                  <a:moveTo>
                    <a:pt x="412689" y="261615"/>
                  </a:moveTo>
                  <a:lnTo>
                    <a:pt x="416925" y="247369"/>
                  </a:lnTo>
                  <a:lnTo>
                    <a:pt x="416925" y="233344"/>
                  </a:lnTo>
                  <a:close/>
                  <a:moveTo>
                    <a:pt x="81983" y="204397"/>
                  </a:moveTo>
                  <a:lnTo>
                    <a:pt x="81983" y="200163"/>
                  </a:lnTo>
                  <a:lnTo>
                    <a:pt x="69701" y="225731"/>
                  </a:lnTo>
                  <a:close/>
                  <a:moveTo>
                    <a:pt x="81983" y="200163"/>
                  </a:moveTo>
                  <a:lnTo>
                    <a:pt x="81983" y="204397"/>
                  </a:lnTo>
                  <a:lnTo>
                    <a:pt x="86762" y="189847"/>
                  </a:lnTo>
                  <a:close/>
                  <a:moveTo>
                    <a:pt x="424800" y="225731"/>
                  </a:moveTo>
                  <a:lnTo>
                    <a:pt x="416925" y="233344"/>
                  </a:lnTo>
                  <a:lnTo>
                    <a:pt x="416925" y="247369"/>
                  </a:lnTo>
                  <a:close/>
                  <a:moveTo>
                    <a:pt x="419691" y="225731"/>
                  </a:moveTo>
                  <a:lnTo>
                    <a:pt x="424800" y="225731"/>
                  </a:lnTo>
                  <a:lnTo>
                    <a:pt x="442757" y="189847"/>
                  </a:lnTo>
                  <a:close/>
                  <a:moveTo>
                    <a:pt x="105028" y="153963"/>
                  </a:moveTo>
                  <a:lnTo>
                    <a:pt x="86762" y="189847"/>
                  </a:lnTo>
                  <a:lnTo>
                    <a:pt x="89066" y="189847"/>
                  </a:lnTo>
                  <a:close/>
                  <a:moveTo>
                    <a:pt x="437026" y="189847"/>
                  </a:moveTo>
                  <a:lnTo>
                    <a:pt x="442757" y="189847"/>
                  </a:lnTo>
                  <a:lnTo>
                    <a:pt x="458848" y="153963"/>
                  </a:lnTo>
                  <a:close/>
                  <a:moveTo>
                    <a:pt x="123642" y="118079"/>
                  </a:moveTo>
                  <a:lnTo>
                    <a:pt x="105028" y="153963"/>
                  </a:lnTo>
                  <a:lnTo>
                    <a:pt x="108855" y="153963"/>
                  </a:lnTo>
                  <a:close/>
                  <a:moveTo>
                    <a:pt x="458848" y="153963"/>
                  </a:moveTo>
                  <a:lnTo>
                    <a:pt x="464774" y="118079"/>
                  </a:lnTo>
                  <a:lnTo>
                    <a:pt x="459851" y="118079"/>
                  </a:lnTo>
                  <a:close/>
                  <a:moveTo>
                    <a:pt x="129832" y="117132"/>
                  </a:moveTo>
                  <a:lnTo>
                    <a:pt x="129832" y="107319"/>
                  </a:lnTo>
                  <a:lnTo>
                    <a:pt x="123642" y="118079"/>
                  </a:lnTo>
                  <a:close/>
                  <a:moveTo>
                    <a:pt x="129832" y="107319"/>
                  </a:moveTo>
                  <a:lnTo>
                    <a:pt x="129832" y="117132"/>
                  </a:lnTo>
                  <a:lnTo>
                    <a:pt x="144348" y="82194"/>
                  </a:lnTo>
                  <a:close/>
                  <a:moveTo>
                    <a:pt x="464774" y="118079"/>
                  </a:moveTo>
                  <a:lnTo>
                    <a:pt x="464774" y="105835"/>
                  </a:lnTo>
                  <a:lnTo>
                    <a:pt x="459851" y="118079"/>
                  </a:lnTo>
                  <a:close/>
                  <a:moveTo>
                    <a:pt x="459851" y="118079"/>
                  </a:moveTo>
                  <a:lnTo>
                    <a:pt x="464774" y="105835"/>
                  </a:lnTo>
                  <a:lnTo>
                    <a:pt x="461104" y="82194"/>
                  </a:lnTo>
                  <a:close/>
                  <a:moveTo>
                    <a:pt x="175793" y="46310"/>
                  </a:moveTo>
                  <a:lnTo>
                    <a:pt x="177681" y="52589"/>
                  </a:lnTo>
                  <a:lnTo>
                    <a:pt x="177681" y="46310"/>
                  </a:lnTo>
                  <a:close/>
                  <a:moveTo>
                    <a:pt x="144348" y="82194"/>
                  </a:moveTo>
                  <a:lnTo>
                    <a:pt x="151032" y="82194"/>
                  </a:lnTo>
                  <a:lnTo>
                    <a:pt x="175793" y="46310"/>
                  </a:lnTo>
                  <a:close/>
                  <a:moveTo>
                    <a:pt x="453680" y="82194"/>
                  </a:moveTo>
                  <a:lnTo>
                    <a:pt x="461104" y="82194"/>
                  </a:lnTo>
                  <a:lnTo>
                    <a:pt x="436976" y="46310"/>
                  </a:lnTo>
                  <a:close/>
                  <a:moveTo>
                    <a:pt x="177681" y="44751"/>
                  </a:moveTo>
                  <a:lnTo>
                    <a:pt x="177681" y="46310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177681" y="44751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225530" y="21863"/>
                  </a:lnTo>
                  <a:lnTo>
                    <a:pt x="244186" y="10426"/>
                  </a:lnTo>
                  <a:close/>
                  <a:moveTo>
                    <a:pt x="416925" y="30615"/>
                  </a:moveTo>
                  <a:lnTo>
                    <a:pt x="427904" y="46310"/>
                  </a:lnTo>
                  <a:lnTo>
                    <a:pt x="436976" y="46310"/>
                  </a:lnTo>
                  <a:close/>
                  <a:moveTo>
                    <a:pt x="416925" y="30615"/>
                  </a:moveTo>
                  <a:lnTo>
                    <a:pt x="369076" y="10426"/>
                  </a:lnTo>
                  <a:lnTo>
                    <a:pt x="369076" y="14121"/>
                  </a:lnTo>
                  <a:close/>
                  <a:moveTo>
                    <a:pt x="273379" y="7803"/>
                  </a:moveTo>
                  <a:lnTo>
                    <a:pt x="273379" y="2397"/>
                  </a:lnTo>
                  <a:lnTo>
                    <a:pt x="244186" y="10426"/>
                  </a:lnTo>
                  <a:close/>
                  <a:moveTo>
                    <a:pt x="321227" y="5298"/>
                  </a:moveTo>
                  <a:lnTo>
                    <a:pt x="321227" y="0"/>
                  </a:lnTo>
                  <a:lnTo>
                    <a:pt x="273379" y="2397"/>
                  </a:lnTo>
                  <a:close/>
                  <a:moveTo>
                    <a:pt x="369076" y="8357"/>
                  </a:moveTo>
                  <a:lnTo>
                    <a:pt x="349932" y="10426"/>
                  </a:lnTo>
                  <a:lnTo>
                    <a:pt x="369076" y="10426"/>
                  </a:lnTo>
                  <a:close/>
                  <a:moveTo>
                    <a:pt x="321227" y="0"/>
                  </a:moveTo>
                  <a:lnTo>
                    <a:pt x="321227" y="5298"/>
                  </a:lnTo>
                  <a:lnTo>
                    <a:pt x="369076" y="8357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3943" name="Candidate_B1__3942">
              <a:extLst>
                <a:ext uri="{FF2B5EF4-FFF2-40B4-BE49-F238E27FC236}">
                  <a16:creationId xmlns:a16="http://schemas.microsoft.com/office/drawing/2014/main" id="{42A80C1B-6613-8E22-5730-C5A6AFCE17AF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9822"/>
              <a:ext cx="461104" cy="702453"/>
            </a:xfrm>
            <a:custGeom>
              <a:avLst/>
              <a:gdLst/>
              <a:ahLst/>
              <a:cxnLst/>
              <a:rect l="0" t="0" r="0" b="0"/>
              <a:pathLst>
                <a:path w="461104" h="702453">
                  <a:moveTo>
                    <a:pt x="81111" y="689829"/>
                  </a:moveTo>
                  <a:lnTo>
                    <a:pt x="81983" y="690360"/>
                  </a:lnTo>
                  <a:lnTo>
                    <a:pt x="81983" y="690225"/>
                  </a:lnTo>
                  <a:close/>
                  <a:moveTo>
                    <a:pt x="81111" y="689829"/>
                  </a:moveTo>
                  <a:lnTo>
                    <a:pt x="34135" y="661872"/>
                  </a:lnTo>
                  <a:lnTo>
                    <a:pt x="34135" y="662110"/>
                  </a:lnTo>
                  <a:close/>
                  <a:moveTo>
                    <a:pt x="81983" y="690225"/>
                  </a:moveTo>
                  <a:lnTo>
                    <a:pt x="81983" y="690360"/>
                  </a:lnTo>
                  <a:lnTo>
                    <a:pt x="129832" y="701858"/>
                  </a:lnTo>
                  <a:close/>
                  <a:moveTo>
                    <a:pt x="129832" y="701858"/>
                  </a:moveTo>
                  <a:lnTo>
                    <a:pt x="129832" y="702007"/>
                  </a:lnTo>
                  <a:lnTo>
                    <a:pt x="177681" y="702246"/>
                  </a:lnTo>
                  <a:close/>
                  <a:moveTo>
                    <a:pt x="177681" y="702246"/>
                  </a:moveTo>
                  <a:lnTo>
                    <a:pt x="177681" y="702453"/>
                  </a:lnTo>
                  <a:lnTo>
                    <a:pt x="225530" y="691758"/>
                  </a:lnTo>
                  <a:close/>
                  <a:moveTo>
                    <a:pt x="230939" y="689829"/>
                  </a:moveTo>
                  <a:lnTo>
                    <a:pt x="230042" y="689829"/>
                  </a:lnTo>
                  <a:lnTo>
                    <a:pt x="225530" y="691758"/>
                  </a:lnTo>
                  <a:close/>
                  <a:moveTo>
                    <a:pt x="230042" y="689829"/>
                  </a:moveTo>
                  <a:lnTo>
                    <a:pt x="230939" y="689829"/>
                  </a:lnTo>
                  <a:lnTo>
                    <a:pt x="273379" y="668098"/>
                  </a:lnTo>
                  <a:close/>
                  <a:moveTo>
                    <a:pt x="25230" y="653944"/>
                  </a:moveTo>
                  <a:lnTo>
                    <a:pt x="34135" y="662110"/>
                  </a:lnTo>
                  <a:lnTo>
                    <a:pt x="34135" y="661872"/>
                  </a:lnTo>
                  <a:close/>
                  <a:moveTo>
                    <a:pt x="3309" y="618060"/>
                  </a:moveTo>
                  <a:lnTo>
                    <a:pt x="25230" y="653944"/>
                  </a:lnTo>
                  <a:lnTo>
                    <a:pt x="3743" y="618060"/>
                  </a:lnTo>
                  <a:close/>
                  <a:moveTo>
                    <a:pt x="293701" y="653944"/>
                  </a:moveTo>
                  <a:lnTo>
                    <a:pt x="291897" y="653944"/>
                  </a:lnTo>
                  <a:lnTo>
                    <a:pt x="273379" y="668098"/>
                  </a:lnTo>
                  <a:close/>
                  <a:moveTo>
                    <a:pt x="291897" y="653944"/>
                  </a:moveTo>
                  <a:lnTo>
                    <a:pt x="293701" y="653944"/>
                  </a:lnTo>
                  <a:lnTo>
                    <a:pt x="321227" y="622232"/>
                  </a:lnTo>
                  <a:close/>
                  <a:moveTo>
                    <a:pt x="0" y="582176"/>
                  </a:moveTo>
                  <a:lnTo>
                    <a:pt x="3743" y="618060"/>
                  </a:lnTo>
                  <a:lnTo>
                    <a:pt x="819" y="582176"/>
                  </a:lnTo>
                  <a:close/>
                  <a:moveTo>
                    <a:pt x="328549" y="618060"/>
                  </a:moveTo>
                  <a:lnTo>
                    <a:pt x="324727" y="618060"/>
                  </a:lnTo>
                  <a:lnTo>
                    <a:pt x="321227" y="622232"/>
                  </a:lnTo>
                  <a:close/>
                  <a:moveTo>
                    <a:pt x="349184" y="582176"/>
                  </a:moveTo>
                  <a:lnTo>
                    <a:pt x="324727" y="618060"/>
                  </a:lnTo>
                  <a:lnTo>
                    <a:pt x="355764" y="582176"/>
                  </a:lnTo>
                  <a:close/>
                  <a:moveTo>
                    <a:pt x="10555" y="546292"/>
                  </a:moveTo>
                  <a:lnTo>
                    <a:pt x="819" y="582176"/>
                  </a:lnTo>
                  <a:lnTo>
                    <a:pt x="12380" y="546292"/>
                  </a:lnTo>
                  <a:close/>
                  <a:moveTo>
                    <a:pt x="349184" y="582176"/>
                  </a:moveTo>
                  <a:lnTo>
                    <a:pt x="355764" y="582176"/>
                  </a:lnTo>
                  <a:lnTo>
                    <a:pt x="369076" y="550104"/>
                  </a:lnTo>
                  <a:close/>
                  <a:moveTo>
                    <a:pt x="12380" y="546292"/>
                  </a:moveTo>
                  <a:lnTo>
                    <a:pt x="34135" y="513318"/>
                  </a:lnTo>
                  <a:lnTo>
                    <a:pt x="32179" y="510408"/>
                  </a:lnTo>
                  <a:close/>
                  <a:moveTo>
                    <a:pt x="382585" y="546292"/>
                  </a:moveTo>
                  <a:lnTo>
                    <a:pt x="371611" y="546292"/>
                  </a:lnTo>
                  <a:lnTo>
                    <a:pt x="369076" y="550104"/>
                  </a:lnTo>
                  <a:close/>
                  <a:moveTo>
                    <a:pt x="394205" y="510408"/>
                  </a:moveTo>
                  <a:lnTo>
                    <a:pt x="371611" y="546292"/>
                  </a:lnTo>
                  <a:lnTo>
                    <a:pt x="407065" y="510408"/>
                  </a:lnTo>
                  <a:close/>
                  <a:moveTo>
                    <a:pt x="54572" y="474523"/>
                  </a:moveTo>
                  <a:lnTo>
                    <a:pt x="36062" y="510408"/>
                  </a:lnTo>
                  <a:lnTo>
                    <a:pt x="61416" y="474523"/>
                  </a:lnTo>
                  <a:close/>
                  <a:moveTo>
                    <a:pt x="34135" y="510408"/>
                  </a:moveTo>
                  <a:lnTo>
                    <a:pt x="34135" y="513318"/>
                  </a:lnTo>
                  <a:lnTo>
                    <a:pt x="36062" y="510408"/>
                  </a:lnTo>
                  <a:close/>
                  <a:moveTo>
                    <a:pt x="407065" y="510408"/>
                  </a:moveTo>
                  <a:lnTo>
                    <a:pt x="410583" y="474523"/>
                  </a:lnTo>
                  <a:lnTo>
                    <a:pt x="394205" y="510408"/>
                  </a:lnTo>
                  <a:close/>
                  <a:moveTo>
                    <a:pt x="71053" y="438639"/>
                  </a:moveTo>
                  <a:lnTo>
                    <a:pt x="61416" y="474523"/>
                  </a:lnTo>
                  <a:lnTo>
                    <a:pt x="80284" y="438639"/>
                  </a:lnTo>
                  <a:close/>
                  <a:moveTo>
                    <a:pt x="418226" y="438639"/>
                  </a:moveTo>
                  <a:lnTo>
                    <a:pt x="416925" y="444350"/>
                  </a:lnTo>
                  <a:lnTo>
                    <a:pt x="425067" y="474523"/>
                  </a:lnTo>
                  <a:close/>
                  <a:moveTo>
                    <a:pt x="410583" y="474523"/>
                  </a:moveTo>
                  <a:lnTo>
                    <a:pt x="416925" y="474523"/>
                  </a:lnTo>
                  <a:lnTo>
                    <a:pt x="416925" y="444350"/>
                  </a:lnTo>
                  <a:close/>
                  <a:moveTo>
                    <a:pt x="80284" y="438639"/>
                  </a:moveTo>
                  <a:lnTo>
                    <a:pt x="81983" y="429238"/>
                  </a:lnTo>
                  <a:lnTo>
                    <a:pt x="77677" y="402755"/>
                  </a:lnTo>
                  <a:close/>
                  <a:moveTo>
                    <a:pt x="418226" y="438639"/>
                  </a:moveTo>
                  <a:lnTo>
                    <a:pt x="416925" y="402755"/>
                  </a:lnTo>
                  <a:lnTo>
                    <a:pt x="416925" y="405792"/>
                  </a:lnTo>
                  <a:close/>
                  <a:moveTo>
                    <a:pt x="430903" y="402755"/>
                  </a:moveTo>
                  <a:lnTo>
                    <a:pt x="416925" y="402755"/>
                  </a:lnTo>
                  <a:lnTo>
                    <a:pt x="418226" y="438639"/>
                  </a:lnTo>
                  <a:close/>
                  <a:moveTo>
                    <a:pt x="80659" y="366871"/>
                  </a:moveTo>
                  <a:lnTo>
                    <a:pt x="8198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597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1983" y="429238"/>
                  </a:lnTo>
                  <a:lnTo>
                    <a:pt x="85973" y="402755"/>
                  </a:lnTo>
                  <a:close/>
                  <a:moveTo>
                    <a:pt x="416925" y="402755"/>
                  </a:moveTo>
                  <a:lnTo>
                    <a:pt x="416925" y="366871"/>
                  </a:lnTo>
                  <a:lnTo>
                    <a:pt x="416820" y="402755"/>
                  </a:lnTo>
                  <a:close/>
                  <a:moveTo>
                    <a:pt x="416925" y="366871"/>
                  </a:moveTo>
                  <a:lnTo>
                    <a:pt x="410521" y="366871"/>
                  </a:lnTo>
                  <a:lnTo>
                    <a:pt x="416820" y="402755"/>
                  </a:lnTo>
                  <a:close/>
                  <a:moveTo>
                    <a:pt x="416925" y="405792"/>
                  </a:moveTo>
                  <a:lnTo>
                    <a:pt x="416925" y="402755"/>
                  </a:lnTo>
                  <a:lnTo>
                    <a:pt x="416820" y="402755"/>
                  </a:lnTo>
                  <a:close/>
                  <a:moveTo>
                    <a:pt x="65716" y="330987"/>
                  </a:moveTo>
                  <a:lnTo>
                    <a:pt x="80659" y="366871"/>
                  </a:lnTo>
                  <a:lnTo>
                    <a:pt x="69396" y="330987"/>
                  </a:lnTo>
                  <a:close/>
                  <a:moveTo>
                    <a:pt x="410521" y="366871"/>
                  </a:moveTo>
                  <a:lnTo>
                    <a:pt x="412675" y="330987"/>
                  </a:lnTo>
                  <a:lnTo>
                    <a:pt x="404922" y="330987"/>
                  </a:lnTo>
                  <a:close/>
                  <a:moveTo>
                    <a:pt x="59345" y="295102"/>
                  </a:moveTo>
                  <a:lnTo>
                    <a:pt x="69396" y="330987"/>
                  </a:lnTo>
                  <a:lnTo>
                    <a:pt x="61378" y="295102"/>
                  </a:lnTo>
                  <a:close/>
                  <a:moveTo>
                    <a:pt x="403949" y="295102"/>
                  </a:moveTo>
                  <a:lnTo>
                    <a:pt x="404922" y="330987"/>
                  </a:lnTo>
                  <a:lnTo>
                    <a:pt x="409196" y="295102"/>
                  </a:lnTo>
                  <a:close/>
                  <a:moveTo>
                    <a:pt x="60057" y="259218"/>
                  </a:moveTo>
                  <a:lnTo>
                    <a:pt x="61378" y="295102"/>
                  </a:lnTo>
                  <a:lnTo>
                    <a:pt x="61488" y="259218"/>
                  </a:lnTo>
                  <a:close/>
                  <a:moveTo>
                    <a:pt x="408593" y="259218"/>
                  </a:moveTo>
                  <a:lnTo>
                    <a:pt x="403949" y="295102"/>
                  </a:lnTo>
                  <a:lnTo>
                    <a:pt x="412689" y="259218"/>
                  </a:lnTo>
                  <a:close/>
                  <a:moveTo>
                    <a:pt x="69701" y="223334"/>
                  </a:moveTo>
                  <a:lnTo>
                    <a:pt x="61488" y="259218"/>
                  </a:lnTo>
                  <a:lnTo>
                    <a:pt x="71332" y="223334"/>
                  </a:lnTo>
                  <a:close/>
                  <a:moveTo>
                    <a:pt x="408593" y="259218"/>
                  </a:moveTo>
                  <a:lnTo>
                    <a:pt x="412689" y="259218"/>
                  </a:lnTo>
                  <a:lnTo>
                    <a:pt x="416925" y="230947"/>
                  </a:lnTo>
                  <a:close/>
                  <a:moveTo>
                    <a:pt x="81983" y="202000"/>
                  </a:moveTo>
                  <a:lnTo>
                    <a:pt x="69701" y="223334"/>
                  </a:lnTo>
                  <a:lnTo>
                    <a:pt x="71332" y="223334"/>
                  </a:lnTo>
                  <a:close/>
                  <a:moveTo>
                    <a:pt x="81983" y="202000"/>
                  </a:moveTo>
                  <a:lnTo>
                    <a:pt x="89066" y="187450"/>
                  </a:lnTo>
                  <a:lnTo>
                    <a:pt x="86762" y="187450"/>
                  </a:lnTo>
                  <a:close/>
                  <a:moveTo>
                    <a:pt x="424800" y="223334"/>
                  </a:moveTo>
                  <a:lnTo>
                    <a:pt x="419691" y="223334"/>
                  </a:lnTo>
                  <a:lnTo>
                    <a:pt x="416925" y="230947"/>
                  </a:lnTo>
                  <a:close/>
                  <a:moveTo>
                    <a:pt x="437026" y="187450"/>
                  </a:moveTo>
                  <a:lnTo>
                    <a:pt x="419691" y="223334"/>
                  </a:lnTo>
                  <a:lnTo>
                    <a:pt x="442757" y="187450"/>
                  </a:lnTo>
                  <a:close/>
                  <a:moveTo>
                    <a:pt x="105028" y="151566"/>
                  </a:moveTo>
                  <a:lnTo>
                    <a:pt x="89066" y="187450"/>
                  </a:lnTo>
                  <a:lnTo>
                    <a:pt x="108855" y="151566"/>
                  </a:lnTo>
                  <a:close/>
                  <a:moveTo>
                    <a:pt x="452592" y="151566"/>
                  </a:moveTo>
                  <a:lnTo>
                    <a:pt x="437026" y="187450"/>
                  </a:lnTo>
                  <a:lnTo>
                    <a:pt x="458848" y="151566"/>
                  </a:lnTo>
                  <a:close/>
                  <a:moveTo>
                    <a:pt x="123642" y="115681"/>
                  </a:moveTo>
                  <a:lnTo>
                    <a:pt x="108855" y="151566"/>
                  </a:lnTo>
                  <a:lnTo>
                    <a:pt x="129265" y="115681"/>
                  </a:lnTo>
                  <a:close/>
                  <a:moveTo>
                    <a:pt x="458848" y="151566"/>
                  </a:moveTo>
                  <a:lnTo>
                    <a:pt x="459851" y="115681"/>
                  </a:lnTo>
                  <a:lnTo>
                    <a:pt x="452592" y="151566"/>
                  </a:lnTo>
                  <a:close/>
                  <a:moveTo>
                    <a:pt x="129832" y="114735"/>
                  </a:moveTo>
                  <a:lnTo>
                    <a:pt x="123642" y="115681"/>
                  </a:lnTo>
                  <a:lnTo>
                    <a:pt x="129265" y="115681"/>
                  </a:lnTo>
                  <a:close/>
                  <a:moveTo>
                    <a:pt x="129832" y="114735"/>
                  </a:moveTo>
                  <a:lnTo>
                    <a:pt x="151032" y="79797"/>
                  </a:lnTo>
                  <a:lnTo>
                    <a:pt x="144348" y="79797"/>
                  </a:lnTo>
                  <a:close/>
                  <a:moveTo>
                    <a:pt x="459851" y="115681"/>
                  </a:moveTo>
                  <a:lnTo>
                    <a:pt x="461104" y="79797"/>
                  </a:lnTo>
                  <a:lnTo>
                    <a:pt x="453680" y="79797"/>
                  </a:lnTo>
                  <a:close/>
                  <a:moveTo>
                    <a:pt x="151032" y="79797"/>
                  </a:moveTo>
                  <a:lnTo>
                    <a:pt x="177681" y="50192"/>
                  </a:lnTo>
                  <a:lnTo>
                    <a:pt x="175793" y="43913"/>
                  </a:lnTo>
                  <a:close/>
                  <a:moveTo>
                    <a:pt x="427904" y="43913"/>
                  </a:moveTo>
                  <a:lnTo>
                    <a:pt x="453680" y="79797"/>
                  </a:lnTo>
                  <a:lnTo>
                    <a:pt x="436976" y="43913"/>
                  </a:lnTo>
                  <a:close/>
                  <a:moveTo>
                    <a:pt x="225530" y="19466"/>
                  </a:moveTo>
                  <a:lnTo>
                    <a:pt x="177681" y="43913"/>
                  </a:lnTo>
                  <a:lnTo>
                    <a:pt x="185054" y="43913"/>
                  </a:lnTo>
                  <a:close/>
                  <a:moveTo>
                    <a:pt x="177681" y="43913"/>
                  </a:moveTo>
                  <a:lnTo>
                    <a:pt x="177681" y="50192"/>
                  </a:lnTo>
                  <a:lnTo>
                    <a:pt x="185054" y="43913"/>
                  </a:lnTo>
                  <a:close/>
                  <a:moveTo>
                    <a:pt x="225530" y="19466"/>
                  </a:moveTo>
                  <a:lnTo>
                    <a:pt x="263821" y="8029"/>
                  </a:lnTo>
                  <a:lnTo>
                    <a:pt x="244186" y="8029"/>
                  </a:lnTo>
                  <a:close/>
                  <a:moveTo>
                    <a:pt x="416925" y="28218"/>
                  </a:moveTo>
                  <a:lnTo>
                    <a:pt x="416925" y="35323"/>
                  </a:lnTo>
                  <a:lnTo>
                    <a:pt x="427904" y="43913"/>
                  </a:lnTo>
                  <a:close/>
                  <a:moveTo>
                    <a:pt x="416925" y="28218"/>
                  </a:moveTo>
                  <a:lnTo>
                    <a:pt x="369076" y="11724"/>
                  </a:lnTo>
                  <a:lnTo>
                    <a:pt x="416925" y="35323"/>
                  </a:lnTo>
                  <a:close/>
                  <a:moveTo>
                    <a:pt x="273379" y="5405"/>
                  </a:moveTo>
                  <a:lnTo>
                    <a:pt x="244186" y="8029"/>
                  </a:lnTo>
                  <a:lnTo>
                    <a:pt x="263821" y="8029"/>
                  </a:lnTo>
                  <a:close/>
                  <a:moveTo>
                    <a:pt x="321227" y="2901"/>
                  </a:moveTo>
                  <a:lnTo>
                    <a:pt x="273379" y="0"/>
                  </a:lnTo>
                  <a:lnTo>
                    <a:pt x="273379" y="5405"/>
                  </a:lnTo>
                  <a:close/>
                  <a:moveTo>
                    <a:pt x="321227" y="2901"/>
                  </a:moveTo>
                  <a:lnTo>
                    <a:pt x="349932" y="8029"/>
                  </a:lnTo>
                  <a:lnTo>
                    <a:pt x="369076" y="5960"/>
                  </a:lnTo>
                  <a:close/>
                  <a:moveTo>
                    <a:pt x="369076" y="11724"/>
                  </a:moveTo>
                  <a:lnTo>
                    <a:pt x="369076" y="8029"/>
                  </a:lnTo>
                  <a:lnTo>
                    <a:pt x="349932" y="8029"/>
                  </a:lnTo>
                  <a:close/>
                  <a:moveTo>
                    <a:pt x="81111" y="689829"/>
                  </a:moveTo>
                  <a:lnTo>
                    <a:pt x="81983" y="690225"/>
                  </a:lnTo>
                  <a:lnTo>
                    <a:pt x="81983" y="689829"/>
                  </a:lnTo>
                  <a:close/>
                  <a:moveTo>
                    <a:pt x="369076" y="550104"/>
                  </a:moveTo>
                  <a:lnTo>
                    <a:pt x="369076" y="546292"/>
                  </a:lnTo>
                  <a:lnTo>
                    <a:pt x="349184" y="582176"/>
                  </a:lnTo>
                  <a:close/>
                  <a:moveTo>
                    <a:pt x="369076" y="546292"/>
                  </a:moveTo>
                  <a:lnTo>
                    <a:pt x="369076" y="550104"/>
                  </a:lnTo>
                  <a:lnTo>
                    <a:pt x="371611" y="546292"/>
                  </a:lnTo>
                  <a:close/>
                  <a:moveTo>
                    <a:pt x="416925" y="444350"/>
                  </a:moveTo>
                  <a:lnTo>
                    <a:pt x="416925" y="438639"/>
                  </a:lnTo>
                  <a:lnTo>
                    <a:pt x="410583" y="474523"/>
                  </a:lnTo>
                  <a:close/>
                  <a:moveTo>
                    <a:pt x="81983" y="429238"/>
                  </a:moveTo>
                  <a:lnTo>
                    <a:pt x="80284" y="438639"/>
                  </a:lnTo>
                  <a:lnTo>
                    <a:pt x="81983" y="438639"/>
                  </a:lnTo>
                  <a:close/>
                  <a:moveTo>
                    <a:pt x="81983" y="429238"/>
                  </a:moveTo>
                  <a:lnTo>
                    <a:pt x="81983" y="438639"/>
                  </a:lnTo>
                  <a:lnTo>
                    <a:pt x="85973" y="402755"/>
                  </a:lnTo>
                  <a:close/>
                  <a:moveTo>
                    <a:pt x="416925" y="438639"/>
                  </a:moveTo>
                  <a:lnTo>
                    <a:pt x="416925" y="444350"/>
                  </a:lnTo>
                  <a:lnTo>
                    <a:pt x="418226" y="438639"/>
                  </a:lnTo>
                  <a:close/>
                  <a:moveTo>
                    <a:pt x="416925" y="438639"/>
                  </a:moveTo>
                  <a:lnTo>
                    <a:pt x="418226" y="438639"/>
                  </a:lnTo>
                  <a:lnTo>
                    <a:pt x="416925" y="405792"/>
                  </a:lnTo>
                  <a:close/>
                  <a:moveTo>
                    <a:pt x="80659" y="366871"/>
                  </a:moveTo>
                  <a:lnTo>
                    <a:pt x="81983" y="375237"/>
                  </a:lnTo>
                  <a:lnTo>
                    <a:pt x="81983" y="366871"/>
                  </a:lnTo>
                  <a:close/>
                  <a:moveTo>
                    <a:pt x="69396" y="330987"/>
                  </a:moveTo>
                  <a:lnTo>
                    <a:pt x="80659" y="366871"/>
                  </a:lnTo>
                  <a:lnTo>
                    <a:pt x="81983" y="366871"/>
                  </a:lnTo>
                  <a:close/>
                  <a:moveTo>
                    <a:pt x="416925" y="230947"/>
                  </a:moveTo>
                  <a:lnTo>
                    <a:pt x="416925" y="223334"/>
                  </a:lnTo>
                  <a:lnTo>
                    <a:pt x="408593" y="259218"/>
                  </a:lnTo>
                  <a:close/>
                  <a:moveTo>
                    <a:pt x="416925" y="223334"/>
                  </a:moveTo>
                  <a:lnTo>
                    <a:pt x="416925" y="230947"/>
                  </a:lnTo>
                  <a:lnTo>
                    <a:pt x="419691" y="223334"/>
                  </a:lnTo>
                  <a:close/>
                  <a:moveTo>
                    <a:pt x="129832" y="114735"/>
                  </a:moveTo>
                  <a:lnTo>
                    <a:pt x="129265" y="115681"/>
                  </a:lnTo>
                  <a:lnTo>
                    <a:pt x="129832" y="115681"/>
                  </a:lnTo>
                  <a:close/>
                  <a:moveTo>
                    <a:pt x="129832" y="114735"/>
                  </a:moveTo>
                  <a:lnTo>
                    <a:pt x="129832" y="115681"/>
                  </a:lnTo>
                  <a:lnTo>
                    <a:pt x="151032" y="79797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3944" name="Candidate_B1__3943">
              <a:extLst>
                <a:ext uri="{FF2B5EF4-FFF2-40B4-BE49-F238E27FC236}">
                  <a16:creationId xmlns:a16="http://schemas.microsoft.com/office/drawing/2014/main" id="{46E02323-0FF8-C410-BAF2-00702896CDEC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2723"/>
              <a:ext cx="459032" cy="699346"/>
            </a:xfrm>
            <a:custGeom>
              <a:avLst/>
              <a:gdLst/>
              <a:ahLst/>
              <a:cxnLst/>
              <a:rect l="0" t="0" r="0" b="0"/>
              <a:pathLst>
                <a:path w="459032" h="699346">
                  <a:moveTo>
                    <a:pt x="33315" y="658971"/>
                  </a:moveTo>
                  <a:lnTo>
                    <a:pt x="80291" y="686928"/>
                  </a:lnTo>
                  <a:lnTo>
                    <a:pt x="44602" y="651044"/>
                  </a:lnTo>
                  <a:close/>
                  <a:moveTo>
                    <a:pt x="81164" y="674101"/>
                  </a:moveTo>
                  <a:lnTo>
                    <a:pt x="80291" y="686928"/>
                  </a:lnTo>
                  <a:lnTo>
                    <a:pt x="81164" y="686928"/>
                  </a:lnTo>
                  <a:close/>
                  <a:moveTo>
                    <a:pt x="81164" y="687324"/>
                  </a:moveTo>
                  <a:lnTo>
                    <a:pt x="126609" y="686928"/>
                  </a:lnTo>
                  <a:lnTo>
                    <a:pt x="81164" y="686928"/>
                  </a:lnTo>
                  <a:close/>
                  <a:moveTo>
                    <a:pt x="129013" y="698957"/>
                  </a:moveTo>
                  <a:lnTo>
                    <a:pt x="129013" y="687513"/>
                  </a:lnTo>
                  <a:lnTo>
                    <a:pt x="81164" y="687324"/>
                  </a:lnTo>
                  <a:close/>
                  <a:moveTo>
                    <a:pt x="129013" y="698957"/>
                  </a:moveTo>
                  <a:lnTo>
                    <a:pt x="176862" y="699346"/>
                  </a:lnTo>
                  <a:lnTo>
                    <a:pt x="176862" y="687943"/>
                  </a:lnTo>
                  <a:close/>
                  <a:moveTo>
                    <a:pt x="224710" y="688858"/>
                  </a:moveTo>
                  <a:lnTo>
                    <a:pt x="224710" y="686928"/>
                  </a:lnTo>
                  <a:lnTo>
                    <a:pt x="176862" y="687943"/>
                  </a:lnTo>
                  <a:close/>
                  <a:moveTo>
                    <a:pt x="176862" y="699346"/>
                  </a:moveTo>
                  <a:lnTo>
                    <a:pt x="224710" y="688858"/>
                  </a:lnTo>
                  <a:lnTo>
                    <a:pt x="176862" y="687943"/>
                  </a:lnTo>
                  <a:close/>
                  <a:moveTo>
                    <a:pt x="224710" y="686928"/>
                  </a:moveTo>
                  <a:lnTo>
                    <a:pt x="224710" y="688858"/>
                  </a:lnTo>
                  <a:lnTo>
                    <a:pt x="229222" y="686928"/>
                  </a:lnTo>
                  <a:close/>
                  <a:moveTo>
                    <a:pt x="224710" y="686928"/>
                  </a:moveTo>
                  <a:lnTo>
                    <a:pt x="272559" y="665197"/>
                  </a:lnTo>
                  <a:lnTo>
                    <a:pt x="224710" y="676276"/>
                  </a:lnTo>
                  <a:close/>
                  <a:moveTo>
                    <a:pt x="229222" y="686928"/>
                  </a:moveTo>
                  <a:lnTo>
                    <a:pt x="272559" y="665197"/>
                  </a:lnTo>
                  <a:lnTo>
                    <a:pt x="224710" y="686928"/>
                  </a:lnTo>
                  <a:close/>
                  <a:moveTo>
                    <a:pt x="24410" y="651044"/>
                  </a:moveTo>
                  <a:lnTo>
                    <a:pt x="33315" y="658971"/>
                  </a:lnTo>
                  <a:lnTo>
                    <a:pt x="33315" y="651044"/>
                  </a:lnTo>
                  <a:close/>
                  <a:moveTo>
                    <a:pt x="2924" y="615160"/>
                  </a:moveTo>
                  <a:lnTo>
                    <a:pt x="24410" y="651044"/>
                  </a:lnTo>
                  <a:lnTo>
                    <a:pt x="19354" y="615160"/>
                  </a:lnTo>
                  <a:close/>
                  <a:moveTo>
                    <a:pt x="272559" y="651044"/>
                  </a:moveTo>
                  <a:lnTo>
                    <a:pt x="272559" y="665197"/>
                  </a:lnTo>
                  <a:lnTo>
                    <a:pt x="291078" y="651044"/>
                  </a:lnTo>
                  <a:close/>
                  <a:moveTo>
                    <a:pt x="272559" y="648972"/>
                  </a:moveTo>
                  <a:lnTo>
                    <a:pt x="320408" y="619331"/>
                  </a:lnTo>
                  <a:lnTo>
                    <a:pt x="320408" y="615160"/>
                  </a:lnTo>
                  <a:close/>
                  <a:moveTo>
                    <a:pt x="291078" y="651044"/>
                  </a:moveTo>
                  <a:lnTo>
                    <a:pt x="320408" y="619331"/>
                  </a:lnTo>
                  <a:lnTo>
                    <a:pt x="272559" y="651044"/>
                  </a:lnTo>
                  <a:close/>
                  <a:moveTo>
                    <a:pt x="0" y="579275"/>
                  </a:moveTo>
                  <a:lnTo>
                    <a:pt x="2924" y="615160"/>
                  </a:lnTo>
                  <a:lnTo>
                    <a:pt x="19354" y="615160"/>
                  </a:lnTo>
                  <a:close/>
                  <a:moveTo>
                    <a:pt x="320408" y="615160"/>
                  </a:moveTo>
                  <a:lnTo>
                    <a:pt x="320408" y="619331"/>
                  </a:lnTo>
                  <a:lnTo>
                    <a:pt x="323907" y="615160"/>
                  </a:lnTo>
                  <a:close/>
                  <a:moveTo>
                    <a:pt x="323907" y="615160"/>
                  </a:moveTo>
                  <a:lnTo>
                    <a:pt x="320408" y="588061"/>
                  </a:lnTo>
                  <a:lnTo>
                    <a:pt x="320408" y="615160"/>
                  </a:lnTo>
                  <a:close/>
                  <a:moveTo>
                    <a:pt x="348364" y="579275"/>
                  </a:moveTo>
                  <a:lnTo>
                    <a:pt x="325696" y="579275"/>
                  </a:lnTo>
                  <a:lnTo>
                    <a:pt x="323907" y="615160"/>
                  </a:lnTo>
                  <a:close/>
                  <a:moveTo>
                    <a:pt x="11560" y="543391"/>
                  </a:moveTo>
                  <a:lnTo>
                    <a:pt x="0" y="579275"/>
                  </a:lnTo>
                  <a:lnTo>
                    <a:pt x="16139" y="579275"/>
                  </a:lnTo>
                  <a:close/>
                  <a:moveTo>
                    <a:pt x="348364" y="579275"/>
                  </a:moveTo>
                  <a:lnTo>
                    <a:pt x="368257" y="543391"/>
                  </a:lnTo>
                  <a:lnTo>
                    <a:pt x="343929" y="543391"/>
                  </a:lnTo>
                  <a:close/>
                  <a:moveTo>
                    <a:pt x="33315" y="538307"/>
                  </a:moveTo>
                  <a:lnTo>
                    <a:pt x="33315" y="510417"/>
                  </a:lnTo>
                  <a:lnTo>
                    <a:pt x="11560" y="543391"/>
                  </a:lnTo>
                  <a:close/>
                  <a:moveTo>
                    <a:pt x="33315" y="510417"/>
                  </a:moveTo>
                  <a:lnTo>
                    <a:pt x="33315" y="538307"/>
                  </a:lnTo>
                  <a:lnTo>
                    <a:pt x="35243" y="507507"/>
                  </a:lnTo>
                  <a:close/>
                  <a:moveTo>
                    <a:pt x="368257" y="507507"/>
                  </a:moveTo>
                  <a:lnTo>
                    <a:pt x="370791" y="543391"/>
                  </a:lnTo>
                  <a:lnTo>
                    <a:pt x="393385" y="507507"/>
                  </a:lnTo>
                  <a:close/>
                  <a:moveTo>
                    <a:pt x="368257" y="507507"/>
                  </a:moveTo>
                  <a:lnTo>
                    <a:pt x="368257" y="543391"/>
                  </a:lnTo>
                  <a:lnTo>
                    <a:pt x="370791" y="543391"/>
                  </a:lnTo>
                  <a:close/>
                  <a:moveTo>
                    <a:pt x="35243" y="507507"/>
                  </a:moveTo>
                  <a:lnTo>
                    <a:pt x="56258" y="507507"/>
                  </a:lnTo>
                  <a:lnTo>
                    <a:pt x="60597" y="471623"/>
                  </a:lnTo>
                  <a:close/>
                  <a:moveTo>
                    <a:pt x="409764" y="471623"/>
                  </a:moveTo>
                  <a:lnTo>
                    <a:pt x="377608" y="471623"/>
                  </a:lnTo>
                  <a:lnTo>
                    <a:pt x="393385" y="507507"/>
                  </a:lnTo>
                  <a:close/>
                  <a:moveTo>
                    <a:pt x="79465" y="435739"/>
                  </a:moveTo>
                  <a:lnTo>
                    <a:pt x="81164" y="471623"/>
                  </a:lnTo>
                  <a:lnTo>
                    <a:pt x="81164" y="435739"/>
                  </a:lnTo>
                  <a:close/>
                  <a:moveTo>
                    <a:pt x="79465" y="435739"/>
                  </a:moveTo>
                  <a:lnTo>
                    <a:pt x="60597" y="471623"/>
                  </a:lnTo>
                  <a:lnTo>
                    <a:pt x="81164" y="471623"/>
                  </a:lnTo>
                  <a:close/>
                  <a:moveTo>
                    <a:pt x="409764" y="471623"/>
                  </a:moveTo>
                  <a:lnTo>
                    <a:pt x="416106" y="435739"/>
                  </a:lnTo>
                  <a:lnTo>
                    <a:pt x="385499" y="435739"/>
                  </a:lnTo>
                  <a:close/>
                  <a:moveTo>
                    <a:pt x="85154" y="399854"/>
                  </a:moveTo>
                  <a:lnTo>
                    <a:pt x="81164" y="435739"/>
                  </a:lnTo>
                  <a:lnTo>
                    <a:pt x="106209" y="435739"/>
                  </a:lnTo>
                  <a:close/>
                  <a:moveTo>
                    <a:pt x="416106" y="435739"/>
                  </a:moveTo>
                  <a:lnTo>
                    <a:pt x="416106" y="402891"/>
                  </a:lnTo>
                  <a:lnTo>
                    <a:pt x="385499" y="435739"/>
                  </a:lnTo>
                  <a:close/>
                  <a:moveTo>
                    <a:pt x="385499" y="435739"/>
                  </a:moveTo>
                  <a:lnTo>
                    <a:pt x="416106" y="402891"/>
                  </a:lnTo>
                  <a:lnTo>
                    <a:pt x="416001" y="399854"/>
                  </a:lnTo>
                  <a:close/>
                  <a:moveTo>
                    <a:pt x="81164" y="363970"/>
                  </a:moveTo>
                  <a:lnTo>
                    <a:pt x="81164" y="372336"/>
                  </a:lnTo>
                  <a:lnTo>
                    <a:pt x="102235" y="363970"/>
                  </a:lnTo>
                  <a:close/>
                  <a:moveTo>
                    <a:pt x="102235" y="363970"/>
                  </a:moveTo>
                  <a:lnTo>
                    <a:pt x="81164" y="372336"/>
                  </a:lnTo>
                  <a:lnTo>
                    <a:pt x="85154" y="399854"/>
                  </a:lnTo>
                  <a:close/>
                  <a:moveTo>
                    <a:pt x="385600" y="399854"/>
                  </a:moveTo>
                  <a:lnTo>
                    <a:pt x="416001" y="399854"/>
                  </a:lnTo>
                  <a:lnTo>
                    <a:pt x="409702" y="363970"/>
                  </a:lnTo>
                  <a:close/>
                  <a:moveTo>
                    <a:pt x="68577" y="328086"/>
                  </a:moveTo>
                  <a:lnTo>
                    <a:pt x="81164" y="363970"/>
                  </a:lnTo>
                  <a:lnTo>
                    <a:pt x="81164" y="328086"/>
                  </a:lnTo>
                  <a:close/>
                  <a:moveTo>
                    <a:pt x="382088" y="363970"/>
                  </a:moveTo>
                  <a:lnTo>
                    <a:pt x="409702" y="363970"/>
                  </a:lnTo>
                  <a:lnTo>
                    <a:pt x="404103" y="328086"/>
                  </a:lnTo>
                  <a:close/>
                  <a:moveTo>
                    <a:pt x="60559" y="292202"/>
                  </a:moveTo>
                  <a:lnTo>
                    <a:pt x="68577" y="328086"/>
                  </a:lnTo>
                  <a:lnTo>
                    <a:pt x="78485" y="292202"/>
                  </a:lnTo>
                  <a:close/>
                  <a:moveTo>
                    <a:pt x="380294" y="328086"/>
                  </a:moveTo>
                  <a:lnTo>
                    <a:pt x="404103" y="328086"/>
                  </a:lnTo>
                  <a:lnTo>
                    <a:pt x="403129" y="292202"/>
                  </a:lnTo>
                  <a:close/>
                  <a:moveTo>
                    <a:pt x="60668" y="256318"/>
                  </a:moveTo>
                  <a:lnTo>
                    <a:pt x="60559" y="292202"/>
                  </a:lnTo>
                  <a:lnTo>
                    <a:pt x="78485" y="292202"/>
                  </a:lnTo>
                  <a:close/>
                  <a:moveTo>
                    <a:pt x="382518" y="292202"/>
                  </a:moveTo>
                  <a:lnTo>
                    <a:pt x="403129" y="292202"/>
                  </a:lnTo>
                  <a:lnTo>
                    <a:pt x="407774" y="256318"/>
                  </a:lnTo>
                  <a:close/>
                  <a:moveTo>
                    <a:pt x="60668" y="256318"/>
                  </a:moveTo>
                  <a:lnTo>
                    <a:pt x="77897" y="256318"/>
                  </a:lnTo>
                  <a:lnTo>
                    <a:pt x="70512" y="220433"/>
                  </a:lnTo>
                  <a:close/>
                  <a:moveTo>
                    <a:pt x="407774" y="256318"/>
                  </a:moveTo>
                  <a:lnTo>
                    <a:pt x="416106" y="220433"/>
                  </a:lnTo>
                  <a:lnTo>
                    <a:pt x="398686" y="220433"/>
                  </a:lnTo>
                  <a:close/>
                  <a:moveTo>
                    <a:pt x="81164" y="199100"/>
                  </a:moveTo>
                  <a:lnTo>
                    <a:pt x="70512" y="220433"/>
                  </a:lnTo>
                  <a:lnTo>
                    <a:pt x="81164" y="220433"/>
                  </a:lnTo>
                  <a:close/>
                  <a:moveTo>
                    <a:pt x="81164" y="199100"/>
                  </a:moveTo>
                  <a:lnTo>
                    <a:pt x="81164" y="220433"/>
                  </a:lnTo>
                  <a:lnTo>
                    <a:pt x="88247" y="184549"/>
                  </a:lnTo>
                  <a:close/>
                  <a:moveTo>
                    <a:pt x="416106" y="184549"/>
                  </a:moveTo>
                  <a:lnTo>
                    <a:pt x="418872" y="220433"/>
                  </a:lnTo>
                  <a:lnTo>
                    <a:pt x="436206" y="184549"/>
                  </a:lnTo>
                  <a:close/>
                  <a:moveTo>
                    <a:pt x="416106" y="184549"/>
                  </a:moveTo>
                  <a:lnTo>
                    <a:pt x="416106" y="220433"/>
                  </a:lnTo>
                  <a:lnTo>
                    <a:pt x="418872" y="220433"/>
                  </a:lnTo>
                  <a:close/>
                  <a:moveTo>
                    <a:pt x="108035" y="148665"/>
                  </a:moveTo>
                  <a:lnTo>
                    <a:pt x="88247" y="184549"/>
                  </a:lnTo>
                  <a:lnTo>
                    <a:pt x="106647" y="184549"/>
                  </a:lnTo>
                  <a:close/>
                  <a:moveTo>
                    <a:pt x="451773" y="148665"/>
                  </a:moveTo>
                  <a:lnTo>
                    <a:pt x="429027" y="148665"/>
                  </a:lnTo>
                  <a:lnTo>
                    <a:pt x="436206" y="184549"/>
                  </a:lnTo>
                  <a:close/>
                  <a:moveTo>
                    <a:pt x="128445" y="112781"/>
                  </a:moveTo>
                  <a:lnTo>
                    <a:pt x="129013" y="148642"/>
                  </a:lnTo>
                  <a:lnTo>
                    <a:pt x="129013" y="112781"/>
                  </a:lnTo>
                  <a:close/>
                  <a:moveTo>
                    <a:pt x="108035" y="148665"/>
                  </a:moveTo>
                  <a:lnTo>
                    <a:pt x="128999" y="148665"/>
                  </a:lnTo>
                  <a:lnTo>
                    <a:pt x="128445" y="112781"/>
                  </a:lnTo>
                  <a:close/>
                  <a:moveTo>
                    <a:pt x="429027" y="148665"/>
                  </a:moveTo>
                  <a:lnTo>
                    <a:pt x="451773" y="148665"/>
                  </a:lnTo>
                  <a:lnTo>
                    <a:pt x="459032" y="112781"/>
                  </a:lnTo>
                  <a:close/>
                  <a:moveTo>
                    <a:pt x="150213" y="76896"/>
                  </a:moveTo>
                  <a:lnTo>
                    <a:pt x="129013" y="112781"/>
                  </a:lnTo>
                  <a:lnTo>
                    <a:pt x="150607" y="112781"/>
                  </a:lnTo>
                  <a:close/>
                  <a:moveTo>
                    <a:pt x="435799" y="112781"/>
                  </a:moveTo>
                  <a:lnTo>
                    <a:pt x="459032" y="112781"/>
                  </a:lnTo>
                  <a:lnTo>
                    <a:pt x="452860" y="76896"/>
                  </a:lnTo>
                  <a:close/>
                  <a:moveTo>
                    <a:pt x="176862" y="75035"/>
                  </a:moveTo>
                  <a:lnTo>
                    <a:pt x="176862" y="47291"/>
                  </a:lnTo>
                  <a:lnTo>
                    <a:pt x="150213" y="76896"/>
                  </a:lnTo>
                  <a:close/>
                  <a:moveTo>
                    <a:pt x="176862" y="47291"/>
                  </a:moveTo>
                  <a:lnTo>
                    <a:pt x="176862" y="75035"/>
                  </a:lnTo>
                  <a:lnTo>
                    <a:pt x="184235" y="41012"/>
                  </a:lnTo>
                  <a:close/>
                  <a:moveTo>
                    <a:pt x="427085" y="41012"/>
                  </a:moveTo>
                  <a:lnTo>
                    <a:pt x="416106" y="41012"/>
                  </a:lnTo>
                  <a:lnTo>
                    <a:pt x="427428" y="76896"/>
                  </a:lnTo>
                  <a:close/>
                  <a:moveTo>
                    <a:pt x="452860" y="76896"/>
                  </a:moveTo>
                  <a:lnTo>
                    <a:pt x="427085" y="41012"/>
                  </a:lnTo>
                  <a:lnTo>
                    <a:pt x="427428" y="76896"/>
                  </a:lnTo>
                  <a:close/>
                  <a:moveTo>
                    <a:pt x="224710" y="36498"/>
                  </a:moveTo>
                  <a:lnTo>
                    <a:pt x="224710" y="16565"/>
                  </a:lnTo>
                  <a:lnTo>
                    <a:pt x="184235" y="41012"/>
                  </a:lnTo>
                  <a:close/>
                  <a:moveTo>
                    <a:pt x="272559" y="5128"/>
                  </a:moveTo>
                  <a:lnTo>
                    <a:pt x="263001" y="5128"/>
                  </a:lnTo>
                  <a:lnTo>
                    <a:pt x="272559" y="20264"/>
                  </a:lnTo>
                  <a:close/>
                  <a:moveTo>
                    <a:pt x="272559" y="20264"/>
                  </a:moveTo>
                  <a:lnTo>
                    <a:pt x="263001" y="5128"/>
                  </a:lnTo>
                  <a:lnTo>
                    <a:pt x="224710" y="16565"/>
                  </a:lnTo>
                  <a:close/>
                  <a:moveTo>
                    <a:pt x="349113" y="5128"/>
                  </a:moveTo>
                  <a:lnTo>
                    <a:pt x="320408" y="5128"/>
                  </a:lnTo>
                  <a:lnTo>
                    <a:pt x="368257" y="8823"/>
                  </a:lnTo>
                  <a:close/>
                  <a:moveTo>
                    <a:pt x="368257" y="8823"/>
                  </a:moveTo>
                  <a:lnTo>
                    <a:pt x="320408" y="5128"/>
                  </a:lnTo>
                  <a:lnTo>
                    <a:pt x="320408" y="17637"/>
                  </a:lnTo>
                  <a:close/>
                  <a:moveTo>
                    <a:pt x="416106" y="32423"/>
                  </a:moveTo>
                  <a:lnTo>
                    <a:pt x="392431" y="41012"/>
                  </a:lnTo>
                  <a:lnTo>
                    <a:pt x="416106" y="41012"/>
                  </a:lnTo>
                  <a:close/>
                  <a:moveTo>
                    <a:pt x="368257" y="8823"/>
                  </a:moveTo>
                  <a:lnTo>
                    <a:pt x="368257" y="28244"/>
                  </a:lnTo>
                  <a:lnTo>
                    <a:pt x="416106" y="32423"/>
                  </a:lnTo>
                  <a:close/>
                  <a:moveTo>
                    <a:pt x="416106" y="41012"/>
                  </a:moveTo>
                  <a:lnTo>
                    <a:pt x="427085" y="41012"/>
                  </a:lnTo>
                  <a:lnTo>
                    <a:pt x="416106" y="32423"/>
                  </a:lnTo>
                  <a:close/>
                  <a:moveTo>
                    <a:pt x="272559" y="2505"/>
                  </a:moveTo>
                  <a:lnTo>
                    <a:pt x="263001" y="5128"/>
                  </a:lnTo>
                  <a:lnTo>
                    <a:pt x="272559" y="5128"/>
                  </a:lnTo>
                  <a:close/>
                  <a:moveTo>
                    <a:pt x="272559" y="5128"/>
                  </a:moveTo>
                  <a:lnTo>
                    <a:pt x="320408" y="0"/>
                  </a:lnTo>
                  <a:lnTo>
                    <a:pt x="272559" y="2505"/>
                  </a:lnTo>
                  <a:close/>
                  <a:moveTo>
                    <a:pt x="272559" y="5128"/>
                  </a:moveTo>
                  <a:lnTo>
                    <a:pt x="320408" y="5128"/>
                  </a:lnTo>
                  <a:lnTo>
                    <a:pt x="320408" y="0"/>
                  </a:lnTo>
                  <a:close/>
                  <a:moveTo>
                    <a:pt x="320408" y="5128"/>
                  </a:moveTo>
                  <a:lnTo>
                    <a:pt x="349113" y="5128"/>
                  </a:lnTo>
                  <a:lnTo>
                    <a:pt x="320408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3945" name="Candidate_B1__3944">
              <a:extLst>
                <a:ext uri="{FF2B5EF4-FFF2-40B4-BE49-F238E27FC236}">
                  <a16:creationId xmlns:a16="http://schemas.microsoft.com/office/drawing/2014/main" id="{B7BDFF52-5337-D9B8-8088-B39C4B94FB95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7851"/>
              <a:ext cx="459032" cy="693829"/>
            </a:xfrm>
            <a:custGeom>
              <a:avLst/>
              <a:gdLst/>
              <a:ahLst/>
              <a:cxnLst/>
              <a:rect l="0" t="0" r="0" b="0"/>
              <a:pathLst>
                <a:path w="459032" h="693829">
                  <a:moveTo>
                    <a:pt x="33315" y="645916"/>
                  </a:moveTo>
                  <a:lnTo>
                    <a:pt x="33315" y="653843"/>
                  </a:lnTo>
                  <a:lnTo>
                    <a:pt x="44602" y="645916"/>
                  </a:lnTo>
                  <a:close/>
                  <a:moveTo>
                    <a:pt x="44602" y="645916"/>
                  </a:moveTo>
                  <a:lnTo>
                    <a:pt x="80291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6609" y="681800"/>
                  </a:lnTo>
                  <a:lnTo>
                    <a:pt x="81164" y="682196"/>
                  </a:lnTo>
                  <a:close/>
                  <a:moveTo>
                    <a:pt x="81164" y="681800"/>
                  </a:moveTo>
                  <a:lnTo>
                    <a:pt x="126609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9013" y="693829"/>
                  </a:lnTo>
                  <a:lnTo>
                    <a:pt x="176862" y="682815"/>
                  </a:lnTo>
                  <a:close/>
                  <a:moveTo>
                    <a:pt x="176862" y="682815"/>
                  </a:moveTo>
                  <a:lnTo>
                    <a:pt x="224710" y="681800"/>
                  </a:lnTo>
                  <a:lnTo>
                    <a:pt x="181357" y="681800"/>
                  </a:lnTo>
                  <a:close/>
                  <a:moveTo>
                    <a:pt x="224710" y="671148"/>
                  </a:moveTo>
                  <a:lnTo>
                    <a:pt x="272559" y="660069"/>
                  </a:lnTo>
                  <a:lnTo>
                    <a:pt x="272559" y="645916"/>
                  </a:lnTo>
                  <a:close/>
                  <a:moveTo>
                    <a:pt x="181357" y="681800"/>
                  </a:moveTo>
                  <a:lnTo>
                    <a:pt x="224710" y="681800"/>
                  </a:lnTo>
                  <a:lnTo>
                    <a:pt x="224710" y="671148"/>
                  </a:lnTo>
                  <a:close/>
                  <a:moveTo>
                    <a:pt x="19354" y="610032"/>
                  </a:moveTo>
                  <a:lnTo>
                    <a:pt x="33315" y="645916"/>
                  </a:lnTo>
                  <a:lnTo>
                    <a:pt x="33315" y="632139"/>
                  </a:lnTo>
                  <a:close/>
                  <a:moveTo>
                    <a:pt x="24410" y="645916"/>
                  </a:moveTo>
                  <a:lnTo>
                    <a:pt x="33315" y="645916"/>
                  </a:lnTo>
                  <a:lnTo>
                    <a:pt x="19354" y="610032"/>
                  </a:lnTo>
                  <a:close/>
                  <a:moveTo>
                    <a:pt x="33315" y="645916"/>
                  </a:moveTo>
                  <a:lnTo>
                    <a:pt x="44602" y="645916"/>
                  </a:lnTo>
                  <a:lnTo>
                    <a:pt x="33315" y="632139"/>
                  </a:lnTo>
                  <a:close/>
                  <a:moveTo>
                    <a:pt x="272559" y="643844"/>
                  </a:moveTo>
                  <a:lnTo>
                    <a:pt x="320408" y="610032"/>
                  </a:lnTo>
                  <a:lnTo>
                    <a:pt x="303927" y="610032"/>
                  </a:lnTo>
                  <a:close/>
                  <a:moveTo>
                    <a:pt x="272559" y="645916"/>
                  </a:moveTo>
                  <a:lnTo>
                    <a:pt x="320408" y="614203"/>
                  </a:lnTo>
                  <a:lnTo>
                    <a:pt x="272559" y="643844"/>
                  </a:lnTo>
                  <a:close/>
                  <a:moveTo>
                    <a:pt x="0" y="574147"/>
                  </a:moveTo>
                  <a:lnTo>
                    <a:pt x="19354" y="610032"/>
                  </a:lnTo>
                  <a:lnTo>
                    <a:pt x="16139" y="574147"/>
                  </a:lnTo>
                  <a:close/>
                  <a:moveTo>
                    <a:pt x="325696" y="574147"/>
                  </a:moveTo>
                  <a:lnTo>
                    <a:pt x="320408" y="582932"/>
                  </a:lnTo>
                  <a:lnTo>
                    <a:pt x="323907" y="610032"/>
                  </a:lnTo>
                  <a:close/>
                  <a:moveTo>
                    <a:pt x="303927" y="610032"/>
                  </a:moveTo>
                  <a:lnTo>
                    <a:pt x="320408" y="610032"/>
                  </a:lnTo>
                  <a:lnTo>
                    <a:pt x="320408" y="582932"/>
                  </a:lnTo>
                  <a:close/>
                  <a:moveTo>
                    <a:pt x="11560" y="538263"/>
                  </a:moveTo>
                  <a:lnTo>
                    <a:pt x="16139" y="574147"/>
                  </a:lnTo>
                  <a:lnTo>
                    <a:pt x="29691" y="538263"/>
                  </a:lnTo>
                  <a:close/>
                  <a:moveTo>
                    <a:pt x="348364" y="574147"/>
                  </a:moveTo>
                  <a:lnTo>
                    <a:pt x="343929" y="538263"/>
                  </a:lnTo>
                  <a:lnTo>
                    <a:pt x="325696" y="574147"/>
                  </a:lnTo>
                  <a:close/>
                  <a:moveTo>
                    <a:pt x="33315" y="533179"/>
                  </a:moveTo>
                  <a:lnTo>
                    <a:pt x="11560" y="538263"/>
                  </a:lnTo>
                  <a:lnTo>
                    <a:pt x="29691" y="538263"/>
                  </a:lnTo>
                  <a:close/>
                  <a:moveTo>
                    <a:pt x="33315" y="533179"/>
                  </a:moveTo>
                  <a:lnTo>
                    <a:pt x="56258" y="502379"/>
                  </a:lnTo>
                  <a:lnTo>
                    <a:pt x="35243" y="502379"/>
                  </a:lnTo>
                  <a:close/>
                  <a:moveTo>
                    <a:pt x="368257" y="538263"/>
                  </a:moveTo>
                  <a:lnTo>
                    <a:pt x="368257" y="502379"/>
                  </a:lnTo>
                  <a:lnTo>
                    <a:pt x="343929" y="538263"/>
                  </a:lnTo>
                  <a:close/>
                  <a:moveTo>
                    <a:pt x="60597" y="466495"/>
                  </a:moveTo>
                  <a:lnTo>
                    <a:pt x="81164" y="472566"/>
                  </a:lnTo>
                  <a:lnTo>
                    <a:pt x="81164" y="466495"/>
                  </a:lnTo>
                  <a:close/>
                  <a:moveTo>
                    <a:pt x="56258" y="502379"/>
                  </a:moveTo>
                  <a:lnTo>
                    <a:pt x="81164" y="472566"/>
                  </a:lnTo>
                  <a:lnTo>
                    <a:pt x="60597" y="466495"/>
                  </a:lnTo>
                  <a:close/>
                  <a:moveTo>
                    <a:pt x="393385" y="502379"/>
                  </a:moveTo>
                  <a:lnTo>
                    <a:pt x="368257" y="488155"/>
                  </a:lnTo>
                  <a:lnTo>
                    <a:pt x="368257" y="502379"/>
                  </a:lnTo>
                  <a:close/>
                  <a:moveTo>
                    <a:pt x="377608" y="466495"/>
                  </a:moveTo>
                  <a:lnTo>
                    <a:pt x="368257" y="488155"/>
                  </a:lnTo>
                  <a:lnTo>
                    <a:pt x="393385" y="502379"/>
                  </a:lnTo>
                  <a:close/>
                  <a:moveTo>
                    <a:pt x="106209" y="430610"/>
                  </a:moveTo>
                  <a:lnTo>
                    <a:pt x="81164" y="430610"/>
                  </a:lnTo>
                  <a:lnTo>
                    <a:pt x="81164" y="466495"/>
                  </a:lnTo>
                  <a:close/>
                  <a:moveTo>
                    <a:pt x="409764" y="466495"/>
                  </a:moveTo>
                  <a:lnTo>
                    <a:pt x="385499" y="430610"/>
                  </a:lnTo>
                  <a:lnTo>
                    <a:pt x="377608" y="466495"/>
                  </a:lnTo>
                  <a:close/>
                  <a:moveTo>
                    <a:pt x="85154" y="394726"/>
                  </a:moveTo>
                  <a:lnTo>
                    <a:pt x="106209" y="430610"/>
                  </a:lnTo>
                  <a:lnTo>
                    <a:pt x="110676" y="394726"/>
                  </a:lnTo>
                  <a:close/>
                  <a:moveTo>
                    <a:pt x="385499" y="430610"/>
                  </a:moveTo>
                  <a:lnTo>
                    <a:pt x="416001" y="394726"/>
                  </a:lnTo>
                  <a:lnTo>
                    <a:pt x="385600" y="394726"/>
                  </a:lnTo>
                  <a:close/>
                  <a:moveTo>
                    <a:pt x="102235" y="358842"/>
                  </a:moveTo>
                  <a:lnTo>
                    <a:pt x="85154" y="394726"/>
                  </a:lnTo>
                  <a:lnTo>
                    <a:pt x="110676" y="394726"/>
                  </a:lnTo>
                  <a:close/>
                  <a:moveTo>
                    <a:pt x="382088" y="358842"/>
                  </a:moveTo>
                  <a:lnTo>
                    <a:pt x="385600" y="394726"/>
                  </a:lnTo>
                  <a:lnTo>
                    <a:pt x="409702" y="358842"/>
                  </a:lnTo>
                  <a:close/>
                  <a:moveTo>
                    <a:pt x="102235" y="358842"/>
                  </a:moveTo>
                  <a:lnTo>
                    <a:pt x="88534" y="322958"/>
                  </a:lnTo>
                  <a:lnTo>
                    <a:pt x="81164" y="358842"/>
                  </a:lnTo>
                  <a:close/>
                  <a:moveTo>
                    <a:pt x="88534" y="322958"/>
                  </a:moveTo>
                  <a:lnTo>
                    <a:pt x="81164" y="322958"/>
                  </a:lnTo>
                  <a:lnTo>
                    <a:pt x="81164" y="358842"/>
                  </a:lnTo>
                  <a:close/>
                  <a:moveTo>
                    <a:pt x="380294" y="322958"/>
                  </a:moveTo>
                  <a:lnTo>
                    <a:pt x="382088" y="358842"/>
                  </a:lnTo>
                  <a:lnTo>
                    <a:pt x="404103" y="322958"/>
                  </a:lnTo>
                  <a:close/>
                  <a:moveTo>
                    <a:pt x="78485" y="287074"/>
                  </a:moveTo>
                  <a:lnTo>
                    <a:pt x="81164" y="322958"/>
                  </a:lnTo>
                  <a:lnTo>
                    <a:pt x="81164" y="296483"/>
                  </a:lnTo>
                  <a:close/>
                  <a:moveTo>
                    <a:pt x="68577" y="322958"/>
                  </a:moveTo>
                  <a:lnTo>
                    <a:pt x="81164" y="322958"/>
                  </a:lnTo>
                  <a:lnTo>
                    <a:pt x="78485" y="287074"/>
                  </a:lnTo>
                  <a:close/>
                  <a:moveTo>
                    <a:pt x="81164" y="322958"/>
                  </a:moveTo>
                  <a:lnTo>
                    <a:pt x="88534" y="322958"/>
                  </a:lnTo>
                  <a:lnTo>
                    <a:pt x="81164" y="296483"/>
                  </a:lnTo>
                  <a:close/>
                  <a:moveTo>
                    <a:pt x="382518" y="287074"/>
                  </a:moveTo>
                  <a:lnTo>
                    <a:pt x="380294" y="322958"/>
                  </a:lnTo>
                  <a:lnTo>
                    <a:pt x="403129" y="287074"/>
                  </a:lnTo>
                  <a:close/>
                  <a:moveTo>
                    <a:pt x="60668" y="251189"/>
                  </a:moveTo>
                  <a:lnTo>
                    <a:pt x="78485" y="287074"/>
                  </a:lnTo>
                  <a:lnTo>
                    <a:pt x="77897" y="251189"/>
                  </a:lnTo>
                  <a:close/>
                  <a:moveTo>
                    <a:pt x="388534" y="251189"/>
                  </a:moveTo>
                  <a:lnTo>
                    <a:pt x="382518" y="287074"/>
                  </a:lnTo>
                  <a:lnTo>
                    <a:pt x="407774" y="251189"/>
                  </a:lnTo>
                  <a:close/>
                  <a:moveTo>
                    <a:pt x="70512" y="215305"/>
                  </a:moveTo>
                  <a:lnTo>
                    <a:pt x="81164" y="240047"/>
                  </a:lnTo>
                  <a:lnTo>
                    <a:pt x="81164" y="215305"/>
                  </a:lnTo>
                  <a:close/>
                  <a:moveTo>
                    <a:pt x="77897" y="251189"/>
                  </a:moveTo>
                  <a:lnTo>
                    <a:pt x="81164" y="240047"/>
                  </a:lnTo>
                  <a:lnTo>
                    <a:pt x="70512" y="215305"/>
                  </a:lnTo>
                  <a:close/>
                  <a:moveTo>
                    <a:pt x="407774" y="251189"/>
                  </a:moveTo>
                  <a:lnTo>
                    <a:pt x="398686" y="215305"/>
                  </a:lnTo>
                  <a:lnTo>
                    <a:pt x="388534" y="251189"/>
                  </a:lnTo>
                  <a:close/>
                  <a:moveTo>
                    <a:pt x="88247" y="179421"/>
                  </a:moveTo>
                  <a:lnTo>
                    <a:pt x="81164" y="215305"/>
                  </a:lnTo>
                  <a:lnTo>
                    <a:pt x="88176" y="215305"/>
                  </a:lnTo>
                  <a:close/>
                  <a:moveTo>
                    <a:pt x="88247" y="179421"/>
                  </a:moveTo>
                  <a:lnTo>
                    <a:pt x="88176" y="215305"/>
                  </a:lnTo>
                  <a:lnTo>
                    <a:pt x="106647" y="179421"/>
                  </a:lnTo>
                  <a:close/>
                  <a:moveTo>
                    <a:pt x="81164" y="215305"/>
                  </a:moveTo>
                  <a:lnTo>
                    <a:pt x="81164" y="240047"/>
                  </a:lnTo>
                  <a:lnTo>
                    <a:pt x="88176" y="215305"/>
                  </a:lnTo>
                  <a:close/>
                  <a:moveTo>
                    <a:pt x="416106" y="215305"/>
                  </a:moveTo>
                  <a:lnTo>
                    <a:pt x="416106" y="179421"/>
                  </a:lnTo>
                  <a:lnTo>
                    <a:pt x="398686" y="215305"/>
                  </a:lnTo>
                  <a:close/>
                  <a:moveTo>
                    <a:pt x="108035" y="143537"/>
                  </a:moveTo>
                  <a:lnTo>
                    <a:pt x="106647" y="179421"/>
                  </a:lnTo>
                  <a:lnTo>
                    <a:pt x="128999" y="143537"/>
                  </a:lnTo>
                  <a:close/>
                  <a:moveTo>
                    <a:pt x="436206" y="179421"/>
                  </a:moveTo>
                  <a:lnTo>
                    <a:pt x="416106" y="173106"/>
                  </a:lnTo>
                  <a:lnTo>
                    <a:pt x="416106" y="179421"/>
                  </a:lnTo>
                  <a:close/>
                  <a:moveTo>
                    <a:pt x="429027" y="143537"/>
                  </a:moveTo>
                  <a:lnTo>
                    <a:pt x="416106" y="173106"/>
                  </a:lnTo>
                  <a:lnTo>
                    <a:pt x="436206" y="179421"/>
                  </a:lnTo>
                  <a:close/>
                  <a:moveTo>
                    <a:pt x="128999" y="143537"/>
                  </a:moveTo>
                  <a:lnTo>
                    <a:pt x="129013" y="143514"/>
                  </a:lnTo>
                  <a:lnTo>
                    <a:pt x="128445" y="107653"/>
                  </a:lnTo>
                  <a:close/>
                  <a:moveTo>
                    <a:pt x="435799" y="107653"/>
                  </a:moveTo>
                  <a:lnTo>
                    <a:pt x="429027" y="143537"/>
                  </a:lnTo>
                  <a:lnTo>
                    <a:pt x="459032" y="107653"/>
                  </a:lnTo>
                  <a:close/>
                  <a:moveTo>
                    <a:pt x="150213" y="71768"/>
                  </a:moveTo>
                  <a:lnTo>
                    <a:pt x="150607" y="107653"/>
                  </a:lnTo>
                  <a:lnTo>
                    <a:pt x="175172" y="71768"/>
                  </a:lnTo>
                  <a:close/>
                  <a:moveTo>
                    <a:pt x="129013" y="107653"/>
                  </a:moveTo>
                  <a:lnTo>
                    <a:pt x="129013" y="143514"/>
                  </a:lnTo>
                  <a:lnTo>
                    <a:pt x="150607" y="107653"/>
                  </a:lnTo>
                  <a:close/>
                  <a:moveTo>
                    <a:pt x="427428" y="71768"/>
                  </a:moveTo>
                  <a:lnTo>
                    <a:pt x="435799" y="107653"/>
                  </a:lnTo>
                  <a:lnTo>
                    <a:pt x="452860" y="71768"/>
                  </a:lnTo>
                  <a:close/>
                  <a:moveTo>
                    <a:pt x="176862" y="69907"/>
                  </a:moveTo>
                  <a:lnTo>
                    <a:pt x="150213" y="71768"/>
                  </a:lnTo>
                  <a:lnTo>
                    <a:pt x="175172" y="71768"/>
                  </a:lnTo>
                  <a:close/>
                  <a:moveTo>
                    <a:pt x="176862" y="69907"/>
                  </a:moveTo>
                  <a:lnTo>
                    <a:pt x="217216" y="35884"/>
                  </a:lnTo>
                  <a:lnTo>
                    <a:pt x="184235" y="35884"/>
                  </a:lnTo>
                  <a:close/>
                  <a:moveTo>
                    <a:pt x="427428" y="71768"/>
                  </a:moveTo>
                  <a:lnTo>
                    <a:pt x="416106" y="35884"/>
                  </a:lnTo>
                  <a:lnTo>
                    <a:pt x="416106" y="57119"/>
                  </a:lnTo>
                  <a:close/>
                  <a:moveTo>
                    <a:pt x="224710" y="31370"/>
                  </a:moveTo>
                  <a:lnTo>
                    <a:pt x="184235" y="35884"/>
                  </a:lnTo>
                  <a:lnTo>
                    <a:pt x="217216" y="35884"/>
                  </a:lnTo>
                  <a:close/>
                  <a:moveTo>
                    <a:pt x="272559" y="15136"/>
                  </a:moveTo>
                  <a:lnTo>
                    <a:pt x="224710" y="11437"/>
                  </a:lnTo>
                  <a:lnTo>
                    <a:pt x="224710" y="31370"/>
                  </a:lnTo>
                  <a:close/>
                  <a:moveTo>
                    <a:pt x="368257" y="3695"/>
                  </a:moveTo>
                  <a:lnTo>
                    <a:pt x="320408" y="12509"/>
                  </a:lnTo>
                  <a:lnTo>
                    <a:pt x="368257" y="23116"/>
                  </a:lnTo>
                  <a:close/>
                  <a:moveTo>
                    <a:pt x="368257" y="23116"/>
                  </a:moveTo>
                  <a:lnTo>
                    <a:pt x="392431" y="35884"/>
                  </a:lnTo>
                  <a:lnTo>
                    <a:pt x="416106" y="27294"/>
                  </a:lnTo>
                  <a:close/>
                  <a:moveTo>
                    <a:pt x="416106" y="57119"/>
                  </a:moveTo>
                  <a:lnTo>
                    <a:pt x="416106" y="35884"/>
                  </a:lnTo>
                  <a:lnTo>
                    <a:pt x="392431" y="35884"/>
                  </a:lnTo>
                  <a:close/>
                  <a:moveTo>
                    <a:pt x="320408" y="0"/>
                  </a:moveTo>
                  <a:lnTo>
                    <a:pt x="272559" y="0"/>
                  </a:lnTo>
                  <a:lnTo>
                    <a:pt x="320408" y="12509"/>
                  </a:lnTo>
                  <a:close/>
                  <a:moveTo>
                    <a:pt x="272559" y="0"/>
                  </a:moveTo>
                  <a:lnTo>
                    <a:pt x="272559" y="15136"/>
                  </a:lnTo>
                  <a:lnTo>
                    <a:pt x="320408" y="12509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3946" name="Candidate_B1__3945">
              <a:extLst>
                <a:ext uri="{FF2B5EF4-FFF2-40B4-BE49-F238E27FC236}">
                  <a16:creationId xmlns:a16="http://schemas.microsoft.com/office/drawing/2014/main" id="{2BB1AAFF-A2FB-6BBA-825A-8266A0DFEBF8}"/>
                </a:ext>
              </a:extLst>
            </p:cNvPr>
            <p:cNvSpPr>
              <a:spLocks noGrp="1"/>
            </p:cNvSpPr>
            <p:nvPr/>
          </p:nvSpPr>
          <p:spPr>
            <a:xfrm>
              <a:off x="4117471" y="2280360"/>
              <a:ext cx="419659" cy="670306"/>
            </a:xfrm>
            <a:custGeom>
              <a:avLst/>
              <a:gdLst/>
              <a:ahLst/>
              <a:cxnLst/>
              <a:rect l="0" t="0" r="0" b="0"/>
              <a:pathLst>
                <a:path w="419659" h="670306">
                  <a:moveTo>
                    <a:pt x="208571" y="658639"/>
                  </a:moveTo>
                  <a:lnTo>
                    <a:pt x="256420" y="633407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3407"/>
                  </a:lnTo>
                  <a:lnTo>
                    <a:pt x="256420" y="631335"/>
                  </a:lnTo>
                  <a:close/>
                  <a:moveTo>
                    <a:pt x="352118" y="489870"/>
                  </a:moveTo>
                  <a:lnTo>
                    <a:pt x="345795" y="489870"/>
                  </a:lnTo>
                  <a:lnTo>
                    <a:pt x="327789" y="525754"/>
                  </a:lnTo>
                  <a:close/>
                  <a:moveTo>
                    <a:pt x="345795" y="489870"/>
                  </a:moveTo>
                  <a:lnTo>
                    <a:pt x="352118" y="489870"/>
                  </a:lnTo>
                  <a:lnTo>
                    <a:pt x="352118" y="475646"/>
                  </a:lnTo>
                  <a:close/>
                  <a:moveTo>
                    <a:pt x="70267" y="453986"/>
                  </a:moveTo>
                  <a:lnTo>
                    <a:pt x="90070" y="418102"/>
                  </a:lnTo>
                  <a:lnTo>
                    <a:pt x="65025" y="453986"/>
                  </a:lnTo>
                  <a:close/>
                  <a:moveTo>
                    <a:pt x="65025" y="453986"/>
                  </a:moveTo>
                  <a:lnTo>
                    <a:pt x="65025" y="460057"/>
                  </a:lnTo>
                  <a:lnTo>
                    <a:pt x="70267" y="453986"/>
                  </a:lnTo>
                  <a:close/>
                  <a:moveTo>
                    <a:pt x="399966" y="166912"/>
                  </a:moveTo>
                  <a:lnTo>
                    <a:pt x="397328" y="166912"/>
                  </a:lnTo>
                  <a:lnTo>
                    <a:pt x="382547" y="202796"/>
                  </a:lnTo>
                  <a:close/>
                  <a:moveTo>
                    <a:pt x="397328" y="166912"/>
                  </a:moveTo>
                  <a:lnTo>
                    <a:pt x="399966" y="166912"/>
                  </a:lnTo>
                  <a:lnTo>
                    <a:pt x="399966" y="160597"/>
                  </a:lnTo>
                  <a:close/>
                  <a:moveTo>
                    <a:pt x="110470" y="669291"/>
                  </a:moveTo>
                  <a:lnTo>
                    <a:pt x="112874" y="669876"/>
                  </a:lnTo>
                  <a:lnTo>
                    <a:pt x="112874" y="669291"/>
                  </a:lnTo>
                  <a:close/>
                  <a:moveTo>
                    <a:pt x="65025" y="656464"/>
                  </a:moveTo>
                  <a:lnTo>
                    <a:pt x="110470" y="669291"/>
                  </a:lnTo>
                  <a:lnTo>
                    <a:pt x="87484" y="633407"/>
                  </a:lnTo>
                  <a:close/>
                  <a:moveTo>
                    <a:pt x="112874" y="642072"/>
                  </a:moveTo>
                  <a:lnTo>
                    <a:pt x="110470" y="669291"/>
                  </a:lnTo>
                  <a:lnTo>
                    <a:pt x="112874" y="669291"/>
                  </a:lnTo>
                  <a:close/>
                  <a:moveTo>
                    <a:pt x="160723" y="669291"/>
                  </a:moveTo>
                  <a:lnTo>
                    <a:pt x="112874" y="669876"/>
                  </a:lnTo>
                  <a:lnTo>
                    <a:pt x="160723" y="670306"/>
                  </a:lnTo>
                  <a:close/>
                  <a:moveTo>
                    <a:pt x="160723" y="669291"/>
                  </a:moveTo>
                  <a:lnTo>
                    <a:pt x="112874" y="669291"/>
                  </a:lnTo>
                  <a:lnTo>
                    <a:pt x="112874" y="669876"/>
                  </a:lnTo>
                  <a:close/>
                  <a:moveTo>
                    <a:pt x="112874" y="669291"/>
                  </a:moveTo>
                  <a:lnTo>
                    <a:pt x="160723" y="669291"/>
                  </a:lnTo>
                  <a:lnTo>
                    <a:pt x="112874" y="642072"/>
                  </a:lnTo>
                  <a:close/>
                  <a:moveTo>
                    <a:pt x="160723" y="669291"/>
                  </a:moveTo>
                  <a:lnTo>
                    <a:pt x="160723" y="670306"/>
                  </a:lnTo>
                  <a:lnTo>
                    <a:pt x="165218" y="669291"/>
                  </a:lnTo>
                  <a:close/>
                  <a:moveTo>
                    <a:pt x="160723" y="669291"/>
                  </a:moveTo>
                  <a:lnTo>
                    <a:pt x="208571" y="658639"/>
                  </a:lnTo>
                  <a:lnTo>
                    <a:pt x="160723" y="642971"/>
                  </a:lnTo>
                  <a:close/>
                  <a:moveTo>
                    <a:pt x="165218" y="669291"/>
                  </a:moveTo>
                  <a:lnTo>
                    <a:pt x="208571" y="658639"/>
                  </a:lnTo>
                  <a:lnTo>
                    <a:pt x="160723" y="669291"/>
                  </a:lnTo>
                  <a:close/>
                  <a:moveTo>
                    <a:pt x="28463" y="633407"/>
                  </a:moveTo>
                  <a:lnTo>
                    <a:pt x="65025" y="656464"/>
                  </a:lnTo>
                  <a:lnTo>
                    <a:pt x="65025" y="633407"/>
                  </a:lnTo>
                  <a:close/>
                  <a:moveTo>
                    <a:pt x="17176" y="619630"/>
                  </a:moveTo>
                  <a:lnTo>
                    <a:pt x="28463" y="633407"/>
                  </a:lnTo>
                  <a:lnTo>
                    <a:pt x="44528" y="597523"/>
                  </a:lnTo>
                  <a:close/>
                  <a:moveTo>
                    <a:pt x="208571" y="633407"/>
                  </a:moveTo>
                  <a:lnTo>
                    <a:pt x="208571" y="658639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1335"/>
                  </a:lnTo>
                  <a:lnTo>
                    <a:pt x="208571" y="633407"/>
                  </a:lnTo>
                  <a:close/>
                  <a:moveTo>
                    <a:pt x="3215" y="597523"/>
                  </a:moveTo>
                  <a:lnTo>
                    <a:pt x="17176" y="619630"/>
                  </a:lnTo>
                  <a:lnTo>
                    <a:pt x="17176" y="597523"/>
                  </a:lnTo>
                  <a:close/>
                  <a:moveTo>
                    <a:pt x="0" y="561638"/>
                  </a:moveTo>
                  <a:lnTo>
                    <a:pt x="17176" y="597523"/>
                  </a:lnTo>
                  <a:lnTo>
                    <a:pt x="17176" y="561638"/>
                  </a:lnTo>
                  <a:close/>
                  <a:moveTo>
                    <a:pt x="0" y="561638"/>
                  </a:moveTo>
                  <a:lnTo>
                    <a:pt x="3215" y="597523"/>
                  </a:lnTo>
                  <a:lnTo>
                    <a:pt x="17176" y="597523"/>
                  </a:lnTo>
                  <a:close/>
                  <a:moveTo>
                    <a:pt x="256420" y="597523"/>
                  </a:moveTo>
                  <a:lnTo>
                    <a:pt x="256420" y="631335"/>
                  </a:lnTo>
                  <a:lnTo>
                    <a:pt x="287787" y="597523"/>
                  </a:lnTo>
                  <a:close/>
                  <a:moveTo>
                    <a:pt x="287787" y="597523"/>
                  </a:moveTo>
                  <a:lnTo>
                    <a:pt x="304269" y="570424"/>
                  </a:lnTo>
                  <a:lnTo>
                    <a:pt x="256420" y="597523"/>
                  </a:lnTo>
                  <a:close/>
                  <a:moveTo>
                    <a:pt x="13552" y="525754"/>
                  </a:moveTo>
                  <a:lnTo>
                    <a:pt x="17176" y="561638"/>
                  </a:lnTo>
                  <a:lnTo>
                    <a:pt x="17176" y="525754"/>
                  </a:lnTo>
                  <a:close/>
                  <a:moveTo>
                    <a:pt x="13552" y="525754"/>
                  </a:moveTo>
                  <a:lnTo>
                    <a:pt x="0" y="561638"/>
                  </a:lnTo>
                  <a:lnTo>
                    <a:pt x="17176" y="561638"/>
                  </a:lnTo>
                  <a:close/>
                  <a:moveTo>
                    <a:pt x="304269" y="561638"/>
                  </a:moveTo>
                  <a:lnTo>
                    <a:pt x="304269" y="570424"/>
                  </a:lnTo>
                  <a:lnTo>
                    <a:pt x="309556" y="561638"/>
                  </a:lnTo>
                  <a:close/>
                  <a:moveTo>
                    <a:pt x="304269" y="525754"/>
                  </a:moveTo>
                  <a:lnTo>
                    <a:pt x="309556" y="561638"/>
                  </a:lnTo>
                  <a:lnTo>
                    <a:pt x="327789" y="525754"/>
                  </a:lnTo>
                  <a:close/>
                  <a:moveTo>
                    <a:pt x="304269" y="525754"/>
                  </a:moveTo>
                  <a:lnTo>
                    <a:pt x="304269" y="561638"/>
                  </a:lnTo>
                  <a:lnTo>
                    <a:pt x="309556" y="561638"/>
                  </a:lnTo>
                  <a:close/>
                  <a:moveTo>
                    <a:pt x="17176" y="520670"/>
                  </a:moveTo>
                  <a:lnTo>
                    <a:pt x="13552" y="525754"/>
                  </a:lnTo>
                  <a:lnTo>
                    <a:pt x="17176" y="525754"/>
                  </a:lnTo>
                  <a:close/>
                  <a:moveTo>
                    <a:pt x="40119" y="489870"/>
                  </a:moveTo>
                  <a:lnTo>
                    <a:pt x="17176" y="520670"/>
                  </a:lnTo>
                  <a:lnTo>
                    <a:pt x="65025" y="515575"/>
                  </a:lnTo>
                  <a:close/>
                  <a:moveTo>
                    <a:pt x="304269" y="489870"/>
                  </a:moveTo>
                  <a:lnTo>
                    <a:pt x="327789" y="525754"/>
                  </a:lnTo>
                  <a:lnTo>
                    <a:pt x="345795" y="489870"/>
                  </a:lnTo>
                  <a:close/>
                  <a:moveTo>
                    <a:pt x="65025" y="460057"/>
                  </a:moveTo>
                  <a:lnTo>
                    <a:pt x="40119" y="489870"/>
                  </a:lnTo>
                  <a:lnTo>
                    <a:pt x="65025" y="489870"/>
                  </a:lnTo>
                  <a:close/>
                  <a:moveTo>
                    <a:pt x="70267" y="453986"/>
                  </a:moveTo>
                  <a:lnTo>
                    <a:pt x="65025" y="460057"/>
                  </a:lnTo>
                  <a:lnTo>
                    <a:pt x="112874" y="470550"/>
                  </a:lnTo>
                  <a:close/>
                  <a:moveTo>
                    <a:pt x="352118" y="453986"/>
                  </a:moveTo>
                  <a:lnTo>
                    <a:pt x="345795" y="489870"/>
                  </a:lnTo>
                  <a:lnTo>
                    <a:pt x="352118" y="475646"/>
                  </a:lnTo>
                  <a:close/>
                  <a:moveTo>
                    <a:pt x="304269" y="489870"/>
                  </a:moveTo>
                  <a:lnTo>
                    <a:pt x="345795" y="489870"/>
                  </a:lnTo>
                  <a:lnTo>
                    <a:pt x="352118" y="453986"/>
                  </a:lnTo>
                  <a:close/>
                  <a:moveTo>
                    <a:pt x="90070" y="418102"/>
                  </a:moveTo>
                  <a:lnTo>
                    <a:pt x="70267" y="453986"/>
                  </a:lnTo>
                  <a:lnTo>
                    <a:pt x="112874" y="453986"/>
                  </a:lnTo>
                  <a:close/>
                  <a:moveTo>
                    <a:pt x="352118" y="453986"/>
                  </a:moveTo>
                  <a:lnTo>
                    <a:pt x="352118" y="475646"/>
                  </a:lnTo>
                  <a:lnTo>
                    <a:pt x="361469" y="453986"/>
                  </a:lnTo>
                  <a:close/>
                  <a:moveTo>
                    <a:pt x="352118" y="418102"/>
                  </a:moveTo>
                  <a:lnTo>
                    <a:pt x="361469" y="453986"/>
                  </a:lnTo>
                  <a:lnTo>
                    <a:pt x="369359" y="418102"/>
                  </a:lnTo>
                  <a:close/>
                  <a:moveTo>
                    <a:pt x="352118" y="418102"/>
                  </a:moveTo>
                  <a:lnTo>
                    <a:pt x="352118" y="453986"/>
                  </a:lnTo>
                  <a:lnTo>
                    <a:pt x="361469" y="453986"/>
                  </a:lnTo>
                  <a:close/>
                  <a:moveTo>
                    <a:pt x="94537" y="382217"/>
                  </a:moveTo>
                  <a:lnTo>
                    <a:pt x="112874" y="418102"/>
                  </a:lnTo>
                  <a:lnTo>
                    <a:pt x="112874" y="382217"/>
                  </a:lnTo>
                  <a:close/>
                  <a:moveTo>
                    <a:pt x="94537" y="382217"/>
                  </a:moveTo>
                  <a:lnTo>
                    <a:pt x="90070" y="418102"/>
                  </a:lnTo>
                  <a:lnTo>
                    <a:pt x="112874" y="418102"/>
                  </a:lnTo>
                  <a:close/>
                  <a:moveTo>
                    <a:pt x="352118" y="382217"/>
                  </a:moveTo>
                  <a:lnTo>
                    <a:pt x="369359" y="418102"/>
                  </a:lnTo>
                  <a:lnTo>
                    <a:pt x="369461" y="382217"/>
                  </a:lnTo>
                  <a:close/>
                  <a:moveTo>
                    <a:pt x="352118" y="382217"/>
                  </a:moveTo>
                  <a:lnTo>
                    <a:pt x="352118" y="418102"/>
                  </a:lnTo>
                  <a:lnTo>
                    <a:pt x="369359" y="418102"/>
                  </a:lnTo>
                  <a:close/>
                  <a:moveTo>
                    <a:pt x="86096" y="346333"/>
                  </a:moveTo>
                  <a:lnTo>
                    <a:pt x="112874" y="382217"/>
                  </a:lnTo>
                  <a:lnTo>
                    <a:pt x="112874" y="346333"/>
                  </a:lnTo>
                  <a:close/>
                  <a:moveTo>
                    <a:pt x="86096" y="346333"/>
                  </a:moveTo>
                  <a:lnTo>
                    <a:pt x="94537" y="382217"/>
                  </a:lnTo>
                  <a:lnTo>
                    <a:pt x="112874" y="382217"/>
                  </a:lnTo>
                  <a:close/>
                  <a:moveTo>
                    <a:pt x="352118" y="346333"/>
                  </a:moveTo>
                  <a:lnTo>
                    <a:pt x="369461" y="382217"/>
                  </a:lnTo>
                  <a:lnTo>
                    <a:pt x="365949" y="346333"/>
                  </a:lnTo>
                  <a:close/>
                  <a:moveTo>
                    <a:pt x="352118" y="346333"/>
                  </a:moveTo>
                  <a:lnTo>
                    <a:pt x="352118" y="382217"/>
                  </a:lnTo>
                  <a:lnTo>
                    <a:pt x="369461" y="382217"/>
                  </a:lnTo>
                  <a:close/>
                  <a:moveTo>
                    <a:pt x="72395" y="310449"/>
                  </a:moveTo>
                  <a:lnTo>
                    <a:pt x="86096" y="346333"/>
                  </a:lnTo>
                  <a:lnTo>
                    <a:pt x="112874" y="346333"/>
                  </a:lnTo>
                  <a:close/>
                  <a:moveTo>
                    <a:pt x="352118" y="310449"/>
                  </a:moveTo>
                  <a:lnTo>
                    <a:pt x="365949" y="346333"/>
                  </a:lnTo>
                  <a:lnTo>
                    <a:pt x="364155" y="310449"/>
                  </a:lnTo>
                  <a:close/>
                  <a:moveTo>
                    <a:pt x="352118" y="310449"/>
                  </a:moveTo>
                  <a:lnTo>
                    <a:pt x="352118" y="346333"/>
                  </a:lnTo>
                  <a:lnTo>
                    <a:pt x="365949" y="346333"/>
                  </a:lnTo>
                  <a:close/>
                  <a:moveTo>
                    <a:pt x="65025" y="283974"/>
                  </a:moveTo>
                  <a:lnTo>
                    <a:pt x="72395" y="310449"/>
                  </a:lnTo>
                  <a:lnTo>
                    <a:pt x="102013" y="274565"/>
                  </a:lnTo>
                  <a:close/>
                  <a:moveTo>
                    <a:pt x="352118" y="274565"/>
                  </a:moveTo>
                  <a:lnTo>
                    <a:pt x="364155" y="310449"/>
                  </a:lnTo>
                  <a:lnTo>
                    <a:pt x="366379" y="274565"/>
                  </a:lnTo>
                  <a:close/>
                  <a:moveTo>
                    <a:pt x="352118" y="274565"/>
                  </a:moveTo>
                  <a:lnTo>
                    <a:pt x="352118" y="310449"/>
                  </a:lnTo>
                  <a:lnTo>
                    <a:pt x="364155" y="310449"/>
                  </a:lnTo>
                  <a:close/>
                  <a:moveTo>
                    <a:pt x="62345" y="274565"/>
                  </a:moveTo>
                  <a:lnTo>
                    <a:pt x="65025" y="283974"/>
                  </a:lnTo>
                  <a:lnTo>
                    <a:pt x="65025" y="274565"/>
                  </a:lnTo>
                  <a:close/>
                  <a:moveTo>
                    <a:pt x="61758" y="238681"/>
                  </a:moveTo>
                  <a:lnTo>
                    <a:pt x="65025" y="274565"/>
                  </a:lnTo>
                  <a:lnTo>
                    <a:pt x="65025" y="238681"/>
                  </a:lnTo>
                  <a:close/>
                  <a:moveTo>
                    <a:pt x="61758" y="238681"/>
                  </a:moveTo>
                  <a:lnTo>
                    <a:pt x="62345" y="274565"/>
                  </a:lnTo>
                  <a:lnTo>
                    <a:pt x="65025" y="274565"/>
                  </a:lnTo>
                  <a:close/>
                  <a:moveTo>
                    <a:pt x="352118" y="238681"/>
                  </a:moveTo>
                  <a:lnTo>
                    <a:pt x="366379" y="274565"/>
                  </a:lnTo>
                  <a:lnTo>
                    <a:pt x="372395" y="238681"/>
                  </a:lnTo>
                  <a:close/>
                  <a:moveTo>
                    <a:pt x="352118" y="238681"/>
                  </a:moveTo>
                  <a:lnTo>
                    <a:pt x="352118" y="274565"/>
                  </a:lnTo>
                  <a:lnTo>
                    <a:pt x="366379" y="274565"/>
                  </a:lnTo>
                  <a:close/>
                  <a:moveTo>
                    <a:pt x="65025" y="227538"/>
                  </a:moveTo>
                  <a:lnTo>
                    <a:pt x="61758" y="238681"/>
                  </a:lnTo>
                  <a:lnTo>
                    <a:pt x="65025" y="238681"/>
                  </a:lnTo>
                  <a:close/>
                  <a:moveTo>
                    <a:pt x="65025" y="227538"/>
                  </a:moveTo>
                  <a:lnTo>
                    <a:pt x="65025" y="238681"/>
                  </a:lnTo>
                  <a:lnTo>
                    <a:pt x="72036" y="202796"/>
                  </a:lnTo>
                  <a:close/>
                  <a:moveTo>
                    <a:pt x="352118" y="202796"/>
                  </a:moveTo>
                  <a:lnTo>
                    <a:pt x="372395" y="238681"/>
                  </a:lnTo>
                  <a:lnTo>
                    <a:pt x="382547" y="202796"/>
                  </a:lnTo>
                  <a:close/>
                  <a:moveTo>
                    <a:pt x="72036" y="202796"/>
                  </a:moveTo>
                  <a:lnTo>
                    <a:pt x="111683" y="202796"/>
                  </a:lnTo>
                  <a:lnTo>
                    <a:pt x="90508" y="166912"/>
                  </a:lnTo>
                  <a:close/>
                  <a:moveTo>
                    <a:pt x="352118" y="166912"/>
                  </a:moveTo>
                  <a:lnTo>
                    <a:pt x="382547" y="202796"/>
                  </a:lnTo>
                  <a:lnTo>
                    <a:pt x="397328" y="166912"/>
                  </a:lnTo>
                  <a:close/>
                  <a:moveTo>
                    <a:pt x="112860" y="131028"/>
                  </a:moveTo>
                  <a:lnTo>
                    <a:pt x="112874" y="166912"/>
                  </a:lnTo>
                  <a:lnTo>
                    <a:pt x="112874" y="131028"/>
                  </a:lnTo>
                  <a:close/>
                  <a:moveTo>
                    <a:pt x="112860" y="131028"/>
                  </a:moveTo>
                  <a:lnTo>
                    <a:pt x="90508" y="166912"/>
                  </a:lnTo>
                  <a:lnTo>
                    <a:pt x="112874" y="166912"/>
                  </a:lnTo>
                  <a:close/>
                  <a:moveTo>
                    <a:pt x="397328" y="166912"/>
                  </a:moveTo>
                  <a:lnTo>
                    <a:pt x="399966" y="160597"/>
                  </a:lnTo>
                  <a:lnTo>
                    <a:pt x="352118" y="166912"/>
                  </a:lnTo>
                  <a:close/>
                  <a:moveTo>
                    <a:pt x="112874" y="131005"/>
                  </a:moveTo>
                  <a:lnTo>
                    <a:pt x="112860" y="131028"/>
                  </a:lnTo>
                  <a:lnTo>
                    <a:pt x="112874" y="131028"/>
                  </a:lnTo>
                  <a:close/>
                  <a:moveTo>
                    <a:pt x="134468" y="95144"/>
                  </a:moveTo>
                  <a:lnTo>
                    <a:pt x="112874" y="131005"/>
                  </a:lnTo>
                  <a:lnTo>
                    <a:pt x="160723" y="129598"/>
                  </a:lnTo>
                  <a:close/>
                  <a:moveTo>
                    <a:pt x="159827" y="131028"/>
                  </a:moveTo>
                  <a:lnTo>
                    <a:pt x="112874" y="131005"/>
                  </a:lnTo>
                  <a:lnTo>
                    <a:pt x="112874" y="131028"/>
                  </a:lnTo>
                  <a:close/>
                  <a:moveTo>
                    <a:pt x="399966" y="131028"/>
                  </a:moveTo>
                  <a:lnTo>
                    <a:pt x="399966" y="160597"/>
                  </a:lnTo>
                  <a:lnTo>
                    <a:pt x="412888" y="131028"/>
                  </a:lnTo>
                  <a:close/>
                  <a:moveTo>
                    <a:pt x="399966" y="95144"/>
                  </a:moveTo>
                  <a:lnTo>
                    <a:pt x="412888" y="131028"/>
                  </a:lnTo>
                  <a:lnTo>
                    <a:pt x="419659" y="95144"/>
                  </a:lnTo>
                  <a:close/>
                  <a:moveTo>
                    <a:pt x="399966" y="95144"/>
                  </a:moveTo>
                  <a:lnTo>
                    <a:pt x="399966" y="131028"/>
                  </a:lnTo>
                  <a:lnTo>
                    <a:pt x="412888" y="131028"/>
                  </a:lnTo>
                  <a:close/>
                  <a:moveTo>
                    <a:pt x="159032" y="59259"/>
                  </a:moveTo>
                  <a:lnTo>
                    <a:pt x="160723" y="95144"/>
                  </a:lnTo>
                  <a:lnTo>
                    <a:pt x="160723" y="59259"/>
                  </a:lnTo>
                  <a:close/>
                  <a:moveTo>
                    <a:pt x="159032" y="59259"/>
                  </a:moveTo>
                  <a:lnTo>
                    <a:pt x="134468" y="95144"/>
                  </a:lnTo>
                  <a:lnTo>
                    <a:pt x="160723" y="95144"/>
                  </a:lnTo>
                  <a:close/>
                  <a:moveTo>
                    <a:pt x="399966" y="59259"/>
                  </a:moveTo>
                  <a:lnTo>
                    <a:pt x="419659" y="95144"/>
                  </a:lnTo>
                  <a:lnTo>
                    <a:pt x="411289" y="59259"/>
                  </a:lnTo>
                  <a:close/>
                  <a:moveTo>
                    <a:pt x="399966" y="59259"/>
                  </a:moveTo>
                  <a:lnTo>
                    <a:pt x="399966" y="95144"/>
                  </a:lnTo>
                  <a:lnTo>
                    <a:pt x="419659" y="95144"/>
                  </a:lnTo>
                  <a:close/>
                  <a:moveTo>
                    <a:pt x="160723" y="57398"/>
                  </a:moveTo>
                  <a:lnTo>
                    <a:pt x="159032" y="59259"/>
                  </a:lnTo>
                  <a:lnTo>
                    <a:pt x="160723" y="59259"/>
                  </a:lnTo>
                  <a:close/>
                  <a:moveTo>
                    <a:pt x="160723" y="59259"/>
                  </a:moveTo>
                  <a:lnTo>
                    <a:pt x="201077" y="23375"/>
                  </a:lnTo>
                  <a:lnTo>
                    <a:pt x="160723" y="57398"/>
                  </a:lnTo>
                  <a:close/>
                  <a:moveTo>
                    <a:pt x="208571" y="23375"/>
                  </a:moveTo>
                  <a:lnTo>
                    <a:pt x="201077" y="23375"/>
                  </a:lnTo>
                  <a:lnTo>
                    <a:pt x="160723" y="59259"/>
                  </a:lnTo>
                  <a:close/>
                  <a:moveTo>
                    <a:pt x="208571" y="59259"/>
                  </a:moveTo>
                  <a:lnTo>
                    <a:pt x="208571" y="23375"/>
                  </a:lnTo>
                  <a:lnTo>
                    <a:pt x="160723" y="59259"/>
                  </a:lnTo>
                  <a:close/>
                  <a:moveTo>
                    <a:pt x="352118" y="23375"/>
                  </a:moveTo>
                  <a:lnTo>
                    <a:pt x="399966" y="44610"/>
                  </a:lnTo>
                  <a:lnTo>
                    <a:pt x="376291" y="23375"/>
                  </a:lnTo>
                  <a:close/>
                  <a:moveTo>
                    <a:pt x="399966" y="59259"/>
                  </a:moveTo>
                  <a:lnTo>
                    <a:pt x="399966" y="44610"/>
                  </a:lnTo>
                  <a:lnTo>
                    <a:pt x="352118" y="23375"/>
                  </a:lnTo>
                  <a:close/>
                  <a:moveTo>
                    <a:pt x="399966" y="59259"/>
                  </a:moveTo>
                  <a:lnTo>
                    <a:pt x="411289" y="59259"/>
                  </a:lnTo>
                  <a:lnTo>
                    <a:pt x="399966" y="44610"/>
                  </a:lnTo>
                  <a:close/>
                  <a:moveTo>
                    <a:pt x="208571" y="18861"/>
                  </a:moveTo>
                  <a:lnTo>
                    <a:pt x="201077" y="23375"/>
                  </a:lnTo>
                  <a:lnTo>
                    <a:pt x="208571" y="23375"/>
                  </a:lnTo>
                  <a:close/>
                  <a:moveTo>
                    <a:pt x="208571" y="23375"/>
                  </a:moveTo>
                  <a:lnTo>
                    <a:pt x="256420" y="2627"/>
                  </a:lnTo>
                  <a:lnTo>
                    <a:pt x="208571" y="18861"/>
                  </a:lnTo>
                  <a:close/>
                  <a:moveTo>
                    <a:pt x="208571" y="23375"/>
                  </a:moveTo>
                  <a:lnTo>
                    <a:pt x="256420" y="23375"/>
                  </a:lnTo>
                  <a:lnTo>
                    <a:pt x="256420" y="2627"/>
                  </a:lnTo>
                  <a:close/>
                  <a:moveTo>
                    <a:pt x="256420" y="23375"/>
                  </a:moveTo>
                  <a:lnTo>
                    <a:pt x="304269" y="0"/>
                  </a:lnTo>
                  <a:lnTo>
                    <a:pt x="256420" y="2627"/>
                  </a:lnTo>
                  <a:close/>
                  <a:moveTo>
                    <a:pt x="304269" y="23375"/>
                  </a:moveTo>
                  <a:lnTo>
                    <a:pt x="352118" y="10607"/>
                  </a:lnTo>
                  <a:lnTo>
                    <a:pt x="304269" y="0"/>
                  </a:lnTo>
                  <a:close/>
                  <a:moveTo>
                    <a:pt x="304269" y="23375"/>
                  </a:moveTo>
                  <a:lnTo>
                    <a:pt x="352118" y="23375"/>
                  </a:lnTo>
                  <a:lnTo>
                    <a:pt x="352118" y="10607"/>
                  </a:lnTo>
                  <a:close/>
                  <a:moveTo>
                    <a:pt x="352118" y="23375"/>
                  </a:moveTo>
                  <a:lnTo>
                    <a:pt x="376291" y="23375"/>
                  </a:lnTo>
                  <a:lnTo>
                    <a:pt x="352118" y="10607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3947" name="Candidate_B1__3946">
              <a:extLst>
                <a:ext uri="{FF2B5EF4-FFF2-40B4-BE49-F238E27FC236}">
                  <a16:creationId xmlns:a16="http://schemas.microsoft.com/office/drawing/2014/main" id="{64F1E2BF-0986-F8E7-B333-A8924C8D5697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280360"/>
              <a:ext cx="382790" cy="669291"/>
            </a:xfrm>
            <a:custGeom>
              <a:avLst/>
              <a:gdLst/>
              <a:ahLst/>
              <a:cxnLst/>
              <a:rect l="0" t="0" r="0" b="0"/>
              <a:pathLst>
                <a:path w="382790" h="669291">
                  <a:moveTo>
                    <a:pt x="47849" y="633407"/>
                  </a:moveTo>
                  <a:lnTo>
                    <a:pt x="47849" y="656464"/>
                  </a:lnTo>
                  <a:lnTo>
                    <a:pt x="70308" y="633407"/>
                  </a:lnTo>
                  <a:close/>
                  <a:moveTo>
                    <a:pt x="70308" y="633407"/>
                  </a:moveTo>
                  <a:lnTo>
                    <a:pt x="93293" y="669291"/>
                  </a:lnTo>
                  <a:lnTo>
                    <a:pt x="95698" y="642072"/>
                  </a:lnTo>
                  <a:close/>
                  <a:moveTo>
                    <a:pt x="143546" y="669291"/>
                  </a:moveTo>
                  <a:lnTo>
                    <a:pt x="143546" y="642971"/>
                  </a:lnTo>
                  <a:lnTo>
                    <a:pt x="95698" y="642072"/>
                  </a:lnTo>
                  <a:close/>
                  <a:moveTo>
                    <a:pt x="143546" y="642971"/>
                  </a:moveTo>
                  <a:lnTo>
                    <a:pt x="191395" y="658639"/>
                  </a:lnTo>
                  <a:lnTo>
                    <a:pt x="191395" y="633407"/>
                  </a:lnTo>
                  <a:close/>
                  <a:moveTo>
                    <a:pt x="0" y="597523"/>
                  </a:moveTo>
                  <a:lnTo>
                    <a:pt x="0" y="619630"/>
                  </a:lnTo>
                  <a:lnTo>
                    <a:pt x="27351" y="597523"/>
                  </a:lnTo>
                  <a:close/>
                  <a:moveTo>
                    <a:pt x="27351" y="597523"/>
                  </a:moveTo>
                  <a:lnTo>
                    <a:pt x="11286" y="633407"/>
                  </a:lnTo>
                  <a:lnTo>
                    <a:pt x="47849" y="620408"/>
                  </a:lnTo>
                  <a:close/>
                  <a:moveTo>
                    <a:pt x="47849" y="620408"/>
                  </a:moveTo>
                  <a:lnTo>
                    <a:pt x="11286" y="633407"/>
                  </a:lnTo>
                  <a:lnTo>
                    <a:pt x="47849" y="633407"/>
                  </a:lnTo>
                  <a:close/>
                  <a:moveTo>
                    <a:pt x="191395" y="626824"/>
                  </a:moveTo>
                  <a:lnTo>
                    <a:pt x="239244" y="631335"/>
                  </a:lnTo>
                  <a:lnTo>
                    <a:pt x="239244" y="597523"/>
                  </a:lnTo>
                  <a:close/>
                  <a:moveTo>
                    <a:pt x="191395" y="633407"/>
                  </a:moveTo>
                  <a:lnTo>
                    <a:pt x="239244" y="631335"/>
                  </a:lnTo>
                  <a:lnTo>
                    <a:pt x="191395" y="626824"/>
                  </a:lnTo>
                  <a:close/>
                  <a:moveTo>
                    <a:pt x="22265" y="561638"/>
                  </a:moveTo>
                  <a:lnTo>
                    <a:pt x="0" y="561638"/>
                  </a:lnTo>
                  <a:lnTo>
                    <a:pt x="0" y="597523"/>
                  </a:lnTo>
                  <a:close/>
                  <a:moveTo>
                    <a:pt x="239244" y="576927"/>
                  </a:moveTo>
                  <a:lnTo>
                    <a:pt x="287093" y="561638"/>
                  </a:lnTo>
                  <a:lnTo>
                    <a:pt x="247325" y="561638"/>
                  </a:lnTo>
                  <a:close/>
                  <a:moveTo>
                    <a:pt x="239244" y="576927"/>
                  </a:moveTo>
                  <a:lnTo>
                    <a:pt x="287093" y="570424"/>
                  </a:lnTo>
                  <a:lnTo>
                    <a:pt x="287093" y="561638"/>
                  </a:lnTo>
                  <a:close/>
                  <a:moveTo>
                    <a:pt x="239244" y="597523"/>
                  </a:moveTo>
                  <a:lnTo>
                    <a:pt x="287093" y="570424"/>
                  </a:lnTo>
                  <a:lnTo>
                    <a:pt x="239244" y="576927"/>
                  </a:lnTo>
                  <a:close/>
                  <a:moveTo>
                    <a:pt x="38989" y="525754"/>
                  </a:moveTo>
                  <a:lnTo>
                    <a:pt x="0" y="525754"/>
                  </a:lnTo>
                  <a:lnTo>
                    <a:pt x="0" y="561638"/>
                  </a:lnTo>
                  <a:close/>
                  <a:moveTo>
                    <a:pt x="287093" y="561638"/>
                  </a:moveTo>
                  <a:lnTo>
                    <a:pt x="287093" y="525754"/>
                  </a:lnTo>
                  <a:lnTo>
                    <a:pt x="247325" y="561638"/>
                  </a:lnTo>
                  <a:close/>
                  <a:moveTo>
                    <a:pt x="47849" y="489870"/>
                  </a:moveTo>
                  <a:lnTo>
                    <a:pt x="22943" y="489870"/>
                  </a:lnTo>
                  <a:lnTo>
                    <a:pt x="47849" y="515575"/>
                  </a:lnTo>
                  <a:close/>
                  <a:moveTo>
                    <a:pt x="47849" y="515575"/>
                  </a:moveTo>
                  <a:lnTo>
                    <a:pt x="0" y="520670"/>
                  </a:lnTo>
                  <a:lnTo>
                    <a:pt x="38989" y="525754"/>
                  </a:lnTo>
                  <a:close/>
                  <a:moveTo>
                    <a:pt x="38989" y="525754"/>
                  </a:moveTo>
                  <a:lnTo>
                    <a:pt x="0" y="520670"/>
                  </a:lnTo>
                  <a:lnTo>
                    <a:pt x="0" y="525754"/>
                  </a:lnTo>
                  <a:close/>
                  <a:moveTo>
                    <a:pt x="287093" y="489870"/>
                  </a:moveTo>
                  <a:lnTo>
                    <a:pt x="287093" y="525754"/>
                  </a:lnTo>
                  <a:lnTo>
                    <a:pt x="310613" y="525754"/>
                  </a:lnTo>
                  <a:close/>
                  <a:moveTo>
                    <a:pt x="287093" y="525754"/>
                  </a:moveTo>
                  <a:lnTo>
                    <a:pt x="287093" y="489870"/>
                  </a:lnTo>
                  <a:lnTo>
                    <a:pt x="257488" y="525754"/>
                  </a:lnTo>
                  <a:close/>
                  <a:moveTo>
                    <a:pt x="95698" y="453986"/>
                  </a:moveTo>
                  <a:lnTo>
                    <a:pt x="53091" y="453986"/>
                  </a:lnTo>
                  <a:lnTo>
                    <a:pt x="95698" y="470550"/>
                  </a:lnTo>
                  <a:close/>
                  <a:moveTo>
                    <a:pt x="95698" y="470550"/>
                  </a:moveTo>
                  <a:lnTo>
                    <a:pt x="47849" y="460057"/>
                  </a:lnTo>
                  <a:lnTo>
                    <a:pt x="75733" y="489870"/>
                  </a:lnTo>
                  <a:close/>
                  <a:moveTo>
                    <a:pt x="75733" y="489870"/>
                  </a:moveTo>
                  <a:lnTo>
                    <a:pt x="47849" y="460057"/>
                  </a:lnTo>
                  <a:lnTo>
                    <a:pt x="47849" y="489870"/>
                  </a:lnTo>
                  <a:close/>
                  <a:moveTo>
                    <a:pt x="287093" y="453986"/>
                  </a:moveTo>
                  <a:lnTo>
                    <a:pt x="287093" y="489870"/>
                  </a:lnTo>
                  <a:lnTo>
                    <a:pt x="334941" y="453986"/>
                  </a:lnTo>
                  <a:close/>
                  <a:moveTo>
                    <a:pt x="72893" y="418102"/>
                  </a:moveTo>
                  <a:lnTo>
                    <a:pt x="95698" y="453986"/>
                  </a:lnTo>
                  <a:lnTo>
                    <a:pt x="95698" y="418102"/>
                  </a:lnTo>
                  <a:close/>
                  <a:moveTo>
                    <a:pt x="138727" y="418102"/>
                  </a:moveTo>
                  <a:lnTo>
                    <a:pt x="95698" y="418102"/>
                  </a:lnTo>
                  <a:lnTo>
                    <a:pt x="95698" y="453986"/>
                  </a:lnTo>
                  <a:close/>
                  <a:moveTo>
                    <a:pt x="287093" y="453986"/>
                  </a:moveTo>
                  <a:lnTo>
                    <a:pt x="334941" y="453986"/>
                  </a:lnTo>
                  <a:lnTo>
                    <a:pt x="334941" y="418102"/>
                  </a:lnTo>
                  <a:close/>
                  <a:moveTo>
                    <a:pt x="287093" y="453986"/>
                  </a:moveTo>
                  <a:lnTo>
                    <a:pt x="334941" y="418102"/>
                  </a:lnTo>
                  <a:lnTo>
                    <a:pt x="287093" y="418102"/>
                  </a:lnTo>
                  <a:close/>
                  <a:moveTo>
                    <a:pt x="139378" y="382217"/>
                  </a:moveTo>
                  <a:lnTo>
                    <a:pt x="95698" y="382217"/>
                  </a:lnTo>
                  <a:lnTo>
                    <a:pt x="95698" y="418102"/>
                  </a:lnTo>
                  <a:close/>
                  <a:moveTo>
                    <a:pt x="287093" y="418102"/>
                  </a:moveTo>
                  <a:lnTo>
                    <a:pt x="334941" y="418102"/>
                  </a:lnTo>
                  <a:lnTo>
                    <a:pt x="334941" y="382217"/>
                  </a:lnTo>
                  <a:close/>
                  <a:moveTo>
                    <a:pt x="287093" y="418102"/>
                  </a:moveTo>
                  <a:lnTo>
                    <a:pt x="334941" y="382217"/>
                  </a:lnTo>
                  <a:lnTo>
                    <a:pt x="287093" y="382217"/>
                  </a:lnTo>
                  <a:close/>
                  <a:moveTo>
                    <a:pt x="123550" y="346333"/>
                  </a:moveTo>
                  <a:lnTo>
                    <a:pt x="95698" y="346333"/>
                  </a:lnTo>
                  <a:lnTo>
                    <a:pt x="95698" y="382217"/>
                  </a:lnTo>
                  <a:close/>
                  <a:moveTo>
                    <a:pt x="290219" y="346333"/>
                  </a:moveTo>
                  <a:lnTo>
                    <a:pt x="287093" y="374306"/>
                  </a:lnTo>
                  <a:lnTo>
                    <a:pt x="334941" y="346333"/>
                  </a:lnTo>
                  <a:close/>
                  <a:moveTo>
                    <a:pt x="334941" y="346333"/>
                  </a:moveTo>
                  <a:lnTo>
                    <a:pt x="287093" y="374306"/>
                  </a:lnTo>
                  <a:lnTo>
                    <a:pt x="287093" y="382217"/>
                  </a:lnTo>
                  <a:close/>
                  <a:moveTo>
                    <a:pt x="334941" y="346333"/>
                  </a:moveTo>
                  <a:lnTo>
                    <a:pt x="287093" y="382217"/>
                  </a:lnTo>
                  <a:lnTo>
                    <a:pt x="334941" y="382217"/>
                  </a:lnTo>
                  <a:close/>
                  <a:moveTo>
                    <a:pt x="55219" y="310449"/>
                  </a:moveTo>
                  <a:lnTo>
                    <a:pt x="95698" y="346333"/>
                  </a:lnTo>
                  <a:lnTo>
                    <a:pt x="95698" y="310449"/>
                  </a:lnTo>
                  <a:close/>
                  <a:moveTo>
                    <a:pt x="334941" y="346333"/>
                  </a:moveTo>
                  <a:lnTo>
                    <a:pt x="334941" y="310449"/>
                  </a:lnTo>
                  <a:lnTo>
                    <a:pt x="290219" y="346333"/>
                  </a:lnTo>
                  <a:close/>
                  <a:moveTo>
                    <a:pt x="334941" y="310449"/>
                  </a:moveTo>
                  <a:lnTo>
                    <a:pt x="297237" y="310449"/>
                  </a:lnTo>
                  <a:lnTo>
                    <a:pt x="290219" y="346333"/>
                  </a:lnTo>
                  <a:close/>
                  <a:moveTo>
                    <a:pt x="47849" y="274565"/>
                  </a:moveTo>
                  <a:lnTo>
                    <a:pt x="47849" y="283974"/>
                  </a:lnTo>
                  <a:lnTo>
                    <a:pt x="84836" y="274565"/>
                  </a:lnTo>
                  <a:close/>
                  <a:moveTo>
                    <a:pt x="84836" y="274565"/>
                  </a:moveTo>
                  <a:lnTo>
                    <a:pt x="55219" y="310449"/>
                  </a:lnTo>
                  <a:lnTo>
                    <a:pt x="95698" y="302267"/>
                  </a:lnTo>
                  <a:close/>
                  <a:moveTo>
                    <a:pt x="95698" y="302267"/>
                  </a:moveTo>
                  <a:lnTo>
                    <a:pt x="55219" y="310449"/>
                  </a:lnTo>
                  <a:lnTo>
                    <a:pt x="95698" y="310449"/>
                  </a:lnTo>
                  <a:close/>
                  <a:moveTo>
                    <a:pt x="334941" y="310449"/>
                  </a:moveTo>
                  <a:lnTo>
                    <a:pt x="334941" y="274565"/>
                  </a:lnTo>
                  <a:lnTo>
                    <a:pt x="297237" y="310449"/>
                  </a:lnTo>
                  <a:close/>
                  <a:moveTo>
                    <a:pt x="334941" y="274565"/>
                  </a:moveTo>
                  <a:lnTo>
                    <a:pt x="305264" y="274565"/>
                  </a:lnTo>
                  <a:lnTo>
                    <a:pt x="297237" y="310449"/>
                  </a:lnTo>
                  <a:close/>
                  <a:moveTo>
                    <a:pt x="84836" y="274565"/>
                  </a:moveTo>
                  <a:lnTo>
                    <a:pt x="82984" y="238681"/>
                  </a:lnTo>
                  <a:lnTo>
                    <a:pt x="47849" y="274565"/>
                  </a:lnTo>
                  <a:close/>
                  <a:moveTo>
                    <a:pt x="82984" y="238681"/>
                  </a:moveTo>
                  <a:lnTo>
                    <a:pt x="47849" y="238681"/>
                  </a:lnTo>
                  <a:lnTo>
                    <a:pt x="47849" y="274565"/>
                  </a:lnTo>
                  <a:close/>
                  <a:moveTo>
                    <a:pt x="334941" y="274565"/>
                  </a:moveTo>
                  <a:lnTo>
                    <a:pt x="334941" y="238681"/>
                  </a:lnTo>
                  <a:lnTo>
                    <a:pt x="305264" y="274565"/>
                  </a:lnTo>
                  <a:close/>
                  <a:moveTo>
                    <a:pt x="54860" y="202796"/>
                  </a:moveTo>
                  <a:lnTo>
                    <a:pt x="47849" y="238681"/>
                  </a:lnTo>
                  <a:lnTo>
                    <a:pt x="82984" y="238681"/>
                  </a:lnTo>
                  <a:close/>
                  <a:moveTo>
                    <a:pt x="54860" y="202796"/>
                  </a:moveTo>
                  <a:lnTo>
                    <a:pt x="82984" y="238681"/>
                  </a:lnTo>
                  <a:lnTo>
                    <a:pt x="94507" y="202796"/>
                  </a:lnTo>
                  <a:close/>
                  <a:moveTo>
                    <a:pt x="334941" y="202796"/>
                  </a:moveTo>
                  <a:lnTo>
                    <a:pt x="334941" y="238681"/>
                  </a:lnTo>
                  <a:lnTo>
                    <a:pt x="355219" y="238681"/>
                  </a:lnTo>
                  <a:close/>
                  <a:moveTo>
                    <a:pt x="334941" y="238681"/>
                  </a:moveTo>
                  <a:lnTo>
                    <a:pt x="334941" y="202796"/>
                  </a:lnTo>
                  <a:lnTo>
                    <a:pt x="312677" y="238681"/>
                  </a:lnTo>
                  <a:close/>
                  <a:moveTo>
                    <a:pt x="73331" y="166912"/>
                  </a:moveTo>
                  <a:lnTo>
                    <a:pt x="95698" y="200680"/>
                  </a:lnTo>
                  <a:lnTo>
                    <a:pt x="95698" y="166912"/>
                  </a:lnTo>
                  <a:close/>
                  <a:moveTo>
                    <a:pt x="94507" y="202796"/>
                  </a:moveTo>
                  <a:lnTo>
                    <a:pt x="95698" y="200680"/>
                  </a:lnTo>
                  <a:lnTo>
                    <a:pt x="73331" y="166912"/>
                  </a:lnTo>
                  <a:close/>
                  <a:moveTo>
                    <a:pt x="334941" y="166912"/>
                  </a:moveTo>
                  <a:lnTo>
                    <a:pt x="334941" y="202796"/>
                  </a:lnTo>
                  <a:lnTo>
                    <a:pt x="365371" y="202796"/>
                  </a:lnTo>
                  <a:close/>
                  <a:moveTo>
                    <a:pt x="142651" y="131028"/>
                  </a:moveTo>
                  <a:lnTo>
                    <a:pt x="95698" y="131028"/>
                  </a:lnTo>
                  <a:lnTo>
                    <a:pt x="95698" y="166912"/>
                  </a:lnTo>
                  <a:close/>
                  <a:moveTo>
                    <a:pt x="334941" y="161843"/>
                  </a:moveTo>
                  <a:lnTo>
                    <a:pt x="382790" y="131028"/>
                  </a:lnTo>
                  <a:lnTo>
                    <a:pt x="345683" y="131028"/>
                  </a:lnTo>
                  <a:close/>
                  <a:moveTo>
                    <a:pt x="334941" y="161843"/>
                  </a:moveTo>
                  <a:lnTo>
                    <a:pt x="382790" y="160597"/>
                  </a:lnTo>
                  <a:lnTo>
                    <a:pt x="382790" y="131028"/>
                  </a:lnTo>
                  <a:close/>
                  <a:moveTo>
                    <a:pt x="334941" y="166912"/>
                  </a:moveTo>
                  <a:lnTo>
                    <a:pt x="382790" y="160597"/>
                  </a:lnTo>
                  <a:lnTo>
                    <a:pt x="334941" y="161843"/>
                  </a:lnTo>
                  <a:close/>
                  <a:moveTo>
                    <a:pt x="143546" y="95144"/>
                  </a:moveTo>
                  <a:lnTo>
                    <a:pt x="117292" y="95144"/>
                  </a:lnTo>
                  <a:lnTo>
                    <a:pt x="143546" y="129598"/>
                  </a:lnTo>
                  <a:close/>
                  <a:moveTo>
                    <a:pt x="143546" y="129598"/>
                  </a:moveTo>
                  <a:lnTo>
                    <a:pt x="95698" y="131005"/>
                  </a:lnTo>
                  <a:lnTo>
                    <a:pt x="142651" y="131028"/>
                  </a:lnTo>
                  <a:close/>
                  <a:moveTo>
                    <a:pt x="382790" y="131028"/>
                  </a:moveTo>
                  <a:lnTo>
                    <a:pt x="382790" y="95144"/>
                  </a:lnTo>
                  <a:lnTo>
                    <a:pt x="345683" y="131028"/>
                  </a:lnTo>
                  <a:close/>
                  <a:moveTo>
                    <a:pt x="143546" y="95144"/>
                  </a:moveTo>
                  <a:lnTo>
                    <a:pt x="191395" y="59259"/>
                  </a:lnTo>
                  <a:lnTo>
                    <a:pt x="143546" y="59259"/>
                  </a:lnTo>
                  <a:close/>
                  <a:moveTo>
                    <a:pt x="334941" y="59259"/>
                  </a:moveTo>
                  <a:lnTo>
                    <a:pt x="382790" y="95144"/>
                  </a:lnTo>
                  <a:lnTo>
                    <a:pt x="382790" y="59259"/>
                  </a:lnTo>
                  <a:close/>
                  <a:moveTo>
                    <a:pt x="191395" y="59259"/>
                  </a:moveTo>
                  <a:lnTo>
                    <a:pt x="239244" y="23375"/>
                  </a:lnTo>
                  <a:lnTo>
                    <a:pt x="191395" y="23375"/>
                  </a:lnTo>
                  <a:close/>
                  <a:moveTo>
                    <a:pt x="334941" y="59259"/>
                  </a:moveTo>
                  <a:lnTo>
                    <a:pt x="382790" y="59259"/>
                  </a:lnTo>
                  <a:lnTo>
                    <a:pt x="334941" y="23375"/>
                  </a:lnTo>
                  <a:close/>
                  <a:moveTo>
                    <a:pt x="287093" y="23375"/>
                  </a:moveTo>
                  <a:lnTo>
                    <a:pt x="334941" y="59259"/>
                  </a:lnTo>
                  <a:lnTo>
                    <a:pt x="334941" y="23375"/>
                  </a:lnTo>
                  <a:close/>
                  <a:moveTo>
                    <a:pt x="239244" y="23375"/>
                  </a:moveTo>
                  <a:lnTo>
                    <a:pt x="287093" y="23375"/>
                  </a:lnTo>
                  <a:lnTo>
                    <a:pt x="287093" y="0"/>
                  </a:lnTo>
                  <a:close/>
                  <a:moveTo>
                    <a:pt x="287093" y="23375"/>
                  </a:moveTo>
                  <a:lnTo>
                    <a:pt x="239244" y="23375"/>
                  </a:lnTo>
                  <a:lnTo>
                    <a:pt x="287093" y="4065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3948" name="Candidate_B1__3947">
              <a:extLst>
                <a:ext uri="{FF2B5EF4-FFF2-40B4-BE49-F238E27FC236}">
                  <a16:creationId xmlns:a16="http://schemas.microsoft.com/office/drawing/2014/main" id="{90B4CD71-3F1C-6892-2C43-3B3CE13FD05C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303735"/>
              <a:ext cx="382790" cy="619596"/>
            </a:xfrm>
            <a:custGeom>
              <a:avLst/>
              <a:gdLst/>
              <a:ahLst/>
              <a:cxnLst/>
              <a:rect l="0" t="0" r="0" b="0"/>
              <a:pathLst>
                <a:path w="382790" h="619596">
                  <a:moveTo>
                    <a:pt x="143546" y="619596"/>
                  </a:moveTo>
                  <a:lnTo>
                    <a:pt x="191395" y="610031"/>
                  </a:lnTo>
                  <a:lnTo>
                    <a:pt x="175859" y="610031"/>
                  </a:lnTo>
                  <a:close/>
                  <a:moveTo>
                    <a:pt x="47849" y="610031"/>
                  </a:moveTo>
                  <a:lnTo>
                    <a:pt x="70308" y="610031"/>
                  </a:lnTo>
                  <a:lnTo>
                    <a:pt x="47849" y="597033"/>
                  </a:lnTo>
                  <a:close/>
                  <a:moveTo>
                    <a:pt x="191395" y="603448"/>
                  </a:moveTo>
                  <a:lnTo>
                    <a:pt x="239244" y="574147"/>
                  </a:lnTo>
                  <a:lnTo>
                    <a:pt x="226171" y="574147"/>
                  </a:lnTo>
                  <a:close/>
                  <a:moveTo>
                    <a:pt x="175859" y="610031"/>
                  </a:moveTo>
                  <a:lnTo>
                    <a:pt x="191395" y="610031"/>
                  </a:lnTo>
                  <a:lnTo>
                    <a:pt x="191395" y="603448"/>
                  </a:lnTo>
                  <a:close/>
                  <a:moveTo>
                    <a:pt x="27351" y="574147"/>
                  </a:moveTo>
                  <a:lnTo>
                    <a:pt x="22265" y="538263"/>
                  </a:lnTo>
                  <a:lnTo>
                    <a:pt x="0" y="574147"/>
                  </a:lnTo>
                  <a:close/>
                  <a:moveTo>
                    <a:pt x="226171" y="574147"/>
                  </a:moveTo>
                  <a:lnTo>
                    <a:pt x="239244" y="574147"/>
                  </a:lnTo>
                  <a:lnTo>
                    <a:pt x="239244" y="553552"/>
                  </a:lnTo>
                  <a:close/>
                  <a:moveTo>
                    <a:pt x="22265" y="538263"/>
                  </a:moveTo>
                  <a:lnTo>
                    <a:pt x="38989" y="502379"/>
                  </a:lnTo>
                  <a:lnTo>
                    <a:pt x="0" y="538263"/>
                  </a:lnTo>
                  <a:close/>
                  <a:moveTo>
                    <a:pt x="287093" y="502379"/>
                  </a:moveTo>
                  <a:lnTo>
                    <a:pt x="257488" y="502379"/>
                  </a:lnTo>
                  <a:lnTo>
                    <a:pt x="247325" y="538263"/>
                  </a:lnTo>
                  <a:close/>
                  <a:moveTo>
                    <a:pt x="287093" y="466495"/>
                  </a:moveTo>
                  <a:lnTo>
                    <a:pt x="265025" y="466495"/>
                  </a:lnTo>
                  <a:lnTo>
                    <a:pt x="257488" y="502379"/>
                  </a:lnTo>
                  <a:close/>
                  <a:moveTo>
                    <a:pt x="47849" y="466495"/>
                  </a:moveTo>
                  <a:lnTo>
                    <a:pt x="47849" y="492200"/>
                  </a:lnTo>
                  <a:lnTo>
                    <a:pt x="75733" y="466495"/>
                  </a:lnTo>
                  <a:close/>
                  <a:moveTo>
                    <a:pt x="287093" y="466495"/>
                  </a:moveTo>
                  <a:lnTo>
                    <a:pt x="287093" y="430610"/>
                  </a:lnTo>
                  <a:lnTo>
                    <a:pt x="265025" y="466495"/>
                  </a:lnTo>
                  <a:close/>
                  <a:moveTo>
                    <a:pt x="287093" y="430610"/>
                  </a:moveTo>
                  <a:lnTo>
                    <a:pt x="273149" y="430610"/>
                  </a:lnTo>
                  <a:lnTo>
                    <a:pt x="265025" y="466495"/>
                  </a:lnTo>
                  <a:close/>
                  <a:moveTo>
                    <a:pt x="116791" y="430610"/>
                  </a:moveTo>
                  <a:lnTo>
                    <a:pt x="138727" y="394726"/>
                  </a:lnTo>
                  <a:lnTo>
                    <a:pt x="95698" y="430610"/>
                  </a:lnTo>
                  <a:close/>
                  <a:moveTo>
                    <a:pt x="95698" y="430610"/>
                  </a:moveTo>
                  <a:lnTo>
                    <a:pt x="95698" y="447175"/>
                  </a:lnTo>
                  <a:lnTo>
                    <a:pt x="116791" y="430610"/>
                  </a:lnTo>
                  <a:close/>
                  <a:moveTo>
                    <a:pt x="287093" y="430610"/>
                  </a:moveTo>
                  <a:lnTo>
                    <a:pt x="287093" y="394726"/>
                  </a:lnTo>
                  <a:lnTo>
                    <a:pt x="273149" y="430610"/>
                  </a:lnTo>
                  <a:close/>
                  <a:moveTo>
                    <a:pt x="287093" y="394726"/>
                  </a:moveTo>
                  <a:lnTo>
                    <a:pt x="280562" y="394726"/>
                  </a:lnTo>
                  <a:lnTo>
                    <a:pt x="273149" y="430610"/>
                  </a:lnTo>
                  <a:close/>
                  <a:moveTo>
                    <a:pt x="138727" y="394726"/>
                  </a:moveTo>
                  <a:lnTo>
                    <a:pt x="139378" y="358842"/>
                  </a:lnTo>
                  <a:lnTo>
                    <a:pt x="95698" y="394726"/>
                  </a:lnTo>
                  <a:close/>
                  <a:moveTo>
                    <a:pt x="287093" y="394726"/>
                  </a:moveTo>
                  <a:lnTo>
                    <a:pt x="287093" y="358842"/>
                  </a:lnTo>
                  <a:lnTo>
                    <a:pt x="280562" y="394726"/>
                  </a:lnTo>
                  <a:close/>
                  <a:moveTo>
                    <a:pt x="287093" y="358842"/>
                  </a:moveTo>
                  <a:lnTo>
                    <a:pt x="285522" y="358842"/>
                  </a:lnTo>
                  <a:lnTo>
                    <a:pt x="280562" y="394726"/>
                  </a:lnTo>
                  <a:close/>
                  <a:moveTo>
                    <a:pt x="139378" y="358842"/>
                  </a:moveTo>
                  <a:lnTo>
                    <a:pt x="123550" y="322958"/>
                  </a:lnTo>
                  <a:lnTo>
                    <a:pt x="95698" y="358842"/>
                  </a:lnTo>
                  <a:close/>
                  <a:moveTo>
                    <a:pt x="285522" y="358842"/>
                  </a:moveTo>
                  <a:lnTo>
                    <a:pt x="287093" y="358842"/>
                  </a:lnTo>
                  <a:lnTo>
                    <a:pt x="287093" y="350930"/>
                  </a:lnTo>
                  <a:close/>
                  <a:moveTo>
                    <a:pt x="123550" y="322958"/>
                  </a:moveTo>
                  <a:lnTo>
                    <a:pt x="99914" y="287074"/>
                  </a:lnTo>
                  <a:lnTo>
                    <a:pt x="95698" y="322958"/>
                  </a:lnTo>
                  <a:close/>
                  <a:moveTo>
                    <a:pt x="99914" y="287074"/>
                  </a:moveTo>
                  <a:lnTo>
                    <a:pt x="95698" y="287074"/>
                  </a:lnTo>
                  <a:lnTo>
                    <a:pt x="95698" y="322958"/>
                  </a:lnTo>
                  <a:close/>
                  <a:moveTo>
                    <a:pt x="95698" y="287074"/>
                  </a:moveTo>
                  <a:lnTo>
                    <a:pt x="99914" y="287074"/>
                  </a:lnTo>
                  <a:lnTo>
                    <a:pt x="95698" y="278891"/>
                  </a:lnTo>
                  <a:close/>
                  <a:moveTo>
                    <a:pt x="334941" y="215305"/>
                  </a:moveTo>
                  <a:lnTo>
                    <a:pt x="312677" y="215305"/>
                  </a:lnTo>
                  <a:lnTo>
                    <a:pt x="305264" y="251189"/>
                  </a:lnTo>
                  <a:close/>
                  <a:moveTo>
                    <a:pt x="334941" y="179421"/>
                  </a:moveTo>
                  <a:lnTo>
                    <a:pt x="320773" y="179421"/>
                  </a:lnTo>
                  <a:lnTo>
                    <a:pt x="312677" y="215305"/>
                  </a:lnTo>
                  <a:close/>
                  <a:moveTo>
                    <a:pt x="334941" y="179421"/>
                  </a:moveTo>
                  <a:lnTo>
                    <a:pt x="334941" y="143537"/>
                  </a:lnTo>
                  <a:lnTo>
                    <a:pt x="320773" y="179421"/>
                  </a:lnTo>
                  <a:close/>
                  <a:moveTo>
                    <a:pt x="334941" y="143537"/>
                  </a:moveTo>
                  <a:lnTo>
                    <a:pt x="333015" y="143537"/>
                  </a:lnTo>
                  <a:lnTo>
                    <a:pt x="320773" y="179421"/>
                  </a:lnTo>
                  <a:close/>
                  <a:moveTo>
                    <a:pt x="118145" y="143537"/>
                  </a:moveTo>
                  <a:lnTo>
                    <a:pt x="142651" y="107653"/>
                  </a:lnTo>
                  <a:lnTo>
                    <a:pt x="95698" y="143537"/>
                  </a:lnTo>
                  <a:close/>
                  <a:moveTo>
                    <a:pt x="95698" y="143537"/>
                  </a:moveTo>
                  <a:lnTo>
                    <a:pt x="95698" y="177305"/>
                  </a:lnTo>
                  <a:lnTo>
                    <a:pt x="118145" y="143537"/>
                  </a:lnTo>
                  <a:close/>
                  <a:moveTo>
                    <a:pt x="333015" y="143537"/>
                  </a:moveTo>
                  <a:lnTo>
                    <a:pt x="334941" y="143537"/>
                  </a:lnTo>
                  <a:lnTo>
                    <a:pt x="334941" y="138467"/>
                  </a:lnTo>
                  <a:close/>
                  <a:moveTo>
                    <a:pt x="382790" y="71768"/>
                  </a:moveTo>
                  <a:lnTo>
                    <a:pt x="349687" y="71768"/>
                  </a:lnTo>
                  <a:lnTo>
                    <a:pt x="345683" y="107653"/>
                  </a:lnTo>
                  <a:close/>
                  <a:moveTo>
                    <a:pt x="169676" y="71768"/>
                  </a:moveTo>
                  <a:lnTo>
                    <a:pt x="191395" y="46456"/>
                  </a:lnTo>
                  <a:lnTo>
                    <a:pt x="143546" y="71768"/>
                  </a:lnTo>
                  <a:close/>
                  <a:moveTo>
                    <a:pt x="143546" y="71768"/>
                  </a:moveTo>
                  <a:lnTo>
                    <a:pt x="191395" y="46456"/>
                  </a:lnTo>
                  <a:lnTo>
                    <a:pt x="191395" y="35884"/>
                  </a:lnTo>
                  <a:close/>
                  <a:moveTo>
                    <a:pt x="143546" y="71768"/>
                  </a:moveTo>
                  <a:lnTo>
                    <a:pt x="143546" y="106223"/>
                  </a:lnTo>
                  <a:lnTo>
                    <a:pt x="169676" y="71768"/>
                  </a:lnTo>
                  <a:close/>
                  <a:moveTo>
                    <a:pt x="334941" y="39186"/>
                  </a:moveTo>
                  <a:lnTo>
                    <a:pt x="349687" y="71768"/>
                  </a:lnTo>
                  <a:lnTo>
                    <a:pt x="334941" y="35884"/>
                  </a:lnTo>
                  <a:close/>
                  <a:moveTo>
                    <a:pt x="334941" y="35884"/>
                  </a:moveTo>
                  <a:lnTo>
                    <a:pt x="349687" y="71768"/>
                  </a:lnTo>
                  <a:lnTo>
                    <a:pt x="382790" y="71768"/>
                  </a:lnTo>
                  <a:close/>
                  <a:moveTo>
                    <a:pt x="206472" y="35884"/>
                  </a:moveTo>
                  <a:lnTo>
                    <a:pt x="239244" y="20149"/>
                  </a:lnTo>
                  <a:lnTo>
                    <a:pt x="191395" y="35884"/>
                  </a:lnTo>
                  <a:close/>
                  <a:moveTo>
                    <a:pt x="191395" y="35884"/>
                  </a:moveTo>
                  <a:lnTo>
                    <a:pt x="239244" y="20149"/>
                  </a:lnTo>
                  <a:lnTo>
                    <a:pt x="239244" y="0"/>
                  </a:lnTo>
                  <a:close/>
                  <a:moveTo>
                    <a:pt x="191395" y="35884"/>
                  </a:moveTo>
                  <a:lnTo>
                    <a:pt x="191395" y="46456"/>
                  </a:lnTo>
                  <a:lnTo>
                    <a:pt x="206472" y="35884"/>
                  </a:lnTo>
                  <a:close/>
                  <a:moveTo>
                    <a:pt x="287093" y="17282"/>
                  </a:moveTo>
                  <a:lnTo>
                    <a:pt x="331872" y="35884"/>
                  </a:lnTo>
                  <a:lnTo>
                    <a:pt x="287093" y="0"/>
                  </a:lnTo>
                  <a:close/>
                  <a:moveTo>
                    <a:pt x="287093" y="0"/>
                  </a:moveTo>
                  <a:lnTo>
                    <a:pt x="331872" y="35884"/>
                  </a:lnTo>
                  <a:lnTo>
                    <a:pt x="334941" y="35884"/>
                  </a:lnTo>
                  <a:close/>
                  <a:moveTo>
                    <a:pt x="334941" y="39186"/>
                  </a:moveTo>
                  <a:lnTo>
                    <a:pt x="334941" y="35884"/>
                  </a:lnTo>
                  <a:lnTo>
                    <a:pt x="331872" y="35884"/>
                  </a:lnTo>
                  <a:close/>
                  <a:moveTo>
                    <a:pt x="239244" y="0"/>
                  </a:moveTo>
                  <a:lnTo>
                    <a:pt x="239244" y="20149"/>
                  </a:lnTo>
                  <a:lnTo>
                    <a:pt x="287093" y="17282"/>
                  </a:lnTo>
                  <a:close/>
                  <a:moveTo>
                    <a:pt x="70308" y="610031"/>
                  </a:moveTo>
                  <a:lnTo>
                    <a:pt x="95698" y="618697"/>
                  </a:lnTo>
                  <a:lnTo>
                    <a:pt x="95698" y="610031"/>
                  </a:lnTo>
                  <a:close/>
                  <a:moveTo>
                    <a:pt x="95698" y="610031"/>
                  </a:moveTo>
                  <a:lnTo>
                    <a:pt x="47849" y="597033"/>
                  </a:lnTo>
                  <a:lnTo>
                    <a:pt x="70308" y="610031"/>
                  </a:lnTo>
                  <a:close/>
                  <a:moveTo>
                    <a:pt x="47849" y="574147"/>
                  </a:moveTo>
                  <a:lnTo>
                    <a:pt x="47849" y="597033"/>
                  </a:lnTo>
                  <a:lnTo>
                    <a:pt x="95698" y="610031"/>
                  </a:lnTo>
                  <a:close/>
                  <a:moveTo>
                    <a:pt x="143546" y="610031"/>
                  </a:moveTo>
                  <a:lnTo>
                    <a:pt x="95698" y="618697"/>
                  </a:lnTo>
                  <a:lnTo>
                    <a:pt x="143546" y="619596"/>
                  </a:lnTo>
                  <a:close/>
                  <a:moveTo>
                    <a:pt x="143546" y="610031"/>
                  </a:moveTo>
                  <a:lnTo>
                    <a:pt x="95698" y="610031"/>
                  </a:lnTo>
                  <a:lnTo>
                    <a:pt x="95698" y="618697"/>
                  </a:lnTo>
                  <a:close/>
                  <a:moveTo>
                    <a:pt x="143546" y="610031"/>
                  </a:moveTo>
                  <a:lnTo>
                    <a:pt x="143546" y="619596"/>
                  </a:lnTo>
                  <a:lnTo>
                    <a:pt x="175859" y="610031"/>
                  </a:lnTo>
                  <a:close/>
                  <a:moveTo>
                    <a:pt x="191395" y="574147"/>
                  </a:moveTo>
                  <a:lnTo>
                    <a:pt x="175859" y="610031"/>
                  </a:lnTo>
                  <a:lnTo>
                    <a:pt x="191395" y="603448"/>
                  </a:lnTo>
                  <a:close/>
                  <a:moveTo>
                    <a:pt x="143546" y="610031"/>
                  </a:moveTo>
                  <a:lnTo>
                    <a:pt x="175859" y="610031"/>
                  </a:lnTo>
                  <a:lnTo>
                    <a:pt x="191395" y="574147"/>
                  </a:lnTo>
                  <a:close/>
                  <a:moveTo>
                    <a:pt x="27351" y="574147"/>
                  </a:moveTo>
                  <a:lnTo>
                    <a:pt x="47849" y="597033"/>
                  </a:lnTo>
                  <a:lnTo>
                    <a:pt x="47849" y="574147"/>
                  </a:lnTo>
                  <a:close/>
                  <a:moveTo>
                    <a:pt x="22265" y="538263"/>
                  </a:moveTo>
                  <a:lnTo>
                    <a:pt x="27351" y="574147"/>
                  </a:lnTo>
                  <a:lnTo>
                    <a:pt x="47849" y="574147"/>
                  </a:lnTo>
                  <a:close/>
                  <a:moveTo>
                    <a:pt x="191395" y="574147"/>
                  </a:moveTo>
                  <a:lnTo>
                    <a:pt x="191395" y="603448"/>
                  </a:lnTo>
                  <a:lnTo>
                    <a:pt x="226171" y="574147"/>
                  </a:lnTo>
                  <a:close/>
                  <a:moveTo>
                    <a:pt x="239244" y="538263"/>
                  </a:moveTo>
                  <a:lnTo>
                    <a:pt x="226171" y="574147"/>
                  </a:lnTo>
                  <a:lnTo>
                    <a:pt x="239244" y="553552"/>
                  </a:lnTo>
                  <a:close/>
                  <a:moveTo>
                    <a:pt x="191395" y="574147"/>
                  </a:moveTo>
                  <a:lnTo>
                    <a:pt x="226171" y="574147"/>
                  </a:lnTo>
                  <a:lnTo>
                    <a:pt x="239244" y="538263"/>
                  </a:lnTo>
                  <a:close/>
                  <a:moveTo>
                    <a:pt x="38989" y="502379"/>
                  </a:moveTo>
                  <a:lnTo>
                    <a:pt x="47849" y="538263"/>
                  </a:lnTo>
                  <a:lnTo>
                    <a:pt x="47849" y="502379"/>
                  </a:lnTo>
                  <a:close/>
                  <a:moveTo>
                    <a:pt x="38989" y="502379"/>
                  </a:moveTo>
                  <a:lnTo>
                    <a:pt x="22265" y="538263"/>
                  </a:lnTo>
                  <a:lnTo>
                    <a:pt x="47849" y="538263"/>
                  </a:lnTo>
                  <a:close/>
                  <a:moveTo>
                    <a:pt x="239244" y="538263"/>
                  </a:moveTo>
                  <a:lnTo>
                    <a:pt x="239244" y="553552"/>
                  </a:lnTo>
                  <a:lnTo>
                    <a:pt x="247325" y="538263"/>
                  </a:lnTo>
                  <a:close/>
                  <a:moveTo>
                    <a:pt x="239244" y="502379"/>
                  </a:moveTo>
                  <a:lnTo>
                    <a:pt x="247325" y="538263"/>
                  </a:lnTo>
                  <a:lnTo>
                    <a:pt x="257488" y="502379"/>
                  </a:lnTo>
                  <a:close/>
                  <a:moveTo>
                    <a:pt x="239244" y="502379"/>
                  </a:moveTo>
                  <a:lnTo>
                    <a:pt x="239244" y="538263"/>
                  </a:lnTo>
                  <a:lnTo>
                    <a:pt x="247325" y="538263"/>
                  </a:lnTo>
                  <a:close/>
                  <a:moveTo>
                    <a:pt x="47849" y="492200"/>
                  </a:moveTo>
                  <a:lnTo>
                    <a:pt x="38989" y="502379"/>
                  </a:lnTo>
                  <a:lnTo>
                    <a:pt x="47849" y="502379"/>
                  </a:lnTo>
                  <a:close/>
                  <a:moveTo>
                    <a:pt x="47849" y="502379"/>
                  </a:moveTo>
                  <a:lnTo>
                    <a:pt x="75733" y="466495"/>
                  </a:lnTo>
                  <a:lnTo>
                    <a:pt x="47849" y="492200"/>
                  </a:lnTo>
                  <a:close/>
                  <a:moveTo>
                    <a:pt x="95698" y="466495"/>
                  </a:moveTo>
                  <a:lnTo>
                    <a:pt x="75733" y="466495"/>
                  </a:lnTo>
                  <a:lnTo>
                    <a:pt x="47849" y="502379"/>
                  </a:lnTo>
                  <a:close/>
                  <a:moveTo>
                    <a:pt x="239244" y="466495"/>
                  </a:moveTo>
                  <a:lnTo>
                    <a:pt x="257488" y="502379"/>
                  </a:lnTo>
                  <a:lnTo>
                    <a:pt x="265025" y="466495"/>
                  </a:lnTo>
                  <a:close/>
                  <a:moveTo>
                    <a:pt x="239244" y="466495"/>
                  </a:moveTo>
                  <a:lnTo>
                    <a:pt x="239244" y="502379"/>
                  </a:lnTo>
                  <a:lnTo>
                    <a:pt x="257488" y="502379"/>
                  </a:lnTo>
                  <a:close/>
                  <a:moveTo>
                    <a:pt x="95698" y="447175"/>
                  </a:moveTo>
                  <a:lnTo>
                    <a:pt x="75733" y="466495"/>
                  </a:lnTo>
                  <a:lnTo>
                    <a:pt x="95698" y="466495"/>
                  </a:lnTo>
                  <a:close/>
                  <a:moveTo>
                    <a:pt x="95698" y="466495"/>
                  </a:moveTo>
                  <a:lnTo>
                    <a:pt x="116791" y="430610"/>
                  </a:lnTo>
                  <a:lnTo>
                    <a:pt x="95698" y="447175"/>
                  </a:lnTo>
                  <a:close/>
                  <a:moveTo>
                    <a:pt x="143546" y="430610"/>
                  </a:moveTo>
                  <a:lnTo>
                    <a:pt x="116791" y="430610"/>
                  </a:lnTo>
                  <a:lnTo>
                    <a:pt x="95698" y="466495"/>
                  </a:lnTo>
                  <a:close/>
                  <a:moveTo>
                    <a:pt x="239244" y="430610"/>
                  </a:moveTo>
                  <a:lnTo>
                    <a:pt x="265025" y="466495"/>
                  </a:lnTo>
                  <a:lnTo>
                    <a:pt x="273149" y="430610"/>
                  </a:lnTo>
                  <a:close/>
                  <a:moveTo>
                    <a:pt x="239244" y="430610"/>
                  </a:moveTo>
                  <a:lnTo>
                    <a:pt x="239244" y="466495"/>
                  </a:lnTo>
                  <a:lnTo>
                    <a:pt x="265025" y="466495"/>
                  </a:lnTo>
                  <a:close/>
                  <a:moveTo>
                    <a:pt x="138727" y="394726"/>
                  </a:moveTo>
                  <a:lnTo>
                    <a:pt x="143546" y="430610"/>
                  </a:lnTo>
                  <a:lnTo>
                    <a:pt x="143546" y="394726"/>
                  </a:lnTo>
                  <a:close/>
                  <a:moveTo>
                    <a:pt x="138727" y="394726"/>
                  </a:moveTo>
                  <a:lnTo>
                    <a:pt x="116791" y="430610"/>
                  </a:lnTo>
                  <a:lnTo>
                    <a:pt x="143546" y="430610"/>
                  </a:lnTo>
                  <a:close/>
                  <a:moveTo>
                    <a:pt x="143546" y="430610"/>
                  </a:moveTo>
                  <a:lnTo>
                    <a:pt x="191395" y="394726"/>
                  </a:lnTo>
                  <a:lnTo>
                    <a:pt x="143546" y="394726"/>
                  </a:lnTo>
                  <a:close/>
                  <a:moveTo>
                    <a:pt x="239244" y="394726"/>
                  </a:moveTo>
                  <a:lnTo>
                    <a:pt x="273149" y="430610"/>
                  </a:lnTo>
                  <a:lnTo>
                    <a:pt x="280562" y="394726"/>
                  </a:lnTo>
                  <a:close/>
                  <a:moveTo>
                    <a:pt x="239244" y="394726"/>
                  </a:moveTo>
                  <a:lnTo>
                    <a:pt x="239244" y="430610"/>
                  </a:lnTo>
                  <a:lnTo>
                    <a:pt x="273149" y="430610"/>
                  </a:lnTo>
                  <a:close/>
                  <a:moveTo>
                    <a:pt x="139378" y="358842"/>
                  </a:moveTo>
                  <a:lnTo>
                    <a:pt x="143546" y="394726"/>
                  </a:lnTo>
                  <a:lnTo>
                    <a:pt x="143546" y="358842"/>
                  </a:lnTo>
                  <a:close/>
                  <a:moveTo>
                    <a:pt x="139378" y="358842"/>
                  </a:moveTo>
                  <a:lnTo>
                    <a:pt x="138727" y="394726"/>
                  </a:lnTo>
                  <a:lnTo>
                    <a:pt x="143546" y="394726"/>
                  </a:lnTo>
                  <a:close/>
                  <a:moveTo>
                    <a:pt x="143546" y="394726"/>
                  </a:moveTo>
                  <a:lnTo>
                    <a:pt x="191395" y="394726"/>
                  </a:lnTo>
                  <a:lnTo>
                    <a:pt x="191395" y="358842"/>
                  </a:lnTo>
                  <a:close/>
                  <a:moveTo>
                    <a:pt x="143546" y="394726"/>
                  </a:moveTo>
                  <a:lnTo>
                    <a:pt x="191395" y="358842"/>
                  </a:lnTo>
                  <a:lnTo>
                    <a:pt x="143546" y="358842"/>
                  </a:lnTo>
                  <a:close/>
                  <a:moveTo>
                    <a:pt x="239244" y="358842"/>
                  </a:moveTo>
                  <a:lnTo>
                    <a:pt x="280562" y="394726"/>
                  </a:lnTo>
                  <a:lnTo>
                    <a:pt x="285522" y="358842"/>
                  </a:lnTo>
                  <a:close/>
                  <a:moveTo>
                    <a:pt x="239244" y="358842"/>
                  </a:moveTo>
                  <a:lnTo>
                    <a:pt x="239244" y="394726"/>
                  </a:lnTo>
                  <a:lnTo>
                    <a:pt x="280562" y="394726"/>
                  </a:lnTo>
                  <a:close/>
                  <a:moveTo>
                    <a:pt x="123550" y="322958"/>
                  </a:moveTo>
                  <a:lnTo>
                    <a:pt x="143546" y="358842"/>
                  </a:lnTo>
                  <a:lnTo>
                    <a:pt x="143546" y="322958"/>
                  </a:lnTo>
                  <a:close/>
                  <a:moveTo>
                    <a:pt x="123550" y="322958"/>
                  </a:moveTo>
                  <a:lnTo>
                    <a:pt x="139378" y="358842"/>
                  </a:lnTo>
                  <a:lnTo>
                    <a:pt x="143546" y="358842"/>
                  </a:lnTo>
                  <a:close/>
                  <a:moveTo>
                    <a:pt x="287093" y="322958"/>
                  </a:moveTo>
                  <a:lnTo>
                    <a:pt x="285522" y="358842"/>
                  </a:lnTo>
                  <a:lnTo>
                    <a:pt x="287093" y="350930"/>
                  </a:lnTo>
                  <a:close/>
                  <a:moveTo>
                    <a:pt x="239244" y="358842"/>
                  </a:moveTo>
                  <a:lnTo>
                    <a:pt x="285522" y="358842"/>
                  </a:lnTo>
                  <a:lnTo>
                    <a:pt x="287093" y="322958"/>
                  </a:lnTo>
                  <a:close/>
                  <a:moveTo>
                    <a:pt x="99914" y="287074"/>
                  </a:moveTo>
                  <a:lnTo>
                    <a:pt x="123550" y="322958"/>
                  </a:lnTo>
                  <a:lnTo>
                    <a:pt x="143546" y="322958"/>
                  </a:lnTo>
                  <a:close/>
                  <a:moveTo>
                    <a:pt x="239244" y="322958"/>
                  </a:moveTo>
                  <a:lnTo>
                    <a:pt x="287093" y="322958"/>
                  </a:lnTo>
                  <a:lnTo>
                    <a:pt x="287093" y="287074"/>
                  </a:lnTo>
                  <a:close/>
                  <a:moveTo>
                    <a:pt x="287093" y="322958"/>
                  </a:moveTo>
                  <a:lnTo>
                    <a:pt x="287093" y="350930"/>
                  </a:lnTo>
                  <a:lnTo>
                    <a:pt x="290219" y="322958"/>
                  </a:lnTo>
                  <a:close/>
                  <a:moveTo>
                    <a:pt x="287093" y="287074"/>
                  </a:moveTo>
                  <a:lnTo>
                    <a:pt x="290219" y="322958"/>
                  </a:lnTo>
                  <a:lnTo>
                    <a:pt x="297237" y="287074"/>
                  </a:lnTo>
                  <a:close/>
                  <a:moveTo>
                    <a:pt x="287093" y="287074"/>
                  </a:moveTo>
                  <a:lnTo>
                    <a:pt x="287093" y="322958"/>
                  </a:lnTo>
                  <a:lnTo>
                    <a:pt x="290219" y="322958"/>
                  </a:lnTo>
                  <a:close/>
                  <a:moveTo>
                    <a:pt x="143546" y="287074"/>
                  </a:moveTo>
                  <a:lnTo>
                    <a:pt x="95698" y="278891"/>
                  </a:lnTo>
                  <a:lnTo>
                    <a:pt x="99914" y="287074"/>
                  </a:lnTo>
                  <a:close/>
                  <a:moveTo>
                    <a:pt x="95698" y="251189"/>
                  </a:moveTo>
                  <a:lnTo>
                    <a:pt x="95698" y="278891"/>
                  </a:lnTo>
                  <a:lnTo>
                    <a:pt x="143546" y="287074"/>
                  </a:lnTo>
                  <a:close/>
                  <a:moveTo>
                    <a:pt x="287093" y="251189"/>
                  </a:moveTo>
                  <a:lnTo>
                    <a:pt x="297237" y="287074"/>
                  </a:lnTo>
                  <a:lnTo>
                    <a:pt x="305264" y="251189"/>
                  </a:lnTo>
                  <a:close/>
                  <a:moveTo>
                    <a:pt x="287093" y="251189"/>
                  </a:moveTo>
                  <a:lnTo>
                    <a:pt x="287093" y="287074"/>
                  </a:lnTo>
                  <a:lnTo>
                    <a:pt x="297237" y="287074"/>
                  </a:lnTo>
                  <a:close/>
                  <a:moveTo>
                    <a:pt x="84836" y="251189"/>
                  </a:moveTo>
                  <a:lnTo>
                    <a:pt x="95698" y="278891"/>
                  </a:lnTo>
                  <a:lnTo>
                    <a:pt x="95698" y="251189"/>
                  </a:lnTo>
                  <a:close/>
                  <a:moveTo>
                    <a:pt x="82984" y="215305"/>
                  </a:moveTo>
                  <a:lnTo>
                    <a:pt x="95698" y="251189"/>
                  </a:lnTo>
                  <a:lnTo>
                    <a:pt x="95698" y="215305"/>
                  </a:lnTo>
                  <a:close/>
                  <a:moveTo>
                    <a:pt x="82984" y="215305"/>
                  </a:moveTo>
                  <a:lnTo>
                    <a:pt x="84836" y="251189"/>
                  </a:lnTo>
                  <a:lnTo>
                    <a:pt x="95698" y="251189"/>
                  </a:lnTo>
                  <a:close/>
                  <a:moveTo>
                    <a:pt x="287093" y="215305"/>
                  </a:moveTo>
                  <a:lnTo>
                    <a:pt x="305264" y="251189"/>
                  </a:lnTo>
                  <a:lnTo>
                    <a:pt x="312677" y="215305"/>
                  </a:lnTo>
                  <a:close/>
                  <a:moveTo>
                    <a:pt x="287093" y="215305"/>
                  </a:moveTo>
                  <a:lnTo>
                    <a:pt x="287093" y="251189"/>
                  </a:lnTo>
                  <a:lnTo>
                    <a:pt x="305264" y="251189"/>
                  </a:lnTo>
                  <a:close/>
                  <a:moveTo>
                    <a:pt x="94507" y="179421"/>
                  </a:moveTo>
                  <a:lnTo>
                    <a:pt x="95698" y="215305"/>
                  </a:lnTo>
                  <a:lnTo>
                    <a:pt x="95698" y="179421"/>
                  </a:lnTo>
                  <a:close/>
                  <a:moveTo>
                    <a:pt x="94507" y="179421"/>
                  </a:moveTo>
                  <a:lnTo>
                    <a:pt x="82984" y="215305"/>
                  </a:lnTo>
                  <a:lnTo>
                    <a:pt x="95698" y="215305"/>
                  </a:lnTo>
                  <a:close/>
                  <a:moveTo>
                    <a:pt x="287093" y="179421"/>
                  </a:moveTo>
                  <a:lnTo>
                    <a:pt x="312677" y="215305"/>
                  </a:lnTo>
                  <a:lnTo>
                    <a:pt x="320773" y="179421"/>
                  </a:lnTo>
                  <a:close/>
                  <a:moveTo>
                    <a:pt x="95698" y="177305"/>
                  </a:moveTo>
                  <a:lnTo>
                    <a:pt x="94507" y="179421"/>
                  </a:lnTo>
                  <a:lnTo>
                    <a:pt x="95698" y="179421"/>
                  </a:lnTo>
                  <a:close/>
                  <a:moveTo>
                    <a:pt x="95698" y="179421"/>
                  </a:moveTo>
                  <a:lnTo>
                    <a:pt x="118145" y="143537"/>
                  </a:lnTo>
                  <a:lnTo>
                    <a:pt x="95698" y="177305"/>
                  </a:lnTo>
                  <a:close/>
                  <a:moveTo>
                    <a:pt x="143546" y="143537"/>
                  </a:moveTo>
                  <a:lnTo>
                    <a:pt x="118145" y="143537"/>
                  </a:lnTo>
                  <a:lnTo>
                    <a:pt x="95698" y="179421"/>
                  </a:lnTo>
                  <a:close/>
                  <a:moveTo>
                    <a:pt x="287093" y="143537"/>
                  </a:moveTo>
                  <a:lnTo>
                    <a:pt x="320773" y="179421"/>
                  </a:lnTo>
                  <a:lnTo>
                    <a:pt x="333015" y="143537"/>
                  </a:lnTo>
                  <a:close/>
                  <a:moveTo>
                    <a:pt x="142651" y="107653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142651" y="107653"/>
                  </a:moveTo>
                  <a:lnTo>
                    <a:pt x="118145" y="143537"/>
                  </a:lnTo>
                  <a:lnTo>
                    <a:pt x="143546" y="143537"/>
                  </a:lnTo>
                  <a:close/>
                  <a:moveTo>
                    <a:pt x="334941" y="107653"/>
                  </a:moveTo>
                  <a:lnTo>
                    <a:pt x="333015" y="143537"/>
                  </a:lnTo>
                  <a:lnTo>
                    <a:pt x="334941" y="138467"/>
                  </a:lnTo>
                  <a:close/>
                  <a:moveTo>
                    <a:pt x="287093" y="143537"/>
                  </a:moveTo>
                  <a:lnTo>
                    <a:pt x="333015" y="143537"/>
                  </a:lnTo>
                  <a:lnTo>
                    <a:pt x="334941" y="107653"/>
                  </a:lnTo>
                  <a:close/>
                  <a:moveTo>
                    <a:pt x="143546" y="106223"/>
                  </a:moveTo>
                  <a:lnTo>
                    <a:pt x="142651" y="107653"/>
                  </a:lnTo>
                  <a:lnTo>
                    <a:pt x="143546" y="107653"/>
                  </a:lnTo>
                  <a:close/>
                  <a:moveTo>
                    <a:pt x="143546" y="107653"/>
                  </a:moveTo>
                  <a:lnTo>
                    <a:pt x="169676" y="71768"/>
                  </a:lnTo>
                  <a:lnTo>
                    <a:pt x="143546" y="106223"/>
                  </a:lnTo>
                  <a:close/>
                  <a:moveTo>
                    <a:pt x="191395" y="71768"/>
                  </a:moveTo>
                  <a:lnTo>
                    <a:pt x="169676" y="71768"/>
                  </a:lnTo>
                  <a:lnTo>
                    <a:pt x="143546" y="107653"/>
                  </a:lnTo>
                  <a:close/>
                  <a:moveTo>
                    <a:pt x="334941" y="107653"/>
                  </a:moveTo>
                  <a:lnTo>
                    <a:pt x="334941" y="138467"/>
                  </a:lnTo>
                  <a:lnTo>
                    <a:pt x="345683" y="107653"/>
                  </a:lnTo>
                  <a:close/>
                  <a:moveTo>
                    <a:pt x="334941" y="71768"/>
                  </a:moveTo>
                  <a:lnTo>
                    <a:pt x="345683" y="107653"/>
                  </a:lnTo>
                  <a:lnTo>
                    <a:pt x="349687" y="71768"/>
                  </a:lnTo>
                  <a:close/>
                  <a:moveTo>
                    <a:pt x="334941" y="71768"/>
                  </a:moveTo>
                  <a:lnTo>
                    <a:pt x="334941" y="107653"/>
                  </a:lnTo>
                  <a:lnTo>
                    <a:pt x="345683" y="107653"/>
                  </a:lnTo>
                  <a:close/>
                  <a:moveTo>
                    <a:pt x="191395" y="46456"/>
                  </a:moveTo>
                  <a:lnTo>
                    <a:pt x="169676" y="71768"/>
                  </a:lnTo>
                  <a:lnTo>
                    <a:pt x="191395" y="71768"/>
                  </a:lnTo>
                  <a:close/>
                  <a:moveTo>
                    <a:pt x="191395" y="71768"/>
                  </a:moveTo>
                  <a:lnTo>
                    <a:pt x="206472" y="35884"/>
                  </a:lnTo>
                  <a:lnTo>
                    <a:pt x="191395" y="46456"/>
                  </a:lnTo>
                  <a:close/>
                  <a:moveTo>
                    <a:pt x="239244" y="35884"/>
                  </a:moveTo>
                  <a:lnTo>
                    <a:pt x="206472" y="35884"/>
                  </a:lnTo>
                  <a:lnTo>
                    <a:pt x="191395" y="71768"/>
                  </a:lnTo>
                  <a:close/>
                  <a:moveTo>
                    <a:pt x="287093" y="35884"/>
                  </a:moveTo>
                  <a:lnTo>
                    <a:pt x="334941" y="39186"/>
                  </a:lnTo>
                  <a:lnTo>
                    <a:pt x="331872" y="35884"/>
                  </a:lnTo>
                  <a:close/>
                  <a:moveTo>
                    <a:pt x="334941" y="71768"/>
                  </a:moveTo>
                  <a:lnTo>
                    <a:pt x="334941" y="39186"/>
                  </a:lnTo>
                  <a:lnTo>
                    <a:pt x="287093" y="35884"/>
                  </a:lnTo>
                  <a:close/>
                  <a:moveTo>
                    <a:pt x="334941" y="71768"/>
                  </a:moveTo>
                  <a:lnTo>
                    <a:pt x="349687" y="71768"/>
                  </a:lnTo>
                  <a:lnTo>
                    <a:pt x="334941" y="39186"/>
                  </a:lnTo>
                  <a:close/>
                  <a:moveTo>
                    <a:pt x="239244" y="20149"/>
                  </a:moveTo>
                  <a:lnTo>
                    <a:pt x="206472" y="35884"/>
                  </a:lnTo>
                  <a:lnTo>
                    <a:pt x="239244" y="35884"/>
                  </a:lnTo>
                  <a:close/>
                  <a:moveTo>
                    <a:pt x="239244" y="35884"/>
                  </a:moveTo>
                  <a:lnTo>
                    <a:pt x="287093" y="17282"/>
                  </a:lnTo>
                  <a:lnTo>
                    <a:pt x="239244" y="20149"/>
                  </a:lnTo>
                  <a:close/>
                  <a:moveTo>
                    <a:pt x="239244" y="35884"/>
                  </a:moveTo>
                  <a:lnTo>
                    <a:pt x="287093" y="35884"/>
                  </a:lnTo>
                  <a:lnTo>
                    <a:pt x="287093" y="17282"/>
                  </a:lnTo>
                  <a:close/>
                  <a:moveTo>
                    <a:pt x="287093" y="35884"/>
                  </a:moveTo>
                  <a:lnTo>
                    <a:pt x="331872" y="35884"/>
                  </a:lnTo>
                  <a:lnTo>
                    <a:pt x="287093" y="17282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3949" name="Candidate_B1__3948">
              <a:extLst>
                <a:ext uri="{FF2B5EF4-FFF2-40B4-BE49-F238E27FC236}">
                  <a16:creationId xmlns:a16="http://schemas.microsoft.com/office/drawing/2014/main" id="{6E2E392E-472D-56A4-7AAE-B7B84631FACB}"/>
                </a:ext>
              </a:extLst>
            </p:cNvPr>
            <p:cNvSpPr>
              <a:spLocks noGrp="1"/>
            </p:cNvSpPr>
            <p:nvPr/>
          </p:nvSpPr>
          <p:spPr>
            <a:xfrm>
              <a:off x="4156913" y="2339619"/>
              <a:ext cx="312676" cy="574147"/>
            </a:xfrm>
            <a:custGeom>
              <a:avLst/>
              <a:gdLst/>
              <a:ahLst/>
              <a:cxnLst/>
              <a:rect l="0" t="0" r="0" b="0"/>
              <a:pathLst>
                <a:path w="312676" h="574147">
                  <a:moveTo>
                    <a:pt x="73432" y="538263"/>
                  </a:moveTo>
                  <a:lnTo>
                    <a:pt x="25583" y="538263"/>
                  </a:lnTo>
                  <a:lnTo>
                    <a:pt x="73432" y="574147"/>
                  </a:lnTo>
                  <a:close/>
                  <a:moveTo>
                    <a:pt x="73432" y="574147"/>
                  </a:moveTo>
                  <a:lnTo>
                    <a:pt x="121281" y="574147"/>
                  </a:lnTo>
                  <a:lnTo>
                    <a:pt x="121281" y="538263"/>
                  </a:lnTo>
                  <a:close/>
                  <a:moveTo>
                    <a:pt x="73432" y="574147"/>
                  </a:moveTo>
                  <a:lnTo>
                    <a:pt x="121281" y="538263"/>
                  </a:lnTo>
                  <a:lnTo>
                    <a:pt x="73432" y="538263"/>
                  </a:lnTo>
                  <a:close/>
                  <a:moveTo>
                    <a:pt x="121281" y="538263"/>
                  </a:moveTo>
                  <a:lnTo>
                    <a:pt x="121281" y="574147"/>
                  </a:lnTo>
                  <a:lnTo>
                    <a:pt x="169130" y="538263"/>
                  </a:lnTo>
                  <a:close/>
                  <a:moveTo>
                    <a:pt x="0" y="502379"/>
                  </a:moveTo>
                  <a:lnTo>
                    <a:pt x="25583" y="538263"/>
                  </a:lnTo>
                  <a:lnTo>
                    <a:pt x="25583" y="502379"/>
                  </a:lnTo>
                  <a:close/>
                  <a:moveTo>
                    <a:pt x="25583" y="538263"/>
                  </a:moveTo>
                  <a:lnTo>
                    <a:pt x="73432" y="538263"/>
                  </a:lnTo>
                  <a:lnTo>
                    <a:pt x="73432" y="502379"/>
                  </a:lnTo>
                  <a:close/>
                  <a:moveTo>
                    <a:pt x="25583" y="538263"/>
                  </a:moveTo>
                  <a:lnTo>
                    <a:pt x="73432" y="502379"/>
                  </a:lnTo>
                  <a:lnTo>
                    <a:pt x="25583" y="502379"/>
                  </a:lnTo>
                  <a:close/>
                  <a:moveTo>
                    <a:pt x="121281" y="538263"/>
                  </a:moveTo>
                  <a:lnTo>
                    <a:pt x="169130" y="538263"/>
                  </a:lnTo>
                  <a:lnTo>
                    <a:pt x="169130" y="502379"/>
                  </a:lnTo>
                  <a:close/>
                  <a:moveTo>
                    <a:pt x="169130" y="502379"/>
                  </a:moveTo>
                  <a:lnTo>
                    <a:pt x="169130" y="538263"/>
                  </a:lnTo>
                  <a:lnTo>
                    <a:pt x="216978" y="502379"/>
                  </a:lnTo>
                  <a:close/>
                  <a:moveTo>
                    <a:pt x="25583" y="502379"/>
                  </a:moveTo>
                  <a:lnTo>
                    <a:pt x="73432" y="502379"/>
                  </a:lnTo>
                  <a:lnTo>
                    <a:pt x="73432" y="466495"/>
                  </a:lnTo>
                  <a:close/>
                  <a:moveTo>
                    <a:pt x="25583" y="502379"/>
                  </a:moveTo>
                  <a:lnTo>
                    <a:pt x="73432" y="466495"/>
                  </a:lnTo>
                  <a:lnTo>
                    <a:pt x="25583" y="466495"/>
                  </a:lnTo>
                  <a:close/>
                  <a:moveTo>
                    <a:pt x="169130" y="502379"/>
                  </a:moveTo>
                  <a:lnTo>
                    <a:pt x="216978" y="502379"/>
                  </a:lnTo>
                  <a:lnTo>
                    <a:pt x="216978" y="466495"/>
                  </a:lnTo>
                  <a:close/>
                  <a:moveTo>
                    <a:pt x="169130" y="502379"/>
                  </a:moveTo>
                  <a:lnTo>
                    <a:pt x="216978" y="466495"/>
                  </a:lnTo>
                  <a:lnTo>
                    <a:pt x="169130" y="466495"/>
                  </a:lnTo>
                  <a:close/>
                  <a:moveTo>
                    <a:pt x="73432" y="466495"/>
                  </a:moveTo>
                  <a:lnTo>
                    <a:pt x="73432" y="430610"/>
                  </a:lnTo>
                  <a:lnTo>
                    <a:pt x="25583" y="466495"/>
                  </a:lnTo>
                  <a:close/>
                  <a:moveTo>
                    <a:pt x="73432" y="466495"/>
                  </a:moveTo>
                  <a:lnTo>
                    <a:pt x="121281" y="466495"/>
                  </a:lnTo>
                  <a:lnTo>
                    <a:pt x="121281" y="430610"/>
                  </a:lnTo>
                  <a:close/>
                  <a:moveTo>
                    <a:pt x="73432" y="466495"/>
                  </a:moveTo>
                  <a:lnTo>
                    <a:pt x="121281" y="430610"/>
                  </a:lnTo>
                  <a:lnTo>
                    <a:pt x="73432" y="430610"/>
                  </a:lnTo>
                  <a:close/>
                  <a:moveTo>
                    <a:pt x="121281" y="466495"/>
                  </a:moveTo>
                  <a:lnTo>
                    <a:pt x="169130" y="466495"/>
                  </a:lnTo>
                  <a:lnTo>
                    <a:pt x="169130" y="430610"/>
                  </a:lnTo>
                  <a:close/>
                  <a:moveTo>
                    <a:pt x="121281" y="466495"/>
                  </a:moveTo>
                  <a:lnTo>
                    <a:pt x="169130" y="430610"/>
                  </a:lnTo>
                  <a:lnTo>
                    <a:pt x="121281" y="430610"/>
                  </a:lnTo>
                  <a:close/>
                  <a:moveTo>
                    <a:pt x="169130" y="466495"/>
                  </a:moveTo>
                  <a:lnTo>
                    <a:pt x="216978" y="466495"/>
                  </a:lnTo>
                  <a:lnTo>
                    <a:pt x="216978" y="430610"/>
                  </a:lnTo>
                  <a:close/>
                  <a:moveTo>
                    <a:pt x="169130" y="466495"/>
                  </a:moveTo>
                  <a:lnTo>
                    <a:pt x="216978" y="430610"/>
                  </a:lnTo>
                  <a:lnTo>
                    <a:pt x="169130" y="430610"/>
                  </a:lnTo>
                  <a:close/>
                  <a:moveTo>
                    <a:pt x="121281" y="430610"/>
                  </a:moveTo>
                  <a:lnTo>
                    <a:pt x="121281" y="394726"/>
                  </a:lnTo>
                  <a:lnTo>
                    <a:pt x="73432" y="430610"/>
                  </a:lnTo>
                  <a:close/>
                  <a:moveTo>
                    <a:pt x="121281" y="430610"/>
                  </a:moveTo>
                  <a:lnTo>
                    <a:pt x="169130" y="430610"/>
                  </a:lnTo>
                  <a:lnTo>
                    <a:pt x="169130" y="394726"/>
                  </a:lnTo>
                  <a:close/>
                  <a:moveTo>
                    <a:pt x="121281" y="430610"/>
                  </a:moveTo>
                  <a:lnTo>
                    <a:pt x="169130" y="394726"/>
                  </a:lnTo>
                  <a:lnTo>
                    <a:pt x="121281" y="394726"/>
                  </a:lnTo>
                  <a:close/>
                  <a:moveTo>
                    <a:pt x="169130" y="430610"/>
                  </a:moveTo>
                  <a:lnTo>
                    <a:pt x="216978" y="430610"/>
                  </a:lnTo>
                  <a:lnTo>
                    <a:pt x="216978" y="394726"/>
                  </a:lnTo>
                  <a:close/>
                  <a:moveTo>
                    <a:pt x="169130" y="430610"/>
                  </a:moveTo>
                  <a:lnTo>
                    <a:pt x="216978" y="394726"/>
                  </a:lnTo>
                  <a:lnTo>
                    <a:pt x="169130" y="394726"/>
                  </a:lnTo>
                  <a:close/>
                  <a:moveTo>
                    <a:pt x="121281" y="394726"/>
                  </a:moveTo>
                  <a:lnTo>
                    <a:pt x="169130" y="394726"/>
                  </a:lnTo>
                  <a:lnTo>
                    <a:pt x="169130" y="358842"/>
                  </a:lnTo>
                  <a:close/>
                  <a:moveTo>
                    <a:pt x="169130" y="394726"/>
                  </a:moveTo>
                  <a:lnTo>
                    <a:pt x="216978" y="394726"/>
                  </a:lnTo>
                  <a:lnTo>
                    <a:pt x="216978" y="358842"/>
                  </a:lnTo>
                  <a:close/>
                  <a:moveTo>
                    <a:pt x="169130" y="394726"/>
                  </a:moveTo>
                  <a:lnTo>
                    <a:pt x="216978" y="358842"/>
                  </a:lnTo>
                  <a:lnTo>
                    <a:pt x="169130" y="358842"/>
                  </a:lnTo>
                  <a:close/>
                  <a:moveTo>
                    <a:pt x="169130" y="358842"/>
                  </a:moveTo>
                  <a:lnTo>
                    <a:pt x="216978" y="358842"/>
                  </a:lnTo>
                  <a:lnTo>
                    <a:pt x="216978" y="322958"/>
                  </a:lnTo>
                  <a:close/>
                  <a:moveTo>
                    <a:pt x="169130" y="358842"/>
                  </a:moveTo>
                  <a:lnTo>
                    <a:pt x="216978" y="322958"/>
                  </a:lnTo>
                  <a:lnTo>
                    <a:pt x="169130" y="322958"/>
                  </a:lnTo>
                  <a:close/>
                  <a:moveTo>
                    <a:pt x="121281" y="322958"/>
                  </a:moveTo>
                  <a:lnTo>
                    <a:pt x="169130" y="322958"/>
                  </a:lnTo>
                  <a:lnTo>
                    <a:pt x="169130" y="287074"/>
                  </a:lnTo>
                  <a:close/>
                  <a:moveTo>
                    <a:pt x="121281" y="322958"/>
                  </a:moveTo>
                  <a:lnTo>
                    <a:pt x="169130" y="287074"/>
                  </a:lnTo>
                  <a:lnTo>
                    <a:pt x="121281" y="287074"/>
                  </a:lnTo>
                  <a:close/>
                  <a:moveTo>
                    <a:pt x="169130" y="322958"/>
                  </a:moveTo>
                  <a:lnTo>
                    <a:pt x="216978" y="322958"/>
                  </a:lnTo>
                  <a:lnTo>
                    <a:pt x="216978" y="287074"/>
                  </a:lnTo>
                  <a:close/>
                  <a:moveTo>
                    <a:pt x="169130" y="322958"/>
                  </a:moveTo>
                  <a:lnTo>
                    <a:pt x="216978" y="287074"/>
                  </a:lnTo>
                  <a:lnTo>
                    <a:pt x="169130" y="287074"/>
                  </a:lnTo>
                  <a:close/>
                  <a:moveTo>
                    <a:pt x="216978" y="287074"/>
                  </a:moveTo>
                  <a:lnTo>
                    <a:pt x="216978" y="322958"/>
                  </a:lnTo>
                  <a:lnTo>
                    <a:pt x="264827" y="287074"/>
                  </a:lnTo>
                  <a:close/>
                  <a:moveTo>
                    <a:pt x="77649" y="251189"/>
                  </a:moveTo>
                  <a:lnTo>
                    <a:pt x="121281" y="287074"/>
                  </a:lnTo>
                  <a:lnTo>
                    <a:pt x="121281" y="251189"/>
                  </a:lnTo>
                  <a:close/>
                  <a:moveTo>
                    <a:pt x="121281" y="287074"/>
                  </a:moveTo>
                  <a:lnTo>
                    <a:pt x="169130" y="287074"/>
                  </a:lnTo>
                  <a:lnTo>
                    <a:pt x="169130" y="251189"/>
                  </a:lnTo>
                  <a:close/>
                  <a:moveTo>
                    <a:pt x="121281" y="287074"/>
                  </a:moveTo>
                  <a:lnTo>
                    <a:pt x="169130" y="251189"/>
                  </a:lnTo>
                  <a:lnTo>
                    <a:pt x="121281" y="251189"/>
                  </a:lnTo>
                  <a:close/>
                  <a:moveTo>
                    <a:pt x="169130" y="287074"/>
                  </a:moveTo>
                  <a:lnTo>
                    <a:pt x="216978" y="287074"/>
                  </a:lnTo>
                  <a:lnTo>
                    <a:pt x="216978" y="251189"/>
                  </a:lnTo>
                  <a:close/>
                  <a:moveTo>
                    <a:pt x="169130" y="287074"/>
                  </a:moveTo>
                  <a:lnTo>
                    <a:pt x="216978" y="251189"/>
                  </a:lnTo>
                  <a:lnTo>
                    <a:pt x="169130" y="251189"/>
                  </a:lnTo>
                  <a:close/>
                  <a:moveTo>
                    <a:pt x="216978" y="287074"/>
                  </a:moveTo>
                  <a:lnTo>
                    <a:pt x="264827" y="251189"/>
                  </a:lnTo>
                  <a:lnTo>
                    <a:pt x="216978" y="251189"/>
                  </a:lnTo>
                  <a:close/>
                  <a:moveTo>
                    <a:pt x="121281" y="215305"/>
                  </a:moveTo>
                  <a:lnTo>
                    <a:pt x="73432" y="215305"/>
                  </a:lnTo>
                  <a:lnTo>
                    <a:pt x="121281" y="251189"/>
                  </a:lnTo>
                  <a:close/>
                  <a:moveTo>
                    <a:pt x="121281" y="251189"/>
                  </a:moveTo>
                  <a:lnTo>
                    <a:pt x="169130" y="251189"/>
                  </a:lnTo>
                  <a:lnTo>
                    <a:pt x="169130" y="215305"/>
                  </a:lnTo>
                  <a:close/>
                  <a:moveTo>
                    <a:pt x="169130" y="251189"/>
                  </a:moveTo>
                  <a:lnTo>
                    <a:pt x="216978" y="251189"/>
                  </a:lnTo>
                  <a:lnTo>
                    <a:pt x="216978" y="215305"/>
                  </a:lnTo>
                  <a:close/>
                  <a:moveTo>
                    <a:pt x="216978" y="251189"/>
                  </a:moveTo>
                  <a:lnTo>
                    <a:pt x="264827" y="251189"/>
                  </a:lnTo>
                  <a:lnTo>
                    <a:pt x="264827" y="215305"/>
                  </a:lnTo>
                  <a:close/>
                  <a:moveTo>
                    <a:pt x="216978" y="251189"/>
                  </a:moveTo>
                  <a:lnTo>
                    <a:pt x="264827" y="215305"/>
                  </a:lnTo>
                  <a:lnTo>
                    <a:pt x="216978" y="215305"/>
                  </a:lnTo>
                  <a:close/>
                  <a:moveTo>
                    <a:pt x="73432" y="215305"/>
                  </a:moveTo>
                  <a:lnTo>
                    <a:pt x="121281" y="215305"/>
                  </a:lnTo>
                  <a:lnTo>
                    <a:pt x="121281" y="179421"/>
                  </a:lnTo>
                  <a:close/>
                  <a:moveTo>
                    <a:pt x="73432" y="215305"/>
                  </a:moveTo>
                  <a:lnTo>
                    <a:pt x="121281" y="179421"/>
                  </a:lnTo>
                  <a:lnTo>
                    <a:pt x="73432" y="179421"/>
                  </a:lnTo>
                  <a:close/>
                  <a:moveTo>
                    <a:pt x="216978" y="215305"/>
                  </a:moveTo>
                  <a:lnTo>
                    <a:pt x="264827" y="215305"/>
                  </a:lnTo>
                  <a:lnTo>
                    <a:pt x="264827" y="179421"/>
                  </a:lnTo>
                  <a:close/>
                  <a:moveTo>
                    <a:pt x="216978" y="215305"/>
                  </a:moveTo>
                  <a:lnTo>
                    <a:pt x="264827" y="179421"/>
                  </a:lnTo>
                  <a:lnTo>
                    <a:pt x="216978" y="179421"/>
                  </a:lnTo>
                  <a:close/>
                  <a:moveTo>
                    <a:pt x="73432" y="179421"/>
                  </a:moveTo>
                  <a:lnTo>
                    <a:pt x="121281" y="179421"/>
                  </a:lnTo>
                  <a:lnTo>
                    <a:pt x="121281" y="143537"/>
                  </a:lnTo>
                  <a:close/>
                  <a:moveTo>
                    <a:pt x="73432" y="179421"/>
                  </a:moveTo>
                  <a:lnTo>
                    <a:pt x="121281" y="143537"/>
                  </a:lnTo>
                  <a:lnTo>
                    <a:pt x="73432" y="143537"/>
                  </a:lnTo>
                  <a:close/>
                  <a:moveTo>
                    <a:pt x="216978" y="179421"/>
                  </a:moveTo>
                  <a:lnTo>
                    <a:pt x="264827" y="179421"/>
                  </a:lnTo>
                  <a:lnTo>
                    <a:pt x="264827" y="143537"/>
                  </a:lnTo>
                  <a:close/>
                  <a:moveTo>
                    <a:pt x="264827" y="143537"/>
                  </a:moveTo>
                  <a:lnTo>
                    <a:pt x="264827" y="179421"/>
                  </a:lnTo>
                  <a:lnTo>
                    <a:pt x="290411" y="179421"/>
                  </a:lnTo>
                  <a:close/>
                  <a:moveTo>
                    <a:pt x="121281" y="143537"/>
                  </a:moveTo>
                  <a:lnTo>
                    <a:pt x="121281" y="107653"/>
                  </a:lnTo>
                  <a:lnTo>
                    <a:pt x="73432" y="143537"/>
                  </a:lnTo>
                  <a:close/>
                  <a:moveTo>
                    <a:pt x="121281" y="143537"/>
                  </a:moveTo>
                  <a:lnTo>
                    <a:pt x="169130" y="107653"/>
                  </a:lnTo>
                  <a:lnTo>
                    <a:pt x="121281" y="107653"/>
                  </a:lnTo>
                  <a:close/>
                  <a:moveTo>
                    <a:pt x="216978" y="143537"/>
                  </a:moveTo>
                  <a:lnTo>
                    <a:pt x="264827" y="143537"/>
                  </a:lnTo>
                  <a:lnTo>
                    <a:pt x="264827" y="107653"/>
                  </a:lnTo>
                  <a:close/>
                  <a:moveTo>
                    <a:pt x="264827" y="107653"/>
                  </a:moveTo>
                  <a:lnTo>
                    <a:pt x="264827" y="143537"/>
                  </a:lnTo>
                  <a:lnTo>
                    <a:pt x="298508" y="143537"/>
                  </a:lnTo>
                  <a:close/>
                  <a:moveTo>
                    <a:pt x="121281" y="107653"/>
                  </a:moveTo>
                  <a:lnTo>
                    <a:pt x="169130" y="107653"/>
                  </a:lnTo>
                  <a:lnTo>
                    <a:pt x="169130" y="71768"/>
                  </a:lnTo>
                  <a:close/>
                  <a:moveTo>
                    <a:pt x="121281" y="107653"/>
                  </a:moveTo>
                  <a:lnTo>
                    <a:pt x="169130" y="71768"/>
                  </a:lnTo>
                  <a:lnTo>
                    <a:pt x="121281" y="71768"/>
                  </a:lnTo>
                  <a:close/>
                  <a:moveTo>
                    <a:pt x="169130" y="107653"/>
                  </a:moveTo>
                  <a:lnTo>
                    <a:pt x="216978" y="71768"/>
                  </a:lnTo>
                  <a:lnTo>
                    <a:pt x="169130" y="71768"/>
                  </a:lnTo>
                  <a:close/>
                  <a:moveTo>
                    <a:pt x="216978" y="107653"/>
                  </a:moveTo>
                  <a:lnTo>
                    <a:pt x="264827" y="107653"/>
                  </a:lnTo>
                  <a:lnTo>
                    <a:pt x="264827" y="71768"/>
                  </a:lnTo>
                  <a:close/>
                  <a:moveTo>
                    <a:pt x="216978" y="107653"/>
                  </a:moveTo>
                  <a:lnTo>
                    <a:pt x="264827" y="71768"/>
                  </a:lnTo>
                  <a:lnTo>
                    <a:pt x="216978" y="71768"/>
                  </a:lnTo>
                  <a:close/>
                  <a:moveTo>
                    <a:pt x="264827" y="71768"/>
                  </a:moveTo>
                  <a:lnTo>
                    <a:pt x="264827" y="107653"/>
                  </a:lnTo>
                  <a:lnTo>
                    <a:pt x="312676" y="71768"/>
                  </a:lnTo>
                  <a:close/>
                  <a:moveTo>
                    <a:pt x="169130" y="71768"/>
                  </a:moveTo>
                  <a:lnTo>
                    <a:pt x="169130" y="35884"/>
                  </a:lnTo>
                  <a:lnTo>
                    <a:pt x="121281" y="71768"/>
                  </a:lnTo>
                  <a:close/>
                  <a:moveTo>
                    <a:pt x="169130" y="71768"/>
                  </a:moveTo>
                  <a:lnTo>
                    <a:pt x="216978" y="71768"/>
                  </a:lnTo>
                  <a:lnTo>
                    <a:pt x="216978" y="35884"/>
                  </a:lnTo>
                  <a:close/>
                  <a:moveTo>
                    <a:pt x="169130" y="71768"/>
                  </a:moveTo>
                  <a:lnTo>
                    <a:pt x="216978" y="35884"/>
                  </a:lnTo>
                  <a:lnTo>
                    <a:pt x="169130" y="35884"/>
                  </a:lnTo>
                  <a:close/>
                  <a:moveTo>
                    <a:pt x="216978" y="71768"/>
                  </a:moveTo>
                  <a:lnTo>
                    <a:pt x="264827" y="71768"/>
                  </a:lnTo>
                  <a:lnTo>
                    <a:pt x="264827" y="35884"/>
                  </a:lnTo>
                  <a:close/>
                  <a:moveTo>
                    <a:pt x="216978" y="71768"/>
                  </a:moveTo>
                  <a:lnTo>
                    <a:pt x="264827" y="35884"/>
                  </a:lnTo>
                  <a:lnTo>
                    <a:pt x="216978" y="35884"/>
                  </a:lnTo>
                  <a:close/>
                  <a:moveTo>
                    <a:pt x="264827" y="71768"/>
                  </a:moveTo>
                  <a:lnTo>
                    <a:pt x="312676" y="71768"/>
                  </a:lnTo>
                  <a:lnTo>
                    <a:pt x="312676" y="35884"/>
                  </a:lnTo>
                  <a:close/>
                  <a:moveTo>
                    <a:pt x="264827" y="71768"/>
                  </a:moveTo>
                  <a:lnTo>
                    <a:pt x="312676" y="35884"/>
                  </a:lnTo>
                  <a:lnTo>
                    <a:pt x="264827" y="35884"/>
                  </a:lnTo>
                  <a:close/>
                  <a:moveTo>
                    <a:pt x="216978" y="35884"/>
                  </a:moveTo>
                  <a:lnTo>
                    <a:pt x="216978" y="0"/>
                  </a:lnTo>
                  <a:lnTo>
                    <a:pt x="169130" y="35884"/>
                  </a:lnTo>
                  <a:close/>
                  <a:moveTo>
                    <a:pt x="216978" y="35884"/>
                  </a:moveTo>
                  <a:lnTo>
                    <a:pt x="264827" y="35884"/>
                  </a:lnTo>
                  <a:lnTo>
                    <a:pt x="264827" y="0"/>
                  </a:lnTo>
                  <a:close/>
                  <a:moveTo>
                    <a:pt x="216978" y="35884"/>
                  </a:moveTo>
                  <a:lnTo>
                    <a:pt x="264827" y="0"/>
                  </a:lnTo>
                  <a:lnTo>
                    <a:pt x="216978" y="0"/>
                  </a:lnTo>
                  <a:close/>
                  <a:moveTo>
                    <a:pt x="264827" y="35884"/>
                  </a:moveTo>
                  <a:lnTo>
                    <a:pt x="312676" y="35884"/>
                  </a:lnTo>
                  <a:lnTo>
                    <a:pt x="264827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3950" name="Candidate_B1__3949">
              <a:extLst>
                <a:ext uri="{FF2B5EF4-FFF2-40B4-BE49-F238E27FC236}">
                  <a16:creationId xmlns:a16="http://schemas.microsoft.com/office/drawing/2014/main" id="{78D89C79-CDBF-C9AF-6CE0-B2DB2FC94422}"/>
                </a:ext>
              </a:extLst>
            </p:cNvPr>
            <p:cNvSpPr>
              <a:spLocks noGrp="1"/>
            </p:cNvSpPr>
            <p:nvPr/>
          </p:nvSpPr>
          <p:spPr>
            <a:xfrm>
              <a:off x="4230345" y="2411388"/>
              <a:ext cx="191395" cy="466495"/>
            </a:xfrm>
            <a:custGeom>
              <a:avLst/>
              <a:gdLst/>
              <a:ahLst/>
              <a:cxnLst/>
              <a:rect l="0" t="0" r="0" b="0"/>
              <a:pathLst>
                <a:path w="191395" h="466495">
                  <a:moveTo>
                    <a:pt x="0" y="466495"/>
                  </a:moveTo>
                  <a:lnTo>
                    <a:pt x="47849" y="466495"/>
                  </a:lnTo>
                  <a:lnTo>
                    <a:pt x="47849" y="430610"/>
                  </a:lnTo>
                  <a:close/>
                  <a:moveTo>
                    <a:pt x="0" y="466495"/>
                  </a:moveTo>
                  <a:lnTo>
                    <a:pt x="47849" y="430610"/>
                  </a:lnTo>
                  <a:lnTo>
                    <a:pt x="0" y="430610"/>
                  </a:lnTo>
                  <a:close/>
                  <a:moveTo>
                    <a:pt x="47849" y="466495"/>
                  </a:moveTo>
                  <a:lnTo>
                    <a:pt x="95698" y="430610"/>
                  </a:lnTo>
                  <a:lnTo>
                    <a:pt x="47849" y="430610"/>
                  </a:lnTo>
                  <a:close/>
                  <a:moveTo>
                    <a:pt x="0" y="430610"/>
                  </a:moveTo>
                  <a:lnTo>
                    <a:pt x="47849" y="430610"/>
                  </a:lnTo>
                  <a:lnTo>
                    <a:pt x="47849" y="394726"/>
                  </a:lnTo>
                  <a:close/>
                  <a:moveTo>
                    <a:pt x="0" y="430610"/>
                  </a:moveTo>
                  <a:lnTo>
                    <a:pt x="47849" y="394726"/>
                  </a:lnTo>
                  <a:lnTo>
                    <a:pt x="0" y="394726"/>
                  </a:lnTo>
                  <a:close/>
                  <a:moveTo>
                    <a:pt x="47849" y="430610"/>
                  </a:moveTo>
                  <a:lnTo>
                    <a:pt x="95698" y="430610"/>
                  </a:lnTo>
                  <a:lnTo>
                    <a:pt x="95698" y="394726"/>
                  </a:lnTo>
                  <a:close/>
                  <a:moveTo>
                    <a:pt x="47849" y="430610"/>
                  </a:moveTo>
                  <a:lnTo>
                    <a:pt x="95698" y="394726"/>
                  </a:lnTo>
                  <a:lnTo>
                    <a:pt x="47849" y="394726"/>
                  </a:lnTo>
                  <a:close/>
                  <a:moveTo>
                    <a:pt x="47849" y="179421"/>
                  </a:moveTo>
                  <a:lnTo>
                    <a:pt x="95698" y="143537"/>
                  </a:lnTo>
                  <a:lnTo>
                    <a:pt x="47849" y="143537"/>
                  </a:lnTo>
                  <a:close/>
                  <a:moveTo>
                    <a:pt x="95698" y="179421"/>
                  </a:moveTo>
                  <a:lnTo>
                    <a:pt x="143546" y="143537"/>
                  </a:lnTo>
                  <a:lnTo>
                    <a:pt x="95698" y="143537"/>
                  </a:lnTo>
                  <a:close/>
                  <a:moveTo>
                    <a:pt x="47849" y="143537"/>
                  </a:moveTo>
                  <a:lnTo>
                    <a:pt x="95698" y="143537"/>
                  </a:lnTo>
                  <a:lnTo>
                    <a:pt x="95698" y="107653"/>
                  </a:lnTo>
                  <a:close/>
                  <a:moveTo>
                    <a:pt x="47849" y="143537"/>
                  </a:moveTo>
                  <a:lnTo>
                    <a:pt x="95698" y="107653"/>
                  </a:lnTo>
                  <a:lnTo>
                    <a:pt x="47849" y="107653"/>
                  </a:lnTo>
                  <a:close/>
                  <a:moveTo>
                    <a:pt x="95698" y="143537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95698" y="143537"/>
                  </a:moveTo>
                  <a:lnTo>
                    <a:pt x="143546" y="107653"/>
                  </a:lnTo>
                  <a:lnTo>
                    <a:pt x="95698" y="107653"/>
                  </a:lnTo>
                  <a:close/>
                  <a:moveTo>
                    <a:pt x="47849" y="107653"/>
                  </a:moveTo>
                  <a:lnTo>
                    <a:pt x="95698" y="107653"/>
                  </a:lnTo>
                  <a:lnTo>
                    <a:pt x="95698" y="71768"/>
                  </a:lnTo>
                  <a:close/>
                  <a:moveTo>
                    <a:pt x="47849" y="107653"/>
                  </a:moveTo>
                  <a:lnTo>
                    <a:pt x="95698" y="71768"/>
                  </a:lnTo>
                  <a:lnTo>
                    <a:pt x="47849" y="71768"/>
                  </a:lnTo>
                  <a:close/>
                  <a:moveTo>
                    <a:pt x="95698" y="107653"/>
                  </a:moveTo>
                  <a:lnTo>
                    <a:pt x="143546" y="107653"/>
                  </a:lnTo>
                  <a:lnTo>
                    <a:pt x="143546" y="71768"/>
                  </a:lnTo>
                  <a:close/>
                  <a:moveTo>
                    <a:pt x="95698" y="107653"/>
                  </a:moveTo>
                  <a:lnTo>
                    <a:pt x="143546" y="71768"/>
                  </a:lnTo>
                  <a:lnTo>
                    <a:pt x="95698" y="71768"/>
                  </a:lnTo>
                  <a:close/>
                  <a:moveTo>
                    <a:pt x="143546" y="107653"/>
                  </a:moveTo>
                  <a:lnTo>
                    <a:pt x="191395" y="71768"/>
                  </a:lnTo>
                  <a:lnTo>
                    <a:pt x="143546" y="71768"/>
                  </a:lnTo>
                  <a:close/>
                  <a:moveTo>
                    <a:pt x="47849" y="71768"/>
                  </a:moveTo>
                  <a:lnTo>
                    <a:pt x="95698" y="71768"/>
                  </a:lnTo>
                  <a:lnTo>
                    <a:pt x="95698" y="35884"/>
                  </a:lnTo>
                  <a:close/>
                  <a:moveTo>
                    <a:pt x="95698" y="71768"/>
                  </a:moveTo>
                  <a:lnTo>
                    <a:pt x="143546" y="71768"/>
                  </a:lnTo>
                  <a:lnTo>
                    <a:pt x="143546" y="35884"/>
                  </a:lnTo>
                  <a:close/>
                  <a:moveTo>
                    <a:pt x="95698" y="71768"/>
                  </a:moveTo>
                  <a:lnTo>
                    <a:pt x="143546" y="35884"/>
                  </a:lnTo>
                  <a:lnTo>
                    <a:pt x="95698" y="35884"/>
                  </a:lnTo>
                  <a:close/>
                  <a:moveTo>
                    <a:pt x="143546" y="71768"/>
                  </a:moveTo>
                  <a:lnTo>
                    <a:pt x="191395" y="35884"/>
                  </a:lnTo>
                  <a:lnTo>
                    <a:pt x="143546" y="35884"/>
                  </a:lnTo>
                  <a:close/>
                  <a:moveTo>
                    <a:pt x="95698" y="35884"/>
                  </a:moveTo>
                  <a:lnTo>
                    <a:pt x="143546" y="35884"/>
                  </a:lnTo>
                  <a:lnTo>
                    <a:pt x="143546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grpSp>
        <p:nvGrpSpPr>
          <p:cNvPr id="50007" name="Candidate_B2">
            <a:extLst>
              <a:ext uri="{FF2B5EF4-FFF2-40B4-BE49-F238E27FC236}">
                <a16:creationId xmlns:a16="http://schemas.microsoft.com/office/drawing/2014/main" id="{801EC41A-11E7-9729-33CE-861646EFD367}"/>
              </a:ext>
            </a:extLst>
          </p:cNvPr>
          <p:cNvGrpSpPr/>
          <p:nvPr/>
        </p:nvGrpSpPr>
        <p:grpSpPr>
          <a:xfrm>
            <a:off x="3834257" y="2189305"/>
            <a:ext cx="290407" cy="349673"/>
            <a:chOff x="4681538" y="4071938"/>
            <a:chExt cx="466725" cy="561975"/>
          </a:xfrm>
        </p:grpSpPr>
        <p:sp>
          <p:nvSpPr>
            <p:cNvPr id="50008" name="Candidate_B3__3963">
              <a:extLst>
                <a:ext uri="{FF2B5EF4-FFF2-40B4-BE49-F238E27FC236}">
                  <a16:creationId xmlns:a16="http://schemas.microsoft.com/office/drawing/2014/main" id="{0F03D8F7-63A0-E8F3-E149-238A1627A370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6725" cy="561975"/>
            </a:xfrm>
            <a:custGeom>
              <a:avLst/>
              <a:gdLst/>
              <a:ahLst/>
              <a:cxnLst/>
              <a:rect l="0" t="0" r="0" b="0"/>
              <a:pathLst>
                <a:path w="466725" h="561975">
                  <a:moveTo>
                    <a:pt x="68960" y="541669"/>
                  </a:moveTo>
                  <a:lnTo>
                    <a:pt x="75330" y="545163"/>
                  </a:lnTo>
                  <a:lnTo>
                    <a:pt x="75330" y="541669"/>
                  </a:lnTo>
                  <a:close/>
                  <a:moveTo>
                    <a:pt x="68960" y="541669"/>
                  </a:moveTo>
                  <a:lnTo>
                    <a:pt x="75330" y="541669"/>
                  </a:lnTo>
                  <a:lnTo>
                    <a:pt x="36563" y="519563"/>
                  </a:lnTo>
                  <a:close/>
                  <a:moveTo>
                    <a:pt x="114096" y="557755"/>
                  </a:moveTo>
                  <a:lnTo>
                    <a:pt x="114096" y="553368"/>
                  </a:lnTo>
                  <a:lnTo>
                    <a:pt x="75330" y="545163"/>
                  </a:lnTo>
                  <a:close/>
                  <a:moveTo>
                    <a:pt x="114096" y="557755"/>
                  </a:moveTo>
                  <a:lnTo>
                    <a:pt x="152862" y="561975"/>
                  </a:lnTo>
                  <a:lnTo>
                    <a:pt x="152862" y="558245"/>
                  </a:lnTo>
                  <a:close/>
                  <a:moveTo>
                    <a:pt x="152862" y="561975"/>
                  </a:moveTo>
                  <a:lnTo>
                    <a:pt x="191629" y="560586"/>
                  </a:lnTo>
                  <a:lnTo>
                    <a:pt x="191629" y="557370"/>
                  </a:lnTo>
                  <a:close/>
                  <a:moveTo>
                    <a:pt x="191629" y="560586"/>
                  </a:moveTo>
                  <a:lnTo>
                    <a:pt x="230395" y="555126"/>
                  </a:lnTo>
                  <a:lnTo>
                    <a:pt x="230395" y="552422"/>
                  </a:lnTo>
                  <a:close/>
                  <a:moveTo>
                    <a:pt x="230395" y="555126"/>
                  </a:moveTo>
                  <a:lnTo>
                    <a:pt x="269162" y="546279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69162" y="544116"/>
                  </a:lnTo>
                  <a:lnTo>
                    <a:pt x="269162" y="546279"/>
                  </a:lnTo>
                  <a:close/>
                  <a:moveTo>
                    <a:pt x="284238" y="541669"/>
                  </a:moveTo>
                  <a:lnTo>
                    <a:pt x="307928" y="535070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22036" y="504707"/>
                  </a:lnTo>
                  <a:lnTo>
                    <a:pt x="36563" y="519563"/>
                  </a:lnTo>
                  <a:close/>
                  <a:moveTo>
                    <a:pt x="3170" y="467745"/>
                  </a:moveTo>
                  <a:lnTo>
                    <a:pt x="22036" y="504707"/>
                  </a:lnTo>
                  <a:lnTo>
                    <a:pt x="28853" y="504707"/>
                  </a:lnTo>
                  <a:close/>
                  <a:moveTo>
                    <a:pt x="307928" y="535070"/>
                  </a:moveTo>
                  <a:lnTo>
                    <a:pt x="346694" y="519983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46694" y="519004"/>
                  </a:lnTo>
                  <a:lnTo>
                    <a:pt x="346694" y="519983"/>
                  </a:lnTo>
                  <a:close/>
                  <a:moveTo>
                    <a:pt x="373116" y="504707"/>
                  </a:moveTo>
                  <a:lnTo>
                    <a:pt x="385461" y="496232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3170" y="467745"/>
                  </a:lnTo>
                  <a:lnTo>
                    <a:pt x="8802" y="467745"/>
                  </a:lnTo>
                  <a:close/>
                  <a:moveTo>
                    <a:pt x="415693" y="467745"/>
                  </a:moveTo>
                  <a:lnTo>
                    <a:pt x="385461" y="495425"/>
                  </a:lnTo>
                  <a:lnTo>
                    <a:pt x="385461" y="496232"/>
                  </a:lnTo>
                  <a:close/>
                  <a:moveTo>
                    <a:pt x="415693" y="467745"/>
                  </a:moveTo>
                  <a:lnTo>
                    <a:pt x="424227" y="45516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0" y="430783"/>
                  </a:lnTo>
                  <a:lnTo>
                    <a:pt x="5333" y="430783"/>
                  </a:lnTo>
                  <a:close/>
                  <a:moveTo>
                    <a:pt x="439031" y="430783"/>
                  </a:moveTo>
                  <a:lnTo>
                    <a:pt x="424227" y="453666"/>
                  </a:lnTo>
                  <a:lnTo>
                    <a:pt x="424227" y="455165"/>
                  </a:lnTo>
                  <a:close/>
                  <a:moveTo>
                    <a:pt x="437852" y="430783"/>
                  </a:moveTo>
                  <a:lnTo>
                    <a:pt x="439031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36563" y="356995"/>
                  </a:lnTo>
                  <a:lnTo>
                    <a:pt x="10201" y="393821"/>
                  </a:lnTo>
                  <a:close/>
                  <a:moveTo>
                    <a:pt x="36563" y="356995"/>
                  </a:moveTo>
                  <a:lnTo>
                    <a:pt x="36563" y="364710"/>
                  </a:lnTo>
                  <a:lnTo>
                    <a:pt x="36677" y="356860"/>
                  </a:lnTo>
                  <a:close/>
                  <a:moveTo>
                    <a:pt x="449388" y="393821"/>
                  </a:moveTo>
                  <a:lnTo>
                    <a:pt x="45136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75330" y="322550"/>
                  </a:lnTo>
                  <a:lnTo>
                    <a:pt x="36677" y="356860"/>
                  </a:lnTo>
                  <a:close/>
                  <a:moveTo>
                    <a:pt x="75330" y="322550"/>
                  </a:moveTo>
                  <a:lnTo>
                    <a:pt x="75330" y="327662"/>
                  </a:lnTo>
                  <a:lnTo>
                    <a:pt x="78937" y="319898"/>
                  </a:lnTo>
                  <a:close/>
                  <a:moveTo>
                    <a:pt x="454712" y="356860"/>
                  </a:moveTo>
                  <a:lnTo>
                    <a:pt x="4581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114096" y="286589"/>
                  </a:lnTo>
                  <a:lnTo>
                    <a:pt x="78937" y="319898"/>
                  </a:lnTo>
                  <a:close/>
                  <a:moveTo>
                    <a:pt x="114096" y="286589"/>
                  </a:moveTo>
                  <a:lnTo>
                    <a:pt x="114096" y="292120"/>
                  </a:lnTo>
                  <a:lnTo>
                    <a:pt x="117752" y="282936"/>
                  </a:lnTo>
                  <a:close/>
                  <a:moveTo>
                    <a:pt x="462994" y="317872"/>
                  </a:moveTo>
                  <a:lnTo>
                    <a:pt x="462994" y="282936"/>
                  </a:lnTo>
                  <a:lnTo>
                    <a:pt x="462806" y="319898"/>
                  </a:lnTo>
                  <a:close/>
                  <a:moveTo>
                    <a:pt x="126785" y="245974"/>
                  </a:moveTo>
                  <a:lnTo>
                    <a:pt x="117752" y="282936"/>
                  </a:lnTo>
                  <a:lnTo>
                    <a:pt x="123224" y="282936"/>
                  </a:lnTo>
                  <a:close/>
                  <a:moveTo>
                    <a:pt x="462994" y="282936"/>
                  </a:moveTo>
                  <a:lnTo>
                    <a:pt x="462994" y="317872"/>
                  </a:lnTo>
                  <a:lnTo>
                    <a:pt x="466725" y="282936"/>
                  </a:lnTo>
                  <a:close/>
                  <a:moveTo>
                    <a:pt x="462994" y="245974"/>
                  </a:moveTo>
                  <a:lnTo>
                    <a:pt x="466725" y="282936"/>
                  </a:lnTo>
                  <a:lnTo>
                    <a:pt x="466629" y="245974"/>
                  </a:lnTo>
                  <a:close/>
                  <a:moveTo>
                    <a:pt x="462994" y="245974"/>
                  </a:moveTo>
                  <a:lnTo>
                    <a:pt x="462994" y="282936"/>
                  </a:lnTo>
                  <a:lnTo>
                    <a:pt x="466725" y="282936"/>
                  </a:lnTo>
                  <a:close/>
                  <a:moveTo>
                    <a:pt x="126785" y="245974"/>
                  </a:moveTo>
                  <a:lnTo>
                    <a:pt x="130561" y="245974"/>
                  </a:lnTo>
                  <a:lnTo>
                    <a:pt x="114096" y="220071"/>
                  </a:lnTo>
                  <a:close/>
                  <a:moveTo>
                    <a:pt x="462994" y="245974"/>
                  </a:moveTo>
                  <a:lnTo>
                    <a:pt x="466629" y="245974"/>
                  </a:lnTo>
                  <a:lnTo>
                    <a:pt x="462994" y="228493"/>
                  </a:lnTo>
                  <a:close/>
                  <a:moveTo>
                    <a:pt x="462994" y="245974"/>
                  </a:moveTo>
                  <a:lnTo>
                    <a:pt x="462994" y="228493"/>
                  </a:lnTo>
                  <a:lnTo>
                    <a:pt x="457256" y="245974"/>
                  </a:lnTo>
                  <a:close/>
                  <a:moveTo>
                    <a:pt x="457256" y="245974"/>
                  </a:moveTo>
                  <a:lnTo>
                    <a:pt x="462994" y="228493"/>
                  </a:lnTo>
                  <a:lnTo>
                    <a:pt x="459323" y="209012"/>
                  </a:lnTo>
                  <a:close/>
                  <a:moveTo>
                    <a:pt x="108529" y="209012"/>
                  </a:moveTo>
                  <a:lnTo>
                    <a:pt x="108483" y="209012"/>
                  </a:lnTo>
                  <a:lnTo>
                    <a:pt x="114096" y="220071"/>
                  </a:lnTo>
                  <a:close/>
                  <a:moveTo>
                    <a:pt x="78969" y="172050"/>
                  </a:moveTo>
                  <a:lnTo>
                    <a:pt x="108483" y="209012"/>
                  </a:lnTo>
                  <a:lnTo>
                    <a:pt x="108529" y="209012"/>
                  </a:lnTo>
                  <a:close/>
                  <a:moveTo>
                    <a:pt x="448796" y="209012"/>
                  </a:moveTo>
                  <a:lnTo>
                    <a:pt x="459323" y="209012"/>
                  </a:lnTo>
                  <a:lnTo>
                    <a:pt x="441435" y="172050"/>
                  </a:lnTo>
                  <a:close/>
                  <a:moveTo>
                    <a:pt x="78969" y="172050"/>
                  </a:moveTo>
                  <a:lnTo>
                    <a:pt x="76541" y="172050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8470" y="172050"/>
                  </a:lnTo>
                  <a:lnTo>
                    <a:pt x="441435" y="172050"/>
                  </a:lnTo>
                  <a:close/>
                  <a:moveTo>
                    <a:pt x="424227" y="152100"/>
                  </a:moveTo>
                  <a:lnTo>
                    <a:pt x="405686" y="135089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58030" y="135089"/>
                  </a:lnTo>
                  <a:lnTo>
                    <a:pt x="75330" y="166296"/>
                  </a:lnTo>
                  <a:close/>
                  <a:moveTo>
                    <a:pt x="51924" y="98127"/>
                  </a:moveTo>
                  <a:lnTo>
                    <a:pt x="58030" y="135089"/>
                  </a:lnTo>
                  <a:lnTo>
                    <a:pt x="55137" y="135089"/>
                  </a:lnTo>
                  <a:close/>
                  <a:moveTo>
                    <a:pt x="385461" y="119762"/>
                  </a:moveTo>
                  <a:lnTo>
                    <a:pt x="390926" y="135089"/>
                  </a:lnTo>
                  <a:lnTo>
                    <a:pt x="405686" y="135089"/>
                  </a:lnTo>
                  <a:close/>
                  <a:moveTo>
                    <a:pt x="350128" y="98127"/>
                  </a:moveTo>
                  <a:lnTo>
                    <a:pt x="346694" y="98127"/>
                  </a:lnTo>
                  <a:lnTo>
                    <a:pt x="385461" y="119762"/>
                  </a:lnTo>
                  <a:close/>
                  <a:moveTo>
                    <a:pt x="385461" y="119762"/>
                  </a:moveTo>
                  <a:lnTo>
                    <a:pt x="346694" y="98127"/>
                  </a:lnTo>
                  <a:lnTo>
                    <a:pt x="346694" y="103266"/>
                  </a:lnTo>
                  <a:close/>
                  <a:moveTo>
                    <a:pt x="61453" y="61165"/>
                  </a:moveTo>
                  <a:lnTo>
                    <a:pt x="51924" y="98127"/>
                  </a:lnTo>
                  <a:lnTo>
                    <a:pt x="48886" y="98127"/>
                  </a:lnTo>
                  <a:close/>
                  <a:moveTo>
                    <a:pt x="307928" y="69293"/>
                  </a:moveTo>
                  <a:lnTo>
                    <a:pt x="297051" y="61165"/>
                  </a:lnTo>
                  <a:lnTo>
                    <a:pt x="295081" y="61165"/>
                  </a:lnTo>
                  <a:close/>
                  <a:moveTo>
                    <a:pt x="346694" y="95826"/>
                  </a:moveTo>
                  <a:lnTo>
                    <a:pt x="339644" y="98127"/>
                  </a:lnTo>
                  <a:lnTo>
                    <a:pt x="346694" y="98127"/>
                  </a:lnTo>
                  <a:close/>
                  <a:moveTo>
                    <a:pt x="307928" y="69293"/>
                  </a:moveTo>
                  <a:lnTo>
                    <a:pt x="307928" y="72593"/>
                  </a:lnTo>
                  <a:lnTo>
                    <a:pt x="346694" y="95826"/>
                  </a:lnTo>
                  <a:close/>
                  <a:moveTo>
                    <a:pt x="346694" y="98127"/>
                  </a:moveTo>
                  <a:lnTo>
                    <a:pt x="350128" y="98127"/>
                  </a:lnTo>
                  <a:lnTo>
                    <a:pt x="346694" y="95826"/>
                  </a:lnTo>
                  <a:close/>
                  <a:moveTo>
                    <a:pt x="75330" y="37779"/>
                  </a:moveTo>
                  <a:lnTo>
                    <a:pt x="75330" y="42493"/>
                  </a:lnTo>
                  <a:lnTo>
                    <a:pt x="61453" y="61165"/>
                  </a:lnTo>
                  <a:close/>
                  <a:moveTo>
                    <a:pt x="75330" y="42493"/>
                  </a:moveTo>
                  <a:lnTo>
                    <a:pt x="75330" y="37779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95081" y="61165"/>
                  </a:lnTo>
                  <a:lnTo>
                    <a:pt x="297051" y="61165"/>
                  </a:lnTo>
                  <a:close/>
                  <a:moveTo>
                    <a:pt x="269162" y="40091"/>
                  </a:moveTo>
                  <a:lnTo>
                    <a:pt x="243505" y="24203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114096" y="12800"/>
                  </a:lnTo>
                  <a:lnTo>
                    <a:pt x="95306" y="24203"/>
                  </a:lnTo>
                  <a:close/>
                  <a:moveTo>
                    <a:pt x="152862" y="0"/>
                  </a:moveTo>
                  <a:lnTo>
                    <a:pt x="152862" y="2642"/>
                  </a:lnTo>
                  <a:lnTo>
                    <a:pt x="114096" y="12800"/>
                  </a:lnTo>
                  <a:close/>
                  <a:moveTo>
                    <a:pt x="191629" y="1774"/>
                  </a:moveTo>
                  <a:lnTo>
                    <a:pt x="191629" y="4203"/>
                  </a:lnTo>
                  <a:lnTo>
                    <a:pt x="152862" y="2642"/>
                  </a:lnTo>
                  <a:close/>
                  <a:moveTo>
                    <a:pt x="230395" y="14580"/>
                  </a:moveTo>
                  <a:lnTo>
                    <a:pt x="230395" y="16732"/>
                  </a:lnTo>
                  <a:lnTo>
                    <a:pt x="191629" y="4203"/>
                  </a:lnTo>
                  <a:close/>
                  <a:moveTo>
                    <a:pt x="230395" y="16732"/>
                  </a:moveTo>
                  <a:lnTo>
                    <a:pt x="246565" y="24203"/>
                  </a:lnTo>
                  <a:lnTo>
                    <a:pt x="243505" y="24203"/>
                  </a:lnTo>
                  <a:close/>
                </a:path>
              </a:pathLst>
            </a:custGeom>
            <a:solidFill>
              <a:srgbClr val="53BA84"/>
            </a:solidFill>
            <a:ln w="4001">
              <a:solidFill>
                <a:srgbClr val="B1E0C7"/>
              </a:solidFill>
            </a:ln>
          </p:spPr>
        </p:sp>
        <p:sp>
          <p:nvSpPr>
            <p:cNvPr id="50009" name="Candidate_B3__3964">
              <a:extLst>
                <a:ext uri="{FF2B5EF4-FFF2-40B4-BE49-F238E27FC236}">
                  <a16:creationId xmlns:a16="http://schemas.microsoft.com/office/drawing/2014/main" id="{1B7F1565-5901-1B0B-78B5-BD7D125D1293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2994" cy="561975"/>
            </a:xfrm>
            <a:custGeom>
              <a:avLst/>
              <a:gdLst/>
              <a:ahLst/>
              <a:cxnLst/>
              <a:rect l="0" t="0" r="0" b="0"/>
              <a:pathLst>
                <a:path w="462994" h="561975">
                  <a:moveTo>
                    <a:pt x="36563" y="519563"/>
                  </a:moveTo>
                  <a:lnTo>
                    <a:pt x="75330" y="541669"/>
                  </a:lnTo>
                  <a:lnTo>
                    <a:pt x="75330" y="539832"/>
                  </a:lnTo>
                  <a:close/>
                  <a:moveTo>
                    <a:pt x="36563" y="519563"/>
                  </a:moveTo>
                  <a:lnTo>
                    <a:pt x="75330" y="539832"/>
                  </a:lnTo>
                  <a:lnTo>
                    <a:pt x="36563" y="512608"/>
                  </a:lnTo>
                  <a:close/>
                  <a:moveTo>
                    <a:pt x="75330" y="545163"/>
                  </a:moveTo>
                  <a:lnTo>
                    <a:pt x="80108" y="541669"/>
                  </a:lnTo>
                  <a:lnTo>
                    <a:pt x="75330" y="541669"/>
                  </a:lnTo>
                  <a:close/>
                  <a:moveTo>
                    <a:pt x="114096" y="553368"/>
                  </a:moveTo>
                  <a:lnTo>
                    <a:pt x="80108" y="541669"/>
                  </a:lnTo>
                  <a:lnTo>
                    <a:pt x="75330" y="545163"/>
                  </a:lnTo>
                  <a:close/>
                  <a:moveTo>
                    <a:pt x="75330" y="541669"/>
                  </a:moveTo>
                  <a:lnTo>
                    <a:pt x="80108" y="541669"/>
                  </a:lnTo>
                  <a:lnTo>
                    <a:pt x="75330" y="539832"/>
                  </a:lnTo>
                  <a:close/>
                  <a:moveTo>
                    <a:pt x="114096" y="553368"/>
                  </a:moveTo>
                  <a:lnTo>
                    <a:pt x="114096" y="557755"/>
                  </a:lnTo>
                  <a:lnTo>
                    <a:pt x="152862" y="558245"/>
                  </a:lnTo>
                  <a:close/>
                  <a:moveTo>
                    <a:pt x="152862" y="558245"/>
                  </a:moveTo>
                  <a:lnTo>
                    <a:pt x="152862" y="561975"/>
                  </a:lnTo>
                  <a:lnTo>
                    <a:pt x="191629" y="557370"/>
                  </a:lnTo>
                  <a:close/>
                  <a:moveTo>
                    <a:pt x="191629" y="557370"/>
                  </a:moveTo>
                  <a:lnTo>
                    <a:pt x="191629" y="560586"/>
                  </a:lnTo>
                  <a:lnTo>
                    <a:pt x="230395" y="552422"/>
                  </a:lnTo>
                  <a:close/>
                  <a:moveTo>
                    <a:pt x="230395" y="552422"/>
                  </a:moveTo>
                  <a:lnTo>
                    <a:pt x="230395" y="555126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77621" y="541669"/>
                  </a:lnTo>
                  <a:lnTo>
                    <a:pt x="269162" y="544116"/>
                  </a:lnTo>
                  <a:close/>
                  <a:moveTo>
                    <a:pt x="277621" y="541669"/>
                  </a:moveTo>
                  <a:lnTo>
                    <a:pt x="284238" y="541669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36563" y="519563"/>
                  </a:lnTo>
                  <a:lnTo>
                    <a:pt x="36563" y="512608"/>
                  </a:lnTo>
                  <a:close/>
                  <a:moveTo>
                    <a:pt x="3170" y="467745"/>
                  </a:moveTo>
                  <a:lnTo>
                    <a:pt x="28853" y="504707"/>
                  </a:lnTo>
                  <a:lnTo>
                    <a:pt x="8802" y="467745"/>
                  </a:lnTo>
                  <a:close/>
                  <a:moveTo>
                    <a:pt x="307928" y="533751"/>
                  </a:moveTo>
                  <a:lnTo>
                    <a:pt x="307928" y="535070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71779" y="504707"/>
                  </a:lnTo>
                  <a:lnTo>
                    <a:pt x="346694" y="519004"/>
                  </a:lnTo>
                  <a:close/>
                  <a:moveTo>
                    <a:pt x="371779" y="504707"/>
                  </a:moveTo>
                  <a:lnTo>
                    <a:pt x="373116" y="504707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8802" y="467745"/>
                  </a:lnTo>
                  <a:lnTo>
                    <a:pt x="5333" y="430783"/>
                  </a:lnTo>
                  <a:close/>
                  <a:moveTo>
                    <a:pt x="415693" y="467745"/>
                  </a:moveTo>
                  <a:lnTo>
                    <a:pt x="414858" y="467745"/>
                  </a:lnTo>
                  <a:lnTo>
                    <a:pt x="385461" y="495425"/>
                  </a:lnTo>
                  <a:close/>
                  <a:moveTo>
                    <a:pt x="414858" y="467745"/>
                  </a:moveTo>
                  <a:lnTo>
                    <a:pt x="415693" y="46774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5333" y="430783"/>
                  </a:lnTo>
                  <a:lnTo>
                    <a:pt x="15924" y="393821"/>
                  </a:lnTo>
                  <a:close/>
                  <a:moveTo>
                    <a:pt x="439031" y="430783"/>
                  </a:moveTo>
                  <a:lnTo>
                    <a:pt x="437852" y="430783"/>
                  </a:lnTo>
                  <a:lnTo>
                    <a:pt x="424227" y="453666"/>
                  </a:lnTo>
                  <a:close/>
                  <a:moveTo>
                    <a:pt x="449388" y="393821"/>
                  </a:moveTo>
                  <a:lnTo>
                    <a:pt x="437852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10201" y="393821"/>
                  </a:lnTo>
                  <a:lnTo>
                    <a:pt x="15924" y="393821"/>
                  </a:lnTo>
                  <a:close/>
                  <a:moveTo>
                    <a:pt x="36563" y="364710"/>
                  </a:moveTo>
                  <a:lnTo>
                    <a:pt x="43028" y="356860"/>
                  </a:lnTo>
                  <a:lnTo>
                    <a:pt x="36677" y="356860"/>
                  </a:lnTo>
                  <a:close/>
                  <a:moveTo>
                    <a:pt x="454712" y="356860"/>
                  </a:moveTo>
                  <a:lnTo>
                    <a:pt x="44938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36677" y="356860"/>
                  </a:lnTo>
                  <a:lnTo>
                    <a:pt x="43028" y="356860"/>
                  </a:lnTo>
                  <a:close/>
                  <a:moveTo>
                    <a:pt x="75330" y="327662"/>
                  </a:moveTo>
                  <a:lnTo>
                    <a:pt x="85653" y="319898"/>
                  </a:lnTo>
                  <a:lnTo>
                    <a:pt x="78937" y="319898"/>
                  </a:lnTo>
                  <a:close/>
                  <a:moveTo>
                    <a:pt x="457521" y="319898"/>
                  </a:moveTo>
                  <a:lnTo>
                    <a:pt x="4547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78937" y="319898"/>
                  </a:lnTo>
                  <a:lnTo>
                    <a:pt x="85653" y="319898"/>
                  </a:lnTo>
                  <a:close/>
                  <a:moveTo>
                    <a:pt x="114096" y="292120"/>
                  </a:moveTo>
                  <a:lnTo>
                    <a:pt x="123224" y="282936"/>
                  </a:lnTo>
                  <a:lnTo>
                    <a:pt x="117752" y="282936"/>
                  </a:lnTo>
                  <a:close/>
                  <a:moveTo>
                    <a:pt x="462806" y="319898"/>
                  </a:moveTo>
                  <a:lnTo>
                    <a:pt x="462994" y="282936"/>
                  </a:lnTo>
                  <a:lnTo>
                    <a:pt x="458956" y="282936"/>
                  </a:lnTo>
                  <a:close/>
                  <a:moveTo>
                    <a:pt x="462806" y="319898"/>
                  </a:moveTo>
                  <a:lnTo>
                    <a:pt x="458956" y="282936"/>
                  </a:lnTo>
                  <a:lnTo>
                    <a:pt x="457521" y="319898"/>
                  </a:lnTo>
                  <a:close/>
                  <a:moveTo>
                    <a:pt x="126785" y="245974"/>
                  </a:moveTo>
                  <a:lnTo>
                    <a:pt x="123224" y="282936"/>
                  </a:lnTo>
                  <a:lnTo>
                    <a:pt x="130561" y="245974"/>
                  </a:lnTo>
                  <a:close/>
                  <a:moveTo>
                    <a:pt x="462994" y="282936"/>
                  </a:moveTo>
                  <a:lnTo>
                    <a:pt x="462994" y="245974"/>
                  </a:lnTo>
                  <a:lnTo>
                    <a:pt x="458956" y="282936"/>
                  </a:lnTo>
                  <a:close/>
                  <a:moveTo>
                    <a:pt x="462994" y="245974"/>
                  </a:moveTo>
                  <a:lnTo>
                    <a:pt x="457256" y="245974"/>
                  </a:lnTo>
                  <a:lnTo>
                    <a:pt x="458956" y="282936"/>
                  </a:lnTo>
                  <a:close/>
                  <a:moveTo>
                    <a:pt x="130561" y="245974"/>
                  </a:moveTo>
                  <a:lnTo>
                    <a:pt x="114096" y="218444"/>
                  </a:lnTo>
                  <a:lnTo>
                    <a:pt x="114096" y="220071"/>
                  </a:lnTo>
                  <a:close/>
                  <a:moveTo>
                    <a:pt x="457256" y="245974"/>
                  </a:moveTo>
                  <a:lnTo>
                    <a:pt x="459323" y="209012"/>
                  </a:lnTo>
                  <a:lnTo>
                    <a:pt x="448796" y="209012"/>
                  </a:lnTo>
                  <a:close/>
                  <a:moveTo>
                    <a:pt x="108529" y="209012"/>
                  </a:moveTo>
                  <a:lnTo>
                    <a:pt x="114096" y="220071"/>
                  </a:lnTo>
                  <a:lnTo>
                    <a:pt x="114096" y="218444"/>
                  </a:lnTo>
                  <a:close/>
                  <a:moveTo>
                    <a:pt x="78969" y="172050"/>
                  </a:moveTo>
                  <a:lnTo>
                    <a:pt x="108529" y="209012"/>
                  </a:lnTo>
                  <a:lnTo>
                    <a:pt x="76541" y="172050"/>
                  </a:lnTo>
                  <a:close/>
                  <a:moveTo>
                    <a:pt x="428470" y="172050"/>
                  </a:moveTo>
                  <a:lnTo>
                    <a:pt x="448796" y="209012"/>
                  </a:lnTo>
                  <a:lnTo>
                    <a:pt x="441435" y="172050"/>
                  </a:lnTo>
                  <a:close/>
                  <a:moveTo>
                    <a:pt x="76541" y="172050"/>
                  </a:moveTo>
                  <a:lnTo>
                    <a:pt x="75330" y="170257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4227" y="167074"/>
                  </a:lnTo>
                  <a:lnTo>
                    <a:pt x="428470" y="172050"/>
                  </a:lnTo>
                  <a:close/>
                  <a:moveTo>
                    <a:pt x="424227" y="167074"/>
                  </a:moveTo>
                  <a:lnTo>
                    <a:pt x="424227" y="152100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75330" y="166296"/>
                  </a:lnTo>
                  <a:lnTo>
                    <a:pt x="75330" y="170257"/>
                  </a:lnTo>
                  <a:close/>
                  <a:moveTo>
                    <a:pt x="51924" y="98127"/>
                  </a:moveTo>
                  <a:lnTo>
                    <a:pt x="55137" y="135089"/>
                  </a:lnTo>
                  <a:lnTo>
                    <a:pt x="48886" y="98127"/>
                  </a:lnTo>
                  <a:close/>
                  <a:moveTo>
                    <a:pt x="385461" y="119762"/>
                  </a:moveTo>
                  <a:lnTo>
                    <a:pt x="385461" y="130711"/>
                  </a:lnTo>
                  <a:lnTo>
                    <a:pt x="390926" y="135089"/>
                  </a:lnTo>
                  <a:close/>
                  <a:moveTo>
                    <a:pt x="385461" y="119762"/>
                  </a:moveTo>
                  <a:lnTo>
                    <a:pt x="346694" y="103266"/>
                  </a:lnTo>
                  <a:lnTo>
                    <a:pt x="385461" y="130711"/>
                  </a:lnTo>
                  <a:close/>
                  <a:moveTo>
                    <a:pt x="61453" y="61165"/>
                  </a:moveTo>
                  <a:lnTo>
                    <a:pt x="48886" y="98127"/>
                  </a:lnTo>
                  <a:lnTo>
                    <a:pt x="57968" y="61165"/>
                  </a:lnTo>
                  <a:close/>
                  <a:moveTo>
                    <a:pt x="307928" y="72593"/>
                  </a:moveTo>
                  <a:lnTo>
                    <a:pt x="307928" y="69293"/>
                  </a:lnTo>
                  <a:lnTo>
                    <a:pt x="295081" y="61165"/>
                  </a:lnTo>
                  <a:close/>
                  <a:moveTo>
                    <a:pt x="307928" y="72593"/>
                  </a:moveTo>
                  <a:lnTo>
                    <a:pt x="339644" y="98127"/>
                  </a:lnTo>
                  <a:lnTo>
                    <a:pt x="346694" y="95826"/>
                  </a:lnTo>
                  <a:close/>
                  <a:moveTo>
                    <a:pt x="346694" y="103266"/>
                  </a:moveTo>
                  <a:lnTo>
                    <a:pt x="346694" y="98127"/>
                  </a:lnTo>
                  <a:lnTo>
                    <a:pt x="339644" y="98127"/>
                  </a:lnTo>
                  <a:close/>
                  <a:moveTo>
                    <a:pt x="75330" y="37779"/>
                  </a:moveTo>
                  <a:lnTo>
                    <a:pt x="61453" y="61165"/>
                  </a:lnTo>
                  <a:lnTo>
                    <a:pt x="57968" y="61165"/>
                  </a:lnTo>
                  <a:close/>
                  <a:moveTo>
                    <a:pt x="75330" y="37779"/>
                  </a:moveTo>
                  <a:lnTo>
                    <a:pt x="90163" y="24203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69162" y="39540"/>
                  </a:lnTo>
                  <a:lnTo>
                    <a:pt x="295081" y="61165"/>
                  </a:lnTo>
                  <a:close/>
                  <a:moveTo>
                    <a:pt x="269162" y="39540"/>
                  </a:moveTo>
                  <a:lnTo>
                    <a:pt x="269162" y="40091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95306" y="24203"/>
                  </a:lnTo>
                  <a:lnTo>
                    <a:pt x="90163" y="24203"/>
                  </a:lnTo>
                  <a:close/>
                  <a:moveTo>
                    <a:pt x="152862" y="0"/>
                  </a:moveTo>
                  <a:lnTo>
                    <a:pt x="114096" y="12800"/>
                  </a:lnTo>
                  <a:lnTo>
                    <a:pt x="114096" y="9702"/>
                  </a:lnTo>
                  <a:close/>
                  <a:moveTo>
                    <a:pt x="191629" y="1774"/>
                  </a:moveTo>
                  <a:lnTo>
                    <a:pt x="152862" y="2642"/>
                  </a:lnTo>
                  <a:lnTo>
                    <a:pt x="152862" y="0"/>
                  </a:lnTo>
                  <a:close/>
                  <a:moveTo>
                    <a:pt x="230395" y="14580"/>
                  </a:moveTo>
                  <a:lnTo>
                    <a:pt x="191629" y="4203"/>
                  </a:lnTo>
                  <a:lnTo>
                    <a:pt x="191629" y="1774"/>
                  </a:lnTo>
                  <a:close/>
                  <a:moveTo>
                    <a:pt x="230395" y="16732"/>
                  </a:moveTo>
                  <a:lnTo>
                    <a:pt x="230395" y="14580"/>
                  </a:lnTo>
                  <a:lnTo>
                    <a:pt x="246565" y="24203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1E0C7"/>
              </a:solidFill>
            </a:ln>
          </p:spPr>
        </p:sp>
        <p:sp>
          <p:nvSpPr>
            <p:cNvPr id="50010" name="Candidate_B3__3965">
              <a:extLst>
                <a:ext uri="{FF2B5EF4-FFF2-40B4-BE49-F238E27FC236}">
                  <a16:creationId xmlns:a16="http://schemas.microsoft.com/office/drawing/2014/main" id="{9EBF60CB-6B16-3B2F-40B5-8AF1CF2C452B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74775" y="541669"/>
                  </a:moveTo>
                  <a:lnTo>
                    <a:pt x="108763" y="553368"/>
                  </a:lnTo>
                  <a:lnTo>
                    <a:pt x="108763" y="541669"/>
                  </a:lnTo>
                  <a:close/>
                  <a:moveTo>
                    <a:pt x="74775" y="541669"/>
                  </a:moveTo>
                  <a:lnTo>
                    <a:pt x="108763" y="541669"/>
                  </a:lnTo>
                  <a:lnTo>
                    <a:pt x="69997" y="539832"/>
                  </a:lnTo>
                  <a:close/>
                  <a:moveTo>
                    <a:pt x="147530" y="558245"/>
                  </a:moveTo>
                  <a:lnTo>
                    <a:pt x="147530" y="543916"/>
                  </a:lnTo>
                  <a:lnTo>
                    <a:pt x="108763" y="553368"/>
                  </a:lnTo>
                  <a:close/>
                  <a:moveTo>
                    <a:pt x="147530" y="558245"/>
                  </a:moveTo>
                  <a:lnTo>
                    <a:pt x="186296" y="557370"/>
                  </a:lnTo>
                  <a:lnTo>
                    <a:pt x="186296" y="543918"/>
                  </a:lnTo>
                  <a:close/>
                  <a:moveTo>
                    <a:pt x="186296" y="557370"/>
                  </a:moveTo>
                  <a:lnTo>
                    <a:pt x="225062" y="552422"/>
                  </a:lnTo>
                  <a:lnTo>
                    <a:pt x="186296" y="543918"/>
                  </a:lnTo>
                  <a:close/>
                  <a:moveTo>
                    <a:pt x="263829" y="541669"/>
                  </a:moveTo>
                  <a:lnTo>
                    <a:pt x="225062" y="552422"/>
                  </a:lnTo>
                  <a:lnTo>
                    <a:pt x="263829" y="544116"/>
                  </a:lnTo>
                  <a:close/>
                  <a:moveTo>
                    <a:pt x="263829" y="541669"/>
                  </a:moveTo>
                  <a:lnTo>
                    <a:pt x="225062" y="541669"/>
                  </a:lnTo>
                  <a:lnTo>
                    <a:pt x="225062" y="552422"/>
                  </a:lnTo>
                  <a:close/>
                  <a:moveTo>
                    <a:pt x="263829" y="541669"/>
                  </a:moveTo>
                  <a:lnTo>
                    <a:pt x="263829" y="544116"/>
                  </a:lnTo>
                  <a:lnTo>
                    <a:pt x="272288" y="541669"/>
                  </a:lnTo>
                  <a:close/>
                  <a:moveTo>
                    <a:pt x="263829" y="532925"/>
                  </a:moveTo>
                  <a:lnTo>
                    <a:pt x="272288" y="541669"/>
                  </a:lnTo>
                  <a:lnTo>
                    <a:pt x="302595" y="533751"/>
                  </a:lnTo>
                  <a:close/>
                  <a:moveTo>
                    <a:pt x="23521" y="504707"/>
                  </a:moveTo>
                  <a:lnTo>
                    <a:pt x="31230" y="512608"/>
                  </a:lnTo>
                  <a:lnTo>
                    <a:pt x="31230" y="504707"/>
                  </a:lnTo>
                  <a:close/>
                  <a:moveTo>
                    <a:pt x="3469" y="467745"/>
                  </a:moveTo>
                  <a:lnTo>
                    <a:pt x="23521" y="504707"/>
                  </a:lnTo>
                  <a:lnTo>
                    <a:pt x="22963" y="467745"/>
                  </a:lnTo>
                  <a:close/>
                  <a:moveTo>
                    <a:pt x="69997" y="539832"/>
                  </a:moveTo>
                  <a:lnTo>
                    <a:pt x="69997" y="521522"/>
                  </a:lnTo>
                  <a:lnTo>
                    <a:pt x="31230" y="512608"/>
                  </a:lnTo>
                  <a:close/>
                  <a:moveTo>
                    <a:pt x="302595" y="533751"/>
                  </a:moveTo>
                  <a:lnTo>
                    <a:pt x="341362" y="519004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1362" y="507045"/>
                  </a:lnTo>
                  <a:lnTo>
                    <a:pt x="341362" y="519004"/>
                  </a:lnTo>
                  <a:close/>
                  <a:moveTo>
                    <a:pt x="366446" y="504707"/>
                  </a:moveTo>
                  <a:lnTo>
                    <a:pt x="380128" y="495425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3469" y="467745"/>
                  </a:lnTo>
                  <a:lnTo>
                    <a:pt x="22963" y="467745"/>
                  </a:lnTo>
                  <a:close/>
                  <a:moveTo>
                    <a:pt x="409525" y="467745"/>
                  </a:moveTo>
                  <a:lnTo>
                    <a:pt x="380128" y="481571"/>
                  </a:lnTo>
                  <a:lnTo>
                    <a:pt x="380128" y="495425"/>
                  </a:lnTo>
                  <a:close/>
                  <a:moveTo>
                    <a:pt x="409525" y="467745"/>
                  </a:moveTo>
                  <a:lnTo>
                    <a:pt x="418894" y="453666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0" y="430783"/>
                  </a:lnTo>
                  <a:lnTo>
                    <a:pt x="18478" y="430783"/>
                  </a:lnTo>
                  <a:close/>
                  <a:moveTo>
                    <a:pt x="432520" y="430783"/>
                  </a:moveTo>
                  <a:lnTo>
                    <a:pt x="418894" y="430859"/>
                  </a:lnTo>
                  <a:lnTo>
                    <a:pt x="418894" y="453666"/>
                  </a:lnTo>
                  <a:close/>
                  <a:moveTo>
                    <a:pt x="418939" y="430783"/>
                  </a:moveTo>
                  <a:lnTo>
                    <a:pt x="432520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31230" y="364710"/>
                  </a:lnTo>
                  <a:lnTo>
                    <a:pt x="10591" y="393821"/>
                  </a:lnTo>
                  <a:close/>
                  <a:moveTo>
                    <a:pt x="31230" y="364710"/>
                  </a:moveTo>
                  <a:lnTo>
                    <a:pt x="31230" y="393005"/>
                  </a:lnTo>
                  <a:lnTo>
                    <a:pt x="37695" y="356860"/>
                  </a:lnTo>
                  <a:close/>
                  <a:moveTo>
                    <a:pt x="430784" y="393821"/>
                  </a:moveTo>
                  <a:lnTo>
                    <a:pt x="444055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69997" y="327662"/>
                  </a:lnTo>
                  <a:lnTo>
                    <a:pt x="37695" y="356860"/>
                  </a:lnTo>
                  <a:close/>
                  <a:moveTo>
                    <a:pt x="69997" y="327662"/>
                  </a:moveTo>
                  <a:lnTo>
                    <a:pt x="69997" y="347971"/>
                  </a:lnTo>
                  <a:lnTo>
                    <a:pt x="80320" y="319898"/>
                  </a:lnTo>
                  <a:close/>
                  <a:moveTo>
                    <a:pt x="434785" y="356860"/>
                  </a:moveTo>
                  <a:lnTo>
                    <a:pt x="449379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108763" y="292120"/>
                  </a:lnTo>
                  <a:lnTo>
                    <a:pt x="80320" y="319898"/>
                  </a:lnTo>
                  <a:close/>
                  <a:moveTo>
                    <a:pt x="108763" y="292120"/>
                  </a:moveTo>
                  <a:lnTo>
                    <a:pt x="108763" y="317540"/>
                  </a:lnTo>
                  <a:lnTo>
                    <a:pt x="117891" y="282936"/>
                  </a:lnTo>
                  <a:close/>
                  <a:moveTo>
                    <a:pt x="435133" y="319898"/>
                  </a:moveTo>
                  <a:lnTo>
                    <a:pt x="452188" y="319898"/>
                  </a:lnTo>
                  <a:lnTo>
                    <a:pt x="453623" y="282936"/>
                  </a:lnTo>
                  <a:close/>
                  <a:moveTo>
                    <a:pt x="117891" y="282936"/>
                  </a:moveTo>
                  <a:lnTo>
                    <a:pt x="143169" y="282936"/>
                  </a:lnTo>
                  <a:lnTo>
                    <a:pt x="125228" y="245974"/>
                  </a:lnTo>
                  <a:close/>
                  <a:moveTo>
                    <a:pt x="433696" y="282936"/>
                  </a:moveTo>
                  <a:lnTo>
                    <a:pt x="453623" y="282936"/>
                  </a:lnTo>
                  <a:lnTo>
                    <a:pt x="451923" y="245974"/>
                  </a:lnTo>
                  <a:close/>
                  <a:moveTo>
                    <a:pt x="108763" y="218444"/>
                  </a:moveTo>
                  <a:lnTo>
                    <a:pt x="125228" y="245974"/>
                  </a:lnTo>
                  <a:lnTo>
                    <a:pt x="123826" y="209012"/>
                  </a:lnTo>
                  <a:close/>
                  <a:moveTo>
                    <a:pt x="451923" y="245974"/>
                  </a:moveTo>
                  <a:lnTo>
                    <a:pt x="443463" y="209012"/>
                  </a:lnTo>
                  <a:lnTo>
                    <a:pt x="429020" y="245974"/>
                  </a:lnTo>
                  <a:close/>
                  <a:moveTo>
                    <a:pt x="103196" y="209012"/>
                  </a:moveTo>
                  <a:lnTo>
                    <a:pt x="108763" y="218444"/>
                  </a:lnTo>
                  <a:lnTo>
                    <a:pt x="108763" y="209012"/>
                  </a:lnTo>
                  <a:close/>
                  <a:moveTo>
                    <a:pt x="71208" y="172050"/>
                  </a:moveTo>
                  <a:lnTo>
                    <a:pt x="103196" y="209012"/>
                  </a:lnTo>
                  <a:lnTo>
                    <a:pt x="85672" y="172050"/>
                  </a:lnTo>
                  <a:close/>
                  <a:moveTo>
                    <a:pt x="418894" y="172050"/>
                  </a:moveTo>
                  <a:lnTo>
                    <a:pt x="443463" y="209012"/>
                  </a:lnTo>
                  <a:lnTo>
                    <a:pt x="423137" y="172050"/>
                  </a:lnTo>
                  <a:close/>
                  <a:moveTo>
                    <a:pt x="418894" y="172050"/>
                  </a:moveTo>
                  <a:lnTo>
                    <a:pt x="418894" y="209012"/>
                  </a:lnTo>
                  <a:lnTo>
                    <a:pt x="443463" y="209012"/>
                  </a:lnTo>
                  <a:close/>
                  <a:moveTo>
                    <a:pt x="71208" y="172050"/>
                  </a:moveTo>
                  <a:lnTo>
                    <a:pt x="85672" y="172050"/>
                  </a:lnTo>
                  <a:lnTo>
                    <a:pt x="69997" y="170257"/>
                  </a:lnTo>
                  <a:close/>
                  <a:moveTo>
                    <a:pt x="418894" y="172050"/>
                  </a:moveTo>
                  <a:lnTo>
                    <a:pt x="423137" y="172050"/>
                  </a:lnTo>
                  <a:lnTo>
                    <a:pt x="418894" y="167074"/>
                  </a:lnTo>
                  <a:close/>
                  <a:moveTo>
                    <a:pt x="380128" y="135089"/>
                  </a:moveTo>
                  <a:lnTo>
                    <a:pt x="418894" y="172050"/>
                  </a:lnTo>
                  <a:lnTo>
                    <a:pt x="385593" y="135089"/>
                  </a:lnTo>
                  <a:close/>
                  <a:moveTo>
                    <a:pt x="385593" y="135089"/>
                  </a:moveTo>
                  <a:lnTo>
                    <a:pt x="418894" y="172050"/>
                  </a:lnTo>
                  <a:lnTo>
                    <a:pt x="418894" y="167074"/>
                  </a:lnTo>
                  <a:close/>
                  <a:moveTo>
                    <a:pt x="61163" y="135089"/>
                  </a:moveTo>
                  <a:lnTo>
                    <a:pt x="49804" y="135089"/>
                  </a:lnTo>
                  <a:lnTo>
                    <a:pt x="69997" y="170257"/>
                  </a:lnTo>
                  <a:close/>
                  <a:moveTo>
                    <a:pt x="43554" y="98127"/>
                  </a:moveTo>
                  <a:lnTo>
                    <a:pt x="49804" y="135089"/>
                  </a:lnTo>
                  <a:lnTo>
                    <a:pt x="61163" y="135089"/>
                  </a:lnTo>
                  <a:close/>
                  <a:moveTo>
                    <a:pt x="341362" y="103266"/>
                  </a:moveTo>
                  <a:lnTo>
                    <a:pt x="334311" y="98127"/>
                  </a:lnTo>
                  <a:lnTo>
                    <a:pt x="306658" y="98127"/>
                  </a:lnTo>
                  <a:close/>
                  <a:moveTo>
                    <a:pt x="341362" y="103266"/>
                  </a:moveTo>
                  <a:lnTo>
                    <a:pt x="341362" y="128683"/>
                  </a:lnTo>
                  <a:lnTo>
                    <a:pt x="380128" y="130711"/>
                  </a:lnTo>
                  <a:close/>
                  <a:moveTo>
                    <a:pt x="380128" y="135089"/>
                  </a:moveTo>
                  <a:lnTo>
                    <a:pt x="385593" y="135089"/>
                  </a:lnTo>
                  <a:lnTo>
                    <a:pt x="380128" y="130711"/>
                  </a:lnTo>
                  <a:close/>
                  <a:moveTo>
                    <a:pt x="52635" y="61165"/>
                  </a:moveTo>
                  <a:lnTo>
                    <a:pt x="43554" y="98127"/>
                  </a:lnTo>
                  <a:lnTo>
                    <a:pt x="54085" y="98127"/>
                  </a:lnTo>
                  <a:close/>
                  <a:moveTo>
                    <a:pt x="302595" y="72593"/>
                  </a:moveTo>
                  <a:lnTo>
                    <a:pt x="306658" y="98127"/>
                  </a:lnTo>
                  <a:lnTo>
                    <a:pt x="334311" y="98127"/>
                  </a:lnTo>
                  <a:close/>
                  <a:moveTo>
                    <a:pt x="302595" y="72593"/>
                  </a:moveTo>
                  <a:lnTo>
                    <a:pt x="289748" y="61165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69997" y="37779"/>
                  </a:lnTo>
                  <a:lnTo>
                    <a:pt x="52635" y="61165"/>
                  </a:lnTo>
                  <a:close/>
                  <a:moveTo>
                    <a:pt x="69997" y="37779"/>
                  </a:moveTo>
                  <a:lnTo>
                    <a:pt x="69997" y="53356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70932" y="61165"/>
                  </a:lnTo>
                  <a:lnTo>
                    <a:pt x="289748" y="61165"/>
                  </a:lnTo>
                  <a:close/>
                  <a:moveTo>
                    <a:pt x="241233" y="24203"/>
                  </a:moveTo>
                  <a:lnTo>
                    <a:pt x="225062" y="24203"/>
                  </a:lnTo>
                  <a:lnTo>
                    <a:pt x="263829" y="39540"/>
                  </a:lnTo>
                  <a:close/>
                  <a:moveTo>
                    <a:pt x="108763" y="20027"/>
                  </a:moveTo>
                  <a:lnTo>
                    <a:pt x="108763" y="9702"/>
                  </a:lnTo>
                  <a:lnTo>
                    <a:pt x="84830" y="24203"/>
                  </a:lnTo>
                  <a:close/>
                  <a:moveTo>
                    <a:pt x="147530" y="9224"/>
                  </a:moveTo>
                  <a:lnTo>
                    <a:pt x="147530" y="0"/>
                  </a:lnTo>
                  <a:lnTo>
                    <a:pt x="108763" y="9702"/>
                  </a:lnTo>
                  <a:close/>
                  <a:moveTo>
                    <a:pt x="186296" y="11263"/>
                  </a:moveTo>
                  <a:lnTo>
                    <a:pt x="186296" y="1774"/>
                  </a:lnTo>
                  <a:lnTo>
                    <a:pt x="147530" y="0"/>
                  </a:lnTo>
                  <a:close/>
                  <a:moveTo>
                    <a:pt x="186296" y="1774"/>
                  </a:moveTo>
                  <a:lnTo>
                    <a:pt x="186296" y="11263"/>
                  </a:lnTo>
                  <a:lnTo>
                    <a:pt x="225062" y="14580"/>
                  </a:lnTo>
                  <a:close/>
                  <a:moveTo>
                    <a:pt x="225062" y="24203"/>
                  </a:moveTo>
                  <a:lnTo>
                    <a:pt x="241233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1E0C7"/>
              </a:solidFill>
            </a:ln>
          </p:spPr>
        </p:sp>
        <p:sp>
          <p:nvSpPr>
            <p:cNvPr id="50011" name="Candidate_B3__3966">
              <a:extLst>
                <a:ext uri="{FF2B5EF4-FFF2-40B4-BE49-F238E27FC236}">
                  <a16:creationId xmlns:a16="http://schemas.microsoft.com/office/drawing/2014/main" id="{0C7F8155-672A-2E18-B882-9263CC9FDF86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69997" y="539832"/>
                  </a:moveTo>
                  <a:lnTo>
                    <a:pt x="108763" y="541669"/>
                  </a:lnTo>
                  <a:lnTo>
                    <a:pt x="108763" y="537612"/>
                  </a:lnTo>
                  <a:close/>
                  <a:moveTo>
                    <a:pt x="69997" y="539832"/>
                  </a:moveTo>
                  <a:lnTo>
                    <a:pt x="108763" y="537612"/>
                  </a:lnTo>
                  <a:lnTo>
                    <a:pt x="69997" y="521522"/>
                  </a:lnTo>
                  <a:close/>
                  <a:moveTo>
                    <a:pt x="108763" y="553368"/>
                  </a:moveTo>
                  <a:lnTo>
                    <a:pt x="133584" y="541669"/>
                  </a:lnTo>
                  <a:lnTo>
                    <a:pt x="108763" y="541669"/>
                  </a:lnTo>
                  <a:close/>
                  <a:moveTo>
                    <a:pt x="147530" y="543916"/>
                  </a:moveTo>
                  <a:lnTo>
                    <a:pt x="133584" y="541669"/>
                  </a:lnTo>
                  <a:lnTo>
                    <a:pt x="108763" y="553368"/>
                  </a:lnTo>
                  <a:close/>
                  <a:moveTo>
                    <a:pt x="147530" y="543916"/>
                  </a:moveTo>
                  <a:lnTo>
                    <a:pt x="147530" y="558245"/>
                  </a:lnTo>
                  <a:lnTo>
                    <a:pt x="186296" y="543918"/>
                  </a:lnTo>
                  <a:close/>
                  <a:moveTo>
                    <a:pt x="225062" y="552422"/>
                  </a:moveTo>
                  <a:lnTo>
                    <a:pt x="225062" y="541669"/>
                  </a:lnTo>
                  <a:lnTo>
                    <a:pt x="186296" y="543918"/>
                  </a:lnTo>
                  <a:close/>
                  <a:moveTo>
                    <a:pt x="225062" y="541669"/>
                  </a:moveTo>
                  <a:lnTo>
                    <a:pt x="263829" y="541669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63829" y="532925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72288" y="541669"/>
                  </a:lnTo>
                  <a:lnTo>
                    <a:pt x="263829" y="532925"/>
                  </a:lnTo>
                  <a:close/>
                  <a:moveTo>
                    <a:pt x="263829" y="532925"/>
                  </a:moveTo>
                  <a:lnTo>
                    <a:pt x="302595" y="533751"/>
                  </a:lnTo>
                  <a:lnTo>
                    <a:pt x="302595" y="522834"/>
                  </a:lnTo>
                  <a:close/>
                  <a:moveTo>
                    <a:pt x="22963" y="467745"/>
                  </a:moveTo>
                  <a:lnTo>
                    <a:pt x="31230" y="504707"/>
                  </a:lnTo>
                  <a:lnTo>
                    <a:pt x="31230" y="482024"/>
                  </a:lnTo>
                  <a:close/>
                  <a:moveTo>
                    <a:pt x="23521" y="504707"/>
                  </a:moveTo>
                  <a:lnTo>
                    <a:pt x="31230" y="504707"/>
                  </a:lnTo>
                  <a:lnTo>
                    <a:pt x="22963" y="467745"/>
                  </a:lnTo>
                  <a:close/>
                  <a:moveTo>
                    <a:pt x="31230" y="512608"/>
                  </a:moveTo>
                  <a:lnTo>
                    <a:pt x="47761" y="504707"/>
                  </a:lnTo>
                  <a:lnTo>
                    <a:pt x="31230" y="504707"/>
                  </a:lnTo>
                  <a:close/>
                  <a:moveTo>
                    <a:pt x="69997" y="521522"/>
                  </a:moveTo>
                  <a:lnTo>
                    <a:pt x="47761" y="504707"/>
                  </a:lnTo>
                  <a:lnTo>
                    <a:pt x="31230" y="512608"/>
                  </a:lnTo>
                  <a:close/>
                  <a:moveTo>
                    <a:pt x="31230" y="504707"/>
                  </a:moveTo>
                  <a:lnTo>
                    <a:pt x="47761" y="504707"/>
                  </a:lnTo>
                  <a:lnTo>
                    <a:pt x="31230" y="482024"/>
                  </a:lnTo>
                  <a:close/>
                  <a:moveTo>
                    <a:pt x="302595" y="522834"/>
                  </a:moveTo>
                  <a:lnTo>
                    <a:pt x="302595" y="533751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5532" y="504707"/>
                  </a:lnTo>
                  <a:lnTo>
                    <a:pt x="341362" y="507045"/>
                  </a:lnTo>
                  <a:close/>
                  <a:moveTo>
                    <a:pt x="345532" y="504707"/>
                  </a:moveTo>
                  <a:lnTo>
                    <a:pt x="366446" y="504707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22963" y="467745"/>
                  </a:lnTo>
                  <a:lnTo>
                    <a:pt x="18478" y="430783"/>
                  </a:lnTo>
                  <a:close/>
                  <a:moveTo>
                    <a:pt x="409525" y="467745"/>
                  </a:moveTo>
                  <a:lnTo>
                    <a:pt x="394832" y="467745"/>
                  </a:lnTo>
                  <a:lnTo>
                    <a:pt x="380128" y="481571"/>
                  </a:lnTo>
                  <a:close/>
                  <a:moveTo>
                    <a:pt x="394832" y="467745"/>
                  </a:moveTo>
                  <a:lnTo>
                    <a:pt x="409525" y="467745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18478" y="430783"/>
                  </a:lnTo>
                  <a:lnTo>
                    <a:pt x="30658" y="393821"/>
                  </a:lnTo>
                  <a:close/>
                  <a:moveTo>
                    <a:pt x="432520" y="430783"/>
                  </a:moveTo>
                  <a:lnTo>
                    <a:pt x="418939" y="430783"/>
                  </a:lnTo>
                  <a:lnTo>
                    <a:pt x="418894" y="430859"/>
                  </a:lnTo>
                  <a:close/>
                  <a:moveTo>
                    <a:pt x="430784" y="393821"/>
                  </a:moveTo>
                  <a:lnTo>
                    <a:pt x="418939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10591" y="393821"/>
                  </a:lnTo>
                  <a:lnTo>
                    <a:pt x="30658" y="393821"/>
                  </a:lnTo>
                  <a:close/>
                  <a:moveTo>
                    <a:pt x="31230" y="393005"/>
                  </a:moveTo>
                  <a:lnTo>
                    <a:pt x="60351" y="356860"/>
                  </a:lnTo>
                  <a:lnTo>
                    <a:pt x="37695" y="356860"/>
                  </a:lnTo>
                  <a:close/>
                  <a:moveTo>
                    <a:pt x="434785" y="356860"/>
                  </a:moveTo>
                  <a:lnTo>
                    <a:pt x="430784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37695" y="356860"/>
                  </a:lnTo>
                  <a:lnTo>
                    <a:pt x="60351" y="356860"/>
                  </a:lnTo>
                  <a:close/>
                  <a:moveTo>
                    <a:pt x="69997" y="347971"/>
                  </a:moveTo>
                  <a:lnTo>
                    <a:pt x="106410" y="319898"/>
                  </a:lnTo>
                  <a:lnTo>
                    <a:pt x="80320" y="319898"/>
                  </a:lnTo>
                  <a:close/>
                  <a:moveTo>
                    <a:pt x="435133" y="319898"/>
                  </a:moveTo>
                  <a:lnTo>
                    <a:pt x="434785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80320" y="319898"/>
                  </a:lnTo>
                  <a:lnTo>
                    <a:pt x="106410" y="319898"/>
                  </a:lnTo>
                  <a:close/>
                  <a:moveTo>
                    <a:pt x="108763" y="317540"/>
                  </a:moveTo>
                  <a:lnTo>
                    <a:pt x="143169" y="282936"/>
                  </a:lnTo>
                  <a:lnTo>
                    <a:pt x="117891" y="282936"/>
                  </a:lnTo>
                  <a:close/>
                  <a:moveTo>
                    <a:pt x="433696" y="282936"/>
                  </a:moveTo>
                  <a:lnTo>
                    <a:pt x="435133" y="319898"/>
                  </a:lnTo>
                  <a:lnTo>
                    <a:pt x="453623" y="282936"/>
                  </a:lnTo>
                  <a:close/>
                  <a:moveTo>
                    <a:pt x="125228" y="245974"/>
                  </a:moveTo>
                  <a:lnTo>
                    <a:pt x="147530" y="258134"/>
                  </a:lnTo>
                  <a:lnTo>
                    <a:pt x="147530" y="245974"/>
                  </a:lnTo>
                  <a:close/>
                  <a:moveTo>
                    <a:pt x="143169" y="282936"/>
                  </a:moveTo>
                  <a:lnTo>
                    <a:pt x="147530" y="258134"/>
                  </a:lnTo>
                  <a:lnTo>
                    <a:pt x="125228" y="245974"/>
                  </a:lnTo>
                  <a:close/>
                  <a:moveTo>
                    <a:pt x="429020" y="245974"/>
                  </a:moveTo>
                  <a:lnTo>
                    <a:pt x="433696" y="282936"/>
                  </a:lnTo>
                  <a:lnTo>
                    <a:pt x="451923" y="245974"/>
                  </a:lnTo>
                  <a:close/>
                  <a:moveTo>
                    <a:pt x="108763" y="209012"/>
                  </a:moveTo>
                  <a:lnTo>
                    <a:pt x="108763" y="218444"/>
                  </a:lnTo>
                  <a:lnTo>
                    <a:pt x="123826" y="209012"/>
                  </a:lnTo>
                  <a:close/>
                  <a:moveTo>
                    <a:pt x="123826" y="209012"/>
                  </a:moveTo>
                  <a:lnTo>
                    <a:pt x="125228" y="245974"/>
                  </a:lnTo>
                  <a:lnTo>
                    <a:pt x="147530" y="242911"/>
                  </a:lnTo>
                  <a:close/>
                  <a:moveTo>
                    <a:pt x="147530" y="242911"/>
                  </a:moveTo>
                  <a:lnTo>
                    <a:pt x="125228" y="245974"/>
                  </a:lnTo>
                  <a:lnTo>
                    <a:pt x="147530" y="245974"/>
                  </a:lnTo>
                  <a:close/>
                  <a:moveTo>
                    <a:pt x="443463" y="209012"/>
                  </a:moveTo>
                  <a:lnTo>
                    <a:pt x="418894" y="209012"/>
                  </a:lnTo>
                  <a:lnTo>
                    <a:pt x="429020" y="245974"/>
                  </a:lnTo>
                  <a:close/>
                  <a:moveTo>
                    <a:pt x="85672" y="172050"/>
                  </a:moveTo>
                  <a:lnTo>
                    <a:pt x="108763" y="209012"/>
                  </a:lnTo>
                  <a:lnTo>
                    <a:pt x="108763" y="196432"/>
                  </a:lnTo>
                  <a:close/>
                  <a:moveTo>
                    <a:pt x="103196" y="209012"/>
                  </a:moveTo>
                  <a:lnTo>
                    <a:pt x="108763" y="209012"/>
                  </a:lnTo>
                  <a:lnTo>
                    <a:pt x="85672" y="172050"/>
                  </a:lnTo>
                  <a:close/>
                  <a:moveTo>
                    <a:pt x="108763" y="209012"/>
                  </a:moveTo>
                  <a:lnTo>
                    <a:pt x="123826" y="209012"/>
                  </a:lnTo>
                  <a:lnTo>
                    <a:pt x="108763" y="196432"/>
                  </a:lnTo>
                  <a:close/>
                  <a:moveTo>
                    <a:pt x="418894" y="209012"/>
                  </a:moveTo>
                  <a:lnTo>
                    <a:pt x="418894" y="172050"/>
                  </a:lnTo>
                  <a:lnTo>
                    <a:pt x="416738" y="209012"/>
                  </a:lnTo>
                  <a:close/>
                  <a:moveTo>
                    <a:pt x="418894" y="172050"/>
                  </a:moveTo>
                  <a:lnTo>
                    <a:pt x="391328" y="172050"/>
                  </a:lnTo>
                  <a:lnTo>
                    <a:pt x="416738" y="209012"/>
                  </a:lnTo>
                  <a:close/>
                  <a:moveTo>
                    <a:pt x="85672" y="172050"/>
                  </a:moveTo>
                  <a:lnTo>
                    <a:pt x="69997" y="150060"/>
                  </a:lnTo>
                  <a:lnTo>
                    <a:pt x="69997" y="170257"/>
                  </a:lnTo>
                  <a:close/>
                  <a:moveTo>
                    <a:pt x="380128" y="160882"/>
                  </a:moveTo>
                  <a:lnTo>
                    <a:pt x="391328" y="172050"/>
                  </a:lnTo>
                  <a:lnTo>
                    <a:pt x="380128" y="135089"/>
                  </a:lnTo>
                  <a:close/>
                  <a:moveTo>
                    <a:pt x="391328" y="172050"/>
                  </a:moveTo>
                  <a:lnTo>
                    <a:pt x="418894" y="172050"/>
                  </a:lnTo>
                  <a:lnTo>
                    <a:pt x="380128" y="135089"/>
                  </a:lnTo>
                  <a:close/>
                  <a:moveTo>
                    <a:pt x="61163" y="135089"/>
                  </a:moveTo>
                  <a:lnTo>
                    <a:pt x="69997" y="170257"/>
                  </a:lnTo>
                  <a:lnTo>
                    <a:pt x="69997" y="150060"/>
                  </a:lnTo>
                  <a:close/>
                  <a:moveTo>
                    <a:pt x="43554" y="98127"/>
                  </a:moveTo>
                  <a:lnTo>
                    <a:pt x="61163" y="135089"/>
                  </a:lnTo>
                  <a:lnTo>
                    <a:pt x="54085" y="98127"/>
                  </a:lnTo>
                  <a:close/>
                  <a:moveTo>
                    <a:pt x="341362" y="128683"/>
                  </a:moveTo>
                  <a:lnTo>
                    <a:pt x="341362" y="103266"/>
                  </a:lnTo>
                  <a:lnTo>
                    <a:pt x="306658" y="98127"/>
                  </a:lnTo>
                  <a:close/>
                  <a:moveTo>
                    <a:pt x="380128" y="130711"/>
                  </a:moveTo>
                  <a:lnTo>
                    <a:pt x="349293" y="135089"/>
                  </a:lnTo>
                  <a:lnTo>
                    <a:pt x="380128" y="135089"/>
                  </a:lnTo>
                  <a:close/>
                  <a:moveTo>
                    <a:pt x="341362" y="128683"/>
                  </a:moveTo>
                  <a:lnTo>
                    <a:pt x="349293" y="135089"/>
                  </a:lnTo>
                  <a:lnTo>
                    <a:pt x="380128" y="130711"/>
                  </a:lnTo>
                  <a:close/>
                  <a:moveTo>
                    <a:pt x="380128" y="160882"/>
                  </a:moveTo>
                  <a:lnTo>
                    <a:pt x="380128" y="135089"/>
                  </a:lnTo>
                  <a:lnTo>
                    <a:pt x="349293" y="135089"/>
                  </a:lnTo>
                  <a:close/>
                  <a:moveTo>
                    <a:pt x="52635" y="61165"/>
                  </a:moveTo>
                  <a:lnTo>
                    <a:pt x="54085" y="98127"/>
                  </a:lnTo>
                  <a:lnTo>
                    <a:pt x="64205" y="61165"/>
                  </a:lnTo>
                  <a:close/>
                  <a:moveTo>
                    <a:pt x="302595" y="72593"/>
                  </a:moveTo>
                  <a:lnTo>
                    <a:pt x="302595" y="94323"/>
                  </a:lnTo>
                  <a:lnTo>
                    <a:pt x="306658" y="98127"/>
                  </a:lnTo>
                  <a:close/>
                  <a:moveTo>
                    <a:pt x="302595" y="94323"/>
                  </a:moveTo>
                  <a:lnTo>
                    <a:pt x="302595" y="72593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52635" y="61165"/>
                  </a:lnTo>
                  <a:lnTo>
                    <a:pt x="64205" y="61165"/>
                  </a:lnTo>
                  <a:close/>
                  <a:moveTo>
                    <a:pt x="69997" y="53356"/>
                  </a:moveTo>
                  <a:lnTo>
                    <a:pt x="101862" y="24203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63829" y="54706"/>
                  </a:lnTo>
                  <a:lnTo>
                    <a:pt x="270932" y="61165"/>
                  </a:lnTo>
                  <a:close/>
                  <a:moveTo>
                    <a:pt x="263829" y="39540"/>
                  </a:moveTo>
                  <a:lnTo>
                    <a:pt x="225062" y="24203"/>
                  </a:lnTo>
                  <a:lnTo>
                    <a:pt x="225062" y="25929"/>
                  </a:lnTo>
                  <a:close/>
                  <a:moveTo>
                    <a:pt x="263829" y="39540"/>
                  </a:moveTo>
                  <a:lnTo>
                    <a:pt x="225062" y="25929"/>
                  </a:lnTo>
                  <a:lnTo>
                    <a:pt x="263829" y="54706"/>
                  </a:lnTo>
                  <a:close/>
                  <a:moveTo>
                    <a:pt x="108763" y="20027"/>
                  </a:moveTo>
                  <a:lnTo>
                    <a:pt x="84830" y="24203"/>
                  </a:lnTo>
                  <a:lnTo>
                    <a:pt x="101862" y="24203"/>
                  </a:lnTo>
                  <a:close/>
                  <a:moveTo>
                    <a:pt x="147530" y="9224"/>
                  </a:moveTo>
                  <a:lnTo>
                    <a:pt x="108763" y="9702"/>
                  </a:lnTo>
                  <a:lnTo>
                    <a:pt x="108763" y="20027"/>
                  </a:lnTo>
                  <a:close/>
                  <a:moveTo>
                    <a:pt x="186296" y="11263"/>
                  </a:moveTo>
                  <a:lnTo>
                    <a:pt x="147530" y="0"/>
                  </a:lnTo>
                  <a:lnTo>
                    <a:pt x="147530" y="9224"/>
                  </a:lnTo>
                  <a:close/>
                  <a:moveTo>
                    <a:pt x="225062" y="14580"/>
                  </a:moveTo>
                  <a:lnTo>
                    <a:pt x="221109" y="24203"/>
                  </a:lnTo>
                  <a:lnTo>
                    <a:pt x="225062" y="24203"/>
                  </a:lnTo>
                  <a:close/>
                  <a:moveTo>
                    <a:pt x="186296" y="11263"/>
                  </a:moveTo>
                  <a:lnTo>
                    <a:pt x="221109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61C08E"/>
            </a:solidFill>
            <a:ln w="4001">
              <a:solidFill>
                <a:srgbClr val="B1E0C7"/>
              </a:solidFill>
            </a:ln>
          </p:spPr>
        </p:sp>
        <p:sp>
          <p:nvSpPr>
            <p:cNvPr id="50012" name="Candidate_B3__3967">
              <a:extLst>
                <a:ext uri="{FF2B5EF4-FFF2-40B4-BE49-F238E27FC236}">
                  <a16:creationId xmlns:a16="http://schemas.microsoft.com/office/drawing/2014/main" id="{DDCF44A6-EAEA-FB98-7C7D-706BDE12EF9A}"/>
                </a:ext>
              </a:extLst>
            </p:cNvPr>
            <p:cNvSpPr>
              <a:spLocks noGrp="1"/>
            </p:cNvSpPr>
            <p:nvPr/>
          </p:nvSpPr>
          <p:spPr>
            <a:xfrm>
              <a:off x="4705349" y="4081162"/>
              <a:ext cx="416655" cy="534694"/>
            </a:xfrm>
            <a:custGeom>
              <a:avLst/>
              <a:gdLst/>
              <a:ahLst/>
              <a:cxnLst/>
              <a:rect l="0" t="0" r="0" b="0"/>
              <a:pathLst>
                <a:path w="416655" h="534694">
                  <a:moveTo>
                    <a:pt x="90285" y="532444"/>
                  </a:moveTo>
                  <a:lnTo>
                    <a:pt x="115106" y="532444"/>
                  </a:lnTo>
                  <a:lnTo>
                    <a:pt x="90285" y="528388"/>
                  </a:lnTo>
                  <a:close/>
                  <a:moveTo>
                    <a:pt x="167818" y="534694"/>
                  </a:moveTo>
                  <a:lnTo>
                    <a:pt x="206584" y="532444"/>
                  </a:lnTo>
                  <a:lnTo>
                    <a:pt x="187278" y="532444"/>
                  </a:lnTo>
                  <a:close/>
                  <a:moveTo>
                    <a:pt x="187278" y="532444"/>
                  </a:moveTo>
                  <a:lnTo>
                    <a:pt x="206584" y="532444"/>
                  </a:lnTo>
                  <a:lnTo>
                    <a:pt x="206584" y="530484"/>
                  </a:lnTo>
                  <a:close/>
                  <a:moveTo>
                    <a:pt x="129051" y="236750"/>
                  </a:moveTo>
                  <a:lnTo>
                    <a:pt x="131104" y="236750"/>
                  </a:lnTo>
                  <a:lnTo>
                    <a:pt x="129051" y="233687"/>
                  </a:lnTo>
                  <a:close/>
                  <a:moveTo>
                    <a:pt x="129051" y="236750"/>
                  </a:moveTo>
                  <a:lnTo>
                    <a:pt x="129051" y="248909"/>
                  </a:lnTo>
                  <a:lnTo>
                    <a:pt x="131104" y="236750"/>
                  </a:lnTo>
                  <a:close/>
                  <a:moveTo>
                    <a:pt x="410541" y="236750"/>
                  </a:moveTo>
                  <a:lnTo>
                    <a:pt x="400416" y="199788"/>
                  </a:lnTo>
                  <a:lnTo>
                    <a:pt x="400416" y="205645"/>
                  </a:lnTo>
                  <a:close/>
                  <a:moveTo>
                    <a:pt x="400416" y="205645"/>
                  </a:moveTo>
                  <a:lnTo>
                    <a:pt x="400416" y="199788"/>
                  </a:lnTo>
                  <a:lnTo>
                    <a:pt x="398260" y="199788"/>
                  </a:lnTo>
                  <a:close/>
                  <a:moveTo>
                    <a:pt x="206584" y="16705"/>
                  </a:moveTo>
                  <a:lnTo>
                    <a:pt x="206584" y="14978"/>
                  </a:lnTo>
                  <a:lnTo>
                    <a:pt x="202631" y="14978"/>
                  </a:lnTo>
                  <a:close/>
                  <a:moveTo>
                    <a:pt x="115106" y="532444"/>
                  </a:moveTo>
                  <a:lnTo>
                    <a:pt x="129051" y="534691"/>
                  </a:lnTo>
                  <a:lnTo>
                    <a:pt x="129051" y="532444"/>
                  </a:lnTo>
                  <a:close/>
                  <a:moveTo>
                    <a:pt x="115106" y="532444"/>
                  </a:moveTo>
                  <a:lnTo>
                    <a:pt x="129051" y="532444"/>
                  </a:lnTo>
                  <a:lnTo>
                    <a:pt x="90285" y="528388"/>
                  </a:lnTo>
                  <a:close/>
                  <a:moveTo>
                    <a:pt x="167818" y="532444"/>
                  </a:moveTo>
                  <a:lnTo>
                    <a:pt x="129051" y="534691"/>
                  </a:lnTo>
                  <a:lnTo>
                    <a:pt x="167818" y="534694"/>
                  </a:lnTo>
                  <a:close/>
                  <a:moveTo>
                    <a:pt x="167818" y="532444"/>
                  </a:moveTo>
                  <a:lnTo>
                    <a:pt x="129051" y="532444"/>
                  </a:lnTo>
                  <a:lnTo>
                    <a:pt x="129051" y="534691"/>
                  </a:lnTo>
                  <a:close/>
                  <a:moveTo>
                    <a:pt x="167818" y="532444"/>
                  </a:moveTo>
                  <a:lnTo>
                    <a:pt x="167818" y="534694"/>
                  </a:lnTo>
                  <a:lnTo>
                    <a:pt x="187278" y="532444"/>
                  </a:lnTo>
                  <a:close/>
                  <a:moveTo>
                    <a:pt x="29283" y="495482"/>
                  </a:moveTo>
                  <a:lnTo>
                    <a:pt x="51518" y="512298"/>
                  </a:lnTo>
                  <a:lnTo>
                    <a:pt x="51518" y="495482"/>
                  </a:lnTo>
                  <a:close/>
                  <a:moveTo>
                    <a:pt x="322883" y="495482"/>
                  </a:moveTo>
                  <a:lnTo>
                    <a:pt x="284117" y="513610"/>
                  </a:lnTo>
                  <a:lnTo>
                    <a:pt x="322883" y="497820"/>
                  </a:lnTo>
                  <a:close/>
                  <a:moveTo>
                    <a:pt x="322883" y="495482"/>
                  </a:moveTo>
                  <a:lnTo>
                    <a:pt x="322883" y="497820"/>
                  </a:lnTo>
                  <a:lnTo>
                    <a:pt x="327054" y="495482"/>
                  </a:lnTo>
                  <a:close/>
                  <a:moveTo>
                    <a:pt x="327054" y="495482"/>
                  </a:moveTo>
                  <a:lnTo>
                    <a:pt x="361650" y="472347"/>
                  </a:lnTo>
                  <a:lnTo>
                    <a:pt x="322883" y="495482"/>
                  </a:lnTo>
                  <a:close/>
                  <a:moveTo>
                    <a:pt x="4485" y="458521"/>
                  </a:moveTo>
                  <a:lnTo>
                    <a:pt x="12752" y="472799"/>
                  </a:lnTo>
                  <a:lnTo>
                    <a:pt x="12752" y="458521"/>
                  </a:lnTo>
                  <a:close/>
                  <a:moveTo>
                    <a:pt x="0" y="421559"/>
                  </a:moveTo>
                  <a:lnTo>
                    <a:pt x="12752" y="458521"/>
                  </a:lnTo>
                  <a:lnTo>
                    <a:pt x="12752" y="421559"/>
                  </a:lnTo>
                  <a:close/>
                  <a:moveTo>
                    <a:pt x="0" y="421559"/>
                  </a:moveTo>
                  <a:lnTo>
                    <a:pt x="4485" y="458521"/>
                  </a:lnTo>
                  <a:lnTo>
                    <a:pt x="12752" y="458521"/>
                  </a:lnTo>
                  <a:close/>
                  <a:moveTo>
                    <a:pt x="361650" y="458521"/>
                  </a:moveTo>
                  <a:lnTo>
                    <a:pt x="361650" y="472347"/>
                  </a:lnTo>
                  <a:lnTo>
                    <a:pt x="376354" y="458521"/>
                  </a:lnTo>
                  <a:close/>
                  <a:moveTo>
                    <a:pt x="376354" y="458521"/>
                  </a:moveTo>
                  <a:lnTo>
                    <a:pt x="400416" y="421634"/>
                  </a:lnTo>
                  <a:lnTo>
                    <a:pt x="361650" y="458521"/>
                  </a:lnTo>
                  <a:close/>
                  <a:moveTo>
                    <a:pt x="12179" y="384597"/>
                  </a:moveTo>
                  <a:lnTo>
                    <a:pt x="12752" y="421559"/>
                  </a:lnTo>
                  <a:lnTo>
                    <a:pt x="12752" y="384597"/>
                  </a:lnTo>
                  <a:close/>
                  <a:moveTo>
                    <a:pt x="12179" y="384597"/>
                  </a:moveTo>
                  <a:lnTo>
                    <a:pt x="0" y="421559"/>
                  </a:lnTo>
                  <a:lnTo>
                    <a:pt x="12752" y="421559"/>
                  </a:lnTo>
                  <a:close/>
                  <a:moveTo>
                    <a:pt x="400416" y="421559"/>
                  </a:moveTo>
                  <a:lnTo>
                    <a:pt x="400416" y="421634"/>
                  </a:lnTo>
                  <a:lnTo>
                    <a:pt x="400460" y="421559"/>
                  </a:lnTo>
                  <a:close/>
                  <a:moveTo>
                    <a:pt x="400416" y="384597"/>
                  </a:moveTo>
                  <a:lnTo>
                    <a:pt x="400460" y="421559"/>
                  </a:lnTo>
                  <a:lnTo>
                    <a:pt x="412306" y="384597"/>
                  </a:lnTo>
                  <a:close/>
                  <a:moveTo>
                    <a:pt x="400416" y="384597"/>
                  </a:moveTo>
                  <a:lnTo>
                    <a:pt x="400416" y="421559"/>
                  </a:lnTo>
                  <a:lnTo>
                    <a:pt x="400460" y="421559"/>
                  </a:lnTo>
                  <a:close/>
                  <a:moveTo>
                    <a:pt x="12752" y="383780"/>
                  </a:moveTo>
                  <a:lnTo>
                    <a:pt x="12179" y="384597"/>
                  </a:lnTo>
                  <a:lnTo>
                    <a:pt x="12752" y="384597"/>
                  </a:lnTo>
                  <a:close/>
                  <a:moveTo>
                    <a:pt x="12752" y="384597"/>
                  </a:moveTo>
                  <a:lnTo>
                    <a:pt x="41873" y="347635"/>
                  </a:lnTo>
                  <a:lnTo>
                    <a:pt x="12752" y="383780"/>
                  </a:lnTo>
                  <a:close/>
                  <a:moveTo>
                    <a:pt x="51518" y="347635"/>
                  </a:moveTo>
                  <a:lnTo>
                    <a:pt x="41873" y="347635"/>
                  </a:lnTo>
                  <a:lnTo>
                    <a:pt x="12752" y="384597"/>
                  </a:lnTo>
                  <a:close/>
                  <a:moveTo>
                    <a:pt x="400416" y="347635"/>
                  </a:moveTo>
                  <a:lnTo>
                    <a:pt x="412306" y="384597"/>
                  </a:lnTo>
                  <a:lnTo>
                    <a:pt x="416307" y="347635"/>
                  </a:lnTo>
                  <a:close/>
                  <a:moveTo>
                    <a:pt x="51518" y="338747"/>
                  </a:moveTo>
                  <a:lnTo>
                    <a:pt x="41873" y="347635"/>
                  </a:lnTo>
                  <a:lnTo>
                    <a:pt x="51518" y="347635"/>
                  </a:lnTo>
                  <a:close/>
                  <a:moveTo>
                    <a:pt x="400416" y="310673"/>
                  </a:moveTo>
                  <a:lnTo>
                    <a:pt x="416307" y="347635"/>
                  </a:lnTo>
                  <a:lnTo>
                    <a:pt x="416655" y="310673"/>
                  </a:lnTo>
                  <a:close/>
                  <a:moveTo>
                    <a:pt x="90285" y="308316"/>
                  </a:moveTo>
                  <a:lnTo>
                    <a:pt x="87932" y="310673"/>
                  </a:lnTo>
                  <a:lnTo>
                    <a:pt x="90285" y="310673"/>
                  </a:lnTo>
                  <a:close/>
                  <a:moveTo>
                    <a:pt x="90285" y="310673"/>
                  </a:moveTo>
                  <a:lnTo>
                    <a:pt x="124691" y="273711"/>
                  </a:lnTo>
                  <a:lnTo>
                    <a:pt x="90285" y="308316"/>
                  </a:lnTo>
                  <a:close/>
                  <a:moveTo>
                    <a:pt x="129051" y="273711"/>
                  </a:moveTo>
                  <a:lnTo>
                    <a:pt x="124691" y="273711"/>
                  </a:lnTo>
                  <a:lnTo>
                    <a:pt x="90285" y="310673"/>
                  </a:lnTo>
                  <a:close/>
                  <a:moveTo>
                    <a:pt x="400416" y="273711"/>
                  </a:moveTo>
                  <a:lnTo>
                    <a:pt x="416655" y="310673"/>
                  </a:lnTo>
                  <a:lnTo>
                    <a:pt x="415218" y="273711"/>
                  </a:lnTo>
                  <a:close/>
                  <a:moveTo>
                    <a:pt x="129051" y="248909"/>
                  </a:moveTo>
                  <a:lnTo>
                    <a:pt x="124691" y="273711"/>
                  </a:lnTo>
                  <a:lnTo>
                    <a:pt x="129051" y="273711"/>
                  </a:lnTo>
                  <a:close/>
                  <a:moveTo>
                    <a:pt x="129051" y="273711"/>
                  </a:moveTo>
                  <a:lnTo>
                    <a:pt x="131104" y="236750"/>
                  </a:lnTo>
                  <a:lnTo>
                    <a:pt x="129051" y="248909"/>
                  </a:lnTo>
                  <a:close/>
                  <a:moveTo>
                    <a:pt x="167818" y="236750"/>
                  </a:moveTo>
                  <a:lnTo>
                    <a:pt x="131104" y="236750"/>
                  </a:lnTo>
                  <a:lnTo>
                    <a:pt x="129051" y="273711"/>
                  </a:lnTo>
                  <a:close/>
                  <a:moveTo>
                    <a:pt x="400416" y="236750"/>
                  </a:moveTo>
                  <a:lnTo>
                    <a:pt x="415218" y="273711"/>
                  </a:lnTo>
                  <a:lnTo>
                    <a:pt x="410541" y="236750"/>
                  </a:lnTo>
                  <a:close/>
                  <a:moveTo>
                    <a:pt x="400416" y="236750"/>
                  </a:moveTo>
                  <a:lnTo>
                    <a:pt x="400416" y="273711"/>
                  </a:lnTo>
                  <a:lnTo>
                    <a:pt x="415218" y="273711"/>
                  </a:lnTo>
                  <a:close/>
                  <a:moveTo>
                    <a:pt x="167818" y="236750"/>
                  </a:moveTo>
                  <a:lnTo>
                    <a:pt x="129051" y="233687"/>
                  </a:lnTo>
                  <a:lnTo>
                    <a:pt x="131104" y="236750"/>
                  </a:lnTo>
                  <a:close/>
                  <a:moveTo>
                    <a:pt x="400416" y="236750"/>
                  </a:moveTo>
                  <a:lnTo>
                    <a:pt x="410541" y="236750"/>
                  </a:lnTo>
                  <a:lnTo>
                    <a:pt x="400416" y="205645"/>
                  </a:lnTo>
                  <a:close/>
                  <a:moveTo>
                    <a:pt x="398260" y="199788"/>
                  </a:moveTo>
                  <a:lnTo>
                    <a:pt x="400416" y="236750"/>
                  </a:lnTo>
                  <a:lnTo>
                    <a:pt x="400416" y="205645"/>
                  </a:lnTo>
                  <a:close/>
                  <a:moveTo>
                    <a:pt x="105348" y="199788"/>
                  </a:moveTo>
                  <a:lnTo>
                    <a:pt x="129051" y="233687"/>
                  </a:lnTo>
                  <a:lnTo>
                    <a:pt x="129051" y="199788"/>
                  </a:lnTo>
                  <a:close/>
                  <a:moveTo>
                    <a:pt x="361650" y="162826"/>
                  </a:moveTo>
                  <a:lnTo>
                    <a:pt x="398260" y="199788"/>
                  </a:lnTo>
                  <a:lnTo>
                    <a:pt x="372850" y="162826"/>
                  </a:lnTo>
                  <a:close/>
                  <a:moveTo>
                    <a:pt x="67194" y="162826"/>
                  </a:moveTo>
                  <a:lnTo>
                    <a:pt x="90285" y="187207"/>
                  </a:lnTo>
                  <a:lnTo>
                    <a:pt x="90285" y="162826"/>
                  </a:lnTo>
                  <a:close/>
                  <a:moveTo>
                    <a:pt x="322883" y="125864"/>
                  </a:moveTo>
                  <a:lnTo>
                    <a:pt x="361650" y="151657"/>
                  </a:lnTo>
                  <a:lnTo>
                    <a:pt x="330814" y="125864"/>
                  </a:lnTo>
                  <a:close/>
                  <a:moveTo>
                    <a:pt x="361650" y="162826"/>
                  </a:moveTo>
                  <a:lnTo>
                    <a:pt x="361650" y="151657"/>
                  </a:lnTo>
                  <a:lnTo>
                    <a:pt x="322883" y="125864"/>
                  </a:lnTo>
                  <a:close/>
                  <a:moveTo>
                    <a:pt x="361650" y="162826"/>
                  </a:moveTo>
                  <a:lnTo>
                    <a:pt x="372850" y="162826"/>
                  </a:lnTo>
                  <a:lnTo>
                    <a:pt x="361650" y="151657"/>
                  </a:lnTo>
                  <a:close/>
                  <a:moveTo>
                    <a:pt x="42685" y="125864"/>
                  </a:moveTo>
                  <a:lnTo>
                    <a:pt x="51518" y="140835"/>
                  </a:lnTo>
                  <a:lnTo>
                    <a:pt x="51518" y="125864"/>
                  </a:lnTo>
                  <a:close/>
                  <a:moveTo>
                    <a:pt x="35607" y="88902"/>
                  </a:moveTo>
                  <a:lnTo>
                    <a:pt x="42685" y="125864"/>
                  </a:lnTo>
                  <a:lnTo>
                    <a:pt x="51518" y="125864"/>
                  </a:lnTo>
                  <a:close/>
                  <a:moveTo>
                    <a:pt x="284117" y="88902"/>
                  </a:moveTo>
                  <a:lnTo>
                    <a:pt x="322883" y="119459"/>
                  </a:lnTo>
                  <a:lnTo>
                    <a:pt x="288179" y="88902"/>
                  </a:lnTo>
                  <a:close/>
                  <a:moveTo>
                    <a:pt x="322883" y="125864"/>
                  </a:moveTo>
                  <a:lnTo>
                    <a:pt x="322883" y="119459"/>
                  </a:lnTo>
                  <a:lnTo>
                    <a:pt x="284117" y="88902"/>
                  </a:lnTo>
                  <a:close/>
                  <a:moveTo>
                    <a:pt x="322883" y="125864"/>
                  </a:moveTo>
                  <a:lnTo>
                    <a:pt x="330814" y="125864"/>
                  </a:lnTo>
                  <a:lnTo>
                    <a:pt x="322883" y="119459"/>
                  </a:lnTo>
                  <a:close/>
                  <a:moveTo>
                    <a:pt x="45726" y="51940"/>
                  </a:moveTo>
                  <a:lnTo>
                    <a:pt x="51518" y="88902"/>
                  </a:lnTo>
                  <a:lnTo>
                    <a:pt x="51518" y="51940"/>
                  </a:lnTo>
                  <a:close/>
                  <a:moveTo>
                    <a:pt x="45726" y="51940"/>
                  </a:moveTo>
                  <a:lnTo>
                    <a:pt x="35607" y="88902"/>
                  </a:lnTo>
                  <a:lnTo>
                    <a:pt x="51518" y="88902"/>
                  </a:lnTo>
                  <a:close/>
                  <a:moveTo>
                    <a:pt x="245350" y="51940"/>
                  </a:moveTo>
                  <a:lnTo>
                    <a:pt x="284117" y="85099"/>
                  </a:lnTo>
                  <a:lnTo>
                    <a:pt x="252453" y="51940"/>
                  </a:lnTo>
                  <a:close/>
                  <a:moveTo>
                    <a:pt x="284117" y="88902"/>
                  </a:moveTo>
                  <a:lnTo>
                    <a:pt x="284117" y="85099"/>
                  </a:lnTo>
                  <a:lnTo>
                    <a:pt x="245350" y="51940"/>
                  </a:lnTo>
                  <a:close/>
                  <a:moveTo>
                    <a:pt x="284117" y="88902"/>
                  </a:moveTo>
                  <a:lnTo>
                    <a:pt x="288179" y="88902"/>
                  </a:lnTo>
                  <a:lnTo>
                    <a:pt x="284117" y="85099"/>
                  </a:lnTo>
                  <a:close/>
                  <a:moveTo>
                    <a:pt x="51518" y="44131"/>
                  </a:moveTo>
                  <a:lnTo>
                    <a:pt x="45726" y="51940"/>
                  </a:lnTo>
                  <a:lnTo>
                    <a:pt x="51518" y="51940"/>
                  </a:lnTo>
                  <a:close/>
                  <a:moveTo>
                    <a:pt x="202631" y="14978"/>
                  </a:moveTo>
                  <a:lnTo>
                    <a:pt x="167818" y="14978"/>
                  </a:lnTo>
                  <a:lnTo>
                    <a:pt x="206584" y="16705"/>
                  </a:lnTo>
                  <a:close/>
                  <a:moveTo>
                    <a:pt x="245350" y="51940"/>
                  </a:moveTo>
                  <a:lnTo>
                    <a:pt x="252453" y="51940"/>
                  </a:lnTo>
                  <a:lnTo>
                    <a:pt x="245350" y="45481"/>
                  </a:lnTo>
                  <a:close/>
                  <a:moveTo>
                    <a:pt x="90285" y="10803"/>
                  </a:moveTo>
                  <a:lnTo>
                    <a:pt x="83383" y="14978"/>
                  </a:lnTo>
                  <a:lnTo>
                    <a:pt x="90285" y="14978"/>
                  </a:lnTo>
                  <a:close/>
                  <a:moveTo>
                    <a:pt x="90285" y="14978"/>
                  </a:moveTo>
                  <a:lnTo>
                    <a:pt x="129051" y="0"/>
                  </a:lnTo>
                  <a:lnTo>
                    <a:pt x="90285" y="10803"/>
                  </a:lnTo>
                  <a:close/>
                  <a:moveTo>
                    <a:pt x="90285" y="14978"/>
                  </a:moveTo>
                  <a:lnTo>
                    <a:pt x="129051" y="14978"/>
                  </a:lnTo>
                  <a:lnTo>
                    <a:pt x="129051" y="0"/>
                  </a:lnTo>
                  <a:close/>
                  <a:moveTo>
                    <a:pt x="129051" y="14978"/>
                  </a:moveTo>
                  <a:lnTo>
                    <a:pt x="167818" y="2038"/>
                  </a:lnTo>
                  <a:lnTo>
                    <a:pt x="129051" y="0"/>
                  </a:lnTo>
                  <a:close/>
                  <a:moveTo>
                    <a:pt x="167818" y="14978"/>
                  </a:moveTo>
                  <a:lnTo>
                    <a:pt x="202631" y="14978"/>
                  </a:lnTo>
                  <a:lnTo>
                    <a:pt x="167818" y="2038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1E0C7"/>
              </a:solidFill>
            </a:ln>
          </p:spPr>
        </p:sp>
        <p:sp>
          <p:nvSpPr>
            <p:cNvPr id="50013" name="Candidate_B3__3968">
              <a:extLst>
                <a:ext uri="{FF2B5EF4-FFF2-40B4-BE49-F238E27FC236}">
                  <a16:creationId xmlns:a16="http://schemas.microsoft.com/office/drawing/2014/main" id="{5A058BCB-17D5-C9C4-8931-C71192983B70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83200"/>
              <a:ext cx="403903" cy="530406"/>
            </a:xfrm>
            <a:custGeom>
              <a:avLst/>
              <a:gdLst/>
              <a:ahLst/>
              <a:cxnLst/>
              <a:rect l="0" t="0" r="0" b="0"/>
              <a:pathLst>
                <a:path w="403903" h="530406">
                  <a:moveTo>
                    <a:pt x="77533" y="526349"/>
                  </a:moveTo>
                  <a:lnTo>
                    <a:pt x="116299" y="530406"/>
                  </a:lnTo>
                  <a:lnTo>
                    <a:pt x="116299" y="504450"/>
                  </a:lnTo>
                  <a:close/>
                  <a:moveTo>
                    <a:pt x="77533" y="526349"/>
                  </a:moveTo>
                  <a:lnTo>
                    <a:pt x="116299" y="504450"/>
                  </a:lnTo>
                  <a:lnTo>
                    <a:pt x="77533" y="494286"/>
                  </a:lnTo>
                  <a:close/>
                  <a:moveTo>
                    <a:pt x="116299" y="530406"/>
                  </a:moveTo>
                  <a:lnTo>
                    <a:pt x="155066" y="53040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55066" y="50678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74526" y="530406"/>
                  </a:lnTo>
                  <a:lnTo>
                    <a:pt x="155066" y="506786"/>
                  </a:lnTo>
                  <a:close/>
                  <a:moveTo>
                    <a:pt x="155066" y="506786"/>
                  </a:moveTo>
                  <a:lnTo>
                    <a:pt x="174526" y="530406"/>
                  </a:lnTo>
                  <a:lnTo>
                    <a:pt x="193832" y="528446"/>
                  </a:lnTo>
                  <a:close/>
                  <a:moveTo>
                    <a:pt x="155066" y="506786"/>
                  </a:moveTo>
                  <a:lnTo>
                    <a:pt x="193832" y="528446"/>
                  </a:lnTo>
                  <a:lnTo>
                    <a:pt x="193832" y="504223"/>
                  </a:lnTo>
                  <a:close/>
                  <a:moveTo>
                    <a:pt x="0" y="456482"/>
                  </a:moveTo>
                  <a:lnTo>
                    <a:pt x="0" y="470761"/>
                  </a:lnTo>
                  <a:lnTo>
                    <a:pt x="33346" y="456482"/>
                  </a:lnTo>
                  <a:close/>
                  <a:moveTo>
                    <a:pt x="0" y="470761"/>
                  </a:moveTo>
                  <a:lnTo>
                    <a:pt x="16531" y="493444"/>
                  </a:lnTo>
                  <a:lnTo>
                    <a:pt x="33346" y="456482"/>
                  </a:lnTo>
                  <a:close/>
                  <a:moveTo>
                    <a:pt x="33346" y="456482"/>
                  </a:moveTo>
                  <a:lnTo>
                    <a:pt x="16531" y="493444"/>
                  </a:lnTo>
                  <a:lnTo>
                    <a:pt x="38766" y="463383"/>
                  </a:lnTo>
                  <a:close/>
                  <a:moveTo>
                    <a:pt x="38766" y="463383"/>
                  </a:moveTo>
                  <a:lnTo>
                    <a:pt x="16531" y="493444"/>
                  </a:lnTo>
                  <a:lnTo>
                    <a:pt x="38766" y="493444"/>
                  </a:lnTo>
                  <a:close/>
                  <a:moveTo>
                    <a:pt x="38766" y="510259"/>
                  </a:moveTo>
                  <a:lnTo>
                    <a:pt x="75849" y="493444"/>
                  </a:lnTo>
                  <a:lnTo>
                    <a:pt x="38766" y="493444"/>
                  </a:lnTo>
                  <a:close/>
                  <a:moveTo>
                    <a:pt x="77533" y="494286"/>
                  </a:moveTo>
                  <a:lnTo>
                    <a:pt x="75849" y="493444"/>
                  </a:lnTo>
                  <a:lnTo>
                    <a:pt x="38766" y="510259"/>
                  </a:lnTo>
                  <a:close/>
                  <a:moveTo>
                    <a:pt x="77533" y="526349"/>
                  </a:moveTo>
                  <a:lnTo>
                    <a:pt x="77533" y="494286"/>
                  </a:lnTo>
                  <a:lnTo>
                    <a:pt x="38766" y="510259"/>
                  </a:lnTo>
                  <a:close/>
                  <a:moveTo>
                    <a:pt x="193832" y="528446"/>
                  </a:moveTo>
                  <a:lnTo>
                    <a:pt x="232598" y="521662"/>
                  </a:lnTo>
                  <a:lnTo>
                    <a:pt x="232598" y="497892"/>
                  </a:lnTo>
                  <a:close/>
                  <a:moveTo>
                    <a:pt x="193832" y="504223"/>
                  </a:moveTo>
                  <a:lnTo>
                    <a:pt x="193832" y="528446"/>
                  </a:lnTo>
                  <a:lnTo>
                    <a:pt x="232598" y="497892"/>
                  </a:lnTo>
                  <a:close/>
                  <a:moveTo>
                    <a:pt x="271365" y="511571"/>
                  </a:moveTo>
                  <a:lnTo>
                    <a:pt x="271365" y="493444"/>
                  </a:lnTo>
                  <a:lnTo>
                    <a:pt x="232598" y="497892"/>
                  </a:lnTo>
                  <a:close/>
                  <a:moveTo>
                    <a:pt x="232598" y="521662"/>
                  </a:moveTo>
                  <a:lnTo>
                    <a:pt x="271365" y="511571"/>
                  </a:lnTo>
                  <a:lnTo>
                    <a:pt x="232598" y="497892"/>
                  </a:lnTo>
                  <a:close/>
                  <a:moveTo>
                    <a:pt x="310131" y="493444"/>
                  </a:moveTo>
                  <a:lnTo>
                    <a:pt x="271365" y="493444"/>
                  </a:lnTo>
                  <a:lnTo>
                    <a:pt x="271365" y="511571"/>
                  </a:lnTo>
                  <a:close/>
                  <a:moveTo>
                    <a:pt x="271365" y="493444"/>
                  </a:moveTo>
                  <a:lnTo>
                    <a:pt x="310131" y="493444"/>
                  </a:lnTo>
                  <a:lnTo>
                    <a:pt x="271365" y="486930"/>
                  </a:lnTo>
                  <a:close/>
                  <a:moveTo>
                    <a:pt x="310131" y="493444"/>
                  </a:moveTo>
                  <a:lnTo>
                    <a:pt x="310131" y="468889"/>
                  </a:lnTo>
                  <a:lnTo>
                    <a:pt x="271365" y="486930"/>
                  </a:lnTo>
                  <a:close/>
                  <a:moveTo>
                    <a:pt x="310131" y="468889"/>
                  </a:moveTo>
                  <a:lnTo>
                    <a:pt x="348898" y="470308"/>
                  </a:lnTo>
                  <a:lnTo>
                    <a:pt x="348898" y="456482"/>
                  </a:lnTo>
                  <a:close/>
                  <a:moveTo>
                    <a:pt x="310131" y="493444"/>
                  </a:moveTo>
                  <a:lnTo>
                    <a:pt x="348898" y="470308"/>
                  </a:lnTo>
                  <a:lnTo>
                    <a:pt x="310131" y="468889"/>
                  </a:lnTo>
                  <a:close/>
                  <a:moveTo>
                    <a:pt x="26005" y="419520"/>
                  </a:moveTo>
                  <a:lnTo>
                    <a:pt x="0" y="419520"/>
                  </a:lnTo>
                  <a:lnTo>
                    <a:pt x="0" y="456482"/>
                  </a:lnTo>
                  <a:close/>
                  <a:moveTo>
                    <a:pt x="348898" y="433225"/>
                  </a:moveTo>
                  <a:lnTo>
                    <a:pt x="387664" y="419520"/>
                  </a:lnTo>
                  <a:lnTo>
                    <a:pt x="358603" y="419520"/>
                  </a:lnTo>
                  <a:close/>
                  <a:moveTo>
                    <a:pt x="348898" y="433225"/>
                  </a:moveTo>
                  <a:lnTo>
                    <a:pt x="387664" y="419596"/>
                  </a:lnTo>
                  <a:lnTo>
                    <a:pt x="387664" y="419520"/>
                  </a:lnTo>
                  <a:close/>
                  <a:moveTo>
                    <a:pt x="348898" y="456482"/>
                  </a:moveTo>
                  <a:lnTo>
                    <a:pt x="387664" y="419596"/>
                  </a:lnTo>
                  <a:lnTo>
                    <a:pt x="348898" y="433225"/>
                  </a:lnTo>
                  <a:close/>
                  <a:moveTo>
                    <a:pt x="0" y="419520"/>
                  </a:moveTo>
                  <a:lnTo>
                    <a:pt x="38766" y="382559"/>
                  </a:lnTo>
                  <a:lnTo>
                    <a:pt x="0" y="382559"/>
                  </a:lnTo>
                  <a:close/>
                  <a:moveTo>
                    <a:pt x="387664" y="419520"/>
                  </a:moveTo>
                  <a:lnTo>
                    <a:pt x="387664" y="382559"/>
                  </a:lnTo>
                  <a:lnTo>
                    <a:pt x="358603" y="419520"/>
                  </a:lnTo>
                  <a:close/>
                  <a:moveTo>
                    <a:pt x="38766" y="382559"/>
                  </a:moveTo>
                  <a:lnTo>
                    <a:pt x="38766" y="345597"/>
                  </a:lnTo>
                  <a:lnTo>
                    <a:pt x="0" y="382559"/>
                  </a:lnTo>
                  <a:close/>
                  <a:moveTo>
                    <a:pt x="387664" y="345597"/>
                  </a:moveTo>
                  <a:lnTo>
                    <a:pt x="387664" y="382559"/>
                  </a:lnTo>
                  <a:lnTo>
                    <a:pt x="399554" y="382559"/>
                  </a:lnTo>
                  <a:close/>
                  <a:moveTo>
                    <a:pt x="387664" y="382559"/>
                  </a:moveTo>
                  <a:lnTo>
                    <a:pt x="387664" y="345597"/>
                  </a:lnTo>
                  <a:lnTo>
                    <a:pt x="370802" y="382559"/>
                  </a:lnTo>
                  <a:close/>
                  <a:moveTo>
                    <a:pt x="77533" y="308635"/>
                  </a:moveTo>
                  <a:lnTo>
                    <a:pt x="75180" y="308635"/>
                  </a:lnTo>
                  <a:lnTo>
                    <a:pt x="77533" y="345332"/>
                  </a:lnTo>
                  <a:close/>
                  <a:moveTo>
                    <a:pt x="75180" y="308635"/>
                  </a:moveTo>
                  <a:lnTo>
                    <a:pt x="38766" y="336709"/>
                  </a:lnTo>
                  <a:lnTo>
                    <a:pt x="77533" y="345332"/>
                  </a:lnTo>
                  <a:close/>
                  <a:moveTo>
                    <a:pt x="77533" y="345332"/>
                  </a:moveTo>
                  <a:lnTo>
                    <a:pt x="38766" y="336709"/>
                  </a:lnTo>
                  <a:lnTo>
                    <a:pt x="77208" y="345597"/>
                  </a:lnTo>
                  <a:close/>
                  <a:moveTo>
                    <a:pt x="77208" y="345597"/>
                  </a:moveTo>
                  <a:lnTo>
                    <a:pt x="38766" y="336709"/>
                  </a:lnTo>
                  <a:lnTo>
                    <a:pt x="38766" y="345597"/>
                  </a:lnTo>
                  <a:close/>
                  <a:moveTo>
                    <a:pt x="387664" y="308635"/>
                  </a:moveTo>
                  <a:lnTo>
                    <a:pt x="387664" y="345597"/>
                  </a:lnTo>
                  <a:lnTo>
                    <a:pt x="403555" y="345597"/>
                  </a:lnTo>
                  <a:close/>
                  <a:moveTo>
                    <a:pt x="387664" y="345597"/>
                  </a:moveTo>
                  <a:lnTo>
                    <a:pt x="387664" y="308635"/>
                  </a:lnTo>
                  <a:lnTo>
                    <a:pt x="372577" y="345597"/>
                  </a:lnTo>
                  <a:close/>
                  <a:moveTo>
                    <a:pt x="116299" y="308635"/>
                  </a:moveTo>
                  <a:lnTo>
                    <a:pt x="116299" y="271673"/>
                  </a:lnTo>
                  <a:lnTo>
                    <a:pt x="77533" y="308635"/>
                  </a:lnTo>
                  <a:close/>
                  <a:moveTo>
                    <a:pt x="116299" y="308635"/>
                  </a:moveTo>
                  <a:lnTo>
                    <a:pt x="77533" y="308635"/>
                  </a:lnTo>
                  <a:lnTo>
                    <a:pt x="116299" y="317104"/>
                  </a:lnTo>
                  <a:close/>
                  <a:moveTo>
                    <a:pt x="77533" y="308635"/>
                  </a:moveTo>
                  <a:lnTo>
                    <a:pt x="77533" y="345332"/>
                  </a:lnTo>
                  <a:lnTo>
                    <a:pt x="116299" y="317104"/>
                  </a:lnTo>
                  <a:close/>
                  <a:moveTo>
                    <a:pt x="116299" y="308635"/>
                  </a:moveTo>
                  <a:lnTo>
                    <a:pt x="155066" y="271673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308635"/>
                  </a:lnTo>
                  <a:lnTo>
                    <a:pt x="403903" y="308635"/>
                  </a:lnTo>
                  <a:close/>
                  <a:moveTo>
                    <a:pt x="387664" y="308635"/>
                  </a:moveTo>
                  <a:lnTo>
                    <a:pt x="387664" y="271673"/>
                  </a:lnTo>
                  <a:lnTo>
                    <a:pt x="368254" y="308635"/>
                  </a:lnTo>
                  <a:close/>
                  <a:moveTo>
                    <a:pt x="155066" y="271673"/>
                  </a:moveTo>
                  <a:lnTo>
                    <a:pt x="155066" y="234711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234711"/>
                  </a:lnTo>
                  <a:lnTo>
                    <a:pt x="360544" y="271673"/>
                  </a:lnTo>
                  <a:close/>
                  <a:moveTo>
                    <a:pt x="116299" y="197749"/>
                  </a:moveTo>
                  <a:lnTo>
                    <a:pt x="116299" y="231648"/>
                  </a:lnTo>
                  <a:lnTo>
                    <a:pt x="155066" y="234711"/>
                  </a:lnTo>
                  <a:close/>
                  <a:moveTo>
                    <a:pt x="155066" y="197749"/>
                  </a:moveTo>
                  <a:lnTo>
                    <a:pt x="116299" y="197749"/>
                  </a:lnTo>
                  <a:lnTo>
                    <a:pt x="155066" y="234711"/>
                  </a:lnTo>
                  <a:close/>
                  <a:moveTo>
                    <a:pt x="348962" y="234711"/>
                  </a:moveTo>
                  <a:lnTo>
                    <a:pt x="387664" y="234711"/>
                  </a:lnTo>
                  <a:lnTo>
                    <a:pt x="348898" y="197749"/>
                  </a:lnTo>
                  <a:close/>
                  <a:moveTo>
                    <a:pt x="348898" y="197749"/>
                  </a:moveTo>
                  <a:lnTo>
                    <a:pt x="387664" y="234711"/>
                  </a:lnTo>
                  <a:lnTo>
                    <a:pt x="385508" y="197749"/>
                  </a:lnTo>
                  <a:close/>
                  <a:moveTo>
                    <a:pt x="77533" y="160787"/>
                  </a:moveTo>
                  <a:lnTo>
                    <a:pt x="77533" y="185169"/>
                  </a:lnTo>
                  <a:lnTo>
                    <a:pt x="98842" y="160787"/>
                  </a:lnTo>
                  <a:close/>
                  <a:moveTo>
                    <a:pt x="77533" y="185169"/>
                  </a:moveTo>
                  <a:lnTo>
                    <a:pt x="92596" y="197749"/>
                  </a:lnTo>
                  <a:lnTo>
                    <a:pt x="98842" y="160787"/>
                  </a:lnTo>
                  <a:close/>
                  <a:moveTo>
                    <a:pt x="98842" y="160787"/>
                  </a:moveTo>
                  <a:lnTo>
                    <a:pt x="92596" y="197749"/>
                  </a:lnTo>
                  <a:lnTo>
                    <a:pt x="116299" y="174030"/>
                  </a:lnTo>
                  <a:close/>
                  <a:moveTo>
                    <a:pt x="116299" y="174030"/>
                  </a:moveTo>
                  <a:lnTo>
                    <a:pt x="92596" y="197749"/>
                  </a:lnTo>
                  <a:lnTo>
                    <a:pt x="116299" y="197749"/>
                  </a:lnTo>
                  <a:close/>
                  <a:moveTo>
                    <a:pt x="348898" y="160787"/>
                  </a:moveTo>
                  <a:lnTo>
                    <a:pt x="348898" y="197749"/>
                  </a:lnTo>
                  <a:lnTo>
                    <a:pt x="385508" y="197749"/>
                  </a:lnTo>
                  <a:close/>
                  <a:moveTo>
                    <a:pt x="310131" y="160787"/>
                  </a:moveTo>
                  <a:lnTo>
                    <a:pt x="348898" y="197749"/>
                  </a:lnTo>
                  <a:lnTo>
                    <a:pt x="348898" y="160787"/>
                  </a:lnTo>
                  <a:close/>
                  <a:moveTo>
                    <a:pt x="38766" y="123826"/>
                  </a:moveTo>
                  <a:lnTo>
                    <a:pt x="38766" y="138797"/>
                  </a:lnTo>
                  <a:lnTo>
                    <a:pt x="62663" y="123826"/>
                  </a:lnTo>
                  <a:close/>
                  <a:moveTo>
                    <a:pt x="38766" y="138797"/>
                  </a:moveTo>
                  <a:lnTo>
                    <a:pt x="54442" y="160787"/>
                  </a:lnTo>
                  <a:lnTo>
                    <a:pt x="62663" y="123826"/>
                  </a:lnTo>
                  <a:close/>
                  <a:moveTo>
                    <a:pt x="62663" y="123826"/>
                  </a:moveTo>
                  <a:lnTo>
                    <a:pt x="54442" y="160787"/>
                  </a:lnTo>
                  <a:lnTo>
                    <a:pt x="77533" y="142771"/>
                  </a:lnTo>
                  <a:close/>
                  <a:moveTo>
                    <a:pt x="77533" y="142771"/>
                  </a:moveTo>
                  <a:lnTo>
                    <a:pt x="54442" y="160787"/>
                  </a:lnTo>
                  <a:lnTo>
                    <a:pt x="77533" y="160787"/>
                  </a:lnTo>
                  <a:close/>
                  <a:moveTo>
                    <a:pt x="310131" y="160787"/>
                  </a:moveTo>
                  <a:lnTo>
                    <a:pt x="348898" y="160787"/>
                  </a:lnTo>
                  <a:lnTo>
                    <a:pt x="310131" y="123826"/>
                  </a:lnTo>
                  <a:close/>
                  <a:moveTo>
                    <a:pt x="271365" y="123826"/>
                  </a:moveTo>
                  <a:lnTo>
                    <a:pt x="310131" y="160787"/>
                  </a:lnTo>
                  <a:lnTo>
                    <a:pt x="310131" y="123826"/>
                  </a:lnTo>
                  <a:close/>
                  <a:moveTo>
                    <a:pt x="22855" y="86864"/>
                  </a:moveTo>
                  <a:lnTo>
                    <a:pt x="38766" y="123826"/>
                  </a:lnTo>
                  <a:lnTo>
                    <a:pt x="38766" y="86864"/>
                  </a:lnTo>
                  <a:close/>
                  <a:moveTo>
                    <a:pt x="53412" y="86864"/>
                  </a:moveTo>
                  <a:lnTo>
                    <a:pt x="38766" y="86864"/>
                  </a:lnTo>
                  <a:lnTo>
                    <a:pt x="38766" y="123826"/>
                  </a:lnTo>
                  <a:close/>
                  <a:moveTo>
                    <a:pt x="271365" y="123826"/>
                  </a:moveTo>
                  <a:lnTo>
                    <a:pt x="310131" y="123826"/>
                  </a:lnTo>
                  <a:lnTo>
                    <a:pt x="271365" y="86864"/>
                  </a:lnTo>
                  <a:close/>
                  <a:moveTo>
                    <a:pt x="232598" y="86864"/>
                  </a:moveTo>
                  <a:lnTo>
                    <a:pt x="271365" y="123826"/>
                  </a:lnTo>
                  <a:lnTo>
                    <a:pt x="271365" y="86864"/>
                  </a:lnTo>
                  <a:close/>
                  <a:moveTo>
                    <a:pt x="68325" y="49902"/>
                  </a:moveTo>
                  <a:lnTo>
                    <a:pt x="38766" y="49902"/>
                  </a:lnTo>
                  <a:lnTo>
                    <a:pt x="38766" y="86864"/>
                  </a:lnTo>
                  <a:close/>
                  <a:moveTo>
                    <a:pt x="232598" y="86864"/>
                  </a:moveTo>
                  <a:lnTo>
                    <a:pt x="271365" y="86864"/>
                  </a:lnTo>
                  <a:lnTo>
                    <a:pt x="232598" y="49902"/>
                  </a:lnTo>
                  <a:close/>
                  <a:moveTo>
                    <a:pt x="232598" y="86864"/>
                  </a:moveTo>
                  <a:lnTo>
                    <a:pt x="232598" y="49902"/>
                  </a:lnTo>
                  <a:lnTo>
                    <a:pt x="228763" y="86864"/>
                  </a:lnTo>
                  <a:close/>
                  <a:moveTo>
                    <a:pt x="232598" y="49902"/>
                  </a:moveTo>
                  <a:lnTo>
                    <a:pt x="197802" y="49902"/>
                  </a:lnTo>
                  <a:lnTo>
                    <a:pt x="228763" y="86864"/>
                  </a:lnTo>
                  <a:close/>
                  <a:moveTo>
                    <a:pt x="77533" y="12940"/>
                  </a:moveTo>
                  <a:lnTo>
                    <a:pt x="70632" y="12940"/>
                  </a:lnTo>
                  <a:lnTo>
                    <a:pt x="77533" y="41398"/>
                  </a:lnTo>
                  <a:close/>
                  <a:moveTo>
                    <a:pt x="70632" y="12940"/>
                  </a:moveTo>
                  <a:lnTo>
                    <a:pt x="38766" y="42093"/>
                  </a:lnTo>
                  <a:lnTo>
                    <a:pt x="77533" y="41398"/>
                  </a:lnTo>
                  <a:close/>
                  <a:moveTo>
                    <a:pt x="77533" y="41398"/>
                  </a:moveTo>
                  <a:lnTo>
                    <a:pt x="38766" y="42093"/>
                  </a:lnTo>
                  <a:lnTo>
                    <a:pt x="68325" y="49902"/>
                  </a:lnTo>
                  <a:close/>
                  <a:moveTo>
                    <a:pt x="68325" y="49902"/>
                  </a:moveTo>
                  <a:lnTo>
                    <a:pt x="38766" y="42093"/>
                  </a:lnTo>
                  <a:lnTo>
                    <a:pt x="38766" y="49902"/>
                  </a:lnTo>
                  <a:close/>
                  <a:moveTo>
                    <a:pt x="193832" y="14666"/>
                  </a:moveTo>
                  <a:lnTo>
                    <a:pt x="155066" y="12940"/>
                  </a:lnTo>
                  <a:lnTo>
                    <a:pt x="155066" y="27496"/>
                  </a:lnTo>
                  <a:close/>
                  <a:moveTo>
                    <a:pt x="193832" y="14666"/>
                  </a:moveTo>
                  <a:lnTo>
                    <a:pt x="155066" y="27496"/>
                  </a:lnTo>
                  <a:lnTo>
                    <a:pt x="193832" y="46672"/>
                  </a:lnTo>
                  <a:close/>
                  <a:moveTo>
                    <a:pt x="232598" y="43443"/>
                  </a:moveTo>
                  <a:lnTo>
                    <a:pt x="197802" y="49902"/>
                  </a:lnTo>
                  <a:lnTo>
                    <a:pt x="232598" y="49902"/>
                  </a:lnTo>
                  <a:close/>
                  <a:moveTo>
                    <a:pt x="193832" y="46672"/>
                  </a:moveTo>
                  <a:lnTo>
                    <a:pt x="197802" y="49902"/>
                  </a:lnTo>
                  <a:lnTo>
                    <a:pt x="232598" y="43443"/>
                  </a:lnTo>
                  <a:close/>
                  <a:moveTo>
                    <a:pt x="193832" y="14666"/>
                  </a:moveTo>
                  <a:lnTo>
                    <a:pt x="193832" y="46672"/>
                  </a:lnTo>
                  <a:lnTo>
                    <a:pt x="232598" y="43443"/>
                  </a:lnTo>
                  <a:close/>
                  <a:moveTo>
                    <a:pt x="116299" y="12940"/>
                  </a:moveTo>
                  <a:lnTo>
                    <a:pt x="77533" y="12940"/>
                  </a:lnTo>
                  <a:lnTo>
                    <a:pt x="116299" y="25013"/>
                  </a:lnTo>
                  <a:close/>
                  <a:moveTo>
                    <a:pt x="77533" y="12940"/>
                  </a:moveTo>
                  <a:lnTo>
                    <a:pt x="77533" y="41398"/>
                  </a:lnTo>
                  <a:lnTo>
                    <a:pt x="116299" y="25013"/>
                  </a:lnTo>
                  <a:close/>
                  <a:moveTo>
                    <a:pt x="116299" y="12940"/>
                  </a:moveTo>
                  <a:lnTo>
                    <a:pt x="155066" y="12940"/>
                  </a:lnTo>
                  <a:lnTo>
                    <a:pt x="155066" y="0"/>
                  </a:lnTo>
                  <a:close/>
                  <a:moveTo>
                    <a:pt x="155066" y="12940"/>
                  </a:moveTo>
                  <a:lnTo>
                    <a:pt x="116299" y="12940"/>
                  </a:lnTo>
                  <a:lnTo>
                    <a:pt x="155066" y="27496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1E0C7"/>
              </a:solidFill>
            </a:ln>
          </p:spPr>
        </p:sp>
        <p:sp>
          <p:nvSpPr>
            <p:cNvPr id="50014" name="Candidate_B3__3969">
              <a:extLst>
                <a:ext uri="{FF2B5EF4-FFF2-40B4-BE49-F238E27FC236}">
                  <a16:creationId xmlns:a16="http://schemas.microsoft.com/office/drawing/2014/main" id="{58B8F477-A017-08BB-3925-6452119CB017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96140"/>
              <a:ext cx="387664" cy="493846"/>
            </a:xfrm>
            <a:custGeom>
              <a:avLst/>
              <a:gdLst/>
              <a:ahLst/>
              <a:cxnLst/>
              <a:rect l="0" t="0" r="0" b="0"/>
              <a:pathLst>
                <a:path w="387664" h="493846">
                  <a:moveTo>
                    <a:pt x="38766" y="480504"/>
                  </a:moveTo>
                  <a:lnTo>
                    <a:pt x="75849" y="480504"/>
                  </a:lnTo>
                  <a:lnTo>
                    <a:pt x="38766" y="450443"/>
                  </a:lnTo>
                  <a:close/>
                  <a:moveTo>
                    <a:pt x="232598" y="484952"/>
                  </a:moveTo>
                  <a:lnTo>
                    <a:pt x="271365" y="480504"/>
                  </a:lnTo>
                  <a:lnTo>
                    <a:pt x="249044" y="480504"/>
                  </a:lnTo>
                  <a:close/>
                  <a:moveTo>
                    <a:pt x="249044" y="480504"/>
                  </a:moveTo>
                  <a:lnTo>
                    <a:pt x="271365" y="480504"/>
                  </a:lnTo>
                  <a:lnTo>
                    <a:pt x="271365" y="473990"/>
                  </a:lnTo>
                  <a:close/>
                  <a:moveTo>
                    <a:pt x="310131" y="455949"/>
                  </a:moveTo>
                  <a:lnTo>
                    <a:pt x="348898" y="443542"/>
                  </a:lnTo>
                  <a:lnTo>
                    <a:pt x="327571" y="443542"/>
                  </a:lnTo>
                  <a:close/>
                  <a:moveTo>
                    <a:pt x="33346" y="443542"/>
                  </a:moveTo>
                  <a:lnTo>
                    <a:pt x="26005" y="406580"/>
                  </a:lnTo>
                  <a:lnTo>
                    <a:pt x="0" y="443542"/>
                  </a:lnTo>
                  <a:close/>
                  <a:moveTo>
                    <a:pt x="327571" y="443542"/>
                  </a:moveTo>
                  <a:lnTo>
                    <a:pt x="348898" y="443542"/>
                  </a:lnTo>
                  <a:lnTo>
                    <a:pt x="348898" y="420285"/>
                  </a:lnTo>
                  <a:close/>
                  <a:moveTo>
                    <a:pt x="26005" y="406580"/>
                  </a:moveTo>
                  <a:lnTo>
                    <a:pt x="38766" y="372850"/>
                  </a:lnTo>
                  <a:lnTo>
                    <a:pt x="0" y="406580"/>
                  </a:lnTo>
                  <a:close/>
                  <a:moveTo>
                    <a:pt x="0" y="406580"/>
                  </a:moveTo>
                  <a:lnTo>
                    <a:pt x="38766" y="372850"/>
                  </a:lnTo>
                  <a:lnTo>
                    <a:pt x="38766" y="369618"/>
                  </a:lnTo>
                  <a:close/>
                  <a:moveTo>
                    <a:pt x="387664" y="369618"/>
                  </a:moveTo>
                  <a:lnTo>
                    <a:pt x="370802" y="369618"/>
                  </a:lnTo>
                  <a:lnTo>
                    <a:pt x="358603" y="406580"/>
                  </a:lnTo>
                  <a:close/>
                  <a:moveTo>
                    <a:pt x="40176" y="369618"/>
                  </a:moveTo>
                  <a:lnTo>
                    <a:pt x="77208" y="332657"/>
                  </a:lnTo>
                  <a:lnTo>
                    <a:pt x="38766" y="369618"/>
                  </a:lnTo>
                  <a:close/>
                  <a:moveTo>
                    <a:pt x="77208" y="332657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38766" y="369618"/>
                  </a:moveTo>
                  <a:lnTo>
                    <a:pt x="38766" y="372850"/>
                  </a:lnTo>
                  <a:lnTo>
                    <a:pt x="40176" y="369618"/>
                  </a:lnTo>
                  <a:close/>
                  <a:moveTo>
                    <a:pt x="387664" y="332657"/>
                  </a:moveTo>
                  <a:lnTo>
                    <a:pt x="372577" y="332657"/>
                  </a:lnTo>
                  <a:lnTo>
                    <a:pt x="370802" y="369618"/>
                  </a:lnTo>
                  <a:close/>
                  <a:moveTo>
                    <a:pt x="387664" y="295695"/>
                  </a:moveTo>
                  <a:lnTo>
                    <a:pt x="368254" y="295695"/>
                  </a:lnTo>
                  <a:lnTo>
                    <a:pt x="372577" y="332657"/>
                  </a:lnTo>
                  <a:close/>
                  <a:moveTo>
                    <a:pt x="128328" y="295695"/>
                  </a:moveTo>
                  <a:lnTo>
                    <a:pt x="155066" y="268812"/>
                  </a:lnTo>
                  <a:lnTo>
                    <a:pt x="116299" y="295695"/>
                  </a:lnTo>
                  <a:close/>
                  <a:moveTo>
                    <a:pt x="116299" y="295695"/>
                  </a:moveTo>
                  <a:lnTo>
                    <a:pt x="155066" y="268812"/>
                  </a:lnTo>
                  <a:lnTo>
                    <a:pt x="155066" y="258733"/>
                  </a:lnTo>
                  <a:close/>
                  <a:moveTo>
                    <a:pt x="116299" y="295695"/>
                  </a:moveTo>
                  <a:lnTo>
                    <a:pt x="116299" y="304164"/>
                  </a:lnTo>
                  <a:lnTo>
                    <a:pt x="128328" y="295695"/>
                  </a:lnTo>
                  <a:close/>
                  <a:moveTo>
                    <a:pt x="387664" y="258733"/>
                  </a:moveTo>
                  <a:lnTo>
                    <a:pt x="360544" y="258733"/>
                  </a:lnTo>
                  <a:lnTo>
                    <a:pt x="368254" y="295695"/>
                  </a:lnTo>
                  <a:close/>
                  <a:moveTo>
                    <a:pt x="165294" y="258733"/>
                  </a:moveTo>
                  <a:lnTo>
                    <a:pt x="177828" y="221771"/>
                  </a:lnTo>
                  <a:lnTo>
                    <a:pt x="155066" y="258733"/>
                  </a:lnTo>
                  <a:close/>
                  <a:moveTo>
                    <a:pt x="177828" y="221771"/>
                  </a:moveTo>
                  <a:lnTo>
                    <a:pt x="155066" y="221771"/>
                  </a:lnTo>
                  <a:lnTo>
                    <a:pt x="155066" y="258733"/>
                  </a:lnTo>
                  <a:close/>
                  <a:moveTo>
                    <a:pt x="155066" y="258733"/>
                  </a:moveTo>
                  <a:lnTo>
                    <a:pt x="155066" y="268812"/>
                  </a:lnTo>
                  <a:lnTo>
                    <a:pt x="165294" y="258733"/>
                  </a:lnTo>
                  <a:close/>
                  <a:moveTo>
                    <a:pt x="387664" y="221771"/>
                  </a:moveTo>
                  <a:lnTo>
                    <a:pt x="348962" y="221771"/>
                  </a:lnTo>
                  <a:lnTo>
                    <a:pt x="360544" y="258733"/>
                  </a:lnTo>
                  <a:close/>
                  <a:moveTo>
                    <a:pt x="177828" y="221771"/>
                  </a:moveTo>
                  <a:lnTo>
                    <a:pt x="155866" y="184809"/>
                  </a:lnTo>
                  <a:lnTo>
                    <a:pt x="155066" y="221771"/>
                  </a:lnTo>
                  <a:close/>
                  <a:moveTo>
                    <a:pt x="155866" y="184809"/>
                  </a:moveTo>
                  <a:lnTo>
                    <a:pt x="155066" y="184809"/>
                  </a:lnTo>
                  <a:lnTo>
                    <a:pt x="155066" y="221771"/>
                  </a:lnTo>
                  <a:close/>
                  <a:moveTo>
                    <a:pt x="348898" y="221638"/>
                  </a:moveTo>
                  <a:lnTo>
                    <a:pt x="348962" y="221771"/>
                  </a:lnTo>
                  <a:lnTo>
                    <a:pt x="348898" y="184809"/>
                  </a:lnTo>
                  <a:close/>
                  <a:moveTo>
                    <a:pt x="116299" y="184809"/>
                  </a:moveTo>
                  <a:lnTo>
                    <a:pt x="155066" y="184809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066" y="184364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866" y="184809"/>
                  </a:lnTo>
                  <a:lnTo>
                    <a:pt x="155066" y="184364"/>
                  </a:lnTo>
                  <a:close/>
                  <a:moveTo>
                    <a:pt x="310131" y="170524"/>
                  </a:moveTo>
                  <a:lnTo>
                    <a:pt x="323418" y="184809"/>
                  </a:lnTo>
                  <a:lnTo>
                    <a:pt x="310131" y="147847"/>
                  </a:lnTo>
                  <a:close/>
                  <a:moveTo>
                    <a:pt x="310131" y="147847"/>
                  </a:moveTo>
                  <a:lnTo>
                    <a:pt x="323418" y="184809"/>
                  </a:lnTo>
                  <a:lnTo>
                    <a:pt x="348898" y="184809"/>
                  </a:lnTo>
                  <a:close/>
                  <a:moveTo>
                    <a:pt x="348898" y="221638"/>
                  </a:moveTo>
                  <a:lnTo>
                    <a:pt x="348898" y="184809"/>
                  </a:lnTo>
                  <a:lnTo>
                    <a:pt x="323418" y="184809"/>
                  </a:lnTo>
                  <a:close/>
                  <a:moveTo>
                    <a:pt x="77533" y="147847"/>
                  </a:moveTo>
                  <a:lnTo>
                    <a:pt x="98842" y="147847"/>
                  </a:lnTo>
                  <a:lnTo>
                    <a:pt x="77533" y="129831"/>
                  </a:lnTo>
                  <a:close/>
                  <a:moveTo>
                    <a:pt x="271365" y="136101"/>
                  </a:moveTo>
                  <a:lnTo>
                    <a:pt x="283489" y="147847"/>
                  </a:lnTo>
                  <a:lnTo>
                    <a:pt x="271365" y="110886"/>
                  </a:lnTo>
                  <a:close/>
                  <a:moveTo>
                    <a:pt x="271365" y="110886"/>
                  </a:moveTo>
                  <a:lnTo>
                    <a:pt x="283489" y="147847"/>
                  </a:lnTo>
                  <a:lnTo>
                    <a:pt x="310131" y="147847"/>
                  </a:lnTo>
                  <a:close/>
                  <a:moveTo>
                    <a:pt x="310131" y="170524"/>
                  </a:moveTo>
                  <a:lnTo>
                    <a:pt x="310131" y="147847"/>
                  </a:lnTo>
                  <a:lnTo>
                    <a:pt x="283489" y="147847"/>
                  </a:lnTo>
                  <a:close/>
                  <a:moveTo>
                    <a:pt x="62663" y="110886"/>
                  </a:moveTo>
                  <a:lnTo>
                    <a:pt x="53412" y="73924"/>
                  </a:lnTo>
                  <a:lnTo>
                    <a:pt x="38766" y="110886"/>
                  </a:lnTo>
                  <a:close/>
                  <a:moveTo>
                    <a:pt x="232598" y="81169"/>
                  </a:moveTo>
                  <a:lnTo>
                    <a:pt x="251672" y="110886"/>
                  </a:lnTo>
                  <a:lnTo>
                    <a:pt x="232598" y="73924"/>
                  </a:lnTo>
                  <a:close/>
                  <a:moveTo>
                    <a:pt x="232598" y="73924"/>
                  </a:moveTo>
                  <a:lnTo>
                    <a:pt x="251672" y="110886"/>
                  </a:lnTo>
                  <a:lnTo>
                    <a:pt x="271365" y="110886"/>
                  </a:lnTo>
                  <a:close/>
                  <a:moveTo>
                    <a:pt x="271365" y="136101"/>
                  </a:moveTo>
                  <a:lnTo>
                    <a:pt x="271365" y="110886"/>
                  </a:lnTo>
                  <a:lnTo>
                    <a:pt x="251672" y="110886"/>
                  </a:lnTo>
                  <a:close/>
                  <a:moveTo>
                    <a:pt x="53412" y="73924"/>
                  </a:moveTo>
                  <a:lnTo>
                    <a:pt x="68325" y="36962"/>
                  </a:lnTo>
                  <a:lnTo>
                    <a:pt x="38766" y="73924"/>
                  </a:lnTo>
                  <a:close/>
                  <a:moveTo>
                    <a:pt x="232598" y="81169"/>
                  </a:moveTo>
                  <a:lnTo>
                    <a:pt x="232598" y="73924"/>
                  </a:lnTo>
                  <a:lnTo>
                    <a:pt x="228763" y="73924"/>
                  </a:lnTo>
                  <a:close/>
                  <a:moveTo>
                    <a:pt x="116299" y="0"/>
                  </a:moveTo>
                  <a:lnTo>
                    <a:pt x="116299" y="12073"/>
                  </a:lnTo>
                  <a:lnTo>
                    <a:pt x="155066" y="14556"/>
                  </a:lnTo>
                  <a:close/>
                  <a:moveTo>
                    <a:pt x="75849" y="480504"/>
                  </a:moveTo>
                  <a:lnTo>
                    <a:pt x="77533" y="481346"/>
                  </a:lnTo>
                  <a:lnTo>
                    <a:pt x="77533" y="480504"/>
                  </a:lnTo>
                  <a:close/>
                  <a:moveTo>
                    <a:pt x="77533" y="480504"/>
                  </a:moveTo>
                  <a:lnTo>
                    <a:pt x="38766" y="450443"/>
                  </a:lnTo>
                  <a:lnTo>
                    <a:pt x="75849" y="480504"/>
                  </a:lnTo>
                  <a:close/>
                  <a:moveTo>
                    <a:pt x="38766" y="443542"/>
                  </a:moveTo>
                  <a:lnTo>
                    <a:pt x="38766" y="450443"/>
                  </a:lnTo>
                  <a:lnTo>
                    <a:pt x="77533" y="480504"/>
                  </a:lnTo>
                  <a:close/>
                  <a:moveTo>
                    <a:pt x="116299" y="480504"/>
                  </a:moveTo>
                  <a:lnTo>
                    <a:pt x="77533" y="481346"/>
                  </a:lnTo>
                  <a:lnTo>
                    <a:pt x="116299" y="491510"/>
                  </a:lnTo>
                  <a:close/>
                  <a:moveTo>
                    <a:pt x="116299" y="480504"/>
                  </a:moveTo>
                  <a:lnTo>
                    <a:pt x="77533" y="480504"/>
                  </a:lnTo>
                  <a:lnTo>
                    <a:pt x="77533" y="481346"/>
                  </a:lnTo>
                  <a:close/>
                  <a:moveTo>
                    <a:pt x="155066" y="480504"/>
                  </a:moveTo>
                  <a:lnTo>
                    <a:pt x="116299" y="491510"/>
                  </a:lnTo>
                  <a:lnTo>
                    <a:pt x="155066" y="493846"/>
                  </a:lnTo>
                  <a:close/>
                  <a:moveTo>
                    <a:pt x="193832" y="480504"/>
                  </a:moveTo>
                  <a:lnTo>
                    <a:pt x="155066" y="493846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193832" y="491283"/>
                  </a:lnTo>
                  <a:lnTo>
                    <a:pt x="232598" y="484952"/>
                  </a:lnTo>
                  <a:close/>
                  <a:moveTo>
                    <a:pt x="232598" y="480504"/>
                  </a:moveTo>
                  <a:lnTo>
                    <a:pt x="193832" y="480504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232598" y="484952"/>
                  </a:lnTo>
                  <a:lnTo>
                    <a:pt x="249044" y="480504"/>
                  </a:lnTo>
                  <a:close/>
                  <a:moveTo>
                    <a:pt x="33346" y="443542"/>
                  </a:moveTo>
                  <a:lnTo>
                    <a:pt x="38766" y="450443"/>
                  </a:lnTo>
                  <a:lnTo>
                    <a:pt x="38766" y="443542"/>
                  </a:lnTo>
                  <a:close/>
                  <a:moveTo>
                    <a:pt x="26005" y="406580"/>
                  </a:moveTo>
                  <a:lnTo>
                    <a:pt x="38766" y="443542"/>
                  </a:lnTo>
                  <a:lnTo>
                    <a:pt x="38766" y="406580"/>
                  </a:lnTo>
                  <a:close/>
                  <a:moveTo>
                    <a:pt x="26005" y="406580"/>
                  </a:moveTo>
                  <a:lnTo>
                    <a:pt x="33346" y="443542"/>
                  </a:lnTo>
                  <a:lnTo>
                    <a:pt x="38766" y="443542"/>
                  </a:lnTo>
                  <a:close/>
                  <a:moveTo>
                    <a:pt x="310131" y="443542"/>
                  </a:moveTo>
                  <a:lnTo>
                    <a:pt x="271365" y="473990"/>
                  </a:lnTo>
                  <a:lnTo>
                    <a:pt x="310131" y="455949"/>
                  </a:lnTo>
                  <a:close/>
                  <a:moveTo>
                    <a:pt x="310131" y="443542"/>
                  </a:moveTo>
                  <a:lnTo>
                    <a:pt x="310131" y="455949"/>
                  </a:lnTo>
                  <a:lnTo>
                    <a:pt x="327571" y="443542"/>
                  </a:lnTo>
                  <a:close/>
                  <a:moveTo>
                    <a:pt x="348898" y="406580"/>
                  </a:moveTo>
                  <a:lnTo>
                    <a:pt x="327571" y="443542"/>
                  </a:lnTo>
                  <a:lnTo>
                    <a:pt x="348898" y="420285"/>
                  </a:lnTo>
                  <a:close/>
                  <a:moveTo>
                    <a:pt x="310131" y="443542"/>
                  </a:moveTo>
                  <a:lnTo>
                    <a:pt x="327571" y="443542"/>
                  </a:lnTo>
                  <a:lnTo>
                    <a:pt x="348898" y="406580"/>
                  </a:lnTo>
                  <a:close/>
                  <a:moveTo>
                    <a:pt x="38766" y="372850"/>
                  </a:moveTo>
                  <a:lnTo>
                    <a:pt x="26005" y="406580"/>
                  </a:lnTo>
                  <a:lnTo>
                    <a:pt x="38766" y="406580"/>
                  </a:lnTo>
                  <a:close/>
                  <a:moveTo>
                    <a:pt x="38766" y="406580"/>
                  </a:moveTo>
                  <a:lnTo>
                    <a:pt x="40176" y="369618"/>
                  </a:lnTo>
                  <a:lnTo>
                    <a:pt x="38766" y="372850"/>
                  </a:lnTo>
                  <a:close/>
                  <a:moveTo>
                    <a:pt x="348898" y="406580"/>
                  </a:moveTo>
                  <a:lnTo>
                    <a:pt x="348898" y="420285"/>
                  </a:lnTo>
                  <a:lnTo>
                    <a:pt x="358603" y="406580"/>
                  </a:lnTo>
                  <a:close/>
                  <a:moveTo>
                    <a:pt x="348898" y="369618"/>
                  </a:moveTo>
                  <a:lnTo>
                    <a:pt x="358603" y="406580"/>
                  </a:lnTo>
                  <a:lnTo>
                    <a:pt x="370802" y="369618"/>
                  </a:lnTo>
                  <a:close/>
                  <a:moveTo>
                    <a:pt x="77208" y="332657"/>
                  </a:moveTo>
                  <a:lnTo>
                    <a:pt x="77533" y="369618"/>
                  </a:lnTo>
                  <a:lnTo>
                    <a:pt x="77533" y="332657"/>
                  </a:lnTo>
                  <a:close/>
                  <a:moveTo>
                    <a:pt x="77208" y="332657"/>
                  </a:moveTo>
                  <a:lnTo>
                    <a:pt x="40176" y="369618"/>
                  </a:lnTo>
                  <a:lnTo>
                    <a:pt x="77533" y="369618"/>
                  </a:lnTo>
                  <a:close/>
                  <a:moveTo>
                    <a:pt x="348898" y="332657"/>
                  </a:moveTo>
                  <a:lnTo>
                    <a:pt x="370802" y="369618"/>
                  </a:lnTo>
                  <a:lnTo>
                    <a:pt x="372577" y="332657"/>
                  </a:lnTo>
                  <a:close/>
                  <a:moveTo>
                    <a:pt x="77533" y="332392"/>
                  </a:moveTo>
                  <a:lnTo>
                    <a:pt x="77208" y="332657"/>
                  </a:lnTo>
                  <a:lnTo>
                    <a:pt x="77533" y="332657"/>
                  </a:lnTo>
                  <a:close/>
                  <a:moveTo>
                    <a:pt x="77533" y="332657"/>
                  </a:moveTo>
                  <a:lnTo>
                    <a:pt x="116299" y="304164"/>
                  </a:lnTo>
                  <a:lnTo>
                    <a:pt x="77533" y="332392"/>
                  </a:lnTo>
                  <a:close/>
                  <a:moveTo>
                    <a:pt x="77533" y="332657"/>
                  </a:moveTo>
                  <a:lnTo>
                    <a:pt x="116299" y="332657"/>
                  </a:lnTo>
                  <a:lnTo>
                    <a:pt x="116299" y="304164"/>
                  </a:lnTo>
                  <a:close/>
                  <a:moveTo>
                    <a:pt x="116299" y="332657"/>
                  </a:moveTo>
                  <a:lnTo>
                    <a:pt x="128328" y="295695"/>
                  </a:lnTo>
                  <a:lnTo>
                    <a:pt x="116299" y="304164"/>
                  </a:lnTo>
                  <a:close/>
                  <a:moveTo>
                    <a:pt x="348898" y="295695"/>
                  </a:moveTo>
                  <a:lnTo>
                    <a:pt x="372577" y="332657"/>
                  </a:lnTo>
                  <a:lnTo>
                    <a:pt x="368254" y="295695"/>
                  </a:lnTo>
                  <a:close/>
                  <a:moveTo>
                    <a:pt x="155066" y="268812"/>
                  </a:moveTo>
                  <a:lnTo>
                    <a:pt x="128328" y="295695"/>
                  </a:lnTo>
                  <a:lnTo>
                    <a:pt x="155066" y="295695"/>
                  </a:lnTo>
                  <a:close/>
                  <a:moveTo>
                    <a:pt x="155066" y="295695"/>
                  </a:moveTo>
                  <a:lnTo>
                    <a:pt x="165294" y="258733"/>
                  </a:lnTo>
                  <a:lnTo>
                    <a:pt x="155066" y="268812"/>
                  </a:lnTo>
                  <a:close/>
                  <a:moveTo>
                    <a:pt x="348898" y="258733"/>
                  </a:moveTo>
                  <a:lnTo>
                    <a:pt x="368254" y="295695"/>
                  </a:lnTo>
                  <a:lnTo>
                    <a:pt x="360544" y="258733"/>
                  </a:lnTo>
                  <a:close/>
                  <a:moveTo>
                    <a:pt x="348898" y="258733"/>
                  </a:moveTo>
                  <a:lnTo>
                    <a:pt x="348898" y="295695"/>
                  </a:lnTo>
                  <a:lnTo>
                    <a:pt x="368254" y="295695"/>
                  </a:lnTo>
                  <a:close/>
                  <a:moveTo>
                    <a:pt x="177828" y="221771"/>
                  </a:moveTo>
                  <a:lnTo>
                    <a:pt x="193832" y="258733"/>
                  </a:lnTo>
                  <a:lnTo>
                    <a:pt x="193832" y="221771"/>
                  </a:lnTo>
                  <a:close/>
                  <a:moveTo>
                    <a:pt x="177828" y="221771"/>
                  </a:moveTo>
                  <a:lnTo>
                    <a:pt x="165294" y="258733"/>
                  </a:lnTo>
                  <a:lnTo>
                    <a:pt x="193832" y="258733"/>
                  </a:lnTo>
                  <a:close/>
                  <a:moveTo>
                    <a:pt x="348898" y="221771"/>
                  </a:moveTo>
                  <a:lnTo>
                    <a:pt x="360544" y="258733"/>
                  </a:lnTo>
                  <a:lnTo>
                    <a:pt x="348962" y="221771"/>
                  </a:lnTo>
                  <a:close/>
                  <a:moveTo>
                    <a:pt x="348898" y="221771"/>
                  </a:moveTo>
                  <a:lnTo>
                    <a:pt x="348898" y="258733"/>
                  </a:lnTo>
                  <a:lnTo>
                    <a:pt x="360544" y="258733"/>
                  </a:lnTo>
                  <a:close/>
                  <a:moveTo>
                    <a:pt x="155866" y="184809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866" y="184809"/>
                  </a:moveTo>
                  <a:lnTo>
                    <a:pt x="177828" y="221771"/>
                  </a:lnTo>
                  <a:lnTo>
                    <a:pt x="193832" y="221771"/>
                  </a:lnTo>
                  <a:close/>
                  <a:moveTo>
                    <a:pt x="310131" y="184809"/>
                  </a:moveTo>
                  <a:lnTo>
                    <a:pt x="348898" y="221638"/>
                  </a:lnTo>
                  <a:lnTo>
                    <a:pt x="323418" y="184809"/>
                  </a:lnTo>
                  <a:close/>
                  <a:moveTo>
                    <a:pt x="348898" y="221771"/>
                  </a:moveTo>
                  <a:lnTo>
                    <a:pt x="348898" y="221638"/>
                  </a:lnTo>
                  <a:lnTo>
                    <a:pt x="310131" y="184809"/>
                  </a:lnTo>
                  <a:close/>
                  <a:moveTo>
                    <a:pt x="310131" y="221771"/>
                  </a:moveTo>
                  <a:lnTo>
                    <a:pt x="348898" y="221771"/>
                  </a:lnTo>
                  <a:lnTo>
                    <a:pt x="310131" y="184809"/>
                  </a:lnTo>
                  <a:close/>
                  <a:moveTo>
                    <a:pt x="348898" y="221771"/>
                  </a:moveTo>
                  <a:lnTo>
                    <a:pt x="348962" y="221771"/>
                  </a:lnTo>
                  <a:lnTo>
                    <a:pt x="348898" y="221638"/>
                  </a:lnTo>
                  <a:close/>
                  <a:moveTo>
                    <a:pt x="193832" y="184809"/>
                  </a:moveTo>
                  <a:lnTo>
                    <a:pt x="155066" y="184364"/>
                  </a:lnTo>
                  <a:lnTo>
                    <a:pt x="155866" y="184809"/>
                  </a:lnTo>
                  <a:close/>
                  <a:moveTo>
                    <a:pt x="271365" y="147847"/>
                  </a:moveTo>
                  <a:lnTo>
                    <a:pt x="310131" y="170524"/>
                  </a:lnTo>
                  <a:lnTo>
                    <a:pt x="283489" y="147847"/>
                  </a:lnTo>
                  <a:close/>
                  <a:moveTo>
                    <a:pt x="310131" y="184809"/>
                  </a:moveTo>
                  <a:lnTo>
                    <a:pt x="310131" y="170524"/>
                  </a:lnTo>
                  <a:lnTo>
                    <a:pt x="271365" y="147847"/>
                  </a:lnTo>
                  <a:close/>
                  <a:moveTo>
                    <a:pt x="271365" y="184809"/>
                  </a:moveTo>
                  <a:lnTo>
                    <a:pt x="310131" y="184809"/>
                  </a:lnTo>
                  <a:lnTo>
                    <a:pt x="271365" y="147847"/>
                  </a:lnTo>
                  <a:close/>
                  <a:moveTo>
                    <a:pt x="310131" y="184809"/>
                  </a:moveTo>
                  <a:lnTo>
                    <a:pt x="323418" y="184809"/>
                  </a:lnTo>
                  <a:lnTo>
                    <a:pt x="310131" y="170524"/>
                  </a:lnTo>
                  <a:close/>
                  <a:moveTo>
                    <a:pt x="98842" y="147847"/>
                  </a:moveTo>
                  <a:lnTo>
                    <a:pt x="116299" y="161090"/>
                  </a:lnTo>
                  <a:lnTo>
                    <a:pt x="116299" y="147847"/>
                  </a:lnTo>
                  <a:close/>
                  <a:moveTo>
                    <a:pt x="116299" y="147847"/>
                  </a:moveTo>
                  <a:lnTo>
                    <a:pt x="77533" y="129831"/>
                  </a:lnTo>
                  <a:lnTo>
                    <a:pt x="98842" y="147847"/>
                  </a:lnTo>
                  <a:close/>
                  <a:moveTo>
                    <a:pt x="77533" y="110886"/>
                  </a:moveTo>
                  <a:lnTo>
                    <a:pt x="77533" y="129831"/>
                  </a:lnTo>
                  <a:lnTo>
                    <a:pt x="116299" y="147847"/>
                  </a:lnTo>
                  <a:close/>
                  <a:moveTo>
                    <a:pt x="155066" y="147847"/>
                  </a:moveTo>
                  <a:lnTo>
                    <a:pt x="116299" y="161090"/>
                  </a:lnTo>
                  <a:lnTo>
                    <a:pt x="155066" y="184364"/>
                  </a:lnTo>
                  <a:close/>
                  <a:moveTo>
                    <a:pt x="232598" y="110886"/>
                  </a:moveTo>
                  <a:lnTo>
                    <a:pt x="271365" y="136101"/>
                  </a:lnTo>
                  <a:lnTo>
                    <a:pt x="251672" y="110886"/>
                  </a:lnTo>
                  <a:close/>
                  <a:moveTo>
                    <a:pt x="271365" y="147847"/>
                  </a:moveTo>
                  <a:lnTo>
                    <a:pt x="271365" y="136101"/>
                  </a:lnTo>
                  <a:lnTo>
                    <a:pt x="232598" y="110886"/>
                  </a:lnTo>
                  <a:close/>
                  <a:moveTo>
                    <a:pt x="271365" y="147847"/>
                  </a:moveTo>
                  <a:lnTo>
                    <a:pt x="283489" y="147847"/>
                  </a:lnTo>
                  <a:lnTo>
                    <a:pt x="271365" y="136101"/>
                  </a:lnTo>
                  <a:close/>
                  <a:moveTo>
                    <a:pt x="62663" y="110886"/>
                  </a:moveTo>
                  <a:lnTo>
                    <a:pt x="77533" y="129831"/>
                  </a:lnTo>
                  <a:lnTo>
                    <a:pt x="77533" y="110886"/>
                  </a:lnTo>
                  <a:close/>
                  <a:moveTo>
                    <a:pt x="53412" y="73924"/>
                  </a:moveTo>
                  <a:lnTo>
                    <a:pt x="62663" y="110886"/>
                  </a:lnTo>
                  <a:lnTo>
                    <a:pt x="77533" y="110886"/>
                  </a:lnTo>
                  <a:close/>
                  <a:moveTo>
                    <a:pt x="193832" y="73924"/>
                  </a:moveTo>
                  <a:lnTo>
                    <a:pt x="232598" y="81169"/>
                  </a:lnTo>
                  <a:lnTo>
                    <a:pt x="228763" y="73924"/>
                  </a:lnTo>
                  <a:close/>
                  <a:moveTo>
                    <a:pt x="232598" y="110886"/>
                  </a:moveTo>
                  <a:lnTo>
                    <a:pt x="251672" y="110886"/>
                  </a:lnTo>
                  <a:lnTo>
                    <a:pt x="232598" y="81169"/>
                  </a:lnTo>
                  <a:close/>
                  <a:moveTo>
                    <a:pt x="68325" y="36962"/>
                  </a:moveTo>
                  <a:lnTo>
                    <a:pt x="53412" y="73924"/>
                  </a:lnTo>
                  <a:lnTo>
                    <a:pt x="77533" y="73924"/>
                  </a:lnTo>
                  <a:close/>
                  <a:moveTo>
                    <a:pt x="193832" y="36962"/>
                  </a:moveTo>
                  <a:lnTo>
                    <a:pt x="228763" y="73924"/>
                  </a:lnTo>
                  <a:lnTo>
                    <a:pt x="197802" y="36962"/>
                  </a:lnTo>
                  <a:close/>
                  <a:moveTo>
                    <a:pt x="193832" y="36962"/>
                  </a:moveTo>
                  <a:lnTo>
                    <a:pt x="193832" y="73924"/>
                  </a:lnTo>
                  <a:lnTo>
                    <a:pt x="228763" y="73924"/>
                  </a:lnTo>
                  <a:close/>
                  <a:moveTo>
                    <a:pt x="77533" y="28458"/>
                  </a:moveTo>
                  <a:lnTo>
                    <a:pt x="68325" y="36962"/>
                  </a:lnTo>
                  <a:lnTo>
                    <a:pt x="77533" y="36962"/>
                  </a:lnTo>
                  <a:close/>
                  <a:moveTo>
                    <a:pt x="77533" y="36962"/>
                  </a:moveTo>
                  <a:lnTo>
                    <a:pt x="116299" y="12073"/>
                  </a:lnTo>
                  <a:lnTo>
                    <a:pt x="77533" y="28458"/>
                  </a:lnTo>
                  <a:close/>
                  <a:moveTo>
                    <a:pt x="116299" y="36962"/>
                  </a:moveTo>
                  <a:lnTo>
                    <a:pt x="155066" y="14556"/>
                  </a:lnTo>
                  <a:lnTo>
                    <a:pt x="116299" y="12073"/>
                  </a:lnTo>
                  <a:close/>
                  <a:moveTo>
                    <a:pt x="155066" y="36962"/>
                  </a:moveTo>
                  <a:lnTo>
                    <a:pt x="193832" y="33732"/>
                  </a:lnTo>
                  <a:lnTo>
                    <a:pt x="155066" y="14556"/>
                  </a:lnTo>
                  <a:close/>
                  <a:moveTo>
                    <a:pt x="155066" y="36962"/>
                  </a:moveTo>
                  <a:lnTo>
                    <a:pt x="193832" y="36962"/>
                  </a:lnTo>
                  <a:lnTo>
                    <a:pt x="193832" y="33732"/>
                  </a:lnTo>
                  <a:close/>
                  <a:moveTo>
                    <a:pt x="193832" y="36962"/>
                  </a:moveTo>
                  <a:lnTo>
                    <a:pt x="197802" y="36962"/>
                  </a:lnTo>
                  <a:lnTo>
                    <a:pt x="193832" y="33732"/>
                  </a:lnTo>
                  <a:close/>
                </a:path>
              </a:pathLst>
            </a:custGeom>
            <a:solidFill>
              <a:srgbClr val="6FC698"/>
            </a:solidFill>
            <a:ln w="4001">
              <a:solidFill>
                <a:srgbClr val="B1E0C7"/>
              </a:solidFill>
            </a:ln>
          </p:spPr>
        </p:sp>
        <p:sp>
          <p:nvSpPr>
            <p:cNvPr id="50015" name="Candidate_B3__3970">
              <a:extLst>
                <a:ext uri="{FF2B5EF4-FFF2-40B4-BE49-F238E27FC236}">
                  <a16:creationId xmlns:a16="http://schemas.microsoft.com/office/drawing/2014/main" id="{EC66805D-783A-B74A-63ED-9BB487305127}"/>
                </a:ext>
              </a:extLst>
            </p:cNvPr>
            <p:cNvSpPr>
              <a:spLocks noGrp="1"/>
            </p:cNvSpPr>
            <p:nvPr/>
          </p:nvSpPr>
          <p:spPr>
            <a:xfrm>
              <a:off x="4756867" y="4108214"/>
              <a:ext cx="333810" cy="481772"/>
            </a:xfrm>
            <a:custGeom>
              <a:avLst/>
              <a:gdLst/>
              <a:ahLst/>
              <a:cxnLst/>
              <a:rect l="0" t="0" r="0" b="0"/>
              <a:pathLst>
                <a:path w="333810" h="481772">
                  <a:moveTo>
                    <a:pt x="38766" y="431469"/>
                  </a:moveTo>
                  <a:lnTo>
                    <a:pt x="0" y="431469"/>
                  </a:lnTo>
                  <a:lnTo>
                    <a:pt x="38766" y="468431"/>
                  </a:lnTo>
                  <a:close/>
                  <a:moveTo>
                    <a:pt x="38766" y="468431"/>
                  </a:moveTo>
                  <a:lnTo>
                    <a:pt x="77533" y="468431"/>
                  </a:lnTo>
                  <a:lnTo>
                    <a:pt x="77533" y="431469"/>
                  </a:lnTo>
                  <a:close/>
                  <a:moveTo>
                    <a:pt x="38766" y="468431"/>
                  </a:moveTo>
                  <a:lnTo>
                    <a:pt x="77533" y="431469"/>
                  </a:lnTo>
                  <a:lnTo>
                    <a:pt x="38766" y="431469"/>
                  </a:lnTo>
                  <a:close/>
                  <a:moveTo>
                    <a:pt x="116299" y="468431"/>
                  </a:moveTo>
                  <a:lnTo>
                    <a:pt x="77533" y="468431"/>
                  </a:lnTo>
                  <a:lnTo>
                    <a:pt x="77533" y="479437"/>
                  </a:lnTo>
                  <a:close/>
                  <a:moveTo>
                    <a:pt x="77533" y="468431"/>
                  </a:moveTo>
                  <a:lnTo>
                    <a:pt x="116299" y="468431"/>
                  </a:lnTo>
                  <a:lnTo>
                    <a:pt x="116299" y="431469"/>
                  </a:lnTo>
                  <a:close/>
                  <a:moveTo>
                    <a:pt x="155066" y="468431"/>
                  </a:moveTo>
                  <a:lnTo>
                    <a:pt x="116299" y="468431"/>
                  </a:lnTo>
                  <a:lnTo>
                    <a:pt x="116299" y="481772"/>
                  </a:lnTo>
                  <a:close/>
                  <a:moveTo>
                    <a:pt x="116299" y="468431"/>
                  </a:moveTo>
                  <a:lnTo>
                    <a:pt x="155066" y="468431"/>
                  </a:lnTo>
                  <a:lnTo>
                    <a:pt x="155066" y="431469"/>
                  </a:lnTo>
                  <a:close/>
                  <a:moveTo>
                    <a:pt x="155066" y="468431"/>
                  </a:moveTo>
                  <a:lnTo>
                    <a:pt x="193832" y="468431"/>
                  </a:lnTo>
                  <a:lnTo>
                    <a:pt x="193832" y="431469"/>
                  </a:lnTo>
                  <a:close/>
                  <a:moveTo>
                    <a:pt x="232599" y="431469"/>
                  </a:moveTo>
                  <a:lnTo>
                    <a:pt x="210278" y="468431"/>
                  </a:lnTo>
                  <a:lnTo>
                    <a:pt x="232599" y="461916"/>
                  </a:lnTo>
                  <a:close/>
                  <a:moveTo>
                    <a:pt x="193832" y="468431"/>
                  </a:moveTo>
                  <a:lnTo>
                    <a:pt x="210278" y="468431"/>
                  </a:lnTo>
                  <a:lnTo>
                    <a:pt x="232599" y="431469"/>
                  </a:lnTo>
                  <a:close/>
                  <a:moveTo>
                    <a:pt x="193832" y="431469"/>
                  </a:moveTo>
                  <a:lnTo>
                    <a:pt x="193832" y="468431"/>
                  </a:lnTo>
                  <a:lnTo>
                    <a:pt x="232599" y="431469"/>
                  </a:lnTo>
                  <a:close/>
                  <a:moveTo>
                    <a:pt x="0" y="431469"/>
                  </a:moveTo>
                  <a:lnTo>
                    <a:pt x="38766" y="431469"/>
                  </a:lnTo>
                  <a:lnTo>
                    <a:pt x="38766" y="394507"/>
                  </a:lnTo>
                  <a:close/>
                  <a:moveTo>
                    <a:pt x="0" y="431469"/>
                  </a:moveTo>
                  <a:lnTo>
                    <a:pt x="38766" y="394507"/>
                  </a:lnTo>
                  <a:lnTo>
                    <a:pt x="0" y="394507"/>
                  </a:lnTo>
                  <a:close/>
                  <a:moveTo>
                    <a:pt x="271365" y="431469"/>
                  </a:moveTo>
                  <a:lnTo>
                    <a:pt x="232599" y="431469"/>
                  </a:lnTo>
                  <a:lnTo>
                    <a:pt x="232599" y="461916"/>
                  </a:lnTo>
                  <a:close/>
                  <a:moveTo>
                    <a:pt x="271365" y="394507"/>
                  </a:moveTo>
                  <a:lnTo>
                    <a:pt x="232599" y="431469"/>
                  </a:lnTo>
                  <a:lnTo>
                    <a:pt x="271365" y="431469"/>
                  </a:lnTo>
                  <a:close/>
                  <a:moveTo>
                    <a:pt x="271365" y="394507"/>
                  </a:moveTo>
                  <a:lnTo>
                    <a:pt x="271365" y="431469"/>
                  </a:lnTo>
                  <a:lnTo>
                    <a:pt x="310131" y="394507"/>
                  </a:lnTo>
                  <a:close/>
                  <a:moveTo>
                    <a:pt x="38766" y="357545"/>
                  </a:moveTo>
                  <a:lnTo>
                    <a:pt x="1410" y="357545"/>
                  </a:lnTo>
                  <a:lnTo>
                    <a:pt x="0" y="394507"/>
                  </a:lnTo>
                  <a:close/>
                  <a:moveTo>
                    <a:pt x="38766" y="394507"/>
                  </a:moveTo>
                  <a:lnTo>
                    <a:pt x="38766" y="357545"/>
                  </a:lnTo>
                  <a:lnTo>
                    <a:pt x="0" y="394507"/>
                  </a:lnTo>
                  <a:close/>
                  <a:moveTo>
                    <a:pt x="271365" y="394507"/>
                  </a:moveTo>
                  <a:lnTo>
                    <a:pt x="310131" y="394507"/>
                  </a:lnTo>
                  <a:lnTo>
                    <a:pt x="310131" y="357545"/>
                  </a:lnTo>
                  <a:close/>
                  <a:moveTo>
                    <a:pt x="310131" y="357545"/>
                  </a:moveTo>
                  <a:lnTo>
                    <a:pt x="310131" y="394507"/>
                  </a:lnTo>
                  <a:lnTo>
                    <a:pt x="319837" y="394507"/>
                  </a:lnTo>
                  <a:close/>
                  <a:moveTo>
                    <a:pt x="38766" y="357545"/>
                  </a:moveTo>
                  <a:lnTo>
                    <a:pt x="77533" y="357545"/>
                  </a:lnTo>
                  <a:lnTo>
                    <a:pt x="77533" y="320583"/>
                  </a:lnTo>
                  <a:close/>
                  <a:moveTo>
                    <a:pt x="38766" y="357545"/>
                  </a:moveTo>
                  <a:lnTo>
                    <a:pt x="77533" y="320583"/>
                  </a:lnTo>
                  <a:lnTo>
                    <a:pt x="38766" y="320583"/>
                  </a:lnTo>
                  <a:close/>
                  <a:moveTo>
                    <a:pt x="271365" y="357545"/>
                  </a:moveTo>
                  <a:lnTo>
                    <a:pt x="310131" y="357545"/>
                  </a:lnTo>
                  <a:lnTo>
                    <a:pt x="310131" y="320583"/>
                  </a:lnTo>
                  <a:close/>
                  <a:moveTo>
                    <a:pt x="310131" y="320583"/>
                  </a:moveTo>
                  <a:lnTo>
                    <a:pt x="310131" y="357545"/>
                  </a:lnTo>
                  <a:lnTo>
                    <a:pt x="332035" y="357545"/>
                  </a:lnTo>
                  <a:close/>
                  <a:moveTo>
                    <a:pt x="116299" y="283622"/>
                  </a:moveTo>
                  <a:lnTo>
                    <a:pt x="89561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16299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55066" y="283622"/>
                  </a:lnTo>
                  <a:lnTo>
                    <a:pt x="116299" y="283622"/>
                  </a:lnTo>
                  <a:close/>
                  <a:moveTo>
                    <a:pt x="271365" y="320583"/>
                  </a:moveTo>
                  <a:lnTo>
                    <a:pt x="310131" y="320583"/>
                  </a:lnTo>
                  <a:lnTo>
                    <a:pt x="310131" y="283622"/>
                  </a:lnTo>
                  <a:close/>
                  <a:moveTo>
                    <a:pt x="310131" y="283622"/>
                  </a:moveTo>
                  <a:lnTo>
                    <a:pt x="310131" y="320583"/>
                  </a:lnTo>
                  <a:lnTo>
                    <a:pt x="333810" y="320583"/>
                  </a:lnTo>
                  <a:close/>
                  <a:moveTo>
                    <a:pt x="155066" y="246660"/>
                  </a:moveTo>
                  <a:lnTo>
                    <a:pt x="126528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55066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93832" y="246660"/>
                  </a:lnTo>
                  <a:lnTo>
                    <a:pt x="155066" y="246660"/>
                  </a:lnTo>
                  <a:close/>
                  <a:moveTo>
                    <a:pt x="271365" y="283622"/>
                  </a:moveTo>
                  <a:lnTo>
                    <a:pt x="310131" y="283622"/>
                  </a:lnTo>
                  <a:lnTo>
                    <a:pt x="310131" y="246660"/>
                  </a:lnTo>
                  <a:close/>
                  <a:moveTo>
                    <a:pt x="271365" y="283622"/>
                  </a:moveTo>
                  <a:lnTo>
                    <a:pt x="310131" y="246660"/>
                  </a:lnTo>
                  <a:lnTo>
                    <a:pt x="271365" y="246660"/>
                  </a:lnTo>
                  <a:close/>
                  <a:moveTo>
                    <a:pt x="155066" y="246660"/>
                  </a:moveTo>
                  <a:lnTo>
                    <a:pt x="193832" y="246660"/>
                  </a:lnTo>
                  <a:lnTo>
                    <a:pt x="193832" y="209698"/>
                  </a:lnTo>
                  <a:close/>
                  <a:moveTo>
                    <a:pt x="155066" y="246660"/>
                  </a:moveTo>
                  <a:lnTo>
                    <a:pt x="193832" y="209698"/>
                  </a:lnTo>
                  <a:lnTo>
                    <a:pt x="155066" y="209698"/>
                  </a:lnTo>
                  <a:close/>
                  <a:moveTo>
                    <a:pt x="193832" y="246660"/>
                  </a:moveTo>
                  <a:lnTo>
                    <a:pt x="232599" y="246660"/>
                  </a:lnTo>
                  <a:lnTo>
                    <a:pt x="232599" y="209698"/>
                  </a:lnTo>
                  <a:close/>
                  <a:moveTo>
                    <a:pt x="193832" y="246660"/>
                  </a:moveTo>
                  <a:lnTo>
                    <a:pt x="232599" y="209698"/>
                  </a:lnTo>
                  <a:lnTo>
                    <a:pt x="193832" y="209698"/>
                  </a:lnTo>
                  <a:close/>
                  <a:moveTo>
                    <a:pt x="232599" y="246660"/>
                  </a:moveTo>
                  <a:lnTo>
                    <a:pt x="271365" y="246660"/>
                  </a:lnTo>
                  <a:lnTo>
                    <a:pt x="271365" y="209698"/>
                  </a:lnTo>
                  <a:close/>
                  <a:moveTo>
                    <a:pt x="232599" y="246660"/>
                  </a:moveTo>
                  <a:lnTo>
                    <a:pt x="271365" y="209698"/>
                  </a:lnTo>
                  <a:lnTo>
                    <a:pt x="232599" y="209698"/>
                  </a:lnTo>
                  <a:close/>
                  <a:moveTo>
                    <a:pt x="271365" y="246660"/>
                  </a:moveTo>
                  <a:lnTo>
                    <a:pt x="310131" y="246660"/>
                  </a:lnTo>
                  <a:lnTo>
                    <a:pt x="310131" y="209698"/>
                  </a:lnTo>
                  <a:close/>
                  <a:moveTo>
                    <a:pt x="271365" y="246660"/>
                  </a:moveTo>
                  <a:lnTo>
                    <a:pt x="310131" y="209698"/>
                  </a:lnTo>
                  <a:lnTo>
                    <a:pt x="271365" y="209698"/>
                  </a:lnTo>
                  <a:close/>
                  <a:moveTo>
                    <a:pt x="155066" y="209698"/>
                  </a:moveTo>
                  <a:lnTo>
                    <a:pt x="193832" y="209698"/>
                  </a:lnTo>
                  <a:lnTo>
                    <a:pt x="193832" y="172736"/>
                  </a:lnTo>
                  <a:close/>
                  <a:moveTo>
                    <a:pt x="155066" y="209698"/>
                  </a:moveTo>
                  <a:lnTo>
                    <a:pt x="193832" y="172736"/>
                  </a:lnTo>
                  <a:lnTo>
                    <a:pt x="155066" y="172736"/>
                  </a:lnTo>
                  <a:close/>
                  <a:moveTo>
                    <a:pt x="193832" y="209698"/>
                  </a:moveTo>
                  <a:lnTo>
                    <a:pt x="232599" y="209698"/>
                  </a:lnTo>
                  <a:lnTo>
                    <a:pt x="232599" y="172736"/>
                  </a:lnTo>
                  <a:close/>
                  <a:moveTo>
                    <a:pt x="193832" y="209698"/>
                  </a:moveTo>
                  <a:lnTo>
                    <a:pt x="232599" y="172736"/>
                  </a:lnTo>
                  <a:lnTo>
                    <a:pt x="193832" y="172736"/>
                  </a:lnTo>
                  <a:close/>
                  <a:moveTo>
                    <a:pt x="232599" y="209698"/>
                  </a:moveTo>
                  <a:lnTo>
                    <a:pt x="271365" y="209698"/>
                  </a:lnTo>
                  <a:lnTo>
                    <a:pt x="271365" y="172736"/>
                  </a:lnTo>
                  <a:close/>
                  <a:moveTo>
                    <a:pt x="232599" y="209698"/>
                  </a:moveTo>
                  <a:lnTo>
                    <a:pt x="271365" y="172736"/>
                  </a:lnTo>
                  <a:lnTo>
                    <a:pt x="232599" y="172736"/>
                  </a:lnTo>
                  <a:close/>
                  <a:moveTo>
                    <a:pt x="116299" y="135774"/>
                  </a:moveTo>
                  <a:lnTo>
                    <a:pt x="116299" y="172291"/>
                  </a:lnTo>
                  <a:lnTo>
                    <a:pt x="155066" y="172736"/>
                  </a:lnTo>
                  <a:close/>
                  <a:moveTo>
                    <a:pt x="155066" y="135774"/>
                  </a:moveTo>
                  <a:lnTo>
                    <a:pt x="116299" y="135774"/>
                  </a:lnTo>
                  <a:lnTo>
                    <a:pt x="155066" y="172736"/>
                  </a:lnTo>
                  <a:close/>
                  <a:moveTo>
                    <a:pt x="155066" y="172736"/>
                  </a:moveTo>
                  <a:lnTo>
                    <a:pt x="193832" y="172736"/>
                  </a:lnTo>
                  <a:lnTo>
                    <a:pt x="193832" y="135774"/>
                  </a:lnTo>
                  <a:close/>
                  <a:moveTo>
                    <a:pt x="155066" y="172736"/>
                  </a:moveTo>
                  <a:lnTo>
                    <a:pt x="193832" y="135774"/>
                  </a:lnTo>
                  <a:lnTo>
                    <a:pt x="155066" y="135774"/>
                  </a:lnTo>
                  <a:close/>
                  <a:moveTo>
                    <a:pt x="193832" y="172736"/>
                  </a:moveTo>
                  <a:lnTo>
                    <a:pt x="232599" y="172736"/>
                  </a:lnTo>
                  <a:lnTo>
                    <a:pt x="232599" y="135774"/>
                  </a:lnTo>
                  <a:close/>
                  <a:moveTo>
                    <a:pt x="193832" y="172736"/>
                  </a:moveTo>
                  <a:lnTo>
                    <a:pt x="232599" y="135774"/>
                  </a:lnTo>
                  <a:lnTo>
                    <a:pt x="193832" y="135774"/>
                  </a:lnTo>
                  <a:close/>
                  <a:moveTo>
                    <a:pt x="77533" y="98812"/>
                  </a:moveTo>
                  <a:lnTo>
                    <a:pt x="38766" y="98812"/>
                  </a:lnTo>
                  <a:lnTo>
                    <a:pt x="77533" y="135774"/>
                  </a:lnTo>
                  <a:close/>
                  <a:moveTo>
                    <a:pt x="116299" y="135774"/>
                  </a:moveTo>
                  <a:lnTo>
                    <a:pt x="77533" y="135774"/>
                  </a:lnTo>
                  <a:lnTo>
                    <a:pt x="77533" y="149017"/>
                  </a:lnTo>
                  <a:close/>
                  <a:moveTo>
                    <a:pt x="77533" y="135774"/>
                  </a:moveTo>
                  <a:lnTo>
                    <a:pt x="116299" y="135774"/>
                  </a:lnTo>
                  <a:lnTo>
                    <a:pt x="116299" y="98812"/>
                  </a:lnTo>
                  <a:close/>
                  <a:moveTo>
                    <a:pt x="77533" y="135774"/>
                  </a:moveTo>
                  <a:lnTo>
                    <a:pt x="116299" y="98812"/>
                  </a:lnTo>
                  <a:lnTo>
                    <a:pt x="77533" y="98812"/>
                  </a:lnTo>
                  <a:close/>
                  <a:moveTo>
                    <a:pt x="116299" y="135774"/>
                  </a:moveTo>
                  <a:lnTo>
                    <a:pt x="155066" y="135774"/>
                  </a:lnTo>
                  <a:lnTo>
                    <a:pt x="155066" y="98812"/>
                  </a:lnTo>
                  <a:close/>
                  <a:moveTo>
                    <a:pt x="116299" y="135774"/>
                  </a:moveTo>
                  <a:lnTo>
                    <a:pt x="155066" y="98812"/>
                  </a:lnTo>
                  <a:lnTo>
                    <a:pt x="116299" y="98812"/>
                  </a:lnTo>
                  <a:close/>
                  <a:moveTo>
                    <a:pt x="155066" y="135774"/>
                  </a:moveTo>
                  <a:lnTo>
                    <a:pt x="193832" y="135774"/>
                  </a:lnTo>
                  <a:lnTo>
                    <a:pt x="193832" y="98812"/>
                  </a:lnTo>
                  <a:close/>
                  <a:moveTo>
                    <a:pt x="155066" y="135774"/>
                  </a:moveTo>
                  <a:lnTo>
                    <a:pt x="193832" y="98812"/>
                  </a:lnTo>
                  <a:lnTo>
                    <a:pt x="155066" y="98812"/>
                  </a:lnTo>
                  <a:close/>
                  <a:moveTo>
                    <a:pt x="193832" y="135774"/>
                  </a:moveTo>
                  <a:lnTo>
                    <a:pt x="232599" y="135774"/>
                  </a:lnTo>
                  <a:lnTo>
                    <a:pt x="193832" y="98812"/>
                  </a:lnTo>
                  <a:close/>
                  <a:moveTo>
                    <a:pt x="14645" y="61850"/>
                  </a:moveTo>
                  <a:lnTo>
                    <a:pt x="38766" y="98812"/>
                  </a:lnTo>
                  <a:lnTo>
                    <a:pt x="38766" y="61850"/>
                  </a:lnTo>
                  <a:close/>
                  <a:moveTo>
                    <a:pt x="38766" y="98812"/>
                  </a:moveTo>
                  <a:lnTo>
                    <a:pt x="77533" y="98812"/>
                  </a:lnTo>
                  <a:lnTo>
                    <a:pt x="77533" y="61850"/>
                  </a:lnTo>
                  <a:close/>
                  <a:moveTo>
                    <a:pt x="38766" y="98812"/>
                  </a:moveTo>
                  <a:lnTo>
                    <a:pt x="77533" y="61850"/>
                  </a:lnTo>
                  <a:lnTo>
                    <a:pt x="38766" y="61850"/>
                  </a:lnTo>
                  <a:close/>
                  <a:moveTo>
                    <a:pt x="116299" y="98812"/>
                  </a:moveTo>
                  <a:lnTo>
                    <a:pt x="155066" y="98812"/>
                  </a:lnTo>
                  <a:lnTo>
                    <a:pt x="155066" y="61850"/>
                  </a:lnTo>
                  <a:close/>
                  <a:moveTo>
                    <a:pt x="116299" y="98812"/>
                  </a:moveTo>
                  <a:lnTo>
                    <a:pt x="155066" y="61850"/>
                  </a:lnTo>
                  <a:lnTo>
                    <a:pt x="116299" y="61850"/>
                  </a:lnTo>
                  <a:close/>
                  <a:moveTo>
                    <a:pt x="193832" y="98812"/>
                  </a:moveTo>
                  <a:lnTo>
                    <a:pt x="193832" y="69096"/>
                  </a:lnTo>
                  <a:lnTo>
                    <a:pt x="155066" y="61850"/>
                  </a:lnTo>
                  <a:close/>
                  <a:moveTo>
                    <a:pt x="155066" y="98812"/>
                  </a:moveTo>
                  <a:lnTo>
                    <a:pt x="193832" y="98812"/>
                  </a:lnTo>
                  <a:lnTo>
                    <a:pt x="155066" y="61850"/>
                  </a:lnTo>
                  <a:close/>
                  <a:moveTo>
                    <a:pt x="29559" y="24889"/>
                  </a:moveTo>
                  <a:lnTo>
                    <a:pt x="38766" y="61850"/>
                  </a:lnTo>
                  <a:lnTo>
                    <a:pt x="38766" y="24889"/>
                  </a:lnTo>
                  <a:close/>
                  <a:moveTo>
                    <a:pt x="38766" y="61850"/>
                  </a:moveTo>
                  <a:lnTo>
                    <a:pt x="77533" y="61850"/>
                  </a:lnTo>
                  <a:lnTo>
                    <a:pt x="77533" y="24889"/>
                  </a:lnTo>
                  <a:close/>
                  <a:moveTo>
                    <a:pt x="38766" y="61850"/>
                  </a:moveTo>
                  <a:lnTo>
                    <a:pt x="77533" y="24889"/>
                  </a:lnTo>
                  <a:lnTo>
                    <a:pt x="38766" y="24889"/>
                  </a:lnTo>
                  <a:close/>
                  <a:moveTo>
                    <a:pt x="77533" y="61850"/>
                  </a:moveTo>
                  <a:lnTo>
                    <a:pt x="116299" y="61850"/>
                  </a:lnTo>
                  <a:lnTo>
                    <a:pt x="116299" y="24889"/>
                  </a:lnTo>
                  <a:close/>
                  <a:moveTo>
                    <a:pt x="77533" y="61850"/>
                  </a:moveTo>
                  <a:lnTo>
                    <a:pt x="116299" y="24889"/>
                  </a:lnTo>
                  <a:lnTo>
                    <a:pt x="77533" y="24889"/>
                  </a:lnTo>
                  <a:close/>
                  <a:moveTo>
                    <a:pt x="116299" y="61850"/>
                  </a:moveTo>
                  <a:lnTo>
                    <a:pt x="155066" y="61850"/>
                  </a:lnTo>
                  <a:lnTo>
                    <a:pt x="155066" y="24889"/>
                  </a:lnTo>
                  <a:close/>
                  <a:moveTo>
                    <a:pt x="116299" y="61850"/>
                  </a:moveTo>
                  <a:lnTo>
                    <a:pt x="155066" y="24889"/>
                  </a:lnTo>
                  <a:lnTo>
                    <a:pt x="116299" y="24889"/>
                  </a:lnTo>
                  <a:close/>
                  <a:moveTo>
                    <a:pt x="38766" y="24889"/>
                  </a:moveTo>
                  <a:lnTo>
                    <a:pt x="77533" y="24889"/>
                  </a:lnTo>
                  <a:lnTo>
                    <a:pt x="77533" y="0"/>
                  </a:lnTo>
                  <a:close/>
                  <a:moveTo>
                    <a:pt x="77533" y="24889"/>
                  </a:moveTo>
                  <a:lnTo>
                    <a:pt x="116299" y="24889"/>
                  </a:lnTo>
                  <a:lnTo>
                    <a:pt x="116299" y="2483"/>
                  </a:lnTo>
                  <a:close/>
                </a:path>
              </a:pathLst>
            </a:custGeom>
            <a:solidFill>
              <a:srgbClr val="75C89C"/>
            </a:solidFill>
            <a:ln w="4001">
              <a:solidFill>
                <a:srgbClr val="B1E0C7"/>
              </a:solidFill>
            </a:ln>
          </p:spPr>
        </p:sp>
        <p:sp>
          <p:nvSpPr>
            <p:cNvPr id="50016" name="Candidate_B3__3971">
              <a:extLst>
                <a:ext uri="{FF2B5EF4-FFF2-40B4-BE49-F238E27FC236}">
                  <a16:creationId xmlns:a16="http://schemas.microsoft.com/office/drawing/2014/main" id="{37D1EC97-43BB-BECD-ED2A-41128E3D014B}"/>
                </a:ext>
              </a:extLst>
            </p:cNvPr>
            <p:cNvSpPr>
              <a:spLocks noGrp="1"/>
            </p:cNvSpPr>
            <p:nvPr/>
          </p:nvSpPr>
          <p:spPr>
            <a:xfrm>
              <a:off x="4795633" y="4170064"/>
              <a:ext cx="271365" cy="406580"/>
            </a:xfrm>
            <a:custGeom>
              <a:avLst/>
              <a:gdLst/>
              <a:ahLst/>
              <a:cxnLst/>
              <a:rect l="0" t="0" r="0" b="0"/>
              <a:pathLst>
                <a:path w="271365" h="406580">
                  <a:moveTo>
                    <a:pt x="38766" y="406580"/>
                  </a:moveTo>
                  <a:lnTo>
                    <a:pt x="77533" y="369618"/>
                  </a:lnTo>
                  <a:lnTo>
                    <a:pt x="38766" y="369618"/>
                  </a:lnTo>
                  <a:close/>
                  <a:moveTo>
                    <a:pt x="77533" y="406580"/>
                  </a:moveTo>
                  <a:lnTo>
                    <a:pt x="116299" y="369618"/>
                  </a:lnTo>
                  <a:lnTo>
                    <a:pt x="77533" y="369618"/>
                  </a:lnTo>
                  <a:close/>
                  <a:moveTo>
                    <a:pt x="116299" y="406580"/>
                  </a:moveTo>
                  <a:lnTo>
                    <a:pt x="155066" y="369618"/>
                  </a:lnTo>
                  <a:lnTo>
                    <a:pt x="116299" y="369618"/>
                  </a:lnTo>
                  <a:close/>
                  <a:moveTo>
                    <a:pt x="0" y="369618"/>
                  </a:moveTo>
                  <a:lnTo>
                    <a:pt x="38766" y="369618"/>
                  </a:lnTo>
                  <a:lnTo>
                    <a:pt x="38766" y="332657"/>
                  </a:lnTo>
                  <a:close/>
                  <a:moveTo>
                    <a:pt x="0" y="369618"/>
                  </a:moveTo>
                  <a:lnTo>
                    <a:pt x="38766" y="332657"/>
                  </a:lnTo>
                  <a:lnTo>
                    <a:pt x="0" y="332657"/>
                  </a:lnTo>
                  <a:close/>
                  <a:moveTo>
                    <a:pt x="77533" y="357257"/>
                  </a:moveTo>
                  <a:lnTo>
                    <a:pt x="43492" y="332657"/>
                  </a:lnTo>
                  <a:lnTo>
                    <a:pt x="77533" y="369618"/>
                  </a:lnTo>
                  <a:close/>
                  <a:moveTo>
                    <a:pt x="77533" y="369618"/>
                  </a:moveTo>
                  <a:lnTo>
                    <a:pt x="43492" y="332657"/>
                  </a:lnTo>
                  <a:lnTo>
                    <a:pt x="38766" y="332657"/>
                  </a:lnTo>
                  <a:close/>
                  <a:moveTo>
                    <a:pt x="77533" y="369618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77533" y="369618"/>
                  </a:moveTo>
                  <a:lnTo>
                    <a:pt x="116299" y="369618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16299" y="363551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55066" y="369618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55066" y="358596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93832" y="369618"/>
                  </a:lnTo>
                  <a:lnTo>
                    <a:pt x="155066" y="358596"/>
                  </a:lnTo>
                  <a:close/>
                  <a:moveTo>
                    <a:pt x="193832" y="369618"/>
                  </a:moveTo>
                  <a:lnTo>
                    <a:pt x="193832" y="343913"/>
                  </a:lnTo>
                  <a:lnTo>
                    <a:pt x="155066" y="358596"/>
                  </a:lnTo>
                  <a:close/>
                  <a:moveTo>
                    <a:pt x="209641" y="332657"/>
                  </a:moveTo>
                  <a:lnTo>
                    <a:pt x="193832" y="343913"/>
                  </a:lnTo>
                  <a:lnTo>
                    <a:pt x="232598" y="332657"/>
                  </a:lnTo>
                  <a:close/>
                  <a:moveTo>
                    <a:pt x="232598" y="332657"/>
                  </a:moveTo>
                  <a:lnTo>
                    <a:pt x="193832" y="343913"/>
                  </a:lnTo>
                  <a:lnTo>
                    <a:pt x="193832" y="369618"/>
                  </a:lnTo>
                  <a:close/>
                  <a:moveTo>
                    <a:pt x="0" y="332657"/>
                  </a:moveTo>
                  <a:lnTo>
                    <a:pt x="38766" y="332657"/>
                  </a:lnTo>
                  <a:lnTo>
                    <a:pt x="38766" y="295695"/>
                  </a:lnTo>
                  <a:close/>
                  <a:moveTo>
                    <a:pt x="0" y="332657"/>
                  </a:moveTo>
                  <a:lnTo>
                    <a:pt x="38766" y="295695"/>
                  </a:lnTo>
                  <a:lnTo>
                    <a:pt x="0" y="295695"/>
                  </a:lnTo>
                  <a:close/>
                  <a:moveTo>
                    <a:pt x="43492" y="332657"/>
                  </a:moveTo>
                  <a:lnTo>
                    <a:pt x="59748" y="295695"/>
                  </a:lnTo>
                  <a:lnTo>
                    <a:pt x="38766" y="332657"/>
                  </a:lnTo>
                  <a:close/>
                  <a:moveTo>
                    <a:pt x="59748" y="295695"/>
                  </a:moveTo>
                  <a:lnTo>
                    <a:pt x="38766" y="295695"/>
                  </a:lnTo>
                  <a:lnTo>
                    <a:pt x="38766" y="332657"/>
                  </a:lnTo>
                  <a:close/>
                  <a:moveTo>
                    <a:pt x="232598" y="332657"/>
                  </a:moveTo>
                  <a:lnTo>
                    <a:pt x="271365" y="295695"/>
                  </a:lnTo>
                  <a:lnTo>
                    <a:pt x="232598" y="295695"/>
                  </a:lnTo>
                  <a:close/>
                  <a:moveTo>
                    <a:pt x="232598" y="332657"/>
                  </a:moveTo>
                  <a:lnTo>
                    <a:pt x="232598" y="295695"/>
                  </a:lnTo>
                  <a:lnTo>
                    <a:pt x="209641" y="332657"/>
                  </a:lnTo>
                  <a:close/>
                  <a:moveTo>
                    <a:pt x="232598" y="295695"/>
                  </a:moveTo>
                  <a:lnTo>
                    <a:pt x="230826" y="295695"/>
                  </a:lnTo>
                  <a:lnTo>
                    <a:pt x="209641" y="332657"/>
                  </a:lnTo>
                  <a:close/>
                  <a:moveTo>
                    <a:pt x="59748" y="295695"/>
                  </a:moveTo>
                  <a:lnTo>
                    <a:pt x="77533" y="281627"/>
                  </a:lnTo>
                  <a:lnTo>
                    <a:pt x="38766" y="295695"/>
                  </a:lnTo>
                  <a:close/>
                  <a:moveTo>
                    <a:pt x="38766" y="295695"/>
                  </a:moveTo>
                  <a:lnTo>
                    <a:pt x="77533" y="281627"/>
                  </a:lnTo>
                  <a:lnTo>
                    <a:pt x="77533" y="258733"/>
                  </a:lnTo>
                  <a:close/>
                  <a:moveTo>
                    <a:pt x="38766" y="295695"/>
                  </a:moveTo>
                  <a:lnTo>
                    <a:pt x="77533" y="258733"/>
                  </a:lnTo>
                  <a:lnTo>
                    <a:pt x="38766" y="258733"/>
                  </a:lnTo>
                  <a:close/>
                  <a:moveTo>
                    <a:pt x="232598" y="295695"/>
                  </a:moveTo>
                  <a:lnTo>
                    <a:pt x="271365" y="258733"/>
                  </a:lnTo>
                  <a:lnTo>
                    <a:pt x="232598" y="258733"/>
                  </a:lnTo>
                  <a:close/>
                  <a:moveTo>
                    <a:pt x="232598" y="295695"/>
                  </a:moveTo>
                  <a:lnTo>
                    <a:pt x="232598" y="258733"/>
                  </a:lnTo>
                  <a:lnTo>
                    <a:pt x="230826" y="295695"/>
                  </a:lnTo>
                  <a:close/>
                  <a:moveTo>
                    <a:pt x="232598" y="258733"/>
                  </a:moveTo>
                  <a:lnTo>
                    <a:pt x="221854" y="258733"/>
                  </a:lnTo>
                  <a:lnTo>
                    <a:pt x="230826" y="295695"/>
                  </a:lnTo>
                  <a:close/>
                  <a:moveTo>
                    <a:pt x="108315" y="258733"/>
                  </a:moveTo>
                  <a:lnTo>
                    <a:pt x="116299" y="253676"/>
                  </a:lnTo>
                  <a:lnTo>
                    <a:pt x="77533" y="258733"/>
                  </a:lnTo>
                  <a:close/>
                  <a:moveTo>
                    <a:pt x="77533" y="258733"/>
                  </a:moveTo>
                  <a:lnTo>
                    <a:pt x="116299" y="253676"/>
                  </a:lnTo>
                  <a:lnTo>
                    <a:pt x="116299" y="221771"/>
                  </a:lnTo>
                  <a:close/>
                  <a:moveTo>
                    <a:pt x="77533" y="258733"/>
                  </a:moveTo>
                  <a:lnTo>
                    <a:pt x="77533" y="281627"/>
                  </a:lnTo>
                  <a:lnTo>
                    <a:pt x="108315" y="258733"/>
                  </a:lnTo>
                  <a:close/>
                  <a:moveTo>
                    <a:pt x="232598" y="258733"/>
                  </a:moveTo>
                  <a:lnTo>
                    <a:pt x="271365" y="221771"/>
                  </a:lnTo>
                  <a:lnTo>
                    <a:pt x="232598" y="221771"/>
                  </a:lnTo>
                  <a:close/>
                  <a:moveTo>
                    <a:pt x="193832" y="233980"/>
                  </a:moveTo>
                  <a:lnTo>
                    <a:pt x="221854" y="258733"/>
                  </a:lnTo>
                  <a:lnTo>
                    <a:pt x="193832" y="221771"/>
                  </a:lnTo>
                  <a:close/>
                  <a:moveTo>
                    <a:pt x="193832" y="221771"/>
                  </a:moveTo>
                  <a:lnTo>
                    <a:pt x="221854" y="258733"/>
                  </a:lnTo>
                  <a:lnTo>
                    <a:pt x="232598" y="258733"/>
                  </a:lnTo>
                  <a:close/>
                  <a:moveTo>
                    <a:pt x="193832" y="221771"/>
                  </a:moveTo>
                  <a:lnTo>
                    <a:pt x="232598" y="258733"/>
                  </a:lnTo>
                  <a:lnTo>
                    <a:pt x="232598" y="221771"/>
                  </a:lnTo>
                  <a:close/>
                  <a:moveTo>
                    <a:pt x="116299" y="221771"/>
                  </a:moveTo>
                  <a:lnTo>
                    <a:pt x="155066" y="221771"/>
                  </a:lnTo>
                  <a:lnTo>
                    <a:pt x="155066" y="184809"/>
                  </a:lnTo>
                  <a:close/>
                  <a:moveTo>
                    <a:pt x="155066" y="221771"/>
                  </a:moveTo>
                  <a:lnTo>
                    <a:pt x="116299" y="221771"/>
                  </a:lnTo>
                  <a:lnTo>
                    <a:pt x="155066" y="236080"/>
                  </a:lnTo>
                  <a:close/>
                  <a:moveTo>
                    <a:pt x="116299" y="221771"/>
                  </a:moveTo>
                  <a:lnTo>
                    <a:pt x="116299" y="253676"/>
                  </a:lnTo>
                  <a:lnTo>
                    <a:pt x="155066" y="236080"/>
                  </a:lnTo>
                  <a:close/>
                  <a:moveTo>
                    <a:pt x="155066" y="221771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066" y="221771"/>
                  </a:moveTo>
                  <a:lnTo>
                    <a:pt x="193832" y="184809"/>
                  </a:lnTo>
                  <a:lnTo>
                    <a:pt x="155066" y="184809"/>
                  </a:lnTo>
                  <a:close/>
                  <a:moveTo>
                    <a:pt x="193832" y="221771"/>
                  </a:moveTo>
                  <a:lnTo>
                    <a:pt x="155066" y="221771"/>
                  </a:lnTo>
                  <a:lnTo>
                    <a:pt x="193832" y="233980"/>
                  </a:lnTo>
                  <a:close/>
                  <a:moveTo>
                    <a:pt x="155066" y="221771"/>
                  </a:moveTo>
                  <a:lnTo>
                    <a:pt x="155066" y="236080"/>
                  </a:lnTo>
                  <a:lnTo>
                    <a:pt x="193832" y="233980"/>
                  </a:lnTo>
                  <a:close/>
                  <a:moveTo>
                    <a:pt x="193832" y="221771"/>
                  </a:moveTo>
                  <a:lnTo>
                    <a:pt x="232598" y="221771"/>
                  </a:lnTo>
                  <a:lnTo>
                    <a:pt x="232598" y="184809"/>
                  </a:lnTo>
                  <a:close/>
                  <a:moveTo>
                    <a:pt x="193832" y="221771"/>
                  </a:moveTo>
                  <a:lnTo>
                    <a:pt x="232598" y="184809"/>
                  </a:lnTo>
                  <a:lnTo>
                    <a:pt x="193832" y="184809"/>
                  </a:lnTo>
                  <a:close/>
                  <a:moveTo>
                    <a:pt x="38766" y="36962"/>
                  </a:moveTo>
                  <a:lnTo>
                    <a:pt x="77533" y="36962"/>
                  </a:lnTo>
                  <a:lnTo>
                    <a:pt x="77533" y="0"/>
                  </a:lnTo>
                  <a:close/>
                  <a:moveTo>
                    <a:pt x="38766" y="36962"/>
                  </a:moveTo>
                  <a:lnTo>
                    <a:pt x="77533" y="0"/>
                  </a:lnTo>
                  <a:lnTo>
                    <a:pt x="38766" y="0"/>
                  </a:lnTo>
                  <a:close/>
                  <a:moveTo>
                    <a:pt x="43492" y="332657"/>
                  </a:moveTo>
                  <a:lnTo>
                    <a:pt x="77533" y="357257"/>
                  </a:lnTo>
                  <a:lnTo>
                    <a:pt x="77533" y="332657"/>
                  </a:lnTo>
                  <a:close/>
                  <a:moveTo>
                    <a:pt x="59748" y="295695"/>
                  </a:moveTo>
                  <a:lnTo>
                    <a:pt x="77533" y="332657"/>
                  </a:lnTo>
                  <a:lnTo>
                    <a:pt x="77533" y="295695"/>
                  </a:lnTo>
                  <a:close/>
                  <a:moveTo>
                    <a:pt x="59748" y="295695"/>
                  </a:moveTo>
                  <a:lnTo>
                    <a:pt x="43492" y="332657"/>
                  </a:lnTo>
                  <a:lnTo>
                    <a:pt x="77533" y="332657"/>
                  </a:lnTo>
                  <a:close/>
                  <a:moveTo>
                    <a:pt x="116299" y="332657"/>
                  </a:moveTo>
                  <a:lnTo>
                    <a:pt x="77533" y="357257"/>
                  </a:lnTo>
                  <a:lnTo>
                    <a:pt x="116299" y="363551"/>
                  </a:lnTo>
                  <a:close/>
                  <a:moveTo>
                    <a:pt x="155066" y="332657"/>
                  </a:moveTo>
                  <a:lnTo>
                    <a:pt x="116299" y="363551"/>
                  </a:lnTo>
                  <a:lnTo>
                    <a:pt x="155066" y="358596"/>
                  </a:lnTo>
                  <a:close/>
                  <a:moveTo>
                    <a:pt x="193832" y="332657"/>
                  </a:moveTo>
                  <a:lnTo>
                    <a:pt x="155066" y="358596"/>
                  </a:lnTo>
                  <a:lnTo>
                    <a:pt x="193832" y="343913"/>
                  </a:lnTo>
                  <a:close/>
                  <a:moveTo>
                    <a:pt x="193832" y="332657"/>
                  </a:moveTo>
                  <a:lnTo>
                    <a:pt x="193832" y="343913"/>
                  </a:lnTo>
                  <a:lnTo>
                    <a:pt x="209641" y="332657"/>
                  </a:lnTo>
                  <a:close/>
                  <a:moveTo>
                    <a:pt x="193832" y="295695"/>
                  </a:moveTo>
                  <a:lnTo>
                    <a:pt x="209641" y="332657"/>
                  </a:lnTo>
                  <a:lnTo>
                    <a:pt x="230826" y="295695"/>
                  </a:lnTo>
                  <a:close/>
                  <a:moveTo>
                    <a:pt x="77533" y="281627"/>
                  </a:moveTo>
                  <a:lnTo>
                    <a:pt x="59748" y="295695"/>
                  </a:lnTo>
                  <a:lnTo>
                    <a:pt x="77533" y="295695"/>
                  </a:lnTo>
                  <a:close/>
                  <a:moveTo>
                    <a:pt x="77533" y="295695"/>
                  </a:moveTo>
                  <a:lnTo>
                    <a:pt x="108315" y="258733"/>
                  </a:lnTo>
                  <a:lnTo>
                    <a:pt x="77533" y="281627"/>
                  </a:lnTo>
                  <a:close/>
                  <a:moveTo>
                    <a:pt x="116299" y="258733"/>
                  </a:moveTo>
                  <a:lnTo>
                    <a:pt x="108315" y="258733"/>
                  </a:lnTo>
                  <a:lnTo>
                    <a:pt x="77533" y="295695"/>
                  </a:lnTo>
                  <a:close/>
                  <a:moveTo>
                    <a:pt x="193832" y="258733"/>
                  </a:moveTo>
                  <a:lnTo>
                    <a:pt x="230826" y="295695"/>
                  </a:lnTo>
                  <a:lnTo>
                    <a:pt x="221854" y="258733"/>
                  </a:lnTo>
                  <a:close/>
                  <a:moveTo>
                    <a:pt x="116299" y="253676"/>
                  </a:moveTo>
                  <a:lnTo>
                    <a:pt x="108315" y="258733"/>
                  </a:lnTo>
                  <a:lnTo>
                    <a:pt x="116299" y="258733"/>
                  </a:lnTo>
                  <a:close/>
                  <a:moveTo>
                    <a:pt x="116299" y="258733"/>
                  </a:moveTo>
                  <a:lnTo>
                    <a:pt x="155066" y="236080"/>
                  </a:lnTo>
                  <a:lnTo>
                    <a:pt x="116299" y="253676"/>
                  </a:lnTo>
                  <a:close/>
                  <a:moveTo>
                    <a:pt x="116299" y="258733"/>
                  </a:moveTo>
                  <a:lnTo>
                    <a:pt x="155066" y="258733"/>
                  </a:lnTo>
                  <a:lnTo>
                    <a:pt x="155066" y="236080"/>
                  </a:lnTo>
                  <a:close/>
                  <a:moveTo>
                    <a:pt x="155066" y="258733"/>
                  </a:moveTo>
                  <a:lnTo>
                    <a:pt x="193832" y="233980"/>
                  </a:lnTo>
                  <a:lnTo>
                    <a:pt x="155066" y="236080"/>
                  </a:lnTo>
                  <a:close/>
                  <a:moveTo>
                    <a:pt x="193832" y="258733"/>
                  </a:moveTo>
                  <a:lnTo>
                    <a:pt x="221854" y="258733"/>
                  </a:lnTo>
                  <a:lnTo>
                    <a:pt x="193832" y="23398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1E0C7"/>
              </a:solidFill>
            </a:ln>
          </p:spPr>
        </p:sp>
        <p:sp>
          <p:nvSpPr>
            <p:cNvPr id="50017" name="Candidate_B3__3972">
              <a:extLst>
                <a:ext uri="{FF2B5EF4-FFF2-40B4-BE49-F238E27FC236}">
                  <a16:creationId xmlns:a16="http://schemas.microsoft.com/office/drawing/2014/main" id="{BF3B118D-217D-3EC5-260A-F9BA211EEABF}"/>
                </a:ext>
              </a:extLst>
            </p:cNvPr>
            <p:cNvSpPr>
              <a:spLocks noGrp="1"/>
            </p:cNvSpPr>
            <p:nvPr/>
          </p:nvSpPr>
          <p:spPr>
            <a:xfrm>
              <a:off x="4873166" y="4404045"/>
              <a:ext cx="153293" cy="129570"/>
            </a:xfrm>
            <a:custGeom>
              <a:avLst/>
              <a:gdLst/>
              <a:ahLst/>
              <a:cxnLst/>
              <a:rect l="0" t="0" r="0" b="0"/>
              <a:pathLst>
                <a:path w="153293" h="129570">
                  <a:moveTo>
                    <a:pt x="38766" y="98676"/>
                  </a:moveTo>
                  <a:lnTo>
                    <a:pt x="0" y="98676"/>
                  </a:lnTo>
                  <a:lnTo>
                    <a:pt x="0" y="123277"/>
                  </a:lnTo>
                  <a:close/>
                  <a:moveTo>
                    <a:pt x="0" y="98676"/>
                  </a:moveTo>
                  <a:lnTo>
                    <a:pt x="38766" y="98676"/>
                  </a:lnTo>
                  <a:lnTo>
                    <a:pt x="38766" y="61714"/>
                  </a:lnTo>
                  <a:close/>
                  <a:moveTo>
                    <a:pt x="0" y="98676"/>
                  </a:moveTo>
                  <a:lnTo>
                    <a:pt x="38766" y="61714"/>
                  </a:lnTo>
                  <a:lnTo>
                    <a:pt x="0" y="61714"/>
                  </a:lnTo>
                  <a:close/>
                  <a:moveTo>
                    <a:pt x="77533" y="98676"/>
                  </a:moveTo>
                  <a:lnTo>
                    <a:pt x="38766" y="98676"/>
                  </a:lnTo>
                  <a:lnTo>
                    <a:pt x="38766" y="129570"/>
                  </a:lnTo>
                  <a:close/>
                  <a:moveTo>
                    <a:pt x="38766" y="98676"/>
                  </a:moveTo>
                  <a:lnTo>
                    <a:pt x="77533" y="98676"/>
                  </a:lnTo>
                  <a:lnTo>
                    <a:pt x="77533" y="61714"/>
                  </a:lnTo>
                  <a:close/>
                  <a:moveTo>
                    <a:pt x="38766" y="98676"/>
                  </a:moveTo>
                  <a:lnTo>
                    <a:pt x="77533" y="61714"/>
                  </a:lnTo>
                  <a:lnTo>
                    <a:pt x="38766" y="61714"/>
                  </a:lnTo>
                  <a:close/>
                  <a:moveTo>
                    <a:pt x="116299" y="98676"/>
                  </a:moveTo>
                  <a:lnTo>
                    <a:pt x="77533" y="98676"/>
                  </a:lnTo>
                  <a:lnTo>
                    <a:pt x="77533" y="124615"/>
                  </a:lnTo>
                  <a:close/>
                  <a:moveTo>
                    <a:pt x="77533" y="98676"/>
                  </a:moveTo>
                  <a:lnTo>
                    <a:pt x="116299" y="98676"/>
                  </a:lnTo>
                  <a:lnTo>
                    <a:pt x="116299" y="61714"/>
                  </a:lnTo>
                  <a:close/>
                  <a:moveTo>
                    <a:pt x="77533" y="98676"/>
                  </a:moveTo>
                  <a:lnTo>
                    <a:pt x="116299" y="61714"/>
                  </a:lnTo>
                  <a:lnTo>
                    <a:pt x="77533" y="61714"/>
                  </a:lnTo>
                  <a:close/>
                  <a:moveTo>
                    <a:pt x="116299" y="61714"/>
                  </a:moveTo>
                  <a:lnTo>
                    <a:pt x="116299" y="98676"/>
                  </a:lnTo>
                  <a:lnTo>
                    <a:pt x="132108" y="98676"/>
                  </a:lnTo>
                  <a:close/>
                  <a:moveTo>
                    <a:pt x="38766" y="61714"/>
                  </a:moveTo>
                  <a:lnTo>
                    <a:pt x="38766" y="24753"/>
                  </a:lnTo>
                  <a:lnTo>
                    <a:pt x="0" y="61714"/>
                  </a:lnTo>
                  <a:close/>
                  <a:moveTo>
                    <a:pt x="38766" y="61714"/>
                  </a:moveTo>
                  <a:lnTo>
                    <a:pt x="77533" y="61714"/>
                  </a:lnTo>
                  <a:lnTo>
                    <a:pt x="77533" y="24753"/>
                  </a:lnTo>
                  <a:close/>
                  <a:moveTo>
                    <a:pt x="38766" y="61714"/>
                  </a:moveTo>
                  <a:lnTo>
                    <a:pt x="77533" y="24753"/>
                  </a:lnTo>
                  <a:lnTo>
                    <a:pt x="38766" y="24753"/>
                  </a:lnTo>
                  <a:close/>
                  <a:moveTo>
                    <a:pt x="77533" y="61714"/>
                  </a:moveTo>
                  <a:lnTo>
                    <a:pt x="116299" y="61714"/>
                  </a:lnTo>
                  <a:lnTo>
                    <a:pt x="116299" y="24753"/>
                  </a:lnTo>
                  <a:close/>
                  <a:moveTo>
                    <a:pt x="77533" y="61714"/>
                  </a:moveTo>
                  <a:lnTo>
                    <a:pt x="116299" y="24753"/>
                  </a:lnTo>
                  <a:lnTo>
                    <a:pt x="77533" y="24753"/>
                  </a:lnTo>
                  <a:close/>
                  <a:moveTo>
                    <a:pt x="116299" y="24753"/>
                  </a:moveTo>
                  <a:lnTo>
                    <a:pt x="116299" y="61714"/>
                  </a:lnTo>
                  <a:lnTo>
                    <a:pt x="153293" y="61714"/>
                  </a:lnTo>
                  <a:close/>
                  <a:moveTo>
                    <a:pt x="77533" y="24753"/>
                  </a:moveTo>
                  <a:lnTo>
                    <a:pt x="116299" y="24753"/>
                  </a:lnTo>
                  <a:lnTo>
                    <a:pt x="116299" y="0"/>
                  </a:lnTo>
                  <a:close/>
                </a:path>
              </a:pathLst>
            </a:custGeom>
            <a:solidFill>
              <a:srgbClr val="7DCBA2"/>
            </a:solidFill>
            <a:ln w="4001">
              <a:solidFill>
                <a:srgbClr val="B1E0C7"/>
              </a:solidFill>
            </a:ln>
          </p:spPr>
        </p:sp>
      </p:grpSp>
      <p:grpSp>
        <p:nvGrpSpPr>
          <p:cNvPr id="6219" name="Candidate_B3">
            <a:extLst>
              <a:ext uri="{FF2B5EF4-FFF2-40B4-BE49-F238E27FC236}">
                <a16:creationId xmlns:a16="http://schemas.microsoft.com/office/drawing/2014/main" id="{801EC41A-11E7-9729-33CE-861646EFD367}"/>
              </a:ext>
            </a:extLst>
          </p:cNvPr>
          <p:cNvGrpSpPr/>
          <p:nvPr/>
        </p:nvGrpSpPr>
        <p:grpSpPr>
          <a:xfrm>
            <a:off x="3134911" y="2393775"/>
            <a:ext cx="290407" cy="349673"/>
            <a:chOff x="4681538" y="4071938"/>
            <a:chExt cx="466725" cy="561975"/>
          </a:xfrm>
        </p:grpSpPr>
        <p:sp>
          <p:nvSpPr>
            <p:cNvPr id="3964" name="Candidate_B3__3963">
              <a:extLst>
                <a:ext uri="{FF2B5EF4-FFF2-40B4-BE49-F238E27FC236}">
                  <a16:creationId xmlns:a16="http://schemas.microsoft.com/office/drawing/2014/main" id="{0F03D8F7-63A0-E8F3-E149-238A1627A370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6725" cy="561975"/>
            </a:xfrm>
            <a:custGeom>
              <a:avLst/>
              <a:gdLst/>
              <a:ahLst/>
              <a:cxnLst/>
              <a:rect l="0" t="0" r="0" b="0"/>
              <a:pathLst>
                <a:path w="466725" h="561975">
                  <a:moveTo>
                    <a:pt x="68960" y="541669"/>
                  </a:moveTo>
                  <a:lnTo>
                    <a:pt x="75330" y="545163"/>
                  </a:lnTo>
                  <a:lnTo>
                    <a:pt x="75330" y="541669"/>
                  </a:lnTo>
                  <a:close/>
                  <a:moveTo>
                    <a:pt x="68960" y="541669"/>
                  </a:moveTo>
                  <a:lnTo>
                    <a:pt x="75330" y="541669"/>
                  </a:lnTo>
                  <a:lnTo>
                    <a:pt x="36563" y="519563"/>
                  </a:lnTo>
                  <a:close/>
                  <a:moveTo>
                    <a:pt x="114096" y="557755"/>
                  </a:moveTo>
                  <a:lnTo>
                    <a:pt x="114096" y="553368"/>
                  </a:lnTo>
                  <a:lnTo>
                    <a:pt x="75330" y="545163"/>
                  </a:lnTo>
                  <a:close/>
                  <a:moveTo>
                    <a:pt x="114096" y="557755"/>
                  </a:moveTo>
                  <a:lnTo>
                    <a:pt x="152862" y="561975"/>
                  </a:lnTo>
                  <a:lnTo>
                    <a:pt x="152862" y="558245"/>
                  </a:lnTo>
                  <a:close/>
                  <a:moveTo>
                    <a:pt x="152862" y="561975"/>
                  </a:moveTo>
                  <a:lnTo>
                    <a:pt x="191629" y="560586"/>
                  </a:lnTo>
                  <a:lnTo>
                    <a:pt x="191629" y="557370"/>
                  </a:lnTo>
                  <a:close/>
                  <a:moveTo>
                    <a:pt x="191629" y="560586"/>
                  </a:moveTo>
                  <a:lnTo>
                    <a:pt x="230395" y="555126"/>
                  </a:lnTo>
                  <a:lnTo>
                    <a:pt x="230395" y="552422"/>
                  </a:lnTo>
                  <a:close/>
                  <a:moveTo>
                    <a:pt x="230395" y="555126"/>
                  </a:moveTo>
                  <a:lnTo>
                    <a:pt x="269162" y="546279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69162" y="544116"/>
                  </a:lnTo>
                  <a:lnTo>
                    <a:pt x="269162" y="546279"/>
                  </a:lnTo>
                  <a:close/>
                  <a:moveTo>
                    <a:pt x="284238" y="541669"/>
                  </a:moveTo>
                  <a:lnTo>
                    <a:pt x="307928" y="535070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22036" y="504707"/>
                  </a:lnTo>
                  <a:lnTo>
                    <a:pt x="36563" y="519563"/>
                  </a:lnTo>
                  <a:close/>
                  <a:moveTo>
                    <a:pt x="3170" y="467745"/>
                  </a:moveTo>
                  <a:lnTo>
                    <a:pt x="22036" y="504707"/>
                  </a:lnTo>
                  <a:lnTo>
                    <a:pt x="28853" y="504707"/>
                  </a:lnTo>
                  <a:close/>
                  <a:moveTo>
                    <a:pt x="307928" y="535070"/>
                  </a:moveTo>
                  <a:lnTo>
                    <a:pt x="346694" y="519983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46694" y="519004"/>
                  </a:lnTo>
                  <a:lnTo>
                    <a:pt x="346694" y="519983"/>
                  </a:lnTo>
                  <a:close/>
                  <a:moveTo>
                    <a:pt x="373116" y="504707"/>
                  </a:moveTo>
                  <a:lnTo>
                    <a:pt x="385461" y="496232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3170" y="467745"/>
                  </a:lnTo>
                  <a:lnTo>
                    <a:pt x="8802" y="467745"/>
                  </a:lnTo>
                  <a:close/>
                  <a:moveTo>
                    <a:pt x="415693" y="467745"/>
                  </a:moveTo>
                  <a:lnTo>
                    <a:pt x="385461" y="495425"/>
                  </a:lnTo>
                  <a:lnTo>
                    <a:pt x="385461" y="496232"/>
                  </a:lnTo>
                  <a:close/>
                  <a:moveTo>
                    <a:pt x="415693" y="467745"/>
                  </a:moveTo>
                  <a:lnTo>
                    <a:pt x="424227" y="45516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0" y="430783"/>
                  </a:lnTo>
                  <a:lnTo>
                    <a:pt x="5333" y="430783"/>
                  </a:lnTo>
                  <a:close/>
                  <a:moveTo>
                    <a:pt x="439031" y="430783"/>
                  </a:moveTo>
                  <a:lnTo>
                    <a:pt x="424227" y="453666"/>
                  </a:lnTo>
                  <a:lnTo>
                    <a:pt x="424227" y="455165"/>
                  </a:lnTo>
                  <a:close/>
                  <a:moveTo>
                    <a:pt x="437852" y="430783"/>
                  </a:moveTo>
                  <a:lnTo>
                    <a:pt x="439031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36563" y="356995"/>
                  </a:lnTo>
                  <a:lnTo>
                    <a:pt x="10201" y="393821"/>
                  </a:lnTo>
                  <a:close/>
                  <a:moveTo>
                    <a:pt x="36563" y="356995"/>
                  </a:moveTo>
                  <a:lnTo>
                    <a:pt x="36563" y="364710"/>
                  </a:lnTo>
                  <a:lnTo>
                    <a:pt x="36677" y="356860"/>
                  </a:lnTo>
                  <a:close/>
                  <a:moveTo>
                    <a:pt x="449388" y="393821"/>
                  </a:moveTo>
                  <a:lnTo>
                    <a:pt x="45136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75330" y="322550"/>
                  </a:lnTo>
                  <a:lnTo>
                    <a:pt x="36677" y="356860"/>
                  </a:lnTo>
                  <a:close/>
                  <a:moveTo>
                    <a:pt x="75330" y="322550"/>
                  </a:moveTo>
                  <a:lnTo>
                    <a:pt x="75330" y="327662"/>
                  </a:lnTo>
                  <a:lnTo>
                    <a:pt x="78937" y="319898"/>
                  </a:lnTo>
                  <a:close/>
                  <a:moveTo>
                    <a:pt x="454712" y="356860"/>
                  </a:moveTo>
                  <a:lnTo>
                    <a:pt x="4581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114096" y="286589"/>
                  </a:lnTo>
                  <a:lnTo>
                    <a:pt x="78937" y="319898"/>
                  </a:lnTo>
                  <a:close/>
                  <a:moveTo>
                    <a:pt x="114096" y="286589"/>
                  </a:moveTo>
                  <a:lnTo>
                    <a:pt x="114096" y="292120"/>
                  </a:lnTo>
                  <a:lnTo>
                    <a:pt x="117752" y="282936"/>
                  </a:lnTo>
                  <a:close/>
                  <a:moveTo>
                    <a:pt x="462994" y="317872"/>
                  </a:moveTo>
                  <a:lnTo>
                    <a:pt x="462994" y="282936"/>
                  </a:lnTo>
                  <a:lnTo>
                    <a:pt x="462806" y="319898"/>
                  </a:lnTo>
                  <a:close/>
                  <a:moveTo>
                    <a:pt x="126785" y="245974"/>
                  </a:moveTo>
                  <a:lnTo>
                    <a:pt x="117752" y="282936"/>
                  </a:lnTo>
                  <a:lnTo>
                    <a:pt x="123224" y="282936"/>
                  </a:lnTo>
                  <a:close/>
                  <a:moveTo>
                    <a:pt x="462994" y="282936"/>
                  </a:moveTo>
                  <a:lnTo>
                    <a:pt x="462994" y="317872"/>
                  </a:lnTo>
                  <a:lnTo>
                    <a:pt x="466725" y="282936"/>
                  </a:lnTo>
                  <a:close/>
                  <a:moveTo>
                    <a:pt x="462994" y="245974"/>
                  </a:moveTo>
                  <a:lnTo>
                    <a:pt x="466725" y="282936"/>
                  </a:lnTo>
                  <a:lnTo>
                    <a:pt x="466629" y="245974"/>
                  </a:lnTo>
                  <a:close/>
                  <a:moveTo>
                    <a:pt x="462994" y="245974"/>
                  </a:moveTo>
                  <a:lnTo>
                    <a:pt x="462994" y="282936"/>
                  </a:lnTo>
                  <a:lnTo>
                    <a:pt x="466725" y="282936"/>
                  </a:lnTo>
                  <a:close/>
                  <a:moveTo>
                    <a:pt x="126785" y="245974"/>
                  </a:moveTo>
                  <a:lnTo>
                    <a:pt x="130561" y="245974"/>
                  </a:lnTo>
                  <a:lnTo>
                    <a:pt x="114096" y="220071"/>
                  </a:lnTo>
                  <a:close/>
                  <a:moveTo>
                    <a:pt x="462994" y="245974"/>
                  </a:moveTo>
                  <a:lnTo>
                    <a:pt x="466629" y="245974"/>
                  </a:lnTo>
                  <a:lnTo>
                    <a:pt x="462994" y="228493"/>
                  </a:lnTo>
                  <a:close/>
                  <a:moveTo>
                    <a:pt x="462994" y="245974"/>
                  </a:moveTo>
                  <a:lnTo>
                    <a:pt x="462994" y="228493"/>
                  </a:lnTo>
                  <a:lnTo>
                    <a:pt x="457256" y="245974"/>
                  </a:lnTo>
                  <a:close/>
                  <a:moveTo>
                    <a:pt x="457256" y="245974"/>
                  </a:moveTo>
                  <a:lnTo>
                    <a:pt x="462994" y="228493"/>
                  </a:lnTo>
                  <a:lnTo>
                    <a:pt x="459323" y="209012"/>
                  </a:lnTo>
                  <a:close/>
                  <a:moveTo>
                    <a:pt x="108529" y="209012"/>
                  </a:moveTo>
                  <a:lnTo>
                    <a:pt x="108483" y="209012"/>
                  </a:lnTo>
                  <a:lnTo>
                    <a:pt x="114096" y="220071"/>
                  </a:lnTo>
                  <a:close/>
                  <a:moveTo>
                    <a:pt x="78969" y="172050"/>
                  </a:moveTo>
                  <a:lnTo>
                    <a:pt x="108483" y="209012"/>
                  </a:lnTo>
                  <a:lnTo>
                    <a:pt x="108529" y="209012"/>
                  </a:lnTo>
                  <a:close/>
                  <a:moveTo>
                    <a:pt x="448796" y="209012"/>
                  </a:moveTo>
                  <a:lnTo>
                    <a:pt x="459323" y="209012"/>
                  </a:lnTo>
                  <a:lnTo>
                    <a:pt x="441435" y="172050"/>
                  </a:lnTo>
                  <a:close/>
                  <a:moveTo>
                    <a:pt x="78969" y="172050"/>
                  </a:moveTo>
                  <a:lnTo>
                    <a:pt x="76541" y="172050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8470" y="172050"/>
                  </a:lnTo>
                  <a:lnTo>
                    <a:pt x="441435" y="172050"/>
                  </a:lnTo>
                  <a:close/>
                  <a:moveTo>
                    <a:pt x="424227" y="152100"/>
                  </a:moveTo>
                  <a:lnTo>
                    <a:pt x="405686" y="135089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58030" y="135089"/>
                  </a:lnTo>
                  <a:lnTo>
                    <a:pt x="75330" y="166296"/>
                  </a:lnTo>
                  <a:close/>
                  <a:moveTo>
                    <a:pt x="51924" y="98127"/>
                  </a:moveTo>
                  <a:lnTo>
                    <a:pt x="58030" y="135089"/>
                  </a:lnTo>
                  <a:lnTo>
                    <a:pt x="55137" y="135089"/>
                  </a:lnTo>
                  <a:close/>
                  <a:moveTo>
                    <a:pt x="385461" y="119762"/>
                  </a:moveTo>
                  <a:lnTo>
                    <a:pt x="390926" y="135089"/>
                  </a:lnTo>
                  <a:lnTo>
                    <a:pt x="405686" y="135089"/>
                  </a:lnTo>
                  <a:close/>
                  <a:moveTo>
                    <a:pt x="350128" y="98127"/>
                  </a:moveTo>
                  <a:lnTo>
                    <a:pt x="346694" y="98127"/>
                  </a:lnTo>
                  <a:lnTo>
                    <a:pt x="385461" y="119762"/>
                  </a:lnTo>
                  <a:close/>
                  <a:moveTo>
                    <a:pt x="385461" y="119762"/>
                  </a:moveTo>
                  <a:lnTo>
                    <a:pt x="346694" y="98127"/>
                  </a:lnTo>
                  <a:lnTo>
                    <a:pt x="346694" y="103266"/>
                  </a:lnTo>
                  <a:close/>
                  <a:moveTo>
                    <a:pt x="61453" y="61165"/>
                  </a:moveTo>
                  <a:lnTo>
                    <a:pt x="51924" y="98127"/>
                  </a:lnTo>
                  <a:lnTo>
                    <a:pt x="48886" y="98127"/>
                  </a:lnTo>
                  <a:close/>
                  <a:moveTo>
                    <a:pt x="307928" y="69293"/>
                  </a:moveTo>
                  <a:lnTo>
                    <a:pt x="297051" y="61165"/>
                  </a:lnTo>
                  <a:lnTo>
                    <a:pt x="295081" y="61165"/>
                  </a:lnTo>
                  <a:close/>
                  <a:moveTo>
                    <a:pt x="346694" y="95826"/>
                  </a:moveTo>
                  <a:lnTo>
                    <a:pt x="339644" y="98127"/>
                  </a:lnTo>
                  <a:lnTo>
                    <a:pt x="346694" y="98127"/>
                  </a:lnTo>
                  <a:close/>
                  <a:moveTo>
                    <a:pt x="307928" y="69293"/>
                  </a:moveTo>
                  <a:lnTo>
                    <a:pt x="307928" y="72593"/>
                  </a:lnTo>
                  <a:lnTo>
                    <a:pt x="346694" y="95826"/>
                  </a:lnTo>
                  <a:close/>
                  <a:moveTo>
                    <a:pt x="346694" y="98127"/>
                  </a:moveTo>
                  <a:lnTo>
                    <a:pt x="350128" y="98127"/>
                  </a:lnTo>
                  <a:lnTo>
                    <a:pt x="346694" y="95826"/>
                  </a:lnTo>
                  <a:close/>
                  <a:moveTo>
                    <a:pt x="75330" y="37779"/>
                  </a:moveTo>
                  <a:lnTo>
                    <a:pt x="75330" y="42493"/>
                  </a:lnTo>
                  <a:lnTo>
                    <a:pt x="61453" y="61165"/>
                  </a:lnTo>
                  <a:close/>
                  <a:moveTo>
                    <a:pt x="75330" y="42493"/>
                  </a:moveTo>
                  <a:lnTo>
                    <a:pt x="75330" y="37779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95081" y="61165"/>
                  </a:lnTo>
                  <a:lnTo>
                    <a:pt x="297051" y="61165"/>
                  </a:lnTo>
                  <a:close/>
                  <a:moveTo>
                    <a:pt x="269162" y="40091"/>
                  </a:moveTo>
                  <a:lnTo>
                    <a:pt x="243505" y="24203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114096" y="12800"/>
                  </a:lnTo>
                  <a:lnTo>
                    <a:pt x="95306" y="24203"/>
                  </a:lnTo>
                  <a:close/>
                  <a:moveTo>
                    <a:pt x="152862" y="0"/>
                  </a:moveTo>
                  <a:lnTo>
                    <a:pt x="152862" y="2642"/>
                  </a:lnTo>
                  <a:lnTo>
                    <a:pt x="114096" y="12800"/>
                  </a:lnTo>
                  <a:close/>
                  <a:moveTo>
                    <a:pt x="191629" y="1774"/>
                  </a:moveTo>
                  <a:lnTo>
                    <a:pt x="191629" y="4203"/>
                  </a:lnTo>
                  <a:lnTo>
                    <a:pt x="152862" y="2642"/>
                  </a:lnTo>
                  <a:close/>
                  <a:moveTo>
                    <a:pt x="230395" y="14580"/>
                  </a:moveTo>
                  <a:lnTo>
                    <a:pt x="230395" y="16732"/>
                  </a:lnTo>
                  <a:lnTo>
                    <a:pt x="191629" y="4203"/>
                  </a:lnTo>
                  <a:close/>
                  <a:moveTo>
                    <a:pt x="230395" y="16732"/>
                  </a:moveTo>
                  <a:lnTo>
                    <a:pt x="246565" y="24203"/>
                  </a:lnTo>
                  <a:lnTo>
                    <a:pt x="243505" y="24203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3965" name="Candidate_B3__3964">
              <a:extLst>
                <a:ext uri="{FF2B5EF4-FFF2-40B4-BE49-F238E27FC236}">
                  <a16:creationId xmlns:a16="http://schemas.microsoft.com/office/drawing/2014/main" id="{1B7F1565-5901-1B0B-78B5-BD7D125D1293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2994" cy="561975"/>
            </a:xfrm>
            <a:custGeom>
              <a:avLst/>
              <a:gdLst/>
              <a:ahLst/>
              <a:cxnLst/>
              <a:rect l="0" t="0" r="0" b="0"/>
              <a:pathLst>
                <a:path w="462994" h="561975">
                  <a:moveTo>
                    <a:pt x="36563" y="519563"/>
                  </a:moveTo>
                  <a:lnTo>
                    <a:pt x="75330" y="541669"/>
                  </a:lnTo>
                  <a:lnTo>
                    <a:pt x="75330" y="539832"/>
                  </a:lnTo>
                  <a:close/>
                  <a:moveTo>
                    <a:pt x="36563" y="519563"/>
                  </a:moveTo>
                  <a:lnTo>
                    <a:pt x="75330" y="539832"/>
                  </a:lnTo>
                  <a:lnTo>
                    <a:pt x="36563" y="512608"/>
                  </a:lnTo>
                  <a:close/>
                  <a:moveTo>
                    <a:pt x="75330" y="545163"/>
                  </a:moveTo>
                  <a:lnTo>
                    <a:pt x="80108" y="541669"/>
                  </a:lnTo>
                  <a:lnTo>
                    <a:pt x="75330" y="541669"/>
                  </a:lnTo>
                  <a:close/>
                  <a:moveTo>
                    <a:pt x="114096" y="553368"/>
                  </a:moveTo>
                  <a:lnTo>
                    <a:pt x="80108" y="541669"/>
                  </a:lnTo>
                  <a:lnTo>
                    <a:pt x="75330" y="545163"/>
                  </a:lnTo>
                  <a:close/>
                  <a:moveTo>
                    <a:pt x="75330" y="541669"/>
                  </a:moveTo>
                  <a:lnTo>
                    <a:pt x="80108" y="541669"/>
                  </a:lnTo>
                  <a:lnTo>
                    <a:pt x="75330" y="539832"/>
                  </a:lnTo>
                  <a:close/>
                  <a:moveTo>
                    <a:pt x="114096" y="553368"/>
                  </a:moveTo>
                  <a:lnTo>
                    <a:pt x="114096" y="557755"/>
                  </a:lnTo>
                  <a:lnTo>
                    <a:pt x="152862" y="558245"/>
                  </a:lnTo>
                  <a:close/>
                  <a:moveTo>
                    <a:pt x="152862" y="558245"/>
                  </a:moveTo>
                  <a:lnTo>
                    <a:pt x="152862" y="561975"/>
                  </a:lnTo>
                  <a:lnTo>
                    <a:pt x="191629" y="557370"/>
                  </a:lnTo>
                  <a:close/>
                  <a:moveTo>
                    <a:pt x="191629" y="557370"/>
                  </a:moveTo>
                  <a:lnTo>
                    <a:pt x="191629" y="560586"/>
                  </a:lnTo>
                  <a:lnTo>
                    <a:pt x="230395" y="552422"/>
                  </a:lnTo>
                  <a:close/>
                  <a:moveTo>
                    <a:pt x="230395" y="552422"/>
                  </a:moveTo>
                  <a:lnTo>
                    <a:pt x="230395" y="555126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77621" y="541669"/>
                  </a:lnTo>
                  <a:lnTo>
                    <a:pt x="269162" y="544116"/>
                  </a:lnTo>
                  <a:close/>
                  <a:moveTo>
                    <a:pt x="277621" y="541669"/>
                  </a:moveTo>
                  <a:lnTo>
                    <a:pt x="284238" y="541669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36563" y="519563"/>
                  </a:lnTo>
                  <a:lnTo>
                    <a:pt x="36563" y="512608"/>
                  </a:lnTo>
                  <a:close/>
                  <a:moveTo>
                    <a:pt x="3170" y="467745"/>
                  </a:moveTo>
                  <a:lnTo>
                    <a:pt x="28853" y="504707"/>
                  </a:lnTo>
                  <a:lnTo>
                    <a:pt x="8802" y="467745"/>
                  </a:lnTo>
                  <a:close/>
                  <a:moveTo>
                    <a:pt x="307928" y="533751"/>
                  </a:moveTo>
                  <a:lnTo>
                    <a:pt x="307928" y="535070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71779" y="504707"/>
                  </a:lnTo>
                  <a:lnTo>
                    <a:pt x="346694" y="519004"/>
                  </a:lnTo>
                  <a:close/>
                  <a:moveTo>
                    <a:pt x="371779" y="504707"/>
                  </a:moveTo>
                  <a:lnTo>
                    <a:pt x="373116" y="504707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8802" y="467745"/>
                  </a:lnTo>
                  <a:lnTo>
                    <a:pt x="5333" y="430783"/>
                  </a:lnTo>
                  <a:close/>
                  <a:moveTo>
                    <a:pt x="415693" y="467745"/>
                  </a:moveTo>
                  <a:lnTo>
                    <a:pt x="414858" y="467745"/>
                  </a:lnTo>
                  <a:lnTo>
                    <a:pt x="385461" y="495425"/>
                  </a:lnTo>
                  <a:close/>
                  <a:moveTo>
                    <a:pt x="414858" y="467745"/>
                  </a:moveTo>
                  <a:lnTo>
                    <a:pt x="415693" y="46774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5333" y="430783"/>
                  </a:lnTo>
                  <a:lnTo>
                    <a:pt x="15924" y="393821"/>
                  </a:lnTo>
                  <a:close/>
                  <a:moveTo>
                    <a:pt x="439031" y="430783"/>
                  </a:moveTo>
                  <a:lnTo>
                    <a:pt x="437852" y="430783"/>
                  </a:lnTo>
                  <a:lnTo>
                    <a:pt x="424227" y="453666"/>
                  </a:lnTo>
                  <a:close/>
                  <a:moveTo>
                    <a:pt x="449388" y="393821"/>
                  </a:moveTo>
                  <a:lnTo>
                    <a:pt x="437852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10201" y="393821"/>
                  </a:lnTo>
                  <a:lnTo>
                    <a:pt x="15924" y="393821"/>
                  </a:lnTo>
                  <a:close/>
                  <a:moveTo>
                    <a:pt x="36563" y="364710"/>
                  </a:moveTo>
                  <a:lnTo>
                    <a:pt x="43028" y="356860"/>
                  </a:lnTo>
                  <a:lnTo>
                    <a:pt x="36677" y="356860"/>
                  </a:lnTo>
                  <a:close/>
                  <a:moveTo>
                    <a:pt x="454712" y="356860"/>
                  </a:moveTo>
                  <a:lnTo>
                    <a:pt x="44938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36677" y="356860"/>
                  </a:lnTo>
                  <a:lnTo>
                    <a:pt x="43028" y="356860"/>
                  </a:lnTo>
                  <a:close/>
                  <a:moveTo>
                    <a:pt x="75330" y="327662"/>
                  </a:moveTo>
                  <a:lnTo>
                    <a:pt x="85653" y="319898"/>
                  </a:lnTo>
                  <a:lnTo>
                    <a:pt x="78937" y="319898"/>
                  </a:lnTo>
                  <a:close/>
                  <a:moveTo>
                    <a:pt x="457521" y="319898"/>
                  </a:moveTo>
                  <a:lnTo>
                    <a:pt x="4547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78937" y="319898"/>
                  </a:lnTo>
                  <a:lnTo>
                    <a:pt x="85653" y="319898"/>
                  </a:lnTo>
                  <a:close/>
                  <a:moveTo>
                    <a:pt x="114096" y="292120"/>
                  </a:moveTo>
                  <a:lnTo>
                    <a:pt x="123224" y="282936"/>
                  </a:lnTo>
                  <a:lnTo>
                    <a:pt x="117752" y="282936"/>
                  </a:lnTo>
                  <a:close/>
                  <a:moveTo>
                    <a:pt x="462806" y="319898"/>
                  </a:moveTo>
                  <a:lnTo>
                    <a:pt x="462994" y="282936"/>
                  </a:lnTo>
                  <a:lnTo>
                    <a:pt x="458956" y="282936"/>
                  </a:lnTo>
                  <a:close/>
                  <a:moveTo>
                    <a:pt x="462806" y="319898"/>
                  </a:moveTo>
                  <a:lnTo>
                    <a:pt x="458956" y="282936"/>
                  </a:lnTo>
                  <a:lnTo>
                    <a:pt x="457521" y="319898"/>
                  </a:lnTo>
                  <a:close/>
                  <a:moveTo>
                    <a:pt x="126785" y="245974"/>
                  </a:moveTo>
                  <a:lnTo>
                    <a:pt x="123224" y="282936"/>
                  </a:lnTo>
                  <a:lnTo>
                    <a:pt x="130561" y="245974"/>
                  </a:lnTo>
                  <a:close/>
                  <a:moveTo>
                    <a:pt x="462994" y="282936"/>
                  </a:moveTo>
                  <a:lnTo>
                    <a:pt x="462994" y="245974"/>
                  </a:lnTo>
                  <a:lnTo>
                    <a:pt x="458956" y="282936"/>
                  </a:lnTo>
                  <a:close/>
                  <a:moveTo>
                    <a:pt x="462994" y="245974"/>
                  </a:moveTo>
                  <a:lnTo>
                    <a:pt x="457256" y="245974"/>
                  </a:lnTo>
                  <a:lnTo>
                    <a:pt x="458956" y="282936"/>
                  </a:lnTo>
                  <a:close/>
                  <a:moveTo>
                    <a:pt x="130561" y="245974"/>
                  </a:moveTo>
                  <a:lnTo>
                    <a:pt x="114096" y="218444"/>
                  </a:lnTo>
                  <a:lnTo>
                    <a:pt x="114096" y="220071"/>
                  </a:lnTo>
                  <a:close/>
                  <a:moveTo>
                    <a:pt x="457256" y="245974"/>
                  </a:moveTo>
                  <a:lnTo>
                    <a:pt x="459323" y="209012"/>
                  </a:lnTo>
                  <a:lnTo>
                    <a:pt x="448796" y="209012"/>
                  </a:lnTo>
                  <a:close/>
                  <a:moveTo>
                    <a:pt x="108529" y="209012"/>
                  </a:moveTo>
                  <a:lnTo>
                    <a:pt x="114096" y="220071"/>
                  </a:lnTo>
                  <a:lnTo>
                    <a:pt x="114096" y="218444"/>
                  </a:lnTo>
                  <a:close/>
                  <a:moveTo>
                    <a:pt x="78969" y="172050"/>
                  </a:moveTo>
                  <a:lnTo>
                    <a:pt x="108529" y="209012"/>
                  </a:lnTo>
                  <a:lnTo>
                    <a:pt x="76541" y="172050"/>
                  </a:lnTo>
                  <a:close/>
                  <a:moveTo>
                    <a:pt x="428470" y="172050"/>
                  </a:moveTo>
                  <a:lnTo>
                    <a:pt x="448796" y="209012"/>
                  </a:lnTo>
                  <a:lnTo>
                    <a:pt x="441435" y="172050"/>
                  </a:lnTo>
                  <a:close/>
                  <a:moveTo>
                    <a:pt x="76541" y="172050"/>
                  </a:moveTo>
                  <a:lnTo>
                    <a:pt x="75330" y="170257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4227" y="167074"/>
                  </a:lnTo>
                  <a:lnTo>
                    <a:pt x="428470" y="172050"/>
                  </a:lnTo>
                  <a:close/>
                  <a:moveTo>
                    <a:pt x="424227" y="167074"/>
                  </a:moveTo>
                  <a:lnTo>
                    <a:pt x="424227" y="152100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75330" y="166296"/>
                  </a:lnTo>
                  <a:lnTo>
                    <a:pt x="75330" y="170257"/>
                  </a:lnTo>
                  <a:close/>
                  <a:moveTo>
                    <a:pt x="51924" y="98127"/>
                  </a:moveTo>
                  <a:lnTo>
                    <a:pt x="55137" y="135089"/>
                  </a:lnTo>
                  <a:lnTo>
                    <a:pt x="48886" y="98127"/>
                  </a:lnTo>
                  <a:close/>
                  <a:moveTo>
                    <a:pt x="385461" y="119762"/>
                  </a:moveTo>
                  <a:lnTo>
                    <a:pt x="385461" y="130711"/>
                  </a:lnTo>
                  <a:lnTo>
                    <a:pt x="390926" y="135089"/>
                  </a:lnTo>
                  <a:close/>
                  <a:moveTo>
                    <a:pt x="385461" y="119762"/>
                  </a:moveTo>
                  <a:lnTo>
                    <a:pt x="346694" y="103266"/>
                  </a:lnTo>
                  <a:lnTo>
                    <a:pt x="385461" y="130711"/>
                  </a:lnTo>
                  <a:close/>
                  <a:moveTo>
                    <a:pt x="61453" y="61165"/>
                  </a:moveTo>
                  <a:lnTo>
                    <a:pt x="48886" y="98127"/>
                  </a:lnTo>
                  <a:lnTo>
                    <a:pt x="57968" y="61165"/>
                  </a:lnTo>
                  <a:close/>
                  <a:moveTo>
                    <a:pt x="307928" y="72593"/>
                  </a:moveTo>
                  <a:lnTo>
                    <a:pt x="307928" y="69293"/>
                  </a:lnTo>
                  <a:lnTo>
                    <a:pt x="295081" y="61165"/>
                  </a:lnTo>
                  <a:close/>
                  <a:moveTo>
                    <a:pt x="307928" y="72593"/>
                  </a:moveTo>
                  <a:lnTo>
                    <a:pt x="339644" y="98127"/>
                  </a:lnTo>
                  <a:lnTo>
                    <a:pt x="346694" y="95826"/>
                  </a:lnTo>
                  <a:close/>
                  <a:moveTo>
                    <a:pt x="346694" y="103266"/>
                  </a:moveTo>
                  <a:lnTo>
                    <a:pt x="346694" y="98127"/>
                  </a:lnTo>
                  <a:lnTo>
                    <a:pt x="339644" y="98127"/>
                  </a:lnTo>
                  <a:close/>
                  <a:moveTo>
                    <a:pt x="75330" y="37779"/>
                  </a:moveTo>
                  <a:lnTo>
                    <a:pt x="61453" y="61165"/>
                  </a:lnTo>
                  <a:lnTo>
                    <a:pt x="57968" y="61165"/>
                  </a:lnTo>
                  <a:close/>
                  <a:moveTo>
                    <a:pt x="75330" y="37779"/>
                  </a:moveTo>
                  <a:lnTo>
                    <a:pt x="90163" y="24203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69162" y="39540"/>
                  </a:lnTo>
                  <a:lnTo>
                    <a:pt x="295081" y="61165"/>
                  </a:lnTo>
                  <a:close/>
                  <a:moveTo>
                    <a:pt x="269162" y="39540"/>
                  </a:moveTo>
                  <a:lnTo>
                    <a:pt x="269162" y="40091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95306" y="24203"/>
                  </a:lnTo>
                  <a:lnTo>
                    <a:pt x="90163" y="24203"/>
                  </a:lnTo>
                  <a:close/>
                  <a:moveTo>
                    <a:pt x="152862" y="0"/>
                  </a:moveTo>
                  <a:lnTo>
                    <a:pt x="114096" y="12800"/>
                  </a:lnTo>
                  <a:lnTo>
                    <a:pt x="114096" y="9702"/>
                  </a:lnTo>
                  <a:close/>
                  <a:moveTo>
                    <a:pt x="191629" y="1774"/>
                  </a:moveTo>
                  <a:lnTo>
                    <a:pt x="152862" y="2642"/>
                  </a:lnTo>
                  <a:lnTo>
                    <a:pt x="152862" y="0"/>
                  </a:lnTo>
                  <a:close/>
                  <a:moveTo>
                    <a:pt x="230395" y="14580"/>
                  </a:moveTo>
                  <a:lnTo>
                    <a:pt x="191629" y="4203"/>
                  </a:lnTo>
                  <a:lnTo>
                    <a:pt x="191629" y="1774"/>
                  </a:lnTo>
                  <a:close/>
                  <a:moveTo>
                    <a:pt x="230395" y="16732"/>
                  </a:moveTo>
                  <a:lnTo>
                    <a:pt x="230395" y="14580"/>
                  </a:lnTo>
                  <a:lnTo>
                    <a:pt x="246565" y="24203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3966" name="Candidate_B3__3965">
              <a:extLst>
                <a:ext uri="{FF2B5EF4-FFF2-40B4-BE49-F238E27FC236}">
                  <a16:creationId xmlns:a16="http://schemas.microsoft.com/office/drawing/2014/main" id="{9EBF60CB-6B16-3B2F-40B5-8AF1CF2C452B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74775" y="541669"/>
                  </a:moveTo>
                  <a:lnTo>
                    <a:pt x="108763" y="553368"/>
                  </a:lnTo>
                  <a:lnTo>
                    <a:pt x="108763" y="541669"/>
                  </a:lnTo>
                  <a:close/>
                  <a:moveTo>
                    <a:pt x="74775" y="541669"/>
                  </a:moveTo>
                  <a:lnTo>
                    <a:pt x="108763" y="541669"/>
                  </a:lnTo>
                  <a:lnTo>
                    <a:pt x="69997" y="539832"/>
                  </a:lnTo>
                  <a:close/>
                  <a:moveTo>
                    <a:pt x="147530" y="558245"/>
                  </a:moveTo>
                  <a:lnTo>
                    <a:pt x="147530" y="543916"/>
                  </a:lnTo>
                  <a:lnTo>
                    <a:pt x="108763" y="553368"/>
                  </a:lnTo>
                  <a:close/>
                  <a:moveTo>
                    <a:pt x="147530" y="558245"/>
                  </a:moveTo>
                  <a:lnTo>
                    <a:pt x="186296" y="557370"/>
                  </a:lnTo>
                  <a:lnTo>
                    <a:pt x="186296" y="543918"/>
                  </a:lnTo>
                  <a:close/>
                  <a:moveTo>
                    <a:pt x="186296" y="557370"/>
                  </a:moveTo>
                  <a:lnTo>
                    <a:pt x="225062" y="552422"/>
                  </a:lnTo>
                  <a:lnTo>
                    <a:pt x="186296" y="543918"/>
                  </a:lnTo>
                  <a:close/>
                  <a:moveTo>
                    <a:pt x="263829" y="541669"/>
                  </a:moveTo>
                  <a:lnTo>
                    <a:pt x="225062" y="552422"/>
                  </a:lnTo>
                  <a:lnTo>
                    <a:pt x="263829" y="544116"/>
                  </a:lnTo>
                  <a:close/>
                  <a:moveTo>
                    <a:pt x="263829" y="541669"/>
                  </a:moveTo>
                  <a:lnTo>
                    <a:pt x="225062" y="541669"/>
                  </a:lnTo>
                  <a:lnTo>
                    <a:pt x="225062" y="552422"/>
                  </a:lnTo>
                  <a:close/>
                  <a:moveTo>
                    <a:pt x="263829" y="541669"/>
                  </a:moveTo>
                  <a:lnTo>
                    <a:pt x="263829" y="544116"/>
                  </a:lnTo>
                  <a:lnTo>
                    <a:pt x="272288" y="541669"/>
                  </a:lnTo>
                  <a:close/>
                  <a:moveTo>
                    <a:pt x="263829" y="532925"/>
                  </a:moveTo>
                  <a:lnTo>
                    <a:pt x="272288" y="541669"/>
                  </a:lnTo>
                  <a:lnTo>
                    <a:pt x="302595" y="533751"/>
                  </a:lnTo>
                  <a:close/>
                  <a:moveTo>
                    <a:pt x="23521" y="504707"/>
                  </a:moveTo>
                  <a:lnTo>
                    <a:pt x="31230" y="512608"/>
                  </a:lnTo>
                  <a:lnTo>
                    <a:pt x="31230" y="504707"/>
                  </a:lnTo>
                  <a:close/>
                  <a:moveTo>
                    <a:pt x="3469" y="467745"/>
                  </a:moveTo>
                  <a:lnTo>
                    <a:pt x="23521" y="504707"/>
                  </a:lnTo>
                  <a:lnTo>
                    <a:pt x="22963" y="467745"/>
                  </a:lnTo>
                  <a:close/>
                  <a:moveTo>
                    <a:pt x="69997" y="539832"/>
                  </a:moveTo>
                  <a:lnTo>
                    <a:pt x="69997" y="521522"/>
                  </a:lnTo>
                  <a:lnTo>
                    <a:pt x="31230" y="512608"/>
                  </a:lnTo>
                  <a:close/>
                  <a:moveTo>
                    <a:pt x="302595" y="533751"/>
                  </a:moveTo>
                  <a:lnTo>
                    <a:pt x="341362" y="519004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1362" y="507045"/>
                  </a:lnTo>
                  <a:lnTo>
                    <a:pt x="341362" y="519004"/>
                  </a:lnTo>
                  <a:close/>
                  <a:moveTo>
                    <a:pt x="366446" y="504707"/>
                  </a:moveTo>
                  <a:lnTo>
                    <a:pt x="380128" y="495425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3469" y="467745"/>
                  </a:lnTo>
                  <a:lnTo>
                    <a:pt x="22963" y="467745"/>
                  </a:lnTo>
                  <a:close/>
                  <a:moveTo>
                    <a:pt x="409525" y="467745"/>
                  </a:moveTo>
                  <a:lnTo>
                    <a:pt x="380128" y="481571"/>
                  </a:lnTo>
                  <a:lnTo>
                    <a:pt x="380128" y="495425"/>
                  </a:lnTo>
                  <a:close/>
                  <a:moveTo>
                    <a:pt x="409525" y="467745"/>
                  </a:moveTo>
                  <a:lnTo>
                    <a:pt x="418894" y="453666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0" y="430783"/>
                  </a:lnTo>
                  <a:lnTo>
                    <a:pt x="18478" y="430783"/>
                  </a:lnTo>
                  <a:close/>
                  <a:moveTo>
                    <a:pt x="432520" y="430783"/>
                  </a:moveTo>
                  <a:lnTo>
                    <a:pt x="418894" y="430859"/>
                  </a:lnTo>
                  <a:lnTo>
                    <a:pt x="418894" y="453666"/>
                  </a:lnTo>
                  <a:close/>
                  <a:moveTo>
                    <a:pt x="418939" y="430783"/>
                  </a:moveTo>
                  <a:lnTo>
                    <a:pt x="432520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31230" y="364710"/>
                  </a:lnTo>
                  <a:lnTo>
                    <a:pt x="10591" y="393821"/>
                  </a:lnTo>
                  <a:close/>
                  <a:moveTo>
                    <a:pt x="31230" y="364710"/>
                  </a:moveTo>
                  <a:lnTo>
                    <a:pt x="31230" y="393005"/>
                  </a:lnTo>
                  <a:lnTo>
                    <a:pt x="37695" y="356860"/>
                  </a:lnTo>
                  <a:close/>
                  <a:moveTo>
                    <a:pt x="430784" y="393821"/>
                  </a:moveTo>
                  <a:lnTo>
                    <a:pt x="444055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69997" y="327662"/>
                  </a:lnTo>
                  <a:lnTo>
                    <a:pt x="37695" y="356860"/>
                  </a:lnTo>
                  <a:close/>
                  <a:moveTo>
                    <a:pt x="69997" y="327662"/>
                  </a:moveTo>
                  <a:lnTo>
                    <a:pt x="69997" y="347971"/>
                  </a:lnTo>
                  <a:lnTo>
                    <a:pt x="80320" y="319898"/>
                  </a:lnTo>
                  <a:close/>
                  <a:moveTo>
                    <a:pt x="434785" y="356860"/>
                  </a:moveTo>
                  <a:lnTo>
                    <a:pt x="449379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108763" y="292120"/>
                  </a:lnTo>
                  <a:lnTo>
                    <a:pt x="80320" y="319898"/>
                  </a:lnTo>
                  <a:close/>
                  <a:moveTo>
                    <a:pt x="108763" y="292120"/>
                  </a:moveTo>
                  <a:lnTo>
                    <a:pt x="108763" y="317540"/>
                  </a:lnTo>
                  <a:lnTo>
                    <a:pt x="117891" y="282936"/>
                  </a:lnTo>
                  <a:close/>
                  <a:moveTo>
                    <a:pt x="435133" y="319898"/>
                  </a:moveTo>
                  <a:lnTo>
                    <a:pt x="452188" y="319898"/>
                  </a:lnTo>
                  <a:lnTo>
                    <a:pt x="453623" y="282936"/>
                  </a:lnTo>
                  <a:close/>
                  <a:moveTo>
                    <a:pt x="117891" y="282936"/>
                  </a:moveTo>
                  <a:lnTo>
                    <a:pt x="143169" y="282936"/>
                  </a:lnTo>
                  <a:lnTo>
                    <a:pt x="125228" y="245974"/>
                  </a:lnTo>
                  <a:close/>
                  <a:moveTo>
                    <a:pt x="433696" y="282936"/>
                  </a:moveTo>
                  <a:lnTo>
                    <a:pt x="453623" y="282936"/>
                  </a:lnTo>
                  <a:lnTo>
                    <a:pt x="451923" y="245974"/>
                  </a:lnTo>
                  <a:close/>
                  <a:moveTo>
                    <a:pt x="108763" y="218444"/>
                  </a:moveTo>
                  <a:lnTo>
                    <a:pt x="125228" y="245974"/>
                  </a:lnTo>
                  <a:lnTo>
                    <a:pt x="123826" y="209012"/>
                  </a:lnTo>
                  <a:close/>
                  <a:moveTo>
                    <a:pt x="451923" y="245974"/>
                  </a:moveTo>
                  <a:lnTo>
                    <a:pt x="443463" y="209012"/>
                  </a:lnTo>
                  <a:lnTo>
                    <a:pt x="429020" y="245974"/>
                  </a:lnTo>
                  <a:close/>
                  <a:moveTo>
                    <a:pt x="103196" y="209012"/>
                  </a:moveTo>
                  <a:lnTo>
                    <a:pt x="108763" y="218444"/>
                  </a:lnTo>
                  <a:lnTo>
                    <a:pt x="108763" y="209012"/>
                  </a:lnTo>
                  <a:close/>
                  <a:moveTo>
                    <a:pt x="71208" y="172050"/>
                  </a:moveTo>
                  <a:lnTo>
                    <a:pt x="103196" y="209012"/>
                  </a:lnTo>
                  <a:lnTo>
                    <a:pt x="85672" y="172050"/>
                  </a:lnTo>
                  <a:close/>
                  <a:moveTo>
                    <a:pt x="418894" y="172050"/>
                  </a:moveTo>
                  <a:lnTo>
                    <a:pt x="443463" y="209012"/>
                  </a:lnTo>
                  <a:lnTo>
                    <a:pt x="423137" y="172050"/>
                  </a:lnTo>
                  <a:close/>
                  <a:moveTo>
                    <a:pt x="418894" y="172050"/>
                  </a:moveTo>
                  <a:lnTo>
                    <a:pt x="418894" y="209012"/>
                  </a:lnTo>
                  <a:lnTo>
                    <a:pt x="443463" y="209012"/>
                  </a:lnTo>
                  <a:close/>
                  <a:moveTo>
                    <a:pt x="71208" y="172050"/>
                  </a:moveTo>
                  <a:lnTo>
                    <a:pt x="85672" y="172050"/>
                  </a:lnTo>
                  <a:lnTo>
                    <a:pt x="69997" y="170257"/>
                  </a:lnTo>
                  <a:close/>
                  <a:moveTo>
                    <a:pt x="418894" y="172050"/>
                  </a:moveTo>
                  <a:lnTo>
                    <a:pt x="423137" y="172050"/>
                  </a:lnTo>
                  <a:lnTo>
                    <a:pt x="418894" y="167074"/>
                  </a:lnTo>
                  <a:close/>
                  <a:moveTo>
                    <a:pt x="380128" y="135089"/>
                  </a:moveTo>
                  <a:lnTo>
                    <a:pt x="418894" y="172050"/>
                  </a:lnTo>
                  <a:lnTo>
                    <a:pt x="385593" y="135089"/>
                  </a:lnTo>
                  <a:close/>
                  <a:moveTo>
                    <a:pt x="385593" y="135089"/>
                  </a:moveTo>
                  <a:lnTo>
                    <a:pt x="418894" y="172050"/>
                  </a:lnTo>
                  <a:lnTo>
                    <a:pt x="418894" y="167074"/>
                  </a:lnTo>
                  <a:close/>
                  <a:moveTo>
                    <a:pt x="61163" y="135089"/>
                  </a:moveTo>
                  <a:lnTo>
                    <a:pt x="49804" y="135089"/>
                  </a:lnTo>
                  <a:lnTo>
                    <a:pt x="69997" y="170257"/>
                  </a:lnTo>
                  <a:close/>
                  <a:moveTo>
                    <a:pt x="43554" y="98127"/>
                  </a:moveTo>
                  <a:lnTo>
                    <a:pt x="49804" y="135089"/>
                  </a:lnTo>
                  <a:lnTo>
                    <a:pt x="61163" y="135089"/>
                  </a:lnTo>
                  <a:close/>
                  <a:moveTo>
                    <a:pt x="341362" y="103266"/>
                  </a:moveTo>
                  <a:lnTo>
                    <a:pt x="334311" y="98127"/>
                  </a:lnTo>
                  <a:lnTo>
                    <a:pt x="306658" y="98127"/>
                  </a:lnTo>
                  <a:close/>
                  <a:moveTo>
                    <a:pt x="341362" y="103266"/>
                  </a:moveTo>
                  <a:lnTo>
                    <a:pt x="341362" y="128683"/>
                  </a:lnTo>
                  <a:lnTo>
                    <a:pt x="380128" y="130711"/>
                  </a:lnTo>
                  <a:close/>
                  <a:moveTo>
                    <a:pt x="380128" y="135089"/>
                  </a:moveTo>
                  <a:lnTo>
                    <a:pt x="385593" y="135089"/>
                  </a:lnTo>
                  <a:lnTo>
                    <a:pt x="380128" y="130711"/>
                  </a:lnTo>
                  <a:close/>
                  <a:moveTo>
                    <a:pt x="52635" y="61165"/>
                  </a:moveTo>
                  <a:lnTo>
                    <a:pt x="43554" y="98127"/>
                  </a:lnTo>
                  <a:lnTo>
                    <a:pt x="54085" y="98127"/>
                  </a:lnTo>
                  <a:close/>
                  <a:moveTo>
                    <a:pt x="302595" y="72593"/>
                  </a:moveTo>
                  <a:lnTo>
                    <a:pt x="306658" y="98127"/>
                  </a:lnTo>
                  <a:lnTo>
                    <a:pt x="334311" y="98127"/>
                  </a:lnTo>
                  <a:close/>
                  <a:moveTo>
                    <a:pt x="302595" y="72593"/>
                  </a:moveTo>
                  <a:lnTo>
                    <a:pt x="289748" y="61165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69997" y="37779"/>
                  </a:lnTo>
                  <a:lnTo>
                    <a:pt x="52635" y="61165"/>
                  </a:lnTo>
                  <a:close/>
                  <a:moveTo>
                    <a:pt x="69997" y="37779"/>
                  </a:moveTo>
                  <a:lnTo>
                    <a:pt x="69997" y="53356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70932" y="61165"/>
                  </a:lnTo>
                  <a:lnTo>
                    <a:pt x="289748" y="61165"/>
                  </a:lnTo>
                  <a:close/>
                  <a:moveTo>
                    <a:pt x="241233" y="24203"/>
                  </a:moveTo>
                  <a:lnTo>
                    <a:pt x="225062" y="24203"/>
                  </a:lnTo>
                  <a:lnTo>
                    <a:pt x="263829" y="39540"/>
                  </a:lnTo>
                  <a:close/>
                  <a:moveTo>
                    <a:pt x="108763" y="20027"/>
                  </a:moveTo>
                  <a:lnTo>
                    <a:pt x="108763" y="9702"/>
                  </a:lnTo>
                  <a:lnTo>
                    <a:pt x="84830" y="24203"/>
                  </a:lnTo>
                  <a:close/>
                  <a:moveTo>
                    <a:pt x="147530" y="9224"/>
                  </a:moveTo>
                  <a:lnTo>
                    <a:pt x="147530" y="0"/>
                  </a:lnTo>
                  <a:lnTo>
                    <a:pt x="108763" y="9702"/>
                  </a:lnTo>
                  <a:close/>
                  <a:moveTo>
                    <a:pt x="186296" y="11263"/>
                  </a:moveTo>
                  <a:lnTo>
                    <a:pt x="186296" y="1774"/>
                  </a:lnTo>
                  <a:lnTo>
                    <a:pt x="147530" y="0"/>
                  </a:lnTo>
                  <a:close/>
                  <a:moveTo>
                    <a:pt x="186296" y="1774"/>
                  </a:moveTo>
                  <a:lnTo>
                    <a:pt x="186296" y="11263"/>
                  </a:lnTo>
                  <a:lnTo>
                    <a:pt x="225062" y="14580"/>
                  </a:lnTo>
                  <a:close/>
                  <a:moveTo>
                    <a:pt x="225062" y="24203"/>
                  </a:moveTo>
                  <a:lnTo>
                    <a:pt x="241233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3967" name="Candidate_B3__3966">
              <a:extLst>
                <a:ext uri="{FF2B5EF4-FFF2-40B4-BE49-F238E27FC236}">
                  <a16:creationId xmlns:a16="http://schemas.microsoft.com/office/drawing/2014/main" id="{0C7F8155-672A-2E18-B882-9263CC9FDF86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69997" y="539832"/>
                  </a:moveTo>
                  <a:lnTo>
                    <a:pt x="108763" y="541669"/>
                  </a:lnTo>
                  <a:lnTo>
                    <a:pt x="108763" y="537612"/>
                  </a:lnTo>
                  <a:close/>
                  <a:moveTo>
                    <a:pt x="69997" y="539832"/>
                  </a:moveTo>
                  <a:lnTo>
                    <a:pt x="108763" y="537612"/>
                  </a:lnTo>
                  <a:lnTo>
                    <a:pt x="69997" y="521522"/>
                  </a:lnTo>
                  <a:close/>
                  <a:moveTo>
                    <a:pt x="108763" y="553368"/>
                  </a:moveTo>
                  <a:lnTo>
                    <a:pt x="133584" y="541669"/>
                  </a:lnTo>
                  <a:lnTo>
                    <a:pt x="108763" y="541669"/>
                  </a:lnTo>
                  <a:close/>
                  <a:moveTo>
                    <a:pt x="147530" y="543916"/>
                  </a:moveTo>
                  <a:lnTo>
                    <a:pt x="133584" y="541669"/>
                  </a:lnTo>
                  <a:lnTo>
                    <a:pt x="108763" y="553368"/>
                  </a:lnTo>
                  <a:close/>
                  <a:moveTo>
                    <a:pt x="147530" y="543916"/>
                  </a:moveTo>
                  <a:lnTo>
                    <a:pt x="147530" y="558245"/>
                  </a:lnTo>
                  <a:lnTo>
                    <a:pt x="186296" y="543918"/>
                  </a:lnTo>
                  <a:close/>
                  <a:moveTo>
                    <a:pt x="225062" y="552422"/>
                  </a:moveTo>
                  <a:lnTo>
                    <a:pt x="225062" y="541669"/>
                  </a:lnTo>
                  <a:lnTo>
                    <a:pt x="186296" y="543918"/>
                  </a:lnTo>
                  <a:close/>
                  <a:moveTo>
                    <a:pt x="225062" y="541669"/>
                  </a:moveTo>
                  <a:lnTo>
                    <a:pt x="263829" y="541669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63829" y="532925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72288" y="541669"/>
                  </a:lnTo>
                  <a:lnTo>
                    <a:pt x="263829" y="532925"/>
                  </a:lnTo>
                  <a:close/>
                  <a:moveTo>
                    <a:pt x="263829" y="532925"/>
                  </a:moveTo>
                  <a:lnTo>
                    <a:pt x="302595" y="533751"/>
                  </a:lnTo>
                  <a:lnTo>
                    <a:pt x="302595" y="522834"/>
                  </a:lnTo>
                  <a:close/>
                  <a:moveTo>
                    <a:pt x="22963" y="467745"/>
                  </a:moveTo>
                  <a:lnTo>
                    <a:pt x="31230" y="504707"/>
                  </a:lnTo>
                  <a:lnTo>
                    <a:pt x="31230" y="482024"/>
                  </a:lnTo>
                  <a:close/>
                  <a:moveTo>
                    <a:pt x="23521" y="504707"/>
                  </a:moveTo>
                  <a:lnTo>
                    <a:pt x="31230" y="504707"/>
                  </a:lnTo>
                  <a:lnTo>
                    <a:pt x="22963" y="467745"/>
                  </a:lnTo>
                  <a:close/>
                  <a:moveTo>
                    <a:pt x="31230" y="512608"/>
                  </a:moveTo>
                  <a:lnTo>
                    <a:pt x="47761" y="504707"/>
                  </a:lnTo>
                  <a:lnTo>
                    <a:pt x="31230" y="504707"/>
                  </a:lnTo>
                  <a:close/>
                  <a:moveTo>
                    <a:pt x="69997" y="521522"/>
                  </a:moveTo>
                  <a:lnTo>
                    <a:pt x="47761" y="504707"/>
                  </a:lnTo>
                  <a:lnTo>
                    <a:pt x="31230" y="512608"/>
                  </a:lnTo>
                  <a:close/>
                  <a:moveTo>
                    <a:pt x="31230" y="504707"/>
                  </a:moveTo>
                  <a:lnTo>
                    <a:pt x="47761" y="504707"/>
                  </a:lnTo>
                  <a:lnTo>
                    <a:pt x="31230" y="482024"/>
                  </a:lnTo>
                  <a:close/>
                  <a:moveTo>
                    <a:pt x="302595" y="522834"/>
                  </a:moveTo>
                  <a:lnTo>
                    <a:pt x="302595" y="533751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5532" y="504707"/>
                  </a:lnTo>
                  <a:lnTo>
                    <a:pt x="341362" y="507045"/>
                  </a:lnTo>
                  <a:close/>
                  <a:moveTo>
                    <a:pt x="345532" y="504707"/>
                  </a:moveTo>
                  <a:lnTo>
                    <a:pt x="366446" y="504707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22963" y="467745"/>
                  </a:lnTo>
                  <a:lnTo>
                    <a:pt x="18478" y="430783"/>
                  </a:lnTo>
                  <a:close/>
                  <a:moveTo>
                    <a:pt x="409525" y="467745"/>
                  </a:moveTo>
                  <a:lnTo>
                    <a:pt x="394832" y="467745"/>
                  </a:lnTo>
                  <a:lnTo>
                    <a:pt x="380128" y="481571"/>
                  </a:lnTo>
                  <a:close/>
                  <a:moveTo>
                    <a:pt x="394832" y="467745"/>
                  </a:moveTo>
                  <a:lnTo>
                    <a:pt x="409525" y="467745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18478" y="430783"/>
                  </a:lnTo>
                  <a:lnTo>
                    <a:pt x="30658" y="393821"/>
                  </a:lnTo>
                  <a:close/>
                  <a:moveTo>
                    <a:pt x="432520" y="430783"/>
                  </a:moveTo>
                  <a:lnTo>
                    <a:pt x="418939" y="430783"/>
                  </a:lnTo>
                  <a:lnTo>
                    <a:pt x="418894" y="430859"/>
                  </a:lnTo>
                  <a:close/>
                  <a:moveTo>
                    <a:pt x="430784" y="393821"/>
                  </a:moveTo>
                  <a:lnTo>
                    <a:pt x="418939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10591" y="393821"/>
                  </a:lnTo>
                  <a:lnTo>
                    <a:pt x="30658" y="393821"/>
                  </a:lnTo>
                  <a:close/>
                  <a:moveTo>
                    <a:pt x="31230" y="393005"/>
                  </a:moveTo>
                  <a:lnTo>
                    <a:pt x="60351" y="356860"/>
                  </a:lnTo>
                  <a:lnTo>
                    <a:pt x="37695" y="356860"/>
                  </a:lnTo>
                  <a:close/>
                  <a:moveTo>
                    <a:pt x="434785" y="356860"/>
                  </a:moveTo>
                  <a:lnTo>
                    <a:pt x="430784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37695" y="356860"/>
                  </a:lnTo>
                  <a:lnTo>
                    <a:pt x="60351" y="356860"/>
                  </a:lnTo>
                  <a:close/>
                  <a:moveTo>
                    <a:pt x="69997" y="347971"/>
                  </a:moveTo>
                  <a:lnTo>
                    <a:pt x="106410" y="319898"/>
                  </a:lnTo>
                  <a:lnTo>
                    <a:pt x="80320" y="319898"/>
                  </a:lnTo>
                  <a:close/>
                  <a:moveTo>
                    <a:pt x="435133" y="319898"/>
                  </a:moveTo>
                  <a:lnTo>
                    <a:pt x="434785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80320" y="319898"/>
                  </a:lnTo>
                  <a:lnTo>
                    <a:pt x="106410" y="319898"/>
                  </a:lnTo>
                  <a:close/>
                  <a:moveTo>
                    <a:pt x="108763" y="317540"/>
                  </a:moveTo>
                  <a:lnTo>
                    <a:pt x="143169" y="282936"/>
                  </a:lnTo>
                  <a:lnTo>
                    <a:pt x="117891" y="282936"/>
                  </a:lnTo>
                  <a:close/>
                  <a:moveTo>
                    <a:pt x="433696" y="282936"/>
                  </a:moveTo>
                  <a:lnTo>
                    <a:pt x="435133" y="319898"/>
                  </a:lnTo>
                  <a:lnTo>
                    <a:pt x="453623" y="282936"/>
                  </a:lnTo>
                  <a:close/>
                  <a:moveTo>
                    <a:pt x="125228" y="245974"/>
                  </a:moveTo>
                  <a:lnTo>
                    <a:pt x="147530" y="258134"/>
                  </a:lnTo>
                  <a:lnTo>
                    <a:pt x="147530" y="245974"/>
                  </a:lnTo>
                  <a:close/>
                  <a:moveTo>
                    <a:pt x="143169" y="282936"/>
                  </a:moveTo>
                  <a:lnTo>
                    <a:pt x="147530" y="258134"/>
                  </a:lnTo>
                  <a:lnTo>
                    <a:pt x="125228" y="245974"/>
                  </a:lnTo>
                  <a:close/>
                  <a:moveTo>
                    <a:pt x="429020" y="245974"/>
                  </a:moveTo>
                  <a:lnTo>
                    <a:pt x="433696" y="282936"/>
                  </a:lnTo>
                  <a:lnTo>
                    <a:pt x="451923" y="245974"/>
                  </a:lnTo>
                  <a:close/>
                  <a:moveTo>
                    <a:pt x="108763" y="209012"/>
                  </a:moveTo>
                  <a:lnTo>
                    <a:pt x="108763" y="218444"/>
                  </a:lnTo>
                  <a:lnTo>
                    <a:pt x="123826" y="209012"/>
                  </a:lnTo>
                  <a:close/>
                  <a:moveTo>
                    <a:pt x="123826" y="209012"/>
                  </a:moveTo>
                  <a:lnTo>
                    <a:pt x="125228" y="245974"/>
                  </a:lnTo>
                  <a:lnTo>
                    <a:pt x="147530" y="242911"/>
                  </a:lnTo>
                  <a:close/>
                  <a:moveTo>
                    <a:pt x="147530" y="242911"/>
                  </a:moveTo>
                  <a:lnTo>
                    <a:pt x="125228" y="245974"/>
                  </a:lnTo>
                  <a:lnTo>
                    <a:pt x="147530" y="245974"/>
                  </a:lnTo>
                  <a:close/>
                  <a:moveTo>
                    <a:pt x="443463" y="209012"/>
                  </a:moveTo>
                  <a:lnTo>
                    <a:pt x="418894" y="209012"/>
                  </a:lnTo>
                  <a:lnTo>
                    <a:pt x="429020" y="245974"/>
                  </a:lnTo>
                  <a:close/>
                  <a:moveTo>
                    <a:pt x="85672" y="172050"/>
                  </a:moveTo>
                  <a:lnTo>
                    <a:pt x="108763" y="209012"/>
                  </a:lnTo>
                  <a:lnTo>
                    <a:pt x="108763" y="196432"/>
                  </a:lnTo>
                  <a:close/>
                  <a:moveTo>
                    <a:pt x="103196" y="209012"/>
                  </a:moveTo>
                  <a:lnTo>
                    <a:pt x="108763" y="209012"/>
                  </a:lnTo>
                  <a:lnTo>
                    <a:pt x="85672" y="172050"/>
                  </a:lnTo>
                  <a:close/>
                  <a:moveTo>
                    <a:pt x="108763" y="209012"/>
                  </a:moveTo>
                  <a:lnTo>
                    <a:pt x="123826" y="209012"/>
                  </a:lnTo>
                  <a:lnTo>
                    <a:pt x="108763" y="196432"/>
                  </a:lnTo>
                  <a:close/>
                  <a:moveTo>
                    <a:pt x="418894" y="209012"/>
                  </a:moveTo>
                  <a:lnTo>
                    <a:pt x="418894" y="172050"/>
                  </a:lnTo>
                  <a:lnTo>
                    <a:pt x="416738" y="209012"/>
                  </a:lnTo>
                  <a:close/>
                  <a:moveTo>
                    <a:pt x="418894" y="172050"/>
                  </a:moveTo>
                  <a:lnTo>
                    <a:pt x="391328" y="172050"/>
                  </a:lnTo>
                  <a:lnTo>
                    <a:pt x="416738" y="209012"/>
                  </a:lnTo>
                  <a:close/>
                  <a:moveTo>
                    <a:pt x="85672" y="172050"/>
                  </a:moveTo>
                  <a:lnTo>
                    <a:pt x="69997" y="150060"/>
                  </a:lnTo>
                  <a:lnTo>
                    <a:pt x="69997" y="170257"/>
                  </a:lnTo>
                  <a:close/>
                  <a:moveTo>
                    <a:pt x="380128" y="160882"/>
                  </a:moveTo>
                  <a:lnTo>
                    <a:pt x="391328" y="172050"/>
                  </a:lnTo>
                  <a:lnTo>
                    <a:pt x="380128" y="135089"/>
                  </a:lnTo>
                  <a:close/>
                  <a:moveTo>
                    <a:pt x="391328" y="172050"/>
                  </a:moveTo>
                  <a:lnTo>
                    <a:pt x="418894" y="172050"/>
                  </a:lnTo>
                  <a:lnTo>
                    <a:pt x="380128" y="135089"/>
                  </a:lnTo>
                  <a:close/>
                  <a:moveTo>
                    <a:pt x="61163" y="135089"/>
                  </a:moveTo>
                  <a:lnTo>
                    <a:pt x="69997" y="170257"/>
                  </a:lnTo>
                  <a:lnTo>
                    <a:pt x="69997" y="150060"/>
                  </a:lnTo>
                  <a:close/>
                  <a:moveTo>
                    <a:pt x="43554" y="98127"/>
                  </a:moveTo>
                  <a:lnTo>
                    <a:pt x="61163" y="135089"/>
                  </a:lnTo>
                  <a:lnTo>
                    <a:pt x="54085" y="98127"/>
                  </a:lnTo>
                  <a:close/>
                  <a:moveTo>
                    <a:pt x="341362" y="128683"/>
                  </a:moveTo>
                  <a:lnTo>
                    <a:pt x="341362" y="103266"/>
                  </a:lnTo>
                  <a:lnTo>
                    <a:pt x="306658" y="98127"/>
                  </a:lnTo>
                  <a:close/>
                  <a:moveTo>
                    <a:pt x="380128" y="130711"/>
                  </a:moveTo>
                  <a:lnTo>
                    <a:pt x="349293" y="135089"/>
                  </a:lnTo>
                  <a:lnTo>
                    <a:pt x="380128" y="135089"/>
                  </a:lnTo>
                  <a:close/>
                  <a:moveTo>
                    <a:pt x="341362" y="128683"/>
                  </a:moveTo>
                  <a:lnTo>
                    <a:pt x="349293" y="135089"/>
                  </a:lnTo>
                  <a:lnTo>
                    <a:pt x="380128" y="130711"/>
                  </a:lnTo>
                  <a:close/>
                  <a:moveTo>
                    <a:pt x="380128" y="160882"/>
                  </a:moveTo>
                  <a:lnTo>
                    <a:pt x="380128" y="135089"/>
                  </a:lnTo>
                  <a:lnTo>
                    <a:pt x="349293" y="135089"/>
                  </a:lnTo>
                  <a:close/>
                  <a:moveTo>
                    <a:pt x="52635" y="61165"/>
                  </a:moveTo>
                  <a:lnTo>
                    <a:pt x="54085" y="98127"/>
                  </a:lnTo>
                  <a:lnTo>
                    <a:pt x="64205" y="61165"/>
                  </a:lnTo>
                  <a:close/>
                  <a:moveTo>
                    <a:pt x="302595" y="72593"/>
                  </a:moveTo>
                  <a:lnTo>
                    <a:pt x="302595" y="94323"/>
                  </a:lnTo>
                  <a:lnTo>
                    <a:pt x="306658" y="98127"/>
                  </a:lnTo>
                  <a:close/>
                  <a:moveTo>
                    <a:pt x="302595" y="94323"/>
                  </a:moveTo>
                  <a:lnTo>
                    <a:pt x="302595" y="72593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52635" y="61165"/>
                  </a:lnTo>
                  <a:lnTo>
                    <a:pt x="64205" y="61165"/>
                  </a:lnTo>
                  <a:close/>
                  <a:moveTo>
                    <a:pt x="69997" y="53356"/>
                  </a:moveTo>
                  <a:lnTo>
                    <a:pt x="101862" y="24203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63829" y="54706"/>
                  </a:lnTo>
                  <a:lnTo>
                    <a:pt x="270932" y="61165"/>
                  </a:lnTo>
                  <a:close/>
                  <a:moveTo>
                    <a:pt x="263829" y="39540"/>
                  </a:moveTo>
                  <a:lnTo>
                    <a:pt x="225062" y="24203"/>
                  </a:lnTo>
                  <a:lnTo>
                    <a:pt x="225062" y="25929"/>
                  </a:lnTo>
                  <a:close/>
                  <a:moveTo>
                    <a:pt x="263829" y="39540"/>
                  </a:moveTo>
                  <a:lnTo>
                    <a:pt x="225062" y="25929"/>
                  </a:lnTo>
                  <a:lnTo>
                    <a:pt x="263829" y="54706"/>
                  </a:lnTo>
                  <a:close/>
                  <a:moveTo>
                    <a:pt x="108763" y="20027"/>
                  </a:moveTo>
                  <a:lnTo>
                    <a:pt x="84830" y="24203"/>
                  </a:lnTo>
                  <a:lnTo>
                    <a:pt x="101862" y="24203"/>
                  </a:lnTo>
                  <a:close/>
                  <a:moveTo>
                    <a:pt x="147530" y="9224"/>
                  </a:moveTo>
                  <a:lnTo>
                    <a:pt x="108763" y="9702"/>
                  </a:lnTo>
                  <a:lnTo>
                    <a:pt x="108763" y="20027"/>
                  </a:lnTo>
                  <a:close/>
                  <a:moveTo>
                    <a:pt x="186296" y="11263"/>
                  </a:moveTo>
                  <a:lnTo>
                    <a:pt x="147530" y="0"/>
                  </a:lnTo>
                  <a:lnTo>
                    <a:pt x="147530" y="9224"/>
                  </a:lnTo>
                  <a:close/>
                  <a:moveTo>
                    <a:pt x="225062" y="14580"/>
                  </a:moveTo>
                  <a:lnTo>
                    <a:pt x="221109" y="24203"/>
                  </a:lnTo>
                  <a:lnTo>
                    <a:pt x="225062" y="24203"/>
                  </a:lnTo>
                  <a:close/>
                  <a:moveTo>
                    <a:pt x="186296" y="11263"/>
                  </a:moveTo>
                  <a:lnTo>
                    <a:pt x="221109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3968" name="Candidate_B3__3967">
              <a:extLst>
                <a:ext uri="{FF2B5EF4-FFF2-40B4-BE49-F238E27FC236}">
                  <a16:creationId xmlns:a16="http://schemas.microsoft.com/office/drawing/2014/main" id="{DDCF44A6-EAEA-FB98-7C7D-706BDE12EF9A}"/>
                </a:ext>
              </a:extLst>
            </p:cNvPr>
            <p:cNvSpPr>
              <a:spLocks noGrp="1"/>
            </p:cNvSpPr>
            <p:nvPr/>
          </p:nvSpPr>
          <p:spPr>
            <a:xfrm>
              <a:off x="4705349" y="4081162"/>
              <a:ext cx="416655" cy="534694"/>
            </a:xfrm>
            <a:custGeom>
              <a:avLst/>
              <a:gdLst/>
              <a:ahLst/>
              <a:cxnLst/>
              <a:rect l="0" t="0" r="0" b="0"/>
              <a:pathLst>
                <a:path w="416655" h="534694">
                  <a:moveTo>
                    <a:pt x="90285" y="532444"/>
                  </a:moveTo>
                  <a:lnTo>
                    <a:pt x="115106" y="532444"/>
                  </a:lnTo>
                  <a:lnTo>
                    <a:pt x="90285" y="528388"/>
                  </a:lnTo>
                  <a:close/>
                  <a:moveTo>
                    <a:pt x="167818" y="534694"/>
                  </a:moveTo>
                  <a:lnTo>
                    <a:pt x="206584" y="532444"/>
                  </a:lnTo>
                  <a:lnTo>
                    <a:pt x="187278" y="532444"/>
                  </a:lnTo>
                  <a:close/>
                  <a:moveTo>
                    <a:pt x="187278" y="532444"/>
                  </a:moveTo>
                  <a:lnTo>
                    <a:pt x="206584" y="532444"/>
                  </a:lnTo>
                  <a:lnTo>
                    <a:pt x="206584" y="530484"/>
                  </a:lnTo>
                  <a:close/>
                  <a:moveTo>
                    <a:pt x="129051" y="236750"/>
                  </a:moveTo>
                  <a:lnTo>
                    <a:pt x="131104" y="236750"/>
                  </a:lnTo>
                  <a:lnTo>
                    <a:pt x="129051" y="233687"/>
                  </a:lnTo>
                  <a:close/>
                  <a:moveTo>
                    <a:pt x="129051" y="236750"/>
                  </a:moveTo>
                  <a:lnTo>
                    <a:pt x="129051" y="248909"/>
                  </a:lnTo>
                  <a:lnTo>
                    <a:pt x="131104" y="236750"/>
                  </a:lnTo>
                  <a:close/>
                  <a:moveTo>
                    <a:pt x="410541" y="236750"/>
                  </a:moveTo>
                  <a:lnTo>
                    <a:pt x="400416" y="199788"/>
                  </a:lnTo>
                  <a:lnTo>
                    <a:pt x="400416" y="205645"/>
                  </a:lnTo>
                  <a:close/>
                  <a:moveTo>
                    <a:pt x="400416" y="205645"/>
                  </a:moveTo>
                  <a:lnTo>
                    <a:pt x="400416" y="199788"/>
                  </a:lnTo>
                  <a:lnTo>
                    <a:pt x="398260" y="199788"/>
                  </a:lnTo>
                  <a:close/>
                  <a:moveTo>
                    <a:pt x="206584" y="16705"/>
                  </a:moveTo>
                  <a:lnTo>
                    <a:pt x="206584" y="14978"/>
                  </a:lnTo>
                  <a:lnTo>
                    <a:pt x="202631" y="14978"/>
                  </a:lnTo>
                  <a:close/>
                  <a:moveTo>
                    <a:pt x="115106" y="532444"/>
                  </a:moveTo>
                  <a:lnTo>
                    <a:pt x="129051" y="534691"/>
                  </a:lnTo>
                  <a:lnTo>
                    <a:pt x="129051" y="532444"/>
                  </a:lnTo>
                  <a:close/>
                  <a:moveTo>
                    <a:pt x="115106" y="532444"/>
                  </a:moveTo>
                  <a:lnTo>
                    <a:pt x="129051" y="532444"/>
                  </a:lnTo>
                  <a:lnTo>
                    <a:pt x="90285" y="528388"/>
                  </a:lnTo>
                  <a:close/>
                  <a:moveTo>
                    <a:pt x="167818" y="532444"/>
                  </a:moveTo>
                  <a:lnTo>
                    <a:pt x="129051" y="534691"/>
                  </a:lnTo>
                  <a:lnTo>
                    <a:pt x="167818" y="534694"/>
                  </a:lnTo>
                  <a:close/>
                  <a:moveTo>
                    <a:pt x="167818" y="532444"/>
                  </a:moveTo>
                  <a:lnTo>
                    <a:pt x="129051" y="532444"/>
                  </a:lnTo>
                  <a:lnTo>
                    <a:pt x="129051" y="534691"/>
                  </a:lnTo>
                  <a:close/>
                  <a:moveTo>
                    <a:pt x="167818" y="532444"/>
                  </a:moveTo>
                  <a:lnTo>
                    <a:pt x="167818" y="534694"/>
                  </a:lnTo>
                  <a:lnTo>
                    <a:pt x="187278" y="532444"/>
                  </a:lnTo>
                  <a:close/>
                  <a:moveTo>
                    <a:pt x="29283" y="495482"/>
                  </a:moveTo>
                  <a:lnTo>
                    <a:pt x="51518" y="512298"/>
                  </a:lnTo>
                  <a:lnTo>
                    <a:pt x="51518" y="495482"/>
                  </a:lnTo>
                  <a:close/>
                  <a:moveTo>
                    <a:pt x="322883" y="495482"/>
                  </a:moveTo>
                  <a:lnTo>
                    <a:pt x="284117" y="513610"/>
                  </a:lnTo>
                  <a:lnTo>
                    <a:pt x="322883" y="497820"/>
                  </a:lnTo>
                  <a:close/>
                  <a:moveTo>
                    <a:pt x="322883" y="495482"/>
                  </a:moveTo>
                  <a:lnTo>
                    <a:pt x="322883" y="497820"/>
                  </a:lnTo>
                  <a:lnTo>
                    <a:pt x="327054" y="495482"/>
                  </a:lnTo>
                  <a:close/>
                  <a:moveTo>
                    <a:pt x="327054" y="495482"/>
                  </a:moveTo>
                  <a:lnTo>
                    <a:pt x="361650" y="472347"/>
                  </a:lnTo>
                  <a:lnTo>
                    <a:pt x="322883" y="495482"/>
                  </a:lnTo>
                  <a:close/>
                  <a:moveTo>
                    <a:pt x="4485" y="458521"/>
                  </a:moveTo>
                  <a:lnTo>
                    <a:pt x="12752" y="472799"/>
                  </a:lnTo>
                  <a:lnTo>
                    <a:pt x="12752" y="458521"/>
                  </a:lnTo>
                  <a:close/>
                  <a:moveTo>
                    <a:pt x="0" y="421559"/>
                  </a:moveTo>
                  <a:lnTo>
                    <a:pt x="12752" y="458521"/>
                  </a:lnTo>
                  <a:lnTo>
                    <a:pt x="12752" y="421559"/>
                  </a:lnTo>
                  <a:close/>
                  <a:moveTo>
                    <a:pt x="0" y="421559"/>
                  </a:moveTo>
                  <a:lnTo>
                    <a:pt x="4485" y="458521"/>
                  </a:lnTo>
                  <a:lnTo>
                    <a:pt x="12752" y="458521"/>
                  </a:lnTo>
                  <a:close/>
                  <a:moveTo>
                    <a:pt x="361650" y="458521"/>
                  </a:moveTo>
                  <a:lnTo>
                    <a:pt x="361650" y="472347"/>
                  </a:lnTo>
                  <a:lnTo>
                    <a:pt x="376354" y="458521"/>
                  </a:lnTo>
                  <a:close/>
                  <a:moveTo>
                    <a:pt x="376354" y="458521"/>
                  </a:moveTo>
                  <a:lnTo>
                    <a:pt x="400416" y="421634"/>
                  </a:lnTo>
                  <a:lnTo>
                    <a:pt x="361650" y="458521"/>
                  </a:lnTo>
                  <a:close/>
                  <a:moveTo>
                    <a:pt x="12179" y="384597"/>
                  </a:moveTo>
                  <a:lnTo>
                    <a:pt x="12752" y="421559"/>
                  </a:lnTo>
                  <a:lnTo>
                    <a:pt x="12752" y="384597"/>
                  </a:lnTo>
                  <a:close/>
                  <a:moveTo>
                    <a:pt x="12179" y="384597"/>
                  </a:moveTo>
                  <a:lnTo>
                    <a:pt x="0" y="421559"/>
                  </a:lnTo>
                  <a:lnTo>
                    <a:pt x="12752" y="421559"/>
                  </a:lnTo>
                  <a:close/>
                  <a:moveTo>
                    <a:pt x="400416" y="421559"/>
                  </a:moveTo>
                  <a:lnTo>
                    <a:pt x="400416" y="421634"/>
                  </a:lnTo>
                  <a:lnTo>
                    <a:pt x="400460" y="421559"/>
                  </a:lnTo>
                  <a:close/>
                  <a:moveTo>
                    <a:pt x="400416" y="384597"/>
                  </a:moveTo>
                  <a:lnTo>
                    <a:pt x="400460" y="421559"/>
                  </a:lnTo>
                  <a:lnTo>
                    <a:pt x="412306" y="384597"/>
                  </a:lnTo>
                  <a:close/>
                  <a:moveTo>
                    <a:pt x="400416" y="384597"/>
                  </a:moveTo>
                  <a:lnTo>
                    <a:pt x="400416" y="421559"/>
                  </a:lnTo>
                  <a:lnTo>
                    <a:pt x="400460" y="421559"/>
                  </a:lnTo>
                  <a:close/>
                  <a:moveTo>
                    <a:pt x="12752" y="383780"/>
                  </a:moveTo>
                  <a:lnTo>
                    <a:pt x="12179" y="384597"/>
                  </a:lnTo>
                  <a:lnTo>
                    <a:pt x="12752" y="384597"/>
                  </a:lnTo>
                  <a:close/>
                  <a:moveTo>
                    <a:pt x="12752" y="384597"/>
                  </a:moveTo>
                  <a:lnTo>
                    <a:pt x="41873" y="347635"/>
                  </a:lnTo>
                  <a:lnTo>
                    <a:pt x="12752" y="383780"/>
                  </a:lnTo>
                  <a:close/>
                  <a:moveTo>
                    <a:pt x="51518" y="347635"/>
                  </a:moveTo>
                  <a:lnTo>
                    <a:pt x="41873" y="347635"/>
                  </a:lnTo>
                  <a:lnTo>
                    <a:pt x="12752" y="384597"/>
                  </a:lnTo>
                  <a:close/>
                  <a:moveTo>
                    <a:pt x="400416" y="347635"/>
                  </a:moveTo>
                  <a:lnTo>
                    <a:pt x="412306" y="384597"/>
                  </a:lnTo>
                  <a:lnTo>
                    <a:pt x="416307" y="347635"/>
                  </a:lnTo>
                  <a:close/>
                  <a:moveTo>
                    <a:pt x="51518" y="338747"/>
                  </a:moveTo>
                  <a:lnTo>
                    <a:pt x="41873" y="347635"/>
                  </a:lnTo>
                  <a:lnTo>
                    <a:pt x="51518" y="347635"/>
                  </a:lnTo>
                  <a:close/>
                  <a:moveTo>
                    <a:pt x="400416" y="310673"/>
                  </a:moveTo>
                  <a:lnTo>
                    <a:pt x="416307" y="347635"/>
                  </a:lnTo>
                  <a:lnTo>
                    <a:pt x="416655" y="310673"/>
                  </a:lnTo>
                  <a:close/>
                  <a:moveTo>
                    <a:pt x="90285" y="308316"/>
                  </a:moveTo>
                  <a:lnTo>
                    <a:pt x="87932" y="310673"/>
                  </a:lnTo>
                  <a:lnTo>
                    <a:pt x="90285" y="310673"/>
                  </a:lnTo>
                  <a:close/>
                  <a:moveTo>
                    <a:pt x="90285" y="310673"/>
                  </a:moveTo>
                  <a:lnTo>
                    <a:pt x="124691" y="273711"/>
                  </a:lnTo>
                  <a:lnTo>
                    <a:pt x="90285" y="308316"/>
                  </a:lnTo>
                  <a:close/>
                  <a:moveTo>
                    <a:pt x="129051" y="273711"/>
                  </a:moveTo>
                  <a:lnTo>
                    <a:pt x="124691" y="273711"/>
                  </a:lnTo>
                  <a:lnTo>
                    <a:pt x="90285" y="310673"/>
                  </a:lnTo>
                  <a:close/>
                  <a:moveTo>
                    <a:pt x="400416" y="273711"/>
                  </a:moveTo>
                  <a:lnTo>
                    <a:pt x="416655" y="310673"/>
                  </a:lnTo>
                  <a:lnTo>
                    <a:pt x="415218" y="273711"/>
                  </a:lnTo>
                  <a:close/>
                  <a:moveTo>
                    <a:pt x="129051" y="248909"/>
                  </a:moveTo>
                  <a:lnTo>
                    <a:pt x="124691" y="273711"/>
                  </a:lnTo>
                  <a:lnTo>
                    <a:pt x="129051" y="273711"/>
                  </a:lnTo>
                  <a:close/>
                  <a:moveTo>
                    <a:pt x="129051" y="273711"/>
                  </a:moveTo>
                  <a:lnTo>
                    <a:pt x="131104" y="236750"/>
                  </a:lnTo>
                  <a:lnTo>
                    <a:pt x="129051" y="248909"/>
                  </a:lnTo>
                  <a:close/>
                  <a:moveTo>
                    <a:pt x="167818" y="236750"/>
                  </a:moveTo>
                  <a:lnTo>
                    <a:pt x="131104" y="236750"/>
                  </a:lnTo>
                  <a:lnTo>
                    <a:pt x="129051" y="273711"/>
                  </a:lnTo>
                  <a:close/>
                  <a:moveTo>
                    <a:pt x="400416" y="236750"/>
                  </a:moveTo>
                  <a:lnTo>
                    <a:pt x="415218" y="273711"/>
                  </a:lnTo>
                  <a:lnTo>
                    <a:pt x="410541" y="236750"/>
                  </a:lnTo>
                  <a:close/>
                  <a:moveTo>
                    <a:pt x="400416" y="236750"/>
                  </a:moveTo>
                  <a:lnTo>
                    <a:pt x="400416" y="273711"/>
                  </a:lnTo>
                  <a:lnTo>
                    <a:pt x="415218" y="273711"/>
                  </a:lnTo>
                  <a:close/>
                  <a:moveTo>
                    <a:pt x="167818" y="236750"/>
                  </a:moveTo>
                  <a:lnTo>
                    <a:pt x="129051" y="233687"/>
                  </a:lnTo>
                  <a:lnTo>
                    <a:pt x="131104" y="236750"/>
                  </a:lnTo>
                  <a:close/>
                  <a:moveTo>
                    <a:pt x="400416" y="236750"/>
                  </a:moveTo>
                  <a:lnTo>
                    <a:pt x="410541" y="236750"/>
                  </a:lnTo>
                  <a:lnTo>
                    <a:pt x="400416" y="205645"/>
                  </a:lnTo>
                  <a:close/>
                  <a:moveTo>
                    <a:pt x="398260" y="199788"/>
                  </a:moveTo>
                  <a:lnTo>
                    <a:pt x="400416" y="236750"/>
                  </a:lnTo>
                  <a:lnTo>
                    <a:pt x="400416" y="205645"/>
                  </a:lnTo>
                  <a:close/>
                  <a:moveTo>
                    <a:pt x="105348" y="199788"/>
                  </a:moveTo>
                  <a:lnTo>
                    <a:pt x="129051" y="233687"/>
                  </a:lnTo>
                  <a:lnTo>
                    <a:pt x="129051" y="199788"/>
                  </a:lnTo>
                  <a:close/>
                  <a:moveTo>
                    <a:pt x="361650" y="162826"/>
                  </a:moveTo>
                  <a:lnTo>
                    <a:pt x="398260" y="199788"/>
                  </a:lnTo>
                  <a:lnTo>
                    <a:pt x="372850" y="162826"/>
                  </a:lnTo>
                  <a:close/>
                  <a:moveTo>
                    <a:pt x="67194" y="162826"/>
                  </a:moveTo>
                  <a:lnTo>
                    <a:pt x="90285" y="187207"/>
                  </a:lnTo>
                  <a:lnTo>
                    <a:pt x="90285" y="162826"/>
                  </a:lnTo>
                  <a:close/>
                  <a:moveTo>
                    <a:pt x="322883" y="125864"/>
                  </a:moveTo>
                  <a:lnTo>
                    <a:pt x="361650" y="151657"/>
                  </a:lnTo>
                  <a:lnTo>
                    <a:pt x="330814" y="125864"/>
                  </a:lnTo>
                  <a:close/>
                  <a:moveTo>
                    <a:pt x="361650" y="162826"/>
                  </a:moveTo>
                  <a:lnTo>
                    <a:pt x="361650" y="151657"/>
                  </a:lnTo>
                  <a:lnTo>
                    <a:pt x="322883" y="125864"/>
                  </a:lnTo>
                  <a:close/>
                  <a:moveTo>
                    <a:pt x="361650" y="162826"/>
                  </a:moveTo>
                  <a:lnTo>
                    <a:pt x="372850" y="162826"/>
                  </a:lnTo>
                  <a:lnTo>
                    <a:pt x="361650" y="151657"/>
                  </a:lnTo>
                  <a:close/>
                  <a:moveTo>
                    <a:pt x="42685" y="125864"/>
                  </a:moveTo>
                  <a:lnTo>
                    <a:pt x="51518" y="140835"/>
                  </a:lnTo>
                  <a:lnTo>
                    <a:pt x="51518" y="125864"/>
                  </a:lnTo>
                  <a:close/>
                  <a:moveTo>
                    <a:pt x="35607" y="88902"/>
                  </a:moveTo>
                  <a:lnTo>
                    <a:pt x="42685" y="125864"/>
                  </a:lnTo>
                  <a:lnTo>
                    <a:pt x="51518" y="125864"/>
                  </a:lnTo>
                  <a:close/>
                  <a:moveTo>
                    <a:pt x="284117" y="88902"/>
                  </a:moveTo>
                  <a:lnTo>
                    <a:pt x="322883" y="119459"/>
                  </a:lnTo>
                  <a:lnTo>
                    <a:pt x="288179" y="88902"/>
                  </a:lnTo>
                  <a:close/>
                  <a:moveTo>
                    <a:pt x="322883" y="125864"/>
                  </a:moveTo>
                  <a:lnTo>
                    <a:pt x="322883" y="119459"/>
                  </a:lnTo>
                  <a:lnTo>
                    <a:pt x="284117" y="88902"/>
                  </a:lnTo>
                  <a:close/>
                  <a:moveTo>
                    <a:pt x="322883" y="125864"/>
                  </a:moveTo>
                  <a:lnTo>
                    <a:pt x="330814" y="125864"/>
                  </a:lnTo>
                  <a:lnTo>
                    <a:pt x="322883" y="119459"/>
                  </a:lnTo>
                  <a:close/>
                  <a:moveTo>
                    <a:pt x="45726" y="51940"/>
                  </a:moveTo>
                  <a:lnTo>
                    <a:pt x="51518" y="88902"/>
                  </a:lnTo>
                  <a:lnTo>
                    <a:pt x="51518" y="51940"/>
                  </a:lnTo>
                  <a:close/>
                  <a:moveTo>
                    <a:pt x="45726" y="51940"/>
                  </a:moveTo>
                  <a:lnTo>
                    <a:pt x="35607" y="88902"/>
                  </a:lnTo>
                  <a:lnTo>
                    <a:pt x="51518" y="88902"/>
                  </a:lnTo>
                  <a:close/>
                  <a:moveTo>
                    <a:pt x="245350" y="51940"/>
                  </a:moveTo>
                  <a:lnTo>
                    <a:pt x="284117" y="85099"/>
                  </a:lnTo>
                  <a:lnTo>
                    <a:pt x="252453" y="51940"/>
                  </a:lnTo>
                  <a:close/>
                  <a:moveTo>
                    <a:pt x="284117" y="88902"/>
                  </a:moveTo>
                  <a:lnTo>
                    <a:pt x="284117" y="85099"/>
                  </a:lnTo>
                  <a:lnTo>
                    <a:pt x="245350" y="51940"/>
                  </a:lnTo>
                  <a:close/>
                  <a:moveTo>
                    <a:pt x="284117" y="88902"/>
                  </a:moveTo>
                  <a:lnTo>
                    <a:pt x="288179" y="88902"/>
                  </a:lnTo>
                  <a:lnTo>
                    <a:pt x="284117" y="85099"/>
                  </a:lnTo>
                  <a:close/>
                  <a:moveTo>
                    <a:pt x="51518" y="44131"/>
                  </a:moveTo>
                  <a:lnTo>
                    <a:pt x="45726" y="51940"/>
                  </a:lnTo>
                  <a:lnTo>
                    <a:pt x="51518" y="51940"/>
                  </a:lnTo>
                  <a:close/>
                  <a:moveTo>
                    <a:pt x="202631" y="14978"/>
                  </a:moveTo>
                  <a:lnTo>
                    <a:pt x="167818" y="14978"/>
                  </a:lnTo>
                  <a:lnTo>
                    <a:pt x="206584" y="16705"/>
                  </a:lnTo>
                  <a:close/>
                  <a:moveTo>
                    <a:pt x="245350" y="51940"/>
                  </a:moveTo>
                  <a:lnTo>
                    <a:pt x="252453" y="51940"/>
                  </a:lnTo>
                  <a:lnTo>
                    <a:pt x="245350" y="45481"/>
                  </a:lnTo>
                  <a:close/>
                  <a:moveTo>
                    <a:pt x="90285" y="10803"/>
                  </a:moveTo>
                  <a:lnTo>
                    <a:pt x="83383" y="14978"/>
                  </a:lnTo>
                  <a:lnTo>
                    <a:pt x="90285" y="14978"/>
                  </a:lnTo>
                  <a:close/>
                  <a:moveTo>
                    <a:pt x="90285" y="14978"/>
                  </a:moveTo>
                  <a:lnTo>
                    <a:pt x="129051" y="0"/>
                  </a:lnTo>
                  <a:lnTo>
                    <a:pt x="90285" y="10803"/>
                  </a:lnTo>
                  <a:close/>
                  <a:moveTo>
                    <a:pt x="90285" y="14978"/>
                  </a:moveTo>
                  <a:lnTo>
                    <a:pt x="129051" y="14978"/>
                  </a:lnTo>
                  <a:lnTo>
                    <a:pt x="129051" y="0"/>
                  </a:lnTo>
                  <a:close/>
                  <a:moveTo>
                    <a:pt x="129051" y="14978"/>
                  </a:moveTo>
                  <a:lnTo>
                    <a:pt x="167818" y="2038"/>
                  </a:lnTo>
                  <a:lnTo>
                    <a:pt x="129051" y="0"/>
                  </a:lnTo>
                  <a:close/>
                  <a:moveTo>
                    <a:pt x="167818" y="14978"/>
                  </a:moveTo>
                  <a:lnTo>
                    <a:pt x="202631" y="14978"/>
                  </a:lnTo>
                  <a:lnTo>
                    <a:pt x="167818" y="2038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3969" name="Candidate_B3__3968">
              <a:extLst>
                <a:ext uri="{FF2B5EF4-FFF2-40B4-BE49-F238E27FC236}">
                  <a16:creationId xmlns:a16="http://schemas.microsoft.com/office/drawing/2014/main" id="{5A058BCB-17D5-C9C4-8931-C71192983B70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83200"/>
              <a:ext cx="403903" cy="530406"/>
            </a:xfrm>
            <a:custGeom>
              <a:avLst/>
              <a:gdLst/>
              <a:ahLst/>
              <a:cxnLst/>
              <a:rect l="0" t="0" r="0" b="0"/>
              <a:pathLst>
                <a:path w="403903" h="530406">
                  <a:moveTo>
                    <a:pt x="77533" y="526349"/>
                  </a:moveTo>
                  <a:lnTo>
                    <a:pt x="116299" y="530406"/>
                  </a:lnTo>
                  <a:lnTo>
                    <a:pt x="116299" y="504450"/>
                  </a:lnTo>
                  <a:close/>
                  <a:moveTo>
                    <a:pt x="77533" y="526349"/>
                  </a:moveTo>
                  <a:lnTo>
                    <a:pt x="116299" y="504450"/>
                  </a:lnTo>
                  <a:lnTo>
                    <a:pt x="77533" y="494286"/>
                  </a:lnTo>
                  <a:close/>
                  <a:moveTo>
                    <a:pt x="116299" y="530406"/>
                  </a:moveTo>
                  <a:lnTo>
                    <a:pt x="155066" y="53040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55066" y="50678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74526" y="530406"/>
                  </a:lnTo>
                  <a:lnTo>
                    <a:pt x="155066" y="506786"/>
                  </a:lnTo>
                  <a:close/>
                  <a:moveTo>
                    <a:pt x="155066" y="506786"/>
                  </a:moveTo>
                  <a:lnTo>
                    <a:pt x="174526" y="530406"/>
                  </a:lnTo>
                  <a:lnTo>
                    <a:pt x="193832" y="528446"/>
                  </a:lnTo>
                  <a:close/>
                  <a:moveTo>
                    <a:pt x="155066" y="506786"/>
                  </a:moveTo>
                  <a:lnTo>
                    <a:pt x="193832" y="528446"/>
                  </a:lnTo>
                  <a:lnTo>
                    <a:pt x="193832" y="504223"/>
                  </a:lnTo>
                  <a:close/>
                  <a:moveTo>
                    <a:pt x="0" y="456482"/>
                  </a:moveTo>
                  <a:lnTo>
                    <a:pt x="0" y="470761"/>
                  </a:lnTo>
                  <a:lnTo>
                    <a:pt x="33346" y="456482"/>
                  </a:lnTo>
                  <a:close/>
                  <a:moveTo>
                    <a:pt x="0" y="470761"/>
                  </a:moveTo>
                  <a:lnTo>
                    <a:pt x="16531" y="493444"/>
                  </a:lnTo>
                  <a:lnTo>
                    <a:pt x="33346" y="456482"/>
                  </a:lnTo>
                  <a:close/>
                  <a:moveTo>
                    <a:pt x="33346" y="456482"/>
                  </a:moveTo>
                  <a:lnTo>
                    <a:pt x="16531" y="493444"/>
                  </a:lnTo>
                  <a:lnTo>
                    <a:pt x="38766" y="463383"/>
                  </a:lnTo>
                  <a:close/>
                  <a:moveTo>
                    <a:pt x="38766" y="463383"/>
                  </a:moveTo>
                  <a:lnTo>
                    <a:pt x="16531" y="493444"/>
                  </a:lnTo>
                  <a:lnTo>
                    <a:pt x="38766" y="493444"/>
                  </a:lnTo>
                  <a:close/>
                  <a:moveTo>
                    <a:pt x="38766" y="510259"/>
                  </a:moveTo>
                  <a:lnTo>
                    <a:pt x="75849" y="493444"/>
                  </a:lnTo>
                  <a:lnTo>
                    <a:pt x="38766" y="493444"/>
                  </a:lnTo>
                  <a:close/>
                  <a:moveTo>
                    <a:pt x="77533" y="494286"/>
                  </a:moveTo>
                  <a:lnTo>
                    <a:pt x="75849" y="493444"/>
                  </a:lnTo>
                  <a:lnTo>
                    <a:pt x="38766" y="510259"/>
                  </a:lnTo>
                  <a:close/>
                  <a:moveTo>
                    <a:pt x="77533" y="526349"/>
                  </a:moveTo>
                  <a:lnTo>
                    <a:pt x="77533" y="494286"/>
                  </a:lnTo>
                  <a:lnTo>
                    <a:pt x="38766" y="510259"/>
                  </a:lnTo>
                  <a:close/>
                  <a:moveTo>
                    <a:pt x="193832" y="528446"/>
                  </a:moveTo>
                  <a:lnTo>
                    <a:pt x="232598" y="521662"/>
                  </a:lnTo>
                  <a:lnTo>
                    <a:pt x="232598" y="497892"/>
                  </a:lnTo>
                  <a:close/>
                  <a:moveTo>
                    <a:pt x="193832" y="504223"/>
                  </a:moveTo>
                  <a:lnTo>
                    <a:pt x="193832" y="528446"/>
                  </a:lnTo>
                  <a:lnTo>
                    <a:pt x="232598" y="497892"/>
                  </a:lnTo>
                  <a:close/>
                  <a:moveTo>
                    <a:pt x="271365" y="511571"/>
                  </a:moveTo>
                  <a:lnTo>
                    <a:pt x="271365" y="493444"/>
                  </a:lnTo>
                  <a:lnTo>
                    <a:pt x="232598" y="497892"/>
                  </a:lnTo>
                  <a:close/>
                  <a:moveTo>
                    <a:pt x="232598" y="521662"/>
                  </a:moveTo>
                  <a:lnTo>
                    <a:pt x="271365" y="511571"/>
                  </a:lnTo>
                  <a:lnTo>
                    <a:pt x="232598" y="497892"/>
                  </a:lnTo>
                  <a:close/>
                  <a:moveTo>
                    <a:pt x="310131" y="493444"/>
                  </a:moveTo>
                  <a:lnTo>
                    <a:pt x="271365" y="493444"/>
                  </a:lnTo>
                  <a:lnTo>
                    <a:pt x="271365" y="511571"/>
                  </a:lnTo>
                  <a:close/>
                  <a:moveTo>
                    <a:pt x="271365" y="493444"/>
                  </a:moveTo>
                  <a:lnTo>
                    <a:pt x="310131" y="493444"/>
                  </a:lnTo>
                  <a:lnTo>
                    <a:pt x="271365" y="486930"/>
                  </a:lnTo>
                  <a:close/>
                  <a:moveTo>
                    <a:pt x="310131" y="493444"/>
                  </a:moveTo>
                  <a:lnTo>
                    <a:pt x="310131" y="468889"/>
                  </a:lnTo>
                  <a:lnTo>
                    <a:pt x="271365" y="486930"/>
                  </a:lnTo>
                  <a:close/>
                  <a:moveTo>
                    <a:pt x="310131" y="468889"/>
                  </a:moveTo>
                  <a:lnTo>
                    <a:pt x="348898" y="470308"/>
                  </a:lnTo>
                  <a:lnTo>
                    <a:pt x="348898" y="456482"/>
                  </a:lnTo>
                  <a:close/>
                  <a:moveTo>
                    <a:pt x="310131" y="493444"/>
                  </a:moveTo>
                  <a:lnTo>
                    <a:pt x="348898" y="470308"/>
                  </a:lnTo>
                  <a:lnTo>
                    <a:pt x="310131" y="468889"/>
                  </a:lnTo>
                  <a:close/>
                  <a:moveTo>
                    <a:pt x="26005" y="419520"/>
                  </a:moveTo>
                  <a:lnTo>
                    <a:pt x="0" y="419520"/>
                  </a:lnTo>
                  <a:lnTo>
                    <a:pt x="0" y="456482"/>
                  </a:lnTo>
                  <a:close/>
                  <a:moveTo>
                    <a:pt x="348898" y="433225"/>
                  </a:moveTo>
                  <a:lnTo>
                    <a:pt x="387664" y="419520"/>
                  </a:lnTo>
                  <a:lnTo>
                    <a:pt x="358603" y="419520"/>
                  </a:lnTo>
                  <a:close/>
                  <a:moveTo>
                    <a:pt x="348898" y="433225"/>
                  </a:moveTo>
                  <a:lnTo>
                    <a:pt x="387664" y="419596"/>
                  </a:lnTo>
                  <a:lnTo>
                    <a:pt x="387664" y="419520"/>
                  </a:lnTo>
                  <a:close/>
                  <a:moveTo>
                    <a:pt x="348898" y="456482"/>
                  </a:moveTo>
                  <a:lnTo>
                    <a:pt x="387664" y="419596"/>
                  </a:lnTo>
                  <a:lnTo>
                    <a:pt x="348898" y="433225"/>
                  </a:lnTo>
                  <a:close/>
                  <a:moveTo>
                    <a:pt x="0" y="419520"/>
                  </a:moveTo>
                  <a:lnTo>
                    <a:pt x="38766" y="382559"/>
                  </a:lnTo>
                  <a:lnTo>
                    <a:pt x="0" y="382559"/>
                  </a:lnTo>
                  <a:close/>
                  <a:moveTo>
                    <a:pt x="387664" y="419520"/>
                  </a:moveTo>
                  <a:lnTo>
                    <a:pt x="387664" y="382559"/>
                  </a:lnTo>
                  <a:lnTo>
                    <a:pt x="358603" y="419520"/>
                  </a:lnTo>
                  <a:close/>
                  <a:moveTo>
                    <a:pt x="38766" y="382559"/>
                  </a:moveTo>
                  <a:lnTo>
                    <a:pt x="38766" y="345597"/>
                  </a:lnTo>
                  <a:lnTo>
                    <a:pt x="0" y="382559"/>
                  </a:lnTo>
                  <a:close/>
                  <a:moveTo>
                    <a:pt x="387664" y="345597"/>
                  </a:moveTo>
                  <a:lnTo>
                    <a:pt x="387664" y="382559"/>
                  </a:lnTo>
                  <a:lnTo>
                    <a:pt x="399554" y="382559"/>
                  </a:lnTo>
                  <a:close/>
                  <a:moveTo>
                    <a:pt x="387664" y="382559"/>
                  </a:moveTo>
                  <a:lnTo>
                    <a:pt x="387664" y="345597"/>
                  </a:lnTo>
                  <a:lnTo>
                    <a:pt x="370802" y="382559"/>
                  </a:lnTo>
                  <a:close/>
                  <a:moveTo>
                    <a:pt x="77533" y="308635"/>
                  </a:moveTo>
                  <a:lnTo>
                    <a:pt x="75180" y="308635"/>
                  </a:lnTo>
                  <a:lnTo>
                    <a:pt x="77533" y="345332"/>
                  </a:lnTo>
                  <a:close/>
                  <a:moveTo>
                    <a:pt x="75180" y="308635"/>
                  </a:moveTo>
                  <a:lnTo>
                    <a:pt x="38766" y="336709"/>
                  </a:lnTo>
                  <a:lnTo>
                    <a:pt x="77533" y="345332"/>
                  </a:lnTo>
                  <a:close/>
                  <a:moveTo>
                    <a:pt x="77533" y="345332"/>
                  </a:moveTo>
                  <a:lnTo>
                    <a:pt x="38766" y="336709"/>
                  </a:lnTo>
                  <a:lnTo>
                    <a:pt x="77208" y="345597"/>
                  </a:lnTo>
                  <a:close/>
                  <a:moveTo>
                    <a:pt x="77208" y="345597"/>
                  </a:moveTo>
                  <a:lnTo>
                    <a:pt x="38766" y="336709"/>
                  </a:lnTo>
                  <a:lnTo>
                    <a:pt x="38766" y="345597"/>
                  </a:lnTo>
                  <a:close/>
                  <a:moveTo>
                    <a:pt x="387664" y="308635"/>
                  </a:moveTo>
                  <a:lnTo>
                    <a:pt x="387664" y="345597"/>
                  </a:lnTo>
                  <a:lnTo>
                    <a:pt x="403555" y="345597"/>
                  </a:lnTo>
                  <a:close/>
                  <a:moveTo>
                    <a:pt x="387664" y="345597"/>
                  </a:moveTo>
                  <a:lnTo>
                    <a:pt x="387664" y="308635"/>
                  </a:lnTo>
                  <a:lnTo>
                    <a:pt x="372577" y="345597"/>
                  </a:lnTo>
                  <a:close/>
                  <a:moveTo>
                    <a:pt x="116299" y="308635"/>
                  </a:moveTo>
                  <a:lnTo>
                    <a:pt x="116299" y="271673"/>
                  </a:lnTo>
                  <a:lnTo>
                    <a:pt x="77533" y="308635"/>
                  </a:lnTo>
                  <a:close/>
                  <a:moveTo>
                    <a:pt x="116299" y="308635"/>
                  </a:moveTo>
                  <a:lnTo>
                    <a:pt x="77533" y="308635"/>
                  </a:lnTo>
                  <a:lnTo>
                    <a:pt x="116299" y="317104"/>
                  </a:lnTo>
                  <a:close/>
                  <a:moveTo>
                    <a:pt x="77533" y="308635"/>
                  </a:moveTo>
                  <a:lnTo>
                    <a:pt x="77533" y="345332"/>
                  </a:lnTo>
                  <a:lnTo>
                    <a:pt x="116299" y="317104"/>
                  </a:lnTo>
                  <a:close/>
                  <a:moveTo>
                    <a:pt x="116299" y="308635"/>
                  </a:moveTo>
                  <a:lnTo>
                    <a:pt x="155066" y="271673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308635"/>
                  </a:lnTo>
                  <a:lnTo>
                    <a:pt x="403903" y="308635"/>
                  </a:lnTo>
                  <a:close/>
                  <a:moveTo>
                    <a:pt x="387664" y="308635"/>
                  </a:moveTo>
                  <a:lnTo>
                    <a:pt x="387664" y="271673"/>
                  </a:lnTo>
                  <a:lnTo>
                    <a:pt x="368254" y="308635"/>
                  </a:lnTo>
                  <a:close/>
                  <a:moveTo>
                    <a:pt x="155066" y="271673"/>
                  </a:moveTo>
                  <a:lnTo>
                    <a:pt x="155066" y="234711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234711"/>
                  </a:lnTo>
                  <a:lnTo>
                    <a:pt x="360544" y="271673"/>
                  </a:lnTo>
                  <a:close/>
                  <a:moveTo>
                    <a:pt x="116299" y="197749"/>
                  </a:moveTo>
                  <a:lnTo>
                    <a:pt x="116299" y="231648"/>
                  </a:lnTo>
                  <a:lnTo>
                    <a:pt x="155066" y="234711"/>
                  </a:lnTo>
                  <a:close/>
                  <a:moveTo>
                    <a:pt x="155066" y="197749"/>
                  </a:moveTo>
                  <a:lnTo>
                    <a:pt x="116299" y="197749"/>
                  </a:lnTo>
                  <a:lnTo>
                    <a:pt x="155066" y="234711"/>
                  </a:lnTo>
                  <a:close/>
                  <a:moveTo>
                    <a:pt x="348962" y="234711"/>
                  </a:moveTo>
                  <a:lnTo>
                    <a:pt x="387664" y="234711"/>
                  </a:lnTo>
                  <a:lnTo>
                    <a:pt x="348898" y="197749"/>
                  </a:lnTo>
                  <a:close/>
                  <a:moveTo>
                    <a:pt x="348898" y="197749"/>
                  </a:moveTo>
                  <a:lnTo>
                    <a:pt x="387664" y="234711"/>
                  </a:lnTo>
                  <a:lnTo>
                    <a:pt x="385508" y="197749"/>
                  </a:lnTo>
                  <a:close/>
                  <a:moveTo>
                    <a:pt x="77533" y="160787"/>
                  </a:moveTo>
                  <a:lnTo>
                    <a:pt x="77533" y="185169"/>
                  </a:lnTo>
                  <a:lnTo>
                    <a:pt x="98842" y="160787"/>
                  </a:lnTo>
                  <a:close/>
                  <a:moveTo>
                    <a:pt x="77533" y="185169"/>
                  </a:moveTo>
                  <a:lnTo>
                    <a:pt x="92596" y="197749"/>
                  </a:lnTo>
                  <a:lnTo>
                    <a:pt x="98842" y="160787"/>
                  </a:lnTo>
                  <a:close/>
                  <a:moveTo>
                    <a:pt x="98842" y="160787"/>
                  </a:moveTo>
                  <a:lnTo>
                    <a:pt x="92596" y="197749"/>
                  </a:lnTo>
                  <a:lnTo>
                    <a:pt x="116299" y="174030"/>
                  </a:lnTo>
                  <a:close/>
                  <a:moveTo>
                    <a:pt x="116299" y="174030"/>
                  </a:moveTo>
                  <a:lnTo>
                    <a:pt x="92596" y="197749"/>
                  </a:lnTo>
                  <a:lnTo>
                    <a:pt x="116299" y="197749"/>
                  </a:lnTo>
                  <a:close/>
                  <a:moveTo>
                    <a:pt x="348898" y="160787"/>
                  </a:moveTo>
                  <a:lnTo>
                    <a:pt x="348898" y="197749"/>
                  </a:lnTo>
                  <a:lnTo>
                    <a:pt x="385508" y="197749"/>
                  </a:lnTo>
                  <a:close/>
                  <a:moveTo>
                    <a:pt x="310131" y="160787"/>
                  </a:moveTo>
                  <a:lnTo>
                    <a:pt x="348898" y="197749"/>
                  </a:lnTo>
                  <a:lnTo>
                    <a:pt x="348898" y="160787"/>
                  </a:lnTo>
                  <a:close/>
                  <a:moveTo>
                    <a:pt x="38766" y="123826"/>
                  </a:moveTo>
                  <a:lnTo>
                    <a:pt x="38766" y="138797"/>
                  </a:lnTo>
                  <a:lnTo>
                    <a:pt x="62663" y="123826"/>
                  </a:lnTo>
                  <a:close/>
                  <a:moveTo>
                    <a:pt x="38766" y="138797"/>
                  </a:moveTo>
                  <a:lnTo>
                    <a:pt x="54442" y="160787"/>
                  </a:lnTo>
                  <a:lnTo>
                    <a:pt x="62663" y="123826"/>
                  </a:lnTo>
                  <a:close/>
                  <a:moveTo>
                    <a:pt x="62663" y="123826"/>
                  </a:moveTo>
                  <a:lnTo>
                    <a:pt x="54442" y="160787"/>
                  </a:lnTo>
                  <a:lnTo>
                    <a:pt x="77533" y="142771"/>
                  </a:lnTo>
                  <a:close/>
                  <a:moveTo>
                    <a:pt x="77533" y="142771"/>
                  </a:moveTo>
                  <a:lnTo>
                    <a:pt x="54442" y="160787"/>
                  </a:lnTo>
                  <a:lnTo>
                    <a:pt x="77533" y="160787"/>
                  </a:lnTo>
                  <a:close/>
                  <a:moveTo>
                    <a:pt x="310131" y="160787"/>
                  </a:moveTo>
                  <a:lnTo>
                    <a:pt x="348898" y="160787"/>
                  </a:lnTo>
                  <a:lnTo>
                    <a:pt x="310131" y="123826"/>
                  </a:lnTo>
                  <a:close/>
                  <a:moveTo>
                    <a:pt x="271365" y="123826"/>
                  </a:moveTo>
                  <a:lnTo>
                    <a:pt x="310131" y="160787"/>
                  </a:lnTo>
                  <a:lnTo>
                    <a:pt x="310131" y="123826"/>
                  </a:lnTo>
                  <a:close/>
                  <a:moveTo>
                    <a:pt x="22855" y="86864"/>
                  </a:moveTo>
                  <a:lnTo>
                    <a:pt x="38766" y="123826"/>
                  </a:lnTo>
                  <a:lnTo>
                    <a:pt x="38766" y="86864"/>
                  </a:lnTo>
                  <a:close/>
                  <a:moveTo>
                    <a:pt x="53412" y="86864"/>
                  </a:moveTo>
                  <a:lnTo>
                    <a:pt x="38766" y="86864"/>
                  </a:lnTo>
                  <a:lnTo>
                    <a:pt x="38766" y="123826"/>
                  </a:lnTo>
                  <a:close/>
                  <a:moveTo>
                    <a:pt x="271365" y="123826"/>
                  </a:moveTo>
                  <a:lnTo>
                    <a:pt x="310131" y="123826"/>
                  </a:lnTo>
                  <a:lnTo>
                    <a:pt x="271365" y="86864"/>
                  </a:lnTo>
                  <a:close/>
                  <a:moveTo>
                    <a:pt x="232598" y="86864"/>
                  </a:moveTo>
                  <a:lnTo>
                    <a:pt x="271365" y="123826"/>
                  </a:lnTo>
                  <a:lnTo>
                    <a:pt x="271365" y="86864"/>
                  </a:lnTo>
                  <a:close/>
                  <a:moveTo>
                    <a:pt x="68325" y="49902"/>
                  </a:moveTo>
                  <a:lnTo>
                    <a:pt x="38766" y="49902"/>
                  </a:lnTo>
                  <a:lnTo>
                    <a:pt x="38766" y="86864"/>
                  </a:lnTo>
                  <a:close/>
                  <a:moveTo>
                    <a:pt x="232598" y="86864"/>
                  </a:moveTo>
                  <a:lnTo>
                    <a:pt x="271365" y="86864"/>
                  </a:lnTo>
                  <a:lnTo>
                    <a:pt x="232598" y="49902"/>
                  </a:lnTo>
                  <a:close/>
                  <a:moveTo>
                    <a:pt x="232598" y="86864"/>
                  </a:moveTo>
                  <a:lnTo>
                    <a:pt x="232598" y="49902"/>
                  </a:lnTo>
                  <a:lnTo>
                    <a:pt x="228763" y="86864"/>
                  </a:lnTo>
                  <a:close/>
                  <a:moveTo>
                    <a:pt x="232598" y="49902"/>
                  </a:moveTo>
                  <a:lnTo>
                    <a:pt x="197802" y="49902"/>
                  </a:lnTo>
                  <a:lnTo>
                    <a:pt x="228763" y="86864"/>
                  </a:lnTo>
                  <a:close/>
                  <a:moveTo>
                    <a:pt x="77533" y="12940"/>
                  </a:moveTo>
                  <a:lnTo>
                    <a:pt x="70632" y="12940"/>
                  </a:lnTo>
                  <a:lnTo>
                    <a:pt x="77533" y="41398"/>
                  </a:lnTo>
                  <a:close/>
                  <a:moveTo>
                    <a:pt x="70632" y="12940"/>
                  </a:moveTo>
                  <a:lnTo>
                    <a:pt x="38766" y="42093"/>
                  </a:lnTo>
                  <a:lnTo>
                    <a:pt x="77533" y="41398"/>
                  </a:lnTo>
                  <a:close/>
                  <a:moveTo>
                    <a:pt x="77533" y="41398"/>
                  </a:moveTo>
                  <a:lnTo>
                    <a:pt x="38766" y="42093"/>
                  </a:lnTo>
                  <a:lnTo>
                    <a:pt x="68325" y="49902"/>
                  </a:lnTo>
                  <a:close/>
                  <a:moveTo>
                    <a:pt x="68325" y="49902"/>
                  </a:moveTo>
                  <a:lnTo>
                    <a:pt x="38766" y="42093"/>
                  </a:lnTo>
                  <a:lnTo>
                    <a:pt x="38766" y="49902"/>
                  </a:lnTo>
                  <a:close/>
                  <a:moveTo>
                    <a:pt x="193832" y="14666"/>
                  </a:moveTo>
                  <a:lnTo>
                    <a:pt x="155066" y="12940"/>
                  </a:lnTo>
                  <a:lnTo>
                    <a:pt x="155066" y="27496"/>
                  </a:lnTo>
                  <a:close/>
                  <a:moveTo>
                    <a:pt x="193832" y="14666"/>
                  </a:moveTo>
                  <a:lnTo>
                    <a:pt x="155066" y="27496"/>
                  </a:lnTo>
                  <a:lnTo>
                    <a:pt x="193832" y="46672"/>
                  </a:lnTo>
                  <a:close/>
                  <a:moveTo>
                    <a:pt x="232598" y="43443"/>
                  </a:moveTo>
                  <a:lnTo>
                    <a:pt x="197802" y="49902"/>
                  </a:lnTo>
                  <a:lnTo>
                    <a:pt x="232598" y="49902"/>
                  </a:lnTo>
                  <a:close/>
                  <a:moveTo>
                    <a:pt x="193832" y="46672"/>
                  </a:moveTo>
                  <a:lnTo>
                    <a:pt x="197802" y="49902"/>
                  </a:lnTo>
                  <a:lnTo>
                    <a:pt x="232598" y="43443"/>
                  </a:lnTo>
                  <a:close/>
                  <a:moveTo>
                    <a:pt x="193832" y="14666"/>
                  </a:moveTo>
                  <a:lnTo>
                    <a:pt x="193832" y="46672"/>
                  </a:lnTo>
                  <a:lnTo>
                    <a:pt x="232598" y="43443"/>
                  </a:lnTo>
                  <a:close/>
                  <a:moveTo>
                    <a:pt x="116299" y="12940"/>
                  </a:moveTo>
                  <a:lnTo>
                    <a:pt x="77533" y="12940"/>
                  </a:lnTo>
                  <a:lnTo>
                    <a:pt x="116299" y="25013"/>
                  </a:lnTo>
                  <a:close/>
                  <a:moveTo>
                    <a:pt x="77533" y="12940"/>
                  </a:moveTo>
                  <a:lnTo>
                    <a:pt x="77533" y="41398"/>
                  </a:lnTo>
                  <a:lnTo>
                    <a:pt x="116299" y="25013"/>
                  </a:lnTo>
                  <a:close/>
                  <a:moveTo>
                    <a:pt x="116299" y="12940"/>
                  </a:moveTo>
                  <a:lnTo>
                    <a:pt x="155066" y="12940"/>
                  </a:lnTo>
                  <a:lnTo>
                    <a:pt x="155066" y="0"/>
                  </a:lnTo>
                  <a:close/>
                  <a:moveTo>
                    <a:pt x="155066" y="12940"/>
                  </a:moveTo>
                  <a:lnTo>
                    <a:pt x="116299" y="12940"/>
                  </a:lnTo>
                  <a:lnTo>
                    <a:pt x="155066" y="27496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3970" name="Candidate_B3__3969">
              <a:extLst>
                <a:ext uri="{FF2B5EF4-FFF2-40B4-BE49-F238E27FC236}">
                  <a16:creationId xmlns:a16="http://schemas.microsoft.com/office/drawing/2014/main" id="{58B8F477-A017-08BB-3925-6452119CB017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96140"/>
              <a:ext cx="387664" cy="493846"/>
            </a:xfrm>
            <a:custGeom>
              <a:avLst/>
              <a:gdLst/>
              <a:ahLst/>
              <a:cxnLst/>
              <a:rect l="0" t="0" r="0" b="0"/>
              <a:pathLst>
                <a:path w="387664" h="493846">
                  <a:moveTo>
                    <a:pt x="38766" y="480504"/>
                  </a:moveTo>
                  <a:lnTo>
                    <a:pt x="75849" y="480504"/>
                  </a:lnTo>
                  <a:lnTo>
                    <a:pt x="38766" y="450443"/>
                  </a:lnTo>
                  <a:close/>
                  <a:moveTo>
                    <a:pt x="232598" y="484952"/>
                  </a:moveTo>
                  <a:lnTo>
                    <a:pt x="271365" y="480504"/>
                  </a:lnTo>
                  <a:lnTo>
                    <a:pt x="249044" y="480504"/>
                  </a:lnTo>
                  <a:close/>
                  <a:moveTo>
                    <a:pt x="249044" y="480504"/>
                  </a:moveTo>
                  <a:lnTo>
                    <a:pt x="271365" y="480504"/>
                  </a:lnTo>
                  <a:lnTo>
                    <a:pt x="271365" y="473990"/>
                  </a:lnTo>
                  <a:close/>
                  <a:moveTo>
                    <a:pt x="310131" y="455949"/>
                  </a:moveTo>
                  <a:lnTo>
                    <a:pt x="348898" y="443542"/>
                  </a:lnTo>
                  <a:lnTo>
                    <a:pt x="327571" y="443542"/>
                  </a:lnTo>
                  <a:close/>
                  <a:moveTo>
                    <a:pt x="33346" y="443542"/>
                  </a:moveTo>
                  <a:lnTo>
                    <a:pt x="26005" y="406580"/>
                  </a:lnTo>
                  <a:lnTo>
                    <a:pt x="0" y="443542"/>
                  </a:lnTo>
                  <a:close/>
                  <a:moveTo>
                    <a:pt x="327571" y="443542"/>
                  </a:moveTo>
                  <a:lnTo>
                    <a:pt x="348898" y="443542"/>
                  </a:lnTo>
                  <a:lnTo>
                    <a:pt x="348898" y="420285"/>
                  </a:lnTo>
                  <a:close/>
                  <a:moveTo>
                    <a:pt x="26005" y="406580"/>
                  </a:moveTo>
                  <a:lnTo>
                    <a:pt x="38766" y="372850"/>
                  </a:lnTo>
                  <a:lnTo>
                    <a:pt x="0" y="406580"/>
                  </a:lnTo>
                  <a:close/>
                  <a:moveTo>
                    <a:pt x="0" y="406580"/>
                  </a:moveTo>
                  <a:lnTo>
                    <a:pt x="38766" y="372850"/>
                  </a:lnTo>
                  <a:lnTo>
                    <a:pt x="38766" y="369618"/>
                  </a:lnTo>
                  <a:close/>
                  <a:moveTo>
                    <a:pt x="387664" y="369618"/>
                  </a:moveTo>
                  <a:lnTo>
                    <a:pt x="370802" y="369618"/>
                  </a:lnTo>
                  <a:lnTo>
                    <a:pt x="358603" y="406580"/>
                  </a:lnTo>
                  <a:close/>
                  <a:moveTo>
                    <a:pt x="40176" y="369618"/>
                  </a:moveTo>
                  <a:lnTo>
                    <a:pt x="77208" y="332657"/>
                  </a:lnTo>
                  <a:lnTo>
                    <a:pt x="38766" y="369618"/>
                  </a:lnTo>
                  <a:close/>
                  <a:moveTo>
                    <a:pt x="77208" y="332657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38766" y="369618"/>
                  </a:moveTo>
                  <a:lnTo>
                    <a:pt x="38766" y="372850"/>
                  </a:lnTo>
                  <a:lnTo>
                    <a:pt x="40176" y="369618"/>
                  </a:lnTo>
                  <a:close/>
                  <a:moveTo>
                    <a:pt x="387664" y="332657"/>
                  </a:moveTo>
                  <a:lnTo>
                    <a:pt x="372577" y="332657"/>
                  </a:lnTo>
                  <a:lnTo>
                    <a:pt x="370802" y="369618"/>
                  </a:lnTo>
                  <a:close/>
                  <a:moveTo>
                    <a:pt x="387664" y="295695"/>
                  </a:moveTo>
                  <a:lnTo>
                    <a:pt x="368254" y="295695"/>
                  </a:lnTo>
                  <a:lnTo>
                    <a:pt x="372577" y="332657"/>
                  </a:lnTo>
                  <a:close/>
                  <a:moveTo>
                    <a:pt x="128328" y="295695"/>
                  </a:moveTo>
                  <a:lnTo>
                    <a:pt x="155066" y="268812"/>
                  </a:lnTo>
                  <a:lnTo>
                    <a:pt x="116299" y="295695"/>
                  </a:lnTo>
                  <a:close/>
                  <a:moveTo>
                    <a:pt x="116299" y="295695"/>
                  </a:moveTo>
                  <a:lnTo>
                    <a:pt x="155066" y="268812"/>
                  </a:lnTo>
                  <a:lnTo>
                    <a:pt x="155066" y="258733"/>
                  </a:lnTo>
                  <a:close/>
                  <a:moveTo>
                    <a:pt x="116299" y="295695"/>
                  </a:moveTo>
                  <a:lnTo>
                    <a:pt x="116299" y="304164"/>
                  </a:lnTo>
                  <a:lnTo>
                    <a:pt x="128328" y="295695"/>
                  </a:lnTo>
                  <a:close/>
                  <a:moveTo>
                    <a:pt x="387664" y="258733"/>
                  </a:moveTo>
                  <a:lnTo>
                    <a:pt x="360544" y="258733"/>
                  </a:lnTo>
                  <a:lnTo>
                    <a:pt x="368254" y="295695"/>
                  </a:lnTo>
                  <a:close/>
                  <a:moveTo>
                    <a:pt x="165294" y="258733"/>
                  </a:moveTo>
                  <a:lnTo>
                    <a:pt x="177828" y="221771"/>
                  </a:lnTo>
                  <a:lnTo>
                    <a:pt x="155066" y="258733"/>
                  </a:lnTo>
                  <a:close/>
                  <a:moveTo>
                    <a:pt x="177828" y="221771"/>
                  </a:moveTo>
                  <a:lnTo>
                    <a:pt x="155066" y="221771"/>
                  </a:lnTo>
                  <a:lnTo>
                    <a:pt x="155066" y="258733"/>
                  </a:lnTo>
                  <a:close/>
                  <a:moveTo>
                    <a:pt x="155066" y="258733"/>
                  </a:moveTo>
                  <a:lnTo>
                    <a:pt x="155066" y="268812"/>
                  </a:lnTo>
                  <a:lnTo>
                    <a:pt x="165294" y="258733"/>
                  </a:lnTo>
                  <a:close/>
                  <a:moveTo>
                    <a:pt x="387664" y="221771"/>
                  </a:moveTo>
                  <a:lnTo>
                    <a:pt x="348962" y="221771"/>
                  </a:lnTo>
                  <a:lnTo>
                    <a:pt x="360544" y="258733"/>
                  </a:lnTo>
                  <a:close/>
                  <a:moveTo>
                    <a:pt x="177828" y="221771"/>
                  </a:moveTo>
                  <a:lnTo>
                    <a:pt x="155866" y="184809"/>
                  </a:lnTo>
                  <a:lnTo>
                    <a:pt x="155066" y="221771"/>
                  </a:lnTo>
                  <a:close/>
                  <a:moveTo>
                    <a:pt x="155866" y="184809"/>
                  </a:moveTo>
                  <a:lnTo>
                    <a:pt x="155066" y="184809"/>
                  </a:lnTo>
                  <a:lnTo>
                    <a:pt x="155066" y="221771"/>
                  </a:lnTo>
                  <a:close/>
                  <a:moveTo>
                    <a:pt x="348898" y="221638"/>
                  </a:moveTo>
                  <a:lnTo>
                    <a:pt x="348962" y="221771"/>
                  </a:lnTo>
                  <a:lnTo>
                    <a:pt x="348898" y="184809"/>
                  </a:lnTo>
                  <a:close/>
                  <a:moveTo>
                    <a:pt x="116299" y="184809"/>
                  </a:moveTo>
                  <a:lnTo>
                    <a:pt x="155066" y="184809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066" y="184364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866" y="184809"/>
                  </a:lnTo>
                  <a:lnTo>
                    <a:pt x="155066" y="184364"/>
                  </a:lnTo>
                  <a:close/>
                  <a:moveTo>
                    <a:pt x="310131" y="170524"/>
                  </a:moveTo>
                  <a:lnTo>
                    <a:pt x="323418" y="184809"/>
                  </a:lnTo>
                  <a:lnTo>
                    <a:pt x="310131" y="147847"/>
                  </a:lnTo>
                  <a:close/>
                  <a:moveTo>
                    <a:pt x="310131" y="147847"/>
                  </a:moveTo>
                  <a:lnTo>
                    <a:pt x="323418" y="184809"/>
                  </a:lnTo>
                  <a:lnTo>
                    <a:pt x="348898" y="184809"/>
                  </a:lnTo>
                  <a:close/>
                  <a:moveTo>
                    <a:pt x="348898" y="221638"/>
                  </a:moveTo>
                  <a:lnTo>
                    <a:pt x="348898" y="184809"/>
                  </a:lnTo>
                  <a:lnTo>
                    <a:pt x="323418" y="184809"/>
                  </a:lnTo>
                  <a:close/>
                  <a:moveTo>
                    <a:pt x="77533" y="147847"/>
                  </a:moveTo>
                  <a:lnTo>
                    <a:pt x="98842" y="147847"/>
                  </a:lnTo>
                  <a:lnTo>
                    <a:pt x="77533" y="129831"/>
                  </a:lnTo>
                  <a:close/>
                  <a:moveTo>
                    <a:pt x="271365" y="136101"/>
                  </a:moveTo>
                  <a:lnTo>
                    <a:pt x="283489" y="147847"/>
                  </a:lnTo>
                  <a:lnTo>
                    <a:pt x="271365" y="110886"/>
                  </a:lnTo>
                  <a:close/>
                  <a:moveTo>
                    <a:pt x="271365" y="110886"/>
                  </a:moveTo>
                  <a:lnTo>
                    <a:pt x="283489" y="147847"/>
                  </a:lnTo>
                  <a:lnTo>
                    <a:pt x="310131" y="147847"/>
                  </a:lnTo>
                  <a:close/>
                  <a:moveTo>
                    <a:pt x="310131" y="170524"/>
                  </a:moveTo>
                  <a:lnTo>
                    <a:pt x="310131" y="147847"/>
                  </a:lnTo>
                  <a:lnTo>
                    <a:pt x="283489" y="147847"/>
                  </a:lnTo>
                  <a:close/>
                  <a:moveTo>
                    <a:pt x="62663" y="110886"/>
                  </a:moveTo>
                  <a:lnTo>
                    <a:pt x="53412" y="73924"/>
                  </a:lnTo>
                  <a:lnTo>
                    <a:pt x="38766" y="110886"/>
                  </a:lnTo>
                  <a:close/>
                  <a:moveTo>
                    <a:pt x="232598" y="81169"/>
                  </a:moveTo>
                  <a:lnTo>
                    <a:pt x="251672" y="110886"/>
                  </a:lnTo>
                  <a:lnTo>
                    <a:pt x="232598" y="73924"/>
                  </a:lnTo>
                  <a:close/>
                  <a:moveTo>
                    <a:pt x="232598" y="73924"/>
                  </a:moveTo>
                  <a:lnTo>
                    <a:pt x="251672" y="110886"/>
                  </a:lnTo>
                  <a:lnTo>
                    <a:pt x="271365" y="110886"/>
                  </a:lnTo>
                  <a:close/>
                  <a:moveTo>
                    <a:pt x="271365" y="136101"/>
                  </a:moveTo>
                  <a:lnTo>
                    <a:pt x="271365" y="110886"/>
                  </a:lnTo>
                  <a:lnTo>
                    <a:pt x="251672" y="110886"/>
                  </a:lnTo>
                  <a:close/>
                  <a:moveTo>
                    <a:pt x="53412" y="73924"/>
                  </a:moveTo>
                  <a:lnTo>
                    <a:pt x="68325" y="36962"/>
                  </a:lnTo>
                  <a:lnTo>
                    <a:pt x="38766" y="73924"/>
                  </a:lnTo>
                  <a:close/>
                  <a:moveTo>
                    <a:pt x="232598" y="81169"/>
                  </a:moveTo>
                  <a:lnTo>
                    <a:pt x="232598" y="73924"/>
                  </a:lnTo>
                  <a:lnTo>
                    <a:pt x="228763" y="73924"/>
                  </a:lnTo>
                  <a:close/>
                  <a:moveTo>
                    <a:pt x="116299" y="0"/>
                  </a:moveTo>
                  <a:lnTo>
                    <a:pt x="116299" y="12073"/>
                  </a:lnTo>
                  <a:lnTo>
                    <a:pt x="155066" y="14556"/>
                  </a:lnTo>
                  <a:close/>
                  <a:moveTo>
                    <a:pt x="75849" y="480504"/>
                  </a:moveTo>
                  <a:lnTo>
                    <a:pt x="77533" y="481346"/>
                  </a:lnTo>
                  <a:lnTo>
                    <a:pt x="77533" y="480504"/>
                  </a:lnTo>
                  <a:close/>
                  <a:moveTo>
                    <a:pt x="77533" y="480504"/>
                  </a:moveTo>
                  <a:lnTo>
                    <a:pt x="38766" y="450443"/>
                  </a:lnTo>
                  <a:lnTo>
                    <a:pt x="75849" y="480504"/>
                  </a:lnTo>
                  <a:close/>
                  <a:moveTo>
                    <a:pt x="38766" y="443542"/>
                  </a:moveTo>
                  <a:lnTo>
                    <a:pt x="38766" y="450443"/>
                  </a:lnTo>
                  <a:lnTo>
                    <a:pt x="77533" y="480504"/>
                  </a:lnTo>
                  <a:close/>
                  <a:moveTo>
                    <a:pt x="116299" y="480504"/>
                  </a:moveTo>
                  <a:lnTo>
                    <a:pt x="77533" y="481346"/>
                  </a:lnTo>
                  <a:lnTo>
                    <a:pt x="116299" y="491510"/>
                  </a:lnTo>
                  <a:close/>
                  <a:moveTo>
                    <a:pt x="116299" y="480504"/>
                  </a:moveTo>
                  <a:lnTo>
                    <a:pt x="77533" y="480504"/>
                  </a:lnTo>
                  <a:lnTo>
                    <a:pt x="77533" y="481346"/>
                  </a:lnTo>
                  <a:close/>
                  <a:moveTo>
                    <a:pt x="155066" y="480504"/>
                  </a:moveTo>
                  <a:lnTo>
                    <a:pt x="116299" y="491510"/>
                  </a:lnTo>
                  <a:lnTo>
                    <a:pt x="155066" y="493846"/>
                  </a:lnTo>
                  <a:close/>
                  <a:moveTo>
                    <a:pt x="193832" y="480504"/>
                  </a:moveTo>
                  <a:lnTo>
                    <a:pt x="155066" y="493846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193832" y="491283"/>
                  </a:lnTo>
                  <a:lnTo>
                    <a:pt x="232598" y="484952"/>
                  </a:lnTo>
                  <a:close/>
                  <a:moveTo>
                    <a:pt x="232598" y="480504"/>
                  </a:moveTo>
                  <a:lnTo>
                    <a:pt x="193832" y="480504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232598" y="484952"/>
                  </a:lnTo>
                  <a:lnTo>
                    <a:pt x="249044" y="480504"/>
                  </a:lnTo>
                  <a:close/>
                  <a:moveTo>
                    <a:pt x="33346" y="443542"/>
                  </a:moveTo>
                  <a:lnTo>
                    <a:pt x="38766" y="450443"/>
                  </a:lnTo>
                  <a:lnTo>
                    <a:pt x="38766" y="443542"/>
                  </a:lnTo>
                  <a:close/>
                  <a:moveTo>
                    <a:pt x="26005" y="406580"/>
                  </a:moveTo>
                  <a:lnTo>
                    <a:pt x="38766" y="443542"/>
                  </a:lnTo>
                  <a:lnTo>
                    <a:pt x="38766" y="406580"/>
                  </a:lnTo>
                  <a:close/>
                  <a:moveTo>
                    <a:pt x="26005" y="406580"/>
                  </a:moveTo>
                  <a:lnTo>
                    <a:pt x="33346" y="443542"/>
                  </a:lnTo>
                  <a:lnTo>
                    <a:pt x="38766" y="443542"/>
                  </a:lnTo>
                  <a:close/>
                  <a:moveTo>
                    <a:pt x="310131" y="443542"/>
                  </a:moveTo>
                  <a:lnTo>
                    <a:pt x="271365" y="473990"/>
                  </a:lnTo>
                  <a:lnTo>
                    <a:pt x="310131" y="455949"/>
                  </a:lnTo>
                  <a:close/>
                  <a:moveTo>
                    <a:pt x="310131" y="443542"/>
                  </a:moveTo>
                  <a:lnTo>
                    <a:pt x="310131" y="455949"/>
                  </a:lnTo>
                  <a:lnTo>
                    <a:pt x="327571" y="443542"/>
                  </a:lnTo>
                  <a:close/>
                  <a:moveTo>
                    <a:pt x="348898" y="406580"/>
                  </a:moveTo>
                  <a:lnTo>
                    <a:pt x="327571" y="443542"/>
                  </a:lnTo>
                  <a:lnTo>
                    <a:pt x="348898" y="420285"/>
                  </a:lnTo>
                  <a:close/>
                  <a:moveTo>
                    <a:pt x="310131" y="443542"/>
                  </a:moveTo>
                  <a:lnTo>
                    <a:pt x="327571" y="443542"/>
                  </a:lnTo>
                  <a:lnTo>
                    <a:pt x="348898" y="406580"/>
                  </a:lnTo>
                  <a:close/>
                  <a:moveTo>
                    <a:pt x="38766" y="372850"/>
                  </a:moveTo>
                  <a:lnTo>
                    <a:pt x="26005" y="406580"/>
                  </a:lnTo>
                  <a:lnTo>
                    <a:pt x="38766" y="406580"/>
                  </a:lnTo>
                  <a:close/>
                  <a:moveTo>
                    <a:pt x="38766" y="406580"/>
                  </a:moveTo>
                  <a:lnTo>
                    <a:pt x="40176" y="369618"/>
                  </a:lnTo>
                  <a:lnTo>
                    <a:pt x="38766" y="372850"/>
                  </a:lnTo>
                  <a:close/>
                  <a:moveTo>
                    <a:pt x="348898" y="406580"/>
                  </a:moveTo>
                  <a:lnTo>
                    <a:pt x="348898" y="420285"/>
                  </a:lnTo>
                  <a:lnTo>
                    <a:pt x="358603" y="406580"/>
                  </a:lnTo>
                  <a:close/>
                  <a:moveTo>
                    <a:pt x="348898" y="369618"/>
                  </a:moveTo>
                  <a:lnTo>
                    <a:pt x="358603" y="406580"/>
                  </a:lnTo>
                  <a:lnTo>
                    <a:pt x="370802" y="369618"/>
                  </a:lnTo>
                  <a:close/>
                  <a:moveTo>
                    <a:pt x="77208" y="332657"/>
                  </a:moveTo>
                  <a:lnTo>
                    <a:pt x="77533" y="369618"/>
                  </a:lnTo>
                  <a:lnTo>
                    <a:pt x="77533" y="332657"/>
                  </a:lnTo>
                  <a:close/>
                  <a:moveTo>
                    <a:pt x="77208" y="332657"/>
                  </a:moveTo>
                  <a:lnTo>
                    <a:pt x="40176" y="369618"/>
                  </a:lnTo>
                  <a:lnTo>
                    <a:pt x="77533" y="369618"/>
                  </a:lnTo>
                  <a:close/>
                  <a:moveTo>
                    <a:pt x="348898" y="332657"/>
                  </a:moveTo>
                  <a:lnTo>
                    <a:pt x="370802" y="369618"/>
                  </a:lnTo>
                  <a:lnTo>
                    <a:pt x="372577" y="332657"/>
                  </a:lnTo>
                  <a:close/>
                  <a:moveTo>
                    <a:pt x="77533" y="332392"/>
                  </a:moveTo>
                  <a:lnTo>
                    <a:pt x="77208" y="332657"/>
                  </a:lnTo>
                  <a:lnTo>
                    <a:pt x="77533" y="332657"/>
                  </a:lnTo>
                  <a:close/>
                  <a:moveTo>
                    <a:pt x="77533" y="332657"/>
                  </a:moveTo>
                  <a:lnTo>
                    <a:pt x="116299" y="304164"/>
                  </a:lnTo>
                  <a:lnTo>
                    <a:pt x="77533" y="332392"/>
                  </a:lnTo>
                  <a:close/>
                  <a:moveTo>
                    <a:pt x="77533" y="332657"/>
                  </a:moveTo>
                  <a:lnTo>
                    <a:pt x="116299" y="332657"/>
                  </a:lnTo>
                  <a:lnTo>
                    <a:pt x="116299" y="304164"/>
                  </a:lnTo>
                  <a:close/>
                  <a:moveTo>
                    <a:pt x="116299" y="332657"/>
                  </a:moveTo>
                  <a:lnTo>
                    <a:pt x="128328" y="295695"/>
                  </a:lnTo>
                  <a:lnTo>
                    <a:pt x="116299" y="304164"/>
                  </a:lnTo>
                  <a:close/>
                  <a:moveTo>
                    <a:pt x="348898" y="295695"/>
                  </a:moveTo>
                  <a:lnTo>
                    <a:pt x="372577" y="332657"/>
                  </a:lnTo>
                  <a:lnTo>
                    <a:pt x="368254" y="295695"/>
                  </a:lnTo>
                  <a:close/>
                  <a:moveTo>
                    <a:pt x="155066" y="268812"/>
                  </a:moveTo>
                  <a:lnTo>
                    <a:pt x="128328" y="295695"/>
                  </a:lnTo>
                  <a:lnTo>
                    <a:pt x="155066" y="295695"/>
                  </a:lnTo>
                  <a:close/>
                  <a:moveTo>
                    <a:pt x="155066" y="295695"/>
                  </a:moveTo>
                  <a:lnTo>
                    <a:pt x="165294" y="258733"/>
                  </a:lnTo>
                  <a:lnTo>
                    <a:pt x="155066" y="268812"/>
                  </a:lnTo>
                  <a:close/>
                  <a:moveTo>
                    <a:pt x="348898" y="258733"/>
                  </a:moveTo>
                  <a:lnTo>
                    <a:pt x="368254" y="295695"/>
                  </a:lnTo>
                  <a:lnTo>
                    <a:pt x="360544" y="258733"/>
                  </a:lnTo>
                  <a:close/>
                  <a:moveTo>
                    <a:pt x="348898" y="258733"/>
                  </a:moveTo>
                  <a:lnTo>
                    <a:pt x="348898" y="295695"/>
                  </a:lnTo>
                  <a:lnTo>
                    <a:pt x="368254" y="295695"/>
                  </a:lnTo>
                  <a:close/>
                  <a:moveTo>
                    <a:pt x="177828" y="221771"/>
                  </a:moveTo>
                  <a:lnTo>
                    <a:pt x="193832" y="258733"/>
                  </a:lnTo>
                  <a:lnTo>
                    <a:pt x="193832" y="221771"/>
                  </a:lnTo>
                  <a:close/>
                  <a:moveTo>
                    <a:pt x="177828" y="221771"/>
                  </a:moveTo>
                  <a:lnTo>
                    <a:pt x="165294" y="258733"/>
                  </a:lnTo>
                  <a:lnTo>
                    <a:pt x="193832" y="258733"/>
                  </a:lnTo>
                  <a:close/>
                  <a:moveTo>
                    <a:pt x="348898" y="221771"/>
                  </a:moveTo>
                  <a:lnTo>
                    <a:pt x="360544" y="258733"/>
                  </a:lnTo>
                  <a:lnTo>
                    <a:pt x="348962" y="221771"/>
                  </a:lnTo>
                  <a:close/>
                  <a:moveTo>
                    <a:pt x="348898" y="221771"/>
                  </a:moveTo>
                  <a:lnTo>
                    <a:pt x="348898" y="258733"/>
                  </a:lnTo>
                  <a:lnTo>
                    <a:pt x="360544" y="258733"/>
                  </a:lnTo>
                  <a:close/>
                  <a:moveTo>
                    <a:pt x="155866" y="184809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866" y="184809"/>
                  </a:moveTo>
                  <a:lnTo>
                    <a:pt x="177828" y="221771"/>
                  </a:lnTo>
                  <a:lnTo>
                    <a:pt x="193832" y="221771"/>
                  </a:lnTo>
                  <a:close/>
                  <a:moveTo>
                    <a:pt x="310131" y="184809"/>
                  </a:moveTo>
                  <a:lnTo>
                    <a:pt x="348898" y="221638"/>
                  </a:lnTo>
                  <a:lnTo>
                    <a:pt x="323418" y="184809"/>
                  </a:lnTo>
                  <a:close/>
                  <a:moveTo>
                    <a:pt x="348898" y="221771"/>
                  </a:moveTo>
                  <a:lnTo>
                    <a:pt x="348898" y="221638"/>
                  </a:lnTo>
                  <a:lnTo>
                    <a:pt x="310131" y="184809"/>
                  </a:lnTo>
                  <a:close/>
                  <a:moveTo>
                    <a:pt x="310131" y="221771"/>
                  </a:moveTo>
                  <a:lnTo>
                    <a:pt x="348898" y="221771"/>
                  </a:lnTo>
                  <a:lnTo>
                    <a:pt x="310131" y="184809"/>
                  </a:lnTo>
                  <a:close/>
                  <a:moveTo>
                    <a:pt x="348898" y="221771"/>
                  </a:moveTo>
                  <a:lnTo>
                    <a:pt x="348962" y="221771"/>
                  </a:lnTo>
                  <a:lnTo>
                    <a:pt x="348898" y="221638"/>
                  </a:lnTo>
                  <a:close/>
                  <a:moveTo>
                    <a:pt x="193832" y="184809"/>
                  </a:moveTo>
                  <a:lnTo>
                    <a:pt x="155066" y="184364"/>
                  </a:lnTo>
                  <a:lnTo>
                    <a:pt x="155866" y="184809"/>
                  </a:lnTo>
                  <a:close/>
                  <a:moveTo>
                    <a:pt x="271365" y="147847"/>
                  </a:moveTo>
                  <a:lnTo>
                    <a:pt x="310131" y="170524"/>
                  </a:lnTo>
                  <a:lnTo>
                    <a:pt x="283489" y="147847"/>
                  </a:lnTo>
                  <a:close/>
                  <a:moveTo>
                    <a:pt x="310131" y="184809"/>
                  </a:moveTo>
                  <a:lnTo>
                    <a:pt x="310131" y="170524"/>
                  </a:lnTo>
                  <a:lnTo>
                    <a:pt x="271365" y="147847"/>
                  </a:lnTo>
                  <a:close/>
                  <a:moveTo>
                    <a:pt x="271365" y="184809"/>
                  </a:moveTo>
                  <a:lnTo>
                    <a:pt x="310131" y="184809"/>
                  </a:lnTo>
                  <a:lnTo>
                    <a:pt x="271365" y="147847"/>
                  </a:lnTo>
                  <a:close/>
                  <a:moveTo>
                    <a:pt x="310131" y="184809"/>
                  </a:moveTo>
                  <a:lnTo>
                    <a:pt x="323418" y="184809"/>
                  </a:lnTo>
                  <a:lnTo>
                    <a:pt x="310131" y="170524"/>
                  </a:lnTo>
                  <a:close/>
                  <a:moveTo>
                    <a:pt x="98842" y="147847"/>
                  </a:moveTo>
                  <a:lnTo>
                    <a:pt x="116299" y="161090"/>
                  </a:lnTo>
                  <a:lnTo>
                    <a:pt x="116299" y="147847"/>
                  </a:lnTo>
                  <a:close/>
                  <a:moveTo>
                    <a:pt x="116299" y="147847"/>
                  </a:moveTo>
                  <a:lnTo>
                    <a:pt x="77533" y="129831"/>
                  </a:lnTo>
                  <a:lnTo>
                    <a:pt x="98842" y="147847"/>
                  </a:lnTo>
                  <a:close/>
                  <a:moveTo>
                    <a:pt x="77533" y="110886"/>
                  </a:moveTo>
                  <a:lnTo>
                    <a:pt x="77533" y="129831"/>
                  </a:lnTo>
                  <a:lnTo>
                    <a:pt x="116299" y="147847"/>
                  </a:lnTo>
                  <a:close/>
                  <a:moveTo>
                    <a:pt x="155066" y="147847"/>
                  </a:moveTo>
                  <a:lnTo>
                    <a:pt x="116299" y="161090"/>
                  </a:lnTo>
                  <a:lnTo>
                    <a:pt x="155066" y="184364"/>
                  </a:lnTo>
                  <a:close/>
                  <a:moveTo>
                    <a:pt x="232598" y="110886"/>
                  </a:moveTo>
                  <a:lnTo>
                    <a:pt x="271365" y="136101"/>
                  </a:lnTo>
                  <a:lnTo>
                    <a:pt x="251672" y="110886"/>
                  </a:lnTo>
                  <a:close/>
                  <a:moveTo>
                    <a:pt x="271365" y="147847"/>
                  </a:moveTo>
                  <a:lnTo>
                    <a:pt x="271365" y="136101"/>
                  </a:lnTo>
                  <a:lnTo>
                    <a:pt x="232598" y="110886"/>
                  </a:lnTo>
                  <a:close/>
                  <a:moveTo>
                    <a:pt x="271365" y="147847"/>
                  </a:moveTo>
                  <a:lnTo>
                    <a:pt x="283489" y="147847"/>
                  </a:lnTo>
                  <a:lnTo>
                    <a:pt x="271365" y="136101"/>
                  </a:lnTo>
                  <a:close/>
                  <a:moveTo>
                    <a:pt x="62663" y="110886"/>
                  </a:moveTo>
                  <a:lnTo>
                    <a:pt x="77533" y="129831"/>
                  </a:lnTo>
                  <a:lnTo>
                    <a:pt x="77533" y="110886"/>
                  </a:lnTo>
                  <a:close/>
                  <a:moveTo>
                    <a:pt x="53412" y="73924"/>
                  </a:moveTo>
                  <a:lnTo>
                    <a:pt x="62663" y="110886"/>
                  </a:lnTo>
                  <a:lnTo>
                    <a:pt x="77533" y="110886"/>
                  </a:lnTo>
                  <a:close/>
                  <a:moveTo>
                    <a:pt x="193832" y="73924"/>
                  </a:moveTo>
                  <a:lnTo>
                    <a:pt x="232598" y="81169"/>
                  </a:lnTo>
                  <a:lnTo>
                    <a:pt x="228763" y="73924"/>
                  </a:lnTo>
                  <a:close/>
                  <a:moveTo>
                    <a:pt x="232598" y="110886"/>
                  </a:moveTo>
                  <a:lnTo>
                    <a:pt x="251672" y="110886"/>
                  </a:lnTo>
                  <a:lnTo>
                    <a:pt x="232598" y="81169"/>
                  </a:lnTo>
                  <a:close/>
                  <a:moveTo>
                    <a:pt x="68325" y="36962"/>
                  </a:moveTo>
                  <a:lnTo>
                    <a:pt x="53412" y="73924"/>
                  </a:lnTo>
                  <a:lnTo>
                    <a:pt x="77533" y="73924"/>
                  </a:lnTo>
                  <a:close/>
                  <a:moveTo>
                    <a:pt x="193832" y="36962"/>
                  </a:moveTo>
                  <a:lnTo>
                    <a:pt x="228763" y="73924"/>
                  </a:lnTo>
                  <a:lnTo>
                    <a:pt x="197802" y="36962"/>
                  </a:lnTo>
                  <a:close/>
                  <a:moveTo>
                    <a:pt x="193832" y="36962"/>
                  </a:moveTo>
                  <a:lnTo>
                    <a:pt x="193832" y="73924"/>
                  </a:lnTo>
                  <a:lnTo>
                    <a:pt x="228763" y="73924"/>
                  </a:lnTo>
                  <a:close/>
                  <a:moveTo>
                    <a:pt x="77533" y="28458"/>
                  </a:moveTo>
                  <a:lnTo>
                    <a:pt x="68325" y="36962"/>
                  </a:lnTo>
                  <a:lnTo>
                    <a:pt x="77533" y="36962"/>
                  </a:lnTo>
                  <a:close/>
                  <a:moveTo>
                    <a:pt x="77533" y="36962"/>
                  </a:moveTo>
                  <a:lnTo>
                    <a:pt x="116299" y="12073"/>
                  </a:lnTo>
                  <a:lnTo>
                    <a:pt x="77533" y="28458"/>
                  </a:lnTo>
                  <a:close/>
                  <a:moveTo>
                    <a:pt x="116299" y="36962"/>
                  </a:moveTo>
                  <a:lnTo>
                    <a:pt x="155066" y="14556"/>
                  </a:lnTo>
                  <a:lnTo>
                    <a:pt x="116299" y="12073"/>
                  </a:lnTo>
                  <a:close/>
                  <a:moveTo>
                    <a:pt x="155066" y="36962"/>
                  </a:moveTo>
                  <a:lnTo>
                    <a:pt x="193832" y="33732"/>
                  </a:lnTo>
                  <a:lnTo>
                    <a:pt x="155066" y="14556"/>
                  </a:lnTo>
                  <a:close/>
                  <a:moveTo>
                    <a:pt x="155066" y="36962"/>
                  </a:moveTo>
                  <a:lnTo>
                    <a:pt x="193832" y="36962"/>
                  </a:lnTo>
                  <a:lnTo>
                    <a:pt x="193832" y="33732"/>
                  </a:lnTo>
                  <a:close/>
                  <a:moveTo>
                    <a:pt x="193832" y="36962"/>
                  </a:moveTo>
                  <a:lnTo>
                    <a:pt x="197802" y="36962"/>
                  </a:lnTo>
                  <a:lnTo>
                    <a:pt x="193832" y="33732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3971" name="Candidate_B3__3970">
              <a:extLst>
                <a:ext uri="{FF2B5EF4-FFF2-40B4-BE49-F238E27FC236}">
                  <a16:creationId xmlns:a16="http://schemas.microsoft.com/office/drawing/2014/main" id="{EC66805D-783A-B74A-63ED-9BB487305127}"/>
                </a:ext>
              </a:extLst>
            </p:cNvPr>
            <p:cNvSpPr>
              <a:spLocks noGrp="1"/>
            </p:cNvSpPr>
            <p:nvPr/>
          </p:nvSpPr>
          <p:spPr>
            <a:xfrm>
              <a:off x="4756867" y="4108214"/>
              <a:ext cx="333810" cy="481772"/>
            </a:xfrm>
            <a:custGeom>
              <a:avLst/>
              <a:gdLst/>
              <a:ahLst/>
              <a:cxnLst/>
              <a:rect l="0" t="0" r="0" b="0"/>
              <a:pathLst>
                <a:path w="333810" h="481772">
                  <a:moveTo>
                    <a:pt x="38766" y="431469"/>
                  </a:moveTo>
                  <a:lnTo>
                    <a:pt x="0" y="431469"/>
                  </a:lnTo>
                  <a:lnTo>
                    <a:pt x="38766" y="468431"/>
                  </a:lnTo>
                  <a:close/>
                  <a:moveTo>
                    <a:pt x="38766" y="468431"/>
                  </a:moveTo>
                  <a:lnTo>
                    <a:pt x="77533" y="468431"/>
                  </a:lnTo>
                  <a:lnTo>
                    <a:pt x="77533" y="431469"/>
                  </a:lnTo>
                  <a:close/>
                  <a:moveTo>
                    <a:pt x="38766" y="468431"/>
                  </a:moveTo>
                  <a:lnTo>
                    <a:pt x="77533" y="431469"/>
                  </a:lnTo>
                  <a:lnTo>
                    <a:pt x="38766" y="431469"/>
                  </a:lnTo>
                  <a:close/>
                  <a:moveTo>
                    <a:pt x="116299" y="468431"/>
                  </a:moveTo>
                  <a:lnTo>
                    <a:pt x="77533" y="468431"/>
                  </a:lnTo>
                  <a:lnTo>
                    <a:pt x="77533" y="479437"/>
                  </a:lnTo>
                  <a:close/>
                  <a:moveTo>
                    <a:pt x="77533" y="468431"/>
                  </a:moveTo>
                  <a:lnTo>
                    <a:pt x="116299" y="468431"/>
                  </a:lnTo>
                  <a:lnTo>
                    <a:pt x="116299" y="431469"/>
                  </a:lnTo>
                  <a:close/>
                  <a:moveTo>
                    <a:pt x="155066" y="468431"/>
                  </a:moveTo>
                  <a:lnTo>
                    <a:pt x="116299" y="468431"/>
                  </a:lnTo>
                  <a:lnTo>
                    <a:pt x="116299" y="481772"/>
                  </a:lnTo>
                  <a:close/>
                  <a:moveTo>
                    <a:pt x="116299" y="468431"/>
                  </a:moveTo>
                  <a:lnTo>
                    <a:pt x="155066" y="468431"/>
                  </a:lnTo>
                  <a:lnTo>
                    <a:pt x="155066" y="431469"/>
                  </a:lnTo>
                  <a:close/>
                  <a:moveTo>
                    <a:pt x="155066" y="468431"/>
                  </a:moveTo>
                  <a:lnTo>
                    <a:pt x="193832" y="468431"/>
                  </a:lnTo>
                  <a:lnTo>
                    <a:pt x="193832" y="431469"/>
                  </a:lnTo>
                  <a:close/>
                  <a:moveTo>
                    <a:pt x="232599" y="431469"/>
                  </a:moveTo>
                  <a:lnTo>
                    <a:pt x="210278" y="468431"/>
                  </a:lnTo>
                  <a:lnTo>
                    <a:pt x="232599" y="461916"/>
                  </a:lnTo>
                  <a:close/>
                  <a:moveTo>
                    <a:pt x="193832" y="468431"/>
                  </a:moveTo>
                  <a:lnTo>
                    <a:pt x="210278" y="468431"/>
                  </a:lnTo>
                  <a:lnTo>
                    <a:pt x="232599" y="431469"/>
                  </a:lnTo>
                  <a:close/>
                  <a:moveTo>
                    <a:pt x="193832" y="431469"/>
                  </a:moveTo>
                  <a:lnTo>
                    <a:pt x="193832" y="468431"/>
                  </a:lnTo>
                  <a:lnTo>
                    <a:pt x="232599" y="431469"/>
                  </a:lnTo>
                  <a:close/>
                  <a:moveTo>
                    <a:pt x="0" y="431469"/>
                  </a:moveTo>
                  <a:lnTo>
                    <a:pt x="38766" y="431469"/>
                  </a:lnTo>
                  <a:lnTo>
                    <a:pt x="38766" y="394507"/>
                  </a:lnTo>
                  <a:close/>
                  <a:moveTo>
                    <a:pt x="0" y="431469"/>
                  </a:moveTo>
                  <a:lnTo>
                    <a:pt x="38766" y="394507"/>
                  </a:lnTo>
                  <a:lnTo>
                    <a:pt x="0" y="394507"/>
                  </a:lnTo>
                  <a:close/>
                  <a:moveTo>
                    <a:pt x="271365" y="431469"/>
                  </a:moveTo>
                  <a:lnTo>
                    <a:pt x="232599" y="431469"/>
                  </a:lnTo>
                  <a:lnTo>
                    <a:pt x="232599" y="461916"/>
                  </a:lnTo>
                  <a:close/>
                  <a:moveTo>
                    <a:pt x="271365" y="394507"/>
                  </a:moveTo>
                  <a:lnTo>
                    <a:pt x="232599" y="431469"/>
                  </a:lnTo>
                  <a:lnTo>
                    <a:pt x="271365" y="431469"/>
                  </a:lnTo>
                  <a:close/>
                  <a:moveTo>
                    <a:pt x="271365" y="394507"/>
                  </a:moveTo>
                  <a:lnTo>
                    <a:pt x="271365" y="431469"/>
                  </a:lnTo>
                  <a:lnTo>
                    <a:pt x="310131" y="394507"/>
                  </a:lnTo>
                  <a:close/>
                  <a:moveTo>
                    <a:pt x="38766" y="357545"/>
                  </a:moveTo>
                  <a:lnTo>
                    <a:pt x="1410" y="357545"/>
                  </a:lnTo>
                  <a:lnTo>
                    <a:pt x="0" y="394507"/>
                  </a:lnTo>
                  <a:close/>
                  <a:moveTo>
                    <a:pt x="38766" y="394507"/>
                  </a:moveTo>
                  <a:lnTo>
                    <a:pt x="38766" y="357545"/>
                  </a:lnTo>
                  <a:lnTo>
                    <a:pt x="0" y="394507"/>
                  </a:lnTo>
                  <a:close/>
                  <a:moveTo>
                    <a:pt x="271365" y="394507"/>
                  </a:moveTo>
                  <a:lnTo>
                    <a:pt x="310131" y="394507"/>
                  </a:lnTo>
                  <a:lnTo>
                    <a:pt x="310131" y="357545"/>
                  </a:lnTo>
                  <a:close/>
                  <a:moveTo>
                    <a:pt x="310131" y="357545"/>
                  </a:moveTo>
                  <a:lnTo>
                    <a:pt x="310131" y="394507"/>
                  </a:lnTo>
                  <a:lnTo>
                    <a:pt x="319837" y="394507"/>
                  </a:lnTo>
                  <a:close/>
                  <a:moveTo>
                    <a:pt x="38766" y="357545"/>
                  </a:moveTo>
                  <a:lnTo>
                    <a:pt x="77533" y="357545"/>
                  </a:lnTo>
                  <a:lnTo>
                    <a:pt x="77533" y="320583"/>
                  </a:lnTo>
                  <a:close/>
                  <a:moveTo>
                    <a:pt x="38766" y="357545"/>
                  </a:moveTo>
                  <a:lnTo>
                    <a:pt x="77533" y="320583"/>
                  </a:lnTo>
                  <a:lnTo>
                    <a:pt x="38766" y="320583"/>
                  </a:lnTo>
                  <a:close/>
                  <a:moveTo>
                    <a:pt x="271365" y="357545"/>
                  </a:moveTo>
                  <a:lnTo>
                    <a:pt x="310131" y="357545"/>
                  </a:lnTo>
                  <a:lnTo>
                    <a:pt x="310131" y="320583"/>
                  </a:lnTo>
                  <a:close/>
                  <a:moveTo>
                    <a:pt x="310131" y="320583"/>
                  </a:moveTo>
                  <a:lnTo>
                    <a:pt x="310131" y="357545"/>
                  </a:lnTo>
                  <a:lnTo>
                    <a:pt x="332035" y="357545"/>
                  </a:lnTo>
                  <a:close/>
                  <a:moveTo>
                    <a:pt x="116299" y="283622"/>
                  </a:moveTo>
                  <a:lnTo>
                    <a:pt x="89561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16299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55066" y="283622"/>
                  </a:lnTo>
                  <a:lnTo>
                    <a:pt x="116299" y="283622"/>
                  </a:lnTo>
                  <a:close/>
                  <a:moveTo>
                    <a:pt x="271365" y="320583"/>
                  </a:moveTo>
                  <a:lnTo>
                    <a:pt x="310131" y="320583"/>
                  </a:lnTo>
                  <a:lnTo>
                    <a:pt x="310131" y="283622"/>
                  </a:lnTo>
                  <a:close/>
                  <a:moveTo>
                    <a:pt x="310131" y="283622"/>
                  </a:moveTo>
                  <a:lnTo>
                    <a:pt x="310131" y="320583"/>
                  </a:lnTo>
                  <a:lnTo>
                    <a:pt x="333810" y="320583"/>
                  </a:lnTo>
                  <a:close/>
                  <a:moveTo>
                    <a:pt x="155066" y="246660"/>
                  </a:moveTo>
                  <a:lnTo>
                    <a:pt x="126528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55066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93832" y="246660"/>
                  </a:lnTo>
                  <a:lnTo>
                    <a:pt x="155066" y="246660"/>
                  </a:lnTo>
                  <a:close/>
                  <a:moveTo>
                    <a:pt x="271365" y="283622"/>
                  </a:moveTo>
                  <a:lnTo>
                    <a:pt x="310131" y="283622"/>
                  </a:lnTo>
                  <a:lnTo>
                    <a:pt x="310131" y="246660"/>
                  </a:lnTo>
                  <a:close/>
                  <a:moveTo>
                    <a:pt x="271365" y="283622"/>
                  </a:moveTo>
                  <a:lnTo>
                    <a:pt x="310131" y="246660"/>
                  </a:lnTo>
                  <a:lnTo>
                    <a:pt x="271365" y="246660"/>
                  </a:lnTo>
                  <a:close/>
                  <a:moveTo>
                    <a:pt x="155066" y="246660"/>
                  </a:moveTo>
                  <a:lnTo>
                    <a:pt x="193832" y="246660"/>
                  </a:lnTo>
                  <a:lnTo>
                    <a:pt x="193832" y="209698"/>
                  </a:lnTo>
                  <a:close/>
                  <a:moveTo>
                    <a:pt x="155066" y="246660"/>
                  </a:moveTo>
                  <a:lnTo>
                    <a:pt x="193832" y="209698"/>
                  </a:lnTo>
                  <a:lnTo>
                    <a:pt x="155066" y="209698"/>
                  </a:lnTo>
                  <a:close/>
                  <a:moveTo>
                    <a:pt x="193832" y="246660"/>
                  </a:moveTo>
                  <a:lnTo>
                    <a:pt x="232599" y="246660"/>
                  </a:lnTo>
                  <a:lnTo>
                    <a:pt x="232599" y="209698"/>
                  </a:lnTo>
                  <a:close/>
                  <a:moveTo>
                    <a:pt x="193832" y="246660"/>
                  </a:moveTo>
                  <a:lnTo>
                    <a:pt x="232599" y="209698"/>
                  </a:lnTo>
                  <a:lnTo>
                    <a:pt x="193832" y="209698"/>
                  </a:lnTo>
                  <a:close/>
                  <a:moveTo>
                    <a:pt x="232599" y="246660"/>
                  </a:moveTo>
                  <a:lnTo>
                    <a:pt x="271365" y="246660"/>
                  </a:lnTo>
                  <a:lnTo>
                    <a:pt x="271365" y="209698"/>
                  </a:lnTo>
                  <a:close/>
                  <a:moveTo>
                    <a:pt x="232599" y="246660"/>
                  </a:moveTo>
                  <a:lnTo>
                    <a:pt x="271365" y="209698"/>
                  </a:lnTo>
                  <a:lnTo>
                    <a:pt x="232599" y="209698"/>
                  </a:lnTo>
                  <a:close/>
                  <a:moveTo>
                    <a:pt x="271365" y="246660"/>
                  </a:moveTo>
                  <a:lnTo>
                    <a:pt x="310131" y="246660"/>
                  </a:lnTo>
                  <a:lnTo>
                    <a:pt x="310131" y="209698"/>
                  </a:lnTo>
                  <a:close/>
                  <a:moveTo>
                    <a:pt x="271365" y="246660"/>
                  </a:moveTo>
                  <a:lnTo>
                    <a:pt x="310131" y="209698"/>
                  </a:lnTo>
                  <a:lnTo>
                    <a:pt x="271365" y="209698"/>
                  </a:lnTo>
                  <a:close/>
                  <a:moveTo>
                    <a:pt x="155066" y="209698"/>
                  </a:moveTo>
                  <a:lnTo>
                    <a:pt x="193832" y="209698"/>
                  </a:lnTo>
                  <a:lnTo>
                    <a:pt x="193832" y="172736"/>
                  </a:lnTo>
                  <a:close/>
                  <a:moveTo>
                    <a:pt x="155066" y="209698"/>
                  </a:moveTo>
                  <a:lnTo>
                    <a:pt x="193832" y="172736"/>
                  </a:lnTo>
                  <a:lnTo>
                    <a:pt x="155066" y="172736"/>
                  </a:lnTo>
                  <a:close/>
                  <a:moveTo>
                    <a:pt x="193832" y="209698"/>
                  </a:moveTo>
                  <a:lnTo>
                    <a:pt x="232599" y="209698"/>
                  </a:lnTo>
                  <a:lnTo>
                    <a:pt x="232599" y="172736"/>
                  </a:lnTo>
                  <a:close/>
                  <a:moveTo>
                    <a:pt x="193832" y="209698"/>
                  </a:moveTo>
                  <a:lnTo>
                    <a:pt x="232599" y="172736"/>
                  </a:lnTo>
                  <a:lnTo>
                    <a:pt x="193832" y="172736"/>
                  </a:lnTo>
                  <a:close/>
                  <a:moveTo>
                    <a:pt x="232599" y="209698"/>
                  </a:moveTo>
                  <a:lnTo>
                    <a:pt x="271365" y="209698"/>
                  </a:lnTo>
                  <a:lnTo>
                    <a:pt x="271365" y="172736"/>
                  </a:lnTo>
                  <a:close/>
                  <a:moveTo>
                    <a:pt x="232599" y="209698"/>
                  </a:moveTo>
                  <a:lnTo>
                    <a:pt x="271365" y="172736"/>
                  </a:lnTo>
                  <a:lnTo>
                    <a:pt x="232599" y="172736"/>
                  </a:lnTo>
                  <a:close/>
                  <a:moveTo>
                    <a:pt x="116299" y="135774"/>
                  </a:moveTo>
                  <a:lnTo>
                    <a:pt x="116299" y="172291"/>
                  </a:lnTo>
                  <a:lnTo>
                    <a:pt x="155066" y="172736"/>
                  </a:lnTo>
                  <a:close/>
                  <a:moveTo>
                    <a:pt x="155066" y="135774"/>
                  </a:moveTo>
                  <a:lnTo>
                    <a:pt x="116299" y="135774"/>
                  </a:lnTo>
                  <a:lnTo>
                    <a:pt x="155066" y="172736"/>
                  </a:lnTo>
                  <a:close/>
                  <a:moveTo>
                    <a:pt x="155066" y="172736"/>
                  </a:moveTo>
                  <a:lnTo>
                    <a:pt x="193832" y="172736"/>
                  </a:lnTo>
                  <a:lnTo>
                    <a:pt x="193832" y="135774"/>
                  </a:lnTo>
                  <a:close/>
                  <a:moveTo>
                    <a:pt x="155066" y="172736"/>
                  </a:moveTo>
                  <a:lnTo>
                    <a:pt x="193832" y="135774"/>
                  </a:lnTo>
                  <a:lnTo>
                    <a:pt x="155066" y="135774"/>
                  </a:lnTo>
                  <a:close/>
                  <a:moveTo>
                    <a:pt x="193832" y="172736"/>
                  </a:moveTo>
                  <a:lnTo>
                    <a:pt x="232599" y="172736"/>
                  </a:lnTo>
                  <a:lnTo>
                    <a:pt x="232599" y="135774"/>
                  </a:lnTo>
                  <a:close/>
                  <a:moveTo>
                    <a:pt x="193832" y="172736"/>
                  </a:moveTo>
                  <a:lnTo>
                    <a:pt x="232599" y="135774"/>
                  </a:lnTo>
                  <a:lnTo>
                    <a:pt x="193832" y="135774"/>
                  </a:lnTo>
                  <a:close/>
                  <a:moveTo>
                    <a:pt x="77533" y="98812"/>
                  </a:moveTo>
                  <a:lnTo>
                    <a:pt x="38766" y="98812"/>
                  </a:lnTo>
                  <a:lnTo>
                    <a:pt x="77533" y="135774"/>
                  </a:lnTo>
                  <a:close/>
                  <a:moveTo>
                    <a:pt x="116299" y="135774"/>
                  </a:moveTo>
                  <a:lnTo>
                    <a:pt x="77533" y="135774"/>
                  </a:lnTo>
                  <a:lnTo>
                    <a:pt x="77533" y="149017"/>
                  </a:lnTo>
                  <a:close/>
                  <a:moveTo>
                    <a:pt x="77533" y="135774"/>
                  </a:moveTo>
                  <a:lnTo>
                    <a:pt x="116299" y="135774"/>
                  </a:lnTo>
                  <a:lnTo>
                    <a:pt x="116299" y="98812"/>
                  </a:lnTo>
                  <a:close/>
                  <a:moveTo>
                    <a:pt x="77533" y="135774"/>
                  </a:moveTo>
                  <a:lnTo>
                    <a:pt x="116299" y="98812"/>
                  </a:lnTo>
                  <a:lnTo>
                    <a:pt x="77533" y="98812"/>
                  </a:lnTo>
                  <a:close/>
                  <a:moveTo>
                    <a:pt x="116299" y="135774"/>
                  </a:moveTo>
                  <a:lnTo>
                    <a:pt x="155066" y="135774"/>
                  </a:lnTo>
                  <a:lnTo>
                    <a:pt x="155066" y="98812"/>
                  </a:lnTo>
                  <a:close/>
                  <a:moveTo>
                    <a:pt x="116299" y="135774"/>
                  </a:moveTo>
                  <a:lnTo>
                    <a:pt x="155066" y="98812"/>
                  </a:lnTo>
                  <a:lnTo>
                    <a:pt x="116299" y="98812"/>
                  </a:lnTo>
                  <a:close/>
                  <a:moveTo>
                    <a:pt x="155066" y="135774"/>
                  </a:moveTo>
                  <a:lnTo>
                    <a:pt x="193832" y="135774"/>
                  </a:lnTo>
                  <a:lnTo>
                    <a:pt x="193832" y="98812"/>
                  </a:lnTo>
                  <a:close/>
                  <a:moveTo>
                    <a:pt x="155066" y="135774"/>
                  </a:moveTo>
                  <a:lnTo>
                    <a:pt x="193832" y="98812"/>
                  </a:lnTo>
                  <a:lnTo>
                    <a:pt x="155066" y="98812"/>
                  </a:lnTo>
                  <a:close/>
                  <a:moveTo>
                    <a:pt x="193832" y="135774"/>
                  </a:moveTo>
                  <a:lnTo>
                    <a:pt x="232599" y="135774"/>
                  </a:lnTo>
                  <a:lnTo>
                    <a:pt x="193832" y="98812"/>
                  </a:lnTo>
                  <a:close/>
                  <a:moveTo>
                    <a:pt x="14645" y="61850"/>
                  </a:moveTo>
                  <a:lnTo>
                    <a:pt x="38766" y="98812"/>
                  </a:lnTo>
                  <a:lnTo>
                    <a:pt x="38766" y="61850"/>
                  </a:lnTo>
                  <a:close/>
                  <a:moveTo>
                    <a:pt x="38766" y="98812"/>
                  </a:moveTo>
                  <a:lnTo>
                    <a:pt x="77533" y="98812"/>
                  </a:lnTo>
                  <a:lnTo>
                    <a:pt x="77533" y="61850"/>
                  </a:lnTo>
                  <a:close/>
                  <a:moveTo>
                    <a:pt x="38766" y="98812"/>
                  </a:moveTo>
                  <a:lnTo>
                    <a:pt x="77533" y="61850"/>
                  </a:lnTo>
                  <a:lnTo>
                    <a:pt x="38766" y="61850"/>
                  </a:lnTo>
                  <a:close/>
                  <a:moveTo>
                    <a:pt x="116299" y="98812"/>
                  </a:moveTo>
                  <a:lnTo>
                    <a:pt x="155066" y="98812"/>
                  </a:lnTo>
                  <a:lnTo>
                    <a:pt x="155066" y="61850"/>
                  </a:lnTo>
                  <a:close/>
                  <a:moveTo>
                    <a:pt x="116299" y="98812"/>
                  </a:moveTo>
                  <a:lnTo>
                    <a:pt x="155066" y="61850"/>
                  </a:lnTo>
                  <a:lnTo>
                    <a:pt x="116299" y="61850"/>
                  </a:lnTo>
                  <a:close/>
                  <a:moveTo>
                    <a:pt x="193832" y="98812"/>
                  </a:moveTo>
                  <a:lnTo>
                    <a:pt x="193832" y="69096"/>
                  </a:lnTo>
                  <a:lnTo>
                    <a:pt x="155066" y="61850"/>
                  </a:lnTo>
                  <a:close/>
                  <a:moveTo>
                    <a:pt x="155066" y="98812"/>
                  </a:moveTo>
                  <a:lnTo>
                    <a:pt x="193832" y="98812"/>
                  </a:lnTo>
                  <a:lnTo>
                    <a:pt x="155066" y="61850"/>
                  </a:lnTo>
                  <a:close/>
                  <a:moveTo>
                    <a:pt x="29559" y="24889"/>
                  </a:moveTo>
                  <a:lnTo>
                    <a:pt x="38766" y="61850"/>
                  </a:lnTo>
                  <a:lnTo>
                    <a:pt x="38766" y="24889"/>
                  </a:lnTo>
                  <a:close/>
                  <a:moveTo>
                    <a:pt x="38766" y="61850"/>
                  </a:moveTo>
                  <a:lnTo>
                    <a:pt x="77533" y="61850"/>
                  </a:lnTo>
                  <a:lnTo>
                    <a:pt x="77533" y="24889"/>
                  </a:lnTo>
                  <a:close/>
                  <a:moveTo>
                    <a:pt x="38766" y="61850"/>
                  </a:moveTo>
                  <a:lnTo>
                    <a:pt x="77533" y="24889"/>
                  </a:lnTo>
                  <a:lnTo>
                    <a:pt x="38766" y="24889"/>
                  </a:lnTo>
                  <a:close/>
                  <a:moveTo>
                    <a:pt x="77533" y="61850"/>
                  </a:moveTo>
                  <a:lnTo>
                    <a:pt x="116299" y="61850"/>
                  </a:lnTo>
                  <a:lnTo>
                    <a:pt x="116299" y="24889"/>
                  </a:lnTo>
                  <a:close/>
                  <a:moveTo>
                    <a:pt x="77533" y="61850"/>
                  </a:moveTo>
                  <a:lnTo>
                    <a:pt x="116299" y="24889"/>
                  </a:lnTo>
                  <a:lnTo>
                    <a:pt x="77533" y="24889"/>
                  </a:lnTo>
                  <a:close/>
                  <a:moveTo>
                    <a:pt x="116299" y="61850"/>
                  </a:moveTo>
                  <a:lnTo>
                    <a:pt x="155066" y="61850"/>
                  </a:lnTo>
                  <a:lnTo>
                    <a:pt x="155066" y="24889"/>
                  </a:lnTo>
                  <a:close/>
                  <a:moveTo>
                    <a:pt x="116299" y="61850"/>
                  </a:moveTo>
                  <a:lnTo>
                    <a:pt x="155066" y="24889"/>
                  </a:lnTo>
                  <a:lnTo>
                    <a:pt x="116299" y="24889"/>
                  </a:lnTo>
                  <a:close/>
                  <a:moveTo>
                    <a:pt x="38766" y="24889"/>
                  </a:moveTo>
                  <a:lnTo>
                    <a:pt x="77533" y="24889"/>
                  </a:lnTo>
                  <a:lnTo>
                    <a:pt x="77533" y="0"/>
                  </a:lnTo>
                  <a:close/>
                  <a:moveTo>
                    <a:pt x="77533" y="24889"/>
                  </a:moveTo>
                  <a:lnTo>
                    <a:pt x="116299" y="24889"/>
                  </a:lnTo>
                  <a:lnTo>
                    <a:pt x="116299" y="2483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3972" name="Candidate_B3__3971">
              <a:extLst>
                <a:ext uri="{FF2B5EF4-FFF2-40B4-BE49-F238E27FC236}">
                  <a16:creationId xmlns:a16="http://schemas.microsoft.com/office/drawing/2014/main" id="{37D1EC97-43BB-BECD-ED2A-41128E3D014B}"/>
                </a:ext>
              </a:extLst>
            </p:cNvPr>
            <p:cNvSpPr>
              <a:spLocks noGrp="1"/>
            </p:cNvSpPr>
            <p:nvPr/>
          </p:nvSpPr>
          <p:spPr>
            <a:xfrm>
              <a:off x="4795633" y="4170064"/>
              <a:ext cx="271365" cy="406580"/>
            </a:xfrm>
            <a:custGeom>
              <a:avLst/>
              <a:gdLst/>
              <a:ahLst/>
              <a:cxnLst/>
              <a:rect l="0" t="0" r="0" b="0"/>
              <a:pathLst>
                <a:path w="271365" h="406580">
                  <a:moveTo>
                    <a:pt x="38766" y="406580"/>
                  </a:moveTo>
                  <a:lnTo>
                    <a:pt x="77533" y="369618"/>
                  </a:lnTo>
                  <a:lnTo>
                    <a:pt x="38766" y="369618"/>
                  </a:lnTo>
                  <a:close/>
                  <a:moveTo>
                    <a:pt x="77533" y="406580"/>
                  </a:moveTo>
                  <a:lnTo>
                    <a:pt x="116299" y="369618"/>
                  </a:lnTo>
                  <a:lnTo>
                    <a:pt x="77533" y="369618"/>
                  </a:lnTo>
                  <a:close/>
                  <a:moveTo>
                    <a:pt x="116299" y="406580"/>
                  </a:moveTo>
                  <a:lnTo>
                    <a:pt x="155066" y="369618"/>
                  </a:lnTo>
                  <a:lnTo>
                    <a:pt x="116299" y="369618"/>
                  </a:lnTo>
                  <a:close/>
                  <a:moveTo>
                    <a:pt x="0" y="369618"/>
                  </a:moveTo>
                  <a:lnTo>
                    <a:pt x="38766" y="369618"/>
                  </a:lnTo>
                  <a:lnTo>
                    <a:pt x="38766" y="332657"/>
                  </a:lnTo>
                  <a:close/>
                  <a:moveTo>
                    <a:pt x="0" y="369618"/>
                  </a:moveTo>
                  <a:lnTo>
                    <a:pt x="38766" y="332657"/>
                  </a:lnTo>
                  <a:lnTo>
                    <a:pt x="0" y="332657"/>
                  </a:lnTo>
                  <a:close/>
                  <a:moveTo>
                    <a:pt x="77533" y="357257"/>
                  </a:moveTo>
                  <a:lnTo>
                    <a:pt x="43492" y="332657"/>
                  </a:lnTo>
                  <a:lnTo>
                    <a:pt x="77533" y="369618"/>
                  </a:lnTo>
                  <a:close/>
                  <a:moveTo>
                    <a:pt x="77533" y="369618"/>
                  </a:moveTo>
                  <a:lnTo>
                    <a:pt x="43492" y="332657"/>
                  </a:lnTo>
                  <a:lnTo>
                    <a:pt x="38766" y="332657"/>
                  </a:lnTo>
                  <a:close/>
                  <a:moveTo>
                    <a:pt x="77533" y="369618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77533" y="369618"/>
                  </a:moveTo>
                  <a:lnTo>
                    <a:pt x="116299" y="369618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16299" y="363551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55066" y="369618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55066" y="358596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93832" y="369618"/>
                  </a:lnTo>
                  <a:lnTo>
                    <a:pt x="155066" y="358596"/>
                  </a:lnTo>
                  <a:close/>
                  <a:moveTo>
                    <a:pt x="193832" y="369618"/>
                  </a:moveTo>
                  <a:lnTo>
                    <a:pt x="193832" y="343913"/>
                  </a:lnTo>
                  <a:lnTo>
                    <a:pt x="155066" y="358596"/>
                  </a:lnTo>
                  <a:close/>
                  <a:moveTo>
                    <a:pt x="209641" y="332657"/>
                  </a:moveTo>
                  <a:lnTo>
                    <a:pt x="193832" y="343913"/>
                  </a:lnTo>
                  <a:lnTo>
                    <a:pt x="232598" y="332657"/>
                  </a:lnTo>
                  <a:close/>
                  <a:moveTo>
                    <a:pt x="232598" y="332657"/>
                  </a:moveTo>
                  <a:lnTo>
                    <a:pt x="193832" y="343913"/>
                  </a:lnTo>
                  <a:lnTo>
                    <a:pt x="193832" y="369618"/>
                  </a:lnTo>
                  <a:close/>
                  <a:moveTo>
                    <a:pt x="0" y="332657"/>
                  </a:moveTo>
                  <a:lnTo>
                    <a:pt x="38766" y="332657"/>
                  </a:lnTo>
                  <a:lnTo>
                    <a:pt x="38766" y="295695"/>
                  </a:lnTo>
                  <a:close/>
                  <a:moveTo>
                    <a:pt x="0" y="332657"/>
                  </a:moveTo>
                  <a:lnTo>
                    <a:pt x="38766" y="295695"/>
                  </a:lnTo>
                  <a:lnTo>
                    <a:pt x="0" y="295695"/>
                  </a:lnTo>
                  <a:close/>
                  <a:moveTo>
                    <a:pt x="43492" y="332657"/>
                  </a:moveTo>
                  <a:lnTo>
                    <a:pt x="59748" y="295695"/>
                  </a:lnTo>
                  <a:lnTo>
                    <a:pt x="38766" y="332657"/>
                  </a:lnTo>
                  <a:close/>
                  <a:moveTo>
                    <a:pt x="59748" y="295695"/>
                  </a:moveTo>
                  <a:lnTo>
                    <a:pt x="38766" y="295695"/>
                  </a:lnTo>
                  <a:lnTo>
                    <a:pt x="38766" y="332657"/>
                  </a:lnTo>
                  <a:close/>
                  <a:moveTo>
                    <a:pt x="232598" y="332657"/>
                  </a:moveTo>
                  <a:lnTo>
                    <a:pt x="271365" y="295695"/>
                  </a:lnTo>
                  <a:lnTo>
                    <a:pt x="232598" y="295695"/>
                  </a:lnTo>
                  <a:close/>
                  <a:moveTo>
                    <a:pt x="232598" y="332657"/>
                  </a:moveTo>
                  <a:lnTo>
                    <a:pt x="232598" y="295695"/>
                  </a:lnTo>
                  <a:lnTo>
                    <a:pt x="209641" y="332657"/>
                  </a:lnTo>
                  <a:close/>
                  <a:moveTo>
                    <a:pt x="232598" y="295695"/>
                  </a:moveTo>
                  <a:lnTo>
                    <a:pt x="230826" y="295695"/>
                  </a:lnTo>
                  <a:lnTo>
                    <a:pt x="209641" y="332657"/>
                  </a:lnTo>
                  <a:close/>
                  <a:moveTo>
                    <a:pt x="59748" y="295695"/>
                  </a:moveTo>
                  <a:lnTo>
                    <a:pt x="77533" y="281627"/>
                  </a:lnTo>
                  <a:lnTo>
                    <a:pt x="38766" y="295695"/>
                  </a:lnTo>
                  <a:close/>
                  <a:moveTo>
                    <a:pt x="38766" y="295695"/>
                  </a:moveTo>
                  <a:lnTo>
                    <a:pt x="77533" y="281627"/>
                  </a:lnTo>
                  <a:lnTo>
                    <a:pt x="77533" y="258733"/>
                  </a:lnTo>
                  <a:close/>
                  <a:moveTo>
                    <a:pt x="38766" y="295695"/>
                  </a:moveTo>
                  <a:lnTo>
                    <a:pt x="77533" y="258733"/>
                  </a:lnTo>
                  <a:lnTo>
                    <a:pt x="38766" y="258733"/>
                  </a:lnTo>
                  <a:close/>
                  <a:moveTo>
                    <a:pt x="232598" y="295695"/>
                  </a:moveTo>
                  <a:lnTo>
                    <a:pt x="271365" y="258733"/>
                  </a:lnTo>
                  <a:lnTo>
                    <a:pt x="232598" y="258733"/>
                  </a:lnTo>
                  <a:close/>
                  <a:moveTo>
                    <a:pt x="232598" y="295695"/>
                  </a:moveTo>
                  <a:lnTo>
                    <a:pt x="232598" y="258733"/>
                  </a:lnTo>
                  <a:lnTo>
                    <a:pt x="230826" y="295695"/>
                  </a:lnTo>
                  <a:close/>
                  <a:moveTo>
                    <a:pt x="232598" y="258733"/>
                  </a:moveTo>
                  <a:lnTo>
                    <a:pt x="221854" y="258733"/>
                  </a:lnTo>
                  <a:lnTo>
                    <a:pt x="230826" y="295695"/>
                  </a:lnTo>
                  <a:close/>
                  <a:moveTo>
                    <a:pt x="108315" y="258733"/>
                  </a:moveTo>
                  <a:lnTo>
                    <a:pt x="116299" y="253676"/>
                  </a:lnTo>
                  <a:lnTo>
                    <a:pt x="77533" y="258733"/>
                  </a:lnTo>
                  <a:close/>
                  <a:moveTo>
                    <a:pt x="77533" y="258733"/>
                  </a:moveTo>
                  <a:lnTo>
                    <a:pt x="116299" y="253676"/>
                  </a:lnTo>
                  <a:lnTo>
                    <a:pt x="116299" y="221771"/>
                  </a:lnTo>
                  <a:close/>
                  <a:moveTo>
                    <a:pt x="77533" y="258733"/>
                  </a:moveTo>
                  <a:lnTo>
                    <a:pt x="77533" y="281627"/>
                  </a:lnTo>
                  <a:lnTo>
                    <a:pt x="108315" y="258733"/>
                  </a:lnTo>
                  <a:close/>
                  <a:moveTo>
                    <a:pt x="232598" y="258733"/>
                  </a:moveTo>
                  <a:lnTo>
                    <a:pt x="271365" y="221771"/>
                  </a:lnTo>
                  <a:lnTo>
                    <a:pt x="232598" y="221771"/>
                  </a:lnTo>
                  <a:close/>
                  <a:moveTo>
                    <a:pt x="193832" y="233980"/>
                  </a:moveTo>
                  <a:lnTo>
                    <a:pt x="221854" y="258733"/>
                  </a:lnTo>
                  <a:lnTo>
                    <a:pt x="193832" y="221771"/>
                  </a:lnTo>
                  <a:close/>
                  <a:moveTo>
                    <a:pt x="193832" y="221771"/>
                  </a:moveTo>
                  <a:lnTo>
                    <a:pt x="221854" y="258733"/>
                  </a:lnTo>
                  <a:lnTo>
                    <a:pt x="232598" y="258733"/>
                  </a:lnTo>
                  <a:close/>
                  <a:moveTo>
                    <a:pt x="193832" y="221771"/>
                  </a:moveTo>
                  <a:lnTo>
                    <a:pt x="232598" y="258733"/>
                  </a:lnTo>
                  <a:lnTo>
                    <a:pt x="232598" y="221771"/>
                  </a:lnTo>
                  <a:close/>
                  <a:moveTo>
                    <a:pt x="116299" y="221771"/>
                  </a:moveTo>
                  <a:lnTo>
                    <a:pt x="155066" y="221771"/>
                  </a:lnTo>
                  <a:lnTo>
                    <a:pt x="155066" y="184809"/>
                  </a:lnTo>
                  <a:close/>
                  <a:moveTo>
                    <a:pt x="155066" y="221771"/>
                  </a:moveTo>
                  <a:lnTo>
                    <a:pt x="116299" y="221771"/>
                  </a:lnTo>
                  <a:lnTo>
                    <a:pt x="155066" y="236080"/>
                  </a:lnTo>
                  <a:close/>
                  <a:moveTo>
                    <a:pt x="116299" y="221771"/>
                  </a:moveTo>
                  <a:lnTo>
                    <a:pt x="116299" y="253676"/>
                  </a:lnTo>
                  <a:lnTo>
                    <a:pt x="155066" y="236080"/>
                  </a:lnTo>
                  <a:close/>
                  <a:moveTo>
                    <a:pt x="155066" y="221771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066" y="221771"/>
                  </a:moveTo>
                  <a:lnTo>
                    <a:pt x="193832" y="184809"/>
                  </a:lnTo>
                  <a:lnTo>
                    <a:pt x="155066" y="184809"/>
                  </a:lnTo>
                  <a:close/>
                  <a:moveTo>
                    <a:pt x="193832" y="221771"/>
                  </a:moveTo>
                  <a:lnTo>
                    <a:pt x="155066" y="221771"/>
                  </a:lnTo>
                  <a:lnTo>
                    <a:pt x="193832" y="233980"/>
                  </a:lnTo>
                  <a:close/>
                  <a:moveTo>
                    <a:pt x="155066" y="221771"/>
                  </a:moveTo>
                  <a:lnTo>
                    <a:pt x="155066" y="236080"/>
                  </a:lnTo>
                  <a:lnTo>
                    <a:pt x="193832" y="233980"/>
                  </a:lnTo>
                  <a:close/>
                  <a:moveTo>
                    <a:pt x="193832" y="221771"/>
                  </a:moveTo>
                  <a:lnTo>
                    <a:pt x="232598" y="221771"/>
                  </a:lnTo>
                  <a:lnTo>
                    <a:pt x="232598" y="184809"/>
                  </a:lnTo>
                  <a:close/>
                  <a:moveTo>
                    <a:pt x="193832" y="221771"/>
                  </a:moveTo>
                  <a:lnTo>
                    <a:pt x="232598" y="184809"/>
                  </a:lnTo>
                  <a:lnTo>
                    <a:pt x="193832" y="184809"/>
                  </a:lnTo>
                  <a:close/>
                  <a:moveTo>
                    <a:pt x="38766" y="36962"/>
                  </a:moveTo>
                  <a:lnTo>
                    <a:pt x="77533" y="36962"/>
                  </a:lnTo>
                  <a:lnTo>
                    <a:pt x="77533" y="0"/>
                  </a:lnTo>
                  <a:close/>
                  <a:moveTo>
                    <a:pt x="38766" y="36962"/>
                  </a:moveTo>
                  <a:lnTo>
                    <a:pt x="77533" y="0"/>
                  </a:lnTo>
                  <a:lnTo>
                    <a:pt x="38766" y="0"/>
                  </a:lnTo>
                  <a:close/>
                  <a:moveTo>
                    <a:pt x="43492" y="332657"/>
                  </a:moveTo>
                  <a:lnTo>
                    <a:pt x="77533" y="357257"/>
                  </a:lnTo>
                  <a:lnTo>
                    <a:pt x="77533" y="332657"/>
                  </a:lnTo>
                  <a:close/>
                  <a:moveTo>
                    <a:pt x="59748" y="295695"/>
                  </a:moveTo>
                  <a:lnTo>
                    <a:pt x="77533" y="332657"/>
                  </a:lnTo>
                  <a:lnTo>
                    <a:pt x="77533" y="295695"/>
                  </a:lnTo>
                  <a:close/>
                  <a:moveTo>
                    <a:pt x="59748" y="295695"/>
                  </a:moveTo>
                  <a:lnTo>
                    <a:pt x="43492" y="332657"/>
                  </a:lnTo>
                  <a:lnTo>
                    <a:pt x="77533" y="332657"/>
                  </a:lnTo>
                  <a:close/>
                  <a:moveTo>
                    <a:pt x="116299" y="332657"/>
                  </a:moveTo>
                  <a:lnTo>
                    <a:pt x="77533" y="357257"/>
                  </a:lnTo>
                  <a:lnTo>
                    <a:pt x="116299" y="363551"/>
                  </a:lnTo>
                  <a:close/>
                  <a:moveTo>
                    <a:pt x="155066" y="332657"/>
                  </a:moveTo>
                  <a:lnTo>
                    <a:pt x="116299" y="363551"/>
                  </a:lnTo>
                  <a:lnTo>
                    <a:pt x="155066" y="358596"/>
                  </a:lnTo>
                  <a:close/>
                  <a:moveTo>
                    <a:pt x="193832" y="332657"/>
                  </a:moveTo>
                  <a:lnTo>
                    <a:pt x="155066" y="358596"/>
                  </a:lnTo>
                  <a:lnTo>
                    <a:pt x="193832" y="343913"/>
                  </a:lnTo>
                  <a:close/>
                  <a:moveTo>
                    <a:pt x="193832" y="332657"/>
                  </a:moveTo>
                  <a:lnTo>
                    <a:pt x="193832" y="343913"/>
                  </a:lnTo>
                  <a:lnTo>
                    <a:pt x="209641" y="332657"/>
                  </a:lnTo>
                  <a:close/>
                  <a:moveTo>
                    <a:pt x="193832" y="295695"/>
                  </a:moveTo>
                  <a:lnTo>
                    <a:pt x="209641" y="332657"/>
                  </a:lnTo>
                  <a:lnTo>
                    <a:pt x="230826" y="295695"/>
                  </a:lnTo>
                  <a:close/>
                  <a:moveTo>
                    <a:pt x="77533" y="281627"/>
                  </a:moveTo>
                  <a:lnTo>
                    <a:pt x="59748" y="295695"/>
                  </a:lnTo>
                  <a:lnTo>
                    <a:pt x="77533" y="295695"/>
                  </a:lnTo>
                  <a:close/>
                  <a:moveTo>
                    <a:pt x="77533" y="295695"/>
                  </a:moveTo>
                  <a:lnTo>
                    <a:pt x="108315" y="258733"/>
                  </a:lnTo>
                  <a:lnTo>
                    <a:pt x="77533" y="281627"/>
                  </a:lnTo>
                  <a:close/>
                  <a:moveTo>
                    <a:pt x="116299" y="258733"/>
                  </a:moveTo>
                  <a:lnTo>
                    <a:pt x="108315" y="258733"/>
                  </a:lnTo>
                  <a:lnTo>
                    <a:pt x="77533" y="295695"/>
                  </a:lnTo>
                  <a:close/>
                  <a:moveTo>
                    <a:pt x="193832" y="258733"/>
                  </a:moveTo>
                  <a:lnTo>
                    <a:pt x="230826" y="295695"/>
                  </a:lnTo>
                  <a:lnTo>
                    <a:pt x="221854" y="258733"/>
                  </a:lnTo>
                  <a:close/>
                  <a:moveTo>
                    <a:pt x="116299" y="253676"/>
                  </a:moveTo>
                  <a:lnTo>
                    <a:pt x="108315" y="258733"/>
                  </a:lnTo>
                  <a:lnTo>
                    <a:pt x="116299" y="258733"/>
                  </a:lnTo>
                  <a:close/>
                  <a:moveTo>
                    <a:pt x="116299" y="258733"/>
                  </a:moveTo>
                  <a:lnTo>
                    <a:pt x="155066" y="236080"/>
                  </a:lnTo>
                  <a:lnTo>
                    <a:pt x="116299" y="253676"/>
                  </a:lnTo>
                  <a:close/>
                  <a:moveTo>
                    <a:pt x="116299" y="258733"/>
                  </a:moveTo>
                  <a:lnTo>
                    <a:pt x="155066" y="258733"/>
                  </a:lnTo>
                  <a:lnTo>
                    <a:pt x="155066" y="236080"/>
                  </a:lnTo>
                  <a:close/>
                  <a:moveTo>
                    <a:pt x="155066" y="258733"/>
                  </a:moveTo>
                  <a:lnTo>
                    <a:pt x="193832" y="233980"/>
                  </a:lnTo>
                  <a:lnTo>
                    <a:pt x="155066" y="236080"/>
                  </a:lnTo>
                  <a:close/>
                  <a:moveTo>
                    <a:pt x="193832" y="258733"/>
                  </a:moveTo>
                  <a:lnTo>
                    <a:pt x="221854" y="258733"/>
                  </a:lnTo>
                  <a:lnTo>
                    <a:pt x="193832" y="233980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3973" name="Candidate_B3__3972">
              <a:extLst>
                <a:ext uri="{FF2B5EF4-FFF2-40B4-BE49-F238E27FC236}">
                  <a16:creationId xmlns:a16="http://schemas.microsoft.com/office/drawing/2014/main" id="{BF3B118D-217D-3EC5-260A-F9BA211EEABF}"/>
                </a:ext>
              </a:extLst>
            </p:cNvPr>
            <p:cNvSpPr>
              <a:spLocks noGrp="1"/>
            </p:cNvSpPr>
            <p:nvPr/>
          </p:nvSpPr>
          <p:spPr>
            <a:xfrm>
              <a:off x="4873166" y="4404045"/>
              <a:ext cx="153293" cy="129570"/>
            </a:xfrm>
            <a:custGeom>
              <a:avLst/>
              <a:gdLst/>
              <a:ahLst/>
              <a:cxnLst/>
              <a:rect l="0" t="0" r="0" b="0"/>
              <a:pathLst>
                <a:path w="153293" h="129570">
                  <a:moveTo>
                    <a:pt x="38766" y="98676"/>
                  </a:moveTo>
                  <a:lnTo>
                    <a:pt x="0" y="98676"/>
                  </a:lnTo>
                  <a:lnTo>
                    <a:pt x="0" y="123277"/>
                  </a:lnTo>
                  <a:close/>
                  <a:moveTo>
                    <a:pt x="0" y="98676"/>
                  </a:moveTo>
                  <a:lnTo>
                    <a:pt x="38766" y="98676"/>
                  </a:lnTo>
                  <a:lnTo>
                    <a:pt x="38766" y="61714"/>
                  </a:lnTo>
                  <a:close/>
                  <a:moveTo>
                    <a:pt x="0" y="98676"/>
                  </a:moveTo>
                  <a:lnTo>
                    <a:pt x="38766" y="61714"/>
                  </a:lnTo>
                  <a:lnTo>
                    <a:pt x="0" y="61714"/>
                  </a:lnTo>
                  <a:close/>
                  <a:moveTo>
                    <a:pt x="77533" y="98676"/>
                  </a:moveTo>
                  <a:lnTo>
                    <a:pt x="38766" y="98676"/>
                  </a:lnTo>
                  <a:lnTo>
                    <a:pt x="38766" y="129570"/>
                  </a:lnTo>
                  <a:close/>
                  <a:moveTo>
                    <a:pt x="38766" y="98676"/>
                  </a:moveTo>
                  <a:lnTo>
                    <a:pt x="77533" y="98676"/>
                  </a:lnTo>
                  <a:lnTo>
                    <a:pt x="77533" y="61714"/>
                  </a:lnTo>
                  <a:close/>
                  <a:moveTo>
                    <a:pt x="38766" y="98676"/>
                  </a:moveTo>
                  <a:lnTo>
                    <a:pt x="77533" y="61714"/>
                  </a:lnTo>
                  <a:lnTo>
                    <a:pt x="38766" y="61714"/>
                  </a:lnTo>
                  <a:close/>
                  <a:moveTo>
                    <a:pt x="116299" y="98676"/>
                  </a:moveTo>
                  <a:lnTo>
                    <a:pt x="77533" y="98676"/>
                  </a:lnTo>
                  <a:lnTo>
                    <a:pt x="77533" y="124615"/>
                  </a:lnTo>
                  <a:close/>
                  <a:moveTo>
                    <a:pt x="77533" y="98676"/>
                  </a:moveTo>
                  <a:lnTo>
                    <a:pt x="116299" y="98676"/>
                  </a:lnTo>
                  <a:lnTo>
                    <a:pt x="116299" y="61714"/>
                  </a:lnTo>
                  <a:close/>
                  <a:moveTo>
                    <a:pt x="77533" y="98676"/>
                  </a:moveTo>
                  <a:lnTo>
                    <a:pt x="116299" y="61714"/>
                  </a:lnTo>
                  <a:lnTo>
                    <a:pt x="77533" y="61714"/>
                  </a:lnTo>
                  <a:close/>
                  <a:moveTo>
                    <a:pt x="116299" y="61714"/>
                  </a:moveTo>
                  <a:lnTo>
                    <a:pt x="116299" y="98676"/>
                  </a:lnTo>
                  <a:lnTo>
                    <a:pt x="132108" y="98676"/>
                  </a:lnTo>
                  <a:close/>
                  <a:moveTo>
                    <a:pt x="38766" y="61714"/>
                  </a:moveTo>
                  <a:lnTo>
                    <a:pt x="38766" y="24753"/>
                  </a:lnTo>
                  <a:lnTo>
                    <a:pt x="0" y="61714"/>
                  </a:lnTo>
                  <a:close/>
                  <a:moveTo>
                    <a:pt x="38766" y="61714"/>
                  </a:moveTo>
                  <a:lnTo>
                    <a:pt x="77533" y="61714"/>
                  </a:lnTo>
                  <a:lnTo>
                    <a:pt x="77533" y="24753"/>
                  </a:lnTo>
                  <a:close/>
                  <a:moveTo>
                    <a:pt x="38766" y="61714"/>
                  </a:moveTo>
                  <a:lnTo>
                    <a:pt x="77533" y="24753"/>
                  </a:lnTo>
                  <a:lnTo>
                    <a:pt x="38766" y="24753"/>
                  </a:lnTo>
                  <a:close/>
                  <a:moveTo>
                    <a:pt x="77533" y="61714"/>
                  </a:moveTo>
                  <a:lnTo>
                    <a:pt x="116299" y="61714"/>
                  </a:lnTo>
                  <a:lnTo>
                    <a:pt x="116299" y="24753"/>
                  </a:lnTo>
                  <a:close/>
                  <a:moveTo>
                    <a:pt x="77533" y="61714"/>
                  </a:moveTo>
                  <a:lnTo>
                    <a:pt x="116299" y="24753"/>
                  </a:lnTo>
                  <a:lnTo>
                    <a:pt x="77533" y="24753"/>
                  </a:lnTo>
                  <a:close/>
                  <a:moveTo>
                    <a:pt x="116299" y="24753"/>
                  </a:moveTo>
                  <a:lnTo>
                    <a:pt x="116299" y="61714"/>
                  </a:lnTo>
                  <a:lnTo>
                    <a:pt x="153293" y="61714"/>
                  </a:lnTo>
                  <a:close/>
                  <a:moveTo>
                    <a:pt x="77533" y="24753"/>
                  </a:moveTo>
                  <a:lnTo>
                    <a:pt x="116299" y="24753"/>
                  </a:lnTo>
                  <a:lnTo>
                    <a:pt x="116299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grpSp>
        <p:nvGrpSpPr>
          <p:cNvPr id="6220" name="Candidate_B4">
            <a:extLst>
              <a:ext uri="{FF2B5EF4-FFF2-40B4-BE49-F238E27FC236}">
                <a16:creationId xmlns:a16="http://schemas.microsoft.com/office/drawing/2014/main" id="{8788C3EB-92D2-D3AF-0F8F-F6369A5E075D}"/>
              </a:ext>
            </a:extLst>
          </p:cNvPr>
          <p:cNvGrpSpPr/>
          <p:nvPr/>
        </p:nvGrpSpPr>
        <p:grpSpPr>
          <a:xfrm>
            <a:off x="3659420" y="1032215"/>
            <a:ext cx="260773" cy="407365"/>
            <a:chOff x="5524500" y="1883718"/>
            <a:chExt cx="419100" cy="654694"/>
          </a:xfrm>
        </p:grpSpPr>
        <p:sp>
          <p:nvSpPr>
            <p:cNvPr id="3975" name="Candidate_B4__3974">
              <a:extLst>
                <a:ext uri="{FF2B5EF4-FFF2-40B4-BE49-F238E27FC236}">
                  <a16:creationId xmlns:a16="http://schemas.microsoft.com/office/drawing/2014/main" id="{4168D1E7-F8CC-12B4-5847-672AC0098ED9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1883718"/>
              <a:ext cx="337319" cy="653632"/>
            </a:xfrm>
            <a:custGeom>
              <a:avLst/>
              <a:gdLst/>
              <a:ahLst/>
              <a:cxnLst/>
              <a:rect l="0" t="0" r="0" b="0"/>
              <a:pathLst>
                <a:path w="337319" h="653632">
                  <a:moveTo>
                    <a:pt x="38391" y="652932"/>
                  </a:moveTo>
                  <a:lnTo>
                    <a:pt x="41040" y="653632"/>
                  </a:lnTo>
                  <a:lnTo>
                    <a:pt x="41040" y="652932"/>
                  </a:lnTo>
                  <a:close/>
                  <a:moveTo>
                    <a:pt x="38391" y="652932"/>
                  </a:moveTo>
                  <a:lnTo>
                    <a:pt x="41040" y="652932"/>
                  </a:lnTo>
                  <a:lnTo>
                    <a:pt x="0" y="642348"/>
                  </a:lnTo>
                  <a:close/>
                  <a:moveTo>
                    <a:pt x="246243" y="552121"/>
                  </a:moveTo>
                  <a:lnTo>
                    <a:pt x="246243" y="551820"/>
                  </a:lnTo>
                  <a:lnTo>
                    <a:pt x="215876" y="585524"/>
                  </a:lnTo>
                  <a:close/>
                  <a:moveTo>
                    <a:pt x="246243" y="551820"/>
                  </a:moveTo>
                  <a:lnTo>
                    <a:pt x="246243" y="552121"/>
                  </a:lnTo>
                  <a:lnTo>
                    <a:pt x="246541" y="551820"/>
                  </a:lnTo>
                  <a:close/>
                  <a:moveTo>
                    <a:pt x="328323" y="450708"/>
                  </a:moveTo>
                  <a:lnTo>
                    <a:pt x="327742" y="450708"/>
                  </a:lnTo>
                  <a:lnTo>
                    <a:pt x="328323" y="448589"/>
                  </a:lnTo>
                  <a:close/>
                  <a:moveTo>
                    <a:pt x="337319" y="417004"/>
                  </a:moveTo>
                  <a:lnTo>
                    <a:pt x="328323" y="450708"/>
                  </a:lnTo>
                  <a:lnTo>
                    <a:pt x="328323" y="448589"/>
                  </a:lnTo>
                  <a:close/>
                  <a:moveTo>
                    <a:pt x="205202" y="79963"/>
                  </a:moveTo>
                  <a:lnTo>
                    <a:pt x="214964" y="113667"/>
                  </a:lnTo>
                  <a:lnTo>
                    <a:pt x="209539" y="79963"/>
                  </a:lnTo>
                  <a:close/>
                  <a:moveTo>
                    <a:pt x="205202" y="79963"/>
                  </a:moveTo>
                  <a:lnTo>
                    <a:pt x="209539" y="79963"/>
                  </a:lnTo>
                  <a:lnTo>
                    <a:pt x="205202" y="71138"/>
                  </a:lnTo>
                  <a:close/>
                  <a:moveTo>
                    <a:pt x="41040" y="8808"/>
                  </a:moveTo>
                  <a:lnTo>
                    <a:pt x="33408" y="12555"/>
                  </a:lnTo>
                  <a:lnTo>
                    <a:pt x="41040" y="12555"/>
                  </a:lnTo>
                  <a:close/>
                  <a:moveTo>
                    <a:pt x="41040" y="12555"/>
                  </a:moveTo>
                  <a:lnTo>
                    <a:pt x="82081" y="0"/>
                  </a:lnTo>
                  <a:lnTo>
                    <a:pt x="41040" y="8808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3976" name="Candidate_B4__3975">
              <a:extLst>
                <a:ext uri="{FF2B5EF4-FFF2-40B4-BE49-F238E27FC236}">
                  <a16:creationId xmlns:a16="http://schemas.microsoft.com/office/drawing/2014/main" id="{CA3D7623-7EF1-75F2-1058-B7898DE88C29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83718"/>
              <a:ext cx="419100" cy="654694"/>
            </a:xfrm>
            <a:custGeom>
              <a:avLst/>
              <a:gdLst/>
              <a:ahLst/>
              <a:cxnLst/>
              <a:rect l="0" t="0" r="0" b="0"/>
              <a:pathLst>
                <a:path w="419100" h="654694">
                  <a:moveTo>
                    <a:pt x="79188" y="642348"/>
                  </a:moveTo>
                  <a:lnTo>
                    <a:pt x="12022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20229" y="653632"/>
                  </a:lnTo>
                  <a:lnTo>
                    <a:pt x="161269" y="654694"/>
                  </a:lnTo>
                  <a:close/>
                  <a:moveTo>
                    <a:pt x="161269" y="652932"/>
                  </a:moveTo>
                  <a:lnTo>
                    <a:pt x="120229" y="652932"/>
                  </a:lnTo>
                  <a:lnTo>
                    <a:pt x="120229" y="653632"/>
                  </a:lnTo>
                  <a:close/>
                  <a:moveTo>
                    <a:pt x="120229" y="652932"/>
                  </a:moveTo>
                  <a:lnTo>
                    <a:pt x="16126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61269" y="654694"/>
                  </a:lnTo>
                  <a:lnTo>
                    <a:pt x="169595" y="652932"/>
                  </a:lnTo>
                  <a:close/>
                  <a:moveTo>
                    <a:pt x="161269" y="652932"/>
                  </a:moveTo>
                  <a:lnTo>
                    <a:pt x="169595" y="652932"/>
                  </a:lnTo>
                  <a:lnTo>
                    <a:pt x="161269" y="650033"/>
                  </a:lnTo>
                  <a:close/>
                  <a:moveTo>
                    <a:pt x="161269" y="650033"/>
                  </a:moveTo>
                  <a:lnTo>
                    <a:pt x="169595" y="652932"/>
                  </a:lnTo>
                  <a:lnTo>
                    <a:pt x="202309" y="646361"/>
                  </a:lnTo>
                  <a:close/>
                  <a:moveTo>
                    <a:pt x="51464" y="619228"/>
                  </a:moveTo>
                  <a:lnTo>
                    <a:pt x="42740" y="619228"/>
                  </a:lnTo>
                  <a:lnTo>
                    <a:pt x="79188" y="642348"/>
                  </a:lnTo>
                  <a:close/>
                  <a:moveTo>
                    <a:pt x="42740" y="619228"/>
                  </a:moveTo>
                  <a:lnTo>
                    <a:pt x="51464" y="619228"/>
                  </a:lnTo>
                  <a:lnTo>
                    <a:pt x="38148" y="614324"/>
                  </a:lnTo>
                  <a:close/>
                  <a:moveTo>
                    <a:pt x="202309" y="646361"/>
                  </a:moveTo>
                  <a:lnTo>
                    <a:pt x="243350" y="627588"/>
                  </a:lnTo>
                  <a:lnTo>
                    <a:pt x="243350" y="622600"/>
                  </a:lnTo>
                  <a:close/>
                  <a:moveTo>
                    <a:pt x="255741" y="619228"/>
                  </a:moveTo>
                  <a:lnTo>
                    <a:pt x="243350" y="622600"/>
                  </a:lnTo>
                  <a:lnTo>
                    <a:pt x="243350" y="627588"/>
                  </a:lnTo>
                  <a:close/>
                  <a:moveTo>
                    <a:pt x="255741" y="619228"/>
                  </a:moveTo>
                  <a:lnTo>
                    <a:pt x="284390" y="595395"/>
                  </a:lnTo>
                  <a:lnTo>
                    <a:pt x="284390" y="590876"/>
                  </a:lnTo>
                  <a:close/>
                  <a:moveTo>
                    <a:pt x="24138" y="585524"/>
                  </a:moveTo>
                  <a:lnTo>
                    <a:pt x="17651" y="585524"/>
                  </a:lnTo>
                  <a:lnTo>
                    <a:pt x="38148" y="614324"/>
                  </a:lnTo>
                  <a:close/>
                  <a:moveTo>
                    <a:pt x="10772" y="551820"/>
                  </a:moveTo>
                  <a:lnTo>
                    <a:pt x="17651" y="585524"/>
                  </a:lnTo>
                  <a:lnTo>
                    <a:pt x="24138" y="585524"/>
                  </a:lnTo>
                  <a:close/>
                  <a:moveTo>
                    <a:pt x="295064" y="585524"/>
                  </a:moveTo>
                  <a:lnTo>
                    <a:pt x="284390" y="590876"/>
                  </a:lnTo>
                  <a:lnTo>
                    <a:pt x="284390" y="595395"/>
                  </a:lnTo>
                  <a:close/>
                  <a:moveTo>
                    <a:pt x="295064" y="585524"/>
                  </a:moveTo>
                  <a:lnTo>
                    <a:pt x="325431" y="551820"/>
                  </a:lnTo>
                  <a:lnTo>
                    <a:pt x="323786" y="551820"/>
                  </a:lnTo>
                  <a:close/>
                  <a:moveTo>
                    <a:pt x="16524" y="518116"/>
                  </a:moveTo>
                  <a:lnTo>
                    <a:pt x="10772" y="551820"/>
                  </a:lnTo>
                  <a:lnTo>
                    <a:pt x="16431" y="551820"/>
                  </a:lnTo>
                  <a:close/>
                  <a:moveTo>
                    <a:pt x="325729" y="551820"/>
                  </a:moveTo>
                  <a:lnTo>
                    <a:pt x="325431" y="550074"/>
                  </a:lnTo>
                  <a:lnTo>
                    <a:pt x="325431" y="551820"/>
                  </a:lnTo>
                  <a:close/>
                  <a:moveTo>
                    <a:pt x="357411" y="518116"/>
                  </a:moveTo>
                  <a:lnTo>
                    <a:pt x="357723" y="518116"/>
                  </a:lnTo>
                  <a:lnTo>
                    <a:pt x="325729" y="551820"/>
                  </a:lnTo>
                  <a:close/>
                  <a:moveTo>
                    <a:pt x="32710" y="484412"/>
                  </a:moveTo>
                  <a:lnTo>
                    <a:pt x="16524" y="518116"/>
                  </a:lnTo>
                  <a:lnTo>
                    <a:pt x="21829" y="518116"/>
                  </a:lnTo>
                  <a:close/>
                  <a:moveTo>
                    <a:pt x="357411" y="518116"/>
                  </a:moveTo>
                  <a:lnTo>
                    <a:pt x="366471" y="507540"/>
                  </a:lnTo>
                  <a:lnTo>
                    <a:pt x="366471" y="508613"/>
                  </a:lnTo>
                  <a:close/>
                  <a:moveTo>
                    <a:pt x="38148" y="483507"/>
                  </a:moveTo>
                  <a:lnTo>
                    <a:pt x="38148" y="475298"/>
                  </a:lnTo>
                  <a:lnTo>
                    <a:pt x="32710" y="484412"/>
                  </a:lnTo>
                  <a:close/>
                  <a:moveTo>
                    <a:pt x="38148" y="475298"/>
                  </a:moveTo>
                  <a:lnTo>
                    <a:pt x="38148" y="483507"/>
                  </a:lnTo>
                  <a:lnTo>
                    <a:pt x="52840" y="450708"/>
                  </a:lnTo>
                  <a:close/>
                  <a:moveTo>
                    <a:pt x="386769" y="484412"/>
                  </a:moveTo>
                  <a:lnTo>
                    <a:pt x="366471" y="508613"/>
                  </a:lnTo>
                  <a:lnTo>
                    <a:pt x="366471" y="507540"/>
                  </a:lnTo>
                  <a:close/>
                  <a:moveTo>
                    <a:pt x="407512" y="450708"/>
                  </a:moveTo>
                  <a:lnTo>
                    <a:pt x="407512" y="453848"/>
                  </a:lnTo>
                  <a:lnTo>
                    <a:pt x="406930" y="450708"/>
                  </a:lnTo>
                  <a:close/>
                  <a:moveTo>
                    <a:pt x="406930" y="450708"/>
                  </a:moveTo>
                  <a:lnTo>
                    <a:pt x="388620" y="484412"/>
                  </a:lnTo>
                  <a:lnTo>
                    <a:pt x="386769" y="484412"/>
                  </a:lnTo>
                  <a:close/>
                  <a:moveTo>
                    <a:pt x="67415" y="417004"/>
                  </a:moveTo>
                  <a:lnTo>
                    <a:pt x="52840" y="450708"/>
                  </a:lnTo>
                  <a:lnTo>
                    <a:pt x="56136" y="450708"/>
                  </a:lnTo>
                  <a:close/>
                  <a:moveTo>
                    <a:pt x="68599" y="383300"/>
                  </a:moveTo>
                  <a:lnTo>
                    <a:pt x="67415" y="417004"/>
                  </a:lnTo>
                  <a:lnTo>
                    <a:pt x="69583" y="417004"/>
                  </a:lnTo>
                  <a:close/>
                  <a:moveTo>
                    <a:pt x="409445" y="450708"/>
                  </a:moveTo>
                  <a:lnTo>
                    <a:pt x="407512" y="450708"/>
                  </a:lnTo>
                  <a:lnTo>
                    <a:pt x="416507" y="417004"/>
                  </a:lnTo>
                  <a:close/>
                  <a:moveTo>
                    <a:pt x="419100" y="417004"/>
                  </a:moveTo>
                  <a:lnTo>
                    <a:pt x="416507" y="417004"/>
                  </a:lnTo>
                  <a:lnTo>
                    <a:pt x="413693" y="383300"/>
                  </a:lnTo>
                  <a:close/>
                  <a:moveTo>
                    <a:pt x="54665" y="349596"/>
                  </a:moveTo>
                  <a:lnTo>
                    <a:pt x="68599" y="383300"/>
                  </a:lnTo>
                  <a:lnTo>
                    <a:pt x="70761" y="383300"/>
                  </a:lnTo>
                  <a:close/>
                  <a:moveTo>
                    <a:pt x="407512" y="369106"/>
                  </a:moveTo>
                  <a:lnTo>
                    <a:pt x="416307" y="383300"/>
                  </a:lnTo>
                  <a:lnTo>
                    <a:pt x="413693" y="383300"/>
                  </a:lnTo>
                  <a:close/>
                  <a:moveTo>
                    <a:pt x="407512" y="369106"/>
                  </a:moveTo>
                  <a:lnTo>
                    <a:pt x="399019" y="349596"/>
                  </a:lnTo>
                  <a:lnTo>
                    <a:pt x="401314" y="349596"/>
                  </a:lnTo>
                  <a:close/>
                  <a:moveTo>
                    <a:pt x="54665" y="349596"/>
                  </a:moveTo>
                  <a:lnTo>
                    <a:pt x="58084" y="349596"/>
                  </a:lnTo>
                  <a:lnTo>
                    <a:pt x="38148" y="325162"/>
                  </a:lnTo>
                  <a:close/>
                  <a:moveTo>
                    <a:pt x="401314" y="349596"/>
                  </a:moveTo>
                  <a:lnTo>
                    <a:pt x="399019" y="349596"/>
                  </a:lnTo>
                  <a:lnTo>
                    <a:pt x="373990" y="315892"/>
                  </a:lnTo>
                  <a:close/>
                  <a:moveTo>
                    <a:pt x="37028" y="315892"/>
                  </a:moveTo>
                  <a:lnTo>
                    <a:pt x="31904" y="315892"/>
                  </a:lnTo>
                  <a:lnTo>
                    <a:pt x="38148" y="325162"/>
                  </a:lnTo>
                  <a:close/>
                  <a:moveTo>
                    <a:pt x="11700" y="282188"/>
                  </a:moveTo>
                  <a:lnTo>
                    <a:pt x="31904" y="315892"/>
                  </a:lnTo>
                  <a:lnTo>
                    <a:pt x="37028" y="315892"/>
                  </a:lnTo>
                  <a:close/>
                  <a:moveTo>
                    <a:pt x="366471" y="307471"/>
                  </a:moveTo>
                  <a:lnTo>
                    <a:pt x="375550" y="315892"/>
                  </a:lnTo>
                  <a:lnTo>
                    <a:pt x="373990" y="315892"/>
                  </a:lnTo>
                  <a:close/>
                  <a:moveTo>
                    <a:pt x="366471" y="307471"/>
                  </a:moveTo>
                  <a:lnTo>
                    <a:pt x="344806" y="282188"/>
                  </a:lnTo>
                  <a:lnTo>
                    <a:pt x="344197" y="282188"/>
                  </a:lnTo>
                  <a:close/>
                  <a:moveTo>
                    <a:pt x="1004" y="248484"/>
                  </a:moveTo>
                  <a:lnTo>
                    <a:pt x="11700" y="282188"/>
                  </a:lnTo>
                  <a:lnTo>
                    <a:pt x="17208" y="282188"/>
                  </a:lnTo>
                  <a:close/>
                  <a:moveTo>
                    <a:pt x="325431" y="256627"/>
                  </a:moveTo>
                  <a:lnTo>
                    <a:pt x="344197" y="282188"/>
                  </a:lnTo>
                  <a:lnTo>
                    <a:pt x="344806" y="282188"/>
                  </a:lnTo>
                  <a:close/>
                  <a:moveTo>
                    <a:pt x="325431" y="256627"/>
                  </a:moveTo>
                  <a:lnTo>
                    <a:pt x="320195" y="248484"/>
                  </a:lnTo>
                  <a:lnTo>
                    <a:pt x="317066" y="248484"/>
                  </a:lnTo>
                  <a:close/>
                  <a:moveTo>
                    <a:pt x="0" y="214780"/>
                  </a:moveTo>
                  <a:lnTo>
                    <a:pt x="1004" y="248484"/>
                  </a:lnTo>
                  <a:lnTo>
                    <a:pt x="6750" y="248484"/>
                  </a:lnTo>
                  <a:close/>
                  <a:moveTo>
                    <a:pt x="317066" y="248484"/>
                  </a:moveTo>
                  <a:lnTo>
                    <a:pt x="320195" y="248484"/>
                  </a:lnTo>
                  <a:lnTo>
                    <a:pt x="304807" y="214780"/>
                  </a:lnTo>
                  <a:close/>
                  <a:moveTo>
                    <a:pt x="6671" y="181076"/>
                  </a:moveTo>
                  <a:lnTo>
                    <a:pt x="0" y="214780"/>
                  </a:lnTo>
                  <a:lnTo>
                    <a:pt x="6373" y="214780"/>
                  </a:lnTo>
                  <a:close/>
                  <a:moveTo>
                    <a:pt x="298741" y="214780"/>
                  </a:moveTo>
                  <a:lnTo>
                    <a:pt x="304807" y="214780"/>
                  </a:lnTo>
                  <a:lnTo>
                    <a:pt x="296387" y="181076"/>
                  </a:lnTo>
                  <a:close/>
                  <a:moveTo>
                    <a:pt x="17168" y="147371"/>
                  </a:moveTo>
                  <a:lnTo>
                    <a:pt x="6671" y="181076"/>
                  </a:lnTo>
                  <a:lnTo>
                    <a:pt x="14591" y="181076"/>
                  </a:lnTo>
                  <a:close/>
                  <a:moveTo>
                    <a:pt x="296387" y="181076"/>
                  </a:moveTo>
                  <a:lnTo>
                    <a:pt x="294332" y="147371"/>
                  </a:lnTo>
                  <a:lnTo>
                    <a:pt x="286814" y="181076"/>
                  </a:lnTo>
                  <a:close/>
                  <a:moveTo>
                    <a:pt x="28781" y="113667"/>
                  </a:moveTo>
                  <a:lnTo>
                    <a:pt x="38148" y="124784"/>
                  </a:lnTo>
                  <a:lnTo>
                    <a:pt x="38148" y="113667"/>
                  </a:lnTo>
                  <a:close/>
                  <a:moveTo>
                    <a:pt x="17168" y="147371"/>
                  </a:moveTo>
                  <a:lnTo>
                    <a:pt x="27914" y="147371"/>
                  </a:lnTo>
                  <a:lnTo>
                    <a:pt x="28781" y="113667"/>
                  </a:lnTo>
                  <a:close/>
                  <a:moveTo>
                    <a:pt x="284390" y="113667"/>
                  </a:moveTo>
                  <a:lnTo>
                    <a:pt x="294332" y="147371"/>
                  </a:lnTo>
                  <a:lnTo>
                    <a:pt x="294152" y="113667"/>
                  </a:lnTo>
                  <a:close/>
                  <a:moveTo>
                    <a:pt x="284390" y="113667"/>
                  </a:moveTo>
                  <a:lnTo>
                    <a:pt x="284390" y="147371"/>
                  </a:lnTo>
                  <a:lnTo>
                    <a:pt x="294332" y="147371"/>
                  </a:lnTo>
                  <a:close/>
                  <a:moveTo>
                    <a:pt x="38148" y="92477"/>
                  </a:moveTo>
                  <a:lnTo>
                    <a:pt x="28781" y="113667"/>
                  </a:lnTo>
                  <a:lnTo>
                    <a:pt x="38148" y="113667"/>
                  </a:lnTo>
                  <a:close/>
                  <a:moveTo>
                    <a:pt x="38148" y="92477"/>
                  </a:moveTo>
                  <a:lnTo>
                    <a:pt x="38148" y="113667"/>
                  </a:lnTo>
                  <a:lnTo>
                    <a:pt x="42969" y="79963"/>
                  </a:lnTo>
                  <a:close/>
                  <a:moveTo>
                    <a:pt x="42969" y="79963"/>
                  </a:moveTo>
                  <a:lnTo>
                    <a:pt x="38148" y="113667"/>
                  </a:lnTo>
                  <a:lnTo>
                    <a:pt x="42696" y="113667"/>
                  </a:lnTo>
                  <a:close/>
                  <a:moveTo>
                    <a:pt x="284390" y="79963"/>
                  </a:moveTo>
                  <a:lnTo>
                    <a:pt x="284390" y="113667"/>
                  </a:lnTo>
                  <a:lnTo>
                    <a:pt x="294152" y="113667"/>
                  </a:lnTo>
                  <a:close/>
                  <a:moveTo>
                    <a:pt x="64731" y="46259"/>
                  </a:moveTo>
                  <a:lnTo>
                    <a:pt x="79188" y="54159"/>
                  </a:lnTo>
                  <a:lnTo>
                    <a:pt x="79188" y="46259"/>
                  </a:lnTo>
                  <a:close/>
                  <a:moveTo>
                    <a:pt x="42969" y="79963"/>
                  </a:moveTo>
                  <a:lnTo>
                    <a:pt x="59044" y="79963"/>
                  </a:lnTo>
                  <a:lnTo>
                    <a:pt x="64731" y="46259"/>
                  </a:lnTo>
                  <a:close/>
                  <a:moveTo>
                    <a:pt x="284390" y="79963"/>
                  </a:moveTo>
                  <a:lnTo>
                    <a:pt x="284390" y="71138"/>
                  </a:lnTo>
                  <a:lnTo>
                    <a:pt x="271195" y="79963"/>
                  </a:lnTo>
                  <a:close/>
                  <a:moveTo>
                    <a:pt x="271195" y="79963"/>
                  </a:moveTo>
                  <a:lnTo>
                    <a:pt x="284390" y="71138"/>
                  </a:lnTo>
                  <a:lnTo>
                    <a:pt x="271636" y="46259"/>
                  </a:lnTo>
                  <a:close/>
                  <a:moveTo>
                    <a:pt x="79188" y="32829"/>
                  </a:moveTo>
                  <a:lnTo>
                    <a:pt x="64731" y="46259"/>
                  </a:lnTo>
                  <a:lnTo>
                    <a:pt x="79188" y="46259"/>
                  </a:lnTo>
                  <a:close/>
                  <a:moveTo>
                    <a:pt x="120229" y="12555"/>
                  </a:moveTo>
                  <a:lnTo>
                    <a:pt x="112596" y="12555"/>
                  </a:lnTo>
                  <a:lnTo>
                    <a:pt x="120229" y="25299"/>
                  </a:lnTo>
                  <a:close/>
                  <a:moveTo>
                    <a:pt x="112596" y="12555"/>
                  </a:moveTo>
                  <a:lnTo>
                    <a:pt x="79188" y="32829"/>
                  </a:lnTo>
                  <a:lnTo>
                    <a:pt x="120229" y="25299"/>
                  </a:lnTo>
                  <a:close/>
                  <a:moveTo>
                    <a:pt x="87252" y="46259"/>
                  </a:moveTo>
                  <a:lnTo>
                    <a:pt x="79188" y="32829"/>
                  </a:lnTo>
                  <a:lnTo>
                    <a:pt x="79188" y="46259"/>
                  </a:lnTo>
                  <a:close/>
                  <a:moveTo>
                    <a:pt x="243350" y="20997"/>
                  </a:moveTo>
                  <a:lnTo>
                    <a:pt x="249570" y="46259"/>
                  </a:lnTo>
                  <a:lnTo>
                    <a:pt x="271636" y="46259"/>
                  </a:lnTo>
                  <a:close/>
                  <a:moveTo>
                    <a:pt x="225715" y="12555"/>
                  </a:moveTo>
                  <a:lnTo>
                    <a:pt x="202309" y="12555"/>
                  </a:lnTo>
                  <a:lnTo>
                    <a:pt x="243350" y="20997"/>
                  </a:lnTo>
                  <a:close/>
                  <a:moveTo>
                    <a:pt x="243350" y="20997"/>
                  </a:moveTo>
                  <a:lnTo>
                    <a:pt x="202309" y="12555"/>
                  </a:lnTo>
                  <a:lnTo>
                    <a:pt x="202309" y="19718"/>
                  </a:lnTo>
                  <a:close/>
                  <a:moveTo>
                    <a:pt x="120229" y="12555"/>
                  </a:moveTo>
                  <a:lnTo>
                    <a:pt x="161269" y="12555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3412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12555"/>
                  </a:lnTo>
                  <a:lnTo>
                    <a:pt x="202309" y="3412"/>
                  </a:lnTo>
                  <a:close/>
                  <a:moveTo>
                    <a:pt x="202309" y="12555"/>
                  </a:moveTo>
                  <a:lnTo>
                    <a:pt x="225715" y="12555"/>
                  </a:lnTo>
                  <a:lnTo>
                    <a:pt x="202309" y="3412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3977" name="Candidate_B4__3976">
              <a:extLst>
                <a:ext uri="{FF2B5EF4-FFF2-40B4-BE49-F238E27FC236}">
                  <a16:creationId xmlns:a16="http://schemas.microsoft.com/office/drawing/2014/main" id="{09CD0D20-7B16-6BAA-4C04-8BFAEC68C05A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96274"/>
              <a:ext cx="419100" cy="640377"/>
            </a:xfrm>
            <a:custGeom>
              <a:avLst/>
              <a:gdLst/>
              <a:ahLst/>
              <a:cxnLst/>
              <a:rect l="0" t="0" r="0" b="0"/>
              <a:pathLst>
                <a:path w="419100" h="640377">
                  <a:moveTo>
                    <a:pt x="79188" y="629793"/>
                  </a:moveTo>
                  <a:lnTo>
                    <a:pt x="120229" y="636302"/>
                  </a:lnTo>
                  <a:lnTo>
                    <a:pt x="79188" y="624253"/>
                  </a:lnTo>
                  <a:close/>
                  <a:moveTo>
                    <a:pt x="161269" y="640377"/>
                  </a:moveTo>
                  <a:lnTo>
                    <a:pt x="161269" y="637478"/>
                  </a:lnTo>
                  <a:lnTo>
                    <a:pt x="120229" y="636302"/>
                  </a:lnTo>
                  <a:close/>
                  <a:moveTo>
                    <a:pt x="161269" y="637478"/>
                  </a:moveTo>
                  <a:lnTo>
                    <a:pt x="202309" y="633806"/>
                  </a:lnTo>
                  <a:lnTo>
                    <a:pt x="202309" y="629228"/>
                  </a:lnTo>
                  <a:close/>
                  <a:moveTo>
                    <a:pt x="51464" y="606673"/>
                  </a:moveTo>
                  <a:lnTo>
                    <a:pt x="79188" y="629793"/>
                  </a:lnTo>
                  <a:lnTo>
                    <a:pt x="79188" y="624253"/>
                  </a:lnTo>
                  <a:close/>
                  <a:moveTo>
                    <a:pt x="51464" y="606673"/>
                  </a:moveTo>
                  <a:lnTo>
                    <a:pt x="38148" y="592539"/>
                  </a:lnTo>
                  <a:lnTo>
                    <a:pt x="38148" y="601769"/>
                  </a:lnTo>
                  <a:close/>
                  <a:moveTo>
                    <a:pt x="202309" y="629228"/>
                  </a:moveTo>
                  <a:lnTo>
                    <a:pt x="202309" y="633806"/>
                  </a:lnTo>
                  <a:lnTo>
                    <a:pt x="243350" y="610044"/>
                  </a:lnTo>
                  <a:close/>
                  <a:moveTo>
                    <a:pt x="255741" y="606673"/>
                  </a:moveTo>
                  <a:lnTo>
                    <a:pt x="248469" y="606673"/>
                  </a:lnTo>
                  <a:lnTo>
                    <a:pt x="243350" y="610044"/>
                  </a:lnTo>
                  <a:close/>
                  <a:moveTo>
                    <a:pt x="248469" y="606673"/>
                  </a:moveTo>
                  <a:lnTo>
                    <a:pt x="255741" y="606673"/>
                  </a:lnTo>
                  <a:lnTo>
                    <a:pt x="284390" y="578321"/>
                  </a:lnTo>
                  <a:close/>
                  <a:moveTo>
                    <a:pt x="24138" y="572969"/>
                  </a:moveTo>
                  <a:lnTo>
                    <a:pt x="38148" y="601769"/>
                  </a:lnTo>
                  <a:lnTo>
                    <a:pt x="38148" y="592539"/>
                  </a:lnTo>
                  <a:close/>
                  <a:moveTo>
                    <a:pt x="10772" y="539265"/>
                  </a:moveTo>
                  <a:lnTo>
                    <a:pt x="24138" y="572969"/>
                  </a:lnTo>
                  <a:lnTo>
                    <a:pt x="16431" y="539265"/>
                  </a:lnTo>
                  <a:close/>
                  <a:moveTo>
                    <a:pt x="295064" y="572969"/>
                  </a:moveTo>
                  <a:lnTo>
                    <a:pt x="290442" y="572969"/>
                  </a:lnTo>
                  <a:lnTo>
                    <a:pt x="284390" y="578321"/>
                  </a:lnTo>
                  <a:close/>
                  <a:moveTo>
                    <a:pt x="295064" y="572969"/>
                  </a:moveTo>
                  <a:lnTo>
                    <a:pt x="323786" y="539265"/>
                  </a:lnTo>
                  <a:lnTo>
                    <a:pt x="290442" y="572969"/>
                  </a:lnTo>
                  <a:close/>
                  <a:moveTo>
                    <a:pt x="16524" y="505561"/>
                  </a:moveTo>
                  <a:lnTo>
                    <a:pt x="16431" y="539265"/>
                  </a:lnTo>
                  <a:lnTo>
                    <a:pt x="21829" y="505561"/>
                  </a:lnTo>
                  <a:close/>
                  <a:moveTo>
                    <a:pt x="357723" y="505561"/>
                  </a:moveTo>
                  <a:lnTo>
                    <a:pt x="325431" y="537519"/>
                  </a:lnTo>
                  <a:lnTo>
                    <a:pt x="325729" y="539265"/>
                  </a:lnTo>
                  <a:close/>
                  <a:moveTo>
                    <a:pt x="323786" y="539265"/>
                  </a:moveTo>
                  <a:lnTo>
                    <a:pt x="325431" y="539265"/>
                  </a:lnTo>
                  <a:lnTo>
                    <a:pt x="325431" y="537519"/>
                  </a:lnTo>
                  <a:close/>
                  <a:moveTo>
                    <a:pt x="32710" y="471857"/>
                  </a:moveTo>
                  <a:lnTo>
                    <a:pt x="21829" y="505561"/>
                  </a:lnTo>
                  <a:lnTo>
                    <a:pt x="37640" y="471857"/>
                  </a:lnTo>
                  <a:close/>
                  <a:moveTo>
                    <a:pt x="357723" y="505561"/>
                  </a:moveTo>
                  <a:lnTo>
                    <a:pt x="357411" y="505561"/>
                  </a:lnTo>
                  <a:lnTo>
                    <a:pt x="366471" y="496058"/>
                  </a:lnTo>
                  <a:close/>
                  <a:moveTo>
                    <a:pt x="38148" y="470951"/>
                  </a:moveTo>
                  <a:lnTo>
                    <a:pt x="32710" y="471857"/>
                  </a:lnTo>
                  <a:lnTo>
                    <a:pt x="37640" y="471857"/>
                  </a:lnTo>
                  <a:close/>
                  <a:moveTo>
                    <a:pt x="38148" y="470951"/>
                  </a:moveTo>
                  <a:lnTo>
                    <a:pt x="56136" y="438153"/>
                  </a:lnTo>
                  <a:lnTo>
                    <a:pt x="52840" y="438153"/>
                  </a:lnTo>
                  <a:close/>
                  <a:moveTo>
                    <a:pt x="386769" y="471857"/>
                  </a:moveTo>
                  <a:lnTo>
                    <a:pt x="388620" y="471857"/>
                  </a:lnTo>
                  <a:lnTo>
                    <a:pt x="366471" y="496058"/>
                  </a:lnTo>
                  <a:close/>
                  <a:moveTo>
                    <a:pt x="406930" y="438153"/>
                  </a:moveTo>
                  <a:lnTo>
                    <a:pt x="407512" y="441293"/>
                  </a:lnTo>
                  <a:lnTo>
                    <a:pt x="388620" y="471857"/>
                  </a:lnTo>
                  <a:close/>
                  <a:moveTo>
                    <a:pt x="67415" y="404449"/>
                  </a:moveTo>
                  <a:lnTo>
                    <a:pt x="56136" y="438153"/>
                  </a:lnTo>
                  <a:lnTo>
                    <a:pt x="69583" y="404449"/>
                  </a:lnTo>
                  <a:close/>
                  <a:moveTo>
                    <a:pt x="68599" y="370745"/>
                  </a:moveTo>
                  <a:lnTo>
                    <a:pt x="69583" y="404449"/>
                  </a:lnTo>
                  <a:lnTo>
                    <a:pt x="70761" y="370745"/>
                  </a:lnTo>
                  <a:close/>
                  <a:moveTo>
                    <a:pt x="419100" y="404449"/>
                  </a:moveTo>
                  <a:lnTo>
                    <a:pt x="409445" y="438153"/>
                  </a:lnTo>
                  <a:lnTo>
                    <a:pt x="416507" y="404449"/>
                  </a:lnTo>
                  <a:close/>
                  <a:moveTo>
                    <a:pt x="416307" y="370745"/>
                  </a:moveTo>
                  <a:lnTo>
                    <a:pt x="419100" y="404449"/>
                  </a:lnTo>
                  <a:lnTo>
                    <a:pt x="413693" y="370745"/>
                  </a:lnTo>
                  <a:close/>
                  <a:moveTo>
                    <a:pt x="54665" y="337041"/>
                  </a:moveTo>
                  <a:lnTo>
                    <a:pt x="70761" y="370745"/>
                  </a:lnTo>
                  <a:lnTo>
                    <a:pt x="58084" y="337041"/>
                  </a:lnTo>
                  <a:close/>
                  <a:moveTo>
                    <a:pt x="407512" y="356550"/>
                  </a:moveTo>
                  <a:lnTo>
                    <a:pt x="407512" y="350897"/>
                  </a:lnTo>
                  <a:lnTo>
                    <a:pt x="416307" y="370745"/>
                  </a:lnTo>
                  <a:close/>
                  <a:moveTo>
                    <a:pt x="407512" y="350897"/>
                  </a:moveTo>
                  <a:lnTo>
                    <a:pt x="407512" y="356550"/>
                  </a:lnTo>
                  <a:lnTo>
                    <a:pt x="401314" y="337041"/>
                  </a:lnTo>
                  <a:close/>
                  <a:moveTo>
                    <a:pt x="58084" y="337041"/>
                  </a:moveTo>
                  <a:lnTo>
                    <a:pt x="38148" y="305095"/>
                  </a:lnTo>
                  <a:lnTo>
                    <a:pt x="38148" y="312607"/>
                  </a:lnTo>
                  <a:close/>
                  <a:moveTo>
                    <a:pt x="375550" y="303337"/>
                  </a:moveTo>
                  <a:lnTo>
                    <a:pt x="401314" y="337041"/>
                  </a:lnTo>
                  <a:lnTo>
                    <a:pt x="373990" y="303337"/>
                  </a:lnTo>
                  <a:close/>
                  <a:moveTo>
                    <a:pt x="37028" y="303337"/>
                  </a:moveTo>
                  <a:lnTo>
                    <a:pt x="38148" y="312607"/>
                  </a:lnTo>
                  <a:lnTo>
                    <a:pt x="38148" y="305095"/>
                  </a:lnTo>
                  <a:close/>
                  <a:moveTo>
                    <a:pt x="11700" y="269632"/>
                  </a:moveTo>
                  <a:lnTo>
                    <a:pt x="37028" y="303337"/>
                  </a:lnTo>
                  <a:lnTo>
                    <a:pt x="17208" y="269632"/>
                  </a:lnTo>
                  <a:close/>
                  <a:moveTo>
                    <a:pt x="366471" y="294915"/>
                  </a:moveTo>
                  <a:lnTo>
                    <a:pt x="366471" y="293654"/>
                  </a:lnTo>
                  <a:lnTo>
                    <a:pt x="375550" y="303337"/>
                  </a:lnTo>
                  <a:close/>
                  <a:moveTo>
                    <a:pt x="366471" y="293654"/>
                  </a:moveTo>
                  <a:lnTo>
                    <a:pt x="366471" y="294915"/>
                  </a:lnTo>
                  <a:lnTo>
                    <a:pt x="344197" y="269632"/>
                  </a:lnTo>
                  <a:close/>
                  <a:moveTo>
                    <a:pt x="1004" y="235928"/>
                  </a:moveTo>
                  <a:lnTo>
                    <a:pt x="17208" y="269632"/>
                  </a:lnTo>
                  <a:lnTo>
                    <a:pt x="6750" y="235928"/>
                  </a:lnTo>
                  <a:close/>
                  <a:moveTo>
                    <a:pt x="325431" y="244072"/>
                  </a:moveTo>
                  <a:lnTo>
                    <a:pt x="325431" y="247306"/>
                  </a:lnTo>
                  <a:lnTo>
                    <a:pt x="344197" y="269632"/>
                  </a:lnTo>
                  <a:close/>
                  <a:moveTo>
                    <a:pt x="325431" y="247306"/>
                  </a:moveTo>
                  <a:lnTo>
                    <a:pt x="325431" y="244072"/>
                  </a:lnTo>
                  <a:lnTo>
                    <a:pt x="317066" y="235928"/>
                  </a:lnTo>
                  <a:close/>
                  <a:moveTo>
                    <a:pt x="0" y="202224"/>
                  </a:moveTo>
                  <a:lnTo>
                    <a:pt x="6750" y="235928"/>
                  </a:lnTo>
                  <a:lnTo>
                    <a:pt x="6373" y="202224"/>
                  </a:lnTo>
                  <a:close/>
                  <a:moveTo>
                    <a:pt x="298741" y="202224"/>
                  </a:moveTo>
                  <a:lnTo>
                    <a:pt x="317066" y="235928"/>
                  </a:lnTo>
                  <a:lnTo>
                    <a:pt x="304807" y="202224"/>
                  </a:lnTo>
                  <a:close/>
                  <a:moveTo>
                    <a:pt x="6671" y="168520"/>
                  </a:moveTo>
                  <a:lnTo>
                    <a:pt x="6373" y="202224"/>
                  </a:lnTo>
                  <a:lnTo>
                    <a:pt x="14591" y="168520"/>
                  </a:lnTo>
                  <a:close/>
                  <a:moveTo>
                    <a:pt x="286814" y="168520"/>
                  </a:moveTo>
                  <a:lnTo>
                    <a:pt x="298741" y="202224"/>
                  </a:lnTo>
                  <a:lnTo>
                    <a:pt x="296387" y="168520"/>
                  </a:lnTo>
                  <a:close/>
                  <a:moveTo>
                    <a:pt x="17168" y="134816"/>
                  </a:moveTo>
                  <a:lnTo>
                    <a:pt x="14591" y="168520"/>
                  </a:lnTo>
                  <a:lnTo>
                    <a:pt x="27914" y="134816"/>
                  </a:lnTo>
                  <a:close/>
                  <a:moveTo>
                    <a:pt x="286814" y="168520"/>
                  </a:moveTo>
                  <a:lnTo>
                    <a:pt x="284390" y="134816"/>
                  </a:lnTo>
                  <a:lnTo>
                    <a:pt x="284390" y="154429"/>
                  </a:lnTo>
                  <a:close/>
                  <a:moveTo>
                    <a:pt x="294332" y="134816"/>
                  </a:moveTo>
                  <a:lnTo>
                    <a:pt x="284390" y="134816"/>
                  </a:lnTo>
                  <a:lnTo>
                    <a:pt x="286814" y="168520"/>
                  </a:lnTo>
                  <a:close/>
                  <a:moveTo>
                    <a:pt x="27914" y="134816"/>
                  </a:moveTo>
                  <a:lnTo>
                    <a:pt x="38148" y="112229"/>
                  </a:lnTo>
                  <a:lnTo>
                    <a:pt x="28781" y="101112"/>
                  </a:lnTo>
                  <a:close/>
                  <a:moveTo>
                    <a:pt x="284390" y="134816"/>
                  </a:moveTo>
                  <a:lnTo>
                    <a:pt x="284390" y="101112"/>
                  </a:lnTo>
                  <a:lnTo>
                    <a:pt x="281534" y="134816"/>
                  </a:lnTo>
                  <a:close/>
                  <a:moveTo>
                    <a:pt x="284390" y="101112"/>
                  </a:moveTo>
                  <a:lnTo>
                    <a:pt x="278752" y="101112"/>
                  </a:lnTo>
                  <a:lnTo>
                    <a:pt x="281534" y="134816"/>
                  </a:lnTo>
                  <a:close/>
                  <a:moveTo>
                    <a:pt x="284390" y="154429"/>
                  </a:moveTo>
                  <a:lnTo>
                    <a:pt x="284390" y="134816"/>
                  </a:lnTo>
                  <a:lnTo>
                    <a:pt x="281534" y="134816"/>
                  </a:lnTo>
                  <a:close/>
                  <a:moveTo>
                    <a:pt x="42969" y="67408"/>
                  </a:moveTo>
                  <a:lnTo>
                    <a:pt x="42696" y="101112"/>
                  </a:lnTo>
                  <a:lnTo>
                    <a:pt x="59044" y="67408"/>
                  </a:lnTo>
                  <a:close/>
                  <a:moveTo>
                    <a:pt x="38148" y="101112"/>
                  </a:moveTo>
                  <a:lnTo>
                    <a:pt x="38148" y="112229"/>
                  </a:lnTo>
                  <a:lnTo>
                    <a:pt x="42696" y="101112"/>
                  </a:lnTo>
                  <a:close/>
                  <a:moveTo>
                    <a:pt x="284390" y="101112"/>
                  </a:moveTo>
                  <a:lnTo>
                    <a:pt x="284390" y="67408"/>
                  </a:lnTo>
                  <a:lnTo>
                    <a:pt x="278752" y="101112"/>
                  </a:lnTo>
                  <a:close/>
                  <a:moveTo>
                    <a:pt x="284390" y="67408"/>
                  </a:moveTo>
                  <a:lnTo>
                    <a:pt x="271195" y="67408"/>
                  </a:lnTo>
                  <a:lnTo>
                    <a:pt x="278752" y="101112"/>
                  </a:lnTo>
                  <a:close/>
                  <a:moveTo>
                    <a:pt x="59044" y="67408"/>
                  </a:moveTo>
                  <a:lnTo>
                    <a:pt x="79188" y="41604"/>
                  </a:lnTo>
                  <a:lnTo>
                    <a:pt x="64731" y="33704"/>
                  </a:lnTo>
                  <a:close/>
                  <a:moveTo>
                    <a:pt x="271195" y="67408"/>
                  </a:moveTo>
                  <a:lnTo>
                    <a:pt x="271636" y="33704"/>
                  </a:lnTo>
                  <a:lnTo>
                    <a:pt x="249570" y="33704"/>
                  </a:lnTo>
                  <a:close/>
                  <a:moveTo>
                    <a:pt x="120229" y="12744"/>
                  </a:moveTo>
                  <a:lnTo>
                    <a:pt x="79188" y="20273"/>
                  </a:lnTo>
                  <a:lnTo>
                    <a:pt x="87252" y="33704"/>
                  </a:lnTo>
                  <a:close/>
                  <a:moveTo>
                    <a:pt x="79188" y="33704"/>
                  </a:moveTo>
                  <a:lnTo>
                    <a:pt x="79188" y="41604"/>
                  </a:lnTo>
                  <a:lnTo>
                    <a:pt x="87252" y="33704"/>
                  </a:lnTo>
                  <a:close/>
                  <a:moveTo>
                    <a:pt x="243350" y="8442"/>
                  </a:moveTo>
                  <a:lnTo>
                    <a:pt x="243350" y="28254"/>
                  </a:lnTo>
                  <a:lnTo>
                    <a:pt x="249570" y="33704"/>
                  </a:lnTo>
                  <a:close/>
                  <a:moveTo>
                    <a:pt x="243350" y="8442"/>
                  </a:moveTo>
                  <a:lnTo>
                    <a:pt x="202309" y="7162"/>
                  </a:lnTo>
                  <a:lnTo>
                    <a:pt x="243350" y="28254"/>
                  </a:lnTo>
                  <a:close/>
                  <a:moveTo>
                    <a:pt x="161269" y="0"/>
                  </a:moveTo>
                  <a:lnTo>
                    <a:pt x="120229" y="0"/>
                  </a:lnTo>
                  <a:lnTo>
                    <a:pt x="161269" y="2997"/>
                  </a:lnTo>
                  <a:close/>
                  <a:moveTo>
                    <a:pt x="120229" y="0"/>
                  </a:moveTo>
                  <a:lnTo>
                    <a:pt x="120229" y="12744"/>
                  </a:lnTo>
                  <a:lnTo>
                    <a:pt x="161269" y="2997"/>
                  </a:lnTo>
                  <a:close/>
                  <a:moveTo>
                    <a:pt x="202309" y="0"/>
                  </a:moveTo>
                  <a:lnTo>
                    <a:pt x="161269" y="0"/>
                  </a:lnTo>
                  <a:lnTo>
                    <a:pt x="202309" y="7162"/>
                  </a:lnTo>
                  <a:close/>
                  <a:moveTo>
                    <a:pt x="161269" y="0"/>
                  </a:moveTo>
                  <a:lnTo>
                    <a:pt x="161269" y="2997"/>
                  </a:lnTo>
                  <a:lnTo>
                    <a:pt x="202309" y="7162"/>
                  </a:lnTo>
                  <a:close/>
                  <a:moveTo>
                    <a:pt x="409445" y="438153"/>
                  </a:moveTo>
                  <a:lnTo>
                    <a:pt x="407512" y="441293"/>
                  </a:lnTo>
                  <a:lnTo>
                    <a:pt x="407512" y="438153"/>
                  </a:lnTo>
                  <a:close/>
                  <a:moveTo>
                    <a:pt x="38148" y="470951"/>
                  </a:moveTo>
                  <a:lnTo>
                    <a:pt x="37640" y="471857"/>
                  </a:lnTo>
                  <a:lnTo>
                    <a:pt x="38148" y="471857"/>
                  </a:lnTo>
                  <a:close/>
                  <a:moveTo>
                    <a:pt x="38148" y="470951"/>
                  </a:moveTo>
                  <a:lnTo>
                    <a:pt x="38148" y="471857"/>
                  </a:lnTo>
                  <a:lnTo>
                    <a:pt x="56136" y="438153"/>
                  </a:lnTo>
                  <a:close/>
                  <a:moveTo>
                    <a:pt x="37028" y="303337"/>
                  </a:moveTo>
                  <a:lnTo>
                    <a:pt x="38148" y="305095"/>
                  </a:lnTo>
                  <a:lnTo>
                    <a:pt x="38148" y="303337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3978" name="Candidate_B4__3977">
              <a:extLst>
                <a:ext uri="{FF2B5EF4-FFF2-40B4-BE49-F238E27FC236}">
                  <a16:creationId xmlns:a16="http://schemas.microsoft.com/office/drawing/2014/main" id="{5B68526F-DBE7-A770-726B-8FC74976B0A8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12727" cy="634481"/>
            </a:xfrm>
            <a:custGeom>
              <a:avLst/>
              <a:gdLst/>
              <a:ahLst/>
              <a:cxnLst/>
              <a:rect l="0" t="0" r="0" b="0"/>
              <a:pathLst>
                <a:path w="412727" h="634481">
                  <a:moveTo>
                    <a:pt x="45091" y="603676"/>
                  </a:moveTo>
                  <a:lnTo>
                    <a:pt x="72815" y="621256"/>
                  </a:lnTo>
                  <a:lnTo>
                    <a:pt x="72815" y="603676"/>
                  </a:lnTo>
                  <a:close/>
                  <a:moveTo>
                    <a:pt x="31775" y="589543"/>
                  </a:moveTo>
                  <a:lnTo>
                    <a:pt x="45091" y="603676"/>
                  </a:lnTo>
                  <a:lnTo>
                    <a:pt x="40835" y="569972"/>
                  </a:lnTo>
                  <a:close/>
                  <a:moveTo>
                    <a:pt x="113856" y="633305"/>
                  </a:moveTo>
                  <a:lnTo>
                    <a:pt x="113856" y="616992"/>
                  </a:lnTo>
                  <a:lnTo>
                    <a:pt x="72815" y="621256"/>
                  </a:lnTo>
                  <a:close/>
                  <a:moveTo>
                    <a:pt x="113856" y="633305"/>
                  </a:moveTo>
                  <a:lnTo>
                    <a:pt x="154896" y="634481"/>
                  </a:lnTo>
                  <a:lnTo>
                    <a:pt x="154896" y="619003"/>
                  </a:lnTo>
                  <a:close/>
                  <a:moveTo>
                    <a:pt x="154896" y="634481"/>
                  </a:moveTo>
                  <a:lnTo>
                    <a:pt x="195937" y="626232"/>
                  </a:lnTo>
                  <a:lnTo>
                    <a:pt x="195937" y="609977"/>
                  </a:lnTo>
                  <a:close/>
                  <a:moveTo>
                    <a:pt x="236977" y="607047"/>
                  </a:moveTo>
                  <a:lnTo>
                    <a:pt x="236977" y="603676"/>
                  </a:lnTo>
                  <a:lnTo>
                    <a:pt x="195937" y="609977"/>
                  </a:lnTo>
                  <a:close/>
                  <a:moveTo>
                    <a:pt x="195937" y="626232"/>
                  </a:moveTo>
                  <a:lnTo>
                    <a:pt x="236977" y="607047"/>
                  </a:lnTo>
                  <a:lnTo>
                    <a:pt x="195937" y="609977"/>
                  </a:lnTo>
                  <a:close/>
                  <a:moveTo>
                    <a:pt x="236977" y="603676"/>
                  </a:moveTo>
                  <a:lnTo>
                    <a:pt x="236977" y="607047"/>
                  </a:lnTo>
                  <a:lnTo>
                    <a:pt x="242096" y="603676"/>
                  </a:lnTo>
                  <a:close/>
                  <a:moveTo>
                    <a:pt x="236977" y="588941"/>
                  </a:moveTo>
                  <a:lnTo>
                    <a:pt x="278018" y="575324"/>
                  </a:lnTo>
                  <a:lnTo>
                    <a:pt x="278018" y="569972"/>
                  </a:lnTo>
                  <a:close/>
                  <a:moveTo>
                    <a:pt x="236977" y="603676"/>
                  </a:moveTo>
                  <a:lnTo>
                    <a:pt x="278018" y="575324"/>
                  </a:lnTo>
                  <a:lnTo>
                    <a:pt x="236977" y="588941"/>
                  </a:lnTo>
                  <a:close/>
                  <a:moveTo>
                    <a:pt x="242096" y="603676"/>
                  </a:moveTo>
                  <a:lnTo>
                    <a:pt x="278018" y="575324"/>
                  </a:lnTo>
                  <a:lnTo>
                    <a:pt x="236977" y="603676"/>
                  </a:lnTo>
                  <a:close/>
                  <a:moveTo>
                    <a:pt x="17765" y="569972"/>
                  </a:moveTo>
                  <a:lnTo>
                    <a:pt x="31775" y="589543"/>
                  </a:lnTo>
                  <a:lnTo>
                    <a:pt x="31775" y="569972"/>
                  </a:lnTo>
                  <a:close/>
                  <a:moveTo>
                    <a:pt x="10058" y="536268"/>
                  </a:moveTo>
                  <a:lnTo>
                    <a:pt x="17765" y="569972"/>
                  </a:lnTo>
                  <a:lnTo>
                    <a:pt x="30366" y="536268"/>
                  </a:lnTo>
                  <a:close/>
                  <a:moveTo>
                    <a:pt x="278018" y="569972"/>
                  </a:moveTo>
                  <a:lnTo>
                    <a:pt x="278018" y="575324"/>
                  </a:lnTo>
                  <a:lnTo>
                    <a:pt x="284069" y="569972"/>
                  </a:lnTo>
                  <a:close/>
                  <a:moveTo>
                    <a:pt x="284069" y="569972"/>
                  </a:moveTo>
                  <a:lnTo>
                    <a:pt x="278018" y="556379"/>
                  </a:lnTo>
                  <a:lnTo>
                    <a:pt x="278018" y="569972"/>
                  </a:lnTo>
                  <a:close/>
                  <a:moveTo>
                    <a:pt x="317413" y="536268"/>
                  </a:moveTo>
                  <a:lnTo>
                    <a:pt x="300344" y="536268"/>
                  </a:lnTo>
                  <a:lnTo>
                    <a:pt x="284069" y="569972"/>
                  </a:lnTo>
                  <a:close/>
                  <a:moveTo>
                    <a:pt x="10058" y="536268"/>
                  </a:moveTo>
                  <a:lnTo>
                    <a:pt x="30366" y="536268"/>
                  </a:lnTo>
                  <a:lnTo>
                    <a:pt x="15456" y="502564"/>
                  </a:lnTo>
                  <a:close/>
                  <a:moveTo>
                    <a:pt x="317413" y="536268"/>
                  </a:moveTo>
                  <a:lnTo>
                    <a:pt x="319058" y="534522"/>
                  </a:lnTo>
                  <a:lnTo>
                    <a:pt x="319058" y="518867"/>
                  </a:lnTo>
                  <a:close/>
                  <a:moveTo>
                    <a:pt x="31267" y="468860"/>
                  </a:moveTo>
                  <a:lnTo>
                    <a:pt x="31775" y="502564"/>
                  </a:lnTo>
                  <a:lnTo>
                    <a:pt x="31775" y="468860"/>
                  </a:lnTo>
                  <a:close/>
                  <a:moveTo>
                    <a:pt x="31267" y="468860"/>
                  </a:moveTo>
                  <a:lnTo>
                    <a:pt x="15456" y="502564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19058" y="518867"/>
                  </a:lnTo>
                  <a:lnTo>
                    <a:pt x="319058" y="534522"/>
                  </a:lnTo>
                  <a:close/>
                  <a:moveTo>
                    <a:pt x="351350" y="502564"/>
                  </a:moveTo>
                  <a:lnTo>
                    <a:pt x="360098" y="493061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31775" y="468860"/>
                  </a:lnTo>
                  <a:lnTo>
                    <a:pt x="49399" y="468860"/>
                  </a:lnTo>
                  <a:close/>
                  <a:moveTo>
                    <a:pt x="382247" y="468860"/>
                  </a:moveTo>
                  <a:lnTo>
                    <a:pt x="360098" y="479820"/>
                  </a:lnTo>
                  <a:lnTo>
                    <a:pt x="360098" y="493061"/>
                  </a:lnTo>
                  <a:close/>
                  <a:moveTo>
                    <a:pt x="401139" y="438296"/>
                  </a:moveTo>
                  <a:lnTo>
                    <a:pt x="401139" y="435156"/>
                  </a:lnTo>
                  <a:lnTo>
                    <a:pt x="382247" y="468860"/>
                  </a:lnTo>
                  <a:close/>
                  <a:moveTo>
                    <a:pt x="382247" y="468860"/>
                  </a:moveTo>
                  <a:lnTo>
                    <a:pt x="401139" y="435156"/>
                  </a:lnTo>
                  <a:lnTo>
                    <a:pt x="393356" y="435156"/>
                  </a:lnTo>
                  <a:close/>
                  <a:moveTo>
                    <a:pt x="49764" y="435156"/>
                  </a:moveTo>
                  <a:lnTo>
                    <a:pt x="66705" y="435156"/>
                  </a:lnTo>
                  <a:lnTo>
                    <a:pt x="63211" y="401452"/>
                  </a:lnTo>
                  <a:close/>
                  <a:moveTo>
                    <a:pt x="401139" y="435156"/>
                  </a:moveTo>
                  <a:lnTo>
                    <a:pt x="401139" y="438296"/>
                  </a:lnTo>
                  <a:lnTo>
                    <a:pt x="403072" y="435156"/>
                  </a:lnTo>
                  <a:close/>
                  <a:moveTo>
                    <a:pt x="403072" y="435156"/>
                  </a:moveTo>
                  <a:lnTo>
                    <a:pt x="401139" y="408557"/>
                  </a:lnTo>
                  <a:lnTo>
                    <a:pt x="401139" y="435156"/>
                  </a:lnTo>
                  <a:close/>
                  <a:moveTo>
                    <a:pt x="412727" y="401452"/>
                  </a:moveTo>
                  <a:lnTo>
                    <a:pt x="403250" y="401452"/>
                  </a:lnTo>
                  <a:lnTo>
                    <a:pt x="403072" y="435156"/>
                  </a:lnTo>
                  <a:close/>
                  <a:moveTo>
                    <a:pt x="64388" y="367748"/>
                  </a:moveTo>
                  <a:lnTo>
                    <a:pt x="72815" y="401452"/>
                  </a:lnTo>
                  <a:lnTo>
                    <a:pt x="72815" y="367748"/>
                  </a:lnTo>
                  <a:close/>
                  <a:moveTo>
                    <a:pt x="64388" y="367748"/>
                  </a:moveTo>
                  <a:lnTo>
                    <a:pt x="63211" y="401452"/>
                  </a:lnTo>
                  <a:lnTo>
                    <a:pt x="72815" y="401452"/>
                  </a:lnTo>
                  <a:close/>
                  <a:moveTo>
                    <a:pt x="412727" y="401452"/>
                  </a:moveTo>
                  <a:lnTo>
                    <a:pt x="409934" y="367748"/>
                  </a:lnTo>
                  <a:lnTo>
                    <a:pt x="403250" y="401452"/>
                  </a:lnTo>
                  <a:close/>
                  <a:moveTo>
                    <a:pt x="51712" y="334044"/>
                  </a:moveTo>
                  <a:lnTo>
                    <a:pt x="64388" y="367748"/>
                  </a:lnTo>
                  <a:lnTo>
                    <a:pt x="69260" y="334044"/>
                  </a:lnTo>
                  <a:close/>
                  <a:moveTo>
                    <a:pt x="401139" y="367748"/>
                  </a:moveTo>
                  <a:lnTo>
                    <a:pt x="409934" y="367748"/>
                  </a:lnTo>
                  <a:lnTo>
                    <a:pt x="401139" y="347900"/>
                  </a:lnTo>
                  <a:close/>
                  <a:moveTo>
                    <a:pt x="400275" y="367748"/>
                  </a:moveTo>
                  <a:lnTo>
                    <a:pt x="401139" y="347900"/>
                  </a:lnTo>
                  <a:lnTo>
                    <a:pt x="394941" y="334044"/>
                  </a:lnTo>
                  <a:close/>
                  <a:moveTo>
                    <a:pt x="31775" y="300340"/>
                  </a:moveTo>
                  <a:lnTo>
                    <a:pt x="31775" y="302098"/>
                  </a:lnTo>
                  <a:lnTo>
                    <a:pt x="49858" y="300340"/>
                  </a:lnTo>
                  <a:close/>
                  <a:moveTo>
                    <a:pt x="49858" y="300340"/>
                  </a:moveTo>
                  <a:lnTo>
                    <a:pt x="31775" y="302098"/>
                  </a:lnTo>
                  <a:lnTo>
                    <a:pt x="51712" y="334044"/>
                  </a:lnTo>
                  <a:close/>
                  <a:moveTo>
                    <a:pt x="394941" y="334044"/>
                  </a:moveTo>
                  <a:lnTo>
                    <a:pt x="369177" y="300340"/>
                  </a:lnTo>
                  <a:lnTo>
                    <a:pt x="384660" y="334044"/>
                  </a:lnTo>
                  <a:close/>
                  <a:moveTo>
                    <a:pt x="30656" y="300340"/>
                  </a:moveTo>
                  <a:lnTo>
                    <a:pt x="31775" y="300340"/>
                  </a:lnTo>
                  <a:lnTo>
                    <a:pt x="30656" y="266636"/>
                  </a:lnTo>
                  <a:close/>
                  <a:moveTo>
                    <a:pt x="10835" y="266636"/>
                  </a:moveTo>
                  <a:lnTo>
                    <a:pt x="30656" y="300340"/>
                  </a:lnTo>
                  <a:lnTo>
                    <a:pt x="30656" y="266636"/>
                  </a:lnTo>
                  <a:close/>
                  <a:moveTo>
                    <a:pt x="360098" y="300340"/>
                  </a:moveTo>
                  <a:lnTo>
                    <a:pt x="369177" y="300340"/>
                  </a:lnTo>
                  <a:lnTo>
                    <a:pt x="360098" y="290657"/>
                  </a:lnTo>
                  <a:close/>
                  <a:moveTo>
                    <a:pt x="356319" y="300340"/>
                  </a:moveTo>
                  <a:lnTo>
                    <a:pt x="360098" y="290657"/>
                  </a:lnTo>
                  <a:lnTo>
                    <a:pt x="337824" y="266636"/>
                  </a:lnTo>
                  <a:close/>
                  <a:moveTo>
                    <a:pt x="377" y="232932"/>
                  </a:moveTo>
                  <a:lnTo>
                    <a:pt x="10835" y="266636"/>
                  </a:lnTo>
                  <a:lnTo>
                    <a:pt x="30656" y="266636"/>
                  </a:lnTo>
                  <a:close/>
                  <a:moveTo>
                    <a:pt x="319058" y="244310"/>
                  </a:moveTo>
                  <a:lnTo>
                    <a:pt x="321921" y="266636"/>
                  </a:lnTo>
                  <a:lnTo>
                    <a:pt x="337824" y="266636"/>
                  </a:lnTo>
                  <a:close/>
                  <a:moveTo>
                    <a:pt x="319058" y="244310"/>
                  </a:moveTo>
                  <a:lnTo>
                    <a:pt x="310693" y="232932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377" y="232932"/>
                  </a:lnTo>
                  <a:lnTo>
                    <a:pt x="19934" y="232932"/>
                  </a:lnTo>
                  <a:close/>
                  <a:moveTo>
                    <a:pt x="310693" y="232932"/>
                  </a:moveTo>
                  <a:lnTo>
                    <a:pt x="292368" y="199228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20615" y="199228"/>
                  </a:lnTo>
                  <a:lnTo>
                    <a:pt x="8218" y="165523"/>
                  </a:lnTo>
                  <a:close/>
                  <a:moveTo>
                    <a:pt x="278018" y="165523"/>
                  </a:moveTo>
                  <a:lnTo>
                    <a:pt x="292368" y="199228"/>
                  </a:lnTo>
                  <a:lnTo>
                    <a:pt x="280441" y="165523"/>
                  </a:lnTo>
                  <a:close/>
                  <a:moveTo>
                    <a:pt x="278018" y="165523"/>
                  </a:moveTo>
                  <a:lnTo>
                    <a:pt x="278018" y="199228"/>
                  </a:lnTo>
                  <a:lnTo>
                    <a:pt x="292368" y="199228"/>
                  </a:lnTo>
                  <a:close/>
                  <a:moveTo>
                    <a:pt x="21541" y="131819"/>
                  </a:moveTo>
                  <a:lnTo>
                    <a:pt x="31775" y="165523"/>
                  </a:lnTo>
                  <a:lnTo>
                    <a:pt x="31775" y="131819"/>
                  </a:lnTo>
                  <a:close/>
                  <a:moveTo>
                    <a:pt x="21541" y="131819"/>
                  </a:moveTo>
                  <a:lnTo>
                    <a:pt x="8218" y="165523"/>
                  </a:lnTo>
                  <a:lnTo>
                    <a:pt x="31775" y="165523"/>
                  </a:lnTo>
                  <a:close/>
                  <a:moveTo>
                    <a:pt x="278018" y="165523"/>
                  </a:moveTo>
                  <a:lnTo>
                    <a:pt x="280441" y="165523"/>
                  </a:lnTo>
                  <a:lnTo>
                    <a:pt x="278018" y="151432"/>
                  </a:lnTo>
                  <a:close/>
                  <a:moveTo>
                    <a:pt x="278018" y="165523"/>
                  </a:moveTo>
                  <a:lnTo>
                    <a:pt x="278018" y="151432"/>
                  </a:lnTo>
                  <a:lnTo>
                    <a:pt x="255952" y="165523"/>
                  </a:lnTo>
                  <a:close/>
                  <a:moveTo>
                    <a:pt x="255952" y="165523"/>
                  </a:moveTo>
                  <a:lnTo>
                    <a:pt x="278018" y="151432"/>
                  </a:lnTo>
                  <a:lnTo>
                    <a:pt x="275161" y="131819"/>
                  </a:lnTo>
                  <a:close/>
                  <a:moveTo>
                    <a:pt x="31775" y="109232"/>
                  </a:moveTo>
                  <a:lnTo>
                    <a:pt x="21541" y="131819"/>
                  </a:lnTo>
                  <a:lnTo>
                    <a:pt x="31775" y="131819"/>
                  </a:lnTo>
                  <a:close/>
                  <a:moveTo>
                    <a:pt x="31775" y="109232"/>
                  </a:moveTo>
                  <a:lnTo>
                    <a:pt x="31775" y="131819"/>
                  </a:lnTo>
                  <a:lnTo>
                    <a:pt x="36323" y="98115"/>
                  </a:lnTo>
                  <a:close/>
                  <a:moveTo>
                    <a:pt x="36323" y="98115"/>
                  </a:moveTo>
                  <a:lnTo>
                    <a:pt x="31775" y="131819"/>
                  </a:lnTo>
                  <a:lnTo>
                    <a:pt x="50142" y="131819"/>
                  </a:lnTo>
                  <a:close/>
                  <a:moveTo>
                    <a:pt x="245695" y="131819"/>
                  </a:moveTo>
                  <a:lnTo>
                    <a:pt x="275161" y="131819"/>
                  </a:lnTo>
                  <a:lnTo>
                    <a:pt x="272380" y="98115"/>
                  </a:lnTo>
                  <a:close/>
                  <a:moveTo>
                    <a:pt x="36323" y="98115"/>
                  </a:moveTo>
                  <a:lnTo>
                    <a:pt x="69794" y="98115"/>
                  </a:lnTo>
                  <a:lnTo>
                    <a:pt x="52671" y="64411"/>
                  </a:lnTo>
                  <a:close/>
                  <a:moveTo>
                    <a:pt x="272380" y="98115"/>
                  </a:moveTo>
                  <a:lnTo>
                    <a:pt x="264822" y="64411"/>
                  </a:lnTo>
                  <a:lnTo>
                    <a:pt x="237492" y="98115"/>
                  </a:lnTo>
                  <a:close/>
                  <a:moveTo>
                    <a:pt x="72815" y="38607"/>
                  </a:moveTo>
                  <a:lnTo>
                    <a:pt x="52671" y="64411"/>
                  </a:lnTo>
                  <a:lnTo>
                    <a:pt x="72815" y="64411"/>
                  </a:lnTo>
                  <a:close/>
                  <a:moveTo>
                    <a:pt x="80879" y="30707"/>
                  </a:moveTo>
                  <a:lnTo>
                    <a:pt x="72815" y="38607"/>
                  </a:lnTo>
                  <a:lnTo>
                    <a:pt x="113856" y="50194"/>
                  </a:lnTo>
                  <a:close/>
                  <a:moveTo>
                    <a:pt x="236977" y="30707"/>
                  </a:moveTo>
                  <a:lnTo>
                    <a:pt x="264822" y="64411"/>
                  </a:lnTo>
                  <a:lnTo>
                    <a:pt x="243197" y="30707"/>
                  </a:lnTo>
                  <a:close/>
                  <a:moveTo>
                    <a:pt x="236977" y="30707"/>
                  </a:moveTo>
                  <a:lnTo>
                    <a:pt x="236977" y="64411"/>
                  </a:lnTo>
                  <a:lnTo>
                    <a:pt x="264822" y="64411"/>
                  </a:lnTo>
                  <a:close/>
                  <a:moveTo>
                    <a:pt x="113856" y="9747"/>
                  </a:moveTo>
                  <a:lnTo>
                    <a:pt x="80879" y="30707"/>
                  </a:lnTo>
                  <a:lnTo>
                    <a:pt x="113856" y="30707"/>
                  </a:lnTo>
                  <a:close/>
                  <a:moveTo>
                    <a:pt x="113856" y="30707"/>
                  </a:moveTo>
                  <a:lnTo>
                    <a:pt x="154896" y="0"/>
                  </a:lnTo>
                  <a:lnTo>
                    <a:pt x="113856" y="9747"/>
                  </a:lnTo>
                  <a:close/>
                  <a:moveTo>
                    <a:pt x="154896" y="30707"/>
                  </a:moveTo>
                  <a:lnTo>
                    <a:pt x="195937" y="4166"/>
                  </a:lnTo>
                  <a:lnTo>
                    <a:pt x="154896" y="0"/>
                  </a:lnTo>
                  <a:close/>
                  <a:moveTo>
                    <a:pt x="195937" y="30707"/>
                  </a:moveTo>
                  <a:lnTo>
                    <a:pt x="236977" y="2525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236977" y="30707"/>
                  </a:lnTo>
                  <a:lnTo>
                    <a:pt x="236977" y="25257"/>
                  </a:lnTo>
                  <a:close/>
                  <a:moveTo>
                    <a:pt x="236977" y="30707"/>
                  </a:moveTo>
                  <a:lnTo>
                    <a:pt x="243197" y="30707"/>
                  </a:lnTo>
                  <a:lnTo>
                    <a:pt x="236977" y="25257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3979" name="Candidate_B4__3978">
              <a:extLst>
                <a:ext uri="{FF2B5EF4-FFF2-40B4-BE49-F238E27FC236}">
                  <a16:creationId xmlns:a16="http://schemas.microsoft.com/office/drawing/2014/main" id="{8F744E42-3F35-8BA3-7FC4-2868610D83A2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09934" cy="634481"/>
            </a:xfrm>
            <a:custGeom>
              <a:avLst/>
              <a:gdLst/>
              <a:ahLst/>
              <a:cxnLst/>
              <a:rect l="0" t="0" r="0" b="0"/>
              <a:pathLst>
                <a:path w="409934" h="634481">
                  <a:moveTo>
                    <a:pt x="31775" y="569972"/>
                  </a:moveTo>
                  <a:lnTo>
                    <a:pt x="31775" y="589543"/>
                  </a:lnTo>
                  <a:lnTo>
                    <a:pt x="40835" y="569972"/>
                  </a:lnTo>
                  <a:close/>
                  <a:moveTo>
                    <a:pt x="40835" y="569972"/>
                  </a:moveTo>
                  <a:lnTo>
                    <a:pt x="45091" y="603676"/>
                  </a:lnTo>
                  <a:lnTo>
                    <a:pt x="72815" y="601614"/>
                  </a:lnTo>
                  <a:close/>
                  <a:moveTo>
                    <a:pt x="72815" y="601614"/>
                  </a:moveTo>
                  <a:lnTo>
                    <a:pt x="45091" y="603676"/>
                  </a:lnTo>
                  <a:lnTo>
                    <a:pt x="72815" y="603676"/>
                  </a:lnTo>
                  <a:close/>
                  <a:moveTo>
                    <a:pt x="72815" y="621256"/>
                  </a:moveTo>
                  <a:lnTo>
                    <a:pt x="76831" y="603676"/>
                  </a:lnTo>
                  <a:lnTo>
                    <a:pt x="72815" y="603676"/>
                  </a:lnTo>
                  <a:close/>
                  <a:moveTo>
                    <a:pt x="113856" y="616992"/>
                  </a:moveTo>
                  <a:lnTo>
                    <a:pt x="76831" y="603676"/>
                  </a:lnTo>
                  <a:lnTo>
                    <a:pt x="72815" y="621256"/>
                  </a:lnTo>
                  <a:close/>
                  <a:moveTo>
                    <a:pt x="113856" y="616992"/>
                  </a:moveTo>
                  <a:lnTo>
                    <a:pt x="113856" y="633305"/>
                  </a:lnTo>
                  <a:lnTo>
                    <a:pt x="154896" y="619003"/>
                  </a:lnTo>
                  <a:close/>
                  <a:moveTo>
                    <a:pt x="154896" y="619003"/>
                  </a:moveTo>
                  <a:lnTo>
                    <a:pt x="154896" y="634481"/>
                  </a:lnTo>
                  <a:lnTo>
                    <a:pt x="195937" y="609977"/>
                  </a:lnTo>
                  <a:close/>
                  <a:moveTo>
                    <a:pt x="195937" y="609977"/>
                  </a:moveTo>
                  <a:lnTo>
                    <a:pt x="236977" y="603676"/>
                  </a:lnTo>
                  <a:lnTo>
                    <a:pt x="209506" y="603676"/>
                  </a:lnTo>
                  <a:close/>
                  <a:moveTo>
                    <a:pt x="236977" y="588941"/>
                  </a:moveTo>
                  <a:lnTo>
                    <a:pt x="278018" y="569972"/>
                  </a:lnTo>
                  <a:lnTo>
                    <a:pt x="262423" y="569972"/>
                  </a:lnTo>
                  <a:close/>
                  <a:moveTo>
                    <a:pt x="209506" y="603676"/>
                  </a:moveTo>
                  <a:lnTo>
                    <a:pt x="236977" y="603676"/>
                  </a:lnTo>
                  <a:lnTo>
                    <a:pt x="236977" y="588941"/>
                  </a:lnTo>
                  <a:close/>
                  <a:moveTo>
                    <a:pt x="30366" y="536268"/>
                  </a:moveTo>
                  <a:lnTo>
                    <a:pt x="31775" y="569972"/>
                  </a:lnTo>
                  <a:lnTo>
                    <a:pt x="31775" y="541294"/>
                  </a:lnTo>
                  <a:close/>
                  <a:moveTo>
                    <a:pt x="17765" y="569972"/>
                  </a:moveTo>
                  <a:lnTo>
                    <a:pt x="31775" y="569972"/>
                  </a:lnTo>
                  <a:lnTo>
                    <a:pt x="30366" y="536268"/>
                  </a:lnTo>
                  <a:close/>
                  <a:moveTo>
                    <a:pt x="31775" y="569972"/>
                  </a:moveTo>
                  <a:lnTo>
                    <a:pt x="40835" y="569972"/>
                  </a:lnTo>
                  <a:lnTo>
                    <a:pt x="31775" y="541294"/>
                  </a:lnTo>
                  <a:close/>
                  <a:moveTo>
                    <a:pt x="300344" y="536268"/>
                  </a:moveTo>
                  <a:lnTo>
                    <a:pt x="278018" y="556379"/>
                  </a:lnTo>
                  <a:lnTo>
                    <a:pt x="284069" y="569972"/>
                  </a:lnTo>
                  <a:close/>
                  <a:moveTo>
                    <a:pt x="262423" y="569972"/>
                  </a:moveTo>
                  <a:lnTo>
                    <a:pt x="278018" y="569972"/>
                  </a:lnTo>
                  <a:lnTo>
                    <a:pt x="278018" y="556379"/>
                  </a:lnTo>
                  <a:close/>
                  <a:moveTo>
                    <a:pt x="15456" y="502564"/>
                  </a:moveTo>
                  <a:lnTo>
                    <a:pt x="31775" y="526513"/>
                  </a:lnTo>
                  <a:lnTo>
                    <a:pt x="31775" y="502564"/>
                  </a:lnTo>
                  <a:close/>
                  <a:moveTo>
                    <a:pt x="30366" y="536268"/>
                  </a:moveTo>
                  <a:lnTo>
                    <a:pt x="31775" y="526513"/>
                  </a:lnTo>
                  <a:lnTo>
                    <a:pt x="15456" y="502564"/>
                  </a:lnTo>
                  <a:close/>
                  <a:moveTo>
                    <a:pt x="300344" y="536268"/>
                  </a:moveTo>
                  <a:lnTo>
                    <a:pt x="317413" y="536268"/>
                  </a:lnTo>
                  <a:lnTo>
                    <a:pt x="319058" y="518867"/>
                  </a:lnTo>
                  <a:close/>
                  <a:moveTo>
                    <a:pt x="49399" y="468860"/>
                  </a:moveTo>
                  <a:lnTo>
                    <a:pt x="31775" y="468860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37125" y="502564"/>
                  </a:lnTo>
                  <a:lnTo>
                    <a:pt x="319058" y="518867"/>
                  </a:lnTo>
                  <a:close/>
                  <a:moveTo>
                    <a:pt x="337125" y="502564"/>
                  </a:moveTo>
                  <a:lnTo>
                    <a:pt x="351350" y="502564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49399" y="468860"/>
                  </a:lnTo>
                  <a:lnTo>
                    <a:pt x="66705" y="435156"/>
                  </a:lnTo>
                  <a:close/>
                  <a:moveTo>
                    <a:pt x="382247" y="468860"/>
                  </a:moveTo>
                  <a:lnTo>
                    <a:pt x="370667" y="468860"/>
                  </a:lnTo>
                  <a:lnTo>
                    <a:pt x="360098" y="479820"/>
                  </a:lnTo>
                  <a:close/>
                  <a:moveTo>
                    <a:pt x="382247" y="468860"/>
                  </a:moveTo>
                  <a:lnTo>
                    <a:pt x="393356" y="435156"/>
                  </a:lnTo>
                  <a:lnTo>
                    <a:pt x="370667" y="468860"/>
                  </a:lnTo>
                  <a:close/>
                  <a:moveTo>
                    <a:pt x="63211" y="401452"/>
                  </a:moveTo>
                  <a:lnTo>
                    <a:pt x="72815" y="418123"/>
                  </a:lnTo>
                  <a:lnTo>
                    <a:pt x="72815" y="401452"/>
                  </a:lnTo>
                  <a:close/>
                  <a:moveTo>
                    <a:pt x="66705" y="435156"/>
                  </a:moveTo>
                  <a:lnTo>
                    <a:pt x="72815" y="418123"/>
                  </a:lnTo>
                  <a:lnTo>
                    <a:pt x="63211" y="401452"/>
                  </a:lnTo>
                  <a:close/>
                  <a:moveTo>
                    <a:pt x="403250" y="401452"/>
                  </a:moveTo>
                  <a:lnTo>
                    <a:pt x="401139" y="408557"/>
                  </a:lnTo>
                  <a:lnTo>
                    <a:pt x="403072" y="435156"/>
                  </a:lnTo>
                  <a:close/>
                  <a:moveTo>
                    <a:pt x="393356" y="435156"/>
                  </a:moveTo>
                  <a:lnTo>
                    <a:pt x="401139" y="435156"/>
                  </a:lnTo>
                  <a:lnTo>
                    <a:pt x="401139" y="408557"/>
                  </a:lnTo>
                  <a:close/>
                  <a:moveTo>
                    <a:pt x="78610" y="401452"/>
                  </a:moveTo>
                  <a:lnTo>
                    <a:pt x="79869" y="367748"/>
                  </a:lnTo>
                  <a:lnTo>
                    <a:pt x="72815" y="401452"/>
                  </a:lnTo>
                  <a:close/>
                  <a:moveTo>
                    <a:pt x="79869" y="367748"/>
                  </a:moveTo>
                  <a:lnTo>
                    <a:pt x="72815" y="367748"/>
                  </a:lnTo>
                  <a:lnTo>
                    <a:pt x="72815" y="401452"/>
                  </a:lnTo>
                  <a:close/>
                  <a:moveTo>
                    <a:pt x="72815" y="401452"/>
                  </a:moveTo>
                  <a:lnTo>
                    <a:pt x="72815" y="418123"/>
                  </a:lnTo>
                  <a:lnTo>
                    <a:pt x="78610" y="401452"/>
                  </a:lnTo>
                  <a:close/>
                  <a:moveTo>
                    <a:pt x="409934" y="367748"/>
                  </a:moveTo>
                  <a:lnTo>
                    <a:pt x="401139" y="367748"/>
                  </a:lnTo>
                  <a:lnTo>
                    <a:pt x="403250" y="401452"/>
                  </a:lnTo>
                  <a:close/>
                  <a:moveTo>
                    <a:pt x="69260" y="334044"/>
                  </a:moveTo>
                  <a:lnTo>
                    <a:pt x="72815" y="367748"/>
                  </a:lnTo>
                  <a:lnTo>
                    <a:pt x="72815" y="344716"/>
                  </a:lnTo>
                  <a:close/>
                  <a:moveTo>
                    <a:pt x="64388" y="367748"/>
                  </a:moveTo>
                  <a:lnTo>
                    <a:pt x="72815" y="367748"/>
                  </a:lnTo>
                  <a:lnTo>
                    <a:pt x="69260" y="334044"/>
                  </a:lnTo>
                  <a:close/>
                  <a:moveTo>
                    <a:pt x="72815" y="367748"/>
                  </a:moveTo>
                  <a:lnTo>
                    <a:pt x="79869" y="367748"/>
                  </a:lnTo>
                  <a:lnTo>
                    <a:pt x="72815" y="344716"/>
                  </a:lnTo>
                  <a:close/>
                  <a:moveTo>
                    <a:pt x="401139" y="367748"/>
                  </a:moveTo>
                  <a:lnTo>
                    <a:pt x="401139" y="347900"/>
                  </a:lnTo>
                  <a:lnTo>
                    <a:pt x="400275" y="367748"/>
                  </a:lnTo>
                  <a:close/>
                  <a:moveTo>
                    <a:pt x="400275" y="367748"/>
                  </a:moveTo>
                  <a:lnTo>
                    <a:pt x="394941" y="334044"/>
                  </a:lnTo>
                  <a:lnTo>
                    <a:pt x="384660" y="334044"/>
                  </a:lnTo>
                  <a:close/>
                  <a:moveTo>
                    <a:pt x="49858" y="300340"/>
                  </a:moveTo>
                  <a:lnTo>
                    <a:pt x="51712" y="334044"/>
                  </a:lnTo>
                  <a:lnTo>
                    <a:pt x="69260" y="334044"/>
                  </a:lnTo>
                  <a:close/>
                  <a:moveTo>
                    <a:pt x="384660" y="334044"/>
                  </a:moveTo>
                  <a:lnTo>
                    <a:pt x="360098" y="300340"/>
                  </a:lnTo>
                  <a:lnTo>
                    <a:pt x="360098" y="304408"/>
                  </a:lnTo>
                  <a:close/>
                  <a:moveTo>
                    <a:pt x="369177" y="300340"/>
                  </a:moveTo>
                  <a:lnTo>
                    <a:pt x="360098" y="300340"/>
                  </a:lnTo>
                  <a:lnTo>
                    <a:pt x="384660" y="334044"/>
                  </a:lnTo>
                  <a:close/>
                  <a:moveTo>
                    <a:pt x="30656" y="266636"/>
                  </a:moveTo>
                  <a:lnTo>
                    <a:pt x="31775" y="300340"/>
                  </a:lnTo>
                  <a:lnTo>
                    <a:pt x="31775" y="268660"/>
                  </a:lnTo>
                  <a:close/>
                  <a:moveTo>
                    <a:pt x="31775" y="300340"/>
                  </a:moveTo>
                  <a:lnTo>
                    <a:pt x="49858" y="300340"/>
                  </a:lnTo>
                  <a:lnTo>
                    <a:pt x="31775" y="268660"/>
                  </a:lnTo>
                  <a:close/>
                  <a:moveTo>
                    <a:pt x="360098" y="300340"/>
                  </a:moveTo>
                  <a:lnTo>
                    <a:pt x="360098" y="290657"/>
                  </a:lnTo>
                  <a:lnTo>
                    <a:pt x="356319" y="300340"/>
                  </a:lnTo>
                  <a:close/>
                  <a:moveTo>
                    <a:pt x="356319" y="300340"/>
                  </a:moveTo>
                  <a:lnTo>
                    <a:pt x="337824" y="266636"/>
                  </a:lnTo>
                  <a:lnTo>
                    <a:pt x="321921" y="266636"/>
                  </a:lnTo>
                  <a:close/>
                  <a:moveTo>
                    <a:pt x="360098" y="304408"/>
                  </a:moveTo>
                  <a:lnTo>
                    <a:pt x="360098" y="300340"/>
                  </a:lnTo>
                  <a:lnTo>
                    <a:pt x="356319" y="300340"/>
                  </a:lnTo>
                  <a:close/>
                  <a:moveTo>
                    <a:pt x="377" y="232932"/>
                  </a:moveTo>
                  <a:lnTo>
                    <a:pt x="30656" y="266636"/>
                  </a:lnTo>
                  <a:lnTo>
                    <a:pt x="19934" y="232932"/>
                  </a:lnTo>
                  <a:close/>
                  <a:moveTo>
                    <a:pt x="319058" y="244310"/>
                  </a:moveTo>
                  <a:lnTo>
                    <a:pt x="319058" y="263597"/>
                  </a:lnTo>
                  <a:lnTo>
                    <a:pt x="321921" y="266636"/>
                  </a:lnTo>
                  <a:close/>
                  <a:moveTo>
                    <a:pt x="319058" y="263597"/>
                  </a:moveTo>
                  <a:lnTo>
                    <a:pt x="319058" y="244310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19934" y="232932"/>
                  </a:lnTo>
                  <a:lnTo>
                    <a:pt x="20615" y="199228"/>
                  </a:lnTo>
                  <a:close/>
                  <a:moveTo>
                    <a:pt x="292794" y="232932"/>
                  </a:moveTo>
                  <a:lnTo>
                    <a:pt x="278018" y="199228"/>
                  </a:lnTo>
                  <a:lnTo>
                    <a:pt x="278018" y="210532"/>
                  </a:lnTo>
                  <a:close/>
                  <a:moveTo>
                    <a:pt x="292368" y="199228"/>
                  </a:moveTo>
                  <a:lnTo>
                    <a:pt x="278018" y="199228"/>
                  </a:lnTo>
                  <a:lnTo>
                    <a:pt x="292794" y="232932"/>
                  </a:lnTo>
                  <a:close/>
                  <a:moveTo>
                    <a:pt x="8218" y="165523"/>
                  </a:moveTo>
                  <a:lnTo>
                    <a:pt x="31775" y="165943"/>
                  </a:lnTo>
                  <a:lnTo>
                    <a:pt x="31775" y="165523"/>
                  </a:lnTo>
                  <a:close/>
                  <a:moveTo>
                    <a:pt x="20615" y="199228"/>
                  </a:moveTo>
                  <a:lnTo>
                    <a:pt x="31775" y="165943"/>
                  </a:lnTo>
                  <a:lnTo>
                    <a:pt x="8218" y="165523"/>
                  </a:lnTo>
                  <a:close/>
                  <a:moveTo>
                    <a:pt x="278018" y="199228"/>
                  </a:moveTo>
                  <a:lnTo>
                    <a:pt x="278018" y="165523"/>
                  </a:lnTo>
                  <a:lnTo>
                    <a:pt x="271200" y="199228"/>
                  </a:lnTo>
                  <a:close/>
                  <a:moveTo>
                    <a:pt x="278018" y="165523"/>
                  </a:moveTo>
                  <a:lnTo>
                    <a:pt x="255952" y="165523"/>
                  </a:lnTo>
                  <a:lnTo>
                    <a:pt x="271200" y="199228"/>
                  </a:lnTo>
                  <a:close/>
                  <a:moveTo>
                    <a:pt x="278018" y="210532"/>
                  </a:moveTo>
                  <a:lnTo>
                    <a:pt x="278018" y="199228"/>
                  </a:lnTo>
                  <a:lnTo>
                    <a:pt x="271200" y="199228"/>
                  </a:lnTo>
                  <a:close/>
                  <a:moveTo>
                    <a:pt x="50142" y="131819"/>
                  </a:moveTo>
                  <a:lnTo>
                    <a:pt x="31775" y="131819"/>
                  </a:lnTo>
                  <a:lnTo>
                    <a:pt x="31775" y="165523"/>
                  </a:lnTo>
                  <a:close/>
                  <a:moveTo>
                    <a:pt x="255952" y="165523"/>
                  </a:moveTo>
                  <a:lnTo>
                    <a:pt x="275161" y="131819"/>
                  </a:lnTo>
                  <a:lnTo>
                    <a:pt x="245695" y="131819"/>
                  </a:lnTo>
                  <a:close/>
                  <a:moveTo>
                    <a:pt x="36323" y="98115"/>
                  </a:moveTo>
                  <a:lnTo>
                    <a:pt x="50142" y="131819"/>
                  </a:lnTo>
                  <a:lnTo>
                    <a:pt x="69794" y="98115"/>
                  </a:lnTo>
                  <a:close/>
                  <a:moveTo>
                    <a:pt x="237492" y="98115"/>
                  </a:moveTo>
                  <a:lnTo>
                    <a:pt x="245695" y="131819"/>
                  </a:lnTo>
                  <a:lnTo>
                    <a:pt x="272380" y="98115"/>
                  </a:lnTo>
                  <a:close/>
                  <a:moveTo>
                    <a:pt x="52671" y="64411"/>
                  </a:moveTo>
                  <a:lnTo>
                    <a:pt x="72815" y="93613"/>
                  </a:lnTo>
                  <a:lnTo>
                    <a:pt x="72815" y="64411"/>
                  </a:lnTo>
                  <a:close/>
                  <a:moveTo>
                    <a:pt x="69794" y="98115"/>
                  </a:moveTo>
                  <a:lnTo>
                    <a:pt x="72815" y="93613"/>
                  </a:lnTo>
                  <a:lnTo>
                    <a:pt x="52671" y="64411"/>
                  </a:lnTo>
                  <a:close/>
                  <a:moveTo>
                    <a:pt x="237492" y="98115"/>
                  </a:moveTo>
                  <a:lnTo>
                    <a:pt x="236977" y="64411"/>
                  </a:lnTo>
                  <a:lnTo>
                    <a:pt x="236977" y="96813"/>
                  </a:lnTo>
                  <a:close/>
                  <a:moveTo>
                    <a:pt x="264822" y="64411"/>
                  </a:moveTo>
                  <a:lnTo>
                    <a:pt x="236977" y="64411"/>
                  </a:lnTo>
                  <a:lnTo>
                    <a:pt x="237492" y="98115"/>
                  </a:lnTo>
                  <a:close/>
                  <a:moveTo>
                    <a:pt x="113856" y="30707"/>
                  </a:moveTo>
                  <a:lnTo>
                    <a:pt x="80879" y="30707"/>
                  </a:lnTo>
                  <a:lnTo>
                    <a:pt x="113856" y="50194"/>
                  </a:lnTo>
                  <a:close/>
                  <a:moveTo>
                    <a:pt x="113856" y="50194"/>
                  </a:moveTo>
                  <a:lnTo>
                    <a:pt x="72815" y="38607"/>
                  </a:lnTo>
                  <a:lnTo>
                    <a:pt x="96846" y="64411"/>
                  </a:lnTo>
                  <a:close/>
                  <a:moveTo>
                    <a:pt x="96846" y="64411"/>
                  </a:moveTo>
                  <a:lnTo>
                    <a:pt x="72815" y="38607"/>
                  </a:lnTo>
                  <a:lnTo>
                    <a:pt x="72815" y="64411"/>
                  </a:lnTo>
                  <a:close/>
                  <a:moveTo>
                    <a:pt x="72815" y="64411"/>
                  </a:moveTo>
                  <a:lnTo>
                    <a:pt x="72815" y="93613"/>
                  </a:lnTo>
                  <a:lnTo>
                    <a:pt x="96846" y="64411"/>
                  </a:lnTo>
                  <a:close/>
                  <a:moveTo>
                    <a:pt x="195937" y="44402"/>
                  </a:moveTo>
                  <a:lnTo>
                    <a:pt x="219570" y="64411"/>
                  </a:lnTo>
                  <a:lnTo>
                    <a:pt x="195937" y="30707"/>
                  </a:lnTo>
                  <a:close/>
                  <a:moveTo>
                    <a:pt x="195937" y="30707"/>
                  </a:moveTo>
                  <a:lnTo>
                    <a:pt x="219570" y="64411"/>
                  </a:lnTo>
                  <a:lnTo>
                    <a:pt x="236977" y="64411"/>
                  </a:lnTo>
                  <a:close/>
                  <a:moveTo>
                    <a:pt x="195937" y="30707"/>
                  </a:moveTo>
                  <a:lnTo>
                    <a:pt x="236977" y="64411"/>
                  </a:lnTo>
                  <a:lnTo>
                    <a:pt x="236977" y="30707"/>
                  </a:lnTo>
                  <a:close/>
                  <a:moveTo>
                    <a:pt x="236977" y="96813"/>
                  </a:moveTo>
                  <a:lnTo>
                    <a:pt x="236977" y="64411"/>
                  </a:lnTo>
                  <a:lnTo>
                    <a:pt x="219570" y="64411"/>
                  </a:lnTo>
                  <a:close/>
                  <a:moveTo>
                    <a:pt x="113856" y="30707"/>
                  </a:moveTo>
                  <a:lnTo>
                    <a:pt x="154896" y="30707"/>
                  </a:lnTo>
                  <a:lnTo>
                    <a:pt x="154896" y="0"/>
                  </a:lnTo>
                  <a:close/>
                  <a:moveTo>
                    <a:pt x="154896" y="30707"/>
                  </a:moveTo>
                  <a:lnTo>
                    <a:pt x="113856" y="30707"/>
                  </a:lnTo>
                  <a:lnTo>
                    <a:pt x="154896" y="35792"/>
                  </a:lnTo>
                  <a:close/>
                  <a:moveTo>
                    <a:pt x="113856" y="30707"/>
                  </a:moveTo>
                  <a:lnTo>
                    <a:pt x="113856" y="50194"/>
                  </a:lnTo>
                  <a:lnTo>
                    <a:pt x="154896" y="35792"/>
                  </a:lnTo>
                  <a:close/>
                  <a:moveTo>
                    <a:pt x="154896" y="30707"/>
                  </a:moveTo>
                  <a:lnTo>
                    <a:pt x="195937" y="3070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154896" y="30707"/>
                  </a:lnTo>
                  <a:lnTo>
                    <a:pt x="195937" y="44402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3980" name="Candidate_B4__3979">
              <a:extLst>
                <a:ext uri="{FF2B5EF4-FFF2-40B4-BE49-F238E27FC236}">
                  <a16:creationId xmlns:a16="http://schemas.microsoft.com/office/drawing/2014/main" id="{D15F1497-6766-AC94-88BD-14152112AFB2}"/>
                </a:ext>
              </a:extLst>
            </p:cNvPr>
            <p:cNvSpPr>
              <a:spLocks noGrp="1"/>
            </p:cNvSpPr>
            <p:nvPr/>
          </p:nvSpPr>
          <p:spPr>
            <a:xfrm>
              <a:off x="5550807" y="1929978"/>
              <a:ext cx="383316" cy="588296"/>
            </a:xfrm>
            <a:custGeom>
              <a:avLst/>
              <a:gdLst/>
              <a:ahLst/>
              <a:cxnLst/>
              <a:rect l="0" t="0" r="0" b="0"/>
              <a:pathLst>
                <a:path w="383316" h="588296">
                  <a:moveTo>
                    <a:pt x="52881" y="572969"/>
                  </a:moveTo>
                  <a:lnTo>
                    <a:pt x="56896" y="572969"/>
                  </a:lnTo>
                  <a:lnTo>
                    <a:pt x="52881" y="570907"/>
                  </a:lnTo>
                  <a:close/>
                  <a:moveTo>
                    <a:pt x="15171" y="471857"/>
                  </a:moveTo>
                  <a:lnTo>
                    <a:pt x="29464" y="438153"/>
                  </a:lnTo>
                  <a:lnTo>
                    <a:pt x="11841" y="471857"/>
                  </a:lnTo>
                  <a:close/>
                  <a:moveTo>
                    <a:pt x="11841" y="471857"/>
                  </a:moveTo>
                  <a:lnTo>
                    <a:pt x="11841" y="495806"/>
                  </a:lnTo>
                  <a:lnTo>
                    <a:pt x="15171" y="471857"/>
                  </a:lnTo>
                  <a:close/>
                  <a:moveTo>
                    <a:pt x="383316" y="370745"/>
                  </a:moveTo>
                  <a:lnTo>
                    <a:pt x="381205" y="337041"/>
                  </a:lnTo>
                  <a:lnTo>
                    <a:pt x="381205" y="347121"/>
                  </a:lnTo>
                  <a:close/>
                  <a:moveTo>
                    <a:pt x="381205" y="347121"/>
                  </a:moveTo>
                  <a:lnTo>
                    <a:pt x="381205" y="337041"/>
                  </a:lnTo>
                  <a:lnTo>
                    <a:pt x="380341" y="337041"/>
                  </a:lnTo>
                  <a:close/>
                  <a:moveTo>
                    <a:pt x="11993" y="134816"/>
                  </a:moveTo>
                  <a:lnTo>
                    <a:pt x="30207" y="101112"/>
                  </a:lnTo>
                  <a:lnTo>
                    <a:pt x="11841" y="134816"/>
                  </a:lnTo>
                  <a:close/>
                  <a:moveTo>
                    <a:pt x="11841" y="134816"/>
                  </a:moveTo>
                  <a:lnTo>
                    <a:pt x="11841" y="135236"/>
                  </a:lnTo>
                  <a:lnTo>
                    <a:pt x="11993" y="134816"/>
                  </a:lnTo>
                  <a:close/>
                  <a:moveTo>
                    <a:pt x="134962" y="0"/>
                  </a:moveTo>
                  <a:lnTo>
                    <a:pt x="134962" y="5085"/>
                  </a:lnTo>
                  <a:lnTo>
                    <a:pt x="176002" y="13695"/>
                  </a:lnTo>
                  <a:close/>
                  <a:moveTo>
                    <a:pt x="56896" y="572969"/>
                  </a:moveTo>
                  <a:lnTo>
                    <a:pt x="93922" y="586285"/>
                  </a:lnTo>
                  <a:lnTo>
                    <a:pt x="93922" y="572969"/>
                  </a:lnTo>
                  <a:close/>
                  <a:moveTo>
                    <a:pt x="52881" y="570907"/>
                  </a:moveTo>
                  <a:lnTo>
                    <a:pt x="56896" y="572969"/>
                  </a:lnTo>
                  <a:lnTo>
                    <a:pt x="78257" y="539265"/>
                  </a:lnTo>
                  <a:close/>
                  <a:moveTo>
                    <a:pt x="134962" y="572969"/>
                  </a:moveTo>
                  <a:lnTo>
                    <a:pt x="93922" y="586285"/>
                  </a:lnTo>
                  <a:lnTo>
                    <a:pt x="134962" y="588296"/>
                  </a:lnTo>
                  <a:close/>
                  <a:moveTo>
                    <a:pt x="134962" y="572969"/>
                  </a:moveTo>
                  <a:lnTo>
                    <a:pt x="93922" y="572969"/>
                  </a:lnTo>
                  <a:lnTo>
                    <a:pt x="93922" y="586285"/>
                  </a:lnTo>
                  <a:close/>
                  <a:moveTo>
                    <a:pt x="176002" y="572969"/>
                  </a:moveTo>
                  <a:lnTo>
                    <a:pt x="134962" y="588296"/>
                  </a:lnTo>
                  <a:lnTo>
                    <a:pt x="176002" y="579270"/>
                  </a:lnTo>
                  <a:close/>
                  <a:moveTo>
                    <a:pt x="176002" y="572969"/>
                  </a:moveTo>
                  <a:lnTo>
                    <a:pt x="134962" y="572969"/>
                  </a:lnTo>
                  <a:lnTo>
                    <a:pt x="134962" y="588296"/>
                  </a:lnTo>
                  <a:close/>
                  <a:moveTo>
                    <a:pt x="176002" y="572969"/>
                  </a:moveTo>
                  <a:lnTo>
                    <a:pt x="176002" y="579270"/>
                  </a:lnTo>
                  <a:lnTo>
                    <a:pt x="189571" y="572969"/>
                  </a:lnTo>
                  <a:close/>
                  <a:moveTo>
                    <a:pt x="189571" y="572969"/>
                  </a:moveTo>
                  <a:lnTo>
                    <a:pt x="217043" y="558234"/>
                  </a:lnTo>
                  <a:lnTo>
                    <a:pt x="176002" y="572969"/>
                  </a:lnTo>
                  <a:close/>
                  <a:moveTo>
                    <a:pt x="20901" y="539265"/>
                  </a:moveTo>
                  <a:lnTo>
                    <a:pt x="52881" y="570907"/>
                  </a:lnTo>
                  <a:lnTo>
                    <a:pt x="52881" y="539265"/>
                  </a:lnTo>
                  <a:close/>
                  <a:moveTo>
                    <a:pt x="52881" y="539265"/>
                  </a:moveTo>
                  <a:lnTo>
                    <a:pt x="11841" y="510587"/>
                  </a:lnTo>
                  <a:lnTo>
                    <a:pt x="20901" y="539265"/>
                  </a:lnTo>
                  <a:close/>
                  <a:moveTo>
                    <a:pt x="11841" y="505561"/>
                  </a:moveTo>
                  <a:lnTo>
                    <a:pt x="11841" y="510587"/>
                  </a:lnTo>
                  <a:lnTo>
                    <a:pt x="52881" y="539265"/>
                  </a:lnTo>
                  <a:close/>
                  <a:moveTo>
                    <a:pt x="217043" y="539265"/>
                  </a:moveTo>
                  <a:lnTo>
                    <a:pt x="217043" y="558234"/>
                  </a:lnTo>
                  <a:lnTo>
                    <a:pt x="242488" y="539265"/>
                  </a:lnTo>
                  <a:close/>
                  <a:moveTo>
                    <a:pt x="242488" y="539265"/>
                  </a:moveTo>
                  <a:lnTo>
                    <a:pt x="258083" y="525672"/>
                  </a:lnTo>
                  <a:lnTo>
                    <a:pt x="217043" y="539265"/>
                  </a:lnTo>
                  <a:close/>
                  <a:moveTo>
                    <a:pt x="10432" y="505561"/>
                  </a:moveTo>
                  <a:lnTo>
                    <a:pt x="11841" y="510587"/>
                  </a:lnTo>
                  <a:lnTo>
                    <a:pt x="11841" y="505561"/>
                  </a:lnTo>
                  <a:close/>
                  <a:moveTo>
                    <a:pt x="11841" y="495806"/>
                  </a:moveTo>
                  <a:lnTo>
                    <a:pt x="10432" y="505561"/>
                  </a:lnTo>
                  <a:lnTo>
                    <a:pt x="11841" y="505561"/>
                  </a:lnTo>
                  <a:close/>
                  <a:moveTo>
                    <a:pt x="11841" y="505561"/>
                  </a:moveTo>
                  <a:lnTo>
                    <a:pt x="15171" y="471857"/>
                  </a:lnTo>
                  <a:lnTo>
                    <a:pt x="11841" y="495806"/>
                  </a:lnTo>
                  <a:close/>
                  <a:moveTo>
                    <a:pt x="52881" y="471857"/>
                  </a:moveTo>
                  <a:lnTo>
                    <a:pt x="15171" y="471857"/>
                  </a:lnTo>
                  <a:lnTo>
                    <a:pt x="11841" y="505561"/>
                  </a:lnTo>
                  <a:close/>
                  <a:moveTo>
                    <a:pt x="258083" y="505561"/>
                  </a:moveTo>
                  <a:lnTo>
                    <a:pt x="258083" y="525672"/>
                  </a:lnTo>
                  <a:lnTo>
                    <a:pt x="280410" y="505561"/>
                  </a:lnTo>
                  <a:close/>
                  <a:moveTo>
                    <a:pt x="280410" y="505561"/>
                  </a:moveTo>
                  <a:lnTo>
                    <a:pt x="299124" y="488159"/>
                  </a:lnTo>
                  <a:lnTo>
                    <a:pt x="258083" y="505561"/>
                  </a:lnTo>
                  <a:close/>
                  <a:moveTo>
                    <a:pt x="29464" y="438153"/>
                  </a:moveTo>
                  <a:lnTo>
                    <a:pt x="15171" y="471857"/>
                  </a:lnTo>
                  <a:lnTo>
                    <a:pt x="52881" y="471857"/>
                  </a:lnTo>
                  <a:close/>
                  <a:moveTo>
                    <a:pt x="299124" y="471857"/>
                  </a:moveTo>
                  <a:lnTo>
                    <a:pt x="299124" y="488159"/>
                  </a:lnTo>
                  <a:lnTo>
                    <a:pt x="317191" y="471857"/>
                  </a:lnTo>
                  <a:close/>
                  <a:moveTo>
                    <a:pt x="317191" y="471857"/>
                  </a:moveTo>
                  <a:lnTo>
                    <a:pt x="340164" y="449113"/>
                  </a:lnTo>
                  <a:lnTo>
                    <a:pt x="299124" y="471857"/>
                  </a:lnTo>
                  <a:close/>
                  <a:moveTo>
                    <a:pt x="46770" y="404449"/>
                  </a:moveTo>
                  <a:lnTo>
                    <a:pt x="52881" y="438153"/>
                  </a:lnTo>
                  <a:lnTo>
                    <a:pt x="52881" y="404449"/>
                  </a:lnTo>
                  <a:close/>
                  <a:moveTo>
                    <a:pt x="46770" y="404449"/>
                  </a:moveTo>
                  <a:lnTo>
                    <a:pt x="29464" y="438153"/>
                  </a:lnTo>
                  <a:lnTo>
                    <a:pt x="52881" y="438153"/>
                  </a:lnTo>
                  <a:close/>
                  <a:moveTo>
                    <a:pt x="340164" y="438153"/>
                  </a:moveTo>
                  <a:lnTo>
                    <a:pt x="340164" y="449113"/>
                  </a:lnTo>
                  <a:lnTo>
                    <a:pt x="350733" y="438153"/>
                  </a:lnTo>
                  <a:close/>
                  <a:moveTo>
                    <a:pt x="373421" y="404449"/>
                  </a:moveTo>
                  <a:lnTo>
                    <a:pt x="348368" y="404449"/>
                  </a:lnTo>
                  <a:lnTo>
                    <a:pt x="350733" y="438153"/>
                  </a:lnTo>
                  <a:close/>
                  <a:moveTo>
                    <a:pt x="52881" y="387416"/>
                  </a:moveTo>
                  <a:lnTo>
                    <a:pt x="46770" y="404449"/>
                  </a:lnTo>
                  <a:lnTo>
                    <a:pt x="52881" y="404449"/>
                  </a:lnTo>
                  <a:close/>
                  <a:moveTo>
                    <a:pt x="52881" y="387416"/>
                  </a:moveTo>
                  <a:lnTo>
                    <a:pt x="52881" y="404449"/>
                  </a:lnTo>
                  <a:lnTo>
                    <a:pt x="58676" y="370745"/>
                  </a:lnTo>
                  <a:close/>
                  <a:moveTo>
                    <a:pt x="58676" y="370745"/>
                  </a:moveTo>
                  <a:lnTo>
                    <a:pt x="52881" y="404449"/>
                  </a:lnTo>
                  <a:lnTo>
                    <a:pt x="80823" y="404449"/>
                  </a:lnTo>
                  <a:close/>
                  <a:moveTo>
                    <a:pt x="381205" y="377850"/>
                  </a:moveTo>
                  <a:lnTo>
                    <a:pt x="381205" y="370745"/>
                  </a:lnTo>
                  <a:lnTo>
                    <a:pt x="373421" y="404449"/>
                  </a:lnTo>
                  <a:close/>
                  <a:moveTo>
                    <a:pt x="373421" y="404449"/>
                  </a:moveTo>
                  <a:lnTo>
                    <a:pt x="381205" y="370745"/>
                  </a:lnTo>
                  <a:lnTo>
                    <a:pt x="359824" y="370745"/>
                  </a:lnTo>
                  <a:close/>
                  <a:moveTo>
                    <a:pt x="59934" y="337041"/>
                  </a:moveTo>
                  <a:lnTo>
                    <a:pt x="58676" y="370745"/>
                  </a:lnTo>
                  <a:lnTo>
                    <a:pt x="89290" y="370745"/>
                  </a:lnTo>
                  <a:close/>
                  <a:moveTo>
                    <a:pt x="381205" y="370745"/>
                  </a:moveTo>
                  <a:lnTo>
                    <a:pt x="381205" y="377850"/>
                  </a:lnTo>
                  <a:lnTo>
                    <a:pt x="383316" y="370745"/>
                  </a:lnTo>
                  <a:close/>
                  <a:moveTo>
                    <a:pt x="381205" y="370745"/>
                  </a:moveTo>
                  <a:lnTo>
                    <a:pt x="383316" y="370745"/>
                  </a:lnTo>
                  <a:lnTo>
                    <a:pt x="381205" y="347121"/>
                  </a:lnTo>
                  <a:close/>
                  <a:moveTo>
                    <a:pt x="381205" y="370745"/>
                  </a:moveTo>
                  <a:lnTo>
                    <a:pt x="381205" y="347121"/>
                  </a:lnTo>
                  <a:lnTo>
                    <a:pt x="359824" y="370745"/>
                  </a:lnTo>
                  <a:close/>
                  <a:moveTo>
                    <a:pt x="359824" y="370745"/>
                  </a:moveTo>
                  <a:lnTo>
                    <a:pt x="381205" y="347121"/>
                  </a:lnTo>
                  <a:lnTo>
                    <a:pt x="380341" y="337041"/>
                  </a:lnTo>
                  <a:close/>
                  <a:moveTo>
                    <a:pt x="52881" y="303337"/>
                  </a:moveTo>
                  <a:lnTo>
                    <a:pt x="52881" y="314009"/>
                  </a:lnTo>
                  <a:lnTo>
                    <a:pt x="84911" y="303337"/>
                  </a:lnTo>
                  <a:close/>
                  <a:moveTo>
                    <a:pt x="84911" y="303337"/>
                  </a:moveTo>
                  <a:lnTo>
                    <a:pt x="52881" y="314009"/>
                  </a:lnTo>
                  <a:lnTo>
                    <a:pt x="59934" y="337041"/>
                  </a:lnTo>
                  <a:close/>
                  <a:moveTo>
                    <a:pt x="380341" y="337041"/>
                  </a:moveTo>
                  <a:lnTo>
                    <a:pt x="364726" y="303337"/>
                  </a:lnTo>
                  <a:lnTo>
                    <a:pt x="356457" y="337041"/>
                  </a:lnTo>
                  <a:close/>
                  <a:moveTo>
                    <a:pt x="49326" y="303337"/>
                  </a:moveTo>
                  <a:lnTo>
                    <a:pt x="52881" y="314009"/>
                  </a:lnTo>
                  <a:lnTo>
                    <a:pt x="52881" y="303337"/>
                  </a:lnTo>
                  <a:close/>
                  <a:moveTo>
                    <a:pt x="29924" y="269632"/>
                  </a:moveTo>
                  <a:lnTo>
                    <a:pt x="52881" y="303337"/>
                  </a:lnTo>
                  <a:lnTo>
                    <a:pt x="52881" y="269632"/>
                  </a:lnTo>
                  <a:close/>
                  <a:moveTo>
                    <a:pt x="29924" y="269632"/>
                  </a:moveTo>
                  <a:lnTo>
                    <a:pt x="49326" y="303337"/>
                  </a:lnTo>
                  <a:lnTo>
                    <a:pt x="52881" y="303337"/>
                  </a:lnTo>
                  <a:close/>
                  <a:moveTo>
                    <a:pt x="340164" y="303337"/>
                  </a:moveTo>
                  <a:lnTo>
                    <a:pt x="364726" y="303337"/>
                  </a:lnTo>
                  <a:lnTo>
                    <a:pt x="340164" y="273701"/>
                  </a:lnTo>
                  <a:close/>
                  <a:moveTo>
                    <a:pt x="337873" y="303337"/>
                  </a:moveTo>
                  <a:lnTo>
                    <a:pt x="340164" y="273701"/>
                  </a:lnTo>
                  <a:lnTo>
                    <a:pt x="336385" y="269632"/>
                  </a:lnTo>
                  <a:close/>
                  <a:moveTo>
                    <a:pt x="11841" y="235928"/>
                  </a:moveTo>
                  <a:lnTo>
                    <a:pt x="11841" y="237953"/>
                  </a:lnTo>
                  <a:lnTo>
                    <a:pt x="51788" y="235928"/>
                  </a:lnTo>
                  <a:close/>
                  <a:moveTo>
                    <a:pt x="11841" y="237953"/>
                  </a:moveTo>
                  <a:lnTo>
                    <a:pt x="29924" y="269632"/>
                  </a:lnTo>
                  <a:lnTo>
                    <a:pt x="51788" y="235928"/>
                  </a:lnTo>
                  <a:close/>
                  <a:moveTo>
                    <a:pt x="301987" y="235928"/>
                  </a:moveTo>
                  <a:lnTo>
                    <a:pt x="299124" y="235928"/>
                  </a:lnTo>
                  <a:lnTo>
                    <a:pt x="303954" y="269632"/>
                  </a:lnTo>
                  <a:close/>
                  <a:moveTo>
                    <a:pt x="336385" y="269632"/>
                  </a:moveTo>
                  <a:lnTo>
                    <a:pt x="301987" y="235928"/>
                  </a:lnTo>
                  <a:lnTo>
                    <a:pt x="303954" y="269632"/>
                  </a:lnTo>
                  <a:close/>
                  <a:moveTo>
                    <a:pt x="10721" y="235928"/>
                  </a:moveTo>
                  <a:lnTo>
                    <a:pt x="11841" y="237953"/>
                  </a:lnTo>
                  <a:lnTo>
                    <a:pt x="11841" y="235928"/>
                  </a:lnTo>
                  <a:close/>
                  <a:moveTo>
                    <a:pt x="0" y="202224"/>
                  </a:moveTo>
                  <a:lnTo>
                    <a:pt x="11841" y="235928"/>
                  </a:lnTo>
                  <a:lnTo>
                    <a:pt x="11841" y="202224"/>
                  </a:lnTo>
                  <a:close/>
                  <a:moveTo>
                    <a:pt x="0" y="202224"/>
                  </a:moveTo>
                  <a:lnTo>
                    <a:pt x="10721" y="235928"/>
                  </a:lnTo>
                  <a:lnTo>
                    <a:pt x="11841" y="235928"/>
                  </a:lnTo>
                  <a:close/>
                  <a:moveTo>
                    <a:pt x="299124" y="235928"/>
                  </a:moveTo>
                  <a:lnTo>
                    <a:pt x="301987" y="235928"/>
                  </a:lnTo>
                  <a:lnTo>
                    <a:pt x="299124" y="232890"/>
                  </a:lnTo>
                  <a:close/>
                  <a:moveTo>
                    <a:pt x="258083" y="202224"/>
                  </a:moveTo>
                  <a:lnTo>
                    <a:pt x="299124" y="235928"/>
                  </a:lnTo>
                  <a:lnTo>
                    <a:pt x="272860" y="202224"/>
                  </a:lnTo>
                  <a:close/>
                  <a:moveTo>
                    <a:pt x="272860" y="202224"/>
                  </a:moveTo>
                  <a:lnTo>
                    <a:pt x="299124" y="235928"/>
                  </a:lnTo>
                  <a:lnTo>
                    <a:pt x="299124" y="232890"/>
                  </a:lnTo>
                  <a:close/>
                  <a:moveTo>
                    <a:pt x="681" y="168520"/>
                  </a:moveTo>
                  <a:lnTo>
                    <a:pt x="11841" y="202224"/>
                  </a:lnTo>
                  <a:lnTo>
                    <a:pt x="11841" y="168520"/>
                  </a:lnTo>
                  <a:close/>
                  <a:moveTo>
                    <a:pt x="681" y="168520"/>
                  </a:moveTo>
                  <a:lnTo>
                    <a:pt x="0" y="202224"/>
                  </a:lnTo>
                  <a:lnTo>
                    <a:pt x="11841" y="202224"/>
                  </a:lnTo>
                  <a:close/>
                  <a:moveTo>
                    <a:pt x="258083" y="202224"/>
                  </a:moveTo>
                  <a:lnTo>
                    <a:pt x="272860" y="202224"/>
                  </a:lnTo>
                  <a:lnTo>
                    <a:pt x="258083" y="179824"/>
                  </a:lnTo>
                  <a:close/>
                  <a:moveTo>
                    <a:pt x="251266" y="168520"/>
                  </a:moveTo>
                  <a:lnTo>
                    <a:pt x="258083" y="202224"/>
                  </a:lnTo>
                  <a:lnTo>
                    <a:pt x="258083" y="179824"/>
                  </a:lnTo>
                  <a:close/>
                  <a:moveTo>
                    <a:pt x="11841" y="135236"/>
                  </a:moveTo>
                  <a:lnTo>
                    <a:pt x="681" y="168520"/>
                  </a:lnTo>
                  <a:lnTo>
                    <a:pt x="11841" y="168520"/>
                  </a:lnTo>
                  <a:close/>
                  <a:moveTo>
                    <a:pt x="11993" y="134816"/>
                  </a:moveTo>
                  <a:lnTo>
                    <a:pt x="11841" y="135236"/>
                  </a:lnTo>
                  <a:lnTo>
                    <a:pt x="52881" y="155989"/>
                  </a:lnTo>
                  <a:close/>
                  <a:moveTo>
                    <a:pt x="217043" y="134816"/>
                  </a:moveTo>
                  <a:lnTo>
                    <a:pt x="251266" y="168520"/>
                  </a:lnTo>
                  <a:lnTo>
                    <a:pt x="236018" y="134816"/>
                  </a:lnTo>
                  <a:close/>
                  <a:moveTo>
                    <a:pt x="30207" y="101112"/>
                  </a:moveTo>
                  <a:lnTo>
                    <a:pt x="11993" y="134816"/>
                  </a:lnTo>
                  <a:lnTo>
                    <a:pt x="52881" y="134816"/>
                  </a:lnTo>
                  <a:close/>
                  <a:moveTo>
                    <a:pt x="217043" y="101112"/>
                  </a:moveTo>
                  <a:lnTo>
                    <a:pt x="236018" y="134816"/>
                  </a:lnTo>
                  <a:lnTo>
                    <a:pt x="225761" y="101112"/>
                  </a:lnTo>
                  <a:close/>
                  <a:moveTo>
                    <a:pt x="217043" y="101112"/>
                  </a:moveTo>
                  <a:lnTo>
                    <a:pt x="217043" y="134816"/>
                  </a:lnTo>
                  <a:lnTo>
                    <a:pt x="236018" y="134816"/>
                  </a:lnTo>
                  <a:close/>
                  <a:moveTo>
                    <a:pt x="49860" y="67408"/>
                  </a:moveTo>
                  <a:lnTo>
                    <a:pt x="52881" y="101112"/>
                  </a:lnTo>
                  <a:lnTo>
                    <a:pt x="52881" y="67408"/>
                  </a:lnTo>
                  <a:close/>
                  <a:moveTo>
                    <a:pt x="49860" y="67408"/>
                  </a:moveTo>
                  <a:lnTo>
                    <a:pt x="30207" y="101112"/>
                  </a:lnTo>
                  <a:lnTo>
                    <a:pt x="52881" y="101112"/>
                  </a:lnTo>
                  <a:close/>
                  <a:moveTo>
                    <a:pt x="52881" y="101112"/>
                  </a:moveTo>
                  <a:lnTo>
                    <a:pt x="93922" y="67408"/>
                  </a:lnTo>
                  <a:lnTo>
                    <a:pt x="52881" y="67408"/>
                  </a:lnTo>
                  <a:close/>
                  <a:moveTo>
                    <a:pt x="176002" y="101112"/>
                  </a:moveTo>
                  <a:lnTo>
                    <a:pt x="217043" y="101112"/>
                  </a:lnTo>
                  <a:lnTo>
                    <a:pt x="217043" y="67408"/>
                  </a:lnTo>
                  <a:close/>
                  <a:moveTo>
                    <a:pt x="217043" y="67408"/>
                  </a:moveTo>
                  <a:lnTo>
                    <a:pt x="225761" y="101112"/>
                  </a:lnTo>
                  <a:lnTo>
                    <a:pt x="217557" y="67408"/>
                  </a:lnTo>
                  <a:close/>
                  <a:moveTo>
                    <a:pt x="217043" y="67408"/>
                  </a:moveTo>
                  <a:lnTo>
                    <a:pt x="217043" y="101112"/>
                  </a:lnTo>
                  <a:lnTo>
                    <a:pt x="225761" y="101112"/>
                  </a:lnTo>
                  <a:close/>
                  <a:moveTo>
                    <a:pt x="52881" y="62905"/>
                  </a:moveTo>
                  <a:lnTo>
                    <a:pt x="49860" y="67408"/>
                  </a:lnTo>
                  <a:lnTo>
                    <a:pt x="52881" y="67408"/>
                  </a:lnTo>
                  <a:close/>
                  <a:moveTo>
                    <a:pt x="52881" y="67408"/>
                  </a:moveTo>
                  <a:lnTo>
                    <a:pt x="76912" y="33704"/>
                  </a:lnTo>
                  <a:lnTo>
                    <a:pt x="52881" y="62905"/>
                  </a:lnTo>
                  <a:close/>
                  <a:moveTo>
                    <a:pt x="93922" y="33704"/>
                  </a:moveTo>
                  <a:lnTo>
                    <a:pt x="76912" y="33704"/>
                  </a:lnTo>
                  <a:lnTo>
                    <a:pt x="52881" y="67408"/>
                  </a:lnTo>
                  <a:close/>
                  <a:moveTo>
                    <a:pt x="93922" y="67408"/>
                  </a:moveTo>
                  <a:lnTo>
                    <a:pt x="93922" y="33704"/>
                  </a:lnTo>
                  <a:lnTo>
                    <a:pt x="52881" y="67408"/>
                  </a:lnTo>
                  <a:close/>
                  <a:moveTo>
                    <a:pt x="176002" y="33704"/>
                  </a:moveTo>
                  <a:lnTo>
                    <a:pt x="217043" y="66106"/>
                  </a:lnTo>
                  <a:lnTo>
                    <a:pt x="199636" y="33704"/>
                  </a:lnTo>
                  <a:close/>
                  <a:moveTo>
                    <a:pt x="217043" y="67408"/>
                  </a:moveTo>
                  <a:lnTo>
                    <a:pt x="217043" y="66106"/>
                  </a:lnTo>
                  <a:lnTo>
                    <a:pt x="176002" y="33704"/>
                  </a:lnTo>
                  <a:close/>
                  <a:moveTo>
                    <a:pt x="176002" y="67408"/>
                  </a:moveTo>
                  <a:lnTo>
                    <a:pt x="217043" y="67408"/>
                  </a:lnTo>
                  <a:lnTo>
                    <a:pt x="176002" y="33704"/>
                  </a:lnTo>
                  <a:close/>
                  <a:moveTo>
                    <a:pt x="217043" y="67408"/>
                  </a:moveTo>
                  <a:lnTo>
                    <a:pt x="217557" y="67408"/>
                  </a:lnTo>
                  <a:lnTo>
                    <a:pt x="217043" y="66106"/>
                  </a:lnTo>
                  <a:close/>
                  <a:moveTo>
                    <a:pt x="93922" y="19486"/>
                  </a:moveTo>
                  <a:lnTo>
                    <a:pt x="76912" y="33704"/>
                  </a:lnTo>
                  <a:lnTo>
                    <a:pt x="93922" y="33704"/>
                  </a:lnTo>
                  <a:close/>
                  <a:moveTo>
                    <a:pt x="93922" y="33704"/>
                  </a:moveTo>
                  <a:lnTo>
                    <a:pt x="134962" y="5085"/>
                  </a:lnTo>
                  <a:lnTo>
                    <a:pt x="93922" y="19486"/>
                  </a:lnTo>
                  <a:close/>
                  <a:moveTo>
                    <a:pt x="93922" y="33704"/>
                  </a:moveTo>
                  <a:lnTo>
                    <a:pt x="134962" y="33704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13695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33704"/>
                  </a:lnTo>
                  <a:lnTo>
                    <a:pt x="176002" y="13695"/>
                  </a:lnTo>
                  <a:close/>
                  <a:moveTo>
                    <a:pt x="176002" y="33704"/>
                  </a:moveTo>
                  <a:lnTo>
                    <a:pt x="199636" y="33704"/>
                  </a:lnTo>
                  <a:lnTo>
                    <a:pt x="176002" y="13695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3981" name="Candidate_B4__3980">
              <a:extLst>
                <a:ext uri="{FF2B5EF4-FFF2-40B4-BE49-F238E27FC236}">
                  <a16:creationId xmlns:a16="http://schemas.microsoft.com/office/drawing/2014/main" id="{62CDD6A1-9B91-2095-EA1C-5765F87CCDCD}"/>
                </a:ext>
              </a:extLst>
            </p:cNvPr>
            <p:cNvSpPr>
              <a:spLocks noGrp="1"/>
            </p:cNvSpPr>
            <p:nvPr/>
          </p:nvSpPr>
          <p:spPr>
            <a:xfrm>
              <a:off x="5562648" y="1963682"/>
              <a:ext cx="368500" cy="539265"/>
            </a:xfrm>
            <a:custGeom>
              <a:avLst/>
              <a:gdLst/>
              <a:ahLst/>
              <a:cxnLst/>
              <a:rect l="0" t="0" r="0" b="0"/>
              <a:pathLst>
                <a:path w="368500" h="539265">
                  <a:moveTo>
                    <a:pt x="41040" y="505561"/>
                  </a:moveTo>
                  <a:lnTo>
                    <a:pt x="41040" y="537203"/>
                  </a:lnTo>
                  <a:lnTo>
                    <a:pt x="66416" y="505561"/>
                  </a:lnTo>
                  <a:close/>
                  <a:moveTo>
                    <a:pt x="66416" y="505561"/>
                  </a:moveTo>
                  <a:lnTo>
                    <a:pt x="45056" y="539265"/>
                  </a:lnTo>
                  <a:lnTo>
                    <a:pt x="82081" y="514472"/>
                  </a:lnTo>
                  <a:close/>
                  <a:moveTo>
                    <a:pt x="82081" y="514472"/>
                  </a:moveTo>
                  <a:lnTo>
                    <a:pt x="45056" y="539265"/>
                  </a:lnTo>
                  <a:lnTo>
                    <a:pt x="82081" y="539265"/>
                  </a:lnTo>
                  <a:close/>
                  <a:moveTo>
                    <a:pt x="82081" y="539265"/>
                  </a:moveTo>
                  <a:lnTo>
                    <a:pt x="123121" y="539265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23121" y="520078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64162" y="539265"/>
                  </a:lnTo>
                  <a:lnTo>
                    <a:pt x="123121" y="520078"/>
                  </a:lnTo>
                  <a:close/>
                  <a:moveTo>
                    <a:pt x="164162" y="539265"/>
                  </a:moveTo>
                  <a:lnTo>
                    <a:pt x="164162" y="510661"/>
                  </a:lnTo>
                  <a:lnTo>
                    <a:pt x="123121" y="520078"/>
                  </a:lnTo>
                  <a:close/>
                  <a:moveTo>
                    <a:pt x="164162" y="510661"/>
                  </a:moveTo>
                  <a:lnTo>
                    <a:pt x="205202" y="524530"/>
                  </a:lnTo>
                  <a:lnTo>
                    <a:pt x="205202" y="505561"/>
                  </a:lnTo>
                  <a:close/>
                  <a:moveTo>
                    <a:pt x="164162" y="539265"/>
                  </a:moveTo>
                  <a:lnTo>
                    <a:pt x="205202" y="524530"/>
                  </a:lnTo>
                  <a:lnTo>
                    <a:pt x="164162" y="510661"/>
                  </a:lnTo>
                  <a:close/>
                  <a:moveTo>
                    <a:pt x="41040" y="471857"/>
                  </a:moveTo>
                  <a:lnTo>
                    <a:pt x="0" y="471857"/>
                  </a:lnTo>
                  <a:lnTo>
                    <a:pt x="41040" y="505561"/>
                  </a:lnTo>
                  <a:close/>
                  <a:moveTo>
                    <a:pt x="205202" y="486987"/>
                  </a:moveTo>
                  <a:lnTo>
                    <a:pt x="246243" y="491968"/>
                  </a:lnTo>
                  <a:lnTo>
                    <a:pt x="246243" y="471857"/>
                  </a:lnTo>
                  <a:close/>
                  <a:moveTo>
                    <a:pt x="205202" y="505561"/>
                  </a:moveTo>
                  <a:lnTo>
                    <a:pt x="246243" y="491968"/>
                  </a:lnTo>
                  <a:lnTo>
                    <a:pt x="205202" y="486987"/>
                  </a:lnTo>
                  <a:close/>
                  <a:moveTo>
                    <a:pt x="41040" y="471857"/>
                  </a:moveTo>
                  <a:lnTo>
                    <a:pt x="41040" y="438153"/>
                  </a:lnTo>
                  <a:lnTo>
                    <a:pt x="0" y="471857"/>
                  </a:lnTo>
                  <a:close/>
                  <a:moveTo>
                    <a:pt x="246243" y="456082"/>
                  </a:moveTo>
                  <a:lnTo>
                    <a:pt x="287283" y="438153"/>
                  </a:lnTo>
                  <a:lnTo>
                    <a:pt x="268921" y="438153"/>
                  </a:lnTo>
                  <a:close/>
                  <a:moveTo>
                    <a:pt x="246243" y="456082"/>
                  </a:moveTo>
                  <a:lnTo>
                    <a:pt x="287283" y="454455"/>
                  </a:lnTo>
                  <a:lnTo>
                    <a:pt x="287283" y="438153"/>
                  </a:lnTo>
                  <a:close/>
                  <a:moveTo>
                    <a:pt x="246243" y="471857"/>
                  </a:moveTo>
                  <a:lnTo>
                    <a:pt x="287283" y="454455"/>
                  </a:lnTo>
                  <a:lnTo>
                    <a:pt x="246243" y="456082"/>
                  </a:lnTo>
                  <a:close/>
                  <a:moveTo>
                    <a:pt x="17624" y="404449"/>
                  </a:moveTo>
                  <a:lnTo>
                    <a:pt x="41040" y="438153"/>
                  </a:lnTo>
                  <a:lnTo>
                    <a:pt x="41040" y="404449"/>
                  </a:lnTo>
                  <a:close/>
                  <a:moveTo>
                    <a:pt x="287283" y="423608"/>
                  </a:moveTo>
                  <a:lnTo>
                    <a:pt x="328323" y="404449"/>
                  </a:lnTo>
                  <a:lnTo>
                    <a:pt x="308981" y="404449"/>
                  </a:lnTo>
                  <a:close/>
                  <a:moveTo>
                    <a:pt x="287283" y="423608"/>
                  </a:moveTo>
                  <a:lnTo>
                    <a:pt x="328323" y="415409"/>
                  </a:lnTo>
                  <a:lnTo>
                    <a:pt x="328323" y="404449"/>
                  </a:lnTo>
                  <a:close/>
                  <a:moveTo>
                    <a:pt x="287283" y="438153"/>
                  </a:moveTo>
                  <a:lnTo>
                    <a:pt x="328323" y="415409"/>
                  </a:lnTo>
                  <a:lnTo>
                    <a:pt x="287283" y="423608"/>
                  </a:lnTo>
                  <a:close/>
                  <a:moveTo>
                    <a:pt x="268921" y="438153"/>
                  </a:moveTo>
                  <a:lnTo>
                    <a:pt x="287283" y="438153"/>
                  </a:lnTo>
                  <a:lnTo>
                    <a:pt x="287283" y="423608"/>
                  </a:lnTo>
                  <a:close/>
                  <a:moveTo>
                    <a:pt x="68983" y="370745"/>
                  </a:moveTo>
                  <a:lnTo>
                    <a:pt x="41040" y="370745"/>
                  </a:lnTo>
                  <a:lnTo>
                    <a:pt x="41040" y="404449"/>
                  </a:lnTo>
                  <a:close/>
                  <a:moveTo>
                    <a:pt x="338892" y="404449"/>
                  </a:moveTo>
                  <a:lnTo>
                    <a:pt x="328323" y="381800"/>
                  </a:lnTo>
                  <a:lnTo>
                    <a:pt x="328323" y="404449"/>
                  </a:lnTo>
                  <a:close/>
                  <a:moveTo>
                    <a:pt x="336527" y="370745"/>
                  </a:moveTo>
                  <a:lnTo>
                    <a:pt x="328323" y="381800"/>
                  </a:lnTo>
                  <a:lnTo>
                    <a:pt x="338892" y="404449"/>
                  </a:lnTo>
                  <a:close/>
                  <a:moveTo>
                    <a:pt x="308981" y="404449"/>
                  </a:moveTo>
                  <a:lnTo>
                    <a:pt x="328323" y="404449"/>
                  </a:lnTo>
                  <a:lnTo>
                    <a:pt x="328323" y="381800"/>
                  </a:lnTo>
                  <a:close/>
                  <a:moveTo>
                    <a:pt x="46835" y="337041"/>
                  </a:moveTo>
                  <a:lnTo>
                    <a:pt x="68983" y="370745"/>
                  </a:lnTo>
                  <a:lnTo>
                    <a:pt x="77449" y="337041"/>
                  </a:lnTo>
                  <a:close/>
                  <a:moveTo>
                    <a:pt x="361581" y="370745"/>
                  </a:moveTo>
                  <a:lnTo>
                    <a:pt x="347983" y="337041"/>
                  </a:lnTo>
                  <a:lnTo>
                    <a:pt x="336527" y="370745"/>
                  </a:lnTo>
                  <a:close/>
                  <a:moveTo>
                    <a:pt x="48094" y="303337"/>
                  </a:moveTo>
                  <a:lnTo>
                    <a:pt x="77449" y="337041"/>
                  </a:lnTo>
                  <a:lnTo>
                    <a:pt x="79176" y="303337"/>
                  </a:lnTo>
                  <a:close/>
                  <a:moveTo>
                    <a:pt x="347983" y="337041"/>
                  </a:moveTo>
                  <a:lnTo>
                    <a:pt x="368500" y="303337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48094" y="303337"/>
                  </a:lnTo>
                  <a:lnTo>
                    <a:pt x="79176" y="303337"/>
                  </a:lnTo>
                  <a:close/>
                  <a:moveTo>
                    <a:pt x="352885" y="269633"/>
                  </a:moveTo>
                  <a:lnTo>
                    <a:pt x="328323" y="269633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58688" y="235928"/>
                  </a:lnTo>
                  <a:lnTo>
                    <a:pt x="41040" y="269633"/>
                  </a:lnTo>
                  <a:close/>
                  <a:moveTo>
                    <a:pt x="58688" y="235928"/>
                  </a:moveTo>
                  <a:lnTo>
                    <a:pt x="41040" y="235928"/>
                  </a:lnTo>
                  <a:lnTo>
                    <a:pt x="41040" y="269633"/>
                  </a:lnTo>
                  <a:close/>
                  <a:moveTo>
                    <a:pt x="328323" y="269633"/>
                  </a:moveTo>
                  <a:lnTo>
                    <a:pt x="328323" y="239997"/>
                  </a:lnTo>
                  <a:lnTo>
                    <a:pt x="326032" y="269633"/>
                  </a:lnTo>
                  <a:close/>
                  <a:moveTo>
                    <a:pt x="326032" y="269633"/>
                  </a:moveTo>
                  <a:lnTo>
                    <a:pt x="324544" y="235928"/>
                  </a:lnTo>
                  <a:lnTo>
                    <a:pt x="292113" y="235928"/>
                  </a:lnTo>
                  <a:close/>
                  <a:moveTo>
                    <a:pt x="39947" y="202224"/>
                  </a:moveTo>
                  <a:lnTo>
                    <a:pt x="18083" y="235928"/>
                  </a:lnTo>
                  <a:lnTo>
                    <a:pt x="41040" y="204369"/>
                  </a:lnTo>
                  <a:close/>
                  <a:moveTo>
                    <a:pt x="41040" y="204369"/>
                  </a:moveTo>
                  <a:lnTo>
                    <a:pt x="18083" y="235928"/>
                  </a:lnTo>
                  <a:lnTo>
                    <a:pt x="41040" y="235928"/>
                  </a:lnTo>
                  <a:close/>
                  <a:moveTo>
                    <a:pt x="292113" y="235928"/>
                  </a:moveTo>
                  <a:lnTo>
                    <a:pt x="287283" y="202224"/>
                  </a:lnTo>
                  <a:lnTo>
                    <a:pt x="287283" y="231646"/>
                  </a:lnTo>
                  <a:close/>
                  <a:moveTo>
                    <a:pt x="39947" y="202224"/>
                  </a:moveTo>
                  <a:lnTo>
                    <a:pt x="30540" y="168520"/>
                  </a:lnTo>
                  <a:lnTo>
                    <a:pt x="0" y="202224"/>
                  </a:lnTo>
                  <a:close/>
                  <a:moveTo>
                    <a:pt x="30540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246243" y="196794"/>
                  </a:moveTo>
                  <a:lnTo>
                    <a:pt x="251667" y="202224"/>
                  </a:lnTo>
                  <a:lnTo>
                    <a:pt x="246243" y="168520"/>
                  </a:lnTo>
                  <a:close/>
                  <a:moveTo>
                    <a:pt x="251667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87283" y="231646"/>
                  </a:moveTo>
                  <a:lnTo>
                    <a:pt x="287283" y="202224"/>
                  </a:lnTo>
                  <a:lnTo>
                    <a:pt x="251667" y="202224"/>
                  </a:lnTo>
                  <a:close/>
                  <a:moveTo>
                    <a:pt x="30540" y="168520"/>
                  </a:moveTo>
                  <a:lnTo>
                    <a:pt x="34528" y="134816"/>
                  </a:lnTo>
                  <a:lnTo>
                    <a:pt x="0" y="168520"/>
                  </a:lnTo>
                  <a:close/>
                  <a:moveTo>
                    <a:pt x="34528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218863" y="168520"/>
                  </a:moveTo>
                  <a:lnTo>
                    <a:pt x="246243" y="168520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39425" y="134816"/>
                  </a:lnTo>
                  <a:close/>
                  <a:moveTo>
                    <a:pt x="246243" y="196794"/>
                  </a:moveTo>
                  <a:lnTo>
                    <a:pt x="246243" y="168520"/>
                  </a:lnTo>
                  <a:lnTo>
                    <a:pt x="218863" y="168520"/>
                  </a:lnTo>
                  <a:close/>
                  <a:moveTo>
                    <a:pt x="41040" y="101112"/>
                  </a:moveTo>
                  <a:lnTo>
                    <a:pt x="153" y="101112"/>
                  </a:lnTo>
                  <a:lnTo>
                    <a:pt x="41040" y="122285"/>
                  </a:lnTo>
                  <a:close/>
                  <a:moveTo>
                    <a:pt x="41040" y="122285"/>
                  </a:moveTo>
                  <a:lnTo>
                    <a:pt x="0" y="101532"/>
                  </a:lnTo>
                  <a:lnTo>
                    <a:pt x="34528" y="134816"/>
                  </a:lnTo>
                  <a:close/>
                  <a:moveTo>
                    <a:pt x="34528" y="134816"/>
                  </a:moveTo>
                  <a:lnTo>
                    <a:pt x="0" y="10153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205202" y="134816"/>
                  </a:lnTo>
                  <a:lnTo>
                    <a:pt x="239425" y="134816"/>
                  </a:lnTo>
                  <a:close/>
                  <a:moveTo>
                    <a:pt x="205202" y="134816"/>
                  </a:moveTo>
                  <a:lnTo>
                    <a:pt x="205202" y="101112"/>
                  </a:lnTo>
                  <a:lnTo>
                    <a:pt x="192621" y="134816"/>
                  </a:lnTo>
                  <a:close/>
                  <a:moveTo>
                    <a:pt x="205202" y="101112"/>
                  </a:moveTo>
                  <a:lnTo>
                    <a:pt x="167022" y="101112"/>
                  </a:lnTo>
                  <a:lnTo>
                    <a:pt x="192621" y="134816"/>
                  </a:lnTo>
                  <a:close/>
                  <a:moveTo>
                    <a:pt x="18367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64162" y="67408"/>
                  </a:moveTo>
                  <a:lnTo>
                    <a:pt x="167022" y="101112"/>
                  </a:lnTo>
                  <a:lnTo>
                    <a:pt x="205202" y="101112"/>
                  </a:lnTo>
                  <a:close/>
                  <a:moveTo>
                    <a:pt x="164162" y="67408"/>
                  </a:moveTo>
                  <a:lnTo>
                    <a:pt x="205202" y="101112"/>
                  </a:lnTo>
                  <a:lnTo>
                    <a:pt x="205202" y="6740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64162" y="33704"/>
                  </a:lnTo>
                  <a:close/>
                  <a:moveTo>
                    <a:pt x="123121" y="67408"/>
                  </a:moveTo>
                  <a:lnTo>
                    <a:pt x="164162" y="33704"/>
                  </a:lnTo>
                  <a:lnTo>
                    <a:pt x="123121" y="33704"/>
                  </a:lnTo>
                  <a:close/>
                  <a:moveTo>
                    <a:pt x="164162" y="67408"/>
                  </a:moveTo>
                  <a:lnTo>
                    <a:pt x="205202" y="33704"/>
                  </a:lnTo>
                  <a:lnTo>
                    <a:pt x="164162" y="33704"/>
                  </a:lnTo>
                  <a:close/>
                  <a:moveTo>
                    <a:pt x="82081" y="33704"/>
                  </a:moveTo>
                  <a:lnTo>
                    <a:pt x="123121" y="33704"/>
                  </a:lnTo>
                  <a:lnTo>
                    <a:pt x="123121" y="0"/>
                  </a:lnTo>
                  <a:close/>
                  <a:moveTo>
                    <a:pt x="82081" y="33704"/>
                  </a:moveTo>
                  <a:lnTo>
                    <a:pt x="123121" y="0"/>
                  </a:lnTo>
                  <a:lnTo>
                    <a:pt x="82081" y="0"/>
                  </a:lnTo>
                  <a:close/>
                  <a:moveTo>
                    <a:pt x="123121" y="33704"/>
                  </a:moveTo>
                  <a:lnTo>
                    <a:pt x="164162" y="33704"/>
                  </a:lnTo>
                  <a:lnTo>
                    <a:pt x="164162" y="0"/>
                  </a:lnTo>
                  <a:close/>
                  <a:moveTo>
                    <a:pt x="123121" y="33704"/>
                  </a:moveTo>
                  <a:lnTo>
                    <a:pt x="164162" y="0"/>
                  </a:lnTo>
                  <a:lnTo>
                    <a:pt x="123121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3982" name="Candidate_B4__3981">
              <a:extLst>
                <a:ext uri="{FF2B5EF4-FFF2-40B4-BE49-F238E27FC236}">
                  <a16:creationId xmlns:a16="http://schemas.microsoft.com/office/drawing/2014/main" id="{7CFF1DB0-255D-5582-3D26-2D2D08E92C50}"/>
                </a:ext>
              </a:extLst>
            </p:cNvPr>
            <p:cNvSpPr>
              <a:spLocks noGrp="1"/>
            </p:cNvSpPr>
            <p:nvPr/>
          </p:nvSpPr>
          <p:spPr>
            <a:xfrm>
              <a:off x="5593187" y="1997386"/>
              <a:ext cx="317444" cy="486374"/>
            </a:xfrm>
            <a:custGeom>
              <a:avLst/>
              <a:gdLst/>
              <a:ahLst/>
              <a:cxnLst/>
              <a:rect l="0" t="0" r="0" b="0"/>
              <a:pathLst>
                <a:path w="317444" h="486374">
                  <a:moveTo>
                    <a:pt x="133622" y="476957"/>
                  </a:moveTo>
                  <a:lnTo>
                    <a:pt x="174663" y="471857"/>
                  </a:lnTo>
                  <a:lnTo>
                    <a:pt x="143591" y="471857"/>
                  </a:lnTo>
                  <a:close/>
                  <a:moveTo>
                    <a:pt x="35877" y="471857"/>
                  </a:moveTo>
                  <a:lnTo>
                    <a:pt x="10991" y="438153"/>
                  </a:lnTo>
                  <a:lnTo>
                    <a:pt x="10501" y="471857"/>
                  </a:lnTo>
                  <a:close/>
                  <a:moveTo>
                    <a:pt x="10991" y="438153"/>
                  </a:moveTo>
                  <a:lnTo>
                    <a:pt x="10501" y="438153"/>
                  </a:lnTo>
                  <a:lnTo>
                    <a:pt x="10501" y="471857"/>
                  </a:lnTo>
                  <a:close/>
                  <a:moveTo>
                    <a:pt x="174663" y="453283"/>
                  </a:moveTo>
                  <a:lnTo>
                    <a:pt x="215703" y="438153"/>
                  </a:lnTo>
                  <a:lnTo>
                    <a:pt x="194901" y="438153"/>
                  </a:lnTo>
                  <a:close/>
                  <a:moveTo>
                    <a:pt x="143591" y="471857"/>
                  </a:moveTo>
                  <a:lnTo>
                    <a:pt x="174663" y="471857"/>
                  </a:lnTo>
                  <a:lnTo>
                    <a:pt x="174663" y="453283"/>
                  </a:lnTo>
                  <a:close/>
                  <a:moveTo>
                    <a:pt x="10991" y="438153"/>
                  </a:moveTo>
                  <a:lnTo>
                    <a:pt x="12509" y="404449"/>
                  </a:lnTo>
                  <a:lnTo>
                    <a:pt x="10501" y="438153"/>
                  </a:lnTo>
                  <a:close/>
                  <a:moveTo>
                    <a:pt x="12509" y="404449"/>
                  </a:moveTo>
                  <a:lnTo>
                    <a:pt x="10501" y="404449"/>
                  </a:lnTo>
                  <a:lnTo>
                    <a:pt x="10501" y="438153"/>
                  </a:lnTo>
                  <a:close/>
                  <a:moveTo>
                    <a:pt x="194901" y="438153"/>
                  </a:moveTo>
                  <a:lnTo>
                    <a:pt x="215703" y="438153"/>
                  </a:lnTo>
                  <a:lnTo>
                    <a:pt x="215703" y="422378"/>
                  </a:lnTo>
                  <a:close/>
                  <a:moveTo>
                    <a:pt x="12509" y="404449"/>
                  </a:moveTo>
                  <a:lnTo>
                    <a:pt x="25154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10501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38443" y="337041"/>
                  </a:lnTo>
                  <a:lnTo>
                    <a:pt x="10501" y="370745"/>
                  </a:lnTo>
                  <a:close/>
                  <a:moveTo>
                    <a:pt x="314077" y="269632"/>
                  </a:moveTo>
                  <a:lnTo>
                    <a:pt x="297784" y="235928"/>
                  </a:lnTo>
                  <a:lnTo>
                    <a:pt x="297784" y="239481"/>
                  </a:lnTo>
                  <a:close/>
                  <a:moveTo>
                    <a:pt x="297784" y="239481"/>
                  </a:moveTo>
                  <a:lnTo>
                    <a:pt x="297784" y="235928"/>
                  </a:lnTo>
                  <a:lnTo>
                    <a:pt x="295492" y="235928"/>
                  </a:lnTo>
                  <a:close/>
                  <a:moveTo>
                    <a:pt x="10501" y="202224"/>
                  </a:moveTo>
                  <a:lnTo>
                    <a:pt x="28148" y="202224"/>
                  </a:lnTo>
                  <a:lnTo>
                    <a:pt x="10501" y="170664"/>
                  </a:lnTo>
                  <a:close/>
                  <a:moveTo>
                    <a:pt x="174663" y="116358"/>
                  </a:moveTo>
                  <a:lnTo>
                    <a:pt x="188324" y="134816"/>
                  </a:lnTo>
                  <a:lnTo>
                    <a:pt x="174663" y="101112"/>
                  </a:lnTo>
                  <a:close/>
                  <a:moveTo>
                    <a:pt x="174663" y="116358"/>
                  </a:moveTo>
                  <a:lnTo>
                    <a:pt x="174663" y="101112"/>
                  </a:lnTo>
                  <a:lnTo>
                    <a:pt x="162081" y="101112"/>
                  </a:lnTo>
                  <a:close/>
                  <a:moveTo>
                    <a:pt x="27846" y="67408"/>
                  </a:moveTo>
                  <a:lnTo>
                    <a:pt x="51541" y="46214"/>
                  </a:lnTo>
                  <a:lnTo>
                    <a:pt x="10501" y="67408"/>
                  </a:lnTo>
                  <a:close/>
                  <a:moveTo>
                    <a:pt x="10501" y="67408"/>
                  </a:moveTo>
                  <a:lnTo>
                    <a:pt x="51541" y="46214"/>
                  </a:lnTo>
                  <a:lnTo>
                    <a:pt x="51541" y="33704"/>
                  </a:lnTo>
                  <a:close/>
                  <a:moveTo>
                    <a:pt x="10501" y="67408"/>
                  </a:moveTo>
                  <a:lnTo>
                    <a:pt x="10501" y="88581"/>
                  </a:lnTo>
                  <a:lnTo>
                    <a:pt x="27846" y="67408"/>
                  </a:lnTo>
                  <a:close/>
                  <a:moveTo>
                    <a:pt x="133622" y="63382"/>
                  </a:moveTo>
                  <a:lnTo>
                    <a:pt x="136482" y="67408"/>
                  </a:lnTo>
                  <a:lnTo>
                    <a:pt x="133622" y="33704"/>
                  </a:lnTo>
                  <a:close/>
                  <a:moveTo>
                    <a:pt x="51541" y="33704"/>
                  </a:moveTo>
                  <a:lnTo>
                    <a:pt x="92582" y="33704"/>
                  </a:lnTo>
                  <a:lnTo>
                    <a:pt x="92582" y="0"/>
                  </a:lnTo>
                  <a:close/>
                  <a:moveTo>
                    <a:pt x="92582" y="33704"/>
                  </a:moveTo>
                  <a:lnTo>
                    <a:pt x="51541" y="33704"/>
                  </a:lnTo>
                  <a:lnTo>
                    <a:pt x="92582" y="36810"/>
                  </a:lnTo>
                  <a:close/>
                  <a:moveTo>
                    <a:pt x="51541" y="33704"/>
                  </a:moveTo>
                  <a:lnTo>
                    <a:pt x="51541" y="46214"/>
                  </a:lnTo>
                  <a:lnTo>
                    <a:pt x="92582" y="36810"/>
                  </a:lnTo>
                  <a:close/>
                  <a:moveTo>
                    <a:pt x="133622" y="33704"/>
                  </a:moveTo>
                  <a:lnTo>
                    <a:pt x="92582" y="33704"/>
                  </a:lnTo>
                  <a:lnTo>
                    <a:pt x="133622" y="63382"/>
                  </a:lnTo>
                  <a:close/>
                  <a:moveTo>
                    <a:pt x="92582" y="33704"/>
                  </a:moveTo>
                  <a:lnTo>
                    <a:pt x="92582" y="36810"/>
                  </a:lnTo>
                  <a:lnTo>
                    <a:pt x="133622" y="63382"/>
                  </a:lnTo>
                  <a:close/>
                  <a:moveTo>
                    <a:pt x="35877" y="471857"/>
                  </a:moveTo>
                  <a:lnTo>
                    <a:pt x="51541" y="480768"/>
                  </a:lnTo>
                  <a:lnTo>
                    <a:pt x="51541" y="471857"/>
                  </a:lnTo>
                  <a:close/>
                  <a:moveTo>
                    <a:pt x="10991" y="438153"/>
                  </a:moveTo>
                  <a:lnTo>
                    <a:pt x="51541" y="471857"/>
                  </a:lnTo>
                  <a:lnTo>
                    <a:pt x="51541" y="438153"/>
                  </a:lnTo>
                  <a:close/>
                  <a:moveTo>
                    <a:pt x="10991" y="438153"/>
                  </a:moveTo>
                  <a:lnTo>
                    <a:pt x="35877" y="471857"/>
                  </a:lnTo>
                  <a:lnTo>
                    <a:pt x="51541" y="471857"/>
                  </a:lnTo>
                  <a:close/>
                  <a:moveTo>
                    <a:pt x="92582" y="471857"/>
                  </a:moveTo>
                  <a:lnTo>
                    <a:pt x="51541" y="480768"/>
                  </a:lnTo>
                  <a:lnTo>
                    <a:pt x="92582" y="486374"/>
                  </a:lnTo>
                  <a:close/>
                  <a:moveTo>
                    <a:pt x="92582" y="471857"/>
                  </a:moveTo>
                  <a:lnTo>
                    <a:pt x="51541" y="471857"/>
                  </a:lnTo>
                  <a:lnTo>
                    <a:pt x="51541" y="480768"/>
                  </a:lnTo>
                  <a:close/>
                  <a:moveTo>
                    <a:pt x="133622" y="471857"/>
                  </a:moveTo>
                  <a:lnTo>
                    <a:pt x="92582" y="486374"/>
                  </a:lnTo>
                  <a:lnTo>
                    <a:pt x="133622" y="476957"/>
                  </a:lnTo>
                  <a:close/>
                  <a:moveTo>
                    <a:pt x="133622" y="471857"/>
                  </a:moveTo>
                  <a:lnTo>
                    <a:pt x="92582" y="471857"/>
                  </a:lnTo>
                  <a:lnTo>
                    <a:pt x="92582" y="486374"/>
                  </a:lnTo>
                  <a:close/>
                  <a:moveTo>
                    <a:pt x="133622" y="471857"/>
                  </a:moveTo>
                  <a:lnTo>
                    <a:pt x="133622" y="476957"/>
                  </a:lnTo>
                  <a:lnTo>
                    <a:pt x="143591" y="471857"/>
                  </a:lnTo>
                  <a:close/>
                  <a:moveTo>
                    <a:pt x="174663" y="438153"/>
                  </a:moveTo>
                  <a:lnTo>
                    <a:pt x="143591" y="471857"/>
                  </a:lnTo>
                  <a:lnTo>
                    <a:pt x="174663" y="453283"/>
                  </a:lnTo>
                  <a:close/>
                  <a:moveTo>
                    <a:pt x="133622" y="471857"/>
                  </a:moveTo>
                  <a:lnTo>
                    <a:pt x="143591" y="471857"/>
                  </a:lnTo>
                  <a:lnTo>
                    <a:pt x="174663" y="438153"/>
                  </a:lnTo>
                  <a:close/>
                  <a:moveTo>
                    <a:pt x="12509" y="404449"/>
                  </a:moveTo>
                  <a:lnTo>
                    <a:pt x="10991" y="438153"/>
                  </a:lnTo>
                  <a:lnTo>
                    <a:pt x="51541" y="438153"/>
                  </a:lnTo>
                  <a:close/>
                  <a:moveTo>
                    <a:pt x="174663" y="438153"/>
                  </a:moveTo>
                  <a:lnTo>
                    <a:pt x="174663" y="453283"/>
                  </a:lnTo>
                  <a:lnTo>
                    <a:pt x="194901" y="438153"/>
                  </a:lnTo>
                  <a:close/>
                  <a:moveTo>
                    <a:pt x="215703" y="404449"/>
                  </a:moveTo>
                  <a:lnTo>
                    <a:pt x="194901" y="438153"/>
                  </a:lnTo>
                  <a:lnTo>
                    <a:pt x="215703" y="422378"/>
                  </a:lnTo>
                  <a:close/>
                  <a:moveTo>
                    <a:pt x="174663" y="438153"/>
                  </a:moveTo>
                  <a:lnTo>
                    <a:pt x="194901" y="438153"/>
                  </a:lnTo>
                  <a:lnTo>
                    <a:pt x="215703" y="404449"/>
                  </a:lnTo>
                  <a:close/>
                  <a:moveTo>
                    <a:pt x="25154" y="370745"/>
                  </a:moveTo>
                  <a:lnTo>
                    <a:pt x="12509" y="404449"/>
                  </a:lnTo>
                  <a:lnTo>
                    <a:pt x="51541" y="404449"/>
                  </a:lnTo>
                  <a:close/>
                  <a:moveTo>
                    <a:pt x="215703" y="404449"/>
                  </a:moveTo>
                  <a:lnTo>
                    <a:pt x="215703" y="422378"/>
                  </a:lnTo>
                  <a:lnTo>
                    <a:pt x="238382" y="404449"/>
                  </a:lnTo>
                  <a:close/>
                  <a:moveTo>
                    <a:pt x="256743" y="370745"/>
                  </a:moveTo>
                  <a:lnTo>
                    <a:pt x="238382" y="404449"/>
                  </a:lnTo>
                  <a:lnTo>
                    <a:pt x="256743" y="389904"/>
                  </a:lnTo>
                  <a:close/>
                  <a:moveTo>
                    <a:pt x="215703" y="404449"/>
                  </a:moveTo>
                  <a:lnTo>
                    <a:pt x="238382" y="404449"/>
                  </a:lnTo>
                  <a:lnTo>
                    <a:pt x="256743" y="370745"/>
                  </a:lnTo>
                  <a:close/>
                  <a:moveTo>
                    <a:pt x="38443" y="337041"/>
                  </a:moveTo>
                  <a:lnTo>
                    <a:pt x="51541" y="370745"/>
                  </a:lnTo>
                  <a:lnTo>
                    <a:pt x="51541" y="337041"/>
                  </a:lnTo>
                  <a:close/>
                  <a:moveTo>
                    <a:pt x="38443" y="337041"/>
                  </a:moveTo>
                  <a:lnTo>
                    <a:pt x="25154" y="370745"/>
                  </a:lnTo>
                  <a:lnTo>
                    <a:pt x="51541" y="370745"/>
                  </a:lnTo>
                  <a:close/>
                  <a:moveTo>
                    <a:pt x="256743" y="370745"/>
                  </a:moveTo>
                  <a:lnTo>
                    <a:pt x="256743" y="389904"/>
                  </a:lnTo>
                  <a:lnTo>
                    <a:pt x="278441" y="370745"/>
                  </a:lnTo>
                  <a:close/>
                  <a:moveTo>
                    <a:pt x="297784" y="337041"/>
                  </a:moveTo>
                  <a:lnTo>
                    <a:pt x="278441" y="370745"/>
                  </a:lnTo>
                  <a:lnTo>
                    <a:pt x="297784" y="348096"/>
                  </a:lnTo>
                  <a:close/>
                  <a:moveTo>
                    <a:pt x="256743" y="370745"/>
                  </a:moveTo>
                  <a:lnTo>
                    <a:pt x="278441" y="370745"/>
                  </a:lnTo>
                  <a:lnTo>
                    <a:pt x="297784" y="337041"/>
                  </a:lnTo>
                  <a:close/>
                  <a:moveTo>
                    <a:pt x="46910" y="303337"/>
                  </a:moveTo>
                  <a:lnTo>
                    <a:pt x="51541" y="337041"/>
                  </a:lnTo>
                  <a:lnTo>
                    <a:pt x="51541" y="303337"/>
                  </a:lnTo>
                  <a:close/>
                  <a:moveTo>
                    <a:pt x="46910" y="303337"/>
                  </a:moveTo>
                  <a:lnTo>
                    <a:pt x="38443" y="337041"/>
                  </a:lnTo>
                  <a:lnTo>
                    <a:pt x="51541" y="337041"/>
                  </a:lnTo>
                  <a:close/>
                  <a:moveTo>
                    <a:pt x="297784" y="337041"/>
                  </a:moveTo>
                  <a:lnTo>
                    <a:pt x="297784" y="348096"/>
                  </a:lnTo>
                  <a:lnTo>
                    <a:pt x="305988" y="337041"/>
                  </a:lnTo>
                  <a:close/>
                  <a:moveTo>
                    <a:pt x="297784" y="303337"/>
                  </a:moveTo>
                  <a:lnTo>
                    <a:pt x="305988" y="337041"/>
                  </a:lnTo>
                  <a:lnTo>
                    <a:pt x="317444" y="303337"/>
                  </a:lnTo>
                  <a:close/>
                  <a:moveTo>
                    <a:pt x="297784" y="303337"/>
                  </a:moveTo>
                  <a:lnTo>
                    <a:pt x="297784" y="337041"/>
                  </a:lnTo>
                  <a:lnTo>
                    <a:pt x="305988" y="337041"/>
                  </a:lnTo>
                  <a:close/>
                  <a:moveTo>
                    <a:pt x="48637" y="269632"/>
                  </a:moveTo>
                  <a:lnTo>
                    <a:pt x="51541" y="303337"/>
                  </a:lnTo>
                  <a:lnTo>
                    <a:pt x="51541" y="269632"/>
                  </a:lnTo>
                  <a:close/>
                  <a:moveTo>
                    <a:pt x="48637" y="269632"/>
                  </a:moveTo>
                  <a:lnTo>
                    <a:pt x="46910" y="303337"/>
                  </a:lnTo>
                  <a:lnTo>
                    <a:pt x="51541" y="303337"/>
                  </a:lnTo>
                  <a:close/>
                  <a:moveTo>
                    <a:pt x="297784" y="269632"/>
                  </a:moveTo>
                  <a:lnTo>
                    <a:pt x="317444" y="303337"/>
                  </a:lnTo>
                  <a:lnTo>
                    <a:pt x="314077" y="269632"/>
                  </a:lnTo>
                  <a:close/>
                  <a:moveTo>
                    <a:pt x="297784" y="269632"/>
                  </a:moveTo>
                  <a:lnTo>
                    <a:pt x="297784" y="303337"/>
                  </a:lnTo>
                  <a:lnTo>
                    <a:pt x="317444" y="303337"/>
                  </a:lnTo>
                  <a:close/>
                  <a:moveTo>
                    <a:pt x="42531" y="235928"/>
                  </a:moveTo>
                  <a:lnTo>
                    <a:pt x="51541" y="269632"/>
                  </a:lnTo>
                  <a:lnTo>
                    <a:pt x="51541" y="235928"/>
                  </a:lnTo>
                  <a:close/>
                  <a:moveTo>
                    <a:pt x="42531" y="235928"/>
                  </a:moveTo>
                  <a:lnTo>
                    <a:pt x="48637" y="269632"/>
                  </a:lnTo>
                  <a:lnTo>
                    <a:pt x="51541" y="269632"/>
                  </a:lnTo>
                  <a:close/>
                  <a:moveTo>
                    <a:pt x="297784" y="269632"/>
                  </a:moveTo>
                  <a:lnTo>
                    <a:pt x="314077" y="269632"/>
                  </a:lnTo>
                  <a:lnTo>
                    <a:pt x="297784" y="239481"/>
                  </a:lnTo>
                  <a:close/>
                  <a:moveTo>
                    <a:pt x="295492" y="235928"/>
                  </a:moveTo>
                  <a:lnTo>
                    <a:pt x="297784" y="269632"/>
                  </a:lnTo>
                  <a:lnTo>
                    <a:pt x="297784" y="239481"/>
                  </a:lnTo>
                  <a:close/>
                  <a:moveTo>
                    <a:pt x="28148" y="202224"/>
                  </a:moveTo>
                  <a:lnTo>
                    <a:pt x="51541" y="235928"/>
                  </a:lnTo>
                  <a:lnTo>
                    <a:pt x="51541" y="202224"/>
                  </a:lnTo>
                  <a:close/>
                  <a:moveTo>
                    <a:pt x="28148" y="202224"/>
                  </a:moveTo>
                  <a:lnTo>
                    <a:pt x="42531" y="235928"/>
                  </a:lnTo>
                  <a:lnTo>
                    <a:pt x="51541" y="235928"/>
                  </a:lnTo>
                  <a:close/>
                  <a:moveTo>
                    <a:pt x="256743" y="202224"/>
                  </a:moveTo>
                  <a:lnTo>
                    <a:pt x="295492" y="235928"/>
                  </a:lnTo>
                  <a:lnTo>
                    <a:pt x="261574" y="202224"/>
                  </a:lnTo>
                  <a:close/>
                  <a:moveTo>
                    <a:pt x="256743" y="202224"/>
                  </a:moveTo>
                  <a:lnTo>
                    <a:pt x="256743" y="235928"/>
                  </a:lnTo>
                  <a:lnTo>
                    <a:pt x="295492" y="235928"/>
                  </a:lnTo>
                  <a:close/>
                  <a:moveTo>
                    <a:pt x="51541" y="202224"/>
                  </a:moveTo>
                  <a:lnTo>
                    <a:pt x="10501" y="170664"/>
                  </a:lnTo>
                  <a:lnTo>
                    <a:pt x="28148" y="202224"/>
                  </a:lnTo>
                  <a:close/>
                  <a:moveTo>
                    <a:pt x="10501" y="168520"/>
                  </a:moveTo>
                  <a:lnTo>
                    <a:pt x="10501" y="170664"/>
                  </a:lnTo>
                  <a:lnTo>
                    <a:pt x="51541" y="202224"/>
                  </a:lnTo>
                  <a:close/>
                  <a:moveTo>
                    <a:pt x="51541" y="168520"/>
                  </a:moveTo>
                  <a:lnTo>
                    <a:pt x="10501" y="168520"/>
                  </a:lnTo>
                  <a:lnTo>
                    <a:pt x="51541" y="202224"/>
                  </a:lnTo>
                  <a:close/>
                  <a:moveTo>
                    <a:pt x="215703" y="168520"/>
                  </a:moveTo>
                  <a:lnTo>
                    <a:pt x="256743" y="197942"/>
                  </a:lnTo>
                  <a:lnTo>
                    <a:pt x="221128" y="168520"/>
                  </a:lnTo>
                  <a:close/>
                  <a:moveTo>
                    <a:pt x="256743" y="202224"/>
                  </a:moveTo>
                  <a:lnTo>
                    <a:pt x="256743" y="197942"/>
                  </a:lnTo>
                  <a:lnTo>
                    <a:pt x="215703" y="168520"/>
                  </a:lnTo>
                  <a:close/>
                  <a:moveTo>
                    <a:pt x="215703" y="202224"/>
                  </a:moveTo>
                  <a:lnTo>
                    <a:pt x="256743" y="202224"/>
                  </a:lnTo>
                  <a:lnTo>
                    <a:pt x="215703" y="168520"/>
                  </a:lnTo>
                  <a:close/>
                  <a:moveTo>
                    <a:pt x="256743" y="202224"/>
                  </a:moveTo>
                  <a:lnTo>
                    <a:pt x="261574" y="202224"/>
                  </a:lnTo>
                  <a:lnTo>
                    <a:pt x="256743" y="197942"/>
                  </a:lnTo>
                  <a:close/>
                  <a:moveTo>
                    <a:pt x="9408" y="168520"/>
                  </a:moveTo>
                  <a:lnTo>
                    <a:pt x="10501" y="170664"/>
                  </a:lnTo>
                  <a:lnTo>
                    <a:pt x="10501" y="168520"/>
                  </a:lnTo>
                  <a:close/>
                  <a:moveTo>
                    <a:pt x="0" y="134816"/>
                  </a:moveTo>
                  <a:lnTo>
                    <a:pt x="10501" y="168520"/>
                  </a:lnTo>
                  <a:lnTo>
                    <a:pt x="10501" y="134816"/>
                  </a:lnTo>
                  <a:close/>
                  <a:moveTo>
                    <a:pt x="0" y="134816"/>
                  </a:moveTo>
                  <a:lnTo>
                    <a:pt x="9408" y="168520"/>
                  </a:lnTo>
                  <a:lnTo>
                    <a:pt x="10501" y="168520"/>
                  </a:lnTo>
                  <a:close/>
                  <a:moveTo>
                    <a:pt x="10501" y="168520"/>
                  </a:moveTo>
                  <a:lnTo>
                    <a:pt x="51541" y="134816"/>
                  </a:lnTo>
                  <a:lnTo>
                    <a:pt x="10501" y="134816"/>
                  </a:lnTo>
                  <a:close/>
                  <a:moveTo>
                    <a:pt x="174663" y="134816"/>
                  </a:moveTo>
                  <a:lnTo>
                    <a:pt x="215703" y="163090"/>
                  </a:lnTo>
                  <a:lnTo>
                    <a:pt x="188324" y="134816"/>
                  </a:lnTo>
                  <a:close/>
                  <a:moveTo>
                    <a:pt x="215703" y="168520"/>
                  </a:moveTo>
                  <a:lnTo>
                    <a:pt x="215703" y="163090"/>
                  </a:lnTo>
                  <a:lnTo>
                    <a:pt x="174663" y="134816"/>
                  </a:lnTo>
                  <a:close/>
                  <a:moveTo>
                    <a:pt x="174663" y="168520"/>
                  </a:moveTo>
                  <a:lnTo>
                    <a:pt x="215703" y="168520"/>
                  </a:lnTo>
                  <a:lnTo>
                    <a:pt x="174663" y="134816"/>
                  </a:lnTo>
                  <a:close/>
                  <a:moveTo>
                    <a:pt x="215703" y="168520"/>
                  </a:moveTo>
                  <a:lnTo>
                    <a:pt x="221128" y="168520"/>
                  </a:lnTo>
                  <a:lnTo>
                    <a:pt x="215703" y="163090"/>
                  </a:lnTo>
                  <a:close/>
                  <a:moveTo>
                    <a:pt x="3988" y="101112"/>
                  </a:moveTo>
                  <a:lnTo>
                    <a:pt x="10501" y="134816"/>
                  </a:lnTo>
                  <a:lnTo>
                    <a:pt x="10501" y="101112"/>
                  </a:lnTo>
                  <a:close/>
                  <a:moveTo>
                    <a:pt x="3988" y="101112"/>
                  </a:moveTo>
                  <a:lnTo>
                    <a:pt x="0" y="134816"/>
                  </a:lnTo>
                  <a:lnTo>
                    <a:pt x="10501" y="134816"/>
                  </a:lnTo>
                  <a:close/>
                  <a:moveTo>
                    <a:pt x="10501" y="134816"/>
                  </a:moveTo>
                  <a:lnTo>
                    <a:pt x="51541" y="101112"/>
                  </a:lnTo>
                  <a:lnTo>
                    <a:pt x="10501" y="101112"/>
                  </a:lnTo>
                  <a:close/>
                  <a:moveTo>
                    <a:pt x="133622" y="101112"/>
                  </a:moveTo>
                  <a:lnTo>
                    <a:pt x="174663" y="116358"/>
                  </a:lnTo>
                  <a:lnTo>
                    <a:pt x="162081" y="101112"/>
                  </a:lnTo>
                  <a:close/>
                  <a:moveTo>
                    <a:pt x="174663" y="134816"/>
                  </a:moveTo>
                  <a:lnTo>
                    <a:pt x="174663" y="116358"/>
                  </a:lnTo>
                  <a:lnTo>
                    <a:pt x="133622" y="101112"/>
                  </a:lnTo>
                  <a:close/>
                  <a:moveTo>
                    <a:pt x="174663" y="134816"/>
                  </a:moveTo>
                  <a:lnTo>
                    <a:pt x="188324" y="134816"/>
                  </a:lnTo>
                  <a:lnTo>
                    <a:pt x="174663" y="116358"/>
                  </a:lnTo>
                  <a:close/>
                  <a:moveTo>
                    <a:pt x="10501" y="88581"/>
                  </a:moveTo>
                  <a:lnTo>
                    <a:pt x="3988" y="101112"/>
                  </a:lnTo>
                  <a:lnTo>
                    <a:pt x="10501" y="101112"/>
                  </a:lnTo>
                  <a:close/>
                  <a:moveTo>
                    <a:pt x="10501" y="101112"/>
                  </a:moveTo>
                  <a:lnTo>
                    <a:pt x="27846" y="67408"/>
                  </a:lnTo>
                  <a:lnTo>
                    <a:pt x="10501" y="88581"/>
                  </a:lnTo>
                  <a:close/>
                  <a:moveTo>
                    <a:pt x="51541" y="67408"/>
                  </a:moveTo>
                  <a:lnTo>
                    <a:pt x="27846" y="67408"/>
                  </a:lnTo>
                  <a:lnTo>
                    <a:pt x="10501" y="101112"/>
                  </a:lnTo>
                  <a:close/>
                  <a:moveTo>
                    <a:pt x="51541" y="101112"/>
                  </a:moveTo>
                  <a:lnTo>
                    <a:pt x="51541" y="67408"/>
                  </a:lnTo>
                  <a:lnTo>
                    <a:pt x="10501" y="101112"/>
                  </a:lnTo>
                  <a:close/>
                  <a:moveTo>
                    <a:pt x="92582" y="101112"/>
                  </a:moveTo>
                  <a:lnTo>
                    <a:pt x="133622" y="101112"/>
                  </a:lnTo>
                  <a:lnTo>
                    <a:pt x="133622" y="67408"/>
                  </a:lnTo>
                  <a:close/>
                  <a:moveTo>
                    <a:pt x="92582" y="101112"/>
                  </a:moveTo>
                  <a:lnTo>
                    <a:pt x="133622" y="67408"/>
                  </a:lnTo>
                  <a:lnTo>
                    <a:pt x="92582" y="67408"/>
                  </a:lnTo>
                  <a:close/>
                  <a:moveTo>
                    <a:pt x="133622" y="67408"/>
                  </a:moveTo>
                  <a:lnTo>
                    <a:pt x="162081" y="101112"/>
                  </a:lnTo>
                  <a:lnTo>
                    <a:pt x="136482" y="67408"/>
                  </a:lnTo>
                  <a:close/>
                  <a:moveTo>
                    <a:pt x="133622" y="67408"/>
                  </a:moveTo>
                  <a:lnTo>
                    <a:pt x="133622" y="101112"/>
                  </a:lnTo>
                  <a:lnTo>
                    <a:pt x="162081" y="101112"/>
                  </a:lnTo>
                  <a:close/>
                  <a:moveTo>
                    <a:pt x="51541" y="46214"/>
                  </a:moveTo>
                  <a:lnTo>
                    <a:pt x="27846" y="67408"/>
                  </a:lnTo>
                  <a:lnTo>
                    <a:pt x="51541" y="67408"/>
                  </a:lnTo>
                  <a:close/>
                  <a:moveTo>
                    <a:pt x="51541" y="67408"/>
                  </a:moveTo>
                  <a:lnTo>
                    <a:pt x="92582" y="36810"/>
                  </a:lnTo>
                  <a:lnTo>
                    <a:pt x="51541" y="46214"/>
                  </a:lnTo>
                  <a:close/>
                  <a:moveTo>
                    <a:pt x="51541" y="67408"/>
                  </a:moveTo>
                  <a:lnTo>
                    <a:pt x="92582" y="67408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3382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7408"/>
                  </a:lnTo>
                  <a:lnTo>
                    <a:pt x="133622" y="63382"/>
                  </a:lnTo>
                  <a:close/>
                  <a:moveTo>
                    <a:pt x="133622" y="67408"/>
                  </a:moveTo>
                  <a:lnTo>
                    <a:pt x="136482" y="67408"/>
                  </a:lnTo>
                  <a:lnTo>
                    <a:pt x="133622" y="6338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3983" name="Candidate_B4__3982">
              <a:extLst>
                <a:ext uri="{FF2B5EF4-FFF2-40B4-BE49-F238E27FC236}">
                  <a16:creationId xmlns:a16="http://schemas.microsoft.com/office/drawing/2014/main" id="{8D47C828-14D2-5D2A-6971-F4265997C0C6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2064794"/>
              <a:ext cx="287283" cy="404449"/>
            </a:xfrm>
            <a:custGeom>
              <a:avLst/>
              <a:gdLst/>
              <a:ahLst/>
              <a:cxnLst/>
              <a:rect l="0" t="0" r="0" b="0"/>
              <a:pathLst>
                <a:path w="287283" h="404449">
                  <a:moveTo>
                    <a:pt x="41040" y="404449"/>
                  </a:moveTo>
                  <a:lnTo>
                    <a:pt x="82081" y="404449"/>
                  </a:lnTo>
                  <a:lnTo>
                    <a:pt x="82081" y="370745"/>
                  </a:lnTo>
                  <a:close/>
                  <a:moveTo>
                    <a:pt x="41040" y="404449"/>
                  </a:moveTo>
                  <a:lnTo>
                    <a:pt x="82081" y="370745"/>
                  </a:lnTo>
                  <a:lnTo>
                    <a:pt x="41040" y="370745"/>
                  </a:lnTo>
                  <a:close/>
                  <a:moveTo>
                    <a:pt x="82081" y="404449"/>
                  </a:moveTo>
                  <a:lnTo>
                    <a:pt x="123121" y="404449"/>
                  </a:lnTo>
                  <a:lnTo>
                    <a:pt x="123121" y="370745"/>
                  </a:lnTo>
                  <a:close/>
                  <a:moveTo>
                    <a:pt x="82081" y="404449"/>
                  </a:moveTo>
                  <a:lnTo>
                    <a:pt x="123121" y="370745"/>
                  </a:lnTo>
                  <a:lnTo>
                    <a:pt x="82081" y="370745"/>
                  </a:lnTo>
                  <a:close/>
                  <a:moveTo>
                    <a:pt x="123121" y="370745"/>
                  </a:moveTo>
                  <a:lnTo>
                    <a:pt x="123121" y="404449"/>
                  </a:lnTo>
                  <a:lnTo>
                    <a:pt x="164162" y="370745"/>
                  </a:lnTo>
                  <a:close/>
                  <a:moveTo>
                    <a:pt x="2008" y="337041"/>
                  </a:moveTo>
                  <a:lnTo>
                    <a:pt x="41040" y="370745"/>
                  </a:lnTo>
                  <a:lnTo>
                    <a:pt x="41040" y="337041"/>
                  </a:lnTo>
                  <a:close/>
                  <a:moveTo>
                    <a:pt x="41040" y="370745"/>
                  </a:moveTo>
                  <a:lnTo>
                    <a:pt x="82081" y="370745"/>
                  </a:lnTo>
                  <a:lnTo>
                    <a:pt x="82081" y="337041"/>
                  </a:lnTo>
                  <a:close/>
                  <a:moveTo>
                    <a:pt x="41040" y="370745"/>
                  </a:moveTo>
                  <a:lnTo>
                    <a:pt x="82081" y="337041"/>
                  </a:lnTo>
                  <a:lnTo>
                    <a:pt x="41040" y="337041"/>
                  </a:lnTo>
                  <a:close/>
                  <a:moveTo>
                    <a:pt x="82081" y="370745"/>
                  </a:moveTo>
                  <a:lnTo>
                    <a:pt x="123121" y="370745"/>
                  </a:lnTo>
                  <a:lnTo>
                    <a:pt x="123121" y="337041"/>
                  </a:lnTo>
                  <a:close/>
                  <a:moveTo>
                    <a:pt x="123121" y="370745"/>
                  </a:moveTo>
                  <a:lnTo>
                    <a:pt x="164162" y="370745"/>
                  </a:lnTo>
                  <a:lnTo>
                    <a:pt x="164162" y="337041"/>
                  </a:lnTo>
                  <a:close/>
                  <a:moveTo>
                    <a:pt x="123121" y="370745"/>
                  </a:moveTo>
                  <a:lnTo>
                    <a:pt x="164162" y="337041"/>
                  </a:lnTo>
                  <a:lnTo>
                    <a:pt x="123121" y="337041"/>
                  </a:lnTo>
                  <a:close/>
                  <a:moveTo>
                    <a:pt x="164162" y="337041"/>
                  </a:moveTo>
                  <a:lnTo>
                    <a:pt x="164162" y="370745"/>
                  </a:lnTo>
                  <a:lnTo>
                    <a:pt x="205202" y="337041"/>
                  </a:lnTo>
                  <a:close/>
                  <a:moveTo>
                    <a:pt x="14654" y="303337"/>
                  </a:moveTo>
                  <a:lnTo>
                    <a:pt x="41040" y="337041"/>
                  </a:lnTo>
                  <a:lnTo>
                    <a:pt x="41040" y="303337"/>
                  </a:lnTo>
                  <a:close/>
                  <a:moveTo>
                    <a:pt x="41040" y="337041"/>
                  </a:moveTo>
                  <a:lnTo>
                    <a:pt x="82081" y="337041"/>
                  </a:lnTo>
                  <a:lnTo>
                    <a:pt x="82081" y="303337"/>
                  </a:lnTo>
                  <a:close/>
                  <a:moveTo>
                    <a:pt x="41040" y="337041"/>
                  </a:moveTo>
                  <a:lnTo>
                    <a:pt x="82081" y="303337"/>
                  </a:lnTo>
                  <a:lnTo>
                    <a:pt x="41040" y="303337"/>
                  </a:lnTo>
                  <a:close/>
                  <a:moveTo>
                    <a:pt x="205202" y="303337"/>
                  </a:moveTo>
                  <a:lnTo>
                    <a:pt x="164162" y="337041"/>
                  </a:lnTo>
                  <a:lnTo>
                    <a:pt x="205202" y="337041"/>
                  </a:lnTo>
                  <a:close/>
                  <a:moveTo>
                    <a:pt x="205202" y="303337"/>
                  </a:moveTo>
                  <a:lnTo>
                    <a:pt x="205202" y="337041"/>
                  </a:lnTo>
                  <a:lnTo>
                    <a:pt x="246243" y="303337"/>
                  </a:lnTo>
                  <a:close/>
                  <a:moveTo>
                    <a:pt x="41040" y="303337"/>
                  </a:moveTo>
                  <a:lnTo>
                    <a:pt x="82081" y="303337"/>
                  </a:lnTo>
                  <a:lnTo>
                    <a:pt x="82081" y="269632"/>
                  </a:lnTo>
                  <a:close/>
                  <a:moveTo>
                    <a:pt x="41040" y="303337"/>
                  </a:moveTo>
                  <a:lnTo>
                    <a:pt x="82081" y="269632"/>
                  </a:lnTo>
                  <a:lnTo>
                    <a:pt x="41040" y="269632"/>
                  </a:lnTo>
                  <a:close/>
                  <a:moveTo>
                    <a:pt x="246243" y="269632"/>
                  </a:moveTo>
                  <a:lnTo>
                    <a:pt x="205202" y="303337"/>
                  </a:lnTo>
                  <a:lnTo>
                    <a:pt x="246243" y="303337"/>
                  </a:lnTo>
                  <a:close/>
                  <a:moveTo>
                    <a:pt x="246243" y="269632"/>
                  </a:moveTo>
                  <a:lnTo>
                    <a:pt x="246243" y="303337"/>
                  </a:lnTo>
                  <a:lnTo>
                    <a:pt x="287283" y="269632"/>
                  </a:lnTo>
                  <a:close/>
                  <a:moveTo>
                    <a:pt x="41040" y="269632"/>
                  </a:moveTo>
                  <a:lnTo>
                    <a:pt x="82081" y="269632"/>
                  </a:lnTo>
                  <a:lnTo>
                    <a:pt x="82081" y="235928"/>
                  </a:lnTo>
                  <a:close/>
                  <a:moveTo>
                    <a:pt x="41040" y="269632"/>
                  </a:moveTo>
                  <a:lnTo>
                    <a:pt x="82081" y="235928"/>
                  </a:lnTo>
                  <a:lnTo>
                    <a:pt x="41040" y="235928"/>
                  </a:lnTo>
                  <a:close/>
                  <a:moveTo>
                    <a:pt x="287283" y="235928"/>
                  </a:moveTo>
                  <a:lnTo>
                    <a:pt x="246243" y="269632"/>
                  </a:lnTo>
                  <a:lnTo>
                    <a:pt x="287283" y="269632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82081" y="202224"/>
                  </a:lnTo>
                  <a:close/>
                  <a:moveTo>
                    <a:pt x="41040" y="235928"/>
                  </a:moveTo>
                  <a:lnTo>
                    <a:pt x="82081" y="202224"/>
                  </a:lnTo>
                  <a:lnTo>
                    <a:pt x="41040" y="202224"/>
                  </a:lnTo>
                  <a:close/>
                  <a:moveTo>
                    <a:pt x="287283" y="235928"/>
                  </a:moveTo>
                  <a:lnTo>
                    <a:pt x="287283" y="202224"/>
                  </a:lnTo>
                  <a:lnTo>
                    <a:pt x="256025" y="235928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251132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46243" y="168520"/>
                  </a:moveTo>
                  <a:lnTo>
                    <a:pt x="287283" y="202224"/>
                  </a:lnTo>
                  <a:lnTo>
                    <a:pt x="284992" y="168520"/>
                  </a:lnTo>
                  <a:close/>
                  <a:moveTo>
                    <a:pt x="41040" y="168520"/>
                  </a:moveTo>
                  <a:lnTo>
                    <a:pt x="82081" y="168520"/>
                  </a:lnTo>
                  <a:lnTo>
                    <a:pt x="82081" y="134816"/>
                  </a:lnTo>
                  <a:close/>
                  <a:moveTo>
                    <a:pt x="41040" y="168520"/>
                  </a:moveTo>
                  <a:lnTo>
                    <a:pt x="82081" y="134816"/>
                  </a:lnTo>
                  <a:lnTo>
                    <a:pt x="41040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46243" y="134816"/>
                  </a:lnTo>
                  <a:close/>
                  <a:moveTo>
                    <a:pt x="41040" y="134816"/>
                  </a:moveTo>
                  <a:lnTo>
                    <a:pt x="82081" y="134816"/>
                  </a:lnTo>
                  <a:lnTo>
                    <a:pt x="82081" y="101112"/>
                  </a:lnTo>
                  <a:close/>
                  <a:moveTo>
                    <a:pt x="41040" y="134816"/>
                  </a:moveTo>
                  <a:lnTo>
                    <a:pt x="82081" y="101112"/>
                  </a:lnTo>
                  <a:lnTo>
                    <a:pt x="41040" y="101112"/>
                  </a:lnTo>
                  <a:close/>
                  <a:moveTo>
                    <a:pt x="82081" y="134816"/>
                  </a:moveTo>
                  <a:lnTo>
                    <a:pt x="123121" y="101112"/>
                  </a:lnTo>
                  <a:lnTo>
                    <a:pt x="82081" y="101112"/>
                  </a:lnTo>
                  <a:close/>
                  <a:moveTo>
                    <a:pt x="123121" y="134816"/>
                  </a:moveTo>
                  <a:lnTo>
                    <a:pt x="164162" y="101112"/>
                  </a:lnTo>
                  <a:lnTo>
                    <a:pt x="123121" y="101112"/>
                  </a:lnTo>
                  <a:close/>
                  <a:moveTo>
                    <a:pt x="164162" y="134816"/>
                  </a:moveTo>
                  <a:lnTo>
                    <a:pt x="205202" y="134816"/>
                  </a:lnTo>
                  <a:lnTo>
                    <a:pt x="205202" y="101112"/>
                  </a:lnTo>
                  <a:close/>
                  <a:moveTo>
                    <a:pt x="164162" y="134816"/>
                  </a:moveTo>
                  <a:lnTo>
                    <a:pt x="205202" y="101112"/>
                  </a:lnTo>
                  <a:lnTo>
                    <a:pt x="164162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101112"/>
                  </a:moveTo>
                  <a:lnTo>
                    <a:pt x="123121" y="101112"/>
                  </a:lnTo>
                  <a:lnTo>
                    <a:pt x="123121" y="67408"/>
                  </a:lnTo>
                  <a:close/>
                  <a:moveTo>
                    <a:pt x="82081" y="101112"/>
                  </a:moveTo>
                  <a:lnTo>
                    <a:pt x="123121" y="67408"/>
                  </a:lnTo>
                  <a:lnTo>
                    <a:pt x="8208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64162" y="67408"/>
                  </a:lnTo>
                  <a:close/>
                  <a:moveTo>
                    <a:pt x="123121" y="101112"/>
                  </a:moveTo>
                  <a:lnTo>
                    <a:pt x="164162" y="67408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23121" y="33704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3984" name="Candidate_B4__3983">
              <a:extLst>
                <a:ext uri="{FF2B5EF4-FFF2-40B4-BE49-F238E27FC236}">
                  <a16:creationId xmlns:a16="http://schemas.microsoft.com/office/drawing/2014/main" id="{DE14D027-46C1-E1B0-95D8-06EAE7FF51A5}"/>
                </a:ext>
              </a:extLst>
            </p:cNvPr>
            <p:cNvSpPr>
              <a:spLocks noGrp="1"/>
            </p:cNvSpPr>
            <p:nvPr/>
          </p:nvSpPr>
          <p:spPr>
            <a:xfrm>
              <a:off x="5685769" y="2165906"/>
              <a:ext cx="205202" cy="269632"/>
            </a:xfrm>
            <a:custGeom>
              <a:avLst/>
              <a:gdLst/>
              <a:ahLst/>
              <a:cxnLst/>
              <a:rect l="0" t="0" r="0" b="0"/>
              <a:pathLst>
                <a:path w="205202" h="269632">
                  <a:moveTo>
                    <a:pt x="0" y="269632"/>
                  </a:moveTo>
                  <a:lnTo>
                    <a:pt x="41040" y="235928"/>
                  </a:lnTo>
                  <a:lnTo>
                    <a:pt x="0" y="235928"/>
                  </a:lnTo>
                  <a:close/>
                  <a:moveTo>
                    <a:pt x="41040" y="214670"/>
                  </a:moveTo>
                  <a:lnTo>
                    <a:pt x="26226" y="202224"/>
                  </a:lnTo>
                  <a:lnTo>
                    <a:pt x="41040" y="235928"/>
                  </a:lnTo>
                  <a:close/>
                  <a:moveTo>
                    <a:pt x="41040" y="235928"/>
                  </a:moveTo>
                  <a:lnTo>
                    <a:pt x="26226" y="202224"/>
                  </a:lnTo>
                  <a:lnTo>
                    <a:pt x="0" y="202224"/>
                  </a:lnTo>
                  <a:close/>
                  <a:moveTo>
                    <a:pt x="41040" y="235928"/>
                  </a:moveTo>
                  <a:lnTo>
                    <a:pt x="0" y="202224"/>
                  </a:lnTo>
                  <a:lnTo>
                    <a:pt x="0" y="235928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41040" y="214670"/>
                  </a:lnTo>
                  <a:close/>
                  <a:moveTo>
                    <a:pt x="82081" y="235928"/>
                  </a:moveTo>
                  <a:lnTo>
                    <a:pt x="82081" y="211153"/>
                  </a:lnTo>
                  <a:lnTo>
                    <a:pt x="41040" y="214670"/>
                  </a:lnTo>
                  <a:close/>
                  <a:moveTo>
                    <a:pt x="102421" y="202224"/>
                  </a:moveTo>
                  <a:lnTo>
                    <a:pt x="82081" y="211153"/>
                  </a:lnTo>
                  <a:lnTo>
                    <a:pt x="123121" y="202224"/>
                  </a:lnTo>
                  <a:close/>
                  <a:moveTo>
                    <a:pt x="123121" y="202224"/>
                  </a:moveTo>
                  <a:lnTo>
                    <a:pt x="82081" y="211153"/>
                  </a:lnTo>
                  <a:lnTo>
                    <a:pt x="82081" y="235928"/>
                  </a:lnTo>
                  <a:close/>
                  <a:moveTo>
                    <a:pt x="26226" y="202224"/>
                  </a:moveTo>
                  <a:lnTo>
                    <a:pt x="15386" y="168520"/>
                  </a:lnTo>
                  <a:lnTo>
                    <a:pt x="0" y="202224"/>
                  </a:lnTo>
                  <a:close/>
                  <a:moveTo>
                    <a:pt x="15386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155305" y="168520"/>
                  </a:moveTo>
                  <a:lnTo>
                    <a:pt x="123121" y="193041"/>
                  </a:lnTo>
                  <a:lnTo>
                    <a:pt x="164162" y="168520"/>
                  </a:lnTo>
                  <a:close/>
                  <a:moveTo>
                    <a:pt x="164162" y="168520"/>
                  </a:moveTo>
                  <a:lnTo>
                    <a:pt x="123121" y="193041"/>
                  </a:lnTo>
                  <a:lnTo>
                    <a:pt x="123121" y="202224"/>
                  </a:lnTo>
                  <a:close/>
                  <a:moveTo>
                    <a:pt x="102421" y="202224"/>
                  </a:moveTo>
                  <a:lnTo>
                    <a:pt x="123121" y="202224"/>
                  </a:lnTo>
                  <a:lnTo>
                    <a:pt x="123121" y="193041"/>
                  </a:lnTo>
                  <a:close/>
                  <a:moveTo>
                    <a:pt x="15386" y="168520"/>
                  </a:moveTo>
                  <a:lnTo>
                    <a:pt x="14615" y="134816"/>
                  </a:lnTo>
                  <a:lnTo>
                    <a:pt x="0" y="168520"/>
                  </a:lnTo>
                  <a:close/>
                  <a:moveTo>
                    <a:pt x="14615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173944" y="134816"/>
                  </a:moveTo>
                  <a:lnTo>
                    <a:pt x="164162" y="155909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164162" y="155909"/>
                  </a:lnTo>
                  <a:lnTo>
                    <a:pt x="164162" y="168520"/>
                  </a:lnTo>
                  <a:close/>
                  <a:moveTo>
                    <a:pt x="155305" y="168520"/>
                  </a:moveTo>
                  <a:lnTo>
                    <a:pt x="164162" y="168520"/>
                  </a:lnTo>
                  <a:lnTo>
                    <a:pt x="164162" y="155909"/>
                  </a:lnTo>
                  <a:close/>
                  <a:moveTo>
                    <a:pt x="14615" y="134816"/>
                  </a:moveTo>
                  <a:lnTo>
                    <a:pt x="18527" y="101112"/>
                  </a:lnTo>
                  <a:lnTo>
                    <a:pt x="0" y="134816"/>
                  </a:lnTo>
                  <a:close/>
                  <a:moveTo>
                    <a:pt x="18527" y="101112"/>
                  </a:moveTo>
                  <a:lnTo>
                    <a:pt x="0" y="10111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169051" y="101112"/>
                  </a:lnTo>
                  <a:lnTo>
                    <a:pt x="173944" y="134816"/>
                  </a:lnTo>
                  <a:close/>
                  <a:moveTo>
                    <a:pt x="18527" y="101112"/>
                  </a:moveTo>
                  <a:lnTo>
                    <a:pt x="28508" y="67408"/>
                  </a:lnTo>
                  <a:lnTo>
                    <a:pt x="0" y="101112"/>
                  </a:lnTo>
                  <a:close/>
                  <a:moveTo>
                    <a:pt x="28508" y="67408"/>
                  </a:moveTo>
                  <a:lnTo>
                    <a:pt x="0" y="67408"/>
                  </a:lnTo>
                  <a:lnTo>
                    <a:pt x="0" y="101112"/>
                  </a:lnTo>
                  <a:close/>
                  <a:moveTo>
                    <a:pt x="164162" y="94236"/>
                  </a:moveTo>
                  <a:lnTo>
                    <a:pt x="169051" y="101112"/>
                  </a:lnTo>
                  <a:lnTo>
                    <a:pt x="164162" y="67408"/>
                  </a:lnTo>
                  <a:close/>
                  <a:moveTo>
                    <a:pt x="28508" y="67408"/>
                  </a:moveTo>
                  <a:lnTo>
                    <a:pt x="41040" y="47628"/>
                  </a:lnTo>
                  <a:lnTo>
                    <a:pt x="0" y="67408"/>
                  </a:lnTo>
                  <a:close/>
                  <a:moveTo>
                    <a:pt x="0" y="67408"/>
                  </a:moveTo>
                  <a:lnTo>
                    <a:pt x="41040" y="4762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123121" y="59240"/>
                  </a:moveTo>
                  <a:lnTo>
                    <a:pt x="135169" y="67408"/>
                  </a:lnTo>
                  <a:lnTo>
                    <a:pt x="123121" y="33704"/>
                  </a:lnTo>
                  <a:close/>
                  <a:moveTo>
                    <a:pt x="123121" y="33704"/>
                  </a:moveTo>
                  <a:lnTo>
                    <a:pt x="135169" y="67408"/>
                  </a:lnTo>
                  <a:lnTo>
                    <a:pt x="164162" y="67408"/>
                  </a:lnTo>
                  <a:close/>
                  <a:moveTo>
                    <a:pt x="164162" y="94236"/>
                  </a:moveTo>
                  <a:lnTo>
                    <a:pt x="164162" y="67408"/>
                  </a:lnTo>
                  <a:lnTo>
                    <a:pt x="135169" y="67408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82081" y="33704"/>
                  </a:moveTo>
                  <a:lnTo>
                    <a:pt x="41040" y="33704"/>
                  </a:lnTo>
                  <a:lnTo>
                    <a:pt x="82081" y="43812"/>
                  </a:lnTo>
                  <a:close/>
                  <a:moveTo>
                    <a:pt x="41040" y="33704"/>
                  </a:moveTo>
                  <a:lnTo>
                    <a:pt x="41040" y="47628"/>
                  </a:lnTo>
                  <a:lnTo>
                    <a:pt x="82081" y="43812"/>
                  </a:lnTo>
                  <a:close/>
                  <a:moveTo>
                    <a:pt x="123121" y="33704"/>
                  </a:moveTo>
                  <a:lnTo>
                    <a:pt x="82081" y="33704"/>
                  </a:lnTo>
                  <a:lnTo>
                    <a:pt x="123121" y="59240"/>
                  </a:lnTo>
                  <a:close/>
                  <a:moveTo>
                    <a:pt x="82081" y="33704"/>
                  </a:moveTo>
                  <a:lnTo>
                    <a:pt x="82081" y="43812"/>
                  </a:lnTo>
                  <a:lnTo>
                    <a:pt x="123121" y="59240"/>
                  </a:lnTo>
                  <a:close/>
                  <a:moveTo>
                    <a:pt x="26226" y="202224"/>
                  </a:moveTo>
                  <a:lnTo>
                    <a:pt x="41040" y="214670"/>
                  </a:lnTo>
                  <a:lnTo>
                    <a:pt x="41040" y="202224"/>
                  </a:lnTo>
                  <a:close/>
                  <a:moveTo>
                    <a:pt x="15386" y="168520"/>
                  </a:moveTo>
                  <a:lnTo>
                    <a:pt x="41040" y="202224"/>
                  </a:lnTo>
                  <a:lnTo>
                    <a:pt x="41040" y="168520"/>
                  </a:lnTo>
                  <a:close/>
                  <a:moveTo>
                    <a:pt x="15386" y="168520"/>
                  </a:moveTo>
                  <a:lnTo>
                    <a:pt x="26226" y="202224"/>
                  </a:lnTo>
                  <a:lnTo>
                    <a:pt x="41040" y="202224"/>
                  </a:lnTo>
                  <a:close/>
                  <a:moveTo>
                    <a:pt x="82081" y="202224"/>
                  </a:moveTo>
                  <a:lnTo>
                    <a:pt x="41040" y="214670"/>
                  </a:lnTo>
                  <a:lnTo>
                    <a:pt x="82081" y="211153"/>
                  </a:lnTo>
                  <a:close/>
                  <a:moveTo>
                    <a:pt x="82081" y="202224"/>
                  </a:moveTo>
                  <a:lnTo>
                    <a:pt x="41040" y="202224"/>
                  </a:lnTo>
                  <a:lnTo>
                    <a:pt x="41040" y="214670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82081" y="202224"/>
                  </a:moveTo>
                  <a:lnTo>
                    <a:pt x="82081" y="211153"/>
                  </a:lnTo>
                  <a:lnTo>
                    <a:pt x="102421" y="202224"/>
                  </a:lnTo>
                  <a:close/>
                  <a:moveTo>
                    <a:pt x="123121" y="168520"/>
                  </a:moveTo>
                  <a:lnTo>
                    <a:pt x="102421" y="202224"/>
                  </a:lnTo>
                  <a:lnTo>
                    <a:pt x="123121" y="193041"/>
                  </a:lnTo>
                  <a:close/>
                  <a:moveTo>
                    <a:pt x="82081" y="202224"/>
                  </a:moveTo>
                  <a:lnTo>
                    <a:pt x="102421" y="202224"/>
                  </a:lnTo>
                  <a:lnTo>
                    <a:pt x="123121" y="168520"/>
                  </a:lnTo>
                  <a:close/>
                  <a:moveTo>
                    <a:pt x="14615" y="134816"/>
                  </a:moveTo>
                  <a:lnTo>
                    <a:pt x="41040" y="168520"/>
                  </a:lnTo>
                  <a:lnTo>
                    <a:pt x="41040" y="134816"/>
                  </a:lnTo>
                  <a:close/>
                  <a:moveTo>
                    <a:pt x="14615" y="134816"/>
                  </a:moveTo>
                  <a:lnTo>
                    <a:pt x="15386" y="168520"/>
                  </a:lnTo>
                  <a:lnTo>
                    <a:pt x="41040" y="168520"/>
                  </a:lnTo>
                  <a:close/>
                  <a:moveTo>
                    <a:pt x="123121" y="168520"/>
                  </a:moveTo>
                  <a:lnTo>
                    <a:pt x="123121" y="193041"/>
                  </a:lnTo>
                  <a:lnTo>
                    <a:pt x="155305" y="168520"/>
                  </a:lnTo>
                  <a:close/>
                  <a:moveTo>
                    <a:pt x="164162" y="134816"/>
                  </a:moveTo>
                  <a:lnTo>
                    <a:pt x="155305" y="168520"/>
                  </a:lnTo>
                  <a:lnTo>
                    <a:pt x="164162" y="155909"/>
                  </a:lnTo>
                  <a:close/>
                  <a:moveTo>
                    <a:pt x="123121" y="168520"/>
                  </a:moveTo>
                  <a:lnTo>
                    <a:pt x="155305" y="168520"/>
                  </a:lnTo>
                  <a:lnTo>
                    <a:pt x="164162" y="134816"/>
                  </a:lnTo>
                  <a:close/>
                  <a:moveTo>
                    <a:pt x="18527" y="101112"/>
                  </a:moveTo>
                  <a:lnTo>
                    <a:pt x="41040" y="134816"/>
                  </a:lnTo>
                  <a:lnTo>
                    <a:pt x="41040" y="101112"/>
                  </a:lnTo>
                  <a:close/>
                  <a:moveTo>
                    <a:pt x="18527" y="101112"/>
                  </a:moveTo>
                  <a:lnTo>
                    <a:pt x="14615" y="134816"/>
                  </a:lnTo>
                  <a:lnTo>
                    <a:pt x="41040" y="134816"/>
                  </a:lnTo>
                  <a:close/>
                  <a:moveTo>
                    <a:pt x="123121" y="134816"/>
                  </a:moveTo>
                  <a:lnTo>
                    <a:pt x="164162" y="134816"/>
                  </a:lnTo>
                  <a:lnTo>
                    <a:pt x="164162" y="101112"/>
                  </a:lnTo>
                  <a:close/>
                  <a:moveTo>
                    <a:pt x="164162" y="134816"/>
                  </a:moveTo>
                  <a:lnTo>
                    <a:pt x="164162" y="155909"/>
                  </a:lnTo>
                  <a:lnTo>
                    <a:pt x="173944" y="134816"/>
                  </a:lnTo>
                  <a:close/>
                  <a:moveTo>
                    <a:pt x="164162" y="101112"/>
                  </a:moveTo>
                  <a:lnTo>
                    <a:pt x="173944" y="134816"/>
                  </a:lnTo>
                  <a:lnTo>
                    <a:pt x="169051" y="101112"/>
                  </a:lnTo>
                  <a:close/>
                  <a:moveTo>
                    <a:pt x="164162" y="101112"/>
                  </a:moveTo>
                  <a:lnTo>
                    <a:pt x="164162" y="134816"/>
                  </a:lnTo>
                  <a:lnTo>
                    <a:pt x="173944" y="134816"/>
                  </a:lnTo>
                  <a:close/>
                  <a:moveTo>
                    <a:pt x="28508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28508" y="67408"/>
                  </a:moveTo>
                  <a:lnTo>
                    <a:pt x="18527" y="101112"/>
                  </a:lnTo>
                  <a:lnTo>
                    <a:pt x="41040" y="101112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23121" y="67408"/>
                  </a:moveTo>
                  <a:lnTo>
                    <a:pt x="164162" y="94236"/>
                  </a:lnTo>
                  <a:lnTo>
                    <a:pt x="135169" y="67408"/>
                  </a:lnTo>
                  <a:close/>
                  <a:moveTo>
                    <a:pt x="164162" y="101112"/>
                  </a:moveTo>
                  <a:lnTo>
                    <a:pt x="164162" y="94236"/>
                  </a:lnTo>
                  <a:lnTo>
                    <a:pt x="12312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23121" y="67408"/>
                  </a:lnTo>
                  <a:close/>
                  <a:moveTo>
                    <a:pt x="164162" y="101112"/>
                  </a:moveTo>
                  <a:lnTo>
                    <a:pt x="169051" y="101112"/>
                  </a:lnTo>
                  <a:lnTo>
                    <a:pt x="164162" y="94236"/>
                  </a:lnTo>
                  <a:close/>
                  <a:moveTo>
                    <a:pt x="41040" y="47628"/>
                  </a:moveTo>
                  <a:lnTo>
                    <a:pt x="28508" y="67408"/>
                  </a:lnTo>
                  <a:lnTo>
                    <a:pt x="41040" y="67408"/>
                  </a:lnTo>
                  <a:close/>
                  <a:moveTo>
                    <a:pt x="41040" y="67408"/>
                  </a:moveTo>
                  <a:lnTo>
                    <a:pt x="82081" y="43812"/>
                  </a:lnTo>
                  <a:lnTo>
                    <a:pt x="41040" y="4762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59240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59240"/>
                  </a:lnTo>
                  <a:close/>
                  <a:moveTo>
                    <a:pt x="123121" y="67408"/>
                  </a:moveTo>
                  <a:lnTo>
                    <a:pt x="135169" y="67408"/>
                  </a:lnTo>
                  <a:lnTo>
                    <a:pt x="123121" y="5924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3985" name="Candidate_B4__3984">
              <a:extLst>
                <a:ext uri="{FF2B5EF4-FFF2-40B4-BE49-F238E27FC236}">
                  <a16:creationId xmlns:a16="http://schemas.microsoft.com/office/drawing/2014/main" id="{F6E2E9EE-FFD5-5165-FA62-DE60A0CAB45B}"/>
                </a:ext>
              </a:extLst>
            </p:cNvPr>
            <p:cNvSpPr>
              <a:spLocks noGrp="1"/>
            </p:cNvSpPr>
            <p:nvPr/>
          </p:nvSpPr>
          <p:spPr>
            <a:xfrm>
              <a:off x="5726809" y="2233314"/>
              <a:ext cx="123121" cy="134816"/>
            </a:xfrm>
            <a:custGeom>
              <a:avLst/>
              <a:gdLst/>
              <a:ahLst/>
              <a:cxnLst/>
              <a:rect l="0" t="0" r="0" b="0"/>
              <a:pathLst>
                <a:path w="123121" h="134816">
                  <a:moveTo>
                    <a:pt x="41040" y="101112"/>
                  </a:moveTo>
                  <a:lnTo>
                    <a:pt x="41040" y="134816"/>
                  </a:lnTo>
                  <a:lnTo>
                    <a:pt x="82081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0" y="101112"/>
                  </a:moveTo>
                  <a:lnTo>
                    <a:pt x="41040" y="67408"/>
                  </a:lnTo>
                  <a:lnTo>
                    <a:pt x="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67408"/>
                  </a:moveTo>
                  <a:lnTo>
                    <a:pt x="82081" y="101112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grpSp>
        <p:nvGrpSpPr>
          <p:cNvPr id="6221" name="Candidate_B5">
            <a:extLst>
              <a:ext uri="{FF2B5EF4-FFF2-40B4-BE49-F238E27FC236}">
                <a16:creationId xmlns:a16="http://schemas.microsoft.com/office/drawing/2014/main" id="{5E225C6D-7780-7299-6A46-43980B682069}"/>
              </a:ext>
            </a:extLst>
          </p:cNvPr>
          <p:cNvGrpSpPr/>
          <p:nvPr/>
        </p:nvGrpSpPr>
        <p:grpSpPr>
          <a:xfrm>
            <a:off x="2573994" y="2100405"/>
            <a:ext cx="260773" cy="302260"/>
            <a:chOff x="3990975" y="3519488"/>
            <a:chExt cx="419100" cy="485775"/>
          </a:xfrm>
        </p:grpSpPr>
        <p:sp>
          <p:nvSpPr>
            <p:cNvPr id="3987" name="Candidate_B5__3986">
              <a:extLst>
                <a:ext uri="{FF2B5EF4-FFF2-40B4-BE49-F238E27FC236}">
                  <a16:creationId xmlns:a16="http://schemas.microsoft.com/office/drawing/2014/main" id="{7B526E77-534C-34E6-3B86-D4A5D6C00D57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9100" cy="485775"/>
            </a:xfrm>
            <a:custGeom>
              <a:avLst/>
              <a:gdLst/>
              <a:ahLst/>
              <a:cxnLst/>
              <a:rect l="0" t="0" r="0" b="0"/>
              <a:pathLst>
                <a:path w="419100" h="485775">
                  <a:moveTo>
                    <a:pt x="61923" y="468222"/>
                  </a:moveTo>
                  <a:lnTo>
                    <a:pt x="67643" y="471243"/>
                  </a:lnTo>
                  <a:lnTo>
                    <a:pt x="67643" y="468222"/>
                  </a:lnTo>
                  <a:close/>
                  <a:moveTo>
                    <a:pt x="61923" y="468222"/>
                  </a:moveTo>
                  <a:lnTo>
                    <a:pt x="67643" y="468222"/>
                  </a:lnTo>
                  <a:lnTo>
                    <a:pt x="32832" y="449114"/>
                  </a:lnTo>
                  <a:close/>
                  <a:moveTo>
                    <a:pt x="102453" y="482127"/>
                  </a:moveTo>
                  <a:lnTo>
                    <a:pt x="102453" y="478335"/>
                  </a:lnTo>
                  <a:lnTo>
                    <a:pt x="67643" y="471243"/>
                  </a:lnTo>
                  <a:close/>
                  <a:moveTo>
                    <a:pt x="102453" y="482127"/>
                  </a:moveTo>
                  <a:lnTo>
                    <a:pt x="137264" y="485775"/>
                  </a:lnTo>
                  <a:lnTo>
                    <a:pt x="137264" y="482550"/>
                  </a:lnTo>
                  <a:close/>
                  <a:moveTo>
                    <a:pt x="137264" y="485775"/>
                  </a:moveTo>
                  <a:lnTo>
                    <a:pt x="172075" y="484575"/>
                  </a:lnTo>
                  <a:lnTo>
                    <a:pt x="172075" y="481795"/>
                  </a:lnTo>
                  <a:close/>
                  <a:moveTo>
                    <a:pt x="172075" y="484575"/>
                  </a:moveTo>
                  <a:lnTo>
                    <a:pt x="206885" y="479855"/>
                  </a:lnTo>
                  <a:lnTo>
                    <a:pt x="206885" y="477517"/>
                  </a:lnTo>
                  <a:close/>
                  <a:moveTo>
                    <a:pt x="206885" y="479855"/>
                  </a:moveTo>
                  <a:lnTo>
                    <a:pt x="241696" y="472207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1696" y="470337"/>
                  </a:lnTo>
                  <a:lnTo>
                    <a:pt x="241696" y="472207"/>
                  </a:lnTo>
                  <a:close/>
                  <a:moveTo>
                    <a:pt x="255234" y="468222"/>
                  </a:moveTo>
                  <a:lnTo>
                    <a:pt x="276507" y="462518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19788" y="436272"/>
                  </a:lnTo>
                  <a:lnTo>
                    <a:pt x="32832" y="449114"/>
                  </a:lnTo>
                  <a:close/>
                  <a:moveTo>
                    <a:pt x="2846" y="404322"/>
                  </a:moveTo>
                  <a:lnTo>
                    <a:pt x="19788" y="436272"/>
                  </a:lnTo>
                  <a:lnTo>
                    <a:pt x="25909" y="436272"/>
                  </a:lnTo>
                  <a:close/>
                  <a:moveTo>
                    <a:pt x="276507" y="462518"/>
                  </a:moveTo>
                  <a:lnTo>
                    <a:pt x="311317" y="449477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11317" y="448631"/>
                  </a:lnTo>
                  <a:lnTo>
                    <a:pt x="311317" y="449477"/>
                  </a:lnTo>
                  <a:close/>
                  <a:moveTo>
                    <a:pt x="335043" y="436272"/>
                  </a:moveTo>
                  <a:lnTo>
                    <a:pt x="346128" y="428946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2846" y="404322"/>
                  </a:lnTo>
                  <a:lnTo>
                    <a:pt x="7904" y="404322"/>
                  </a:lnTo>
                  <a:close/>
                  <a:moveTo>
                    <a:pt x="373275" y="404322"/>
                  </a:moveTo>
                  <a:lnTo>
                    <a:pt x="346128" y="428249"/>
                  </a:lnTo>
                  <a:lnTo>
                    <a:pt x="346128" y="428946"/>
                  </a:lnTo>
                  <a:close/>
                  <a:moveTo>
                    <a:pt x="373275" y="404322"/>
                  </a:moveTo>
                  <a:lnTo>
                    <a:pt x="380939" y="393448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0" y="372372"/>
                  </a:lnTo>
                  <a:lnTo>
                    <a:pt x="4789" y="372372"/>
                  </a:lnTo>
                  <a:close/>
                  <a:moveTo>
                    <a:pt x="394232" y="372372"/>
                  </a:moveTo>
                  <a:lnTo>
                    <a:pt x="380939" y="392152"/>
                  </a:lnTo>
                  <a:lnTo>
                    <a:pt x="380939" y="393448"/>
                  </a:lnTo>
                  <a:close/>
                  <a:moveTo>
                    <a:pt x="393174" y="372372"/>
                  </a:moveTo>
                  <a:lnTo>
                    <a:pt x="394232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32832" y="308589"/>
                  </a:lnTo>
                  <a:lnTo>
                    <a:pt x="9160" y="340422"/>
                  </a:lnTo>
                  <a:close/>
                  <a:moveTo>
                    <a:pt x="32832" y="308589"/>
                  </a:moveTo>
                  <a:lnTo>
                    <a:pt x="32832" y="315258"/>
                  </a:lnTo>
                  <a:lnTo>
                    <a:pt x="32934" y="308472"/>
                  </a:lnTo>
                  <a:close/>
                  <a:moveTo>
                    <a:pt x="403532" y="340422"/>
                  </a:moveTo>
                  <a:lnTo>
                    <a:pt x="405310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67643" y="278815"/>
                  </a:lnTo>
                  <a:lnTo>
                    <a:pt x="32934" y="308472"/>
                  </a:lnTo>
                  <a:close/>
                  <a:moveTo>
                    <a:pt x="67643" y="278815"/>
                  </a:moveTo>
                  <a:lnTo>
                    <a:pt x="67643" y="283233"/>
                  </a:lnTo>
                  <a:lnTo>
                    <a:pt x="70882" y="276522"/>
                  </a:lnTo>
                  <a:close/>
                  <a:moveTo>
                    <a:pt x="408313" y="308472"/>
                  </a:moveTo>
                  <a:lnTo>
                    <a:pt x="411366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102453" y="247729"/>
                  </a:lnTo>
                  <a:lnTo>
                    <a:pt x="70882" y="276522"/>
                  </a:lnTo>
                  <a:close/>
                  <a:moveTo>
                    <a:pt x="102453" y="247729"/>
                  </a:moveTo>
                  <a:lnTo>
                    <a:pt x="102453" y="252510"/>
                  </a:lnTo>
                  <a:lnTo>
                    <a:pt x="105736" y="244572"/>
                  </a:lnTo>
                  <a:close/>
                  <a:moveTo>
                    <a:pt x="415749" y="274770"/>
                  </a:moveTo>
                  <a:lnTo>
                    <a:pt x="415749" y="244572"/>
                  </a:lnTo>
                  <a:lnTo>
                    <a:pt x="415581" y="276522"/>
                  </a:lnTo>
                  <a:close/>
                  <a:moveTo>
                    <a:pt x="113848" y="212622"/>
                  </a:moveTo>
                  <a:lnTo>
                    <a:pt x="105736" y="244572"/>
                  </a:lnTo>
                  <a:lnTo>
                    <a:pt x="110650" y="244572"/>
                  </a:lnTo>
                  <a:close/>
                  <a:moveTo>
                    <a:pt x="415749" y="244572"/>
                  </a:moveTo>
                  <a:lnTo>
                    <a:pt x="415749" y="274770"/>
                  </a:lnTo>
                  <a:lnTo>
                    <a:pt x="419100" y="244572"/>
                  </a:lnTo>
                  <a:close/>
                  <a:moveTo>
                    <a:pt x="415749" y="212622"/>
                  </a:moveTo>
                  <a:lnTo>
                    <a:pt x="419100" y="244572"/>
                  </a:lnTo>
                  <a:lnTo>
                    <a:pt x="419014" y="212622"/>
                  </a:lnTo>
                  <a:close/>
                  <a:moveTo>
                    <a:pt x="415749" y="212622"/>
                  </a:moveTo>
                  <a:lnTo>
                    <a:pt x="415749" y="244572"/>
                  </a:lnTo>
                  <a:lnTo>
                    <a:pt x="419100" y="244572"/>
                  </a:lnTo>
                  <a:close/>
                  <a:moveTo>
                    <a:pt x="113848" y="212622"/>
                  </a:moveTo>
                  <a:lnTo>
                    <a:pt x="117238" y="212622"/>
                  </a:lnTo>
                  <a:lnTo>
                    <a:pt x="102453" y="190231"/>
                  </a:lnTo>
                  <a:close/>
                  <a:moveTo>
                    <a:pt x="415749" y="212622"/>
                  </a:moveTo>
                  <a:lnTo>
                    <a:pt x="419014" y="212622"/>
                  </a:lnTo>
                  <a:lnTo>
                    <a:pt x="415749" y="197511"/>
                  </a:lnTo>
                  <a:close/>
                  <a:moveTo>
                    <a:pt x="415749" y="212622"/>
                  </a:moveTo>
                  <a:lnTo>
                    <a:pt x="415749" y="197511"/>
                  </a:lnTo>
                  <a:lnTo>
                    <a:pt x="410597" y="212622"/>
                  </a:lnTo>
                  <a:close/>
                  <a:moveTo>
                    <a:pt x="410597" y="212622"/>
                  </a:moveTo>
                  <a:lnTo>
                    <a:pt x="415749" y="197511"/>
                  </a:lnTo>
                  <a:lnTo>
                    <a:pt x="412454" y="180672"/>
                  </a:lnTo>
                  <a:close/>
                  <a:moveTo>
                    <a:pt x="97455" y="180672"/>
                  </a:moveTo>
                  <a:lnTo>
                    <a:pt x="97414" y="180672"/>
                  </a:lnTo>
                  <a:lnTo>
                    <a:pt x="102453" y="190231"/>
                  </a:lnTo>
                  <a:close/>
                  <a:moveTo>
                    <a:pt x="70911" y="148722"/>
                  </a:moveTo>
                  <a:lnTo>
                    <a:pt x="97414" y="180672"/>
                  </a:lnTo>
                  <a:lnTo>
                    <a:pt x="97455" y="180672"/>
                  </a:lnTo>
                  <a:close/>
                  <a:moveTo>
                    <a:pt x="403000" y="180672"/>
                  </a:moveTo>
                  <a:lnTo>
                    <a:pt x="412454" y="180672"/>
                  </a:lnTo>
                  <a:lnTo>
                    <a:pt x="396391" y="148722"/>
                  </a:lnTo>
                  <a:close/>
                  <a:moveTo>
                    <a:pt x="70911" y="148722"/>
                  </a:moveTo>
                  <a:lnTo>
                    <a:pt x="68731" y="148722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4748" y="148722"/>
                  </a:lnTo>
                  <a:lnTo>
                    <a:pt x="396391" y="148722"/>
                  </a:lnTo>
                  <a:close/>
                  <a:moveTo>
                    <a:pt x="380939" y="131476"/>
                  </a:moveTo>
                  <a:lnTo>
                    <a:pt x="364289" y="116771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52109" y="116771"/>
                  </a:lnTo>
                  <a:lnTo>
                    <a:pt x="67643" y="143747"/>
                  </a:lnTo>
                  <a:close/>
                  <a:moveTo>
                    <a:pt x="46626" y="84821"/>
                  </a:moveTo>
                  <a:lnTo>
                    <a:pt x="52109" y="116771"/>
                  </a:lnTo>
                  <a:lnTo>
                    <a:pt x="49511" y="116771"/>
                  </a:lnTo>
                  <a:close/>
                  <a:moveTo>
                    <a:pt x="346128" y="103523"/>
                  </a:moveTo>
                  <a:lnTo>
                    <a:pt x="351036" y="116771"/>
                  </a:lnTo>
                  <a:lnTo>
                    <a:pt x="364289" y="116771"/>
                  </a:lnTo>
                  <a:close/>
                  <a:moveTo>
                    <a:pt x="314401" y="84821"/>
                  </a:moveTo>
                  <a:lnTo>
                    <a:pt x="311317" y="84821"/>
                  </a:lnTo>
                  <a:lnTo>
                    <a:pt x="346128" y="103523"/>
                  </a:lnTo>
                  <a:close/>
                  <a:moveTo>
                    <a:pt x="346128" y="103523"/>
                  </a:moveTo>
                  <a:lnTo>
                    <a:pt x="311317" y="84821"/>
                  </a:lnTo>
                  <a:lnTo>
                    <a:pt x="311317" y="89264"/>
                  </a:lnTo>
                  <a:close/>
                  <a:moveTo>
                    <a:pt x="55182" y="52871"/>
                  </a:moveTo>
                  <a:lnTo>
                    <a:pt x="46626" y="84821"/>
                  </a:lnTo>
                  <a:lnTo>
                    <a:pt x="43898" y="84821"/>
                  </a:lnTo>
                  <a:close/>
                  <a:moveTo>
                    <a:pt x="276507" y="59897"/>
                  </a:moveTo>
                  <a:lnTo>
                    <a:pt x="266739" y="52871"/>
                  </a:lnTo>
                  <a:lnTo>
                    <a:pt x="264971" y="52871"/>
                  </a:lnTo>
                  <a:close/>
                  <a:moveTo>
                    <a:pt x="311317" y="82833"/>
                  </a:moveTo>
                  <a:lnTo>
                    <a:pt x="304987" y="84821"/>
                  </a:lnTo>
                  <a:lnTo>
                    <a:pt x="311317" y="84821"/>
                  </a:lnTo>
                  <a:close/>
                  <a:moveTo>
                    <a:pt x="276507" y="59897"/>
                  </a:moveTo>
                  <a:lnTo>
                    <a:pt x="276507" y="62750"/>
                  </a:lnTo>
                  <a:lnTo>
                    <a:pt x="311317" y="82833"/>
                  </a:lnTo>
                  <a:close/>
                  <a:moveTo>
                    <a:pt x="311317" y="84821"/>
                  </a:moveTo>
                  <a:lnTo>
                    <a:pt x="314401" y="84821"/>
                  </a:lnTo>
                  <a:lnTo>
                    <a:pt x="311317" y="82833"/>
                  </a:lnTo>
                  <a:close/>
                  <a:moveTo>
                    <a:pt x="67643" y="32656"/>
                  </a:moveTo>
                  <a:lnTo>
                    <a:pt x="67643" y="36731"/>
                  </a:lnTo>
                  <a:lnTo>
                    <a:pt x="55182" y="52871"/>
                  </a:lnTo>
                  <a:close/>
                  <a:moveTo>
                    <a:pt x="67643" y="36731"/>
                  </a:moveTo>
                  <a:lnTo>
                    <a:pt x="67643" y="32656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64971" y="52871"/>
                  </a:lnTo>
                  <a:lnTo>
                    <a:pt x="266739" y="52871"/>
                  </a:lnTo>
                  <a:close/>
                  <a:moveTo>
                    <a:pt x="241696" y="34655"/>
                  </a:moveTo>
                  <a:lnTo>
                    <a:pt x="218658" y="20921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102453" y="11064"/>
                  </a:lnTo>
                  <a:lnTo>
                    <a:pt x="85581" y="20921"/>
                  </a:lnTo>
                  <a:close/>
                  <a:moveTo>
                    <a:pt x="137264" y="0"/>
                  </a:moveTo>
                  <a:lnTo>
                    <a:pt x="137264" y="2284"/>
                  </a:lnTo>
                  <a:lnTo>
                    <a:pt x="102453" y="11064"/>
                  </a:lnTo>
                  <a:close/>
                  <a:moveTo>
                    <a:pt x="172075" y="1533"/>
                  </a:moveTo>
                  <a:lnTo>
                    <a:pt x="172075" y="3633"/>
                  </a:lnTo>
                  <a:lnTo>
                    <a:pt x="137264" y="2284"/>
                  </a:lnTo>
                  <a:close/>
                  <a:moveTo>
                    <a:pt x="206885" y="12603"/>
                  </a:moveTo>
                  <a:lnTo>
                    <a:pt x="206885" y="14463"/>
                  </a:lnTo>
                  <a:lnTo>
                    <a:pt x="172075" y="3633"/>
                  </a:lnTo>
                  <a:close/>
                  <a:moveTo>
                    <a:pt x="206885" y="14463"/>
                  </a:moveTo>
                  <a:lnTo>
                    <a:pt x="221406" y="20921"/>
                  </a:lnTo>
                  <a:lnTo>
                    <a:pt x="218658" y="20921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3988" name="Candidate_B5__3987">
              <a:extLst>
                <a:ext uri="{FF2B5EF4-FFF2-40B4-BE49-F238E27FC236}">
                  <a16:creationId xmlns:a16="http://schemas.microsoft.com/office/drawing/2014/main" id="{9921AC66-A12D-51A9-E2A5-7423BC66DD42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5749" cy="485775"/>
            </a:xfrm>
            <a:custGeom>
              <a:avLst/>
              <a:gdLst/>
              <a:ahLst/>
              <a:cxnLst/>
              <a:rect l="0" t="0" r="0" b="0"/>
              <a:pathLst>
                <a:path w="415749" h="485775">
                  <a:moveTo>
                    <a:pt x="32832" y="449114"/>
                  </a:moveTo>
                  <a:lnTo>
                    <a:pt x="67643" y="468222"/>
                  </a:lnTo>
                  <a:lnTo>
                    <a:pt x="67643" y="466634"/>
                  </a:lnTo>
                  <a:close/>
                  <a:moveTo>
                    <a:pt x="32832" y="449114"/>
                  </a:moveTo>
                  <a:lnTo>
                    <a:pt x="67643" y="466634"/>
                  </a:lnTo>
                  <a:lnTo>
                    <a:pt x="32832" y="443102"/>
                  </a:lnTo>
                  <a:close/>
                  <a:moveTo>
                    <a:pt x="67643" y="471243"/>
                  </a:moveTo>
                  <a:lnTo>
                    <a:pt x="71934" y="468222"/>
                  </a:lnTo>
                  <a:lnTo>
                    <a:pt x="67643" y="468222"/>
                  </a:lnTo>
                  <a:close/>
                  <a:moveTo>
                    <a:pt x="102453" y="478335"/>
                  </a:moveTo>
                  <a:lnTo>
                    <a:pt x="71934" y="468222"/>
                  </a:lnTo>
                  <a:lnTo>
                    <a:pt x="67643" y="471243"/>
                  </a:lnTo>
                  <a:close/>
                  <a:moveTo>
                    <a:pt x="67643" y="468222"/>
                  </a:moveTo>
                  <a:lnTo>
                    <a:pt x="71934" y="468222"/>
                  </a:lnTo>
                  <a:lnTo>
                    <a:pt x="67643" y="466634"/>
                  </a:lnTo>
                  <a:close/>
                  <a:moveTo>
                    <a:pt x="102453" y="478335"/>
                  </a:moveTo>
                  <a:lnTo>
                    <a:pt x="102453" y="482127"/>
                  </a:lnTo>
                  <a:lnTo>
                    <a:pt x="137264" y="482550"/>
                  </a:lnTo>
                  <a:close/>
                  <a:moveTo>
                    <a:pt x="137264" y="482550"/>
                  </a:moveTo>
                  <a:lnTo>
                    <a:pt x="137264" y="485775"/>
                  </a:lnTo>
                  <a:lnTo>
                    <a:pt x="172075" y="481795"/>
                  </a:lnTo>
                  <a:close/>
                  <a:moveTo>
                    <a:pt x="172075" y="481795"/>
                  </a:moveTo>
                  <a:lnTo>
                    <a:pt x="172075" y="484575"/>
                  </a:lnTo>
                  <a:lnTo>
                    <a:pt x="206885" y="477517"/>
                  </a:lnTo>
                  <a:close/>
                  <a:moveTo>
                    <a:pt x="206885" y="477517"/>
                  </a:moveTo>
                  <a:lnTo>
                    <a:pt x="206885" y="479855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9292" y="468222"/>
                  </a:lnTo>
                  <a:lnTo>
                    <a:pt x="241696" y="470337"/>
                  </a:lnTo>
                  <a:close/>
                  <a:moveTo>
                    <a:pt x="249292" y="468222"/>
                  </a:moveTo>
                  <a:lnTo>
                    <a:pt x="255234" y="468222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32832" y="449114"/>
                  </a:lnTo>
                  <a:lnTo>
                    <a:pt x="32832" y="443102"/>
                  </a:lnTo>
                  <a:close/>
                  <a:moveTo>
                    <a:pt x="2846" y="404322"/>
                  </a:moveTo>
                  <a:lnTo>
                    <a:pt x="25909" y="436272"/>
                  </a:lnTo>
                  <a:lnTo>
                    <a:pt x="7904" y="404322"/>
                  </a:lnTo>
                  <a:close/>
                  <a:moveTo>
                    <a:pt x="276507" y="461378"/>
                  </a:moveTo>
                  <a:lnTo>
                    <a:pt x="276507" y="462518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33842" y="436272"/>
                  </a:lnTo>
                  <a:lnTo>
                    <a:pt x="311317" y="448631"/>
                  </a:lnTo>
                  <a:close/>
                  <a:moveTo>
                    <a:pt x="333842" y="436272"/>
                  </a:moveTo>
                  <a:lnTo>
                    <a:pt x="335043" y="436272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7904" y="404322"/>
                  </a:lnTo>
                  <a:lnTo>
                    <a:pt x="4789" y="372372"/>
                  </a:lnTo>
                  <a:close/>
                  <a:moveTo>
                    <a:pt x="373275" y="404322"/>
                  </a:moveTo>
                  <a:lnTo>
                    <a:pt x="372525" y="404322"/>
                  </a:lnTo>
                  <a:lnTo>
                    <a:pt x="346128" y="428249"/>
                  </a:lnTo>
                  <a:close/>
                  <a:moveTo>
                    <a:pt x="372525" y="404322"/>
                  </a:moveTo>
                  <a:lnTo>
                    <a:pt x="373275" y="404322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4789" y="372372"/>
                  </a:lnTo>
                  <a:lnTo>
                    <a:pt x="14299" y="340422"/>
                  </a:lnTo>
                  <a:close/>
                  <a:moveTo>
                    <a:pt x="394232" y="372372"/>
                  </a:moveTo>
                  <a:lnTo>
                    <a:pt x="393174" y="372372"/>
                  </a:lnTo>
                  <a:lnTo>
                    <a:pt x="380939" y="392152"/>
                  </a:lnTo>
                  <a:close/>
                  <a:moveTo>
                    <a:pt x="403532" y="340422"/>
                  </a:moveTo>
                  <a:lnTo>
                    <a:pt x="393174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9160" y="340422"/>
                  </a:lnTo>
                  <a:lnTo>
                    <a:pt x="14299" y="340422"/>
                  </a:lnTo>
                  <a:close/>
                  <a:moveTo>
                    <a:pt x="32832" y="315258"/>
                  </a:moveTo>
                  <a:lnTo>
                    <a:pt x="38637" y="308472"/>
                  </a:lnTo>
                  <a:lnTo>
                    <a:pt x="32934" y="308472"/>
                  </a:lnTo>
                  <a:close/>
                  <a:moveTo>
                    <a:pt x="408313" y="308472"/>
                  </a:moveTo>
                  <a:lnTo>
                    <a:pt x="403532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32934" y="308472"/>
                  </a:lnTo>
                  <a:lnTo>
                    <a:pt x="38637" y="308472"/>
                  </a:lnTo>
                  <a:close/>
                  <a:moveTo>
                    <a:pt x="67643" y="283233"/>
                  </a:moveTo>
                  <a:lnTo>
                    <a:pt x="76913" y="276522"/>
                  </a:lnTo>
                  <a:lnTo>
                    <a:pt x="70882" y="276522"/>
                  </a:lnTo>
                  <a:close/>
                  <a:moveTo>
                    <a:pt x="410835" y="276522"/>
                  </a:moveTo>
                  <a:lnTo>
                    <a:pt x="408313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70882" y="276522"/>
                  </a:lnTo>
                  <a:lnTo>
                    <a:pt x="76913" y="276522"/>
                  </a:lnTo>
                  <a:close/>
                  <a:moveTo>
                    <a:pt x="102453" y="252510"/>
                  </a:moveTo>
                  <a:lnTo>
                    <a:pt x="110650" y="244572"/>
                  </a:lnTo>
                  <a:lnTo>
                    <a:pt x="105736" y="244572"/>
                  </a:lnTo>
                  <a:close/>
                  <a:moveTo>
                    <a:pt x="415581" y="276522"/>
                  </a:moveTo>
                  <a:lnTo>
                    <a:pt x="415749" y="244572"/>
                  </a:lnTo>
                  <a:lnTo>
                    <a:pt x="412124" y="244572"/>
                  </a:lnTo>
                  <a:close/>
                  <a:moveTo>
                    <a:pt x="415581" y="276522"/>
                  </a:moveTo>
                  <a:lnTo>
                    <a:pt x="412124" y="244572"/>
                  </a:lnTo>
                  <a:lnTo>
                    <a:pt x="410835" y="276522"/>
                  </a:lnTo>
                  <a:close/>
                  <a:moveTo>
                    <a:pt x="113848" y="212622"/>
                  </a:moveTo>
                  <a:lnTo>
                    <a:pt x="110650" y="244572"/>
                  </a:lnTo>
                  <a:lnTo>
                    <a:pt x="117238" y="212622"/>
                  </a:lnTo>
                  <a:close/>
                  <a:moveTo>
                    <a:pt x="415749" y="244572"/>
                  </a:moveTo>
                  <a:lnTo>
                    <a:pt x="415749" y="212622"/>
                  </a:lnTo>
                  <a:lnTo>
                    <a:pt x="412124" y="244572"/>
                  </a:lnTo>
                  <a:close/>
                  <a:moveTo>
                    <a:pt x="415749" y="212622"/>
                  </a:moveTo>
                  <a:lnTo>
                    <a:pt x="410597" y="212622"/>
                  </a:lnTo>
                  <a:lnTo>
                    <a:pt x="412124" y="244572"/>
                  </a:lnTo>
                  <a:close/>
                  <a:moveTo>
                    <a:pt x="117238" y="212622"/>
                  </a:moveTo>
                  <a:lnTo>
                    <a:pt x="102453" y="188825"/>
                  </a:lnTo>
                  <a:lnTo>
                    <a:pt x="102453" y="190231"/>
                  </a:lnTo>
                  <a:close/>
                  <a:moveTo>
                    <a:pt x="410597" y="212622"/>
                  </a:moveTo>
                  <a:lnTo>
                    <a:pt x="412454" y="180672"/>
                  </a:lnTo>
                  <a:lnTo>
                    <a:pt x="403000" y="180672"/>
                  </a:lnTo>
                  <a:close/>
                  <a:moveTo>
                    <a:pt x="97455" y="180672"/>
                  </a:moveTo>
                  <a:lnTo>
                    <a:pt x="102453" y="190231"/>
                  </a:lnTo>
                  <a:lnTo>
                    <a:pt x="102453" y="188825"/>
                  </a:lnTo>
                  <a:close/>
                  <a:moveTo>
                    <a:pt x="70911" y="148722"/>
                  </a:moveTo>
                  <a:lnTo>
                    <a:pt x="97455" y="180672"/>
                  </a:lnTo>
                  <a:lnTo>
                    <a:pt x="68731" y="148722"/>
                  </a:lnTo>
                  <a:close/>
                  <a:moveTo>
                    <a:pt x="384748" y="148722"/>
                  </a:moveTo>
                  <a:lnTo>
                    <a:pt x="403000" y="180672"/>
                  </a:lnTo>
                  <a:lnTo>
                    <a:pt x="396391" y="148722"/>
                  </a:lnTo>
                  <a:close/>
                  <a:moveTo>
                    <a:pt x="68731" y="148722"/>
                  </a:moveTo>
                  <a:lnTo>
                    <a:pt x="67643" y="147171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0939" y="144420"/>
                  </a:lnTo>
                  <a:lnTo>
                    <a:pt x="384748" y="148722"/>
                  </a:lnTo>
                  <a:close/>
                  <a:moveTo>
                    <a:pt x="380939" y="144420"/>
                  </a:moveTo>
                  <a:lnTo>
                    <a:pt x="380939" y="131476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67643" y="143747"/>
                  </a:lnTo>
                  <a:lnTo>
                    <a:pt x="67643" y="147171"/>
                  </a:lnTo>
                  <a:close/>
                  <a:moveTo>
                    <a:pt x="46626" y="84821"/>
                  </a:moveTo>
                  <a:lnTo>
                    <a:pt x="49511" y="116771"/>
                  </a:lnTo>
                  <a:lnTo>
                    <a:pt x="43898" y="84821"/>
                  </a:lnTo>
                  <a:close/>
                  <a:moveTo>
                    <a:pt x="346128" y="103523"/>
                  </a:moveTo>
                  <a:lnTo>
                    <a:pt x="346128" y="112987"/>
                  </a:lnTo>
                  <a:lnTo>
                    <a:pt x="351036" y="116771"/>
                  </a:lnTo>
                  <a:close/>
                  <a:moveTo>
                    <a:pt x="346128" y="103523"/>
                  </a:moveTo>
                  <a:lnTo>
                    <a:pt x="311317" y="89264"/>
                  </a:lnTo>
                  <a:lnTo>
                    <a:pt x="346128" y="112987"/>
                  </a:lnTo>
                  <a:close/>
                  <a:moveTo>
                    <a:pt x="55182" y="52871"/>
                  </a:moveTo>
                  <a:lnTo>
                    <a:pt x="43898" y="84821"/>
                  </a:lnTo>
                  <a:lnTo>
                    <a:pt x="52053" y="52871"/>
                  </a:lnTo>
                  <a:close/>
                  <a:moveTo>
                    <a:pt x="276507" y="62750"/>
                  </a:moveTo>
                  <a:lnTo>
                    <a:pt x="276507" y="59897"/>
                  </a:lnTo>
                  <a:lnTo>
                    <a:pt x="264971" y="52871"/>
                  </a:lnTo>
                  <a:close/>
                  <a:moveTo>
                    <a:pt x="276507" y="62750"/>
                  </a:moveTo>
                  <a:lnTo>
                    <a:pt x="304987" y="84821"/>
                  </a:lnTo>
                  <a:lnTo>
                    <a:pt x="311317" y="82833"/>
                  </a:lnTo>
                  <a:close/>
                  <a:moveTo>
                    <a:pt x="311317" y="89264"/>
                  </a:moveTo>
                  <a:lnTo>
                    <a:pt x="311317" y="84821"/>
                  </a:lnTo>
                  <a:lnTo>
                    <a:pt x="304987" y="84821"/>
                  </a:lnTo>
                  <a:close/>
                  <a:moveTo>
                    <a:pt x="67643" y="32656"/>
                  </a:moveTo>
                  <a:lnTo>
                    <a:pt x="55182" y="52871"/>
                  </a:lnTo>
                  <a:lnTo>
                    <a:pt x="52053" y="52871"/>
                  </a:lnTo>
                  <a:close/>
                  <a:moveTo>
                    <a:pt x="67643" y="32656"/>
                  </a:moveTo>
                  <a:lnTo>
                    <a:pt x="80963" y="20921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41696" y="34178"/>
                  </a:lnTo>
                  <a:lnTo>
                    <a:pt x="264971" y="52871"/>
                  </a:lnTo>
                  <a:close/>
                  <a:moveTo>
                    <a:pt x="241696" y="34178"/>
                  </a:moveTo>
                  <a:lnTo>
                    <a:pt x="241696" y="34655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85581" y="20921"/>
                  </a:lnTo>
                  <a:lnTo>
                    <a:pt x="80963" y="20921"/>
                  </a:lnTo>
                  <a:close/>
                  <a:moveTo>
                    <a:pt x="137264" y="0"/>
                  </a:moveTo>
                  <a:lnTo>
                    <a:pt x="102453" y="11064"/>
                  </a:lnTo>
                  <a:lnTo>
                    <a:pt x="102453" y="8387"/>
                  </a:lnTo>
                  <a:close/>
                  <a:moveTo>
                    <a:pt x="172075" y="1533"/>
                  </a:moveTo>
                  <a:lnTo>
                    <a:pt x="137264" y="2284"/>
                  </a:lnTo>
                  <a:lnTo>
                    <a:pt x="137264" y="0"/>
                  </a:lnTo>
                  <a:close/>
                  <a:moveTo>
                    <a:pt x="206885" y="12603"/>
                  </a:moveTo>
                  <a:lnTo>
                    <a:pt x="172075" y="3633"/>
                  </a:lnTo>
                  <a:lnTo>
                    <a:pt x="172075" y="1533"/>
                  </a:lnTo>
                  <a:close/>
                  <a:moveTo>
                    <a:pt x="206885" y="14463"/>
                  </a:moveTo>
                  <a:lnTo>
                    <a:pt x="206885" y="12603"/>
                  </a:lnTo>
                  <a:lnTo>
                    <a:pt x="221406" y="20921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3989" name="Candidate_B5__3988">
              <a:extLst>
                <a:ext uri="{FF2B5EF4-FFF2-40B4-BE49-F238E27FC236}">
                  <a16:creationId xmlns:a16="http://schemas.microsoft.com/office/drawing/2014/main" id="{C1B4FAF2-6EF5-C351-1417-222D8E77391C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7145" y="468222"/>
                  </a:moveTo>
                  <a:lnTo>
                    <a:pt x="97665" y="478335"/>
                  </a:lnTo>
                  <a:lnTo>
                    <a:pt x="97665" y="468222"/>
                  </a:lnTo>
                  <a:close/>
                  <a:moveTo>
                    <a:pt x="67145" y="468222"/>
                  </a:moveTo>
                  <a:lnTo>
                    <a:pt x="97665" y="468222"/>
                  </a:lnTo>
                  <a:lnTo>
                    <a:pt x="62854" y="466634"/>
                  </a:lnTo>
                  <a:close/>
                  <a:moveTo>
                    <a:pt x="132476" y="482550"/>
                  </a:moveTo>
                  <a:lnTo>
                    <a:pt x="132476" y="470164"/>
                  </a:lnTo>
                  <a:lnTo>
                    <a:pt x="97665" y="478335"/>
                  </a:lnTo>
                  <a:close/>
                  <a:moveTo>
                    <a:pt x="132476" y="482550"/>
                  </a:moveTo>
                  <a:lnTo>
                    <a:pt x="167286" y="481795"/>
                  </a:lnTo>
                  <a:lnTo>
                    <a:pt x="167286" y="470167"/>
                  </a:lnTo>
                  <a:close/>
                  <a:moveTo>
                    <a:pt x="167286" y="481795"/>
                  </a:moveTo>
                  <a:lnTo>
                    <a:pt x="202097" y="477517"/>
                  </a:lnTo>
                  <a:lnTo>
                    <a:pt x="167286" y="470167"/>
                  </a:lnTo>
                  <a:close/>
                  <a:moveTo>
                    <a:pt x="236907" y="468222"/>
                  </a:moveTo>
                  <a:lnTo>
                    <a:pt x="202097" y="477517"/>
                  </a:lnTo>
                  <a:lnTo>
                    <a:pt x="236907" y="470337"/>
                  </a:lnTo>
                  <a:close/>
                  <a:moveTo>
                    <a:pt x="236907" y="468222"/>
                  </a:moveTo>
                  <a:lnTo>
                    <a:pt x="202097" y="468222"/>
                  </a:lnTo>
                  <a:lnTo>
                    <a:pt x="202097" y="477517"/>
                  </a:lnTo>
                  <a:close/>
                  <a:moveTo>
                    <a:pt x="236907" y="468222"/>
                  </a:moveTo>
                  <a:lnTo>
                    <a:pt x="236907" y="470337"/>
                  </a:lnTo>
                  <a:lnTo>
                    <a:pt x="244503" y="468222"/>
                  </a:lnTo>
                  <a:close/>
                  <a:moveTo>
                    <a:pt x="236907" y="460664"/>
                  </a:moveTo>
                  <a:lnTo>
                    <a:pt x="244503" y="468222"/>
                  </a:lnTo>
                  <a:lnTo>
                    <a:pt x="271718" y="461378"/>
                  </a:lnTo>
                  <a:close/>
                  <a:moveTo>
                    <a:pt x="21121" y="436272"/>
                  </a:moveTo>
                  <a:lnTo>
                    <a:pt x="28044" y="443102"/>
                  </a:lnTo>
                  <a:lnTo>
                    <a:pt x="28044" y="436272"/>
                  </a:lnTo>
                  <a:close/>
                  <a:moveTo>
                    <a:pt x="3115" y="404322"/>
                  </a:moveTo>
                  <a:lnTo>
                    <a:pt x="21121" y="436272"/>
                  </a:lnTo>
                  <a:lnTo>
                    <a:pt x="20620" y="404322"/>
                  </a:lnTo>
                  <a:close/>
                  <a:moveTo>
                    <a:pt x="62854" y="466634"/>
                  </a:moveTo>
                  <a:lnTo>
                    <a:pt x="62854" y="450807"/>
                  </a:lnTo>
                  <a:lnTo>
                    <a:pt x="28044" y="443102"/>
                  </a:lnTo>
                  <a:close/>
                  <a:moveTo>
                    <a:pt x="271718" y="461378"/>
                  </a:moveTo>
                  <a:lnTo>
                    <a:pt x="306529" y="448631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06529" y="438293"/>
                  </a:lnTo>
                  <a:lnTo>
                    <a:pt x="306529" y="448631"/>
                  </a:lnTo>
                  <a:close/>
                  <a:moveTo>
                    <a:pt x="329054" y="436272"/>
                  </a:moveTo>
                  <a:lnTo>
                    <a:pt x="341339" y="428249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3115" y="404322"/>
                  </a:lnTo>
                  <a:lnTo>
                    <a:pt x="20620" y="404322"/>
                  </a:lnTo>
                  <a:close/>
                  <a:moveTo>
                    <a:pt x="367737" y="404322"/>
                  </a:moveTo>
                  <a:lnTo>
                    <a:pt x="341339" y="416273"/>
                  </a:lnTo>
                  <a:lnTo>
                    <a:pt x="341339" y="428249"/>
                  </a:lnTo>
                  <a:close/>
                  <a:moveTo>
                    <a:pt x="367737" y="404322"/>
                  </a:moveTo>
                  <a:lnTo>
                    <a:pt x="376150" y="39215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0" y="372372"/>
                  </a:lnTo>
                  <a:lnTo>
                    <a:pt x="16593" y="372372"/>
                  </a:lnTo>
                  <a:close/>
                  <a:moveTo>
                    <a:pt x="388385" y="372372"/>
                  </a:moveTo>
                  <a:lnTo>
                    <a:pt x="376150" y="372437"/>
                  </a:lnTo>
                  <a:lnTo>
                    <a:pt x="376150" y="392152"/>
                  </a:lnTo>
                  <a:close/>
                  <a:moveTo>
                    <a:pt x="376190" y="372372"/>
                  </a:moveTo>
                  <a:lnTo>
                    <a:pt x="388385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28044" y="315258"/>
                  </a:lnTo>
                  <a:lnTo>
                    <a:pt x="9510" y="340422"/>
                  </a:lnTo>
                  <a:close/>
                  <a:moveTo>
                    <a:pt x="28044" y="315258"/>
                  </a:moveTo>
                  <a:lnTo>
                    <a:pt x="28044" y="339716"/>
                  </a:lnTo>
                  <a:lnTo>
                    <a:pt x="33849" y="308472"/>
                  </a:lnTo>
                  <a:close/>
                  <a:moveTo>
                    <a:pt x="386826" y="340422"/>
                  </a:moveTo>
                  <a:lnTo>
                    <a:pt x="398743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62854" y="283233"/>
                  </a:lnTo>
                  <a:lnTo>
                    <a:pt x="33849" y="308472"/>
                  </a:lnTo>
                  <a:close/>
                  <a:moveTo>
                    <a:pt x="62854" y="283233"/>
                  </a:moveTo>
                  <a:lnTo>
                    <a:pt x="62854" y="300789"/>
                  </a:lnTo>
                  <a:lnTo>
                    <a:pt x="72124" y="276522"/>
                  </a:lnTo>
                  <a:close/>
                  <a:moveTo>
                    <a:pt x="390419" y="308472"/>
                  </a:moveTo>
                  <a:lnTo>
                    <a:pt x="403524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97665" y="252510"/>
                  </a:lnTo>
                  <a:lnTo>
                    <a:pt x="72124" y="276522"/>
                  </a:lnTo>
                  <a:close/>
                  <a:moveTo>
                    <a:pt x="97665" y="252510"/>
                  </a:moveTo>
                  <a:lnTo>
                    <a:pt x="97665" y="274484"/>
                  </a:lnTo>
                  <a:lnTo>
                    <a:pt x="105861" y="244572"/>
                  </a:lnTo>
                  <a:close/>
                  <a:moveTo>
                    <a:pt x="390732" y="276522"/>
                  </a:moveTo>
                  <a:lnTo>
                    <a:pt x="406047" y="276522"/>
                  </a:lnTo>
                  <a:lnTo>
                    <a:pt x="407335" y="244572"/>
                  </a:lnTo>
                  <a:close/>
                  <a:moveTo>
                    <a:pt x="105861" y="244572"/>
                  </a:moveTo>
                  <a:lnTo>
                    <a:pt x="128560" y="244572"/>
                  </a:lnTo>
                  <a:lnTo>
                    <a:pt x="112449" y="212622"/>
                  </a:lnTo>
                  <a:close/>
                  <a:moveTo>
                    <a:pt x="389441" y="244572"/>
                  </a:moveTo>
                  <a:lnTo>
                    <a:pt x="407335" y="244572"/>
                  </a:lnTo>
                  <a:lnTo>
                    <a:pt x="405809" y="212622"/>
                  </a:lnTo>
                  <a:close/>
                  <a:moveTo>
                    <a:pt x="97665" y="188825"/>
                  </a:moveTo>
                  <a:lnTo>
                    <a:pt x="112449" y="212622"/>
                  </a:lnTo>
                  <a:lnTo>
                    <a:pt x="111191" y="180672"/>
                  </a:lnTo>
                  <a:close/>
                  <a:moveTo>
                    <a:pt x="405809" y="212622"/>
                  </a:moveTo>
                  <a:lnTo>
                    <a:pt x="398212" y="180672"/>
                  </a:lnTo>
                  <a:lnTo>
                    <a:pt x="385242" y="212622"/>
                  </a:lnTo>
                  <a:close/>
                  <a:moveTo>
                    <a:pt x="92666" y="180672"/>
                  </a:moveTo>
                  <a:lnTo>
                    <a:pt x="97665" y="188825"/>
                  </a:lnTo>
                  <a:lnTo>
                    <a:pt x="97665" y="180672"/>
                  </a:lnTo>
                  <a:close/>
                  <a:moveTo>
                    <a:pt x="63942" y="148722"/>
                  </a:moveTo>
                  <a:lnTo>
                    <a:pt x="92666" y="180672"/>
                  </a:lnTo>
                  <a:lnTo>
                    <a:pt x="76930" y="148722"/>
                  </a:lnTo>
                  <a:close/>
                  <a:moveTo>
                    <a:pt x="376150" y="148722"/>
                  </a:moveTo>
                  <a:lnTo>
                    <a:pt x="398212" y="180672"/>
                  </a:lnTo>
                  <a:lnTo>
                    <a:pt x="379960" y="148722"/>
                  </a:lnTo>
                  <a:close/>
                  <a:moveTo>
                    <a:pt x="376150" y="148722"/>
                  </a:moveTo>
                  <a:lnTo>
                    <a:pt x="376150" y="180672"/>
                  </a:lnTo>
                  <a:lnTo>
                    <a:pt x="398212" y="180672"/>
                  </a:lnTo>
                  <a:close/>
                  <a:moveTo>
                    <a:pt x="63942" y="148722"/>
                  </a:moveTo>
                  <a:lnTo>
                    <a:pt x="76930" y="148722"/>
                  </a:lnTo>
                  <a:lnTo>
                    <a:pt x="62854" y="147171"/>
                  </a:lnTo>
                  <a:close/>
                  <a:moveTo>
                    <a:pt x="376150" y="148722"/>
                  </a:moveTo>
                  <a:lnTo>
                    <a:pt x="379960" y="148722"/>
                  </a:lnTo>
                  <a:lnTo>
                    <a:pt x="376150" y="144420"/>
                  </a:lnTo>
                  <a:close/>
                  <a:moveTo>
                    <a:pt x="341339" y="116771"/>
                  </a:moveTo>
                  <a:lnTo>
                    <a:pt x="376150" y="148722"/>
                  </a:lnTo>
                  <a:lnTo>
                    <a:pt x="346247" y="116771"/>
                  </a:lnTo>
                  <a:close/>
                  <a:moveTo>
                    <a:pt x="346247" y="116771"/>
                  </a:moveTo>
                  <a:lnTo>
                    <a:pt x="376150" y="148722"/>
                  </a:lnTo>
                  <a:lnTo>
                    <a:pt x="376150" y="144420"/>
                  </a:lnTo>
                  <a:close/>
                  <a:moveTo>
                    <a:pt x="54922" y="116771"/>
                  </a:moveTo>
                  <a:lnTo>
                    <a:pt x="44722" y="116771"/>
                  </a:lnTo>
                  <a:lnTo>
                    <a:pt x="62854" y="147171"/>
                  </a:lnTo>
                  <a:close/>
                  <a:moveTo>
                    <a:pt x="39109" y="84821"/>
                  </a:moveTo>
                  <a:lnTo>
                    <a:pt x="44722" y="116771"/>
                  </a:lnTo>
                  <a:lnTo>
                    <a:pt x="54922" y="116771"/>
                  </a:lnTo>
                  <a:close/>
                  <a:moveTo>
                    <a:pt x="306529" y="89264"/>
                  </a:moveTo>
                  <a:lnTo>
                    <a:pt x="300198" y="84821"/>
                  </a:lnTo>
                  <a:lnTo>
                    <a:pt x="275366" y="84821"/>
                  </a:lnTo>
                  <a:close/>
                  <a:moveTo>
                    <a:pt x="306529" y="89264"/>
                  </a:moveTo>
                  <a:lnTo>
                    <a:pt x="306529" y="111235"/>
                  </a:lnTo>
                  <a:lnTo>
                    <a:pt x="341339" y="112987"/>
                  </a:lnTo>
                  <a:close/>
                  <a:moveTo>
                    <a:pt x="341339" y="116771"/>
                  </a:moveTo>
                  <a:lnTo>
                    <a:pt x="346247" y="116771"/>
                  </a:lnTo>
                  <a:lnTo>
                    <a:pt x="341339" y="112987"/>
                  </a:lnTo>
                  <a:close/>
                  <a:moveTo>
                    <a:pt x="47264" y="52871"/>
                  </a:moveTo>
                  <a:lnTo>
                    <a:pt x="39109" y="84821"/>
                  </a:lnTo>
                  <a:lnTo>
                    <a:pt x="48566" y="84821"/>
                  </a:lnTo>
                  <a:close/>
                  <a:moveTo>
                    <a:pt x="271718" y="62750"/>
                  </a:moveTo>
                  <a:lnTo>
                    <a:pt x="275366" y="84821"/>
                  </a:lnTo>
                  <a:lnTo>
                    <a:pt x="300198" y="84821"/>
                  </a:lnTo>
                  <a:close/>
                  <a:moveTo>
                    <a:pt x="271718" y="62750"/>
                  </a:moveTo>
                  <a:lnTo>
                    <a:pt x="260182" y="52871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62854" y="32656"/>
                  </a:lnTo>
                  <a:lnTo>
                    <a:pt x="47264" y="52871"/>
                  </a:lnTo>
                  <a:close/>
                  <a:moveTo>
                    <a:pt x="62854" y="32656"/>
                  </a:moveTo>
                  <a:lnTo>
                    <a:pt x="62854" y="461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43286" y="52871"/>
                  </a:lnTo>
                  <a:lnTo>
                    <a:pt x="260182" y="52871"/>
                  </a:lnTo>
                  <a:close/>
                  <a:moveTo>
                    <a:pt x="216617" y="20921"/>
                  </a:moveTo>
                  <a:lnTo>
                    <a:pt x="202097" y="20921"/>
                  </a:lnTo>
                  <a:lnTo>
                    <a:pt x="236907" y="34178"/>
                  </a:lnTo>
                  <a:close/>
                  <a:moveTo>
                    <a:pt x="97665" y="17312"/>
                  </a:moveTo>
                  <a:lnTo>
                    <a:pt x="97665" y="8387"/>
                  </a:lnTo>
                  <a:lnTo>
                    <a:pt x="76174" y="20921"/>
                  </a:lnTo>
                  <a:close/>
                  <a:moveTo>
                    <a:pt x="132476" y="7974"/>
                  </a:moveTo>
                  <a:lnTo>
                    <a:pt x="132476" y="0"/>
                  </a:lnTo>
                  <a:lnTo>
                    <a:pt x="97665" y="8387"/>
                  </a:lnTo>
                  <a:close/>
                  <a:moveTo>
                    <a:pt x="167286" y="9736"/>
                  </a:moveTo>
                  <a:lnTo>
                    <a:pt x="167286" y="1533"/>
                  </a:lnTo>
                  <a:lnTo>
                    <a:pt x="132476" y="0"/>
                  </a:lnTo>
                  <a:close/>
                  <a:moveTo>
                    <a:pt x="167286" y="1533"/>
                  </a:moveTo>
                  <a:lnTo>
                    <a:pt x="167286" y="9736"/>
                  </a:lnTo>
                  <a:lnTo>
                    <a:pt x="202097" y="12603"/>
                  </a:lnTo>
                  <a:close/>
                  <a:moveTo>
                    <a:pt x="202097" y="20921"/>
                  </a:moveTo>
                  <a:lnTo>
                    <a:pt x="21661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3990" name="Candidate_B5__3989">
              <a:extLst>
                <a:ext uri="{FF2B5EF4-FFF2-40B4-BE49-F238E27FC236}">
                  <a16:creationId xmlns:a16="http://schemas.microsoft.com/office/drawing/2014/main" id="{64F5749C-3703-7431-7ED1-E7D16C65E30A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2854" y="466634"/>
                  </a:moveTo>
                  <a:lnTo>
                    <a:pt x="97665" y="468222"/>
                  </a:lnTo>
                  <a:lnTo>
                    <a:pt x="97665" y="464715"/>
                  </a:lnTo>
                  <a:close/>
                  <a:moveTo>
                    <a:pt x="62854" y="466634"/>
                  </a:moveTo>
                  <a:lnTo>
                    <a:pt x="97665" y="464715"/>
                  </a:lnTo>
                  <a:lnTo>
                    <a:pt x="62854" y="450807"/>
                  </a:lnTo>
                  <a:close/>
                  <a:moveTo>
                    <a:pt x="97665" y="478335"/>
                  </a:moveTo>
                  <a:lnTo>
                    <a:pt x="119953" y="468222"/>
                  </a:lnTo>
                  <a:lnTo>
                    <a:pt x="97665" y="468222"/>
                  </a:lnTo>
                  <a:close/>
                  <a:moveTo>
                    <a:pt x="132476" y="470164"/>
                  </a:moveTo>
                  <a:lnTo>
                    <a:pt x="119953" y="468222"/>
                  </a:lnTo>
                  <a:lnTo>
                    <a:pt x="97665" y="478335"/>
                  </a:lnTo>
                  <a:close/>
                  <a:moveTo>
                    <a:pt x="132476" y="470164"/>
                  </a:moveTo>
                  <a:lnTo>
                    <a:pt x="132476" y="482550"/>
                  </a:lnTo>
                  <a:lnTo>
                    <a:pt x="167286" y="470167"/>
                  </a:lnTo>
                  <a:close/>
                  <a:moveTo>
                    <a:pt x="202097" y="477517"/>
                  </a:moveTo>
                  <a:lnTo>
                    <a:pt x="202097" y="468222"/>
                  </a:lnTo>
                  <a:lnTo>
                    <a:pt x="167286" y="470167"/>
                  </a:lnTo>
                  <a:close/>
                  <a:moveTo>
                    <a:pt x="202097" y="468222"/>
                  </a:moveTo>
                  <a:lnTo>
                    <a:pt x="236907" y="468222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36907" y="460664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44503" y="468222"/>
                  </a:lnTo>
                  <a:lnTo>
                    <a:pt x="236907" y="460664"/>
                  </a:lnTo>
                  <a:close/>
                  <a:moveTo>
                    <a:pt x="236907" y="460664"/>
                  </a:moveTo>
                  <a:lnTo>
                    <a:pt x="271718" y="461378"/>
                  </a:lnTo>
                  <a:lnTo>
                    <a:pt x="271718" y="451942"/>
                  </a:lnTo>
                  <a:close/>
                  <a:moveTo>
                    <a:pt x="20620" y="404322"/>
                  </a:moveTo>
                  <a:lnTo>
                    <a:pt x="28044" y="436272"/>
                  </a:lnTo>
                  <a:lnTo>
                    <a:pt x="28044" y="416665"/>
                  </a:lnTo>
                  <a:close/>
                  <a:moveTo>
                    <a:pt x="21121" y="436272"/>
                  </a:moveTo>
                  <a:lnTo>
                    <a:pt x="28044" y="436272"/>
                  </a:lnTo>
                  <a:lnTo>
                    <a:pt x="20620" y="404322"/>
                  </a:lnTo>
                  <a:close/>
                  <a:moveTo>
                    <a:pt x="28044" y="443102"/>
                  </a:moveTo>
                  <a:lnTo>
                    <a:pt x="42888" y="436272"/>
                  </a:lnTo>
                  <a:lnTo>
                    <a:pt x="28044" y="436272"/>
                  </a:lnTo>
                  <a:close/>
                  <a:moveTo>
                    <a:pt x="62854" y="450807"/>
                  </a:moveTo>
                  <a:lnTo>
                    <a:pt x="42888" y="436272"/>
                  </a:lnTo>
                  <a:lnTo>
                    <a:pt x="28044" y="443102"/>
                  </a:lnTo>
                  <a:close/>
                  <a:moveTo>
                    <a:pt x="28044" y="436272"/>
                  </a:moveTo>
                  <a:lnTo>
                    <a:pt x="42888" y="436272"/>
                  </a:lnTo>
                  <a:lnTo>
                    <a:pt x="28044" y="416665"/>
                  </a:lnTo>
                  <a:close/>
                  <a:moveTo>
                    <a:pt x="271718" y="451942"/>
                  </a:moveTo>
                  <a:lnTo>
                    <a:pt x="271718" y="461378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10274" y="436272"/>
                  </a:lnTo>
                  <a:lnTo>
                    <a:pt x="306529" y="438293"/>
                  </a:lnTo>
                  <a:close/>
                  <a:moveTo>
                    <a:pt x="310274" y="436272"/>
                  </a:moveTo>
                  <a:lnTo>
                    <a:pt x="329054" y="436272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20620" y="404322"/>
                  </a:lnTo>
                  <a:lnTo>
                    <a:pt x="16593" y="372372"/>
                  </a:lnTo>
                  <a:close/>
                  <a:moveTo>
                    <a:pt x="367737" y="404322"/>
                  </a:moveTo>
                  <a:lnTo>
                    <a:pt x="354543" y="404322"/>
                  </a:lnTo>
                  <a:lnTo>
                    <a:pt x="341339" y="416273"/>
                  </a:lnTo>
                  <a:close/>
                  <a:moveTo>
                    <a:pt x="354543" y="404322"/>
                  </a:moveTo>
                  <a:lnTo>
                    <a:pt x="367737" y="40432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16593" y="372372"/>
                  </a:lnTo>
                  <a:lnTo>
                    <a:pt x="27529" y="340422"/>
                  </a:lnTo>
                  <a:close/>
                  <a:moveTo>
                    <a:pt x="388385" y="372372"/>
                  </a:moveTo>
                  <a:lnTo>
                    <a:pt x="376190" y="372372"/>
                  </a:lnTo>
                  <a:lnTo>
                    <a:pt x="376150" y="372437"/>
                  </a:lnTo>
                  <a:close/>
                  <a:moveTo>
                    <a:pt x="386826" y="340422"/>
                  </a:moveTo>
                  <a:lnTo>
                    <a:pt x="376190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9510" y="340422"/>
                  </a:lnTo>
                  <a:lnTo>
                    <a:pt x="27529" y="340422"/>
                  </a:lnTo>
                  <a:close/>
                  <a:moveTo>
                    <a:pt x="28044" y="339716"/>
                  </a:moveTo>
                  <a:lnTo>
                    <a:pt x="54193" y="308472"/>
                  </a:lnTo>
                  <a:lnTo>
                    <a:pt x="33849" y="308472"/>
                  </a:lnTo>
                  <a:close/>
                  <a:moveTo>
                    <a:pt x="390419" y="308472"/>
                  </a:moveTo>
                  <a:lnTo>
                    <a:pt x="386826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33849" y="308472"/>
                  </a:lnTo>
                  <a:lnTo>
                    <a:pt x="54193" y="308472"/>
                  </a:lnTo>
                  <a:close/>
                  <a:moveTo>
                    <a:pt x="62854" y="300789"/>
                  </a:moveTo>
                  <a:lnTo>
                    <a:pt x="95552" y="276522"/>
                  </a:lnTo>
                  <a:lnTo>
                    <a:pt x="72124" y="276522"/>
                  </a:lnTo>
                  <a:close/>
                  <a:moveTo>
                    <a:pt x="390732" y="276522"/>
                  </a:moveTo>
                  <a:lnTo>
                    <a:pt x="390419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72124" y="276522"/>
                  </a:lnTo>
                  <a:lnTo>
                    <a:pt x="95552" y="276522"/>
                  </a:lnTo>
                  <a:close/>
                  <a:moveTo>
                    <a:pt x="97665" y="274484"/>
                  </a:moveTo>
                  <a:lnTo>
                    <a:pt x="128560" y="244572"/>
                  </a:lnTo>
                  <a:lnTo>
                    <a:pt x="105861" y="244572"/>
                  </a:lnTo>
                  <a:close/>
                  <a:moveTo>
                    <a:pt x="389441" y="244572"/>
                  </a:moveTo>
                  <a:lnTo>
                    <a:pt x="390732" y="276522"/>
                  </a:lnTo>
                  <a:lnTo>
                    <a:pt x="407335" y="244572"/>
                  </a:lnTo>
                  <a:close/>
                  <a:moveTo>
                    <a:pt x="112449" y="212622"/>
                  </a:moveTo>
                  <a:lnTo>
                    <a:pt x="132476" y="223133"/>
                  </a:lnTo>
                  <a:lnTo>
                    <a:pt x="132476" y="212622"/>
                  </a:lnTo>
                  <a:close/>
                  <a:moveTo>
                    <a:pt x="128560" y="244572"/>
                  </a:moveTo>
                  <a:lnTo>
                    <a:pt x="132476" y="223133"/>
                  </a:lnTo>
                  <a:lnTo>
                    <a:pt x="112449" y="212622"/>
                  </a:lnTo>
                  <a:close/>
                  <a:moveTo>
                    <a:pt x="385242" y="212622"/>
                  </a:moveTo>
                  <a:lnTo>
                    <a:pt x="389441" y="244572"/>
                  </a:lnTo>
                  <a:lnTo>
                    <a:pt x="405809" y="212622"/>
                  </a:lnTo>
                  <a:close/>
                  <a:moveTo>
                    <a:pt x="97665" y="180672"/>
                  </a:moveTo>
                  <a:lnTo>
                    <a:pt x="97665" y="188825"/>
                  </a:lnTo>
                  <a:lnTo>
                    <a:pt x="111191" y="180672"/>
                  </a:lnTo>
                  <a:close/>
                  <a:moveTo>
                    <a:pt x="111191" y="180672"/>
                  </a:moveTo>
                  <a:lnTo>
                    <a:pt x="112449" y="212622"/>
                  </a:lnTo>
                  <a:lnTo>
                    <a:pt x="132476" y="209974"/>
                  </a:lnTo>
                  <a:close/>
                  <a:moveTo>
                    <a:pt x="132476" y="209974"/>
                  </a:moveTo>
                  <a:lnTo>
                    <a:pt x="112449" y="212622"/>
                  </a:lnTo>
                  <a:lnTo>
                    <a:pt x="132476" y="212622"/>
                  </a:lnTo>
                  <a:close/>
                  <a:moveTo>
                    <a:pt x="398212" y="180672"/>
                  </a:moveTo>
                  <a:lnTo>
                    <a:pt x="376150" y="180672"/>
                  </a:lnTo>
                  <a:lnTo>
                    <a:pt x="385242" y="212622"/>
                  </a:lnTo>
                  <a:close/>
                  <a:moveTo>
                    <a:pt x="76930" y="148722"/>
                  </a:moveTo>
                  <a:lnTo>
                    <a:pt x="97665" y="180672"/>
                  </a:lnTo>
                  <a:lnTo>
                    <a:pt x="97665" y="169797"/>
                  </a:lnTo>
                  <a:close/>
                  <a:moveTo>
                    <a:pt x="92666" y="180672"/>
                  </a:moveTo>
                  <a:lnTo>
                    <a:pt x="97665" y="180672"/>
                  </a:lnTo>
                  <a:lnTo>
                    <a:pt x="76930" y="148722"/>
                  </a:lnTo>
                  <a:close/>
                  <a:moveTo>
                    <a:pt x="97665" y="180672"/>
                  </a:moveTo>
                  <a:lnTo>
                    <a:pt x="111191" y="180672"/>
                  </a:lnTo>
                  <a:lnTo>
                    <a:pt x="97665" y="169797"/>
                  </a:lnTo>
                  <a:close/>
                  <a:moveTo>
                    <a:pt x="376150" y="180672"/>
                  </a:moveTo>
                  <a:lnTo>
                    <a:pt x="376150" y="148722"/>
                  </a:lnTo>
                  <a:lnTo>
                    <a:pt x="374214" y="180672"/>
                  </a:lnTo>
                  <a:close/>
                  <a:moveTo>
                    <a:pt x="376150" y="148722"/>
                  </a:moveTo>
                  <a:lnTo>
                    <a:pt x="351396" y="148722"/>
                  </a:lnTo>
                  <a:lnTo>
                    <a:pt x="374214" y="180672"/>
                  </a:lnTo>
                  <a:close/>
                  <a:moveTo>
                    <a:pt x="76930" y="148722"/>
                  </a:moveTo>
                  <a:lnTo>
                    <a:pt x="62854" y="129713"/>
                  </a:lnTo>
                  <a:lnTo>
                    <a:pt x="62854" y="147171"/>
                  </a:lnTo>
                  <a:close/>
                  <a:moveTo>
                    <a:pt x="341339" y="139067"/>
                  </a:moveTo>
                  <a:lnTo>
                    <a:pt x="351396" y="148722"/>
                  </a:lnTo>
                  <a:lnTo>
                    <a:pt x="341339" y="116771"/>
                  </a:lnTo>
                  <a:close/>
                  <a:moveTo>
                    <a:pt x="351396" y="148722"/>
                  </a:moveTo>
                  <a:lnTo>
                    <a:pt x="376150" y="148722"/>
                  </a:lnTo>
                  <a:lnTo>
                    <a:pt x="341339" y="116771"/>
                  </a:lnTo>
                  <a:close/>
                  <a:moveTo>
                    <a:pt x="54922" y="116771"/>
                  </a:moveTo>
                  <a:lnTo>
                    <a:pt x="62854" y="147171"/>
                  </a:lnTo>
                  <a:lnTo>
                    <a:pt x="62854" y="129713"/>
                  </a:lnTo>
                  <a:close/>
                  <a:moveTo>
                    <a:pt x="39109" y="84821"/>
                  </a:moveTo>
                  <a:lnTo>
                    <a:pt x="54922" y="116771"/>
                  </a:lnTo>
                  <a:lnTo>
                    <a:pt x="48566" y="84821"/>
                  </a:lnTo>
                  <a:close/>
                  <a:moveTo>
                    <a:pt x="306529" y="111235"/>
                  </a:moveTo>
                  <a:lnTo>
                    <a:pt x="306529" y="89264"/>
                  </a:lnTo>
                  <a:lnTo>
                    <a:pt x="275366" y="84821"/>
                  </a:lnTo>
                  <a:close/>
                  <a:moveTo>
                    <a:pt x="341339" y="112987"/>
                  </a:moveTo>
                  <a:lnTo>
                    <a:pt x="313651" y="116771"/>
                  </a:lnTo>
                  <a:lnTo>
                    <a:pt x="341339" y="116771"/>
                  </a:lnTo>
                  <a:close/>
                  <a:moveTo>
                    <a:pt x="306529" y="111235"/>
                  </a:moveTo>
                  <a:lnTo>
                    <a:pt x="313651" y="116771"/>
                  </a:lnTo>
                  <a:lnTo>
                    <a:pt x="341339" y="112987"/>
                  </a:lnTo>
                  <a:close/>
                  <a:moveTo>
                    <a:pt x="341339" y="139067"/>
                  </a:moveTo>
                  <a:lnTo>
                    <a:pt x="341339" y="116771"/>
                  </a:lnTo>
                  <a:lnTo>
                    <a:pt x="313651" y="116771"/>
                  </a:lnTo>
                  <a:close/>
                  <a:moveTo>
                    <a:pt x="47264" y="52871"/>
                  </a:moveTo>
                  <a:lnTo>
                    <a:pt x="48566" y="84821"/>
                  </a:lnTo>
                  <a:lnTo>
                    <a:pt x="57653" y="52871"/>
                  </a:lnTo>
                  <a:close/>
                  <a:moveTo>
                    <a:pt x="271718" y="62750"/>
                  </a:moveTo>
                  <a:lnTo>
                    <a:pt x="271718" y="81534"/>
                  </a:lnTo>
                  <a:lnTo>
                    <a:pt x="275366" y="84821"/>
                  </a:lnTo>
                  <a:close/>
                  <a:moveTo>
                    <a:pt x="271718" y="81534"/>
                  </a:moveTo>
                  <a:lnTo>
                    <a:pt x="271718" y="62750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47264" y="52871"/>
                  </a:lnTo>
                  <a:lnTo>
                    <a:pt x="57653" y="52871"/>
                  </a:lnTo>
                  <a:close/>
                  <a:moveTo>
                    <a:pt x="62854" y="46121"/>
                  </a:moveTo>
                  <a:lnTo>
                    <a:pt x="91468" y="209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36907" y="47288"/>
                  </a:lnTo>
                  <a:lnTo>
                    <a:pt x="243286" y="52871"/>
                  </a:lnTo>
                  <a:close/>
                  <a:moveTo>
                    <a:pt x="236907" y="34178"/>
                  </a:moveTo>
                  <a:lnTo>
                    <a:pt x="202097" y="20921"/>
                  </a:lnTo>
                  <a:lnTo>
                    <a:pt x="202097" y="22413"/>
                  </a:lnTo>
                  <a:close/>
                  <a:moveTo>
                    <a:pt x="236907" y="34178"/>
                  </a:moveTo>
                  <a:lnTo>
                    <a:pt x="202097" y="22413"/>
                  </a:lnTo>
                  <a:lnTo>
                    <a:pt x="236907" y="47288"/>
                  </a:lnTo>
                  <a:close/>
                  <a:moveTo>
                    <a:pt x="97665" y="17312"/>
                  </a:moveTo>
                  <a:lnTo>
                    <a:pt x="76174" y="20921"/>
                  </a:lnTo>
                  <a:lnTo>
                    <a:pt x="91468" y="20921"/>
                  </a:lnTo>
                  <a:close/>
                  <a:moveTo>
                    <a:pt x="132476" y="7974"/>
                  </a:moveTo>
                  <a:lnTo>
                    <a:pt x="97665" y="8387"/>
                  </a:lnTo>
                  <a:lnTo>
                    <a:pt x="97665" y="17312"/>
                  </a:lnTo>
                  <a:close/>
                  <a:moveTo>
                    <a:pt x="167286" y="9736"/>
                  </a:moveTo>
                  <a:lnTo>
                    <a:pt x="132476" y="0"/>
                  </a:lnTo>
                  <a:lnTo>
                    <a:pt x="132476" y="7974"/>
                  </a:lnTo>
                  <a:close/>
                  <a:moveTo>
                    <a:pt x="202097" y="12603"/>
                  </a:moveTo>
                  <a:lnTo>
                    <a:pt x="198547" y="20921"/>
                  </a:lnTo>
                  <a:lnTo>
                    <a:pt x="202097" y="20921"/>
                  </a:lnTo>
                  <a:close/>
                  <a:moveTo>
                    <a:pt x="167286" y="9736"/>
                  </a:moveTo>
                  <a:lnTo>
                    <a:pt x="19854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3991" name="Candidate_B5__3990">
              <a:extLst>
                <a:ext uri="{FF2B5EF4-FFF2-40B4-BE49-F238E27FC236}">
                  <a16:creationId xmlns:a16="http://schemas.microsoft.com/office/drawing/2014/main" id="{164EDA31-4595-076A-AA3E-9596292B54ED}"/>
                </a:ext>
              </a:extLst>
            </p:cNvPr>
            <p:cNvSpPr>
              <a:spLocks noGrp="1"/>
            </p:cNvSpPr>
            <p:nvPr/>
          </p:nvSpPr>
          <p:spPr>
            <a:xfrm>
              <a:off x="4012356" y="3527461"/>
              <a:ext cx="374139" cy="462193"/>
            </a:xfrm>
            <a:custGeom>
              <a:avLst/>
              <a:gdLst/>
              <a:ahLst/>
              <a:cxnLst/>
              <a:rect l="0" t="0" r="0" b="0"/>
              <a:pathLst>
                <a:path w="374139" h="462193">
                  <a:moveTo>
                    <a:pt x="81072" y="460248"/>
                  </a:moveTo>
                  <a:lnTo>
                    <a:pt x="103360" y="460248"/>
                  </a:lnTo>
                  <a:lnTo>
                    <a:pt x="81072" y="456742"/>
                  </a:lnTo>
                  <a:close/>
                  <a:moveTo>
                    <a:pt x="150693" y="462193"/>
                  </a:moveTo>
                  <a:lnTo>
                    <a:pt x="185504" y="460248"/>
                  </a:lnTo>
                  <a:lnTo>
                    <a:pt x="168168" y="460248"/>
                  </a:lnTo>
                  <a:close/>
                  <a:moveTo>
                    <a:pt x="168168" y="460248"/>
                  </a:moveTo>
                  <a:lnTo>
                    <a:pt x="185504" y="460248"/>
                  </a:lnTo>
                  <a:lnTo>
                    <a:pt x="185504" y="458554"/>
                  </a:lnTo>
                  <a:close/>
                  <a:moveTo>
                    <a:pt x="115883" y="204648"/>
                  </a:moveTo>
                  <a:lnTo>
                    <a:pt x="117726" y="204648"/>
                  </a:lnTo>
                  <a:lnTo>
                    <a:pt x="115883" y="202001"/>
                  </a:lnTo>
                  <a:close/>
                  <a:moveTo>
                    <a:pt x="115883" y="204648"/>
                  </a:moveTo>
                  <a:lnTo>
                    <a:pt x="115883" y="215159"/>
                  </a:lnTo>
                  <a:lnTo>
                    <a:pt x="117726" y="204648"/>
                  </a:lnTo>
                  <a:close/>
                  <a:moveTo>
                    <a:pt x="368649" y="204648"/>
                  </a:moveTo>
                  <a:lnTo>
                    <a:pt x="359557" y="172698"/>
                  </a:lnTo>
                  <a:lnTo>
                    <a:pt x="359557" y="177761"/>
                  </a:lnTo>
                  <a:close/>
                  <a:moveTo>
                    <a:pt x="359557" y="177761"/>
                  </a:moveTo>
                  <a:lnTo>
                    <a:pt x="359557" y="172698"/>
                  </a:lnTo>
                  <a:lnTo>
                    <a:pt x="357621" y="172698"/>
                  </a:lnTo>
                  <a:close/>
                  <a:moveTo>
                    <a:pt x="185504" y="14440"/>
                  </a:moveTo>
                  <a:lnTo>
                    <a:pt x="185504" y="12948"/>
                  </a:lnTo>
                  <a:lnTo>
                    <a:pt x="181954" y="12948"/>
                  </a:lnTo>
                  <a:close/>
                  <a:moveTo>
                    <a:pt x="103360" y="460248"/>
                  </a:moveTo>
                  <a:lnTo>
                    <a:pt x="115883" y="462191"/>
                  </a:lnTo>
                  <a:lnTo>
                    <a:pt x="115883" y="460248"/>
                  </a:lnTo>
                  <a:close/>
                  <a:moveTo>
                    <a:pt x="103360" y="460248"/>
                  </a:moveTo>
                  <a:lnTo>
                    <a:pt x="115883" y="460248"/>
                  </a:lnTo>
                  <a:lnTo>
                    <a:pt x="81072" y="456742"/>
                  </a:lnTo>
                  <a:close/>
                  <a:moveTo>
                    <a:pt x="150693" y="460248"/>
                  </a:moveTo>
                  <a:lnTo>
                    <a:pt x="115883" y="462191"/>
                  </a:lnTo>
                  <a:lnTo>
                    <a:pt x="150693" y="462193"/>
                  </a:lnTo>
                  <a:close/>
                  <a:moveTo>
                    <a:pt x="150693" y="460248"/>
                  </a:moveTo>
                  <a:lnTo>
                    <a:pt x="115883" y="460248"/>
                  </a:lnTo>
                  <a:lnTo>
                    <a:pt x="115883" y="462191"/>
                  </a:lnTo>
                  <a:close/>
                  <a:moveTo>
                    <a:pt x="150693" y="460248"/>
                  </a:moveTo>
                  <a:lnTo>
                    <a:pt x="150693" y="462193"/>
                  </a:lnTo>
                  <a:lnTo>
                    <a:pt x="168168" y="460248"/>
                  </a:lnTo>
                  <a:close/>
                  <a:moveTo>
                    <a:pt x="26295" y="428298"/>
                  </a:moveTo>
                  <a:lnTo>
                    <a:pt x="46261" y="442833"/>
                  </a:lnTo>
                  <a:lnTo>
                    <a:pt x="46261" y="428298"/>
                  </a:lnTo>
                  <a:close/>
                  <a:moveTo>
                    <a:pt x="289936" y="428298"/>
                  </a:moveTo>
                  <a:lnTo>
                    <a:pt x="255125" y="443968"/>
                  </a:lnTo>
                  <a:lnTo>
                    <a:pt x="289936" y="430319"/>
                  </a:lnTo>
                  <a:close/>
                  <a:moveTo>
                    <a:pt x="289936" y="428298"/>
                  </a:moveTo>
                  <a:lnTo>
                    <a:pt x="289936" y="430319"/>
                  </a:lnTo>
                  <a:lnTo>
                    <a:pt x="293681" y="428298"/>
                  </a:lnTo>
                  <a:close/>
                  <a:moveTo>
                    <a:pt x="293681" y="428298"/>
                  </a:moveTo>
                  <a:lnTo>
                    <a:pt x="324747" y="408300"/>
                  </a:lnTo>
                  <a:lnTo>
                    <a:pt x="289936" y="428298"/>
                  </a:lnTo>
                  <a:close/>
                  <a:moveTo>
                    <a:pt x="4027" y="396348"/>
                  </a:moveTo>
                  <a:lnTo>
                    <a:pt x="11451" y="408691"/>
                  </a:lnTo>
                  <a:lnTo>
                    <a:pt x="11451" y="396348"/>
                  </a:lnTo>
                  <a:close/>
                  <a:moveTo>
                    <a:pt x="0" y="364398"/>
                  </a:moveTo>
                  <a:lnTo>
                    <a:pt x="11451" y="396348"/>
                  </a:lnTo>
                  <a:lnTo>
                    <a:pt x="11451" y="364398"/>
                  </a:lnTo>
                  <a:close/>
                  <a:moveTo>
                    <a:pt x="0" y="364398"/>
                  </a:moveTo>
                  <a:lnTo>
                    <a:pt x="4027" y="396348"/>
                  </a:lnTo>
                  <a:lnTo>
                    <a:pt x="11451" y="396348"/>
                  </a:lnTo>
                  <a:close/>
                  <a:moveTo>
                    <a:pt x="324747" y="396348"/>
                  </a:moveTo>
                  <a:lnTo>
                    <a:pt x="324747" y="408300"/>
                  </a:lnTo>
                  <a:lnTo>
                    <a:pt x="337950" y="396348"/>
                  </a:lnTo>
                  <a:close/>
                  <a:moveTo>
                    <a:pt x="337950" y="396348"/>
                  </a:moveTo>
                  <a:lnTo>
                    <a:pt x="359557" y="364464"/>
                  </a:lnTo>
                  <a:lnTo>
                    <a:pt x="324747" y="396348"/>
                  </a:lnTo>
                  <a:close/>
                  <a:moveTo>
                    <a:pt x="10937" y="332448"/>
                  </a:moveTo>
                  <a:lnTo>
                    <a:pt x="11451" y="364398"/>
                  </a:lnTo>
                  <a:lnTo>
                    <a:pt x="11451" y="332448"/>
                  </a:lnTo>
                  <a:close/>
                  <a:moveTo>
                    <a:pt x="10937" y="332448"/>
                  </a:moveTo>
                  <a:lnTo>
                    <a:pt x="0" y="364398"/>
                  </a:lnTo>
                  <a:lnTo>
                    <a:pt x="11451" y="364398"/>
                  </a:lnTo>
                  <a:close/>
                  <a:moveTo>
                    <a:pt x="359557" y="364398"/>
                  </a:moveTo>
                  <a:lnTo>
                    <a:pt x="359557" y="364464"/>
                  </a:lnTo>
                  <a:lnTo>
                    <a:pt x="359597" y="364398"/>
                  </a:lnTo>
                  <a:close/>
                  <a:moveTo>
                    <a:pt x="359557" y="332448"/>
                  </a:moveTo>
                  <a:lnTo>
                    <a:pt x="359597" y="364398"/>
                  </a:lnTo>
                  <a:lnTo>
                    <a:pt x="370234" y="332448"/>
                  </a:lnTo>
                  <a:close/>
                  <a:moveTo>
                    <a:pt x="359557" y="332448"/>
                  </a:moveTo>
                  <a:lnTo>
                    <a:pt x="359557" y="364398"/>
                  </a:lnTo>
                  <a:lnTo>
                    <a:pt x="359597" y="364398"/>
                  </a:lnTo>
                  <a:close/>
                  <a:moveTo>
                    <a:pt x="11451" y="331742"/>
                  </a:moveTo>
                  <a:lnTo>
                    <a:pt x="10937" y="332448"/>
                  </a:lnTo>
                  <a:lnTo>
                    <a:pt x="11451" y="332448"/>
                  </a:lnTo>
                  <a:close/>
                  <a:moveTo>
                    <a:pt x="11451" y="332448"/>
                  </a:moveTo>
                  <a:lnTo>
                    <a:pt x="37600" y="300498"/>
                  </a:lnTo>
                  <a:lnTo>
                    <a:pt x="11451" y="331742"/>
                  </a:lnTo>
                  <a:close/>
                  <a:moveTo>
                    <a:pt x="46261" y="300498"/>
                  </a:moveTo>
                  <a:lnTo>
                    <a:pt x="37600" y="300498"/>
                  </a:lnTo>
                  <a:lnTo>
                    <a:pt x="11451" y="332448"/>
                  </a:lnTo>
                  <a:close/>
                  <a:moveTo>
                    <a:pt x="359557" y="300498"/>
                  </a:moveTo>
                  <a:lnTo>
                    <a:pt x="370234" y="332448"/>
                  </a:lnTo>
                  <a:lnTo>
                    <a:pt x="373826" y="300498"/>
                  </a:lnTo>
                  <a:close/>
                  <a:moveTo>
                    <a:pt x="46261" y="292815"/>
                  </a:moveTo>
                  <a:lnTo>
                    <a:pt x="37600" y="300498"/>
                  </a:lnTo>
                  <a:lnTo>
                    <a:pt x="46261" y="300498"/>
                  </a:lnTo>
                  <a:close/>
                  <a:moveTo>
                    <a:pt x="359557" y="268548"/>
                  </a:moveTo>
                  <a:lnTo>
                    <a:pt x="373826" y="300498"/>
                  </a:lnTo>
                  <a:lnTo>
                    <a:pt x="374139" y="268548"/>
                  </a:lnTo>
                  <a:close/>
                  <a:moveTo>
                    <a:pt x="81072" y="266510"/>
                  </a:moveTo>
                  <a:lnTo>
                    <a:pt x="78959" y="268548"/>
                  </a:lnTo>
                  <a:lnTo>
                    <a:pt x="81072" y="268548"/>
                  </a:lnTo>
                  <a:close/>
                  <a:moveTo>
                    <a:pt x="81072" y="268548"/>
                  </a:moveTo>
                  <a:lnTo>
                    <a:pt x="111967" y="236598"/>
                  </a:lnTo>
                  <a:lnTo>
                    <a:pt x="81072" y="266510"/>
                  </a:lnTo>
                  <a:close/>
                  <a:moveTo>
                    <a:pt x="115883" y="236598"/>
                  </a:moveTo>
                  <a:lnTo>
                    <a:pt x="111967" y="236598"/>
                  </a:lnTo>
                  <a:lnTo>
                    <a:pt x="81072" y="268548"/>
                  </a:lnTo>
                  <a:close/>
                  <a:moveTo>
                    <a:pt x="359557" y="236598"/>
                  </a:moveTo>
                  <a:lnTo>
                    <a:pt x="374139" y="268548"/>
                  </a:lnTo>
                  <a:lnTo>
                    <a:pt x="372849" y="236598"/>
                  </a:lnTo>
                  <a:close/>
                  <a:moveTo>
                    <a:pt x="115883" y="215159"/>
                  </a:moveTo>
                  <a:lnTo>
                    <a:pt x="111967" y="236598"/>
                  </a:lnTo>
                  <a:lnTo>
                    <a:pt x="115883" y="236598"/>
                  </a:lnTo>
                  <a:close/>
                  <a:moveTo>
                    <a:pt x="115883" y="236598"/>
                  </a:moveTo>
                  <a:lnTo>
                    <a:pt x="117726" y="204648"/>
                  </a:lnTo>
                  <a:lnTo>
                    <a:pt x="115883" y="215159"/>
                  </a:lnTo>
                  <a:close/>
                  <a:moveTo>
                    <a:pt x="150693" y="204648"/>
                  </a:moveTo>
                  <a:lnTo>
                    <a:pt x="117726" y="204648"/>
                  </a:lnTo>
                  <a:lnTo>
                    <a:pt x="115883" y="236598"/>
                  </a:lnTo>
                  <a:close/>
                  <a:moveTo>
                    <a:pt x="359557" y="204648"/>
                  </a:moveTo>
                  <a:lnTo>
                    <a:pt x="372849" y="236598"/>
                  </a:lnTo>
                  <a:lnTo>
                    <a:pt x="368649" y="204648"/>
                  </a:lnTo>
                  <a:close/>
                  <a:moveTo>
                    <a:pt x="359557" y="204648"/>
                  </a:moveTo>
                  <a:lnTo>
                    <a:pt x="359557" y="236598"/>
                  </a:lnTo>
                  <a:lnTo>
                    <a:pt x="372849" y="236598"/>
                  </a:lnTo>
                  <a:close/>
                  <a:moveTo>
                    <a:pt x="150693" y="204648"/>
                  </a:moveTo>
                  <a:lnTo>
                    <a:pt x="115883" y="202001"/>
                  </a:lnTo>
                  <a:lnTo>
                    <a:pt x="117726" y="204648"/>
                  </a:lnTo>
                  <a:close/>
                  <a:moveTo>
                    <a:pt x="359557" y="204648"/>
                  </a:moveTo>
                  <a:lnTo>
                    <a:pt x="368649" y="204648"/>
                  </a:lnTo>
                  <a:lnTo>
                    <a:pt x="359557" y="177761"/>
                  </a:lnTo>
                  <a:close/>
                  <a:moveTo>
                    <a:pt x="357621" y="172698"/>
                  </a:moveTo>
                  <a:lnTo>
                    <a:pt x="359557" y="204648"/>
                  </a:lnTo>
                  <a:lnTo>
                    <a:pt x="359557" y="177761"/>
                  </a:lnTo>
                  <a:close/>
                  <a:moveTo>
                    <a:pt x="94598" y="172698"/>
                  </a:moveTo>
                  <a:lnTo>
                    <a:pt x="115883" y="202001"/>
                  </a:lnTo>
                  <a:lnTo>
                    <a:pt x="115883" y="172698"/>
                  </a:lnTo>
                  <a:close/>
                  <a:moveTo>
                    <a:pt x="324747" y="140748"/>
                  </a:moveTo>
                  <a:lnTo>
                    <a:pt x="357621" y="172698"/>
                  </a:lnTo>
                  <a:lnTo>
                    <a:pt x="334804" y="140748"/>
                  </a:lnTo>
                  <a:close/>
                  <a:moveTo>
                    <a:pt x="60337" y="140748"/>
                  </a:moveTo>
                  <a:lnTo>
                    <a:pt x="81072" y="161823"/>
                  </a:lnTo>
                  <a:lnTo>
                    <a:pt x="81072" y="140748"/>
                  </a:lnTo>
                  <a:close/>
                  <a:moveTo>
                    <a:pt x="289936" y="108798"/>
                  </a:moveTo>
                  <a:lnTo>
                    <a:pt x="324747" y="131094"/>
                  </a:lnTo>
                  <a:lnTo>
                    <a:pt x="297058" y="108798"/>
                  </a:lnTo>
                  <a:close/>
                  <a:moveTo>
                    <a:pt x="324747" y="140748"/>
                  </a:moveTo>
                  <a:lnTo>
                    <a:pt x="324747" y="131094"/>
                  </a:lnTo>
                  <a:lnTo>
                    <a:pt x="289936" y="108798"/>
                  </a:lnTo>
                  <a:close/>
                  <a:moveTo>
                    <a:pt x="324747" y="140748"/>
                  </a:moveTo>
                  <a:lnTo>
                    <a:pt x="334804" y="140748"/>
                  </a:lnTo>
                  <a:lnTo>
                    <a:pt x="324747" y="131094"/>
                  </a:lnTo>
                  <a:close/>
                  <a:moveTo>
                    <a:pt x="38329" y="108798"/>
                  </a:moveTo>
                  <a:lnTo>
                    <a:pt x="46261" y="121739"/>
                  </a:lnTo>
                  <a:lnTo>
                    <a:pt x="46261" y="108798"/>
                  </a:lnTo>
                  <a:close/>
                  <a:moveTo>
                    <a:pt x="31973" y="76848"/>
                  </a:moveTo>
                  <a:lnTo>
                    <a:pt x="38329" y="108798"/>
                  </a:lnTo>
                  <a:lnTo>
                    <a:pt x="46261" y="108798"/>
                  </a:lnTo>
                  <a:close/>
                  <a:moveTo>
                    <a:pt x="255125" y="76848"/>
                  </a:moveTo>
                  <a:lnTo>
                    <a:pt x="289936" y="103261"/>
                  </a:lnTo>
                  <a:lnTo>
                    <a:pt x="258773" y="76848"/>
                  </a:lnTo>
                  <a:close/>
                  <a:moveTo>
                    <a:pt x="289936" y="108798"/>
                  </a:moveTo>
                  <a:lnTo>
                    <a:pt x="289936" y="103261"/>
                  </a:lnTo>
                  <a:lnTo>
                    <a:pt x="255125" y="76848"/>
                  </a:lnTo>
                  <a:close/>
                  <a:moveTo>
                    <a:pt x="289936" y="108798"/>
                  </a:moveTo>
                  <a:lnTo>
                    <a:pt x="297058" y="108798"/>
                  </a:lnTo>
                  <a:lnTo>
                    <a:pt x="289936" y="103261"/>
                  </a:lnTo>
                  <a:close/>
                  <a:moveTo>
                    <a:pt x="41060" y="44898"/>
                  </a:moveTo>
                  <a:lnTo>
                    <a:pt x="46261" y="76848"/>
                  </a:lnTo>
                  <a:lnTo>
                    <a:pt x="46261" y="44898"/>
                  </a:lnTo>
                  <a:close/>
                  <a:moveTo>
                    <a:pt x="41060" y="44898"/>
                  </a:moveTo>
                  <a:lnTo>
                    <a:pt x="31973" y="76848"/>
                  </a:lnTo>
                  <a:lnTo>
                    <a:pt x="46261" y="76848"/>
                  </a:lnTo>
                  <a:close/>
                  <a:moveTo>
                    <a:pt x="220315" y="44898"/>
                  </a:moveTo>
                  <a:lnTo>
                    <a:pt x="255125" y="73560"/>
                  </a:lnTo>
                  <a:lnTo>
                    <a:pt x="226693" y="44898"/>
                  </a:lnTo>
                  <a:close/>
                  <a:moveTo>
                    <a:pt x="255125" y="76848"/>
                  </a:moveTo>
                  <a:lnTo>
                    <a:pt x="255125" y="73560"/>
                  </a:lnTo>
                  <a:lnTo>
                    <a:pt x="220315" y="44898"/>
                  </a:lnTo>
                  <a:close/>
                  <a:moveTo>
                    <a:pt x="255125" y="76848"/>
                  </a:moveTo>
                  <a:lnTo>
                    <a:pt x="258773" y="76848"/>
                  </a:lnTo>
                  <a:lnTo>
                    <a:pt x="255125" y="73560"/>
                  </a:lnTo>
                  <a:close/>
                  <a:moveTo>
                    <a:pt x="46261" y="38148"/>
                  </a:moveTo>
                  <a:lnTo>
                    <a:pt x="41060" y="44898"/>
                  </a:lnTo>
                  <a:lnTo>
                    <a:pt x="46261" y="44898"/>
                  </a:lnTo>
                  <a:close/>
                  <a:moveTo>
                    <a:pt x="181954" y="12948"/>
                  </a:moveTo>
                  <a:lnTo>
                    <a:pt x="150693" y="12948"/>
                  </a:lnTo>
                  <a:lnTo>
                    <a:pt x="185504" y="14440"/>
                  </a:lnTo>
                  <a:close/>
                  <a:moveTo>
                    <a:pt x="220315" y="44898"/>
                  </a:moveTo>
                  <a:lnTo>
                    <a:pt x="226693" y="44898"/>
                  </a:lnTo>
                  <a:lnTo>
                    <a:pt x="220315" y="39314"/>
                  </a:lnTo>
                  <a:close/>
                  <a:moveTo>
                    <a:pt x="81072" y="9338"/>
                  </a:moveTo>
                  <a:lnTo>
                    <a:pt x="74875" y="12948"/>
                  </a:lnTo>
                  <a:lnTo>
                    <a:pt x="81072" y="12948"/>
                  </a:lnTo>
                  <a:close/>
                  <a:moveTo>
                    <a:pt x="81072" y="12948"/>
                  </a:moveTo>
                  <a:lnTo>
                    <a:pt x="115883" y="0"/>
                  </a:lnTo>
                  <a:lnTo>
                    <a:pt x="81072" y="9338"/>
                  </a:lnTo>
                  <a:close/>
                  <a:moveTo>
                    <a:pt x="81072" y="12948"/>
                  </a:moveTo>
                  <a:lnTo>
                    <a:pt x="115883" y="12948"/>
                  </a:lnTo>
                  <a:lnTo>
                    <a:pt x="115883" y="0"/>
                  </a:lnTo>
                  <a:close/>
                  <a:moveTo>
                    <a:pt x="115883" y="12948"/>
                  </a:moveTo>
                  <a:lnTo>
                    <a:pt x="150693" y="1762"/>
                  </a:lnTo>
                  <a:lnTo>
                    <a:pt x="115883" y="0"/>
                  </a:lnTo>
                  <a:close/>
                  <a:moveTo>
                    <a:pt x="150693" y="12948"/>
                  </a:moveTo>
                  <a:lnTo>
                    <a:pt x="181954" y="12948"/>
                  </a:lnTo>
                  <a:lnTo>
                    <a:pt x="150693" y="1762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3992" name="Candidate_B5__3991">
              <a:extLst>
                <a:ext uri="{FF2B5EF4-FFF2-40B4-BE49-F238E27FC236}">
                  <a16:creationId xmlns:a16="http://schemas.microsoft.com/office/drawing/2014/main" id="{C22A3107-238E-B240-3F08-3D5E2E3E954D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29223"/>
              <a:ext cx="362688" cy="458486"/>
            </a:xfrm>
            <a:custGeom>
              <a:avLst/>
              <a:gdLst/>
              <a:ahLst/>
              <a:cxnLst/>
              <a:rect l="0" t="0" r="0" b="0"/>
              <a:pathLst>
                <a:path w="362688" h="458486">
                  <a:moveTo>
                    <a:pt x="69621" y="454980"/>
                  </a:moveTo>
                  <a:lnTo>
                    <a:pt x="104432" y="458486"/>
                  </a:lnTo>
                  <a:lnTo>
                    <a:pt x="104432" y="436050"/>
                  </a:lnTo>
                  <a:close/>
                  <a:moveTo>
                    <a:pt x="69621" y="454980"/>
                  </a:moveTo>
                  <a:lnTo>
                    <a:pt x="104432" y="436050"/>
                  </a:lnTo>
                  <a:lnTo>
                    <a:pt x="69621" y="427264"/>
                  </a:lnTo>
                  <a:close/>
                  <a:moveTo>
                    <a:pt x="104432" y="458486"/>
                  </a:moveTo>
                  <a:lnTo>
                    <a:pt x="139243" y="458486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39243" y="438069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56717" y="458486"/>
                  </a:lnTo>
                  <a:lnTo>
                    <a:pt x="139243" y="438069"/>
                  </a:lnTo>
                  <a:close/>
                  <a:moveTo>
                    <a:pt x="139243" y="438069"/>
                  </a:moveTo>
                  <a:lnTo>
                    <a:pt x="156717" y="458486"/>
                  </a:lnTo>
                  <a:lnTo>
                    <a:pt x="174053" y="456792"/>
                  </a:lnTo>
                  <a:close/>
                  <a:moveTo>
                    <a:pt x="139243" y="438069"/>
                  </a:moveTo>
                  <a:lnTo>
                    <a:pt x="174053" y="456792"/>
                  </a:lnTo>
                  <a:lnTo>
                    <a:pt x="174053" y="435853"/>
                  </a:lnTo>
                  <a:close/>
                  <a:moveTo>
                    <a:pt x="0" y="394586"/>
                  </a:moveTo>
                  <a:lnTo>
                    <a:pt x="0" y="406929"/>
                  </a:lnTo>
                  <a:lnTo>
                    <a:pt x="29944" y="394586"/>
                  </a:lnTo>
                  <a:close/>
                  <a:moveTo>
                    <a:pt x="0" y="406929"/>
                  </a:moveTo>
                  <a:lnTo>
                    <a:pt x="14844" y="426536"/>
                  </a:lnTo>
                  <a:lnTo>
                    <a:pt x="29944" y="394586"/>
                  </a:lnTo>
                  <a:close/>
                  <a:moveTo>
                    <a:pt x="29944" y="394586"/>
                  </a:moveTo>
                  <a:lnTo>
                    <a:pt x="14844" y="426536"/>
                  </a:lnTo>
                  <a:lnTo>
                    <a:pt x="34811" y="400552"/>
                  </a:lnTo>
                  <a:close/>
                  <a:moveTo>
                    <a:pt x="34811" y="400552"/>
                  </a:moveTo>
                  <a:lnTo>
                    <a:pt x="14844" y="426536"/>
                  </a:lnTo>
                  <a:lnTo>
                    <a:pt x="34811" y="426536"/>
                  </a:lnTo>
                  <a:close/>
                  <a:moveTo>
                    <a:pt x="34811" y="441071"/>
                  </a:moveTo>
                  <a:lnTo>
                    <a:pt x="68109" y="426536"/>
                  </a:lnTo>
                  <a:lnTo>
                    <a:pt x="34811" y="426536"/>
                  </a:lnTo>
                  <a:close/>
                  <a:moveTo>
                    <a:pt x="69621" y="427264"/>
                  </a:moveTo>
                  <a:lnTo>
                    <a:pt x="68109" y="426536"/>
                  </a:lnTo>
                  <a:lnTo>
                    <a:pt x="34811" y="441071"/>
                  </a:lnTo>
                  <a:close/>
                  <a:moveTo>
                    <a:pt x="69621" y="454980"/>
                  </a:moveTo>
                  <a:lnTo>
                    <a:pt x="69621" y="427264"/>
                  </a:lnTo>
                  <a:lnTo>
                    <a:pt x="34811" y="441071"/>
                  </a:lnTo>
                  <a:close/>
                  <a:moveTo>
                    <a:pt x="174053" y="456792"/>
                  </a:moveTo>
                  <a:lnTo>
                    <a:pt x="208864" y="450928"/>
                  </a:lnTo>
                  <a:lnTo>
                    <a:pt x="208864" y="430381"/>
                  </a:lnTo>
                  <a:close/>
                  <a:moveTo>
                    <a:pt x="174053" y="435853"/>
                  </a:moveTo>
                  <a:lnTo>
                    <a:pt x="174053" y="456792"/>
                  </a:lnTo>
                  <a:lnTo>
                    <a:pt x="208864" y="430381"/>
                  </a:lnTo>
                  <a:close/>
                  <a:moveTo>
                    <a:pt x="243675" y="442206"/>
                  </a:moveTo>
                  <a:lnTo>
                    <a:pt x="243675" y="426536"/>
                  </a:lnTo>
                  <a:lnTo>
                    <a:pt x="208864" y="430381"/>
                  </a:lnTo>
                  <a:close/>
                  <a:moveTo>
                    <a:pt x="208864" y="450928"/>
                  </a:moveTo>
                  <a:lnTo>
                    <a:pt x="243675" y="442206"/>
                  </a:lnTo>
                  <a:lnTo>
                    <a:pt x="208864" y="430381"/>
                  </a:lnTo>
                  <a:close/>
                  <a:moveTo>
                    <a:pt x="278485" y="426536"/>
                  </a:moveTo>
                  <a:lnTo>
                    <a:pt x="243675" y="426536"/>
                  </a:lnTo>
                  <a:lnTo>
                    <a:pt x="243675" y="442206"/>
                  </a:lnTo>
                  <a:close/>
                  <a:moveTo>
                    <a:pt x="243675" y="426536"/>
                  </a:moveTo>
                  <a:lnTo>
                    <a:pt x="278485" y="426536"/>
                  </a:lnTo>
                  <a:lnTo>
                    <a:pt x="243675" y="420905"/>
                  </a:lnTo>
                  <a:close/>
                  <a:moveTo>
                    <a:pt x="278485" y="426536"/>
                  </a:moveTo>
                  <a:lnTo>
                    <a:pt x="278485" y="405311"/>
                  </a:lnTo>
                  <a:lnTo>
                    <a:pt x="243675" y="420905"/>
                  </a:lnTo>
                  <a:close/>
                  <a:moveTo>
                    <a:pt x="278485" y="405311"/>
                  </a:moveTo>
                  <a:lnTo>
                    <a:pt x="313296" y="406538"/>
                  </a:lnTo>
                  <a:lnTo>
                    <a:pt x="313296" y="394586"/>
                  </a:lnTo>
                  <a:close/>
                  <a:moveTo>
                    <a:pt x="278485" y="426536"/>
                  </a:moveTo>
                  <a:lnTo>
                    <a:pt x="313296" y="406538"/>
                  </a:lnTo>
                  <a:lnTo>
                    <a:pt x="278485" y="405311"/>
                  </a:lnTo>
                  <a:close/>
                  <a:moveTo>
                    <a:pt x="23351" y="362636"/>
                  </a:moveTo>
                  <a:lnTo>
                    <a:pt x="0" y="362636"/>
                  </a:lnTo>
                  <a:lnTo>
                    <a:pt x="0" y="394586"/>
                  </a:lnTo>
                  <a:close/>
                  <a:moveTo>
                    <a:pt x="313296" y="374482"/>
                  </a:moveTo>
                  <a:lnTo>
                    <a:pt x="348107" y="362636"/>
                  </a:lnTo>
                  <a:lnTo>
                    <a:pt x="322011" y="362636"/>
                  </a:lnTo>
                  <a:close/>
                  <a:moveTo>
                    <a:pt x="313296" y="374482"/>
                  </a:moveTo>
                  <a:lnTo>
                    <a:pt x="348107" y="362702"/>
                  </a:lnTo>
                  <a:lnTo>
                    <a:pt x="348107" y="362636"/>
                  </a:lnTo>
                  <a:close/>
                  <a:moveTo>
                    <a:pt x="313296" y="394586"/>
                  </a:moveTo>
                  <a:lnTo>
                    <a:pt x="348107" y="362702"/>
                  </a:lnTo>
                  <a:lnTo>
                    <a:pt x="313296" y="374482"/>
                  </a:lnTo>
                  <a:close/>
                  <a:moveTo>
                    <a:pt x="0" y="362636"/>
                  </a:moveTo>
                  <a:lnTo>
                    <a:pt x="34811" y="330686"/>
                  </a:lnTo>
                  <a:lnTo>
                    <a:pt x="0" y="330686"/>
                  </a:lnTo>
                  <a:close/>
                  <a:moveTo>
                    <a:pt x="348107" y="362636"/>
                  </a:moveTo>
                  <a:lnTo>
                    <a:pt x="348107" y="330686"/>
                  </a:lnTo>
                  <a:lnTo>
                    <a:pt x="322011" y="362636"/>
                  </a:lnTo>
                  <a:close/>
                  <a:moveTo>
                    <a:pt x="34811" y="330686"/>
                  </a:moveTo>
                  <a:lnTo>
                    <a:pt x="34811" y="298736"/>
                  </a:lnTo>
                  <a:lnTo>
                    <a:pt x="0" y="330686"/>
                  </a:lnTo>
                  <a:close/>
                  <a:moveTo>
                    <a:pt x="348107" y="298736"/>
                  </a:moveTo>
                  <a:lnTo>
                    <a:pt x="348107" y="330686"/>
                  </a:lnTo>
                  <a:lnTo>
                    <a:pt x="358783" y="330686"/>
                  </a:lnTo>
                  <a:close/>
                  <a:moveTo>
                    <a:pt x="348107" y="330686"/>
                  </a:moveTo>
                  <a:lnTo>
                    <a:pt x="348107" y="298736"/>
                  </a:lnTo>
                  <a:lnTo>
                    <a:pt x="332965" y="330686"/>
                  </a:lnTo>
                  <a:close/>
                  <a:moveTo>
                    <a:pt x="69621" y="266786"/>
                  </a:moveTo>
                  <a:lnTo>
                    <a:pt x="67509" y="266786"/>
                  </a:lnTo>
                  <a:lnTo>
                    <a:pt x="69621" y="298508"/>
                  </a:lnTo>
                  <a:close/>
                  <a:moveTo>
                    <a:pt x="67509" y="266786"/>
                  </a:moveTo>
                  <a:lnTo>
                    <a:pt x="34811" y="291053"/>
                  </a:lnTo>
                  <a:lnTo>
                    <a:pt x="69621" y="298508"/>
                  </a:lnTo>
                  <a:close/>
                  <a:moveTo>
                    <a:pt x="69621" y="298508"/>
                  </a:moveTo>
                  <a:lnTo>
                    <a:pt x="34811" y="291053"/>
                  </a:lnTo>
                  <a:lnTo>
                    <a:pt x="69329" y="298736"/>
                  </a:lnTo>
                  <a:close/>
                  <a:moveTo>
                    <a:pt x="69329" y="298736"/>
                  </a:moveTo>
                  <a:lnTo>
                    <a:pt x="34811" y="291053"/>
                  </a:lnTo>
                  <a:lnTo>
                    <a:pt x="34811" y="298736"/>
                  </a:lnTo>
                  <a:close/>
                  <a:moveTo>
                    <a:pt x="348107" y="266786"/>
                  </a:moveTo>
                  <a:lnTo>
                    <a:pt x="348107" y="298736"/>
                  </a:lnTo>
                  <a:lnTo>
                    <a:pt x="362376" y="298736"/>
                  </a:lnTo>
                  <a:close/>
                  <a:moveTo>
                    <a:pt x="348107" y="298736"/>
                  </a:moveTo>
                  <a:lnTo>
                    <a:pt x="348107" y="266786"/>
                  </a:lnTo>
                  <a:lnTo>
                    <a:pt x="334559" y="298736"/>
                  </a:lnTo>
                  <a:close/>
                  <a:moveTo>
                    <a:pt x="104432" y="266786"/>
                  </a:moveTo>
                  <a:lnTo>
                    <a:pt x="104432" y="234836"/>
                  </a:lnTo>
                  <a:lnTo>
                    <a:pt x="69621" y="266786"/>
                  </a:lnTo>
                  <a:close/>
                  <a:moveTo>
                    <a:pt x="104432" y="266786"/>
                  </a:moveTo>
                  <a:lnTo>
                    <a:pt x="69621" y="266786"/>
                  </a:lnTo>
                  <a:lnTo>
                    <a:pt x="104432" y="274107"/>
                  </a:lnTo>
                  <a:close/>
                  <a:moveTo>
                    <a:pt x="69621" y="266786"/>
                  </a:moveTo>
                  <a:lnTo>
                    <a:pt x="69621" y="298508"/>
                  </a:lnTo>
                  <a:lnTo>
                    <a:pt x="104432" y="274107"/>
                  </a:lnTo>
                  <a:close/>
                  <a:moveTo>
                    <a:pt x="104432" y="266786"/>
                  </a:moveTo>
                  <a:lnTo>
                    <a:pt x="139243" y="23483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66786"/>
                  </a:lnTo>
                  <a:lnTo>
                    <a:pt x="362688" y="266786"/>
                  </a:lnTo>
                  <a:close/>
                  <a:moveTo>
                    <a:pt x="348107" y="266786"/>
                  </a:moveTo>
                  <a:lnTo>
                    <a:pt x="348107" y="234836"/>
                  </a:lnTo>
                  <a:lnTo>
                    <a:pt x="330677" y="266786"/>
                  </a:lnTo>
                  <a:close/>
                  <a:moveTo>
                    <a:pt x="139243" y="234836"/>
                  </a:moveTo>
                  <a:lnTo>
                    <a:pt x="139243" y="20288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02886"/>
                  </a:lnTo>
                  <a:lnTo>
                    <a:pt x="323754" y="234836"/>
                  </a:lnTo>
                  <a:close/>
                  <a:moveTo>
                    <a:pt x="104432" y="170936"/>
                  </a:moveTo>
                  <a:lnTo>
                    <a:pt x="104432" y="200239"/>
                  </a:lnTo>
                  <a:lnTo>
                    <a:pt x="139243" y="202886"/>
                  </a:lnTo>
                  <a:close/>
                  <a:moveTo>
                    <a:pt x="139243" y="170936"/>
                  </a:moveTo>
                  <a:lnTo>
                    <a:pt x="104432" y="170936"/>
                  </a:lnTo>
                  <a:lnTo>
                    <a:pt x="139243" y="202886"/>
                  </a:lnTo>
                  <a:close/>
                  <a:moveTo>
                    <a:pt x="313354" y="202886"/>
                  </a:moveTo>
                  <a:lnTo>
                    <a:pt x="348107" y="202886"/>
                  </a:lnTo>
                  <a:lnTo>
                    <a:pt x="313296" y="170936"/>
                  </a:lnTo>
                  <a:close/>
                  <a:moveTo>
                    <a:pt x="313296" y="170936"/>
                  </a:moveTo>
                  <a:lnTo>
                    <a:pt x="348107" y="202886"/>
                  </a:lnTo>
                  <a:lnTo>
                    <a:pt x="346170" y="170936"/>
                  </a:lnTo>
                  <a:close/>
                  <a:moveTo>
                    <a:pt x="69621" y="138986"/>
                  </a:moveTo>
                  <a:lnTo>
                    <a:pt x="69621" y="160061"/>
                  </a:lnTo>
                  <a:lnTo>
                    <a:pt x="88756" y="138986"/>
                  </a:lnTo>
                  <a:close/>
                  <a:moveTo>
                    <a:pt x="69621" y="160061"/>
                  </a:moveTo>
                  <a:lnTo>
                    <a:pt x="83147" y="170936"/>
                  </a:lnTo>
                  <a:lnTo>
                    <a:pt x="88756" y="138986"/>
                  </a:lnTo>
                  <a:close/>
                  <a:moveTo>
                    <a:pt x="88756" y="138986"/>
                  </a:moveTo>
                  <a:lnTo>
                    <a:pt x="83147" y="170936"/>
                  </a:lnTo>
                  <a:lnTo>
                    <a:pt x="104432" y="150433"/>
                  </a:lnTo>
                  <a:close/>
                  <a:moveTo>
                    <a:pt x="104432" y="150433"/>
                  </a:moveTo>
                  <a:lnTo>
                    <a:pt x="83147" y="170936"/>
                  </a:lnTo>
                  <a:lnTo>
                    <a:pt x="104432" y="170936"/>
                  </a:lnTo>
                  <a:close/>
                  <a:moveTo>
                    <a:pt x="313296" y="138986"/>
                  </a:moveTo>
                  <a:lnTo>
                    <a:pt x="313296" y="170936"/>
                  </a:lnTo>
                  <a:lnTo>
                    <a:pt x="346170" y="170936"/>
                  </a:lnTo>
                  <a:close/>
                  <a:moveTo>
                    <a:pt x="278485" y="138986"/>
                  </a:moveTo>
                  <a:lnTo>
                    <a:pt x="313296" y="170936"/>
                  </a:lnTo>
                  <a:lnTo>
                    <a:pt x="313296" y="138986"/>
                  </a:lnTo>
                  <a:close/>
                  <a:moveTo>
                    <a:pt x="34811" y="107036"/>
                  </a:moveTo>
                  <a:lnTo>
                    <a:pt x="34811" y="119977"/>
                  </a:lnTo>
                  <a:lnTo>
                    <a:pt x="56269" y="107036"/>
                  </a:lnTo>
                  <a:close/>
                  <a:moveTo>
                    <a:pt x="34811" y="119977"/>
                  </a:moveTo>
                  <a:lnTo>
                    <a:pt x="48887" y="138986"/>
                  </a:lnTo>
                  <a:lnTo>
                    <a:pt x="56269" y="107036"/>
                  </a:lnTo>
                  <a:close/>
                  <a:moveTo>
                    <a:pt x="56269" y="107036"/>
                  </a:moveTo>
                  <a:lnTo>
                    <a:pt x="48887" y="138986"/>
                  </a:lnTo>
                  <a:lnTo>
                    <a:pt x="69621" y="123412"/>
                  </a:lnTo>
                  <a:close/>
                  <a:moveTo>
                    <a:pt x="69621" y="123412"/>
                  </a:moveTo>
                  <a:lnTo>
                    <a:pt x="48887" y="138986"/>
                  </a:lnTo>
                  <a:lnTo>
                    <a:pt x="69621" y="138986"/>
                  </a:lnTo>
                  <a:close/>
                  <a:moveTo>
                    <a:pt x="278485" y="138986"/>
                  </a:moveTo>
                  <a:lnTo>
                    <a:pt x="313296" y="138986"/>
                  </a:lnTo>
                  <a:lnTo>
                    <a:pt x="278485" y="107036"/>
                  </a:lnTo>
                  <a:close/>
                  <a:moveTo>
                    <a:pt x="243675" y="107036"/>
                  </a:moveTo>
                  <a:lnTo>
                    <a:pt x="278485" y="138986"/>
                  </a:lnTo>
                  <a:lnTo>
                    <a:pt x="278485" y="107036"/>
                  </a:lnTo>
                  <a:close/>
                  <a:moveTo>
                    <a:pt x="20522" y="75086"/>
                  </a:moveTo>
                  <a:lnTo>
                    <a:pt x="34811" y="107036"/>
                  </a:lnTo>
                  <a:lnTo>
                    <a:pt x="34811" y="75086"/>
                  </a:lnTo>
                  <a:close/>
                  <a:moveTo>
                    <a:pt x="47961" y="75086"/>
                  </a:moveTo>
                  <a:lnTo>
                    <a:pt x="34811" y="75086"/>
                  </a:lnTo>
                  <a:lnTo>
                    <a:pt x="34811" y="107036"/>
                  </a:lnTo>
                  <a:close/>
                  <a:moveTo>
                    <a:pt x="243675" y="107036"/>
                  </a:moveTo>
                  <a:lnTo>
                    <a:pt x="278485" y="107036"/>
                  </a:lnTo>
                  <a:lnTo>
                    <a:pt x="243675" y="75086"/>
                  </a:lnTo>
                  <a:close/>
                  <a:moveTo>
                    <a:pt x="208864" y="75086"/>
                  </a:moveTo>
                  <a:lnTo>
                    <a:pt x="243675" y="107036"/>
                  </a:lnTo>
                  <a:lnTo>
                    <a:pt x="243675" y="75086"/>
                  </a:lnTo>
                  <a:close/>
                  <a:moveTo>
                    <a:pt x="61353" y="43136"/>
                  </a:moveTo>
                  <a:lnTo>
                    <a:pt x="34811" y="43136"/>
                  </a:lnTo>
                  <a:lnTo>
                    <a:pt x="34811" y="75086"/>
                  </a:lnTo>
                  <a:close/>
                  <a:moveTo>
                    <a:pt x="208864" y="75086"/>
                  </a:moveTo>
                  <a:lnTo>
                    <a:pt x="243675" y="75086"/>
                  </a:lnTo>
                  <a:lnTo>
                    <a:pt x="208864" y="43136"/>
                  </a:lnTo>
                  <a:close/>
                  <a:moveTo>
                    <a:pt x="208864" y="75086"/>
                  </a:moveTo>
                  <a:lnTo>
                    <a:pt x="208864" y="43136"/>
                  </a:lnTo>
                  <a:lnTo>
                    <a:pt x="205420" y="75086"/>
                  </a:lnTo>
                  <a:close/>
                  <a:moveTo>
                    <a:pt x="208864" y="43136"/>
                  </a:moveTo>
                  <a:lnTo>
                    <a:pt x="177618" y="43136"/>
                  </a:lnTo>
                  <a:lnTo>
                    <a:pt x="205420" y="75086"/>
                  </a:lnTo>
                  <a:close/>
                  <a:moveTo>
                    <a:pt x="69621" y="11186"/>
                  </a:moveTo>
                  <a:lnTo>
                    <a:pt x="63424" y="11186"/>
                  </a:lnTo>
                  <a:lnTo>
                    <a:pt x="69621" y="35785"/>
                  </a:lnTo>
                  <a:close/>
                  <a:moveTo>
                    <a:pt x="63424" y="11186"/>
                  </a:moveTo>
                  <a:lnTo>
                    <a:pt x="34811" y="36386"/>
                  </a:lnTo>
                  <a:lnTo>
                    <a:pt x="69621" y="35785"/>
                  </a:lnTo>
                  <a:close/>
                  <a:moveTo>
                    <a:pt x="69621" y="35785"/>
                  </a:moveTo>
                  <a:lnTo>
                    <a:pt x="34811" y="36386"/>
                  </a:lnTo>
                  <a:lnTo>
                    <a:pt x="61353" y="43136"/>
                  </a:lnTo>
                  <a:close/>
                  <a:moveTo>
                    <a:pt x="61353" y="43136"/>
                  </a:moveTo>
                  <a:lnTo>
                    <a:pt x="34811" y="36386"/>
                  </a:lnTo>
                  <a:lnTo>
                    <a:pt x="34811" y="43136"/>
                  </a:lnTo>
                  <a:close/>
                  <a:moveTo>
                    <a:pt x="174053" y="12678"/>
                  </a:moveTo>
                  <a:lnTo>
                    <a:pt x="139243" y="11186"/>
                  </a:lnTo>
                  <a:lnTo>
                    <a:pt x="139243" y="23768"/>
                  </a:lnTo>
                  <a:close/>
                  <a:moveTo>
                    <a:pt x="174053" y="12678"/>
                  </a:moveTo>
                  <a:lnTo>
                    <a:pt x="139243" y="23768"/>
                  </a:lnTo>
                  <a:lnTo>
                    <a:pt x="174053" y="40343"/>
                  </a:lnTo>
                  <a:close/>
                  <a:moveTo>
                    <a:pt x="208864" y="37552"/>
                  </a:moveTo>
                  <a:lnTo>
                    <a:pt x="177618" y="43136"/>
                  </a:lnTo>
                  <a:lnTo>
                    <a:pt x="208864" y="43136"/>
                  </a:lnTo>
                  <a:close/>
                  <a:moveTo>
                    <a:pt x="174053" y="40343"/>
                  </a:moveTo>
                  <a:lnTo>
                    <a:pt x="177618" y="43136"/>
                  </a:lnTo>
                  <a:lnTo>
                    <a:pt x="208864" y="37552"/>
                  </a:lnTo>
                  <a:close/>
                  <a:moveTo>
                    <a:pt x="174053" y="12678"/>
                  </a:moveTo>
                  <a:lnTo>
                    <a:pt x="174053" y="40343"/>
                  </a:lnTo>
                  <a:lnTo>
                    <a:pt x="208864" y="37552"/>
                  </a:lnTo>
                  <a:close/>
                  <a:moveTo>
                    <a:pt x="104432" y="11186"/>
                  </a:moveTo>
                  <a:lnTo>
                    <a:pt x="69621" y="11186"/>
                  </a:lnTo>
                  <a:lnTo>
                    <a:pt x="104432" y="21622"/>
                  </a:lnTo>
                  <a:close/>
                  <a:moveTo>
                    <a:pt x="69621" y="11186"/>
                  </a:moveTo>
                  <a:lnTo>
                    <a:pt x="69621" y="35785"/>
                  </a:lnTo>
                  <a:lnTo>
                    <a:pt x="104432" y="21622"/>
                  </a:lnTo>
                  <a:close/>
                  <a:moveTo>
                    <a:pt x="104432" y="11186"/>
                  </a:moveTo>
                  <a:lnTo>
                    <a:pt x="139243" y="11186"/>
                  </a:lnTo>
                  <a:lnTo>
                    <a:pt x="139243" y="0"/>
                  </a:lnTo>
                  <a:close/>
                  <a:moveTo>
                    <a:pt x="139243" y="11186"/>
                  </a:moveTo>
                  <a:lnTo>
                    <a:pt x="104432" y="11186"/>
                  </a:lnTo>
                  <a:lnTo>
                    <a:pt x="139243" y="23768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3993" name="Candidate_B5__3992">
              <a:extLst>
                <a:ext uri="{FF2B5EF4-FFF2-40B4-BE49-F238E27FC236}">
                  <a16:creationId xmlns:a16="http://schemas.microsoft.com/office/drawing/2014/main" id="{36BC8EB2-52A1-439F-8149-2FAFE6B9CCB8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40409"/>
              <a:ext cx="348107" cy="426883"/>
            </a:xfrm>
            <a:custGeom>
              <a:avLst/>
              <a:gdLst/>
              <a:ahLst/>
              <a:cxnLst/>
              <a:rect l="0" t="0" r="0" b="0"/>
              <a:pathLst>
                <a:path w="348107" h="426883">
                  <a:moveTo>
                    <a:pt x="34811" y="415351"/>
                  </a:moveTo>
                  <a:lnTo>
                    <a:pt x="68109" y="415351"/>
                  </a:lnTo>
                  <a:lnTo>
                    <a:pt x="34811" y="389366"/>
                  </a:lnTo>
                  <a:close/>
                  <a:moveTo>
                    <a:pt x="208864" y="419195"/>
                  </a:moveTo>
                  <a:lnTo>
                    <a:pt x="243675" y="415351"/>
                  </a:lnTo>
                  <a:lnTo>
                    <a:pt x="223631" y="415351"/>
                  </a:lnTo>
                  <a:close/>
                  <a:moveTo>
                    <a:pt x="223631" y="415351"/>
                  </a:moveTo>
                  <a:lnTo>
                    <a:pt x="243675" y="415351"/>
                  </a:lnTo>
                  <a:lnTo>
                    <a:pt x="243675" y="409720"/>
                  </a:lnTo>
                  <a:close/>
                  <a:moveTo>
                    <a:pt x="278485" y="394125"/>
                  </a:moveTo>
                  <a:lnTo>
                    <a:pt x="313296" y="383401"/>
                  </a:lnTo>
                  <a:lnTo>
                    <a:pt x="294146" y="383401"/>
                  </a:lnTo>
                  <a:close/>
                  <a:moveTo>
                    <a:pt x="29944" y="383401"/>
                  </a:moveTo>
                  <a:lnTo>
                    <a:pt x="23351" y="351451"/>
                  </a:lnTo>
                  <a:lnTo>
                    <a:pt x="0" y="383401"/>
                  </a:lnTo>
                  <a:close/>
                  <a:moveTo>
                    <a:pt x="294146" y="383401"/>
                  </a:moveTo>
                  <a:lnTo>
                    <a:pt x="313296" y="383401"/>
                  </a:lnTo>
                  <a:lnTo>
                    <a:pt x="313296" y="363297"/>
                  </a:lnTo>
                  <a:close/>
                  <a:moveTo>
                    <a:pt x="23351" y="351451"/>
                  </a:moveTo>
                  <a:lnTo>
                    <a:pt x="34811" y="322294"/>
                  </a:lnTo>
                  <a:lnTo>
                    <a:pt x="0" y="351451"/>
                  </a:lnTo>
                  <a:close/>
                  <a:moveTo>
                    <a:pt x="0" y="351451"/>
                  </a:moveTo>
                  <a:lnTo>
                    <a:pt x="34811" y="322294"/>
                  </a:lnTo>
                  <a:lnTo>
                    <a:pt x="34811" y="319501"/>
                  </a:lnTo>
                  <a:close/>
                  <a:moveTo>
                    <a:pt x="348107" y="319501"/>
                  </a:moveTo>
                  <a:lnTo>
                    <a:pt x="332965" y="319501"/>
                  </a:lnTo>
                  <a:lnTo>
                    <a:pt x="322011" y="351451"/>
                  </a:lnTo>
                  <a:close/>
                  <a:moveTo>
                    <a:pt x="36076" y="319501"/>
                  </a:moveTo>
                  <a:lnTo>
                    <a:pt x="69329" y="287551"/>
                  </a:lnTo>
                  <a:lnTo>
                    <a:pt x="34811" y="319501"/>
                  </a:lnTo>
                  <a:close/>
                  <a:moveTo>
                    <a:pt x="69329" y="28755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34811" y="319501"/>
                  </a:moveTo>
                  <a:lnTo>
                    <a:pt x="34811" y="322294"/>
                  </a:lnTo>
                  <a:lnTo>
                    <a:pt x="36076" y="319501"/>
                  </a:lnTo>
                  <a:close/>
                  <a:moveTo>
                    <a:pt x="348107" y="287551"/>
                  </a:moveTo>
                  <a:lnTo>
                    <a:pt x="334559" y="287551"/>
                  </a:lnTo>
                  <a:lnTo>
                    <a:pt x="332965" y="319501"/>
                  </a:lnTo>
                  <a:close/>
                  <a:moveTo>
                    <a:pt x="348107" y="255601"/>
                  </a:moveTo>
                  <a:lnTo>
                    <a:pt x="330677" y="255601"/>
                  </a:lnTo>
                  <a:lnTo>
                    <a:pt x="334559" y="287551"/>
                  </a:lnTo>
                  <a:close/>
                  <a:moveTo>
                    <a:pt x="115233" y="255601"/>
                  </a:moveTo>
                  <a:lnTo>
                    <a:pt x="139243" y="232363"/>
                  </a:lnTo>
                  <a:lnTo>
                    <a:pt x="104432" y="255601"/>
                  </a:lnTo>
                  <a:close/>
                  <a:moveTo>
                    <a:pt x="104432" y="255601"/>
                  </a:moveTo>
                  <a:lnTo>
                    <a:pt x="139243" y="232363"/>
                  </a:lnTo>
                  <a:lnTo>
                    <a:pt x="139243" y="223650"/>
                  </a:lnTo>
                  <a:close/>
                  <a:moveTo>
                    <a:pt x="104432" y="255601"/>
                  </a:moveTo>
                  <a:lnTo>
                    <a:pt x="104432" y="262921"/>
                  </a:lnTo>
                  <a:lnTo>
                    <a:pt x="115233" y="255601"/>
                  </a:lnTo>
                  <a:close/>
                  <a:moveTo>
                    <a:pt x="348107" y="223650"/>
                  </a:moveTo>
                  <a:lnTo>
                    <a:pt x="323754" y="223650"/>
                  </a:lnTo>
                  <a:lnTo>
                    <a:pt x="330677" y="255601"/>
                  </a:lnTo>
                  <a:close/>
                  <a:moveTo>
                    <a:pt x="148428" y="223650"/>
                  </a:moveTo>
                  <a:lnTo>
                    <a:pt x="159683" y="191700"/>
                  </a:lnTo>
                  <a:lnTo>
                    <a:pt x="139243" y="223650"/>
                  </a:lnTo>
                  <a:close/>
                  <a:moveTo>
                    <a:pt x="159683" y="191700"/>
                  </a:moveTo>
                  <a:lnTo>
                    <a:pt x="139243" y="191700"/>
                  </a:lnTo>
                  <a:lnTo>
                    <a:pt x="139243" y="223650"/>
                  </a:lnTo>
                  <a:close/>
                  <a:moveTo>
                    <a:pt x="139243" y="223650"/>
                  </a:moveTo>
                  <a:lnTo>
                    <a:pt x="139243" y="232363"/>
                  </a:lnTo>
                  <a:lnTo>
                    <a:pt x="148428" y="223650"/>
                  </a:lnTo>
                  <a:close/>
                  <a:moveTo>
                    <a:pt x="348107" y="191700"/>
                  </a:moveTo>
                  <a:lnTo>
                    <a:pt x="313354" y="191700"/>
                  </a:lnTo>
                  <a:lnTo>
                    <a:pt x="323754" y="223650"/>
                  </a:lnTo>
                  <a:close/>
                  <a:moveTo>
                    <a:pt x="159683" y="191700"/>
                  </a:moveTo>
                  <a:lnTo>
                    <a:pt x="139961" y="159750"/>
                  </a:lnTo>
                  <a:lnTo>
                    <a:pt x="139243" y="191700"/>
                  </a:lnTo>
                  <a:close/>
                  <a:moveTo>
                    <a:pt x="139961" y="159750"/>
                  </a:moveTo>
                  <a:lnTo>
                    <a:pt x="139243" y="159750"/>
                  </a:lnTo>
                  <a:lnTo>
                    <a:pt x="139243" y="191700"/>
                  </a:lnTo>
                  <a:close/>
                  <a:moveTo>
                    <a:pt x="313296" y="191586"/>
                  </a:moveTo>
                  <a:lnTo>
                    <a:pt x="313354" y="191700"/>
                  </a:lnTo>
                  <a:lnTo>
                    <a:pt x="313296" y="159750"/>
                  </a:lnTo>
                  <a:close/>
                  <a:moveTo>
                    <a:pt x="104432" y="159750"/>
                  </a:moveTo>
                  <a:lnTo>
                    <a:pt x="139243" y="159750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243" y="159365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961" y="159750"/>
                  </a:lnTo>
                  <a:lnTo>
                    <a:pt x="139243" y="159365"/>
                  </a:lnTo>
                  <a:close/>
                  <a:moveTo>
                    <a:pt x="278485" y="147402"/>
                  </a:moveTo>
                  <a:lnTo>
                    <a:pt x="290416" y="159750"/>
                  </a:lnTo>
                  <a:lnTo>
                    <a:pt x="278485" y="127800"/>
                  </a:lnTo>
                  <a:close/>
                  <a:moveTo>
                    <a:pt x="278485" y="127800"/>
                  </a:moveTo>
                  <a:lnTo>
                    <a:pt x="290416" y="159750"/>
                  </a:lnTo>
                  <a:lnTo>
                    <a:pt x="313296" y="159750"/>
                  </a:lnTo>
                  <a:close/>
                  <a:moveTo>
                    <a:pt x="313296" y="191586"/>
                  </a:moveTo>
                  <a:lnTo>
                    <a:pt x="313296" y="159750"/>
                  </a:lnTo>
                  <a:lnTo>
                    <a:pt x="290416" y="159750"/>
                  </a:lnTo>
                  <a:close/>
                  <a:moveTo>
                    <a:pt x="69621" y="127800"/>
                  </a:moveTo>
                  <a:lnTo>
                    <a:pt x="88756" y="127800"/>
                  </a:lnTo>
                  <a:lnTo>
                    <a:pt x="69621" y="112227"/>
                  </a:lnTo>
                  <a:close/>
                  <a:moveTo>
                    <a:pt x="243675" y="117647"/>
                  </a:moveTo>
                  <a:lnTo>
                    <a:pt x="254562" y="127800"/>
                  </a:lnTo>
                  <a:lnTo>
                    <a:pt x="243675" y="95850"/>
                  </a:lnTo>
                  <a:close/>
                  <a:moveTo>
                    <a:pt x="243675" y="95850"/>
                  </a:moveTo>
                  <a:lnTo>
                    <a:pt x="254562" y="127800"/>
                  </a:lnTo>
                  <a:lnTo>
                    <a:pt x="278485" y="127800"/>
                  </a:lnTo>
                  <a:close/>
                  <a:moveTo>
                    <a:pt x="278485" y="147402"/>
                  </a:moveTo>
                  <a:lnTo>
                    <a:pt x="278485" y="127800"/>
                  </a:lnTo>
                  <a:lnTo>
                    <a:pt x="254562" y="127800"/>
                  </a:lnTo>
                  <a:close/>
                  <a:moveTo>
                    <a:pt x="56269" y="95850"/>
                  </a:moveTo>
                  <a:lnTo>
                    <a:pt x="47961" y="63900"/>
                  </a:lnTo>
                  <a:lnTo>
                    <a:pt x="34811" y="95850"/>
                  </a:lnTo>
                  <a:close/>
                  <a:moveTo>
                    <a:pt x="208864" y="70163"/>
                  </a:moveTo>
                  <a:lnTo>
                    <a:pt x="225991" y="95850"/>
                  </a:lnTo>
                  <a:lnTo>
                    <a:pt x="208864" y="63900"/>
                  </a:lnTo>
                  <a:close/>
                  <a:moveTo>
                    <a:pt x="208864" y="63900"/>
                  </a:moveTo>
                  <a:lnTo>
                    <a:pt x="225991" y="95850"/>
                  </a:lnTo>
                  <a:lnTo>
                    <a:pt x="243675" y="95850"/>
                  </a:lnTo>
                  <a:close/>
                  <a:moveTo>
                    <a:pt x="243675" y="117647"/>
                  </a:moveTo>
                  <a:lnTo>
                    <a:pt x="243675" y="95850"/>
                  </a:lnTo>
                  <a:lnTo>
                    <a:pt x="225991" y="95850"/>
                  </a:lnTo>
                  <a:close/>
                  <a:moveTo>
                    <a:pt x="47961" y="63900"/>
                  </a:moveTo>
                  <a:lnTo>
                    <a:pt x="61353" y="31950"/>
                  </a:lnTo>
                  <a:lnTo>
                    <a:pt x="34811" y="63900"/>
                  </a:lnTo>
                  <a:close/>
                  <a:moveTo>
                    <a:pt x="208864" y="70163"/>
                  </a:moveTo>
                  <a:lnTo>
                    <a:pt x="208864" y="63900"/>
                  </a:lnTo>
                  <a:lnTo>
                    <a:pt x="205420" y="63900"/>
                  </a:lnTo>
                  <a:close/>
                  <a:moveTo>
                    <a:pt x="104432" y="0"/>
                  </a:moveTo>
                  <a:lnTo>
                    <a:pt x="104432" y="10436"/>
                  </a:lnTo>
                  <a:lnTo>
                    <a:pt x="139243" y="12582"/>
                  </a:lnTo>
                  <a:close/>
                  <a:moveTo>
                    <a:pt x="68109" y="415351"/>
                  </a:moveTo>
                  <a:lnTo>
                    <a:pt x="69621" y="416079"/>
                  </a:lnTo>
                  <a:lnTo>
                    <a:pt x="69621" y="415351"/>
                  </a:lnTo>
                  <a:close/>
                  <a:moveTo>
                    <a:pt x="69621" y="415351"/>
                  </a:moveTo>
                  <a:lnTo>
                    <a:pt x="34811" y="389366"/>
                  </a:lnTo>
                  <a:lnTo>
                    <a:pt x="68109" y="415351"/>
                  </a:lnTo>
                  <a:close/>
                  <a:moveTo>
                    <a:pt x="34811" y="383401"/>
                  </a:moveTo>
                  <a:lnTo>
                    <a:pt x="34811" y="389366"/>
                  </a:lnTo>
                  <a:lnTo>
                    <a:pt x="69621" y="415351"/>
                  </a:lnTo>
                  <a:close/>
                  <a:moveTo>
                    <a:pt x="104432" y="415351"/>
                  </a:moveTo>
                  <a:lnTo>
                    <a:pt x="69621" y="416079"/>
                  </a:lnTo>
                  <a:lnTo>
                    <a:pt x="104432" y="424865"/>
                  </a:lnTo>
                  <a:close/>
                  <a:moveTo>
                    <a:pt x="104432" y="415351"/>
                  </a:moveTo>
                  <a:lnTo>
                    <a:pt x="69621" y="415351"/>
                  </a:lnTo>
                  <a:lnTo>
                    <a:pt x="69621" y="416079"/>
                  </a:lnTo>
                  <a:close/>
                  <a:moveTo>
                    <a:pt x="139243" y="415351"/>
                  </a:moveTo>
                  <a:lnTo>
                    <a:pt x="104432" y="424865"/>
                  </a:lnTo>
                  <a:lnTo>
                    <a:pt x="139243" y="426883"/>
                  </a:lnTo>
                  <a:close/>
                  <a:moveTo>
                    <a:pt x="174053" y="415351"/>
                  </a:moveTo>
                  <a:lnTo>
                    <a:pt x="139243" y="426883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174053" y="424668"/>
                  </a:lnTo>
                  <a:lnTo>
                    <a:pt x="208864" y="419195"/>
                  </a:lnTo>
                  <a:close/>
                  <a:moveTo>
                    <a:pt x="208864" y="415351"/>
                  </a:moveTo>
                  <a:lnTo>
                    <a:pt x="174053" y="415351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208864" y="419195"/>
                  </a:lnTo>
                  <a:lnTo>
                    <a:pt x="223631" y="415351"/>
                  </a:lnTo>
                  <a:close/>
                  <a:moveTo>
                    <a:pt x="29944" y="383401"/>
                  </a:moveTo>
                  <a:lnTo>
                    <a:pt x="34811" y="389366"/>
                  </a:lnTo>
                  <a:lnTo>
                    <a:pt x="34811" y="383401"/>
                  </a:lnTo>
                  <a:close/>
                  <a:moveTo>
                    <a:pt x="23351" y="351451"/>
                  </a:moveTo>
                  <a:lnTo>
                    <a:pt x="34811" y="383401"/>
                  </a:lnTo>
                  <a:lnTo>
                    <a:pt x="34811" y="351451"/>
                  </a:lnTo>
                  <a:close/>
                  <a:moveTo>
                    <a:pt x="23351" y="351451"/>
                  </a:moveTo>
                  <a:lnTo>
                    <a:pt x="29944" y="383401"/>
                  </a:lnTo>
                  <a:lnTo>
                    <a:pt x="34811" y="383401"/>
                  </a:lnTo>
                  <a:close/>
                  <a:moveTo>
                    <a:pt x="278485" y="383401"/>
                  </a:moveTo>
                  <a:lnTo>
                    <a:pt x="243675" y="409720"/>
                  </a:lnTo>
                  <a:lnTo>
                    <a:pt x="278485" y="394125"/>
                  </a:lnTo>
                  <a:close/>
                  <a:moveTo>
                    <a:pt x="278485" y="383401"/>
                  </a:moveTo>
                  <a:lnTo>
                    <a:pt x="278485" y="394125"/>
                  </a:lnTo>
                  <a:lnTo>
                    <a:pt x="294146" y="383401"/>
                  </a:lnTo>
                  <a:close/>
                  <a:moveTo>
                    <a:pt x="313296" y="351451"/>
                  </a:moveTo>
                  <a:lnTo>
                    <a:pt x="294146" y="383401"/>
                  </a:lnTo>
                  <a:lnTo>
                    <a:pt x="313296" y="363297"/>
                  </a:lnTo>
                  <a:close/>
                  <a:moveTo>
                    <a:pt x="278485" y="383401"/>
                  </a:moveTo>
                  <a:lnTo>
                    <a:pt x="294146" y="383401"/>
                  </a:lnTo>
                  <a:lnTo>
                    <a:pt x="313296" y="351451"/>
                  </a:lnTo>
                  <a:close/>
                  <a:moveTo>
                    <a:pt x="34811" y="322294"/>
                  </a:moveTo>
                  <a:lnTo>
                    <a:pt x="23351" y="351451"/>
                  </a:lnTo>
                  <a:lnTo>
                    <a:pt x="34811" y="351451"/>
                  </a:lnTo>
                  <a:close/>
                  <a:moveTo>
                    <a:pt x="34811" y="351451"/>
                  </a:moveTo>
                  <a:lnTo>
                    <a:pt x="36076" y="319501"/>
                  </a:lnTo>
                  <a:lnTo>
                    <a:pt x="34811" y="322294"/>
                  </a:lnTo>
                  <a:close/>
                  <a:moveTo>
                    <a:pt x="313296" y="351451"/>
                  </a:moveTo>
                  <a:lnTo>
                    <a:pt x="313296" y="363297"/>
                  </a:lnTo>
                  <a:lnTo>
                    <a:pt x="322011" y="351451"/>
                  </a:lnTo>
                  <a:close/>
                  <a:moveTo>
                    <a:pt x="313296" y="319501"/>
                  </a:moveTo>
                  <a:lnTo>
                    <a:pt x="322011" y="351451"/>
                  </a:lnTo>
                  <a:lnTo>
                    <a:pt x="332965" y="319501"/>
                  </a:lnTo>
                  <a:close/>
                  <a:moveTo>
                    <a:pt x="69329" y="287551"/>
                  </a:moveTo>
                  <a:lnTo>
                    <a:pt x="69621" y="319501"/>
                  </a:lnTo>
                  <a:lnTo>
                    <a:pt x="69621" y="287551"/>
                  </a:lnTo>
                  <a:close/>
                  <a:moveTo>
                    <a:pt x="69329" y="287551"/>
                  </a:moveTo>
                  <a:lnTo>
                    <a:pt x="36076" y="319501"/>
                  </a:lnTo>
                  <a:lnTo>
                    <a:pt x="69621" y="319501"/>
                  </a:lnTo>
                  <a:close/>
                  <a:moveTo>
                    <a:pt x="313296" y="287551"/>
                  </a:moveTo>
                  <a:lnTo>
                    <a:pt x="332965" y="319501"/>
                  </a:lnTo>
                  <a:lnTo>
                    <a:pt x="334559" y="287551"/>
                  </a:lnTo>
                  <a:close/>
                  <a:moveTo>
                    <a:pt x="69621" y="287322"/>
                  </a:moveTo>
                  <a:lnTo>
                    <a:pt x="69329" y="287551"/>
                  </a:lnTo>
                  <a:lnTo>
                    <a:pt x="69621" y="287551"/>
                  </a:lnTo>
                  <a:close/>
                  <a:moveTo>
                    <a:pt x="69621" y="287551"/>
                  </a:moveTo>
                  <a:lnTo>
                    <a:pt x="104432" y="262921"/>
                  </a:lnTo>
                  <a:lnTo>
                    <a:pt x="69621" y="287322"/>
                  </a:lnTo>
                  <a:close/>
                  <a:moveTo>
                    <a:pt x="69621" y="287551"/>
                  </a:moveTo>
                  <a:lnTo>
                    <a:pt x="104432" y="287551"/>
                  </a:lnTo>
                  <a:lnTo>
                    <a:pt x="104432" y="262921"/>
                  </a:lnTo>
                  <a:close/>
                  <a:moveTo>
                    <a:pt x="104432" y="287551"/>
                  </a:moveTo>
                  <a:lnTo>
                    <a:pt x="115233" y="255601"/>
                  </a:lnTo>
                  <a:lnTo>
                    <a:pt x="104432" y="262921"/>
                  </a:lnTo>
                  <a:close/>
                  <a:moveTo>
                    <a:pt x="313296" y="255601"/>
                  </a:moveTo>
                  <a:lnTo>
                    <a:pt x="334559" y="287551"/>
                  </a:lnTo>
                  <a:lnTo>
                    <a:pt x="330677" y="255601"/>
                  </a:lnTo>
                  <a:close/>
                  <a:moveTo>
                    <a:pt x="139243" y="232363"/>
                  </a:moveTo>
                  <a:lnTo>
                    <a:pt x="115233" y="255601"/>
                  </a:lnTo>
                  <a:lnTo>
                    <a:pt x="139243" y="255601"/>
                  </a:lnTo>
                  <a:close/>
                  <a:moveTo>
                    <a:pt x="139243" y="255601"/>
                  </a:moveTo>
                  <a:lnTo>
                    <a:pt x="148428" y="223650"/>
                  </a:lnTo>
                  <a:lnTo>
                    <a:pt x="139243" y="232363"/>
                  </a:lnTo>
                  <a:close/>
                  <a:moveTo>
                    <a:pt x="313296" y="223650"/>
                  </a:moveTo>
                  <a:lnTo>
                    <a:pt x="330677" y="255601"/>
                  </a:lnTo>
                  <a:lnTo>
                    <a:pt x="323754" y="223650"/>
                  </a:lnTo>
                  <a:close/>
                  <a:moveTo>
                    <a:pt x="313296" y="223650"/>
                  </a:moveTo>
                  <a:lnTo>
                    <a:pt x="313296" y="255601"/>
                  </a:lnTo>
                  <a:lnTo>
                    <a:pt x="330677" y="255601"/>
                  </a:lnTo>
                  <a:close/>
                  <a:moveTo>
                    <a:pt x="159683" y="191700"/>
                  </a:moveTo>
                  <a:lnTo>
                    <a:pt x="174053" y="223650"/>
                  </a:lnTo>
                  <a:lnTo>
                    <a:pt x="174053" y="191700"/>
                  </a:lnTo>
                  <a:close/>
                  <a:moveTo>
                    <a:pt x="159683" y="191700"/>
                  </a:moveTo>
                  <a:lnTo>
                    <a:pt x="148428" y="223650"/>
                  </a:lnTo>
                  <a:lnTo>
                    <a:pt x="174053" y="223650"/>
                  </a:lnTo>
                  <a:close/>
                  <a:moveTo>
                    <a:pt x="313296" y="191700"/>
                  </a:moveTo>
                  <a:lnTo>
                    <a:pt x="323754" y="223650"/>
                  </a:lnTo>
                  <a:lnTo>
                    <a:pt x="313354" y="191700"/>
                  </a:lnTo>
                  <a:close/>
                  <a:moveTo>
                    <a:pt x="313296" y="191700"/>
                  </a:moveTo>
                  <a:lnTo>
                    <a:pt x="313296" y="223650"/>
                  </a:lnTo>
                  <a:lnTo>
                    <a:pt x="323754" y="223650"/>
                  </a:lnTo>
                  <a:close/>
                  <a:moveTo>
                    <a:pt x="139961" y="15975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961" y="159750"/>
                  </a:moveTo>
                  <a:lnTo>
                    <a:pt x="159683" y="191700"/>
                  </a:lnTo>
                  <a:lnTo>
                    <a:pt x="174053" y="191700"/>
                  </a:lnTo>
                  <a:close/>
                  <a:moveTo>
                    <a:pt x="278485" y="159750"/>
                  </a:moveTo>
                  <a:lnTo>
                    <a:pt x="313296" y="191586"/>
                  </a:lnTo>
                  <a:lnTo>
                    <a:pt x="290416" y="159750"/>
                  </a:lnTo>
                  <a:close/>
                  <a:moveTo>
                    <a:pt x="313296" y="191700"/>
                  </a:moveTo>
                  <a:lnTo>
                    <a:pt x="313296" y="191586"/>
                  </a:lnTo>
                  <a:lnTo>
                    <a:pt x="278485" y="159750"/>
                  </a:lnTo>
                  <a:close/>
                  <a:moveTo>
                    <a:pt x="278485" y="191700"/>
                  </a:moveTo>
                  <a:lnTo>
                    <a:pt x="313296" y="191700"/>
                  </a:lnTo>
                  <a:lnTo>
                    <a:pt x="278485" y="159750"/>
                  </a:lnTo>
                  <a:close/>
                  <a:moveTo>
                    <a:pt x="313296" y="191700"/>
                  </a:moveTo>
                  <a:lnTo>
                    <a:pt x="313354" y="191700"/>
                  </a:lnTo>
                  <a:lnTo>
                    <a:pt x="313296" y="191586"/>
                  </a:lnTo>
                  <a:close/>
                  <a:moveTo>
                    <a:pt x="174053" y="159750"/>
                  </a:moveTo>
                  <a:lnTo>
                    <a:pt x="139243" y="159365"/>
                  </a:lnTo>
                  <a:lnTo>
                    <a:pt x="139961" y="159750"/>
                  </a:lnTo>
                  <a:close/>
                  <a:moveTo>
                    <a:pt x="243675" y="127800"/>
                  </a:moveTo>
                  <a:lnTo>
                    <a:pt x="278485" y="147402"/>
                  </a:lnTo>
                  <a:lnTo>
                    <a:pt x="254562" y="127800"/>
                  </a:lnTo>
                  <a:close/>
                  <a:moveTo>
                    <a:pt x="278485" y="159750"/>
                  </a:moveTo>
                  <a:lnTo>
                    <a:pt x="278485" y="147402"/>
                  </a:lnTo>
                  <a:lnTo>
                    <a:pt x="243675" y="127800"/>
                  </a:lnTo>
                  <a:close/>
                  <a:moveTo>
                    <a:pt x="243675" y="159750"/>
                  </a:moveTo>
                  <a:lnTo>
                    <a:pt x="278485" y="159750"/>
                  </a:lnTo>
                  <a:lnTo>
                    <a:pt x="243675" y="127800"/>
                  </a:lnTo>
                  <a:close/>
                  <a:moveTo>
                    <a:pt x="278485" y="159750"/>
                  </a:moveTo>
                  <a:lnTo>
                    <a:pt x="290416" y="159750"/>
                  </a:lnTo>
                  <a:lnTo>
                    <a:pt x="278485" y="147402"/>
                  </a:lnTo>
                  <a:close/>
                  <a:moveTo>
                    <a:pt x="88756" y="127800"/>
                  </a:moveTo>
                  <a:lnTo>
                    <a:pt x="104432" y="139247"/>
                  </a:lnTo>
                  <a:lnTo>
                    <a:pt x="104432" y="127800"/>
                  </a:lnTo>
                  <a:close/>
                  <a:moveTo>
                    <a:pt x="104432" y="127800"/>
                  </a:moveTo>
                  <a:lnTo>
                    <a:pt x="69621" y="112227"/>
                  </a:lnTo>
                  <a:lnTo>
                    <a:pt x="88756" y="127800"/>
                  </a:lnTo>
                  <a:close/>
                  <a:moveTo>
                    <a:pt x="69621" y="95850"/>
                  </a:moveTo>
                  <a:lnTo>
                    <a:pt x="69621" y="112227"/>
                  </a:lnTo>
                  <a:lnTo>
                    <a:pt x="104432" y="127800"/>
                  </a:lnTo>
                  <a:close/>
                  <a:moveTo>
                    <a:pt x="139243" y="127800"/>
                  </a:moveTo>
                  <a:lnTo>
                    <a:pt x="104432" y="139247"/>
                  </a:lnTo>
                  <a:lnTo>
                    <a:pt x="139243" y="159365"/>
                  </a:lnTo>
                  <a:close/>
                  <a:moveTo>
                    <a:pt x="208864" y="95850"/>
                  </a:moveTo>
                  <a:lnTo>
                    <a:pt x="243675" y="117647"/>
                  </a:lnTo>
                  <a:lnTo>
                    <a:pt x="225991" y="95850"/>
                  </a:lnTo>
                  <a:close/>
                  <a:moveTo>
                    <a:pt x="243675" y="127800"/>
                  </a:moveTo>
                  <a:lnTo>
                    <a:pt x="243675" y="117647"/>
                  </a:lnTo>
                  <a:lnTo>
                    <a:pt x="208864" y="95850"/>
                  </a:lnTo>
                  <a:close/>
                  <a:moveTo>
                    <a:pt x="243675" y="127800"/>
                  </a:moveTo>
                  <a:lnTo>
                    <a:pt x="254562" y="127800"/>
                  </a:lnTo>
                  <a:lnTo>
                    <a:pt x="243675" y="117647"/>
                  </a:lnTo>
                  <a:close/>
                  <a:moveTo>
                    <a:pt x="56269" y="95850"/>
                  </a:moveTo>
                  <a:lnTo>
                    <a:pt x="69621" y="112227"/>
                  </a:lnTo>
                  <a:lnTo>
                    <a:pt x="69621" y="95850"/>
                  </a:lnTo>
                  <a:close/>
                  <a:moveTo>
                    <a:pt x="47961" y="63900"/>
                  </a:moveTo>
                  <a:lnTo>
                    <a:pt x="56269" y="95850"/>
                  </a:lnTo>
                  <a:lnTo>
                    <a:pt x="69621" y="95850"/>
                  </a:lnTo>
                  <a:close/>
                  <a:moveTo>
                    <a:pt x="174053" y="63900"/>
                  </a:moveTo>
                  <a:lnTo>
                    <a:pt x="208864" y="70163"/>
                  </a:lnTo>
                  <a:lnTo>
                    <a:pt x="205420" y="63900"/>
                  </a:lnTo>
                  <a:close/>
                  <a:moveTo>
                    <a:pt x="208864" y="95850"/>
                  </a:moveTo>
                  <a:lnTo>
                    <a:pt x="225991" y="95850"/>
                  </a:lnTo>
                  <a:lnTo>
                    <a:pt x="208864" y="70163"/>
                  </a:lnTo>
                  <a:close/>
                  <a:moveTo>
                    <a:pt x="61353" y="31950"/>
                  </a:moveTo>
                  <a:lnTo>
                    <a:pt x="47961" y="63900"/>
                  </a:lnTo>
                  <a:lnTo>
                    <a:pt x="69621" y="63900"/>
                  </a:lnTo>
                  <a:close/>
                  <a:moveTo>
                    <a:pt x="174053" y="31950"/>
                  </a:moveTo>
                  <a:lnTo>
                    <a:pt x="205420" y="63900"/>
                  </a:lnTo>
                  <a:lnTo>
                    <a:pt x="177618" y="31950"/>
                  </a:lnTo>
                  <a:close/>
                  <a:moveTo>
                    <a:pt x="174053" y="31950"/>
                  </a:moveTo>
                  <a:lnTo>
                    <a:pt x="174053" y="63900"/>
                  </a:lnTo>
                  <a:lnTo>
                    <a:pt x="205420" y="63900"/>
                  </a:lnTo>
                  <a:close/>
                  <a:moveTo>
                    <a:pt x="69621" y="24599"/>
                  </a:moveTo>
                  <a:lnTo>
                    <a:pt x="61353" y="31950"/>
                  </a:lnTo>
                  <a:lnTo>
                    <a:pt x="69621" y="31950"/>
                  </a:lnTo>
                  <a:close/>
                  <a:moveTo>
                    <a:pt x="69621" y="31950"/>
                  </a:moveTo>
                  <a:lnTo>
                    <a:pt x="104432" y="10436"/>
                  </a:lnTo>
                  <a:lnTo>
                    <a:pt x="69621" y="24599"/>
                  </a:lnTo>
                  <a:close/>
                  <a:moveTo>
                    <a:pt x="104432" y="31950"/>
                  </a:moveTo>
                  <a:lnTo>
                    <a:pt x="139243" y="12582"/>
                  </a:lnTo>
                  <a:lnTo>
                    <a:pt x="104432" y="10436"/>
                  </a:lnTo>
                  <a:close/>
                  <a:moveTo>
                    <a:pt x="139243" y="31950"/>
                  </a:moveTo>
                  <a:lnTo>
                    <a:pt x="174053" y="29158"/>
                  </a:lnTo>
                  <a:lnTo>
                    <a:pt x="139243" y="12582"/>
                  </a:lnTo>
                  <a:close/>
                  <a:moveTo>
                    <a:pt x="139243" y="31950"/>
                  </a:moveTo>
                  <a:lnTo>
                    <a:pt x="174053" y="31950"/>
                  </a:lnTo>
                  <a:lnTo>
                    <a:pt x="174053" y="29158"/>
                  </a:lnTo>
                  <a:close/>
                  <a:moveTo>
                    <a:pt x="174053" y="31950"/>
                  </a:moveTo>
                  <a:lnTo>
                    <a:pt x="177618" y="31950"/>
                  </a:lnTo>
                  <a:lnTo>
                    <a:pt x="174053" y="29158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3994" name="Candidate_B5__3993">
              <a:extLst>
                <a:ext uri="{FF2B5EF4-FFF2-40B4-BE49-F238E27FC236}">
                  <a16:creationId xmlns:a16="http://schemas.microsoft.com/office/drawing/2014/main" id="{BAD2A07B-14A0-2E5B-4D25-2D09AAD71C47}"/>
                </a:ext>
              </a:extLst>
            </p:cNvPr>
            <p:cNvSpPr>
              <a:spLocks noGrp="1"/>
            </p:cNvSpPr>
            <p:nvPr/>
          </p:nvSpPr>
          <p:spPr>
            <a:xfrm>
              <a:off x="4058618" y="3550845"/>
              <a:ext cx="299748" cy="416447"/>
            </a:xfrm>
            <a:custGeom>
              <a:avLst/>
              <a:gdLst/>
              <a:ahLst/>
              <a:cxnLst/>
              <a:rect l="0" t="0" r="0" b="0"/>
              <a:pathLst>
                <a:path w="299748" h="416447">
                  <a:moveTo>
                    <a:pt x="34811" y="372965"/>
                  </a:moveTo>
                  <a:lnTo>
                    <a:pt x="0" y="372965"/>
                  </a:lnTo>
                  <a:lnTo>
                    <a:pt x="34811" y="404915"/>
                  </a:lnTo>
                  <a:close/>
                  <a:moveTo>
                    <a:pt x="34811" y="404915"/>
                  </a:moveTo>
                  <a:lnTo>
                    <a:pt x="69621" y="404915"/>
                  </a:lnTo>
                  <a:lnTo>
                    <a:pt x="69621" y="372965"/>
                  </a:lnTo>
                  <a:close/>
                  <a:moveTo>
                    <a:pt x="34811" y="404915"/>
                  </a:moveTo>
                  <a:lnTo>
                    <a:pt x="69621" y="372965"/>
                  </a:lnTo>
                  <a:lnTo>
                    <a:pt x="34811" y="372965"/>
                  </a:lnTo>
                  <a:close/>
                  <a:moveTo>
                    <a:pt x="104432" y="404915"/>
                  </a:moveTo>
                  <a:lnTo>
                    <a:pt x="69621" y="404915"/>
                  </a:lnTo>
                  <a:lnTo>
                    <a:pt x="69621" y="414428"/>
                  </a:lnTo>
                  <a:close/>
                  <a:moveTo>
                    <a:pt x="69621" y="404915"/>
                  </a:moveTo>
                  <a:lnTo>
                    <a:pt x="104432" y="404915"/>
                  </a:lnTo>
                  <a:lnTo>
                    <a:pt x="104432" y="372965"/>
                  </a:lnTo>
                  <a:close/>
                  <a:moveTo>
                    <a:pt x="139243" y="404915"/>
                  </a:moveTo>
                  <a:lnTo>
                    <a:pt x="104432" y="404915"/>
                  </a:lnTo>
                  <a:lnTo>
                    <a:pt x="104432" y="416447"/>
                  </a:lnTo>
                  <a:close/>
                  <a:moveTo>
                    <a:pt x="104432" y="404915"/>
                  </a:moveTo>
                  <a:lnTo>
                    <a:pt x="139243" y="404915"/>
                  </a:lnTo>
                  <a:lnTo>
                    <a:pt x="139243" y="372965"/>
                  </a:lnTo>
                  <a:close/>
                  <a:moveTo>
                    <a:pt x="139243" y="404915"/>
                  </a:moveTo>
                  <a:lnTo>
                    <a:pt x="174053" y="404915"/>
                  </a:lnTo>
                  <a:lnTo>
                    <a:pt x="174053" y="372965"/>
                  </a:lnTo>
                  <a:close/>
                  <a:moveTo>
                    <a:pt x="208864" y="372965"/>
                  </a:moveTo>
                  <a:lnTo>
                    <a:pt x="188821" y="404915"/>
                  </a:lnTo>
                  <a:lnTo>
                    <a:pt x="208864" y="399284"/>
                  </a:lnTo>
                  <a:close/>
                  <a:moveTo>
                    <a:pt x="174053" y="404915"/>
                  </a:moveTo>
                  <a:lnTo>
                    <a:pt x="188821" y="404915"/>
                  </a:lnTo>
                  <a:lnTo>
                    <a:pt x="208864" y="372965"/>
                  </a:lnTo>
                  <a:close/>
                  <a:moveTo>
                    <a:pt x="174053" y="372965"/>
                  </a:moveTo>
                  <a:lnTo>
                    <a:pt x="174053" y="404915"/>
                  </a:lnTo>
                  <a:lnTo>
                    <a:pt x="208864" y="372965"/>
                  </a:lnTo>
                  <a:close/>
                  <a:moveTo>
                    <a:pt x="0" y="372965"/>
                  </a:moveTo>
                  <a:lnTo>
                    <a:pt x="34811" y="372965"/>
                  </a:lnTo>
                  <a:lnTo>
                    <a:pt x="34811" y="341015"/>
                  </a:lnTo>
                  <a:close/>
                  <a:moveTo>
                    <a:pt x="0" y="372965"/>
                  </a:moveTo>
                  <a:lnTo>
                    <a:pt x="34811" y="341015"/>
                  </a:lnTo>
                  <a:lnTo>
                    <a:pt x="0" y="341015"/>
                  </a:lnTo>
                  <a:close/>
                  <a:moveTo>
                    <a:pt x="243675" y="372965"/>
                  </a:moveTo>
                  <a:lnTo>
                    <a:pt x="208864" y="372965"/>
                  </a:lnTo>
                  <a:lnTo>
                    <a:pt x="208864" y="399284"/>
                  </a:lnTo>
                  <a:close/>
                  <a:moveTo>
                    <a:pt x="243675" y="341015"/>
                  </a:moveTo>
                  <a:lnTo>
                    <a:pt x="208864" y="372965"/>
                  </a:lnTo>
                  <a:lnTo>
                    <a:pt x="243675" y="372965"/>
                  </a:lnTo>
                  <a:close/>
                  <a:moveTo>
                    <a:pt x="243675" y="341015"/>
                  </a:moveTo>
                  <a:lnTo>
                    <a:pt x="243675" y="372965"/>
                  </a:lnTo>
                  <a:lnTo>
                    <a:pt x="278485" y="341015"/>
                  </a:lnTo>
                  <a:close/>
                  <a:moveTo>
                    <a:pt x="34811" y="309065"/>
                  </a:moveTo>
                  <a:lnTo>
                    <a:pt x="1266" y="309065"/>
                  </a:lnTo>
                  <a:lnTo>
                    <a:pt x="0" y="341015"/>
                  </a:lnTo>
                  <a:close/>
                  <a:moveTo>
                    <a:pt x="34811" y="341015"/>
                  </a:moveTo>
                  <a:lnTo>
                    <a:pt x="34811" y="309065"/>
                  </a:lnTo>
                  <a:lnTo>
                    <a:pt x="0" y="341015"/>
                  </a:lnTo>
                  <a:close/>
                  <a:moveTo>
                    <a:pt x="243675" y="341015"/>
                  </a:moveTo>
                  <a:lnTo>
                    <a:pt x="278485" y="341015"/>
                  </a:lnTo>
                  <a:lnTo>
                    <a:pt x="278485" y="309065"/>
                  </a:lnTo>
                  <a:close/>
                  <a:moveTo>
                    <a:pt x="278485" y="309065"/>
                  </a:moveTo>
                  <a:lnTo>
                    <a:pt x="278485" y="341015"/>
                  </a:lnTo>
                  <a:lnTo>
                    <a:pt x="287200" y="341015"/>
                  </a:lnTo>
                  <a:close/>
                  <a:moveTo>
                    <a:pt x="34811" y="309065"/>
                  </a:moveTo>
                  <a:lnTo>
                    <a:pt x="69621" y="309065"/>
                  </a:lnTo>
                  <a:lnTo>
                    <a:pt x="69621" y="277114"/>
                  </a:lnTo>
                  <a:close/>
                  <a:moveTo>
                    <a:pt x="34811" y="309065"/>
                  </a:moveTo>
                  <a:lnTo>
                    <a:pt x="69621" y="277114"/>
                  </a:lnTo>
                  <a:lnTo>
                    <a:pt x="34811" y="277114"/>
                  </a:lnTo>
                  <a:close/>
                  <a:moveTo>
                    <a:pt x="243675" y="309065"/>
                  </a:moveTo>
                  <a:lnTo>
                    <a:pt x="278485" y="309065"/>
                  </a:lnTo>
                  <a:lnTo>
                    <a:pt x="278485" y="277114"/>
                  </a:lnTo>
                  <a:close/>
                  <a:moveTo>
                    <a:pt x="278485" y="277114"/>
                  </a:moveTo>
                  <a:lnTo>
                    <a:pt x="278485" y="309065"/>
                  </a:lnTo>
                  <a:lnTo>
                    <a:pt x="298154" y="309065"/>
                  </a:lnTo>
                  <a:close/>
                  <a:moveTo>
                    <a:pt x="104432" y="245164"/>
                  </a:moveTo>
                  <a:lnTo>
                    <a:pt x="80423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04432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39243" y="245164"/>
                  </a:lnTo>
                  <a:lnTo>
                    <a:pt x="104432" y="245164"/>
                  </a:lnTo>
                  <a:close/>
                  <a:moveTo>
                    <a:pt x="243675" y="277114"/>
                  </a:moveTo>
                  <a:lnTo>
                    <a:pt x="278485" y="277114"/>
                  </a:lnTo>
                  <a:lnTo>
                    <a:pt x="278485" y="245164"/>
                  </a:lnTo>
                  <a:close/>
                  <a:moveTo>
                    <a:pt x="278485" y="245164"/>
                  </a:moveTo>
                  <a:lnTo>
                    <a:pt x="278485" y="277114"/>
                  </a:lnTo>
                  <a:lnTo>
                    <a:pt x="299748" y="277114"/>
                  </a:lnTo>
                  <a:close/>
                  <a:moveTo>
                    <a:pt x="139243" y="213214"/>
                  </a:moveTo>
                  <a:lnTo>
                    <a:pt x="113617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39243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74053" y="213214"/>
                  </a:lnTo>
                  <a:lnTo>
                    <a:pt x="139243" y="213214"/>
                  </a:lnTo>
                  <a:close/>
                  <a:moveTo>
                    <a:pt x="243675" y="245164"/>
                  </a:moveTo>
                  <a:lnTo>
                    <a:pt x="278485" y="245164"/>
                  </a:lnTo>
                  <a:lnTo>
                    <a:pt x="278485" y="213214"/>
                  </a:lnTo>
                  <a:close/>
                  <a:moveTo>
                    <a:pt x="243675" y="245164"/>
                  </a:moveTo>
                  <a:lnTo>
                    <a:pt x="278485" y="213214"/>
                  </a:lnTo>
                  <a:lnTo>
                    <a:pt x="243675" y="213214"/>
                  </a:lnTo>
                  <a:close/>
                  <a:moveTo>
                    <a:pt x="139243" y="213214"/>
                  </a:moveTo>
                  <a:lnTo>
                    <a:pt x="174053" y="213214"/>
                  </a:lnTo>
                  <a:lnTo>
                    <a:pt x="174053" y="181264"/>
                  </a:lnTo>
                  <a:close/>
                  <a:moveTo>
                    <a:pt x="139243" y="213214"/>
                  </a:moveTo>
                  <a:lnTo>
                    <a:pt x="174053" y="181264"/>
                  </a:lnTo>
                  <a:lnTo>
                    <a:pt x="139243" y="181264"/>
                  </a:lnTo>
                  <a:close/>
                  <a:moveTo>
                    <a:pt x="174053" y="213214"/>
                  </a:moveTo>
                  <a:lnTo>
                    <a:pt x="208864" y="213214"/>
                  </a:lnTo>
                  <a:lnTo>
                    <a:pt x="208864" y="181264"/>
                  </a:lnTo>
                  <a:close/>
                  <a:moveTo>
                    <a:pt x="174053" y="213214"/>
                  </a:moveTo>
                  <a:lnTo>
                    <a:pt x="208864" y="181264"/>
                  </a:lnTo>
                  <a:lnTo>
                    <a:pt x="174053" y="181264"/>
                  </a:lnTo>
                  <a:close/>
                  <a:moveTo>
                    <a:pt x="208864" y="213214"/>
                  </a:moveTo>
                  <a:lnTo>
                    <a:pt x="243675" y="213214"/>
                  </a:lnTo>
                  <a:lnTo>
                    <a:pt x="243675" y="181264"/>
                  </a:lnTo>
                  <a:close/>
                  <a:moveTo>
                    <a:pt x="208864" y="213214"/>
                  </a:moveTo>
                  <a:lnTo>
                    <a:pt x="243675" y="181264"/>
                  </a:lnTo>
                  <a:lnTo>
                    <a:pt x="208864" y="181264"/>
                  </a:lnTo>
                  <a:close/>
                  <a:moveTo>
                    <a:pt x="243675" y="213214"/>
                  </a:moveTo>
                  <a:lnTo>
                    <a:pt x="278485" y="213214"/>
                  </a:lnTo>
                  <a:lnTo>
                    <a:pt x="278485" y="181264"/>
                  </a:lnTo>
                  <a:close/>
                  <a:moveTo>
                    <a:pt x="243675" y="213214"/>
                  </a:moveTo>
                  <a:lnTo>
                    <a:pt x="278485" y="181264"/>
                  </a:lnTo>
                  <a:lnTo>
                    <a:pt x="243675" y="181264"/>
                  </a:lnTo>
                  <a:close/>
                  <a:moveTo>
                    <a:pt x="139243" y="181264"/>
                  </a:moveTo>
                  <a:lnTo>
                    <a:pt x="174053" y="181264"/>
                  </a:lnTo>
                  <a:lnTo>
                    <a:pt x="174053" y="149314"/>
                  </a:lnTo>
                  <a:close/>
                  <a:moveTo>
                    <a:pt x="139243" y="181264"/>
                  </a:moveTo>
                  <a:lnTo>
                    <a:pt x="174053" y="149314"/>
                  </a:lnTo>
                  <a:lnTo>
                    <a:pt x="139243" y="149314"/>
                  </a:lnTo>
                  <a:close/>
                  <a:moveTo>
                    <a:pt x="174053" y="181264"/>
                  </a:moveTo>
                  <a:lnTo>
                    <a:pt x="208864" y="181264"/>
                  </a:lnTo>
                  <a:lnTo>
                    <a:pt x="208864" y="149314"/>
                  </a:lnTo>
                  <a:close/>
                  <a:moveTo>
                    <a:pt x="174053" y="181264"/>
                  </a:moveTo>
                  <a:lnTo>
                    <a:pt x="208864" y="149314"/>
                  </a:lnTo>
                  <a:lnTo>
                    <a:pt x="174053" y="149314"/>
                  </a:lnTo>
                  <a:close/>
                  <a:moveTo>
                    <a:pt x="208864" y="181264"/>
                  </a:moveTo>
                  <a:lnTo>
                    <a:pt x="243675" y="181264"/>
                  </a:lnTo>
                  <a:lnTo>
                    <a:pt x="243675" y="149314"/>
                  </a:lnTo>
                  <a:close/>
                  <a:moveTo>
                    <a:pt x="208864" y="181264"/>
                  </a:moveTo>
                  <a:lnTo>
                    <a:pt x="243675" y="149314"/>
                  </a:lnTo>
                  <a:lnTo>
                    <a:pt x="208864" y="149314"/>
                  </a:lnTo>
                  <a:close/>
                  <a:moveTo>
                    <a:pt x="104432" y="117364"/>
                  </a:moveTo>
                  <a:lnTo>
                    <a:pt x="104432" y="148929"/>
                  </a:lnTo>
                  <a:lnTo>
                    <a:pt x="139243" y="149314"/>
                  </a:lnTo>
                  <a:close/>
                  <a:moveTo>
                    <a:pt x="139243" y="117364"/>
                  </a:moveTo>
                  <a:lnTo>
                    <a:pt x="104432" y="117364"/>
                  </a:lnTo>
                  <a:lnTo>
                    <a:pt x="139243" y="149314"/>
                  </a:lnTo>
                  <a:close/>
                  <a:moveTo>
                    <a:pt x="139243" y="149314"/>
                  </a:moveTo>
                  <a:lnTo>
                    <a:pt x="174053" y="149314"/>
                  </a:lnTo>
                  <a:lnTo>
                    <a:pt x="174053" y="117364"/>
                  </a:lnTo>
                  <a:close/>
                  <a:moveTo>
                    <a:pt x="139243" y="149314"/>
                  </a:moveTo>
                  <a:lnTo>
                    <a:pt x="174053" y="117364"/>
                  </a:lnTo>
                  <a:lnTo>
                    <a:pt x="139243" y="117364"/>
                  </a:lnTo>
                  <a:close/>
                  <a:moveTo>
                    <a:pt x="174053" y="149314"/>
                  </a:moveTo>
                  <a:lnTo>
                    <a:pt x="208864" y="149314"/>
                  </a:lnTo>
                  <a:lnTo>
                    <a:pt x="208864" y="117364"/>
                  </a:lnTo>
                  <a:close/>
                  <a:moveTo>
                    <a:pt x="174053" y="149314"/>
                  </a:moveTo>
                  <a:lnTo>
                    <a:pt x="208864" y="117364"/>
                  </a:lnTo>
                  <a:lnTo>
                    <a:pt x="174053" y="117364"/>
                  </a:lnTo>
                  <a:close/>
                  <a:moveTo>
                    <a:pt x="69621" y="85414"/>
                  </a:moveTo>
                  <a:lnTo>
                    <a:pt x="34811" y="85414"/>
                  </a:lnTo>
                  <a:lnTo>
                    <a:pt x="69621" y="117364"/>
                  </a:lnTo>
                  <a:close/>
                  <a:moveTo>
                    <a:pt x="104432" y="117364"/>
                  </a:moveTo>
                  <a:lnTo>
                    <a:pt x="69621" y="117364"/>
                  </a:lnTo>
                  <a:lnTo>
                    <a:pt x="69621" y="128811"/>
                  </a:lnTo>
                  <a:close/>
                  <a:moveTo>
                    <a:pt x="69621" y="117364"/>
                  </a:moveTo>
                  <a:lnTo>
                    <a:pt x="104432" y="117364"/>
                  </a:lnTo>
                  <a:lnTo>
                    <a:pt x="104432" y="85414"/>
                  </a:lnTo>
                  <a:close/>
                  <a:moveTo>
                    <a:pt x="69621" y="117364"/>
                  </a:moveTo>
                  <a:lnTo>
                    <a:pt x="104432" y="85414"/>
                  </a:lnTo>
                  <a:lnTo>
                    <a:pt x="69621" y="85414"/>
                  </a:lnTo>
                  <a:close/>
                  <a:moveTo>
                    <a:pt x="104432" y="117364"/>
                  </a:moveTo>
                  <a:lnTo>
                    <a:pt x="139243" y="117364"/>
                  </a:lnTo>
                  <a:lnTo>
                    <a:pt x="139243" y="85414"/>
                  </a:lnTo>
                  <a:close/>
                  <a:moveTo>
                    <a:pt x="104432" y="117364"/>
                  </a:moveTo>
                  <a:lnTo>
                    <a:pt x="139243" y="85414"/>
                  </a:lnTo>
                  <a:lnTo>
                    <a:pt x="104432" y="85414"/>
                  </a:lnTo>
                  <a:close/>
                  <a:moveTo>
                    <a:pt x="139243" y="117364"/>
                  </a:moveTo>
                  <a:lnTo>
                    <a:pt x="174053" y="117364"/>
                  </a:lnTo>
                  <a:lnTo>
                    <a:pt x="174053" y="85414"/>
                  </a:lnTo>
                  <a:close/>
                  <a:moveTo>
                    <a:pt x="139243" y="117364"/>
                  </a:moveTo>
                  <a:lnTo>
                    <a:pt x="174053" y="85414"/>
                  </a:lnTo>
                  <a:lnTo>
                    <a:pt x="139243" y="85414"/>
                  </a:lnTo>
                  <a:close/>
                  <a:moveTo>
                    <a:pt x="174053" y="117364"/>
                  </a:moveTo>
                  <a:lnTo>
                    <a:pt x="208864" y="117364"/>
                  </a:lnTo>
                  <a:lnTo>
                    <a:pt x="174053" y="85414"/>
                  </a:lnTo>
                  <a:close/>
                  <a:moveTo>
                    <a:pt x="13151" y="53464"/>
                  </a:moveTo>
                  <a:lnTo>
                    <a:pt x="34811" y="85414"/>
                  </a:lnTo>
                  <a:lnTo>
                    <a:pt x="34811" y="53464"/>
                  </a:lnTo>
                  <a:close/>
                  <a:moveTo>
                    <a:pt x="34811" y="85414"/>
                  </a:moveTo>
                  <a:lnTo>
                    <a:pt x="69621" y="85414"/>
                  </a:lnTo>
                  <a:lnTo>
                    <a:pt x="69621" y="53464"/>
                  </a:lnTo>
                  <a:close/>
                  <a:moveTo>
                    <a:pt x="34811" y="85414"/>
                  </a:moveTo>
                  <a:lnTo>
                    <a:pt x="69621" y="53464"/>
                  </a:lnTo>
                  <a:lnTo>
                    <a:pt x="34811" y="53464"/>
                  </a:lnTo>
                  <a:close/>
                  <a:moveTo>
                    <a:pt x="104432" y="85414"/>
                  </a:moveTo>
                  <a:lnTo>
                    <a:pt x="139243" y="85414"/>
                  </a:lnTo>
                  <a:lnTo>
                    <a:pt x="139243" y="53464"/>
                  </a:lnTo>
                  <a:close/>
                  <a:moveTo>
                    <a:pt x="104432" y="85414"/>
                  </a:moveTo>
                  <a:lnTo>
                    <a:pt x="139243" y="53464"/>
                  </a:lnTo>
                  <a:lnTo>
                    <a:pt x="104432" y="53464"/>
                  </a:lnTo>
                  <a:close/>
                  <a:moveTo>
                    <a:pt x="174053" y="85414"/>
                  </a:moveTo>
                  <a:lnTo>
                    <a:pt x="174053" y="59727"/>
                  </a:lnTo>
                  <a:lnTo>
                    <a:pt x="139243" y="53464"/>
                  </a:lnTo>
                  <a:close/>
                  <a:moveTo>
                    <a:pt x="139243" y="85414"/>
                  </a:moveTo>
                  <a:lnTo>
                    <a:pt x="174053" y="85414"/>
                  </a:lnTo>
                  <a:lnTo>
                    <a:pt x="139243" y="53464"/>
                  </a:lnTo>
                  <a:close/>
                  <a:moveTo>
                    <a:pt x="26543" y="21514"/>
                  </a:moveTo>
                  <a:lnTo>
                    <a:pt x="34811" y="53464"/>
                  </a:lnTo>
                  <a:lnTo>
                    <a:pt x="34811" y="21514"/>
                  </a:lnTo>
                  <a:close/>
                  <a:moveTo>
                    <a:pt x="34811" y="53464"/>
                  </a:moveTo>
                  <a:lnTo>
                    <a:pt x="69621" y="53464"/>
                  </a:lnTo>
                  <a:lnTo>
                    <a:pt x="69621" y="21514"/>
                  </a:lnTo>
                  <a:close/>
                  <a:moveTo>
                    <a:pt x="34811" y="53464"/>
                  </a:moveTo>
                  <a:lnTo>
                    <a:pt x="69621" y="21514"/>
                  </a:lnTo>
                  <a:lnTo>
                    <a:pt x="34811" y="21514"/>
                  </a:lnTo>
                  <a:close/>
                  <a:moveTo>
                    <a:pt x="69621" y="53464"/>
                  </a:moveTo>
                  <a:lnTo>
                    <a:pt x="104432" y="53464"/>
                  </a:lnTo>
                  <a:lnTo>
                    <a:pt x="104432" y="21514"/>
                  </a:lnTo>
                  <a:close/>
                  <a:moveTo>
                    <a:pt x="69621" y="53464"/>
                  </a:moveTo>
                  <a:lnTo>
                    <a:pt x="104432" y="21514"/>
                  </a:lnTo>
                  <a:lnTo>
                    <a:pt x="69621" y="21514"/>
                  </a:lnTo>
                  <a:close/>
                  <a:moveTo>
                    <a:pt x="104432" y="53464"/>
                  </a:moveTo>
                  <a:lnTo>
                    <a:pt x="139243" y="53464"/>
                  </a:lnTo>
                  <a:lnTo>
                    <a:pt x="139243" y="21514"/>
                  </a:lnTo>
                  <a:close/>
                  <a:moveTo>
                    <a:pt x="104432" y="53464"/>
                  </a:moveTo>
                  <a:lnTo>
                    <a:pt x="139243" y="21514"/>
                  </a:lnTo>
                  <a:lnTo>
                    <a:pt x="104432" y="21514"/>
                  </a:lnTo>
                  <a:close/>
                  <a:moveTo>
                    <a:pt x="34811" y="21514"/>
                  </a:moveTo>
                  <a:lnTo>
                    <a:pt x="69621" y="21514"/>
                  </a:lnTo>
                  <a:lnTo>
                    <a:pt x="69621" y="0"/>
                  </a:lnTo>
                  <a:close/>
                  <a:moveTo>
                    <a:pt x="69621" y="21514"/>
                  </a:moveTo>
                  <a:lnTo>
                    <a:pt x="104432" y="21514"/>
                  </a:lnTo>
                  <a:lnTo>
                    <a:pt x="104432" y="2146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3995" name="Candidate_B5__3994">
              <a:extLst>
                <a:ext uri="{FF2B5EF4-FFF2-40B4-BE49-F238E27FC236}">
                  <a16:creationId xmlns:a16="http://schemas.microsoft.com/office/drawing/2014/main" id="{84867C60-82F1-886A-9A3E-A761972EA5F7}"/>
                </a:ext>
              </a:extLst>
            </p:cNvPr>
            <p:cNvSpPr>
              <a:spLocks noGrp="1"/>
            </p:cNvSpPr>
            <p:nvPr/>
          </p:nvSpPr>
          <p:spPr>
            <a:xfrm>
              <a:off x="4093428" y="3604309"/>
              <a:ext cx="243675" cy="351451"/>
            </a:xfrm>
            <a:custGeom>
              <a:avLst/>
              <a:gdLst/>
              <a:ahLst/>
              <a:cxnLst/>
              <a:rect l="0" t="0" r="0" b="0"/>
              <a:pathLst>
                <a:path w="243675" h="351451">
                  <a:moveTo>
                    <a:pt x="34811" y="351451"/>
                  </a:moveTo>
                  <a:lnTo>
                    <a:pt x="69621" y="319501"/>
                  </a:lnTo>
                  <a:lnTo>
                    <a:pt x="34811" y="319501"/>
                  </a:lnTo>
                  <a:close/>
                  <a:moveTo>
                    <a:pt x="69621" y="351451"/>
                  </a:moveTo>
                  <a:lnTo>
                    <a:pt x="104432" y="319501"/>
                  </a:lnTo>
                  <a:lnTo>
                    <a:pt x="69621" y="319501"/>
                  </a:lnTo>
                  <a:close/>
                  <a:moveTo>
                    <a:pt x="104432" y="351451"/>
                  </a:moveTo>
                  <a:lnTo>
                    <a:pt x="139243" y="319501"/>
                  </a:lnTo>
                  <a:lnTo>
                    <a:pt x="104432" y="319501"/>
                  </a:lnTo>
                  <a:close/>
                  <a:moveTo>
                    <a:pt x="0" y="319501"/>
                  </a:moveTo>
                  <a:lnTo>
                    <a:pt x="34811" y="319501"/>
                  </a:lnTo>
                  <a:lnTo>
                    <a:pt x="34811" y="287551"/>
                  </a:lnTo>
                  <a:close/>
                  <a:moveTo>
                    <a:pt x="0" y="319501"/>
                  </a:moveTo>
                  <a:lnTo>
                    <a:pt x="34811" y="287551"/>
                  </a:lnTo>
                  <a:lnTo>
                    <a:pt x="0" y="287551"/>
                  </a:lnTo>
                  <a:close/>
                  <a:moveTo>
                    <a:pt x="69621" y="308816"/>
                  </a:moveTo>
                  <a:lnTo>
                    <a:pt x="39054" y="287551"/>
                  </a:lnTo>
                  <a:lnTo>
                    <a:pt x="69621" y="319501"/>
                  </a:lnTo>
                  <a:close/>
                  <a:moveTo>
                    <a:pt x="69621" y="319501"/>
                  </a:moveTo>
                  <a:lnTo>
                    <a:pt x="39054" y="287551"/>
                  </a:lnTo>
                  <a:lnTo>
                    <a:pt x="34811" y="287551"/>
                  </a:lnTo>
                  <a:close/>
                  <a:moveTo>
                    <a:pt x="69621" y="31950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69621" y="319501"/>
                  </a:moveTo>
                  <a:lnTo>
                    <a:pt x="104432" y="319501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04432" y="314256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39243" y="319501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39243" y="309972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74053" y="319501"/>
                  </a:lnTo>
                  <a:lnTo>
                    <a:pt x="139243" y="309972"/>
                  </a:lnTo>
                  <a:close/>
                  <a:moveTo>
                    <a:pt x="174053" y="319501"/>
                  </a:moveTo>
                  <a:lnTo>
                    <a:pt x="174053" y="297281"/>
                  </a:lnTo>
                  <a:lnTo>
                    <a:pt x="139243" y="309972"/>
                  </a:lnTo>
                  <a:close/>
                  <a:moveTo>
                    <a:pt x="188249" y="287551"/>
                  </a:moveTo>
                  <a:lnTo>
                    <a:pt x="174053" y="297281"/>
                  </a:lnTo>
                  <a:lnTo>
                    <a:pt x="208864" y="287551"/>
                  </a:lnTo>
                  <a:close/>
                  <a:moveTo>
                    <a:pt x="208864" y="287551"/>
                  </a:moveTo>
                  <a:lnTo>
                    <a:pt x="174053" y="297281"/>
                  </a:lnTo>
                  <a:lnTo>
                    <a:pt x="174053" y="319501"/>
                  </a:lnTo>
                  <a:close/>
                  <a:moveTo>
                    <a:pt x="0" y="287551"/>
                  </a:moveTo>
                  <a:lnTo>
                    <a:pt x="34811" y="287551"/>
                  </a:lnTo>
                  <a:lnTo>
                    <a:pt x="34811" y="255601"/>
                  </a:lnTo>
                  <a:close/>
                  <a:moveTo>
                    <a:pt x="0" y="287551"/>
                  </a:moveTo>
                  <a:lnTo>
                    <a:pt x="34811" y="255601"/>
                  </a:lnTo>
                  <a:lnTo>
                    <a:pt x="0" y="255601"/>
                  </a:lnTo>
                  <a:close/>
                  <a:moveTo>
                    <a:pt x="39054" y="287551"/>
                  </a:moveTo>
                  <a:lnTo>
                    <a:pt x="53651" y="255601"/>
                  </a:lnTo>
                  <a:lnTo>
                    <a:pt x="34811" y="287551"/>
                  </a:lnTo>
                  <a:close/>
                  <a:moveTo>
                    <a:pt x="53651" y="255601"/>
                  </a:moveTo>
                  <a:lnTo>
                    <a:pt x="34811" y="255601"/>
                  </a:lnTo>
                  <a:lnTo>
                    <a:pt x="34811" y="287551"/>
                  </a:lnTo>
                  <a:close/>
                  <a:moveTo>
                    <a:pt x="208864" y="287551"/>
                  </a:moveTo>
                  <a:lnTo>
                    <a:pt x="243675" y="255601"/>
                  </a:lnTo>
                  <a:lnTo>
                    <a:pt x="208864" y="255601"/>
                  </a:lnTo>
                  <a:close/>
                  <a:moveTo>
                    <a:pt x="208864" y="287551"/>
                  </a:moveTo>
                  <a:lnTo>
                    <a:pt x="208864" y="255601"/>
                  </a:lnTo>
                  <a:lnTo>
                    <a:pt x="188249" y="287551"/>
                  </a:lnTo>
                  <a:close/>
                  <a:moveTo>
                    <a:pt x="208864" y="255601"/>
                  </a:moveTo>
                  <a:lnTo>
                    <a:pt x="207272" y="255601"/>
                  </a:lnTo>
                  <a:lnTo>
                    <a:pt x="188249" y="287551"/>
                  </a:lnTo>
                  <a:close/>
                  <a:moveTo>
                    <a:pt x="53651" y="255601"/>
                  </a:moveTo>
                  <a:lnTo>
                    <a:pt x="69621" y="243440"/>
                  </a:lnTo>
                  <a:lnTo>
                    <a:pt x="34811" y="255601"/>
                  </a:lnTo>
                  <a:close/>
                  <a:moveTo>
                    <a:pt x="34811" y="255601"/>
                  </a:moveTo>
                  <a:lnTo>
                    <a:pt x="69621" y="243440"/>
                  </a:lnTo>
                  <a:lnTo>
                    <a:pt x="69621" y="223650"/>
                  </a:lnTo>
                  <a:close/>
                  <a:moveTo>
                    <a:pt x="34811" y="255601"/>
                  </a:moveTo>
                  <a:lnTo>
                    <a:pt x="69621" y="223650"/>
                  </a:lnTo>
                  <a:lnTo>
                    <a:pt x="34811" y="223650"/>
                  </a:lnTo>
                  <a:close/>
                  <a:moveTo>
                    <a:pt x="208864" y="255601"/>
                  </a:moveTo>
                  <a:lnTo>
                    <a:pt x="243675" y="223650"/>
                  </a:lnTo>
                  <a:lnTo>
                    <a:pt x="208864" y="223650"/>
                  </a:lnTo>
                  <a:close/>
                  <a:moveTo>
                    <a:pt x="208864" y="255601"/>
                  </a:moveTo>
                  <a:lnTo>
                    <a:pt x="208864" y="223650"/>
                  </a:lnTo>
                  <a:lnTo>
                    <a:pt x="207272" y="255601"/>
                  </a:lnTo>
                  <a:close/>
                  <a:moveTo>
                    <a:pt x="208864" y="223650"/>
                  </a:moveTo>
                  <a:lnTo>
                    <a:pt x="199216" y="223650"/>
                  </a:lnTo>
                  <a:lnTo>
                    <a:pt x="207272" y="255601"/>
                  </a:lnTo>
                  <a:close/>
                  <a:moveTo>
                    <a:pt x="97263" y="223650"/>
                  </a:moveTo>
                  <a:lnTo>
                    <a:pt x="104432" y="219279"/>
                  </a:lnTo>
                  <a:lnTo>
                    <a:pt x="69621" y="223650"/>
                  </a:lnTo>
                  <a:close/>
                  <a:moveTo>
                    <a:pt x="69621" y="223650"/>
                  </a:moveTo>
                  <a:lnTo>
                    <a:pt x="104432" y="219279"/>
                  </a:lnTo>
                  <a:lnTo>
                    <a:pt x="104432" y="191700"/>
                  </a:lnTo>
                  <a:close/>
                  <a:moveTo>
                    <a:pt x="69621" y="223650"/>
                  </a:moveTo>
                  <a:lnTo>
                    <a:pt x="69621" y="243440"/>
                  </a:lnTo>
                  <a:lnTo>
                    <a:pt x="97263" y="223650"/>
                  </a:lnTo>
                  <a:close/>
                  <a:moveTo>
                    <a:pt x="208864" y="223650"/>
                  </a:moveTo>
                  <a:lnTo>
                    <a:pt x="243675" y="191700"/>
                  </a:lnTo>
                  <a:lnTo>
                    <a:pt x="208864" y="191700"/>
                  </a:lnTo>
                  <a:close/>
                  <a:moveTo>
                    <a:pt x="174053" y="202254"/>
                  </a:moveTo>
                  <a:lnTo>
                    <a:pt x="199216" y="223650"/>
                  </a:lnTo>
                  <a:lnTo>
                    <a:pt x="174053" y="191700"/>
                  </a:lnTo>
                  <a:close/>
                  <a:moveTo>
                    <a:pt x="174053" y="191700"/>
                  </a:moveTo>
                  <a:lnTo>
                    <a:pt x="199216" y="223650"/>
                  </a:lnTo>
                  <a:lnTo>
                    <a:pt x="208864" y="223650"/>
                  </a:lnTo>
                  <a:close/>
                  <a:moveTo>
                    <a:pt x="174053" y="191700"/>
                  </a:moveTo>
                  <a:lnTo>
                    <a:pt x="208864" y="223650"/>
                  </a:lnTo>
                  <a:lnTo>
                    <a:pt x="208864" y="191700"/>
                  </a:lnTo>
                  <a:close/>
                  <a:moveTo>
                    <a:pt x="104432" y="191700"/>
                  </a:moveTo>
                  <a:lnTo>
                    <a:pt x="139243" y="191700"/>
                  </a:lnTo>
                  <a:lnTo>
                    <a:pt x="139243" y="159750"/>
                  </a:lnTo>
                  <a:close/>
                  <a:moveTo>
                    <a:pt x="139243" y="191700"/>
                  </a:moveTo>
                  <a:lnTo>
                    <a:pt x="104432" y="191700"/>
                  </a:lnTo>
                  <a:lnTo>
                    <a:pt x="139243" y="204070"/>
                  </a:lnTo>
                  <a:close/>
                  <a:moveTo>
                    <a:pt x="104432" y="191700"/>
                  </a:moveTo>
                  <a:lnTo>
                    <a:pt x="104432" y="219279"/>
                  </a:lnTo>
                  <a:lnTo>
                    <a:pt x="139243" y="204070"/>
                  </a:lnTo>
                  <a:close/>
                  <a:moveTo>
                    <a:pt x="139243" y="19170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243" y="191700"/>
                  </a:moveTo>
                  <a:lnTo>
                    <a:pt x="174053" y="159750"/>
                  </a:lnTo>
                  <a:lnTo>
                    <a:pt x="139243" y="159750"/>
                  </a:lnTo>
                  <a:close/>
                  <a:moveTo>
                    <a:pt x="174053" y="191700"/>
                  </a:moveTo>
                  <a:lnTo>
                    <a:pt x="139243" y="191700"/>
                  </a:lnTo>
                  <a:lnTo>
                    <a:pt x="174053" y="202254"/>
                  </a:lnTo>
                  <a:close/>
                  <a:moveTo>
                    <a:pt x="139243" y="191700"/>
                  </a:moveTo>
                  <a:lnTo>
                    <a:pt x="139243" y="204070"/>
                  </a:lnTo>
                  <a:lnTo>
                    <a:pt x="174053" y="202254"/>
                  </a:lnTo>
                  <a:close/>
                  <a:moveTo>
                    <a:pt x="174053" y="191700"/>
                  </a:moveTo>
                  <a:lnTo>
                    <a:pt x="208864" y="191700"/>
                  </a:lnTo>
                  <a:lnTo>
                    <a:pt x="208864" y="159750"/>
                  </a:lnTo>
                  <a:close/>
                  <a:moveTo>
                    <a:pt x="174053" y="191700"/>
                  </a:moveTo>
                  <a:lnTo>
                    <a:pt x="208864" y="159750"/>
                  </a:lnTo>
                  <a:lnTo>
                    <a:pt x="174053" y="159750"/>
                  </a:lnTo>
                  <a:close/>
                  <a:moveTo>
                    <a:pt x="34811" y="31950"/>
                  </a:moveTo>
                  <a:lnTo>
                    <a:pt x="69621" y="31950"/>
                  </a:lnTo>
                  <a:lnTo>
                    <a:pt x="69621" y="0"/>
                  </a:lnTo>
                  <a:close/>
                  <a:moveTo>
                    <a:pt x="34811" y="31950"/>
                  </a:moveTo>
                  <a:lnTo>
                    <a:pt x="69621" y="0"/>
                  </a:lnTo>
                  <a:lnTo>
                    <a:pt x="34811" y="0"/>
                  </a:lnTo>
                  <a:close/>
                  <a:moveTo>
                    <a:pt x="39054" y="287551"/>
                  </a:moveTo>
                  <a:lnTo>
                    <a:pt x="69621" y="308816"/>
                  </a:lnTo>
                  <a:lnTo>
                    <a:pt x="69621" y="287551"/>
                  </a:lnTo>
                  <a:close/>
                  <a:moveTo>
                    <a:pt x="53651" y="255601"/>
                  </a:moveTo>
                  <a:lnTo>
                    <a:pt x="69621" y="287551"/>
                  </a:lnTo>
                  <a:lnTo>
                    <a:pt x="69621" y="255601"/>
                  </a:lnTo>
                  <a:close/>
                  <a:moveTo>
                    <a:pt x="53651" y="255601"/>
                  </a:moveTo>
                  <a:lnTo>
                    <a:pt x="39054" y="287551"/>
                  </a:lnTo>
                  <a:lnTo>
                    <a:pt x="69621" y="287551"/>
                  </a:lnTo>
                  <a:close/>
                  <a:moveTo>
                    <a:pt x="104432" y="287551"/>
                  </a:moveTo>
                  <a:lnTo>
                    <a:pt x="69621" y="308816"/>
                  </a:lnTo>
                  <a:lnTo>
                    <a:pt x="104432" y="314256"/>
                  </a:lnTo>
                  <a:close/>
                  <a:moveTo>
                    <a:pt x="139243" y="287551"/>
                  </a:moveTo>
                  <a:lnTo>
                    <a:pt x="104432" y="314256"/>
                  </a:lnTo>
                  <a:lnTo>
                    <a:pt x="139243" y="309972"/>
                  </a:lnTo>
                  <a:close/>
                  <a:moveTo>
                    <a:pt x="174053" y="287551"/>
                  </a:moveTo>
                  <a:lnTo>
                    <a:pt x="139243" y="309972"/>
                  </a:lnTo>
                  <a:lnTo>
                    <a:pt x="174053" y="297281"/>
                  </a:lnTo>
                  <a:close/>
                  <a:moveTo>
                    <a:pt x="174053" y="287551"/>
                  </a:moveTo>
                  <a:lnTo>
                    <a:pt x="174053" y="297281"/>
                  </a:lnTo>
                  <a:lnTo>
                    <a:pt x="188249" y="287551"/>
                  </a:lnTo>
                  <a:close/>
                  <a:moveTo>
                    <a:pt x="174053" y="255601"/>
                  </a:moveTo>
                  <a:lnTo>
                    <a:pt x="188249" y="287551"/>
                  </a:lnTo>
                  <a:lnTo>
                    <a:pt x="207272" y="255601"/>
                  </a:lnTo>
                  <a:close/>
                  <a:moveTo>
                    <a:pt x="69621" y="243440"/>
                  </a:moveTo>
                  <a:lnTo>
                    <a:pt x="53651" y="255601"/>
                  </a:lnTo>
                  <a:lnTo>
                    <a:pt x="69621" y="255601"/>
                  </a:lnTo>
                  <a:close/>
                  <a:moveTo>
                    <a:pt x="69621" y="255601"/>
                  </a:moveTo>
                  <a:lnTo>
                    <a:pt x="97263" y="223650"/>
                  </a:lnTo>
                  <a:lnTo>
                    <a:pt x="69621" y="243440"/>
                  </a:lnTo>
                  <a:close/>
                  <a:moveTo>
                    <a:pt x="104432" y="223650"/>
                  </a:moveTo>
                  <a:lnTo>
                    <a:pt x="97263" y="223650"/>
                  </a:lnTo>
                  <a:lnTo>
                    <a:pt x="69621" y="255601"/>
                  </a:lnTo>
                  <a:close/>
                  <a:moveTo>
                    <a:pt x="174053" y="223650"/>
                  </a:moveTo>
                  <a:lnTo>
                    <a:pt x="207272" y="255601"/>
                  </a:lnTo>
                  <a:lnTo>
                    <a:pt x="199216" y="223650"/>
                  </a:lnTo>
                  <a:close/>
                  <a:moveTo>
                    <a:pt x="104432" y="219279"/>
                  </a:moveTo>
                  <a:lnTo>
                    <a:pt x="97263" y="223650"/>
                  </a:lnTo>
                  <a:lnTo>
                    <a:pt x="104432" y="223650"/>
                  </a:lnTo>
                  <a:close/>
                  <a:moveTo>
                    <a:pt x="104432" y="223650"/>
                  </a:moveTo>
                  <a:lnTo>
                    <a:pt x="139243" y="204070"/>
                  </a:lnTo>
                  <a:lnTo>
                    <a:pt x="104432" y="219279"/>
                  </a:lnTo>
                  <a:close/>
                  <a:moveTo>
                    <a:pt x="104432" y="223650"/>
                  </a:moveTo>
                  <a:lnTo>
                    <a:pt x="139243" y="223650"/>
                  </a:lnTo>
                  <a:lnTo>
                    <a:pt x="139243" y="204070"/>
                  </a:lnTo>
                  <a:close/>
                  <a:moveTo>
                    <a:pt x="139243" y="223650"/>
                  </a:moveTo>
                  <a:lnTo>
                    <a:pt x="174053" y="202254"/>
                  </a:lnTo>
                  <a:lnTo>
                    <a:pt x="139243" y="204070"/>
                  </a:lnTo>
                  <a:close/>
                  <a:moveTo>
                    <a:pt x="174053" y="223650"/>
                  </a:moveTo>
                  <a:lnTo>
                    <a:pt x="199216" y="223650"/>
                  </a:lnTo>
                  <a:lnTo>
                    <a:pt x="174053" y="202254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3996" name="Candidate_B5__3995">
              <a:extLst>
                <a:ext uri="{FF2B5EF4-FFF2-40B4-BE49-F238E27FC236}">
                  <a16:creationId xmlns:a16="http://schemas.microsoft.com/office/drawing/2014/main" id="{7D60235D-F73E-A058-D353-3487D611A857}"/>
                </a:ext>
              </a:extLst>
            </p:cNvPr>
            <p:cNvSpPr>
              <a:spLocks noGrp="1"/>
            </p:cNvSpPr>
            <p:nvPr/>
          </p:nvSpPr>
          <p:spPr>
            <a:xfrm>
              <a:off x="4163050" y="3806563"/>
              <a:ext cx="137651" cy="112001"/>
            </a:xfrm>
            <a:custGeom>
              <a:avLst/>
              <a:gdLst/>
              <a:ahLst/>
              <a:cxnLst/>
              <a:rect l="0" t="0" r="0" b="0"/>
              <a:pathLst>
                <a:path w="137651" h="112001">
                  <a:moveTo>
                    <a:pt x="34811" y="85296"/>
                  </a:moveTo>
                  <a:lnTo>
                    <a:pt x="0" y="85296"/>
                  </a:lnTo>
                  <a:lnTo>
                    <a:pt x="0" y="106561"/>
                  </a:lnTo>
                  <a:close/>
                  <a:moveTo>
                    <a:pt x="0" y="85296"/>
                  </a:moveTo>
                  <a:lnTo>
                    <a:pt x="34811" y="85296"/>
                  </a:lnTo>
                  <a:lnTo>
                    <a:pt x="34811" y="53346"/>
                  </a:lnTo>
                  <a:close/>
                  <a:moveTo>
                    <a:pt x="0" y="85296"/>
                  </a:moveTo>
                  <a:lnTo>
                    <a:pt x="34811" y="53346"/>
                  </a:lnTo>
                  <a:lnTo>
                    <a:pt x="0" y="53346"/>
                  </a:lnTo>
                  <a:close/>
                  <a:moveTo>
                    <a:pt x="69621" y="85296"/>
                  </a:moveTo>
                  <a:lnTo>
                    <a:pt x="34811" y="85296"/>
                  </a:lnTo>
                  <a:lnTo>
                    <a:pt x="34811" y="112001"/>
                  </a:lnTo>
                  <a:close/>
                  <a:moveTo>
                    <a:pt x="34811" y="85296"/>
                  </a:moveTo>
                  <a:lnTo>
                    <a:pt x="69621" y="85296"/>
                  </a:lnTo>
                  <a:lnTo>
                    <a:pt x="69621" y="53346"/>
                  </a:lnTo>
                  <a:close/>
                  <a:moveTo>
                    <a:pt x="34811" y="85296"/>
                  </a:moveTo>
                  <a:lnTo>
                    <a:pt x="69621" y="53346"/>
                  </a:lnTo>
                  <a:lnTo>
                    <a:pt x="34811" y="53346"/>
                  </a:lnTo>
                  <a:close/>
                  <a:moveTo>
                    <a:pt x="104432" y="85296"/>
                  </a:moveTo>
                  <a:lnTo>
                    <a:pt x="69621" y="85296"/>
                  </a:lnTo>
                  <a:lnTo>
                    <a:pt x="69621" y="107718"/>
                  </a:lnTo>
                  <a:close/>
                  <a:moveTo>
                    <a:pt x="69621" y="85296"/>
                  </a:moveTo>
                  <a:lnTo>
                    <a:pt x="104432" y="85296"/>
                  </a:lnTo>
                  <a:lnTo>
                    <a:pt x="104432" y="53346"/>
                  </a:lnTo>
                  <a:close/>
                  <a:moveTo>
                    <a:pt x="69621" y="85296"/>
                  </a:moveTo>
                  <a:lnTo>
                    <a:pt x="104432" y="53346"/>
                  </a:lnTo>
                  <a:lnTo>
                    <a:pt x="69621" y="53346"/>
                  </a:lnTo>
                  <a:close/>
                  <a:moveTo>
                    <a:pt x="104432" y="53346"/>
                  </a:moveTo>
                  <a:lnTo>
                    <a:pt x="104432" y="85296"/>
                  </a:lnTo>
                  <a:lnTo>
                    <a:pt x="118628" y="85296"/>
                  </a:lnTo>
                  <a:close/>
                  <a:moveTo>
                    <a:pt x="34811" y="53346"/>
                  </a:moveTo>
                  <a:lnTo>
                    <a:pt x="34811" y="21396"/>
                  </a:lnTo>
                  <a:lnTo>
                    <a:pt x="0" y="53346"/>
                  </a:lnTo>
                  <a:close/>
                  <a:moveTo>
                    <a:pt x="34811" y="53346"/>
                  </a:moveTo>
                  <a:lnTo>
                    <a:pt x="69621" y="53346"/>
                  </a:lnTo>
                  <a:lnTo>
                    <a:pt x="69621" y="21396"/>
                  </a:lnTo>
                  <a:close/>
                  <a:moveTo>
                    <a:pt x="34811" y="53346"/>
                  </a:moveTo>
                  <a:lnTo>
                    <a:pt x="69621" y="21396"/>
                  </a:lnTo>
                  <a:lnTo>
                    <a:pt x="34811" y="21396"/>
                  </a:lnTo>
                  <a:close/>
                  <a:moveTo>
                    <a:pt x="69621" y="53346"/>
                  </a:moveTo>
                  <a:lnTo>
                    <a:pt x="104432" y="53346"/>
                  </a:lnTo>
                  <a:lnTo>
                    <a:pt x="104432" y="21396"/>
                  </a:lnTo>
                  <a:close/>
                  <a:moveTo>
                    <a:pt x="69621" y="53346"/>
                  </a:moveTo>
                  <a:lnTo>
                    <a:pt x="104432" y="21396"/>
                  </a:lnTo>
                  <a:lnTo>
                    <a:pt x="69621" y="21396"/>
                  </a:lnTo>
                  <a:close/>
                  <a:moveTo>
                    <a:pt x="104432" y="21396"/>
                  </a:moveTo>
                  <a:lnTo>
                    <a:pt x="104432" y="53346"/>
                  </a:lnTo>
                  <a:lnTo>
                    <a:pt x="137651" y="53346"/>
                  </a:lnTo>
                  <a:close/>
                  <a:moveTo>
                    <a:pt x="69621" y="21396"/>
                  </a:moveTo>
                  <a:lnTo>
                    <a:pt x="104432" y="21396"/>
                  </a:lnTo>
                  <a:lnTo>
                    <a:pt x="104432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grpSp>
        <p:nvGrpSpPr>
          <p:cNvPr id="50018" name="Original label 3951 semantic B"/>
          <p:cNvGrpSpPr/>
          <p:nvPr/>
        </p:nvGrpSpPr>
        <p:grpSpPr>
          <a:xfrm>
            <a:off x="3052530" y="1412911"/>
            <a:ext cx="266700" cy="200025"/>
            <a:chOff x="0" y="0"/>
            <a:chExt cx="197556" cy="148167"/>
          </a:xfrm>
        </p:grpSpPr>
        <p:sp>
          <p:nvSpPr>
            <p:cNvPr id="3951" name="label__3950">
              <a:extLst>
                <a:ext uri="{FF2B5EF4-FFF2-40B4-BE49-F238E27FC236}">
                  <a16:creationId xmlns:a16="http://schemas.microsoft.com/office/drawing/2014/main" id="{7A56397E-2AEB-4EE2-C040-F392CA579551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97556" cy="14816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620" b="1">
                  <a:solidFill>
                    <a:srgbClr val="469872"/>
                  </a:solidFill>
                  <a:latin typeface="Arial"/>
                  <a:ea typeface="Arial"/>
                  <a:cs typeface="Arial"/>
                </a:defRPr>
              </a:pPr>
              <a:r>
                <a:rPr sz="1080" b="1" dirty="0">
                  <a:solidFill>
                    <a:srgbClr val="469872"/>
                  </a:solidFill>
                  <a:latin typeface="Arial"/>
                  <a:ea typeface="Arial"/>
                  <a:cs typeface="Arial"/>
                </a:rPr>
                <a:t>B1</a:t>
              </a:r>
            </a:p>
          </p:txBody>
        </p:sp>
      </p:grpSp>
      <p:grpSp>
        <p:nvGrpSpPr>
          <p:cNvPr id="50019" name="Original label 3963 semantic B"/>
          <p:cNvGrpSpPr/>
          <p:nvPr/>
        </p:nvGrpSpPr>
        <p:grpSpPr>
          <a:xfrm>
            <a:off x="4113403" y="2337471"/>
            <a:ext cx="266700" cy="200025"/>
            <a:chOff x="0" y="0"/>
            <a:chExt cx="197556" cy="148167"/>
          </a:xfrm>
        </p:grpSpPr>
        <p:sp>
          <p:nvSpPr>
            <p:cNvPr id="3963" name="label__3962">
              <a:extLst>
                <a:ext uri="{FF2B5EF4-FFF2-40B4-BE49-F238E27FC236}">
                  <a16:creationId xmlns:a16="http://schemas.microsoft.com/office/drawing/2014/main" id="{CB727693-443A-8839-97A3-28C85E3A2354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97556" cy="14816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620" b="1">
                  <a:solidFill>
                    <a:srgbClr val="469872"/>
                  </a:solidFill>
                  <a:latin typeface="Arial"/>
                  <a:ea typeface="Arial"/>
                  <a:cs typeface="Arial"/>
                </a:defRPr>
              </a:pPr>
              <a:r>
                <a:rPr sz="1080" b="1" dirty="0">
                  <a:solidFill>
                    <a:srgbClr val="469872"/>
                  </a:solidFill>
                  <a:latin typeface="Arial"/>
                  <a:ea typeface="Arial"/>
                  <a:cs typeface="Arial"/>
                </a:rPr>
                <a:t>B2</a:t>
              </a:r>
            </a:p>
          </p:txBody>
        </p:sp>
      </p:grpSp>
      <p:grpSp>
        <p:nvGrpSpPr>
          <p:cNvPr id="50020" name="Original label 3997 semantic B"/>
          <p:cNvGrpSpPr/>
          <p:nvPr/>
        </p:nvGrpSpPr>
        <p:grpSpPr>
          <a:xfrm>
            <a:off x="2846956" y="2307838"/>
            <a:ext cx="266700" cy="200025"/>
            <a:chOff x="0" y="0"/>
            <a:chExt cx="161636" cy="121227"/>
          </a:xfrm>
        </p:grpSpPr>
        <p:sp>
          <p:nvSpPr>
            <p:cNvPr id="3997" name="label__3996">
              <a:extLst>
                <a:ext uri="{FF2B5EF4-FFF2-40B4-BE49-F238E27FC236}">
                  <a16:creationId xmlns:a16="http://schemas.microsoft.com/office/drawing/2014/main" id="{C7BEE66F-9CEE-483B-DCDA-902F59C5A73E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61636" cy="12122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980" b="1">
                  <a:solidFill>
                    <a:srgbClr val="4F5965"/>
                  </a:solidFill>
                  <a:latin typeface="Arial"/>
                  <a:ea typeface="Arial"/>
                  <a:cs typeface="Arial"/>
                </a:defRPr>
              </a:pPr>
              <a:r>
                <a:rPr sz="1101" b="1" dirty="0">
                  <a:solidFill>
                    <a:srgbClr val="4F5965"/>
                  </a:solidFill>
                  <a:latin typeface="Arial"/>
                  <a:ea typeface="Arial"/>
                  <a:cs typeface="Arial"/>
                </a:rPr>
                <a:t>B3</a:t>
              </a:r>
            </a:p>
          </p:txBody>
        </p:sp>
      </p:grpSp>
      <p:grpSp>
        <p:nvGrpSpPr>
          <p:cNvPr id="50021" name="Original label 3974 semantic B"/>
          <p:cNvGrpSpPr/>
          <p:nvPr/>
        </p:nvGrpSpPr>
        <p:grpSpPr>
          <a:xfrm>
            <a:off x="3435392" y="2476155"/>
            <a:ext cx="266700" cy="200025"/>
            <a:chOff x="0" y="0"/>
            <a:chExt cx="197556" cy="148167"/>
          </a:xfrm>
        </p:grpSpPr>
        <p:sp>
          <p:nvSpPr>
            <p:cNvPr id="3974" name="label__3973">
              <a:extLst>
                <a:ext uri="{FF2B5EF4-FFF2-40B4-BE49-F238E27FC236}">
                  <a16:creationId xmlns:a16="http://schemas.microsoft.com/office/drawing/2014/main" id="{30C352BF-14E3-1E73-A83D-526AE0DDDAC7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97556" cy="14816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620" b="1">
                  <a:solidFill>
                    <a:srgbClr val="AF9039"/>
                  </a:solidFill>
                  <a:latin typeface="Arial"/>
                  <a:ea typeface="Arial"/>
                  <a:cs typeface="Arial"/>
                </a:defRPr>
              </a:pPr>
              <a:r>
                <a:rPr sz="1080" b="1" dirty="0">
                  <a:solidFill>
                    <a:srgbClr val="AF9039"/>
                  </a:solidFill>
                  <a:latin typeface="Arial"/>
                  <a:ea typeface="Arial"/>
                  <a:cs typeface="Arial"/>
                </a:rPr>
                <a:t>B4</a:t>
              </a:r>
            </a:p>
          </p:txBody>
        </p:sp>
      </p:grpSp>
      <p:grpSp>
        <p:nvGrpSpPr>
          <p:cNvPr id="50022" name="Original label 3986 semantic B"/>
          <p:cNvGrpSpPr/>
          <p:nvPr/>
        </p:nvGrpSpPr>
        <p:grpSpPr>
          <a:xfrm>
            <a:off x="3919008" y="1142655"/>
            <a:ext cx="266700" cy="200025"/>
            <a:chOff x="0" y="0"/>
            <a:chExt cx="197556" cy="148167"/>
          </a:xfrm>
        </p:grpSpPr>
        <p:sp>
          <p:nvSpPr>
            <p:cNvPr id="3986" name="label__3985">
              <a:extLst>
                <a:ext uri="{FF2B5EF4-FFF2-40B4-BE49-F238E27FC236}">
                  <a16:creationId xmlns:a16="http://schemas.microsoft.com/office/drawing/2014/main" id="{55F4B71F-EA8E-4370-B025-F9225EA7A833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97556" cy="14816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620" b="1">
                  <a:solidFill>
                    <a:srgbClr val="B45D6E"/>
                  </a:solidFill>
                  <a:latin typeface="Arial"/>
                  <a:ea typeface="Arial"/>
                  <a:cs typeface="Arial"/>
                </a:defRPr>
              </a:pPr>
              <a:r>
                <a:rPr sz="1080" b="1" dirty="0">
                  <a:solidFill>
                    <a:srgbClr val="B45D6E"/>
                  </a:solidFill>
                  <a:latin typeface="Arial"/>
                  <a:ea typeface="Arial"/>
                  <a:cs typeface="Arial"/>
                </a:rPr>
                <a:t>B5</a:t>
              </a:r>
            </a:p>
          </p:txBody>
        </p:sp>
      </p:grpSp>
      <p:grpSp>
        <p:nvGrpSpPr>
          <p:cNvPr id="6225" name="Match_B1">
            <a:extLst>
              <a:ext uri="{FF2B5EF4-FFF2-40B4-BE49-F238E27FC236}">
                <a16:creationId xmlns:a16="http://schemas.microsoft.com/office/drawing/2014/main" id="{8209940B-2F6A-70E5-8305-93DC5DFEDE09}"/>
              </a:ext>
            </a:extLst>
          </p:cNvPr>
          <p:cNvGrpSpPr/>
          <p:nvPr/>
        </p:nvGrpSpPr>
        <p:grpSpPr>
          <a:xfrm>
            <a:off x="5580390" y="892175"/>
            <a:ext cx="234950" cy="349250"/>
            <a:chOff x="8386763" y="1747838"/>
            <a:chExt cx="352425" cy="523875"/>
          </a:xfrm>
        </p:grpSpPr>
        <p:sp>
          <p:nvSpPr>
            <p:cNvPr id="4009" name="Match_B1__4008">
              <a:extLst>
                <a:ext uri="{FF2B5EF4-FFF2-40B4-BE49-F238E27FC236}">
                  <a16:creationId xmlns:a16="http://schemas.microsoft.com/office/drawing/2014/main" id="{B2D1575D-6E4B-0179-6283-542D21EC51AE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98037" y="523543"/>
                  </a:moveTo>
                  <a:lnTo>
                    <a:pt x="61906" y="514887"/>
                  </a:lnTo>
                  <a:lnTo>
                    <a:pt x="98037" y="515352"/>
                  </a:lnTo>
                  <a:close/>
                  <a:moveTo>
                    <a:pt x="98037" y="523543"/>
                  </a:moveTo>
                  <a:lnTo>
                    <a:pt x="98037" y="515352"/>
                  </a:lnTo>
                  <a:lnTo>
                    <a:pt x="134167" y="523875"/>
                  </a:lnTo>
                  <a:close/>
                  <a:moveTo>
                    <a:pt x="134167" y="523875"/>
                  </a:moveTo>
                  <a:lnTo>
                    <a:pt x="134167" y="515837"/>
                  </a:lnTo>
                  <a:lnTo>
                    <a:pt x="170298" y="516196"/>
                  </a:lnTo>
                  <a:close/>
                  <a:moveTo>
                    <a:pt x="208869" y="487821"/>
                  </a:moveTo>
                  <a:lnTo>
                    <a:pt x="221774" y="487821"/>
                  </a:lnTo>
                  <a:lnTo>
                    <a:pt x="206429" y="499097"/>
                  </a:lnTo>
                  <a:close/>
                  <a:moveTo>
                    <a:pt x="238494" y="461151"/>
                  </a:moveTo>
                  <a:lnTo>
                    <a:pt x="242559" y="467256"/>
                  </a:lnTo>
                  <a:lnTo>
                    <a:pt x="221774" y="487821"/>
                  </a:lnTo>
                  <a:close/>
                  <a:moveTo>
                    <a:pt x="2499" y="461151"/>
                  </a:moveTo>
                  <a:lnTo>
                    <a:pt x="14000" y="461151"/>
                  </a:lnTo>
                  <a:lnTo>
                    <a:pt x="18837" y="487821"/>
                  </a:lnTo>
                  <a:close/>
                  <a:moveTo>
                    <a:pt x="10476" y="434480"/>
                  </a:moveTo>
                  <a:lnTo>
                    <a:pt x="2499" y="461151"/>
                  </a:lnTo>
                  <a:lnTo>
                    <a:pt x="0" y="434480"/>
                  </a:lnTo>
                  <a:close/>
                  <a:moveTo>
                    <a:pt x="17989" y="407809"/>
                  </a:moveTo>
                  <a:lnTo>
                    <a:pt x="0" y="434480"/>
                  </a:lnTo>
                  <a:lnTo>
                    <a:pt x="7970" y="407809"/>
                  </a:lnTo>
                  <a:close/>
                  <a:moveTo>
                    <a:pt x="268638" y="434480"/>
                  </a:moveTo>
                  <a:lnTo>
                    <a:pt x="248088" y="461151"/>
                  </a:lnTo>
                  <a:lnTo>
                    <a:pt x="262255" y="434480"/>
                  </a:lnTo>
                  <a:close/>
                  <a:moveTo>
                    <a:pt x="268638" y="434480"/>
                  </a:moveTo>
                  <a:lnTo>
                    <a:pt x="262255" y="434480"/>
                  </a:lnTo>
                  <a:lnTo>
                    <a:pt x="278690" y="421046"/>
                  </a:lnTo>
                  <a:close/>
                  <a:moveTo>
                    <a:pt x="7970" y="407809"/>
                  </a:moveTo>
                  <a:lnTo>
                    <a:pt x="24298" y="381139"/>
                  </a:lnTo>
                  <a:lnTo>
                    <a:pt x="17989" y="407809"/>
                  </a:lnTo>
                  <a:close/>
                  <a:moveTo>
                    <a:pt x="285231" y="407809"/>
                  </a:moveTo>
                  <a:lnTo>
                    <a:pt x="288891" y="407809"/>
                  </a:lnTo>
                  <a:lnTo>
                    <a:pt x="278690" y="421046"/>
                  </a:lnTo>
                  <a:close/>
                  <a:moveTo>
                    <a:pt x="307376" y="381139"/>
                  </a:moveTo>
                  <a:lnTo>
                    <a:pt x="288891" y="407809"/>
                  </a:lnTo>
                  <a:lnTo>
                    <a:pt x="306023" y="381139"/>
                  </a:lnTo>
                  <a:close/>
                  <a:moveTo>
                    <a:pt x="32592" y="381139"/>
                  </a:moveTo>
                  <a:lnTo>
                    <a:pt x="25775" y="379049"/>
                  </a:lnTo>
                  <a:lnTo>
                    <a:pt x="41208" y="354468"/>
                  </a:lnTo>
                  <a:close/>
                  <a:moveTo>
                    <a:pt x="307376" y="381139"/>
                  </a:moveTo>
                  <a:lnTo>
                    <a:pt x="306023" y="381139"/>
                  </a:lnTo>
                  <a:lnTo>
                    <a:pt x="314821" y="366252"/>
                  </a:lnTo>
                  <a:close/>
                  <a:moveTo>
                    <a:pt x="58466" y="327797"/>
                  </a:moveTo>
                  <a:lnTo>
                    <a:pt x="41208" y="354468"/>
                  </a:lnTo>
                  <a:lnTo>
                    <a:pt x="53652" y="327797"/>
                  </a:lnTo>
                  <a:close/>
                  <a:moveTo>
                    <a:pt x="320575" y="354468"/>
                  </a:moveTo>
                  <a:lnTo>
                    <a:pt x="320969" y="354468"/>
                  </a:lnTo>
                  <a:lnTo>
                    <a:pt x="314821" y="366252"/>
                  </a:lnTo>
                  <a:close/>
                  <a:moveTo>
                    <a:pt x="327031" y="327797"/>
                  </a:moveTo>
                  <a:lnTo>
                    <a:pt x="320969" y="354468"/>
                  </a:lnTo>
                  <a:lnTo>
                    <a:pt x="326795" y="327797"/>
                  </a:lnTo>
                  <a:close/>
                  <a:moveTo>
                    <a:pt x="53652" y="327797"/>
                  </a:moveTo>
                  <a:lnTo>
                    <a:pt x="58654" y="301127"/>
                  </a:lnTo>
                  <a:lnTo>
                    <a:pt x="58466" y="327797"/>
                  </a:lnTo>
                  <a:close/>
                  <a:moveTo>
                    <a:pt x="325376" y="301127"/>
                  </a:moveTo>
                  <a:lnTo>
                    <a:pt x="327031" y="327797"/>
                  </a:lnTo>
                  <a:lnTo>
                    <a:pt x="324534" y="301127"/>
                  </a:lnTo>
                  <a:close/>
                  <a:moveTo>
                    <a:pt x="318506" y="274456"/>
                  </a:moveTo>
                  <a:lnTo>
                    <a:pt x="325376" y="301127"/>
                  </a:lnTo>
                  <a:lnTo>
                    <a:pt x="316039" y="274456"/>
                  </a:lnTo>
                  <a:close/>
                  <a:moveTo>
                    <a:pt x="314821" y="271076"/>
                  </a:moveTo>
                  <a:lnTo>
                    <a:pt x="314821" y="261236"/>
                  </a:lnTo>
                  <a:lnTo>
                    <a:pt x="318506" y="274456"/>
                  </a:lnTo>
                  <a:close/>
                  <a:moveTo>
                    <a:pt x="314821" y="261236"/>
                  </a:moveTo>
                  <a:lnTo>
                    <a:pt x="314821" y="271076"/>
                  </a:lnTo>
                  <a:lnTo>
                    <a:pt x="311612" y="247785"/>
                  </a:lnTo>
                  <a:close/>
                  <a:moveTo>
                    <a:pt x="49622" y="247785"/>
                  </a:moveTo>
                  <a:lnTo>
                    <a:pt x="58146" y="247785"/>
                  </a:lnTo>
                  <a:lnTo>
                    <a:pt x="56058" y="274456"/>
                  </a:lnTo>
                  <a:close/>
                  <a:moveTo>
                    <a:pt x="54345" y="221114"/>
                  </a:moveTo>
                  <a:lnTo>
                    <a:pt x="49622" y="247785"/>
                  </a:lnTo>
                  <a:lnTo>
                    <a:pt x="44811" y="221114"/>
                  </a:lnTo>
                  <a:close/>
                  <a:moveTo>
                    <a:pt x="308985" y="221114"/>
                  </a:moveTo>
                  <a:lnTo>
                    <a:pt x="311612" y="247785"/>
                  </a:lnTo>
                  <a:lnTo>
                    <a:pt x="302663" y="221114"/>
                  </a:lnTo>
                  <a:close/>
                  <a:moveTo>
                    <a:pt x="55531" y="194444"/>
                  </a:moveTo>
                  <a:lnTo>
                    <a:pt x="44811" y="221114"/>
                  </a:lnTo>
                  <a:lnTo>
                    <a:pt x="45349" y="194444"/>
                  </a:lnTo>
                  <a:close/>
                  <a:moveTo>
                    <a:pt x="311622" y="194444"/>
                  </a:moveTo>
                  <a:lnTo>
                    <a:pt x="308985" y="221114"/>
                  </a:lnTo>
                  <a:lnTo>
                    <a:pt x="304253" y="194444"/>
                  </a:lnTo>
                  <a:close/>
                  <a:moveTo>
                    <a:pt x="45349" y="194444"/>
                  </a:moveTo>
                  <a:lnTo>
                    <a:pt x="52631" y="167773"/>
                  </a:lnTo>
                  <a:lnTo>
                    <a:pt x="55531" y="194444"/>
                  </a:lnTo>
                  <a:close/>
                  <a:moveTo>
                    <a:pt x="312644" y="167773"/>
                  </a:moveTo>
                  <a:lnTo>
                    <a:pt x="314821" y="183855"/>
                  </a:lnTo>
                  <a:lnTo>
                    <a:pt x="311622" y="194444"/>
                  </a:lnTo>
                  <a:close/>
                  <a:moveTo>
                    <a:pt x="63219" y="167773"/>
                  </a:moveTo>
                  <a:lnTo>
                    <a:pt x="61906" y="148770"/>
                  </a:lnTo>
                  <a:lnTo>
                    <a:pt x="65514" y="141102"/>
                  </a:lnTo>
                  <a:close/>
                  <a:moveTo>
                    <a:pt x="87862" y="114432"/>
                  </a:moveTo>
                  <a:lnTo>
                    <a:pt x="65514" y="141102"/>
                  </a:lnTo>
                  <a:lnTo>
                    <a:pt x="79307" y="114432"/>
                  </a:lnTo>
                  <a:close/>
                  <a:moveTo>
                    <a:pt x="334327" y="141102"/>
                  </a:moveTo>
                  <a:lnTo>
                    <a:pt x="320767" y="167773"/>
                  </a:lnTo>
                  <a:lnTo>
                    <a:pt x="327220" y="141102"/>
                  </a:lnTo>
                  <a:close/>
                  <a:moveTo>
                    <a:pt x="346477" y="114432"/>
                  </a:moveTo>
                  <a:lnTo>
                    <a:pt x="334327" y="141102"/>
                  </a:lnTo>
                  <a:lnTo>
                    <a:pt x="340438" y="114432"/>
                  </a:lnTo>
                  <a:close/>
                  <a:moveTo>
                    <a:pt x="79307" y="114432"/>
                  </a:moveTo>
                  <a:lnTo>
                    <a:pt x="93362" y="87761"/>
                  </a:lnTo>
                  <a:lnTo>
                    <a:pt x="87862" y="114432"/>
                  </a:lnTo>
                  <a:close/>
                  <a:moveTo>
                    <a:pt x="346645" y="87761"/>
                  </a:moveTo>
                  <a:lnTo>
                    <a:pt x="350951" y="93823"/>
                  </a:lnTo>
                  <a:lnTo>
                    <a:pt x="346477" y="114432"/>
                  </a:lnTo>
                  <a:close/>
                  <a:moveTo>
                    <a:pt x="100845" y="87761"/>
                  </a:moveTo>
                  <a:lnTo>
                    <a:pt x="98037" y="79764"/>
                  </a:lnTo>
                  <a:lnTo>
                    <a:pt x="108998" y="61090"/>
                  </a:lnTo>
                  <a:close/>
                  <a:moveTo>
                    <a:pt x="108998" y="61090"/>
                  </a:moveTo>
                  <a:lnTo>
                    <a:pt x="132742" y="34420"/>
                  </a:lnTo>
                  <a:lnTo>
                    <a:pt x="115652" y="61090"/>
                  </a:lnTo>
                  <a:close/>
                  <a:moveTo>
                    <a:pt x="329961" y="34420"/>
                  </a:moveTo>
                  <a:lnTo>
                    <a:pt x="348181" y="61090"/>
                  </a:lnTo>
                  <a:lnTo>
                    <a:pt x="322926" y="34420"/>
                  </a:lnTo>
                  <a:close/>
                  <a:moveTo>
                    <a:pt x="170298" y="11916"/>
                  </a:moveTo>
                  <a:lnTo>
                    <a:pt x="170298" y="16512"/>
                  </a:lnTo>
                  <a:lnTo>
                    <a:pt x="134167" y="33261"/>
                  </a:lnTo>
                  <a:close/>
                  <a:moveTo>
                    <a:pt x="170298" y="11916"/>
                  </a:moveTo>
                  <a:lnTo>
                    <a:pt x="184385" y="7749"/>
                  </a:lnTo>
                  <a:lnTo>
                    <a:pt x="199671" y="7749"/>
                  </a:lnTo>
                  <a:close/>
                  <a:moveTo>
                    <a:pt x="278690" y="10578"/>
                  </a:moveTo>
                  <a:lnTo>
                    <a:pt x="282719" y="7749"/>
                  </a:lnTo>
                  <a:lnTo>
                    <a:pt x="314821" y="22754"/>
                  </a:lnTo>
                  <a:close/>
                  <a:moveTo>
                    <a:pt x="314821" y="28170"/>
                  </a:moveTo>
                  <a:lnTo>
                    <a:pt x="314821" y="22754"/>
                  </a:lnTo>
                  <a:lnTo>
                    <a:pt x="329961" y="34420"/>
                  </a:lnTo>
                  <a:close/>
                  <a:moveTo>
                    <a:pt x="206429" y="1782"/>
                  </a:moveTo>
                  <a:lnTo>
                    <a:pt x="199671" y="7749"/>
                  </a:lnTo>
                  <a:lnTo>
                    <a:pt x="184385" y="7749"/>
                  </a:lnTo>
                  <a:close/>
                  <a:moveTo>
                    <a:pt x="242559" y="0"/>
                  </a:moveTo>
                  <a:lnTo>
                    <a:pt x="206429" y="5914"/>
                  </a:lnTo>
                  <a:lnTo>
                    <a:pt x="206429" y="1782"/>
                  </a:lnTo>
                  <a:close/>
                  <a:moveTo>
                    <a:pt x="242559" y="0"/>
                  </a:moveTo>
                  <a:lnTo>
                    <a:pt x="278690" y="6211"/>
                  </a:lnTo>
                  <a:lnTo>
                    <a:pt x="242559" y="4020"/>
                  </a:lnTo>
                  <a:close/>
                  <a:moveTo>
                    <a:pt x="58654" y="301127"/>
                  </a:moveTo>
                  <a:lnTo>
                    <a:pt x="56058" y="274456"/>
                  </a:lnTo>
                  <a:lnTo>
                    <a:pt x="61906" y="274456"/>
                  </a:lnTo>
                  <a:close/>
                  <a:moveTo>
                    <a:pt x="61906" y="148770"/>
                  </a:moveTo>
                  <a:lnTo>
                    <a:pt x="61906" y="167773"/>
                  </a:lnTo>
                  <a:lnTo>
                    <a:pt x="52631" y="167773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4010" name="Match_B1__4009">
              <a:extLst>
                <a:ext uri="{FF2B5EF4-FFF2-40B4-BE49-F238E27FC236}">
                  <a16:creationId xmlns:a16="http://schemas.microsoft.com/office/drawing/2014/main" id="{CE755BAE-2381-4B78-E61E-EC59BD692BB5}"/>
                </a:ext>
              </a:extLst>
            </p:cNvPr>
            <p:cNvSpPr>
              <a:spLocks noGrp="1"/>
            </p:cNvSpPr>
            <p:nvPr/>
          </p:nvSpPr>
          <p:spPr>
            <a:xfrm>
              <a:off x="8405600" y="1754049"/>
              <a:ext cx="333588" cy="509984"/>
            </a:xfrm>
            <a:custGeom>
              <a:avLst/>
              <a:gdLst/>
              <a:ahLst/>
              <a:cxnLst/>
              <a:rect l="0" t="0" r="0" b="0"/>
              <a:pathLst>
                <a:path w="333588" h="509984">
                  <a:moveTo>
                    <a:pt x="6938" y="481610"/>
                  </a:moveTo>
                  <a:lnTo>
                    <a:pt x="42185" y="508281"/>
                  </a:lnTo>
                  <a:lnTo>
                    <a:pt x="6938" y="487679"/>
                  </a:lnTo>
                  <a:close/>
                  <a:moveTo>
                    <a:pt x="6938" y="481610"/>
                  </a:moveTo>
                  <a:lnTo>
                    <a:pt x="43069" y="508281"/>
                  </a:lnTo>
                  <a:lnTo>
                    <a:pt x="42185" y="508281"/>
                  </a:lnTo>
                  <a:close/>
                  <a:moveTo>
                    <a:pt x="155545" y="508281"/>
                  </a:moveTo>
                  <a:lnTo>
                    <a:pt x="151461" y="508281"/>
                  </a:lnTo>
                  <a:lnTo>
                    <a:pt x="187592" y="492886"/>
                  </a:lnTo>
                  <a:close/>
                  <a:moveTo>
                    <a:pt x="332114" y="72450"/>
                  </a:moveTo>
                  <a:lnTo>
                    <a:pt x="332114" y="81550"/>
                  </a:lnTo>
                  <a:lnTo>
                    <a:pt x="329344" y="54879"/>
                  </a:lnTo>
                  <a:close/>
                  <a:moveTo>
                    <a:pt x="42185" y="508281"/>
                  </a:moveTo>
                  <a:lnTo>
                    <a:pt x="43069" y="508281"/>
                  </a:lnTo>
                  <a:lnTo>
                    <a:pt x="43069" y="508675"/>
                  </a:lnTo>
                  <a:close/>
                  <a:moveTo>
                    <a:pt x="155545" y="508281"/>
                  </a:moveTo>
                  <a:lnTo>
                    <a:pt x="151461" y="509984"/>
                  </a:lnTo>
                  <a:lnTo>
                    <a:pt x="151461" y="508281"/>
                  </a:lnTo>
                  <a:close/>
                  <a:moveTo>
                    <a:pt x="0" y="481610"/>
                  </a:moveTo>
                  <a:lnTo>
                    <a:pt x="6938" y="481610"/>
                  </a:lnTo>
                  <a:lnTo>
                    <a:pt x="6938" y="487679"/>
                  </a:lnTo>
                  <a:close/>
                  <a:moveTo>
                    <a:pt x="229251" y="454939"/>
                  </a:moveTo>
                  <a:lnTo>
                    <a:pt x="223722" y="461044"/>
                  </a:lnTo>
                  <a:lnTo>
                    <a:pt x="223722" y="454939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5461" y="374927"/>
                  </a:lnTo>
                  <a:close/>
                  <a:moveTo>
                    <a:pt x="301930" y="161562"/>
                  </a:moveTo>
                  <a:lnTo>
                    <a:pt x="295984" y="177644"/>
                  </a:lnTo>
                  <a:lnTo>
                    <a:pt x="295984" y="161562"/>
                  </a:lnTo>
                  <a:close/>
                  <a:moveTo>
                    <a:pt x="79199" y="73553"/>
                  </a:moveTo>
                  <a:lnTo>
                    <a:pt x="79199" y="81550"/>
                  </a:lnTo>
                  <a:lnTo>
                    <a:pt x="74525" y="81550"/>
                  </a:lnTo>
                  <a:close/>
                  <a:moveTo>
                    <a:pt x="333588" y="81550"/>
                  </a:moveTo>
                  <a:lnTo>
                    <a:pt x="332114" y="87611"/>
                  </a:lnTo>
                  <a:lnTo>
                    <a:pt x="332114" y="81550"/>
                  </a:lnTo>
                  <a:close/>
                  <a:moveTo>
                    <a:pt x="332114" y="72450"/>
                  </a:moveTo>
                  <a:lnTo>
                    <a:pt x="333588" y="81550"/>
                  </a:lnTo>
                  <a:lnTo>
                    <a:pt x="332114" y="81550"/>
                  </a:lnTo>
                  <a:close/>
                  <a:moveTo>
                    <a:pt x="115330" y="27049"/>
                  </a:moveTo>
                  <a:lnTo>
                    <a:pt x="115330" y="28208"/>
                  </a:lnTo>
                  <a:lnTo>
                    <a:pt x="113905" y="28208"/>
                  </a:lnTo>
                  <a:close/>
                  <a:moveTo>
                    <a:pt x="259853" y="0"/>
                  </a:moveTo>
                  <a:lnTo>
                    <a:pt x="263882" y="1537"/>
                  </a:lnTo>
                  <a:lnTo>
                    <a:pt x="259853" y="1537"/>
                  </a:lnTo>
                  <a:close/>
                  <a:moveTo>
                    <a:pt x="6938" y="372837"/>
                  </a:moveTo>
                  <a:lnTo>
                    <a:pt x="5461" y="374927"/>
                  </a:lnTo>
                  <a:lnTo>
                    <a:pt x="6938" y="374927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22371" y="348256"/>
                  </a:lnTo>
                  <a:close/>
                  <a:moveTo>
                    <a:pt x="295984" y="268244"/>
                  </a:moveTo>
                  <a:lnTo>
                    <a:pt x="306538" y="294915"/>
                  </a:lnTo>
                  <a:lnTo>
                    <a:pt x="299669" y="268244"/>
                  </a:lnTo>
                  <a:close/>
                  <a:moveTo>
                    <a:pt x="295984" y="268244"/>
                  </a:moveTo>
                  <a:lnTo>
                    <a:pt x="299669" y="268244"/>
                  </a:lnTo>
                  <a:lnTo>
                    <a:pt x="295984" y="255025"/>
                  </a:lnTo>
                  <a:close/>
                  <a:moveTo>
                    <a:pt x="332114" y="87611"/>
                  </a:moveTo>
                  <a:lnTo>
                    <a:pt x="332114" y="81550"/>
                  </a:lnTo>
                  <a:lnTo>
                    <a:pt x="327640" y="108220"/>
                  </a:lnTo>
                  <a:close/>
                  <a:moveTo>
                    <a:pt x="332114" y="81550"/>
                  </a:moveTo>
                  <a:lnTo>
                    <a:pt x="332114" y="87611"/>
                  </a:lnTo>
                  <a:lnTo>
                    <a:pt x="333588" y="81550"/>
                  </a:lnTo>
                  <a:close/>
                  <a:moveTo>
                    <a:pt x="332114" y="81550"/>
                  </a:moveTo>
                  <a:lnTo>
                    <a:pt x="333588" y="81550"/>
                  </a:lnTo>
                  <a:lnTo>
                    <a:pt x="332114" y="72450"/>
                  </a:lnTo>
                  <a:close/>
                  <a:moveTo>
                    <a:pt x="115330" y="27049"/>
                  </a:moveTo>
                  <a:lnTo>
                    <a:pt x="113905" y="28208"/>
                  </a:lnTo>
                  <a:lnTo>
                    <a:pt x="115330" y="28208"/>
                  </a:lnTo>
                  <a:close/>
                  <a:moveTo>
                    <a:pt x="263882" y="1537"/>
                  </a:moveTo>
                  <a:lnTo>
                    <a:pt x="259853" y="1537"/>
                  </a:lnTo>
                  <a:lnTo>
                    <a:pt x="295984" y="16543"/>
                  </a:lnTo>
                  <a:close/>
                  <a:moveTo>
                    <a:pt x="259853" y="1537"/>
                  </a:moveTo>
                  <a:lnTo>
                    <a:pt x="263882" y="1537"/>
                  </a:lnTo>
                  <a:lnTo>
                    <a:pt x="259853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4011" name="Match_B1__4010">
              <a:extLst>
                <a:ext uri="{FF2B5EF4-FFF2-40B4-BE49-F238E27FC236}">
                  <a16:creationId xmlns:a16="http://schemas.microsoft.com/office/drawing/2014/main" id="{AA0386F9-DDE1-0B70-1767-419926257F73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61247" y="514492"/>
                  </a:moveTo>
                  <a:lnTo>
                    <a:pt x="61022" y="514492"/>
                  </a:lnTo>
                  <a:lnTo>
                    <a:pt x="61906" y="514887"/>
                  </a:lnTo>
                  <a:close/>
                  <a:moveTo>
                    <a:pt x="61022" y="514492"/>
                  </a:moveTo>
                  <a:lnTo>
                    <a:pt x="61247" y="514492"/>
                  </a:lnTo>
                  <a:lnTo>
                    <a:pt x="25775" y="493891"/>
                  </a:lnTo>
                  <a:close/>
                  <a:moveTo>
                    <a:pt x="61906" y="514887"/>
                  </a:moveTo>
                  <a:lnTo>
                    <a:pt x="98037" y="523543"/>
                  </a:lnTo>
                  <a:lnTo>
                    <a:pt x="98037" y="523433"/>
                  </a:lnTo>
                  <a:close/>
                  <a:moveTo>
                    <a:pt x="98037" y="523543"/>
                  </a:moveTo>
                  <a:lnTo>
                    <a:pt x="134167" y="523875"/>
                  </a:lnTo>
                  <a:lnTo>
                    <a:pt x="134167" y="523721"/>
                  </a:lnTo>
                  <a:close/>
                  <a:moveTo>
                    <a:pt x="134167" y="523875"/>
                  </a:moveTo>
                  <a:lnTo>
                    <a:pt x="170298" y="516196"/>
                  </a:lnTo>
                  <a:lnTo>
                    <a:pt x="170298" y="515926"/>
                  </a:lnTo>
                  <a:close/>
                  <a:moveTo>
                    <a:pt x="174383" y="514492"/>
                  </a:moveTo>
                  <a:lnTo>
                    <a:pt x="170298" y="515926"/>
                  </a:lnTo>
                  <a:lnTo>
                    <a:pt x="170298" y="516196"/>
                  </a:lnTo>
                  <a:close/>
                  <a:moveTo>
                    <a:pt x="174383" y="514492"/>
                  </a:moveTo>
                  <a:lnTo>
                    <a:pt x="206429" y="499097"/>
                  </a:lnTo>
                  <a:lnTo>
                    <a:pt x="206429" y="498341"/>
                  </a:lnTo>
                  <a:close/>
                  <a:moveTo>
                    <a:pt x="19051" y="487821"/>
                  </a:moveTo>
                  <a:lnTo>
                    <a:pt x="18837" y="487821"/>
                  </a:lnTo>
                  <a:lnTo>
                    <a:pt x="25775" y="493891"/>
                  </a:lnTo>
                  <a:close/>
                  <a:moveTo>
                    <a:pt x="2499" y="461151"/>
                  </a:moveTo>
                  <a:lnTo>
                    <a:pt x="18837" y="487821"/>
                  </a:lnTo>
                  <a:lnTo>
                    <a:pt x="19051" y="487821"/>
                  </a:lnTo>
                  <a:close/>
                  <a:moveTo>
                    <a:pt x="221774" y="487821"/>
                  </a:moveTo>
                  <a:lnTo>
                    <a:pt x="206429" y="498341"/>
                  </a:lnTo>
                  <a:lnTo>
                    <a:pt x="206429" y="499097"/>
                  </a:lnTo>
                  <a:close/>
                  <a:moveTo>
                    <a:pt x="221774" y="487821"/>
                  </a:moveTo>
                  <a:lnTo>
                    <a:pt x="242559" y="467256"/>
                  </a:lnTo>
                  <a:lnTo>
                    <a:pt x="242559" y="464251"/>
                  </a:lnTo>
                  <a:close/>
                  <a:moveTo>
                    <a:pt x="0" y="434480"/>
                  </a:moveTo>
                  <a:lnTo>
                    <a:pt x="2499" y="461151"/>
                  </a:lnTo>
                  <a:lnTo>
                    <a:pt x="2826" y="461151"/>
                  </a:lnTo>
                  <a:close/>
                  <a:moveTo>
                    <a:pt x="248088" y="461151"/>
                  </a:moveTo>
                  <a:lnTo>
                    <a:pt x="242559" y="464251"/>
                  </a:lnTo>
                  <a:lnTo>
                    <a:pt x="242559" y="467256"/>
                  </a:lnTo>
                  <a:close/>
                  <a:moveTo>
                    <a:pt x="245202" y="461151"/>
                  </a:moveTo>
                  <a:lnTo>
                    <a:pt x="248088" y="461151"/>
                  </a:lnTo>
                  <a:lnTo>
                    <a:pt x="268638" y="434480"/>
                  </a:lnTo>
                  <a:close/>
                  <a:moveTo>
                    <a:pt x="7970" y="407809"/>
                  </a:moveTo>
                  <a:lnTo>
                    <a:pt x="0" y="434480"/>
                  </a:lnTo>
                  <a:lnTo>
                    <a:pt x="619" y="434480"/>
                  </a:lnTo>
                  <a:close/>
                  <a:moveTo>
                    <a:pt x="268638" y="434480"/>
                  </a:moveTo>
                  <a:lnTo>
                    <a:pt x="278690" y="421046"/>
                  </a:lnTo>
                  <a:lnTo>
                    <a:pt x="278690" y="410643"/>
                  </a:lnTo>
                  <a:close/>
                  <a:moveTo>
                    <a:pt x="24298" y="381139"/>
                  </a:moveTo>
                  <a:lnTo>
                    <a:pt x="25775" y="383302"/>
                  </a:lnTo>
                  <a:lnTo>
                    <a:pt x="25775" y="381139"/>
                  </a:lnTo>
                  <a:close/>
                  <a:moveTo>
                    <a:pt x="7970" y="407809"/>
                  </a:moveTo>
                  <a:lnTo>
                    <a:pt x="9348" y="407809"/>
                  </a:lnTo>
                  <a:lnTo>
                    <a:pt x="24298" y="381139"/>
                  </a:lnTo>
                  <a:close/>
                  <a:moveTo>
                    <a:pt x="288891" y="407809"/>
                  </a:moveTo>
                  <a:lnTo>
                    <a:pt x="278690" y="410643"/>
                  </a:lnTo>
                  <a:lnTo>
                    <a:pt x="278690" y="421046"/>
                  </a:lnTo>
                  <a:close/>
                  <a:moveTo>
                    <a:pt x="280604" y="407809"/>
                  </a:moveTo>
                  <a:lnTo>
                    <a:pt x="288891" y="407809"/>
                  </a:lnTo>
                  <a:lnTo>
                    <a:pt x="307376" y="381139"/>
                  </a:lnTo>
                  <a:close/>
                  <a:moveTo>
                    <a:pt x="41208" y="354468"/>
                  </a:moveTo>
                  <a:lnTo>
                    <a:pt x="25775" y="381139"/>
                  </a:lnTo>
                  <a:lnTo>
                    <a:pt x="27230" y="381139"/>
                  </a:lnTo>
                  <a:close/>
                  <a:moveTo>
                    <a:pt x="314821" y="366252"/>
                  </a:moveTo>
                  <a:lnTo>
                    <a:pt x="314821" y="354468"/>
                  </a:lnTo>
                  <a:lnTo>
                    <a:pt x="307376" y="381139"/>
                  </a:lnTo>
                  <a:close/>
                  <a:moveTo>
                    <a:pt x="307376" y="381139"/>
                  </a:moveTo>
                  <a:lnTo>
                    <a:pt x="314821" y="354468"/>
                  </a:lnTo>
                  <a:lnTo>
                    <a:pt x="310032" y="354468"/>
                  </a:lnTo>
                  <a:close/>
                  <a:moveTo>
                    <a:pt x="53652" y="327797"/>
                  </a:moveTo>
                  <a:lnTo>
                    <a:pt x="41208" y="354468"/>
                  </a:lnTo>
                  <a:lnTo>
                    <a:pt x="46375" y="354468"/>
                  </a:lnTo>
                  <a:close/>
                  <a:moveTo>
                    <a:pt x="314821" y="354468"/>
                  </a:moveTo>
                  <a:lnTo>
                    <a:pt x="314821" y="366252"/>
                  </a:lnTo>
                  <a:lnTo>
                    <a:pt x="320969" y="354468"/>
                  </a:lnTo>
                  <a:close/>
                  <a:moveTo>
                    <a:pt x="320969" y="354468"/>
                  </a:moveTo>
                  <a:lnTo>
                    <a:pt x="314821" y="332042"/>
                  </a:lnTo>
                  <a:lnTo>
                    <a:pt x="314821" y="354468"/>
                  </a:lnTo>
                  <a:close/>
                  <a:moveTo>
                    <a:pt x="327031" y="327797"/>
                  </a:moveTo>
                  <a:lnTo>
                    <a:pt x="315803" y="327797"/>
                  </a:lnTo>
                  <a:lnTo>
                    <a:pt x="320969" y="354468"/>
                  </a:lnTo>
                  <a:close/>
                  <a:moveTo>
                    <a:pt x="58654" y="301127"/>
                  </a:moveTo>
                  <a:lnTo>
                    <a:pt x="61906" y="320810"/>
                  </a:lnTo>
                  <a:lnTo>
                    <a:pt x="61906" y="301127"/>
                  </a:lnTo>
                  <a:close/>
                  <a:moveTo>
                    <a:pt x="53652" y="327797"/>
                  </a:moveTo>
                  <a:lnTo>
                    <a:pt x="60622" y="327797"/>
                  </a:lnTo>
                  <a:lnTo>
                    <a:pt x="58654" y="301127"/>
                  </a:lnTo>
                  <a:close/>
                  <a:moveTo>
                    <a:pt x="327031" y="327797"/>
                  </a:moveTo>
                  <a:lnTo>
                    <a:pt x="325376" y="301127"/>
                  </a:lnTo>
                  <a:lnTo>
                    <a:pt x="315803" y="327797"/>
                  </a:lnTo>
                  <a:close/>
                  <a:moveTo>
                    <a:pt x="58654" y="301127"/>
                  </a:moveTo>
                  <a:lnTo>
                    <a:pt x="61906" y="301127"/>
                  </a:lnTo>
                  <a:lnTo>
                    <a:pt x="60906" y="274456"/>
                  </a:lnTo>
                  <a:close/>
                  <a:moveTo>
                    <a:pt x="56058" y="274456"/>
                  </a:moveTo>
                  <a:lnTo>
                    <a:pt x="58654" y="301127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301127"/>
                  </a:lnTo>
                  <a:lnTo>
                    <a:pt x="325376" y="301127"/>
                  </a:lnTo>
                  <a:close/>
                  <a:moveTo>
                    <a:pt x="49622" y="247785"/>
                  </a:moveTo>
                  <a:lnTo>
                    <a:pt x="56058" y="274456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261236"/>
                  </a:lnTo>
                  <a:lnTo>
                    <a:pt x="309985" y="274456"/>
                  </a:lnTo>
                  <a:close/>
                  <a:moveTo>
                    <a:pt x="309985" y="274456"/>
                  </a:moveTo>
                  <a:lnTo>
                    <a:pt x="314821" y="261236"/>
                  </a:lnTo>
                  <a:lnTo>
                    <a:pt x="311612" y="247785"/>
                  </a:lnTo>
                  <a:close/>
                  <a:moveTo>
                    <a:pt x="44811" y="221114"/>
                  </a:moveTo>
                  <a:lnTo>
                    <a:pt x="49622" y="247785"/>
                  </a:lnTo>
                  <a:lnTo>
                    <a:pt x="52401" y="247785"/>
                  </a:lnTo>
                  <a:close/>
                  <a:moveTo>
                    <a:pt x="305758" y="247785"/>
                  </a:moveTo>
                  <a:lnTo>
                    <a:pt x="311612" y="247785"/>
                  </a:lnTo>
                  <a:lnTo>
                    <a:pt x="308985" y="221114"/>
                  </a:lnTo>
                  <a:close/>
                  <a:moveTo>
                    <a:pt x="45349" y="194444"/>
                  </a:moveTo>
                  <a:lnTo>
                    <a:pt x="44811" y="221114"/>
                  </a:lnTo>
                  <a:lnTo>
                    <a:pt x="46347" y="221114"/>
                  </a:lnTo>
                  <a:close/>
                  <a:moveTo>
                    <a:pt x="305022" y="221114"/>
                  </a:moveTo>
                  <a:lnTo>
                    <a:pt x="308985" y="221114"/>
                  </a:lnTo>
                  <a:lnTo>
                    <a:pt x="311622" y="194444"/>
                  </a:lnTo>
                  <a:close/>
                  <a:moveTo>
                    <a:pt x="52631" y="167773"/>
                  </a:moveTo>
                  <a:lnTo>
                    <a:pt x="45349" y="194444"/>
                  </a:lnTo>
                  <a:lnTo>
                    <a:pt x="46429" y="194444"/>
                  </a:lnTo>
                  <a:close/>
                  <a:moveTo>
                    <a:pt x="311622" y="194444"/>
                  </a:moveTo>
                  <a:lnTo>
                    <a:pt x="314821" y="183855"/>
                  </a:lnTo>
                  <a:lnTo>
                    <a:pt x="314821" y="173431"/>
                  </a:lnTo>
                  <a:close/>
                  <a:moveTo>
                    <a:pt x="61906" y="151917"/>
                  </a:moveTo>
                  <a:lnTo>
                    <a:pt x="61906" y="148770"/>
                  </a:lnTo>
                  <a:lnTo>
                    <a:pt x="52631" y="167773"/>
                  </a:lnTo>
                  <a:close/>
                  <a:moveTo>
                    <a:pt x="61906" y="148770"/>
                  </a:moveTo>
                  <a:lnTo>
                    <a:pt x="61906" y="151917"/>
                  </a:lnTo>
                  <a:lnTo>
                    <a:pt x="65514" y="141102"/>
                  </a:lnTo>
                  <a:close/>
                  <a:moveTo>
                    <a:pt x="320767" y="167773"/>
                  </a:moveTo>
                  <a:lnTo>
                    <a:pt x="314821" y="173431"/>
                  </a:lnTo>
                  <a:lnTo>
                    <a:pt x="314821" y="183855"/>
                  </a:lnTo>
                  <a:close/>
                  <a:moveTo>
                    <a:pt x="316910" y="167773"/>
                  </a:moveTo>
                  <a:lnTo>
                    <a:pt x="320767" y="167773"/>
                  </a:lnTo>
                  <a:lnTo>
                    <a:pt x="334327" y="141102"/>
                  </a:lnTo>
                  <a:close/>
                  <a:moveTo>
                    <a:pt x="79307" y="114432"/>
                  </a:moveTo>
                  <a:lnTo>
                    <a:pt x="65514" y="141102"/>
                  </a:lnTo>
                  <a:lnTo>
                    <a:pt x="67254" y="141102"/>
                  </a:lnTo>
                  <a:close/>
                  <a:moveTo>
                    <a:pt x="329999" y="141102"/>
                  </a:moveTo>
                  <a:lnTo>
                    <a:pt x="334327" y="141102"/>
                  </a:lnTo>
                  <a:lnTo>
                    <a:pt x="346477" y="114432"/>
                  </a:lnTo>
                  <a:close/>
                  <a:moveTo>
                    <a:pt x="93362" y="87761"/>
                  </a:moveTo>
                  <a:lnTo>
                    <a:pt x="79307" y="114432"/>
                  </a:lnTo>
                  <a:lnTo>
                    <a:pt x="82196" y="114432"/>
                  </a:lnTo>
                  <a:close/>
                  <a:moveTo>
                    <a:pt x="346477" y="114432"/>
                  </a:moveTo>
                  <a:lnTo>
                    <a:pt x="350951" y="87761"/>
                  </a:lnTo>
                  <a:lnTo>
                    <a:pt x="347235" y="87761"/>
                  </a:lnTo>
                  <a:close/>
                  <a:moveTo>
                    <a:pt x="98037" y="87057"/>
                  </a:moveTo>
                  <a:lnTo>
                    <a:pt x="98037" y="79764"/>
                  </a:lnTo>
                  <a:lnTo>
                    <a:pt x="93362" y="87761"/>
                  </a:lnTo>
                  <a:close/>
                  <a:moveTo>
                    <a:pt x="98037" y="79764"/>
                  </a:moveTo>
                  <a:lnTo>
                    <a:pt x="98037" y="87057"/>
                  </a:lnTo>
                  <a:lnTo>
                    <a:pt x="108998" y="61090"/>
                  </a:lnTo>
                  <a:close/>
                  <a:moveTo>
                    <a:pt x="350951" y="87761"/>
                  </a:moveTo>
                  <a:lnTo>
                    <a:pt x="350951" y="78661"/>
                  </a:lnTo>
                  <a:lnTo>
                    <a:pt x="347235" y="87761"/>
                  </a:lnTo>
                  <a:close/>
                  <a:moveTo>
                    <a:pt x="347235" y="87761"/>
                  </a:moveTo>
                  <a:lnTo>
                    <a:pt x="350951" y="78661"/>
                  </a:lnTo>
                  <a:lnTo>
                    <a:pt x="348181" y="61090"/>
                  </a:lnTo>
                  <a:close/>
                  <a:moveTo>
                    <a:pt x="132742" y="34420"/>
                  </a:moveTo>
                  <a:lnTo>
                    <a:pt x="134167" y="39086"/>
                  </a:lnTo>
                  <a:lnTo>
                    <a:pt x="134167" y="34420"/>
                  </a:lnTo>
                  <a:close/>
                  <a:moveTo>
                    <a:pt x="108998" y="61090"/>
                  </a:moveTo>
                  <a:lnTo>
                    <a:pt x="114044" y="61090"/>
                  </a:lnTo>
                  <a:lnTo>
                    <a:pt x="132742" y="34420"/>
                  </a:lnTo>
                  <a:close/>
                  <a:moveTo>
                    <a:pt x="342574" y="61090"/>
                  </a:moveTo>
                  <a:lnTo>
                    <a:pt x="348181" y="61090"/>
                  </a:lnTo>
                  <a:lnTo>
                    <a:pt x="329961" y="34420"/>
                  </a:lnTo>
                  <a:close/>
                  <a:moveTo>
                    <a:pt x="134167" y="33261"/>
                  </a:moveTo>
                  <a:lnTo>
                    <a:pt x="134167" y="34420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34167" y="33261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70298" y="16249"/>
                  </a:lnTo>
                  <a:lnTo>
                    <a:pt x="184385" y="7749"/>
                  </a:lnTo>
                  <a:close/>
                  <a:moveTo>
                    <a:pt x="314821" y="22754"/>
                  </a:moveTo>
                  <a:lnTo>
                    <a:pt x="323112" y="34420"/>
                  </a:lnTo>
                  <a:lnTo>
                    <a:pt x="329961" y="34420"/>
                  </a:lnTo>
                  <a:close/>
                  <a:moveTo>
                    <a:pt x="314821" y="22754"/>
                  </a:moveTo>
                  <a:lnTo>
                    <a:pt x="278690" y="7749"/>
                  </a:lnTo>
                  <a:lnTo>
                    <a:pt x="278690" y="10495"/>
                  </a:lnTo>
                  <a:close/>
                  <a:moveTo>
                    <a:pt x="206429" y="5799"/>
                  </a:moveTo>
                  <a:lnTo>
                    <a:pt x="206429" y="1782"/>
                  </a:lnTo>
                  <a:lnTo>
                    <a:pt x="184385" y="7749"/>
                  </a:lnTo>
                  <a:close/>
                  <a:moveTo>
                    <a:pt x="242559" y="3938"/>
                  </a:moveTo>
                  <a:lnTo>
                    <a:pt x="242559" y="0"/>
                  </a:lnTo>
                  <a:lnTo>
                    <a:pt x="206429" y="1782"/>
                  </a:lnTo>
                  <a:close/>
                  <a:moveTo>
                    <a:pt x="278690" y="6211"/>
                  </a:moveTo>
                  <a:lnTo>
                    <a:pt x="264234" y="7749"/>
                  </a:lnTo>
                  <a:lnTo>
                    <a:pt x="278690" y="7749"/>
                  </a:lnTo>
                  <a:close/>
                  <a:moveTo>
                    <a:pt x="242559" y="0"/>
                  </a:moveTo>
                  <a:lnTo>
                    <a:pt x="242559" y="3938"/>
                  </a:lnTo>
                  <a:lnTo>
                    <a:pt x="278690" y="6211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4012" name="Match_B1__4011">
              <a:extLst>
                <a:ext uri="{FF2B5EF4-FFF2-40B4-BE49-F238E27FC236}">
                  <a16:creationId xmlns:a16="http://schemas.microsoft.com/office/drawing/2014/main" id="{1C640B84-78CC-B532-2598-83C5F94AE1EC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9619"/>
              <a:ext cx="348181" cy="522093"/>
            </a:xfrm>
            <a:custGeom>
              <a:avLst/>
              <a:gdLst/>
              <a:ahLst/>
              <a:cxnLst/>
              <a:rect l="0" t="0" r="0" b="0"/>
              <a:pathLst>
                <a:path w="348181" h="522093">
                  <a:moveTo>
                    <a:pt x="61247" y="512711"/>
                  </a:moveTo>
                  <a:lnTo>
                    <a:pt x="61906" y="513105"/>
                  </a:lnTo>
                  <a:lnTo>
                    <a:pt x="61906" y="513005"/>
                  </a:lnTo>
                  <a:close/>
                  <a:moveTo>
                    <a:pt x="61247" y="512711"/>
                  </a:moveTo>
                  <a:lnTo>
                    <a:pt x="25775" y="491932"/>
                  </a:lnTo>
                  <a:lnTo>
                    <a:pt x="25775" y="492109"/>
                  </a:lnTo>
                  <a:close/>
                  <a:moveTo>
                    <a:pt x="61906" y="513005"/>
                  </a:moveTo>
                  <a:lnTo>
                    <a:pt x="61906" y="513105"/>
                  </a:lnTo>
                  <a:lnTo>
                    <a:pt x="98037" y="521651"/>
                  </a:lnTo>
                  <a:close/>
                  <a:moveTo>
                    <a:pt x="98037" y="521651"/>
                  </a:moveTo>
                  <a:lnTo>
                    <a:pt x="98037" y="521762"/>
                  </a:lnTo>
                  <a:lnTo>
                    <a:pt x="134167" y="521940"/>
                  </a:lnTo>
                  <a:close/>
                  <a:moveTo>
                    <a:pt x="134167" y="521940"/>
                  </a:moveTo>
                  <a:lnTo>
                    <a:pt x="134167" y="522093"/>
                  </a:lnTo>
                  <a:lnTo>
                    <a:pt x="170298" y="514145"/>
                  </a:lnTo>
                  <a:close/>
                  <a:moveTo>
                    <a:pt x="174383" y="512711"/>
                  </a:moveTo>
                  <a:lnTo>
                    <a:pt x="173705" y="512711"/>
                  </a:lnTo>
                  <a:lnTo>
                    <a:pt x="170298" y="514145"/>
                  </a:lnTo>
                  <a:close/>
                  <a:moveTo>
                    <a:pt x="173705" y="512711"/>
                  </a:moveTo>
                  <a:lnTo>
                    <a:pt x="174383" y="512711"/>
                  </a:lnTo>
                  <a:lnTo>
                    <a:pt x="206429" y="496559"/>
                  </a:lnTo>
                  <a:close/>
                  <a:moveTo>
                    <a:pt x="19051" y="486040"/>
                  </a:moveTo>
                  <a:lnTo>
                    <a:pt x="25775" y="492109"/>
                  </a:lnTo>
                  <a:lnTo>
                    <a:pt x="25775" y="491932"/>
                  </a:lnTo>
                  <a:close/>
                  <a:moveTo>
                    <a:pt x="2499" y="459369"/>
                  </a:moveTo>
                  <a:lnTo>
                    <a:pt x="19051" y="486040"/>
                  </a:lnTo>
                  <a:lnTo>
                    <a:pt x="2826" y="459369"/>
                  </a:lnTo>
                  <a:close/>
                  <a:moveTo>
                    <a:pt x="221774" y="486040"/>
                  </a:moveTo>
                  <a:lnTo>
                    <a:pt x="220412" y="486040"/>
                  </a:lnTo>
                  <a:lnTo>
                    <a:pt x="206429" y="496559"/>
                  </a:lnTo>
                  <a:close/>
                  <a:moveTo>
                    <a:pt x="220412" y="486040"/>
                  </a:moveTo>
                  <a:lnTo>
                    <a:pt x="221774" y="486040"/>
                  </a:lnTo>
                  <a:lnTo>
                    <a:pt x="242559" y="462470"/>
                  </a:lnTo>
                  <a:close/>
                  <a:moveTo>
                    <a:pt x="0" y="432698"/>
                  </a:moveTo>
                  <a:lnTo>
                    <a:pt x="2826" y="459369"/>
                  </a:lnTo>
                  <a:lnTo>
                    <a:pt x="619" y="432698"/>
                  </a:lnTo>
                  <a:close/>
                  <a:moveTo>
                    <a:pt x="248088" y="459369"/>
                  </a:moveTo>
                  <a:lnTo>
                    <a:pt x="245202" y="459369"/>
                  </a:lnTo>
                  <a:lnTo>
                    <a:pt x="242559" y="462470"/>
                  </a:lnTo>
                  <a:close/>
                  <a:moveTo>
                    <a:pt x="263669" y="432698"/>
                  </a:moveTo>
                  <a:lnTo>
                    <a:pt x="245202" y="459369"/>
                  </a:lnTo>
                  <a:lnTo>
                    <a:pt x="268638" y="432698"/>
                  </a:lnTo>
                  <a:close/>
                  <a:moveTo>
                    <a:pt x="7970" y="406028"/>
                  </a:moveTo>
                  <a:lnTo>
                    <a:pt x="619" y="432698"/>
                  </a:lnTo>
                  <a:lnTo>
                    <a:pt x="9348" y="406028"/>
                  </a:lnTo>
                  <a:close/>
                  <a:moveTo>
                    <a:pt x="263669" y="432698"/>
                  </a:moveTo>
                  <a:lnTo>
                    <a:pt x="268638" y="432698"/>
                  </a:lnTo>
                  <a:lnTo>
                    <a:pt x="278690" y="408861"/>
                  </a:lnTo>
                  <a:close/>
                  <a:moveTo>
                    <a:pt x="9348" y="406028"/>
                  </a:moveTo>
                  <a:lnTo>
                    <a:pt x="25775" y="381520"/>
                  </a:lnTo>
                  <a:lnTo>
                    <a:pt x="24298" y="379357"/>
                  </a:lnTo>
                  <a:close/>
                  <a:moveTo>
                    <a:pt x="288891" y="406028"/>
                  </a:moveTo>
                  <a:lnTo>
                    <a:pt x="280604" y="406028"/>
                  </a:lnTo>
                  <a:lnTo>
                    <a:pt x="278690" y="408861"/>
                  </a:lnTo>
                  <a:close/>
                  <a:moveTo>
                    <a:pt x="297665" y="379357"/>
                  </a:moveTo>
                  <a:lnTo>
                    <a:pt x="280604" y="406028"/>
                  </a:lnTo>
                  <a:lnTo>
                    <a:pt x="307376" y="379357"/>
                  </a:lnTo>
                  <a:close/>
                  <a:moveTo>
                    <a:pt x="41208" y="352686"/>
                  </a:moveTo>
                  <a:lnTo>
                    <a:pt x="27230" y="379357"/>
                  </a:lnTo>
                  <a:lnTo>
                    <a:pt x="46375" y="352686"/>
                  </a:lnTo>
                  <a:close/>
                  <a:moveTo>
                    <a:pt x="25775" y="379357"/>
                  </a:moveTo>
                  <a:lnTo>
                    <a:pt x="25775" y="381520"/>
                  </a:lnTo>
                  <a:lnTo>
                    <a:pt x="27230" y="379357"/>
                  </a:lnTo>
                  <a:close/>
                  <a:moveTo>
                    <a:pt x="307376" y="379357"/>
                  </a:moveTo>
                  <a:lnTo>
                    <a:pt x="310032" y="352686"/>
                  </a:lnTo>
                  <a:lnTo>
                    <a:pt x="297665" y="379357"/>
                  </a:lnTo>
                  <a:close/>
                  <a:moveTo>
                    <a:pt x="53652" y="326016"/>
                  </a:moveTo>
                  <a:lnTo>
                    <a:pt x="46375" y="352686"/>
                  </a:lnTo>
                  <a:lnTo>
                    <a:pt x="60622" y="326016"/>
                  </a:lnTo>
                  <a:close/>
                  <a:moveTo>
                    <a:pt x="315803" y="326016"/>
                  </a:moveTo>
                  <a:lnTo>
                    <a:pt x="314821" y="330260"/>
                  </a:lnTo>
                  <a:lnTo>
                    <a:pt x="320969" y="352686"/>
                  </a:lnTo>
                  <a:close/>
                  <a:moveTo>
                    <a:pt x="310032" y="352686"/>
                  </a:moveTo>
                  <a:lnTo>
                    <a:pt x="314821" y="352686"/>
                  </a:lnTo>
                  <a:lnTo>
                    <a:pt x="314821" y="330260"/>
                  </a:lnTo>
                  <a:close/>
                  <a:moveTo>
                    <a:pt x="60622" y="326016"/>
                  </a:moveTo>
                  <a:lnTo>
                    <a:pt x="61906" y="319028"/>
                  </a:lnTo>
                  <a:lnTo>
                    <a:pt x="58654" y="299345"/>
                  </a:lnTo>
                  <a:close/>
                  <a:moveTo>
                    <a:pt x="315803" y="326016"/>
                  </a:moveTo>
                  <a:lnTo>
                    <a:pt x="314821" y="299345"/>
                  </a:lnTo>
                  <a:lnTo>
                    <a:pt x="314821" y="301602"/>
                  </a:lnTo>
                  <a:close/>
                  <a:moveTo>
                    <a:pt x="325376" y="299345"/>
                  </a:moveTo>
                  <a:lnTo>
                    <a:pt x="314821" y="299345"/>
                  </a:lnTo>
                  <a:lnTo>
                    <a:pt x="315803" y="326016"/>
                  </a:lnTo>
                  <a:close/>
                  <a:moveTo>
                    <a:pt x="60906" y="272674"/>
                  </a:moveTo>
                  <a:lnTo>
                    <a:pt x="61906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4919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1906" y="319028"/>
                  </a:lnTo>
                  <a:lnTo>
                    <a:pt x="64919" y="299345"/>
                  </a:lnTo>
                  <a:close/>
                  <a:moveTo>
                    <a:pt x="314821" y="299345"/>
                  </a:moveTo>
                  <a:lnTo>
                    <a:pt x="314821" y="272674"/>
                  </a:lnTo>
                  <a:lnTo>
                    <a:pt x="314741" y="299345"/>
                  </a:lnTo>
                  <a:close/>
                  <a:moveTo>
                    <a:pt x="314821" y="272674"/>
                  </a:moveTo>
                  <a:lnTo>
                    <a:pt x="309985" y="272674"/>
                  </a:lnTo>
                  <a:lnTo>
                    <a:pt x="314741" y="299345"/>
                  </a:lnTo>
                  <a:close/>
                  <a:moveTo>
                    <a:pt x="314821" y="301602"/>
                  </a:moveTo>
                  <a:lnTo>
                    <a:pt x="314821" y="299345"/>
                  </a:lnTo>
                  <a:lnTo>
                    <a:pt x="314741" y="299345"/>
                  </a:lnTo>
                  <a:close/>
                  <a:moveTo>
                    <a:pt x="49622" y="246004"/>
                  </a:moveTo>
                  <a:lnTo>
                    <a:pt x="60906" y="272674"/>
                  </a:lnTo>
                  <a:lnTo>
                    <a:pt x="52401" y="246004"/>
                  </a:lnTo>
                  <a:close/>
                  <a:moveTo>
                    <a:pt x="309985" y="272674"/>
                  </a:moveTo>
                  <a:lnTo>
                    <a:pt x="311612" y="246004"/>
                  </a:lnTo>
                  <a:lnTo>
                    <a:pt x="305758" y="246004"/>
                  </a:lnTo>
                  <a:close/>
                  <a:moveTo>
                    <a:pt x="44811" y="219333"/>
                  </a:moveTo>
                  <a:lnTo>
                    <a:pt x="52401" y="246004"/>
                  </a:lnTo>
                  <a:lnTo>
                    <a:pt x="46347" y="219333"/>
                  </a:lnTo>
                  <a:close/>
                  <a:moveTo>
                    <a:pt x="305022" y="219333"/>
                  </a:moveTo>
                  <a:lnTo>
                    <a:pt x="305758" y="246004"/>
                  </a:lnTo>
                  <a:lnTo>
                    <a:pt x="308985" y="219333"/>
                  </a:lnTo>
                  <a:close/>
                  <a:moveTo>
                    <a:pt x="45349" y="192662"/>
                  </a:moveTo>
                  <a:lnTo>
                    <a:pt x="46347" y="219333"/>
                  </a:lnTo>
                  <a:lnTo>
                    <a:pt x="46429" y="192662"/>
                  </a:lnTo>
                  <a:close/>
                  <a:moveTo>
                    <a:pt x="308530" y="192662"/>
                  </a:moveTo>
                  <a:lnTo>
                    <a:pt x="305022" y="219333"/>
                  </a:lnTo>
                  <a:lnTo>
                    <a:pt x="311622" y="192662"/>
                  </a:lnTo>
                  <a:close/>
                  <a:moveTo>
                    <a:pt x="52631" y="165992"/>
                  </a:moveTo>
                  <a:lnTo>
                    <a:pt x="46429" y="192662"/>
                  </a:lnTo>
                  <a:lnTo>
                    <a:pt x="53863" y="165992"/>
                  </a:lnTo>
                  <a:close/>
                  <a:moveTo>
                    <a:pt x="308530" y="192662"/>
                  </a:moveTo>
                  <a:lnTo>
                    <a:pt x="311622" y="192662"/>
                  </a:lnTo>
                  <a:lnTo>
                    <a:pt x="314821" y="171650"/>
                  </a:lnTo>
                  <a:close/>
                  <a:moveTo>
                    <a:pt x="61906" y="150135"/>
                  </a:moveTo>
                  <a:lnTo>
                    <a:pt x="52631" y="165992"/>
                  </a:lnTo>
                  <a:lnTo>
                    <a:pt x="53863" y="165992"/>
                  </a:lnTo>
                  <a:close/>
                  <a:moveTo>
                    <a:pt x="61906" y="150135"/>
                  </a:moveTo>
                  <a:lnTo>
                    <a:pt x="67254" y="139321"/>
                  </a:lnTo>
                  <a:lnTo>
                    <a:pt x="65514" y="139321"/>
                  </a:lnTo>
                  <a:close/>
                  <a:moveTo>
                    <a:pt x="320767" y="165992"/>
                  </a:moveTo>
                  <a:lnTo>
                    <a:pt x="316910" y="165992"/>
                  </a:lnTo>
                  <a:lnTo>
                    <a:pt x="314821" y="171650"/>
                  </a:lnTo>
                  <a:close/>
                  <a:moveTo>
                    <a:pt x="329999" y="139321"/>
                  </a:moveTo>
                  <a:lnTo>
                    <a:pt x="316910" y="165992"/>
                  </a:lnTo>
                  <a:lnTo>
                    <a:pt x="334327" y="139321"/>
                  </a:lnTo>
                  <a:close/>
                  <a:moveTo>
                    <a:pt x="79307" y="112650"/>
                  </a:moveTo>
                  <a:lnTo>
                    <a:pt x="67254" y="139321"/>
                  </a:lnTo>
                  <a:lnTo>
                    <a:pt x="82196" y="112650"/>
                  </a:lnTo>
                  <a:close/>
                  <a:moveTo>
                    <a:pt x="341753" y="112650"/>
                  </a:moveTo>
                  <a:lnTo>
                    <a:pt x="329999" y="139321"/>
                  </a:lnTo>
                  <a:lnTo>
                    <a:pt x="346477" y="112650"/>
                  </a:lnTo>
                  <a:close/>
                  <a:moveTo>
                    <a:pt x="93362" y="85979"/>
                  </a:moveTo>
                  <a:lnTo>
                    <a:pt x="82196" y="112650"/>
                  </a:lnTo>
                  <a:lnTo>
                    <a:pt x="97608" y="85979"/>
                  </a:lnTo>
                  <a:close/>
                  <a:moveTo>
                    <a:pt x="346477" y="112650"/>
                  </a:moveTo>
                  <a:lnTo>
                    <a:pt x="347235" y="85979"/>
                  </a:lnTo>
                  <a:lnTo>
                    <a:pt x="341753" y="112650"/>
                  </a:lnTo>
                  <a:close/>
                  <a:moveTo>
                    <a:pt x="98037" y="85276"/>
                  </a:moveTo>
                  <a:lnTo>
                    <a:pt x="93362" y="85979"/>
                  </a:lnTo>
                  <a:lnTo>
                    <a:pt x="97608" y="85979"/>
                  </a:lnTo>
                  <a:close/>
                  <a:moveTo>
                    <a:pt x="98037" y="85276"/>
                  </a:moveTo>
                  <a:lnTo>
                    <a:pt x="114044" y="59309"/>
                  </a:lnTo>
                  <a:lnTo>
                    <a:pt x="108998" y="59309"/>
                  </a:lnTo>
                  <a:close/>
                  <a:moveTo>
                    <a:pt x="347235" y="85979"/>
                  </a:moveTo>
                  <a:lnTo>
                    <a:pt x="348181" y="59309"/>
                  </a:lnTo>
                  <a:lnTo>
                    <a:pt x="342574" y="59309"/>
                  </a:lnTo>
                  <a:close/>
                  <a:moveTo>
                    <a:pt x="114044" y="59309"/>
                  </a:moveTo>
                  <a:lnTo>
                    <a:pt x="134167" y="37305"/>
                  </a:lnTo>
                  <a:lnTo>
                    <a:pt x="132742" y="32638"/>
                  </a:lnTo>
                  <a:close/>
                  <a:moveTo>
                    <a:pt x="323112" y="32638"/>
                  </a:moveTo>
                  <a:lnTo>
                    <a:pt x="342574" y="59309"/>
                  </a:lnTo>
                  <a:lnTo>
                    <a:pt x="329961" y="32638"/>
                  </a:lnTo>
                  <a:close/>
                  <a:moveTo>
                    <a:pt x="170298" y="14468"/>
                  </a:moveTo>
                  <a:lnTo>
                    <a:pt x="134167" y="32638"/>
                  </a:lnTo>
                  <a:lnTo>
                    <a:pt x="139735" y="32638"/>
                  </a:lnTo>
                  <a:close/>
                  <a:moveTo>
                    <a:pt x="134167" y="32638"/>
                  </a:moveTo>
                  <a:lnTo>
                    <a:pt x="134167" y="37305"/>
                  </a:lnTo>
                  <a:lnTo>
                    <a:pt x="139735" y="32638"/>
                  </a:lnTo>
                  <a:close/>
                  <a:moveTo>
                    <a:pt x="170298" y="14468"/>
                  </a:moveTo>
                  <a:lnTo>
                    <a:pt x="199212" y="5967"/>
                  </a:lnTo>
                  <a:lnTo>
                    <a:pt x="184385" y="5967"/>
                  </a:lnTo>
                  <a:close/>
                  <a:moveTo>
                    <a:pt x="314821" y="20973"/>
                  </a:moveTo>
                  <a:lnTo>
                    <a:pt x="314821" y="26254"/>
                  </a:lnTo>
                  <a:lnTo>
                    <a:pt x="323112" y="32638"/>
                  </a:lnTo>
                  <a:close/>
                  <a:moveTo>
                    <a:pt x="314821" y="20973"/>
                  </a:moveTo>
                  <a:lnTo>
                    <a:pt x="278690" y="8714"/>
                  </a:lnTo>
                  <a:lnTo>
                    <a:pt x="314821" y="26254"/>
                  </a:lnTo>
                  <a:close/>
                  <a:moveTo>
                    <a:pt x="206429" y="4018"/>
                  </a:moveTo>
                  <a:lnTo>
                    <a:pt x="184385" y="5967"/>
                  </a:lnTo>
                  <a:lnTo>
                    <a:pt x="199212" y="5967"/>
                  </a:lnTo>
                  <a:close/>
                  <a:moveTo>
                    <a:pt x="242559" y="2156"/>
                  </a:moveTo>
                  <a:lnTo>
                    <a:pt x="206429" y="0"/>
                  </a:lnTo>
                  <a:lnTo>
                    <a:pt x="206429" y="4018"/>
                  </a:lnTo>
                  <a:close/>
                  <a:moveTo>
                    <a:pt x="242559" y="2156"/>
                  </a:moveTo>
                  <a:lnTo>
                    <a:pt x="264234" y="5967"/>
                  </a:lnTo>
                  <a:lnTo>
                    <a:pt x="278690" y="4430"/>
                  </a:lnTo>
                  <a:close/>
                  <a:moveTo>
                    <a:pt x="278690" y="8714"/>
                  </a:moveTo>
                  <a:lnTo>
                    <a:pt x="278690" y="5967"/>
                  </a:lnTo>
                  <a:lnTo>
                    <a:pt x="264234" y="5967"/>
                  </a:lnTo>
                  <a:close/>
                  <a:moveTo>
                    <a:pt x="61247" y="512711"/>
                  </a:moveTo>
                  <a:lnTo>
                    <a:pt x="61906" y="513005"/>
                  </a:lnTo>
                  <a:lnTo>
                    <a:pt x="61906" y="512711"/>
                  </a:lnTo>
                  <a:close/>
                  <a:moveTo>
                    <a:pt x="278690" y="408861"/>
                  </a:moveTo>
                  <a:lnTo>
                    <a:pt x="278690" y="406028"/>
                  </a:lnTo>
                  <a:lnTo>
                    <a:pt x="263669" y="432698"/>
                  </a:lnTo>
                  <a:close/>
                  <a:moveTo>
                    <a:pt x="278690" y="406028"/>
                  </a:moveTo>
                  <a:lnTo>
                    <a:pt x="278690" y="408861"/>
                  </a:lnTo>
                  <a:lnTo>
                    <a:pt x="280604" y="406028"/>
                  </a:lnTo>
                  <a:close/>
                  <a:moveTo>
                    <a:pt x="314821" y="330260"/>
                  </a:moveTo>
                  <a:lnTo>
                    <a:pt x="314821" y="326016"/>
                  </a:lnTo>
                  <a:lnTo>
                    <a:pt x="310032" y="352686"/>
                  </a:lnTo>
                  <a:close/>
                  <a:moveTo>
                    <a:pt x="61906" y="319028"/>
                  </a:moveTo>
                  <a:lnTo>
                    <a:pt x="60622" y="326016"/>
                  </a:lnTo>
                  <a:lnTo>
                    <a:pt x="61906" y="326016"/>
                  </a:lnTo>
                  <a:close/>
                  <a:moveTo>
                    <a:pt x="61906" y="319028"/>
                  </a:moveTo>
                  <a:lnTo>
                    <a:pt x="61906" y="326016"/>
                  </a:lnTo>
                  <a:lnTo>
                    <a:pt x="64919" y="299345"/>
                  </a:lnTo>
                  <a:close/>
                  <a:moveTo>
                    <a:pt x="314821" y="326016"/>
                  </a:moveTo>
                  <a:lnTo>
                    <a:pt x="314821" y="330260"/>
                  </a:lnTo>
                  <a:lnTo>
                    <a:pt x="315803" y="326016"/>
                  </a:lnTo>
                  <a:close/>
                  <a:moveTo>
                    <a:pt x="314821" y="326016"/>
                  </a:moveTo>
                  <a:lnTo>
                    <a:pt x="315803" y="326016"/>
                  </a:lnTo>
                  <a:lnTo>
                    <a:pt x="314821" y="301602"/>
                  </a:lnTo>
                  <a:close/>
                  <a:moveTo>
                    <a:pt x="60906" y="272674"/>
                  </a:moveTo>
                  <a:lnTo>
                    <a:pt x="61906" y="278892"/>
                  </a:lnTo>
                  <a:lnTo>
                    <a:pt x="61906" y="272674"/>
                  </a:lnTo>
                  <a:close/>
                  <a:moveTo>
                    <a:pt x="52401" y="246004"/>
                  </a:moveTo>
                  <a:lnTo>
                    <a:pt x="60906" y="272674"/>
                  </a:lnTo>
                  <a:lnTo>
                    <a:pt x="61906" y="272674"/>
                  </a:lnTo>
                  <a:close/>
                  <a:moveTo>
                    <a:pt x="314821" y="171650"/>
                  </a:moveTo>
                  <a:lnTo>
                    <a:pt x="314821" y="165992"/>
                  </a:lnTo>
                  <a:lnTo>
                    <a:pt x="308530" y="192662"/>
                  </a:lnTo>
                  <a:close/>
                  <a:moveTo>
                    <a:pt x="314821" y="165992"/>
                  </a:moveTo>
                  <a:lnTo>
                    <a:pt x="314821" y="171650"/>
                  </a:lnTo>
                  <a:lnTo>
                    <a:pt x="316910" y="165992"/>
                  </a:lnTo>
                  <a:close/>
                  <a:moveTo>
                    <a:pt x="98037" y="85276"/>
                  </a:moveTo>
                  <a:lnTo>
                    <a:pt x="97608" y="85979"/>
                  </a:lnTo>
                  <a:lnTo>
                    <a:pt x="98037" y="85979"/>
                  </a:lnTo>
                  <a:close/>
                  <a:moveTo>
                    <a:pt x="98037" y="85276"/>
                  </a:moveTo>
                  <a:lnTo>
                    <a:pt x="98037" y="85979"/>
                  </a:lnTo>
                  <a:lnTo>
                    <a:pt x="114044" y="59309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4013" name="Match_B1__4012">
              <a:extLst>
                <a:ext uri="{FF2B5EF4-FFF2-40B4-BE49-F238E27FC236}">
                  <a16:creationId xmlns:a16="http://schemas.microsoft.com/office/drawing/2014/main" id="{785495D5-D8E7-7D54-197D-3340EA388E4E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1775"/>
              <a:ext cx="346616" cy="519784"/>
            </a:xfrm>
            <a:custGeom>
              <a:avLst/>
              <a:gdLst/>
              <a:ahLst/>
              <a:cxnLst/>
              <a:rect l="0" t="0" r="0" b="0"/>
              <a:pathLst>
                <a:path w="346616" h="519784">
                  <a:moveTo>
                    <a:pt x="25157" y="489776"/>
                  </a:moveTo>
                  <a:lnTo>
                    <a:pt x="60628" y="510555"/>
                  </a:lnTo>
                  <a:lnTo>
                    <a:pt x="33679" y="483884"/>
                  </a:lnTo>
                  <a:close/>
                  <a:moveTo>
                    <a:pt x="61287" y="501021"/>
                  </a:moveTo>
                  <a:lnTo>
                    <a:pt x="60628" y="510555"/>
                  </a:lnTo>
                  <a:lnTo>
                    <a:pt x="61287" y="510555"/>
                  </a:lnTo>
                  <a:close/>
                  <a:moveTo>
                    <a:pt x="61287" y="510849"/>
                  </a:moveTo>
                  <a:lnTo>
                    <a:pt x="95603" y="510555"/>
                  </a:lnTo>
                  <a:lnTo>
                    <a:pt x="61287" y="510555"/>
                  </a:lnTo>
                  <a:close/>
                  <a:moveTo>
                    <a:pt x="97418" y="519495"/>
                  </a:moveTo>
                  <a:lnTo>
                    <a:pt x="97418" y="510990"/>
                  </a:lnTo>
                  <a:lnTo>
                    <a:pt x="61287" y="510849"/>
                  </a:lnTo>
                  <a:close/>
                  <a:moveTo>
                    <a:pt x="97418" y="519495"/>
                  </a:moveTo>
                  <a:lnTo>
                    <a:pt x="133549" y="519784"/>
                  </a:lnTo>
                  <a:lnTo>
                    <a:pt x="133549" y="511309"/>
                  </a:lnTo>
                  <a:close/>
                  <a:moveTo>
                    <a:pt x="169679" y="511989"/>
                  </a:moveTo>
                  <a:lnTo>
                    <a:pt x="169679" y="510555"/>
                  </a:lnTo>
                  <a:lnTo>
                    <a:pt x="133549" y="511309"/>
                  </a:lnTo>
                  <a:close/>
                  <a:moveTo>
                    <a:pt x="133549" y="519784"/>
                  </a:moveTo>
                  <a:lnTo>
                    <a:pt x="169679" y="511989"/>
                  </a:lnTo>
                  <a:lnTo>
                    <a:pt x="133549" y="511309"/>
                  </a:lnTo>
                  <a:close/>
                  <a:moveTo>
                    <a:pt x="169679" y="510555"/>
                  </a:moveTo>
                  <a:lnTo>
                    <a:pt x="169679" y="511989"/>
                  </a:lnTo>
                  <a:lnTo>
                    <a:pt x="173086" y="510555"/>
                  </a:lnTo>
                  <a:close/>
                  <a:moveTo>
                    <a:pt x="169679" y="510555"/>
                  </a:moveTo>
                  <a:lnTo>
                    <a:pt x="205810" y="494403"/>
                  </a:lnTo>
                  <a:lnTo>
                    <a:pt x="169679" y="502638"/>
                  </a:lnTo>
                  <a:close/>
                  <a:moveTo>
                    <a:pt x="173086" y="510555"/>
                  </a:moveTo>
                  <a:lnTo>
                    <a:pt x="205810" y="494403"/>
                  </a:lnTo>
                  <a:lnTo>
                    <a:pt x="169679" y="510555"/>
                  </a:lnTo>
                  <a:close/>
                  <a:moveTo>
                    <a:pt x="18432" y="483884"/>
                  </a:moveTo>
                  <a:lnTo>
                    <a:pt x="25157" y="489776"/>
                  </a:lnTo>
                  <a:lnTo>
                    <a:pt x="25157" y="483884"/>
                  </a:lnTo>
                  <a:close/>
                  <a:moveTo>
                    <a:pt x="2208" y="457213"/>
                  </a:moveTo>
                  <a:lnTo>
                    <a:pt x="18432" y="483884"/>
                  </a:lnTo>
                  <a:lnTo>
                    <a:pt x="14614" y="457213"/>
                  </a:lnTo>
                  <a:close/>
                  <a:moveTo>
                    <a:pt x="205810" y="483884"/>
                  </a:moveTo>
                  <a:lnTo>
                    <a:pt x="205810" y="494403"/>
                  </a:lnTo>
                  <a:lnTo>
                    <a:pt x="219794" y="483884"/>
                  </a:lnTo>
                  <a:close/>
                  <a:moveTo>
                    <a:pt x="205810" y="482344"/>
                  </a:moveTo>
                  <a:lnTo>
                    <a:pt x="241941" y="460314"/>
                  </a:lnTo>
                  <a:lnTo>
                    <a:pt x="241941" y="457213"/>
                  </a:lnTo>
                  <a:close/>
                  <a:moveTo>
                    <a:pt x="219794" y="483884"/>
                  </a:moveTo>
                  <a:lnTo>
                    <a:pt x="241941" y="460314"/>
                  </a:lnTo>
                  <a:lnTo>
                    <a:pt x="205810" y="483884"/>
                  </a:lnTo>
                  <a:close/>
                  <a:moveTo>
                    <a:pt x="0" y="430543"/>
                  </a:moveTo>
                  <a:lnTo>
                    <a:pt x="2208" y="457213"/>
                  </a:lnTo>
                  <a:lnTo>
                    <a:pt x="14614" y="457213"/>
                  </a:lnTo>
                  <a:close/>
                  <a:moveTo>
                    <a:pt x="241941" y="457213"/>
                  </a:moveTo>
                  <a:lnTo>
                    <a:pt x="241941" y="460314"/>
                  </a:lnTo>
                  <a:lnTo>
                    <a:pt x="244583" y="457213"/>
                  </a:lnTo>
                  <a:close/>
                  <a:moveTo>
                    <a:pt x="244583" y="457213"/>
                  </a:moveTo>
                  <a:lnTo>
                    <a:pt x="241941" y="437072"/>
                  </a:lnTo>
                  <a:lnTo>
                    <a:pt x="241941" y="457213"/>
                  </a:lnTo>
                  <a:close/>
                  <a:moveTo>
                    <a:pt x="263051" y="430543"/>
                  </a:moveTo>
                  <a:lnTo>
                    <a:pt x="245933" y="430543"/>
                  </a:lnTo>
                  <a:lnTo>
                    <a:pt x="244583" y="457213"/>
                  </a:lnTo>
                  <a:close/>
                  <a:moveTo>
                    <a:pt x="8729" y="403872"/>
                  </a:moveTo>
                  <a:lnTo>
                    <a:pt x="0" y="430543"/>
                  </a:lnTo>
                  <a:lnTo>
                    <a:pt x="12187" y="430543"/>
                  </a:lnTo>
                  <a:close/>
                  <a:moveTo>
                    <a:pt x="263051" y="430543"/>
                  </a:moveTo>
                  <a:lnTo>
                    <a:pt x="278071" y="403872"/>
                  </a:lnTo>
                  <a:lnTo>
                    <a:pt x="259701" y="403872"/>
                  </a:lnTo>
                  <a:close/>
                  <a:moveTo>
                    <a:pt x="25157" y="400093"/>
                  </a:moveTo>
                  <a:lnTo>
                    <a:pt x="25157" y="379364"/>
                  </a:lnTo>
                  <a:lnTo>
                    <a:pt x="8729" y="403872"/>
                  </a:lnTo>
                  <a:close/>
                  <a:moveTo>
                    <a:pt x="25157" y="379364"/>
                  </a:moveTo>
                  <a:lnTo>
                    <a:pt x="25157" y="400093"/>
                  </a:lnTo>
                  <a:lnTo>
                    <a:pt x="26612" y="377201"/>
                  </a:lnTo>
                  <a:close/>
                  <a:moveTo>
                    <a:pt x="278071" y="377201"/>
                  </a:moveTo>
                  <a:lnTo>
                    <a:pt x="279985" y="403872"/>
                  </a:lnTo>
                  <a:lnTo>
                    <a:pt x="297046" y="377201"/>
                  </a:lnTo>
                  <a:close/>
                  <a:moveTo>
                    <a:pt x="278071" y="377201"/>
                  </a:moveTo>
                  <a:lnTo>
                    <a:pt x="278071" y="403872"/>
                  </a:lnTo>
                  <a:lnTo>
                    <a:pt x="279985" y="403872"/>
                  </a:lnTo>
                  <a:close/>
                  <a:moveTo>
                    <a:pt x="26612" y="377201"/>
                  </a:moveTo>
                  <a:lnTo>
                    <a:pt x="42481" y="377201"/>
                  </a:lnTo>
                  <a:lnTo>
                    <a:pt x="45757" y="350530"/>
                  </a:lnTo>
                  <a:close/>
                  <a:moveTo>
                    <a:pt x="309413" y="350530"/>
                  </a:moveTo>
                  <a:lnTo>
                    <a:pt x="285133" y="350530"/>
                  </a:lnTo>
                  <a:lnTo>
                    <a:pt x="297046" y="377201"/>
                  </a:lnTo>
                  <a:close/>
                  <a:moveTo>
                    <a:pt x="60004" y="323860"/>
                  </a:moveTo>
                  <a:lnTo>
                    <a:pt x="61287" y="350530"/>
                  </a:lnTo>
                  <a:lnTo>
                    <a:pt x="61287" y="323860"/>
                  </a:lnTo>
                  <a:close/>
                  <a:moveTo>
                    <a:pt x="60004" y="323860"/>
                  </a:moveTo>
                  <a:lnTo>
                    <a:pt x="45757" y="350530"/>
                  </a:lnTo>
                  <a:lnTo>
                    <a:pt x="61287" y="350530"/>
                  </a:lnTo>
                  <a:close/>
                  <a:moveTo>
                    <a:pt x="309413" y="350530"/>
                  </a:moveTo>
                  <a:lnTo>
                    <a:pt x="314202" y="323860"/>
                  </a:lnTo>
                  <a:lnTo>
                    <a:pt x="291091" y="323860"/>
                  </a:lnTo>
                  <a:close/>
                  <a:moveTo>
                    <a:pt x="64300" y="297189"/>
                  </a:moveTo>
                  <a:lnTo>
                    <a:pt x="61287" y="323860"/>
                  </a:lnTo>
                  <a:lnTo>
                    <a:pt x="80198" y="323860"/>
                  </a:lnTo>
                  <a:close/>
                  <a:moveTo>
                    <a:pt x="314202" y="323860"/>
                  </a:moveTo>
                  <a:lnTo>
                    <a:pt x="314202" y="299446"/>
                  </a:lnTo>
                  <a:lnTo>
                    <a:pt x="291091" y="323860"/>
                  </a:lnTo>
                  <a:close/>
                  <a:moveTo>
                    <a:pt x="291091" y="323860"/>
                  </a:moveTo>
                  <a:lnTo>
                    <a:pt x="314202" y="299446"/>
                  </a:lnTo>
                  <a:lnTo>
                    <a:pt x="314123" y="297189"/>
                  </a:lnTo>
                  <a:close/>
                  <a:moveTo>
                    <a:pt x="61287" y="270518"/>
                  </a:moveTo>
                  <a:lnTo>
                    <a:pt x="61287" y="276736"/>
                  </a:lnTo>
                  <a:lnTo>
                    <a:pt x="77198" y="270518"/>
                  </a:lnTo>
                  <a:close/>
                  <a:moveTo>
                    <a:pt x="77198" y="270518"/>
                  </a:moveTo>
                  <a:lnTo>
                    <a:pt x="61287" y="276736"/>
                  </a:lnTo>
                  <a:lnTo>
                    <a:pt x="64300" y="297189"/>
                  </a:lnTo>
                  <a:close/>
                  <a:moveTo>
                    <a:pt x="291167" y="297189"/>
                  </a:moveTo>
                  <a:lnTo>
                    <a:pt x="314123" y="297189"/>
                  </a:lnTo>
                  <a:lnTo>
                    <a:pt x="309367" y="270518"/>
                  </a:lnTo>
                  <a:close/>
                  <a:moveTo>
                    <a:pt x="51783" y="243848"/>
                  </a:moveTo>
                  <a:lnTo>
                    <a:pt x="61287" y="270518"/>
                  </a:lnTo>
                  <a:lnTo>
                    <a:pt x="61287" y="243848"/>
                  </a:lnTo>
                  <a:close/>
                  <a:moveTo>
                    <a:pt x="288515" y="270518"/>
                  </a:moveTo>
                  <a:lnTo>
                    <a:pt x="309367" y="270518"/>
                  </a:lnTo>
                  <a:lnTo>
                    <a:pt x="305139" y="243848"/>
                  </a:lnTo>
                  <a:close/>
                  <a:moveTo>
                    <a:pt x="45728" y="217177"/>
                  </a:moveTo>
                  <a:lnTo>
                    <a:pt x="51783" y="243848"/>
                  </a:lnTo>
                  <a:lnTo>
                    <a:pt x="59264" y="217177"/>
                  </a:lnTo>
                  <a:close/>
                  <a:moveTo>
                    <a:pt x="287161" y="243848"/>
                  </a:moveTo>
                  <a:lnTo>
                    <a:pt x="305139" y="243848"/>
                  </a:lnTo>
                  <a:lnTo>
                    <a:pt x="304404" y="217177"/>
                  </a:lnTo>
                  <a:close/>
                  <a:moveTo>
                    <a:pt x="45811" y="190506"/>
                  </a:moveTo>
                  <a:lnTo>
                    <a:pt x="45728" y="217177"/>
                  </a:lnTo>
                  <a:lnTo>
                    <a:pt x="59264" y="217177"/>
                  </a:lnTo>
                  <a:close/>
                  <a:moveTo>
                    <a:pt x="288840" y="217177"/>
                  </a:moveTo>
                  <a:lnTo>
                    <a:pt x="304404" y="217177"/>
                  </a:lnTo>
                  <a:lnTo>
                    <a:pt x="307911" y="190506"/>
                  </a:lnTo>
                  <a:close/>
                  <a:moveTo>
                    <a:pt x="45811" y="190506"/>
                  </a:moveTo>
                  <a:lnTo>
                    <a:pt x="58820" y="190506"/>
                  </a:lnTo>
                  <a:lnTo>
                    <a:pt x="53244" y="163836"/>
                  </a:lnTo>
                  <a:close/>
                  <a:moveTo>
                    <a:pt x="307911" y="190506"/>
                  </a:moveTo>
                  <a:lnTo>
                    <a:pt x="314202" y="163836"/>
                  </a:lnTo>
                  <a:lnTo>
                    <a:pt x="301049" y="163836"/>
                  </a:lnTo>
                  <a:close/>
                  <a:moveTo>
                    <a:pt x="61287" y="147979"/>
                  </a:moveTo>
                  <a:lnTo>
                    <a:pt x="53244" y="163836"/>
                  </a:lnTo>
                  <a:lnTo>
                    <a:pt x="61287" y="163836"/>
                  </a:lnTo>
                  <a:close/>
                  <a:moveTo>
                    <a:pt x="61287" y="147979"/>
                  </a:moveTo>
                  <a:lnTo>
                    <a:pt x="61287" y="163836"/>
                  </a:lnTo>
                  <a:lnTo>
                    <a:pt x="66635" y="137165"/>
                  </a:lnTo>
                  <a:close/>
                  <a:moveTo>
                    <a:pt x="314202" y="137165"/>
                  </a:moveTo>
                  <a:lnTo>
                    <a:pt x="316291" y="163836"/>
                  </a:lnTo>
                  <a:lnTo>
                    <a:pt x="329380" y="137165"/>
                  </a:lnTo>
                  <a:close/>
                  <a:moveTo>
                    <a:pt x="314202" y="137165"/>
                  </a:moveTo>
                  <a:lnTo>
                    <a:pt x="314202" y="163836"/>
                  </a:lnTo>
                  <a:lnTo>
                    <a:pt x="316291" y="163836"/>
                  </a:lnTo>
                  <a:close/>
                  <a:moveTo>
                    <a:pt x="81578" y="110494"/>
                  </a:moveTo>
                  <a:lnTo>
                    <a:pt x="66635" y="137165"/>
                  </a:lnTo>
                  <a:lnTo>
                    <a:pt x="80529" y="137165"/>
                  </a:lnTo>
                  <a:close/>
                  <a:moveTo>
                    <a:pt x="341135" y="110494"/>
                  </a:moveTo>
                  <a:lnTo>
                    <a:pt x="323960" y="110494"/>
                  </a:lnTo>
                  <a:lnTo>
                    <a:pt x="329380" y="137165"/>
                  </a:lnTo>
                  <a:close/>
                  <a:moveTo>
                    <a:pt x="96989" y="83824"/>
                  </a:moveTo>
                  <a:lnTo>
                    <a:pt x="97418" y="110477"/>
                  </a:lnTo>
                  <a:lnTo>
                    <a:pt x="97418" y="83824"/>
                  </a:lnTo>
                  <a:close/>
                  <a:moveTo>
                    <a:pt x="81578" y="110494"/>
                  </a:moveTo>
                  <a:lnTo>
                    <a:pt x="97408" y="110494"/>
                  </a:lnTo>
                  <a:lnTo>
                    <a:pt x="96989" y="83824"/>
                  </a:lnTo>
                  <a:close/>
                  <a:moveTo>
                    <a:pt x="323960" y="110494"/>
                  </a:moveTo>
                  <a:lnTo>
                    <a:pt x="341135" y="110494"/>
                  </a:lnTo>
                  <a:lnTo>
                    <a:pt x="346616" y="83824"/>
                  </a:lnTo>
                  <a:close/>
                  <a:moveTo>
                    <a:pt x="113426" y="57153"/>
                  </a:moveTo>
                  <a:lnTo>
                    <a:pt x="97418" y="83824"/>
                  </a:lnTo>
                  <a:lnTo>
                    <a:pt x="113724" y="83824"/>
                  </a:lnTo>
                  <a:close/>
                  <a:moveTo>
                    <a:pt x="329072" y="83824"/>
                  </a:moveTo>
                  <a:lnTo>
                    <a:pt x="346616" y="83824"/>
                  </a:lnTo>
                  <a:lnTo>
                    <a:pt x="341956" y="57153"/>
                  </a:lnTo>
                  <a:close/>
                  <a:moveTo>
                    <a:pt x="133549" y="55769"/>
                  </a:moveTo>
                  <a:lnTo>
                    <a:pt x="133549" y="35149"/>
                  </a:lnTo>
                  <a:lnTo>
                    <a:pt x="113426" y="57153"/>
                  </a:lnTo>
                  <a:close/>
                  <a:moveTo>
                    <a:pt x="133549" y="35149"/>
                  </a:moveTo>
                  <a:lnTo>
                    <a:pt x="133549" y="55769"/>
                  </a:lnTo>
                  <a:lnTo>
                    <a:pt x="139116" y="30482"/>
                  </a:lnTo>
                  <a:close/>
                  <a:moveTo>
                    <a:pt x="322493" y="30482"/>
                  </a:moveTo>
                  <a:lnTo>
                    <a:pt x="314202" y="30482"/>
                  </a:lnTo>
                  <a:lnTo>
                    <a:pt x="322752" y="57153"/>
                  </a:lnTo>
                  <a:close/>
                  <a:moveTo>
                    <a:pt x="341956" y="57153"/>
                  </a:moveTo>
                  <a:lnTo>
                    <a:pt x="322493" y="30482"/>
                  </a:lnTo>
                  <a:lnTo>
                    <a:pt x="322752" y="57153"/>
                  </a:lnTo>
                  <a:close/>
                  <a:moveTo>
                    <a:pt x="169679" y="27127"/>
                  </a:moveTo>
                  <a:lnTo>
                    <a:pt x="169679" y="12312"/>
                  </a:lnTo>
                  <a:lnTo>
                    <a:pt x="139116" y="30482"/>
                  </a:lnTo>
                  <a:close/>
                  <a:moveTo>
                    <a:pt x="205810" y="3811"/>
                  </a:moveTo>
                  <a:lnTo>
                    <a:pt x="198593" y="3811"/>
                  </a:lnTo>
                  <a:lnTo>
                    <a:pt x="205810" y="15061"/>
                  </a:lnTo>
                  <a:close/>
                  <a:moveTo>
                    <a:pt x="205810" y="15061"/>
                  </a:moveTo>
                  <a:lnTo>
                    <a:pt x="198593" y="3811"/>
                  </a:lnTo>
                  <a:lnTo>
                    <a:pt x="169679" y="12312"/>
                  </a:lnTo>
                  <a:close/>
                  <a:moveTo>
                    <a:pt x="263616" y="3811"/>
                  </a:moveTo>
                  <a:lnTo>
                    <a:pt x="241941" y="3811"/>
                  </a:lnTo>
                  <a:lnTo>
                    <a:pt x="278071" y="6558"/>
                  </a:lnTo>
                  <a:close/>
                  <a:moveTo>
                    <a:pt x="278071" y="6558"/>
                  </a:moveTo>
                  <a:lnTo>
                    <a:pt x="241941" y="3811"/>
                  </a:lnTo>
                  <a:lnTo>
                    <a:pt x="241941" y="13109"/>
                  </a:lnTo>
                  <a:close/>
                  <a:moveTo>
                    <a:pt x="314202" y="24098"/>
                  </a:moveTo>
                  <a:lnTo>
                    <a:pt x="296325" y="30482"/>
                  </a:lnTo>
                  <a:lnTo>
                    <a:pt x="314202" y="30482"/>
                  </a:lnTo>
                  <a:close/>
                  <a:moveTo>
                    <a:pt x="278071" y="6558"/>
                  </a:moveTo>
                  <a:lnTo>
                    <a:pt x="278071" y="20992"/>
                  </a:lnTo>
                  <a:lnTo>
                    <a:pt x="314202" y="24098"/>
                  </a:lnTo>
                  <a:close/>
                  <a:moveTo>
                    <a:pt x="314202" y="30482"/>
                  </a:moveTo>
                  <a:lnTo>
                    <a:pt x="322493" y="30482"/>
                  </a:lnTo>
                  <a:lnTo>
                    <a:pt x="314202" y="24098"/>
                  </a:lnTo>
                  <a:close/>
                  <a:moveTo>
                    <a:pt x="205810" y="1862"/>
                  </a:moveTo>
                  <a:lnTo>
                    <a:pt x="198593" y="3811"/>
                  </a:lnTo>
                  <a:lnTo>
                    <a:pt x="205810" y="3811"/>
                  </a:lnTo>
                  <a:close/>
                  <a:moveTo>
                    <a:pt x="205810" y="3811"/>
                  </a:moveTo>
                  <a:lnTo>
                    <a:pt x="241941" y="0"/>
                  </a:lnTo>
                  <a:lnTo>
                    <a:pt x="205810" y="1862"/>
                  </a:lnTo>
                  <a:close/>
                  <a:moveTo>
                    <a:pt x="205810" y="3811"/>
                  </a:moveTo>
                  <a:lnTo>
                    <a:pt x="241941" y="3811"/>
                  </a:lnTo>
                  <a:lnTo>
                    <a:pt x="241941" y="0"/>
                  </a:lnTo>
                  <a:close/>
                  <a:moveTo>
                    <a:pt x="241941" y="3811"/>
                  </a:moveTo>
                  <a:lnTo>
                    <a:pt x="263616" y="3811"/>
                  </a:lnTo>
                  <a:lnTo>
                    <a:pt x="241941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4014" name="Match_B1__4013">
              <a:extLst>
                <a:ext uri="{FF2B5EF4-FFF2-40B4-BE49-F238E27FC236}">
                  <a16:creationId xmlns:a16="http://schemas.microsoft.com/office/drawing/2014/main" id="{21D47B23-CAA7-F781-A9EF-469A1AAEC143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5586"/>
              <a:ext cx="346616" cy="515684"/>
            </a:xfrm>
            <a:custGeom>
              <a:avLst/>
              <a:gdLst/>
              <a:ahLst/>
              <a:cxnLst/>
              <a:rect l="0" t="0" r="0" b="0"/>
              <a:pathLst>
                <a:path w="346616" h="515684">
                  <a:moveTo>
                    <a:pt x="25157" y="480073"/>
                  </a:moveTo>
                  <a:lnTo>
                    <a:pt x="25157" y="485964"/>
                  </a:lnTo>
                  <a:lnTo>
                    <a:pt x="33679" y="480073"/>
                  </a:lnTo>
                  <a:close/>
                  <a:moveTo>
                    <a:pt x="33679" y="480073"/>
                  </a:moveTo>
                  <a:lnTo>
                    <a:pt x="60628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5603" y="506743"/>
                  </a:lnTo>
                  <a:lnTo>
                    <a:pt x="61287" y="507038"/>
                  </a:lnTo>
                  <a:close/>
                  <a:moveTo>
                    <a:pt x="61287" y="506743"/>
                  </a:moveTo>
                  <a:lnTo>
                    <a:pt x="95603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7418" y="515684"/>
                  </a:lnTo>
                  <a:lnTo>
                    <a:pt x="133549" y="507497"/>
                  </a:lnTo>
                  <a:close/>
                  <a:moveTo>
                    <a:pt x="133549" y="507497"/>
                  </a:moveTo>
                  <a:lnTo>
                    <a:pt x="169679" y="506743"/>
                  </a:lnTo>
                  <a:lnTo>
                    <a:pt x="136943" y="506743"/>
                  </a:lnTo>
                  <a:close/>
                  <a:moveTo>
                    <a:pt x="169679" y="498826"/>
                  </a:moveTo>
                  <a:lnTo>
                    <a:pt x="205810" y="490592"/>
                  </a:lnTo>
                  <a:lnTo>
                    <a:pt x="205810" y="480073"/>
                  </a:lnTo>
                  <a:close/>
                  <a:moveTo>
                    <a:pt x="136943" y="506743"/>
                  </a:moveTo>
                  <a:lnTo>
                    <a:pt x="169679" y="506743"/>
                  </a:lnTo>
                  <a:lnTo>
                    <a:pt x="169679" y="498826"/>
                  </a:lnTo>
                  <a:close/>
                  <a:moveTo>
                    <a:pt x="14614" y="453402"/>
                  </a:moveTo>
                  <a:lnTo>
                    <a:pt x="25157" y="480073"/>
                  </a:lnTo>
                  <a:lnTo>
                    <a:pt x="25157" y="469833"/>
                  </a:lnTo>
                  <a:close/>
                  <a:moveTo>
                    <a:pt x="18432" y="480073"/>
                  </a:moveTo>
                  <a:lnTo>
                    <a:pt x="25157" y="480073"/>
                  </a:lnTo>
                  <a:lnTo>
                    <a:pt x="14614" y="453402"/>
                  </a:lnTo>
                  <a:close/>
                  <a:moveTo>
                    <a:pt x="25157" y="480073"/>
                  </a:moveTo>
                  <a:lnTo>
                    <a:pt x="33679" y="480073"/>
                  </a:lnTo>
                  <a:lnTo>
                    <a:pt x="25157" y="469833"/>
                  </a:lnTo>
                  <a:close/>
                  <a:moveTo>
                    <a:pt x="205810" y="478533"/>
                  </a:moveTo>
                  <a:lnTo>
                    <a:pt x="241941" y="453402"/>
                  </a:lnTo>
                  <a:lnTo>
                    <a:pt x="229496" y="453402"/>
                  </a:lnTo>
                  <a:close/>
                  <a:moveTo>
                    <a:pt x="205810" y="480073"/>
                  </a:moveTo>
                  <a:lnTo>
                    <a:pt x="241941" y="456502"/>
                  </a:lnTo>
                  <a:lnTo>
                    <a:pt x="205810" y="478533"/>
                  </a:lnTo>
                  <a:close/>
                  <a:moveTo>
                    <a:pt x="0" y="426731"/>
                  </a:moveTo>
                  <a:lnTo>
                    <a:pt x="14614" y="453402"/>
                  </a:lnTo>
                  <a:lnTo>
                    <a:pt x="12187" y="426731"/>
                  </a:lnTo>
                  <a:close/>
                  <a:moveTo>
                    <a:pt x="245933" y="426731"/>
                  </a:moveTo>
                  <a:lnTo>
                    <a:pt x="241941" y="433261"/>
                  </a:lnTo>
                  <a:lnTo>
                    <a:pt x="244583" y="453402"/>
                  </a:lnTo>
                  <a:close/>
                  <a:moveTo>
                    <a:pt x="229496" y="453402"/>
                  </a:moveTo>
                  <a:lnTo>
                    <a:pt x="241941" y="453402"/>
                  </a:lnTo>
                  <a:lnTo>
                    <a:pt x="241941" y="433261"/>
                  </a:lnTo>
                  <a:close/>
                  <a:moveTo>
                    <a:pt x="8729" y="400060"/>
                  </a:moveTo>
                  <a:lnTo>
                    <a:pt x="12187" y="426731"/>
                  </a:lnTo>
                  <a:lnTo>
                    <a:pt x="22420" y="400060"/>
                  </a:lnTo>
                  <a:close/>
                  <a:moveTo>
                    <a:pt x="263051" y="426731"/>
                  </a:moveTo>
                  <a:lnTo>
                    <a:pt x="259701" y="400060"/>
                  </a:lnTo>
                  <a:lnTo>
                    <a:pt x="245933" y="426731"/>
                  </a:lnTo>
                  <a:close/>
                  <a:moveTo>
                    <a:pt x="25157" y="396282"/>
                  </a:moveTo>
                  <a:lnTo>
                    <a:pt x="8729" y="400060"/>
                  </a:lnTo>
                  <a:lnTo>
                    <a:pt x="22420" y="400060"/>
                  </a:lnTo>
                  <a:close/>
                  <a:moveTo>
                    <a:pt x="25157" y="396282"/>
                  </a:moveTo>
                  <a:lnTo>
                    <a:pt x="42481" y="373390"/>
                  </a:lnTo>
                  <a:lnTo>
                    <a:pt x="26612" y="373390"/>
                  </a:lnTo>
                  <a:close/>
                  <a:moveTo>
                    <a:pt x="278071" y="400060"/>
                  </a:moveTo>
                  <a:lnTo>
                    <a:pt x="278071" y="373390"/>
                  </a:lnTo>
                  <a:lnTo>
                    <a:pt x="259701" y="400060"/>
                  </a:lnTo>
                  <a:close/>
                  <a:moveTo>
                    <a:pt x="45757" y="346719"/>
                  </a:moveTo>
                  <a:lnTo>
                    <a:pt x="61287" y="351232"/>
                  </a:lnTo>
                  <a:lnTo>
                    <a:pt x="61287" y="346719"/>
                  </a:lnTo>
                  <a:close/>
                  <a:moveTo>
                    <a:pt x="42481" y="373390"/>
                  </a:moveTo>
                  <a:lnTo>
                    <a:pt x="61287" y="351232"/>
                  </a:lnTo>
                  <a:lnTo>
                    <a:pt x="45757" y="346719"/>
                  </a:lnTo>
                  <a:close/>
                  <a:moveTo>
                    <a:pt x="297046" y="373390"/>
                  </a:moveTo>
                  <a:lnTo>
                    <a:pt x="278071" y="362818"/>
                  </a:lnTo>
                  <a:lnTo>
                    <a:pt x="278071" y="373390"/>
                  </a:lnTo>
                  <a:close/>
                  <a:moveTo>
                    <a:pt x="285133" y="346719"/>
                  </a:moveTo>
                  <a:lnTo>
                    <a:pt x="278071" y="362818"/>
                  </a:lnTo>
                  <a:lnTo>
                    <a:pt x="297046" y="373390"/>
                  </a:lnTo>
                  <a:close/>
                  <a:moveTo>
                    <a:pt x="80198" y="320048"/>
                  </a:moveTo>
                  <a:lnTo>
                    <a:pt x="61287" y="320048"/>
                  </a:lnTo>
                  <a:lnTo>
                    <a:pt x="61287" y="346719"/>
                  </a:lnTo>
                  <a:close/>
                  <a:moveTo>
                    <a:pt x="309413" y="346719"/>
                  </a:moveTo>
                  <a:lnTo>
                    <a:pt x="291091" y="320048"/>
                  </a:lnTo>
                  <a:lnTo>
                    <a:pt x="285133" y="346719"/>
                  </a:lnTo>
                  <a:close/>
                  <a:moveTo>
                    <a:pt x="64300" y="293378"/>
                  </a:moveTo>
                  <a:lnTo>
                    <a:pt x="80198" y="320048"/>
                  </a:lnTo>
                  <a:lnTo>
                    <a:pt x="83572" y="293378"/>
                  </a:lnTo>
                  <a:close/>
                  <a:moveTo>
                    <a:pt x="291091" y="320048"/>
                  </a:moveTo>
                  <a:lnTo>
                    <a:pt x="314123" y="293378"/>
                  </a:lnTo>
                  <a:lnTo>
                    <a:pt x="291167" y="293378"/>
                  </a:lnTo>
                  <a:close/>
                  <a:moveTo>
                    <a:pt x="77198" y="266707"/>
                  </a:moveTo>
                  <a:lnTo>
                    <a:pt x="64300" y="293378"/>
                  </a:lnTo>
                  <a:lnTo>
                    <a:pt x="83572" y="293378"/>
                  </a:lnTo>
                  <a:close/>
                  <a:moveTo>
                    <a:pt x="288515" y="266707"/>
                  </a:moveTo>
                  <a:lnTo>
                    <a:pt x="291167" y="293378"/>
                  </a:lnTo>
                  <a:lnTo>
                    <a:pt x="309367" y="266707"/>
                  </a:lnTo>
                  <a:close/>
                  <a:moveTo>
                    <a:pt x="77198" y="266707"/>
                  </a:moveTo>
                  <a:lnTo>
                    <a:pt x="66852" y="240036"/>
                  </a:lnTo>
                  <a:lnTo>
                    <a:pt x="61287" y="266707"/>
                  </a:lnTo>
                  <a:close/>
                  <a:moveTo>
                    <a:pt x="66852" y="240036"/>
                  </a:moveTo>
                  <a:lnTo>
                    <a:pt x="61287" y="240036"/>
                  </a:lnTo>
                  <a:lnTo>
                    <a:pt x="61287" y="266707"/>
                  </a:lnTo>
                  <a:close/>
                  <a:moveTo>
                    <a:pt x="287161" y="240036"/>
                  </a:moveTo>
                  <a:lnTo>
                    <a:pt x="288515" y="266707"/>
                  </a:lnTo>
                  <a:lnTo>
                    <a:pt x="305139" y="240036"/>
                  </a:lnTo>
                  <a:close/>
                  <a:moveTo>
                    <a:pt x="59264" y="213366"/>
                  </a:moveTo>
                  <a:lnTo>
                    <a:pt x="61287" y="240036"/>
                  </a:lnTo>
                  <a:lnTo>
                    <a:pt x="61287" y="220359"/>
                  </a:lnTo>
                  <a:close/>
                  <a:moveTo>
                    <a:pt x="51783" y="240036"/>
                  </a:moveTo>
                  <a:lnTo>
                    <a:pt x="61287" y="240036"/>
                  </a:lnTo>
                  <a:lnTo>
                    <a:pt x="59264" y="213366"/>
                  </a:lnTo>
                  <a:close/>
                  <a:moveTo>
                    <a:pt x="61287" y="240036"/>
                  </a:moveTo>
                  <a:lnTo>
                    <a:pt x="66852" y="240036"/>
                  </a:lnTo>
                  <a:lnTo>
                    <a:pt x="61287" y="220359"/>
                  </a:lnTo>
                  <a:close/>
                  <a:moveTo>
                    <a:pt x="288840" y="213366"/>
                  </a:moveTo>
                  <a:lnTo>
                    <a:pt x="287161" y="240036"/>
                  </a:lnTo>
                  <a:lnTo>
                    <a:pt x="304404" y="213366"/>
                  </a:lnTo>
                  <a:close/>
                  <a:moveTo>
                    <a:pt x="45811" y="186695"/>
                  </a:moveTo>
                  <a:lnTo>
                    <a:pt x="59264" y="213366"/>
                  </a:lnTo>
                  <a:lnTo>
                    <a:pt x="58820" y="186695"/>
                  </a:lnTo>
                  <a:close/>
                  <a:moveTo>
                    <a:pt x="293383" y="186695"/>
                  </a:moveTo>
                  <a:lnTo>
                    <a:pt x="288840" y="213366"/>
                  </a:lnTo>
                  <a:lnTo>
                    <a:pt x="307911" y="186695"/>
                  </a:lnTo>
                  <a:close/>
                  <a:moveTo>
                    <a:pt x="53244" y="160024"/>
                  </a:moveTo>
                  <a:lnTo>
                    <a:pt x="61287" y="178414"/>
                  </a:lnTo>
                  <a:lnTo>
                    <a:pt x="61287" y="160024"/>
                  </a:lnTo>
                  <a:close/>
                  <a:moveTo>
                    <a:pt x="58820" y="186695"/>
                  </a:moveTo>
                  <a:lnTo>
                    <a:pt x="61287" y="178414"/>
                  </a:lnTo>
                  <a:lnTo>
                    <a:pt x="53244" y="160024"/>
                  </a:lnTo>
                  <a:close/>
                  <a:moveTo>
                    <a:pt x="307911" y="186695"/>
                  </a:moveTo>
                  <a:lnTo>
                    <a:pt x="301049" y="160024"/>
                  </a:lnTo>
                  <a:lnTo>
                    <a:pt x="293383" y="186695"/>
                  </a:lnTo>
                  <a:close/>
                  <a:moveTo>
                    <a:pt x="66635" y="133354"/>
                  </a:moveTo>
                  <a:lnTo>
                    <a:pt x="61287" y="160024"/>
                  </a:lnTo>
                  <a:lnTo>
                    <a:pt x="66582" y="160024"/>
                  </a:lnTo>
                  <a:close/>
                  <a:moveTo>
                    <a:pt x="66635" y="133354"/>
                  </a:moveTo>
                  <a:lnTo>
                    <a:pt x="66582" y="160024"/>
                  </a:lnTo>
                  <a:lnTo>
                    <a:pt x="80529" y="133354"/>
                  </a:lnTo>
                  <a:close/>
                  <a:moveTo>
                    <a:pt x="61287" y="160024"/>
                  </a:moveTo>
                  <a:lnTo>
                    <a:pt x="61287" y="178414"/>
                  </a:lnTo>
                  <a:lnTo>
                    <a:pt x="66582" y="160024"/>
                  </a:lnTo>
                  <a:close/>
                  <a:moveTo>
                    <a:pt x="314202" y="160024"/>
                  </a:moveTo>
                  <a:lnTo>
                    <a:pt x="314202" y="133354"/>
                  </a:lnTo>
                  <a:lnTo>
                    <a:pt x="301049" y="160024"/>
                  </a:lnTo>
                  <a:close/>
                  <a:moveTo>
                    <a:pt x="81578" y="106683"/>
                  </a:moveTo>
                  <a:lnTo>
                    <a:pt x="80529" y="133354"/>
                  </a:lnTo>
                  <a:lnTo>
                    <a:pt x="97408" y="106683"/>
                  </a:lnTo>
                  <a:close/>
                  <a:moveTo>
                    <a:pt x="329380" y="133354"/>
                  </a:moveTo>
                  <a:lnTo>
                    <a:pt x="314202" y="128660"/>
                  </a:lnTo>
                  <a:lnTo>
                    <a:pt x="314202" y="133354"/>
                  </a:lnTo>
                  <a:close/>
                  <a:moveTo>
                    <a:pt x="323960" y="106683"/>
                  </a:moveTo>
                  <a:lnTo>
                    <a:pt x="314202" y="128660"/>
                  </a:lnTo>
                  <a:lnTo>
                    <a:pt x="329380" y="133354"/>
                  </a:lnTo>
                  <a:close/>
                  <a:moveTo>
                    <a:pt x="97408" y="106683"/>
                  </a:moveTo>
                  <a:lnTo>
                    <a:pt x="97418" y="106666"/>
                  </a:lnTo>
                  <a:lnTo>
                    <a:pt x="96989" y="80012"/>
                  </a:lnTo>
                  <a:close/>
                  <a:moveTo>
                    <a:pt x="329072" y="80012"/>
                  </a:moveTo>
                  <a:lnTo>
                    <a:pt x="323960" y="106683"/>
                  </a:lnTo>
                  <a:lnTo>
                    <a:pt x="346616" y="80012"/>
                  </a:lnTo>
                  <a:close/>
                  <a:moveTo>
                    <a:pt x="113426" y="53341"/>
                  </a:moveTo>
                  <a:lnTo>
                    <a:pt x="113724" y="80012"/>
                  </a:lnTo>
                  <a:lnTo>
                    <a:pt x="132272" y="53341"/>
                  </a:lnTo>
                  <a:close/>
                  <a:moveTo>
                    <a:pt x="97418" y="80012"/>
                  </a:moveTo>
                  <a:lnTo>
                    <a:pt x="97418" y="106666"/>
                  </a:lnTo>
                  <a:lnTo>
                    <a:pt x="113724" y="80012"/>
                  </a:lnTo>
                  <a:close/>
                  <a:moveTo>
                    <a:pt x="322752" y="53341"/>
                  </a:moveTo>
                  <a:lnTo>
                    <a:pt x="329072" y="80012"/>
                  </a:lnTo>
                  <a:lnTo>
                    <a:pt x="341956" y="53341"/>
                  </a:lnTo>
                  <a:close/>
                  <a:moveTo>
                    <a:pt x="133549" y="51958"/>
                  </a:moveTo>
                  <a:lnTo>
                    <a:pt x="113426" y="53341"/>
                  </a:lnTo>
                  <a:lnTo>
                    <a:pt x="132272" y="53341"/>
                  </a:lnTo>
                  <a:close/>
                  <a:moveTo>
                    <a:pt x="133549" y="51958"/>
                  </a:moveTo>
                  <a:lnTo>
                    <a:pt x="164021" y="26671"/>
                  </a:lnTo>
                  <a:lnTo>
                    <a:pt x="139116" y="26671"/>
                  </a:lnTo>
                  <a:close/>
                  <a:moveTo>
                    <a:pt x="322752" y="53341"/>
                  </a:moveTo>
                  <a:lnTo>
                    <a:pt x="314202" y="26671"/>
                  </a:lnTo>
                  <a:lnTo>
                    <a:pt x="314202" y="42453"/>
                  </a:lnTo>
                  <a:close/>
                  <a:moveTo>
                    <a:pt x="169679" y="23316"/>
                  </a:moveTo>
                  <a:lnTo>
                    <a:pt x="139116" y="26671"/>
                  </a:lnTo>
                  <a:lnTo>
                    <a:pt x="164021" y="26671"/>
                  </a:lnTo>
                  <a:close/>
                  <a:moveTo>
                    <a:pt x="205810" y="11250"/>
                  </a:moveTo>
                  <a:lnTo>
                    <a:pt x="169679" y="8500"/>
                  </a:lnTo>
                  <a:lnTo>
                    <a:pt x="169679" y="23316"/>
                  </a:lnTo>
                  <a:close/>
                  <a:moveTo>
                    <a:pt x="278071" y="2746"/>
                  </a:moveTo>
                  <a:lnTo>
                    <a:pt x="241941" y="9297"/>
                  </a:lnTo>
                  <a:lnTo>
                    <a:pt x="278071" y="17180"/>
                  </a:lnTo>
                  <a:close/>
                  <a:moveTo>
                    <a:pt x="278071" y="17180"/>
                  </a:moveTo>
                  <a:lnTo>
                    <a:pt x="296325" y="26671"/>
                  </a:lnTo>
                  <a:lnTo>
                    <a:pt x="314202" y="20286"/>
                  </a:lnTo>
                  <a:close/>
                  <a:moveTo>
                    <a:pt x="314202" y="42453"/>
                  </a:moveTo>
                  <a:lnTo>
                    <a:pt x="314202" y="26671"/>
                  </a:lnTo>
                  <a:lnTo>
                    <a:pt x="296325" y="26671"/>
                  </a:lnTo>
                  <a:close/>
                  <a:moveTo>
                    <a:pt x="241941" y="0"/>
                  </a:moveTo>
                  <a:lnTo>
                    <a:pt x="205810" y="0"/>
                  </a:lnTo>
                  <a:lnTo>
                    <a:pt x="241941" y="9297"/>
                  </a:lnTo>
                  <a:close/>
                  <a:moveTo>
                    <a:pt x="205810" y="0"/>
                  </a:moveTo>
                  <a:lnTo>
                    <a:pt x="205810" y="11250"/>
                  </a:lnTo>
                  <a:lnTo>
                    <a:pt x="241941" y="9297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4015" name="Match_B1__4014">
              <a:extLst>
                <a:ext uri="{FF2B5EF4-FFF2-40B4-BE49-F238E27FC236}">
                  <a16:creationId xmlns:a16="http://schemas.microsoft.com/office/drawing/2014/main" id="{A88A0123-60C6-18BF-EBBE-A32A32108D45}"/>
                </a:ext>
              </a:extLst>
            </p:cNvPr>
            <p:cNvSpPr>
              <a:spLocks noGrp="1"/>
            </p:cNvSpPr>
            <p:nvPr/>
          </p:nvSpPr>
          <p:spPr>
            <a:xfrm>
              <a:off x="8399568" y="1764884"/>
              <a:ext cx="316886" cy="498200"/>
            </a:xfrm>
            <a:custGeom>
              <a:avLst/>
              <a:gdLst/>
              <a:ahLst/>
              <a:cxnLst/>
              <a:rect l="0" t="0" r="0" b="0"/>
              <a:pathLst>
                <a:path w="316886" h="498200">
                  <a:moveTo>
                    <a:pt x="157493" y="489529"/>
                  </a:moveTo>
                  <a:lnTo>
                    <a:pt x="193623" y="470775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70775"/>
                  </a:lnTo>
                  <a:lnTo>
                    <a:pt x="193623" y="469235"/>
                  </a:lnTo>
                  <a:close/>
                  <a:moveTo>
                    <a:pt x="265885" y="364093"/>
                  </a:moveTo>
                  <a:lnTo>
                    <a:pt x="261111" y="364093"/>
                  </a:lnTo>
                  <a:lnTo>
                    <a:pt x="247514" y="390763"/>
                  </a:lnTo>
                  <a:close/>
                  <a:moveTo>
                    <a:pt x="261111" y="364093"/>
                  </a:moveTo>
                  <a:lnTo>
                    <a:pt x="265885" y="364093"/>
                  </a:lnTo>
                  <a:lnTo>
                    <a:pt x="265885" y="353521"/>
                  </a:lnTo>
                  <a:close/>
                  <a:moveTo>
                    <a:pt x="53059" y="337422"/>
                  </a:moveTo>
                  <a:lnTo>
                    <a:pt x="68012" y="310751"/>
                  </a:lnTo>
                  <a:lnTo>
                    <a:pt x="49101" y="337422"/>
                  </a:lnTo>
                  <a:close/>
                  <a:moveTo>
                    <a:pt x="49101" y="337422"/>
                  </a:moveTo>
                  <a:lnTo>
                    <a:pt x="49101" y="341935"/>
                  </a:lnTo>
                  <a:lnTo>
                    <a:pt x="53059" y="337422"/>
                  </a:lnTo>
                  <a:close/>
                  <a:moveTo>
                    <a:pt x="302015" y="124056"/>
                  </a:moveTo>
                  <a:lnTo>
                    <a:pt x="300023" y="124056"/>
                  </a:lnTo>
                  <a:lnTo>
                    <a:pt x="288862" y="150727"/>
                  </a:lnTo>
                  <a:close/>
                  <a:moveTo>
                    <a:pt x="300023" y="124056"/>
                  </a:moveTo>
                  <a:lnTo>
                    <a:pt x="302015" y="124056"/>
                  </a:lnTo>
                  <a:lnTo>
                    <a:pt x="302015" y="119363"/>
                  </a:lnTo>
                  <a:close/>
                  <a:moveTo>
                    <a:pt x="83416" y="497446"/>
                  </a:moveTo>
                  <a:lnTo>
                    <a:pt x="85231" y="497881"/>
                  </a:lnTo>
                  <a:lnTo>
                    <a:pt x="85231" y="497446"/>
                  </a:lnTo>
                  <a:close/>
                  <a:moveTo>
                    <a:pt x="49101" y="487912"/>
                  </a:moveTo>
                  <a:lnTo>
                    <a:pt x="83416" y="497446"/>
                  </a:lnTo>
                  <a:lnTo>
                    <a:pt x="66060" y="470775"/>
                  </a:lnTo>
                  <a:close/>
                  <a:moveTo>
                    <a:pt x="85231" y="477216"/>
                  </a:moveTo>
                  <a:lnTo>
                    <a:pt x="83416" y="497446"/>
                  </a:lnTo>
                  <a:lnTo>
                    <a:pt x="85231" y="497446"/>
                  </a:lnTo>
                  <a:close/>
                  <a:moveTo>
                    <a:pt x="121362" y="497446"/>
                  </a:moveTo>
                  <a:lnTo>
                    <a:pt x="85231" y="497881"/>
                  </a:lnTo>
                  <a:lnTo>
                    <a:pt x="121362" y="498200"/>
                  </a:lnTo>
                  <a:close/>
                  <a:moveTo>
                    <a:pt x="121362" y="497446"/>
                  </a:moveTo>
                  <a:lnTo>
                    <a:pt x="85231" y="497446"/>
                  </a:lnTo>
                  <a:lnTo>
                    <a:pt x="85231" y="497881"/>
                  </a:lnTo>
                  <a:close/>
                  <a:moveTo>
                    <a:pt x="85231" y="497446"/>
                  </a:moveTo>
                  <a:lnTo>
                    <a:pt x="121362" y="497446"/>
                  </a:lnTo>
                  <a:lnTo>
                    <a:pt x="85231" y="477216"/>
                  </a:lnTo>
                  <a:close/>
                  <a:moveTo>
                    <a:pt x="121362" y="497446"/>
                  </a:moveTo>
                  <a:lnTo>
                    <a:pt x="121362" y="498200"/>
                  </a:lnTo>
                  <a:lnTo>
                    <a:pt x="124757" y="497446"/>
                  </a:lnTo>
                  <a:close/>
                  <a:moveTo>
                    <a:pt x="121362" y="497446"/>
                  </a:moveTo>
                  <a:lnTo>
                    <a:pt x="157493" y="489529"/>
                  </a:lnTo>
                  <a:lnTo>
                    <a:pt x="121362" y="477884"/>
                  </a:lnTo>
                  <a:close/>
                  <a:moveTo>
                    <a:pt x="124757" y="497446"/>
                  </a:moveTo>
                  <a:lnTo>
                    <a:pt x="157493" y="489529"/>
                  </a:lnTo>
                  <a:lnTo>
                    <a:pt x="121362" y="497446"/>
                  </a:lnTo>
                  <a:close/>
                  <a:moveTo>
                    <a:pt x="21492" y="470775"/>
                  </a:moveTo>
                  <a:lnTo>
                    <a:pt x="49101" y="487912"/>
                  </a:lnTo>
                  <a:lnTo>
                    <a:pt x="49101" y="470775"/>
                  </a:lnTo>
                  <a:close/>
                  <a:moveTo>
                    <a:pt x="12970" y="460536"/>
                  </a:moveTo>
                  <a:lnTo>
                    <a:pt x="21492" y="470775"/>
                  </a:lnTo>
                  <a:lnTo>
                    <a:pt x="33623" y="444105"/>
                  </a:lnTo>
                  <a:close/>
                  <a:moveTo>
                    <a:pt x="157493" y="470775"/>
                  </a:moveTo>
                  <a:lnTo>
                    <a:pt x="157493" y="489529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69235"/>
                  </a:lnTo>
                  <a:lnTo>
                    <a:pt x="157493" y="470775"/>
                  </a:lnTo>
                  <a:close/>
                  <a:moveTo>
                    <a:pt x="2428" y="444105"/>
                  </a:moveTo>
                  <a:lnTo>
                    <a:pt x="12970" y="460536"/>
                  </a:lnTo>
                  <a:lnTo>
                    <a:pt x="12970" y="444105"/>
                  </a:lnTo>
                  <a:close/>
                  <a:moveTo>
                    <a:pt x="0" y="417434"/>
                  </a:moveTo>
                  <a:lnTo>
                    <a:pt x="12970" y="444105"/>
                  </a:lnTo>
                  <a:lnTo>
                    <a:pt x="12970" y="417434"/>
                  </a:lnTo>
                  <a:close/>
                  <a:moveTo>
                    <a:pt x="0" y="417434"/>
                  </a:moveTo>
                  <a:lnTo>
                    <a:pt x="2428" y="444105"/>
                  </a:lnTo>
                  <a:lnTo>
                    <a:pt x="12970" y="444105"/>
                  </a:lnTo>
                  <a:close/>
                  <a:moveTo>
                    <a:pt x="193623" y="444105"/>
                  </a:moveTo>
                  <a:lnTo>
                    <a:pt x="193623" y="469235"/>
                  </a:lnTo>
                  <a:lnTo>
                    <a:pt x="217309" y="444105"/>
                  </a:lnTo>
                  <a:close/>
                  <a:moveTo>
                    <a:pt x="217309" y="444105"/>
                  </a:moveTo>
                  <a:lnTo>
                    <a:pt x="229754" y="423963"/>
                  </a:lnTo>
                  <a:lnTo>
                    <a:pt x="193623" y="444105"/>
                  </a:lnTo>
                  <a:close/>
                  <a:moveTo>
                    <a:pt x="10233" y="390763"/>
                  </a:moveTo>
                  <a:lnTo>
                    <a:pt x="12970" y="417434"/>
                  </a:lnTo>
                  <a:lnTo>
                    <a:pt x="12970" y="390763"/>
                  </a:lnTo>
                  <a:close/>
                  <a:moveTo>
                    <a:pt x="10233" y="390763"/>
                  </a:moveTo>
                  <a:lnTo>
                    <a:pt x="0" y="417434"/>
                  </a:lnTo>
                  <a:lnTo>
                    <a:pt x="12970" y="417434"/>
                  </a:lnTo>
                  <a:close/>
                  <a:moveTo>
                    <a:pt x="229754" y="417434"/>
                  </a:moveTo>
                  <a:lnTo>
                    <a:pt x="229754" y="423963"/>
                  </a:lnTo>
                  <a:lnTo>
                    <a:pt x="233747" y="417434"/>
                  </a:lnTo>
                  <a:close/>
                  <a:moveTo>
                    <a:pt x="229754" y="390763"/>
                  </a:moveTo>
                  <a:lnTo>
                    <a:pt x="233747" y="417434"/>
                  </a:lnTo>
                  <a:lnTo>
                    <a:pt x="247514" y="390763"/>
                  </a:lnTo>
                  <a:close/>
                  <a:moveTo>
                    <a:pt x="229754" y="390763"/>
                  </a:moveTo>
                  <a:lnTo>
                    <a:pt x="229754" y="417434"/>
                  </a:lnTo>
                  <a:lnTo>
                    <a:pt x="233747" y="417434"/>
                  </a:lnTo>
                  <a:close/>
                  <a:moveTo>
                    <a:pt x="12970" y="386984"/>
                  </a:moveTo>
                  <a:lnTo>
                    <a:pt x="10233" y="390763"/>
                  </a:lnTo>
                  <a:lnTo>
                    <a:pt x="12970" y="390763"/>
                  </a:lnTo>
                  <a:close/>
                  <a:moveTo>
                    <a:pt x="30294" y="364093"/>
                  </a:moveTo>
                  <a:lnTo>
                    <a:pt x="12970" y="386984"/>
                  </a:lnTo>
                  <a:lnTo>
                    <a:pt x="49101" y="383198"/>
                  </a:lnTo>
                  <a:close/>
                  <a:moveTo>
                    <a:pt x="229754" y="364093"/>
                  </a:moveTo>
                  <a:lnTo>
                    <a:pt x="247514" y="390763"/>
                  </a:lnTo>
                  <a:lnTo>
                    <a:pt x="261111" y="364093"/>
                  </a:lnTo>
                  <a:close/>
                  <a:moveTo>
                    <a:pt x="49101" y="341935"/>
                  </a:moveTo>
                  <a:lnTo>
                    <a:pt x="30294" y="364093"/>
                  </a:lnTo>
                  <a:lnTo>
                    <a:pt x="49101" y="364093"/>
                  </a:lnTo>
                  <a:close/>
                  <a:moveTo>
                    <a:pt x="53059" y="337422"/>
                  </a:moveTo>
                  <a:lnTo>
                    <a:pt x="49101" y="341935"/>
                  </a:lnTo>
                  <a:lnTo>
                    <a:pt x="85231" y="349733"/>
                  </a:lnTo>
                  <a:close/>
                  <a:moveTo>
                    <a:pt x="265885" y="337422"/>
                  </a:moveTo>
                  <a:lnTo>
                    <a:pt x="261111" y="364093"/>
                  </a:lnTo>
                  <a:lnTo>
                    <a:pt x="265885" y="353521"/>
                  </a:lnTo>
                  <a:close/>
                  <a:moveTo>
                    <a:pt x="229754" y="364093"/>
                  </a:moveTo>
                  <a:lnTo>
                    <a:pt x="261111" y="364093"/>
                  </a:lnTo>
                  <a:lnTo>
                    <a:pt x="265885" y="337422"/>
                  </a:lnTo>
                  <a:close/>
                  <a:moveTo>
                    <a:pt x="68012" y="310751"/>
                  </a:moveTo>
                  <a:lnTo>
                    <a:pt x="53059" y="337422"/>
                  </a:lnTo>
                  <a:lnTo>
                    <a:pt x="85231" y="337422"/>
                  </a:lnTo>
                  <a:close/>
                  <a:moveTo>
                    <a:pt x="265885" y="337422"/>
                  </a:moveTo>
                  <a:lnTo>
                    <a:pt x="265885" y="353521"/>
                  </a:lnTo>
                  <a:lnTo>
                    <a:pt x="272946" y="337422"/>
                  </a:lnTo>
                  <a:close/>
                  <a:moveTo>
                    <a:pt x="265885" y="310751"/>
                  </a:moveTo>
                  <a:lnTo>
                    <a:pt x="272946" y="337422"/>
                  </a:lnTo>
                  <a:lnTo>
                    <a:pt x="278904" y="310751"/>
                  </a:lnTo>
                  <a:close/>
                  <a:moveTo>
                    <a:pt x="265885" y="310751"/>
                  </a:moveTo>
                  <a:lnTo>
                    <a:pt x="265885" y="337422"/>
                  </a:lnTo>
                  <a:lnTo>
                    <a:pt x="272946" y="337422"/>
                  </a:lnTo>
                  <a:close/>
                  <a:moveTo>
                    <a:pt x="71385" y="284080"/>
                  </a:moveTo>
                  <a:lnTo>
                    <a:pt x="85231" y="310751"/>
                  </a:lnTo>
                  <a:lnTo>
                    <a:pt x="85231" y="284080"/>
                  </a:lnTo>
                  <a:close/>
                  <a:moveTo>
                    <a:pt x="71385" y="284080"/>
                  </a:moveTo>
                  <a:lnTo>
                    <a:pt x="68012" y="310751"/>
                  </a:lnTo>
                  <a:lnTo>
                    <a:pt x="85231" y="310751"/>
                  </a:lnTo>
                  <a:close/>
                  <a:moveTo>
                    <a:pt x="265885" y="284080"/>
                  </a:moveTo>
                  <a:lnTo>
                    <a:pt x="278904" y="310751"/>
                  </a:lnTo>
                  <a:lnTo>
                    <a:pt x="278981" y="284080"/>
                  </a:lnTo>
                  <a:close/>
                  <a:moveTo>
                    <a:pt x="265885" y="284080"/>
                  </a:moveTo>
                  <a:lnTo>
                    <a:pt x="265885" y="310751"/>
                  </a:lnTo>
                  <a:lnTo>
                    <a:pt x="278904" y="310751"/>
                  </a:lnTo>
                  <a:close/>
                  <a:moveTo>
                    <a:pt x="65011" y="257410"/>
                  </a:moveTo>
                  <a:lnTo>
                    <a:pt x="85231" y="284080"/>
                  </a:lnTo>
                  <a:lnTo>
                    <a:pt x="85231" y="257410"/>
                  </a:lnTo>
                  <a:close/>
                  <a:moveTo>
                    <a:pt x="65011" y="257410"/>
                  </a:moveTo>
                  <a:lnTo>
                    <a:pt x="71385" y="284080"/>
                  </a:lnTo>
                  <a:lnTo>
                    <a:pt x="85231" y="284080"/>
                  </a:lnTo>
                  <a:close/>
                  <a:moveTo>
                    <a:pt x="265885" y="257410"/>
                  </a:moveTo>
                  <a:lnTo>
                    <a:pt x="278981" y="284080"/>
                  </a:lnTo>
                  <a:lnTo>
                    <a:pt x="276329" y="257410"/>
                  </a:lnTo>
                  <a:close/>
                  <a:moveTo>
                    <a:pt x="265885" y="257410"/>
                  </a:moveTo>
                  <a:lnTo>
                    <a:pt x="265885" y="284080"/>
                  </a:lnTo>
                  <a:lnTo>
                    <a:pt x="278981" y="284080"/>
                  </a:lnTo>
                  <a:close/>
                  <a:moveTo>
                    <a:pt x="54666" y="230739"/>
                  </a:moveTo>
                  <a:lnTo>
                    <a:pt x="65011" y="257410"/>
                  </a:lnTo>
                  <a:lnTo>
                    <a:pt x="85231" y="257410"/>
                  </a:lnTo>
                  <a:close/>
                  <a:moveTo>
                    <a:pt x="265885" y="230739"/>
                  </a:moveTo>
                  <a:lnTo>
                    <a:pt x="276329" y="257410"/>
                  </a:lnTo>
                  <a:lnTo>
                    <a:pt x="274974" y="230739"/>
                  </a:lnTo>
                  <a:close/>
                  <a:moveTo>
                    <a:pt x="265885" y="230739"/>
                  </a:moveTo>
                  <a:lnTo>
                    <a:pt x="265885" y="257410"/>
                  </a:lnTo>
                  <a:lnTo>
                    <a:pt x="276329" y="257410"/>
                  </a:lnTo>
                  <a:close/>
                  <a:moveTo>
                    <a:pt x="49101" y="211062"/>
                  </a:moveTo>
                  <a:lnTo>
                    <a:pt x="54666" y="230739"/>
                  </a:lnTo>
                  <a:lnTo>
                    <a:pt x="77030" y="204068"/>
                  </a:lnTo>
                  <a:close/>
                  <a:moveTo>
                    <a:pt x="265885" y="204068"/>
                  </a:moveTo>
                  <a:lnTo>
                    <a:pt x="274974" y="230739"/>
                  </a:lnTo>
                  <a:lnTo>
                    <a:pt x="276653" y="204068"/>
                  </a:lnTo>
                  <a:close/>
                  <a:moveTo>
                    <a:pt x="265885" y="204068"/>
                  </a:moveTo>
                  <a:lnTo>
                    <a:pt x="265885" y="230739"/>
                  </a:lnTo>
                  <a:lnTo>
                    <a:pt x="274974" y="230739"/>
                  </a:lnTo>
                  <a:close/>
                  <a:moveTo>
                    <a:pt x="47077" y="204068"/>
                  </a:moveTo>
                  <a:lnTo>
                    <a:pt x="49101" y="211062"/>
                  </a:lnTo>
                  <a:lnTo>
                    <a:pt x="49101" y="204068"/>
                  </a:lnTo>
                  <a:close/>
                  <a:moveTo>
                    <a:pt x="46634" y="177398"/>
                  </a:moveTo>
                  <a:lnTo>
                    <a:pt x="49101" y="204068"/>
                  </a:lnTo>
                  <a:lnTo>
                    <a:pt x="49101" y="177398"/>
                  </a:lnTo>
                  <a:close/>
                  <a:moveTo>
                    <a:pt x="46634" y="177398"/>
                  </a:moveTo>
                  <a:lnTo>
                    <a:pt x="47077" y="204068"/>
                  </a:lnTo>
                  <a:lnTo>
                    <a:pt x="49101" y="204068"/>
                  </a:lnTo>
                  <a:close/>
                  <a:moveTo>
                    <a:pt x="265885" y="177398"/>
                  </a:moveTo>
                  <a:lnTo>
                    <a:pt x="276653" y="204068"/>
                  </a:lnTo>
                  <a:lnTo>
                    <a:pt x="281196" y="177398"/>
                  </a:lnTo>
                  <a:close/>
                  <a:moveTo>
                    <a:pt x="265885" y="177398"/>
                  </a:moveTo>
                  <a:lnTo>
                    <a:pt x="265885" y="204068"/>
                  </a:lnTo>
                  <a:lnTo>
                    <a:pt x="276653" y="204068"/>
                  </a:lnTo>
                  <a:close/>
                  <a:moveTo>
                    <a:pt x="49101" y="169116"/>
                  </a:moveTo>
                  <a:lnTo>
                    <a:pt x="46634" y="177398"/>
                  </a:lnTo>
                  <a:lnTo>
                    <a:pt x="49101" y="177398"/>
                  </a:lnTo>
                  <a:close/>
                  <a:moveTo>
                    <a:pt x="49101" y="169116"/>
                  </a:moveTo>
                  <a:lnTo>
                    <a:pt x="49101" y="177398"/>
                  </a:lnTo>
                  <a:lnTo>
                    <a:pt x="54395" y="150727"/>
                  </a:lnTo>
                  <a:close/>
                  <a:moveTo>
                    <a:pt x="265885" y="150727"/>
                  </a:moveTo>
                  <a:lnTo>
                    <a:pt x="281196" y="177398"/>
                  </a:lnTo>
                  <a:lnTo>
                    <a:pt x="288862" y="150727"/>
                  </a:lnTo>
                  <a:close/>
                  <a:moveTo>
                    <a:pt x="54395" y="150727"/>
                  </a:moveTo>
                  <a:lnTo>
                    <a:pt x="84332" y="150727"/>
                  </a:lnTo>
                  <a:lnTo>
                    <a:pt x="68343" y="124056"/>
                  </a:lnTo>
                  <a:close/>
                  <a:moveTo>
                    <a:pt x="265885" y="124056"/>
                  </a:moveTo>
                  <a:lnTo>
                    <a:pt x="288862" y="150727"/>
                  </a:lnTo>
                  <a:lnTo>
                    <a:pt x="300023" y="124056"/>
                  </a:lnTo>
                  <a:close/>
                  <a:moveTo>
                    <a:pt x="85221" y="97386"/>
                  </a:moveTo>
                  <a:lnTo>
                    <a:pt x="85231" y="124056"/>
                  </a:lnTo>
                  <a:lnTo>
                    <a:pt x="85231" y="97386"/>
                  </a:lnTo>
                  <a:close/>
                  <a:moveTo>
                    <a:pt x="85221" y="97386"/>
                  </a:moveTo>
                  <a:lnTo>
                    <a:pt x="68343" y="124056"/>
                  </a:lnTo>
                  <a:lnTo>
                    <a:pt x="85231" y="124056"/>
                  </a:lnTo>
                  <a:close/>
                  <a:moveTo>
                    <a:pt x="300023" y="124056"/>
                  </a:moveTo>
                  <a:lnTo>
                    <a:pt x="302015" y="119363"/>
                  </a:lnTo>
                  <a:lnTo>
                    <a:pt x="265885" y="124056"/>
                  </a:lnTo>
                  <a:close/>
                  <a:moveTo>
                    <a:pt x="85231" y="97368"/>
                  </a:moveTo>
                  <a:lnTo>
                    <a:pt x="85221" y="97386"/>
                  </a:lnTo>
                  <a:lnTo>
                    <a:pt x="85231" y="97386"/>
                  </a:lnTo>
                  <a:close/>
                  <a:moveTo>
                    <a:pt x="101537" y="70715"/>
                  </a:moveTo>
                  <a:lnTo>
                    <a:pt x="85231" y="97368"/>
                  </a:lnTo>
                  <a:lnTo>
                    <a:pt x="121362" y="96323"/>
                  </a:lnTo>
                  <a:close/>
                  <a:moveTo>
                    <a:pt x="120686" y="97386"/>
                  </a:moveTo>
                  <a:lnTo>
                    <a:pt x="85231" y="97368"/>
                  </a:lnTo>
                  <a:lnTo>
                    <a:pt x="85231" y="97386"/>
                  </a:lnTo>
                  <a:close/>
                  <a:moveTo>
                    <a:pt x="302015" y="97386"/>
                  </a:moveTo>
                  <a:lnTo>
                    <a:pt x="302015" y="119363"/>
                  </a:lnTo>
                  <a:lnTo>
                    <a:pt x="311773" y="97386"/>
                  </a:lnTo>
                  <a:close/>
                  <a:moveTo>
                    <a:pt x="302015" y="70715"/>
                  </a:moveTo>
                  <a:lnTo>
                    <a:pt x="311773" y="97386"/>
                  </a:lnTo>
                  <a:lnTo>
                    <a:pt x="316886" y="70715"/>
                  </a:lnTo>
                  <a:close/>
                  <a:moveTo>
                    <a:pt x="302015" y="70715"/>
                  </a:moveTo>
                  <a:lnTo>
                    <a:pt x="302015" y="97386"/>
                  </a:lnTo>
                  <a:lnTo>
                    <a:pt x="311773" y="97386"/>
                  </a:lnTo>
                  <a:close/>
                  <a:moveTo>
                    <a:pt x="120086" y="44044"/>
                  </a:moveTo>
                  <a:lnTo>
                    <a:pt x="121362" y="70715"/>
                  </a:lnTo>
                  <a:lnTo>
                    <a:pt x="121362" y="44044"/>
                  </a:lnTo>
                  <a:close/>
                  <a:moveTo>
                    <a:pt x="120086" y="44044"/>
                  </a:moveTo>
                  <a:lnTo>
                    <a:pt x="101537" y="70715"/>
                  </a:lnTo>
                  <a:lnTo>
                    <a:pt x="121362" y="70715"/>
                  </a:lnTo>
                  <a:close/>
                  <a:moveTo>
                    <a:pt x="302015" y="44044"/>
                  </a:moveTo>
                  <a:lnTo>
                    <a:pt x="316886" y="70715"/>
                  </a:lnTo>
                  <a:lnTo>
                    <a:pt x="310565" y="44044"/>
                  </a:lnTo>
                  <a:close/>
                  <a:moveTo>
                    <a:pt x="302015" y="44044"/>
                  </a:moveTo>
                  <a:lnTo>
                    <a:pt x="302015" y="70715"/>
                  </a:lnTo>
                  <a:lnTo>
                    <a:pt x="316886" y="70715"/>
                  </a:lnTo>
                  <a:close/>
                  <a:moveTo>
                    <a:pt x="121362" y="42660"/>
                  </a:moveTo>
                  <a:lnTo>
                    <a:pt x="120086" y="44044"/>
                  </a:lnTo>
                  <a:lnTo>
                    <a:pt x="121362" y="44044"/>
                  </a:lnTo>
                  <a:close/>
                  <a:moveTo>
                    <a:pt x="121362" y="44044"/>
                  </a:moveTo>
                  <a:lnTo>
                    <a:pt x="151834" y="17374"/>
                  </a:lnTo>
                  <a:lnTo>
                    <a:pt x="121362" y="42660"/>
                  </a:lnTo>
                  <a:close/>
                  <a:moveTo>
                    <a:pt x="157493" y="17374"/>
                  </a:moveTo>
                  <a:lnTo>
                    <a:pt x="151834" y="17374"/>
                  </a:lnTo>
                  <a:lnTo>
                    <a:pt x="121362" y="44044"/>
                  </a:lnTo>
                  <a:close/>
                  <a:moveTo>
                    <a:pt x="157493" y="44044"/>
                  </a:moveTo>
                  <a:lnTo>
                    <a:pt x="157493" y="17374"/>
                  </a:lnTo>
                  <a:lnTo>
                    <a:pt x="121362" y="44044"/>
                  </a:lnTo>
                  <a:close/>
                  <a:moveTo>
                    <a:pt x="265885" y="17374"/>
                  </a:moveTo>
                  <a:lnTo>
                    <a:pt x="302015" y="33156"/>
                  </a:lnTo>
                  <a:lnTo>
                    <a:pt x="284138" y="17374"/>
                  </a:lnTo>
                  <a:close/>
                  <a:moveTo>
                    <a:pt x="302015" y="44044"/>
                  </a:moveTo>
                  <a:lnTo>
                    <a:pt x="302015" y="33156"/>
                  </a:lnTo>
                  <a:lnTo>
                    <a:pt x="265885" y="17374"/>
                  </a:lnTo>
                  <a:close/>
                  <a:moveTo>
                    <a:pt x="302015" y="44044"/>
                  </a:moveTo>
                  <a:lnTo>
                    <a:pt x="310565" y="44044"/>
                  </a:lnTo>
                  <a:lnTo>
                    <a:pt x="302015" y="33156"/>
                  </a:lnTo>
                  <a:close/>
                  <a:moveTo>
                    <a:pt x="157493" y="14018"/>
                  </a:moveTo>
                  <a:lnTo>
                    <a:pt x="151834" y="17374"/>
                  </a:lnTo>
                  <a:lnTo>
                    <a:pt x="157493" y="17374"/>
                  </a:lnTo>
                  <a:close/>
                  <a:moveTo>
                    <a:pt x="157493" y="17374"/>
                  </a:moveTo>
                  <a:lnTo>
                    <a:pt x="193623" y="1953"/>
                  </a:lnTo>
                  <a:lnTo>
                    <a:pt x="157493" y="14018"/>
                  </a:lnTo>
                  <a:close/>
                  <a:moveTo>
                    <a:pt x="157493" y="17374"/>
                  </a:moveTo>
                  <a:lnTo>
                    <a:pt x="193623" y="17374"/>
                  </a:lnTo>
                  <a:lnTo>
                    <a:pt x="193623" y="1953"/>
                  </a:lnTo>
                  <a:close/>
                  <a:moveTo>
                    <a:pt x="193623" y="17374"/>
                  </a:moveTo>
                  <a:lnTo>
                    <a:pt x="229754" y="0"/>
                  </a:lnTo>
                  <a:lnTo>
                    <a:pt x="193623" y="1953"/>
                  </a:lnTo>
                  <a:close/>
                  <a:moveTo>
                    <a:pt x="229754" y="17374"/>
                  </a:moveTo>
                  <a:lnTo>
                    <a:pt x="265885" y="7883"/>
                  </a:lnTo>
                  <a:lnTo>
                    <a:pt x="229754" y="0"/>
                  </a:lnTo>
                  <a:close/>
                  <a:moveTo>
                    <a:pt x="229754" y="17374"/>
                  </a:moveTo>
                  <a:lnTo>
                    <a:pt x="265885" y="17374"/>
                  </a:lnTo>
                  <a:lnTo>
                    <a:pt x="265885" y="7883"/>
                  </a:lnTo>
                  <a:close/>
                  <a:moveTo>
                    <a:pt x="265885" y="17374"/>
                  </a:moveTo>
                  <a:lnTo>
                    <a:pt x="284138" y="17374"/>
                  </a:lnTo>
                  <a:lnTo>
                    <a:pt x="265885" y="7883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4016" name="Match_B1__4015">
              <a:extLst>
                <a:ext uri="{FF2B5EF4-FFF2-40B4-BE49-F238E27FC236}">
                  <a16:creationId xmlns:a16="http://schemas.microsoft.com/office/drawing/2014/main" id="{4E227BD3-CA92-FCC4-36C5-F56B7C6B7233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64884"/>
              <a:ext cx="289046" cy="497446"/>
            </a:xfrm>
            <a:custGeom>
              <a:avLst/>
              <a:gdLst/>
              <a:ahLst/>
              <a:cxnLst/>
              <a:rect l="0" t="0" r="0" b="0"/>
              <a:pathLst>
                <a:path w="289046" h="497446">
                  <a:moveTo>
                    <a:pt x="36131" y="470775"/>
                  </a:moveTo>
                  <a:lnTo>
                    <a:pt x="36131" y="487912"/>
                  </a:lnTo>
                  <a:lnTo>
                    <a:pt x="53090" y="470775"/>
                  </a:lnTo>
                  <a:close/>
                  <a:moveTo>
                    <a:pt x="53090" y="470775"/>
                  </a:moveTo>
                  <a:lnTo>
                    <a:pt x="70446" y="497446"/>
                  </a:lnTo>
                  <a:lnTo>
                    <a:pt x="72261" y="477216"/>
                  </a:lnTo>
                  <a:close/>
                  <a:moveTo>
                    <a:pt x="108392" y="497446"/>
                  </a:moveTo>
                  <a:lnTo>
                    <a:pt x="108392" y="477884"/>
                  </a:lnTo>
                  <a:lnTo>
                    <a:pt x="72261" y="477216"/>
                  </a:lnTo>
                  <a:close/>
                  <a:moveTo>
                    <a:pt x="108392" y="477884"/>
                  </a:moveTo>
                  <a:lnTo>
                    <a:pt x="144523" y="489529"/>
                  </a:lnTo>
                  <a:lnTo>
                    <a:pt x="144523" y="470775"/>
                  </a:lnTo>
                  <a:close/>
                  <a:moveTo>
                    <a:pt x="0" y="444105"/>
                  </a:moveTo>
                  <a:lnTo>
                    <a:pt x="0" y="460536"/>
                  </a:lnTo>
                  <a:lnTo>
                    <a:pt x="20653" y="444105"/>
                  </a:lnTo>
                  <a:close/>
                  <a:moveTo>
                    <a:pt x="20653" y="444105"/>
                  </a:moveTo>
                  <a:lnTo>
                    <a:pt x="8522" y="470775"/>
                  </a:lnTo>
                  <a:lnTo>
                    <a:pt x="36131" y="461114"/>
                  </a:lnTo>
                  <a:close/>
                  <a:moveTo>
                    <a:pt x="36131" y="461114"/>
                  </a:moveTo>
                  <a:lnTo>
                    <a:pt x="8522" y="470775"/>
                  </a:lnTo>
                  <a:lnTo>
                    <a:pt x="36131" y="470775"/>
                  </a:lnTo>
                  <a:close/>
                  <a:moveTo>
                    <a:pt x="144523" y="465882"/>
                  </a:moveTo>
                  <a:lnTo>
                    <a:pt x="180654" y="469235"/>
                  </a:lnTo>
                  <a:lnTo>
                    <a:pt x="180654" y="444105"/>
                  </a:lnTo>
                  <a:close/>
                  <a:moveTo>
                    <a:pt x="144523" y="470775"/>
                  </a:moveTo>
                  <a:lnTo>
                    <a:pt x="180654" y="469235"/>
                  </a:lnTo>
                  <a:lnTo>
                    <a:pt x="144523" y="465882"/>
                  </a:lnTo>
                  <a:close/>
                  <a:moveTo>
                    <a:pt x="16813" y="417434"/>
                  </a:moveTo>
                  <a:lnTo>
                    <a:pt x="0" y="417434"/>
                  </a:lnTo>
                  <a:lnTo>
                    <a:pt x="0" y="444105"/>
                  </a:lnTo>
                  <a:close/>
                  <a:moveTo>
                    <a:pt x="180654" y="428797"/>
                  </a:moveTo>
                  <a:lnTo>
                    <a:pt x="216784" y="417434"/>
                  </a:lnTo>
                  <a:lnTo>
                    <a:pt x="186755" y="417434"/>
                  </a:lnTo>
                  <a:close/>
                  <a:moveTo>
                    <a:pt x="180654" y="428797"/>
                  </a:moveTo>
                  <a:lnTo>
                    <a:pt x="216784" y="423963"/>
                  </a:lnTo>
                  <a:lnTo>
                    <a:pt x="216784" y="417434"/>
                  </a:lnTo>
                  <a:close/>
                  <a:moveTo>
                    <a:pt x="180654" y="444105"/>
                  </a:moveTo>
                  <a:lnTo>
                    <a:pt x="216784" y="423963"/>
                  </a:lnTo>
                  <a:lnTo>
                    <a:pt x="180654" y="428797"/>
                  </a:lnTo>
                  <a:close/>
                  <a:moveTo>
                    <a:pt x="29440" y="390763"/>
                  </a:moveTo>
                  <a:lnTo>
                    <a:pt x="0" y="390763"/>
                  </a:lnTo>
                  <a:lnTo>
                    <a:pt x="0" y="417434"/>
                  </a:lnTo>
                  <a:close/>
                  <a:moveTo>
                    <a:pt x="216784" y="417434"/>
                  </a:moveTo>
                  <a:lnTo>
                    <a:pt x="216784" y="390763"/>
                  </a:lnTo>
                  <a:lnTo>
                    <a:pt x="186755" y="417434"/>
                  </a:lnTo>
                  <a:close/>
                  <a:moveTo>
                    <a:pt x="36131" y="364093"/>
                  </a:moveTo>
                  <a:lnTo>
                    <a:pt x="17324" y="364093"/>
                  </a:lnTo>
                  <a:lnTo>
                    <a:pt x="36131" y="383198"/>
                  </a:lnTo>
                  <a:close/>
                  <a:moveTo>
                    <a:pt x="36131" y="383198"/>
                  </a:moveTo>
                  <a:lnTo>
                    <a:pt x="0" y="386984"/>
                  </a:lnTo>
                  <a:lnTo>
                    <a:pt x="29440" y="390763"/>
                  </a:lnTo>
                  <a:close/>
                  <a:moveTo>
                    <a:pt x="29440" y="390763"/>
                  </a:moveTo>
                  <a:lnTo>
                    <a:pt x="0" y="386984"/>
                  </a:lnTo>
                  <a:lnTo>
                    <a:pt x="0" y="390763"/>
                  </a:lnTo>
                  <a:close/>
                  <a:moveTo>
                    <a:pt x="216784" y="364093"/>
                  </a:moveTo>
                  <a:lnTo>
                    <a:pt x="216784" y="390763"/>
                  </a:lnTo>
                  <a:lnTo>
                    <a:pt x="234545" y="390763"/>
                  </a:lnTo>
                  <a:close/>
                  <a:moveTo>
                    <a:pt x="216784" y="390763"/>
                  </a:moveTo>
                  <a:lnTo>
                    <a:pt x="216784" y="364093"/>
                  </a:lnTo>
                  <a:lnTo>
                    <a:pt x="194430" y="390763"/>
                  </a:lnTo>
                  <a:close/>
                  <a:moveTo>
                    <a:pt x="72261" y="337422"/>
                  </a:moveTo>
                  <a:lnTo>
                    <a:pt x="40089" y="337422"/>
                  </a:lnTo>
                  <a:lnTo>
                    <a:pt x="72261" y="349733"/>
                  </a:lnTo>
                  <a:close/>
                  <a:moveTo>
                    <a:pt x="72261" y="349733"/>
                  </a:moveTo>
                  <a:lnTo>
                    <a:pt x="36131" y="341935"/>
                  </a:lnTo>
                  <a:lnTo>
                    <a:pt x="57186" y="364093"/>
                  </a:lnTo>
                  <a:close/>
                  <a:moveTo>
                    <a:pt x="57186" y="364093"/>
                  </a:moveTo>
                  <a:lnTo>
                    <a:pt x="36131" y="341935"/>
                  </a:lnTo>
                  <a:lnTo>
                    <a:pt x="36131" y="364093"/>
                  </a:lnTo>
                  <a:close/>
                  <a:moveTo>
                    <a:pt x="216784" y="337422"/>
                  </a:moveTo>
                  <a:lnTo>
                    <a:pt x="216784" y="364093"/>
                  </a:lnTo>
                  <a:lnTo>
                    <a:pt x="252915" y="337422"/>
                  </a:lnTo>
                  <a:close/>
                  <a:moveTo>
                    <a:pt x="55042" y="310751"/>
                  </a:moveTo>
                  <a:lnTo>
                    <a:pt x="72261" y="337422"/>
                  </a:lnTo>
                  <a:lnTo>
                    <a:pt x="72261" y="310751"/>
                  </a:lnTo>
                  <a:close/>
                  <a:moveTo>
                    <a:pt x="104753" y="310751"/>
                  </a:moveTo>
                  <a:lnTo>
                    <a:pt x="72261" y="310751"/>
                  </a:lnTo>
                  <a:lnTo>
                    <a:pt x="72261" y="337422"/>
                  </a:lnTo>
                  <a:close/>
                  <a:moveTo>
                    <a:pt x="216784" y="337422"/>
                  </a:moveTo>
                  <a:lnTo>
                    <a:pt x="252915" y="337422"/>
                  </a:lnTo>
                  <a:lnTo>
                    <a:pt x="252915" y="310751"/>
                  </a:lnTo>
                  <a:close/>
                  <a:moveTo>
                    <a:pt x="216784" y="337422"/>
                  </a:moveTo>
                  <a:lnTo>
                    <a:pt x="252915" y="310751"/>
                  </a:lnTo>
                  <a:lnTo>
                    <a:pt x="216784" y="310751"/>
                  </a:lnTo>
                  <a:close/>
                  <a:moveTo>
                    <a:pt x="105245" y="284080"/>
                  </a:moveTo>
                  <a:lnTo>
                    <a:pt x="72261" y="284080"/>
                  </a:lnTo>
                  <a:lnTo>
                    <a:pt x="72261" y="310751"/>
                  </a:lnTo>
                  <a:close/>
                  <a:moveTo>
                    <a:pt x="216784" y="310751"/>
                  </a:moveTo>
                  <a:lnTo>
                    <a:pt x="252915" y="310751"/>
                  </a:lnTo>
                  <a:lnTo>
                    <a:pt x="252915" y="284080"/>
                  </a:lnTo>
                  <a:close/>
                  <a:moveTo>
                    <a:pt x="216784" y="310751"/>
                  </a:moveTo>
                  <a:lnTo>
                    <a:pt x="252915" y="284080"/>
                  </a:lnTo>
                  <a:lnTo>
                    <a:pt x="216784" y="284080"/>
                  </a:lnTo>
                  <a:close/>
                  <a:moveTo>
                    <a:pt x="93293" y="257410"/>
                  </a:moveTo>
                  <a:lnTo>
                    <a:pt x="72261" y="257410"/>
                  </a:lnTo>
                  <a:lnTo>
                    <a:pt x="72261" y="284080"/>
                  </a:lnTo>
                  <a:close/>
                  <a:moveTo>
                    <a:pt x="219145" y="257410"/>
                  </a:moveTo>
                  <a:lnTo>
                    <a:pt x="216784" y="278200"/>
                  </a:lnTo>
                  <a:lnTo>
                    <a:pt x="252915" y="257410"/>
                  </a:lnTo>
                  <a:close/>
                  <a:moveTo>
                    <a:pt x="252915" y="257410"/>
                  </a:moveTo>
                  <a:lnTo>
                    <a:pt x="216784" y="278200"/>
                  </a:lnTo>
                  <a:lnTo>
                    <a:pt x="216784" y="284080"/>
                  </a:lnTo>
                  <a:close/>
                  <a:moveTo>
                    <a:pt x="252915" y="257410"/>
                  </a:moveTo>
                  <a:lnTo>
                    <a:pt x="216784" y="284080"/>
                  </a:lnTo>
                  <a:lnTo>
                    <a:pt x="252915" y="284080"/>
                  </a:lnTo>
                  <a:close/>
                  <a:moveTo>
                    <a:pt x="41696" y="230739"/>
                  </a:moveTo>
                  <a:lnTo>
                    <a:pt x="72261" y="257410"/>
                  </a:lnTo>
                  <a:lnTo>
                    <a:pt x="72261" y="230739"/>
                  </a:lnTo>
                  <a:close/>
                  <a:moveTo>
                    <a:pt x="252915" y="257410"/>
                  </a:moveTo>
                  <a:lnTo>
                    <a:pt x="252915" y="230739"/>
                  </a:lnTo>
                  <a:lnTo>
                    <a:pt x="219145" y="257410"/>
                  </a:lnTo>
                  <a:close/>
                  <a:moveTo>
                    <a:pt x="252915" y="230739"/>
                  </a:moveTo>
                  <a:lnTo>
                    <a:pt x="224444" y="230739"/>
                  </a:lnTo>
                  <a:lnTo>
                    <a:pt x="219145" y="257410"/>
                  </a:lnTo>
                  <a:close/>
                  <a:moveTo>
                    <a:pt x="36131" y="204068"/>
                  </a:moveTo>
                  <a:lnTo>
                    <a:pt x="36131" y="211062"/>
                  </a:lnTo>
                  <a:lnTo>
                    <a:pt x="64060" y="204068"/>
                  </a:lnTo>
                  <a:close/>
                  <a:moveTo>
                    <a:pt x="64060" y="204068"/>
                  </a:moveTo>
                  <a:lnTo>
                    <a:pt x="41696" y="230739"/>
                  </a:lnTo>
                  <a:lnTo>
                    <a:pt x="72261" y="224658"/>
                  </a:lnTo>
                  <a:close/>
                  <a:moveTo>
                    <a:pt x="72261" y="224658"/>
                  </a:moveTo>
                  <a:lnTo>
                    <a:pt x="41696" y="230739"/>
                  </a:lnTo>
                  <a:lnTo>
                    <a:pt x="72261" y="230739"/>
                  </a:lnTo>
                  <a:close/>
                  <a:moveTo>
                    <a:pt x="252915" y="230739"/>
                  </a:moveTo>
                  <a:lnTo>
                    <a:pt x="252915" y="204068"/>
                  </a:lnTo>
                  <a:lnTo>
                    <a:pt x="224444" y="230739"/>
                  </a:lnTo>
                  <a:close/>
                  <a:moveTo>
                    <a:pt x="252915" y="204068"/>
                  </a:moveTo>
                  <a:lnTo>
                    <a:pt x="230505" y="204068"/>
                  </a:lnTo>
                  <a:lnTo>
                    <a:pt x="224444" y="230739"/>
                  </a:lnTo>
                  <a:close/>
                  <a:moveTo>
                    <a:pt x="64060" y="204068"/>
                  </a:moveTo>
                  <a:lnTo>
                    <a:pt x="62661" y="177398"/>
                  </a:lnTo>
                  <a:lnTo>
                    <a:pt x="36131" y="204068"/>
                  </a:lnTo>
                  <a:close/>
                  <a:moveTo>
                    <a:pt x="62661" y="177398"/>
                  </a:moveTo>
                  <a:lnTo>
                    <a:pt x="36131" y="177398"/>
                  </a:lnTo>
                  <a:lnTo>
                    <a:pt x="36131" y="204068"/>
                  </a:lnTo>
                  <a:close/>
                  <a:moveTo>
                    <a:pt x="252915" y="204068"/>
                  </a:moveTo>
                  <a:lnTo>
                    <a:pt x="252915" y="177398"/>
                  </a:lnTo>
                  <a:lnTo>
                    <a:pt x="230505" y="204068"/>
                  </a:lnTo>
                  <a:close/>
                  <a:moveTo>
                    <a:pt x="41425" y="150727"/>
                  </a:moveTo>
                  <a:lnTo>
                    <a:pt x="36131" y="177398"/>
                  </a:lnTo>
                  <a:lnTo>
                    <a:pt x="62661" y="177398"/>
                  </a:lnTo>
                  <a:close/>
                  <a:moveTo>
                    <a:pt x="41425" y="150727"/>
                  </a:moveTo>
                  <a:lnTo>
                    <a:pt x="62661" y="177398"/>
                  </a:lnTo>
                  <a:lnTo>
                    <a:pt x="71362" y="150727"/>
                  </a:lnTo>
                  <a:close/>
                  <a:moveTo>
                    <a:pt x="252915" y="150727"/>
                  </a:moveTo>
                  <a:lnTo>
                    <a:pt x="252915" y="177398"/>
                  </a:lnTo>
                  <a:lnTo>
                    <a:pt x="268226" y="177398"/>
                  </a:lnTo>
                  <a:close/>
                  <a:moveTo>
                    <a:pt x="252915" y="177398"/>
                  </a:moveTo>
                  <a:lnTo>
                    <a:pt x="252915" y="150727"/>
                  </a:lnTo>
                  <a:lnTo>
                    <a:pt x="236103" y="177398"/>
                  </a:lnTo>
                  <a:close/>
                  <a:moveTo>
                    <a:pt x="55373" y="124056"/>
                  </a:moveTo>
                  <a:lnTo>
                    <a:pt x="72261" y="149154"/>
                  </a:lnTo>
                  <a:lnTo>
                    <a:pt x="72261" y="124056"/>
                  </a:lnTo>
                  <a:close/>
                  <a:moveTo>
                    <a:pt x="71362" y="150727"/>
                  </a:moveTo>
                  <a:lnTo>
                    <a:pt x="72261" y="149154"/>
                  </a:lnTo>
                  <a:lnTo>
                    <a:pt x="55373" y="124056"/>
                  </a:lnTo>
                  <a:close/>
                  <a:moveTo>
                    <a:pt x="252915" y="124056"/>
                  </a:moveTo>
                  <a:lnTo>
                    <a:pt x="252915" y="150727"/>
                  </a:lnTo>
                  <a:lnTo>
                    <a:pt x="275892" y="150727"/>
                  </a:lnTo>
                  <a:close/>
                  <a:moveTo>
                    <a:pt x="107716" y="97386"/>
                  </a:moveTo>
                  <a:lnTo>
                    <a:pt x="72261" y="97386"/>
                  </a:lnTo>
                  <a:lnTo>
                    <a:pt x="72261" y="124056"/>
                  </a:lnTo>
                  <a:close/>
                  <a:moveTo>
                    <a:pt x="252915" y="120289"/>
                  </a:moveTo>
                  <a:lnTo>
                    <a:pt x="289046" y="97386"/>
                  </a:lnTo>
                  <a:lnTo>
                    <a:pt x="261026" y="97386"/>
                  </a:lnTo>
                  <a:close/>
                  <a:moveTo>
                    <a:pt x="252915" y="120289"/>
                  </a:moveTo>
                  <a:lnTo>
                    <a:pt x="289046" y="119363"/>
                  </a:lnTo>
                  <a:lnTo>
                    <a:pt x="289046" y="97386"/>
                  </a:lnTo>
                  <a:close/>
                  <a:moveTo>
                    <a:pt x="252915" y="124056"/>
                  </a:moveTo>
                  <a:lnTo>
                    <a:pt x="289046" y="119363"/>
                  </a:lnTo>
                  <a:lnTo>
                    <a:pt x="252915" y="120289"/>
                  </a:lnTo>
                  <a:close/>
                  <a:moveTo>
                    <a:pt x="108392" y="70715"/>
                  </a:moveTo>
                  <a:lnTo>
                    <a:pt x="88567" y="70715"/>
                  </a:lnTo>
                  <a:lnTo>
                    <a:pt x="108392" y="96323"/>
                  </a:lnTo>
                  <a:close/>
                  <a:moveTo>
                    <a:pt x="108392" y="96323"/>
                  </a:moveTo>
                  <a:lnTo>
                    <a:pt x="72261" y="97368"/>
                  </a:lnTo>
                  <a:lnTo>
                    <a:pt x="107716" y="97386"/>
                  </a:lnTo>
                  <a:close/>
                  <a:moveTo>
                    <a:pt x="289046" y="97386"/>
                  </a:moveTo>
                  <a:lnTo>
                    <a:pt x="289046" y="70715"/>
                  </a:lnTo>
                  <a:lnTo>
                    <a:pt x="261026" y="97386"/>
                  </a:lnTo>
                  <a:close/>
                  <a:moveTo>
                    <a:pt x="108392" y="70715"/>
                  </a:moveTo>
                  <a:lnTo>
                    <a:pt x="144523" y="44044"/>
                  </a:lnTo>
                  <a:lnTo>
                    <a:pt x="108392" y="44044"/>
                  </a:lnTo>
                  <a:close/>
                  <a:moveTo>
                    <a:pt x="252915" y="44044"/>
                  </a:moveTo>
                  <a:lnTo>
                    <a:pt x="289046" y="70715"/>
                  </a:lnTo>
                  <a:lnTo>
                    <a:pt x="289046" y="44044"/>
                  </a:lnTo>
                  <a:close/>
                  <a:moveTo>
                    <a:pt x="144523" y="44044"/>
                  </a:moveTo>
                  <a:lnTo>
                    <a:pt x="180654" y="17374"/>
                  </a:lnTo>
                  <a:lnTo>
                    <a:pt x="144523" y="17374"/>
                  </a:lnTo>
                  <a:close/>
                  <a:moveTo>
                    <a:pt x="252915" y="44044"/>
                  </a:moveTo>
                  <a:lnTo>
                    <a:pt x="289046" y="44044"/>
                  </a:lnTo>
                  <a:lnTo>
                    <a:pt x="252915" y="17374"/>
                  </a:lnTo>
                  <a:close/>
                  <a:moveTo>
                    <a:pt x="216784" y="17374"/>
                  </a:moveTo>
                  <a:lnTo>
                    <a:pt x="252915" y="44044"/>
                  </a:lnTo>
                  <a:lnTo>
                    <a:pt x="252915" y="17374"/>
                  </a:lnTo>
                  <a:close/>
                  <a:moveTo>
                    <a:pt x="180654" y="17374"/>
                  </a:moveTo>
                  <a:lnTo>
                    <a:pt x="216784" y="17374"/>
                  </a:lnTo>
                  <a:lnTo>
                    <a:pt x="216784" y="0"/>
                  </a:lnTo>
                  <a:close/>
                  <a:moveTo>
                    <a:pt x="216784" y="17374"/>
                  </a:moveTo>
                  <a:lnTo>
                    <a:pt x="180654" y="17374"/>
                  </a:lnTo>
                  <a:lnTo>
                    <a:pt x="216784" y="3021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4017" name="Match_B1__4016">
              <a:extLst>
                <a:ext uri="{FF2B5EF4-FFF2-40B4-BE49-F238E27FC236}">
                  <a16:creationId xmlns:a16="http://schemas.microsoft.com/office/drawing/2014/main" id="{46490362-5E2F-A349-256F-4AD2994A6787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82257"/>
              <a:ext cx="289046" cy="460510"/>
            </a:xfrm>
            <a:custGeom>
              <a:avLst/>
              <a:gdLst/>
              <a:ahLst/>
              <a:cxnLst/>
              <a:rect l="0" t="0" r="0" b="0"/>
              <a:pathLst>
                <a:path w="289046" h="460510">
                  <a:moveTo>
                    <a:pt x="108392" y="460510"/>
                  </a:moveTo>
                  <a:lnTo>
                    <a:pt x="144523" y="453402"/>
                  </a:lnTo>
                  <a:lnTo>
                    <a:pt x="132792" y="453402"/>
                  </a:lnTo>
                  <a:close/>
                  <a:moveTo>
                    <a:pt x="36131" y="453402"/>
                  </a:moveTo>
                  <a:lnTo>
                    <a:pt x="53090" y="453402"/>
                  </a:lnTo>
                  <a:lnTo>
                    <a:pt x="36131" y="443741"/>
                  </a:lnTo>
                  <a:close/>
                  <a:moveTo>
                    <a:pt x="144523" y="448509"/>
                  </a:moveTo>
                  <a:lnTo>
                    <a:pt x="180654" y="426731"/>
                  </a:lnTo>
                  <a:lnTo>
                    <a:pt x="170782" y="426731"/>
                  </a:lnTo>
                  <a:close/>
                  <a:moveTo>
                    <a:pt x="132792" y="453402"/>
                  </a:moveTo>
                  <a:lnTo>
                    <a:pt x="144523" y="453402"/>
                  </a:lnTo>
                  <a:lnTo>
                    <a:pt x="144523" y="448509"/>
                  </a:lnTo>
                  <a:close/>
                  <a:moveTo>
                    <a:pt x="20653" y="426731"/>
                  </a:moveTo>
                  <a:lnTo>
                    <a:pt x="16813" y="400060"/>
                  </a:lnTo>
                  <a:lnTo>
                    <a:pt x="0" y="426731"/>
                  </a:lnTo>
                  <a:close/>
                  <a:moveTo>
                    <a:pt x="170782" y="426731"/>
                  </a:moveTo>
                  <a:lnTo>
                    <a:pt x="180654" y="426731"/>
                  </a:lnTo>
                  <a:lnTo>
                    <a:pt x="180654" y="411424"/>
                  </a:lnTo>
                  <a:close/>
                  <a:moveTo>
                    <a:pt x="16813" y="400060"/>
                  </a:moveTo>
                  <a:lnTo>
                    <a:pt x="29440" y="373390"/>
                  </a:lnTo>
                  <a:lnTo>
                    <a:pt x="0" y="400060"/>
                  </a:lnTo>
                  <a:close/>
                  <a:moveTo>
                    <a:pt x="216784" y="373390"/>
                  </a:moveTo>
                  <a:lnTo>
                    <a:pt x="194430" y="373390"/>
                  </a:lnTo>
                  <a:lnTo>
                    <a:pt x="186755" y="400060"/>
                  </a:lnTo>
                  <a:close/>
                  <a:moveTo>
                    <a:pt x="216784" y="346719"/>
                  </a:moveTo>
                  <a:lnTo>
                    <a:pt x="200121" y="346719"/>
                  </a:lnTo>
                  <a:lnTo>
                    <a:pt x="194430" y="373390"/>
                  </a:lnTo>
                  <a:close/>
                  <a:moveTo>
                    <a:pt x="36131" y="346719"/>
                  </a:moveTo>
                  <a:lnTo>
                    <a:pt x="36131" y="365824"/>
                  </a:lnTo>
                  <a:lnTo>
                    <a:pt x="57186" y="346719"/>
                  </a:lnTo>
                  <a:close/>
                  <a:moveTo>
                    <a:pt x="216784" y="346719"/>
                  </a:moveTo>
                  <a:lnTo>
                    <a:pt x="216784" y="320048"/>
                  </a:lnTo>
                  <a:lnTo>
                    <a:pt x="200121" y="346719"/>
                  </a:lnTo>
                  <a:close/>
                  <a:moveTo>
                    <a:pt x="216784" y="320048"/>
                  </a:moveTo>
                  <a:lnTo>
                    <a:pt x="206255" y="320048"/>
                  </a:lnTo>
                  <a:lnTo>
                    <a:pt x="200121" y="346719"/>
                  </a:lnTo>
                  <a:close/>
                  <a:moveTo>
                    <a:pt x="88189" y="320048"/>
                  </a:moveTo>
                  <a:lnTo>
                    <a:pt x="104753" y="293378"/>
                  </a:lnTo>
                  <a:lnTo>
                    <a:pt x="72261" y="320048"/>
                  </a:lnTo>
                  <a:close/>
                  <a:moveTo>
                    <a:pt x="72261" y="320048"/>
                  </a:moveTo>
                  <a:lnTo>
                    <a:pt x="72261" y="332360"/>
                  </a:lnTo>
                  <a:lnTo>
                    <a:pt x="88189" y="320048"/>
                  </a:lnTo>
                  <a:close/>
                  <a:moveTo>
                    <a:pt x="216784" y="320048"/>
                  </a:moveTo>
                  <a:lnTo>
                    <a:pt x="216784" y="293378"/>
                  </a:lnTo>
                  <a:lnTo>
                    <a:pt x="206255" y="320048"/>
                  </a:lnTo>
                  <a:close/>
                  <a:moveTo>
                    <a:pt x="216784" y="293378"/>
                  </a:moveTo>
                  <a:lnTo>
                    <a:pt x="211853" y="293378"/>
                  </a:lnTo>
                  <a:lnTo>
                    <a:pt x="206255" y="320048"/>
                  </a:lnTo>
                  <a:close/>
                  <a:moveTo>
                    <a:pt x="104753" y="293378"/>
                  </a:moveTo>
                  <a:lnTo>
                    <a:pt x="105245" y="266707"/>
                  </a:lnTo>
                  <a:lnTo>
                    <a:pt x="72261" y="293378"/>
                  </a:lnTo>
                  <a:close/>
                  <a:moveTo>
                    <a:pt x="216784" y="293378"/>
                  </a:moveTo>
                  <a:lnTo>
                    <a:pt x="216784" y="266707"/>
                  </a:lnTo>
                  <a:lnTo>
                    <a:pt x="211853" y="293378"/>
                  </a:lnTo>
                  <a:close/>
                  <a:moveTo>
                    <a:pt x="216784" y="266707"/>
                  </a:moveTo>
                  <a:lnTo>
                    <a:pt x="215598" y="266707"/>
                  </a:lnTo>
                  <a:lnTo>
                    <a:pt x="211853" y="293378"/>
                  </a:lnTo>
                  <a:close/>
                  <a:moveTo>
                    <a:pt x="105245" y="266707"/>
                  </a:moveTo>
                  <a:lnTo>
                    <a:pt x="93293" y="240036"/>
                  </a:lnTo>
                  <a:lnTo>
                    <a:pt x="72261" y="266707"/>
                  </a:lnTo>
                  <a:close/>
                  <a:moveTo>
                    <a:pt x="215598" y="266707"/>
                  </a:moveTo>
                  <a:lnTo>
                    <a:pt x="216784" y="266707"/>
                  </a:lnTo>
                  <a:lnTo>
                    <a:pt x="216784" y="260827"/>
                  </a:lnTo>
                  <a:close/>
                  <a:moveTo>
                    <a:pt x="93293" y="240036"/>
                  </a:moveTo>
                  <a:lnTo>
                    <a:pt x="75445" y="213366"/>
                  </a:lnTo>
                  <a:lnTo>
                    <a:pt x="72261" y="240036"/>
                  </a:lnTo>
                  <a:close/>
                  <a:moveTo>
                    <a:pt x="75445" y="213366"/>
                  </a:moveTo>
                  <a:lnTo>
                    <a:pt x="72261" y="213366"/>
                  </a:lnTo>
                  <a:lnTo>
                    <a:pt x="72261" y="240036"/>
                  </a:lnTo>
                  <a:close/>
                  <a:moveTo>
                    <a:pt x="72261" y="213366"/>
                  </a:moveTo>
                  <a:lnTo>
                    <a:pt x="75445" y="213366"/>
                  </a:lnTo>
                  <a:lnTo>
                    <a:pt x="72261" y="207284"/>
                  </a:lnTo>
                  <a:close/>
                  <a:moveTo>
                    <a:pt x="252915" y="160024"/>
                  </a:moveTo>
                  <a:lnTo>
                    <a:pt x="236103" y="160024"/>
                  </a:lnTo>
                  <a:lnTo>
                    <a:pt x="230505" y="186695"/>
                  </a:lnTo>
                  <a:close/>
                  <a:moveTo>
                    <a:pt x="252915" y="133353"/>
                  </a:moveTo>
                  <a:lnTo>
                    <a:pt x="242217" y="133353"/>
                  </a:lnTo>
                  <a:lnTo>
                    <a:pt x="236103" y="160024"/>
                  </a:lnTo>
                  <a:close/>
                  <a:moveTo>
                    <a:pt x="252915" y="133353"/>
                  </a:moveTo>
                  <a:lnTo>
                    <a:pt x="252915" y="106683"/>
                  </a:lnTo>
                  <a:lnTo>
                    <a:pt x="242217" y="133353"/>
                  </a:lnTo>
                  <a:close/>
                  <a:moveTo>
                    <a:pt x="252915" y="106683"/>
                  </a:moveTo>
                  <a:lnTo>
                    <a:pt x="251460" y="106683"/>
                  </a:lnTo>
                  <a:lnTo>
                    <a:pt x="242217" y="133353"/>
                  </a:lnTo>
                  <a:close/>
                  <a:moveTo>
                    <a:pt x="89211" y="106683"/>
                  </a:moveTo>
                  <a:lnTo>
                    <a:pt x="107716" y="80012"/>
                  </a:lnTo>
                  <a:lnTo>
                    <a:pt x="72261" y="106683"/>
                  </a:lnTo>
                  <a:close/>
                  <a:moveTo>
                    <a:pt x="72261" y="106683"/>
                  </a:moveTo>
                  <a:lnTo>
                    <a:pt x="72261" y="131781"/>
                  </a:lnTo>
                  <a:lnTo>
                    <a:pt x="89211" y="106683"/>
                  </a:lnTo>
                  <a:close/>
                  <a:moveTo>
                    <a:pt x="251460" y="106683"/>
                  </a:moveTo>
                  <a:lnTo>
                    <a:pt x="252915" y="106683"/>
                  </a:lnTo>
                  <a:lnTo>
                    <a:pt x="252915" y="102915"/>
                  </a:lnTo>
                  <a:close/>
                  <a:moveTo>
                    <a:pt x="289046" y="53341"/>
                  </a:moveTo>
                  <a:lnTo>
                    <a:pt x="264049" y="53341"/>
                  </a:lnTo>
                  <a:lnTo>
                    <a:pt x="261026" y="80012"/>
                  </a:lnTo>
                  <a:close/>
                  <a:moveTo>
                    <a:pt x="128123" y="53341"/>
                  </a:moveTo>
                  <a:lnTo>
                    <a:pt x="144523" y="34528"/>
                  </a:lnTo>
                  <a:lnTo>
                    <a:pt x="108392" y="53341"/>
                  </a:lnTo>
                  <a:close/>
                  <a:moveTo>
                    <a:pt x="108392" y="53341"/>
                  </a:moveTo>
                  <a:lnTo>
                    <a:pt x="144523" y="34528"/>
                  </a:lnTo>
                  <a:lnTo>
                    <a:pt x="144523" y="26671"/>
                  </a:lnTo>
                  <a:close/>
                  <a:moveTo>
                    <a:pt x="108392" y="53341"/>
                  </a:moveTo>
                  <a:lnTo>
                    <a:pt x="108392" y="78949"/>
                  </a:lnTo>
                  <a:lnTo>
                    <a:pt x="128123" y="53341"/>
                  </a:lnTo>
                  <a:close/>
                  <a:moveTo>
                    <a:pt x="252915" y="29125"/>
                  </a:moveTo>
                  <a:lnTo>
                    <a:pt x="264049" y="53341"/>
                  </a:lnTo>
                  <a:lnTo>
                    <a:pt x="252915" y="26671"/>
                  </a:lnTo>
                  <a:close/>
                  <a:moveTo>
                    <a:pt x="252915" y="26671"/>
                  </a:moveTo>
                  <a:lnTo>
                    <a:pt x="264049" y="53341"/>
                  </a:lnTo>
                  <a:lnTo>
                    <a:pt x="289046" y="53341"/>
                  </a:lnTo>
                  <a:close/>
                  <a:moveTo>
                    <a:pt x="155908" y="26671"/>
                  </a:moveTo>
                  <a:lnTo>
                    <a:pt x="180654" y="14976"/>
                  </a:lnTo>
                  <a:lnTo>
                    <a:pt x="144523" y="26671"/>
                  </a:lnTo>
                  <a:close/>
                  <a:moveTo>
                    <a:pt x="144523" y="26671"/>
                  </a:moveTo>
                  <a:lnTo>
                    <a:pt x="180654" y="14976"/>
                  </a:lnTo>
                  <a:lnTo>
                    <a:pt x="180654" y="0"/>
                  </a:lnTo>
                  <a:close/>
                  <a:moveTo>
                    <a:pt x="144523" y="26671"/>
                  </a:moveTo>
                  <a:lnTo>
                    <a:pt x="144523" y="34528"/>
                  </a:lnTo>
                  <a:lnTo>
                    <a:pt x="155908" y="26671"/>
                  </a:lnTo>
                  <a:close/>
                  <a:moveTo>
                    <a:pt x="216784" y="12845"/>
                  </a:moveTo>
                  <a:lnTo>
                    <a:pt x="250597" y="26671"/>
                  </a:lnTo>
                  <a:lnTo>
                    <a:pt x="216784" y="0"/>
                  </a:lnTo>
                  <a:close/>
                  <a:moveTo>
                    <a:pt x="216784" y="0"/>
                  </a:moveTo>
                  <a:lnTo>
                    <a:pt x="250597" y="26671"/>
                  </a:lnTo>
                  <a:lnTo>
                    <a:pt x="252915" y="26671"/>
                  </a:lnTo>
                  <a:close/>
                  <a:moveTo>
                    <a:pt x="252915" y="29125"/>
                  </a:moveTo>
                  <a:lnTo>
                    <a:pt x="252915" y="26671"/>
                  </a:lnTo>
                  <a:lnTo>
                    <a:pt x="250597" y="26671"/>
                  </a:lnTo>
                  <a:close/>
                  <a:moveTo>
                    <a:pt x="180654" y="0"/>
                  </a:moveTo>
                  <a:lnTo>
                    <a:pt x="180654" y="14976"/>
                  </a:lnTo>
                  <a:lnTo>
                    <a:pt x="216784" y="12845"/>
                  </a:lnTo>
                  <a:close/>
                  <a:moveTo>
                    <a:pt x="53090" y="453402"/>
                  </a:moveTo>
                  <a:lnTo>
                    <a:pt x="72261" y="459842"/>
                  </a:lnTo>
                  <a:lnTo>
                    <a:pt x="72261" y="453402"/>
                  </a:lnTo>
                  <a:close/>
                  <a:moveTo>
                    <a:pt x="72261" y="453402"/>
                  </a:moveTo>
                  <a:lnTo>
                    <a:pt x="36131" y="443741"/>
                  </a:lnTo>
                  <a:lnTo>
                    <a:pt x="53090" y="453402"/>
                  </a:lnTo>
                  <a:close/>
                  <a:moveTo>
                    <a:pt x="36131" y="426731"/>
                  </a:moveTo>
                  <a:lnTo>
                    <a:pt x="36131" y="443741"/>
                  </a:lnTo>
                  <a:lnTo>
                    <a:pt x="72261" y="453402"/>
                  </a:lnTo>
                  <a:close/>
                  <a:moveTo>
                    <a:pt x="108392" y="453402"/>
                  </a:moveTo>
                  <a:lnTo>
                    <a:pt x="72261" y="459842"/>
                  </a:lnTo>
                  <a:lnTo>
                    <a:pt x="108392" y="460510"/>
                  </a:lnTo>
                  <a:close/>
                  <a:moveTo>
                    <a:pt x="108392" y="453402"/>
                  </a:moveTo>
                  <a:lnTo>
                    <a:pt x="72261" y="453402"/>
                  </a:lnTo>
                  <a:lnTo>
                    <a:pt x="72261" y="459842"/>
                  </a:lnTo>
                  <a:close/>
                  <a:moveTo>
                    <a:pt x="108392" y="453402"/>
                  </a:moveTo>
                  <a:lnTo>
                    <a:pt x="108392" y="460510"/>
                  </a:lnTo>
                  <a:lnTo>
                    <a:pt x="132792" y="453402"/>
                  </a:lnTo>
                  <a:close/>
                  <a:moveTo>
                    <a:pt x="144523" y="426731"/>
                  </a:moveTo>
                  <a:lnTo>
                    <a:pt x="132792" y="453402"/>
                  </a:lnTo>
                  <a:lnTo>
                    <a:pt x="144523" y="448509"/>
                  </a:lnTo>
                  <a:close/>
                  <a:moveTo>
                    <a:pt x="108392" y="453402"/>
                  </a:moveTo>
                  <a:lnTo>
                    <a:pt x="132792" y="453402"/>
                  </a:lnTo>
                  <a:lnTo>
                    <a:pt x="144523" y="426731"/>
                  </a:lnTo>
                  <a:close/>
                  <a:moveTo>
                    <a:pt x="20653" y="426731"/>
                  </a:moveTo>
                  <a:lnTo>
                    <a:pt x="36131" y="443741"/>
                  </a:lnTo>
                  <a:lnTo>
                    <a:pt x="36131" y="426731"/>
                  </a:lnTo>
                  <a:close/>
                  <a:moveTo>
                    <a:pt x="16813" y="400060"/>
                  </a:moveTo>
                  <a:lnTo>
                    <a:pt x="20653" y="426731"/>
                  </a:lnTo>
                  <a:lnTo>
                    <a:pt x="36131" y="426731"/>
                  </a:lnTo>
                  <a:close/>
                  <a:moveTo>
                    <a:pt x="144523" y="426731"/>
                  </a:moveTo>
                  <a:lnTo>
                    <a:pt x="144523" y="448509"/>
                  </a:lnTo>
                  <a:lnTo>
                    <a:pt x="170782" y="426731"/>
                  </a:lnTo>
                  <a:close/>
                  <a:moveTo>
                    <a:pt x="180654" y="400060"/>
                  </a:moveTo>
                  <a:lnTo>
                    <a:pt x="170782" y="426731"/>
                  </a:lnTo>
                  <a:lnTo>
                    <a:pt x="180654" y="411424"/>
                  </a:lnTo>
                  <a:close/>
                  <a:moveTo>
                    <a:pt x="144523" y="426731"/>
                  </a:moveTo>
                  <a:lnTo>
                    <a:pt x="170782" y="426731"/>
                  </a:lnTo>
                  <a:lnTo>
                    <a:pt x="180654" y="400060"/>
                  </a:lnTo>
                  <a:close/>
                  <a:moveTo>
                    <a:pt x="29440" y="373390"/>
                  </a:moveTo>
                  <a:lnTo>
                    <a:pt x="36131" y="400060"/>
                  </a:lnTo>
                  <a:lnTo>
                    <a:pt x="36131" y="373390"/>
                  </a:lnTo>
                  <a:close/>
                  <a:moveTo>
                    <a:pt x="29440" y="373390"/>
                  </a:moveTo>
                  <a:lnTo>
                    <a:pt x="16813" y="400060"/>
                  </a:lnTo>
                  <a:lnTo>
                    <a:pt x="36131" y="400060"/>
                  </a:lnTo>
                  <a:close/>
                  <a:moveTo>
                    <a:pt x="180654" y="400060"/>
                  </a:moveTo>
                  <a:lnTo>
                    <a:pt x="180654" y="411424"/>
                  </a:lnTo>
                  <a:lnTo>
                    <a:pt x="186755" y="400060"/>
                  </a:lnTo>
                  <a:close/>
                  <a:moveTo>
                    <a:pt x="180654" y="373390"/>
                  </a:moveTo>
                  <a:lnTo>
                    <a:pt x="186755" y="400060"/>
                  </a:lnTo>
                  <a:lnTo>
                    <a:pt x="194430" y="373390"/>
                  </a:lnTo>
                  <a:close/>
                  <a:moveTo>
                    <a:pt x="180654" y="373390"/>
                  </a:moveTo>
                  <a:lnTo>
                    <a:pt x="180654" y="400060"/>
                  </a:lnTo>
                  <a:lnTo>
                    <a:pt x="186755" y="400060"/>
                  </a:lnTo>
                  <a:close/>
                  <a:moveTo>
                    <a:pt x="36131" y="365824"/>
                  </a:moveTo>
                  <a:lnTo>
                    <a:pt x="29440" y="373390"/>
                  </a:lnTo>
                  <a:lnTo>
                    <a:pt x="36131" y="373390"/>
                  </a:lnTo>
                  <a:close/>
                  <a:moveTo>
                    <a:pt x="36131" y="373390"/>
                  </a:moveTo>
                  <a:lnTo>
                    <a:pt x="57186" y="346719"/>
                  </a:lnTo>
                  <a:lnTo>
                    <a:pt x="36131" y="365824"/>
                  </a:lnTo>
                  <a:close/>
                  <a:moveTo>
                    <a:pt x="72261" y="346719"/>
                  </a:moveTo>
                  <a:lnTo>
                    <a:pt x="57186" y="346719"/>
                  </a:lnTo>
                  <a:lnTo>
                    <a:pt x="36131" y="373390"/>
                  </a:lnTo>
                  <a:close/>
                  <a:moveTo>
                    <a:pt x="180654" y="346719"/>
                  </a:moveTo>
                  <a:lnTo>
                    <a:pt x="194430" y="373390"/>
                  </a:lnTo>
                  <a:lnTo>
                    <a:pt x="200121" y="346719"/>
                  </a:lnTo>
                  <a:close/>
                  <a:moveTo>
                    <a:pt x="180654" y="346719"/>
                  </a:moveTo>
                  <a:lnTo>
                    <a:pt x="180654" y="373390"/>
                  </a:lnTo>
                  <a:lnTo>
                    <a:pt x="194430" y="373390"/>
                  </a:lnTo>
                  <a:close/>
                  <a:moveTo>
                    <a:pt x="72261" y="332360"/>
                  </a:moveTo>
                  <a:lnTo>
                    <a:pt x="57186" y="346719"/>
                  </a:lnTo>
                  <a:lnTo>
                    <a:pt x="72261" y="346719"/>
                  </a:lnTo>
                  <a:close/>
                  <a:moveTo>
                    <a:pt x="72261" y="346719"/>
                  </a:moveTo>
                  <a:lnTo>
                    <a:pt x="88189" y="320048"/>
                  </a:lnTo>
                  <a:lnTo>
                    <a:pt x="72261" y="332360"/>
                  </a:lnTo>
                  <a:close/>
                  <a:moveTo>
                    <a:pt x="108392" y="320048"/>
                  </a:moveTo>
                  <a:lnTo>
                    <a:pt x="88189" y="320048"/>
                  </a:lnTo>
                  <a:lnTo>
                    <a:pt x="72261" y="346719"/>
                  </a:lnTo>
                  <a:close/>
                  <a:moveTo>
                    <a:pt x="180654" y="320048"/>
                  </a:moveTo>
                  <a:lnTo>
                    <a:pt x="200121" y="346719"/>
                  </a:lnTo>
                  <a:lnTo>
                    <a:pt x="206255" y="320048"/>
                  </a:lnTo>
                  <a:close/>
                  <a:moveTo>
                    <a:pt x="180654" y="320048"/>
                  </a:moveTo>
                  <a:lnTo>
                    <a:pt x="180654" y="346719"/>
                  </a:lnTo>
                  <a:lnTo>
                    <a:pt x="200121" y="346719"/>
                  </a:lnTo>
                  <a:close/>
                  <a:moveTo>
                    <a:pt x="104753" y="293378"/>
                  </a:moveTo>
                  <a:lnTo>
                    <a:pt x="108392" y="320048"/>
                  </a:lnTo>
                  <a:lnTo>
                    <a:pt x="108392" y="293378"/>
                  </a:lnTo>
                  <a:close/>
                  <a:moveTo>
                    <a:pt x="104753" y="293378"/>
                  </a:moveTo>
                  <a:lnTo>
                    <a:pt x="88189" y="320048"/>
                  </a:lnTo>
                  <a:lnTo>
                    <a:pt x="108392" y="320048"/>
                  </a:lnTo>
                  <a:close/>
                  <a:moveTo>
                    <a:pt x="108392" y="320048"/>
                  </a:moveTo>
                  <a:lnTo>
                    <a:pt x="144523" y="293378"/>
                  </a:lnTo>
                  <a:lnTo>
                    <a:pt x="108392" y="293378"/>
                  </a:lnTo>
                  <a:close/>
                  <a:moveTo>
                    <a:pt x="180654" y="293378"/>
                  </a:moveTo>
                  <a:lnTo>
                    <a:pt x="206255" y="320048"/>
                  </a:lnTo>
                  <a:lnTo>
                    <a:pt x="211853" y="293378"/>
                  </a:lnTo>
                  <a:close/>
                  <a:moveTo>
                    <a:pt x="180654" y="293378"/>
                  </a:moveTo>
                  <a:lnTo>
                    <a:pt x="180654" y="320048"/>
                  </a:lnTo>
                  <a:lnTo>
                    <a:pt x="206255" y="320048"/>
                  </a:lnTo>
                  <a:close/>
                  <a:moveTo>
                    <a:pt x="105245" y="266707"/>
                  </a:moveTo>
                  <a:lnTo>
                    <a:pt x="108392" y="293378"/>
                  </a:lnTo>
                  <a:lnTo>
                    <a:pt x="108392" y="266707"/>
                  </a:lnTo>
                  <a:close/>
                  <a:moveTo>
                    <a:pt x="105245" y="266707"/>
                  </a:moveTo>
                  <a:lnTo>
                    <a:pt x="104753" y="293378"/>
                  </a:lnTo>
                  <a:lnTo>
                    <a:pt x="108392" y="293378"/>
                  </a:lnTo>
                  <a:close/>
                  <a:moveTo>
                    <a:pt x="108392" y="293378"/>
                  </a:moveTo>
                  <a:lnTo>
                    <a:pt x="144523" y="293378"/>
                  </a:lnTo>
                  <a:lnTo>
                    <a:pt x="144523" y="266707"/>
                  </a:lnTo>
                  <a:close/>
                  <a:moveTo>
                    <a:pt x="108392" y="293378"/>
                  </a:moveTo>
                  <a:lnTo>
                    <a:pt x="144523" y="266707"/>
                  </a:lnTo>
                  <a:lnTo>
                    <a:pt x="108392" y="266707"/>
                  </a:lnTo>
                  <a:close/>
                  <a:moveTo>
                    <a:pt x="180654" y="266707"/>
                  </a:moveTo>
                  <a:lnTo>
                    <a:pt x="211853" y="293378"/>
                  </a:lnTo>
                  <a:lnTo>
                    <a:pt x="215598" y="266707"/>
                  </a:lnTo>
                  <a:close/>
                  <a:moveTo>
                    <a:pt x="180654" y="266707"/>
                  </a:moveTo>
                  <a:lnTo>
                    <a:pt x="180654" y="293378"/>
                  </a:lnTo>
                  <a:lnTo>
                    <a:pt x="211853" y="293378"/>
                  </a:lnTo>
                  <a:close/>
                  <a:moveTo>
                    <a:pt x="93293" y="240036"/>
                  </a:moveTo>
                  <a:lnTo>
                    <a:pt x="108392" y="266707"/>
                  </a:lnTo>
                  <a:lnTo>
                    <a:pt x="108392" y="240036"/>
                  </a:lnTo>
                  <a:close/>
                  <a:moveTo>
                    <a:pt x="93293" y="240036"/>
                  </a:moveTo>
                  <a:lnTo>
                    <a:pt x="105245" y="266707"/>
                  </a:lnTo>
                  <a:lnTo>
                    <a:pt x="108392" y="266707"/>
                  </a:lnTo>
                  <a:close/>
                  <a:moveTo>
                    <a:pt x="216784" y="240036"/>
                  </a:moveTo>
                  <a:lnTo>
                    <a:pt x="215598" y="266707"/>
                  </a:lnTo>
                  <a:lnTo>
                    <a:pt x="216784" y="260827"/>
                  </a:lnTo>
                  <a:close/>
                  <a:moveTo>
                    <a:pt x="180654" y="266707"/>
                  </a:moveTo>
                  <a:lnTo>
                    <a:pt x="215598" y="266707"/>
                  </a:lnTo>
                  <a:lnTo>
                    <a:pt x="216784" y="240036"/>
                  </a:lnTo>
                  <a:close/>
                  <a:moveTo>
                    <a:pt x="75445" y="213366"/>
                  </a:moveTo>
                  <a:lnTo>
                    <a:pt x="93293" y="240036"/>
                  </a:lnTo>
                  <a:lnTo>
                    <a:pt x="108392" y="240036"/>
                  </a:lnTo>
                  <a:close/>
                  <a:moveTo>
                    <a:pt x="180654" y="240036"/>
                  </a:moveTo>
                  <a:lnTo>
                    <a:pt x="216784" y="240036"/>
                  </a:lnTo>
                  <a:lnTo>
                    <a:pt x="216784" y="213366"/>
                  </a:lnTo>
                  <a:close/>
                  <a:moveTo>
                    <a:pt x="216784" y="240036"/>
                  </a:moveTo>
                  <a:lnTo>
                    <a:pt x="216784" y="260827"/>
                  </a:lnTo>
                  <a:lnTo>
                    <a:pt x="219145" y="240036"/>
                  </a:lnTo>
                  <a:close/>
                  <a:moveTo>
                    <a:pt x="216784" y="213366"/>
                  </a:moveTo>
                  <a:lnTo>
                    <a:pt x="219145" y="240036"/>
                  </a:lnTo>
                  <a:lnTo>
                    <a:pt x="224444" y="213366"/>
                  </a:lnTo>
                  <a:close/>
                  <a:moveTo>
                    <a:pt x="216784" y="213366"/>
                  </a:moveTo>
                  <a:lnTo>
                    <a:pt x="216784" y="240036"/>
                  </a:lnTo>
                  <a:lnTo>
                    <a:pt x="219145" y="240036"/>
                  </a:lnTo>
                  <a:close/>
                  <a:moveTo>
                    <a:pt x="108392" y="213366"/>
                  </a:moveTo>
                  <a:lnTo>
                    <a:pt x="72261" y="207284"/>
                  </a:lnTo>
                  <a:lnTo>
                    <a:pt x="75445" y="213366"/>
                  </a:lnTo>
                  <a:close/>
                  <a:moveTo>
                    <a:pt x="72261" y="186695"/>
                  </a:moveTo>
                  <a:lnTo>
                    <a:pt x="72261" y="207284"/>
                  </a:lnTo>
                  <a:lnTo>
                    <a:pt x="108392" y="213366"/>
                  </a:lnTo>
                  <a:close/>
                  <a:moveTo>
                    <a:pt x="216784" y="186695"/>
                  </a:moveTo>
                  <a:lnTo>
                    <a:pt x="224444" y="213366"/>
                  </a:lnTo>
                  <a:lnTo>
                    <a:pt x="230505" y="186695"/>
                  </a:lnTo>
                  <a:close/>
                  <a:moveTo>
                    <a:pt x="216784" y="186695"/>
                  </a:moveTo>
                  <a:lnTo>
                    <a:pt x="216784" y="213366"/>
                  </a:lnTo>
                  <a:lnTo>
                    <a:pt x="224444" y="213366"/>
                  </a:lnTo>
                  <a:close/>
                  <a:moveTo>
                    <a:pt x="64060" y="186695"/>
                  </a:moveTo>
                  <a:lnTo>
                    <a:pt x="72261" y="207284"/>
                  </a:lnTo>
                  <a:lnTo>
                    <a:pt x="72261" y="186695"/>
                  </a:lnTo>
                  <a:close/>
                  <a:moveTo>
                    <a:pt x="62661" y="160024"/>
                  </a:moveTo>
                  <a:lnTo>
                    <a:pt x="72261" y="186695"/>
                  </a:lnTo>
                  <a:lnTo>
                    <a:pt x="72261" y="160024"/>
                  </a:lnTo>
                  <a:close/>
                  <a:moveTo>
                    <a:pt x="62661" y="160024"/>
                  </a:moveTo>
                  <a:lnTo>
                    <a:pt x="64060" y="186695"/>
                  </a:lnTo>
                  <a:lnTo>
                    <a:pt x="72261" y="186695"/>
                  </a:lnTo>
                  <a:close/>
                  <a:moveTo>
                    <a:pt x="216784" y="160024"/>
                  </a:moveTo>
                  <a:lnTo>
                    <a:pt x="230505" y="186695"/>
                  </a:lnTo>
                  <a:lnTo>
                    <a:pt x="236103" y="160024"/>
                  </a:lnTo>
                  <a:close/>
                  <a:moveTo>
                    <a:pt x="216784" y="160024"/>
                  </a:moveTo>
                  <a:lnTo>
                    <a:pt x="216784" y="186695"/>
                  </a:lnTo>
                  <a:lnTo>
                    <a:pt x="230505" y="186695"/>
                  </a:lnTo>
                  <a:close/>
                  <a:moveTo>
                    <a:pt x="71362" y="133353"/>
                  </a:moveTo>
                  <a:lnTo>
                    <a:pt x="72261" y="160024"/>
                  </a:lnTo>
                  <a:lnTo>
                    <a:pt x="72261" y="133353"/>
                  </a:lnTo>
                  <a:close/>
                  <a:moveTo>
                    <a:pt x="71362" y="133353"/>
                  </a:moveTo>
                  <a:lnTo>
                    <a:pt x="62661" y="160024"/>
                  </a:lnTo>
                  <a:lnTo>
                    <a:pt x="72261" y="160024"/>
                  </a:lnTo>
                  <a:close/>
                  <a:moveTo>
                    <a:pt x="216784" y="133353"/>
                  </a:moveTo>
                  <a:lnTo>
                    <a:pt x="236103" y="160024"/>
                  </a:lnTo>
                  <a:lnTo>
                    <a:pt x="242217" y="133353"/>
                  </a:lnTo>
                  <a:close/>
                  <a:moveTo>
                    <a:pt x="72261" y="131781"/>
                  </a:moveTo>
                  <a:lnTo>
                    <a:pt x="71362" y="133353"/>
                  </a:lnTo>
                  <a:lnTo>
                    <a:pt x="72261" y="133353"/>
                  </a:lnTo>
                  <a:close/>
                  <a:moveTo>
                    <a:pt x="72261" y="133353"/>
                  </a:moveTo>
                  <a:lnTo>
                    <a:pt x="89211" y="106683"/>
                  </a:lnTo>
                  <a:lnTo>
                    <a:pt x="72261" y="131781"/>
                  </a:lnTo>
                  <a:close/>
                  <a:moveTo>
                    <a:pt x="108392" y="106683"/>
                  </a:moveTo>
                  <a:lnTo>
                    <a:pt x="89211" y="106683"/>
                  </a:lnTo>
                  <a:lnTo>
                    <a:pt x="72261" y="133353"/>
                  </a:lnTo>
                  <a:close/>
                  <a:moveTo>
                    <a:pt x="216784" y="106683"/>
                  </a:moveTo>
                  <a:lnTo>
                    <a:pt x="242217" y="133353"/>
                  </a:lnTo>
                  <a:lnTo>
                    <a:pt x="251460" y="106683"/>
                  </a:lnTo>
                  <a:close/>
                  <a:moveTo>
                    <a:pt x="107716" y="80012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107716" y="80012"/>
                  </a:moveTo>
                  <a:lnTo>
                    <a:pt x="89211" y="106683"/>
                  </a:lnTo>
                  <a:lnTo>
                    <a:pt x="108392" y="106683"/>
                  </a:lnTo>
                  <a:close/>
                  <a:moveTo>
                    <a:pt x="252915" y="80012"/>
                  </a:moveTo>
                  <a:lnTo>
                    <a:pt x="251460" y="106683"/>
                  </a:lnTo>
                  <a:lnTo>
                    <a:pt x="252915" y="102915"/>
                  </a:lnTo>
                  <a:close/>
                  <a:moveTo>
                    <a:pt x="216784" y="106683"/>
                  </a:moveTo>
                  <a:lnTo>
                    <a:pt x="251460" y="106683"/>
                  </a:lnTo>
                  <a:lnTo>
                    <a:pt x="252915" y="80012"/>
                  </a:lnTo>
                  <a:close/>
                  <a:moveTo>
                    <a:pt x="108392" y="78949"/>
                  </a:moveTo>
                  <a:lnTo>
                    <a:pt x="107716" y="80012"/>
                  </a:lnTo>
                  <a:lnTo>
                    <a:pt x="108392" y="80012"/>
                  </a:lnTo>
                  <a:close/>
                  <a:moveTo>
                    <a:pt x="108392" y="80012"/>
                  </a:moveTo>
                  <a:lnTo>
                    <a:pt x="128123" y="53341"/>
                  </a:lnTo>
                  <a:lnTo>
                    <a:pt x="108392" y="78949"/>
                  </a:lnTo>
                  <a:close/>
                  <a:moveTo>
                    <a:pt x="144523" y="53341"/>
                  </a:moveTo>
                  <a:lnTo>
                    <a:pt x="128123" y="53341"/>
                  </a:lnTo>
                  <a:lnTo>
                    <a:pt x="108392" y="80012"/>
                  </a:lnTo>
                  <a:close/>
                  <a:moveTo>
                    <a:pt x="252915" y="80012"/>
                  </a:moveTo>
                  <a:lnTo>
                    <a:pt x="252915" y="102915"/>
                  </a:lnTo>
                  <a:lnTo>
                    <a:pt x="261026" y="80012"/>
                  </a:lnTo>
                  <a:close/>
                  <a:moveTo>
                    <a:pt x="252915" y="53341"/>
                  </a:moveTo>
                  <a:lnTo>
                    <a:pt x="261026" y="80012"/>
                  </a:lnTo>
                  <a:lnTo>
                    <a:pt x="264049" y="53341"/>
                  </a:lnTo>
                  <a:close/>
                  <a:moveTo>
                    <a:pt x="252915" y="53341"/>
                  </a:moveTo>
                  <a:lnTo>
                    <a:pt x="252915" y="80012"/>
                  </a:lnTo>
                  <a:lnTo>
                    <a:pt x="261026" y="80012"/>
                  </a:lnTo>
                  <a:close/>
                  <a:moveTo>
                    <a:pt x="144523" y="34528"/>
                  </a:moveTo>
                  <a:lnTo>
                    <a:pt x="128123" y="53341"/>
                  </a:lnTo>
                  <a:lnTo>
                    <a:pt x="144523" y="53341"/>
                  </a:lnTo>
                  <a:close/>
                  <a:moveTo>
                    <a:pt x="144523" y="53341"/>
                  </a:moveTo>
                  <a:lnTo>
                    <a:pt x="155908" y="26671"/>
                  </a:lnTo>
                  <a:lnTo>
                    <a:pt x="144523" y="34528"/>
                  </a:lnTo>
                  <a:close/>
                  <a:moveTo>
                    <a:pt x="180654" y="26671"/>
                  </a:moveTo>
                  <a:lnTo>
                    <a:pt x="155908" y="26671"/>
                  </a:lnTo>
                  <a:lnTo>
                    <a:pt x="144523" y="53341"/>
                  </a:lnTo>
                  <a:close/>
                  <a:moveTo>
                    <a:pt x="216784" y="26671"/>
                  </a:moveTo>
                  <a:lnTo>
                    <a:pt x="252915" y="29125"/>
                  </a:lnTo>
                  <a:lnTo>
                    <a:pt x="250597" y="26671"/>
                  </a:lnTo>
                  <a:close/>
                  <a:moveTo>
                    <a:pt x="252915" y="53341"/>
                  </a:moveTo>
                  <a:lnTo>
                    <a:pt x="252915" y="29125"/>
                  </a:lnTo>
                  <a:lnTo>
                    <a:pt x="216784" y="26671"/>
                  </a:lnTo>
                  <a:close/>
                  <a:moveTo>
                    <a:pt x="252915" y="53341"/>
                  </a:moveTo>
                  <a:lnTo>
                    <a:pt x="264049" y="53341"/>
                  </a:lnTo>
                  <a:lnTo>
                    <a:pt x="252915" y="29125"/>
                  </a:lnTo>
                  <a:close/>
                  <a:moveTo>
                    <a:pt x="180654" y="14976"/>
                  </a:moveTo>
                  <a:lnTo>
                    <a:pt x="155908" y="26671"/>
                  </a:lnTo>
                  <a:lnTo>
                    <a:pt x="180654" y="26671"/>
                  </a:lnTo>
                  <a:close/>
                  <a:moveTo>
                    <a:pt x="180654" y="26671"/>
                  </a:moveTo>
                  <a:lnTo>
                    <a:pt x="216784" y="12845"/>
                  </a:lnTo>
                  <a:lnTo>
                    <a:pt x="180654" y="14976"/>
                  </a:lnTo>
                  <a:close/>
                  <a:moveTo>
                    <a:pt x="180654" y="26671"/>
                  </a:moveTo>
                  <a:lnTo>
                    <a:pt x="216784" y="26671"/>
                  </a:lnTo>
                  <a:lnTo>
                    <a:pt x="216784" y="12845"/>
                  </a:lnTo>
                  <a:close/>
                  <a:moveTo>
                    <a:pt x="216784" y="26671"/>
                  </a:moveTo>
                  <a:lnTo>
                    <a:pt x="250597" y="26671"/>
                  </a:lnTo>
                  <a:lnTo>
                    <a:pt x="216784" y="12845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4018" name="Match_B1__4017">
              <a:extLst>
                <a:ext uri="{FF2B5EF4-FFF2-40B4-BE49-F238E27FC236}">
                  <a16:creationId xmlns:a16="http://schemas.microsoft.com/office/drawing/2014/main" id="{9C9BFFA3-9C63-E83C-E987-49E87D5A6B0F}"/>
                </a:ext>
              </a:extLst>
            </p:cNvPr>
            <p:cNvSpPr>
              <a:spLocks noGrp="1"/>
            </p:cNvSpPr>
            <p:nvPr/>
          </p:nvSpPr>
          <p:spPr>
            <a:xfrm>
              <a:off x="8429350" y="1808928"/>
              <a:ext cx="236102" cy="426731"/>
            </a:xfrm>
            <a:custGeom>
              <a:avLst/>
              <a:gdLst/>
              <a:ahLst/>
              <a:cxnLst/>
              <a:rect l="0" t="0" r="0" b="0"/>
              <a:pathLst>
                <a:path w="236102" h="426731">
                  <a:moveTo>
                    <a:pt x="55449" y="400060"/>
                  </a:moveTo>
                  <a:lnTo>
                    <a:pt x="19318" y="400060"/>
                  </a:lnTo>
                  <a:lnTo>
                    <a:pt x="55449" y="426731"/>
                  </a:lnTo>
                  <a:close/>
                  <a:moveTo>
                    <a:pt x="55449" y="426731"/>
                  </a:moveTo>
                  <a:lnTo>
                    <a:pt x="91579" y="426731"/>
                  </a:lnTo>
                  <a:lnTo>
                    <a:pt x="91579" y="400060"/>
                  </a:lnTo>
                  <a:close/>
                  <a:moveTo>
                    <a:pt x="55449" y="426731"/>
                  </a:moveTo>
                  <a:lnTo>
                    <a:pt x="91579" y="400060"/>
                  </a:lnTo>
                  <a:lnTo>
                    <a:pt x="55449" y="400060"/>
                  </a:lnTo>
                  <a:close/>
                  <a:moveTo>
                    <a:pt x="91579" y="400060"/>
                  </a:moveTo>
                  <a:lnTo>
                    <a:pt x="91579" y="426731"/>
                  </a:lnTo>
                  <a:lnTo>
                    <a:pt x="127710" y="400060"/>
                  </a:lnTo>
                  <a:close/>
                  <a:moveTo>
                    <a:pt x="0" y="373390"/>
                  </a:moveTo>
                  <a:lnTo>
                    <a:pt x="19318" y="400060"/>
                  </a:lnTo>
                  <a:lnTo>
                    <a:pt x="19318" y="373390"/>
                  </a:lnTo>
                  <a:close/>
                  <a:moveTo>
                    <a:pt x="19318" y="400060"/>
                  </a:moveTo>
                  <a:lnTo>
                    <a:pt x="55449" y="400060"/>
                  </a:lnTo>
                  <a:lnTo>
                    <a:pt x="55449" y="373390"/>
                  </a:lnTo>
                  <a:close/>
                  <a:moveTo>
                    <a:pt x="19318" y="400060"/>
                  </a:moveTo>
                  <a:lnTo>
                    <a:pt x="55449" y="373390"/>
                  </a:lnTo>
                  <a:lnTo>
                    <a:pt x="19318" y="373390"/>
                  </a:lnTo>
                  <a:close/>
                  <a:moveTo>
                    <a:pt x="91579" y="400060"/>
                  </a:moveTo>
                  <a:lnTo>
                    <a:pt x="127710" y="400060"/>
                  </a:lnTo>
                  <a:lnTo>
                    <a:pt x="127710" y="373390"/>
                  </a:lnTo>
                  <a:close/>
                  <a:moveTo>
                    <a:pt x="127710" y="373390"/>
                  </a:moveTo>
                  <a:lnTo>
                    <a:pt x="127710" y="400060"/>
                  </a:lnTo>
                  <a:lnTo>
                    <a:pt x="163841" y="373390"/>
                  </a:lnTo>
                  <a:close/>
                  <a:moveTo>
                    <a:pt x="19318" y="373390"/>
                  </a:moveTo>
                  <a:lnTo>
                    <a:pt x="55449" y="373390"/>
                  </a:lnTo>
                  <a:lnTo>
                    <a:pt x="55449" y="346719"/>
                  </a:lnTo>
                  <a:close/>
                  <a:moveTo>
                    <a:pt x="19318" y="373390"/>
                  </a:moveTo>
                  <a:lnTo>
                    <a:pt x="55449" y="346719"/>
                  </a:lnTo>
                  <a:lnTo>
                    <a:pt x="19318" y="346719"/>
                  </a:lnTo>
                  <a:close/>
                  <a:moveTo>
                    <a:pt x="127710" y="373390"/>
                  </a:moveTo>
                  <a:lnTo>
                    <a:pt x="163841" y="373390"/>
                  </a:lnTo>
                  <a:lnTo>
                    <a:pt x="163841" y="346719"/>
                  </a:lnTo>
                  <a:close/>
                  <a:moveTo>
                    <a:pt x="127710" y="373390"/>
                  </a:moveTo>
                  <a:lnTo>
                    <a:pt x="163841" y="346719"/>
                  </a:lnTo>
                  <a:lnTo>
                    <a:pt x="127710" y="346719"/>
                  </a:lnTo>
                  <a:close/>
                  <a:moveTo>
                    <a:pt x="55449" y="346719"/>
                  </a:moveTo>
                  <a:lnTo>
                    <a:pt x="55449" y="320048"/>
                  </a:lnTo>
                  <a:lnTo>
                    <a:pt x="19318" y="346719"/>
                  </a:lnTo>
                  <a:close/>
                  <a:moveTo>
                    <a:pt x="55449" y="346719"/>
                  </a:moveTo>
                  <a:lnTo>
                    <a:pt x="91579" y="346719"/>
                  </a:lnTo>
                  <a:lnTo>
                    <a:pt x="91579" y="320048"/>
                  </a:lnTo>
                  <a:close/>
                  <a:moveTo>
                    <a:pt x="55449" y="346719"/>
                  </a:moveTo>
                  <a:lnTo>
                    <a:pt x="91579" y="320048"/>
                  </a:lnTo>
                  <a:lnTo>
                    <a:pt x="55449" y="320048"/>
                  </a:lnTo>
                  <a:close/>
                  <a:moveTo>
                    <a:pt x="91579" y="346719"/>
                  </a:moveTo>
                  <a:lnTo>
                    <a:pt x="127710" y="346719"/>
                  </a:lnTo>
                  <a:lnTo>
                    <a:pt x="127710" y="320048"/>
                  </a:lnTo>
                  <a:close/>
                  <a:moveTo>
                    <a:pt x="91579" y="346719"/>
                  </a:moveTo>
                  <a:lnTo>
                    <a:pt x="127710" y="320048"/>
                  </a:lnTo>
                  <a:lnTo>
                    <a:pt x="91579" y="320048"/>
                  </a:lnTo>
                  <a:close/>
                  <a:moveTo>
                    <a:pt x="127710" y="346719"/>
                  </a:moveTo>
                  <a:lnTo>
                    <a:pt x="163841" y="346719"/>
                  </a:lnTo>
                  <a:lnTo>
                    <a:pt x="163841" y="320048"/>
                  </a:lnTo>
                  <a:close/>
                  <a:moveTo>
                    <a:pt x="127710" y="346719"/>
                  </a:moveTo>
                  <a:lnTo>
                    <a:pt x="163841" y="320048"/>
                  </a:lnTo>
                  <a:lnTo>
                    <a:pt x="127710" y="320048"/>
                  </a:lnTo>
                  <a:close/>
                  <a:moveTo>
                    <a:pt x="91579" y="320048"/>
                  </a:moveTo>
                  <a:lnTo>
                    <a:pt x="91579" y="293378"/>
                  </a:lnTo>
                  <a:lnTo>
                    <a:pt x="55449" y="320048"/>
                  </a:lnTo>
                  <a:close/>
                  <a:moveTo>
                    <a:pt x="91579" y="320048"/>
                  </a:moveTo>
                  <a:lnTo>
                    <a:pt x="127710" y="320048"/>
                  </a:lnTo>
                  <a:lnTo>
                    <a:pt x="127710" y="293378"/>
                  </a:lnTo>
                  <a:close/>
                  <a:moveTo>
                    <a:pt x="91579" y="320048"/>
                  </a:moveTo>
                  <a:lnTo>
                    <a:pt x="127710" y="293378"/>
                  </a:lnTo>
                  <a:lnTo>
                    <a:pt x="91579" y="293378"/>
                  </a:lnTo>
                  <a:close/>
                  <a:moveTo>
                    <a:pt x="127710" y="320048"/>
                  </a:moveTo>
                  <a:lnTo>
                    <a:pt x="163841" y="320048"/>
                  </a:lnTo>
                  <a:lnTo>
                    <a:pt x="163841" y="293378"/>
                  </a:lnTo>
                  <a:close/>
                  <a:moveTo>
                    <a:pt x="127710" y="320048"/>
                  </a:moveTo>
                  <a:lnTo>
                    <a:pt x="163841" y="293378"/>
                  </a:lnTo>
                  <a:lnTo>
                    <a:pt x="127710" y="293378"/>
                  </a:lnTo>
                  <a:close/>
                  <a:moveTo>
                    <a:pt x="91579" y="293378"/>
                  </a:moveTo>
                  <a:lnTo>
                    <a:pt x="127710" y="293378"/>
                  </a:lnTo>
                  <a:lnTo>
                    <a:pt x="127710" y="266707"/>
                  </a:lnTo>
                  <a:close/>
                  <a:moveTo>
                    <a:pt x="127710" y="293378"/>
                  </a:moveTo>
                  <a:lnTo>
                    <a:pt x="163841" y="293378"/>
                  </a:lnTo>
                  <a:lnTo>
                    <a:pt x="163841" y="266707"/>
                  </a:lnTo>
                  <a:close/>
                  <a:moveTo>
                    <a:pt x="127710" y="293378"/>
                  </a:moveTo>
                  <a:lnTo>
                    <a:pt x="163841" y="266707"/>
                  </a:lnTo>
                  <a:lnTo>
                    <a:pt x="127710" y="266707"/>
                  </a:lnTo>
                  <a:close/>
                  <a:moveTo>
                    <a:pt x="127710" y="266707"/>
                  </a:moveTo>
                  <a:lnTo>
                    <a:pt x="163841" y="266707"/>
                  </a:lnTo>
                  <a:lnTo>
                    <a:pt x="163841" y="240036"/>
                  </a:lnTo>
                  <a:close/>
                  <a:moveTo>
                    <a:pt x="127710" y="266707"/>
                  </a:moveTo>
                  <a:lnTo>
                    <a:pt x="163841" y="240036"/>
                  </a:lnTo>
                  <a:lnTo>
                    <a:pt x="127710" y="240036"/>
                  </a:lnTo>
                  <a:close/>
                  <a:moveTo>
                    <a:pt x="91579" y="240036"/>
                  </a:moveTo>
                  <a:lnTo>
                    <a:pt x="127710" y="240036"/>
                  </a:lnTo>
                  <a:lnTo>
                    <a:pt x="127710" y="213366"/>
                  </a:lnTo>
                  <a:close/>
                  <a:moveTo>
                    <a:pt x="91579" y="240036"/>
                  </a:moveTo>
                  <a:lnTo>
                    <a:pt x="127710" y="213366"/>
                  </a:lnTo>
                  <a:lnTo>
                    <a:pt x="91579" y="213366"/>
                  </a:lnTo>
                  <a:close/>
                  <a:moveTo>
                    <a:pt x="127710" y="240036"/>
                  </a:moveTo>
                  <a:lnTo>
                    <a:pt x="163841" y="240036"/>
                  </a:lnTo>
                  <a:lnTo>
                    <a:pt x="163841" y="213366"/>
                  </a:lnTo>
                  <a:close/>
                  <a:moveTo>
                    <a:pt x="127710" y="240036"/>
                  </a:moveTo>
                  <a:lnTo>
                    <a:pt x="163841" y="213366"/>
                  </a:lnTo>
                  <a:lnTo>
                    <a:pt x="127710" y="213366"/>
                  </a:lnTo>
                  <a:close/>
                  <a:moveTo>
                    <a:pt x="163841" y="213366"/>
                  </a:moveTo>
                  <a:lnTo>
                    <a:pt x="163841" y="240036"/>
                  </a:lnTo>
                  <a:lnTo>
                    <a:pt x="199972" y="213366"/>
                  </a:lnTo>
                  <a:close/>
                  <a:moveTo>
                    <a:pt x="58633" y="186695"/>
                  </a:moveTo>
                  <a:lnTo>
                    <a:pt x="91579" y="213366"/>
                  </a:lnTo>
                  <a:lnTo>
                    <a:pt x="91579" y="186695"/>
                  </a:lnTo>
                  <a:close/>
                  <a:moveTo>
                    <a:pt x="91579" y="213366"/>
                  </a:moveTo>
                  <a:lnTo>
                    <a:pt x="127710" y="213366"/>
                  </a:lnTo>
                  <a:lnTo>
                    <a:pt x="127710" y="186695"/>
                  </a:lnTo>
                  <a:close/>
                  <a:moveTo>
                    <a:pt x="91579" y="213366"/>
                  </a:moveTo>
                  <a:lnTo>
                    <a:pt x="127710" y="186695"/>
                  </a:lnTo>
                  <a:lnTo>
                    <a:pt x="91579" y="186695"/>
                  </a:lnTo>
                  <a:close/>
                  <a:moveTo>
                    <a:pt x="127710" y="213366"/>
                  </a:moveTo>
                  <a:lnTo>
                    <a:pt x="163841" y="213366"/>
                  </a:lnTo>
                  <a:lnTo>
                    <a:pt x="163841" y="186695"/>
                  </a:lnTo>
                  <a:close/>
                  <a:moveTo>
                    <a:pt x="127710" y="213366"/>
                  </a:moveTo>
                  <a:lnTo>
                    <a:pt x="163841" y="186695"/>
                  </a:lnTo>
                  <a:lnTo>
                    <a:pt x="127710" y="186695"/>
                  </a:lnTo>
                  <a:close/>
                  <a:moveTo>
                    <a:pt x="163841" y="213366"/>
                  </a:moveTo>
                  <a:lnTo>
                    <a:pt x="199972" y="186695"/>
                  </a:lnTo>
                  <a:lnTo>
                    <a:pt x="163841" y="186695"/>
                  </a:lnTo>
                  <a:close/>
                  <a:moveTo>
                    <a:pt x="91579" y="160024"/>
                  </a:moveTo>
                  <a:lnTo>
                    <a:pt x="55449" y="160024"/>
                  </a:lnTo>
                  <a:lnTo>
                    <a:pt x="91579" y="186695"/>
                  </a:lnTo>
                  <a:close/>
                  <a:moveTo>
                    <a:pt x="91579" y="186695"/>
                  </a:moveTo>
                  <a:lnTo>
                    <a:pt x="127710" y="186695"/>
                  </a:lnTo>
                  <a:lnTo>
                    <a:pt x="127710" y="160024"/>
                  </a:lnTo>
                  <a:close/>
                  <a:moveTo>
                    <a:pt x="127710" y="186695"/>
                  </a:moveTo>
                  <a:lnTo>
                    <a:pt x="163841" y="186695"/>
                  </a:lnTo>
                  <a:lnTo>
                    <a:pt x="163841" y="160024"/>
                  </a:lnTo>
                  <a:close/>
                  <a:moveTo>
                    <a:pt x="163841" y="186695"/>
                  </a:moveTo>
                  <a:lnTo>
                    <a:pt x="199972" y="186695"/>
                  </a:lnTo>
                  <a:lnTo>
                    <a:pt x="199972" y="160024"/>
                  </a:lnTo>
                  <a:close/>
                  <a:moveTo>
                    <a:pt x="163841" y="186695"/>
                  </a:moveTo>
                  <a:lnTo>
                    <a:pt x="199972" y="160024"/>
                  </a:lnTo>
                  <a:lnTo>
                    <a:pt x="163841" y="160024"/>
                  </a:lnTo>
                  <a:close/>
                  <a:moveTo>
                    <a:pt x="55449" y="160024"/>
                  </a:moveTo>
                  <a:lnTo>
                    <a:pt x="91579" y="160024"/>
                  </a:lnTo>
                  <a:lnTo>
                    <a:pt x="91579" y="133353"/>
                  </a:lnTo>
                  <a:close/>
                  <a:moveTo>
                    <a:pt x="55449" y="160024"/>
                  </a:moveTo>
                  <a:lnTo>
                    <a:pt x="91579" y="133353"/>
                  </a:lnTo>
                  <a:lnTo>
                    <a:pt x="55449" y="133353"/>
                  </a:lnTo>
                  <a:close/>
                  <a:moveTo>
                    <a:pt x="163841" y="160024"/>
                  </a:moveTo>
                  <a:lnTo>
                    <a:pt x="199972" y="160024"/>
                  </a:lnTo>
                  <a:lnTo>
                    <a:pt x="199972" y="133353"/>
                  </a:lnTo>
                  <a:close/>
                  <a:moveTo>
                    <a:pt x="163841" y="160024"/>
                  </a:moveTo>
                  <a:lnTo>
                    <a:pt x="199972" y="133353"/>
                  </a:lnTo>
                  <a:lnTo>
                    <a:pt x="163841" y="133353"/>
                  </a:lnTo>
                  <a:close/>
                  <a:moveTo>
                    <a:pt x="55449" y="133353"/>
                  </a:moveTo>
                  <a:lnTo>
                    <a:pt x="91579" y="133353"/>
                  </a:lnTo>
                  <a:lnTo>
                    <a:pt x="91579" y="106683"/>
                  </a:lnTo>
                  <a:close/>
                  <a:moveTo>
                    <a:pt x="55449" y="133353"/>
                  </a:moveTo>
                  <a:lnTo>
                    <a:pt x="91579" y="106683"/>
                  </a:lnTo>
                  <a:lnTo>
                    <a:pt x="55449" y="106683"/>
                  </a:lnTo>
                  <a:close/>
                  <a:moveTo>
                    <a:pt x="163841" y="133353"/>
                  </a:moveTo>
                  <a:lnTo>
                    <a:pt x="199972" y="133353"/>
                  </a:lnTo>
                  <a:lnTo>
                    <a:pt x="199972" y="106683"/>
                  </a:lnTo>
                  <a:close/>
                  <a:moveTo>
                    <a:pt x="199972" y="106683"/>
                  </a:moveTo>
                  <a:lnTo>
                    <a:pt x="199972" y="133353"/>
                  </a:lnTo>
                  <a:lnTo>
                    <a:pt x="219290" y="133353"/>
                  </a:lnTo>
                  <a:close/>
                  <a:moveTo>
                    <a:pt x="91579" y="106683"/>
                  </a:moveTo>
                  <a:lnTo>
                    <a:pt x="91579" y="80012"/>
                  </a:lnTo>
                  <a:lnTo>
                    <a:pt x="55449" y="106683"/>
                  </a:lnTo>
                  <a:close/>
                  <a:moveTo>
                    <a:pt x="91579" y="106683"/>
                  </a:moveTo>
                  <a:lnTo>
                    <a:pt x="127710" y="80012"/>
                  </a:lnTo>
                  <a:lnTo>
                    <a:pt x="91579" y="80012"/>
                  </a:lnTo>
                  <a:close/>
                  <a:moveTo>
                    <a:pt x="163841" y="106683"/>
                  </a:moveTo>
                  <a:lnTo>
                    <a:pt x="199972" y="106683"/>
                  </a:lnTo>
                  <a:lnTo>
                    <a:pt x="199972" y="80012"/>
                  </a:lnTo>
                  <a:close/>
                  <a:moveTo>
                    <a:pt x="199972" y="80012"/>
                  </a:moveTo>
                  <a:lnTo>
                    <a:pt x="199972" y="106683"/>
                  </a:lnTo>
                  <a:lnTo>
                    <a:pt x="225404" y="106683"/>
                  </a:lnTo>
                  <a:close/>
                  <a:moveTo>
                    <a:pt x="91579" y="80012"/>
                  </a:moveTo>
                  <a:lnTo>
                    <a:pt x="127710" y="80012"/>
                  </a:lnTo>
                  <a:lnTo>
                    <a:pt x="127710" y="53341"/>
                  </a:lnTo>
                  <a:close/>
                  <a:moveTo>
                    <a:pt x="91579" y="80012"/>
                  </a:moveTo>
                  <a:lnTo>
                    <a:pt x="127710" y="53341"/>
                  </a:lnTo>
                  <a:lnTo>
                    <a:pt x="91579" y="53341"/>
                  </a:lnTo>
                  <a:close/>
                  <a:moveTo>
                    <a:pt x="127710" y="80012"/>
                  </a:moveTo>
                  <a:lnTo>
                    <a:pt x="163841" y="53341"/>
                  </a:lnTo>
                  <a:lnTo>
                    <a:pt x="127710" y="53341"/>
                  </a:lnTo>
                  <a:close/>
                  <a:moveTo>
                    <a:pt x="163841" y="80012"/>
                  </a:moveTo>
                  <a:lnTo>
                    <a:pt x="199972" y="80012"/>
                  </a:lnTo>
                  <a:lnTo>
                    <a:pt x="199972" y="53341"/>
                  </a:lnTo>
                  <a:close/>
                  <a:moveTo>
                    <a:pt x="163841" y="80012"/>
                  </a:moveTo>
                  <a:lnTo>
                    <a:pt x="199972" y="53341"/>
                  </a:lnTo>
                  <a:lnTo>
                    <a:pt x="163841" y="53341"/>
                  </a:lnTo>
                  <a:close/>
                  <a:moveTo>
                    <a:pt x="199972" y="53341"/>
                  </a:moveTo>
                  <a:lnTo>
                    <a:pt x="199972" y="80012"/>
                  </a:lnTo>
                  <a:lnTo>
                    <a:pt x="236102" y="53341"/>
                  </a:lnTo>
                  <a:close/>
                  <a:moveTo>
                    <a:pt x="127710" y="53341"/>
                  </a:moveTo>
                  <a:lnTo>
                    <a:pt x="127710" y="26671"/>
                  </a:lnTo>
                  <a:lnTo>
                    <a:pt x="91579" y="53341"/>
                  </a:lnTo>
                  <a:close/>
                  <a:moveTo>
                    <a:pt x="127710" y="53341"/>
                  </a:moveTo>
                  <a:lnTo>
                    <a:pt x="163841" y="53341"/>
                  </a:lnTo>
                  <a:lnTo>
                    <a:pt x="163841" y="26671"/>
                  </a:lnTo>
                  <a:close/>
                  <a:moveTo>
                    <a:pt x="127710" y="53341"/>
                  </a:moveTo>
                  <a:lnTo>
                    <a:pt x="163841" y="26671"/>
                  </a:lnTo>
                  <a:lnTo>
                    <a:pt x="127710" y="26671"/>
                  </a:lnTo>
                  <a:close/>
                  <a:moveTo>
                    <a:pt x="163841" y="53341"/>
                  </a:moveTo>
                  <a:lnTo>
                    <a:pt x="199972" y="53341"/>
                  </a:lnTo>
                  <a:lnTo>
                    <a:pt x="199972" y="26671"/>
                  </a:lnTo>
                  <a:close/>
                  <a:moveTo>
                    <a:pt x="163841" y="53341"/>
                  </a:moveTo>
                  <a:lnTo>
                    <a:pt x="199972" y="26671"/>
                  </a:lnTo>
                  <a:lnTo>
                    <a:pt x="163841" y="26671"/>
                  </a:lnTo>
                  <a:close/>
                  <a:moveTo>
                    <a:pt x="199972" y="53341"/>
                  </a:moveTo>
                  <a:lnTo>
                    <a:pt x="236102" y="53341"/>
                  </a:lnTo>
                  <a:lnTo>
                    <a:pt x="236102" y="26671"/>
                  </a:lnTo>
                  <a:close/>
                  <a:moveTo>
                    <a:pt x="199972" y="53341"/>
                  </a:moveTo>
                  <a:lnTo>
                    <a:pt x="236102" y="26671"/>
                  </a:lnTo>
                  <a:lnTo>
                    <a:pt x="199972" y="26671"/>
                  </a:lnTo>
                  <a:close/>
                  <a:moveTo>
                    <a:pt x="163841" y="26671"/>
                  </a:moveTo>
                  <a:lnTo>
                    <a:pt x="163841" y="0"/>
                  </a:lnTo>
                  <a:lnTo>
                    <a:pt x="127710" y="26671"/>
                  </a:lnTo>
                  <a:close/>
                  <a:moveTo>
                    <a:pt x="163841" y="26671"/>
                  </a:moveTo>
                  <a:lnTo>
                    <a:pt x="199972" y="26671"/>
                  </a:lnTo>
                  <a:lnTo>
                    <a:pt x="199972" y="0"/>
                  </a:lnTo>
                  <a:close/>
                  <a:moveTo>
                    <a:pt x="163841" y="26671"/>
                  </a:moveTo>
                  <a:lnTo>
                    <a:pt x="199972" y="0"/>
                  </a:lnTo>
                  <a:lnTo>
                    <a:pt x="163841" y="0"/>
                  </a:lnTo>
                  <a:close/>
                  <a:moveTo>
                    <a:pt x="199972" y="26671"/>
                  </a:moveTo>
                  <a:lnTo>
                    <a:pt x="236102" y="26671"/>
                  </a:lnTo>
                  <a:lnTo>
                    <a:pt x="199972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4019" name="Match_B1__4018">
              <a:extLst>
                <a:ext uri="{FF2B5EF4-FFF2-40B4-BE49-F238E27FC236}">
                  <a16:creationId xmlns:a16="http://schemas.microsoft.com/office/drawing/2014/main" id="{63F788A0-12BF-95DF-E34B-F51C7E71FD4B}"/>
                </a:ext>
              </a:extLst>
            </p:cNvPr>
            <p:cNvSpPr>
              <a:spLocks noGrp="1"/>
            </p:cNvSpPr>
            <p:nvPr/>
          </p:nvSpPr>
          <p:spPr>
            <a:xfrm>
              <a:off x="8484799" y="1862269"/>
              <a:ext cx="144523" cy="346719"/>
            </a:xfrm>
            <a:custGeom>
              <a:avLst/>
              <a:gdLst/>
              <a:ahLst/>
              <a:cxnLst/>
              <a:rect l="0" t="0" r="0" b="0"/>
              <a:pathLst>
                <a:path w="144523" h="346719">
                  <a:moveTo>
                    <a:pt x="0" y="346719"/>
                  </a:moveTo>
                  <a:lnTo>
                    <a:pt x="36131" y="346719"/>
                  </a:lnTo>
                  <a:lnTo>
                    <a:pt x="36131" y="320048"/>
                  </a:lnTo>
                  <a:close/>
                  <a:moveTo>
                    <a:pt x="0" y="346719"/>
                  </a:moveTo>
                  <a:lnTo>
                    <a:pt x="36131" y="320048"/>
                  </a:lnTo>
                  <a:lnTo>
                    <a:pt x="0" y="320048"/>
                  </a:lnTo>
                  <a:close/>
                  <a:moveTo>
                    <a:pt x="36131" y="346719"/>
                  </a:moveTo>
                  <a:lnTo>
                    <a:pt x="72261" y="320048"/>
                  </a:lnTo>
                  <a:lnTo>
                    <a:pt x="36131" y="320048"/>
                  </a:lnTo>
                  <a:close/>
                  <a:moveTo>
                    <a:pt x="0" y="320048"/>
                  </a:moveTo>
                  <a:lnTo>
                    <a:pt x="36131" y="320048"/>
                  </a:lnTo>
                  <a:lnTo>
                    <a:pt x="36131" y="293378"/>
                  </a:lnTo>
                  <a:close/>
                  <a:moveTo>
                    <a:pt x="0" y="320048"/>
                  </a:moveTo>
                  <a:lnTo>
                    <a:pt x="36131" y="293378"/>
                  </a:lnTo>
                  <a:lnTo>
                    <a:pt x="0" y="293378"/>
                  </a:lnTo>
                  <a:close/>
                  <a:moveTo>
                    <a:pt x="36131" y="320048"/>
                  </a:moveTo>
                  <a:lnTo>
                    <a:pt x="72261" y="320048"/>
                  </a:lnTo>
                  <a:lnTo>
                    <a:pt x="72261" y="293378"/>
                  </a:lnTo>
                  <a:close/>
                  <a:moveTo>
                    <a:pt x="36131" y="320048"/>
                  </a:moveTo>
                  <a:lnTo>
                    <a:pt x="72261" y="293378"/>
                  </a:lnTo>
                  <a:lnTo>
                    <a:pt x="36131" y="293378"/>
                  </a:lnTo>
                  <a:close/>
                  <a:moveTo>
                    <a:pt x="36131" y="133353"/>
                  </a:moveTo>
                  <a:lnTo>
                    <a:pt x="72261" y="106683"/>
                  </a:lnTo>
                  <a:lnTo>
                    <a:pt x="36131" y="106683"/>
                  </a:lnTo>
                  <a:close/>
                  <a:moveTo>
                    <a:pt x="72261" y="133353"/>
                  </a:moveTo>
                  <a:lnTo>
                    <a:pt x="108392" y="106683"/>
                  </a:lnTo>
                  <a:lnTo>
                    <a:pt x="72261" y="106683"/>
                  </a:lnTo>
                  <a:close/>
                  <a:moveTo>
                    <a:pt x="36131" y="106683"/>
                  </a:moveTo>
                  <a:lnTo>
                    <a:pt x="72261" y="106683"/>
                  </a:lnTo>
                  <a:lnTo>
                    <a:pt x="72261" y="80012"/>
                  </a:lnTo>
                  <a:close/>
                  <a:moveTo>
                    <a:pt x="36131" y="106683"/>
                  </a:moveTo>
                  <a:lnTo>
                    <a:pt x="72261" y="80012"/>
                  </a:lnTo>
                  <a:lnTo>
                    <a:pt x="36131" y="80012"/>
                  </a:lnTo>
                  <a:close/>
                  <a:moveTo>
                    <a:pt x="72261" y="106683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72261" y="106683"/>
                  </a:moveTo>
                  <a:lnTo>
                    <a:pt x="108392" y="80012"/>
                  </a:lnTo>
                  <a:lnTo>
                    <a:pt x="72261" y="80012"/>
                  </a:lnTo>
                  <a:close/>
                  <a:moveTo>
                    <a:pt x="36131" y="80012"/>
                  </a:moveTo>
                  <a:lnTo>
                    <a:pt x="72261" y="80012"/>
                  </a:lnTo>
                  <a:lnTo>
                    <a:pt x="72261" y="53341"/>
                  </a:lnTo>
                  <a:close/>
                  <a:moveTo>
                    <a:pt x="36131" y="80012"/>
                  </a:moveTo>
                  <a:lnTo>
                    <a:pt x="72261" y="53341"/>
                  </a:lnTo>
                  <a:lnTo>
                    <a:pt x="36131" y="53341"/>
                  </a:lnTo>
                  <a:close/>
                  <a:moveTo>
                    <a:pt x="72261" y="80012"/>
                  </a:moveTo>
                  <a:lnTo>
                    <a:pt x="108392" y="80012"/>
                  </a:lnTo>
                  <a:lnTo>
                    <a:pt x="108392" y="53341"/>
                  </a:lnTo>
                  <a:close/>
                  <a:moveTo>
                    <a:pt x="72261" y="80012"/>
                  </a:moveTo>
                  <a:lnTo>
                    <a:pt x="108392" y="53341"/>
                  </a:lnTo>
                  <a:lnTo>
                    <a:pt x="72261" y="53341"/>
                  </a:lnTo>
                  <a:close/>
                  <a:moveTo>
                    <a:pt x="108392" y="80012"/>
                  </a:moveTo>
                  <a:lnTo>
                    <a:pt x="144523" y="53341"/>
                  </a:lnTo>
                  <a:lnTo>
                    <a:pt x="108392" y="53341"/>
                  </a:lnTo>
                  <a:close/>
                  <a:moveTo>
                    <a:pt x="36131" y="53341"/>
                  </a:moveTo>
                  <a:lnTo>
                    <a:pt x="72261" y="53341"/>
                  </a:lnTo>
                  <a:lnTo>
                    <a:pt x="72261" y="26671"/>
                  </a:lnTo>
                  <a:close/>
                  <a:moveTo>
                    <a:pt x="72261" y="53341"/>
                  </a:moveTo>
                  <a:lnTo>
                    <a:pt x="108392" y="53341"/>
                  </a:lnTo>
                  <a:lnTo>
                    <a:pt x="108392" y="26671"/>
                  </a:lnTo>
                  <a:close/>
                  <a:moveTo>
                    <a:pt x="72261" y="53341"/>
                  </a:moveTo>
                  <a:lnTo>
                    <a:pt x="108392" y="26671"/>
                  </a:lnTo>
                  <a:lnTo>
                    <a:pt x="72261" y="26671"/>
                  </a:lnTo>
                  <a:close/>
                  <a:moveTo>
                    <a:pt x="108392" y="53341"/>
                  </a:moveTo>
                  <a:lnTo>
                    <a:pt x="144523" y="26671"/>
                  </a:lnTo>
                  <a:lnTo>
                    <a:pt x="108392" y="26671"/>
                  </a:lnTo>
                  <a:close/>
                  <a:moveTo>
                    <a:pt x="72261" y="26671"/>
                  </a:moveTo>
                  <a:lnTo>
                    <a:pt x="108392" y="26671"/>
                  </a:lnTo>
                  <a:lnTo>
                    <a:pt x="108392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grpSp>
        <p:nvGrpSpPr>
          <p:cNvPr id="50023" name="Original label 4020 semantic B"/>
          <p:cNvGrpSpPr/>
          <p:nvPr/>
        </p:nvGrpSpPr>
        <p:grpSpPr>
          <a:xfrm>
            <a:off x="5275590" y="971550"/>
            <a:ext cx="266700" cy="200025"/>
            <a:chOff x="0" y="0"/>
            <a:chExt cx="208359" cy="156270"/>
          </a:xfrm>
        </p:grpSpPr>
        <p:sp>
          <p:nvSpPr>
            <p:cNvPr id="4020" name="label__4019">
              <a:extLst>
                <a:ext uri="{FF2B5EF4-FFF2-40B4-BE49-F238E27FC236}">
                  <a16:creationId xmlns:a16="http://schemas.microsoft.com/office/drawing/2014/main" id="{53BF098D-8703-652B-7DA9-85D27B8C5B3C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08359" cy="15627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632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1088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B1</a:t>
              </a:r>
            </a:p>
          </p:txBody>
        </p:sp>
      </p:grpSp>
      <p:grpSp>
        <p:nvGrpSpPr>
          <p:cNvPr id="50024" name="Match_B2">
            <a:extLst>
              <a:ext uri="{FF2B5EF4-FFF2-40B4-BE49-F238E27FC236}">
                <a16:creationId xmlns:a16="http://schemas.microsoft.com/office/drawing/2014/main" id="{330BA1B8-BADA-ADE0-0586-C740DA4D97D9}"/>
              </a:ext>
            </a:extLst>
          </p:cNvPr>
          <p:cNvGrpSpPr/>
          <p:nvPr/>
        </p:nvGrpSpPr>
        <p:grpSpPr>
          <a:xfrm>
            <a:off x="5610880" y="2757487"/>
            <a:ext cx="234950" cy="273050"/>
            <a:chOff x="8386763" y="3328988"/>
            <a:chExt cx="352425" cy="409575"/>
          </a:xfrm>
        </p:grpSpPr>
        <p:sp>
          <p:nvSpPr>
            <p:cNvPr id="50025" name="Match_B3__4032">
              <a:extLst>
                <a:ext uri="{FF2B5EF4-FFF2-40B4-BE49-F238E27FC236}">
                  <a16:creationId xmlns:a16="http://schemas.microsoft.com/office/drawing/2014/main" id="{B0B27853-7555-F7C4-6DBD-245BD450255B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53BA84"/>
            </a:solidFill>
            <a:ln w="4001">
              <a:solidFill>
                <a:srgbClr val="B1E0C7"/>
              </a:solidFill>
            </a:ln>
          </p:spPr>
        </p:sp>
        <p:sp>
          <p:nvSpPr>
            <p:cNvPr id="50026" name="Match_B3__4033">
              <a:extLst>
                <a:ext uri="{FF2B5EF4-FFF2-40B4-BE49-F238E27FC236}">
                  <a16:creationId xmlns:a16="http://schemas.microsoft.com/office/drawing/2014/main" id="{67ABD126-5872-DC89-2960-4FBE21157B92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1E0C7"/>
              </a:solidFill>
            </a:ln>
          </p:spPr>
        </p:sp>
        <p:sp>
          <p:nvSpPr>
            <p:cNvPr id="50027" name="Match_B3__4034">
              <a:extLst>
                <a:ext uri="{FF2B5EF4-FFF2-40B4-BE49-F238E27FC236}">
                  <a16:creationId xmlns:a16="http://schemas.microsoft.com/office/drawing/2014/main" id="{B578EF91-F358-F303-9025-DA0DBE9B6FF4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1E0C7"/>
              </a:solidFill>
            </a:ln>
          </p:spPr>
        </p:sp>
        <p:sp>
          <p:nvSpPr>
            <p:cNvPr id="50028" name="Match_B3__4035">
              <a:extLst>
                <a:ext uri="{FF2B5EF4-FFF2-40B4-BE49-F238E27FC236}">
                  <a16:creationId xmlns:a16="http://schemas.microsoft.com/office/drawing/2014/main" id="{FDA75837-DBA0-F22A-1195-182C4D77174E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1C08E"/>
            </a:solidFill>
            <a:ln w="4001">
              <a:solidFill>
                <a:srgbClr val="B1E0C7"/>
              </a:solidFill>
            </a:ln>
          </p:spPr>
        </p:sp>
        <p:sp>
          <p:nvSpPr>
            <p:cNvPr id="50029" name="Match_B3__4036">
              <a:extLst>
                <a:ext uri="{FF2B5EF4-FFF2-40B4-BE49-F238E27FC236}">
                  <a16:creationId xmlns:a16="http://schemas.microsoft.com/office/drawing/2014/main" id="{48EAF361-8D47-C739-9148-17E673E9FC58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3335710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1E0C7"/>
              </a:solidFill>
            </a:ln>
          </p:spPr>
        </p:sp>
        <p:sp>
          <p:nvSpPr>
            <p:cNvPr id="50030" name="Match_B3__4037">
              <a:extLst>
                <a:ext uri="{FF2B5EF4-FFF2-40B4-BE49-F238E27FC236}">
                  <a16:creationId xmlns:a16="http://schemas.microsoft.com/office/drawing/2014/main" id="{5E487379-E22E-9D35-7641-7B0167DE32E5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37196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1E0C7"/>
              </a:solidFill>
            </a:ln>
          </p:spPr>
        </p:sp>
        <p:sp>
          <p:nvSpPr>
            <p:cNvPr id="50031" name="Match_B3__4038">
              <a:extLst>
                <a:ext uri="{FF2B5EF4-FFF2-40B4-BE49-F238E27FC236}">
                  <a16:creationId xmlns:a16="http://schemas.microsoft.com/office/drawing/2014/main" id="{A25F98CA-047D-D5FB-EAED-D39726CF5B79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46627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6FC698"/>
            </a:solidFill>
            <a:ln w="4001">
              <a:solidFill>
                <a:srgbClr val="B1E0C7"/>
              </a:solidFill>
            </a:ln>
          </p:spPr>
        </p:sp>
        <p:sp>
          <p:nvSpPr>
            <p:cNvPr id="50032" name="Match_B3__4039">
              <a:extLst>
                <a:ext uri="{FF2B5EF4-FFF2-40B4-BE49-F238E27FC236}">
                  <a16:creationId xmlns:a16="http://schemas.microsoft.com/office/drawing/2014/main" id="{669A50D3-D587-5385-968A-C6AB5F31D6BB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3355426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75C89C"/>
            </a:solidFill>
            <a:ln w="4001">
              <a:solidFill>
                <a:srgbClr val="B1E0C7"/>
              </a:solidFill>
            </a:ln>
          </p:spPr>
        </p:sp>
        <p:sp>
          <p:nvSpPr>
            <p:cNvPr id="50033" name="Match_B3__4040">
              <a:extLst>
                <a:ext uri="{FF2B5EF4-FFF2-40B4-BE49-F238E27FC236}">
                  <a16:creationId xmlns:a16="http://schemas.microsoft.com/office/drawing/2014/main" id="{C9F357EC-65E4-95DB-FDFE-55A0E535B5F6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3400504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1E0C7"/>
              </a:solidFill>
            </a:ln>
          </p:spPr>
        </p:sp>
        <p:sp>
          <p:nvSpPr>
            <p:cNvPr id="50034" name="Match_B3__4041">
              <a:extLst>
                <a:ext uri="{FF2B5EF4-FFF2-40B4-BE49-F238E27FC236}">
                  <a16:creationId xmlns:a16="http://schemas.microsoft.com/office/drawing/2014/main" id="{8D55993E-E444-C246-6C97-C4EE71C4E32D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3571032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7DCBA2"/>
            </a:solidFill>
            <a:ln w="4001">
              <a:solidFill>
                <a:srgbClr val="B1E0C7"/>
              </a:solidFill>
            </a:ln>
          </p:spPr>
        </p:sp>
      </p:grpSp>
      <p:grpSp>
        <p:nvGrpSpPr>
          <p:cNvPr id="50035" name="Original label 4055 semantic B"/>
          <p:cNvGrpSpPr/>
          <p:nvPr/>
        </p:nvGrpSpPr>
        <p:grpSpPr>
          <a:xfrm>
            <a:off x="5275590" y="1571625"/>
            <a:ext cx="266700" cy="200025"/>
            <a:chOff x="0" y="0"/>
            <a:chExt cx="208359" cy="156270"/>
          </a:xfrm>
        </p:grpSpPr>
        <p:sp>
          <p:nvSpPr>
            <p:cNvPr id="4055" name="label__4054">
              <a:extLst>
                <a:ext uri="{FF2B5EF4-FFF2-40B4-BE49-F238E27FC236}">
                  <a16:creationId xmlns:a16="http://schemas.microsoft.com/office/drawing/2014/main" id="{E577FCB8-707A-7159-76D0-B1E0BA737C71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08359" cy="15627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632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1088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B2</a:t>
              </a:r>
            </a:p>
          </p:txBody>
        </p:sp>
      </p:grpSp>
      <p:grpSp>
        <p:nvGrpSpPr>
          <p:cNvPr id="6229" name="Match_B5">
            <a:extLst>
              <a:ext uri="{FF2B5EF4-FFF2-40B4-BE49-F238E27FC236}">
                <a16:creationId xmlns:a16="http://schemas.microsoft.com/office/drawing/2014/main" id="{2A963DF5-2F0F-C49C-F58E-185B7C88887D}"/>
              </a:ext>
            </a:extLst>
          </p:cNvPr>
          <p:cNvGrpSpPr/>
          <p:nvPr/>
        </p:nvGrpSpPr>
        <p:grpSpPr>
          <a:xfrm>
            <a:off x="5580390" y="2130425"/>
            <a:ext cx="234950" cy="273050"/>
            <a:chOff x="8386763" y="5014913"/>
            <a:chExt cx="352425" cy="409575"/>
          </a:xfrm>
        </p:grpSpPr>
        <p:sp>
          <p:nvSpPr>
            <p:cNvPr id="4056" name="Match_B5__4055">
              <a:extLst>
                <a:ext uri="{FF2B5EF4-FFF2-40B4-BE49-F238E27FC236}">
                  <a16:creationId xmlns:a16="http://schemas.microsoft.com/office/drawing/2014/main" id="{E00F0C09-33E8-68FA-45D9-AD06A3FF6FB5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4057" name="Match_B5__4056">
              <a:extLst>
                <a:ext uri="{FF2B5EF4-FFF2-40B4-BE49-F238E27FC236}">
                  <a16:creationId xmlns:a16="http://schemas.microsoft.com/office/drawing/2014/main" id="{02E7DAA7-D4A1-714F-F67D-FCDFB11079B5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4058" name="Match_B5__4057">
              <a:extLst>
                <a:ext uri="{FF2B5EF4-FFF2-40B4-BE49-F238E27FC236}">
                  <a16:creationId xmlns:a16="http://schemas.microsoft.com/office/drawing/2014/main" id="{19ECC3A0-214B-0D76-A6CA-D397AF561FAC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4059" name="Match_B5__4058">
              <a:extLst>
                <a:ext uri="{FF2B5EF4-FFF2-40B4-BE49-F238E27FC236}">
                  <a16:creationId xmlns:a16="http://schemas.microsoft.com/office/drawing/2014/main" id="{6581107E-DA34-9418-8D3E-96F649D8C965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4060" name="Match_B5__4059">
              <a:extLst>
                <a:ext uri="{FF2B5EF4-FFF2-40B4-BE49-F238E27FC236}">
                  <a16:creationId xmlns:a16="http://schemas.microsoft.com/office/drawing/2014/main" id="{B4CFA6AF-FF39-5CE3-26CC-D41A8A9EE1FB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5021635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4061" name="Match_B5__4060">
              <a:extLst>
                <a:ext uri="{FF2B5EF4-FFF2-40B4-BE49-F238E27FC236}">
                  <a16:creationId xmlns:a16="http://schemas.microsoft.com/office/drawing/2014/main" id="{505E9EC4-3C88-B0BF-3FEA-959D3EB9AE0A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23121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4062" name="Match_B5__4061">
              <a:extLst>
                <a:ext uri="{FF2B5EF4-FFF2-40B4-BE49-F238E27FC236}">
                  <a16:creationId xmlns:a16="http://schemas.microsoft.com/office/drawing/2014/main" id="{26D6E6E2-E7D0-2A1F-661A-136EE876F56A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32552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4063" name="Match_B5__4062">
              <a:extLst>
                <a:ext uri="{FF2B5EF4-FFF2-40B4-BE49-F238E27FC236}">
                  <a16:creationId xmlns:a16="http://schemas.microsoft.com/office/drawing/2014/main" id="{03C1690F-CC51-5007-BB72-D8A777262CA6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5041351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4064" name="Match_B5__4063">
              <a:extLst>
                <a:ext uri="{FF2B5EF4-FFF2-40B4-BE49-F238E27FC236}">
                  <a16:creationId xmlns:a16="http://schemas.microsoft.com/office/drawing/2014/main" id="{9518143C-6D18-9991-0CBA-BE06E6EFC81B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5086429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4065" name="Match_B5__4064">
              <a:extLst>
                <a:ext uri="{FF2B5EF4-FFF2-40B4-BE49-F238E27FC236}">
                  <a16:creationId xmlns:a16="http://schemas.microsoft.com/office/drawing/2014/main" id="{29CBEC6C-A903-AB9D-4611-8768B9604F87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5256957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grpSp>
        <p:nvGrpSpPr>
          <p:cNvPr id="50036" name="Original label 4066 semantic B"/>
          <p:cNvGrpSpPr/>
          <p:nvPr/>
        </p:nvGrpSpPr>
        <p:grpSpPr>
          <a:xfrm>
            <a:off x="5275590" y="2171700"/>
            <a:ext cx="266700" cy="200025"/>
            <a:chOff x="0" y="0"/>
            <a:chExt cx="208359" cy="156270"/>
          </a:xfrm>
        </p:grpSpPr>
        <p:sp>
          <p:nvSpPr>
            <p:cNvPr id="4066" name="label__4065">
              <a:extLst>
                <a:ext uri="{FF2B5EF4-FFF2-40B4-BE49-F238E27FC236}">
                  <a16:creationId xmlns:a16="http://schemas.microsoft.com/office/drawing/2014/main" id="{C74191E7-171C-9EBB-8ED2-6B228CA2BCB3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08359" cy="15627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88" dirty="0">
                  <a:solidFill>
                    <a:srgbClr val="687780"/>
                  </a:solidFill>
                  <a:latin typeface="Arial"/>
                  <a:cs typeface="Arial"/>
                </a:rPr>
                <a:t>B3</a:t>
              </a:r>
            </a:p>
          </p:txBody>
        </p:sp>
      </p:grpSp>
      <p:grpSp>
        <p:nvGrpSpPr>
          <p:cNvPr id="6227" name="Match_B3">
            <a:extLst>
              <a:ext uri="{FF2B5EF4-FFF2-40B4-BE49-F238E27FC236}">
                <a16:creationId xmlns:a16="http://schemas.microsoft.com/office/drawing/2014/main" id="{330BA1B8-BADA-ADE0-0586-C740DA4D97D9}"/>
              </a:ext>
            </a:extLst>
          </p:cNvPr>
          <p:cNvGrpSpPr/>
          <p:nvPr/>
        </p:nvGrpSpPr>
        <p:grpSpPr>
          <a:xfrm>
            <a:off x="5579201" y="1528445"/>
            <a:ext cx="234950" cy="273050"/>
            <a:chOff x="8386763" y="3328988"/>
            <a:chExt cx="352425" cy="409575"/>
          </a:xfrm>
        </p:grpSpPr>
        <p:sp>
          <p:nvSpPr>
            <p:cNvPr id="4033" name="Match_B3__4032">
              <a:extLst>
                <a:ext uri="{FF2B5EF4-FFF2-40B4-BE49-F238E27FC236}">
                  <a16:creationId xmlns:a16="http://schemas.microsoft.com/office/drawing/2014/main" id="{B0B27853-7555-F7C4-6DBD-245BD450255B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4034" name="Match_B3__4033">
              <a:extLst>
                <a:ext uri="{FF2B5EF4-FFF2-40B4-BE49-F238E27FC236}">
                  <a16:creationId xmlns:a16="http://schemas.microsoft.com/office/drawing/2014/main" id="{67ABD126-5872-DC89-2960-4FBE21157B92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4035" name="Match_B3__4034">
              <a:extLst>
                <a:ext uri="{FF2B5EF4-FFF2-40B4-BE49-F238E27FC236}">
                  <a16:creationId xmlns:a16="http://schemas.microsoft.com/office/drawing/2014/main" id="{B578EF91-F358-F303-9025-DA0DBE9B6FF4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4036" name="Match_B3__4035">
              <a:extLst>
                <a:ext uri="{FF2B5EF4-FFF2-40B4-BE49-F238E27FC236}">
                  <a16:creationId xmlns:a16="http://schemas.microsoft.com/office/drawing/2014/main" id="{FDA75837-DBA0-F22A-1195-182C4D77174E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4037" name="Match_B3__4036">
              <a:extLst>
                <a:ext uri="{FF2B5EF4-FFF2-40B4-BE49-F238E27FC236}">
                  <a16:creationId xmlns:a16="http://schemas.microsoft.com/office/drawing/2014/main" id="{48EAF361-8D47-C739-9148-17E673E9FC58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3335710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4038" name="Match_B3__4037">
              <a:extLst>
                <a:ext uri="{FF2B5EF4-FFF2-40B4-BE49-F238E27FC236}">
                  <a16:creationId xmlns:a16="http://schemas.microsoft.com/office/drawing/2014/main" id="{5E487379-E22E-9D35-7641-7B0167DE32E5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37196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4039" name="Match_B3__4038">
              <a:extLst>
                <a:ext uri="{FF2B5EF4-FFF2-40B4-BE49-F238E27FC236}">
                  <a16:creationId xmlns:a16="http://schemas.microsoft.com/office/drawing/2014/main" id="{A25F98CA-047D-D5FB-EAED-D39726CF5B79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46627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4040" name="Match_B3__4039">
              <a:extLst>
                <a:ext uri="{FF2B5EF4-FFF2-40B4-BE49-F238E27FC236}">
                  <a16:creationId xmlns:a16="http://schemas.microsoft.com/office/drawing/2014/main" id="{669A50D3-D587-5385-968A-C6AB5F31D6BB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3355426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4041" name="Match_B3__4040">
              <a:extLst>
                <a:ext uri="{FF2B5EF4-FFF2-40B4-BE49-F238E27FC236}">
                  <a16:creationId xmlns:a16="http://schemas.microsoft.com/office/drawing/2014/main" id="{C9F357EC-65E4-95DB-FDFE-55A0E535B5F6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3400504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4042" name="Match_B3__4041">
              <a:extLst>
                <a:ext uri="{FF2B5EF4-FFF2-40B4-BE49-F238E27FC236}">
                  <a16:creationId xmlns:a16="http://schemas.microsoft.com/office/drawing/2014/main" id="{8D55993E-E444-C246-6C97-C4EE71C4E32D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3571032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grpSp>
        <p:nvGrpSpPr>
          <p:cNvPr id="50037" name="Original label 4043 semantic B"/>
          <p:cNvGrpSpPr/>
          <p:nvPr/>
        </p:nvGrpSpPr>
        <p:grpSpPr>
          <a:xfrm>
            <a:off x="5275590" y="2771775"/>
            <a:ext cx="266700" cy="200025"/>
            <a:chOff x="0" y="0"/>
            <a:chExt cx="208359" cy="156270"/>
          </a:xfrm>
        </p:grpSpPr>
        <p:sp>
          <p:nvSpPr>
            <p:cNvPr id="4043" name="label__4042">
              <a:extLst>
                <a:ext uri="{FF2B5EF4-FFF2-40B4-BE49-F238E27FC236}">
                  <a16:creationId xmlns:a16="http://schemas.microsoft.com/office/drawing/2014/main" id="{C0E7006B-0B1C-8BFF-5EEF-ED195F43F60A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08359" cy="15627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88" dirty="0">
                  <a:solidFill>
                    <a:srgbClr val="687780"/>
                  </a:solidFill>
                  <a:latin typeface="Arial"/>
                  <a:cs typeface="Arial"/>
                </a:rPr>
                <a:t>B4</a:t>
              </a:r>
            </a:p>
          </p:txBody>
        </p:sp>
      </p:grpSp>
      <p:grpSp>
        <p:nvGrpSpPr>
          <p:cNvPr id="6226" name="Match_B4">
            <a:extLst>
              <a:ext uri="{FF2B5EF4-FFF2-40B4-BE49-F238E27FC236}">
                <a16:creationId xmlns:a16="http://schemas.microsoft.com/office/drawing/2014/main" id="{0F97FD84-1325-E2C5-5C88-80A81F2FAE71}"/>
              </a:ext>
            </a:extLst>
          </p:cNvPr>
          <p:cNvGrpSpPr/>
          <p:nvPr/>
        </p:nvGrpSpPr>
        <p:grpSpPr>
          <a:xfrm>
            <a:off x="5580390" y="3302672"/>
            <a:ext cx="234950" cy="347905"/>
            <a:chOff x="8386763" y="2464230"/>
            <a:chExt cx="352425" cy="521858"/>
          </a:xfrm>
        </p:grpSpPr>
        <p:sp>
          <p:nvSpPr>
            <p:cNvPr id="4021" name="Match_B4__4020">
              <a:extLst>
                <a:ext uri="{FF2B5EF4-FFF2-40B4-BE49-F238E27FC236}">
                  <a16:creationId xmlns:a16="http://schemas.microsoft.com/office/drawing/2014/main" id="{B19F67B6-4386-B186-DF4C-9ACC6D0BEE3E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464230"/>
              <a:ext cx="283655" cy="521011"/>
            </a:xfrm>
            <a:custGeom>
              <a:avLst/>
              <a:gdLst/>
              <a:ahLst/>
              <a:cxnLst/>
              <a:rect l="0" t="0" r="0" b="0"/>
              <a:pathLst>
                <a:path w="283655" h="521011">
                  <a:moveTo>
                    <a:pt x="32283" y="520453"/>
                  </a:moveTo>
                  <a:lnTo>
                    <a:pt x="34511" y="521011"/>
                  </a:lnTo>
                  <a:lnTo>
                    <a:pt x="34511" y="520453"/>
                  </a:lnTo>
                  <a:close/>
                  <a:moveTo>
                    <a:pt x="32283" y="520453"/>
                  </a:moveTo>
                  <a:lnTo>
                    <a:pt x="34511" y="520453"/>
                  </a:lnTo>
                  <a:lnTo>
                    <a:pt x="0" y="512017"/>
                  </a:lnTo>
                  <a:close/>
                  <a:moveTo>
                    <a:pt x="207068" y="440097"/>
                  </a:moveTo>
                  <a:lnTo>
                    <a:pt x="207068" y="439857"/>
                  </a:lnTo>
                  <a:lnTo>
                    <a:pt x="181532" y="466722"/>
                  </a:lnTo>
                  <a:close/>
                  <a:moveTo>
                    <a:pt x="207068" y="439857"/>
                  </a:moveTo>
                  <a:lnTo>
                    <a:pt x="207068" y="440097"/>
                  </a:lnTo>
                  <a:lnTo>
                    <a:pt x="207319" y="439857"/>
                  </a:lnTo>
                  <a:close/>
                  <a:moveTo>
                    <a:pt x="276090" y="359260"/>
                  </a:moveTo>
                  <a:lnTo>
                    <a:pt x="275601" y="359260"/>
                  </a:lnTo>
                  <a:lnTo>
                    <a:pt x="276090" y="357571"/>
                  </a:lnTo>
                  <a:close/>
                  <a:moveTo>
                    <a:pt x="283655" y="332394"/>
                  </a:moveTo>
                  <a:lnTo>
                    <a:pt x="276090" y="359260"/>
                  </a:lnTo>
                  <a:lnTo>
                    <a:pt x="276090" y="357571"/>
                  </a:lnTo>
                  <a:close/>
                  <a:moveTo>
                    <a:pt x="172556" y="63739"/>
                  </a:moveTo>
                  <a:lnTo>
                    <a:pt x="180765" y="90604"/>
                  </a:lnTo>
                  <a:lnTo>
                    <a:pt x="176203" y="63739"/>
                  </a:lnTo>
                  <a:close/>
                  <a:moveTo>
                    <a:pt x="172556" y="63739"/>
                  </a:moveTo>
                  <a:lnTo>
                    <a:pt x="176203" y="63739"/>
                  </a:lnTo>
                  <a:lnTo>
                    <a:pt x="172556" y="56704"/>
                  </a:lnTo>
                  <a:close/>
                  <a:moveTo>
                    <a:pt x="34511" y="7021"/>
                  </a:moveTo>
                  <a:lnTo>
                    <a:pt x="28093" y="10008"/>
                  </a:lnTo>
                  <a:lnTo>
                    <a:pt x="34511" y="10008"/>
                  </a:lnTo>
                  <a:close/>
                  <a:moveTo>
                    <a:pt x="34511" y="10008"/>
                  </a:moveTo>
                  <a:lnTo>
                    <a:pt x="69023" y="0"/>
                  </a:lnTo>
                  <a:lnTo>
                    <a:pt x="34511" y="7021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4022" name="Match_B4__4021">
              <a:extLst>
                <a:ext uri="{FF2B5EF4-FFF2-40B4-BE49-F238E27FC236}">
                  <a16:creationId xmlns:a16="http://schemas.microsoft.com/office/drawing/2014/main" id="{838E8E19-653F-F602-8E44-F6F7016112F7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64230"/>
              <a:ext cx="352425" cy="521858"/>
            </a:xfrm>
            <a:custGeom>
              <a:avLst/>
              <a:gdLst/>
              <a:ahLst/>
              <a:cxnLst/>
              <a:rect l="0" t="0" r="0" b="0"/>
              <a:pathLst>
                <a:path w="352425" h="521858">
                  <a:moveTo>
                    <a:pt x="66590" y="512017"/>
                  </a:moveTo>
                  <a:lnTo>
                    <a:pt x="101101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01101" y="521011"/>
                  </a:lnTo>
                  <a:lnTo>
                    <a:pt x="135613" y="521858"/>
                  </a:lnTo>
                  <a:close/>
                  <a:moveTo>
                    <a:pt x="135613" y="520453"/>
                  </a:moveTo>
                  <a:lnTo>
                    <a:pt x="101101" y="520453"/>
                  </a:lnTo>
                  <a:lnTo>
                    <a:pt x="101101" y="521011"/>
                  </a:lnTo>
                  <a:close/>
                  <a:moveTo>
                    <a:pt x="101101" y="520453"/>
                  </a:moveTo>
                  <a:lnTo>
                    <a:pt x="135613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35613" y="521858"/>
                  </a:lnTo>
                  <a:lnTo>
                    <a:pt x="142614" y="520453"/>
                  </a:lnTo>
                  <a:close/>
                  <a:moveTo>
                    <a:pt x="135613" y="520453"/>
                  </a:moveTo>
                  <a:lnTo>
                    <a:pt x="142614" y="520453"/>
                  </a:lnTo>
                  <a:lnTo>
                    <a:pt x="135613" y="518143"/>
                  </a:lnTo>
                  <a:close/>
                  <a:moveTo>
                    <a:pt x="135613" y="518143"/>
                  </a:moveTo>
                  <a:lnTo>
                    <a:pt x="142614" y="520453"/>
                  </a:lnTo>
                  <a:lnTo>
                    <a:pt x="170124" y="515216"/>
                  </a:lnTo>
                  <a:close/>
                  <a:moveTo>
                    <a:pt x="43276" y="493588"/>
                  </a:moveTo>
                  <a:lnTo>
                    <a:pt x="35941" y="493588"/>
                  </a:lnTo>
                  <a:lnTo>
                    <a:pt x="66590" y="512017"/>
                  </a:lnTo>
                  <a:close/>
                  <a:moveTo>
                    <a:pt x="35941" y="493588"/>
                  </a:moveTo>
                  <a:lnTo>
                    <a:pt x="43276" y="493588"/>
                  </a:lnTo>
                  <a:lnTo>
                    <a:pt x="32079" y="489679"/>
                  </a:lnTo>
                  <a:close/>
                  <a:moveTo>
                    <a:pt x="170124" y="515216"/>
                  </a:moveTo>
                  <a:lnTo>
                    <a:pt x="204635" y="500251"/>
                  </a:lnTo>
                  <a:lnTo>
                    <a:pt x="204635" y="496275"/>
                  </a:lnTo>
                  <a:close/>
                  <a:moveTo>
                    <a:pt x="215055" y="493588"/>
                  </a:moveTo>
                  <a:lnTo>
                    <a:pt x="204635" y="496275"/>
                  </a:lnTo>
                  <a:lnTo>
                    <a:pt x="204635" y="500251"/>
                  </a:lnTo>
                  <a:close/>
                  <a:moveTo>
                    <a:pt x="215055" y="493588"/>
                  </a:moveTo>
                  <a:lnTo>
                    <a:pt x="239146" y="474590"/>
                  </a:lnTo>
                  <a:lnTo>
                    <a:pt x="239146" y="470988"/>
                  </a:lnTo>
                  <a:close/>
                  <a:moveTo>
                    <a:pt x="20298" y="466722"/>
                  </a:moveTo>
                  <a:lnTo>
                    <a:pt x="14843" y="466722"/>
                  </a:lnTo>
                  <a:lnTo>
                    <a:pt x="32079" y="489679"/>
                  </a:lnTo>
                  <a:close/>
                  <a:moveTo>
                    <a:pt x="9058" y="439857"/>
                  </a:moveTo>
                  <a:lnTo>
                    <a:pt x="14843" y="466722"/>
                  </a:lnTo>
                  <a:lnTo>
                    <a:pt x="20298" y="466722"/>
                  </a:lnTo>
                  <a:close/>
                  <a:moveTo>
                    <a:pt x="248122" y="466722"/>
                  </a:moveTo>
                  <a:lnTo>
                    <a:pt x="239146" y="470988"/>
                  </a:lnTo>
                  <a:lnTo>
                    <a:pt x="239146" y="474590"/>
                  </a:lnTo>
                  <a:close/>
                  <a:moveTo>
                    <a:pt x="248122" y="466722"/>
                  </a:moveTo>
                  <a:lnTo>
                    <a:pt x="273658" y="439857"/>
                  </a:lnTo>
                  <a:lnTo>
                    <a:pt x="272275" y="439857"/>
                  </a:lnTo>
                  <a:close/>
                  <a:moveTo>
                    <a:pt x="13895" y="412991"/>
                  </a:moveTo>
                  <a:lnTo>
                    <a:pt x="9058" y="439857"/>
                  </a:lnTo>
                  <a:lnTo>
                    <a:pt x="13817" y="439857"/>
                  </a:lnTo>
                  <a:close/>
                  <a:moveTo>
                    <a:pt x="273909" y="439857"/>
                  </a:moveTo>
                  <a:lnTo>
                    <a:pt x="273658" y="438465"/>
                  </a:lnTo>
                  <a:lnTo>
                    <a:pt x="273658" y="439857"/>
                  </a:lnTo>
                  <a:close/>
                  <a:moveTo>
                    <a:pt x="300550" y="412991"/>
                  </a:moveTo>
                  <a:lnTo>
                    <a:pt x="300812" y="412991"/>
                  </a:lnTo>
                  <a:lnTo>
                    <a:pt x="273909" y="439857"/>
                  </a:lnTo>
                  <a:close/>
                  <a:moveTo>
                    <a:pt x="27506" y="386126"/>
                  </a:moveTo>
                  <a:lnTo>
                    <a:pt x="13895" y="412991"/>
                  </a:lnTo>
                  <a:lnTo>
                    <a:pt x="18356" y="412991"/>
                  </a:lnTo>
                  <a:close/>
                  <a:moveTo>
                    <a:pt x="300550" y="412991"/>
                  </a:moveTo>
                  <a:lnTo>
                    <a:pt x="308169" y="404561"/>
                  </a:lnTo>
                  <a:lnTo>
                    <a:pt x="308169" y="405416"/>
                  </a:lnTo>
                  <a:close/>
                  <a:moveTo>
                    <a:pt x="32079" y="385404"/>
                  </a:moveTo>
                  <a:lnTo>
                    <a:pt x="32079" y="378860"/>
                  </a:lnTo>
                  <a:lnTo>
                    <a:pt x="27506" y="386126"/>
                  </a:lnTo>
                  <a:close/>
                  <a:moveTo>
                    <a:pt x="32079" y="378860"/>
                  </a:moveTo>
                  <a:lnTo>
                    <a:pt x="32079" y="385404"/>
                  </a:lnTo>
                  <a:lnTo>
                    <a:pt x="44433" y="359260"/>
                  </a:lnTo>
                  <a:close/>
                  <a:moveTo>
                    <a:pt x="325237" y="386126"/>
                  </a:moveTo>
                  <a:lnTo>
                    <a:pt x="308169" y="405416"/>
                  </a:lnTo>
                  <a:lnTo>
                    <a:pt x="308169" y="404561"/>
                  </a:lnTo>
                  <a:close/>
                  <a:moveTo>
                    <a:pt x="342680" y="359260"/>
                  </a:moveTo>
                  <a:lnTo>
                    <a:pt x="342680" y="361763"/>
                  </a:lnTo>
                  <a:lnTo>
                    <a:pt x="342191" y="359260"/>
                  </a:lnTo>
                  <a:close/>
                  <a:moveTo>
                    <a:pt x="342191" y="359260"/>
                  </a:moveTo>
                  <a:lnTo>
                    <a:pt x="326794" y="386126"/>
                  </a:lnTo>
                  <a:lnTo>
                    <a:pt x="325237" y="386126"/>
                  </a:lnTo>
                  <a:close/>
                  <a:moveTo>
                    <a:pt x="56690" y="332394"/>
                  </a:moveTo>
                  <a:lnTo>
                    <a:pt x="44433" y="359260"/>
                  </a:lnTo>
                  <a:lnTo>
                    <a:pt x="47206" y="359260"/>
                  </a:lnTo>
                  <a:close/>
                  <a:moveTo>
                    <a:pt x="57685" y="305529"/>
                  </a:moveTo>
                  <a:lnTo>
                    <a:pt x="56690" y="332394"/>
                  </a:lnTo>
                  <a:lnTo>
                    <a:pt x="58513" y="332394"/>
                  </a:lnTo>
                  <a:close/>
                  <a:moveTo>
                    <a:pt x="344306" y="359260"/>
                  </a:moveTo>
                  <a:lnTo>
                    <a:pt x="342680" y="359260"/>
                  </a:lnTo>
                  <a:lnTo>
                    <a:pt x="350245" y="332394"/>
                  </a:lnTo>
                  <a:close/>
                  <a:moveTo>
                    <a:pt x="352425" y="332394"/>
                  </a:moveTo>
                  <a:lnTo>
                    <a:pt x="350245" y="332394"/>
                  </a:lnTo>
                  <a:lnTo>
                    <a:pt x="347878" y="305529"/>
                  </a:lnTo>
                  <a:close/>
                  <a:moveTo>
                    <a:pt x="45969" y="278663"/>
                  </a:moveTo>
                  <a:lnTo>
                    <a:pt x="57685" y="305529"/>
                  </a:lnTo>
                  <a:lnTo>
                    <a:pt x="59504" y="305529"/>
                  </a:lnTo>
                  <a:close/>
                  <a:moveTo>
                    <a:pt x="342680" y="294215"/>
                  </a:moveTo>
                  <a:lnTo>
                    <a:pt x="350077" y="305529"/>
                  </a:lnTo>
                  <a:lnTo>
                    <a:pt x="347878" y="305529"/>
                  </a:lnTo>
                  <a:close/>
                  <a:moveTo>
                    <a:pt x="342680" y="294215"/>
                  </a:moveTo>
                  <a:lnTo>
                    <a:pt x="335539" y="278663"/>
                  </a:lnTo>
                  <a:lnTo>
                    <a:pt x="337469" y="278663"/>
                  </a:lnTo>
                  <a:close/>
                  <a:moveTo>
                    <a:pt x="45969" y="278663"/>
                  </a:moveTo>
                  <a:lnTo>
                    <a:pt x="48844" y="278663"/>
                  </a:lnTo>
                  <a:lnTo>
                    <a:pt x="32079" y="259187"/>
                  </a:lnTo>
                  <a:close/>
                  <a:moveTo>
                    <a:pt x="337469" y="278663"/>
                  </a:moveTo>
                  <a:lnTo>
                    <a:pt x="335539" y="278663"/>
                  </a:lnTo>
                  <a:lnTo>
                    <a:pt x="314492" y="251798"/>
                  </a:lnTo>
                  <a:close/>
                  <a:moveTo>
                    <a:pt x="31137" y="251798"/>
                  </a:moveTo>
                  <a:lnTo>
                    <a:pt x="26829" y="251798"/>
                  </a:lnTo>
                  <a:lnTo>
                    <a:pt x="32079" y="259187"/>
                  </a:lnTo>
                  <a:close/>
                  <a:moveTo>
                    <a:pt x="9838" y="224932"/>
                  </a:moveTo>
                  <a:lnTo>
                    <a:pt x="26829" y="251798"/>
                  </a:lnTo>
                  <a:lnTo>
                    <a:pt x="31137" y="251798"/>
                  </a:lnTo>
                  <a:close/>
                  <a:moveTo>
                    <a:pt x="308169" y="245085"/>
                  </a:moveTo>
                  <a:lnTo>
                    <a:pt x="315803" y="251798"/>
                  </a:lnTo>
                  <a:lnTo>
                    <a:pt x="314492" y="251798"/>
                  </a:lnTo>
                  <a:close/>
                  <a:moveTo>
                    <a:pt x="308169" y="245085"/>
                  </a:moveTo>
                  <a:lnTo>
                    <a:pt x="289950" y="224932"/>
                  </a:lnTo>
                  <a:lnTo>
                    <a:pt x="289438" y="224932"/>
                  </a:lnTo>
                  <a:close/>
                  <a:moveTo>
                    <a:pt x="844" y="198067"/>
                  </a:moveTo>
                  <a:lnTo>
                    <a:pt x="9838" y="224932"/>
                  </a:lnTo>
                  <a:lnTo>
                    <a:pt x="14470" y="224932"/>
                  </a:lnTo>
                  <a:close/>
                  <a:moveTo>
                    <a:pt x="273658" y="204558"/>
                  </a:moveTo>
                  <a:lnTo>
                    <a:pt x="289438" y="224932"/>
                  </a:lnTo>
                  <a:lnTo>
                    <a:pt x="289950" y="224932"/>
                  </a:lnTo>
                  <a:close/>
                  <a:moveTo>
                    <a:pt x="273658" y="204558"/>
                  </a:moveTo>
                  <a:lnTo>
                    <a:pt x="269255" y="198067"/>
                  </a:lnTo>
                  <a:lnTo>
                    <a:pt x="266624" y="198067"/>
                  </a:lnTo>
                  <a:close/>
                  <a:moveTo>
                    <a:pt x="0" y="171201"/>
                  </a:moveTo>
                  <a:lnTo>
                    <a:pt x="844" y="198067"/>
                  </a:lnTo>
                  <a:lnTo>
                    <a:pt x="5676" y="198067"/>
                  </a:lnTo>
                  <a:close/>
                  <a:moveTo>
                    <a:pt x="266624" y="198067"/>
                  </a:moveTo>
                  <a:lnTo>
                    <a:pt x="269255" y="198067"/>
                  </a:lnTo>
                  <a:lnTo>
                    <a:pt x="256315" y="171201"/>
                  </a:lnTo>
                  <a:close/>
                  <a:moveTo>
                    <a:pt x="5610" y="144336"/>
                  </a:moveTo>
                  <a:lnTo>
                    <a:pt x="0" y="171201"/>
                  </a:lnTo>
                  <a:lnTo>
                    <a:pt x="5359" y="171201"/>
                  </a:lnTo>
                  <a:close/>
                  <a:moveTo>
                    <a:pt x="251214" y="171201"/>
                  </a:moveTo>
                  <a:lnTo>
                    <a:pt x="256315" y="171201"/>
                  </a:lnTo>
                  <a:lnTo>
                    <a:pt x="249234" y="144336"/>
                  </a:lnTo>
                  <a:close/>
                  <a:moveTo>
                    <a:pt x="14436" y="117470"/>
                  </a:moveTo>
                  <a:lnTo>
                    <a:pt x="5610" y="144336"/>
                  </a:lnTo>
                  <a:lnTo>
                    <a:pt x="12270" y="144336"/>
                  </a:lnTo>
                  <a:close/>
                  <a:moveTo>
                    <a:pt x="249234" y="144336"/>
                  </a:moveTo>
                  <a:lnTo>
                    <a:pt x="247506" y="117470"/>
                  </a:lnTo>
                  <a:lnTo>
                    <a:pt x="241184" y="144336"/>
                  </a:lnTo>
                  <a:close/>
                  <a:moveTo>
                    <a:pt x="24202" y="90604"/>
                  </a:moveTo>
                  <a:lnTo>
                    <a:pt x="32079" y="99466"/>
                  </a:lnTo>
                  <a:lnTo>
                    <a:pt x="32079" y="90604"/>
                  </a:lnTo>
                  <a:close/>
                  <a:moveTo>
                    <a:pt x="14436" y="117470"/>
                  </a:moveTo>
                  <a:lnTo>
                    <a:pt x="23473" y="117470"/>
                  </a:lnTo>
                  <a:lnTo>
                    <a:pt x="24202" y="90604"/>
                  </a:lnTo>
                  <a:close/>
                  <a:moveTo>
                    <a:pt x="239146" y="90604"/>
                  </a:moveTo>
                  <a:lnTo>
                    <a:pt x="247506" y="117470"/>
                  </a:lnTo>
                  <a:lnTo>
                    <a:pt x="247355" y="90604"/>
                  </a:lnTo>
                  <a:close/>
                  <a:moveTo>
                    <a:pt x="239146" y="90604"/>
                  </a:moveTo>
                  <a:lnTo>
                    <a:pt x="239146" y="117470"/>
                  </a:lnTo>
                  <a:lnTo>
                    <a:pt x="247506" y="117470"/>
                  </a:lnTo>
                  <a:close/>
                  <a:moveTo>
                    <a:pt x="32079" y="73714"/>
                  </a:moveTo>
                  <a:lnTo>
                    <a:pt x="24202" y="90604"/>
                  </a:lnTo>
                  <a:lnTo>
                    <a:pt x="32079" y="90604"/>
                  </a:lnTo>
                  <a:close/>
                  <a:moveTo>
                    <a:pt x="32079" y="73714"/>
                  </a:moveTo>
                  <a:lnTo>
                    <a:pt x="32079" y="90604"/>
                  </a:lnTo>
                  <a:lnTo>
                    <a:pt x="36133" y="63739"/>
                  </a:lnTo>
                  <a:close/>
                  <a:moveTo>
                    <a:pt x="36133" y="63739"/>
                  </a:moveTo>
                  <a:lnTo>
                    <a:pt x="32079" y="90604"/>
                  </a:lnTo>
                  <a:lnTo>
                    <a:pt x="35904" y="90604"/>
                  </a:lnTo>
                  <a:close/>
                  <a:moveTo>
                    <a:pt x="239146" y="63739"/>
                  </a:moveTo>
                  <a:lnTo>
                    <a:pt x="239146" y="90604"/>
                  </a:lnTo>
                  <a:lnTo>
                    <a:pt x="247355" y="90604"/>
                  </a:lnTo>
                  <a:close/>
                  <a:moveTo>
                    <a:pt x="54433" y="36873"/>
                  </a:moveTo>
                  <a:lnTo>
                    <a:pt x="66590" y="43170"/>
                  </a:lnTo>
                  <a:lnTo>
                    <a:pt x="66590" y="36873"/>
                  </a:lnTo>
                  <a:close/>
                  <a:moveTo>
                    <a:pt x="36133" y="63739"/>
                  </a:moveTo>
                  <a:lnTo>
                    <a:pt x="49651" y="63739"/>
                  </a:lnTo>
                  <a:lnTo>
                    <a:pt x="54433" y="36873"/>
                  </a:lnTo>
                  <a:close/>
                  <a:moveTo>
                    <a:pt x="239146" y="63739"/>
                  </a:moveTo>
                  <a:lnTo>
                    <a:pt x="239146" y="56704"/>
                  </a:lnTo>
                  <a:lnTo>
                    <a:pt x="228050" y="63739"/>
                  </a:lnTo>
                  <a:close/>
                  <a:moveTo>
                    <a:pt x="228050" y="63739"/>
                  </a:moveTo>
                  <a:lnTo>
                    <a:pt x="239146" y="56704"/>
                  </a:lnTo>
                  <a:lnTo>
                    <a:pt x="228421" y="36873"/>
                  </a:lnTo>
                  <a:close/>
                  <a:moveTo>
                    <a:pt x="66590" y="26168"/>
                  </a:moveTo>
                  <a:lnTo>
                    <a:pt x="54433" y="36873"/>
                  </a:lnTo>
                  <a:lnTo>
                    <a:pt x="66590" y="36873"/>
                  </a:lnTo>
                  <a:close/>
                  <a:moveTo>
                    <a:pt x="101101" y="10008"/>
                  </a:moveTo>
                  <a:lnTo>
                    <a:pt x="94683" y="10008"/>
                  </a:lnTo>
                  <a:lnTo>
                    <a:pt x="101101" y="20166"/>
                  </a:lnTo>
                  <a:close/>
                  <a:moveTo>
                    <a:pt x="94683" y="10008"/>
                  </a:moveTo>
                  <a:lnTo>
                    <a:pt x="66590" y="26168"/>
                  </a:lnTo>
                  <a:lnTo>
                    <a:pt x="101101" y="20166"/>
                  </a:lnTo>
                  <a:close/>
                  <a:moveTo>
                    <a:pt x="73371" y="36873"/>
                  </a:moveTo>
                  <a:lnTo>
                    <a:pt x="66590" y="26168"/>
                  </a:lnTo>
                  <a:lnTo>
                    <a:pt x="66590" y="36873"/>
                  </a:lnTo>
                  <a:close/>
                  <a:moveTo>
                    <a:pt x="204635" y="16737"/>
                  </a:moveTo>
                  <a:lnTo>
                    <a:pt x="209866" y="36873"/>
                  </a:lnTo>
                  <a:lnTo>
                    <a:pt x="228421" y="36873"/>
                  </a:lnTo>
                  <a:close/>
                  <a:moveTo>
                    <a:pt x="189806" y="10008"/>
                  </a:moveTo>
                  <a:lnTo>
                    <a:pt x="170124" y="10008"/>
                  </a:lnTo>
                  <a:lnTo>
                    <a:pt x="204635" y="16737"/>
                  </a:lnTo>
                  <a:close/>
                  <a:moveTo>
                    <a:pt x="204635" y="16737"/>
                  </a:moveTo>
                  <a:lnTo>
                    <a:pt x="170124" y="10008"/>
                  </a:lnTo>
                  <a:lnTo>
                    <a:pt x="170124" y="15717"/>
                  </a:lnTo>
                  <a:close/>
                  <a:moveTo>
                    <a:pt x="101101" y="10008"/>
                  </a:moveTo>
                  <a:lnTo>
                    <a:pt x="135613" y="10008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2719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10008"/>
                  </a:lnTo>
                  <a:lnTo>
                    <a:pt x="170124" y="2719"/>
                  </a:lnTo>
                  <a:close/>
                  <a:moveTo>
                    <a:pt x="170124" y="10008"/>
                  </a:moveTo>
                  <a:lnTo>
                    <a:pt x="189806" y="10008"/>
                  </a:lnTo>
                  <a:lnTo>
                    <a:pt x="170124" y="2719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4023" name="Match_B4__4022">
              <a:extLst>
                <a:ext uri="{FF2B5EF4-FFF2-40B4-BE49-F238E27FC236}">
                  <a16:creationId xmlns:a16="http://schemas.microsoft.com/office/drawing/2014/main" id="{CAE5FB47-F2C4-13C7-8DD8-84C4B54CA936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74238"/>
              <a:ext cx="352425" cy="510446"/>
            </a:xfrm>
            <a:custGeom>
              <a:avLst/>
              <a:gdLst/>
              <a:ahLst/>
              <a:cxnLst/>
              <a:rect l="0" t="0" r="0" b="0"/>
              <a:pathLst>
                <a:path w="352425" h="510446">
                  <a:moveTo>
                    <a:pt x="66590" y="502009"/>
                  </a:moveTo>
                  <a:lnTo>
                    <a:pt x="101101" y="507197"/>
                  </a:lnTo>
                  <a:lnTo>
                    <a:pt x="66590" y="497593"/>
                  </a:lnTo>
                  <a:close/>
                  <a:moveTo>
                    <a:pt x="135613" y="510446"/>
                  </a:moveTo>
                  <a:lnTo>
                    <a:pt x="135613" y="508135"/>
                  </a:lnTo>
                  <a:lnTo>
                    <a:pt x="101101" y="507197"/>
                  </a:lnTo>
                  <a:close/>
                  <a:moveTo>
                    <a:pt x="135613" y="508135"/>
                  </a:moveTo>
                  <a:lnTo>
                    <a:pt x="170124" y="505208"/>
                  </a:lnTo>
                  <a:lnTo>
                    <a:pt x="170124" y="501559"/>
                  </a:lnTo>
                  <a:close/>
                  <a:moveTo>
                    <a:pt x="43276" y="483580"/>
                  </a:moveTo>
                  <a:lnTo>
                    <a:pt x="66590" y="502009"/>
                  </a:lnTo>
                  <a:lnTo>
                    <a:pt x="66590" y="497593"/>
                  </a:lnTo>
                  <a:close/>
                  <a:moveTo>
                    <a:pt x="43276" y="483580"/>
                  </a:moveTo>
                  <a:lnTo>
                    <a:pt x="32079" y="472314"/>
                  </a:lnTo>
                  <a:lnTo>
                    <a:pt x="32079" y="479671"/>
                  </a:lnTo>
                  <a:close/>
                  <a:moveTo>
                    <a:pt x="170124" y="501559"/>
                  </a:moveTo>
                  <a:lnTo>
                    <a:pt x="170124" y="505208"/>
                  </a:lnTo>
                  <a:lnTo>
                    <a:pt x="204635" y="486267"/>
                  </a:lnTo>
                  <a:close/>
                  <a:moveTo>
                    <a:pt x="215055" y="483580"/>
                  </a:moveTo>
                  <a:lnTo>
                    <a:pt x="208940" y="483580"/>
                  </a:lnTo>
                  <a:lnTo>
                    <a:pt x="204635" y="486267"/>
                  </a:lnTo>
                  <a:close/>
                  <a:moveTo>
                    <a:pt x="208940" y="483580"/>
                  </a:moveTo>
                  <a:lnTo>
                    <a:pt x="215055" y="483580"/>
                  </a:lnTo>
                  <a:lnTo>
                    <a:pt x="239146" y="460980"/>
                  </a:lnTo>
                  <a:close/>
                  <a:moveTo>
                    <a:pt x="20298" y="456714"/>
                  </a:moveTo>
                  <a:lnTo>
                    <a:pt x="32079" y="479671"/>
                  </a:lnTo>
                  <a:lnTo>
                    <a:pt x="32079" y="472314"/>
                  </a:lnTo>
                  <a:close/>
                  <a:moveTo>
                    <a:pt x="9058" y="429849"/>
                  </a:moveTo>
                  <a:lnTo>
                    <a:pt x="20298" y="456714"/>
                  </a:lnTo>
                  <a:lnTo>
                    <a:pt x="13817" y="429849"/>
                  </a:lnTo>
                  <a:close/>
                  <a:moveTo>
                    <a:pt x="248122" y="456714"/>
                  </a:moveTo>
                  <a:lnTo>
                    <a:pt x="244235" y="456714"/>
                  </a:lnTo>
                  <a:lnTo>
                    <a:pt x="239146" y="460980"/>
                  </a:lnTo>
                  <a:close/>
                  <a:moveTo>
                    <a:pt x="248122" y="456714"/>
                  </a:moveTo>
                  <a:lnTo>
                    <a:pt x="272275" y="429849"/>
                  </a:lnTo>
                  <a:lnTo>
                    <a:pt x="244235" y="456714"/>
                  </a:lnTo>
                  <a:close/>
                  <a:moveTo>
                    <a:pt x="13895" y="402983"/>
                  </a:moveTo>
                  <a:lnTo>
                    <a:pt x="13817" y="429849"/>
                  </a:lnTo>
                  <a:lnTo>
                    <a:pt x="18356" y="402983"/>
                  </a:lnTo>
                  <a:close/>
                  <a:moveTo>
                    <a:pt x="300812" y="402983"/>
                  </a:moveTo>
                  <a:lnTo>
                    <a:pt x="273658" y="428457"/>
                  </a:lnTo>
                  <a:lnTo>
                    <a:pt x="273909" y="429849"/>
                  </a:lnTo>
                  <a:close/>
                  <a:moveTo>
                    <a:pt x="272275" y="429849"/>
                  </a:moveTo>
                  <a:lnTo>
                    <a:pt x="273658" y="429849"/>
                  </a:lnTo>
                  <a:lnTo>
                    <a:pt x="273658" y="428457"/>
                  </a:lnTo>
                  <a:close/>
                  <a:moveTo>
                    <a:pt x="27506" y="376118"/>
                  </a:moveTo>
                  <a:lnTo>
                    <a:pt x="18356" y="402983"/>
                  </a:lnTo>
                  <a:lnTo>
                    <a:pt x="31652" y="376118"/>
                  </a:lnTo>
                  <a:close/>
                  <a:moveTo>
                    <a:pt x="300812" y="402983"/>
                  </a:moveTo>
                  <a:lnTo>
                    <a:pt x="300550" y="402983"/>
                  </a:lnTo>
                  <a:lnTo>
                    <a:pt x="308169" y="395408"/>
                  </a:lnTo>
                  <a:close/>
                  <a:moveTo>
                    <a:pt x="32079" y="375396"/>
                  </a:moveTo>
                  <a:lnTo>
                    <a:pt x="27506" y="376118"/>
                  </a:lnTo>
                  <a:lnTo>
                    <a:pt x="31652" y="376118"/>
                  </a:lnTo>
                  <a:close/>
                  <a:moveTo>
                    <a:pt x="32079" y="375396"/>
                  </a:moveTo>
                  <a:lnTo>
                    <a:pt x="47206" y="349252"/>
                  </a:lnTo>
                  <a:lnTo>
                    <a:pt x="44433" y="349252"/>
                  </a:lnTo>
                  <a:close/>
                  <a:moveTo>
                    <a:pt x="325237" y="376118"/>
                  </a:moveTo>
                  <a:lnTo>
                    <a:pt x="326794" y="376118"/>
                  </a:lnTo>
                  <a:lnTo>
                    <a:pt x="308169" y="395408"/>
                  </a:lnTo>
                  <a:close/>
                  <a:moveTo>
                    <a:pt x="342191" y="349252"/>
                  </a:moveTo>
                  <a:lnTo>
                    <a:pt x="342680" y="351755"/>
                  </a:lnTo>
                  <a:lnTo>
                    <a:pt x="326794" y="376118"/>
                  </a:lnTo>
                  <a:close/>
                  <a:moveTo>
                    <a:pt x="56690" y="322387"/>
                  </a:moveTo>
                  <a:lnTo>
                    <a:pt x="47206" y="349252"/>
                  </a:lnTo>
                  <a:lnTo>
                    <a:pt x="58513" y="322387"/>
                  </a:lnTo>
                  <a:close/>
                  <a:moveTo>
                    <a:pt x="57685" y="295521"/>
                  </a:moveTo>
                  <a:lnTo>
                    <a:pt x="58513" y="322387"/>
                  </a:lnTo>
                  <a:lnTo>
                    <a:pt x="59504" y="295521"/>
                  </a:lnTo>
                  <a:close/>
                  <a:moveTo>
                    <a:pt x="352425" y="322387"/>
                  </a:moveTo>
                  <a:lnTo>
                    <a:pt x="344306" y="349252"/>
                  </a:lnTo>
                  <a:lnTo>
                    <a:pt x="350245" y="322387"/>
                  </a:lnTo>
                  <a:close/>
                  <a:moveTo>
                    <a:pt x="350077" y="295521"/>
                  </a:moveTo>
                  <a:lnTo>
                    <a:pt x="352425" y="322387"/>
                  </a:lnTo>
                  <a:lnTo>
                    <a:pt x="347878" y="295521"/>
                  </a:lnTo>
                  <a:close/>
                  <a:moveTo>
                    <a:pt x="45969" y="268656"/>
                  </a:moveTo>
                  <a:lnTo>
                    <a:pt x="59504" y="295521"/>
                  </a:lnTo>
                  <a:lnTo>
                    <a:pt x="48844" y="268656"/>
                  </a:lnTo>
                  <a:close/>
                  <a:moveTo>
                    <a:pt x="342680" y="284207"/>
                  </a:moveTo>
                  <a:lnTo>
                    <a:pt x="342680" y="279700"/>
                  </a:lnTo>
                  <a:lnTo>
                    <a:pt x="350077" y="295521"/>
                  </a:lnTo>
                  <a:close/>
                  <a:moveTo>
                    <a:pt x="342680" y="279700"/>
                  </a:moveTo>
                  <a:lnTo>
                    <a:pt x="342680" y="284207"/>
                  </a:lnTo>
                  <a:lnTo>
                    <a:pt x="337469" y="268656"/>
                  </a:lnTo>
                  <a:close/>
                  <a:moveTo>
                    <a:pt x="48844" y="268656"/>
                  </a:moveTo>
                  <a:lnTo>
                    <a:pt x="32079" y="243192"/>
                  </a:lnTo>
                  <a:lnTo>
                    <a:pt x="32079" y="249180"/>
                  </a:lnTo>
                  <a:close/>
                  <a:moveTo>
                    <a:pt x="315803" y="241790"/>
                  </a:moveTo>
                  <a:lnTo>
                    <a:pt x="337469" y="268656"/>
                  </a:lnTo>
                  <a:lnTo>
                    <a:pt x="314492" y="241790"/>
                  </a:lnTo>
                  <a:close/>
                  <a:moveTo>
                    <a:pt x="31137" y="241790"/>
                  </a:moveTo>
                  <a:lnTo>
                    <a:pt x="32079" y="249180"/>
                  </a:lnTo>
                  <a:lnTo>
                    <a:pt x="32079" y="243192"/>
                  </a:lnTo>
                  <a:close/>
                  <a:moveTo>
                    <a:pt x="9838" y="214924"/>
                  </a:moveTo>
                  <a:lnTo>
                    <a:pt x="31137" y="241790"/>
                  </a:lnTo>
                  <a:lnTo>
                    <a:pt x="14470" y="214924"/>
                  </a:lnTo>
                  <a:close/>
                  <a:moveTo>
                    <a:pt x="308169" y="235078"/>
                  </a:moveTo>
                  <a:lnTo>
                    <a:pt x="308169" y="234072"/>
                  </a:lnTo>
                  <a:lnTo>
                    <a:pt x="315803" y="241790"/>
                  </a:lnTo>
                  <a:close/>
                  <a:moveTo>
                    <a:pt x="308169" y="234072"/>
                  </a:moveTo>
                  <a:lnTo>
                    <a:pt x="308169" y="235078"/>
                  </a:lnTo>
                  <a:lnTo>
                    <a:pt x="289438" y="214924"/>
                  </a:lnTo>
                  <a:close/>
                  <a:moveTo>
                    <a:pt x="844" y="188059"/>
                  </a:moveTo>
                  <a:lnTo>
                    <a:pt x="14470" y="214924"/>
                  </a:lnTo>
                  <a:lnTo>
                    <a:pt x="5676" y="188059"/>
                  </a:lnTo>
                  <a:close/>
                  <a:moveTo>
                    <a:pt x="273658" y="194550"/>
                  </a:moveTo>
                  <a:lnTo>
                    <a:pt x="273658" y="197128"/>
                  </a:lnTo>
                  <a:lnTo>
                    <a:pt x="289438" y="214924"/>
                  </a:lnTo>
                  <a:close/>
                  <a:moveTo>
                    <a:pt x="273658" y="197128"/>
                  </a:moveTo>
                  <a:lnTo>
                    <a:pt x="273658" y="194550"/>
                  </a:lnTo>
                  <a:lnTo>
                    <a:pt x="266624" y="188059"/>
                  </a:lnTo>
                  <a:close/>
                  <a:moveTo>
                    <a:pt x="0" y="161193"/>
                  </a:moveTo>
                  <a:lnTo>
                    <a:pt x="5676" y="188059"/>
                  </a:lnTo>
                  <a:lnTo>
                    <a:pt x="5359" y="161193"/>
                  </a:lnTo>
                  <a:close/>
                  <a:moveTo>
                    <a:pt x="251214" y="161193"/>
                  </a:moveTo>
                  <a:lnTo>
                    <a:pt x="266624" y="188059"/>
                  </a:lnTo>
                  <a:lnTo>
                    <a:pt x="256315" y="161193"/>
                  </a:lnTo>
                  <a:close/>
                  <a:moveTo>
                    <a:pt x="5610" y="134328"/>
                  </a:moveTo>
                  <a:lnTo>
                    <a:pt x="5359" y="161193"/>
                  </a:lnTo>
                  <a:lnTo>
                    <a:pt x="12270" y="134328"/>
                  </a:lnTo>
                  <a:close/>
                  <a:moveTo>
                    <a:pt x="241184" y="134328"/>
                  </a:moveTo>
                  <a:lnTo>
                    <a:pt x="251214" y="161193"/>
                  </a:lnTo>
                  <a:lnTo>
                    <a:pt x="249234" y="134328"/>
                  </a:lnTo>
                  <a:close/>
                  <a:moveTo>
                    <a:pt x="14436" y="107462"/>
                  </a:moveTo>
                  <a:lnTo>
                    <a:pt x="12270" y="134328"/>
                  </a:lnTo>
                  <a:lnTo>
                    <a:pt x="23473" y="107462"/>
                  </a:lnTo>
                  <a:close/>
                  <a:moveTo>
                    <a:pt x="241184" y="134328"/>
                  </a:moveTo>
                  <a:lnTo>
                    <a:pt x="239146" y="107462"/>
                  </a:lnTo>
                  <a:lnTo>
                    <a:pt x="239146" y="123096"/>
                  </a:lnTo>
                  <a:close/>
                  <a:moveTo>
                    <a:pt x="247506" y="107462"/>
                  </a:moveTo>
                  <a:lnTo>
                    <a:pt x="239146" y="107462"/>
                  </a:lnTo>
                  <a:lnTo>
                    <a:pt x="241184" y="134328"/>
                  </a:lnTo>
                  <a:close/>
                  <a:moveTo>
                    <a:pt x="23473" y="107462"/>
                  </a:moveTo>
                  <a:lnTo>
                    <a:pt x="32079" y="89458"/>
                  </a:lnTo>
                  <a:lnTo>
                    <a:pt x="24202" y="80597"/>
                  </a:lnTo>
                  <a:close/>
                  <a:moveTo>
                    <a:pt x="239146" y="107462"/>
                  </a:moveTo>
                  <a:lnTo>
                    <a:pt x="239146" y="80597"/>
                  </a:lnTo>
                  <a:lnTo>
                    <a:pt x="236744" y="107462"/>
                  </a:lnTo>
                  <a:close/>
                  <a:moveTo>
                    <a:pt x="239146" y="80597"/>
                  </a:moveTo>
                  <a:lnTo>
                    <a:pt x="234405" y="80597"/>
                  </a:lnTo>
                  <a:lnTo>
                    <a:pt x="236744" y="107462"/>
                  </a:lnTo>
                  <a:close/>
                  <a:moveTo>
                    <a:pt x="239146" y="123096"/>
                  </a:moveTo>
                  <a:lnTo>
                    <a:pt x="239146" y="107462"/>
                  </a:lnTo>
                  <a:lnTo>
                    <a:pt x="236744" y="107462"/>
                  </a:lnTo>
                  <a:close/>
                  <a:moveTo>
                    <a:pt x="36133" y="53731"/>
                  </a:moveTo>
                  <a:lnTo>
                    <a:pt x="35904" y="80597"/>
                  </a:lnTo>
                  <a:lnTo>
                    <a:pt x="49651" y="53731"/>
                  </a:lnTo>
                  <a:close/>
                  <a:moveTo>
                    <a:pt x="32079" y="80597"/>
                  </a:moveTo>
                  <a:lnTo>
                    <a:pt x="32079" y="89458"/>
                  </a:lnTo>
                  <a:lnTo>
                    <a:pt x="35904" y="80597"/>
                  </a:lnTo>
                  <a:close/>
                  <a:moveTo>
                    <a:pt x="239146" y="80597"/>
                  </a:moveTo>
                  <a:lnTo>
                    <a:pt x="239146" y="53731"/>
                  </a:lnTo>
                  <a:lnTo>
                    <a:pt x="234405" y="80597"/>
                  </a:lnTo>
                  <a:close/>
                  <a:moveTo>
                    <a:pt x="239146" y="53731"/>
                  </a:moveTo>
                  <a:lnTo>
                    <a:pt x="228050" y="53731"/>
                  </a:lnTo>
                  <a:lnTo>
                    <a:pt x="234405" y="80597"/>
                  </a:lnTo>
                  <a:close/>
                  <a:moveTo>
                    <a:pt x="49651" y="53731"/>
                  </a:moveTo>
                  <a:lnTo>
                    <a:pt x="66590" y="33163"/>
                  </a:lnTo>
                  <a:lnTo>
                    <a:pt x="54433" y="26866"/>
                  </a:lnTo>
                  <a:close/>
                  <a:moveTo>
                    <a:pt x="228050" y="53731"/>
                  </a:moveTo>
                  <a:lnTo>
                    <a:pt x="228421" y="26866"/>
                  </a:lnTo>
                  <a:lnTo>
                    <a:pt x="209866" y="26866"/>
                  </a:lnTo>
                  <a:close/>
                  <a:moveTo>
                    <a:pt x="101101" y="10158"/>
                  </a:moveTo>
                  <a:lnTo>
                    <a:pt x="66590" y="16160"/>
                  </a:lnTo>
                  <a:lnTo>
                    <a:pt x="73371" y="26866"/>
                  </a:lnTo>
                  <a:close/>
                  <a:moveTo>
                    <a:pt x="66590" y="26866"/>
                  </a:moveTo>
                  <a:lnTo>
                    <a:pt x="66590" y="33163"/>
                  </a:lnTo>
                  <a:lnTo>
                    <a:pt x="73371" y="26866"/>
                  </a:lnTo>
                  <a:close/>
                  <a:moveTo>
                    <a:pt x="204635" y="6729"/>
                  </a:moveTo>
                  <a:lnTo>
                    <a:pt x="204635" y="22521"/>
                  </a:lnTo>
                  <a:lnTo>
                    <a:pt x="209866" y="26866"/>
                  </a:lnTo>
                  <a:close/>
                  <a:moveTo>
                    <a:pt x="204635" y="6729"/>
                  </a:moveTo>
                  <a:lnTo>
                    <a:pt x="170124" y="5709"/>
                  </a:lnTo>
                  <a:lnTo>
                    <a:pt x="204635" y="22521"/>
                  </a:lnTo>
                  <a:close/>
                  <a:moveTo>
                    <a:pt x="135613" y="0"/>
                  </a:moveTo>
                  <a:lnTo>
                    <a:pt x="101101" y="0"/>
                  </a:lnTo>
                  <a:lnTo>
                    <a:pt x="135613" y="2389"/>
                  </a:lnTo>
                  <a:close/>
                  <a:moveTo>
                    <a:pt x="101101" y="0"/>
                  </a:moveTo>
                  <a:lnTo>
                    <a:pt x="101101" y="10158"/>
                  </a:lnTo>
                  <a:lnTo>
                    <a:pt x="135613" y="2389"/>
                  </a:lnTo>
                  <a:close/>
                  <a:moveTo>
                    <a:pt x="170124" y="0"/>
                  </a:moveTo>
                  <a:lnTo>
                    <a:pt x="135613" y="0"/>
                  </a:lnTo>
                  <a:lnTo>
                    <a:pt x="170124" y="5709"/>
                  </a:lnTo>
                  <a:close/>
                  <a:moveTo>
                    <a:pt x="135613" y="0"/>
                  </a:moveTo>
                  <a:lnTo>
                    <a:pt x="135613" y="2389"/>
                  </a:lnTo>
                  <a:lnTo>
                    <a:pt x="170124" y="5709"/>
                  </a:lnTo>
                  <a:close/>
                  <a:moveTo>
                    <a:pt x="344306" y="349252"/>
                  </a:moveTo>
                  <a:lnTo>
                    <a:pt x="342680" y="351755"/>
                  </a:lnTo>
                  <a:lnTo>
                    <a:pt x="342680" y="349252"/>
                  </a:lnTo>
                  <a:close/>
                  <a:moveTo>
                    <a:pt x="32079" y="375396"/>
                  </a:moveTo>
                  <a:lnTo>
                    <a:pt x="31652" y="376118"/>
                  </a:lnTo>
                  <a:lnTo>
                    <a:pt x="32079" y="376118"/>
                  </a:lnTo>
                  <a:close/>
                  <a:moveTo>
                    <a:pt x="32079" y="375396"/>
                  </a:moveTo>
                  <a:lnTo>
                    <a:pt x="32079" y="376118"/>
                  </a:lnTo>
                  <a:lnTo>
                    <a:pt x="47206" y="349252"/>
                  </a:lnTo>
                  <a:close/>
                  <a:moveTo>
                    <a:pt x="31137" y="241790"/>
                  </a:moveTo>
                  <a:lnTo>
                    <a:pt x="32079" y="243192"/>
                  </a:lnTo>
                  <a:lnTo>
                    <a:pt x="32079" y="241790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4024" name="Match_B4__4023">
              <a:extLst>
                <a:ext uri="{FF2B5EF4-FFF2-40B4-BE49-F238E27FC236}">
                  <a16:creationId xmlns:a16="http://schemas.microsoft.com/office/drawing/2014/main" id="{6CCC0454-B0B8-8A0E-4F17-E9D7BEA08ADF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7066" cy="505746"/>
            </a:xfrm>
            <a:custGeom>
              <a:avLst/>
              <a:gdLst/>
              <a:ahLst/>
              <a:cxnLst/>
              <a:rect l="0" t="0" r="0" b="0"/>
              <a:pathLst>
                <a:path w="347066" h="505746">
                  <a:moveTo>
                    <a:pt x="37917" y="481191"/>
                  </a:moveTo>
                  <a:lnTo>
                    <a:pt x="61231" y="495204"/>
                  </a:lnTo>
                  <a:lnTo>
                    <a:pt x="61231" y="481191"/>
                  </a:lnTo>
                  <a:close/>
                  <a:moveTo>
                    <a:pt x="26720" y="469925"/>
                  </a:moveTo>
                  <a:lnTo>
                    <a:pt x="37917" y="481191"/>
                  </a:lnTo>
                  <a:lnTo>
                    <a:pt x="34339" y="454326"/>
                  </a:lnTo>
                  <a:close/>
                  <a:moveTo>
                    <a:pt x="95742" y="504808"/>
                  </a:moveTo>
                  <a:lnTo>
                    <a:pt x="95742" y="491805"/>
                  </a:lnTo>
                  <a:lnTo>
                    <a:pt x="61231" y="495204"/>
                  </a:lnTo>
                  <a:close/>
                  <a:moveTo>
                    <a:pt x="95742" y="504808"/>
                  </a:moveTo>
                  <a:lnTo>
                    <a:pt x="130254" y="505746"/>
                  </a:lnTo>
                  <a:lnTo>
                    <a:pt x="130254" y="493408"/>
                  </a:lnTo>
                  <a:close/>
                  <a:moveTo>
                    <a:pt x="130254" y="505746"/>
                  </a:moveTo>
                  <a:lnTo>
                    <a:pt x="164765" y="499170"/>
                  </a:lnTo>
                  <a:lnTo>
                    <a:pt x="164765" y="486214"/>
                  </a:lnTo>
                  <a:close/>
                  <a:moveTo>
                    <a:pt x="199276" y="483878"/>
                  </a:moveTo>
                  <a:lnTo>
                    <a:pt x="199276" y="481191"/>
                  </a:lnTo>
                  <a:lnTo>
                    <a:pt x="164765" y="486214"/>
                  </a:lnTo>
                  <a:close/>
                  <a:moveTo>
                    <a:pt x="164765" y="499170"/>
                  </a:moveTo>
                  <a:lnTo>
                    <a:pt x="199276" y="483878"/>
                  </a:lnTo>
                  <a:lnTo>
                    <a:pt x="164765" y="486214"/>
                  </a:lnTo>
                  <a:close/>
                  <a:moveTo>
                    <a:pt x="199276" y="481191"/>
                  </a:moveTo>
                  <a:lnTo>
                    <a:pt x="199276" y="483878"/>
                  </a:lnTo>
                  <a:lnTo>
                    <a:pt x="203581" y="481191"/>
                  </a:lnTo>
                  <a:close/>
                  <a:moveTo>
                    <a:pt x="199276" y="469446"/>
                  </a:moveTo>
                  <a:lnTo>
                    <a:pt x="233787" y="458592"/>
                  </a:lnTo>
                  <a:lnTo>
                    <a:pt x="233787" y="454326"/>
                  </a:lnTo>
                  <a:close/>
                  <a:moveTo>
                    <a:pt x="199276" y="481191"/>
                  </a:moveTo>
                  <a:lnTo>
                    <a:pt x="233787" y="458592"/>
                  </a:lnTo>
                  <a:lnTo>
                    <a:pt x="199276" y="469446"/>
                  </a:lnTo>
                  <a:close/>
                  <a:moveTo>
                    <a:pt x="203581" y="481191"/>
                  </a:moveTo>
                  <a:lnTo>
                    <a:pt x="233787" y="458592"/>
                  </a:lnTo>
                  <a:lnTo>
                    <a:pt x="199276" y="481191"/>
                  </a:lnTo>
                  <a:close/>
                  <a:moveTo>
                    <a:pt x="14939" y="454326"/>
                  </a:moveTo>
                  <a:lnTo>
                    <a:pt x="26720" y="469925"/>
                  </a:lnTo>
                  <a:lnTo>
                    <a:pt x="26720" y="454326"/>
                  </a:lnTo>
                  <a:close/>
                  <a:moveTo>
                    <a:pt x="8458" y="427460"/>
                  </a:moveTo>
                  <a:lnTo>
                    <a:pt x="14939" y="454326"/>
                  </a:lnTo>
                  <a:lnTo>
                    <a:pt x="25535" y="427460"/>
                  </a:lnTo>
                  <a:close/>
                  <a:moveTo>
                    <a:pt x="233787" y="454326"/>
                  </a:moveTo>
                  <a:lnTo>
                    <a:pt x="233787" y="458592"/>
                  </a:lnTo>
                  <a:lnTo>
                    <a:pt x="238876" y="454326"/>
                  </a:lnTo>
                  <a:close/>
                  <a:moveTo>
                    <a:pt x="238876" y="454326"/>
                  </a:moveTo>
                  <a:lnTo>
                    <a:pt x="233787" y="443490"/>
                  </a:lnTo>
                  <a:lnTo>
                    <a:pt x="233787" y="454326"/>
                  </a:lnTo>
                  <a:close/>
                  <a:moveTo>
                    <a:pt x="266916" y="427460"/>
                  </a:moveTo>
                  <a:lnTo>
                    <a:pt x="252562" y="427460"/>
                  </a:lnTo>
                  <a:lnTo>
                    <a:pt x="238876" y="454326"/>
                  </a:lnTo>
                  <a:close/>
                  <a:moveTo>
                    <a:pt x="8458" y="427460"/>
                  </a:moveTo>
                  <a:lnTo>
                    <a:pt x="25535" y="427460"/>
                  </a:lnTo>
                  <a:lnTo>
                    <a:pt x="12997" y="400595"/>
                  </a:lnTo>
                  <a:close/>
                  <a:moveTo>
                    <a:pt x="266916" y="427460"/>
                  </a:moveTo>
                  <a:lnTo>
                    <a:pt x="268299" y="426068"/>
                  </a:lnTo>
                  <a:lnTo>
                    <a:pt x="268299" y="413589"/>
                  </a:lnTo>
                  <a:close/>
                  <a:moveTo>
                    <a:pt x="26293" y="373729"/>
                  </a:moveTo>
                  <a:lnTo>
                    <a:pt x="26720" y="400595"/>
                  </a:lnTo>
                  <a:lnTo>
                    <a:pt x="26720" y="373729"/>
                  </a:lnTo>
                  <a:close/>
                  <a:moveTo>
                    <a:pt x="26293" y="373729"/>
                  </a:moveTo>
                  <a:lnTo>
                    <a:pt x="12997" y="400595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68299" y="413589"/>
                  </a:lnTo>
                  <a:lnTo>
                    <a:pt x="268299" y="426068"/>
                  </a:lnTo>
                  <a:close/>
                  <a:moveTo>
                    <a:pt x="295453" y="400595"/>
                  </a:moveTo>
                  <a:lnTo>
                    <a:pt x="302810" y="393019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26720" y="373729"/>
                  </a:lnTo>
                  <a:lnTo>
                    <a:pt x="41540" y="373729"/>
                  </a:lnTo>
                  <a:close/>
                  <a:moveTo>
                    <a:pt x="321435" y="373729"/>
                  </a:moveTo>
                  <a:lnTo>
                    <a:pt x="302810" y="382465"/>
                  </a:lnTo>
                  <a:lnTo>
                    <a:pt x="302810" y="393019"/>
                  </a:lnTo>
                  <a:close/>
                  <a:moveTo>
                    <a:pt x="337321" y="349367"/>
                  </a:moveTo>
                  <a:lnTo>
                    <a:pt x="337321" y="346863"/>
                  </a:lnTo>
                  <a:lnTo>
                    <a:pt x="321435" y="373729"/>
                  </a:lnTo>
                  <a:close/>
                  <a:moveTo>
                    <a:pt x="321435" y="373729"/>
                  </a:moveTo>
                  <a:lnTo>
                    <a:pt x="337321" y="346863"/>
                  </a:lnTo>
                  <a:lnTo>
                    <a:pt x="330776" y="346863"/>
                  </a:lnTo>
                  <a:close/>
                  <a:moveTo>
                    <a:pt x="41847" y="346863"/>
                  </a:moveTo>
                  <a:lnTo>
                    <a:pt x="56093" y="346863"/>
                  </a:lnTo>
                  <a:lnTo>
                    <a:pt x="53154" y="319998"/>
                  </a:lnTo>
                  <a:close/>
                  <a:moveTo>
                    <a:pt x="337321" y="346863"/>
                  </a:moveTo>
                  <a:lnTo>
                    <a:pt x="337321" y="349367"/>
                  </a:lnTo>
                  <a:lnTo>
                    <a:pt x="338947" y="346863"/>
                  </a:lnTo>
                  <a:close/>
                  <a:moveTo>
                    <a:pt x="338947" y="346863"/>
                  </a:moveTo>
                  <a:lnTo>
                    <a:pt x="337321" y="325662"/>
                  </a:lnTo>
                  <a:lnTo>
                    <a:pt x="337321" y="346863"/>
                  </a:lnTo>
                  <a:close/>
                  <a:moveTo>
                    <a:pt x="347066" y="319998"/>
                  </a:moveTo>
                  <a:lnTo>
                    <a:pt x="339097" y="319998"/>
                  </a:lnTo>
                  <a:lnTo>
                    <a:pt x="338947" y="346863"/>
                  </a:lnTo>
                  <a:close/>
                  <a:moveTo>
                    <a:pt x="54145" y="293132"/>
                  </a:moveTo>
                  <a:lnTo>
                    <a:pt x="61231" y="319998"/>
                  </a:lnTo>
                  <a:lnTo>
                    <a:pt x="61231" y="293132"/>
                  </a:lnTo>
                  <a:close/>
                  <a:moveTo>
                    <a:pt x="54145" y="293132"/>
                  </a:moveTo>
                  <a:lnTo>
                    <a:pt x="53154" y="319998"/>
                  </a:lnTo>
                  <a:lnTo>
                    <a:pt x="61231" y="319998"/>
                  </a:lnTo>
                  <a:close/>
                  <a:moveTo>
                    <a:pt x="347066" y="319998"/>
                  </a:moveTo>
                  <a:lnTo>
                    <a:pt x="344718" y="293132"/>
                  </a:lnTo>
                  <a:lnTo>
                    <a:pt x="339097" y="319998"/>
                  </a:lnTo>
                  <a:close/>
                  <a:moveTo>
                    <a:pt x="43485" y="266267"/>
                  </a:moveTo>
                  <a:lnTo>
                    <a:pt x="54145" y="293132"/>
                  </a:lnTo>
                  <a:lnTo>
                    <a:pt x="58241" y="266267"/>
                  </a:lnTo>
                  <a:close/>
                  <a:moveTo>
                    <a:pt x="337321" y="293132"/>
                  </a:moveTo>
                  <a:lnTo>
                    <a:pt x="344718" y="293132"/>
                  </a:lnTo>
                  <a:lnTo>
                    <a:pt x="337321" y="277311"/>
                  </a:lnTo>
                  <a:close/>
                  <a:moveTo>
                    <a:pt x="336595" y="293132"/>
                  </a:moveTo>
                  <a:lnTo>
                    <a:pt x="337321" y="277311"/>
                  </a:lnTo>
                  <a:lnTo>
                    <a:pt x="332110" y="266267"/>
                  </a:lnTo>
                  <a:close/>
                  <a:moveTo>
                    <a:pt x="26720" y="239401"/>
                  </a:moveTo>
                  <a:lnTo>
                    <a:pt x="26720" y="240803"/>
                  </a:lnTo>
                  <a:lnTo>
                    <a:pt x="41926" y="239401"/>
                  </a:lnTo>
                  <a:close/>
                  <a:moveTo>
                    <a:pt x="41926" y="239401"/>
                  </a:moveTo>
                  <a:lnTo>
                    <a:pt x="26720" y="240803"/>
                  </a:lnTo>
                  <a:lnTo>
                    <a:pt x="43485" y="266267"/>
                  </a:lnTo>
                  <a:close/>
                  <a:moveTo>
                    <a:pt x="332110" y="266267"/>
                  </a:moveTo>
                  <a:lnTo>
                    <a:pt x="310444" y="239401"/>
                  </a:lnTo>
                  <a:lnTo>
                    <a:pt x="323464" y="266267"/>
                  </a:lnTo>
                  <a:close/>
                  <a:moveTo>
                    <a:pt x="25778" y="239401"/>
                  </a:moveTo>
                  <a:lnTo>
                    <a:pt x="26720" y="239401"/>
                  </a:lnTo>
                  <a:lnTo>
                    <a:pt x="25779" y="212536"/>
                  </a:lnTo>
                  <a:close/>
                  <a:moveTo>
                    <a:pt x="9111" y="212536"/>
                  </a:moveTo>
                  <a:lnTo>
                    <a:pt x="25778" y="239401"/>
                  </a:lnTo>
                  <a:lnTo>
                    <a:pt x="25779" y="212536"/>
                  </a:lnTo>
                  <a:close/>
                  <a:moveTo>
                    <a:pt x="302810" y="239401"/>
                  </a:moveTo>
                  <a:lnTo>
                    <a:pt x="310444" y="239401"/>
                  </a:lnTo>
                  <a:lnTo>
                    <a:pt x="302810" y="231683"/>
                  </a:lnTo>
                  <a:close/>
                  <a:moveTo>
                    <a:pt x="299632" y="239401"/>
                  </a:moveTo>
                  <a:lnTo>
                    <a:pt x="302810" y="231683"/>
                  </a:lnTo>
                  <a:lnTo>
                    <a:pt x="284080" y="212536"/>
                  </a:lnTo>
                  <a:close/>
                  <a:moveTo>
                    <a:pt x="317" y="185670"/>
                  </a:moveTo>
                  <a:lnTo>
                    <a:pt x="9111" y="212536"/>
                  </a:lnTo>
                  <a:lnTo>
                    <a:pt x="25779" y="212536"/>
                  </a:lnTo>
                  <a:close/>
                  <a:moveTo>
                    <a:pt x="268299" y="194740"/>
                  </a:moveTo>
                  <a:lnTo>
                    <a:pt x="270706" y="212536"/>
                  </a:lnTo>
                  <a:lnTo>
                    <a:pt x="284080" y="212536"/>
                  </a:lnTo>
                  <a:close/>
                  <a:moveTo>
                    <a:pt x="268299" y="194740"/>
                  </a:moveTo>
                  <a:lnTo>
                    <a:pt x="261265" y="18567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317" y="185670"/>
                  </a:lnTo>
                  <a:lnTo>
                    <a:pt x="16763" y="185670"/>
                  </a:lnTo>
                  <a:close/>
                  <a:moveTo>
                    <a:pt x="261265" y="185670"/>
                  </a:moveTo>
                  <a:lnTo>
                    <a:pt x="245855" y="158805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7336" y="158805"/>
                  </a:lnTo>
                  <a:lnTo>
                    <a:pt x="6911" y="131939"/>
                  </a:lnTo>
                  <a:close/>
                  <a:moveTo>
                    <a:pt x="233787" y="131939"/>
                  </a:moveTo>
                  <a:lnTo>
                    <a:pt x="245855" y="158805"/>
                  </a:lnTo>
                  <a:lnTo>
                    <a:pt x="235825" y="131939"/>
                  </a:lnTo>
                  <a:close/>
                  <a:moveTo>
                    <a:pt x="233787" y="131939"/>
                  </a:moveTo>
                  <a:lnTo>
                    <a:pt x="233787" y="158805"/>
                  </a:lnTo>
                  <a:lnTo>
                    <a:pt x="245855" y="158805"/>
                  </a:lnTo>
                  <a:close/>
                  <a:moveTo>
                    <a:pt x="18114" y="105073"/>
                  </a:moveTo>
                  <a:lnTo>
                    <a:pt x="26720" y="131939"/>
                  </a:lnTo>
                  <a:lnTo>
                    <a:pt x="26720" y="105073"/>
                  </a:lnTo>
                  <a:close/>
                  <a:moveTo>
                    <a:pt x="18114" y="105073"/>
                  </a:moveTo>
                  <a:lnTo>
                    <a:pt x="6911" y="131939"/>
                  </a:lnTo>
                  <a:lnTo>
                    <a:pt x="26720" y="131939"/>
                  </a:lnTo>
                  <a:close/>
                  <a:moveTo>
                    <a:pt x="233787" y="131939"/>
                  </a:moveTo>
                  <a:lnTo>
                    <a:pt x="235825" y="131939"/>
                  </a:lnTo>
                  <a:lnTo>
                    <a:pt x="233787" y="120707"/>
                  </a:lnTo>
                  <a:close/>
                  <a:moveTo>
                    <a:pt x="233787" y="131939"/>
                  </a:moveTo>
                  <a:lnTo>
                    <a:pt x="233787" y="120707"/>
                  </a:lnTo>
                  <a:lnTo>
                    <a:pt x="215233" y="131939"/>
                  </a:lnTo>
                  <a:close/>
                  <a:moveTo>
                    <a:pt x="215233" y="131939"/>
                  </a:moveTo>
                  <a:lnTo>
                    <a:pt x="233787" y="120707"/>
                  </a:lnTo>
                  <a:lnTo>
                    <a:pt x="231385" y="105073"/>
                  </a:lnTo>
                  <a:close/>
                  <a:moveTo>
                    <a:pt x="26720" y="87069"/>
                  </a:moveTo>
                  <a:lnTo>
                    <a:pt x="18114" y="105073"/>
                  </a:lnTo>
                  <a:lnTo>
                    <a:pt x="26720" y="105073"/>
                  </a:lnTo>
                  <a:close/>
                  <a:moveTo>
                    <a:pt x="26720" y="87069"/>
                  </a:moveTo>
                  <a:lnTo>
                    <a:pt x="26720" y="105073"/>
                  </a:lnTo>
                  <a:lnTo>
                    <a:pt x="30545" y="78208"/>
                  </a:lnTo>
                  <a:close/>
                  <a:moveTo>
                    <a:pt x="30545" y="78208"/>
                  </a:moveTo>
                  <a:lnTo>
                    <a:pt x="26720" y="105073"/>
                  </a:lnTo>
                  <a:lnTo>
                    <a:pt x="42165" y="105073"/>
                  </a:lnTo>
                  <a:close/>
                  <a:moveTo>
                    <a:pt x="206607" y="105073"/>
                  </a:moveTo>
                  <a:lnTo>
                    <a:pt x="231385" y="105073"/>
                  </a:lnTo>
                  <a:lnTo>
                    <a:pt x="229046" y="78208"/>
                  </a:lnTo>
                  <a:close/>
                  <a:moveTo>
                    <a:pt x="30545" y="78208"/>
                  </a:moveTo>
                  <a:lnTo>
                    <a:pt x="58690" y="78208"/>
                  </a:lnTo>
                  <a:lnTo>
                    <a:pt x="44292" y="51342"/>
                  </a:lnTo>
                  <a:close/>
                  <a:moveTo>
                    <a:pt x="229046" y="78208"/>
                  </a:moveTo>
                  <a:lnTo>
                    <a:pt x="222691" y="51342"/>
                  </a:lnTo>
                  <a:lnTo>
                    <a:pt x="199709" y="78208"/>
                  </a:lnTo>
                  <a:close/>
                  <a:moveTo>
                    <a:pt x="61231" y="30774"/>
                  </a:moveTo>
                  <a:lnTo>
                    <a:pt x="44292" y="51342"/>
                  </a:lnTo>
                  <a:lnTo>
                    <a:pt x="61231" y="51342"/>
                  </a:lnTo>
                  <a:close/>
                  <a:moveTo>
                    <a:pt x="68012" y="24477"/>
                  </a:moveTo>
                  <a:lnTo>
                    <a:pt x="61231" y="30774"/>
                  </a:lnTo>
                  <a:lnTo>
                    <a:pt x="95742" y="40009"/>
                  </a:lnTo>
                  <a:close/>
                  <a:moveTo>
                    <a:pt x="199276" y="24477"/>
                  </a:moveTo>
                  <a:lnTo>
                    <a:pt x="222691" y="51342"/>
                  </a:lnTo>
                  <a:lnTo>
                    <a:pt x="204507" y="24477"/>
                  </a:lnTo>
                  <a:close/>
                  <a:moveTo>
                    <a:pt x="199276" y="24477"/>
                  </a:moveTo>
                  <a:lnTo>
                    <a:pt x="199276" y="51342"/>
                  </a:lnTo>
                  <a:lnTo>
                    <a:pt x="222691" y="51342"/>
                  </a:lnTo>
                  <a:close/>
                  <a:moveTo>
                    <a:pt x="95742" y="7769"/>
                  </a:moveTo>
                  <a:lnTo>
                    <a:pt x="68012" y="24477"/>
                  </a:lnTo>
                  <a:lnTo>
                    <a:pt x="95742" y="24477"/>
                  </a:lnTo>
                  <a:close/>
                  <a:moveTo>
                    <a:pt x="95742" y="24477"/>
                  </a:moveTo>
                  <a:lnTo>
                    <a:pt x="130254" y="0"/>
                  </a:lnTo>
                  <a:lnTo>
                    <a:pt x="95742" y="7769"/>
                  </a:lnTo>
                  <a:close/>
                  <a:moveTo>
                    <a:pt x="130254" y="24477"/>
                  </a:moveTo>
                  <a:lnTo>
                    <a:pt x="164765" y="3320"/>
                  </a:lnTo>
                  <a:lnTo>
                    <a:pt x="130254" y="0"/>
                  </a:lnTo>
                  <a:close/>
                  <a:moveTo>
                    <a:pt x="164765" y="24477"/>
                  </a:moveTo>
                  <a:lnTo>
                    <a:pt x="199276" y="20132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99276" y="24477"/>
                  </a:lnTo>
                  <a:lnTo>
                    <a:pt x="199276" y="20132"/>
                  </a:lnTo>
                  <a:close/>
                  <a:moveTo>
                    <a:pt x="199276" y="24477"/>
                  </a:moveTo>
                  <a:lnTo>
                    <a:pt x="204507" y="24477"/>
                  </a:lnTo>
                  <a:lnTo>
                    <a:pt x="199276" y="20132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4025" name="Match_B4__4024">
              <a:extLst>
                <a:ext uri="{FF2B5EF4-FFF2-40B4-BE49-F238E27FC236}">
                  <a16:creationId xmlns:a16="http://schemas.microsoft.com/office/drawing/2014/main" id="{C9D2C5DB-EE21-7A70-EB5A-1C542C98C878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4718" cy="505746"/>
            </a:xfrm>
            <a:custGeom>
              <a:avLst/>
              <a:gdLst/>
              <a:ahLst/>
              <a:cxnLst/>
              <a:rect l="0" t="0" r="0" b="0"/>
              <a:pathLst>
                <a:path w="344718" h="505746">
                  <a:moveTo>
                    <a:pt x="26720" y="454326"/>
                  </a:moveTo>
                  <a:lnTo>
                    <a:pt x="26720" y="469925"/>
                  </a:lnTo>
                  <a:lnTo>
                    <a:pt x="34339" y="454326"/>
                  </a:lnTo>
                  <a:close/>
                  <a:moveTo>
                    <a:pt x="34339" y="454326"/>
                  </a:moveTo>
                  <a:lnTo>
                    <a:pt x="37917" y="481191"/>
                  </a:lnTo>
                  <a:lnTo>
                    <a:pt x="61231" y="479548"/>
                  </a:lnTo>
                  <a:close/>
                  <a:moveTo>
                    <a:pt x="61231" y="479548"/>
                  </a:moveTo>
                  <a:lnTo>
                    <a:pt x="37917" y="481191"/>
                  </a:lnTo>
                  <a:lnTo>
                    <a:pt x="61231" y="481191"/>
                  </a:lnTo>
                  <a:close/>
                  <a:moveTo>
                    <a:pt x="61231" y="495204"/>
                  </a:moveTo>
                  <a:lnTo>
                    <a:pt x="64608" y="481191"/>
                  </a:lnTo>
                  <a:lnTo>
                    <a:pt x="61231" y="481191"/>
                  </a:lnTo>
                  <a:close/>
                  <a:moveTo>
                    <a:pt x="95742" y="491805"/>
                  </a:moveTo>
                  <a:lnTo>
                    <a:pt x="64608" y="481191"/>
                  </a:lnTo>
                  <a:lnTo>
                    <a:pt x="61231" y="495204"/>
                  </a:lnTo>
                  <a:close/>
                  <a:moveTo>
                    <a:pt x="95742" y="491805"/>
                  </a:moveTo>
                  <a:lnTo>
                    <a:pt x="95742" y="504808"/>
                  </a:lnTo>
                  <a:lnTo>
                    <a:pt x="130254" y="493408"/>
                  </a:lnTo>
                  <a:close/>
                  <a:moveTo>
                    <a:pt x="130254" y="493408"/>
                  </a:moveTo>
                  <a:lnTo>
                    <a:pt x="130254" y="505746"/>
                  </a:lnTo>
                  <a:lnTo>
                    <a:pt x="164765" y="486214"/>
                  </a:lnTo>
                  <a:close/>
                  <a:moveTo>
                    <a:pt x="164765" y="486214"/>
                  </a:moveTo>
                  <a:lnTo>
                    <a:pt x="199276" y="481191"/>
                  </a:lnTo>
                  <a:lnTo>
                    <a:pt x="176175" y="481191"/>
                  </a:lnTo>
                  <a:close/>
                  <a:moveTo>
                    <a:pt x="199276" y="469446"/>
                  </a:moveTo>
                  <a:lnTo>
                    <a:pt x="233787" y="454326"/>
                  </a:lnTo>
                  <a:lnTo>
                    <a:pt x="220674" y="454326"/>
                  </a:lnTo>
                  <a:close/>
                  <a:moveTo>
                    <a:pt x="176175" y="481191"/>
                  </a:moveTo>
                  <a:lnTo>
                    <a:pt x="199276" y="481191"/>
                  </a:lnTo>
                  <a:lnTo>
                    <a:pt x="199276" y="469446"/>
                  </a:lnTo>
                  <a:close/>
                  <a:moveTo>
                    <a:pt x="25535" y="427460"/>
                  </a:moveTo>
                  <a:lnTo>
                    <a:pt x="26720" y="454326"/>
                  </a:lnTo>
                  <a:lnTo>
                    <a:pt x="26720" y="431466"/>
                  </a:lnTo>
                  <a:close/>
                  <a:moveTo>
                    <a:pt x="14939" y="454326"/>
                  </a:moveTo>
                  <a:lnTo>
                    <a:pt x="26720" y="454326"/>
                  </a:lnTo>
                  <a:lnTo>
                    <a:pt x="25535" y="427460"/>
                  </a:lnTo>
                  <a:close/>
                  <a:moveTo>
                    <a:pt x="26720" y="454326"/>
                  </a:moveTo>
                  <a:lnTo>
                    <a:pt x="34339" y="454326"/>
                  </a:lnTo>
                  <a:lnTo>
                    <a:pt x="26720" y="431466"/>
                  </a:lnTo>
                  <a:close/>
                  <a:moveTo>
                    <a:pt x="252562" y="427460"/>
                  </a:moveTo>
                  <a:lnTo>
                    <a:pt x="233787" y="443490"/>
                  </a:lnTo>
                  <a:lnTo>
                    <a:pt x="238876" y="454326"/>
                  </a:lnTo>
                  <a:close/>
                  <a:moveTo>
                    <a:pt x="220674" y="454326"/>
                  </a:moveTo>
                  <a:lnTo>
                    <a:pt x="233787" y="454326"/>
                  </a:lnTo>
                  <a:lnTo>
                    <a:pt x="233787" y="443490"/>
                  </a:lnTo>
                  <a:close/>
                  <a:moveTo>
                    <a:pt x="12997" y="400595"/>
                  </a:moveTo>
                  <a:lnTo>
                    <a:pt x="26720" y="419684"/>
                  </a:lnTo>
                  <a:lnTo>
                    <a:pt x="26720" y="400595"/>
                  </a:lnTo>
                  <a:close/>
                  <a:moveTo>
                    <a:pt x="25535" y="427460"/>
                  </a:moveTo>
                  <a:lnTo>
                    <a:pt x="26720" y="419684"/>
                  </a:lnTo>
                  <a:lnTo>
                    <a:pt x="12997" y="400595"/>
                  </a:lnTo>
                  <a:close/>
                  <a:moveTo>
                    <a:pt x="252562" y="427460"/>
                  </a:moveTo>
                  <a:lnTo>
                    <a:pt x="266916" y="427460"/>
                  </a:lnTo>
                  <a:lnTo>
                    <a:pt x="268299" y="413589"/>
                  </a:lnTo>
                  <a:close/>
                  <a:moveTo>
                    <a:pt x="41540" y="373729"/>
                  </a:moveTo>
                  <a:lnTo>
                    <a:pt x="26720" y="373729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83492" y="400595"/>
                  </a:lnTo>
                  <a:lnTo>
                    <a:pt x="268299" y="413589"/>
                  </a:lnTo>
                  <a:close/>
                  <a:moveTo>
                    <a:pt x="283492" y="400595"/>
                  </a:moveTo>
                  <a:lnTo>
                    <a:pt x="295453" y="400595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41540" y="373729"/>
                  </a:lnTo>
                  <a:lnTo>
                    <a:pt x="56093" y="346863"/>
                  </a:lnTo>
                  <a:close/>
                  <a:moveTo>
                    <a:pt x="321435" y="373729"/>
                  </a:moveTo>
                  <a:lnTo>
                    <a:pt x="311697" y="373729"/>
                  </a:lnTo>
                  <a:lnTo>
                    <a:pt x="302810" y="382465"/>
                  </a:lnTo>
                  <a:close/>
                  <a:moveTo>
                    <a:pt x="321435" y="373729"/>
                  </a:moveTo>
                  <a:lnTo>
                    <a:pt x="330776" y="346863"/>
                  </a:lnTo>
                  <a:lnTo>
                    <a:pt x="311697" y="373729"/>
                  </a:lnTo>
                  <a:close/>
                  <a:moveTo>
                    <a:pt x="53154" y="319998"/>
                  </a:moveTo>
                  <a:lnTo>
                    <a:pt x="61231" y="333286"/>
                  </a:lnTo>
                  <a:lnTo>
                    <a:pt x="61231" y="319998"/>
                  </a:lnTo>
                  <a:close/>
                  <a:moveTo>
                    <a:pt x="56093" y="346863"/>
                  </a:moveTo>
                  <a:lnTo>
                    <a:pt x="61231" y="333286"/>
                  </a:lnTo>
                  <a:lnTo>
                    <a:pt x="53154" y="319998"/>
                  </a:lnTo>
                  <a:close/>
                  <a:moveTo>
                    <a:pt x="339097" y="319998"/>
                  </a:moveTo>
                  <a:lnTo>
                    <a:pt x="337321" y="325662"/>
                  </a:lnTo>
                  <a:lnTo>
                    <a:pt x="338947" y="346863"/>
                  </a:lnTo>
                  <a:close/>
                  <a:moveTo>
                    <a:pt x="330776" y="346863"/>
                  </a:moveTo>
                  <a:lnTo>
                    <a:pt x="337321" y="346863"/>
                  </a:lnTo>
                  <a:lnTo>
                    <a:pt x="337321" y="325662"/>
                  </a:lnTo>
                  <a:close/>
                  <a:moveTo>
                    <a:pt x="66104" y="319998"/>
                  </a:moveTo>
                  <a:lnTo>
                    <a:pt x="67162" y="293132"/>
                  </a:lnTo>
                  <a:lnTo>
                    <a:pt x="61231" y="319998"/>
                  </a:lnTo>
                  <a:close/>
                  <a:moveTo>
                    <a:pt x="67162" y="293132"/>
                  </a:moveTo>
                  <a:lnTo>
                    <a:pt x="61231" y="293132"/>
                  </a:lnTo>
                  <a:lnTo>
                    <a:pt x="61231" y="319998"/>
                  </a:lnTo>
                  <a:close/>
                  <a:moveTo>
                    <a:pt x="61231" y="319998"/>
                  </a:moveTo>
                  <a:lnTo>
                    <a:pt x="61231" y="333286"/>
                  </a:lnTo>
                  <a:lnTo>
                    <a:pt x="66104" y="319998"/>
                  </a:lnTo>
                  <a:close/>
                  <a:moveTo>
                    <a:pt x="344718" y="293132"/>
                  </a:moveTo>
                  <a:lnTo>
                    <a:pt x="337321" y="293132"/>
                  </a:lnTo>
                  <a:lnTo>
                    <a:pt x="339097" y="319998"/>
                  </a:lnTo>
                  <a:close/>
                  <a:moveTo>
                    <a:pt x="58241" y="266267"/>
                  </a:moveTo>
                  <a:lnTo>
                    <a:pt x="61231" y="293132"/>
                  </a:lnTo>
                  <a:lnTo>
                    <a:pt x="61231" y="274773"/>
                  </a:lnTo>
                  <a:close/>
                  <a:moveTo>
                    <a:pt x="54145" y="293132"/>
                  </a:moveTo>
                  <a:lnTo>
                    <a:pt x="61231" y="293132"/>
                  </a:lnTo>
                  <a:lnTo>
                    <a:pt x="58241" y="266267"/>
                  </a:lnTo>
                  <a:close/>
                  <a:moveTo>
                    <a:pt x="61231" y="293132"/>
                  </a:moveTo>
                  <a:lnTo>
                    <a:pt x="67162" y="293132"/>
                  </a:lnTo>
                  <a:lnTo>
                    <a:pt x="61231" y="274773"/>
                  </a:lnTo>
                  <a:close/>
                  <a:moveTo>
                    <a:pt x="337321" y="293132"/>
                  </a:moveTo>
                  <a:lnTo>
                    <a:pt x="337321" y="277311"/>
                  </a:lnTo>
                  <a:lnTo>
                    <a:pt x="336595" y="293132"/>
                  </a:lnTo>
                  <a:close/>
                  <a:moveTo>
                    <a:pt x="336595" y="293132"/>
                  </a:moveTo>
                  <a:lnTo>
                    <a:pt x="332110" y="266267"/>
                  </a:lnTo>
                  <a:lnTo>
                    <a:pt x="323464" y="266267"/>
                  </a:lnTo>
                  <a:close/>
                  <a:moveTo>
                    <a:pt x="41926" y="239401"/>
                  </a:moveTo>
                  <a:lnTo>
                    <a:pt x="43485" y="266267"/>
                  </a:lnTo>
                  <a:lnTo>
                    <a:pt x="58241" y="266267"/>
                  </a:lnTo>
                  <a:close/>
                  <a:moveTo>
                    <a:pt x="323464" y="266267"/>
                  </a:moveTo>
                  <a:lnTo>
                    <a:pt x="302810" y="239401"/>
                  </a:lnTo>
                  <a:lnTo>
                    <a:pt x="302810" y="242644"/>
                  </a:lnTo>
                  <a:close/>
                  <a:moveTo>
                    <a:pt x="310444" y="239401"/>
                  </a:moveTo>
                  <a:lnTo>
                    <a:pt x="302810" y="239401"/>
                  </a:lnTo>
                  <a:lnTo>
                    <a:pt x="323464" y="266267"/>
                  </a:lnTo>
                  <a:close/>
                  <a:moveTo>
                    <a:pt x="25779" y="212536"/>
                  </a:moveTo>
                  <a:lnTo>
                    <a:pt x="26720" y="239401"/>
                  </a:lnTo>
                  <a:lnTo>
                    <a:pt x="26720" y="214149"/>
                  </a:lnTo>
                  <a:close/>
                  <a:moveTo>
                    <a:pt x="26720" y="239401"/>
                  </a:moveTo>
                  <a:lnTo>
                    <a:pt x="41926" y="239401"/>
                  </a:lnTo>
                  <a:lnTo>
                    <a:pt x="26720" y="214149"/>
                  </a:lnTo>
                  <a:close/>
                  <a:moveTo>
                    <a:pt x="302810" y="239401"/>
                  </a:moveTo>
                  <a:lnTo>
                    <a:pt x="302810" y="231683"/>
                  </a:lnTo>
                  <a:lnTo>
                    <a:pt x="299632" y="239401"/>
                  </a:lnTo>
                  <a:close/>
                  <a:moveTo>
                    <a:pt x="299632" y="239401"/>
                  </a:moveTo>
                  <a:lnTo>
                    <a:pt x="284080" y="212536"/>
                  </a:lnTo>
                  <a:lnTo>
                    <a:pt x="270706" y="212536"/>
                  </a:lnTo>
                  <a:close/>
                  <a:moveTo>
                    <a:pt x="302810" y="242644"/>
                  </a:moveTo>
                  <a:lnTo>
                    <a:pt x="302810" y="239401"/>
                  </a:lnTo>
                  <a:lnTo>
                    <a:pt x="299632" y="239401"/>
                  </a:lnTo>
                  <a:close/>
                  <a:moveTo>
                    <a:pt x="317" y="185670"/>
                  </a:moveTo>
                  <a:lnTo>
                    <a:pt x="25779" y="212536"/>
                  </a:lnTo>
                  <a:lnTo>
                    <a:pt x="16763" y="185670"/>
                  </a:lnTo>
                  <a:close/>
                  <a:moveTo>
                    <a:pt x="268299" y="194740"/>
                  </a:moveTo>
                  <a:lnTo>
                    <a:pt x="268299" y="210114"/>
                  </a:lnTo>
                  <a:lnTo>
                    <a:pt x="270706" y="212536"/>
                  </a:lnTo>
                  <a:close/>
                  <a:moveTo>
                    <a:pt x="268299" y="210114"/>
                  </a:moveTo>
                  <a:lnTo>
                    <a:pt x="268299" y="19474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6763" y="185670"/>
                  </a:lnTo>
                  <a:lnTo>
                    <a:pt x="17336" y="158805"/>
                  </a:lnTo>
                  <a:close/>
                  <a:moveTo>
                    <a:pt x="246213" y="185670"/>
                  </a:moveTo>
                  <a:lnTo>
                    <a:pt x="233787" y="158805"/>
                  </a:lnTo>
                  <a:lnTo>
                    <a:pt x="233787" y="167815"/>
                  </a:lnTo>
                  <a:close/>
                  <a:moveTo>
                    <a:pt x="245855" y="158805"/>
                  </a:moveTo>
                  <a:lnTo>
                    <a:pt x="233787" y="158805"/>
                  </a:lnTo>
                  <a:lnTo>
                    <a:pt x="246213" y="185670"/>
                  </a:lnTo>
                  <a:close/>
                  <a:moveTo>
                    <a:pt x="6911" y="131939"/>
                  </a:moveTo>
                  <a:lnTo>
                    <a:pt x="26720" y="132274"/>
                  </a:lnTo>
                  <a:lnTo>
                    <a:pt x="26720" y="131939"/>
                  </a:lnTo>
                  <a:close/>
                  <a:moveTo>
                    <a:pt x="17336" y="158805"/>
                  </a:moveTo>
                  <a:lnTo>
                    <a:pt x="26720" y="132274"/>
                  </a:lnTo>
                  <a:lnTo>
                    <a:pt x="6911" y="131939"/>
                  </a:lnTo>
                  <a:close/>
                  <a:moveTo>
                    <a:pt x="233787" y="158805"/>
                  </a:moveTo>
                  <a:lnTo>
                    <a:pt x="233787" y="131939"/>
                  </a:lnTo>
                  <a:lnTo>
                    <a:pt x="228055" y="158805"/>
                  </a:lnTo>
                  <a:close/>
                  <a:moveTo>
                    <a:pt x="233787" y="131939"/>
                  </a:moveTo>
                  <a:lnTo>
                    <a:pt x="215233" y="131939"/>
                  </a:lnTo>
                  <a:lnTo>
                    <a:pt x="228055" y="158805"/>
                  </a:lnTo>
                  <a:close/>
                  <a:moveTo>
                    <a:pt x="233787" y="167815"/>
                  </a:moveTo>
                  <a:lnTo>
                    <a:pt x="233787" y="158805"/>
                  </a:lnTo>
                  <a:lnTo>
                    <a:pt x="228055" y="158805"/>
                  </a:lnTo>
                  <a:close/>
                  <a:moveTo>
                    <a:pt x="42165" y="105073"/>
                  </a:moveTo>
                  <a:lnTo>
                    <a:pt x="26720" y="105073"/>
                  </a:lnTo>
                  <a:lnTo>
                    <a:pt x="26720" y="131939"/>
                  </a:lnTo>
                  <a:close/>
                  <a:moveTo>
                    <a:pt x="215233" y="131939"/>
                  </a:moveTo>
                  <a:lnTo>
                    <a:pt x="231385" y="105073"/>
                  </a:lnTo>
                  <a:lnTo>
                    <a:pt x="206607" y="105073"/>
                  </a:lnTo>
                  <a:close/>
                  <a:moveTo>
                    <a:pt x="30545" y="78208"/>
                  </a:moveTo>
                  <a:lnTo>
                    <a:pt x="42165" y="105073"/>
                  </a:lnTo>
                  <a:lnTo>
                    <a:pt x="58690" y="78208"/>
                  </a:lnTo>
                  <a:close/>
                  <a:moveTo>
                    <a:pt x="199709" y="78208"/>
                  </a:moveTo>
                  <a:lnTo>
                    <a:pt x="206607" y="105073"/>
                  </a:lnTo>
                  <a:lnTo>
                    <a:pt x="229046" y="78208"/>
                  </a:lnTo>
                  <a:close/>
                  <a:moveTo>
                    <a:pt x="44292" y="51342"/>
                  </a:moveTo>
                  <a:lnTo>
                    <a:pt x="61231" y="74619"/>
                  </a:lnTo>
                  <a:lnTo>
                    <a:pt x="61231" y="51342"/>
                  </a:lnTo>
                  <a:close/>
                  <a:moveTo>
                    <a:pt x="58690" y="78208"/>
                  </a:moveTo>
                  <a:lnTo>
                    <a:pt x="61231" y="74619"/>
                  </a:lnTo>
                  <a:lnTo>
                    <a:pt x="44292" y="51342"/>
                  </a:lnTo>
                  <a:close/>
                  <a:moveTo>
                    <a:pt x="199709" y="78208"/>
                  </a:moveTo>
                  <a:lnTo>
                    <a:pt x="199276" y="51342"/>
                  </a:lnTo>
                  <a:lnTo>
                    <a:pt x="199276" y="77170"/>
                  </a:lnTo>
                  <a:close/>
                  <a:moveTo>
                    <a:pt x="222691" y="51342"/>
                  </a:moveTo>
                  <a:lnTo>
                    <a:pt x="199276" y="51342"/>
                  </a:lnTo>
                  <a:lnTo>
                    <a:pt x="199709" y="78208"/>
                  </a:lnTo>
                  <a:close/>
                  <a:moveTo>
                    <a:pt x="95742" y="24477"/>
                  </a:moveTo>
                  <a:lnTo>
                    <a:pt x="68012" y="24477"/>
                  </a:lnTo>
                  <a:lnTo>
                    <a:pt x="95742" y="40009"/>
                  </a:lnTo>
                  <a:close/>
                  <a:moveTo>
                    <a:pt x="95742" y="40009"/>
                  </a:moveTo>
                  <a:lnTo>
                    <a:pt x="61231" y="30774"/>
                  </a:lnTo>
                  <a:lnTo>
                    <a:pt x="81439" y="51342"/>
                  </a:lnTo>
                  <a:close/>
                  <a:moveTo>
                    <a:pt x="81439" y="51342"/>
                  </a:moveTo>
                  <a:lnTo>
                    <a:pt x="61231" y="30774"/>
                  </a:lnTo>
                  <a:lnTo>
                    <a:pt x="61231" y="51342"/>
                  </a:lnTo>
                  <a:close/>
                  <a:moveTo>
                    <a:pt x="61231" y="51342"/>
                  </a:moveTo>
                  <a:lnTo>
                    <a:pt x="61231" y="74619"/>
                  </a:lnTo>
                  <a:lnTo>
                    <a:pt x="81439" y="51342"/>
                  </a:lnTo>
                  <a:close/>
                  <a:moveTo>
                    <a:pt x="164765" y="35393"/>
                  </a:moveTo>
                  <a:lnTo>
                    <a:pt x="184639" y="51342"/>
                  </a:lnTo>
                  <a:lnTo>
                    <a:pt x="164765" y="24477"/>
                  </a:lnTo>
                  <a:close/>
                  <a:moveTo>
                    <a:pt x="164765" y="24477"/>
                  </a:moveTo>
                  <a:lnTo>
                    <a:pt x="184639" y="51342"/>
                  </a:lnTo>
                  <a:lnTo>
                    <a:pt x="199276" y="51342"/>
                  </a:lnTo>
                  <a:close/>
                  <a:moveTo>
                    <a:pt x="164765" y="24477"/>
                  </a:moveTo>
                  <a:lnTo>
                    <a:pt x="199276" y="51342"/>
                  </a:lnTo>
                  <a:lnTo>
                    <a:pt x="199276" y="24477"/>
                  </a:lnTo>
                  <a:close/>
                  <a:moveTo>
                    <a:pt x="199276" y="77170"/>
                  </a:moveTo>
                  <a:lnTo>
                    <a:pt x="199276" y="51342"/>
                  </a:lnTo>
                  <a:lnTo>
                    <a:pt x="184639" y="51342"/>
                  </a:lnTo>
                  <a:close/>
                  <a:moveTo>
                    <a:pt x="95742" y="24477"/>
                  </a:moveTo>
                  <a:lnTo>
                    <a:pt x="130254" y="24477"/>
                  </a:lnTo>
                  <a:lnTo>
                    <a:pt x="130254" y="0"/>
                  </a:lnTo>
                  <a:close/>
                  <a:moveTo>
                    <a:pt x="130254" y="24477"/>
                  </a:moveTo>
                  <a:lnTo>
                    <a:pt x="95742" y="24477"/>
                  </a:lnTo>
                  <a:lnTo>
                    <a:pt x="130254" y="28530"/>
                  </a:lnTo>
                  <a:close/>
                  <a:moveTo>
                    <a:pt x="95742" y="24477"/>
                  </a:moveTo>
                  <a:lnTo>
                    <a:pt x="95742" y="40009"/>
                  </a:lnTo>
                  <a:lnTo>
                    <a:pt x="130254" y="28530"/>
                  </a:lnTo>
                  <a:close/>
                  <a:moveTo>
                    <a:pt x="130254" y="24477"/>
                  </a:moveTo>
                  <a:lnTo>
                    <a:pt x="164765" y="24477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30254" y="24477"/>
                  </a:lnTo>
                  <a:lnTo>
                    <a:pt x="164765" y="35393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4026" name="Match_B4__4025">
              <a:extLst>
                <a:ext uri="{FF2B5EF4-FFF2-40B4-BE49-F238E27FC236}">
                  <a16:creationId xmlns:a16="http://schemas.microsoft.com/office/drawing/2014/main" id="{9149B46B-5AEF-70A6-A7F7-D0CDA231D9C1}"/>
                </a:ext>
              </a:extLst>
            </p:cNvPr>
            <p:cNvSpPr>
              <a:spLocks noGrp="1"/>
            </p:cNvSpPr>
            <p:nvPr/>
          </p:nvSpPr>
          <p:spPr>
            <a:xfrm>
              <a:off x="8408884" y="2501103"/>
              <a:ext cx="322334" cy="468931"/>
            </a:xfrm>
            <a:custGeom>
              <a:avLst/>
              <a:gdLst/>
              <a:ahLst/>
              <a:cxnLst/>
              <a:rect l="0" t="0" r="0" b="0"/>
              <a:pathLst>
                <a:path w="322334" h="468931">
                  <a:moveTo>
                    <a:pt x="44468" y="456714"/>
                  </a:moveTo>
                  <a:lnTo>
                    <a:pt x="47845" y="456714"/>
                  </a:lnTo>
                  <a:lnTo>
                    <a:pt x="44468" y="455071"/>
                  </a:lnTo>
                  <a:close/>
                  <a:moveTo>
                    <a:pt x="12758" y="376118"/>
                  </a:moveTo>
                  <a:lnTo>
                    <a:pt x="24777" y="349252"/>
                  </a:lnTo>
                  <a:lnTo>
                    <a:pt x="9957" y="376118"/>
                  </a:lnTo>
                  <a:close/>
                  <a:moveTo>
                    <a:pt x="9957" y="376118"/>
                  </a:moveTo>
                  <a:lnTo>
                    <a:pt x="9957" y="395208"/>
                  </a:lnTo>
                  <a:lnTo>
                    <a:pt x="12758" y="376118"/>
                  </a:lnTo>
                  <a:close/>
                  <a:moveTo>
                    <a:pt x="322334" y="295521"/>
                  </a:moveTo>
                  <a:lnTo>
                    <a:pt x="320558" y="268656"/>
                  </a:lnTo>
                  <a:lnTo>
                    <a:pt x="320558" y="276690"/>
                  </a:lnTo>
                  <a:close/>
                  <a:moveTo>
                    <a:pt x="320558" y="276690"/>
                  </a:moveTo>
                  <a:lnTo>
                    <a:pt x="320558" y="268656"/>
                  </a:lnTo>
                  <a:lnTo>
                    <a:pt x="319832" y="268656"/>
                  </a:lnTo>
                  <a:close/>
                  <a:moveTo>
                    <a:pt x="10085" y="107462"/>
                  </a:moveTo>
                  <a:lnTo>
                    <a:pt x="25402" y="80597"/>
                  </a:lnTo>
                  <a:lnTo>
                    <a:pt x="9957" y="107462"/>
                  </a:lnTo>
                  <a:close/>
                  <a:moveTo>
                    <a:pt x="9957" y="107462"/>
                  </a:moveTo>
                  <a:lnTo>
                    <a:pt x="9957" y="107797"/>
                  </a:lnTo>
                  <a:lnTo>
                    <a:pt x="10085" y="107462"/>
                  </a:lnTo>
                  <a:close/>
                  <a:moveTo>
                    <a:pt x="113491" y="0"/>
                  </a:moveTo>
                  <a:lnTo>
                    <a:pt x="113491" y="4053"/>
                  </a:lnTo>
                  <a:lnTo>
                    <a:pt x="148002" y="10916"/>
                  </a:lnTo>
                  <a:close/>
                  <a:moveTo>
                    <a:pt x="47845" y="456714"/>
                  </a:moveTo>
                  <a:lnTo>
                    <a:pt x="78979" y="467329"/>
                  </a:lnTo>
                  <a:lnTo>
                    <a:pt x="78979" y="456714"/>
                  </a:lnTo>
                  <a:close/>
                  <a:moveTo>
                    <a:pt x="44468" y="455071"/>
                  </a:moveTo>
                  <a:lnTo>
                    <a:pt x="47845" y="456714"/>
                  </a:lnTo>
                  <a:lnTo>
                    <a:pt x="65807" y="429849"/>
                  </a:lnTo>
                  <a:close/>
                  <a:moveTo>
                    <a:pt x="113491" y="456714"/>
                  </a:moveTo>
                  <a:lnTo>
                    <a:pt x="78979" y="467329"/>
                  </a:lnTo>
                  <a:lnTo>
                    <a:pt x="113491" y="468931"/>
                  </a:lnTo>
                  <a:close/>
                  <a:moveTo>
                    <a:pt x="113491" y="456714"/>
                  </a:moveTo>
                  <a:lnTo>
                    <a:pt x="78979" y="456714"/>
                  </a:lnTo>
                  <a:lnTo>
                    <a:pt x="78979" y="467329"/>
                  </a:lnTo>
                  <a:close/>
                  <a:moveTo>
                    <a:pt x="148002" y="456714"/>
                  </a:moveTo>
                  <a:lnTo>
                    <a:pt x="113491" y="468931"/>
                  </a:lnTo>
                  <a:lnTo>
                    <a:pt x="148002" y="461737"/>
                  </a:lnTo>
                  <a:close/>
                  <a:moveTo>
                    <a:pt x="148002" y="456714"/>
                  </a:moveTo>
                  <a:lnTo>
                    <a:pt x="113491" y="456714"/>
                  </a:lnTo>
                  <a:lnTo>
                    <a:pt x="113491" y="468931"/>
                  </a:lnTo>
                  <a:close/>
                  <a:moveTo>
                    <a:pt x="148002" y="456714"/>
                  </a:moveTo>
                  <a:lnTo>
                    <a:pt x="148002" y="461737"/>
                  </a:lnTo>
                  <a:lnTo>
                    <a:pt x="159412" y="456714"/>
                  </a:lnTo>
                  <a:close/>
                  <a:moveTo>
                    <a:pt x="159412" y="456714"/>
                  </a:moveTo>
                  <a:lnTo>
                    <a:pt x="182513" y="444969"/>
                  </a:lnTo>
                  <a:lnTo>
                    <a:pt x="148002" y="456714"/>
                  </a:lnTo>
                  <a:close/>
                  <a:moveTo>
                    <a:pt x="17576" y="429849"/>
                  </a:moveTo>
                  <a:lnTo>
                    <a:pt x="44468" y="455071"/>
                  </a:lnTo>
                  <a:lnTo>
                    <a:pt x="44468" y="429849"/>
                  </a:lnTo>
                  <a:close/>
                  <a:moveTo>
                    <a:pt x="44468" y="429849"/>
                  </a:moveTo>
                  <a:lnTo>
                    <a:pt x="9957" y="406990"/>
                  </a:lnTo>
                  <a:lnTo>
                    <a:pt x="17576" y="429849"/>
                  </a:lnTo>
                  <a:close/>
                  <a:moveTo>
                    <a:pt x="9957" y="402983"/>
                  </a:moveTo>
                  <a:lnTo>
                    <a:pt x="9957" y="406990"/>
                  </a:lnTo>
                  <a:lnTo>
                    <a:pt x="44468" y="429849"/>
                  </a:lnTo>
                  <a:close/>
                  <a:moveTo>
                    <a:pt x="182513" y="429849"/>
                  </a:moveTo>
                  <a:lnTo>
                    <a:pt x="182513" y="444969"/>
                  </a:lnTo>
                  <a:lnTo>
                    <a:pt x="203911" y="429849"/>
                  </a:lnTo>
                  <a:close/>
                  <a:moveTo>
                    <a:pt x="203911" y="429849"/>
                  </a:moveTo>
                  <a:lnTo>
                    <a:pt x="217025" y="419014"/>
                  </a:lnTo>
                  <a:lnTo>
                    <a:pt x="182513" y="429849"/>
                  </a:lnTo>
                  <a:close/>
                  <a:moveTo>
                    <a:pt x="8772" y="402983"/>
                  </a:moveTo>
                  <a:lnTo>
                    <a:pt x="9957" y="406990"/>
                  </a:lnTo>
                  <a:lnTo>
                    <a:pt x="9957" y="402983"/>
                  </a:lnTo>
                  <a:close/>
                  <a:moveTo>
                    <a:pt x="9957" y="395208"/>
                  </a:moveTo>
                  <a:lnTo>
                    <a:pt x="8772" y="402983"/>
                  </a:lnTo>
                  <a:lnTo>
                    <a:pt x="9957" y="402983"/>
                  </a:lnTo>
                  <a:close/>
                  <a:moveTo>
                    <a:pt x="9957" y="402983"/>
                  </a:moveTo>
                  <a:lnTo>
                    <a:pt x="12758" y="376118"/>
                  </a:lnTo>
                  <a:lnTo>
                    <a:pt x="9957" y="395208"/>
                  </a:lnTo>
                  <a:close/>
                  <a:moveTo>
                    <a:pt x="44468" y="376118"/>
                  </a:moveTo>
                  <a:lnTo>
                    <a:pt x="12758" y="376118"/>
                  </a:lnTo>
                  <a:lnTo>
                    <a:pt x="9957" y="402983"/>
                  </a:lnTo>
                  <a:close/>
                  <a:moveTo>
                    <a:pt x="217025" y="402983"/>
                  </a:moveTo>
                  <a:lnTo>
                    <a:pt x="217025" y="419014"/>
                  </a:lnTo>
                  <a:lnTo>
                    <a:pt x="235799" y="402983"/>
                  </a:lnTo>
                  <a:close/>
                  <a:moveTo>
                    <a:pt x="235799" y="402983"/>
                  </a:moveTo>
                  <a:lnTo>
                    <a:pt x="251536" y="389113"/>
                  </a:lnTo>
                  <a:lnTo>
                    <a:pt x="217025" y="402983"/>
                  </a:lnTo>
                  <a:close/>
                  <a:moveTo>
                    <a:pt x="24777" y="349252"/>
                  </a:moveTo>
                  <a:lnTo>
                    <a:pt x="12758" y="376118"/>
                  </a:lnTo>
                  <a:lnTo>
                    <a:pt x="44468" y="376118"/>
                  </a:lnTo>
                  <a:close/>
                  <a:moveTo>
                    <a:pt x="251536" y="376118"/>
                  </a:moveTo>
                  <a:lnTo>
                    <a:pt x="251536" y="389113"/>
                  </a:lnTo>
                  <a:lnTo>
                    <a:pt x="266729" y="376118"/>
                  </a:lnTo>
                  <a:close/>
                  <a:moveTo>
                    <a:pt x="266729" y="376118"/>
                  </a:moveTo>
                  <a:lnTo>
                    <a:pt x="286047" y="357989"/>
                  </a:lnTo>
                  <a:lnTo>
                    <a:pt x="251536" y="376118"/>
                  </a:lnTo>
                  <a:close/>
                  <a:moveTo>
                    <a:pt x="39330" y="322387"/>
                  </a:moveTo>
                  <a:lnTo>
                    <a:pt x="44468" y="349252"/>
                  </a:lnTo>
                  <a:lnTo>
                    <a:pt x="44468" y="322387"/>
                  </a:lnTo>
                  <a:close/>
                  <a:moveTo>
                    <a:pt x="39330" y="322387"/>
                  </a:moveTo>
                  <a:lnTo>
                    <a:pt x="24777" y="349252"/>
                  </a:lnTo>
                  <a:lnTo>
                    <a:pt x="44468" y="349252"/>
                  </a:lnTo>
                  <a:close/>
                  <a:moveTo>
                    <a:pt x="286047" y="349252"/>
                  </a:moveTo>
                  <a:lnTo>
                    <a:pt x="286047" y="357989"/>
                  </a:lnTo>
                  <a:lnTo>
                    <a:pt x="294935" y="349252"/>
                  </a:lnTo>
                  <a:close/>
                  <a:moveTo>
                    <a:pt x="314013" y="322387"/>
                  </a:moveTo>
                  <a:lnTo>
                    <a:pt x="292946" y="322387"/>
                  </a:lnTo>
                  <a:lnTo>
                    <a:pt x="294935" y="349252"/>
                  </a:lnTo>
                  <a:close/>
                  <a:moveTo>
                    <a:pt x="44468" y="308810"/>
                  </a:moveTo>
                  <a:lnTo>
                    <a:pt x="39330" y="322387"/>
                  </a:lnTo>
                  <a:lnTo>
                    <a:pt x="44468" y="322387"/>
                  </a:lnTo>
                  <a:close/>
                  <a:moveTo>
                    <a:pt x="44468" y="308810"/>
                  </a:moveTo>
                  <a:lnTo>
                    <a:pt x="44468" y="322387"/>
                  </a:lnTo>
                  <a:lnTo>
                    <a:pt x="49341" y="295521"/>
                  </a:lnTo>
                  <a:close/>
                  <a:moveTo>
                    <a:pt x="49341" y="295521"/>
                  </a:moveTo>
                  <a:lnTo>
                    <a:pt x="44468" y="322387"/>
                  </a:lnTo>
                  <a:lnTo>
                    <a:pt x="67965" y="322387"/>
                  </a:lnTo>
                  <a:close/>
                  <a:moveTo>
                    <a:pt x="320558" y="301185"/>
                  </a:moveTo>
                  <a:lnTo>
                    <a:pt x="320558" y="295521"/>
                  </a:lnTo>
                  <a:lnTo>
                    <a:pt x="314013" y="322387"/>
                  </a:lnTo>
                  <a:close/>
                  <a:moveTo>
                    <a:pt x="314013" y="322387"/>
                  </a:moveTo>
                  <a:lnTo>
                    <a:pt x="320558" y="295521"/>
                  </a:lnTo>
                  <a:lnTo>
                    <a:pt x="302579" y="295521"/>
                  </a:lnTo>
                  <a:close/>
                  <a:moveTo>
                    <a:pt x="50399" y="268656"/>
                  </a:moveTo>
                  <a:lnTo>
                    <a:pt x="49341" y="295521"/>
                  </a:lnTo>
                  <a:lnTo>
                    <a:pt x="75085" y="295521"/>
                  </a:lnTo>
                  <a:close/>
                  <a:moveTo>
                    <a:pt x="320558" y="295521"/>
                  </a:moveTo>
                  <a:lnTo>
                    <a:pt x="320558" y="301185"/>
                  </a:lnTo>
                  <a:lnTo>
                    <a:pt x="322334" y="295521"/>
                  </a:lnTo>
                  <a:close/>
                  <a:moveTo>
                    <a:pt x="320558" y="295521"/>
                  </a:moveTo>
                  <a:lnTo>
                    <a:pt x="322334" y="295521"/>
                  </a:lnTo>
                  <a:lnTo>
                    <a:pt x="320558" y="276690"/>
                  </a:lnTo>
                  <a:close/>
                  <a:moveTo>
                    <a:pt x="320558" y="295521"/>
                  </a:moveTo>
                  <a:lnTo>
                    <a:pt x="320558" y="276690"/>
                  </a:lnTo>
                  <a:lnTo>
                    <a:pt x="302579" y="295521"/>
                  </a:lnTo>
                  <a:close/>
                  <a:moveTo>
                    <a:pt x="302579" y="295521"/>
                  </a:moveTo>
                  <a:lnTo>
                    <a:pt x="320558" y="276690"/>
                  </a:lnTo>
                  <a:lnTo>
                    <a:pt x="319832" y="268656"/>
                  </a:lnTo>
                  <a:close/>
                  <a:moveTo>
                    <a:pt x="44468" y="241790"/>
                  </a:moveTo>
                  <a:lnTo>
                    <a:pt x="44468" y="250297"/>
                  </a:lnTo>
                  <a:lnTo>
                    <a:pt x="71403" y="241790"/>
                  </a:lnTo>
                  <a:close/>
                  <a:moveTo>
                    <a:pt x="71403" y="241790"/>
                  </a:moveTo>
                  <a:lnTo>
                    <a:pt x="44468" y="250297"/>
                  </a:lnTo>
                  <a:lnTo>
                    <a:pt x="50399" y="268656"/>
                  </a:lnTo>
                  <a:close/>
                  <a:moveTo>
                    <a:pt x="319832" y="268656"/>
                  </a:moveTo>
                  <a:lnTo>
                    <a:pt x="306701" y="241790"/>
                  </a:lnTo>
                  <a:lnTo>
                    <a:pt x="299748" y="268656"/>
                  </a:lnTo>
                  <a:close/>
                  <a:moveTo>
                    <a:pt x="41478" y="241790"/>
                  </a:moveTo>
                  <a:lnTo>
                    <a:pt x="44468" y="250297"/>
                  </a:lnTo>
                  <a:lnTo>
                    <a:pt x="44468" y="241790"/>
                  </a:lnTo>
                  <a:close/>
                  <a:moveTo>
                    <a:pt x="25163" y="214924"/>
                  </a:moveTo>
                  <a:lnTo>
                    <a:pt x="44468" y="241790"/>
                  </a:lnTo>
                  <a:lnTo>
                    <a:pt x="44468" y="214924"/>
                  </a:lnTo>
                  <a:close/>
                  <a:moveTo>
                    <a:pt x="25163" y="214924"/>
                  </a:moveTo>
                  <a:lnTo>
                    <a:pt x="41478" y="241790"/>
                  </a:lnTo>
                  <a:lnTo>
                    <a:pt x="44468" y="241790"/>
                  </a:lnTo>
                  <a:close/>
                  <a:moveTo>
                    <a:pt x="286047" y="241790"/>
                  </a:moveTo>
                  <a:lnTo>
                    <a:pt x="306701" y="241790"/>
                  </a:lnTo>
                  <a:lnTo>
                    <a:pt x="286047" y="218168"/>
                  </a:lnTo>
                  <a:close/>
                  <a:moveTo>
                    <a:pt x="284120" y="241790"/>
                  </a:moveTo>
                  <a:lnTo>
                    <a:pt x="286047" y="218168"/>
                  </a:lnTo>
                  <a:lnTo>
                    <a:pt x="282869" y="214924"/>
                  </a:lnTo>
                  <a:close/>
                  <a:moveTo>
                    <a:pt x="9957" y="188059"/>
                  </a:moveTo>
                  <a:lnTo>
                    <a:pt x="9957" y="189673"/>
                  </a:lnTo>
                  <a:lnTo>
                    <a:pt x="43549" y="188059"/>
                  </a:lnTo>
                  <a:close/>
                  <a:moveTo>
                    <a:pt x="9957" y="189673"/>
                  </a:moveTo>
                  <a:lnTo>
                    <a:pt x="25163" y="214924"/>
                  </a:lnTo>
                  <a:lnTo>
                    <a:pt x="43549" y="188059"/>
                  </a:lnTo>
                  <a:close/>
                  <a:moveTo>
                    <a:pt x="253944" y="188059"/>
                  </a:moveTo>
                  <a:lnTo>
                    <a:pt x="251536" y="188059"/>
                  </a:lnTo>
                  <a:lnTo>
                    <a:pt x="255598" y="214924"/>
                  </a:lnTo>
                  <a:close/>
                  <a:moveTo>
                    <a:pt x="282869" y="214924"/>
                  </a:moveTo>
                  <a:lnTo>
                    <a:pt x="253944" y="188059"/>
                  </a:lnTo>
                  <a:lnTo>
                    <a:pt x="255598" y="214924"/>
                  </a:lnTo>
                  <a:close/>
                  <a:moveTo>
                    <a:pt x="9016" y="188059"/>
                  </a:moveTo>
                  <a:lnTo>
                    <a:pt x="9957" y="189673"/>
                  </a:lnTo>
                  <a:lnTo>
                    <a:pt x="9957" y="188059"/>
                  </a:lnTo>
                  <a:close/>
                  <a:moveTo>
                    <a:pt x="0" y="161193"/>
                  </a:moveTo>
                  <a:lnTo>
                    <a:pt x="9957" y="188059"/>
                  </a:lnTo>
                  <a:lnTo>
                    <a:pt x="9957" y="161193"/>
                  </a:lnTo>
                  <a:close/>
                  <a:moveTo>
                    <a:pt x="0" y="161193"/>
                  </a:moveTo>
                  <a:lnTo>
                    <a:pt x="9016" y="188059"/>
                  </a:lnTo>
                  <a:lnTo>
                    <a:pt x="9957" y="188059"/>
                  </a:lnTo>
                  <a:close/>
                  <a:moveTo>
                    <a:pt x="251536" y="188059"/>
                  </a:moveTo>
                  <a:lnTo>
                    <a:pt x="253944" y="188059"/>
                  </a:lnTo>
                  <a:lnTo>
                    <a:pt x="251536" y="185637"/>
                  </a:lnTo>
                  <a:close/>
                  <a:moveTo>
                    <a:pt x="217025" y="161193"/>
                  </a:moveTo>
                  <a:lnTo>
                    <a:pt x="251536" y="188059"/>
                  </a:lnTo>
                  <a:lnTo>
                    <a:pt x="229450" y="161193"/>
                  </a:lnTo>
                  <a:close/>
                  <a:moveTo>
                    <a:pt x="229450" y="161193"/>
                  </a:moveTo>
                  <a:lnTo>
                    <a:pt x="251536" y="188059"/>
                  </a:lnTo>
                  <a:lnTo>
                    <a:pt x="251536" y="185637"/>
                  </a:lnTo>
                  <a:close/>
                  <a:moveTo>
                    <a:pt x="573" y="134328"/>
                  </a:moveTo>
                  <a:lnTo>
                    <a:pt x="9957" y="161193"/>
                  </a:lnTo>
                  <a:lnTo>
                    <a:pt x="9957" y="134328"/>
                  </a:lnTo>
                  <a:close/>
                  <a:moveTo>
                    <a:pt x="573" y="134328"/>
                  </a:moveTo>
                  <a:lnTo>
                    <a:pt x="0" y="161193"/>
                  </a:lnTo>
                  <a:lnTo>
                    <a:pt x="9957" y="161193"/>
                  </a:lnTo>
                  <a:close/>
                  <a:moveTo>
                    <a:pt x="217025" y="161193"/>
                  </a:moveTo>
                  <a:lnTo>
                    <a:pt x="229450" y="161193"/>
                  </a:lnTo>
                  <a:lnTo>
                    <a:pt x="217025" y="143338"/>
                  </a:lnTo>
                  <a:close/>
                  <a:moveTo>
                    <a:pt x="211292" y="134328"/>
                  </a:moveTo>
                  <a:lnTo>
                    <a:pt x="217025" y="161193"/>
                  </a:lnTo>
                  <a:lnTo>
                    <a:pt x="217025" y="143338"/>
                  </a:lnTo>
                  <a:close/>
                  <a:moveTo>
                    <a:pt x="9957" y="107797"/>
                  </a:moveTo>
                  <a:lnTo>
                    <a:pt x="573" y="134328"/>
                  </a:lnTo>
                  <a:lnTo>
                    <a:pt x="9957" y="134328"/>
                  </a:lnTo>
                  <a:close/>
                  <a:moveTo>
                    <a:pt x="10085" y="107462"/>
                  </a:moveTo>
                  <a:lnTo>
                    <a:pt x="9957" y="107797"/>
                  </a:lnTo>
                  <a:lnTo>
                    <a:pt x="44468" y="124339"/>
                  </a:lnTo>
                  <a:close/>
                  <a:moveTo>
                    <a:pt x="182513" y="107462"/>
                  </a:moveTo>
                  <a:lnTo>
                    <a:pt x="211292" y="134328"/>
                  </a:lnTo>
                  <a:lnTo>
                    <a:pt x="198470" y="107462"/>
                  </a:lnTo>
                  <a:close/>
                  <a:moveTo>
                    <a:pt x="25402" y="80597"/>
                  </a:moveTo>
                  <a:lnTo>
                    <a:pt x="10085" y="107462"/>
                  </a:lnTo>
                  <a:lnTo>
                    <a:pt x="44468" y="107462"/>
                  </a:lnTo>
                  <a:close/>
                  <a:moveTo>
                    <a:pt x="182513" y="80597"/>
                  </a:moveTo>
                  <a:lnTo>
                    <a:pt x="198470" y="107462"/>
                  </a:lnTo>
                  <a:lnTo>
                    <a:pt x="189844" y="80597"/>
                  </a:lnTo>
                  <a:close/>
                  <a:moveTo>
                    <a:pt x="182513" y="80597"/>
                  </a:moveTo>
                  <a:lnTo>
                    <a:pt x="182513" y="107462"/>
                  </a:lnTo>
                  <a:lnTo>
                    <a:pt x="198470" y="107462"/>
                  </a:lnTo>
                  <a:close/>
                  <a:moveTo>
                    <a:pt x="41927" y="53731"/>
                  </a:moveTo>
                  <a:lnTo>
                    <a:pt x="44468" y="80597"/>
                  </a:lnTo>
                  <a:lnTo>
                    <a:pt x="44468" y="53731"/>
                  </a:lnTo>
                  <a:close/>
                  <a:moveTo>
                    <a:pt x="41927" y="53731"/>
                  </a:moveTo>
                  <a:lnTo>
                    <a:pt x="25402" y="80597"/>
                  </a:lnTo>
                  <a:lnTo>
                    <a:pt x="44468" y="80597"/>
                  </a:lnTo>
                  <a:close/>
                  <a:moveTo>
                    <a:pt x="44468" y="80597"/>
                  </a:moveTo>
                  <a:lnTo>
                    <a:pt x="78979" y="53731"/>
                  </a:lnTo>
                  <a:lnTo>
                    <a:pt x="44468" y="53731"/>
                  </a:lnTo>
                  <a:close/>
                  <a:moveTo>
                    <a:pt x="148002" y="80597"/>
                  </a:moveTo>
                  <a:lnTo>
                    <a:pt x="182513" y="80597"/>
                  </a:lnTo>
                  <a:lnTo>
                    <a:pt x="182513" y="53731"/>
                  </a:lnTo>
                  <a:close/>
                  <a:moveTo>
                    <a:pt x="182513" y="53731"/>
                  </a:moveTo>
                  <a:lnTo>
                    <a:pt x="189844" y="80597"/>
                  </a:lnTo>
                  <a:lnTo>
                    <a:pt x="182946" y="53731"/>
                  </a:lnTo>
                  <a:close/>
                  <a:moveTo>
                    <a:pt x="182513" y="53731"/>
                  </a:moveTo>
                  <a:lnTo>
                    <a:pt x="182513" y="80597"/>
                  </a:lnTo>
                  <a:lnTo>
                    <a:pt x="189844" y="80597"/>
                  </a:lnTo>
                  <a:close/>
                  <a:moveTo>
                    <a:pt x="44468" y="50142"/>
                  </a:moveTo>
                  <a:lnTo>
                    <a:pt x="41927" y="53731"/>
                  </a:lnTo>
                  <a:lnTo>
                    <a:pt x="44468" y="53731"/>
                  </a:lnTo>
                  <a:close/>
                  <a:moveTo>
                    <a:pt x="44468" y="53731"/>
                  </a:moveTo>
                  <a:lnTo>
                    <a:pt x="64676" y="26866"/>
                  </a:lnTo>
                  <a:lnTo>
                    <a:pt x="44468" y="50142"/>
                  </a:lnTo>
                  <a:close/>
                  <a:moveTo>
                    <a:pt x="78979" y="26866"/>
                  </a:moveTo>
                  <a:lnTo>
                    <a:pt x="64676" y="26866"/>
                  </a:lnTo>
                  <a:lnTo>
                    <a:pt x="44468" y="53731"/>
                  </a:lnTo>
                  <a:close/>
                  <a:moveTo>
                    <a:pt x="78979" y="53731"/>
                  </a:moveTo>
                  <a:lnTo>
                    <a:pt x="78979" y="26866"/>
                  </a:lnTo>
                  <a:lnTo>
                    <a:pt x="44468" y="53731"/>
                  </a:lnTo>
                  <a:close/>
                  <a:moveTo>
                    <a:pt x="148002" y="26866"/>
                  </a:moveTo>
                  <a:lnTo>
                    <a:pt x="182513" y="52693"/>
                  </a:lnTo>
                  <a:lnTo>
                    <a:pt x="167876" y="26866"/>
                  </a:lnTo>
                  <a:close/>
                  <a:moveTo>
                    <a:pt x="182513" y="53731"/>
                  </a:moveTo>
                  <a:lnTo>
                    <a:pt x="182513" y="52693"/>
                  </a:lnTo>
                  <a:lnTo>
                    <a:pt x="148002" y="26866"/>
                  </a:lnTo>
                  <a:close/>
                  <a:moveTo>
                    <a:pt x="148002" y="53731"/>
                  </a:moveTo>
                  <a:lnTo>
                    <a:pt x="182513" y="53731"/>
                  </a:lnTo>
                  <a:lnTo>
                    <a:pt x="148002" y="26866"/>
                  </a:lnTo>
                  <a:close/>
                  <a:moveTo>
                    <a:pt x="182513" y="53731"/>
                  </a:moveTo>
                  <a:lnTo>
                    <a:pt x="182946" y="53731"/>
                  </a:lnTo>
                  <a:lnTo>
                    <a:pt x="182513" y="52693"/>
                  </a:lnTo>
                  <a:close/>
                  <a:moveTo>
                    <a:pt x="78979" y="15533"/>
                  </a:moveTo>
                  <a:lnTo>
                    <a:pt x="64676" y="26866"/>
                  </a:lnTo>
                  <a:lnTo>
                    <a:pt x="78979" y="26866"/>
                  </a:lnTo>
                  <a:close/>
                  <a:moveTo>
                    <a:pt x="78979" y="26866"/>
                  </a:moveTo>
                  <a:lnTo>
                    <a:pt x="113491" y="4053"/>
                  </a:lnTo>
                  <a:lnTo>
                    <a:pt x="78979" y="15533"/>
                  </a:lnTo>
                  <a:close/>
                  <a:moveTo>
                    <a:pt x="78979" y="26866"/>
                  </a:moveTo>
                  <a:lnTo>
                    <a:pt x="113491" y="2686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1091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26866"/>
                  </a:lnTo>
                  <a:lnTo>
                    <a:pt x="148002" y="10916"/>
                  </a:lnTo>
                  <a:close/>
                  <a:moveTo>
                    <a:pt x="148002" y="26866"/>
                  </a:moveTo>
                  <a:lnTo>
                    <a:pt x="167876" y="26866"/>
                  </a:lnTo>
                  <a:lnTo>
                    <a:pt x="148002" y="10916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4027" name="Match_B4__4026">
              <a:extLst>
                <a:ext uri="{FF2B5EF4-FFF2-40B4-BE49-F238E27FC236}">
                  <a16:creationId xmlns:a16="http://schemas.microsoft.com/office/drawing/2014/main" id="{8F98848D-DF0E-EF37-D4B4-A3C8D15A11EA}"/>
                </a:ext>
              </a:extLst>
            </p:cNvPr>
            <p:cNvSpPr>
              <a:spLocks noGrp="1"/>
            </p:cNvSpPr>
            <p:nvPr/>
          </p:nvSpPr>
          <p:spPr>
            <a:xfrm>
              <a:off x="8418841" y="2527969"/>
              <a:ext cx="309875" cy="429849"/>
            </a:xfrm>
            <a:custGeom>
              <a:avLst/>
              <a:gdLst/>
              <a:ahLst/>
              <a:cxnLst/>
              <a:rect l="0" t="0" r="0" b="0"/>
              <a:pathLst>
                <a:path w="309875" h="429849">
                  <a:moveTo>
                    <a:pt x="34511" y="402983"/>
                  </a:moveTo>
                  <a:lnTo>
                    <a:pt x="34511" y="428205"/>
                  </a:lnTo>
                  <a:lnTo>
                    <a:pt x="55850" y="402983"/>
                  </a:lnTo>
                  <a:close/>
                  <a:moveTo>
                    <a:pt x="55850" y="402983"/>
                  </a:moveTo>
                  <a:lnTo>
                    <a:pt x="37888" y="429849"/>
                  </a:lnTo>
                  <a:lnTo>
                    <a:pt x="69023" y="410087"/>
                  </a:lnTo>
                  <a:close/>
                  <a:moveTo>
                    <a:pt x="69023" y="410087"/>
                  </a:moveTo>
                  <a:lnTo>
                    <a:pt x="37888" y="429849"/>
                  </a:lnTo>
                  <a:lnTo>
                    <a:pt x="69023" y="429849"/>
                  </a:lnTo>
                  <a:close/>
                  <a:moveTo>
                    <a:pt x="69023" y="429849"/>
                  </a:moveTo>
                  <a:lnTo>
                    <a:pt x="103534" y="429849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03534" y="414555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38045" y="429849"/>
                  </a:lnTo>
                  <a:lnTo>
                    <a:pt x="103534" y="414555"/>
                  </a:lnTo>
                  <a:close/>
                  <a:moveTo>
                    <a:pt x="138045" y="429849"/>
                  </a:moveTo>
                  <a:lnTo>
                    <a:pt x="138045" y="407049"/>
                  </a:lnTo>
                  <a:lnTo>
                    <a:pt x="103534" y="414555"/>
                  </a:lnTo>
                  <a:close/>
                  <a:moveTo>
                    <a:pt x="138045" y="407049"/>
                  </a:moveTo>
                  <a:lnTo>
                    <a:pt x="172556" y="418104"/>
                  </a:lnTo>
                  <a:lnTo>
                    <a:pt x="172556" y="402983"/>
                  </a:lnTo>
                  <a:close/>
                  <a:moveTo>
                    <a:pt x="138045" y="429849"/>
                  </a:moveTo>
                  <a:lnTo>
                    <a:pt x="172556" y="418104"/>
                  </a:lnTo>
                  <a:lnTo>
                    <a:pt x="138045" y="407049"/>
                  </a:lnTo>
                  <a:close/>
                  <a:moveTo>
                    <a:pt x="34511" y="376118"/>
                  </a:moveTo>
                  <a:lnTo>
                    <a:pt x="0" y="376118"/>
                  </a:lnTo>
                  <a:lnTo>
                    <a:pt x="34511" y="402983"/>
                  </a:lnTo>
                  <a:close/>
                  <a:moveTo>
                    <a:pt x="172556" y="388178"/>
                  </a:moveTo>
                  <a:lnTo>
                    <a:pt x="207068" y="392148"/>
                  </a:lnTo>
                  <a:lnTo>
                    <a:pt x="207068" y="376118"/>
                  </a:lnTo>
                  <a:close/>
                  <a:moveTo>
                    <a:pt x="172556" y="402983"/>
                  </a:moveTo>
                  <a:lnTo>
                    <a:pt x="207068" y="392148"/>
                  </a:lnTo>
                  <a:lnTo>
                    <a:pt x="172556" y="388178"/>
                  </a:lnTo>
                  <a:close/>
                  <a:moveTo>
                    <a:pt x="34511" y="376118"/>
                  </a:moveTo>
                  <a:lnTo>
                    <a:pt x="34511" y="349252"/>
                  </a:lnTo>
                  <a:lnTo>
                    <a:pt x="0" y="376118"/>
                  </a:lnTo>
                  <a:close/>
                  <a:moveTo>
                    <a:pt x="207068" y="363544"/>
                  </a:moveTo>
                  <a:lnTo>
                    <a:pt x="241579" y="349252"/>
                  </a:lnTo>
                  <a:lnTo>
                    <a:pt x="226139" y="349252"/>
                  </a:lnTo>
                  <a:close/>
                  <a:moveTo>
                    <a:pt x="207068" y="363544"/>
                  </a:moveTo>
                  <a:lnTo>
                    <a:pt x="241579" y="362247"/>
                  </a:lnTo>
                  <a:lnTo>
                    <a:pt x="241579" y="349252"/>
                  </a:lnTo>
                  <a:close/>
                  <a:moveTo>
                    <a:pt x="207068" y="376118"/>
                  </a:moveTo>
                  <a:lnTo>
                    <a:pt x="241579" y="362247"/>
                  </a:lnTo>
                  <a:lnTo>
                    <a:pt x="207068" y="363544"/>
                  </a:lnTo>
                  <a:close/>
                  <a:moveTo>
                    <a:pt x="14820" y="322387"/>
                  </a:moveTo>
                  <a:lnTo>
                    <a:pt x="34511" y="349252"/>
                  </a:lnTo>
                  <a:lnTo>
                    <a:pt x="34511" y="322387"/>
                  </a:lnTo>
                  <a:close/>
                  <a:moveTo>
                    <a:pt x="241579" y="337659"/>
                  </a:moveTo>
                  <a:lnTo>
                    <a:pt x="276090" y="322387"/>
                  </a:lnTo>
                  <a:lnTo>
                    <a:pt x="259825" y="322387"/>
                  </a:lnTo>
                  <a:close/>
                  <a:moveTo>
                    <a:pt x="241579" y="337659"/>
                  </a:moveTo>
                  <a:lnTo>
                    <a:pt x="276090" y="331123"/>
                  </a:lnTo>
                  <a:lnTo>
                    <a:pt x="276090" y="322387"/>
                  </a:lnTo>
                  <a:close/>
                  <a:moveTo>
                    <a:pt x="241579" y="349252"/>
                  </a:moveTo>
                  <a:lnTo>
                    <a:pt x="276090" y="331123"/>
                  </a:lnTo>
                  <a:lnTo>
                    <a:pt x="241579" y="337659"/>
                  </a:lnTo>
                  <a:close/>
                  <a:moveTo>
                    <a:pt x="226139" y="349252"/>
                  </a:moveTo>
                  <a:lnTo>
                    <a:pt x="241579" y="349252"/>
                  </a:lnTo>
                  <a:lnTo>
                    <a:pt x="241579" y="337659"/>
                  </a:lnTo>
                  <a:close/>
                  <a:moveTo>
                    <a:pt x="58008" y="295521"/>
                  </a:moveTo>
                  <a:lnTo>
                    <a:pt x="34511" y="295521"/>
                  </a:lnTo>
                  <a:lnTo>
                    <a:pt x="34511" y="322387"/>
                  </a:lnTo>
                  <a:close/>
                  <a:moveTo>
                    <a:pt x="284978" y="322387"/>
                  </a:moveTo>
                  <a:lnTo>
                    <a:pt x="276090" y="304334"/>
                  </a:lnTo>
                  <a:lnTo>
                    <a:pt x="276090" y="322387"/>
                  </a:lnTo>
                  <a:close/>
                  <a:moveTo>
                    <a:pt x="282989" y="295521"/>
                  </a:moveTo>
                  <a:lnTo>
                    <a:pt x="276090" y="304334"/>
                  </a:lnTo>
                  <a:lnTo>
                    <a:pt x="284978" y="322387"/>
                  </a:lnTo>
                  <a:close/>
                  <a:moveTo>
                    <a:pt x="259825" y="322387"/>
                  </a:moveTo>
                  <a:lnTo>
                    <a:pt x="276090" y="322387"/>
                  </a:lnTo>
                  <a:lnTo>
                    <a:pt x="276090" y="304334"/>
                  </a:lnTo>
                  <a:close/>
                  <a:moveTo>
                    <a:pt x="39384" y="268656"/>
                  </a:moveTo>
                  <a:lnTo>
                    <a:pt x="58008" y="295521"/>
                  </a:lnTo>
                  <a:lnTo>
                    <a:pt x="65128" y="268656"/>
                  </a:lnTo>
                  <a:close/>
                  <a:moveTo>
                    <a:pt x="304056" y="295521"/>
                  </a:moveTo>
                  <a:lnTo>
                    <a:pt x="292622" y="268656"/>
                  </a:lnTo>
                  <a:lnTo>
                    <a:pt x="282989" y="295521"/>
                  </a:lnTo>
                  <a:close/>
                  <a:moveTo>
                    <a:pt x="40442" y="241790"/>
                  </a:moveTo>
                  <a:lnTo>
                    <a:pt x="65128" y="268656"/>
                  </a:lnTo>
                  <a:lnTo>
                    <a:pt x="66580" y="241790"/>
                  </a:lnTo>
                  <a:close/>
                  <a:moveTo>
                    <a:pt x="292622" y="268656"/>
                  </a:moveTo>
                  <a:lnTo>
                    <a:pt x="309875" y="241790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0442" y="241790"/>
                  </a:lnTo>
                  <a:lnTo>
                    <a:pt x="66580" y="241790"/>
                  </a:lnTo>
                  <a:close/>
                  <a:moveTo>
                    <a:pt x="296744" y="214924"/>
                  </a:moveTo>
                  <a:lnTo>
                    <a:pt x="276090" y="214924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9351" y="188059"/>
                  </a:lnTo>
                  <a:lnTo>
                    <a:pt x="34511" y="214924"/>
                  </a:lnTo>
                  <a:close/>
                  <a:moveTo>
                    <a:pt x="49351" y="188059"/>
                  </a:moveTo>
                  <a:lnTo>
                    <a:pt x="34511" y="188059"/>
                  </a:lnTo>
                  <a:lnTo>
                    <a:pt x="34511" y="214924"/>
                  </a:lnTo>
                  <a:close/>
                  <a:moveTo>
                    <a:pt x="276090" y="214924"/>
                  </a:moveTo>
                  <a:lnTo>
                    <a:pt x="276090" y="191302"/>
                  </a:lnTo>
                  <a:lnTo>
                    <a:pt x="274163" y="214924"/>
                  </a:lnTo>
                  <a:close/>
                  <a:moveTo>
                    <a:pt x="274163" y="214924"/>
                  </a:moveTo>
                  <a:lnTo>
                    <a:pt x="272912" y="188059"/>
                  </a:lnTo>
                  <a:lnTo>
                    <a:pt x="245641" y="188059"/>
                  </a:lnTo>
                  <a:close/>
                  <a:moveTo>
                    <a:pt x="33592" y="161193"/>
                  </a:moveTo>
                  <a:lnTo>
                    <a:pt x="15207" y="188059"/>
                  </a:lnTo>
                  <a:lnTo>
                    <a:pt x="34511" y="162902"/>
                  </a:lnTo>
                  <a:close/>
                  <a:moveTo>
                    <a:pt x="34511" y="162902"/>
                  </a:moveTo>
                  <a:lnTo>
                    <a:pt x="15207" y="188059"/>
                  </a:lnTo>
                  <a:lnTo>
                    <a:pt x="34511" y="188059"/>
                  </a:lnTo>
                  <a:close/>
                  <a:moveTo>
                    <a:pt x="245641" y="188059"/>
                  </a:moveTo>
                  <a:lnTo>
                    <a:pt x="241579" y="161193"/>
                  </a:lnTo>
                  <a:lnTo>
                    <a:pt x="241579" y="184645"/>
                  </a:lnTo>
                  <a:close/>
                  <a:moveTo>
                    <a:pt x="33592" y="161193"/>
                  </a:moveTo>
                  <a:lnTo>
                    <a:pt x="25681" y="134328"/>
                  </a:lnTo>
                  <a:lnTo>
                    <a:pt x="0" y="161193"/>
                  </a:lnTo>
                  <a:close/>
                  <a:moveTo>
                    <a:pt x="25681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207068" y="156865"/>
                  </a:moveTo>
                  <a:lnTo>
                    <a:pt x="211629" y="161193"/>
                  </a:lnTo>
                  <a:lnTo>
                    <a:pt x="207068" y="134328"/>
                  </a:lnTo>
                  <a:close/>
                  <a:moveTo>
                    <a:pt x="21162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41579" y="184645"/>
                  </a:moveTo>
                  <a:lnTo>
                    <a:pt x="241579" y="161193"/>
                  </a:lnTo>
                  <a:lnTo>
                    <a:pt x="211629" y="161193"/>
                  </a:lnTo>
                  <a:close/>
                  <a:moveTo>
                    <a:pt x="25681" y="134328"/>
                  </a:moveTo>
                  <a:lnTo>
                    <a:pt x="29035" y="107462"/>
                  </a:lnTo>
                  <a:lnTo>
                    <a:pt x="0" y="134328"/>
                  </a:lnTo>
                  <a:close/>
                  <a:moveTo>
                    <a:pt x="29035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84044" y="134328"/>
                  </a:moveTo>
                  <a:lnTo>
                    <a:pt x="207068" y="134328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1335" y="107462"/>
                  </a:lnTo>
                  <a:close/>
                  <a:moveTo>
                    <a:pt x="207068" y="156865"/>
                  </a:moveTo>
                  <a:lnTo>
                    <a:pt x="207068" y="134328"/>
                  </a:lnTo>
                  <a:lnTo>
                    <a:pt x="184044" y="134328"/>
                  </a:lnTo>
                  <a:close/>
                  <a:moveTo>
                    <a:pt x="34511" y="80597"/>
                  </a:moveTo>
                  <a:lnTo>
                    <a:pt x="128" y="80597"/>
                  </a:lnTo>
                  <a:lnTo>
                    <a:pt x="34511" y="97474"/>
                  </a:lnTo>
                  <a:close/>
                  <a:moveTo>
                    <a:pt x="34511" y="97474"/>
                  </a:moveTo>
                  <a:lnTo>
                    <a:pt x="0" y="80931"/>
                  </a:lnTo>
                  <a:lnTo>
                    <a:pt x="29035" y="107462"/>
                  </a:lnTo>
                  <a:close/>
                  <a:moveTo>
                    <a:pt x="29035" y="107462"/>
                  </a:moveTo>
                  <a:lnTo>
                    <a:pt x="0" y="80931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72556" y="107462"/>
                  </a:lnTo>
                  <a:lnTo>
                    <a:pt x="201335" y="107462"/>
                  </a:lnTo>
                  <a:close/>
                  <a:moveTo>
                    <a:pt x="172556" y="107462"/>
                  </a:moveTo>
                  <a:lnTo>
                    <a:pt x="172556" y="80597"/>
                  </a:lnTo>
                  <a:lnTo>
                    <a:pt x="161976" y="107462"/>
                  </a:lnTo>
                  <a:close/>
                  <a:moveTo>
                    <a:pt x="172556" y="80597"/>
                  </a:moveTo>
                  <a:lnTo>
                    <a:pt x="140450" y="80597"/>
                  </a:lnTo>
                  <a:lnTo>
                    <a:pt x="161976" y="107462"/>
                  </a:lnTo>
                  <a:close/>
                  <a:moveTo>
                    <a:pt x="15445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38045" y="53731"/>
                  </a:moveTo>
                  <a:lnTo>
                    <a:pt x="140450" y="80597"/>
                  </a:lnTo>
                  <a:lnTo>
                    <a:pt x="172556" y="80597"/>
                  </a:lnTo>
                  <a:close/>
                  <a:moveTo>
                    <a:pt x="138045" y="53731"/>
                  </a:moveTo>
                  <a:lnTo>
                    <a:pt x="172556" y="80597"/>
                  </a:lnTo>
                  <a:lnTo>
                    <a:pt x="172556" y="53731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38045" y="26866"/>
                  </a:lnTo>
                  <a:close/>
                  <a:moveTo>
                    <a:pt x="103534" y="53731"/>
                  </a:moveTo>
                  <a:lnTo>
                    <a:pt x="138045" y="26866"/>
                  </a:lnTo>
                  <a:lnTo>
                    <a:pt x="103534" y="26866"/>
                  </a:lnTo>
                  <a:close/>
                  <a:moveTo>
                    <a:pt x="138045" y="53731"/>
                  </a:moveTo>
                  <a:lnTo>
                    <a:pt x="172556" y="26866"/>
                  </a:lnTo>
                  <a:lnTo>
                    <a:pt x="138045" y="26866"/>
                  </a:lnTo>
                  <a:close/>
                  <a:moveTo>
                    <a:pt x="69023" y="26866"/>
                  </a:moveTo>
                  <a:lnTo>
                    <a:pt x="103534" y="26866"/>
                  </a:lnTo>
                  <a:lnTo>
                    <a:pt x="103534" y="0"/>
                  </a:lnTo>
                  <a:close/>
                  <a:moveTo>
                    <a:pt x="69023" y="26866"/>
                  </a:moveTo>
                  <a:lnTo>
                    <a:pt x="103534" y="0"/>
                  </a:lnTo>
                  <a:lnTo>
                    <a:pt x="69023" y="0"/>
                  </a:lnTo>
                  <a:close/>
                  <a:moveTo>
                    <a:pt x="103534" y="26866"/>
                  </a:moveTo>
                  <a:lnTo>
                    <a:pt x="138045" y="26866"/>
                  </a:lnTo>
                  <a:lnTo>
                    <a:pt x="138045" y="0"/>
                  </a:lnTo>
                  <a:close/>
                  <a:moveTo>
                    <a:pt x="103534" y="26866"/>
                  </a:moveTo>
                  <a:lnTo>
                    <a:pt x="138045" y="0"/>
                  </a:lnTo>
                  <a:lnTo>
                    <a:pt x="103534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4028" name="Match_B4__4027">
              <a:extLst>
                <a:ext uri="{FF2B5EF4-FFF2-40B4-BE49-F238E27FC236}">
                  <a16:creationId xmlns:a16="http://schemas.microsoft.com/office/drawing/2014/main" id="{4777F5EB-5BE9-75A4-784F-562505A59220}"/>
                </a:ext>
              </a:extLst>
            </p:cNvPr>
            <p:cNvSpPr>
              <a:spLocks noGrp="1"/>
            </p:cNvSpPr>
            <p:nvPr/>
          </p:nvSpPr>
          <p:spPr>
            <a:xfrm>
              <a:off x="8444522" y="2554834"/>
              <a:ext cx="266941" cy="387689"/>
            </a:xfrm>
            <a:custGeom>
              <a:avLst/>
              <a:gdLst/>
              <a:ahLst/>
              <a:cxnLst/>
              <a:rect l="0" t="0" r="0" b="0"/>
              <a:pathLst>
                <a:path w="266941" h="387689">
                  <a:moveTo>
                    <a:pt x="112364" y="380183"/>
                  </a:moveTo>
                  <a:lnTo>
                    <a:pt x="146875" y="376118"/>
                  </a:lnTo>
                  <a:lnTo>
                    <a:pt x="120747" y="376118"/>
                  </a:lnTo>
                  <a:close/>
                  <a:moveTo>
                    <a:pt x="30169" y="376118"/>
                  </a:moveTo>
                  <a:lnTo>
                    <a:pt x="9242" y="349252"/>
                  </a:lnTo>
                  <a:lnTo>
                    <a:pt x="8830" y="376118"/>
                  </a:lnTo>
                  <a:close/>
                  <a:moveTo>
                    <a:pt x="9242" y="349252"/>
                  </a:moveTo>
                  <a:lnTo>
                    <a:pt x="8830" y="349252"/>
                  </a:lnTo>
                  <a:lnTo>
                    <a:pt x="8830" y="376118"/>
                  </a:lnTo>
                  <a:close/>
                  <a:moveTo>
                    <a:pt x="146875" y="361313"/>
                  </a:moveTo>
                  <a:lnTo>
                    <a:pt x="181387" y="349252"/>
                  </a:lnTo>
                  <a:lnTo>
                    <a:pt x="163894" y="349252"/>
                  </a:lnTo>
                  <a:close/>
                  <a:moveTo>
                    <a:pt x="120747" y="376118"/>
                  </a:moveTo>
                  <a:lnTo>
                    <a:pt x="146875" y="376118"/>
                  </a:lnTo>
                  <a:lnTo>
                    <a:pt x="146875" y="361313"/>
                  </a:lnTo>
                  <a:close/>
                  <a:moveTo>
                    <a:pt x="9242" y="349252"/>
                  </a:moveTo>
                  <a:lnTo>
                    <a:pt x="10519" y="322387"/>
                  </a:lnTo>
                  <a:lnTo>
                    <a:pt x="8830" y="349252"/>
                  </a:lnTo>
                  <a:close/>
                  <a:moveTo>
                    <a:pt x="10519" y="322387"/>
                  </a:moveTo>
                  <a:lnTo>
                    <a:pt x="8830" y="322387"/>
                  </a:lnTo>
                  <a:lnTo>
                    <a:pt x="8830" y="349252"/>
                  </a:lnTo>
                  <a:close/>
                  <a:moveTo>
                    <a:pt x="163894" y="349252"/>
                  </a:moveTo>
                  <a:lnTo>
                    <a:pt x="181387" y="349252"/>
                  </a:lnTo>
                  <a:lnTo>
                    <a:pt x="181387" y="336678"/>
                  </a:lnTo>
                  <a:close/>
                  <a:moveTo>
                    <a:pt x="10519" y="322387"/>
                  </a:moveTo>
                  <a:lnTo>
                    <a:pt x="21153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8830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32327" y="268656"/>
                  </a:lnTo>
                  <a:lnTo>
                    <a:pt x="8830" y="295521"/>
                  </a:lnTo>
                  <a:close/>
                  <a:moveTo>
                    <a:pt x="264110" y="214924"/>
                  </a:moveTo>
                  <a:lnTo>
                    <a:pt x="250409" y="188059"/>
                  </a:lnTo>
                  <a:lnTo>
                    <a:pt x="250409" y="190891"/>
                  </a:lnTo>
                  <a:close/>
                  <a:moveTo>
                    <a:pt x="250409" y="190891"/>
                  </a:moveTo>
                  <a:lnTo>
                    <a:pt x="250409" y="188059"/>
                  </a:lnTo>
                  <a:lnTo>
                    <a:pt x="248482" y="188059"/>
                  </a:lnTo>
                  <a:close/>
                  <a:moveTo>
                    <a:pt x="8830" y="161193"/>
                  </a:moveTo>
                  <a:lnTo>
                    <a:pt x="23670" y="161193"/>
                  </a:lnTo>
                  <a:lnTo>
                    <a:pt x="8830" y="136037"/>
                  </a:lnTo>
                  <a:close/>
                  <a:moveTo>
                    <a:pt x="146875" y="92749"/>
                  </a:moveTo>
                  <a:lnTo>
                    <a:pt x="158363" y="107462"/>
                  </a:lnTo>
                  <a:lnTo>
                    <a:pt x="146875" y="80597"/>
                  </a:lnTo>
                  <a:close/>
                  <a:moveTo>
                    <a:pt x="146875" y="92749"/>
                  </a:moveTo>
                  <a:lnTo>
                    <a:pt x="146875" y="80597"/>
                  </a:lnTo>
                  <a:lnTo>
                    <a:pt x="136295" y="80597"/>
                  </a:lnTo>
                  <a:close/>
                  <a:moveTo>
                    <a:pt x="23416" y="53731"/>
                  </a:moveTo>
                  <a:lnTo>
                    <a:pt x="43342" y="36837"/>
                  </a:lnTo>
                  <a:lnTo>
                    <a:pt x="8830" y="53731"/>
                  </a:lnTo>
                  <a:close/>
                  <a:moveTo>
                    <a:pt x="8830" y="53731"/>
                  </a:moveTo>
                  <a:lnTo>
                    <a:pt x="43342" y="36837"/>
                  </a:lnTo>
                  <a:lnTo>
                    <a:pt x="43342" y="26866"/>
                  </a:lnTo>
                  <a:close/>
                  <a:moveTo>
                    <a:pt x="8830" y="53731"/>
                  </a:moveTo>
                  <a:lnTo>
                    <a:pt x="8830" y="70608"/>
                  </a:lnTo>
                  <a:lnTo>
                    <a:pt x="23416" y="53731"/>
                  </a:lnTo>
                  <a:close/>
                  <a:moveTo>
                    <a:pt x="112364" y="50522"/>
                  </a:moveTo>
                  <a:lnTo>
                    <a:pt x="114769" y="53731"/>
                  </a:lnTo>
                  <a:lnTo>
                    <a:pt x="112364" y="26866"/>
                  </a:lnTo>
                  <a:close/>
                  <a:moveTo>
                    <a:pt x="43342" y="26866"/>
                  </a:moveTo>
                  <a:lnTo>
                    <a:pt x="77853" y="26866"/>
                  </a:lnTo>
                  <a:lnTo>
                    <a:pt x="77853" y="0"/>
                  </a:lnTo>
                  <a:close/>
                  <a:moveTo>
                    <a:pt x="77853" y="26866"/>
                  </a:moveTo>
                  <a:lnTo>
                    <a:pt x="43342" y="26866"/>
                  </a:lnTo>
                  <a:lnTo>
                    <a:pt x="77853" y="29341"/>
                  </a:lnTo>
                  <a:close/>
                  <a:moveTo>
                    <a:pt x="43342" y="26866"/>
                  </a:moveTo>
                  <a:lnTo>
                    <a:pt x="43342" y="36837"/>
                  </a:lnTo>
                  <a:lnTo>
                    <a:pt x="77853" y="29341"/>
                  </a:lnTo>
                  <a:close/>
                  <a:moveTo>
                    <a:pt x="112364" y="26866"/>
                  </a:moveTo>
                  <a:lnTo>
                    <a:pt x="77853" y="26866"/>
                  </a:lnTo>
                  <a:lnTo>
                    <a:pt x="112364" y="50522"/>
                  </a:lnTo>
                  <a:close/>
                  <a:moveTo>
                    <a:pt x="77853" y="26866"/>
                  </a:moveTo>
                  <a:lnTo>
                    <a:pt x="77853" y="29341"/>
                  </a:lnTo>
                  <a:lnTo>
                    <a:pt x="112364" y="50522"/>
                  </a:lnTo>
                  <a:close/>
                  <a:moveTo>
                    <a:pt x="30169" y="376118"/>
                  </a:moveTo>
                  <a:lnTo>
                    <a:pt x="43342" y="383221"/>
                  </a:lnTo>
                  <a:lnTo>
                    <a:pt x="43342" y="376118"/>
                  </a:lnTo>
                  <a:close/>
                  <a:moveTo>
                    <a:pt x="9242" y="349252"/>
                  </a:moveTo>
                  <a:lnTo>
                    <a:pt x="43342" y="376118"/>
                  </a:lnTo>
                  <a:lnTo>
                    <a:pt x="43342" y="349252"/>
                  </a:lnTo>
                  <a:close/>
                  <a:moveTo>
                    <a:pt x="9242" y="349252"/>
                  </a:moveTo>
                  <a:lnTo>
                    <a:pt x="30169" y="376118"/>
                  </a:lnTo>
                  <a:lnTo>
                    <a:pt x="43342" y="376118"/>
                  </a:lnTo>
                  <a:close/>
                  <a:moveTo>
                    <a:pt x="77853" y="376118"/>
                  </a:moveTo>
                  <a:lnTo>
                    <a:pt x="43342" y="383221"/>
                  </a:lnTo>
                  <a:lnTo>
                    <a:pt x="77853" y="387689"/>
                  </a:lnTo>
                  <a:close/>
                  <a:moveTo>
                    <a:pt x="77853" y="376118"/>
                  </a:moveTo>
                  <a:lnTo>
                    <a:pt x="43342" y="376118"/>
                  </a:lnTo>
                  <a:lnTo>
                    <a:pt x="43342" y="383221"/>
                  </a:lnTo>
                  <a:close/>
                  <a:moveTo>
                    <a:pt x="112364" y="376118"/>
                  </a:moveTo>
                  <a:lnTo>
                    <a:pt x="77853" y="387689"/>
                  </a:lnTo>
                  <a:lnTo>
                    <a:pt x="112364" y="380183"/>
                  </a:lnTo>
                  <a:close/>
                  <a:moveTo>
                    <a:pt x="112364" y="376118"/>
                  </a:moveTo>
                  <a:lnTo>
                    <a:pt x="77853" y="376118"/>
                  </a:lnTo>
                  <a:lnTo>
                    <a:pt x="77853" y="387689"/>
                  </a:lnTo>
                  <a:close/>
                  <a:moveTo>
                    <a:pt x="112364" y="376118"/>
                  </a:moveTo>
                  <a:lnTo>
                    <a:pt x="112364" y="380183"/>
                  </a:lnTo>
                  <a:lnTo>
                    <a:pt x="120747" y="376118"/>
                  </a:lnTo>
                  <a:close/>
                  <a:moveTo>
                    <a:pt x="146875" y="349252"/>
                  </a:moveTo>
                  <a:lnTo>
                    <a:pt x="120747" y="376118"/>
                  </a:lnTo>
                  <a:lnTo>
                    <a:pt x="146875" y="361313"/>
                  </a:lnTo>
                  <a:close/>
                  <a:moveTo>
                    <a:pt x="112364" y="376118"/>
                  </a:moveTo>
                  <a:lnTo>
                    <a:pt x="120747" y="376118"/>
                  </a:lnTo>
                  <a:lnTo>
                    <a:pt x="146875" y="349252"/>
                  </a:lnTo>
                  <a:close/>
                  <a:moveTo>
                    <a:pt x="10519" y="322387"/>
                  </a:moveTo>
                  <a:lnTo>
                    <a:pt x="9242" y="349252"/>
                  </a:lnTo>
                  <a:lnTo>
                    <a:pt x="43342" y="349252"/>
                  </a:lnTo>
                  <a:close/>
                  <a:moveTo>
                    <a:pt x="146875" y="349252"/>
                  </a:moveTo>
                  <a:lnTo>
                    <a:pt x="146875" y="361313"/>
                  </a:lnTo>
                  <a:lnTo>
                    <a:pt x="163894" y="349252"/>
                  </a:lnTo>
                  <a:close/>
                  <a:moveTo>
                    <a:pt x="181387" y="322387"/>
                  </a:moveTo>
                  <a:lnTo>
                    <a:pt x="163894" y="349252"/>
                  </a:lnTo>
                  <a:lnTo>
                    <a:pt x="181387" y="336678"/>
                  </a:lnTo>
                  <a:close/>
                  <a:moveTo>
                    <a:pt x="146875" y="349252"/>
                  </a:moveTo>
                  <a:lnTo>
                    <a:pt x="163894" y="349252"/>
                  </a:lnTo>
                  <a:lnTo>
                    <a:pt x="181387" y="322387"/>
                  </a:lnTo>
                  <a:close/>
                  <a:moveTo>
                    <a:pt x="21153" y="295521"/>
                  </a:moveTo>
                  <a:lnTo>
                    <a:pt x="10519" y="322387"/>
                  </a:lnTo>
                  <a:lnTo>
                    <a:pt x="43342" y="322387"/>
                  </a:lnTo>
                  <a:close/>
                  <a:moveTo>
                    <a:pt x="181387" y="322387"/>
                  </a:moveTo>
                  <a:lnTo>
                    <a:pt x="181387" y="336678"/>
                  </a:lnTo>
                  <a:lnTo>
                    <a:pt x="200458" y="322387"/>
                  </a:lnTo>
                  <a:close/>
                  <a:moveTo>
                    <a:pt x="215898" y="295521"/>
                  </a:moveTo>
                  <a:lnTo>
                    <a:pt x="200458" y="322387"/>
                  </a:lnTo>
                  <a:lnTo>
                    <a:pt x="215898" y="310793"/>
                  </a:lnTo>
                  <a:close/>
                  <a:moveTo>
                    <a:pt x="181387" y="322387"/>
                  </a:moveTo>
                  <a:lnTo>
                    <a:pt x="200458" y="322387"/>
                  </a:lnTo>
                  <a:lnTo>
                    <a:pt x="215898" y="295521"/>
                  </a:lnTo>
                  <a:close/>
                  <a:moveTo>
                    <a:pt x="32327" y="268656"/>
                  </a:moveTo>
                  <a:lnTo>
                    <a:pt x="43342" y="295521"/>
                  </a:lnTo>
                  <a:lnTo>
                    <a:pt x="43342" y="268656"/>
                  </a:lnTo>
                  <a:close/>
                  <a:moveTo>
                    <a:pt x="32327" y="268656"/>
                  </a:moveTo>
                  <a:lnTo>
                    <a:pt x="21153" y="295521"/>
                  </a:lnTo>
                  <a:lnTo>
                    <a:pt x="43342" y="295521"/>
                  </a:lnTo>
                  <a:close/>
                  <a:moveTo>
                    <a:pt x="215898" y="295521"/>
                  </a:moveTo>
                  <a:lnTo>
                    <a:pt x="215898" y="310793"/>
                  </a:lnTo>
                  <a:lnTo>
                    <a:pt x="234144" y="295521"/>
                  </a:lnTo>
                  <a:close/>
                  <a:moveTo>
                    <a:pt x="250409" y="268656"/>
                  </a:moveTo>
                  <a:lnTo>
                    <a:pt x="234144" y="295521"/>
                  </a:lnTo>
                  <a:lnTo>
                    <a:pt x="250409" y="277468"/>
                  </a:lnTo>
                  <a:close/>
                  <a:moveTo>
                    <a:pt x="215898" y="295521"/>
                  </a:moveTo>
                  <a:lnTo>
                    <a:pt x="234144" y="295521"/>
                  </a:lnTo>
                  <a:lnTo>
                    <a:pt x="250409" y="268656"/>
                  </a:lnTo>
                  <a:close/>
                  <a:moveTo>
                    <a:pt x="39447" y="241790"/>
                  </a:moveTo>
                  <a:lnTo>
                    <a:pt x="43342" y="268656"/>
                  </a:lnTo>
                  <a:lnTo>
                    <a:pt x="43342" y="241790"/>
                  </a:lnTo>
                  <a:close/>
                  <a:moveTo>
                    <a:pt x="39447" y="241790"/>
                  </a:moveTo>
                  <a:lnTo>
                    <a:pt x="32327" y="268656"/>
                  </a:lnTo>
                  <a:lnTo>
                    <a:pt x="43342" y="268656"/>
                  </a:lnTo>
                  <a:close/>
                  <a:moveTo>
                    <a:pt x="250409" y="268656"/>
                  </a:moveTo>
                  <a:lnTo>
                    <a:pt x="250409" y="277468"/>
                  </a:lnTo>
                  <a:lnTo>
                    <a:pt x="257308" y="268656"/>
                  </a:lnTo>
                  <a:close/>
                  <a:moveTo>
                    <a:pt x="250409" y="241790"/>
                  </a:moveTo>
                  <a:lnTo>
                    <a:pt x="257308" y="268656"/>
                  </a:lnTo>
                  <a:lnTo>
                    <a:pt x="266941" y="241790"/>
                  </a:lnTo>
                  <a:close/>
                  <a:moveTo>
                    <a:pt x="250409" y="241790"/>
                  </a:moveTo>
                  <a:lnTo>
                    <a:pt x="250409" y="268656"/>
                  </a:lnTo>
                  <a:lnTo>
                    <a:pt x="257308" y="268656"/>
                  </a:lnTo>
                  <a:close/>
                  <a:moveTo>
                    <a:pt x="40899" y="214924"/>
                  </a:moveTo>
                  <a:lnTo>
                    <a:pt x="43342" y="241790"/>
                  </a:lnTo>
                  <a:lnTo>
                    <a:pt x="43342" y="214924"/>
                  </a:lnTo>
                  <a:close/>
                  <a:moveTo>
                    <a:pt x="40899" y="214924"/>
                  </a:moveTo>
                  <a:lnTo>
                    <a:pt x="39447" y="241790"/>
                  </a:lnTo>
                  <a:lnTo>
                    <a:pt x="43342" y="241790"/>
                  </a:lnTo>
                  <a:close/>
                  <a:moveTo>
                    <a:pt x="250409" y="214924"/>
                  </a:moveTo>
                  <a:lnTo>
                    <a:pt x="266941" y="241790"/>
                  </a:lnTo>
                  <a:lnTo>
                    <a:pt x="264110" y="214924"/>
                  </a:lnTo>
                  <a:close/>
                  <a:moveTo>
                    <a:pt x="250409" y="214924"/>
                  </a:moveTo>
                  <a:lnTo>
                    <a:pt x="250409" y="241790"/>
                  </a:lnTo>
                  <a:lnTo>
                    <a:pt x="266941" y="241790"/>
                  </a:lnTo>
                  <a:close/>
                  <a:moveTo>
                    <a:pt x="35765" y="188059"/>
                  </a:moveTo>
                  <a:lnTo>
                    <a:pt x="43342" y="214924"/>
                  </a:lnTo>
                  <a:lnTo>
                    <a:pt x="43342" y="188059"/>
                  </a:lnTo>
                  <a:close/>
                  <a:moveTo>
                    <a:pt x="35765" y="188059"/>
                  </a:moveTo>
                  <a:lnTo>
                    <a:pt x="40899" y="214924"/>
                  </a:lnTo>
                  <a:lnTo>
                    <a:pt x="43342" y="214924"/>
                  </a:lnTo>
                  <a:close/>
                  <a:moveTo>
                    <a:pt x="250409" y="214924"/>
                  </a:moveTo>
                  <a:lnTo>
                    <a:pt x="264110" y="214924"/>
                  </a:lnTo>
                  <a:lnTo>
                    <a:pt x="250409" y="190891"/>
                  </a:lnTo>
                  <a:close/>
                  <a:moveTo>
                    <a:pt x="248482" y="188059"/>
                  </a:moveTo>
                  <a:lnTo>
                    <a:pt x="250409" y="214924"/>
                  </a:lnTo>
                  <a:lnTo>
                    <a:pt x="250409" y="190891"/>
                  </a:lnTo>
                  <a:close/>
                  <a:moveTo>
                    <a:pt x="23670" y="161193"/>
                  </a:moveTo>
                  <a:lnTo>
                    <a:pt x="43342" y="188059"/>
                  </a:lnTo>
                  <a:lnTo>
                    <a:pt x="43342" y="161193"/>
                  </a:lnTo>
                  <a:close/>
                  <a:moveTo>
                    <a:pt x="23670" y="161193"/>
                  </a:moveTo>
                  <a:lnTo>
                    <a:pt x="35765" y="188059"/>
                  </a:lnTo>
                  <a:lnTo>
                    <a:pt x="43342" y="188059"/>
                  </a:lnTo>
                  <a:close/>
                  <a:moveTo>
                    <a:pt x="215898" y="161193"/>
                  </a:moveTo>
                  <a:lnTo>
                    <a:pt x="248482" y="188059"/>
                  </a:lnTo>
                  <a:lnTo>
                    <a:pt x="219960" y="161193"/>
                  </a:lnTo>
                  <a:close/>
                  <a:moveTo>
                    <a:pt x="215898" y="161193"/>
                  </a:moveTo>
                  <a:lnTo>
                    <a:pt x="215898" y="188059"/>
                  </a:lnTo>
                  <a:lnTo>
                    <a:pt x="248482" y="188059"/>
                  </a:lnTo>
                  <a:close/>
                  <a:moveTo>
                    <a:pt x="43342" y="161193"/>
                  </a:moveTo>
                  <a:lnTo>
                    <a:pt x="8830" y="136037"/>
                  </a:lnTo>
                  <a:lnTo>
                    <a:pt x="23670" y="161193"/>
                  </a:lnTo>
                  <a:close/>
                  <a:moveTo>
                    <a:pt x="8830" y="134328"/>
                  </a:moveTo>
                  <a:lnTo>
                    <a:pt x="8830" y="136037"/>
                  </a:lnTo>
                  <a:lnTo>
                    <a:pt x="43342" y="161193"/>
                  </a:lnTo>
                  <a:close/>
                  <a:moveTo>
                    <a:pt x="43342" y="134328"/>
                  </a:moveTo>
                  <a:lnTo>
                    <a:pt x="8830" y="134328"/>
                  </a:lnTo>
                  <a:lnTo>
                    <a:pt x="43342" y="161193"/>
                  </a:lnTo>
                  <a:close/>
                  <a:moveTo>
                    <a:pt x="181387" y="134328"/>
                  </a:moveTo>
                  <a:lnTo>
                    <a:pt x="215898" y="157780"/>
                  </a:lnTo>
                  <a:lnTo>
                    <a:pt x="185948" y="134328"/>
                  </a:lnTo>
                  <a:close/>
                  <a:moveTo>
                    <a:pt x="215898" y="161193"/>
                  </a:moveTo>
                  <a:lnTo>
                    <a:pt x="215898" y="157780"/>
                  </a:lnTo>
                  <a:lnTo>
                    <a:pt x="181387" y="134328"/>
                  </a:lnTo>
                  <a:close/>
                  <a:moveTo>
                    <a:pt x="181387" y="161193"/>
                  </a:moveTo>
                  <a:lnTo>
                    <a:pt x="215898" y="161193"/>
                  </a:lnTo>
                  <a:lnTo>
                    <a:pt x="181387" y="134328"/>
                  </a:lnTo>
                  <a:close/>
                  <a:moveTo>
                    <a:pt x="215898" y="161193"/>
                  </a:moveTo>
                  <a:lnTo>
                    <a:pt x="219960" y="161193"/>
                  </a:lnTo>
                  <a:lnTo>
                    <a:pt x="215898" y="157780"/>
                  </a:lnTo>
                  <a:close/>
                  <a:moveTo>
                    <a:pt x="7911" y="134328"/>
                  </a:moveTo>
                  <a:lnTo>
                    <a:pt x="8830" y="136037"/>
                  </a:lnTo>
                  <a:lnTo>
                    <a:pt x="8830" y="134328"/>
                  </a:lnTo>
                  <a:close/>
                  <a:moveTo>
                    <a:pt x="0" y="107462"/>
                  </a:moveTo>
                  <a:lnTo>
                    <a:pt x="8830" y="134328"/>
                  </a:lnTo>
                  <a:lnTo>
                    <a:pt x="8830" y="107462"/>
                  </a:lnTo>
                  <a:close/>
                  <a:moveTo>
                    <a:pt x="0" y="107462"/>
                  </a:moveTo>
                  <a:lnTo>
                    <a:pt x="7911" y="134328"/>
                  </a:lnTo>
                  <a:lnTo>
                    <a:pt x="8830" y="134328"/>
                  </a:lnTo>
                  <a:close/>
                  <a:moveTo>
                    <a:pt x="8830" y="134328"/>
                  </a:moveTo>
                  <a:lnTo>
                    <a:pt x="43342" y="107462"/>
                  </a:lnTo>
                  <a:lnTo>
                    <a:pt x="8830" y="107462"/>
                  </a:lnTo>
                  <a:close/>
                  <a:moveTo>
                    <a:pt x="146875" y="107462"/>
                  </a:moveTo>
                  <a:lnTo>
                    <a:pt x="181387" y="129999"/>
                  </a:lnTo>
                  <a:lnTo>
                    <a:pt x="158363" y="107462"/>
                  </a:lnTo>
                  <a:close/>
                  <a:moveTo>
                    <a:pt x="181387" y="134328"/>
                  </a:moveTo>
                  <a:lnTo>
                    <a:pt x="181387" y="129999"/>
                  </a:lnTo>
                  <a:lnTo>
                    <a:pt x="146875" y="107462"/>
                  </a:lnTo>
                  <a:close/>
                  <a:moveTo>
                    <a:pt x="146875" y="134328"/>
                  </a:moveTo>
                  <a:lnTo>
                    <a:pt x="181387" y="134328"/>
                  </a:lnTo>
                  <a:lnTo>
                    <a:pt x="146875" y="107462"/>
                  </a:lnTo>
                  <a:close/>
                  <a:moveTo>
                    <a:pt x="181387" y="134328"/>
                  </a:moveTo>
                  <a:lnTo>
                    <a:pt x="185948" y="134328"/>
                  </a:lnTo>
                  <a:lnTo>
                    <a:pt x="181387" y="129999"/>
                  </a:lnTo>
                  <a:close/>
                  <a:moveTo>
                    <a:pt x="3354" y="80597"/>
                  </a:moveTo>
                  <a:lnTo>
                    <a:pt x="8830" y="107462"/>
                  </a:lnTo>
                  <a:lnTo>
                    <a:pt x="8830" y="80597"/>
                  </a:lnTo>
                  <a:close/>
                  <a:moveTo>
                    <a:pt x="3354" y="80597"/>
                  </a:moveTo>
                  <a:lnTo>
                    <a:pt x="0" y="107462"/>
                  </a:lnTo>
                  <a:lnTo>
                    <a:pt x="8830" y="107462"/>
                  </a:lnTo>
                  <a:close/>
                  <a:moveTo>
                    <a:pt x="8830" y="107462"/>
                  </a:moveTo>
                  <a:lnTo>
                    <a:pt x="43342" y="80597"/>
                  </a:lnTo>
                  <a:lnTo>
                    <a:pt x="8830" y="80597"/>
                  </a:lnTo>
                  <a:close/>
                  <a:moveTo>
                    <a:pt x="112364" y="80597"/>
                  </a:moveTo>
                  <a:lnTo>
                    <a:pt x="146875" y="92749"/>
                  </a:lnTo>
                  <a:lnTo>
                    <a:pt x="136295" y="80597"/>
                  </a:lnTo>
                  <a:close/>
                  <a:moveTo>
                    <a:pt x="146875" y="107462"/>
                  </a:moveTo>
                  <a:lnTo>
                    <a:pt x="146875" y="92749"/>
                  </a:lnTo>
                  <a:lnTo>
                    <a:pt x="112364" y="80597"/>
                  </a:lnTo>
                  <a:close/>
                  <a:moveTo>
                    <a:pt x="146875" y="107462"/>
                  </a:moveTo>
                  <a:lnTo>
                    <a:pt x="158363" y="107462"/>
                  </a:lnTo>
                  <a:lnTo>
                    <a:pt x="146875" y="92749"/>
                  </a:lnTo>
                  <a:close/>
                  <a:moveTo>
                    <a:pt x="8830" y="70608"/>
                  </a:moveTo>
                  <a:lnTo>
                    <a:pt x="3354" y="80597"/>
                  </a:lnTo>
                  <a:lnTo>
                    <a:pt x="8830" y="80597"/>
                  </a:lnTo>
                  <a:close/>
                  <a:moveTo>
                    <a:pt x="8830" y="80597"/>
                  </a:moveTo>
                  <a:lnTo>
                    <a:pt x="23416" y="53731"/>
                  </a:lnTo>
                  <a:lnTo>
                    <a:pt x="8830" y="70608"/>
                  </a:lnTo>
                  <a:close/>
                  <a:moveTo>
                    <a:pt x="43342" y="53731"/>
                  </a:moveTo>
                  <a:lnTo>
                    <a:pt x="23416" y="53731"/>
                  </a:lnTo>
                  <a:lnTo>
                    <a:pt x="8830" y="80597"/>
                  </a:lnTo>
                  <a:close/>
                  <a:moveTo>
                    <a:pt x="43342" y="80597"/>
                  </a:moveTo>
                  <a:lnTo>
                    <a:pt x="43342" y="53731"/>
                  </a:lnTo>
                  <a:lnTo>
                    <a:pt x="8830" y="80597"/>
                  </a:lnTo>
                  <a:close/>
                  <a:moveTo>
                    <a:pt x="77853" y="80597"/>
                  </a:moveTo>
                  <a:lnTo>
                    <a:pt x="112364" y="80597"/>
                  </a:lnTo>
                  <a:lnTo>
                    <a:pt x="112364" y="53731"/>
                  </a:lnTo>
                  <a:close/>
                  <a:moveTo>
                    <a:pt x="77853" y="80597"/>
                  </a:moveTo>
                  <a:lnTo>
                    <a:pt x="112364" y="53731"/>
                  </a:lnTo>
                  <a:lnTo>
                    <a:pt x="77853" y="53731"/>
                  </a:lnTo>
                  <a:close/>
                  <a:moveTo>
                    <a:pt x="112364" y="53731"/>
                  </a:moveTo>
                  <a:lnTo>
                    <a:pt x="136295" y="80597"/>
                  </a:lnTo>
                  <a:lnTo>
                    <a:pt x="114769" y="53731"/>
                  </a:lnTo>
                  <a:close/>
                  <a:moveTo>
                    <a:pt x="112364" y="53731"/>
                  </a:moveTo>
                  <a:lnTo>
                    <a:pt x="112364" y="80597"/>
                  </a:lnTo>
                  <a:lnTo>
                    <a:pt x="136295" y="80597"/>
                  </a:lnTo>
                  <a:close/>
                  <a:moveTo>
                    <a:pt x="43342" y="36837"/>
                  </a:moveTo>
                  <a:lnTo>
                    <a:pt x="23416" y="53731"/>
                  </a:lnTo>
                  <a:lnTo>
                    <a:pt x="43342" y="53731"/>
                  </a:lnTo>
                  <a:close/>
                  <a:moveTo>
                    <a:pt x="43342" y="53731"/>
                  </a:moveTo>
                  <a:lnTo>
                    <a:pt x="77853" y="29341"/>
                  </a:lnTo>
                  <a:lnTo>
                    <a:pt x="43342" y="36837"/>
                  </a:lnTo>
                  <a:close/>
                  <a:moveTo>
                    <a:pt x="43342" y="53731"/>
                  </a:moveTo>
                  <a:lnTo>
                    <a:pt x="77853" y="53731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0522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3731"/>
                  </a:lnTo>
                  <a:lnTo>
                    <a:pt x="112364" y="50522"/>
                  </a:lnTo>
                  <a:close/>
                  <a:moveTo>
                    <a:pt x="112364" y="53731"/>
                  </a:moveTo>
                  <a:lnTo>
                    <a:pt x="114769" y="53731"/>
                  </a:lnTo>
                  <a:lnTo>
                    <a:pt x="112364" y="5052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4029" name="Match_B4__4028">
              <a:extLst>
                <a:ext uri="{FF2B5EF4-FFF2-40B4-BE49-F238E27FC236}">
                  <a16:creationId xmlns:a16="http://schemas.microsoft.com/office/drawing/2014/main" id="{5AB2BE91-DD31-84E6-91E1-0717EA64EA0B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608566"/>
              <a:ext cx="241579" cy="322387"/>
            </a:xfrm>
            <a:custGeom>
              <a:avLst/>
              <a:gdLst/>
              <a:ahLst/>
              <a:cxnLst/>
              <a:rect l="0" t="0" r="0" b="0"/>
              <a:pathLst>
                <a:path w="241579" h="322387">
                  <a:moveTo>
                    <a:pt x="34511" y="322387"/>
                  </a:moveTo>
                  <a:lnTo>
                    <a:pt x="69023" y="322387"/>
                  </a:lnTo>
                  <a:lnTo>
                    <a:pt x="69023" y="295521"/>
                  </a:lnTo>
                  <a:close/>
                  <a:moveTo>
                    <a:pt x="34511" y="322387"/>
                  </a:moveTo>
                  <a:lnTo>
                    <a:pt x="69023" y="295521"/>
                  </a:lnTo>
                  <a:lnTo>
                    <a:pt x="34511" y="295521"/>
                  </a:lnTo>
                  <a:close/>
                  <a:moveTo>
                    <a:pt x="69023" y="322387"/>
                  </a:moveTo>
                  <a:lnTo>
                    <a:pt x="103534" y="322387"/>
                  </a:lnTo>
                  <a:lnTo>
                    <a:pt x="103534" y="295521"/>
                  </a:lnTo>
                  <a:close/>
                  <a:moveTo>
                    <a:pt x="69023" y="322387"/>
                  </a:moveTo>
                  <a:lnTo>
                    <a:pt x="103534" y="295521"/>
                  </a:lnTo>
                  <a:lnTo>
                    <a:pt x="69023" y="295521"/>
                  </a:lnTo>
                  <a:close/>
                  <a:moveTo>
                    <a:pt x="103534" y="295521"/>
                  </a:moveTo>
                  <a:lnTo>
                    <a:pt x="103534" y="322387"/>
                  </a:lnTo>
                  <a:lnTo>
                    <a:pt x="138045" y="295521"/>
                  </a:lnTo>
                  <a:close/>
                  <a:moveTo>
                    <a:pt x="1689" y="268656"/>
                  </a:moveTo>
                  <a:lnTo>
                    <a:pt x="34511" y="295521"/>
                  </a:lnTo>
                  <a:lnTo>
                    <a:pt x="34511" y="268656"/>
                  </a:lnTo>
                  <a:close/>
                  <a:moveTo>
                    <a:pt x="34511" y="295521"/>
                  </a:moveTo>
                  <a:lnTo>
                    <a:pt x="69023" y="295521"/>
                  </a:lnTo>
                  <a:lnTo>
                    <a:pt x="69023" y="268656"/>
                  </a:lnTo>
                  <a:close/>
                  <a:moveTo>
                    <a:pt x="34511" y="295521"/>
                  </a:moveTo>
                  <a:lnTo>
                    <a:pt x="69023" y="268656"/>
                  </a:lnTo>
                  <a:lnTo>
                    <a:pt x="34511" y="268656"/>
                  </a:lnTo>
                  <a:close/>
                  <a:moveTo>
                    <a:pt x="69023" y="295521"/>
                  </a:moveTo>
                  <a:lnTo>
                    <a:pt x="103534" y="295521"/>
                  </a:lnTo>
                  <a:lnTo>
                    <a:pt x="103534" y="268656"/>
                  </a:lnTo>
                  <a:close/>
                  <a:moveTo>
                    <a:pt x="103534" y="295521"/>
                  </a:moveTo>
                  <a:lnTo>
                    <a:pt x="138045" y="295521"/>
                  </a:lnTo>
                  <a:lnTo>
                    <a:pt x="138045" y="268656"/>
                  </a:lnTo>
                  <a:close/>
                  <a:moveTo>
                    <a:pt x="103534" y="295521"/>
                  </a:moveTo>
                  <a:lnTo>
                    <a:pt x="138045" y="268656"/>
                  </a:lnTo>
                  <a:lnTo>
                    <a:pt x="103534" y="268656"/>
                  </a:lnTo>
                  <a:close/>
                  <a:moveTo>
                    <a:pt x="138045" y="268656"/>
                  </a:moveTo>
                  <a:lnTo>
                    <a:pt x="138045" y="295521"/>
                  </a:lnTo>
                  <a:lnTo>
                    <a:pt x="172556" y="268656"/>
                  </a:lnTo>
                  <a:close/>
                  <a:moveTo>
                    <a:pt x="12322" y="241790"/>
                  </a:moveTo>
                  <a:lnTo>
                    <a:pt x="34511" y="268656"/>
                  </a:lnTo>
                  <a:lnTo>
                    <a:pt x="34511" y="241790"/>
                  </a:lnTo>
                  <a:close/>
                  <a:moveTo>
                    <a:pt x="34511" y="268656"/>
                  </a:moveTo>
                  <a:lnTo>
                    <a:pt x="69023" y="268656"/>
                  </a:lnTo>
                  <a:lnTo>
                    <a:pt x="69023" y="241790"/>
                  </a:lnTo>
                  <a:close/>
                  <a:moveTo>
                    <a:pt x="34511" y="268656"/>
                  </a:moveTo>
                  <a:lnTo>
                    <a:pt x="69023" y="241790"/>
                  </a:lnTo>
                  <a:lnTo>
                    <a:pt x="34511" y="241790"/>
                  </a:lnTo>
                  <a:close/>
                  <a:moveTo>
                    <a:pt x="172556" y="241790"/>
                  </a:moveTo>
                  <a:lnTo>
                    <a:pt x="138045" y="268656"/>
                  </a:lnTo>
                  <a:lnTo>
                    <a:pt x="172556" y="268656"/>
                  </a:lnTo>
                  <a:close/>
                  <a:moveTo>
                    <a:pt x="172556" y="241790"/>
                  </a:moveTo>
                  <a:lnTo>
                    <a:pt x="172556" y="268656"/>
                  </a:lnTo>
                  <a:lnTo>
                    <a:pt x="207068" y="241790"/>
                  </a:lnTo>
                  <a:close/>
                  <a:moveTo>
                    <a:pt x="34511" y="241790"/>
                  </a:moveTo>
                  <a:lnTo>
                    <a:pt x="69023" y="241790"/>
                  </a:lnTo>
                  <a:lnTo>
                    <a:pt x="69023" y="214924"/>
                  </a:lnTo>
                  <a:close/>
                  <a:moveTo>
                    <a:pt x="34511" y="241790"/>
                  </a:moveTo>
                  <a:lnTo>
                    <a:pt x="69023" y="214924"/>
                  </a:lnTo>
                  <a:lnTo>
                    <a:pt x="34511" y="214924"/>
                  </a:lnTo>
                  <a:close/>
                  <a:moveTo>
                    <a:pt x="207068" y="214924"/>
                  </a:moveTo>
                  <a:lnTo>
                    <a:pt x="172556" y="241790"/>
                  </a:lnTo>
                  <a:lnTo>
                    <a:pt x="207068" y="241790"/>
                  </a:lnTo>
                  <a:close/>
                  <a:moveTo>
                    <a:pt x="207068" y="214924"/>
                  </a:moveTo>
                  <a:lnTo>
                    <a:pt x="207068" y="241790"/>
                  </a:lnTo>
                  <a:lnTo>
                    <a:pt x="241579" y="214924"/>
                  </a:lnTo>
                  <a:close/>
                  <a:moveTo>
                    <a:pt x="34511" y="214924"/>
                  </a:moveTo>
                  <a:lnTo>
                    <a:pt x="69023" y="214924"/>
                  </a:lnTo>
                  <a:lnTo>
                    <a:pt x="69023" y="188059"/>
                  </a:lnTo>
                  <a:close/>
                  <a:moveTo>
                    <a:pt x="34511" y="214924"/>
                  </a:moveTo>
                  <a:lnTo>
                    <a:pt x="69023" y="188059"/>
                  </a:lnTo>
                  <a:lnTo>
                    <a:pt x="34511" y="188059"/>
                  </a:lnTo>
                  <a:close/>
                  <a:moveTo>
                    <a:pt x="241579" y="188059"/>
                  </a:moveTo>
                  <a:lnTo>
                    <a:pt x="207068" y="214924"/>
                  </a:lnTo>
                  <a:lnTo>
                    <a:pt x="241579" y="214924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69023" y="161193"/>
                  </a:lnTo>
                  <a:close/>
                  <a:moveTo>
                    <a:pt x="34511" y="188059"/>
                  </a:moveTo>
                  <a:lnTo>
                    <a:pt x="69023" y="161193"/>
                  </a:lnTo>
                  <a:lnTo>
                    <a:pt x="34511" y="161193"/>
                  </a:lnTo>
                  <a:close/>
                  <a:moveTo>
                    <a:pt x="241579" y="188059"/>
                  </a:moveTo>
                  <a:lnTo>
                    <a:pt x="241579" y="161193"/>
                  </a:lnTo>
                  <a:lnTo>
                    <a:pt x="215294" y="188059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21117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07068" y="134328"/>
                  </a:moveTo>
                  <a:lnTo>
                    <a:pt x="241579" y="161193"/>
                  </a:lnTo>
                  <a:lnTo>
                    <a:pt x="239652" y="134328"/>
                  </a:lnTo>
                  <a:close/>
                  <a:moveTo>
                    <a:pt x="34511" y="134328"/>
                  </a:moveTo>
                  <a:lnTo>
                    <a:pt x="69023" y="134328"/>
                  </a:lnTo>
                  <a:lnTo>
                    <a:pt x="69023" y="107462"/>
                  </a:lnTo>
                  <a:close/>
                  <a:moveTo>
                    <a:pt x="34511" y="134328"/>
                  </a:moveTo>
                  <a:lnTo>
                    <a:pt x="69023" y="107462"/>
                  </a:lnTo>
                  <a:lnTo>
                    <a:pt x="34511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7068" y="107462"/>
                  </a:lnTo>
                  <a:close/>
                  <a:moveTo>
                    <a:pt x="34511" y="107462"/>
                  </a:moveTo>
                  <a:lnTo>
                    <a:pt x="69023" y="107462"/>
                  </a:lnTo>
                  <a:lnTo>
                    <a:pt x="69023" y="80597"/>
                  </a:lnTo>
                  <a:close/>
                  <a:moveTo>
                    <a:pt x="34511" y="107462"/>
                  </a:moveTo>
                  <a:lnTo>
                    <a:pt x="69023" y="80597"/>
                  </a:lnTo>
                  <a:lnTo>
                    <a:pt x="34511" y="80597"/>
                  </a:lnTo>
                  <a:close/>
                  <a:moveTo>
                    <a:pt x="69023" y="107462"/>
                  </a:moveTo>
                  <a:lnTo>
                    <a:pt x="103534" y="80597"/>
                  </a:lnTo>
                  <a:lnTo>
                    <a:pt x="69023" y="80597"/>
                  </a:lnTo>
                  <a:close/>
                  <a:moveTo>
                    <a:pt x="103534" y="107462"/>
                  </a:moveTo>
                  <a:lnTo>
                    <a:pt x="138045" y="80597"/>
                  </a:lnTo>
                  <a:lnTo>
                    <a:pt x="103534" y="80597"/>
                  </a:lnTo>
                  <a:close/>
                  <a:moveTo>
                    <a:pt x="138045" y="107462"/>
                  </a:moveTo>
                  <a:lnTo>
                    <a:pt x="172556" y="107462"/>
                  </a:lnTo>
                  <a:lnTo>
                    <a:pt x="172556" y="80597"/>
                  </a:lnTo>
                  <a:close/>
                  <a:moveTo>
                    <a:pt x="138045" y="107462"/>
                  </a:moveTo>
                  <a:lnTo>
                    <a:pt x="172556" y="80597"/>
                  </a:lnTo>
                  <a:lnTo>
                    <a:pt x="138045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80597"/>
                  </a:moveTo>
                  <a:lnTo>
                    <a:pt x="103534" y="80597"/>
                  </a:lnTo>
                  <a:lnTo>
                    <a:pt x="103534" y="53731"/>
                  </a:lnTo>
                  <a:close/>
                  <a:moveTo>
                    <a:pt x="69023" y="80597"/>
                  </a:moveTo>
                  <a:lnTo>
                    <a:pt x="103534" y="53731"/>
                  </a:lnTo>
                  <a:lnTo>
                    <a:pt x="69023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38045" y="53731"/>
                  </a:lnTo>
                  <a:close/>
                  <a:moveTo>
                    <a:pt x="103534" y="80597"/>
                  </a:moveTo>
                  <a:lnTo>
                    <a:pt x="138045" y="53731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03534" y="26866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4030" name="Match_B4__4029">
              <a:extLst>
                <a:ext uri="{FF2B5EF4-FFF2-40B4-BE49-F238E27FC236}">
                  <a16:creationId xmlns:a16="http://schemas.microsoft.com/office/drawing/2014/main" id="{E2189B34-1FC2-DC27-F5FC-6F79DB97BEA3}"/>
                </a:ext>
              </a:extLst>
            </p:cNvPr>
            <p:cNvSpPr>
              <a:spLocks noGrp="1"/>
            </p:cNvSpPr>
            <p:nvPr/>
          </p:nvSpPr>
          <p:spPr>
            <a:xfrm>
              <a:off x="8522375" y="2689162"/>
              <a:ext cx="172556" cy="214924"/>
            </a:xfrm>
            <a:custGeom>
              <a:avLst/>
              <a:gdLst/>
              <a:ahLst/>
              <a:cxnLst/>
              <a:rect l="0" t="0" r="0" b="0"/>
              <a:pathLst>
                <a:path w="172556" h="214924">
                  <a:moveTo>
                    <a:pt x="0" y="214924"/>
                  </a:moveTo>
                  <a:lnTo>
                    <a:pt x="34511" y="188059"/>
                  </a:lnTo>
                  <a:lnTo>
                    <a:pt x="0" y="188059"/>
                  </a:lnTo>
                  <a:close/>
                  <a:moveTo>
                    <a:pt x="34511" y="171114"/>
                  </a:moveTo>
                  <a:lnTo>
                    <a:pt x="22053" y="161193"/>
                  </a:lnTo>
                  <a:lnTo>
                    <a:pt x="34511" y="188059"/>
                  </a:lnTo>
                  <a:close/>
                  <a:moveTo>
                    <a:pt x="34511" y="188059"/>
                  </a:moveTo>
                  <a:lnTo>
                    <a:pt x="22053" y="161193"/>
                  </a:lnTo>
                  <a:lnTo>
                    <a:pt x="0" y="161193"/>
                  </a:lnTo>
                  <a:close/>
                  <a:moveTo>
                    <a:pt x="34511" y="188059"/>
                  </a:moveTo>
                  <a:lnTo>
                    <a:pt x="0" y="161193"/>
                  </a:lnTo>
                  <a:lnTo>
                    <a:pt x="0" y="188059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34511" y="171114"/>
                  </a:lnTo>
                  <a:close/>
                  <a:moveTo>
                    <a:pt x="69023" y="188059"/>
                  </a:moveTo>
                  <a:lnTo>
                    <a:pt x="69023" y="168310"/>
                  </a:lnTo>
                  <a:lnTo>
                    <a:pt x="34511" y="171114"/>
                  </a:lnTo>
                  <a:close/>
                  <a:moveTo>
                    <a:pt x="86127" y="161193"/>
                  </a:moveTo>
                  <a:lnTo>
                    <a:pt x="69023" y="168310"/>
                  </a:lnTo>
                  <a:lnTo>
                    <a:pt x="103534" y="161193"/>
                  </a:lnTo>
                  <a:close/>
                  <a:moveTo>
                    <a:pt x="103534" y="161193"/>
                  </a:moveTo>
                  <a:lnTo>
                    <a:pt x="69023" y="168310"/>
                  </a:lnTo>
                  <a:lnTo>
                    <a:pt x="69023" y="188059"/>
                  </a:lnTo>
                  <a:close/>
                  <a:moveTo>
                    <a:pt x="22053" y="161193"/>
                  </a:moveTo>
                  <a:lnTo>
                    <a:pt x="12938" y="134328"/>
                  </a:lnTo>
                  <a:lnTo>
                    <a:pt x="0" y="161193"/>
                  </a:lnTo>
                  <a:close/>
                  <a:moveTo>
                    <a:pt x="12938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130597" y="134328"/>
                  </a:moveTo>
                  <a:lnTo>
                    <a:pt x="103534" y="153873"/>
                  </a:lnTo>
                  <a:lnTo>
                    <a:pt x="138045" y="134328"/>
                  </a:lnTo>
                  <a:close/>
                  <a:moveTo>
                    <a:pt x="138045" y="134328"/>
                  </a:moveTo>
                  <a:lnTo>
                    <a:pt x="103534" y="153873"/>
                  </a:lnTo>
                  <a:lnTo>
                    <a:pt x="103534" y="161193"/>
                  </a:lnTo>
                  <a:close/>
                  <a:moveTo>
                    <a:pt x="86127" y="161193"/>
                  </a:moveTo>
                  <a:lnTo>
                    <a:pt x="103534" y="161193"/>
                  </a:lnTo>
                  <a:lnTo>
                    <a:pt x="103534" y="153873"/>
                  </a:lnTo>
                  <a:close/>
                  <a:moveTo>
                    <a:pt x="12938" y="134328"/>
                  </a:moveTo>
                  <a:lnTo>
                    <a:pt x="12290" y="107462"/>
                  </a:lnTo>
                  <a:lnTo>
                    <a:pt x="0" y="134328"/>
                  </a:lnTo>
                  <a:close/>
                  <a:moveTo>
                    <a:pt x="12290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46271" y="107462"/>
                  </a:moveTo>
                  <a:lnTo>
                    <a:pt x="138045" y="124275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138045" y="124275"/>
                  </a:lnTo>
                  <a:lnTo>
                    <a:pt x="138045" y="134328"/>
                  </a:lnTo>
                  <a:close/>
                  <a:moveTo>
                    <a:pt x="130597" y="134328"/>
                  </a:moveTo>
                  <a:lnTo>
                    <a:pt x="138045" y="134328"/>
                  </a:lnTo>
                  <a:lnTo>
                    <a:pt x="138045" y="124275"/>
                  </a:lnTo>
                  <a:close/>
                  <a:moveTo>
                    <a:pt x="12290" y="107462"/>
                  </a:moveTo>
                  <a:lnTo>
                    <a:pt x="15580" y="80597"/>
                  </a:lnTo>
                  <a:lnTo>
                    <a:pt x="0" y="107462"/>
                  </a:lnTo>
                  <a:close/>
                  <a:moveTo>
                    <a:pt x="15580" y="80597"/>
                  </a:moveTo>
                  <a:lnTo>
                    <a:pt x="0" y="80597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42157" y="80597"/>
                  </a:lnTo>
                  <a:lnTo>
                    <a:pt x="146271" y="107462"/>
                  </a:lnTo>
                  <a:close/>
                  <a:moveTo>
                    <a:pt x="15580" y="80597"/>
                  </a:moveTo>
                  <a:lnTo>
                    <a:pt x="23973" y="53731"/>
                  </a:lnTo>
                  <a:lnTo>
                    <a:pt x="0" y="80597"/>
                  </a:lnTo>
                  <a:close/>
                  <a:moveTo>
                    <a:pt x="23973" y="53731"/>
                  </a:moveTo>
                  <a:lnTo>
                    <a:pt x="0" y="53731"/>
                  </a:lnTo>
                  <a:lnTo>
                    <a:pt x="0" y="80597"/>
                  </a:lnTo>
                  <a:close/>
                  <a:moveTo>
                    <a:pt x="138045" y="75116"/>
                  </a:moveTo>
                  <a:lnTo>
                    <a:pt x="142157" y="80597"/>
                  </a:lnTo>
                  <a:lnTo>
                    <a:pt x="138045" y="53731"/>
                  </a:lnTo>
                  <a:close/>
                  <a:moveTo>
                    <a:pt x="23973" y="53731"/>
                  </a:moveTo>
                  <a:lnTo>
                    <a:pt x="34511" y="37964"/>
                  </a:lnTo>
                  <a:lnTo>
                    <a:pt x="0" y="53731"/>
                  </a:lnTo>
                  <a:close/>
                  <a:moveTo>
                    <a:pt x="0" y="53731"/>
                  </a:moveTo>
                  <a:lnTo>
                    <a:pt x="34511" y="37964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103534" y="47220"/>
                  </a:moveTo>
                  <a:lnTo>
                    <a:pt x="113664" y="53731"/>
                  </a:lnTo>
                  <a:lnTo>
                    <a:pt x="103534" y="26866"/>
                  </a:lnTo>
                  <a:close/>
                  <a:moveTo>
                    <a:pt x="103534" y="26866"/>
                  </a:moveTo>
                  <a:lnTo>
                    <a:pt x="113664" y="53731"/>
                  </a:lnTo>
                  <a:lnTo>
                    <a:pt x="138045" y="53731"/>
                  </a:lnTo>
                  <a:close/>
                  <a:moveTo>
                    <a:pt x="138045" y="75116"/>
                  </a:moveTo>
                  <a:lnTo>
                    <a:pt x="138045" y="53731"/>
                  </a:lnTo>
                  <a:lnTo>
                    <a:pt x="113664" y="53731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69023" y="26866"/>
                  </a:moveTo>
                  <a:lnTo>
                    <a:pt x="34511" y="26866"/>
                  </a:lnTo>
                  <a:lnTo>
                    <a:pt x="69023" y="34922"/>
                  </a:lnTo>
                  <a:close/>
                  <a:moveTo>
                    <a:pt x="34511" y="26866"/>
                  </a:moveTo>
                  <a:lnTo>
                    <a:pt x="34511" y="37964"/>
                  </a:lnTo>
                  <a:lnTo>
                    <a:pt x="69023" y="34922"/>
                  </a:lnTo>
                  <a:close/>
                  <a:moveTo>
                    <a:pt x="103534" y="26866"/>
                  </a:moveTo>
                  <a:lnTo>
                    <a:pt x="69023" y="26866"/>
                  </a:lnTo>
                  <a:lnTo>
                    <a:pt x="103534" y="47220"/>
                  </a:lnTo>
                  <a:close/>
                  <a:moveTo>
                    <a:pt x="69023" y="26866"/>
                  </a:moveTo>
                  <a:lnTo>
                    <a:pt x="69023" y="34922"/>
                  </a:lnTo>
                  <a:lnTo>
                    <a:pt x="103534" y="47220"/>
                  </a:lnTo>
                  <a:close/>
                  <a:moveTo>
                    <a:pt x="22053" y="161193"/>
                  </a:moveTo>
                  <a:lnTo>
                    <a:pt x="34511" y="171114"/>
                  </a:lnTo>
                  <a:lnTo>
                    <a:pt x="34511" y="161193"/>
                  </a:lnTo>
                  <a:close/>
                  <a:moveTo>
                    <a:pt x="12938" y="134328"/>
                  </a:moveTo>
                  <a:lnTo>
                    <a:pt x="34511" y="161193"/>
                  </a:lnTo>
                  <a:lnTo>
                    <a:pt x="34511" y="134328"/>
                  </a:lnTo>
                  <a:close/>
                  <a:moveTo>
                    <a:pt x="12938" y="134328"/>
                  </a:moveTo>
                  <a:lnTo>
                    <a:pt x="22053" y="161193"/>
                  </a:lnTo>
                  <a:lnTo>
                    <a:pt x="34511" y="161193"/>
                  </a:lnTo>
                  <a:close/>
                  <a:moveTo>
                    <a:pt x="69023" y="161193"/>
                  </a:moveTo>
                  <a:lnTo>
                    <a:pt x="34511" y="171114"/>
                  </a:lnTo>
                  <a:lnTo>
                    <a:pt x="69023" y="168310"/>
                  </a:lnTo>
                  <a:close/>
                  <a:moveTo>
                    <a:pt x="69023" y="161193"/>
                  </a:moveTo>
                  <a:lnTo>
                    <a:pt x="34511" y="161193"/>
                  </a:lnTo>
                  <a:lnTo>
                    <a:pt x="34511" y="171114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69023" y="161193"/>
                  </a:moveTo>
                  <a:lnTo>
                    <a:pt x="69023" y="168310"/>
                  </a:lnTo>
                  <a:lnTo>
                    <a:pt x="86127" y="161193"/>
                  </a:lnTo>
                  <a:close/>
                  <a:moveTo>
                    <a:pt x="103534" y="134328"/>
                  </a:moveTo>
                  <a:lnTo>
                    <a:pt x="86127" y="161193"/>
                  </a:lnTo>
                  <a:lnTo>
                    <a:pt x="103534" y="153873"/>
                  </a:lnTo>
                  <a:close/>
                  <a:moveTo>
                    <a:pt x="69023" y="161193"/>
                  </a:moveTo>
                  <a:lnTo>
                    <a:pt x="86127" y="161193"/>
                  </a:lnTo>
                  <a:lnTo>
                    <a:pt x="103534" y="134328"/>
                  </a:lnTo>
                  <a:close/>
                  <a:moveTo>
                    <a:pt x="12290" y="107462"/>
                  </a:moveTo>
                  <a:lnTo>
                    <a:pt x="34511" y="134328"/>
                  </a:lnTo>
                  <a:lnTo>
                    <a:pt x="34511" y="107462"/>
                  </a:lnTo>
                  <a:close/>
                  <a:moveTo>
                    <a:pt x="12290" y="107462"/>
                  </a:moveTo>
                  <a:lnTo>
                    <a:pt x="12938" y="134328"/>
                  </a:lnTo>
                  <a:lnTo>
                    <a:pt x="34511" y="134328"/>
                  </a:lnTo>
                  <a:close/>
                  <a:moveTo>
                    <a:pt x="103534" y="134328"/>
                  </a:moveTo>
                  <a:lnTo>
                    <a:pt x="103534" y="153873"/>
                  </a:lnTo>
                  <a:lnTo>
                    <a:pt x="130597" y="134328"/>
                  </a:lnTo>
                  <a:close/>
                  <a:moveTo>
                    <a:pt x="138045" y="107462"/>
                  </a:moveTo>
                  <a:lnTo>
                    <a:pt x="130597" y="134328"/>
                  </a:lnTo>
                  <a:lnTo>
                    <a:pt x="138045" y="124275"/>
                  </a:lnTo>
                  <a:close/>
                  <a:moveTo>
                    <a:pt x="103534" y="134328"/>
                  </a:moveTo>
                  <a:lnTo>
                    <a:pt x="130597" y="134328"/>
                  </a:lnTo>
                  <a:lnTo>
                    <a:pt x="138045" y="107462"/>
                  </a:lnTo>
                  <a:close/>
                  <a:moveTo>
                    <a:pt x="15580" y="80597"/>
                  </a:moveTo>
                  <a:lnTo>
                    <a:pt x="34511" y="107462"/>
                  </a:lnTo>
                  <a:lnTo>
                    <a:pt x="34511" y="80597"/>
                  </a:lnTo>
                  <a:close/>
                  <a:moveTo>
                    <a:pt x="15580" y="80597"/>
                  </a:moveTo>
                  <a:lnTo>
                    <a:pt x="12290" y="107462"/>
                  </a:lnTo>
                  <a:lnTo>
                    <a:pt x="34511" y="107462"/>
                  </a:lnTo>
                  <a:close/>
                  <a:moveTo>
                    <a:pt x="103534" y="107462"/>
                  </a:moveTo>
                  <a:lnTo>
                    <a:pt x="138045" y="107462"/>
                  </a:lnTo>
                  <a:lnTo>
                    <a:pt x="138045" y="80597"/>
                  </a:lnTo>
                  <a:close/>
                  <a:moveTo>
                    <a:pt x="138045" y="107462"/>
                  </a:moveTo>
                  <a:lnTo>
                    <a:pt x="138045" y="124275"/>
                  </a:lnTo>
                  <a:lnTo>
                    <a:pt x="146271" y="107462"/>
                  </a:lnTo>
                  <a:close/>
                  <a:moveTo>
                    <a:pt x="138045" y="80597"/>
                  </a:moveTo>
                  <a:lnTo>
                    <a:pt x="146271" y="107462"/>
                  </a:lnTo>
                  <a:lnTo>
                    <a:pt x="142157" y="80597"/>
                  </a:lnTo>
                  <a:close/>
                  <a:moveTo>
                    <a:pt x="138045" y="80597"/>
                  </a:moveTo>
                  <a:lnTo>
                    <a:pt x="138045" y="107462"/>
                  </a:lnTo>
                  <a:lnTo>
                    <a:pt x="146271" y="107462"/>
                  </a:lnTo>
                  <a:close/>
                  <a:moveTo>
                    <a:pt x="23973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23973" y="53731"/>
                  </a:moveTo>
                  <a:lnTo>
                    <a:pt x="15580" y="80597"/>
                  </a:lnTo>
                  <a:lnTo>
                    <a:pt x="34511" y="80597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03534" y="53731"/>
                  </a:moveTo>
                  <a:lnTo>
                    <a:pt x="138045" y="75116"/>
                  </a:lnTo>
                  <a:lnTo>
                    <a:pt x="113664" y="53731"/>
                  </a:lnTo>
                  <a:close/>
                  <a:moveTo>
                    <a:pt x="138045" y="80597"/>
                  </a:moveTo>
                  <a:lnTo>
                    <a:pt x="138045" y="75116"/>
                  </a:lnTo>
                  <a:lnTo>
                    <a:pt x="103534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03534" y="53731"/>
                  </a:lnTo>
                  <a:close/>
                  <a:moveTo>
                    <a:pt x="138045" y="80597"/>
                  </a:moveTo>
                  <a:lnTo>
                    <a:pt x="142157" y="80597"/>
                  </a:lnTo>
                  <a:lnTo>
                    <a:pt x="138045" y="75116"/>
                  </a:lnTo>
                  <a:close/>
                  <a:moveTo>
                    <a:pt x="34511" y="37964"/>
                  </a:moveTo>
                  <a:lnTo>
                    <a:pt x="23973" y="53731"/>
                  </a:lnTo>
                  <a:lnTo>
                    <a:pt x="34511" y="53731"/>
                  </a:lnTo>
                  <a:close/>
                  <a:moveTo>
                    <a:pt x="34511" y="53731"/>
                  </a:moveTo>
                  <a:lnTo>
                    <a:pt x="69023" y="34922"/>
                  </a:lnTo>
                  <a:lnTo>
                    <a:pt x="34511" y="37964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47220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47220"/>
                  </a:lnTo>
                  <a:close/>
                  <a:moveTo>
                    <a:pt x="103534" y="53731"/>
                  </a:moveTo>
                  <a:lnTo>
                    <a:pt x="113664" y="53731"/>
                  </a:lnTo>
                  <a:lnTo>
                    <a:pt x="103534" y="4722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4031" name="Match_B4__4030">
              <a:extLst>
                <a:ext uri="{FF2B5EF4-FFF2-40B4-BE49-F238E27FC236}">
                  <a16:creationId xmlns:a16="http://schemas.microsoft.com/office/drawing/2014/main" id="{0B3BFA2E-77F6-298D-2175-80D435DA4DEE}"/>
                </a:ext>
              </a:extLst>
            </p:cNvPr>
            <p:cNvSpPr>
              <a:spLocks noGrp="1"/>
            </p:cNvSpPr>
            <p:nvPr/>
          </p:nvSpPr>
          <p:spPr>
            <a:xfrm>
              <a:off x="8556886" y="2742893"/>
              <a:ext cx="103534" cy="107462"/>
            </a:xfrm>
            <a:custGeom>
              <a:avLst/>
              <a:gdLst/>
              <a:ahLst/>
              <a:cxnLst/>
              <a:rect l="0" t="0" r="0" b="0"/>
              <a:pathLst>
                <a:path w="103534" h="107462">
                  <a:moveTo>
                    <a:pt x="34511" y="80597"/>
                  </a:moveTo>
                  <a:lnTo>
                    <a:pt x="34511" y="107462"/>
                  </a:lnTo>
                  <a:lnTo>
                    <a:pt x="69023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0" y="80597"/>
                  </a:moveTo>
                  <a:lnTo>
                    <a:pt x="34511" y="53731"/>
                  </a:lnTo>
                  <a:lnTo>
                    <a:pt x="0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53731"/>
                  </a:moveTo>
                  <a:lnTo>
                    <a:pt x="69023" y="80597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grpSp>
        <p:nvGrpSpPr>
          <p:cNvPr id="50038" name="Original label 4032 semantic B"/>
          <p:cNvGrpSpPr/>
          <p:nvPr/>
        </p:nvGrpSpPr>
        <p:grpSpPr>
          <a:xfrm>
            <a:off x="5275590" y="3381375"/>
            <a:ext cx="266700" cy="200025"/>
            <a:chOff x="0" y="0"/>
            <a:chExt cx="208359" cy="156270"/>
          </a:xfrm>
        </p:grpSpPr>
        <p:sp>
          <p:nvSpPr>
            <p:cNvPr id="4032" name="label__4031">
              <a:extLst>
                <a:ext uri="{FF2B5EF4-FFF2-40B4-BE49-F238E27FC236}">
                  <a16:creationId xmlns:a16="http://schemas.microsoft.com/office/drawing/2014/main" id="{599F6E9C-7B10-FEEE-F12F-020B5F866356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08359" cy="15627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632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1088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B5</a:t>
              </a:r>
            </a:p>
          </p:txBody>
        </p:sp>
      </p:grpSp>
      <p:grpSp>
        <p:nvGrpSpPr>
          <p:cNvPr id="6214" name="flow_Find">
            <a:extLst>
              <a:ext uri="{FF2B5EF4-FFF2-40B4-BE49-F238E27FC236}">
                <a16:creationId xmlns:a16="http://schemas.microsoft.com/office/drawing/2014/main" id="{8AE98C2A-30A0-04D9-ADC6-8DAF7A468046}"/>
              </a:ext>
            </a:extLst>
          </p:cNvPr>
          <p:cNvGrpSpPr/>
          <p:nvPr/>
        </p:nvGrpSpPr>
        <p:grpSpPr>
          <a:xfrm>
            <a:off x="1924050" y="2009775"/>
            <a:ext cx="381000" cy="54429"/>
            <a:chOff x="2305050" y="3209925"/>
            <a:chExt cx="800100" cy="114300"/>
          </a:xfrm>
        </p:grpSpPr>
        <p:sp>
          <p:nvSpPr>
            <p:cNvPr id="1974" name="flow_Find__1973">
              <a:extLst>
                <a:ext uri="{FF2B5EF4-FFF2-40B4-BE49-F238E27FC236}">
                  <a16:creationId xmlns:a16="http://schemas.microsoft.com/office/drawing/2014/main" id="{831E8689-46A6-BE3A-9916-2A73BF9C47C6}"/>
                </a:ext>
              </a:extLst>
            </p:cNvPr>
            <p:cNvSpPr>
              <a:spLocks noGrp="1"/>
            </p:cNvSpPr>
            <p:nvPr/>
          </p:nvSpPr>
          <p:spPr>
            <a:xfrm>
              <a:off x="2305050" y="3267075"/>
              <a:ext cx="704850" cy="95"/>
            </a:xfrm>
            <a:custGeom>
              <a:avLst/>
              <a:gdLst/>
              <a:ahLst/>
              <a:cxnLst/>
              <a:rect l="0" t="0" r="0" b="0"/>
              <a:pathLst>
                <a:path w="704850" h="95">
                  <a:moveTo>
                    <a:pt x="0" y="0"/>
                  </a:moveTo>
                  <a:lnTo>
                    <a:pt x="704850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1975" name="flow_Find__1974">
              <a:extLst>
                <a:ext uri="{FF2B5EF4-FFF2-40B4-BE49-F238E27FC236}">
                  <a16:creationId xmlns:a16="http://schemas.microsoft.com/office/drawing/2014/main" id="{9BDF4946-726F-1471-2430-D39DE1500ED7}"/>
                </a:ext>
              </a:extLst>
            </p:cNvPr>
            <p:cNvSpPr>
              <a:spLocks noGrp="1"/>
            </p:cNvSpPr>
            <p:nvPr/>
          </p:nvSpPr>
          <p:spPr>
            <a:xfrm>
              <a:off x="2990850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grpSp>
        <p:nvGrpSpPr>
          <p:cNvPr id="6223" name="flow_Match">
            <a:extLst>
              <a:ext uri="{FF2B5EF4-FFF2-40B4-BE49-F238E27FC236}">
                <a16:creationId xmlns:a16="http://schemas.microsoft.com/office/drawing/2014/main" id="{A9A32585-026C-338C-7D2A-764558098EBD}"/>
              </a:ext>
            </a:extLst>
          </p:cNvPr>
          <p:cNvGrpSpPr/>
          <p:nvPr/>
        </p:nvGrpSpPr>
        <p:grpSpPr>
          <a:xfrm>
            <a:off x="4552950" y="2009775"/>
            <a:ext cx="428625" cy="57792"/>
            <a:chOff x="7162800" y="3209925"/>
            <a:chExt cx="847725" cy="114300"/>
          </a:xfrm>
        </p:grpSpPr>
        <p:sp>
          <p:nvSpPr>
            <p:cNvPr id="3999" name="flow_Match__3998">
              <a:extLst>
                <a:ext uri="{FF2B5EF4-FFF2-40B4-BE49-F238E27FC236}">
                  <a16:creationId xmlns:a16="http://schemas.microsoft.com/office/drawing/2014/main" id="{852ABC8F-5864-9807-6159-3BD772DB650D}"/>
                </a:ext>
              </a:extLst>
            </p:cNvPr>
            <p:cNvSpPr>
              <a:spLocks noGrp="1"/>
            </p:cNvSpPr>
            <p:nvPr/>
          </p:nvSpPr>
          <p:spPr>
            <a:xfrm>
              <a:off x="7162800" y="3267075"/>
              <a:ext cx="752475" cy="95"/>
            </a:xfrm>
            <a:custGeom>
              <a:avLst/>
              <a:gdLst/>
              <a:ahLst/>
              <a:cxnLst/>
              <a:rect l="0" t="0" r="0" b="0"/>
              <a:pathLst>
                <a:path w="752475" h="95">
                  <a:moveTo>
                    <a:pt x="0" y="0"/>
                  </a:moveTo>
                  <a:lnTo>
                    <a:pt x="752475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000" name="flow_Match__3999">
              <a:extLst>
                <a:ext uri="{FF2B5EF4-FFF2-40B4-BE49-F238E27FC236}">
                  <a16:creationId xmlns:a16="http://schemas.microsoft.com/office/drawing/2014/main" id="{B3AB4620-E160-2AF2-D1AD-63A5502436F4}"/>
                </a:ext>
              </a:extLst>
            </p:cNvPr>
            <p:cNvSpPr>
              <a:spLocks noGrp="1"/>
            </p:cNvSpPr>
            <p:nvPr/>
          </p:nvSpPr>
          <p:spPr>
            <a:xfrm>
              <a:off x="7896225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grpSp>
        <p:nvGrpSpPr>
          <p:cNvPr id="6" name="flow_Match">
            <a:extLst>
              <a:ext uri="{FF2B5EF4-FFF2-40B4-BE49-F238E27FC236}">
                <a16:creationId xmlns:a16="http://schemas.microsoft.com/office/drawing/2014/main" id="{6B918436-9205-A873-D5CC-197250DB9C22}"/>
              </a:ext>
            </a:extLst>
          </p:cNvPr>
          <p:cNvGrpSpPr/>
          <p:nvPr/>
        </p:nvGrpSpPr>
        <p:grpSpPr>
          <a:xfrm>
            <a:off x="8234407" y="2263240"/>
            <a:ext cx="781050" cy="105310"/>
            <a:chOff x="7162800" y="3209925"/>
            <a:chExt cx="847725" cy="114300"/>
          </a:xfrm>
        </p:grpSpPr>
        <p:sp>
          <p:nvSpPr>
            <p:cNvPr id="4002" name="flow_Match__3998">
              <a:extLst>
                <a:ext uri="{FF2B5EF4-FFF2-40B4-BE49-F238E27FC236}">
                  <a16:creationId xmlns:a16="http://schemas.microsoft.com/office/drawing/2014/main" id="{40530874-EAC6-3564-B8C1-F4FF5F3CCA82}"/>
                </a:ext>
              </a:extLst>
            </p:cNvPr>
            <p:cNvSpPr>
              <a:spLocks noGrp="1"/>
            </p:cNvSpPr>
            <p:nvPr/>
          </p:nvSpPr>
          <p:spPr>
            <a:xfrm>
              <a:off x="7162800" y="3267075"/>
              <a:ext cx="752475" cy="95"/>
            </a:xfrm>
            <a:custGeom>
              <a:avLst/>
              <a:gdLst/>
              <a:ahLst/>
              <a:cxnLst/>
              <a:rect l="0" t="0" r="0" b="0"/>
              <a:pathLst>
                <a:path w="752475" h="95">
                  <a:moveTo>
                    <a:pt x="0" y="0"/>
                  </a:moveTo>
                  <a:lnTo>
                    <a:pt x="752475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003" name="flow_Match__3999">
              <a:extLst>
                <a:ext uri="{FF2B5EF4-FFF2-40B4-BE49-F238E27FC236}">
                  <a16:creationId xmlns:a16="http://schemas.microsoft.com/office/drawing/2014/main" id="{1E6DD00D-1E0B-3AEB-9946-4C2AB1EF3FF6}"/>
                </a:ext>
              </a:extLst>
            </p:cNvPr>
            <p:cNvSpPr>
              <a:spLocks noGrp="1"/>
            </p:cNvSpPr>
            <p:nvPr/>
          </p:nvSpPr>
          <p:spPr>
            <a:xfrm>
              <a:off x="7896225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grpSp>
        <p:nvGrpSpPr>
          <p:cNvPr id="50039" name="Original label 1976"/>
          <p:cNvGrpSpPr/>
          <p:nvPr/>
        </p:nvGrpSpPr>
        <p:grpSpPr>
          <a:xfrm>
            <a:off x="1847850" y="1714500"/>
            <a:ext cx="552450" cy="238125"/>
            <a:chOff x="0" y="0"/>
            <a:chExt cx="460375" cy="198438"/>
          </a:xfrm>
        </p:grpSpPr>
        <p:sp>
          <p:nvSpPr>
            <p:cNvPr id="1976" name="label__1975">
              <a:extLst>
                <a:ext uri="{FF2B5EF4-FFF2-40B4-BE49-F238E27FC236}">
                  <a16:creationId xmlns:a16="http://schemas.microsoft.com/office/drawing/2014/main" id="{4B8EDAA0-187B-CE73-4DAE-C453197EB72D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460375" cy="19843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34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300" b="1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Find</a:t>
              </a:r>
            </a:p>
          </p:txBody>
        </p:sp>
      </p:grpSp>
      <p:grpSp>
        <p:nvGrpSpPr>
          <p:cNvPr id="50040" name="Original label 4001"/>
          <p:cNvGrpSpPr/>
          <p:nvPr/>
        </p:nvGrpSpPr>
        <p:grpSpPr>
          <a:xfrm>
            <a:off x="4476750" y="1714500"/>
            <a:ext cx="581025" cy="238125"/>
            <a:chOff x="0" y="0"/>
            <a:chExt cx="484188" cy="198438"/>
          </a:xfrm>
        </p:grpSpPr>
        <p:sp>
          <p:nvSpPr>
            <p:cNvPr id="4001" name="label__4000">
              <a:extLst>
                <a:ext uri="{FF2B5EF4-FFF2-40B4-BE49-F238E27FC236}">
                  <a16:creationId xmlns:a16="http://schemas.microsoft.com/office/drawing/2014/main" id="{BA22BC6C-6038-8943-C882-42E8A0C2C6CC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484188" cy="19843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34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300" b="1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Match</a:t>
              </a:r>
            </a:p>
          </p:txBody>
        </p:sp>
      </p:grpSp>
      <p:grpSp>
        <p:nvGrpSpPr>
          <p:cNvPr id="50041" name="Original label 4145"/>
          <p:cNvGrpSpPr/>
          <p:nvPr/>
        </p:nvGrpSpPr>
        <p:grpSpPr>
          <a:xfrm>
            <a:off x="8220188" y="1971675"/>
            <a:ext cx="781050" cy="238125"/>
            <a:chOff x="163257" y="23812"/>
            <a:chExt cx="650875" cy="198438"/>
          </a:xfrm>
        </p:grpSpPr>
        <p:sp>
          <p:nvSpPr>
            <p:cNvPr id="4145" name="label__4144">
              <a:extLst>
                <a:ext uri="{FF2B5EF4-FFF2-40B4-BE49-F238E27FC236}">
                  <a16:creationId xmlns:a16="http://schemas.microsoft.com/office/drawing/2014/main" id="{42B7B582-4E61-94D7-FCAC-3EC648521BF5}"/>
                </a:ext>
              </a:extLst>
            </p:cNvPr>
            <p:cNvSpPr>
              <a:spLocks noGrp="1"/>
            </p:cNvSpPr>
            <p:nvPr/>
          </p:nvSpPr>
          <p:spPr>
            <a:xfrm>
              <a:off x="163257" y="23812"/>
              <a:ext cx="650875" cy="19843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34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30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Build</a:t>
              </a:r>
            </a:p>
          </p:txBody>
        </p:sp>
      </p:grpSp>
      <p:sp>
        <p:nvSpPr>
          <p:cNvPr id="50044" name="CryoAtom2-dashed">
            <a:extLst>
              <a:ext uri="{FF2B5EF4-FFF2-40B4-BE49-F238E27FC236}">
                <a16:creationId xmlns:a16="http://schemas.microsoft.com/office/drawing/2014/main" id="{9F0F1DBA-D50D-4532-9934-B723EFC0938D}"/>
              </a:ext>
            </a:extLst>
          </p:cNvPr>
          <p:cNvSpPr>
            <a:spLocks noGrp="1"/>
          </p:cNvSpPr>
          <p:nvPr/>
        </p:nvSpPr>
        <p:spPr>
          <a:xfrm>
            <a:off x="1009650" y="1952625"/>
            <a:ext cx="95" cy="23813"/>
          </a:xfrm>
          <a:custGeom>
            <a:avLst/>
            <a:gdLst/>
            <a:ahLst/>
            <a:cxnLst/>
            <a:rect l="0" t="0" r="0" b="0"/>
            <a:pathLst>
              <a:path w="95" h="23813">
                <a:moveTo>
                  <a:pt x="0" y="0"/>
                </a:moveTo>
                <a:lnTo>
                  <a:pt x="0" y="23813"/>
                </a:lnTo>
              </a:path>
            </a:pathLst>
          </a:custGeom>
          <a:noFill/>
          <a:ln w="12383">
            <a:solidFill>
              <a:srgbClr val="687780"/>
            </a:solidFill>
          </a:ln>
        </p:spPr>
      </p:sp>
      <p:sp>
        <p:nvSpPr>
          <p:cNvPr id="50045" name="CryoAtom2-dashed">
            <a:extLst>
              <a:ext uri="{FF2B5EF4-FFF2-40B4-BE49-F238E27FC236}">
                <a16:creationId xmlns:a16="http://schemas.microsoft.com/office/drawing/2014/main" id="{0099B2C5-E4A7-42D0-B5B7-A7ADA23A3DFA}"/>
              </a:ext>
            </a:extLst>
          </p:cNvPr>
          <p:cNvSpPr>
            <a:spLocks noGrp="1"/>
          </p:cNvSpPr>
          <p:nvPr/>
        </p:nvSpPr>
        <p:spPr>
          <a:xfrm>
            <a:off x="1009650" y="2000250"/>
            <a:ext cx="95" cy="23813"/>
          </a:xfrm>
          <a:custGeom>
            <a:avLst/>
            <a:gdLst/>
            <a:ahLst/>
            <a:cxnLst/>
            <a:rect l="0" t="0" r="0" b="0"/>
            <a:pathLst>
              <a:path w="95" h="23813">
                <a:moveTo>
                  <a:pt x="0" y="0"/>
                </a:moveTo>
                <a:lnTo>
                  <a:pt x="0" y="23813"/>
                </a:lnTo>
              </a:path>
            </a:pathLst>
          </a:custGeom>
          <a:noFill/>
          <a:ln w="12383">
            <a:solidFill>
              <a:srgbClr val="687780"/>
            </a:solidFill>
          </a:ln>
        </p:spPr>
      </p:sp>
      <p:sp>
        <p:nvSpPr>
          <p:cNvPr id="50046" name="CryoAtom2-dashed">
            <a:extLst>
              <a:ext uri="{FF2B5EF4-FFF2-40B4-BE49-F238E27FC236}">
                <a16:creationId xmlns:a16="http://schemas.microsoft.com/office/drawing/2014/main" id="{A2712AE1-59A5-44B7-9F1F-7AA2EEEEE910}"/>
              </a:ext>
            </a:extLst>
          </p:cNvPr>
          <p:cNvSpPr>
            <a:spLocks noGrp="1"/>
          </p:cNvSpPr>
          <p:nvPr/>
        </p:nvSpPr>
        <p:spPr>
          <a:xfrm>
            <a:off x="1009650" y="2047875"/>
            <a:ext cx="95" cy="23813"/>
          </a:xfrm>
          <a:custGeom>
            <a:avLst/>
            <a:gdLst/>
            <a:ahLst/>
            <a:cxnLst/>
            <a:rect l="0" t="0" r="0" b="0"/>
            <a:pathLst>
              <a:path w="95" h="23813">
                <a:moveTo>
                  <a:pt x="0" y="0"/>
                </a:moveTo>
                <a:lnTo>
                  <a:pt x="0" y="23813"/>
                </a:lnTo>
              </a:path>
            </a:pathLst>
          </a:custGeom>
          <a:noFill/>
          <a:ln w="12383">
            <a:solidFill>
              <a:srgbClr val="687780"/>
            </a:solidFill>
          </a:ln>
        </p:spPr>
      </p:sp>
      <p:sp>
        <p:nvSpPr>
          <p:cNvPr id="50047" name="CryoAtom2-dashed">
            <a:extLst>
              <a:ext uri="{FF2B5EF4-FFF2-40B4-BE49-F238E27FC236}">
                <a16:creationId xmlns:a16="http://schemas.microsoft.com/office/drawing/2014/main" id="{DDB94FD7-D026-4F6A-AE83-1B67BF44A374}"/>
              </a:ext>
            </a:extLst>
          </p:cNvPr>
          <p:cNvSpPr>
            <a:spLocks noGrp="1"/>
          </p:cNvSpPr>
          <p:nvPr/>
        </p:nvSpPr>
        <p:spPr>
          <a:xfrm>
            <a:off x="1009650" y="2095500"/>
            <a:ext cx="95" cy="23813"/>
          </a:xfrm>
          <a:custGeom>
            <a:avLst/>
            <a:gdLst/>
            <a:ahLst/>
            <a:cxnLst/>
            <a:rect l="0" t="0" r="0" b="0"/>
            <a:pathLst>
              <a:path w="95" h="23813">
                <a:moveTo>
                  <a:pt x="0" y="0"/>
                </a:moveTo>
                <a:lnTo>
                  <a:pt x="0" y="23813"/>
                </a:lnTo>
              </a:path>
            </a:pathLst>
          </a:custGeom>
          <a:noFill/>
          <a:ln w="12383">
            <a:solidFill>
              <a:srgbClr val="687780"/>
            </a:solidFill>
          </a:ln>
        </p:spPr>
      </p:sp>
      <p:sp>
        <p:nvSpPr>
          <p:cNvPr id="50048" name="CryoAtom2-arrow">
            <a:extLst>
              <a:ext uri="{FF2B5EF4-FFF2-40B4-BE49-F238E27FC236}">
                <a16:creationId xmlns:a16="http://schemas.microsoft.com/office/drawing/2014/main" id="{84AA32C9-39B6-47FE-8652-74A2F371AE2C}"/>
              </a:ext>
            </a:extLst>
          </p:cNvPr>
          <p:cNvSpPr>
            <a:spLocks noGrp="1"/>
          </p:cNvSpPr>
          <p:nvPr/>
        </p:nvSpPr>
        <p:spPr>
          <a:xfrm>
            <a:off x="1009650" y="2095500"/>
            <a:ext cx="95" cy="85725"/>
          </a:xfrm>
          <a:custGeom>
            <a:avLst/>
            <a:gdLst/>
            <a:ahLst/>
            <a:cxnLst/>
            <a:rect l="0" t="0" r="0" b="0"/>
            <a:pathLst>
              <a:path w="95" h="85725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/>
          <a:ln w="11430">
            <a:solidFill>
              <a:srgbClr val="687780"/>
            </a:solidFill>
          </a:ln>
        </p:spPr>
      </p:sp>
      <p:sp>
        <p:nvSpPr>
          <p:cNvPr id="50049" name="CryoAtom2-arrow-head">
            <a:extLst>
              <a:ext uri="{FF2B5EF4-FFF2-40B4-BE49-F238E27FC236}">
                <a16:creationId xmlns:a16="http://schemas.microsoft.com/office/drawing/2014/main" id="{43817667-843B-450D-995D-D12BB2D71BF9}"/>
              </a:ext>
            </a:extLst>
          </p:cNvPr>
          <p:cNvSpPr>
            <a:spLocks noGrp="1"/>
          </p:cNvSpPr>
          <p:nvPr/>
        </p:nvSpPr>
        <p:spPr>
          <a:xfrm>
            <a:off x="992610" y="2145030"/>
            <a:ext cx="34079" cy="36195"/>
          </a:xfrm>
          <a:custGeom>
            <a:avLst/>
            <a:gdLst/>
            <a:ahLst/>
            <a:cxnLst/>
            <a:rect l="0" t="0" r="0" b="0"/>
            <a:pathLst>
              <a:path w="34079" h="36195">
                <a:moveTo>
                  <a:pt x="0" y="0"/>
                </a:moveTo>
                <a:lnTo>
                  <a:pt x="17040" y="36195"/>
                </a:lnTo>
                <a:lnTo>
                  <a:pt x="34079" y="0"/>
                </a:lnTo>
              </a:path>
            </a:pathLst>
          </a:custGeom>
          <a:noFill/>
          <a:ln w="11430">
            <a:solidFill>
              <a:srgbClr val="687780"/>
            </a:solidFill>
          </a:ln>
        </p:spPr>
      </p:sp>
      <p:sp>
        <p:nvSpPr>
          <p:cNvPr id="50050" name="label">
            <a:extLst>
              <a:ext uri="{FF2B5EF4-FFF2-40B4-BE49-F238E27FC236}">
                <a16:creationId xmlns:a16="http://schemas.microsoft.com/office/drawing/2014/main" id="{63641096-9AAB-4776-BF0B-75BF4815126E}"/>
              </a:ext>
            </a:extLst>
          </p:cNvPr>
          <p:cNvSpPr>
            <a:spLocks noGrp="1"/>
          </p:cNvSpPr>
          <p:nvPr/>
        </p:nvSpPr>
        <p:spPr>
          <a:xfrm>
            <a:off x="1026689" y="1971675"/>
            <a:ext cx="742950" cy="1619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5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CryoAtom2</a:t>
            </a:r>
          </a:p>
        </p:txBody>
      </p:sp>
      <p:sp>
        <p:nvSpPr>
          <p:cNvPr id="50052" name="F1-input-SMILES-0">
            <a:extLst>
              <a:ext uri="{FF2B5EF4-FFF2-40B4-BE49-F238E27FC236}">
                <a16:creationId xmlns:a16="http://schemas.microsoft.com/office/drawing/2014/main" id="{FAC94DF8-6D89-452F-BF0D-1F6747AFF7A0}"/>
              </a:ext>
            </a:extLst>
          </p:cNvPr>
          <p:cNvSpPr>
            <a:spLocks noGrp="1"/>
          </p:cNvSpPr>
          <p:nvPr/>
        </p:nvSpPr>
        <p:spPr>
          <a:xfrm>
            <a:off x="764709" y="3460404"/>
            <a:ext cx="1352550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50" b="0" dirty="0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Arial"/>
                <a:cs typeface="Arial"/>
              </a:rPr>
              <a:t>CCO</a:t>
            </a:r>
          </a:p>
        </p:txBody>
      </p:sp>
      <p:sp>
        <p:nvSpPr>
          <p:cNvPr id="50053" name="F1-input-SMILES-1">
            <a:extLst>
              <a:ext uri="{FF2B5EF4-FFF2-40B4-BE49-F238E27FC236}">
                <a16:creationId xmlns:a16="http://schemas.microsoft.com/office/drawing/2014/main" id="{03FDE5E2-82FC-4961-9CE4-58D941F183D7}"/>
              </a:ext>
            </a:extLst>
          </p:cNvPr>
          <p:cNvSpPr>
            <a:spLocks noGrp="1"/>
          </p:cNvSpPr>
          <p:nvPr/>
        </p:nvSpPr>
        <p:spPr>
          <a:xfrm>
            <a:off x="757925" y="3641379"/>
            <a:ext cx="1352550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CC(=O)O</a:t>
            </a:r>
          </a:p>
        </p:txBody>
      </p:sp>
      <p:sp>
        <p:nvSpPr>
          <p:cNvPr id="50054" name="F1-input-SMILES-2">
            <a:extLst>
              <a:ext uri="{FF2B5EF4-FFF2-40B4-BE49-F238E27FC236}">
                <a16:creationId xmlns:a16="http://schemas.microsoft.com/office/drawing/2014/main" id="{91F86AA9-4270-4720-9994-B759E9B34B47}"/>
              </a:ext>
            </a:extLst>
          </p:cNvPr>
          <p:cNvSpPr>
            <a:spLocks noGrp="1"/>
          </p:cNvSpPr>
          <p:nvPr/>
        </p:nvSpPr>
        <p:spPr>
          <a:xfrm>
            <a:off x="757830" y="3817751"/>
            <a:ext cx="1352550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pP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Cc1ccccc1</a:t>
            </a:r>
          </a:p>
        </p:txBody>
      </p:sp>
      <p:sp>
        <p:nvSpPr>
          <p:cNvPr id="50056" name="F1-input-label">
            <a:extLst>
              <a:ext uri="{FF2B5EF4-FFF2-40B4-BE49-F238E27FC236}">
                <a16:creationId xmlns:a16="http://schemas.microsoft.com/office/drawing/2014/main" id="{70E2ABE4-BA9A-4B2D-A892-36FDB7595F29}"/>
              </a:ext>
            </a:extLst>
          </p:cNvPr>
          <p:cNvSpPr>
            <a:spLocks noGrp="1"/>
          </p:cNvSpPr>
          <p:nvPr/>
        </p:nvSpPr>
        <p:spPr>
          <a:xfrm>
            <a:off x="387358" y="4181275"/>
            <a:ext cx="13525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50" b="1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SMILES</a:t>
            </a:r>
          </a:p>
        </p:txBody>
      </p:sp>
      <p:sp>
        <p:nvSpPr>
          <p:cNvPr id="50057" name="F1-identity-title">
            <a:extLst>
              <a:ext uri="{FF2B5EF4-FFF2-40B4-BE49-F238E27FC236}">
                <a16:creationId xmlns:a16="http://schemas.microsoft.com/office/drawing/2014/main" id="{D5989C3A-E045-47AA-971C-B6642C1638AD}"/>
              </a:ext>
            </a:extLst>
          </p:cNvPr>
          <p:cNvSpPr>
            <a:spLocks noGrp="1"/>
          </p:cNvSpPr>
          <p:nvPr/>
        </p:nvSpPr>
        <p:spPr>
          <a:xfrm>
            <a:off x="6723390" y="552450"/>
            <a:ext cx="160972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780"/>
                </a:solidFill>
                <a:latin typeface="Arial"/>
                <a:ea typeface="Arial"/>
                <a:cs typeface="Arial"/>
              </a:rPr>
              <a:t>Ligand identities</a:t>
            </a:r>
          </a:p>
        </p:txBody>
      </p:sp>
      <p:sp>
        <p:nvSpPr>
          <p:cNvPr id="50058" name="F1-match-straight-B1">
            <a:extLst>
              <a:ext uri="{FF2B5EF4-FFF2-40B4-BE49-F238E27FC236}">
                <a16:creationId xmlns:a16="http://schemas.microsoft.com/office/drawing/2014/main" id="{9BC865AB-0873-4AE5-A9BC-A233F13C8D18}"/>
              </a:ext>
            </a:extLst>
          </p:cNvPr>
          <p:cNvSpPr>
            <a:spLocks noGrp="1"/>
          </p:cNvSpPr>
          <p:nvPr/>
        </p:nvSpPr>
        <p:spPr>
          <a:xfrm>
            <a:off x="5894715" y="1066800"/>
            <a:ext cx="971550" cy="733425"/>
          </a:xfrm>
          <a:custGeom>
            <a:avLst/>
            <a:gdLst/>
            <a:ahLst/>
            <a:cxnLst/>
            <a:rect l="0" t="0" r="0" b="0"/>
            <a:pathLst>
              <a:path w="971550" h="733425">
                <a:moveTo>
                  <a:pt x="0" y="0"/>
                </a:moveTo>
                <a:lnTo>
                  <a:pt x="971550" y="733425"/>
                </a:lnTo>
              </a:path>
            </a:pathLst>
          </a:custGeom>
          <a:noFill/>
          <a:ln w="24765">
            <a:solidFill>
              <a:srgbClr val="737C84"/>
            </a:solidFill>
          </a:ln>
        </p:spPr>
      </p:sp>
      <p:sp>
        <p:nvSpPr>
          <p:cNvPr id="50059" name="F1-match-straight-B2">
            <a:extLst>
              <a:ext uri="{FF2B5EF4-FFF2-40B4-BE49-F238E27FC236}">
                <a16:creationId xmlns:a16="http://schemas.microsoft.com/office/drawing/2014/main" id="{741394A1-536D-4585-A0E9-349CC6195755}"/>
              </a:ext>
            </a:extLst>
          </p:cNvPr>
          <p:cNvSpPr>
            <a:spLocks noGrp="1"/>
          </p:cNvSpPr>
          <p:nvPr/>
        </p:nvSpPr>
        <p:spPr>
          <a:xfrm flipV="1">
            <a:off x="5894715" y="1777365"/>
            <a:ext cx="968779" cy="1108662"/>
          </a:xfrm>
          <a:custGeom>
            <a:avLst/>
            <a:gdLst/>
            <a:ahLst/>
            <a:cxnLst/>
            <a:rect l="0" t="0" r="0" b="0"/>
            <a:pathLst>
              <a:path w="971550" h="133350">
                <a:moveTo>
                  <a:pt x="0" y="0"/>
                </a:moveTo>
                <a:lnTo>
                  <a:pt x="971550" y="133350"/>
                </a:lnTo>
              </a:path>
            </a:pathLst>
          </a:custGeom>
          <a:noFill/>
          <a:ln w="24765">
            <a:solidFill>
              <a:srgbClr val="737C84"/>
            </a:solidFill>
          </a:ln>
        </p:spPr>
      </p:sp>
      <p:sp>
        <p:nvSpPr>
          <p:cNvPr id="50060" name="F1-match-straight-B3">
            <a:extLst>
              <a:ext uri="{FF2B5EF4-FFF2-40B4-BE49-F238E27FC236}">
                <a16:creationId xmlns:a16="http://schemas.microsoft.com/office/drawing/2014/main" id="{712DFC26-7504-4068-BD9B-29038E7E98C8}"/>
              </a:ext>
            </a:extLst>
          </p:cNvPr>
          <p:cNvSpPr>
            <a:spLocks noGrp="1"/>
          </p:cNvSpPr>
          <p:nvPr/>
        </p:nvSpPr>
        <p:spPr>
          <a:xfrm>
            <a:off x="5894715" y="2266950"/>
            <a:ext cx="971550" cy="95"/>
          </a:xfrm>
          <a:custGeom>
            <a:avLst/>
            <a:gdLst/>
            <a:ahLst/>
            <a:cxnLst/>
            <a:rect l="0" t="0" r="0" b="0"/>
            <a:pathLst>
              <a:path w="971550" h="95">
                <a:moveTo>
                  <a:pt x="0" y="0"/>
                </a:moveTo>
                <a:lnTo>
                  <a:pt x="971550" y="0"/>
                </a:lnTo>
              </a:path>
            </a:pathLst>
          </a:custGeom>
          <a:noFill/>
          <a:ln w="24765">
            <a:solidFill>
              <a:srgbClr val="737C84"/>
            </a:solidFill>
          </a:ln>
        </p:spPr>
      </p:sp>
      <p:sp>
        <p:nvSpPr>
          <p:cNvPr id="50061" name="F1-match-straight-B4">
            <a:extLst>
              <a:ext uri="{FF2B5EF4-FFF2-40B4-BE49-F238E27FC236}">
                <a16:creationId xmlns:a16="http://schemas.microsoft.com/office/drawing/2014/main" id="{1784E167-6A07-4699-97FF-9DC9AF53771C}"/>
              </a:ext>
            </a:extLst>
          </p:cNvPr>
          <p:cNvSpPr>
            <a:spLocks noGrp="1"/>
          </p:cNvSpPr>
          <p:nvPr/>
        </p:nvSpPr>
        <p:spPr>
          <a:xfrm>
            <a:off x="5842000" y="1110853"/>
            <a:ext cx="1096820" cy="553836"/>
          </a:xfrm>
          <a:custGeom>
            <a:avLst/>
            <a:gdLst/>
            <a:ahLst/>
            <a:cxnLst/>
            <a:rect l="0" t="0" r="0" b="0"/>
            <a:pathLst>
              <a:path w="971550" h="1800225">
                <a:moveTo>
                  <a:pt x="0" y="1800225"/>
                </a:moveTo>
                <a:lnTo>
                  <a:pt x="971550" y="0"/>
                </a:lnTo>
              </a:path>
            </a:pathLst>
          </a:custGeom>
          <a:noFill/>
          <a:ln w="24765">
            <a:solidFill>
              <a:srgbClr val="737C84"/>
            </a:solidFill>
          </a:ln>
        </p:spPr>
      </p:sp>
      <p:sp>
        <p:nvSpPr>
          <p:cNvPr id="50062" name="F1-match-straight-B5">
            <a:extLst>
              <a:ext uri="{FF2B5EF4-FFF2-40B4-BE49-F238E27FC236}">
                <a16:creationId xmlns:a16="http://schemas.microsoft.com/office/drawing/2014/main" id="{FAFA6B7B-38C5-4C61-A47E-A4FAFFCE45C8}"/>
              </a:ext>
            </a:extLst>
          </p:cNvPr>
          <p:cNvSpPr>
            <a:spLocks noGrp="1"/>
          </p:cNvSpPr>
          <p:nvPr/>
        </p:nvSpPr>
        <p:spPr>
          <a:xfrm>
            <a:off x="5894715" y="3476625"/>
            <a:ext cx="971550" cy="95"/>
          </a:xfrm>
          <a:custGeom>
            <a:avLst/>
            <a:gdLst/>
            <a:ahLst/>
            <a:cxnLst/>
            <a:rect l="0" t="0" r="0" b="0"/>
            <a:pathLst>
              <a:path w="971550" h="95">
                <a:moveTo>
                  <a:pt x="0" y="0"/>
                </a:moveTo>
                <a:lnTo>
                  <a:pt x="971550" y="0"/>
                </a:lnTo>
              </a:path>
            </a:pathLst>
          </a:custGeom>
          <a:noFill/>
          <a:ln w="24765">
            <a:solidFill>
              <a:srgbClr val="737C84"/>
            </a:solidFill>
          </a:ln>
        </p:spPr>
      </p:sp>
      <p:sp>
        <p:nvSpPr>
          <p:cNvPr id="50078" name="F1-reject">
            <a:extLst>
              <a:ext uri="{FF2B5EF4-FFF2-40B4-BE49-F238E27FC236}">
                <a16:creationId xmlns:a16="http://schemas.microsoft.com/office/drawing/2014/main" id="{6413E28B-9F31-4188-9809-0CF731F8968B}"/>
              </a:ext>
            </a:extLst>
          </p:cNvPr>
          <p:cNvSpPr>
            <a:spLocks noGrp="1"/>
          </p:cNvSpPr>
          <p:nvPr/>
        </p:nvSpPr>
        <p:spPr>
          <a:xfrm>
            <a:off x="6961515" y="2255520"/>
            <a:ext cx="1143000" cy="2000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∅  Reject</a:t>
            </a:r>
          </a:p>
        </p:txBody>
      </p:sp>
      <p:sp>
        <p:nvSpPr>
          <p:cNvPr id="50079" name="F1-false-positive">
            <a:extLst>
              <a:ext uri="{FF2B5EF4-FFF2-40B4-BE49-F238E27FC236}">
                <a16:creationId xmlns:a16="http://schemas.microsoft.com/office/drawing/2014/main" id="{41817555-6B74-49AF-A98A-0B49BE66344E}"/>
              </a:ext>
            </a:extLst>
          </p:cNvPr>
          <p:cNvSpPr>
            <a:spLocks noGrp="1"/>
          </p:cNvSpPr>
          <p:nvPr/>
        </p:nvSpPr>
        <p:spPr>
          <a:xfrm>
            <a:off x="6894840" y="2493645"/>
            <a:ext cx="1295400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5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False positive</a:t>
            </a:r>
          </a:p>
        </p:txBody>
      </p:sp>
      <p:sp>
        <p:nvSpPr>
          <p:cNvPr id="50088" name="F1-SMILES-to-identities">
            <a:extLst>
              <a:ext uri="{FF2B5EF4-FFF2-40B4-BE49-F238E27FC236}">
                <a16:creationId xmlns:a16="http://schemas.microsoft.com/office/drawing/2014/main" id="{AAC894F6-AF04-4828-9EB2-75C2C3AE5527}"/>
              </a:ext>
            </a:extLst>
          </p:cNvPr>
          <p:cNvSpPr>
            <a:spLocks noGrp="1"/>
          </p:cNvSpPr>
          <p:nvPr/>
        </p:nvSpPr>
        <p:spPr>
          <a:xfrm>
            <a:off x="1756949" y="3781424"/>
            <a:ext cx="5785402" cy="504636"/>
          </a:xfrm>
          <a:custGeom>
            <a:avLst/>
            <a:gdLst/>
            <a:ahLst/>
            <a:cxnLst/>
            <a:rect l="0" t="0" r="0" b="0"/>
            <a:pathLst>
              <a:path w="5153025" h="342900">
                <a:moveTo>
                  <a:pt x="0" y="342900"/>
                </a:moveTo>
                <a:lnTo>
                  <a:pt x="5153025" y="342900"/>
                </a:lnTo>
                <a:lnTo>
                  <a:pt x="5153025" y="0"/>
                </a:lnTo>
              </a:path>
            </a:pathLst>
          </a:custGeom>
          <a:noFill/>
          <a:ln w="16193">
            <a:solidFill>
              <a:srgbClr val="263442"/>
            </a:solidFill>
          </a:ln>
        </p:spPr>
      </p:sp>
      <p:sp>
        <p:nvSpPr>
          <p:cNvPr id="50089" name="F1-SMILES-identity-entry">
            <a:extLst>
              <a:ext uri="{FF2B5EF4-FFF2-40B4-BE49-F238E27FC236}">
                <a16:creationId xmlns:a16="http://schemas.microsoft.com/office/drawing/2014/main" id="{5035029A-F504-45C7-A83F-35EC5DB1B729}"/>
              </a:ext>
            </a:extLst>
          </p:cNvPr>
          <p:cNvSpPr>
            <a:spLocks noGrp="1"/>
          </p:cNvSpPr>
          <p:nvPr/>
        </p:nvSpPr>
        <p:spPr>
          <a:xfrm>
            <a:off x="7542540" y="3781425"/>
            <a:ext cx="95" cy="95250"/>
          </a:xfrm>
          <a:custGeom>
            <a:avLst/>
            <a:gdLst/>
            <a:ahLst/>
            <a:cxnLst/>
            <a:rect l="0" t="0" r="0" b="0"/>
            <a:pathLst>
              <a:path w="95" h="95250">
                <a:moveTo>
                  <a:pt x="0" y="95250"/>
                </a:moveTo>
                <a:lnTo>
                  <a:pt x="0" y="0"/>
                </a:lnTo>
              </a:path>
            </a:pathLst>
          </a:custGeom>
          <a:noFill/>
          <a:ln w="16193">
            <a:solidFill>
              <a:srgbClr val="263442"/>
            </a:solidFill>
          </a:ln>
        </p:spPr>
      </p:sp>
      <p:sp>
        <p:nvSpPr>
          <p:cNvPr id="50090" name="F1-SMILES-identity-entry-head">
            <a:extLst>
              <a:ext uri="{FF2B5EF4-FFF2-40B4-BE49-F238E27FC236}">
                <a16:creationId xmlns:a16="http://schemas.microsoft.com/office/drawing/2014/main" id="{DCF0D9C7-FCC4-4ECA-B081-77C4AF6C7FA6}"/>
              </a:ext>
            </a:extLst>
          </p:cNvPr>
          <p:cNvSpPr>
            <a:spLocks noGrp="1"/>
          </p:cNvSpPr>
          <p:nvPr/>
        </p:nvSpPr>
        <p:spPr>
          <a:xfrm>
            <a:off x="7525500" y="3781425"/>
            <a:ext cx="34079" cy="36195"/>
          </a:xfrm>
          <a:custGeom>
            <a:avLst/>
            <a:gdLst/>
            <a:ahLst/>
            <a:cxnLst/>
            <a:rect l="0" t="0" r="0" b="0"/>
            <a:pathLst>
              <a:path w="34079" h="36195">
                <a:moveTo>
                  <a:pt x="34079" y="36195"/>
                </a:moveTo>
                <a:lnTo>
                  <a:pt x="17040" y="0"/>
                </a:lnTo>
                <a:lnTo>
                  <a:pt x="0" y="36195"/>
                </a:lnTo>
              </a:path>
            </a:pathLst>
          </a:custGeom>
          <a:noFill/>
          <a:ln w="16193">
            <a:solidFill>
              <a:srgbClr val="263442"/>
            </a:solidFill>
          </a:ln>
        </p:spPr>
      </p:sp>
      <p:sp>
        <p:nvSpPr>
          <p:cNvPr id="49994" name="F1-identity-title">
            <a:extLst>
              <a:ext uri="{FF2B5EF4-FFF2-40B4-BE49-F238E27FC236}">
                <a16:creationId xmlns:a16="http://schemas.microsoft.com/office/drawing/2014/main" id="{B219DB26-55C7-4F13-870C-BB1F9F67D3AE}"/>
              </a:ext>
            </a:extLst>
          </p:cNvPr>
          <p:cNvSpPr>
            <a:spLocks noGrp="1"/>
          </p:cNvSpPr>
          <p:nvPr/>
        </p:nvSpPr>
        <p:spPr>
          <a:xfrm>
            <a:off x="4926917" y="552450"/>
            <a:ext cx="160972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lang="en-US" sz="1125" b="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B</a:t>
            </a:r>
            <a:r>
              <a:rPr lang="en-US" altLang="zh-CN" sz="1125" b="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lobs</a:t>
            </a:r>
            <a:endParaRPr sz="1125" b="0" dirty="0">
              <a:solidFill>
                <a:srgbClr val="68778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995" name="文本框 49994">
            <a:extLst>
              <a:ext uri="{FF2B5EF4-FFF2-40B4-BE49-F238E27FC236}">
                <a16:creationId xmlns:a16="http://schemas.microsoft.com/office/drawing/2014/main" id="{0BC88E23-CC3D-2268-D0B6-0A162B735FFC}"/>
              </a:ext>
            </a:extLst>
          </p:cNvPr>
          <p:cNvSpPr txBox="1"/>
          <p:nvPr/>
        </p:nvSpPr>
        <p:spPr>
          <a:xfrm>
            <a:off x="6429999" y="3978825"/>
            <a:ext cx="61106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500" dirty="0" err="1"/>
              <a:t>KDKit</a:t>
            </a:r>
            <a:endParaRPr lang="zh-CN" altLang="en-US" sz="1500" dirty="0"/>
          </a:p>
        </p:txBody>
      </p:sp>
      <p:grpSp>
        <p:nvGrpSpPr>
          <p:cNvPr id="51656" name="Find：淡灰密度表面">
            <a:extLst>
              <a:ext uri="{FF2B5EF4-FFF2-40B4-BE49-F238E27FC236}">
                <a16:creationId xmlns:a16="http://schemas.microsoft.com/office/drawing/2014/main" id="{D8B95300-F2E9-D4B7-D972-3EDB8CD29D99}"/>
              </a:ext>
            </a:extLst>
          </p:cNvPr>
          <p:cNvGrpSpPr/>
          <p:nvPr/>
        </p:nvGrpSpPr>
        <p:grpSpPr>
          <a:xfrm>
            <a:off x="9136107" y="769166"/>
            <a:ext cx="2117846" cy="2518833"/>
            <a:chOff x="3470234" y="1495425"/>
            <a:chExt cx="3403682" cy="4048125"/>
          </a:xfrm>
        </p:grpSpPr>
        <p:sp>
          <p:nvSpPr>
            <p:cNvPr id="51657" name="Candidate_density__1976">
              <a:extLst>
                <a:ext uri="{FF2B5EF4-FFF2-40B4-BE49-F238E27FC236}">
                  <a16:creationId xmlns:a16="http://schemas.microsoft.com/office/drawing/2014/main" id="{B932BC51-4E4F-4D6C-5529-2D97D4A75507}"/>
                </a:ext>
              </a:extLst>
            </p:cNvPr>
            <p:cNvSpPr>
              <a:spLocks noGrp="1"/>
            </p:cNvSpPr>
            <p:nvPr/>
          </p:nvSpPr>
          <p:spPr>
            <a:xfrm>
              <a:off x="5090107" y="5022356"/>
              <a:ext cx="103059" cy="54832"/>
            </a:xfrm>
            <a:custGeom>
              <a:avLst/>
              <a:gdLst/>
              <a:ahLst/>
              <a:cxnLst/>
              <a:rect l="0" t="0" r="0" b="0"/>
              <a:pathLst>
                <a:path w="103059" h="54832">
                  <a:moveTo>
                    <a:pt x="0" y="4710"/>
                  </a:moveTo>
                  <a:lnTo>
                    <a:pt x="14103" y="5539"/>
                  </a:lnTo>
                  <a:lnTo>
                    <a:pt x="15755" y="7073"/>
                  </a:lnTo>
                  <a:close/>
                  <a:moveTo>
                    <a:pt x="103059" y="54832"/>
                  </a:moveTo>
                  <a:lnTo>
                    <a:pt x="71422" y="0"/>
                  </a:lnTo>
                  <a:lnTo>
                    <a:pt x="15755" y="70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658" name="Candidate_density__1977">
              <a:extLst>
                <a:ext uri="{FF2B5EF4-FFF2-40B4-BE49-F238E27FC236}">
                  <a16:creationId xmlns:a16="http://schemas.microsoft.com/office/drawing/2014/main" id="{20CC271D-1109-4E18-9514-52142682C193}"/>
                </a:ext>
              </a:extLst>
            </p:cNvPr>
            <p:cNvSpPr>
              <a:spLocks noGrp="1"/>
            </p:cNvSpPr>
            <p:nvPr/>
          </p:nvSpPr>
          <p:spPr>
            <a:xfrm>
              <a:off x="4991506" y="4958838"/>
              <a:ext cx="112705" cy="69057"/>
            </a:xfrm>
            <a:custGeom>
              <a:avLst/>
              <a:gdLst/>
              <a:ahLst/>
              <a:cxnLst/>
              <a:rect l="0" t="0" r="0" b="0"/>
              <a:pathLst>
                <a:path w="112705" h="69057">
                  <a:moveTo>
                    <a:pt x="0" y="0"/>
                  </a:moveTo>
                  <a:lnTo>
                    <a:pt x="98601" y="68229"/>
                  </a:lnTo>
                  <a:lnTo>
                    <a:pt x="36761" y="59134"/>
                  </a:lnTo>
                  <a:close/>
                  <a:moveTo>
                    <a:pt x="112705" y="69057"/>
                  </a:moveTo>
                  <a:lnTo>
                    <a:pt x="98601" y="682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659" name="Candidate_density__1978">
              <a:extLst>
                <a:ext uri="{FF2B5EF4-FFF2-40B4-BE49-F238E27FC236}">
                  <a16:creationId xmlns:a16="http://schemas.microsoft.com/office/drawing/2014/main" id="{30C41376-17F5-F51B-B763-67E746470D20}"/>
                </a:ext>
              </a:extLst>
            </p:cNvPr>
            <p:cNvSpPr>
              <a:spLocks noGrp="1"/>
            </p:cNvSpPr>
            <p:nvPr/>
          </p:nvSpPr>
          <p:spPr>
            <a:xfrm>
              <a:off x="5235962" y="4794077"/>
              <a:ext cx="71131" cy="87208"/>
            </a:xfrm>
            <a:custGeom>
              <a:avLst/>
              <a:gdLst/>
              <a:ahLst/>
              <a:cxnLst/>
              <a:rect l="0" t="0" r="0" b="0"/>
              <a:pathLst>
                <a:path w="71131" h="87208">
                  <a:moveTo>
                    <a:pt x="71131" y="0"/>
                  </a:moveTo>
                  <a:lnTo>
                    <a:pt x="0" y="87208"/>
                  </a:lnTo>
                  <a:lnTo>
                    <a:pt x="60081" y="7390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660" name="Candidate_density__1979">
              <a:extLst>
                <a:ext uri="{FF2B5EF4-FFF2-40B4-BE49-F238E27FC236}">
                  <a16:creationId xmlns:a16="http://schemas.microsoft.com/office/drawing/2014/main" id="{020A3EC1-5BE6-49E8-FB3E-4302151A6774}"/>
                </a:ext>
              </a:extLst>
            </p:cNvPr>
            <p:cNvSpPr>
              <a:spLocks noGrp="1"/>
            </p:cNvSpPr>
            <p:nvPr/>
          </p:nvSpPr>
          <p:spPr>
            <a:xfrm>
              <a:off x="4966652" y="4441228"/>
              <a:ext cx="1448809" cy="588202"/>
            </a:xfrm>
            <a:custGeom>
              <a:avLst/>
              <a:gdLst/>
              <a:ahLst/>
              <a:cxnLst/>
              <a:rect l="0" t="0" r="0" b="0"/>
              <a:pathLst>
                <a:path w="1448809" h="588202">
                  <a:moveTo>
                    <a:pt x="24854" y="517611"/>
                  </a:moveTo>
                  <a:lnTo>
                    <a:pt x="61615" y="576745"/>
                  </a:lnTo>
                  <a:lnTo>
                    <a:pt x="0" y="503624"/>
                  </a:lnTo>
                  <a:close/>
                  <a:moveTo>
                    <a:pt x="169700" y="547403"/>
                  </a:moveTo>
                  <a:lnTo>
                    <a:pt x="123455" y="585839"/>
                  </a:lnTo>
                  <a:lnTo>
                    <a:pt x="139210" y="588202"/>
                  </a:lnTo>
                  <a:close/>
                  <a:moveTo>
                    <a:pt x="123455" y="585839"/>
                  </a:moveTo>
                  <a:lnTo>
                    <a:pt x="169700" y="547403"/>
                  </a:lnTo>
                  <a:lnTo>
                    <a:pt x="61615" y="576745"/>
                  </a:lnTo>
                  <a:close/>
                  <a:moveTo>
                    <a:pt x="1448809" y="52114"/>
                  </a:moveTo>
                  <a:lnTo>
                    <a:pt x="1360340" y="0"/>
                  </a:lnTo>
                  <a:lnTo>
                    <a:pt x="1387240" y="3711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661" name="Candidate_density__1980">
              <a:extLst>
                <a:ext uri="{FF2B5EF4-FFF2-40B4-BE49-F238E27FC236}">
                  <a16:creationId xmlns:a16="http://schemas.microsoft.com/office/drawing/2014/main" id="{B3F4F058-D75D-1320-782B-C30B0C6D6234}"/>
                </a:ext>
              </a:extLst>
            </p:cNvPr>
            <p:cNvSpPr>
              <a:spLocks noGrp="1"/>
            </p:cNvSpPr>
            <p:nvPr/>
          </p:nvSpPr>
          <p:spPr>
            <a:xfrm>
              <a:off x="4950183" y="4357620"/>
              <a:ext cx="1403557" cy="713225"/>
            </a:xfrm>
            <a:custGeom>
              <a:avLst/>
              <a:gdLst/>
              <a:ahLst/>
              <a:cxnLst/>
              <a:rect l="0" t="0" r="0" b="0"/>
              <a:pathLst>
                <a:path w="1403557" h="713225">
                  <a:moveTo>
                    <a:pt x="28205" y="551291"/>
                  </a:moveTo>
                  <a:lnTo>
                    <a:pt x="58082" y="669447"/>
                  </a:lnTo>
                  <a:lnTo>
                    <a:pt x="0" y="647065"/>
                  </a:lnTo>
                  <a:close/>
                  <a:moveTo>
                    <a:pt x="28205" y="551291"/>
                  </a:moveTo>
                  <a:lnTo>
                    <a:pt x="16469" y="587231"/>
                  </a:lnTo>
                  <a:lnTo>
                    <a:pt x="78084" y="660353"/>
                  </a:lnTo>
                  <a:close/>
                  <a:moveTo>
                    <a:pt x="78084" y="660353"/>
                  </a:moveTo>
                  <a:lnTo>
                    <a:pt x="111112" y="568638"/>
                  </a:lnTo>
                  <a:lnTo>
                    <a:pt x="28205" y="551291"/>
                  </a:lnTo>
                  <a:close/>
                  <a:moveTo>
                    <a:pt x="186170" y="631010"/>
                  </a:moveTo>
                  <a:lnTo>
                    <a:pt x="155679" y="671809"/>
                  </a:lnTo>
                  <a:lnTo>
                    <a:pt x="211346" y="664736"/>
                  </a:lnTo>
                  <a:close/>
                  <a:moveTo>
                    <a:pt x="186170" y="631010"/>
                  </a:moveTo>
                  <a:lnTo>
                    <a:pt x="111112" y="568638"/>
                  </a:lnTo>
                  <a:lnTo>
                    <a:pt x="78084" y="660353"/>
                  </a:lnTo>
                  <a:close/>
                  <a:moveTo>
                    <a:pt x="36700" y="504884"/>
                  </a:moveTo>
                  <a:lnTo>
                    <a:pt x="16469" y="587231"/>
                  </a:lnTo>
                  <a:lnTo>
                    <a:pt x="28205" y="551291"/>
                  </a:lnTo>
                  <a:close/>
                  <a:moveTo>
                    <a:pt x="320212" y="595763"/>
                  </a:moveTo>
                  <a:lnTo>
                    <a:pt x="238356" y="601718"/>
                  </a:lnTo>
                  <a:lnTo>
                    <a:pt x="272089" y="713225"/>
                  </a:lnTo>
                  <a:close/>
                  <a:moveTo>
                    <a:pt x="272089" y="713225"/>
                  </a:moveTo>
                  <a:lnTo>
                    <a:pt x="238356" y="601718"/>
                  </a:lnTo>
                  <a:lnTo>
                    <a:pt x="211346" y="664736"/>
                  </a:lnTo>
                  <a:close/>
                  <a:moveTo>
                    <a:pt x="251658" y="600252"/>
                  </a:moveTo>
                  <a:lnTo>
                    <a:pt x="325736" y="598561"/>
                  </a:lnTo>
                  <a:lnTo>
                    <a:pt x="272089" y="713225"/>
                  </a:lnTo>
                  <a:close/>
                  <a:moveTo>
                    <a:pt x="325736" y="598561"/>
                  </a:moveTo>
                  <a:lnTo>
                    <a:pt x="348443" y="631010"/>
                  </a:lnTo>
                  <a:lnTo>
                    <a:pt x="320212" y="595763"/>
                  </a:lnTo>
                  <a:close/>
                  <a:moveTo>
                    <a:pt x="325736" y="598561"/>
                  </a:moveTo>
                  <a:lnTo>
                    <a:pt x="330630" y="592573"/>
                  </a:lnTo>
                  <a:lnTo>
                    <a:pt x="353353" y="629411"/>
                  </a:lnTo>
                  <a:close/>
                  <a:moveTo>
                    <a:pt x="285779" y="523664"/>
                  </a:moveTo>
                  <a:lnTo>
                    <a:pt x="320212" y="595763"/>
                  </a:lnTo>
                  <a:lnTo>
                    <a:pt x="347759" y="617445"/>
                  </a:lnTo>
                  <a:close/>
                  <a:moveTo>
                    <a:pt x="130309" y="428782"/>
                  </a:moveTo>
                  <a:lnTo>
                    <a:pt x="191434" y="439680"/>
                  </a:lnTo>
                  <a:lnTo>
                    <a:pt x="151048" y="439294"/>
                  </a:lnTo>
                  <a:close/>
                  <a:moveTo>
                    <a:pt x="331275" y="404066"/>
                  </a:moveTo>
                  <a:lnTo>
                    <a:pt x="319507" y="389707"/>
                  </a:lnTo>
                  <a:lnTo>
                    <a:pt x="322151" y="394001"/>
                  </a:lnTo>
                  <a:close/>
                  <a:moveTo>
                    <a:pt x="322151" y="394001"/>
                  </a:moveTo>
                  <a:lnTo>
                    <a:pt x="356909" y="436457"/>
                  </a:lnTo>
                  <a:lnTo>
                    <a:pt x="404286" y="471922"/>
                  </a:lnTo>
                  <a:close/>
                  <a:moveTo>
                    <a:pt x="319507" y="389707"/>
                  </a:moveTo>
                  <a:lnTo>
                    <a:pt x="297970" y="313569"/>
                  </a:lnTo>
                  <a:lnTo>
                    <a:pt x="322151" y="394001"/>
                  </a:lnTo>
                  <a:close/>
                  <a:moveTo>
                    <a:pt x="1403557" y="120652"/>
                  </a:moveTo>
                  <a:lnTo>
                    <a:pt x="1374393" y="74574"/>
                  </a:lnTo>
                  <a:lnTo>
                    <a:pt x="1367592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662" name="Candidate_density__1981">
              <a:extLst>
                <a:ext uri="{FF2B5EF4-FFF2-40B4-BE49-F238E27FC236}">
                  <a16:creationId xmlns:a16="http://schemas.microsoft.com/office/drawing/2014/main" id="{73803BC2-87AA-78EE-D419-26086D8BA66A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51621"/>
              <a:ext cx="293173" cy="319224"/>
            </a:xfrm>
            <a:custGeom>
              <a:avLst/>
              <a:gdLst/>
              <a:ahLst/>
              <a:cxnLst/>
              <a:rect l="0" t="0" r="0" b="0"/>
              <a:pathLst>
                <a:path w="293173" h="319224">
                  <a:moveTo>
                    <a:pt x="214624" y="204560"/>
                  </a:moveTo>
                  <a:lnTo>
                    <a:pt x="209100" y="201761"/>
                  </a:lnTo>
                  <a:lnTo>
                    <a:pt x="160977" y="319224"/>
                  </a:lnTo>
                  <a:close/>
                  <a:moveTo>
                    <a:pt x="75057" y="237009"/>
                  </a:moveTo>
                  <a:lnTo>
                    <a:pt x="100234" y="270735"/>
                  </a:lnTo>
                  <a:lnTo>
                    <a:pt x="127244" y="207717"/>
                  </a:lnTo>
                  <a:close/>
                  <a:moveTo>
                    <a:pt x="0" y="174637"/>
                  </a:moveTo>
                  <a:lnTo>
                    <a:pt x="75057" y="237009"/>
                  </a:lnTo>
                  <a:lnTo>
                    <a:pt x="94875" y="116357"/>
                  </a:lnTo>
                  <a:close/>
                  <a:moveTo>
                    <a:pt x="135160" y="186116"/>
                  </a:moveTo>
                  <a:lnTo>
                    <a:pt x="75057" y="237009"/>
                  </a:lnTo>
                  <a:lnTo>
                    <a:pt x="127244" y="207717"/>
                  </a:lnTo>
                  <a:close/>
                  <a:moveTo>
                    <a:pt x="174666" y="129663"/>
                  </a:moveTo>
                  <a:lnTo>
                    <a:pt x="135160" y="186116"/>
                  </a:lnTo>
                  <a:lnTo>
                    <a:pt x="127244" y="207717"/>
                  </a:lnTo>
                  <a:close/>
                  <a:moveTo>
                    <a:pt x="4709" y="146651"/>
                  </a:moveTo>
                  <a:lnTo>
                    <a:pt x="101137" y="58911"/>
                  </a:lnTo>
                  <a:lnTo>
                    <a:pt x="80322" y="45679"/>
                  </a:lnTo>
                  <a:close/>
                  <a:moveTo>
                    <a:pt x="4709" y="146651"/>
                  </a:moveTo>
                  <a:lnTo>
                    <a:pt x="80322" y="45679"/>
                  </a:lnTo>
                  <a:lnTo>
                    <a:pt x="19196" y="34781"/>
                  </a:lnTo>
                  <a:close/>
                  <a:moveTo>
                    <a:pt x="101137" y="58911"/>
                  </a:moveTo>
                  <a:lnTo>
                    <a:pt x="147531" y="116357"/>
                  </a:lnTo>
                  <a:lnTo>
                    <a:pt x="80322" y="45679"/>
                  </a:lnTo>
                  <a:close/>
                  <a:moveTo>
                    <a:pt x="147531" y="116357"/>
                  </a:moveTo>
                  <a:lnTo>
                    <a:pt x="174666" y="129663"/>
                  </a:lnTo>
                  <a:lnTo>
                    <a:pt x="80322" y="45679"/>
                  </a:lnTo>
                  <a:close/>
                  <a:moveTo>
                    <a:pt x="234748" y="116357"/>
                  </a:moveTo>
                  <a:lnTo>
                    <a:pt x="275151" y="160136"/>
                  </a:lnTo>
                  <a:lnTo>
                    <a:pt x="293173" y="77921"/>
                  </a:lnTo>
                  <a:close/>
                  <a:moveTo>
                    <a:pt x="293173" y="77921"/>
                  </a:moveTo>
                  <a:lnTo>
                    <a:pt x="245797" y="42455"/>
                  </a:lnTo>
                  <a:lnTo>
                    <a:pt x="234748" y="116357"/>
                  </a:lnTo>
                  <a:close/>
                  <a:moveTo>
                    <a:pt x="293173" y="77921"/>
                  </a:moveTo>
                  <a:lnTo>
                    <a:pt x="220162" y="10065"/>
                  </a:lnTo>
                  <a:lnTo>
                    <a:pt x="211039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663" name="Candidate_density__1982">
              <a:extLst>
                <a:ext uri="{FF2B5EF4-FFF2-40B4-BE49-F238E27FC236}">
                  <a16:creationId xmlns:a16="http://schemas.microsoft.com/office/drawing/2014/main" id="{AD8F1CDB-972E-D7B3-ACE3-3EF1EF1D23DD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61686"/>
              <a:ext cx="353018" cy="226944"/>
            </a:xfrm>
            <a:custGeom>
              <a:avLst/>
              <a:gdLst/>
              <a:ahLst/>
              <a:cxnLst/>
              <a:rect l="0" t="0" r="0" b="0"/>
              <a:pathLst>
                <a:path w="353018" h="226944">
                  <a:moveTo>
                    <a:pt x="4709" y="136586"/>
                  </a:moveTo>
                  <a:lnTo>
                    <a:pt x="0" y="164572"/>
                  </a:lnTo>
                  <a:lnTo>
                    <a:pt x="94875" y="106292"/>
                  </a:lnTo>
                  <a:close/>
                  <a:moveTo>
                    <a:pt x="94875" y="106292"/>
                  </a:moveTo>
                  <a:lnTo>
                    <a:pt x="75057" y="226944"/>
                  </a:lnTo>
                  <a:lnTo>
                    <a:pt x="135160" y="176051"/>
                  </a:lnTo>
                  <a:close/>
                  <a:moveTo>
                    <a:pt x="147531" y="106292"/>
                  </a:moveTo>
                  <a:lnTo>
                    <a:pt x="135160" y="176051"/>
                  </a:lnTo>
                  <a:lnTo>
                    <a:pt x="174666" y="119598"/>
                  </a:lnTo>
                  <a:close/>
                  <a:moveTo>
                    <a:pt x="174666" y="119598"/>
                  </a:moveTo>
                  <a:lnTo>
                    <a:pt x="127244" y="197652"/>
                  </a:lnTo>
                  <a:lnTo>
                    <a:pt x="209100" y="191697"/>
                  </a:lnTo>
                  <a:close/>
                  <a:moveTo>
                    <a:pt x="94875" y="106292"/>
                  </a:moveTo>
                  <a:lnTo>
                    <a:pt x="101137" y="48846"/>
                  </a:lnTo>
                  <a:lnTo>
                    <a:pt x="4709" y="136586"/>
                  </a:lnTo>
                  <a:close/>
                  <a:moveTo>
                    <a:pt x="214624" y="194495"/>
                  </a:moveTo>
                  <a:lnTo>
                    <a:pt x="261741" y="155455"/>
                  </a:lnTo>
                  <a:lnTo>
                    <a:pt x="219518" y="188507"/>
                  </a:lnTo>
                  <a:close/>
                  <a:moveTo>
                    <a:pt x="234748" y="106292"/>
                  </a:moveTo>
                  <a:lnTo>
                    <a:pt x="219518" y="188507"/>
                  </a:lnTo>
                  <a:lnTo>
                    <a:pt x="275151" y="150071"/>
                  </a:lnTo>
                  <a:close/>
                  <a:moveTo>
                    <a:pt x="101137" y="48846"/>
                  </a:moveTo>
                  <a:lnTo>
                    <a:pt x="187306" y="67856"/>
                  </a:lnTo>
                  <a:lnTo>
                    <a:pt x="147531" y="106292"/>
                  </a:lnTo>
                  <a:close/>
                  <a:moveTo>
                    <a:pt x="293173" y="67856"/>
                  </a:moveTo>
                  <a:lnTo>
                    <a:pt x="353018" y="29420"/>
                  </a:lnTo>
                  <a:lnTo>
                    <a:pt x="220162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664" name="Candidate_density__1983">
              <a:extLst>
                <a:ext uri="{FF2B5EF4-FFF2-40B4-BE49-F238E27FC236}">
                  <a16:creationId xmlns:a16="http://schemas.microsoft.com/office/drawing/2014/main" id="{BD6F0B76-5248-C05D-E5DF-4DFA25AA14D1}"/>
                </a:ext>
              </a:extLst>
            </p:cNvPr>
            <p:cNvSpPr>
              <a:spLocks noGrp="1"/>
            </p:cNvSpPr>
            <p:nvPr/>
          </p:nvSpPr>
          <p:spPr>
            <a:xfrm>
              <a:off x="5498561" y="4972505"/>
              <a:ext cx="45902" cy="43581"/>
            </a:xfrm>
            <a:custGeom>
              <a:avLst/>
              <a:gdLst/>
              <a:ahLst/>
              <a:cxnLst/>
              <a:rect l="0" t="0" r="0" b="0"/>
              <a:pathLst>
                <a:path w="45902" h="43581">
                  <a:moveTo>
                    <a:pt x="18557" y="21467"/>
                  </a:moveTo>
                  <a:lnTo>
                    <a:pt x="45902" y="0"/>
                  </a:lnTo>
                  <a:lnTo>
                    <a:pt x="0" y="4358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665" name="Candidate_density__1984">
              <a:extLst>
                <a:ext uri="{FF2B5EF4-FFF2-40B4-BE49-F238E27FC236}">
                  <a16:creationId xmlns:a16="http://schemas.microsoft.com/office/drawing/2014/main" id="{4820CC16-1665-CF52-A041-534FF3889864}"/>
                </a:ext>
              </a:extLst>
            </p:cNvPr>
            <p:cNvSpPr>
              <a:spLocks noGrp="1"/>
            </p:cNvSpPr>
            <p:nvPr/>
          </p:nvSpPr>
          <p:spPr>
            <a:xfrm>
              <a:off x="4980965" y="4449918"/>
              <a:ext cx="1559084" cy="659363"/>
            </a:xfrm>
            <a:custGeom>
              <a:avLst/>
              <a:gdLst/>
              <a:ahLst/>
              <a:cxnLst/>
              <a:rect l="0" t="0" r="0" b="0"/>
              <a:pathLst>
                <a:path w="1559084" h="659363">
                  <a:moveTo>
                    <a:pt x="27301" y="577148"/>
                  </a:moveTo>
                  <a:lnTo>
                    <a:pt x="29237" y="538712"/>
                  </a:lnTo>
                  <a:lnTo>
                    <a:pt x="0" y="659363"/>
                  </a:lnTo>
                  <a:close/>
                  <a:moveTo>
                    <a:pt x="493440" y="539306"/>
                  </a:moveTo>
                  <a:lnTo>
                    <a:pt x="453629" y="605662"/>
                  </a:lnTo>
                  <a:lnTo>
                    <a:pt x="563499" y="522586"/>
                  </a:lnTo>
                  <a:close/>
                  <a:moveTo>
                    <a:pt x="536154" y="544054"/>
                  </a:moveTo>
                  <a:lnTo>
                    <a:pt x="574076" y="505617"/>
                  </a:lnTo>
                  <a:lnTo>
                    <a:pt x="563499" y="522586"/>
                  </a:lnTo>
                  <a:close/>
                  <a:moveTo>
                    <a:pt x="626528" y="384966"/>
                  </a:moveTo>
                  <a:lnTo>
                    <a:pt x="591632" y="412569"/>
                  </a:lnTo>
                  <a:lnTo>
                    <a:pt x="574076" y="505617"/>
                  </a:lnTo>
                  <a:close/>
                  <a:moveTo>
                    <a:pt x="591632" y="412569"/>
                  </a:moveTo>
                  <a:lnTo>
                    <a:pt x="626528" y="384966"/>
                  </a:lnTo>
                  <a:lnTo>
                    <a:pt x="714816" y="379273"/>
                  </a:lnTo>
                  <a:close/>
                  <a:moveTo>
                    <a:pt x="746210" y="281447"/>
                  </a:moveTo>
                  <a:lnTo>
                    <a:pt x="735087" y="346529"/>
                  </a:lnTo>
                  <a:lnTo>
                    <a:pt x="763160" y="281364"/>
                  </a:lnTo>
                  <a:close/>
                  <a:moveTo>
                    <a:pt x="1502978" y="20808"/>
                  </a:moveTo>
                  <a:lnTo>
                    <a:pt x="1559084" y="33696"/>
                  </a:lnTo>
                  <a:lnTo>
                    <a:pt x="14804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666" name="Candidate_density__1985">
              <a:extLst>
                <a:ext uri="{FF2B5EF4-FFF2-40B4-BE49-F238E27FC236}">
                  <a16:creationId xmlns:a16="http://schemas.microsoft.com/office/drawing/2014/main" id="{524B712C-0B32-4F7E-C0F6-81B8BB611DDD}"/>
                </a:ext>
              </a:extLst>
            </p:cNvPr>
            <p:cNvSpPr>
              <a:spLocks noGrp="1"/>
            </p:cNvSpPr>
            <p:nvPr/>
          </p:nvSpPr>
          <p:spPr>
            <a:xfrm>
              <a:off x="4858477" y="4116317"/>
              <a:ext cx="1602929" cy="888368"/>
            </a:xfrm>
            <a:custGeom>
              <a:avLst/>
              <a:gdLst/>
              <a:ahLst/>
              <a:cxnLst/>
              <a:rect l="0" t="0" r="0" b="0"/>
              <a:pathLst>
                <a:path w="1602929" h="888368">
                  <a:moveTo>
                    <a:pt x="113201" y="790098"/>
                  </a:moveTo>
                  <a:lnTo>
                    <a:pt x="119911" y="792594"/>
                  </a:lnTo>
                  <a:lnTo>
                    <a:pt x="53898" y="810464"/>
                  </a:lnTo>
                  <a:close/>
                  <a:moveTo>
                    <a:pt x="119911" y="792594"/>
                  </a:moveTo>
                  <a:lnTo>
                    <a:pt x="91706" y="888368"/>
                  </a:lnTo>
                  <a:lnTo>
                    <a:pt x="53898" y="810464"/>
                  </a:lnTo>
                  <a:close/>
                  <a:moveTo>
                    <a:pt x="17852" y="714881"/>
                  </a:moveTo>
                  <a:lnTo>
                    <a:pt x="113201" y="790098"/>
                  </a:lnTo>
                  <a:lnTo>
                    <a:pt x="38929" y="754497"/>
                  </a:lnTo>
                  <a:close/>
                  <a:moveTo>
                    <a:pt x="119911" y="792594"/>
                  </a:moveTo>
                  <a:lnTo>
                    <a:pt x="113201" y="790098"/>
                  </a:lnTo>
                  <a:lnTo>
                    <a:pt x="17852" y="714881"/>
                  </a:lnTo>
                  <a:close/>
                  <a:moveTo>
                    <a:pt x="113201" y="790098"/>
                  </a:moveTo>
                  <a:lnTo>
                    <a:pt x="123853" y="789389"/>
                  </a:lnTo>
                  <a:lnTo>
                    <a:pt x="38929" y="754497"/>
                  </a:lnTo>
                  <a:close/>
                  <a:moveTo>
                    <a:pt x="38929" y="754497"/>
                  </a:moveTo>
                  <a:lnTo>
                    <a:pt x="123853" y="789389"/>
                  </a:lnTo>
                  <a:lnTo>
                    <a:pt x="152716" y="686069"/>
                  </a:lnTo>
                  <a:close/>
                  <a:moveTo>
                    <a:pt x="38929" y="754497"/>
                  </a:moveTo>
                  <a:lnTo>
                    <a:pt x="152716" y="686069"/>
                  </a:lnTo>
                  <a:lnTo>
                    <a:pt x="77101" y="682016"/>
                  </a:lnTo>
                  <a:close/>
                  <a:moveTo>
                    <a:pt x="218232" y="669446"/>
                  </a:moveTo>
                  <a:lnTo>
                    <a:pt x="152716" y="686069"/>
                  </a:lnTo>
                  <a:lnTo>
                    <a:pt x="222015" y="670084"/>
                  </a:lnTo>
                  <a:close/>
                  <a:moveTo>
                    <a:pt x="222015" y="670084"/>
                  </a:moveTo>
                  <a:lnTo>
                    <a:pt x="152716" y="686069"/>
                  </a:lnTo>
                  <a:lnTo>
                    <a:pt x="123853" y="789389"/>
                  </a:lnTo>
                  <a:close/>
                  <a:moveTo>
                    <a:pt x="222015" y="670084"/>
                  </a:moveTo>
                  <a:lnTo>
                    <a:pt x="123853" y="789389"/>
                  </a:lnTo>
                  <a:lnTo>
                    <a:pt x="207528" y="781955"/>
                  </a:lnTo>
                  <a:close/>
                  <a:moveTo>
                    <a:pt x="64213" y="669446"/>
                  </a:moveTo>
                  <a:lnTo>
                    <a:pt x="0" y="707883"/>
                  </a:lnTo>
                  <a:lnTo>
                    <a:pt x="38929" y="754497"/>
                  </a:lnTo>
                  <a:close/>
                  <a:moveTo>
                    <a:pt x="344359" y="831398"/>
                  </a:moveTo>
                  <a:lnTo>
                    <a:pt x="343364" y="841555"/>
                  </a:lnTo>
                  <a:lnTo>
                    <a:pt x="333540" y="868282"/>
                  </a:lnTo>
                  <a:close/>
                  <a:moveTo>
                    <a:pt x="297694" y="751661"/>
                  </a:moveTo>
                  <a:lnTo>
                    <a:pt x="337979" y="821420"/>
                  </a:lnTo>
                  <a:lnTo>
                    <a:pt x="320550" y="795440"/>
                  </a:lnTo>
                  <a:close/>
                  <a:moveTo>
                    <a:pt x="349910" y="713225"/>
                  </a:moveTo>
                  <a:lnTo>
                    <a:pt x="297694" y="751661"/>
                  </a:lnTo>
                  <a:lnTo>
                    <a:pt x="320550" y="795440"/>
                  </a:lnTo>
                  <a:close/>
                  <a:moveTo>
                    <a:pt x="457818" y="795440"/>
                  </a:moveTo>
                  <a:lnTo>
                    <a:pt x="344359" y="831398"/>
                  </a:lnTo>
                  <a:lnTo>
                    <a:pt x="350349" y="751661"/>
                  </a:lnTo>
                  <a:close/>
                  <a:moveTo>
                    <a:pt x="390125" y="713225"/>
                  </a:moveTo>
                  <a:lnTo>
                    <a:pt x="457818" y="795440"/>
                  </a:lnTo>
                  <a:lnTo>
                    <a:pt x="350349" y="751661"/>
                  </a:lnTo>
                  <a:close/>
                  <a:moveTo>
                    <a:pt x="362070" y="696291"/>
                  </a:moveTo>
                  <a:lnTo>
                    <a:pt x="390125" y="713225"/>
                  </a:lnTo>
                  <a:lnTo>
                    <a:pt x="303956" y="694215"/>
                  </a:lnTo>
                  <a:close/>
                  <a:moveTo>
                    <a:pt x="157638" y="661831"/>
                  </a:moveTo>
                  <a:lnTo>
                    <a:pt x="152716" y="686069"/>
                  </a:lnTo>
                  <a:lnTo>
                    <a:pt x="218232" y="669446"/>
                  </a:lnTo>
                  <a:close/>
                  <a:moveTo>
                    <a:pt x="495992" y="713225"/>
                  </a:moveTo>
                  <a:lnTo>
                    <a:pt x="477970" y="795440"/>
                  </a:lnTo>
                  <a:lnTo>
                    <a:pt x="519259" y="757004"/>
                  </a:lnTo>
                  <a:close/>
                  <a:moveTo>
                    <a:pt x="495992" y="713225"/>
                  </a:moveTo>
                  <a:lnTo>
                    <a:pt x="519259" y="757004"/>
                  </a:lnTo>
                  <a:lnTo>
                    <a:pt x="555837" y="674788"/>
                  </a:lnTo>
                  <a:close/>
                  <a:moveTo>
                    <a:pt x="411214" y="631010"/>
                  </a:moveTo>
                  <a:lnTo>
                    <a:pt x="422981" y="645369"/>
                  </a:lnTo>
                  <a:lnTo>
                    <a:pt x="474385" y="622359"/>
                  </a:lnTo>
                  <a:close/>
                  <a:moveTo>
                    <a:pt x="411214" y="631010"/>
                  </a:moveTo>
                  <a:lnTo>
                    <a:pt x="474385" y="622359"/>
                  </a:lnTo>
                  <a:lnTo>
                    <a:pt x="429852" y="592573"/>
                  </a:lnTo>
                  <a:close/>
                  <a:moveTo>
                    <a:pt x="555837" y="674788"/>
                  </a:moveTo>
                  <a:lnTo>
                    <a:pt x="474385" y="622359"/>
                  </a:lnTo>
                  <a:lnTo>
                    <a:pt x="422981" y="645369"/>
                  </a:lnTo>
                  <a:close/>
                  <a:moveTo>
                    <a:pt x="389540" y="548794"/>
                  </a:moveTo>
                  <a:lnTo>
                    <a:pt x="411214" y="631010"/>
                  </a:lnTo>
                  <a:lnTo>
                    <a:pt x="429852" y="592573"/>
                  </a:lnTo>
                  <a:close/>
                  <a:moveTo>
                    <a:pt x="389540" y="548794"/>
                  </a:moveTo>
                  <a:lnTo>
                    <a:pt x="429852" y="592573"/>
                  </a:lnTo>
                  <a:lnTo>
                    <a:pt x="376807" y="510358"/>
                  </a:lnTo>
                  <a:close/>
                  <a:moveTo>
                    <a:pt x="686513" y="642952"/>
                  </a:moveTo>
                  <a:lnTo>
                    <a:pt x="708991" y="674788"/>
                  </a:lnTo>
                  <a:lnTo>
                    <a:pt x="683841" y="637089"/>
                  </a:lnTo>
                  <a:close/>
                  <a:moveTo>
                    <a:pt x="429852" y="592573"/>
                  </a:moveTo>
                  <a:lnTo>
                    <a:pt x="474385" y="622359"/>
                  </a:lnTo>
                  <a:lnTo>
                    <a:pt x="488375" y="574723"/>
                  </a:lnTo>
                  <a:close/>
                  <a:moveTo>
                    <a:pt x="488375" y="574723"/>
                  </a:moveTo>
                  <a:lnTo>
                    <a:pt x="474385" y="622359"/>
                  </a:lnTo>
                  <a:lnTo>
                    <a:pt x="570633" y="668533"/>
                  </a:lnTo>
                  <a:close/>
                  <a:moveTo>
                    <a:pt x="429852" y="592573"/>
                  </a:moveTo>
                  <a:lnTo>
                    <a:pt x="488375" y="574723"/>
                  </a:lnTo>
                  <a:lnTo>
                    <a:pt x="376807" y="510358"/>
                  </a:lnTo>
                  <a:close/>
                  <a:moveTo>
                    <a:pt x="553688" y="482124"/>
                  </a:moveTo>
                  <a:lnTo>
                    <a:pt x="488375" y="574723"/>
                  </a:lnTo>
                  <a:lnTo>
                    <a:pt x="578810" y="561793"/>
                  </a:lnTo>
                  <a:close/>
                  <a:moveTo>
                    <a:pt x="800350" y="703054"/>
                  </a:moveTo>
                  <a:lnTo>
                    <a:pt x="686513" y="642952"/>
                  </a:lnTo>
                  <a:lnTo>
                    <a:pt x="687686" y="633963"/>
                  </a:lnTo>
                  <a:close/>
                  <a:moveTo>
                    <a:pt x="687686" y="633963"/>
                  </a:moveTo>
                  <a:lnTo>
                    <a:pt x="715889" y="636352"/>
                  </a:lnTo>
                  <a:lnTo>
                    <a:pt x="800350" y="703054"/>
                  </a:lnTo>
                  <a:close/>
                  <a:moveTo>
                    <a:pt x="1602929" y="333601"/>
                  </a:moveTo>
                  <a:lnTo>
                    <a:pt x="1538379" y="285081"/>
                  </a:lnTo>
                  <a:lnTo>
                    <a:pt x="1468515" y="324910"/>
                  </a:lnTo>
                  <a:close/>
                  <a:moveTo>
                    <a:pt x="1459019" y="130751"/>
                  </a:moveTo>
                  <a:lnTo>
                    <a:pt x="1507878" y="193423"/>
                  </a:lnTo>
                  <a:lnTo>
                    <a:pt x="1503581" y="202866"/>
                  </a:lnTo>
                  <a:close/>
                  <a:moveTo>
                    <a:pt x="1503581" y="202866"/>
                  </a:moveTo>
                  <a:lnTo>
                    <a:pt x="1507878" y="193423"/>
                  </a:lnTo>
                  <a:lnTo>
                    <a:pt x="1459299" y="241303"/>
                  </a:lnTo>
                  <a:close/>
                  <a:moveTo>
                    <a:pt x="1459430" y="75742"/>
                  </a:moveTo>
                  <a:lnTo>
                    <a:pt x="1459019" y="130751"/>
                  </a:lnTo>
                  <a:lnTo>
                    <a:pt x="1457480" y="120652"/>
                  </a:lnTo>
                  <a:close/>
                  <a:moveTo>
                    <a:pt x="1468531" y="0"/>
                  </a:moveTo>
                  <a:lnTo>
                    <a:pt x="1460877" y="29148"/>
                  </a:lnTo>
                  <a:lnTo>
                    <a:pt x="1457480" y="120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667" name="Candidate_density__1986">
              <a:extLst>
                <a:ext uri="{FF2B5EF4-FFF2-40B4-BE49-F238E27FC236}">
                  <a16:creationId xmlns:a16="http://schemas.microsoft.com/office/drawing/2014/main" id="{EBE1D8FC-A6DF-B4E1-CA97-B90DC4942D54}"/>
                </a:ext>
              </a:extLst>
            </p:cNvPr>
            <p:cNvSpPr>
              <a:spLocks noGrp="1"/>
            </p:cNvSpPr>
            <p:nvPr/>
          </p:nvSpPr>
          <p:spPr>
            <a:xfrm>
              <a:off x="4961343" y="4445178"/>
              <a:ext cx="1590500" cy="581889"/>
            </a:xfrm>
            <a:custGeom>
              <a:avLst/>
              <a:gdLst/>
              <a:ahLst/>
              <a:cxnLst/>
              <a:rect l="0" t="0" r="0" b="0"/>
              <a:pathLst>
                <a:path w="1590500" h="581889">
                  <a:moveTo>
                    <a:pt x="48859" y="543453"/>
                  </a:moveTo>
                  <a:lnTo>
                    <a:pt x="46922" y="581889"/>
                  </a:lnTo>
                  <a:lnTo>
                    <a:pt x="17044" y="463733"/>
                  </a:lnTo>
                  <a:close/>
                  <a:moveTo>
                    <a:pt x="47164" y="539339"/>
                  </a:moveTo>
                  <a:lnTo>
                    <a:pt x="10334" y="461238"/>
                  </a:lnTo>
                  <a:lnTo>
                    <a:pt x="0" y="449489"/>
                  </a:lnTo>
                  <a:close/>
                  <a:moveTo>
                    <a:pt x="47164" y="539339"/>
                  </a:moveTo>
                  <a:lnTo>
                    <a:pt x="48859" y="543453"/>
                  </a:lnTo>
                  <a:lnTo>
                    <a:pt x="104661" y="453095"/>
                  </a:lnTo>
                  <a:close/>
                  <a:moveTo>
                    <a:pt x="31387" y="251889"/>
                  </a:moveTo>
                  <a:lnTo>
                    <a:pt x="115366" y="340586"/>
                  </a:lnTo>
                  <a:lnTo>
                    <a:pt x="36680" y="258371"/>
                  </a:lnTo>
                  <a:close/>
                  <a:moveTo>
                    <a:pt x="583647" y="314092"/>
                  </a:moveTo>
                  <a:lnTo>
                    <a:pt x="646149" y="389707"/>
                  </a:lnTo>
                  <a:lnTo>
                    <a:pt x="606124" y="345928"/>
                  </a:lnTo>
                  <a:close/>
                  <a:moveTo>
                    <a:pt x="446744" y="143061"/>
                  </a:moveTo>
                  <a:lnTo>
                    <a:pt x="399975" y="184690"/>
                  </a:lnTo>
                  <a:lnTo>
                    <a:pt x="450822" y="153264"/>
                  </a:lnTo>
                  <a:close/>
                  <a:moveTo>
                    <a:pt x="412781" y="23506"/>
                  </a:moveTo>
                  <a:lnTo>
                    <a:pt x="409041" y="126639"/>
                  </a:lnTo>
                  <a:lnTo>
                    <a:pt x="446744" y="143061"/>
                  </a:lnTo>
                  <a:close/>
                  <a:moveTo>
                    <a:pt x="1578706" y="38437"/>
                  </a:moveTo>
                  <a:lnTo>
                    <a:pt x="1590500" y="0"/>
                  </a:lnTo>
                  <a:lnTo>
                    <a:pt x="1500062" y="474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668" name="Candidate_density__1987">
              <a:extLst>
                <a:ext uri="{FF2B5EF4-FFF2-40B4-BE49-F238E27FC236}">
                  <a16:creationId xmlns:a16="http://schemas.microsoft.com/office/drawing/2014/main" id="{63420D50-D58B-8BA2-3B5E-5242ABD2036F}"/>
                </a:ext>
              </a:extLst>
            </p:cNvPr>
            <p:cNvSpPr>
              <a:spLocks noGrp="1"/>
            </p:cNvSpPr>
            <p:nvPr/>
          </p:nvSpPr>
          <p:spPr>
            <a:xfrm>
              <a:off x="4796851" y="4432194"/>
              <a:ext cx="1664554" cy="556436"/>
            </a:xfrm>
            <a:custGeom>
              <a:avLst/>
              <a:gdLst/>
              <a:ahLst/>
              <a:cxnLst/>
              <a:rect l="0" t="0" r="0" b="0"/>
              <a:pathLst>
                <a:path w="1664554" h="556436">
                  <a:moveTo>
                    <a:pt x="264444" y="494064"/>
                  </a:moveTo>
                  <a:lnTo>
                    <a:pt x="213350" y="556436"/>
                  </a:lnTo>
                  <a:lnTo>
                    <a:pt x="181536" y="476717"/>
                  </a:lnTo>
                  <a:close/>
                  <a:moveTo>
                    <a:pt x="123248" y="424012"/>
                  </a:moveTo>
                  <a:lnTo>
                    <a:pt x="181536" y="476717"/>
                  </a:lnTo>
                  <a:lnTo>
                    <a:pt x="79477" y="399005"/>
                  </a:lnTo>
                  <a:close/>
                  <a:moveTo>
                    <a:pt x="61625" y="392006"/>
                  </a:moveTo>
                  <a:lnTo>
                    <a:pt x="79477" y="399005"/>
                  </a:lnTo>
                  <a:lnTo>
                    <a:pt x="100554" y="438621"/>
                  </a:lnTo>
                  <a:close/>
                  <a:moveTo>
                    <a:pt x="185478" y="473513"/>
                  </a:moveTo>
                  <a:lnTo>
                    <a:pt x="174826" y="474221"/>
                  </a:lnTo>
                  <a:lnTo>
                    <a:pt x="211656" y="552323"/>
                  </a:lnTo>
                  <a:close/>
                  <a:moveTo>
                    <a:pt x="269153" y="466079"/>
                  </a:moveTo>
                  <a:lnTo>
                    <a:pt x="213350" y="556436"/>
                  </a:lnTo>
                  <a:lnTo>
                    <a:pt x="264444" y="494064"/>
                  </a:lnTo>
                  <a:close/>
                  <a:moveTo>
                    <a:pt x="185478" y="473513"/>
                  </a:moveTo>
                  <a:lnTo>
                    <a:pt x="211656" y="552323"/>
                  </a:lnTo>
                  <a:lnTo>
                    <a:pt x="269153" y="466079"/>
                  </a:lnTo>
                  <a:close/>
                  <a:moveTo>
                    <a:pt x="125838" y="353570"/>
                  </a:moveTo>
                  <a:lnTo>
                    <a:pt x="0" y="302934"/>
                  </a:lnTo>
                  <a:lnTo>
                    <a:pt x="12925" y="309791"/>
                  </a:lnTo>
                  <a:close/>
                  <a:moveTo>
                    <a:pt x="125838" y="353570"/>
                  </a:moveTo>
                  <a:lnTo>
                    <a:pt x="12925" y="309791"/>
                  </a:lnTo>
                  <a:lnTo>
                    <a:pt x="61625" y="392006"/>
                  </a:lnTo>
                  <a:close/>
                  <a:moveTo>
                    <a:pt x="279858" y="353570"/>
                  </a:moveTo>
                  <a:lnTo>
                    <a:pt x="283640" y="354208"/>
                  </a:lnTo>
                  <a:lnTo>
                    <a:pt x="201172" y="271354"/>
                  </a:lnTo>
                  <a:close/>
                  <a:moveTo>
                    <a:pt x="138677" y="350877"/>
                  </a:moveTo>
                  <a:lnTo>
                    <a:pt x="219263" y="345954"/>
                  </a:lnTo>
                  <a:lnTo>
                    <a:pt x="195879" y="264873"/>
                  </a:lnTo>
                  <a:close/>
                  <a:moveTo>
                    <a:pt x="195879" y="264873"/>
                  </a:moveTo>
                  <a:lnTo>
                    <a:pt x="219263" y="345954"/>
                  </a:lnTo>
                  <a:lnTo>
                    <a:pt x="279858" y="353570"/>
                  </a:lnTo>
                  <a:close/>
                  <a:moveTo>
                    <a:pt x="615313" y="166248"/>
                  </a:moveTo>
                  <a:lnTo>
                    <a:pt x="564467" y="197674"/>
                  </a:lnTo>
                  <a:lnTo>
                    <a:pt x="550000" y="258847"/>
                  </a:lnTo>
                  <a:close/>
                  <a:moveTo>
                    <a:pt x="640435" y="245917"/>
                  </a:moveTo>
                  <a:lnTo>
                    <a:pt x="716448" y="244711"/>
                  </a:lnTo>
                  <a:lnTo>
                    <a:pt x="615313" y="166248"/>
                  </a:lnTo>
                  <a:close/>
                  <a:moveTo>
                    <a:pt x="438432" y="194482"/>
                  </a:moveTo>
                  <a:lnTo>
                    <a:pt x="440206" y="187423"/>
                  </a:lnTo>
                  <a:lnTo>
                    <a:pt x="429722" y="95854"/>
                  </a:lnTo>
                  <a:close/>
                  <a:moveTo>
                    <a:pt x="564467" y="197674"/>
                  </a:moveTo>
                  <a:lnTo>
                    <a:pt x="611236" y="156045"/>
                  </a:lnTo>
                  <a:lnTo>
                    <a:pt x="573533" y="139622"/>
                  </a:lnTo>
                  <a:close/>
                  <a:moveTo>
                    <a:pt x="1530140" y="9034"/>
                  </a:moveTo>
                  <a:lnTo>
                    <a:pt x="1528651" y="8549"/>
                  </a:lnTo>
                  <a:lnTo>
                    <a:pt x="1557040" y="46151"/>
                  </a:lnTo>
                  <a:close/>
                  <a:moveTo>
                    <a:pt x="1528651" y="8549"/>
                  </a:moveTo>
                  <a:lnTo>
                    <a:pt x="1527724" y="0"/>
                  </a:lnTo>
                  <a:lnTo>
                    <a:pt x="1556889" y="46078"/>
                  </a:lnTo>
                  <a:close/>
                  <a:moveTo>
                    <a:pt x="1618610" y="61148"/>
                  </a:moveTo>
                  <a:lnTo>
                    <a:pt x="1664554" y="17725"/>
                  </a:lnTo>
                  <a:lnTo>
                    <a:pt x="1530140" y="903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669" name="Candidate_density__1988">
              <a:extLst>
                <a:ext uri="{FF2B5EF4-FFF2-40B4-BE49-F238E27FC236}">
                  <a16:creationId xmlns:a16="http://schemas.microsoft.com/office/drawing/2014/main" id="{CB59555E-C69D-674A-0CDB-C8BE35D1EC2E}"/>
                </a:ext>
              </a:extLst>
            </p:cNvPr>
            <p:cNvSpPr>
              <a:spLocks noGrp="1"/>
            </p:cNvSpPr>
            <p:nvPr/>
          </p:nvSpPr>
          <p:spPr>
            <a:xfrm>
              <a:off x="5156170" y="4198532"/>
              <a:ext cx="1240686" cy="749183"/>
            </a:xfrm>
            <a:custGeom>
              <a:avLst/>
              <a:gdLst/>
              <a:ahLst/>
              <a:cxnLst/>
              <a:rect l="0" t="0" r="0" b="0"/>
              <a:pathLst>
                <a:path w="1240686" h="749183">
                  <a:moveTo>
                    <a:pt x="64376" y="614076"/>
                  </a:moveTo>
                  <a:lnTo>
                    <a:pt x="0" y="669446"/>
                  </a:lnTo>
                  <a:lnTo>
                    <a:pt x="52216" y="631010"/>
                  </a:lnTo>
                  <a:close/>
                  <a:moveTo>
                    <a:pt x="64376" y="614076"/>
                  </a:moveTo>
                  <a:lnTo>
                    <a:pt x="6262" y="612000"/>
                  </a:lnTo>
                  <a:lnTo>
                    <a:pt x="0" y="669446"/>
                  </a:lnTo>
                  <a:close/>
                  <a:moveTo>
                    <a:pt x="52656" y="669446"/>
                  </a:moveTo>
                  <a:lnTo>
                    <a:pt x="46665" y="749183"/>
                  </a:lnTo>
                  <a:lnTo>
                    <a:pt x="40285" y="739205"/>
                  </a:lnTo>
                  <a:close/>
                  <a:moveTo>
                    <a:pt x="272939" y="586318"/>
                  </a:moveTo>
                  <a:lnTo>
                    <a:pt x="176691" y="540144"/>
                  </a:lnTo>
                  <a:lnTo>
                    <a:pt x="258143" y="592573"/>
                  </a:lnTo>
                  <a:close/>
                  <a:moveTo>
                    <a:pt x="281116" y="479578"/>
                  </a:moveTo>
                  <a:lnTo>
                    <a:pt x="190681" y="492508"/>
                  </a:lnTo>
                  <a:lnTo>
                    <a:pt x="272939" y="586318"/>
                  </a:lnTo>
                  <a:close/>
                  <a:moveTo>
                    <a:pt x="272939" y="586318"/>
                  </a:moveTo>
                  <a:lnTo>
                    <a:pt x="386147" y="554875"/>
                  </a:lnTo>
                  <a:lnTo>
                    <a:pt x="357130" y="478373"/>
                  </a:lnTo>
                  <a:close/>
                  <a:moveTo>
                    <a:pt x="272939" y="586318"/>
                  </a:moveTo>
                  <a:lnTo>
                    <a:pt x="357130" y="478373"/>
                  </a:lnTo>
                  <a:lnTo>
                    <a:pt x="281116" y="479578"/>
                  </a:lnTo>
                  <a:close/>
                  <a:moveTo>
                    <a:pt x="388820" y="560738"/>
                  </a:moveTo>
                  <a:lnTo>
                    <a:pt x="395898" y="515701"/>
                  </a:lnTo>
                  <a:lnTo>
                    <a:pt x="389993" y="551748"/>
                  </a:lnTo>
                  <a:close/>
                  <a:moveTo>
                    <a:pt x="418195" y="554137"/>
                  </a:moveTo>
                  <a:lnTo>
                    <a:pt x="389993" y="551748"/>
                  </a:lnTo>
                  <a:lnTo>
                    <a:pt x="369516" y="468303"/>
                  </a:lnTo>
                  <a:close/>
                  <a:moveTo>
                    <a:pt x="369516" y="468303"/>
                  </a:moveTo>
                  <a:lnTo>
                    <a:pt x="389993" y="551748"/>
                  </a:lnTo>
                  <a:lnTo>
                    <a:pt x="324975" y="443922"/>
                  </a:lnTo>
                  <a:close/>
                  <a:moveTo>
                    <a:pt x="799981" y="337762"/>
                  </a:moveTo>
                  <a:lnTo>
                    <a:pt x="752432" y="356612"/>
                  </a:lnTo>
                  <a:lnTo>
                    <a:pt x="817229" y="346688"/>
                  </a:lnTo>
                  <a:close/>
                  <a:moveTo>
                    <a:pt x="1170821" y="242695"/>
                  </a:moveTo>
                  <a:lnTo>
                    <a:pt x="1168118" y="241303"/>
                  </a:lnTo>
                  <a:lnTo>
                    <a:pt x="1169333" y="242211"/>
                  </a:lnTo>
                  <a:close/>
                  <a:moveTo>
                    <a:pt x="1168405" y="233662"/>
                  </a:moveTo>
                  <a:lnTo>
                    <a:pt x="1169333" y="242211"/>
                  </a:lnTo>
                  <a:lnTo>
                    <a:pt x="1168118" y="241303"/>
                  </a:lnTo>
                  <a:close/>
                  <a:moveTo>
                    <a:pt x="1168118" y="241303"/>
                  </a:moveTo>
                  <a:lnTo>
                    <a:pt x="1170821" y="242695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68118" y="241303"/>
                  </a:lnTo>
                  <a:lnTo>
                    <a:pt x="1171474" y="240469"/>
                  </a:lnTo>
                  <a:close/>
                  <a:moveTo>
                    <a:pt x="1170821" y="242695"/>
                  </a:moveTo>
                  <a:lnTo>
                    <a:pt x="1240686" y="202867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71474" y="240469"/>
                  </a:lnTo>
                  <a:lnTo>
                    <a:pt x="1161605" y="159088"/>
                  </a:lnTo>
                  <a:close/>
                  <a:moveTo>
                    <a:pt x="1161605" y="159088"/>
                  </a:moveTo>
                  <a:lnTo>
                    <a:pt x="1171474" y="240469"/>
                  </a:lnTo>
                  <a:lnTo>
                    <a:pt x="1240686" y="202867"/>
                  </a:lnTo>
                  <a:close/>
                  <a:moveTo>
                    <a:pt x="1161605" y="159088"/>
                  </a:moveTo>
                  <a:lnTo>
                    <a:pt x="1240686" y="202867"/>
                  </a:lnTo>
                  <a:lnTo>
                    <a:pt x="1205887" y="120651"/>
                  </a:lnTo>
                  <a:close/>
                  <a:moveTo>
                    <a:pt x="1205887" y="120651"/>
                  </a:moveTo>
                  <a:lnTo>
                    <a:pt x="1184105" y="77158"/>
                  </a:lnTo>
                  <a:lnTo>
                    <a:pt x="1161325" y="48536"/>
                  </a:lnTo>
                  <a:close/>
                  <a:moveTo>
                    <a:pt x="1159786" y="38437"/>
                  </a:moveTo>
                  <a:lnTo>
                    <a:pt x="1161325" y="48536"/>
                  </a:lnTo>
                  <a:lnTo>
                    <a:pt x="1184105" y="77158"/>
                  </a:lnTo>
                  <a:close/>
                  <a:moveTo>
                    <a:pt x="1205555" y="0"/>
                  </a:moveTo>
                  <a:lnTo>
                    <a:pt x="1159786" y="38437"/>
                  </a:lnTo>
                  <a:lnTo>
                    <a:pt x="1184105" y="77158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670" name="Candidate_density__1989">
              <a:extLst>
                <a:ext uri="{FF2B5EF4-FFF2-40B4-BE49-F238E27FC236}">
                  <a16:creationId xmlns:a16="http://schemas.microsoft.com/office/drawing/2014/main" id="{54A11814-87A2-6B20-655B-2B0D691186EF}"/>
                </a:ext>
              </a:extLst>
            </p:cNvPr>
            <p:cNvSpPr>
              <a:spLocks noGrp="1"/>
            </p:cNvSpPr>
            <p:nvPr/>
          </p:nvSpPr>
          <p:spPr>
            <a:xfrm>
              <a:off x="5017871" y="3960278"/>
              <a:ext cx="1533972" cy="1028946"/>
            </a:xfrm>
            <a:custGeom>
              <a:avLst/>
              <a:gdLst/>
              <a:ahLst/>
              <a:cxnLst/>
              <a:rect l="0" t="0" r="0" b="0"/>
              <a:pathLst>
                <a:path w="1533972" h="1028946">
                  <a:moveTo>
                    <a:pt x="534314" y="985291"/>
                  </a:moveTo>
                  <a:lnTo>
                    <a:pt x="456534" y="1028946"/>
                  </a:lnTo>
                  <a:lnTo>
                    <a:pt x="526593" y="1012226"/>
                  </a:lnTo>
                  <a:close/>
                  <a:moveTo>
                    <a:pt x="534314" y="985291"/>
                  </a:moveTo>
                  <a:lnTo>
                    <a:pt x="467175" y="979281"/>
                  </a:lnTo>
                  <a:lnTo>
                    <a:pt x="456534" y="1028946"/>
                  </a:lnTo>
                  <a:close/>
                  <a:moveTo>
                    <a:pt x="534314" y="985291"/>
                  </a:moveTo>
                  <a:lnTo>
                    <a:pt x="526593" y="1012226"/>
                  </a:lnTo>
                  <a:lnTo>
                    <a:pt x="537169" y="995257"/>
                  </a:lnTo>
                  <a:close/>
                  <a:moveTo>
                    <a:pt x="537169" y="995257"/>
                  </a:moveTo>
                  <a:lnTo>
                    <a:pt x="554726" y="902209"/>
                  </a:lnTo>
                  <a:lnTo>
                    <a:pt x="534314" y="985291"/>
                  </a:lnTo>
                  <a:close/>
                  <a:moveTo>
                    <a:pt x="589622" y="874606"/>
                  </a:moveTo>
                  <a:lnTo>
                    <a:pt x="527119" y="798991"/>
                  </a:lnTo>
                  <a:lnTo>
                    <a:pt x="640956" y="859092"/>
                  </a:lnTo>
                  <a:close/>
                  <a:moveTo>
                    <a:pt x="31443" y="216885"/>
                  </a:moveTo>
                  <a:lnTo>
                    <a:pt x="26660" y="194214"/>
                  </a:lnTo>
                  <a:lnTo>
                    <a:pt x="0" y="221469"/>
                  </a:lnTo>
                  <a:close/>
                  <a:moveTo>
                    <a:pt x="1466072" y="510448"/>
                  </a:moveTo>
                  <a:lnTo>
                    <a:pt x="1443535" y="489640"/>
                  </a:lnTo>
                  <a:lnTo>
                    <a:pt x="1397591" y="533063"/>
                  </a:lnTo>
                  <a:close/>
                  <a:moveTo>
                    <a:pt x="1533972" y="484899"/>
                  </a:moveTo>
                  <a:lnTo>
                    <a:pt x="1522178" y="523336"/>
                  </a:lnTo>
                  <a:lnTo>
                    <a:pt x="1527931" y="526527"/>
                  </a:lnTo>
                  <a:close/>
                  <a:moveTo>
                    <a:pt x="1487622" y="238254"/>
                  </a:moveTo>
                  <a:lnTo>
                    <a:pt x="1500566" y="199817"/>
                  </a:lnTo>
                  <a:lnTo>
                    <a:pt x="1511741" y="320469"/>
                  </a:lnTo>
                  <a:close/>
                  <a:moveTo>
                    <a:pt x="1480684" y="0"/>
                  </a:moveTo>
                  <a:lnTo>
                    <a:pt x="1501550" y="117602"/>
                  </a:lnTo>
                  <a:lnTo>
                    <a:pt x="1481738" y="3538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671" name="Candidate_density__1990">
              <a:extLst>
                <a:ext uri="{FF2B5EF4-FFF2-40B4-BE49-F238E27FC236}">
                  <a16:creationId xmlns:a16="http://schemas.microsoft.com/office/drawing/2014/main" id="{6CD78955-9E48-6394-487A-F8E06E09C790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3407"/>
              <a:ext cx="130677" cy="37699"/>
            </a:xfrm>
            <a:custGeom>
              <a:avLst/>
              <a:gdLst/>
              <a:ahLst/>
              <a:cxnLst/>
              <a:rect l="0" t="0" r="0" b="0"/>
              <a:pathLst>
                <a:path w="130677" h="37699">
                  <a:moveTo>
                    <a:pt x="0" y="37699"/>
                  </a:moveTo>
                  <a:lnTo>
                    <a:pt x="63970" y="35117"/>
                  </a:lnTo>
                  <a:lnTo>
                    <a:pt x="14797" y="31443"/>
                  </a:lnTo>
                  <a:close/>
                  <a:moveTo>
                    <a:pt x="128004" y="0"/>
                  </a:moveTo>
                  <a:lnTo>
                    <a:pt x="14797" y="31443"/>
                  </a:lnTo>
                  <a:lnTo>
                    <a:pt x="130677" y="5863"/>
                  </a:lnTo>
                  <a:close/>
                  <a:moveTo>
                    <a:pt x="14797" y="31443"/>
                  </a:moveTo>
                  <a:lnTo>
                    <a:pt x="63970" y="35117"/>
                  </a:lnTo>
                  <a:lnTo>
                    <a:pt x="130677" y="5863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672" name="Candidate_density__1991">
              <a:extLst>
                <a:ext uri="{FF2B5EF4-FFF2-40B4-BE49-F238E27FC236}">
                  <a16:creationId xmlns:a16="http://schemas.microsoft.com/office/drawing/2014/main" id="{C357D395-98E1-398E-9F32-810066561D8B}"/>
                </a:ext>
              </a:extLst>
            </p:cNvPr>
            <p:cNvSpPr>
              <a:spLocks noGrp="1"/>
            </p:cNvSpPr>
            <p:nvPr/>
          </p:nvSpPr>
          <p:spPr>
            <a:xfrm>
              <a:off x="4707195" y="3667619"/>
              <a:ext cx="1896209" cy="1678360"/>
            </a:xfrm>
            <a:custGeom>
              <a:avLst/>
              <a:gdLst/>
              <a:ahLst/>
              <a:cxnLst/>
              <a:rect l="0" t="0" r="0" b="0"/>
              <a:pathLst>
                <a:path w="1896209" h="1678360">
                  <a:moveTo>
                    <a:pt x="328718" y="1649872"/>
                  </a:moveTo>
                  <a:lnTo>
                    <a:pt x="326945" y="1650969"/>
                  </a:lnTo>
                  <a:lnTo>
                    <a:pt x="349169" y="1678360"/>
                  </a:lnTo>
                  <a:close/>
                  <a:moveTo>
                    <a:pt x="0" y="979715"/>
                  </a:moveTo>
                  <a:lnTo>
                    <a:pt x="70889" y="1035930"/>
                  </a:lnTo>
                  <a:lnTo>
                    <a:pt x="50544" y="1023119"/>
                  </a:lnTo>
                  <a:close/>
                  <a:moveTo>
                    <a:pt x="554267" y="1611436"/>
                  </a:moveTo>
                  <a:lnTo>
                    <a:pt x="573244" y="1517283"/>
                  </a:lnTo>
                  <a:lnTo>
                    <a:pt x="539479" y="1490784"/>
                  </a:lnTo>
                  <a:close/>
                  <a:moveTo>
                    <a:pt x="573244" y="1517283"/>
                  </a:moveTo>
                  <a:lnTo>
                    <a:pt x="623762" y="1529220"/>
                  </a:lnTo>
                  <a:lnTo>
                    <a:pt x="591835" y="1438428"/>
                  </a:lnTo>
                  <a:close/>
                  <a:moveTo>
                    <a:pt x="244292" y="1002385"/>
                  </a:moveTo>
                  <a:lnTo>
                    <a:pt x="227183" y="997493"/>
                  </a:lnTo>
                  <a:lnTo>
                    <a:pt x="184505" y="1030119"/>
                  </a:lnTo>
                  <a:close/>
                  <a:moveTo>
                    <a:pt x="228333" y="1115452"/>
                  </a:moveTo>
                  <a:lnTo>
                    <a:pt x="285535" y="1029448"/>
                  </a:lnTo>
                  <a:lnTo>
                    <a:pt x="244292" y="1002385"/>
                  </a:lnTo>
                  <a:close/>
                  <a:moveTo>
                    <a:pt x="244292" y="1002385"/>
                  </a:moveTo>
                  <a:lnTo>
                    <a:pt x="185352" y="969831"/>
                  </a:lnTo>
                  <a:lnTo>
                    <a:pt x="227183" y="997493"/>
                  </a:lnTo>
                  <a:close/>
                  <a:moveTo>
                    <a:pt x="725066" y="1408569"/>
                  </a:moveTo>
                  <a:lnTo>
                    <a:pt x="727250" y="1370132"/>
                  </a:lnTo>
                  <a:lnTo>
                    <a:pt x="709506" y="1384520"/>
                  </a:lnTo>
                  <a:close/>
                  <a:moveTo>
                    <a:pt x="777850" y="1271941"/>
                  </a:moveTo>
                  <a:lnTo>
                    <a:pt x="727250" y="1370132"/>
                  </a:lnTo>
                  <a:lnTo>
                    <a:pt x="767209" y="1321606"/>
                  </a:lnTo>
                  <a:close/>
                  <a:moveTo>
                    <a:pt x="777850" y="1271941"/>
                  </a:moveTo>
                  <a:lnTo>
                    <a:pt x="844989" y="1277950"/>
                  </a:lnTo>
                  <a:lnTo>
                    <a:pt x="798707" y="1224167"/>
                  </a:lnTo>
                  <a:close/>
                  <a:moveTo>
                    <a:pt x="844989" y="1277950"/>
                  </a:moveTo>
                  <a:lnTo>
                    <a:pt x="865402" y="1194869"/>
                  </a:lnTo>
                  <a:lnTo>
                    <a:pt x="798707" y="1224167"/>
                  </a:lnTo>
                  <a:close/>
                  <a:moveTo>
                    <a:pt x="865402" y="1194869"/>
                  </a:moveTo>
                  <a:lnTo>
                    <a:pt x="918389" y="1177777"/>
                  </a:lnTo>
                  <a:lnTo>
                    <a:pt x="798707" y="1224167"/>
                  </a:lnTo>
                  <a:close/>
                  <a:moveTo>
                    <a:pt x="666929" y="801065"/>
                  </a:moveTo>
                  <a:lnTo>
                    <a:pt x="602257" y="831787"/>
                  </a:lnTo>
                  <a:lnTo>
                    <a:pt x="581950" y="909651"/>
                  </a:lnTo>
                  <a:close/>
                  <a:moveTo>
                    <a:pt x="666929" y="801065"/>
                  </a:moveTo>
                  <a:lnTo>
                    <a:pt x="581950" y="909651"/>
                  </a:lnTo>
                  <a:lnTo>
                    <a:pt x="663189" y="904198"/>
                  </a:lnTo>
                  <a:close/>
                  <a:moveTo>
                    <a:pt x="505593" y="838405"/>
                  </a:moveTo>
                  <a:lnTo>
                    <a:pt x="506308" y="810463"/>
                  </a:lnTo>
                  <a:lnTo>
                    <a:pt x="461556" y="746753"/>
                  </a:lnTo>
                  <a:close/>
                  <a:moveTo>
                    <a:pt x="295922" y="509545"/>
                  </a:moveTo>
                  <a:lnTo>
                    <a:pt x="310676" y="514129"/>
                  </a:lnTo>
                  <a:lnTo>
                    <a:pt x="337335" y="486874"/>
                  </a:lnTo>
                  <a:close/>
                  <a:moveTo>
                    <a:pt x="307143" y="500919"/>
                  </a:moveTo>
                  <a:lnTo>
                    <a:pt x="295922" y="509545"/>
                  </a:lnTo>
                  <a:lnTo>
                    <a:pt x="337335" y="486874"/>
                  </a:lnTo>
                  <a:close/>
                  <a:moveTo>
                    <a:pt x="935264" y="1104466"/>
                  </a:moveTo>
                  <a:lnTo>
                    <a:pt x="918389" y="1177777"/>
                  </a:lnTo>
                  <a:lnTo>
                    <a:pt x="1006372" y="1107249"/>
                  </a:lnTo>
                  <a:close/>
                  <a:moveTo>
                    <a:pt x="1006372" y="1107249"/>
                  </a:moveTo>
                  <a:lnTo>
                    <a:pt x="1019979" y="1063746"/>
                  </a:lnTo>
                  <a:lnTo>
                    <a:pt x="946711" y="1068465"/>
                  </a:lnTo>
                  <a:close/>
                  <a:moveTo>
                    <a:pt x="1883807" y="739122"/>
                  </a:moveTo>
                  <a:lnTo>
                    <a:pt x="1844648" y="777559"/>
                  </a:lnTo>
                  <a:lnTo>
                    <a:pt x="1896209" y="819349"/>
                  </a:lnTo>
                  <a:close/>
                  <a:moveTo>
                    <a:pt x="1791359" y="292660"/>
                  </a:moveTo>
                  <a:lnTo>
                    <a:pt x="1802459" y="383728"/>
                  </a:lnTo>
                  <a:lnTo>
                    <a:pt x="1812225" y="410262"/>
                  </a:lnTo>
                  <a:close/>
                  <a:moveTo>
                    <a:pt x="1802599" y="183430"/>
                  </a:moveTo>
                  <a:lnTo>
                    <a:pt x="1800739" y="95454"/>
                  </a:lnTo>
                  <a:lnTo>
                    <a:pt x="1735076" y="128608"/>
                  </a:lnTo>
                  <a:close/>
                  <a:moveTo>
                    <a:pt x="1801289" y="84403"/>
                  </a:moveTo>
                  <a:lnTo>
                    <a:pt x="1735076" y="128608"/>
                  </a:lnTo>
                  <a:lnTo>
                    <a:pt x="1800739" y="95454"/>
                  </a:lnTo>
                  <a:close/>
                  <a:moveTo>
                    <a:pt x="1740554" y="73187"/>
                  </a:moveTo>
                  <a:lnTo>
                    <a:pt x="1801289" y="84403"/>
                  </a:lnTo>
                  <a:lnTo>
                    <a:pt x="178199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673" name="Candidate_density__1992">
              <a:extLst>
                <a:ext uri="{FF2B5EF4-FFF2-40B4-BE49-F238E27FC236}">
                  <a16:creationId xmlns:a16="http://schemas.microsoft.com/office/drawing/2014/main" id="{556A065E-40D7-38E8-32D3-722CE16CDB99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98192"/>
              <a:ext cx="1779771" cy="1620396"/>
            </a:xfrm>
            <a:custGeom>
              <a:avLst/>
              <a:gdLst/>
              <a:ahLst/>
              <a:cxnLst/>
              <a:rect l="0" t="0" r="0" b="0"/>
              <a:pathLst>
                <a:path w="1779771" h="1620396">
                  <a:moveTo>
                    <a:pt x="227363" y="1575521"/>
                  </a:moveTo>
                  <a:lnTo>
                    <a:pt x="256056" y="1620396"/>
                  </a:lnTo>
                  <a:lnTo>
                    <a:pt x="257829" y="1619299"/>
                  </a:lnTo>
                  <a:close/>
                  <a:moveTo>
                    <a:pt x="174833" y="1471111"/>
                  </a:moveTo>
                  <a:lnTo>
                    <a:pt x="224702" y="1503168"/>
                  </a:lnTo>
                  <a:lnTo>
                    <a:pt x="221429" y="1537084"/>
                  </a:lnTo>
                  <a:close/>
                  <a:moveTo>
                    <a:pt x="171896" y="1454869"/>
                  </a:moveTo>
                  <a:lnTo>
                    <a:pt x="159204" y="1383725"/>
                  </a:lnTo>
                  <a:lnTo>
                    <a:pt x="174833" y="1471111"/>
                  </a:lnTo>
                  <a:close/>
                  <a:moveTo>
                    <a:pt x="183259" y="1196475"/>
                  </a:moveTo>
                  <a:lnTo>
                    <a:pt x="193593" y="1208224"/>
                  </a:lnTo>
                  <a:lnTo>
                    <a:pt x="134290" y="1228590"/>
                  </a:lnTo>
                  <a:close/>
                  <a:moveTo>
                    <a:pt x="71196" y="1056148"/>
                  </a:moveTo>
                  <a:lnTo>
                    <a:pt x="18767" y="1036937"/>
                  </a:lnTo>
                  <a:lnTo>
                    <a:pt x="144605" y="1087572"/>
                  </a:lnTo>
                  <a:close/>
                  <a:moveTo>
                    <a:pt x="0" y="1005357"/>
                  </a:moveTo>
                  <a:lnTo>
                    <a:pt x="18767" y="1036937"/>
                  </a:lnTo>
                  <a:lnTo>
                    <a:pt x="71196" y="1056148"/>
                  </a:lnTo>
                  <a:close/>
                  <a:moveTo>
                    <a:pt x="397202" y="1439057"/>
                  </a:moveTo>
                  <a:lnTo>
                    <a:pt x="372827" y="1416432"/>
                  </a:lnTo>
                  <a:lnTo>
                    <a:pt x="458114" y="1451593"/>
                  </a:lnTo>
                  <a:close/>
                  <a:moveTo>
                    <a:pt x="397202" y="1439057"/>
                  </a:moveTo>
                  <a:lnTo>
                    <a:pt x="458114" y="1451593"/>
                  </a:lnTo>
                  <a:lnTo>
                    <a:pt x="502355" y="1486710"/>
                  </a:lnTo>
                  <a:close/>
                  <a:moveTo>
                    <a:pt x="502355" y="1486710"/>
                  </a:moveTo>
                  <a:lnTo>
                    <a:pt x="520946" y="1407854"/>
                  </a:lnTo>
                  <a:lnTo>
                    <a:pt x="486751" y="1377996"/>
                  </a:lnTo>
                  <a:close/>
                  <a:moveTo>
                    <a:pt x="71196" y="1056148"/>
                  </a:moveTo>
                  <a:lnTo>
                    <a:pt x="144605" y="1087572"/>
                  </a:lnTo>
                  <a:lnTo>
                    <a:pt x="113616" y="999546"/>
                  </a:lnTo>
                  <a:close/>
                  <a:moveTo>
                    <a:pt x="113616" y="999546"/>
                  </a:moveTo>
                  <a:lnTo>
                    <a:pt x="144605" y="1087572"/>
                  </a:lnTo>
                  <a:lnTo>
                    <a:pt x="173403" y="971812"/>
                  </a:lnTo>
                  <a:close/>
                  <a:moveTo>
                    <a:pt x="173403" y="971812"/>
                  </a:moveTo>
                  <a:lnTo>
                    <a:pt x="144605" y="1087572"/>
                  </a:lnTo>
                  <a:lnTo>
                    <a:pt x="157444" y="1084879"/>
                  </a:lnTo>
                  <a:close/>
                  <a:moveTo>
                    <a:pt x="238030" y="1079956"/>
                  </a:moveTo>
                  <a:lnTo>
                    <a:pt x="157494" y="1100142"/>
                  </a:lnTo>
                  <a:lnTo>
                    <a:pt x="233108" y="1104194"/>
                  </a:lnTo>
                  <a:close/>
                  <a:moveTo>
                    <a:pt x="638617" y="1353947"/>
                  </a:moveTo>
                  <a:lnTo>
                    <a:pt x="607246" y="1339559"/>
                  </a:lnTo>
                  <a:lnTo>
                    <a:pt x="520946" y="1407854"/>
                  </a:lnTo>
                  <a:close/>
                  <a:moveTo>
                    <a:pt x="604886" y="1443033"/>
                  </a:moveTo>
                  <a:lnTo>
                    <a:pt x="638617" y="1353947"/>
                  </a:lnTo>
                  <a:lnTo>
                    <a:pt x="520946" y="1407854"/>
                  </a:lnTo>
                  <a:close/>
                  <a:moveTo>
                    <a:pt x="463929" y="1257344"/>
                  </a:moveTo>
                  <a:lnTo>
                    <a:pt x="396907" y="1211568"/>
                  </a:lnTo>
                  <a:lnTo>
                    <a:pt x="400942" y="1213566"/>
                  </a:lnTo>
                  <a:close/>
                  <a:moveTo>
                    <a:pt x="641120" y="1334396"/>
                  </a:moveTo>
                  <a:lnTo>
                    <a:pt x="638617" y="1353947"/>
                  </a:lnTo>
                  <a:lnTo>
                    <a:pt x="656361" y="1339559"/>
                  </a:lnTo>
                  <a:close/>
                  <a:moveTo>
                    <a:pt x="641120" y="1334396"/>
                  </a:moveTo>
                  <a:lnTo>
                    <a:pt x="656361" y="1339559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641120" y="1334396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593345" y="1184681"/>
                  </a:lnTo>
                  <a:lnTo>
                    <a:pt x="571631" y="1230206"/>
                  </a:lnTo>
                  <a:close/>
                  <a:moveTo>
                    <a:pt x="706961" y="1241368"/>
                  </a:moveTo>
                  <a:lnTo>
                    <a:pt x="727818" y="1193594"/>
                  </a:lnTo>
                  <a:lnTo>
                    <a:pt x="639111" y="1235937"/>
                  </a:lnTo>
                  <a:close/>
                  <a:moveTo>
                    <a:pt x="639111" y="1235937"/>
                  </a:moveTo>
                  <a:lnTo>
                    <a:pt x="727818" y="1193594"/>
                  </a:lnTo>
                  <a:lnTo>
                    <a:pt x="599651" y="1175130"/>
                  </a:lnTo>
                  <a:close/>
                  <a:moveTo>
                    <a:pt x="599651" y="1175130"/>
                  </a:moveTo>
                  <a:lnTo>
                    <a:pt x="593345" y="1184681"/>
                  </a:lnTo>
                  <a:lnTo>
                    <a:pt x="639111" y="1235937"/>
                  </a:lnTo>
                  <a:close/>
                  <a:moveTo>
                    <a:pt x="479207" y="890047"/>
                  </a:moveTo>
                  <a:lnTo>
                    <a:pt x="434704" y="807832"/>
                  </a:lnTo>
                  <a:lnTo>
                    <a:pt x="448489" y="829856"/>
                  </a:lnTo>
                  <a:close/>
                  <a:moveTo>
                    <a:pt x="847500" y="1147204"/>
                  </a:moveTo>
                  <a:lnTo>
                    <a:pt x="782759" y="1098256"/>
                  </a:lnTo>
                  <a:lnTo>
                    <a:pt x="727818" y="1193594"/>
                  </a:lnTo>
                  <a:close/>
                  <a:moveTo>
                    <a:pt x="434704" y="807832"/>
                  </a:moveTo>
                  <a:lnTo>
                    <a:pt x="511061" y="879078"/>
                  </a:lnTo>
                  <a:lnTo>
                    <a:pt x="450589" y="777853"/>
                  </a:lnTo>
                  <a:close/>
                  <a:moveTo>
                    <a:pt x="864375" y="1073893"/>
                  </a:moveTo>
                  <a:lnTo>
                    <a:pt x="935483" y="1076676"/>
                  </a:lnTo>
                  <a:lnTo>
                    <a:pt x="875822" y="1037892"/>
                  </a:lnTo>
                  <a:close/>
                  <a:moveTo>
                    <a:pt x="773984" y="1016041"/>
                  </a:moveTo>
                  <a:lnTo>
                    <a:pt x="816260" y="977605"/>
                  </a:lnTo>
                  <a:lnTo>
                    <a:pt x="721035" y="953031"/>
                  </a:lnTo>
                  <a:close/>
                  <a:moveTo>
                    <a:pt x="779439" y="956193"/>
                  </a:moveTo>
                  <a:lnTo>
                    <a:pt x="695852" y="933826"/>
                  </a:lnTo>
                  <a:lnTo>
                    <a:pt x="721035" y="953031"/>
                  </a:lnTo>
                  <a:close/>
                  <a:moveTo>
                    <a:pt x="1773759" y="746986"/>
                  </a:moveTo>
                  <a:lnTo>
                    <a:pt x="1725972" y="695987"/>
                  </a:lnTo>
                  <a:lnTo>
                    <a:pt x="1683321" y="751727"/>
                  </a:lnTo>
                  <a:close/>
                  <a:moveTo>
                    <a:pt x="1751528" y="582556"/>
                  </a:moveTo>
                  <a:lnTo>
                    <a:pt x="1740145" y="546368"/>
                  </a:lnTo>
                  <a:lnTo>
                    <a:pt x="1779771" y="618477"/>
                  </a:lnTo>
                  <a:close/>
                  <a:moveTo>
                    <a:pt x="1740353" y="461904"/>
                  </a:moveTo>
                  <a:lnTo>
                    <a:pt x="1738660" y="528225"/>
                  </a:lnTo>
                  <a:lnTo>
                    <a:pt x="1751528" y="582556"/>
                  </a:lnTo>
                  <a:close/>
                  <a:moveTo>
                    <a:pt x="1629294" y="375712"/>
                  </a:moveTo>
                  <a:lnTo>
                    <a:pt x="1755938" y="377619"/>
                  </a:lnTo>
                  <a:lnTo>
                    <a:pt x="1731570" y="353155"/>
                  </a:lnTo>
                  <a:close/>
                  <a:moveTo>
                    <a:pt x="1629294" y="375712"/>
                  </a:moveTo>
                  <a:lnTo>
                    <a:pt x="1731570" y="353155"/>
                  </a:lnTo>
                  <a:lnTo>
                    <a:pt x="1720470" y="262087"/>
                  </a:lnTo>
                  <a:close/>
                  <a:moveTo>
                    <a:pt x="1720470" y="262087"/>
                  </a:moveTo>
                  <a:lnTo>
                    <a:pt x="1721022" y="247076"/>
                  </a:lnTo>
                  <a:lnTo>
                    <a:pt x="1645502" y="243379"/>
                  </a:lnTo>
                  <a:close/>
                  <a:moveTo>
                    <a:pt x="1529978" y="133044"/>
                  </a:moveTo>
                  <a:lnTo>
                    <a:pt x="1542042" y="215259"/>
                  </a:lnTo>
                  <a:lnTo>
                    <a:pt x="1585658" y="176822"/>
                  </a:lnTo>
                  <a:close/>
                  <a:moveTo>
                    <a:pt x="1505877" y="0"/>
                  </a:moveTo>
                  <a:lnTo>
                    <a:pt x="1547715" y="41665"/>
                  </a:lnTo>
                  <a:lnTo>
                    <a:pt x="1506403" y="14658"/>
                  </a:lnTo>
                  <a:close/>
                  <a:moveTo>
                    <a:pt x="1731710" y="152857"/>
                  </a:moveTo>
                  <a:lnTo>
                    <a:pt x="1645502" y="243379"/>
                  </a:lnTo>
                  <a:lnTo>
                    <a:pt x="1721022" y="24707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674" name="Candidate_density__1993">
              <a:extLst>
                <a:ext uri="{FF2B5EF4-FFF2-40B4-BE49-F238E27FC236}">
                  <a16:creationId xmlns:a16="http://schemas.microsoft.com/office/drawing/2014/main" id="{71155D56-45FF-42EF-1D2F-6D3CBD6EA628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523378"/>
              <a:ext cx="1802002" cy="1794112"/>
            </a:xfrm>
            <a:custGeom>
              <a:avLst/>
              <a:gdLst/>
              <a:ahLst/>
              <a:cxnLst/>
              <a:rect l="0" t="0" r="0" b="0"/>
              <a:pathLst>
                <a:path w="1802002" h="1794112">
                  <a:moveTo>
                    <a:pt x="210513" y="1711897"/>
                  </a:moveTo>
                  <a:lnTo>
                    <a:pt x="216447" y="1750334"/>
                  </a:lnTo>
                  <a:lnTo>
                    <a:pt x="246913" y="1794112"/>
                  </a:lnTo>
                  <a:close/>
                  <a:moveTo>
                    <a:pt x="160980" y="1629683"/>
                  </a:moveTo>
                  <a:lnTo>
                    <a:pt x="163917" y="1645925"/>
                  </a:lnTo>
                  <a:lnTo>
                    <a:pt x="201755" y="1696453"/>
                  </a:lnTo>
                  <a:close/>
                  <a:moveTo>
                    <a:pt x="114862" y="1465252"/>
                  </a:moveTo>
                  <a:lnTo>
                    <a:pt x="150565" y="1547467"/>
                  </a:lnTo>
                  <a:lnTo>
                    <a:pt x="154688" y="1509031"/>
                  </a:lnTo>
                  <a:close/>
                  <a:moveTo>
                    <a:pt x="133689" y="1262386"/>
                  </a:moveTo>
                  <a:lnTo>
                    <a:pt x="108405" y="1347437"/>
                  </a:lnTo>
                  <a:lnTo>
                    <a:pt x="146578" y="1274956"/>
                  </a:lnTo>
                  <a:close/>
                  <a:moveTo>
                    <a:pt x="418008" y="1591246"/>
                  </a:moveTo>
                  <a:lnTo>
                    <a:pt x="386287" y="1613871"/>
                  </a:lnTo>
                  <a:lnTo>
                    <a:pt x="491439" y="1661524"/>
                  </a:lnTo>
                  <a:close/>
                  <a:moveTo>
                    <a:pt x="475835" y="1552809"/>
                  </a:moveTo>
                  <a:lnTo>
                    <a:pt x="418008" y="1591246"/>
                  </a:lnTo>
                  <a:lnTo>
                    <a:pt x="491439" y="1661524"/>
                  </a:lnTo>
                  <a:close/>
                  <a:moveTo>
                    <a:pt x="403101" y="1470594"/>
                  </a:moveTo>
                  <a:lnTo>
                    <a:pt x="404753" y="1471221"/>
                  </a:lnTo>
                  <a:lnTo>
                    <a:pt x="405997" y="1472360"/>
                  </a:lnTo>
                  <a:close/>
                  <a:moveTo>
                    <a:pt x="405997" y="1472360"/>
                  </a:moveTo>
                  <a:lnTo>
                    <a:pt x="404753" y="1471221"/>
                  </a:lnTo>
                  <a:lnTo>
                    <a:pt x="475835" y="1552809"/>
                  </a:lnTo>
                  <a:close/>
                  <a:moveTo>
                    <a:pt x="475835" y="1552809"/>
                  </a:moveTo>
                  <a:lnTo>
                    <a:pt x="404753" y="1471221"/>
                  </a:lnTo>
                  <a:lnTo>
                    <a:pt x="397403" y="1509031"/>
                  </a:lnTo>
                  <a:close/>
                  <a:moveTo>
                    <a:pt x="475835" y="1552809"/>
                  </a:moveTo>
                  <a:lnTo>
                    <a:pt x="397403" y="1509031"/>
                  </a:lnTo>
                  <a:lnTo>
                    <a:pt x="418008" y="1591246"/>
                  </a:lnTo>
                  <a:close/>
                  <a:moveTo>
                    <a:pt x="403017" y="1461221"/>
                  </a:moveTo>
                  <a:lnTo>
                    <a:pt x="404753" y="1471221"/>
                  </a:lnTo>
                  <a:lnTo>
                    <a:pt x="403101" y="1470594"/>
                  </a:lnTo>
                  <a:close/>
                  <a:moveTo>
                    <a:pt x="403017" y="1461221"/>
                  </a:moveTo>
                  <a:lnTo>
                    <a:pt x="412841" y="1434495"/>
                  </a:lnTo>
                  <a:lnTo>
                    <a:pt x="404753" y="1471221"/>
                  </a:lnTo>
                  <a:close/>
                  <a:moveTo>
                    <a:pt x="404753" y="1471221"/>
                  </a:moveTo>
                  <a:lnTo>
                    <a:pt x="412841" y="1434495"/>
                  </a:lnTo>
                  <a:lnTo>
                    <a:pt x="397403" y="1509031"/>
                  </a:lnTo>
                  <a:close/>
                  <a:moveTo>
                    <a:pt x="146578" y="1274956"/>
                  </a:moveTo>
                  <a:lnTo>
                    <a:pt x="146528" y="1259693"/>
                  </a:lnTo>
                  <a:lnTo>
                    <a:pt x="133689" y="1262386"/>
                  </a:lnTo>
                  <a:close/>
                  <a:moveTo>
                    <a:pt x="146528" y="1259693"/>
                  </a:moveTo>
                  <a:lnTo>
                    <a:pt x="146578" y="1274956"/>
                  </a:lnTo>
                  <a:lnTo>
                    <a:pt x="227114" y="1254770"/>
                  </a:lnTo>
                  <a:close/>
                  <a:moveTo>
                    <a:pt x="475835" y="1552809"/>
                  </a:moveTo>
                  <a:lnTo>
                    <a:pt x="510030" y="1582668"/>
                  </a:lnTo>
                  <a:lnTo>
                    <a:pt x="528633" y="1531194"/>
                  </a:lnTo>
                  <a:close/>
                  <a:moveTo>
                    <a:pt x="588736" y="1349943"/>
                  </a:moveTo>
                  <a:lnTo>
                    <a:pt x="716902" y="1368408"/>
                  </a:lnTo>
                  <a:lnTo>
                    <a:pt x="659982" y="1311506"/>
                  </a:lnTo>
                  <a:close/>
                  <a:moveTo>
                    <a:pt x="492592" y="1087065"/>
                  </a:moveTo>
                  <a:lnTo>
                    <a:pt x="557851" y="1167663"/>
                  </a:lnTo>
                  <a:lnTo>
                    <a:pt x="572318" y="1106490"/>
                  </a:lnTo>
                  <a:close/>
                  <a:moveTo>
                    <a:pt x="446284" y="1103297"/>
                  </a:moveTo>
                  <a:lnTo>
                    <a:pt x="557851" y="1167663"/>
                  </a:lnTo>
                  <a:lnTo>
                    <a:pt x="492592" y="1087065"/>
                  </a:lnTo>
                  <a:close/>
                  <a:moveTo>
                    <a:pt x="448058" y="1096238"/>
                  </a:moveTo>
                  <a:lnTo>
                    <a:pt x="446284" y="1103297"/>
                  </a:lnTo>
                  <a:lnTo>
                    <a:pt x="492592" y="1087065"/>
                  </a:lnTo>
                  <a:close/>
                  <a:moveTo>
                    <a:pt x="42065" y="732453"/>
                  </a:moveTo>
                  <a:lnTo>
                    <a:pt x="0" y="774437"/>
                  </a:lnTo>
                  <a:lnTo>
                    <a:pt x="63669" y="766003"/>
                  </a:lnTo>
                  <a:close/>
                  <a:moveTo>
                    <a:pt x="63669" y="766003"/>
                  </a:moveTo>
                  <a:lnTo>
                    <a:pt x="72323" y="774437"/>
                  </a:lnTo>
                  <a:lnTo>
                    <a:pt x="42065" y="732453"/>
                  </a:lnTo>
                  <a:close/>
                  <a:moveTo>
                    <a:pt x="468292" y="1064861"/>
                  </a:moveTo>
                  <a:lnTo>
                    <a:pt x="448058" y="1096238"/>
                  </a:lnTo>
                  <a:lnTo>
                    <a:pt x="492592" y="1087065"/>
                  </a:lnTo>
                  <a:close/>
                  <a:moveTo>
                    <a:pt x="468292" y="1064861"/>
                  </a:moveTo>
                  <a:lnTo>
                    <a:pt x="437574" y="1004670"/>
                  </a:lnTo>
                  <a:lnTo>
                    <a:pt x="448058" y="1096238"/>
                  </a:lnTo>
                  <a:close/>
                  <a:moveTo>
                    <a:pt x="468292" y="1064861"/>
                  </a:moveTo>
                  <a:lnTo>
                    <a:pt x="492592" y="1087065"/>
                  </a:lnTo>
                  <a:lnTo>
                    <a:pt x="500146" y="1053892"/>
                  </a:lnTo>
                  <a:close/>
                  <a:moveTo>
                    <a:pt x="468292" y="1064861"/>
                  </a:moveTo>
                  <a:lnTo>
                    <a:pt x="500146" y="1053892"/>
                  </a:lnTo>
                  <a:lnTo>
                    <a:pt x="423788" y="982646"/>
                  </a:lnTo>
                  <a:close/>
                  <a:moveTo>
                    <a:pt x="581385" y="1048438"/>
                  </a:moveTo>
                  <a:lnTo>
                    <a:pt x="492592" y="1087065"/>
                  </a:lnTo>
                  <a:lnTo>
                    <a:pt x="572318" y="1106490"/>
                  </a:lnTo>
                  <a:close/>
                  <a:moveTo>
                    <a:pt x="581385" y="1048438"/>
                  </a:moveTo>
                  <a:lnTo>
                    <a:pt x="500146" y="1053892"/>
                  </a:lnTo>
                  <a:lnTo>
                    <a:pt x="492592" y="1087065"/>
                  </a:lnTo>
                  <a:close/>
                  <a:moveTo>
                    <a:pt x="701177" y="1094410"/>
                  </a:moveTo>
                  <a:lnTo>
                    <a:pt x="692145" y="1119076"/>
                  </a:lnTo>
                  <a:lnTo>
                    <a:pt x="684936" y="1108639"/>
                  </a:lnTo>
                  <a:close/>
                  <a:moveTo>
                    <a:pt x="692145" y="1119076"/>
                  </a:moveTo>
                  <a:lnTo>
                    <a:pt x="763068" y="1190855"/>
                  </a:lnTo>
                  <a:lnTo>
                    <a:pt x="710119" y="1127844"/>
                  </a:lnTo>
                  <a:close/>
                  <a:moveTo>
                    <a:pt x="684936" y="1108639"/>
                  </a:moveTo>
                  <a:lnTo>
                    <a:pt x="692145" y="1119076"/>
                  </a:lnTo>
                  <a:lnTo>
                    <a:pt x="710119" y="1127844"/>
                  </a:lnTo>
                  <a:close/>
                  <a:moveTo>
                    <a:pt x="836584" y="1322018"/>
                  </a:moveTo>
                  <a:lnTo>
                    <a:pt x="853460" y="1248707"/>
                  </a:lnTo>
                  <a:lnTo>
                    <a:pt x="771843" y="1273070"/>
                  </a:lnTo>
                  <a:close/>
                  <a:moveTo>
                    <a:pt x="763068" y="1190855"/>
                  </a:moveTo>
                  <a:lnTo>
                    <a:pt x="771843" y="1273070"/>
                  </a:lnTo>
                  <a:lnTo>
                    <a:pt x="805344" y="1152418"/>
                  </a:lnTo>
                  <a:close/>
                  <a:moveTo>
                    <a:pt x="320701" y="697564"/>
                  </a:moveTo>
                  <a:lnTo>
                    <a:pt x="361924" y="576912"/>
                  </a:lnTo>
                  <a:lnTo>
                    <a:pt x="286537" y="615349"/>
                  </a:lnTo>
                  <a:close/>
                  <a:moveTo>
                    <a:pt x="350679" y="494697"/>
                  </a:moveTo>
                  <a:lnTo>
                    <a:pt x="356484" y="509541"/>
                  </a:lnTo>
                  <a:lnTo>
                    <a:pt x="286537" y="615349"/>
                  </a:lnTo>
                  <a:close/>
                  <a:moveTo>
                    <a:pt x="1160872" y="1052898"/>
                  </a:moveTo>
                  <a:lnTo>
                    <a:pt x="1190945" y="1056021"/>
                  </a:lnTo>
                  <a:lnTo>
                    <a:pt x="1284976" y="1023042"/>
                  </a:lnTo>
                  <a:close/>
                  <a:moveTo>
                    <a:pt x="1689875" y="839585"/>
                  </a:moveTo>
                  <a:lnTo>
                    <a:pt x="1672406" y="926540"/>
                  </a:lnTo>
                  <a:lnTo>
                    <a:pt x="1715056" y="870801"/>
                  </a:lnTo>
                  <a:close/>
                  <a:moveTo>
                    <a:pt x="1689875" y="839585"/>
                  </a:moveTo>
                  <a:lnTo>
                    <a:pt x="1607856" y="878021"/>
                  </a:lnTo>
                  <a:lnTo>
                    <a:pt x="1672406" y="926540"/>
                  </a:lnTo>
                  <a:close/>
                  <a:moveTo>
                    <a:pt x="1762843" y="921800"/>
                  </a:moveTo>
                  <a:lnTo>
                    <a:pt x="1802002" y="883363"/>
                  </a:lnTo>
                  <a:lnTo>
                    <a:pt x="1715056" y="870801"/>
                  </a:lnTo>
                  <a:close/>
                  <a:moveTo>
                    <a:pt x="1768856" y="793291"/>
                  </a:moveTo>
                  <a:lnTo>
                    <a:pt x="1729229" y="721182"/>
                  </a:lnTo>
                  <a:lnTo>
                    <a:pt x="1736458" y="735616"/>
                  </a:lnTo>
                  <a:close/>
                  <a:moveTo>
                    <a:pt x="1596317" y="705513"/>
                  </a:moveTo>
                  <a:lnTo>
                    <a:pt x="1640267" y="757369"/>
                  </a:lnTo>
                  <a:lnTo>
                    <a:pt x="1693160" y="636718"/>
                  </a:lnTo>
                  <a:close/>
                  <a:moveTo>
                    <a:pt x="1693160" y="636718"/>
                  </a:moveTo>
                  <a:lnTo>
                    <a:pt x="1640267" y="757369"/>
                  </a:lnTo>
                  <a:lnTo>
                    <a:pt x="1727745" y="703038"/>
                  </a:lnTo>
                  <a:close/>
                  <a:moveTo>
                    <a:pt x="1740612" y="757369"/>
                  </a:moveTo>
                  <a:lnTo>
                    <a:pt x="1727745" y="703038"/>
                  </a:lnTo>
                  <a:lnTo>
                    <a:pt x="1729229" y="721182"/>
                  </a:lnTo>
                  <a:close/>
                  <a:moveTo>
                    <a:pt x="1556185" y="472288"/>
                  </a:moveTo>
                  <a:lnTo>
                    <a:pt x="1531126" y="390072"/>
                  </a:lnTo>
                  <a:lnTo>
                    <a:pt x="1519370" y="510724"/>
                  </a:lnTo>
                  <a:close/>
                  <a:moveTo>
                    <a:pt x="1693160" y="636718"/>
                  </a:moveTo>
                  <a:lnTo>
                    <a:pt x="1745022" y="552433"/>
                  </a:lnTo>
                  <a:lnTo>
                    <a:pt x="1618378" y="550526"/>
                  </a:lnTo>
                  <a:close/>
                  <a:moveTo>
                    <a:pt x="1693160" y="636718"/>
                  </a:moveTo>
                  <a:lnTo>
                    <a:pt x="1618378" y="550526"/>
                  </a:lnTo>
                  <a:lnTo>
                    <a:pt x="1614965" y="560033"/>
                  </a:lnTo>
                  <a:close/>
                  <a:moveTo>
                    <a:pt x="1734451" y="716936"/>
                  </a:moveTo>
                  <a:lnTo>
                    <a:pt x="1727745" y="703038"/>
                  </a:lnTo>
                  <a:lnTo>
                    <a:pt x="1729437" y="636718"/>
                  </a:lnTo>
                  <a:close/>
                  <a:moveTo>
                    <a:pt x="1618378" y="550526"/>
                  </a:moveTo>
                  <a:lnTo>
                    <a:pt x="1709555" y="436900"/>
                  </a:lnTo>
                  <a:lnTo>
                    <a:pt x="1628587" y="442134"/>
                  </a:lnTo>
                  <a:close/>
                  <a:moveTo>
                    <a:pt x="1628587" y="442134"/>
                  </a:moveTo>
                  <a:lnTo>
                    <a:pt x="1709555" y="436900"/>
                  </a:lnTo>
                  <a:lnTo>
                    <a:pt x="1634587" y="418193"/>
                  </a:lnTo>
                  <a:close/>
                  <a:moveTo>
                    <a:pt x="1519062" y="307857"/>
                  </a:moveTo>
                  <a:lnTo>
                    <a:pt x="1574743" y="351636"/>
                  </a:lnTo>
                  <a:lnTo>
                    <a:pt x="1551626" y="269421"/>
                  </a:lnTo>
                  <a:close/>
                  <a:moveTo>
                    <a:pt x="1495488" y="189472"/>
                  </a:moveTo>
                  <a:lnTo>
                    <a:pt x="1538681" y="274819"/>
                  </a:lnTo>
                  <a:lnTo>
                    <a:pt x="1551626" y="269421"/>
                  </a:lnTo>
                  <a:close/>
                  <a:moveTo>
                    <a:pt x="1551090" y="106012"/>
                  </a:moveTo>
                  <a:lnTo>
                    <a:pt x="1494961" y="174814"/>
                  </a:lnTo>
                  <a:lnTo>
                    <a:pt x="1564649" y="148769"/>
                  </a:lnTo>
                  <a:close/>
                  <a:moveTo>
                    <a:pt x="1509686" y="77837"/>
                  </a:moveTo>
                  <a:lnTo>
                    <a:pt x="1551341" y="104565"/>
                  </a:lnTo>
                  <a:lnTo>
                    <a:pt x="1564649" y="148769"/>
                  </a:lnTo>
                  <a:close/>
                  <a:moveTo>
                    <a:pt x="1515250" y="35469"/>
                  </a:moveTo>
                  <a:lnTo>
                    <a:pt x="1551341" y="104565"/>
                  </a:lnTo>
                  <a:lnTo>
                    <a:pt x="1509686" y="77837"/>
                  </a:lnTo>
                  <a:close/>
                  <a:moveTo>
                    <a:pt x="1515250" y="35469"/>
                  </a:moveTo>
                  <a:lnTo>
                    <a:pt x="1540317" y="52934"/>
                  </a:lnTo>
                  <a:lnTo>
                    <a:pt x="158029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675" name="Candidate_density__1994">
              <a:extLst>
                <a:ext uri="{FF2B5EF4-FFF2-40B4-BE49-F238E27FC236}">
                  <a16:creationId xmlns:a16="http://schemas.microsoft.com/office/drawing/2014/main" id="{30F52554-3F9F-990F-EC36-F48D71B6D10E}"/>
                </a:ext>
              </a:extLst>
            </p:cNvPr>
            <p:cNvSpPr>
              <a:spLocks noGrp="1"/>
            </p:cNvSpPr>
            <p:nvPr/>
          </p:nvSpPr>
          <p:spPr>
            <a:xfrm>
              <a:off x="4652190" y="3752022"/>
              <a:ext cx="2003916" cy="1606359"/>
            </a:xfrm>
            <a:custGeom>
              <a:avLst/>
              <a:gdLst/>
              <a:ahLst/>
              <a:cxnLst/>
              <a:rect l="0" t="0" r="0" b="0"/>
              <a:pathLst>
                <a:path w="2003916" h="1606359">
                  <a:moveTo>
                    <a:pt x="524683" y="1606359"/>
                  </a:moveTo>
                  <a:lnTo>
                    <a:pt x="449471" y="1603812"/>
                  </a:lnTo>
                  <a:lnTo>
                    <a:pt x="404174" y="1593957"/>
                  </a:lnTo>
                  <a:close/>
                  <a:moveTo>
                    <a:pt x="105549" y="938715"/>
                  </a:moveTo>
                  <a:lnTo>
                    <a:pt x="0" y="879437"/>
                  </a:lnTo>
                  <a:lnTo>
                    <a:pt x="55005" y="895311"/>
                  </a:lnTo>
                  <a:close/>
                  <a:moveTo>
                    <a:pt x="626213" y="1492106"/>
                  </a:moveTo>
                  <a:lnTo>
                    <a:pt x="628249" y="1432880"/>
                  </a:lnTo>
                  <a:lnTo>
                    <a:pt x="609273" y="1527032"/>
                  </a:lnTo>
                  <a:close/>
                  <a:moveTo>
                    <a:pt x="646841" y="1354024"/>
                  </a:moveTo>
                  <a:lnTo>
                    <a:pt x="678767" y="1444817"/>
                  </a:lnTo>
                  <a:lnTo>
                    <a:pt x="687295" y="1441822"/>
                  </a:lnTo>
                  <a:close/>
                  <a:moveTo>
                    <a:pt x="646841" y="1354024"/>
                  </a:moveTo>
                  <a:lnTo>
                    <a:pt x="687295" y="1441822"/>
                  </a:lnTo>
                  <a:lnTo>
                    <a:pt x="730780" y="1389202"/>
                  </a:lnTo>
                  <a:close/>
                  <a:moveTo>
                    <a:pt x="780072" y="1324165"/>
                  </a:moveTo>
                  <a:lnTo>
                    <a:pt x="764512" y="1300116"/>
                  </a:lnTo>
                  <a:lnTo>
                    <a:pt x="730780" y="1389202"/>
                  </a:lnTo>
                  <a:close/>
                  <a:moveTo>
                    <a:pt x="782255" y="1285729"/>
                  </a:moveTo>
                  <a:lnTo>
                    <a:pt x="780072" y="1324165"/>
                  </a:lnTo>
                  <a:lnTo>
                    <a:pt x="822215" y="1237202"/>
                  </a:lnTo>
                  <a:close/>
                  <a:moveTo>
                    <a:pt x="973394" y="1093374"/>
                  </a:moveTo>
                  <a:lnTo>
                    <a:pt x="920407" y="1110466"/>
                  </a:lnTo>
                  <a:lnTo>
                    <a:pt x="1043591" y="1077169"/>
                  </a:lnTo>
                  <a:close/>
                  <a:moveTo>
                    <a:pt x="722613" y="715566"/>
                  </a:moveTo>
                  <a:lnTo>
                    <a:pt x="657262" y="747383"/>
                  </a:lnTo>
                  <a:lnTo>
                    <a:pt x="721934" y="716662"/>
                  </a:lnTo>
                  <a:close/>
                  <a:moveTo>
                    <a:pt x="657262" y="747383"/>
                  </a:moveTo>
                  <a:lnTo>
                    <a:pt x="722613" y="715566"/>
                  </a:lnTo>
                  <a:lnTo>
                    <a:pt x="676967" y="692627"/>
                  </a:lnTo>
                  <a:close/>
                  <a:moveTo>
                    <a:pt x="1325950" y="929942"/>
                  </a:moveTo>
                  <a:lnTo>
                    <a:pt x="1403842" y="942505"/>
                  </a:lnTo>
                  <a:lnTo>
                    <a:pt x="1453107" y="911498"/>
                  </a:lnTo>
                  <a:close/>
                  <a:moveTo>
                    <a:pt x="1453107" y="911498"/>
                  </a:moveTo>
                  <a:lnTo>
                    <a:pt x="1403842" y="942505"/>
                  </a:lnTo>
                  <a:lnTo>
                    <a:pt x="1535827" y="942120"/>
                  </a:lnTo>
                  <a:close/>
                  <a:moveTo>
                    <a:pt x="1899653" y="693156"/>
                  </a:moveTo>
                  <a:lnTo>
                    <a:pt x="1893612" y="734783"/>
                  </a:lnTo>
                  <a:lnTo>
                    <a:pt x="1951214" y="734946"/>
                  </a:lnTo>
                  <a:close/>
                  <a:moveTo>
                    <a:pt x="1938812" y="654719"/>
                  </a:moveTo>
                  <a:lnTo>
                    <a:pt x="1951214" y="734946"/>
                  </a:lnTo>
                  <a:lnTo>
                    <a:pt x="2003916" y="716787"/>
                  </a:lnTo>
                  <a:close/>
                  <a:moveTo>
                    <a:pt x="1847419" y="243644"/>
                  </a:moveTo>
                  <a:lnTo>
                    <a:pt x="1846917" y="193245"/>
                  </a:lnTo>
                  <a:lnTo>
                    <a:pt x="1846365" y="208257"/>
                  </a:lnTo>
                  <a:close/>
                  <a:moveTo>
                    <a:pt x="1857604" y="99027"/>
                  </a:moveTo>
                  <a:lnTo>
                    <a:pt x="1846917" y="193245"/>
                  </a:lnTo>
                  <a:lnTo>
                    <a:pt x="1854321" y="122992"/>
                  </a:lnTo>
                  <a:close/>
                  <a:moveTo>
                    <a:pt x="1854321" y="122992"/>
                  </a:moveTo>
                  <a:lnTo>
                    <a:pt x="1855745" y="11051"/>
                  </a:lnTo>
                  <a:lnTo>
                    <a:pt x="1857604" y="99027"/>
                  </a:lnTo>
                  <a:close/>
                  <a:moveTo>
                    <a:pt x="1856133" y="2341"/>
                  </a:moveTo>
                  <a:lnTo>
                    <a:pt x="1855745" y="11051"/>
                  </a:lnTo>
                  <a:lnTo>
                    <a:pt x="1854321" y="122992"/>
                  </a:lnTo>
                  <a:close/>
                  <a:moveTo>
                    <a:pt x="1856294" y="0"/>
                  </a:moveTo>
                  <a:lnTo>
                    <a:pt x="1855745" y="11051"/>
                  </a:lnTo>
                  <a:lnTo>
                    <a:pt x="1856133" y="23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676" name="Candidate_density__1995">
              <a:extLst>
                <a:ext uri="{FF2B5EF4-FFF2-40B4-BE49-F238E27FC236}">
                  <a16:creationId xmlns:a16="http://schemas.microsoft.com/office/drawing/2014/main" id="{4C0C8E49-78D3-8DEA-E363-7FD54E2A1A8B}"/>
                </a:ext>
              </a:extLst>
            </p:cNvPr>
            <p:cNvSpPr>
              <a:spLocks noGrp="1"/>
            </p:cNvSpPr>
            <p:nvPr/>
          </p:nvSpPr>
          <p:spPr>
            <a:xfrm>
              <a:off x="5176872" y="4061854"/>
              <a:ext cx="676245" cy="1296527"/>
            </a:xfrm>
            <a:custGeom>
              <a:avLst/>
              <a:gdLst/>
              <a:ahLst/>
              <a:cxnLst/>
              <a:rect l="0" t="0" r="0" b="0"/>
              <a:pathLst>
                <a:path w="676245" h="1296527">
                  <a:moveTo>
                    <a:pt x="43945" y="1245627"/>
                  </a:moveTo>
                  <a:lnTo>
                    <a:pt x="81846" y="1240798"/>
                  </a:lnTo>
                  <a:lnTo>
                    <a:pt x="84590" y="1217200"/>
                  </a:lnTo>
                  <a:close/>
                  <a:moveTo>
                    <a:pt x="0" y="1296527"/>
                  </a:moveTo>
                  <a:lnTo>
                    <a:pt x="65552" y="1262955"/>
                  </a:lnTo>
                  <a:lnTo>
                    <a:pt x="43945" y="1245627"/>
                  </a:lnTo>
                  <a:close/>
                  <a:moveTo>
                    <a:pt x="84590" y="1217200"/>
                  </a:moveTo>
                  <a:lnTo>
                    <a:pt x="81846" y="1240798"/>
                  </a:lnTo>
                  <a:lnTo>
                    <a:pt x="101531" y="1182273"/>
                  </a:lnTo>
                  <a:close/>
                  <a:moveTo>
                    <a:pt x="103567" y="1123048"/>
                  </a:moveTo>
                  <a:lnTo>
                    <a:pt x="101531" y="1182273"/>
                  </a:lnTo>
                  <a:lnTo>
                    <a:pt x="154085" y="1134985"/>
                  </a:lnTo>
                  <a:close/>
                  <a:moveTo>
                    <a:pt x="536695" y="713014"/>
                  </a:moveTo>
                  <a:lnTo>
                    <a:pt x="448712" y="783542"/>
                  </a:lnTo>
                  <a:lnTo>
                    <a:pt x="518908" y="767337"/>
                  </a:lnTo>
                  <a:close/>
                  <a:moveTo>
                    <a:pt x="536695" y="713014"/>
                  </a:moveTo>
                  <a:lnTo>
                    <a:pt x="518908" y="767337"/>
                  </a:lnTo>
                  <a:lnTo>
                    <a:pt x="539179" y="734594"/>
                  </a:lnTo>
                  <a:close/>
                  <a:moveTo>
                    <a:pt x="536695" y="713014"/>
                  </a:moveTo>
                  <a:lnTo>
                    <a:pt x="539179" y="734594"/>
                  </a:lnTo>
                  <a:lnTo>
                    <a:pt x="550302" y="669511"/>
                  </a:lnTo>
                  <a:close/>
                  <a:moveTo>
                    <a:pt x="550302" y="669511"/>
                  </a:moveTo>
                  <a:lnTo>
                    <a:pt x="617848" y="643398"/>
                  </a:lnTo>
                  <a:lnTo>
                    <a:pt x="676245" y="646533"/>
                  </a:lnTo>
                  <a:close/>
                  <a:moveTo>
                    <a:pt x="602058" y="647814"/>
                  </a:moveTo>
                  <a:lnTo>
                    <a:pt x="550302" y="669511"/>
                  </a:lnTo>
                  <a:lnTo>
                    <a:pt x="676245" y="646533"/>
                  </a:lnTo>
                  <a:close/>
                  <a:moveTo>
                    <a:pt x="156368" y="0"/>
                  </a:moveTo>
                  <a:lnTo>
                    <a:pt x="137676" y="26200"/>
                  </a:lnTo>
                  <a:lnTo>
                    <a:pt x="128430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677" name="Candidate_density__1996">
              <a:extLst>
                <a:ext uri="{FF2B5EF4-FFF2-40B4-BE49-F238E27FC236}">
                  <a16:creationId xmlns:a16="http://schemas.microsoft.com/office/drawing/2014/main" id="{1635FAC4-F930-8763-2C39-6FCCDD2E7B98}"/>
                </a:ext>
              </a:extLst>
            </p:cNvPr>
            <p:cNvSpPr>
              <a:spLocks noGrp="1"/>
            </p:cNvSpPr>
            <p:nvPr/>
          </p:nvSpPr>
          <p:spPr>
            <a:xfrm>
              <a:off x="4761475" y="3558847"/>
              <a:ext cx="1772549" cy="1332938"/>
            </a:xfrm>
            <a:custGeom>
              <a:avLst/>
              <a:gdLst/>
              <a:ahLst/>
              <a:cxnLst/>
              <a:rect l="0" t="0" r="0" b="0"/>
              <a:pathLst>
                <a:path w="1772549" h="1332938">
                  <a:moveTo>
                    <a:pt x="11488" y="758406"/>
                  </a:moveTo>
                  <a:lnTo>
                    <a:pt x="27525" y="738968"/>
                  </a:lnTo>
                  <a:lnTo>
                    <a:pt x="0" y="777404"/>
                  </a:lnTo>
                  <a:close/>
                  <a:moveTo>
                    <a:pt x="616260" y="1314474"/>
                  </a:moveTo>
                  <a:lnTo>
                    <a:pt x="687506" y="1276037"/>
                  </a:lnTo>
                  <a:lnTo>
                    <a:pt x="652838" y="1232258"/>
                  </a:lnTo>
                  <a:close/>
                  <a:moveTo>
                    <a:pt x="687506" y="1276037"/>
                  </a:moveTo>
                  <a:lnTo>
                    <a:pt x="744427" y="1332938"/>
                  </a:lnTo>
                  <a:lnTo>
                    <a:pt x="768520" y="1244077"/>
                  </a:lnTo>
                  <a:close/>
                  <a:moveTo>
                    <a:pt x="744427" y="1332938"/>
                  </a:moveTo>
                  <a:lnTo>
                    <a:pt x="799368" y="1237600"/>
                  </a:lnTo>
                  <a:lnTo>
                    <a:pt x="768520" y="1244077"/>
                  </a:lnTo>
                  <a:close/>
                  <a:moveTo>
                    <a:pt x="783515" y="1200422"/>
                  </a:moveTo>
                  <a:lnTo>
                    <a:pt x="768520" y="1244077"/>
                  </a:lnTo>
                  <a:lnTo>
                    <a:pt x="790593" y="1155385"/>
                  </a:lnTo>
                  <a:close/>
                  <a:moveTo>
                    <a:pt x="790593" y="1155385"/>
                  </a:moveTo>
                  <a:lnTo>
                    <a:pt x="768520" y="1244077"/>
                  </a:lnTo>
                  <a:lnTo>
                    <a:pt x="799368" y="1237600"/>
                  </a:lnTo>
                  <a:close/>
                  <a:moveTo>
                    <a:pt x="784688" y="1191433"/>
                  </a:moveTo>
                  <a:lnTo>
                    <a:pt x="790593" y="1155385"/>
                  </a:lnTo>
                  <a:lnTo>
                    <a:pt x="719670" y="1083606"/>
                  </a:lnTo>
                  <a:close/>
                  <a:moveTo>
                    <a:pt x="389449" y="541443"/>
                  </a:moveTo>
                  <a:lnTo>
                    <a:pt x="378204" y="459227"/>
                  </a:lnTo>
                  <a:lnTo>
                    <a:pt x="314061" y="579880"/>
                  </a:lnTo>
                  <a:close/>
                  <a:moveTo>
                    <a:pt x="1188397" y="1017428"/>
                  </a:moveTo>
                  <a:lnTo>
                    <a:pt x="1253894" y="983652"/>
                  </a:lnTo>
                  <a:lnTo>
                    <a:pt x="1128437" y="1008450"/>
                  </a:lnTo>
                  <a:close/>
                  <a:moveTo>
                    <a:pt x="1312501" y="987572"/>
                  </a:moveTo>
                  <a:lnTo>
                    <a:pt x="1218469" y="1020552"/>
                  </a:lnTo>
                  <a:lnTo>
                    <a:pt x="1290723" y="1001639"/>
                  </a:lnTo>
                  <a:close/>
                  <a:moveTo>
                    <a:pt x="1253894" y="983652"/>
                  </a:moveTo>
                  <a:lnTo>
                    <a:pt x="1188397" y="1017428"/>
                  </a:lnTo>
                  <a:lnTo>
                    <a:pt x="1312501" y="987572"/>
                  </a:lnTo>
                  <a:close/>
                  <a:moveTo>
                    <a:pt x="1373616" y="937416"/>
                  </a:moveTo>
                  <a:lnTo>
                    <a:pt x="1253894" y="983652"/>
                  </a:lnTo>
                  <a:lnTo>
                    <a:pt x="1312501" y="987572"/>
                  </a:lnTo>
                  <a:close/>
                  <a:moveTo>
                    <a:pt x="1351539" y="918325"/>
                  </a:moveTo>
                  <a:lnTo>
                    <a:pt x="1373616" y="937416"/>
                  </a:lnTo>
                  <a:lnTo>
                    <a:pt x="1312501" y="987572"/>
                  </a:lnTo>
                  <a:close/>
                  <a:moveTo>
                    <a:pt x="1600582" y="760336"/>
                  </a:moveTo>
                  <a:lnTo>
                    <a:pt x="1635381" y="842551"/>
                  </a:lnTo>
                  <a:lnTo>
                    <a:pt x="1717400" y="804115"/>
                  </a:lnTo>
                  <a:close/>
                  <a:moveTo>
                    <a:pt x="1600582" y="760336"/>
                  </a:moveTo>
                  <a:lnTo>
                    <a:pt x="1717400" y="804115"/>
                  </a:lnTo>
                  <a:lnTo>
                    <a:pt x="1667791" y="721900"/>
                  </a:lnTo>
                  <a:close/>
                  <a:moveTo>
                    <a:pt x="1600582" y="760336"/>
                  </a:moveTo>
                  <a:lnTo>
                    <a:pt x="1667791" y="721900"/>
                  </a:lnTo>
                  <a:lnTo>
                    <a:pt x="1578800" y="716843"/>
                  </a:lnTo>
                  <a:close/>
                  <a:moveTo>
                    <a:pt x="1667791" y="721900"/>
                  </a:moveTo>
                  <a:lnTo>
                    <a:pt x="1623841" y="670043"/>
                  </a:lnTo>
                  <a:lnTo>
                    <a:pt x="1578800" y="716843"/>
                  </a:lnTo>
                  <a:close/>
                  <a:moveTo>
                    <a:pt x="1600251" y="639685"/>
                  </a:moveTo>
                  <a:lnTo>
                    <a:pt x="1578800" y="716843"/>
                  </a:lnTo>
                  <a:lnTo>
                    <a:pt x="1623841" y="670043"/>
                  </a:lnTo>
                  <a:close/>
                  <a:moveTo>
                    <a:pt x="1600251" y="639685"/>
                  </a:moveTo>
                  <a:lnTo>
                    <a:pt x="1565533" y="557470"/>
                  </a:lnTo>
                  <a:lnTo>
                    <a:pt x="1554481" y="678122"/>
                  </a:lnTo>
                  <a:close/>
                  <a:moveTo>
                    <a:pt x="1772549" y="765679"/>
                  </a:moveTo>
                  <a:lnTo>
                    <a:pt x="1717400" y="804115"/>
                  </a:lnTo>
                  <a:lnTo>
                    <a:pt x="1742581" y="835331"/>
                  </a:lnTo>
                  <a:close/>
                  <a:moveTo>
                    <a:pt x="1667791" y="721900"/>
                  </a:moveTo>
                  <a:lnTo>
                    <a:pt x="1763983" y="700147"/>
                  </a:lnTo>
                  <a:lnTo>
                    <a:pt x="1756754" y="685712"/>
                  </a:lnTo>
                  <a:close/>
                  <a:moveTo>
                    <a:pt x="1772549" y="765679"/>
                  </a:moveTo>
                  <a:lnTo>
                    <a:pt x="1763983" y="700147"/>
                  </a:lnTo>
                  <a:lnTo>
                    <a:pt x="1667791" y="721900"/>
                  </a:lnTo>
                  <a:close/>
                  <a:moveTo>
                    <a:pt x="1717400" y="804115"/>
                  </a:moveTo>
                  <a:lnTo>
                    <a:pt x="1772549" y="765679"/>
                  </a:lnTo>
                  <a:lnTo>
                    <a:pt x="1667791" y="721900"/>
                  </a:lnTo>
                  <a:close/>
                  <a:moveTo>
                    <a:pt x="1630307" y="627827"/>
                  </a:moveTo>
                  <a:lnTo>
                    <a:pt x="1623841" y="670043"/>
                  </a:lnTo>
                  <a:lnTo>
                    <a:pt x="1720684" y="601248"/>
                  </a:lnTo>
                  <a:close/>
                  <a:moveTo>
                    <a:pt x="1755269" y="667569"/>
                  </a:moveTo>
                  <a:lnTo>
                    <a:pt x="1667791" y="721900"/>
                  </a:lnTo>
                  <a:lnTo>
                    <a:pt x="1756754" y="685712"/>
                  </a:lnTo>
                  <a:close/>
                  <a:moveTo>
                    <a:pt x="1600251" y="639685"/>
                  </a:moveTo>
                  <a:lnTo>
                    <a:pt x="1623841" y="670043"/>
                  </a:lnTo>
                  <a:lnTo>
                    <a:pt x="1630307" y="627827"/>
                  </a:lnTo>
                  <a:close/>
                  <a:moveTo>
                    <a:pt x="1638207" y="519033"/>
                  </a:moveTo>
                  <a:lnTo>
                    <a:pt x="1630307" y="627827"/>
                  </a:lnTo>
                  <a:lnTo>
                    <a:pt x="1642490" y="524564"/>
                  </a:lnTo>
                  <a:close/>
                  <a:moveTo>
                    <a:pt x="1600251" y="639685"/>
                  </a:moveTo>
                  <a:lnTo>
                    <a:pt x="1630307" y="627827"/>
                  </a:lnTo>
                  <a:lnTo>
                    <a:pt x="1638207" y="519033"/>
                  </a:lnTo>
                  <a:close/>
                  <a:moveTo>
                    <a:pt x="1565533" y="557470"/>
                  </a:moveTo>
                  <a:lnTo>
                    <a:pt x="1600251" y="639685"/>
                  </a:lnTo>
                  <a:lnTo>
                    <a:pt x="1638207" y="519033"/>
                  </a:lnTo>
                  <a:close/>
                  <a:moveTo>
                    <a:pt x="1630307" y="627827"/>
                  </a:moveTo>
                  <a:lnTo>
                    <a:pt x="1720684" y="601248"/>
                  </a:lnTo>
                  <a:lnTo>
                    <a:pt x="1642490" y="524564"/>
                  </a:lnTo>
                  <a:close/>
                  <a:moveTo>
                    <a:pt x="1546895" y="475255"/>
                  </a:moveTo>
                  <a:lnTo>
                    <a:pt x="1565533" y="557470"/>
                  </a:lnTo>
                  <a:lnTo>
                    <a:pt x="1638207" y="519033"/>
                  </a:lnTo>
                  <a:close/>
                  <a:moveTo>
                    <a:pt x="1546895" y="475255"/>
                  </a:moveTo>
                  <a:lnTo>
                    <a:pt x="1638207" y="519033"/>
                  </a:lnTo>
                  <a:lnTo>
                    <a:pt x="1583709" y="436818"/>
                  </a:lnTo>
                  <a:close/>
                  <a:moveTo>
                    <a:pt x="1638207" y="519033"/>
                  </a:moveTo>
                  <a:lnTo>
                    <a:pt x="1642490" y="524564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45903" y="515056"/>
                  </a:lnTo>
                  <a:lnTo>
                    <a:pt x="1656111" y="406664"/>
                  </a:lnTo>
                  <a:close/>
                  <a:moveTo>
                    <a:pt x="1583709" y="436818"/>
                  </a:moveTo>
                  <a:lnTo>
                    <a:pt x="1638207" y="519033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56111" y="406664"/>
                  </a:lnTo>
                  <a:lnTo>
                    <a:pt x="1602267" y="316166"/>
                  </a:lnTo>
                  <a:close/>
                  <a:moveTo>
                    <a:pt x="1558650" y="354603"/>
                  </a:moveTo>
                  <a:lnTo>
                    <a:pt x="1583709" y="436818"/>
                  </a:lnTo>
                  <a:lnTo>
                    <a:pt x="1602267" y="316166"/>
                  </a:lnTo>
                  <a:close/>
                  <a:moveTo>
                    <a:pt x="1579150" y="233951"/>
                  </a:moveTo>
                  <a:lnTo>
                    <a:pt x="1526724" y="155188"/>
                  </a:lnTo>
                  <a:lnTo>
                    <a:pt x="1523012" y="154002"/>
                  </a:lnTo>
                  <a:close/>
                  <a:moveTo>
                    <a:pt x="1523611" y="151736"/>
                  </a:moveTo>
                  <a:lnTo>
                    <a:pt x="1523012" y="154002"/>
                  </a:lnTo>
                  <a:lnTo>
                    <a:pt x="1526724" y="155188"/>
                  </a:lnTo>
                  <a:close/>
                  <a:moveTo>
                    <a:pt x="1522486" y="139344"/>
                  </a:moveTo>
                  <a:lnTo>
                    <a:pt x="1523012" y="154002"/>
                  </a:lnTo>
                  <a:lnTo>
                    <a:pt x="1523611" y="151736"/>
                  </a:lnTo>
                  <a:close/>
                  <a:moveTo>
                    <a:pt x="1529433" y="148782"/>
                  </a:moveTo>
                  <a:lnTo>
                    <a:pt x="1526724" y="155188"/>
                  </a:lnTo>
                  <a:lnTo>
                    <a:pt x="1592174" y="113300"/>
                  </a:lnTo>
                  <a:close/>
                  <a:moveTo>
                    <a:pt x="1592174" y="113300"/>
                  </a:moveTo>
                  <a:lnTo>
                    <a:pt x="1526724" y="155188"/>
                  </a:lnTo>
                  <a:lnTo>
                    <a:pt x="1579150" y="233951"/>
                  </a:lnTo>
                  <a:close/>
                  <a:moveTo>
                    <a:pt x="1523611" y="151736"/>
                  </a:moveTo>
                  <a:lnTo>
                    <a:pt x="1526724" y="155188"/>
                  </a:lnTo>
                  <a:lnTo>
                    <a:pt x="1529433" y="148782"/>
                  </a:lnTo>
                  <a:close/>
                  <a:moveTo>
                    <a:pt x="1523611" y="151736"/>
                  </a:moveTo>
                  <a:lnTo>
                    <a:pt x="1529433" y="148782"/>
                  </a:lnTo>
                  <a:lnTo>
                    <a:pt x="1522486" y="139344"/>
                  </a:lnTo>
                  <a:close/>
                  <a:moveTo>
                    <a:pt x="1592174" y="113300"/>
                  </a:moveTo>
                  <a:lnTo>
                    <a:pt x="1522486" y="139344"/>
                  </a:lnTo>
                  <a:lnTo>
                    <a:pt x="1529433" y="148782"/>
                  </a:lnTo>
                  <a:close/>
                  <a:moveTo>
                    <a:pt x="1542775" y="0"/>
                  </a:moveTo>
                  <a:lnTo>
                    <a:pt x="1537210" y="42368"/>
                  </a:lnTo>
                  <a:lnTo>
                    <a:pt x="1547049" y="310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678" name="Candidate_density__1997">
              <a:extLst>
                <a:ext uri="{FF2B5EF4-FFF2-40B4-BE49-F238E27FC236}">
                  <a16:creationId xmlns:a16="http://schemas.microsoft.com/office/drawing/2014/main" id="{DDA49DE5-DC95-BFE0-C03B-DD901E1916BD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9270"/>
              <a:ext cx="130677" cy="75615"/>
            </a:xfrm>
            <a:custGeom>
              <a:avLst/>
              <a:gdLst/>
              <a:ahLst/>
              <a:cxnLst/>
              <a:rect l="0" t="0" r="0" b="0"/>
              <a:pathLst>
                <a:path w="130677" h="75615">
                  <a:moveTo>
                    <a:pt x="34668" y="75615"/>
                  </a:moveTo>
                  <a:lnTo>
                    <a:pt x="63970" y="29254"/>
                  </a:lnTo>
                  <a:lnTo>
                    <a:pt x="0" y="31836"/>
                  </a:lnTo>
                  <a:close/>
                  <a:moveTo>
                    <a:pt x="63970" y="29254"/>
                  </a:moveTo>
                  <a:lnTo>
                    <a:pt x="34668" y="75615"/>
                  </a:lnTo>
                  <a:lnTo>
                    <a:pt x="115682" y="43655"/>
                  </a:lnTo>
                  <a:close/>
                  <a:moveTo>
                    <a:pt x="63970" y="29254"/>
                  </a:moveTo>
                  <a:lnTo>
                    <a:pt x="115682" y="43655"/>
                  </a:lnTo>
                  <a:lnTo>
                    <a:pt x="130677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679" name="Candidate_density__1998">
              <a:extLst>
                <a:ext uri="{FF2B5EF4-FFF2-40B4-BE49-F238E27FC236}">
                  <a16:creationId xmlns:a16="http://schemas.microsoft.com/office/drawing/2014/main" id="{3011D0E4-62E2-9B64-52AC-315FE909A7A6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444436"/>
              <a:ext cx="1842739" cy="1873055"/>
            </a:xfrm>
            <a:custGeom>
              <a:avLst/>
              <a:gdLst/>
              <a:ahLst/>
              <a:cxnLst/>
              <a:rect l="0" t="0" r="0" b="0"/>
              <a:pathLst>
                <a:path w="1842739" h="1873055">
                  <a:moveTo>
                    <a:pt x="210513" y="1790840"/>
                  </a:moveTo>
                  <a:lnTo>
                    <a:pt x="201755" y="1775395"/>
                  </a:lnTo>
                  <a:lnTo>
                    <a:pt x="163917" y="1724867"/>
                  </a:lnTo>
                  <a:close/>
                  <a:moveTo>
                    <a:pt x="255890" y="1752403"/>
                  </a:moveTo>
                  <a:lnTo>
                    <a:pt x="339531" y="1842872"/>
                  </a:lnTo>
                  <a:lnTo>
                    <a:pt x="346187" y="1821543"/>
                  </a:lnTo>
                  <a:close/>
                  <a:moveTo>
                    <a:pt x="246913" y="1873055"/>
                  </a:moveTo>
                  <a:lnTo>
                    <a:pt x="339531" y="1842872"/>
                  </a:lnTo>
                  <a:lnTo>
                    <a:pt x="255890" y="1752403"/>
                  </a:lnTo>
                  <a:close/>
                  <a:moveTo>
                    <a:pt x="210513" y="1790840"/>
                  </a:moveTo>
                  <a:lnTo>
                    <a:pt x="246913" y="1873055"/>
                  </a:lnTo>
                  <a:lnTo>
                    <a:pt x="255890" y="1752403"/>
                  </a:lnTo>
                  <a:close/>
                  <a:moveTo>
                    <a:pt x="339531" y="1842872"/>
                  </a:moveTo>
                  <a:lnTo>
                    <a:pt x="369047" y="1834618"/>
                  </a:lnTo>
                  <a:lnTo>
                    <a:pt x="346187" y="1821543"/>
                  </a:lnTo>
                  <a:close/>
                  <a:moveTo>
                    <a:pt x="210513" y="1790840"/>
                  </a:moveTo>
                  <a:lnTo>
                    <a:pt x="255890" y="1752403"/>
                  </a:lnTo>
                  <a:lnTo>
                    <a:pt x="201755" y="1775395"/>
                  </a:lnTo>
                  <a:close/>
                  <a:moveTo>
                    <a:pt x="255890" y="1752403"/>
                  </a:moveTo>
                  <a:lnTo>
                    <a:pt x="252388" y="1749503"/>
                  </a:lnTo>
                  <a:lnTo>
                    <a:pt x="201755" y="1775395"/>
                  </a:lnTo>
                  <a:close/>
                  <a:moveTo>
                    <a:pt x="150565" y="1626409"/>
                  </a:moveTo>
                  <a:lnTo>
                    <a:pt x="160980" y="1708625"/>
                  </a:lnTo>
                  <a:lnTo>
                    <a:pt x="198528" y="1670188"/>
                  </a:lnTo>
                  <a:close/>
                  <a:moveTo>
                    <a:pt x="150565" y="1626409"/>
                  </a:moveTo>
                  <a:lnTo>
                    <a:pt x="198528" y="1670188"/>
                  </a:lnTo>
                  <a:lnTo>
                    <a:pt x="154688" y="1587973"/>
                  </a:lnTo>
                  <a:close/>
                  <a:moveTo>
                    <a:pt x="114862" y="1544194"/>
                  </a:moveTo>
                  <a:lnTo>
                    <a:pt x="154688" y="1587973"/>
                  </a:lnTo>
                  <a:lnTo>
                    <a:pt x="146824" y="1505758"/>
                  </a:lnTo>
                  <a:close/>
                  <a:moveTo>
                    <a:pt x="423077" y="1713967"/>
                  </a:moveTo>
                  <a:lnTo>
                    <a:pt x="369047" y="1834618"/>
                  </a:lnTo>
                  <a:lnTo>
                    <a:pt x="465415" y="1796182"/>
                  </a:lnTo>
                  <a:close/>
                  <a:moveTo>
                    <a:pt x="255890" y="1752403"/>
                  </a:moveTo>
                  <a:lnTo>
                    <a:pt x="346187" y="1821543"/>
                  </a:lnTo>
                  <a:lnTo>
                    <a:pt x="367169" y="1720311"/>
                  </a:lnTo>
                  <a:close/>
                  <a:moveTo>
                    <a:pt x="367169" y="1720311"/>
                  </a:moveTo>
                  <a:lnTo>
                    <a:pt x="423077" y="1713967"/>
                  </a:lnTo>
                  <a:lnTo>
                    <a:pt x="447198" y="1705349"/>
                  </a:lnTo>
                  <a:close/>
                  <a:moveTo>
                    <a:pt x="306065" y="1569803"/>
                  </a:moveTo>
                  <a:lnTo>
                    <a:pt x="268422" y="1594249"/>
                  </a:lnTo>
                  <a:lnTo>
                    <a:pt x="267467" y="1640683"/>
                  </a:lnTo>
                  <a:close/>
                  <a:moveTo>
                    <a:pt x="237789" y="1549537"/>
                  </a:moveTo>
                  <a:lnTo>
                    <a:pt x="154076" y="1472092"/>
                  </a:lnTo>
                  <a:lnTo>
                    <a:pt x="146824" y="1505758"/>
                  </a:lnTo>
                  <a:close/>
                  <a:moveTo>
                    <a:pt x="237789" y="1549537"/>
                  </a:moveTo>
                  <a:lnTo>
                    <a:pt x="146824" y="1505758"/>
                  </a:lnTo>
                  <a:lnTo>
                    <a:pt x="154688" y="1587973"/>
                  </a:lnTo>
                  <a:close/>
                  <a:moveTo>
                    <a:pt x="155096" y="1467322"/>
                  </a:moveTo>
                  <a:lnTo>
                    <a:pt x="114907" y="1385106"/>
                  </a:lnTo>
                  <a:lnTo>
                    <a:pt x="106821" y="1410416"/>
                  </a:lnTo>
                  <a:close/>
                  <a:moveTo>
                    <a:pt x="447198" y="1705349"/>
                  </a:moveTo>
                  <a:lnTo>
                    <a:pt x="423077" y="1713967"/>
                  </a:lnTo>
                  <a:lnTo>
                    <a:pt x="491249" y="1654845"/>
                  </a:lnTo>
                  <a:close/>
                  <a:moveTo>
                    <a:pt x="440047" y="1521470"/>
                  </a:moveTo>
                  <a:lnTo>
                    <a:pt x="405997" y="1551302"/>
                  </a:lnTo>
                  <a:lnTo>
                    <a:pt x="453013" y="1511100"/>
                  </a:lnTo>
                  <a:close/>
                  <a:moveTo>
                    <a:pt x="405997" y="1551302"/>
                  </a:moveTo>
                  <a:lnTo>
                    <a:pt x="475835" y="1631751"/>
                  </a:lnTo>
                  <a:lnTo>
                    <a:pt x="453013" y="1511100"/>
                  </a:lnTo>
                  <a:close/>
                  <a:moveTo>
                    <a:pt x="453013" y="1511100"/>
                  </a:moveTo>
                  <a:lnTo>
                    <a:pt x="475835" y="1631751"/>
                  </a:lnTo>
                  <a:lnTo>
                    <a:pt x="546497" y="1582750"/>
                  </a:lnTo>
                  <a:close/>
                  <a:moveTo>
                    <a:pt x="546497" y="1582750"/>
                  </a:moveTo>
                  <a:lnTo>
                    <a:pt x="475835" y="1631751"/>
                  </a:lnTo>
                  <a:lnTo>
                    <a:pt x="528633" y="1610136"/>
                  </a:lnTo>
                  <a:close/>
                  <a:moveTo>
                    <a:pt x="528633" y="1610136"/>
                  </a:moveTo>
                  <a:lnTo>
                    <a:pt x="596331" y="1593315"/>
                  </a:lnTo>
                  <a:lnTo>
                    <a:pt x="546497" y="1582750"/>
                  </a:lnTo>
                  <a:close/>
                  <a:moveTo>
                    <a:pt x="403101" y="1549537"/>
                  </a:moveTo>
                  <a:lnTo>
                    <a:pt x="405997" y="1551302"/>
                  </a:lnTo>
                  <a:lnTo>
                    <a:pt x="440047" y="1521470"/>
                  </a:lnTo>
                  <a:close/>
                  <a:moveTo>
                    <a:pt x="403101" y="1549537"/>
                  </a:moveTo>
                  <a:lnTo>
                    <a:pt x="440047" y="1521470"/>
                  </a:lnTo>
                  <a:lnTo>
                    <a:pt x="403017" y="1540163"/>
                  </a:lnTo>
                  <a:close/>
                  <a:moveTo>
                    <a:pt x="385992" y="1465324"/>
                  </a:moveTo>
                  <a:lnTo>
                    <a:pt x="452745" y="1510887"/>
                  </a:lnTo>
                  <a:lnTo>
                    <a:pt x="363172" y="1428885"/>
                  </a:lnTo>
                  <a:close/>
                  <a:moveTo>
                    <a:pt x="452745" y="1510887"/>
                  </a:moveTo>
                  <a:lnTo>
                    <a:pt x="385992" y="1465324"/>
                  </a:lnTo>
                  <a:lnTo>
                    <a:pt x="453013" y="1511100"/>
                  </a:lnTo>
                  <a:close/>
                  <a:moveTo>
                    <a:pt x="403017" y="1540163"/>
                  </a:moveTo>
                  <a:lnTo>
                    <a:pt x="440047" y="1521470"/>
                  </a:lnTo>
                  <a:lnTo>
                    <a:pt x="453013" y="1511100"/>
                  </a:lnTo>
                  <a:close/>
                  <a:moveTo>
                    <a:pt x="390026" y="1467322"/>
                  </a:moveTo>
                  <a:lnTo>
                    <a:pt x="403017" y="1540163"/>
                  </a:lnTo>
                  <a:lnTo>
                    <a:pt x="453013" y="1511100"/>
                  </a:lnTo>
                  <a:close/>
                  <a:moveTo>
                    <a:pt x="630205" y="1588152"/>
                  </a:moveTo>
                  <a:lnTo>
                    <a:pt x="546497" y="1582750"/>
                  </a:lnTo>
                  <a:lnTo>
                    <a:pt x="596331" y="1593315"/>
                  </a:lnTo>
                  <a:close/>
                  <a:moveTo>
                    <a:pt x="560715" y="1483961"/>
                  </a:moveTo>
                  <a:lnTo>
                    <a:pt x="546497" y="1582750"/>
                  </a:lnTo>
                  <a:lnTo>
                    <a:pt x="630205" y="1588152"/>
                  </a:lnTo>
                  <a:close/>
                  <a:moveTo>
                    <a:pt x="628195" y="1489693"/>
                  </a:moveTo>
                  <a:lnTo>
                    <a:pt x="560715" y="1483961"/>
                  </a:lnTo>
                  <a:lnTo>
                    <a:pt x="630205" y="1588152"/>
                  </a:lnTo>
                  <a:close/>
                  <a:moveTo>
                    <a:pt x="453013" y="1511100"/>
                  </a:moveTo>
                  <a:lnTo>
                    <a:pt x="546497" y="1582750"/>
                  </a:lnTo>
                  <a:lnTo>
                    <a:pt x="560715" y="1483961"/>
                  </a:lnTo>
                  <a:close/>
                  <a:moveTo>
                    <a:pt x="453013" y="1511100"/>
                  </a:moveTo>
                  <a:lnTo>
                    <a:pt x="560715" y="1483961"/>
                  </a:lnTo>
                  <a:lnTo>
                    <a:pt x="452745" y="1510887"/>
                  </a:lnTo>
                  <a:close/>
                  <a:moveTo>
                    <a:pt x="452745" y="1510887"/>
                  </a:moveTo>
                  <a:lnTo>
                    <a:pt x="560715" y="1483961"/>
                  </a:lnTo>
                  <a:lnTo>
                    <a:pt x="554804" y="1398607"/>
                  </a:lnTo>
                  <a:close/>
                  <a:moveTo>
                    <a:pt x="439496" y="1390449"/>
                  </a:moveTo>
                  <a:lnTo>
                    <a:pt x="363172" y="1428885"/>
                  </a:lnTo>
                  <a:lnTo>
                    <a:pt x="452745" y="1510887"/>
                  </a:lnTo>
                  <a:close/>
                  <a:moveTo>
                    <a:pt x="439496" y="1390449"/>
                  </a:moveTo>
                  <a:lnTo>
                    <a:pt x="357028" y="1346670"/>
                  </a:lnTo>
                  <a:lnTo>
                    <a:pt x="363172" y="1428885"/>
                  </a:lnTo>
                  <a:close/>
                  <a:moveTo>
                    <a:pt x="63669" y="844945"/>
                  </a:moveTo>
                  <a:lnTo>
                    <a:pt x="0" y="853379"/>
                  </a:lnTo>
                  <a:lnTo>
                    <a:pt x="117198" y="877101"/>
                  </a:lnTo>
                  <a:close/>
                  <a:moveTo>
                    <a:pt x="771843" y="1352012"/>
                  </a:moveTo>
                  <a:lnTo>
                    <a:pt x="853460" y="1327649"/>
                  </a:lnTo>
                  <a:lnTo>
                    <a:pt x="805344" y="1231360"/>
                  </a:lnTo>
                  <a:close/>
                  <a:moveTo>
                    <a:pt x="768523" y="1209949"/>
                  </a:moveTo>
                  <a:lnTo>
                    <a:pt x="801022" y="1116253"/>
                  </a:lnTo>
                  <a:lnTo>
                    <a:pt x="698928" y="1131912"/>
                  </a:lnTo>
                  <a:close/>
                  <a:moveTo>
                    <a:pt x="698928" y="1131912"/>
                  </a:moveTo>
                  <a:lnTo>
                    <a:pt x="801022" y="1116253"/>
                  </a:lnTo>
                  <a:lnTo>
                    <a:pt x="793938" y="1110709"/>
                  </a:lnTo>
                  <a:close/>
                  <a:moveTo>
                    <a:pt x="891587" y="1192924"/>
                  </a:moveTo>
                  <a:lnTo>
                    <a:pt x="805344" y="1231360"/>
                  </a:lnTo>
                  <a:lnTo>
                    <a:pt x="864906" y="1291648"/>
                  </a:lnTo>
                  <a:close/>
                  <a:moveTo>
                    <a:pt x="893335" y="1095047"/>
                  </a:moveTo>
                  <a:lnTo>
                    <a:pt x="858759" y="1053463"/>
                  </a:lnTo>
                  <a:lnTo>
                    <a:pt x="857749" y="1072273"/>
                  </a:lnTo>
                  <a:close/>
                  <a:moveTo>
                    <a:pt x="858759" y="1053463"/>
                  </a:moveTo>
                  <a:lnTo>
                    <a:pt x="893335" y="1095047"/>
                  </a:lnTo>
                  <a:lnTo>
                    <a:pt x="989971" y="1050184"/>
                  </a:lnTo>
                  <a:close/>
                  <a:moveTo>
                    <a:pt x="534848" y="604161"/>
                  </a:moveTo>
                  <a:lnTo>
                    <a:pt x="482914" y="496767"/>
                  </a:lnTo>
                  <a:lnTo>
                    <a:pt x="461653" y="502983"/>
                  </a:lnTo>
                  <a:close/>
                  <a:moveTo>
                    <a:pt x="571206" y="458330"/>
                  </a:moveTo>
                  <a:lnTo>
                    <a:pt x="553023" y="531136"/>
                  </a:lnTo>
                  <a:lnTo>
                    <a:pt x="596220" y="477446"/>
                  </a:lnTo>
                  <a:close/>
                  <a:moveTo>
                    <a:pt x="571206" y="458330"/>
                  </a:moveTo>
                  <a:lnTo>
                    <a:pt x="482914" y="496767"/>
                  </a:lnTo>
                  <a:lnTo>
                    <a:pt x="553023" y="531136"/>
                  </a:lnTo>
                  <a:close/>
                  <a:moveTo>
                    <a:pt x="1330675" y="1182050"/>
                  </a:moveTo>
                  <a:lnTo>
                    <a:pt x="1353549" y="1143162"/>
                  </a:lnTo>
                  <a:lnTo>
                    <a:pt x="1261059" y="1178054"/>
                  </a:lnTo>
                  <a:close/>
                  <a:moveTo>
                    <a:pt x="1261059" y="1178054"/>
                  </a:moveTo>
                  <a:lnTo>
                    <a:pt x="1353549" y="1143162"/>
                  </a:lnTo>
                  <a:lnTo>
                    <a:pt x="1263198" y="1116051"/>
                  </a:lnTo>
                  <a:close/>
                  <a:moveTo>
                    <a:pt x="1367889" y="1159830"/>
                  </a:moveTo>
                  <a:lnTo>
                    <a:pt x="1330675" y="1182050"/>
                  </a:lnTo>
                  <a:lnTo>
                    <a:pt x="1316297" y="1219085"/>
                  </a:lnTo>
                  <a:close/>
                  <a:moveTo>
                    <a:pt x="1367889" y="1159830"/>
                  </a:moveTo>
                  <a:lnTo>
                    <a:pt x="1466406" y="1121393"/>
                  </a:lnTo>
                  <a:lnTo>
                    <a:pt x="1353549" y="1143162"/>
                  </a:lnTo>
                  <a:close/>
                  <a:moveTo>
                    <a:pt x="1352866" y="925406"/>
                  </a:moveTo>
                  <a:lnTo>
                    <a:pt x="1337022" y="976706"/>
                  </a:lnTo>
                  <a:lnTo>
                    <a:pt x="1338729" y="956963"/>
                  </a:lnTo>
                  <a:close/>
                  <a:moveTo>
                    <a:pt x="1802002" y="962305"/>
                  </a:moveTo>
                  <a:lnTo>
                    <a:pt x="1760891" y="905909"/>
                  </a:lnTo>
                  <a:lnTo>
                    <a:pt x="1715056" y="949743"/>
                  </a:lnTo>
                  <a:close/>
                  <a:moveTo>
                    <a:pt x="1802002" y="962305"/>
                  </a:moveTo>
                  <a:lnTo>
                    <a:pt x="1842739" y="923868"/>
                  </a:lnTo>
                  <a:lnTo>
                    <a:pt x="1760891" y="905909"/>
                  </a:lnTo>
                  <a:close/>
                  <a:moveTo>
                    <a:pt x="1734451" y="795878"/>
                  </a:moveTo>
                  <a:lnTo>
                    <a:pt x="1736458" y="814558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36458" y="814558"/>
                  </a:lnTo>
                  <a:lnTo>
                    <a:pt x="1772110" y="841654"/>
                  </a:lnTo>
                  <a:close/>
                  <a:moveTo>
                    <a:pt x="1693160" y="715660"/>
                  </a:moveTo>
                  <a:lnTo>
                    <a:pt x="1727745" y="781981"/>
                  </a:lnTo>
                  <a:lnTo>
                    <a:pt x="1697145" y="677223"/>
                  </a:lnTo>
                  <a:close/>
                  <a:moveTo>
                    <a:pt x="1697145" y="677223"/>
                  </a:moveTo>
                  <a:lnTo>
                    <a:pt x="1727745" y="781981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27745" y="781981"/>
                  </a:lnTo>
                  <a:lnTo>
                    <a:pt x="1734451" y="795878"/>
                  </a:lnTo>
                  <a:close/>
                  <a:moveTo>
                    <a:pt x="1623105" y="309927"/>
                  </a:moveTo>
                  <a:lnTo>
                    <a:pt x="1653676" y="400587"/>
                  </a:lnTo>
                  <a:lnTo>
                    <a:pt x="1653271" y="351791"/>
                  </a:lnTo>
                  <a:close/>
                  <a:moveTo>
                    <a:pt x="1564649" y="227711"/>
                  </a:moveTo>
                  <a:lnTo>
                    <a:pt x="1658749" y="296370"/>
                  </a:lnTo>
                  <a:lnTo>
                    <a:pt x="1656409" y="198180"/>
                  </a:lnTo>
                  <a:close/>
                  <a:moveTo>
                    <a:pt x="1661864" y="168713"/>
                  </a:moveTo>
                  <a:lnTo>
                    <a:pt x="1564649" y="227711"/>
                  </a:lnTo>
                  <a:lnTo>
                    <a:pt x="1656409" y="198180"/>
                  </a:lnTo>
                  <a:close/>
                  <a:moveTo>
                    <a:pt x="1631836" y="68623"/>
                  </a:moveTo>
                  <a:lnTo>
                    <a:pt x="1579725" y="107060"/>
                  </a:lnTo>
                  <a:lnTo>
                    <a:pt x="1661864" y="168713"/>
                  </a:lnTo>
                  <a:close/>
                  <a:moveTo>
                    <a:pt x="1631836" y="68623"/>
                  </a:moveTo>
                  <a:lnTo>
                    <a:pt x="1579413" y="0"/>
                  </a:lnTo>
                  <a:lnTo>
                    <a:pt x="1579082" y="24845"/>
                  </a:lnTo>
                  <a:close/>
                  <a:moveTo>
                    <a:pt x="1631836" y="68623"/>
                  </a:moveTo>
                  <a:lnTo>
                    <a:pt x="1579082" y="24845"/>
                  </a:lnTo>
                  <a:lnTo>
                    <a:pt x="1579725" y="10706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680" name="Candidate_density__1999">
              <a:extLst>
                <a:ext uri="{FF2B5EF4-FFF2-40B4-BE49-F238E27FC236}">
                  <a16:creationId xmlns:a16="http://schemas.microsoft.com/office/drawing/2014/main" id="{E20D2262-1029-26FB-AE8F-A495B10899AA}"/>
                </a:ext>
              </a:extLst>
            </p:cNvPr>
            <p:cNvSpPr>
              <a:spLocks noGrp="1"/>
            </p:cNvSpPr>
            <p:nvPr/>
          </p:nvSpPr>
          <p:spPr>
            <a:xfrm>
              <a:off x="4523862" y="3548694"/>
              <a:ext cx="2268183" cy="1807140"/>
            </a:xfrm>
            <a:custGeom>
              <a:avLst/>
              <a:gdLst/>
              <a:ahLst/>
              <a:cxnLst/>
              <a:rect l="0" t="0" r="0" b="0"/>
              <a:pathLst>
                <a:path w="2268183" h="1807140">
                  <a:moveTo>
                    <a:pt x="512051" y="1768796"/>
                  </a:moveTo>
                  <a:lnTo>
                    <a:pt x="532502" y="1797285"/>
                  </a:lnTo>
                  <a:lnTo>
                    <a:pt x="577799" y="1807140"/>
                  </a:lnTo>
                  <a:close/>
                  <a:moveTo>
                    <a:pt x="696955" y="1758787"/>
                  </a:moveTo>
                  <a:lnTo>
                    <a:pt x="634185" y="1730360"/>
                  </a:lnTo>
                  <a:lnTo>
                    <a:pt x="577799" y="1807140"/>
                  </a:lnTo>
                  <a:close/>
                  <a:moveTo>
                    <a:pt x="0" y="1026409"/>
                  </a:moveTo>
                  <a:lnTo>
                    <a:pt x="100273" y="1072639"/>
                  </a:lnTo>
                  <a:lnTo>
                    <a:pt x="60289" y="1050345"/>
                  </a:lnTo>
                  <a:close/>
                  <a:moveTo>
                    <a:pt x="0" y="1026409"/>
                  </a:moveTo>
                  <a:lnTo>
                    <a:pt x="128328" y="1082765"/>
                  </a:lnTo>
                  <a:lnTo>
                    <a:pt x="100273" y="1072639"/>
                  </a:lnTo>
                  <a:close/>
                  <a:moveTo>
                    <a:pt x="100273" y="1072639"/>
                  </a:moveTo>
                  <a:lnTo>
                    <a:pt x="128328" y="1082765"/>
                  </a:lnTo>
                  <a:lnTo>
                    <a:pt x="147540" y="1097905"/>
                  </a:lnTo>
                  <a:close/>
                  <a:moveTo>
                    <a:pt x="233877" y="1142043"/>
                  </a:moveTo>
                  <a:lnTo>
                    <a:pt x="147540" y="1097905"/>
                  </a:lnTo>
                  <a:lnTo>
                    <a:pt x="128328" y="1082765"/>
                  </a:lnTo>
                  <a:close/>
                  <a:moveTo>
                    <a:pt x="634185" y="1730360"/>
                  </a:moveTo>
                  <a:lnTo>
                    <a:pt x="696955" y="1758787"/>
                  </a:lnTo>
                  <a:lnTo>
                    <a:pt x="727395" y="1774139"/>
                  </a:lnTo>
                  <a:close/>
                  <a:moveTo>
                    <a:pt x="254222" y="1154854"/>
                  </a:moveTo>
                  <a:lnTo>
                    <a:pt x="337175" y="1116418"/>
                  </a:lnTo>
                  <a:lnTo>
                    <a:pt x="233877" y="1142043"/>
                  </a:lnTo>
                  <a:close/>
                  <a:moveTo>
                    <a:pt x="337175" y="1116418"/>
                  </a:moveTo>
                  <a:lnTo>
                    <a:pt x="274796" y="1079833"/>
                  </a:lnTo>
                  <a:lnTo>
                    <a:pt x="233877" y="1142043"/>
                  </a:lnTo>
                  <a:close/>
                  <a:moveTo>
                    <a:pt x="147540" y="1097905"/>
                  </a:moveTo>
                  <a:lnTo>
                    <a:pt x="99264" y="1045801"/>
                  </a:lnTo>
                  <a:lnTo>
                    <a:pt x="100273" y="1072639"/>
                  </a:lnTo>
                  <a:close/>
                  <a:moveTo>
                    <a:pt x="60289" y="1050345"/>
                  </a:moveTo>
                  <a:lnTo>
                    <a:pt x="100273" y="1072639"/>
                  </a:lnTo>
                  <a:lnTo>
                    <a:pt x="99264" y="1045801"/>
                  </a:lnTo>
                  <a:close/>
                  <a:moveTo>
                    <a:pt x="147540" y="1097905"/>
                  </a:moveTo>
                  <a:lnTo>
                    <a:pt x="233877" y="1142043"/>
                  </a:lnTo>
                  <a:lnTo>
                    <a:pt x="274796" y="1079833"/>
                  </a:lnTo>
                  <a:close/>
                  <a:moveTo>
                    <a:pt x="199219" y="1075919"/>
                  </a:moveTo>
                  <a:lnTo>
                    <a:pt x="147540" y="1097905"/>
                  </a:lnTo>
                  <a:lnTo>
                    <a:pt x="274796" y="1079833"/>
                  </a:lnTo>
                  <a:close/>
                  <a:moveTo>
                    <a:pt x="549126" y="1363063"/>
                  </a:moveTo>
                  <a:lnTo>
                    <a:pt x="527054" y="1250466"/>
                  </a:lnTo>
                  <a:lnTo>
                    <a:pt x="535921" y="1333544"/>
                  </a:lnTo>
                  <a:close/>
                  <a:moveTo>
                    <a:pt x="337175" y="1116418"/>
                  </a:moveTo>
                  <a:lnTo>
                    <a:pt x="356974" y="1077981"/>
                  </a:lnTo>
                  <a:lnTo>
                    <a:pt x="274796" y="1079833"/>
                  </a:lnTo>
                  <a:close/>
                  <a:moveTo>
                    <a:pt x="397600" y="1185221"/>
                  </a:moveTo>
                  <a:lnTo>
                    <a:pt x="367839" y="1149044"/>
                  </a:lnTo>
                  <a:lnTo>
                    <a:pt x="410516" y="1116418"/>
                  </a:lnTo>
                  <a:close/>
                  <a:moveTo>
                    <a:pt x="826067" y="1286191"/>
                  </a:moveTo>
                  <a:lnTo>
                    <a:pt x="772647" y="1222774"/>
                  </a:lnTo>
                  <a:lnTo>
                    <a:pt x="812404" y="1266165"/>
                  </a:lnTo>
                  <a:close/>
                  <a:moveTo>
                    <a:pt x="822308" y="1282493"/>
                  </a:moveTo>
                  <a:lnTo>
                    <a:pt x="812404" y="1266165"/>
                  </a:lnTo>
                  <a:lnTo>
                    <a:pt x="759273" y="1173055"/>
                  </a:lnTo>
                  <a:close/>
                  <a:moveTo>
                    <a:pt x="822308" y="1282493"/>
                  </a:moveTo>
                  <a:lnTo>
                    <a:pt x="819942" y="1294349"/>
                  </a:lnTo>
                  <a:lnTo>
                    <a:pt x="826067" y="1286191"/>
                  </a:lnTo>
                  <a:close/>
                  <a:moveTo>
                    <a:pt x="822308" y="1282493"/>
                  </a:moveTo>
                  <a:lnTo>
                    <a:pt x="826067" y="1286191"/>
                  </a:lnTo>
                  <a:lnTo>
                    <a:pt x="812404" y="1266165"/>
                  </a:lnTo>
                  <a:close/>
                  <a:moveTo>
                    <a:pt x="689642" y="929387"/>
                  </a:moveTo>
                  <a:lnTo>
                    <a:pt x="688926" y="957330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89642" y="929387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44889" y="865678"/>
                  </a:lnTo>
                  <a:lnTo>
                    <a:pt x="689642" y="929387"/>
                  </a:lnTo>
                  <a:close/>
                  <a:moveTo>
                    <a:pt x="679247" y="918894"/>
                  </a:moveTo>
                  <a:lnTo>
                    <a:pt x="704811" y="927351"/>
                  </a:lnTo>
                  <a:lnTo>
                    <a:pt x="715017" y="908758"/>
                  </a:lnTo>
                  <a:close/>
                  <a:moveTo>
                    <a:pt x="805295" y="895955"/>
                  </a:moveTo>
                  <a:lnTo>
                    <a:pt x="704811" y="927351"/>
                  </a:lnTo>
                  <a:lnTo>
                    <a:pt x="785590" y="950711"/>
                  </a:lnTo>
                  <a:close/>
                  <a:moveTo>
                    <a:pt x="805295" y="895955"/>
                  </a:moveTo>
                  <a:lnTo>
                    <a:pt x="715017" y="908758"/>
                  </a:lnTo>
                  <a:lnTo>
                    <a:pt x="704811" y="927351"/>
                  </a:lnTo>
                  <a:close/>
                  <a:moveTo>
                    <a:pt x="1130044" y="1187390"/>
                  </a:moveTo>
                  <a:lnTo>
                    <a:pt x="1203313" y="1182671"/>
                  </a:lnTo>
                  <a:lnTo>
                    <a:pt x="1255068" y="1160974"/>
                  </a:lnTo>
                  <a:close/>
                  <a:moveTo>
                    <a:pt x="1122887" y="968014"/>
                  </a:moveTo>
                  <a:lnTo>
                    <a:pt x="1123897" y="949205"/>
                  </a:lnTo>
                  <a:lnTo>
                    <a:pt x="1112009" y="924235"/>
                  </a:lnTo>
                  <a:close/>
                  <a:moveTo>
                    <a:pt x="1122887" y="968014"/>
                  </a:moveTo>
                  <a:lnTo>
                    <a:pt x="1112009" y="924235"/>
                  </a:lnTo>
                  <a:lnTo>
                    <a:pt x="1135275" y="885799"/>
                  </a:lnTo>
                  <a:close/>
                  <a:moveTo>
                    <a:pt x="1595813" y="1077792"/>
                  </a:moveTo>
                  <a:lnTo>
                    <a:pt x="1520241" y="1164692"/>
                  </a:lnTo>
                  <a:lnTo>
                    <a:pt x="1581435" y="1114826"/>
                  </a:lnTo>
                  <a:close/>
                  <a:moveTo>
                    <a:pt x="1595813" y="1077792"/>
                  </a:moveTo>
                  <a:lnTo>
                    <a:pt x="1526197" y="1073796"/>
                  </a:lnTo>
                  <a:lnTo>
                    <a:pt x="1520241" y="1164692"/>
                  </a:lnTo>
                  <a:close/>
                  <a:moveTo>
                    <a:pt x="1698710" y="1137786"/>
                  </a:moveTo>
                  <a:lnTo>
                    <a:pt x="1700686" y="1153216"/>
                  </a:lnTo>
                  <a:lnTo>
                    <a:pt x="1724383" y="1155427"/>
                  </a:lnTo>
                  <a:close/>
                  <a:moveTo>
                    <a:pt x="1793559" y="896484"/>
                  </a:moveTo>
                  <a:lnTo>
                    <a:pt x="1774135" y="852705"/>
                  </a:lnTo>
                  <a:lnTo>
                    <a:pt x="1801187" y="814269"/>
                  </a:lnTo>
                  <a:close/>
                  <a:moveTo>
                    <a:pt x="2107877" y="819610"/>
                  </a:moveTo>
                  <a:lnTo>
                    <a:pt x="2132244" y="920115"/>
                  </a:lnTo>
                  <a:lnTo>
                    <a:pt x="2180370" y="884847"/>
                  </a:lnTo>
                  <a:close/>
                  <a:moveTo>
                    <a:pt x="2268183" y="794627"/>
                  </a:moveTo>
                  <a:lnTo>
                    <a:pt x="2200958" y="788687"/>
                  </a:lnTo>
                  <a:lnTo>
                    <a:pt x="2180370" y="884847"/>
                  </a:lnTo>
                  <a:close/>
                  <a:moveTo>
                    <a:pt x="2248128" y="710839"/>
                  </a:moveTo>
                  <a:lnTo>
                    <a:pt x="2206429" y="767075"/>
                  </a:lnTo>
                  <a:lnTo>
                    <a:pt x="2200958" y="788687"/>
                  </a:lnTo>
                  <a:close/>
                  <a:moveTo>
                    <a:pt x="1927002" y="64454"/>
                  </a:moveTo>
                  <a:lnTo>
                    <a:pt x="1921547" y="93922"/>
                  </a:lnTo>
                  <a:lnTo>
                    <a:pt x="1958664" y="2802"/>
                  </a:lnTo>
                  <a:close/>
                  <a:moveTo>
                    <a:pt x="1958664" y="2802"/>
                  </a:moveTo>
                  <a:lnTo>
                    <a:pt x="1967321" y="0"/>
                  </a:lnTo>
                  <a:lnTo>
                    <a:pt x="1927002" y="6445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681" name="Candidate_density__2000">
              <a:extLst>
                <a:ext uri="{FF2B5EF4-FFF2-40B4-BE49-F238E27FC236}">
                  <a16:creationId xmlns:a16="http://schemas.microsoft.com/office/drawing/2014/main" id="{765BEA88-0F6F-0DB3-D555-97600EA47761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42616"/>
              <a:ext cx="1878022" cy="1713218"/>
            </a:xfrm>
            <a:custGeom>
              <a:avLst/>
              <a:gdLst/>
              <a:ahLst/>
              <a:cxnLst/>
              <a:rect l="0" t="0" r="0" b="0"/>
              <a:pathLst>
                <a:path w="1878022" h="1713218">
                  <a:moveTo>
                    <a:pt x="257829" y="1674875"/>
                  </a:moveTo>
                  <a:lnTo>
                    <a:pt x="323577" y="1713218"/>
                  </a:lnTo>
                  <a:lnTo>
                    <a:pt x="350447" y="1644692"/>
                  </a:lnTo>
                  <a:close/>
                  <a:moveTo>
                    <a:pt x="323577" y="1713218"/>
                  </a:moveTo>
                  <a:lnTo>
                    <a:pt x="379963" y="1636438"/>
                  </a:lnTo>
                  <a:lnTo>
                    <a:pt x="350447" y="1644692"/>
                  </a:lnTo>
                  <a:close/>
                  <a:moveTo>
                    <a:pt x="458114" y="1507169"/>
                  </a:moveTo>
                  <a:lnTo>
                    <a:pt x="372827" y="1472008"/>
                  </a:lnTo>
                  <a:lnTo>
                    <a:pt x="378085" y="1522131"/>
                  </a:lnTo>
                  <a:close/>
                  <a:moveTo>
                    <a:pt x="378085" y="1522131"/>
                  </a:moveTo>
                  <a:lnTo>
                    <a:pt x="372827" y="1472008"/>
                  </a:lnTo>
                  <a:lnTo>
                    <a:pt x="359377" y="1437248"/>
                  </a:lnTo>
                  <a:close/>
                  <a:moveTo>
                    <a:pt x="502355" y="1542286"/>
                  </a:moveTo>
                  <a:lnTo>
                    <a:pt x="458114" y="1507169"/>
                  </a:lnTo>
                  <a:lnTo>
                    <a:pt x="468590" y="1515787"/>
                  </a:lnTo>
                  <a:close/>
                  <a:moveTo>
                    <a:pt x="295872" y="1351356"/>
                  </a:moveTo>
                  <a:lnTo>
                    <a:pt x="279338" y="1396069"/>
                  </a:lnTo>
                  <a:lnTo>
                    <a:pt x="316981" y="1371623"/>
                  </a:lnTo>
                  <a:close/>
                  <a:moveTo>
                    <a:pt x="316981" y="1371623"/>
                  </a:moveTo>
                  <a:lnTo>
                    <a:pt x="278382" y="1442503"/>
                  </a:lnTo>
                  <a:lnTo>
                    <a:pt x="359377" y="1437248"/>
                  </a:lnTo>
                  <a:close/>
                  <a:moveTo>
                    <a:pt x="372827" y="1472008"/>
                  </a:moveTo>
                  <a:lnTo>
                    <a:pt x="316981" y="1371623"/>
                  </a:lnTo>
                  <a:lnTo>
                    <a:pt x="359377" y="1437248"/>
                  </a:lnTo>
                  <a:close/>
                  <a:moveTo>
                    <a:pt x="316981" y="1371623"/>
                  </a:moveTo>
                  <a:lnTo>
                    <a:pt x="287365" y="1362626"/>
                  </a:lnTo>
                  <a:lnTo>
                    <a:pt x="295872" y="1351356"/>
                  </a:lnTo>
                  <a:close/>
                  <a:moveTo>
                    <a:pt x="82952" y="1022496"/>
                  </a:moveTo>
                  <a:lnTo>
                    <a:pt x="71196" y="1111723"/>
                  </a:lnTo>
                  <a:lnTo>
                    <a:pt x="113616" y="1055122"/>
                  </a:lnTo>
                  <a:close/>
                  <a:moveTo>
                    <a:pt x="82952" y="1022496"/>
                  </a:moveTo>
                  <a:lnTo>
                    <a:pt x="0" y="1060932"/>
                  </a:lnTo>
                  <a:lnTo>
                    <a:pt x="71196" y="1111723"/>
                  </a:lnTo>
                  <a:close/>
                  <a:moveTo>
                    <a:pt x="520946" y="1463430"/>
                  </a:moveTo>
                  <a:lnTo>
                    <a:pt x="607246" y="1395135"/>
                  </a:lnTo>
                  <a:lnTo>
                    <a:pt x="539548" y="1411956"/>
                  </a:lnTo>
                  <a:close/>
                  <a:moveTo>
                    <a:pt x="281699" y="1239622"/>
                  </a:moveTo>
                  <a:lnTo>
                    <a:pt x="295872" y="1351356"/>
                  </a:lnTo>
                  <a:lnTo>
                    <a:pt x="294904" y="1269141"/>
                  </a:lnTo>
                  <a:close/>
                  <a:moveTo>
                    <a:pt x="82952" y="1022496"/>
                  </a:moveTo>
                  <a:lnTo>
                    <a:pt x="113616" y="1055122"/>
                  </a:lnTo>
                  <a:lnTo>
                    <a:pt x="127331" y="1066274"/>
                  </a:lnTo>
                  <a:close/>
                  <a:moveTo>
                    <a:pt x="607246" y="1395135"/>
                  </a:moveTo>
                  <a:lnTo>
                    <a:pt x="638617" y="1409522"/>
                  </a:lnTo>
                  <a:lnTo>
                    <a:pt x="641120" y="1389972"/>
                  </a:lnTo>
                  <a:close/>
                  <a:moveTo>
                    <a:pt x="463661" y="1312707"/>
                  </a:moveTo>
                  <a:lnTo>
                    <a:pt x="565720" y="1200427"/>
                  </a:lnTo>
                  <a:lnTo>
                    <a:pt x="497614" y="1224449"/>
                  </a:lnTo>
                  <a:close/>
                  <a:moveTo>
                    <a:pt x="571631" y="1285781"/>
                  </a:moveTo>
                  <a:lnTo>
                    <a:pt x="593345" y="1240257"/>
                  </a:lnTo>
                  <a:lnTo>
                    <a:pt x="571845" y="1192269"/>
                  </a:lnTo>
                  <a:close/>
                  <a:moveTo>
                    <a:pt x="565720" y="1200427"/>
                  </a:moveTo>
                  <a:lnTo>
                    <a:pt x="571631" y="1285781"/>
                  </a:lnTo>
                  <a:lnTo>
                    <a:pt x="571845" y="1192269"/>
                  </a:lnTo>
                  <a:close/>
                  <a:moveTo>
                    <a:pt x="568085" y="1188571"/>
                  </a:moveTo>
                  <a:lnTo>
                    <a:pt x="497614" y="1224449"/>
                  </a:lnTo>
                  <a:lnTo>
                    <a:pt x="565720" y="1200427"/>
                  </a:lnTo>
                  <a:close/>
                  <a:moveTo>
                    <a:pt x="450589" y="833429"/>
                  </a:moveTo>
                  <a:lnTo>
                    <a:pt x="511061" y="934654"/>
                  </a:lnTo>
                  <a:lnTo>
                    <a:pt x="531368" y="856789"/>
                  </a:lnTo>
                  <a:close/>
                  <a:moveTo>
                    <a:pt x="425025" y="824972"/>
                  </a:moveTo>
                  <a:lnTo>
                    <a:pt x="373621" y="742756"/>
                  </a:lnTo>
                  <a:lnTo>
                    <a:pt x="390667" y="771756"/>
                  </a:lnTo>
                  <a:close/>
                  <a:moveTo>
                    <a:pt x="816260" y="1033180"/>
                  </a:moveTo>
                  <a:lnTo>
                    <a:pt x="864375" y="1129469"/>
                  </a:lnTo>
                  <a:lnTo>
                    <a:pt x="875822" y="1093468"/>
                  </a:lnTo>
                  <a:close/>
                  <a:moveTo>
                    <a:pt x="816260" y="1033180"/>
                  </a:moveTo>
                  <a:lnTo>
                    <a:pt x="779439" y="1011769"/>
                  </a:lnTo>
                  <a:lnTo>
                    <a:pt x="721035" y="1008606"/>
                  </a:lnTo>
                  <a:close/>
                  <a:moveTo>
                    <a:pt x="373621" y="742756"/>
                  </a:moveTo>
                  <a:lnTo>
                    <a:pt x="460794" y="814836"/>
                  </a:lnTo>
                  <a:lnTo>
                    <a:pt x="403726" y="721670"/>
                  </a:lnTo>
                  <a:close/>
                  <a:moveTo>
                    <a:pt x="425025" y="824972"/>
                  </a:moveTo>
                  <a:lnTo>
                    <a:pt x="460794" y="814836"/>
                  </a:lnTo>
                  <a:lnTo>
                    <a:pt x="373621" y="742756"/>
                  </a:lnTo>
                  <a:close/>
                  <a:moveTo>
                    <a:pt x="373621" y="742756"/>
                  </a:moveTo>
                  <a:lnTo>
                    <a:pt x="379362" y="720355"/>
                  </a:lnTo>
                  <a:lnTo>
                    <a:pt x="342779" y="650005"/>
                  </a:lnTo>
                  <a:close/>
                  <a:moveTo>
                    <a:pt x="762047" y="1033180"/>
                  </a:moveTo>
                  <a:lnTo>
                    <a:pt x="779439" y="1011769"/>
                  </a:lnTo>
                  <a:lnTo>
                    <a:pt x="709843" y="933732"/>
                  </a:lnTo>
                  <a:close/>
                  <a:moveTo>
                    <a:pt x="816260" y="1033180"/>
                  </a:moveTo>
                  <a:lnTo>
                    <a:pt x="902503" y="994744"/>
                  </a:lnTo>
                  <a:lnTo>
                    <a:pt x="779439" y="1011769"/>
                  </a:lnTo>
                  <a:close/>
                  <a:moveTo>
                    <a:pt x="902503" y="994744"/>
                  </a:moveTo>
                  <a:lnTo>
                    <a:pt x="811938" y="918073"/>
                  </a:lnTo>
                  <a:lnTo>
                    <a:pt x="779439" y="1011769"/>
                  </a:lnTo>
                  <a:close/>
                  <a:moveTo>
                    <a:pt x="909793" y="1005280"/>
                  </a:moveTo>
                  <a:lnTo>
                    <a:pt x="875822" y="1093468"/>
                  </a:lnTo>
                  <a:lnTo>
                    <a:pt x="1000846" y="1067052"/>
                  </a:lnTo>
                  <a:close/>
                  <a:moveTo>
                    <a:pt x="1000846" y="1067052"/>
                  </a:moveTo>
                  <a:lnTo>
                    <a:pt x="964828" y="995840"/>
                  </a:lnTo>
                  <a:lnTo>
                    <a:pt x="909793" y="1005280"/>
                  </a:lnTo>
                  <a:close/>
                  <a:moveTo>
                    <a:pt x="563938" y="332956"/>
                  </a:moveTo>
                  <a:lnTo>
                    <a:pt x="493830" y="298587"/>
                  </a:lnTo>
                  <a:lnTo>
                    <a:pt x="545763" y="405981"/>
                  </a:lnTo>
                  <a:close/>
                  <a:moveTo>
                    <a:pt x="545763" y="405981"/>
                  </a:moveTo>
                  <a:lnTo>
                    <a:pt x="472569" y="304803"/>
                  </a:lnTo>
                  <a:lnTo>
                    <a:pt x="497895" y="384305"/>
                  </a:lnTo>
                  <a:close/>
                  <a:moveTo>
                    <a:pt x="1171788" y="933660"/>
                  </a:moveTo>
                  <a:lnTo>
                    <a:pt x="1213556" y="917871"/>
                  </a:lnTo>
                  <a:lnTo>
                    <a:pt x="1201861" y="936783"/>
                  </a:lnTo>
                  <a:close/>
                  <a:moveTo>
                    <a:pt x="1201861" y="936783"/>
                  </a:moveTo>
                  <a:lnTo>
                    <a:pt x="1235648" y="957220"/>
                  </a:lnTo>
                  <a:lnTo>
                    <a:pt x="1274114" y="917871"/>
                  </a:lnTo>
                  <a:close/>
                  <a:moveTo>
                    <a:pt x="1378805" y="961649"/>
                  </a:moveTo>
                  <a:lnTo>
                    <a:pt x="1446464" y="1059294"/>
                  </a:lnTo>
                  <a:lnTo>
                    <a:pt x="1444488" y="1043864"/>
                  </a:lnTo>
                  <a:close/>
                  <a:moveTo>
                    <a:pt x="1327212" y="1020904"/>
                  </a:moveTo>
                  <a:lnTo>
                    <a:pt x="1446464" y="1059294"/>
                  </a:lnTo>
                  <a:lnTo>
                    <a:pt x="1378805" y="961649"/>
                  </a:lnTo>
                  <a:close/>
                  <a:moveTo>
                    <a:pt x="1378805" y="961649"/>
                  </a:moveTo>
                  <a:lnTo>
                    <a:pt x="1444488" y="1043864"/>
                  </a:lnTo>
                  <a:lnTo>
                    <a:pt x="1477322" y="923213"/>
                  </a:lnTo>
                  <a:close/>
                  <a:moveTo>
                    <a:pt x="1853654" y="725688"/>
                  </a:moveTo>
                  <a:lnTo>
                    <a:pt x="1812918" y="764125"/>
                  </a:lnTo>
                  <a:lnTo>
                    <a:pt x="1878022" y="826193"/>
                  </a:lnTo>
                  <a:close/>
                  <a:moveTo>
                    <a:pt x="1708061" y="479043"/>
                  </a:moveTo>
                  <a:lnTo>
                    <a:pt x="1705368" y="569625"/>
                  </a:lnTo>
                  <a:lnTo>
                    <a:pt x="1699544" y="501008"/>
                  </a:lnTo>
                  <a:close/>
                  <a:moveTo>
                    <a:pt x="1708061" y="479043"/>
                  </a:moveTo>
                  <a:lnTo>
                    <a:pt x="1755938" y="433195"/>
                  </a:lnTo>
                  <a:lnTo>
                    <a:pt x="1704075" y="517480"/>
                  </a:lnTo>
                  <a:close/>
                  <a:moveTo>
                    <a:pt x="1731710" y="208433"/>
                  </a:moveTo>
                  <a:lnTo>
                    <a:pt x="1664591" y="202407"/>
                  </a:lnTo>
                  <a:lnTo>
                    <a:pt x="1645502" y="298955"/>
                  </a:lnTo>
                  <a:close/>
                  <a:moveTo>
                    <a:pt x="1664591" y="202407"/>
                  </a:moveTo>
                  <a:lnTo>
                    <a:pt x="1731710" y="208433"/>
                  </a:lnTo>
                  <a:lnTo>
                    <a:pt x="1664187" y="153611"/>
                  </a:lnTo>
                  <a:close/>
                  <a:moveTo>
                    <a:pt x="1730400" y="109406"/>
                  </a:moveTo>
                  <a:lnTo>
                    <a:pt x="1669665" y="98190"/>
                  </a:lnTo>
                  <a:lnTo>
                    <a:pt x="1664187" y="153611"/>
                  </a:lnTo>
                  <a:close/>
                  <a:moveTo>
                    <a:pt x="1669665" y="98190"/>
                  </a:moveTo>
                  <a:lnTo>
                    <a:pt x="1711101" y="25003"/>
                  </a:lnTo>
                  <a:lnTo>
                    <a:pt x="166732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682" name="Candidate_density__2001">
              <a:extLst>
                <a:ext uri="{FF2B5EF4-FFF2-40B4-BE49-F238E27FC236}">
                  <a16:creationId xmlns:a16="http://schemas.microsoft.com/office/drawing/2014/main" id="{412F3FFA-1C18-EE35-85A5-253B70CDC992}"/>
                </a:ext>
              </a:extLst>
            </p:cNvPr>
            <p:cNvSpPr>
              <a:spLocks noGrp="1"/>
            </p:cNvSpPr>
            <p:nvPr/>
          </p:nvSpPr>
          <p:spPr>
            <a:xfrm>
              <a:off x="5050916" y="3975572"/>
              <a:ext cx="1741128" cy="1382809"/>
            </a:xfrm>
            <a:custGeom>
              <a:avLst/>
              <a:gdLst/>
              <a:ahLst/>
              <a:cxnLst/>
              <a:rect l="0" t="0" r="0" b="0"/>
              <a:pathLst>
                <a:path w="1741128" h="1382809">
                  <a:moveTo>
                    <a:pt x="125956" y="1382809"/>
                  </a:moveTo>
                  <a:lnTo>
                    <a:pt x="169901" y="1331909"/>
                  </a:lnTo>
                  <a:lnTo>
                    <a:pt x="50745" y="1380262"/>
                  </a:lnTo>
                  <a:close/>
                  <a:moveTo>
                    <a:pt x="5012" y="815534"/>
                  </a:moveTo>
                  <a:lnTo>
                    <a:pt x="0" y="823588"/>
                  </a:lnTo>
                  <a:lnTo>
                    <a:pt x="22072" y="936185"/>
                  </a:lnTo>
                  <a:close/>
                  <a:moveTo>
                    <a:pt x="506607" y="678813"/>
                  </a:moveTo>
                  <a:lnTo>
                    <a:pt x="489215" y="700224"/>
                  </a:lnTo>
                  <a:lnTo>
                    <a:pt x="406302" y="725835"/>
                  </a:lnTo>
                  <a:close/>
                  <a:moveTo>
                    <a:pt x="265207" y="379581"/>
                  </a:moveTo>
                  <a:lnTo>
                    <a:pt x="212462" y="415027"/>
                  </a:lnTo>
                  <a:lnTo>
                    <a:pt x="187962" y="481880"/>
                  </a:lnTo>
                  <a:close/>
                  <a:moveTo>
                    <a:pt x="265207" y="379581"/>
                  </a:moveTo>
                  <a:lnTo>
                    <a:pt x="187962" y="481880"/>
                  </a:lnTo>
                  <a:lnTo>
                    <a:pt x="278241" y="469077"/>
                  </a:lnTo>
                  <a:close/>
                  <a:moveTo>
                    <a:pt x="282325" y="86282"/>
                  </a:moveTo>
                  <a:lnTo>
                    <a:pt x="291106" y="0"/>
                  </a:lnTo>
                  <a:lnTo>
                    <a:pt x="272932" y="73025"/>
                  </a:lnTo>
                  <a:close/>
                  <a:moveTo>
                    <a:pt x="1137101" y="718570"/>
                  </a:moveTo>
                  <a:lnTo>
                    <a:pt x="1173632" y="726338"/>
                  </a:lnTo>
                  <a:lnTo>
                    <a:pt x="1054381" y="687948"/>
                  </a:lnTo>
                  <a:close/>
                  <a:moveTo>
                    <a:pt x="1272707" y="731718"/>
                  </a:moveTo>
                  <a:lnTo>
                    <a:pt x="1197329" y="728549"/>
                  </a:lnTo>
                  <a:lnTo>
                    <a:pt x="1173632" y="726338"/>
                  </a:lnTo>
                  <a:close/>
                  <a:moveTo>
                    <a:pt x="1728437" y="272081"/>
                  </a:moveTo>
                  <a:lnTo>
                    <a:pt x="1679375" y="340197"/>
                  </a:lnTo>
                  <a:lnTo>
                    <a:pt x="1721074" y="283961"/>
                  </a:lnTo>
                  <a:close/>
                  <a:moveTo>
                    <a:pt x="1721074" y="283961"/>
                  </a:moveTo>
                  <a:lnTo>
                    <a:pt x="1673904" y="361809"/>
                  </a:lnTo>
                  <a:lnTo>
                    <a:pt x="1741128" y="36774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683" name="Candidate_density__2002">
              <a:extLst>
                <a:ext uri="{FF2B5EF4-FFF2-40B4-BE49-F238E27FC236}">
                  <a16:creationId xmlns:a16="http://schemas.microsoft.com/office/drawing/2014/main" id="{C14C0DED-902D-3971-69C6-11E685E4502E}"/>
                </a:ext>
              </a:extLst>
            </p:cNvPr>
            <p:cNvSpPr>
              <a:spLocks noGrp="1"/>
            </p:cNvSpPr>
            <p:nvPr/>
          </p:nvSpPr>
          <p:spPr>
            <a:xfrm>
              <a:off x="4772963" y="3469281"/>
              <a:ext cx="1858775" cy="1809774"/>
            </a:xfrm>
            <a:custGeom>
              <a:avLst/>
              <a:gdLst/>
              <a:ahLst/>
              <a:cxnLst/>
              <a:rect l="0" t="0" r="0" b="0"/>
              <a:pathLst>
                <a:path w="1858775" h="1809774">
                  <a:moveTo>
                    <a:pt x="214564" y="1645343"/>
                  </a:moveTo>
                  <a:lnTo>
                    <a:pt x="217791" y="1750551"/>
                  </a:lnTo>
                  <a:lnTo>
                    <a:pt x="268425" y="1724658"/>
                  </a:lnTo>
                  <a:close/>
                  <a:moveTo>
                    <a:pt x="214564" y="1645343"/>
                  </a:moveTo>
                  <a:lnTo>
                    <a:pt x="177017" y="1683780"/>
                  </a:lnTo>
                  <a:lnTo>
                    <a:pt x="217791" y="1750551"/>
                  </a:lnTo>
                  <a:close/>
                  <a:moveTo>
                    <a:pt x="383206" y="1695466"/>
                  </a:moveTo>
                  <a:lnTo>
                    <a:pt x="362224" y="1796699"/>
                  </a:lnTo>
                  <a:lnTo>
                    <a:pt x="439113" y="1689122"/>
                  </a:lnTo>
                  <a:close/>
                  <a:moveTo>
                    <a:pt x="439113" y="1689122"/>
                  </a:moveTo>
                  <a:lnTo>
                    <a:pt x="362224" y="1796699"/>
                  </a:lnTo>
                  <a:lnTo>
                    <a:pt x="385084" y="1809774"/>
                  </a:lnTo>
                  <a:close/>
                  <a:moveTo>
                    <a:pt x="170725" y="1563128"/>
                  </a:moveTo>
                  <a:lnTo>
                    <a:pt x="214564" y="1645343"/>
                  </a:lnTo>
                  <a:lnTo>
                    <a:pt x="253826" y="1524692"/>
                  </a:lnTo>
                  <a:close/>
                  <a:moveTo>
                    <a:pt x="133235" y="852256"/>
                  </a:moveTo>
                  <a:lnTo>
                    <a:pt x="16037" y="828535"/>
                  </a:lnTo>
                  <a:lnTo>
                    <a:pt x="0" y="847972"/>
                  </a:lnTo>
                  <a:close/>
                  <a:moveTo>
                    <a:pt x="660762" y="1151133"/>
                  </a:moveTo>
                  <a:lnTo>
                    <a:pt x="635249" y="1184170"/>
                  </a:lnTo>
                  <a:lnTo>
                    <a:pt x="667831" y="1124300"/>
                  </a:lnTo>
                  <a:close/>
                  <a:moveTo>
                    <a:pt x="667831" y="1124300"/>
                  </a:moveTo>
                  <a:lnTo>
                    <a:pt x="653673" y="1056804"/>
                  </a:lnTo>
                  <a:lnTo>
                    <a:pt x="660762" y="1151133"/>
                  </a:lnTo>
                  <a:close/>
                  <a:moveTo>
                    <a:pt x="667831" y="1124300"/>
                  </a:moveTo>
                  <a:lnTo>
                    <a:pt x="649519" y="1042085"/>
                  </a:lnTo>
                  <a:lnTo>
                    <a:pt x="653673" y="1056804"/>
                  </a:lnTo>
                  <a:close/>
                  <a:moveTo>
                    <a:pt x="907624" y="1168079"/>
                  </a:moveTo>
                  <a:lnTo>
                    <a:pt x="880943" y="1266803"/>
                  </a:lnTo>
                  <a:lnTo>
                    <a:pt x="914914" y="1178615"/>
                  </a:lnTo>
                  <a:close/>
                  <a:moveTo>
                    <a:pt x="667831" y="1124300"/>
                  </a:moveTo>
                  <a:lnTo>
                    <a:pt x="714965" y="1107067"/>
                  </a:lnTo>
                  <a:lnTo>
                    <a:pt x="649519" y="1042085"/>
                  </a:lnTo>
                  <a:close/>
                  <a:moveTo>
                    <a:pt x="362060" y="504870"/>
                  </a:moveTo>
                  <a:lnTo>
                    <a:pt x="366716" y="548794"/>
                  </a:lnTo>
                  <a:lnTo>
                    <a:pt x="356426" y="516131"/>
                  </a:lnTo>
                  <a:close/>
                  <a:moveTo>
                    <a:pt x="362060" y="504870"/>
                  </a:moveTo>
                  <a:lnTo>
                    <a:pt x="356426" y="516131"/>
                  </a:lnTo>
                  <a:lnTo>
                    <a:pt x="356327" y="510358"/>
                  </a:lnTo>
                  <a:close/>
                  <a:moveTo>
                    <a:pt x="944646" y="1129643"/>
                  </a:moveTo>
                  <a:lnTo>
                    <a:pt x="907624" y="1168079"/>
                  </a:lnTo>
                  <a:lnTo>
                    <a:pt x="914914" y="1178615"/>
                  </a:lnTo>
                  <a:close/>
                  <a:moveTo>
                    <a:pt x="907624" y="1168079"/>
                  </a:moveTo>
                  <a:lnTo>
                    <a:pt x="944646" y="1129643"/>
                  </a:lnTo>
                  <a:lnTo>
                    <a:pt x="909371" y="1070202"/>
                  </a:lnTo>
                  <a:close/>
                  <a:moveTo>
                    <a:pt x="817059" y="1091409"/>
                  </a:moveTo>
                  <a:lnTo>
                    <a:pt x="907624" y="1168079"/>
                  </a:lnTo>
                  <a:lnTo>
                    <a:pt x="909371" y="1070202"/>
                  </a:lnTo>
                  <a:close/>
                  <a:moveTo>
                    <a:pt x="1006008" y="1025339"/>
                  </a:moveTo>
                  <a:lnTo>
                    <a:pt x="909371" y="1070202"/>
                  </a:lnTo>
                  <a:lnTo>
                    <a:pt x="972803" y="1047428"/>
                  </a:lnTo>
                  <a:close/>
                  <a:moveTo>
                    <a:pt x="909371" y="1070202"/>
                  </a:moveTo>
                  <a:lnTo>
                    <a:pt x="953509" y="1107711"/>
                  </a:lnTo>
                  <a:lnTo>
                    <a:pt x="972803" y="1047428"/>
                  </a:lnTo>
                  <a:close/>
                  <a:moveTo>
                    <a:pt x="369938" y="505146"/>
                  </a:moveTo>
                  <a:lnTo>
                    <a:pt x="503016" y="557641"/>
                  </a:lnTo>
                  <a:lnTo>
                    <a:pt x="477690" y="478138"/>
                  </a:lnTo>
                  <a:close/>
                  <a:moveTo>
                    <a:pt x="362060" y="504870"/>
                  </a:moveTo>
                  <a:lnTo>
                    <a:pt x="356327" y="510358"/>
                  </a:lnTo>
                  <a:lnTo>
                    <a:pt x="369938" y="505146"/>
                  </a:lnTo>
                  <a:close/>
                  <a:moveTo>
                    <a:pt x="369938" y="505146"/>
                  </a:moveTo>
                  <a:lnTo>
                    <a:pt x="428277" y="473791"/>
                  </a:lnTo>
                  <a:lnTo>
                    <a:pt x="362060" y="504870"/>
                  </a:lnTo>
                  <a:close/>
                  <a:moveTo>
                    <a:pt x="369938" y="505146"/>
                  </a:moveTo>
                  <a:lnTo>
                    <a:pt x="477690" y="478138"/>
                  </a:lnTo>
                  <a:lnTo>
                    <a:pt x="428277" y="473791"/>
                  </a:lnTo>
                  <a:close/>
                  <a:moveTo>
                    <a:pt x="552984" y="446189"/>
                  </a:moveTo>
                  <a:lnTo>
                    <a:pt x="477690" y="478138"/>
                  </a:lnTo>
                  <a:lnTo>
                    <a:pt x="498951" y="471922"/>
                  </a:lnTo>
                  <a:close/>
                  <a:moveTo>
                    <a:pt x="428277" y="473791"/>
                  </a:moveTo>
                  <a:lnTo>
                    <a:pt x="477690" y="478138"/>
                  </a:lnTo>
                  <a:lnTo>
                    <a:pt x="552984" y="446189"/>
                  </a:lnTo>
                  <a:close/>
                  <a:moveTo>
                    <a:pt x="605379" y="426883"/>
                  </a:moveTo>
                  <a:lnTo>
                    <a:pt x="552984" y="446189"/>
                  </a:lnTo>
                  <a:lnTo>
                    <a:pt x="498951" y="471922"/>
                  </a:lnTo>
                  <a:close/>
                  <a:moveTo>
                    <a:pt x="1279235" y="1091206"/>
                  </a:moveTo>
                  <a:lnTo>
                    <a:pt x="1369586" y="1118317"/>
                  </a:lnTo>
                  <a:lnTo>
                    <a:pt x="1326501" y="1052770"/>
                  </a:lnTo>
                  <a:close/>
                  <a:moveTo>
                    <a:pt x="1346712" y="1157205"/>
                  </a:moveTo>
                  <a:lnTo>
                    <a:pt x="1383926" y="1134985"/>
                  </a:lnTo>
                  <a:lnTo>
                    <a:pt x="1369586" y="1118317"/>
                  </a:lnTo>
                  <a:close/>
                  <a:moveTo>
                    <a:pt x="1340051" y="1007892"/>
                  </a:moveTo>
                  <a:lnTo>
                    <a:pt x="1301013" y="1077139"/>
                  </a:lnTo>
                  <a:lnTo>
                    <a:pt x="1279235" y="1091206"/>
                  </a:lnTo>
                  <a:close/>
                  <a:moveTo>
                    <a:pt x="1326501" y="1052770"/>
                  </a:moveTo>
                  <a:lnTo>
                    <a:pt x="1353058" y="951861"/>
                  </a:lnTo>
                  <a:lnTo>
                    <a:pt x="1340051" y="1007892"/>
                  </a:lnTo>
                  <a:close/>
                  <a:moveTo>
                    <a:pt x="1354766" y="932118"/>
                  </a:moveTo>
                  <a:lnTo>
                    <a:pt x="1353058" y="951861"/>
                  </a:lnTo>
                  <a:lnTo>
                    <a:pt x="1326501" y="1052770"/>
                  </a:lnTo>
                  <a:close/>
                  <a:moveTo>
                    <a:pt x="1761061" y="855245"/>
                  </a:moveTo>
                  <a:lnTo>
                    <a:pt x="1731093" y="924898"/>
                  </a:lnTo>
                  <a:lnTo>
                    <a:pt x="1776928" y="881064"/>
                  </a:lnTo>
                  <a:close/>
                  <a:moveTo>
                    <a:pt x="1858775" y="899024"/>
                  </a:moveTo>
                  <a:lnTo>
                    <a:pt x="1833384" y="876942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76928" y="881064"/>
                  </a:lnTo>
                  <a:lnTo>
                    <a:pt x="1833384" y="876942"/>
                  </a:lnTo>
                  <a:close/>
                  <a:moveTo>
                    <a:pt x="1788147" y="816809"/>
                  </a:moveTo>
                  <a:lnTo>
                    <a:pt x="1761061" y="855245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52495" y="789714"/>
                  </a:lnTo>
                  <a:lnTo>
                    <a:pt x="1761061" y="855245"/>
                  </a:lnTo>
                  <a:close/>
                  <a:moveTo>
                    <a:pt x="1590779" y="405733"/>
                  </a:moveTo>
                  <a:lnTo>
                    <a:pt x="1644624" y="496231"/>
                  </a:lnTo>
                  <a:lnTo>
                    <a:pt x="1650624" y="472290"/>
                  </a:lnTo>
                  <a:close/>
                  <a:moveTo>
                    <a:pt x="1590779" y="405733"/>
                  </a:moveTo>
                  <a:lnTo>
                    <a:pt x="1650624" y="472290"/>
                  </a:lnTo>
                  <a:lnTo>
                    <a:pt x="1669712" y="375742"/>
                  </a:lnTo>
                  <a:close/>
                  <a:moveTo>
                    <a:pt x="1590779" y="405733"/>
                  </a:moveTo>
                  <a:lnTo>
                    <a:pt x="1669712" y="375742"/>
                  </a:lnTo>
                  <a:lnTo>
                    <a:pt x="1639142" y="285082"/>
                  </a:lnTo>
                  <a:close/>
                  <a:moveTo>
                    <a:pt x="1567663" y="323518"/>
                  </a:moveTo>
                  <a:lnTo>
                    <a:pt x="1590779" y="405733"/>
                  </a:lnTo>
                  <a:lnTo>
                    <a:pt x="1639142" y="285082"/>
                  </a:lnTo>
                  <a:close/>
                  <a:moveTo>
                    <a:pt x="1580686" y="202867"/>
                  </a:moveTo>
                  <a:lnTo>
                    <a:pt x="1567663" y="323518"/>
                  </a:lnTo>
                  <a:lnTo>
                    <a:pt x="1639142" y="285082"/>
                  </a:lnTo>
                  <a:close/>
                  <a:moveTo>
                    <a:pt x="1525722" y="131935"/>
                  </a:moveTo>
                  <a:lnTo>
                    <a:pt x="1543188" y="134063"/>
                  </a:lnTo>
                  <a:lnTo>
                    <a:pt x="1535561" y="120651"/>
                  </a:lnTo>
                  <a:close/>
                  <a:moveTo>
                    <a:pt x="1580686" y="202867"/>
                  </a:moveTo>
                  <a:lnTo>
                    <a:pt x="1543188" y="134063"/>
                  </a:lnTo>
                  <a:lnTo>
                    <a:pt x="1525722" y="131935"/>
                  </a:lnTo>
                  <a:close/>
                  <a:moveTo>
                    <a:pt x="1639142" y="285082"/>
                  </a:moveTo>
                  <a:lnTo>
                    <a:pt x="1669308" y="326946"/>
                  </a:lnTo>
                  <a:lnTo>
                    <a:pt x="1674786" y="271525"/>
                  </a:lnTo>
                  <a:close/>
                  <a:moveTo>
                    <a:pt x="1580686" y="202867"/>
                  </a:moveTo>
                  <a:lnTo>
                    <a:pt x="1639142" y="285082"/>
                  </a:lnTo>
                  <a:lnTo>
                    <a:pt x="1674786" y="271525"/>
                  </a:lnTo>
                  <a:close/>
                  <a:moveTo>
                    <a:pt x="1556354" y="107032"/>
                  </a:moveTo>
                  <a:lnTo>
                    <a:pt x="1543188" y="134063"/>
                  </a:lnTo>
                  <a:lnTo>
                    <a:pt x="1595762" y="82215"/>
                  </a:lnTo>
                  <a:close/>
                  <a:moveTo>
                    <a:pt x="1543188" y="134063"/>
                  </a:moveTo>
                  <a:lnTo>
                    <a:pt x="1580686" y="202867"/>
                  </a:lnTo>
                  <a:lnTo>
                    <a:pt x="1595762" y="82215"/>
                  </a:lnTo>
                  <a:close/>
                  <a:moveTo>
                    <a:pt x="1595762" y="82215"/>
                  </a:moveTo>
                  <a:lnTo>
                    <a:pt x="1580686" y="202867"/>
                  </a:lnTo>
                  <a:lnTo>
                    <a:pt x="1677900" y="143868"/>
                  </a:lnTo>
                  <a:close/>
                  <a:moveTo>
                    <a:pt x="1535561" y="120651"/>
                  </a:moveTo>
                  <a:lnTo>
                    <a:pt x="1543188" y="134063"/>
                  </a:lnTo>
                  <a:lnTo>
                    <a:pt x="1556354" y="107032"/>
                  </a:lnTo>
                  <a:close/>
                  <a:moveTo>
                    <a:pt x="1531287" y="89567"/>
                  </a:moveTo>
                  <a:lnTo>
                    <a:pt x="1535561" y="120651"/>
                  </a:lnTo>
                  <a:lnTo>
                    <a:pt x="1556354" y="107032"/>
                  </a:lnTo>
                  <a:close/>
                  <a:moveTo>
                    <a:pt x="1595118" y="0"/>
                  </a:moveTo>
                  <a:lnTo>
                    <a:pt x="1556354" y="107032"/>
                  </a:lnTo>
                  <a:lnTo>
                    <a:pt x="1595762" y="822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684" name="Candidate_density__2003">
              <a:extLst>
                <a:ext uri="{FF2B5EF4-FFF2-40B4-BE49-F238E27FC236}">
                  <a16:creationId xmlns:a16="http://schemas.microsoft.com/office/drawing/2014/main" id="{C896DFCF-62C5-8DF3-BD6F-9B4FA54611CA}"/>
                </a:ext>
              </a:extLst>
            </p:cNvPr>
            <p:cNvSpPr>
              <a:spLocks noGrp="1"/>
            </p:cNvSpPr>
            <p:nvPr/>
          </p:nvSpPr>
          <p:spPr>
            <a:xfrm>
              <a:off x="5220817" y="3728860"/>
              <a:ext cx="1571227" cy="1604491"/>
            </a:xfrm>
            <a:custGeom>
              <a:avLst/>
              <a:gdLst/>
              <a:ahLst/>
              <a:cxnLst/>
              <a:rect l="0" t="0" r="0" b="0"/>
              <a:pathLst>
                <a:path w="1571227" h="1604491">
                  <a:moveTo>
                    <a:pt x="40645" y="1550194"/>
                  </a:moveTo>
                  <a:lnTo>
                    <a:pt x="48726" y="1604491"/>
                  </a:lnTo>
                  <a:lnTo>
                    <a:pt x="0" y="1578621"/>
                  </a:lnTo>
                  <a:close/>
                  <a:moveTo>
                    <a:pt x="103030" y="319737"/>
                  </a:moveTo>
                  <a:lnTo>
                    <a:pt x="93731" y="359194"/>
                  </a:lnTo>
                  <a:lnTo>
                    <a:pt x="112424" y="332994"/>
                  </a:lnTo>
                  <a:close/>
                  <a:moveTo>
                    <a:pt x="823285" y="984526"/>
                  </a:moveTo>
                  <a:lnTo>
                    <a:pt x="757323" y="953104"/>
                  </a:lnTo>
                  <a:lnTo>
                    <a:pt x="884479" y="934660"/>
                  </a:lnTo>
                  <a:close/>
                  <a:moveTo>
                    <a:pt x="717395" y="6465"/>
                  </a:moveTo>
                  <a:lnTo>
                    <a:pt x="666245" y="30429"/>
                  </a:lnTo>
                  <a:lnTo>
                    <a:pt x="790196" y="0"/>
                  </a:lnTo>
                  <a:close/>
                  <a:moveTo>
                    <a:pt x="1483415" y="704680"/>
                  </a:moveTo>
                  <a:lnTo>
                    <a:pt x="1435289" y="739948"/>
                  </a:lnTo>
                  <a:lnTo>
                    <a:pt x="1551332" y="679954"/>
                  </a:lnTo>
                  <a:close/>
                  <a:moveTo>
                    <a:pt x="1571227" y="614461"/>
                  </a:moveTo>
                  <a:lnTo>
                    <a:pt x="1483415" y="704680"/>
                  </a:lnTo>
                  <a:lnTo>
                    <a:pt x="1551332" y="67995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685" name="Candidate_density__2004">
              <a:extLst>
                <a:ext uri="{FF2B5EF4-FFF2-40B4-BE49-F238E27FC236}">
                  <a16:creationId xmlns:a16="http://schemas.microsoft.com/office/drawing/2014/main" id="{2973C22F-3F82-313A-5028-4A124711EC87}"/>
                </a:ext>
              </a:extLst>
            </p:cNvPr>
            <p:cNvSpPr>
              <a:spLocks noGrp="1"/>
            </p:cNvSpPr>
            <p:nvPr/>
          </p:nvSpPr>
          <p:spPr>
            <a:xfrm>
              <a:off x="6052198" y="4477172"/>
              <a:ext cx="60816" cy="83314"/>
            </a:xfrm>
            <a:custGeom>
              <a:avLst/>
              <a:gdLst/>
              <a:ahLst/>
              <a:cxnLst/>
              <a:rect l="0" t="0" r="0" b="0"/>
              <a:pathLst>
                <a:path w="60816" h="83314">
                  <a:moveTo>
                    <a:pt x="60816" y="0"/>
                  </a:moveTo>
                  <a:lnTo>
                    <a:pt x="0" y="83314"/>
                  </a:lnTo>
                  <a:lnTo>
                    <a:pt x="47266" y="448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686" name="Candidate_density__2005">
              <a:extLst>
                <a:ext uri="{FF2B5EF4-FFF2-40B4-BE49-F238E27FC236}">
                  <a16:creationId xmlns:a16="http://schemas.microsoft.com/office/drawing/2014/main" id="{4CD9E03B-C51F-9068-CA32-A8924CA0597A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86596"/>
              <a:ext cx="2332922" cy="1936237"/>
            </a:xfrm>
            <a:custGeom>
              <a:avLst/>
              <a:gdLst/>
              <a:ahLst/>
              <a:cxnLst/>
              <a:rect l="0" t="0" r="0" b="0"/>
              <a:pathLst>
                <a:path w="2332922" h="1936237">
                  <a:moveTo>
                    <a:pt x="807984" y="1854022"/>
                  </a:moveTo>
                  <a:lnTo>
                    <a:pt x="711616" y="1892458"/>
                  </a:lnTo>
                  <a:lnTo>
                    <a:pt x="804826" y="1936237"/>
                  </a:lnTo>
                  <a:close/>
                  <a:moveTo>
                    <a:pt x="194901" y="1211030"/>
                  </a:moveTo>
                  <a:lnTo>
                    <a:pt x="176695" y="1207899"/>
                  </a:lnTo>
                  <a:lnTo>
                    <a:pt x="224971" y="1260003"/>
                  </a:lnTo>
                  <a:close/>
                  <a:moveTo>
                    <a:pt x="55356" y="1145862"/>
                  </a:moveTo>
                  <a:lnTo>
                    <a:pt x="173148" y="1196301"/>
                  </a:lnTo>
                  <a:lnTo>
                    <a:pt x="106751" y="1160111"/>
                  </a:lnTo>
                  <a:close/>
                  <a:moveTo>
                    <a:pt x="55356" y="1145862"/>
                  </a:moveTo>
                  <a:lnTo>
                    <a:pt x="176695" y="1207899"/>
                  </a:lnTo>
                  <a:lnTo>
                    <a:pt x="173148" y="1196301"/>
                  </a:lnTo>
                  <a:close/>
                  <a:moveTo>
                    <a:pt x="56113" y="1152522"/>
                  </a:moveTo>
                  <a:lnTo>
                    <a:pt x="176695" y="1207899"/>
                  </a:lnTo>
                  <a:lnTo>
                    <a:pt x="55356" y="1145862"/>
                  </a:lnTo>
                  <a:close/>
                  <a:moveTo>
                    <a:pt x="173148" y="1196301"/>
                  </a:moveTo>
                  <a:lnTo>
                    <a:pt x="176695" y="1207899"/>
                  </a:lnTo>
                  <a:lnTo>
                    <a:pt x="194901" y="1211030"/>
                  </a:lnTo>
                  <a:close/>
                  <a:moveTo>
                    <a:pt x="106751" y="1160111"/>
                  </a:moveTo>
                  <a:lnTo>
                    <a:pt x="0" y="1130273"/>
                  </a:lnTo>
                  <a:lnTo>
                    <a:pt x="55356" y="1145862"/>
                  </a:lnTo>
                  <a:close/>
                  <a:moveTo>
                    <a:pt x="804826" y="1936237"/>
                  </a:moveTo>
                  <a:lnTo>
                    <a:pt x="787142" y="1915407"/>
                  </a:lnTo>
                  <a:lnTo>
                    <a:pt x="763493" y="1834541"/>
                  </a:lnTo>
                  <a:close/>
                  <a:moveTo>
                    <a:pt x="807984" y="1854022"/>
                  </a:moveTo>
                  <a:lnTo>
                    <a:pt x="763493" y="1834541"/>
                  </a:lnTo>
                  <a:lnTo>
                    <a:pt x="722288" y="1767948"/>
                  </a:lnTo>
                  <a:close/>
                  <a:moveTo>
                    <a:pt x="722166" y="1667955"/>
                  </a:moveTo>
                  <a:lnTo>
                    <a:pt x="765646" y="1771807"/>
                  </a:lnTo>
                  <a:lnTo>
                    <a:pt x="722288" y="1767948"/>
                  </a:lnTo>
                  <a:close/>
                  <a:moveTo>
                    <a:pt x="472287" y="1404510"/>
                  </a:moveTo>
                  <a:lnTo>
                    <a:pt x="511172" y="1518121"/>
                  </a:lnTo>
                  <a:lnTo>
                    <a:pt x="541686" y="1456424"/>
                  </a:lnTo>
                  <a:close/>
                  <a:moveTo>
                    <a:pt x="613352" y="1495642"/>
                  </a:moveTo>
                  <a:lnTo>
                    <a:pt x="604485" y="1412564"/>
                  </a:lnTo>
                  <a:lnTo>
                    <a:pt x="541686" y="1456424"/>
                  </a:lnTo>
                  <a:close/>
                  <a:moveTo>
                    <a:pt x="434405" y="1240079"/>
                  </a:moveTo>
                  <a:lnTo>
                    <a:pt x="414606" y="1278516"/>
                  </a:lnTo>
                  <a:lnTo>
                    <a:pt x="458985" y="1322294"/>
                  </a:lnTo>
                  <a:close/>
                  <a:moveTo>
                    <a:pt x="434405" y="1240079"/>
                  </a:moveTo>
                  <a:lnTo>
                    <a:pt x="390915" y="1171374"/>
                  </a:lnTo>
                  <a:lnTo>
                    <a:pt x="352227" y="1241931"/>
                  </a:lnTo>
                  <a:close/>
                  <a:moveTo>
                    <a:pt x="173148" y="1196301"/>
                  </a:moveTo>
                  <a:lnTo>
                    <a:pt x="194901" y="1211030"/>
                  </a:lnTo>
                  <a:lnTo>
                    <a:pt x="197107" y="1191305"/>
                  </a:lnTo>
                  <a:close/>
                  <a:moveTo>
                    <a:pt x="173148" y="1196301"/>
                  </a:moveTo>
                  <a:lnTo>
                    <a:pt x="197107" y="1191305"/>
                  </a:lnTo>
                  <a:lnTo>
                    <a:pt x="106751" y="1160111"/>
                  </a:lnTo>
                  <a:close/>
                  <a:moveTo>
                    <a:pt x="299009" y="1169052"/>
                  </a:moveTo>
                  <a:lnTo>
                    <a:pt x="194901" y="1211030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197107" y="1191305"/>
                  </a:lnTo>
                  <a:lnTo>
                    <a:pt x="194901" y="1211030"/>
                  </a:lnTo>
                  <a:close/>
                  <a:moveTo>
                    <a:pt x="197107" y="1191305"/>
                  </a:moveTo>
                  <a:lnTo>
                    <a:pt x="299009" y="1169052"/>
                  </a:lnTo>
                  <a:lnTo>
                    <a:pt x="227997" y="1119569"/>
                  </a:lnTo>
                  <a:close/>
                  <a:moveTo>
                    <a:pt x="299009" y="1169052"/>
                  </a:moveTo>
                  <a:lnTo>
                    <a:pt x="305976" y="1132462"/>
                  </a:lnTo>
                  <a:lnTo>
                    <a:pt x="227997" y="1119569"/>
                  </a:lnTo>
                  <a:close/>
                  <a:moveTo>
                    <a:pt x="276650" y="1238017"/>
                  </a:moveTo>
                  <a:lnTo>
                    <a:pt x="368208" y="1157865"/>
                  </a:lnTo>
                  <a:lnTo>
                    <a:pt x="299009" y="1169052"/>
                  </a:lnTo>
                  <a:close/>
                  <a:moveTo>
                    <a:pt x="390915" y="1171374"/>
                  </a:moveTo>
                  <a:lnTo>
                    <a:pt x="368208" y="1157865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368208" y="1157865"/>
                  </a:lnTo>
                  <a:lnTo>
                    <a:pt x="305976" y="1132462"/>
                  </a:lnTo>
                  <a:close/>
                  <a:moveTo>
                    <a:pt x="758528" y="1815585"/>
                  </a:moveTo>
                  <a:lnTo>
                    <a:pt x="722288" y="1767948"/>
                  </a:lnTo>
                  <a:lnTo>
                    <a:pt x="763493" y="1834541"/>
                  </a:lnTo>
                  <a:close/>
                  <a:moveTo>
                    <a:pt x="722288" y="1767948"/>
                  </a:moveTo>
                  <a:lnTo>
                    <a:pt x="716056" y="1733370"/>
                  </a:lnTo>
                  <a:lnTo>
                    <a:pt x="636682" y="1676859"/>
                  </a:lnTo>
                  <a:close/>
                  <a:moveTo>
                    <a:pt x="722166" y="1667955"/>
                  </a:moveTo>
                  <a:lnTo>
                    <a:pt x="722288" y="1767948"/>
                  </a:lnTo>
                  <a:lnTo>
                    <a:pt x="636682" y="1676859"/>
                  </a:lnTo>
                  <a:close/>
                  <a:moveTo>
                    <a:pt x="738910" y="1421296"/>
                  </a:moveTo>
                  <a:lnTo>
                    <a:pt x="686581" y="1396609"/>
                  </a:lnTo>
                  <a:lnTo>
                    <a:pt x="782065" y="1448289"/>
                  </a:lnTo>
                  <a:close/>
                  <a:moveTo>
                    <a:pt x="544548" y="1390895"/>
                  </a:moveTo>
                  <a:lnTo>
                    <a:pt x="541686" y="1456424"/>
                  </a:lnTo>
                  <a:lnTo>
                    <a:pt x="605570" y="1401876"/>
                  </a:lnTo>
                  <a:close/>
                  <a:moveTo>
                    <a:pt x="669905" y="1366073"/>
                  </a:moveTo>
                  <a:lnTo>
                    <a:pt x="686581" y="1396609"/>
                  </a:lnTo>
                  <a:lnTo>
                    <a:pt x="738910" y="1421296"/>
                  </a:lnTo>
                  <a:close/>
                  <a:moveTo>
                    <a:pt x="493620" y="1283858"/>
                  </a:moveTo>
                  <a:lnTo>
                    <a:pt x="434405" y="1240079"/>
                  </a:lnTo>
                  <a:lnTo>
                    <a:pt x="458985" y="1322294"/>
                  </a:lnTo>
                  <a:close/>
                  <a:moveTo>
                    <a:pt x="390915" y="1171374"/>
                  </a:moveTo>
                  <a:lnTo>
                    <a:pt x="434405" y="1240079"/>
                  </a:lnTo>
                  <a:lnTo>
                    <a:pt x="446988" y="1209433"/>
                  </a:lnTo>
                  <a:close/>
                  <a:moveTo>
                    <a:pt x="738910" y="1421296"/>
                  </a:moveTo>
                  <a:lnTo>
                    <a:pt x="782065" y="1448289"/>
                  </a:lnTo>
                  <a:lnTo>
                    <a:pt x="783240" y="1371833"/>
                  </a:lnTo>
                  <a:close/>
                  <a:moveTo>
                    <a:pt x="836704" y="1335153"/>
                  </a:moveTo>
                  <a:lnTo>
                    <a:pt x="782065" y="1448289"/>
                  </a:lnTo>
                  <a:lnTo>
                    <a:pt x="839919" y="1432631"/>
                  </a:lnTo>
                  <a:close/>
                  <a:moveTo>
                    <a:pt x="899739" y="1444591"/>
                  </a:moveTo>
                  <a:lnTo>
                    <a:pt x="839919" y="1432631"/>
                  </a:lnTo>
                  <a:lnTo>
                    <a:pt x="829268" y="1480469"/>
                  </a:lnTo>
                  <a:close/>
                  <a:moveTo>
                    <a:pt x="698621" y="1327637"/>
                  </a:moveTo>
                  <a:lnTo>
                    <a:pt x="655126" y="1283858"/>
                  </a:lnTo>
                  <a:lnTo>
                    <a:pt x="669905" y="1366073"/>
                  </a:lnTo>
                  <a:close/>
                  <a:moveTo>
                    <a:pt x="711016" y="976374"/>
                  </a:moveTo>
                  <a:lnTo>
                    <a:pt x="705274" y="998776"/>
                  </a:lnTo>
                  <a:lnTo>
                    <a:pt x="735380" y="977689"/>
                  </a:lnTo>
                  <a:close/>
                  <a:moveTo>
                    <a:pt x="711016" y="976374"/>
                  </a:moveTo>
                  <a:lnTo>
                    <a:pt x="735380" y="977689"/>
                  </a:lnTo>
                  <a:lnTo>
                    <a:pt x="702683" y="960340"/>
                  </a:lnTo>
                  <a:close/>
                  <a:moveTo>
                    <a:pt x="702683" y="960340"/>
                  </a:moveTo>
                  <a:lnTo>
                    <a:pt x="674432" y="906025"/>
                  </a:lnTo>
                  <a:lnTo>
                    <a:pt x="711016" y="976374"/>
                  </a:lnTo>
                  <a:close/>
                  <a:moveTo>
                    <a:pt x="702683" y="960340"/>
                  </a:moveTo>
                  <a:lnTo>
                    <a:pt x="635549" y="878125"/>
                  </a:lnTo>
                  <a:lnTo>
                    <a:pt x="674432" y="906025"/>
                  </a:lnTo>
                  <a:close/>
                  <a:moveTo>
                    <a:pt x="1104011" y="1250764"/>
                  </a:moveTo>
                  <a:lnTo>
                    <a:pt x="1093701" y="1289200"/>
                  </a:lnTo>
                  <a:lnTo>
                    <a:pt x="1041497" y="1189752"/>
                  </a:lnTo>
                  <a:close/>
                  <a:moveTo>
                    <a:pt x="970037" y="1087163"/>
                  </a:moveTo>
                  <a:lnTo>
                    <a:pt x="976051" y="1124770"/>
                  </a:lnTo>
                  <a:lnTo>
                    <a:pt x="971672" y="1088632"/>
                  </a:lnTo>
                  <a:close/>
                  <a:moveTo>
                    <a:pt x="702683" y="960340"/>
                  </a:moveTo>
                  <a:lnTo>
                    <a:pt x="735380" y="977689"/>
                  </a:lnTo>
                  <a:lnTo>
                    <a:pt x="760840" y="935869"/>
                  </a:lnTo>
                  <a:close/>
                  <a:moveTo>
                    <a:pt x="702683" y="960340"/>
                  </a:moveTo>
                  <a:lnTo>
                    <a:pt x="760840" y="935869"/>
                  </a:lnTo>
                  <a:lnTo>
                    <a:pt x="635549" y="878125"/>
                  </a:lnTo>
                  <a:close/>
                  <a:moveTo>
                    <a:pt x="635316" y="877233"/>
                  </a:moveTo>
                  <a:lnTo>
                    <a:pt x="635549" y="878125"/>
                  </a:lnTo>
                  <a:lnTo>
                    <a:pt x="690083" y="871791"/>
                  </a:lnTo>
                  <a:close/>
                  <a:moveTo>
                    <a:pt x="823179" y="921903"/>
                  </a:moveTo>
                  <a:lnTo>
                    <a:pt x="871736" y="1006396"/>
                  </a:lnTo>
                  <a:lnTo>
                    <a:pt x="872081" y="1004119"/>
                  </a:lnTo>
                  <a:close/>
                  <a:moveTo>
                    <a:pt x="735380" y="977689"/>
                  </a:moveTo>
                  <a:lnTo>
                    <a:pt x="871736" y="1006396"/>
                  </a:lnTo>
                  <a:lnTo>
                    <a:pt x="823179" y="921903"/>
                  </a:lnTo>
                  <a:close/>
                  <a:moveTo>
                    <a:pt x="823179" y="921903"/>
                  </a:moveTo>
                  <a:lnTo>
                    <a:pt x="760840" y="935869"/>
                  </a:lnTo>
                  <a:lnTo>
                    <a:pt x="735380" y="977689"/>
                  </a:lnTo>
                  <a:close/>
                  <a:moveTo>
                    <a:pt x="760840" y="935869"/>
                  </a:moveTo>
                  <a:lnTo>
                    <a:pt x="823179" y="921903"/>
                  </a:lnTo>
                  <a:lnTo>
                    <a:pt x="775486" y="912437"/>
                  </a:lnTo>
                  <a:close/>
                  <a:moveTo>
                    <a:pt x="635549" y="878125"/>
                  </a:moveTo>
                  <a:lnTo>
                    <a:pt x="635316" y="877233"/>
                  </a:lnTo>
                  <a:lnTo>
                    <a:pt x="616320" y="792583"/>
                  </a:lnTo>
                  <a:close/>
                  <a:moveTo>
                    <a:pt x="967340" y="1086333"/>
                  </a:moveTo>
                  <a:lnTo>
                    <a:pt x="970037" y="1087163"/>
                  </a:lnTo>
                  <a:lnTo>
                    <a:pt x="971672" y="1088632"/>
                  </a:lnTo>
                  <a:close/>
                  <a:moveTo>
                    <a:pt x="871736" y="1006396"/>
                  </a:moveTo>
                  <a:lnTo>
                    <a:pt x="967340" y="1086333"/>
                  </a:lnTo>
                  <a:lnTo>
                    <a:pt x="876104" y="1009978"/>
                  </a:lnTo>
                  <a:close/>
                  <a:moveTo>
                    <a:pt x="970037" y="1087163"/>
                  </a:moveTo>
                  <a:lnTo>
                    <a:pt x="967340" y="1086333"/>
                  </a:lnTo>
                  <a:lnTo>
                    <a:pt x="871736" y="1006396"/>
                  </a:lnTo>
                  <a:close/>
                  <a:moveTo>
                    <a:pt x="616576" y="839688"/>
                  </a:moveTo>
                  <a:lnTo>
                    <a:pt x="616320" y="792583"/>
                  </a:lnTo>
                  <a:lnTo>
                    <a:pt x="635316" y="877233"/>
                  </a:lnTo>
                  <a:close/>
                  <a:moveTo>
                    <a:pt x="1185568" y="1130112"/>
                  </a:moveTo>
                  <a:lnTo>
                    <a:pt x="1143591" y="1174093"/>
                  </a:lnTo>
                  <a:lnTo>
                    <a:pt x="1191678" y="1138681"/>
                  </a:lnTo>
                  <a:close/>
                  <a:moveTo>
                    <a:pt x="1136507" y="1168549"/>
                  </a:moveTo>
                  <a:lnTo>
                    <a:pt x="1143591" y="1174093"/>
                  </a:lnTo>
                  <a:lnTo>
                    <a:pt x="1185568" y="1130112"/>
                  </a:lnTo>
                  <a:close/>
                  <a:moveTo>
                    <a:pt x="1111702" y="1047897"/>
                  </a:moveTo>
                  <a:lnTo>
                    <a:pt x="1136507" y="1168549"/>
                  </a:lnTo>
                  <a:lnTo>
                    <a:pt x="1185568" y="1130112"/>
                  </a:lnTo>
                  <a:close/>
                  <a:moveTo>
                    <a:pt x="967340" y="1086333"/>
                  </a:moveTo>
                  <a:lnTo>
                    <a:pt x="971672" y="1088632"/>
                  </a:lnTo>
                  <a:lnTo>
                    <a:pt x="976363" y="1082021"/>
                  </a:lnTo>
                  <a:close/>
                  <a:moveTo>
                    <a:pt x="967340" y="1086333"/>
                  </a:moveTo>
                  <a:lnTo>
                    <a:pt x="976363" y="1082021"/>
                  </a:lnTo>
                  <a:lnTo>
                    <a:pt x="876104" y="1009978"/>
                  </a:lnTo>
                  <a:close/>
                  <a:moveTo>
                    <a:pt x="1083595" y="1055435"/>
                  </a:moveTo>
                  <a:lnTo>
                    <a:pt x="976363" y="1082021"/>
                  </a:lnTo>
                  <a:lnTo>
                    <a:pt x="971672" y="1088632"/>
                  </a:lnTo>
                  <a:close/>
                  <a:moveTo>
                    <a:pt x="976363" y="1082021"/>
                  </a:moveTo>
                  <a:lnTo>
                    <a:pt x="1083595" y="1055435"/>
                  </a:lnTo>
                  <a:lnTo>
                    <a:pt x="1016077" y="1039451"/>
                  </a:lnTo>
                  <a:close/>
                  <a:moveTo>
                    <a:pt x="1109287" y="995047"/>
                  </a:moveTo>
                  <a:lnTo>
                    <a:pt x="1086545" y="1024261"/>
                  </a:lnTo>
                  <a:lnTo>
                    <a:pt x="1083595" y="1055435"/>
                  </a:lnTo>
                  <a:close/>
                  <a:moveTo>
                    <a:pt x="1111702" y="1047897"/>
                  </a:moveTo>
                  <a:lnTo>
                    <a:pt x="1154755" y="1000631"/>
                  </a:lnTo>
                  <a:lnTo>
                    <a:pt x="1109287" y="995047"/>
                  </a:lnTo>
                  <a:close/>
                  <a:moveTo>
                    <a:pt x="1083595" y="1055435"/>
                  </a:moveTo>
                  <a:lnTo>
                    <a:pt x="1111702" y="1047897"/>
                  </a:lnTo>
                  <a:lnTo>
                    <a:pt x="1109287" y="995047"/>
                  </a:lnTo>
                  <a:close/>
                  <a:moveTo>
                    <a:pt x="1296481" y="1251860"/>
                  </a:moveTo>
                  <a:lnTo>
                    <a:pt x="1320744" y="1294542"/>
                  </a:lnTo>
                  <a:lnTo>
                    <a:pt x="1314348" y="1289297"/>
                  </a:lnTo>
                  <a:close/>
                  <a:moveTo>
                    <a:pt x="1191678" y="1138681"/>
                  </a:moveTo>
                  <a:lnTo>
                    <a:pt x="1200318" y="1130112"/>
                  </a:lnTo>
                  <a:lnTo>
                    <a:pt x="1245289" y="1184757"/>
                  </a:lnTo>
                  <a:close/>
                  <a:moveTo>
                    <a:pt x="1245289" y="1184757"/>
                  </a:moveTo>
                  <a:lnTo>
                    <a:pt x="1200318" y="1130112"/>
                  </a:lnTo>
                  <a:lnTo>
                    <a:pt x="1281995" y="1115416"/>
                  </a:lnTo>
                  <a:close/>
                  <a:moveTo>
                    <a:pt x="1200500" y="1020985"/>
                  </a:moveTo>
                  <a:lnTo>
                    <a:pt x="1212705" y="1047897"/>
                  </a:lnTo>
                  <a:lnTo>
                    <a:pt x="1154755" y="1000631"/>
                  </a:lnTo>
                  <a:close/>
                  <a:moveTo>
                    <a:pt x="1776141" y="1299884"/>
                  </a:moveTo>
                  <a:lnTo>
                    <a:pt x="1801814" y="1317525"/>
                  </a:lnTo>
                  <a:lnTo>
                    <a:pt x="1840496" y="1264600"/>
                  </a:lnTo>
                  <a:close/>
                  <a:moveTo>
                    <a:pt x="1776141" y="1299884"/>
                  </a:moveTo>
                  <a:lnTo>
                    <a:pt x="1840496" y="1264600"/>
                  </a:lnTo>
                  <a:lnTo>
                    <a:pt x="1808975" y="1179233"/>
                  </a:lnTo>
                  <a:close/>
                  <a:moveTo>
                    <a:pt x="1931696" y="1309273"/>
                  </a:moveTo>
                  <a:lnTo>
                    <a:pt x="1856405" y="1251667"/>
                  </a:lnTo>
                  <a:lnTo>
                    <a:pt x="1846580" y="1261448"/>
                  </a:lnTo>
                  <a:close/>
                  <a:moveTo>
                    <a:pt x="1893357" y="1229384"/>
                  </a:moveTo>
                  <a:lnTo>
                    <a:pt x="1856405" y="1251667"/>
                  </a:lnTo>
                  <a:lnTo>
                    <a:pt x="1931696" y="1309273"/>
                  </a:lnTo>
                  <a:close/>
                  <a:moveTo>
                    <a:pt x="1817302" y="1140797"/>
                  </a:moveTo>
                  <a:lnTo>
                    <a:pt x="1808975" y="1179233"/>
                  </a:lnTo>
                  <a:lnTo>
                    <a:pt x="1885062" y="1223012"/>
                  </a:lnTo>
                  <a:close/>
                  <a:moveTo>
                    <a:pt x="1822214" y="1058582"/>
                  </a:moveTo>
                  <a:lnTo>
                    <a:pt x="1808975" y="1179233"/>
                  </a:lnTo>
                  <a:lnTo>
                    <a:pt x="1817302" y="1140797"/>
                  </a:lnTo>
                  <a:close/>
                  <a:moveTo>
                    <a:pt x="1766380" y="1033296"/>
                  </a:moveTo>
                  <a:lnTo>
                    <a:pt x="1822214" y="1058582"/>
                  </a:lnTo>
                  <a:lnTo>
                    <a:pt x="1845234" y="937930"/>
                  </a:lnTo>
                  <a:close/>
                  <a:moveTo>
                    <a:pt x="1845234" y="937930"/>
                  </a:moveTo>
                  <a:lnTo>
                    <a:pt x="1822214" y="1058582"/>
                  </a:lnTo>
                  <a:lnTo>
                    <a:pt x="1875697" y="948156"/>
                  </a:lnTo>
                  <a:close/>
                  <a:moveTo>
                    <a:pt x="1875697" y="948156"/>
                  </a:moveTo>
                  <a:lnTo>
                    <a:pt x="1822214" y="1058582"/>
                  </a:lnTo>
                  <a:lnTo>
                    <a:pt x="1860743" y="1047957"/>
                  </a:lnTo>
                  <a:close/>
                  <a:moveTo>
                    <a:pt x="1870990" y="1058582"/>
                  </a:moveTo>
                  <a:lnTo>
                    <a:pt x="1875697" y="948156"/>
                  </a:lnTo>
                  <a:lnTo>
                    <a:pt x="1860743" y="1047957"/>
                  </a:lnTo>
                  <a:close/>
                  <a:moveTo>
                    <a:pt x="2033940" y="817278"/>
                  </a:moveTo>
                  <a:lnTo>
                    <a:pt x="2037021" y="825645"/>
                  </a:lnTo>
                  <a:lnTo>
                    <a:pt x="2050790" y="830279"/>
                  </a:lnTo>
                  <a:close/>
                  <a:moveTo>
                    <a:pt x="2031197" y="757028"/>
                  </a:moveTo>
                  <a:lnTo>
                    <a:pt x="2037021" y="825645"/>
                  </a:lnTo>
                  <a:lnTo>
                    <a:pt x="2033940" y="817278"/>
                  </a:lnTo>
                  <a:close/>
                  <a:moveTo>
                    <a:pt x="2185308" y="981708"/>
                  </a:moveTo>
                  <a:lnTo>
                    <a:pt x="2257801" y="1046945"/>
                  </a:lnTo>
                  <a:lnTo>
                    <a:pt x="2278389" y="950785"/>
                  </a:lnTo>
                  <a:close/>
                  <a:moveTo>
                    <a:pt x="2033940" y="817278"/>
                  </a:moveTo>
                  <a:lnTo>
                    <a:pt x="2030837" y="730580"/>
                  </a:lnTo>
                  <a:lnTo>
                    <a:pt x="2031197" y="757028"/>
                  </a:lnTo>
                  <a:close/>
                  <a:moveTo>
                    <a:pt x="2267420" y="740405"/>
                  </a:moveTo>
                  <a:lnTo>
                    <a:pt x="2232834" y="801850"/>
                  </a:lnTo>
                  <a:lnTo>
                    <a:pt x="2282126" y="747563"/>
                  </a:lnTo>
                  <a:close/>
                  <a:moveTo>
                    <a:pt x="2282126" y="747563"/>
                  </a:moveTo>
                  <a:lnTo>
                    <a:pt x="2232834" y="801850"/>
                  </a:lnTo>
                  <a:lnTo>
                    <a:pt x="2222565" y="835485"/>
                  </a:lnTo>
                  <a:close/>
                  <a:moveTo>
                    <a:pt x="2300240" y="822620"/>
                  </a:moveTo>
                  <a:lnTo>
                    <a:pt x="2310045" y="811873"/>
                  </a:lnTo>
                  <a:lnTo>
                    <a:pt x="2282126" y="747563"/>
                  </a:lnTo>
                  <a:close/>
                  <a:moveTo>
                    <a:pt x="2222565" y="835485"/>
                  </a:moveTo>
                  <a:lnTo>
                    <a:pt x="2300240" y="822620"/>
                  </a:lnTo>
                  <a:lnTo>
                    <a:pt x="2282126" y="747563"/>
                  </a:lnTo>
                  <a:close/>
                  <a:moveTo>
                    <a:pt x="2332922" y="861057"/>
                  </a:moveTo>
                  <a:lnTo>
                    <a:pt x="2316678" y="836673"/>
                  </a:lnTo>
                  <a:lnTo>
                    <a:pt x="2283860" y="929173"/>
                  </a:lnTo>
                  <a:close/>
                  <a:moveTo>
                    <a:pt x="2332922" y="861057"/>
                  </a:moveTo>
                  <a:lnTo>
                    <a:pt x="2317768" y="822620"/>
                  </a:lnTo>
                  <a:lnTo>
                    <a:pt x="2316678" y="836673"/>
                  </a:lnTo>
                  <a:close/>
                  <a:moveTo>
                    <a:pt x="2317768" y="822620"/>
                  </a:moveTo>
                  <a:lnTo>
                    <a:pt x="2282126" y="747563"/>
                  </a:lnTo>
                  <a:lnTo>
                    <a:pt x="2310045" y="811873"/>
                  </a:lnTo>
                  <a:close/>
                  <a:moveTo>
                    <a:pt x="2072009" y="658190"/>
                  </a:moveTo>
                  <a:lnTo>
                    <a:pt x="2026735" y="614412"/>
                  </a:lnTo>
                  <a:lnTo>
                    <a:pt x="2046411" y="696627"/>
                  </a:lnTo>
                  <a:close/>
                  <a:moveTo>
                    <a:pt x="2230134" y="629148"/>
                  </a:moveTo>
                  <a:lnTo>
                    <a:pt x="2267420" y="740405"/>
                  </a:lnTo>
                  <a:lnTo>
                    <a:pt x="2241965" y="658190"/>
                  </a:lnTo>
                  <a:close/>
                  <a:moveTo>
                    <a:pt x="1974405" y="126463"/>
                  </a:moveTo>
                  <a:lnTo>
                    <a:pt x="2004433" y="226552"/>
                  </a:lnTo>
                  <a:lnTo>
                    <a:pt x="2044752" y="162098"/>
                  </a:lnTo>
                  <a:close/>
                  <a:moveTo>
                    <a:pt x="2043824" y="88027"/>
                  </a:moveTo>
                  <a:lnTo>
                    <a:pt x="2044752" y="162098"/>
                  </a:lnTo>
                  <a:lnTo>
                    <a:pt x="2095899" y="138125"/>
                  </a:lnTo>
                  <a:close/>
                  <a:moveTo>
                    <a:pt x="2043824" y="88027"/>
                  </a:moveTo>
                  <a:lnTo>
                    <a:pt x="1974405" y="126463"/>
                  </a:lnTo>
                  <a:lnTo>
                    <a:pt x="2044752" y="162098"/>
                  </a:lnTo>
                  <a:close/>
                  <a:moveTo>
                    <a:pt x="2137271" y="49590"/>
                  </a:moveTo>
                  <a:lnTo>
                    <a:pt x="2161308" y="84549"/>
                  </a:lnTo>
                  <a:lnTo>
                    <a:pt x="206765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687" name="Candidate_density__2006">
              <a:extLst>
                <a:ext uri="{FF2B5EF4-FFF2-40B4-BE49-F238E27FC236}">
                  <a16:creationId xmlns:a16="http://schemas.microsoft.com/office/drawing/2014/main" id="{5EAC2431-51B7-24B7-303F-54B21713B282}"/>
                </a:ext>
              </a:extLst>
            </p:cNvPr>
            <p:cNvSpPr>
              <a:spLocks noGrp="1"/>
            </p:cNvSpPr>
            <p:nvPr/>
          </p:nvSpPr>
          <p:spPr>
            <a:xfrm>
              <a:off x="4752407" y="3385638"/>
              <a:ext cx="2011792" cy="1854979"/>
            </a:xfrm>
            <a:custGeom>
              <a:avLst/>
              <a:gdLst/>
              <a:ahLst/>
              <a:cxnLst/>
              <a:rect l="0" t="0" r="0" b="0"/>
              <a:pathLst>
                <a:path w="2011792" h="1854979">
                  <a:moveTo>
                    <a:pt x="403762" y="1779109"/>
                  </a:moveTo>
                  <a:lnTo>
                    <a:pt x="288981" y="1808301"/>
                  </a:lnTo>
                  <a:lnTo>
                    <a:pt x="292483" y="1811201"/>
                  </a:lnTo>
                  <a:close/>
                  <a:moveTo>
                    <a:pt x="304060" y="1699480"/>
                  </a:moveTo>
                  <a:lnTo>
                    <a:pt x="288981" y="1808301"/>
                  </a:lnTo>
                  <a:lnTo>
                    <a:pt x="403762" y="1779109"/>
                  </a:lnTo>
                  <a:close/>
                  <a:moveTo>
                    <a:pt x="385054" y="1694226"/>
                  </a:moveTo>
                  <a:lnTo>
                    <a:pt x="304060" y="1699480"/>
                  </a:lnTo>
                  <a:lnTo>
                    <a:pt x="403762" y="1779109"/>
                  </a:lnTo>
                  <a:close/>
                  <a:moveTo>
                    <a:pt x="274382" y="1608334"/>
                  </a:moveTo>
                  <a:lnTo>
                    <a:pt x="304060" y="1699480"/>
                  </a:lnTo>
                  <a:lnTo>
                    <a:pt x="305015" y="1653046"/>
                  </a:lnTo>
                  <a:close/>
                  <a:moveTo>
                    <a:pt x="235120" y="1728986"/>
                  </a:moveTo>
                  <a:lnTo>
                    <a:pt x="304060" y="1699480"/>
                  </a:lnTo>
                  <a:lnTo>
                    <a:pt x="274382" y="1608334"/>
                  </a:lnTo>
                  <a:close/>
                  <a:moveTo>
                    <a:pt x="198809" y="1534618"/>
                  </a:moveTo>
                  <a:lnTo>
                    <a:pt x="190669" y="1530889"/>
                  </a:lnTo>
                  <a:lnTo>
                    <a:pt x="274382" y="1608334"/>
                  </a:lnTo>
                  <a:close/>
                  <a:moveTo>
                    <a:pt x="191689" y="1526119"/>
                  </a:moveTo>
                  <a:lnTo>
                    <a:pt x="190669" y="1530889"/>
                  </a:lnTo>
                  <a:lnTo>
                    <a:pt x="198809" y="1534618"/>
                  </a:lnTo>
                  <a:close/>
                  <a:moveTo>
                    <a:pt x="191689" y="1526119"/>
                  </a:moveTo>
                  <a:lnTo>
                    <a:pt x="143414" y="1469214"/>
                  </a:lnTo>
                  <a:lnTo>
                    <a:pt x="190669" y="1530889"/>
                  </a:lnTo>
                  <a:close/>
                  <a:moveTo>
                    <a:pt x="459669" y="1772765"/>
                  </a:moveTo>
                  <a:lnTo>
                    <a:pt x="502008" y="1854979"/>
                  </a:lnTo>
                  <a:lnTo>
                    <a:pt x="416312" y="1768906"/>
                  </a:lnTo>
                  <a:close/>
                  <a:moveTo>
                    <a:pt x="274382" y="1608334"/>
                  </a:moveTo>
                  <a:lnTo>
                    <a:pt x="305015" y="1653046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198809" y="1534618"/>
                  </a:lnTo>
                  <a:lnTo>
                    <a:pt x="274382" y="1608334"/>
                  </a:lnTo>
                  <a:close/>
                  <a:moveTo>
                    <a:pt x="205196" y="1519079"/>
                  </a:moveTo>
                  <a:lnTo>
                    <a:pt x="198809" y="1534618"/>
                  </a:lnTo>
                  <a:lnTo>
                    <a:pt x="311328" y="1593480"/>
                  </a:lnTo>
                  <a:close/>
                  <a:moveTo>
                    <a:pt x="307376" y="1496600"/>
                  </a:moveTo>
                  <a:lnTo>
                    <a:pt x="205196" y="1519079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305015" y="1653046"/>
                  </a:lnTo>
                  <a:lnTo>
                    <a:pt x="321549" y="1608334"/>
                  </a:lnTo>
                  <a:close/>
                  <a:moveTo>
                    <a:pt x="307376" y="1496600"/>
                  </a:moveTo>
                  <a:lnTo>
                    <a:pt x="311328" y="1593480"/>
                  </a:lnTo>
                  <a:lnTo>
                    <a:pt x="321549" y="1608334"/>
                  </a:lnTo>
                  <a:close/>
                  <a:moveTo>
                    <a:pt x="191689" y="1526119"/>
                  </a:moveTo>
                  <a:lnTo>
                    <a:pt x="198809" y="1534618"/>
                  </a:lnTo>
                  <a:lnTo>
                    <a:pt x="205196" y="1519079"/>
                  </a:lnTo>
                  <a:close/>
                  <a:moveTo>
                    <a:pt x="191689" y="1526119"/>
                  </a:moveTo>
                  <a:lnTo>
                    <a:pt x="205196" y="1519079"/>
                  </a:lnTo>
                  <a:lnTo>
                    <a:pt x="166311" y="1405468"/>
                  </a:lnTo>
                  <a:close/>
                  <a:moveTo>
                    <a:pt x="151500" y="1443904"/>
                  </a:moveTo>
                  <a:lnTo>
                    <a:pt x="191689" y="1526119"/>
                  </a:lnTo>
                  <a:lnTo>
                    <a:pt x="166311" y="1405468"/>
                  </a:lnTo>
                  <a:close/>
                  <a:moveTo>
                    <a:pt x="205196" y="1519079"/>
                  </a:moveTo>
                  <a:lnTo>
                    <a:pt x="307376" y="1496600"/>
                  </a:lnTo>
                  <a:lnTo>
                    <a:pt x="235710" y="1457382"/>
                  </a:lnTo>
                  <a:close/>
                  <a:moveTo>
                    <a:pt x="166311" y="1405468"/>
                  </a:moveTo>
                  <a:lnTo>
                    <a:pt x="153008" y="1323252"/>
                  </a:lnTo>
                  <a:lnTo>
                    <a:pt x="151500" y="1443904"/>
                  </a:lnTo>
                  <a:close/>
                  <a:moveTo>
                    <a:pt x="476089" y="1449246"/>
                  </a:moveTo>
                  <a:lnTo>
                    <a:pt x="489338" y="1569684"/>
                  </a:lnTo>
                  <a:lnTo>
                    <a:pt x="523291" y="1481427"/>
                  </a:lnTo>
                  <a:close/>
                  <a:moveTo>
                    <a:pt x="62232" y="1158822"/>
                  </a:moveTo>
                  <a:lnTo>
                    <a:pt x="84939" y="1172332"/>
                  </a:lnTo>
                  <a:lnTo>
                    <a:pt x="71439" y="1120386"/>
                  </a:lnTo>
                  <a:close/>
                  <a:moveTo>
                    <a:pt x="62232" y="1158822"/>
                  </a:moveTo>
                  <a:lnTo>
                    <a:pt x="71439" y="1120386"/>
                  </a:lnTo>
                  <a:lnTo>
                    <a:pt x="0" y="1133420"/>
                  </a:lnTo>
                  <a:close/>
                  <a:moveTo>
                    <a:pt x="476089" y="1449246"/>
                  </a:moveTo>
                  <a:lnTo>
                    <a:pt x="523291" y="1481427"/>
                  </a:lnTo>
                  <a:lnTo>
                    <a:pt x="533943" y="1433589"/>
                  </a:lnTo>
                  <a:close/>
                  <a:moveTo>
                    <a:pt x="392645" y="1328595"/>
                  </a:moveTo>
                  <a:lnTo>
                    <a:pt x="363929" y="1367031"/>
                  </a:lnTo>
                  <a:lnTo>
                    <a:pt x="432934" y="1422254"/>
                  </a:lnTo>
                  <a:close/>
                  <a:moveTo>
                    <a:pt x="778915" y="1234235"/>
                  </a:moveTo>
                  <a:lnTo>
                    <a:pt x="688387" y="1207943"/>
                  </a:lnTo>
                  <a:lnTo>
                    <a:pt x="655806" y="1267813"/>
                  </a:lnTo>
                  <a:close/>
                  <a:moveTo>
                    <a:pt x="735521" y="1190710"/>
                  </a:moveTo>
                  <a:lnTo>
                    <a:pt x="778915" y="1234235"/>
                  </a:lnTo>
                  <a:lnTo>
                    <a:pt x="798035" y="1251722"/>
                  </a:lnTo>
                  <a:close/>
                  <a:moveTo>
                    <a:pt x="665696" y="1089590"/>
                  </a:moveTo>
                  <a:lnTo>
                    <a:pt x="735521" y="1190710"/>
                  </a:lnTo>
                  <a:lnTo>
                    <a:pt x="753016" y="1137405"/>
                  </a:lnTo>
                  <a:close/>
                  <a:moveTo>
                    <a:pt x="670075" y="1125728"/>
                  </a:moveTo>
                  <a:lnTo>
                    <a:pt x="735521" y="1190710"/>
                  </a:lnTo>
                  <a:lnTo>
                    <a:pt x="665696" y="1089590"/>
                  </a:lnTo>
                  <a:close/>
                  <a:moveTo>
                    <a:pt x="965202" y="1213285"/>
                  </a:moveTo>
                  <a:lnTo>
                    <a:pt x="935470" y="1262257"/>
                  </a:lnTo>
                  <a:lnTo>
                    <a:pt x="990505" y="1252818"/>
                  </a:lnTo>
                  <a:close/>
                  <a:moveTo>
                    <a:pt x="929928" y="1153845"/>
                  </a:moveTo>
                  <a:lnTo>
                    <a:pt x="894342" y="1131070"/>
                  </a:lnTo>
                  <a:lnTo>
                    <a:pt x="885702" y="1139639"/>
                  </a:lnTo>
                  <a:close/>
                  <a:moveTo>
                    <a:pt x="885702" y="1139639"/>
                  </a:moveTo>
                  <a:lnTo>
                    <a:pt x="837615" y="1175051"/>
                  </a:lnTo>
                  <a:lnTo>
                    <a:pt x="929928" y="1153845"/>
                  </a:lnTo>
                  <a:close/>
                  <a:moveTo>
                    <a:pt x="777619" y="1056393"/>
                  </a:moveTo>
                  <a:lnTo>
                    <a:pt x="753016" y="1137405"/>
                  </a:lnTo>
                  <a:lnTo>
                    <a:pt x="805726" y="1048855"/>
                  </a:lnTo>
                  <a:close/>
                  <a:moveTo>
                    <a:pt x="805726" y="1048855"/>
                  </a:moveTo>
                  <a:lnTo>
                    <a:pt x="753016" y="1137405"/>
                  </a:lnTo>
                  <a:lnTo>
                    <a:pt x="830531" y="1169506"/>
                  </a:lnTo>
                  <a:close/>
                  <a:moveTo>
                    <a:pt x="777619" y="1056393"/>
                  </a:moveTo>
                  <a:lnTo>
                    <a:pt x="665696" y="1089590"/>
                  </a:lnTo>
                  <a:lnTo>
                    <a:pt x="753016" y="1137405"/>
                  </a:lnTo>
                  <a:close/>
                  <a:moveTo>
                    <a:pt x="777619" y="1056393"/>
                  </a:moveTo>
                  <a:lnTo>
                    <a:pt x="780569" y="1025219"/>
                  </a:lnTo>
                  <a:lnTo>
                    <a:pt x="710101" y="1040409"/>
                  </a:lnTo>
                  <a:close/>
                  <a:moveTo>
                    <a:pt x="965202" y="1213285"/>
                  </a:moveTo>
                  <a:lnTo>
                    <a:pt x="1008372" y="1290255"/>
                  </a:lnTo>
                  <a:lnTo>
                    <a:pt x="939313" y="1185715"/>
                  </a:lnTo>
                  <a:close/>
                  <a:moveTo>
                    <a:pt x="990505" y="1252818"/>
                  </a:moveTo>
                  <a:lnTo>
                    <a:pt x="1008372" y="1290255"/>
                  </a:lnTo>
                  <a:lnTo>
                    <a:pt x="965202" y="1213285"/>
                  </a:lnTo>
                  <a:close/>
                  <a:moveTo>
                    <a:pt x="974065" y="1191353"/>
                  </a:moveTo>
                  <a:lnTo>
                    <a:pt x="965202" y="1213285"/>
                  </a:lnTo>
                  <a:lnTo>
                    <a:pt x="939313" y="1185715"/>
                  </a:lnTo>
                  <a:close/>
                  <a:moveTo>
                    <a:pt x="879592" y="1131070"/>
                  </a:moveTo>
                  <a:lnTo>
                    <a:pt x="911187" y="1092634"/>
                  </a:lnTo>
                  <a:lnTo>
                    <a:pt x="805726" y="1048855"/>
                  </a:lnTo>
                  <a:close/>
                  <a:moveTo>
                    <a:pt x="918664" y="1047676"/>
                  </a:moveTo>
                  <a:lnTo>
                    <a:pt x="906729" y="1048855"/>
                  </a:lnTo>
                  <a:lnTo>
                    <a:pt x="894524" y="1021943"/>
                  </a:lnTo>
                  <a:close/>
                  <a:moveTo>
                    <a:pt x="894524" y="1021943"/>
                  </a:moveTo>
                  <a:lnTo>
                    <a:pt x="848779" y="1001588"/>
                  </a:lnTo>
                  <a:lnTo>
                    <a:pt x="805726" y="1048855"/>
                  </a:lnTo>
                  <a:close/>
                  <a:moveTo>
                    <a:pt x="625935" y="510525"/>
                  </a:moveTo>
                  <a:lnTo>
                    <a:pt x="607799" y="517128"/>
                  </a:lnTo>
                  <a:lnTo>
                    <a:pt x="664850" y="486926"/>
                  </a:lnTo>
                  <a:close/>
                  <a:moveTo>
                    <a:pt x="1502999" y="1180191"/>
                  </a:moveTo>
                  <a:lnTo>
                    <a:pt x="1534520" y="1265558"/>
                  </a:lnTo>
                  <a:lnTo>
                    <a:pt x="1535448" y="1251377"/>
                  </a:lnTo>
                  <a:close/>
                  <a:moveTo>
                    <a:pt x="1495838" y="1318483"/>
                  </a:moveTo>
                  <a:lnTo>
                    <a:pt x="1540604" y="1262406"/>
                  </a:lnTo>
                  <a:lnTo>
                    <a:pt x="1534520" y="1265558"/>
                  </a:lnTo>
                  <a:close/>
                  <a:moveTo>
                    <a:pt x="1502999" y="1180191"/>
                  </a:moveTo>
                  <a:lnTo>
                    <a:pt x="1421957" y="1105711"/>
                  </a:lnTo>
                  <a:lnTo>
                    <a:pt x="1390142" y="1201959"/>
                  </a:lnTo>
                  <a:close/>
                  <a:moveTo>
                    <a:pt x="1579086" y="1223970"/>
                  </a:moveTo>
                  <a:lnTo>
                    <a:pt x="1535448" y="1251377"/>
                  </a:lnTo>
                  <a:lnTo>
                    <a:pt x="1550429" y="1252625"/>
                  </a:lnTo>
                  <a:close/>
                  <a:moveTo>
                    <a:pt x="1502999" y="1180191"/>
                  </a:moveTo>
                  <a:lnTo>
                    <a:pt x="1535448" y="1251377"/>
                  </a:lnTo>
                  <a:lnTo>
                    <a:pt x="1579086" y="1223970"/>
                  </a:lnTo>
                  <a:close/>
                  <a:moveTo>
                    <a:pt x="1516238" y="1059539"/>
                  </a:moveTo>
                  <a:lnTo>
                    <a:pt x="1421957" y="1105711"/>
                  </a:lnTo>
                  <a:lnTo>
                    <a:pt x="1502999" y="1180191"/>
                  </a:lnTo>
                  <a:close/>
                  <a:moveTo>
                    <a:pt x="1398251" y="977325"/>
                  </a:moveTo>
                  <a:lnTo>
                    <a:pt x="1414789" y="1097976"/>
                  </a:lnTo>
                  <a:lnTo>
                    <a:pt x="1460404" y="1034254"/>
                  </a:lnTo>
                  <a:close/>
                  <a:moveTo>
                    <a:pt x="1425504" y="1093410"/>
                  </a:moveTo>
                  <a:lnTo>
                    <a:pt x="1516238" y="1059539"/>
                  </a:lnTo>
                  <a:lnTo>
                    <a:pt x="1460404" y="1034254"/>
                  </a:lnTo>
                  <a:close/>
                  <a:moveTo>
                    <a:pt x="1398251" y="977325"/>
                  </a:moveTo>
                  <a:lnTo>
                    <a:pt x="1382885" y="895109"/>
                  </a:lnTo>
                  <a:lnTo>
                    <a:pt x="1375322" y="1015761"/>
                  </a:lnTo>
                  <a:close/>
                  <a:moveTo>
                    <a:pt x="1670661" y="1047854"/>
                  </a:moveTo>
                  <a:lnTo>
                    <a:pt x="1565014" y="1059539"/>
                  </a:lnTo>
                  <a:lnTo>
                    <a:pt x="1606982" y="1106556"/>
                  </a:lnTo>
                  <a:close/>
                  <a:moveTo>
                    <a:pt x="1808703" y="900451"/>
                  </a:moveTo>
                  <a:lnTo>
                    <a:pt x="1744814" y="831237"/>
                  </a:lnTo>
                  <a:lnTo>
                    <a:pt x="1731045" y="826603"/>
                  </a:lnTo>
                  <a:close/>
                  <a:moveTo>
                    <a:pt x="1879332" y="982666"/>
                  </a:moveTo>
                  <a:lnTo>
                    <a:pt x="1972413" y="951743"/>
                  </a:lnTo>
                  <a:lnTo>
                    <a:pt x="1853940" y="960584"/>
                  </a:lnTo>
                  <a:close/>
                  <a:moveTo>
                    <a:pt x="1853940" y="960584"/>
                  </a:moveTo>
                  <a:lnTo>
                    <a:pt x="1972413" y="951743"/>
                  </a:lnTo>
                  <a:lnTo>
                    <a:pt x="1977884" y="930131"/>
                  </a:lnTo>
                  <a:close/>
                  <a:moveTo>
                    <a:pt x="1853940" y="960584"/>
                  </a:moveTo>
                  <a:lnTo>
                    <a:pt x="1977884" y="930131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53940" y="960584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08703" y="900451"/>
                  </a:lnTo>
                  <a:lnTo>
                    <a:pt x="1853940" y="960584"/>
                  </a:lnTo>
                  <a:close/>
                  <a:moveTo>
                    <a:pt x="1808703" y="900451"/>
                  </a:moveTo>
                  <a:lnTo>
                    <a:pt x="1867772" y="862015"/>
                  </a:lnTo>
                  <a:lnTo>
                    <a:pt x="1744814" y="831237"/>
                  </a:lnTo>
                  <a:close/>
                  <a:moveTo>
                    <a:pt x="1867772" y="862015"/>
                  </a:moveTo>
                  <a:lnTo>
                    <a:pt x="1792697" y="795063"/>
                  </a:lnTo>
                  <a:lnTo>
                    <a:pt x="1744814" y="831237"/>
                  </a:lnTo>
                  <a:close/>
                  <a:moveTo>
                    <a:pt x="1769161" y="779800"/>
                  </a:moveTo>
                  <a:lnTo>
                    <a:pt x="1744814" y="831237"/>
                  </a:lnTo>
                  <a:lnTo>
                    <a:pt x="1792697" y="795063"/>
                  </a:lnTo>
                  <a:close/>
                  <a:moveTo>
                    <a:pt x="1769161" y="779800"/>
                  </a:moveTo>
                  <a:lnTo>
                    <a:pt x="1727964" y="818236"/>
                  </a:lnTo>
                  <a:lnTo>
                    <a:pt x="1744814" y="831237"/>
                  </a:lnTo>
                  <a:close/>
                  <a:moveTo>
                    <a:pt x="1740435" y="697585"/>
                  </a:moveTo>
                  <a:lnTo>
                    <a:pt x="1724861" y="731538"/>
                  </a:lnTo>
                  <a:lnTo>
                    <a:pt x="1727964" y="818236"/>
                  </a:lnTo>
                  <a:close/>
                  <a:moveTo>
                    <a:pt x="1769161" y="779800"/>
                  </a:moveTo>
                  <a:lnTo>
                    <a:pt x="1740435" y="697585"/>
                  </a:lnTo>
                  <a:lnTo>
                    <a:pt x="1727964" y="818236"/>
                  </a:lnTo>
                  <a:close/>
                  <a:moveTo>
                    <a:pt x="1740435" y="697585"/>
                  </a:moveTo>
                  <a:lnTo>
                    <a:pt x="1722191" y="633617"/>
                  </a:lnTo>
                  <a:lnTo>
                    <a:pt x="1724861" y="731538"/>
                  </a:lnTo>
                  <a:close/>
                  <a:moveTo>
                    <a:pt x="1867772" y="862015"/>
                  </a:moveTo>
                  <a:lnTo>
                    <a:pt x="1891146" y="884488"/>
                  </a:lnTo>
                  <a:lnTo>
                    <a:pt x="1916589" y="836443"/>
                  </a:lnTo>
                  <a:close/>
                  <a:moveTo>
                    <a:pt x="1867772" y="862015"/>
                  </a:moveTo>
                  <a:lnTo>
                    <a:pt x="1916589" y="836443"/>
                  </a:lnTo>
                  <a:lnTo>
                    <a:pt x="1792697" y="795063"/>
                  </a:lnTo>
                  <a:close/>
                  <a:moveTo>
                    <a:pt x="1891146" y="884488"/>
                  </a:moveTo>
                  <a:lnTo>
                    <a:pt x="1994264" y="823578"/>
                  </a:lnTo>
                  <a:lnTo>
                    <a:pt x="1916589" y="836443"/>
                  </a:lnTo>
                  <a:close/>
                  <a:moveTo>
                    <a:pt x="2010702" y="837631"/>
                  </a:moveTo>
                  <a:lnTo>
                    <a:pt x="1994264" y="823578"/>
                  </a:lnTo>
                  <a:lnTo>
                    <a:pt x="1891146" y="884488"/>
                  </a:lnTo>
                  <a:close/>
                  <a:moveTo>
                    <a:pt x="1977884" y="930131"/>
                  </a:moveTo>
                  <a:lnTo>
                    <a:pt x="2010702" y="837631"/>
                  </a:lnTo>
                  <a:lnTo>
                    <a:pt x="1891146" y="884488"/>
                  </a:lnTo>
                  <a:close/>
                  <a:moveTo>
                    <a:pt x="1994264" y="823578"/>
                  </a:moveTo>
                  <a:lnTo>
                    <a:pt x="2010702" y="837631"/>
                  </a:lnTo>
                  <a:lnTo>
                    <a:pt x="2010927" y="820340"/>
                  </a:lnTo>
                  <a:close/>
                  <a:moveTo>
                    <a:pt x="2010927" y="820340"/>
                  </a:moveTo>
                  <a:lnTo>
                    <a:pt x="2004069" y="812831"/>
                  </a:lnTo>
                  <a:lnTo>
                    <a:pt x="1994264" y="823578"/>
                  </a:lnTo>
                  <a:close/>
                  <a:moveTo>
                    <a:pt x="2010927" y="820340"/>
                  </a:moveTo>
                  <a:lnTo>
                    <a:pt x="2010702" y="837631"/>
                  </a:lnTo>
                  <a:lnTo>
                    <a:pt x="2011792" y="823578"/>
                  </a:lnTo>
                  <a:close/>
                  <a:moveTo>
                    <a:pt x="2010927" y="820340"/>
                  </a:moveTo>
                  <a:lnTo>
                    <a:pt x="2011792" y="823578"/>
                  </a:lnTo>
                  <a:lnTo>
                    <a:pt x="2004069" y="812831"/>
                  </a:lnTo>
                  <a:close/>
                  <a:moveTo>
                    <a:pt x="1668429" y="127421"/>
                  </a:moveTo>
                  <a:lnTo>
                    <a:pt x="1737848" y="88985"/>
                  </a:lnTo>
                  <a:lnTo>
                    <a:pt x="1641043" y="76309"/>
                  </a:lnTo>
                  <a:close/>
                  <a:moveTo>
                    <a:pt x="1688329" y="0"/>
                  </a:moveTo>
                  <a:lnTo>
                    <a:pt x="1821764" y="42929"/>
                  </a:lnTo>
                  <a:lnTo>
                    <a:pt x="1761682" y="958"/>
                  </a:lnTo>
                  <a:close/>
                  <a:moveTo>
                    <a:pt x="1688329" y="0"/>
                  </a:moveTo>
                  <a:lnTo>
                    <a:pt x="1753091" y="1375"/>
                  </a:lnTo>
                  <a:lnTo>
                    <a:pt x="1678603" y="1536"/>
                  </a:lnTo>
                  <a:close/>
                  <a:moveTo>
                    <a:pt x="1688329" y="0"/>
                  </a:moveTo>
                  <a:lnTo>
                    <a:pt x="1761682" y="958"/>
                  </a:lnTo>
                  <a:lnTo>
                    <a:pt x="1753091" y="13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688" name="Candidate_density__2007">
              <a:extLst>
                <a:ext uri="{FF2B5EF4-FFF2-40B4-BE49-F238E27FC236}">
                  <a16:creationId xmlns:a16="http://schemas.microsoft.com/office/drawing/2014/main" id="{64099BC6-2DC6-4099-801B-6DB53EC18544}"/>
                </a:ext>
              </a:extLst>
            </p:cNvPr>
            <p:cNvSpPr>
              <a:spLocks noGrp="1"/>
            </p:cNvSpPr>
            <p:nvPr/>
          </p:nvSpPr>
          <p:spPr>
            <a:xfrm>
              <a:off x="4987527" y="3387013"/>
              <a:ext cx="1517970" cy="1806926"/>
            </a:xfrm>
            <a:custGeom>
              <a:avLst/>
              <a:gdLst/>
              <a:ahLst/>
              <a:cxnLst/>
              <a:rect l="0" t="0" r="0" b="0"/>
              <a:pathLst>
                <a:path w="1517970" h="1806926">
                  <a:moveTo>
                    <a:pt x="0" y="1727611"/>
                  </a:moveTo>
                  <a:lnTo>
                    <a:pt x="53860" y="1806926"/>
                  </a:lnTo>
                  <a:lnTo>
                    <a:pt x="68939" y="1698106"/>
                  </a:lnTo>
                  <a:close/>
                  <a:moveTo>
                    <a:pt x="500400" y="1189335"/>
                  </a:moveTo>
                  <a:lnTo>
                    <a:pt x="453267" y="1206568"/>
                  </a:lnTo>
                  <a:lnTo>
                    <a:pt x="543794" y="1232861"/>
                  </a:lnTo>
                  <a:close/>
                  <a:moveTo>
                    <a:pt x="500400" y="1189335"/>
                  </a:moveTo>
                  <a:lnTo>
                    <a:pt x="595410" y="1168132"/>
                  </a:lnTo>
                  <a:lnTo>
                    <a:pt x="517895" y="1136031"/>
                  </a:lnTo>
                  <a:close/>
                  <a:moveTo>
                    <a:pt x="773787" y="1320248"/>
                  </a:moveTo>
                  <a:lnTo>
                    <a:pt x="729233" y="1368871"/>
                  </a:lnTo>
                  <a:lnTo>
                    <a:pt x="710160" y="1361018"/>
                  </a:lnTo>
                  <a:close/>
                  <a:moveTo>
                    <a:pt x="694807" y="1152470"/>
                  </a:moveTo>
                  <a:lnTo>
                    <a:pt x="730082" y="1211911"/>
                  </a:lnTo>
                  <a:lnTo>
                    <a:pt x="738944" y="1189979"/>
                  </a:lnTo>
                  <a:close/>
                  <a:moveTo>
                    <a:pt x="570606" y="1047480"/>
                  </a:moveTo>
                  <a:lnTo>
                    <a:pt x="683544" y="1046302"/>
                  </a:lnTo>
                  <a:lnTo>
                    <a:pt x="659404" y="1020568"/>
                  </a:lnTo>
                  <a:close/>
                  <a:moveTo>
                    <a:pt x="390814" y="509151"/>
                  </a:moveTo>
                  <a:lnTo>
                    <a:pt x="284387" y="554190"/>
                  </a:lnTo>
                  <a:lnTo>
                    <a:pt x="372678" y="515753"/>
                  </a:lnTo>
                  <a:close/>
                  <a:moveTo>
                    <a:pt x="1299400" y="1264184"/>
                  </a:moveTo>
                  <a:lnTo>
                    <a:pt x="1305484" y="1261031"/>
                  </a:lnTo>
                  <a:lnTo>
                    <a:pt x="1300327" y="1250002"/>
                  </a:lnTo>
                  <a:close/>
                  <a:moveTo>
                    <a:pt x="1179668" y="1096602"/>
                  </a:moveTo>
                  <a:lnTo>
                    <a:pt x="1155021" y="1200585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11937" y="1135038"/>
                  </a:lnTo>
                  <a:lnTo>
                    <a:pt x="1155021" y="1200585"/>
                  </a:lnTo>
                  <a:close/>
                  <a:moveTo>
                    <a:pt x="1179668" y="1096602"/>
                  </a:moveTo>
                  <a:lnTo>
                    <a:pt x="1140201" y="1014386"/>
                  </a:lnTo>
                  <a:lnTo>
                    <a:pt x="1111937" y="1135038"/>
                  </a:lnTo>
                  <a:close/>
                  <a:moveTo>
                    <a:pt x="1300327" y="1250002"/>
                  </a:moveTo>
                  <a:lnTo>
                    <a:pt x="1305484" y="1261031"/>
                  </a:lnTo>
                  <a:lnTo>
                    <a:pt x="1315308" y="1251251"/>
                  </a:lnTo>
                  <a:close/>
                  <a:moveTo>
                    <a:pt x="1190384" y="1092036"/>
                  </a:moveTo>
                  <a:lnTo>
                    <a:pt x="1186837" y="1104336"/>
                  </a:lnTo>
                  <a:lnTo>
                    <a:pt x="1281118" y="1058165"/>
                  </a:lnTo>
                  <a:close/>
                  <a:moveTo>
                    <a:pt x="1190384" y="1092036"/>
                  </a:moveTo>
                  <a:lnTo>
                    <a:pt x="1179668" y="1096602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90384" y="1092036"/>
                  </a:lnTo>
                  <a:lnTo>
                    <a:pt x="1225283" y="1032879"/>
                  </a:lnTo>
                  <a:close/>
                  <a:moveTo>
                    <a:pt x="1140201" y="1014386"/>
                  </a:moveTo>
                  <a:lnTo>
                    <a:pt x="1179668" y="1096602"/>
                  </a:lnTo>
                  <a:lnTo>
                    <a:pt x="1163130" y="975950"/>
                  </a:lnTo>
                  <a:close/>
                  <a:moveTo>
                    <a:pt x="1281118" y="1058165"/>
                  </a:moveTo>
                  <a:lnTo>
                    <a:pt x="1371861" y="1105182"/>
                  </a:lnTo>
                  <a:lnTo>
                    <a:pt x="1319646" y="1047540"/>
                  </a:lnTo>
                  <a:close/>
                  <a:moveTo>
                    <a:pt x="1371861" y="1105182"/>
                  </a:moveTo>
                  <a:lnTo>
                    <a:pt x="1329894" y="1058165"/>
                  </a:lnTo>
                  <a:lnTo>
                    <a:pt x="1319646" y="1047540"/>
                  </a:lnTo>
                  <a:close/>
                  <a:moveTo>
                    <a:pt x="1405923" y="74934"/>
                  </a:moveTo>
                  <a:lnTo>
                    <a:pt x="1380885" y="57423"/>
                  </a:lnTo>
                  <a:lnTo>
                    <a:pt x="1433308" y="126046"/>
                  </a:lnTo>
                  <a:close/>
                  <a:moveTo>
                    <a:pt x="1388737" y="43831"/>
                  </a:moveTo>
                  <a:lnTo>
                    <a:pt x="1380885" y="57423"/>
                  </a:lnTo>
                  <a:lnTo>
                    <a:pt x="1405923" y="74934"/>
                  </a:lnTo>
                  <a:close/>
                  <a:moveTo>
                    <a:pt x="1396186" y="38531"/>
                  </a:moveTo>
                  <a:lnTo>
                    <a:pt x="1380885" y="57423"/>
                  </a:lnTo>
                  <a:lnTo>
                    <a:pt x="1388737" y="43831"/>
                  </a:lnTo>
                  <a:close/>
                  <a:moveTo>
                    <a:pt x="1502728" y="87610"/>
                  </a:moveTo>
                  <a:lnTo>
                    <a:pt x="1449463" y="22521"/>
                  </a:lnTo>
                  <a:lnTo>
                    <a:pt x="1405923" y="74934"/>
                  </a:lnTo>
                  <a:close/>
                  <a:moveTo>
                    <a:pt x="1449463" y="22521"/>
                  </a:moveTo>
                  <a:lnTo>
                    <a:pt x="1388737" y="43831"/>
                  </a:lnTo>
                  <a:lnTo>
                    <a:pt x="1405923" y="74934"/>
                  </a:lnTo>
                  <a:close/>
                  <a:moveTo>
                    <a:pt x="1517970" y="0"/>
                  </a:moveTo>
                  <a:lnTo>
                    <a:pt x="1396186" y="38531"/>
                  </a:lnTo>
                  <a:lnTo>
                    <a:pt x="1443483" y="16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689" name="Candidate_density__2008">
              <a:extLst>
                <a:ext uri="{FF2B5EF4-FFF2-40B4-BE49-F238E27FC236}">
                  <a16:creationId xmlns:a16="http://schemas.microsoft.com/office/drawing/2014/main" id="{03054381-E01B-0939-9166-BE3B8EBAB9B2}"/>
                </a:ext>
              </a:extLst>
            </p:cNvPr>
            <p:cNvSpPr>
              <a:spLocks noGrp="1"/>
            </p:cNvSpPr>
            <p:nvPr/>
          </p:nvSpPr>
          <p:spPr>
            <a:xfrm>
              <a:off x="4502544" y="3444122"/>
              <a:ext cx="2261655" cy="1398898"/>
            </a:xfrm>
            <a:custGeom>
              <a:avLst/>
              <a:gdLst/>
              <a:ahLst/>
              <a:cxnLst/>
              <a:rect l="0" t="0" r="0" b="0"/>
              <a:pathLst>
                <a:path w="2261655" h="1398898">
                  <a:moveTo>
                    <a:pt x="220537" y="1180491"/>
                  </a:moveTo>
                  <a:lnTo>
                    <a:pt x="138788" y="1153504"/>
                  </a:lnTo>
                  <a:lnTo>
                    <a:pt x="168858" y="1202477"/>
                  </a:lnTo>
                  <a:close/>
                  <a:moveTo>
                    <a:pt x="81607" y="1154917"/>
                  </a:moveTo>
                  <a:lnTo>
                    <a:pt x="120582" y="1150373"/>
                  </a:lnTo>
                  <a:lnTo>
                    <a:pt x="0" y="1094996"/>
                  </a:lnTo>
                  <a:close/>
                  <a:moveTo>
                    <a:pt x="296114" y="1184405"/>
                  </a:moveTo>
                  <a:lnTo>
                    <a:pt x="334802" y="1113848"/>
                  </a:lnTo>
                  <a:lnTo>
                    <a:pt x="220537" y="1180491"/>
                  </a:lnTo>
                  <a:close/>
                  <a:moveTo>
                    <a:pt x="549457" y="1344350"/>
                  </a:moveTo>
                  <a:lnTo>
                    <a:pt x="485573" y="1398898"/>
                  </a:lnTo>
                  <a:lnTo>
                    <a:pt x="548372" y="1355038"/>
                  </a:lnTo>
                  <a:close/>
                  <a:moveTo>
                    <a:pt x="548372" y="1355038"/>
                  </a:moveTo>
                  <a:lnTo>
                    <a:pt x="553384" y="1346984"/>
                  </a:lnTo>
                  <a:lnTo>
                    <a:pt x="549457" y="1344350"/>
                  </a:lnTo>
                  <a:close/>
                  <a:moveTo>
                    <a:pt x="727126" y="1314307"/>
                  </a:moveTo>
                  <a:lnTo>
                    <a:pt x="725952" y="1390762"/>
                  </a:lnTo>
                  <a:lnTo>
                    <a:pt x="780591" y="1277627"/>
                  </a:lnTo>
                  <a:close/>
                  <a:moveTo>
                    <a:pt x="780591" y="1277627"/>
                  </a:moveTo>
                  <a:lnTo>
                    <a:pt x="772544" y="1270111"/>
                  </a:lnTo>
                  <a:lnTo>
                    <a:pt x="727126" y="1314307"/>
                  </a:lnTo>
                  <a:close/>
                  <a:moveTo>
                    <a:pt x="783806" y="1375105"/>
                  </a:moveTo>
                  <a:lnTo>
                    <a:pt x="843626" y="1387065"/>
                  </a:lnTo>
                  <a:lnTo>
                    <a:pt x="780591" y="1277627"/>
                  </a:lnTo>
                  <a:close/>
                  <a:moveTo>
                    <a:pt x="679267" y="920163"/>
                  </a:moveTo>
                  <a:lnTo>
                    <a:pt x="736335" y="1013330"/>
                  </a:lnTo>
                  <a:lnTo>
                    <a:pt x="760834" y="946476"/>
                  </a:lnTo>
                  <a:close/>
                  <a:moveTo>
                    <a:pt x="760834" y="946476"/>
                  </a:moveTo>
                  <a:lnTo>
                    <a:pt x="815623" y="948870"/>
                  </a:lnTo>
                  <a:lnTo>
                    <a:pt x="679267" y="920163"/>
                  </a:lnTo>
                  <a:close/>
                  <a:moveTo>
                    <a:pt x="862138" y="971647"/>
                  </a:moveTo>
                  <a:lnTo>
                    <a:pt x="913924" y="1029637"/>
                  </a:lnTo>
                  <a:lnTo>
                    <a:pt x="815623" y="948870"/>
                  </a:lnTo>
                  <a:close/>
                  <a:moveTo>
                    <a:pt x="1054363" y="908156"/>
                  </a:moveTo>
                  <a:lnTo>
                    <a:pt x="1030432" y="966735"/>
                  </a:lnTo>
                  <a:lnTo>
                    <a:pt x="1053174" y="937521"/>
                  </a:lnTo>
                  <a:close/>
                  <a:moveTo>
                    <a:pt x="1030432" y="966735"/>
                  </a:moveTo>
                  <a:lnTo>
                    <a:pt x="1054363" y="908156"/>
                  </a:lnTo>
                  <a:lnTo>
                    <a:pt x="1042184" y="885864"/>
                  </a:lnTo>
                  <a:close/>
                  <a:moveTo>
                    <a:pt x="1875583" y="1251747"/>
                  </a:moveTo>
                  <a:lnTo>
                    <a:pt x="1790467" y="1203922"/>
                  </a:lnTo>
                  <a:lnTo>
                    <a:pt x="1745701" y="1259999"/>
                  </a:lnTo>
                  <a:close/>
                  <a:moveTo>
                    <a:pt x="1822269" y="880404"/>
                  </a:moveTo>
                  <a:lnTo>
                    <a:pt x="1819584" y="890630"/>
                  </a:lnTo>
                  <a:lnTo>
                    <a:pt x="1814877" y="1001056"/>
                  </a:lnTo>
                  <a:close/>
                  <a:moveTo>
                    <a:pt x="1822504" y="918841"/>
                  </a:moveTo>
                  <a:lnTo>
                    <a:pt x="1822269" y="880404"/>
                  </a:lnTo>
                  <a:lnTo>
                    <a:pt x="1814877" y="1001056"/>
                  </a:lnTo>
                  <a:close/>
                  <a:moveTo>
                    <a:pt x="1822058" y="876169"/>
                  </a:moveTo>
                  <a:lnTo>
                    <a:pt x="1819584" y="890630"/>
                  </a:lnTo>
                  <a:lnTo>
                    <a:pt x="1822269" y="880404"/>
                  </a:lnTo>
                  <a:close/>
                  <a:moveTo>
                    <a:pt x="2241617" y="721316"/>
                  </a:moveTo>
                  <a:lnTo>
                    <a:pt x="2226013" y="690037"/>
                  </a:lnTo>
                  <a:lnTo>
                    <a:pt x="2261655" y="765094"/>
                  </a:lnTo>
                  <a:close/>
                  <a:moveTo>
                    <a:pt x="2226013" y="690037"/>
                  </a:moveTo>
                  <a:lnTo>
                    <a:pt x="2184809" y="623443"/>
                  </a:lnTo>
                  <a:lnTo>
                    <a:pt x="2211307" y="682879"/>
                  </a:lnTo>
                  <a:close/>
                  <a:moveTo>
                    <a:pt x="2184809" y="623443"/>
                  </a:moveTo>
                  <a:lnTo>
                    <a:pt x="2185852" y="600664"/>
                  </a:lnTo>
                  <a:lnTo>
                    <a:pt x="2211307" y="682879"/>
                  </a:lnTo>
                  <a:close/>
                  <a:moveTo>
                    <a:pt x="2124839" y="511513"/>
                  </a:moveTo>
                  <a:lnTo>
                    <a:pt x="2174021" y="571622"/>
                  </a:lnTo>
                  <a:lnTo>
                    <a:pt x="2185852" y="600664"/>
                  </a:lnTo>
                  <a:close/>
                  <a:moveTo>
                    <a:pt x="2039786" y="80599"/>
                  </a:moveTo>
                  <a:lnTo>
                    <a:pt x="1988639" y="104572"/>
                  </a:lnTo>
                  <a:lnTo>
                    <a:pt x="2107048" y="53422"/>
                  </a:lnTo>
                  <a:close/>
                  <a:moveTo>
                    <a:pt x="2039786" y="80599"/>
                  </a:moveTo>
                  <a:lnTo>
                    <a:pt x="2107048" y="53422"/>
                  </a:lnTo>
                  <a:lnTo>
                    <a:pt x="2075787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690" name="Candidate_density__2009">
              <a:extLst>
                <a:ext uri="{FF2B5EF4-FFF2-40B4-BE49-F238E27FC236}">
                  <a16:creationId xmlns:a16="http://schemas.microsoft.com/office/drawing/2014/main" id="{7B392548-4163-0B13-B22A-47B2D1C261DD}"/>
                </a:ext>
              </a:extLst>
            </p:cNvPr>
            <p:cNvSpPr>
              <a:spLocks noGrp="1"/>
            </p:cNvSpPr>
            <p:nvPr/>
          </p:nvSpPr>
          <p:spPr>
            <a:xfrm>
              <a:off x="4990979" y="3444122"/>
              <a:ext cx="1618613" cy="1344350"/>
            </a:xfrm>
            <a:custGeom>
              <a:avLst/>
              <a:gdLst/>
              <a:ahLst/>
              <a:cxnLst/>
              <a:rect l="0" t="0" r="0" b="0"/>
              <a:pathLst>
                <a:path w="1618613" h="1344350">
                  <a:moveTo>
                    <a:pt x="49854" y="1253338"/>
                  </a:moveTo>
                  <a:lnTo>
                    <a:pt x="17807" y="1260973"/>
                  </a:lnTo>
                  <a:lnTo>
                    <a:pt x="0" y="1333369"/>
                  </a:lnTo>
                  <a:close/>
                  <a:moveTo>
                    <a:pt x="49854" y="1253338"/>
                  </a:moveTo>
                  <a:lnTo>
                    <a:pt x="0" y="1333369"/>
                  </a:lnTo>
                  <a:lnTo>
                    <a:pt x="61023" y="1344350"/>
                  </a:lnTo>
                  <a:close/>
                  <a:moveTo>
                    <a:pt x="559463" y="1193238"/>
                  </a:moveTo>
                  <a:lnTo>
                    <a:pt x="614828" y="1275453"/>
                  </a:lnTo>
                  <a:lnTo>
                    <a:pt x="549153" y="1231674"/>
                  </a:lnTo>
                  <a:close/>
                  <a:moveTo>
                    <a:pt x="272400" y="946476"/>
                  </a:moveTo>
                  <a:lnTo>
                    <a:pt x="319879" y="902814"/>
                  </a:lnTo>
                  <a:lnTo>
                    <a:pt x="327188" y="948870"/>
                  </a:lnTo>
                  <a:close/>
                  <a:moveTo>
                    <a:pt x="482421" y="502422"/>
                  </a:moveTo>
                  <a:lnTo>
                    <a:pt x="438682" y="518451"/>
                  </a:lnTo>
                  <a:lnTo>
                    <a:pt x="438684" y="428719"/>
                  </a:lnTo>
                  <a:close/>
                  <a:moveTo>
                    <a:pt x="1441939" y="1241398"/>
                  </a:moveTo>
                  <a:lnTo>
                    <a:pt x="1348809" y="1171858"/>
                  </a:lnTo>
                  <a:lnTo>
                    <a:pt x="1387148" y="1251747"/>
                  </a:lnTo>
                  <a:close/>
                  <a:moveTo>
                    <a:pt x="1496587" y="1167062"/>
                  </a:moveTo>
                  <a:lnTo>
                    <a:pt x="1486194" y="1191660"/>
                  </a:lnTo>
                  <a:lnTo>
                    <a:pt x="1441939" y="1241398"/>
                  </a:lnTo>
                  <a:close/>
                  <a:moveTo>
                    <a:pt x="1360698" y="798189"/>
                  </a:moveTo>
                  <a:lnTo>
                    <a:pt x="1366303" y="759752"/>
                  </a:lnTo>
                  <a:lnTo>
                    <a:pt x="1333834" y="880404"/>
                  </a:lnTo>
                  <a:close/>
                  <a:moveTo>
                    <a:pt x="947233" y="291203"/>
                  </a:moveTo>
                  <a:lnTo>
                    <a:pt x="987787" y="266461"/>
                  </a:lnTo>
                  <a:lnTo>
                    <a:pt x="923300" y="265175"/>
                  </a:lnTo>
                  <a:close/>
                  <a:moveTo>
                    <a:pt x="947233" y="291203"/>
                  </a:moveTo>
                  <a:lnTo>
                    <a:pt x="923300" y="265175"/>
                  </a:lnTo>
                  <a:lnTo>
                    <a:pt x="873716" y="294991"/>
                  </a:lnTo>
                  <a:close/>
                  <a:moveTo>
                    <a:pt x="1618613" y="53422"/>
                  </a:moveTo>
                  <a:lnTo>
                    <a:pt x="1616760" y="27023"/>
                  </a:lnTo>
                  <a:lnTo>
                    <a:pt x="1587352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691" name="Candidate_density__2010">
              <a:extLst>
                <a:ext uri="{FF2B5EF4-FFF2-40B4-BE49-F238E27FC236}">
                  <a16:creationId xmlns:a16="http://schemas.microsoft.com/office/drawing/2014/main" id="{1D28BD05-689D-8894-11E8-51C7C673F2C5}"/>
                </a:ext>
              </a:extLst>
            </p:cNvPr>
            <p:cNvSpPr>
              <a:spLocks noGrp="1"/>
            </p:cNvSpPr>
            <p:nvPr/>
          </p:nvSpPr>
          <p:spPr>
            <a:xfrm>
              <a:off x="5811423" y="3697334"/>
              <a:ext cx="306275" cy="57809"/>
            </a:xfrm>
            <a:custGeom>
              <a:avLst/>
              <a:gdLst/>
              <a:ahLst/>
              <a:cxnLst/>
              <a:rect l="0" t="0" r="0" b="0"/>
              <a:pathLst>
                <a:path w="306275" h="57809">
                  <a:moveTo>
                    <a:pt x="53271" y="41779"/>
                  </a:moveTo>
                  <a:lnTo>
                    <a:pt x="0" y="57809"/>
                  </a:lnTo>
                  <a:lnTo>
                    <a:pt x="126789" y="37991"/>
                  </a:lnTo>
                  <a:close/>
                  <a:moveTo>
                    <a:pt x="175887" y="14747"/>
                  </a:moveTo>
                  <a:lnTo>
                    <a:pt x="167343" y="13249"/>
                  </a:lnTo>
                  <a:lnTo>
                    <a:pt x="126789" y="37991"/>
                  </a:lnTo>
                  <a:close/>
                  <a:moveTo>
                    <a:pt x="180292" y="13249"/>
                  </a:moveTo>
                  <a:lnTo>
                    <a:pt x="175887" y="14747"/>
                  </a:lnTo>
                  <a:lnTo>
                    <a:pt x="249547" y="3107"/>
                  </a:lnTo>
                  <a:close/>
                  <a:moveTo>
                    <a:pt x="249547" y="3107"/>
                  </a:moveTo>
                  <a:lnTo>
                    <a:pt x="175887" y="14747"/>
                  </a:lnTo>
                  <a:lnTo>
                    <a:pt x="126789" y="37991"/>
                  </a:lnTo>
                  <a:close/>
                  <a:moveTo>
                    <a:pt x="249547" y="3107"/>
                  </a:moveTo>
                  <a:lnTo>
                    <a:pt x="126789" y="37991"/>
                  </a:lnTo>
                  <a:lnTo>
                    <a:pt x="199590" y="31526"/>
                  </a:lnTo>
                  <a:close/>
                  <a:moveTo>
                    <a:pt x="167343" y="13249"/>
                  </a:moveTo>
                  <a:lnTo>
                    <a:pt x="175887" y="14747"/>
                  </a:lnTo>
                  <a:lnTo>
                    <a:pt x="177807" y="13539"/>
                  </a:lnTo>
                  <a:close/>
                  <a:moveTo>
                    <a:pt x="180292" y="13249"/>
                  </a:moveTo>
                  <a:lnTo>
                    <a:pt x="177807" y="13539"/>
                  </a:lnTo>
                  <a:lnTo>
                    <a:pt x="175887" y="14747"/>
                  </a:lnTo>
                  <a:close/>
                  <a:moveTo>
                    <a:pt x="306275" y="0"/>
                  </a:moveTo>
                  <a:lnTo>
                    <a:pt x="180292" y="13249"/>
                  </a:lnTo>
                  <a:lnTo>
                    <a:pt x="260336" y="6684"/>
                  </a:lnTo>
                  <a:close/>
                  <a:moveTo>
                    <a:pt x="260336" y="6684"/>
                  </a:moveTo>
                  <a:lnTo>
                    <a:pt x="180292" y="13249"/>
                  </a:lnTo>
                  <a:lnTo>
                    <a:pt x="249547" y="31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692" name="Candidate_density__2011">
              <a:extLst>
                <a:ext uri="{FF2B5EF4-FFF2-40B4-BE49-F238E27FC236}">
                  <a16:creationId xmlns:a16="http://schemas.microsoft.com/office/drawing/2014/main" id="{F88D49B1-ABCF-0777-515A-58584DE07F63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53972"/>
              <a:ext cx="2255572" cy="1948032"/>
            </a:xfrm>
            <a:custGeom>
              <a:avLst/>
              <a:gdLst/>
              <a:ahLst/>
              <a:cxnLst/>
              <a:rect l="0" t="0" r="0" b="0"/>
              <a:pathLst>
                <a:path w="2255572" h="1948032">
                  <a:moveTo>
                    <a:pt x="5712" y="1146710"/>
                  </a:moveTo>
                  <a:lnTo>
                    <a:pt x="0" y="1162898"/>
                  </a:lnTo>
                  <a:lnTo>
                    <a:pt x="28790" y="1179908"/>
                  </a:lnTo>
                  <a:close/>
                  <a:moveTo>
                    <a:pt x="5628" y="1093307"/>
                  </a:moveTo>
                  <a:lnTo>
                    <a:pt x="0" y="1162898"/>
                  </a:lnTo>
                  <a:lnTo>
                    <a:pt x="5712" y="1146710"/>
                  </a:lnTo>
                  <a:close/>
                  <a:moveTo>
                    <a:pt x="38915" y="1108274"/>
                  </a:moveTo>
                  <a:lnTo>
                    <a:pt x="5712" y="1146710"/>
                  </a:lnTo>
                  <a:lnTo>
                    <a:pt x="28790" y="1179908"/>
                  </a:lnTo>
                  <a:close/>
                  <a:moveTo>
                    <a:pt x="5712" y="1146710"/>
                  </a:moveTo>
                  <a:lnTo>
                    <a:pt x="3136" y="1060256"/>
                  </a:lnTo>
                  <a:lnTo>
                    <a:pt x="5628" y="1093307"/>
                  </a:lnTo>
                  <a:close/>
                  <a:moveTo>
                    <a:pt x="3921" y="1064495"/>
                  </a:moveTo>
                  <a:lnTo>
                    <a:pt x="5628" y="1093307"/>
                  </a:lnTo>
                  <a:lnTo>
                    <a:pt x="3136" y="1060256"/>
                  </a:lnTo>
                  <a:close/>
                  <a:moveTo>
                    <a:pt x="794512" y="1930425"/>
                  </a:moveTo>
                  <a:lnTo>
                    <a:pt x="763493" y="1867165"/>
                  </a:lnTo>
                  <a:lnTo>
                    <a:pt x="787142" y="1948032"/>
                  </a:lnTo>
                  <a:close/>
                  <a:moveTo>
                    <a:pt x="794512" y="1930425"/>
                  </a:moveTo>
                  <a:lnTo>
                    <a:pt x="758528" y="1848209"/>
                  </a:lnTo>
                  <a:lnTo>
                    <a:pt x="763493" y="1867165"/>
                  </a:lnTo>
                  <a:close/>
                  <a:moveTo>
                    <a:pt x="758528" y="1848209"/>
                  </a:moveTo>
                  <a:lnTo>
                    <a:pt x="794512" y="1930425"/>
                  </a:lnTo>
                  <a:lnTo>
                    <a:pt x="851700" y="1891988"/>
                  </a:lnTo>
                  <a:close/>
                  <a:moveTo>
                    <a:pt x="793585" y="1809773"/>
                  </a:moveTo>
                  <a:lnTo>
                    <a:pt x="722548" y="1739768"/>
                  </a:lnTo>
                  <a:lnTo>
                    <a:pt x="716056" y="1765995"/>
                  </a:lnTo>
                  <a:close/>
                  <a:moveTo>
                    <a:pt x="793585" y="1809773"/>
                  </a:moveTo>
                  <a:lnTo>
                    <a:pt x="716056" y="1765995"/>
                  </a:lnTo>
                  <a:lnTo>
                    <a:pt x="758528" y="1848209"/>
                  </a:lnTo>
                  <a:close/>
                  <a:moveTo>
                    <a:pt x="377415" y="1152052"/>
                  </a:moveTo>
                  <a:lnTo>
                    <a:pt x="359755" y="1252384"/>
                  </a:lnTo>
                  <a:lnTo>
                    <a:pt x="366692" y="1176889"/>
                  </a:lnTo>
                  <a:close/>
                  <a:moveTo>
                    <a:pt x="227997" y="1152194"/>
                  </a:moveTo>
                  <a:lnTo>
                    <a:pt x="315305" y="1069837"/>
                  </a:lnTo>
                  <a:lnTo>
                    <a:pt x="234799" y="1093194"/>
                  </a:lnTo>
                  <a:close/>
                  <a:moveTo>
                    <a:pt x="305976" y="1165086"/>
                  </a:moveTo>
                  <a:lnTo>
                    <a:pt x="350828" y="1117576"/>
                  </a:lnTo>
                  <a:lnTo>
                    <a:pt x="227997" y="1152194"/>
                  </a:lnTo>
                  <a:close/>
                  <a:moveTo>
                    <a:pt x="945110" y="1780106"/>
                  </a:moveTo>
                  <a:lnTo>
                    <a:pt x="887941" y="1732462"/>
                  </a:lnTo>
                  <a:lnTo>
                    <a:pt x="856876" y="1691155"/>
                  </a:lnTo>
                  <a:close/>
                  <a:moveTo>
                    <a:pt x="887941" y="1732462"/>
                  </a:moveTo>
                  <a:lnTo>
                    <a:pt x="945110" y="1780106"/>
                  </a:lnTo>
                  <a:lnTo>
                    <a:pt x="1028490" y="1764094"/>
                  </a:lnTo>
                  <a:close/>
                  <a:moveTo>
                    <a:pt x="463992" y="1228233"/>
                  </a:moveTo>
                  <a:lnTo>
                    <a:pt x="464366" y="1263419"/>
                  </a:lnTo>
                  <a:lnTo>
                    <a:pt x="539872" y="1195831"/>
                  </a:lnTo>
                  <a:close/>
                  <a:moveTo>
                    <a:pt x="410238" y="1211342"/>
                  </a:moveTo>
                  <a:lnTo>
                    <a:pt x="493294" y="1156371"/>
                  </a:lnTo>
                  <a:lnTo>
                    <a:pt x="377415" y="1152052"/>
                  </a:lnTo>
                  <a:close/>
                  <a:moveTo>
                    <a:pt x="377415" y="1152052"/>
                  </a:moveTo>
                  <a:lnTo>
                    <a:pt x="493294" y="1156371"/>
                  </a:lnTo>
                  <a:lnTo>
                    <a:pt x="451159" y="1113616"/>
                  </a:lnTo>
                  <a:close/>
                  <a:moveTo>
                    <a:pt x="463992" y="1228233"/>
                  </a:moveTo>
                  <a:lnTo>
                    <a:pt x="539872" y="1195831"/>
                  </a:lnTo>
                  <a:lnTo>
                    <a:pt x="493294" y="1156371"/>
                  </a:lnTo>
                  <a:close/>
                  <a:moveTo>
                    <a:pt x="451159" y="1113616"/>
                  </a:moveTo>
                  <a:lnTo>
                    <a:pt x="397874" y="1078273"/>
                  </a:lnTo>
                  <a:lnTo>
                    <a:pt x="350828" y="1117576"/>
                  </a:lnTo>
                  <a:close/>
                  <a:moveTo>
                    <a:pt x="336839" y="1031401"/>
                  </a:moveTo>
                  <a:lnTo>
                    <a:pt x="350828" y="1117576"/>
                  </a:lnTo>
                  <a:lnTo>
                    <a:pt x="397874" y="1078273"/>
                  </a:lnTo>
                  <a:close/>
                  <a:moveTo>
                    <a:pt x="698621" y="1360261"/>
                  </a:moveTo>
                  <a:lnTo>
                    <a:pt x="798833" y="1337974"/>
                  </a:lnTo>
                  <a:lnTo>
                    <a:pt x="696194" y="1357669"/>
                  </a:lnTo>
                  <a:close/>
                  <a:moveTo>
                    <a:pt x="1223023" y="1503700"/>
                  </a:moveTo>
                  <a:lnTo>
                    <a:pt x="1215192" y="1530034"/>
                  </a:lnTo>
                  <a:lnTo>
                    <a:pt x="1239285" y="1409382"/>
                  </a:lnTo>
                  <a:close/>
                  <a:moveTo>
                    <a:pt x="1239285" y="1409382"/>
                  </a:moveTo>
                  <a:lnTo>
                    <a:pt x="1215192" y="1530034"/>
                  </a:lnTo>
                  <a:lnTo>
                    <a:pt x="1234311" y="1491597"/>
                  </a:lnTo>
                  <a:close/>
                  <a:moveTo>
                    <a:pt x="1314348" y="1321922"/>
                  </a:moveTo>
                  <a:lnTo>
                    <a:pt x="1373269" y="1356384"/>
                  </a:lnTo>
                  <a:lnTo>
                    <a:pt x="1316899" y="1288731"/>
                  </a:lnTo>
                  <a:close/>
                  <a:moveTo>
                    <a:pt x="1245289" y="1217381"/>
                  </a:moveTo>
                  <a:lnTo>
                    <a:pt x="1316899" y="1288731"/>
                  </a:lnTo>
                  <a:lnTo>
                    <a:pt x="1263014" y="1222816"/>
                  </a:lnTo>
                  <a:close/>
                  <a:moveTo>
                    <a:pt x="1245289" y="1217381"/>
                  </a:moveTo>
                  <a:lnTo>
                    <a:pt x="1314348" y="1321922"/>
                  </a:lnTo>
                  <a:lnTo>
                    <a:pt x="1316899" y="1288731"/>
                  </a:lnTo>
                  <a:close/>
                  <a:moveTo>
                    <a:pt x="1217163" y="1124300"/>
                  </a:moveTo>
                  <a:lnTo>
                    <a:pt x="1224640" y="1079343"/>
                  </a:lnTo>
                  <a:lnTo>
                    <a:pt x="1111702" y="1080521"/>
                  </a:lnTo>
                  <a:close/>
                  <a:moveTo>
                    <a:pt x="1247712" y="1206515"/>
                  </a:moveTo>
                  <a:lnTo>
                    <a:pt x="1245289" y="1217381"/>
                  </a:lnTo>
                  <a:lnTo>
                    <a:pt x="1263014" y="1222816"/>
                  </a:lnTo>
                  <a:close/>
                  <a:moveTo>
                    <a:pt x="1316899" y="1288731"/>
                  </a:moveTo>
                  <a:lnTo>
                    <a:pt x="1392119" y="1250294"/>
                  </a:lnTo>
                  <a:lnTo>
                    <a:pt x="1263014" y="1222816"/>
                  </a:lnTo>
                  <a:close/>
                  <a:moveTo>
                    <a:pt x="1214229" y="1085864"/>
                  </a:moveTo>
                  <a:lnTo>
                    <a:pt x="1224640" y="1079343"/>
                  </a:lnTo>
                  <a:lnTo>
                    <a:pt x="1217163" y="1124300"/>
                  </a:lnTo>
                  <a:close/>
                  <a:moveTo>
                    <a:pt x="1411396" y="1243024"/>
                  </a:moveTo>
                  <a:lnTo>
                    <a:pt x="1491937" y="1238137"/>
                  </a:lnTo>
                  <a:lnTo>
                    <a:pt x="1474877" y="1151915"/>
                  </a:lnTo>
                  <a:close/>
                  <a:moveTo>
                    <a:pt x="1885062" y="1255636"/>
                  </a:moveTo>
                  <a:lnTo>
                    <a:pt x="1856405" y="1284292"/>
                  </a:lnTo>
                  <a:lnTo>
                    <a:pt x="1893357" y="1262008"/>
                  </a:lnTo>
                  <a:close/>
                  <a:moveTo>
                    <a:pt x="1885062" y="1255636"/>
                  </a:moveTo>
                  <a:lnTo>
                    <a:pt x="1893357" y="1262008"/>
                  </a:lnTo>
                  <a:lnTo>
                    <a:pt x="1902276" y="1246999"/>
                  </a:lnTo>
                  <a:close/>
                  <a:moveTo>
                    <a:pt x="1817302" y="1173421"/>
                  </a:moveTo>
                  <a:lnTo>
                    <a:pt x="1902276" y="1246999"/>
                  </a:lnTo>
                  <a:lnTo>
                    <a:pt x="1912958" y="1138223"/>
                  </a:lnTo>
                  <a:close/>
                  <a:moveTo>
                    <a:pt x="1893357" y="1262008"/>
                  </a:moveTo>
                  <a:lnTo>
                    <a:pt x="1956070" y="1217200"/>
                  </a:lnTo>
                  <a:lnTo>
                    <a:pt x="1902276" y="1246999"/>
                  </a:lnTo>
                  <a:close/>
                  <a:moveTo>
                    <a:pt x="2030742" y="1281810"/>
                  </a:moveTo>
                  <a:lnTo>
                    <a:pt x="1956070" y="1217200"/>
                  </a:lnTo>
                  <a:lnTo>
                    <a:pt x="1893357" y="1262008"/>
                  </a:lnTo>
                  <a:close/>
                  <a:moveTo>
                    <a:pt x="1822214" y="1091206"/>
                  </a:moveTo>
                  <a:lnTo>
                    <a:pt x="1817302" y="1173421"/>
                  </a:lnTo>
                  <a:lnTo>
                    <a:pt x="1912958" y="1138223"/>
                  </a:lnTo>
                  <a:close/>
                  <a:moveTo>
                    <a:pt x="1704227" y="1008991"/>
                  </a:moveTo>
                  <a:lnTo>
                    <a:pt x="1766380" y="1065921"/>
                  </a:lnTo>
                  <a:lnTo>
                    <a:pt x="1792459" y="975411"/>
                  </a:lnTo>
                  <a:close/>
                  <a:moveTo>
                    <a:pt x="1702284" y="888339"/>
                  </a:moveTo>
                  <a:lnTo>
                    <a:pt x="1704227" y="1008991"/>
                  </a:lnTo>
                  <a:lnTo>
                    <a:pt x="1795401" y="959224"/>
                  </a:lnTo>
                  <a:close/>
                  <a:moveTo>
                    <a:pt x="1688861" y="926776"/>
                  </a:moveTo>
                  <a:lnTo>
                    <a:pt x="1704227" y="1008991"/>
                  </a:lnTo>
                  <a:lnTo>
                    <a:pt x="1702284" y="888339"/>
                  </a:lnTo>
                  <a:close/>
                  <a:moveTo>
                    <a:pt x="1204728" y="312834"/>
                  </a:moveTo>
                  <a:lnTo>
                    <a:pt x="1223036" y="334643"/>
                  </a:lnTo>
                  <a:lnTo>
                    <a:pt x="1261553" y="356542"/>
                  </a:lnTo>
                  <a:close/>
                  <a:moveTo>
                    <a:pt x="1702284" y="888339"/>
                  </a:moveTo>
                  <a:lnTo>
                    <a:pt x="1795401" y="959224"/>
                  </a:lnTo>
                  <a:lnTo>
                    <a:pt x="1794133" y="849902"/>
                  </a:lnTo>
                  <a:close/>
                  <a:moveTo>
                    <a:pt x="1738243" y="806124"/>
                  </a:moveTo>
                  <a:lnTo>
                    <a:pt x="1702284" y="888339"/>
                  </a:lnTo>
                  <a:lnTo>
                    <a:pt x="1794133" y="849902"/>
                  </a:lnTo>
                  <a:close/>
                  <a:moveTo>
                    <a:pt x="1238942" y="272005"/>
                  </a:moveTo>
                  <a:lnTo>
                    <a:pt x="1272913" y="294093"/>
                  </a:lnTo>
                  <a:lnTo>
                    <a:pt x="1312895" y="269847"/>
                  </a:lnTo>
                  <a:close/>
                  <a:moveTo>
                    <a:pt x="1348209" y="192182"/>
                  </a:moveTo>
                  <a:lnTo>
                    <a:pt x="1272913" y="294093"/>
                  </a:lnTo>
                  <a:lnTo>
                    <a:pt x="1312904" y="274397"/>
                  </a:lnTo>
                  <a:close/>
                  <a:moveTo>
                    <a:pt x="1941101" y="1096548"/>
                  </a:moveTo>
                  <a:lnTo>
                    <a:pt x="1916462" y="1035282"/>
                  </a:lnTo>
                  <a:lnTo>
                    <a:pt x="1922792" y="1130228"/>
                  </a:lnTo>
                  <a:close/>
                  <a:moveTo>
                    <a:pt x="2098673" y="826730"/>
                  </a:moveTo>
                  <a:lnTo>
                    <a:pt x="2232834" y="834474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98673" y="826730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75137" y="811466"/>
                  </a:lnTo>
                  <a:lnTo>
                    <a:pt x="2098673" y="826730"/>
                  </a:lnTo>
                  <a:close/>
                  <a:moveTo>
                    <a:pt x="2046411" y="729251"/>
                  </a:moveTo>
                  <a:lnTo>
                    <a:pt x="2140305" y="773030"/>
                  </a:lnTo>
                  <a:lnTo>
                    <a:pt x="2072009" y="690815"/>
                  </a:lnTo>
                  <a:close/>
                  <a:moveTo>
                    <a:pt x="2072009" y="690815"/>
                  </a:moveTo>
                  <a:lnTo>
                    <a:pt x="2144442" y="770938"/>
                  </a:lnTo>
                  <a:lnTo>
                    <a:pt x="2152300" y="664457"/>
                  </a:lnTo>
                  <a:close/>
                  <a:moveTo>
                    <a:pt x="2072009" y="690815"/>
                  </a:moveTo>
                  <a:lnTo>
                    <a:pt x="2140305" y="773030"/>
                  </a:lnTo>
                  <a:lnTo>
                    <a:pt x="2144442" y="770938"/>
                  </a:lnTo>
                  <a:close/>
                  <a:moveTo>
                    <a:pt x="2255572" y="741183"/>
                  </a:moveTo>
                  <a:lnTo>
                    <a:pt x="2143069" y="777519"/>
                  </a:lnTo>
                  <a:lnTo>
                    <a:pt x="2232834" y="834474"/>
                  </a:lnTo>
                  <a:close/>
                  <a:moveTo>
                    <a:pt x="2144442" y="770938"/>
                  </a:moveTo>
                  <a:lnTo>
                    <a:pt x="2255572" y="741183"/>
                  </a:lnTo>
                  <a:lnTo>
                    <a:pt x="2230134" y="661772"/>
                  </a:lnTo>
                  <a:close/>
                  <a:moveTo>
                    <a:pt x="2144442" y="770938"/>
                  </a:moveTo>
                  <a:lnTo>
                    <a:pt x="2230134" y="661772"/>
                  </a:lnTo>
                  <a:lnTo>
                    <a:pt x="2152300" y="664457"/>
                  </a:lnTo>
                  <a:close/>
                  <a:moveTo>
                    <a:pt x="2064418" y="575219"/>
                  </a:moveTo>
                  <a:lnTo>
                    <a:pt x="2036625" y="658200"/>
                  </a:lnTo>
                  <a:lnTo>
                    <a:pt x="2152300" y="664457"/>
                  </a:lnTo>
                  <a:close/>
                  <a:moveTo>
                    <a:pt x="2138639" y="575472"/>
                  </a:moveTo>
                  <a:lnTo>
                    <a:pt x="2064418" y="575219"/>
                  </a:lnTo>
                  <a:lnTo>
                    <a:pt x="2152300" y="664457"/>
                  </a:lnTo>
                  <a:close/>
                  <a:moveTo>
                    <a:pt x="1929193" y="526385"/>
                  </a:moveTo>
                  <a:lnTo>
                    <a:pt x="1990694" y="487948"/>
                  </a:lnTo>
                  <a:lnTo>
                    <a:pt x="1924501" y="517644"/>
                  </a:lnTo>
                  <a:close/>
                  <a:moveTo>
                    <a:pt x="1910285" y="405733"/>
                  </a:moveTo>
                  <a:lnTo>
                    <a:pt x="1881221" y="444169"/>
                  </a:lnTo>
                  <a:lnTo>
                    <a:pt x="1924501" y="517644"/>
                  </a:lnTo>
                  <a:close/>
                  <a:moveTo>
                    <a:pt x="2121808" y="82214"/>
                  </a:moveTo>
                  <a:lnTo>
                    <a:pt x="2095899" y="170749"/>
                  </a:lnTo>
                  <a:lnTo>
                    <a:pt x="2131900" y="90151"/>
                  </a:lnTo>
                  <a:close/>
                  <a:moveTo>
                    <a:pt x="2121808" y="82214"/>
                  </a:moveTo>
                  <a:lnTo>
                    <a:pt x="2127740" y="74596"/>
                  </a:lnTo>
                  <a:lnTo>
                    <a:pt x="2043824" y="120651"/>
                  </a:lnTo>
                  <a:close/>
                  <a:moveTo>
                    <a:pt x="2043824" y="120651"/>
                  </a:moveTo>
                  <a:lnTo>
                    <a:pt x="2127740" y="74596"/>
                  </a:lnTo>
                  <a:lnTo>
                    <a:pt x="1994305" y="31667"/>
                  </a:lnTo>
                  <a:close/>
                  <a:moveTo>
                    <a:pt x="2043824" y="120651"/>
                  </a:moveTo>
                  <a:lnTo>
                    <a:pt x="1994305" y="31667"/>
                  </a:lnTo>
                  <a:lnTo>
                    <a:pt x="1990559" y="55562"/>
                  </a:lnTo>
                  <a:close/>
                  <a:moveTo>
                    <a:pt x="2127740" y="74596"/>
                  </a:moveTo>
                  <a:lnTo>
                    <a:pt x="2137271" y="82214"/>
                  </a:lnTo>
                  <a:lnTo>
                    <a:pt x="2067658" y="32624"/>
                  </a:lnTo>
                  <a:close/>
                  <a:moveTo>
                    <a:pt x="1984579" y="33203"/>
                  </a:moveTo>
                  <a:lnTo>
                    <a:pt x="1971833" y="0"/>
                  </a:lnTo>
                  <a:lnTo>
                    <a:pt x="1994305" y="31667"/>
                  </a:lnTo>
                  <a:close/>
                  <a:moveTo>
                    <a:pt x="2121808" y="82214"/>
                  </a:moveTo>
                  <a:lnTo>
                    <a:pt x="2131900" y="90151"/>
                  </a:lnTo>
                  <a:lnTo>
                    <a:pt x="2137258" y="76133"/>
                  </a:lnTo>
                  <a:close/>
                  <a:moveTo>
                    <a:pt x="2127740" y="74596"/>
                  </a:moveTo>
                  <a:lnTo>
                    <a:pt x="2121808" y="82214"/>
                  </a:lnTo>
                  <a:lnTo>
                    <a:pt x="2137258" y="76133"/>
                  </a:lnTo>
                  <a:close/>
                  <a:moveTo>
                    <a:pt x="2137258" y="76133"/>
                  </a:moveTo>
                  <a:lnTo>
                    <a:pt x="2131900" y="90151"/>
                  </a:lnTo>
                  <a:lnTo>
                    <a:pt x="2137271" y="82214"/>
                  </a:lnTo>
                  <a:close/>
                  <a:moveTo>
                    <a:pt x="2137258" y="76133"/>
                  </a:moveTo>
                  <a:lnTo>
                    <a:pt x="2137271" y="82214"/>
                  </a:lnTo>
                  <a:lnTo>
                    <a:pt x="2127740" y="7459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693" name="Candidate_density__2012">
              <a:extLst>
                <a:ext uri="{FF2B5EF4-FFF2-40B4-BE49-F238E27FC236}">
                  <a16:creationId xmlns:a16="http://schemas.microsoft.com/office/drawing/2014/main" id="{266871C1-39FE-3E76-9CC4-40C49809293E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436186"/>
              <a:ext cx="2267420" cy="1924746"/>
            </a:xfrm>
            <a:custGeom>
              <a:avLst/>
              <a:gdLst/>
              <a:ahLst/>
              <a:cxnLst/>
              <a:rect l="0" t="0" r="0" b="0"/>
              <a:pathLst>
                <a:path w="2267420" h="1924746">
                  <a:moveTo>
                    <a:pt x="106751" y="1110521"/>
                  </a:moveTo>
                  <a:lnTo>
                    <a:pt x="28790" y="1097694"/>
                  </a:lnTo>
                  <a:lnTo>
                    <a:pt x="0" y="1080683"/>
                  </a:lnTo>
                  <a:close/>
                  <a:moveTo>
                    <a:pt x="817735" y="1881623"/>
                  </a:moveTo>
                  <a:lnTo>
                    <a:pt x="787142" y="1865817"/>
                  </a:lnTo>
                  <a:lnTo>
                    <a:pt x="842788" y="1911835"/>
                  </a:lnTo>
                  <a:close/>
                  <a:moveTo>
                    <a:pt x="656950" y="1559131"/>
                  </a:moveTo>
                  <a:lnTo>
                    <a:pt x="636682" y="1627269"/>
                  </a:lnTo>
                  <a:lnTo>
                    <a:pt x="647466" y="1601565"/>
                  </a:lnTo>
                  <a:close/>
                  <a:moveTo>
                    <a:pt x="106751" y="1110521"/>
                  </a:moveTo>
                  <a:lnTo>
                    <a:pt x="197107" y="1141715"/>
                  </a:lnTo>
                  <a:lnTo>
                    <a:pt x="227997" y="1069979"/>
                  </a:lnTo>
                  <a:close/>
                  <a:moveTo>
                    <a:pt x="28790" y="1097694"/>
                  </a:moveTo>
                  <a:lnTo>
                    <a:pt x="106751" y="1110521"/>
                  </a:lnTo>
                  <a:lnTo>
                    <a:pt x="155421" y="1077288"/>
                  </a:lnTo>
                  <a:close/>
                  <a:moveTo>
                    <a:pt x="75709" y="1057914"/>
                  </a:moveTo>
                  <a:lnTo>
                    <a:pt x="28790" y="1097694"/>
                  </a:lnTo>
                  <a:lnTo>
                    <a:pt x="155421" y="1077288"/>
                  </a:lnTo>
                  <a:close/>
                  <a:moveTo>
                    <a:pt x="758528" y="1765995"/>
                  </a:moveTo>
                  <a:lnTo>
                    <a:pt x="716056" y="1683780"/>
                  </a:lnTo>
                  <a:lnTo>
                    <a:pt x="722288" y="1718358"/>
                  </a:lnTo>
                  <a:close/>
                  <a:moveTo>
                    <a:pt x="636682" y="1627269"/>
                  </a:moveTo>
                  <a:lnTo>
                    <a:pt x="716056" y="1683780"/>
                  </a:lnTo>
                  <a:lnTo>
                    <a:pt x="677184" y="1634783"/>
                  </a:lnTo>
                  <a:close/>
                  <a:moveTo>
                    <a:pt x="647466" y="1601565"/>
                  </a:moveTo>
                  <a:lnTo>
                    <a:pt x="636682" y="1627269"/>
                  </a:lnTo>
                  <a:lnTo>
                    <a:pt x="677184" y="1634783"/>
                  </a:lnTo>
                  <a:close/>
                  <a:moveTo>
                    <a:pt x="817735" y="1881623"/>
                  </a:moveTo>
                  <a:lnTo>
                    <a:pt x="903800" y="1924746"/>
                  </a:lnTo>
                  <a:lnTo>
                    <a:pt x="942627" y="1854713"/>
                  </a:lnTo>
                  <a:close/>
                  <a:moveTo>
                    <a:pt x="677184" y="1634783"/>
                  </a:moveTo>
                  <a:lnTo>
                    <a:pt x="716056" y="1683780"/>
                  </a:lnTo>
                  <a:lnTo>
                    <a:pt x="722548" y="1657554"/>
                  </a:lnTo>
                  <a:close/>
                  <a:moveTo>
                    <a:pt x="647466" y="1601565"/>
                  </a:moveTo>
                  <a:lnTo>
                    <a:pt x="722548" y="1657554"/>
                  </a:lnTo>
                  <a:lnTo>
                    <a:pt x="637610" y="1565923"/>
                  </a:lnTo>
                  <a:close/>
                  <a:moveTo>
                    <a:pt x="677184" y="1634783"/>
                  </a:moveTo>
                  <a:lnTo>
                    <a:pt x="722548" y="1657554"/>
                  </a:lnTo>
                  <a:lnTo>
                    <a:pt x="647466" y="1601565"/>
                  </a:lnTo>
                  <a:close/>
                  <a:moveTo>
                    <a:pt x="541686" y="1406834"/>
                  </a:moveTo>
                  <a:lnTo>
                    <a:pt x="544548" y="1341305"/>
                  </a:lnTo>
                  <a:lnTo>
                    <a:pt x="472287" y="1354920"/>
                  </a:lnTo>
                  <a:close/>
                  <a:moveTo>
                    <a:pt x="458985" y="1272704"/>
                  </a:moveTo>
                  <a:lnTo>
                    <a:pt x="472287" y="1354920"/>
                  </a:lnTo>
                  <a:lnTo>
                    <a:pt x="493620" y="1234268"/>
                  </a:lnTo>
                  <a:close/>
                  <a:moveTo>
                    <a:pt x="464366" y="1181204"/>
                  </a:moveTo>
                  <a:lnTo>
                    <a:pt x="446988" y="1159843"/>
                  </a:lnTo>
                  <a:lnTo>
                    <a:pt x="493620" y="1234268"/>
                  </a:lnTo>
                  <a:close/>
                  <a:moveTo>
                    <a:pt x="493620" y="1234268"/>
                  </a:moveTo>
                  <a:lnTo>
                    <a:pt x="446988" y="1159843"/>
                  </a:lnTo>
                  <a:lnTo>
                    <a:pt x="434405" y="1190489"/>
                  </a:lnTo>
                  <a:close/>
                  <a:moveTo>
                    <a:pt x="377415" y="1069838"/>
                  </a:moveTo>
                  <a:lnTo>
                    <a:pt x="390915" y="1121784"/>
                  </a:lnTo>
                  <a:lnTo>
                    <a:pt x="359755" y="1170169"/>
                  </a:lnTo>
                  <a:close/>
                  <a:moveTo>
                    <a:pt x="359755" y="1170169"/>
                  </a:moveTo>
                  <a:lnTo>
                    <a:pt x="390915" y="1121784"/>
                  </a:lnTo>
                  <a:lnTo>
                    <a:pt x="446988" y="1159843"/>
                  </a:lnTo>
                  <a:close/>
                  <a:moveTo>
                    <a:pt x="234799" y="1010980"/>
                  </a:moveTo>
                  <a:lnTo>
                    <a:pt x="155421" y="1077288"/>
                  </a:lnTo>
                  <a:lnTo>
                    <a:pt x="227997" y="1069979"/>
                  </a:lnTo>
                  <a:close/>
                  <a:moveTo>
                    <a:pt x="315305" y="987623"/>
                  </a:moveTo>
                  <a:lnTo>
                    <a:pt x="277590" y="905408"/>
                  </a:lnTo>
                  <a:lnTo>
                    <a:pt x="234799" y="1010980"/>
                  </a:lnTo>
                  <a:close/>
                  <a:moveTo>
                    <a:pt x="277590" y="905408"/>
                  </a:moveTo>
                  <a:lnTo>
                    <a:pt x="236898" y="909181"/>
                  </a:lnTo>
                  <a:lnTo>
                    <a:pt x="234799" y="1010980"/>
                  </a:lnTo>
                  <a:close/>
                  <a:moveTo>
                    <a:pt x="173775" y="867251"/>
                  </a:moveTo>
                  <a:lnTo>
                    <a:pt x="225061" y="905408"/>
                  </a:lnTo>
                  <a:lnTo>
                    <a:pt x="236898" y="909181"/>
                  </a:lnTo>
                  <a:close/>
                  <a:moveTo>
                    <a:pt x="154729" y="859498"/>
                  </a:moveTo>
                  <a:lnTo>
                    <a:pt x="225061" y="905408"/>
                  </a:lnTo>
                  <a:lnTo>
                    <a:pt x="173775" y="867251"/>
                  </a:lnTo>
                  <a:close/>
                  <a:moveTo>
                    <a:pt x="856876" y="1608940"/>
                  </a:moveTo>
                  <a:lnTo>
                    <a:pt x="887941" y="1650247"/>
                  </a:lnTo>
                  <a:lnTo>
                    <a:pt x="882311" y="1645344"/>
                  </a:lnTo>
                  <a:close/>
                  <a:moveTo>
                    <a:pt x="821606" y="1537522"/>
                  </a:moveTo>
                  <a:lnTo>
                    <a:pt x="856876" y="1608940"/>
                  </a:lnTo>
                  <a:lnTo>
                    <a:pt x="882311" y="1645344"/>
                  </a:lnTo>
                  <a:close/>
                  <a:moveTo>
                    <a:pt x="698621" y="1278047"/>
                  </a:moveTo>
                  <a:lnTo>
                    <a:pt x="738910" y="1371706"/>
                  </a:lnTo>
                  <a:lnTo>
                    <a:pt x="783240" y="1322243"/>
                  </a:lnTo>
                  <a:close/>
                  <a:moveTo>
                    <a:pt x="410238" y="1129127"/>
                  </a:moveTo>
                  <a:lnTo>
                    <a:pt x="464366" y="1181204"/>
                  </a:lnTo>
                  <a:lnTo>
                    <a:pt x="463992" y="1146019"/>
                  </a:lnTo>
                  <a:close/>
                  <a:moveTo>
                    <a:pt x="539872" y="1113617"/>
                  </a:moveTo>
                  <a:lnTo>
                    <a:pt x="464366" y="1181204"/>
                  </a:lnTo>
                  <a:lnTo>
                    <a:pt x="493620" y="1234268"/>
                  </a:lnTo>
                  <a:close/>
                  <a:moveTo>
                    <a:pt x="463992" y="1146019"/>
                  </a:moveTo>
                  <a:lnTo>
                    <a:pt x="493294" y="1074157"/>
                  </a:lnTo>
                  <a:lnTo>
                    <a:pt x="410238" y="1129127"/>
                  </a:lnTo>
                  <a:close/>
                  <a:moveTo>
                    <a:pt x="336839" y="949186"/>
                  </a:moveTo>
                  <a:lnTo>
                    <a:pt x="277590" y="905408"/>
                  </a:lnTo>
                  <a:lnTo>
                    <a:pt x="315305" y="987623"/>
                  </a:lnTo>
                  <a:close/>
                  <a:moveTo>
                    <a:pt x="291108" y="875536"/>
                  </a:moveTo>
                  <a:lnTo>
                    <a:pt x="225061" y="905408"/>
                  </a:lnTo>
                  <a:lnTo>
                    <a:pt x="268620" y="883391"/>
                  </a:lnTo>
                  <a:close/>
                  <a:moveTo>
                    <a:pt x="268620" y="883391"/>
                  </a:moveTo>
                  <a:lnTo>
                    <a:pt x="225061" y="905408"/>
                  </a:lnTo>
                  <a:lnTo>
                    <a:pt x="233084" y="812190"/>
                  </a:lnTo>
                  <a:close/>
                  <a:moveTo>
                    <a:pt x="698621" y="1278047"/>
                  </a:moveTo>
                  <a:lnTo>
                    <a:pt x="783240" y="1322243"/>
                  </a:lnTo>
                  <a:lnTo>
                    <a:pt x="798833" y="1255759"/>
                  </a:lnTo>
                  <a:close/>
                  <a:moveTo>
                    <a:pt x="696194" y="1275454"/>
                  </a:moveTo>
                  <a:lnTo>
                    <a:pt x="798833" y="1255759"/>
                  </a:lnTo>
                  <a:lnTo>
                    <a:pt x="800362" y="1171058"/>
                  </a:lnTo>
                  <a:close/>
                  <a:moveTo>
                    <a:pt x="552520" y="910750"/>
                  </a:moveTo>
                  <a:lnTo>
                    <a:pt x="526998" y="984970"/>
                  </a:lnTo>
                  <a:lnTo>
                    <a:pt x="563497" y="925530"/>
                  </a:lnTo>
                  <a:close/>
                  <a:moveTo>
                    <a:pt x="536397" y="992965"/>
                  </a:moveTo>
                  <a:lnTo>
                    <a:pt x="590290" y="942950"/>
                  </a:lnTo>
                  <a:lnTo>
                    <a:pt x="563497" y="925530"/>
                  </a:lnTo>
                  <a:close/>
                  <a:moveTo>
                    <a:pt x="690083" y="822201"/>
                  </a:moveTo>
                  <a:lnTo>
                    <a:pt x="760840" y="886279"/>
                  </a:lnTo>
                  <a:lnTo>
                    <a:pt x="775486" y="862847"/>
                  </a:lnTo>
                  <a:close/>
                  <a:moveTo>
                    <a:pt x="635549" y="828535"/>
                  </a:moveTo>
                  <a:lnTo>
                    <a:pt x="760840" y="886279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635316" y="827643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599032" y="707883"/>
                  </a:lnTo>
                  <a:lnTo>
                    <a:pt x="616320" y="742993"/>
                  </a:lnTo>
                  <a:close/>
                  <a:moveTo>
                    <a:pt x="1149091" y="1352967"/>
                  </a:moveTo>
                  <a:lnTo>
                    <a:pt x="1145826" y="1411516"/>
                  </a:lnTo>
                  <a:lnTo>
                    <a:pt x="1186093" y="1365604"/>
                  </a:lnTo>
                  <a:close/>
                  <a:moveTo>
                    <a:pt x="1139428" y="1260730"/>
                  </a:moveTo>
                  <a:lnTo>
                    <a:pt x="1186093" y="1365604"/>
                  </a:lnTo>
                  <a:lnTo>
                    <a:pt x="1159376" y="1283389"/>
                  </a:lnTo>
                  <a:close/>
                  <a:moveTo>
                    <a:pt x="1149091" y="1352967"/>
                  </a:moveTo>
                  <a:lnTo>
                    <a:pt x="1186093" y="1365604"/>
                  </a:lnTo>
                  <a:lnTo>
                    <a:pt x="1139428" y="1260730"/>
                  </a:lnTo>
                  <a:close/>
                  <a:moveTo>
                    <a:pt x="1149091" y="1352967"/>
                  </a:moveTo>
                  <a:lnTo>
                    <a:pt x="1139428" y="1260730"/>
                  </a:lnTo>
                  <a:lnTo>
                    <a:pt x="1136325" y="1327168"/>
                  </a:lnTo>
                  <a:close/>
                  <a:moveTo>
                    <a:pt x="1059763" y="1164812"/>
                  </a:moveTo>
                  <a:lnTo>
                    <a:pt x="1139428" y="1260730"/>
                  </a:lnTo>
                  <a:lnTo>
                    <a:pt x="1096870" y="1195237"/>
                  </a:lnTo>
                  <a:close/>
                  <a:moveTo>
                    <a:pt x="1059763" y="1164812"/>
                  </a:moveTo>
                  <a:lnTo>
                    <a:pt x="1096870" y="1195237"/>
                  </a:lnTo>
                  <a:lnTo>
                    <a:pt x="1084891" y="1183688"/>
                  </a:lnTo>
                  <a:close/>
                  <a:moveTo>
                    <a:pt x="876104" y="960388"/>
                  </a:moveTo>
                  <a:lnTo>
                    <a:pt x="976363" y="1032431"/>
                  </a:lnTo>
                  <a:lnTo>
                    <a:pt x="1016077" y="989861"/>
                  </a:lnTo>
                  <a:close/>
                  <a:moveTo>
                    <a:pt x="876104" y="960388"/>
                  </a:moveTo>
                  <a:lnTo>
                    <a:pt x="1016077" y="989861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6104" y="960388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2081" y="954529"/>
                  </a:lnTo>
                  <a:lnTo>
                    <a:pt x="876104" y="960388"/>
                  </a:lnTo>
                  <a:close/>
                  <a:moveTo>
                    <a:pt x="823179" y="872313"/>
                  </a:moveTo>
                  <a:lnTo>
                    <a:pt x="872081" y="954529"/>
                  </a:lnTo>
                  <a:lnTo>
                    <a:pt x="869445" y="916092"/>
                  </a:lnTo>
                  <a:close/>
                  <a:moveTo>
                    <a:pt x="823179" y="872313"/>
                  </a:moveTo>
                  <a:lnTo>
                    <a:pt x="869445" y="916092"/>
                  </a:lnTo>
                  <a:lnTo>
                    <a:pt x="833153" y="833877"/>
                  </a:lnTo>
                  <a:close/>
                  <a:moveTo>
                    <a:pt x="823179" y="872313"/>
                  </a:moveTo>
                  <a:lnTo>
                    <a:pt x="833153" y="833877"/>
                  </a:lnTo>
                  <a:lnTo>
                    <a:pt x="775486" y="862847"/>
                  </a:lnTo>
                  <a:close/>
                  <a:moveTo>
                    <a:pt x="833153" y="833877"/>
                  </a:moveTo>
                  <a:lnTo>
                    <a:pt x="816427" y="800717"/>
                  </a:lnTo>
                  <a:lnTo>
                    <a:pt x="775486" y="862847"/>
                  </a:lnTo>
                  <a:close/>
                  <a:moveTo>
                    <a:pt x="698117" y="751662"/>
                  </a:moveTo>
                  <a:lnTo>
                    <a:pt x="616576" y="790098"/>
                  </a:lnTo>
                  <a:lnTo>
                    <a:pt x="690083" y="822201"/>
                  </a:lnTo>
                  <a:close/>
                  <a:moveTo>
                    <a:pt x="698117" y="751662"/>
                  </a:moveTo>
                  <a:lnTo>
                    <a:pt x="599032" y="707883"/>
                  </a:lnTo>
                  <a:lnTo>
                    <a:pt x="616576" y="790098"/>
                  </a:lnTo>
                  <a:close/>
                  <a:moveTo>
                    <a:pt x="690083" y="822201"/>
                  </a:moveTo>
                  <a:lnTo>
                    <a:pt x="775486" y="862847"/>
                  </a:lnTo>
                  <a:lnTo>
                    <a:pt x="816427" y="800717"/>
                  </a:lnTo>
                  <a:close/>
                  <a:moveTo>
                    <a:pt x="1386779" y="1324678"/>
                  </a:moveTo>
                  <a:lnTo>
                    <a:pt x="1394306" y="1327168"/>
                  </a:lnTo>
                  <a:lnTo>
                    <a:pt x="1358816" y="1303647"/>
                  </a:lnTo>
                  <a:close/>
                  <a:moveTo>
                    <a:pt x="1386779" y="1324678"/>
                  </a:moveTo>
                  <a:lnTo>
                    <a:pt x="1393329" y="1288731"/>
                  </a:lnTo>
                  <a:lnTo>
                    <a:pt x="1407450" y="1324702"/>
                  </a:lnTo>
                  <a:close/>
                  <a:moveTo>
                    <a:pt x="1373269" y="1274169"/>
                  </a:moveTo>
                  <a:lnTo>
                    <a:pt x="1407450" y="1324702"/>
                  </a:lnTo>
                  <a:lnTo>
                    <a:pt x="1393329" y="1288731"/>
                  </a:lnTo>
                  <a:close/>
                  <a:moveTo>
                    <a:pt x="1314348" y="1239707"/>
                  </a:moveTo>
                  <a:lnTo>
                    <a:pt x="1407450" y="1324702"/>
                  </a:lnTo>
                  <a:lnTo>
                    <a:pt x="1373269" y="1274169"/>
                  </a:lnTo>
                  <a:close/>
                  <a:moveTo>
                    <a:pt x="1358816" y="1303647"/>
                  </a:moveTo>
                  <a:lnTo>
                    <a:pt x="1394306" y="1327168"/>
                  </a:lnTo>
                  <a:lnTo>
                    <a:pt x="1314883" y="1271075"/>
                  </a:lnTo>
                  <a:close/>
                  <a:moveTo>
                    <a:pt x="1247712" y="1124301"/>
                  </a:moveTo>
                  <a:lnTo>
                    <a:pt x="1191678" y="1089091"/>
                  </a:lnTo>
                  <a:lnTo>
                    <a:pt x="1245289" y="1135167"/>
                  </a:lnTo>
                  <a:close/>
                  <a:moveTo>
                    <a:pt x="1185568" y="1080522"/>
                  </a:moveTo>
                  <a:lnTo>
                    <a:pt x="1191678" y="1089091"/>
                  </a:lnTo>
                  <a:lnTo>
                    <a:pt x="1247712" y="1124301"/>
                  </a:lnTo>
                  <a:close/>
                  <a:moveTo>
                    <a:pt x="1217163" y="1042086"/>
                  </a:moveTo>
                  <a:lnTo>
                    <a:pt x="1185568" y="1080522"/>
                  </a:lnTo>
                  <a:lnTo>
                    <a:pt x="1247712" y="1124301"/>
                  </a:lnTo>
                  <a:close/>
                  <a:moveTo>
                    <a:pt x="1016077" y="989861"/>
                  </a:moveTo>
                  <a:lnTo>
                    <a:pt x="1086545" y="974671"/>
                  </a:lnTo>
                  <a:lnTo>
                    <a:pt x="1045181" y="883477"/>
                  </a:lnTo>
                  <a:close/>
                  <a:moveTo>
                    <a:pt x="816427" y="800717"/>
                  </a:moveTo>
                  <a:lnTo>
                    <a:pt x="833153" y="833877"/>
                  </a:lnTo>
                  <a:lnTo>
                    <a:pt x="828798" y="831029"/>
                  </a:lnTo>
                  <a:close/>
                  <a:moveTo>
                    <a:pt x="899767" y="633740"/>
                  </a:moveTo>
                  <a:lnTo>
                    <a:pt x="834334" y="589014"/>
                  </a:lnTo>
                  <a:lnTo>
                    <a:pt x="892781" y="631010"/>
                  </a:lnTo>
                  <a:close/>
                  <a:moveTo>
                    <a:pt x="906090" y="642097"/>
                  </a:moveTo>
                  <a:lnTo>
                    <a:pt x="899767" y="633740"/>
                  </a:lnTo>
                  <a:lnTo>
                    <a:pt x="892781" y="631010"/>
                  </a:lnTo>
                  <a:close/>
                  <a:moveTo>
                    <a:pt x="1491937" y="1155923"/>
                  </a:moveTo>
                  <a:lnTo>
                    <a:pt x="1593680" y="1133799"/>
                  </a:lnTo>
                  <a:lnTo>
                    <a:pt x="1474877" y="1069700"/>
                  </a:lnTo>
                  <a:close/>
                  <a:moveTo>
                    <a:pt x="1593680" y="1133799"/>
                  </a:moveTo>
                  <a:lnTo>
                    <a:pt x="1606594" y="1168079"/>
                  </a:lnTo>
                  <a:lnTo>
                    <a:pt x="1540850" y="1128207"/>
                  </a:lnTo>
                  <a:close/>
                  <a:moveTo>
                    <a:pt x="1817302" y="1091207"/>
                  </a:moveTo>
                  <a:lnTo>
                    <a:pt x="1885062" y="1173422"/>
                  </a:lnTo>
                  <a:lnTo>
                    <a:pt x="1902276" y="1164785"/>
                  </a:lnTo>
                  <a:close/>
                  <a:moveTo>
                    <a:pt x="1986487" y="1249334"/>
                  </a:moveTo>
                  <a:lnTo>
                    <a:pt x="2030742" y="1199596"/>
                  </a:lnTo>
                  <a:lnTo>
                    <a:pt x="1893357" y="1179794"/>
                  </a:lnTo>
                  <a:close/>
                  <a:moveTo>
                    <a:pt x="1792459" y="893196"/>
                  </a:moveTo>
                  <a:lnTo>
                    <a:pt x="1766380" y="983706"/>
                  </a:lnTo>
                  <a:lnTo>
                    <a:pt x="1845234" y="888340"/>
                  </a:lnTo>
                  <a:close/>
                  <a:moveTo>
                    <a:pt x="1704227" y="926777"/>
                  </a:moveTo>
                  <a:lnTo>
                    <a:pt x="1792459" y="893196"/>
                  </a:lnTo>
                  <a:lnTo>
                    <a:pt x="1795401" y="877010"/>
                  </a:lnTo>
                  <a:close/>
                  <a:moveTo>
                    <a:pt x="1794133" y="767688"/>
                  </a:moveTo>
                  <a:lnTo>
                    <a:pt x="1795401" y="877010"/>
                  </a:lnTo>
                  <a:lnTo>
                    <a:pt x="1830542" y="793191"/>
                  </a:lnTo>
                  <a:close/>
                  <a:moveTo>
                    <a:pt x="1784480" y="888340"/>
                  </a:moveTo>
                  <a:lnTo>
                    <a:pt x="1702069" y="806715"/>
                  </a:lnTo>
                  <a:lnTo>
                    <a:pt x="1756910" y="861504"/>
                  </a:lnTo>
                  <a:close/>
                  <a:moveTo>
                    <a:pt x="1738243" y="723910"/>
                  </a:moveTo>
                  <a:lnTo>
                    <a:pt x="1794133" y="767688"/>
                  </a:lnTo>
                  <a:lnTo>
                    <a:pt x="1737852" y="685473"/>
                  </a:lnTo>
                  <a:close/>
                  <a:moveTo>
                    <a:pt x="1334770" y="269418"/>
                  </a:moveTo>
                  <a:lnTo>
                    <a:pt x="1387663" y="251974"/>
                  </a:lnTo>
                  <a:lnTo>
                    <a:pt x="1261553" y="274327"/>
                  </a:lnTo>
                  <a:close/>
                  <a:moveTo>
                    <a:pt x="1839226" y="755083"/>
                  </a:moveTo>
                  <a:lnTo>
                    <a:pt x="1830542" y="793191"/>
                  </a:lnTo>
                  <a:lnTo>
                    <a:pt x="1910114" y="758044"/>
                  </a:lnTo>
                  <a:close/>
                  <a:moveTo>
                    <a:pt x="1529026" y="235961"/>
                  </a:moveTo>
                  <a:lnTo>
                    <a:pt x="1513013" y="226778"/>
                  </a:lnTo>
                  <a:lnTo>
                    <a:pt x="1467848" y="273111"/>
                  </a:lnTo>
                  <a:close/>
                  <a:moveTo>
                    <a:pt x="1387663" y="251974"/>
                  </a:moveTo>
                  <a:lnTo>
                    <a:pt x="1467848" y="273111"/>
                  </a:lnTo>
                  <a:lnTo>
                    <a:pt x="1513013" y="226778"/>
                  </a:lnTo>
                  <a:close/>
                  <a:moveTo>
                    <a:pt x="2098673" y="744516"/>
                  </a:moveTo>
                  <a:lnTo>
                    <a:pt x="2222565" y="785895"/>
                  </a:lnTo>
                  <a:lnTo>
                    <a:pt x="2232834" y="752260"/>
                  </a:lnTo>
                  <a:close/>
                  <a:moveTo>
                    <a:pt x="2072009" y="608600"/>
                  </a:moveTo>
                  <a:lnTo>
                    <a:pt x="2000035" y="545348"/>
                  </a:lnTo>
                  <a:lnTo>
                    <a:pt x="2026735" y="564822"/>
                  </a:lnTo>
                  <a:close/>
                  <a:moveTo>
                    <a:pt x="1882791" y="379888"/>
                  </a:moveTo>
                  <a:lnTo>
                    <a:pt x="1929193" y="444170"/>
                  </a:lnTo>
                  <a:lnTo>
                    <a:pt x="1924501" y="435430"/>
                  </a:lnTo>
                  <a:close/>
                  <a:moveTo>
                    <a:pt x="1881221" y="361955"/>
                  </a:moveTo>
                  <a:lnTo>
                    <a:pt x="1882791" y="379888"/>
                  </a:lnTo>
                  <a:lnTo>
                    <a:pt x="1924501" y="435430"/>
                  </a:lnTo>
                  <a:close/>
                  <a:moveTo>
                    <a:pt x="2232834" y="752260"/>
                  </a:moveTo>
                  <a:lnTo>
                    <a:pt x="2267420" y="690815"/>
                  </a:lnTo>
                  <a:lnTo>
                    <a:pt x="2255572" y="658969"/>
                  </a:lnTo>
                  <a:close/>
                  <a:moveTo>
                    <a:pt x="2230134" y="579558"/>
                  </a:moveTo>
                  <a:lnTo>
                    <a:pt x="2255572" y="658969"/>
                  </a:lnTo>
                  <a:lnTo>
                    <a:pt x="2267420" y="690815"/>
                  </a:lnTo>
                  <a:close/>
                  <a:moveTo>
                    <a:pt x="2152300" y="582243"/>
                  </a:moveTo>
                  <a:lnTo>
                    <a:pt x="2036625" y="575986"/>
                  </a:lnTo>
                  <a:lnTo>
                    <a:pt x="2072009" y="608600"/>
                  </a:lnTo>
                  <a:close/>
                  <a:moveTo>
                    <a:pt x="2152300" y="582243"/>
                  </a:moveTo>
                  <a:lnTo>
                    <a:pt x="2230134" y="579558"/>
                  </a:lnTo>
                  <a:lnTo>
                    <a:pt x="2180952" y="519449"/>
                  </a:lnTo>
                  <a:close/>
                  <a:moveTo>
                    <a:pt x="2152300" y="582243"/>
                  </a:moveTo>
                  <a:lnTo>
                    <a:pt x="2180952" y="519449"/>
                  </a:lnTo>
                  <a:lnTo>
                    <a:pt x="2138639" y="493257"/>
                  </a:lnTo>
                  <a:close/>
                  <a:moveTo>
                    <a:pt x="2111506" y="415223"/>
                  </a:moveTo>
                  <a:lnTo>
                    <a:pt x="2067533" y="476342"/>
                  </a:lnTo>
                  <a:lnTo>
                    <a:pt x="2064418" y="493005"/>
                  </a:lnTo>
                  <a:close/>
                  <a:moveTo>
                    <a:pt x="1910285" y="323518"/>
                  </a:moveTo>
                  <a:lnTo>
                    <a:pt x="1815139" y="274205"/>
                  </a:lnTo>
                  <a:lnTo>
                    <a:pt x="1830494" y="279740"/>
                  </a:lnTo>
                  <a:close/>
                  <a:moveTo>
                    <a:pt x="1910285" y="323518"/>
                  </a:moveTo>
                  <a:lnTo>
                    <a:pt x="1830494" y="279740"/>
                  </a:lnTo>
                  <a:lnTo>
                    <a:pt x="1881221" y="361955"/>
                  </a:lnTo>
                  <a:close/>
                  <a:moveTo>
                    <a:pt x="2121808" y="0"/>
                  </a:moveTo>
                  <a:lnTo>
                    <a:pt x="2043824" y="38437"/>
                  </a:lnTo>
                  <a:lnTo>
                    <a:pt x="2095899" y="88535"/>
                  </a:lnTo>
                  <a:close/>
                  <a:moveTo>
                    <a:pt x="2131900" y="7936"/>
                  </a:moveTo>
                  <a:lnTo>
                    <a:pt x="2161308" y="34959"/>
                  </a:lnTo>
                  <a:lnTo>
                    <a:pt x="2137271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694" name="Candidate_density__2013">
              <a:extLst>
                <a:ext uri="{FF2B5EF4-FFF2-40B4-BE49-F238E27FC236}">
                  <a16:creationId xmlns:a16="http://schemas.microsoft.com/office/drawing/2014/main" id="{6173EAC0-40FC-E9BA-384F-A888DE1716F1}"/>
                </a:ext>
              </a:extLst>
            </p:cNvPr>
            <p:cNvSpPr>
              <a:spLocks noGrp="1"/>
            </p:cNvSpPr>
            <p:nvPr/>
          </p:nvSpPr>
          <p:spPr>
            <a:xfrm>
              <a:off x="4553182" y="3672147"/>
              <a:ext cx="2074201" cy="1688785"/>
            </a:xfrm>
            <a:custGeom>
              <a:avLst/>
              <a:gdLst/>
              <a:ahLst/>
              <a:cxnLst/>
              <a:rect l="0" t="0" r="0" b="0"/>
              <a:pathLst>
                <a:path w="2074201" h="1688785">
                  <a:moveTo>
                    <a:pt x="797048" y="1688785"/>
                  </a:moveTo>
                  <a:lnTo>
                    <a:pt x="710984" y="1645662"/>
                  </a:lnTo>
                  <a:lnTo>
                    <a:pt x="736037" y="1675873"/>
                  </a:lnTo>
                  <a:close/>
                  <a:moveTo>
                    <a:pt x="0" y="874560"/>
                  </a:moveTo>
                  <a:lnTo>
                    <a:pt x="121246" y="834018"/>
                  </a:lnTo>
                  <a:lnTo>
                    <a:pt x="48670" y="841327"/>
                  </a:lnTo>
                  <a:close/>
                  <a:moveTo>
                    <a:pt x="835876" y="1618752"/>
                  </a:moveTo>
                  <a:lnTo>
                    <a:pt x="797048" y="1688785"/>
                  </a:lnTo>
                  <a:lnTo>
                    <a:pt x="915561" y="1638025"/>
                  </a:lnTo>
                  <a:close/>
                  <a:moveTo>
                    <a:pt x="365535" y="1118959"/>
                  </a:moveTo>
                  <a:lnTo>
                    <a:pt x="437796" y="1105344"/>
                  </a:lnTo>
                  <a:lnTo>
                    <a:pt x="455604" y="1032948"/>
                  </a:lnTo>
                  <a:close/>
                  <a:moveTo>
                    <a:pt x="386868" y="998307"/>
                  </a:moveTo>
                  <a:lnTo>
                    <a:pt x="365535" y="1118959"/>
                  </a:lnTo>
                  <a:lnTo>
                    <a:pt x="455604" y="1032948"/>
                  </a:lnTo>
                  <a:close/>
                  <a:moveTo>
                    <a:pt x="68538" y="762807"/>
                  </a:moveTo>
                  <a:lnTo>
                    <a:pt x="48670" y="841327"/>
                  </a:lnTo>
                  <a:lnTo>
                    <a:pt x="128047" y="775019"/>
                  </a:lnTo>
                  <a:close/>
                  <a:moveTo>
                    <a:pt x="118310" y="669447"/>
                  </a:moveTo>
                  <a:lnTo>
                    <a:pt x="74656" y="723281"/>
                  </a:lnTo>
                  <a:lnTo>
                    <a:pt x="130147" y="673220"/>
                  </a:lnTo>
                  <a:close/>
                  <a:moveTo>
                    <a:pt x="130147" y="673220"/>
                  </a:moveTo>
                  <a:lnTo>
                    <a:pt x="68538" y="762807"/>
                  </a:lnTo>
                  <a:lnTo>
                    <a:pt x="128047" y="775019"/>
                  </a:lnTo>
                  <a:close/>
                  <a:moveTo>
                    <a:pt x="340236" y="923881"/>
                  </a:moveTo>
                  <a:lnTo>
                    <a:pt x="357615" y="945243"/>
                  </a:lnTo>
                  <a:lnTo>
                    <a:pt x="280010" y="1012345"/>
                  </a:lnTo>
                  <a:close/>
                  <a:moveTo>
                    <a:pt x="915561" y="1638025"/>
                  </a:moveTo>
                  <a:lnTo>
                    <a:pt x="962527" y="1598419"/>
                  </a:lnTo>
                  <a:lnTo>
                    <a:pt x="835876" y="1618752"/>
                  </a:lnTo>
                  <a:close/>
                  <a:moveTo>
                    <a:pt x="386868" y="998307"/>
                  </a:moveTo>
                  <a:lnTo>
                    <a:pt x="455604" y="1032948"/>
                  </a:lnTo>
                  <a:lnTo>
                    <a:pt x="503784" y="997886"/>
                  </a:lnTo>
                  <a:close/>
                  <a:moveTo>
                    <a:pt x="589443" y="1039493"/>
                  </a:moveTo>
                  <a:lnTo>
                    <a:pt x="529398" y="991373"/>
                  </a:lnTo>
                  <a:lnTo>
                    <a:pt x="591869" y="1042086"/>
                  </a:lnTo>
                  <a:close/>
                  <a:moveTo>
                    <a:pt x="503784" y="997886"/>
                  </a:moveTo>
                  <a:lnTo>
                    <a:pt x="455604" y="1032948"/>
                  </a:lnTo>
                  <a:lnTo>
                    <a:pt x="589443" y="1039493"/>
                  </a:lnTo>
                  <a:close/>
                  <a:moveTo>
                    <a:pt x="230088" y="713225"/>
                  </a:moveTo>
                  <a:lnTo>
                    <a:pt x="161869" y="647430"/>
                  </a:lnTo>
                  <a:lnTo>
                    <a:pt x="170839" y="669447"/>
                  </a:lnTo>
                  <a:close/>
                  <a:moveTo>
                    <a:pt x="589443" y="1039493"/>
                  </a:moveTo>
                  <a:lnTo>
                    <a:pt x="693611" y="935097"/>
                  </a:lnTo>
                  <a:lnTo>
                    <a:pt x="632483" y="985210"/>
                  </a:lnTo>
                  <a:close/>
                  <a:moveTo>
                    <a:pt x="676488" y="1086282"/>
                  </a:moveTo>
                  <a:lnTo>
                    <a:pt x="721905" y="1042086"/>
                  </a:lnTo>
                  <a:lnTo>
                    <a:pt x="692082" y="1019798"/>
                  </a:lnTo>
                  <a:close/>
                  <a:moveTo>
                    <a:pt x="721905" y="1042086"/>
                  </a:moveTo>
                  <a:lnTo>
                    <a:pt x="693611" y="935097"/>
                  </a:lnTo>
                  <a:lnTo>
                    <a:pt x="692082" y="1019798"/>
                  </a:lnTo>
                  <a:close/>
                  <a:moveTo>
                    <a:pt x="632483" y="985210"/>
                  </a:moveTo>
                  <a:lnTo>
                    <a:pt x="503784" y="997886"/>
                  </a:lnTo>
                  <a:lnTo>
                    <a:pt x="589443" y="1039493"/>
                  </a:lnTo>
                  <a:close/>
                  <a:moveTo>
                    <a:pt x="408830" y="567840"/>
                  </a:moveTo>
                  <a:lnTo>
                    <a:pt x="445768" y="674788"/>
                  </a:lnTo>
                  <a:lnTo>
                    <a:pt x="421811" y="592574"/>
                  </a:lnTo>
                  <a:close/>
                  <a:moveTo>
                    <a:pt x="1039075" y="1175554"/>
                  </a:moveTo>
                  <a:lnTo>
                    <a:pt x="1042339" y="1117006"/>
                  </a:lnTo>
                  <a:lnTo>
                    <a:pt x="1036680" y="1211858"/>
                  </a:lnTo>
                  <a:close/>
                  <a:moveTo>
                    <a:pt x="990119" y="959276"/>
                  </a:moveTo>
                  <a:lnTo>
                    <a:pt x="1032676" y="1024769"/>
                  </a:lnTo>
                  <a:lnTo>
                    <a:pt x="1052624" y="1047428"/>
                  </a:lnTo>
                  <a:close/>
                  <a:moveTo>
                    <a:pt x="591366" y="515701"/>
                  </a:moveTo>
                  <a:lnTo>
                    <a:pt x="495131" y="458178"/>
                  </a:lnTo>
                  <a:lnTo>
                    <a:pt x="492281" y="471922"/>
                  </a:lnTo>
                  <a:close/>
                  <a:moveTo>
                    <a:pt x="627291" y="535392"/>
                  </a:moveTo>
                  <a:lnTo>
                    <a:pt x="583332" y="586240"/>
                  </a:lnTo>
                  <a:lnTo>
                    <a:pt x="709676" y="564755"/>
                  </a:lnTo>
                  <a:close/>
                  <a:moveTo>
                    <a:pt x="828303" y="729626"/>
                  </a:moveTo>
                  <a:lnTo>
                    <a:pt x="909326" y="753900"/>
                  </a:lnTo>
                  <a:lnTo>
                    <a:pt x="938430" y="647516"/>
                  </a:lnTo>
                  <a:close/>
                  <a:moveTo>
                    <a:pt x="979794" y="738710"/>
                  </a:moveTo>
                  <a:lnTo>
                    <a:pt x="991546" y="657839"/>
                  </a:lnTo>
                  <a:lnTo>
                    <a:pt x="938430" y="647516"/>
                  </a:lnTo>
                  <a:close/>
                  <a:moveTo>
                    <a:pt x="793016" y="397779"/>
                  </a:moveTo>
                  <a:lnTo>
                    <a:pt x="799339" y="406135"/>
                  </a:lnTo>
                  <a:lnTo>
                    <a:pt x="844203" y="477264"/>
                  </a:lnTo>
                  <a:close/>
                  <a:moveTo>
                    <a:pt x="876140" y="530385"/>
                  </a:moveTo>
                  <a:lnTo>
                    <a:pt x="929276" y="613291"/>
                  </a:lnTo>
                  <a:lnTo>
                    <a:pt x="904932" y="559479"/>
                  </a:lnTo>
                  <a:close/>
                  <a:moveTo>
                    <a:pt x="819917" y="438828"/>
                  </a:moveTo>
                  <a:lnTo>
                    <a:pt x="799339" y="406135"/>
                  </a:lnTo>
                  <a:lnTo>
                    <a:pt x="786029" y="395049"/>
                  </a:lnTo>
                  <a:close/>
                  <a:moveTo>
                    <a:pt x="876481" y="200694"/>
                  </a:moveTo>
                  <a:lnTo>
                    <a:pt x="876479" y="290425"/>
                  </a:lnTo>
                  <a:lnTo>
                    <a:pt x="869467" y="274397"/>
                  </a:lnTo>
                  <a:close/>
                  <a:moveTo>
                    <a:pt x="1486929" y="897838"/>
                  </a:moveTo>
                  <a:lnTo>
                    <a:pt x="1532573" y="1014333"/>
                  </a:lnTo>
                  <a:lnTo>
                    <a:pt x="1499843" y="932118"/>
                  </a:lnTo>
                  <a:close/>
                  <a:moveTo>
                    <a:pt x="1385186" y="919962"/>
                  </a:moveTo>
                  <a:lnTo>
                    <a:pt x="1493838" y="992313"/>
                  </a:lnTo>
                  <a:lnTo>
                    <a:pt x="1486929" y="897838"/>
                  </a:lnTo>
                  <a:close/>
                  <a:moveTo>
                    <a:pt x="1368125" y="833739"/>
                  </a:moveTo>
                  <a:lnTo>
                    <a:pt x="1434098" y="892246"/>
                  </a:lnTo>
                  <a:lnTo>
                    <a:pt x="1385378" y="849903"/>
                  </a:lnTo>
                  <a:close/>
                  <a:moveTo>
                    <a:pt x="1486929" y="897838"/>
                  </a:moveTo>
                  <a:lnTo>
                    <a:pt x="1434098" y="892246"/>
                  </a:lnTo>
                  <a:lnTo>
                    <a:pt x="1368125" y="833739"/>
                  </a:lnTo>
                  <a:close/>
                  <a:moveTo>
                    <a:pt x="1318121" y="813800"/>
                  </a:moveTo>
                  <a:lnTo>
                    <a:pt x="1337856" y="811068"/>
                  </a:lnTo>
                  <a:lnTo>
                    <a:pt x="1323721" y="729252"/>
                  </a:lnTo>
                  <a:close/>
                  <a:moveTo>
                    <a:pt x="1368125" y="833739"/>
                  </a:moveTo>
                  <a:lnTo>
                    <a:pt x="1337856" y="811068"/>
                  </a:lnTo>
                  <a:lnTo>
                    <a:pt x="1318121" y="813800"/>
                  </a:lnTo>
                  <a:close/>
                  <a:moveTo>
                    <a:pt x="876481" y="200694"/>
                  </a:moveTo>
                  <a:lnTo>
                    <a:pt x="869467" y="274397"/>
                  </a:lnTo>
                  <a:lnTo>
                    <a:pt x="914162" y="259790"/>
                  </a:lnTo>
                  <a:close/>
                  <a:moveTo>
                    <a:pt x="1685707" y="657235"/>
                  </a:moveTo>
                  <a:lnTo>
                    <a:pt x="1738482" y="652379"/>
                  </a:lnTo>
                  <a:lnTo>
                    <a:pt x="1688650" y="641049"/>
                  </a:lnTo>
                  <a:close/>
                  <a:moveTo>
                    <a:pt x="1154801" y="38366"/>
                  </a:moveTo>
                  <a:lnTo>
                    <a:pt x="1116284" y="16467"/>
                  </a:lnTo>
                  <a:lnTo>
                    <a:pt x="1183242" y="81246"/>
                  </a:lnTo>
                  <a:close/>
                  <a:moveTo>
                    <a:pt x="1228019" y="33456"/>
                  </a:moveTo>
                  <a:lnTo>
                    <a:pt x="1154801" y="38366"/>
                  </a:lnTo>
                  <a:lnTo>
                    <a:pt x="1183242" y="81246"/>
                  </a:lnTo>
                  <a:close/>
                  <a:moveTo>
                    <a:pt x="1961439" y="981239"/>
                  </a:moveTo>
                  <a:lnTo>
                    <a:pt x="1988368" y="942802"/>
                  </a:lnTo>
                  <a:lnTo>
                    <a:pt x="1923991" y="963634"/>
                  </a:lnTo>
                  <a:close/>
                  <a:moveTo>
                    <a:pt x="1738482" y="652379"/>
                  </a:moveTo>
                  <a:lnTo>
                    <a:pt x="1768946" y="662605"/>
                  </a:lnTo>
                  <a:lnTo>
                    <a:pt x="1771420" y="648144"/>
                  </a:lnTo>
                  <a:close/>
                  <a:moveTo>
                    <a:pt x="1738482" y="652379"/>
                  </a:moveTo>
                  <a:lnTo>
                    <a:pt x="1771420" y="648144"/>
                  </a:lnTo>
                  <a:lnTo>
                    <a:pt x="1688650" y="641049"/>
                  </a:lnTo>
                  <a:close/>
                  <a:moveTo>
                    <a:pt x="1688650" y="641049"/>
                  </a:moveTo>
                  <a:lnTo>
                    <a:pt x="1771420" y="648144"/>
                  </a:lnTo>
                  <a:lnTo>
                    <a:pt x="1796255" y="549505"/>
                  </a:lnTo>
                  <a:close/>
                  <a:moveTo>
                    <a:pt x="1688650" y="641049"/>
                  </a:moveTo>
                  <a:lnTo>
                    <a:pt x="1796255" y="549505"/>
                  </a:lnTo>
                  <a:lnTo>
                    <a:pt x="1723790" y="557230"/>
                  </a:lnTo>
                  <a:close/>
                  <a:moveTo>
                    <a:pt x="1771631" y="652379"/>
                  </a:moveTo>
                  <a:lnTo>
                    <a:pt x="1796255" y="549505"/>
                  </a:lnTo>
                  <a:lnTo>
                    <a:pt x="1771420" y="648144"/>
                  </a:lnTo>
                  <a:close/>
                  <a:moveTo>
                    <a:pt x="1804100" y="531727"/>
                  </a:moveTo>
                  <a:lnTo>
                    <a:pt x="1796255" y="549505"/>
                  </a:lnTo>
                  <a:lnTo>
                    <a:pt x="1771631" y="652379"/>
                  </a:lnTo>
                  <a:close/>
                  <a:moveTo>
                    <a:pt x="1280912" y="16013"/>
                  </a:moveTo>
                  <a:lnTo>
                    <a:pt x="1228019" y="33456"/>
                  </a:lnTo>
                  <a:lnTo>
                    <a:pt x="1361096" y="37150"/>
                  </a:lnTo>
                  <a:close/>
                  <a:moveTo>
                    <a:pt x="1803363" y="522083"/>
                  </a:moveTo>
                  <a:lnTo>
                    <a:pt x="1723790" y="557230"/>
                  </a:lnTo>
                  <a:lnTo>
                    <a:pt x="1796255" y="549505"/>
                  </a:lnTo>
                  <a:close/>
                  <a:moveTo>
                    <a:pt x="1812302" y="411076"/>
                  </a:moveTo>
                  <a:lnTo>
                    <a:pt x="1755465" y="460455"/>
                  </a:lnTo>
                  <a:lnTo>
                    <a:pt x="1812213" y="414795"/>
                  </a:lnTo>
                  <a:close/>
                  <a:moveTo>
                    <a:pt x="1812213" y="414795"/>
                  </a:moveTo>
                  <a:lnTo>
                    <a:pt x="1732474" y="519122"/>
                  </a:lnTo>
                  <a:lnTo>
                    <a:pt x="1803363" y="522083"/>
                  </a:lnTo>
                  <a:close/>
                  <a:moveTo>
                    <a:pt x="1803363" y="522083"/>
                  </a:moveTo>
                  <a:lnTo>
                    <a:pt x="1796255" y="549505"/>
                  </a:lnTo>
                  <a:lnTo>
                    <a:pt x="1804100" y="531727"/>
                  </a:lnTo>
                  <a:close/>
                  <a:moveTo>
                    <a:pt x="1422275" y="0"/>
                  </a:moveTo>
                  <a:lnTo>
                    <a:pt x="1436048" y="38726"/>
                  </a:lnTo>
                  <a:lnTo>
                    <a:pt x="1491959" y="32564"/>
                  </a:lnTo>
                  <a:close/>
                  <a:moveTo>
                    <a:pt x="1425584" y="38436"/>
                  </a:moveTo>
                  <a:lnTo>
                    <a:pt x="1422275" y="0"/>
                  </a:lnTo>
                  <a:lnTo>
                    <a:pt x="1361096" y="37150"/>
                  </a:lnTo>
                  <a:close/>
                  <a:moveTo>
                    <a:pt x="1929874" y="340025"/>
                  </a:moveTo>
                  <a:lnTo>
                    <a:pt x="1893283" y="309387"/>
                  </a:lnTo>
                  <a:lnTo>
                    <a:pt x="1965257" y="372639"/>
                  </a:lnTo>
                  <a:close/>
                  <a:moveTo>
                    <a:pt x="1851075" y="290424"/>
                  </a:moveTo>
                  <a:lnTo>
                    <a:pt x="1929874" y="340025"/>
                  </a:lnTo>
                  <a:lnTo>
                    <a:pt x="1957667" y="257044"/>
                  </a:lnTo>
                  <a:close/>
                  <a:moveTo>
                    <a:pt x="2001686" y="169772"/>
                  </a:moveTo>
                  <a:lnTo>
                    <a:pt x="1960782" y="240380"/>
                  </a:lnTo>
                  <a:lnTo>
                    <a:pt x="2004755" y="179262"/>
                  </a:lnTo>
                  <a:close/>
                  <a:moveTo>
                    <a:pt x="2004755" y="179262"/>
                  </a:moveTo>
                  <a:lnTo>
                    <a:pt x="1957667" y="257044"/>
                  </a:lnTo>
                  <a:lnTo>
                    <a:pt x="2031887" y="257296"/>
                  </a:lnTo>
                  <a:close/>
                  <a:moveTo>
                    <a:pt x="2031887" y="257296"/>
                  </a:moveTo>
                  <a:lnTo>
                    <a:pt x="2074201" y="283488"/>
                  </a:lnTo>
                  <a:lnTo>
                    <a:pt x="2004755" y="179262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695" name="Candidate_density__2014">
              <a:extLst>
                <a:ext uri="{FF2B5EF4-FFF2-40B4-BE49-F238E27FC236}">
                  <a16:creationId xmlns:a16="http://schemas.microsoft.com/office/drawing/2014/main" id="{55BCA68F-AEAC-B5F4-0C37-E02FE5EF2102}"/>
                </a:ext>
              </a:extLst>
            </p:cNvPr>
            <p:cNvSpPr>
              <a:spLocks noGrp="1"/>
            </p:cNvSpPr>
            <p:nvPr/>
          </p:nvSpPr>
          <p:spPr>
            <a:xfrm>
              <a:off x="4449567" y="3625976"/>
              <a:ext cx="2252436" cy="1691833"/>
            </a:xfrm>
            <a:custGeom>
              <a:avLst/>
              <a:gdLst/>
              <a:ahLst/>
              <a:cxnLst/>
              <a:rect l="0" t="0" r="0" b="0"/>
              <a:pathLst>
                <a:path w="2252436" h="1691833">
                  <a:moveTo>
                    <a:pt x="12248" y="754055"/>
                  </a:moveTo>
                  <a:lnTo>
                    <a:pt x="0" y="788252"/>
                  </a:lnTo>
                  <a:lnTo>
                    <a:pt x="2577" y="874706"/>
                  </a:lnTo>
                  <a:close/>
                  <a:moveTo>
                    <a:pt x="784006" y="1676027"/>
                  </a:moveTo>
                  <a:lnTo>
                    <a:pt x="814600" y="1691833"/>
                  </a:lnTo>
                  <a:lnTo>
                    <a:pt x="791377" y="1658420"/>
                  </a:lnTo>
                  <a:close/>
                  <a:moveTo>
                    <a:pt x="32066" y="716671"/>
                  </a:moveTo>
                  <a:lnTo>
                    <a:pt x="0" y="788252"/>
                  </a:lnTo>
                  <a:lnTo>
                    <a:pt x="12248" y="754055"/>
                  </a:lnTo>
                  <a:close/>
                  <a:moveTo>
                    <a:pt x="791377" y="1658420"/>
                  </a:moveTo>
                  <a:lnTo>
                    <a:pt x="814600" y="1691833"/>
                  </a:lnTo>
                  <a:lnTo>
                    <a:pt x="855125" y="1628147"/>
                  </a:lnTo>
                  <a:close/>
                  <a:moveTo>
                    <a:pt x="374279" y="880048"/>
                  </a:moveTo>
                  <a:lnTo>
                    <a:pt x="347692" y="845572"/>
                  </a:lnTo>
                  <a:lnTo>
                    <a:pt x="302840" y="893082"/>
                  </a:lnTo>
                  <a:close/>
                  <a:moveTo>
                    <a:pt x="347692" y="845572"/>
                  </a:moveTo>
                  <a:lnTo>
                    <a:pt x="312169" y="797833"/>
                  </a:lnTo>
                  <a:lnTo>
                    <a:pt x="224862" y="880189"/>
                  </a:lnTo>
                  <a:close/>
                  <a:moveTo>
                    <a:pt x="1025354" y="1492089"/>
                  </a:moveTo>
                  <a:lnTo>
                    <a:pt x="941974" y="1508101"/>
                  </a:lnTo>
                  <a:lnTo>
                    <a:pt x="1017251" y="1499332"/>
                  </a:lnTo>
                  <a:close/>
                  <a:moveTo>
                    <a:pt x="374279" y="880048"/>
                  </a:moveTo>
                  <a:lnTo>
                    <a:pt x="363557" y="904884"/>
                  </a:lnTo>
                  <a:lnTo>
                    <a:pt x="407102" y="939337"/>
                  </a:lnTo>
                  <a:close/>
                  <a:moveTo>
                    <a:pt x="374279" y="880048"/>
                  </a:moveTo>
                  <a:lnTo>
                    <a:pt x="448023" y="841612"/>
                  </a:lnTo>
                  <a:lnTo>
                    <a:pt x="347692" y="845572"/>
                  </a:lnTo>
                  <a:close/>
                  <a:moveTo>
                    <a:pt x="333704" y="759396"/>
                  </a:moveTo>
                  <a:lnTo>
                    <a:pt x="312169" y="797833"/>
                  </a:lnTo>
                  <a:lnTo>
                    <a:pt x="347692" y="845572"/>
                  </a:lnTo>
                  <a:close/>
                  <a:moveTo>
                    <a:pt x="1219887" y="1231695"/>
                  </a:moveTo>
                  <a:lnTo>
                    <a:pt x="1236150" y="1137378"/>
                  </a:lnTo>
                  <a:lnTo>
                    <a:pt x="1225134" y="1159397"/>
                  </a:lnTo>
                  <a:close/>
                  <a:moveTo>
                    <a:pt x="1225134" y="1159397"/>
                  </a:moveTo>
                  <a:lnTo>
                    <a:pt x="1236150" y="1137378"/>
                  </a:lnTo>
                  <a:lnTo>
                    <a:pt x="1248121" y="1122054"/>
                  </a:lnTo>
                  <a:close/>
                  <a:moveTo>
                    <a:pt x="1248121" y="1122054"/>
                  </a:moveTo>
                  <a:lnTo>
                    <a:pt x="1236150" y="1137378"/>
                  </a:lnTo>
                  <a:lnTo>
                    <a:pt x="1265832" y="1126311"/>
                  </a:lnTo>
                  <a:close/>
                  <a:moveTo>
                    <a:pt x="1265832" y="1126311"/>
                  </a:moveTo>
                  <a:lnTo>
                    <a:pt x="1311748" y="1081285"/>
                  </a:lnTo>
                  <a:lnTo>
                    <a:pt x="1248121" y="1122054"/>
                  </a:lnTo>
                  <a:close/>
                  <a:moveTo>
                    <a:pt x="1355680" y="1113857"/>
                  </a:moveTo>
                  <a:lnTo>
                    <a:pt x="1311748" y="1081285"/>
                  </a:lnTo>
                  <a:lnTo>
                    <a:pt x="1265832" y="1126311"/>
                  </a:lnTo>
                  <a:close/>
                  <a:moveTo>
                    <a:pt x="1388984" y="978289"/>
                  </a:moveTo>
                  <a:lnTo>
                    <a:pt x="1313763" y="1016726"/>
                  </a:lnTo>
                  <a:lnTo>
                    <a:pt x="1370134" y="1084379"/>
                  </a:lnTo>
                  <a:close/>
                  <a:moveTo>
                    <a:pt x="1952935" y="945195"/>
                  </a:moveTo>
                  <a:lnTo>
                    <a:pt x="1918872" y="862980"/>
                  </a:lnTo>
                  <a:lnTo>
                    <a:pt x="1899140" y="974995"/>
                  </a:lnTo>
                  <a:close/>
                  <a:moveTo>
                    <a:pt x="1918872" y="862980"/>
                  </a:moveTo>
                  <a:lnTo>
                    <a:pt x="1909822" y="866218"/>
                  </a:lnTo>
                  <a:lnTo>
                    <a:pt x="1899140" y="974995"/>
                  </a:lnTo>
                  <a:close/>
                  <a:moveTo>
                    <a:pt x="1909822" y="866218"/>
                  </a:moveTo>
                  <a:lnTo>
                    <a:pt x="1918872" y="862980"/>
                  </a:lnTo>
                  <a:lnTo>
                    <a:pt x="1973501" y="807516"/>
                  </a:lnTo>
                  <a:close/>
                  <a:moveTo>
                    <a:pt x="1994547" y="906758"/>
                  </a:moveTo>
                  <a:lnTo>
                    <a:pt x="1918872" y="862980"/>
                  </a:lnTo>
                  <a:lnTo>
                    <a:pt x="1952935" y="945195"/>
                  </a:lnTo>
                  <a:close/>
                  <a:moveTo>
                    <a:pt x="1997618" y="755342"/>
                  </a:moveTo>
                  <a:lnTo>
                    <a:pt x="1918872" y="862980"/>
                  </a:lnTo>
                  <a:lnTo>
                    <a:pt x="1919656" y="858223"/>
                  </a:lnTo>
                  <a:close/>
                  <a:moveTo>
                    <a:pt x="1201592" y="40829"/>
                  </a:moveTo>
                  <a:lnTo>
                    <a:pt x="1258417" y="84537"/>
                  </a:lnTo>
                  <a:lnTo>
                    <a:pt x="1269777" y="22089"/>
                  </a:lnTo>
                  <a:close/>
                  <a:moveTo>
                    <a:pt x="1235806" y="0"/>
                  </a:moveTo>
                  <a:lnTo>
                    <a:pt x="1201592" y="40829"/>
                  </a:lnTo>
                  <a:lnTo>
                    <a:pt x="1269777" y="22089"/>
                  </a:lnTo>
                  <a:close/>
                  <a:moveTo>
                    <a:pt x="1258417" y="84537"/>
                  </a:moveTo>
                  <a:lnTo>
                    <a:pt x="1309769" y="2392"/>
                  </a:lnTo>
                  <a:lnTo>
                    <a:pt x="1269777" y="22089"/>
                  </a:lnTo>
                  <a:close/>
                  <a:moveTo>
                    <a:pt x="2043276" y="457247"/>
                  </a:moveTo>
                  <a:lnTo>
                    <a:pt x="2072001" y="539462"/>
                  </a:lnTo>
                  <a:lnTo>
                    <a:pt x="2137169" y="501025"/>
                  </a:lnTo>
                  <a:close/>
                  <a:moveTo>
                    <a:pt x="2137169" y="501025"/>
                  </a:moveTo>
                  <a:lnTo>
                    <a:pt x="2139934" y="505514"/>
                  </a:lnTo>
                  <a:lnTo>
                    <a:pt x="2141306" y="498933"/>
                  </a:lnTo>
                  <a:close/>
                  <a:moveTo>
                    <a:pt x="2252436" y="469179"/>
                  </a:moveTo>
                  <a:lnTo>
                    <a:pt x="2141306" y="498933"/>
                  </a:lnTo>
                  <a:lnTo>
                    <a:pt x="2139934" y="50551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696" name="Candidate_density__2015">
              <a:extLst>
                <a:ext uri="{FF2B5EF4-FFF2-40B4-BE49-F238E27FC236}">
                  <a16:creationId xmlns:a16="http://schemas.microsoft.com/office/drawing/2014/main" id="{27F2AB0B-AB69-95C9-810C-A9950976CF34}"/>
                </a:ext>
              </a:extLst>
            </p:cNvPr>
            <p:cNvSpPr>
              <a:spLocks noGrp="1"/>
            </p:cNvSpPr>
            <p:nvPr/>
          </p:nvSpPr>
          <p:spPr>
            <a:xfrm>
              <a:off x="5350231" y="3646454"/>
              <a:ext cx="1265570" cy="1714478"/>
            </a:xfrm>
            <a:custGeom>
              <a:avLst/>
              <a:gdLst/>
              <a:ahLst/>
              <a:cxnLst/>
              <a:rect l="0" t="0" r="0" b="0"/>
              <a:pathLst>
                <a:path w="1265570" h="1714478">
                  <a:moveTo>
                    <a:pt x="0" y="1714478"/>
                  </a:moveTo>
                  <a:lnTo>
                    <a:pt x="70381" y="1698964"/>
                  </a:lnTo>
                  <a:lnTo>
                    <a:pt x="118513" y="1663718"/>
                  </a:lnTo>
                  <a:close/>
                  <a:moveTo>
                    <a:pt x="136062" y="1371092"/>
                  </a:moveTo>
                  <a:lnTo>
                    <a:pt x="216779" y="1322055"/>
                  </a:lnTo>
                  <a:lnTo>
                    <a:pt x="177379" y="1358203"/>
                  </a:lnTo>
                  <a:close/>
                  <a:moveTo>
                    <a:pt x="177379" y="1358203"/>
                  </a:moveTo>
                  <a:lnTo>
                    <a:pt x="216779" y="1322055"/>
                  </a:lnTo>
                  <a:lnTo>
                    <a:pt x="185403" y="1330979"/>
                  </a:lnTo>
                  <a:close/>
                  <a:moveTo>
                    <a:pt x="242026" y="1201248"/>
                  </a:moveTo>
                  <a:lnTo>
                    <a:pt x="239167" y="1247770"/>
                  </a:lnTo>
                  <a:lnTo>
                    <a:pt x="270000" y="1275988"/>
                  </a:lnTo>
                  <a:close/>
                  <a:moveTo>
                    <a:pt x="123169" y="300091"/>
                  </a:moveTo>
                  <a:lnTo>
                    <a:pt x="104878" y="321524"/>
                  </a:lnTo>
                  <a:lnTo>
                    <a:pt x="79430" y="316119"/>
                  </a:lnTo>
                  <a:close/>
                  <a:moveTo>
                    <a:pt x="117113" y="285483"/>
                  </a:moveTo>
                  <a:lnTo>
                    <a:pt x="104878" y="321524"/>
                  </a:lnTo>
                  <a:lnTo>
                    <a:pt x="123169" y="300091"/>
                  </a:lnTo>
                  <a:close/>
                  <a:moveTo>
                    <a:pt x="1265570" y="1013772"/>
                  </a:moveTo>
                  <a:lnTo>
                    <a:pt x="1191319" y="968496"/>
                  </a:lnTo>
                  <a:lnTo>
                    <a:pt x="1210042" y="1021367"/>
                  </a:lnTo>
                  <a:close/>
                  <a:moveTo>
                    <a:pt x="639000" y="64419"/>
                  </a:moveTo>
                  <a:lnTo>
                    <a:pt x="641485" y="64130"/>
                  </a:lnTo>
                  <a:lnTo>
                    <a:pt x="767467" y="50880"/>
                  </a:lnTo>
                  <a:close/>
                  <a:moveTo>
                    <a:pt x="789069" y="25693"/>
                  </a:moveTo>
                  <a:lnTo>
                    <a:pt x="811418" y="0"/>
                  </a:lnTo>
                  <a:lnTo>
                    <a:pt x="767467" y="5088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697" name="Candidate_density__2016">
              <a:extLst>
                <a:ext uri="{FF2B5EF4-FFF2-40B4-BE49-F238E27FC236}">
                  <a16:creationId xmlns:a16="http://schemas.microsoft.com/office/drawing/2014/main" id="{25EF5241-257A-2F79-A901-A712197265D4}"/>
                </a:ext>
              </a:extLst>
            </p:cNvPr>
            <p:cNvSpPr>
              <a:spLocks noGrp="1"/>
            </p:cNvSpPr>
            <p:nvPr/>
          </p:nvSpPr>
          <p:spPr>
            <a:xfrm>
              <a:off x="4621720" y="3646454"/>
              <a:ext cx="1938553" cy="1663718"/>
            </a:xfrm>
            <a:custGeom>
              <a:avLst/>
              <a:gdLst/>
              <a:ahLst/>
              <a:cxnLst/>
              <a:rect l="0" t="0" r="0" b="0"/>
              <a:pathLst>
                <a:path w="1938553" h="1663718">
                  <a:moveTo>
                    <a:pt x="61609" y="698913"/>
                  </a:moveTo>
                  <a:lnTo>
                    <a:pt x="6118" y="748975"/>
                  </a:lnTo>
                  <a:lnTo>
                    <a:pt x="0" y="788501"/>
                  </a:lnTo>
                  <a:close/>
                  <a:moveTo>
                    <a:pt x="917148" y="1647243"/>
                  </a:moveTo>
                  <a:lnTo>
                    <a:pt x="893989" y="1624112"/>
                  </a:lnTo>
                  <a:lnTo>
                    <a:pt x="847024" y="1663718"/>
                  </a:lnTo>
                  <a:close/>
                  <a:moveTo>
                    <a:pt x="387066" y="1058642"/>
                  </a:moveTo>
                  <a:lnTo>
                    <a:pt x="436321" y="1024000"/>
                  </a:lnTo>
                  <a:lnTo>
                    <a:pt x="520905" y="1065186"/>
                  </a:lnTo>
                  <a:close/>
                  <a:moveTo>
                    <a:pt x="631242" y="947127"/>
                  </a:moveTo>
                  <a:lnTo>
                    <a:pt x="625073" y="960790"/>
                  </a:lnTo>
                  <a:lnTo>
                    <a:pt x="653368" y="1067779"/>
                  </a:lnTo>
                  <a:close/>
                  <a:moveTo>
                    <a:pt x="925894" y="1312993"/>
                  </a:moveTo>
                  <a:lnTo>
                    <a:pt x="945290" y="1322055"/>
                  </a:lnTo>
                  <a:lnTo>
                    <a:pt x="967678" y="1247770"/>
                  </a:lnTo>
                  <a:close/>
                  <a:moveTo>
                    <a:pt x="970537" y="1201248"/>
                  </a:moveTo>
                  <a:lnTo>
                    <a:pt x="998156" y="1241055"/>
                  </a:lnTo>
                  <a:lnTo>
                    <a:pt x="1010803" y="1155336"/>
                  </a:lnTo>
                  <a:close/>
                  <a:moveTo>
                    <a:pt x="968142" y="1237551"/>
                  </a:moveTo>
                  <a:lnTo>
                    <a:pt x="967678" y="1247770"/>
                  </a:lnTo>
                  <a:lnTo>
                    <a:pt x="970537" y="1201248"/>
                  </a:lnTo>
                  <a:close/>
                  <a:moveTo>
                    <a:pt x="630959" y="939371"/>
                  </a:moveTo>
                  <a:lnTo>
                    <a:pt x="618251" y="935284"/>
                  </a:lnTo>
                  <a:lnTo>
                    <a:pt x="626422" y="908691"/>
                  </a:lnTo>
                  <a:close/>
                  <a:moveTo>
                    <a:pt x="326769" y="504435"/>
                  </a:moveTo>
                  <a:lnTo>
                    <a:pt x="340292" y="593533"/>
                  </a:lnTo>
                  <a:lnTo>
                    <a:pt x="353274" y="618267"/>
                  </a:lnTo>
                  <a:close/>
                  <a:moveTo>
                    <a:pt x="1239456" y="1199115"/>
                  </a:moveTo>
                  <a:lnTo>
                    <a:pt x="1219017" y="1116900"/>
                  </a:lnTo>
                  <a:lnTo>
                    <a:pt x="1211490" y="1114410"/>
                  </a:lnTo>
                  <a:close/>
                  <a:moveTo>
                    <a:pt x="1290407" y="1167173"/>
                  </a:moveTo>
                  <a:lnTo>
                    <a:pt x="1239456" y="1199115"/>
                  </a:lnTo>
                  <a:lnTo>
                    <a:pt x="1211490" y="1114410"/>
                  </a:lnTo>
                  <a:close/>
                  <a:moveTo>
                    <a:pt x="1232160" y="1114434"/>
                  </a:moveTo>
                  <a:lnTo>
                    <a:pt x="1290407" y="1167173"/>
                  </a:lnTo>
                  <a:lnTo>
                    <a:pt x="1211490" y="1114410"/>
                  </a:lnTo>
                  <a:close/>
                  <a:moveTo>
                    <a:pt x="869892" y="673209"/>
                  </a:moveTo>
                  <a:lnTo>
                    <a:pt x="923008" y="683532"/>
                  </a:lnTo>
                  <a:lnTo>
                    <a:pt x="881711" y="667388"/>
                  </a:lnTo>
                  <a:close/>
                  <a:moveTo>
                    <a:pt x="860739" y="638984"/>
                  </a:moveTo>
                  <a:lnTo>
                    <a:pt x="881711" y="667388"/>
                  </a:lnTo>
                  <a:lnTo>
                    <a:pt x="836533" y="593151"/>
                  </a:lnTo>
                  <a:close/>
                  <a:moveTo>
                    <a:pt x="881711" y="667388"/>
                  </a:moveTo>
                  <a:lnTo>
                    <a:pt x="923008" y="683532"/>
                  </a:lnTo>
                  <a:lnTo>
                    <a:pt x="836533" y="593151"/>
                  </a:lnTo>
                  <a:close/>
                  <a:moveTo>
                    <a:pt x="869892" y="673209"/>
                  </a:moveTo>
                  <a:lnTo>
                    <a:pt x="881711" y="667388"/>
                  </a:lnTo>
                  <a:lnTo>
                    <a:pt x="885963" y="653057"/>
                  </a:lnTo>
                  <a:close/>
                  <a:moveTo>
                    <a:pt x="885963" y="653057"/>
                  </a:moveTo>
                  <a:lnTo>
                    <a:pt x="881711" y="667388"/>
                  </a:lnTo>
                  <a:lnTo>
                    <a:pt x="860739" y="638984"/>
                  </a:lnTo>
                  <a:close/>
                  <a:moveTo>
                    <a:pt x="800930" y="300091"/>
                  </a:moveTo>
                  <a:lnTo>
                    <a:pt x="807941" y="316119"/>
                  </a:lnTo>
                  <a:lnTo>
                    <a:pt x="833389" y="321524"/>
                  </a:lnTo>
                  <a:close/>
                  <a:moveTo>
                    <a:pt x="800930" y="300091"/>
                  </a:moveTo>
                  <a:lnTo>
                    <a:pt x="833389" y="321524"/>
                  </a:lnTo>
                  <a:lnTo>
                    <a:pt x="845624" y="285483"/>
                  </a:lnTo>
                  <a:close/>
                  <a:moveTo>
                    <a:pt x="845624" y="285483"/>
                  </a:moveTo>
                  <a:lnTo>
                    <a:pt x="851680" y="300091"/>
                  </a:lnTo>
                  <a:lnTo>
                    <a:pt x="807943" y="226387"/>
                  </a:lnTo>
                  <a:close/>
                  <a:moveTo>
                    <a:pt x="1865846" y="964730"/>
                  </a:moveTo>
                  <a:lnTo>
                    <a:pt x="1892901" y="1006932"/>
                  </a:lnTo>
                  <a:lnTo>
                    <a:pt x="1855453" y="989328"/>
                  </a:lnTo>
                  <a:close/>
                  <a:moveTo>
                    <a:pt x="1938553" y="1021367"/>
                  </a:moveTo>
                  <a:lnTo>
                    <a:pt x="1919830" y="968496"/>
                  </a:lnTo>
                  <a:lnTo>
                    <a:pt x="1892901" y="1006932"/>
                  </a:lnTo>
                  <a:close/>
                  <a:moveTo>
                    <a:pt x="1159481" y="59150"/>
                  </a:moveTo>
                  <a:lnTo>
                    <a:pt x="1242974" y="92659"/>
                  </a:lnTo>
                  <a:lnTo>
                    <a:pt x="1292559" y="62844"/>
                  </a:lnTo>
                  <a:close/>
                  <a:moveTo>
                    <a:pt x="1743676" y="440488"/>
                  </a:moveTo>
                  <a:lnTo>
                    <a:pt x="1734825" y="547776"/>
                  </a:lnTo>
                  <a:lnTo>
                    <a:pt x="1735562" y="557420"/>
                  </a:lnTo>
                  <a:close/>
                  <a:moveTo>
                    <a:pt x="1353737" y="25693"/>
                  </a:moveTo>
                  <a:lnTo>
                    <a:pt x="1357046" y="64130"/>
                  </a:lnTo>
                  <a:lnTo>
                    <a:pt x="1367510" y="64419"/>
                  </a:lnTo>
                  <a:close/>
                  <a:moveTo>
                    <a:pt x="1423421" y="58258"/>
                  </a:moveTo>
                  <a:lnTo>
                    <a:pt x="1367510" y="64419"/>
                  </a:lnTo>
                  <a:lnTo>
                    <a:pt x="1495978" y="50880"/>
                  </a:lnTo>
                  <a:close/>
                  <a:moveTo>
                    <a:pt x="1495978" y="50880"/>
                  </a:moveTo>
                  <a:lnTo>
                    <a:pt x="1539928" y="0"/>
                  </a:lnTo>
                  <a:lnTo>
                    <a:pt x="1423421" y="58258"/>
                  </a:lnTo>
                  <a:close/>
                  <a:moveTo>
                    <a:pt x="1782537" y="316117"/>
                  </a:moveTo>
                  <a:lnTo>
                    <a:pt x="1824745" y="335080"/>
                  </a:lnTo>
                  <a:lnTo>
                    <a:pt x="1861336" y="365718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698" name="Candidate_density__2017">
              <a:extLst>
                <a:ext uri="{FF2B5EF4-FFF2-40B4-BE49-F238E27FC236}">
                  <a16:creationId xmlns:a16="http://schemas.microsoft.com/office/drawing/2014/main" id="{2FF3B142-3348-57B8-5EB6-2307BA67F03C}"/>
                </a:ext>
              </a:extLst>
            </p:cNvPr>
            <p:cNvSpPr>
              <a:spLocks noGrp="1"/>
            </p:cNvSpPr>
            <p:nvPr/>
          </p:nvSpPr>
          <p:spPr>
            <a:xfrm>
              <a:off x="5715399" y="4484199"/>
              <a:ext cx="728715" cy="276665"/>
            </a:xfrm>
            <a:custGeom>
              <a:avLst/>
              <a:gdLst/>
              <a:ahLst/>
              <a:cxnLst/>
              <a:rect l="0" t="0" r="0" b="0"/>
              <a:pathLst>
                <a:path w="728715" h="276665">
                  <a:moveTo>
                    <a:pt x="89848" y="255634"/>
                  </a:moveTo>
                  <a:lnTo>
                    <a:pt x="0" y="268087"/>
                  </a:lnTo>
                  <a:lnTo>
                    <a:pt x="117811" y="276665"/>
                  </a:lnTo>
                  <a:close/>
                  <a:moveTo>
                    <a:pt x="728715" y="48535"/>
                  </a:moveTo>
                  <a:lnTo>
                    <a:pt x="653824" y="0"/>
                  </a:lnTo>
                  <a:lnTo>
                    <a:pt x="653040" y="475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699" name="Candidate_density__2018">
              <a:extLst>
                <a:ext uri="{FF2B5EF4-FFF2-40B4-BE49-F238E27FC236}">
                  <a16:creationId xmlns:a16="http://schemas.microsoft.com/office/drawing/2014/main" id="{E23A15C4-946A-B6A4-F17A-E9C266C48DEA}"/>
                </a:ext>
              </a:extLst>
            </p:cNvPr>
            <p:cNvSpPr>
              <a:spLocks noGrp="1"/>
            </p:cNvSpPr>
            <p:nvPr/>
          </p:nvSpPr>
          <p:spPr>
            <a:xfrm>
              <a:off x="4461814" y="3436731"/>
              <a:ext cx="2204452" cy="1881077"/>
            </a:xfrm>
            <a:custGeom>
              <a:avLst/>
              <a:gdLst/>
              <a:ahLst/>
              <a:cxnLst/>
              <a:rect l="0" t="0" r="0" b="0"/>
              <a:pathLst>
                <a:path w="2204452" h="1881077">
                  <a:moveTo>
                    <a:pt x="23532" y="1025514"/>
                  </a:moveTo>
                  <a:lnTo>
                    <a:pt x="13407" y="1097148"/>
                  </a:lnTo>
                  <a:lnTo>
                    <a:pt x="60326" y="1057369"/>
                  </a:lnTo>
                  <a:close/>
                  <a:moveTo>
                    <a:pt x="743144" y="1765450"/>
                  </a:moveTo>
                  <a:lnTo>
                    <a:pt x="836316" y="1809228"/>
                  </a:lnTo>
                  <a:lnTo>
                    <a:pt x="778202" y="1727013"/>
                  </a:lnTo>
                  <a:close/>
                  <a:moveTo>
                    <a:pt x="842877" y="1817391"/>
                  </a:moveTo>
                  <a:lnTo>
                    <a:pt x="802352" y="1881077"/>
                  </a:lnTo>
                  <a:lnTo>
                    <a:pt x="927244" y="1854168"/>
                  </a:lnTo>
                  <a:close/>
                  <a:moveTo>
                    <a:pt x="728300" y="1667663"/>
                  </a:moveTo>
                  <a:lnTo>
                    <a:pt x="707165" y="1657008"/>
                  </a:lnTo>
                  <a:lnTo>
                    <a:pt x="778202" y="1727013"/>
                  </a:lnTo>
                  <a:close/>
                  <a:moveTo>
                    <a:pt x="622226" y="1565378"/>
                  </a:moveTo>
                  <a:lnTo>
                    <a:pt x="704884" y="1644798"/>
                  </a:lnTo>
                  <a:lnTo>
                    <a:pt x="627461" y="1569301"/>
                  </a:lnTo>
                  <a:close/>
                  <a:moveTo>
                    <a:pt x="622226" y="1565378"/>
                  </a:moveTo>
                  <a:lnTo>
                    <a:pt x="707165" y="1657008"/>
                  </a:lnTo>
                  <a:lnTo>
                    <a:pt x="704884" y="1644798"/>
                  </a:lnTo>
                  <a:close/>
                  <a:moveTo>
                    <a:pt x="0" y="943299"/>
                  </a:moveTo>
                  <a:lnTo>
                    <a:pt x="23532" y="1025514"/>
                  </a:lnTo>
                  <a:lnTo>
                    <a:pt x="48269" y="987078"/>
                  </a:lnTo>
                  <a:close/>
                  <a:moveTo>
                    <a:pt x="704884" y="1644798"/>
                  </a:moveTo>
                  <a:lnTo>
                    <a:pt x="707165" y="1657008"/>
                  </a:lnTo>
                  <a:lnTo>
                    <a:pt x="728300" y="1667663"/>
                  </a:lnTo>
                  <a:close/>
                  <a:moveTo>
                    <a:pt x="621152" y="1562583"/>
                  </a:moveTo>
                  <a:lnTo>
                    <a:pt x="622226" y="1565378"/>
                  </a:lnTo>
                  <a:lnTo>
                    <a:pt x="627461" y="1569301"/>
                  </a:lnTo>
                  <a:close/>
                  <a:moveTo>
                    <a:pt x="1053895" y="1833835"/>
                  </a:moveTo>
                  <a:lnTo>
                    <a:pt x="985508" y="1770792"/>
                  </a:lnTo>
                  <a:lnTo>
                    <a:pt x="927244" y="1854168"/>
                  </a:lnTo>
                  <a:close/>
                  <a:moveTo>
                    <a:pt x="841806" y="1708232"/>
                  </a:moveTo>
                  <a:lnTo>
                    <a:pt x="728300" y="1667663"/>
                  </a:lnTo>
                  <a:lnTo>
                    <a:pt x="778202" y="1727013"/>
                  </a:lnTo>
                  <a:close/>
                  <a:moveTo>
                    <a:pt x="735055" y="1634334"/>
                  </a:moveTo>
                  <a:lnTo>
                    <a:pt x="728300" y="1667663"/>
                  </a:lnTo>
                  <a:lnTo>
                    <a:pt x="841806" y="1708232"/>
                  </a:lnTo>
                  <a:close/>
                  <a:moveTo>
                    <a:pt x="841492" y="1608395"/>
                  </a:moveTo>
                  <a:lnTo>
                    <a:pt x="735055" y="1634334"/>
                  </a:lnTo>
                  <a:lnTo>
                    <a:pt x="841806" y="1708232"/>
                  </a:lnTo>
                  <a:close/>
                  <a:moveTo>
                    <a:pt x="704884" y="1644798"/>
                  </a:moveTo>
                  <a:lnTo>
                    <a:pt x="728300" y="1667663"/>
                  </a:lnTo>
                  <a:lnTo>
                    <a:pt x="735055" y="1634334"/>
                  </a:lnTo>
                  <a:close/>
                  <a:moveTo>
                    <a:pt x="631066" y="1558191"/>
                  </a:moveTo>
                  <a:lnTo>
                    <a:pt x="627461" y="1569301"/>
                  </a:lnTo>
                  <a:lnTo>
                    <a:pt x="743773" y="1524147"/>
                  </a:lnTo>
                  <a:close/>
                  <a:moveTo>
                    <a:pt x="627461" y="1569301"/>
                  </a:moveTo>
                  <a:lnTo>
                    <a:pt x="704884" y="1644798"/>
                  </a:lnTo>
                  <a:lnTo>
                    <a:pt x="743773" y="1524147"/>
                  </a:lnTo>
                  <a:close/>
                  <a:moveTo>
                    <a:pt x="743773" y="1524147"/>
                  </a:moveTo>
                  <a:lnTo>
                    <a:pt x="704884" y="1644798"/>
                  </a:lnTo>
                  <a:lnTo>
                    <a:pt x="748411" y="1527657"/>
                  </a:lnTo>
                  <a:close/>
                  <a:moveTo>
                    <a:pt x="748411" y="1527657"/>
                  </a:moveTo>
                  <a:lnTo>
                    <a:pt x="704884" y="1644798"/>
                  </a:lnTo>
                  <a:lnTo>
                    <a:pt x="735055" y="1634334"/>
                  </a:lnTo>
                  <a:close/>
                  <a:moveTo>
                    <a:pt x="621152" y="1562583"/>
                  </a:moveTo>
                  <a:lnTo>
                    <a:pt x="627461" y="1569301"/>
                  </a:lnTo>
                  <a:lnTo>
                    <a:pt x="631066" y="1558191"/>
                  </a:lnTo>
                  <a:close/>
                  <a:moveTo>
                    <a:pt x="640729" y="1441931"/>
                  </a:moveTo>
                  <a:lnTo>
                    <a:pt x="631066" y="1558191"/>
                  </a:lnTo>
                  <a:lnTo>
                    <a:pt x="651998" y="1445839"/>
                  </a:lnTo>
                  <a:close/>
                  <a:moveTo>
                    <a:pt x="621152" y="1562583"/>
                  </a:moveTo>
                  <a:lnTo>
                    <a:pt x="631066" y="1558191"/>
                  </a:lnTo>
                  <a:lnTo>
                    <a:pt x="640729" y="1441931"/>
                  </a:lnTo>
                  <a:close/>
                  <a:moveTo>
                    <a:pt x="351309" y="1094129"/>
                  </a:moveTo>
                  <a:lnTo>
                    <a:pt x="398385" y="1113071"/>
                  </a:lnTo>
                  <a:lnTo>
                    <a:pt x="394854" y="1128582"/>
                  </a:lnTo>
                  <a:close/>
                  <a:moveTo>
                    <a:pt x="985508" y="1770792"/>
                  </a:moveTo>
                  <a:lnTo>
                    <a:pt x="1078858" y="1836881"/>
                  </a:lnTo>
                  <a:lnTo>
                    <a:pt x="976305" y="1759570"/>
                  </a:lnTo>
                  <a:close/>
                  <a:moveTo>
                    <a:pt x="743773" y="1524147"/>
                  </a:moveTo>
                  <a:lnTo>
                    <a:pt x="748411" y="1527657"/>
                  </a:lnTo>
                  <a:lnTo>
                    <a:pt x="748637" y="1523200"/>
                  </a:lnTo>
                  <a:close/>
                  <a:moveTo>
                    <a:pt x="748637" y="1523200"/>
                  </a:moveTo>
                  <a:lnTo>
                    <a:pt x="734970" y="1477402"/>
                  </a:lnTo>
                  <a:lnTo>
                    <a:pt x="743773" y="1524147"/>
                  </a:lnTo>
                  <a:close/>
                  <a:moveTo>
                    <a:pt x="651998" y="1445839"/>
                  </a:moveTo>
                  <a:lnTo>
                    <a:pt x="692487" y="1441931"/>
                  </a:lnTo>
                  <a:lnTo>
                    <a:pt x="651854" y="1441198"/>
                  </a:lnTo>
                  <a:close/>
                  <a:moveTo>
                    <a:pt x="748637" y="1523200"/>
                  </a:moveTo>
                  <a:lnTo>
                    <a:pt x="748411" y="1527657"/>
                  </a:lnTo>
                  <a:lnTo>
                    <a:pt x="751736" y="1524147"/>
                  </a:lnTo>
                  <a:close/>
                  <a:moveTo>
                    <a:pt x="748637" y="1523200"/>
                  </a:moveTo>
                  <a:lnTo>
                    <a:pt x="751736" y="1524147"/>
                  </a:lnTo>
                  <a:lnTo>
                    <a:pt x="734970" y="1477402"/>
                  </a:lnTo>
                  <a:close/>
                  <a:moveTo>
                    <a:pt x="640729" y="1441931"/>
                  </a:moveTo>
                  <a:lnTo>
                    <a:pt x="651998" y="1445839"/>
                  </a:lnTo>
                  <a:lnTo>
                    <a:pt x="651854" y="1441198"/>
                  </a:lnTo>
                  <a:close/>
                  <a:moveTo>
                    <a:pt x="510639" y="1095043"/>
                  </a:moveTo>
                  <a:lnTo>
                    <a:pt x="517094" y="1004912"/>
                  </a:lnTo>
                  <a:lnTo>
                    <a:pt x="524489" y="1113071"/>
                  </a:lnTo>
                  <a:close/>
                  <a:moveTo>
                    <a:pt x="524489" y="1113071"/>
                  </a:moveTo>
                  <a:lnTo>
                    <a:pt x="517094" y="1004912"/>
                  </a:lnTo>
                  <a:lnTo>
                    <a:pt x="521013" y="992420"/>
                  </a:lnTo>
                  <a:close/>
                  <a:moveTo>
                    <a:pt x="506298" y="998480"/>
                  </a:moveTo>
                  <a:lnTo>
                    <a:pt x="477910" y="1073611"/>
                  </a:lnTo>
                  <a:lnTo>
                    <a:pt x="524489" y="1113071"/>
                  </a:lnTo>
                  <a:close/>
                  <a:moveTo>
                    <a:pt x="521013" y="992420"/>
                  </a:moveTo>
                  <a:lnTo>
                    <a:pt x="506298" y="998480"/>
                  </a:lnTo>
                  <a:lnTo>
                    <a:pt x="524489" y="1113071"/>
                  </a:lnTo>
                  <a:close/>
                  <a:moveTo>
                    <a:pt x="435775" y="1030856"/>
                  </a:moveTo>
                  <a:lnTo>
                    <a:pt x="477910" y="1073611"/>
                  </a:lnTo>
                  <a:lnTo>
                    <a:pt x="506298" y="998480"/>
                  </a:lnTo>
                  <a:close/>
                  <a:moveTo>
                    <a:pt x="517094" y="1004912"/>
                  </a:moveTo>
                  <a:lnTo>
                    <a:pt x="510639" y="1095043"/>
                  </a:lnTo>
                  <a:lnTo>
                    <a:pt x="502190" y="1074635"/>
                  </a:lnTo>
                  <a:close/>
                  <a:moveTo>
                    <a:pt x="435775" y="1030856"/>
                  </a:moveTo>
                  <a:lnTo>
                    <a:pt x="506298" y="998480"/>
                  </a:lnTo>
                  <a:lnTo>
                    <a:pt x="382491" y="995513"/>
                  </a:lnTo>
                  <a:close/>
                  <a:moveTo>
                    <a:pt x="382491" y="995513"/>
                  </a:moveTo>
                  <a:lnTo>
                    <a:pt x="506298" y="998480"/>
                  </a:lnTo>
                  <a:lnTo>
                    <a:pt x="511615" y="984424"/>
                  </a:lnTo>
                  <a:close/>
                  <a:moveTo>
                    <a:pt x="506298" y="998480"/>
                  </a:moveTo>
                  <a:lnTo>
                    <a:pt x="521013" y="992420"/>
                  </a:lnTo>
                  <a:lnTo>
                    <a:pt x="548113" y="924985"/>
                  </a:lnTo>
                  <a:close/>
                  <a:moveTo>
                    <a:pt x="517094" y="1004912"/>
                  </a:moveTo>
                  <a:lnTo>
                    <a:pt x="502190" y="1074635"/>
                  </a:lnTo>
                  <a:lnTo>
                    <a:pt x="517171" y="989641"/>
                  </a:lnTo>
                  <a:close/>
                  <a:moveTo>
                    <a:pt x="521013" y="992420"/>
                  </a:moveTo>
                  <a:lnTo>
                    <a:pt x="517094" y="1004912"/>
                  </a:lnTo>
                  <a:lnTo>
                    <a:pt x="517171" y="989641"/>
                  </a:lnTo>
                  <a:close/>
                  <a:moveTo>
                    <a:pt x="574907" y="942405"/>
                  </a:moveTo>
                  <a:lnTo>
                    <a:pt x="521013" y="992420"/>
                  </a:lnTo>
                  <a:lnTo>
                    <a:pt x="517171" y="989641"/>
                  </a:lnTo>
                  <a:close/>
                  <a:moveTo>
                    <a:pt x="1218928" y="1408837"/>
                  </a:moveTo>
                  <a:lnTo>
                    <a:pt x="1241037" y="1370401"/>
                  </a:lnTo>
                  <a:lnTo>
                    <a:pt x="1223902" y="1326622"/>
                  </a:lnTo>
                  <a:close/>
                  <a:moveTo>
                    <a:pt x="605376" y="630465"/>
                  </a:moveTo>
                  <a:lnTo>
                    <a:pt x="532483" y="576824"/>
                  </a:lnTo>
                  <a:lnTo>
                    <a:pt x="524219" y="586686"/>
                  </a:lnTo>
                  <a:close/>
                  <a:moveTo>
                    <a:pt x="605376" y="630465"/>
                  </a:moveTo>
                  <a:lnTo>
                    <a:pt x="524219" y="586686"/>
                  </a:lnTo>
                  <a:lnTo>
                    <a:pt x="550074" y="668901"/>
                  </a:lnTo>
                  <a:close/>
                  <a:moveTo>
                    <a:pt x="1376736" y="1167534"/>
                  </a:moveTo>
                  <a:lnTo>
                    <a:pt x="1299567" y="1119037"/>
                  </a:lnTo>
                  <a:lnTo>
                    <a:pt x="1247630" y="1140056"/>
                  </a:lnTo>
                  <a:close/>
                  <a:moveTo>
                    <a:pt x="1260775" y="1085319"/>
                  </a:moveTo>
                  <a:lnTo>
                    <a:pt x="1247630" y="1140056"/>
                  </a:lnTo>
                  <a:lnTo>
                    <a:pt x="1299567" y="1119037"/>
                  </a:lnTo>
                  <a:close/>
                  <a:moveTo>
                    <a:pt x="1260775" y="1085319"/>
                  </a:moveTo>
                  <a:lnTo>
                    <a:pt x="1232329" y="1123755"/>
                  </a:lnTo>
                  <a:lnTo>
                    <a:pt x="1247630" y="1140056"/>
                  </a:lnTo>
                  <a:close/>
                  <a:moveTo>
                    <a:pt x="1201780" y="1041540"/>
                  </a:moveTo>
                  <a:lnTo>
                    <a:pt x="1232329" y="1123755"/>
                  </a:lnTo>
                  <a:lnTo>
                    <a:pt x="1260775" y="1085319"/>
                  </a:lnTo>
                  <a:close/>
                  <a:moveTo>
                    <a:pt x="1201780" y="1041540"/>
                  </a:moveTo>
                  <a:lnTo>
                    <a:pt x="1260775" y="1085319"/>
                  </a:lnTo>
                  <a:lnTo>
                    <a:pt x="1198845" y="1003104"/>
                  </a:lnTo>
                  <a:close/>
                  <a:moveTo>
                    <a:pt x="1526494" y="1194957"/>
                  </a:moveTo>
                  <a:lnTo>
                    <a:pt x="1553627" y="1211313"/>
                  </a:lnTo>
                  <a:lnTo>
                    <a:pt x="1476553" y="1155378"/>
                  </a:lnTo>
                  <a:close/>
                  <a:moveTo>
                    <a:pt x="1409488" y="1049216"/>
                  </a:moveTo>
                  <a:lnTo>
                    <a:pt x="1376736" y="1167534"/>
                  </a:lnTo>
                  <a:lnTo>
                    <a:pt x="1396012" y="1160264"/>
                  </a:lnTo>
                  <a:close/>
                  <a:moveTo>
                    <a:pt x="1309154" y="1046883"/>
                  </a:moveTo>
                  <a:lnTo>
                    <a:pt x="1260775" y="1085319"/>
                  </a:lnTo>
                  <a:lnTo>
                    <a:pt x="1299567" y="1119037"/>
                  </a:lnTo>
                  <a:close/>
                  <a:moveTo>
                    <a:pt x="1309154" y="1046883"/>
                  </a:moveTo>
                  <a:lnTo>
                    <a:pt x="1198845" y="1003104"/>
                  </a:lnTo>
                  <a:lnTo>
                    <a:pt x="1260775" y="1085319"/>
                  </a:lnTo>
                  <a:close/>
                  <a:moveTo>
                    <a:pt x="1545971" y="1090661"/>
                  </a:moveTo>
                  <a:lnTo>
                    <a:pt x="1532394" y="1008446"/>
                  </a:lnTo>
                  <a:lnTo>
                    <a:pt x="1532980" y="1009412"/>
                  </a:lnTo>
                  <a:close/>
                  <a:moveTo>
                    <a:pt x="1982299" y="1096003"/>
                  </a:moveTo>
                  <a:lnTo>
                    <a:pt x="2015358" y="1199050"/>
                  </a:lnTo>
                  <a:lnTo>
                    <a:pt x="2065082" y="1169753"/>
                  </a:lnTo>
                  <a:close/>
                  <a:moveTo>
                    <a:pt x="1982299" y="1096003"/>
                  </a:moveTo>
                  <a:lnTo>
                    <a:pt x="1940687" y="1134440"/>
                  </a:lnTo>
                  <a:lnTo>
                    <a:pt x="2015358" y="1199050"/>
                  </a:lnTo>
                  <a:close/>
                  <a:moveTo>
                    <a:pt x="1741932" y="849358"/>
                  </a:moveTo>
                  <a:lnTo>
                    <a:pt x="1686686" y="806170"/>
                  </a:lnTo>
                  <a:lnTo>
                    <a:pt x="1684730" y="805579"/>
                  </a:lnTo>
                  <a:close/>
                  <a:moveTo>
                    <a:pt x="1372280" y="251429"/>
                  </a:moveTo>
                  <a:lnTo>
                    <a:pt x="1297521" y="191637"/>
                  </a:lnTo>
                  <a:lnTo>
                    <a:pt x="1246169" y="273782"/>
                  </a:lnTo>
                  <a:close/>
                  <a:moveTo>
                    <a:pt x="2079736" y="1178218"/>
                  </a:moveTo>
                  <a:lnTo>
                    <a:pt x="2145787" y="1139782"/>
                  </a:lnTo>
                  <a:lnTo>
                    <a:pt x="2065082" y="1169753"/>
                  </a:lnTo>
                  <a:close/>
                  <a:moveTo>
                    <a:pt x="2065082" y="1169753"/>
                  </a:moveTo>
                  <a:lnTo>
                    <a:pt x="2053772" y="1057567"/>
                  </a:lnTo>
                  <a:lnTo>
                    <a:pt x="1982299" y="1096003"/>
                  </a:lnTo>
                  <a:close/>
                  <a:moveTo>
                    <a:pt x="1965676" y="1076750"/>
                  </a:moveTo>
                  <a:lnTo>
                    <a:pt x="1909982" y="984784"/>
                  </a:lnTo>
                  <a:lnTo>
                    <a:pt x="1925717" y="1013788"/>
                  </a:lnTo>
                  <a:close/>
                  <a:moveTo>
                    <a:pt x="1784720" y="646491"/>
                  </a:moveTo>
                  <a:lnTo>
                    <a:pt x="1823842" y="754538"/>
                  </a:lnTo>
                  <a:lnTo>
                    <a:pt x="1846833" y="695871"/>
                  </a:lnTo>
                  <a:close/>
                  <a:moveTo>
                    <a:pt x="1778750" y="767143"/>
                  </a:moveTo>
                  <a:lnTo>
                    <a:pt x="1823842" y="754538"/>
                  </a:lnTo>
                  <a:lnTo>
                    <a:pt x="1784720" y="646491"/>
                  </a:lnTo>
                  <a:close/>
                  <a:moveTo>
                    <a:pt x="1375206" y="153200"/>
                  </a:moveTo>
                  <a:lnTo>
                    <a:pt x="1372280" y="251429"/>
                  </a:lnTo>
                  <a:lnTo>
                    <a:pt x="1404522" y="156773"/>
                  </a:lnTo>
                  <a:close/>
                  <a:moveTo>
                    <a:pt x="1375206" y="153200"/>
                  </a:moveTo>
                  <a:lnTo>
                    <a:pt x="1297521" y="191637"/>
                  </a:lnTo>
                  <a:lnTo>
                    <a:pt x="1372280" y="251429"/>
                  </a:lnTo>
                  <a:close/>
                  <a:moveTo>
                    <a:pt x="1375206" y="153200"/>
                  </a:moveTo>
                  <a:lnTo>
                    <a:pt x="1332825" y="109422"/>
                  </a:lnTo>
                  <a:lnTo>
                    <a:pt x="1297521" y="191637"/>
                  </a:lnTo>
                  <a:close/>
                  <a:moveTo>
                    <a:pt x="1404522" y="156773"/>
                  </a:moveTo>
                  <a:lnTo>
                    <a:pt x="1372280" y="251429"/>
                  </a:lnTo>
                  <a:lnTo>
                    <a:pt x="1497630" y="226233"/>
                  </a:lnTo>
                  <a:close/>
                  <a:moveTo>
                    <a:pt x="2204452" y="981775"/>
                  </a:moveTo>
                  <a:lnTo>
                    <a:pt x="2127454" y="975352"/>
                  </a:lnTo>
                  <a:lnTo>
                    <a:pt x="2130058" y="1027142"/>
                  </a:lnTo>
                  <a:close/>
                  <a:moveTo>
                    <a:pt x="1846263" y="608055"/>
                  </a:moveTo>
                  <a:lnTo>
                    <a:pt x="1784720" y="646491"/>
                  </a:lnTo>
                  <a:lnTo>
                    <a:pt x="1846833" y="695871"/>
                  </a:lnTo>
                  <a:close/>
                  <a:moveTo>
                    <a:pt x="1513643" y="235416"/>
                  </a:moveTo>
                  <a:lnTo>
                    <a:pt x="1616522" y="201347"/>
                  </a:lnTo>
                  <a:lnTo>
                    <a:pt x="1497630" y="226233"/>
                  </a:lnTo>
                  <a:close/>
                  <a:moveTo>
                    <a:pt x="1497630" y="226233"/>
                  </a:moveTo>
                  <a:lnTo>
                    <a:pt x="1616522" y="201347"/>
                  </a:lnTo>
                  <a:lnTo>
                    <a:pt x="1620603" y="192150"/>
                  </a:lnTo>
                  <a:close/>
                  <a:moveTo>
                    <a:pt x="1497630" y="226233"/>
                  </a:moveTo>
                  <a:lnTo>
                    <a:pt x="1620603" y="192150"/>
                  </a:lnTo>
                  <a:lnTo>
                    <a:pt x="1528832" y="127691"/>
                  </a:lnTo>
                  <a:close/>
                  <a:moveTo>
                    <a:pt x="1407624" y="149901"/>
                  </a:moveTo>
                  <a:lnTo>
                    <a:pt x="1375206" y="153200"/>
                  </a:lnTo>
                  <a:lnTo>
                    <a:pt x="1404522" y="156773"/>
                  </a:lnTo>
                  <a:close/>
                  <a:moveTo>
                    <a:pt x="1404522" y="156773"/>
                  </a:moveTo>
                  <a:lnTo>
                    <a:pt x="1507667" y="114764"/>
                  </a:lnTo>
                  <a:lnTo>
                    <a:pt x="1407624" y="149901"/>
                  </a:lnTo>
                  <a:close/>
                  <a:moveTo>
                    <a:pt x="1497630" y="226233"/>
                  </a:moveTo>
                  <a:lnTo>
                    <a:pt x="1528832" y="127691"/>
                  </a:lnTo>
                  <a:lnTo>
                    <a:pt x="1404522" y="156773"/>
                  </a:lnTo>
                  <a:close/>
                  <a:moveTo>
                    <a:pt x="1975311" y="405188"/>
                  </a:moveTo>
                  <a:lnTo>
                    <a:pt x="2049034" y="492460"/>
                  </a:lnTo>
                  <a:lnTo>
                    <a:pt x="2052150" y="475796"/>
                  </a:lnTo>
                  <a:close/>
                  <a:moveTo>
                    <a:pt x="1975311" y="405188"/>
                  </a:moveTo>
                  <a:lnTo>
                    <a:pt x="1954813" y="390526"/>
                  </a:lnTo>
                  <a:lnTo>
                    <a:pt x="1909118" y="434884"/>
                  </a:lnTo>
                  <a:close/>
                  <a:moveTo>
                    <a:pt x="1894901" y="322973"/>
                  </a:moveTo>
                  <a:lnTo>
                    <a:pt x="1909118" y="434884"/>
                  </a:lnTo>
                  <a:lnTo>
                    <a:pt x="1954813" y="390526"/>
                  </a:lnTo>
                  <a:close/>
                  <a:moveTo>
                    <a:pt x="1847993" y="269800"/>
                  </a:moveTo>
                  <a:lnTo>
                    <a:pt x="1799755" y="273659"/>
                  </a:lnTo>
                  <a:lnTo>
                    <a:pt x="1894901" y="322973"/>
                  </a:lnTo>
                  <a:close/>
                  <a:moveTo>
                    <a:pt x="1700554" y="76328"/>
                  </a:moveTo>
                  <a:lnTo>
                    <a:pt x="1620603" y="192150"/>
                  </a:lnTo>
                  <a:lnTo>
                    <a:pt x="1648126" y="196979"/>
                  </a:lnTo>
                  <a:close/>
                  <a:moveTo>
                    <a:pt x="1700554" y="76328"/>
                  </a:moveTo>
                  <a:lnTo>
                    <a:pt x="1648126" y="196979"/>
                  </a:lnTo>
                  <a:lnTo>
                    <a:pt x="1707260" y="158542"/>
                  </a:lnTo>
                  <a:close/>
                  <a:moveTo>
                    <a:pt x="1536600" y="105639"/>
                  </a:moveTo>
                  <a:lnTo>
                    <a:pt x="1441656" y="80409"/>
                  </a:lnTo>
                  <a:lnTo>
                    <a:pt x="1507667" y="114764"/>
                  </a:lnTo>
                  <a:close/>
                  <a:moveTo>
                    <a:pt x="1536600" y="105639"/>
                  </a:moveTo>
                  <a:lnTo>
                    <a:pt x="1596119" y="17751"/>
                  </a:lnTo>
                  <a:lnTo>
                    <a:pt x="1534199" y="7498"/>
                  </a:lnTo>
                  <a:close/>
                  <a:moveTo>
                    <a:pt x="1534199" y="7498"/>
                  </a:moveTo>
                  <a:lnTo>
                    <a:pt x="1569210" y="0"/>
                  </a:lnTo>
                  <a:lnTo>
                    <a:pt x="1496959" y="8521"/>
                  </a:lnTo>
                  <a:close/>
                  <a:moveTo>
                    <a:pt x="1534199" y="7498"/>
                  </a:moveTo>
                  <a:lnTo>
                    <a:pt x="1596119" y="17751"/>
                  </a:lnTo>
                  <a:lnTo>
                    <a:pt x="1569210" y="0"/>
                  </a:lnTo>
                  <a:close/>
                  <a:moveTo>
                    <a:pt x="1975311" y="405188"/>
                  </a:moveTo>
                  <a:lnTo>
                    <a:pt x="2052150" y="475796"/>
                  </a:lnTo>
                  <a:lnTo>
                    <a:pt x="2079124" y="367905"/>
                  </a:lnTo>
                  <a:close/>
                  <a:moveTo>
                    <a:pt x="1979877" y="287907"/>
                  </a:moveTo>
                  <a:lnTo>
                    <a:pt x="1954813" y="390526"/>
                  </a:lnTo>
                  <a:lnTo>
                    <a:pt x="2032277" y="284537"/>
                  </a:lnTo>
                  <a:close/>
                  <a:moveTo>
                    <a:pt x="1954813" y="390526"/>
                  </a:moveTo>
                  <a:lnTo>
                    <a:pt x="1975311" y="405188"/>
                  </a:lnTo>
                  <a:lnTo>
                    <a:pt x="2032277" y="284537"/>
                  </a:lnTo>
                  <a:close/>
                  <a:moveTo>
                    <a:pt x="2032277" y="284537"/>
                  </a:moveTo>
                  <a:lnTo>
                    <a:pt x="1975311" y="405188"/>
                  </a:lnTo>
                  <a:lnTo>
                    <a:pt x="2073735" y="341299"/>
                  </a:lnTo>
                  <a:close/>
                  <a:moveTo>
                    <a:pt x="1894901" y="322973"/>
                  </a:moveTo>
                  <a:lnTo>
                    <a:pt x="1954813" y="390526"/>
                  </a:lnTo>
                  <a:lnTo>
                    <a:pt x="1979877" y="287907"/>
                  </a:lnTo>
                  <a:close/>
                  <a:moveTo>
                    <a:pt x="1882260" y="206584"/>
                  </a:moveTo>
                  <a:lnTo>
                    <a:pt x="1847993" y="269800"/>
                  </a:lnTo>
                  <a:lnTo>
                    <a:pt x="1902869" y="202322"/>
                  </a:lnTo>
                  <a:close/>
                  <a:moveTo>
                    <a:pt x="1847993" y="269800"/>
                  </a:moveTo>
                  <a:lnTo>
                    <a:pt x="1894901" y="322973"/>
                  </a:lnTo>
                  <a:lnTo>
                    <a:pt x="1902869" y="202322"/>
                  </a:lnTo>
                  <a:close/>
                  <a:moveTo>
                    <a:pt x="1902869" y="202322"/>
                  </a:moveTo>
                  <a:lnTo>
                    <a:pt x="1894901" y="322973"/>
                  </a:lnTo>
                  <a:lnTo>
                    <a:pt x="1977001" y="258282"/>
                  </a:lnTo>
                  <a:close/>
                  <a:moveTo>
                    <a:pt x="1977001" y="258282"/>
                  </a:moveTo>
                  <a:lnTo>
                    <a:pt x="1894901" y="322973"/>
                  </a:lnTo>
                  <a:lnTo>
                    <a:pt x="1979877" y="287907"/>
                  </a:lnTo>
                  <a:close/>
                  <a:moveTo>
                    <a:pt x="1814617" y="240758"/>
                  </a:moveTo>
                  <a:lnTo>
                    <a:pt x="1847993" y="269800"/>
                  </a:lnTo>
                  <a:lnTo>
                    <a:pt x="1882260" y="206584"/>
                  </a:lnTo>
                  <a:close/>
                  <a:moveTo>
                    <a:pt x="1814617" y="240758"/>
                  </a:moveTo>
                  <a:lnTo>
                    <a:pt x="1882260" y="206584"/>
                  </a:lnTo>
                  <a:lnTo>
                    <a:pt x="1752589" y="191762"/>
                  </a:lnTo>
                  <a:close/>
                  <a:moveTo>
                    <a:pt x="1752589" y="191762"/>
                  </a:moveTo>
                  <a:lnTo>
                    <a:pt x="1882260" y="206584"/>
                  </a:lnTo>
                  <a:lnTo>
                    <a:pt x="1886438" y="198339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00" name="Candidate_density__2019">
              <a:extLst>
                <a:ext uri="{FF2B5EF4-FFF2-40B4-BE49-F238E27FC236}">
                  <a16:creationId xmlns:a16="http://schemas.microsoft.com/office/drawing/2014/main" id="{E7DED005-9783-98AE-C9D2-F1979AA12A69}"/>
                </a:ext>
              </a:extLst>
            </p:cNvPr>
            <p:cNvSpPr>
              <a:spLocks noGrp="1"/>
            </p:cNvSpPr>
            <p:nvPr/>
          </p:nvSpPr>
          <p:spPr>
            <a:xfrm>
              <a:off x="4452143" y="3437657"/>
              <a:ext cx="2155458" cy="1853242"/>
            </a:xfrm>
            <a:custGeom>
              <a:avLst/>
              <a:gdLst/>
              <a:ahLst/>
              <a:cxnLst/>
              <a:rect l="0" t="0" r="0" b="0"/>
              <a:pathLst>
                <a:path w="2155458" h="1853242">
                  <a:moveTo>
                    <a:pt x="33203" y="1024588"/>
                  </a:moveTo>
                  <a:lnTo>
                    <a:pt x="9671" y="942374"/>
                  </a:lnTo>
                  <a:lnTo>
                    <a:pt x="0" y="1063025"/>
                  </a:lnTo>
                  <a:close/>
                  <a:moveTo>
                    <a:pt x="788800" y="1846739"/>
                  </a:moveTo>
                  <a:lnTo>
                    <a:pt x="852548" y="1816466"/>
                  </a:lnTo>
                  <a:lnTo>
                    <a:pt x="845987" y="1808303"/>
                  </a:lnTo>
                  <a:close/>
                  <a:moveTo>
                    <a:pt x="9671" y="942374"/>
                  </a:moveTo>
                  <a:lnTo>
                    <a:pt x="57940" y="986152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9671" y="942374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29489" y="904990"/>
                  </a:lnTo>
                  <a:lnTo>
                    <a:pt x="9671" y="942374"/>
                  </a:lnTo>
                  <a:close/>
                  <a:moveTo>
                    <a:pt x="845987" y="1808303"/>
                  </a:moveTo>
                  <a:lnTo>
                    <a:pt x="852548" y="1816466"/>
                  </a:lnTo>
                  <a:lnTo>
                    <a:pt x="853584" y="1805686"/>
                  </a:lnTo>
                  <a:close/>
                  <a:moveTo>
                    <a:pt x="787873" y="1726088"/>
                  </a:moveTo>
                  <a:lnTo>
                    <a:pt x="853584" y="1805686"/>
                  </a:lnTo>
                  <a:lnTo>
                    <a:pt x="851478" y="1707306"/>
                  </a:lnTo>
                  <a:close/>
                  <a:moveTo>
                    <a:pt x="787873" y="1726088"/>
                  </a:moveTo>
                  <a:lnTo>
                    <a:pt x="845987" y="1808303"/>
                  </a:lnTo>
                  <a:lnTo>
                    <a:pt x="853584" y="1805686"/>
                  </a:lnTo>
                  <a:close/>
                  <a:moveTo>
                    <a:pt x="958475" y="1781003"/>
                  </a:moveTo>
                  <a:lnTo>
                    <a:pt x="852548" y="1816466"/>
                  </a:lnTo>
                  <a:lnTo>
                    <a:pt x="936915" y="1853242"/>
                  </a:lnTo>
                  <a:close/>
                  <a:moveTo>
                    <a:pt x="958475" y="1781003"/>
                  </a:moveTo>
                  <a:lnTo>
                    <a:pt x="853584" y="1805686"/>
                  </a:lnTo>
                  <a:lnTo>
                    <a:pt x="852548" y="1816466"/>
                  </a:lnTo>
                  <a:close/>
                  <a:moveTo>
                    <a:pt x="853584" y="1805686"/>
                  </a:moveTo>
                  <a:lnTo>
                    <a:pt x="958475" y="1781003"/>
                  </a:lnTo>
                  <a:lnTo>
                    <a:pt x="939398" y="1696420"/>
                  </a:lnTo>
                  <a:close/>
                  <a:moveTo>
                    <a:pt x="853584" y="1805686"/>
                  </a:moveTo>
                  <a:lnTo>
                    <a:pt x="939398" y="1696420"/>
                  </a:lnTo>
                  <a:lnTo>
                    <a:pt x="851478" y="1707306"/>
                  </a:lnTo>
                  <a:close/>
                  <a:moveTo>
                    <a:pt x="936915" y="1853242"/>
                  </a:moveTo>
                  <a:lnTo>
                    <a:pt x="995179" y="1769866"/>
                  </a:lnTo>
                  <a:lnTo>
                    <a:pt x="958475" y="1781003"/>
                  </a:lnTo>
                  <a:close/>
                  <a:moveTo>
                    <a:pt x="995179" y="1769866"/>
                  </a:moveTo>
                  <a:lnTo>
                    <a:pt x="1014675" y="1687651"/>
                  </a:lnTo>
                  <a:lnTo>
                    <a:pt x="958475" y="1781003"/>
                  </a:lnTo>
                  <a:close/>
                  <a:moveTo>
                    <a:pt x="1014675" y="1687651"/>
                  </a:moveTo>
                  <a:lnTo>
                    <a:pt x="939398" y="1696420"/>
                  </a:lnTo>
                  <a:lnTo>
                    <a:pt x="958475" y="1781003"/>
                  </a:lnTo>
                  <a:close/>
                  <a:moveTo>
                    <a:pt x="851478" y="1707306"/>
                  </a:moveTo>
                  <a:lnTo>
                    <a:pt x="939398" y="1696420"/>
                  </a:lnTo>
                  <a:lnTo>
                    <a:pt x="851163" y="1607470"/>
                  </a:lnTo>
                  <a:close/>
                  <a:moveTo>
                    <a:pt x="111818" y="782398"/>
                  </a:moveTo>
                  <a:lnTo>
                    <a:pt x="110146" y="784837"/>
                  </a:lnTo>
                  <a:lnTo>
                    <a:pt x="111241" y="783285"/>
                  </a:lnTo>
                  <a:close/>
                  <a:moveTo>
                    <a:pt x="111818" y="782398"/>
                  </a:moveTo>
                  <a:lnTo>
                    <a:pt x="117752" y="783285"/>
                  </a:lnTo>
                  <a:lnTo>
                    <a:pt x="110146" y="784837"/>
                  </a:lnTo>
                  <a:close/>
                  <a:moveTo>
                    <a:pt x="995179" y="1769866"/>
                  </a:moveTo>
                  <a:lnTo>
                    <a:pt x="985976" y="1758645"/>
                  </a:lnTo>
                  <a:lnTo>
                    <a:pt x="1014675" y="1687651"/>
                  </a:lnTo>
                  <a:close/>
                  <a:moveTo>
                    <a:pt x="209310" y="744849"/>
                  </a:moveTo>
                  <a:lnTo>
                    <a:pt x="207631" y="766175"/>
                  </a:lnTo>
                  <a:lnTo>
                    <a:pt x="194986" y="814694"/>
                  </a:lnTo>
                  <a:close/>
                  <a:moveTo>
                    <a:pt x="113548" y="782071"/>
                  </a:moveTo>
                  <a:lnTo>
                    <a:pt x="117752" y="783285"/>
                  </a:lnTo>
                  <a:lnTo>
                    <a:pt x="111818" y="782398"/>
                  </a:lnTo>
                  <a:close/>
                  <a:moveTo>
                    <a:pt x="1233573" y="1325697"/>
                  </a:moveTo>
                  <a:lnTo>
                    <a:pt x="1304825" y="1316812"/>
                  </a:lnTo>
                  <a:lnTo>
                    <a:pt x="1263255" y="1314630"/>
                  </a:lnTo>
                  <a:close/>
                  <a:moveTo>
                    <a:pt x="1263255" y="1314630"/>
                  </a:moveTo>
                  <a:lnTo>
                    <a:pt x="1304825" y="1316812"/>
                  </a:lnTo>
                  <a:lnTo>
                    <a:pt x="1381067" y="1323207"/>
                  </a:lnTo>
                  <a:close/>
                  <a:moveTo>
                    <a:pt x="1427409" y="1281273"/>
                  </a:moveTo>
                  <a:lnTo>
                    <a:pt x="1381067" y="1323207"/>
                  </a:lnTo>
                  <a:lnTo>
                    <a:pt x="1304825" y="1316812"/>
                  </a:lnTo>
                  <a:close/>
                  <a:moveTo>
                    <a:pt x="1381067" y="1323207"/>
                  </a:moveTo>
                  <a:lnTo>
                    <a:pt x="1427409" y="1281273"/>
                  </a:lnTo>
                  <a:lnTo>
                    <a:pt x="1387617" y="1287260"/>
                  </a:lnTo>
                  <a:close/>
                  <a:moveTo>
                    <a:pt x="1427409" y="1281273"/>
                  </a:moveTo>
                  <a:lnTo>
                    <a:pt x="1429985" y="1248823"/>
                  </a:lnTo>
                  <a:lnTo>
                    <a:pt x="1387617" y="1287260"/>
                  </a:lnTo>
                  <a:close/>
                  <a:moveTo>
                    <a:pt x="1387617" y="1287260"/>
                  </a:moveTo>
                  <a:lnTo>
                    <a:pt x="1429985" y="1248823"/>
                  </a:lnTo>
                  <a:lnTo>
                    <a:pt x="1367557" y="1272698"/>
                  </a:lnTo>
                  <a:close/>
                  <a:moveTo>
                    <a:pt x="1429985" y="1248823"/>
                  </a:moveTo>
                  <a:lnTo>
                    <a:pt x="1407398" y="1206452"/>
                  </a:lnTo>
                  <a:lnTo>
                    <a:pt x="1367557" y="1272698"/>
                  </a:lnTo>
                  <a:close/>
                  <a:moveTo>
                    <a:pt x="1386407" y="1166608"/>
                  </a:moveTo>
                  <a:lnTo>
                    <a:pt x="1367557" y="1272698"/>
                  </a:lnTo>
                  <a:lnTo>
                    <a:pt x="1407398" y="1206452"/>
                  </a:lnTo>
                  <a:close/>
                  <a:moveTo>
                    <a:pt x="1427409" y="1281273"/>
                  </a:moveTo>
                  <a:lnTo>
                    <a:pt x="1473817" y="1304131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42110" y="1292603"/>
                  </a:lnTo>
                  <a:lnTo>
                    <a:pt x="1501245" y="1210387"/>
                  </a:lnTo>
                  <a:close/>
                  <a:moveTo>
                    <a:pt x="1501245" y="1210387"/>
                  </a:moveTo>
                  <a:lnTo>
                    <a:pt x="1536165" y="1194032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36165" y="1194032"/>
                  </a:lnTo>
                  <a:lnTo>
                    <a:pt x="1405684" y="1159338"/>
                  </a:lnTo>
                  <a:close/>
                  <a:moveTo>
                    <a:pt x="1405684" y="1159338"/>
                  </a:moveTo>
                  <a:lnTo>
                    <a:pt x="1536165" y="1194032"/>
                  </a:lnTo>
                  <a:lnTo>
                    <a:pt x="1486225" y="1154452"/>
                  </a:lnTo>
                  <a:close/>
                  <a:moveTo>
                    <a:pt x="1429985" y="1248823"/>
                  </a:moveTo>
                  <a:lnTo>
                    <a:pt x="1405684" y="1159338"/>
                  </a:lnTo>
                  <a:lnTo>
                    <a:pt x="1407398" y="1206452"/>
                  </a:lnTo>
                  <a:close/>
                  <a:moveTo>
                    <a:pt x="1386407" y="1166608"/>
                  </a:moveTo>
                  <a:lnTo>
                    <a:pt x="1407398" y="1206452"/>
                  </a:lnTo>
                  <a:lnTo>
                    <a:pt x="1405684" y="1159338"/>
                  </a:lnTo>
                  <a:close/>
                  <a:moveTo>
                    <a:pt x="1543197" y="1005122"/>
                  </a:moveTo>
                  <a:lnTo>
                    <a:pt x="1542651" y="1008486"/>
                  </a:lnTo>
                  <a:lnTo>
                    <a:pt x="1542065" y="1007521"/>
                  </a:lnTo>
                  <a:close/>
                  <a:moveTo>
                    <a:pt x="1975347" y="1075824"/>
                  </a:moveTo>
                  <a:lnTo>
                    <a:pt x="1917080" y="1046542"/>
                  </a:lnTo>
                  <a:lnTo>
                    <a:pt x="1991970" y="1095078"/>
                  </a:lnTo>
                  <a:close/>
                  <a:moveTo>
                    <a:pt x="1935388" y="1012863"/>
                  </a:moveTo>
                  <a:lnTo>
                    <a:pt x="1917080" y="1046542"/>
                  </a:lnTo>
                  <a:lnTo>
                    <a:pt x="1975347" y="1075824"/>
                  </a:lnTo>
                  <a:close/>
                  <a:moveTo>
                    <a:pt x="2155458" y="1138856"/>
                  </a:moveTo>
                  <a:lnTo>
                    <a:pt x="2116300" y="1108966"/>
                  </a:lnTo>
                  <a:lnTo>
                    <a:pt x="2074753" y="1168828"/>
                  </a:lnTo>
                  <a:close/>
                  <a:moveTo>
                    <a:pt x="2116300" y="1108966"/>
                  </a:moveTo>
                  <a:lnTo>
                    <a:pt x="2063443" y="1056641"/>
                  </a:lnTo>
                  <a:lnTo>
                    <a:pt x="2074753" y="1168828"/>
                  </a:lnTo>
                  <a:close/>
                  <a:moveTo>
                    <a:pt x="1991970" y="1095078"/>
                  </a:moveTo>
                  <a:lnTo>
                    <a:pt x="2063443" y="1056641"/>
                  </a:lnTo>
                  <a:lnTo>
                    <a:pt x="1975347" y="1075824"/>
                  </a:lnTo>
                  <a:close/>
                  <a:moveTo>
                    <a:pt x="1538504" y="126766"/>
                  </a:moveTo>
                  <a:lnTo>
                    <a:pt x="1517338" y="113839"/>
                  </a:lnTo>
                  <a:lnTo>
                    <a:pt x="1414193" y="155848"/>
                  </a:lnTo>
                  <a:close/>
                  <a:moveTo>
                    <a:pt x="1648149" y="82480"/>
                  </a:moveTo>
                  <a:lnTo>
                    <a:pt x="1630275" y="191224"/>
                  </a:lnTo>
                  <a:lnTo>
                    <a:pt x="1710225" y="75402"/>
                  </a:lnTo>
                  <a:close/>
                  <a:moveTo>
                    <a:pt x="1517338" y="113839"/>
                  </a:moveTo>
                  <a:lnTo>
                    <a:pt x="1538504" y="126766"/>
                  </a:lnTo>
                  <a:lnTo>
                    <a:pt x="1546271" y="104714"/>
                  </a:lnTo>
                  <a:close/>
                  <a:moveTo>
                    <a:pt x="1648149" y="82480"/>
                  </a:moveTo>
                  <a:lnTo>
                    <a:pt x="1538504" y="126766"/>
                  </a:lnTo>
                  <a:lnTo>
                    <a:pt x="1630275" y="191224"/>
                  </a:lnTo>
                  <a:close/>
                  <a:moveTo>
                    <a:pt x="1648149" y="82480"/>
                  </a:moveTo>
                  <a:lnTo>
                    <a:pt x="1546271" y="104714"/>
                  </a:lnTo>
                  <a:lnTo>
                    <a:pt x="1538504" y="126766"/>
                  </a:lnTo>
                  <a:close/>
                  <a:moveTo>
                    <a:pt x="1546271" y="104714"/>
                  </a:moveTo>
                  <a:lnTo>
                    <a:pt x="1648149" y="82480"/>
                  </a:lnTo>
                  <a:lnTo>
                    <a:pt x="1605790" y="16825"/>
                  </a:lnTo>
                  <a:close/>
                  <a:moveTo>
                    <a:pt x="1648149" y="82480"/>
                  </a:moveTo>
                  <a:lnTo>
                    <a:pt x="1721809" y="39596"/>
                  </a:lnTo>
                  <a:lnTo>
                    <a:pt x="1686189" y="12054"/>
                  </a:lnTo>
                  <a:close/>
                  <a:moveTo>
                    <a:pt x="1648149" y="82480"/>
                  </a:moveTo>
                  <a:lnTo>
                    <a:pt x="1686189" y="12054"/>
                  </a:lnTo>
                  <a:lnTo>
                    <a:pt x="1605790" y="16825"/>
                  </a:lnTo>
                  <a:close/>
                  <a:moveTo>
                    <a:pt x="1721809" y="39596"/>
                  </a:moveTo>
                  <a:lnTo>
                    <a:pt x="1710225" y="75402"/>
                  </a:lnTo>
                  <a:lnTo>
                    <a:pt x="1694246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01" name="Candidate_density__2020">
              <a:extLst>
                <a:ext uri="{FF2B5EF4-FFF2-40B4-BE49-F238E27FC236}">
                  <a16:creationId xmlns:a16="http://schemas.microsoft.com/office/drawing/2014/main" id="{DF3A77C0-13BF-FFD2-5A27-533AD767F826}"/>
                </a:ext>
              </a:extLst>
            </p:cNvPr>
            <p:cNvSpPr>
              <a:spLocks noGrp="1"/>
            </p:cNvSpPr>
            <p:nvPr/>
          </p:nvSpPr>
          <p:spPr>
            <a:xfrm>
              <a:off x="4510083" y="3319737"/>
              <a:ext cx="2000766" cy="1684920"/>
            </a:xfrm>
            <a:custGeom>
              <a:avLst/>
              <a:gdLst/>
              <a:ahLst/>
              <a:cxnLst/>
              <a:rect l="0" t="0" r="0" b="0"/>
              <a:pathLst>
                <a:path w="2000766" h="1684920">
                  <a:moveTo>
                    <a:pt x="0" y="1104072"/>
                  </a:moveTo>
                  <a:lnTo>
                    <a:pt x="12057" y="1174364"/>
                  </a:lnTo>
                  <a:lnTo>
                    <a:pt x="64012" y="1153412"/>
                  </a:lnTo>
                  <a:close/>
                  <a:moveTo>
                    <a:pt x="592460" y="1558926"/>
                  </a:moveTo>
                  <a:lnTo>
                    <a:pt x="466811" y="1508704"/>
                  </a:lnTo>
                  <a:lnTo>
                    <a:pt x="506794" y="1515148"/>
                  </a:lnTo>
                  <a:close/>
                  <a:moveTo>
                    <a:pt x="592460" y="1558926"/>
                  </a:moveTo>
                  <a:lnTo>
                    <a:pt x="506794" y="1515148"/>
                  </a:lnTo>
                  <a:lnTo>
                    <a:pt x="501160" y="1597363"/>
                  </a:lnTo>
                  <a:close/>
                  <a:moveTo>
                    <a:pt x="466811" y="1508704"/>
                  </a:moveTo>
                  <a:lnTo>
                    <a:pt x="466385" y="1476711"/>
                  </a:lnTo>
                  <a:lnTo>
                    <a:pt x="454970" y="1500508"/>
                  </a:lnTo>
                  <a:close/>
                  <a:moveTo>
                    <a:pt x="227456" y="991985"/>
                  </a:moveTo>
                  <a:lnTo>
                    <a:pt x="117755" y="1075692"/>
                  </a:lnTo>
                  <a:lnTo>
                    <a:pt x="161409" y="1021857"/>
                  </a:lnTo>
                  <a:close/>
                  <a:moveTo>
                    <a:pt x="312407" y="1027199"/>
                  </a:moveTo>
                  <a:lnTo>
                    <a:pt x="334222" y="1112508"/>
                  </a:lnTo>
                  <a:lnTo>
                    <a:pt x="379353" y="1066042"/>
                  </a:lnTo>
                  <a:close/>
                  <a:moveTo>
                    <a:pt x="273187" y="1065635"/>
                  </a:moveTo>
                  <a:lnTo>
                    <a:pt x="312407" y="1027199"/>
                  </a:lnTo>
                  <a:lnTo>
                    <a:pt x="227456" y="991985"/>
                  </a:lnTo>
                  <a:close/>
                  <a:moveTo>
                    <a:pt x="312407" y="1027199"/>
                  </a:moveTo>
                  <a:lnTo>
                    <a:pt x="290168" y="1011251"/>
                  </a:lnTo>
                  <a:lnTo>
                    <a:pt x="227456" y="991985"/>
                  </a:lnTo>
                  <a:close/>
                  <a:moveTo>
                    <a:pt x="968044" y="1684920"/>
                  </a:moveTo>
                  <a:lnTo>
                    <a:pt x="1025551" y="1657696"/>
                  </a:lnTo>
                  <a:lnTo>
                    <a:pt x="903584" y="1632764"/>
                  </a:lnTo>
                  <a:close/>
                  <a:moveTo>
                    <a:pt x="903584" y="1632764"/>
                  </a:moveTo>
                  <a:lnTo>
                    <a:pt x="1025551" y="1657696"/>
                  </a:lnTo>
                  <a:lnTo>
                    <a:pt x="1037530" y="1639710"/>
                  </a:lnTo>
                  <a:close/>
                  <a:moveTo>
                    <a:pt x="903584" y="1632764"/>
                  </a:moveTo>
                  <a:lnTo>
                    <a:pt x="1037530" y="1639710"/>
                  </a:lnTo>
                  <a:lnTo>
                    <a:pt x="961787" y="1635173"/>
                  </a:lnTo>
                  <a:close/>
                  <a:moveTo>
                    <a:pt x="961787" y="1635173"/>
                  </a:moveTo>
                  <a:lnTo>
                    <a:pt x="833329" y="1602705"/>
                  </a:lnTo>
                  <a:lnTo>
                    <a:pt x="903584" y="1632764"/>
                  </a:lnTo>
                  <a:close/>
                  <a:moveTo>
                    <a:pt x="451929" y="920250"/>
                  </a:moveTo>
                  <a:lnTo>
                    <a:pt x="438406" y="831152"/>
                  </a:lnTo>
                  <a:lnTo>
                    <a:pt x="418383" y="906548"/>
                  </a:lnTo>
                  <a:close/>
                  <a:moveTo>
                    <a:pt x="1079779" y="1564268"/>
                  </a:moveTo>
                  <a:lnTo>
                    <a:pt x="1066846" y="1534112"/>
                  </a:lnTo>
                  <a:lnTo>
                    <a:pt x="1037530" y="1639710"/>
                  </a:lnTo>
                  <a:close/>
                  <a:moveTo>
                    <a:pt x="1079779" y="1564268"/>
                  </a:moveTo>
                  <a:lnTo>
                    <a:pt x="1074170" y="1525832"/>
                  </a:lnTo>
                  <a:lnTo>
                    <a:pt x="1066846" y="1534112"/>
                  </a:lnTo>
                  <a:close/>
                  <a:moveTo>
                    <a:pt x="1079779" y="1564268"/>
                  </a:moveTo>
                  <a:lnTo>
                    <a:pt x="1085439" y="1469416"/>
                  </a:lnTo>
                  <a:lnTo>
                    <a:pt x="1072673" y="1443617"/>
                  </a:lnTo>
                  <a:close/>
                  <a:moveTo>
                    <a:pt x="1079779" y="1564268"/>
                  </a:moveTo>
                  <a:lnTo>
                    <a:pt x="1072673" y="1443617"/>
                  </a:lnTo>
                  <a:lnTo>
                    <a:pt x="1074170" y="1525832"/>
                  </a:lnTo>
                  <a:close/>
                  <a:moveTo>
                    <a:pt x="747870" y="1201208"/>
                  </a:moveTo>
                  <a:lnTo>
                    <a:pt x="714033" y="1266178"/>
                  </a:lnTo>
                  <a:lnTo>
                    <a:pt x="738058" y="1235408"/>
                  </a:lnTo>
                  <a:close/>
                  <a:moveTo>
                    <a:pt x="713949" y="1128693"/>
                  </a:moveTo>
                  <a:lnTo>
                    <a:pt x="738058" y="1235408"/>
                  </a:lnTo>
                  <a:lnTo>
                    <a:pt x="735268" y="1153192"/>
                  </a:lnTo>
                  <a:close/>
                  <a:moveTo>
                    <a:pt x="713949" y="1128693"/>
                  </a:moveTo>
                  <a:lnTo>
                    <a:pt x="747870" y="1201208"/>
                  </a:lnTo>
                  <a:lnTo>
                    <a:pt x="738058" y="1235408"/>
                  </a:lnTo>
                  <a:close/>
                  <a:moveTo>
                    <a:pt x="634465" y="868111"/>
                  </a:moveTo>
                  <a:lnTo>
                    <a:pt x="626431" y="938651"/>
                  </a:lnTo>
                  <a:lnTo>
                    <a:pt x="670390" y="887802"/>
                  </a:lnTo>
                  <a:close/>
                  <a:moveTo>
                    <a:pt x="581442" y="833899"/>
                  </a:moveTo>
                  <a:lnTo>
                    <a:pt x="538230" y="810589"/>
                  </a:lnTo>
                  <a:lnTo>
                    <a:pt x="634465" y="868111"/>
                  </a:lnTo>
                  <a:close/>
                  <a:moveTo>
                    <a:pt x="501805" y="785896"/>
                  </a:moveTo>
                  <a:lnTo>
                    <a:pt x="538230" y="810589"/>
                  </a:lnTo>
                  <a:lnTo>
                    <a:pt x="581442" y="833899"/>
                  </a:lnTo>
                  <a:close/>
                  <a:moveTo>
                    <a:pt x="501805" y="785896"/>
                  </a:moveTo>
                  <a:lnTo>
                    <a:pt x="502242" y="739754"/>
                  </a:lnTo>
                  <a:lnTo>
                    <a:pt x="538230" y="810589"/>
                  </a:lnTo>
                  <a:close/>
                  <a:moveTo>
                    <a:pt x="1032942" y="1351410"/>
                  </a:moveTo>
                  <a:lnTo>
                    <a:pt x="1003303" y="1296536"/>
                  </a:lnTo>
                  <a:lnTo>
                    <a:pt x="956002" y="1253277"/>
                  </a:lnTo>
                  <a:close/>
                  <a:moveTo>
                    <a:pt x="916238" y="1034473"/>
                  </a:moveTo>
                  <a:lnTo>
                    <a:pt x="871402" y="1082037"/>
                  </a:lnTo>
                  <a:lnTo>
                    <a:pt x="981529" y="999926"/>
                  </a:lnTo>
                  <a:close/>
                  <a:moveTo>
                    <a:pt x="634465" y="868111"/>
                  </a:moveTo>
                  <a:lnTo>
                    <a:pt x="708422" y="933002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08422" y="933002"/>
                  </a:lnTo>
                  <a:lnTo>
                    <a:pt x="634465" y="868111"/>
                  </a:lnTo>
                  <a:close/>
                  <a:moveTo>
                    <a:pt x="581442" y="833899"/>
                  </a:moveTo>
                  <a:lnTo>
                    <a:pt x="634465" y="868111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52775" y="917166"/>
                  </a:lnTo>
                  <a:lnTo>
                    <a:pt x="708422" y="933002"/>
                  </a:lnTo>
                  <a:close/>
                  <a:moveTo>
                    <a:pt x="752775" y="917166"/>
                  </a:moveTo>
                  <a:lnTo>
                    <a:pt x="765146" y="947479"/>
                  </a:lnTo>
                  <a:lnTo>
                    <a:pt x="708422" y="933002"/>
                  </a:lnTo>
                  <a:close/>
                  <a:moveTo>
                    <a:pt x="827675" y="982004"/>
                  </a:moveTo>
                  <a:lnTo>
                    <a:pt x="708422" y="933002"/>
                  </a:lnTo>
                  <a:lnTo>
                    <a:pt x="765146" y="947479"/>
                  </a:lnTo>
                  <a:close/>
                  <a:moveTo>
                    <a:pt x="997600" y="979774"/>
                  </a:moveTo>
                  <a:lnTo>
                    <a:pt x="941597" y="964711"/>
                  </a:lnTo>
                  <a:lnTo>
                    <a:pt x="916238" y="1034473"/>
                  </a:lnTo>
                  <a:close/>
                  <a:moveTo>
                    <a:pt x="941597" y="964711"/>
                  </a:moveTo>
                  <a:lnTo>
                    <a:pt x="997600" y="979774"/>
                  </a:lnTo>
                  <a:lnTo>
                    <a:pt x="919239" y="882795"/>
                  </a:lnTo>
                  <a:close/>
                  <a:moveTo>
                    <a:pt x="919239" y="882795"/>
                  </a:moveTo>
                  <a:lnTo>
                    <a:pt x="880424" y="814259"/>
                  </a:lnTo>
                  <a:lnTo>
                    <a:pt x="893612" y="873453"/>
                  </a:lnTo>
                  <a:close/>
                  <a:moveTo>
                    <a:pt x="1509060" y="1427240"/>
                  </a:moveTo>
                  <a:lnTo>
                    <a:pt x="1544498" y="1438669"/>
                  </a:lnTo>
                  <a:lnTo>
                    <a:pt x="1514415" y="1410523"/>
                  </a:lnTo>
                  <a:close/>
                  <a:moveTo>
                    <a:pt x="1536937" y="1344724"/>
                  </a:moveTo>
                  <a:lnTo>
                    <a:pt x="1505358" y="1328307"/>
                  </a:lnTo>
                  <a:lnTo>
                    <a:pt x="1514415" y="1410523"/>
                  </a:lnTo>
                  <a:close/>
                  <a:moveTo>
                    <a:pt x="1361220" y="1166210"/>
                  </a:moveTo>
                  <a:lnTo>
                    <a:pt x="1355923" y="1163877"/>
                  </a:lnTo>
                  <a:lnTo>
                    <a:pt x="1300791" y="1205876"/>
                  </a:lnTo>
                  <a:close/>
                  <a:moveTo>
                    <a:pt x="1359218" y="1145665"/>
                  </a:moveTo>
                  <a:lnTo>
                    <a:pt x="1361220" y="1166210"/>
                  </a:lnTo>
                  <a:lnTo>
                    <a:pt x="1366820" y="1081662"/>
                  </a:lnTo>
                  <a:close/>
                  <a:moveTo>
                    <a:pt x="1355923" y="1163877"/>
                  </a:moveTo>
                  <a:lnTo>
                    <a:pt x="1361220" y="1166210"/>
                  </a:lnTo>
                  <a:lnTo>
                    <a:pt x="1359218" y="1145665"/>
                  </a:lnTo>
                  <a:close/>
                  <a:moveTo>
                    <a:pt x="1505358" y="1328307"/>
                  </a:moveTo>
                  <a:lnTo>
                    <a:pt x="1478225" y="1311952"/>
                  </a:lnTo>
                  <a:lnTo>
                    <a:pt x="1573147" y="1315286"/>
                  </a:lnTo>
                  <a:close/>
                  <a:moveTo>
                    <a:pt x="1355569" y="1070711"/>
                  </a:moveTo>
                  <a:lnTo>
                    <a:pt x="1355923" y="1163877"/>
                  </a:lnTo>
                  <a:lnTo>
                    <a:pt x="1359218" y="1145665"/>
                  </a:lnTo>
                  <a:close/>
                  <a:moveTo>
                    <a:pt x="1310038" y="1147228"/>
                  </a:moveTo>
                  <a:lnTo>
                    <a:pt x="1355923" y="1163877"/>
                  </a:lnTo>
                  <a:lnTo>
                    <a:pt x="1355569" y="1070711"/>
                  </a:lnTo>
                  <a:close/>
                  <a:moveTo>
                    <a:pt x="1716758" y="1159032"/>
                  </a:moveTo>
                  <a:lnTo>
                    <a:pt x="1759218" y="1251434"/>
                  </a:lnTo>
                  <a:lnTo>
                    <a:pt x="1732790" y="1169219"/>
                  </a:lnTo>
                  <a:close/>
                  <a:moveTo>
                    <a:pt x="1727391" y="1050295"/>
                  </a:moveTo>
                  <a:lnTo>
                    <a:pt x="1732790" y="1169219"/>
                  </a:lnTo>
                  <a:lnTo>
                    <a:pt x="1725319" y="1087004"/>
                  </a:lnTo>
                  <a:close/>
                  <a:moveTo>
                    <a:pt x="1855401" y="763486"/>
                  </a:moveTo>
                  <a:lnTo>
                    <a:pt x="1847791" y="781713"/>
                  </a:lnTo>
                  <a:lnTo>
                    <a:pt x="1798564" y="812866"/>
                  </a:lnTo>
                  <a:close/>
                  <a:moveTo>
                    <a:pt x="1651565" y="326717"/>
                  </a:moveTo>
                  <a:lnTo>
                    <a:pt x="1599857" y="313974"/>
                  </a:lnTo>
                  <a:lnTo>
                    <a:pt x="1535058" y="384975"/>
                  </a:lnTo>
                  <a:close/>
                  <a:moveTo>
                    <a:pt x="1894174" y="642834"/>
                  </a:moveTo>
                  <a:lnTo>
                    <a:pt x="2000766" y="609454"/>
                  </a:lnTo>
                  <a:lnTo>
                    <a:pt x="1927042" y="522183"/>
                  </a:lnTo>
                  <a:close/>
                  <a:moveTo>
                    <a:pt x="1704320" y="308757"/>
                  </a:moveTo>
                  <a:lnTo>
                    <a:pt x="1694966" y="313974"/>
                  </a:lnTo>
                  <a:lnTo>
                    <a:pt x="1751486" y="390654"/>
                  </a:lnTo>
                  <a:close/>
                  <a:moveTo>
                    <a:pt x="1920356" y="213865"/>
                  </a:moveTo>
                  <a:lnTo>
                    <a:pt x="1939084" y="298731"/>
                  </a:lnTo>
                  <a:lnTo>
                    <a:pt x="1934414" y="319316"/>
                  </a:lnTo>
                  <a:close/>
                  <a:moveTo>
                    <a:pt x="1898692" y="31294"/>
                  </a:moveTo>
                  <a:lnTo>
                    <a:pt x="1949580" y="116449"/>
                  </a:lnTo>
                  <a:lnTo>
                    <a:pt x="1908180" y="34235"/>
                  </a:lnTo>
                  <a:close/>
                  <a:moveTo>
                    <a:pt x="1898692" y="31294"/>
                  </a:moveTo>
                  <a:lnTo>
                    <a:pt x="1935903" y="101134"/>
                  </a:lnTo>
                  <a:lnTo>
                    <a:pt x="1949580" y="116449"/>
                  </a:lnTo>
                  <a:close/>
                  <a:moveTo>
                    <a:pt x="1862654" y="0"/>
                  </a:moveTo>
                  <a:lnTo>
                    <a:pt x="1935903" y="101134"/>
                  </a:lnTo>
                  <a:lnTo>
                    <a:pt x="1898692" y="3129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02" name="Candidate_density__2021">
              <a:extLst>
                <a:ext uri="{FF2B5EF4-FFF2-40B4-BE49-F238E27FC236}">
                  <a16:creationId xmlns:a16="http://schemas.microsoft.com/office/drawing/2014/main" id="{69BEFF8D-62BE-F1FA-6E17-47411C165455}"/>
                </a:ext>
              </a:extLst>
            </p:cNvPr>
            <p:cNvSpPr>
              <a:spLocks noGrp="1"/>
            </p:cNvSpPr>
            <p:nvPr/>
          </p:nvSpPr>
          <p:spPr>
            <a:xfrm>
              <a:off x="4485346" y="3433909"/>
              <a:ext cx="2106526" cy="1839703"/>
            </a:xfrm>
            <a:custGeom>
              <a:avLst/>
              <a:gdLst/>
              <a:ahLst/>
              <a:cxnLst/>
              <a:rect l="0" t="0" r="0" b="0"/>
              <a:pathLst>
                <a:path w="2106526" h="1839703">
                  <a:moveTo>
                    <a:pt x="24737" y="989899"/>
                  </a:moveTo>
                  <a:lnTo>
                    <a:pt x="0" y="1028336"/>
                  </a:lnTo>
                  <a:lnTo>
                    <a:pt x="36794" y="1060191"/>
                  </a:lnTo>
                  <a:close/>
                  <a:moveTo>
                    <a:pt x="597620" y="1565405"/>
                  </a:moveTo>
                  <a:lnTo>
                    <a:pt x="553915" y="1504512"/>
                  </a:lnTo>
                  <a:lnTo>
                    <a:pt x="598694" y="1568200"/>
                  </a:lnTo>
                  <a:close/>
                  <a:moveTo>
                    <a:pt x="597620" y="1565405"/>
                  </a:moveTo>
                  <a:lnTo>
                    <a:pt x="525897" y="1483190"/>
                  </a:lnTo>
                  <a:lnTo>
                    <a:pt x="553915" y="1504512"/>
                  </a:lnTo>
                  <a:close/>
                  <a:moveTo>
                    <a:pt x="728204" y="1526969"/>
                  </a:moveTo>
                  <a:lnTo>
                    <a:pt x="724879" y="1530479"/>
                  </a:lnTo>
                  <a:lnTo>
                    <a:pt x="782690" y="1539799"/>
                  </a:lnTo>
                  <a:close/>
                  <a:moveTo>
                    <a:pt x="782690" y="1539799"/>
                  </a:moveTo>
                  <a:lnTo>
                    <a:pt x="724879" y="1530479"/>
                  </a:lnTo>
                  <a:lnTo>
                    <a:pt x="711523" y="1637156"/>
                  </a:lnTo>
                  <a:close/>
                  <a:moveTo>
                    <a:pt x="782690" y="1539799"/>
                  </a:moveTo>
                  <a:lnTo>
                    <a:pt x="711523" y="1637156"/>
                  </a:lnTo>
                  <a:lnTo>
                    <a:pt x="817960" y="1611217"/>
                  </a:lnTo>
                  <a:close/>
                  <a:moveTo>
                    <a:pt x="525897" y="1483190"/>
                  </a:moveTo>
                  <a:lnTo>
                    <a:pt x="597620" y="1565405"/>
                  </a:lnTo>
                  <a:lnTo>
                    <a:pt x="617197" y="1444753"/>
                  </a:lnTo>
                  <a:close/>
                  <a:moveTo>
                    <a:pt x="668955" y="1444753"/>
                  </a:moveTo>
                  <a:lnTo>
                    <a:pt x="628466" y="1448661"/>
                  </a:lnTo>
                  <a:lnTo>
                    <a:pt x="699493" y="1446752"/>
                  </a:lnTo>
                  <a:close/>
                  <a:moveTo>
                    <a:pt x="699493" y="1446752"/>
                  </a:moveTo>
                  <a:lnTo>
                    <a:pt x="628466" y="1448661"/>
                  </a:lnTo>
                  <a:lnTo>
                    <a:pt x="607534" y="1561013"/>
                  </a:lnTo>
                  <a:close/>
                  <a:moveTo>
                    <a:pt x="720241" y="1526969"/>
                  </a:moveTo>
                  <a:lnTo>
                    <a:pt x="711439" y="1480224"/>
                  </a:lnTo>
                  <a:lnTo>
                    <a:pt x="699493" y="1446752"/>
                  </a:lnTo>
                  <a:close/>
                  <a:moveTo>
                    <a:pt x="607534" y="1561013"/>
                  </a:moveTo>
                  <a:lnTo>
                    <a:pt x="720241" y="1526969"/>
                  </a:lnTo>
                  <a:lnTo>
                    <a:pt x="699493" y="1446752"/>
                  </a:lnTo>
                  <a:close/>
                  <a:moveTo>
                    <a:pt x="711439" y="1480224"/>
                  </a:moveTo>
                  <a:lnTo>
                    <a:pt x="728204" y="1526969"/>
                  </a:lnTo>
                  <a:lnTo>
                    <a:pt x="699493" y="1446752"/>
                  </a:lnTo>
                  <a:close/>
                  <a:moveTo>
                    <a:pt x="728204" y="1526969"/>
                  </a:moveTo>
                  <a:lnTo>
                    <a:pt x="782690" y="1539799"/>
                  </a:lnTo>
                  <a:lnTo>
                    <a:pt x="699493" y="1446752"/>
                  </a:lnTo>
                  <a:close/>
                  <a:moveTo>
                    <a:pt x="545983" y="1418926"/>
                  </a:moveTo>
                  <a:lnTo>
                    <a:pt x="491548" y="1394532"/>
                  </a:lnTo>
                  <a:lnTo>
                    <a:pt x="617197" y="1444753"/>
                  </a:lnTo>
                  <a:close/>
                  <a:moveTo>
                    <a:pt x="252193" y="877812"/>
                  </a:moveTo>
                  <a:lnTo>
                    <a:pt x="229705" y="885668"/>
                  </a:lnTo>
                  <a:lnTo>
                    <a:pt x="297924" y="951463"/>
                  </a:lnTo>
                  <a:close/>
                  <a:moveTo>
                    <a:pt x="952773" y="1762392"/>
                  </a:moveTo>
                  <a:lnTo>
                    <a:pt x="1055326" y="1839703"/>
                  </a:lnTo>
                  <a:lnTo>
                    <a:pt x="1032771" y="1817393"/>
                  </a:lnTo>
                  <a:close/>
                  <a:moveTo>
                    <a:pt x="1030363" y="1836656"/>
                  </a:moveTo>
                  <a:lnTo>
                    <a:pt x="1055326" y="1839703"/>
                  </a:lnTo>
                  <a:lnTo>
                    <a:pt x="961976" y="1773614"/>
                  </a:lnTo>
                  <a:close/>
                  <a:moveTo>
                    <a:pt x="618459" y="1351947"/>
                  </a:moveTo>
                  <a:lnTo>
                    <a:pt x="628322" y="1444020"/>
                  </a:lnTo>
                  <a:lnTo>
                    <a:pt x="668955" y="1444753"/>
                  </a:lnTo>
                  <a:close/>
                  <a:moveTo>
                    <a:pt x="358959" y="998335"/>
                  </a:moveTo>
                  <a:lnTo>
                    <a:pt x="488083" y="987246"/>
                  </a:lnTo>
                  <a:lnTo>
                    <a:pt x="404090" y="951869"/>
                  </a:lnTo>
                  <a:close/>
                  <a:moveTo>
                    <a:pt x="524582" y="927807"/>
                  </a:moveTo>
                  <a:lnTo>
                    <a:pt x="488083" y="987246"/>
                  </a:lnTo>
                  <a:lnTo>
                    <a:pt x="482767" y="1001302"/>
                  </a:lnTo>
                  <a:close/>
                  <a:moveTo>
                    <a:pt x="337144" y="913026"/>
                  </a:moveTo>
                  <a:lnTo>
                    <a:pt x="297924" y="951463"/>
                  </a:lnTo>
                  <a:lnTo>
                    <a:pt x="358959" y="998335"/>
                  </a:lnTo>
                  <a:close/>
                  <a:moveTo>
                    <a:pt x="488083" y="987246"/>
                  </a:moveTo>
                  <a:lnTo>
                    <a:pt x="513604" y="913026"/>
                  </a:lnTo>
                  <a:lnTo>
                    <a:pt x="510005" y="879065"/>
                  </a:lnTo>
                  <a:close/>
                  <a:moveTo>
                    <a:pt x="517424" y="881746"/>
                  </a:moveTo>
                  <a:lnTo>
                    <a:pt x="551375" y="945227"/>
                  </a:lnTo>
                  <a:lnTo>
                    <a:pt x="493639" y="992462"/>
                  </a:lnTo>
                  <a:close/>
                  <a:moveTo>
                    <a:pt x="404090" y="951869"/>
                  </a:moveTo>
                  <a:lnTo>
                    <a:pt x="488083" y="987246"/>
                  </a:lnTo>
                  <a:lnTo>
                    <a:pt x="480973" y="874590"/>
                  </a:lnTo>
                  <a:close/>
                  <a:moveTo>
                    <a:pt x="480973" y="874590"/>
                  </a:moveTo>
                  <a:lnTo>
                    <a:pt x="488083" y="987246"/>
                  </a:lnTo>
                  <a:lnTo>
                    <a:pt x="510005" y="879065"/>
                  </a:lnTo>
                  <a:close/>
                  <a:moveTo>
                    <a:pt x="476666" y="806078"/>
                  </a:moveTo>
                  <a:lnTo>
                    <a:pt x="510005" y="879065"/>
                  </a:lnTo>
                  <a:lnTo>
                    <a:pt x="513604" y="913026"/>
                  </a:lnTo>
                  <a:close/>
                  <a:moveTo>
                    <a:pt x="510005" y="879065"/>
                  </a:moveTo>
                  <a:lnTo>
                    <a:pt x="476666" y="806078"/>
                  </a:lnTo>
                  <a:lnTo>
                    <a:pt x="480973" y="874590"/>
                  </a:lnTo>
                  <a:close/>
                  <a:moveTo>
                    <a:pt x="476666" y="806078"/>
                  </a:moveTo>
                  <a:lnTo>
                    <a:pt x="443120" y="792375"/>
                  </a:lnTo>
                  <a:lnTo>
                    <a:pt x="480973" y="874590"/>
                  </a:lnTo>
                  <a:close/>
                  <a:moveTo>
                    <a:pt x="1195396" y="1411659"/>
                  </a:moveTo>
                  <a:lnTo>
                    <a:pt x="1176277" y="1450096"/>
                  </a:lnTo>
                  <a:lnTo>
                    <a:pt x="1234344" y="1493874"/>
                  </a:lnTo>
                  <a:close/>
                  <a:moveTo>
                    <a:pt x="1100512" y="1263007"/>
                  </a:moveTo>
                  <a:lnTo>
                    <a:pt x="1063215" y="1247229"/>
                  </a:lnTo>
                  <a:lnTo>
                    <a:pt x="1097410" y="1329444"/>
                  </a:lnTo>
                  <a:close/>
                  <a:moveTo>
                    <a:pt x="1028040" y="1182363"/>
                  </a:moveTo>
                  <a:lnTo>
                    <a:pt x="1063215" y="1247229"/>
                  </a:lnTo>
                  <a:lnTo>
                    <a:pt x="1020848" y="1167088"/>
                  </a:lnTo>
                  <a:close/>
                  <a:moveTo>
                    <a:pt x="1020848" y="1167088"/>
                  </a:moveTo>
                  <a:lnTo>
                    <a:pt x="1063215" y="1247229"/>
                  </a:lnTo>
                  <a:lnTo>
                    <a:pt x="1100512" y="1263007"/>
                  </a:lnTo>
                  <a:close/>
                  <a:moveTo>
                    <a:pt x="1028040" y="1182363"/>
                  </a:moveTo>
                  <a:lnTo>
                    <a:pt x="1020848" y="1167088"/>
                  </a:lnTo>
                  <a:lnTo>
                    <a:pt x="1019315" y="1165014"/>
                  </a:lnTo>
                  <a:close/>
                  <a:moveTo>
                    <a:pt x="486400" y="589508"/>
                  </a:moveTo>
                  <a:lnTo>
                    <a:pt x="487286" y="671723"/>
                  </a:lnTo>
                  <a:lnTo>
                    <a:pt x="438351" y="627945"/>
                  </a:lnTo>
                  <a:close/>
                  <a:moveTo>
                    <a:pt x="526542" y="671723"/>
                  </a:moveTo>
                  <a:lnTo>
                    <a:pt x="500687" y="589508"/>
                  </a:lnTo>
                  <a:lnTo>
                    <a:pt x="526979" y="625582"/>
                  </a:lnTo>
                  <a:close/>
                  <a:moveTo>
                    <a:pt x="1095348" y="1306705"/>
                  </a:moveTo>
                  <a:lnTo>
                    <a:pt x="1098907" y="1411659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97410" y="1329444"/>
                  </a:lnTo>
                  <a:lnTo>
                    <a:pt x="1063215" y="1247229"/>
                  </a:lnTo>
                  <a:close/>
                  <a:moveTo>
                    <a:pt x="1057679" y="1237237"/>
                  </a:moveTo>
                  <a:lnTo>
                    <a:pt x="1095348" y="1306705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63215" y="1247229"/>
                  </a:lnTo>
                  <a:lnTo>
                    <a:pt x="1028040" y="1182363"/>
                  </a:lnTo>
                  <a:close/>
                  <a:moveTo>
                    <a:pt x="869628" y="879932"/>
                  </a:moveTo>
                  <a:lnTo>
                    <a:pt x="896138" y="967864"/>
                  </a:lnTo>
                  <a:lnTo>
                    <a:pt x="940975" y="920300"/>
                  </a:lnTo>
                  <a:close/>
                  <a:moveTo>
                    <a:pt x="869628" y="879932"/>
                  </a:moveTo>
                  <a:lnTo>
                    <a:pt x="830529" y="918369"/>
                  </a:lnTo>
                  <a:lnTo>
                    <a:pt x="896138" y="967864"/>
                  </a:lnTo>
                  <a:close/>
                  <a:moveTo>
                    <a:pt x="852412" y="867831"/>
                  </a:moveTo>
                  <a:lnTo>
                    <a:pt x="789883" y="833306"/>
                  </a:lnTo>
                  <a:lnTo>
                    <a:pt x="869628" y="879932"/>
                  </a:lnTo>
                  <a:close/>
                  <a:moveTo>
                    <a:pt x="869628" y="879932"/>
                  </a:moveTo>
                  <a:lnTo>
                    <a:pt x="789883" y="833306"/>
                  </a:lnTo>
                  <a:lnTo>
                    <a:pt x="794237" y="836154"/>
                  </a:lnTo>
                  <a:close/>
                  <a:moveTo>
                    <a:pt x="869628" y="879932"/>
                  </a:moveTo>
                  <a:lnTo>
                    <a:pt x="794237" y="836154"/>
                  </a:lnTo>
                  <a:lnTo>
                    <a:pt x="830529" y="918369"/>
                  </a:lnTo>
                  <a:close/>
                  <a:moveTo>
                    <a:pt x="869628" y="879932"/>
                  </a:moveTo>
                  <a:lnTo>
                    <a:pt x="940975" y="920300"/>
                  </a:lnTo>
                  <a:lnTo>
                    <a:pt x="966334" y="850538"/>
                  </a:lnTo>
                  <a:close/>
                  <a:moveTo>
                    <a:pt x="943976" y="768623"/>
                  </a:moveTo>
                  <a:lnTo>
                    <a:pt x="869628" y="879932"/>
                  </a:lnTo>
                  <a:lnTo>
                    <a:pt x="966334" y="850538"/>
                  </a:lnTo>
                  <a:close/>
                  <a:moveTo>
                    <a:pt x="1453022" y="1158199"/>
                  </a:moveTo>
                  <a:lnTo>
                    <a:pt x="1530095" y="1214135"/>
                  </a:lnTo>
                  <a:lnTo>
                    <a:pt x="1561674" y="1230551"/>
                  </a:lnTo>
                  <a:close/>
                  <a:moveTo>
                    <a:pt x="1276035" y="1121858"/>
                  </a:moveTo>
                  <a:lnTo>
                    <a:pt x="1353204" y="1170356"/>
                  </a:lnTo>
                  <a:lnTo>
                    <a:pt x="1325528" y="1091703"/>
                  </a:lnTo>
                  <a:close/>
                  <a:moveTo>
                    <a:pt x="1325528" y="1091703"/>
                  </a:moveTo>
                  <a:lnTo>
                    <a:pt x="1353204" y="1170356"/>
                  </a:lnTo>
                  <a:lnTo>
                    <a:pt x="1385957" y="1052038"/>
                  </a:lnTo>
                  <a:close/>
                  <a:moveTo>
                    <a:pt x="1372481" y="1163086"/>
                  </a:moveTo>
                  <a:lnTo>
                    <a:pt x="1435961" y="1071977"/>
                  </a:lnTo>
                  <a:lnTo>
                    <a:pt x="1385957" y="1052038"/>
                  </a:lnTo>
                  <a:close/>
                  <a:moveTo>
                    <a:pt x="1285622" y="1049705"/>
                  </a:moveTo>
                  <a:lnTo>
                    <a:pt x="1175321" y="1002004"/>
                  </a:lnTo>
                  <a:lnTo>
                    <a:pt x="1175313" y="1005926"/>
                  </a:lnTo>
                  <a:close/>
                  <a:moveTo>
                    <a:pt x="1149293" y="926648"/>
                  </a:moveTo>
                  <a:lnTo>
                    <a:pt x="1175313" y="1005926"/>
                  </a:lnTo>
                  <a:lnTo>
                    <a:pt x="1175321" y="1002004"/>
                  </a:lnTo>
                  <a:close/>
                  <a:moveTo>
                    <a:pt x="1179771" y="967489"/>
                  </a:moveTo>
                  <a:lnTo>
                    <a:pt x="1149293" y="926648"/>
                  </a:lnTo>
                  <a:lnTo>
                    <a:pt x="1175321" y="1002004"/>
                  </a:lnTo>
                  <a:close/>
                  <a:moveTo>
                    <a:pt x="1530095" y="1214135"/>
                  </a:moveTo>
                  <a:lnTo>
                    <a:pt x="1534268" y="1292331"/>
                  </a:lnTo>
                  <a:lnTo>
                    <a:pt x="1539152" y="1296350"/>
                  </a:lnTo>
                  <a:close/>
                  <a:moveTo>
                    <a:pt x="1644978" y="1234897"/>
                  </a:moveTo>
                  <a:lnTo>
                    <a:pt x="1534268" y="1292331"/>
                  </a:lnTo>
                  <a:lnTo>
                    <a:pt x="1530095" y="1214135"/>
                  </a:lnTo>
                  <a:close/>
                  <a:moveTo>
                    <a:pt x="2056204" y="1181040"/>
                  </a:moveTo>
                  <a:lnTo>
                    <a:pt x="2041550" y="1172575"/>
                  </a:lnTo>
                  <a:lnTo>
                    <a:pt x="1991827" y="1201872"/>
                  </a:lnTo>
                  <a:close/>
                  <a:moveTo>
                    <a:pt x="1752128" y="936123"/>
                  </a:moveTo>
                  <a:lnTo>
                    <a:pt x="1741495" y="1044860"/>
                  </a:lnTo>
                  <a:lnTo>
                    <a:pt x="1757527" y="1055047"/>
                  </a:lnTo>
                  <a:close/>
                  <a:moveTo>
                    <a:pt x="1718400" y="852180"/>
                  </a:moveTo>
                  <a:lnTo>
                    <a:pt x="1661198" y="808401"/>
                  </a:lnTo>
                  <a:lnTo>
                    <a:pt x="1690863" y="769964"/>
                  </a:lnTo>
                  <a:close/>
                  <a:moveTo>
                    <a:pt x="1902185" y="1016610"/>
                  </a:moveTo>
                  <a:lnTo>
                    <a:pt x="1886450" y="987606"/>
                  </a:lnTo>
                  <a:lnTo>
                    <a:pt x="1843022" y="922820"/>
                  </a:lnTo>
                  <a:close/>
                  <a:moveTo>
                    <a:pt x="1755218" y="769964"/>
                  </a:moveTo>
                  <a:lnTo>
                    <a:pt x="1791626" y="795467"/>
                  </a:lnTo>
                  <a:lnTo>
                    <a:pt x="1800310" y="757360"/>
                  </a:lnTo>
                  <a:close/>
                  <a:moveTo>
                    <a:pt x="1698936" y="687749"/>
                  </a:moveTo>
                  <a:lnTo>
                    <a:pt x="1755218" y="769964"/>
                  </a:lnTo>
                  <a:lnTo>
                    <a:pt x="1761189" y="649313"/>
                  </a:lnTo>
                  <a:close/>
                  <a:moveTo>
                    <a:pt x="1880049" y="653033"/>
                  </a:moveTo>
                  <a:lnTo>
                    <a:pt x="1823301" y="698693"/>
                  </a:lnTo>
                  <a:lnTo>
                    <a:pt x="1800310" y="757360"/>
                  </a:lnTo>
                  <a:close/>
                  <a:moveTo>
                    <a:pt x="1792264" y="582647"/>
                  </a:moveTo>
                  <a:lnTo>
                    <a:pt x="1698936" y="687749"/>
                  </a:lnTo>
                  <a:lnTo>
                    <a:pt x="1761189" y="649313"/>
                  </a:lnTo>
                  <a:close/>
                  <a:moveTo>
                    <a:pt x="2106526" y="1029964"/>
                  </a:moveTo>
                  <a:lnTo>
                    <a:pt x="2103922" y="978173"/>
                  </a:lnTo>
                  <a:lnTo>
                    <a:pt x="2079618" y="951747"/>
                  </a:lnTo>
                  <a:close/>
                  <a:moveTo>
                    <a:pt x="1766800" y="528662"/>
                  </a:moveTo>
                  <a:lnTo>
                    <a:pt x="1798351" y="558768"/>
                  </a:lnTo>
                  <a:lnTo>
                    <a:pt x="1761189" y="649313"/>
                  </a:lnTo>
                  <a:close/>
                  <a:moveTo>
                    <a:pt x="1490111" y="238238"/>
                  </a:moveTo>
                  <a:lnTo>
                    <a:pt x="1559795" y="270802"/>
                  </a:lnTo>
                  <a:lnTo>
                    <a:pt x="1592990" y="204169"/>
                  </a:lnTo>
                  <a:close/>
                  <a:moveTo>
                    <a:pt x="1559795" y="270802"/>
                  </a:moveTo>
                  <a:lnTo>
                    <a:pt x="1624594" y="199801"/>
                  </a:lnTo>
                  <a:lnTo>
                    <a:pt x="1592990" y="204169"/>
                  </a:lnTo>
                  <a:close/>
                  <a:moveTo>
                    <a:pt x="1592990" y="204169"/>
                  </a:moveTo>
                  <a:lnTo>
                    <a:pt x="1624594" y="199801"/>
                  </a:lnTo>
                  <a:lnTo>
                    <a:pt x="1597071" y="194972"/>
                  </a:lnTo>
                  <a:close/>
                  <a:moveTo>
                    <a:pt x="1351674" y="156022"/>
                  </a:moveTo>
                  <a:lnTo>
                    <a:pt x="1384093" y="152723"/>
                  </a:lnTo>
                  <a:lnTo>
                    <a:pt x="1418124" y="83230"/>
                  </a:lnTo>
                  <a:close/>
                  <a:moveTo>
                    <a:pt x="1384093" y="152723"/>
                  </a:moveTo>
                  <a:lnTo>
                    <a:pt x="1484135" y="117586"/>
                  </a:lnTo>
                  <a:lnTo>
                    <a:pt x="1418124" y="83230"/>
                  </a:lnTo>
                  <a:close/>
                  <a:moveTo>
                    <a:pt x="1890277" y="446447"/>
                  </a:moveTo>
                  <a:lnTo>
                    <a:pt x="1918911" y="528662"/>
                  </a:lnTo>
                  <a:lnTo>
                    <a:pt x="1951779" y="408010"/>
                  </a:lnTo>
                  <a:close/>
                  <a:moveTo>
                    <a:pt x="1683728" y="161364"/>
                  </a:moveTo>
                  <a:lnTo>
                    <a:pt x="1676302" y="212544"/>
                  </a:lnTo>
                  <a:lnTo>
                    <a:pt x="1729057" y="194584"/>
                  </a:lnTo>
                  <a:close/>
                  <a:moveTo>
                    <a:pt x="1683728" y="161364"/>
                  </a:moveTo>
                  <a:lnTo>
                    <a:pt x="1624594" y="199801"/>
                  </a:lnTo>
                  <a:lnTo>
                    <a:pt x="1676302" y="212544"/>
                  </a:lnTo>
                  <a:close/>
                  <a:moveTo>
                    <a:pt x="1791085" y="243580"/>
                  </a:moveTo>
                  <a:lnTo>
                    <a:pt x="1729057" y="194584"/>
                  </a:lnTo>
                  <a:lnTo>
                    <a:pt x="1776223" y="276481"/>
                  </a:lnTo>
                  <a:close/>
                  <a:moveTo>
                    <a:pt x="1448831" y="0"/>
                  </a:moveTo>
                  <a:lnTo>
                    <a:pt x="1510668" y="10320"/>
                  </a:lnTo>
                  <a:lnTo>
                    <a:pt x="1473427" y="11343"/>
                  </a:lnTo>
                  <a:close/>
                  <a:moveTo>
                    <a:pt x="1791085" y="243580"/>
                  </a:moveTo>
                  <a:lnTo>
                    <a:pt x="1776223" y="276481"/>
                  </a:lnTo>
                  <a:lnTo>
                    <a:pt x="1824461" y="272622"/>
                  </a:lnTo>
                  <a:close/>
                  <a:moveTo>
                    <a:pt x="2050203" y="344120"/>
                  </a:moveTo>
                  <a:lnTo>
                    <a:pt x="1951779" y="408010"/>
                  </a:lnTo>
                  <a:lnTo>
                    <a:pt x="2055592" y="370727"/>
                  </a:lnTo>
                  <a:close/>
                  <a:moveTo>
                    <a:pt x="2055592" y="370727"/>
                  </a:moveTo>
                  <a:lnTo>
                    <a:pt x="2028618" y="478618"/>
                  </a:lnTo>
                  <a:lnTo>
                    <a:pt x="2069522" y="408010"/>
                  </a:lnTo>
                  <a:close/>
                  <a:moveTo>
                    <a:pt x="2069522" y="408010"/>
                  </a:moveTo>
                  <a:lnTo>
                    <a:pt x="2050203" y="344120"/>
                  </a:lnTo>
                  <a:lnTo>
                    <a:pt x="2055592" y="370727"/>
                  </a:lnTo>
                  <a:close/>
                  <a:moveTo>
                    <a:pt x="2039248" y="287358"/>
                  </a:moveTo>
                  <a:lnTo>
                    <a:pt x="2050203" y="344120"/>
                  </a:lnTo>
                  <a:lnTo>
                    <a:pt x="2069522" y="408010"/>
                  </a:lnTo>
                  <a:close/>
                  <a:moveTo>
                    <a:pt x="1959150" y="205144"/>
                  </a:moveTo>
                  <a:lnTo>
                    <a:pt x="1953469" y="261104"/>
                  </a:lnTo>
                  <a:lnTo>
                    <a:pt x="1977882" y="233720"/>
                  </a:lnTo>
                  <a:close/>
                  <a:moveTo>
                    <a:pt x="1977882" y="233720"/>
                  </a:moveTo>
                  <a:lnTo>
                    <a:pt x="1953469" y="261104"/>
                  </a:lnTo>
                  <a:lnTo>
                    <a:pt x="1956345" y="290729"/>
                  </a:lnTo>
                  <a:close/>
                  <a:moveTo>
                    <a:pt x="2008745" y="287358"/>
                  </a:moveTo>
                  <a:lnTo>
                    <a:pt x="2033060" y="280027"/>
                  </a:lnTo>
                  <a:lnTo>
                    <a:pt x="1977882" y="233720"/>
                  </a:lnTo>
                  <a:close/>
                  <a:moveTo>
                    <a:pt x="1956345" y="290729"/>
                  </a:moveTo>
                  <a:lnTo>
                    <a:pt x="2008745" y="287358"/>
                  </a:lnTo>
                  <a:lnTo>
                    <a:pt x="1977882" y="233720"/>
                  </a:lnTo>
                  <a:close/>
                  <a:moveTo>
                    <a:pt x="2008745" y="287358"/>
                  </a:moveTo>
                  <a:lnTo>
                    <a:pt x="2050203" y="344120"/>
                  </a:lnTo>
                  <a:lnTo>
                    <a:pt x="2038624" y="284429"/>
                  </a:lnTo>
                  <a:close/>
                  <a:moveTo>
                    <a:pt x="2038624" y="284429"/>
                  </a:moveTo>
                  <a:lnTo>
                    <a:pt x="2033060" y="280027"/>
                  </a:lnTo>
                  <a:lnTo>
                    <a:pt x="2008745" y="287358"/>
                  </a:lnTo>
                  <a:close/>
                  <a:moveTo>
                    <a:pt x="1953469" y="261104"/>
                  </a:moveTo>
                  <a:lnTo>
                    <a:pt x="1959150" y="205144"/>
                  </a:lnTo>
                  <a:lnTo>
                    <a:pt x="1963821" y="184559"/>
                  </a:lnTo>
                  <a:close/>
                  <a:moveTo>
                    <a:pt x="2038624" y="284429"/>
                  </a:moveTo>
                  <a:lnTo>
                    <a:pt x="2050203" y="344120"/>
                  </a:lnTo>
                  <a:lnTo>
                    <a:pt x="2039248" y="287358"/>
                  </a:lnTo>
                  <a:close/>
                  <a:moveTo>
                    <a:pt x="2038624" y="284429"/>
                  </a:moveTo>
                  <a:lnTo>
                    <a:pt x="2039248" y="287358"/>
                  </a:lnTo>
                  <a:lnTo>
                    <a:pt x="2033060" y="280027"/>
                  </a:lnTo>
                  <a:close/>
                  <a:moveTo>
                    <a:pt x="1879337" y="205144"/>
                  </a:moveTo>
                  <a:lnTo>
                    <a:pt x="1953469" y="261104"/>
                  </a:lnTo>
                  <a:lnTo>
                    <a:pt x="1963821" y="184559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03" name="Candidate_density__2022">
              <a:extLst>
                <a:ext uri="{FF2B5EF4-FFF2-40B4-BE49-F238E27FC236}">
                  <a16:creationId xmlns:a16="http://schemas.microsoft.com/office/drawing/2014/main" id="{7ABC6421-3BD6-CF7E-D1E8-65284C79C69C}"/>
                </a:ext>
              </a:extLst>
            </p:cNvPr>
            <p:cNvSpPr>
              <a:spLocks noGrp="1"/>
            </p:cNvSpPr>
            <p:nvPr/>
          </p:nvSpPr>
          <p:spPr>
            <a:xfrm>
              <a:off x="4601852" y="3436186"/>
              <a:ext cx="1857811" cy="1268087"/>
            </a:xfrm>
            <a:custGeom>
              <a:avLst/>
              <a:gdLst/>
              <a:ahLst/>
              <a:cxnLst/>
              <a:rect l="0" t="0" r="0" b="0"/>
              <a:pathLst>
                <a:path w="1857811" h="1268087">
                  <a:moveTo>
                    <a:pt x="0" y="1077288"/>
                  </a:moveTo>
                  <a:lnTo>
                    <a:pt x="19868" y="998768"/>
                  </a:lnTo>
                  <a:lnTo>
                    <a:pt x="4873" y="987623"/>
                  </a:lnTo>
                  <a:close/>
                  <a:moveTo>
                    <a:pt x="521831" y="1268087"/>
                  </a:moveTo>
                  <a:lnTo>
                    <a:pt x="494047" y="1256005"/>
                  </a:lnTo>
                  <a:lnTo>
                    <a:pt x="545728" y="1239610"/>
                  </a:lnTo>
                  <a:close/>
                  <a:moveTo>
                    <a:pt x="545728" y="1239610"/>
                  </a:moveTo>
                  <a:lnTo>
                    <a:pt x="494047" y="1256005"/>
                  </a:lnTo>
                  <a:lnTo>
                    <a:pt x="583813" y="1221171"/>
                  </a:lnTo>
                  <a:close/>
                  <a:moveTo>
                    <a:pt x="346637" y="714702"/>
                  </a:moveTo>
                  <a:lnTo>
                    <a:pt x="350825" y="707883"/>
                  </a:lnTo>
                  <a:lnTo>
                    <a:pt x="326614" y="790098"/>
                  </a:lnTo>
                  <a:close/>
                  <a:moveTo>
                    <a:pt x="1626283" y="1173422"/>
                  </a:moveTo>
                  <a:lnTo>
                    <a:pt x="1667449" y="1134985"/>
                  </a:lnTo>
                  <a:lnTo>
                    <a:pt x="1645132" y="1174930"/>
                  </a:lnTo>
                  <a:close/>
                  <a:moveTo>
                    <a:pt x="1835375" y="120652"/>
                  </a:moveTo>
                  <a:lnTo>
                    <a:pt x="1832654" y="27514"/>
                  </a:lnTo>
                  <a:lnTo>
                    <a:pt x="1828587" y="97416"/>
                  </a:lnTo>
                  <a:close/>
                  <a:moveTo>
                    <a:pt x="1857811" y="0"/>
                  </a:moveTo>
                  <a:lnTo>
                    <a:pt x="1832654" y="27514"/>
                  </a:lnTo>
                  <a:lnTo>
                    <a:pt x="1835375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04" name="Candidate_density__2023">
              <a:extLst>
                <a:ext uri="{FF2B5EF4-FFF2-40B4-BE49-F238E27FC236}">
                  <a16:creationId xmlns:a16="http://schemas.microsoft.com/office/drawing/2014/main" id="{7A5814BF-EB1B-43D3-C4CA-C05F7B0AA8FF}"/>
                </a:ext>
              </a:extLst>
            </p:cNvPr>
            <p:cNvSpPr>
              <a:spLocks noGrp="1"/>
            </p:cNvSpPr>
            <p:nvPr/>
          </p:nvSpPr>
          <p:spPr>
            <a:xfrm>
              <a:off x="4522140" y="3420870"/>
              <a:ext cx="1937522" cy="1868868"/>
            </a:xfrm>
            <a:custGeom>
              <a:avLst/>
              <a:gdLst/>
              <a:ahLst/>
              <a:cxnLst/>
              <a:rect l="0" t="0" r="0" b="0"/>
              <a:pathLst>
                <a:path w="1937522" h="1868868">
                  <a:moveTo>
                    <a:pt x="0" y="1073230"/>
                  </a:moveTo>
                  <a:lnTo>
                    <a:pt x="79712" y="1092604"/>
                  </a:lnTo>
                  <a:lnTo>
                    <a:pt x="51955" y="1052278"/>
                  </a:lnTo>
                  <a:close/>
                  <a:moveTo>
                    <a:pt x="442912" y="1399374"/>
                  </a:moveTo>
                  <a:lnTo>
                    <a:pt x="414505" y="1356619"/>
                  </a:lnTo>
                  <a:lnTo>
                    <a:pt x="354061" y="1345829"/>
                  </a:lnTo>
                  <a:close/>
                  <a:moveTo>
                    <a:pt x="993569" y="1849696"/>
                  </a:moveTo>
                  <a:lnTo>
                    <a:pt x="1058545" y="1868868"/>
                  </a:lnTo>
                  <a:lnTo>
                    <a:pt x="1018532" y="1852742"/>
                  </a:lnTo>
                  <a:close/>
                  <a:moveTo>
                    <a:pt x="581665" y="1364987"/>
                  </a:moveTo>
                  <a:lnTo>
                    <a:pt x="632161" y="1457792"/>
                  </a:lnTo>
                  <a:lnTo>
                    <a:pt x="586541" y="1375577"/>
                  </a:lnTo>
                  <a:close/>
                  <a:moveTo>
                    <a:pt x="1025473" y="1538576"/>
                  </a:moveTo>
                  <a:lnTo>
                    <a:pt x="1067258" y="1473353"/>
                  </a:lnTo>
                  <a:lnTo>
                    <a:pt x="1067722" y="1463135"/>
                  </a:lnTo>
                  <a:close/>
                  <a:moveTo>
                    <a:pt x="1013493" y="1556562"/>
                  </a:moveTo>
                  <a:lnTo>
                    <a:pt x="1044869" y="1547639"/>
                  </a:lnTo>
                  <a:lnTo>
                    <a:pt x="1025473" y="1538576"/>
                  </a:lnTo>
                  <a:close/>
                  <a:moveTo>
                    <a:pt x="630043" y="1174758"/>
                  </a:moveTo>
                  <a:lnTo>
                    <a:pt x="625440" y="1254926"/>
                  </a:lnTo>
                  <a:lnTo>
                    <a:pt x="663525" y="1236487"/>
                  </a:lnTo>
                  <a:close/>
                  <a:moveTo>
                    <a:pt x="630043" y="1174758"/>
                  </a:moveTo>
                  <a:lnTo>
                    <a:pt x="663525" y="1236487"/>
                  </a:lnTo>
                  <a:lnTo>
                    <a:pt x="701975" y="1165045"/>
                  </a:lnTo>
                  <a:close/>
                  <a:moveTo>
                    <a:pt x="701975" y="1165045"/>
                  </a:moveTo>
                  <a:lnTo>
                    <a:pt x="730539" y="1164954"/>
                  </a:lnTo>
                  <a:lnTo>
                    <a:pt x="726001" y="1134274"/>
                  </a:lnTo>
                  <a:close/>
                  <a:moveTo>
                    <a:pt x="724652" y="1186373"/>
                  </a:moveTo>
                  <a:lnTo>
                    <a:pt x="730539" y="1164954"/>
                  </a:lnTo>
                  <a:lnTo>
                    <a:pt x="701975" y="1165045"/>
                  </a:lnTo>
                  <a:close/>
                  <a:moveTo>
                    <a:pt x="663525" y="1236487"/>
                  </a:moveTo>
                  <a:lnTo>
                    <a:pt x="724652" y="1186373"/>
                  </a:lnTo>
                  <a:lnTo>
                    <a:pt x="701975" y="1165045"/>
                  </a:lnTo>
                  <a:close/>
                  <a:moveTo>
                    <a:pt x="450492" y="684762"/>
                  </a:moveTo>
                  <a:lnTo>
                    <a:pt x="430537" y="723199"/>
                  </a:lnTo>
                  <a:lnTo>
                    <a:pt x="401557" y="640984"/>
                  </a:lnTo>
                  <a:close/>
                  <a:moveTo>
                    <a:pt x="985543" y="878640"/>
                  </a:moveTo>
                  <a:lnTo>
                    <a:pt x="904181" y="933340"/>
                  </a:lnTo>
                  <a:lnTo>
                    <a:pt x="969472" y="898792"/>
                  </a:lnTo>
                  <a:close/>
                  <a:moveTo>
                    <a:pt x="985543" y="878640"/>
                  </a:moveTo>
                  <a:lnTo>
                    <a:pt x="960318" y="864567"/>
                  </a:lnTo>
                  <a:lnTo>
                    <a:pt x="907182" y="781662"/>
                  </a:lnTo>
                  <a:close/>
                  <a:moveTo>
                    <a:pt x="1497003" y="1326107"/>
                  </a:moveTo>
                  <a:lnTo>
                    <a:pt x="1523509" y="1361753"/>
                  </a:lnTo>
                  <a:lnTo>
                    <a:pt x="1532440" y="1337536"/>
                  </a:lnTo>
                  <a:close/>
                  <a:moveTo>
                    <a:pt x="1493791" y="1408457"/>
                  </a:moveTo>
                  <a:lnTo>
                    <a:pt x="1523509" y="1361753"/>
                  </a:lnTo>
                  <a:lnTo>
                    <a:pt x="1497003" y="1326107"/>
                  </a:lnTo>
                  <a:close/>
                  <a:moveTo>
                    <a:pt x="1532440" y="1337536"/>
                  </a:moveTo>
                  <a:lnTo>
                    <a:pt x="1524879" y="1243590"/>
                  </a:lnTo>
                  <a:lnTo>
                    <a:pt x="1502358" y="1309389"/>
                  </a:lnTo>
                  <a:close/>
                  <a:moveTo>
                    <a:pt x="1292427" y="950517"/>
                  </a:moveTo>
                  <a:lnTo>
                    <a:pt x="1343512" y="969578"/>
                  </a:lnTo>
                  <a:lnTo>
                    <a:pt x="1316979" y="891057"/>
                  </a:lnTo>
                  <a:close/>
                  <a:moveTo>
                    <a:pt x="1347161" y="1044532"/>
                  </a:moveTo>
                  <a:lnTo>
                    <a:pt x="1354762" y="980528"/>
                  </a:lnTo>
                  <a:lnTo>
                    <a:pt x="1343512" y="969578"/>
                  </a:lnTo>
                  <a:close/>
                  <a:moveTo>
                    <a:pt x="1720733" y="1068086"/>
                  </a:moveTo>
                  <a:lnTo>
                    <a:pt x="1747161" y="1150301"/>
                  </a:lnTo>
                  <a:lnTo>
                    <a:pt x="1705694" y="1106522"/>
                  </a:lnTo>
                  <a:close/>
                  <a:moveTo>
                    <a:pt x="1681201" y="876819"/>
                  </a:moveTo>
                  <a:lnTo>
                    <a:pt x="1715334" y="949162"/>
                  </a:lnTo>
                  <a:lnTo>
                    <a:pt x="1713261" y="985871"/>
                  </a:lnTo>
                  <a:close/>
                  <a:moveTo>
                    <a:pt x="1262516" y="145907"/>
                  </a:moveTo>
                  <a:lnTo>
                    <a:pt x="1314880" y="169061"/>
                  </a:lnTo>
                  <a:lnTo>
                    <a:pt x="1381330" y="96270"/>
                  </a:lnTo>
                  <a:close/>
                  <a:moveTo>
                    <a:pt x="1639508" y="225583"/>
                  </a:moveTo>
                  <a:lnTo>
                    <a:pt x="1682909" y="212840"/>
                  </a:lnTo>
                  <a:lnTo>
                    <a:pt x="1692263" y="207623"/>
                  </a:lnTo>
                  <a:close/>
                  <a:moveTo>
                    <a:pt x="1908298" y="112732"/>
                  </a:moveTo>
                  <a:lnTo>
                    <a:pt x="1922356" y="218183"/>
                  </a:lnTo>
                  <a:lnTo>
                    <a:pt x="1915087" y="135967"/>
                  </a:lnTo>
                  <a:close/>
                  <a:moveTo>
                    <a:pt x="1908298" y="112732"/>
                  </a:moveTo>
                  <a:lnTo>
                    <a:pt x="1912366" y="42830"/>
                  </a:lnTo>
                  <a:lnTo>
                    <a:pt x="1849397" y="86055"/>
                  </a:lnTo>
                  <a:close/>
                  <a:moveTo>
                    <a:pt x="1923846" y="0"/>
                  </a:moveTo>
                  <a:lnTo>
                    <a:pt x="1912366" y="42830"/>
                  </a:lnTo>
                  <a:lnTo>
                    <a:pt x="1937522" y="1531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05" name="Candidate_density__2024">
              <a:extLst>
                <a:ext uri="{FF2B5EF4-FFF2-40B4-BE49-F238E27FC236}">
                  <a16:creationId xmlns:a16="http://schemas.microsoft.com/office/drawing/2014/main" id="{0F597962-4067-C233-C23C-832C655D0A0D}"/>
                </a:ext>
              </a:extLst>
            </p:cNvPr>
            <p:cNvSpPr>
              <a:spLocks noGrp="1"/>
            </p:cNvSpPr>
            <p:nvPr/>
          </p:nvSpPr>
          <p:spPr>
            <a:xfrm>
              <a:off x="6100292" y="3477253"/>
              <a:ext cx="73660" cy="42885"/>
            </a:xfrm>
            <a:custGeom>
              <a:avLst/>
              <a:gdLst/>
              <a:ahLst/>
              <a:cxnLst/>
              <a:rect l="0" t="0" r="0" b="0"/>
              <a:pathLst>
                <a:path w="73660" h="42885">
                  <a:moveTo>
                    <a:pt x="62076" y="35806"/>
                  </a:moveTo>
                  <a:lnTo>
                    <a:pt x="73660" y="0"/>
                  </a:lnTo>
                  <a:lnTo>
                    <a:pt x="0" y="4288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06" name="Candidate_density__2025">
              <a:extLst>
                <a:ext uri="{FF2B5EF4-FFF2-40B4-BE49-F238E27FC236}">
                  <a16:creationId xmlns:a16="http://schemas.microsoft.com/office/drawing/2014/main" id="{4170F990-16F0-85F0-4EA9-0023F567EDD3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011379"/>
              <a:ext cx="2088274" cy="2508355"/>
            </a:xfrm>
            <a:custGeom>
              <a:avLst/>
              <a:gdLst/>
              <a:ahLst/>
              <a:cxnLst/>
              <a:rect l="0" t="0" r="0" b="0"/>
              <a:pathLst>
                <a:path w="2088274" h="2508355">
                  <a:moveTo>
                    <a:pt x="607956" y="2508355"/>
                  </a:moveTo>
                  <a:lnTo>
                    <a:pt x="559483" y="2447639"/>
                  </a:lnTo>
                  <a:lnTo>
                    <a:pt x="569630" y="2475884"/>
                  </a:lnTo>
                  <a:close/>
                  <a:moveTo>
                    <a:pt x="577852" y="2459254"/>
                  </a:moveTo>
                  <a:lnTo>
                    <a:pt x="559483" y="2447639"/>
                  </a:lnTo>
                  <a:lnTo>
                    <a:pt x="607956" y="2508355"/>
                  </a:lnTo>
                  <a:close/>
                  <a:moveTo>
                    <a:pt x="569630" y="2475884"/>
                  </a:moveTo>
                  <a:lnTo>
                    <a:pt x="559483" y="2447639"/>
                  </a:lnTo>
                  <a:lnTo>
                    <a:pt x="513765" y="2384716"/>
                  </a:lnTo>
                  <a:close/>
                  <a:moveTo>
                    <a:pt x="556749" y="2437448"/>
                  </a:moveTo>
                  <a:lnTo>
                    <a:pt x="513765" y="2384716"/>
                  </a:lnTo>
                  <a:lnTo>
                    <a:pt x="559483" y="2447639"/>
                  </a:lnTo>
                  <a:close/>
                  <a:moveTo>
                    <a:pt x="556749" y="2437448"/>
                  </a:moveTo>
                  <a:lnTo>
                    <a:pt x="488053" y="2355233"/>
                  </a:lnTo>
                  <a:lnTo>
                    <a:pt x="513765" y="2384716"/>
                  </a:lnTo>
                  <a:close/>
                  <a:moveTo>
                    <a:pt x="527731" y="1841457"/>
                  </a:moveTo>
                  <a:lnTo>
                    <a:pt x="472870" y="1785069"/>
                  </a:lnTo>
                  <a:lnTo>
                    <a:pt x="473297" y="1817062"/>
                  </a:lnTo>
                  <a:close/>
                  <a:moveTo>
                    <a:pt x="348959" y="1702854"/>
                  </a:moveTo>
                  <a:lnTo>
                    <a:pt x="339991" y="1696846"/>
                  </a:lnTo>
                  <a:lnTo>
                    <a:pt x="285139" y="1706962"/>
                  </a:lnTo>
                  <a:close/>
                  <a:moveTo>
                    <a:pt x="6485" y="1412430"/>
                  </a:moveTo>
                  <a:lnTo>
                    <a:pt x="86509" y="1488777"/>
                  </a:lnTo>
                  <a:lnTo>
                    <a:pt x="0" y="1398422"/>
                  </a:lnTo>
                  <a:close/>
                  <a:moveTo>
                    <a:pt x="934522" y="2184923"/>
                  </a:moveTo>
                  <a:lnTo>
                    <a:pt x="1014519" y="2239923"/>
                  </a:lnTo>
                  <a:lnTo>
                    <a:pt x="986466" y="2226758"/>
                  </a:lnTo>
                  <a:close/>
                  <a:moveTo>
                    <a:pt x="472870" y="1785069"/>
                  </a:moveTo>
                  <a:lnTo>
                    <a:pt x="527731" y="1841457"/>
                  </a:lnTo>
                  <a:lnTo>
                    <a:pt x="531323" y="1769888"/>
                  </a:lnTo>
                  <a:close/>
                  <a:moveTo>
                    <a:pt x="531323" y="1769888"/>
                  </a:moveTo>
                  <a:lnTo>
                    <a:pt x="527731" y="1841457"/>
                  </a:lnTo>
                  <a:lnTo>
                    <a:pt x="610071" y="1866551"/>
                  </a:lnTo>
                  <a:close/>
                  <a:moveTo>
                    <a:pt x="348959" y="1702854"/>
                  </a:moveTo>
                  <a:lnTo>
                    <a:pt x="433048" y="1766110"/>
                  </a:lnTo>
                  <a:lnTo>
                    <a:pt x="415483" y="1664417"/>
                  </a:lnTo>
                  <a:close/>
                  <a:moveTo>
                    <a:pt x="472870" y="1785069"/>
                  </a:moveTo>
                  <a:lnTo>
                    <a:pt x="531323" y="1769888"/>
                  </a:lnTo>
                  <a:lnTo>
                    <a:pt x="433048" y="1766110"/>
                  </a:lnTo>
                  <a:close/>
                  <a:moveTo>
                    <a:pt x="915999" y="2157708"/>
                  </a:moveTo>
                  <a:lnTo>
                    <a:pt x="934522" y="2184923"/>
                  </a:lnTo>
                  <a:lnTo>
                    <a:pt x="986466" y="2226758"/>
                  </a:lnTo>
                  <a:close/>
                  <a:moveTo>
                    <a:pt x="986466" y="2226758"/>
                  </a:moveTo>
                  <a:lnTo>
                    <a:pt x="1014519" y="2239923"/>
                  </a:lnTo>
                  <a:lnTo>
                    <a:pt x="1011341" y="2222563"/>
                  </a:lnTo>
                  <a:close/>
                  <a:moveTo>
                    <a:pt x="986466" y="2226758"/>
                  </a:moveTo>
                  <a:lnTo>
                    <a:pt x="1011341" y="2222563"/>
                  </a:lnTo>
                  <a:lnTo>
                    <a:pt x="915999" y="2157708"/>
                  </a:lnTo>
                  <a:close/>
                  <a:moveTo>
                    <a:pt x="373206" y="1476974"/>
                  </a:moveTo>
                  <a:lnTo>
                    <a:pt x="378915" y="1499987"/>
                  </a:lnTo>
                  <a:lnTo>
                    <a:pt x="335566" y="1465098"/>
                  </a:lnTo>
                  <a:close/>
                  <a:moveTo>
                    <a:pt x="475388" y="1414993"/>
                  </a:moveTo>
                  <a:lnTo>
                    <a:pt x="460406" y="1499987"/>
                  </a:lnTo>
                  <a:lnTo>
                    <a:pt x="461093" y="1466115"/>
                  </a:lnTo>
                  <a:close/>
                  <a:moveTo>
                    <a:pt x="475388" y="1414993"/>
                  </a:moveTo>
                  <a:lnTo>
                    <a:pt x="461093" y="1466115"/>
                  </a:lnTo>
                  <a:lnTo>
                    <a:pt x="414677" y="1403758"/>
                  </a:lnTo>
                  <a:close/>
                  <a:moveTo>
                    <a:pt x="296653" y="1319609"/>
                  </a:moveTo>
                  <a:lnTo>
                    <a:pt x="314291" y="1297121"/>
                  </a:lnTo>
                  <a:lnTo>
                    <a:pt x="259279" y="1243329"/>
                  </a:lnTo>
                  <a:close/>
                  <a:moveTo>
                    <a:pt x="830298" y="1908788"/>
                  </a:moveTo>
                  <a:lnTo>
                    <a:pt x="803296" y="1884029"/>
                  </a:lnTo>
                  <a:lnTo>
                    <a:pt x="805109" y="1872626"/>
                  </a:lnTo>
                  <a:close/>
                  <a:moveTo>
                    <a:pt x="744718" y="1817678"/>
                  </a:moveTo>
                  <a:lnTo>
                    <a:pt x="805109" y="1872626"/>
                  </a:lnTo>
                  <a:lnTo>
                    <a:pt x="798901" y="1867598"/>
                  </a:lnTo>
                  <a:close/>
                  <a:moveTo>
                    <a:pt x="1030198" y="2007048"/>
                  </a:moveTo>
                  <a:lnTo>
                    <a:pt x="1079599" y="2027478"/>
                  </a:lnTo>
                  <a:lnTo>
                    <a:pt x="1055363" y="1990491"/>
                  </a:lnTo>
                  <a:close/>
                  <a:moveTo>
                    <a:pt x="926125" y="1849404"/>
                  </a:moveTo>
                  <a:lnTo>
                    <a:pt x="968272" y="1943531"/>
                  </a:lnTo>
                  <a:lnTo>
                    <a:pt x="991862" y="1838030"/>
                  </a:lnTo>
                  <a:close/>
                  <a:moveTo>
                    <a:pt x="968272" y="1943531"/>
                  </a:moveTo>
                  <a:lnTo>
                    <a:pt x="1039583" y="1834190"/>
                  </a:lnTo>
                  <a:lnTo>
                    <a:pt x="991862" y="1838030"/>
                  </a:lnTo>
                  <a:close/>
                  <a:moveTo>
                    <a:pt x="664936" y="1521670"/>
                  </a:moveTo>
                  <a:lnTo>
                    <a:pt x="582985" y="1617636"/>
                  </a:lnTo>
                  <a:lnTo>
                    <a:pt x="648586" y="1584250"/>
                  </a:lnTo>
                  <a:close/>
                  <a:moveTo>
                    <a:pt x="648586" y="1584250"/>
                  </a:moveTo>
                  <a:lnTo>
                    <a:pt x="754355" y="1509566"/>
                  </a:lnTo>
                  <a:lnTo>
                    <a:pt x="664936" y="1521670"/>
                  </a:lnTo>
                  <a:close/>
                  <a:moveTo>
                    <a:pt x="664936" y="1521670"/>
                  </a:moveTo>
                  <a:lnTo>
                    <a:pt x="754355" y="1509566"/>
                  </a:lnTo>
                  <a:lnTo>
                    <a:pt x="720434" y="1437051"/>
                  </a:lnTo>
                  <a:close/>
                  <a:moveTo>
                    <a:pt x="660611" y="1425095"/>
                  </a:moveTo>
                  <a:lnTo>
                    <a:pt x="720434" y="1437051"/>
                  </a:lnTo>
                  <a:lnTo>
                    <a:pt x="596278" y="1377304"/>
                  </a:lnTo>
                  <a:close/>
                  <a:moveTo>
                    <a:pt x="660611" y="1425095"/>
                  </a:moveTo>
                  <a:lnTo>
                    <a:pt x="596278" y="1377304"/>
                  </a:lnTo>
                  <a:lnTo>
                    <a:pt x="639264" y="1423114"/>
                  </a:lnTo>
                  <a:close/>
                  <a:moveTo>
                    <a:pt x="1039583" y="1834190"/>
                  </a:moveTo>
                  <a:lnTo>
                    <a:pt x="1073331" y="1842471"/>
                  </a:lnTo>
                  <a:lnTo>
                    <a:pt x="1076875" y="1829508"/>
                  </a:lnTo>
                  <a:close/>
                  <a:moveTo>
                    <a:pt x="1073331" y="1842471"/>
                  </a:moveTo>
                  <a:lnTo>
                    <a:pt x="1080655" y="1834190"/>
                  </a:lnTo>
                  <a:lnTo>
                    <a:pt x="1076875" y="1829508"/>
                  </a:lnTo>
                  <a:close/>
                  <a:moveTo>
                    <a:pt x="1077097" y="1729235"/>
                  </a:moveTo>
                  <a:lnTo>
                    <a:pt x="1076875" y="1829508"/>
                  </a:lnTo>
                  <a:lnTo>
                    <a:pt x="1080655" y="1834190"/>
                  </a:lnTo>
                  <a:close/>
                  <a:moveTo>
                    <a:pt x="928012" y="1641258"/>
                  </a:moveTo>
                  <a:lnTo>
                    <a:pt x="963883" y="1711921"/>
                  </a:lnTo>
                  <a:lnTo>
                    <a:pt x="964307" y="1660247"/>
                  </a:lnTo>
                  <a:close/>
                  <a:moveTo>
                    <a:pt x="900866" y="1751324"/>
                  </a:moveTo>
                  <a:lnTo>
                    <a:pt x="963883" y="1711921"/>
                  </a:lnTo>
                  <a:lnTo>
                    <a:pt x="928012" y="1641258"/>
                  </a:lnTo>
                  <a:close/>
                  <a:moveTo>
                    <a:pt x="964307" y="1660247"/>
                  </a:moveTo>
                  <a:lnTo>
                    <a:pt x="963883" y="1711921"/>
                  </a:lnTo>
                  <a:lnTo>
                    <a:pt x="1077097" y="1729235"/>
                  </a:lnTo>
                  <a:close/>
                  <a:moveTo>
                    <a:pt x="1039428" y="1659768"/>
                  </a:moveTo>
                  <a:lnTo>
                    <a:pt x="964307" y="1660247"/>
                  </a:lnTo>
                  <a:lnTo>
                    <a:pt x="1077097" y="1729235"/>
                  </a:lnTo>
                  <a:close/>
                  <a:moveTo>
                    <a:pt x="406483" y="1094254"/>
                  </a:moveTo>
                  <a:lnTo>
                    <a:pt x="494726" y="1138495"/>
                  </a:lnTo>
                  <a:lnTo>
                    <a:pt x="434583" y="1087298"/>
                  </a:lnTo>
                  <a:close/>
                  <a:moveTo>
                    <a:pt x="434583" y="1087298"/>
                  </a:moveTo>
                  <a:lnTo>
                    <a:pt x="452925" y="1176469"/>
                  </a:lnTo>
                  <a:lnTo>
                    <a:pt x="469035" y="1094254"/>
                  </a:lnTo>
                  <a:close/>
                  <a:moveTo>
                    <a:pt x="508291" y="1094254"/>
                  </a:moveTo>
                  <a:lnTo>
                    <a:pt x="587928" y="1142257"/>
                  </a:lnTo>
                  <a:lnTo>
                    <a:pt x="607938" y="1138033"/>
                  </a:lnTo>
                  <a:close/>
                  <a:moveTo>
                    <a:pt x="563593" y="1055817"/>
                  </a:moveTo>
                  <a:lnTo>
                    <a:pt x="508291" y="1094254"/>
                  </a:lnTo>
                  <a:lnTo>
                    <a:pt x="607938" y="1138033"/>
                  </a:lnTo>
                  <a:close/>
                  <a:moveTo>
                    <a:pt x="534844" y="1007241"/>
                  </a:moveTo>
                  <a:lnTo>
                    <a:pt x="490699" y="1002177"/>
                  </a:lnTo>
                  <a:lnTo>
                    <a:pt x="563593" y="1055817"/>
                  </a:lnTo>
                  <a:close/>
                  <a:moveTo>
                    <a:pt x="445159" y="978607"/>
                  </a:moveTo>
                  <a:lnTo>
                    <a:pt x="468149" y="1012039"/>
                  </a:lnTo>
                  <a:lnTo>
                    <a:pt x="404007" y="911971"/>
                  </a:lnTo>
                  <a:close/>
                  <a:moveTo>
                    <a:pt x="349289" y="895864"/>
                  </a:moveTo>
                  <a:lnTo>
                    <a:pt x="445159" y="978607"/>
                  </a:lnTo>
                  <a:lnTo>
                    <a:pt x="404007" y="911971"/>
                  </a:lnTo>
                  <a:close/>
                  <a:moveTo>
                    <a:pt x="607938" y="1138033"/>
                  </a:moveTo>
                  <a:lnTo>
                    <a:pt x="611167" y="1165015"/>
                  </a:lnTo>
                  <a:lnTo>
                    <a:pt x="658886" y="1192356"/>
                  </a:lnTo>
                  <a:close/>
                  <a:moveTo>
                    <a:pt x="1194638" y="1794361"/>
                  </a:moveTo>
                  <a:lnTo>
                    <a:pt x="1213916" y="1874232"/>
                  </a:lnTo>
                  <a:lnTo>
                    <a:pt x="1154168" y="1766670"/>
                  </a:lnTo>
                  <a:close/>
                  <a:moveTo>
                    <a:pt x="734168" y="1181811"/>
                  </a:moveTo>
                  <a:lnTo>
                    <a:pt x="689381" y="1220248"/>
                  </a:lnTo>
                  <a:lnTo>
                    <a:pt x="762611" y="1301510"/>
                  </a:lnTo>
                  <a:close/>
                  <a:moveTo>
                    <a:pt x="689381" y="1220248"/>
                  </a:moveTo>
                  <a:lnTo>
                    <a:pt x="734168" y="1181811"/>
                  </a:lnTo>
                  <a:lnTo>
                    <a:pt x="658886" y="1192356"/>
                  </a:lnTo>
                  <a:close/>
                  <a:moveTo>
                    <a:pt x="563593" y="1055817"/>
                  </a:moveTo>
                  <a:lnTo>
                    <a:pt x="607938" y="1138033"/>
                  </a:lnTo>
                  <a:lnTo>
                    <a:pt x="561614" y="1044616"/>
                  </a:lnTo>
                  <a:close/>
                  <a:moveTo>
                    <a:pt x="534844" y="1007241"/>
                  </a:moveTo>
                  <a:lnTo>
                    <a:pt x="563593" y="1055817"/>
                  </a:lnTo>
                  <a:lnTo>
                    <a:pt x="561614" y="1044616"/>
                  </a:lnTo>
                  <a:close/>
                  <a:moveTo>
                    <a:pt x="1267370" y="1472235"/>
                  </a:moveTo>
                  <a:lnTo>
                    <a:pt x="1257784" y="1544389"/>
                  </a:lnTo>
                  <a:lnTo>
                    <a:pt x="1307277" y="1514234"/>
                  </a:lnTo>
                  <a:close/>
                  <a:moveTo>
                    <a:pt x="1208363" y="1423064"/>
                  </a:moveTo>
                  <a:lnTo>
                    <a:pt x="1157070" y="1424534"/>
                  </a:lnTo>
                  <a:lnTo>
                    <a:pt x="1267370" y="1472235"/>
                  </a:lnTo>
                  <a:close/>
                  <a:moveTo>
                    <a:pt x="1111387" y="1307805"/>
                  </a:moveTo>
                  <a:lnTo>
                    <a:pt x="1130040" y="1346241"/>
                  </a:lnTo>
                  <a:lnTo>
                    <a:pt x="1161519" y="1390020"/>
                  </a:lnTo>
                  <a:close/>
                  <a:moveTo>
                    <a:pt x="908266" y="1061160"/>
                  </a:moveTo>
                  <a:lnTo>
                    <a:pt x="895332" y="1088671"/>
                  </a:lnTo>
                  <a:lnTo>
                    <a:pt x="900098" y="1181811"/>
                  </a:lnTo>
                  <a:close/>
                  <a:moveTo>
                    <a:pt x="908266" y="1061160"/>
                  </a:moveTo>
                  <a:lnTo>
                    <a:pt x="833104" y="1005676"/>
                  </a:lnTo>
                  <a:lnTo>
                    <a:pt x="881985" y="1038765"/>
                  </a:lnTo>
                  <a:close/>
                  <a:moveTo>
                    <a:pt x="787744" y="981960"/>
                  </a:moveTo>
                  <a:lnTo>
                    <a:pt x="807896" y="1040421"/>
                  </a:lnTo>
                  <a:lnTo>
                    <a:pt x="881985" y="1038765"/>
                  </a:lnTo>
                  <a:close/>
                  <a:moveTo>
                    <a:pt x="680519" y="842834"/>
                  </a:moveTo>
                  <a:lnTo>
                    <a:pt x="740817" y="896730"/>
                  </a:lnTo>
                  <a:lnTo>
                    <a:pt x="653747" y="830121"/>
                  </a:lnTo>
                  <a:close/>
                  <a:moveTo>
                    <a:pt x="1161519" y="1390020"/>
                  </a:moveTo>
                  <a:lnTo>
                    <a:pt x="1157070" y="1424534"/>
                  </a:lnTo>
                  <a:lnTo>
                    <a:pt x="1208363" y="1423064"/>
                  </a:lnTo>
                  <a:close/>
                  <a:moveTo>
                    <a:pt x="1208363" y="1423064"/>
                  </a:moveTo>
                  <a:lnTo>
                    <a:pt x="1267370" y="1472235"/>
                  </a:lnTo>
                  <a:lnTo>
                    <a:pt x="1251284" y="1368339"/>
                  </a:lnTo>
                  <a:close/>
                  <a:moveTo>
                    <a:pt x="1251284" y="1368339"/>
                  </a:moveTo>
                  <a:lnTo>
                    <a:pt x="1267370" y="1472235"/>
                  </a:lnTo>
                  <a:lnTo>
                    <a:pt x="1310969" y="1360009"/>
                  </a:lnTo>
                  <a:close/>
                  <a:moveTo>
                    <a:pt x="1310969" y="1360009"/>
                  </a:moveTo>
                  <a:lnTo>
                    <a:pt x="1267370" y="1472235"/>
                  </a:lnTo>
                  <a:lnTo>
                    <a:pt x="1316523" y="1455586"/>
                  </a:lnTo>
                  <a:close/>
                  <a:moveTo>
                    <a:pt x="1316523" y="1455586"/>
                  </a:moveTo>
                  <a:lnTo>
                    <a:pt x="1307277" y="1514234"/>
                  </a:lnTo>
                  <a:lnTo>
                    <a:pt x="1362408" y="1472235"/>
                  </a:lnTo>
                  <a:close/>
                  <a:moveTo>
                    <a:pt x="1227320" y="1351584"/>
                  </a:moveTo>
                  <a:lnTo>
                    <a:pt x="1161519" y="1390020"/>
                  </a:lnTo>
                  <a:lnTo>
                    <a:pt x="1208363" y="1423064"/>
                  </a:lnTo>
                  <a:close/>
                  <a:moveTo>
                    <a:pt x="1227320" y="1351584"/>
                  </a:moveTo>
                  <a:lnTo>
                    <a:pt x="1111387" y="1307805"/>
                  </a:lnTo>
                  <a:lnTo>
                    <a:pt x="1161519" y="1390020"/>
                  </a:lnTo>
                  <a:close/>
                  <a:moveTo>
                    <a:pt x="896345" y="1054355"/>
                  </a:moveTo>
                  <a:lnTo>
                    <a:pt x="895332" y="1088671"/>
                  </a:lnTo>
                  <a:lnTo>
                    <a:pt x="908266" y="1061160"/>
                  </a:lnTo>
                  <a:close/>
                  <a:moveTo>
                    <a:pt x="896345" y="1054355"/>
                  </a:moveTo>
                  <a:lnTo>
                    <a:pt x="908266" y="1061160"/>
                  </a:lnTo>
                  <a:lnTo>
                    <a:pt x="881985" y="1038765"/>
                  </a:lnTo>
                  <a:close/>
                  <a:moveTo>
                    <a:pt x="1651040" y="1465499"/>
                  </a:moveTo>
                  <a:lnTo>
                    <a:pt x="1723243" y="1467390"/>
                  </a:lnTo>
                  <a:lnTo>
                    <a:pt x="1733877" y="1358653"/>
                  </a:lnTo>
                  <a:close/>
                  <a:moveTo>
                    <a:pt x="1651040" y="1465499"/>
                  </a:moveTo>
                  <a:lnTo>
                    <a:pt x="1733877" y="1358653"/>
                  </a:lnTo>
                  <a:lnTo>
                    <a:pt x="1647137" y="1368579"/>
                  </a:lnTo>
                  <a:close/>
                  <a:moveTo>
                    <a:pt x="1570016" y="1370686"/>
                  </a:moveTo>
                  <a:lnTo>
                    <a:pt x="1651040" y="1465499"/>
                  </a:lnTo>
                  <a:lnTo>
                    <a:pt x="1647137" y="1368579"/>
                  </a:lnTo>
                  <a:close/>
                  <a:moveTo>
                    <a:pt x="1554506" y="1283202"/>
                  </a:moveTo>
                  <a:lnTo>
                    <a:pt x="1581560" y="1336808"/>
                  </a:lnTo>
                  <a:lnTo>
                    <a:pt x="1458020" y="1313147"/>
                  </a:lnTo>
                  <a:close/>
                  <a:moveTo>
                    <a:pt x="1654656" y="1331444"/>
                  </a:moveTo>
                  <a:lnTo>
                    <a:pt x="1581560" y="1336808"/>
                  </a:lnTo>
                  <a:lnTo>
                    <a:pt x="1537537" y="1313147"/>
                  </a:lnTo>
                  <a:close/>
                  <a:moveTo>
                    <a:pt x="1570016" y="1370686"/>
                  </a:moveTo>
                  <a:lnTo>
                    <a:pt x="1647137" y="1368579"/>
                  </a:lnTo>
                  <a:lnTo>
                    <a:pt x="1537537" y="1313147"/>
                  </a:lnTo>
                  <a:close/>
                  <a:moveTo>
                    <a:pt x="1699743" y="1286311"/>
                  </a:moveTo>
                  <a:lnTo>
                    <a:pt x="1647137" y="1368579"/>
                  </a:lnTo>
                  <a:lnTo>
                    <a:pt x="1733877" y="1358653"/>
                  </a:lnTo>
                  <a:close/>
                  <a:moveTo>
                    <a:pt x="1678131" y="1243289"/>
                  </a:moveTo>
                  <a:lnTo>
                    <a:pt x="1581560" y="1336808"/>
                  </a:lnTo>
                  <a:lnTo>
                    <a:pt x="1654656" y="1331444"/>
                  </a:lnTo>
                  <a:close/>
                  <a:moveTo>
                    <a:pt x="1678131" y="1243289"/>
                  </a:moveTo>
                  <a:lnTo>
                    <a:pt x="1654656" y="1331444"/>
                  </a:lnTo>
                  <a:lnTo>
                    <a:pt x="1700149" y="1274711"/>
                  </a:lnTo>
                  <a:close/>
                  <a:moveTo>
                    <a:pt x="1862847" y="1400704"/>
                  </a:moveTo>
                  <a:lnTo>
                    <a:pt x="1824770" y="1345351"/>
                  </a:lnTo>
                  <a:lnTo>
                    <a:pt x="1868199" y="1410137"/>
                  </a:lnTo>
                  <a:close/>
                  <a:moveTo>
                    <a:pt x="2061367" y="1374278"/>
                  </a:moveTo>
                  <a:lnTo>
                    <a:pt x="1996470" y="1366446"/>
                  </a:lnTo>
                  <a:lnTo>
                    <a:pt x="2088274" y="1452495"/>
                  </a:lnTo>
                  <a:close/>
                  <a:moveTo>
                    <a:pt x="1996470" y="1366446"/>
                  </a:moveTo>
                  <a:lnTo>
                    <a:pt x="1888470" y="1433117"/>
                  </a:lnTo>
                  <a:lnTo>
                    <a:pt x="1967124" y="1448536"/>
                  </a:lnTo>
                  <a:close/>
                  <a:moveTo>
                    <a:pt x="1996470" y="1366446"/>
                  </a:moveTo>
                  <a:lnTo>
                    <a:pt x="1897602" y="1386232"/>
                  </a:lnTo>
                  <a:lnTo>
                    <a:pt x="1888470" y="1433117"/>
                  </a:lnTo>
                  <a:close/>
                  <a:moveTo>
                    <a:pt x="1897602" y="1386232"/>
                  </a:moveTo>
                  <a:lnTo>
                    <a:pt x="1996470" y="1366446"/>
                  </a:lnTo>
                  <a:lnTo>
                    <a:pt x="1919410" y="1333596"/>
                  </a:lnTo>
                  <a:close/>
                  <a:moveTo>
                    <a:pt x="1996470" y="1366446"/>
                  </a:moveTo>
                  <a:lnTo>
                    <a:pt x="1997867" y="1348275"/>
                  </a:lnTo>
                  <a:lnTo>
                    <a:pt x="1919410" y="1333596"/>
                  </a:lnTo>
                  <a:close/>
                  <a:moveTo>
                    <a:pt x="1845411" y="1280053"/>
                  </a:moveTo>
                  <a:lnTo>
                    <a:pt x="1791185" y="1211970"/>
                  </a:lnTo>
                  <a:lnTo>
                    <a:pt x="1810369" y="1236274"/>
                  </a:lnTo>
                  <a:close/>
                  <a:moveTo>
                    <a:pt x="1845411" y="1280053"/>
                  </a:moveTo>
                  <a:lnTo>
                    <a:pt x="1810369" y="1236274"/>
                  </a:lnTo>
                  <a:lnTo>
                    <a:pt x="1821579" y="1318489"/>
                  </a:lnTo>
                  <a:close/>
                  <a:moveTo>
                    <a:pt x="1804479" y="1033407"/>
                  </a:moveTo>
                  <a:lnTo>
                    <a:pt x="1805050" y="1121224"/>
                  </a:lnTo>
                  <a:lnTo>
                    <a:pt x="1854276" y="1090071"/>
                  </a:lnTo>
                  <a:close/>
                  <a:moveTo>
                    <a:pt x="1087502" y="211257"/>
                  </a:moveTo>
                  <a:lnTo>
                    <a:pt x="1057543" y="143657"/>
                  </a:lnTo>
                  <a:lnTo>
                    <a:pt x="1090125" y="217261"/>
                  </a:lnTo>
                  <a:close/>
                  <a:moveTo>
                    <a:pt x="1997867" y="1348275"/>
                  </a:moveTo>
                  <a:lnTo>
                    <a:pt x="1992409" y="1269655"/>
                  </a:lnTo>
                  <a:lnTo>
                    <a:pt x="1919410" y="1333596"/>
                  </a:lnTo>
                  <a:close/>
                  <a:moveTo>
                    <a:pt x="1804479" y="1033407"/>
                  </a:moveTo>
                  <a:lnTo>
                    <a:pt x="1854276" y="1090071"/>
                  </a:lnTo>
                  <a:lnTo>
                    <a:pt x="1831666" y="994971"/>
                  </a:lnTo>
                  <a:close/>
                  <a:moveTo>
                    <a:pt x="1430580" y="422531"/>
                  </a:moveTo>
                  <a:lnTo>
                    <a:pt x="1399872" y="505761"/>
                  </a:lnTo>
                  <a:lnTo>
                    <a:pt x="1494816" y="530992"/>
                  </a:lnTo>
                  <a:close/>
                  <a:moveTo>
                    <a:pt x="1343578" y="358741"/>
                  </a:moveTo>
                  <a:lnTo>
                    <a:pt x="1427164" y="419465"/>
                  </a:lnTo>
                  <a:lnTo>
                    <a:pt x="1314993" y="355815"/>
                  </a:lnTo>
                  <a:close/>
                  <a:moveTo>
                    <a:pt x="1427164" y="419465"/>
                  </a:moveTo>
                  <a:lnTo>
                    <a:pt x="1430580" y="422531"/>
                  </a:lnTo>
                  <a:lnTo>
                    <a:pt x="1314993" y="355815"/>
                  </a:lnTo>
                  <a:close/>
                  <a:moveTo>
                    <a:pt x="1343578" y="358741"/>
                  </a:moveTo>
                  <a:lnTo>
                    <a:pt x="1314993" y="355815"/>
                  </a:lnTo>
                  <a:lnTo>
                    <a:pt x="1308405" y="337250"/>
                  </a:lnTo>
                  <a:close/>
                  <a:moveTo>
                    <a:pt x="1099734" y="172820"/>
                  </a:moveTo>
                  <a:lnTo>
                    <a:pt x="1047282" y="129041"/>
                  </a:lnTo>
                  <a:lnTo>
                    <a:pt x="1087502" y="211257"/>
                  </a:lnTo>
                  <a:close/>
                  <a:moveTo>
                    <a:pt x="1688429" y="545459"/>
                  </a:moveTo>
                  <a:lnTo>
                    <a:pt x="1665476" y="583895"/>
                  </a:lnTo>
                  <a:lnTo>
                    <a:pt x="1710805" y="617115"/>
                  </a:lnTo>
                  <a:close/>
                  <a:moveTo>
                    <a:pt x="1355908" y="52168"/>
                  </a:moveTo>
                  <a:lnTo>
                    <a:pt x="1260191" y="0"/>
                  </a:lnTo>
                  <a:lnTo>
                    <a:pt x="1312633" y="27841"/>
                  </a:lnTo>
                  <a:close/>
                  <a:moveTo>
                    <a:pt x="1945570" y="607089"/>
                  </a:moveTo>
                  <a:lnTo>
                    <a:pt x="1844655" y="623692"/>
                  </a:lnTo>
                  <a:lnTo>
                    <a:pt x="1861086" y="627674"/>
                  </a:lnTo>
                  <a:close/>
                  <a:moveTo>
                    <a:pt x="1868921" y="508719"/>
                  </a:moveTo>
                  <a:lnTo>
                    <a:pt x="1844655" y="623692"/>
                  </a:lnTo>
                  <a:lnTo>
                    <a:pt x="1945570" y="607089"/>
                  </a:lnTo>
                  <a:close/>
                  <a:moveTo>
                    <a:pt x="1844655" y="623692"/>
                  </a:moveTo>
                  <a:lnTo>
                    <a:pt x="1868921" y="508719"/>
                  </a:lnTo>
                  <a:lnTo>
                    <a:pt x="1799741" y="519223"/>
                  </a:lnTo>
                  <a:close/>
                  <a:moveTo>
                    <a:pt x="1757273" y="575645"/>
                  </a:moveTo>
                  <a:lnTo>
                    <a:pt x="1844655" y="623692"/>
                  </a:lnTo>
                  <a:lnTo>
                    <a:pt x="1799741" y="519223"/>
                  </a:lnTo>
                  <a:close/>
                  <a:moveTo>
                    <a:pt x="1846579" y="507023"/>
                  </a:moveTo>
                  <a:lnTo>
                    <a:pt x="1868921" y="508719"/>
                  </a:lnTo>
                  <a:lnTo>
                    <a:pt x="1867939" y="495547"/>
                  </a:lnTo>
                  <a:close/>
                  <a:moveTo>
                    <a:pt x="1335311" y="39021"/>
                  </a:moveTo>
                  <a:lnTo>
                    <a:pt x="1359206" y="134384"/>
                  </a:lnTo>
                  <a:lnTo>
                    <a:pt x="1355908" y="52168"/>
                  </a:lnTo>
                  <a:close/>
                  <a:moveTo>
                    <a:pt x="1335311" y="39021"/>
                  </a:moveTo>
                  <a:lnTo>
                    <a:pt x="1348720" y="128213"/>
                  </a:lnTo>
                  <a:lnTo>
                    <a:pt x="1359206" y="134384"/>
                  </a:lnTo>
                  <a:close/>
                  <a:moveTo>
                    <a:pt x="1258548" y="40836"/>
                  </a:moveTo>
                  <a:lnTo>
                    <a:pt x="1312633" y="27841"/>
                  </a:lnTo>
                  <a:lnTo>
                    <a:pt x="1239655" y="33645"/>
                  </a:lnTo>
                  <a:close/>
                  <a:moveTo>
                    <a:pt x="1258548" y="40836"/>
                  </a:moveTo>
                  <a:lnTo>
                    <a:pt x="1335311" y="39021"/>
                  </a:lnTo>
                  <a:lnTo>
                    <a:pt x="1312633" y="278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07" name="Candidate_density__2026">
              <a:extLst>
                <a:ext uri="{FF2B5EF4-FFF2-40B4-BE49-F238E27FC236}">
                  <a16:creationId xmlns:a16="http://schemas.microsoft.com/office/drawing/2014/main" id="{ED9203D8-56D3-BDB6-4981-EFC71A21FBB4}"/>
                </a:ext>
              </a:extLst>
            </p:cNvPr>
            <p:cNvSpPr>
              <a:spLocks noGrp="1"/>
            </p:cNvSpPr>
            <p:nvPr/>
          </p:nvSpPr>
          <p:spPr>
            <a:xfrm>
              <a:off x="4767573" y="2119305"/>
              <a:ext cx="2106342" cy="3405233"/>
            </a:xfrm>
            <a:custGeom>
              <a:avLst/>
              <a:gdLst/>
              <a:ahLst/>
              <a:cxnLst/>
              <a:rect l="0" t="0" r="0" b="0"/>
              <a:pathLst>
                <a:path w="2106342" h="3405233">
                  <a:moveTo>
                    <a:pt x="402604" y="3404408"/>
                  </a:moveTo>
                  <a:lnTo>
                    <a:pt x="313876" y="3351328"/>
                  </a:lnTo>
                  <a:lnTo>
                    <a:pt x="343981" y="3400429"/>
                  </a:lnTo>
                  <a:close/>
                  <a:moveTo>
                    <a:pt x="477355" y="3405233"/>
                  </a:moveTo>
                  <a:lnTo>
                    <a:pt x="509491" y="3373300"/>
                  </a:lnTo>
                  <a:lnTo>
                    <a:pt x="440879" y="3332308"/>
                  </a:lnTo>
                  <a:close/>
                  <a:moveTo>
                    <a:pt x="477355" y="3405233"/>
                  </a:moveTo>
                  <a:lnTo>
                    <a:pt x="440879" y="3332308"/>
                  </a:lnTo>
                  <a:lnTo>
                    <a:pt x="402604" y="3404408"/>
                  </a:lnTo>
                  <a:close/>
                  <a:moveTo>
                    <a:pt x="509491" y="3373300"/>
                  </a:moveTo>
                  <a:lnTo>
                    <a:pt x="492264" y="3401029"/>
                  </a:lnTo>
                  <a:lnTo>
                    <a:pt x="530920" y="3390304"/>
                  </a:lnTo>
                  <a:close/>
                  <a:moveTo>
                    <a:pt x="108628" y="2647395"/>
                  </a:moveTo>
                  <a:lnTo>
                    <a:pt x="84984" y="2594928"/>
                  </a:lnTo>
                  <a:lnTo>
                    <a:pt x="90545" y="2633364"/>
                  </a:lnTo>
                  <a:close/>
                  <a:moveTo>
                    <a:pt x="169072" y="2658184"/>
                  </a:moveTo>
                  <a:lnTo>
                    <a:pt x="84984" y="2594928"/>
                  </a:lnTo>
                  <a:lnTo>
                    <a:pt x="108628" y="2647395"/>
                  </a:lnTo>
                  <a:close/>
                  <a:moveTo>
                    <a:pt x="90545" y="2633364"/>
                  </a:moveTo>
                  <a:lnTo>
                    <a:pt x="84984" y="2594928"/>
                  </a:lnTo>
                  <a:lnTo>
                    <a:pt x="21163" y="2599036"/>
                  </a:lnTo>
                  <a:close/>
                  <a:moveTo>
                    <a:pt x="197480" y="2700939"/>
                  </a:moveTo>
                  <a:lnTo>
                    <a:pt x="208895" y="2677143"/>
                  </a:lnTo>
                  <a:lnTo>
                    <a:pt x="169072" y="2658184"/>
                  </a:lnTo>
                  <a:close/>
                  <a:moveTo>
                    <a:pt x="336232" y="2666552"/>
                  </a:moveTo>
                  <a:lnTo>
                    <a:pt x="267348" y="2661962"/>
                  </a:lnTo>
                  <a:lnTo>
                    <a:pt x="346096" y="2758624"/>
                  </a:lnTo>
                  <a:close/>
                  <a:moveTo>
                    <a:pt x="169072" y="2658184"/>
                  </a:moveTo>
                  <a:lnTo>
                    <a:pt x="267348" y="2661962"/>
                  </a:lnTo>
                  <a:lnTo>
                    <a:pt x="282027" y="2586643"/>
                  </a:lnTo>
                  <a:close/>
                  <a:moveTo>
                    <a:pt x="169072" y="2658184"/>
                  </a:moveTo>
                  <a:lnTo>
                    <a:pt x="282027" y="2586643"/>
                  </a:lnTo>
                  <a:lnTo>
                    <a:pt x="209708" y="2594911"/>
                  </a:lnTo>
                  <a:close/>
                  <a:moveTo>
                    <a:pt x="750544" y="3131997"/>
                  </a:moveTo>
                  <a:lnTo>
                    <a:pt x="773100" y="3154307"/>
                  </a:lnTo>
                  <a:lnTo>
                    <a:pt x="807879" y="3159427"/>
                  </a:lnTo>
                  <a:close/>
                  <a:moveTo>
                    <a:pt x="652024" y="3049782"/>
                  </a:moveTo>
                  <a:lnTo>
                    <a:pt x="747366" y="3114636"/>
                  </a:lnTo>
                  <a:lnTo>
                    <a:pt x="643370" y="3038499"/>
                  </a:lnTo>
                  <a:close/>
                  <a:moveTo>
                    <a:pt x="371816" y="2537530"/>
                  </a:moveTo>
                  <a:lnTo>
                    <a:pt x="384610" y="2476323"/>
                  </a:lnTo>
                  <a:lnTo>
                    <a:pt x="319009" y="2509710"/>
                  </a:lnTo>
                  <a:close/>
                  <a:moveTo>
                    <a:pt x="150701" y="2295832"/>
                  </a:moveTo>
                  <a:lnTo>
                    <a:pt x="188334" y="2353624"/>
                  </a:lnTo>
                  <a:lnTo>
                    <a:pt x="132866" y="2271410"/>
                  </a:lnTo>
                  <a:close/>
                  <a:moveTo>
                    <a:pt x="197118" y="2358188"/>
                  </a:moveTo>
                  <a:lnTo>
                    <a:pt x="188334" y="2353624"/>
                  </a:lnTo>
                  <a:lnTo>
                    <a:pt x="150701" y="2295832"/>
                  </a:lnTo>
                  <a:close/>
                  <a:moveTo>
                    <a:pt x="18056" y="2227630"/>
                  </a:moveTo>
                  <a:lnTo>
                    <a:pt x="0" y="2197073"/>
                  </a:lnTo>
                  <a:lnTo>
                    <a:pt x="13689" y="2309846"/>
                  </a:lnTo>
                  <a:close/>
                  <a:moveTo>
                    <a:pt x="0" y="2197073"/>
                  </a:moveTo>
                  <a:lnTo>
                    <a:pt x="18056" y="2227630"/>
                  </a:lnTo>
                  <a:lnTo>
                    <a:pt x="32678" y="2211683"/>
                  </a:lnTo>
                  <a:close/>
                  <a:moveTo>
                    <a:pt x="121863" y="2266474"/>
                  </a:moveTo>
                  <a:lnTo>
                    <a:pt x="150701" y="2295832"/>
                  </a:lnTo>
                  <a:lnTo>
                    <a:pt x="54917" y="2227630"/>
                  </a:lnTo>
                  <a:close/>
                  <a:moveTo>
                    <a:pt x="766222" y="2899122"/>
                  </a:moveTo>
                  <a:lnTo>
                    <a:pt x="791388" y="2882565"/>
                  </a:lnTo>
                  <a:lnTo>
                    <a:pt x="711475" y="2862442"/>
                  </a:lnTo>
                  <a:close/>
                  <a:moveTo>
                    <a:pt x="637559" y="2843039"/>
                  </a:moveTo>
                  <a:lnTo>
                    <a:pt x="704297" y="2835604"/>
                  </a:lnTo>
                  <a:lnTo>
                    <a:pt x="662150" y="2741478"/>
                  </a:lnTo>
                  <a:close/>
                  <a:moveTo>
                    <a:pt x="809356" y="2734544"/>
                  </a:moveTo>
                  <a:lnTo>
                    <a:pt x="775607" y="2726263"/>
                  </a:lnTo>
                  <a:lnTo>
                    <a:pt x="704297" y="2835604"/>
                  </a:lnTo>
                  <a:close/>
                  <a:moveTo>
                    <a:pt x="780040" y="2840141"/>
                  </a:moveTo>
                  <a:lnTo>
                    <a:pt x="809356" y="2734544"/>
                  </a:lnTo>
                  <a:lnTo>
                    <a:pt x="704297" y="2835604"/>
                  </a:lnTo>
                  <a:close/>
                  <a:moveTo>
                    <a:pt x="456543" y="2466610"/>
                  </a:moveTo>
                  <a:lnTo>
                    <a:pt x="490380" y="2401640"/>
                  </a:lnTo>
                  <a:lnTo>
                    <a:pt x="384610" y="2476323"/>
                  </a:lnTo>
                  <a:close/>
                  <a:moveTo>
                    <a:pt x="332303" y="2269377"/>
                  </a:moveTo>
                  <a:lnTo>
                    <a:pt x="328429" y="2232973"/>
                  </a:lnTo>
                  <a:lnTo>
                    <a:pt x="375289" y="2315188"/>
                  </a:lnTo>
                  <a:close/>
                  <a:moveTo>
                    <a:pt x="205060" y="1986327"/>
                  </a:moveTo>
                  <a:lnTo>
                    <a:pt x="188950" y="2068543"/>
                  </a:lnTo>
                  <a:lnTo>
                    <a:pt x="185105" y="2024764"/>
                  </a:lnTo>
                  <a:close/>
                  <a:moveTo>
                    <a:pt x="664036" y="2533331"/>
                  </a:moveTo>
                  <a:lnTo>
                    <a:pt x="700332" y="2552321"/>
                  </a:lnTo>
                  <a:lnTo>
                    <a:pt x="673855" y="2523397"/>
                  </a:lnTo>
                  <a:close/>
                  <a:moveTo>
                    <a:pt x="700332" y="2552321"/>
                  </a:moveTo>
                  <a:lnTo>
                    <a:pt x="775452" y="2551842"/>
                  </a:lnTo>
                  <a:lnTo>
                    <a:pt x="698512" y="2453708"/>
                  </a:lnTo>
                  <a:close/>
                  <a:moveTo>
                    <a:pt x="347192" y="2057089"/>
                  </a:moveTo>
                  <a:lnTo>
                    <a:pt x="425405" y="2112321"/>
                  </a:lnTo>
                  <a:lnTo>
                    <a:pt x="394911" y="2084429"/>
                  </a:lnTo>
                  <a:close/>
                  <a:moveTo>
                    <a:pt x="347192" y="2057089"/>
                  </a:moveTo>
                  <a:lnTo>
                    <a:pt x="450932" y="2133433"/>
                  </a:lnTo>
                  <a:lnTo>
                    <a:pt x="425405" y="2112321"/>
                  </a:lnTo>
                  <a:close/>
                  <a:moveTo>
                    <a:pt x="343963" y="2030106"/>
                  </a:moveTo>
                  <a:lnTo>
                    <a:pt x="323952" y="2034331"/>
                  </a:lnTo>
                  <a:lnTo>
                    <a:pt x="347192" y="2057089"/>
                  </a:lnTo>
                  <a:close/>
                  <a:moveTo>
                    <a:pt x="425405" y="2112321"/>
                  </a:moveTo>
                  <a:lnTo>
                    <a:pt x="450932" y="2133433"/>
                  </a:lnTo>
                  <a:lnTo>
                    <a:pt x="498635" y="2193584"/>
                  </a:lnTo>
                  <a:close/>
                  <a:moveTo>
                    <a:pt x="570185" y="2182436"/>
                  </a:moveTo>
                  <a:lnTo>
                    <a:pt x="498635" y="2193584"/>
                  </a:lnTo>
                  <a:lnTo>
                    <a:pt x="450932" y="2133433"/>
                  </a:lnTo>
                  <a:close/>
                  <a:moveTo>
                    <a:pt x="570185" y="2182436"/>
                  </a:moveTo>
                  <a:lnTo>
                    <a:pt x="587402" y="2194536"/>
                  </a:lnTo>
                  <a:lnTo>
                    <a:pt x="605564" y="2099508"/>
                  </a:lnTo>
                  <a:close/>
                  <a:moveTo>
                    <a:pt x="605564" y="2099508"/>
                  </a:moveTo>
                  <a:lnTo>
                    <a:pt x="587402" y="2194536"/>
                  </a:lnTo>
                  <a:lnTo>
                    <a:pt x="661749" y="2083227"/>
                  </a:lnTo>
                  <a:close/>
                  <a:moveTo>
                    <a:pt x="661749" y="2083227"/>
                  </a:moveTo>
                  <a:lnTo>
                    <a:pt x="636122" y="2073885"/>
                  </a:lnTo>
                  <a:lnTo>
                    <a:pt x="605564" y="2099508"/>
                  </a:lnTo>
                  <a:close/>
                  <a:moveTo>
                    <a:pt x="498635" y="2193584"/>
                  </a:moveTo>
                  <a:lnTo>
                    <a:pt x="570185" y="2182436"/>
                  </a:lnTo>
                  <a:lnTo>
                    <a:pt x="605564" y="2099508"/>
                  </a:lnTo>
                  <a:close/>
                  <a:moveTo>
                    <a:pt x="536647" y="2120499"/>
                  </a:moveTo>
                  <a:lnTo>
                    <a:pt x="498635" y="2193584"/>
                  </a:lnTo>
                  <a:lnTo>
                    <a:pt x="605564" y="2099508"/>
                  </a:lnTo>
                  <a:close/>
                  <a:moveTo>
                    <a:pt x="1251571" y="2627672"/>
                  </a:moveTo>
                  <a:lnTo>
                    <a:pt x="1226680" y="2610954"/>
                  </a:lnTo>
                  <a:lnTo>
                    <a:pt x="1248358" y="2710023"/>
                  </a:lnTo>
                  <a:close/>
                  <a:moveTo>
                    <a:pt x="1248358" y="2710023"/>
                  </a:moveTo>
                  <a:lnTo>
                    <a:pt x="1226680" y="2610954"/>
                  </a:lnTo>
                  <a:lnTo>
                    <a:pt x="1158387" y="2622483"/>
                  </a:lnTo>
                  <a:close/>
                  <a:moveTo>
                    <a:pt x="1158387" y="2622483"/>
                  </a:moveTo>
                  <a:lnTo>
                    <a:pt x="1156192" y="2610954"/>
                  </a:lnTo>
                  <a:lnTo>
                    <a:pt x="1193487" y="2693169"/>
                  </a:lnTo>
                  <a:close/>
                  <a:moveTo>
                    <a:pt x="629435" y="2048906"/>
                  </a:moveTo>
                  <a:lnTo>
                    <a:pt x="536647" y="2120499"/>
                  </a:lnTo>
                  <a:lnTo>
                    <a:pt x="605564" y="2099508"/>
                  </a:lnTo>
                  <a:close/>
                  <a:moveTo>
                    <a:pt x="629435" y="2048906"/>
                  </a:moveTo>
                  <a:lnTo>
                    <a:pt x="605564" y="2099508"/>
                  </a:lnTo>
                  <a:lnTo>
                    <a:pt x="636122" y="2073885"/>
                  </a:lnTo>
                  <a:close/>
                  <a:moveTo>
                    <a:pt x="636122" y="2073885"/>
                  </a:moveTo>
                  <a:lnTo>
                    <a:pt x="631357" y="1980745"/>
                  </a:lnTo>
                  <a:lnTo>
                    <a:pt x="629435" y="2048906"/>
                  </a:lnTo>
                  <a:close/>
                  <a:moveTo>
                    <a:pt x="605526" y="1991670"/>
                  </a:moveTo>
                  <a:lnTo>
                    <a:pt x="644291" y="1953233"/>
                  </a:lnTo>
                  <a:lnTo>
                    <a:pt x="636122" y="2073885"/>
                  </a:lnTo>
                  <a:close/>
                  <a:moveTo>
                    <a:pt x="574213" y="1909454"/>
                  </a:moveTo>
                  <a:lnTo>
                    <a:pt x="569128" y="1897750"/>
                  </a:lnTo>
                  <a:lnTo>
                    <a:pt x="644291" y="1953233"/>
                  </a:lnTo>
                  <a:close/>
                  <a:moveTo>
                    <a:pt x="569128" y="1897750"/>
                  </a:moveTo>
                  <a:lnTo>
                    <a:pt x="523769" y="1874034"/>
                  </a:lnTo>
                  <a:lnTo>
                    <a:pt x="618009" y="1930839"/>
                  </a:lnTo>
                  <a:close/>
                  <a:moveTo>
                    <a:pt x="1204501" y="2515142"/>
                  </a:moveTo>
                  <a:lnTo>
                    <a:pt x="1252042" y="2606936"/>
                  </a:lnTo>
                  <a:lnTo>
                    <a:pt x="1280091" y="2519105"/>
                  </a:lnTo>
                  <a:close/>
                  <a:moveTo>
                    <a:pt x="1280091" y="2519105"/>
                  </a:moveTo>
                  <a:lnTo>
                    <a:pt x="1252042" y="2606936"/>
                  </a:lnTo>
                  <a:lnTo>
                    <a:pt x="1362752" y="2549501"/>
                  </a:lnTo>
                  <a:close/>
                  <a:moveTo>
                    <a:pt x="1046994" y="2252083"/>
                  </a:moveTo>
                  <a:lnTo>
                    <a:pt x="1017819" y="2243657"/>
                  </a:lnTo>
                  <a:lnTo>
                    <a:pt x="987309" y="2260413"/>
                  </a:lnTo>
                  <a:close/>
                  <a:moveTo>
                    <a:pt x="1046994" y="2252083"/>
                  </a:moveTo>
                  <a:lnTo>
                    <a:pt x="1052548" y="2347660"/>
                  </a:lnTo>
                  <a:lnTo>
                    <a:pt x="1098079" y="2271143"/>
                  </a:lnTo>
                  <a:close/>
                  <a:moveTo>
                    <a:pt x="963345" y="2243657"/>
                  </a:moveTo>
                  <a:lnTo>
                    <a:pt x="847536" y="2192962"/>
                  </a:lnTo>
                  <a:lnTo>
                    <a:pt x="847412" y="2199878"/>
                  </a:lnTo>
                  <a:close/>
                  <a:moveTo>
                    <a:pt x="1046994" y="2252083"/>
                  </a:moveTo>
                  <a:lnTo>
                    <a:pt x="1022059" y="2172262"/>
                  </a:lnTo>
                  <a:lnTo>
                    <a:pt x="1017819" y="2243657"/>
                  </a:lnTo>
                  <a:close/>
                  <a:moveTo>
                    <a:pt x="996789" y="2232307"/>
                  </a:moveTo>
                  <a:lnTo>
                    <a:pt x="1017819" y="2243657"/>
                  </a:lnTo>
                  <a:lnTo>
                    <a:pt x="1018992" y="2161442"/>
                  </a:lnTo>
                  <a:close/>
                  <a:moveTo>
                    <a:pt x="998693" y="2130667"/>
                  </a:moveTo>
                  <a:lnTo>
                    <a:pt x="1018992" y="2161442"/>
                  </a:lnTo>
                  <a:lnTo>
                    <a:pt x="959623" y="2062337"/>
                  </a:lnTo>
                  <a:close/>
                  <a:moveTo>
                    <a:pt x="1417803" y="2432675"/>
                  </a:moveTo>
                  <a:lnTo>
                    <a:pt x="1483809" y="2439604"/>
                  </a:lnTo>
                  <a:lnTo>
                    <a:pt x="1459268" y="2359464"/>
                  </a:lnTo>
                  <a:close/>
                  <a:moveTo>
                    <a:pt x="1417803" y="2432675"/>
                  </a:moveTo>
                  <a:lnTo>
                    <a:pt x="1459268" y="2359464"/>
                  </a:lnTo>
                  <a:lnTo>
                    <a:pt x="1387064" y="2357572"/>
                  </a:lnTo>
                  <a:close/>
                  <a:moveTo>
                    <a:pt x="1459268" y="2359464"/>
                  </a:moveTo>
                  <a:lnTo>
                    <a:pt x="1483809" y="2439604"/>
                  </a:lnTo>
                  <a:lnTo>
                    <a:pt x="1501728" y="2451866"/>
                  </a:lnTo>
                  <a:close/>
                  <a:moveTo>
                    <a:pt x="1306041" y="2262759"/>
                  </a:moveTo>
                  <a:lnTo>
                    <a:pt x="1380840" y="2331214"/>
                  </a:lnTo>
                  <a:lnTo>
                    <a:pt x="1387064" y="2357572"/>
                  </a:lnTo>
                  <a:close/>
                  <a:moveTo>
                    <a:pt x="1436174" y="2166784"/>
                  </a:moveTo>
                  <a:lnTo>
                    <a:pt x="1390681" y="2223517"/>
                  </a:lnTo>
                  <a:lnTo>
                    <a:pt x="1435768" y="2178385"/>
                  </a:lnTo>
                  <a:close/>
                  <a:moveTo>
                    <a:pt x="1435768" y="2178385"/>
                  </a:moveTo>
                  <a:lnTo>
                    <a:pt x="1390681" y="2223517"/>
                  </a:lnTo>
                  <a:lnTo>
                    <a:pt x="1383162" y="2260653"/>
                  </a:lnTo>
                  <a:close/>
                  <a:moveTo>
                    <a:pt x="1436174" y="2166784"/>
                  </a:moveTo>
                  <a:lnTo>
                    <a:pt x="1407526" y="2071299"/>
                  </a:lnTo>
                  <a:lnTo>
                    <a:pt x="1414156" y="2135363"/>
                  </a:lnTo>
                  <a:close/>
                  <a:moveTo>
                    <a:pt x="1406565" y="2046132"/>
                  </a:moveTo>
                  <a:lnTo>
                    <a:pt x="1407526" y="2071299"/>
                  </a:lnTo>
                  <a:lnTo>
                    <a:pt x="1436174" y="2166784"/>
                  </a:lnTo>
                  <a:close/>
                  <a:moveTo>
                    <a:pt x="1737273" y="2172126"/>
                  </a:moveTo>
                  <a:lnTo>
                    <a:pt x="1733892" y="2240348"/>
                  </a:lnTo>
                  <a:lnTo>
                    <a:pt x="1748619" y="2205911"/>
                  </a:lnTo>
                  <a:close/>
                  <a:moveTo>
                    <a:pt x="1748619" y="2205911"/>
                  </a:moveTo>
                  <a:lnTo>
                    <a:pt x="1733892" y="2240348"/>
                  </a:lnTo>
                  <a:lnTo>
                    <a:pt x="1732495" y="2258520"/>
                  </a:lnTo>
                  <a:close/>
                  <a:moveTo>
                    <a:pt x="1748619" y="2205911"/>
                  </a:moveTo>
                  <a:lnTo>
                    <a:pt x="1732495" y="2258520"/>
                  </a:lnTo>
                  <a:lnTo>
                    <a:pt x="1797392" y="2266352"/>
                  </a:lnTo>
                  <a:close/>
                  <a:moveTo>
                    <a:pt x="1407526" y="2071299"/>
                  </a:moveTo>
                  <a:lnTo>
                    <a:pt x="1406565" y="2046132"/>
                  </a:lnTo>
                  <a:lnTo>
                    <a:pt x="1417565" y="2032499"/>
                  </a:lnTo>
                  <a:close/>
                  <a:moveTo>
                    <a:pt x="1659873" y="2056783"/>
                  </a:moveTo>
                  <a:lnTo>
                    <a:pt x="1702034" y="2121240"/>
                  </a:lnTo>
                  <a:lnTo>
                    <a:pt x="1678198" y="2089911"/>
                  </a:lnTo>
                  <a:close/>
                  <a:moveTo>
                    <a:pt x="1728433" y="2161729"/>
                  </a:moveTo>
                  <a:lnTo>
                    <a:pt x="1702034" y="2121240"/>
                  </a:lnTo>
                  <a:lnTo>
                    <a:pt x="1659873" y="2056783"/>
                  </a:lnTo>
                  <a:close/>
                  <a:moveTo>
                    <a:pt x="1728433" y="2161729"/>
                  </a:moveTo>
                  <a:lnTo>
                    <a:pt x="1733892" y="2240348"/>
                  </a:lnTo>
                  <a:lnTo>
                    <a:pt x="1737273" y="2172126"/>
                  </a:lnTo>
                  <a:close/>
                  <a:moveTo>
                    <a:pt x="1728433" y="2161729"/>
                  </a:moveTo>
                  <a:lnTo>
                    <a:pt x="1737273" y="2172126"/>
                  </a:lnTo>
                  <a:lnTo>
                    <a:pt x="1702034" y="2121240"/>
                  </a:lnTo>
                  <a:close/>
                  <a:moveTo>
                    <a:pt x="1440262" y="1763286"/>
                  </a:moveTo>
                  <a:lnTo>
                    <a:pt x="1420717" y="1761051"/>
                  </a:lnTo>
                  <a:lnTo>
                    <a:pt x="1491150" y="1833083"/>
                  </a:lnTo>
                  <a:close/>
                  <a:moveTo>
                    <a:pt x="1102322" y="1432190"/>
                  </a:moveTo>
                  <a:lnTo>
                    <a:pt x="1166604" y="1314604"/>
                  </a:lnTo>
                  <a:lnTo>
                    <a:pt x="1163189" y="1311539"/>
                  </a:lnTo>
                  <a:close/>
                  <a:moveTo>
                    <a:pt x="68436" y="0"/>
                  </a:moveTo>
                  <a:lnTo>
                    <a:pt x="89120" y="83276"/>
                  </a:lnTo>
                  <a:lnTo>
                    <a:pt x="115351" y="22450"/>
                  </a:lnTo>
                  <a:close/>
                  <a:moveTo>
                    <a:pt x="2070303" y="2265757"/>
                  </a:moveTo>
                  <a:lnTo>
                    <a:pt x="2096481" y="2344566"/>
                  </a:lnTo>
                  <a:lnTo>
                    <a:pt x="2106342" y="2380335"/>
                  </a:lnTo>
                  <a:close/>
                  <a:moveTo>
                    <a:pt x="1424454" y="1437532"/>
                  </a:moveTo>
                  <a:lnTo>
                    <a:pt x="1446830" y="1509188"/>
                  </a:lnTo>
                  <a:lnTo>
                    <a:pt x="1493297" y="1467719"/>
                  </a:lnTo>
                  <a:close/>
                  <a:moveTo>
                    <a:pt x="1406174" y="1420639"/>
                  </a:moveTo>
                  <a:lnTo>
                    <a:pt x="1361068" y="1377784"/>
                  </a:lnTo>
                  <a:lnTo>
                    <a:pt x="1424454" y="1437532"/>
                  </a:lnTo>
                  <a:close/>
                  <a:moveTo>
                    <a:pt x="1662866" y="1414297"/>
                  </a:moveTo>
                  <a:lnTo>
                    <a:pt x="1604946" y="1400792"/>
                  </a:lnTo>
                  <a:lnTo>
                    <a:pt x="1681594" y="1499163"/>
                  </a:lnTo>
                  <a:close/>
                  <a:moveTo>
                    <a:pt x="1535765" y="1411296"/>
                  </a:moveTo>
                  <a:lnTo>
                    <a:pt x="1604946" y="1400792"/>
                  </a:lnTo>
                  <a:lnTo>
                    <a:pt x="1582603" y="1399096"/>
                  </a:lnTo>
                  <a:close/>
                  <a:moveTo>
                    <a:pt x="1604946" y="1400792"/>
                  </a:moveTo>
                  <a:lnTo>
                    <a:pt x="1662866" y="1414297"/>
                  </a:lnTo>
                  <a:lnTo>
                    <a:pt x="1603964" y="1387620"/>
                  </a:lnTo>
                  <a:close/>
                  <a:moveTo>
                    <a:pt x="1084744" y="1020286"/>
                  </a:moveTo>
                  <a:lnTo>
                    <a:pt x="1079798" y="1036346"/>
                  </a:lnTo>
                  <a:lnTo>
                    <a:pt x="1095230" y="102645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08" name="Candidate_density__2027">
              <a:extLst>
                <a:ext uri="{FF2B5EF4-FFF2-40B4-BE49-F238E27FC236}">
                  <a16:creationId xmlns:a16="http://schemas.microsoft.com/office/drawing/2014/main" id="{0ED0B66F-34F8-34AD-82FC-A5F8029810A0}"/>
                </a:ext>
              </a:extLst>
            </p:cNvPr>
            <p:cNvSpPr>
              <a:spLocks noGrp="1"/>
            </p:cNvSpPr>
            <p:nvPr/>
          </p:nvSpPr>
          <p:spPr>
            <a:xfrm>
              <a:off x="4800251" y="2400484"/>
              <a:ext cx="2073665" cy="3124054"/>
            </a:xfrm>
            <a:custGeom>
              <a:avLst/>
              <a:gdLst/>
              <a:ahLst/>
              <a:cxnLst/>
              <a:rect l="0" t="0" r="0" b="0"/>
              <a:pathLst>
                <a:path w="2073665" h="3124054">
                  <a:moveTo>
                    <a:pt x="369926" y="3123229"/>
                  </a:moveTo>
                  <a:lnTo>
                    <a:pt x="311303" y="3119250"/>
                  </a:lnTo>
                  <a:lnTo>
                    <a:pt x="444677" y="3124054"/>
                  </a:lnTo>
                  <a:close/>
                  <a:moveTo>
                    <a:pt x="459586" y="3119850"/>
                  </a:moveTo>
                  <a:lnTo>
                    <a:pt x="476813" y="3092121"/>
                  </a:lnTo>
                  <a:lnTo>
                    <a:pt x="444677" y="3124054"/>
                  </a:lnTo>
                  <a:close/>
                  <a:moveTo>
                    <a:pt x="576432" y="3122803"/>
                  </a:moveTo>
                  <a:lnTo>
                    <a:pt x="498242" y="3109125"/>
                  </a:lnTo>
                  <a:lnTo>
                    <a:pt x="459586" y="3119850"/>
                  </a:lnTo>
                  <a:close/>
                  <a:moveTo>
                    <a:pt x="151464" y="2433346"/>
                  </a:moveTo>
                  <a:lnTo>
                    <a:pt x="215313" y="2478179"/>
                  </a:lnTo>
                  <a:lnTo>
                    <a:pt x="110305" y="2494663"/>
                  </a:lnTo>
                  <a:close/>
                  <a:moveTo>
                    <a:pt x="249350" y="2305464"/>
                  </a:moveTo>
                  <a:lnTo>
                    <a:pt x="234670" y="2380783"/>
                  </a:lnTo>
                  <a:lnTo>
                    <a:pt x="220888" y="2313749"/>
                  </a:lnTo>
                  <a:close/>
                  <a:moveTo>
                    <a:pt x="836156" y="2890948"/>
                  </a:moveTo>
                  <a:lnTo>
                    <a:pt x="717866" y="2850818"/>
                  </a:lnTo>
                  <a:lnTo>
                    <a:pt x="775201" y="2878248"/>
                  </a:lnTo>
                  <a:close/>
                  <a:moveTo>
                    <a:pt x="249350" y="2305464"/>
                  </a:moveTo>
                  <a:lnTo>
                    <a:pt x="339138" y="2256351"/>
                  </a:lnTo>
                  <a:lnTo>
                    <a:pt x="286013" y="2238949"/>
                  </a:lnTo>
                  <a:close/>
                  <a:moveTo>
                    <a:pt x="339138" y="2256351"/>
                  </a:moveTo>
                  <a:lnTo>
                    <a:pt x="347329" y="2275312"/>
                  </a:lnTo>
                  <a:lnTo>
                    <a:pt x="351932" y="2195144"/>
                  </a:lnTo>
                  <a:close/>
                  <a:moveTo>
                    <a:pt x="33200" y="1922928"/>
                  </a:moveTo>
                  <a:lnTo>
                    <a:pt x="17637" y="1908015"/>
                  </a:lnTo>
                  <a:lnTo>
                    <a:pt x="0" y="1930504"/>
                  </a:lnTo>
                  <a:close/>
                  <a:moveTo>
                    <a:pt x="22239" y="1946451"/>
                  </a:moveTo>
                  <a:lnTo>
                    <a:pt x="118023" y="2014653"/>
                  </a:lnTo>
                  <a:lnTo>
                    <a:pt x="33200" y="1922928"/>
                  </a:lnTo>
                  <a:close/>
                  <a:moveTo>
                    <a:pt x="0" y="1930504"/>
                  </a:moveTo>
                  <a:lnTo>
                    <a:pt x="22239" y="1946451"/>
                  </a:lnTo>
                  <a:lnTo>
                    <a:pt x="33200" y="1922928"/>
                  </a:lnTo>
                  <a:close/>
                  <a:moveTo>
                    <a:pt x="667654" y="2271142"/>
                  </a:moveTo>
                  <a:lnTo>
                    <a:pt x="665834" y="2172529"/>
                  </a:lnTo>
                  <a:lnTo>
                    <a:pt x="641177" y="2242218"/>
                  </a:lnTo>
                  <a:close/>
                  <a:moveTo>
                    <a:pt x="1215680" y="2428844"/>
                  </a:moveTo>
                  <a:lnTo>
                    <a:pt x="1125709" y="2341304"/>
                  </a:lnTo>
                  <a:lnTo>
                    <a:pt x="1159921" y="2413583"/>
                  </a:lnTo>
                  <a:close/>
                  <a:moveTo>
                    <a:pt x="572848" y="1710491"/>
                  </a:moveTo>
                  <a:lnTo>
                    <a:pt x="541535" y="1628275"/>
                  </a:lnTo>
                  <a:lnTo>
                    <a:pt x="611613" y="1672054"/>
                  </a:lnTo>
                  <a:close/>
                  <a:moveTo>
                    <a:pt x="989381" y="1891083"/>
                  </a:moveTo>
                  <a:lnTo>
                    <a:pt x="986314" y="1880263"/>
                  </a:lnTo>
                  <a:lnTo>
                    <a:pt x="985141" y="1962478"/>
                  </a:lnTo>
                  <a:close/>
                  <a:moveTo>
                    <a:pt x="1247413" y="2237926"/>
                  </a:moveTo>
                  <a:lnTo>
                    <a:pt x="1330074" y="2268322"/>
                  </a:lnTo>
                  <a:lnTo>
                    <a:pt x="1378677" y="2234839"/>
                  </a:lnTo>
                  <a:close/>
                  <a:moveTo>
                    <a:pt x="1378677" y="2234839"/>
                  </a:moveTo>
                  <a:lnTo>
                    <a:pt x="1330074" y="2268322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78677" y="2234839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85125" y="2151496"/>
                  </a:lnTo>
                  <a:lnTo>
                    <a:pt x="1378677" y="2234839"/>
                  </a:lnTo>
                  <a:close/>
                  <a:moveTo>
                    <a:pt x="1451131" y="2158425"/>
                  </a:moveTo>
                  <a:lnTo>
                    <a:pt x="1446733" y="2210632"/>
                  </a:lnTo>
                  <a:lnTo>
                    <a:pt x="1469050" y="2170687"/>
                  </a:lnTo>
                  <a:close/>
                  <a:moveTo>
                    <a:pt x="1375959" y="1803390"/>
                  </a:moveTo>
                  <a:lnTo>
                    <a:pt x="1373887" y="1764954"/>
                  </a:lnTo>
                  <a:lnTo>
                    <a:pt x="1403496" y="1885605"/>
                  </a:lnTo>
                  <a:close/>
                  <a:moveTo>
                    <a:pt x="1380847" y="1682739"/>
                  </a:moveTo>
                  <a:lnTo>
                    <a:pt x="1373887" y="1764954"/>
                  </a:lnTo>
                  <a:lnTo>
                    <a:pt x="1358862" y="1721175"/>
                  </a:lnTo>
                  <a:close/>
                  <a:moveTo>
                    <a:pt x="1380599" y="1654714"/>
                  </a:moveTo>
                  <a:lnTo>
                    <a:pt x="1373887" y="1764954"/>
                  </a:lnTo>
                  <a:lnTo>
                    <a:pt x="1380847" y="1682739"/>
                  </a:lnTo>
                  <a:close/>
                  <a:moveTo>
                    <a:pt x="1380599" y="1654714"/>
                  </a:moveTo>
                  <a:lnTo>
                    <a:pt x="1384887" y="1751320"/>
                  </a:lnTo>
                  <a:lnTo>
                    <a:pt x="1373887" y="1764954"/>
                  </a:lnTo>
                  <a:close/>
                  <a:moveTo>
                    <a:pt x="1363517" y="1568509"/>
                  </a:moveTo>
                  <a:lnTo>
                    <a:pt x="1380599" y="1654714"/>
                  </a:lnTo>
                  <a:lnTo>
                    <a:pt x="1380847" y="1682739"/>
                  </a:lnTo>
                  <a:close/>
                  <a:moveTo>
                    <a:pt x="1362746" y="1562087"/>
                  </a:moveTo>
                  <a:lnTo>
                    <a:pt x="1363517" y="1568509"/>
                  </a:lnTo>
                  <a:lnTo>
                    <a:pt x="1366720" y="1544525"/>
                  </a:lnTo>
                  <a:close/>
                  <a:moveTo>
                    <a:pt x="64494" y="120651"/>
                  </a:moveTo>
                  <a:lnTo>
                    <a:pt x="101227" y="0"/>
                  </a:lnTo>
                  <a:lnTo>
                    <a:pt x="107959" y="82215"/>
                  </a:lnTo>
                  <a:close/>
                  <a:moveTo>
                    <a:pt x="1103219" y="1116656"/>
                  </a:moveTo>
                  <a:lnTo>
                    <a:pt x="1133926" y="1033425"/>
                  </a:lnTo>
                  <a:lnTo>
                    <a:pt x="1069644" y="1151011"/>
                  </a:lnTo>
                  <a:close/>
                  <a:moveTo>
                    <a:pt x="1069644" y="1151011"/>
                  </a:moveTo>
                  <a:lnTo>
                    <a:pt x="1130511" y="1030360"/>
                  </a:lnTo>
                  <a:lnTo>
                    <a:pt x="1100907" y="1112575"/>
                  </a:lnTo>
                  <a:close/>
                  <a:moveTo>
                    <a:pt x="2063803" y="2063387"/>
                  </a:moveTo>
                  <a:lnTo>
                    <a:pt x="2056917" y="2181371"/>
                  </a:lnTo>
                  <a:lnTo>
                    <a:pt x="2073665" y="2099156"/>
                  </a:lnTo>
                  <a:close/>
                  <a:moveTo>
                    <a:pt x="1636076" y="1605866"/>
                  </a:moveTo>
                  <a:lnTo>
                    <a:pt x="1652475" y="1567429"/>
                  </a:lnTo>
                  <a:lnTo>
                    <a:pt x="1614625" y="1688081"/>
                  </a:lnTo>
                  <a:close/>
                  <a:moveTo>
                    <a:pt x="1652475" y="1567429"/>
                  </a:moveTo>
                  <a:lnTo>
                    <a:pt x="1636076" y="1605866"/>
                  </a:lnTo>
                  <a:lnTo>
                    <a:pt x="1615127" y="1523650"/>
                  </a:lnTo>
                  <a:close/>
                  <a:moveTo>
                    <a:pt x="975486" y="765993"/>
                  </a:moveTo>
                  <a:lnTo>
                    <a:pt x="998166" y="865929"/>
                  </a:lnTo>
                  <a:lnTo>
                    <a:pt x="1017044" y="857920"/>
                  </a:lnTo>
                  <a:close/>
                  <a:moveTo>
                    <a:pt x="1054668" y="783715"/>
                  </a:moveTo>
                  <a:lnTo>
                    <a:pt x="1062552" y="745278"/>
                  </a:lnTo>
                  <a:lnTo>
                    <a:pt x="1047120" y="755167"/>
                  </a:lnTo>
                  <a:close/>
                  <a:moveTo>
                    <a:pt x="1059255" y="663063"/>
                  </a:moveTo>
                  <a:lnTo>
                    <a:pt x="1062552" y="745278"/>
                  </a:lnTo>
                  <a:lnTo>
                    <a:pt x="1042654" y="701499"/>
                  </a:lnTo>
                  <a:close/>
                  <a:moveTo>
                    <a:pt x="1460619" y="1186540"/>
                  </a:moveTo>
                  <a:lnTo>
                    <a:pt x="1419152" y="1122910"/>
                  </a:lnTo>
                  <a:lnTo>
                    <a:pt x="1391776" y="1156353"/>
                  </a:lnTo>
                  <a:close/>
                  <a:moveTo>
                    <a:pt x="1571286" y="1106441"/>
                  </a:moveTo>
                  <a:lnTo>
                    <a:pt x="1634255" y="1063216"/>
                  </a:lnTo>
                  <a:lnTo>
                    <a:pt x="1613790" y="105015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09" name="Candidate_density__2028">
              <a:extLst>
                <a:ext uri="{FF2B5EF4-FFF2-40B4-BE49-F238E27FC236}">
                  <a16:creationId xmlns:a16="http://schemas.microsoft.com/office/drawing/2014/main" id="{1965B467-0E6C-DDC0-E27B-2564FE12E1E6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2093697"/>
              <a:ext cx="2162669" cy="2953731"/>
            </a:xfrm>
            <a:custGeom>
              <a:avLst/>
              <a:gdLst/>
              <a:ahLst/>
              <a:cxnLst/>
              <a:rect l="0" t="0" r="0" b="0"/>
              <a:pathLst>
                <a:path w="2162669" h="2953731">
                  <a:moveTo>
                    <a:pt x="0" y="2316104"/>
                  </a:moveTo>
                  <a:lnTo>
                    <a:pt x="86509" y="2406459"/>
                  </a:lnTo>
                  <a:lnTo>
                    <a:pt x="58399" y="2373891"/>
                  </a:lnTo>
                  <a:close/>
                  <a:moveTo>
                    <a:pt x="610071" y="2784233"/>
                  </a:moveTo>
                  <a:lnTo>
                    <a:pt x="527731" y="2759139"/>
                  </a:lnTo>
                  <a:lnTo>
                    <a:pt x="598945" y="2784966"/>
                  </a:lnTo>
                  <a:close/>
                  <a:moveTo>
                    <a:pt x="432734" y="2467417"/>
                  </a:moveTo>
                  <a:lnTo>
                    <a:pt x="460406" y="2417669"/>
                  </a:lnTo>
                  <a:lnTo>
                    <a:pt x="468856" y="2438078"/>
                  </a:lnTo>
                  <a:close/>
                  <a:moveTo>
                    <a:pt x="466627" y="2479390"/>
                  </a:moveTo>
                  <a:lnTo>
                    <a:pt x="432734" y="2467417"/>
                  </a:lnTo>
                  <a:lnTo>
                    <a:pt x="378915" y="2417669"/>
                  </a:lnTo>
                  <a:close/>
                  <a:moveTo>
                    <a:pt x="542147" y="2461448"/>
                  </a:moveTo>
                  <a:lnTo>
                    <a:pt x="461093" y="2383797"/>
                  </a:lnTo>
                  <a:lnTo>
                    <a:pt x="460406" y="2417669"/>
                  </a:lnTo>
                  <a:close/>
                  <a:moveTo>
                    <a:pt x="460406" y="2417669"/>
                  </a:moveTo>
                  <a:lnTo>
                    <a:pt x="432734" y="2467417"/>
                  </a:lnTo>
                  <a:lnTo>
                    <a:pt x="542147" y="2461448"/>
                  </a:lnTo>
                  <a:close/>
                  <a:moveTo>
                    <a:pt x="1079599" y="2945160"/>
                  </a:moveTo>
                  <a:lnTo>
                    <a:pt x="1030198" y="2924730"/>
                  </a:lnTo>
                  <a:lnTo>
                    <a:pt x="1125106" y="2953731"/>
                  </a:lnTo>
                  <a:close/>
                  <a:moveTo>
                    <a:pt x="1039583" y="2751872"/>
                  </a:moveTo>
                  <a:lnTo>
                    <a:pt x="1004587" y="2669657"/>
                  </a:lnTo>
                  <a:lnTo>
                    <a:pt x="991862" y="2755712"/>
                  </a:lnTo>
                  <a:close/>
                  <a:moveTo>
                    <a:pt x="1004587" y="2669657"/>
                  </a:moveTo>
                  <a:lnTo>
                    <a:pt x="959360" y="2682043"/>
                  </a:lnTo>
                  <a:lnTo>
                    <a:pt x="991862" y="2755712"/>
                  </a:lnTo>
                  <a:close/>
                  <a:moveTo>
                    <a:pt x="991862" y="2755712"/>
                  </a:moveTo>
                  <a:lnTo>
                    <a:pt x="959360" y="2682043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905622" y="2669657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1004587" y="2669657"/>
                  </a:lnTo>
                  <a:lnTo>
                    <a:pt x="963883" y="2629604"/>
                  </a:lnTo>
                  <a:close/>
                  <a:moveTo>
                    <a:pt x="905622" y="2669657"/>
                  </a:moveTo>
                  <a:lnTo>
                    <a:pt x="959360" y="2682043"/>
                  </a:lnTo>
                  <a:lnTo>
                    <a:pt x="963883" y="2629604"/>
                  </a:lnTo>
                  <a:close/>
                  <a:moveTo>
                    <a:pt x="660611" y="2342777"/>
                  </a:moveTo>
                  <a:lnTo>
                    <a:pt x="570593" y="2455460"/>
                  </a:lnTo>
                  <a:lnTo>
                    <a:pt x="664936" y="2439352"/>
                  </a:lnTo>
                  <a:close/>
                  <a:moveTo>
                    <a:pt x="664936" y="2439352"/>
                  </a:moveTo>
                  <a:lnTo>
                    <a:pt x="720434" y="2354733"/>
                  </a:lnTo>
                  <a:lnTo>
                    <a:pt x="660611" y="2342777"/>
                  </a:lnTo>
                  <a:close/>
                  <a:moveTo>
                    <a:pt x="1192916" y="2928602"/>
                  </a:moveTo>
                  <a:lnTo>
                    <a:pt x="1230947" y="2877866"/>
                  </a:lnTo>
                  <a:lnTo>
                    <a:pt x="1215490" y="2895275"/>
                  </a:lnTo>
                  <a:close/>
                  <a:moveTo>
                    <a:pt x="1004587" y="2669657"/>
                  </a:moveTo>
                  <a:lnTo>
                    <a:pt x="1076875" y="2747191"/>
                  </a:lnTo>
                  <a:lnTo>
                    <a:pt x="1077097" y="2646917"/>
                  </a:lnTo>
                  <a:close/>
                  <a:moveTo>
                    <a:pt x="1004587" y="2669657"/>
                  </a:moveTo>
                  <a:lnTo>
                    <a:pt x="1039583" y="2751872"/>
                  </a:lnTo>
                  <a:lnTo>
                    <a:pt x="1076875" y="2747191"/>
                  </a:lnTo>
                  <a:close/>
                  <a:moveTo>
                    <a:pt x="1213916" y="2791914"/>
                  </a:moveTo>
                  <a:lnTo>
                    <a:pt x="1214587" y="2795917"/>
                  </a:lnTo>
                  <a:lnTo>
                    <a:pt x="1214511" y="2795651"/>
                  </a:lnTo>
                  <a:close/>
                  <a:moveTo>
                    <a:pt x="905622" y="2669657"/>
                  </a:moveTo>
                  <a:lnTo>
                    <a:pt x="963883" y="2629604"/>
                  </a:lnTo>
                  <a:lnTo>
                    <a:pt x="900866" y="2669006"/>
                  </a:lnTo>
                  <a:close/>
                  <a:moveTo>
                    <a:pt x="1077097" y="2646917"/>
                  </a:moveTo>
                  <a:lnTo>
                    <a:pt x="963883" y="2629604"/>
                  </a:lnTo>
                  <a:lnTo>
                    <a:pt x="1004587" y="2669657"/>
                  </a:lnTo>
                  <a:close/>
                  <a:moveTo>
                    <a:pt x="445159" y="1896289"/>
                  </a:moveTo>
                  <a:lnTo>
                    <a:pt x="406483" y="2011936"/>
                  </a:lnTo>
                  <a:lnTo>
                    <a:pt x="434583" y="2004980"/>
                  </a:lnTo>
                  <a:close/>
                  <a:moveTo>
                    <a:pt x="469035" y="2011936"/>
                  </a:moveTo>
                  <a:lnTo>
                    <a:pt x="445159" y="1896289"/>
                  </a:lnTo>
                  <a:lnTo>
                    <a:pt x="434583" y="2004980"/>
                  </a:lnTo>
                  <a:close/>
                  <a:moveTo>
                    <a:pt x="468149" y="1929721"/>
                  </a:moveTo>
                  <a:lnTo>
                    <a:pt x="445159" y="1896289"/>
                  </a:lnTo>
                  <a:lnTo>
                    <a:pt x="469035" y="2011936"/>
                  </a:lnTo>
                  <a:close/>
                  <a:moveTo>
                    <a:pt x="469294" y="1891284"/>
                  </a:moveTo>
                  <a:lnTo>
                    <a:pt x="490699" y="1919859"/>
                  </a:lnTo>
                  <a:lnTo>
                    <a:pt x="534844" y="1924923"/>
                  </a:lnTo>
                  <a:close/>
                  <a:moveTo>
                    <a:pt x="490699" y="1919859"/>
                  </a:moveTo>
                  <a:lnTo>
                    <a:pt x="469294" y="1891284"/>
                  </a:lnTo>
                  <a:lnTo>
                    <a:pt x="514599" y="1849230"/>
                  </a:lnTo>
                  <a:close/>
                  <a:moveTo>
                    <a:pt x="349289" y="1813546"/>
                  </a:moveTo>
                  <a:lnTo>
                    <a:pt x="437741" y="1891284"/>
                  </a:lnTo>
                  <a:lnTo>
                    <a:pt x="445159" y="1896289"/>
                  </a:lnTo>
                  <a:close/>
                  <a:moveTo>
                    <a:pt x="1230947" y="2877866"/>
                  </a:moveTo>
                  <a:lnTo>
                    <a:pt x="1214587" y="2795917"/>
                  </a:lnTo>
                  <a:lnTo>
                    <a:pt x="1215490" y="2895275"/>
                  </a:lnTo>
                  <a:close/>
                  <a:moveTo>
                    <a:pt x="1230947" y="2877866"/>
                  </a:moveTo>
                  <a:lnTo>
                    <a:pt x="1214511" y="2795651"/>
                  </a:lnTo>
                  <a:lnTo>
                    <a:pt x="1214587" y="2795917"/>
                  </a:lnTo>
                  <a:close/>
                  <a:moveTo>
                    <a:pt x="469294" y="1891284"/>
                  </a:moveTo>
                  <a:lnTo>
                    <a:pt x="536196" y="1782778"/>
                  </a:lnTo>
                  <a:lnTo>
                    <a:pt x="514599" y="1849230"/>
                  </a:lnTo>
                  <a:close/>
                  <a:moveTo>
                    <a:pt x="1375955" y="2625233"/>
                  </a:moveTo>
                  <a:lnTo>
                    <a:pt x="1420168" y="2636563"/>
                  </a:lnTo>
                  <a:lnTo>
                    <a:pt x="1422362" y="2648092"/>
                  </a:lnTo>
                  <a:close/>
                  <a:moveTo>
                    <a:pt x="1352481" y="2600925"/>
                  </a:moveTo>
                  <a:lnTo>
                    <a:pt x="1420168" y="2636563"/>
                  </a:lnTo>
                  <a:lnTo>
                    <a:pt x="1375955" y="2625233"/>
                  </a:lnTo>
                  <a:close/>
                  <a:moveTo>
                    <a:pt x="1378530" y="2592784"/>
                  </a:moveTo>
                  <a:lnTo>
                    <a:pt x="1422362" y="2648092"/>
                  </a:lnTo>
                  <a:lnTo>
                    <a:pt x="1490655" y="2636563"/>
                  </a:lnTo>
                  <a:close/>
                  <a:moveTo>
                    <a:pt x="653747" y="1747803"/>
                  </a:moveTo>
                  <a:lnTo>
                    <a:pt x="558305" y="1764804"/>
                  </a:lnTo>
                  <a:lnTo>
                    <a:pt x="680519" y="1760516"/>
                  </a:lnTo>
                  <a:close/>
                  <a:moveTo>
                    <a:pt x="1490655" y="2636563"/>
                  </a:moveTo>
                  <a:lnTo>
                    <a:pt x="1515546" y="2653281"/>
                  </a:lnTo>
                  <a:lnTo>
                    <a:pt x="1516017" y="2632544"/>
                  </a:lnTo>
                  <a:close/>
                  <a:moveTo>
                    <a:pt x="1449791" y="2554347"/>
                  </a:moveTo>
                  <a:lnTo>
                    <a:pt x="1516017" y="2632544"/>
                  </a:lnTo>
                  <a:lnTo>
                    <a:pt x="1468476" y="2540750"/>
                  </a:lnTo>
                  <a:close/>
                  <a:moveTo>
                    <a:pt x="1490655" y="2636563"/>
                  </a:moveTo>
                  <a:lnTo>
                    <a:pt x="1516017" y="2632544"/>
                  </a:lnTo>
                  <a:lnTo>
                    <a:pt x="1449791" y="2554347"/>
                  </a:lnTo>
                  <a:close/>
                  <a:moveTo>
                    <a:pt x="1516017" y="2632544"/>
                  </a:moveTo>
                  <a:lnTo>
                    <a:pt x="1515546" y="2653281"/>
                  </a:lnTo>
                  <a:lnTo>
                    <a:pt x="1520901" y="2636563"/>
                  </a:lnTo>
                  <a:close/>
                  <a:moveTo>
                    <a:pt x="1433465" y="2538973"/>
                  </a:moveTo>
                  <a:lnTo>
                    <a:pt x="1484710" y="2537992"/>
                  </a:lnTo>
                  <a:lnTo>
                    <a:pt x="1449791" y="2554347"/>
                  </a:lnTo>
                  <a:close/>
                  <a:moveTo>
                    <a:pt x="1267370" y="2389918"/>
                  </a:moveTo>
                  <a:lnTo>
                    <a:pt x="1307277" y="2431916"/>
                  </a:lnTo>
                  <a:lnTo>
                    <a:pt x="1316523" y="2373268"/>
                  </a:lnTo>
                  <a:close/>
                  <a:moveTo>
                    <a:pt x="814446" y="1978027"/>
                  </a:moveTo>
                  <a:lnTo>
                    <a:pt x="896345" y="1972037"/>
                  </a:lnTo>
                  <a:lnTo>
                    <a:pt x="881985" y="1956447"/>
                  </a:lnTo>
                  <a:close/>
                  <a:moveTo>
                    <a:pt x="1491742" y="2349082"/>
                  </a:moveTo>
                  <a:lnTo>
                    <a:pt x="1490610" y="2351481"/>
                  </a:lnTo>
                  <a:lnTo>
                    <a:pt x="1536552" y="2301415"/>
                  </a:lnTo>
                  <a:close/>
                  <a:moveTo>
                    <a:pt x="1537537" y="2230829"/>
                  </a:moveTo>
                  <a:lnTo>
                    <a:pt x="1581560" y="2254490"/>
                  </a:lnTo>
                  <a:lnTo>
                    <a:pt x="1554506" y="2200884"/>
                  </a:lnTo>
                  <a:close/>
                  <a:moveTo>
                    <a:pt x="1647137" y="2286261"/>
                  </a:moveTo>
                  <a:lnTo>
                    <a:pt x="1654656" y="2249126"/>
                  </a:lnTo>
                  <a:lnTo>
                    <a:pt x="1537537" y="2230829"/>
                  </a:lnTo>
                  <a:close/>
                  <a:moveTo>
                    <a:pt x="1537537" y="2230829"/>
                  </a:moveTo>
                  <a:lnTo>
                    <a:pt x="1554506" y="2200884"/>
                  </a:lnTo>
                  <a:lnTo>
                    <a:pt x="1522430" y="2126870"/>
                  </a:lnTo>
                  <a:close/>
                  <a:moveTo>
                    <a:pt x="1888470" y="2350799"/>
                  </a:moveTo>
                  <a:lnTo>
                    <a:pt x="1868199" y="2327819"/>
                  </a:lnTo>
                  <a:lnTo>
                    <a:pt x="1923893" y="2419785"/>
                  </a:lnTo>
                  <a:close/>
                  <a:moveTo>
                    <a:pt x="1967124" y="2366218"/>
                  </a:moveTo>
                  <a:lnTo>
                    <a:pt x="1888470" y="2350799"/>
                  </a:lnTo>
                  <a:lnTo>
                    <a:pt x="1923893" y="2419785"/>
                  </a:lnTo>
                  <a:close/>
                  <a:moveTo>
                    <a:pt x="1862847" y="2318386"/>
                  </a:moveTo>
                  <a:lnTo>
                    <a:pt x="1868199" y="2327819"/>
                  </a:lnTo>
                  <a:lnTo>
                    <a:pt x="1888470" y="2350799"/>
                  </a:lnTo>
                  <a:close/>
                  <a:moveTo>
                    <a:pt x="1862847" y="2318386"/>
                  </a:moveTo>
                  <a:lnTo>
                    <a:pt x="1821579" y="2236171"/>
                  </a:lnTo>
                  <a:lnTo>
                    <a:pt x="1824770" y="2263033"/>
                  </a:lnTo>
                  <a:close/>
                  <a:moveTo>
                    <a:pt x="2131690" y="2487641"/>
                  </a:moveTo>
                  <a:lnTo>
                    <a:pt x="2077829" y="2501468"/>
                  </a:lnTo>
                  <a:lnTo>
                    <a:pt x="2092964" y="2444380"/>
                  </a:lnTo>
                  <a:close/>
                  <a:moveTo>
                    <a:pt x="2077829" y="2501468"/>
                  </a:moveTo>
                  <a:lnTo>
                    <a:pt x="2131690" y="2487641"/>
                  </a:lnTo>
                  <a:lnTo>
                    <a:pt x="2104003" y="2482817"/>
                  </a:lnTo>
                  <a:close/>
                  <a:moveTo>
                    <a:pt x="2131690" y="2487641"/>
                  </a:moveTo>
                  <a:lnTo>
                    <a:pt x="2135314" y="2444380"/>
                  </a:lnTo>
                  <a:lnTo>
                    <a:pt x="2104003" y="2482817"/>
                  </a:lnTo>
                  <a:close/>
                  <a:moveTo>
                    <a:pt x="1996470" y="2284128"/>
                  </a:moveTo>
                  <a:lnTo>
                    <a:pt x="1967124" y="2366218"/>
                  </a:lnTo>
                  <a:lnTo>
                    <a:pt x="2088274" y="2370177"/>
                  </a:lnTo>
                  <a:close/>
                  <a:moveTo>
                    <a:pt x="2088274" y="2370177"/>
                  </a:moveTo>
                  <a:lnTo>
                    <a:pt x="2111732" y="2362165"/>
                  </a:lnTo>
                  <a:lnTo>
                    <a:pt x="2162669" y="2324810"/>
                  </a:lnTo>
                  <a:close/>
                  <a:moveTo>
                    <a:pt x="1862847" y="2318386"/>
                  </a:moveTo>
                  <a:lnTo>
                    <a:pt x="1888470" y="2350799"/>
                  </a:lnTo>
                  <a:lnTo>
                    <a:pt x="1897602" y="2303915"/>
                  </a:lnTo>
                  <a:close/>
                  <a:moveTo>
                    <a:pt x="1821579" y="2236171"/>
                  </a:moveTo>
                  <a:lnTo>
                    <a:pt x="1862847" y="2318386"/>
                  </a:lnTo>
                  <a:lnTo>
                    <a:pt x="1845411" y="2197735"/>
                  </a:lnTo>
                  <a:close/>
                  <a:moveTo>
                    <a:pt x="1804479" y="1951089"/>
                  </a:moveTo>
                  <a:lnTo>
                    <a:pt x="1748549" y="1868874"/>
                  </a:lnTo>
                  <a:lnTo>
                    <a:pt x="1742937" y="1989526"/>
                  </a:lnTo>
                  <a:close/>
                  <a:moveTo>
                    <a:pt x="1184211" y="1453097"/>
                  </a:moveTo>
                  <a:lnTo>
                    <a:pt x="1196690" y="1409177"/>
                  </a:lnTo>
                  <a:lnTo>
                    <a:pt x="1193251" y="1423439"/>
                  </a:lnTo>
                  <a:close/>
                  <a:moveTo>
                    <a:pt x="1112599" y="1211154"/>
                  </a:moveTo>
                  <a:lnTo>
                    <a:pt x="1090125" y="1134943"/>
                  </a:lnTo>
                  <a:lnTo>
                    <a:pt x="1114415" y="1215288"/>
                  </a:lnTo>
                  <a:close/>
                  <a:moveTo>
                    <a:pt x="1112599" y="1211154"/>
                  </a:moveTo>
                  <a:lnTo>
                    <a:pt x="1087502" y="1128939"/>
                  </a:lnTo>
                  <a:lnTo>
                    <a:pt x="1090125" y="1134943"/>
                  </a:lnTo>
                  <a:close/>
                  <a:moveTo>
                    <a:pt x="2095659" y="2264081"/>
                  </a:moveTo>
                  <a:lnTo>
                    <a:pt x="2111732" y="2362165"/>
                  </a:lnTo>
                  <a:lnTo>
                    <a:pt x="2104289" y="2357157"/>
                  </a:lnTo>
                  <a:close/>
                  <a:moveTo>
                    <a:pt x="1797374" y="1858463"/>
                  </a:moveTo>
                  <a:lnTo>
                    <a:pt x="1755126" y="1858691"/>
                  </a:lnTo>
                  <a:lnTo>
                    <a:pt x="1831666" y="1912653"/>
                  </a:lnTo>
                  <a:close/>
                  <a:moveTo>
                    <a:pt x="1831666" y="1912653"/>
                  </a:moveTo>
                  <a:lnTo>
                    <a:pt x="1755126" y="1858691"/>
                  </a:lnTo>
                  <a:lnTo>
                    <a:pt x="1748549" y="1868874"/>
                  </a:lnTo>
                  <a:close/>
                  <a:moveTo>
                    <a:pt x="1831666" y="1912653"/>
                  </a:moveTo>
                  <a:lnTo>
                    <a:pt x="1748549" y="1868874"/>
                  </a:lnTo>
                  <a:lnTo>
                    <a:pt x="1804479" y="1951089"/>
                  </a:lnTo>
                  <a:close/>
                  <a:moveTo>
                    <a:pt x="1492416" y="1350533"/>
                  </a:moveTo>
                  <a:lnTo>
                    <a:pt x="1430580" y="1340213"/>
                  </a:lnTo>
                  <a:lnTo>
                    <a:pt x="1494816" y="1448674"/>
                  </a:lnTo>
                  <a:close/>
                  <a:moveTo>
                    <a:pt x="1047282" y="1046723"/>
                  </a:moveTo>
                  <a:lnTo>
                    <a:pt x="1042686" y="987413"/>
                  </a:lnTo>
                  <a:lnTo>
                    <a:pt x="1073989" y="926072"/>
                  </a:lnTo>
                  <a:close/>
                  <a:moveTo>
                    <a:pt x="1047282" y="1046723"/>
                  </a:moveTo>
                  <a:lnTo>
                    <a:pt x="1073989" y="926072"/>
                  </a:lnTo>
                  <a:lnTo>
                    <a:pt x="1039863" y="964508"/>
                  </a:lnTo>
                  <a:close/>
                  <a:moveTo>
                    <a:pt x="252419" y="30048"/>
                  </a:moveTo>
                  <a:lnTo>
                    <a:pt x="332411" y="25608"/>
                  </a:lnTo>
                  <a:lnTo>
                    <a:pt x="273847" y="0"/>
                  </a:lnTo>
                  <a:close/>
                  <a:moveTo>
                    <a:pt x="1766222" y="1830438"/>
                  </a:moveTo>
                  <a:lnTo>
                    <a:pt x="1755126" y="1858691"/>
                  </a:lnTo>
                  <a:lnTo>
                    <a:pt x="1797374" y="1858463"/>
                  </a:lnTo>
                  <a:close/>
                  <a:moveTo>
                    <a:pt x="1710805" y="1534797"/>
                  </a:moveTo>
                  <a:lnTo>
                    <a:pt x="1844655" y="1541374"/>
                  </a:lnTo>
                  <a:lnTo>
                    <a:pt x="1757273" y="1493327"/>
                  </a:lnTo>
                  <a:close/>
                  <a:moveTo>
                    <a:pt x="1840477" y="1549619"/>
                  </a:moveTo>
                  <a:lnTo>
                    <a:pt x="1861086" y="1545356"/>
                  </a:lnTo>
                  <a:lnTo>
                    <a:pt x="1844655" y="1541374"/>
                  </a:lnTo>
                  <a:close/>
                  <a:moveTo>
                    <a:pt x="1688429" y="1463141"/>
                  </a:moveTo>
                  <a:lnTo>
                    <a:pt x="1625044" y="1403393"/>
                  </a:lnTo>
                  <a:lnTo>
                    <a:pt x="1658771" y="1419362"/>
                  </a:lnTo>
                  <a:close/>
                  <a:moveTo>
                    <a:pt x="1688429" y="1463141"/>
                  </a:moveTo>
                  <a:lnTo>
                    <a:pt x="1658771" y="1419362"/>
                  </a:lnTo>
                  <a:lnTo>
                    <a:pt x="1665476" y="1501577"/>
                  </a:lnTo>
                  <a:close/>
                  <a:moveTo>
                    <a:pt x="1200711" y="905446"/>
                  </a:moveTo>
                  <a:lnTo>
                    <a:pt x="1124835" y="906540"/>
                  </a:lnTo>
                  <a:lnTo>
                    <a:pt x="1239655" y="951327"/>
                  </a:lnTo>
                  <a:close/>
                  <a:moveTo>
                    <a:pt x="1260191" y="917682"/>
                  </a:moveTo>
                  <a:lnTo>
                    <a:pt x="1200711" y="905446"/>
                  </a:lnTo>
                  <a:lnTo>
                    <a:pt x="1312633" y="945523"/>
                  </a:lnTo>
                  <a:close/>
                  <a:moveTo>
                    <a:pt x="1200711" y="905446"/>
                  </a:moveTo>
                  <a:lnTo>
                    <a:pt x="1239655" y="951327"/>
                  </a:lnTo>
                  <a:lnTo>
                    <a:pt x="1312633" y="945523"/>
                  </a:lnTo>
                  <a:close/>
                  <a:moveTo>
                    <a:pt x="1569934" y="1350213"/>
                  </a:moveTo>
                  <a:lnTo>
                    <a:pt x="1625044" y="1403393"/>
                  </a:lnTo>
                  <a:lnTo>
                    <a:pt x="1558430" y="1396956"/>
                  </a:lnTo>
                  <a:close/>
                  <a:moveTo>
                    <a:pt x="1335311" y="956703"/>
                  </a:moveTo>
                  <a:lnTo>
                    <a:pt x="1355908" y="969850"/>
                  </a:lnTo>
                  <a:lnTo>
                    <a:pt x="1312633" y="945523"/>
                  </a:lnTo>
                  <a:close/>
                  <a:moveTo>
                    <a:pt x="1837887" y="1364326"/>
                  </a:moveTo>
                  <a:lnTo>
                    <a:pt x="1846579" y="1424705"/>
                  </a:lnTo>
                  <a:lnTo>
                    <a:pt x="1867939" y="1413229"/>
                  </a:lnTo>
                  <a:close/>
                  <a:moveTo>
                    <a:pt x="1793070" y="1227290"/>
                  </a:moveTo>
                  <a:lnTo>
                    <a:pt x="1869139" y="1226040"/>
                  </a:lnTo>
                  <a:lnTo>
                    <a:pt x="1818402" y="1228019"/>
                  </a:lnTo>
                  <a:close/>
                  <a:moveTo>
                    <a:pt x="1869139" y="1226040"/>
                  </a:moveTo>
                  <a:lnTo>
                    <a:pt x="1793070" y="1227290"/>
                  </a:lnTo>
                  <a:lnTo>
                    <a:pt x="1880242" y="124402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10" name="Candidate_density__2029">
              <a:extLst>
                <a:ext uri="{FF2B5EF4-FFF2-40B4-BE49-F238E27FC236}">
                  <a16:creationId xmlns:a16="http://schemas.microsoft.com/office/drawing/2014/main" id="{284C1D40-BDCB-16C7-D0FD-598125370F92}"/>
                </a:ext>
              </a:extLst>
            </p:cNvPr>
            <p:cNvSpPr>
              <a:spLocks noGrp="1"/>
            </p:cNvSpPr>
            <p:nvPr/>
          </p:nvSpPr>
          <p:spPr>
            <a:xfrm>
              <a:off x="4490746" y="2989537"/>
              <a:ext cx="2182857" cy="1586977"/>
            </a:xfrm>
            <a:custGeom>
              <a:avLst/>
              <a:gdLst/>
              <a:ahLst/>
              <a:cxnLst/>
              <a:rect l="0" t="0" r="0" b="0"/>
              <a:pathLst>
                <a:path w="2182857" h="1586977">
                  <a:moveTo>
                    <a:pt x="0" y="1352057"/>
                  </a:moveTo>
                  <a:lnTo>
                    <a:pt x="19337" y="1434272"/>
                  </a:lnTo>
                  <a:lnTo>
                    <a:pt x="19357" y="1314883"/>
                  </a:lnTo>
                  <a:close/>
                  <a:moveTo>
                    <a:pt x="19337" y="1434272"/>
                  </a:moveTo>
                  <a:lnTo>
                    <a:pt x="12852" y="1420264"/>
                  </a:lnTo>
                  <a:lnTo>
                    <a:pt x="19357" y="1314883"/>
                  </a:lnTo>
                  <a:close/>
                  <a:moveTo>
                    <a:pt x="72639" y="1231405"/>
                  </a:moveTo>
                  <a:lnTo>
                    <a:pt x="71543" y="1232957"/>
                  </a:lnTo>
                  <a:lnTo>
                    <a:pt x="20618" y="1312528"/>
                  </a:lnTo>
                  <a:close/>
                  <a:moveTo>
                    <a:pt x="71543" y="1232957"/>
                  </a:moveTo>
                  <a:lnTo>
                    <a:pt x="32018" y="1291691"/>
                  </a:lnTo>
                  <a:lnTo>
                    <a:pt x="20618" y="1312528"/>
                  </a:lnTo>
                  <a:close/>
                  <a:moveTo>
                    <a:pt x="20618" y="1312528"/>
                  </a:moveTo>
                  <a:lnTo>
                    <a:pt x="32018" y="1291691"/>
                  </a:lnTo>
                  <a:lnTo>
                    <a:pt x="19357" y="1314883"/>
                  </a:lnTo>
                  <a:close/>
                  <a:moveTo>
                    <a:pt x="19357" y="1314883"/>
                  </a:moveTo>
                  <a:lnTo>
                    <a:pt x="32018" y="1291691"/>
                  </a:lnTo>
                  <a:lnTo>
                    <a:pt x="0" y="1352057"/>
                  </a:lnTo>
                  <a:close/>
                  <a:moveTo>
                    <a:pt x="156383" y="1262814"/>
                  </a:moveTo>
                  <a:lnTo>
                    <a:pt x="74946" y="1230191"/>
                  </a:lnTo>
                  <a:lnTo>
                    <a:pt x="135826" y="1249408"/>
                  </a:lnTo>
                  <a:close/>
                  <a:moveTo>
                    <a:pt x="135826" y="1249408"/>
                  </a:moveTo>
                  <a:lnTo>
                    <a:pt x="170708" y="1192969"/>
                  </a:lnTo>
                  <a:lnTo>
                    <a:pt x="156383" y="1262814"/>
                  </a:lnTo>
                  <a:close/>
                  <a:moveTo>
                    <a:pt x="73215" y="1230518"/>
                  </a:moveTo>
                  <a:lnTo>
                    <a:pt x="72639" y="1231405"/>
                  </a:lnTo>
                  <a:lnTo>
                    <a:pt x="74946" y="1230191"/>
                  </a:lnTo>
                  <a:close/>
                  <a:moveTo>
                    <a:pt x="445586" y="1571577"/>
                  </a:moveTo>
                  <a:lnTo>
                    <a:pt x="479479" y="1583550"/>
                  </a:lnTo>
                  <a:lnTo>
                    <a:pt x="554999" y="1565608"/>
                  </a:lnTo>
                  <a:close/>
                  <a:moveTo>
                    <a:pt x="184886" y="1154181"/>
                  </a:moveTo>
                  <a:lnTo>
                    <a:pt x="219326" y="1173404"/>
                  </a:lnTo>
                  <a:lnTo>
                    <a:pt x="210636" y="1110754"/>
                  </a:lnTo>
                  <a:close/>
                  <a:moveTo>
                    <a:pt x="210636" y="1110754"/>
                  </a:moveTo>
                  <a:lnTo>
                    <a:pt x="219326" y="1173404"/>
                  </a:lnTo>
                  <a:lnTo>
                    <a:pt x="257393" y="1154532"/>
                  </a:lnTo>
                  <a:close/>
                  <a:moveTo>
                    <a:pt x="210636" y="1110754"/>
                  </a:moveTo>
                  <a:lnTo>
                    <a:pt x="257393" y="1154532"/>
                  </a:lnTo>
                  <a:lnTo>
                    <a:pt x="222481" y="1072317"/>
                  </a:lnTo>
                  <a:close/>
                  <a:moveTo>
                    <a:pt x="419335" y="1116096"/>
                  </a:moveTo>
                  <a:lnTo>
                    <a:pt x="350517" y="1127340"/>
                  </a:lnTo>
                  <a:lnTo>
                    <a:pt x="383423" y="1200681"/>
                  </a:lnTo>
                  <a:close/>
                  <a:moveTo>
                    <a:pt x="350517" y="1127340"/>
                  </a:moveTo>
                  <a:lnTo>
                    <a:pt x="419335" y="1116096"/>
                  </a:lnTo>
                  <a:lnTo>
                    <a:pt x="359771" y="1098981"/>
                  </a:lnTo>
                  <a:close/>
                  <a:moveTo>
                    <a:pt x="258121" y="990102"/>
                  </a:moveTo>
                  <a:lnTo>
                    <a:pt x="222481" y="1072317"/>
                  </a:lnTo>
                  <a:lnTo>
                    <a:pt x="284898" y="1033881"/>
                  </a:lnTo>
                  <a:close/>
                  <a:moveTo>
                    <a:pt x="258121" y="990102"/>
                  </a:moveTo>
                  <a:lnTo>
                    <a:pt x="284898" y="1033881"/>
                  </a:lnTo>
                  <a:lnTo>
                    <a:pt x="274835" y="951666"/>
                  </a:lnTo>
                  <a:close/>
                  <a:moveTo>
                    <a:pt x="304873" y="893728"/>
                  </a:moveTo>
                  <a:lnTo>
                    <a:pt x="274835" y="951666"/>
                  </a:lnTo>
                  <a:lnTo>
                    <a:pt x="362141" y="917706"/>
                  </a:lnTo>
                  <a:close/>
                  <a:moveTo>
                    <a:pt x="547334" y="874792"/>
                  </a:moveTo>
                  <a:lnTo>
                    <a:pt x="549048" y="886938"/>
                  </a:lnTo>
                  <a:lnTo>
                    <a:pt x="482146" y="995444"/>
                  </a:lnTo>
                  <a:close/>
                  <a:moveTo>
                    <a:pt x="2024840" y="1504762"/>
                  </a:moveTo>
                  <a:lnTo>
                    <a:pt x="1979976" y="1470378"/>
                  </a:lnTo>
                  <a:lnTo>
                    <a:pt x="1936745" y="1523945"/>
                  </a:lnTo>
                  <a:close/>
                  <a:moveTo>
                    <a:pt x="2024840" y="1504762"/>
                  </a:moveTo>
                  <a:lnTo>
                    <a:pt x="2077697" y="1557086"/>
                  </a:lnTo>
                  <a:lnTo>
                    <a:pt x="2101126" y="1474337"/>
                  </a:lnTo>
                  <a:close/>
                  <a:moveTo>
                    <a:pt x="2101126" y="1474337"/>
                  </a:moveTo>
                  <a:lnTo>
                    <a:pt x="2077697" y="1557086"/>
                  </a:lnTo>
                  <a:lnTo>
                    <a:pt x="2124583" y="1466325"/>
                  </a:lnTo>
                  <a:close/>
                  <a:moveTo>
                    <a:pt x="2124583" y="1466325"/>
                  </a:moveTo>
                  <a:lnTo>
                    <a:pt x="2077697" y="1557086"/>
                  </a:lnTo>
                  <a:lnTo>
                    <a:pt x="2116855" y="1586977"/>
                  </a:lnTo>
                  <a:close/>
                  <a:moveTo>
                    <a:pt x="2124583" y="1466325"/>
                  </a:moveTo>
                  <a:lnTo>
                    <a:pt x="2116855" y="1586977"/>
                  </a:lnTo>
                  <a:lnTo>
                    <a:pt x="2148166" y="1548540"/>
                  </a:lnTo>
                  <a:close/>
                  <a:moveTo>
                    <a:pt x="2101126" y="1474337"/>
                  </a:moveTo>
                  <a:lnTo>
                    <a:pt x="1979976" y="1470378"/>
                  </a:lnTo>
                  <a:lnTo>
                    <a:pt x="2024840" y="1504762"/>
                  </a:lnTo>
                  <a:close/>
                  <a:moveTo>
                    <a:pt x="2182857" y="1510104"/>
                  </a:moveTo>
                  <a:lnTo>
                    <a:pt x="2117141" y="1461317"/>
                  </a:lnTo>
                  <a:lnTo>
                    <a:pt x="2124583" y="1466325"/>
                  </a:lnTo>
                  <a:close/>
                  <a:moveTo>
                    <a:pt x="1106497" y="3444"/>
                  </a:moveTo>
                  <a:lnTo>
                    <a:pt x="1052714" y="68668"/>
                  </a:lnTo>
                  <a:lnTo>
                    <a:pt x="1086841" y="30232"/>
                  </a:lnTo>
                  <a:close/>
                  <a:moveTo>
                    <a:pt x="1655644" y="448120"/>
                  </a:moveTo>
                  <a:lnTo>
                    <a:pt x="1671623" y="523522"/>
                  </a:lnTo>
                  <a:lnTo>
                    <a:pt x="1637895" y="507553"/>
                  </a:lnTo>
                  <a:close/>
                  <a:moveTo>
                    <a:pt x="1137687" y="10700"/>
                  </a:moveTo>
                  <a:lnTo>
                    <a:pt x="1180108" y="0"/>
                  </a:lnTo>
                  <a:lnTo>
                    <a:pt x="1106497" y="3444"/>
                  </a:lnTo>
                  <a:close/>
                  <a:moveTo>
                    <a:pt x="1137687" y="10700"/>
                  </a:moveTo>
                  <a:lnTo>
                    <a:pt x="1213563" y="9606"/>
                  </a:lnTo>
                  <a:lnTo>
                    <a:pt x="1180108" y="0"/>
                  </a:lnTo>
                  <a:close/>
                  <a:moveTo>
                    <a:pt x="1582786" y="454373"/>
                  </a:moveTo>
                  <a:lnTo>
                    <a:pt x="1655644" y="448120"/>
                  </a:lnTo>
                  <a:lnTo>
                    <a:pt x="1637895" y="507553"/>
                  </a:lnTo>
                  <a:close/>
                  <a:moveTo>
                    <a:pt x="1750109" y="364435"/>
                  </a:moveTo>
                  <a:lnTo>
                    <a:pt x="1745918" y="380232"/>
                  </a:lnTo>
                  <a:lnTo>
                    <a:pt x="1699510" y="396926"/>
                  </a:lnTo>
                  <a:close/>
                  <a:moveTo>
                    <a:pt x="1699510" y="396926"/>
                  </a:moveTo>
                  <a:lnTo>
                    <a:pt x="1745918" y="380232"/>
                  </a:lnTo>
                  <a:lnTo>
                    <a:pt x="1721694" y="416414"/>
                  </a:lnTo>
                  <a:close/>
                  <a:moveTo>
                    <a:pt x="1762881" y="355204"/>
                  </a:moveTo>
                  <a:lnTo>
                    <a:pt x="1745918" y="380232"/>
                  </a:lnTo>
                  <a:lnTo>
                    <a:pt x="1750109" y="364435"/>
                  </a:lnTo>
                  <a:close/>
                  <a:moveTo>
                    <a:pt x="1762881" y="355204"/>
                  </a:moveTo>
                  <a:lnTo>
                    <a:pt x="1750109" y="364435"/>
                  </a:lnTo>
                  <a:lnTo>
                    <a:pt x="1805921" y="331450"/>
                  </a:lnTo>
                  <a:close/>
                  <a:moveTo>
                    <a:pt x="1805921" y="331450"/>
                  </a:moveTo>
                  <a:lnTo>
                    <a:pt x="1831254" y="332179"/>
                  </a:lnTo>
                  <a:lnTo>
                    <a:pt x="1762881" y="355204"/>
                  </a:lnTo>
                  <a:close/>
                  <a:moveTo>
                    <a:pt x="1805921" y="331450"/>
                  </a:moveTo>
                  <a:lnTo>
                    <a:pt x="1813708" y="330033"/>
                  </a:lnTo>
                  <a:lnTo>
                    <a:pt x="1893094" y="3481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11" name="Candidate_density__2030">
              <a:extLst>
                <a:ext uri="{FF2B5EF4-FFF2-40B4-BE49-F238E27FC236}">
                  <a16:creationId xmlns:a16="http://schemas.microsoft.com/office/drawing/2014/main" id="{7C947A89-47F8-0908-1C30-340B93A2AA35}"/>
                </a:ext>
              </a:extLst>
            </p:cNvPr>
            <p:cNvSpPr>
              <a:spLocks noGrp="1"/>
            </p:cNvSpPr>
            <p:nvPr/>
          </p:nvSpPr>
          <p:spPr>
            <a:xfrm>
              <a:off x="4510103" y="2992981"/>
              <a:ext cx="1794351" cy="1311439"/>
            </a:xfrm>
            <a:custGeom>
              <a:avLst/>
              <a:gdLst/>
              <a:ahLst/>
              <a:cxnLst/>
              <a:rect l="0" t="0" r="0" b="0"/>
              <a:pathLst>
                <a:path w="1794351" h="1311439">
                  <a:moveTo>
                    <a:pt x="1261" y="1309084"/>
                  </a:moveTo>
                  <a:lnTo>
                    <a:pt x="0" y="1311439"/>
                  </a:lnTo>
                  <a:lnTo>
                    <a:pt x="800" y="1310177"/>
                  </a:lnTo>
                  <a:close/>
                  <a:moveTo>
                    <a:pt x="1261" y="1309084"/>
                  </a:moveTo>
                  <a:lnTo>
                    <a:pt x="800" y="1310177"/>
                  </a:lnTo>
                  <a:lnTo>
                    <a:pt x="2777" y="1309182"/>
                  </a:lnTo>
                  <a:close/>
                  <a:moveTo>
                    <a:pt x="55588" y="1226747"/>
                  </a:moveTo>
                  <a:lnTo>
                    <a:pt x="53281" y="1227961"/>
                  </a:lnTo>
                  <a:lnTo>
                    <a:pt x="116469" y="1245964"/>
                  </a:lnTo>
                  <a:close/>
                  <a:moveTo>
                    <a:pt x="53281" y="1227961"/>
                  </a:moveTo>
                  <a:lnTo>
                    <a:pt x="1261" y="1309084"/>
                  </a:lnTo>
                  <a:lnTo>
                    <a:pt x="116469" y="1245964"/>
                  </a:lnTo>
                  <a:close/>
                  <a:moveTo>
                    <a:pt x="165529" y="1150737"/>
                  </a:moveTo>
                  <a:lnTo>
                    <a:pt x="149671" y="1210852"/>
                  </a:lnTo>
                  <a:lnTo>
                    <a:pt x="151350" y="1189525"/>
                  </a:lnTo>
                  <a:close/>
                  <a:moveTo>
                    <a:pt x="199969" y="1169960"/>
                  </a:moveTo>
                  <a:lnTo>
                    <a:pt x="151350" y="1189525"/>
                  </a:lnTo>
                  <a:lnTo>
                    <a:pt x="237377" y="1204163"/>
                  </a:lnTo>
                  <a:close/>
                  <a:moveTo>
                    <a:pt x="151350" y="1189525"/>
                  </a:moveTo>
                  <a:lnTo>
                    <a:pt x="116469" y="1245964"/>
                  </a:lnTo>
                  <a:lnTo>
                    <a:pt x="237377" y="1204163"/>
                  </a:lnTo>
                  <a:close/>
                  <a:moveTo>
                    <a:pt x="165529" y="1150737"/>
                  </a:moveTo>
                  <a:lnTo>
                    <a:pt x="151350" y="1189525"/>
                  </a:lnTo>
                  <a:lnTo>
                    <a:pt x="199969" y="1169960"/>
                  </a:lnTo>
                  <a:close/>
                  <a:moveTo>
                    <a:pt x="199969" y="1169960"/>
                  </a:moveTo>
                  <a:lnTo>
                    <a:pt x="237377" y="1204163"/>
                  </a:lnTo>
                  <a:lnTo>
                    <a:pt x="238035" y="1151088"/>
                  </a:lnTo>
                  <a:close/>
                  <a:moveTo>
                    <a:pt x="238035" y="1151088"/>
                  </a:moveTo>
                  <a:lnTo>
                    <a:pt x="331159" y="1123896"/>
                  </a:lnTo>
                  <a:lnTo>
                    <a:pt x="265540" y="1030437"/>
                  </a:lnTo>
                  <a:close/>
                  <a:moveTo>
                    <a:pt x="203123" y="1068874"/>
                  </a:moveTo>
                  <a:lnTo>
                    <a:pt x="238035" y="1151088"/>
                  </a:lnTo>
                  <a:lnTo>
                    <a:pt x="265540" y="1030437"/>
                  </a:lnTo>
                  <a:close/>
                  <a:moveTo>
                    <a:pt x="1087140" y="0"/>
                  </a:moveTo>
                  <a:lnTo>
                    <a:pt x="1067483" y="26788"/>
                  </a:lnTo>
                  <a:lnTo>
                    <a:pt x="1118330" y="7256"/>
                  </a:lnTo>
                  <a:close/>
                  <a:moveTo>
                    <a:pt x="1786564" y="328007"/>
                  </a:moveTo>
                  <a:lnTo>
                    <a:pt x="1730752" y="360991"/>
                  </a:lnTo>
                  <a:lnTo>
                    <a:pt x="1794351" y="326589"/>
                  </a:lnTo>
                  <a:close/>
                  <a:moveTo>
                    <a:pt x="1730752" y="360991"/>
                  </a:moveTo>
                  <a:lnTo>
                    <a:pt x="1680152" y="393483"/>
                  </a:lnTo>
                  <a:lnTo>
                    <a:pt x="1794351" y="3265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12" name="Candidate_density__2031">
              <a:extLst>
                <a:ext uri="{FF2B5EF4-FFF2-40B4-BE49-F238E27FC236}">
                  <a16:creationId xmlns:a16="http://schemas.microsoft.com/office/drawing/2014/main" id="{A8164EA8-8F49-DD08-07DF-3FFAFC6A2654}"/>
                </a:ext>
              </a:extLst>
            </p:cNvPr>
            <p:cNvSpPr>
              <a:spLocks noGrp="1"/>
            </p:cNvSpPr>
            <p:nvPr/>
          </p:nvSpPr>
          <p:spPr>
            <a:xfrm>
              <a:off x="5049601" y="3155651"/>
              <a:ext cx="1815150" cy="2135781"/>
            </a:xfrm>
            <a:custGeom>
              <a:avLst/>
              <a:gdLst/>
              <a:ahLst/>
              <a:cxnLst/>
              <a:rect l="0" t="0" r="0" b="0"/>
              <a:pathLst>
                <a:path w="1815150" h="2135781">
                  <a:moveTo>
                    <a:pt x="586807" y="2135781"/>
                  </a:moveTo>
                  <a:lnTo>
                    <a:pt x="525852" y="2123081"/>
                  </a:lnTo>
                  <a:lnTo>
                    <a:pt x="656908" y="2119218"/>
                  </a:lnTo>
                  <a:close/>
                  <a:moveTo>
                    <a:pt x="74082" y="1548622"/>
                  </a:moveTo>
                  <a:lnTo>
                    <a:pt x="89789" y="1501184"/>
                  </a:lnTo>
                  <a:lnTo>
                    <a:pt x="0" y="1550297"/>
                  </a:lnTo>
                  <a:close/>
                  <a:moveTo>
                    <a:pt x="89789" y="1501184"/>
                  </a:moveTo>
                  <a:lnTo>
                    <a:pt x="74082" y="1548622"/>
                  </a:lnTo>
                  <a:lnTo>
                    <a:pt x="97980" y="1520145"/>
                  </a:lnTo>
                  <a:close/>
                  <a:moveTo>
                    <a:pt x="702348" y="2073908"/>
                  </a:moveTo>
                  <a:lnTo>
                    <a:pt x="586807" y="2135781"/>
                  </a:lnTo>
                  <a:lnTo>
                    <a:pt x="656908" y="2119218"/>
                  </a:lnTo>
                  <a:close/>
                  <a:moveTo>
                    <a:pt x="1080724" y="1513155"/>
                  </a:moveTo>
                  <a:lnTo>
                    <a:pt x="1152602" y="1503239"/>
                  </a:lnTo>
                  <a:lnTo>
                    <a:pt x="1197384" y="1455465"/>
                  </a:lnTo>
                  <a:close/>
                  <a:moveTo>
                    <a:pt x="1685219" y="1519162"/>
                  </a:moveTo>
                  <a:lnTo>
                    <a:pt x="1755057" y="1501620"/>
                  </a:lnTo>
                  <a:lnTo>
                    <a:pt x="1797334" y="1444484"/>
                  </a:lnTo>
                  <a:close/>
                  <a:moveTo>
                    <a:pt x="1773679" y="1464641"/>
                  </a:moveTo>
                  <a:lnTo>
                    <a:pt x="1807567" y="1426204"/>
                  </a:lnTo>
                  <a:lnTo>
                    <a:pt x="1797334" y="1444484"/>
                  </a:lnTo>
                  <a:close/>
                  <a:moveTo>
                    <a:pt x="1365276" y="932914"/>
                  </a:moveTo>
                  <a:lnTo>
                    <a:pt x="1357192" y="937137"/>
                  </a:lnTo>
                  <a:lnTo>
                    <a:pt x="1358924" y="889135"/>
                  </a:lnTo>
                  <a:close/>
                  <a:moveTo>
                    <a:pt x="1386726" y="850699"/>
                  </a:moveTo>
                  <a:lnTo>
                    <a:pt x="1365276" y="932914"/>
                  </a:lnTo>
                  <a:lnTo>
                    <a:pt x="1358924" y="889135"/>
                  </a:lnTo>
                  <a:close/>
                  <a:moveTo>
                    <a:pt x="1815150" y="1407746"/>
                  </a:moveTo>
                  <a:lnTo>
                    <a:pt x="1797334" y="1444484"/>
                  </a:lnTo>
                  <a:lnTo>
                    <a:pt x="1807567" y="1426204"/>
                  </a:lnTo>
                  <a:close/>
                  <a:moveTo>
                    <a:pt x="805318" y="28548"/>
                  </a:moveTo>
                  <a:lnTo>
                    <a:pt x="797771" y="0"/>
                  </a:lnTo>
                  <a:lnTo>
                    <a:pt x="767695" y="10275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13" name="Candidate_density__2032">
              <a:extLst>
                <a:ext uri="{FF2B5EF4-FFF2-40B4-BE49-F238E27FC236}">
                  <a16:creationId xmlns:a16="http://schemas.microsoft.com/office/drawing/2014/main" id="{A75BFDD1-A73D-A584-814D-EC6F54C1765C}"/>
                </a:ext>
              </a:extLst>
            </p:cNvPr>
            <p:cNvSpPr>
              <a:spLocks noGrp="1"/>
            </p:cNvSpPr>
            <p:nvPr/>
          </p:nvSpPr>
          <p:spPr>
            <a:xfrm>
              <a:off x="4777529" y="2187318"/>
              <a:ext cx="2086525" cy="3336395"/>
            </a:xfrm>
            <a:custGeom>
              <a:avLst/>
              <a:gdLst/>
              <a:ahLst/>
              <a:cxnLst/>
              <a:rect l="0" t="0" r="0" b="0"/>
              <a:pathLst>
                <a:path w="2086525" h="3336395">
                  <a:moveTo>
                    <a:pt x="282818" y="3261508"/>
                  </a:moveTo>
                  <a:lnTo>
                    <a:pt x="285552" y="3271699"/>
                  </a:lnTo>
                  <a:lnTo>
                    <a:pt x="303920" y="3283315"/>
                  </a:lnTo>
                  <a:close/>
                  <a:moveTo>
                    <a:pt x="315777" y="3223072"/>
                  </a:moveTo>
                  <a:lnTo>
                    <a:pt x="303920" y="3283315"/>
                  </a:lnTo>
                  <a:lnTo>
                    <a:pt x="351259" y="3245103"/>
                  </a:lnTo>
                  <a:close/>
                  <a:moveTo>
                    <a:pt x="315777" y="3223072"/>
                  </a:moveTo>
                  <a:lnTo>
                    <a:pt x="282818" y="3261508"/>
                  </a:lnTo>
                  <a:lnTo>
                    <a:pt x="303920" y="3283315"/>
                  </a:lnTo>
                  <a:close/>
                  <a:moveTo>
                    <a:pt x="261120" y="3186749"/>
                  </a:moveTo>
                  <a:lnTo>
                    <a:pt x="212309" y="3170561"/>
                  </a:lnTo>
                  <a:lnTo>
                    <a:pt x="315777" y="3223072"/>
                  </a:lnTo>
                  <a:close/>
                  <a:moveTo>
                    <a:pt x="315777" y="3223072"/>
                  </a:moveTo>
                  <a:lnTo>
                    <a:pt x="212309" y="3170561"/>
                  </a:lnTo>
                  <a:lnTo>
                    <a:pt x="214121" y="3179293"/>
                  </a:lnTo>
                  <a:close/>
                  <a:moveTo>
                    <a:pt x="315777" y="3223072"/>
                  </a:moveTo>
                  <a:lnTo>
                    <a:pt x="214121" y="3179293"/>
                  </a:lnTo>
                  <a:lnTo>
                    <a:pt x="282818" y="3261508"/>
                  </a:lnTo>
                  <a:close/>
                  <a:moveTo>
                    <a:pt x="303920" y="3283315"/>
                  </a:moveTo>
                  <a:lnTo>
                    <a:pt x="392648" y="3336395"/>
                  </a:lnTo>
                  <a:lnTo>
                    <a:pt x="430923" y="3264295"/>
                  </a:lnTo>
                  <a:close/>
                  <a:moveTo>
                    <a:pt x="351259" y="3245103"/>
                  </a:moveTo>
                  <a:lnTo>
                    <a:pt x="303920" y="3283315"/>
                  </a:lnTo>
                  <a:lnTo>
                    <a:pt x="430923" y="3264295"/>
                  </a:lnTo>
                  <a:close/>
                  <a:moveTo>
                    <a:pt x="188290" y="3129651"/>
                  </a:moveTo>
                  <a:lnTo>
                    <a:pt x="214121" y="3179293"/>
                  </a:lnTo>
                  <a:lnTo>
                    <a:pt x="212309" y="3170561"/>
                  </a:lnTo>
                  <a:close/>
                  <a:moveTo>
                    <a:pt x="136474" y="3071529"/>
                  </a:moveTo>
                  <a:lnTo>
                    <a:pt x="212309" y="3170561"/>
                  </a:lnTo>
                  <a:lnTo>
                    <a:pt x="208466" y="3140857"/>
                  </a:lnTo>
                  <a:close/>
                  <a:moveTo>
                    <a:pt x="166226" y="3097078"/>
                  </a:moveTo>
                  <a:lnTo>
                    <a:pt x="212309" y="3170561"/>
                  </a:lnTo>
                  <a:lnTo>
                    <a:pt x="136474" y="3071529"/>
                  </a:lnTo>
                  <a:close/>
                  <a:moveTo>
                    <a:pt x="536785" y="3266850"/>
                  </a:moveTo>
                  <a:lnTo>
                    <a:pt x="520964" y="3322290"/>
                  </a:lnTo>
                  <a:lnTo>
                    <a:pt x="574366" y="3306747"/>
                  </a:lnTo>
                  <a:close/>
                  <a:moveTo>
                    <a:pt x="536785" y="3266850"/>
                  </a:moveTo>
                  <a:lnTo>
                    <a:pt x="499535" y="3305287"/>
                  </a:lnTo>
                  <a:lnTo>
                    <a:pt x="520964" y="3322290"/>
                  </a:lnTo>
                  <a:close/>
                  <a:moveTo>
                    <a:pt x="463882" y="3187313"/>
                  </a:moveTo>
                  <a:lnTo>
                    <a:pt x="430923" y="3264295"/>
                  </a:lnTo>
                  <a:lnTo>
                    <a:pt x="473745" y="3184635"/>
                  </a:lnTo>
                  <a:close/>
                  <a:moveTo>
                    <a:pt x="473745" y="3184635"/>
                  </a:moveTo>
                  <a:lnTo>
                    <a:pt x="430923" y="3264295"/>
                  </a:lnTo>
                  <a:lnTo>
                    <a:pt x="499535" y="3305287"/>
                  </a:lnTo>
                  <a:close/>
                  <a:moveTo>
                    <a:pt x="473745" y="3184635"/>
                  </a:moveTo>
                  <a:lnTo>
                    <a:pt x="499535" y="3305287"/>
                  </a:lnTo>
                  <a:lnTo>
                    <a:pt x="536785" y="3266850"/>
                  </a:lnTo>
                  <a:close/>
                  <a:moveTo>
                    <a:pt x="430923" y="3264295"/>
                  </a:moveTo>
                  <a:lnTo>
                    <a:pt x="463882" y="3187313"/>
                  </a:lnTo>
                  <a:lnTo>
                    <a:pt x="393468" y="3187715"/>
                  </a:lnTo>
                  <a:close/>
                  <a:moveTo>
                    <a:pt x="351259" y="3245103"/>
                  </a:moveTo>
                  <a:lnTo>
                    <a:pt x="430923" y="3264295"/>
                  </a:lnTo>
                  <a:lnTo>
                    <a:pt x="393468" y="3187715"/>
                  </a:lnTo>
                  <a:close/>
                  <a:moveTo>
                    <a:pt x="473745" y="3184635"/>
                  </a:moveTo>
                  <a:lnTo>
                    <a:pt x="533911" y="3155491"/>
                  </a:lnTo>
                  <a:lnTo>
                    <a:pt x="463882" y="3187313"/>
                  </a:lnTo>
                  <a:close/>
                  <a:moveTo>
                    <a:pt x="463882" y="3187313"/>
                  </a:moveTo>
                  <a:lnTo>
                    <a:pt x="439178" y="3107304"/>
                  </a:lnTo>
                  <a:lnTo>
                    <a:pt x="427473" y="3184635"/>
                  </a:lnTo>
                  <a:close/>
                  <a:moveTo>
                    <a:pt x="439178" y="3107304"/>
                  </a:moveTo>
                  <a:lnTo>
                    <a:pt x="426087" y="3102420"/>
                  </a:lnTo>
                  <a:lnTo>
                    <a:pt x="427473" y="3184635"/>
                  </a:lnTo>
                  <a:close/>
                  <a:moveTo>
                    <a:pt x="349746" y="3024246"/>
                  </a:moveTo>
                  <a:lnTo>
                    <a:pt x="426087" y="3102420"/>
                  </a:lnTo>
                  <a:lnTo>
                    <a:pt x="347838" y="3020877"/>
                  </a:lnTo>
                  <a:close/>
                  <a:moveTo>
                    <a:pt x="426087" y="3102420"/>
                  </a:moveTo>
                  <a:lnTo>
                    <a:pt x="439178" y="3107304"/>
                  </a:lnTo>
                  <a:lnTo>
                    <a:pt x="347838" y="3020877"/>
                  </a:lnTo>
                  <a:close/>
                  <a:moveTo>
                    <a:pt x="349746" y="3024246"/>
                  </a:moveTo>
                  <a:lnTo>
                    <a:pt x="347838" y="3020877"/>
                  </a:lnTo>
                  <a:lnTo>
                    <a:pt x="346705" y="3020205"/>
                  </a:lnTo>
                  <a:close/>
                  <a:moveTo>
                    <a:pt x="473745" y="3184635"/>
                  </a:moveTo>
                  <a:lnTo>
                    <a:pt x="536785" y="3266850"/>
                  </a:lnTo>
                  <a:lnTo>
                    <a:pt x="469548" y="3182707"/>
                  </a:lnTo>
                  <a:close/>
                  <a:moveTo>
                    <a:pt x="174186" y="2646512"/>
                  </a:moveTo>
                  <a:lnTo>
                    <a:pt x="155326" y="2639454"/>
                  </a:lnTo>
                  <a:lnTo>
                    <a:pt x="231534" y="2645726"/>
                  </a:lnTo>
                  <a:close/>
                  <a:moveTo>
                    <a:pt x="141552" y="2488478"/>
                  </a:moveTo>
                  <a:lnTo>
                    <a:pt x="159116" y="2590171"/>
                  </a:lnTo>
                  <a:lnTo>
                    <a:pt x="199752" y="2526898"/>
                  </a:lnTo>
                  <a:close/>
                  <a:moveTo>
                    <a:pt x="633414" y="2970485"/>
                  </a:moveTo>
                  <a:lnTo>
                    <a:pt x="748459" y="3025547"/>
                  </a:lnTo>
                  <a:lnTo>
                    <a:pt x="678449" y="2986830"/>
                  </a:lnTo>
                  <a:close/>
                  <a:moveTo>
                    <a:pt x="633414" y="2970485"/>
                  </a:moveTo>
                  <a:lnTo>
                    <a:pt x="737410" y="3046623"/>
                  </a:lnTo>
                  <a:lnTo>
                    <a:pt x="748459" y="3025547"/>
                  </a:lnTo>
                  <a:close/>
                  <a:moveTo>
                    <a:pt x="497695" y="2868339"/>
                  </a:moveTo>
                  <a:lnTo>
                    <a:pt x="475673" y="2877450"/>
                  </a:lnTo>
                  <a:lnTo>
                    <a:pt x="532221" y="2933971"/>
                  </a:lnTo>
                  <a:close/>
                  <a:moveTo>
                    <a:pt x="588684" y="2929875"/>
                  </a:moveTo>
                  <a:lnTo>
                    <a:pt x="497695" y="2868339"/>
                  </a:lnTo>
                  <a:lnTo>
                    <a:pt x="532221" y="2933971"/>
                  </a:lnTo>
                  <a:close/>
                  <a:moveTo>
                    <a:pt x="610268" y="2947118"/>
                  </a:moveTo>
                  <a:lnTo>
                    <a:pt x="610686" y="2943332"/>
                  </a:lnTo>
                  <a:lnTo>
                    <a:pt x="588684" y="2929875"/>
                  </a:lnTo>
                  <a:close/>
                  <a:moveTo>
                    <a:pt x="309053" y="2441697"/>
                  </a:moveTo>
                  <a:lnTo>
                    <a:pt x="268216" y="2367826"/>
                  </a:lnTo>
                  <a:lnTo>
                    <a:pt x="308735" y="2452115"/>
                  </a:lnTo>
                  <a:close/>
                  <a:moveTo>
                    <a:pt x="226716" y="2412510"/>
                  </a:moveTo>
                  <a:lnTo>
                    <a:pt x="307531" y="2450042"/>
                  </a:lnTo>
                  <a:lnTo>
                    <a:pt x="308735" y="2452115"/>
                  </a:lnTo>
                  <a:close/>
                  <a:moveTo>
                    <a:pt x="187162" y="2290175"/>
                  </a:moveTo>
                  <a:lnTo>
                    <a:pt x="196971" y="2301299"/>
                  </a:lnTo>
                  <a:lnTo>
                    <a:pt x="178378" y="2285611"/>
                  </a:lnTo>
                  <a:close/>
                  <a:moveTo>
                    <a:pt x="196971" y="2301299"/>
                  </a:moveTo>
                  <a:lnTo>
                    <a:pt x="187162" y="2290175"/>
                  </a:lnTo>
                  <a:lnTo>
                    <a:pt x="268216" y="2367826"/>
                  </a:lnTo>
                  <a:close/>
                  <a:moveTo>
                    <a:pt x="99274" y="2301034"/>
                  </a:moveTo>
                  <a:lnTo>
                    <a:pt x="61635" y="2289158"/>
                  </a:lnTo>
                  <a:lnTo>
                    <a:pt x="0" y="2221058"/>
                  </a:lnTo>
                  <a:close/>
                  <a:moveTo>
                    <a:pt x="22781" y="2302630"/>
                  </a:moveTo>
                  <a:lnTo>
                    <a:pt x="99274" y="2301034"/>
                  </a:lnTo>
                  <a:lnTo>
                    <a:pt x="0" y="2221058"/>
                  </a:lnTo>
                  <a:close/>
                  <a:moveTo>
                    <a:pt x="610686" y="2943332"/>
                  </a:moveTo>
                  <a:lnTo>
                    <a:pt x="633414" y="2970485"/>
                  </a:lnTo>
                  <a:lnTo>
                    <a:pt x="678449" y="2986830"/>
                  </a:lnTo>
                  <a:close/>
                  <a:moveTo>
                    <a:pt x="609252" y="2829445"/>
                  </a:moveTo>
                  <a:lnTo>
                    <a:pt x="690688" y="2823830"/>
                  </a:lnTo>
                  <a:lnTo>
                    <a:pt x="627603" y="2775026"/>
                  </a:lnTo>
                  <a:close/>
                  <a:moveTo>
                    <a:pt x="609252" y="2829445"/>
                  </a:moveTo>
                  <a:lnTo>
                    <a:pt x="627603" y="2775026"/>
                  </a:lnTo>
                  <a:lnTo>
                    <a:pt x="573921" y="2758076"/>
                  </a:lnTo>
                  <a:close/>
                  <a:moveTo>
                    <a:pt x="690688" y="2823830"/>
                  </a:moveTo>
                  <a:lnTo>
                    <a:pt x="756266" y="2831108"/>
                  </a:lnTo>
                  <a:lnTo>
                    <a:pt x="627603" y="2775026"/>
                  </a:lnTo>
                  <a:close/>
                  <a:moveTo>
                    <a:pt x="531178" y="2696687"/>
                  </a:moveTo>
                  <a:lnTo>
                    <a:pt x="529365" y="2708089"/>
                  </a:lnTo>
                  <a:lnTo>
                    <a:pt x="573921" y="2758076"/>
                  </a:lnTo>
                  <a:close/>
                  <a:moveTo>
                    <a:pt x="573921" y="2758076"/>
                  </a:moveTo>
                  <a:lnTo>
                    <a:pt x="627603" y="2775026"/>
                  </a:lnTo>
                  <a:lnTo>
                    <a:pt x="531178" y="2696687"/>
                  </a:lnTo>
                  <a:close/>
                  <a:moveTo>
                    <a:pt x="524970" y="2691658"/>
                  </a:moveTo>
                  <a:lnTo>
                    <a:pt x="531178" y="2696687"/>
                  </a:lnTo>
                  <a:lnTo>
                    <a:pt x="538470" y="2686805"/>
                  </a:lnTo>
                  <a:close/>
                  <a:moveTo>
                    <a:pt x="538470" y="2686805"/>
                  </a:moveTo>
                  <a:lnTo>
                    <a:pt x="554848" y="2658250"/>
                  </a:lnTo>
                  <a:lnTo>
                    <a:pt x="524970" y="2691658"/>
                  </a:lnTo>
                  <a:close/>
                  <a:moveTo>
                    <a:pt x="524970" y="2691658"/>
                  </a:moveTo>
                  <a:lnTo>
                    <a:pt x="554848" y="2658250"/>
                  </a:lnTo>
                  <a:lnTo>
                    <a:pt x="487794" y="2616121"/>
                  </a:lnTo>
                  <a:close/>
                  <a:moveTo>
                    <a:pt x="196971" y="2301299"/>
                  </a:moveTo>
                  <a:lnTo>
                    <a:pt x="296662" y="2361838"/>
                  </a:lnTo>
                  <a:lnTo>
                    <a:pt x="318131" y="2260435"/>
                  </a:lnTo>
                  <a:close/>
                  <a:moveTo>
                    <a:pt x="296662" y="2361838"/>
                  </a:moveTo>
                  <a:lnTo>
                    <a:pt x="309053" y="2441697"/>
                  </a:lnTo>
                  <a:lnTo>
                    <a:pt x="391005" y="2345731"/>
                  </a:lnTo>
                  <a:close/>
                  <a:moveTo>
                    <a:pt x="365333" y="2247175"/>
                  </a:moveTo>
                  <a:lnTo>
                    <a:pt x="318131" y="2260435"/>
                  </a:lnTo>
                  <a:lnTo>
                    <a:pt x="386680" y="2249155"/>
                  </a:lnTo>
                  <a:close/>
                  <a:moveTo>
                    <a:pt x="122910" y="2203396"/>
                  </a:moveTo>
                  <a:lnTo>
                    <a:pt x="178378" y="2285611"/>
                  </a:lnTo>
                  <a:lnTo>
                    <a:pt x="118501" y="2185311"/>
                  </a:lnTo>
                  <a:close/>
                  <a:moveTo>
                    <a:pt x="500312" y="2557143"/>
                  </a:moveTo>
                  <a:lnTo>
                    <a:pt x="568460" y="2562331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632830" y="2455384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539545" y="2485746"/>
                  </a:lnTo>
                  <a:lnTo>
                    <a:pt x="568460" y="2562331"/>
                  </a:lnTo>
                  <a:close/>
                  <a:moveTo>
                    <a:pt x="539545" y="2485746"/>
                  </a:moveTo>
                  <a:lnTo>
                    <a:pt x="569308" y="2427027"/>
                  </a:lnTo>
                  <a:lnTo>
                    <a:pt x="480429" y="2411605"/>
                  </a:lnTo>
                  <a:close/>
                  <a:moveTo>
                    <a:pt x="493791" y="2462352"/>
                  </a:moveTo>
                  <a:lnTo>
                    <a:pt x="539545" y="2485746"/>
                  </a:lnTo>
                  <a:lnTo>
                    <a:pt x="480429" y="2411605"/>
                  </a:lnTo>
                  <a:close/>
                  <a:moveTo>
                    <a:pt x="539545" y="2485746"/>
                  </a:moveTo>
                  <a:lnTo>
                    <a:pt x="632830" y="2455384"/>
                  </a:lnTo>
                  <a:lnTo>
                    <a:pt x="569308" y="2427027"/>
                  </a:lnTo>
                  <a:close/>
                  <a:moveTo>
                    <a:pt x="320037" y="2242742"/>
                  </a:moveTo>
                  <a:lnTo>
                    <a:pt x="318131" y="2260435"/>
                  </a:lnTo>
                  <a:lnTo>
                    <a:pt x="365333" y="2247175"/>
                  </a:lnTo>
                  <a:close/>
                  <a:moveTo>
                    <a:pt x="365333" y="2247175"/>
                  </a:moveTo>
                  <a:lnTo>
                    <a:pt x="341313" y="2131907"/>
                  </a:lnTo>
                  <a:lnTo>
                    <a:pt x="320037" y="2242742"/>
                  </a:lnTo>
                  <a:close/>
                  <a:moveTo>
                    <a:pt x="125543" y="2000529"/>
                  </a:moveTo>
                  <a:lnTo>
                    <a:pt x="220795" y="1962556"/>
                  </a:lnTo>
                  <a:lnTo>
                    <a:pt x="132552" y="1918314"/>
                  </a:lnTo>
                  <a:close/>
                  <a:moveTo>
                    <a:pt x="569308" y="2427027"/>
                  </a:moveTo>
                  <a:lnTo>
                    <a:pt x="632830" y="2455384"/>
                  </a:lnTo>
                  <a:lnTo>
                    <a:pt x="637542" y="2334732"/>
                  </a:lnTo>
                  <a:close/>
                  <a:moveTo>
                    <a:pt x="637542" y="2334732"/>
                  </a:moveTo>
                  <a:lnTo>
                    <a:pt x="632830" y="2455384"/>
                  </a:lnTo>
                  <a:lnTo>
                    <a:pt x="684008" y="2362008"/>
                  </a:lnTo>
                  <a:close/>
                  <a:moveTo>
                    <a:pt x="684008" y="2362008"/>
                  </a:moveTo>
                  <a:lnTo>
                    <a:pt x="632830" y="2455384"/>
                  </a:lnTo>
                  <a:lnTo>
                    <a:pt x="661841" y="2446914"/>
                  </a:lnTo>
                  <a:close/>
                  <a:moveTo>
                    <a:pt x="764412" y="2499162"/>
                  </a:moveTo>
                  <a:lnTo>
                    <a:pt x="757565" y="2429684"/>
                  </a:lnTo>
                  <a:lnTo>
                    <a:pt x="772902" y="2517308"/>
                  </a:lnTo>
                  <a:close/>
                  <a:moveTo>
                    <a:pt x="742628" y="2416947"/>
                  </a:moveTo>
                  <a:lnTo>
                    <a:pt x="757565" y="2429684"/>
                  </a:lnTo>
                  <a:lnTo>
                    <a:pt x="764412" y="2499162"/>
                  </a:lnTo>
                  <a:close/>
                  <a:moveTo>
                    <a:pt x="684008" y="2362008"/>
                  </a:moveTo>
                  <a:lnTo>
                    <a:pt x="757565" y="2429684"/>
                  </a:lnTo>
                  <a:lnTo>
                    <a:pt x="742628" y="2416947"/>
                  </a:lnTo>
                  <a:close/>
                  <a:moveTo>
                    <a:pt x="460237" y="2005871"/>
                  </a:moveTo>
                  <a:lnTo>
                    <a:pt x="434991" y="1988294"/>
                  </a:lnTo>
                  <a:lnTo>
                    <a:pt x="384955" y="2016416"/>
                  </a:lnTo>
                  <a:close/>
                  <a:moveTo>
                    <a:pt x="94534" y="1704335"/>
                  </a:moveTo>
                  <a:lnTo>
                    <a:pt x="132855" y="1694629"/>
                  </a:lnTo>
                  <a:lnTo>
                    <a:pt x="105165" y="1677011"/>
                  </a:lnTo>
                  <a:close/>
                  <a:moveTo>
                    <a:pt x="132855" y="1694629"/>
                  </a:moveTo>
                  <a:lnTo>
                    <a:pt x="94534" y="1704335"/>
                  </a:lnTo>
                  <a:lnTo>
                    <a:pt x="155215" y="1677011"/>
                  </a:lnTo>
                  <a:close/>
                  <a:moveTo>
                    <a:pt x="877007" y="2581377"/>
                  </a:moveTo>
                  <a:lnTo>
                    <a:pt x="880237" y="2590731"/>
                  </a:lnTo>
                  <a:lnTo>
                    <a:pt x="896560" y="2599392"/>
                  </a:lnTo>
                  <a:close/>
                  <a:moveTo>
                    <a:pt x="772902" y="2517308"/>
                  </a:moveTo>
                  <a:lnTo>
                    <a:pt x="877007" y="2581377"/>
                  </a:lnTo>
                  <a:lnTo>
                    <a:pt x="804806" y="2534998"/>
                  </a:lnTo>
                  <a:close/>
                  <a:moveTo>
                    <a:pt x="880237" y="2590731"/>
                  </a:moveTo>
                  <a:lnTo>
                    <a:pt x="877007" y="2581377"/>
                  </a:lnTo>
                  <a:lnTo>
                    <a:pt x="772902" y="2517308"/>
                  </a:lnTo>
                  <a:close/>
                  <a:moveTo>
                    <a:pt x="764412" y="2499162"/>
                  </a:moveTo>
                  <a:lnTo>
                    <a:pt x="772902" y="2517308"/>
                  </a:lnTo>
                  <a:lnTo>
                    <a:pt x="804806" y="2534998"/>
                  </a:lnTo>
                  <a:close/>
                  <a:moveTo>
                    <a:pt x="526691" y="2052485"/>
                  </a:moveTo>
                  <a:lnTo>
                    <a:pt x="547636" y="1978708"/>
                  </a:lnTo>
                  <a:lnTo>
                    <a:pt x="460237" y="2005871"/>
                  </a:lnTo>
                  <a:close/>
                  <a:moveTo>
                    <a:pt x="434991" y="1988294"/>
                  </a:moveTo>
                  <a:lnTo>
                    <a:pt x="540426" y="1888637"/>
                  </a:lnTo>
                  <a:lnTo>
                    <a:pt x="474849" y="1922115"/>
                  </a:lnTo>
                  <a:close/>
                  <a:moveTo>
                    <a:pt x="547636" y="1978708"/>
                  </a:moveTo>
                  <a:lnTo>
                    <a:pt x="526691" y="2052485"/>
                  </a:lnTo>
                  <a:lnTo>
                    <a:pt x="619479" y="1980893"/>
                  </a:lnTo>
                  <a:close/>
                  <a:moveTo>
                    <a:pt x="619479" y="1980893"/>
                  </a:moveTo>
                  <a:lnTo>
                    <a:pt x="621401" y="1912732"/>
                  </a:lnTo>
                  <a:lnTo>
                    <a:pt x="540426" y="1888637"/>
                  </a:lnTo>
                  <a:close/>
                  <a:moveTo>
                    <a:pt x="1064995" y="2422290"/>
                  </a:moveTo>
                  <a:lnTo>
                    <a:pt x="1078549" y="2507303"/>
                  </a:lnTo>
                  <a:lnTo>
                    <a:pt x="1045995" y="2460726"/>
                  </a:lnTo>
                  <a:close/>
                  <a:moveTo>
                    <a:pt x="1046461" y="2516185"/>
                  </a:moveTo>
                  <a:lnTo>
                    <a:pt x="1078549" y="2507303"/>
                  </a:lnTo>
                  <a:lnTo>
                    <a:pt x="1064995" y="2422290"/>
                  </a:lnTo>
                  <a:close/>
                  <a:moveTo>
                    <a:pt x="1107370" y="2527260"/>
                  </a:moveTo>
                  <a:lnTo>
                    <a:pt x="1078549" y="2507303"/>
                  </a:lnTo>
                  <a:lnTo>
                    <a:pt x="1046461" y="2516185"/>
                  </a:lnTo>
                  <a:close/>
                  <a:moveTo>
                    <a:pt x="1107370" y="2527260"/>
                  </a:moveTo>
                  <a:lnTo>
                    <a:pt x="1146236" y="2542941"/>
                  </a:lnTo>
                  <a:lnTo>
                    <a:pt x="1078549" y="2507303"/>
                  </a:lnTo>
                  <a:close/>
                  <a:moveTo>
                    <a:pt x="974581" y="2397239"/>
                  </a:moveTo>
                  <a:lnTo>
                    <a:pt x="944296" y="2378511"/>
                  </a:lnTo>
                  <a:lnTo>
                    <a:pt x="1035976" y="2411582"/>
                  </a:lnTo>
                  <a:close/>
                  <a:moveTo>
                    <a:pt x="953389" y="2175644"/>
                  </a:moveTo>
                  <a:lnTo>
                    <a:pt x="934431" y="2247125"/>
                  </a:lnTo>
                  <a:lnTo>
                    <a:pt x="977353" y="2192399"/>
                  </a:lnTo>
                  <a:close/>
                  <a:moveTo>
                    <a:pt x="886070" y="2129767"/>
                  </a:moveTo>
                  <a:lnTo>
                    <a:pt x="837580" y="2124949"/>
                  </a:lnTo>
                  <a:lnTo>
                    <a:pt x="953389" y="2175644"/>
                  </a:lnTo>
                  <a:close/>
                  <a:moveTo>
                    <a:pt x="781339" y="2011214"/>
                  </a:moveTo>
                  <a:lnTo>
                    <a:pt x="825417" y="2118198"/>
                  </a:lnTo>
                  <a:lnTo>
                    <a:pt x="799982" y="2094924"/>
                  </a:lnTo>
                  <a:close/>
                  <a:moveTo>
                    <a:pt x="799982" y="2094924"/>
                  </a:moveTo>
                  <a:lnTo>
                    <a:pt x="825417" y="2118198"/>
                  </a:lnTo>
                  <a:lnTo>
                    <a:pt x="837580" y="2124949"/>
                  </a:lnTo>
                  <a:close/>
                  <a:moveTo>
                    <a:pt x="540515" y="1884405"/>
                  </a:moveTo>
                  <a:lnTo>
                    <a:pt x="474849" y="1922115"/>
                  </a:lnTo>
                  <a:lnTo>
                    <a:pt x="540426" y="1888637"/>
                  </a:lnTo>
                  <a:close/>
                  <a:moveTo>
                    <a:pt x="540515" y="1884405"/>
                  </a:moveTo>
                  <a:lnTo>
                    <a:pt x="498892" y="1857651"/>
                  </a:lnTo>
                  <a:lnTo>
                    <a:pt x="474849" y="1922115"/>
                  </a:lnTo>
                  <a:close/>
                  <a:moveTo>
                    <a:pt x="498892" y="1857651"/>
                  </a:moveTo>
                  <a:lnTo>
                    <a:pt x="533965" y="1864481"/>
                  </a:lnTo>
                  <a:lnTo>
                    <a:pt x="529032" y="1764568"/>
                  </a:lnTo>
                  <a:close/>
                  <a:moveTo>
                    <a:pt x="540515" y="1884405"/>
                  </a:moveTo>
                  <a:lnTo>
                    <a:pt x="533965" y="1864481"/>
                  </a:lnTo>
                  <a:lnTo>
                    <a:pt x="498892" y="1857651"/>
                  </a:lnTo>
                  <a:close/>
                  <a:moveTo>
                    <a:pt x="466886" y="1720790"/>
                  </a:moveTo>
                  <a:lnTo>
                    <a:pt x="458243" y="1690514"/>
                  </a:lnTo>
                  <a:lnTo>
                    <a:pt x="529032" y="1764568"/>
                  </a:lnTo>
                  <a:close/>
                  <a:moveTo>
                    <a:pt x="886070" y="2129767"/>
                  </a:moveTo>
                  <a:lnTo>
                    <a:pt x="799982" y="2094924"/>
                  </a:lnTo>
                  <a:lnTo>
                    <a:pt x="837580" y="2124949"/>
                  </a:lnTo>
                  <a:close/>
                  <a:moveTo>
                    <a:pt x="1197708" y="2383853"/>
                  </a:moveTo>
                  <a:lnTo>
                    <a:pt x="1194545" y="2447129"/>
                  </a:lnTo>
                  <a:lnTo>
                    <a:pt x="1250075" y="2439545"/>
                  </a:lnTo>
                  <a:close/>
                  <a:moveTo>
                    <a:pt x="1197708" y="2383853"/>
                  </a:moveTo>
                  <a:lnTo>
                    <a:pt x="1159759" y="2422290"/>
                  </a:lnTo>
                  <a:lnTo>
                    <a:pt x="1194545" y="2447129"/>
                  </a:lnTo>
                  <a:close/>
                  <a:moveTo>
                    <a:pt x="953389" y="2175644"/>
                  </a:moveTo>
                  <a:lnTo>
                    <a:pt x="977353" y="2192399"/>
                  </a:lnTo>
                  <a:lnTo>
                    <a:pt x="986833" y="2164293"/>
                  </a:lnTo>
                  <a:close/>
                  <a:moveTo>
                    <a:pt x="886070" y="2129767"/>
                  </a:moveTo>
                  <a:lnTo>
                    <a:pt x="953389" y="2175644"/>
                  </a:lnTo>
                  <a:lnTo>
                    <a:pt x="926376" y="2065262"/>
                  </a:lnTo>
                  <a:close/>
                  <a:moveTo>
                    <a:pt x="926376" y="2065262"/>
                  </a:moveTo>
                  <a:lnTo>
                    <a:pt x="953389" y="2175644"/>
                  </a:lnTo>
                  <a:lnTo>
                    <a:pt x="988737" y="2062654"/>
                  </a:lnTo>
                  <a:close/>
                  <a:moveTo>
                    <a:pt x="988737" y="2062654"/>
                  </a:moveTo>
                  <a:lnTo>
                    <a:pt x="953389" y="2175644"/>
                  </a:lnTo>
                  <a:lnTo>
                    <a:pt x="986833" y="2164293"/>
                  </a:lnTo>
                  <a:close/>
                  <a:moveTo>
                    <a:pt x="988737" y="2062654"/>
                  </a:moveTo>
                  <a:lnTo>
                    <a:pt x="952613" y="2054992"/>
                  </a:lnTo>
                  <a:lnTo>
                    <a:pt x="926376" y="2065262"/>
                  </a:lnTo>
                  <a:close/>
                  <a:moveTo>
                    <a:pt x="1093941" y="2137208"/>
                  </a:moveTo>
                  <a:lnTo>
                    <a:pt x="1093700" y="2138004"/>
                  </a:lnTo>
                  <a:lnTo>
                    <a:pt x="1098150" y="2219423"/>
                  </a:lnTo>
                  <a:close/>
                  <a:moveTo>
                    <a:pt x="1007863" y="2175644"/>
                  </a:moveTo>
                  <a:lnTo>
                    <a:pt x="986833" y="2164293"/>
                  </a:lnTo>
                  <a:lnTo>
                    <a:pt x="977353" y="2192399"/>
                  </a:lnTo>
                  <a:close/>
                  <a:moveTo>
                    <a:pt x="986833" y="2164293"/>
                  </a:moveTo>
                  <a:lnTo>
                    <a:pt x="1009036" y="2093429"/>
                  </a:lnTo>
                  <a:lnTo>
                    <a:pt x="988737" y="2062654"/>
                  </a:lnTo>
                  <a:close/>
                  <a:moveTo>
                    <a:pt x="886070" y="2129767"/>
                  </a:moveTo>
                  <a:lnTo>
                    <a:pt x="926376" y="2065262"/>
                  </a:lnTo>
                  <a:lnTo>
                    <a:pt x="803024" y="2097930"/>
                  </a:lnTo>
                  <a:close/>
                  <a:moveTo>
                    <a:pt x="879943" y="2054992"/>
                  </a:moveTo>
                  <a:lnTo>
                    <a:pt x="780805" y="2010421"/>
                  </a:lnTo>
                  <a:lnTo>
                    <a:pt x="781339" y="2011214"/>
                  </a:lnTo>
                  <a:close/>
                  <a:moveTo>
                    <a:pt x="781339" y="2011214"/>
                  </a:moveTo>
                  <a:lnTo>
                    <a:pt x="792746" y="2059501"/>
                  </a:lnTo>
                  <a:lnTo>
                    <a:pt x="879943" y="2054992"/>
                  </a:lnTo>
                  <a:close/>
                  <a:moveTo>
                    <a:pt x="988737" y="2062654"/>
                  </a:moveTo>
                  <a:lnTo>
                    <a:pt x="949667" y="1994324"/>
                  </a:lnTo>
                  <a:lnTo>
                    <a:pt x="952613" y="2054992"/>
                  </a:lnTo>
                  <a:close/>
                  <a:moveTo>
                    <a:pt x="1037668" y="2054992"/>
                  </a:moveTo>
                  <a:lnTo>
                    <a:pt x="1093941" y="2137208"/>
                  </a:lnTo>
                  <a:lnTo>
                    <a:pt x="1095848" y="2098771"/>
                  </a:lnTo>
                  <a:close/>
                  <a:moveTo>
                    <a:pt x="1264744" y="2159633"/>
                  </a:moveTo>
                  <a:lnTo>
                    <a:pt x="1314092" y="2185032"/>
                  </a:lnTo>
                  <a:lnTo>
                    <a:pt x="1309697" y="2180986"/>
                  </a:lnTo>
                  <a:close/>
                  <a:moveTo>
                    <a:pt x="1295736" y="2094936"/>
                  </a:moveTo>
                  <a:lnTo>
                    <a:pt x="1309697" y="2180986"/>
                  </a:lnTo>
                  <a:lnTo>
                    <a:pt x="1307629" y="2160869"/>
                  </a:lnTo>
                  <a:close/>
                  <a:moveTo>
                    <a:pt x="1264744" y="2159633"/>
                  </a:moveTo>
                  <a:lnTo>
                    <a:pt x="1309697" y="2180986"/>
                  </a:lnTo>
                  <a:lnTo>
                    <a:pt x="1295736" y="2094936"/>
                  </a:lnTo>
                  <a:close/>
                  <a:moveTo>
                    <a:pt x="1316594" y="1979187"/>
                  </a:moveTo>
                  <a:lnTo>
                    <a:pt x="1313080" y="1978119"/>
                  </a:lnTo>
                  <a:lnTo>
                    <a:pt x="1295736" y="2094936"/>
                  </a:lnTo>
                  <a:close/>
                  <a:moveTo>
                    <a:pt x="1404200" y="2067350"/>
                  </a:moveTo>
                  <a:lnTo>
                    <a:pt x="1295736" y="2094936"/>
                  </a:lnTo>
                  <a:lnTo>
                    <a:pt x="1307629" y="2160869"/>
                  </a:lnTo>
                  <a:close/>
                  <a:moveTo>
                    <a:pt x="1295736" y="2094936"/>
                  </a:moveTo>
                  <a:lnTo>
                    <a:pt x="1404200" y="2067350"/>
                  </a:lnTo>
                  <a:lnTo>
                    <a:pt x="1316594" y="1979187"/>
                  </a:lnTo>
                  <a:close/>
                  <a:moveTo>
                    <a:pt x="1404200" y="2067350"/>
                  </a:moveTo>
                  <a:lnTo>
                    <a:pt x="1397570" y="2003286"/>
                  </a:lnTo>
                  <a:lnTo>
                    <a:pt x="1316594" y="1979187"/>
                  </a:lnTo>
                  <a:close/>
                  <a:moveTo>
                    <a:pt x="1221385" y="1994699"/>
                  </a:moveTo>
                  <a:lnTo>
                    <a:pt x="1313080" y="1978119"/>
                  </a:lnTo>
                  <a:lnTo>
                    <a:pt x="1222933" y="1907662"/>
                  </a:lnTo>
                  <a:close/>
                  <a:moveTo>
                    <a:pt x="1212664" y="1978119"/>
                  </a:moveTo>
                  <a:lnTo>
                    <a:pt x="1221385" y="1994699"/>
                  </a:lnTo>
                  <a:lnTo>
                    <a:pt x="1222933" y="1907662"/>
                  </a:lnTo>
                  <a:close/>
                  <a:moveTo>
                    <a:pt x="994148" y="1824791"/>
                  </a:moveTo>
                  <a:lnTo>
                    <a:pt x="1008178" y="1852126"/>
                  </a:lnTo>
                  <a:lnTo>
                    <a:pt x="1013258" y="1842533"/>
                  </a:lnTo>
                  <a:close/>
                  <a:moveTo>
                    <a:pt x="1027374" y="1813689"/>
                  </a:moveTo>
                  <a:lnTo>
                    <a:pt x="994148" y="1824791"/>
                  </a:lnTo>
                  <a:lnTo>
                    <a:pt x="1013258" y="1842533"/>
                  </a:lnTo>
                  <a:close/>
                  <a:moveTo>
                    <a:pt x="958011" y="1769911"/>
                  </a:moveTo>
                  <a:lnTo>
                    <a:pt x="994148" y="1824791"/>
                  </a:lnTo>
                  <a:lnTo>
                    <a:pt x="1027374" y="1813689"/>
                  </a:lnTo>
                  <a:close/>
                  <a:moveTo>
                    <a:pt x="948579" y="1687695"/>
                  </a:moveTo>
                  <a:lnTo>
                    <a:pt x="958011" y="1769911"/>
                  </a:lnTo>
                  <a:lnTo>
                    <a:pt x="992293" y="1731474"/>
                  </a:lnTo>
                  <a:close/>
                  <a:moveTo>
                    <a:pt x="1313080" y="1978119"/>
                  </a:moveTo>
                  <a:lnTo>
                    <a:pt x="1316594" y="1979187"/>
                  </a:lnTo>
                  <a:lnTo>
                    <a:pt x="1317868" y="1976852"/>
                  </a:lnTo>
                  <a:close/>
                  <a:moveTo>
                    <a:pt x="1222933" y="1907662"/>
                  </a:moveTo>
                  <a:lnTo>
                    <a:pt x="1313080" y="1978119"/>
                  </a:lnTo>
                  <a:lnTo>
                    <a:pt x="1333355" y="1857468"/>
                  </a:lnTo>
                  <a:close/>
                  <a:moveTo>
                    <a:pt x="1333355" y="1857468"/>
                  </a:moveTo>
                  <a:lnTo>
                    <a:pt x="1313080" y="1978119"/>
                  </a:lnTo>
                  <a:lnTo>
                    <a:pt x="1346227" y="1874777"/>
                  </a:lnTo>
                  <a:close/>
                  <a:moveTo>
                    <a:pt x="1346227" y="1874777"/>
                  </a:moveTo>
                  <a:lnTo>
                    <a:pt x="1313080" y="1978119"/>
                  </a:lnTo>
                  <a:lnTo>
                    <a:pt x="1317868" y="1976852"/>
                  </a:lnTo>
                  <a:close/>
                  <a:moveTo>
                    <a:pt x="858313" y="1207264"/>
                  </a:moveTo>
                  <a:lnTo>
                    <a:pt x="914740" y="1281962"/>
                  </a:lnTo>
                  <a:lnTo>
                    <a:pt x="876893" y="1234647"/>
                  </a:lnTo>
                  <a:close/>
                  <a:moveTo>
                    <a:pt x="1881693" y="2421986"/>
                  </a:moveTo>
                  <a:lnTo>
                    <a:pt x="2001889" y="2439037"/>
                  </a:lnTo>
                  <a:lnTo>
                    <a:pt x="1965217" y="2394537"/>
                  </a:lnTo>
                  <a:close/>
                  <a:moveTo>
                    <a:pt x="1729944" y="2324079"/>
                  </a:moveTo>
                  <a:lnTo>
                    <a:pt x="1791074" y="2334973"/>
                  </a:lnTo>
                  <a:lnTo>
                    <a:pt x="1763730" y="2321121"/>
                  </a:lnTo>
                  <a:close/>
                  <a:moveTo>
                    <a:pt x="1546195" y="2065107"/>
                  </a:moveTo>
                  <a:lnTo>
                    <a:pt x="1571479" y="2104113"/>
                  </a:lnTo>
                  <a:lnTo>
                    <a:pt x="1588120" y="2006657"/>
                  </a:lnTo>
                  <a:close/>
                  <a:moveTo>
                    <a:pt x="1588120" y="2006657"/>
                  </a:moveTo>
                  <a:lnTo>
                    <a:pt x="1571479" y="2104113"/>
                  </a:lnTo>
                  <a:lnTo>
                    <a:pt x="1649917" y="1988770"/>
                  </a:lnTo>
                  <a:close/>
                  <a:moveTo>
                    <a:pt x="1649917" y="1988770"/>
                  </a:moveTo>
                  <a:lnTo>
                    <a:pt x="1571479" y="2104113"/>
                  </a:lnTo>
                  <a:lnTo>
                    <a:pt x="1663832" y="2077549"/>
                  </a:lnTo>
                  <a:close/>
                  <a:moveTo>
                    <a:pt x="1645479" y="2157657"/>
                  </a:moveTo>
                  <a:lnTo>
                    <a:pt x="1718477" y="2093716"/>
                  </a:lnTo>
                  <a:lnTo>
                    <a:pt x="1663832" y="2077549"/>
                  </a:lnTo>
                  <a:close/>
                  <a:moveTo>
                    <a:pt x="1663832" y="2077549"/>
                  </a:moveTo>
                  <a:lnTo>
                    <a:pt x="1718477" y="2093716"/>
                  </a:lnTo>
                  <a:lnTo>
                    <a:pt x="1649917" y="1988770"/>
                  </a:lnTo>
                  <a:close/>
                  <a:moveTo>
                    <a:pt x="1547475" y="1983461"/>
                  </a:moveTo>
                  <a:lnTo>
                    <a:pt x="1546195" y="2065107"/>
                  </a:lnTo>
                  <a:lnTo>
                    <a:pt x="1588120" y="2006657"/>
                  </a:lnTo>
                  <a:close/>
                  <a:moveTo>
                    <a:pt x="1547475" y="1983461"/>
                  </a:moveTo>
                  <a:lnTo>
                    <a:pt x="1518108" y="2021898"/>
                  </a:lnTo>
                  <a:lnTo>
                    <a:pt x="1546195" y="2065107"/>
                  </a:lnTo>
                  <a:close/>
                  <a:moveTo>
                    <a:pt x="1547475" y="1983461"/>
                  </a:moveTo>
                  <a:lnTo>
                    <a:pt x="1527584" y="1995526"/>
                  </a:lnTo>
                  <a:lnTo>
                    <a:pt x="1518108" y="2021898"/>
                  </a:lnTo>
                  <a:close/>
                  <a:moveTo>
                    <a:pt x="1492291" y="1736816"/>
                  </a:moveTo>
                  <a:lnTo>
                    <a:pt x="1430306" y="1695273"/>
                  </a:lnTo>
                  <a:lnTo>
                    <a:pt x="1481194" y="1765070"/>
                  </a:lnTo>
                  <a:close/>
                  <a:moveTo>
                    <a:pt x="782725" y="946022"/>
                  </a:moveTo>
                  <a:lnTo>
                    <a:pt x="762513" y="924278"/>
                  </a:lnTo>
                  <a:lnTo>
                    <a:pt x="825803" y="996880"/>
                  </a:lnTo>
                  <a:close/>
                  <a:moveTo>
                    <a:pt x="825803" y="996880"/>
                  </a:moveTo>
                  <a:lnTo>
                    <a:pt x="762513" y="924278"/>
                  </a:lnTo>
                  <a:lnTo>
                    <a:pt x="773350" y="953102"/>
                  </a:lnTo>
                  <a:close/>
                  <a:moveTo>
                    <a:pt x="74754" y="295381"/>
                  </a:moveTo>
                  <a:lnTo>
                    <a:pt x="147527" y="360054"/>
                  </a:lnTo>
                  <a:lnTo>
                    <a:pt x="119433" y="282802"/>
                  </a:lnTo>
                  <a:close/>
                  <a:moveTo>
                    <a:pt x="28148" y="213166"/>
                  </a:moveTo>
                  <a:lnTo>
                    <a:pt x="119433" y="282802"/>
                  </a:lnTo>
                  <a:lnTo>
                    <a:pt x="95810" y="201914"/>
                  </a:lnTo>
                  <a:close/>
                  <a:moveTo>
                    <a:pt x="95810" y="201914"/>
                  </a:moveTo>
                  <a:lnTo>
                    <a:pt x="130681" y="295381"/>
                  </a:lnTo>
                  <a:lnTo>
                    <a:pt x="123949" y="213166"/>
                  </a:lnTo>
                  <a:close/>
                  <a:moveTo>
                    <a:pt x="1965217" y="2394537"/>
                  </a:moveTo>
                  <a:lnTo>
                    <a:pt x="2001889" y="2439037"/>
                  </a:lnTo>
                  <a:lnTo>
                    <a:pt x="2021081" y="2369258"/>
                  </a:lnTo>
                  <a:close/>
                  <a:moveTo>
                    <a:pt x="2075794" y="2273886"/>
                  </a:moveTo>
                  <a:lnTo>
                    <a:pt x="2029579" y="2327365"/>
                  </a:lnTo>
                  <a:lnTo>
                    <a:pt x="2086525" y="2276553"/>
                  </a:lnTo>
                  <a:close/>
                  <a:moveTo>
                    <a:pt x="2086525" y="2276553"/>
                  </a:moveTo>
                  <a:lnTo>
                    <a:pt x="2029579" y="2327365"/>
                  </a:lnTo>
                  <a:lnTo>
                    <a:pt x="2021081" y="2369258"/>
                  </a:lnTo>
                  <a:close/>
                  <a:moveTo>
                    <a:pt x="2086525" y="2276553"/>
                  </a:moveTo>
                  <a:lnTo>
                    <a:pt x="2060347" y="2197743"/>
                  </a:lnTo>
                  <a:lnTo>
                    <a:pt x="2075794" y="2273886"/>
                  </a:lnTo>
                  <a:close/>
                  <a:moveTo>
                    <a:pt x="2060347" y="2197743"/>
                  </a:moveTo>
                  <a:lnTo>
                    <a:pt x="2047732" y="2191670"/>
                  </a:lnTo>
                  <a:lnTo>
                    <a:pt x="2075794" y="2273886"/>
                  </a:lnTo>
                  <a:close/>
                  <a:moveTo>
                    <a:pt x="1892531" y="2308826"/>
                  </a:moveTo>
                  <a:lnTo>
                    <a:pt x="1801291" y="2226574"/>
                  </a:lnTo>
                  <a:lnTo>
                    <a:pt x="1803110" y="2230107"/>
                  </a:lnTo>
                  <a:close/>
                  <a:moveTo>
                    <a:pt x="2060347" y="2197743"/>
                  </a:moveTo>
                  <a:lnTo>
                    <a:pt x="1978374" y="2135920"/>
                  </a:lnTo>
                  <a:lnTo>
                    <a:pt x="2047732" y="2191670"/>
                  </a:lnTo>
                  <a:close/>
                  <a:moveTo>
                    <a:pt x="1568728" y="1894091"/>
                  </a:moveTo>
                  <a:lnTo>
                    <a:pt x="1668263" y="1812438"/>
                  </a:lnTo>
                  <a:lnTo>
                    <a:pt x="1557735" y="1819032"/>
                  </a:lnTo>
                  <a:close/>
                  <a:moveTo>
                    <a:pt x="1557735" y="1819032"/>
                  </a:moveTo>
                  <a:lnTo>
                    <a:pt x="1668263" y="1812438"/>
                  </a:lnTo>
                  <a:lnTo>
                    <a:pt x="1640839" y="1780595"/>
                  </a:lnTo>
                  <a:close/>
                  <a:moveTo>
                    <a:pt x="1640839" y="1780595"/>
                  </a:moveTo>
                  <a:lnTo>
                    <a:pt x="1573634" y="1737297"/>
                  </a:lnTo>
                  <a:lnTo>
                    <a:pt x="1523443" y="1764842"/>
                  </a:lnTo>
                  <a:close/>
                  <a:moveTo>
                    <a:pt x="1435727" y="1641350"/>
                  </a:moveTo>
                  <a:lnTo>
                    <a:pt x="1407021" y="1736816"/>
                  </a:lnTo>
                  <a:lnTo>
                    <a:pt x="1430306" y="1695273"/>
                  </a:lnTo>
                  <a:close/>
                  <a:moveTo>
                    <a:pt x="1435727" y="1641350"/>
                  </a:moveTo>
                  <a:lnTo>
                    <a:pt x="1403379" y="1594600"/>
                  </a:lnTo>
                  <a:lnTo>
                    <a:pt x="1383579" y="1623153"/>
                  </a:lnTo>
                  <a:close/>
                  <a:moveTo>
                    <a:pt x="1403379" y="1594600"/>
                  </a:moveTo>
                  <a:lnTo>
                    <a:pt x="1435727" y="1641350"/>
                  </a:lnTo>
                  <a:lnTo>
                    <a:pt x="1534333" y="1590354"/>
                  </a:lnTo>
                  <a:close/>
                  <a:moveTo>
                    <a:pt x="1149132" y="1392293"/>
                  </a:moveTo>
                  <a:lnTo>
                    <a:pt x="1123629" y="1325741"/>
                  </a:lnTo>
                  <a:lnTo>
                    <a:pt x="1118197" y="1317351"/>
                  </a:lnTo>
                  <a:close/>
                  <a:moveTo>
                    <a:pt x="1107573" y="1225896"/>
                  </a:moveTo>
                  <a:lnTo>
                    <a:pt x="1123629" y="1325741"/>
                  </a:lnTo>
                  <a:lnTo>
                    <a:pt x="1153233" y="1243526"/>
                  </a:lnTo>
                  <a:close/>
                  <a:moveTo>
                    <a:pt x="1107573" y="1225896"/>
                  </a:moveTo>
                  <a:lnTo>
                    <a:pt x="1118197" y="1317351"/>
                  </a:lnTo>
                  <a:lnTo>
                    <a:pt x="1123629" y="1325741"/>
                  </a:lnTo>
                  <a:close/>
                  <a:moveTo>
                    <a:pt x="1107573" y="1225896"/>
                  </a:moveTo>
                  <a:lnTo>
                    <a:pt x="1069646" y="1182802"/>
                  </a:lnTo>
                  <a:lnTo>
                    <a:pt x="1009683" y="1144794"/>
                  </a:lnTo>
                  <a:close/>
                  <a:moveTo>
                    <a:pt x="983412" y="1066060"/>
                  </a:moveTo>
                  <a:lnTo>
                    <a:pt x="928795" y="1079095"/>
                  </a:lnTo>
                  <a:lnTo>
                    <a:pt x="945567" y="1136327"/>
                  </a:lnTo>
                  <a:close/>
                  <a:moveTo>
                    <a:pt x="885202" y="1050511"/>
                  </a:moveTo>
                  <a:lnTo>
                    <a:pt x="998208" y="979159"/>
                  </a:lnTo>
                  <a:lnTo>
                    <a:pt x="926348" y="989147"/>
                  </a:lnTo>
                  <a:close/>
                  <a:moveTo>
                    <a:pt x="782725" y="946022"/>
                  </a:moveTo>
                  <a:lnTo>
                    <a:pt x="825803" y="996880"/>
                  </a:lnTo>
                  <a:lnTo>
                    <a:pt x="825574" y="973104"/>
                  </a:lnTo>
                  <a:close/>
                  <a:moveTo>
                    <a:pt x="23407" y="0"/>
                  </a:moveTo>
                  <a:lnTo>
                    <a:pt x="66248" y="92514"/>
                  </a:lnTo>
                  <a:lnTo>
                    <a:pt x="57959" y="10299"/>
                  </a:lnTo>
                  <a:close/>
                  <a:moveTo>
                    <a:pt x="2024899" y="2165969"/>
                  </a:moveTo>
                  <a:lnTo>
                    <a:pt x="2075794" y="2273886"/>
                  </a:lnTo>
                  <a:lnTo>
                    <a:pt x="2047732" y="2191670"/>
                  </a:lnTo>
                  <a:close/>
                  <a:moveTo>
                    <a:pt x="1901977" y="2105219"/>
                  </a:moveTo>
                  <a:lnTo>
                    <a:pt x="1978374" y="2135920"/>
                  </a:lnTo>
                  <a:lnTo>
                    <a:pt x="1920763" y="2109456"/>
                  </a:lnTo>
                  <a:close/>
                  <a:moveTo>
                    <a:pt x="2024899" y="2165969"/>
                  </a:moveTo>
                  <a:lnTo>
                    <a:pt x="1978374" y="2135920"/>
                  </a:lnTo>
                  <a:lnTo>
                    <a:pt x="1901977" y="2105219"/>
                  </a:lnTo>
                  <a:close/>
                  <a:moveTo>
                    <a:pt x="2024899" y="2165969"/>
                  </a:moveTo>
                  <a:lnTo>
                    <a:pt x="2047732" y="2191670"/>
                  </a:lnTo>
                  <a:lnTo>
                    <a:pt x="1978374" y="2135920"/>
                  </a:lnTo>
                  <a:close/>
                  <a:moveTo>
                    <a:pt x="1901977" y="2105219"/>
                  </a:moveTo>
                  <a:lnTo>
                    <a:pt x="1920763" y="2109456"/>
                  </a:lnTo>
                  <a:lnTo>
                    <a:pt x="1894592" y="2101331"/>
                  </a:lnTo>
                  <a:close/>
                  <a:moveTo>
                    <a:pt x="1640839" y="1780595"/>
                  </a:moveTo>
                  <a:lnTo>
                    <a:pt x="1668263" y="1812438"/>
                  </a:lnTo>
                  <a:lnTo>
                    <a:pt x="1677030" y="1766544"/>
                  </a:lnTo>
                  <a:close/>
                  <a:moveTo>
                    <a:pt x="1640839" y="1780595"/>
                  </a:moveTo>
                  <a:lnTo>
                    <a:pt x="1677030" y="1766544"/>
                  </a:lnTo>
                  <a:lnTo>
                    <a:pt x="1573634" y="1737297"/>
                  </a:lnTo>
                  <a:close/>
                  <a:moveTo>
                    <a:pt x="1573634" y="1737297"/>
                  </a:moveTo>
                  <a:lnTo>
                    <a:pt x="1677030" y="1766544"/>
                  </a:lnTo>
                  <a:lnTo>
                    <a:pt x="1699373" y="1713550"/>
                  </a:lnTo>
                  <a:close/>
                  <a:moveTo>
                    <a:pt x="1677030" y="1766544"/>
                  </a:moveTo>
                  <a:lnTo>
                    <a:pt x="1668263" y="1812438"/>
                  </a:lnTo>
                  <a:lnTo>
                    <a:pt x="1675197" y="1780595"/>
                  </a:lnTo>
                  <a:close/>
                  <a:moveTo>
                    <a:pt x="1074788" y="952273"/>
                  </a:moveTo>
                  <a:lnTo>
                    <a:pt x="998208" y="979159"/>
                  </a:lnTo>
                  <a:lnTo>
                    <a:pt x="1069842" y="968333"/>
                  </a:lnTo>
                  <a:close/>
                  <a:moveTo>
                    <a:pt x="1543668" y="1313911"/>
                  </a:moveTo>
                  <a:lnTo>
                    <a:pt x="1525809" y="1343283"/>
                  </a:lnTo>
                  <a:lnTo>
                    <a:pt x="1572647" y="1331083"/>
                  </a:lnTo>
                  <a:close/>
                  <a:moveTo>
                    <a:pt x="1563956" y="1270705"/>
                  </a:moveTo>
                  <a:lnTo>
                    <a:pt x="1594008" y="1319607"/>
                  </a:lnTo>
                  <a:lnTo>
                    <a:pt x="1636512" y="126332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14" name="Candidate_density__2033">
              <a:extLst>
                <a:ext uri="{FF2B5EF4-FFF2-40B4-BE49-F238E27FC236}">
                  <a16:creationId xmlns:a16="http://schemas.microsoft.com/office/drawing/2014/main" id="{5AF4804A-5908-D527-49F3-B2D1FAE5618C}"/>
                </a:ext>
              </a:extLst>
            </p:cNvPr>
            <p:cNvSpPr>
              <a:spLocks noGrp="1"/>
            </p:cNvSpPr>
            <p:nvPr/>
          </p:nvSpPr>
          <p:spPr>
            <a:xfrm>
              <a:off x="4776462" y="2202581"/>
              <a:ext cx="2088288" cy="3340969"/>
            </a:xfrm>
            <a:custGeom>
              <a:avLst/>
              <a:gdLst/>
              <a:ahLst/>
              <a:cxnLst/>
              <a:rect l="0" t="0" r="0" b="0"/>
              <a:pathLst>
                <a:path w="2088288" h="3340969">
                  <a:moveTo>
                    <a:pt x="600221" y="3320706"/>
                  </a:moveTo>
                  <a:lnTo>
                    <a:pt x="575433" y="3291484"/>
                  </a:lnTo>
                  <a:lnTo>
                    <a:pt x="522031" y="3307027"/>
                  </a:lnTo>
                  <a:close/>
                  <a:moveTo>
                    <a:pt x="133146" y="2752477"/>
                  </a:moveTo>
                  <a:lnTo>
                    <a:pt x="53929" y="2734956"/>
                  </a:lnTo>
                  <a:lnTo>
                    <a:pt x="0" y="2707123"/>
                  </a:lnTo>
                  <a:close/>
                  <a:moveTo>
                    <a:pt x="653536" y="3295366"/>
                  </a:moveTo>
                  <a:lnTo>
                    <a:pt x="643902" y="3333802"/>
                  </a:lnTo>
                  <a:lnTo>
                    <a:pt x="663199" y="3340969"/>
                  </a:lnTo>
                  <a:close/>
                  <a:moveTo>
                    <a:pt x="200819" y="2511635"/>
                  </a:moveTo>
                  <a:lnTo>
                    <a:pt x="273138" y="2503367"/>
                  </a:lnTo>
                  <a:lnTo>
                    <a:pt x="308597" y="2434779"/>
                  </a:lnTo>
                  <a:close/>
                  <a:moveTo>
                    <a:pt x="889412" y="3069336"/>
                  </a:moveTo>
                  <a:lnTo>
                    <a:pt x="911101" y="3064911"/>
                  </a:lnTo>
                  <a:lnTo>
                    <a:pt x="888568" y="3054063"/>
                  </a:lnTo>
                  <a:close/>
                  <a:moveTo>
                    <a:pt x="919283" y="3045052"/>
                  </a:moveTo>
                  <a:lnTo>
                    <a:pt x="911101" y="3064911"/>
                  </a:lnTo>
                  <a:lnTo>
                    <a:pt x="917652" y="3054063"/>
                  </a:lnTo>
                  <a:close/>
                  <a:moveTo>
                    <a:pt x="321104" y="2227479"/>
                  </a:moveTo>
                  <a:lnTo>
                    <a:pt x="267978" y="2210077"/>
                  </a:lnTo>
                  <a:lnTo>
                    <a:pt x="250738" y="2267868"/>
                  </a:lnTo>
                  <a:close/>
                  <a:moveTo>
                    <a:pt x="283675" y="2112355"/>
                  </a:moveTo>
                  <a:lnTo>
                    <a:pt x="336389" y="20942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36389" y="2094244"/>
                  </a:lnTo>
                  <a:lnTo>
                    <a:pt x="282094" y="2098509"/>
                  </a:lnTo>
                  <a:close/>
                  <a:moveTo>
                    <a:pt x="344758" y="2108156"/>
                  </a:moveTo>
                  <a:lnTo>
                    <a:pt x="342380" y="21166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46273" y="2111260"/>
                  </a:lnTo>
                  <a:lnTo>
                    <a:pt x="336389" y="2094244"/>
                  </a:lnTo>
                  <a:close/>
                  <a:moveTo>
                    <a:pt x="1195611" y="2431866"/>
                  </a:moveTo>
                  <a:lnTo>
                    <a:pt x="1271202" y="2435829"/>
                  </a:lnTo>
                  <a:lnTo>
                    <a:pt x="1330221" y="2441289"/>
                  </a:lnTo>
                  <a:close/>
                  <a:moveTo>
                    <a:pt x="1330221" y="2441289"/>
                  </a:moveTo>
                  <a:lnTo>
                    <a:pt x="1271202" y="2435829"/>
                  </a:lnTo>
                  <a:lnTo>
                    <a:pt x="1402466" y="2432742"/>
                  </a:lnTo>
                  <a:close/>
                  <a:moveTo>
                    <a:pt x="1375047" y="2393684"/>
                  </a:moveTo>
                  <a:lnTo>
                    <a:pt x="1251141" y="2424282"/>
                  </a:lnTo>
                  <a:lnTo>
                    <a:pt x="1330221" y="2441289"/>
                  </a:lnTo>
                  <a:close/>
                  <a:moveTo>
                    <a:pt x="1375047" y="2393684"/>
                  </a:moveTo>
                  <a:lnTo>
                    <a:pt x="1408913" y="2349399"/>
                  </a:lnTo>
                  <a:lnTo>
                    <a:pt x="1376282" y="2330153"/>
                  </a:lnTo>
                  <a:close/>
                  <a:moveTo>
                    <a:pt x="1402466" y="2432742"/>
                  </a:moveTo>
                  <a:lnTo>
                    <a:pt x="1408913" y="2349399"/>
                  </a:lnTo>
                  <a:lnTo>
                    <a:pt x="1375047" y="2393684"/>
                  </a:lnTo>
                  <a:close/>
                  <a:moveTo>
                    <a:pt x="1330221" y="2441289"/>
                  </a:moveTo>
                  <a:lnTo>
                    <a:pt x="1402466" y="2432742"/>
                  </a:lnTo>
                  <a:lnTo>
                    <a:pt x="1375047" y="2393684"/>
                  </a:lnTo>
                  <a:close/>
                  <a:moveTo>
                    <a:pt x="915184" y="1847278"/>
                  </a:moveTo>
                  <a:lnTo>
                    <a:pt x="939340" y="1927732"/>
                  </a:lnTo>
                  <a:lnTo>
                    <a:pt x="949632" y="1957514"/>
                  </a:lnTo>
                  <a:close/>
                  <a:moveTo>
                    <a:pt x="1296803" y="2079673"/>
                  </a:moveTo>
                  <a:lnTo>
                    <a:pt x="1222451" y="1979436"/>
                  </a:lnTo>
                  <a:lnTo>
                    <a:pt x="1247647" y="2059045"/>
                  </a:lnTo>
                  <a:close/>
                  <a:moveTo>
                    <a:pt x="1404388" y="1852617"/>
                  </a:moveTo>
                  <a:lnTo>
                    <a:pt x="1318934" y="1961589"/>
                  </a:lnTo>
                  <a:lnTo>
                    <a:pt x="1408675" y="1949223"/>
                  </a:lnTo>
                  <a:close/>
                  <a:moveTo>
                    <a:pt x="1404388" y="1852617"/>
                  </a:moveTo>
                  <a:lnTo>
                    <a:pt x="1387306" y="1766412"/>
                  </a:lnTo>
                  <a:lnTo>
                    <a:pt x="1373097" y="1842205"/>
                  </a:lnTo>
                  <a:close/>
                  <a:moveTo>
                    <a:pt x="1387306" y="1766412"/>
                  </a:moveTo>
                  <a:lnTo>
                    <a:pt x="1386534" y="1759990"/>
                  </a:lnTo>
                  <a:lnTo>
                    <a:pt x="1373097" y="1842205"/>
                  </a:lnTo>
                  <a:close/>
                  <a:moveTo>
                    <a:pt x="1872549" y="2499926"/>
                  </a:moveTo>
                  <a:lnTo>
                    <a:pt x="1879042" y="2454346"/>
                  </a:lnTo>
                  <a:lnTo>
                    <a:pt x="1882760" y="2406723"/>
                  </a:lnTo>
                  <a:close/>
                  <a:moveTo>
                    <a:pt x="2002955" y="2423774"/>
                  </a:moveTo>
                  <a:lnTo>
                    <a:pt x="1879042" y="2454346"/>
                  </a:lnTo>
                  <a:lnTo>
                    <a:pt x="1958357" y="2472232"/>
                  </a:lnTo>
                  <a:close/>
                  <a:moveTo>
                    <a:pt x="2002955" y="2423774"/>
                  </a:moveTo>
                  <a:lnTo>
                    <a:pt x="1958357" y="2472232"/>
                  </a:lnTo>
                  <a:lnTo>
                    <a:pt x="2070473" y="2397554"/>
                  </a:lnTo>
                  <a:close/>
                  <a:moveTo>
                    <a:pt x="1453351" y="1912903"/>
                  </a:moveTo>
                  <a:lnTo>
                    <a:pt x="1528650" y="1980263"/>
                  </a:lnTo>
                  <a:lnTo>
                    <a:pt x="1548542" y="1968198"/>
                  </a:lnTo>
                  <a:close/>
                  <a:moveTo>
                    <a:pt x="1446118" y="1803769"/>
                  </a:moveTo>
                  <a:lnTo>
                    <a:pt x="1373097" y="1842205"/>
                  </a:lnTo>
                  <a:lnTo>
                    <a:pt x="1386534" y="1759990"/>
                  </a:lnTo>
                  <a:close/>
                  <a:moveTo>
                    <a:pt x="1408088" y="1721553"/>
                  </a:moveTo>
                  <a:lnTo>
                    <a:pt x="1446118" y="1803769"/>
                  </a:lnTo>
                  <a:lnTo>
                    <a:pt x="1386534" y="1759990"/>
                  </a:lnTo>
                  <a:close/>
                  <a:moveTo>
                    <a:pt x="1386534" y="1759990"/>
                  </a:moveTo>
                  <a:lnTo>
                    <a:pt x="1390508" y="1742428"/>
                  </a:lnTo>
                  <a:lnTo>
                    <a:pt x="1431372" y="1680010"/>
                  </a:lnTo>
                  <a:close/>
                  <a:moveTo>
                    <a:pt x="6798" y="191518"/>
                  </a:moveTo>
                  <a:lnTo>
                    <a:pt x="29214" y="197903"/>
                  </a:lnTo>
                  <a:lnTo>
                    <a:pt x="37799" y="92223"/>
                  </a:lnTo>
                  <a:close/>
                  <a:moveTo>
                    <a:pt x="84868" y="96323"/>
                  </a:moveTo>
                  <a:lnTo>
                    <a:pt x="80230" y="0"/>
                  </a:lnTo>
                  <a:lnTo>
                    <a:pt x="67315" y="77251"/>
                  </a:lnTo>
                  <a:close/>
                  <a:moveTo>
                    <a:pt x="2088288" y="2360816"/>
                  </a:moveTo>
                  <a:lnTo>
                    <a:pt x="2002955" y="2423774"/>
                  </a:lnTo>
                  <a:lnTo>
                    <a:pt x="2070473" y="2397554"/>
                  </a:lnTo>
                  <a:close/>
                  <a:moveTo>
                    <a:pt x="2087592" y="2261290"/>
                  </a:moveTo>
                  <a:lnTo>
                    <a:pt x="2088288" y="2360816"/>
                  </a:lnTo>
                  <a:lnTo>
                    <a:pt x="2080705" y="2379274"/>
                  </a:lnTo>
                  <a:close/>
                  <a:moveTo>
                    <a:pt x="1640243" y="1882148"/>
                  </a:moveTo>
                  <a:lnTo>
                    <a:pt x="1624200" y="1968198"/>
                  </a:lnTo>
                  <a:lnTo>
                    <a:pt x="1640224" y="1903553"/>
                  </a:lnTo>
                  <a:close/>
                  <a:moveTo>
                    <a:pt x="1604268" y="1950894"/>
                  </a:moveTo>
                  <a:lnTo>
                    <a:pt x="1624200" y="1968198"/>
                  </a:lnTo>
                  <a:lnTo>
                    <a:pt x="1640243" y="1882148"/>
                  </a:lnTo>
                  <a:close/>
                  <a:moveTo>
                    <a:pt x="1676263" y="1765332"/>
                  </a:moveTo>
                  <a:lnTo>
                    <a:pt x="1669330" y="1797175"/>
                  </a:lnTo>
                  <a:lnTo>
                    <a:pt x="1638414" y="1885983"/>
                  </a:lnTo>
                  <a:close/>
                  <a:moveTo>
                    <a:pt x="1697315" y="1683117"/>
                  </a:moveTo>
                  <a:lnTo>
                    <a:pt x="1723150" y="1644681"/>
                  </a:lnTo>
                  <a:lnTo>
                    <a:pt x="1676263" y="1765332"/>
                  </a:lnTo>
                  <a:close/>
                  <a:moveTo>
                    <a:pt x="1449874" y="1318781"/>
                  </a:moveTo>
                  <a:lnTo>
                    <a:pt x="1442940" y="1320813"/>
                  </a:lnTo>
                  <a:lnTo>
                    <a:pt x="1484408" y="1384443"/>
                  </a:lnTo>
                  <a:close/>
                  <a:moveTo>
                    <a:pt x="1015967" y="925106"/>
                  </a:moveTo>
                  <a:lnTo>
                    <a:pt x="1029812" y="904745"/>
                  </a:lnTo>
                  <a:lnTo>
                    <a:pt x="999275" y="96389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15" name="Candidate_density__2034">
              <a:extLst>
                <a:ext uri="{FF2B5EF4-FFF2-40B4-BE49-F238E27FC236}">
                  <a16:creationId xmlns:a16="http://schemas.microsoft.com/office/drawing/2014/main" id="{AD92C363-FCEB-AC79-6225-6C1AAFF32667}"/>
                </a:ext>
              </a:extLst>
            </p:cNvPr>
            <p:cNvSpPr>
              <a:spLocks noGrp="1"/>
            </p:cNvSpPr>
            <p:nvPr/>
          </p:nvSpPr>
          <p:spPr>
            <a:xfrm>
              <a:off x="4690193" y="2197617"/>
              <a:ext cx="2174558" cy="3177014"/>
            </a:xfrm>
            <a:custGeom>
              <a:avLst/>
              <a:gdLst/>
              <a:ahLst/>
              <a:cxnLst/>
              <a:rect l="0" t="0" r="0" b="0"/>
              <a:pathLst>
                <a:path w="2174558" h="3177014">
                  <a:moveTo>
                    <a:pt x="551218" y="3177014"/>
                  </a:moveTo>
                  <a:lnTo>
                    <a:pt x="562537" y="3128311"/>
                  </a:lnTo>
                  <a:lnTo>
                    <a:pt x="526514" y="3097006"/>
                  </a:lnTo>
                  <a:close/>
                  <a:moveTo>
                    <a:pt x="286472" y="2724824"/>
                  </a:moveTo>
                  <a:lnTo>
                    <a:pt x="233788" y="2763261"/>
                  </a:lnTo>
                  <a:lnTo>
                    <a:pt x="301368" y="2785191"/>
                  </a:lnTo>
                  <a:close/>
                  <a:moveTo>
                    <a:pt x="325372" y="2681046"/>
                  </a:moveTo>
                  <a:lnTo>
                    <a:pt x="261522" y="2636213"/>
                  </a:lnTo>
                  <a:lnTo>
                    <a:pt x="326078" y="2642609"/>
                  </a:lnTo>
                  <a:close/>
                  <a:moveTo>
                    <a:pt x="261522" y="2636213"/>
                  </a:moveTo>
                  <a:lnTo>
                    <a:pt x="189758" y="2588453"/>
                  </a:lnTo>
                  <a:lnTo>
                    <a:pt x="242662" y="2629155"/>
                  </a:lnTo>
                  <a:close/>
                  <a:moveTo>
                    <a:pt x="0" y="2421355"/>
                  </a:moveTo>
                  <a:lnTo>
                    <a:pt x="65240" y="2516616"/>
                  </a:lnTo>
                  <a:lnTo>
                    <a:pt x="111786" y="2418489"/>
                  </a:lnTo>
                  <a:close/>
                  <a:moveTo>
                    <a:pt x="73169" y="2489310"/>
                  </a:moveTo>
                  <a:lnTo>
                    <a:pt x="153396" y="2510607"/>
                  </a:lnTo>
                  <a:lnTo>
                    <a:pt x="192405" y="2441252"/>
                  </a:lnTo>
                  <a:close/>
                  <a:moveTo>
                    <a:pt x="111786" y="2418489"/>
                  </a:moveTo>
                  <a:lnTo>
                    <a:pt x="73169" y="2489310"/>
                  </a:lnTo>
                  <a:lnTo>
                    <a:pt x="192405" y="2441252"/>
                  </a:lnTo>
                  <a:close/>
                  <a:moveTo>
                    <a:pt x="384935" y="2807040"/>
                  </a:moveTo>
                  <a:lnTo>
                    <a:pt x="409348" y="2831391"/>
                  </a:lnTo>
                  <a:lnTo>
                    <a:pt x="452999" y="2858253"/>
                  </a:lnTo>
                  <a:close/>
                  <a:moveTo>
                    <a:pt x="619557" y="2923673"/>
                  </a:moveTo>
                  <a:lnTo>
                    <a:pt x="563009" y="2867151"/>
                  </a:lnTo>
                  <a:lnTo>
                    <a:pt x="553192" y="2889254"/>
                  </a:lnTo>
                  <a:close/>
                  <a:moveTo>
                    <a:pt x="720751" y="2960187"/>
                  </a:moveTo>
                  <a:lnTo>
                    <a:pt x="698022" y="2933033"/>
                  </a:lnTo>
                  <a:lnTo>
                    <a:pt x="697604" y="2936819"/>
                  </a:lnTo>
                  <a:close/>
                  <a:moveTo>
                    <a:pt x="697604" y="2936819"/>
                  </a:moveTo>
                  <a:lnTo>
                    <a:pt x="676020" y="2919576"/>
                  </a:lnTo>
                  <a:lnTo>
                    <a:pt x="619557" y="2923673"/>
                  </a:lnTo>
                  <a:close/>
                  <a:moveTo>
                    <a:pt x="228888" y="2478179"/>
                  </a:moveTo>
                  <a:lnTo>
                    <a:pt x="287089" y="2516599"/>
                  </a:lnTo>
                  <a:lnTo>
                    <a:pt x="273140" y="2439743"/>
                  </a:lnTo>
                  <a:close/>
                  <a:moveTo>
                    <a:pt x="91069" y="2231534"/>
                  </a:moveTo>
                  <a:lnTo>
                    <a:pt x="77380" y="2118761"/>
                  </a:lnTo>
                  <a:lnTo>
                    <a:pt x="87336" y="2210759"/>
                  </a:lnTo>
                  <a:close/>
                  <a:moveTo>
                    <a:pt x="974838" y="3059027"/>
                  </a:moveTo>
                  <a:lnTo>
                    <a:pt x="914234" y="2976812"/>
                  </a:lnTo>
                  <a:lnTo>
                    <a:pt x="946215" y="3093815"/>
                  </a:lnTo>
                  <a:close/>
                  <a:moveTo>
                    <a:pt x="714939" y="2764727"/>
                  </a:moveTo>
                  <a:lnTo>
                    <a:pt x="739530" y="2663166"/>
                  </a:lnTo>
                  <a:lnTo>
                    <a:pt x="618515" y="2686388"/>
                  </a:lnTo>
                  <a:close/>
                  <a:moveTo>
                    <a:pt x="612306" y="2681359"/>
                  </a:moveTo>
                  <a:lnTo>
                    <a:pt x="575131" y="2605822"/>
                  </a:lnTo>
                  <a:lnTo>
                    <a:pt x="525974" y="2637233"/>
                  </a:lnTo>
                  <a:close/>
                  <a:moveTo>
                    <a:pt x="284308" y="2291000"/>
                  </a:moveTo>
                  <a:lnTo>
                    <a:pt x="405468" y="2250136"/>
                  </a:lnTo>
                  <a:lnTo>
                    <a:pt x="337008" y="2272832"/>
                  </a:lnTo>
                  <a:close/>
                  <a:moveTo>
                    <a:pt x="337008" y="2272832"/>
                  </a:moveTo>
                  <a:lnTo>
                    <a:pt x="265714" y="2275312"/>
                  </a:lnTo>
                  <a:lnTo>
                    <a:pt x="284308" y="2291000"/>
                  </a:lnTo>
                  <a:close/>
                  <a:moveTo>
                    <a:pt x="260716" y="2330581"/>
                  </a:moveTo>
                  <a:lnTo>
                    <a:pt x="265714" y="2275312"/>
                  </a:lnTo>
                  <a:lnTo>
                    <a:pt x="337008" y="2272832"/>
                  </a:lnTo>
                  <a:close/>
                  <a:moveTo>
                    <a:pt x="168276" y="2154661"/>
                  </a:moveTo>
                  <a:lnTo>
                    <a:pt x="165050" y="2123775"/>
                  </a:lnTo>
                  <a:lnTo>
                    <a:pt x="205837" y="2175012"/>
                  </a:lnTo>
                  <a:close/>
                  <a:moveTo>
                    <a:pt x="127696" y="2110882"/>
                  </a:moveTo>
                  <a:lnTo>
                    <a:pt x="165050" y="2123775"/>
                  </a:lnTo>
                  <a:lnTo>
                    <a:pt x="168276" y="2154661"/>
                  </a:lnTo>
                  <a:close/>
                  <a:moveTo>
                    <a:pt x="741417" y="2455019"/>
                  </a:moveTo>
                  <a:lnTo>
                    <a:pt x="720166" y="2445085"/>
                  </a:lnTo>
                  <a:lnTo>
                    <a:pt x="714271" y="2565086"/>
                  </a:lnTo>
                  <a:close/>
                  <a:moveTo>
                    <a:pt x="656644" y="2416728"/>
                  </a:moveTo>
                  <a:lnTo>
                    <a:pt x="586581" y="2433429"/>
                  </a:lnTo>
                  <a:lnTo>
                    <a:pt x="567765" y="2401306"/>
                  </a:lnTo>
                  <a:close/>
                  <a:moveTo>
                    <a:pt x="407373" y="2232443"/>
                  </a:moveTo>
                  <a:lnTo>
                    <a:pt x="337008" y="2272832"/>
                  </a:lnTo>
                  <a:lnTo>
                    <a:pt x="405468" y="2250136"/>
                  </a:lnTo>
                  <a:close/>
                  <a:moveTo>
                    <a:pt x="407373" y="2232443"/>
                  </a:moveTo>
                  <a:lnTo>
                    <a:pt x="428649" y="2121608"/>
                  </a:lnTo>
                  <a:lnTo>
                    <a:pt x="364769" y="2161425"/>
                  </a:lnTo>
                  <a:close/>
                  <a:moveTo>
                    <a:pt x="432543" y="2116224"/>
                  </a:moveTo>
                  <a:lnTo>
                    <a:pt x="428649" y="2121608"/>
                  </a:lnTo>
                  <a:lnTo>
                    <a:pt x="452669" y="2236876"/>
                  </a:lnTo>
                  <a:close/>
                  <a:moveTo>
                    <a:pt x="405810" y="2154661"/>
                  </a:moveTo>
                  <a:lnTo>
                    <a:pt x="432543" y="2116224"/>
                  </a:lnTo>
                  <a:lnTo>
                    <a:pt x="452669" y="2236876"/>
                  </a:lnTo>
                  <a:close/>
                  <a:moveTo>
                    <a:pt x="720166" y="2445085"/>
                  </a:moveTo>
                  <a:lnTo>
                    <a:pt x="741417" y="2455019"/>
                  </a:lnTo>
                  <a:lnTo>
                    <a:pt x="749177" y="2436615"/>
                  </a:lnTo>
                  <a:close/>
                  <a:moveTo>
                    <a:pt x="751235" y="2445085"/>
                  </a:moveTo>
                  <a:lnTo>
                    <a:pt x="749177" y="2436615"/>
                  </a:lnTo>
                  <a:lnTo>
                    <a:pt x="741417" y="2455019"/>
                  </a:lnTo>
                  <a:close/>
                  <a:moveTo>
                    <a:pt x="771344" y="2351709"/>
                  </a:moveTo>
                  <a:lnTo>
                    <a:pt x="749177" y="2436615"/>
                  </a:lnTo>
                  <a:lnTo>
                    <a:pt x="751235" y="2445085"/>
                  </a:lnTo>
                  <a:close/>
                  <a:moveTo>
                    <a:pt x="751235" y="2445085"/>
                  </a:moveTo>
                  <a:lnTo>
                    <a:pt x="762934" y="2362869"/>
                  </a:lnTo>
                  <a:lnTo>
                    <a:pt x="771344" y="2351709"/>
                  </a:lnTo>
                  <a:close/>
                  <a:moveTo>
                    <a:pt x="724878" y="2324433"/>
                  </a:moveTo>
                  <a:lnTo>
                    <a:pt x="753254" y="2284073"/>
                  </a:lnTo>
                  <a:lnTo>
                    <a:pt x="679247" y="2332783"/>
                  </a:lnTo>
                  <a:close/>
                  <a:moveTo>
                    <a:pt x="547573" y="1995573"/>
                  </a:moveTo>
                  <a:lnTo>
                    <a:pt x="576016" y="2115272"/>
                  </a:lnTo>
                  <a:lnTo>
                    <a:pt x="614027" y="2042187"/>
                  </a:lnTo>
                  <a:close/>
                  <a:moveTo>
                    <a:pt x="472291" y="2006117"/>
                  </a:moveTo>
                  <a:lnTo>
                    <a:pt x="430129" y="1913666"/>
                  </a:lnTo>
                  <a:lnTo>
                    <a:pt x="421343" y="1951794"/>
                  </a:lnTo>
                  <a:close/>
                  <a:moveTo>
                    <a:pt x="430750" y="1914261"/>
                  </a:moveTo>
                  <a:lnTo>
                    <a:pt x="430129" y="1913666"/>
                  </a:lnTo>
                  <a:lnTo>
                    <a:pt x="472291" y="2006117"/>
                  </a:lnTo>
                  <a:close/>
                  <a:moveTo>
                    <a:pt x="522328" y="1977995"/>
                  </a:moveTo>
                  <a:lnTo>
                    <a:pt x="430750" y="1914261"/>
                  </a:lnTo>
                  <a:lnTo>
                    <a:pt x="472291" y="2006117"/>
                  </a:lnTo>
                  <a:close/>
                  <a:moveTo>
                    <a:pt x="421343" y="1951794"/>
                  </a:moveTo>
                  <a:lnTo>
                    <a:pt x="430129" y="1913666"/>
                  </a:lnTo>
                  <a:lnTo>
                    <a:pt x="375019" y="1858377"/>
                  </a:lnTo>
                  <a:close/>
                  <a:moveTo>
                    <a:pt x="919343" y="2519550"/>
                  </a:moveTo>
                  <a:lnTo>
                    <a:pt x="967573" y="2580432"/>
                  </a:lnTo>
                  <a:lnTo>
                    <a:pt x="860238" y="2507009"/>
                  </a:lnTo>
                  <a:close/>
                  <a:moveTo>
                    <a:pt x="430750" y="1914261"/>
                  </a:moveTo>
                  <a:lnTo>
                    <a:pt x="522328" y="1977995"/>
                  </a:lnTo>
                  <a:lnTo>
                    <a:pt x="562186" y="1911816"/>
                  </a:lnTo>
                  <a:close/>
                  <a:moveTo>
                    <a:pt x="621301" y="1854183"/>
                  </a:moveTo>
                  <a:lnTo>
                    <a:pt x="601149" y="1795722"/>
                  </a:lnTo>
                  <a:lnTo>
                    <a:pt x="601894" y="1792706"/>
                  </a:lnTo>
                  <a:close/>
                  <a:moveTo>
                    <a:pt x="616369" y="1754269"/>
                  </a:moveTo>
                  <a:lnTo>
                    <a:pt x="621301" y="1854183"/>
                  </a:lnTo>
                  <a:lnTo>
                    <a:pt x="601894" y="1792706"/>
                  </a:lnTo>
                  <a:close/>
                  <a:moveTo>
                    <a:pt x="601894" y="1792706"/>
                  </a:moveTo>
                  <a:lnTo>
                    <a:pt x="554222" y="1710491"/>
                  </a:lnTo>
                  <a:lnTo>
                    <a:pt x="616369" y="1754269"/>
                  </a:lnTo>
                  <a:close/>
                  <a:moveTo>
                    <a:pt x="1337411" y="2429246"/>
                  </a:moveTo>
                  <a:lnTo>
                    <a:pt x="1281881" y="2436830"/>
                  </a:lnTo>
                  <a:lnTo>
                    <a:pt x="1416491" y="2446254"/>
                  </a:lnTo>
                  <a:close/>
                  <a:moveTo>
                    <a:pt x="1037004" y="1984025"/>
                  </a:moveTo>
                  <a:lnTo>
                    <a:pt x="1035902" y="1962478"/>
                  </a:lnTo>
                  <a:lnTo>
                    <a:pt x="1039950" y="2044693"/>
                  </a:lnTo>
                  <a:close/>
                  <a:moveTo>
                    <a:pt x="1495183" y="2354363"/>
                  </a:moveTo>
                  <a:lnTo>
                    <a:pt x="1464445" y="2279260"/>
                  </a:lnTo>
                  <a:lnTo>
                    <a:pt x="1462552" y="2335117"/>
                  </a:lnTo>
                  <a:close/>
                  <a:moveTo>
                    <a:pt x="1464445" y="2279260"/>
                  </a:moveTo>
                  <a:lnTo>
                    <a:pt x="1458220" y="2252902"/>
                  </a:lnTo>
                  <a:lnTo>
                    <a:pt x="1462552" y="2335117"/>
                  </a:lnTo>
                  <a:close/>
                  <a:moveTo>
                    <a:pt x="1401428" y="2174733"/>
                  </a:moveTo>
                  <a:lnTo>
                    <a:pt x="1383421" y="2184447"/>
                  </a:lnTo>
                  <a:lnTo>
                    <a:pt x="1397034" y="2170687"/>
                  </a:lnTo>
                  <a:close/>
                  <a:moveTo>
                    <a:pt x="1025609" y="1932696"/>
                  </a:moveTo>
                  <a:lnTo>
                    <a:pt x="1039950" y="2044693"/>
                  </a:lnTo>
                  <a:lnTo>
                    <a:pt x="1035902" y="1962478"/>
                  </a:lnTo>
                  <a:close/>
                  <a:moveTo>
                    <a:pt x="1333917" y="2064009"/>
                  </a:moveTo>
                  <a:lnTo>
                    <a:pt x="1352081" y="2149334"/>
                  </a:lnTo>
                  <a:lnTo>
                    <a:pt x="1383073" y="2084637"/>
                  </a:lnTo>
                  <a:close/>
                  <a:moveTo>
                    <a:pt x="1383073" y="2084637"/>
                  </a:moveTo>
                  <a:lnTo>
                    <a:pt x="1400417" y="1967821"/>
                  </a:lnTo>
                  <a:lnTo>
                    <a:pt x="1308721" y="1984400"/>
                  </a:lnTo>
                  <a:close/>
                  <a:moveTo>
                    <a:pt x="1494945" y="1954187"/>
                  </a:moveTo>
                  <a:lnTo>
                    <a:pt x="1403931" y="1968889"/>
                  </a:lnTo>
                  <a:lnTo>
                    <a:pt x="1484907" y="1992987"/>
                  </a:lnTo>
                  <a:close/>
                  <a:moveTo>
                    <a:pt x="1494945" y="1954187"/>
                  </a:moveTo>
                  <a:lnTo>
                    <a:pt x="1405204" y="1966554"/>
                  </a:lnTo>
                  <a:lnTo>
                    <a:pt x="1403931" y="1968889"/>
                  </a:lnTo>
                  <a:close/>
                  <a:moveTo>
                    <a:pt x="1459367" y="1847169"/>
                  </a:moveTo>
                  <a:lnTo>
                    <a:pt x="1433563" y="1864478"/>
                  </a:lnTo>
                  <a:lnTo>
                    <a:pt x="1490658" y="1857581"/>
                  </a:lnTo>
                  <a:close/>
                  <a:moveTo>
                    <a:pt x="1490658" y="1857581"/>
                  </a:moveTo>
                  <a:lnTo>
                    <a:pt x="1433563" y="1864478"/>
                  </a:lnTo>
                  <a:lnTo>
                    <a:pt x="1405204" y="1966554"/>
                  </a:lnTo>
                  <a:close/>
                  <a:moveTo>
                    <a:pt x="162090" y="285082"/>
                  </a:moveTo>
                  <a:lnTo>
                    <a:pt x="114237" y="323518"/>
                  </a:lnTo>
                  <a:lnTo>
                    <a:pt x="172611" y="367297"/>
                  </a:lnTo>
                  <a:close/>
                  <a:moveTo>
                    <a:pt x="63182" y="241304"/>
                  </a:moveTo>
                  <a:lnTo>
                    <a:pt x="114237" y="323518"/>
                  </a:lnTo>
                  <a:lnTo>
                    <a:pt x="162090" y="285082"/>
                  </a:lnTo>
                  <a:close/>
                  <a:moveTo>
                    <a:pt x="63182" y="241304"/>
                  </a:moveTo>
                  <a:lnTo>
                    <a:pt x="162090" y="285082"/>
                  </a:lnTo>
                  <a:lnTo>
                    <a:pt x="115484" y="202867"/>
                  </a:lnTo>
                  <a:close/>
                  <a:moveTo>
                    <a:pt x="1969029" y="2411687"/>
                  </a:moveTo>
                  <a:lnTo>
                    <a:pt x="1913783" y="2396009"/>
                  </a:lnTo>
                  <a:lnTo>
                    <a:pt x="1958819" y="2504890"/>
                  </a:lnTo>
                  <a:close/>
                  <a:moveTo>
                    <a:pt x="1969029" y="2411687"/>
                  </a:moveTo>
                  <a:lnTo>
                    <a:pt x="1965312" y="2459310"/>
                  </a:lnTo>
                  <a:lnTo>
                    <a:pt x="2089225" y="2428739"/>
                  </a:lnTo>
                  <a:close/>
                  <a:moveTo>
                    <a:pt x="1737253" y="1978471"/>
                  </a:moveTo>
                  <a:lnTo>
                    <a:pt x="1710470" y="1973163"/>
                  </a:lnTo>
                  <a:lnTo>
                    <a:pt x="1675456" y="1996358"/>
                  </a:lnTo>
                  <a:close/>
                  <a:moveTo>
                    <a:pt x="1477369" y="1907885"/>
                  </a:moveTo>
                  <a:lnTo>
                    <a:pt x="1433563" y="1864478"/>
                  </a:lnTo>
                  <a:lnTo>
                    <a:pt x="1459367" y="1847169"/>
                  </a:lnTo>
                  <a:close/>
                  <a:moveTo>
                    <a:pt x="1494358" y="1726517"/>
                  </a:moveTo>
                  <a:lnTo>
                    <a:pt x="1472804" y="1764954"/>
                  </a:lnTo>
                  <a:lnTo>
                    <a:pt x="1517642" y="1684974"/>
                  </a:lnTo>
                  <a:close/>
                  <a:moveTo>
                    <a:pt x="206769" y="272503"/>
                  </a:moveTo>
                  <a:lnTo>
                    <a:pt x="226224" y="367297"/>
                  </a:lnTo>
                  <a:lnTo>
                    <a:pt x="218017" y="285082"/>
                  </a:lnTo>
                  <a:close/>
                  <a:moveTo>
                    <a:pt x="171137" y="101287"/>
                  </a:moveTo>
                  <a:lnTo>
                    <a:pt x="115484" y="202867"/>
                  </a:lnTo>
                  <a:lnTo>
                    <a:pt x="183146" y="191615"/>
                  </a:lnTo>
                  <a:close/>
                  <a:moveTo>
                    <a:pt x="171137" y="101287"/>
                  </a:moveTo>
                  <a:lnTo>
                    <a:pt x="183146" y="191615"/>
                  </a:lnTo>
                  <a:lnTo>
                    <a:pt x="211285" y="202867"/>
                  </a:lnTo>
                  <a:close/>
                  <a:moveTo>
                    <a:pt x="166500" y="4964"/>
                  </a:moveTo>
                  <a:lnTo>
                    <a:pt x="145296" y="0"/>
                  </a:lnTo>
                  <a:lnTo>
                    <a:pt x="153585" y="82215"/>
                  </a:lnTo>
                  <a:close/>
                  <a:moveTo>
                    <a:pt x="2174558" y="2365780"/>
                  </a:moveTo>
                  <a:lnTo>
                    <a:pt x="2108417" y="2358959"/>
                  </a:lnTo>
                  <a:lnTo>
                    <a:pt x="2089225" y="2428739"/>
                  </a:lnTo>
                  <a:close/>
                  <a:moveTo>
                    <a:pt x="2173861" y="2266254"/>
                  </a:moveTo>
                  <a:lnTo>
                    <a:pt x="2108417" y="2358959"/>
                  </a:lnTo>
                  <a:lnTo>
                    <a:pt x="2174558" y="2365780"/>
                  </a:lnTo>
                  <a:close/>
                  <a:moveTo>
                    <a:pt x="1473203" y="1523651"/>
                  </a:moveTo>
                  <a:lnTo>
                    <a:pt x="1490716" y="1584301"/>
                  </a:lnTo>
                  <a:lnTo>
                    <a:pt x="1475876" y="1562087"/>
                  </a:lnTo>
                  <a:close/>
                  <a:moveTo>
                    <a:pt x="1470915" y="1612854"/>
                  </a:moveTo>
                  <a:lnTo>
                    <a:pt x="1490716" y="1584301"/>
                  </a:lnTo>
                  <a:lnTo>
                    <a:pt x="1473203" y="1523651"/>
                  </a:lnTo>
                  <a:close/>
                  <a:moveTo>
                    <a:pt x="1097020" y="1134495"/>
                  </a:moveTo>
                  <a:lnTo>
                    <a:pt x="1156983" y="1172503"/>
                  </a:lnTo>
                  <a:lnTo>
                    <a:pt x="1121810" y="1151011"/>
                  </a:lnTo>
                  <a:close/>
                  <a:moveTo>
                    <a:pt x="1097020" y="1134495"/>
                  </a:moveTo>
                  <a:lnTo>
                    <a:pt x="1070749" y="1055762"/>
                  </a:lnTo>
                  <a:lnTo>
                    <a:pt x="1032904" y="1126029"/>
                  </a:lnTo>
                  <a:close/>
                  <a:moveTo>
                    <a:pt x="1070749" y="1055762"/>
                  </a:moveTo>
                  <a:lnTo>
                    <a:pt x="1121810" y="1151011"/>
                  </a:lnTo>
                  <a:lnTo>
                    <a:pt x="1108224" y="1068796"/>
                  </a:lnTo>
                  <a:close/>
                  <a:moveTo>
                    <a:pt x="1070749" y="1055762"/>
                  </a:moveTo>
                  <a:lnTo>
                    <a:pt x="1097020" y="1134495"/>
                  </a:lnTo>
                  <a:lnTo>
                    <a:pt x="1121810" y="1151011"/>
                  </a:lnTo>
                  <a:close/>
                  <a:moveTo>
                    <a:pt x="1070749" y="1055762"/>
                  </a:moveTo>
                  <a:lnTo>
                    <a:pt x="1108224" y="1068796"/>
                  </a:lnTo>
                  <a:lnTo>
                    <a:pt x="1085544" y="968860"/>
                  </a:lnTo>
                  <a:close/>
                  <a:moveTo>
                    <a:pt x="1085544" y="968860"/>
                  </a:moveTo>
                  <a:lnTo>
                    <a:pt x="1127103" y="1060787"/>
                  </a:lnTo>
                  <a:lnTo>
                    <a:pt x="1157179" y="958034"/>
                  </a:lnTo>
                  <a:close/>
                  <a:moveTo>
                    <a:pt x="1762533" y="1770296"/>
                  </a:moveTo>
                  <a:lnTo>
                    <a:pt x="1786709" y="1703251"/>
                  </a:lnTo>
                  <a:lnTo>
                    <a:pt x="1764366" y="1756245"/>
                  </a:lnTo>
                  <a:close/>
                  <a:moveTo>
                    <a:pt x="1809420" y="1649645"/>
                  </a:moveTo>
                  <a:lnTo>
                    <a:pt x="1786709" y="1703251"/>
                  </a:lnTo>
                  <a:lnTo>
                    <a:pt x="1762533" y="1770296"/>
                  </a:lnTo>
                  <a:close/>
                  <a:moveTo>
                    <a:pt x="1613146" y="1332984"/>
                  </a:moveTo>
                  <a:lnTo>
                    <a:pt x="1536144" y="1323745"/>
                  </a:lnTo>
                  <a:lnTo>
                    <a:pt x="1570678" y="1389407"/>
                  </a:lnTo>
                  <a:close/>
                  <a:moveTo>
                    <a:pt x="1162125" y="941974"/>
                  </a:moveTo>
                  <a:lnTo>
                    <a:pt x="1102236" y="930071"/>
                  </a:lnTo>
                  <a:lnTo>
                    <a:pt x="1085544" y="968860"/>
                  </a:lnTo>
                  <a:close/>
                  <a:moveTo>
                    <a:pt x="1102236" y="930071"/>
                  </a:moveTo>
                  <a:lnTo>
                    <a:pt x="1162125" y="941974"/>
                  </a:lnTo>
                  <a:lnTo>
                    <a:pt x="1148716" y="852782"/>
                  </a:lnTo>
                  <a:close/>
                  <a:moveTo>
                    <a:pt x="1102236" y="930071"/>
                  </a:moveTo>
                  <a:lnTo>
                    <a:pt x="1148716" y="852782"/>
                  </a:lnTo>
                  <a:lnTo>
                    <a:pt x="1071953" y="854598"/>
                  </a:lnTo>
                  <a:close/>
                  <a:moveTo>
                    <a:pt x="1613146" y="1332984"/>
                  </a:moveTo>
                  <a:lnTo>
                    <a:pt x="1631004" y="1303612"/>
                  </a:lnTo>
                  <a:lnTo>
                    <a:pt x="1536144" y="1323745"/>
                  </a:lnTo>
                  <a:close/>
                  <a:moveTo>
                    <a:pt x="1536144" y="1323745"/>
                  </a:moveTo>
                  <a:lnTo>
                    <a:pt x="1631004" y="1303612"/>
                  </a:lnTo>
                  <a:lnTo>
                    <a:pt x="1536813" y="131959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16" name="Candidate_density__2035">
              <a:extLst>
                <a:ext uri="{FF2B5EF4-FFF2-40B4-BE49-F238E27FC236}">
                  <a16:creationId xmlns:a16="http://schemas.microsoft.com/office/drawing/2014/main" id="{E3AE57FD-A68C-F14C-584E-EA61F0B00399}"/>
                </a:ext>
              </a:extLst>
            </p:cNvPr>
            <p:cNvSpPr>
              <a:spLocks noGrp="1"/>
            </p:cNvSpPr>
            <p:nvPr/>
          </p:nvSpPr>
          <p:spPr>
            <a:xfrm>
              <a:off x="4457727" y="2110815"/>
              <a:ext cx="2006084" cy="3102050"/>
            </a:xfrm>
            <a:custGeom>
              <a:avLst/>
              <a:gdLst/>
              <a:ahLst/>
              <a:cxnLst/>
              <a:rect l="0" t="0" r="0" b="0"/>
              <a:pathLst>
                <a:path w="2006084" h="3102050">
                  <a:moveTo>
                    <a:pt x="0" y="2484569"/>
                  </a:moveTo>
                  <a:lnTo>
                    <a:pt x="55003" y="2475015"/>
                  </a:lnTo>
                  <a:lnTo>
                    <a:pt x="46197" y="2477423"/>
                  </a:lnTo>
                  <a:close/>
                  <a:moveTo>
                    <a:pt x="103927" y="2379274"/>
                  </a:moveTo>
                  <a:lnTo>
                    <a:pt x="46197" y="2477423"/>
                  </a:lnTo>
                  <a:lnTo>
                    <a:pt x="85879" y="2438987"/>
                  </a:lnTo>
                  <a:close/>
                  <a:moveTo>
                    <a:pt x="45870" y="2298985"/>
                  </a:moveTo>
                  <a:lnTo>
                    <a:pt x="104269" y="2356772"/>
                  </a:lnTo>
                  <a:lnTo>
                    <a:pt x="91362" y="2332296"/>
                  </a:lnTo>
                  <a:close/>
                  <a:moveTo>
                    <a:pt x="61185" y="2274557"/>
                  </a:moveTo>
                  <a:lnTo>
                    <a:pt x="45870" y="2298985"/>
                  </a:lnTo>
                  <a:lnTo>
                    <a:pt x="91362" y="2332296"/>
                  </a:lnTo>
                  <a:close/>
                  <a:moveTo>
                    <a:pt x="461354" y="2564981"/>
                  </a:moveTo>
                  <a:lnTo>
                    <a:pt x="546518" y="2489013"/>
                  </a:lnTo>
                  <a:lnTo>
                    <a:pt x="436670" y="2463326"/>
                  </a:lnTo>
                  <a:close/>
                  <a:moveTo>
                    <a:pt x="436670" y="2463326"/>
                  </a:moveTo>
                  <a:lnTo>
                    <a:pt x="546518" y="2489013"/>
                  </a:lnTo>
                  <a:lnTo>
                    <a:pt x="512498" y="2462271"/>
                  </a:lnTo>
                  <a:close/>
                  <a:moveTo>
                    <a:pt x="436670" y="2463326"/>
                  </a:moveTo>
                  <a:lnTo>
                    <a:pt x="512498" y="2462271"/>
                  </a:lnTo>
                  <a:lnTo>
                    <a:pt x="419076" y="2377537"/>
                  </a:lnTo>
                  <a:close/>
                  <a:moveTo>
                    <a:pt x="257872" y="2287317"/>
                  </a:moveTo>
                  <a:lnTo>
                    <a:pt x="309846" y="2205563"/>
                  </a:lnTo>
                  <a:lnTo>
                    <a:pt x="224645" y="2214238"/>
                  </a:lnTo>
                  <a:close/>
                  <a:moveTo>
                    <a:pt x="1017636" y="2994616"/>
                  </a:moveTo>
                  <a:lnTo>
                    <a:pt x="998250" y="3063333"/>
                  </a:lnTo>
                  <a:lnTo>
                    <a:pt x="1105109" y="2981398"/>
                  </a:lnTo>
                  <a:close/>
                  <a:moveTo>
                    <a:pt x="1105109" y="2981398"/>
                  </a:moveTo>
                  <a:lnTo>
                    <a:pt x="1068261" y="3102050"/>
                  </a:lnTo>
                  <a:lnTo>
                    <a:pt x="1110413" y="2988834"/>
                  </a:lnTo>
                  <a:close/>
                  <a:moveTo>
                    <a:pt x="1110413" y="2988834"/>
                  </a:moveTo>
                  <a:lnTo>
                    <a:pt x="1068261" y="3102050"/>
                  </a:lnTo>
                  <a:lnTo>
                    <a:pt x="1105586" y="3083799"/>
                  </a:lnTo>
                  <a:close/>
                  <a:moveTo>
                    <a:pt x="1105586" y="3083799"/>
                  </a:moveTo>
                  <a:lnTo>
                    <a:pt x="1146699" y="3063613"/>
                  </a:lnTo>
                  <a:lnTo>
                    <a:pt x="1110413" y="2988834"/>
                  </a:lnTo>
                  <a:close/>
                  <a:moveTo>
                    <a:pt x="1105109" y="2981398"/>
                  </a:moveTo>
                  <a:lnTo>
                    <a:pt x="1106976" y="2975982"/>
                  </a:lnTo>
                  <a:lnTo>
                    <a:pt x="1017636" y="2994616"/>
                  </a:lnTo>
                  <a:close/>
                  <a:moveTo>
                    <a:pt x="1017636" y="2994616"/>
                  </a:moveTo>
                  <a:lnTo>
                    <a:pt x="1106976" y="2975982"/>
                  </a:lnTo>
                  <a:lnTo>
                    <a:pt x="1076068" y="2907611"/>
                  </a:lnTo>
                  <a:close/>
                  <a:moveTo>
                    <a:pt x="1076068" y="2907611"/>
                  </a:moveTo>
                  <a:lnTo>
                    <a:pt x="1106976" y="2975982"/>
                  </a:lnTo>
                  <a:lnTo>
                    <a:pt x="1170977" y="2936612"/>
                  </a:lnTo>
                  <a:close/>
                  <a:moveTo>
                    <a:pt x="360161" y="2197684"/>
                  </a:moveTo>
                  <a:lnTo>
                    <a:pt x="302389" y="2111533"/>
                  </a:lnTo>
                  <a:lnTo>
                    <a:pt x="305150" y="2143892"/>
                  </a:lnTo>
                  <a:close/>
                  <a:moveTo>
                    <a:pt x="445345" y="2077032"/>
                  </a:moveTo>
                  <a:lnTo>
                    <a:pt x="452354" y="1994817"/>
                  </a:lnTo>
                  <a:lnTo>
                    <a:pt x="416442" y="2079402"/>
                  </a:lnTo>
                  <a:close/>
                  <a:moveTo>
                    <a:pt x="416442" y="2079402"/>
                  </a:moveTo>
                  <a:lnTo>
                    <a:pt x="419954" y="2079268"/>
                  </a:lnTo>
                  <a:lnTo>
                    <a:pt x="445345" y="2077032"/>
                  </a:lnTo>
                  <a:close/>
                  <a:moveTo>
                    <a:pt x="317917" y="1912602"/>
                  </a:moveTo>
                  <a:lnTo>
                    <a:pt x="383536" y="2006062"/>
                  </a:lnTo>
                  <a:lnTo>
                    <a:pt x="392789" y="1977702"/>
                  </a:lnTo>
                  <a:close/>
                  <a:moveTo>
                    <a:pt x="1170977" y="2936612"/>
                  </a:moveTo>
                  <a:lnTo>
                    <a:pt x="1210188" y="2959259"/>
                  </a:lnTo>
                  <a:lnTo>
                    <a:pt x="1238786" y="2911483"/>
                  </a:lnTo>
                  <a:close/>
                  <a:moveTo>
                    <a:pt x="1238786" y="2911483"/>
                  </a:moveTo>
                  <a:lnTo>
                    <a:pt x="1210188" y="2959259"/>
                  </a:lnTo>
                  <a:lnTo>
                    <a:pt x="1276817" y="2860747"/>
                  </a:lnTo>
                  <a:close/>
                  <a:moveTo>
                    <a:pt x="392789" y="1977702"/>
                  </a:moveTo>
                  <a:lnTo>
                    <a:pt x="452354" y="1994817"/>
                  </a:lnTo>
                  <a:lnTo>
                    <a:pt x="436831" y="1927168"/>
                  </a:lnTo>
                  <a:close/>
                  <a:moveTo>
                    <a:pt x="436831" y="1927168"/>
                  </a:moveTo>
                  <a:lnTo>
                    <a:pt x="452354" y="1994817"/>
                  </a:lnTo>
                  <a:lnTo>
                    <a:pt x="491030" y="1879170"/>
                  </a:lnTo>
                  <a:close/>
                  <a:moveTo>
                    <a:pt x="398786" y="1874166"/>
                  </a:moveTo>
                  <a:lnTo>
                    <a:pt x="392789" y="1977702"/>
                  </a:lnTo>
                  <a:lnTo>
                    <a:pt x="436831" y="1927168"/>
                  </a:lnTo>
                  <a:close/>
                  <a:moveTo>
                    <a:pt x="398786" y="1874166"/>
                  </a:moveTo>
                  <a:lnTo>
                    <a:pt x="317917" y="1912602"/>
                  </a:lnTo>
                  <a:lnTo>
                    <a:pt x="392789" y="1977702"/>
                  </a:lnTo>
                  <a:close/>
                  <a:moveTo>
                    <a:pt x="307853" y="1830387"/>
                  </a:moveTo>
                  <a:lnTo>
                    <a:pt x="405053" y="1808352"/>
                  </a:lnTo>
                  <a:lnTo>
                    <a:pt x="395160" y="1796427"/>
                  </a:lnTo>
                  <a:close/>
                  <a:moveTo>
                    <a:pt x="405053" y="1808352"/>
                  </a:moveTo>
                  <a:lnTo>
                    <a:pt x="483611" y="1874166"/>
                  </a:lnTo>
                  <a:lnTo>
                    <a:pt x="395160" y="1796427"/>
                  </a:lnTo>
                  <a:close/>
                  <a:moveTo>
                    <a:pt x="1276817" y="2860747"/>
                  </a:moveTo>
                  <a:lnTo>
                    <a:pt x="1280511" y="2942962"/>
                  </a:lnTo>
                  <a:lnTo>
                    <a:pt x="1341850" y="2904525"/>
                  </a:lnTo>
                  <a:close/>
                  <a:moveTo>
                    <a:pt x="1276817" y="2860747"/>
                  </a:moveTo>
                  <a:lnTo>
                    <a:pt x="1341850" y="2904525"/>
                  </a:lnTo>
                  <a:lnTo>
                    <a:pt x="1297121" y="2822310"/>
                  </a:lnTo>
                  <a:close/>
                  <a:moveTo>
                    <a:pt x="437218" y="1862327"/>
                  </a:moveTo>
                  <a:lnTo>
                    <a:pt x="436831" y="1927168"/>
                  </a:lnTo>
                  <a:lnTo>
                    <a:pt x="483611" y="1874166"/>
                  </a:lnTo>
                  <a:close/>
                  <a:moveTo>
                    <a:pt x="483611" y="1874166"/>
                  </a:moveTo>
                  <a:lnTo>
                    <a:pt x="405053" y="1808352"/>
                  </a:lnTo>
                  <a:lnTo>
                    <a:pt x="437218" y="1862327"/>
                  </a:lnTo>
                  <a:close/>
                  <a:moveTo>
                    <a:pt x="544829" y="1835729"/>
                  </a:moveTo>
                  <a:lnTo>
                    <a:pt x="515165" y="1874166"/>
                  </a:lnTo>
                  <a:lnTo>
                    <a:pt x="566710" y="1917944"/>
                  </a:lnTo>
                  <a:close/>
                  <a:moveTo>
                    <a:pt x="544829" y="1835729"/>
                  </a:moveTo>
                  <a:lnTo>
                    <a:pt x="580353" y="1753514"/>
                  </a:lnTo>
                  <a:lnTo>
                    <a:pt x="515165" y="1874166"/>
                  </a:lnTo>
                  <a:close/>
                  <a:moveTo>
                    <a:pt x="580353" y="1753514"/>
                  </a:moveTo>
                  <a:lnTo>
                    <a:pt x="652813" y="1746965"/>
                  </a:lnTo>
                  <a:lnTo>
                    <a:pt x="604176" y="1747685"/>
                  </a:lnTo>
                  <a:close/>
                  <a:moveTo>
                    <a:pt x="604176" y="1747685"/>
                  </a:moveTo>
                  <a:lnTo>
                    <a:pt x="652813" y="1746965"/>
                  </a:lnTo>
                  <a:lnTo>
                    <a:pt x="726389" y="1743398"/>
                  </a:lnTo>
                  <a:close/>
                  <a:moveTo>
                    <a:pt x="699893" y="1769961"/>
                  </a:moveTo>
                  <a:lnTo>
                    <a:pt x="726389" y="1743398"/>
                  </a:lnTo>
                  <a:lnTo>
                    <a:pt x="652813" y="1746965"/>
                  </a:lnTo>
                  <a:close/>
                  <a:moveTo>
                    <a:pt x="699893" y="1769961"/>
                  </a:moveTo>
                  <a:lnTo>
                    <a:pt x="778045" y="1767017"/>
                  </a:lnTo>
                  <a:lnTo>
                    <a:pt x="726389" y="1743398"/>
                  </a:lnTo>
                  <a:close/>
                  <a:moveTo>
                    <a:pt x="1794413" y="2583036"/>
                  </a:moveTo>
                  <a:lnTo>
                    <a:pt x="1796613" y="2585282"/>
                  </a:lnTo>
                  <a:lnTo>
                    <a:pt x="1869139" y="2583765"/>
                  </a:lnTo>
                  <a:close/>
                  <a:moveTo>
                    <a:pt x="1231231" y="1655476"/>
                  </a:moveTo>
                  <a:lnTo>
                    <a:pt x="1220887" y="1649363"/>
                  </a:lnTo>
                  <a:lnTo>
                    <a:pt x="1270693" y="1725762"/>
                  </a:lnTo>
                  <a:close/>
                  <a:moveTo>
                    <a:pt x="1221860" y="1643547"/>
                  </a:moveTo>
                  <a:lnTo>
                    <a:pt x="1220887" y="1649363"/>
                  </a:lnTo>
                  <a:lnTo>
                    <a:pt x="1231231" y="1655476"/>
                  </a:lnTo>
                  <a:close/>
                  <a:moveTo>
                    <a:pt x="1220294" y="1614583"/>
                  </a:moveTo>
                  <a:lnTo>
                    <a:pt x="1220887" y="1649363"/>
                  </a:lnTo>
                  <a:lnTo>
                    <a:pt x="1221860" y="1643547"/>
                  </a:lnTo>
                  <a:close/>
                  <a:moveTo>
                    <a:pt x="1164453" y="1495058"/>
                  </a:moveTo>
                  <a:lnTo>
                    <a:pt x="1221770" y="1561332"/>
                  </a:lnTo>
                  <a:lnTo>
                    <a:pt x="1198546" y="1533273"/>
                  </a:lnTo>
                  <a:close/>
                  <a:moveTo>
                    <a:pt x="1165851" y="1479116"/>
                  </a:moveTo>
                  <a:lnTo>
                    <a:pt x="1164453" y="1495058"/>
                  </a:lnTo>
                  <a:lnTo>
                    <a:pt x="1198546" y="1533273"/>
                  </a:lnTo>
                  <a:close/>
                  <a:moveTo>
                    <a:pt x="1175821" y="1448310"/>
                  </a:moveTo>
                  <a:lnTo>
                    <a:pt x="1164453" y="1495058"/>
                  </a:lnTo>
                  <a:lnTo>
                    <a:pt x="1165851" y="1479116"/>
                  </a:lnTo>
                  <a:close/>
                  <a:moveTo>
                    <a:pt x="1847386" y="2072029"/>
                  </a:moveTo>
                  <a:lnTo>
                    <a:pt x="1837055" y="2112534"/>
                  </a:lnTo>
                  <a:lnTo>
                    <a:pt x="1837910" y="2098401"/>
                  </a:lnTo>
                  <a:close/>
                  <a:moveTo>
                    <a:pt x="1571106" y="1875036"/>
                  </a:moveTo>
                  <a:lnTo>
                    <a:pt x="1532101" y="1851756"/>
                  </a:lnTo>
                  <a:lnTo>
                    <a:pt x="1542207" y="1970280"/>
                  </a:lnTo>
                  <a:close/>
                  <a:moveTo>
                    <a:pt x="1220294" y="1614583"/>
                  </a:moveTo>
                  <a:lnTo>
                    <a:pt x="1221860" y="1643547"/>
                  </a:lnTo>
                  <a:lnTo>
                    <a:pt x="1244181" y="1630424"/>
                  </a:lnTo>
                  <a:close/>
                  <a:moveTo>
                    <a:pt x="1220294" y="1614583"/>
                  </a:moveTo>
                  <a:lnTo>
                    <a:pt x="1244181" y="1630424"/>
                  </a:lnTo>
                  <a:lnTo>
                    <a:pt x="1221770" y="1561332"/>
                  </a:lnTo>
                  <a:close/>
                  <a:moveTo>
                    <a:pt x="1230082" y="1435978"/>
                  </a:moveTo>
                  <a:lnTo>
                    <a:pt x="1175821" y="1448310"/>
                  </a:lnTo>
                  <a:lnTo>
                    <a:pt x="1165851" y="1479116"/>
                  </a:lnTo>
                  <a:close/>
                  <a:moveTo>
                    <a:pt x="1234542" y="1358465"/>
                  </a:moveTo>
                  <a:lnTo>
                    <a:pt x="1242561" y="1392058"/>
                  </a:lnTo>
                  <a:lnTo>
                    <a:pt x="1230082" y="1435978"/>
                  </a:lnTo>
                  <a:close/>
                  <a:moveTo>
                    <a:pt x="1230082" y="1435978"/>
                  </a:moveTo>
                  <a:lnTo>
                    <a:pt x="1239121" y="1406320"/>
                  </a:lnTo>
                  <a:lnTo>
                    <a:pt x="1175821" y="1448310"/>
                  </a:lnTo>
                  <a:close/>
                  <a:moveTo>
                    <a:pt x="176256" y="43023"/>
                  </a:moveTo>
                  <a:lnTo>
                    <a:pt x="167629" y="58562"/>
                  </a:lnTo>
                  <a:lnTo>
                    <a:pt x="125461" y="92559"/>
                  </a:lnTo>
                  <a:close/>
                  <a:moveTo>
                    <a:pt x="1837910" y="2098401"/>
                  </a:moveTo>
                  <a:lnTo>
                    <a:pt x="1837055" y="2112534"/>
                  </a:lnTo>
                  <a:lnTo>
                    <a:pt x="1865996" y="2141610"/>
                  </a:lnTo>
                  <a:close/>
                  <a:moveTo>
                    <a:pt x="184260" y="33741"/>
                  </a:moveTo>
                  <a:lnTo>
                    <a:pt x="167629" y="58562"/>
                  </a:lnTo>
                  <a:lnTo>
                    <a:pt x="176256" y="43023"/>
                  </a:lnTo>
                  <a:close/>
                  <a:moveTo>
                    <a:pt x="1234542" y="1358465"/>
                  </a:moveTo>
                  <a:lnTo>
                    <a:pt x="1316663" y="1320028"/>
                  </a:lnTo>
                  <a:lnTo>
                    <a:pt x="1196695" y="1311150"/>
                  </a:lnTo>
                  <a:close/>
                  <a:moveTo>
                    <a:pt x="1158469" y="1194035"/>
                  </a:moveTo>
                  <a:lnTo>
                    <a:pt x="1139029" y="1254950"/>
                  </a:lnTo>
                  <a:lnTo>
                    <a:pt x="1217900" y="1175230"/>
                  </a:lnTo>
                  <a:close/>
                  <a:moveTo>
                    <a:pt x="1217900" y="1175230"/>
                  </a:moveTo>
                  <a:lnTo>
                    <a:pt x="1179534" y="1182521"/>
                  </a:lnTo>
                  <a:lnTo>
                    <a:pt x="1158469" y="1194035"/>
                  </a:lnTo>
                  <a:close/>
                  <a:moveTo>
                    <a:pt x="1145605" y="1073383"/>
                  </a:moveTo>
                  <a:lnTo>
                    <a:pt x="1179534" y="1182521"/>
                  </a:lnTo>
                  <a:lnTo>
                    <a:pt x="1205004" y="1127014"/>
                  </a:lnTo>
                  <a:close/>
                  <a:moveTo>
                    <a:pt x="196691" y="34935"/>
                  </a:moveTo>
                  <a:lnTo>
                    <a:pt x="176256" y="43023"/>
                  </a:lnTo>
                  <a:lnTo>
                    <a:pt x="248754" y="59671"/>
                  </a:lnTo>
                  <a:close/>
                  <a:moveTo>
                    <a:pt x="248754" y="59671"/>
                  </a:moveTo>
                  <a:lnTo>
                    <a:pt x="176256" y="43023"/>
                  </a:lnTo>
                  <a:lnTo>
                    <a:pt x="125461" y="92559"/>
                  </a:lnTo>
                  <a:close/>
                  <a:moveTo>
                    <a:pt x="319713" y="46321"/>
                  </a:moveTo>
                  <a:lnTo>
                    <a:pt x="377761" y="86802"/>
                  </a:lnTo>
                  <a:lnTo>
                    <a:pt x="298289" y="12930"/>
                  </a:lnTo>
                  <a:close/>
                  <a:moveTo>
                    <a:pt x="184260" y="33741"/>
                  </a:moveTo>
                  <a:lnTo>
                    <a:pt x="176256" y="43023"/>
                  </a:lnTo>
                  <a:lnTo>
                    <a:pt x="196691" y="34935"/>
                  </a:lnTo>
                  <a:close/>
                  <a:moveTo>
                    <a:pt x="196691" y="34935"/>
                  </a:moveTo>
                  <a:lnTo>
                    <a:pt x="249765" y="0"/>
                  </a:lnTo>
                  <a:lnTo>
                    <a:pt x="184260" y="33741"/>
                  </a:lnTo>
                  <a:close/>
                  <a:moveTo>
                    <a:pt x="196691" y="34935"/>
                  </a:moveTo>
                  <a:lnTo>
                    <a:pt x="298289" y="12930"/>
                  </a:lnTo>
                  <a:lnTo>
                    <a:pt x="249765" y="0"/>
                  </a:lnTo>
                  <a:close/>
                  <a:moveTo>
                    <a:pt x="298289" y="12930"/>
                  </a:moveTo>
                  <a:lnTo>
                    <a:pt x="196691" y="34935"/>
                  </a:lnTo>
                  <a:lnTo>
                    <a:pt x="319713" y="46321"/>
                  </a:lnTo>
                  <a:close/>
                  <a:moveTo>
                    <a:pt x="196691" y="34935"/>
                  </a:moveTo>
                  <a:lnTo>
                    <a:pt x="248754" y="59671"/>
                  </a:lnTo>
                  <a:lnTo>
                    <a:pt x="319713" y="46321"/>
                  </a:lnTo>
                  <a:close/>
                  <a:moveTo>
                    <a:pt x="1833552" y="1692668"/>
                  </a:moveTo>
                  <a:lnTo>
                    <a:pt x="1812093" y="1813319"/>
                  </a:lnTo>
                  <a:lnTo>
                    <a:pt x="1846191" y="1774883"/>
                  </a:lnTo>
                  <a:close/>
                  <a:moveTo>
                    <a:pt x="1360837" y="1395993"/>
                  </a:moveTo>
                  <a:lnTo>
                    <a:pt x="1427375" y="1302398"/>
                  </a:lnTo>
                  <a:lnTo>
                    <a:pt x="1336025" y="1316072"/>
                  </a:lnTo>
                  <a:close/>
                  <a:moveTo>
                    <a:pt x="1248597" y="1155598"/>
                  </a:moveTo>
                  <a:lnTo>
                    <a:pt x="1303214" y="1142563"/>
                  </a:lnTo>
                  <a:lnTo>
                    <a:pt x="1205004" y="1127014"/>
                  </a:lnTo>
                  <a:close/>
                  <a:moveTo>
                    <a:pt x="1170706" y="889421"/>
                  </a:moveTo>
                  <a:lnTo>
                    <a:pt x="1119859" y="908953"/>
                  </a:lnTo>
                  <a:lnTo>
                    <a:pt x="1199337" y="890623"/>
                  </a:lnTo>
                  <a:close/>
                  <a:moveTo>
                    <a:pt x="1199337" y="890623"/>
                  </a:moveTo>
                  <a:lnTo>
                    <a:pt x="1119859" y="908953"/>
                  </a:lnTo>
                  <a:lnTo>
                    <a:pt x="1088556" y="970294"/>
                  </a:lnTo>
                  <a:close/>
                  <a:moveTo>
                    <a:pt x="1199337" y="890623"/>
                  </a:moveTo>
                  <a:lnTo>
                    <a:pt x="1088556" y="970294"/>
                  </a:lnTo>
                  <a:lnTo>
                    <a:pt x="1133089" y="921591"/>
                  </a:lnTo>
                  <a:close/>
                  <a:moveTo>
                    <a:pt x="1663170" y="1294983"/>
                  </a:moveTo>
                  <a:lnTo>
                    <a:pt x="1615804" y="1333094"/>
                  </a:lnTo>
                  <a:lnTo>
                    <a:pt x="1572204" y="1363807"/>
                  </a:lnTo>
                  <a:close/>
                  <a:moveTo>
                    <a:pt x="1732529" y="1275648"/>
                  </a:moveTo>
                  <a:lnTo>
                    <a:pt x="1615804" y="1333094"/>
                  </a:lnTo>
                  <a:lnTo>
                    <a:pt x="1663170" y="1294983"/>
                  </a:lnTo>
                  <a:close/>
                  <a:moveTo>
                    <a:pt x="1982483" y="1222462"/>
                  </a:moveTo>
                  <a:lnTo>
                    <a:pt x="1920357" y="1248498"/>
                  </a:lnTo>
                  <a:lnTo>
                    <a:pt x="2006084" y="123497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17" name="Candidate_density__2036">
              <a:extLst>
                <a:ext uri="{FF2B5EF4-FFF2-40B4-BE49-F238E27FC236}">
                  <a16:creationId xmlns:a16="http://schemas.microsoft.com/office/drawing/2014/main" id="{99BB6897-EED3-6E97-D9D7-101E819DBFC7}"/>
                </a:ext>
              </a:extLst>
            </p:cNvPr>
            <p:cNvSpPr>
              <a:spLocks noGrp="1"/>
            </p:cNvSpPr>
            <p:nvPr/>
          </p:nvSpPr>
          <p:spPr>
            <a:xfrm>
              <a:off x="4561654" y="2119305"/>
              <a:ext cx="2291669" cy="3172126"/>
            </a:xfrm>
            <a:custGeom>
              <a:avLst/>
              <a:gdLst/>
              <a:ahLst/>
              <a:cxnLst/>
              <a:rect l="0" t="0" r="0" b="0"/>
              <a:pathLst>
                <a:path w="2291669" h="3172126">
                  <a:moveTo>
                    <a:pt x="0" y="2370784"/>
                  </a:moveTo>
                  <a:lnTo>
                    <a:pt x="342" y="2348282"/>
                  </a:lnTo>
                  <a:lnTo>
                    <a:pt x="28453" y="2380850"/>
                  </a:lnTo>
                  <a:close/>
                  <a:moveTo>
                    <a:pt x="290903" y="2594928"/>
                  </a:moveTo>
                  <a:lnTo>
                    <a:pt x="357427" y="2556491"/>
                  </a:lnTo>
                  <a:lnTo>
                    <a:pt x="281935" y="2588919"/>
                  </a:lnTo>
                  <a:close/>
                  <a:moveTo>
                    <a:pt x="357427" y="2556491"/>
                  </a:moveTo>
                  <a:lnTo>
                    <a:pt x="320944" y="2519564"/>
                  </a:lnTo>
                  <a:lnTo>
                    <a:pt x="281935" y="2588919"/>
                  </a:lnTo>
                  <a:close/>
                  <a:moveTo>
                    <a:pt x="921998" y="3158315"/>
                  </a:moveTo>
                  <a:lnTo>
                    <a:pt x="964334" y="3093560"/>
                  </a:lnTo>
                  <a:lnTo>
                    <a:pt x="953285" y="3114636"/>
                  </a:lnTo>
                  <a:close/>
                  <a:moveTo>
                    <a:pt x="401679" y="2518055"/>
                  </a:moveTo>
                  <a:lnTo>
                    <a:pt x="442591" y="2480523"/>
                  </a:lnTo>
                  <a:lnTo>
                    <a:pt x="357427" y="2556491"/>
                  </a:lnTo>
                  <a:close/>
                  <a:moveTo>
                    <a:pt x="357427" y="2556491"/>
                  </a:moveTo>
                  <a:lnTo>
                    <a:pt x="332743" y="2454836"/>
                  </a:lnTo>
                  <a:lnTo>
                    <a:pt x="320944" y="2519564"/>
                  </a:lnTo>
                  <a:close/>
                  <a:moveTo>
                    <a:pt x="524610" y="2520128"/>
                  </a:moveTo>
                  <a:lnTo>
                    <a:pt x="484091" y="2435839"/>
                  </a:lnTo>
                  <a:lnTo>
                    <a:pt x="408571" y="2453781"/>
                  </a:lnTo>
                  <a:close/>
                  <a:moveTo>
                    <a:pt x="408571" y="2453781"/>
                  </a:moveTo>
                  <a:lnTo>
                    <a:pt x="442591" y="2480523"/>
                  </a:lnTo>
                  <a:lnTo>
                    <a:pt x="524610" y="2520128"/>
                  </a:lnTo>
                  <a:close/>
                  <a:moveTo>
                    <a:pt x="332743" y="2454836"/>
                  </a:moveTo>
                  <a:lnTo>
                    <a:pt x="290945" y="2435839"/>
                  </a:lnTo>
                  <a:lnTo>
                    <a:pt x="320944" y="2519564"/>
                  </a:lnTo>
                  <a:close/>
                  <a:moveTo>
                    <a:pt x="315149" y="2369047"/>
                  </a:moveTo>
                  <a:lnTo>
                    <a:pt x="408571" y="2453781"/>
                  </a:lnTo>
                  <a:lnTo>
                    <a:pt x="320859" y="2392061"/>
                  </a:lnTo>
                  <a:close/>
                  <a:moveTo>
                    <a:pt x="238656" y="2370643"/>
                  </a:moveTo>
                  <a:lnTo>
                    <a:pt x="332743" y="2454836"/>
                  </a:lnTo>
                  <a:lnTo>
                    <a:pt x="315149" y="2369047"/>
                  </a:lnTo>
                  <a:close/>
                  <a:moveTo>
                    <a:pt x="153945" y="2278827"/>
                  </a:moveTo>
                  <a:lnTo>
                    <a:pt x="215875" y="2289071"/>
                  </a:lnTo>
                  <a:lnTo>
                    <a:pt x="205919" y="2197073"/>
                  </a:lnTo>
                  <a:close/>
                  <a:moveTo>
                    <a:pt x="201223" y="2135402"/>
                  </a:moveTo>
                  <a:lnTo>
                    <a:pt x="205919" y="2197073"/>
                  </a:lnTo>
                  <a:lnTo>
                    <a:pt x="238597" y="2211683"/>
                  </a:lnTo>
                  <a:close/>
                  <a:moveTo>
                    <a:pt x="1001659" y="3075309"/>
                  </a:moveTo>
                  <a:lnTo>
                    <a:pt x="964334" y="3093560"/>
                  </a:lnTo>
                  <a:lnTo>
                    <a:pt x="945228" y="3160687"/>
                  </a:lnTo>
                  <a:close/>
                  <a:moveTo>
                    <a:pt x="1042772" y="3055124"/>
                  </a:moveTo>
                  <a:lnTo>
                    <a:pt x="1001659" y="3075309"/>
                  </a:lnTo>
                  <a:lnTo>
                    <a:pt x="1074754" y="3172126"/>
                  </a:lnTo>
                  <a:close/>
                  <a:moveTo>
                    <a:pt x="894324" y="3054843"/>
                  </a:moveTo>
                  <a:lnTo>
                    <a:pt x="964334" y="3093560"/>
                  </a:lnTo>
                  <a:lnTo>
                    <a:pt x="1001182" y="2972909"/>
                  </a:lnTo>
                  <a:close/>
                  <a:moveTo>
                    <a:pt x="826561" y="3011345"/>
                  </a:moveTo>
                  <a:lnTo>
                    <a:pt x="894324" y="3054843"/>
                  </a:lnTo>
                  <a:lnTo>
                    <a:pt x="913709" y="2986127"/>
                  </a:lnTo>
                  <a:close/>
                  <a:moveTo>
                    <a:pt x="913709" y="2986127"/>
                  </a:moveTo>
                  <a:lnTo>
                    <a:pt x="972142" y="2899122"/>
                  </a:lnTo>
                  <a:lnTo>
                    <a:pt x="906563" y="2891844"/>
                  </a:lnTo>
                  <a:close/>
                  <a:moveTo>
                    <a:pt x="712447" y="2828381"/>
                  </a:moveTo>
                  <a:lnTo>
                    <a:pt x="745240" y="2776103"/>
                  </a:lnTo>
                  <a:lnTo>
                    <a:pt x="675987" y="2795835"/>
                  </a:lnTo>
                  <a:close/>
                  <a:moveTo>
                    <a:pt x="789796" y="2826089"/>
                  </a:moveTo>
                  <a:lnTo>
                    <a:pt x="745240" y="2776103"/>
                  </a:lnTo>
                  <a:lnTo>
                    <a:pt x="712447" y="2828381"/>
                  </a:lnTo>
                  <a:close/>
                  <a:moveTo>
                    <a:pt x="754345" y="2754818"/>
                  </a:moveTo>
                  <a:lnTo>
                    <a:pt x="797273" y="2755445"/>
                  </a:lnTo>
                  <a:lnTo>
                    <a:pt x="770723" y="2726263"/>
                  </a:lnTo>
                  <a:close/>
                  <a:moveTo>
                    <a:pt x="868069" y="2741478"/>
                  </a:moveTo>
                  <a:lnTo>
                    <a:pt x="797273" y="2755445"/>
                  </a:lnTo>
                  <a:lnTo>
                    <a:pt x="747053" y="2764700"/>
                  </a:lnTo>
                  <a:close/>
                  <a:moveTo>
                    <a:pt x="747053" y="2764700"/>
                  </a:moveTo>
                  <a:lnTo>
                    <a:pt x="797273" y="2755445"/>
                  </a:lnTo>
                  <a:lnTo>
                    <a:pt x="754345" y="2754818"/>
                  </a:lnTo>
                  <a:close/>
                  <a:moveTo>
                    <a:pt x="868069" y="2741478"/>
                  </a:moveTo>
                  <a:lnTo>
                    <a:pt x="933806" y="2730104"/>
                  </a:lnTo>
                  <a:lnTo>
                    <a:pt x="895562" y="2726263"/>
                  </a:lnTo>
                  <a:close/>
                  <a:moveTo>
                    <a:pt x="524929" y="2509710"/>
                  </a:moveTo>
                  <a:lnTo>
                    <a:pt x="512537" y="2429851"/>
                  </a:lnTo>
                  <a:lnTo>
                    <a:pt x="484091" y="2435839"/>
                  </a:lnTo>
                  <a:close/>
                  <a:moveTo>
                    <a:pt x="484091" y="2435839"/>
                  </a:moveTo>
                  <a:lnTo>
                    <a:pt x="512537" y="2429851"/>
                  </a:lnTo>
                  <a:lnTo>
                    <a:pt x="412846" y="2369312"/>
                  </a:lnTo>
                  <a:close/>
                  <a:moveTo>
                    <a:pt x="602555" y="2317168"/>
                  </a:moveTo>
                  <a:lnTo>
                    <a:pt x="534007" y="2328448"/>
                  </a:lnTo>
                  <a:lnTo>
                    <a:pt x="512537" y="2429851"/>
                  </a:lnTo>
                  <a:close/>
                  <a:moveTo>
                    <a:pt x="394253" y="2353624"/>
                  </a:moveTo>
                  <a:lnTo>
                    <a:pt x="361864" y="2331069"/>
                  </a:lnTo>
                  <a:lnTo>
                    <a:pt x="334376" y="2253324"/>
                  </a:lnTo>
                  <a:close/>
                  <a:moveTo>
                    <a:pt x="268429" y="2150758"/>
                  </a:moveTo>
                  <a:lnTo>
                    <a:pt x="316028" y="2070778"/>
                  </a:lnTo>
                  <a:lnTo>
                    <a:pt x="256234" y="2189194"/>
                  </a:lnTo>
                  <a:close/>
                  <a:moveTo>
                    <a:pt x="256234" y="2189194"/>
                  </a:moveTo>
                  <a:lnTo>
                    <a:pt x="316028" y="2070778"/>
                  </a:lnTo>
                  <a:lnTo>
                    <a:pt x="198462" y="2103043"/>
                  </a:lnTo>
                  <a:close/>
                  <a:moveTo>
                    <a:pt x="867623" y="2723317"/>
                  </a:moveTo>
                  <a:lnTo>
                    <a:pt x="797273" y="2755445"/>
                  </a:lnTo>
                  <a:lnTo>
                    <a:pt x="868069" y="2741478"/>
                  </a:lnTo>
                  <a:close/>
                  <a:moveTo>
                    <a:pt x="867623" y="2723317"/>
                  </a:moveTo>
                  <a:lnTo>
                    <a:pt x="797150" y="2720018"/>
                  </a:lnTo>
                  <a:lnTo>
                    <a:pt x="797273" y="2755445"/>
                  </a:lnTo>
                  <a:close/>
                  <a:moveTo>
                    <a:pt x="797150" y="2720018"/>
                  </a:moveTo>
                  <a:lnTo>
                    <a:pt x="867623" y="2723317"/>
                  </a:lnTo>
                  <a:lnTo>
                    <a:pt x="842809" y="2643398"/>
                  </a:lnTo>
                  <a:close/>
                  <a:moveTo>
                    <a:pt x="797150" y="2720018"/>
                  </a:moveTo>
                  <a:lnTo>
                    <a:pt x="842809" y="2643398"/>
                  </a:lnTo>
                  <a:lnTo>
                    <a:pt x="784336" y="2630344"/>
                  </a:lnTo>
                  <a:close/>
                  <a:moveTo>
                    <a:pt x="867623" y="2723317"/>
                  </a:moveTo>
                  <a:lnTo>
                    <a:pt x="868069" y="2741478"/>
                  </a:lnTo>
                  <a:lnTo>
                    <a:pt x="895562" y="2726263"/>
                  </a:lnTo>
                  <a:close/>
                  <a:moveTo>
                    <a:pt x="842809" y="2643398"/>
                  </a:moveTo>
                  <a:lnTo>
                    <a:pt x="895562" y="2726263"/>
                  </a:lnTo>
                  <a:lnTo>
                    <a:pt x="847566" y="2644048"/>
                  </a:lnTo>
                  <a:close/>
                  <a:moveTo>
                    <a:pt x="842809" y="2643398"/>
                  </a:moveTo>
                  <a:lnTo>
                    <a:pt x="867623" y="2723317"/>
                  </a:lnTo>
                  <a:lnTo>
                    <a:pt x="895562" y="2726263"/>
                  </a:lnTo>
                  <a:close/>
                  <a:moveTo>
                    <a:pt x="387103" y="1870681"/>
                  </a:moveTo>
                  <a:lnTo>
                    <a:pt x="379684" y="1865676"/>
                  </a:lnTo>
                  <a:lnTo>
                    <a:pt x="332905" y="1918678"/>
                  </a:lnTo>
                  <a:close/>
                  <a:moveTo>
                    <a:pt x="1156455" y="2770042"/>
                  </a:moveTo>
                  <a:lnTo>
                    <a:pt x="1172891" y="2852257"/>
                  </a:lnTo>
                  <a:lnTo>
                    <a:pt x="1193195" y="2813820"/>
                  </a:lnTo>
                  <a:close/>
                  <a:moveTo>
                    <a:pt x="1156455" y="2770042"/>
                  </a:moveTo>
                  <a:lnTo>
                    <a:pt x="1193195" y="2813820"/>
                  </a:lnTo>
                  <a:lnTo>
                    <a:pt x="1166254" y="2731605"/>
                  </a:lnTo>
                  <a:close/>
                  <a:moveTo>
                    <a:pt x="1096112" y="2658744"/>
                  </a:moveTo>
                  <a:lnTo>
                    <a:pt x="1155860" y="2766306"/>
                  </a:lnTo>
                  <a:lnTo>
                    <a:pt x="1166254" y="2731605"/>
                  </a:lnTo>
                  <a:close/>
                  <a:moveTo>
                    <a:pt x="1166254" y="2731605"/>
                  </a:moveTo>
                  <a:lnTo>
                    <a:pt x="1155860" y="2766306"/>
                  </a:lnTo>
                  <a:lnTo>
                    <a:pt x="1156455" y="2770042"/>
                  </a:lnTo>
                  <a:close/>
                  <a:moveTo>
                    <a:pt x="1166254" y="2731605"/>
                  </a:moveTo>
                  <a:lnTo>
                    <a:pt x="1112435" y="2667405"/>
                  </a:lnTo>
                  <a:lnTo>
                    <a:pt x="1096112" y="2658744"/>
                  </a:lnTo>
                  <a:close/>
                  <a:moveTo>
                    <a:pt x="775826" y="2336986"/>
                  </a:moveTo>
                  <a:lnTo>
                    <a:pt x="690990" y="2358967"/>
                  </a:lnTo>
                  <a:lnTo>
                    <a:pt x="807786" y="2411095"/>
                  </a:lnTo>
                  <a:close/>
                  <a:moveTo>
                    <a:pt x="462783" y="1909454"/>
                  </a:moveTo>
                  <a:lnTo>
                    <a:pt x="476788" y="1899314"/>
                  </a:lnTo>
                  <a:lnTo>
                    <a:pt x="503558" y="1936689"/>
                  </a:lnTo>
                  <a:close/>
                  <a:moveTo>
                    <a:pt x="411238" y="1865676"/>
                  </a:moveTo>
                  <a:lnTo>
                    <a:pt x="476788" y="1899314"/>
                  </a:lnTo>
                  <a:lnTo>
                    <a:pt x="462783" y="1909454"/>
                  </a:lnTo>
                  <a:close/>
                  <a:moveTo>
                    <a:pt x="503558" y="1936689"/>
                  </a:moveTo>
                  <a:lnTo>
                    <a:pt x="462609" y="1909760"/>
                  </a:lnTo>
                  <a:lnTo>
                    <a:pt x="462783" y="1909454"/>
                  </a:lnTo>
                  <a:close/>
                  <a:moveTo>
                    <a:pt x="1166254" y="2731605"/>
                  </a:moveTo>
                  <a:lnTo>
                    <a:pt x="1234865" y="2693169"/>
                  </a:lnTo>
                  <a:lnTo>
                    <a:pt x="1112435" y="2667405"/>
                  </a:lnTo>
                  <a:close/>
                  <a:moveTo>
                    <a:pt x="676112" y="2073885"/>
                  </a:moveTo>
                  <a:lnTo>
                    <a:pt x="763511" y="2046721"/>
                  </a:lnTo>
                  <a:lnTo>
                    <a:pt x="650866" y="2056307"/>
                  </a:lnTo>
                  <a:close/>
                  <a:moveTo>
                    <a:pt x="650866" y="2056307"/>
                  </a:moveTo>
                  <a:lnTo>
                    <a:pt x="763511" y="2046721"/>
                  </a:lnTo>
                  <a:lnTo>
                    <a:pt x="756301" y="1956650"/>
                  </a:lnTo>
                  <a:close/>
                  <a:moveTo>
                    <a:pt x="763511" y="2046721"/>
                  </a:moveTo>
                  <a:lnTo>
                    <a:pt x="835354" y="2048906"/>
                  </a:lnTo>
                  <a:lnTo>
                    <a:pt x="756301" y="1956650"/>
                  </a:lnTo>
                  <a:close/>
                  <a:moveTo>
                    <a:pt x="1190456" y="2465253"/>
                  </a:moveTo>
                  <a:lnTo>
                    <a:pt x="1251851" y="2479596"/>
                  </a:lnTo>
                  <a:lnTo>
                    <a:pt x="1280870" y="2490303"/>
                  </a:lnTo>
                  <a:close/>
                  <a:moveTo>
                    <a:pt x="997214" y="2079227"/>
                  </a:moveTo>
                  <a:lnTo>
                    <a:pt x="1015857" y="2162937"/>
                  </a:lnTo>
                  <a:lnTo>
                    <a:pt x="1008621" y="2127515"/>
                  </a:lnTo>
                  <a:close/>
                  <a:moveTo>
                    <a:pt x="838289" y="1946429"/>
                  </a:moveTo>
                  <a:lnTo>
                    <a:pt x="756301" y="1956650"/>
                  </a:lnTo>
                  <a:lnTo>
                    <a:pt x="837276" y="1980745"/>
                  </a:lnTo>
                  <a:close/>
                  <a:moveTo>
                    <a:pt x="838289" y="1946429"/>
                  </a:moveTo>
                  <a:lnTo>
                    <a:pt x="756390" y="1952418"/>
                  </a:lnTo>
                  <a:lnTo>
                    <a:pt x="756301" y="1956650"/>
                  </a:lnTo>
                  <a:close/>
                  <a:moveTo>
                    <a:pt x="756390" y="1952418"/>
                  </a:moveTo>
                  <a:lnTo>
                    <a:pt x="823928" y="1930839"/>
                  </a:lnTo>
                  <a:lnTo>
                    <a:pt x="749840" y="1932495"/>
                  </a:lnTo>
                  <a:close/>
                  <a:moveTo>
                    <a:pt x="744907" y="1832581"/>
                  </a:moveTo>
                  <a:lnTo>
                    <a:pt x="674118" y="1758527"/>
                  </a:lnTo>
                  <a:lnTo>
                    <a:pt x="691294" y="1777053"/>
                  </a:lnTo>
                  <a:close/>
                  <a:moveTo>
                    <a:pt x="674118" y="1758527"/>
                  </a:moveTo>
                  <a:lnTo>
                    <a:pt x="682761" y="1788803"/>
                  </a:lnTo>
                  <a:lnTo>
                    <a:pt x="622463" y="1734908"/>
                  </a:lnTo>
                  <a:close/>
                  <a:moveTo>
                    <a:pt x="1008621" y="2127515"/>
                  </a:moveTo>
                  <a:lnTo>
                    <a:pt x="1015857" y="2162937"/>
                  </a:lnTo>
                  <a:lnTo>
                    <a:pt x="1015032" y="2161442"/>
                  </a:lnTo>
                  <a:close/>
                  <a:moveTo>
                    <a:pt x="1101945" y="2197780"/>
                  </a:moveTo>
                  <a:lnTo>
                    <a:pt x="1018899" y="2165943"/>
                  </a:lnTo>
                  <a:lnTo>
                    <a:pt x="1015857" y="2162937"/>
                  </a:lnTo>
                  <a:close/>
                  <a:moveTo>
                    <a:pt x="1413583" y="2451866"/>
                  </a:moveTo>
                  <a:lnTo>
                    <a:pt x="1382465" y="2369651"/>
                  </a:lnTo>
                  <a:lnTo>
                    <a:pt x="1375635" y="2490303"/>
                  </a:lnTo>
                  <a:close/>
                  <a:moveTo>
                    <a:pt x="1314025" y="2287436"/>
                  </a:moveTo>
                  <a:lnTo>
                    <a:pt x="1309576" y="2206017"/>
                  </a:lnTo>
                  <a:lnTo>
                    <a:pt x="1315780" y="2301065"/>
                  </a:lnTo>
                  <a:close/>
                  <a:moveTo>
                    <a:pt x="1022487" y="2157546"/>
                  </a:moveTo>
                  <a:lnTo>
                    <a:pt x="1008621" y="2127515"/>
                  </a:lnTo>
                  <a:lnTo>
                    <a:pt x="1015032" y="2161442"/>
                  </a:lnTo>
                  <a:close/>
                  <a:moveTo>
                    <a:pt x="1315780" y="2301065"/>
                  </a:moveTo>
                  <a:lnTo>
                    <a:pt x="1382465" y="2369651"/>
                  </a:lnTo>
                  <a:lnTo>
                    <a:pt x="1341719" y="2321736"/>
                  </a:lnTo>
                  <a:close/>
                  <a:moveTo>
                    <a:pt x="1388111" y="2402946"/>
                  </a:moveTo>
                  <a:lnTo>
                    <a:pt x="1382465" y="2369651"/>
                  </a:lnTo>
                  <a:lnTo>
                    <a:pt x="1315780" y="2301065"/>
                  </a:lnTo>
                  <a:close/>
                  <a:moveTo>
                    <a:pt x="1314025" y="2287436"/>
                  </a:moveTo>
                  <a:lnTo>
                    <a:pt x="1315780" y="2301065"/>
                  </a:lnTo>
                  <a:lnTo>
                    <a:pt x="1341719" y="2321736"/>
                  </a:lnTo>
                  <a:close/>
                  <a:moveTo>
                    <a:pt x="1309816" y="2205221"/>
                  </a:moveTo>
                  <a:lnTo>
                    <a:pt x="1314025" y="2287436"/>
                  </a:lnTo>
                  <a:lnTo>
                    <a:pt x="1370396" y="2248999"/>
                  </a:lnTo>
                  <a:close/>
                  <a:moveTo>
                    <a:pt x="1263292" y="2084569"/>
                  </a:moveTo>
                  <a:lnTo>
                    <a:pt x="1268822" y="2002354"/>
                  </a:lnTo>
                  <a:lnTo>
                    <a:pt x="1253543" y="2123005"/>
                  </a:lnTo>
                  <a:close/>
                  <a:moveTo>
                    <a:pt x="1328143" y="1963918"/>
                  </a:moveTo>
                  <a:lnTo>
                    <a:pt x="1229133" y="1910546"/>
                  </a:lnTo>
                  <a:lnTo>
                    <a:pt x="1224053" y="1920139"/>
                  </a:lnTo>
                  <a:close/>
                  <a:moveTo>
                    <a:pt x="1328143" y="1963918"/>
                  </a:moveTo>
                  <a:lnTo>
                    <a:pt x="1224053" y="1920139"/>
                  </a:lnTo>
                  <a:lnTo>
                    <a:pt x="1268822" y="2002354"/>
                  </a:lnTo>
                  <a:close/>
                  <a:moveTo>
                    <a:pt x="1164455" y="1755709"/>
                  </a:moveTo>
                  <a:lnTo>
                    <a:pt x="1208168" y="1799487"/>
                  </a:lnTo>
                  <a:lnTo>
                    <a:pt x="1166766" y="1717272"/>
                  </a:lnTo>
                  <a:close/>
                  <a:moveTo>
                    <a:pt x="1166766" y="1717272"/>
                  </a:moveTo>
                  <a:lnTo>
                    <a:pt x="1116960" y="1640873"/>
                  </a:lnTo>
                  <a:lnTo>
                    <a:pt x="1134307" y="1673494"/>
                  </a:lnTo>
                  <a:close/>
                  <a:moveTo>
                    <a:pt x="1117843" y="1552842"/>
                  </a:moveTo>
                  <a:lnTo>
                    <a:pt x="1149999" y="1574513"/>
                  </a:lnTo>
                  <a:lnTo>
                    <a:pt x="1116367" y="1606094"/>
                  </a:lnTo>
                  <a:close/>
                  <a:moveTo>
                    <a:pt x="1116367" y="1606094"/>
                  </a:moveTo>
                  <a:lnTo>
                    <a:pt x="1146126" y="1653902"/>
                  </a:lnTo>
                  <a:lnTo>
                    <a:pt x="1116960" y="1640873"/>
                  </a:lnTo>
                  <a:close/>
                  <a:moveTo>
                    <a:pt x="1787354" y="2172126"/>
                  </a:moveTo>
                  <a:lnTo>
                    <a:pt x="1839546" y="2278306"/>
                  </a:lnTo>
                  <a:lnTo>
                    <a:pt x="1861354" y="2225670"/>
                  </a:lnTo>
                  <a:close/>
                  <a:moveTo>
                    <a:pt x="1804791" y="2292778"/>
                  </a:moveTo>
                  <a:lnTo>
                    <a:pt x="1839546" y="2278306"/>
                  </a:lnTo>
                  <a:lnTo>
                    <a:pt x="1787354" y="2172126"/>
                  </a:lnTo>
                  <a:close/>
                  <a:moveTo>
                    <a:pt x="1762070" y="2133121"/>
                  </a:moveTo>
                  <a:lnTo>
                    <a:pt x="1733129" y="2104044"/>
                  </a:lnTo>
                  <a:lnTo>
                    <a:pt x="1787354" y="2172126"/>
                  </a:lnTo>
                  <a:close/>
                  <a:moveTo>
                    <a:pt x="1438281" y="1961790"/>
                  </a:moveTo>
                  <a:lnTo>
                    <a:pt x="1428539" y="2046132"/>
                  </a:lnTo>
                  <a:lnTo>
                    <a:pt x="1438809" y="1975675"/>
                  </a:lnTo>
                  <a:close/>
                  <a:moveTo>
                    <a:pt x="1438281" y="1961790"/>
                  </a:moveTo>
                  <a:lnTo>
                    <a:pt x="1438809" y="1975675"/>
                  </a:lnTo>
                  <a:lnTo>
                    <a:pt x="1549230" y="1925481"/>
                  </a:lnTo>
                  <a:close/>
                  <a:moveTo>
                    <a:pt x="1438281" y="1961790"/>
                  </a:moveTo>
                  <a:lnTo>
                    <a:pt x="1549230" y="1925481"/>
                  </a:lnTo>
                  <a:lnTo>
                    <a:pt x="1467179" y="1866546"/>
                  </a:lnTo>
                  <a:close/>
                  <a:moveTo>
                    <a:pt x="1060127" y="1267760"/>
                  </a:moveTo>
                  <a:lnTo>
                    <a:pt x="1054543" y="1185545"/>
                  </a:lnTo>
                  <a:lnTo>
                    <a:pt x="1056359" y="1189680"/>
                  </a:lnTo>
                  <a:close/>
                  <a:moveTo>
                    <a:pt x="2006949" y="2402987"/>
                  </a:moveTo>
                  <a:lnTo>
                    <a:pt x="2073634" y="2462032"/>
                  </a:lnTo>
                  <a:lnTo>
                    <a:pt x="2034908" y="2418771"/>
                  </a:lnTo>
                  <a:close/>
                  <a:moveTo>
                    <a:pt x="2097568" y="2489999"/>
                  </a:moveTo>
                  <a:lnTo>
                    <a:pt x="2073634" y="2462032"/>
                  </a:lnTo>
                  <a:lnTo>
                    <a:pt x="2006949" y="2402987"/>
                  </a:lnTo>
                  <a:close/>
                  <a:moveTo>
                    <a:pt x="2042321" y="2474321"/>
                  </a:moveTo>
                  <a:lnTo>
                    <a:pt x="2097568" y="2489999"/>
                  </a:lnTo>
                  <a:lnTo>
                    <a:pt x="2006949" y="2402987"/>
                  </a:lnTo>
                  <a:close/>
                  <a:moveTo>
                    <a:pt x="2073634" y="2462032"/>
                  </a:moveTo>
                  <a:lnTo>
                    <a:pt x="2097568" y="2489999"/>
                  </a:lnTo>
                  <a:lnTo>
                    <a:pt x="2077258" y="2418771"/>
                  </a:lnTo>
                  <a:close/>
                  <a:moveTo>
                    <a:pt x="2077258" y="2418771"/>
                  </a:moveTo>
                  <a:lnTo>
                    <a:pt x="2097568" y="2489999"/>
                  </a:lnTo>
                  <a:lnTo>
                    <a:pt x="2181092" y="2462550"/>
                  </a:lnTo>
                  <a:close/>
                  <a:moveTo>
                    <a:pt x="2077258" y="2418771"/>
                  </a:moveTo>
                  <a:lnTo>
                    <a:pt x="2181092" y="2462550"/>
                  </a:lnTo>
                  <a:lnTo>
                    <a:pt x="2111949" y="2380335"/>
                  </a:lnTo>
                  <a:close/>
                  <a:moveTo>
                    <a:pt x="2046233" y="2331549"/>
                  </a:moveTo>
                  <a:lnTo>
                    <a:pt x="2108406" y="2376839"/>
                  </a:lnTo>
                  <a:lnTo>
                    <a:pt x="2018985" y="2298120"/>
                  </a:lnTo>
                  <a:close/>
                  <a:moveTo>
                    <a:pt x="2108406" y="2376839"/>
                  </a:moveTo>
                  <a:lnTo>
                    <a:pt x="2046233" y="2331549"/>
                  </a:lnTo>
                  <a:lnTo>
                    <a:pt x="2111949" y="2380335"/>
                  </a:lnTo>
                  <a:close/>
                  <a:moveTo>
                    <a:pt x="2111949" y="2380335"/>
                  </a:moveTo>
                  <a:lnTo>
                    <a:pt x="2053675" y="2336556"/>
                  </a:lnTo>
                  <a:lnTo>
                    <a:pt x="2077258" y="2418771"/>
                  </a:lnTo>
                  <a:close/>
                  <a:moveTo>
                    <a:pt x="1787354" y="2172126"/>
                  </a:moveTo>
                  <a:lnTo>
                    <a:pt x="1861354" y="2225670"/>
                  </a:lnTo>
                  <a:lnTo>
                    <a:pt x="1879708" y="2145563"/>
                  </a:lnTo>
                  <a:close/>
                  <a:moveTo>
                    <a:pt x="1212736" y="1311539"/>
                  </a:moveTo>
                  <a:lnTo>
                    <a:pt x="1144630" y="1281359"/>
                  </a:lnTo>
                  <a:lnTo>
                    <a:pt x="1092768" y="1302661"/>
                  </a:lnTo>
                  <a:close/>
                  <a:moveTo>
                    <a:pt x="1054543" y="1185545"/>
                  </a:moveTo>
                  <a:lnTo>
                    <a:pt x="1075607" y="1174031"/>
                  </a:lnTo>
                  <a:lnTo>
                    <a:pt x="1041678" y="1064893"/>
                  </a:lnTo>
                  <a:close/>
                  <a:moveTo>
                    <a:pt x="1029446" y="1103330"/>
                  </a:moveTo>
                  <a:lnTo>
                    <a:pt x="1054543" y="1185545"/>
                  </a:lnTo>
                  <a:lnTo>
                    <a:pt x="1041678" y="1064893"/>
                  </a:lnTo>
                  <a:close/>
                  <a:moveTo>
                    <a:pt x="978388" y="992291"/>
                  </a:moveTo>
                  <a:lnTo>
                    <a:pt x="984630" y="961805"/>
                  </a:lnTo>
                  <a:lnTo>
                    <a:pt x="989225" y="1021115"/>
                  </a:lnTo>
                  <a:close/>
                  <a:moveTo>
                    <a:pt x="244023" y="281179"/>
                  </a:moveTo>
                  <a:lnTo>
                    <a:pt x="290629" y="363394"/>
                  </a:lnTo>
                  <a:lnTo>
                    <a:pt x="335308" y="350815"/>
                  </a:lnTo>
                  <a:close/>
                  <a:moveTo>
                    <a:pt x="311685" y="269927"/>
                  </a:moveTo>
                  <a:lnTo>
                    <a:pt x="335308" y="350815"/>
                  </a:lnTo>
                  <a:lnTo>
                    <a:pt x="346556" y="363394"/>
                  </a:lnTo>
                  <a:close/>
                  <a:moveTo>
                    <a:pt x="194363" y="4440"/>
                  </a:moveTo>
                  <a:lnTo>
                    <a:pt x="273834" y="78312"/>
                  </a:lnTo>
                  <a:lnTo>
                    <a:pt x="295039" y="83276"/>
                  </a:lnTo>
                  <a:close/>
                  <a:moveTo>
                    <a:pt x="194363" y="4440"/>
                  </a:moveTo>
                  <a:lnTo>
                    <a:pt x="295039" y="83276"/>
                  </a:lnTo>
                  <a:lnTo>
                    <a:pt x="274355" y="0"/>
                  </a:lnTo>
                  <a:close/>
                  <a:moveTo>
                    <a:pt x="2046233" y="2331549"/>
                  </a:moveTo>
                  <a:lnTo>
                    <a:pt x="2018985" y="2298120"/>
                  </a:lnTo>
                  <a:lnTo>
                    <a:pt x="1976430" y="2227613"/>
                  </a:lnTo>
                  <a:close/>
                  <a:moveTo>
                    <a:pt x="971459" y="982678"/>
                  </a:moveTo>
                  <a:lnTo>
                    <a:pt x="978388" y="992291"/>
                  </a:lnTo>
                  <a:lnTo>
                    <a:pt x="998600" y="1014036"/>
                  </a:lnTo>
                  <a:close/>
                  <a:moveTo>
                    <a:pt x="984630" y="961805"/>
                  </a:moveTo>
                  <a:lnTo>
                    <a:pt x="978388" y="992291"/>
                  </a:lnTo>
                  <a:lnTo>
                    <a:pt x="971459" y="982678"/>
                  </a:lnTo>
                  <a:close/>
                  <a:moveTo>
                    <a:pt x="2181092" y="2462550"/>
                  </a:moveTo>
                  <a:lnTo>
                    <a:pt x="2236956" y="2437271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81092" y="2462550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98455" y="2341899"/>
                  </a:lnTo>
                  <a:lnTo>
                    <a:pt x="2108406" y="2376839"/>
                  </a:lnTo>
                  <a:close/>
                  <a:moveTo>
                    <a:pt x="1773610" y="1887045"/>
                  </a:moveTo>
                  <a:lnTo>
                    <a:pt x="1856714" y="1848608"/>
                  </a:lnTo>
                  <a:lnTo>
                    <a:pt x="1739318" y="1832855"/>
                  </a:lnTo>
                  <a:close/>
                  <a:moveTo>
                    <a:pt x="1739318" y="1832855"/>
                  </a:moveTo>
                  <a:lnTo>
                    <a:pt x="1742265" y="1766393"/>
                  </a:lnTo>
                  <a:lnTo>
                    <a:pt x="1708166" y="1804829"/>
                  </a:lnTo>
                  <a:close/>
                  <a:moveTo>
                    <a:pt x="1789510" y="1805310"/>
                  </a:moveTo>
                  <a:lnTo>
                    <a:pt x="1742265" y="1766393"/>
                  </a:lnTo>
                  <a:lnTo>
                    <a:pt x="1739318" y="1832855"/>
                  </a:lnTo>
                  <a:close/>
                  <a:moveTo>
                    <a:pt x="1651602" y="1709363"/>
                  </a:moveTo>
                  <a:lnTo>
                    <a:pt x="1646181" y="1763286"/>
                  </a:lnTo>
                  <a:lnTo>
                    <a:pt x="1729626" y="1684178"/>
                  </a:lnTo>
                  <a:close/>
                  <a:moveTo>
                    <a:pt x="1729626" y="1684178"/>
                  </a:moveTo>
                  <a:lnTo>
                    <a:pt x="1646181" y="1763286"/>
                  </a:lnTo>
                  <a:lnTo>
                    <a:pt x="1708166" y="1804829"/>
                  </a:lnTo>
                  <a:close/>
                  <a:moveTo>
                    <a:pt x="1750208" y="1658367"/>
                  </a:moveTo>
                  <a:lnTo>
                    <a:pt x="1651602" y="1709363"/>
                  </a:lnTo>
                  <a:lnTo>
                    <a:pt x="1729626" y="1684178"/>
                  </a:lnTo>
                  <a:close/>
                  <a:moveTo>
                    <a:pt x="1453335" y="1384380"/>
                  </a:moveTo>
                  <a:lnTo>
                    <a:pt x="1339504" y="1393754"/>
                  </a:lnTo>
                  <a:lnTo>
                    <a:pt x="1365007" y="1460306"/>
                  </a:lnTo>
                  <a:close/>
                  <a:moveTo>
                    <a:pt x="1256910" y="1387504"/>
                  </a:moveTo>
                  <a:lnTo>
                    <a:pt x="1334072" y="1385364"/>
                  </a:lnTo>
                  <a:lnTo>
                    <a:pt x="1323448" y="1293909"/>
                  </a:lnTo>
                  <a:close/>
                  <a:moveTo>
                    <a:pt x="1232099" y="1307583"/>
                  </a:moveTo>
                  <a:lnTo>
                    <a:pt x="1323448" y="1293909"/>
                  </a:lnTo>
                  <a:lnTo>
                    <a:pt x="1225558" y="1212807"/>
                  </a:lnTo>
                  <a:close/>
                  <a:moveTo>
                    <a:pt x="1323448" y="1293909"/>
                  </a:moveTo>
                  <a:lnTo>
                    <a:pt x="1369108" y="1311539"/>
                  </a:lnTo>
                  <a:lnTo>
                    <a:pt x="1285522" y="1250815"/>
                  </a:lnTo>
                  <a:close/>
                  <a:moveTo>
                    <a:pt x="1161443" y="1204341"/>
                  </a:moveTo>
                  <a:lnTo>
                    <a:pt x="1144670" y="1147108"/>
                  </a:lnTo>
                  <a:lnTo>
                    <a:pt x="1113973" y="1166740"/>
                  </a:lnTo>
                  <a:close/>
                  <a:moveTo>
                    <a:pt x="1101078" y="1118524"/>
                  </a:moveTo>
                  <a:lnTo>
                    <a:pt x="1199287" y="1134074"/>
                  </a:lnTo>
                  <a:lnTo>
                    <a:pt x="1214083" y="1047172"/>
                  </a:lnTo>
                  <a:close/>
                  <a:moveTo>
                    <a:pt x="1101078" y="1118524"/>
                  </a:moveTo>
                  <a:lnTo>
                    <a:pt x="1041449" y="1041117"/>
                  </a:lnTo>
                  <a:lnTo>
                    <a:pt x="1041678" y="1064893"/>
                  </a:lnTo>
                  <a:close/>
                  <a:moveTo>
                    <a:pt x="1029162" y="913101"/>
                  </a:moveTo>
                  <a:lnTo>
                    <a:pt x="984630" y="961805"/>
                  </a:lnTo>
                  <a:lnTo>
                    <a:pt x="971459" y="982678"/>
                  </a:lnTo>
                  <a:close/>
                  <a:moveTo>
                    <a:pt x="1066779" y="880932"/>
                  </a:moveTo>
                  <a:lnTo>
                    <a:pt x="1095410" y="882133"/>
                  </a:lnTo>
                  <a:lnTo>
                    <a:pt x="1181598" y="925718"/>
                  </a:lnTo>
                  <a:close/>
                  <a:moveTo>
                    <a:pt x="239282" y="68013"/>
                  </a:moveTo>
                  <a:lnTo>
                    <a:pt x="273834" y="78312"/>
                  </a:lnTo>
                  <a:lnTo>
                    <a:pt x="215787" y="37831"/>
                  </a:lnTo>
                  <a:close/>
                  <a:moveTo>
                    <a:pt x="2265746" y="2313773"/>
                  </a:moveTo>
                  <a:lnTo>
                    <a:pt x="2245454" y="2395379"/>
                  </a:lnTo>
                  <a:lnTo>
                    <a:pt x="2291669" y="2341899"/>
                  </a:lnTo>
                  <a:close/>
                  <a:moveTo>
                    <a:pt x="2240774" y="2233982"/>
                  </a:moveTo>
                  <a:lnTo>
                    <a:pt x="2265746" y="2313773"/>
                  </a:lnTo>
                  <a:lnTo>
                    <a:pt x="2291669" y="2341899"/>
                  </a:lnTo>
                  <a:close/>
                  <a:moveTo>
                    <a:pt x="1759543" y="1381924"/>
                  </a:moveTo>
                  <a:lnTo>
                    <a:pt x="1673255" y="1291391"/>
                  </a:lnTo>
                  <a:lnTo>
                    <a:pt x="1665352" y="1397908"/>
                  </a:lnTo>
                  <a:close/>
                  <a:moveTo>
                    <a:pt x="1759543" y="1381924"/>
                  </a:moveTo>
                  <a:lnTo>
                    <a:pt x="1788523" y="1399096"/>
                  </a:lnTo>
                  <a:lnTo>
                    <a:pt x="1779831" y="1338718"/>
                  </a:lnTo>
                  <a:close/>
                  <a:moveTo>
                    <a:pt x="1865004" y="1356779"/>
                  </a:moveTo>
                  <a:lnTo>
                    <a:pt x="1811256" y="1339882"/>
                  </a:lnTo>
                  <a:lnTo>
                    <a:pt x="1816431" y="1240008"/>
                  </a:lnTo>
                  <a:close/>
                  <a:moveTo>
                    <a:pt x="1779831" y="1338718"/>
                  </a:moveTo>
                  <a:lnTo>
                    <a:pt x="1852387" y="1331335"/>
                  </a:lnTo>
                  <a:lnTo>
                    <a:pt x="1816431" y="1240008"/>
                  </a:lnTo>
                  <a:close/>
                  <a:moveTo>
                    <a:pt x="1822186" y="1218415"/>
                  </a:moveTo>
                  <a:lnTo>
                    <a:pt x="1742800" y="1200265"/>
                  </a:lnTo>
                  <a:lnTo>
                    <a:pt x="1878556" y="1213973"/>
                  </a:lnTo>
                  <a:close/>
                  <a:moveTo>
                    <a:pt x="1902157" y="1226482"/>
                  </a:moveTo>
                  <a:lnTo>
                    <a:pt x="1930305" y="1240008"/>
                  </a:lnTo>
                  <a:lnTo>
                    <a:pt x="1878556" y="121397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18" name="Candidate_density__2037">
              <a:extLst>
                <a:ext uri="{FF2B5EF4-FFF2-40B4-BE49-F238E27FC236}">
                  <a16:creationId xmlns:a16="http://schemas.microsoft.com/office/drawing/2014/main" id="{EB4AA08A-D879-242E-2E98-C55018B6F03F}"/>
                </a:ext>
              </a:extLst>
            </p:cNvPr>
            <p:cNvSpPr>
              <a:spLocks noGrp="1"/>
            </p:cNvSpPr>
            <p:nvPr/>
          </p:nvSpPr>
          <p:spPr>
            <a:xfrm>
              <a:off x="4672375" y="2279833"/>
              <a:ext cx="2062444" cy="3263717"/>
            </a:xfrm>
            <a:custGeom>
              <a:avLst/>
              <a:gdLst/>
              <a:ahLst/>
              <a:cxnLst/>
              <a:rect l="0" t="0" r="0" b="0"/>
              <a:pathLst>
                <a:path w="2062444" h="3263717">
                  <a:moveTo>
                    <a:pt x="747989" y="3256551"/>
                  </a:moveTo>
                  <a:lnTo>
                    <a:pt x="758681" y="3261989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18201" y="3238876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60728" y="3218115"/>
                  </a:lnTo>
                  <a:lnTo>
                    <a:pt x="818201" y="3238876"/>
                  </a:lnTo>
                  <a:close/>
                  <a:moveTo>
                    <a:pt x="964033" y="3011599"/>
                  </a:moveTo>
                  <a:lnTo>
                    <a:pt x="993500" y="2992085"/>
                  </a:lnTo>
                  <a:lnTo>
                    <a:pt x="992655" y="2976812"/>
                  </a:lnTo>
                  <a:close/>
                  <a:moveTo>
                    <a:pt x="1021739" y="2976812"/>
                  </a:moveTo>
                  <a:lnTo>
                    <a:pt x="993500" y="2992085"/>
                  </a:lnTo>
                  <a:lnTo>
                    <a:pt x="1079574" y="2949727"/>
                  </a:lnTo>
                  <a:close/>
                  <a:moveTo>
                    <a:pt x="1079574" y="2949727"/>
                  </a:moveTo>
                  <a:lnTo>
                    <a:pt x="993500" y="2992085"/>
                  </a:lnTo>
                  <a:lnTo>
                    <a:pt x="964033" y="3011599"/>
                  </a:lnTo>
                  <a:close/>
                  <a:moveTo>
                    <a:pt x="1021739" y="2976812"/>
                  </a:moveTo>
                  <a:lnTo>
                    <a:pt x="1015189" y="2987660"/>
                  </a:lnTo>
                  <a:lnTo>
                    <a:pt x="993500" y="2992085"/>
                  </a:lnTo>
                  <a:close/>
                  <a:moveTo>
                    <a:pt x="1126288" y="2909183"/>
                  </a:moveTo>
                  <a:lnTo>
                    <a:pt x="1021739" y="2976812"/>
                  </a:lnTo>
                  <a:lnTo>
                    <a:pt x="1079574" y="2949727"/>
                  </a:lnTo>
                  <a:close/>
                  <a:moveTo>
                    <a:pt x="1946817" y="2461111"/>
                  </a:moveTo>
                  <a:lnTo>
                    <a:pt x="1947811" y="2460247"/>
                  </a:lnTo>
                  <a:lnTo>
                    <a:pt x="1983130" y="2377094"/>
                  </a:lnTo>
                  <a:close/>
                  <a:moveTo>
                    <a:pt x="1983130" y="2377094"/>
                  </a:moveTo>
                  <a:lnTo>
                    <a:pt x="1947811" y="2460247"/>
                  </a:lnTo>
                  <a:lnTo>
                    <a:pt x="2062444" y="2394981"/>
                  </a:lnTo>
                  <a:close/>
                  <a:moveTo>
                    <a:pt x="107445" y="120652"/>
                  </a:moveTo>
                  <a:lnTo>
                    <a:pt x="0" y="151597"/>
                  </a:lnTo>
                  <a:lnTo>
                    <a:pt x="110886" y="114266"/>
                  </a:lnTo>
                  <a:close/>
                  <a:moveTo>
                    <a:pt x="1728288" y="1890947"/>
                  </a:moveTo>
                  <a:lnTo>
                    <a:pt x="1734418" y="1812955"/>
                  </a:lnTo>
                  <a:lnTo>
                    <a:pt x="1744311" y="1826302"/>
                  </a:lnTo>
                  <a:close/>
                  <a:moveTo>
                    <a:pt x="107445" y="120652"/>
                  </a:moveTo>
                  <a:lnTo>
                    <a:pt x="110886" y="114266"/>
                  </a:lnTo>
                  <a:lnTo>
                    <a:pt x="141887" y="14972"/>
                  </a:lnTo>
                  <a:close/>
                  <a:moveTo>
                    <a:pt x="141887" y="14972"/>
                  </a:moveTo>
                  <a:lnTo>
                    <a:pt x="133302" y="120652"/>
                  </a:lnTo>
                  <a:lnTo>
                    <a:pt x="188955" y="19071"/>
                  </a:lnTo>
                  <a:close/>
                  <a:moveTo>
                    <a:pt x="188955" y="19071"/>
                  </a:moveTo>
                  <a:lnTo>
                    <a:pt x="171402" y="0"/>
                  </a:lnTo>
                  <a:lnTo>
                    <a:pt x="141887" y="14972"/>
                  </a:lnTo>
                  <a:close/>
                  <a:moveTo>
                    <a:pt x="1744330" y="1804897"/>
                  </a:moveTo>
                  <a:lnTo>
                    <a:pt x="1744311" y="1826302"/>
                  </a:lnTo>
                  <a:lnTo>
                    <a:pt x="1742501" y="1808732"/>
                  </a:lnTo>
                  <a:close/>
                  <a:moveTo>
                    <a:pt x="1742501" y="1808732"/>
                  </a:moveTo>
                  <a:lnTo>
                    <a:pt x="1773417" y="1719924"/>
                  </a:lnTo>
                  <a:lnTo>
                    <a:pt x="1744330" y="1804897"/>
                  </a:lnTo>
                  <a:close/>
                  <a:moveTo>
                    <a:pt x="1495126" y="1359220"/>
                  </a:moveTo>
                  <a:lnTo>
                    <a:pt x="1531449" y="1320784"/>
                  </a:lnTo>
                  <a:lnTo>
                    <a:pt x="1491021" y="1441435"/>
                  </a:lnTo>
                  <a:close/>
                  <a:moveTo>
                    <a:pt x="1547028" y="1243562"/>
                  </a:moveTo>
                  <a:lnTo>
                    <a:pt x="1553962" y="1241530"/>
                  </a:lnTo>
                  <a:lnTo>
                    <a:pt x="1496937" y="1277005"/>
                  </a:lnTo>
                  <a:close/>
                  <a:moveTo>
                    <a:pt x="1496937" y="1277005"/>
                  </a:moveTo>
                  <a:lnTo>
                    <a:pt x="1553962" y="1241530"/>
                  </a:lnTo>
                  <a:lnTo>
                    <a:pt x="1531449" y="1320784"/>
                  </a:lnTo>
                  <a:close/>
                  <a:moveTo>
                    <a:pt x="1501373" y="1260111"/>
                  </a:moveTo>
                  <a:lnTo>
                    <a:pt x="1519652" y="1277005"/>
                  </a:lnTo>
                  <a:lnTo>
                    <a:pt x="1547028" y="1243562"/>
                  </a:lnTo>
                  <a:close/>
                  <a:moveTo>
                    <a:pt x="1824235" y="1485214"/>
                  </a:moveTo>
                  <a:lnTo>
                    <a:pt x="1820820" y="1446778"/>
                  </a:lnTo>
                  <a:lnTo>
                    <a:pt x="1827238" y="1567429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19" name="Candidate_density__2038">
              <a:extLst>
                <a:ext uri="{FF2B5EF4-FFF2-40B4-BE49-F238E27FC236}">
                  <a16:creationId xmlns:a16="http://schemas.microsoft.com/office/drawing/2014/main" id="{5EC01F8A-5D86-6EE5-D888-651C2650F2D5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237829"/>
              <a:ext cx="1936612" cy="1902373"/>
            </a:xfrm>
            <a:custGeom>
              <a:avLst/>
              <a:gdLst/>
              <a:ahLst/>
              <a:cxnLst/>
              <a:rect l="0" t="0" r="0" b="0"/>
              <a:pathLst>
                <a:path w="1936612" h="1902373">
                  <a:moveTo>
                    <a:pt x="15315" y="1147543"/>
                  </a:moveTo>
                  <a:lnTo>
                    <a:pt x="6506" y="1066591"/>
                  </a:lnTo>
                  <a:lnTo>
                    <a:pt x="0" y="1171972"/>
                  </a:lnTo>
                  <a:close/>
                  <a:moveTo>
                    <a:pt x="15315" y="1147543"/>
                  </a:moveTo>
                  <a:lnTo>
                    <a:pt x="7306" y="1065328"/>
                  </a:lnTo>
                  <a:lnTo>
                    <a:pt x="6506" y="1066591"/>
                  </a:lnTo>
                  <a:close/>
                  <a:moveTo>
                    <a:pt x="58056" y="1252260"/>
                  </a:moveTo>
                  <a:lnTo>
                    <a:pt x="104400" y="1287280"/>
                  </a:lnTo>
                  <a:lnTo>
                    <a:pt x="58399" y="1229758"/>
                  </a:lnTo>
                  <a:close/>
                  <a:moveTo>
                    <a:pt x="51013" y="1130500"/>
                  </a:moveTo>
                  <a:lnTo>
                    <a:pt x="45491" y="1205283"/>
                  </a:lnTo>
                  <a:lnTo>
                    <a:pt x="99609" y="1109106"/>
                  </a:lnTo>
                  <a:close/>
                  <a:moveTo>
                    <a:pt x="99609" y="1109106"/>
                  </a:moveTo>
                  <a:lnTo>
                    <a:pt x="45491" y="1205283"/>
                  </a:lnTo>
                  <a:lnTo>
                    <a:pt x="58399" y="1229758"/>
                  </a:lnTo>
                  <a:close/>
                  <a:moveTo>
                    <a:pt x="99609" y="1109106"/>
                  </a:moveTo>
                  <a:lnTo>
                    <a:pt x="58399" y="1229758"/>
                  </a:lnTo>
                  <a:lnTo>
                    <a:pt x="114163" y="1191322"/>
                  </a:lnTo>
                  <a:close/>
                  <a:moveTo>
                    <a:pt x="15315" y="1147543"/>
                  </a:moveTo>
                  <a:lnTo>
                    <a:pt x="45491" y="1205283"/>
                  </a:lnTo>
                  <a:lnTo>
                    <a:pt x="51013" y="1130500"/>
                  </a:lnTo>
                  <a:close/>
                  <a:moveTo>
                    <a:pt x="7306" y="1065328"/>
                  </a:moveTo>
                  <a:lnTo>
                    <a:pt x="51013" y="1130500"/>
                  </a:lnTo>
                  <a:lnTo>
                    <a:pt x="9282" y="1064333"/>
                  </a:lnTo>
                  <a:close/>
                  <a:moveTo>
                    <a:pt x="7306" y="1065328"/>
                  </a:moveTo>
                  <a:lnTo>
                    <a:pt x="15315" y="1147543"/>
                  </a:lnTo>
                  <a:lnTo>
                    <a:pt x="51013" y="1130500"/>
                  </a:lnTo>
                  <a:close/>
                  <a:moveTo>
                    <a:pt x="99609" y="1109106"/>
                  </a:moveTo>
                  <a:lnTo>
                    <a:pt x="112468" y="1026892"/>
                  </a:lnTo>
                  <a:lnTo>
                    <a:pt x="51013" y="1130500"/>
                  </a:lnTo>
                  <a:close/>
                  <a:moveTo>
                    <a:pt x="112468" y="1026892"/>
                  </a:moveTo>
                  <a:lnTo>
                    <a:pt x="9282" y="1064333"/>
                  </a:lnTo>
                  <a:lnTo>
                    <a:pt x="51013" y="1130500"/>
                  </a:lnTo>
                  <a:close/>
                  <a:moveTo>
                    <a:pt x="122974" y="1001116"/>
                  </a:moveTo>
                  <a:lnTo>
                    <a:pt x="7767" y="1064236"/>
                  </a:lnTo>
                  <a:lnTo>
                    <a:pt x="112468" y="1026892"/>
                  </a:lnTo>
                  <a:close/>
                  <a:moveTo>
                    <a:pt x="112468" y="1026892"/>
                  </a:moveTo>
                  <a:lnTo>
                    <a:pt x="7767" y="1064236"/>
                  </a:lnTo>
                  <a:lnTo>
                    <a:pt x="9282" y="1064333"/>
                  </a:lnTo>
                  <a:close/>
                  <a:moveTo>
                    <a:pt x="112468" y="1026892"/>
                  </a:moveTo>
                  <a:lnTo>
                    <a:pt x="178774" y="1087224"/>
                  </a:lnTo>
                  <a:lnTo>
                    <a:pt x="138638" y="1019762"/>
                  </a:lnTo>
                  <a:close/>
                  <a:moveTo>
                    <a:pt x="112468" y="1026892"/>
                  </a:moveTo>
                  <a:lnTo>
                    <a:pt x="99609" y="1109106"/>
                  </a:lnTo>
                  <a:lnTo>
                    <a:pt x="178774" y="1087224"/>
                  </a:lnTo>
                  <a:close/>
                  <a:moveTo>
                    <a:pt x="259279" y="1016878"/>
                  </a:moveTo>
                  <a:lnTo>
                    <a:pt x="243119" y="988455"/>
                  </a:lnTo>
                  <a:lnTo>
                    <a:pt x="263975" y="1078549"/>
                  </a:lnTo>
                  <a:close/>
                  <a:moveTo>
                    <a:pt x="263975" y="1078549"/>
                  </a:moveTo>
                  <a:lnTo>
                    <a:pt x="243119" y="988455"/>
                  </a:lnTo>
                  <a:lnTo>
                    <a:pt x="138638" y="1019762"/>
                  </a:lnTo>
                  <a:close/>
                  <a:moveTo>
                    <a:pt x="263975" y="1078549"/>
                  </a:moveTo>
                  <a:lnTo>
                    <a:pt x="138638" y="1019762"/>
                  </a:lnTo>
                  <a:lnTo>
                    <a:pt x="178774" y="1087224"/>
                  </a:lnTo>
                  <a:close/>
                  <a:moveTo>
                    <a:pt x="122974" y="1001116"/>
                  </a:moveTo>
                  <a:lnTo>
                    <a:pt x="112468" y="1026892"/>
                  </a:lnTo>
                  <a:lnTo>
                    <a:pt x="138638" y="1019762"/>
                  </a:lnTo>
                  <a:close/>
                  <a:moveTo>
                    <a:pt x="243883" y="959315"/>
                  </a:moveTo>
                  <a:lnTo>
                    <a:pt x="122974" y="1001116"/>
                  </a:lnTo>
                  <a:lnTo>
                    <a:pt x="243119" y="988455"/>
                  </a:lnTo>
                  <a:close/>
                  <a:moveTo>
                    <a:pt x="243119" y="988455"/>
                  </a:moveTo>
                  <a:lnTo>
                    <a:pt x="122974" y="1001116"/>
                  </a:lnTo>
                  <a:lnTo>
                    <a:pt x="138638" y="1019762"/>
                  </a:lnTo>
                  <a:close/>
                  <a:moveTo>
                    <a:pt x="256518" y="984519"/>
                  </a:moveTo>
                  <a:lnTo>
                    <a:pt x="374084" y="952255"/>
                  </a:lnTo>
                  <a:lnTo>
                    <a:pt x="370571" y="952388"/>
                  </a:lnTo>
                  <a:close/>
                  <a:moveTo>
                    <a:pt x="243119" y="988455"/>
                  </a:moveTo>
                  <a:lnTo>
                    <a:pt x="259279" y="1016878"/>
                  </a:lnTo>
                  <a:lnTo>
                    <a:pt x="256518" y="984519"/>
                  </a:lnTo>
                  <a:close/>
                  <a:moveTo>
                    <a:pt x="243883" y="959315"/>
                  </a:moveTo>
                  <a:lnTo>
                    <a:pt x="243119" y="988455"/>
                  </a:lnTo>
                  <a:lnTo>
                    <a:pt x="256518" y="984519"/>
                  </a:lnTo>
                  <a:close/>
                  <a:moveTo>
                    <a:pt x="256518" y="984519"/>
                  </a:moveTo>
                  <a:lnTo>
                    <a:pt x="244541" y="906240"/>
                  </a:lnTo>
                  <a:lnTo>
                    <a:pt x="243883" y="959315"/>
                  </a:lnTo>
                  <a:close/>
                  <a:moveTo>
                    <a:pt x="337665" y="879048"/>
                  </a:moveTo>
                  <a:lnTo>
                    <a:pt x="244541" y="906240"/>
                  </a:lnTo>
                  <a:lnTo>
                    <a:pt x="256518" y="984519"/>
                  </a:lnTo>
                  <a:close/>
                  <a:moveTo>
                    <a:pt x="370571" y="952388"/>
                  </a:moveTo>
                  <a:lnTo>
                    <a:pt x="337665" y="879048"/>
                  </a:lnTo>
                  <a:lnTo>
                    <a:pt x="256518" y="984519"/>
                  </a:lnTo>
                  <a:close/>
                  <a:moveTo>
                    <a:pt x="1063568" y="1853560"/>
                  </a:moveTo>
                  <a:lnTo>
                    <a:pt x="1064543" y="1861820"/>
                  </a:lnTo>
                  <a:lnTo>
                    <a:pt x="1201174" y="1902373"/>
                  </a:lnTo>
                  <a:close/>
                  <a:moveTo>
                    <a:pt x="1164318" y="1832245"/>
                  </a:moveTo>
                  <a:lnTo>
                    <a:pt x="1063568" y="1853560"/>
                  </a:lnTo>
                  <a:lnTo>
                    <a:pt x="1201174" y="1902373"/>
                  </a:lnTo>
                  <a:close/>
                  <a:moveTo>
                    <a:pt x="1225759" y="1898163"/>
                  </a:moveTo>
                  <a:lnTo>
                    <a:pt x="1234641" y="1815948"/>
                  </a:lnTo>
                  <a:lnTo>
                    <a:pt x="1201174" y="1902373"/>
                  </a:lnTo>
                  <a:close/>
                  <a:moveTo>
                    <a:pt x="1234641" y="1815948"/>
                  </a:moveTo>
                  <a:lnTo>
                    <a:pt x="1164318" y="1832245"/>
                  </a:lnTo>
                  <a:lnTo>
                    <a:pt x="1201174" y="1902373"/>
                  </a:lnTo>
                  <a:close/>
                  <a:moveTo>
                    <a:pt x="1059238" y="1854385"/>
                  </a:moveTo>
                  <a:lnTo>
                    <a:pt x="1064543" y="1861820"/>
                  </a:lnTo>
                  <a:lnTo>
                    <a:pt x="1063568" y="1853560"/>
                  </a:lnTo>
                  <a:close/>
                  <a:moveTo>
                    <a:pt x="1061105" y="1848968"/>
                  </a:moveTo>
                  <a:lnTo>
                    <a:pt x="1059238" y="1854385"/>
                  </a:lnTo>
                  <a:lnTo>
                    <a:pt x="1063568" y="1853560"/>
                  </a:lnTo>
                  <a:close/>
                  <a:moveTo>
                    <a:pt x="1063568" y="1853560"/>
                  </a:moveTo>
                  <a:lnTo>
                    <a:pt x="1125106" y="1809598"/>
                  </a:lnTo>
                  <a:lnTo>
                    <a:pt x="1061105" y="1848968"/>
                  </a:lnTo>
                  <a:close/>
                  <a:moveTo>
                    <a:pt x="1063568" y="1853560"/>
                  </a:moveTo>
                  <a:lnTo>
                    <a:pt x="1164318" y="1832245"/>
                  </a:lnTo>
                  <a:lnTo>
                    <a:pt x="1125106" y="1809598"/>
                  </a:lnTo>
                  <a:close/>
                  <a:moveTo>
                    <a:pt x="1230947" y="1733733"/>
                  </a:moveTo>
                  <a:lnTo>
                    <a:pt x="1164318" y="1832245"/>
                  </a:lnTo>
                  <a:lnTo>
                    <a:pt x="1234641" y="1815948"/>
                  </a:lnTo>
                  <a:close/>
                  <a:moveTo>
                    <a:pt x="352916" y="747152"/>
                  </a:moveTo>
                  <a:lnTo>
                    <a:pt x="359183" y="681338"/>
                  </a:lnTo>
                  <a:lnTo>
                    <a:pt x="261983" y="703373"/>
                  </a:lnTo>
                  <a:close/>
                  <a:moveTo>
                    <a:pt x="272046" y="785589"/>
                  </a:moveTo>
                  <a:lnTo>
                    <a:pt x="352916" y="747152"/>
                  </a:lnTo>
                  <a:lnTo>
                    <a:pt x="261983" y="703373"/>
                  </a:lnTo>
                  <a:close/>
                  <a:moveTo>
                    <a:pt x="352916" y="747152"/>
                  </a:moveTo>
                  <a:lnTo>
                    <a:pt x="390961" y="800154"/>
                  </a:lnTo>
                  <a:lnTo>
                    <a:pt x="391348" y="735313"/>
                  </a:lnTo>
                  <a:close/>
                  <a:moveTo>
                    <a:pt x="352916" y="747152"/>
                  </a:moveTo>
                  <a:lnTo>
                    <a:pt x="391348" y="735313"/>
                  </a:lnTo>
                  <a:lnTo>
                    <a:pt x="359183" y="681338"/>
                  </a:lnTo>
                  <a:close/>
                  <a:moveTo>
                    <a:pt x="572417" y="670279"/>
                  </a:moveTo>
                  <a:lnTo>
                    <a:pt x="606943" y="619951"/>
                  </a:lnTo>
                  <a:lnTo>
                    <a:pt x="534482" y="626500"/>
                  </a:lnTo>
                  <a:close/>
                  <a:moveTo>
                    <a:pt x="498958" y="708715"/>
                  </a:moveTo>
                  <a:lnTo>
                    <a:pt x="572417" y="670279"/>
                  </a:lnTo>
                  <a:lnTo>
                    <a:pt x="534482" y="626500"/>
                  </a:lnTo>
                  <a:close/>
                  <a:moveTo>
                    <a:pt x="1175900" y="434318"/>
                  </a:moveTo>
                  <a:lnTo>
                    <a:pt x="1228467" y="395881"/>
                  </a:lnTo>
                  <a:lnTo>
                    <a:pt x="1152676" y="406260"/>
                  </a:lnTo>
                  <a:close/>
                  <a:moveTo>
                    <a:pt x="1228467" y="395881"/>
                  </a:moveTo>
                  <a:lnTo>
                    <a:pt x="1186196" y="316383"/>
                  </a:lnTo>
                  <a:lnTo>
                    <a:pt x="1152676" y="406260"/>
                  </a:lnTo>
                  <a:close/>
                  <a:moveTo>
                    <a:pt x="1184321" y="313666"/>
                  </a:moveTo>
                  <a:lnTo>
                    <a:pt x="1152676" y="406260"/>
                  </a:lnTo>
                  <a:lnTo>
                    <a:pt x="1186196" y="316383"/>
                  </a:lnTo>
                  <a:close/>
                  <a:moveTo>
                    <a:pt x="1184321" y="313666"/>
                  </a:moveTo>
                  <a:lnTo>
                    <a:pt x="1119980" y="352103"/>
                  </a:lnTo>
                  <a:lnTo>
                    <a:pt x="1152676" y="406260"/>
                  </a:lnTo>
                  <a:close/>
                  <a:moveTo>
                    <a:pt x="1184211" y="308964"/>
                  </a:moveTo>
                  <a:lnTo>
                    <a:pt x="1119980" y="352103"/>
                  </a:lnTo>
                  <a:lnTo>
                    <a:pt x="1184321" y="313666"/>
                  </a:lnTo>
                  <a:close/>
                  <a:moveTo>
                    <a:pt x="1184321" y="313666"/>
                  </a:moveTo>
                  <a:lnTo>
                    <a:pt x="1186196" y="316383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4321" y="313666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6439" y="312878"/>
                  </a:lnTo>
                  <a:lnTo>
                    <a:pt x="1188671" y="231451"/>
                  </a:lnTo>
                  <a:close/>
                  <a:moveTo>
                    <a:pt x="1188671" y="231451"/>
                  </a:moveTo>
                  <a:lnTo>
                    <a:pt x="1186439" y="312878"/>
                  </a:lnTo>
                  <a:lnTo>
                    <a:pt x="1296066" y="275230"/>
                  </a:lnTo>
                  <a:close/>
                  <a:moveTo>
                    <a:pt x="1188671" y="231451"/>
                  </a:moveTo>
                  <a:lnTo>
                    <a:pt x="1296066" y="275230"/>
                  </a:lnTo>
                  <a:lnTo>
                    <a:pt x="1270792" y="193015"/>
                  </a:lnTo>
                  <a:close/>
                  <a:moveTo>
                    <a:pt x="1133663" y="55507"/>
                  </a:moveTo>
                  <a:lnTo>
                    <a:pt x="1202726" y="28584"/>
                  </a:lnTo>
                  <a:lnTo>
                    <a:pt x="1159134" y="0"/>
                  </a:lnTo>
                  <a:close/>
                  <a:moveTo>
                    <a:pt x="1133663" y="55507"/>
                  </a:moveTo>
                  <a:lnTo>
                    <a:pt x="1172029" y="48216"/>
                  </a:lnTo>
                  <a:lnTo>
                    <a:pt x="1202726" y="28584"/>
                  </a:lnTo>
                  <a:close/>
                  <a:moveTo>
                    <a:pt x="1617300" y="167969"/>
                  </a:moveTo>
                  <a:lnTo>
                    <a:pt x="1526334" y="236794"/>
                  </a:lnTo>
                  <a:lnTo>
                    <a:pt x="1592312" y="198357"/>
                  </a:lnTo>
                  <a:close/>
                  <a:moveTo>
                    <a:pt x="1837887" y="220194"/>
                  </a:moveTo>
                  <a:lnTo>
                    <a:pt x="1783429" y="159921"/>
                  </a:lnTo>
                  <a:lnTo>
                    <a:pt x="1817599" y="263400"/>
                  </a:lnTo>
                  <a:close/>
                  <a:moveTo>
                    <a:pt x="1817599" y="263400"/>
                  </a:moveTo>
                  <a:lnTo>
                    <a:pt x="1783429" y="159921"/>
                  </a:lnTo>
                  <a:lnTo>
                    <a:pt x="1731311" y="172867"/>
                  </a:lnTo>
                  <a:close/>
                  <a:moveTo>
                    <a:pt x="1646916" y="180887"/>
                  </a:moveTo>
                  <a:lnTo>
                    <a:pt x="1686658" y="148634"/>
                  </a:lnTo>
                  <a:lnTo>
                    <a:pt x="1617300" y="167969"/>
                  </a:lnTo>
                  <a:close/>
                  <a:moveTo>
                    <a:pt x="1646916" y="180887"/>
                  </a:moveTo>
                  <a:lnTo>
                    <a:pt x="1731311" y="172867"/>
                  </a:lnTo>
                  <a:lnTo>
                    <a:pt x="1686658" y="148634"/>
                  </a:lnTo>
                  <a:close/>
                  <a:moveTo>
                    <a:pt x="1800856" y="81741"/>
                  </a:moveTo>
                  <a:lnTo>
                    <a:pt x="1686658" y="148634"/>
                  </a:lnTo>
                  <a:lnTo>
                    <a:pt x="1783429" y="159921"/>
                  </a:lnTo>
                  <a:close/>
                  <a:moveTo>
                    <a:pt x="1783429" y="159921"/>
                  </a:moveTo>
                  <a:lnTo>
                    <a:pt x="1686658" y="148634"/>
                  </a:lnTo>
                  <a:lnTo>
                    <a:pt x="1731311" y="172867"/>
                  </a:lnTo>
                  <a:close/>
                  <a:moveTo>
                    <a:pt x="1783429" y="159921"/>
                  </a:moveTo>
                  <a:lnTo>
                    <a:pt x="1837887" y="220194"/>
                  </a:lnTo>
                  <a:lnTo>
                    <a:pt x="1865785" y="124134"/>
                  </a:lnTo>
                  <a:close/>
                  <a:moveTo>
                    <a:pt x="1800856" y="81741"/>
                  </a:moveTo>
                  <a:lnTo>
                    <a:pt x="1783429" y="159921"/>
                  </a:lnTo>
                  <a:lnTo>
                    <a:pt x="1865785" y="124134"/>
                  </a:lnTo>
                  <a:close/>
                  <a:moveTo>
                    <a:pt x="1936612" y="95449"/>
                  </a:moveTo>
                  <a:lnTo>
                    <a:pt x="1865785" y="124134"/>
                  </a:lnTo>
                  <a:lnTo>
                    <a:pt x="1874487" y="121484"/>
                  </a:lnTo>
                  <a:close/>
                  <a:moveTo>
                    <a:pt x="1800856" y="81741"/>
                  </a:moveTo>
                  <a:lnTo>
                    <a:pt x="1865785" y="124134"/>
                  </a:lnTo>
                  <a:lnTo>
                    <a:pt x="1936612" y="9544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20" name="Candidate_density__2039">
              <a:extLst>
                <a:ext uri="{FF2B5EF4-FFF2-40B4-BE49-F238E27FC236}">
                  <a16:creationId xmlns:a16="http://schemas.microsoft.com/office/drawing/2014/main" id="{5D4BD17B-B97C-CC77-0497-65CC7827BF79}"/>
                </a:ext>
              </a:extLst>
            </p:cNvPr>
            <p:cNvSpPr>
              <a:spLocks noGrp="1"/>
            </p:cNvSpPr>
            <p:nvPr/>
          </p:nvSpPr>
          <p:spPr>
            <a:xfrm>
              <a:off x="5751949" y="4088565"/>
              <a:ext cx="664737" cy="1140994"/>
            </a:xfrm>
            <a:custGeom>
              <a:avLst/>
              <a:gdLst/>
              <a:ahLst/>
              <a:cxnLst/>
              <a:rect l="0" t="0" r="0" b="0"/>
              <a:pathLst>
                <a:path w="664737" h="1140994">
                  <a:moveTo>
                    <a:pt x="46715" y="1100451"/>
                  </a:moveTo>
                  <a:lnTo>
                    <a:pt x="0" y="1140994"/>
                  </a:lnTo>
                  <a:lnTo>
                    <a:pt x="107654" y="1049636"/>
                  </a:lnTo>
                  <a:close/>
                  <a:moveTo>
                    <a:pt x="664737" y="17570"/>
                  </a:moveTo>
                  <a:lnTo>
                    <a:pt x="654844" y="4223"/>
                  </a:lnTo>
                  <a:lnTo>
                    <a:pt x="662928" y="0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51721" name="Candidate_density__2040">
              <a:extLst>
                <a:ext uri="{FF2B5EF4-FFF2-40B4-BE49-F238E27FC236}">
                  <a16:creationId xmlns:a16="http://schemas.microsoft.com/office/drawing/2014/main" id="{D3E8809E-5F8F-F355-4653-B143A1A4780D}"/>
                </a:ext>
              </a:extLst>
            </p:cNvPr>
            <p:cNvSpPr>
              <a:spLocks noGrp="1"/>
            </p:cNvSpPr>
            <p:nvPr/>
          </p:nvSpPr>
          <p:spPr>
            <a:xfrm>
              <a:off x="4373648" y="2157136"/>
              <a:ext cx="2453752" cy="3180285"/>
            </a:xfrm>
            <a:custGeom>
              <a:avLst/>
              <a:gdLst/>
              <a:ahLst/>
              <a:cxnLst/>
              <a:rect l="0" t="0" r="0" b="0"/>
              <a:pathLst>
                <a:path w="2453752" h="3180285">
                  <a:moveTo>
                    <a:pt x="338" y="2633970"/>
                  </a:moveTo>
                  <a:lnTo>
                    <a:pt x="0" y="2637497"/>
                  </a:lnTo>
                  <a:lnTo>
                    <a:pt x="10262" y="2656114"/>
                  </a:lnTo>
                  <a:close/>
                  <a:moveTo>
                    <a:pt x="1219" y="2622307"/>
                  </a:moveTo>
                  <a:lnTo>
                    <a:pt x="0" y="2637497"/>
                  </a:lnTo>
                  <a:lnTo>
                    <a:pt x="338" y="2633970"/>
                  </a:lnTo>
                  <a:close/>
                  <a:moveTo>
                    <a:pt x="540356" y="3101711"/>
                  </a:moveTo>
                  <a:lnTo>
                    <a:pt x="612347" y="3171039"/>
                  </a:lnTo>
                  <a:lnTo>
                    <a:pt x="563797" y="3117201"/>
                  </a:lnTo>
                  <a:close/>
                  <a:moveTo>
                    <a:pt x="338" y="2633970"/>
                  </a:moveTo>
                  <a:lnTo>
                    <a:pt x="10262" y="2656114"/>
                  </a:lnTo>
                  <a:lnTo>
                    <a:pt x="35854" y="2677748"/>
                  </a:lnTo>
                  <a:close/>
                  <a:moveTo>
                    <a:pt x="535819" y="3088824"/>
                  </a:moveTo>
                  <a:lnTo>
                    <a:pt x="540356" y="3101711"/>
                  </a:lnTo>
                  <a:lnTo>
                    <a:pt x="563797" y="3117201"/>
                  </a:lnTo>
                  <a:close/>
                  <a:moveTo>
                    <a:pt x="764472" y="3094166"/>
                  </a:moveTo>
                  <a:lnTo>
                    <a:pt x="798970" y="3112739"/>
                  </a:lnTo>
                  <a:lnTo>
                    <a:pt x="705499" y="3028044"/>
                  </a:lnTo>
                  <a:close/>
                  <a:moveTo>
                    <a:pt x="705499" y="3028044"/>
                  </a:moveTo>
                  <a:lnTo>
                    <a:pt x="798970" y="3112739"/>
                  </a:lnTo>
                  <a:lnTo>
                    <a:pt x="750587" y="3050387"/>
                  </a:lnTo>
                  <a:close/>
                  <a:moveTo>
                    <a:pt x="603017" y="2765305"/>
                  </a:moveTo>
                  <a:lnTo>
                    <a:pt x="567784" y="2701701"/>
                  </a:lnTo>
                  <a:lnTo>
                    <a:pt x="535961" y="2797922"/>
                  </a:lnTo>
                  <a:close/>
                  <a:moveTo>
                    <a:pt x="489725" y="2688511"/>
                  </a:moveTo>
                  <a:lnTo>
                    <a:pt x="456743" y="2780401"/>
                  </a:lnTo>
                  <a:lnTo>
                    <a:pt x="567784" y="2701701"/>
                  </a:lnTo>
                  <a:close/>
                  <a:moveTo>
                    <a:pt x="258073" y="2379719"/>
                  </a:moveTo>
                  <a:lnTo>
                    <a:pt x="306356" y="2436445"/>
                  </a:lnTo>
                  <a:lnTo>
                    <a:pt x="316545" y="2461836"/>
                  </a:lnTo>
                  <a:close/>
                  <a:moveTo>
                    <a:pt x="770906" y="2809084"/>
                  </a:moveTo>
                  <a:lnTo>
                    <a:pt x="769544" y="2898734"/>
                  </a:lnTo>
                  <a:lnTo>
                    <a:pt x="813882" y="2849304"/>
                  </a:lnTo>
                  <a:close/>
                  <a:moveTo>
                    <a:pt x="751619" y="2726869"/>
                  </a:moveTo>
                  <a:lnTo>
                    <a:pt x="672873" y="2815955"/>
                  </a:lnTo>
                  <a:lnTo>
                    <a:pt x="701480" y="2847521"/>
                  </a:lnTo>
                  <a:close/>
                  <a:moveTo>
                    <a:pt x="477947" y="2683090"/>
                  </a:moveTo>
                  <a:lnTo>
                    <a:pt x="489725" y="2688511"/>
                  </a:lnTo>
                  <a:lnTo>
                    <a:pt x="491527" y="2680447"/>
                  </a:lnTo>
                  <a:close/>
                  <a:moveTo>
                    <a:pt x="645360" y="2676568"/>
                  </a:moveTo>
                  <a:lnTo>
                    <a:pt x="575147" y="2673057"/>
                  </a:lnTo>
                  <a:lnTo>
                    <a:pt x="680869" y="2747792"/>
                  </a:lnTo>
                  <a:close/>
                  <a:moveTo>
                    <a:pt x="418551" y="2600876"/>
                  </a:moveTo>
                  <a:lnTo>
                    <a:pt x="477947" y="2683090"/>
                  </a:lnTo>
                  <a:lnTo>
                    <a:pt x="491527" y="2680447"/>
                  </a:lnTo>
                  <a:close/>
                  <a:moveTo>
                    <a:pt x="575147" y="2673057"/>
                  </a:moveTo>
                  <a:lnTo>
                    <a:pt x="489725" y="2688511"/>
                  </a:lnTo>
                  <a:lnTo>
                    <a:pt x="567784" y="2701701"/>
                  </a:lnTo>
                  <a:close/>
                  <a:moveTo>
                    <a:pt x="575147" y="2673057"/>
                  </a:moveTo>
                  <a:lnTo>
                    <a:pt x="491527" y="2680447"/>
                  </a:lnTo>
                  <a:lnTo>
                    <a:pt x="489725" y="2688511"/>
                  </a:lnTo>
                  <a:close/>
                  <a:moveTo>
                    <a:pt x="575147" y="2673057"/>
                  </a:moveTo>
                  <a:lnTo>
                    <a:pt x="559208" y="2669636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575147" y="2673057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498675" y="2600876"/>
                  </a:lnTo>
                  <a:lnTo>
                    <a:pt x="459466" y="2575377"/>
                  </a:lnTo>
                  <a:close/>
                  <a:moveTo>
                    <a:pt x="401249" y="2436445"/>
                  </a:moveTo>
                  <a:lnTo>
                    <a:pt x="466727" y="2387323"/>
                  </a:lnTo>
                  <a:lnTo>
                    <a:pt x="348754" y="2335558"/>
                  </a:lnTo>
                  <a:close/>
                  <a:moveTo>
                    <a:pt x="348754" y="2335558"/>
                  </a:moveTo>
                  <a:lnTo>
                    <a:pt x="466727" y="2387323"/>
                  </a:lnTo>
                  <a:lnTo>
                    <a:pt x="426663" y="2332812"/>
                  </a:lnTo>
                  <a:close/>
                  <a:moveTo>
                    <a:pt x="401249" y="2436445"/>
                  </a:moveTo>
                  <a:lnTo>
                    <a:pt x="348754" y="2335558"/>
                  </a:lnTo>
                  <a:lnTo>
                    <a:pt x="337300" y="2397274"/>
                  </a:lnTo>
                  <a:close/>
                  <a:moveTo>
                    <a:pt x="466727" y="2387323"/>
                  </a:moveTo>
                  <a:lnTo>
                    <a:pt x="478952" y="2398009"/>
                  </a:lnTo>
                  <a:lnTo>
                    <a:pt x="426663" y="2332812"/>
                  </a:lnTo>
                  <a:close/>
                  <a:moveTo>
                    <a:pt x="426663" y="2332812"/>
                  </a:moveTo>
                  <a:lnTo>
                    <a:pt x="478952" y="2398009"/>
                  </a:lnTo>
                  <a:lnTo>
                    <a:pt x="520750" y="2417005"/>
                  </a:lnTo>
                  <a:close/>
                  <a:moveTo>
                    <a:pt x="348754" y="2335558"/>
                  </a:moveTo>
                  <a:lnTo>
                    <a:pt x="403881" y="2251240"/>
                  </a:lnTo>
                  <a:lnTo>
                    <a:pt x="341951" y="2240996"/>
                  </a:lnTo>
                  <a:close/>
                  <a:moveTo>
                    <a:pt x="889250" y="2891299"/>
                  </a:moveTo>
                  <a:lnTo>
                    <a:pt x="879555" y="2907632"/>
                  </a:lnTo>
                  <a:lnTo>
                    <a:pt x="901577" y="2898521"/>
                  </a:lnTo>
                  <a:close/>
                  <a:moveTo>
                    <a:pt x="1068237" y="3115105"/>
                  </a:moveTo>
                  <a:lnTo>
                    <a:pt x="1110005" y="3120484"/>
                  </a:lnTo>
                  <a:lnTo>
                    <a:pt x="1032364" y="3108856"/>
                  </a:lnTo>
                  <a:close/>
                  <a:moveTo>
                    <a:pt x="1068237" y="3115105"/>
                  </a:moveTo>
                  <a:lnTo>
                    <a:pt x="1133235" y="3122856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52340" y="3055729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82313" y="3175632"/>
                  </a:lnTo>
                  <a:lnTo>
                    <a:pt x="1258088" y="3180285"/>
                  </a:lnTo>
                  <a:close/>
                  <a:moveTo>
                    <a:pt x="1101716" y="2948296"/>
                  </a:moveTo>
                  <a:lnTo>
                    <a:pt x="992565" y="2960057"/>
                  </a:lnTo>
                  <a:lnTo>
                    <a:pt x="1014568" y="2973514"/>
                  </a:lnTo>
                  <a:close/>
                  <a:moveTo>
                    <a:pt x="889250" y="2891299"/>
                  </a:moveTo>
                  <a:lnTo>
                    <a:pt x="901577" y="2898521"/>
                  </a:lnTo>
                  <a:lnTo>
                    <a:pt x="904793" y="2887114"/>
                  </a:lnTo>
                  <a:close/>
                  <a:moveTo>
                    <a:pt x="904793" y="2887114"/>
                  </a:moveTo>
                  <a:lnTo>
                    <a:pt x="813882" y="2849304"/>
                  </a:lnTo>
                  <a:lnTo>
                    <a:pt x="889250" y="2891299"/>
                  </a:lnTo>
                  <a:close/>
                  <a:moveTo>
                    <a:pt x="1013133" y="2859627"/>
                  </a:moveTo>
                  <a:lnTo>
                    <a:pt x="901577" y="2898521"/>
                  </a:lnTo>
                  <a:lnTo>
                    <a:pt x="992565" y="2960057"/>
                  </a:lnTo>
                  <a:close/>
                  <a:moveTo>
                    <a:pt x="803661" y="2708556"/>
                  </a:moveTo>
                  <a:lnTo>
                    <a:pt x="863993" y="2758004"/>
                  </a:lnTo>
                  <a:lnTo>
                    <a:pt x="817669" y="2726869"/>
                  </a:lnTo>
                  <a:close/>
                  <a:moveTo>
                    <a:pt x="900453" y="2790550"/>
                  </a:moveTo>
                  <a:lnTo>
                    <a:pt x="863993" y="2758004"/>
                  </a:lnTo>
                  <a:lnTo>
                    <a:pt x="803661" y="2708556"/>
                  </a:lnTo>
                  <a:close/>
                  <a:moveTo>
                    <a:pt x="803661" y="2708556"/>
                  </a:moveTo>
                  <a:lnTo>
                    <a:pt x="764968" y="2666423"/>
                  </a:lnTo>
                  <a:lnTo>
                    <a:pt x="751619" y="2726869"/>
                  </a:lnTo>
                  <a:close/>
                  <a:moveTo>
                    <a:pt x="549870" y="2293238"/>
                  </a:moveTo>
                  <a:lnTo>
                    <a:pt x="478952" y="2398009"/>
                  </a:lnTo>
                  <a:lnTo>
                    <a:pt x="516432" y="2357959"/>
                  </a:lnTo>
                  <a:close/>
                  <a:moveTo>
                    <a:pt x="516432" y="2357959"/>
                  </a:moveTo>
                  <a:lnTo>
                    <a:pt x="547058" y="2277357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522382" y="2215493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484821" y="2195142"/>
                  </a:lnTo>
                  <a:lnTo>
                    <a:pt x="522382" y="2215493"/>
                  </a:lnTo>
                  <a:close/>
                  <a:moveTo>
                    <a:pt x="1230779" y="3017293"/>
                  </a:moveTo>
                  <a:lnTo>
                    <a:pt x="1322098" y="3090497"/>
                  </a:lnTo>
                  <a:lnTo>
                    <a:pt x="1331125" y="2983066"/>
                  </a:lnTo>
                  <a:close/>
                  <a:moveTo>
                    <a:pt x="1331125" y="2983066"/>
                  </a:moveTo>
                  <a:lnTo>
                    <a:pt x="1425016" y="3031880"/>
                  </a:lnTo>
                  <a:lnTo>
                    <a:pt x="1355709" y="2978857"/>
                  </a:lnTo>
                  <a:close/>
                  <a:moveTo>
                    <a:pt x="958730" y="2688433"/>
                  </a:moveTo>
                  <a:lnTo>
                    <a:pt x="985279" y="2717615"/>
                  </a:lnTo>
                  <a:lnTo>
                    <a:pt x="985157" y="2682188"/>
                  </a:lnTo>
                  <a:close/>
                  <a:moveTo>
                    <a:pt x="985157" y="2682188"/>
                  </a:moveTo>
                  <a:lnTo>
                    <a:pt x="891676" y="2646303"/>
                  </a:lnTo>
                  <a:lnTo>
                    <a:pt x="958730" y="2688433"/>
                  </a:lnTo>
                  <a:close/>
                  <a:moveTo>
                    <a:pt x="904194" y="2587325"/>
                  </a:moveTo>
                  <a:lnTo>
                    <a:pt x="891676" y="2646303"/>
                  </a:lnTo>
                  <a:lnTo>
                    <a:pt x="985157" y="2682188"/>
                  </a:lnTo>
                  <a:close/>
                  <a:moveTo>
                    <a:pt x="972342" y="2592513"/>
                  </a:moveTo>
                  <a:lnTo>
                    <a:pt x="904194" y="2587325"/>
                  </a:lnTo>
                  <a:lnTo>
                    <a:pt x="985157" y="2682188"/>
                  </a:lnTo>
                  <a:close/>
                  <a:moveTo>
                    <a:pt x="587920" y="2262305"/>
                  </a:moveTo>
                  <a:lnTo>
                    <a:pt x="547058" y="2277357"/>
                  </a:lnTo>
                  <a:lnTo>
                    <a:pt x="516432" y="2357959"/>
                  </a:lnTo>
                  <a:close/>
                  <a:moveTo>
                    <a:pt x="484821" y="2195142"/>
                  </a:moveTo>
                  <a:lnTo>
                    <a:pt x="489884" y="2181321"/>
                  </a:lnTo>
                  <a:lnTo>
                    <a:pt x="490026" y="2081113"/>
                  </a:lnTo>
                  <a:close/>
                  <a:moveTo>
                    <a:pt x="1444071" y="2940420"/>
                  </a:moveTo>
                  <a:lnTo>
                    <a:pt x="1355709" y="2978857"/>
                  </a:lnTo>
                  <a:lnTo>
                    <a:pt x="1425016" y="3031880"/>
                  </a:lnTo>
                  <a:close/>
                  <a:moveTo>
                    <a:pt x="515569" y="1992275"/>
                  </a:moveTo>
                  <a:lnTo>
                    <a:pt x="497048" y="2070284"/>
                  </a:lnTo>
                  <a:lnTo>
                    <a:pt x="494281" y="1977563"/>
                  </a:lnTo>
                  <a:close/>
                  <a:moveTo>
                    <a:pt x="1554105" y="2922971"/>
                  </a:moveTo>
                  <a:lnTo>
                    <a:pt x="1493235" y="2819769"/>
                  </a:lnTo>
                  <a:lnTo>
                    <a:pt x="1469081" y="2831411"/>
                  </a:lnTo>
                  <a:close/>
                  <a:moveTo>
                    <a:pt x="1469081" y="2831411"/>
                  </a:moveTo>
                  <a:lnTo>
                    <a:pt x="1489082" y="2841011"/>
                  </a:lnTo>
                  <a:lnTo>
                    <a:pt x="1554105" y="2922971"/>
                  </a:lnTo>
                  <a:close/>
                  <a:moveTo>
                    <a:pt x="1422871" y="2655338"/>
                  </a:moveTo>
                  <a:lnTo>
                    <a:pt x="1354772" y="2617505"/>
                  </a:lnTo>
                  <a:lnTo>
                    <a:pt x="1300441" y="2629574"/>
                  </a:lnTo>
                  <a:close/>
                  <a:moveTo>
                    <a:pt x="1310400" y="2573123"/>
                  </a:moveTo>
                  <a:lnTo>
                    <a:pt x="1300441" y="2629574"/>
                  </a:lnTo>
                  <a:lnTo>
                    <a:pt x="1354772" y="2617505"/>
                  </a:lnTo>
                  <a:close/>
                  <a:moveTo>
                    <a:pt x="1209975" y="2490908"/>
                  </a:moveTo>
                  <a:lnTo>
                    <a:pt x="1208688" y="2565180"/>
                  </a:lnTo>
                  <a:lnTo>
                    <a:pt x="1257598" y="2532844"/>
                  </a:lnTo>
                  <a:close/>
                  <a:moveTo>
                    <a:pt x="1209975" y="2490908"/>
                  </a:moveTo>
                  <a:lnTo>
                    <a:pt x="1168293" y="2529344"/>
                  </a:lnTo>
                  <a:lnTo>
                    <a:pt x="1208688" y="2565180"/>
                  </a:lnTo>
                  <a:close/>
                  <a:moveTo>
                    <a:pt x="1151503" y="2414830"/>
                  </a:moveTo>
                  <a:lnTo>
                    <a:pt x="1144299" y="2413215"/>
                  </a:lnTo>
                  <a:lnTo>
                    <a:pt x="1209975" y="2490908"/>
                  </a:lnTo>
                  <a:close/>
                  <a:moveTo>
                    <a:pt x="1209975" y="2490908"/>
                  </a:moveTo>
                  <a:lnTo>
                    <a:pt x="1144299" y="2413215"/>
                  </a:lnTo>
                  <a:lnTo>
                    <a:pt x="1146509" y="2447129"/>
                  </a:lnTo>
                  <a:close/>
                  <a:moveTo>
                    <a:pt x="1209975" y="2490908"/>
                  </a:moveTo>
                  <a:lnTo>
                    <a:pt x="1146509" y="2447129"/>
                  </a:lnTo>
                  <a:lnTo>
                    <a:pt x="1168293" y="2529344"/>
                  </a:lnTo>
                  <a:close/>
                  <a:moveTo>
                    <a:pt x="1143748" y="2408693"/>
                  </a:moveTo>
                  <a:lnTo>
                    <a:pt x="1087890" y="2392190"/>
                  </a:lnTo>
                  <a:lnTo>
                    <a:pt x="1144299" y="2413215"/>
                  </a:lnTo>
                  <a:close/>
                  <a:moveTo>
                    <a:pt x="1041423" y="2364914"/>
                  </a:moveTo>
                  <a:lnTo>
                    <a:pt x="1087890" y="2392190"/>
                  </a:lnTo>
                  <a:lnTo>
                    <a:pt x="1143748" y="2408693"/>
                  </a:lnTo>
                  <a:close/>
                  <a:moveTo>
                    <a:pt x="1143748" y="2408693"/>
                  </a:moveTo>
                  <a:lnTo>
                    <a:pt x="1144299" y="2413215"/>
                  </a:lnTo>
                  <a:lnTo>
                    <a:pt x="1151503" y="2414830"/>
                  </a:lnTo>
                  <a:close/>
                  <a:moveTo>
                    <a:pt x="1450343" y="2546368"/>
                  </a:moveTo>
                  <a:lnTo>
                    <a:pt x="1373068" y="2548598"/>
                  </a:lnTo>
                  <a:lnTo>
                    <a:pt x="1463582" y="2635697"/>
                  </a:lnTo>
                  <a:close/>
                  <a:moveTo>
                    <a:pt x="1463582" y="2635697"/>
                  </a:moveTo>
                  <a:lnTo>
                    <a:pt x="1511251" y="2557442"/>
                  </a:lnTo>
                  <a:lnTo>
                    <a:pt x="1450343" y="2546368"/>
                  </a:lnTo>
                  <a:close/>
                  <a:moveTo>
                    <a:pt x="1310400" y="2573123"/>
                  </a:moveTo>
                  <a:lnTo>
                    <a:pt x="1354772" y="2617505"/>
                  </a:lnTo>
                  <a:lnTo>
                    <a:pt x="1373068" y="2548598"/>
                  </a:lnTo>
                  <a:close/>
                  <a:moveTo>
                    <a:pt x="1373068" y="2548598"/>
                  </a:moveTo>
                  <a:lnTo>
                    <a:pt x="1257598" y="2532844"/>
                  </a:lnTo>
                  <a:lnTo>
                    <a:pt x="1310400" y="2573123"/>
                  </a:lnTo>
                  <a:close/>
                  <a:moveTo>
                    <a:pt x="1286563" y="2458241"/>
                  </a:moveTo>
                  <a:lnTo>
                    <a:pt x="1257598" y="2532844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25295" y="2452472"/>
                  </a:lnTo>
                  <a:lnTo>
                    <a:pt x="1450343" y="2546368"/>
                  </a:lnTo>
                  <a:close/>
                  <a:moveTo>
                    <a:pt x="1450343" y="2546368"/>
                  </a:moveTo>
                  <a:lnTo>
                    <a:pt x="1425295" y="2452472"/>
                  </a:lnTo>
                  <a:lnTo>
                    <a:pt x="1353534" y="2464387"/>
                  </a:lnTo>
                  <a:close/>
                  <a:moveTo>
                    <a:pt x="1450343" y="2546368"/>
                  </a:moveTo>
                  <a:lnTo>
                    <a:pt x="1353534" y="2464387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50343" y="2546368"/>
                  </a:lnTo>
                  <a:lnTo>
                    <a:pt x="1468876" y="2452472"/>
                  </a:lnTo>
                  <a:close/>
                  <a:moveTo>
                    <a:pt x="1327979" y="2385070"/>
                  </a:moveTo>
                  <a:lnTo>
                    <a:pt x="1286563" y="2458241"/>
                  </a:lnTo>
                  <a:lnTo>
                    <a:pt x="1353534" y="2464387"/>
                  </a:lnTo>
                  <a:close/>
                  <a:moveTo>
                    <a:pt x="1439857" y="2441765"/>
                  </a:moveTo>
                  <a:lnTo>
                    <a:pt x="1348178" y="2408693"/>
                  </a:lnTo>
                  <a:lnTo>
                    <a:pt x="1353534" y="2464387"/>
                  </a:lnTo>
                  <a:close/>
                  <a:moveTo>
                    <a:pt x="1143748" y="2408693"/>
                  </a:moveTo>
                  <a:lnTo>
                    <a:pt x="1151503" y="2414830"/>
                  </a:lnTo>
                  <a:lnTo>
                    <a:pt x="1162787" y="2398185"/>
                  </a:lnTo>
                  <a:close/>
                  <a:moveTo>
                    <a:pt x="906680" y="1841591"/>
                  </a:moveTo>
                  <a:lnTo>
                    <a:pt x="853344" y="1794751"/>
                  </a:lnTo>
                  <a:lnTo>
                    <a:pt x="902773" y="1887834"/>
                  </a:lnTo>
                  <a:close/>
                  <a:moveTo>
                    <a:pt x="1206905" y="2128113"/>
                  </a:moveTo>
                  <a:lnTo>
                    <a:pt x="1283824" y="2085175"/>
                  </a:lnTo>
                  <a:lnTo>
                    <a:pt x="1210494" y="2119715"/>
                  </a:lnTo>
                  <a:close/>
                  <a:moveTo>
                    <a:pt x="1196627" y="2089684"/>
                  </a:moveTo>
                  <a:lnTo>
                    <a:pt x="1210494" y="2119715"/>
                  </a:lnTo>
                  <a:lnTo>
                    <a:pt x="1283824" y="2085175"/>
                  </a:lnTo>
                  <a:close/>
                  <a:moveTo>
                    <a:pt x="1110641" y="1940117"/>
                  </a:moveTo>
                  <a:lnTo>
                    <a:pt x="1107396" y="2002960"/>
                  </a:lnTo>
                  <a:lnTo>
                    <a:pt x="1107231" y="1920745"/>
                  </a:lnTo>
                  <a:close/>
                  <a:moveTo>
                    <a:pt x="1131208" y="2023489"/>
                  </a:moveTo>
                  <a:lnTo>
                    <a:pt x="1107396" y="2002960"/>
                  </a:lnTo>
                  <a:lnTo>
                    <a:pt x="1110641" y="1940117"/>
                  </a:lnTo>
                  <a:close/>
                  <a:moveTo>
                    <a:pt x="853344" y="1794751"/>
                  </a:moveTo>
                  <a:lnTo>
                    <a:pt x="906680" y="1841591"/>
                  </a:lnTo>
                  <a:lnTo>
                    <a:pt x="915233" y="1777612"/>
                  </a:lnTo>
                  <a:close/>
                  <a:moveTo>
                    <a:pt x="915233" y="1777612"/>
                  </a:moveTo>
                  <a:lnTo>
                    <a:pt x="906680" y="1841591"/>
                  </a:lnTo>
                  <a:lnTo>
                    <a:pt x="932914" y="1794751"/>
                  </a:lnTo>
                  <a:close/>
                  <a:moveTo>
                    <a:pt x="915233" y="1777612"/>
                  </a:moveTo>
                  <a:lnTo>
                    <a:pt x="932914" y="1794751"/>
                  </a:lnTo>
                  <a:lnTo>
                    <a:pt x="879300" y="1739222"/>
                  </a:lnTo>
                  <a:close/>
                  <a:moveTo>
                    <a:pt x="1653956" y="2469727"/>
                  </a:moveTo>
                  <a:lnTo>
                    <a:pt x="1683882" y="2377596"/>
                  </a:lnTo>
                  <a:lnTo>
                    <a:pt x="1601589" y="2414035"/>
                  </a:lnTo>
                  <a:close/>
                  <a:moveTo>
                    <a:pt x="1683882" y="2377596"/>
                  </a:moveTo>
                  <a:lnTo>
                    <a:pt x="1777862" y="2439129"/>
                  </a:lnTo>
                  <a:lnTo>
                    <a:pt x="1701151" y="2375599"/>
                  </a:lnTo>
                  <a:close/>
                  <a:moveTo>
                    <a:pt x="1558402" y="2211168"/>
                  </a:moveTo>
                  <a:lnTo>
                    <a:pt x="1502031" y="2249605"/>
                  </a:lnTo>
                  <a:lnTo>
                    <a:pt x="1529725" y="2283905"/>
                  </a:lnTo>
                  <a:close/>
                  <a:moveTo>
                    <a:pt x="1497822" y="2167390"/>
                  </a:moveTo>
                  <a:lnTo>
                    <a:pt x="1558402" y="2211168"/>
                  </a:lnTo>
                  <a:lnTo>
                    <a:pt x="1499729" y="2128953"/>
                  </a:lnTo>
                  <a:close/>
                  <a:moveTo>
                    <a:pt x="1441550" y="2085175"/>
                  </a:moveTo>
                  <a:lnTo>
                    <a:pt x="1499729" y="2128953"/>
                  </a:lnTo>
                  <a:lnTo>
                    <a:pt x="1451298" y="2046738"/>
                  </a:lnTo>
                  <a:close/>
                  <a:moveTo>
                    <a:pt x="1953218" y="2537444"/>
                  </a:moveTo>
                  <a:lnTo>
                    <a:pt x="1880692" y="2538962"/>
                  </a:lnTo>
                  <a:lnTo>
                    <a:pt x="1924851" y="2419377"/>
                  </a:lnTo>
                  <a:close/>
                  <a:moveTo>
                    <a:pt x="1499729" y="2128953"/>
                  </a:moveTo>
                  <a:lnTo>
                    <a:pt x="1578181" y="2202753"/>
                  </a:lnTo>
                  <a:lnTo>
                    <a:pt x="1577032" y="2103595"/>
                  </a:lnTo>
                  <a:close/>
                  <a:moveTo>
                    <a:pt x="1548028" y="2008302"/>
                  </a:moveTo>
                  <a:lnTo>
                    <a:pt x="1577032" y="2103595"/>
                  </a:lnTo>
                  <a:lnTo>
                    <a:pt x="1583408" y="2054210"/>
                  </a:lnTo>
                  <a:close/>
                  <a:moveTo>
                    <a:pt x="1499729" y="2128953"/>
                  </a:moveTo>
                  <a:lnTo>
                    <a:pt x="1577032" y="2103595"/>
                  </a:lnTo>
                  <a:lnTo>
                    <a:pt x="1548028" y="2008302"/>
                  </a:lnTo>
                  <a:close/>
                  <a:moveTo>
                    <a:pt x="1457884" y="1863555"/>
                  </a:moveTo>
                  <a:lnTo>
                    <a:pt x="1417140" y="1872716"/>
                  </a:lnTo>
                  <a:lnTo>
                    <a:pt x="1516149" y="1926087"/>
                  </a:lnTo>
                  <a:close/>
                  <a:moveTo>
                    <a:pt x="1396175" y="1761656"/>
                  </a:moveTo>
                  <a:lnTo>
                    <a:pt x="1361892" y="1800093"/>
                  </a:lnTo>
                  <a:lnTo>
                    <a:pt x="1431256" y="1843872"/>
                  </a:lnTo>
                  <a:close/>
                  <a:moveTo>
                    <a:pt x="1431256" y="1843872"/>
                  </a:moveTo>
                  <a:lnTo>
                    <a:pt x="1417140" y="1872716"/>
                  </a:lnTo>
                  <a:lnTo>
                    <a:pt x="1457884" y="1863555"/>
                  </a:lnTo>
                  <a:close/>
                  <a:moveTo>
                    <a:pt x="2042558" y="2463156"/>
                  </a:moveTo>
                  <a:lnTo>
                    <a:pt x="1924851" y="2419377"/>
                  </a:lnTo>
                  <a:lnTo>
                    <a:pt x="1985977" y="2501592"/>
                  </a:lnTo>
                  <a:close/>
                  <a:moveTo>
                    <a:pt x="1548028" y="2008302"/>
                  </a:moveTo>
                  <a:lnTo>
                    <a:pt x="1583408" y="2054210"/>
                  </a:lnTo>
                  <a:lnTo>
                    <a:pt x="1607730" y="1978546"/>
                  </a:lnTo>
                  <a:close/>
                  <a:moveTo>
                    <a:pt x="1607730" y="1978546"/>
                  </a:moveTo>
                  <a:lnTo>
                    <a:pt x="1583408" y="2054210"/>
                  </a:lnTo>
                  <a:lnTo>
                    <a:pt x="1616545" y="2008302"/>
                  </a:lnTo>
                  <a:close/>
                  <a:moveTo>
                    <a:pt x="1607730" y="1978546"/>
                  </a:moveTo>
                  <a:lnTo>
                    <a:pt x="1616545" y="2008302"/>
                  </a:lnTo>
                  <a:lnTo>
                    <a:pt x="1626287" y="1923959"/>
                  </a:lnTo>
                  <a:close/>
                  <a:moveTo>
                    <a:pt x="1568690" y="1910192"/>
                  </a:moveTo>
                  <a:lnTo>
                    <a:pt x="1607730" y="1978546"/>
                  </a:lnTo>
                  <a:lnTo>
                    <a:pt x="1626287" y="1923959"/>
                  </a:lnTo>
                  <a:close/>
                  <a:moveTo>
                    <a:pt x="1470816" y="1723220"/>
                  </a:moveTo>
                  <a:lnTo>
                    <a:pt x="1461608" y="1836563"/>
                  </a:lnTo>
                  <a:lnTo>
                    <a:pt x="1480272" y="1732056"/>
                  </a:lnTo>
                  <a:close/>
                  <a:moveTo>
                    <a:pt x="1431256" y="1843872"/>
                  </a:moveTo>
                  <a:lnTo>
                    <a:pt x="1461608" y="1836563"/>
                  </a:lnTo>
                  <a:lnTo>
                    <a:pt x="1470816" y="1723220"/>
                  </a:lnTo>
                  <a:close/>
                  <a:moveTo>
                    <a:pt x="1523895" y="1723220"/>
                  </a:moveTo>
                  <a:lnTo>
                    <a:pt x="1480272" y="1732056"/>
                  </a:lnTo>
                  <a:lnTo>
                    <a:pt x="1550344" y="1724923"/>
                  </a:lnTo>
                  <a:close/>
                  <a:moveTo>
                    <a:pt x="1550344" y="1724923"/>
                  </a:moveTo>
                  <a:lnTo>
                    <a:pt x="1480272" y="1732056"/>
                  </a:lnTo>
                  <a:lnTo>
                    <a:pt x="1461608" y="1836563"/>
                  </a:lnTo>
                  <a:close/>
                  <a:moveTo>
                    <a:pt x="1550344" y="1724923"/>
                  </a:moveTo>
                  <a:lnTo>
                    <a:pt x="1461608" y="1836563"/>
                  </a:lnTo>
                  <a:lnTo>
                    <a:pt x="1560462" y="1816789"/>
                  </a:lnTo>
                  <a:close/>
                  <a:moveTo>
                    <a:pt x="1568558" y="1723220"/>
                  </a:moveTo>
                  <a:lnTo>
                    <a:pt x="1550344" y="1724923"/>
                  </a:lnTo>
                  <a:lnTo>
                    <a:pt x="1560462" y="1816789"/>
                  </a:lnTo>
                  <a:close/>
                  <a:moveTo>
                    <a:pt x="1551049" y="1718025"/>
                  </a:moveTo>
                  <a:lnTo>
                    <a:pt x="1550344" y="1724923"/>
                  </a:lnTo>
                  <a:lnTo>
                    <a:pt x="1568558" y="1723220"/>
                  </a:lnTo>
                  <a:close/>
                  <a:moveTo>
                    <a:pt x="1523895" y="1723220"/>
                  </a:moveTo>
                  <a:lnTo>
                    <a:pt x="1550344" y="1724923"/>
                  </a:lnTo>
                  <a:lnTo>
                    <a:pt x="1551049" y="1718025"/>
                  </a:lnTo>
                  <a:close/>
                  <a:moveTo>
                    <a:pt x="2188289" y="2510167"/>
                  </a:moveTo>
                  <a:lnTo>
                    <a:pt x="2253478" y="2457141"/>
                  </a:lnTo>
                  <a:lnTo>
                    <a:pt x="2230328" y="2436490"/>
                  </a:lnTo>
                  <a:close/>
                  <a:moveTo>
                    <a:pt x="2188289" y="2510167"/>
                  </a:moveTo>
                  <a:lnTo>
                    <a:pt x="2230328" y="2436490"/>
                  </a:lnTo>
                  <a:lnTo>
                    <a:pt x="2162932" y="2430690"/>
                  </a:lnTo>
                  <a:close/>
                  <a:moveTo>
                    <a:pt x="2065125" y="2449613"/>
                  </a:moveTo>
                  <a:lnTo>
                    <a:pt x="2162932" y="2430690"/>
                  </a:lnTo>
                  <a:lnTo>
                    <a:pt x="2133826" y="2354261"/>
                  </a:lnTo>
                  <a:close/>
                  <a:moveTo>
                    <a:pt x="2162932" y="2430690"/>
                  </a:moveTo>
                  <a:lnTo>
                    <a:pt x="2230328" y="2436490"/>
                  </a:lnTo>
                  <a:lnTo>
                    <a:pt x="2194955" y="2365156"/>
                  </a:lnTo>
                  <a:close/>
                  <a:moveTo>
                    <a:pt x="2162932" y="2430690"/>
                  </a:moveTo>
                  <a:lnTo>
                    <a:pt x="2194955" y="2365156"/>
                  </a:lnTo>
                  <a:lnTo>
                    <a:pt x="2133826" y="2354261"/>
                  </a:lnTo>
                  <a:close/>
                  <a:moveTo>
                    <a:pt x="1722182" y="1766998"/>
                  </a:moveTo>
                  <a:lnTo>
                    <a:pt x="1655185" y="1828715"/>
                  </a:lnTo>
                  <a:lnTo>
                    <a:pt x="1737236" y="1887650"/>
                  </a:lnTo>
                  <a:close/>
                  <a:moveTo>
                    <a:pt x="1722182" y="1766998"/>
                  </a:moveTo>
                  <a:lnTo>
                    <a:pt x="1737236" y="1887650"/>
                  </a:lnTo>
                  <a:lnTo>
                    <a:pt x="1738599" y="1849214"/>
                  </a:lnTo>
                  <a:close/>
                  <a:moveTo>
                    <a:pt x="1470816" y="1723220"/>
                  </a:moveTo>
                  <a:lnTo>
                    <a:pt x="1480272" y="1732056"/>
                  </a:lnTo>
                  <a:lnTo>
                    <a:pt x="1484852" y="1717575"/>
                  </a:lnTo>
                  <a:close/>
                  <a:moveTo>
                    <a:pt x="1484852" y="1717575"/>
                  </a:moveTo>
                  <a:lnTo>
                    <a:pt x="1480272" y="1732056"/>
                  </a:lnTo>
                  <a:lnTo>
                    <a:pt x="1523895" y="1723220"/>
                  </a:lnTo>
                  <a:close/>
                  <a:moveTo>
                    <a:pt x="1558506" y="1618195"/>
                  </a:moveTo>
                  <a:lnTo>
                    <a:pt x="1523895" y="1723220"/>
                  </a:lnTo>
                  <a:lnTo>
                    <a:pt x="1551049" y="1718025"/>
                  </a:lnTo>
                  <a:close/>
                  <a:moveTo>
                    <a:pt x="1484852" y="1717575"/>
                  </a:moveTo>
                  <a:lnTo>
                    <a:pt x="1523895" y="1723220"/>
                  </a:lnTo>
                  <a:lnTo>
                    <a:pt x="1558506" y="1618195"/>
                  </a:lnTo>
                  <a:close/>
                  <a:moveTo>
                    <a:pt x="1616047" y="1602568"/>
                  </a:moveTo>
                  <a:lnTo>
                    <a:pt x="1551049" y="1718025"/>
                  </a:lnTo>
                  <a:lnTo>
                    <a:pt x="1568558" y="1723220"/>
                  </a:lnTo>
                  <a:close/>
                  <a:moveTo>
                    <a:pt x="1301980" y="1128909"/>
                  </a:moveTo>
                  <a:lnTo>
                    <a:pt x="1223109" y="1208630"/>
                  </a:lnTo>
                  <a:lnTo>
                    <a:pt x="1237405" y="1166134"/>
                  </a:lnTo>
                  <a:close/>
                  <a:moveTo>
                    <a:pt x="2386462" y="2304068"/>
                  </a:moveTo>
                  <a:lnTo>
                    <a:pt x="2424962" y="2399440"/>
                  </a:lnTo>
                  <a:lnTo>
                    <a:pt x="2433460" y="2357548"/>
                  </a:lnTo>
                  <a:close/>
                  <a:moveTo>
                    <a:pt x="2386462" y="2304068"/>
                  </a:moveTo>
                  <a:lnTo>
                    <a:pt x="2337447" y="2277231"/>
                  </a:lnTo>
                  <a:lnTo>
                    <a:pt x="2296413" y="2339008"/>
                  </a:lnTo>
                  <a:close/>
                  <a:moveTo>
                    <a:pt x="1722182" y="1766998"/>
                  </a:moveTo>
                  <a:lnTo>
                    <a:pt x="1820607" y="1738135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702407" y="1661890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806521" y="1737932"/>
                  </a:lnTo>
                  <a:lnTo>
                    <a:pt x="1839608" y="1671533"/>
                  </a:lnTo>
                  <a:close/>
                  <a:moveTo>
                    <a:pt x="1693815" y="1564132"/>
                  </a:moveTo>
                  <a:lnTo>
                    <a:pt x="1702407" y="1661890"/>
                  </a:lnTo>
                  <a:lnTo>
                    <a:pt x="1701715" y="1572277"/>
                  </a:lnTo>
                  <a:close/>
                  <a:moveTo>
                    <a:pt x="1702407" y="1661890"/>
                  </a:moveTo>
                  <a:lnTo>
                    <a:pt x="1787460" y="1653336"/>
                  </a:lnTo>
                  <a:lnTo>
                    <a:pt x="1701715" y="1572277"/>
                  </a:lnTo>
                  <a:close/>
                  <a:moveTo>
                    <a:pt x="1616047" y="1602568"/>
                  </a:moveTo>
                  <a:lnTo>
                    <a:pt x="1693815" y="1564132"/>
                  </a:lnTo>
                  <a:lnTo>
                    <a:pt x="1561113" y="1540448"/>
                  </a:lnTo>
                  <a:close/>
                  <a:moveTo>
                    <a:pt x="1693815" y="1564132"/>
                  </a:moveTo>
                  <a:lnTo>
                    <a:pt x="1605778" y="1492242"/>
                  </a:lnTo>
                  <a:lnTo>
                    <a:pt x="1561113" y="1540448"/>
                  </a:lnTo>
                  <a:close/>
                  <a:moveTo>
                    <a:pt x="379074" y="8788"/>
                  </a:moveTo>
                  <a:lnTo>
                    <a:pt x="403793" y="0"/>
                  </a:lnTo>
                  <a:lnTo>
                    <a:pt x="332834" y="13351"/>
                  </a:lnTo>
                  <a:close/>
                  <a:moveTo>
                    <a:pt x="379074" y="8788"/>
                  </a:moveTo>
                  <a:lnTo>
                    <a:pt x="427288" y="30182"/>
                  </a:lnTo>
                  <a:lnTo>
                    <a:pt x="403793" y="0"/>
                  </a:lnTo>
                  <a:close/>
                  <a:moveTo>
                    <a:pt x="2433460" y="2357548"/>
                  </a:moveTo>
                  <a:lnTo>
                    <a:pt x="2453752" y="2275942"/>
                  </a:lnTo>
                  <a:lnTo>
                    <a:pt x="2386462" y="2304068"/>
                  </a:lnTo>
                  <a:close/>
                  <a:moveTo>
                    <a:pt x="2386462" y="2304068"/>
                  </a:moveTo>
                  <a:lnTo>
                    <a:pt x="2453752" y="2275942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53752" y="2275942"/>
                  </a:lnTo>
                  <a:lnTo>
                    <a:pt x="2428781" y="2196151"/>
                  </a:lnTo>
                  <a:close/>
                  <a:moveTo>
                    <a:pt x="2386462" y="2304068"/>
                  </a:moveTo>
                  <a:lnTo>
                    <a:pt x="2356845" y="2194041"/>
                  </a:lnTo>
                  <a:lnTo>
                    <a:pt x="2337447" y="2277231"/>
                  </a:lnTo>
                  <a:close/>
                  <a:moveTo>
                    <a:pt x="2330820" y="2183417"/>
                  </a:moveTo>
                  <a:lnTo>
                    <a:pt x="2337447" y="2277231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28781" y="2196151"/>
                  </a:lnTo>
                  <a:lnTo>
                    <a:pt x="2305858" y="2135401"/>
                  </a:lnTo>
                  <a:close/>
                  <a:moveTo>
                    <a:pt x="2259520" y="2112481"/>
                  </a:moveTo>
                  <a:lnTo>
                    <a:pt x="2330820" y="2183417"/>
                  </a:lnTo>
                  <a:lnTo>
                    <a:pt x="2356845" y="2194041"/>
                  </a:lnTo>
                  <a:close/>
                  <a:moveTo>
                    <a:pt x="1930271" y="1728562"/>
                  </a:moveTo>
                  <a:lnTo>
                    <a:pt x="1977516" y="1767479"/>
                  </a:lnTo>
                  <a:lnTo>
                    <a:pt x="2020507" y="1713011"/>
                  </a:lnTo>
                  <a:close/>
                  <a:moveTo>
                    <a:pt x="1930271" y="1728562"/>
                  </a:moveTo>
                  <a:lnTo>
                    <a:pt x="2020507" y="1713011"/>
                  </a:lnTo>
                  <a:lnTo>
                    <a:pt x="1981705" y="1690126"/>
                  </a:lnTo>
                  <a:close/>
                  <a:moveTo>
                    <a:pt x="1701234" y="1562752"/>
                  </a:moveTo>
                  <a:lnTo>
                    <a:pt x="1693815" y="1564132"/>
                  </a:lnTo>
                  <a:lnTo>
                    <a:pt x="1701715" y="1572277"/>
                  </a:lnTo>
                  <a:close/>
                  <a:moveTo>
                    <a:pt x="1693815" y="1564132"/>
                  </a:moveTo>
                  <a:lnTo>
                    <a:pt x="1701234" y="1562752"/>
                  </a:lnTo>
                  <a:lnTo>
                    <a:pt x="1727374" y="1453010"/>
                  </a:lnTo>
                  <a:close/>
                  <a:moveTo>
                    <a:pt x="1981705" y="1690126"/>
                  </a:moveTo>
                  <a:lnTo>
                    <a:pt x="2040456" y="1668930"/>
                  </a:lnTo>
                  <a:lnTo>
                    <a:pt x="1946384" y="1607911"/>
                  </a:lnTo>
                  <a:close/>
                  <a:moveTo>
                    <a:pt x="1805658" y="1338265"/>
                  </a:moveTo>
                  <a:lnTo>
                    <a:pt x="1853358" y="1360077"/>
                  </a:lnTo>
                  <a:lnTo>
                    <a:pt x="1861261" y="1253560"/>
                  </a:lnTo>
                  <a:close/>
                  <a:moveTo>
                    <a:pt x="2150919" y="1239350"/>
                  </a:moveTo>
                  <a:lnTo>
                    <a:pt x="2218895" y="1328171"/>
                  </a:lnTo>
                  <a:lnTo>
                    <a:pt x="2167393" y="124595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22" name="Candidate_density__2041">
              <a:extLst>
                <a:ext uri="{FF2B5EF4-FFF2-40B4-BE49-F238E27FC236}">
                  <a16:creationId xmlns:a16="http://schemas.microsoft.com/office/drawing/2014/main" id="{531B7AA2-8F6F-A82D-62F9-5B1EED3DAC6E}"/>
                </a:ext>
              </a:extLst>
            </p:cNvPr>
            <p:cNvSpPr>
              <a:spLocks noGrp="1"/>
            </p:cNvSpPr>
            <p:nvPr/>
          </p:nvSpPr>
          <p:spPr>
            <a:xfrm>
              <a:off x="4383909" y="3323646"/>
              <a:ext cx="2346584" cy="2170420"/>
            </a:xfrm>
            <a:custGeom>
              <a:avLst/>
              <a:gdLst/>
              <a:ahLst/>
              <a:cxnLst/>
              <a:rect l="0" t="0" r="0" b="0"/>
              <a:pathLst>
                <a:path w="2346584" h="2170420">
                  <a:moveTo>
                    <a:pt x="25593" y="1511239"/>
                  </a:moveTo>
                  <a:lnTo>
                    <a:pt x="0" y="1489604"/>
                  </a:lnTo>
                  <a:lnTo>
                    <a:pt x="27680" y="1540234"/>
                  </a:lnTo>
                  <a:close/>
                  <a:moveTo>
                    <a:pt x="602085" y="2004529"/>
                  </a:moveTo>
                  <a:lnTo>
                    <a:pt x="605928" y="2034234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709397" y="2086744"/>
                  </a:lnTo>
                  <a:lnTo>
                    <a:pt x="744879" y="2108775"/>
                  </a:lnTo>
                  <a:close/>
                  <a:moveTo>
                    <a:pt x="709397" y="2086744"/>
                  </a:moveTo>
                  <a:lnTo>
                    <a:pt x="782648" y="2048308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695572" y="1987882"/>
                  </a:lnTo>
                  <a:lnTo>
                    <a:pt x="654740" y="2050422"/>
                  </a:lnTo>
                  <a:close/>
                  <a:moveTo>
                    <a:pt x="649111" y="1966093"/>
                  </a:moveTo>
                  <a:lnTo>
                    <a:pt x="654740" y="2050422"/>
                  </a:lnTo>
                  <a:lnTo>
                    <a:pt x="695572" y="1987882"/>
                  </a:lnTo>
                  <a:close/>
                  <a:moveTo>
                    <a:pt x="649111" y="1966093"/>
                  </a:moveTo>
                  <a:lnTo>
                    <a:pt x="602085" y="2004529"/>
                  </a:lnTo>
                  <a:lnTo>
                    <a:pt x="654740" y="2050422"/>
                  </a:lnTo>
                  <a:close/>
                  <a:moveTo>
                    <a:pt x="602085" y="2004529"/>
                  </a:moveTo>
                  <a:lnTo>
                    <a:pt x="649111" y="1966093"/>
                  </a:lnTo>
                  <a:lnTo>
                    <a:pt x="553535" y="1950691"/>
                  </a:lnTo>
                  <a:close/>
                  <a:moveTo>
                    <a:pt x="649111" y="1966093"/>
                  </a:moveTo>
                  <a:lnTo>
                    <a:pt x="609168" y="1943489"/>
                  </a:lnTo>
                  <a:lnTo>
                    <a:pt x="553535" y="1950691"/>
                  </a:lnTo>
                  <a:close/>
                  <a:moveTo>
                    <a:pt x="553535" y="1950691"/>
                  </a:moveTo>
                  <a:lnTo>
                    <a:pt x="514519" y="1887271"/>
                  </a:lnTo>
                  <a:lnTo>
                    <a:pt x="525558" y="1922314"/>
                  </a:lnTo>
                  <a:close/>
                  <a:moveTo>
                    <a:pt x="525558" y="1922314"/>
                  </a:moveTo>
                  <a:lnTo>
                    <a:pt x="514519" y="1887271"/>
                  </a:lnTo>
                  <a:lnTo>
                    <a:pt x="462152" y="1829752"/>
                  </a:lnTo>
                  <a:close/>
                  <a:moveTo>
                    <a:pt x="967986" y="2170420"/>
                  </a:moveTo>
                  <a:lnTo>
                    <a:pt x="913577" y="2105489"/>
                  </a:lnTo>
                  <a:lnTo>
                    <a:pt x="930405" y="2130523"/>
                  </a:lnTo>
                  <a:close/>
                  <a:moveTo>
                    <a:pt x="938118" y="2122203"/>
                  </a:moveTo>
                  <a:lnTo>
                    <a:pt x="913577" y="2105489"/>
                  </a:lnTo>
                  <a:lnTo>
                    <a:pt x="967986" y="2170420"/>
                  </a:lnTo>
                  <a:close/>
                  <a:moveTo>
                    <a:pt x="1024704" y="2167277"/>
                  </a:moveTo>
                  <a:lnTo>
                    <a:pt x="938118" y="2122203"/>
                  </a:lnTo>
                  <a:lnTo>
                    <a:pt x="967986" y="2170420"/>
                  </a:lnTo>
                  <a:close/>
                  <a:moveTo>
                    <a:pt x="930405" y="2130523"/>
                  </a:moveTo>
                  <a:lnTo>
                    <a:pt x="913577" y="2105489"/>
                  </a:lnTo>
                  <a:lnTo>
                    <a:pt x="863167" y="2046379"/>
                  </a:lnTo>
                  <a:close/>
                  <a:moveTo>
                    <a:pt x="913577" y="2105489"/>
                  </a:moveTo>
                  <a:lnTo>
                    <a:pt x="821093" y="2048308"/>
                  </a:lnTo>
                  <a:lnTo>
                    <a:pt x="863167" y="2046379"/>
                  </a:lnTo>
                  <a:close/>
                  <a:moveTo>
                    <a:pt x="819897" y="1958855"/>
                  </a:moveTo>
                  <a:lnTo>
                    <a:pt x="863167" y="2046379"/>
                  </a:lnTo>
                  <a:lnTo>
                    <a:pt x="819707" y="1966093"/>
                  </a:lnTo>
                  <a:close/>
                  <a:moveTo>
                    <a:pt x="819707" y="1966093"/>
                  </a:moveTo>
                  <a:lnTo>
                    <a:pt x="863167" y="2046379"/>
                  </a:lnTo>
                  <a:lnTo>
                    <a:pt x="821093" y="2048308"/>
                  </a:lnTo>
                  <a:close/>
                  <a:moveTo>
                    <a:pt x="819897" y="1958855"/>
                  </a:moveTo>
                  <a:lnTo>
                    <a:pt x="819707" y="1966093"/>
                  </a:lnTo>
                  <a:lnTo>
                    <a:pt x="788708" y="1946229"/>
                  </a:lnTo>
                  <a:close/>
                  <a:moveTo>
                    <a:pt x="895432" y="1962607"/>
                  </a:moveTo>
                  <a:lnTo>
                    <a:pt x="867365" y="2048308"/>
                  </a:lnTo>
                  <a:lnTo>
                    <a:pt x="863167" y="2046379"/>
                  </a:lnTo>
                  <a:close/>
                  <a:moveTo>
                    <a:pt x="788708" y="1946229"/>
                  </a:moveTo>
                  <a:lnTo>
                    <a:pt x="819707" y="1966093"/>
                  </a:lnTo>
                  <a:lnTo>
                    <a:pt x="743366" y="1887919"/>
                  </a:lnTo>
                  <a:close/>
                  <a:moveTo>
                    <a:pt x="740325" y="1883878"/>
                  </a:moveTo>
                  <a:lnTo>
                    <a:pt x="788708" y="1946229"/>
                  </a:lnTo>
                  <a:lnTo>
                    <a:pt x="743366" y="1887919"/>
                  </a:lnTo>
                  <a:close/>
                  <a:moveTo>
                    <a:pt x="695237" y="1861535"/>
                  </a:moveTo>
                  <a:lnTo>
                    <a:pt x="652140" y="1825498"/>
                  </a:lnTo>
                  <a:lnTo>
                    <a:pt x="611564" y="1768875"/>
                  </a:lnTo>
                  <a:close/>
                  <a:moveTo>
                    <a:pt x="695237" y="1861535"/>
                  </a:moveTo>
                  <a:lnTo>
                    <a:pt x="740325" y="1883878"/>
                  </a:lnTo>
                  <a:lnTo>
                    <a:pt x="652140" y="1825498"/>
                  </a:lnTo>
                  <a:close/>
                  <a:moveTo>
                    <a:pt x="592755" y="1598796"/>
                  </a:moveTo>
                  <a:lnTo>
                    <a:pt x="607652" y="1659163"/>
                  </a:lnTo>
                  <a:lnTo>
                    <a:pt x="662611" y="1649445"/>
                  </a:lnTo>
                  <a:close/>
                  <a:moveTo>
                    <a:pt x="540071" y="1637232"/>
                  </a:moveTo>
                  <a:lnTo>
                    <a:pt x="592755" y="1598796"/>
                  </a:lnTo>
                  <a:lnTo>
                    <a:pt x="525699" y="1631412"/>
                  </a:lnTo>
                  <a:close/>
                  <a:moveTo>
                    <a:pt x="479463" y="1522001"/>
                  </a:moveTo>
                  <a:lnTo>
                    <a:pt x="369748" y="1605652"/>
                  </a:lnTo>
                  <a:lnTo>
                    <a:pt x="446482" y="1613892"/>
                  </a:lnTo>
                  <a:close/>
                  <a:moveTo>
                    <a:pt x="446482" y="1613892"/>
                  </a:moveTo>
                  <a:lnTo>
                    <a:pt x="525699" y="1631412"/>
                  </a:lnTo>
                  <a:lnTo>
                    <a:pt x="557522" y="1535191"/>
                  </a:lnTo>
                  <a:close/>
                  <a:moveTo>
                    <a:pt x="449204" y="1408868"/>
                  </a:moveTo>
                  <a:lnTo>
                    <a:pt x="371523" y="1390587"/>
                  </a:lnTo>
                  <a:lnTo>
                    <a:pt x="377323" y="1437757"/>
                  </a:lnTo>
                  <a:close/>
                  <a:moveTo>
                    <a:pt x="377323" y="1437757"/>
                  </a:moveTo>
                  <a:lnTo>
                    <a:pt x="371523" y="1390587"/>
                  </a:lnTo>
                  <a:lnTo>
                    <a:pt x="349007" y="1360684"/>
                  </a:lnTo>
                  <a:close/>
                  <a:moveTo>
                    <a:pt x="306283" y="1295326"/>
                  </a:moveTo>
                  <a:lnTo>
                    <a:pt x="418069" y="1292460"/>
                  </a:lnTo>
                  <a:lnTo>
                    <a:pt x="390987" y="1269935"/>
                  </a:lnTo>
                  <a:close/>
                  <a:moveTo>
                    <a:pt x="306283" y="1295326"/>
                  </a:moveTo>
                  <a:lnTo>
                    <a:pt x="296095" y="1269935"/>
                  </a:lnTo>
                  <a:lnTo>
                    <a:pt x="311397" y="1352150"/>
                  </a:lnTo>
                  <a:close/>
                  <a:moveTo>
                    <a:pt x="306283" y="1295326"/>
                  </a:moveTo>
                  <a:lnTo>
                    <a:pt x="390987" y="1269935"/>
                  </a:lnTo>
                  <a:lnTo>
                    <a:pt x="327038" y="1230764"/>
                  </a:lnTo>
                  <a:close/>
                  <a:moveTo>
                    <a:pt x="327038" y="1230764"/>
                  </a:moveTo>
                  <a:lnTo>
                    <a:pt x="259355" y="1187720"/>
                  </a:lnTo>
                  <a:lnTo>
                    <a:pt x="306283" y="1295326"/>
                  </a:lnTo>
                  <a:close/>
                  <a:moveTo>
                    <a:pt x="760644" y="1642574"/>
                  </a:moveTo>
                  <a:lnTo>
                    <a:pt x="691219" y="1681011"/>
                  </a:lnTo>
                  <a:lnTo>
                    <a:pt x="759282" y="1732224"/>
                  </a:lnTo>
                  <a:close/>
                  <a:moveTo>
                    <a:pt x="869293" y="1741122"/>
                  </a:moveTo>
                  <a:lnTo>
                    <a:pt x="878988" y="1724789"/>
                  </a:lnTo>
                  <a:lnTo>
                    <a:pt x="836537" y="1742408"/>
                  </a:lnTo>
                  <a:close/>
                  <a:moveTo>
                    <a:pt x="836537" y="1742408"/>
                  </a:moveTo>
                  <a:lnTo>
                    <a:pt x="878988" y="1724789"/>
                  </a:lnTo>
                  <a:lnTo>
                    <a:pt x="803620" y="1682794"/>
                  </a:lnTo>
                  <a:close/>
                  <a:moveTo>
                    <a:pt x="754706" y="1499913"/>
                  </a:moveTo>
                  <a:lnTo>
                    <a:pt x="632362" y="1516580"/>
                  </a:lnTo>
                  <a:lnTo>
                    <a:pt x="670607" y="1581282"/>
                  </a:lnTo>
                  <a:close/>
                  <a:moveTo>
                    <a:pt x="670607" y="1581282"/>
                  </a:moveTo>
                  <a:lnTo>
                    <a:pt x="632362" y="1516580"/>
                  </a:lnTo>
                  <a:lnTo>
                    <a:pt x="635098" y="1510058"/>
                  </a:lnTo>
                  <a:close/>
                  <a:moveTo>
                    <a:pt x="564886" y="1506547"/>
                  </a:moveTo>
                  <a:lnTo>
                    <a:pt x="635098" y="1510058"/>
                  </a:lnTo>
                  <a:lnTo>
                    <a:pt x="625154" y="1509398"/>
                  </a:lnTo>
                  <a:close/>
                  <a:moveTo>
                    <a:pt x="548946" y="1503126"/>
                  </a:moveTo>
                  <a:lnTo>
                    <a:pt x="564886" y="1506547"/>
                  </a:lnTo>
                  <a:lnTo>
                    <a:pt x="625154" y="1509398"/>
                  </a:lnTo>
                  <a:close/>
                  <a:moveTo>
                    <a:pt x="390987" y="1269935"/>
                  </a:moveTo>
                  <a:lnTo>
                    <a:pt x="418069" y="1292460"/>
                  </a:lnTo>
                  <a:lnTo>
                    <a:pt x="425309" y="1313714"/>
                  </a:lnTo>
                  <a:close/>
                  <a:moveTo>
                    <a:pt x="444311" y="1231499"/>
                  </a:moveTo>
                  <a:lnTo>
                    <a:pt x="456465" y="1220813"/>
                  </a:lnTo>
                  <a:lnTo>
                    <a:pt x="390987" y="1269935"/>
                  </a:lnTo>
                  <a:close/>
                  <a:moveTo>
                    <a:pt x="498689" y="1315223"/>
                  </a:moveTo>
                  <a:lnTo>
                    <a:pt x="453116" y="1336638"/>
                  </a:lnTo>
                  <a:lnTo>
                    <a:pt x="418069" y="1292460"/>
                  </a:lnTo>
                  <a:close/>
                  <a:moveTo>
                    <a:pt x="338492" y="1169049"/>
                  </a:moveTo>
                  <a:lnTo>
                    <a:pt x="416401" y="1166302"/>
                  </a:lnTo>
                  <a:lnTo>
                    <a:pt x="393620" y="1084730"/>
                  </a:lnTo>
                  <a:close/>
                  <a:moveTo>
                    <a:pt x="793399" y="1542046"/>
                  </a:moveTo>
                  <a:lnTo>
                    <a:pt x="807407" y="1560360"/>
                  </a:lnTo>
                  <a:lnTo>
                    <a:pt x="754706" y="1499913"/>
                  </a:lnTo>
                  <a:close/>
                  <a:moveTo>
                    <a:pt x="539609" y="1126729"/>
                  </a:moveTo>
                  <a:lnTo>
                    <a:pt x="571998" y="1149283"/>
                  </a:lnTo>
                  <a:lnTo>
                    <a:pt x="566999" y="1204552"/>
                  </a:lnTo>
                  <a:close/>
                  <a:moveTo>
                    <a:pt x="446173" y="946417"/>
                  </a:moveTo>
                  <a:lnTo>
                    <a:pt x="433979" y="984854"/>
                  </a:lnTo>
                  <a:lnTo>
                    <a:pt x="474559" y="1028632"/>
                  </a:lnTo>
                  <a:close/>
                  <a:moveTo>
                    <a:pt x="1220517" y="1850783"/>
                  </a:moveTo>
                  <a:lnTo>
                    <a:pt x="1281121" y="1932998"/>
                  </a:lnTo>
                  <a:lnTo>
                    <a:pt x="1311836" y="1923987"/>
                  </a:lnTo>
                  <a:close/>
                  <a:moveTo>
                    <a:pt x="1311836" y="1923987"/>
                  </a:moveTo>
                  <a:lnTo>
                    <a:pt x="1310205" y="1932998"/>
                  </a:lnTo>
                  <a:lnTo>
                    <a:pt x="1320863" y="1816557"/>
                  </a:lnTo>
                  <a:close/>
                  <a:moveTo>
                    <a:pt x="893932" y="1420815"/>
                  </a:moveTo>
                  <a:lnTo>
                    <a:pt x="807258" y="1481190"/>
                  </a:lnTo>
                  <a:lnTo>
                    <a:pt x="881414" y="1479793"/>
                  </a:lnTo>
                  <a:close/>
                  <a:moveTo>
                    <a:pt x="893932" y="1420815"/>
                  </a:moveTo>
                  <a:lnTo>
                    <a:pt x="814949" y="1424435"/>
                  </a:lnTo>
                  <a:lnTo>
                    <a:pt x="807258" y="1481190"/>
                  </a:lnTo>
                  <a:close/>
                  <a:moveTo>
                    <a:pt x="842206" y="1319056"/>
                  </a:moveTo>
                  <a:lnTo>
                    <a:pt x="823359" y="1326189"/>
                  </a:lnTo>
                  <a:lnTo>
                    <a:pt x="887410" y="1326024"/>
                  </a:lnTo>
                  <a:close/>
                  <a:moveTo>
                    <a:pt x="887410" y="1326024"/>
                  </a:moveTo>
                  <a:lnTo>
                    <a:pt x="823359" y="1326189"/>
                  </a:lnTo>
                  <a:lnTo>
                    <a:pt x="814949" y="1424435"/>
                  </a:lnTo>
                  <a:close/>
                  <a:moveTo>
                    <a:pt x="893932" y="1420815"/>
                  </a:moveTo>
                  <a:lnTo>
                    <a:pt x="933164" y="1349419"/>
                  </a:lnTo>
                  <a:lnTo>
                    <a:pt x="887410" y="1326024"/>
                  </a:lnTo>
                  <a:close/>
                  <a:moveTo>
                    <a:pt x="474559" y="1028632"/>
                  </a:moveTo>
                  <a:lnTo>
                    <a:pt x="536796" y="1110847"/>
                  </a:lnTo>
                  <a:lnTo>
                    <a:pt x="599825" y="1047747"/>
                  </a:lnTo>
                  <a:close/>
                  <a:moveTo>
                    <a:pt x="599825" y="1047747"/>
                  </a:moveTo>
                  <a:lnTo>
                    <a:pt x="536796" y="1110847"/>
                  </a:lnTo>
                  <a:lnTo>
                    <a:pt x="577658" y="1095795"/>
                  </a:lnTo>
                  <a:close/>
                  <a:moveTo>
                    <a:pt x="479622" y="1014812"/>
                  </a:moveTo>
                  <a:lnTo>
                    <a:pt x="474559" y="1028632"/>
                  </a:lnTo>
                  <a:lnTo>
                    <a:pt x="599825" y="1047747"/>
                  </a:lnTo>
                  <a:close/>
                  <a:moveTo>
                    <a:pt x="985531" y="1206754"/>
                  </a:moveTo>
                  <a:lnTo>
                    <a:pt x="962928" y="1290700"/>
                  </a:lnTo>
                  <a:lnTo>
                    <a:pt x="1031161" y="1198405"/>
                  </a:lnTo>
                  <a:close/>
                  <a:moveTo>
                    <a:pt x="985531" y="1206754"/>
                  </a:moveTo>
                  <a:lnTo>
                    <a:pt x="868735" y="1154626"/>
                  </a:lnTo>
                  <a:lnTo>
                    <a:pt x="903332" y="1131337"/>
                  </a:lnTo>
                  <a:close/>
                  <a:moveTo>
                    <a:pt x="1300138" y="1406614"/>
                  </a:moveTo>
                  <a:lnTo>
                    <a:pt x="1270627" y="1445050"/>
                  </a:lnTo>
                  <a:lnTo>
                    <a:pt x="1290180" y="1463064"/>
                  </a:lnTo>
                  <a:close/>
                  <a:moveTo>
                    <a:pt x="1270627" y="1445050"/>
                  </a:moveTo>
                  <a:lnTo>
                    <a:pt x="1300138" y="1406614"/>
                  </a:lnTo>
                  <a:lnTo>
                    <a:pt x="1198426" y="1398670"/>
                  </a:lnTo>
                  <a:close/>
                  <a:moveTo>
                    <a:pt x="1300138" y="1406614"/>
                  </a:moveTo>
                  <a:lnTo>
                    <a:pt x="1247336" y="1366335"/>
                  </a:lnTo>
                  <a:lnTo>
                    <a:pt x="1198426" y="1398670"/>
                  </a:lnTo>
                  <a:close/>
                  <a:moveTo>
                    <a:pt x="1077628" y="1225681"/>
                  </a:moveTo>
                  <a:lnTo>
                    <a:pt x="1136247" y="1280620"/>
                  </a:lnTo>
                  <a:lnTo>
                    <a:pt x="1134037" y="1246706"/>
                  </a:lnTo>
                  <a:close/>
                  <a:moveTo>
                    <a:pt x="986417" y="1105942"/>
                  </a:moveTo>
                  <a:lnTo>
                    <a:pt x="1042174" y="1156585"/>
                  </a:lnTo>
                  <a:lnTo>
                    <a:pt x="948289" y="1077753"/>
                  </a:lnTo>
                  <a:close/>
                  <a:moveTo>
                    <a:pt x="1045654" y="1159968"/>
                  </a:moveTo>
                  <a:lnTo>
                    <a:pt x="1031161" y="1198405"/>
                  </a:lnTo>
                  <a:lnTo>
                    <a:pt x="1133486" y="1242183"/>
                  </a:lnTo>
                  <a:close/>
                  <a:moveTo>
                    <a:pt x="1045654" y="1159968"/>
                  </a:moveTo>
                  <a:lnTo>
                    <a:pt x="1059537" y="1158044"/>
                  </a:lnTo>
                  <a:lnTo>
                    <a:pt x="1031161" y="1198405"/>
                  </a:lnTo>
                  <a:close/>
                  <a:moveTo>
                    <a:pt x="1045654" y="1159968"/>
                  </a:moveTo>
                  <a:lnTo>
                    <a:pt x="1042174" y="1156585"/>
                  </a:lnTo>
                  <a:lnTo>
                    <a:pt x="986417" y="1105942"/>
                  </a:lnTo>
                  <a:close/>
                  <a:moveTo>
                    <a:pt x="1482974" y="1653259"/>
                  </a:moveTo>
                  <a:lnTo>
                    <a:pt x="1564710" y="1716971"/>
                  </a:lnTo>
                  <a:lnTo>
                    <a:pt x="1554366" y="1614822"/>
                  </a:lnTo>
                  <a:close/>
                  <a:moveTo>
                    <a:pt x="1297734" y="1203747"/>
                  </a:moveTo>
                  <a:lnTo>
                    <a:pt x="1278062" y="1266011"/>
                  </a:lnTo>
                  <a:lnTo>
                    <a:pt x="1317718" y="1218560"/>
                  </a:lnTo>
                  <a:close/>
                  <a:moveTo>
                    <a:pt x="1317718" y="1218560"/>
                  </a:moveTo>
                  <a:lnTo>
                    <a:pt x="1278062" y="1266011"/>
                  </a:lnTo>
                  <a:lnTo>
                    <a:pt x="1276301" y="1291731"/>
                  </a:lnTo>
                  <a:close/>
                  <a:moveTo>
                    <a:pt x="1343272" y="1297877"/>
                  </a:moveTo>
                  <a:lnTo>
                    <a:pt x="1337916" y="1242183"/>
                  </a:lnTo>
                  <a:lnTo>
                    <a:pt x="1317718" y="1218560"/>
                  </a:lnTo>
                  <a:close/>
                  <a:moveTo>
                    <a:pt x="1208448" y="1203747"/>
                  </a:moveTo>
                  <a:lnTo>
                    <a:pt x="1245852" y="1145585"/>
                  </a:lnTo>
                  <a:lnTo>
                    <a:pt x="1231752" y="1127765"/>
                  </a:lnTo>
                  <a:close/>
                  <a:moveTo>
                    <a:pt x="1245852" y="1145585"/>
                  </a:moveTo>
                  <a:lnTo>
                    <a:pt x="1297734" y="1203747"/>
                  </a:lnTo>
                  <a:lnTo>
                    <a:pt x="1231752" y="1127765"/>
                  </a:lnTo>
                  <a:close/>
                  <a:moveTo>
                    <a:pt x="892512" y="721324"/>
                  </a:moveTo>
                  <a:lnTo>
                    <a:pt x="800946" y="635081"/>
                  </a:lnTo>
                  <a:lnTo>
                    <a:pt x="792168" y="742310"/>
                  </a:lnTo>
                  <a:close/>
                  <a:moveTo>
                    <a:pt x="896418" y="675081"/>
                  </a:moveTo>
                  <a:lnTo>
                    <a:pt x="892512" y="721324"/>
                  </a:lnTo>
                  <a:lnTo>
                    <a:pt x="922652" y="628241"/>
                  </a:lnTo>
                  <a:close/>
                  <a:moveTo>
                    <a:pt x="1278491" y="1189859"/>
                  </a:moveTo>
                  <a:lnTo>
                    <a:pt x="1297734" y="1203747"/>
                  </a:lnTo>
                  <a:lnTo>
                    <a:pt x="1245852" y="1145585"/>
                  </a:lnTo>
                  <a:close/>
                  <a:moveTo>
                    <a:pt x="1319996" y="928935"/>
                  </a:moveTo>
                  <a:lnTo>
                    <a:pt x="1273563" y="918665"/>
                  </a:lnTo>
                  <a:lnTo>
                    <a:pt x="1196644" y="961603"/>
                  </a:lnTo>
                  <a:close/>
                  <a:moveTo>
                    <a:pt x="1240168" y="909131"/>
                  </a:moveTo>
                  <a:lnTo>
                    <a:pt x="1174425" y="874094"/>
                  </a:lnTo>
                  <a:lnTo>
                    <a:pt x="1273563" y="918665"/>
                  </a:lnTo>
                  <a:close/>
                  <a:moveTo>
                    <a:pt x="1673621" y="1211086"/>
                  </a:moveTo>
                  <a:lnTo>
                    <a:pt x="1643694" y="1303217"/>
                  </a:lnTo>
                  <a:lnTo>
                    <a:pt x="1767600" y="1272619"/>
                  </a:lnTo>
                  <a:close/>
                  <a:moveTo>
                    <a:pt x="1273563" y="918665"/>
                  </a:moveTo>
                  <a:lnTo>
                    <a:pt x="1319996" y="928935"/>
                  </a:lnTo>
                  <a:lnTo>
                    <a:pt x="1324155" y="913051"/>
                  </a:lnTo>
                  <a:close/>
                  <a:moveTo>
                    <a:pt x="1324155" y="913051"/>
                  </a:moveTo>
                  <a:lnTo>
                    <a:pt x="1319996" y="928935"/>
                  </a:lnTo>
                  <a:lnTo>
                    <a:pt x="1346233" y="918665"/>
                  </a:lnTo>
                  <a:close/>
                  <a:moveTo>
                    <a:pt x="1301915" y="715798"/>
                  </a:moveTo>
                  <a:lnTo>
                    <a:pt x="1307738" y="726213"/>
                  </a:lnTo>
                  <a:lnTo>
                    <a:pt x="1176970" y="672844"/>
                  </a:lnTo>
                  <a:close/>
                  <a:moveTo>
                    <a:pt x="1720628" y="1272963"/>
                  </a:moveTo>
                  <a:lnTo>
                    <a:pt x="1767260" y="1291304"/>
                  </a:lnTo>
                  <a:lnTo>
                    <a:pt x="1677421" y="1214110"/>
                  </a:lnTo>
                  <a:close/>
                  <a:moveTo>
                    <a:pt x="1690889" y="1209089"/>
                  </a:moveTo>
                  <a:lnTo>
                    <a:pt x="1767600" y="1272619"/>
                  </a:lnTo>
                  <a:lnTo>
                    <a:pt x="1764909" y="1197463"/>
                  </a:lnTo>
                  <a:close/>
                  <a:moveTo>
                    <a:pt x="1764938" y="1097347"/>
                  </a:moveTo>
                  <a:lnTo>
                    <a:pt x="1687643" y="1099594"/>
                  </a:lnTo>
                  <a:lnTo>
                    <a:pt x="1764909" y="1197463"/>
                  </a:lnTo>
                  <a:close/>
                  <a:moveTo>
                    <a:pt x="1687643" y="1099594"/>
                  </a:moveTo>
                  <a:lnTo>
                    <a:pt x="1764938" y="1097347"/>
                  </a:lnTo>
                  <a:lnTo>
                    <a:pt x="1658364" y="1023305"/>
                  </a:lnTo>
                  <a:close/>
                  <a:moveTo>
                    <a:pt x="1567919" y="1036244"/>
                  </a:moveTo>
                  <a:lnTo>
                    <a:pt x="1658364" y="1023305"/>
                  </a:lnTo>
                  <a:lnTo>
                    <a:pt x="1640200" y="937980"/>
                  </a:lnTo>
                  <a:close/>
                  <a:moveTo>
                    <a:pt x="1606284" y="841792"/>
                  </a:moveTo>
                  <a:lnTo>
                    <a:pt x="1573146" y="887700"/>
                  </a:lnTo>
                  <a:lnTo>
                    <a:pt x="1615004" y="858372"/>
                  </a:lnTo>
                  <a:close/>
                  <a:moveTo>
                    <a:pt x="2032296" y="1296646"/>
                  </a:moveTo>
                  <a:lnTo>
                    <a:pt x="1911288" y="1239144"/>
                  </a:lnTo>
                  <a:lnTo>
                    <a:pt x="1914589" y="1252868"/>
                  </a:lnTo>
                  <a:close/>
                  <a:moveTo>
                    <a:pt x="1855991" y="1170653"/>
                  </a:moveTo>
                  <a:lnTo>
                    <a:pt x="1911288" y="1239144"/>
                  </a:lnTo>
                  <a:lnTo>
                    <a:pt x="1820530" y="1152243"/>
                  </a:lnTo>
                  <a:close/>
                  <a:moveTo>
                    <a:pt x="1782413" y="1083140"/>
                  </a:moveTo>
                  <a:lnTo>
                    <a:pt x="1820530" y="1152243"/>
                  </a:lnTo>
                  <a:lnTo>
                    <a:pt x="1728492" y="1066384"/>
                  </a:lnTo>
                  <a:close/>
                  <a:moveTo>
                    <a:pt x="2220066" y="1269981"/>
                  </a:moveTo>
                  <a:lnTo>
                    <a:pt x="2243217" y="1290631"/>
                  </a:lnTo>
                  <a:lnTo>
                    <a:pt x="2265102" y="1378861"/>
                  </a:lnTo>
                  <a:close/>
                  <a:moveTo>
                    <a:pt x="2058160" y="1180330"/>
                  </a:moveTo>
                  <a:lnTo>
                    <a:pt x="2123564" y="1187752"/>
                  </a:lnTo>
                  <a:lnTo>
                    <a:pt x="2030045" y="1103095"/>
                  </a:lnTo>
                  <a:close/>
                  <a:moveTo>
                    <a:pt x="1726975" y="721140"/>
                  </a:moveTo>
                  <a:lnTo>
                    <a:pt x="1739847" y="738449"/>
                  </a:lnTo>
                  <a:lnTo>
                    <a:pt x="1728337" y="682704"/>
                  </a:lnTo>
                  <a:close/>
                  <a:moveTo>
                    <a:pt x="1322375" y="77019"/>
                  </a:moveTo>
                  <a:lnTo>
                    <a:pt x="1242567" y="57288"/>
                  </a:lnTo>
                  <a:lnTo>
                    <a:pt x="1270513" y="98320"/>
                  </a:lnTo>
                  <a:close/>
                  <a:moveTo>
                    <a:pt x="2248336" y="1094569"/>
                  </a:moveTo>
                  <a:lnTo>
                    <a:pt x="2194911" y="1090247"/>
                  </a:lnTo>
                  <a:lnTo>
                    <a:pt x="2286151" y="1172499"/>
                  </a:lnTo>
                  <a:close/>
                  <a:moveTo>
                    <a:pt x="2327186" y="1110722"/>
                  </a:moveTo>
                  <a:lnTo>
                    <a:pt x="2248336" y="1094569"/>
                  </a:lnTo>
                  <a:lnTo>
                    <a:pt x="2286151" y="1172499"/>
                  </a:lnTo>
                  <a:close/>
                  <a:moveTo>
                    <a:pt x="2175193" y="1036303"/>
                  </a:moveTo>
                  <a:lnTo>
                    <a:pt x="2194911" y="1090247"/>
                  </a:lnTo>
                  <a:lnTo>
                    <a:pt x="2155731" y="1061508"/>
                  </a:lnTo>
                  <a:close/>
                  <a:moveTo>
                    <a:pt x="1796259" y="571423"/>
                  </a:moveTo>
                  <a:lnTo>
                    <a:pt x="1800641" y="600489"/>
                  </a:lnTo>
                  <a:lnTo>
                    <a:pt x="1829346" y="505023"/>
                  </a:lnTo>
                  <a:close/>
                  <a:moveTo>
                    <a:pt x="1777199" y="486826"/>
                  </a:moveTo>
                  <a:lnTo>
                    <a:pt x="1776651" y="445649"/>
                  </a:lnTo>
                  <a:lnTo>
                    <a:pt x="1691453" y="405767"/>
                  </a:lnTo>
                  <a:close/>
                  <a:moveTo>
                    <a:pt x="1776651" y="445649"/>
                  </a:moveTo>
                  <a:lnTo>
                    <a:pt x="1777199" y="486826"/>
                  </a:lnTo>
                  <a:lnTo>
                    <a:pt x="1779486" y="397622"/>
                  </a:lnTo>
                  <a:close/>
                  <a:moveTo>
                    <a:pt x="1339187" y="0"/>
                  </a:moveTo>
                  <a:lnTo>
                    <a:pt x="1322375" y="77019"/>
                  </a:lnTo>
                  <a:lnTo>
                    <a:pt x="1409843" y="103242"/>
                  </a:lnTo>
                  <a:close/>
                  <a:moveTo>
                    <a:pt x="2248336" y="1094569"/>
                  </a:moveTo>
                  <a:lnTo>
                    <a:pt x="2327186" y="1110722"/>
                  </a:lnTo>
                  <a:lnTo>
                    <a:pt x="2320558" y="1016907"/>
                  </a:lnTo>
                  <a:close/>
                  <a:moveTo>
                    <a:pt x="2249258" y="945972"/>
                  </a:moveTo>
                  <a:lnTo>
                    <a:pt x="2346584" y="1027531"/>
                  </a:lnTo>
                  <a:lnTo>
                    <a:pt x="2295597" y="968891"/>
                  </a:lnTo>
                  <a:close/>
                  <a:moveTo>
                    <a:pt x="2185499" y="937214"/>
                  </a:moveTo>
                  <a:lnTo>
                    <a:pt x="2249258" y="945972"/>
                  </a:lnTo>
                  <a:lnTo>
                    <a:pt x="2204586" y="930996"/>
                  </a:lnTo>
                  <a:close/>
                  <a:moveTo>
                    <a:pt x="2249258" y="945972"/>
                  </a:moveTo>
                  <a:lnTo>
                    <a:pt x="2295597" y="968891"/>
                  </a:lnTo>
                  <a:lnTo>
                    <a:pt x="2288212" y="965004"/>
                  </a:lnTo>
                  <a:close/>
                  <a:moveTo>
                    <a:pt x="1967254" y="600969"/>
                  </a:moveTo>
                  <a:lnTo>
                    <a:pt x="2092993" y="577222"/>
                  </a:lnTo>
                  <a:lnTo>
                    <a:pt x="2010245" y="546502"/>
                  </a:lnTo>
                  <a:close/>
                  <a:moveTo>
                    <a:pt x="1775733" y="387925"/>
                  </a:moveTo>
                  <a:lnTo>
                    <a:pt x="1691453" y="405767"/>
                  </a:lnTo>
                  <a:lnTo>
                    <a:pt x="1776651" y="445649"/>
                  </a:lnTo>
                  <a:close/>
                  <a:moveTo>
                    <a:pt x="1775733" y="387925"/>
                  </a:moveTo>
                  <a:lnTo>
                    <a:pt x="1690972" y="396242"/>
                  </a:lnTo>
                  <a:lnTo>
                    <a:pt x="1691453" y="405767"/>
                  </a:lnTo>
                  <a:close/>
                  <a:moveTo>
                    <a:pt x="1690972" y="396242"/>
                  </a:moveTo>
                  <a:lnTo>
                    <a:pt x="1775733" y="387925"/>
                  </a:lnTo>
                  <a:lnTo>
                    <a:pt x="1717112" y="286500"/>
                  </a:lnTo>
                  <a:close/>
                  <a:moveTo>
                    <a:pt x="1775733" y="387925"/>
                  </a:moveTo>
                  <a:lnTo>
                    <a:pt x="1795290" y="300133"/>
                  </a:lnTo>
                  <a:lnTo>
                    <a:pt x="1717112" y="286500"/>
                  </a:lnTo>
                  <a:close/>
                  <a:moveTo>
                    <a:pt x="1971443" y="523616"/>
                  </a:moveTo>
                  <a:lnTo>
                    <a:pt x="2010245" y="546502"/>
                  </a:lnTo>
                  <a:lnTo>
                    <a:pt x="2030195" y="502421"/>
                  </a:lnTo>
                  <a:close/>
                  <a:moveTo>
                    <a:pt x="1936123" y="441401"/>
                  </a:moveTo>
                  <a:lnTo>
                    <a:pt x="1940592" y="414582"/>
                  </a:lnTo>
                  <a:lnTo>
                    <a:pt x="1900664" y="346951"/>
                  </a:lnTo>
                  <a:close/>
                  <a:moveTo>
                    <a:pt x="1795290" y="300133"/>
                  </a:moveTo>
                  <a:lnTo>
                    <a:pt x="1816619" y="254593"/>
                  </a:lnTo>
                  <a:lnTo>
                    <a:pt x="1717112" y="286500"/>
                  </a:lnTo>
                  <a:close/>
                  <a:moveTo>
                    <a:pt x="1795396" y="171755"/>
                  </a:moveTo>
                  <a:lnTo>
                    <a:pt x="1816619" y="254593"/>
                  </a:lnTo>
                  <a:lnTo>
                    <a:pt x="1843096" y="193567"/>
                  </a:lnTo>
                  <a:close/>
                  <a:moveTo>
                    <a:pt x="2157131" y="79446"/>
                  </a:moveTo>
                  <a:lnTo>
                    <a:pt x="2179076" y="102198"/>
                  </a:lnTo>
                  <a:lnTo>
                    <a:pt x="2079902" y="221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23" name="Candidate_density__2042">
              <a:extLst>
                <a:ext uri="{FF2B5EF4-FFF2-40B4-BE49-F238E27FC236}">
                  <a16:creationId xmlns:a16="http://schemas.microsoft.com/office/drawing/2014/main" id="{35910689-3C4B-5786-273C-E8F2DE814C31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170487"/>
              <a:ext cx="2167055" cy="2946707"/>
            </a:xfrm>
            <a:custGeom>
              <a:avLst/>
              <a:gdLst/>
              <a:ahLst/>
              <a:cxnLst/>
              <a:rect l="0" t="0" r="0" b="0"/>
              <a:pathLst>
                <a:path w="2167055" h="2946707">
                  <a:moveTo>
                    <a:pt x="42885" y="2550798"/>
                  </a:moveTo>
                  <a:lnTo>
                    <a:pt x="0" y="2620619"/>
                  </a:lnTo>
                  <a:lnTo>
                    <a:pt x="29684" y="2582183"/>
                  </a:lnTo>
                  <a:close/>
                  <a:moveTo>
                    <a:pt x="42885" y="2550798"/>
                  </a:moveTo>
                  <a:lnTo>
                    <a:pt x="881" y="2608956"/>
                  </a:lnTo>
                  <a:lnTo>
                    <a:pt x="0" y="2620619"/>
                  </a:lnTo>
                  <a:close/>
                  <a:moveTo>
                    <a:pt x="881" y="2608956"/>
                  </a:moveTo>
                  <a:lnTo>
                    <a:pt x="42885" y="2550798"/>
                  </a:lnTo>
                  <a:lnTo>
                    <a:pt x="18474" y="2538404"/>
                  </a:lnTo>
                  <a:close/>
                  <a:moveTo>
                    <a:pt x="83741" y="2424898"/>
                  </a:moveTo>
                  <a:lnTo>
                    <a:pt x="18474" y="2538404"/>
                  </a:lnTo>
                  <a:lnTo>
                    <a:pt x="48570" y="2499968"/>
                  </a:lnTo>
                  <a:close/>
                  <a:moveTo>
                    <a:pt x="138745" y="2415344"/>
                  </a:moveTo>
                  <a:lnTo>
                    <a:pt x="169620" y="2379316"/>
                  </a:lnTo>
                  <a:lnTo>
                    <a:pt x="129938" y="2417752"/>
                  </a:lnTo>
                  <a:close/>
                  <a:moveTo>
                    <a:pt x="387246" y="2590916"/>
                  </a:moveTo>
                  <a:lnTo>
                    <a:pt x="418212" y="2587525"/>
                  </a:lnTo>
                  <a:lnTo>
                    <a:pt x="459128" y="2562027"/>
                  </a:lnTo>
                  <a:close/>
                  <a:moveTo>
                    <a:pt x="316207" y="2448485"/>
                  </a:moveTo>
                  <a:lnTo>
                    <a:pt x="269278" y="2340879"/>
                  </a:lnTo>
                  <a:lnTo>
                    <a:pt x="234012" y="2354623"/>
                  </a:lnTo>
                  <a:close/>
                  <a:moveTo>
                    <a:pt x="234012" y="2354623"/>
                  </a:moveTo>
                  <a:lnTo>
                    <a:pt x="257735" y="2366368"/>
                  </a:lnTo>
                  <a:lnTo>
                    <a:pt x="316207" y="2448485"/>
                  </a:lnTo>
                  <a:close/>
                  <a:moveTo>
                    <a:pt x="680531" y="2734441"/>
                  </a:moveTo>
                  <a:lnTo>
                    <a:pt x="672534" y="2802604"/>
                  </a:lnTo>
                  <a:lnTo>
                    <a:pt x="751280" y="2713519"/>
                  </a:lnTo>
                  <a:close/>
                  <a:moveTo>
                    <a:pt x="751280" y="2713519"/>
                  </a:moveTo>
                  <a:lnTo>
                    <a:pt x="701142" y="2834170"/>
                  </a:lnTo>
                  <a:lnTo>
                    <a:pt x="770568" y="2795734"/>
                  </a:lnTo>
                  <a:close/>
                  <a:moveTo>
                    <a:pt x="602679" y="2751955"/>
                  </a:moveTo>
                  <a:lnTo>
                    <a:pt x="672534" y="2802604"/>
                  </a:lnTo>
                  <a:lnTo>
                    <a:pt x="680531" y="2734441"/>
                  </a:lnTo>
                  <a:close/>
                  <a:moveTo>
                    <a:pt x="574809" y="2659706"/>
                  </a:moveTo>
                  <a:lnTo>
                    <a:pt x="567445" y="2688350"/>
                  </a:lnTo>
                  <a:lnTo>
                    <a:pt x="680531" y="2734441"/>
                  </a:lnTo>
                  <a:close/>
                  <a:moveTo>
                    <a:pt x="680531" y="2734441"/>
                  </a:moveTo>
                  <a:lnTo>
                    <a:pt x="751280" y="2713519"/>
                  </a:lnTo>
                  <a:lnTo>
                    <a:pt x="764630" y="2653072"/>
                  </a:lnTo>
                  <a:close/>
                  <a:moveTo>
                    <a:pt x="418212" y="2587525"/>
                  </a:moveTo>
                  <a:lnTo>
                    <a:pt x="491188" y="2667096"/>
                  </a:lnTo>
                  <a:lnTo>
                    <a:pt x="482609" y="2573979"/>
                  </a:lnTo>
                  <a:close/>
                  <a:moveTo>
                    <a:pt x="491188" y="2667096"/>
                  </a:moveTo>
                  <a:lnTo>
                    <a:pt x="574809" y="2659706"/>
                  </a:lnTo>
                  <a:lnTo>
                    <a:pt x="482609" y="2573979"/>
                  </a:lnTo>
                  <a:close/>
                  <a:moveTo>
                    <a:pt x="418212" y="2587525"/>
                  </a:moveTo>
                  <a:lnTo>
                    <a:pt x="482609" y="2573979"/>
                  </a:lnTo>
                  <a:lnTo>
                    <a:pt x="459128" y="2562027"/>
                  </a:lnTo>
                  <a:close/>
                  <a:moveTo>
                    <a:pt x="269278" y="2340879"/>
                  </a:moveTo>
                  <a:lnTo>
                    <a:pt x="336961" y="2383923"/>
                  </a:lnTo>
                  <a:lnTo>
                    <a:pt x="348415" y="2322208"/>
                  </a:lnTo>
                  <a:close/>
                  <a:moveTo>
                    <a:pt x="243775" y="2258664"/>
                  </a:moveTo>
                  <a:lnTo>
                    <a:pt x="348415" y="2322208"/>
                  </a:lnTo>
                  <a:lnTo>
                    <a:pt x="341613" y="2227646"/>
                  </a:lnTo>
                  <a:close/>
                  <a:moveTo>
                    <a:pt x="1012795" y="2846276"/>
                  </a:moveTo>
                  <a:lnTo>
                    <a:pt x="992227" y="2946707"/>
                  </a:lnTo>
                  <a:lnTo>
                    <a:pt x="1101377" y="2934945"/>
                  </a:lnTo>
                  <a:close/>
                  <a:moveTo>
                    <a:pt x="1094231" y="2840662"/>
                  </a:moveTo>
                  <a:lnTo>
                    <a:pt x="1012795" y="2846276"/>
                  </a:lnTo>
                  <a:lnTo>
                    <a:pt x="1101377" y="2934945"/>
                  </a:lnTo>
                  <a:close/>
                  <a:moveTo>
                    <a:pt x="820757" y="2781124"/>
                  </a:moveTo>
                  <a:lnTo>
                    <a:pt x="813544" y="2835953"/>
                  </a:lnTo>
                  <a:lnTo>
                    <a:pt x="904455" y="2873763"/>
                  </a:lnTo>
                  <a:close/>
                  <a:moveTo>
                    <a:pt x="900115" y="2777199"/>
                  </a:moveTo>
                  <a:lnTo>
                    <a:pt x="820757" y="2781124"/>
                  </a:lnTo>
                  <a:lnTo>
                    <a:pt x="904455" y="2873763"/>
                  </a:lnTo>
                  <a:close/>
                  <a:moveTo>
                    <a:pt x="1012795" y="2846276"/>
                  </a:moveTo>
                  <a:lnTo>
                    <a:pt x="904455" y="2873763"/>
                  </a:lnTo>
                  <a:lnTo>
                    <a:pt x="901238" y="2885170"/>
                  </a:lnTo>
                  <a:close/>
                  <a:moveTo>
                    <a:pt x="904455" y="2873763"/>
                  </a:moveTo>
                  <a:lnTo>
                    <a:pt x="1012795" y="2846276"/>
                  </a:lnTo>
                  <a:lnTo>
                    <a:pt x="977464" y="2774908"/>
                  </a:lnTo>
                  <a:close/>
                  <a:moveTo>
                    <a:pt x="904455" y="2873763"/>
                  </a:moveTo>
                  <a:lnTo>
                    <a:pt x="977464" y="2774908"/>
                  </a:lnTo>
                  <a:lnTo>
                    <a:pt x="900115" y="2777199"/>
                  </a:lnTo>
                  <a:close/>
                  <a:moveTo>
                    <a:pt x="770568" y="2795734"/>
                  </a:moveTo>
                  <a:lnTo>
                    <a:pt x="813544" y="2835953"/>
                  </a:lnTo>
                  <a:lnTo>
                    <a:pt x="820757" y="2781124"/>
                  </a:lnTo>
                  <a:close/>
                  <a:moveTo>
                    <a:pt x="751280" y="2713519"/>
                  </a:moveTo>
                  <a:lnTo>
                    <a:pt x="820757" y="2781124"/>
                  </a:lnTo>
                  <a:lnTo>
                    <a:pt x="803323" y="2695205"/>
                  </a:lnTo>
                  <a:close/>
                  <a:moveTo>
                    <a:pt x="820757" y="2781124"/>
                  </a:moveTo>
                  <a:lnTo>
                    <a:pt x="900115" y="2777199"/>
                  </a:lnTo>
                  <a:lnTo>
                    <a:pt x="803323" y="2695205"/>
                  </a:lnTo>
                  <a:close/>
                  <a:moveTo>
                    <a:pt x="456097" y="2099577"/>
                  </a:moveTo>
                  <a:lnTo>
                    <a:pt x="484482" y="2181792"/>
                  </a:lnTo>
                  <a:lnTo>
                    <a:pt x="489688" y="2067763"/>
                  </a:lnTo>
                  <a:close/>
                  <a:moveTo>
                    <a:pt x="507437" y="2013834"/>
                  </a:moveTo>
                  <a:lnTo>
                    <a:pt x="503696" y="2019597"/>
                  </a:lnTo>
                  <a:lnTo>
                    <a:pt x="496709" y="2056933"/>
                  </a:lnTo>
                  <a:close/>
                  <a:moveTo>
                    <a:pt x="496709" y="2056933"/>
                  </a:moveTo>
                  <a:lnTo>
                    <a:pt x="503696" y="2019597"/>
                  </a:lnTo>
                  <a:lnTo>
                    <a:pt x="489688" y="2067763"/>
                  </a:lnTo>
                  <a:close/>
                  <a:moveTo>
                    <a:pt x="489688" y="2067763"/>
                  </a:moveTo>
                  <a:lnTo>
                    <a:pt x="503696" y="2019597"/>
                  </a:lnTo>
                  <a:lnTo>
                    <a:pt x="456097" y="2099577"/>
                  </a:lnTo>
                  <a:close/>
                  <a:moveTo>
                    <a:pt x="1380862" y="2762639"/>
                  </a:moveTo>
                  <a:lnTo>
                    <a:pt x="1425591" y="2844854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380862" y="2762639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449361" y="2724203"/>
                  </a:lnTo>
                  <a:lnTo>
                    <a:pt x="1422533" y="2641988"/>
                  </a:lnTo>
                  <a:close/>
                  <a:moveTo>
                    <a:pt x="704568" y="1846360"/>
                  </a:moveTo>
                  <a:lnTo>
                    <a:pt x="650277" y="1858579"/>
                  </a:lnTo>
                  <a:lnTo>
                    <a:pt x="577526" y="1865232"/>
                  </a:lnTo>
                  <a:close/>
                  <a:moveTo>
                    <a:pt x="704568" y="1846360"/>
                  </a:moveTo>
                  <a:lnTo>
                    <a:pt x="577526" y="1865232"/>
                  </a:lnTo>
                  <a:lnTo>
                    <a:pt x="630894" y="1849563"/>
                  </a:lnTo>
                  <a:close/>
                  <a:moveTo>
                    <a:pt x="1463243" y="2622347"/>
                  </a:moveTo>
                  <a:lnTo>
                    <a:pt x="1354433" y="2604155"/>
                  </a:lnTo>
                  <a:lnTo>
                    <a:pt x="1422533" y="2641988"/>
                  </a:lnTo>
                  <a:close/>
                  <a:moveTo>
                    <a:pt x="1372729" y="2535248"/>
                  </a:moveTo>
                  <a:lnTo>
                    <a:pt x="1354433" y="2604155"/>
                  </a:lnTo>
                  <a:lnTo>
                    <a:pt x="1463243" y="2622347"/>
                  </a:lnTo>
                  <a:close/>
                  <a:moveTo>
                    <a:pt x="1500607" y="2603551"/>
                  </a:moveTo>
                  <a:lnTo>
                    <a:pt x="1549323" y="2560294"/>
                  </a:lnTo>
                  <a:lnTo>
                    <a:pt x="1463243" y="2622347"/>
                  </a:lnTo>
                  <a:close/>
                  <a:moveTo>
                    <a:pt x="1463243" y="2622347"/>
                  </a:moveTo>
                  <a:lnTo>
                    <a:pt x="1549323" y="2560294"/>
                  </a:lnTo>
                  <a:lnTo>
                    <a:pt x="1510913" y="2544091"/>
                  </a:lnTo>
                  <a:close/>
                  <a:moveTo>
                    <a:pt x="1353196" y="2451036"/>
                  </a:moveTo>
                  <a:lnTo>
                    <a:pt x="1286224" y="2444891"/>
                  </a:lnTo>
                  <a:lnTo>
                    <a:pt x="1372729" y="2535248"/>
                  </a:lnTo>
                  <a:close/>
                  <a:moveTo>
                    <a:pt x="1353196" y="2451036"/>
                  </a:moveTo>
                  <a:lnTo>
                    <a:pt x="1424957" y="2439121"/>
                  </a:lnTo>
                  <a:lnTo>
                    <a:pt x="1439519" y="2428414"/>
                  </a:lnTo>
                  <a:close/>
                  <a:moveTo>
                    <a:pt x="1206567" y="2114762"/>
                  </a:moveTo>
                  <a:lnTo>
                    <a:pt x="1202700" y="2110261"/>
                  </a:lnTo>
                  <a:lnTo>
                    <a:pt x="1203525" y="2111756"/>
                  </a:lnTo>
                  <a:close/>
                  <a:moveTo>
                    <a:pt x="902435" y="1874483"/>
                  </a:moveTo>
                  <a:lnTo>
                    <a:pt x="853005" y="1781400"/>
                  </a:lnTo>
                  <a:lnTo>
                    <a:pt x="810869" y="1788241"/>
                  </a:lnTo>
                  <a:close/>
                  <a:moveTo>
                    <a:pt x="810869" y="1788241"/>
                  </a:moveTo>
                  <a:lnTo>
                    <a:pt x="878962" y="1725872"/>
                  </a:lnTo>
                  <a:lnTo>
                    <a:pt x="861786" y="1707346"/>
                  </a:lnTo>
                  <a:close/>
                  <a:moveTo>
                    <a:pt x="1424957" y="2439121"/>
                  </a:moveTo>
                  <a:lnTo>
                    <a:pt x="1450101" y="2467977"/>
                  </a:lnTo>
                  <a:lnTo>
                    <a:pt x="1450920" y="2432181"/>
                  </a:lnTo>
                  <a:close/>
                  <a:moveTo>
                    <a:pt x="1439519" y="2428414"/>
                  </a:moveTo>
                  <a:lnTo>
                    <a:pt x="1424957" y="2439121"/>
                  </a:lnTo>
                  <a:lnTo>
                    <a:pt x="1450920" y="2432181"/>
                  </a:lnTo>
                  <a:close/>
                  <a:moveTo>
                    <a:pt x="1450920" y="2432181"/>
                  </a:moveTo>
                  <a:lnTo>
                    <a:pt x="1450101" y="2467977"/>
                  </a:lnTo>
                  <a:lnTo>
                    <a:pt x="1468538" y="2439121"/>
                  </a:lnTo>
                  <a:close/>
                  <a:moveTo>
                    <a:pt x="1450920" y="2432181"/>
                  </a:moveTo>
                  <a:lnTo>
                    <a:pt x="1468538" y="2439121"/>
                  </a:lnTo>
                  <a:lnTo>
                    <a:pt x="1439519" y="2428414"/>
                  </a:lnTo>
                  <a:close/>
                  <a:moveTo>
                    <a:pt x="1202700" y="2110261"/>
                  </a:moveTo>
                  <a:lnTo>
                    <a:pt x="1206567" y="2114762"/>
                  </a:lnTo>
                  <a:lnTo>
                    <a:pt x="1210155" y="2106365"/>
                  </a:lnTo>
                  <a:close/>
                  <a:moveTo>
                    <a:pt x="878962" y="1725872"/>
                  </a:moveTo>
                  <a:lnTo>
                    <a:pt x="853005" y="1781400"/>
                  </a:lnTo>
                  <a:lnTo>
                    <a:pt x="914895" y="1764262"/>
                  </a:lnTo>
                  <a:close/>
                  <a:moveTo>
                    <a:pt x="1601251" y="2400685"/>
                  </a:moveTo>
                  <a:lnTo>
                    <a:pt x="1683544" y="236424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01251" y="240068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27752" y="2280033"/>
                  </a:lnTo>
                  <a:lnTo>
                    <a:pt x="1529387" y="2270555"/>
                  </a:lnTo>
                  <a:close/>
                  <a:moveTo>
                    <a:pt x="1627752" y="2280033"/>
                  </a:moveTo>
                  <a:lnTo>
                    <a:pt x="1571420" y="2212509"/>
                  </a:lnTo>
                  <a:lnTo>
                    <a:pt x="1529387" y="2270555"/>
                  </a:lnTo>
                  <a:close/>
                  <a:moveTo>
                    <a:pt x="1558064" y="2197818"/>
                  </a:moveTo>
                  <a:lnTo>
                    <a:pt x="1529387" y="2270555"/>
                  </a:lnTo>
                  <a:lnTo>
                    <a:pt x="1571420" y="2212509"/>
                  </a:lnTo>
                  <a:close/>
                  <a:moveTo>
                    <a:pt x="1880354" y="2525611"/>
                  </a:moveTo>
                  <a:lnTo>
                    <a:pt x="1873373" y="2526678"/>
                  </a:lnTo>
                  <a:lnTo>
                    <a:pt x="1948057" y="2569518"/>
                  </a:lnTo>
                  <a:close/>
                  <a:moveTo>
                    <a:pt x="1878155" y="2523365"/>
                  </a:moveTo>
                  <a:lnTo>
                    <a:pt x="1873373" y="2526678"/>
                  </a:lnTo>
                  <a:lnTo>
                    <a:pt x="1880354" y="2525611"/>
                  </a:lnTo>
                  <a:close/>
                  <a:moveTo>
                    <a:pt x="1924513" y="2406027"/>
                  </a:moveTo>
                  <a:lnTo>
                    <a:pt x="1880354" y="2525611"/>
                  </a:lnTo>
                  <a:lnTo>
                    <a:pt x="1985639" y="2488242"/>
                  </a:lnTo>
                  <a:close/>
                  <a:moveTo>
                    <a:pt x="1880354" y="2525611"/>
                  </a:moveTo>
                  <a:lnTo>
                    <a:pt x="1948057" y="2569518"/>
                  </a:lnTo>
                  <a:lnTo>
                    <a:pt x="1985639" y="2488242"/>
                  </a:lnTo>
                  <a:close/>
                  <a:moveTo>
                    <a:pt x="1774833" y="2350622"/>
                  </a:moveTo>
                  <a:lnTo>
                    <a:pt x="1684953" y="2358329"/>
                  </a:lnTo>
                  <a:lnTo>
                    <a:pt x="1700812" y="2362248"/>
                  </a:lnTo>
                  <a:close/>
                  <a:moveTo>
                    <a:pt x="1697567" y="2252753"/>
                  </a:moveTo>
                  <a:lnTo>
                    <a:pt x="1684953" y="2358329"/>
                  </a:lnTo>
                  <a:lnTo>
                    <a:pt x="1774833" y="2350622"/>
                  </a:lnTo>
                  <a:close/>
                  <a:moveTo>
                    <a:pt x="1627752" y="2280033"/>
                  </a:moveTo>
                  <a:lnTo>
                    <a:pt x="1684953" y="2358329"/>
                  </a:lnTo>
                  <a:lnTo>
                    <a:pt x="1697567" y="2252753"/>
                  </a:lnTo>
                  <a:close/>
                  <a:moveTo>
                    <a:pt x="1697567" y="2252753"/>
                  </a:moveTo>
                  <a:lnTo>
                    <a:pt x="1571420" y="2212509"/>
                  </a:lnTo>
                  <a:lnTo>
                    <a:pt x="1627752" y="2280033"/>
                  </a:lnTo>
                  <a:close/>
                  <a:moveTo>
                    <a:pt x="1577842" y="2189403"/>
                  </a:moveTo>
                  <a:lnTo>
                    <a:pt x="1571420" y="2212509"/>
                  </a:lnTo>
                  <a:lnTo>
                    <a:pt x="1697567" y="2252753"/>
                  </a:lnTo>
                  <a:close/>
                  <a:moveTo>
                    <a:pt x="1668287" y="2176465"/>
                  </a:moveTo>
                  <a:lnTo>
                    <a:pt x="1577842" y="2189403"/>
                  </a:lnTo>
                  <a:lnTo>
                    <a:pt x="1697567" y="2252753"/>
                  </a:lnTo>
                  <a:close/>
                  <a:moveTo>
                    <a:pt x="1558064" y="2197818"/>
                  </a:moveTo>
                  <a:lnTo>
                    <a:pt x="1571420" y="2212509"/>
                  </a:lnTo>
                  <a:lnTo>
                    <a:pt x="1577842" y="2189403"/>
                  </a:lnTo>
                  <a:close/>
                  <a:moveTo>
                    <a:pt x="1499391" y="2115603"/>
                  </a:moveTo>
                  <a:lnTo>
                    <a:pt x="1558064" y="2197818"/>
                  </a:lnTo>
                  <a:lnTo>
                    <a:pt x="1577842" y="2189403"/>
                  </a:lnTo>
                  <a:close/>
                  <a:moveTo>
                    <a:pt x="1450960" y="2033387"/>
                  </a:moveTo>
                  <a:lnTo>
                    <a:pt x="1499391" y="2115603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450960" y="2033387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547689" y="1994951"/>
                  </a:lnTo>
                  <a:lnTo>
                    <a:pt x="1515810" y="1912736"/>
                  </a:lnTo>
                  <a:close/>
                  <a:moveTo>
                    <a:pt x="1985639" y="2488242"/>
                  </a:moveTo>
                  <a:lnTo>
                    <a:pt x="1948057" y="2569518"/>
                  </a:lnTo>
                  <a:lnTo>
                    <a:pt x="2059328" y="2540792"/>
                  </a:lnTo>
                  <a:close/>
                  <a:moveTo>
                    <a:pt x="2042219" y="2449805"/>
                  </a:moveTo>
                  <a:lnTo>
                    <a:pt x="1985639" y="2488242"/>
                  </a:lnTo>
                  <a:lnTo>
                    <a:pt x="2059328" y="2540792"/>
                  </a:lnTo>
                  <a:close/>
                  <a:moveTo>
                    <a:pt x="1515810" y="1912736"/>
                  </a:moveTo>
                  <a:lnTo>
                    <a:pt x="1607391" y="1965195"/>
                  </a:lnTo>
                  <a:lnTo>
                    <a:pt x="1568352" y="1896842"/>
                  </a:lnTo>
                  <a:close/>
                  <a:moveTo>
                    <a:pt x="1515810" y="1912736"/>
                  </a:moveTo>
                  <a:lnTo>
                    <a:pt x="1547689" y="1994951"/>
                  </a:lnTo>
                  <a:lnTo>
                    <a:pt x="1607391" y="1965195"/>
                  </a:lnTo>
                  <a:close/>
                  <a:moveTo>
                    <a:pt x="1568352" y="1896842"/>
                  </a:moveTo>
                  <a:lnTo>
                    <a:pt x="1457545" y="1850205"/>
                  </a:lnTo>
                  <a:lnTo>
                    <a:pt x="1515810" y="1912736"/>
                  </a:lnTo>
                  <a:close/>
                  <a:moveTo>
                    <a:pt x="1461270" y="1823213"/>
                  </a:moveTo>
                  <a:lnTo>
                    <a:pt x="1457545" y="1850205"/>
                  </a:lnTo>
                  <a:lnTo>
                    <a:pt x="1568352" y="1896842"/>
                  </a:lnTo>
                  <a:close/>
                  <a:moveTo>
                    <a:pt x="1560124" y="1803439"/>
                  </a:moveTo>
                  <a:lnTo>
                    <a:pt x="1461270" y="1823213"/>
                  </a:lnTo>
                  <a:lnTo>
                    <a:pt x="1568352" y="1896842"/>
                  </a:lnTo>
                  <a:close/>
                  <a:moveTo>
                    <a:pt x="1625949" y="1910609"/>
                  </a:moveTo>
                  <a:lnTo>
                    <a:pt x="1615842" y="1792085"/>
                  </a:lnTo>
                  <a:lnTo>
                    <a:pt x="1560124" y="1803439"/>
                  </a:lnTo>
                  <a:close/>
                  <a:moveTo>
                    <a:pt x="1625949" y="1910609"/>
                  </a:moveTo>
                  <a:lnTo>
                    <a:pt x="1560124" y="1803439"/>
                  </a:lnTo>
                  <a:lnTo>
                    <a:pt x="1568352" y="1896842"/>
                  </a:lnTo>
                  <a:close/>
                  <a:moveTo>
                    <a:pt x="1430917" y="1830521"/>
                  </a:moveTo>
                  <a:lnTo>
                    <a:pt x="1457545" y="1850205"/>
                  </a:lnTo>
                  <a:lnTo>
                    <a:pt x="1461270" y="1823213"/>
                  </a:lnTo>
                  <a:close/>
                  <a:moveTo>
                    <a:pt x="1395836" y="1748306"/>
                  </a:moveTo>
                  <a:lnTo>
                    <a:pt x="1430917" y="1830521"/>
                  </a:lnTo>
                  <a:lnTo>
                    <a:pt x="1470477" y="1709870"/>
                  </a:lnTo>
                  <a:close/>
                  <a:moveTo>
                    <a:pt x="1615842" y="1792085"/>
                  </a:moveTo>
                  <a:lnTo>
                    <a:pt x="1568220" y="1709870"/>
                  </a:lnTo>
                  <a:lnTo>
                    <a:pt x="1560124" y="1803439"/>
                  </a:lnTo>
                  <a:close/>
                  <a:moveTo>
                    <a:pt x="1354434" y="1666090"/>
                  </a:moveTo>
                  <a:lnTo>
                    <a:pt x="1395836" y="1748306"/>
                  </a:lnTo>
                  <a:lnTo>
                    <a:pt x="1470477" y="1709870"/>
                  </a:lnTo>
                  <a:close/>
                  <a:moveTo>
                    <a:pt x="1354434" y="1666090"/>
                  </a:moveTo>
                  <a:lnTo>
                    <a:pt x="1470477" y="1709870"/>
                  </a:lnTo>
                  <a:lnTo>
                    <a:pt x="1428389" y="1627654"/>
                  </a:lnTo>
                  <a:close/>
                  <a:moveTo>
                    <a:pt x="1327922" y="1570753"/>
                  </a:moveTo>
                  <a:lnTo>
                    <a:pt x="1314972" y="1595805"/>
                  </a:lnTo>
                  <a:lnTo>
                    <a:pt x="1368497" y="1545439"/>
                  </a:lnTo>
                  <a:close/>
                  <a:moveTo>
                    <a:pt x="1368497" y="1545439"/>
                  </a:moveTo>
                  <a:lnTo>
                    <a:pt x="1314972" y="1595805"/>
                  </a:lnTo>
                  <a:lnTo>
                    <a:pt x="1354434" y="1666090"/>
                  </a:lnTo>
                  <a:close/>
                  <a:moveTo>
                    <a:pt x="1368497" y="1545439"/>
                  </a:moveTo>
                  <a:lnTo>
                    <a:pt x="1354434" y="1666090"/>
                  </a:lnTo>
                  <a:lnTo>
                    <a:pt x="1428389" y="1627654"/>
                  </a:lnTo>
                  <a:close/>
                  <a:moveTo>
                    <a:pt x="1305601" y="1583876"/>
                  </a:moveTo>
                  <a:lnTo>
                    <a:pt x="1314972" y="1595805"/>
                  </a:lnTo>
                  <a:lnTo>
                    <a:pt x="1327922" y="1570753"/>
                  </a:lnTo>
                  <a:close/>
                  <a:moveTo>
                    <a:pt x="1305511" y="1501661"/>
                  </a:moveTo>
                  <a:lnTo>
                    <a:pt x="1327922" y="1570753"/>
                  </a:lnTo>
                  <a:lnTo>
                    <a:pt x="1368497" y="1545439"/>
                  </a:lnTo>
                  <a:close/>
                  <a:moveTo>
                    <a:pt x="1675946" y="1769870"/>
                  </a:moveTo>
                  <a:lnTo>
                    <a:pt x="1654847" y="1815365"/>
                  </a:lnTo>
                  <a:lnTo>
                    <a:pt x="1721843" y="1753648"/>
                  </a:lnTo>
                  <a:close/>
                  <a:moveTo>
                    <a:pt x="1615842" y="1792085"/>
                  </a:moveTo>
                  <a:lnTo>
                    <a:pt x="1654847" y="1815365"/>
                  </a:lnTo>
                  <a:lnTo>
                    <a:pt x="1675946" y="1769870"/>
                  </a:lnTo>
                  <a:close/>
                  <a:moveTo>
                    <a:pt x="1650165" y="1671433"/>
                  </a:moveTo>
                  <a:lnTo>
                    <a:pt x="1675946" y="1769870"/>
                  </a:lnTo>
                  <a:lnTo>
                    <a:pt x="1687613" y="1722666"/>
                  </a:lnTo>
                  <a:close/>
                  <a:moveTo>
                    <a:pt x="1615842" y="1792085"/>
                  </a:moveTo>
                  <a:lnTo>
                    <a:pt x="1675946" y="1769870"/>
                  </a:lnTo>
                  <a:lnTo>
                    <a:pt x="1650165" y="1671433"/>
                  </a:lnTo>
                  <a:close/>
                  <a:moveTo>
                    <a:pt x="1568220" y="1709870"/>
                  </a:moveTo>
                  <a:lnTo>
                    <a:pt x="1615842" y="1792085"/>
                  </a:lnTo>
                  <a:lnTo>
                    <a:pt x="1650165" y="1671433"/>
                  </a:lnTo>
                  <a:close/>
                  <a:moveTo>
                    <a:pt x="1675946" y="1769870"/>
                  </a:moveTo>
                  <a:lnTo>
                    <a:pt x="1721843" y="1753648"/>
                  </a:lnTo>
                  <a:lnTo>
                    <a:pt x="1687613" y="1722666"/>
                  </a:lnTo>
                  <a:close/>
                  <a:moveTo>
                    <a:pt x="1428389" y="1627654"/>
                  </a:moveTo>
                  <a:lnTo>
                    <a:pt x="1484514" y="1704224"/>
                  </a:lnTo>
                  <a:lnTo>
                    <a:pt x="1476321" y="1610792"/>
                  </a:lnTo>
                  <a:close/>
                  <a:moveTo>
                    <a:pt x="1428389" y="1627654"/>
                  </a:moveTo>
                  <a:lnTo>
                    <a:pt x="1470477" y="1709870"/>
                  </a:lnTo>
                  <a:lnTo>
                    <a:pt x="1484514" y="1704224"/>
                  </a:lnTo>
                  <a:close/>
                  <a:moveTo>
                    <a:pt x="1476321" y="1610792"/>
                  </a:moveTo>
                  <a:lnTo>
                    <a:pt x="1484514" y="1704224"/>
                  </a:lnTo>
                  <a:lnTo>
                    <a:pt x="1558167" y="1604845"/>
                  </a:lnTo>
                  <a:close/>
                  <a:moveTo>
                    <a:pt x="1558167" y="1604845"/>
                  </a:moveTo>
                  <a:lnTo>
                    <a:pt x="1550711" y="1704675"/>
                  </a:lnTo>
                  <a:lnTo>
                    <a:pt x="1615708" y="1589218"/>
                  </a:lnTo>
                  <a:close/>
                  <a:moveTo>
                    <a:pt x="1615708" y="1589218"/>
                  </a:moveTo>
                  <a:lnTo>
                    <a:pt x="1568220" y="1709870"/>
                  </a:lnTo>
                  <a:lnTo>
                    <a:pt x="1650165" y="1671433"/>
                  </a:lnTo>
                  <a:close/>
                  <a:moveTo>
                    <a:pt x="1473798" y="1507003"/>
                  </a:moveTo>
                  <a:lnTo>
                    <a:pt x="1476321" y="1610792"/>
                  </a:lnTo>
                  <a:lnTo>
                    <a:pt x="1483829" y="1518068"/>
                  </a:lnTo>
                  <a:close/>
                  <a:moveTo>
                    <a:pt x="1428389" y="1627654"/>
                  </a:moveTo>
                  <a:lnTo>
                    <a:pt x="1476321" y="1610792"/>
                  </a:lnTo>
                  <a:lnTo>
                    <a:pt x="1473798" y="1507003"/>
                  </a:lnTo>
                  <a:close/>
                  <a:moveTo>
                    <a:pt x="1476321" y="1610792"/>
                  </a:moveTo>
                  <a:lnTo>
                    <a:pt x="1558167" y="1604845"/>
                  </a:lnTo>
                  <a:lnTo>
                    <a:pt x="1483829" y="1518068"/>
                  </a:lnTo>
                  <a:close/>
                  <a:moveTo>
                    <a:pt x="1558167" y="1604845"/>
                  </a:moveTo>
                  <a:lnTo>
                    <a:pt x="1560774" y="1527097"/>
                  </a:lnTo>
                  <a:lnTo>
                    <a:pt x="1483829" y="1518068"/>
                  </a:lnTo>
                  <a:close/>
                  <a:moveTo>
                    <a:pt x="1560774" y="1527097"/>
                  </a:moveTo>
                  <a:lnTo>
                    <a:pt x="1558167" y="1604845"/>
                  </a:lnTo>
                  <a:lnTo>
                    <a:pt x="1615708" y="1589218"/>
                  </a:lnTo>
                  <a:close/>
                  <a:moveTo>
                    <a:pt x="332495" y="0"/>
                  </a:moveTo>
                  <a:lnTo>
                    <a:pt x="209202" y="32888"/>
                  </a:lnTo>
                  <a:lnTo>
                    <a:pt x="262075" y="15370"/>
                  </a:lnTo>
                  <a:close/>
                  <a:moveTo>
                    <a:pt x="1806182" y="1724582"/>
                  </a:moveTo>
                  <a:lnTo>
                    <a:pt x="1687613" y="1722666"/>
                  </a:lnTo>
                  <a:lnTo>
                    <a:pt x="1721843" y="1753648"/>
                  </a:lnTo>
                  <a:close/>
                  <a:moveTo>
                    <a:pt x="1702069" y="1648540"/>
                  </a:moveTo>
                  <a:lnTo>
                    <a:pt x="1687613" y="1722666"/>
                  </a:lnTo>
                  <a:lnTo>
                    <a:pt x="1806182" y="1724582"/>
                  </a:lnTo>
                  <a:close/>
                  <a:moveTo>
                    <a:pt x="1650165" y="1671433"/>
                  </a:moveTo>
                  <a:lnTo>
                    <a:pt x="1687613" y="1722666"/>
                  </a:lnTo>
                  <a:lnTo>
                    <a:pt x="1702069" y="1648540"/>
                  </a:lnTo>
                  <a:close/>
                  <a:moveTo>
                    <a:pt x="1650165" y="1671433"/>
                  </a:moveTo>
                  <a:lnTo>
                    <a:pt x="1702069" y="1648540"/>
                  </a:lnTo>
                  <a:lnTo>
                    <a:pt x="1693477" y="1550781"/>
                  </a:lnTo>
                  <a:close/>
                  <a:moveTo>
                    <a:pt x="1615708" y="1589218"/>
                  </a:moveTo>
                  <a:lnTo>
                    <a:pt x="1650165" y="1671433"/>
                  </a:lnTo>
                  <a:lnTo>
                    <a:pt x="1693477" y="1550781"/>
                  </a:lnTo>
                  <a:close/>
                  <a:moveTo>
                    <a:pt x="1605440" y="1478892"/>
                  </a:moveTo>
                  <a:lnTo>
                    <a:pt x="1483829" y="1518068"/>
                  </a:lnTo>
                  <a:lnTo>
                    <a:pt x="1560774" y="1527097"/>
                  </a:lnTo>
                  <a:close/>
                  <a:moveTo>
                    <a:pt x="1521740" y="1334183"/>
                  </a:moveTo>
                  <a:lnTo>
                    <a:pt x="1444578" y="1336322"/>
                  </a:lnTo>
                  <a:lnTo>
                    <a:pt x="1552675" y="1409125"/>
                  </a:lnTo>
                  <a:close/>
                  <a:moveTo>
                    <a:pt x="1419767" y="1256401"/>
                  </a:moveTo>
                  <a:lnTo>
                    <a:pt x="1332298" y="1230178"/>
                  </a:lnTo>
                  <a:lnTo>
                    <a:pt x="1400404" y="1260357"/>
                  </a:lnTo>
                  <a:close/>
                  <a:moveTo>
                    <a:pt x="1216830" y="861919"/>
                  </a:moveTo>
                  <a:lnTo>
                    <a:pt x="1159127" y="931497"/>
                  </a:lnTo>
                  <a:lnTo>
                    <a:pt x="1186350" y="893061"/>
                  </a:lnTo>
                  <a:close/>
                  <a:moveTo>
                    <a:pt x="1917294" y="1632997"/>
                  </a:moveTo>
                  <a:lnTo>
                    <a:pt x="1929933" y="1715212"/>
                  </a:lnTo>
                  <a:lnTo>
                    <a:pt x="1981366" y="1676775"/>
                  </a:lnTo>
                  <a:close/>
                  <a:moveTo>
                    <a:pt x="1917294" y="1632997"/>
                  </a:moveTo>
                  <a:lnTo>
                    <a:pt x="1981366" y="1676775"/>
                  </a:lnTo>
                  <a:lnTo>
                    <a:pt x="1946046" y="1594560"/>
                  </a:lnTo>
                  <a:close/>
                  <a:moveTo>
                    <a:pt x="1260693" y="810712"/>
                  </a:moveTo>
                  <a:lnTo>
                    <a:pt x="1186350" y="893061"/>
                  </a:lnTo>
                  <a:lnTo>
                    <a:pt x="1219269" y="854624"/>
                  </a:lnTo>
                  <a:close/>
                  <a:moveTo>
                    <a:pt x="1260693" y="810712"/>
                  </a:moveTo>
                  <a:lnTo>
                    <a:pt x="1216830" y="861919"/>
                  </a:lnTo>
                  <a:lnTo>
                    <a:pt x="1186350" y="893061"/>
                  </a:lnTo>
                  <a:close/>
                  <a:moveTo>
                    <a:pt x="1805320" y="1324914"/>
                  </a:moveTo>
                  <a:lnTo>
                    <a:pt x="1712018" y="1347915"/>
                  </a:lnTo>
                  <a:lnTo>
                    <a:pt x="1735801" y="1420932"/>
                  </a:lnTo>
                  <a:close/>
                  <a:moveTo>
                    <a:pt x="1963368" y="1335548"/>
                  </a:moveTo>
                  <a:lnTo>
                    <a:pt x="1998924" y="1288701"/>
                  </a:lnTo>
                  <a:lnTo>
                    <a:pt x="1975915" y="1319001"/>
                  </a:lnTo>
                  <a:close/>
                  <a:moveTo>
                    <a:pt x="1963368" y="1335548"/>
                  </a:moveTo>
                  <a:lnTo>
                    <a:pt x="1975915" y="1319001"/>
                  </a:lnTo>
                  <a:lnTo>
                    <a:pt x="1914363" y="1367529"/>
                  </a:lnTo>
                  <a:close/>
                  <a:moveTo>
                    <a:pt x="2089825" y="1175300"/>
                  </a:moveTo>
                  <a:lnTo>
                    <a:pt x="2004099" y="1188827"/>
                  </a:lnTo>
                  <a:lnTo>
                    <a:pt x="2137696" y="1214810"/>
                  </a:lnTo>
                  <a:close/>
                  <a:moveTo>
                    <a:pt x="2137696" y="1214810"/>
                  </a:moveTo>
                  <a:lnTo>
                    <a:pt x="2167055" y="1232605"/>
                  </a:lnTo>
                  <a:lnTo>
                    <a:pt x="2089825" y="1175300"/>
                  </a:lnTo>
                  <a:close/>
                  <a:moveTo>
                    <a:pt x="2137696" y="1214810"/>
                  </a:moveTo>
                  <a:lnTo>
                    <a:pt x="2115311" y="1232605"/>
                  </a:lnTo>
                  <a:lnTo>
                    <a:pt x="2150581" y="1225999"/>
                  </a:lnTo>
                  <a:close/>
                  <a:moveTo>
                    <a:pt x="2150581" y="1225999"/>
                  </a:moveTo>
                  <a:lnTo>
                    <a:pt x="2167055" y="1232605"/>
                  </a:lnTo>
                  <a:lnTo>
                    <a:pt x="2137696" y="121481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24" name="Candidate_density__2043">
              <a:extLst>
                <a:ext uri="{FF2B5EF4-FFF2-40B4-BE49-F238E27FC236}">
                  <a16:creationId xmlns:a16="http://schemas.microsoft.com/office/drawing/2014/main" id="{228D1C70-33E0-B03E-F1E3-CEB2CC16BE65}"/>
                </a:ext>
              </a:extLst>
            </p:cNvPr>
            <p:cNvSpPr>
              <a:spLocks noGrp="1"/>
            </p:cNvSpPr>
            <p:nvPr/>
          </p:nvSpPr>
          <p:spPr>
            <a:xfrm>
              <a:off x="4392460" y="3359313"/>
              <a:ext cx="2119221" cy="1815116"/>
            </a:xfrm>
            <a:custGeom>
              <a:avLst/>
              <a:gdLst/>
              <a:ahLst/>
              <a:cxnLst/>
              <a:rect l="0" t="0" r="0" b="0"/>
              <a:pathLst>
                <a:path w="2119221" h="1815116">
                  <a:moveTo>
                    <a:pt x="24410" y="1361972"/>
                  </a:moveTo>
                  <a:lnTo>
                    <a:pt x="30096" y="1311141"/>
                  </a:lnTo>
                  <a:lnTo>
                    <a:pt x="0" y="1349577"/>
                  </a:lnTo>
                  <a:close/>
                  <a:moveTo>
                    <a:pt x="120270" y="1226517"/>
                  </a:moveTo>
                  <a:lnTo>
                    <a:pt x="30096" y="1311141"/>
                  </a:lnTo>
                  <a:lnTo>
                    <a:pt x="102373" y="1272704"/>
                  </a:lnTo>
                  <a:close/>
                  <a:moveTo>
                    <a:pt x="120270" y="1226517"/>
                  </a:moveTo>
                  <a:lnTo>
                    <a:pt x="65267" y="1236071"/>
                  </a:lnTo>
                  <a:lnTo>
                    <a:pt x="30096" y="1311141"/>
                  </a:lnTo>
                  <a:close/>
                  <a:moveTo>
                    <a:pt x="215538" y="1165796"/>
                  </a:moveTo>
                  <a:lnTo>
                    <a:pt x="151146" y="1190489"/>
                  </a:lnTo>
                  <a:lnTo>
                    <a:pt x="239260" y="1177542"/>
                  </a:lnTo>
                  <a:close/>
                  <a:moveTo>
                    <a:pt x="151146" y="1190489"/>
                  </a:moveTo>
                  <a:lnTo>
                    <a:pt x="120270" y="1226517"/>
                  </a:lnTo>
                  <a:lnTo>
                    <a:pt x="239260" y="1177542"/>
                  </a:lnTo>
                  <a:close/>
                  <a:moveTo>
                    <a:pt x="239260" y="1177542"/>
                  </a:moveTo>
                  <a:lnTo>
                    <a:pt x="120270" y="1226517"/>
                  </a:lnTo>
                  <a:lnTo>
                    <a:pt x="222974" y="1234268"/>
                  </a:lnTo>
                  <a:close/>
                  <a:moveTo>
                    <a:pt x="169194" y="1130776"/>
                  </a:moveTo>
                  <a:lnTo>
                    <a:pt x="151146" y="1190489"/>
                  </a:lnTo>
                  <a:lnTo>
                    <a:pt x="215538" y="1165796"/>
                  </a:lnTo>
                  <a:close/>
                  <a:moveTo>
                    <a:pt x="169536" y="1108274"/>
                  </a:moveTo>
                  <a:lnTo>
                    <a:pt x="215538" y="1165796"/>
                  </a:lnTo>
                  <a:lnTo>
                    <a:pt x="250804" y="1152053"/>
                  </a:lnTo>
                  <a:close/>
                  <a:moveTo>
                    <a:pt x="169536" y="1108274"/>
                  </a:moveTo>
                  <a:lnTo>
                    <a:pt x="250804" y="1152053"/>
                  </a:lnTo>
                  <a:lnTo>
                    <a:pt x="225301" y="1069838"/>
                  </a:lnTo>
                  <a:close/>
                  <a:moveTo>
                    <a:pt x="662056" y="1545615"/>
                  </a:moveTo>
                  <a:lnTo>
                    <a:pt x="548971" y="1499524"/>
                  </a:lnTo>
                  <a:lnTo>
                    <a:pt x="584204" y="1563128"/>
                  </a:lnTo>
                  <a:close/>
                  <a:moveTo>
                    <a:pt x="225301" y="1069838"/>
                  </a:moveTo>
                  <a:lnTo>
                    <a:pt x="250804" y="1152053"/>
                  </a:lnTo>
                  <a:lnTo>
                    <a:pt x="329941" y="1133381"/>
                  </a:lnTo>
                  <a:close/>
                  <a:moveTo>
                    <a:pt x="210746" y="987622"/>
                  </a:moveTo>
                  <a:lnTo>
                    <a:pt x="323139" y="1038819"/>
                  </a:lnTo>
                  <a:lnTo>
                    <a:pt x="289912" y="965740"/>
                  </a:lnTo>
                  <a:close/>
                  <a:moveTo>
                    <a:pt x="210746" y="987622"/>
                  </a:moveTo>
                  <a:lnTo>
                    <a:pt x="225301" y="1069838"/>
                  </a:lnTo>
                  <a:lnTo>
                    <a:pt x="323139" y="1038819"/>
                  </a:lnTo>
                  <a:close/>
                  <a:moveTo>
                    <a:pt x="732806" y="1524692"/>
                  </a:moveTo>
                  <a:lnTo>
                    <a:pt x="752093" y="1606907"/>
                  </a:lnTo>
                  <a:lnTo>
                    <a:pt x="802283" y="1592297"/>
                  </a:lnTo>
                  <a:close/>
                  <a:moveTo>
                    <a:pt x="1312312" y="1780889"/>
                  </a:moveTo>
                  <a:lnTo>
                    <a:pt x="1175680" y="1740336"/>
                  </a:lnTo>
                  <a:lnTo>
                    <a:pt x="1211966" y="1815116"/>
                  </a:lnTo>
                  <a:close/>
                  <a:moveTo>
                    <a:pt x="1345778" y="1694464"/>
                  </a:moveTo>
                  <a:lnTo>
                    <a:pt x="1336896" y="1776679"/>
                  </a:lnTo>
                  <a:lnTo>
                    <a:pt x="1425258" y="1738243"/>
                  </a:lnTo>
                  <a:close/>
                  <a:moveTo>
                    <a:pt x="1345778" y="1694464"/>
                  </a:moveTo>
                  <a:lnTo>
                    <a:pt x="1425258" y="1738243"/>
                  </a:lnTo>
                  <a:lnTo>
                    <a:pt x="1407116" y="1656028"/>
                  </a:lnTo>
                  <a:close/>
                  <a:moveTo>
                    <a:pt x="1407116" y="1656028"/>
                  </a:moveTo>
                  <a:lnTo>
                    <a:pt x="1470270" y="1638833"/>
                  </a:lnTo>
                  <a:lnTo>
                    <a:pt x="1450268" y="1629234"/>
                  </a:lnTo>
                  <a:close/>
                  <a:moveTo>
                    <a:pt x="1456169" y="1699807"/>
                  </a:moveTo>
                  <a:lnTo>
                    <a:pt x="1470270" y="1638833"/>
                  </a:lnTo>
                  <a:lnTo>
                    <a:pt x="1407116" y="1656028"/>
                  </a:lnTo>
                  <a:close/>
                  <a:moveTo>
                    <a:pt x="1425258" y="1738243"/>
                  </a:moveTo>
                  <a:lnTo>
                    <a:pt x="1456169" y="1699807"/>
                  </a:lnTo>
                  <a:lnTo>
                    <a:pt x="1407116" y="1656028"/>
                  </a:lnTo>
                  <a:close/>
                  <a:moveTo>
                    <a:pt x="1430887" y="1535376"/>
                  </a:moveTo>
                  <a:lnTo>
                    <a:pt x="1450268" y="1629234"/>
                  </a:lnTo>
                  <a:lnTo>
                    <a:pt x="1460004" y="1600450"/>
                  </a:lnTo>
                  <a:close/>
                  <a:moveTo>
                    <a:pt x="1407116" y="1656028"/>
                  </a:moveTo>
                  <a:lnTo>
                    <a:pt x="1450268" y="1629234"/>
                  </a:lnTo>
                  <a:lnTo>
                    <a:pt x="1430887" y="1535376"/>
                  </a:lnTo>
                  <a:close/>
                  <a:moveTo>
                    <a:pt x="1450268" y="1629234"/>
                  </a:moveTo>
                  <a:lnTo>
                    <a:pt x="1474423" y="1617592"/>
                  </a:lnTo>
                  <a:lnTo>
                    <a:pt x="1460004" y="1600450"/>
                  </a:lnTo>
                  <a:close/>
                  <a:moveTo>
                    <a:pt x="631803" y="669752"/>
                  </a:moveTo>
                  <a:lnTo>
                    <a:pt x="686093" y="657534"/>
                  </a:lnTo>
                  <a:lnTo>
                    <a:pt x="631977" y="669446"/>
                  </a:lnTo>
                  <a:close/>
                  <a:moveTo>
                    <a:pt x="686093" y="657534"/>
                  </a:moveTo>
                  <a:lnTo>
                    <a:pt x="690776" y="631010"/>
                  </a:lnTo>
                  <a:lnTo>
                    <a:pt x="631977" y="669446"/>
                  </a:lnTo>
                  <a:close/>
                  <a:moveTo>
                    <a:pt x="610096" y="587231"/>
                  </a:moveTo>
                  <a:lnTo>
                    <a:pt x="631977" y="669446"/>
                  </a:lnTo>
                  <a:lnTo>
                    <a:pt x="690776" y="631010"/>
                  </a:lnTo>
                  <a:close/>
                  <a:moveTo>
                    <a:pt x="610096" y="587231"/>
                  </a:moveTo>
                  <a:lnTo>
                    <a:pt x="690776" y="631010"/>
                  </a:lnTo>
                  <a:lnTo>
                    <a:pt x="683555" y="548795"/>
                  </a:lnTo>
                  <a:close/>
                  <a:moveTo>
                    <a:pt x="1466448" y="1515987"/>
                  </a:moveTo>
                  <a:lnTo>
                    <a:pt x="1460004" y="1600450"/>
                  </a:lnTo>
                  <a:lnTo>
                    <a:pt x="1500789" y="1496940"/>
                  </a:lnTo>
                  <a:close/>
                  <a:moveTo>
                    <a:pt x="1500789" y="1496940"/>
                  </a:moveTo>
                  <a:lnTo>
                    <a:pt x="1460004" y="1600450"/>
                  </a:lnTo>
                  <a:lnTo>
                    <a:pt x="1474423" y="1617592"/>
                  </a:lnTo>
                  <a:close/>
                  <a:moveTo>
                    <a:pt x="1430887" y="1535376"/>
                  </a:moveTo>
                  <a:lnTo>
                    <a:pt x="1460004" y="1600450"/>
                  </a:lnTo>
                  <a:lnTo>
                    <a:pt x="1466448" y="1515987"/>
                  </a:lnTo>
                  <a:close/>
                  <a:moveTo>
                    <a:pt x="1404058" y="1453161"/>
                  </a:moveTo>
                  <a:lnTo>
                    <a:pt x="1466448" y="1515987"/>
                  </a:lnTo>
                  <a:lnTo>
                    <a:pt x="1444769" y="1433520"/>
                  </a:lnTo>
                  <a:close/>
                  <a:moveTo>
                    <a:pt x="1404058" y="1453161"/>
                  </a:moveTo>
                  <a:lnTo>
                    <a:pt x="1430887" y="1535376"/>
                  </a:lnTo>
                  <a:lnTo>
                    <a:pt x="1466448" y="1515987"/>
                  </a:lnTo>
                  <a:close/>
                  <a:moveTo>
                    <a:pt x="1500789" y="1496940"/>
                  </a:moveTo>
                  <a:lnTo>
                    <a:pt x="1482133" y="1414725"/>
                  </a:lnTo>
                  <a:lnTo>
                    <a:pt x="1466448" y="1515987"/>
                  </a:lnTo>
                  <a:close/>
                  <a:moveTo>
                    <a:pt x="1482133" y="1414725"/>
                  </a:moveTo>
                  <a:lnTo>
                    <a:pt x="1444769" y="1433520"/>
                  </a:lnTo>
                  <a:lnTo>
                    <a:pt x="1466448" y="1515987"/>
                  </a:lnTo>
                  <a:close/>
                  <a:moveTo>
                    <a:pt x="683555" y="548795"/>
                  </a:moveTo>
                  <a:lnTo>
                    <a:pt x="792395" y="599414"/>
                  </a:lnTo>
                  <a:lnTo>
                    <a:pt x="765160" y="521463"/>
                  </a:lnTo>
                  <a:close/>
                  <a:moveTo>
                    <a:pt x="683555" y="548795"/>
                  </a:moveTo>
                  <a:lnTo>
                    <a:pt x="690776" y="631010"/>
                  </a:lnTo>
                  <a:lnTo>
                    <a:pt x="792395" y="599414"/>
                  </a:lnTo>
                  <a:close/>
                  <a:moveTo>
                    <a:pt x="834531" y="592573"/>
                  </a:moveTo>
                  <a:lnTo>
                    <a:pt x="860488" y="537045"/>
                  </a:lnTo>
                  <a:lnTo>
                    <a:pt x="792395" y="599414"/>
                  </a:lnTo>
                  <a:close/>
                  <a:moveTo>
                    <a:pt x="792395" y="599414"/>
                  </a:moveTo>
                  <a:lnTo>
                    <a:pt x="843312" y="518519"/>
                  </a:lnTo>
                  <a:lnTo>
                    <a:pt x="765160" y="521463"/>
                  </a:lnTo>
                  <a:close/>
                  <a:moveTo>
                    <a:pt x="718080" y="498467"/>
                  </a:moveTo>
                  <a:lnTo>
                    <a:pt x="683555" y="548795"/>
                  </a:lnTo>
                  <a:lnTo>
                    <a:pt x="765160" y="521463"/>
                  </a:lnTo>
                  <a:close/>
                  <a:moveTo>
                    <a:pt x="1609278" y="1091207"/>
                  </a:moveTo>
                  <a:lnTo>
                    <a:pt x="1665070" y="1175419"/>
                  </a:lnTo>
                  <a:lnTo>
                    <a:pt x="1666478" y="1169502"/>
                  </a:lnTo>
                  <a:close/>
                  <a:moveTo>
                    <a:pt x="1665070" y="1175419"/>
                  </a:moveTo>
                  <a:lnTo>
                    <a:pt x="1682338" y="1173421"/>
                  </a:lnTo>
                  <a:lnTo>
                    <a:pt x="1666478" y="1169502"/>
                  </a:lnTo>
                  <a:close/>
                  <a:moveTo>
                    <a:pt x="1287037" y="312834"/>
                  </a:moveTo>
                  <a:lnTo>
                    <a:pt x="1350022" y="356613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09915" y="438828"/>
                  </a:lnTo>
                  <a:lnTo>
                    <a:pt x="1455323" y="318176"/>
                  </a:lnTo>
                  <a:close/>
                  <a:moveTo>
                    <a:pt x="1339605" y="274397"/>
                  </a:moveTo>
                  <a:lnTo>
                    <a:pt x="1451554" y="277644"/>
                  </a:lnTo>
                  <a:lnTo>
                    <a:pt x="1436873" y="238832"/>
                  </a:lnTo>
                  <a:close/>
                  <a:moveTo>
                    <a:pt x="1455323" y="318176"/>
                  </a:moveTo>
                  <a:lnTo>
                    <a:pt x="1451554" y="277644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55323" y="318176"/>
                  </a:lnTo>
                  <a:lnTo>
                    <a:pt x="1339605" y="274397"/>
                  </a:lnTo>
                  <a:close/>
                  <a:moveTo>
                    <a:pt x="1297576" y="191394"/>
                  </a:moveTo>
                  <a:lnTo>
                    <a:pt x="1297333" y="194899"/>
                  </a:lnTo>
                  <a:lnTo>
                    <a:pt x="1407203" y="153746"/>
                  </a:lnTo>
                  <a:close/>
                  <a:moveTo>
                    <a:pt x="1297333" y="194899"/>
                  </a:moveTo>
                  <a:lnTo>
                    <a:pt x="1339605" y="274397"/>
                  </a:lnTo>
                  <a:lnTo>
                    <a:pt x="1407203" y="153746"/>
                  </a:lnTo>
                  <a:close/>
                  <a:moveTo>
                    <a:pt x="1407203" y="153746"/>
                  </a:moveTo>
                  <a:lnTo>
                    <a:pt x="1339605" y="274397"/>
                  </a:lnTo>
                  <a:lnTo>
                    <a:pt x="1431262" y="201777"/>
                  </a:lnTo>
                  <a:close/>
                  <a:moveTo>
                    <a:pt x="1431262" y="201777"/>
                  </a:moveTo>
                  <a:lnTo>
                    <a:pt x="1339605" y="274397"/>
                  </a:lnTo>
                  <a:lnTo>
                    <a:pt x="1436873" y="238832"/>
                  </a:lnTo>
                  <a:close/>
                  <a:moveTo>
                    <a:pt x="1436873" y="238832"/>
                  </a:moveTo>
                  <a:lnTo>
                    <a:pt x="1459139" y="235961"/>
                  </a:lnTo>
                  <a:lnTo>
                    <a:pt x="1431262" y="201777"/>
                  </a:lnTo>
                  <a:close/>
                  <a:moveTo>
                    <a:pt x="1436873" y="238832"/>
                  </a:moveTo>
                  <a:lnTo>
                    <a:pt x="1451554" y="277644"/>
                  </a:lnTo>
                  <a:lnTo>
                    <a:pt x="1459139" y="235961"/>
                  </a:lnTo>
                  <a:close/>
                  <a:moveTo>
                    <a:pt x="1465355" y="329242"/>
                  </a:moveTo>
                  <a:lnTo>
                    <a:pt x="1478029" y="305466"/>
                  </a:lnTo>
                  <a:lnTo>
                    <a:pt x="1455323" y="318176"/>
                  </a:lnTo>
                  <a:close/>
                  <a:moveTo>
                    <a:pt x="1451554" y="277644"/>
                  </a:moveTo>
                  <a:lnTo>
                    <a:pt x="1455323" y="318176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59139" y="235961"/>
                  </a:lnTo>
                  <a:lnTo>
                    <a:pt x="1581697" y="270368"/>
                  </a:lnTo>
                  <a:close/>
                  <a:moveTo>
                    <a:pt x="1459139" y="235961"/>
                  </a:moveTo>
                  <a:lnTo>
                    <a:pt x="1451554" y="277644"/>
                  </a:lnTo>
                  <a:lnTo>
                    <a:pt x="1581697" y="270368"/>
                  </a:lnTo>
                  <a:close/>
                  <a:moveTo>
                    <a:pt x="1581697" y="270368"/>
                  </a:moveTo>
                  <a:lnTo>
                    <a:pt x="1451554" y="277644"/>
                  </a:lnTo>
                  <a:lnTo>
                    <a:pt x="1567760" y="279740"/>
                  </a:lnTo>
                  <a:close/>
                  <a:moveTo>
                    <a:pt x="1567760" y="279740"/>
                  </a:moveTo>
                  <a:lnTo>
                    <a:pt x="1451554" y="277644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31262" y="201777"/>
                  </a:lnTo>
                  <a:lnTo>
                    <a:pt x="1459139" y="235961"/>
                  </a:lnTo>
                  <a:close/>
                  <a:moveTo>
                    <a:pt x="1426104" y="147496"/>
                  </a:moveTo>
                  <a:lnTo>
                    <a:pt x="1431262" y="201777"/>
                  </a:lnTo>
                  <a:lnTo>
                    <a:pt x="1534201" y="220298"/>
                  </a:lnTo>
                  <a:close/>
                  <a:moveTo>
                    <a:pt x="1534201" y="220298"/>
                  </a:moveTo>
                  <a:lnTo>
                    <a:pt x="1606672" y="197524"/>
                  </a:lnTo>
                  <a:lnTo>
                    <a:pt x="1622528" y="144372"/>
                  </a:lnTo>
                  <a:close/>
                  <a:moveTo>
                    <a:pt x="1534201" y="220298"/>
                  </a:moveTo>
                  <a:lnTo>
                    <a:pt x="1581697" y="270368"/>
                  </a:lnTo>
                  <a:lnTo>
                    <a:pt x="1606672" y="197524"/>
                  </a:lnTo>
                  <a:close/>
                  <a:moveTo>
                    <a:pt x="1407203" y="153746"/>
                  </a:moveTo>
                  <a:lnTo>
                    <a:pt x="1431262" y="201777"/>
                  </a:lnTo>
                  <a:lnTo>
                    <a:pt x="1426104" y="147496"/>
                  </a:lnTo>
                  <a:close/>
                  <a:moveTo>
                    <a:pt x="1381930" y="71531"/>
                  </a:moveTo>
                  <a:lnTo>
                    <a:pt x="1426104" y="147496"/>
                  </a:lnTo>
                  <a:lnTo>
                    <a:pt x="1401292" y="67575"/>
                  </a:lnTo>
                  <a:close/>
                  <a:moveTo>
                    <a:pt x="1381930" y="71531"/>
                  </a:moveTo>
                  <a:lnTo>
                    <a:pt x="1407203" y="153746"/>
                  </a:lnTo>
                  <a:lnTo>
                    <a:pt x="1426104" y="147496"/>
                  </a:lnTo>
                  <a:close/>
                  <a:moveTo>
                    <a:pt x="1673045" y="168013"/>
                  </a:moveTo>
                  <a:lnTo>
                    <a:pt x="1606672" y="197524"/>
                  </a:lnTo>
                  <a:lnTo>
                    <a:pt x="1693661" y="195121"/>
                  </a:lnTo>
                  <a:close/>
                  <a:moveTo>
                    <a:pt x="1693661" y="195121"/>
                  </a:moveTo>
                  <a:lnTo>
                    <a:pt x="1606672" y="197524"/>
                  </a:lnTo>
                  <a:lnTo>
                    <a:pt x="1581697" y="270368"/>
                  </a:lnTo>
                  <a:close/>
                  <a:moveTo>
                    <a:pt x="1622528" y="144372"/>
                  </a:moveTo>
                  <a:lnTo>
                    <a:pt x="1606672" y="197524"/>
                  </a:lnTo>
                  <a:lnTo>
                    <a:pt x="1673045" y="168013"/>
                  </a:lnTo>
                  <a:close/>
                  <a:moveTo>
                    <a:pt x="1622528" y="144372"/>
                  </a:moveTo>
                  <a:lnTo>
                    <a:pt x="1673045" y="168013"/>
                  </a:lnTo>
                  <a:lnTo>
                    <a:pt x="1637471" y="115310"/>
                  </a:lnTo>
                  <a:close/>
                  <a:moveTo>
                    <a:pt x="1637471" y="115310"/>
                  </a:moveTo>
                  <a:lnTo>
                    <a:pt x="1673045" y="168013"/>
                  </a:lnTo>
                  <a:lnTo>
                    <a:pt x="1693543" y="159088"/>
                  </a:lnTo>
                  <a:close/>
                  <a:moveTo>
                    <a:pt x="1637471" y="115310"/>
                  </a:moveTo>
                  <a:lnTo>
                    <a:pt x="1693543" y="159088"/>
                  </a:lnTo>
                  <a:lnTo>
                    <a:pt x="1703449" y="76873"/>
                  </a:lnTo>
                  <a:close/>
                  <a:moveTo>
                    <a:pt x="1673045" y="168013"/>
                  </a:moveTo>
                  <a:lnTo>
                    <a:pt x="1693661" y="195121"/>
                  </a:lnTo>
                  <a:lnTo>
                    <a:pt x="1693543" y="159088"/>
                  </a:lnTo>
                  <a:close/>
                  <a:moveTo>
                    <a:pt x="1703449" y="76873"/>
                  </a:moveTo>
                  <a:lnTo>
                    <a:pt x="1786845" y="136088"/>
                  </a:lnTo>
                  <a:lnTo>
                    <a:pt x="1758053" y="59403"/>
                  </a:lnTo>
                  <a:close/>
                  <a:moveTo>
                    <a:pt x="1703449" y="76873"/>
                  </a:moveTo>
                  <a:lnTo>
                    <a:pt x="1693543" y="159088"/>
                  </a:lnTo>
                  <a:lnTo>
                    <a:pt x="1786845" y="136088"/>
                  </a:lnTo>
                  <a:close/>
                  <a:moveTo>
                    <a:pt x="1786845" y="136088"/>
                  </a:moveTo>
                  <a:lnTo>
                    <a:pt x="1842449" y="51383"/>
                  </a:lnTo>
                  <a:lnTo>
                    <a:pt x="1758053" y="59403"/>
                  </a:lnTo>
                  <a:close/>
                  <a:moveTo>
                    <a:pt x="1728437" y="46485"/>
                  </a:moveTo>
                  <a:lnTo>
                    <a:pt x="1703449" y="76873"/>
                  </a:lnTo>
                  <a:lnTo>
                    <a:pt x="1758053" y="59403"/>
                  </a:lnTo>
                  <a:close/>
                  <a:moveTo>
                    <a:pt x="1995520" y="82215"/>
                  </a:moveTo>
                  <a:lnTo>
                    <a:pt x="1980449" y="99874"/>
                  </a:lnTo>
                  <a:lnTo>
                    <a:pt x="1944894" y="146722"/>
                  </a:lnTo>
                  <a:close/>
                  <a:moveTo>
                    <a:pt x="1984427" y="15874"/>
                  </a:moveTo>
                  <a:lnTo>
                    <a:pt x="1980449" y="99874"/>
                  </a:lnTo>
                  <a:lnTo>
                    <a:pt x="1995520" y="82215"/>
                  </a:lnTo>
                  <a:close/>
                  <a:moveTo>
                    <a:pt x="1985624" y="0"/>
                  </a:moveTo>
                  <a:lnTo>
                    <a:pt x="1980449" y="99874"/>
                  </a:lnTo>
                  <a:lnTo>
                    <a:pt x="1984427" y="15874"/>
                  </a:lnTo>
                  <a:close/>
                  <a:moveTo>
                    <a:pt x="1985624" y="0"/>
                  </a:moveTo>
                  <a:lnTo>
                    <a:pt x="1976923" y="2650"/>
                  </a:lnTo>
                  <a:lnTo>
                    <a:pt x="1949024" y="98710"/>
                  </a:lnTo>
                  <a:close/>
                  <a:moveTo>
                    <a:pt x="2014957" y="71821"/>
                  </a:moveTo>
                  <a:lnTo>
                    <a:pt x="1995520" y="82215"/>
                  </a:lnTo>
                  <a:lnTo>
                    <a:pt x="2063499" y="96307"/>
                  </a:lnTo>
                  <a:close/>
                  <a:moveTo>
                    <a:pt x="1984427" y="15874"/>
                  </a:moveTo>
                  <a:lnTo>
                    <a:pt x="1995520" y="82215"/>
                  </a:lnTo>
                  <a:lnTo>
                    <a:pt x="2014957" y="71821"/>
                  </a:lnTo>
                  <a:close/>
                  <a:moveTo>
                    <a:pt x="1985624" y="0"/>
                  </a:moveTo>
                  <a:lnTo>
                    <a:pt x="1984427" y="15874"/>
                  </a:lnTo>
                  <a:lnTo>
                    <a:pt x="2119221" y="25984"/>
                  </a:lnTo>
                  <a:close/>
                  <a:moveTo>
                    <a:pt x="2119221" y="25984"/>
                  </a:moveTo>
                  <a:lnTo>
                    <a:pt x="1984427" y="15874"/>
                  </a:lnTo>
                  <a:lnTo>
                    <a:pt x="2096837" y="43779"/>
                  </a:lnTo>
                  <a:close/>
                  <a:moveTo>
                    <a:pt x="2096837" y="43779"/>
                  </a:moveTo>
                  <a:lnTo>
                    <a:pt x="1984427" y="15874"/>
                  </a:lnTo>
                  <a:lnTo>
                    <a:pt x="2014957" y="7182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25" name="Candidate_density__2044">
              <a:extLst>
                <a:ext uri="{FF2B5EF4-FFF2-40B4-BE49-F238E27FC236}">
                  <a16:creationId xmlns:a16="http://schemas.microsoft.com/office/drawing/2014/main" id="{CDA06F64-8B97-A018-D449-29364A260CBB}"/>
                </a:ext>
              </a:extLst>
            </p:cNvPr>
            <p:cNvSpPr>
              <a:spLocks noGrp="1"/>
            </p:cNvSpPr>
            <p:nvPr/>
          </p:nvSpPr>
          <p:spPr>
            <a:xfrm>
              <a:off x="4677152" y="2165924"/>
              <a:ext cx="1955093" cy="3370459"/>
            </a:xfrm>
            <a:custGeom>
              <a:avLst/>
              <a:gdLst/>
              <a:ahLst/>
              <a:cxnLst/>
              <a:rect l="0" t="0" r="0" b="0"/>
              <a:pathLst>
                <a:path w="1955093" h="3370459">
                  <a:moveTo>
                    <a:pt x="489406" y="3206029"/>
                  </a:moveTo>
                  <a:lnTo>
                    <a:pt x="451636" y="3266497"/>
                  </a:lnTo>
                  <a:lnTo>
                    <a:pt x="493846" y="3209109"/>
                  </a:lnTo>
                  <a:close/>
                  <a:moveTo>
                    <a:pt x="493846" y="3209109"/>
                  </a:moveTo>
                  <a:lnTo>
                    <a:pt x="564259" y="3208707"/>
                  </a:lnTo>
                  <a:lnTo>
                    <a:pt x="527850" y="3206029"/>
                  </a:lnTo>
                  <a:close/>
                  <a:moveTo>
                    <a:pt x="0" y="2712738"/>
                  </a:moveTo>
                  <a:lnTo>
                    <a:pt x="37051" y="2733804"/>
                  </a:lnTo>
                  <a:lnTo>
                    <a:pt x="76505" y="2763373"/>
                  </a:lnTo>
                  <a:close/>
                  <a:moveTo>
                    <a:pt x="153239" y="2771613"/>
                  </a:moveTo>
                  <a:lnTo>
                    <a:pt x="76505" y="2763373"/>
                  </a:lnTo>
                  <a:lnTo>
                    <a:pt x="37051" y="2733804"/>
                  </a:lnTo>
                  <a:close/>
                  <a:moveTo>
                    <a:pt x="743212" y="3370459"/>
                  </a:moveTo>
                  <a:lnTo>
                    <a:pt x="752847" y="3332023"/>
                  </a:lnTo>
                  <a:lnTo>
                    <a:pt x="674743" y="3328141"/>
                  </a:lnTo>
                  <a:close/>
                  <a:moveTo>
                    <a:pt x="752847" y="3332023"/>
                  </a:moveTo>
                  <a:lnTo>
                    <a:pt x="731462" y="3324999"/>
                  </a:lnTo>
                  <a:lnTo>
                    <a:pt x="674743" y="3328141"/>
                  </a:lnTo>
                  <a:close/>
                  <a:moveTo>
                    <a:pt x="493846" y="3209109"/>
                  </a:moveTo>
                  <a:lnTo>
                    <a:pt x="457474" y="3174337"/>
                  </a:lnTo>
                  <a:lnTo>
                    <a:pt x="489406" y="3206029"/>
                  </a:lnTo>
                  <a:close/>
                  <a:moveTo>
                    <a:pt x="557453" y="3231723"/>
                  </a:moveTo>
                  <a:lnTo>
                    <a:pt x="527850" y="3206029"/>
                  </a:lnTo>
                  <a:lnTo>
                    <a:pt x="620334" y="3263211"/>
                  </a:lnTo>
                  <a:close/>
                  <a:moveTo>
                    <a:pt x="493846" y="3209109"/>
                  </a:moveTo>
                  <a:lnTo>
                    <a:pt x="527850" y="3206029"/>
                  </a:lnTo>
                  <a:lnTo>
                    <a:pt x="557453" y="3231723"/>
                  </a:lnTo>
                  <a:close/>
                  <a:moveTo>
                    <a:pt x="397976" y="2838733"/>
                  </a:moveTo>
                  <a:lnTo>
                    <a:pt x="369369" y="2807167"/>
                  </a:lnTo>
                  <a:lnTo>
                    <a:pt x="422389" y="2863084"/>
                  </a:lnTo>
                  <a:close/>
                  <a:moveTo>
                    <a:pt x="55764" y="2518406"/>
                  </a:moveTo>
                  <a:lnTo>
                    <a:pt x="13041" y="2453048"/>
                  </a:lnTo>
                  <a:lnTo>
                    <a:pt x="18154" y="2509872"/>
                  </a:lnTo>
                  <a:close/>
                  <a:moveTo>
                    <a:pt x="807010" y="3293586"/>
                  </a:moveTo>
                  <a:lnTo>
                    <a:pt x="752847" y="3332023"/>
                  </a:lnTo>
                  <a:lnTo>
                    <a:pt x="813424" y="3352784"/>
                  </a:lnTo>
                  <a:close/>
                  <a:moveTo>
                    <a:pt x="752847" y="3332023"/>
                  </a:moveTo>
                  <a:lnTo>
                    <a:pt x="807010" y="3293586"/>
                  </a:lnTo>
                  <a:lnTo>
                    <a:pt x="731462" y="3324999"/>
                  </a:lnTo>
                  <a:close/>
                  <a:moveTo>
                    <a:pt x="543294" y="2900130"/>
                  </a:moveTo>
                  <a:lnTo>
                    <a:pt x="510378" y="2840515"/>
                  </a:lnTo>
                  <a:lnTo>
                    <a:pt x="466040" y="2889946"/>
                  </a:lnTo>
                  <a:close/>
                  <a:moveTo>
                    <a:pt x="151069" y="2389220"/>
                  </a:moveTo>
                  <a:lnTo>
                    <a:pt x="97745" y="2427657"/>
                  </a:lnTo>
                  <a:lnTo>
                    <a:pt x="132067" y="2471436"/>
                  </a:lnTo>
                  <a:close/>
                  <a:moveTo>
                    <a:pt x="175448" y="2389220"/>
                  </a:moveTo>
                  <a:lnTo>
                    <a:pt x="159873" y="2494359"/>
                  </a:lnTo>
                  <a:lnTo>
                    <a:pt x="205446" y="2472944"/>
                  </a:lnTo>
                  <a:close/>
                  <a:moveTo>
                    <a:pt x="467152" y="2626508"/>
                  </a:moveTo>
                  <a:lnTo>
                    <a:pt x="514015" y="2638912"/>
                  </a:lnTo>
                  <a:lnTo>
                    <a:pt x="407104" y="2614734"/>
                  </a:lnTo>
                  <a:close/>
                  <a:moveTo>
                    <a:pt x="480971" y="2635866"/>
                  </a:moveTo>
                  <a:lnTo>
                    <a:pt x="539015" y="2668926"/>
                  </a:lnTo>
                  <a:lnTo>
                    <a:pt x="514015" y="2638912"/>
                  </a:lnTo>
                  <a:close/>
                  <a:moveTo>
                    <a:pt x="514015" y="2638912"/>
                  </a:moveTo>
                  <a:lnTo>
                    <a:pt x="539015" y="2668926"/>
                  </a:lnTo>
                  <a:lnTo>
                    <a:pt x="588172" y="2637515"/>
                  </a:lnTo>
                  <a:close/>
                  <a:moveTo>
                    <a:pt x="480971" y="2635866"/>
                  </a:moveTo>
                  <a:lnTo>
                    <a:pt x="514015" y="2638912"/>
                  </a:lnTo>
                  <a:lnTo>
                    <a:pt x="467152" y="2626508"/>
                  </a:lnTo>
                  <a:close/>
                  <a:moveTo>
                    <a:pt x="956199" y="3171935"/>
                  </a:moveTo>
                  <a:lnTo>
                    <a:pt x="955514" y="3174974"/>
                  </a:lnTo>
                  <a:lnTo>
                    <a:pt x="955529" y="3172935"/>
                  </a:lnTo>
                  <a:close/>
                  <a:moveTo>
                    <a:pt x="956199" y="3171935"/>
                  </a:moveTo>
                  <a:lnTo>
                    <a:pt x="955529" y="3172935"/>
                  </a:lnTo>
                  <a:lnTo>
                    <a:pt x="954584" y="3171497"/>
                  </a:lnTo>
                  <a:close/>
                  <a:moveTo>
                    <a:pt x="1027620" y="2974278"/>
                  </a:moveTo>
                  <a:lnTo>
                    <a:pt x="1016962" y="3090720"/>
                  </a:lnTo>
                  <a:lnTo>
                    <a:pt x="1121512" y="3023092"/>
                  </a:lnTo>
                  <a:close/>
                  <a:moveTo>
                    <a:pt x="594168" y="2483746"/>
                  </a:moveTo>
                  <a:lnTo>
                    <a:pt x="521707" y="2582156"/>
                  </a:lnTo>
                  <a:lnTo>
                    <a:pt x="600689" y="2578537"/>
                  </a:lnTo>
                  <a:close/>
                  <a:moveTo>
                    <a:pt x="459001" y="2432999"/>
                  </a:moveTo>
                  <a:lnTo>
                    <a:pt x="599622" y="2465122"/>
                  </a:lnTo>
                  <a:lnTo>
                    <a:pt x="548964" y="2476778"/>
                  </a:lnTo>
                  <a:close/>
                  <a:moveTo>
                    <a:pt x="548964" y="2476778"/>
                  </a:moveTo>
                  <a:lnTo>
                    <a:pt x="594168" y="2483746"/>
                  </a:lnTo>
                  <a:lnTo>
                    <a:pt x="459001" y="2432999"/>
                  </a:lnTo>
                  <a:close/>
                  <a:moveTo>
                    <a:pt x="284416" y="2253517"/>
                  </a:moveTo>
                  <a:lnTo>
                    <a:pt x="322246" y="2322853"/>
                  </a:lnTo>
                  <a:lnTo>
                    <a:pt x="367289" y="2246734"/>
                  </a:lnTo>
                  <a:close/>
                  <a:moveTo>
                    <a:pt x="284416" y="2253517"/>
                  </a:moveTo>
                  <a:lnTo>
                    <a:pt x="367289" y="2246734"/>
                  </a:lnTo>
                  <a:lnTo>
                    <a:pt x="306582" y="2205468"/>
                  </a:lnTo>
                  <a:close/>
                  <a:moveTo>
                    <a:pt x="367289" y="2246734"/>
                  </a:moveTo>
                  <a:lnTo>
                    <a:pt x="420414" y="2264136"/>
                  </a:lnTo>
                  <a:lnTo>
                    <a:pt x="377810" y="2193118"/>
                  </a:lnTo>
                  <a:close/>
                  <a:moveTo>
                    <a:pt x="1140567" y="2931632"/>
                  </a:moveTo>
                  <a:lnTo>
                    <a:pt x="1121512" y="3023092"/>
                  </a:lnTo>
                  <a:lnTo>
                    <a:pt x="1169541" y="2987465"/>
                  </a:lnTo>
                  <a:close/>
                  <a:moveTo>
                    <a:pt x="639785" y="2400080"/>
                  </a:moveTo>
                  <a:lnTo>
                    <a:pt x="692288" y="2364476"/>
                  </a:lnTo>
                  <a:lnTo>
                    <a:pt x="680761" y="2356126"/>
                  </a:lnTo>
                  <a:close/>
                  <a:moveTo>
                    <a:pt x="669685" y="2448421"/>
                  </a:moveTo>
                  <a:lnTo>
                    <a:pt x="692288" y="2364476"/>
                  </a:lnTo>
                  <a:lnTo>
                    <a:pt x="639785" y="2400080"/>
                  </a:lnTo>
                  <a:close/>
                  <a:moveTo>
                    <a:pt x="599622" y="2465122"/>
                  </a:moveTo>
                  <a:lnTo>
                    <a:pt x="669685" y="2448421"/>
                  </a:lnTo>
                  <a:lnTo>
                    <a:pt x="639785" y="2400080"/>
                  </a:lnTo>
                  <a:close/>
                  <a:moveTo>
                    <a:pt x="692288" y="2364476"/>
                  </a:moveTo>
                  <a:lnTo>
                    <a:pt x="610090" y="2289058"/>
                  </a:lnTo>
                  <a:lnTo>
                    <a:pt x="680761" y="2356126"/>
                  </a:lnTo>
                  <a:close/>
                  <a:moveTo>
                    <a:pt x="444069" y="2144813"/>
                  </a:moveTo>
                  <a:lnTo>
                    <a:pt x="381405" y="2135166"/>
                  </a:lnTo>
                  <a:lnTo>
                    <a:pt x="377810" y="2193118"/>
                  </a:lnTo>
                  <a:close/>
                  <a:moveTo>
                    <a:pt x="1271467" y="2874692"/>
                  </a:moveTo>
                  <a:lnTo>
                    <a:pt x="1189731" y="2810980"/>
                  </a:lnTo>
                  <a:lnTo>
                    <a:pt x="1250601" y="2914183"/>
                  </a:lnTo>
                  <a:close/>
                  <a:moveTo>
                    <a:pt x="1185578" y="2832222"/>
                  </a:moveTo>
                  <a:lnTo>
                    <a:pt x="1246634" y="2893195"/>
                  </a:lnTo>
                  <a:lnTo>
                    <a:pt x="1250601" y="2914183"/>
                  </a:lnTo>
                  <a:close/>
                  <a:moveTo>
                    <a:pt x="662226" y="2328324"/>
                  </a:moveTo>
                  <a:lnTo>
                    <a:pt x="680761" y="2356126"/>
                  </a:lnTo>
                  <a:lnTo>
                    <a:pt x="610090" y="2289058"/>
                  </a:lnTo>
                  <a:close/>
                  <a:moveTo>
                    <a:pt x="493571" y="1916869"/>
                  </a:moveTo>
                  <a:lnTo>
                    <a:pt x="443791" y="1945954"/>
                  </a:lnTo>
                  <a:lnTo>
                    <a:pt x="575227" y="1943509"/>
                  </a:lnTo>
                  <a:close/>
                  <a:moveTo>
                    <a:pt x="233232" y="1716023"/>
                  </a:moveTo>
                  <a:lnTo>
                    <a:pt x="176418" y="1680171"/>
                  </a:lnTo>
                  <a:lnTo>
                    <a:pt x="205543" y="1698405"/>
                  </a:lnTo>
                  <a:close/>
                  <a:moveTo>
                    <a:pt x="935230" y="2279253"/>
                  </a:moveTo>
                  <a:lnTo>
                    <a:pt x="890448" y="2349549"/>
                  </a:lnTo>
                  <a:lnTo>
                    <a:pt x="938509" y="2285486"/>
                  </a:lnTo>
                  <a:close/>
                  <a:moveTo>
                    <a:pt x="1004491" y="2361468"/>
                  </a:moveTo>
                  <a:lnTo>
                    <a:pt x="1024475" y="2376282"/>
                  </a:lnTo>
                  <a:lnTo>
                    <a:pt x="938509" y="2285486"/>
                  </a:lnTo>
                  <a:close/>
                  <a:moveTo>
                    <a:pt x="599269" y="1879045"/>
                  </a:moveTo>
                  <a:lnTo>
                    <a:pt x="493571" y="1916869"/>
                  </a:lnTo>
                  <a:lnTo>
                    <a:pt x="575227" y="1943509"/>
                  </a:lnTo>
                  <a:close/>
                  <a:moveTo>
                    <a:pt x="498926" y="1900032"/>
                  </a:moveTo>
                  <a:lnTo>
                    <a:pt x="493571" y="1916869"/>
                  </a:lnTo>
                  <a:lnTo>
                    <a:pt x="599269" y="1879045"/>
                  </a:lnTo>
                  <a:close/>
                  <a:moveTo>
                    <a:pt x="827704" y="2014701"/>
                  </a:moveTo>
                  <a:lnTo>
                    <a:pt x="946925" y="2066852"/>
                  </a:lnTo>
                  <a:lnTo>
                    <a:pt x="860316" y="2021687"/>
                  </a:lnTo>
                  <a:close/>
                  <a:moveTo>
                    <a:pt x="881183" y="2031815"/>
                  </a:moveTo>
                  <a:lnTo>
                    <a:pt x="946925" y="2066852"/>
                  </a:lnTo>
                  <a:lnTo>
                    <a:pt x="827704" y="2014701"/>
                  </a:lnTo>
                  <a:close/>
                  <a:moveTo>
                    <a:pt x="364912" y="1418666"/>
                  </a:moveTo>
                  <a:lnTo>
                    <a:pt x="325118" y="1457103"/>
                  </a:lnTo>
                  <a:lnTo>
                    <a:pt x="394935" y="1500881"/>
                  </a:lnTo>
                  <a:close/>
                  <a:moveTo>
                    <a:pt x="946925" y="2066852"/>
                  </a:moveTo>
                  <a:lnTo>
                    <a:pt x="980320" y="2076386"/>
                  </a:lnTo>
                  <a:lnTo>
                    <a:pt x="991927" y="2019900"/>
                  </a:lnTo>
                  <a:close/>
                  <a:moveTo>
                    <a:pt x="1038650" y="1964389"/>
                  </a:moveTo>
                  <a:lnTo>
                    <a:pt x="980320" y="2076386"/>
                  </a:lnTo>
                  <a:lnTo>
                    <a:pt x="1030913" y="2070772"/>
                  </a:lnTo>
                  <a:close/>
                  <a:moveTo>
                    <a:pt x="1038650" y="1964389"/>
                  </a:moveTo>
                  <a:lnTo>
                    <a:pt x="1030913" y="2070772"/>
                  </a:lnTo>
                  <a:lnTo>
                    <a:pt x="1052991" y="2076386"/>
                  </a:lnTo>
                  <a:close/>
                  <a:moveTo>
                    <a:pt x="1038650" y="1964389"/>
                  </a:moveTo>
                  <a:lnTo>
                    <a:pt x="1014495" y="1883935"/>
                  </a:lnTo>
                  <a:lnTo>
                    <a:pt x="1033154" y="1955735"/>
                  </a:lnTo>
                  <a:close/>
                  <a:moveTo>
                    <a:pt x="1014495" y="1883935"/>
                  </a:moveTo>
                  <a:lnTo>
                    <a:pt x="1008672" y="1873520"/>
                  </a:lnTo>
                  <a:lnTo>
                    <a:pt x="1033154" y="1955735"/>
                  </a:lnTo>
                  <a:close/>
                  <a:moveTo>
                    <a:pt x="1474358" y="2430341"/>
                  </a:moveTo>
                  <a:lnTo>
                    <a:pt x="1475593" y="2366810"/>
                  </a:lnTo>
                  <a:lnTo>
                    <a:pt x="1471667" y="2355184"/>
                  </a:lnTo>
                  <a:close/>
                  <a:moveTo>
                    <a:pt x="1471667" y="2355184"/>
                  </a:moveTo>
                  <a:lnTo>
                    <a:pt x="1475593" y="2366810"/>
                  </a:lnTo>
                  <a:lnTo>
                    <a:pt x="1471695" y="2255069"/>
                  </a:lnTo>
                  <a:close/>
                  <a:moveTo>
                    <a:pt x="1274676" y="2193965"/>
                  </a:moveTo>
                  <a:lnTo>
                    <a:pt x="1346957" y="2095702"/>
                  </a:lnTo>
                  <a:lnTo>
                    <a:pt x="1273528" y="2094807"/>
                  </a:lnTo>
                  <a:close/>
                  <a:moveTo>
                    <a:pt x="1321762" y="2016093"/>
                  </a:moveTo>
                  <a:lnTo>
                    <a:pt x="1279904" y="2045422"/>
                  </a:lnTo>
                  <a:lnTo>
                    <a:pt x="1273528" y="2094807"/>
                  </a:lnTo>
                  <a:close/>
                  <a:moveTo>
                    <a:pt x="1008672" y="1873520"/>
                  </a:moveTo>
                  <a:lnTo>
                    <a:pt x="1047193" y="1835084"/>
                  </a:lnTo>
                  <a:lnTo>
                    <a:pt x="1033154" y="1955735"/>
                  </a:lnTo>
                  <a:close/>
                  <a:moveTo>
                    <a:pt x="1647853" y="2004855"/>
                  </a:moveTo>
                  <a:lnTo>
                    <a:pt x="1688497" y="2028051"/>
                  </a:lnTo>
                  <a:lnTo>
                    <a:pt x="1703579" y="1987551"/>
                  </a:lnTo>
                  <a:close/>
                  <a:moveTo>
                    <a:pt x="1703579" y="1987551"/>
                  </a:moveTo>
                  <a:lnTo>
                    <a:pt x="1688497" y="2028051"/>
                  </a:lnTo>
                  <a:lnTo>
                    <a:pt x="1723511" y="2004855"/>
                  </a:lnTo>
                  <a:close/>
                  <a:moveTo>
                    <a:pt x="1110061" y="1166188"/>
                  </a:moveTo>
                  <a:lnTo>
                    <a:pt x="1045945" y="1157721"/>
                  </a:lnTo>
                  <a:lnTo>
                    <a:pt x="1116601" y="1260964"/>
                  </a:lnTo>
                  <a:close/>
                  <a:moveTo>
                    <a:pt x="998475" y="1120121"/>
                  </a:moveTo>
                  <a:lnTo>
                    <a:pt x="1034252" y="1144268"/>
                  </a:lnTo>
                  <a:lnTo>
                    <a:pt x="1045945" y="1157721"/>
                  </a:lnTo>
                  <a:close/>
                  <a:moveTo>
                    <a:pt x="958469" y="1033997"/>
                  </a:moveTo>
                  <a:lnTo>
                    <a:pt x="925951" y="994498"/>
                  </a:lnTo>
                  <a:lnTo>
                    <a:pt x="985580" y="1071905"/>
                  </a:lnTo>
                  <a:close/>
                  <a:moveTo>
                    <a:pt x="1026726" y="1010541"/>
                  </a:moveTo>
                  <a:lnTo>
                    <a:pt x="958469" y="1033997"/>
                  </a:lnTo>
                  <a:lnTo>
                    <a:pt x="985580" y="1071905"/>
                  </a:lnTo>
                  <a:close/>
                  <a:moveTo>
                    <a:pt x="123784" y="21394"/>
                  </a:moveTo>
                  <a:lnTo>
                    <a:pt x="161807" y="90575"/>
                  </a:lnTo>
                  <a:lnTo>
                    <a:pt x="166626" y="113908"/>
                  </a:lnTo>
                  <a:close/>
                  <a:moveTo>
                    <a:pt x="75569" y="0"/>
                  </a:moveTo>
                  <a:lnTo>
                    <a:pt x="161807" y="90575"/>
                  </a:lnTo>
                  <a:lnTo>
                    <a:pt x="123784" y="21394"/>
                  </a:lnTo>
                  <a:close/>
                  <a:moveTo>
                    <a:pt x="1955093" y="2252291"/>
                  </a:moveTo>
                  <a:lnTo>
                    <a:pt x="1862488" y="2219230"/>
                  </a:lnTo>
                  <a:lnTo>
                    <a:pt x="1901668" y="2247968"/>
                  </a:lnTo>
                  <a:close/>
                  <a:moveTo>
                    <a:pt x="1482490" y="1545647"/>
                  </a:moveTo>
                  <a:lnTo>
                    <a:pt x="1483409" y="1603371"/>
                  </a:lnTo>
                  <a:lnTo>
                    <a:pt x="1486244" y="1555344"/>
                  </a:lnTo>
                  <a:close/>
                  <a:moveTo>
                    <a:pt x="1486244" y="1555344"/>
                  </a:moveTo>
                  <a:lnTo>
                    <a:pt x="1502047" y="1457855"/>
                  </a:lnTo>
                  <a:lnTo>
                    <a:pt x="1482490" y="1545647"/>
                  </a:lnTo>
                  <a:close/>
                  <a:moveTo>
                    <a:pt x="1815832" y="1656607"/>
                  </a:moveTo>
                  <a:lnTo>
                    <a:pt x="1717002" y="1704223"/>
                  </a:lnTo>
                  <a:lnTo>
                    <a:pt x="1799750" y="1734944"/>
                  </a:lnTo>
                  <a:close/>
                  <a:moveTo>
                    <a:pt x="1815832" y="1656607"/>
                  </a:moveTo>
                  <a:lnTo>
                    <a:pt x="1736952" y="1660142"/>
                  </a:lnTo>
                  <a:lnTo>
                    <a:pt x="1717002" y="1704223"/>
                  </a:lnTo>
                  <a:close/>
                  <a:moveTo>
                    <a:pt x="1736952" y="1660142"/>
                  </a:moveTo>
                  <a:lnTo>
                    <a:pt x="1815832" y="1656607"/>
                  </a:lnTo>
                  <a:lnTo>
                    <a:pt x="1753186" y="1624304"/>
                  </a:lnTo>
                  <a:close/>
                  <a:moveTo>
                    <a:pt x="1502047" y="1457855"/>
                  </a:moveTo>
                  <a:lnTo>
                    <a:pt x="1526672" y="1434693"/>
                  </a:lnTo>
                  <a:lnTo>
                    <a:pt x="1523377" y="1412315"/>
                  </a:lnTo>
                  <a:close/>
                  <a:moveTo>
                    <a:pt x="1523377" y="1412315"/>
                  </a:moveTo>
                  <a:lnTo>
                    <a:pt x="1526672" y="1434693"/>
                  </a:lnTo>
                  <a:lnTo>
                    <a:pt x="1549185" y="1355438"/>
                  </a:lnTo>
                  <a:close/>
                  <a:moveTo>
                    <a:pt x="1549854" y="1351289"/>
                  </a:moveTo>
                  <a:lnTo>
                    <a:pt x="1523377" y="1412315"/>
                  </a:lnTo>
                  <a:lnTo>
                    <a:pt x="1549185" y="1355438"/>
                  </a:lnTo>
                  <a:close/>
                  <a:moveTo>
                    <a:pt x="1888350" y="1357819"/>
                  </a:moveTo>
                  <a:lnTo>
                    <a:pt x="1863889" y="1237168"/>
                  </a:lnTo>
                  <a:lnTo>
                    <a:pt x="1915391" y="131938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26" name="Candidate_density__2045">
              <a:extLst>
                <a:ext uri="{FF2B5EF4-FFF2-40B4-BE49-F238E27FC236}">
                  <a16:creationId xmlns:a16="http://schemas.microsoft.com/office/drawing/2014/main" id="{BA090462-0585-ADAD-4E4A-DFD86D69567C}"/>
                </a:ext>
              </a:extLst>
            </p:cNvPr>
            <p:cNvSpPr>
              <a:spLocks noGrp="1"/>
            </p:cNvSpPr>
            <p:nvPr/>
          </p:nvSpPr>
          <p:spPr>
            <a:xfrm>
              <a:off x="4599460" y="2165924"/>
              <a:ext cx="1900153" cy="3377626"/>
            </a:xfrm>
            <a:custGeom>
              <a:avLst/>
              <a:gdLst/>
              <a:ahLst/>
              <a:cxnLst/>
              <a:rect l="0" t="0" r="0" b="0"/>
              <a:pathLst>
                <a:path w="1900153" h="3377626">
                  <a:moveTo>
                    <a:pt x="0" y="2666404"/>
                  </a:moveTo>
                  <a:lnTo>
                    <a:pt x="77692" y="2712738"/>
                  </a:lnTo>
                  <a:lnTo>
                    <a:pt x="63708" y="2703708"/>
                  </a:lnTo>
                  <a:close/>
                  <a:moveTo>
                    <a:pt x="0" y="2666404"/>
                  </a:moveTo>
                  <a:lnTo>
                    <a:pt x="114742" y="2733804"/>
                  </a:lnTo>
                  <a:lnTo>
                    <a:pt x="77692" y="2712738"/>
                  </a:lnTo>
                  <a:close/>
                  <a:moveTo>
                    <a:pt x="230931" y="2771613"/>
                  </a:moveTo>
                  <a:lnTo>
                    <a:pt x="114742" y="2733804"/>
                  </a:lnTo>
                  <a:lnTo>
                    <a:pt x="177002" y="2743780"/>
                  </a:lnTo>
                  <a:close/>
                  <a:moveTo>
                    <a:pt x="830539" y="3332023"/>
                  </a:moveTo>
                  <a:lnTo>
                    <a:pt x="840201" y="3377626"/>
                  </a:lnTo>
                  <a:lnTo>
                    <a:pt x="891116" y="3352784"/>
                  </a:lnTo>
                  <a:close/>
                  <a:moveTo>
                    <a:pt x="884702" y="3293586"/>
                  </a:moveTo>
                  <a:lnTo>
                    <a:pt x="891116" y="3352784"/>
                  </a:lnTo>
                  <a:lnTo>
                    <a:pt x="940391" y="3321812"/>
                  </a:lnTo>
                  <a:close/>
                  <a:moveTo>
                    <a:pt x="1016019" y="3255150"/>
                  </a:moveTo>
                  <a:lnTo>
                    <a:pt x="982843" y="3293586"/>
                  </a:lnTo>
                  <a:lnTo>
                    <a:pt x="1033206" y="3174974"/>
                  </a:lnTo>
                  <a:close/>
                  <a:moveTo>
                    <a:pt x="484796" y="2614734"/>
                  </a:moveTo>
                  <a:lnTo>
                    <a:pt x="445905" y="2597429"/>
                  </a:lnTo>
                  <a:lnTo>
                    <a:pt x="438060" y="2558314"/>
                  </a:lnTo>
                  <a:close/>
                  <a:moveTo>
                    <a:pt x="530019" y="2623471"/>
                  </a:moveTo>
                  <a:lnTo>
                    <a:pt x="544844" y="2626508"/>
                  </a:lnTo>
                  <a:lnTo>
                    <a:pt x="484796" y="2614734"/>
                  </a:lnTo>
                  <a:close/>
                  <a:moveTo>
                    <a:pt x="1065570" y="3090720"/>
                  </a:moveTo>
                  <a:lnTo>
                    <a:pt x="1088104" y="3101568"/>
                  </a:lnTo>
                  <a:lnTo>
                    <a:pt x="1096286" y="3081709"/>
                  </a:lnTo>
                  <a:close/>
                  <a:moveTo>
                    <a:pt x="444981" y="2246734"/>
                  </a:moveTo>
                  <a:lnTo>
                    <a:pt x="384628" y="2350784"/>
                  </a:lnTo>
                  <a:lnTo>
                    <a:pt x="427740" y="2304525"/>
                  </a:lnTo>
                  <a:close/>
                  <a:moveTo>
                    <a:pt x="444981" y="2246734"/>
                  </a:moveTo>
                  <a:lnTo>
                    <a:pt x="455502" y="2193118"/>
                  </a:lnTo>
                  <a:lnTo>
                    <a:pt x="384274" y="2205468"/>
                  </a:lnTo>
                  <a:close/>
                  <a:moveTo>
                    <a:pt x="455502" y="2193118"/>
                  </a:moveTo>
                  <a:lnTo>
                    <a:pt x="459096" y="2135166"/>
                  </a:lnTo>
                  <a:lnTo>
                    <a:pt x="434776" y="2179083"/>
                  </a:lnTo>
                  <a:close/>
                  <a:moveTo>
                    <a:pt x="521761" y="2144813"/>
                  </a:moveTo>
                  <a:lnTo>
                    <a:pt x="455502" y="2193118"/>
                  </a:lnTo>
                  <a:lnTo>
                    <a:pt x="519382" y="2153301"/>
                  </a:lnTo>
                  <a:close/>
                  <a:moveTo>
                    <a:pt x="459096" y="2135166"/>
                  </a:moveTo>
                  <a:lnTo>
                    <a:pt x="513391" y="2130901"/>
                  </a:lnTo>
                  <a:lnTo>
                    <a:pt x="469398" y="2027266"/>
                  </a:lnTo>
                  <a:close/>
                  <a:moveTo>
                    <a:pt x="449504" y="2109481"/>
                  </a:moveTo>
                  <a:lnTo>
                    <a:pt x="459096" y="2135166"/>
                  </a:lnTo>
                  <a:lnTo>
                    <a:pt x="468858" y="2027856"/>
                  </a:lnTo>
                  <a:close/>
                  <a:moveTo>
                    <a:pt x="288796" y="1696748"/>
                  </a:moveTo>
                  <a:lnTo>
                    <a:pt x="254110" y="1680171"/>
                  </a:lnTo>
                  <a:lnTo>
                    <a:pt x="310924" y="1716023"/>
                  </a:lnTo>
                  <a:close/>
                  <a:moveTo>
                    <a:pt x="360399" y="1685801"/>
                  </a:moveTo>
                  <a:lnTo>
                    <a:pt x="288796" y="1696748"/>
                  </a:lnTo>
                  <a:lnTo>
                    <a:pt x="310924" y="1716023"/>
                  </a:lnTo>
                  <a:close/>
                  <a:moveTo>
                    <a:pt x="333285" y="1698405"/>
                  </a:moveTo>
                  <a:lnTo>
                    <a:pt x="360399" y="1685801"/>
                  </a:lnTo>
                  <a:lnTo>
                    <a:pt x="310924" y="1716023"/>
                  </a:lnTo>
                  <a:close/>
                  <a:moveTo>
                    <a:pt x="1551710" y="2449025"/>
                  </a:moveTo>
                  <a:lnTo>
                    <a:pt x="1452311" y="2473582"/>
                  </a:lnTo>
                  <a:lnTo>
                    <a:pt x="1461870" y="2371832"/>
                  </a:lnTo>
                  <a:close/>
                  <a:moveTo>
                    <a:pt x="1069619" y="2019900"/>
                  </a:moveTo>
                  <a:lnTo>
                    <a:pt x="1058012" y="2076386"/>
                  </a:lnTo>
                  <a:lnTo>
                    <a:pt x="1116342" y="1964389"/>
                  </a:lnTo>
                  <a:close/>
                  <a:moveTo>
                    <a:pt x="1116342" y="1964389"/>
                  </a:moveTo>
                  <a:lnTo>
                    <a:pt x="1110845" y="1955735"/>
                  </a:lnTo>
                  <a:lnTo>
                    <a:pt x="1069619" y="2019900"/>
                  </a:lnTo>
                  <a:close/>
                  <a:moveTo>
                    <a:pt x="1399454" y="2016093"/>
                  </a:moveTo>
                  <a:lnTo>
                    <a:pt x="1351220" y="2094807"/>
                  </a:lnTo>
                  <a:lnTo>
                    <a:pt x="1424649" y="2095702"/>
                  </a:lnTo>
                  <a:close/>
                  <a:moveTo>
                    <a:pt x="1678759" y="1979823"/>
                  </a:moveTo>
                  <a:lnTo>
                    <a:pt x="1725545" y="2004855"/>
                  </a:lnTo>
                  <a:lnTo>
                    <a:pt x="1728144" y="1949263"/>
                  </a:lnTo>
                  <a:close/>
                  <a:moveTo>
                    <a:pt x="1106824" y="1234740"/>
                  </a:moveTo>
                  <a:lnTo>
                    <a:pt x="1123637" y="1157721"/>
                  </a:lnTo>
                  <a:lnTo>
                    <a:pt x="1081733" y="1204387"/>
                  </a:lnTo>
                  <a:close/>
                  <a:moveTo>
                    <a:pt x="1027016" y="1215009"/>
                  </a:moveTo>
                  <a:lnTo>
                    <a:pt x="1106824" y="1234740"/>
                  </a:lnTo>
                  <a:lnTo>
                    <a:pt x="1081733" y="1204387"/>
                  </a:lnTo>
                  <a:close/>
                  <a:moveTo>
                    <a:pt x="187807" y="91405"/>
                  </a:moveTo>
                  <a:lnTo>
                    <a:pt x="214802" y="128880"/>
                  </a:lnTo>
                  <a:lnTo>
                    <a:pt x="239499" y="90575"/>
                  </a:lnTo>
                  <a:close/>
                  <a:moveTo>
                    <a:pt x="177412" y="196123"/>
                  </a:moveTo>
                  <a:lnTo>
                    <a:pt x="214802" y="128880"/>
                  </a:lnTo>
                  <a:lnTo>
                    <a:pt x="176606" y="181206"/>
                  </a:lnTo>
                  <a:close/>
                  <a:moveTo>
                    <a:pt x="239499" y="90575"/>
                  </a:moveTo>
                  <a:lnTo>
                    <a:pt x="214802" y="128880"/>
                  </a:lnTo>
                  <a:lnTo>
                    <a:pt x="244318" y="113908"/>
                  </a:lnTo>
                  <a:close/>
                  <a:moveTo>
                    <a:pt x="153261" y="0"/>
                  </a:moveTo>
                  <a:lnTo>
                    <a:pt x="219048" y="75472"/>
                  </a:lnTo>
                  <a:lnTo>
                    <a:pt x="239499" y="90575"/>
                  </a:lnTo>
                  <a:close/>
                  <a:moveTo>
                    <a:pt x="1604364" y="1434693"/>
                  </a:moveTo>
                  <a:lnTo>
                    <a:pt x="1579739" y="1457855"/>
                  </a:lnTo>
                  <a:lnTo>
                    <a:pt x="1563936" y="1555344"/>
                  </a:lnTo>
                  <a:close/>
                  <a:moveTo>
                    <a:pt x="1893524" y="1656607"/>
                  </a:moveTo>
                  <a:lnTo>
                    <a:pt x="1890562" y="1568794"/>
                  </a:lnTo>
                  <a:lnTo>
                    <a:pt x="1830877" y="1624304"/>
                  </a:lnTo>
                  <a:close/>
                  <a:moveTo>
                    <a:pt x="1893524" y="1656607"/>
                  </a:moveTo>
                  <a:lnTo>
                    <a:pt x="1877442" y="1734944"/>
                  </a:lnTo>
                  <a:lnTo>
                    <a:pt x="1900153" y="1681338"/>
                  </a:lnTo>
                  <a:close/>
                  <a:moveTo>
                    <a:pt x="1900153" y="1681338"/>
                  </a:moveTo>
                  <a:lnTo>
                    <a:pt x="1890562" y="1568794"/>
                  </a:lnTo>
                  <a:lnTo>
                    <a:pt x="1893524" y="1656607"/>
                  </a:lnTo>
                  <a:close/>
                  <a:moveTo>
                    <a:pt x="1893735" y="1560686"/>
                  </a:moveTo>
                  <a:lnTo>
                    <a:pt x="1890562" y="1568794"/>
                  </a:lnTo>
                  <a:lnTo>
                    <a:pt x="1900153" y="1681338"/>
                  </a:lnTo>
                  <a:close/>
                  <a:moveTo>
                    <a:pt x="1892915" y="1557011"/>
                  </a:moveTo>
                  <a:lnTo>
                    <a:pt x="1896425" y="1522250"/>
                  </a:lnTo>
                  <a:lnTo>
                    <a:pt x="1890562" y="1568794"/>
                  </a:lnTo>
                  <a:close/>
                  <a:moveTo>
                    <a:pt x="1892915" y="1557011"/>
                  </a:moveTo>
                  <a:lnTo>
                    <a:pt x="1890562" y="1568794"/>
                  </a:lnTo>
                  <a:lnTo>
                    <a:pt x="1893735" y="15606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27" name="Candidate_density__2046">
              <a:extLst>
                <a:ext uri="{FF2B5EF4-FFF2-40B4-BE49-F238E27FC236}">
                  <a16:creationId xmlns:a16="http://schemas.microsoft.com/office/drawing/2014/main" id="{A473D5E1-5342-45FE-083C-B18043A215F3}"/>
                </a:ext>
              </a:extLst>
            </p:cNvPr>
            <p:cNvSpPr>
              <a:spLocks noGrp="1"/>
            </p:cNvSpPr>
            <p:nvPr/>
          </p:nvSpPr>
          <p:spPr>
            <a:xfrm>
              <a:off x="4767309" y="2294804"/>
              <a:ext cx="1754040" cy="3223904"/>
            </a:xfrm>
            <a:custGeom>
              <a:avLst/>
              <a:gdLst/>
              <a:ahLst/>
              <a:cxnLst/>
              <a:rect l="0" t="0" r="0" b="0"/>
              <a:pathLst>
                <a:path w="1754040" h="3223904">
                  <a:moveTo>
                    <a:pt x="765794" y="3203143"/>
                  </a:moveTo>
                  <a:lnTo>
                    <a:pt x="772542" y="3192932"/>
                  </a:lnTo>
                  <a:lnTo>
                    <a:pt x="723267" y="3223904"/>
                  </a:lnTo>
                  <a:close/>
                  <a:moveTo>
                    <a:pt x="765794" y="3203143"/>
                  </a:moveTo>
                  <a:lnTo>
                    <a:pt x="814994" y="3164706"/>
                  </a:lnTo>
                  <a:lnTo>
                    <a:pt x="772542" y="3192932"/>
                  </a:lnTo>
                  <a:close/>
                  <a:moveTo>
                    <a:pt x="814994" y="3164706"/>
                  </a:moveTo>
                  <a:lnTo>
                    <a:pt x="831512" y="3134757"/>
                  </a:lnTo>
                  <a:lnTo>
                    <a:pt x="865357" y="3046094"/>
                  </a:lnTo>
                  <a:close/>
                  <a:moveTo>
                    <a:pt x="1079384" y="2858585"/>
                  </a:moveTo>
                  <a:lnTo>
                    <a:pt x="1031355" y="2894211"/>
                  </a:lnTo>
                  <a:lnTo>
                    <a:pt x="1142623" y="2816369"/>
                  </a:lnTo>
                  <a:close/>
                  <a:moveTo>
                    <a:pt x="1142623" y="2816369"/>
                  </a:moveTo>
                  <a:lnTo>
                    <a:pt x="1105755" y="2869265"/>
                  </a:lnTo>
                  <a:lnTo>
                    <a:pt x="1079384" y="2858585"/>
                  </a:lnTo>
                  <a:close/>
                  <a:moveTo>
                    <a:pt x="301549" y="1898385"/>
                  </a:moveTo>
                  <a:lnTo>
                    <a:pt x="353634" y="1817074"/>
                  </a:lnTo>
                  <a:lnTo>
                    <a:pt x="403414" y="1787989"/>
                  </a:lnTo>
                  <a:close/>
                  <a:moveTo>
                    <a:pt x="398635" y="1859949"/>
                  </a:moveTo>
                  <a:lnTo>
                    <a:pt x="403414" y="1787989"/>
                  </a:lnTo>
                  <a:lnTo>
                    <a:pt x="408769" y="1771151"/>
                  </a:lnTo>
                  <a:close/>
                  <a:moveTo>
                    <a:pt x="1629467" y="2661154"/>
                  </a:moveTo>
                  <a:lnTo>
                    <a:pt x="1566179" y="2637223"/>
                  </a:lnTo>
                  <a:lnTo>
                    <a:pt x="1580624" y="2649006"/>
                  </a:lnTo>
                  <a:close/>
                  <a:moveTo>
                    <a:pt x="1642822" y="2649006"/>
                  </a:moveTo>
                  <a:lnTo>
                    <a:pt x="1679620" y="2633470"/>
                  </a:lnTo>
                  <a:lnTo>
                    <a:pt x="1629467" y="2661154"/>
                  </a:lnTo>
                  <a:close/>
                  <a:moveTo>
                    <a:pt x="1642822" y="2649006"/>
                  </a:moveTo>
                  <a:lnTo>
                    <a:pt x="1705216" y="2610569"/>
                  </a:lnTo>
                  <a:lnTo>
                    <a:pt x="1679620" y="2633470"/>
                  </a:lnTo>
                  <a:close/>
                  <a:moveTo>
                    <a:pt x="12511" y="105680"/>
                  </a:moveTo>
                  <a:lnTo>
                    <a:pt x="9563" y="67243"/>
                  </a:lnTo>
                  <a:lnTo>
                    <a:pt x="0" y="103105"/>
                  </a:lnTo>
                  <a:close/>
                  <a:moveTo>
                    <a:pt x="9563" y="67243"/>
                  </a:moveTo>
                  <a:lnTo>
                    <a:pt x="12511" y="105680"/>
                  </a:lnTo>
                  <a:lnTo>
                    <a:pt x="46953" y="0"/>
                  </a:lnTo>
                  <a:close/>
                  <a:moveTo>
                    <a:pt x="1008428" y="871673"/>
                  </a:moveTo>
                  <a:lnTo>
                    <a:pt x="985781" y="904366"/>
                  </a:lnTo>
                  <a:lnTo>
                    <a:pt x="936569" y="881661"/>
                  </a:lnTo>
                  <a:close/>
                  <a:moveTo>
                    <a:pt x="1725887" y="1431806"/>
                  </a:moveTo>
                  <a:lnTo>
                    <a:pt x="1754040" y="1341836"/>
                  </a:lnTo>
                  <a:lnTo>
                    <a:pt x="1725066" y="1428131"/>
                  </a:lnTo>
                  <a:close/>
                  <a:moveTo>
                    <a:pt x="1728576" y="1393369"/>
                  </a:moveTo>
                  <a:lnTo>
                    <a:pt x="1725066" y="1428131"/>
                  </a:lnTo>
                  <a:lnTo>
                    <a:pt x="1754040" y="134183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28" name="Candidate_density__2047">
              <a:extLst>
                <a:ext uri="{FF2B5EF4-FFF2-40B4-BE49-F238E27FC236}">
                  <a16:creationId xmlns:a16="http://schemas.microsoft.com/office/drawing/2014/main" id="{2BF73116-C4A2-5F75-6FC5-55A3D1850DC9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929282"/>
              <a:ext cx="2344279" cy="2509743"/>
            </a:xfrm>
            <a:custGeom>
              <a:avLst/>
              <a:gdLst/>
              <a:ahLst/>
              <a:cxnLst/>
              <a:rect l="0" t="0" r="0" b="0"/>
              <a:pathLst>
                <a:path w="2344279" h="2509743">
                  <a:moveTo>
                    <a:pt x="29684" y="1823387"/>
                  </a:moveTo>
                  <a:lnTo>
                    <a:pt x="0" y="1861823"/>
                  </a:lnTo>
                  <a:lnTo>
                    <a:pt x="35516" y="1905602"/>
                  </a:lnTo>
                  <a:close/>
                  <a:moveTo>
                    <a:pt x="35516" y="1905602"/>
                  </a:moveTo>
                  <a:lnTo>
                    <a:pt x="94748" y="1784950"/>
                  </a:lnTo>
                  <a:lnTo>
                    <a:pt x="29684" y="1823387"/>
                  </a:lnTo>
                  <a:close/>
                  <a:moveTo>
                    <a:pt x="392951" y="1927574"/>
                  </a:moveTo>
                  <a:lnTo>
                    <a:pt x="489386" y="1916364"/>
                  </a:lnTo>
                  <a:lnTo>
                    <a:pt x="477608" y="1910944"/>
                  </a:lnTo>
                  <a:close/>
                  <a:moveTo>
                    <a:pt x="477608" y="1910944"/>
                  </a:moveTo>
                  <a:lnTo>
                    <a:pt x="418212" y="1828729"/>
                  </a:lnTo>
                  <a:lnTo>
                    <a:pt x="392951" y="1927574"/>
                  </a:lnTo>
                  <a:close/>
                  <a:moveTo>
                    <a:pt x="418212" y="1828729"/>
                  </a:moveTo>
                  <a:lnTo>
                    <a:pt x="387246" y="1832120"/>
                  </a:lnTo>
                  <a:lnTo>
                    <a:pt x="392951" y="1927574"/>
                  </a:lnTo>
                  <a:close/>
                  <a:moveTo>
                    <a:pt x="309298" y="1834898"/>
                  </a:moveTo>
                  <a:lnTo>
                    <a:pt x="253233" y="1746514"/>
                  </a:lnTo>
                  <a:lnTo>
                    <a:pt x="214087" y="1751619"/>
                  </a:lnTo>
                  <a:close/>
                  <a:moveTo>
                    <a:pt x="214087" y="1751619"/>
                  </a:moveTo>
                  <a:lnTo>
                    <a:pt x="225693" y="1766430"/>
                  </a:lnTo>
                  <a:lnTo>
                    <a:pt x="309298" y="1834898"/>
                  </a:lnTo>
                  <a:close/>
                  <a:moveTo>
                    <a:pt x="303197" y="1639674"/>
                  </a:moveTo>
                  <a:lnTo>
                    <a:pt x="306018" y="1664298"/>
                  </a:lnTo>
                  <a:lnTo>
                    <a:pt x="257735" y="1607572"/>
                  </a:lnTo>
                  <a:close/>
                  <a:moveTo>
                    <a:pt x="1097704" y="2418820"/>
                  </a:moveTo>
                  <a:lnTo>
                    <a:pt x="1078305" y="2509743"/>
                  </a:lnTo>
                  <a:lnTo>
                    <a:pt x="1172113" y="2409577"/>
                  </a:lnTo>
                  <a:close/>
                  <a:moveTo>
                    <a:pt x="1000869" y="2436952"/>
                  </a:moveTo>
                  <a:lnTo>
                    <a:pt x="1097704" y="2418820"/>
                  </a:lnTo>
                  <a:lnTo>
                    <a:pt x="1067898" y="2342959"/>
                  </a:lnTo>
                  <a:close/>
                  <a:moveTo>
                    <a:pt x="1097704" y="2418820"/>
                  </a:moveTo>
                  <a:lnTo>
                    <a:pt x="1181975" y="2403486"/>
                  </a:lnTo>
                  <a:lnTo>
                    <a:pt x="1132896" y="2350709"/>
                  </a:lnTo>
                  <a:close/>
                  <a:moveTo>
                    <a:pt x="1097704" y="2418820"/>
                  </a:moveTo>
                  <a:lnTo>
                    <a:pt x="1132896" y="2350709"/>
                  </a:lnTo>
                  <a:lnTo>
                    <a:pt x="1067898" y="2342959"/>
                  </a:lnTo>
                  <a:close/>
                  <a:moveTo>
                    <a:pt x="1172113" y="2409577"/>
                  </a:moveTo>
                  <a:lnTo>
                    <a:pt x="1229126" y="2472660"/>
                  </a:lnTo>
                  <a:lnTo>
                    <a:pt x="1189684" y="2404634"/>
                  </a:lnTo>
                  <a:close/>
                  <a:moveTo>
                    <a:pt x="1181975" y="2403486"/>
                  </a:moveTo>
                  <a:lnTo>
                    <a:pt x="1172113" y="2409577"/>
                  </a:lnTo>
                  <a:lnTo>
                    <a:pt x="1189684" y="2404634"/>
                  </a:lnTo>
                  <a:close/>
                  <a:moveTo>
                    <a:pt x="496939" y="1384559"/>
                  </a:moveTo>
                  <a:lnTo>
                    <a:pt x="496061" y="1302344"/>
                  </a:lnTo>
                  <a:lnTo>
                    <a:pt x="489688" y="1308967"/>
                  </a:lnTo>
                  <a:close/>
                  <a:moveTo>
                    <a:pt x="496709" y="1298137"/>
                  </a:moveTo>
                  <a:lnTo>
                    <a:pt x="489688" y="1308967"/>
                  </a:lnTo>
                  <a:lnTo>
                    <a:pt x="496061" y="1302344"/>
                  </a:lnTo>
                  <a:close/>
                  <a:moveTo>
                    <a:pt x="496061" y="1302344"/>
                  </a:moveTo>
                  <a:lnTo>
                    <a:pt x="496939" y="1384559"/>
                  </a:lnTo>
                  <a:lnTo>
                    <a:pt x="503787" y="1346123"/>
                  </a:lnTo>
                  <a:close/>
                  <a:moveTo>
                    <a:pt x="496061" y="1302344"/>
                  </a:moveTo>
                  <a:lnTo>
                    <a:pt x="503787" y="1346123"/>
                  </a:lnTo>
                  <a:lnTo>
                    <a:pt x="516775" y="1263907"/>
                  </a:lnTo>
                  <a:close/>
                  <a:moveTo>
                    <a:pt x="496061" y="1302344"/>
                  </a:moveTo>
                  <a:lnTo>
                    <a:pt x="493942" y="1205417"/>
                  </a:lnTo>
                  <a:lnTo>
                    <a:pt x="496709" y="1298137"/>
                  </a:lnTo>
                  <a:close/>
                  <a:moveTo>
                    <a:pt x="494635" y="1181692"/>
                  </a:moveTo>
                  <a:lnTo>
                    <a:pt x="493942" y="1205417"/>
                  </a:lnTo>
                  <a:lnTo>
                    <a:pt x="496061" y="1302344"/>
                  </a:lnTo>
                  <a:close/>
                  <a:moveTo>
                    <a:pt x="516775" y="1263907"/>
                  </a:moveTo>
                  <a:lnTo>
                    <a:pt x="494635" y="1181692"/>
                  </a:lnTo>
                  <a:lnTo>
                    <a:pt x="496061" y="1302344"/>
                  </a:lnTo>
                  <a:close/>
                  <a:moveTo>
                    <a:pt x="508819" y="1128209"/>
                  </a:moveTo>
                  <a:lnTo>
                    <a:pt x="493942" y="1205417"/>
                  </a:lnTo>
                  <a:lnTo>
                    <a:pt x="494635" y="1181692"/>
                  </a:lnTo>
                  <a:close/>
                  <a:moveTo>
                    <a:pt x="1474644" y="2129837"/>
                  </a:moveTo>
                  <a:lnTo>
                    <a:pt x="1443732" y="2168273"/>
                  </a:lnTo>
                  <a:lnTo>
                    <a:pt x="1488185" y="2212052"/>
                  </a:lnTo>
                  <a:close/>
                  <a:moveTo>
                    <a:pt x="630894" y="1090767"/>
                  </a:moveTo>
                  <a:lnTo>
                    <a:pt x="577526" y="1106436"/>
                  </a:lnTo>
                  <a:lnTo>
                    <a:pt x="508819" y="1128209"/>
                  </a:lnTo>
                  <a:close/>
                  <a:moveTo>
                    <a:pt x="630894" y="1090767"/>
                  </a:moveTo>
                  <a:lnTo>
                    <a:pt x="508819" y="1128209"/>
                  </a:lnTo>
                  <a:lnTo>
                    <a:pt x="562485" y="1113658"/>
                  </a:lnTo>
                  <a:close/>
                  <a:moveTo>
                    <a:pt x="691753" y="1105192"/>
                  </a:moveTo>
                  <a:lnTo>
                    <a:pt x="704568" y="1087564"/>
                  </a:lnTo>
                  <a:lnTo>
                    <a:pt x="630894" y="1090767"/>
                  </a:lnTo>
                  <a:close/>
                  <a:moveTo>
                    <a:pt x="691753" y="1105192"/>
                  </a:moveTo>
                  <a:lnTo>
                    <a:pt x="757577" y="1112271"/>
                  </a:lnTo>
                  <a:lnTo>
                    <a:pt x="704568" y="1087564"/>
                  </a:lnTo>
                  <a:close/>
                  <a:moveTo>
                    <a:pt x="810869" y="1029445"/>
                  </a:moveTo>
                  <a:lnTo>
                    <a:pt x="709251" y="1061041"/>
                  </a:lnTo>
                  <a:lnTo>
                    <a:pt x="757577" y="1112271"/>
                  </a:lnTo>
                  <a:close/>
                  <a:moveTo>
                    <a:pt x="471519" y="896611"/>
                  </a:moveTo>
                  <a:lnTo>
                    <a:pt x="467606" y="822373"/>
                  </a:lnTo>
                  <a:lnTo>
                    <a:pt x="475036" y="775959"/>
                  </a:lnTo>
                  <a:close/>
                  <a:moveTo>
                    <a:pt x="475036" y="775959"/>
                  </a:moveTo>
                  <a:lnTo>
                    <a:pt x="510069" y="702478"/>
                  </a:lnTo>
                  <a:lnTo>
                    <a:pt x="419855" y="814396"/>
                  </a:lnTo>
                  <a:close/>
                  <a:moveTo>
                    <a:pt x="1611739" y="1970749"/>
                  </a:moveTo>
                  <a:lnTo>
                    <a:pt x="1564289" y="2009186"/>
                  </a:lnTo>
                  <a:lnTo>
                    <a:pt x="1666083" y="2052964"/>
                  </a:lnTo>
                  <a:close/>
                  <a:moveTo>
                    <a:pt x="1519264" y="1926971"/>
                  </a:moveTo>
                  <a:lnTo>
                    <a:pt x="1564289" y="2009186"/>
                  </a:lnTo>
                  <a:lnTo>
                    <a:pt x="1611739" y="1970749"/>
                  </a:lnTo>
                  <a:close/>
                  <a:moveTo>
                    <a:pt x="1519264" y="1926971"/>
                  </a:moveTo>
                  <a:lnTo>
                    <a:pt x="1611739" y="1970749"/>
                  </a:lnTo>
                  <a:lnTo>
                    <a:pt x="1571998" y="1888534"/>
                  </a:lnTo>
                  <a:close/>
                  <a:moveTo>
                    <a:pt x="1500607" y="1844755"/>
                  </a:moveTo>
                  <a:lnTo>
                    <a:pt x="1571998" y="1888534"/>
                  </a:lnTo>
                  <a:lnTo>
                    <a:pt x="1533852" y="1806319"/>
                  </a:lnTo>
                  <a:close/>
                  <a:moveTo>
                    <a:pt x="573453" y="740406"/>
                  </a:moveTo>
                  <a:lnTo>
                    <a:pt x="586327" y="708937"/>
                  </a:lnTo>
                  <a:lnTo>
                    <a:pt x="510069" y="702478"/>
                  </a:lnTo>
                  <a:close/>
                  <a:moveTo>
                    <a:pt x="573453" y="740406"/>
                  </a:moveTo>
                  <a:lnTo>
                    <a:pt x="640766" y="746274"/>
                  </a:lnTo>
                  <a:lnTo>
                    <a:pt x="586327" y="708937"/>
                  </a:lnTo>
                  <a:close/>
                  <a:moveTo>
                    <a:pt x="640766" y="746274"/>
                  </a:moveTo>
                  <a:lnTo>
                    <a:pt x="573453" y="740406"/>
                  </a:lnTo>
                  <a:lnTo>
                    <a:pt x="661737" y="775681"/>
                  </a:lnTo>
                  <a:close/>
                  <a:moveTo>
                    <a:pt x="1147969" y="1192377"/>
                  </a:moveTo>
                  <a:lnTo>
                    <a:pt x="1106892" y="1148598"/>
                  </a:lnTo>
                  <a:lnTo>
                    <a:pt x="1107057" y="1230813"/>
                  </a:lnTo>
                  <a:close/>
                  <a:moveTo>
                    <a:pt x="767564" y="699086"/>
                  </a:moveTo>
                  <a:lnTo>
                    <a:pt x="786655" y="688262"/>
                  </a:lnTo>
                  <a:lnTo>
                    <a:pt x="762180" y="657360"/>
                  </a:lnTo>
                  <a:close/>
                  <a:moveTo>
                    <a:pt x="2059328" y="1781996"/>
                  </a:moveTo>
                  <a:lnTo>
                    <a:pt x="2083574" y="1773225"/>
                  </a:lnTo>
                  <a:lnTo>
                    <a:pt x="2053773" y="1712118"/>
                  </a:lnTo>
                  <a:close/>
                  <a:moveTo>
                    <a:pt x="2187951" y="1738020"/>
                  </a:moveTo>
                  <a:lnTo>
                    <a:pt x="2083574" y="1773225"/>
                  </a:lnTo>
                  <a:lnTo>
                    <a:pt x="2193487" y="1740621"/>
                  </a:lnTo>
                  <a:close/>
                  <a:moveTo>
                    <a:pt x="2193487" y="1740621"/>
                  </a:moveTo>
                  <a:lnTo>
                    <a:pt x="2078752" y="1805507"/>
                  </a:lnTo>
                  <a:lnTo>
                    <a:pt x="2169017" y="1817003"/>
                  </a:lnTo>
                  <a:close/>
                  <a:moveTo>
                    <a:pt x="2187951" y="1738020"/>
                  </a:moveTo>
                  <a:lnTo>
                    <a:pt x="2053773" y="1712118"/>
                  </a:lnTo>
                  <a:lnTo>
                    <a:pt x="2083574" y="1773225"/>
                  </a:lnTo>
                  <a:close/>
                  <a:moveTo>
                    <a:pt x="2196202" y="1734788"/>
                  </a:moveTo>
                  <a:lnTo>
                    <a:pt x="2253140" y="1684995"/>
                  </a:lnTo>
                  <a:lnTo>
                    <a:pt x="2187951" y="1738020"/>
                  </a:lnTo>
                  <a:close/>
                  <a:moveTo>
                    <a:pt x="2187951" y="1738020"/>
                  </a:moveTo>
                  <a:lnTo>
                    <a:pt x="2193487" y="1740621"/>
                  </a:lnTo>
                  <a:lnTo>
                    <a:pt x="2196202" y="1734788"/>
                  </a:lnTo>
                  <a:close/>
                  <a:moveTo>
                    <a:pt x="1866030" y="1567490"/>
                  </a:moveTo>
                  <a:lnTo>
                    <a:pt x="1998792" y="1570435"/>
                  </a:lnTo>
                  <a:lnTo>
                    <a:pt x="1998828" y="1570137"/>
                  </a:lnTo>
                  <a:close/>
                  <a:moveTo>
                    <a:pt x="1866030" y="1567490"/>
                  </a:moveTo>
                  <a:lnTo>
                    <a:pt x="1998828" y="1570137"/>
                  </a:lnTo>
                  <a:lnTo>
                    <a:pt x="1902796" y="1489749"/>
                  </a:lnTo>
                  <a:close/>
                  <a:moveTo>
                    <a:pt x="1901491" y="1488143"/>
                  </a:moveTo>
                  <a:lnTo>
                    <a:pt x="1837865" y="1526579"/>
                  </a:lnTo>
                  <a:lnTo>
                    <a:pt x="1866030" y="1567490"/>
                  </a:lnTo>
                  <a:close/>
                  <a:moveTo>
                    <a:pt x="1772587" y="1066376"/>
                  </a:moveTo>
                  <a:lnTo>
                    <a:pt x="1771199" y="1038631"/>
                  </a:lnTo>
                  <a:lnTo>
                    <a:pt x="1738260" y="1077067"/>
                  </a:lnTo>
                  <a:close/>
                  <a:moveTo>
                    <a:pt x="1712135" y="625151"/>
                  </a:moveTo>
                  <a:lnTo>
                    <a:pt x="1600171" y="700399"/>
                  </a:lnTo>
                  <a:lnTo>
                    <a:pt x="1646785" y="659479"/>
                  </a:lnTo>
                  <a:close/>
                  <a:moveTo>
                    <a:pt x="2263022" y="1411270"/>
                  </a:moveTo>
                  <a:lnTo>
                    <a:pt x="2344279" y="1471337"/>
                  </a:lnTo>
                  <a:lnTo>
                    <a:pt x="2310934" y="1398353"/>
                  </a:lnTo>
                  <a:close/>
                  <a:moveTo>
                    <a:pt x="2285590" y="1375917"/>
                  </a:moveTo>
                  <a:lnTo>
                    <a:pt x="2263022" y="1411270"/>
                  </a:lnTo>
                  <a:lnTo>
                    <a:pt x="2310934" y="1398353"/>
                  </a:lnTo>
                  <a:close/>
                  <a:moveTo>
                    <a:pt x="2310934" y="1398353"/>
                  </a:moveTo>
                  <a:lnTo>
                    <a:pt x="2330482" y="1411270"/>
                  </a:lnTo>
                  <a:lnTo>
                    <a:pt x="2285590" y="1375917"/>
                  </a:lnTo>
                  <a:close/>
                  <a:moveTo>
                    <a:pt x="1735801" y="662136"/>
                  </a:moveTo>
                  <a:lnTo>
                    <a:pt x="1712018" y="589119"/>
                  </a:lnTo>
                  <a:lnTo>
                    <a:pt x="1712135" y="625151"/>
                  </a:lnTo>
                  <a:close/>
                  <a:moveTo>
                    <a:pt x="1884250" y="632897"/>
                  </a:moveTo>
                  <a:lnTo>
                    <a:pt x="1861324" y="720772"/>
                  </a:lnTo>
                  <a:lnTo>
                    <a:pt x="1859925" y="683854"/>
                  </a:lnTo>
                  <a:close/>
                  <a:moveTo>
                    <a:pt x="1304366" y="0"/>
                  </a:moveTo>
                  <a:lnTo>
                    <a:pt x="1219269" y="95828"/>
                  </a:lnTo>
                  <a:lnTo>
                    <a:pt x="1272701" y="57391"/>
                  </a:lnTo>
                  <a:close/>
                  <a:moveTo>
                    <a:pt x="1906537" y="642926"/>
                  </a:moveTo>
                  <a:lnTo>
                    <a:pt x="1859925" y="683854"/>
                  </a:lnTo>
                  <a:lnTo>
                    <a:pt x="1854476" y="715113"/>
                  </a:lnTo>
                  <a:close/>
                  <a:moveTo>
                    <a:pt x="1963368" y="576753"/>
                  </a:moveTo>
                  <a:lnTo>
                    <a:pt x="1914363" y="608733"/>
                  </a:lnTo>
                  <a:lnTo>
                    <a:pt x="1884250" y="632897"/>
                  </a:lnTo>
                  <a:close/>
                  <a:moveTo>
                    <a:pt x="2192343" y="533343"/>
                  </a:moveTo>
                  <a:lnTo>
                    <a:pt x="2150581" y="467203"/>
                  </a:lnTo>
                  <a:lnTo>
                    <a:pt x="2101498" y="546607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29" name="Candidate_density__2048">
              <a:extLst>
                <a:ext uri="{FF2B5EF4-FFF2-40B4-BE49-F238E27FC236}">
                  <a16:creationId xmlns:a16="http://schemas.microsoft.com/office/drawing/2014/main" id="{52C9495A-0524-2BCB-26F9-A3CE2D24C527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165924"/>
              <a:ext cx="2356076" cy="3321812"/>
            </a:xfrm>
            <a:custGeom>
              <a:avLst/>
              <a:gdLst/>
              <a:ahLst/>
              <a:cxnLst/>
              <a:rect l="0" t="0" r="0" b="0"/>
              <a:pathLst>
                <a:path w="2356076" h="3321812">
                  <a:moveTo>
                    <a:pt x="0" y="2668960"/>
                  </a:moveTo>
                  <a:lnTo>
                    <a:pt x="2087" y="2697956"/>
                  </a:lnTo>
                  <a:lnTo>
                    <a:pt x="52631" y="2724589"/>
                  </a:lnTo>
                  <a:close/>
                  <a:moveTo>
                    <a:pt x="52631" y="2724589"/>
                  </a:moveTo>
                  <a:lnTo>
                    <a:pt x="98538" y="2719635"/>
                  </a:lnTo>
                  <a:lnTo>
                    <a:pt x="0" y="2668960"/>
                  </a:lnTo>
                  <a:close/>
                  <a:moveTo>
                    <a:pt x="485503" y="3041599"/>
                  </a:moveTo>
                  <a:lnTo>
                    <a:pt x="488926" y="3044993"/>
                  </a:lnTo>
                  <a:lnTo>
                    <a:pt x="494548" y="3047010"/>
                  </a:lnTo>
                  <a:close/>
                  <a:moveTo>
                    <a:pt x="485503" y="3041599"/>
                  </a:moveTo>
                  <a:lnTo>
                    <a:pt x="436559" y="2987474"/>
                  </a:lnTo>
                  <a:lnTo>
                    <a:pt x="488926" y="3044993"/>
                  </a:lnTo>
                  <a:close/>
                  <a:moveTo>
                    <a:pt x="737522" y="3182934"/>
                  </a:moveTo>
                  <a:lnTo>
                    <a:pt x="725124" y="3174337"/>
                  </a:lnTo>
                  <a:lnTo>
                    <a:pt x="761495" y="3209109"/>
                  </a:lnTo>
                  <a:close/>
                  <a:moveTo>
                    <a:pt x="825103" y="3231723"/>
                  </a:moveTo>
                  <a:lnTo>
                    <a:pt x="737522" y="3182934"/>
                  </a:lnTo>
                  <a:lnTo>
                    <a:pt x="761495" y="3209109"/>
                  </a:lnTo>
                  <a:close/>
                  <a:moveTo>
                    <a:pt x="669979" y="3145604"/>
                  </a:moveTo>
                  <a:lnTo>
                    <a:pt x="757056" y="3206029"/>
                  </a:lnTo>
                  <a:lnTo>
                    <a:pt x="725124" y="3174337"/>
                  </a:lnTo>
                  <a:close/>
                  <a:moveTo>
                    <a:pt x="858643" y="3249808"/>
                  </a:moveTo>
                  <a:lnTo>
                    <a:pt x="825103" y="3231723"/>
                  </a:lnTo>
                  <a:lnTo>
                    <a:pt x="887984" y="3263211"/>
                  </a:lnTo>
                  <a:close/>
                  <a:moveTo>
                    <a:pt x="691735" y="3167593"/>
                  </a:moveTo>
                  <a:lnTo>
                    <a:pt x="669979" y="3145604"/>
                  </a:lnTo>
                  <a:lnTo>
                    <a:pt x="725124" y="3174337"/>
                  </a:lnTo>
                  <a:close/>
                  <a:moveTo>
                    <a:pt x="623518" y="3123814"/>
                  </a:moveTo>
                  <a:lnTo>
                    <a:pt x="669979" y="3145604"/>
                  </a:lnTo>
                  <a:lnTo>
                    <a:pt x="691735" y="3167593"/>
                  </a:lnTo>
                  <a:close/>
                  <a:moveTo>
                    <a:pt x="485503" y="3041599"/>
                  </a:moveTo>
                  <a:lnTo>
                    <a:pt x="494548" y="3047010"/>
                  </a:lnTo>
                  <a:lnTo>
                    <a:pt x="514563" y="3024150"/>
                  </a:lnTo>
                  <a:close/>
                  <a:moveTo>
                    <a:pt x="485503" y="3041599"/>
                  </a:moveTo>
                  <a:lnTo>
                    <a:pt x="514563" y="3024150"/>
                  </a:lnTo>
                  <a:lnTo>
                    <a:pt x="407815" y="2959384"/>
                  </a:lnTo>
                  <a:close/>
                  <a:moveTo>
                    <a:pt x="579795" y="2920947"/>
                  </a:moveTo>
                  <a:lnTo>
                    <a:pt x="538094" y="2994621"/>
                  </a:lnTo>
                  <a:lnTo>
                    <a:pt x="585972" y="2926596"/>
                  </a:lnTo>
                  <a:close/>
                  <a:moveTo>
                    <a:pt x="585972" y="2926596"/>
                  </a:moveTo>
                  <a:lnTo>
                    <a:pt x="538094" y="2994621"/>
                  </a:lnTo>
                  <a:lnTo>
                    <a:pt x="514563" y="3024150"/>
                  </a:lnTo>
                  <a:close/>
                  <a:moveTo>
                    <a:pt x="585972" y="2926596"/>
                  </a:moveTo>
                  <a:lnTo>
                    <a:pt x="514563" y="3024150"/>
                  </a:lnTo>
                  <a:lnTo>
                    <a:pt x="594107" y="3020075"/>
                  </a:lnTo>
                  <a:close/>
                  <a:moveTo>
                    <a:pt x="273782" y="2598256"/>
                  </a:moveTo>
                  <a:lnTo>
                    <a:pt x="262430" y="2592087"/>
                  </a:lnTo>
                  <a:lnTo>
                    <a:pt x="253666" y="2703708"/>
                  </a:lnTo>
                  <a:close/>
                  <a:moveTo>
                    <a:pt x="858643" y="3249808"/>
                  </a:moveTo>
                  <a:lnTo>
                    <a:pt x="887984" y="3263211"/>
                  </a:lnTo>
                  <a:lnTo>
                    <a:pt x="912525" y="3279924"/>
                  </a:lnTo>
                  <a:close/>
                  <a:moveTo>
                    <a:pt x="912525" y="3279924"/>
                  </a:moveTo>
                  <a:lnTo>
                    <a:pt x="855940" y="3228670"/>
                  </a:lnTo>
                  <a:lnTo>
                    <a:pt x="858643" y="3249808"/>
                  </a:lnTo>
                  <a:close/>
                  <a:moveTo>
                    <a:pt x="880871" y="3225031"/>
                  </a:moveTo>
                  <a:lnTo>
                    <a:pt x="855940" y="3228670"/>
                  </a:lnTo>
                  <a:lnTo>
                    <a:pt x="912525" y="3279924"/>
                  </a:lnTo>
                  <a:close/>
                  <a:moveTo>
                    <a:pt x="956915" y="3230687"/>
                  </a:moveTo>
                  <a:lnTo>
                    <a:pt x="880871" y="3225031"/>
                  </a:lnTo>
                  <a:lnTo>
                    <a:pt x="912525" y="3279924"/>
                  </a:lnTo>
                  <a:close/>
                  <a:moveTo>
                    <a:pt x="825103" y="3231723"/>
                  </a:moveTo>
                  <a:lnTo>
                    <a:pt x="858643" y="3249808"/>
                  </a:lnTo>
                  <a:lnTo>
                    <a:pt x="855940" y="3228670"/>
                  </a:lnTo>
                  <a:close/>
                  <a:moveTo>
                    <a:pt x="572260" y="2882511"/>
                  </a:moveTo>
                  <a:lnTo>
                    <a:pt x="579795" y="2920947"/>
                  </a:lnTo>
                  <a:lnTo>
                    <a:pt x="540490" y="2838733"/>
                  </a:lnTo>
                  <a:close/>
                  <a:moveTo>
                    <a:pt x="217717" y="2509872"/>
                  </a:moveTo>
                  <a:lnTo>
                    <a:pt x="271327" y="2554537"/>
                  </a:lnTo>
                  <a:lnTo>
                    <a:pt x="310096" y="2484287"/>
                  </a:lnTo>
                  <a:close/>
                  <a:moveTo>
                    <a:pt x="285804" y="2509872"/>
                  </a:moveTo>
                  <a:lnTo>
                    <a:pt x="310096" y="2484287"/>
                  </a:lnTo>
                  <a:lnTo>
                    <a:pt x="271327" y="2554537"/>
                  </a:lnTo>
                  <a:close/>
                  <a:moveTo>
                    <a:pt x="1128094" y="3255150"/>
                  </a:moveTo>
                  <a:lnTo>
                    <a:pt x="1130349" y="3321812"/>
                  </a:lnTo>
                  <a:lnTo>
                    <a:pt x="1173073" y="3266351"/>
                  </a:lnTo>
                  <a:close/>
                  <a:moveTo>
                    <a:pt x="1128094" y="3255150"/>
                  </a:moveTo>
                  <a:lnTo>
                    <a:pt x="1074660" y="3293586"/>
                  </a:lnTo>
                  <a:lnTo>
                    <a:pt x="1130349" y="3321812"/>
                  </a:lnTo>
                  <a:close/>
                  <a:moveTo>
                    <a:pt x="674754" y="2614734"/>
                  </a:moveTo>
                  <a:lnTo>
                    <a:pt x="781665" y="2638912"/>
                  </a:lnTo>
                  <a:lnTo>
                    <a:pt x="709416" y="2647443"/>
                  </a:lnTo>
                  <a:close/>
                  <a:moveTo>
                    <a:pt x="569804" y="2619318"/>
                  </a:moveTo>
                  <a:lnTo>
                    <a:pt x="510844" y="2526713"/>
                  </a:lnTo>
                  <a:lnTo>
                    <a:pt x="506865" y="2553651"/>
                  </a:lnTo>
                  <a:close/>
                  <a:moveTo>
                    <a:pt x="528148" y="2527029"/>
                  </a:moveTo>
                  <a:lnTo>
                    <a:pt x="510844" y="2526713"/>
                  </a:lnTo>
                  <a:lnTo>
                    <a:pt x="569804" y="2619318"/>
                  </a:lnTo>
                  <a:close/>
                  <a:moveTo>
                    <a:pt x="620248" y="2592718"/>
                  </a:moveTo>
                  <a:lnTo>
                    <a:pt x="528148" y="2527029"/>
                  </a:lnTo>
                  <a:lnTo>
                    <a:pt x="569804" y="2619318"/>
                  </a:lnTo>
                  <a:close/>
                  <a:moveTo>
                    <a:pt x="469825" y="2524172"/>
                  </a:moveTo>
                  <a:lnTo>
                    <a:pt x="514145" y="2471436"/>
                  </a:lnTo>
                  <a:lnTo>
                    <a:pt x="510844" y="2526713"/>
                  </a:lnTo>
                  <a:close/>
                  <a:moveTo>
                    <a:pt x="535542" y="2491218"/>
                  </a:moveTo>
                  <a:lnTo>
                    <a:pt x="506865" y="2553651"/>
                  </a:lnTo>
                  <a:lnTo>
                    <a:pt x="510844" y="2526713"/>
                  </a:lnTo>
                  <a:close/>
                  <a:moveTo>
                    <a:pt x="628018" y="2558314"/>
                  </a:moveTo>
                  <a:lnTo>
                    <a:pt x="635862" y="2597429"/>
                  </a:lnTo>
                  <a:lnTo>
                    <a:pt x="620248" y="2592718"/>
                  </a:lnTo>
                  <a:close/>
                  <a:moveTo>
                    <a:pt x="387877" y="2465999"/>
                  </a:moveTo>
                  <a:lnTo>
                    <a:pt x="510844" y="2526713"/>
                  </a:lnTo>
                  <a:lnTo>
                    <a:pt x="477546" y="2515214"/>
                  </a:lnTo>
                  <a:close/>
                  <a:moveTo>
                    <a:pt x="399717" y="2471436"/>
                  </a:moveTo>
                  <a:lnTo>
                    <a:pt x="510844" y="2526713"/>
                  </a:lnTo>
                  <a:lnTo>
                    <a:pt x="387877" y="2465999"/>
                  </a:lnTo>
                  <a:close/>
                  <a:moveTo>
                    <a:pt x="469825" y="2524172"/>
                  </a:moveTo>
                  <a:lnTo>
                    <a:pt x="510844" y="2526713"/>
                  </a:lnTo>
                  <a:lnTo>
                    <a:pt x="399717" y="2471436"/>
                  </a:lnTo>
                  <a:close/>
                  <a:moveTo>
                    <a:pt x="635862" y="2597429"/>
                  </a:moveTo>
                  <a:lnTo>
                    <a:pt x="674754" y="2614734"/>
                  </a:lnTo>
                  <a:lnTo>
                    <a:pt x="709416" y="2647443"/>
                  </a:lnTo>
                  <a:close/>
                  <a:moveTo>
                    <a:pt x="1193610" y="3236018"/>
                  </a:moveTo>
                  <a:lnTo>
                    <a:pt x="1173073" y="3266351"/>
                  </a:lnTo>
                  <a:lnTo>
                    <a:pt x="1205977" y="3255150"/>
                  </a:lnTo>
                  <a:close/>
                  <a:moveTo>
                    <a:pt x="1193610" y="3236018"/>
                  </a:moveTo>
                  <a:lnTo>
                    <a:pt x="1205977" y="3255150"/>
                  </a:lnTo>
                  <a:lnTo>
                    <a:pt x="1223849" y="3171935"/>
                  </a:lnTo>
                  <a:close/>
                  <a:moveTo>
                    <a:pt x="635862" y="2597429"/>
                  </a:moveTo>
                  <a:lnTo>
                    <a:pt x="709416" y="2647443"/>
                  </a:lnTo>
                  <a:lnTo>
                    <a:pt x="720829" y="2577275"/>
                  </a:lnTo>
                  <a:close/>
                  <a:moveTo>
                    <a:pt x="789356" y="2582156"/>
                  </a:moveTo>
                  <a:lnTo>
                    <a:pt x="709416" y="2647443"/>
                  </a:lnTo>
                  <a:lnTo>
                    <a:pt x="781665" y="2638912"/>
                  </a:lnTo>
                  <a:close/>
                  <a:moveTo>
                    <a:pt x="789356" y="2582156"/>
                  </a:moveTo>
                  <a:lnTo>
                    <a:pt x="720829" y="2577275"/>
                  </a:lnTo>
                  <a:lnTo>
                    <a:pt x="709416" y="2647443"/>
                  </a:lnTo>
                  <a:close/>
                  <a:moveTo>
                    <a:pt x="710865" y="2485284"/>
                  </a:moveTo>
                  <a:lnTo>
                    <a:pt x="693970" y="2398927"/>
                  </a:lnTo>
                  <a:lnTo>
                    <a:pt x="693587" y="2476778"/>
                  </a:lnTo>
                  <a:close/>
                  <a:moveTo>
                    <a:pt x="761492" y="2411746"/>
                  </a:moveTo>
                  <a:lnTo>
                    <a:pt x="801290" y="2472362"/>
                  </a:lnTo>
                  <a:lnTo>
                    <a:pt x="836517" y="2413589"/>
                  </a:lnTo>
                  <a:close/>
                  <a:moveTo>
                    <a:pt x="717510" y="2394562"/>
                  </a:moveTo>
                  <a:lnTo>
                    <a:pt x="801290" y="2472362"/>
                  </a:lnTo>
                  <a:lnTo>
                    <a:pt x="761492" y="2411746"/>
                  </a:lnTo>
                  <a:close/>
                  <a:moveTo>
                    <a:pt x="836517" y="2413589"/>
                  </a:moveTo>
                  <a:lnTo>
                    <a:pt x="816614" y="2476778"/>
                  </a:lnTo>
                  <a:lnTo>
                    <a:pt x="867271" y="2465122"/>
                  </a:lnTo>
                  <a:close/>
                  <a:moveTo>
                    <a:pt x="873317" y="2335977"/>
                  </a:moveTo>
                  <a:lnTo>
                    <a:pt x="929876" y="2328324"/>
                  </a:lnTo>
                  <a:lnTo>
                    <a:pt x="897405" y="2317690"/>
                  </a:lnTo>
                  <a:close/>
                  <a:moveTo>
                    <a:pt x="339363" y="1504518"/>
                  </a:moveTo>
                  <a:lnTo>
                    <a:pt x="384339" y="1577754"/>
                  </a:lnTo>
                  <a:lnTo>
                    <a:pt x="362092" y="1539222"/>
                  </a:lnTo>
                  <a:close/>
                  <a:moveTo>
                    <a:pt x="1514284" y="2893195"/>
                  </a:moveTo>
                  <a:lnTo>
                    <a:pt x="1498419" y="2869714"/>
                  </a:lnTo>
                  <a:lnTo>
                    <a:pt x="1578286" y="2936974"/>
                  </a:lnTo>
                  <a:close/>
                  <a:moveTo>
                    <a:pt x="1528773" y="2772544"/>
                  </a:moveTo>
                  <a:lnTo>
                    <a:pt x="1539117" y="2874692"/>
                  </a:lnTo>
                  <a:lnTo>
                    <a:pt x="1587203" y="2839274"/>
                  </a:lnTo>
                  <a:close/>
                  <a:moveTo>
                    <a:pt x="922487" y="2234238"/>
                  </a:moveTo>
                  <a:lnTo>
                    <a:pt x="979561" y="2287931"/>
                  </a:lnTo>
                  <a:lnTo>
                    <a:pt x="862246" y="2222621"/>
                  </a:lnTo>
                  <a:close/>
                  <a:moveTo>
                    <a:pt x="979561" y="2287931"/>
                  </a:moveTo>
                  <a:lnTo>
                    <a:pt x="922697" y="2235475"/>
                  </a:lnTo>
                  <a:lnTo>
                    <a:pt x="1061463" y="2266907"/>
                  </a:lnTo>
                  <a:close/>
                  <a:moveTo>
                    <a:pt x="922487" y="2234238"/>
                  </a:moveTo>
                  <a:lnTo>
                    <a:pt x="922697" y="2235475"/>
                  </a:lnTo>
                  <a:lnTo>
                    <a:pt x="979561" y="2287931"/>
                  </a:lnTo>
                  <a:close/>
                  <a:moveTo>
                    <a:pt x="384339" y="1577754"/>
                  </a:moveTo>
                  <a:lnTo>
                    <a:pt x="374394" y="1476038"/>
                  </a:lnTo>
                  <a:lnTo>
                    <a:pt x="362092" y="1539222"/>
                  </a:lnTo>
                  <a:close/>
                  <a:moveTo>
                    <a:pt x="1630567" y="2816323"/>
                  </a:moveTo>
                  <a:lnTo>
                    <a:pt x="1587203" y="2839274"/>
                  </a:lnTo>
                  <a:lnTo>
                    <a:pt x="1629199" y="2823984"/>
                  </a:lnTo>
                  <a:close/>
                  <a:moveTo>
                    <a:pt x="1164495" y="2197038"/>
                  </a:moveTo>
                  <a:lnTo>
                    <a:pt x="1136733" y="2181245"/>
                  </a:lnTo>
                  <a:lnTo>
                    <a:pt x="1203959" y="2240817"/>
                  </a:lnTo>
                  <a:close/>
                  <a:moveTo>
                    <a:pt x="1202880" y="2279253"/>
                  </a:moveTo>
                  <a:lnTo>
                    <a:pt x="1164495" y="2197038"/>
                  </a:lnTo>
                  <a:lnTo>
                    <a:pt x="1203959" y="2240817"/>
                  </a:lnTo>
                  <a:close/>
                  <a:moveTo>
                    <a:pt x="1082738" y="2076386"/>
                  </a:moveTo>
                  <a:lnTo>
                    <a:pt x="1105766" y="2153891"/>
                  </a:lnTo>
                  <a:lnTo>
                    <a:pt x="1077134" y="2114823"/>
                  </a:lnTo>
                  <a:close/>
                  <a:moveTo>
                    <a:pt x="1080748" y="2166167"/>
                  </a:moveTo>
                  <a:lnTo>
                    <a:pt x="1105766" y="2153891"/>
                  </a:lnTo>
                  <a:lnTo>
                    <a:pt x="1082738" y="2076386"/>
                  </a:lnTo>
                  <a:close/>
                  <a:moveTo>
                    <a:pt x="1136733" y="2181245"/>
                  </a:moveTo>
                  <a:lnTo>
                    <a:pt x="1105766" y="2153891"/>
                  </a:lnTo>
                  <a:lnTo>
                    <a:pt x="1080748" y="2166167"/>
                  </a:lnTo>
                  <a:close/>
                  <a:moveTo>
                    <a:pt x="1077593" y="2112014"/>
                  </a:moveTo>
                  <a:lnTo>
                    <a:pt x="1080748" y="2166167"/>
                  </a:lnTo>
                  <a:lnTo>
                    <a:pt x="1082738" y="2076386"/>
                  </a:lnTo>
                  <a:close/>
                  <a:moveTo>
                    <a:pt x="425480" y="1345814"/>
                  </a:moveTo>
                  <a:lnTo>
                    <a:pt x="391112" y="1432522"/>
                  </a:lnTo>
                  <a:lnTo>
                    <a:pt x="513663" y="1396860"/>
                  </a:lnTo>
                  <a:close/>
                  <a:moveTo>
                    <a:pt x="1721968" y="2849275"/>
                  </a:moveTo>
                  <a:lnTo>
                    <a:pt x="1643778" y="2835595"/>
                  </a:lnTo>
                  <a:lnTo>
                    <a:pt x="1629199" y="2823984"/>
                  </a:lnTo>
                  <a:close/>
                  <a:moveTo>
                    <a:pt x="1737039" y="2796904"/>
                  </a:moveTo>
                  <a:lnTo>
                    <a:pt x="1643778" y="2835595"/>
                  </a:lnTo>
                  <a:lnTo>
                    <a:pt x="1721968" y="2849275"/>
                  </a:lnTo>
                  <a:close/>
                  <a:moveTo>
                    <a:pt x="1112453" y="1955735"/>
                  </a:moveTo>
                  <a:lnTo>
                    <a:pt x="1127965" y="2021687"/>
                  </a:lnTo>
                  <a:lnTo>
                    <a:pt x="1187896" y="2030556"/>
                  </a:lnTo>
                  <a:close/>
                  <a:moveTo>
                    <a:pt x="1127965" y="2021687"/>
                  </a:moveTo>
                  <a:lnTo>
                    <a:pt x="1214575" y="2066852"/>
                  </a:lnTo>
                  <a:lnTo>
                    <a:pt x="1259576" y="2019900"/>
                  </a:lnTo>
                  <a:close/>
                  <a:moveTo>
                    <a:pt x="632562" y="1418666"/>
                  </a:moveTo>
                  <a:lnTo>
                    <a:pt x="732048" y="1462444"/>
                  </a:lnTo>
                  <a:lnTo>
                    <a:pt x="710087" y="1384902"/>
                  </a:lnTo>
                  <a:close/>
                  <a:moveTo>
                    <a:pt x="513663" y="1396860"/>
                  </a:moveTo>
                  <a:lnTo>
                    <a:pt x="588668" y="1398633"/>
                  </a:lnTo>
                  <a:lnTo>
                    <a:pt x="557836" y="1387494"/>
                  </a:lnTo>
                  <a:close/>
                  <a:moveTo>
                    <a:pt x="1284169" y="1921789"/>
                  </a:moveTo>
                  <a:lnTo>
                    <a:pt x="1259576" y="2019900"/>
                  </a:lnTo>
                  <a:lnTo>
                    <a:pt x="1300803" y="1955735"/>
                  </a:lnTo>
                  <a:close/>
                  <a:moveTo>
                    <a:pt x="1300803" y="1955735"/>
                  </a:moveTo>
                  <a:lnTo>
                    <a:pt x="1286548" y="1905543"/>
                  </a:lnTo>
                  <a:lnTo>
                    <a:pt x="1284169" y="1921789"/>
                  </a:lnTo>
                  <a:close/>
                  <a:moveTo>
                    <a:pt x="1314843" y="1835084"/>
                  </a:moveTo>
                  <a:lnTo>
                    <a:pt x="1286548" y="1905543"/>
                  </a:lnTo>
                  <a:lnTo>
                    <a:pt x="1300803" y="1955735"/>
                  </a:lnTo>
                  <a:close/>
                  <a:moveTo>
                    <a:pt x="1673406" y="2147991"/>
                  </a:moveTo>
                  <a:lnTo>
                    <a:pt x="1702900" y="2224106"/>
                  </a:lnTo>
                  <a:lnTo>
                    <a:pt x="1617464" y="2132879"/>
                  </a:lnTo>
                  <a:close/>
                  <a:moveTo>
                    <a:pt x="1608317" y="2125507"/>
                  </a:moveTo>
                  <a:lnTo>
                    <a:pt x="1617464" y="2132879"/>
                  </a:lnTo>
                  <a:lnTo>
                    <a:pt x="1629638" y="2137124"/>
                  </a:lnTo>
                  <a:close/>
                  <a:moveTo>
                    <a:pt x="1608317" y="2125507"/>
                  </a:moveTo>
                  <a:lnTo>
                    <a:pt x="1569332" y="2071918"/>
                  </a:lnTo>
                  <a:lnTo>
                    <a:pt x="1617464" y="2132879"/>
                  </a:lnTo>
                  <a:close/>
                  <a:moveTo>
                    <a:pt x="1970055" y="2143507"/>
                  </a:moveTo>
                  <a:lnTo>
                    <a:pt x="1939532" y="2152912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17322" y="2213065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30138" y="2219230"/>
                  </a:lnTo>
                  <a:lnTo>
                    <a:pt x="2117322" y="2213065"/>
                  </a:lnTo>
                  <a:close/>
                  <a:moveTo>
                    <a:pt x="315559" y="162080"/>
                  </a:moveTo>
                  <a:lnTo>
                    <a:pt x="366564" y="181206"/>
                  </a:lnTo>
                  <a:lnTo>
                    <a:pt x="309767" y="115832"/>
                  </a:lnTo>
                  <a:close/>
                  <a:moveTo>
                    <a:pt x="366564" y="181206"/>
                  </a:moveTo>
                  <a:lnTo>
                    <a:pt x="377765" y="91405"/>
                  </a:lnTo>
                  <a:lnTo>
                    <a:pt x="309767" y="115832"/>
                  </a:lnTo>
                  <a:close/>
                  <a:moveTo>
                    <a:pt x="358853" y="20696"/>
                  </a:moveTo>
                  <a:lnTo>
                    <a:pt x="409006" y="75472"/>
                  </a:lnTo>
                  <a:lnTo>
                    <a:pt x="343219" y="0"/>
                  </a:lnTo>
                  <a:close/>
                  <a:moveTo>
                    <a:pt x="2117322" y="2213065"/>
                  </a:moveTo>
                  <a:lnTo>
                    <a:pt x="2130138" y="2219230"/>
                  </a:lnTo>
                  <a:lnTo>
                    <a:pt x="2139222" y="2218676"/>
                  </a:lnTo>
                  <a:close/>
                  <a:moveTo>
                    <a:pt x="2222743" y="2252291"/>
                  </a:moveTo>
                  <a:lnTo>
                    <a:pt x="2139222" y="2218676"/>
                  </a:lnTo>
                  <a:lnTo>
                    <a:pt x="2130138" y="2219230"/>
                  </a:lnTo>
                  <a:close/>
                  <a:moveTo>
                    <a:pt x="2117322" y="2213065"/>
                  </a:moveTo>
                  <a:lnTo>
                    <a:pt x="2139222" y="2218676"/>
                  </a:lnTo>
                  <a:lnTo>
                    <a:pt x="2150473" y="2202697"/>
                  </a:lnTo>
                  <a:close/>
                  <a:moveTo>
                    <a:pt x="2222743" y="2252291"/>
                  </a:moveTo>
                  <a:lnTo>
                    <a:pt x="2273335" y="2263496"/>
                  </a:lnTo>
                  <a:lnTo>
                    <a:pt x="2139222" y="2218676"/>
                  </a:lnTo>
                  <a:close/>
                  <a:moveTo>
                    <a:pt x="1959936" y="1936140"/>
                  </a:moveTo>
                  <a:lnTo>
                    <a:pt x="1950513" y="1927983"/>
                  </a:lnTo>
                  <a:lnTo>
                    <a:pt x="1918102" y="1949263"/>
                  </a:lnTo>
                  <a:close/>
                  <a:moveTo>
                    <a:pt x="1979754" y="1927983"/>
                  </a:moveTo>
                  <a:lnTo>
                    <a:pt x="1959936" y="1936140"/>
                  </a:lnTo>
                  <a:lnTo>
                    <a:pt x="1965975" y="1884204"/>
                  </a:lnTo>
                  <a:close/>
                  <a:moveTo>
                    <a:pt x="1973680" y="1845768"/>
                  </a:moveTo>
                  <a:lnTo>
                    <a:pt x="1979754" y="1927983"/>
                  </a:lnTo>
                  <a:lnTo>
                    <a:pt x="1965975" y="1884204"/>
                  </a:lnTo>
                  <a:close/>
                  <a:moveTo>
                    <a:pt x="1691520" y="1444221"/>
                  </a:moveTo>
                  <a:lnTo>
                    <a:pt x="1607582" y="1540360"/>
                  </a:lnTo>
                  <a:lnTo>
                    <a:pt x="1569924" y="1483454"/>
                  </a:lnTo>
                  <a:close/>
                  <a:moveTo>
                    <a:pt x="630879" y="387783"/>
                  </a:moveTo>
                  <a:lnTo>
                    <a:pt x="644350" y="476923"/>
                  </a:lnTo>
                  <a:lnTo>
                    <a:pt x="698211" y="453527"/>
                  </a:lnTo>
                  <a:close/>
                  <a:moveTo>
                    <a:pt x="664137" y="321245"/>
                  </a:moveTo>
                  <a:lnTo>
                    <a:pt x="720657" y="375387"/>
                  </a:lnTo>
                  <a:lnTo>
                    <a:pt x="651454" y="342167"/>
                  </a:lnTo>
                  <a:close/>
                  <a:moveTo>
                    <a:pt x="2308763" y="2234695"/>
                  </a:moveTo>
                  <a:lnTo>
                    <a:pt x="2318788" y="2326636"/>
                  </a:lnTo>
                  <a:lnTo>
                    <a:pt x="2356076" y="2256822"/>
                  </a:lnTo>
                  <a:close/>
                  <a:moveTo>
                    <a:pt x="1939736" y="1599745"/>
                  </a:moveTo>
                  <a:lnTo>
                    <a:pt x="2004602" y="1660142"/>
                  </a:lnTo>
                  <a:lnTo>
                    <a:pt x="2020835" y="1624304"/>
                  </a:lnTo>
                  <a:close/>
                  <a:moveTo>
                    <a:pt x="1910530" y="1599122"/>
                  </a:moveTo>
                  <a:lnTo>
                    <a:pt x="2004602" y="1660142"/>
                  </a:lnTo>
                  <a:lnTo>
                    <a:pt x="1939736" y="1599745"/>
                  </a:lnTo>
                  <a:close/>
                  <a:moveTo>
                    <a:pt x="1691520" y="1444221"/>
                  </a:moveTo>
                  <a:lnTo>
                    <a:pt x="1700285" y="1425494"/>
                  </a:lnTo>
                  <a:lnTo>
                    <a:pt x="1667145" y="1516907"/>
                  </a:lnTo>
                  <a:close/>
                  <a:moveTo>
                    <a:pt x="898015" y="448111"/>
                  </a:moveTo>
                  <a:lnTo>
                    <a:pt x="870163" y="414526"/>
                  </a:lnTo>
                  <a:lnTo>
                    <a:pt x="914381" y="491890"/>
                  </a:lnTo>
                  <a:close/>
                  <a:moveTo>
                    <a:pt x="842047" y="337291"/>
                  </a:moveTo>
                  <a:lnTo>
                    <a:pt x="868886" y="319133"/>
                  </a:lnTo>
                  <a:lnTo>
                    <a:pt x="868467" y="245244"/>
                  </a:lnTo>
                  <a:close/>
                  <a:moveTo>
                    <a:pt x="904496" y="347114"/>
                  </a:moveTo>
                  <a:lnTo>
                    <a:pt x="868886" y="319133"/>
                  </a:lnTo>
                  <a:lnTo>
                    <a:pt x="842047" y="337291"/>
                  </a:lnTo>
                  <a:close/>
                  <a:moveTo>
                    <a:pt x="863062" y="220115"/>
                  </a:moveTo>
                  <a:lnTo>
                    <a:pt x="868467" y="245244"/>
                  </a:lnTo>
                  <a:lnTo>
                    <a:pt x="814787" y="180323"/>
                  </a:lnTo>
                  <a:close/>
                  <a:moveTo>
                    <a:pt x="1533542" y="765277"/>
                  </a:moveTo>
                  <a:lnTo>
                    <a:pt x="1576470" y="764915"/>
                  </a:lnTo>
                  <a:lnTo>
                    <a:pt x="1549332" y="743877"/>
                  </a:lnTo>
                  <a:close/>
                  <a:moveTo>
                    <a:pt x="2156827" y="1296702"/>
                  </a:moveTo>
                  <a:lnTo>
                    <a:pt x="2187300" y="1401598"/>
                  </a:lnTo>
                  <a:lnTo>
                    <a:pt x="2183041" y="1319383"/>
                  </a:lnTo>
                  <a:close/>
                  <a:moveTo>
                    <a:pt x="2156827" y="1296702"/>
                  </a:moveTo>
                  <a:lnTo>
                    <a:pt x="2189467" y="1370258"/>
                  </a:lnTo>
                  <a:lnTo>
                    <a:pt x="2187300" y="140159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30" name="Candidate_density__2049">
              <a:extLst>
                <a:ext uri="{FF2B5EF4-FFF2-40B4-BE49-F238E27FC236}">
                  <a16:creationId xmlns:a16="http://schemas.microsoft.com/office/drawing/2014/main" id="{7B7BC98A-5411-2338-6C93-6920A728FF99}"/>
                </a:ext>
              </a:extLst>
            </p:cNvPr>
            <p:cNvSpPr>
              <a:spLocks noGrp="1"/>
            </p:cNvSpPr>
            <p:nvPr/>
          </p:nvSpPr>
          <p:spPr>
            <a:xfrm>
              <a:off x="4663168" y="2346247"/>
              <a:ext cx="2102410" cy="3144676"/>
            </a:xfrm>
            <a:custGeom>
              <a:avLst/>
              <a:gdLst/>
              <a:ahLst/>
              <a:cxnLst/>
              <a:rect l="0" t="0" r="0" b="0"/>
              <a:pathLst>
                <a:path w="2102410" h="3144676">
                  <a:moveTo>
                    <a:pt x="240882" y="2866687"/>
                  </a:moveTo>
                  <a:lnTo>
                    <a:pt x="235260" y="2864670"/>
                  </a:lnTo>
                  <a:lnTo>
                    <a:pt x="274277" y="2928089"/>
                  </a:lnTo>
                  <a:close/>
                  <a:moveTo>
                    <a:pt x="329909" y="2920888"/>
                  </a:moveTo>
                  <a:lnTo>
                    <a:pt x="240882" y="2866687"/>
                  </a:lnTo>
                  <a:lnTo>
                    <a:pt x="274277" y="2928089"/>
                  </a:lnTo>
                  <a:close/>
                  <a:moveTo>
                    <a:pt x="231837" y="2861276"/>
                  </a:moveTo>
                  <a:lnTo>
                    <a:pt x="154149" y="2779061"/>
                  </a:lnTo>
                  <a:lnTo>
                    <a:pt x="182894" y="2807150"/>
                  </a:lnTo>
                  <a:close/>
                  <a:moveTo>
                    <a:pt x="101432" y="2712694"/>
                  </a:moveTo>
                  <a:lnTo>
                    <a:pt x="154149" y="2779061"/>
                  </a:lnTo>
                  <a:lnTo>
                    <a:pt x="137231" y="2757809"/>
                  </a:lnTo>
                  <a:close/>
                  <a:moveTo>
                    <a:pt x="369853" y="2943491"/>
                  </a:moveTo>
                  <a:lnTo>
                    <a:pt x="454048" y="2891160"/>
                  </a:lnTo>
                  <a:lnTo>
                    <a:pt x="340441" y="2839751"/>
                  </a:lnTo>
                  <a:close/>
                  <a:moveTo>
                    <a:pt x="369853" y="2943491"/>
                  </a:moveTo>
                  <a:lnTo>
                    <a:pt x="340441" y="2839751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40882" y="2866687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60898" y="2843827"/>
                  </a:lnTo>
                  <a:lnTo>
                    <a:pt x="240882" y="2866687"/>
                  </a:lnTo>
                  <a:close/>
                  <a:moveTo>
                    <a:pt x="340441" y="2839751"/>
                  </a:moveTo>
                  <a:lnTo>
                    <a:pt x="415978" y="2838933"/>
                  </a:lnTo>
                  <a:lnTo>
                    <a:pt x="332306" y="2746273"/>
                  </a:lnTo>
                  <a:close/>
                  <a:moveTo>
                    <a:pt x="137231" y="2757809"/>
                  </a:moveTo>
                  <a:lnTo>
                    <a:pt x="154149" y="2779061"/>
                  </a:lnTo>
                  <a:lnTo>
                    <a:pt x="180528" y="2748482"/>
                  </a:lnTo>
                  <a:close/>
                  <a:moveTo>
                    <a:pt x="137231" y="2757809"/>
                  </a:moveTo>
                  <a:lnTo>
                    <a:pt x="180528" y="2748482"/>
                  </a:lnTo>
                  <a:lnTo>
                    <a:pt x="91146" y="2696846"/>
                  </a:lnTo>
                  <a:close/>
                  <a:moveTo>
                    <a:pt x="90489" y="2583050"/>
                  </a:moveTo>
                  <a:lnTo>
                    <a:pt x="103769" y="2510609"/>
                  </a:lnTo>
                  <a:lnTo>
                    <a:pt x="13984" y="2532415"/>
                  </a:lnTo>
                  <a:close/>
                  <a:moveTo>
                    <a:pt x="103769" y="2510609"/>
                  </a:moveTo>
                  <a:lnTo>
                    <a:pt x="0" y="2523385"/>
                  </a:lnTo>
                  <a:lnTo>
                    <a:pt x="13984" y="2532415"/>
                  </a:lnTo>
                  <a:close/>
                  <a:moveTo>
                    <a:pt x="20116" y="2417933"/>
                  </a:moveTo>
                  <a:lnTo>
                    <a:pt x="0" y="2523385"/>
                  </a:lnTo>
                  <a:lnTo>
                    <a:pt x="103769" y="2510609"/>
                  </a:lnTo>
                  <a:close/>
                  <a:moveTo>
                    <a:pt x="32138" y="2329549"/>
                  </a:moveTo>
                  <a:lnTo>
                    <a:pt x="17661" y="2374214"/>
                  </a:lnTo>
                  <a:lnTo>
                    <a:pt x="69748" y="2338083"/>
                  </a:lnTo>
                  <a:close/>
                  <a:moveTo>
                    <a:pt x="69748" y="2338083"/>
                  </a:moveTo>
                  <a:lnTo>
                    <a:pt x="17661" y="2374214"/>
                  </a:lnTo>
                  <a:lnTo>
                    <a:pt x="20116" y="2417933"/>
                  </a:lnTo>
                  <a:close/>
                  <a:moveTo>
                    <a:pt x="820994" y="3113263"/>
                  </a:moveTo>
                  <a:lnTo>
                    <a:pt x="789123" y="3092778"/>
                  </a:lnTo>
                  <a:lnTo>
                    <a:pt x="745446" y="3144676"/>
                  </a:lnTo>
                  <a:close/>
                  <a:moveTo>
                    <a:pt x="658860" y="3099601"/>
                  </a:moveTo>
                  <a:lnTo>
                    <a:pt x="745446" y="3144676"/>
                  </a:lnTo>
                  <a:lnTo>
                    <a:pt x="789123" y="3092778"/>
                  </a:lnTo>
                  <a:close/>
                  <a:moveTo>
                    <a:pt x="703249" y="3050364"/>
                  </a:moveTo>
                  <a:lnTo>
                    <a:pt x="658860" y="3099601"/>
                  </a:lnTo>
                  <a:lnTo>
                    <a:pt x="789123" y="3092778"/>
                  </a:lnTo>
                  <a:close/>
                  <a:moveTo>
                    <a:pt x="16836" y="2247333"/>
                  </a:moveTo>
                  <a:lnTo>
                    <a:pt x="14015" y="2222709"/>
                  </a:lnTo>
                  <a:lnTo>
                    <a:pt x="73907" y="2291113"/>
                  </a:lnTo>
                  <a:close/>
                  <a:moveTo>
                    <a:pt x="32138" y="2329549"/>
                  </a:moveTo>
                  <a:lnTo>
                    <a:pt x="16836" y="2247333"/>
                  </a:lnTo>
                  <a:lnTo>
                    <a:pt x="73907" y="2291113"/>
                  </a:lnTo>
                  <a:close/>
                  <a:moveTo>
                    <a:pt x="640656" y="2917051"/>
                  </a:moveTo>
                  <a:lnTo>
                    <a:pt x="663962" y="2903476"/>
                  </a:lnTo>
                  <a:lnTo>
                    <a:pt x="582802" y="2878688"/>
                  </a:lnTo>
                  <a:close/>
                  <a:moveTo>
                    <a:pt x="874428" y="3074827"/>
                  </a:moveTo>
                  <a:lnTo>
                    <a:pt x="919408" y="3086028"/>
                  </a:lnTo>
                  <a:lnTo>
                    <a:pt x="939944" y="3055695"/>
                  </a:lnTo>
                  <a:close/>
                  <a:moveTo>
                    <a:pt x="900502" y="2987669"/>
                  </a:moveTo>
                  <a:lnTo>
                    <a:pt x="939944" y="3055695"/>
                  </a:lnTo>
                  <a:lnTo>
                    <a:pt x="970183" y="2991611"/>
                  </a:lnTo>
                  <a:close/>
                  <a:moveTo>
                    <a:pt x="900502" y="2987669"/>
                  </a:moveTo>
                  <a:lnTo>
                    <a:pt x="970183" y="2991611"/>
                  </a:lnTo>
                  <a:lnTo>
                    <a:pt x="968568" y="2991174"/>
                  </a:lnTo>
                  <a:close/>
                  <a:moveTo>
                    <a:pt x="411211" y="2364051"/>
                  </a:moveTo>
                  <a:lnTo>
                    <a:pt x="382197" y="2417106"/>
                  </a:lnTo>
                  <a:lnTo>
                    <a:pt x="457200" y="2304960"/>
                  </a:lnTo>
                  <a:close/>
                  <a:moveTo>
                    <a:pt x="457200" y="2304960"/>
                  </a:moveTo>
                  <a:lnTo>
                    <a:pt x="382197" y="2417106"/>
                  </a:lnTo>
                  <a:lnTo>
                    <a:pt x="467163" y="2396952"/>
                  </a:lnTo>
                  <a:close/>
                  <a:moveTo>
                    <a:pt x="457200" y="2304960"/>
                  </a:moveTo>
                  <a:lnTo>
                    <a:pt x="439921" y="2296455"/>
                  </a:lnTo>
                  <a:lnTo>
                    <a:pt x="411211" y="2364051"/>
                  </a:lnTo>
                  <a:close/>
                  <a:moveTo>
                    <a:pt x="544100" y="2303587"/>
                  </a:moveTo>
                  <a:lnTo>
                    <a:pt x="529249" y="2296455"/>
                  </a:lnTo>
                  <a:lnTo>
                    <a:pt x="535691" y="2401833"/>
                  </a:lnTo>
                  <a:close/>
                  <a:moveTo>
                    <a:pt x="535691" y="2401833"/>
                  </a:moveTo>
                  <a:lnTo>
                    <a:pt x="529249" y="2296455"/>
                  </a:lnTo>
                  <a:lnTo>
                    <a:pt x="457200" y="2304960"/>
                  </a:lnTo>
                  <a:close/>
                  <a:moveTo>
                    <a:pt x="535691" y="2401833"/>
                  </a:moveTo>
                  <a:lnTo>
                    <a:pt x="457200" y="2304960"/>
                  </a:lnTo>
                  <a:lnTo>
                    <a:pt x="467163" y="2396952"/>
                  </a:lnTo>
                  <a:close/>
                  <a:moveTo>
                    <a:pt x="529249" y="2296455"/>
                  </a:moveTo>
                  <a:lnTo>
                    <a:pt x="463845" y="2214239"/>
                  </a:lnTo>
                  <a:lnTo>
                    <a:pt x="457200" y="2304960"/>
                  </a:lnTo>
                  <a:close/>
                  <a:moveTo>
                    <a:pt x="230918" y="2167555"/>
                  </a:moveTo>
                  <a:lnTo>
                    <a:pt x="298400" y="2073193"/>
                  </a:lnTo>
                  <a:lnTo>
                    <a:pt x="226912" y="2168848"/>
                  </a:lnTo>
                  <a:close/>
                  <a:moveTo>
                    <a:pt x="437167" y="2214239"/>
                  </a:moveTo>
                  <a:lnTo>
                    <a:pt x="413556" y="2279849"/>
                  </a:lnTo>
                  <a:lnTo>
                    <a:pt x="439921" y="2296455"/>
                  </a:lnTo>
                  <a:close/>
                  <a:moveTo>
                    <a:pt x="529249" y="2296455"/>
                  </a:moveTo>
                  <a:lnTo>
                    <a:pt x="547624" y="2292039"/>
                  </a:lnTo>
                  <a:lnTo>
                    <a:pt x="463845" y="2214239"/>
                  </a:lnTo>
                  <a:close/>
                  <a:moveTo>
                    <a:pt x="547624" y="2292039"/>
                  </a:moveTo>
                  <a:lnTo>
                    <a:pt x="562948" y="2296455"/>
                  </a:lnTo>
                  <a:lnTo>
                    <a:pt x="582851" y="2233265"/>
                  </a:lnTo>
                  <a:close/>
                  <a:moveTo>
                    <a:pt x="1154551" y="2751308"/>
                  </a:moveTo>
                  <a:lnTo>
                    <a:pt x="1183525" y="2807142"/>
                  </a:lnTo>
                  <a:lnTo>
                    <a:pt x="1199003" y="2795087"/>
                  </a:lnTo>
                  <a:close/>
                  <a:moveTo>
                    <a:pt x="819751" y="2098930"/>
                  </a:moveTo>
                  <a:lnTo>
                    <a:pt x="873267" y="2209073"/>
                  </a:lnTo>
                  <a:lnTo>
                    <a:pt x="904432" y="2169226"/>
                  </a:lnTo>
                  <a:close/>
                  <a:moveTo>
                    <a:pt x="854228" y="2219582"/>
                  </a:moveTo>
                  <a:lnTo>
                    <a:pt x="873267" y="2209073"/>
                  </a:lnTo>
                  <a:lnTo>
                    <a:pt x="819751" y="2098930"/>
                  </a:lnTo>
                  <a:close/>
                  <a:moveTo>
                    <a:pt x="766396" y="2137367"/>
                  </a:moveTo>
                  <a:lnTo>
                    <a:pt x="854228" y="2219582"/>
                  </a:lnTo>
                  <a:lnTo>
                    <a:pt x="819751" y="2098930"/>
                  </a:lnTo>
                  <a:close/>
                  <a:moveTo>
                    <a:pt x="952494" y="2105163"/>
                  </a:moveTo>
                  <a:lnTo>
                    <a:pt x="904432" y="2169226"/>
                  </a:lnTo>
                  <a:lnTo>
                    <a:pt x="873267" y="2209073"/>
                  </a:lnTo>
                  <a:close/>
                  <a:moveTo>
                    <a:pt x="873267" y="2209073"/>
                  </a:moveTo>
                  <a:lnTo>
                    <a:pt x="929190" y="2181145"/>
                  </a:lnTo>
                  <a:lnTo>
                    <a:pt x="952494" y="2105163"/>
                  </a:lnTo>
                  <a:close/>
                  <a:moveTo>
                    <a:pt x="766396" y="2137367"/>
                  </a:moveTo>
                  <a:lnTo>
                    <a:pt x="819751" y="2098930"/>
                  </a:lnTo>
                  <a:lnTo>
                    <a:pt x="762916" y="2133983"/>
                  </a:lnTo>
                  <a:close/>
                  <a:moveTo>
                    <a:pt x="819751" y="2098930"/>
                  </a:moveTo>
                  <a:lnTo>
                    <a:pt x="807797" y="2086584"/>
                  </a:lnTo>
                  <a:lnTo>
                    <a:pt x="762916" y="2133983"/>
                  </a:lnTo>
                  <a:close/>
                  <a:moveTo>
                    <a:pt x="807797" y="2086584"/>
                  </a:moveTo>
                  <a:lnTo>
                    <a:pt x="669031" y="2055151"/>
                  </a:lnTo>
                  <a:lnTo>
                    <a:pt x="762916" y="2133983"/>
                  </a:lnTo>
                  <a:close/>
                  <a:moveTo>
                    <a:pt x="663975" y="2042716"/>
                  </a:moveTo>
                  <a:lnTo>
                    <a:pt x="669031" y="2055151"/>
                  </a:lnTo>
                  <a:lnTo>
                    <a:pt x="668821" y="2053915"/>
                  </a:lnTo>
                  <a:close/>
                  <a:moveTo>
                    <a:pt x="623465" y="1972936"/>
                  </a:moveTo>
                  <a:lnTo>
                    <a:pt x="663975" y="2042716"/>
                  </a:lnTo>
                  <a:lnTo>
                    <a:pt x="609799" y="1941215"/>
                  </a:lnTo>
                  <a:close/>
                  <a:moveTo>
                    <a:pt x="609799" y="1941215"/>
                  </a:moveTo>
                  <a:lnTo>
                    <a:pt x="663975" y="2042716"/>
                  </a:lnTo>
                  <a:lnTo>
                    <a:pt x="668821" y="2053915"/>
                  </a:lnTo>
                  <a:close/>
                  <a:moveTo>
                    <a:pt x="609799" y="1941215"/>
                  </a:moveTo>
                  <a:lnTo>
                    <a:pt x="668821" y="2053915"/>
                  </a:lnTo>
                  <a:lnTo>
                    <a:pt x="608580" y="2042298"/>
                  </a:lnTo>
                  <a:close/>
                  <a:moveTo>
                    <a:pt x="623465" y="1972936"/>
                  </a:moveTo>
                  <a:lnTo>
                    <a:pt x="609799" y="1941215"/>
                  </a:lnTo>
                  <a:lnTo>
                    <a:pt x="560493" y="1881208"/>
                  </a:lnTo>
                  <a:close/>
                  <a:moveTo>
                    <a:pt x="130674" y="1397431"/>
                  </a:moveTo>
                  <a:lnTo>
                    <a:pt x="220887" y="1285513"/>
                  </a:lnTo>
                  <a:lnTo>
                    <a:pt x="120729" y="1295715"/>
                  </a:lnTo>
                  <a:close/>
                  <a:moveTo>
                    <a:pt x="120729" y="1295715"/>
                  </a:moveTo>
                  <a:lnTo>
                    <a:pt x="220887" y="1285513"/>
                  </a:lnTo>
                  <a:lnTo>
                    <a:pt x="199308" y="1292424"/>
                  </a:lnTo>
                  <a:close/>
                  <a:moveTo>
                    <a:pt x="609694" y="1934500"/>
                  </a:moveTo>
                  <a:lnTo>
                    <a:pt x="560493" y="1881208"/>
                  </a:lnTo>
                  <a:lnTo>
                    <a:pt x="609799" y="1941215"/>
                  </a:lnTo>
                  <a:close/>
                  <a:moveTo>
                    <a:pt x="1275107" y="2592221"/>
                  </a:moveTo>
                  <a:lnTo>
                    <a:pt x="1333537" y="2658951"/>
                  </a:lnTo>
                  <a:lnTo>
                    <a:pt x="1376901" y="2635999"/>
                  </a:lnTo>
                  <a:close/>
                  <a:moveTo>
                    <a:pt x="1244670" y="2389354"/>
                  </a:moveTo>
                  <a:lnTo>
                    <a:pt x="1301717" y="2324775"/>
                  </a:lnTo>
                  <a:lnTo>
                    <a:pt x="1211425" y="2427790"/>
                  </a:lnTo>
                  <a:close/>
                  <a:moveTo>
                    <a:pt x="941783" y="2093673"/>
                  </a:moveTo>
                  <a:lnTo>
                    <a:pt x="949214" y="2098930"/>
                  </a:lnTo>
                  <a:lnTo>
                    <a:pt x="950293" y="2060493"/>
                  </a:lnTo>
                  <a:close/>
                  <a:moveTo>
                    <a:pt x="904432" y="2169226"/>
                  </a:moveTo>
                  <a:lnTo>
                    <a:pt x="949214" y="2098930"/>
                  </a:lnTo>
                  <a:lnTo>
                    <a:pt x="941783" y="2093673"/>
                  </a:lnTo>
                  <a:close/>
                  <a:moveTo>
                    <a:pt x="966594" y="2122983"/>
                  </a:moveTo>
                  <a:lnTo>
                    <a:pt x="929190" y="2181145"/>
                  </a:lnTo>
                  <a:lnTo>
                    <a:pt x="999233" y="2167257"/>
                  </a:lnTo>
                  <a:close/>
                  <a:moveTo>
                    <a:pt x="901411" y="2060493"/>
                  </a:moveTo>
                  <a:lnTo>
                    <a:pt x="904432" y="2169226"/>
                  </a:lnTo>
                  <a:lnTo>
                    <a:pt x="941783" y="2093673"/>
                  </a:lnTo>
                  <a:close/>
                  <a:moveTo>
                    <a:pt x="819751" y="2098930"/>
                  </a:moveTo>
                  <a:lnTo>
                    <a:pt x="926997" y="2038391"/>
                  </a:lnTo>
                  <a:lnTo>
                    <a:pt x="827082" y="1985844"/>
                  </a:lnTo>
                  <a:close/>
                  <a:moveTo>
                    <a:pt x="827082" y="1985844"/>
                  </a:moveTo>
                  <a:lnTo>
                    <a:pt x="926997" y="2038391"/>
                  </a:lnTo>
                  <a:lnTo>
                    <a:pt x="883067" y="2000922"/>
                  </a:lnTo>
                  <a:close/>
                  <a:moveTo>
                    <a:pt x="819751" y="2098930"/>
                  </a:moveTo>
                  <a:lnTo>
                    <a:pt x="827082" y="1985844"/>
                  </a:lnTo>
                  <a:lnTo>
                    <a:pt x="807797" y="2086584"/>
                  </a:lnTo>
                  <a:close/>
                  <a:moveTo>
                    <a:pt x="950293" y="2060493"/>
                  </a:moveTo>
                  <a:lnTo>
                    <a:pt x="883067" y="2000922"/>
                  </a:lnTo>
                  <a:lnTo>
                    <a:pt x="926997" y="2038391"/>
                  </a:lnTo>
                  <a:close/>
                  <a:moveTo>
                    <a:pt x="841688" y="1834378"/>
                  </a:moveTo>
                  <a:lnTo>
                    <a:pt x="874300" y="1841364"/>
                  </a:lnTo>
                  <a:lnTo>
                    <a:pt x="817875" y="1813848"/>
                  </a:lnTo>
                  <a:close/>
                  <a:moveTo>
                    <a:pt x="803750" y="1856251"/>
                  </a:moveTo>
                  <a:lnTo>
                    <a:pt x="829072" y="1896063"/>
                  </a:lnTo>
                  <a:lnTo>
                    <a:pt x="784695" y="1852285"/>
                  </a:lnTo>
                  <a:close/>
                  <a:moveTo>
                    <a:pt x="372555" y="1358716"/>
                  </a:moveTo>
                  <a:lnTo>
                    <a:pt x="385085" y="1358994"/>
                  </a:lnTo>
                  <a:lnTo>
                    <a:pt x="351584" y="1329309"/>
                  </a:lnTo>
                  <a:close/>
                  <a:moveTo>
                    <a:pt x="372555" y="1358716"/>
                  </a:moveTo>
                  <a:lnTo>
                    <a:pt x="408919" y="1320558"/>
                  </a:lnTo>
                  <a:lnTo>
                    <a:pt x="402230" y="1348727"/>
                  </a:lnTo>
                  <a:close/>
                  <a:moveTo>
                    <a:pt x="137446" y="1252199"/>
                  </a:moveTo>
                  <a:lnTo>
                    <a:pt x="214545" y="1261803"/>
                  </a:lnTo>
                  <a:lnTo>
                    <a:pt x="259997" y="1216537"/>
                  </a:lnTo>
                  <a:close/>
                  <a:moveTo>
                    <a:pt x="259997" y="1216537"/>
                  </a:moveTo>
                  <a:lnTo>
                    <a:pt x="214545" y="1261803"/>
                  </a:lnTo>
                  <a:lnTo>
                    <a:pt x="335002" y="1218310"/>
                  </a:lnTo>
                  <a:close/>
                  <a:moveTo>
                    <a:pt x="1230205" y="2200758"/>
                  </a:moveTo>
                  <a:lnTo>
                    <a:pt x="1149281" y="2307139"/>
                  </a:lnTo>
                  <a:lnTo>
                    <a:pt x="1149869" y="2305569"/>
                  </a:lnTo>
                  <a:close/>
                  <a:moveTo>
                    <a:pt x="737833" y="1797625"/>
                  </a:moveTo>
                  <a:lnTo>
                    <a:pt x="803750" y="1856251"/>
                  </a:lnTo>
                  <a:lnTo>
                    <a:pt x="756957" y="1813848"/>
                  </a:lnTo>
                  <a:close/>
                  <a:moveTo>
                    <a:pt x="828115" y="1884913"/>
                  </a:moveTo>
                  <a:lnTo>
                    <a:pt x="823928" y="1931691"/>
                  </a:lnTo>
                  <a:lnTo>
                    <a:pt x="829072" y="1896063"/>
                  </a:lnTo>
                  <a:close/>
                  <a:moveTo>
                    <a:pt x="829072" y="1896063"/>
                  </a:moveTo>
                  <a:lnTo>
                    <a:pt x="803750" y="1856251"/>
                  </a:lnTo>
                  <a:lnTo>
                    <a:pt x="828115" y="1884913"/>
                  </a:lnTo>
                  <a:close/>
                  <a:moveTo>
                    <a:pt x="717497" y="1731633"/>
                  </a:moveTo>
                  <a:lnTo>
                    <a:pt x="742808" y="1693490"/>
                  </a:lnTo>
                  <a:lnTo>
                    <a:pt x="756957" y="1813848"/>
                  </a:lnTo>
                  <a:close/>
                  <a:moveTo>
                    <a:pt x="858787" y="1775412"/>
                  </a:moveTo>
                  <a:lnTo>
                    <a:pt x="793456" y="1712905"/>
                  </a:lnTo>
                  <a:lnTo>
                    <a:pt x="817711" y="1731633"/>
                  </a:lnTo>
                  <a:close/>
                  <a:moveTo>
                    <a:pt x="1030504" y="1741466"/>
                  </a:moveTo>
                  <a:lnTo>
                    <a:pt x="939314" y="1755009"/>
                  </a:lnTo>
                  <a:lnTo>
                    <a:pt x="934231" y="1850233"/>
                  </a:lnTo>
                  <a:close/>
                  <a:moveTo>
                    <a:pt x="1770146" y="2365031"/>
                  </a:moveTo>
                  <a:lnTo>
                    <a:pt x="1693597" y="2308370"/>
                  </a:lnTo>
                  <a:lnTo>
                    <a:pt x="1769638" y="2356260"/>
                  </a:lnTo>
                  <a:close/>
                  <a:moveTo>
                    <a:pt x="1674920" y="2238540"/>
                  </a:moveTo>
                  <a:lnTo>
                    <a:pt x="1632029" y="2216542"/>
                  </a:lnTo>
                  <a:lnTo>
                    <a:pt x="1753037" y="2274045"/>
                  </a:lnTo>
                  <a:close/>
                  <a:moveTo>
                    <a:pt x="1624900" y="2191829"/>
                  </a:moveTo>
                  <a:lnTo>
                    <a:pt x="1632029" y="2216542"/>
                  </a:lnTo>
                  <a:lnTo>
                    <a:pt x="1674920" y="2238540"/>
                  </a:lnTo>
                  <a:close/>
                  <a:moveTo>
                    <a:pt x="1363798" y="1952556"/>
                  </a:moveTo>
                  <a:lnTo>
                    <a:pt x="1454141" y="2027399"/>
                  </a:lnTo>
                  <a:lnTo>
                    <a:pt x="1375973" y="1956801"/>
                  </a:lnTo>
                  <a:close/>
                  <a:moveTo>
                    <a:pt x="1449234" y="2043783"/>
                  </a:moveTo>
                  <a:lnTo>
                    <a:pt x="1454141" y="2027399"/>
                  </a:lnTo>
                  <a:lnTo>
                    <a:pt x="1363798" y="1952556"/>
                  </a:lnTo>
                  <a:close/>
                  <a:moveTo>
                    <a:pt x="1354652" y="1945184"/>
                  </a:moveTo>
                  <a:lnTo>
                    <a:pt x="1290721" y="1862969"/>
                  </a:lnTo>
                  <a:lnTo>
                    <a:pt x="1315666" y="1891595"/>
                  </a:lnTo>
                  <a:close/>
                  <a:moveTo>
                    <a:pt x="1736927" y="2331446"/>
                  </a:moveTo>
                  <a:lnTo>
                    <a:pt x="1817130" y="2426927"/>
                  </a:lnTo>
                  <a:lnTo>
                    <a:pt x="1769638" y="2356260"/>
                  </a:lnTo>
                  <a:close/>
                  <a:moveTo>
                    <a:pt x="1769638" y="2356260"/>
                  </a:moveTo>
                  <a:lnTo>
                    <a:pt x="1817130" y="2426927"/>
                  </a:lnTo>
                  <a:lnTo>
                    <a:pt x="1789570" y="2388542"/>
                  </a:lnTo>
                  <a:close/>
                  <a:moveTo>
                    <a:pt x="1775604" y="2260502"/>
                  </a:moveTo>
                  <a:lnTo>
                    <a:pt x="1674920" y="2238540"/>
                  </a:lnTo>
                  <a:lnTo>
                    <a:pt x="1753037" y="2274045"/>
                  </a:lnTo>
                  <a:close/>
                  <a:moveTo>
                    <a:pt x="1732143" y="2071178"/>
                  </a:moveTo>
                  <a:lnTo>
                    <a:pt x="1709646" y="2153172"/>
                  </a:lnTo>
                  <a:lnTo>
                    <a:pt x="1750787" y="2080494"/>
                  </a:lnTo>
                  <a:close/>
                  <a:moveTo>
                    <a:pt x="1454141" y="2027399"/>
                  </a:moveTo>
                  <a:lnTo>
                    <a:pt x="1493876" y="2007489"/>
                  </a:lnTo>
                  <a:lnTo>
                    <a:pt x="1375973" y="1956801"/>
                  </a:lnTo>
                  <a:close/>
                  <a:moveTo>
                    <a:pt x="1699303" y="2061757"/>
                  </a:moveTo>
                  <a:lnTo>
                    <a:pt x="1672186" y="2013114"/>
                  </a:lnTo>
                  <a:lnTo>
                    <a:pt x="1645969" y="1988963"/>
                  </a:lnTo>
                  <a:close/>
                  <a:moveTo>
                    <a:pt x="1635551" y="1952902"/>
                  </a:moveTo>
                  <a:lnTo>
                    <a:pt x="1699303" y="2061757"/>
                  </a:lnTo>
                  <a:lnTo>
                    <a:pt x="1645969" y="1988963"/>
                  </a:lnTo>
                  <a:close/>
                  <a:moveTo>
                    <a:pt x="1803409" y="2009879"/>
                  </a:moveTo>
                  <a:lnTo>
                    <a:pt x="1863656" y="2032741"/>
                  </a:lnTo>
                  <a:lnTo>
                    <a:pt x="1849328" y="1966361"/>
                  </a:lnTo>
                  <a:close/>
                  <a:moveTo>
                    <a:pt x="1849328" y="1966361"/>
                  </a:moveTo>
                  <a:lnTo>
                    <a:pt x="1863656" y="2032741"/>
                  </a:lnTo>
                  <a:lnTo>
                    <a:pt x="1906241" y="1914613"/>
                  </a:lnTo>
                  <a:close/>
                  <a:moveTo>
                    <a:pt x="1906241" y="1914613"/>
                  </a:moveTo>
                  <a:lnTo>
                    <a:pt x="1863656" y="2032741"/>
                  </a:lnTo>
                  <a:lnTo>
                    <a:pt x="1896808" y="2022374"/>
                  </a:lnTo>
                  <a:close/>
                  <a:moveTo>
                    <a:pt x="1906241" y="1914613"/>
                  </a:moveTo>
                  <a:lnTo>
                    <a:pt x="1901854" y="1912090"/>
                  </a:lnTo>
                  <a:lnTo>
                    <a:pt x="1849328" y="1966361"/>
                  </a:lnTo>
                  <a:close/>
                  <a:moveTo>
                    <a:pt x="1973840" y="1994305"/>
                  </a:moveTo>
                  <a:lnTo>
                    <a:pt x="2019670" y="2083173"/>
                  </a:lnTo>
                  <a:lnTo>
                    <a:pt x="2007323" y="2076520"/>
                  </a:lnTo>
                  <a:close/>
                  <a:moveTo>
                    <a:pt x="1885556" y="2038353"/>
                  </a:moveTo>
                  <a:lnTo>
                    <a:pt x="2019670" y="2083173"/>
                  </a:lnTo>
                  <a:lnTo>
                    <a:pt x="1973840" y="1994305"/>
                  </a:lnTo>
                  <a:close/>
                  <a:moveTo>
                    <a:pt x="1973840" y="1994305"/>
                  </a:moveTo>
                  <a:lnTo>
                    <a:pt x="1896808" y="2022374"/>
                  </a:lnTo>
                  <a:lnTo>
                    <a:pt x="1885556" y="2038353"/>
                  </a:lnTo>
                  <a:close/>
                  <a:moveTo>
                    <a:pt x="1896808" y="2022374"/>
                  </a:moveTo>
                  <a:lnTo>
                    <a:pt x="1996408" y="1958952"/>
                  </a:lnTo>
                  <a:lnTo>
                    <a:pt x="1970000" y="1923370"/>
                  </a:lnTo>
                  <a:close/>
                  <a:moveTo>
                    <a:pt x="1896808" y="2022374"/>
                  </a:moveTo>
                  <a:lnTo>
                    <a:pt x="1970000" y="1923370"/>
                  </a:lnTo>
                  <a:lnTo>
                    <a:pt x="1906241" y="1914613"/>
                  </a:lnTo>
                  <a:close/>
                  <a:moveTo>
                    <a:pt x="2019670" y="2083173"/>
                  </a:moveTo>
                  <a:lnTo>
                    <a:pt x="1969077" y="2071967"/>
                  </a:lnTo>
                  <a:lnTo>
                    <a:pt x="2041300" y="1994305"/>
                  </a:lnTo>
                  <a:close/>
                  <a:moveTo>
                    <a:pt x="1906241" y="1914613"/>
                  </a:moveTo>
                  <a:lnTo>
                    <a:pt x="1842677" y="1878036"/>
                  </a:lnTo>
                  <a:lnTo>
                    <a:pt x="1901854" y="1912090"/>
                  </a:lnTo>
                  <a:close/>
                  <a:moveTo>
                    <a:pt x="1901854" y="1912090"/>
                  </a:moveTo>
                  <a:lnTo>
                    <a:pt x="1820431" y="1868312"/>
                  </a:lnTo>
                  <a:lnTo>
                    <a:pt x="1820781" y="1829875"/>
                  </a:lnTo>
                  <a:close/>
                  <a:moveTo>
                    <a:pt x="1750991" y="1813898"/>
                  </a:moveTo>
                  <a:lnTo>
                    <a:pt x="1809298" y="1816697"/>
                  </a:lnTo>
                  <a:lnTo>
                    <a:pt x="1820781" y="1829875"/>
                  </a:lnTo>
                  <a:close/>
                  <a:moveTo>
                    <a:pt x="1664436" y="1768940"/>
                  </a:moveTo>
                  <a:lnTo>
                    <a:pt x="1638278" y="1734592"/>
                  </a:lnTo>
                  <a:lnTo>
                    <a:pt x="1578830" y="1727528"/>
                  </a:lnTo>
                  <a:close/>
                  <a:moveTo>
                    <a:pt x="1297052" y="1292806"/>
                  </a:moveTo>
                  <a:lnTo>
                    <a:pt x="1316258" y="1303131"/>
                  </a:lnTo>
                  <a:lnTo>
                    <a:pt x="1353916" y="1360037"/>
                  </a:lnTo>
                  <a:close/>
                  <a:moveTo>
                    <a:pt x="2021753" y="1981388"/>
                  </a:moveTo>
                  <a:lnTo>
                    <a:pt x="2102374" y="2076482"/>
                  </a:lnTo>
                  <a:lnTo>
                    <a:pt x="2041300" y="1994305"/>
                  </a:lnTo>
                  <a:close/>
                  <a:moveTo>
                    <a:pt x="2055097" y="2054372"/>
                  </a:moveTo>
                  <a:lnTo>
                    <a:pt x="2102410" y="2076498"/>
                  </a:lnTo>
                  <a:lnTo>
                    <a:pt x="2021753" y="1981388"/>
                  </a:lnTo>
                  <a:close/>
                  <a:moveTo>
                    <a:pt x="1661334" y="1391980"/>
                  </a:moveTo>
                  <a:lnTo>
                    <a:pt x="1656864" y="1418799"/>
                  </a:lnTo>
                  <a:lnTo>
                    <a:pt x="1686071" y="1419422"/>
                  </a:lnTo>
                  <a:close/>
                  <a:moveTo>
                    <a:pt x="1422953" y="1208186"/>
                  </a:moveTo>
                  <a:lnTo>
                    <a:pt x="1461835" y="1215932"/>
                  </a:lnTo>
                  <a:lnTo>
                    <a:pt x="1446619" y="1245171"/>
                  </a:lnTo>
                  <a:close/>
                  <a:moveTo>
                    <a:pt x="1388429" y="1142561"/>
                  </a:moveTo>
                  <a:lnTo>
                    <a:pt x="1461835" y="1215932"/>
                  </a:lnTo>
                  <a:lnTo>
                    <a:pt x="1422953" y="1208186"/>
                  </a:lnTo>
                  <a:close/>
                  <a:moveTo>
                    <a:pt x="588381" y="156968"/>
                  </a:moveTo>
                  <a:lnTo>
                    <a:pt x="616497" y="234203"/>
                  </a:lnTo>
                  <a:lnTo>
                    <a:pt x="650830" y="166790"/>
                  </a:lnTo>
                  <a:close/>
                  <a:moveTo>
                    <a:pt x="591838" y="114844"/>
                  </a:moveTo>
                  <a:lnTo>
                    <a:pt x="588381" y="156968"/>
                  </a:lnTo>
                  <a:lnTo>
                    <a:pt x="614802" y="64921"/>
                  </a:lnTo>
                  <a:close/>
                  <a:moveTo>
                    <a:pt x="509994" y="24042"/>
                  </a:moveTo>
                  <a:lnTo>
                    <a:pt x="496698" y="37789"/>
                  </a:lnTo>
                  <a:lnTo>
                    <a:pt x="561121" y="0"/>
                  </a:lnTo>
                  <a:close/>
                  <a:moveTo>
                    <a:pt x="1661334" y="1391980"/>
                  </a:moveTo>
                  <a:lnTo>
                    <a:pt x="1642602" y="1380363"/>
                  </a:lnTo>
                  <a:lnTo>
                    <a:pt x="1572142" y="1303807"/>
                  </a:lnTo>
                  <a:close/>
                  <a:moveTo>
                    <a:pt x="1621406" y="1324349"/>
                  </a:moveTo>
                  <a:lnTo>
                    <a:pt x="1661334" y="1391980"/>
                  </a:lnTo>
                  <a:lnTo>
                    <a:pt x="1572142" y="1303807"/>
                  </a:lnTo>
                  <a:close/>
                  <a:moveTo>
                    <a:pt x="609396" y="39792"/>
                  </a:moveTo>
                  <a:lnTo>
                    <a:pt x="591838" y="114844"/>
                  </a:lnTo>
                  <a:lnTo>
                    <a:pt x="614802" y="64921"/>
                  </a:lnTo>
                  <a:close/>
                  <a:moveTo>
                    <a:pt x="1269071" y="544558"/>
                  </a:moveTo>
                  <a:lnTo>
                    <a:pt x="1295667" y="563554"/>
                  </a:lnTo>
                  <a:lnTo>
                    <a:pt x="1218344" y="508833"/>
                  </a:lnTo>
                  <a:close/>
                  <a:moveTo>
                    <a:pt x="1861399" y="1050238"/>
                  </a:moveTo>
                  <a:lnTo>
                    <a:pt x="1903161" y="1116378"/>
                  </a:lnTo>
                  <a:lnTo>
                    <a:pt x="1929375" y="113906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31" name="Candidate_density__2050">
              <a:extLst>
                <a:ext uri="{FF2B5EF4-FFF2-40B4-BE49-F238E27FC236}">
                  <a16:creationId xmlns:a16="http://schemas.microsoft.com/office/drawing/2014/main" id="{76D6E64C-FC2C-2BA5-7820-A65D1313712B}"/>
                </a:ext>
              </a:extLst>
            </p:cNvPr>
            <p:cNvSpPr>
              <a:spLocks noGrp="1"/>
            </p:cNvSpPr>
            <p:nvPr/>
          </p:nvSpPr>
          <p:spPr>
            <a:xfrm>
              <a:off x="4462133" y="2241396"/>
              <a:ext cx="2144245" cy="3246340"/>
            </a:xfrm>
            <a:custGeom>
              <a:avLst/>
              <a:gdLst/>
              <a:ahLst/>
              <a:cxnLst/>
              <a:rect l="0" t="0" r="0" b="0"/>
              <a:pathLst>
                <a:path w="2144245" h="3246340">
                  <a:moveTo>
                    <a:pt x="128035" y="2633959"/>
                  </a:moveTo>
                  <a:lnTo>
                    <a:pt x="45906" y="2644163"/>
                  </a:lnTo>
                  <a:lnTo>
                    <a:pt x="0" y="2649117"/>
                  </a:lnTo>
                  <a:close/>
                  <a:moveTo>
                    <a:pt x="209799" y="2516615"/>
                  </a:moveTo>
                  <a:lnTo>
                    <a:pt x="132942" y="2633996"/>
                  </a:lnTo>
                  <a:lnTo>
                    <a:pt x="201035" y="2628236"/>
                  </a:lnTo>
                  <a:close/>
                  <a:moveTo>
                    <a:pt x="1120170" y="3218114"/>
                  </a:moveTo>
                  <a:lnTo>
                    <a:pt x="1120442" y="3190879"/>
                  </a:lnTo>
                  <a:lnTo>
                    <a:pt x="1077718" y="3246340"/>
                  </a:lnTo>
                  <a:close/>
                  <a:moveTo>
                    <a:pt x="1120170" y="3218114"/>
                  </a:moveTo>
                  <a:lnTo>
                    <a:pt x="1153346" y="3179678"/>
                  </a:lnTo>
                  <a:lnTo>
                    <a:pt x="1120442" y="3190879"/>
                  </a:lnTo>
                  <a:close/>
                  <a:moveTo>
                    <a:pt x="575387" y="2482842"/>
                  </a:moveTo>
                  <a:lnTo>
                    <a:pt x="567617" y="2517246"/>
                  </a:lnTo>
                  <a:lnTo>
                    <a:pt x="517173" y="2543846"/>
                  </a:lnTo>
                  <a:close/>
                  <a:moveTo>
                    <a:pt x="1171218" y="3096462"/>
                  </a:moveTo>
                  <a:lnTo>
                    <a:pt x="1153346" y="3179678"/>
                  </a:lnTo>
                  <a:lnTo>
                    <a:pt x="1170532" y="3099502"/>
                  </a:lnTo>
                  <a:close/>
                  <a:moveTo>
                    <a:pt x="443879" y="2162617"/>
                  </a:moveTo>
                  <a:lnTo>
                    <a:pt x="401398" y="2097061"/>
                  </a:lnTo>
                  <a:lnTo>
                    <a:pt x="521601" y="2129996"/>
                  </a:lnTo>
                  <a:close/>
                  <a:moveTo>
                    <a:pt x="783885" y="2338116"/>
                  </a:moveTo>
                  <a:lnTo>
                    <a:pt x="814640" y="2389650"/>
                  </a:lnTo>
                  <a:lnTo>
                    <a:pt x="854803" y="2324608"/>
                  </a:lnTo>
                  <a:close/>
                  <a:moveTo>
                    <a:pt x="572102" y="2103611"/>
                  </a:moveTo>
                  <a:lnTo>
                    <a:pt x="596423" y="2059694"/>
                  </a:lnTo>
                  <a:lnTo>
                    <a:pt x="586831" y="2034009"/>
                  </a:lnTo>
                  <a:close/>
                  <a:moveTo>
                    <a:pt x="521601" y="2129996"/>
                  </a:moveTo>
                  <a:lnTo>
                    <a:pt x="592828" y="2117646"/>
                  </a:lnTo>
                  <a:lnTo>
                    <a:pt x="572102" y="2103611"/>
                  </a:lnTo>
                  <a:close/>
                  <a:moveTo>
                    <a:pt x="854803" y="2324608"/>
                  </a:moveTo>
                  <a:lnTo>
                    <a:pt x="877245" y="2252852"/>
                  </a:lnTo>
                  <a:lnTo>
                    <a:pt x="820686" y="2260504"/>
                  </a:lnTo>
                  <a:close/>
                  <a:moveTo>
                    <a:pt x="783885" y="2338116"/>
                  </a:moveTo>
                  <a:lnTo>
                    <a:pt x="854803" y="2324608"/>
                  </a:lnTo>
                  <a:lnTo>
                    <a:pt x="820686" y="2260504"/>
                  </a:lnTo>
                  <a:close/>
                  <a:moveTo>
                    <a:pt x="877245" y="2252852"/>
                  </a:moveTo>
                  <a:lnTo>
                    <a:pt x="854803" y="2324608"/>
                  </a:lnTo>
                  <a:lnTo>
                    <a:pt x="895780" y="2280654"/>
                  </a:lnTo>
                  <a:close/>
                  <a:moveTo>
                    <a:pt x="844774" y="2242218"/>
                  </a:moveTo>
                  <a:lnTo>
                    <a:pt x="877245" y="2252852"/>
                  </a:lnTo>
                  <a:lnTo>
                    <a:pt x="789783" y="2163273"/>
                  </a:lnTo>
                  <a:close/>
                  <a:moveTo>
                    <a:pt x="713944" y="1824560"/>
                  </a:moveTo>
                  <a:lnTo>
                    <a:pt x="669429" y="1800157"/>
                  </a:lnTo>
                  <a:lnTo>
                    <a:pt x="703811" y="1913357"/>
                  </a:lnTo>
                  <a:close/>
                  <a:moveTo>
                    <a:pt x="321763" y="1400566"/>
                  </a:moveTo>
                  <a:lnTo>
                    <a:pt x="315180" y="1381630"/>
                  </a:lnTo>
                  <a:lnTo>
                    <a:pt x="309461" y="1463750"/>
                  </a:lnTo>
                  <a:close/>
                  <a:moveTo>
                    <a:pt x="1534572" y="2763802"/>
                  </a:moveTo>
                  <a:lnTo>
                    <a:pt x="1608283" y="2760736"/>
                  </a:lnTo>
                  <a:lnTo>
                    <a:pt x="1576568" y="2748512"/>
                  </a:lnTo>
                  <a:close/>
                  <a:moveTo>
                    <a:pt x="1669337" y="2773803"/>
                  </a:moveTo>
                  <a:lnTo>
                    <a:pt x="1576568" y="2748512"/>
                  </a:lnTo>
                  <a:lnTo>
                    <a:pt x="1635663" y="2761061"/>
                  </a:lnTo>
                  <a:close/>
                  <a:moveTo>
                    <a:pt x="719481" y="1589839"/>
                  </a:moveTo>
                  <a:lnTo>
                    <a:pt x="731757" y="1609894"/>
                  </a:lnTo>
                  <a:lnTo>
                    <a:pt x="763385" y="1615861"/>
                  </a:lnTo>
                  <a:close/>
                  <a:moveTo>
                    <a:pt x="1684408" y="2721432"/>
                  </a:moveTo>
                  <a:lnTo>
                    <a:pt x="1704206" y="2740850"/>
                  </a:lnTo>
                  <a:lnTo>
                    <a:pt x="1704815" y="2691249"/>
                  </a:lnTo>
                  <a:close/>
                  <a:moveTo>
                    <a:pt x="1135265" y="1955084"/>
                  </a:moveTo>
                  <a:lnTo>
                    <a:pt x="1075334" y="1946215"/>
                  </a:lnTo>
                  <a:lnTo>
                    <a:pt x="1206945" y="1944428"/>
                  </a:lnTo>
                  <a:close/>
                  <a:moveTo>
                    <a:pt x="660393" y="1294247"/>
                  </a:moveTo>
                  <a:lnTo>
                    <a:pt x="569675" y="1320203"/>
                  </a:lnTo>
                  <a:lnTo>
                    <a:pt x="536037" y="1323161"/>
                  </a:lnTo>
                  <a:close/>
                  <a:moveTo>
                    <a:pt x="536037" y="1323161"/>
                  </a:moveTo>
                  <a:lnTo>
                    <a:pt x="579930" y="1343194"/>
                  </a:lnTo>
                  <a:lnTo>
                    <a:pt x="660393" y="1294247"/>
                  </a:lnTo>
                  <a:close/>
                  <a:moveTo>
                    <a:pt x="536037" y="1323161"/>
                  </a:moveTo>
                  <a:lnTo>
                    <a:pt x="569675" y="1320203"/>
                  </a:lnTo>
                  <a:lnTo>
                    <a:pt x="505205" y="1312022"/>
                  </a:lnTo>
                  <a:close/>
                  <a:moveTo>
                    <a:pt x="1853994" y="2691690"/>
                  </a:moveTo>
                  <a:lnTo>
                    <a:pt x="1885799" y="2702414"/>
                  </a:lnTo>
                  <a:lnTo>
                    <a:pt x="1871355" y="2690632"/>
                  </a:lnTo>
                  <a:close/>
                  <a:moveTo>
                    <a:pt x="1771190" y="2660754"/>
                  </a:moveTo>
                  <a:lnTo>
                    <a:pt x="1805216" y="2683810"/>
                  </a:lnTo>
                  <a:lnTo>
                    <a:pt x="1704815" y="2691249"/>
                  </a:lnTo>
                  <a:close/>
                  <a:moveTo>
                    <a:pt x="1771190" y="2660754"/>
                  </a:moveTo>
                  <a:lnTo>
                    <a:pt x="1853994" y="2691690"/>
                  </a:lnTo>
                  <a:lnTo>
                    <a:pt x="1805216" y="2683810"/>
                  </a:lnTo>
                  <a:close/>
                  <a:moveTo>
                    <a:pt x="1853994" y="2691690"/>
                  </a:moveTo>
                  <a:lnTo>
                    <a:pt x="1871355" y="2690632"/>
                  </a:lnTo>
                  <a:lnTo>
                    <a:pt x="1805216" y="2683810"/>
                  </a:lnTo>
                  <a:close/>
                  <a:moveTo>
                    <a:pt x="1231538" y="1846317"/>
                  </a:moveTo>
                  <a:lnTo>
                    <a:pt x="1135265" y="1955084"/>
                  </a:lnTo>
                  <a:lnTo>
                    <a:pt x="1206945" y="1944428"/>
                  </a:lnTo>
                  <a:close/>
                  <a:moveTo>
                    <a:pt x="1914520" y="2702786"/>
                  </a:moveTo>
                  <a:lnTo>
                    <a:pt x="1805216" y="2683810"/>
                  </a:lnTo>
                  <a:lnTo>
                    <a:pt x="1871355" y="2690632"/>
                  </a:lnTo>
                  <a:close/>
                  <a:moveTo>
                    <a:pt x="1996571" y="2649425"/>
                  </a:moveTo>
                  <a:lnTo>
                    <a:pt x="2010391" y="2663977"/>
                  </a:lnTo>
                  <a:lnTo>
                    <a:pt x="2011223" y="2570482"/>
                  </a:lnTo>
                  <a:close/>
                  <a:moveTo>
                    <a:pt x="2011223" y="2570482"/>
                  </a:moveTo>
                  <a:lnTo>
                    <a:pt x="2047042" y="2640943"/>
                  </a:lnTo>
                  <a:lnTo>
                    <a:pt x="2091980" y="2593757"/>
                  </a:lnTo>
                  <a:close/>
                  <a:moveTo>
                    <a:pt x="1984720" y="2625541"/>
                  </a:moveTo>
                  <a:lnTo>
                    <a:pt x="1996571" y="2649425"/>
                  </a:lnTo>
                  <a:lnTo>
                    <a:pt x="2011223" y="2570482"/>
                  </a:lnTo>
                  <a:close/>
                  <a:moveTo>
                    <a:pt x="1248043" y="1732806"/>
                  </a:moveTo>
                  <a:lnTo>
                    <a:pt x="1233917" y="1830070"/>
                  </a:lnTo>
                  <a:lnTo>
                    <a:pt x="1262212" y="1759611"/>
                  </a:lnTo>
                  <a:close/>
                  <a:moveTo>
                    <a:pt x="2091980" y="2593757"/>
                  </a:moveTo>
                  <a:lnTo>
                    <a:pt x="2144245" y="2573967"/>
                  </a:lnTo>
                  <a:lnTo>
                    <a:pt x="2011223" y="2570482"/>
                  </a:lnTo>
                  <a:close/>
                  <a:moveTo>
                    <a:pt x="1758061" y="1921408"/>
                  </a:moveTo>
                  <a:lnTo>
                    <a:pt x="1779864" y="1832379"/>
                  </a:lnTo>
                  <a:lnTo>
                    <a:pt x="1714819" y="1867845"/>
                  </a:lnTo>
                  <a:close/>
                  <a:moveTo>
                    <a:pt x="1779864" y="1832379"/>
                  </a:moveTo>
                  <a:lnTo>
                    <a:pt x="1816086" y="1904351"/>
                  </a:lnTo>
                  <a:lnTo>
                    <a:pt x="1865471" y="1873791"/>
                  </a:lnTo>
                  <a:close/>
                  <a:moveTo>
                    <a:pt x="269777" y="181131"/>
                  </a:moveTo>
                  <a:lnTo>
                    <a:pt x="301172" y="202866"/>
                  </a:lnTo>
                  <a:lnTo>
                    <a:pt x="313933" y="105734"/>
                  </a:lnTo>
                  <a:close/>
                  <a:moveTo>
                    <a:pt x="325134" y="15933"/>
                  </a:moveTo>
                  <a:lnTo>
                    <a:pt x="376826" y="15102"/>
                  </a:lnTo>
                  <a:lnTo>
                    <a:pt x="356375" y="0"/>
                  </a:lnTo>
                  <a:close/>
                  <a:moveTo>
                    <a:pt x="313933" y="105734"/>
                  </a:moveTo>
                  <a:lnTo>
                    <a:pt x="352129" y="53408"/>
                  </a:lnTo>
                  <a:lnTo>
                    <a:pt x="325134" y="15933"/>
                  </a:lnTo>
                  <a:close/>
                  <a:moveTo>
                    <a:pt x="1913344" y="1808732"/>
                  </a:moveTo>
                  <a:lnTo>
                    <a:pt x="1907305" y="1860668"/>
                  </a:lnTo>
                  <a:lnTo>
                    <a:pt x="1865471" y="1873791"/>
                  </a:lnTo>
                  <a:close/>
                  <a:moveTo>
                    <a:pt x="325134" y="15933"/>
                  </a:moveTo>
                  <a:lnTo>
                    <a:pt x="356375" y="0"/>
                  </a:lnTo>
                  <a:lnTo>
                    <a:pt x="455721" y="10318"/>
                  </a:lnTo>
                  <a:close/>
                  <a:moveTo>
                    <a:pt x="1916702" y="1752936"/>
                  </a:moveTo>
                  <a:lnTo>
                    <a:pt x="1927123" y="1852511"/>
                  </a:lnTo>
                  <a:lnTo>
                    <a:pt x="1921049" y="1770296"/>
                  </a:lnTo>
                  <a:close/>
                  <a:moveTo>
                    <a:pt x="1921049" y="1770296"/>
                  </a:moveTo>
                  <a:lnTo>
                    <a:pt x="1930285" y="1685716"/>
                  </a:lnTo>
                  <a:lnTo>
                    <a:pt x="1916702" y="1752936"/>
                  </a:lnTo>
                  <a:close/>
                  <a:moveTo>
                    <a:pt x="1942185" y="1649644"/>
                  </a:moveTo>
                  <a:lnTo>
                    <a:pt x="1930285" y="1685716"/>
                  </a:lnTo>
                  <a:lnTo>
                    <a:pt x="1921049" y="1770296"/>
                  </a:lnTo>
                  <a:close/>
                  <a:moveTo>
                    <a:pt x="1614513" y="1441435"/>
                  </a:moveTo>
                  <a:lnTo>
                    <a:pt x="1647654" y="1350022"/>
                  </a:lnTo>
                  <a:lnTo>
                    <a:pt x="1662870" y="1320783"/>
                  </a:lnTo>
                  <a:close/>
                  <a:moveTo>
                    <a:pt x="817531" y="339054"/>
                  </a:moveTo>
                  <a:lnTo>
                    <a:pt x="845384" y="372638"/>
                  </a:lnTo>
                  <a:lnTo>
                    <a:pt x="851865" y="271641"/>
                  </a:lnTo>
                  <a:close/>
                  <a:moveTo>
                    <a:pt x="1968204" y="1548832"/>
                  </a:moveTo>
                  <a:lnTo>
                    <a:pt x="2017480" y="1528992"/>
                  </a:lnTo>
                  <a:lnTo>
                    <a:pt x="1932448" y="1478601"/>
                  </a:lnTo>
                  <a:close/>
                  <a:moveTo>
                    <a:pt x="1968204" y="1548832"/>
                  </a:moveTo>
                  <a:lnTo>
                    <a:pt x="1932448" y="1478601"/>
                  </a:lnTo>
                  <a:lnTo>
                    <a:pt x="1887105" y="1524273"/>
                  </a:lnTo>
                  <a:close/>
                  <a:moveTo>
                    <a:pt x="2027889" y="1493322"/>
                  </a:moveTo>
                  <a:lnTo>
                    <a:pt x="2019599" y="1529690"/>
                  </a:lnTo>
                  <a:lnTo>
                    <a:pt x="1968204" y="1548832"/>
                  </a:lnTo>
                  <a:close/>
                  <a:moveTo>
                    <a:pt x="2033752" y="1446777"/>
                  </a:moveTo>
                  <a:lnTo>
                    <a:pt x="2019599" y="1529690"/>
                  </a:lnTo>
                  <a:lnTo>
                    <a:pt x="2027889" y="1493322"/>
                  </a:lnTo>
                  <a:close/>
                  <a:moveTo>
                    <a:pt x="2034833" y="1417212"/>
                  </a:moveTo>
                  <a:lnTo>
                    <a:pt x="2021236" y="1528992"/>
                  </a:lnTo>
                  <a:lnTo>
                    <a:pt x="2033752" y="1446777"/>
                  </a:lnTo>
                  <a:close/>
                  <a:moveTo>
                    <a:pt x="2034833" y="1417212"/>
                  </a:moveTo>
                  <a:lnTo>
                    <a:pt x="2033752" y="1446777"/>
                  </a:lnTo>
                  <a:lnTo>
                    <a:pt x="2042448" y="1396015"/>
                  </a:lnTo>
                  <a:close/>
                  <a:moveTo>
                    <a:pt x="1460895" y="780117"/>
                  </a:moveTo>
                  <a:lnTo>
                    <a:pt x="1480824" y="871272"/>
                  </a:lnTo>
                  <a:lnTo>
                    <a:pt x="1465036" y="78905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32" name="Candidate_density__2051">
              <a:extLst>
                <a:ext uri="{FF2B5EF4-FFF2-40B4-BE49-F238E27FC236}">
                  <a16:creationId xmlns:a16="http://schemas.microsoft.com/office/drawing/2014/main" id="{15FD0ACA-F5BD-0013-8D93-D38D397D7D96}"/>
                </a:ext>
              </a:extLst>
            </p:cNvPr>
            <p:cNvSpPr>
              <a:spLocks noGrp="1"/>
            </p:cNvSpPr>
            <p:nvPr/>
          </p:nvSpPr>
          <p:spPr>
            <a:xfrm>
              <a:off x="4403670" y="3025111"/>
              <a:ext cx="2120897" cy="2322991"/>
            </a:xfrm>
            <a:custGeom>
              <a:avLst/>
              <a:gdLst/>
              <a:ahLst/>
              <a:cxnLst/>
              <a:rect l="0" t="0" r="0" b="0"/>
              <a:pathLst>
                <a:path w="2120897" h="2322991">
                  <a:moveTo>
                    <a:pt x="68151" y="1686420"/>
                  </a:moveTo>
                  <a:lnTo>
                    <a:pt x="0" y="1727558"/>
                  </a:lnTo>
                  <a:lnTo>
                    <a:pt x="65065" y="1689122"/>
                  </a:lnTo>
                  <a:close/>
                  <a:moveTo>
                    <a:pt x="68151" y="1686420"/>
                  </a:moveTo>
                  <a:lnTo>
                    <a:pt x="13201" y="1696174"/>
                  </a:lnTo>
                  <a:lnTo>
                    <a:pt x="0" y="1727558"/>
                  </a:lnTo>
                  <a:close/>
                  <a:moveTo>
                    <a:pt x="13201" y="1696174"/>
                  </a:moveTo>
                  <a:lnTo>
                    <a:pt x="68151" y="1686420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91163" y="1606907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65065" y="1689122"/>
                  </a:lnTo>
                  <a:lnTo>
                    <a:pt x="73703" y="1685196"/>
                  </a:lnTo>
                  <a:close/>
                  <a:moveTo>
                    <a:pt x="73703" y="1685196"/>
                  </a:moveTo>
                  <a:lnTo>
                    <a:pt x="91163" y="1606907"/>
                  </a:lnTo>
                  <a:lnTo>
                    <a:pt x="68151" y="1686420"/>
                  </a:lnTo>
                  <a:close/>
                  <a:moveTo>
                    <a:pt x="143812" y="1588699"/>
                  </a:moveTo>
                  <a:lnTo>
                    <a:pt x="91163" y="1606907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143812" y="1588699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73703" y="1685196"/>
                  </a:lnTo>
                  <a:lnTo>
                    <a:pt x="196009" y="1670602"/>
                  </a:lnTo>
                  <a:close/>
                  <a:moveTo>
                    <a:pt x="223549" y="1650685"/>
                  </a:moveTo>
                  <a:lnTo>
                    <a:pt x="211765" y="1568470"/>
                  </a:lnTo>
                  <a:lnTo>
                    <a:pt x="184403" y="1655790"/>
                  </a:lnTo>
                  <a:close/>
                  <a:moveTo>
                    <a:pt x="211765" y="1568470"/>
                  </a:moveTo>
                  <a:lnTo>
                    <a:pt x="143812" y="1588699"/>
                  </a:lnTo>
                  <a:lnTo>
                    <a:pt x="184403" y="1655790"/>
                  </a:lnTo>
                  <a:close/>
                  <a:moveTo>
                    <a:pt x="109061" y="1560719"/>
                  </a:moveTo>
                  <a:lnTo>
                    <a:pt x="91163" y="1606907"/>
                  </a:lnTo>
                  <a:lnTo>
                    <a:pt x="143812" y="1588699"/>
                  </a:lnTo>
                  <a:close/>
                  <a:moveTo>
                    <a:pt x="211765" y="1568470"/>
                  </a:moveTo>
                  <a:lnTo>
                    <a:pt x="109061" y="1560719"/>
                  </a:lnTo>
                  <a:lnTo>
                    <a:pt x="143812" y="1588699"/>
                  </a:lnTo>
                  <a:close/>
                  <a:moveTo>
                    <a:pt x="228051" y="1511744"/>
                  </a:moveTo>
                  <a:lnTo>
                    <a:pt x="211765" y="1568470"/>
                  </a:lnTo>
                  <a:lnTo>
                    <a:pt x="273513" y="1543845"/>
                  </a:lnTo>
                  <a:close/>
                  <a:moveTo>
                    <a:pt x="1142430" y="2313748"/>
                  </a:moveTo>
                  <a:lnTo>
                    <a:pt x="1152292" y="2307657"/>
                  </a:lnTo>
                  <a:lnTo>
                    <a:pt x="1068020" y="2322991"/>
                  </a:lnTo>
                  <a:close/>
                  <a:moveTo>
                    <a:pt x="532802" y="1017829"/>
                  </a:moveTo>
                  <a:lnTo>
                    <a:pt x="479135" y="1032380"/>
                  </a:lnTo>
                  <a:lnTo>
                    <a:pt x="464951" y="1085864"/>
                  </a:lnTo>
                  <a:close/>
                  <a:moveTo>
                    <a:pt x="1444960" y="2034009"/>
                  </a:moveTo>
                  <a:lnTo>
                    <a:pt x="1533216" y="2035090"/>
                  </a:lnTo>
                  <a:lnTo>
                    <a:pt x="1504252" y="2010527"/>
                  </a:lnTo>
                  <a:close/>
                  <a:moveTo>
                    <a:pt x="1459061" y="1973036"/>
                  </a:moveTo>
                  <a:lnTo>
                    <a:pt x="1444960" y="2034009"/>
                  </a:lnTo>
                  <a:lnTo>
                    <a:pt x="1504252" y="2010527"/>
                  </a:lnTo>
                  <a:close/>
                  <a:moveTo>
                    <a:pt x="1489580" y="1831142"/>
                  </a:moveTo>
                  <a:lnTo>
                    <a:pt x="1463214" y="1951794"/>
                  </a:lnTo>
                  <a:lnTo>
                    <a:pt x="1534605" y="1913357"/>
                  </a:lnTo>
                  <a:close/>
                  <a:moveTo>
                    <a:pt x="727893" y="1016442"/>
                  </a:moveTo>
                  <a:lnTo>
                    <a:pt x="679567" y="965212"/>
                  </a:lnTo>
                  <a:lnTo>
                    <a:pt x="674884" y="991736"/>
                  </a:lnTo>
                  <a:close/>
                  <a:moveTo>
                    <a:pt x="1470923" y="1748927"/>
                  </a:moveTo>
                  <a:lnTo>
                    <a:pt x="1489580" y="1831142"/>
                  </a:lnTo>
                  <a:lnTo>
                    <a:pt x="1542314" y="1792706"/>
                  </a:lnTo>
                  <a:close/>
                  <a:moveTo>
                    <a:pt x="480385" y="606649"/>
                  </a:moveTo>
                  <a:lnTo>
                    <a:pt x="445353" y="680130"/>
                  </a:lnTo>
                  <a:lnTo>
                    <a:pt x="543770" y="644578"/>
                  </a:lnTo>
                  <a:close/>
                  <a:moveTo>
                    <a:pt x="1466819" y="639668"/>
                  </a:moveTo>
                  <a:lnTo>
                    <a:pt x="1454146" y="663444"/>
                  </a:lnTo>
                  <a:lnTo>
                    <a:pt x="1575756" y="624267"/>
                  </a:lnTo>
                  <a:close/>
                  <a:moveTo>
                    <a:pt x="1466819" y="639668"/>
                  </a:moveTo>
                  <a:lnTo>
                    <a:pt x="1575756" y="624267"/>
                  </a:lnTo>
                  <a:lnTo>
                    <a:pt x="1556550" y="613942"/>
                  </a:lnTo>
                  <a:close/>
                  <a:moveTo>
                    <a:pt x="1156666" y="38436"/>
                  </a:moveTo>
                  <a:lnTo>
                    <a:pt x="1200979" y="82215"/>
                  </a:lnTo>
                  <a:lnTo>
                    <a:pt x="1189586" y="0"/>
                  </a:lnTo>
                  <a:close/>
                  <a:moveTo>
                    <a:pt x="1189586" y="0"/>
                  </a:moveTo>
                  <a:lnTo>
                    <a:pt x="1200979" y="82215"/>
                  </a:lnTo>
                  <a:lnTo>
                    <a:pt x="1276345" y="43778"/>
                  </a:lnTo>
                  <a:close/>
                  <a:moveTo>
                    <a:pt x="1830241" y="588025"/>
                  </a:moveTo>
                  <a:lnTo>
                    <a:pt x="1876854" y="547098"/>
                  </a:lnTo>
                  <a:lnTo>
                    <a:pt x="1854566" y="537069"/>
                  </a:lnTo>
                  <a:close/>
                  <a:moveTo>
                    <a:pt x="1876854" y="547098"/>
                  </a:moveTo>
                  <a:lnTo>
                    <a:pt x="1913273" y="498633"/>
                  </a:lnTo>
                  <a:lnTo>
                    <a:pt x="1854566" y="537069"/>
                  </a:lnTo>
                  <a:close/>
                  <a:moveTo>
                    <a:pt x="1933685" y="480924"/>
                  </a:moveTo>
                  <a:lnTo>
                    <a:pt x="1854566" y="537069"/>
                  </a:lnTo>
                  <a:lnTo>
                    <a:pt x="1913273" y="498633"/>
                  </a:lnTo>
                  <a:close/>
                  <a:moveTo>
                    <a:pt x="1955931" y="484398"/>
                  </a:moveTo>
                  <a:lnTo>
                    <a:pt x="1913273" y="498633"/>
                  </a:lnTo>
                  <a:lnTo>
                    <a:pt x="1994307" y="492380"/>
                  </a:lnTo>
                  <a:close/>
                  <a:moveTo>
                    <a:pt x="1933685" y="480924"/>
                  </a:moveTo>
                  <a:lnTo>
                    <a:pt x="1913273" y="498633"/>
                  </a:lnTo>
                  <a:lnTo>
                    <a:pt x="1955931" y="484398"/>
                  </a:lnTo>
                  <a:close/>
                  <a:moveTo>
                    <a:pt x="1984311" y="416417"/>
                  </a:moveTo>
                  <a:lnTo>
                    <a:pt x="1933685" y="480924"/>
                  </a:lnTo>
                  <a:lnTo>
                    <a:pt x="2052290" y="430509"/>
                  </a:lnTo>
                  <a:close/>
                  <a:moveTo>
                    <a:pt x="2052290" y="430509"/>
                  </a:moveTo>
                  <a:lnTo>
                    <a:pt x="1933685" y="480924"/>
                  </a:lnTo>
                  <a:lnTo>
                    <a:pt x="2042158" y="460196"/>
                  </a:lnTo>
                  <a:close/>
                  <a:moveTo>
                    <a:pt x="2042158" y="460196"/>
                  </a:moveTo>
                  <a:lnTo>
                    <a:pt x="1933685" y="480924"/>
                  </a:lnTo>
                  <a:lnTo>
                    <a:pt x="1955931" y="484398"/>
                  </a:lnTo>
                  <a:close/>
                  <a:moveTo>
                    <a:pt x="2003748" y="406023"/>
                  </a:moveTo>
                  <a:lnTo>
                    <a:pt x="2052290" y="430509"/>
                  </a:lnTo>
                  <a:lnTo>
                    <a:pt x="2085627" y="377981"/>
                  </a:lnTo>
                  <a:close/>
                  <a:moveTo>
                    <a:pt x="2052290" y="430509"/>
                  </a:moveTo>
                  <a:lnTo>
                    <a:pt x="2042158" y="460196"/>
                  </a:lnTo>
                  <a:lnTo>
                    <a:pt x="2071814" y="450778"/>
                  </a:lnTo>
                  <a:close/>
                  <a:moveTo>
                    <a:pt x="2071814" y="450778"/>
                  </a:moveTo>
                  <a:lnTo>
                    <a:pt x="2085627" y="377981"/>
                  </a:lnTo>
                  <a:lnTo>
                    <a:pt x="2052290" y="430509"/>
                  </a:lnTo>
                  <a:close/>
                  <a:moveTo>
                    <a:pt x="2120897" y="371375"/>
                  </a:moveTo>
                  <a:lnTo>
                    <a:pt x="2085627" y="377981"/>
                  </a:lnTo>
                  <a:lnTo>
                    <a:pt x="2071814" y="450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33" name="Candidate_density__2052">
              <a:extLst>
                <a:ext uri="{FF2B5EF4-FFF2-40B4-BE49-F238E27FC236}">
                  <a16:creationId xmlns:a16="http://schemas.microsoft.com/office/drawing/2014/main" id="{D3555F8D-4F1E-298A-8C48-1CF4193A30A0}"/>
                </a:ext>
              </a:extLst>
            </p:cNvPr>
            <p:cNvSpPr>
              <a:spLocks noGrp="1"/>
            </p:cNvSpPr>
            <p:nvPr/>
          </p:nvSpPr>
          <p:spPr>
            <a:xfrm>
              <a:off x="4599679" y="2288928"/>
              <a:ext cx="2118586" cy="3170583"/>
            </a:xfrm>
            <a:custGeom>
              <a:avLst/>
              <a:gdLst/>
              <a:ahLst/>
              <a:cxnLst/>
              <a:rect l="0" t="0" r="0" b="0"/>
              <a:pathLst>
                <a:path w="2118586" h="3170583">
                  <a:moveTo>
                    <a:pt x="403930" y="2897071"/>
                  </a:moveTo>
                  <a:lnTo>
                    <a:pt x="517536" y="2948480"/>
                  </a:lnTo>
                  <a:lnTo>
                    <a:pt x="479467" y="2896252"/>
                  </a:lnTo>
                  <a:close/>
                  <a:moveTo>
                    <a:pt x="161553" y="2472474"/>
                  </a:moveTo>
                  <a:lnTo>
                    <a:pt x="83605" y="2475252"/>
                  </a:lnTo>
                  <a:lnTo>
                    <a:pt x="167258" y="2567929"/>
                  </a:lnTo>
                  <a:close/>
                  <a:moveTo>
                    <a:pt x="167258" y="2567929"/>
                  </a:moveTo>
                  <a:lnTo>
                    <a:pt x="153978" y="2640369"/>
                  </a:lnTo>
                  <a:lnTo>
                    <a:pt x="263693" y="2556718"/>
                  </a:lnTo>
                  <a:close/>
                  <a:moveTo>
                    <a:pt x="133237" y="2395402"/>
                  </a:moveTo>
                  <a:lnTo>
                    <a:pt x="83605" y="2475252"/>
                  </a:lnTo>
                  <a:lnTo>
                    <a:pt x="161553" y="2472474"/>
                  </a:lnTo>
                  <a:close/>
                  <a:moveTo>
                    <a:pt x="81150" y="2431533"/>
                  </a:moveTo>
                  <a:lnTo>
                    <a:pt x="27540" y="2386868"/>
                  </a:lnTo>
                  <a:lnTo>
                    <a:pt x="83605" y="2475252"/>
                  </a:lnTo>
                  <a:close/>
                  <a:moveTo>
                    <a:pt x="0" y="2406785"/>
                  </a:moveTo>
                  <a:lnTo>
                    <a:pt x="72253" y="2469084"/>
                  </a:lnTo>
                  <a:lnTo>
                    <a:pt x="83605" y="2475252"/>
                  </a:lnTo>
                  <a:close/>
                  <a:moveTo>
                    <a:pt x="15756" y="2304653"/>
                  </a:moveTo>
                  <a:lnTo>
                    <a:pt x="109722" y="2323158"/>
                  </a:lnTo>
                  <a:lnTo>
                    <a:pt x="77504" y="2280028"/>
                  </a:lnTo>
                  <a:close/>
                  <a:moveTo>
                    <a:pt x="27540" y="2386868"/>
                  </a:moveTo>
                  <a:lnTo>
                    <a:pt x="73803" y="2348432"/>
                  </a:lnTo>
                  <a:lnTo>
                    <a:pt x="15756" y="2304653"/>
                  </a:lnTo>
                  <a:close/>
                  <a:moveTo>
                    <a:pt x="946420" y="3049931"/>
                  </a:moveTo>
                  <a:lnTo>
                    <a:pt x="852612" y="3150097"/>
                  </a:lnTo>
                  <a:lnTo>
                    <a:pt x="884483" y="3170583"/>
                  </a:lnTo>
                  <a:close/>
                  <a:moveTo>
                    <a:pt x="946420" y="3049931"/>
                  </a:moveTo>
                  <a:lnTo>
                    <a:pt x="884483" y="3170583"/>
                  </a:lnTo>
                  <a:lnTo>
                    <a:pt x="937917" y="3132146"/>
                  </a:lnTo>
                  <a:close/>
                  <a:moveTo>
                    <a:pt x="872011" y="3059174"/>
                  </a:moveTo>
                  <a:lnTo>
                    <a:pt x="766738" y="3107684"/>
                  </a:lnTo>
                  <a:lnTo>
                    <a:pt x="852612" y="3150097"/>
                  </a:lnTo>
                  <a:close/>
                  <a:moveTo>
                    <a:pt x="872011" y="3059174"/>
                  </a:moveTo>
                  <a:lnTo>
                    <a:pt x="775176" y="3077307"/>
                  </a:lnTo>
                  <a:lnTo>
                    <a:pt x="766738" y="3107684"/>
                  </a:lnTo>
                  <a:close/>
                  <a:moveTo>
                    <a:pt x="775176" y="3077307"/>
                  </a:moveTo>
                  <a:lnTo>
                    <a:pt x="842205" y="2983313"/>
                  </a:lnTo>
                  <a:lnTo>
                    <a:pt x="771950" y="2979837"/>
                  </a:lnTo>
                  <a:close/>
                  <a:moveTo>
                    <a:pt x="704144" y="2974371"/>
                  </a:moveTo>
                  <a:lnTo>
                    <a:pt x="771950" y="2979837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06332" y="2977064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42205" y="2983313"/>
                  </a:lnTo>
                  <a:lnTo>
                    <a:pt x="806332" y="2977064"/>
                  </a:lnTo>
                  <a:close/>
                  <a:moveTo>
                    <a:pt x="946420" y="3049931"/>
                  </a:moveTo>
                  <a:lnTo>
                    <a:pt x="937917" y="3132146"/>
                  </a:lnTo>
                  <a:lnTo>
                    <a:pt x="1003433" y="3113015"/>
                  </a:lnTo>
                  <a:close/>
                  <a:moveTo>
                    <a:pt x="963991" y="3044988"/>
                  </a:moveTo>
                  <a:lnTo>
                    <a:pt x="1032057" y="3048493"/>
                  </a:lnTo>
                  <a:lnTo>
                    <a:pt x="956282" y="3043840"/>
                  </a:lnTo>
                  <a:close/>
                  <a:moveTo>
                    <a:pt x="271246" y="2024913"/>
                  </a:moveTo>
                  <a:lnTo>
                    <a:pt x="263995" y="1949321"/>
                  </a:lnTo>
                  <a:lnTo>
                    <a:pt x="263853" y="2049529"/>
                  </a:lnTo>
                  <a:close/>
                  <a:moveTo>
                    <a:pt x="592738" y="2353774"/>
                  </a:moveTo>
                  <a:lnTo>
                    <a:pt x="607589" y="2360906"/>
                  </a:lnTo>
                  <a:lnTo>
                    <a:pt x="611113" y="2349358"/>
                  </a:lnTo>
                  <a:close/>
                  <a:moveTo>
                    <a:pt x="611113" y="2349358"/>
                  </a:moveTo>
                  <a:lnTo>
                    <a:pt x="607589" y="2360906"/>
                  </a:lnTo>
                  <a:lnTo>
                    <a:pt x="626437" y="2353774"/>
                  </a:lnTo>
                  <a:close/>
                  <a:moveTo>
                    <a:pt x="1262492" y="2852407"/>
                  </a:moveTo>
                  <a:lnTo>
                    <a:pt x="1313604" y="2813970"/>
                  </a:lnTo>
                  <a:lnTo>
                    <a:pt x="1248951" y="2770192"/>
                  </a:lnTo>
                  <a:close/>
                  <a:moveTo>
                    <a:pt x="1388109" y="2813970"/>
                  </a:moveTo>
                  <a:lnTo>
                    <a:pt x="1308242" y="2746710"/>
                  </a:lnTo>
                  <a:lnTo>
                    <a:pt x="1337207" y="2771273"/>
                  </a:lnTo>
                  <a:close/>
                  <a:moveTo>
                    <a:pt x="1324107" y="2770192"/>
                  </a:moveTo>
                  <a:lnTo>
                    <a:pt x="1263051" y="2709218"/>
                  </a:lnTo>
                  <a:lnTo>
                    <a:pt x="1308242" y="2746710"/>
                  </a:lnTo>
                  <a:close/>
                  <a:moveTo>
                    <a:pt x="983944" y="2359116"/>
                  </a:moveTo>
                  <a:lnTo>
                    <a:pt x="1031566" y="2401052"/>
                  </a:lnTo>
                  <a:lnTo>
                    <a:pt x="1060531" y="2326449"/>
                  </a:lnTo>
                  <a:close/>
                  <a:moveTo>
                    <a:pt x="936756" y="2266393"/>
                  </a:moveTo>
                  <a:lnTo>
                    <a:pt x="925471" y="2283038"/>
                  </a:lnTo>
                  <a:lnTo>
                    <a:pt x="992678" y="2238464"/>
                  </a:lnTo>
                  <a:close/>
                  <a:moveTo>
                    <a:pt x="925471" y="2283038"/>
                  </a:moveTo>
                  <a:lnTo>
                    <a:pt x="983944" y="2359116"/>
                  </a:lnTo>
                  <a:lnTo>
                    <a:pt x="992678" y="2238464"/>
                  </a:lnTo>
                  <a:close/>
                  <a:moveTo>
                    <a:pt x="992678" y="2238464"/>
                  </a:moveTo>
                  <a:lnTo>
                    <a:pt x="983944" y="2359116"/>
                  </a:lnTo>
                  <a:lnTo>
                    <a:pt x="1062292" y="2300729"/>
                  </a:lnTo>
                  <a:close/>
                  <a:moveTo>
                    <a:pt x="1062292" y="2300729"/>
                  </a:moveTo>
                  <a:lnTo>
                    <a:pt x="983944" y="2359116"/>
                  </a:lnTo>
                  <a:lnTo>
                    <a:pt x="1060531" y="2326449"/>
                  </a:lnTo>
                  <a:close/>
                  <a:moveTo>
                    <a:pt x="576398" y="1777028"/>
                  </a:moveTo>
                  <a:lnTo>
                    <a:pt x="585176" y="1669799"/>
                  </a:lnTo>
                  <a:lnTo>
                    <a:pt x="531884" y="1752625"/>
                  </a:lnTo>
                  <a:close/>
                  <a:moveTo>
                    <a:pt x="245826" y="1536965"/>
                  </a:moveTo>
                  <a:lnTo>
                    <a:pt x="249343" y="1416313"/>
                  </a:lnTo>
                  <a:lnTo>
                    <a:pt x="194162" y="1454750"/>
                  </a:lnTo>
                  <a:close/>
                  <a:moveTo>
                    <a:pt x="992678" y="2238464"/>
                  </a:moveTo>
                  <a:lnTo>
                    <a:pt x="1062292" y="2300729"/>
                  </a:lnTo>
                  <a:lnTo>
                    <a:pt x="1062722" y="2224576"/>
                  </a:lnTo>
                  <a:close/>
                  <a:moveTo>
                    <a:pt x="1062722" y="2224576"/>
                  </a:moveTo>
                  <a:lnTo>
                    <a:pt x="1062292" y="2300729"/>
                  </a:lnTo>
                  <a:lnTo>
                    <a:pt x="1081964" y="2238464"/>
                  </a:lnTo>
                  <a:close/>
                  <a:moveTo>
                    <a:pt x="964900" y="2117813"/>
                  </a:moveTo>
                  <a:lnTo>
                    <a:pt x="883240" y="2156249"/>
                  </a:lnTo>
                  <a:lnTo>
                    <a:pt x="967920" y="2226546"/>
                  </a:lnTo>
                  <a:close/>
                  <a:moveTo>
                    <a:pt x="964900" y="2117813"/>
                  </a:moveTo>
                  <a:lnTo>
                    <a:pt x="990486" y="2095711"/>
                  </a:lnTo>
                  <a:lnTo>
                    <a:pt x="883240" y="2156249"/>
                  </a:lnTo>
                  <a:close/>
                  <a:moveTo>
                    <a:pt x="867239" y="1913570"/>
                  </a:moveTo>
                  <a:lnTo>
                    <a:pt x="839603" y="1884415"/>
                  </a:lnTo>
                  <a:lnTo>
                    <a:pt x="820446" y="1871168"/>
                  </a:lnTo>
                  <a:close/>
                  <a:moveTo>
                    <a:pt x="621080" y="1765739"/>
                  </a:moveTo>
                  <a:lnTo>
                    <a:pt x="543780" y="1755386"/>
                  </a:lnTo>
                  <a:lnTo>
                    <a:pt x="669188" y="1730406"/>
                  </a:lnTo>
                  <a:close/>
                  <a:moveTo>
                    <a:pt x="1395609" y="2490452"/>
                  </a:moveTo>
                  <a:lnTo>
                    <a:pt x="1308073" y="2446571"/>
                  </a:lnTo>
                  <a:lnTo>
                    <a:pt x="1308159" y="2446673"/>
                  </a:lnTo>
                  <a:close/>
                  <a:moveTo>
                    <a:pt x="1212770" y="2364458"/>
                  </a:moveTo>
                  <a:lnTo>
                    <a:pt x="1308073" y="2446571"/>
                  </a:lnTo>
                  <a:lnTo>
                    <a:pt x="1213358" y="2362888"/>
                  </a:lnTo>
                  <a:close/>
                  <a:moveTo>
                    <a:pt x="1307880" y="2446424"/>
                  </a:moveTo>
                  <a:lnTo>
                    <a:pt x="1308073" y="2446571"/>
                  </a:lnTo>
                  <a:lnTo>
                    <a:pt x="1212770" y="2364458"/>
                  </a:lnTo>
                  <a:close/>
                  <a:moveTo>
                    <a:pt x="881364" y="1871168"/>
                  </a:moveTo>
                  <a:lnTo>
                    <a:pt x="937788" y="1898683"/>
                  </a:lnTo>
                  <a:lnTo>
                    <a:pt x="922276" y="1832731"/>
                  </a:lnTo>
                  <a:close/>
                  <a:moveTo>
                    <a:pt x="896341" y="1807175"/>
                  </a:moveTo>
                  <a:lnTo>
                    <a:pt x="856945" y="1770224"/>
                  </a:lnTo>
                  <a:lnTo>
                    <a:pt x="922276" y="1832731"/>
                  </a:lnTo>
                  <a:close/>
                  <a:moveTo>
                    <a:pt x="868475" y="1702989"/>
                  </a:moveTo>
                  <a:lnTo>
                    <a:pt x="856945" y="1770224"/>
                  </a:lnTo>
                  <a:lnTo>
                    <a:pt x="806877" y="1750516"/>
                  </a:lnTo>
                  <a:close/>
                  <a:moveTo>
                    <a:pt x="472408" y="1377877"/>
                  </a:moveTo>
                  <a:lnTo>
                    <a:pt x="541871" y="1339440"/>
                  </a:lnTo>
                  <a:lnTo>
                    <a:pt x="442385" y="1295662"/>
                  </a:lnTo>
                  <a:close/>
                  <a:moveTo>
                    <a:pt x="1439878" y="2299916"/>
                  </a:moveTo>
                  <a:lnTo>
                    <a:pt x="1461651" y="2248828"/>
                  </a:lnTo>
                  <a:lnTo>
                    <a:pt x="1395836" y="2281414"/>
                  </a:lnTo>
                  <a:close/>
                  <a:moveTo>
                    <a:pt x="1439878" y="2299916"/>
                  </a:moveTo>
                  <a:lnTo>
                    <a:pt x="1504858" y="2307680"/>
                  </a:lnTo>
                  <a:lnTo>
                    <a:pt x="1461651" y="2248828"/>
                  </a:lnTo>
                  <a:close/>
                  <a:moveTo>
                    <a:pt x="1833635" y="2422350"/>
                  </a:moveTo>
                  <a:lnTo>
                    <a:pt x="1828080" y="2352472"/>
                  </a:lnTo>
                  <a:lnTo>
                    <a:pt x="1816526" y="2331364"/>
                  </a:lnTo>
                  <a:close/>
                  <a:moveTo>
                    <a:pt x="1833635" y="2422350"/>
                  </a:moveTo>
                  <a:lnTo>
                    <a:pt x="1853059" y="2445861"/>
                  </a:lnTo>
                  <a:lnTo>
                    <a:pt x="1857881" y="2413579"/>
                  </a:lnTo>
                  <a:close/>
                  <a:moveTo>
                    <a:pt x="1853059" y="2445861"/>
                  </a:moveTo>
                  <a:lnTo>
                    <a:pt x="1833635" y="2422350"/>
                  </a:lnTo>
                  <a:lnTo>
                    <a:pt x="1833127" y="2413579"/>
                  </a:lnTo>
                  <a:close/>
                  <a:moveTo>
                    <a:pt x="1604761" y="2186961"/>
                  </a:moveTo>
                  <a:lnTo>
                    <a:pt x="1688388" y="2249149"/>
                  </a:lnTo>
                  <a:lnTo>
                    <a:pt x="1640337" y="2207844"/>
                  </a:lnTo>
                  <a:close/>
                  <a:moveTo>
                    <a:pt x="1604761" y="2186961"/>
                  </a:moveTo>
                  <a:lnTo>
                    <a:pt x="1695518" y="2273861"/>
                  </a:lnTo>
                  <a:lnTo>
                    <a:pt x="1688388" y="2249149"/>
                  </a:lnTo>
                  <a:close/>
                  <a:moveTo>
                    <a:pt x="1612172" y="2166934"/>
                  </a:moveTo>
                  <a:lnTo>
                    <a:pt x="1604761" y="2186961"/>
                  </a:lnTo>
                  <a:lnTo>
                    <a:pt x="1640337" y="2207844"/>
                  </a:lnTo>
                  <a:close/>
                  <a:moveTo>
                    <a:pt x="1512723" y="2101102"/>
                  </a:moveTo>
                  <a:lnTo>
                    <a:pt x="1612172" y="2166934"/>
                  </a:lnTo>
                  <a:lnTo>
                    <a:pt x="1536235" y="2097281"/>
                  </a:lnTo>
                  <a:close/>
                  <a:moveTo>
                    <a:pt x="1604761" y="2186961"/>
                  </a:moveTo>
                  <a:lnTo>
                    <a:pt x="1612172" y="2166934"/>
                  </a:lnTo>
                  <a:lnTo>
                    <a:pt x="1512723" y="2101102"/>
                  </a:lnTo>
                  <a:close/>
                  <a:moveTo>
                    <a:pt x="1517630" y="2084719"/>
                  </a:moveTo>
                  <a:lnTo>
                    <a:pt x="1512723" y="2101102"/>
                  </a:lnTo>
                  <a:lnTo>
                    <a:pt x="1536235" y="2097281"/>
                  </a:lnTo>
                  <a:close/>
                  <a:moveTo>
                    <a:pt x="1857881" y="2413579"/>
                  </a:moveTo>
                  <a:lnTo>
                    <a:pt x="1853059" y="2445861"/>
                  </a:lnTo>
                  <a:lnTo>
                    <a:pt x="1967794" y="2380976"/>
                  </a:lnTo>
                  <a:close/>
                  <a:moveTo>
                    <a:pt x="1943324" y="2457358"/>
                  </a:moveTo>
                  <a:lnTo>
                    <a:pt x="1853059" y="2445861"/>
                  </a:lnTo>
                  <a:lnTo>
                    <a:pt x="1880618" y="2484246"/>
                  </a:lnTo>
                  <a:close/>
                  <a:moveTo>
                    <a:pt x="1816526" y="2331364"/>
                  </a:moveTo>
                  <a:lnTo>
                    <a:pt x="1828080" y="2352472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828080" y="2352472"/>
                  </a:lnTo>
                  <a:lnTo>
                    <a:pt x="1962258" y="2378375"/>
                  </a:lnTo>
                  <a:close/>
                  <a:moveTo>
                    <a:pt x="1936901" y="2298898"/>
                  </a:moveTo>
                  <a:lnTo>
                    <a:pt x="1839093" y="2317821"/>
                  </a:lnTo>
                  <a:lnTo>
                    <a:pt x="1962258" y="2378375"/>
                  </a:lnTo>
                  <a:close/>
                  <a:moveTo>
                    <a:pt x="1773099" y="2210789"/>
                  </a:moveTo>
                  <a:lnTo>
                    <a:pt x="1738408" y="2295859"/>
                  </a:lnTo>
                  <a:lnTo>
                    <a:pt x="1839093" y="2317821"/>
                  </a:lnTo>
                  <a:close/>
                  <a:moveTo>
                    <a:pt x="1842391" y="2215048"/>
                  </a:moveTo>
                  <a:lnTo>
                    <a:pt x="1773099" y="2210789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907794" y="2222469"/>
                  </a:lnTo>
                  <a:lnTo>
                    <a:pt x="1842391" y="2215048"/>
                  </a:lnTo>
                  <a:close/>
                  <a:moveTo>
                    <a:pt x="1688388" y="2249149"/>
                  </a:moveTo>
                  <a:lnTo>
                    <a:pt x="1738408" y="2295859"/>
                  </a:lnTo>
                  <a:lnTo>
                    <a:pt x="1773099" y="2210789"/>
                  </a:lnTo>
                  <a:close/>
                  <a:moveTo>
                    <a:pt x="1688388" y="2249149"/>
                  </a:moveTo>
                  <a:lnTo>
                    <a:pt x="1773099" y="2210789"/>
                  </a:lnTo>
                  <a:lnTo>
                    <a:pt x="1640337" y="2207844"/>
                  </a:lnTo>
                  <a:close/>
                  <a:moveTo>
                    <a:pt x="1814275" y="2137813"/>
                  </a:moveTo>
                  <a:lnTo>
                    <a:pt x="1773135" y="2210491"/>
                  </a:lnTo>
                  <a:lnTo>
                    <a:pt x="1773099" y="2210789"/>
                  </a:lnTo>
                  <a:close/>
                  <a:moveTo>
                    <a:pt x="1814275" y="2137813"/>
                  </a:moveTo>
                  <a:lnTo>
                    <a:pt x="1773099" y="2210789"/>
                  </a:lnTo>
                  <a:lnTo>
                    <a:pt x="1842391" y="2215048"/>
                  </a:lnTo>
                  <a:close/>
                  <a:moveTo>
                    <a:pt x="1609238" y="2046282"/>
                  </a:moveTo>
                  <a:lnTo>
                    <a:pt x="1536235" y="2097281"/>
                  </a:lnTo>
                  <a:lnTo>
                    <a:pt x="1612172" y="2166934"/>
                  </a:lnTo>
                  <a:close/>
                  <a:moveTo>
                    <a:pt x="1517630" y="2084719"/>
                  </a:moveTo>
                  <a:lnTo>
                    <a:pt x="1536235" y="2097281"/>
                  </a:lnTo>
                  <a:lnTo>
                    <a:pt x="1557365" y="2064808"/>
                  </a:lnTo>
                  <a:close/>
                  <a:moveTo>
                    <a:pt x="1967852" y="2373827"/>
                  </a:moveTo>
                  <a:lnTo>
                    <a:pt x="1967794" y="2380976"/>
                  </a:lnTo>
                  <a:lnTo>
                    <a:pt x="1936079" y="2339066"/>
                  </a:lnTo>
                  <a:close/>
                  <a:moveTo>
                    <a:pt x="1970509" y="2375142"/>
                  </a:moveTo>
                  <a:lnTo>
                    <a:pt x="1967794" y="2380976"/>
                  </a:lnTo>
                  <a:lnTo>
                    <a:pt x="1967852" y="2373827"/>
                  </a:lnTo>
                  <a:close/>
                  <a:moveTo>
                    <a:pt x="1762792" y="2119077"/>
                  </a:moveTo>
                  <a:lnTo>
                    <a:pt x="1773135" y="2210491"/>
                  </a:lnTo>
                  <a:lnTo>
                    <a:pt x="1795631" y="2128497"/>
                  </a:lnTo>
                  <a:close/>
                  <a:moveTo>
                    <a:pt x="1735674" y="2070433"/>
                  </a:moveTo>
                  <a:lnTo>
                    <a:pt x="1762792" y="2119077"/>
                  </a:lnTo>
                  <a:lnTo>
                    <a:pt x="1795631" y="2128497"/>
                  </a:lnTo>
                  <a:close/>
                  <a:moveTo>
                    <a:pt x="1545506" y="1678986"/>
                  </a:moveTo>
                  <a:lnTo>
                    <a:pt x="1594575" y="1606343"/>
                  </a:lnTo>
                  <a:lnTo>
                    <a:pt x="1496150" y="1635206"/>
                  </a:lnTo>
                  <a:close/>
                  <a:moveTo>
                    <a:pt x="1512567" y="1717422"/>
                  </a:moveTo>
                  <a:lnTo>
                    <a:pt x="1545506" y="1678986"/>
                  </a:lnTo>
                  <a:lnTo>
                    <a:pt x="1496150" y="1635206"/>
                  </a:lnTo>
                  <a:close/>
                  <a:moveTo>
                    <a:pt x="2037329" y="2051625"/>
                  </a:moveTo>
                  <a:lnTo>
                    <a:pt x="2059897" y="2016271"/>
                  </a:lnTo>
                  <a:lnTo>
                    <a:pt x="1960297" y="2079693"/>
                  </a:lnTo>
                  <a:close/>
                  <a:moveTo>
                    <a:pt x="2059897" y="2016271"/>
                  </a:moveTo>
                  <a:lnTo>
                    <a:pt x="2104789" y="2051625"/>
                  </a:lnTo>
                  <a:lnTo>
                    <a:pt x="2033488" y="1980689"/>
                  </a:lnTo>
                  <a:close/>
                  <a:moveTo>
                    <a:pt x="1379747" y="1360450"/>
                  </a:moveTo>
                  <a:lnTo>
                    <a:pt x="1467784" y="1432340"/>
                  </a:lnTo>
                  <a:lnTo>
                    <a:pt x="1501343" y="1321217"/>
                  </a:lnTo>
                  <a:close/>
                  <a:moveTo>
                    <a:pt x="1374478" y="1340753"/>
                  </a:moveTo>
                  <a:lnTo>
                    <a:pt x="1360541" y="1350125"/>
                  </a:lnTo>
                  <a:lnTo>
                    <a:pt x="1330134" y="1238411"/>
                  </a:lnTo>
                  <a:close/>
                  <a:moveTo>
                    <a:pt x="1004969" y="818398"/>
                  </a:moveTo>
                  <a:lnTo>
                    <a:pt x="988213" y="856834"/>
                  </a:lnTo>
                  <a:lnTo>
                    <a:pt x="1022274" y="900613"/>
                  </a:lnTo>
                  <a:close/>
                  <a:moveTo>
                    <a:pt x="960657" y="774619"/>
                  </a:moveTo>
                  <a:lnTo>
                    <a:pt x="988213" y="856834"/>
                  </a:lnTo>
                  <a:lnTo>
                    <a:pt x="1004969" y="818398"/>
                  </a:lnTo>
                  <a:close/>
                  <a:moveTo>
                    <a:pt x="529928" y="325107"/>
                  </a:moveTo>
                  <a:lnTo>
                    <a:pt x="530371" y="242892"/>
                  </a:lnTo>
                  <a:lnTo>
                    <a:pt x="508034" y="330524"/>
                  </a:lnTo>
                  <a:close/>
                  <a:moveTo>
                    <a:pt x="508034" y="330524"/>
                  </a:moveTo>
                  <a:lnTo>
                    <a:pt x="530371" y="242892"/>
                  </a:lnTo>
                  <a:lnTo>
                    <a:pt x="530480" y="252383"/>
                  </a:lnTo>
                  <a:close/>
                  <a:moveTo>
                    <a:pt x="454173" y="353919"/>
                  </a:moveTo>
                  <a:lnTo>
                    <a:pt x="529928" y="325107"/>
                  </a:lnTo>
                  <a:lnTo>
                    <a:pt x="508034" y="330524"/>
                  </a:lnTo>
                  <a:close/>
                  <a:moveTo>
                    <a:pt x="461277" y="219164"/>
                  </a:moveTo>
                  <a:lnTo>
                    <a:pt x="530480" y="252383"/>
                  </a:lnTo>
                  <a:lnTo>
                    <a:pt x="530371" y="242892"/>
                  </a:lnTo>
                  <a:close/>
                  <a:moveTo>
                    <a:pt x="2070812" y="2133839"/>
                  </a:moveTo>
                  <a:lnTo>
                    <a:pt x="2118586" y="2111691"/>
                  </a:lnTo>
                  <a:lnTo>
                    <a:pt x="2037329" y="2051625"/>
                  </a:lnTo>
                  <a:close/>
                  <a:moveTo>
                    <a:pt x="1878928" y="1885067"/>
                  </a:moveTo>
                  <a:lnTo>
                    <a:pt x="1965343" y="1969409"/>
                  </a:lnTo>
                  <a:lnTo>
                    <a:pt x="1884270" y="1887194"/>
                  </a:lnTo>
                  <a:close/>
                  <a:moveTo>
                    <a:pt x="1878928" y="1885067"/>
                  </a:moveTo>
                  <a:lnTo>
                    <a:pt x="1872787" y="1874016"/>
                  </a:lnTo>
                  <a:lnTo>
                    <a:pt x="1856110" y="1887194"/>
                  </a:lnTo>
                  <a:close/>
                  <a:moveTo>
                    <a:pt x="1878928" y="1885067"/>
                  </a:moveTo>
                  <a:lnTo>
                    <a:pt x="1884270" y="1887194"/>
                  </a:lnTo>
                  <a:lnTo>
                    <a:pt x="1872787" y="1874016"/>
                  </a:lnTo>
                  <a:close/>
                  <a:moveTo>
                    <a:pt x="1501343" y="1321217"/>
                  </a:moveTo>
                  <a:lnTo>
                    <a:pt x="1600849" y="1289311"/>
                  </a:lnTo>
                  <a:lnTo>
                    <a:pt x="1510108" y="1302490"/>
                  </a:lnTo>
                  <a:close/>
                  <a:moveTo>
                    <a:pt x="1634232" y="1324208"/>
                  </a:moveTo>
                  <a:lnTo>
                    <a:pt x="1635631" y="1361126"/>
                  </a:lnTo>
                  <a:lnTo>
                    <a:pt x="1628783" y="1355467"/>
                  </a:lnTo>
                  <a:close/>
                  <a:moveTo>
                    <a:pt x="1600849" y="1289311"/>
                  </a:moveTo>
                  <a:lnTo>
                    <a:pt x="1579627" y="1206473"/>
                  </a:lnTo>
                  <a:lnTo>
                    <a:pt x="1510108" y="1302490"/>
                  </a:lnTo>
                  <a:close/>
                  <a:moveTo>
                    <a:pt x="573482" y="81362"/>
                  </a:moveTo>
                  <a:lnTo>
                    <a:pt x="531937" y="51014"/>
                  </a:lnTo>
                  <a:lnTo>
                    <a:pt x="560187" y="95109"/>
                  </a:lnTo>
                  <a:close/>
                  <a:moveTo>
                    <a:pt x="358123" y="71137"/>
                  </a:moveTo>
                  <a:lnTo>
                    <a:pt x="447253" y="59268"/>
                  </a:lnTo>
                  <a:lnTo>
                    <a:pt x="402659" y="0"/>
                  </a:lnTo>
                  <a:close/>
                  <a:moveTo>
                    <a:pt x="447253" y="59268"/>
                  </a:moveTo>
                  <a:lnTo>
                    <a:pt x="531937" y="51014"/>
                  </a:lnTo>
                  <a:lnTo>
                    <a:pt x="484923" y="28911"/>
                  </a:lnTo>
                  <a:close/>
                  <a:moveTo>
                    <a:pt x="1875805" y="1186961"/>
                  </a:moveTo>
                  <a:lnTo>
                    <a:pt x="1999290" y="1247255"/>
                  </a:lnTo>
                  <a:lnTo>
                    <a:pt x="1966650" y="117369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34" name="Candidate_density__2053">
              <a:extLst>
                <a:ext uri="{FF2B5EF4-FFF2-40B4-BE49-F238E27FC236}">
                  <a16:creationId xmlns:a16="http://schemas.microsoft.com/office/drawing/2014/main" id="{C9C393F0-98DE-DBF6-4B6F-62BDE54EA63E}"/>
                </a:ext>
              </a:extLst>
            </p:cNvPr>
            <p:cNvSpPr>
              <a:spLocks noGrp="1"/>
            </p:cNvSpPr>
            <p:nvPr/>
          </p:nvSpPr>
          <p:spPr>
            <a:xfrm>
              <a:off x="4590168" y="2347130"/>
              <a:ext cx="2191724" cy="2816939"/>
            </a:xfrm>
            <a:custGeom>
              <a:avLst/>
              <a:gdLst/>
              <a:ahLst/>
              <a:cxnLst/>
              <a:rect l="0" t="0" r="0" b="0"/>
              <a:pathLst>
                <a:path w="2191724" h="2816939">
                  <a:moveTo>
                    <a:pt x="73000" y="2522503"/>
                  </a:moveTo>
                  <a:lnTo>
                    <a:pt x="4907" y="2528262"/>
                  </a:lnTo>
                  <a:lnTo>
                    <a:pt x="0" y="2528225"/>
                  </a:lnTo>
                  <a:close/>
                  <a:moveTo>
                    <a:pt x="1272003" y="2794205"/>
                  </a:moveTo>
                  <a:lnTo>
                    <a:pt x="1256525" y="2806259"/>
                  </a:lnTo>
                  <a:lnTo>
                    <a:pt x="1282896" y="2816939"/>
                  </a:lnTo>
                  <a:close/>
                  <a:moveTo>
                    <a:pt x="473237" y="1889839"/>
                  </a:moveTo>
                  <a:lnTo>
                    <a:pt x="458796" y="1928275"/>
                  </a:lnTo>
                  <a:lnTo>
                    <a:pt x="535522" y="1845950"/>
                  </a:lnTo>
                  <a:close/>
                  <a:moveTo>
                    <a:pt x="1272003" y="2794205"/>
                  </a:moveTo>
                  <a:lnTo>
                    <a:pt x="1282896" y="2816939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12821" y="2801538"/>
                  </a:lnTo>
                  <a:lnTo>
                    <a:pt x="1282896" y="2816939"/>
                  </a:lnTo>
                  <a:close/>
                  <a:moveTo>
                    <a:pt x="1325483" y="2794205"/>
                  </a:moveTo>
                  <a:lnTo>
                    <a:pt x="1362974" y="2773851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97621" y="2755768"/>
                  </a:lnTo>
                  <a:lnTo>
                    <a:pt x="1362974" y="2773851"/>
                  </a:lnTo>
                  <a:close/>
                  <a:moveTo>
                    <a:pt x="187146" y="1275897"/>
                  </a:moveTo>
                  <a:lnTo>
                    <a:pt x="193729" y="1294833"/>
                  </a:lnTo>
                  <a:lnTo>
                    <a:pt x="210446" y="1251316"/>
                  </a:lnTo>
                  <a:close/>
                  <a:moveTo>
                    <a:pt x="1480248" y="2655002"/>
                  </a:moveTo>
                  <a:lnTo>
                    <a:pt x="1507628" y="2655327"/>
                  </a:lnTo>
                  <a:lnTo>
                    <a:pt x="1448534" y="2642778"/>
                  </a:lnTo>
                  <a:close/>
                  <a:moveTo>
                    <a:pt x="1576172" y="2635117"/>
                  </a:moveTo>
                  <a:lnTo>
                    <a:pt x="1541302" y="2668069"/>
                  </a:lnTo>
                  <a:lnTo>
                    <a:pt x="1507628" y="2655327"/>
                  </a:lnTo>
                  <a:close/>
                  <a:moveTo>
                    <a:pt x="1556373" y="2615698"/>
                  </a:moveTo>
                  <a:lnTo>
                    <a:pt x="1541302" y="2668069"/>
                  </a:lnTo>
                  <a:lnTo>
                    <a:pt x="1576172" y="2635117"/>
                  </a:lnTo>
                  <a:close/>
                  <a:moveTo>
                    <a:pt x="1576781" y="2585515"/>
                  </a:moveTo>
                  <a:lnTo>
                    <a:pt x="1576172" y="2635117"/>
                  </a:lnTo>
                  <a:lnTo>
                    <a:pt x="1603321" y="2621292"/>
                  </a:lnTo>
                  <a:close/>
                  <a:moveTo>
                    <a:pt x="1576781" y="2585515"/>
                  </a:moveTo>
                  <a:lnTo>
                    <a:pt x="1603321" y="2621292"/>
                  </a:lnTo>
                  <a:lnTo>
                    <a:pt x="1643155" y="2555020"/>
                  </a:lnTo>
                  <a:close/>
                  <a:moveTo>
                    <a:pt x="691966" y="1506603"/>
                  </a:moveTo>
                  <a:lnTo>
                    <a:pt x="635350" y="1510127"/>
                  </a:lnTo>
                  <a:lnTo>
                    <a:pt x="752485" y="1454214"/>
                  </a:lnTo>
                  <a:close/>
                  <a:moveTo>
                    <a:pt x="523142" y="1199023"/>
                  </a:moveTo>
                  <a:lnTo>
                    <a:pt x="467182" y="1223490"/>
                  </a:lnTo>
                  <a:lnTo>
                    <a:pt x="441640" y="1214469"/>
                  </a:lnTo>
                  <a:close/>
                  <a:moveTo>
                    <a:pt x="1786486" y="2597052"/>
                  </a:moveTo>
                  <a:lnTo>
                    <a:pt x="1743320" y="2584898"/>
                  </a:lnTo>
                  <a:lnTo>
                    <a:pt x="1806608" y="2608829"/>
                  </a:lnTo>
                  <a:close/>
                  <a:moveTo>
                    <a:pt x="1856761" y="2581144"/>
                  </a:moveTo>
                  <a:lnTo>
                    <a:pt x="1786486" y="2597052"/>
                  </a:lnTo>
                  <a:lnTo>
                    <a:pt x="1806608" y="2608829"/>
                  </a:lnTo>
                  <a:close/>
                  <a:moveTo>
                    <a:pt x="1868537" y="2543691"/>
                  </a:moveTo>
                  <a:lnTo>
                    <a:pt x="1856685" y="2519807"/>
                  </a:lnTo>
                  <a:lnTo>
                    <a:pt x="1856761" y="2581144"/>
                  </a:lnTo>
                  <a:close/>
                  <a:moveTo>
                    <a:pt x="1868537" y="2543691"/>
                  </a:moveTo>
                  <a:lnTo>
                    <a:pt x="1856761" y="2581144"/>
                  </a:lnTo>
                  <a:lnTo>
                    <a:pt x="1882356" y="2558243"/>
                  </a:lnTo>
                  <a:close/>
                  <a:moveTo>
                    <a:pt x="1883188" y="2464748"/>
                  </a:moveTo>
                  <a:lnTo>
                    <a:pt x="1882356" y="2558243"/>
                  </a:lnTo>
                  <a:lnTo>
                    <a:pt x="1919007" y="2535210"/>
                  </a:lnTo>
                  <a:close/>
                  <a:moveTo>
                    <a:pt x="2016210" y="2468234"/>
                  </a:moveTo>
                  <a:lnTo>
                    <a:pt x="1963945" y="2488023"/>
                  </a:lnTo>
                  <a:lnTo>
                    <a:pt x="2083828" y="2442386"/>
                  </a:lnTo>
                  <a:close/>
                  <a:moveTo>
                    <a:pt x="2016210" y="2468234"/>
                  </a:moveTo>
                  <a:lnTo>
                    <a:pt x="2083828" y="2442386"/>
                  </a:lnTo>
                  <a:lnTo>
                    <a:pt x="2132345" y="2408580"/>
                  </a:lnTo>
                  <a:close/>
                  <a:moveTo>
                    <a:pt x="177141" y="50780"/>
                  </a:moveTo>
                  <a:lnTo>
                    <a:pt x="186704" y="14917"/>
                  </a:lnTo>
                  <a:lnTo>
                    <a:pt x="185898" y="0"/>
                  </a:lnTo>
                  <a:close/>
                  <a:moveTo>
                    <a:pt x="2163158" y="2278504"/>
                  </a:moveTo>
                  <a:lnTo>
                    <a:pt x="2191724" y="2240068"/>
                  </a:lnTo>
                  <a:lnTo>
                    <a:pt x="2156100" y="2360719"/>
                  </a:lnTo>
                  <a:close/>
                  <a:moveTo>
                    <a:pt x="1891564" y="1423956"/>
                  </a:moveTo>
                  <a:lnTo>
                    <a:pt x="1892606" y="1423948"/>
                  </a:lnTo>
                  <a:lnTo>
                    <a:pt x="1889445" y="1423259"/>
                  </a:lnTo>
                  <a:close/>
                  <a:moveTo>
                    <a:pt x="1891564" y="1423956"/>
                  </a:moveTo>
                  <a:lnTo>
                    <a:pt x="1889445" y="1423259"/>
                  </a:lnTo>
                  <a:lnTo>
                    <a:pt x="1840170" y="1443098"/>
                  </a:lnTo>
                  <a:close/>
                  <a:moveTo>
                    <a:pt x="1893202" y="1423259"/>
                  </a:moveTo>
                  <a:lnTo>
                    <a:pt x="1891564" y="1423956"/>
                  </a:lnTo>
                  <a:lnTo>
                    <a:pt x="1905717" y="1341044"/>
                  </a:lnTo>
                  <a:close/>
                  <a:moveTo>
                    <a:pt x="1893202" y="1423259"/>
                  </a:moveTo>
                  <a:lnTo>
                    <a:pt x="1892606" y="1423948"/>
                  </a:lnTo>
                  <a:lnTo>
                    <a:pt x="1891564" y="1423956"/>
                  </a:lnTo>
                  <a:close/>
                  <a:moveTo>
                    <a:pt x="1889445" y="1423259"/>
                  </a:moveTo>
                  <a:lnTo>
                    <a:pt x="1892606" y="1423948"/>
                  </a:lnTo>
                  <a:lnTo>
                    <a:pt x="1893156" y="1422662"/>
                  </a:lnTo>
                  <a:close/>
                  <a:moveTo>
                    <a:pt x="1893156" y="1422662"/>
                  </a:moveTo>
                  <a:lnTo>
                    <a:pt x="1892606" y="1423948"/>
                  </a:lnTo>
                  <a:lnTo>
                    <a:pt x="1893202" y="1423259"/>
                  </a:lnTo>
                  <a:close/>
                  <a:moveTo>
                    <a:pt x="1914414" y="1290282"/>
                  </a:moveTo>
                  <a:lnTo>
                    <a:pt x="1905717" y="1341044"/>
                  </a:lnTo>
                  <a:lnTo>
                    <a:pt x="1931181" y="1289511"/>
                  </a:lnTo>
                  <a:close/>
                  <a:moveTo>
                    <a:pt x="1914414" y="1290282"/>
                  </a:moveTo>
                  <a:lnTo>
                    <a:pt x="1931181" y="1289511"/>
                  </a:lnTo>
                  <a:lnTo>
                    <a:pt x="1981247" y="1261499"/>
                  </a:lnTo>
                  <a:close/>
                  <a:moveTo>
                    <a:pt x="1332860" y="674383"/>
                  </a:moveTo>
                  <a:lnTo>
                    <a:pt x="1382676" y="632033"/>
                  </a:lnTo>
                  <a:lnTo>
                    <a:pt x="1352876" y="584071"/>
                  </a:lnTo>
                  <a:close/>
                  <a:moveTo>
                    <a:pt x="2008801" y="1189053"/>
                  </a:moveTo>
                  <a:lnTo>
                    <a:pt x="1981247" y="1261499"/>
                  </a:lnTo>
                  <a:lnTo>
                    <a:pt x="2006635" y="122039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35" name="Candidate_density__2054">
              <a:extLst>
                <a:ext uri="{FF2B5EF4-FFF2-40B4-BE49-F238E27FC236}">
                  <a16:creationId xmlns:a16="http://schemas.microsoft.com/office/drawing/2014/main" id="{46DCDD8F-4089-C2AD-5785-B1168F7E796E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346247"/>
              <a:ext cx="2187936" cy="3022699"/>
            </a:xfrm>
            <a:custGeom>
              <a:avLst/>
              <a:gdLst/>
              <a:ahLst/>
              <a:cxnLst/>
              <a:rect l="0" t="0" r="0" b="0"/>
              <a:pathLst>
                <a:path w="2187936" h="3022699">
                  <a:moveTo>
                    <a:pt x="0" y="2451469"/>
                  </a:moveTo>
                  <a:lnTo>
                    <a:pt x="78863" y="2532415"/>
                  </a:lnTo>
                  <a:lnTo>
                    <a:pt x="3748" y="2458383"/>
                  </a:lnTo>
                  <a:close/>
                  <a:moveTo>
                    <a:pt x="50538" y="2411764"/>
                  </a:moveTo>
                  <a:lnTo>
                    <a:pt x="3748" y="2458383"/>
                  </a:lnTo>
                  <a:lnTo>
                    <a:pt x="78863" y="2532415"/>
                  </a:lnTo>
                  <a:close/>
                  <a:moveTo>
                    <a:pt x="878548" y="3022699"/>
                  </a:moveTo>
                  <a:lnTo>
                    <a:pt x="953187" y="2922518"/>
                  </a:lnTo>
                  <a:lnTo>
                    <a:pt x="885381" y="2917051"/>
                  </a:lnTo>
                  <a:close/>
                  <a:moveTo>
                    <a:pt x="519208" y="2346706"/>
                  </a:moveTo>
                  <a:lnTo>
                    <a:pt x="588363" y="2296455"/>
                  </a:lnTo>
                  <a:lnTo>
                    <a:pt x="533193" y="2320953"/>
                  </a:lnTo>
                  <a:close/>
                  <a:moveTo>
                    <a:pt x="533193" y="2320953"/>
                  </a:moveTo>
                  <a:lnTo>
                    <a:pt x="588363" y="2296455"/>
                  </a:lnTo>
                  <a:lnTo>
                    <a:pt x="553802" y="2260844"/>
                  </a:lnTo>
                  <a:close/>
                  <a:moveTo>
                    <a:pt x="588363" y="2296455"/>
                  </a:moveTo>
                  <a:lnTo>
                    <a:pt x="655937" y="2364051"/>
                  </a:lnTo>
                  <a:lnTo>
                    <a:pt x="658282" y="2279849"/>
                  </a:lnTo>
                  <a:close/>
                  <a:moveTo>
                    <a:pt x="558471" y="2200310"/>
                  </a:moveTo>
                  <a:lnTo>
                    <a:pt x="553802" y="2260844"/>
                  </a:lnTo>
                  <a:lnTo>
                    <a:pt x="621906" y="2175803"/>
                  </a:lnTo>
                  <a:close/>
                  <a:moveTo>
                    <a:pt x="553802" y="2260844"/>
                  </a:moveTo>
                  <a:lnTo>
                    <a:pt x="588363" y="2296455"/>
                  </a:lnTo>
                  <a:lnTo>
                    <a:pt x="621906" y="2175803"/>
                  </a:lnTo>
                  <a:close/>
                  <a:moveTo>
                    <a:pt x="621906" y="2175803"/>
                  </a:moveTo>
                  <a:lnTo>
                    <a:pt x="588363" y="2296455"/>
                  </a:lnTo>
                  <a:lnTo>
                    <a:pt x="674651" y="2218820"/>
                  </a:lnTo>
                  <a:close/>
                  <a:moveTo>
                    <a:pt x="674651" y="2218820"/>
                  </a:moveTo>
                  <a:lnTo>
                    <a:pt x="588363" y="2296455"/>
                  </a:lnTo>
                  <a:lnTo>
                    <a:pt x="658282" y="2279849"/>
                  </a:lnTo>
                  <a:close/>
                  <a:moveTo>
                    <a:pt x="658282" y="2279849"/>
                  </a:moveTo>
                  <a:lnTo>
                    <a:pt x="655937" y="2364051"/>
                  </a:lnTo>
                  <a:lnTo>
                    <a:pt x="684647" y="2296455"/>
                  </a:lnTo>
                  <a:close/>
                  <a:moveTo>
                    <a:pt x="853306" y="2042298"/>
                  </a:moveTo>
                  <a:lnTo>
                    <a:pt x="886142" y="2021826"/>
                  </a:lnTo>
                  <a:lnTo>
                    <a:pt x="876800" y="2016715"/>
                  </a:lnTo>
                  <a:close/>
                  <a:moveTo>
                    <a:pt x="853306" y="2042298"/>
                  </a:moveTo>
                  <a:lnTo>
                    <a:pt x="876800" y="2016715"/>
                  </a:lnTo>
                  <a:lnTo>
                    <a:pt x="854525" y="1941215"/>
                  </a:lnTo>
                  <a:close/>
                  <a:moveTo>
                    <a:pt x="577066" y="1884916"/>
                  </a:moveTo>
                  <a:lnTo>
                    <a:pt x="644871" y="1890383"/>
                  </a:lnTo>
                  <a:lnTo>
                    <a:pt x="669505" y="1770264"/>
                  </a:lnTo>
                  <a:close/>
                  <a:moveTo>
                    <a:pt x="669505" y="1770264"/>
                  </a:moveTo>
                  <a:lnTo>
                    <a:pt x="644963" y="1890722"/>
                  </a:lnTo>
                  <a:lnTo>
                    <a:pt x="757394" y="1819116"/>
                  </a:lnTo>
                  <a:close/>
                  <a:moveTo>
                    <a:pt x="412127" y="1457955"/>
                  </a:moveTo>
                  <a:lnTo>
                    <a:pt x="423150" y="1405408"/>
                  </a:lnTo>
                  <a:lnTo>
                    <a:pt x="427063" y="1479646"/>
                  </a:lnTo>
                  <a:close/>
                  <a:moveTo>
                    <a:pt x="414265" y="1523425"/>
                  </a:moveTo>
                  <a:lnTo>
                    <a:pt x="412127" y="1457955"/>
                  </a:lnTo>
                  <a:lnTo>
                    <a:pt x="437890" y="1537103"/>
                  </a:lnTo>
                  <a:close/>
                  <a:moveTo>
                    <a:pt x="1494841" y="2756651"/>
                  </a:moveTo>
                  <a:lnTo>
                    <a:pt x="1534700" y="2774733"/>
                  </a:lnTo>
                  <a:lnTo>
                    <a:pt x="1565920" y="2727338"/>
                  </a:lnTo>
                  <a:close/>
                  <a:moveTo>
                    <a:pt x="886142" y="2021826"/>
                  </a:moveTo>
                  <a:lnTo>
                    <a:pt x="967243" y="2098930"/>
                  </a:lnTo>
                  <a:lnTo>
                    <a:pt x="985915" y="1978279"/>
                  </a:lnTo>
                  <a:close/>
                  <a:moveTo>
                    <a:pt x="854420" y="1934500"/>
                  </a:moveTo>
                  <a:lnTo>
                    <a:pt x="887395" y="2014585"/>
                  </a:lnTo>
                  <a:lnTo>
                    <a:pt x="874782" y="1924746"/>
                  </a:lnTo>
                  <a:close/>
                  <a:moveTo>
                    <a:pt x="843224" y="1813848"/>
                  </a:moveTo>
                  <a:lnTo>
                    <a:pt x="874782" y="1924746"/>
                  </a:lnTo>
                  <a:lnTo>
                    <a:pt x="904167" y="1874019"/>
                  </a:lnTo>
                  <a:close/>
                  <a:moveTo>
                    <a:pt x="854420" y="1934500"/>
                  </a:moveTo>
                  <a:lnTo>
                    <a:pt x="874782" y="1924746"/>
                  </a:lnTo>
                  <a:lnTo>
                    <a:pt x="843224" y="1813848"/>
                  </a:lnTo>
                  <a:close/>
                  <a:moveTo>
                    <a:pt x="788224" y="1852285"/>
                  </a:moveTo>
                  <a:lnTo>
                    <a:pt x="854420" y="1934500"/>
                  </a:lnTo>
                  <a:lnTo>
                    <a:pt x="843224" y="1813848"/>
                  </a:lnTo>
                  <a:close/>
                  <a:moveTo>
                    <a:pt x="874782" y="1924746"/>
                  </a:moveTo>
                  <a:lnTo>
                    <a:pt x="966380" y="1896063"/>
                  </a:lnTo>
                  <a:lnTo>
                    <a:pt x="904167" y="1874019"/>
                  </a:lnTo>
                  <a:close/>
                  <a:moveTo>
                    <a:pt x="1626177" y="2515347"/>
                  </a:moveTo>
                  <a:lnTo>
                    <a:pt x="1632877" y="2633403"/>
                  </a:lnTo>
                  <a:lnTo>
                    <a:pt x="1667861" y="2563537"/>
                  </a:lnTo>
                  <a:close/>
                  <a:moveTo>
                    <a:pt x="1621627" y="2635999"/>
                  </a:moveTo>
                  <a:lnTo>
                    <a:pt x="1632877" y="2633403"/>
                  </a:lnTo>
                  <a:lnTo>
                    <a:pt x="1626177" y="2515347"/>
                  </a:lnTo>
                  <a:close/>
                  <a:moveTo>
                    <a:pt x="1552641" y="2411404"/>
                  </a:moveTo>
                  <a:lnTo>
                    <a:pt x="1489310" y="2389252"/>
                  </a:lnTo>
                  <a:lnTo>
                    <a:pt x="1576847" y="2433132"/>
                  </a:lnTo>
                  <a:close/>
                  <a:moveTo>
                    <a:pt x="1394595" y="2305569"/>
                  </a:moveTo>
                  <a:lnTo>
                    <a:pt x="1497955" y="2350917"/>
                  </a:lnTo>
                  <a:lnTo>
                    <a:pt x="1446281" y="2292398"/>
                  </a:lnTo>
                  <a:close/>
                  <a:moveTo>
                    <a:pt x="1394595" y="2305569"/>
                  </a:moveTo>
                  <a:lnTo>
                    <a:pt x="1489310" y="2389252"/>
                  </a:lnTo>
                  <a:lnTo>
                    <a:pt x="1497955" y="2350917"/>
                  </a:lnTo>
                  <a:close/>
                  <a:moveTo>
                    <a:pt x="1146137" y="2060493"/>
                  </a:moveTo>
                  <a:lnTo>
                    <a:pt x="1186509" y="2093673"/>
                  </a:lnTo>
                  <a:lnTo>
                    <a:pt x="1196532" y="2045130"/>
                  </a:lnTo>
                  <a:close/>
                  <a:moveTo>
                    <a:pt x="1171723" y="2038391"/>
                  </a:moveTo>
                  <a:lnTo>
                    <a:pt x="1146137" y="2060493"/>
                  </a:lnTo>
                  <a:lnTo>
                    <a:pt x="1196532" y="2045130"/>
                  </a:lnTo>
                  <a:close/>
                  <a:moveTo>
                    <a:pt x="1186509" y="2093673"/>
                  </a:moveTo>
                  <a:lnTo>
                    <a:pt x="1195019" y="2060493"/>
                  </a:lnTo>
                  <a:lnTo>
                    <a:pt x="1196532" y="2045130"/>
                  </a:lnTo>
                  <a:close/>
                  <a:moveTo>
                    <a:pt x="1196532" y="2045130"/>
                  </a:moveTo>
                  <a:lnTo>
                    <a:pt x="1195019" y="2060493"/>
                  </a:lnTo>
                  <a:lnTo>
                    <a:pt x="1171723" y="2038391"/>
                  </a:lnTo>
                  <a:close/>
                  <a:moveTo>
                    <a:pt x="1018722" y="1968410"/>
                  </a:moveTo>
                  <a:lnTo>
                    <a:pt x="1026681" y="2053418"/>
                  </a:lnTo>
                  <a:lnTo>
                    <a:pt x="1034320" y="1978279"/>
                  </a:lnTo>
                  <a:close/>
                  <a:moveTo>
                    <a:pt x="1018722" y="1968410"/>
                  </a:moveTo>
                  <a:lnTo>
                    <a:pt x="1034320" y="1978279"/>
                  </a:lnTo>
                  <a:lnTo>
                    <a:pt x="1072841" y="1884913"/>
                  </a:lnTo>
                  <a:close/>
                  <a:moveTo>
                    <a:pt x="982559" y="1797625"/>
                  </a:moveTo>
                  <a:lnTo>
                    <a:pt x="920944" y="1787125"/>
                  </a:lnTo>
                  <a:lnTo>
                    <a:pt x="990880" y="1890953"/>
                  </a:lnTo>
                  <a:close/>
                  <a:moveTo>
                    <a:pt x="990880" y="1890953"/>
                  </a:moveTo>
                  <a:lnTo>
                    <a:pt x="1072841" y="1884913"/>
                  </a:lnTo>
                  <a:lnTo>
                    <a:pt x="982559" y="1797625"/>
                  </a:lnTo>
                  <a:close/>
                  <a:moveTo>
                    <a:pt x="1001683" y="1813848"/>
                  </a:moveTo>
                  <a:lnTo>
                    <a:pt x="987533" y="1693490"/>
                  </a:lnTo>
                  <a:lnTo>
                    <a:pt x="982559" y="1797625"/>
                  </a:lnTo>
                  <a:close/>
                  <a:moveTo>
                    <a:pt x="988114" y="1693197"/>
                  </a:moveTo>
                  <a:lnTo>
                    <a:pt x="1038182" y="1712905"/>
                  </a:lnTo>
                  <a:lnTo>
                    <a:pt x="1077578" y="1749856"/>
                  </a:lnTo>
                  <a:close/>
                  <a:moveTo>
                    <a:pt x="899860" y="1704174"/>
                  </a:moveTo>
                  <a:lnTo>
                    <a:pt x="930886" y="1695258"/>
                  </a:lnTo>
                  <a:lnTo>
                    <a:pt x="850426" y="1673087"/>
                  </a:lnTo>
                  <a:close/>
                  <a:moveTo>
                    <a:pt x="899860" y="1704174"/>
                  </a:moveTo>
                  <a:lnTo>
                    <a:pt x="987533" y="1693490"/>
                  </a:lnTo>
                  <a:lnTo>
                    <a:pt x="930886" y="1695258"/>
                  </a:lnTo>
                  <a:close/>
                  <a:moveTo>
                    <a:pt x="1497955" y="2350917"/>
                  </a:moveTo>
                  <a:lnTo>
                    <a:pt x="1489310" y="2389252"/>
                  </a:lnTo>
                  <a:lnTo>
                    <a:pt x="1552641" y="2411404"/>
                  </a:lnTo>
                  <a:close/>
                  <a:moveTo>
                    <a:pt x="1426265" y="2268702"/>
                  </a:moveTo>
                  <a:lnTo>
                    <a:pt x="1394595" y="2305569"/>
                  </a:lnTo>
                  <a:lnTo>
                    <a:pt x="1446281" y="2292398"/>
                  </a:lnTo>
                  <a:close/>
                  <a:moveTo>
                    <a:pt x="1426265" y="2268702"/>
                  </a:moveTo>
                  <a:lnTo>
                    <a:pt x="1392045" y="2207550"/>
                  </a:lnTo>
                  <a:lnTo>
                    <a:pt x="1394595" y="2305569"/>
                  </a:lnTo>
                  <a:close/>
                  <a:moveTo>
                    <a:pt x="1759082" y="2491301"/>
                  </a:moveTo>
                  <a:lnTo>
                    <a:pt x="1667861" y="2563537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48907" y="2578959"/>
                  </a:lnTo>
                  <a:lnTo>
                    <a:pt x="1844972" y="2559126"/>
                  </a:lnTo>
                  <a:close/>
                  <a:moveTo>
                    <a:pt x="1822017" y="2476911"/>
                  </a:moveTo>
                  <a:lnTo>
                    <a:pt x="1759082" y="2491301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31983" y="2404644"/>
                  </a:lnTo>
                  <a:lnTo>
                    <a:pt x="1759082" y="2491301"/>
                  </a:lnTo>
                  <a:close/>
                  <a:moveTo>
                    <a:pt x="1759082" y="2491301"/>
                  </a:moveTo>
                  <a:lnTo>
                    <a:pt x="1821455" y="2401092"/>
                  </a:lnTo>
                  <a:lnTo>
                    <a:pt x="1745657" y="2402122"/>
                  </a:lnTo>
                  <a:close/>
                  <a:moveTo>
                    <a:pt x="1552641" y="2411404"/>
                  </a:moveTo>
                  <a:lnTo>
                    <a:pt x="1663124" y="2408628"/>
                  </a:lnTo>
                  <a:lnTo>
                    <a:pt x="1659056" y="2315412"/>
                  </a:lnTo>
                  <a:close/>
                  <a:moveTo>
                    <a:pt x="1552641" y="2411404"/>
                  </a:moveTo>
                  <a:lnTo>
                    <a:pt x="1659056" y="2315412"/>
                  </a:lnTo>
                  <a:lnTo>
                    <a:pt x="1585404" y="2318698"/>
                  </a:lnTo>
                  <a:close/>
                  <a:moveTo>
                    <a:pt x="1710549" y="2330572"/>
                  </a:moveTo>
                  <a:lnTo>
                    <a:pt x="1663124" y="2408628"/>
                  </a:lnTo>
                  <a:lnTo>
                    <a:pt x="1745657" y="2402122"/>
                  </a:lnTo>
                  <a:close/>
                  <a:moveTo>
                    <a:pt x="1577451" y="2312481"/>
                  </a:moveTo>
                  <a:lnTo>
                    <a:pt x="1497955" y="2350917"/>
                  </a:lnTo>
                  <a:lnTo>
                    <a:pt x="1552641" y="2411404"/>
                  </a:lnTo>
                  <a:close/>
                  <a:moveTo>
                    <a:pt x="1497955" y="2350917"/>
                  </a:moveTo>
                  <a:lnTo>
                    <a:pt x="1577451" y="2312481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426265" y="2268702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367981" y="2186487"/>
                  </a:lnTo>
                  <a:lnTo>
                    <a:pt x="1426265" y="2268702"/>
                  </a:lnTo>
                  <a:close/>
                  <a:moveTo>
                    <a:pt x="1103513" y="1775412"/>
                  </a:moveTo>
                  <a:lnTo>
                    <a:pt x="1184040" y="1755009"/>
                  </a:lnTo>
                  <a:lnTo>
                    <a:pt x="1077578" y="1749856"/>
                  </a:lnTo>
                  <a:close/>
                  <a:moveTo>
                    <a:pt x="1077578" y="1749856"/>
                  </a:moveTo>
                  <a:lnTo>
                    <a:pt x="1184040" y="1755009"/>
                  </a:lnTo>
                  <a:lnTo>
                    <a:pt x="1200655" y="1716160"/>
                  </a:lnTo>
                  <a:close/>
                  <a:moveTo>
                    <a:pt x="1077578" y="1749856"/>
                  </a:moveTo>
                  <a:lnTo>
                    <a:pt x="1200655" y="1716160"/>
                  </a:lnTo>
                  <a:lnTo>
                    <a:pt x="1121119" y="1697447"/>
                  </a:lnTo>
                  <a:close/>
                  <a:moveTo>
                    <a:pt x="457036" y="1021077"/>
                  </a:moveTo>
                  <a:lnTo>
                    <a:pt x="509061" y="1017552"/>
                  </a:lnTo>
                  <a:lnTo>
                    <a:pt x="431606" y="1006619"/>
                  </a:lnTo>
                  <a:close/>
                  <a:moveTo>
                    <a:pt x="1769792" y="2382501"/>
                  </a:moveTo>
                  <a:lnTo>
                    <a:pt x="1831983" y="2404644"/>
                  </a:lnTo>
                  <a:lnTo>
                    <a:pt x="1847627" y="2438474"/>
                  </a:lnTo>
                  <a:close/>
                  <a:moveTo>
                    <a:pt x="1847627" y="2438474"/>
                  </a:moveTo>
                  <a:lnTo>
                    <a:pt x="1831983" y="2404644"/>
                  </a:lnTo>
                  <a:lnTo>
                    <a:pt x="1822017" y="2476911"/>
                  </a:lnTo>
                  <a:close/>
                  <a:moveTo>
                    <a:pt x="1711398" y="2295910"/>
                  </a:moveTo>
                  <a:lnTo>
                    <a:pt x="1660945" y="2312481"/>
                  </a:lnTo>
                  <a:lnTo>
                    <a:pt x="1769792" y="2382501"/>
                  </a:lnTo>
                  <a:close/>
                  <a:moveTo>
                    <a:pt x="833103" y="1241372"/>
                  </a:moveTo>
                  <a:lnTo>
                    <a:pt x="836778" y="1243684"/>
                  </a:lnTo>
                  <a:lnTo>
                    <a:pt x="777999" y="1250550"/>
                  </a:lnTo>
                  <a:close/>
                  <a:moveTo>
                    <a:pt x="692496" y="994326"/>
                  </a:moveTo>
                  <a:lnTo>
                    <a:pt x="561630" y="997039"/>
                  </a:lnTo>
                  <a:lnTo>
                    <a:pt x="561159" y="997135"/>
                  </a:lnTo>
                  <a:close/>
                  <a:moveTo>
                    <a:pt x="2054914" y="2465630"/>
                  </a:moveTo>
                  <a:lnTo>
                    <a:pt x="2124562" y="2400038"/>
                  </a:lnTo>
                  <a:lnTo>
                    <a:pt x="2061856" y="2426927"/>
                  </a:lnTo>
                  <a:close/>
                  <a:moveTo>
                    <a:pt x="1738602" y="2007489"/>
                  </a:moveTo>
                  <a:lnTo>
                    <a:pt x="1717472" y="2039961"/>
                  </a:lnTo>
                  <a:lnTo>
                    <a:pt x="1790475" y="1988963"/>
                  </a:lnTo>
                  <a:close/>
                  <a:moveTo>
                    <a:pt x="1790475" y="1988963"/>
                  </a:moveTo>
                  <a:lnTo>
                    <a:pt x="1793409" y="2109614"/>
                  </a:lnTo>
                  <a:lnTo>
                    <a:pt x="1857035" y="2071178"/>
                  </a:lnTo>
                  <a:close/>
                  <a:moveTo>
                    <a:pt x="1738602" y="2007489"/>
                  </a:moveTo>
                  <a:lnTo>
                    <a:pt x="1790475" y="1988963"/>
                  </a:lnTo>
                  <a:lnTo>
                    <a:pt x="1755883" y="1968374"/>
                  </a:lnTo>
                  <a:close/>
                  <a:moveTo>
                    <a:pt x="1535446" y="1862969"/>
                  </a:moveTo>
                  <a:lnTo>
                    <a:pt x="1633089" y="1906748"/>
                  </a:lnTo>
                  <a:lnTo>
                    <a:pt x="1579405" y="1824532"/>
                  </a:lnTo>
                  <a:close/>
                  <a:moveTo>
                    <a:pt x="1526110" y="1758781"/>
                  </a:moveTo>
                  <a:lnTo>
                    <a:pt x="1576081" y="1789982"/>
                  </a:lnTo>
                  <a:lnTo>
                    <a:pt x="1579405" y="1824532"/>
                  </a:lnTo>
                  <a:close/>
                  <a:moveTo>
                    <a:pt x="1579405" y="1824532"/>
                  </a:moveTo>
                  <a:lnTo>
                    <a:pt x="1576081" y="1789982"/>
                  </a:lnTo>
                  <a:lnTo>
                    <a:pt x="1535446" y="1862969"/>
                  </a:lnTo>
                  <a:close/>
                  <a:moveTo>
                    <a:pt x="1579405" y="1824532"/>
                  </a:moveTo>
                  <a:lnTo>
                    <a:pt x="1561953" y="1800614"/>
                  </a:lnTo>
                  <a:lnTo>
                    <a:pt x="1526110" y="1758781"/>
                  </a:lnTo>
                  <a:close/>
                  <a:moveTo>
                    <a:pt x="1518174" y="1742317"/>
                  </a:moveTo>
                  <a:lnTo>
                    <a:pt x="1526110" y="1758781"/>
                  </a:lnTo>
                  <a:lnTo>
                    <a:pt x="1561953" y="1800614"/>
                  </a:lnTo>
                  <a:close/>
                  <a:moveTo>
                    <a:pt x="2117316" y="2281746"/>
                  </a:moveTo>
                  <a:lnTo>
                    <a:pt x="2122340" y="2287317"/>
                  </a:lnTo>
                  <a:lnTo>
                    <a:pt x="2115732" y="2279387"/>
                  </a:lnTo>
                  <a:close/>
                  <a:moveTo>
                    <a:pt x="2163642" y="2361602"/>
                  </a:moveTo>
                  <a:lnTo>
                    <a:pt x="2124562" y="2400038"/>
                  </a:lnTo>
                  <a:lnTo>
                    <a:pt x="2187936" y="2469116"/>
                  </a:lnTo>
                  <a:close/>
                  <a:moveTo>
                    <a:pt x="2117316" y="2281746"/>
                  </a:moveTo>
                  <a:lnTo>
                    <a:pt x="2149031" y="2323656"/>
                  </a:lnTo>
                  <a:lnTo>
                    <a:pt x="2163642" y="2361602"/>
                  </a:lnTo>
                  <a:close/>
                  <a:moveTo>
                    <a:pt x="2163642" y="2361602"/>
                  </a:moveTo>
                  <a:lnTo>
                    <a:pt x="2122340" y="2287317"/>
                  </a:lnTo>
                  <a:lnTo>
                    <a:pt x="2117316" y="2281746"/>
                  </a:lnTo>
                  <a:close/>
                  <a:moveTo>
                    <a:pt x="1790475" y="1988963"/>
                  </a:moveTo>
                  <a:lnTo>
                    <a:pt x="1858593" y="2070623"/>
                  </a:lnTo>
                  <a:lnTo>
                    <a:pt x="1880277" y="1952902"/>
                  </a:lnTo>
                  <a:close/>
                  <a:moveTo>
                    <a:pt x="1858593" y="2070623"/>
                  </a:moveTo>
                  <a:lnTo>
                    <a:pt x="1944029" y="2061757"/>
                  </a:lnTo>
                  <a:lnTo>
                    <a:pt x="1880277" y="1952902"/>
                  </a:lnTo>
                  <a:close/>
                  <a:moveTo>
                    <a:pt x="2098747" y="2158735"/>
                  </a:moveTo>
                  <a:lnTo>
                    <a:pt x="2092537" y="2175891"/>
                  </a:lnTo>
                  <a:lnTo>
                    <a:pt x="2074806" y="2197172"/>
                  </a:lnTo>
                  <a:close/>
                  <a:moveTo>
                    <a:pt x="1888692" y="1755858"/>
                  </a:moveTo>
                  <a:lnTo>
                    <a:pt x="1767427" y="1796331"/>
                  </a:lnTo>
                  <a:lnTo>
                    <a:pt x="1819426" y="1775542"/>
                  </a:lnTo>
                  <a:close/>
                  <a:moveTo>
                    <a:pt x="1685005" y="1690194"/>
                  </a:moveTo>
                  <a:lnTo>
                    <a:pt x="1758511" y="1762994"/>
                  </a:lnTo>
                  <a:lnTo>
                    <a:pt x="1762114" y="1688098"/>
                  </a:lnTo>
                  <a:close/>
                  <a:moveTo>
                    <a:pt x="1685005" y="1690194"/>
                  </a:moveTo>
                  <a:lnTo>
                    <a:pt x="1728131" y="1649411"/>
                  </a:lnTo>
                  <a:lnTo>
                    <a:pt x="1647595" y="1626957"/>
                  </a:lnTo>
                  <a:close/>
                  <a:moveTo>
                    <a:pt x="1738491" y="1607211"/>
                  </a:moveTo>
                  <a:lnTo>
                    <a:pt x="1776138" y="1613695"/>
                  </a:lnTo>
                  <a:lnTo>
                    <a:pt x="1756036" y="1583230"/>
                  </a:lnTo>
                  <a:close/>
                  <a:moveTo>
                    <a:pt x="1758511" y="1762994"/>
                  </a:moveTo>
                  <a:lnTo>
                    <a:pt x="1810696" y="1665445"/>
                  </a:lnTo>
                  <a:lnTo>
                    <a:pt x="1762114" y="1688098"/>
                  </a:lnTo>
                  <a:close/>
                  <a:moveTo>
                    <a:pt x="1823556" y="1727528"/>
                  </a:moveTo>
                  <a:lnTo>
                    <a:pt x="1883004" y="1734592"/>
                  </a:lnTo>
                  <a:lnTo>
                    <a:pt x="1758511" y="1762994"/>
                  </a:lnTo>
                  <a:close/>
                  <a:moveTo>
                    <a:pt x="1909162" y="1768940"/>
                  </a:moveTo>
                  <a:lnTo>
                    <a:pt x="1941573" y="1747660"/>
                  </a:lnTo>
                  <a:lnTo>
                    <a:pt x="1883004" y="1734592"/>
                  </a:lnTo>
                  <a:close/>
                  <a:moveTo>
                    <a:pt x="1199161" y="849763"/>
                  </a:moveTo>
                  <a:lnTo>
                    <a:pt x="1182737" y="855239"/>
                  </a:lnTo>
                  <a:lnTo>
                    <a:pt x="1193700" y="843293"/>
                  </a:lnTo>
                  <a:close/>
                  <a:moveTo>
                    <a:pt x="592280" y="371164"/>
                  </a:moveTo>
                  <a:lnTo>
                    <a:pt x="635410" y="296600"/>
                  </a:lnTo>
                  <a:lnTo>
                    <a:pt x="570891" y="288461"/>
                  </a:lnTo>
                  <a:close/>
                  <a:moveTo>
                    <a:pt x="1756036" y="1583230"/>
                  </a:moveTo>
                  <a:lnTo>
                    <a:pt x="1717113" y="1524498"/>
                  </a:lnTo>
                  <a:lnTo>
                    <a:pt x="1738491" y="1607211"/>
                  </a:lnTo>
                  <a:close/>
                  <a:moveTo>
                    <a:pt x="2060165" y="1827748"/>
                  </a:moveTo>
                  <a:lnTo>
                    <a:pt x="2037347" y="1829875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60165" y="1827748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94054" y="1966361"/>
                  </a:lnTo>
                  <a:lnTo>
                    <a:pt x="2146580" y="1912090"/>
                  </a:lnTo>
                  <a:close/>
                  <a:moveTo>
                    <a:pt x="2060165" y="1827748"/>
                  </a:moveTo>
                  <a:lnTo>
                    <a:pt x="2106406" y="1890247"/>
                  </a:lnTo>
                  <a:lnTo>
                    <a:pt x="2146580" y="1912090"/>
                  </a:lnTo>
                  <a:close/>
                  <a:moveTo>
                    <a:pt x="1963721" y="1745471"/>
                  </a:moveTo>
                  <a:lnTo>
                    <a:pt x="1883004" y="1734592"/>
                  </a:lnTo>
                  <a:lnTo>
                    <a:pt x="1941573" y="1747660"/>
                  </a:lnTo>
                  <a:close/>
                  <a:moveTo>
                    <a:pt x="1903540" y="1633713"/>
                  </a:moveTo>
                  <a:lnTo>
                    <a:pt x="1883004" y="1734592"/>
                  </a:lnTo>
                  <a:lnTo>
                    <a:pt x="1963721" y="1745471"/>
                  </a:lnTo>
                  <a:close/>
                  <a:moveTo>
                    <a:pt x="1810696" y="1665445"/>
                  </a:moveTo>
                  <a:lnTo>
                    <a:pt x="1883004" y="1734592"/>
                  </a:lnTo>
                  <a:lnTo>
                    <a:pt x="1903540" y="1633713"/>
                  </a:lnTo>
                  <a:close/>
                  <a:moveTo>
                    <a:pt x="1810696" y="1665445"/>
                  </a:moveTo>
                  <a:lnTo>
                    <a:pt x="1903540" y="1633713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56036" y="1583230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01165" y="1501015"/>
                  </a:lnTo>
                  <a:lnTo>
                    <a:pt x="1756036" y="1583230"/>
                  </a:lnTo>
                  <a:close/>
                  <a:moveTo>
                    <a:pt x="1187020" y="804857"/>
                  </a:moveTo>
                  <a:lnTo>
                    <a:pt x="1199161" y="849763"/>
                  </a:lnTo>
                  <a:lnTo>
                    <a:pt x="1193700" y="843293"/>
                  </a:lnTo>
                  <a:close/>
                  <a:moveTo>
                    <a:pt x="1231575" y="915627"/>
                  </a:moveTo>
                  <a:lnTo>
                    <a:pt x="1199161" y="849763"/>
                  </a:lnTo>
                  <a:lnTo>
                    <a:pt x="1150489" y="920956"/>
                  </a:lnTo>
                  <a:close/>
                  <a:moveTo>
                    <a:pt x="1342549" y="892009"/>
                  </a:moveTo>
                  <a:lnTo>
                    <a:pt x="1311386" y="990699"/>
                  </a:lnTo>
                  <a:lnTo>
                    <a:pt x="1430917" y="943745"/>
                  </a:lnTo>
                  <a:close/>
                  <a:moveTo>
                    <a:pt x="1187020" y="804857"/>
                  </a:moveTo>
                  <a:lnTo>
                    <a:pt x="1193700" y="843293"/>
                  </a:lnTo>
                  <a:lnTo>
                    <a:pt x="1150211" y="761079"/>
                  </a:lnTo>
                  <a:close/>
                  <a:moveTo>
                    <a:pt x="905441" y="311567"/>
                  </a:moveTo>
                  <a:lnTo>
                    <a:pt x="861223" y="234203"/>
                  </a:lnTo>
                  <a:lnTo>
                    <a:pt x="875841" y="261695"/>
                  </a:lnTo>
                  <a:close/>
                  <a:moveTo>
                    <a:pt x="642515" y="161844"/>
                  </a:moveTo>
                  <a:lnTo>
                    <a:pt x="711608" y="185573"/>
                  </a:lnTo>
                  <a:lnTo>
                    <a:pt x="712001" y="64921"/>
                  </a:lnTo>
                  <a:close/>
                  <a:moveTo>
                    <a:pt x="833107" y="156968"/>
                  </a:moveTo>
                  <a:lnTo>
                    <a:pt x="836564" y="114844"/>
                  </a:lnTo>
                  <a:lnTo>
                    <a:pt x="753780" y="83988"/>
                  </a:lnTo>
                  <a:close/>
                  <a:moveTo>
                    <a:pt x="539361" y="13818"/>
                  </a:moveTo>
                  <a:lnTo>
                    <a:pt x="658912" y="64921"/>
                  </a:lnTo>
                  <a:lnTo>
                    <a:pt x="669661" y="68570"/>
                  </a:lnTo>
                  <a:close/>
                  <a:moveTo>
                    <a:pt x="1693939" y="1182470"/>
                  </a:moveTo>
                  <a:lnTo>
                    <a:pt x="1633155" y="1142561"/>
                  </a:lnTo>
                  <a:lnTo>
                    <a:pt x="1614227" y="1186682"/>
                  </a:lnTo>
                  <a:close/>
                  <a:moveTo>
                    <a:pt x="1438535" y="768464"/>
                  </a:moveTo>
                  <a:lnTo>
                    <a:pt x="1371495" y="684206"/>
                  </a:lnTo>
                  <a:lnTo>
                    <a:pt x="1331037" y="695173"/>
                  </a:lnTo>
                  <a:close/>
                  <a:moveTo>
                    <a:pt x="1228246" y="640426"/>
                  </a:moveTo>
                  <a:lnTo>
                    <a:pt x="1331037" y="695173"/>
                  </a:lnTo>
                  <a:lnTo>
                    <a:pt x="1252536" y="618919"/>
                  </a:lnTo>
                  <a:close/>
                  <a:moveTo>
                    <a:pt x="1232644" y="614482"/>
                  </a:moveTo>
                  <a:lnTo>
                    <a:pt x="1228246" y="640426"/>
                  </a:lnTo>
                  <a:lnTo>
                    <a:pt x="1252536" y="618919"/>
                  </a:lnTo>
                  <a:close/>
                  <a:moveTo>
                    <a:pt x="1269180" y="545278"/>
                  </a:moveTo>
                  <a:lnTo>
                    <a:pt x="1228246" y="640426"/>
                  </a:lnTo>
                  <a:lnTo>
                    <a:pt x="1232644" y="614482"/>
                  </a:lnTo>
                  <a:close/>
                  <a:moveTo>
                    <a:pt x="857668" y="311567"/>
                  </a:moveTo>
                  <a:lnTo>
                    <a:pt x="897439" y="342445"/>
                  </a:lnTo>
                  <a:lnTo>
                    <a:pt x="901654" y="301426"/>
                  </a:lnTo>
                  <a:close/>
                  <a:moveTo>
                    <a:pt x="875841" y="261695"/>
                  </a:moveTo>
                  <a:lnTo>
                    <a:pt x="857668" y="311567"/>
                  </a:lnTo>
                  <a:lnTo>
                    <a:pt x="901654" y="301426"/>
                  </a:lnTo>
                  <a:close/>
                  <a:moveTo>
                    <a:pt x="854122" y="39792"/>
                  </a:moveTo>
                  <a:lnTo>
                    <a:pt x="753780" y="83988"/>
                  </a:lnTo>
                  <a:lnTo>
                    <a:pt x="836564" y="114844"/>
                  </a:lnTo>
                  <a:close/>
                  <a:moveTo>
                    <a:pt x="771216" y="46600"/>
                  </a:moveTo>
                  <a:lnTo>
                    <a:pt x="753780" y="83988"/>
                  </a:lnTo>
                  <a:lnTo>
                    <a:pt x="854122" y="39792"/>
                  </a:lnTo>
                  <a:close/>
                  <a:moveTo>
                    <a:pt x="771216" y="46600"/>
                  </a:moveTo>
                  <a:lnTo>
                    <a:pt x="854122" y="39792"/>
                  </a:lnTo>
                  <a:lnTo>
                    <a:pt x="805847" y="0"/>
                  </a:lnTo>
                  <a:close/>
                  <a:moveTo>
                    <a:pt x="1520794" y="762181"/>
                  </a:moveTo>
                  <a:lnTo>
                    <a:pt x="1470482" y="766420"/>
                  </a:lnTo>
                  <a:lnTo>
                    <a:pt x="1495866" y="821946"/>
                  </a:lnTo>
                  <a:close/>
                  <a:moveTo>
                    <a:pt x="1437762" y="754135"/>
                  </a:moveTo>
                  <a:lnTo>
                    <a:pt x="1388968" y="648077"/>
                  </a:lnTo>
                  <a:lnTo>
                    <a:pt x="1371495" y="684206"/>
                  </a:lnTo>
                  <a:close/>
                  <a:moveTo>
                    <a:pt x="2021997" y="1197633"/>
                  </a:moveTo>
                  <a:lnTo>
                    <a:pt x="2059318" y="1303490"/>
                  </a:lnTo>
                  <a:lnTo>
                    <a:pt x="2120758" y="1205391"/>
                  </a:lnTo>
                  <a:close/>
                  <a:moveTo>
                    <a:pt x="2120758" y="1205391"/>
                  </a:moveTo>
                  <a:lnTo>
                    <a:pt x="2180527" y="1189935"/>
                  </a:lnTo>
                  <a:lnTo>
                    <a:pt x="2124852" y="118283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36" name="Candidate_density__2055">
              <a:extLst>
                <a:ext uri="{FF2B5EF4-FFF2-40B4-BE49-F238E27FC236}">
                  <a16:creationId xmlns:a16="http://schemas.microsoft.com/office/drawing/2014/main" id="{4B615944-A271-461E-8076-A2C4E1CE3FC5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251662"/>
              <a:ext cx="2338321" cy="3145985"/>
            </a:xfrm>
            <a:custGeom>
              <a:avLst/>
              <a:gdLst/>
              <a:ahLst/>
              <a:cxnLst/>
              <a:rect l="0" t="0" r="0" b="0"/>
              <a:pathLst>
                <a:path w="2338321" h="3145985">
                  <a:moveTo>
                    <a:pt x="0" y="2546054"/>
                  </a:moveTo>
                  <a:lnTo>
                    <a:pt x="89598" y="2633897"/>
                  </a:lnTo>
                  <a:lnTo>
                    <a:pt x="78863" y="2627001"/>
                  </a:lnTo>
                  <a:close/>
                  <a:moveTo>
                    <a:pt x="436951" y="2842806"/>
                  </a:moveTo>
                  <a:lnTo>
                    <a:pt x="505624" y="2938412"/>
                  </a:lnTo>
                  <a:lnTo>
                    <a:pt x="529154" y="2908883"/>
                  </a:lnTo>
                  <a:close/>
                  <a:moveTo>
                    <a:pt x="326658" y="2762540"/>
                  </a:moveTo>
                  <a:lnTo>
                    <a:pt x="318285" y="2752995"/>
                  </a:lnTo>
                  <a:lnTo>
                    <a:pt x="237897" y="2674017"/>
                  </a:lnTo>
                  <a:close/>
                  <a:moveTo>
                    <a:pt x="708178" y="3084361"/>
                  </a:moveTo>
                  <a:lnTo>
                    <a:pt x="660830" y="3073009"/>
                  </a:lnTo>
                  <a:lnTo>
                    <a:pt x="728583" y="3097196"/>
                  </a:lnTo>
                  <a:close/>
                  <a:moveTo>
                    <a:pt x="787723" y="3103111"/>
                  </a:moveTo>
                  <a:lnTo>
                    <a:pt x="708178" y="3084361"/>
                  </a:lnTo>
                  <a:lnTo>
                    <a:pt x="728583" y="3097196"/>
                  </a:lnTo>
                  <a:close/>
                  <a:moveTo>
                    <a:pt x="847000" y="3142933"/>
                  </a:moveTo>
                  <a:lnTo>
                    <a:pt x="838004" y="3125634"/>
                  </a:lnTo>
                  <a:lnTo>
                    <a:pt x="816163" y="3145985"/>
                  </a:lnTo>
                  <a:close/>
                  <a:moveTo>
                    <a:pt x="816163" y="3145985"/>
                  </a:moveTo>
                  <a:lnTo>
                    <a:pt x="838004" y="3125634"/>
                  </a:lnTo>
                  <a:lnTo>
                    <a:pt x="787723" y="3103111"/>
                  </a:lnTo>
                  <a:close/>
                  <a:moveTo>
                    <a:pt x="816163" y="3145985"/>
                  </a:moveTo>
                  <a:lnTo>
                    <a:pt x="787723" y="3103111"/>
                  </a:lnTo>
                  <a:lnTo>
                    <a:pt x="728583" y="3097196"/>
                  </a:lnTo>
                  <a:close/>
                  <a:moveTo>
                    <a:pt x="570856" y="2835209"/>
                  </a:moveTo>
                  <a:lnTo>
                    <a:pt x="562595" y="2818709"/>
                  </a:lnTo>
                  <a:lnTo>
                    <a:pt x="529154" y="2908883"/>
                  </a:lnTo>
                  <a:close/>
                  <a:moveTo>
                    <a:pt x="535073" y="2714558"/>
                  </a:moveTo>
                  <a:lnTo>
                    <a:pt x="563320" y="2796773"/>
                  </a:lnTo>
                  <a:lnTo>
                    <a:pt x="531550" y="2752995"/>
                  </a:lnTo>
                  <a:close/>
                  <a:moveTo>
                    <a:pt x="838004" y="3125634"/>
                  </a:moveTo>
                  <a:lnTo>
                    <a:pt x="847000" y="3142933"/>
                  </a:lnTo>
                  <a:lnTo>
                    <a:pt x="871931" y="3139293"/>
                  </a:lnTo>
                  <a:close/>
                  <a:moveTo>
                    <a:pt x="838004" y="3125634"/>
                  </a:moveTo>
                  <a:lnTo>
                    <a:pt x="871931" y="3139293"/>
                  </a:lnTo>
                  <a:lnTo>
                    <a:pt x="878548" y="3117284"/>
                  </a:lnTo>
                  <a:close/>
                  <a:moveTo>
                    <a:pt x="878548" y="3117284"/>
                  </a:moveTo>
                  <a:lnTo>
                    <a:pt x="787723" y="3103111"/>
                  </a:lnTo>
                  <a:lnTo>
                    <a:pt x="838004" y="3125634"/>
                  </a:lnTo>
                  <a:close/>
                  <a:moveTo>
                    <a:pt x="535117" y="2714250"/>
                  </a:moveTo>
                  <a:lnTo>
                    <a:pt x="563320" y="2796773"/>
                  </a:lnTo>
                  <a:lnTo>
                    <a:pt x="535073" y="2714558"/>
                  </a:lnTo>
                  <a:close/>
                  <a:moveTo>
                    <a:pt x="493623" y="2687393"/>
                  </a:moveTo>
                  <a:lnTo>
                    <a:pt x="535117" y="2714250"/>
                  </a:lnTo>
                  <a:lnTo>
                    <a:pt x="468072" y="2608072"/>
                  </a:lnTo>
                  <a:close/>
                  <a:moveTo>
                    <a:pt x="468606" y="2429476"/>
                  </a:moveTo>
                  <a:lnTo>
                    <a:pt x="533193" y="2415538"/>
                  </a:lnTo>
                  <a:lnTo>
                    <a:pt x="440121" y="2424253"/>
                  </a:lnTo>
                  <a:close/>
                  <a:moveTo>
                    <a:pt x="440121" y="2424253"/>
                  </a:moveTo>
                  <a:lnTo>
                    <a:pt x="553802" y="2355429"/>
                  </a:lnTo>
                  <a:lnTo>
                    <a:pt x="484163" y="2373716"/>
                  </a:lnTo>
                  <a:close/>
                  <a:moveTo>
                    <a:pt x="752553" y="2326008"/>
                  </a:moveTo>
                  <a:lnTo>
                    <a:pt x="658282" y="2374435"/>
                  </a:lnTo>
                  <a:lnTo>
                    <a:pt x="681893" y="2308825"/>
                  </a:lnTo>
                  <a:close/>
                  <a:moveTo>
                    <a:pt x="503313" y="2279146"/>
                  </a:moveTo>
                  <a:lnTo>
                    <a:pt x="558471" y="2294895"/>
                  </a:lnTo>
                  <a:lnTo>
                    <a:pt x="506310" y="2226610"/>
                  </a:lnTo>
                  <a:close/>
                  <a:moveTo>
                    <a:pt x="674651" y="2313405"/>
                  </a:moveTo>
                  <a:lnTo>
                    <a:pt x="752553" y="2326008"/>
                  </a:lnTo>
                  <a:lnTo>
                    <a:pt x="795745" y="2272292"/>
                  </a:lnTo>
                  <a:close/>
                  <a:moveTo>
                    <a:pt x="795745" y="2272292"/>
                  </a:moveTo>
                  <a:lnTo>
                    <a:pt x="752553" y="2326008"/>
                  </a:lnTo>
                  <a:lnTo>
                    <a:pt x="864377" y="2250239"/>
                  </a:lnTo>
                  <a:close/>
                  <a:moveTo>
                    <a:pt x="1494841" y="2851236"/>
                  </a:moveTo>
                  <a:lnTo>
                    <a:pt x="1484547" y="2897006"/>
                  </a:lnTo>
                  <a:lnTo>
                    <a:pt x="1534700" y="2869319"/>
                  </a:lnTo>
                  <a:close/>
                  <a:moveTo>
                    <a:pt x="1494841" y="2851236"/>
                  </a:moveTo>
                  <a:lnTo>
                    <a:pt x="1443729" y="2889673"/>
                  </a:lnTo>
                  <a:lnTo>
                    <a:pt x="1484547" y="2897006"/>
                  </a:lnTo>
                  <a:close/>
                  <a:moveTo>
                    <a:pt x="875390" y="2219022"/>
                  </a:moveTo>
                  <a:lnTo>
                    <a:pt x="795745" y="2272292"/>
                  </a:lnTo>
                  <a:lnTo>
                    <a:pt x="864377" y="2250239"/>
                  </a:lnTo>
                  <a:close/>
                  <a:moveTo>
                    <a:pt x="875390" y="2219022"/>
                  </a:moveTo>
                  <a:lnTo>
                    <a:pt x="815868" y="2206820"/>
                  </a:lnTo>
                  <a:lnTo>
                    <a:pt x="795745" y="2272292"/>
                  </a:lnTo>
                  <a:close/>
                  <a:moveTo>
                    <a:pt x="803567" y="2116729"/>
                  </a:moveTo>
                  <a:lnTo>
                    <a:pt x="875390" y="2219022"/>
                  </a:lnTo>
                  <a:lnTo>
                    <a:pt x="836765" y="2149737"/>
                  </a:lnTo>
                  <a:close/>
                  <a:moveTo>
                    <a:pt x="864377" y="2250239"/>
                  </a:moveTo>
                  <a:lnTo>
                    <a:pt x="888465" y="2231952"/>
                  </a:lnTo>
                  <a:lnTo>
                    <a:pt x="875390" y="2219022"/>
                  </a:lnTo>
                  <a:close/>
                  <a:moveTo>
                    <a:pt x="875390" y="2219022"/>
                  </a:moveTo>
                  <a:lnTo>
                    <a:pt x="888465" y="2231952"/>
                  </a:lnTo>
                  <a:lnTo>
                    <a:pt x="838851" y="2154805"/>
                  </a:lnTo>
                  <a:close/>
                  <a:moveTo>
                    <a:pt x="1052523" y="2181169"/>
                  </a:moveTo>
                  <a:lnTo>
                    <a:pt x="1004087" y="2193516"/>
                  </a:lnTo>
                  <a:lnTo>
                    <a:pt x="970621" y="2202193"/>
                  </a:lnTo>
                  <a:close/>
                  <a:moveTo>
                    <a:pt x="644963" y="1985307"/>
                  </a:moveTo>
                  <a:lnTo>
                    <a:pt x="644871" y="1984969"/>
                  </a:lnTo>
                  <a:lnTo>
                    <a:pt x="721141" y="2029085"/>
                  </a:lnTo>
                  <a:close/>
                  <a:moveTo>
                    <a:pt x="757394" y="1913702"/>
                  </a:moveTo>
                  <a:lnTo>
                    <a:pt x="644963" y="1985307"/>
                  </a:lnTo>
                  <a:lnTo>
                    <a:pt x="707248" y="1941418"/>
                  </a:lnTo>
                  <a:close/>
                  <a:moveTo>
                    <a:pt x="412127" y="1552541"/>
                  </a:moveTo>
                  <a:lnTo>
                    <a:pt x="493436" y="1647122"/>
                  </a:lnTo>
                  <a:lnTo>
                    <a:pt x="437890" y="1631688"/>
                  </a:lnTo>
                  <a:close/>
                  <a:moveTo>
                    <a:pt x="437890" y="1631688"/>
                  </a:moveTo>
                  <a:lnTo>
                    <a:pt x="540470" y="1700225"/>
                  </a:lnTo>
                  <a:lnTo>
                    <a:pt x="462775" y="1648142"/>
                  </a:lnTo>
                  <a:close/>
                  <a:moveTo>
                    <a:pt x="1565920" y="2821924"/>
                  </a:moveTo>
                  <a:lnTo>
                    <a:pt x="1534700" y="2869319"/>
                  </a:lnTo>
                  <a:lnTo>
                    <a:pt x="1569347" y="2851236"/>
                  </a:lnTo>
                  <a:close/>
                  <a:moveTo>
                    <a:pt x="1026681" y="2148003"/>
                  </a:moveTo>
                  <a:lnTo>
                    <a:pt x="967243" y="2193516"/>
                  </a:lnTo>
                  <a:lnTo>
                    <a:pt x="1021507" y="2160823"/>
                  </a:lnTo>
                  <a:close/>
                  <a:moveTo>
                    <a:pt x="1021507" y="2160823"/>
                  </a:moveTo>
                  <a:lnTo>
                    <a:pt x="983484" y="2201700"/>
                  </a:lnTo>
                  <a:lnTo>
                    <a:pt x="1004087" y="2193516"/>
                  </a:lnTo>
                  <a:close/>
                  <a:moveTo>
                    <a:pt x="1004087" y="2193516"/>
                  </a:moveTo>
                  <a:lnTo>
                    <a:pt x="1052523" y="2181169"/>
                  </a:lnTo>
                  <a:lnTo>
                    <a:pt x="1021507" y="2160823"/>
                  </a:lnTo>
                  <a:close/>
                  <a:moveTo>
                    <a:pt x="1728099" y="2711166"/>
                  </a:moveTo>
                  <a:lnTo>
                    <a:pt x="1632877" y="2727988"/>
                  </a:lnTo>
                  <a:lnTo>
                    <a:pt x="1634838" y="2749857"/>
                  </a:lnTo>
                  <a:close/>
                  <a:moveTo>
                    <a:pt x="461406" y="1212618"/>
                  </a:moveTo>
                  <a:lnTo>
                    <a:pt x="400774" y="1332928"/>
                  </a:lnTo>
                  <a:lnTo>
                    <a:pt x="416540" y="1260076"/>
                  </a:lnTo>
                  <a:close/>
                  <a:moveTo>
                    <a:pt x="548897" y="1301757"/>
                  </a:moveTo>
                  <a:lnTo>
                    <a:pt x="551370" y="1294492"/>
                  </a:lnTo>
                  <a:lnTo>
                    <a:pt x="504723" y="1311122"/>
                  </a:lnTo>
                  <a:close/>
                  <a:moveTo>
                    <a:pt x="504723" y="1311122"/>
                  </a:moveTo>
                  <a:lnTo>
                    <a:pt x="551370" y="1294492"/>
                  </a:lnTo>
                  <a:lnTo>
                    <a:pt x="461406" y="1212618"/>
                  </a:lnTo>
                  <a:close/>
                  <a:moveTo>
                    <a:pt x="504723" y="1311122"/>
                  </a:moveTo>
                  <a:lnTo>
                    <a:pt x="461406" y="1212618"/>
                  </a:lnTo>
                  <a:lnTo>
                    <a:pt x="416540" y="1260076"/>
                  </a:lnTo>
                  <a:close/>
                  <a:moveTo>
                    <a:pt x="551370" y="1294492"/>
                  </a:moveTo>
                  <a:lnTo>
                    <a:pt x="548897" y="1301757"/>
                  </a:lnTo>
                  <a:lnTo>
                    <a:pt x="559158" y="1299445"/>
                  </a:lnTo>
                  <a:close/>
                  <a:moveTo>
                    <a:pt x="638908" y="1318958"/>
                  </a:moveTo>
                  <a:lnTo>
                    <a:pt x="559158" y="1299445"/>
                  </a:lnTo>
                  <a:lnTo>
                    <a:pt x="548897" y="1301757"/>
                  </a:lnTo>
                  <a:close/>
                  <a:moveTo>
                    <a:pt x="1660945" y="2407066"/>
                  </a:moveTo>
                  <a:lnTo>
                    <a:pt x="1659056" y="2409997"/>
                  </a:lnTo>
                  <a:lnTo>
                    <a:pt x="1710549" y="2425158"/>
                  </a:lnTo>
                  <a:close/>
                  <a:moveTo>
                    <a:pt x="1621115" y="2337182"/>
                  </a:moveTo>
                  <a:lnTo>
                    <a:pt x="1660945" y="2407066"/>
                  </a:lnTo>
                  <a:lnTo>
                    <a:pt x="1710549" y="2425158"/>
                  </a:lnTo>
                  <a:close/>
                  <a:moveTo>
                    <a:pt x="719075" y="1284589"/>
                  </a:moveTo>
                  <a:lnTo>
                    <a:pt x="765672" y="1299047"/>
                  </a:lnTo>
                  <a:lnTo>
                    <a:pt x="638908" y="1318958"/>
                  </a:lnTo>
                  <a:close/>
                  <a:moveTo>
                    <a:pt x="638908" y="1318958"/>
                  </a:moveTo>
                  <a:lnTo>
                    <a:pt x="765672" y="1299047"/>
                  </a:lnTo>
                  <a:lnTo>
                    <a:pt x="687785" y="1286495"/>
                  </a:lnTo>
                  <a:close/>
                  <a:moveTo>
                    <a:pt x="1844972" y="2653712"/>
                  </a:moveTo>
                  <a:lnTo>
                    <a:pt x="1848907" y="2673544"/>
                  </a:lnTo>
                  <a:lnTo>
                    <a:pt x="1888014" y="2708719"/>
                  </a:lnTo>
                  <a:close/>
                  <a:moveTo>
                    <a:pt x="1657483" y="2404120"/>
                  </a:moveTo>
                  <a:lnTo>
                    <a:pt x="1760039" y="2384924"/>
                  </a:lnTo>
                  <a:lnTo>
                    <a:pt x="1660945" y="2407066"/>
                  </a:lnTo>
                  <a:close/>
                  <a:moveTo>
                    <a:pt x="1249088" y="1776625"/>
                  </a:moveTo>
                  <a:lnTo>
                    <a:pt x="1121119" y="1792033"/>
                  </a:lnTo>
                  <a:lnTo>
                    <a:pt x="1200655" y="1810746"/>
                  </a:lnTo>
                  <a:close/>
                  <a:moveTo>
                    <a:pt x="2054914" y="2560216"/>
                  </a:moveTo>
                  <a:lnTo>
                    <a:pt x="2061856" y="2521512"/>
                  </a:lnTo>
                  <a:lnTo>
                    <a:pt x="2028411" y="2615275"/>
                  </a:lnTo>
                  <a:close/>
                  <a:moveTo>
                    <a:pt x="2028411" y="2615275"/>
                  </a:moveTo>
                  <a:lnTo>
                    <a:pt x="2061856" y="2521512"/>
                  </a:lnTo>
                  <a:lnTo>
                    <a:pt x="2025666" y="2494624"/>
                  </a:lnTo>
                  <a:close/>
                  <a:moveTo>
                    <a:pt x="2028411" y="2615275"/>
                  </a:moveTo>
                  <a:lnTo>
                    <a:pt x="2025666" y="2494624"/>
                  </a:lnTo>
                  <a:lnTo>
                    <a:pt x="2074854" y="2576839"/>
                  </a:lnTo>
                  <a:close/>
                  <a:moveTo>
                    <a:pt x="1633089" y="2001333"/>
                  </a:moveTo>
                  <a:lnTo>
                    <a:pt x="1620699" y="2051386"/>
                  </a:lnTo>
                  <a:lnTo>
                    <a:pt x="1670998" y="2024246"/>
                  </a:lnTo>
                  <a:close/>
                  <a:moveTo>
                    <a:pt x="1633089" y="2001333"/>
                  </a:moveTo>
                  <a:lnTo>
                    <a:pt x="1599378" y="2039769"/>
                  </a:lnTo>
                  <a:lnTo>
                    <a:pt x="1620699" y="2051386"/>
                  </a:lnTo>
                  <a:close/>
                  <a:moveTo>
                    <a:pt x="1426015" y="1774057"/>
                  </a:moveTo>
                  <a:lnTo>
                    <a:pt x="1518174" y="1836903"/>
                  </a:lnTo>
                  <a:lnTo>
                    <a:pt x="1459922" y="1792383"/>
                  </a:lnTo>
                  <a:close/>
                  <a:moveTo>
                    <a:pt x="2163642" y="2456187"/>
                  </a:moveTo>
                  <a:lnTo>
                    <a:pt x="2187936" y="2563702"/>
                  </a:lnTo>
                  <a:lnTo>
                    <a:pt x="2236621" y="2530521"/>
                  </a:lnTo>
                  <a:close/>
                  <a:moveTo>
                    <a:pt x="1930592" y="2067175"/>
                  </a:moveTo>
                  <a:lnTo>
                    <a:pt x="1961116" y="2057769"/>
                  </a:lnTo>
                  <a:lnTo>
                    <a:pt x="1892097" y="2045112"/>
                  </a:lnTo>
                  <a:close/>
                  <a:moveTo>
                    <a:pt x="1755883" y="2062959"/>
                  </a:moveTo>
                  <a:lnTo>
                    <a:pt x="1882217" y="2041439"/>
                  </a:lnTo>
                  <a:lnTo>
                    <a:pt x="1798550" y="2007280"/>
                  </a:lnTo>
                  <a:close/>
                  <a:moveTo>
                    <a:pt x="1880277" y="2047488"/>
                  </a:moveTo>
                  <a:lnTo>
                    <a:pt x="1934680" y="1962897"/>
                  </a:lnTo>
                  <a:lnTo>
                    <a:pt x="1882217" y="2041439"/>
                  </a:lnTo>
                  <a:close/>
                  <a:moveTo>
                    <a:pt x="1670998" y="2024246"/>
                  </a:moveTo>
                  <a:lnTo>
                    <a:pt x="1755883" y="2062959"/>
                  </a:lnTo>
                  <a:lnTo>
                    <a:pt x="1798550" y="2007280"/>
                  </a:lnTo>
                  <a:close/>
                  <a:moveTo>
                    <a:pt x="1761977" y="1882887"/>
                  </a:moveTo>
                  <a:lnTo>
                    <a:pt x="1801753" y="1911142"/>
                  </a:lnTo>
                  <a:lnTo>
                    <a:pt x="1758511" y="1857579"/>
                  </a:lnTo>
                  <a:close/>
                  <a:moveTo>
                    <a:pt x="306619" y="76342"/>
                  </a:moveTo>
                  <a:lnTo>
                    <a:pt x="313468" y="170865"/>
                  </a:lnTo>
                  <a:lnTo>
                    <a:pt x="357624" y="95468"/>
                  </a:lnTo>
                  <a:close/>
                  <a:moveTo>
                    <a:pt x="306619" y="76342"/>
                  </a:moveTo>
                  <a:lnTo>
                    <a:pt x="300828" y="30094"/>
                  </a:lnTo>
                  <a:lnTo>
                    <a:pt x="226490" y="30817"/>
                  </a:lnTo>
                  <a:close/>
                  <a:moveTo>
                    <a:pt x="212775" y="71949"/>
                  </a:moveTo>
                  <a:lnTo>
                    <a:pt x="229066" y="78799"/>
                  </a:lnTo>
                  <a:lnTo>
                    <a:pt x="226490" y="30817"/>
                  </a:lnTo>
                  <a:close/>
                  <a:moveTo>
                    <a:pt x="2309777" y="2417751"/>
                  </a:moveTo>
                  <a:lnTo>
                    <a:pt x="2325645" y="2428240"/>
                  </a:lnTo>
                  <a:lnTo>
                    <a:pt x="2332589" y="2395470"/>
                  </a:lnTo>
                  <a:close/>
                  <a:moveTo>
                    <a:pt x="1961116" y="2057769"/>
                  </a:moveTo>
                  <a:lnTo>
                    <a:pt x="1885409" y="2043316"/>
                  </a:lnTo>
                  <a:lnTo>
                    <a:pt x="1892097" y="2045112"/>
                  </a:lnTo>
                  <a:close/>
                  <a:moveTo>
                    <a:pt x="1940007" y="2042302"/>
                  </a:moveTo>
                  <a:lnTo>
                    <a:pt x="1885409" y="2043316"/>
                  </a:lnTo>
                  <a:lnTo>
                    <a:pt x="1961116" y="2057769"/>
                  </a:lnTo>
                  <a:close/>
                  <a:moveTo>
                    <a:pt x="2010079" y="2025634"/>
                  </a:moveTo>
                  <a:lnTo>
                    <a:pt x="1940007" y="2042302"/>
                  </a:lnTo>
                  <a:lnTo>
                    <a:pt x="1961116" y="2057769"/>
                  </a:lnTo>
                  <a:close/>
                  <a:moveTo>
                    <a:pt x="1974275" y="1924460"/>
                  </a:moveTo>
                  <a:lnTo>
                    <a:pt x="1992491" y="1959878"/>
                  </a:lnTo>
                  <a:lnTo>
                    <a:pt x="1885409" y="2043316"/>
                  </a:lnTo>
                  <a:close/>
                  <a:moveTo>
                    <a:pt x="1882217" y="2041439"/>
                  </a:moveTo>
                  <a:lnTo>
                    <a:pt x="1885409" y="2043316"/>
                  </a:lnTo>
                  <a:lnTo>
                    <a:pt x="1829246" y="2028382"/>
                  </a:lnTo>
                  <a:close/>
                  <a:moveTo>
                    <a:pt x="1970815" y="1842245"/>
                  </a:moveTo>
                  <a:lnTo>
                    <a:pt x="1966031" y="1860945"/>
                  </a:lnTo>
                  <a:lnTo>
                    <a:pt x="1950996" y="1850402"/>
                  </a:lnTo>
                  <a:close/>
                  <a:moveTo>
                    <a:pt x="1607715" y="1686931"/>
                  </a:moveTo>
                  <a:lnTo>
                    <a:pt x="1685005" y="1784780"/>
                  </a:lnTo>
                  <a:lnTo>
                    <a:pt x="1644311" y="1716252"/>
                  </a:lnTo>
                  <a:close/>
                  <a:moveTo>
                    <a:pt x="621939" y="302045"/>
                  </a:moveTo>
                  <a:lnTo>
                    <a:pt x="570891" y="383046"/>
                  </a:lnTo>
                  <a:lnTo>
                    <a:pt x="635410" y="391185"/>
                  </a:lnTo>
                  <a:close/>
                  <a:moveTo>
                    <a:pt x="300828" y="30094"/>
                  </a:moveTo>
                  <a:lnTo>
                    <a:pt x="368825" y="5667"/>
                  </a:lnTo>
                  <a:lnTo>
                    <a:pt x="424868" y="0"/>
                  </a:lnTo>
                  <a:close/>
                  <a:moveTo>
                    <a:pt x="2338321" y="2317843"/>
                  </a:moveTo>
                  <a:lnTo>
                    <a:pt x="2309777" y="2417751"/>
                  </a:lnTo>
                  <a:lnTo>
                    <a:pt x="2332589" y="2395470"/>
                  </a:lnTo>
                  <a:close/>
                  <a:moveTo>
                    <a:pt x="2309849" y="2240898"/>
                  </a:moveTo>
                  <a:lnTo>
                    <a:pt x="2276503" y="2307508"/>
                  </a:lnTo>
                  <a:lnTo>
                    <a:pt x="2338321" y="2317843"/>
                  </a:lnTo>
                  <a:close/>
                  <a:moveTo>
                    <a:pt x="2309849" y="2240898"/>
                  </a:moveTo>
                  <a:lnTo>
                    <a:pt x="2299823" y="2148957"/>
                  </a:lnTo>
                  <a:lnTo>
                    <a:pt x="2209894" y="2215391"/>
                  </a:lnTo>
                  <a:close/>
                  <a:moveTo>
                    <a:pt x="1966031" y="1860945"/>
                  </a:moveTo>
                  <a:lnTo>
                    <a:pt x="1970815" y="1842245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03540" y="1728299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63721" y="1840056"/>
                  </a:lnTo>
                  <a:lnTo>
                    <a:pt x="1970815" y="1842245"/>
                  </a:lnTo>
                  <a:close/>
                  <a:moveTo>
                    <a:pt x="1903540" y="1728299"/>
                  </a:moveTo>
                  <a:lnTo>
                    <a:pt x="1960393" y="1742670"/>
                  </a:lnTo>
                  <a:lnTo>
                    <a:pt x="1907178" y="1704359"/>
                  </a:lnTo>
                  <a:close/>
                  <a:moveTo>
                    <a:pt x="1960393" y="1742670"/>
                  </a:moveTo>
                  <a:lnTo>
                    <a:pt x="1973976" y="1675450"/>
                  </a:lnTo>
                  <a:lnTo>
                    <a:pt x="1907178" y="1704359"/>
                  </a:lnTo>
                  <a:close/>
                  <a:moveTo>
                    <a:pt x="1311386" y="1085285"/>
                  </a:moveTo>
                  <a:lnTo>
                    <a:pt x="1388158" y="1093665"/>
                  </a:lnTo>
                  <a:lnTo>
                    <a:pt x="1430917" y="1038330"/>
                  </a:lnTo>
                  <a:close/>
                  <a:moveTo>
                    <a:pt x="803786" y="414983"/>
                  </a:moveTo>
                  <a:lnTo>
                    <a:pt x="848334" y="526804"/>
                  </a:lnTo>
                  <a:lnTo>
                    <a:pt x="897439" y="437031"/>
                  </a:lnTo>
                  <a:close/>
                  <a:moveTo>
                    <a:pt x="1979704" y="1626879"/>
                  </a:moveTo>
                  <a:lnTo>
                    <a:pt x="1907178" y="1704359"/>
                  </a:lnTo>
                  <a:lnTo>
                    <a:pt x="1973976" y="1675450"/>
                  </a:lnTo>
                  <a:close/>
                  <a:moveTo>
                    <a:pt x="1979704" y="1626879"/>
                  </a:moveTo>
                  <a:lnTo>
                    <a:pt x="1931726" y="1605291"/>
                  </a:lnTo>
                  <a:lnTo>
                    <a:pt x="1907178" y="1704359"/>
                  </a:lnTo>
                  <a:close/>
                  <a:moveTo>
                    <a:pt x="1693939" y="1277055"/>
                  </a:moveTo>
                  <a:lnTo>
                    <a:pt x="1693878" y="1392733"/>
                  </a:lnTo>
                  <a:lnTo>
                    <a:pt x="1706561" y="1310518"/>
                  </a:lnTo>
                  <a:close/>
                  <a:moveTo>
                    <a:pt x="1693939" y="1277055"/>
                  </a:moveTo>
                  <a:lnTo>
                    <a:pt x="1694506" y="1376687"/>
                  </a:lnTo>
                  <a:lnTo>
                    <a:pt x="1693878" y="1392733"/>
                  </a:lnTo>
                  <a:close/>
                  <a:moveTo>
                    <a:pt x="1918538" y="1415829"/>
                  </a:moveTo>
                  <a:lnTo>
                    <a:pt x="1967878" y="1518727"/>
                  </a:lnTo>
                  <a:lnTo>
                    <a:pt x="2020127" y="1417595"/>
                  </a:lnTo>
                  <a:close/>
                  <a:moveTo>
                    <a:pt x="2120758" y="1299977"/>
                  </a:moveTo>
                  <a:lnTo>
                    <a:pt x="2059318" y="1398076"/>
                  </a:lnTo>
                  <a:lnTo>
                    <a:pt x="2086140" y="1385750"/>
                  </a:lnTo>
                  <a:close/>
                  <a:moveTo>
                    <a:pt x="2152973" y="1356967"/>
                  </a:moveTo>
                  <a:lnTo>
                    <a:pt x="2180527" y="1284521"/>
                  </a:lnTo>
                  <a:lnTo>
                    <a:pt x="2120758" y="1299977"/>
                  </a:lnTo>
                  <a:close/>
                  <a:moveTo>
                    <a:pt x="2086140" y="1385750"/>
                  </a:moveTo>
                  <a:lnTo>
                    <a:pt x="2152973" y="1356967"/>
                  </a:lnTo>
                  <a:lnTo>
                    <a:pt x="2120758" y="1299977"/>
                  </a:lnTo>
                  <a:close/>
                  <a:moveTo>
                    <a:pt x="1527033" y="651510"/>
                  </a:moveTo>
                  <a:lnTo>
                    <a:pt x="1514324" y="740355"/>
                  </a:lnTo>
                  <a:lnTo>
                    <a:pt x="1524602" y="679539"/>
                  </a:lnTo>
                  <a:close/>
                  <a:moveTo>
                    <a:pt x="1501488" y="711778"/>
                  </a:moveTo>
                  <a:lnTo>
                    <a:pt x="1514324" y="740355"/>
                  </a:lnTo>
                  <a:lnTo>
                    <a:pt x="1527033" y="651510"/>
                  </a:lnTo>
                  <a:close/>
                  <a:moveTo>
                    <a:pt x="1466803" y="639883"/>
                  </a:moveTo>
                  <a:lnTo>
                    <a:pt x="1501488" y="711778"/>
                  </a:lnTo>
                  <a:lnTo>
                    <a:pt x="1527033" y="651510"/>
                  </a:lnTo>
                  <a:close/>
                  <a:moveTo>
                    <a:pt x="1487503" y="537488"/>
                  </a:moveTo>
                  <a:lnTo>
                    <a:pt x="1513797" y="639143"/>
                  </a:lnTo>
                  <a:lnTo>
                    <a:pt x="1462109" y="575924"/>
                  </a:lnTo>
                  <a:close/>
                  <a:moveTo>
                    <a:pt x="1466803" y="639883"/>
                  </a:moveTo>
                  <a:lnTo>
                    <a:pt x="1513797" y="639143"/>
                  </a:lnTo>
                  <a:lnTo>
                    <a:pt x="1487503" y="53748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37" name="Candidate_density__2056">
              <a:extLst>
                <a:ext uri="{FF2B5EF4-FFF2-40B4-BE49-F238E27FC236}">
                  <a16:creationId xmlns:a16="http://schemas.microsoft.com/office/drawing/2014/main" id="{3A5588E4-824D-FB35-419F-932B3BBD9E79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282479"/>
              <a:ext cx="2196876" cy="3114133"/>
            </a:xfrm>
            <a:custGeom>
              <a:avLst/>
              <a:gdLst/>
              <a:ahLst/>
              <a:cxnLst/>
              <a:rect l="0" t="0" r="0" b="0"/>
              <a:pathLst>
                <a:path w="2196876" h="3114133">
                  <a:moveTo>
                    <a:pt x="0" y="2552406"/>
                  </a:moveTo>
                  <a:lnTo>
                    <a:pt x="98538" y="2603081"/>
                  </a:lnTo>
                  <a:lnTo>
                    <a:pt x="8940" y="2515238"/>
                  </a:lnTo>
                  <a:close/>
                  <a:moveTo>
                    <a:pt x="407815" y="2842829"/>
                  </a:moveTo>
                  <a:lnTo>
                    <a:pt x="514563" y="2907596"/>
                  </a:lnTo>
                  <a:lnTo>
                    <a:pt x="445891" y="2811989"/>
                  </a:lnTo>
                  <a:close/>
                  <a:moveTo>
                    <a:pt x="434193" y="2812251"/>
                  </a:moveTo>
                  <a:lnTo>
                    <a:pt x="407815" y="2842829"/>
                  </a:lnTo>
                  <a:lnTo>
                    <a:pt x="445891" y="2811989"/>
                  </a:lnTo>
                  <a:close/>
                  <a:moveTo>
                    <a:pt x="335598" y="2731723"/>
                  </a:moveTo>
                  <a:lnTo>
                    <a:pt x="435343" y="2804393"/>
                  </a:lnTo>
                  <a:lnTo>
                    <a:pt x="356505" y="2756451"/>
                  </a:lnTo>
                  <a:close/>
                  <a:moveTo>
                    <a:pt x="335598" y="2731723"/>
                  </a:moveTo>
                  <a:lnTo>
                    <a:pt x="434193" y="2812251"/>
                  </a:lnTo>
                  <a:lnTo>
                    <a:pt x="435343" y="2804393"/>
                  </a:lnTo>
                  <a:close/>
                  <a:moveTo>
                    <a:pt x="344811" y="2760614"/>
                  </a:moveTo>
                  <a:lnTo>
                    <a:pt x="434193" y="2812251"/>
                  </a:lnTo>
                  <a:lnTo>
                    <a:pt x="335598" y="2731723"/>
                  </a:lnTo>
                  <a:close/>
                  <a:moveTo>
                    <a:pt x="435343" y="2804393"/>
                  </a:moveTo>
                  <a:lnTo>
                    <a:pt x="434193" y="2812251"/>
                  </a:lnTo>
                  <a:lnTo>
                    <a:pt x="445891" y="2811989"/>
                  </a:lnTo>
                  <a:close/>
                  <a:moveTo>
                    <a:pt x="327225" y="2722178"/>
                  </a:moveTo>
                  <a:lnTo>
                    <a:pt x="335598" y="2731723"/>
                  </a:lnTo>
                  <a:lnTo>
                    <a:pt x="356505" y="2756451"/>
                  </a:lnTo>
                  <a:close/>
                  <a:moveTo>
                    <a:pt x="435343" y="2804393"/>
                  </a:moveTo>
                  <a:lnTo>
                    <a:pt x="445891" y="2811989"/>
                  </a:lnTo>
                  <a:lnTo>
                    <a:pt x="448514" y="2800608"/>
                  </a:lnTo>
                  <a:close/>
                  <a:moveTo>
                    <a:pt x="435343" y="2804393"/>
                  </a:moveTo>
                  <a:lnTo>
                    <a:pt x="448514" y="2800608"/>
                  </a:lnTo>
                  <a:lnTo>
                    <a:pt x="356505" y="2756451"/>
                  </a:lnTo>
                  <a:close/>
                  <a:moveTo>
                    <a:pt x="356505" y="2756451"/>
                  </a:moveTo>
                  <a:lnTo>
                    <a:pt x="448514" y="2800608"/>
                  </a:lnTo>
                  <a:lnTo>
                    <a:pt x="483494" y="2737379"/>
                  </a:lnTo>
                  <a:close/>
                  <a:moveTo>
                    <a:pt x="445891" y="2811989"/>
                  </a:moveTo>
                  <a:lnTo>
                    <a:pt x="553977" y="2765956"/>
                  </a:lnTo>
                  <a:lnTo>
                    <a:pt x="448514" y="2800608"/>
                  </a:lnTo>
                  <a:close/>
                  <a:moveTo>
                    <a:pt x="571535" y="2787893"/>
                  </a:moveTo>
                  <a:lnTo>
                    <a:pt x="553977" y="2765956"/>
                  </a:lnTo>
                  <a:lnTo>
                    <a:pt x="445891" y="2811989"/>
                  </a:lnTo>
                  <a:close/>
                  <a:moveTo>
                    <a:pt x="538094" y="2878066"/>
                  </a:moveTo>
                  <a:lnTo>
                    <a:pt x="571535" y="2787893"/>
                  </a:lnTo>
                  <a:lnTo>
                    <a:pt x="445891" y="2811989"/>
                  </a:lnTo>
                  <a:close/>
                  <a:moveTo>
                    <a:pt x="448514" y="2800608"/>
                  </a:moveTo>
                  <a:lnTo>
                    <a:pt x="553977" y="2765956"/>
                  </a:lnTo>
                  <a:lnTo>
                    <a:pt x="483494" y="2737379"/>
                  </a:lnTo>
                  <a:close/>
                  <a:moveTo>
                    <a:pt x="579795" y="2804393"/>
                  </a:moveTo>
                  <a:lnTo>
                    <a:pt x="572260" y="2765956"/>
                  </a:lnTo>
                  <a:lnTo>
                    <a:pt x="571535" y="2787893"/>
                  </a:lnTo>
                  <a:close/>
                  <a:moveTo>
                    <a:pt x="262430" y="2475533"/>
                  </a:moveTo>
                  <a:lnTo>
                    <a:pt x="190177" y="2413234"/>
                  </a:lnTo>
                  <a:lnTo>
                    <a:pt x="280124" y="2437096"/>
                  </a:lnTo>
                  <a:close/>
                  <a:moveTo>
                    <a:pt x="825686" y="2976028"/>
                  </a:moveTo>
                  <a:lnTo>
                    <a:pt x="796663" y="3072294"/>
                  </a:lnTo>
                  <a:lnTo>
                    <a:pt x="887488" y="3086468"/>
                  </a:lnTo>
                  <a:close/>
                  <a:moveTo>
                    <a:pt x="894321" y="2980820"/>
                  </a:moveTo>
                  <a:lnTo>
                    <a:pt x="825686" y="2976028"/>
                  </a:lnTo>
                  <a:lnTo>
                    <a:pt x="887488" y="3086468"/>
                  </a:lnTo>
                  <a:close/>
                  <a:moveTo>
                    <a:pt x="965353" y="3083756"/>
                  </a:moveTo>
                  <a:lnTo>
                    <a:pt x="880871" y="3108476"/>
                  </a:lnTo>
                  <a:lnTo>
                    <a:pt x="956915" y="3114133"/>
                  </a:lnTo>
                  <a:close/>
                  <a:moveTo>
                    <a:pt x="965353" y="3083756"/>
                  </a:moveTo>
                  <a:lnTo>
                    <a:pt x="887488" y="3086468"/>
                  </a:lnTo>
                  <a:lnTo>
                    <a:pt x="880871" y="3108476"/>
                  </a:lnTo>
                  <a:close/>
                  <a:moveTo>
                    <a:pt x="887488" y="3086468"/>
                  </a:moveTo>
                  <a:lnTo>
                    <a:pt x="965353" y="3083756"/>
                  </a:lnTo>
                  <a:lnTo>
                    <a:pt x="962127" y="2986287"/>
                  </a:lnTo>
                  <a:close/>
                  <a:moveTo>
                    <a:pt x="894321" y="2980820"/>
                  </a:moveTo>
                  <a:lnTo>
                    <a:pt x="836467" y="2942456"/>
                  </a:lnTo>
                  <a:lnTo>
                    <a:pt x="775915" y="2916398"/>
                  </a:lnTo>
                  <a:close/>
                  <a:moveTo>
                    <a:pt x="825686" y="2976028"/>
                  </a:moveTo>
                  <a:lnTo>
                    <a:pt x="894321" y="2980820"/>
                  </a:lnTo>
                  <a:lnTo>
                    <a:pt x="775915" y="2916398"/>
                  </a:lnTo>
                  <a:close/>
                  <a:moveTo>
                    <a:pt x="553977" y="2765956"/>
                  </a:moveTo>
                  <a:lnTo>
                    <a:pt x="571535" y="2787893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483494" y="2737379"/>
                  </a:lnTo>
                  <a:lnTo>
                    <a:pt x="553977" y="2765956"/>
                  </a:lnTo>
                  <a:close/>
                  <a:moveTo>
                    <a:pt x="544056" y="2683434"/>
                  </a:moveTo>
                  <a:lnTo>
                    <a:pt x="502563" y="2656576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571535" y="2787893"/>
                  </a:lnTo>
                  <a:lnTo>
                    <a:pt x="572260" y="2765956"/>
                  </a:lnTo>
                  <a:close/>
                  <a:moveTo>
                    <a:pt x="544056" y="2683434"/>
                  </a:moveTo>
                  <a:lnTo>
                    <a:pt x="570501" y="2762027"/>
                  </a:lnTo>
                  <a:lnTo>
                    <a:pt x="572260" y="2765956"/>
                  </a:lnTo>
                  <a:close/>
                  <a:moveTo>
                    <a:pt x="477546" y="2398660"/>
                  </a:moveTo>
                  <a:lnTo>
                    <a:pt x="510844" y="2410159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35862" y="2480875"/>
                  </a:lnTo>
                  <a:lnTo>
                    <a:pt x="664876" y="2427820"/>
                  </a:lnTo>
                  <a:close/>
                  <a:moveTo>
                    <a:pt x="477546" y="2398660"/>
                  </a:moveTo>
                  <a:lnTo>
                    <a:pt x="528148" y="2410475"/>
                  </a:lnTo>
                  <a:lnTo>
                    <a:pt x="542132" y="2384722"/>
                  </a:lnTo>
                  <a:close/>
                  <a:moveTo>
                    <a:pt x="449061" y="2393437"/>
                  </a:moveTo>
                  <a:lnTo>
                    <a:pt x="542132" y="2384722"/>
                  </a:lnTo>
                  <a:lnTo>
                    <a:pt x="562742" y="2324613"/>
                  </a:lnTo>
                  <a:close/>
                  <a:moveTo>
                    <a:pt x="664876" y="2427820"/>
                  </a:moveTo>
                  <a:lnTo>
                    <a:pt x="597303" y="2360223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64876" y="2427820"/>
                  </a:lnTo>
                  <a:lnTo>
                    <a:pt x="528148" y="2410475"/>
                  </a:lnTo>
                  <a:close/>
                  <a:moveTo>
                    <a:pt x="683591" y="2282589"/>
                  </a:moveTo>
                  <a:lnTo>
                    <a:pt x="667222" y="2343618"/>
                  </a:lnTo>
                  <a:lnTo>
                    <a:pt x="761492" y="2295192"/>
                  </a:lnTo>
                  <a:close/>
                  <a:moveTo>
                    <a:pt x="567410" y="2264078"/>
                  </a:moveTo>
                  <a:lnTo>
                    <a:pt x="493103" y="2342900"/>
                  </a:lnTo>
                  <a:lnTo>
                    <a:pt x="562742" y="2324613"/>
                  </a:lnTo>
                  <a:close/>
                  <a:moveTo>
                    <a:pt x="630846" y="2239572"/>
                  </a:moveTo>
                  <a:lnTo>
                    <a:pt x="535733" y="2223631"/>
                  </a:lnTo>
                  <a:lnTo>
                    <a:pt x="567410" y="2264078"/>
                  </a:lnTo>
                  <a:close/>
                  <a:moveTo>
                    <a:pt x="824808" y="2176003"/>
                  </a:moveTo>
                  <a:lnTo>
                    <a:pt x="884330" y="2188205"/>
                  </a:lnTo>
                  <a:lnTo>
                    <a:pt x="812507" y="2085912"/>
                  </a:lnTo>
                  <a:close/>
                  <a:moveTo>
                    <a:pt x="979561" y="2171376"/>
                  </a:moveTo>
                  <a:lnTo>
                    <a:pt x="976182" y="2162699"/>
                  </a:lnTo>
                  <a:lnTo>
                    <a:pt x="895082" y="2085594"/>
                  </a:lnTo>
                  <a:close/>
                  <a:moveTo>
                    <a:pt x="862246" y="2106067"/>
                  </a:moveTo>
                  <a:lnTo>
                    <a:pt x="979561" y="2171376"/>
                  </a:lnTo>
                  <a:lnTo>
                    <a:pt x="895082" y="2085594"/>
                  </a:lnTo>
                  <a:close/>
                  <a:moveTo>
                    <a:pt x="812507" y="2085912"/>
                  </a:moveTo>
                  <a:lnTo>
                    <a:pt x="759627" y="2073013"/>
                  </a:lnTo>
                  <a:lnTo>
                    <a:pt x="799997" y="2080484"/>
                  </a:lnTo>
                  <a:close/>
                  <a:moveTo>
                    <a:pt x="653811" y="1954152"/>
                  </a:moveTo>
                  <a:lnTo>
                    <a:pt x="653903" y="1954490"/>
                  </a:lnTo>
                  <a:lnTo>
                    <a:pt x="678445" y="1834033"/>
                  </a:lnTo>
                  <a:close/>
                  <a:moveTo>
                    <a:pt x="797164" y="1916054"/>
                  </a:moveTo>
                  <a:lnTo>
                    <a:pt x="766333" y="1882885"/>
                  </a:lnTo>
                  <a:lnTo>
                    <a:pt x="814159" y="1944976"/>
                  </a:lnTo>
                  <a:close/>
                  <a:moveTo>
                    <a:pt x="863360" y="1998269"/>
                  </a:moveTo>
                  <a:lnTo>
                    <a:pt x="797164" y="1916054"/>
                  </a:lnTo>
                  <a:lnTo>
                    <a:pt x="814159" y="1944976"/>
                  </a:lnTo>
                  <a:close/>
                  <a:moveTo>
                    <a:pt x="423205" y="1587193"/>
                  </a:moveTo>
                  <a:lnTo>
                    <a:pt x="446830" y="1600872"/>
                  </a:lnTo>
                  <a:lnTo>
                    <a:pt x="471714" y="1617325"/>
                  </a:lnTo>
                  <a:close/>
                  <a:moveTo>
                    <a:pt x="1574860" y="2791107"/>
                  </a:moveTo>
                  <a:lnTo>
                    <a:pt x="1578286" y="2820420"/>
                  </a:lnTo>
                  <a:lnTo>
                    <a:pt x="1527384" y="2777722"/>
                  </a:lnTo>
                  <a:close/>
                  <a:moveTo>
                    <a:pt x="1629199" y="2707429"/>
                  </a:moveTo>
                  <a:lnTo>
                    <a:pt x="1643778" y="2719041"/>
                  </a:lnTo>
                  <a:lnTo>
                    <a:pt x="1630567" y="2699768"/>
                  </a:lnTo>
                  <a:close/>
                  <a:moveTo>
                    <a:pt x="994855" y="2042047"/>
                  </a:moveTo>
                  <a:lnTo>
                    <a:pt x="976182" y="2162699"/>
                  </a:lnTo>
                  <a:lnTo>
                    <a:pt x="1035620" y="2117187"/>
                  </a:lnTo>
                  <a:close/>
                  <a:moveTo>
                    <a:pt x="1035620" y="2117187"/>
                  </a:moveTo>
                  <a:lnTo>
                    <a:pt x="1080748" y="2049613"/>
                  </a:lnTo>
                  <a:lnTo>
                    <a:pt x="1043260" y="2042047"/>
                  </a:lnTo>
                  <a:close/>
                  <a:moveTo>
                    <a:pt x="1035620" y="2117187"/>
                  </a:moveTo>
                  <a:lnTo>
                    <a:pt x="1061463" y="2150352"/>
                  </a:lnTo>
                  <a:lnTo>
                    <a:pt x="1080748" y="2049613"/>
                  </a:lnTo>
                  <a:close/>
                  <a:moveTo>
                    <a:pt x="1030447" y="2130007"/>
                  </a:moveTo>
                  <a:lnTo>
                    <a:pt x="1061463" y="2150352"/>
                  </a:lnTo>
                  <a:lnTo>
                    <a:pt x="1035620" y="2117187"/>
                  </a:lnTo>
                  <a:close/>
                  <a:moveTo>
                    <a:pt x="1043260" y="2042047"/>
                  </a:moveTo>
                  <a:lnTo>
                    <a:pt x="1080748" y="2049613"/>
                  </a:lnTo>
                  <a:lnTo>
                    <a:pt x="1077593" y="1995460"/>
                  </a:lnTo>
                  <a:close/>
                  <a:moveTo>
                    <a:pt x="1630567" y="2699768"/>
                  </a:moveTo>
                  <a:lnTo>
                    <a:pt x="1643778" y="2719041"/>
                  </a:lnTo>
                  <a:lnTo>
                    <a:pt x="1641817" y="2697171"/>
                  </a:lnTo>
                  <a:close/>
                  <a:moveTo>
                    <a:pt x="1641817" y="2697171"/>
                  </a:moveTo>
                  <a:lnTo>
                    <a:pt x="1737039" y="2680350"/>
                  </a:lnTo>
                  <a:lnTo>
                    <a:pt x="1676801" y="2627305"/>
                  </a:lnTo>
                  <a:close/>
                  <a:moveTo>
                    <a:pt x="1737039" y="2680350"/>
                  </a:moveTo>
                  <a:lnTo>
                    <a:pt x="1757446" y="2650167"/>
                  </a:lnTo>
                  <a:lnTo>
                    <a:pt x="1676801" y="2627305"/>
                  </a:lnTo>
                  <a:close/>
                  <a:moveTo>
                    <a:pt x="1081780" y="1948681"/>
                  </a:moveTo>
                  <a:lnTo>
                    <a:pt x="1043260" y="2042047"/>
                  </a:lnTo>
                  <a:lnTo>
                    <a:pt x="1077593" y="1995460"/>
                  </a:lnTo>
                  <a:close/>
                  <a:moveTo>
                    <a:pt x="1081780" y="1948681"/>
                  </a:moveTo>
                  <a:lnTo>
                    <a:pt x="1057416" y="1920020"/>
                  </a:lnTo>
                  <a:lnTo>
                    <a:pt x="991499" y="1861394"/>
                  </a:lnTo>
                  <a:close/>
                  <a:moveTo>
                    <a:pt x="1435205" y="2332471"/>
                  </a:moveTo>
                  <a:lnTo>
                    <a:pt x="1376921" y="2250256"/>
                  </a:lnTo>
                  <a:lnTo>
                    <a:pt x="1400985" y="2271319"/>
                  </a:lnTo>
                  <a:close/>
                  <a:moveTo>
                    <a:pt x="1757446" y="2650167"/>
                  </a:moveTo>
                  <a:lnTo>
                    <a:pt x="1857847" y="2642727"/>
                  </a:lnTo>
                  <a:lnTo>
                    <a:pt x="1830957" y="2540680"/>
                  </a:lnTo>
                  <a:close/>
                  <a:moveTo>
                    <a:pt x="1719489" y="2394341"/>
                  </a:moveTo>
                  <a:lnTo>
                    <a:pt x="1667995" y="2379180"/>
                  </a:lnTo>
                  <a:lnTo>
                    <a:pt x="1672064" y="2472397"/>
                  </a:lnTo>
                  <a:close/>
                  <a:moveTo>
                    <a:pt x="1666423" y="2373303"/>
                  </a:moveTo>
                  <a:lnTo>
                    <a:pt x="1669884" y="2376250"/>
                  </a:lnTo>
                  <a:lnTo>
                    <a:pt x="1630055" y="2306365"/>
                  </a:lnTo>
                  <a:close/>
                  <a:moveTo>
                    <a:pt x="1666423" y="2373303"/>
                  </a:moveTo>
                  <a:lnTo>
                    <a:pt x="1630055" y="2306365"/>
                  </a:lnTo>
                  <a:lnTo>
                    <a:pt x="1618112" y="2294035"/>
                  </a:lnTo>
                  <a:close/>
                  <a:moveTo>
                    <a:pt x="1376921" y="2250256"/>
                  </a:moveTo>
                  <a:lnTo>
                    <a:pt x="1384789" y="2223894"/>
                  </a:lnTo>
                  <a:lnTo>
                    <a:pt x="1332754" y="2166104"/>
                  </a:lnTo>
                  <a:close/>
                  <a:moveTo>
                    <a:pt x="1112453" y="1839180"/>
                  </a:moveTo>
                  <a:lnTo>
                    <a:pt x="1187896" y="1914001"/>
                  </a:lnTo>
                  <a:lnTo>
                    <a:pt x="1192980" y="1818778"/>
                  </a:lnTo>
                  <a:close/>
                  <a:moveTo>
                    <a:pt x="1192980" y="1818778"/>
                  </a:moveTo>
                  <a:lnTo>
                    <a:pt x="1284169" y="1805235"/>
                  </a:lnTo>
                  <a:lnTo>
                    <a:pt x="1209595" y="1779929"/>
                  </a:lnTo>
                  <a:close/>
                  <a:moveTo>
                    <a:pt x="1284169" y="1805235"/>
                  </a:moveTo>
                  <a:lnTo>
                    <a:pt x="1286548" y="1788988"/>
                  </a:lnTo>
                  <a:lnTo>
                    <a:pt x="1209595" y="1779929"/>
                  </a:lnTo>
                  <a:close/>
                  <a:moveTo>
                    <a:pt x="1666423" y="2373303"/>
                  </a:moveTo>
                  <a:lnTo>
                    <a:pt x="1618112" y="2294035"/>
                  </a:lnTo>
                  <a:lnTo>
                    <a:pt x="1709994" y="2321003"/>
                  </a:lnTo>
                  <a:close/>
                  <a:moveTo>
                    <a:pt x="1709994" y="2321003"/>
                  </a:moveTo>
                  <a:lnTo>
                    <a:pt x="1618112" y="2294035"/>
                  </a:lnTo>
                  <a:lnTo>
                    <a:pt x="1599971" y="2370323"/>
                  </a:lnTo>
                  <a:close/>
                  <a:moveTo>
                    <a:pt x="1778732" y="2446270"/>
                  </a:moveTo>
                  <a:lnTo>
                    <a:pt x="1669884" y="2376250"/>
                  </a:lnTo>
                  <a:lnTo>
                    <a:pt x="1768979" y="2354107"/>
                  </a:lnTo>
                  <a:close/>
                  <a:moveTo>
                    <a:pt x="1667995" y="2379180"/>
                  </a:moveTo>
                  <a:lnTo>
                    <a:pt x="1669884" y="2376250"/>
                  </a:lnTo>
                  <a:lnTo>
                    <a:pt x="1720338" y="2359678"/>
                  </a:lnTo>
                  <a:close/>
                  <a:moveTo>
                    <a:pt x="928197" y="1351804"/>
                  </a:moveTo>
                  <a:lnTo>
                    <a:pt x="845718" y="1307453"/>
                  </a:lnTo>
                  <a:lnTo>
                    <a:pt x="842043" y="1305141"/>
                  </a:lnTo>
                  <a:close/>
                  <a:moveTo>
                    <a:pt x="2196876" y="2532885"/>
                  </a:moveTo>
                  <a:lnTo>
                    <a:pt x="2133501" y="2463807"/>
                  </a:lnTo>
                  <a:lnTo>
                    <a:pt x="2063854" y="2529399"/>
                  </a:lnTo>
                  <a:close/>
                  <a:moveTo>
                    <a:pt x="2027540" y="2457079"/>
                  </a:moveTo>
                  <a:lnTo>
                    <a:pt x="2034606" y="2463807"/>
                  </a:lnTo>
                  <a:lnTo>
                    <a:pt x="1990593" y="2395215"/>
                  </a:lnTo>
                  <a:close/>
                  <a:moveTo>
                    <a:pt x="2034606" y="2463807"/>
                  </a:moveTo>
                  <a:lnTo>
                    <a:pt x="2070795" y="2490695"/>
                  </a:lnTo>
                  <a:lnTo>
                    <a:pt x="1990593" y="2395215"/>
                  </a:lnTo>
                  <a:close/>
                  <a:moveTo>
                    <a:pt x="2027540" y="2457079"/>
                  </a:moveTo>
                  <a:lnTo>
                    <a:pt x="1990593" y="2395215"/>
                  </a:lnTo>
                  <a:lnTo>
                    <a:pt x="1972583" y="2381592"/>
                  </a:lnTo>
                  <a:close/>
                  <a:moveTo>
                    <a:pt x="1629638" y="2020570"/>
                  </a:moveTo>
                  <a:lnTo>
                    <a:pt x="1747542" y="2071258"/>
                  </a:lnTo>
                  <a:lnTo>
                    <a:pt x="1764823" y="2032142"/>
                  </a:lnTo>
                  <a:close/>
                  <a:moveTo>
                    <a:pt x="1629638" y="2020570"/>
                  </a:moveTo>
                  <a:lnTo>
                    <a:pt x="1764823" y="2032142"/>
                  </a:lnTo>
                  <a:lnTo>
                    <a:pt x="1679938" y="1993429"/>
                  </a:lnTo>
                  <a:close/>
                  <a:moveTo>
                    <a:pt x="1544386" y="1926738"/>
                  </a:moveTo>
                  <a:lnTo>
                    <a:pt x="1608317" y="2008953"/>
                  </a:lnTo>
                  <a:lnTo>
                    <a:pt x="1642029" y="1970516"/>
                  </a:lnTo>
                  <a:close/>
                  <a:moveTo>
                    <a:pt x="113795" y="200220"/>
                  </a:moveTo>
                  <a:lnTo>
                    <a:pt x="113693" y="188547"/>
                  </a:lnTo>
                  <a:lnTo>
                    <a:pt x="85777" y="111150"/>
                  </a:lnTo>
                  <a:close/>
                  <a:moveTo>
                    <a:pt x="1799415" y="2052731"/>
                  </a:moveTo>
                  <a:lnTo>
                    <a:pt x="1889217" y="2016671"/>
                  </a:lnTo>
                  <a:lnTo>
                    <a:pt x="1764823" y="2032142"/>
                  </a:lnTo>
                  <a:close/>
                  <a:moveTo>
                    <a:pt x="1764823" y="2032142"/>
                  </a:moveTo>
                  <a:lnTo>
                    <a:pt x="1889217" y="2016671"/>
                  </a:lnTo>
                  <a:lnTo>
                    <a:pt x="1891157" y="2010622"/>
                  </a:lnTo>
                  <a:close/>
                  <a:moveTo>
                    <a:pt x="1765513" y="1849865"/>
                  </a:moveTo>
                  <a:lnTo>
                    <a:pt x="1770916" y="1852070"/>
                  </a:lnTo>
                  <a:lnTo>
                    <a:pt x="1767450" y="1826763"/>
                  </a:lnTo>
                  <a:close/>
                  <a:moveTo>
                    <a:pt x="1776367" y="1860100"/>
                  </a:moveTo>
                  <a:lnTo>
                    <a:pt x="1770916" y="1852070"/>
                  </a:lnTo>
                  <a:lnTo>
                    <a:pt x="1765513" y="1849865"/>
                  </a:lnTo>
                  <a:close/>
                  <a:moveTo>
                    <a:pt x="259082" y="130940"/>
                  </a:moveTo>
                  <a:lnTo>
                    <a:pt x="322408" y="140049"/>
                  </a:lnTo>
                  <a:lnTo>
                    <a:pt x="315559" y="45525"/>
                  </a:lnTo>
                  <a:close/>
                  <a:moveTo>
                    <a:pt x="259082" y="130940"/>
                  </a:moveTo>
                  <a:lnTo>
                    <a:pt x="315559" y="45525"/>
                  </a:lnTo>
                  <a:lnTo>
                    <a:pt x="238005" y="47983"/>
                  </a:lnTo>
                  <a:close/>
                  <a:moveTo>
                    <a:pt x="238005" y="47983"/>
                  </a:moveTo>
                  <a:lnTo>
                    <a:pt x="315559" y="45525"/>
                  </a:lnTo>
                  <a:lnTo>
                    <a:pt x="235430" y="0"/>
                  </a:lnTo>
                  <a:close/>
                  <a:moveTo>
                    <a:pt x="2124672" y="2343155"/>
                  </a:moveTo>
                  <a:lnTo>
                    <a:pt x="2066693" y="2293846"/>
                  </a:lnTo>
                  <a:lnTo>
                    <a:pt x="2126256" y="2345515"/>
                  </a:lnTo>
                  <a:close/>
                  <a:moveTo>
                    <a:pt x="2124672" y="2343155"/>
                  </a:moveTo>
                  <a:lnTo>
                    <a:pt x="2083746" y="2260940"/>
                  </a:lnTo>
                  <a:lnTo>
                    <a:pt x="2066693" y="2293846"/>
                  </a:lnTo>
                  <a:close/>
                  <a:moveTo>
                    <a:pt x="1970055" y="2026952"/>
                  </a:moveTo>
                  <a:lnTo>
                    <a:pt x="2057075" y="2073648"/>
                  </a:lnTo>
                  <a:lnTo>
                    <a:pt x="2102994" y="2030130"/>
                  </a:lnTo>
                  <a:close/>
                  <a:moveTo>
                    <a:pt x="2019019" y="1994817"/>
                  </a:moveTo>
                  <a:lnTo>
                    <a:pt x="1970055" y="2026952"/>
                  </a:lnTo>
                  <a:lnTo>
                    <a:pt x="2102994" y="2030130"/>
                  </a:lnTo>
                  <a:close/>
                  <a:moveTo>
                    <a:pt x="1776367" y="1860100"/>
                  </a:moveTo>
                  <a:lnTo>
                    <a:pt x="1765513" y="1849865"/>
                  </a:lnTo>
                  <a:lnTo>
                    <a:pt x="1785946" y="1811429"/>
                  </a:lnTo>
                  <a:close/>
                  <a:moveTo>
                    <a:pt x="1974971" y="1830128"/>
                  </a:moveTo>
                  <a:lnTo>
                    <a:pt x="1950513" y="1811429"/>
                  </a:lnTo>
                  <a:lnTo>
                    <a:pt x="1959936" y="1819585"/>
                  </a:lnTo>
                  <a:close/>
                  <a:moveTo>
                    <a:pt x="1785946" y="1811429"/>
                  </a:moveTo>
                  <a:lnTo>
                    <a:pt x="1767450" y="1826763"/>
                  </a:lnTo>
                  <a:lnTo>
                    <a:pt x="1693944" y="1753963"/>
                  </a:lnTo>
                  <a:close/>
                  <a:moveTo>
                    <a:pt x="1765513" y="1849865"/>
                  </a:moveTo>
                  <a:lnTo>
                    <a:pt x="1767450" y="1826763"/>
                  </a:lnTo>
                  <a:lnTo>
                    <a:pt x="1785946" y="1811429"/>
                  </a:lnTo>
                  <a:close/>
                  <a:moveTo>
                    <a:pt x="1300640" y="1153707"/>
                  </a:moveTo>
                  <a:lnTo>
                    <a:pt x="1232725" y="1185913"/>
                  </a:lnTo>
                  <a:lnTo>
                    <a:pt x="1267016" y="1274359"/>
                  </a:lnTo>
                  <a:close/>
                  <a:moveTo>
                    <a:pt x="1375908" y="1262281"/>
                  </a:moveTo>
                  <a:lnTo>
                    <a:pt x="1329259" y="1303071"/>
                  </a:lnTo>
                  <a:lnTo>
                    <a:pt x="1456129" y="1283554"/>
                  </a:lnTo>
                  <a:close/>
                  <a:moveTo>
                    <a:pt x="1220502" y="1175101"/>
                  </a:moveTo>
                  <a:lnTo>
                    <a:pt x="1232725" y="1185913"/>
                  </a:lnTo>
                  <a:lnTo>
                    <a:pt x="1329616" y="1089201"/>
                  </a:lnTo>
                  <a:close/>
                  <a:moveTo>
                    <a:pt x="1157346" y="1002429"/>
                  </a:moveTo>
                  <a:lnTo>
                    <a:pt x="1127423" y="1105754"/>
                  </a:lnTo>
                  <a:lnTo>
                    <a:pt x="1241081" y="1036840"/>
                  </a:lnTo>
                  <a:close/>
                  <a:moveTo>
                    <a:pt x="1241081" y="1036840"/>
                  </a:moveTo>
                  <a:lnTo>
                    <a:pt x="1196982" y="1087163"/>
                  </a:lnTo>
                  <a:lnTo>
                    <a:pt x="1320326" y="1054468"/>
                  </a:lnTo>
                  <a:close/>
                  <a:moveTo>
                    <a:pt x="1764975" y="1646998"/>
                  </a:moveTo>
                  <a:lnTo>
                    <a:pt x="1710105" y="1564783"/>
                  </a:lnTo>
                  <a:lnTo>
                    <a:pt x="1726053" y="1588267"/>
                  </a:lnTo>
                  <a:close/>
                  <a:moveTo>
                    <a:pt x="2102994" y="2030130"/>
                  </a:moveTo>
                  <a:lnTo>
                    <a:pt x="2115346" y="1954016"/>
                  </a:lnTo>
                  <a:lnTo>
                    <a:pt x="2019019" y="1994817"/>
                  </a:lnTo>
                  <a:close/>
                  <a:moveTo>
                    <a:pt x="2019019" y="1994817"/>
                  </a:moveTo>
                  <a:lnTo>
                    <a:pt x="2115346" y="1954016"/>
                  </a:lnTo>
                  <a:lnTo>
                    <a:pt x="2032370" y="1960882"/>
                  </a:lnTo>
                  <a:close/>
                  <a:moveTo>
                    <a:pt x="2032370" y="1960882"/>
                  </a:moveTo>
                  <a:lnTo>
                    <a:pt x="2046287" y="1893644"/>
                  </a:lnTo>
                  <a:lnTo>
                    <a:pt x="2001431" y="1929061"/>
                  </a:lnTo>
                  <a:close/>
                  <a:moveTo>
                    <a:pt x="1954466" y="1863532"/>
                  </a:moveTo>
                  <a:lnTo>
                    <a:pt x="1983215" y="1893644"/>
                  </a:lnTo>
                  <a:lnTo>
                    <a:pt x="1897632" y="1819627"/>
                  </a:lnTo>
                  <a:close/>
                  <a:moveTo>
                    <a:pt x="1950513" y="1811429"/>
                  </a:moveTo>
                  <a:lnTo>
                    <a:pt x="1974971" y="1830128"/>
                  </a:lnTo>
                  <a:lnTo>
                    <a:pt x="1972661" y="1809240"/>
                  </a:lnTo>
                  <a:close/>
                  <a:moveTo>
                    <a:pt x="1785078" y="1677464"/>
                  </a:moveTo>
                  <a:lnTo>
                    <a:pt x="1912480" y="1697482"/>
                  </a:lnTo>
                  <a:lnTo>
                    <a:pt x="1916118" y="1673542"/>
                  </a:lnTo>
                  <a:close/>
                  <a:moveTo>
                    <a:pt x="1370576" y="1134435"/>
                  </a:moveTo>
                  <a:lnTo>
                    <a:pt x="1403479" y="1086706"/>
                  </a:lnTo>
                  <a:lnTo>
                    <a:pt x="1329616" y="1089201"/>
                  </a:lnTo>
                  <a:close/>
                  <a:moveTo>
                    <a:pt x="1192327" y="786410"/>
                  </a:moveTo>
                  <a:lnTo>
                    <a:pt x="1195960" y="868626"/>
                  </a:lnTo>
                  <a:lnTo>
                    <a:pt x="1159151" y="824848"/>
                  </a:lnTo>
                  <a:close/>
                  <a:moveTo>
                    <a:pt x="667852" y="128690"/>
                  </a:moveTo>
                  <a:lnTo>
                    <a:pt x="651454" y="225613"/>
                  </a:lnTo>
                  <a:lnTo>
                    <a:pt x="678601" y="132339"/>
                  </a:lnTo>
                  <a:close/>
                  <a:moveTo>
                    <a:pt x="720941" y="128690"/>
                  </a:moveTo>
                  <a:lnTo>
                    <a:pt x="678601" y="132339"/>
                  </a:lnTo>
                  <a:lnTo>
                    <a:pt x="651454" y="225613"/>
                  </a:lnTo>
                  <a:close/>
                  <a:moveTo>
                    <a:pt x="597668" y="87971"/>
                  </a:moveTo>
                  <a:lnTo>
                    <a:pt x="667852" y="128690"/>
                  </a:lnTo>
                  <a:lnTo>
                    <a:pt x="548300" y="77587"/>
                  </a:lnTo>
                  <a:close/>
                  <a:moveTo>
                    <a:pt x="1439857" y="1007514"/>
                  </a:moveTo>
                  <a:lnTo>
                    <a:pt x="1485731" y="963826"/>
                  </a:lnTo>
                  <a:lnTo>
                    <a:pt x="1351489" y="955777"/>
                  </a:lnTo>
                  <a:close/>
                  <a:moveTo>
                    <a:pt x="1261476" y="682688"/>
                  </a:moveTo>
                  <a:lnTo>
                    <a:pt x="1339977" y="758942"/>
                  </a:lnTo>
                  <a:lnTo>
                    <a:pt x="1351312" y="739915"/>
                  </a:lnTo>
                  <a:close/>
                  <a:moveTo>
                    <a:pt x="1339977" y="758942"/>
                  </a:moveTo>
                  <a:lnTo>
                    <a:pt x="1380434" y="747974"/>
                  </a:lnTo>
                  <a:lnTo>
                    <a:pt x="1351312" y="739915"/>
                  </a:lnTo>
                  <a:close/>
                  <a:moveTo>
                    <a:pt x="910593" y="365194"/>
                  </a:moveTo>
                  <a:lnTo>
                    <a:pt x="906379" y="406214"/>
                  </a:lnTo>
                  <a:lnTo>
                    <a:pt x="914381" y="375335"/>
                  </a:lnTo>
                  <a:close/>
                  <a:moveTo>
                    <a:pt x="910593" y="365194"/>
                  </a:moveTo>
                  <a:lnTo>
                    <a:pt x="914381" y="375335"/>
                  </a:lnTo>
                  <a:lnTo>
                    <a:pt x="884781" y="325464"/>
                  </a:lnTo>
                  <a:close/>
                  <a:moveTo>
                    <a:pt x="1553369" y="906827"/>
                  </a:moveTo>
                  <a:lnTo>
                    <a:pt x="1529734" y="825949"/>
                  </a:lnTo>
                  <a:lnTo>
                    <a:pt x="1504806" y="885715"/>
                  </a:lnTo>
                  <a:close/>
                  <a:moveTo>
                    <a:pt x="1484613" y="744446"/>
                  </a:moveTo>
                  <a:lnTo>
                    <a:pt x="1479421" y="830189"/>
                  </a:lnTo>
                  <a:lnTo>
                    <a:pt x="1513526" y="739034"/>
                  </a:lnTo>
                  <a:close/>
                  <a:moveTo>
                    <a:pt x="1513526" y="739034"/>
                  </a:moveTo>
                  <a:lnTo>
                    <a:pt x="1479421" y="830189"/>
                  </a:lnTo>
                  <a:lnTo>
                    <a:pt x="1529734" y="825949"/>
                  </a:lnTo>
                  <a:close/>
                  <a:moveTo>
                    <a:pt x="1535973" y="620693"/>
                  </a:moveTo>
                  <a:lnTo>
                    <a:pt x="1522737" y="608326"/>
                  </a:lnTo>
                  <a:lnTo>
                    <a:pt x="1475743" y="609067"/>
                  </a:lnTo>
                  <a:close/>
                  <a:moveTo>
                    <a:pt x="1535973" y="620693"/>
                  </a:moveTo>
                  <a:lnTo>
                    <a:pt x="1533542" y="648723"/>
                  </a:lnTo>
                  <a:lnTo>
                    <a:pt x="1549332" y="627323"/>
                  </a:lnTo>
                  <a:close/>
                  <a:moveTo>
                    <a:pt x="1535973" y="620693"/>
                  </a:moveTo>
                  <a:lnTo>
                    <a:pt x="1549332" y="627323"/>
                  </a:lnTo>
                  <a:lnTo>
                    <a:pt x="1522737" y="60832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38" name="Candidate_density__2057">
              <a:extLst>
                <a:ext uri="{FF2B5EF4-FFF2-40B4-BE49-F238E27FC236}">
                  <a16:creationId xmlns:a16="http://schemas.microsoft.com/office/drawing/2014/main" id="{DE5BE5B3-1C90-CA21-AFAB-C2D7D1269849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316537"/>
              <a:ext cx="2189467" cy="2786361"/>
            </a:xfrm>
            <a:custGeom>
              <a:avLst/>
              <a:gdLst/>
              <a:ahLst/>
              <a:cxnLst/>
              <a:rect l="0" t="0" r="0" b="0"/>
              <a:pathLst>
                <a:path w="2189467" h="2786361">
                  <a:moveTo>
                    <a:pt x="8940" y="2481179"/>
                  </a:moveTo>
                  <a:lnTo>
                    <a:pt x="9882" y="2477599"/>
                  </a:lnTo>
                  <a:lnTo>
                    <a:pt x="0" y="2518347"/>
                  </a:lnTo>
                  <a:close/>
                  <a:moveTo>
                    <a:pt x="0" y="2518347"/>
                  </a:moveTo>
                  <a:lnTo>
                    <a:pt x="9882" y="2477599"/>
                  </a:lnTo>
                  <a:lnTo>
                    <a:pt x="59232" y="2397696"/>
                  </a:lnTo>
                  <a:close/>
                  <a:moveTo>
                    <a:pt x="9582" y="2479911"/>
                  </a:moveTo>
                  <a:lnTo>
                    <a:pt x="8940" y="2481179"/>
                  </a:lnTo>
                  <a:lnTo>
                    <a:pt x="12688" y="2488093"/>
                  </a:lnTo>
                  <a:close/>
                  <a:moveTo>
                    <a:pt x="9882" y="2477599"/>
                  </a:moveTo>
                  <a:lnTo>
                    <a:pt x="8940" y="2481179"/>
                  </a:lnTo>
                  <a:lnTo>
                    <a:pt x="9582" y="2479911"/>
                  </a:lnTo>
                  <a:close/>
                  <a:moveTo>
                    <a:pt x="9582" y="2479911"/>
                  </a:moveTo>
                  <a:lnTo>
                    <a:pt x="12688" y="2488093"/>
                  </a:lnTo>
                  <a:lnTo>
                    <a:pt x="37802" y="2457715"/>
                  </a:lnTo>
                  <a:close/>
                  <a:moveTo>
                    <a:pt x="9882" y="2477599"/>
                  </a:moveTo>
                  <a:lnTo>
                    <a:pt x="9582" y="2479911"/>
                  </a:lnTo>
                  <a:lnTo>
                    <a:pt x="37802" y="2457715"/>
                  </a:lnTo>
                  <a:close/>
                  <a:moveTo>
                    <a:pt x="190177" y="2379176"/>
                  </a:moveTo>
                  <a:lnTo>
                    <a:pt x="117860" y="2387452"/>
                  </a:lnTo>
                  <a:lnTo>
                    <a:pt x="236638" y="2337683"/>
                  </a:lnTo>
                  <a:close/>
                  <a:moveTo>
                    <a:pt x="273335" y="2200171"/>
                  </a:moveTo>
                  <a:lnTo>
                    <a:pt x="300208" y="2225974"/>
                  </a:lnTo>
                  <a:lnTo>
                    <a:pt x="261450" y="2215249"/>
                  </a:lnTo>
                  <a:close/>
                  <a:moveTo>
                    <a:pt x="323873" y="2169983"/>
                  </a:moveTo>
                  <a:lnTo>
                    <a:pt x="300208" y="2225974"/>
                  </a:lnTo>
                  <a:lnTo>
                    <a:pt x="273335" y="2200171"/>
                  </a:lnTo>
                  <a:close/>
                  <a:moveTo>
                    <a:pt x="432040" y="2080540"/>
                  </a:moveTo>
                  <a:lnTo>
                    <a:pt x="360317" y="2177107"/>
                  </a:lnTo>
                  <a:lnTo>
                    <a:pt x="396367" y="2161735"/>
                  </a:lnTo>
                  <a:close/>
                  <a:moveTo>
                    <a:pt x="323873" y="2169983"/>
                  </a:moveTo>
                  <a:lnTo>
                    <a:pt x="360317" y="2177107"/>
                  </a:lnTo>
                  <a:lnTo>
                    <a:pt x="432040" y="2080540"/>
                  </a:lnTo>
                  <a:close/>
                  <a:moveTo>
                    <a:pt x="435689" y="2079520"/>
                  </a:moveTo>
                  <a:lnTo>
                    <a:pt x="463168" y="1981719"/>
                  </a:lnTo>
                  <a:lnTo>
                    <a:pt x="468271" y="1958868"/>
                  </a:lnTo>
                  <a:close/>
                  <a:moveTo>
                    <a:pt x="863465" y="1970925"/>
                  </a:moveTo>
                  <a:lnTo>
                    <a:pt x="885739" y="2046425"/>
                  </a:lnTo>
                  <a:lnTo>
                    <a:pt x="863360" y="1964210"/>
                  </a:lnTo>
                  <a:close/>
                  <a:moveTo>
                    <a:pt x="586006" y="1914626"/>
                  </a:moveTo>
                  <a:lnTo>
                    <a:pt x="678445" y="1799974"/>
                  </a:lnTo>
                  <a:lnTo>
                    <a:pt x="586976" y="1813744"/>
                  </a:lnTo>
                  <a:close/>
                  <a:moveTo>
                    <a:pt x="678445" y="1799974"/>
                  </a:moveTo>
                  <a:lnTo>
                    <a:pt x="766333" y="1848827"/>
                  </a:lnTo>
                  <a:lnTo>
                    <a:pt x="679244" y="1799780"/>
                  </a:lnTo>
                  <a:close/>
                  <a:moveTo>
                    <a:pt x="586976" y="1813744"/>
                  </a:moveTo>
                  <a:lnTo>
                    <a:pt x="678445" y="1799974"/>
                  </a:lnTo>
                  <a:lnTo>
                    <a:pt x="656237" y="1717937"/>
                  </a:lnTo>
                  <a:close/>
                  <a:moveTo>
                    <a:pt x="679244" y="1799780"/>
                  </a:moveTo>
                  <a:lnTo>
                    <a:pt x="733957" y="1727777"/>
                  </a:lnTo>
                  <a:lnTo>
                    <a:pt x="678445" y="1799974"/>
                  </a:lnTo>
                  <a:close/>
                  <a:moveTo>
                    <a:pt x="678445" y="1799974"/>
                  </a:moveTo>
                  <a:lnTo>
                    <a:pt x="733957" y="1727777"/>
                  </a:lnTo>
                  <a:lnTo>
                    <a:pt x="722061" y="1725016"/>
                  </a:lnTo>
                  <a:close/>
                  <a:moveTo>
                    <a:pt x="678445" y="1799974"/>
                  </a:moveTo>
                  <a:lnTo>
                    <a:pt x="722061" y="1725016"/>
                  </a:lnTo>
                  <a:lnTo>
                    <a:pt x="656237" y="1717937"/>
                  </a:lnTo>
                  <a:close/>
                  <a:moveTo>
                    <a:pt x="595378" y="1703513"/>
                  </a:moveTo>
                  <a:lnTo>
                    <a:pt x="559253" y="1736191"/>
                  </a:lnTo>
                  <a:lnTo>
                    <a:pt x="656237" y="1717937"/>
                  </a:lnTo>
                  <a:close/>
                  <a:moveTo>
                    <a:pt x="423205" y="1553135"/>
                  </a:moveTo>
                  <a:lnTo>
                    <a:pt x="408824" y="1470920"/>
                  </a:lnTo>
                  <a:lnTo>
                    <a:pt x="421067" y="1487666"/>
                  </a:lnTo>
                  <a:close/>
                  <a:moveTo>
                    <a:pt x="421067" y="1487666"/>
                  </a:moveTo>
                  <a:lnTo>
                    <a:pt x="408824" y="1470920"/>
                  </a:lnTo>
                  <a:lnTo>
                    <a:pt x="432090" y="1435118"/>
                  </a:lnTo>
                  <a:close/>
                  <a:moveTo>
                    <a:pt x="1527384" y="2743664"/>
                  </a:moveTo>
                  <a:lnTo>
                    <a:pt x="1503781" y="2786361"/>
                  </a:lnTo>
                  <a:lnTo>
                    <a:pt x="1574860" y="2757049"/>
                  </a:lnTo>
                  <a:close/>
                  <a:moveTo>
                    <a:pt x="896335" y="2044295"/>
                  </a:moveTo>
                  <a:lnTo>
                    <a:pt x="895082" y="2051536"/>
                  </a:lnTo>
                  <a:lnTo>
                    <a:pt x="994855" y="2007989"/>
                  </a:lnTo>
                  <a:close/>
                  <a:moveTo>
                    <a:pt x="885739" y="2046425"/>
                  </a:moveTo>
                  <a:lnTo>
                    <a:pt x="895082" y="2051536"/>
                  </a:lnTo>
                  <a:lnTo>
                    <a:pt x="896335" y="2044295"/>
                  </a:lnTo>
                  <a:close/>
                  <a:moveTo>
                    <a:pt x="863360" y="1964210"/>
                  </a:moveTo>
                  <a:lnTo>
                    <a:pt x="885739" y="2046425"/>
                  </a:lnTo>
                  <a:lnTo>
                    <a:pt x="896335" y="2044295"/>
                  </a:lnTo>
                  <a:close/>
                  <a:moveTo>
                    <a:pt x="994855" y="2007989"/>
                  </a:moveTo>
                  <a:lnTo>
                    <a:pt x="975320" y="1925773"/>
                  </a:lnTo>
                  <a:lnTo>
                    <a:pt x="896335" y="2044295"/>
                  </a:lnTo>
                  <a:close/>
                  <a:moveTo>
                    <a:pt x="975320" y="1925773"/>
                  </a:moveTo>
                  <a:lnTo>
                    <a:pt x="883722" y="1954457"/>
                  </a:lnTo>
                  <a:lnTo>
                    <a:pt x="896335" y="2044295"/>
                  </a:lnTo>
                  <a:close/>
                  <a:moveTo>
                    <a:pt x="824668" y="1761344"/>
                  </a:moveTo>
                  <a:lnTo>
                    <a:pt x="766333" y="1848827"/>
                  </a:lnTo>
                  <a:lnTo>
                    <a:pt x="797164" y="1881995"/>
                  </a:lnTo>
                  <a:close/>
                  <a:moveTo>
                    <a:pt x="824668" y="1761344"/>
                  </a:moveTo>
                  <a:lnTo>
                    <a:pt x="797164" y="1881995"/>
                  </a:lnTo>
                  <a:lnTo>
                    <a:pt x="852163" y="1843558"/>
                  </a:lnTo>
                  <a:close/>
                  <a:moveTo>
                    <a:pt x="679244" y="1799780"/>
                  </a:moveTo>
                  <a:lnTo>
                    <a:pt x="766333" y="1848827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679244" y="1799780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784696" y="1774186"/>
                  </a:lnTo>
                  <a:lnTo>
                    <a:pt x="859365" y="1702797"/>
                  </a:lnTo>
                  <a:close/>
                  <a:moveTo>
                    <a:pt x="537937" y="1353152"/>
                  </a:moveTo>
                  <a:lnTo>
                    <a:pt x="545169" y="1364043"/>
                  </a:lnTo>
                  <a:lnTo>
                    <a:pt x="626221" y="1388426"/>
                  </a:lnTo>
                  <a:close/>
                  <a:moveTo>
                    <a:pt x="1576223" y="2583494"/>
                  </a:moveTo>
                  <a:lnTo>
                    <a:pt x="1630567" y="2665710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576223" y="2583494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635117" y="2545058"/>
                  </a:lnTo>
                  <a:lnTo>
                    <a:pt x="1585786" y="2462843"/>
                  </a:lnTo>
                  <a:close/>
                  <a:moveTo>
                    <a:pt x="1585786" y="2462843"/>
                  </a:moveTo>
                  <a:lnTo>
                    <a:pt x="1498336" y="2419064"/>
                  </a:lnTo>
                  <a:lnTo>
                    <a:pt x="1536482" y="2501279"/>
                  </a:lnTo>
                  <a:close/>
                  <a:moveTo>
                    <a:pt x="975320" y="1925773"/>
                  </a:moveTo>
                  <a:lnTo>
                    <a:pt x="1027662" y="1998120"/>
                  </a:lnTo>
                  <a:lnTo>
                    <a:pt x="999820" y="1920663"/>
                  </a:lnTo>
                  <a:close/>
                  <a:moveTo>
                    <a:pt x="975320" y="1925773"/>
                  </a:moveTo>
                  <a:lnTo>
                    <a:pt x="994855" y="2007989"/>
                  </a:lnTo>
                  <a:lnTo>
                    <a:pt x="1027662" y="1998120"/>
                  </a:lnTo>
                  <a:close/>
                  <a:moveTo>
                    <a:pt x="999820" y="1920663"/>
                  </a:moveTo>
                  <a:lnTo>
                    <a:pt x="1027662" y="1998120"/>
                  </a:lnTo>
                  <a:lnTo>
                    <a:pt x="1081780" y="1914623"/>
                  </a:lnTo>
                  <a:close/>
                  <a:moveTo>
                    <a:pt x="999820" y="1920663"/>
                  </a:moveTo>
                  <a:lnTo>
                    <a:pt x="913107" y="1903729"/>
                  </a:lnTo>
                  <a:lnTo>
                    <a:pt x="975320" y="1925773"/>
                  </a:lnTo>
                  <a:close/>
                  <a:moveTo>
                    <a:pt x="929884" y="1816836"/>
                  </a:moveTo>
                  <a:lnTo>
                    <a:pt x="913107" y="1903729"/>
                  </a:lnTo>
                  <a:lnTo>
                    <a:pt x="999820" y="1920663"/>
                  </a:lnTo>
                  <a:close/>
                  <a:moveTo>
                    <a:pt x="824668" y="1761344"/>
                  </a:moveTo>
                  <a:lnTo>
                    <a:pt x="852163" y="1843558"/>
                  </a:lnTo>
                  <a:lnTo>
                    <a:pt x="929884" y="1816836"/>
                  </a:lnTo>
                  <a:close/>
                  <a:moveTo>
                    <a:pt x="929884" y="1816836"/>
                  </a:moveTo>
                  <a:lnTo>
                    <a:pt x="991499" y="1827336"/>
                  </a:lnTo>
                  <a:lnTo>
                    <a:pt x="996473" y="1723200"/>
                  </a:lnTo>
                  <a:close/>
                  <a:moveTo>
                    <a:pt x="626221" y="1388426"/>
                  </a:moveTo>
                  <a:lnTo>
                    <a:pt x="545169" y="1364043"/>
                  </a:lnTo>
                  <a:lnTo>
                    <a:pt x="675734" y="1358344"/>
                  </a:lnTo>
                  <a:close/>
                  <a:moveTo>
                    <a:pt x="626221" y="1388426"/>
                  </a:moveTo>
                  <a:lnTo>
                    <a:pt x="675734" y="1358344"/>
                  </a:lnTo>
                  <a:lnTo>
                    <a:pt x="662585" y="1350268"/>
                  </a:lnTo>
                  <a:close/>
                  <a:moveTo>
                    <a:pt x="675734" y="1358344"/>
                  </a:moveTo>
                  <a:lnTo>
                    <a:pt x="732048" y="1311831"/>
                  </a:lnTo>
                  <a:lnTo>
                    <a:pt x="662585" y="1350268"/>
                  </a:lnTo>
                  <a:close/>
                  <a:moveTo>
                    <a:pt x="1635117" y="2545058"/>
                  </a:moveTo>
                  <a:lnTo>
                    <a:pt x="1676801" y="2593247"/>
                  </a:lnTo>
                  <a:lnTo>
                    <a:pt x="1683330" y="2529271"/>
                  </a:lnTo>
                  <a:close/>
                  <a:moveTo>
                    <a:pt x="1585786" y="2462843"/>
                  </a:moveTo>
                  <a:lnTo>
                    <a:pt x="1683330" y="2529271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35117" y="2545058"/>
                  </a:lnTo>
                  <a:lnTo>
                    <a:pt x="1683330" y="2529271"/>
                  </a:lnTo>
                  <a:close/>
                  <a:moveTo>
                    <a:pt x="1768022" y="2521011"/>
                  </a:moveTo>
                  <a:lnTo>
                    <a:pt x="1683330" y="2529271"/>
                  </a:lnTo>
                  <a:lnTo>
                    <a:pt x="1676801" y="2593247"/>
                  </a:lnTo>
                  <a:close/>
                  <a:moveTo>
                    <a:pt x="1683330" y="2529271"/>
                  </a:moveTo>
                  <a:lnTo>
                    <a:pt x="1768022" y="2521011"/>
                  </a:lnTo>
                  <a:lnTo>
                    <a:pt x="1754597" y="2431833"/>
                  </a:lnTo>
                  <a:close/>
                  <a:moveTo>
                    <a:pt x="1683330" y="2529271"/>
                  </a:moveTo>
                  <a:lnTo>
                    <a:pt x="1754597" y="2431833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72064" y="2438338"/>
                  </a:lnTo>
                  <a:lnTo>
                    <a:pt x="1561581" y="2441114"/>
                  </a:lnTo>
                  <a:close/>
                  <a:moveTo>
                    <a:pt x="1081122" y="1684471"/>
                  </a:moveTo>
                  <a:lnTo>
                    <a:pt x="1086518" y="1779566"/>
                  </a:lnTo>
                  <a:lnTo>
                    <a:pt x="1130059" y="1727158"/>
                  </a:lnTo>
                  <a:close/>
                  <a:moveTo>
                    <a:pt x="1081122" y="1684471"/>
                  </a:moveTo>
                  <a:lnTo>
                    <a:pt x="997054" y="1722907"/>
                  </a:lnTo>
                  <a:lnTo>
                    <a:pt x="1086518" y="1779566"/>
                  </a:lnTo>
                  <a:close/>
                  <a:moveTo>
                    <a:pt x="1102945" y="1625783"/>
                  </a:moveTo>
                  <a:lnTo>
                    <a:pt x="1058652" y="1675380"/>
                  </a:lnTo>
                  <a:lnTo>
                    <a:pt x="997054" y="1722907"/>
                  </a:lnTo>
                  <a:close/>
                  <a:moveTo>
                    <a:pt x="751139" y="1301007"/>
                  </a:moveTo>
                  <a:lnTo>
                    <a:pt x="732048" y="1311831"/>
                  </a:lnTo>
                  <a:lnTo>
                    <a:pt x="786939" y="1280260"/>
                  </a:lnTo>
                  <a:close/>
                  <a:moveTo>
                    <a:pt x="786939" y="1280260"/>
                  </a:moveTo>
                  <a:lnTo>
                    <a:pt x="675734" y="1358344"/>
                  </a:lnTo>
                  <a:lnTo>
                    <a:pt x="720197" y="1309384"/>
                  </a:lnTo>
                  <a:close/>
                  <a:moveTo>
                    <a:pt x="751139" y="1301007"/>
                  </a:moveTo>
                  <a:lnTo>
                    <a:pt x="786939" y="1280260"/>
                  </a:lnTo>
                  <a:lnTo>
                    <a:pt x="845718" y="1273395"/>
                  </a:lnTo>
                  <a:close/>
                  <a:moveTo>
                    <a:pt x="465976" y="1050787"/>
                  </a:moveTo>
                  <a:lnTo>
                    <a:pt x="569758" y="1027005"/>
                  </a:lnTo>
                  <a:lnTo>
                    <a:pt x="518000" y="1047263"/>
                  </a:lnTo>
                  <a:close/>
                  <a:moveTo>
                    <a:pt x="569758" y="1027005"/>
                  </a:moveTo>
                  <a:lnTo>
                    <a:pt x="465976" y="1050787"/>
                  </a:lnTo>
                  <a:lnTo>
                    <a:pt x="570099" y="1026845"/>
                  </a:lnTo>
                  <a:close/>
                  <a:moveTo>
                    <a:pt x="640996" y="1013262"/>
                  </a:moveTo>
                  <a:lnTo>
                    <a:pt x="569758" y="1027005"/>
                  </a:lnTo>
                  <a:lnTo>
                    <a:pt x="570570" y="1026749"/>
                  </a:lnTo>
                  <a:close/>
                  <a:moveTo>
                    <a:pt x="518000" y="1047263"/>
                  </a:moveTo>
                  <a:lnTo>
                    <a:pt x="569758" y="1027005"/>
                  </a:lnTo>
                  <a:lnTo>
                    <a:pt x="640996" y="1013262"/>
                  </a:lnTo>
                  <a:close/>
                  <a:moveTo>
                    <a:pt x="569758" y="1027005"/>
                  </a:moveTo>
                  <a:lnTo>
                    <a:pt x="570099" y="1026845"/>
                  </a:lnTo>
                  <a:lnTo>
                    <a:pt x="570570" y="1026749"/>
                  </a:lnTo>
                  <a:close/>
                  <a:moveTo>
                    <a:pt x="1830957" y="2506621"/>
                  </a:moveTo>
                  <a:lnTo>
                    <a:pt x="1853912" y="2588836"/>
                  </a:lnTo>
                  <a:lnTo>
                    <a:pt x="1861300" y="2550400"/>
                  </a:lnTo>
                  <a:close/>
                  <a:moveTo>
                    <a:pt x="1081122" y="1684471"/>
                  </a:moveTo>
                  <a:lnTo>
                    <a:pt x="1139346" y="1567547"/>
                  </a:lnTo>
                  <a:lnTo>
                    <a:pt x="1102945" y="1625783"/>
                  </a:lnTo>
                  <a:close/>
                  <a:moveTo>
                    <a:pt x="1865975" y="2100888"/>
                  </a:moveTo>
                  <a:lnTo>
                    <a:pt x="1830514" y="2180235"/>
                  </a:lnTo>
                  <a:lnTo>
                    <a:pt x="1867280" y="2102494"/>
                  </a:lnTo>
                  <a:close/>
                  <a:moveTo>
                    <a:pt x="2172582" y="2391312"/>
                  </a:moveTo>
                  <a:lnTo>
                    <a:pt x="2157971" y="2353367"/>
                  </a:lnTo>
                  <a:lnTo>
                    <a:pt x="2133501" y="2429749"/>
                  </a:lnTo>
                  <a:close/>
                  <a:moveTo>
                    <a:pt x="1865975" y="2100888"/>
                  </a:moveTo>
                  <a:lnTo>
                    <a:pt x="1867280" y="2102494"/>
                  </a:lnTo>
                  <a:lnTo>
                    <a:pt x="1867532" y="2100334"/>
                  </a:lnTo>
                  <a:close/>
                  <a:moveTo>
                    <a:pt x="1799415" y="2018673"/>
                  </a:moveTo>
                  <a:lnTo>
                    <a:pt x="1865975" y="2100888"/>
                  </a:lnTo>
                  <a:lnTo>
                    <a:pt x="1867532" y="2100334"/>
                  </a:lnTo>
                  <a:close/>
                  <a:moveTo>
                    <a:pt x="1952969" y="2091468"/>
                  </a:moveTo>
                  <a:lnTo>
                    <a:pt x="1867280" y="2102494"/>
                  </a:lnTo>
                  <a:lnTo>
                    <a:pt x="1963312" y="2182882"/>
                  </a:lnTo>
                  <a:close/>
                  <a:moveTo>
                    <a:pt x="1952969" y="2091468"/>
                  </a:moveTo>
                  <a:lnTo>
                    <a:pt x="1867532" y="2100334"/>
                  </a:lnTo>
                  <a:lnTo>
                    <a:pt x="1867280" y="2102494"/>
                  </a:lnTo>
                  <a:close/>
                  <a:moveTo>
                    <a:pt x="1771053" y="1717808"/>
                  </a:moveTo>
                  <a:lnTo>
                    <a:pt x="1737071" y="1679121"/>
                  </a:lnTo>
                  <a:lnTo>
                    <a:pt x="1693944" y="1719905"/>
                  </a:lnTo>
                  <a:close/>
                  <a:moveTo>
                    <a:pt x="1891944" y="1764302"/>
                  </a:moveTo>
                  <a:lnTo>
                    <a:pt x="1819636" y="1695155"/>
                  </a:lnTo>
                  <a:lnTo>
                    <a:pt x="1767450" y="1792704"/>
                  </a:lnTo>
                  <a:close/>
                  <a:moveTo>
                    <a:pt x="1785078" y="1643405"/>
                  </a:moveTo>
                  <a:lnTo>
                    <a:pt x="1747431" y="1636921"/>
                  </a:lnTo>
                  <a:lnTo>
                    <a:pt x="1819636" y="1695155"/>
                  </a:lnTo>
                  <a:close/>
                  <a:moveTo>
                    <a:pt x="1819636" y="1695155"/>
                  </a:moveTo>
                  <a:lnTo>
                    <a:pt x="1747431" y="1636921"/>
                  </a:lnTo>
                  <a:lnTo>
                    <a:pt x="1735683" y="1651377"/>
                  </a:lnTo>
                  <a:close/>
                  <a:moveTo>
                    <a:pt x="1737071" y="1679121"/>
                  </a:moveTo>
                  <a:lnTo>
                    <a:pt x="1771053" y="1717808"/>
                  </a:lnTo>
                  <a:lnTo>
                    <a:pt x="1819636" y="1695155"/>
                  </a:lnTo>
                  <a:close/>
                  <a:moveTo>
                    <a:pt x="1735683" y="1651377"/>
                  </a:moveTo>
                  <a:lnTo>
                    <a:pt x="1737071" y="1679121"/>
                  </a:lnTo>
                  <a:lnTo>
                    <a:pt x="1819636" y="1695155"/>
                  </a:lnTo>
                  <a:close/>
                  <a:moveTo>
                    <a:pt x="1329616" y="1055143"/>
                  </a:moveTo>
                  <a:lnTo>
                    <a:pt x="1232725" y="1151855"/>
                  </a:lnTo>
                  <a:lnTo>
                    <a:pt x="1300640" y="1119649"/>
                  </a:lnTo>
                  <a:close/>
                  <a:moveTo>
                    <a:pt x="601220" y="400875"/>
                  </a:moveTo>
                  <a:lnTo>
                    <a:pt x="693753" y="386239"/>
                  </a:lnTo>
                  <a:lnTo>
                    <a:pt x="644350" y="326310"/>
                  </a:lnTo>
                  <a:close/>
                  <a:moveTo>
                    <a:pt x="525690" y="0"/>
                  </a:moveTo>
                  <a:lnTo>
                    <a:pt x="472805" y="89289"/>
                  </a:lnTo>
                  <a:lnTo>
                    <a:pt x="514868" y="50852"/>
                  </a:lnTo>
                  <a:close/>
                  <a:moveTo>
                    <a:pt x="1241081" y="1002782"/>
                  </a:moveTo>
                  <a:lnTo>
                    <a:pt x="1346614" y="916782"/>
                  </a:lnTo>
                  <a:lnTo>
                    <a:pt x="1240515" y="945337"/>
                  </a:lnTo>
                  <a:close/>
                  <a:moveTo>
                    <a:pt x="1351489" y="921719"/>
                  </a:moveTo>
                  <a:lnTo>
                    <a:pt x="1346614" y="916782"/>
                  </a:lnTo>
                  <a:lnTo>
                    <a:pt x="1241081" y="1002782"/>
                  </a:lnTo>
                  <a:close/>
                  <a:moveTo>
                    <a:pt x="1320326" y="1020410"/>
                  </a:moveTo>
                  <a:lnTo>
                    <a:pt x="1351489" y="921719"/>
                  </a:lnTo>
                  <a:lnTo>
                    <a:pt x="1241081" y="1002782"/>
                  </a:lnTo>
                  <a:close/>
                  <a:moveTo>
                    <a:pt x="1208101" y="879473"/>
                  </a:moveTo>
                  <a:lnTo>
                    <a:pt x="1240515" y="945337"/>
                  </a:lnTo>
                  <a:lnTo>
                    <a:pt x="1212451" y="873004"/>
                  </a:lnTo>
                  <a:close/>
                  <a:moveTo>
                    <a:pt x="1212451" y="873004"/>
                  </a:moveTo>
                  <a:lnTo>
                    <a:pt x="1240515" y="945337"/>
                  </a:lnTo>
                  <a:lnTo>
                    <a:pt x="1346614" y="916782"/>
                  </a:lnTo>
                  <a:close/>
                  <a:moveTo>
                    <a:pt x="1212451" y="873004"/>
                  </a:moveTo>
                  <a:lnTo>
                    <a:pt x="1346614" y="916782"/>
                  </a:lnTo>
                  <a:lnTo>
                    <a:pt x="1300600" y="834567"/>
                  </a:lnTo>
                  <a:close/>
                  <a:moveTo>
                    <a:pt x="1195146" y="790789"/>
                  </a:moveTo>
                  <a:lnTo>
                    <a:pt x="1212451" y="873004"/>
                  </a:lnTo>
                  <a:lnTo>
                    <a:pt x="1300600" y="834567"/>
                  </a:lnTo>
                  <a:close/>
                  <a:moveTo>
                    <a:pt x="1183753" y="708574"/>
                  </a:moveTo>
                  <a:lnTo>
                    <a:pt x="1270513" y="752352"/>
                  </a:lnTo>
                  <a:lnTo>
                    <a:pt x="1237185" y="670137"/>
                  </a:lnTo>
                  <a:close/>
                  <a:moveTo>
                    <a:pt x="812726" y="350108"/>
                  </a:moveTo>
                  <a:lnTo>
                    <a:pt x="906379" y="372155"/>
                  </a:lnTo>
                  <a:lnTo>
                    <a:pt x="866608" y="341277"/>
                  </a:lnTo>
                  <a:close/>
                  <a:moveTo>
                    <a:pt x="866608" y="341277"/>
                  </a:moveTo>
                  <a:lnTo>
                    <a:pt x="884781" y="291405"/>
                  </a:lnTo>
                  <a:lnTo>
                    <a:pt x="812726" y="350108"/>
                  </a:lnTo>
                  <a:close/>
                  <a:moveTo>
                    <a:pt x="812726" y="350108"/>
                  </a:moveTo>
                  <a:lnTo>
                    <a:pt x="884781" y="291405"/>
                  </a:lnTo>
                  <a:lnTo>
                    <a:pt x="870163" y="263913"/>
                  </a:lnTo>
                  <a:close/>
                  <a:moveTo>
                    <a:pt x="780636" y="276104"/>
                  </a:moveTo>
                  <a:lnTo>
                    <a:pt x="870163" y="263913"/>
                  </a:lnTo>
                  <a:lnTo>
                    <a:pt x="842047" y="186678"/>
                  </a:lnTo>
                  <a:close/>
                  <a:moveTo>
                    <a:pt x="720941" y="94632"/>
                  </a:moveTo>
                  <a:lnTo>
                    <a:pt x="720548" y="215283"/>
                  </a:lnTo>
                  <a:lnTo>
                    <a:pt x="762720" y="113698"/>
                  </a:lnTo>
                  <a:close/>
                  <a:moveTo>
                    <a:pt x="741057" y="208190"/>
                  </a:moveTo>
                  <a:lnTo>
                    <a:pt x="842047" y="186678"/>
                  </a:lnTo>
                  <a:lnTo>
                    <a:pt x="762720" y="113698"/>
                  </a:lnTo>
                  <a:close/>
                  <a:moveTo>
                    <a:pt x="548300" y="43528"/>
                  </a:moveTo>
                  <a:lnTo>
                    <a:pt x="514868" y="50852"/>
                  </a:lnTo>
                  <a:lnTo>
                    <a:pt x="481952" y="115130"/>
                  </a:lnTo>
                  <a:close/>
                  <a:moveTo>
                    <a:pt x="720941" y="94632"/>
                  </a:moveTo>
                  <a:lnTo>
                    <a:pt x="750364" y="67500"/>
                  </a:lnTo>
                  <a:lnTo>
                    <a:pt x="678601" y="98280"/>
                  </a:lnTo>
                  <a:close/>
                  <a:moveTo>
                    <a:pt x="678601" y="98280"/>
                  </a:moveTo>
                  <a:lnTo>
                    <a:pt x="750364" y="67500"/>
                  </a:lnTo>
                  <a:lnTo>
                    <a:pt x="722114" y="23405"/>
                  </a:lnTo>
                  <a:close/>
                  <a:moveTo>
                    <a:pt x="678601" y="98280"/>
                  </a:moveTo>
                  <a:lnTo>
                    <a:pt x="722114" y="23405"/>
                  </a:lnTo>
                  <a:lnTo>
                    <a:pt x="637430" y="31659"/>
                  </a:lnTo>
                  <a:close/>
                  <a:moveTo>
                    <a:pt x="548300" y="43528"/>
                  </a:moveTo>
                  <a:lnTo>
                    <a:pt x="678601" y="98280"/>
                  </a:lnTo>
                  <a:lnTo>
                    <a:pt x="637430" y="31659"/>
                  </a:lnTo>
                  <a:close/>
                  <a:moveTo>
                    <a:pt x="1871021" y="1255671"/>
                  </a:moveTo>
                  <a:lnTo>
                    <a:pt x="1818960" y="1327858"/>
                  </a:lnTo>
                  <a:lnTo>
                    <a:pt x="1851529" y="1289421"/>
                  </a:lnTo>
                  <a:close/>
                  <a:moveTo>
                    <a:pt x="1346614" y="916782"/>
                  </a:moveTo>
                  <a:lnTo>
                    <a:pt x="1351489" y="921719"/>
                  </a:lnTo>
                  <a:lnTo>
                    <a:pt x="1353548" y="914035"/>
                  </a:lnTo>
                  <a:close/>
                  <a:moveTo>
                    <a:pt x="1300600" y="834567"/>
                  </a:moveTo>
                  <a:lnTo>
                    <a:pt x="1346614" y="916782"/>
                  </a:lnTo>
                  <a:lnTo>
                    <a:pt x="1353548" y="914035"/>
                  </a:lnTo>
                  <a:close/>
                  <a:moveTo>
                    <a:pt x="1270513" y="752352"/>
                  </a:moveTo>
                  <a:lnTo>
                    <a:pt x="1341427" y="823797"/>
                  </a:lnTo>
                  <a:lnTo>
                    <a:pt x="1339977" y="724884"/>
                  </a:lnTo>
                  <a:close/>
                  <a:moveTo>
                    <a:pt x="1446702" y="783846"/>
                  </a:moveTo>
                  <a:lnTo>
                    <a:pt x="1380434" y="713916"/>
                  </a:lnTo>
                  <a:lnTo>
                    <a:pt x="1447475" y="798174"/>
                  </a:lnTo>
                  <a:close/>
                  <a:moveTo>
                    <a:pt x="1447475" y="798174"/>
                  </a:moveTo>
                  <a:lnTo>
                    <a:pt x="1339977" y="724884"/>
                  </a:lnTo>
                  <a:lnTo>
                    <a:pt x="1341427" y="823797"/>
                  </a:lnTo>
                  <a:close/>
                  <a:moveTo>
                    <a:pt x="1270513" y="752352"/>
                  </a:moveTo>
                  <a:lnTo>
                    <a:pt x="1339977" y="724884"/>
                  </a:lnTo>
                  <a:lnTo>
                    <a:pt x="1237185" y="670137"/>
                  </a:lnTo>
                  <a:close/>
                  <a:moveTo>
                    <a:pt x="720941" y="94632"/>
                  </a:moveTo>
                  <a:lnTo>
                    <a:pt x="762720" y="113698"/>
                  </a:lnTo>
                  <a:lnTo>
                    <a:pt x="780156" y="76310"/>
                  </a:lnTo>
                  <a:close/>
                  <a:moveTo>
                    <a:pt x="780156" y="76310"/>
                  </a:moveTo>
                  <a:lnTo>
                    <a:pt x="814787" y="29710"/>
                  </a:lnTo>
                  <a:lnTo>
                    <a:pt x="750364" y="67500"/>
                  </a:lnTo>
                  <a:close/>
                  <a:moveTo>
                    <a:pt x="1902229" y="1271389"/>
                  </a:moveTo>
                  <a:lnTo>
                    <a:pt x="1851529" y="1289421"/>
                  </a:lnTo>
                  <a:lnTo>
                    <a:pt x="1927478" y="1350954"/>
                  </a:lnTo>
                  <a:close/>
                  <a:moveTo>
                    <a:pt x="1954846" y="1250985"/>
                  </a:moveTo>
                  <a:lnTo>
                    <a:pt x="1902229" y="1271389"/>
                  </a:lnTo>
                  <a:lnTo>
                    <a:pt x="1927478" y="1350954"/>
                  </a:lnTo>
                  <a:close/>
                  <a:moveTo>
                    <a:pt x="1446702" y="783846"/>
                  </a:moveTo>
                  <a:lnTo>
                    <a:pt x="1479421" y="796131"/>
                  </a:lnTo>
                  <a:lnTo>
                    <a:pt x="1484613" y="710387"/>
                  </a:lnTo>
                  <a:close/>
                  <a:moveTo>
                    <a:pt x="2065982" y="1159352"/>
                  </a:moveTo>
                  <a:lnTo>
                    <a:pt x="2133792" y="1212548"/>
                  </a:lnTo>
                  <a:lnTo>
                    <a:pt x="2189467" y="121964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39" name="Candidate_density__2058">
              <a:extLst>
                <a:ext uri="{FF2B5EF4-FFF2-40B4-BE49-F238E27FC236}">
                  <a16:creationId xmlns:a16="http://schemas.microsoft.com/office/drawing/2014/main" id="{10604D87-54FB-ACE9-D507-F6CD41AA4BC2}"/>
                </a:ext>
              </a:extLst>
            </p:cNvPr>
            <p:cNvSpPr>
              <a:spLocks noGrp="1"/>
            </p:cNvSpPr>
            <p:nvPr/>
          </p:nvSpPr>
          <p:spPr>
            <a:xfrm>
              <a:off x="4508040" y="3189306"/>
              <a:ext cx="2238228" cy="1762676"/>
            </a:xfrm>
            <a:custGeom>
              <a:avLst/>
              <a:gdLst/>
              <a:ahLst/>
              <a:cxnLst/>
              <a:rect l="0" t="0" r="0" b="0"/>
              <a:pathLst>
                <a:path w="2238228" h="1762676">
                  <a:moveTo>
                    <a:pt x="52488" y="1689357"/>
                  </a:moveTo>
                  <a:lnTo>
                    <a:pt x="0" y="1696253"/>
                  </a:lnTo>
                  <a:lnTo>
                    <a:pt x="82128" y="1686049"/>
                  </a:lnTo>
                  <a:close/>
                  <a:moveTo>
                    <a:pt x="52488" y="1689357"/>
                  </a:moveTo>
                  <a:lnTo>
                    <a:pt x="11573" y="1700913"/>
                  </a:lnTo>
                  <a:lnTo>
                    <a:pt x="0" y="1696253"/>
                  </a:lnTo>
                  <a:close/>
                  <a:moveTo>
                    <a:pt x="87036" y="1686086"/>
                  </a:moveTo>
                  <a:lnTo>
                    <a:pt x="52488" y="1689357"/>
                  </a:lnTo>
                  <a:lnTo>
                    <a:pt x="82128" y="1686049"/>
                  </a:lnTo>
                  <a:close/>
                  <a:moveTo>
                    <a:pt x="318181" y="1491832"/>
                  </a:moveTo>
                  <a:lnTo>
                    <a:pt x="350523" y="1486609"/>
                  </a:lnTo>
                  <a:lnTo>
                    <a:pt x="394565" y="1436073"/>
                  </a:lnTo>
                  <a:close/>
                  <a:moveTo>
                    <a:pt x="273893" y="515935"/>
                  </a:moveTo>
                  <a:lnTo>
                    <a:pt x="285623" y="446605"/>
                  </a:lnTo>
                  <a:lnTo>
                    <a:pt x="264859" y="501098"/>
                  </a:lnTo>
                  <a:close/>
                  <a:moveTo>
                    <a:pt x="311176" y="395284"/>
                  </a:moveTo>
                  <a:lnTo>
                    <a:pt x="285623" y="446605"/>
                  </a:lnTo>
                  <a:lnTo>
                    <a:pt x="273893" y="515935"/>
                  </a:lnTo>
                  <a:close/>
                  <a:moveTo>
                    <a:pt x="269274" y="433721"/>
                  </a:moveTo>
                  <a:lnTo>
                    <a:pt x="311176" y="395284"/>
                  </a:lnTo>
                  <a:lnTo>
                    <a:pt x="273893" y="515935"/>
                  </a:lnTo>
                  <a:close/>
                  <a:moveTo>
                    <a:pt x="774094" y="664427"/>
                  </a:moveTo>
                  <a:lnTo>
                    <a:pt x="695757" y="650197"/>
                  </a:lnTo>
                  <a:lnTo>
                    <a:pt x="717478" y="667951"/>
                  </a:lnTo>
                  <a:close/>
                  <a:moveTo>
                    <a:pt x="695757" y="650197"/>
                  </a:moveTo>
                  <a:lnTo>
                    <a:pt x="774094" y="664427"/>
                  </a:lnTo>
                  <a:lnTo>
                    <a:pt x="816358" y="607242"/>
                  </a:lnTo>
                  <a:close/>
                  <a:moveTo>
                    <a:pt x="816358" y="607242"/>
                  </a:moveTo>
                  <a:lnTo>
                    <a:pt x="838212" y="598708"/>
                  </a:lnTo>
                  <a:lnTo>
                    <a:pt x="844475" y="565057"/>
                  </a:lnTo>
                  <a:close/>
                  <a:moveTo>
                    <a:pt x="774094" y="664427"/>
                  </a:moveTo>
                  <a:lnTo>
                    <a:pt x="834613" y="612038"/>
                  </a:lnTo>
                  <a:lnTo>
                    <a:pt x="816358" y="607242"/>
                  </a:lnTo>
                  <a:close/>
                  <a:moveTo>
                    <a:pt x="1924022" y="1762676"/>
                  </a:moveTo>
                  <a:lnTo>
                    <a:pt x="1915410" y="1759847"/>
                  </a:lnTo>
                  <a:lnTo>
                    <a:pt x="1868614" y="1754876"/>
                  </a:lnTo>
                  <a:close/>
                  <a:moveTo>
                    <a:pt x="1938890" y="1738969"/>
                  </a:moveTo>
                  <a:lnTo>
                    <a:pt x="1924022" y="1762676"/>
                  </a:lnTo>
                  <a:lnTo>
                    <a:pt x="1868614" y="1754876"/>
                  </a:lnTo>
                  <a:close/>
                  <a:moveTo>
                    <a:pt x="1938813" y="1677631"/>
                  </a:moveTo>
                  <a:lnTo>
                    <a:pt x="1924022" y="1762676"/>
                  </a:lnTo>
                  <a:lnTo>
                    <a:pt x="1938890" y="1738969"/>
                  </a:lnTo>
                  <a:close/>
                  <a:moveTo>
                    <a:pt x="1932384" y="1759847"/>
                  </a:moveTo>
                  <a:lnTo>
                    <a:pt x="1924022" y="1762676"/>
                  </a:lnTo>
                  <a:lnTo>
                    <a:pt x="1938813" y="1677631"/>
                  </a:lnTo>
                  <a:close/>
                  <a:moveTo>
                    <a:pt x="843432" y="533873"/>
                  </a:moveTo>
                  <a:lnTo>
                    <a:pt x="816358" y="607242"/>
                  </a:lnTo>
                  <a:lnTo>
                    <a:pt x="844475" y="565057"/>
                  </a:lnTo>
                  <a:close/>
                  <a:moveTo>
                    <a:pt x="1938813" y="1677631"/>
                  </a:moveTo>
                  <a:lnTo>
                    <a:pt x="1985256" y="1639195"/>
                  </a:lnTo>
                  <a:lnTo>
                    <a:pt x="1932384" y="1759847"/>
                  </a:lnTo>
                  <a:close/>
                  <a:moveTo>
                    <a:pt x="2147023" y="1592877"/>
                  </a:moveTo>
                  <a:lnTo>
                    <a:pt x="2098339" y="1626058"/>
                  </a:lnTo>
                  <a:lnTo>
                    <a:pt x="2214473" y="1566404"/>
                  </a:lnTo>
                  <a:close/>
                  <a:moveTo>
                    <a:pt x="2236048" y="1490596"/>
                  </a:moveTo>
                  <a:lnTo>
                    <a:pt x="2214473" y="1566404"/>
                  </a:lnTo>
                  <a:lnTo>
                    <a:pt x="2238228" y="1518544"/>
                  </a:lnTo>
                  <a:close/>
                  <a:moveTo>
                    <a:pt x="1341320" y="100686"/>
                  </a:moveTo>
                  <a:lnTo>
                    <a:pt x="1402456" y="50607"/>
                  </a:lnTo>
                  <a:lnTo>
                    <a:pt x="1450200" y="13912"/>
                  </a:lnTo>
                  <a:close/>
                  <a:moveTo>
                    <a:pt x="1988927" y="469303"/>
                  </a:moveTo>
                  <a:lnTo>
                    <a:pt x="1971573" y="581083"/>
                  </a:lnTo>
                  <a:lnTo>
                    <a:pt x="1975284" y="580486"/>
                  </a:lnTo>
                  <a:close/>
                  <a:moveTo>
                    <a:pt x="1988927" y="469303"/>
                  </a:moveTo>
                  <a:lnTo>
                    <a:pt x="1975284" y="580486"/>
                  </a:lnTo>
                  <a:lnTo>
                    <a:pt x="1975330" y="581083"/>
                  </a:lnTo>
                  <a:close/>
                  <a:moveTo>
                    <a:pt x="1454831" y="0"/>
                  </a:moveTo>
                  <a:lnTo>
                    <a:pt x="1450200" y="13912"/>
                  </a:lnTo>
                  <a:lnTo>
                    <a:pt x="1455447" y="557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40" name="Candidate_density__2059">
              <a:extLst>
                <a:ext uri="{FF2B5EF4-FFF2-40B4-BE49-F238E27FC236}">
                  <a16:creationId xmlns:a16="http://schemas.microsoft.com/office/drawing/2014/main" id="{74E32539-0CA5-D5FB-2D45-93A4D628A86B}"/>
                </a:ext>
              </a:extLst>
            </p:cNvPr>
            <p:cNvSpPr>
              <a:spLocks noGrp="1"/>
            </p:cNvSpPr>
            <p:nvPr/>
          </p:nvSpPr>
          <p:spPr>
            <a:xfrm>
              <a:off x="4497305" y="2251662"/>
              <a:ext cx="2284587" cy="2708719"/>
            </a:xfrm>
            <a:custGeom>
              <a:avLst/>
              <a:gdLst/>
              <a:ahLst/>
              <a:cxnLst/>
              <a:rect l="0" t="0" r="0" b="0"/>
              <a:pathLst>
                <a:path w="2284587" h="2708719">
                  <a:moveTo>
                    <a:pt x="0" y="2627001"/>
                  </a:moveTo>
                  <a:lnTo>
                    <a:pt x="10735" y="2633897"/>
                  </a:lnTo>
                  <a:lnTo>
                    <a:pt x="22308" y="2638556"/>
                  </a:lnTo>
                  <a:close/>
                  <a:moveTo>
                    <a:pt x="0" y="2627001"/>
                  </a:moveTo>
                  <a:lnTo>
                    <a:pt x="22308" y="2638556"/>
                  </a:lnTo>
                  <a:lnTo>
                    <a:pt x="86005" y="2670780"/>
                  </a:lnTo>
                  <a:close/>
                  <a:moveTo>
                    <a:pt x="300075" y="2380261"/>
                  </a:moveTo>
                  <a:lnTo>
                    <a:pt x="389743" y="2429476"/>
                  </a:lnTo>
                  <a:lnTo>
                    <a:pt x="361258" y="2424253"/>
                  </a:lnTo>
                  <a:close/>
                  <a:moveTo>
                    <a:pt x="498071" y="2226714"/>
                  </a:moveTo>
                  <a:lnTo>
                    <a:pt x="422072" y="2221220"/>
                  </a:lnTo>
                  <a:lnTo>
                    <a:pt x="427447" y="2226610"/>
                  </a:lnTo>
                  <a:close/>
                  <a:moveTo>
                    <a:pt x="543043" y="2270388"/>
                  </a:moveTo>
                  <a:lnTo>
                    <a:pt x="498071" y="2226714"/>
                  </a:lnTo>
                  <a:lnTo>
                    <a:pt x="452208" y="2217078"/>
                  </a:lnTo>
                  <a:close/>
                  <a:moveTo>
                    <a:pt x="673690" y="2326008"/>
                  </a:moveTo>
                  <a:lnTo>
                    <a:pt x="748714" y="2327851"/>
                  </a:lnTo>
                  <a:lnTo>
                    <a:pt x="785514" y="2250239"/>
                  </a:lnTo>
                  <a:close/>
                  <a:moveTo>
                    <a:pt x="888380" y="2193516"/>
                  </a:moveTo>
                  <a:lnTo>
                    <a:pt x="891758" y="2202193"/>
                  </a:lnTo>
                  <a:lnTo>
                    <a:pt x="904621" y="2201700"/>
                  </a:lnTo>
                  <a:close/>
                  <a:moveTo>
                    <a:pt x="925224" y="2193516"/>
                  </a:moveTo>
                  <a:lnTo>
                    <a:pt x="904621" y="2201700"/>
                  </a:lnTo>
                  <a:lnTo>
                    <a:pt x="891758" y="2202193"/>
                  </a:lnTo>
                  <a:close/>
                  <a:moveTo>
                    <a:pt x="888380" y="2193516"/>
                  </a:moveTo>
                  <a:lnTo>
                    <a:pt x="904621" y="2201700"/>
                  </a:lnTo>
                  <a:lnTo>
                    <a:pt x="942645" y="2160823"/>
                  </a:lnTo>
                  <a:close/>
                  <a:moveTo>
                    <a:pt x="321911" y="1332928"/>
                  </a:moveTo>
                  <a:lnTo>
                    <a:pt x="280009" y="1371365"/>
                  </a:lnTo>
                  <a:lnTo>
                    <a:pt x="337677" y="1260076"/>
                  </a:lnTo>
                  <a:close/>
                  <a:moveTo>
                    <a:pt x="280009" y="1371365"/>
                  </a:moveTo>
                  <a:lnTo>
                    <a:pt x="303309" y="1346784"/>
                  </a:lnTo>
                  <a:lnTo>
                    <a:pt x="337677" y="1260076"/>
                  </a:lnTo>
                  <a:close/>
                  <a:moveTo>
                    <a:pt x="560045" y="1318958"/>
                  </a:moveTo>
                  <a:lnTo>
                    <a:pt x="470034" y="1301757"/>
                  </a:lnTo>
                  <a:lnTo>
                    <a:pt x="534503" y="1309937"/>
                  </a:lnTo>
                  <a:close/>
                  <a:moveTo>
                    <a:pt x="480295" y="1299445"/>
                  </a:moveTo>
                  <a:lnTo>
                    <a:pt x="560045" y="1318958"/>
                  </a:lnTo>
                  <a:lnTo>
                    <a:pt x="608922" y="1286495"/>
                  </a:lnTo>
                  <a:close/>
                  <a:moveTo>
                    <a:pt x="1879349" y="2692520"/>
                  </a:moveTo>
                  <a:lnTo>
                    <a:pt x="1809151" y="2708719"/>
                  </a:lnTo>
                  <a:lnTo>
                    <a:pt x="1770044" y="2673544"/>
                  </a:lnTo>
                  <a:close/>
                  <a:moveTo>
                    <a:pt x="1879349" y="2692520"/>
                  </a:moveTo>
                  <a:lnTo>
                    <a:pt x="1926145" y="2697491"/>
                  </a:lnTo>
                  <a:lnTo>
                    <a:pt x="1859752" y="2682707"/>
                  </a:lnTo>
                  <a:close/>
                  <a:moveTo>
                    <a:pt x="1879349" y="2692520"/>
                  </a:moveTo>
                  <a:lnTo>
                    <a:pt x="1859752" y="2682707"/>
                  </a:lnTo>
                  <a:lnTo>
                    <a:pt x="1809151" y="2708719"/>
                  </a:lnTo>
                  <a:close/>
                  <a:moveTo>
                    <a:pt x="1198746" y="1819805"/>
                  </a:moveTo>
                  <a:lnTo>
                    <a:pt x="1212872" y="1722541"/>
                  </a:lnTo>
                  <a:lnTo>
                    <a:pt x="1170225" y="1776625"/>
                  </a:lnTo>
                  <a:close/>
                  <a:moveTo>
                    <a:pt x="1121793" y="1810746"/>
                  </a:moveTo>
                  <a:lnTo>
                    <a:pt x="1198746" y="1819805"/>
                  </a:lnTo>
                  <a:lnTo>
                    <a:pt x="1170225" y="1776625"/>
                  </a:lnTo>
                  <a:close/>
                  <a:moveTo>
                    <a:pt x="488663" y="585966"/>
                  </a:moveTo>
                  <a:lnTo>
                    <a:pt x="462198" y="565240"/>
                  </a:lnTo>
                  <a:lnTo>
                    <a:pt x="454649" y="557949"/>
                  </a:lnTo>
                  <a:close/>
                  <a:moveTo>
                    <a:pt x="2225208" y="2504048"/>
                  </a:moveTo>
                  <a:lnTo>
                    <a:pt x="2246782" y="2428240"/>
                  </a:lnTo>
                  <a:lnTo>
                    <a:pt x="2197123" y="2462499"/>
                  </a:lnTo>
                  <a:close/>
                  <a:moveTo>
                    <a:pt x="2157758" y="2530521"/>
                  </a:moveTo>
                  <a:lnTo>
                    <a:pt x="2225208" y="2504048"/>
                  </a:lnTo>
                  <a:lnTo>
                    <a:pt x="2197123" y="2462499"/>
                  </a:lnTo>
                  <a:close/>
                  <a:moveTo>
                    <a:pt x="2248963" y="2456187"/>
                  </a:moveTo>
                  <a:lnTo>
                    <a:pt x="2253726" y="2395470"/>
                  </a:lnTo>
                  <a:lnTo>
                    <a:pt x="2246782" y="2428240"/>
                  </a:lnTo>
                  <a:close/>
                  <a:moveTo>
                    <a:pt x="2284587" y="2335536"/>
                  </a:moveTo>
                  <a:lnTo>
                    <a:pt x="2253726" y="2395470"/>
                  </a:lnTo>
                  <a:lnTo>
                    <a:pt x="2248963" y="2456187"/>
                  </a:lnTo>
                  <a:close/>
                  <a:moveTo>
                    <a:pt x="1806546" y="2043316"/>
                  </a:moveTo>
                  <a:lnTo>
                    <a:pt x="1857761" y="1966199"/>
                  </a:lnTo>
                  <a:lnTo>
                    <a:pt x="1813234" y="2045112"/>
                  </a:lnTo>
                  <a:close/>
                  <a:moveTo>
                    <a:pt x="1806546" y="2043316"/>
                  </a:moveTo>
                  <a:lnTo>
                    <a:pt x="1803354" y="2041439"/>
                  </a:lnTo>
                  <a:lnTo>
                    <a:pt x="1855817" y="1962897"/>
                  </a:lnTo>
                  <a:close/>
                  <a:moveTo>
                    <a:pt x="1039620" y="1136571"/>
                  </a:moveTo>
                  <a:lnTo>
                    <a:pt x="1109179" y="1117980"/>
                  </a:lnTo>
                  <a:lnTo>
                    <a:pt x="1153278" y="1067657"/>
                  </a:lnTo>
                  <a:close/>
                  <a:moveTo>
                    <a:pt x="1109179" y="1117980"/>
                  </a:moveTo>
                  <a:lnTo>
                    <a:pt x="1183888" y="1118649"/>
                  </a:lnTo>
                  <a:lnTo>
                    <a:pt x="1232524" y="1085285"/>
                  </a:lnTo>
                  <a:close/>
                  <a:moveTo>
                    <a:pt x="532018" y="280158"/>
                  </a:moveTo>
                  <a:lnTo>
                    <a:pt x="506431" y="321148"/>
                  </a:lnTo>
                  <a:lnTo>
                    <a:pt x="543076" y="302045"/>
                  </a:lnTo>
                  <a:close/>
                  <a:moveTo>
                    <a:pt x="543076" y="302045"/>
                  </a:moveTo>
                  <a:lnTo>
                    <a:pt x="506431" y="321148"/>
                  </a:lnTo>
                  <a:lnTo>
                    <a:pt x="492028" y="383046"/>
                  </a:lnTo>
                  <a:close/>
                  <a:moveTo>
                    <a:pt x="532018" y="280158"/>
                  </a:moveTo>
                  <a:lnTo>
                    <a:pt x="543076" y="302045"/>
                  </a:lnTo>
                  <a:lnTo>
                    <a:pt x="563652" y="256430"/>
                  </a:lnTo>
                  <a:close/>
                  <a:moveTo>
                    <a:pt x="147627" y="30817"/>
                  </a:moveTo>
                  <a:lnTo>
                    <a:pt x="221965" y="30094"/>
                  </a:lnTo>
                  <a:lnTo>
                    <a:pt x="275831" y="16288"/>
                  </a:lnTo>
                  <a:close/>
                  <a:moveTo>
                    <a:pt x="275831" y="16288"/>
                  </a:moveTo>
                  <a:lnTo>
                    <a:pt x="221965" y="30094"/>
                  </a:lnTo>
                  <a:lnTo>
                    <a:pt x="346005" y="0"/>
                  </a:lnTo>
                  <a:close/>
                  <a:moveTo>
                    <a:pt x="2259458" y="2317843"/>
                  </a:moveTo>
                  <a:lnTo>
                    <a:pt x="2253726" y="2395470"/>
                  </a:lnTo>
                  <a:lnTo>
                    <a:pt x="2284587" y="2335536"/>
                  </a:lnTo>
                  <a:close/>
                  <a:moveTo>
                    <a:pt x="2230986" y="2240898"/>
                  </a:moveTo>
                  <a:lnTo>
                    <a:pt x="2259458" y="2317843"/>
                  </a:lnTo>
                  <a:lnTo>
                    <a:pt x="2284587" y="2335536"/>
                  </a:lnTo>
                  <a:close/>
                  <a:moveTo>
                    <a:pt x="1866663" y="1894349"/>
                  </a:moveTo>
                  <a:lnTo>
                    <a:pt x="1913629" y="1959878"/>
                  </a:lnTo>
                  <a:lnTo>
                    <a:pt x="1895413" y="1924460"/>
                  </a:lnTo>
                  <a:close/>
                  <a:moveTo>
                    <a:pt x="746961" y="497160"/>
                  </a:moveTo>
                  <a:lnTo>
                    <a:pt x="763105" y="609019"/>
                  </a:lnTo>
                  <a:lnTo>
                    <a:pt x="769471" y="526804"/>
                  </a:lnTo>
                  <a:close/>
                  <a:moveTo>
                    <a:pt x="800177" y="444588"/>
                  </a:moveTo>
                  <a:lnTo>
                    <a:pt x="826578" y="406152"/>
                  </a:lnTo>
                  <a:lnTo>
                    <a:pt x="818576" y="437031"/>
                  </a:lnTo>
                  <a:close/>
                  <a:moveTo>
                    <a:pt x="531657" y="200263"/>
                  </a:moveTo>
                  <a:lnTo>
                    <a:pt x="563652" y="256430"/>
                  </a:lnTo>
                  <a:lnTo>
                    <a:pt x="580049" y="159507"/>
                  </a:lnTo>
                  <a:close/>
                  <a:moveTo>
                    <a:pt x="532018" y="280158"/>
                  </a:moveTo>
                  <a:lnTo>
                    <a:pt x="563652" y="256430"/>
                  </a:lnTo>
                  <a:lnTo>
                    <a:pt x="531657" y="200263"/>
                  </a:lnTo>
                  <a:close/>
                  <a:moveTo>
                    <a:pt x="1852863" y="1605291"/>
                  </a:moveTo>
                  <a:lnTo>
                    <a:pt x="1873056" y="1592978"/>
                  </a:lnTo>
                  <a:lnTo>
                    <a:pt x="1889015" y="1518727"/>
                  </a:lnTo>
                  <a:close/>
                  <a:moveTo>
                    <a:pt x="1900841" y="1626879"/>
                  </a:moveTo>
                  <a:lnTo>
                    <a:pt x="1873056" y="1592978"/>
                  </a:lnTo>
                  <a:lnTo>
                    <a:pt x="1852863" y="1605291"/>
                  </a:lnTo>
                  <a:close/>
                  <a:moveTo>
                    <a:pt x="1900841" y="1626879"/>
                  </a:moveTo>
                  <a:lnTo>
                    <a:pt x="1895114" y="1675450"/>
                  </a:lnTo>
                  <a:lnTo>
                    <a:pt x="1907013" y="1639378"/>
                  </a:lnTo>
                  <a:close/>
                  <a:moveTo>
                    <a:pt x="1900841" y="1626879"/>
                  </a:moveTo>
                  <a:lnTo>
                    <a:pt x="1907013" y="1639378"/>
                  </a:lnTo>
                  <a:lnTo>
                    <a:pt x="1873056" y="1592978"/>
                  </a:lnTo>
                  <a:close/>
                  <a:moveTo>
                    <a:pt x="1397928" y="994643"/>
                  </a:moveTo>
                  <a:lnTo>
                    <a:pt x="1352054" y="1038330"/>
                  </a:lnTo>
                  <a:lnTo>
                    <a:pt x="1460935" y="951556"/>
                  </a:lnTo>
                  <a:close/>
                  <a:moveTo>
                    <a:pt x="1941264" y="1417595"/>
                  </a:moveTo>
                  <a:lnTo>
                    <a:pt x="1889015" y="1518727"/>
                  </a:lnTo>
                  <a:lnTo>
                    <a:pt x="1897277" y="1468335"/>
                  </a:lnTo>
                  <a:close/>
                  <a:moveTo>
                    <a:pt x="1897277" y="1468335"/>
                  </a:moveTo>
                  <a:lnTo>
                    <a:pt x="1982308" y="1518727"/>
                  </a:lnTo>
                  <a:lnTo>
                    <a:pt x="1941264" y="1417595"/>
                  </a:lnTo>
                  <a:close/>
                  <a:moveTo>
                    <a:pt x="1941264" y="1417595"/>
                  </a:moveTo>
                  <a:lnTo>
                    <a:pt x="1982308" y="1518727"/>
                  </a:lnTo>
                  <a:lnTo>
                    <a:pt x="1999662" y="1406947"/>
                  </a:lnTo>
                  <a:close/>
                  <a:moveTo>
                    <a:pt x="1999662" y="1406947"/>
                  </a:moveTo>
                  <a:lnTo>
                    <a:pt x="1980455" y="1398076"/>
                  </a:lnTo>
                  <a:lnTo>
                    <a:pt x="1941264" y="1417595"/>
                  </a:lnTo>
                  <a:close/>
                  <a:moveTo>
                    <a:pt x="1980455" y="1398076"/>
                  </a:moveTo>
                  <a:lnTo>
                    <a:pt x="1999662" y="1406947"/>
                  </a:lnTo>
                  <a:lnTo>
                    <a:pt x="2007277" y="1385750"/>
                  </a:lnTo>
                  <a:close/>
                  <a:moveTo>
                    <a:pt x="1465566" y="937644"/>
                  </a:moveTo>
                  <a:lnTo>
                    <a:pt x="1397928" y="994643"/>
                  </a:lnTo>
                  <a:lnTo>
                    <a:pt x="1460935" y="951556"/>
                  </a:lnTo>
                  <a:close/>
                  <a:moveTo>
                    <a:pt x="1441931" y="856766"/>
                  </a:moveTo>
                  <a:lnTo>
                    <a:pt x="1466181" y="943221"/>
                  </a:lnTo>
                  <a:lnTo>
                    <a:pt x="1445652" y="861006"/>
                  </a:lnTo>
                  <a:close/>
                  <a:moveTo>
                    <a:pt x="1441931" y="856766"/>
                  </a:moveTo>
                  <a:lnTo>
                    <a:pt x="1465566" y="937644"/>
                  </a:lnTo>
                  <a:lnTo>
                    <a:pt x="1466181" y="943221"/>
                  </a:lnTo>
                  <a:close/>
                  <a:moveTo>
                    <a:pt x="1425723" y="769851"/>
                  </a:moveTo>
                  <a:lnTo>
                    <a:pt x="1435461" y="740355"/>
                  </a:lnTo>
                  <a:lnTo>
                    <a:pt x="1396810" y="775263"/>
                  </a:lnTo>
                  <a:close/>
                  <a:moveTo>
                    <a:pt x="1425723" y="769851"/>
                  </a:moveTo>
                  <a:lnTo>
                    <a:pt x="1441931" y="856766"/>
                  </a:lnTo>
                  <a:lnTo>
                    <a:pt x="1445652" y="861006"/>
                  </a:lnTo>
                  <a:close/>
                  <a:moveTo>
                    <a:pt x="1435461" y="740355"/>
                  </a:moveTo>
                  <a:lnTo>
                    <a:pt x="1425723" y="769851"/>
                  </a:lnTo>
                  <a:lnTo>
                    <a:pt x="1445739" y="67953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41" name="Candidate_density__2060">
              <a:extLst>
                <a:ext uri="{FF2B5EF4-FFF2-40B4-BE49-F238E27FC236}">
                  <a16:creationId xmlns:a16="http://schemas.microsoft.com/office/drawing/2014/main" id="{8A05B1CF-19A8-8D9F-1C8F-71FAF35EA095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316537"/>
              <a:ext cx="2123910" cy="2786361"/>
            </a:xfrm>
            <a:custGeom>
              <a:avLst/>
              <a:gdLst/>
              <a:ahLst/>
              <a:cxnLst/>
              <a:rect l="0" t="0" r="0" b="0"/>
              <a:pathLst>
                <a:path w="2123910" h="2786361">
                  <a:moveTo>
                    <a:pt x="57989" y="2393769"/>
                  </a:moveTo>
                  <a:lnTo>
                    <a:pt x="49351" y="2397696"/>
                  </a:lnTo>
                  <a:lnTo>
                    <a:pt x="107978" y="2387452"/>
                  </a:lnTo>
                  <a:close/>
                  <a:moveTo>
                    <a:pt x="49351" y="2397696"/>
                  </a:moveTo>
                  <a:lnTo>
                    <a:pt x="0" y="2477599"/>
                  </a:lnTo>
                  <a:lnTo>
                    <a:pt x="107978" y="2387452"/>
                  </a:lnTo>
                  <a:close/>
                  <a:moveTo>
                    <a:pt x="107978" y="2387452"/>
                  </a:moveTo>
                  <a:lnTo>
                    <a:pt x="0" y="2477599"/>
                  </a:lnTo>
                  <a:lnTo>
                    <a:pt x="49596" y="2441474"/>
                  </a:lnTo>
                  <a:close/>
                  <a:moveTo>
                    <a:pt x="57989" y="2393769"/>
                  </a:moveTo>
                  <a:lnTo>
                    <a:pt x="107978" y="2387452"/>
                  </a:lnTo>
                  <a:lnTo>
                    <a:pt x="180295" y="2379176"/>
                  </a:lnTo>
                  <a:close/>
                  <a:moveTo>
                    <a:pt x="313992" y="2169983"/>
                  </a:moveTo>
                  <a:lnTo>
                    <a:pt x="263453" y="2200171"/>
                  </a:lnTo>
                  <a:lnTo>
                    <a:pt x="350435" y="2177107"/>
                  </a:lnTo>
                  <a:close/>
                  <a:moveTo>
                    <a:pt x="471378" y="1876653"/>
                  </a:moveTo>
                  <a:lnTo>
                    <a:pt x="458390" y="1958868"/>
                  </a:lnTo>
                  <a:lnTo>
                    <a:pt x="552702" y="1920432"/>
                  </a:lnTo>
                  <a:close/>
                  <a:moveTo>
                    <a:pt x="471378" y="1876653"/>
                  </a:moveTo>
                  <a:lnTo>
                    <a:pt x="552702" y="1920432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471378" y="1876653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512872" y="1838216"/>
                  </a:lnTo>
                  <a:lnTo>
                    <a:pt x="508350" y="1756001"/>
                  </a:lnTo>
                  <a:close/>
                  <a:moveTo>
                    <a:pt x="517088" y="1726403"/>
                  </a:moveTo>
                  <a:lnTo>
                    <a:pt x="449237" y="1794438"/>
                  </a:lnTo>
                  <a:lnTo>
                    <a:pt x="508350" y="1756001"/>
                  </a:lnTo>
                  <a:close/>
                  <a:moveTo>
                    <a:pt x="1493899" y="2786361"/>
                  </a:moveTo>
                  <a:lnTo>
                    <a:pt x="1517502" y="2743664"/>
                  </a:lnTo>
                  <a:lnTo>
                    <a:pt x="1429246" y="2742583"/>
                  </a:lnTo>
                  <a:close/>
                  <a:moveTo>
                    <a:pt x="512872" y="1838216"/>
                  </a:moveTo>
                  <a:lnTo>
                    <a:pt x="576124" y="1914626"/>
                  </a:lnTo>
                  <a:lnTo>
                    <a:pt x="577095" y="1813744"/>
                  </a:lnTo>
                  <a:close/>
                  <a:moveTo>
                    <a:pt x="512872" y="1838216"/>
                  </a:moveTo>
                  <a:lnTo>
                    <a:pt x="552702" y="1920432"/>
                  </a:lnTo>
                  <a:lnTo>
                    <a:pt x="576124" y="1914626"/>
                  </a:lnTo>
                  <a:close/>
                  <a:moveTo>
                    <a:pt x="508350" y="1756001"/>
                  </a:moveTo>
                  <a:lnTo>
                    <a:pt x="577095" y="1813744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12872" y="1838216"/>
                  </a:lnTo>
                  <a:lnTo>
                    <a:pt x="577095" y="1813744"/>
                  </a:lnTo>
                  <a:close/>
                  <a:moveTo>
                    <a:pt x="577095" y="1813744"/>
                  </a:moveTo>
                  <a:lnTo>
                    <a:pt x="646356" y="1717937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49371" y="1736191"/>
                  </a:lnTo>
                  <a:lnTo>
                    <a:pt x="517088" y="1726403"/>
                  </a:lnTo>
                  <a:close/>
                  <a:moveTo>
                    <a:pt x="517088" y="1726403"/>
                  </a:moveTo>
                  <a:lnTo>
                    <a:pt x="549371" y="1736191"/>
                  </a:lnTo>
                  <a:lnTo>
                    <a:pt x="585496" y="1703513"/>
                  </a:lnTo>
                  <a:close/>
                  <a:moveTo>
                    <a:pt x="774815" y="1774186"/>
                  </a:moveTo>
                  <a:lnTo>
                    <a:pt x="756452" y="1848827"/>
                  </a:lnTo>
                  <a:lnTo>
                    <a:pt x="814786" y="1761344"/>
                  </a:lnTo>
                  <a:close/>
                  <a:moveTo>
                    <a:pt x="849484" y="1702797"/>
                  </a:moveTo>
                  <a:lnTo>
                    <a:pt x="774815" y="1774186"/>
                  </a:lnTo>
                  <a:lnTo>
                    <a:pt x="814786" y="1761344"/>
                  </a:lnTo>
                  <a:close/>
                  <a:moveTo>
                    <a:pt x="398942" y="1470920"/>
                  </a:moveTo>
                  <a:lnTo>
                    <a:pt x="480569" y="1531351"/>
                  </a:lnTo>
                  <a:lnTo>
                    <a:pt x="456510" y="1450817"/>
                  </a:lnTo>
                  <a:close/>
                  <a:moveTo>
                    <a:pt x="456510" y="1450817"/>
                  </a:moveTo>
                  <a:lnTo>
                    <a:pt x="422209" y="1435118"/>
                  </a:lnTo>
                  <a:lnTo>
                    <a:pt x="398942" y="1470920"/>
                  </a:lnTo>
                  <a:close/>
                  <a:moveTo>
                    <a:pt x="528056" y="1353152"/>
                  </a:moveTo>
                  <a:lnTo>
                    <a:pt x="429639" y="1388704"/>
                  </a:lnTo>
                  <a:lnTo>
                    <a:pt x="535287" y="1364043"/>
                  </a:lnTo>
                  <a:close/>
                  <a:moveTo>
                    <a:pt x="429639" y="1388704"/>
                  </a:moveTo>
                  <a:lnTo>
                    <a:pt x="422209" y="1435118"/>
                  </a:lnTo>
                  <a:lnTo>
                    <a:pt x="535287" y="1364043"/>
                  </a:lnTo>
                  <a:close/>
                  <a:moveTo>
                    <a:pt x="535287" y="1364043"/>
                  </a:moveTo>
                  <a:lnTo>
                    <a:pt x="422209" y="1435118"/>
                  </a:lnTo>
                  <a:lnTo>
                    <a:pt x="507966" y="1432483"/>
                  </a:lnTo>
                  <a:close/>
                  <a:moveTo>
                    <a:pt x="507966" y="1432483"/>
                  </a:moveTo>
                  <a:lnTo>
                    <a:pt x="422209" y="1435118"/>
                  </a:lnTo>
                  <a:lnTo>
                    <a:pt x="456510" y="1450817"/>
                  </a:lnTo>
                  <a:close/>
                  <a:moveTo>
                    <a:pt x="814786" y="1761344"/>
                  </a:moveTo>
                  <a:lnTo>
                    <a:pt x="920002" y="1816836"/>
                  </a:lnTo>
                  <a:lnTo>
                    <a:pt x="898918" y="1733884"/>
                  </a:lnTo>
                  <a:close/>
                  <a:moveTo>
                    <a:pt x="920002" y="1816836"/>
                  </a:moveTo>
                  <a:lnTo>
                    <a:pt x="986592" y="1723200"/>
                  </a:lnTo>
                  <a:lnTo>
                    <a:pt x="898918" y="1733884"/>
                  </a:lnTo>
                  <a:close/>
                  <a:moveTo>
                    <a:pt x="849484" y="1702797"/>
                  </a:moveTo>
                  <a:lnTo>
                    <a:pt x="814786" y="1761344"/>
                  </a:lnTo>
                  <a:lnTo>
                    <a:pt x="898918" y="1733884"/>
                  </a:lnTo>
                  <a:close/>
                  <a:moveTo>
                    <a:pt x="535287" y="1364043"/>
                  </a:moveTo>
                  <a:lnTo>
                    <a:pt x="507966" y="1432483"/>
                  </a:lnTo>
                  <a:lnTo>
                    <a:pt x="572592" y="1417037"/>
                  </a:lnTo>
                  <a:close/>
                  <a:moveTo>
                    <a:pt x="665853" y="1358344"/>
                  </a:moveTo>
                  <a:lnTo>
                    <a:pt x="572592" y="1417037"/>
                  </a:lnTo>
                  <a:lnTo>
                    <a:pt x="646675" y="1394046"/>
                  </a:lnTo>
                  <a:close/>
                  <a:moveTo>
                    <a:pt x="535287" y="1364043"/>
                  </a:moveTo>
                  <a:lnTo>
                    <a:pt x="572592" y="1417037"/>
                  </a:lnTo>
                  <a:lnTo>
                    <a:pt x="665853" y="1358344"/>
                  </a:lnTo>
                  <a:close/>
                  <a:moveTo>
                    <a:pt x="1093064" y="1625783"/>
                  </a:moveTo>
                  <a:lnTo>
                    <a:pt x="987173" y="1722907"/>
                  </a:lnTo>
                  <a:lnTo>
                    <a:pt x="1071240" y="1684471"/>
                  </a:lnTo>
                  <a:close/>
                  <a:moveTo>
                    <a:pt x="777057" y="1280260"/>
                  </a:moveTo>
                  <a:lnTo>
                    <a:pt x="722166" y="1311831"/>
                  </a:lnTo>
                  <a:lnTo>
                    <a:pt x="665853" y="1358344"/>
                  </a:lnTo>
                  <a:close/>
                  <a:moveTo>
                    <a:pt x="699891" y="379713"/>
                  </a:moveTo>
                  <a:lnTo>
                    <a:pt x="710223" y="297498"/>
                  </a:lnTo>
                  <a:lnTo>
                    <a:pt x="683871" y="386239"/>
                  </a:lnTo>
                  <a:close/>
                  <a:moveTo>
                    <a:pt x="710223" y="297498"/>
                  </a:moveTo>
                  <a:lnTo>
                    <a:pt x="634469" y="326310"/>
                  </a:lnTo>
                  <a:lnTo>
                    <a:pt x="683871" y="386239"/>
                  </a:lnTo>
                  <a:close/>
                  <a:moveTo>
                    <a:pt x="1319735" y="1055143"/>
                  </a:moveTo>
                  <a:lnTo>
                    <a:pt x="1290758" y="1119649"/>
                  </a:lnTo>
                  <a:lnTo>
                    <a:pt x="1360694" y="1100376"/>
                  </a:lnTo>
                  <a:close/>
                  <a:moveTo>
                    <a:pt x="1185265" y="790789"/>
                  </a:moveTo>
                  <a:lnTo>
                    <a:pt x="1290718" y="834567"/>
                  </a:lnTo>
                  <a:lnTo>
                    <a:pt x="1260631" y="752352"/>
                  </a:lnTo>
                  <a:close/>
                  <a:moveTo>
                    <a:pt x="710223" y="297498"/>
                  </a:moveTo>
                  <a:lnTo>
                    <a:pt x="802844" y="350108"/>
                  </a:lnTo>
                  <a:lnTo>
                    <a:pt x="770755" y="276104"/>
                  </a:lnTo>
                  <a:close/>
                  <a:moveTo>
                    <a:pt x="710223" y="297498"/>
                  </a:moveTo>
                  <a:lnTo>
                    <a:pt x="699891" y="379713"/>
                  </a:lnTo>
                  <a:lnTo>
                    <a:pt x="802844" y="350108"/>
                  </a:lnTo>
                  <a:close/>
                  <a:moveTo>
                    <a:pt x="802844" y="350108"/>
                  </a:moveTo>
                  <a:lnTo>
                    <a:pt x="860281" y="26391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710666" y="215283"/>
                  </a:lnTo>
                  <a:lnTo>
                    <a:pt x="710223" y="297498"/>
                  </a:lnTo>
                  <a:close/>
                  <a:moveTo>
                    <a:pt x="731175" y="208190"/>
                  </a:moveTo>
                  <a:lnTo>
                    <a:pt x="710666" y="21528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832165" y="186678"/>
                  </a:lnTo>
                  <a:lnTo>
                    <a:pt x="731175" y="208190"/>
                  </a:lnTo>
                  <a:close/>
                  <a:moveTo>
                    <a:pt x="752838" y="113698"/>
                  </a:moveTo>
                  <a:lnTo>
                    <a:pt x="710666" y="215283"/>
                  </a:lnTo>
                  <a:lnTo>
                    <a:pt x="731175" y="208190"/>
                  </a:lnTo>
                  <a:close/>
                  <a:moveTo>
                    <a:pt x="504986" y="50852"/>
                  </a:moveTo>
                  <a:lnTo>
                    <a:pt x="538419" y="43528"/>
                  </a:lnTo>
                  <a:lnTo>
                    <a:pt x="515809" y="0"/>
                  </a:lnTo>
                  <a:close/>
                  <a:moveTo>
                    <a:pt x="1290718" y="834567"/>
                  </a:moveTo>
                  <a:lnTo>
                    <a:pt x="1343666" y="914035"/>
                  </a:lnTo>
                  <a:lnTo>
                    <a:pt x="1331545" y="823797"/>
                  </a:lnTo>
                  <a:close/>
                  <a:moveTo>
                    <a:pt x="1341607" y="921719"/>
                  </a:moveTo>
                  <a:lnTo>
                    <a:pt x="1438481" y="878346"/>
                  </a:lnTo>
                  <a:lnTo>
                    <a:pt x="1343666" y="914035"/>
                  </a:lnTo>
                  <a:close/>
                  <a:moveTo>
                    <a:pt x="1438481" y="878346"/>
                  </a:moveTo>
                  <a:lnTo>
                    <a:pt x="1442443" y="804867"/>
                  </a:lnTo>
                  <a:lnTo>
                    <a:pt x="1343666" y="914035"/>
                  </a:lnTo>
                  <a:close/>
                  <a:moveTo>
                    <a:pt x="1343666" y="914035"/>
                  </a:moveTo>
                  <a:lnTo>
                    <a:pt x="1442443" y="804867"/>
                  </a:lnTo>
                  <a:lnTo>
                    <a:pt x="1437593" y="798174"/>
                  </a:lnTo>
                  <a:close/>
                  <a:moveTo>
                    <a:pt x="1343666" y="914035"/>
                  </a:moveTo>
                  <a:lnTo>
                    <a:pt x="1437593" y="798174"/>
                  </a:lnTo>
                  <a:lnTo>
                    <a:pt x="1331545" y="823797"/>
                  </a:lnTo>
                  <a:close/>
                  <a:moveTo>
                    <a:pt x="1260631" y="752352"/>
                  </a:moveTo>
                  <a:lnTo>
                    <a:pt x="1290718" y="834567"/>
                  </a:lnTo>
                  <a:lnTo>
                    <a:pt x="1331545" y="823797"/>
                  </a:lnTo>
                  <a:close/>
                  <a:moveTo>
                    <a:pt x="1437593" y="798174"/>
                  </a:moveTo>
                  <a:lnTo>
                    <a:pt x="1469540" y="796131"/>
                  </a:lnTo>
                  <a:lnTo>
                    <a:pt x="1436820" y="783846"/>
                  </a:lnTo>
                  <a:close/>
                  <a:moveTo>
                    <a:pt x="1437593" y="798174"/>
                  </a:moveTo>
                  <a:lnTo>
                    <a:pt x="1442443" y="804867"/>
                  </a:lnTo>
                  <a:lnTo>
                    <a:pt x="1469540" y="796131"/>
                  </a:lnTo>
                  <a:close/>
                  <a:moveTo>
                    <a:pt x="740482" y="67500"/>
                  </a:moveTo>
                  <a:lnTo>
                    <a:pt x="711060" y="94632"/>
                  </a:lnTo>
                  <a:lnTo>
                    <a:pt x="770274" y="76310"/>
                  </a:lnTo>
                  <a:close/>
                  <a:moveTo>
                    <a:pt x="1861140" y="1255671"/>
                  </a:moveTo>
                  <a:lnTo>
                    <a:pt x="1841647" y="1289421"/>
                  </a:lnTo>
                  <a:lnTo>
                    <a:pt x="1892347" y="1271389"/>
                  </a:lnTo>
                  <a:close/>
                  <a:moveTo>
                    <a:pt x="1897559" y="1207206"/>
                  </a:moveTo>
                  <a:lnTo>
                    <a:pt x="1861140" y="1255671"/>
                  </a:lnTo>
                  <a:lnTo>
                    <a:pt x="1978593" y="1200953"/>
                  </a:lnTo>
                  <a:close/>
                  <a:moveTo>
                    <a:pt x="1978593" y="1200953"/>
                  </a:moveTo>
                  <a:lnTo>
                    <a:pt x="1861140" y="1255671"/>
                  </a:lnTo>
                  <a:lnTo>
                    <a:pt x="1944964" y="1250985"/>
                  </a:lnTo>
                  <a:close/>
                  <a:moveTo>
                    <a:pt x="1944964" y="1250985"/>
                  </a:moveTo>
                  <a:lnTo>
                    <a:pt x="1861140" y="1255671"/>
                  </a:lnTo>
                  <a:lnTo>
                    <a:pt x="1892347" y="1271389"/>
                  </a:lnTo>
                  <a:close/>
                  <a:moveTo>
                    <a:pt x="1940217" y="1192971"/>
                  </a:moveTo>
                  <a:lnTo>
                    <a:pt x="1978593" y="1200953"/>
                  </a:lnTo>
                  <a:lnTo>
                    <a:pt x="2026444" y="1168770"/>
                  </a:lnTo>
                  <a:close/>
                  <a:moveTo>
                    <a:pt x="1494925" y="851657"/>
                  </a:moveTo>
                  <a:lnTo>
                    <a:pt x="1469540" y="796131"/>
                  </a:lnTo>
                  <a:lnTo>
                    <a:pt x="1442443" y="804867"/>
                  </a:lnTo>
                  <a:close/>
                  <a:moveTo>
                    <a:pt x="2021055" y="1227344"/>
                  </a:moveTo>
                  <a:lnTo>
                    <a:pt x="2119816" y="1235101"/>
                  </a:lnTo>
                  <a:lnTo>
                    <a:pt x="2111282" y="1212548"/>
                  </a:lnTo>
                  <a:close/>
                  <a:moveTo>
                    <a:pt x="1978593" y="1200953"/>
                  </a:moveTo>
                  <a:lnTo>
                    <a:pt x="1944964" y="1250985"/>
                  </a:lnTo>
                  <a:lnTo>
                    <a:pt x="2021055" y="1227344"/>
                  </a:lnTo>
                  <a:close/>
                  <a:moveTo>
                    <a:pt x="2056100" y="1159352"/>
                  </a:moveTo>
                  <a:lnTo>
                    <a:pt x="2026444" y="1168770"/>
                  </a:lnTo>
                  <a:lnTo>
                    <a:pt x="2113055" y="1209825"/>
                  </a:lnTo>
                  <a:close/>
                  <a:moveTo>
                    <a:pt x="2026444" y="1168770"/>
                  </a:moveTo>
                  <a:lnTo>
                    <a:pt x="1978593" y="1200953"/>
                  </a:lnTo>
                  <a:lnTo>
                    <a:pt x="2113055" y="1209825"/>
                  </a:lnTo>
                  <a:close/>
                  <a:moveTo>
                    <a:pt x="2113055" y="1209825"/>
                  </a:moveTo>
                  <a:lnTo>
                    <a:pt x="1978593" y="1200953"/>
                  </a:lnTo>
                  <a:lnTo>
                    <a:pt x="2111282" y="1212548"/>
                  </a:lnTo>
                  <a:close/>
                  <a:moveTo>
                    <a:pt x="2111282" y="1212548"/>
                  </a:moveTo>
                  <a:lnTo>
                    <a:pt x="1978593" y="1200953"/>
                  </a:lnTo>
                  <a:lnTo>
                    <a:pt x="2021055" y="1227344"/>
                  </a:lnTo>
                  <a:close/>
                  <a:moveTo>
                    <a:pt x="2113055" y="1209825"/>
                  </a:moveTo>
                  <a:lnTo>
                    <a:pt x="2123910" y="1212548"/>
                  </a:lnTo>
                  <a:lnTo>
                    <a:pt x="2056100" y="1159352"/>
                  </a:lnTo>
                  <a:close/>
                  <a:moveTo>
                    <a:pt x="2111282" y="1212548"/>
                  </a:moveTo>
                  <a:lnTo>
                    <a:pt x="2119816" y="1235101"/>
                  </a:lnTo>
                  <a:lnTo>
                    <a:pt x="2115187" y="1211408"/>
                  </a:lnTo>
                  <a:close/>
                  <a:moveTo>
                    <a:pt x="2113055" y="1209825"/>
                  </a:moveTo>
                  <a:lnTo>
                    <a:pt x="2111282" y="1212548"/>
                  </a:lnTo>
                  <a:lnTo>
                    <a:pt x="2115187" y="1211408"/>
                  </a:lnTo>
                  <a:close/>
                  <a:moveTo>
                    <a:pt x="2115187" y="1211408"/>
                  </a:moveTo>
                  <a:lnTo>
                    <a:pt x="2119816" y="1235101"/>
                  </a:lnTo>
                  <a:lnTo>
                    <a:pt x="2123910" y="1212548"/>
                  </a:lnTo>
                  <a:close/>
                  <a:moveTo>
                    <a:pt x="2115187" y="1211408"/>
                  </a:moveTo>
                  <a:lnTo>
                    <a:pt x="2123910" y="1212548"/>
                  </a:lnTo>
                  <a:lnTo>
                    <a:pt x="2113055" y="120982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42" name="Candidate_density__2061">
              <a:extLst>
                <a:ext uri="{FF2B5EF4-FFF2-40B4-BE49-F238E27FC236}">
                  <a16:creationId xmlns:a16="http://schemas.microsoft.com/office/drawing/2014/main" id="{984948BE-3AC3-B71E-AFBA-D49B76B41C17}"/>
                </a:ext>
              </a:extLst>
            </p:cNvPr>
            <p:cNvSpPr>
              <a:spLocks noGrp="1"/>
            </p:cNvSpPr>
            <p:nvPr/>
          </p:nvSpPr>
          <p:spPr>
            <a:xfrm>
              <a:off x="4491611" y="2277833"/>
              <a:ext cx="2265152" cy="3076939"/>
            </a:xfrm>
            <a:custGeom>
              <a:avLst/>
              <a:gdLst/>
              <a:ahLst/>
              <a:cxnLst/>
              <a:rect l="0" t="0" r="0" b="0"/>
              <a:pathLst>
                <a:path w="2265152" h="3076939">
                  <a:moveTo>
                    <a:pt x="9466" y="2562393"/>
                  </a:moveTo>
                  <a:lnTo>
                    <a:pt x="5694" y="2600829"/>
                  </a:lnTo>
                  <a:lnTo>
                    <a:pt x="91699" y="2644608"/>
                  </a:lnTo>
                  <a:close/>
                  <a:moveTo>
                    <a:pt x="274396" y="2761096"/>
                  </a:moveTo>
                  <a:lnTo>
                    <a:pt x="401385" y="2742025"/>
                  </a:lnTo>
                  <a:lnTo>
                    <a:pt x="321512" y="2722051"/>
                  </a:lnTo>
                  <a:close/>
                  <a:moveTo>
                    <a:pt x="107360" y="2606172"/>
                  </a:moveTo>
                  <a:lnTo>
                    <a:pt x="91699" y="2644608"/>
                  </a:lnTo>
                  <a:lnTo>
                    <a:pt x="96293" y="2652508"/>
                  </a:lnTo>
                  <a:close/>
                  <a:moveTo>
                    <a:pt x="551947" y="3026293"/>
                  </a:moveTo>
                  <a:lnTo>
                    <a:pt x="650838" y="2978811"/>
                  </a:lnTo>
                  <a:lnTo>
                    <a:pt x="562749" y="3006498"/>
                  </a:lnTo>
                  <a:close/>
                  <a:moveTo>
                    <a:pt x="674712" y="2991431"/>
                  </a:moveTo>
                  <a:lnTo>
                    <a:pt x="650838" y="2978811"/>
                  </a:lnTo>
                  <a:lnTo>
                    <a:pt x="551947" y="3026293"/>
                  </a:lnTo>
                  <a:close/>
                  <a:moveTo>
                    <a:pt x="635009" y="3058190"/>
                  </a:moveTo>
                  <a:lnTo>
                    <a:pt x="674712" y="2991431"/>
                  </a:lnTo>
                  <a:lnTo>
                    <a:pt x="551947" y="3026293"/>
                  </a:lnTo>
                  <a:close/>
                  <a:moveTo>
                    <a:pt x="714554" y="3076939"/>
                  </a:moveTo>
                  <a:lnTo>
                    <a:pt x="743577" y="2980673"/>
                  </a:lnTo>
                  <a:lnTo>
                    <a:pt x="674712" y="2991431"/>
                  </a:lnTo>
                  <a:close/>
                  <a:moveTo>
                    <a:pt x="635009" y="3058190"/>
                  </a:moveTo>
                  <a:lnTo>
                    <a:pt x="714554" y="3076939"/>
                  </a:lnTo>
                  <a:lnTo>
                    <a:pt x="674712" y="2991431"/>
                  </a:lnTo>
                  <a:close/>
                  <a:moveTo>
                    <a:pt x="743577" y="2980673"/>
                  </a:moveTo>
                  <a:lnTo>
                    <a:pt x="693806" y="2921044"/>
                  </a:lnTo>
                  <a:lnTo>
                    <a:pt x="725667" y="2978811"/>
                  </a:lnTo>
                  <a:close/>
                  <a:moveTo>
                    <a:pt x="693806" y="2921044"/>
                  </a:moveTo>
                  <a:lnTo>
                    <a:pt x="680361" y="2896595"/>
                  </a:lnTo>
                  <a:lnTo>
                    <a:pt x="725667" y="2978811"/>
                  </a:lnTo>
                  <a:close/>
                  <a:moveTo>
                    <a:pt x="420454" y="2661222"/>
                  </a:moveTo>
                  <a:lnTo>
                    <a:pt x="401385" y="2742025"/>
                  </a:lnTo>
                  <a:lnTo>
                    <a:pt x="488392" y="2766672"/>
                  </a:lnTo>
                  <a:close/>
                  <a:moveTo>
                    <a:pt x="420454" y="2661222"/>
                  </a:moveTo>
                  <a:lnTo>
                    <a:pt x="321512" y="2722051"/>
                  </a:lnTo>
                  <a:lnTo>
                    <a:pt x="401385" y="2742025"/>
                  </a:lnTo>
                  <a:close/>
                  <a:moveTo>
                    <a:pt x="420454" y="2661222"/>
                  </a:moveTo>
                  <a:lnTo>
                    <a:pt x="341311" y="2664971"/>
                  </a:lnTo>
                  <a:lnTo>
                    <a:pt x="321512" y="2722051"/>
                  </a:lnTo>
                  <a:close/>
                  <a:moveTo>
                    <a:pt x="667728" y="2881652"/>
                  </a:moveTo>
                  <a:lnTo>
                    <a:pt x="725667" y="2978811"/>
                  </a:lnTo>
                  <a:lnTo>
                    <a:pt x="680361" y="2896595"/>
                  </a:lnTo>
                  <a:close/>
                  <a:moveTo>
                    <a:pt x="667728" y="2881652"/>
                  </a:moveTo>
                  <a:lnTo>
                    <a:pt x="679247" y="2972380"/>
                  </a:lnTo>
                  <a:lnTo>
                    <a:pt x="725667" y="2978811"/>
                  </a:lnTo>
                  <a:close/>
                  <a:moveTo>
                    <a:pt x="667728" y="2881652"/>
                  </a:moveTo>
                  <a:lnTo>
                    <a:pt x="680361" y="2896595"/>
                  </a:lnTo>
                  <a:lnTo>
                    <a:pt x="640080" y="2861946"/>
                  </a:lnTo>
                  <a:close/>
                  <a:moveTo>
                    <a:pt x="338243" y="2267096"/>
                  </a:moveTo>
                  <a:lnTo>
                    <a:pt x="410994" y="2347545"/>
                  </a:lnTo>
                  <a:lnTo>
                    <a:pt x="430144" y="2252974"/>
                  </a:lnTo>
                  <a:close/>
                  <a:moveTo>
                    <a:pt x="418780" y="2326432"/>
                  </a:moveTo>
                  <a:lnTo>
                    <a:pt x="410994" y="2347545"/>
                  </a:lnTo>
                  <a:lnTo>
                    <a:pt x="338243" y="2267096"/>
                  </a:lnTo>
                  <a:close/>
                  <a:moveTo>
                    <a:pt x="485302" y="2268724"/>
                  </a:moveTo>
                  <a:lnTo>
                    <a:pt x="430144" y="2252974"/>
                  </a:lnTo>
                  <a:lnTo>
                    <a:pt x="410994" y="2347545"/>
                  </a:lnTo>
                  <a:close/>
                  <a:moveTo>
                    <a:pt x="601483" y="2287234"/>
                  </a:moveTo>
                  <a:lnTo>
                    <a:pt x="560738" y="2207396"/>
                  </a:lnTo>
                  <a:lnTo>
                    <a:pt x="548738" y="2244217"/>
                  </a:lnTo>
                  <a:close/>
                  <a:moveTo>
                    <a:pt x="563588" y="2209008"/>
                  </a:moveTo>
                  <a:lnTo>
                    <a:pt x="560738" y="2207396"/>
                  </a:lnTo>
                  <a:lnTo>
                    <a:pt x="601483" y="2287234"/>
                  </a:lnTo>
                  <a:close/>
                  <a:moveTo>
                    <a:pt x="386406" y="2162002"/>
                  </a:moveTo>
                  <a:lnTo>
                    <a:pt x="427766" y="2195048"/>
                  </a:lnTo>
                  <a:lnTo>
                    <a:pt x="360393" y="2148996"/>
                  </a:lnTo>
                  <a:close/>
                  <a:moveTo>
                    <a:pt x="386406" y="2162002"/>
                  </a:moveTo>
                  <a:lnTo>
                    <a:pt x="360393" y="2148996"/>
                  </a:lnTo>
                  <a:lnTo>
                    <a:pt x="322763" y="2079497"/>
                  </a:lnTo>
                  <a:close/>
                  <a:moveTo>
                    <a:pt x="742700" y="2180649"/>
                  </a:moveTo>
                  <a:lnTo>
                    <a:pt x="730398" y="2090557"/>
                  </a:lnTo>
                  <a:lnTo>
                    <a:pt x="718164" y="2167344"/>
                  </a:lnTo>
                  <a:close/>
                  <a:moveTo>
                    <a:pt x="730398" y="2090557"/>
                  </a:moveTo>
                  <a:lnTo>
                    <a:pt x="717888" y="2085129"/>
                  </a:lnTo>
                  <a:lnTo>
                    <a:pt x="718164" y="2167344"/>
                  </a:lnTo>
                  <a:close/>
                  <a:moveTo>
                    <a:pt x="557289" y="2010016"/>
                  </a:moveTo>
                  <a:lnTo>
                    <a:pt x="638437" y="1994997"/>
                  </a:lnTo>
                  <a:lnTo>
                    <a:pt x="571703" y="1958797"/>
                  </a:lnTo>
                  <a:close/>
                  <a:moveTo>
                    <a:pt x="647972" y="2002914"/>
                  </a:moveTo>
                  <a:lnTo>
                    <a:pt x="571703" y="1958797"/>
                  </a:lnTo>
                  <a:lnTo>
                    <a:pt x="638437" y="1994997"/>
                  </a:lnTo>
                  <a:close/>
                  <a:moveTo>
                    <a:pt x="691949" y="2061224"/>
                  </a:moveTo>
                  <a:lnTo>
                    <a:pt x="718164" y="2167344"/>
                  </a:lnTo>
                  <a:lnTo>
                    <a:pt x="717888" y="2085129"/>
                  </a:lnTo>
                  <a:close/>
                  <a:moveTo>
                    <a:pt x="646726" y="1997897"/>
                  </a:moveTo>
                  <a:lnTo>
                    <a:pt x="717888" y="2085129"/>
                  </a:lnTo>
                  <a:lnTo>
                    <a:pt x="647972" y="2002914"/>
                  </a:lnTo>
                  <a:close/>
                  <a:moveTo>
                    <a:pt x="646726" y="1997897"/>
                  </a:moveTo>
                  <a:lnTo>
                    <a:pt x="691949" y="2061224"/>
                  </a:lnTo>
                  <a:lnTo>
                    <a:pt x="717888" y="2085129"/>
                  </a:lnTo>
                  <a:close/>
                  <a:moveTo>
                    <a:pt x="445406" y="1640014"/>
                  </a:moveTo>
                  <a:lnTo>
                    <a:pt x="484379" y="1697656"/>
                  </a:lnTo>
                  <a:lnTo>
                    <a:pt x="514579" y="1744461"/>
                  </a:lnTo>
                  <a:close/>
                  <a:moveTo>
                    <a:pt x="408342" y="1570054"/>
                  </a:moveTo>
                  <a:lnTo>
                    <a:pt x="389606" y="1621971"/>
                  </a:lnTo>
                  <a:lnTo>
                    <a:pt x="467301" y="1674053"/>
                  </a:lnTo>
                  <a:close/>
                  <a:moveTo>
                    <a:pt x="1321099" y="2229803"/>
                  </a:moveTo>
                  <a:lnTo>
                    <a:pt x="1302680" y="2228539"/>
                  </a:lnTo>
                  <a:lnTo>
                    <a:pt x="1399444" y="2298680"/>
                  </a:lnTo>
                  <a:close/>
                  <a:moveTo>
                    <a:pt x="1399444" y="2298680"/>
                  </a:moveTo>
                  <a:lnTo>
                    <a:pt x="1302680" y="2228539"/>
                  </a:lnTo>
                  <a:lnTo>
                    <a:pt x="1294813" y="2254901"/>
                  </a:lnTo>
                  <a:close/>
                  <a:moveTo>
                    <a:pt x="1168507" y="2076843"/>
                  </a:moveTo>
                  <a:lnTo>
                    <a:pt x="1227938" y="2134250"/>
                  </a:lnTo>
                  <a:lnTo>
                    <a:pt x="1217482" y="2121051"/>
                  </a:lnTo>
                  <a:close/>
                  <a:moveTo>
                    <a:pt x="1168507" y="2076843"/>
                  </a:moveTo>
                  <a:lnTo>
                    <a:pt x="1250645" y="2170750"/>
                  </a:lnTo>
                  <a:lnTo>
                    <a:pt x="1227938" y="2134250"/>
                  </a:lnTo>
                  <a:close/>
                  <a:moveTo>
                    <a:pt x="498627" y="1229884"/>
                  </a:moveTo>
                  <a:lnTo>
                    <a:pt x="437873" y="1156827"/>
                  </a:lnTo>
                  <a:lnTo>
                    <a:pt x="388237" y="1186447"/>
                  </a:lnTo>
                  <a:close/>
                  <a:moveTo>
                    <a:pt x="379105" y="1186105"/>
                  </a:moveTo>
                  <a:lnTo>
                    <a:pt x="433533" y="1140600"/>
                  </a:lnTo>
                  <a:lnTo>
                    <a:pt x="337352" y="1066714"/>
                  </a:lnTo>
                  <a:close/>
                  <a:moveTo>
                    <a:pt x="358438" y="1075033"/>
                  </a:moveTo>
                  <a:lnTo>
                    <a:pt x="337352" y="1066714"/>
                  </a:lnTo>
                  <a:lnTo>
                    <a:pt x="383867" y="1089491"/>
                  </a:lnTo>
                  <a:close/>
                  <a:moveTo>
                    <a:pt x="1305310" y="2216465"/>
                  </a:moveTo>
                  <a:lnTo>
                    <a:pt x="1302680" y="2228539"/>
                  </a:lnTo>
                  <a:lnTo>
                    <a:pt x="1321099" y="2229803"/>
                  </a:lnTo>
                  <a:close/>
                  <a:moveTo>
                    <a:pt x="1305310" y="2216465"/>
                  </a:moveTo>
                  <a:lnTo>
                    <a:pt x="1250645" y="2170750"/>
                  </a:lnTo>
                  <a:lnTo>
                    <a:pt x="1302680" y="2228539"/>
                  </a:lnTo>
                  <a:close/>
                  <a:moveTo>
                    <a:pt x="1305310" y="2216465"/>
                  </a:moveTo>
                  <a:lnTo>
                    <a:pt x="1227938" y="2134250"/>
                  </a:lnTo>
                  <a:lnTo>
                    <a:pt x="1250645" y="2170750"/>
                  </a:lnTo>
                  <a:close/>
                  <a:moveTo>
                    <a:pt x="1143839" y="2052035"/>
                  </a:moveTo>
                  <a:lnTo>
                    <a:pt x="1168507" y="2076843"/>
                  </a:lnTo>
                  <a:lnTo>
                    <a:pt x="1217482" y="2121051"/>
                  </a:lnTo>
                  <a:close/>
                  <a:moveTo>
                    <a:pt x="1779191" y="2589104"/>
                  </a:moveTo>
                  <a:lnTo>
                    <a:pt x="1814845" y="2682548"/>
                  </a:lnTo>
                  <a:lnTo>
                    <a:pt x="1865446" y="2656535"/>
                  </a:lnTo>
                  <a:close/>
                  <a:moveTo>
                    <a:pt x="1779191" y="2589104"/>
                  </a:moveTo>
                  <a:lnTo>
                    <a:pt x="1771803" y="2627540"/>
                  </a:lnTo>
                  <a:lnTo>
                    <a:pt x="1814845" y="2682548"/>
                  </a:lnTo>
                  <a:close/>
                  <a:moveTo>
                    <a:pt x="1638229" y="2364324"/>
                  </a:moveTo>
                  <a:lnTo>
                    <a:pt x="1607549" y="2342459"/>
                  </a:lnTo>
                  <a:lnTo>
                    <a:pt x="1512235" y="2387112"/>
                  </a:lnTo>
                  <a:close/>
                  <a:moveTo>
                    <a:pt x="1585887" y="2383826"/>
                  </a:moveTo>
                  <a:lnTo>
                    <a:pt x="1638229" y="2364324"/>
                  </a:lnTo>
                  <a:lnTo>
                    <a:pt x="1512235" y="2387112"/>
                  </a:lnTo>
                  <a:close/>
                  <a:moveTo>
                    <a:pt x="1517862" y="2374969"/>
                  </a:moveTo>
                  <a:lnTo>
                    <a:pt x="1607549" y="2342459"/>
                  </a:lnTo>
                  <a:lnTo>
                    <a:pt x="1627885" y="2325648"/>
                  </a:lnTo>
                  <a:close/>
                  <a:moveTo>
                    <a:pt x="1321099" y="2229803"/>
                  </a:moveTo>
                  <a:lnTo>
                    <a:pt x="1399444" y="2298680"/>
                  </a:lnTo>
                  <a:lnTo>
                    <a:pt x="1367518" y="2188152"/>
                  </a:lnTo>
                  <a:close/>
                  <a:moveTo>
                    <a:pt x="1435372" y="2181255"/>
                  </a:moveTo>
                  <a:lnTo>
                    <a:pt x="1399444" y="2298680"/>
                  </a:lnTo>
                  <a:lnTo>
                    <a:pt x="1428621" y="2286836"/>
                  </a:lnTo>
                  <a:close/>
                  <a:moveTo>
                    <a:pt x="1227938" y="2134250"/>
                  </a:moveTo>
                  <a:lnTo>
                    <a:pt x="1325307" y="2095813"/>
                  </a:lnTo>
                  <a:lnTo>
                    <a:pt x="1217482" y="2121051"/>
                  </a:lnTo>
                  <a:close/>
                  <a:moveTo>
                    <a:pt x="1407914" y="2103486"/>
                  </a:moveTo>
                  <a:lnTo>
                    <a:pt x="1362628" y="2040210"/>
                  </a:lnTo>
                  <a:lnTo>
                    <a:pt x="1364724" y="2095813"/>
                  </a:lnTo>
                  <a:close/>
                  <a:moveTo>
                    <a:pt x="1362628" y="2040210"/>
                  </a:moveTo>
                  <a:lnTo>
                    <a:pt x="1341842" y="2013598"/>
                  </a:lnTo>
                  <a:lnTo>
                    <a:pt x="1364724" y="2095813"/>
                  </a:lnTo>
                  <a:close/>
                  <a:moveTo>
                    <a:pt x="1690267" y="2424674"/>
                  </a:moveTo>
                  <a:lnTo>
                    <a:pt x="1702527" y="2386237"/>
                  </a:lnTo>
                  <a:lnTo>
                    <a:pt x="1638229" y="2364324"/>
                  </a:lnTo>
                  <a:close/>
                  <a:moveTo>
                    <a:pt x="1638229" y="2364324"/>
                  </a:moveTo>
                  <a:lnTo>
                    <a:pt x="1582860" y="2322126"/>
                  </a:lnTo>
                  <a:lnTo>
                    <a:pt x="1607549" y="2342459"/>
                  </a:lnTo>
                  <a:close/>
                  <a:moveTo>
                    <a:pt x="803229" y="1330701"/>
                  </a:moveTo>
                  <a:lnTo>
                    <a:pt x="845227" y="1355877"/>
                  </a:lnTo>
                  <a:lnTo>
                    <a:pt x="759935" y="1309786"/>
                  </a:lnTo>
                  <a:close/>
                  <a:moveTo>
                    <a:pt x="832635" y="1167203"/>
                  </a:moveTo>
                  <a:lnTo>
                    <a:pt x="873188" y="1235226"/>
                  </a:lnTo>
                  <a:lnTo>
                    <a:pt x="871243" y="1232091"/>
                  </a:lnTo>
                  <a:close/>
                  <a:moveTo>
                    <a:pt x="5763" y="253685"/>
                  </a:moveTo>
                  <a:lnTo>
                    <a:pt x="0" y="203919"/>
                  </a:lnTo>
                  <a:lnTo>
                    <a:pt x="31584" y="193192"/>
                  </a:lnTo>
                  <a:close/>
                  <a:moveTo>
                    <a:pt x="52720" y="276101"/>
                  </a:moveTo>
                  <a:lnTo>
                    <a:pt x="5763" y="253685"/>
                  </a:lnTo>
                  <a:lnTo>
                    <a:pt x="31584" y="193192"/>
                  </a:lnTo>
                  <a:close/>
                  <a:moveTo>
                    <a:pt x="1990890" y="2533050"/>
                  </a:moveTo>
                  <a:lnTo>
                    <a:pt x="1985292" y="2610757"/>
                  </a:lnTo>
                  <a:lnTo>
                    <a:pt x="2001685" y="2550667"/>
                  </a:lnTo>
                  <a:close/>
                  <a:moveTo>
                    <a:pt x="1949510" y="2466599"/>
                  </a:moveTo>
                  <a:lnTo>
                    <a:pt x="2001685" y="2550667"/>
                  </a:lnTo>
                  <a:lnTo>
                    <a:pt x="1952497" y="2468452"/>
                  </a:lnTo>
                  <a:close/>
                  <a:moveTo>
                    <a:pt x="1863639" y="2375726"/>
                  </a:moveTo>
                  <a:lnTo>
                    <a:pt x="1945431" y="2461725"/>
                  </a:lnTo>
                  <a:lnTo>
                    <a:pt x="1890475" y="2386237"/>
                  </a:lnTo>
                  <a:close/>
                  <a:moveTo>
                    <a:pt x="1778772" y="2284038"/>
                  </a:moveTo>
                  <a:lnTo>
                    <a:pt x="1839281" y="2343505"/>
                  </a:lnTo>
                  <a:lnTo>
                    <a:pt x="1810232" y="2304022"/>
                  </a:lnTo>
                  <a:close/>
                  <a:moveTo>
                    <a:pt x="1863639" y="2375726"/>
                  </a:moveTo>
                  <a:lnTo>
                    <a:pt x="1839281" y="2343505"/>
                  </a:lnTo>
                  <a:lnTo>
                    <a:pt x="1778772" y="2284038"/>
                  </a:lnTo>
                  <a:close/>
                  <a:moveTo>
                    <a:pt x="1863639" y="2375726"/>
                  </a:moveTo>
                  <a:lnTo>
                    <a:pt x="1890475" y="2386237"/>
                  </a:lnTo>
                  <a:lnTo>
                    <a:pt x="1839281" y="2343505"/>
                  </a:lnTo>
                  <a:close/>
                  <a:moveTo>
                    <a:pt x="1597830" y="1998075"/>
                  </a:moveTo>
                  <a:lnTo>
                    <a:pt x="1548264" y="1949883"/>
                  </a:lnTo>
                  <a:lnTo>
                    <a:pt x="1559920" y="1975162"/>
                  </a:lnTo>
                  <a:close/>
                  <a:moveTo>
                    <a:pt x="1548264" y="1949883"/>
                  </a:moveTo>
                  <a:lnTo>
                    <a:pt x="1546059" y="1867969"/>
                  </a:lnTo>
                  <a:lnTo>
                    <a:pt x="1559920" y="1975162"/>
                  </a:lnTo>
                  <a:close/>
                  <a:moveTo>
                    <a:pt x="1559920" y="1975162"/>
                  </a:moveTo>
                  <a:lnTo>
                    <a:pt x="1546059" y="1867969"/>
                  </a:lnTo>
                  <a:lnTo>
                    <a:pt x="1548415" y="1854510"/>
                  </a:lnTo>
                  <a:close/>
                  <a:moveTo>
                    <a:pt x="1472333" y="1772295"/>
                  </a:moveTo>
                  <a:lnTo>
                    <a:pt x="1445005" y="1810731"/>
                  </a:lnTo>
                  <a:lnTo>
                    <a:pt x="1488784" y="1869029"/>
                  </a:lnTo>
                  <a:close/>
                  <a:moveTo>
                    <a:pt x="981964" y="1279004"/>
                  </a:moveTo>
                  <a:lnTo>
                    <a:pt x="873188" y="1235226"/>
                  </a:lnTo>
                  <a:lnTo>
                    <a:pt x="940009" y="1317440"/>
                  </a:lnTo>
                  <a:close/>
                  <a:moveTo>
                    <a:pt x="813076" y="1153011"/>
                  </a:moveTo>
                  <a:lnTo>
                    <a:pt x="871243" y="1232091"/>
                  </a:lnTo>
                  <a:lnTo>
                    <a:pt x="898619" y="1196789"/>
                  </a:lnTo>
                  <a:close/>
                  <a:moveTo>
                    <a:pt x="155479" y="330859"/>
                  </a:moveTo>
                  <a:lnTo>
                    <a:pt x="207074" y="211207"/>
                  </a:lnTo>
                  <a:lnTo>
                    <a:pt x="202426" y="210208"/>
                  </a:lnTo>
                  <a:close/>
                  <a:moveTo>
                    <a:pt x="202426" y="210208"/>
                  </a:moveTo>
                  <a:lnTo>
                    <a:pt x="210009" y="216591"/>
                  </a:lnTo>
                  <a:lnTo>
                    <a:pt x="155479" y="330859"/>
                  </a:lnTo>
                  <a:close/>
                  <a:moveTo>
                    <a:pt x="176974" y="135585"/>
                  </a:moveTo>
                  <a:lnTo>
                    <a:pt x="155897" y="52628"/>
                  </a:lnTo>
                  <a:lnTo>
                    <a:pt x="141315" y="127993"/>
                  </a:lnTo>
                  <a:close/>
                  <a:moveTo>
                    <a:pt x="1546059" y="1867969"/>
                  </a:moveTo>
                  <a:lnTo>
                    <a:pt x="1548264" y="1949883"/>
                  </a:lnTo>
                  <a:lnTo>
                    <a:pt x="1543979" y="1936726"/>
                  </a:lnTo>
                  <a:close/>
                  <a:moveTo>
                    <a:pt x="2165112" y="2391579"/>
                  </a:moveTo>
                  <a:lnTo>
                    <a:pt x="2163452" y="2504350"/>
                  </a:lnTo>
                  <a:lnTo>
                    <a:pt x="2202817" y="2436328"/>
                  </a:lnTo>
                  <a:close/>
                  <a:moveTo>
                    <a:pt x="2165112" y="2391579"/>
                  </a:moveTo>
                  <a:lnTo>
                    <a:pt x="2090474" y="2430016"/>
                  </a:lnTo>
                  <a:lnTo>
                    <a:pt x="2163452" y="2504350"/>
                  </a:lnTo>
                  <a:close/>
                  <a:moveTo>
                    <a:pt x="1548415" y="1854510"/>
                  </a:moveTo>
                  <a:lnTo>
                    <a:pt x="1546059" y="1867969"/>
                  </a:lnTo>
                  <a:lnTo>
                    <a:pt x="1545879" y="1851731"/>
                  </a:lnTo>
                  <a:close/>
                  <a:moveTo>
                    <a:pt x="1485197" y="1740379"/>
                  </a:moveTo>
                  <a:lnTo>
                    <a:pt x="1541325" y="1850268"/>
                  </a:lnTo>
                  <a:lnTo>
                    <a:pt x="1545879" y="1851731"/>
                  </a:lnTo>
                  <a:close/>
                  <a:moveTo>
                    <a:pt x="1579157" y="1733859"/>
                  </a:moveTo>
                  <a:lnTo>
                    <a:pt x="1611836" y="1758608"/>
                  </a:lnTo>
                  <a:lnTo>
                    <a:pt x="1534546" y="1660759"/>
                  </a:lnTo>
                  <a:close/>
                  <a:moveTo>
                    <a:pt x="467892" y="539068"/>
                  </a:moveTo>
                  <a:lnTo>
                    <a:pt x="564443" y="490589"/>
                  </a:lnTo>
                  <a:lnTo>
                    <a:pt x="461467" y="425850"/>
                  </a:lnTo>
                  <a:close/>
                  <a:moveTo>
                    <a:pt x="497722" y="356875"/>
                  </a:moveTo>
                  <a:lnTo>
                    <a:pt x="461467" y="425850"/>
                  </a:lnTo>
                  <a:lnTo>
                    <a:pt x="519111" y="439578"/>
                  </a:lnTo>
                  <a:close/>
                  <a:moveTo>
                    <a:pt x="123222" y="118692"/>
                  </a:moveTo>
                  <a:lnTo>
                    <a:pt x="202426" y="210208"/>
                  </a:lnTo>
                  <a:lnTo>
                    <a:pt x="141315" y="127993"/>
                  </a:lnTo>
                  <a:close/>
                  <a:moveTo>
                    <a:pt x="2203335" y="2281337"/>
                  </a:moveTo>
                  <a:lnTo>
                    <a:pt x="2139509" y="2272633"/>
                  </a:lnTo>
                  <a:lnTo>
                    <a:pt x="2211999" y="2374385"/>
                  </a:lnTo>
                  <a:close/>
                  <a:moveTo>
                    <a:pt x="2211999" y="2374385"/>
                  </a:moveTo>
                  <a:lnTo>
                    <a:pt x="2202817" y="2436328"/>
                  </a:lnTo>
                  <a:lnTo>
                    <a:pt x="2236608" y="2391579"/>
                  </a:lnTo>
                  <a:close/>
                  <a:moveTo>
                    <a:pt x="2211999" y="2374385"/>
                  </a:moveTo>
                  <a:lnTo>
                    <a:pt x="2236608" y="2391579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11999" y="2374385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01873" y="2217595"/>
                  </a:lnTo>
                  <a:lnTo>
                    <a:pt x="2141065" y="2268903"/>
                  </a:lnTo>
                  <a:close/>
                  <a:moveTo>
                    <a:pt x="1986221" y="2106498"/>
                  </a:moveTo>
                  <a:lnTo>
                    <a:pt x="1968892" y="2119039"/>
                  </a:lnTo>
                  <a:lnTo>
                    <a:pt x="1956045" y="2144934"/>
                  </a:lnTo>
                  <a:close/>
                  <a:moveTo>
                    <a:pt x="1702969" y="1682109"/>
                  </a:moveTo>
                  <a:lnTo>
                    <a:pt x="1834009" y="1678187"/>
                  </a:lnTo>
                  <a:lnTo>
                    <a:pt x="1762690" y="1690195"/>
                  </a:lnTo>
                  <a:close/>
                  <a:moveTo>
                    <a:pt x="1651193" y="1551984"/>
                  </a:moveTo>
                  <a:lnTo>
                    <a:pt x="1628134" y="1545174"/>
                  </a:lnTo>
                  <a:lnTo>
                    <a:pt x="1706229" y="1613207"/>
                  </a:lnTo>
                  <a:close/>
                  <a:moveTo>
                    <a:pt x="1706229" y="1613207"/>
                  </a:moveTo>
                  <a:lnTo>
                    <a:pt x="1628134" y="1545174"/>
                  </a:lnTo>
                  <a:lnTo>
                    <a:pt x="1627997" y="1569429"/>
                  </a:lnTo>
                  <a:close/>
                  <a:moveTo>
                    <a:pt x="1482128" y="1542690"/>
                  </a:moveTo>
                  <a:lnTo>
                    <a:pt x="1502101" y="1569429"/>
                  </a:lnTo>
                  <a:lnTo>
                    <a:pt x="1547135" y="1450341"/>
                  </a:lnTo>
                  <a:close/>
                  <a:moveTo>
                    <a:pt x="1547135" y="1450341"/>
                  </a:moveTo>
                  <a:lnTo>
                    <a:pt x="1548431" y="1446432"/>
                  </a:lnTo>
                  <a:lnTo>
                    <a:pt x="1472757" y="1442157"/>
                  </a:lnTo>
                  <a:close/>
                  <a:moveTo>
                    <a:pt x="1550720" y="1448777"/>
                  </a:moveTo>
                  <a:lnTo>
                    <a:pt x="1628134" y="1545174"/>
                  </a:lnTo>
                  <a:lnTo>
                    <a:pt x="1597203" y="1530992"/>
                  </a:lnTo>
                  <a:close/>
                  <a:moveTo>
                    <a:pt x="1550720" y="1448777"/>
                  </a:moveTo>
                  <a:lnTo>
                    <a:pt x="1547135" y="1450341"/>
                  </a:lnTo>
                  <a:lnTo>
                    <a:pt x="1512789" y="1528375"/>
                  </a:lnTo>
                  <a:close/>
                  <a:moveTo>
                    <a:pt x="1306706" y="1224344"/>
                  </a:moveTo>
                  <a:lnTo>
                    <a:pt x="1218531" y="1158353"/>
                  </a:lnTo>
                  <a:lnTo>
                    <a:pt x="1244365" y="1145551"/>
                  </a:lnTo>
                  <a:close/>
                  <a:moveTo>
                    <a:pt x="1077320" y="989370"/>
                  </a:moveTo>
                  <a:lnTo>
                    <a:pt x="1008282" y="1035397"/>
                  </a:lnTo>
                  <a:lnTo>
                    <a:pt x="1075238" y="1007074"/>
                  </a:lnTo>
                  <a:close/>
                  <a:moveTo>
                    <a:pt x="1011434" y="982343"/>
                  </a:moveTo>
                  <a:lnTo>
                    <a:pt x="1077320" y="989370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01550" y="890249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25992" y="918177"/>
                  </a:lnTo>
                  <a:lnTo>
                    <a:pt x="1113851" y="873271"/>
                  </a:lnTo>
                  <a:close/>
                  <a:moveTo>
                    <a:pt x="1101550" y="890249"/>
                  </a:moveTo>
                  <a:lnTo>
                    <a:pt x="1077320" y="989370"/>
                  </a:lnTo>
                  <a:lnTo>
                    <a:pt x="1113851" y="873271"/>
                  </a:lnTo>
                  <a:close/>
                  <a:moveTo>
                    <a:pt x="709407" y="545648"/>
                  </a:moveTo>
                  <a:lnTo>
                    <a:pt x="768693" y="558041"/>
                  </a:lnTo>
                  <a:lnTo>
                    <a:pt x="752655" y="470988"/>
                  </a:lnTo>
                  <a:close/>
                  <a:moveTo>
                    <a:pt x="752655" y="470988"/>
                  </a:moveTo>
                  <a:lnTo>
                    <a:pt x="775165" y="500632"/>
                  </a:lnTo>
                  <a:lnTo>
                    <a:pt x="730617" y="388812"/>
                  </a:lnTo>
                  <a:close/>
                  <a:moveTo>
                    <a:pt x="409971" y="67347"/>
                  </a:moveTo>
                  <a:lnTo>
                    <a:pt x="416067" y="51120"/>
                  </a:lnTo>
                  <a:lnTo>
                    <a:pt x="295162" y="0"/>
                  </a:lnTo>
                  <a:close/>
                  <a:moveTo>
                    <a:pt x="1706229" y="1613207"/>
                  </a:moveTo>
                  <a:lnTo>
                    <a:pt x="1774922" y="1574771"/>
                  </a:lnTo>
                  <a:lnTo>
                    <a:pt x="1651193" y="1551984"/>
                  </a:lnTo>
                  <a:close/>
                  <a:moveTo>
                    <a:pt x="1834009" y="1678187"/>
                  </a:moveTo>
                  <a:lnTo>
                    <a:pt x="1858558" y="1579120"/>
                  </a:lnTo>
                  <a:lnTo>
                    <a:pt x="1794280" y="1593104"/>
                  </a:lnTo>
                  <a:close/>
                  <a:moveTo>
                    <a:pt x="1762690" y="1690195"/>
                  </a:moveTo>
                  <a:lnTo>
                    <a:pt x="1834009" y="1678187"/>
                  </a:lnTo>
                  <a:lnTo>
                    <a:pt x="1794280" y="1593104"/>
                  </a:lnTo>
                  <a:close/>
                  <a:moveTo>
                    <a:pt x="1541058" y="1255097"/>
                  </a:moveTo>
                  <a:lnTo>
                    <a:pt x="1622127" y="1328125"/>
                  </a:lnTo>
                  <a:lnTo>
                    <a:pt x="1621337" y="1350515"/>
                  </a:lnTo>
                  <a:close/>
                  <a:moveTo>
                    <a:pt x="1546605" y="1224401"/>
                  </a:moveTo>
                  <a:lnTo>
                    <a:pt x="1541058" y="1255097"/>
                  </a:lnTo>
                  <a:lnTo>
                    <a:pt x="1567840" y="1163695"/>
                  </a:lnTo>
                  <a:close/>
                  <a:moveTo>
                    <a:pt x="1343935" y="1093985"/>
                  </a:moveTo>
                  <a:lnTo>
                    <a:pt x="1402055" y="1177813"/>
                  </a:lnTo>
                  <a:lnTo>
                    <a:pt x="1425002" y="1163695"/>
                  </a:lnTo>
                  <a:close/>
                  <a:moveTo>
                    <a:pt x="1087635" y="780800"/>
                  </a:moveTo>
                  <a:lnTo>
                    <a:pt x="1110218" y="791056"/>
                  </a:lnTo>
                  <a:lnTo>
                    <a:pt x="1065092" y="753939"/>
                  </a:lnTo>
                  <a:close/>
                  <a:moveTo>
                    <a:pt x="1159475" y="682896"/>
                  </a:moveTo>
                  <a:lnTo>
                    <a:pt x="1159470" y="670404"/>
                  </a:lnTo>
                  <a:lnTo>
                    <a:pt x="1074223" y="591519"/>
                  </a:lnTo>
                  <a:close/>
                  <a:moveTo>
                    <a:pt x="1845369" y="1389657"/>
                  </a:moveTo>
                  <a:lnTo>
                    <a:pt x="1789305" y="1359300"/>
                  </a:lnTo>
                  <a:lnTo>
                    <a:pt x="1813024" y="1371904"/>
                  </a:lnTo>
                  <a:close/>
                  <a:moveTo>
                    <a:pt x="1422698" y="890360"/>
                  </a:moveTo>
                  <a:lnTo>
                    <a:pt x="1403622" y="968471"/>
                  </a:lnTo>
                  <a:lnTo>
                    <a:pt x="1471260" y="911473"/>
                  </a:lnTo>
                  <a:close/>
                  <a:moveTo>
                    <a:pt x="1269203" y="744560"/>
                  </a:moveTo>
                  <a:lnTo>
                    <a:pt x="1298326" y="752620"/>
                  </a:lnTo>
                  <a:lnTo>
                    <a:pt x="1315799" y="716491"/>
                  </a:lnTo>
                  <a:close/>
                  <a:moveTo>
                    <a:pt x="1222843" y="634681"/>
                  </a:moveTo>
                  <a:lnTo>
                    <a:pt x="1159470" y="670404"/>
                  </a:lnTo>
                  <a:lnTo>
                    <a:pt x="1179367" y="687333"/>
                  </a:lnTo>
                  <a:close/>
                  <a:moveTo>
                    <a:pt x="1315799" y="716491"/>
                  </a:moveTo>
                  <a:lnTo>
                    <a:pt x="1317809" y="714183"/>
                  </a:lnTo>
                  <a:lnTo>
                    <a:pt x="1269203" y="744560"/>
                  </a:lnTo>
                  <a:close/>
                  <a:moveTo>
                    <a:pt x="1269203" y="744560"/>
                  </a:moveTo>
                  <a:lnTo>
                    <a:pt x="1222843" y="634681"/>
                  </a:lnTo>
                  <a:lnTo>
                    <a:pt x="1179367" y="687333"/>
                  </a:lnTo>
                  <a:close/>
                  <a:moveTo>
                    <a:pt x="1317809" y="714183"/>
                  </a:moveTo>
                  <a:lnTo>
                    <a:pt x="1315799" y="716491"/>
                  </a:lnTo>
                  <a:lnTo>
                    <a:pt x="1318854" y="714995"/>
                  </a:lnTo>
                  <a:close/>
                  <a:moveTo>
                    <a:pt x="1980198" y="1340636"/>
                  </a:moveTo>
                  <a:lnTo>
                    <a:pt x="1946958" y="1391424"/>
                  </a:lnTo>
                  <a:lnTo>
                    <a:pt x="1986150" y="1371904"/>
                  </a:lnTo>
                  <a:close/>
                  <a:moveTo>
                    <a:pt x="1345614" y="391975"/>
                  </a:moveTo>
                  <a:lnTo>
                    <a:pt x="1364320" y="429101"/>
                  </a:lnTo>
                  <a:lnTo>
                    <a:pt x="1283288" y="366816"/>
                  </a:lnTo>
                  <a:close/>
                  <a:moveTo>
                    <a:pt x="1019684" y="100241"/>
                  </a:moveTo>
                  <a:lnTo>
                    <a:pt x="1113157" y="159498"/>
                  </a:lnTo>
                  <a:lnTo>
                    <a:pt x="1007665" y="84577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43" name="Candidate_density__2062">
              <a:extLst>
                <a:ext uri="{FF2B5EF4-FFF2-40B4-BE49-F238E27FC236}">
                  <a16:creationId xmlns:a16="http://schemas.microsoft.com/office/drawing/2014/main" id="{883B5FD7-5E31-5F91-913D-B1C680BD38ED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666645"/>
              <a:ext cx="2052425" cy="2200292"/>
            </a:xfrm>
            <a:custGeom>
              <a:avLst/>
              <a:gdLst/>
              <a:ahLst/>
              <a:cxnLst/>
              <a:rect l="0" t="0" r="0" b="0"/>
              <a:pathLst>
                <a:path w="2052425" h="2200292">
                  <a:moveTo>
                    <a:pt x="27921" y="2107607"/>
                  </a:moveTo>
                  <a:lnTo>
                    <a:pt x="2807" y="2137985"/>
                  </a:lnTo>
                  <a:lnTo>
                    <a:pt x="49596" y="2091366"/>
                  </a:lnTo>
                  <a:close/>
                  <a:moveTo>
                    <a:pt x="49596" y="2091366"/>
                  </a:moveTo>
                  <a:lnTo>
                    <a:pt x="0" y="2127491"/>
                  </a:lnTo>
                  <a:lnTo>
                    <a:pt x="27921" y="2107607"/>
                  </a:lnTo>
                  <a:close/>
                  <a:moveTo>
                    <a:pt x="49596" y="2091366"/>
                  </a:moveTo>
                  <a:lnTo>
                    <a:pt x="170650" y="2056459"/>
                  </a:lnTo>
                  <a:lnTo>
                    <a:pt x="167320" y="2054870"/>
                  </a:lnTo>
                  <a:close/>
                  <a:moveTo>
                    <a:pt x="122313" y="2135145"/>
                  </a:moveTo>
                  <a:lnTo>
                    <a:pt x="170650" y="2056459"/>
                  </a:lnTo>
                  <a:lnTo>
                    <a:pt x="49596" y="2091366"/>
                  </a:lnTo>
                  <a:close/>
                  <a:moveTo>
                    <a:pt x="81693" y="2173581"/>
                  </a:moveTo>
                  <a:lnTo>
                    <a:pt x="122313" y="2135145"/>
                  </a:lnTo>
                  <a:lnTo>
                    <a:pt x="49596" y="2091366"/>
                  </a:lnTo>
                  <a:close/>
                  <a:moveTo>
                    <a:pt x="107978" y="2037344"/>
                  </a:moveTo>
                  <a:lnTo>
                    <a:pt x="49596" y="2091366"/>
                  </a:lnTo>
                  <a:lnTo>
                    <a:pt x="167320" y="2054870"/>
                  </a:lnTo>
                  <a:close/>
                  <a:moveTo>
                    <a:pt x="167320" y="2054870"/>
                  </a:moveTo>
                  <a:lnTo>
                    <a:pt x="170650" y="2056459"/>
                  </a:lnTo>
                  <a:lnTo>
                    <a:pt x="174983" y="2052930"/>
                  </a:lnTo>
                  <a:close/>
                  <a:moveTo>
                    <a:pt x="170650" y="2056459"/>
                  </a:moveTo>
                  <a:lnTo>
                    <a:pt x="225777" y="2047370"/>
                  </a:lnTo>
                  <a:lnTo>
                    <a:pt x="174983" y="2052930"/>
                  </a:lnTo>
                  <a:close/>
                  <a:moveTo>
                    <a:pt x="231941" y="2014493"/>
                  </a:moveTo>
                  <a:lnTo>
                    <a:pt x="233787" y="1932278"/>
                  </a:lnTo>
                  <a:lnTo>
                    <a:pt x="174983" y="2052930"/>
                  </a:lnTo>
                  <a:close/>
                  <a:moveTo>
                    <a:pt x="304423" y="1847553"/>
                  </a:moveTo>
                  <a:lnTo>
                    <a:pt x="251568" y="1865141"/>
                  </a:lnTo>
                  <a:lnTo>
                    <a:pt x="233787" y="1932278"/>
                  </a:lnTo>
                  <a:close/>
                  <a:moveTo>
                    <a:pt x="350435" y="1826999"/>
                  </a:moveTo>
                  <a:lnTo>
                    <a:pt x="263453" y="1850063"/>
                  </a:lnTo>
                  <a:lnTo>
                    <a:pt x="379950" y="1851278"/>
                  </a:lnTo>
                  <a:close/>
                  <a:moveTo>
                    <a:pt x="379950" y="1851278"/>
                  </a:moveTo>
                  <a:lnTo>
                    <a:pt x="263453" y="1850063"/>
                  </a:lnTo>
                  <a:lnTo>
                    <a:pt x="251568" y="1865141"/>
                  </a:lnTo>
                  <a:close/>
                  <a:moveTo>
                    <a:pt x="379950" y="1851278"/>
                  </a:moveTo>
                  <a:lnTo>
                    <a:pt x="251568" y="1865141"/>
                  </a:lnTo>
                  <a:lnTo>
                    <a:pt x="304423" y="1847553"/>
                  </a:lnTo>
                  <a:close/>
                  <a:moveTo>
                    <a:pt x="350435" y="1826999"/>
                  </a:moveTo>
                  <a:lnTo>
                    <a:pt x="379950" y="1851278"/>
                  </a:lnTo>
                  <a:lnTo>
                    <a:pt x="386485" y="1811627"/>
                  </a:lnTo>
                  <a:close/>
                  <a:moveTo>
                    <a:pt x="386485" y="1811627"/>
                  </a:moveTo>
                  <a:lnTo>
                    <a:pt x="379950" y="1851278"/>
                  </a:lnTo>
                  <a:lnTo>
                    <a:pt x="410470" y="1878285"/>
                  </a:lnTo>
                  <a:close/>
                  <a:moveTo>
                    <a:pt x="518070" y="1228220"/>
                  </a:moveTo>
                  <a:lnTo>
                    <a:pt x="517633" y="1251202"/>
                  </a:lnTo>
                  <a:lnTo>
                    <a:pt x="515998" y="1246805"/>
                  </a:lnTo>
                  <a:close/>
                  <a:moveTo>
                    <a:pt x="514084" y="1164590"/>
                  </a:moveTo>
                  <a:lnTo>
                    <a:pt x="507966" y="1082375"/>
                  </a:lnTo>
                  <a:lnTo>
                    <a:pt x="480569" y="1181243"/>
                  </a:lnTo>
                  <a:close/>
                  <a:moveTo>
                    <a:pt x="507966" y="1082375"/>
                  </a:moveTo>
                  <a:lnTo>
                    <a:pt x="456510" y="1100709"/>
                  </a:lnTo>
                  <a:lnTo>
                    <a:pt x="480569" y="1181243"/>
                  </a:lnTo>
                  <a:close/>
                  <a:moveTo>
                    <a:pt x="229837" y="917945"/>
                  </a:moveTo>
                  <a:lnTo>
                    <a:pt x="217041" y="835730"/>
                  </a:lnTo>
                  <a:lnTo>
                    <a:pt x="192256" y="933583"/>
                  </a:lnTo>
                  <a:close/>
                  <a:moveTo>
                    <a:pt x="518070" y="1228220"/>
                  </a:moveTo>
                  <a:lnTo>
                    <a:pt x="515998" y="1246805"/>
                  </a:lnTo>
                  <a:lnTo>
                    <a:pt x="528729" y="1242181"/>
                  </a:lnTo>
                  <a:close/>
                  <a:moveTo>
                    <a:pt x="622712" y="1126274"/>
                  </a:moveTo>
                  <a:lnTo>
                    <a:pt x="514084" y="1164590"/>
                  </a:lnTo>
                  <a:lnTo>
                    <a:pt x="622985" y="1126617"/>
                  </a:lnTo>
                  <a:close/>
                  <a:moveTo>
                    <a:pt x="514084" y="1164590"/>
                  </a:moveTo>
                  <a:lnTo>
                    <a:pt x="518070" y="1228220"/>
                  </a:lnTo>
                  <a:lnTo>
                    <a:pt x="622985" y="1126617"/>
                  </a:lnTo>
                  <a:close/>
                  <a:moveTo>
                    <a:pt x="507966" y="1082375"/>
                  </a:moveTo>
                  <a:lnTo>
                    <a:pt x="622712" y="1126274"/>
                  </a:lnTo>
                  <a:lnTo>
                    <a:pt x="572592" y="1066929"/>
                  </a:lnTo>
                  <a:close/>
                  <a:moveTo>
                    <a:pt x="507966" y="1082375"/>
                  </a:moveTo>
                  <a:lnTo>
                    <a:pt x="514084" y="1164590"/>
                  </a:lnTo>
                  <a:lnTo>
                    <a:pt x="622712" y="1126274"/>
                  </a:lnTo>
                  <a:close/>
                  <a:moveTo>
                    <a:pt x="623851" y="1126154"/>
                  </a:moveTo>
                  <a:lnTo>
                    <a:pt x="646675" y="1043938"/>
                  </a:lnTo>
                  <a:lnTo>
                    <a:pt x="622712" y="1126274"/>
                  </a:lnTo>
                  <a:close/>
                  <a:moveTo>
                    <a:pt x="646675" y="1043938"/>
                  </a:moveTo>
                  <a:lnTo>
                    <a:pt x="572592" y="1066929"/>
                  </a:lnTo>
                  <a:lnTo>
                    <a:pt x="622712" y="1126274"/>
                  </a:lnTo>
                  <a:close/>
                  <a:moveTo>
                    <a:pt x="622712" y="1126274"/>
                  </a:moveTo>
                  <a:lnTo>
                    <a:pt x="622985" y="1126617"/>
                  </a:lnTo>
                  <a:lnTo>
                    <a:pt x="623851" y="1126154"/>
                  </a:lnTo>
                  <a:close/>
                  <a:moveTo>
                    <a:pt x="623210" y="1125869"/>
                  </a:moveTo>
                  <a:lnTo>
                    <a:pt x="623851" y="1126154"/>
                  </a:lnTo>
                  <a:lnTo>
                    <a:pt x="622985" y="1126617"/>
                  </a:lnTo>
                  <a:close/>
                  <a:moveTo>
                    <a:pt x="623210" y="1125869"/>
                  </a:moveTo>
                  <a:lnTo>
                    <a:pt x="658063" y="1042568"/>
                  </a:lnTo>
                  <a:lnTo>
                    <a:pt x="623851" y="1126154"/>
                  </a:lnTo>
                  <a:close/>
                  <a:moveTo>
                    <a:pt x="623851" y="1126154"/>
                  </a:moveTo>
                  <a:lnTo>
                    <a:pt x="675178" y="1005502"/>
                  </a:lnTo>
                  <a:lnTo>
                    <a:pt x="646675" y="1043938"/>
                  </a:lnTo>
                  <a:close/>
                  <a:moveTo>
                    <a:pt x="1821076" y="2156513"/>
                  </a:moveTo>
                  <a:lnTo>
                    <a:pt x="1851418" y="2200292"/>
                  </a:lnTo>
                  <a:lnTo>
                    <a:pt x="1846685" y="2118077"/>
                  </a:lnTo>
                  <a:close/>
                  <a:moveTo>
                    <a:pt x="493733" y="758857"/>
                  </a:moveTo>
                  <a:lnTo>
                    <a:pt x="510100" y="768015"/>
                  </a:lnTo>
                  <a:lnTo>
                    <a:pt x="517544" y="750813"/>
                  </a:lnTo>
                  <a:close/>
                  <a:moveTo>
                    <a:pt x="505760" y="751788"/>
                  </a:moveTo>
                  <a:lnTo>
                    <a:pt x="493733" y="758857"/>
                  </a:lnTo>
                  <a:lnTo>
                    <a:pt x="517544" y="750813"/>
                  </a:lnTo>
                  <a:close/>
                  <a:moveTo>
                    <a:pt x="683871" y="36131"/>
                  </a:moveTo>
                  <a:lnTo>
                    <a:pt x="591338" y="50767"/>
                  </a:lnTo>
                  <a:lnTo>
                    <a:pt x="695004" y="41219"/>
                  </a:lnTo>
                  <a:close/>
                  <a:moveTo>
                    <a:pt x="591338" y="50767"/>
                  </a:moveTo>
                  <a:lnTo>
                    <a:pt x="636671" y="101777"/>
                  </a:lnTo>
                  <a:lnTo>
                    <a:pt x="695004" y="41219"/>
                  </a:lnTo>
                  <a:close/>
                  <a:moveTo>
                    <a:pt x="683871" y="36131"/>
                  </a:moveTo>
                  <a:lnTo>
                    <a:pt x="695004" y="41219"/>
                  </a:lnTo>
                  <a:lnTo>
                    <a:pt x="699891" y="29605"/>
                  </a:lnTo>
                  <a:close/>
                  <a:moveTo>
                    <a:pt x="648378" y="104487"/>
                  </a:moveTo>
                  <a:lnTo>
                    <a:pt x="695004" y="41219"/>
                  </a:lnTo>
                  <a:lnTo>
                    <a:pt x="636671" y="101777"/>
                  </a:lnTo>
                  <a:close/>
                  <a:moveTo>
                    <a:pt x="648378" y="104487"/>
                  </a:moveTo>
                  <a:lnTo>
                    <a:pt x="742419" y="88625"/>
                  </a:lnTo>
                  <a:lnTo>
                    <a:pt x="695004" y="41219"/>
                  </a:lnTo>
                  <a:close/>
                  <a:moveTo>
                    <a:pt x="742419" y="88625"/>
                  </a:moveTo>
                  <a:lnTo>
                    <a:pt x="699891" y="29605"/>
                  </a:lnTo>
                  <a:lnTo>
                    <a:pt x="695004" y="41219"/>
                  </a:lnTo>
                  <a:close/>
                  <a:moveTo>
                    <a:pt x="802844" y="0"/>
                  </a:moveTo>
                  <a:lnTo>
                    <a:pt x="699891" y="29605"/>
                  </a:lnTo>
                  <a:lnTo>
                    <a:pt x="742419" y="88625"/>
                  </a:lnTo>
                  <a:close/>
                  <a:moveTo>
                    <a:pt x="1442443" y="454759"/>
                  </a:moveTo>
                  <a:lnTo>
                    <a:pt x="1438481" y="528238"/>
                  </a:lnTo>
                  <a:lnTo>
                    <a:pt x="1494925" y="501549"/>
                  </a:lnTo>
                  <a:close/>
                  <a:moveTo>
                    <a:pt x="1944964" y="900877"/>
                  </a:moveTo>
                  <a:lnTo>
                    <a:pt x="2052425" y="951824"/>
                  </a:lnTo>
                  <a:lnTo>
                    <a:pt x="2021055" y="877236"/>
                  </a:lnTo>
                  <a:close/>
                  <a:moveTo>
                    <a:pt x="1293125" y="23391"/>
                  </a:moveTo>
                  <a:lnTo>
                    <a:pt x="1183346" y="72620"/>
                  </a:lnTo>
                  <a:lnTo>
                    <a:pt x="1281096" y="4029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44" name="Candidate_density__2063">
              <a:extLst>
                <a:ext uri="{FF2B5EF4-FFF2-40B4-BE49-F238E27FC236}">
                  <a16:creationId xmlns:a16="http://schemas.microsoft.com/office/drawing/2014/main" id="{0566A157-59CC-B27D-3E23-0B05F750A351}"/>
                </a:ext>
              </a:extLst>
            </p:cNvPr>
            <p:cNvSpPr>
              <a:spLocks noGrp="1"/>
            </p:cNvSpPr>
            <p:nvPr/>
          </p:nvSpPr>
          <p:spPr>
            <a:xfrm>
              <a:off x="4334437" y="2396127"/>
              <a:ext cx="2369173" cy="2873138"/>
            </a:xfrm>
            <a:custGeom>
              <a:avLst/>
              <a:gdLst/>
              <a:ahLst/>
              <a:cxnLst/>
              <a:rect l="0" t="0" r="0" b="0"/>
              <a:pathLst>
                <a:path w="2369173" h="2873138">
                  <a:moveTo>
                    <a:pt x="134543" y="2361884"/>
                  </a:moveTo>
                  <a:lnTo>
                    <a:pt x="162868" y="2482536"/>
                  </a:lnTo>
                  <a:lnTo>
                    <a:pt x="166639" y="2444099"/>
                  </a:lnTo>
                  <a:close/>
                  <a:moveTo>
                    <a:pt x="166639" y="2444099"/>
                  </a:moveTo>
                  <a:lnTo>
                    <a:pt x="248873" y="2526314"/>
                  </a:lnTo>
                  <a:lnTo>
                    <a:pt x="264534" y="2487878"/>
                  </a:lnTo>
                  <a:close/>
                  <a:moveTo>
                    <a:pt x="831886" y="2873138"/>
                  </a:moveTo>
                  <a:lnTo>
                    <a:pt x="900751" y="2862379"/>
                  </a:lnTo>
                  <a:lnTo>
                    <a:pt x="882841" y="2860517"/>
                  </a:lnTo>
                  <a:close/>
                  <a:moveTo>
                    <a:pt x="797254" y="2743653"/>
                  </a:moveTo>
                  <a:lnTo>
                    <a:pt x="669406" y="2759513"/>
                  </a:lnTo>
                  <a:lnTo>
                    <a:pt x="726304" y="2757041"/>
                  </a:lnTo>
                  <a:close/>
                  <a:moveTo>
                    <a:pt x="836421" y="2854086"/>
                  </a:moveTo>
                  <a:lnTo>
                    <a:pt x="831886" y="2873138"/>
                  </a:lnTo>
                  <a:lnTo>
                    <a:pt x="882841" y="2860517"/>
                  </a:lnTo>
                  <a:close/>
                  <a:moveTo>
                    <a:pt x="751206" y="2762680"/>
                  </a:moveTo>
                  <a:lnTo>
                    <a:pt x="797254" y="2743653"/>
                  </a:lnTo>
                  <a:lnTo>
                    <a:pt x="726304" y="2757041"/>
                  </a:lnTo>
                  <a:close/>
                  <a:moveTo>
                    <a:pt x="751206" y="2762680"/>
                  </a:moveTo>
                  <a:lnTo>
                    <a:pt x="824902" y="2763358"/>
                  </a:lnTo>
                  <a:lnTo>
                    <a:pt x="797254" y="2743653"/>
                  </a:lnTo>
                  <a:close/>
                  <a:moveTo>
                    <a:pt x="587318" y="2134681"/>
                  </a:moveTo>
                  <a:lnTo>
                    <a:pt x="584940" y="2076754"/>
                  </a:lnTo>
                  <a:lnTo>
                    <a:pt x="495417" y="2148803"/>
                  </a:lnTo>
                  <a:close/>
                  <a:moveTo>
                    <a:pt x="471432" y="2082145"/>
                  </a:moveTo>
                  <a:lnTo>
                    <a:pt x="584940" y="2076754"/>
                  </a:lnTo>
                  <a:lnTo>
                    <a:pt x="543580" y="2043708"/>
                  </a:lnTo>
                  <a:close/>
                  <a:moveTo>
                    <a:pt x="480354" y="1961493"/>
                  </a:moveTo>
                  <a:lnTo>
                    <a:pt x="507824" y="1999124"/>
                  </a:lnTo>
                  <a:lnTo>
                    <a:pt x="471432" y="2082145"/>
                  </a:lnTo>
                  <a:close/>
                  <a:moveTo>
                    <a:pt x="543580" y="2043708"/>
                  </a:moveTo>
                  <a:lnTo>
                    <a:pt x="480354" y="1961493"/>
                  </a:lnTo>
                  <a:lnTo>
                    <a:pt x="471432" y="2082145"/>
                  </a:lnTo>
                  <a:close/>
                  <a:moveTo>
                    <a:pt x="0" y="1265336"/>
                  </a:moveTo>
                  <a:lnTo>
                    <a:pt x="1715" y="1183120"/>
                  </a:lnTo>
                  <a:lnTo>
                    <a:pt x="9519" y="1200446"/>
                  </a:lnTo>
                  <a:close/>
                  <a:moveTo>
                    <a:pt x="714463" y="1891722"/>
                  </a:moveTo>
                  <a:lnTo>
                    <a:pt x="728877" y="1840504"/>
                  </a:lnTo>
                  <a:lnTo>
                    <a:pt x="661071" y="1835036"/>
                  </a:lnTo>
                  <a:close/>
                  <a:moveTo>
                    <a:pt x="714463" y="1891722"/>
                  </a:moveTo>
                  <a:lnTo>
                    <a:pt x="727651" y="1901268"/>
                  </a:lnTo>
                  <a:lnTo>
                    <a:pt x="775074" y="1884620"/>
                  </a:lnTo>
                  <a:close/>
                  <a:moveTo>
                    <a:pt x="602580" y="1521720"/>
                  </a:moveTo>
                  <a:lnTo>
                    <a:pt x="603017" y="1498738"/>
                  </a:lnTo>
                  <a:lnTo>
                    <a:pt x="624475" y="1555759"/>
                  </a:lnTo>
                  <a:close/>
                  <a:moveTo>
                    <a:pt x="624475" y="1555759"/>
                  </a:moveTo>
                  <a:lnTo>
                    <a:pt x="603017" y="1498738"/>
                  </a:lnTo>
                  <a:lnTo>
                    <a:pt x="599031" y="1435108"/>
                  </a:lnTo>
                  <a:close/>
                  <a:moveTo>
                    <a:pt x="599031" y="1435108"/>
                  </a:moveTo>
                  <a:lnTo>
                    <a:pt x="565516" y="1451761"/>
                  </a:lnTo>
                  <a:lnTo>
                    <a:pt x="624475" y="1555759"/>
                  </a:lnTo>
                  <a:close/>
                  <a:moveTo>
                    <a:pt x="498270" y="1473545"/>
                  </a:moveTo>
                  <a:lnTo>
                    <a:pt x="546780" y="1503677"/>
                  </a:lnTo>
                  <a:lnTo>
                    <a:pt x="565516" y="1451761"/>
                  </a:lnTo>
                  <a:close/>
                  <a:moveTo>
                    <a:pt x="239743" y="1134462"/>
                  </a:moveTo>
                  <a:lnTo>
                    <a:pt x="221471" y="1123376"/>
                  </a:lnTo>
                  <a:lnTo>
                    <a:pt x="189434" y="1114771"/>
                  </a:lnTo>
                  <a:close/>
                  <a:moveTo>
                    <a:pt x="221471" y="1123376"/>
                  </a:moveTo>
                  <a:lnTo>
                    <a:pt x="239743" y="1134462"/>
                  </a:lnTo>
                  <a:lnTo>
                    <a:pt x="330527" y="1037260"/>
                  </a:lnTo>
                  <a:close/>
                  <a:moveTo>
                    <a:pt x="1069920" y="1928399"/>
                  </a:moveTo>
                  <a:lnTo>
                    <a:pt x="1110686" y="2003538"/>
                  </a:lnTo>
                  <a:lnTo>
                    <a:pt x="1102728" y="1918530"/>
                  </a:lnTo>
                  <a:close/>
                  <a:moveTo>
                    <a:pt x="310496" y="1076942"/>
                  </a:moveTo>
                  <a:lnTo>
                    <a:pt x="330527" y="1037260"/>
                  </a:lnTo>
                  <a:lnTo>
                    <a:pt x="301988" y="1106248"/>
                  </a:lnTo>
                  <a:close/>
                  <a:moveTo>
                    <a:pt x="1661456" y="2262601"/>
                  </a:moveTo>
                  <a:lnTo>
                    <a:pt x="1636646" y="2361524"/>
                  </a:lnTo>
                  <a:lnTo>
                    <a:pt x="1669409" y="2268818"/>
                  </a:lnTo>
                  <a:close/>
                  <a:moveTo>
                    <a:pt x="1661456" y="2262601"/>
                  </a:moveTo>
                  <a:lnTo>
                    <a:pt x="1576569" y="2200363"/>
                  </a:lnTo>
                  <a:lnTo>
                    <a:pt x="1530286" y="2242519"/>
                  </a:lnTo>
                  <a:close/>
                  <a:moveTo>
                    <a:pt x="1556618" y="2180386"/>
                  </a:moveTo>
                  <a:lnTo>
                    <a:pt x="1530286" y="2242519"/>
                  </a:lnTo>
                  <a:lnTo>
                    <a:pt x="1576569" y="2200363"/>
                  </a:lnTo>
                  <a:close/>
                  <a:moveTo>
                    <a:pt x="545411" y="1068153"/>
                  </a:moveTo>
                  <a:lnTo>
                    <a:pt x="578680" y="1029375"/>
                  </a:lnTo>
                  <a:lnTo>
                    <a:pt x="536279" y="1067811"/>
                  </a:lnTo>
                  <a:close/>
                  <a:moveTo>
                    <a:pt x="494526" y="948420"/>
                  </a:moveTo>
                  <a:lnTo>
                    <a:pt x="590707" y="1022306"/>
                  </a:lnTo>
                  <a:lnTo>
                    <a:pt x="541041" y="971197"/>
                  </a:lnTo>
                  <a:close/>
                  <a:moveTo>
                    <a:pt x="1661456" y="2262601"/>
                  </a:moveTo>
                  <a:lnTo>
                    <a:pt x="1669409" y="2268818"/>
                  </a:lnTo>
                  <a:lnTo>
                    <a:pt x="1675036" y="2256675"/>
                  </a:lnTo>
                  <a:close/>
                  <a:moveTo>
                    <a:pt x="1675036" y="2256675"/>
                  </a:moveTo>
                  <a:lnTo>
                    <a:pt x="1576569" y="2200363"/>
                  </a:lnTo>
                  <a:lnTo>
                    <a:pt x="1661456" y="2262601"/>
                  </a:lnTo>
                  <a:close/>
                  <a:moveTo>
                    <a:pt x="1585794" y="2168542"/>
                  </a:moveTo>
                  <a:lnTo>
                    <a:pt x="1576569" y="2200363"/>
                  </a:lnTo>
                  <a:lnTo>
                    <a:pt x="1675036" y="2256675"/>
                  </a:lnTo>
                  <a:close/>
                  <a:moveTo>
                    <a:pt x="1669409" y="2268818"/>
                  </a:moveTo>
                  <a:lnTo>
                    <a:pt x="1764723" y="2224165"/>
                  </a:lnTo>
                  <a:lnTo>
                    <a:pt x="1675036" y="2256675"/>
                  </a:lnTo>
                  <a:close/>
                  <a:moveTo>
                    <a:pt x="1847441" y="2306380"/>
                  </a:moveTo>
                  <a:lnTo>
                    <a:pt x="1795403" y="2246030"/>
                  </a:lnTo>
                  <a:lnTo>
                    <a:pt x="1853797" y="2332621"/>
                  </a:lnTo>
                  <a:close/>
                  <a:moveTo>
                    <a:pt x="1556618" y="2180386"/>
                  </a:moveTo>
                  <a:lnTo>
                    <a:pt x="1576569" y="2200363"/>
                  </a:lnTo>
                  <a:lnTo>
                    <a:pt x="1585794" y="2168542"/>
                  </a:lnTo>
                  <a:close/>
                  <a:moveTo>
                    <a:pt x="1218586" y="1566444"/>
                  </a:moveTo>
                  <a:lnTo>
                    <a:pt x="1205124" y="1647568"/>
                  </a:lnTo>
                  <a:lnTo>
                    <a:pt x="1180967" y="1654738"/>
                  </a:lnTo>
                  <a:close/>
                  <a:moveTo>
                    <a:pt x="651409" y="990938"/>
                  </a:moveTo>
                  <a:lnTo>
                    <a:pt x="595047" y="1038533"/>
                  </a:lnTo>
                  <a:lnTo>
                    <a:pt x="655801" y="1111590"/>
                  </a:lnTo>
                  <a:close/>
                  <a:moveTo>
                    <a:pt x="1847441" y="2306380"/>
                  </a:moveTo>
                  <a:lnTo>
                    <a:pt x="1853797" y="2332621"/>
                  </a:lnTo>
                  <a:lnTo>
                    <a:pt x="1899624" y="2357035"/>
                  </a:lnTo>
                  <a:close/>
                  <a:moveTo>
                    <a:pt x="2038782" y="2443008"/>
                  </a:moveTo>
                  <a:lnTo>
                    <a:pt x="2022620" y="2538241"/>
                  </a:lnTo>
                  <a:lnTo>
                    <a:pt x="2089293" y="2432373"/>
                  </a:lnTo>
                  <a:close/>
                  <a:moveTo>
                    <a:pt x="1936365" y="2470810"/>
                  </a:moveTo>
                  <a:lnTo>
                    <a:pt x="2022620" y="2538241"/>
                  </a:lnTo>
                  <a:lnTo>
                    <a:pt x="2038782" y="2443008"/>
                  </a:lnTo>
                  <a:close/>
                  <a:moveTo>
                    <a:pt x="1931632" y="2388595"/>
                  </a:moveTo>
                  <a:lnTo>
                    <a:pt x="2015133" y="2350158"/>
                  </a:lnTo>
                  <a:lnTo>
                    <a:pt x="1899624" y="2357035"/>
                  </a:lnTo>
                  <a:close/>
                  <a:moveTo>
                    <a:pt x="2015133" y="2350158"/>
                  </a:moveTo>
                  <a:lnTo>
                    <a:pt x="1949539" y="2328456"/>
                  </a:lnTo>
                  <a:lnTo>
                    <a:pt x="1899624" y="2357035"/>
                  </a:lnTo>
                  <a:close/>
                  <a:moveTo>
                    <a:pt x="1859701" y="2267943"/>
                  </a:moveTo>
                  <a:lnTo>
                    <a:pt x="1899624" y="2357035"/>
                  </a:lnTo>
                  <a:lnTo>
                    <a:pt x="1949539" y="2328456"/>
                  </a:lnTo>
                  <a:close/>
                  <a:moveTo>
                    <a:pt x="1859701" y="2267943"/>
                  </a:moveTo>
                  <a:lnTo>
                    <a:pt x="1847441" y="2306380"/>
                  </a:lnTo>
                  <a:lnTo>
                    <a:pt x="1899624" y="2357035"/>
                  </a:lnTo>
                  <a:close/>
                  <a:moveTo>
                    <a:pt x="2089293" y="2432373"/>
                  </a:moveTo>
                  <a:lnTo>
                    <a:pt x="2142466" y="2492463"/>
                  </a:lnTo>
                  <a:lnTo>
                    <a:pt x="2148064" y="2414756"/>
                  </a:lnTo>
                  <a:close/>
                  <a:moveTo>
                    <a:pt x="2106684" y="2348305"/>
                  </a:moveTo>
                  <a:lnTo>
                    <a:pt x="2148064" y="2414756"/>
                  </a:lnTo>
                  <a:lnTo>
                    <a:pt x="2158859" y="2432373"/>
                  </a:lnTo>
                  <a:close/>
                  <a:moveTo>
                    <a:pt x="2035922" y="2345241"/>
                  </a:moveTo>
                  <a:lnTo>
                    <a:pt x="1949539" y="2328456"/>
                  </a:lnTo>
                  <a:lnTo>
                    <a:pt x="2015133" y="2350158"/>
                  </a:lnTo>
                  <a:close/>
                  <a:moveTo>
                    <a:pt x="2020813" y="2257432"/>
                  </a:moveTo>
                  <a:lnTo>
                    <a:pt x="1962383" y="2244343"/>
                  </a:lnTo>
                  <a:lnTo>
                    <a:pt x="2035922" y="2345241"/>
                  </a:lnTo>
                  <a:close/>
                  <a:moveTo>
                    <a:pt x="2106684" y="2348305"/>
                  </a:moveTo>
                  <a:lnTo>
                    <a:pt x="2102605" y="2343431"/>
                  </a:lnTo>
                  <a:lnTo>
                    <a:pt x="2020813" y="2257432"/>
                  </a:lnTo>
                  <a:close/>
                  <a:moveTo>
                    <a:pt x="2035922" y="2345241"/>
                  </a:moveTo>
                  <a:lnTo>
                    <a:pt x="2106684" y="2348305"/>
                  </a:lnTo>
                  <a:lnTo>
                    <a:pt x="2020813" y="2257432"/>
                  </a:lnTo>
                  <a:close/>
                  <a:moveTo>
                    <a:pt x="2106684" y="2348305"/>
                  </a:moveTo>
                  <a:lnTo>
                    <a:pt x="2109671" y="2350158"/>
                  </a:lnTo>
                  <a:lnTo>
                    <a:pt x="2102605" y="2343431"/>
                  </a:lnTo>
                  <a:close/>
                  <a:moveTo>
                    <a:pt x="1962383" y="2244343"/>
                  </a:moveTo>
                  <a:lnTo>
                    <a:pt x="2020813" y="2257432"/>
                  </a:lnTo>
                  <a:lnTo>
                    <a:pt x="1935946" y="2165744"/>
                  </a:lnTo>
                  <a:close/>
                  <a:moveTo>
                    <a:pt x="1717094" y="1856868"/>
                  </a:moveTo>
                  <a:lnTo>
                    <a:pt x="1705589" y="1736216"/>
                  </a:lnTo>
                  <a:lnTo>
                    <a:pt x="1663410" y="1774653"/>
                  </a:lnTo>
                  <a:close/>
                  <a:moveTo>
                    <a:pt x="1663410" y="1774653"/>
                  </a:moveTo>
                  <a:lnTo>
                    <a:pt x="1705589" y="1736216"/>
                  </a:lnTo>
                  <a:lnTo>
                    <a:pt x="1645958" y="1750735"/>
                  </a:lnTo>
                  <a:close/>
                  <a:moveTo>
                    <a:pt x="1705589" y="1736216"/>
                  </a:moveTo>
                  <a:lnTo>
                    <a:pt x="1698499" y="1731974"/>
                  </a:lnTo>
                  <a:lnTo>
                    <a:pt x="1645958" y="1750735"/>
                  </a:lnTo>
                  <a:close/>
                  <a:moveTo>
                    <a:pt x="1629507" y="1654001"/>
                  </a:moveTo>
                  <a:lnTo>
                    <a:pt x="1645958" y="1750735"/>
                  </a:lnTo>
                  <a:lnTo>
                    <a:pt x="1698499" y="1731974"/>
                  </a:lnTo>
                  <a:close/>
                  <a:moveTo>
                    <a:pt x="1139138" y="1160710"/>
                  </a:moveTo>
                  <a:lnTo>
                    <a:pt x="1032203" y="1114536"/>
                  </a:lnTo>
                  <a:lnTo>
                    <a:pt x="1030362" y="1116932"/>
                  </a:lnTo>
                  <a:close/>
                  <a:moveTo>
                    <a:pt x="1028417" y="1113797"/>
                  </a:moveTo>
                  <a:lnTo>
                    <a:pt x="1030362" y="1116932"/>
                  </a:lnTo>
                  <a:lnTo>
                    <a:pt x="1032203" y="1114536"/>
                  </a:lnTo>
                  <a:close/>
                  <a:moveTo>
                    <a:pt x="1055793" y="1078495"/>
                  </a:moveTo>
                  <a:lnTo>
                    <a:pt x="1028417" y="1113797"/>
                  </a:lnTo>
                  <a:lnTo>
                    <a:pt x="1032203" y="1114536"/>
                  </a:lnTo>
                  <a:close/>
                  <a:moveTo>
                    <a:pt x="364247" y="92913"/>
                  </a:moveTo>
                  <a:lnTo>
                    <a:pt x="438987" y="92743"/>
                  </a:lnTo>
                  <a:lnTo>
                    <a:pt x="397473" y="26400"/>
                  </a:lnTo>
                  <a:close/>
                  <a:moveTo>
                    <a:pt x="364247" y="92913"/>
                  </a:moveTo>
                  <a:lnTo>
                    <a:pt x="397473" y="26400"/>
                  </a:lnTo>
                  <a:lnTo>
                    <a:pt x="334148" y="17291"/>
                  </a:lnTo>
                  <a:close/>
                  <a:moveTo>
                    <a:pt x="364247" y="92913"/>
                  </a:moveTo>
                  <a:lnTo>
                    <a:pt x="334148" y="17291"/>
                  </a:lnTo>
                  <a:lnTo>
                    <a:pt x="359600" y="91914"/>
                  </a:lnTo>
                  <a:close/>
                  <a:moveTo>
                    <a:pt x="334148" y="17291"/>
                  </a:moveTo>
                  <a:lnTo>
                    <a:pt x="298489" y="9699"/>
                  </a:lnTo>
                  <a:lnTo>
                    <a:pt x="359600" y="91914"/>
                  </a:lnTo>
                  <a:close/>
                  <a:moveTo>
                    <a:pt x="2247648" y="2311722"/>
                  </a:moveTo>
                  <a:lnTo>
                    <a:pt x="2322286" y="2273286"/>
                  </a:lnTo>
                  <a:lnTo>
                    <a:pt x="2206345" y="2237437"/>
                  </a:lnTo>
                  <a:close/>
                  <a:moveTo>
                    <a:pt x="2322286" y="2273286"/>
                  </a:moveTo>
                  <a:lnTo>
                    <a:pt x="2261602" y="2228831"/>
                  </a:lnTo>
                  <a:lnTo>
                    <a:pt x="2206345" y="2237437"/>
                  </a:lnTo>
                  <a:close/>
                  <a:moveTo>
                    <a:pt x="2224435" y="2191071"/>
                  </a:moveTo>
                  <a:lnTo>
                    <a:pt x="2206345" y="2237437"/>
                  </a:lnTo>
                  <a:lnTo>
                    <a:pt x="2261602" y="2228831"/>
                  </a:lnTo>
                  <a:close/>
                  <a:moveTo>
                    <a:pt x="2224435" y="2191071"/>
                  </a:moveTo>
                  <a:lnTo>
                    <a:pt x="2199738" y="2229507"/>
                  </a:lnTo>
                  <a:lnTo>
                    <a:pt x="2206345" y="2237437"/>
                  </a:lnTo>
                  <a:close/>
                  <a:moveTo>
                    <a:pt x="2158812" y="2147292"/>
                  </a:moveTo>
                  <a:lnTo>
                    <a:pt x="2199738" y="2229507"/>
                  </a:lnTo>
                  <a:lnTo>
                    <a:pt x="2224435" y="2191071"/>
                  </a:lnTo>
                  <a:close/>
                  <a:moveTo>
                    <a:pt x="2119995" y="2037207"/>
                  </a:moveTo>
                  <a:lnTo>
                    <a:pt x="2176542" y="2126011"/>
                  </a:lnTo>
                  <a:lnTo>
                    <a:pt x="2182752" y="2108855"/>
                  </a:lnTo>
                  <a:close/>
                  <a:moveTo>
                    <a:pt x="2182752" y="2108855"/>
                  </a:moveTo>
                  <a:lnTo>
                    <a:pt x="2141835" y="2059702"/>
                  </a:lnTo>
                  <a:lnTo>
                    <a:pt x="2119995" y="2037207"/>
                  </a:lnTo>
                  <a:close/>
                  <a:moveTo>
                    <a:pt x="1698499" y="1731974"/>
                  </a:moveTo>
                  <a:lnTo>
                    <a:pt x="1705589" y="1736216"/>
                  </a:lnTo>
                  <a:lnTo>
                    <a:pt x="1703053" y="1733437"/>
                  </a:lnTo>
                  <a:close/>
                  <a:moveTo>
                    <a:pt x="1430116" y="1325141"/>
                  </a:moveTo>
                  <a:lnTo>
                    <a:pt x="1497582" y="1322893"/>
                  </a:lnTo>
                  <a:lnTo>
                    <a:pt x="1477679" y="1368919"/>
                  </a:lnTo>
                  <a:close/>
                  <a:moveTo>
                    <a:pt x="1499580" y="1377304"/>
                  </a:moveTo>
                  <a:lnTo>
                    <a:pt x="1441727" y="1329261"/>
                  </a:lnTo>
                  <a:lnTo>
                    <a:pt x="1430116" y="1325141"/>
                  </a:lnTo>
                  <a:close/>
                  <a:moveTo>
                    <a:pt x="1477679" y="1368919"/>
                  </a:moveTo>
                  <a:lnTo>
                    <a:pt x="1499580" y="1377304"/>
                  </a:lnTo>
                  <a:lnTo>
                    <a:pt x="1430116" y="1325141"/>
                  </a:lnTo>
                  <a:close/>
                  <a:moveTo>
                    <a:pt x="1542106" y="1368919"/>
                  </a:moveTo>
                  <a:lnTo>
                    <a:pt x="1449790" y="1317690"/>
                  </a:lnTo>
                  <a:lnTo>
                    <a:pt x="1451368" y="1325141"/>
                  </a:lnTo>
                  <a:close/>
                  <a:moveTo>
                    <a:pt x="1441727" y="1329261"/>
                  </a:moveTo>
                  <a:lnTo>
                    <a:pt x="1499580" y="1377304"/>
                  </a:lnTo>
                  <a:lnTo>
                    <a:pt x="1542106" y="1368919"/>
                  </a:lnTo>
                  <a:close/>
                  <a:moveTo>
                    <a:pt x="1451368" y="1325141"/>
                  </a:moveTo>
                  <a:lnTo>
                    <a:pt x="1441727" y="1329261"/>
                  </a:lnTo>
                  <a:lnTo>
                    <a:pt x="1542106" y="1368919"/>
                  </a:lnTo>
                  <a:close/>
                  <a:moveTo>
                    <a:pt x="1342082" y="1160710"/>
                  </a:moveTo>
                  <a:lnTo>
                    <a:pt x="1359569" y="1085541"/>
                  </a:lnTo>
                  <a:lnTo>
                    <a:pt x="1375705" y="1040059"/>
                  </a:lnTo>
                  <a:close/>
                  <a:moveTo>
                    <a:pt x="618641" y="307556"/>
                  </a:moveTo>
                  <a:lnTo>
                    <a:pt x="721617" y="372295"/>
                  </a:lnTo>
                  <a:lnTo>
                    <a:pt x="676285" y="321285"/>
                  </a:lnTo>
                  <a:close/>
                  <a:moveTo>
                    <a:pt x="359600" y="91914"/>
                  </a:moveTo>
                  <a:lnTo>
                    <a:pt x="302547" y="82483"/>
                  </a:lnTo>
                  <a:lnTo>
                    <a:pt x="367183" y="98297"/>
                  </a:lnTo>
                  <a:close/>
                  <a:moveTo>
                    <a:pt x="426557" y="105086"/>
                  </a:moveTo>
                  <a:lnTo>
                    <a:pt x="440520" y="93835"/>
                  </a:lnTo>
                  <a:lnTo>
                    <a:pt x="367183" y="98297"/>
                  </a:lnTo>
                  <a:close/>
                  <a:moveTo>
                    <a:pt x="2322286" y="2273286"/>
                  </a:moveTo>
                  <a:lnTo>
                    <a:pt x="2359991" y="2318034"/>
                  </a:lnTo>
                  <a:lnTo>
                    <a:pt x="2369173" y="2256091"/>
                  </a:lnTo>
                  <a:close/>
                  <a:moveTo>
                    <a:pt x="2369173" y="2256091"/>
                  </a:moveTo>
                  <a:lnTo>
                    <a:pt x="2261602" y="2228831"/>
                  </a:lnTo>
                  <a:lnTo>
                    <a:pt x="2322286" y="2273286"/>
                  </a:lnTo>
                  <a:close/>
                  <a:moveTo>
                    <a:pt x="2296683" y="2154339"/>
                  </a:moveTo>
                  <a:lnTo>
                    <a:pt x="2261602" y="2228831"/>
                  </a:lnTo>
                  <a:lnTo>
                    <a:pt x="2369173" y="2256091"/>
                  </a:lnTo>
                  <a:close/>
                  <a:moveTo>
                    <a:pt x="2224435" y="2191071"/>
                  </a:moveTo>
                  <a:lnTo>
                    <a:pt x="2261602" y="2228831"/>
                  </a:lnTo>
                  <a:lnTo>
                    <a:pt x="2296683" y="2154339"/>
                  </a:lnTo>
                  <a:close/>
                  <a:moveTo>
                    <a:pt x="2182752" y="2108855"/>
                  </a:moveTo>
                  <a:lnTo>
                    <a:pt x="2224435" y="2191071"/>
                  </a:lnTo>
                  <a:lnTo>
                    <a:pt x="2222961" y="2070419"/>
                  </a:lnTo>
                  <a:close/>
                  <a:moveTo>
                    <a:pt x="2182752" y="2108855"/>
                  </a:moveTo>
                  <a:lnTo>
                    <a:pt x="2222961" y="2070419"/>
                  </a:lnTo>
                  <a:lnTo>
                    <a:pt x="2141835" y="2059702"/>
                  </a:lnTo>
                  <a:close/>
                  <a:moveTo>
                    <a:pt x="2143395" y="1988204"/>
                  </a:moveTo>
                  <a:lnTo>
                    <a:pt x="2113219" y="2026640"/>
                  </a:lnTo>
                  <a:lnTo>
                    <a:pt x="2141835" y="2059702"/>
                  </a:lnTo>
                  <a:close/>
                  <a:moveTo>
                    <a:pt x="1863403" y="1494913"/>
                  </a:moveTo>
                  <a:lnTo>
                    <a:pt x="1860143" y="1563815"/>
                  </a:lnTo>
                  <a:lnTo>
                    <a:pt x="1919864" y="1571901"/>
                  </a:lnTo>
                  <a:close/>
                  <a:moveTo>
                    <a:pt x="1704309" y="1332047"/>
                  </a:moveTo>
                  <a:lnTo>
                    <a:pt x="1707894" y="1330483"/>
                  </a:lnTo>
                  <a:lnTo>
                    <a:pt x="1705605" y="1328138"/>
                  </a:lnTo>
                  <a:close/>
                  <a:moveTo>
                    <a:pt x="1450974" y="1148633"/>
                  </a:moveTo>
                  <a:lnTo>
                    <a:pt x="1542013" y="1083837"/>
                  </a:lnTo>
                  <a:lnTo>
                    <a:pt x="1463880" y="1106050"/>
                  </a:lnTo>
                  <a:close/>
                  <a:moveTo>
                    <a:pt x="1531194" y="1169905"/>
                  </a:moveTo>
                  <a:lnTo>
                    <a:pt x="1580043" y="1137339"/>
                  </a:lnTo>
                  <a:lnTo>
                    <a:pt x="1450974" y="1148633"/>
                  </a:lnTo>
                  <a:close/>
                  <a:moveTo>
                    <a:pt x="1463880" y="1106050"/>
                  </a:moveTo>
                  <a:lnTo>
                    <a:pt x="1559229" y="1059519"/>
                  </a:lnTo>
                  <a:lnTo>
                    <a:pt x="1515064" y="1024939"/>
                  </a:lnTo>
                  <a:close/>
                  <a:moveTo>
                    <a:pt x="1463880" y="1106050"/>
                  </a:moveTo>
                  <a:lnTo>
                    <a:pt x="1515064" y="1024939"/>
                  </a:lnTo>
                  <a:lnTo>
                    <a:pt x="1445641" y="1020786"/>
                  </a:lnTo>
                  <a:close/>
                  <a:moveTo>
                    <a:pt x="1315580" y="865747"/>
                  </a:moveTo>
                  <a:lnTo>
                    <a:pt x="1232411" y="888781"/>
                  </a:lnTo>
                  <a:lnTo>
                    <a:pt x="1316146" y="923192"/>
                  </a:lnTo>
                  <a:close/>
                  <a:moveTo>
                    <a:pt x="1315580" y="865747"/>
                  </a:moveTo>
                  <a:lnTo>
                    <a:pt x="1234494" y="871076"/>
                  </a:lnTo>
                  <a:lnTo>
                    <a:pt x="1232411" y="888781"/>
                  </a:lnTo>
                  <a:close/>
                  <a:moveTo>
                    <a:pt x="1932096" y="1456477"/>
                  </a:moveTo>
                  <a:lnTo>
                    <a:pt x="1919864" y="1571901"/>
                  </a:lnTo>
                  <a:lnTo>
                    <a:pt x="1951454" y="1474810"/>
                  </a:lnTo>
                  <a:close/>
                  <a:moveTo>
                    <a:pt x="1932096" y="1456477"/>
                  </a:moveTo>
                  <a:lnTo>
                    <a:pt x="1863403" y="1494913"/>
                  </a:lnTo>
                  <a:lnTo>
                    <a:pt x="1919864" y="1571901"/>
                  </a:lnTo>
                  <a:close/>
                  <a:moveTo>
                    <a:pt x="1705605" y="1328138"/>
                  </a:moveTo>
                  <a:lnTo>
                    <a:pt x="1707894" y="1330483"/>
                  </a:lnTo>
                  <a:lnTo>
                    <a:pt x="1709397" y="1327911"/>
                  </a:lnTo>
                  <a:close/>
                  <a:moveTo>
                    <a:pt x="1714823" y="1147400"/>
                  </a:moveTo>
                  <a:lnTo>
                    <a:pt x="1779301" y="1209831"/>
                  </a:lnTo>
                  <a:lnTo>
                    <a:pt x="1698232" y="1136803"/>
                  </a:lnTo>
                  <a:close/>
                  <a:moveTo>
                    <a:pt x="1698232" y="1136803"/>
                  </a:moveTo>
                  <a:lnTo>
                    <a:pt x="1778511" y="1232221"/>
                  </a:lnTo>
                  <a:lnTo>
                    <a:pt x="1777944" y="1132590"/>
                  </a:lnTo>
                  <a:close/>
                  <a:moveTo>
                    <a:pt x="1316649" y="564602"/>
                  </a:moveTo>
                  <a:lnTo>
                    <a:pt x="1336541" y="569039"/>
                  </a:lnTo>
                  <a:lnTo>
                    <a:pt x="1316644" y="552110"/>
                  </a:lnTo>
                  <a:close/>
                  <a:moveTo>
                    <a:pt x="768522" y="58820"/>
                  </a:moveTo>
                  <a:lnTo>
                    <a:pt x="744852" y="28758"/>
                  </a:lnTo>
                  <a:lnTo>
                    <a:pt x="776657" y="0"/>
                  </a:lnTo>
                  <a:close/>
                  <a:moveTo>
                    <a:pt x="2002543" y="1271364"/>
                  </a:moveTo>
                  <a:lnTo>
                    <a:pt x="1926594" y="1209831"/>
                  </a:lnTo>
                  <a:lnTo>
                    <a:pt x="1946479" y="1241006"/>
                  </a:lnTo>
                  <a:close/>
                  <a:moveTo>
                    <a:pt x="1946479" y="1241006"/>
                  </a:moveTo>
                  <a:lnTo>
                    <a:pt x="1926594" y="1209831"/>
                  </a:lnTo>
                  <a:lnTo>
                    <a:pt x="1889154" y="1241879"/>
                  </a:lnTo>
                  <a:close/>
                  <a:moveTo>
                    <a:pt x="2072515" y="1253610"/>
                  </a:moveTo>
                  <a:lnTo>
                    <a:pt x="2029911" y="1171395"/>
                  </a:lnTo>
                  <a:lnTo>
                    <a:pt x="2002543" y="1271364"/>
                  </a:lnTo>
                  <a:close/>
                  <a:moveTo>
                    <a:pt x="1476028" y="596701"/>
                  </a:moveTo>
                  <a:lnTo>
                    <a:pt x="1472973" y="598197"/>
                  </a:lnTo>
                  <a:lnTo>
                    <a:pt x="1521767" y="704256"/>
                  </a:lnTo>
                  <a:close/>
                  <a:moveTo>
                    <a:pt x="1559678" y="630797"/>
                  </a:moveTo>
                  <a:lnTo>
                    <a:pt x="1476028" y="596701"/>
                  </a:lnTo>
                  <a:lnTo>
                    <a:pt x="1521767" y="704256"/>
                  </a:lnTo>
                  <a:close/>
                  <a:moveTo>
                    <a:pt x="2072515" y="1253610"/>
                  </a:moveTo>
                  <a:lnTo>
                    <a:pt x="2104132" y="1273130"/>
                  </a:lnTo>
                  <a:lnTo>
                    <a:pt x="2137372" y="1222342"/>
                  </a:lnTo>
                  <a:close/>
                  <a:moveTo>
                    <a:pt x="2137372" y="1222342"/>
                  </a:moveTo>
                  <a:lnTo>
                    <a:pt x="2143323" y="1253610"/>
                  </a:lnTo>
                  <a:lnTo>
                    <a:pt x="2106002" y="11477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45" name="Candidate_density__2064">
              <a:extLst>
                <a:ext uri="{FF2B5EF4-FFF2-40B4-BE49-F238E27FC236}">
                  <a16:creationId xmlns:a16="http://schemas.microsoft.com/office/drawing/2014/main" id="{B91C367D-B80C-A6DE-AAC5-AD40A60B794C}"/>
                </a:ext>
              </a:extLst>
            </p:cNvPr>
            <p:cNvSpPr>
              <a:spLocks noGrp="1"/>
            </p:cNvSpPr>
            <p:nvPr/>
          </p:nvSpPr>
          <p:spPr>
            <a:xfrm>
              <a:off x="4523871" y="2277833"/>
              <a:ext cx="2220217" cy="3058190"/>
            </a:xfrm>
            <a:custGeom>
              <a:avLst/>
              <a:gdLst/>
              <a:ahLst/>
              <a:cxnLst/>
              <a:rect l="0" t="0" r="0" b="0"/>
              <a:pathLst>
                <a:path w="2220217" h="3058190">
                  <a:moveTo>
                    <a:pt x="242136" y="2761096"/>
                  </a:moveTo>
                  <a:lnTo>
                    <a:pt x="204182" y="2689635"/>
                  </a:lnTo>
                  <a:lnTo>
                    <a:pt x="212857" y="2726824"/>
                  </a:lnTo>
                  <a:close/>
                  <a:moveTo>
                    <a:pt x="207211" y="2693970"/>
                  </a:moveTo>
                  <a:lnTo>
                    <a:pt x="204182" y="2689635"/>
                  </a:lnTo>
                  <a:lnTo>
                    <a:pt x="242136" y="2761096"/>
                  </a:lnTo>
                  <a:close/>
                  <a:moveTo>
                    <a:pt x="289252" y="2722051"/>
                  </a:moveTo>
                  <a:lnTo>
                    <a:pt x="207211" y="2693970"/>
                  </a:lnTo>
                  <a:lnTo>
                    <a:pt x="242136" y="2761096"/>
                  </a:lnTo>
                  <a:close/>
                  <a:moveTo>
                    <a:pt x="138114" y="2650829"/>
                  </a:moveTo>
                  <a:lnTo>
                    <a:pt x="128601" y="2678719"/>
                  </a:lnTo>
                  <a:lnTo>
                    <a:pt x="64033" y="2652508"/>
                  </a:lnTo>
                  <a:close/>
                  <a:moveTo>
                    <a:pt x="499994" y="3017247"/>
                  </a:moveTo>
                  <a:lnTo>
                    <a:pt x="511673" y="3021796"/>
                  </a:lnTo>
                  <a:lnTo>
                    <a:pt x="519687" y="3026293"/>
                  </a:lnTo>
                  <a:close/>
                  <a:moveTo>
                    <a:pt x="511673" y="3021796"/>
                  </a:moveTo>
                  <a:lnTo>
                    <a:pt x="499994" y="3017247"/>
                  </a:lnTo>
                  <a:lnTo>
                    <a:pt x="399616" y="2952212"/>
                  </a:lnTo>
                  <a:close/>
                  <a:moveTo>
                    <a:pt x="602749" y="3058190"/>
                  </a:moveTo>
                  <a:lnTo>
                    <a:pt x="511673" y="3021796"/>
                  </a:lnTo>
                  <a:lnTo>
                    <a:pt x="555401" y="3046838"/>
                  </a:lnTo>
                  <a:close/>
                  <a:moveTo>
                    <a:pt x="602749" y="3058190"/>
                  </a:moveTo>
                  <a:lnTo>
                    <a:pt x="519687" y="3026293"/>
                  </a:lnTo>
                  <a:lnTo>
                    <a:pt x="511673" y="3021796"/>
                  </a:lnTo>
                  <a:close/>
                  <a:moveTo>
                    <a:pt x="499994" y="3017247"/>
                  </a:moveTo>
                  <a:lnTo>
                    <a:pt x="519687" y="3026293"/>
                  </a:lnTo>
                  <a:lnTo>
                    <a:pt x="530489" y="3006498"/>
                  </a:lnTo>
                  <a:close/>
                  <a:moveTo>
                    <a:pt x="309051" y="2664971"/>
                  </a:moveTo>
                  <a:lnTo>
                    <a:pt x="207211" y="2693970"/>
                  </a:lnTo>
                  <a:lnTo>
                    <a:pt x="289252" y="2722051"/>
                  </a:lnTo>
                  <a:close/>
                  <a:moveTo>
                    <a:pt x="362644" y="2581901"/>
                  </a:moveTo>
                  <a:lnTo>
                    <a:pt x="309051" y="2664971"/>
                  </a:lnTo>
                  <a:lnTo>
                    <a:pt x="388194" y="2661222"/>
                  </a:lnTo>
                  <a:close/>
                  <a:moveTo>
                    <a:pt x="395506" y="2195048"/>
                  </a:moveTo>
                  <a:lnTo>
                    <a:pt x="397884" y="2252974"/>
                  </a:lnTo>
                  <a:lnTo>
                    <a:pt x="400881" y="2200438"/>
                  </a:lnTo>
                  <a:close/>
                  <a:moveTo>
                    <a:pt x="617434" y="2252285"/>
                  </a:moveTo>
                  <a:lnTo>
                    <a:pt x="531328" y="2209008"/>
                  </a:lnTo>
                  <a:lnTo>
                    <a:pt x="569223" y="2287234"/>
                  </a:lnTo>
                  <a:close/>
                  <a:moveTo>
                    <a:pt x="471505" y="2200542"/>
                  </a:moveTo>
                  <a:lnTo>
                    <a:pt x="516478" y="2244217"/>
                  </a:lnTo>
                  <a:lnTo>
                    <a:pt x="528479" y="2207396"/>
                  </a:lnTo>
                  <a:close/>
                  <a:moveTo>
                    <a:pt x="617434" y="2252285"/>
                  </a:moveTo>
                  <a:lnTo>
                    <a:pt x="569223" y="2287234"/>
                  </a:lnTo>
                  <a:lnTo>
                    <a:pt x="690316" y="2246121"/>
                  </a:lnTo>
                  <a:close/>
                  <a:moveTo>
                    <a:pt x="663328" y="2208674"/>
                  </a:moveTo>
                  <a:lnTo>
                    <a:pt x="710440" y="2180649"/>
                  </a:lnTo>
                  <a:lnTo>
                    <a:pt x="685904" y="2167344"/>
                  </a:lnTo>
                  <a:close/>
                  <a:moveTo>
                    <a:pt x="435041" y="1674053"/>
                  </a:moveTo>
                  <a:lnTo>
                    <a:pt x="452119" y="1697656"/>
                  </a:lnTo>
                  <a:lnTo>
                    <a:pt x="413146" y="1640014"/>
                  </a:lnTo>
                  <a:close/>
                  <a:moveTo>
                    <a:pt x="413146" y="1640014"/>
                  </a:moveTo>
                  <a:lnTo>
                    <a:pt x="482319" y="1744461"/>
                  </a:lnTo>
                  <a:lnTo>
                    <a:pt x="429840" y="1726534"/>
                  </a:lnTo>
                  <a:close/>
                  <a:moveTo>
                    <a:pt x="0" y="1233065"/>
                  </a:moveTo>
                  <a:lnTo>
                    <a:pt x="32037" y="1241670"/>
                  </a:lnTo>
                  <a:lnTo>
                    <a:pt x="33234" y="1142327"/>
                  </a:lnTo>
                  <a:close/>
                  <a:moveTo>
                    <a:pt x="280028" y="1187183"/>
                  </a:moveTo>
                  <a:lnTo>
                    <a:pt x="355977" y="1186447"/>
                  </a:lnTo>
                  <a:lnTo>
                    <a:pt x="346845" y="1186105"/>
                  </a:lnTo>
                  <a:close/>
                  <a:moveTo>
                    <a:pt x="280028" y="1187183"/>
                  </a:moveTo>
                  <a:lnTo>
                    <a:pt x="346845" y="1186105"/>
                  </a:lnTo>
                  <a:lnTo>
                    <a:pt x="280946" y="1184577"/>
                  </a:lnTo>
                  <a:close/>
                  <a:moveTo>
                    <a:pt x="466367" y="1229884"/>
                  </a:moveTo>
                  <a:lnTo>
                    <a:pt x="445941" y="1268320"/>
                  </a:lnTo>
                  <a:lnTo>
                    <a:pt x="453729" y="1273273"/>
                  </a:lnTo>
                  <a:close/>
                  <a:moveTo>
                    <a:pt x="445941" y="1268320"/>
                  </a:moveTo>
                  <a:lnTo>
                    <a:pt x="466367" y="1229884"/>
                  </a:lnTo>
                  <a:lnTo>
                    <a:pt x="355977" y="1186447"/>
                  </a:lnTo>
                  <a:close/>
                  <a:moveTo>
                    <a:pt x="346845" y="1186105"/>
                  </a:moveTo>
                  <a:lnTo>
                    <a:pt x="305092" y="1066714"/>
                  </a:lnTo>
                  <a:lnTo>
                    <a:pt x="280946" y="1184577"/>
                  </a:lnTo>
                  <a:close/>
                  <a:moveTo>
                    <a:pt x="1136247" y="2076843"/>
                  </a:moveTo>
                  <a:lnTo>
                    <a:pt x="1111579" y="2052035"/>
                  </a:lnTo>
                  <a:lnTo>
                    <a:pt x="1034194" y="1999126"/>
                  </a:lnTo>
                  <a:close/>
                  <a:moveTo>
                    <a:pt x="1499333" y="2263713"/>
                  </a:moveTo>
                  <a:lnTo>
                    <a:pt x="1396361" y="2286836"/>
                  </a:lnTo>
                  <a:lnTo>
                    <a:pt x="1485602" y="2374969"/>
                  </a:lnTo>
                  <a:close/>
                  <a:moveTo>
                    <a:pt x="1485602" y="2374969"/>
                  </a:moveTo>
                  <a:lnTo>
                    <a:pt x="1503743" y="2298680"/>
                  </a:lnTo>
                  <a:lnTo>
                    <a:pt x="1499333" y="2263713"/>
                  </a:lnTo>
                  <a:close/>
                  <a:moveTo>
                    <a:pt x="1335258" y="2188152"/>
                  </a:moveTo>
                  <a:lnTo>
                    <a:pt x="1367184" y="2298680"/>
                  </a:lnTo>
                  <a:lnTo>
                    <a:pt x="1403112" y="2181255"/>
                  </a:lnTo>
                  <a:close/>
                  <a:moveTo>
                    <a:pt x="1396361" y="2286836"/>
                  </a:moveTo>
                  <a:lnTo>
                    <a:pt x="1465907" y="2190796"/>
                  </a:lnTo>
                  <a:lnTo>
                    <a:pt x="1403112" y="2181255"/>
                  </a:lnTo>
                  <a:close/>
                  <a:moveTo>
                    <a:pt x="1320735" y="2178028"/>
                  </a:moveTo>
                  <a:lnTo>
                    <a:pt x="1273050" y="2216465"/>
                  </a:lnTo>
                  <a:lnTo>
                    <a:pt x="1288839" y="2229803"/>
                  </a:lnTo>
                  <a:close/>
                  <a:moveTo>
                    <a:pt x="1195678" y="2134250"/>
                  </a:moveTo>
                  <a:lnTo>
                    <a:pt x="1273050" y="2216465"/>
                  </a:lnTo>
                  <a:lnTo>
                    <a:pt x="1320735" y="2178028"/>
                  </a:lnTo>
                  <a:close/>
                  <a:moveTo>
                    <a:pt x="1403112" y="2181255"/>
                  </a:moveTo>
                  <a:lnTo>
                    <a:pt x="1465907" y="2190796"/>
                  </a:lnTo>
                  <a:lnTo>
                    <a:pt x="1375654" y="2103486"/>
                  </a:lnTo>
                  <a:close/>
                  <a:moveTo>
                    <a:pt x="1375654" y="2103486"/>
                  </a:moveTo>
                  <a:lnTo>
                    <a:pt x="1332464" y="2095813"/>
                  </a:lnTo>
                  <a:lnTo>
                    <a:pt x="1372280" y="2178028"/>
                  </a:lnTo>
                  <a:close/>
                  <a:moveTo>
                    <a:pt x="813829" y="1356450"/>
                  </a:moveTo>
                  <a:lnTo>
                    <a:pt x="727675" y="1309786"/>
                  </a:lnTo>
                  <a:lnTo>
                    <a:pt x="812967" y="1355877"/>
                  </a:lnTo>
                  <a:close/>
                  <a:moveTo>
                    <a:pt x="1833186" y="2656535"/>
                  </a:moveTo>
                  <a:lnTo>
                    <a:pt x="1899579" y="2671319"/>
                  </a:lnTo>
                  <a:lnTo>
                    <a:pt x="1899860" y="2550667"/>
                  </a:lnTo>
                  <a:close/>
                  <a:moveTo>
                    <a:pt x="1899860" y="2550667"/>
                  </a:moveTo>
                  <a:lnTo>
                    <a:pt x="1899579" y="2671319"/>
                  </a:lnTo>
                  <a:lnTo>
                    <a:pt x="1953032" y="2610757"/>
                  </a:lnTo>
                  <a:close/>
                  <a:moveTo>
                    <a:pt x="1332464" y="2095813"/>
                  </a:moveTo>
                  <a:lnTo>
                    <a:pt x="1309582" y="2013598"/>
                  </a:lnTo>
                  <a:lnTo>
                    <a:pt x="1399144" y="2057377"/>
                  </a:lnTo>
                  <a:close/>
                  <a:moveTo>
                    <a:pt x="770969" y="1330701"/>
                  </a:moveTo>
                  <a:lnTo>
                    <a:pt x="829985" y="1438093"/>
                  </a:lnTo>
                  <a:lnTo>
                    <a:pt x="812967" y="1355877"/>
                  </a:lnTo>
                  <a:close/>
                  <a:moveTo>
                    <a:pt x="907749" y="1317440"/>
                  </a:moveTo>
                  <a:lnTo>
                    <a:pt x="840928" y="1235226"/>
                  </a:lnTo>
                  <a:lnTo>
                    <a:pt x="873016" y="1268832"/>
                  </a:lnTo>
                  <a:close/>
                  <a:moveTo>
                    <a:pt x="1540260" y="1966899"/>
                  </a:moveTo>
                  <a:lnTo>
                    <a:pt x="1516005" y="1949883"/>
                  </a:lnTo>
                  <a:lnTo>
                    <a:pt x="1565570" y="1998075"/>
                  </a:lnTo>
                  <a:close/>
                  <a:moveTo>
                    <a:pt x="1412745" y="1810731"/>
                  </a:moveTo>
                  <a:lnTo>
                    <a:pt x="1440073" y="1772295"/>
                  </a:lnTo>
                  <a:lnTo>
                    <a:pt x="1354493" y="1766212"/>
                  </a:lnTo>
                  <a:close/>
                  <a:moveTo>
                    <a:pt x="1440073" y="1772295"/>
                  </a:moveTo>
                  <a:lnTo>
                    <a:pt x="1407061" y="1747550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54493" y="1766212"/>
                  </a:lnTo>
                  <a:lnTo>
                    <a:pt x="1407061" y="1747550"/>
                  </a:lnTo>
                  <a:close/>
                  <a:moveTo>
                    <a:pt x="1332299" y="1690080"/>
                  </a:moveTo>
                  <a:lnTo>
                    <a:pt x="1299384" y="1728517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13030" y="1674644"/>
                  </a:lnTo>
                  <a:lnTo>
                    <a:pt x="1249806" y="1653460"/>
                  </a:lnTo>
                  <a:close/>
                  <a:moveTo>
                    <a:pt x="949704" y="1279004"/>
                  </a:moveTo>
                  <a:lnTo>
                    <a:pt x="938480" y="1325434"/>
                  </a:lnTo>
                  <a:lnTo>
                    <a:pt x="989491" y="1300954"/>
                  </a:lnTo>
                  <a:close/>
                  <a:moveTo>
                    <a:pt x="149112" y="324725"/>
                  </a:moveTo>
                  <a:lnTo>
                    <a:pt x="249553" y="211037"/>
                  </a:lnTo>
                  <a:lnTo>
                    <a:pt x="174814" y="211207"/>
                  </a:lnTo>
                  <a:close/>
                  <a:moveTo>
                    <a:pt x="123637" y="52628"/>
                  </a:moveTo>
                  <a:lnTo>
                    <a:pt x="107347" y="45778"/>
                  </a:lnTo>
                  <a:lnTo>
                    <a:pt x="109055" y="127993"/>
                  </a:lnTo>
                  <a:close/>
                  <a:moveTo>
                    <a:pt x="2170557" y="2436328"/>
                  </a:moveTo>
                  <a:lnTo>
                    <a:pt x="2220217" y="2402069"/>
                  </a:lnTo>
                  <a:lnTo>
                    <a:pt x="2204348" y="2391579"/>
                  </a:lnTo>
                  <a:close/>
                  <a:moveTo>
                    <a:pt x="1723818" y="2002211"/>
                  </a:moveTo>
                  <a:lnTo>
                    <a:pt x="1698660" y="1980504"/>
                  </a:lnTo>
                  <a:lnTo>
                    <a:pt x="1693121" y="1981108"/>
                  </a:lnTo>
                  <a:close/>
                  <a:moveTo>
                    <a:pt x="1693121" y="1981108"/>
                  </a:moveTo>
                  <a:lnTo>
                    <a:pt x="1776788" y="2015267"/>
                  </a:lnTo>
                  <a:lnTo>
                    <a:pt x="1723818" y="2002211"/>
                  </a:lnTo>
                  <a:close/>
                  <a:moveTo>
                    <a:pt x="1440073" y="1772295"/>
                  </a:moveTo>
                  <a:lnTo>
                    <a:pt x="1509065" y="1850268"/>
                  </a:lnTo>
                  <a:lnTo>
                    <a:pt x="1452937" y="1740379"/>
                  </a:lnTo>
                  <a:close/>
                  <a:moveTo>
                    <a:pt x="1407061" y="1747550"/>
                  </a:moveTo>
                  <a:lnTo>
                    <a:pt x="1440073" y="1772295"/>
                  </a:lnTo>
                  <a:lnTo>
                    <a:pt x="1452937" y="1740379"/>
                  </a:lnTo>
                  <a:close/>
                  <a:moveTo>
                    <a:pt x="1484495" y="1651644"/>
                  </a:moveTo>
                  <a:lnTo>
                    <a:pt x="1529284" y="1710660"/>
                  </a:lnTo>
                  <a:lnTo>
                    <a:pt x="1502286" y="1660759"/>
                  </a:lnTo>
                  <a:close/>
                  <a:moveTo>
                    <a:pt x="1502286" y="1660759"/>
                  </a:moveTo>
                  <a:lnTo>
                    <a:pt x="1459325" y="1595594"/>
                  </a:lnTo>
                  <a:lnTo>
                    <a:pt x="1484495" y="1651644"/>
                  </a:lnTo>
                  <a:close/>
                  <a:moveTo>
                    <a:pt x="977776" y="1083571"/>
                  </a:moveTo>
                  <a:lnTo>
                    <a:pt x="1058481" y="1178643"/>
                  </a:lnTo>
                  <a:lnTo>
                    <a:pt x="1012357" y="1114574"/>
                  </a:lnTo>
                  <a:close/>
                  <a:moveTo>
                    <a:pt x="977776" y="1083571"/>
                  </a:moveTo>
                  <a:lnTo>
                    <a:pt x="1012357" y="1114574"/>
                  </a:lnTo>
                  <a:lnTo>
                    <a:pt x="976022" y="1035397"/>
                  </a:lnTo>
                  <a:close/>
                  <a:moveTo>
                    <a:pt x="976022" y="1035397"/>
                  </a:moveTo>
                  <a:lnTo>
                    <a:pt x="1013055" y="1110399"/>
                  </a:lnTo>
                  <a:lnTo>
                    <a:pt x="1042978" y="1007074"/>
                  </a:lnTo>
                  <a:close/>
                  <a:moveTo>
                    <a:pt x="435632" y="539068"/>
                  </a:moveTo>
                  <a:lnTo>
                    <a:pt x="504201" y="601168"/>
                  </a:lnTo>
                  <a:lnTo>
                    <a:pt x="544120" y="582848"/>
                  </a:lnTo>
                  <a:close/>
                  <a:moveTo>
                    <a:pt x="435632" y="539068"/>
                  </a:moveTo>
                  <a:lnTo>
                    <a:pt x="429207" y="425850"/>
                  </a:lnTo>
                  <a:lnTo>
                    <a:pt x="405947" y="512467"/>
                  </a:lnTo>
                  <a:close/>
                  <a:moveTo>
                    <a:pt x="639957" y="614875"/>
                  </a:moveTo>
                  <a:lnTo>
                    <a:pt x="544041" y="593268"/>
                  </a:lnTo>
                  <a:lnTo>
                    <a:pt x="598659" y="609457"/>
                  </a:lnTo>
                  <a:close/>
                  <a:moveTo>
                    <a:pt x="2204420" y="2214727"/>
                  </a:moveTo>
                  <a:lnTo>
                    <a:pt x="2169613" y="2217595"/>
                  </a:lnTo>
                  <a:lnTo>
                    <a:pt x="2171075" y="2281337"/>
                  </a:lnTo>
                  <a:close/>
                  <a:moveTo>
                    <a:pt x="1904650" y="1999463"/>
                  </a:moveTo>
                  <a:lnTo>
                    <a:pt x="1918001" y="1965527"/>
                  </a:lnTo>
                  <a:lnTo>
                    <a:pt x="1834578" y="2016131"/>
                  </a:lnTo>
                  <a:close/>
                  <a:moveTo>
                    <a:pt x="1918001" y="1965527"/>
                  </a:moveTo>
                  <a:lnTo>
                    <a:pt x="1887063" y="1933706"/>
                  </a:lnTo>
                  <a:lnTo>
                    <a:pt x="1840097" y="1868178"/>
                  </a:lnTo>
                  <a:close/>
                  <a:moveTo>
                    <a:pt x="1480530" y="1528375"/>
                  </a:moveTo>
                  <a:lnTo>
                    <a:pt x="1595874" y="1545174"/>
                  </a:lnTo>
                  <a:lnTo>
                    <a:pt x="1518461" y="1448777"/>
                  </a:lnTo>
                  <a:close/>
                  <a:moveTo>
                    <a:pt x="1261540" y="1266927"/>
                  </a:moveTo>
                  <a:lnTo>
                    <a:pt x="1274446" y="1224344"/>
                  </a:lnTo>
                  <a:lnTo>
                    <a:pt x="1237862" y="1241853"/>
                  </a:lnTo>
                  <a:close/>
                  <a:moveTo>
                    <a:pt x="1274446" y="1224344"/>
                  </a:moveTo>
                  <a:lnTo>
                    <a:pt x="1212105" y="1145551"/>
                  </a:lnTo>
                  <a:lnTo>
                    <a:pt x="1261266" y="1202131"/>
                  </a:lnTo>
                  <a:close/>
                  <a:moveTo>
                    <a:pt x="1045060" y="989370"/>
                  </a:moveTo>
                  <a:lnTo>
                    <a:pt x="979174" y="982343"/>
                  </a:lnTo>
                  <a:lnTo>
                    <a:pt x="976022" y="1035397"/>
                  </a:lnTo>
                  <a:close/>
                  <a:moveTo>
                    <a:pt x="1564943" y="1530992"/>
                  </a:moveTo>
                  <a:lnTo>
                    <a:pt x="1595874" y="1545174"/>
                  </a:lnTo>
                  <a:lnTo>
                    <a:pt x="1618933" y="1551984"/>
                  </a:lnTo>
                  <a:close/>
                  <a:moveTo>
                    <a:pt x="262902" y="0"/>
                  </a:moveTo>
                  <a:lnTo>
                    <a:pt x="383807" y="51120"/>
                  </a:lnTo>
                  <a:lnTo>
                    <a:pt x="310654" y="4438"/>
                  </a:lnTo>
                  <a:close/>
                  <a:moveTo>
                    <a:pt x="2173654" y="2179147"/>
                  </a:moveTo>
                  <a:lnTo>
                    <a:pt x="2108805" y="2268903"/>
                  </a:lnTo>
                  <a:lnTo>
                    <a:pt x="2169613" y="2217595"/>
                  </a:lnTo>
                  <a:close/>
                  <a:moveTo>
                    <a:pt x="2141626" y="2105093"/>
                  </a:moveTo>
                  <a:lnTo>
                    <a:pt x="2117929" y="2163858"/>
                  </a:lnTo>
                  <a:lnTo>
                    <a:pt x="2173654" y="2179147"/>
                  </a:lnTo>
                  <a:close/>
                  <a:moveTo>
                    <a:pt x="1762020" y="1593104"/>
                  </a:moveTo>
                  <a:lnTo>
                    <a:pt x="1826298" y="1579120"/>
                  </a:lnTo>
                  <a:lnTo>
                    <a:pt x="1807164" y="1574771"/>
                  </a:lnTo>
                  <a:close/>
                  <a:moveTo>
                    <a:pt x="1807164" y="1574771"/>
                  </a:moveTo>
                  <a:lnTo>
                    <a:pt x="1826298" y="1579120"/>
                  </a:lnTo>
                  <a:lnTo>
                    <a:pt x="1827310" y="1558554"/>
                  </a:lnTo>
                  <a:close/>
                  <a:moveTo>
                    <a:pt x="1072344" y="867097"/>
                  </a:moveTo>
                  <a:lnTo>
                    <a:pt x="990729" y="875180"/>
                  </a:lnTo>
                  <a:lnTo>
                    <a:pt x="1069290" y="890249"/>
                  </a:lnTo>
                  <a:close/>
                  <a:moveTo>
                    <a:pt x="991041" y="872602"/>
                  </a:moveTo>
                  <a:lnTo>
                    <a:pt x="1072344" y="867097"/>
                  </a:lnTo>
                  <a:lnTo>
                    <a:pt x="1055375" y="780800"/>
                  </a:lnTo>
                  <a:close/>
                  <a:moveTo>
                    <a:pt x="1072344" y="867097"/>
                  </a:moveTo>
                  <a:lnTo>
                    <a:pt x="1069290" y="890249"/>
                  </a:lnTo>
                  <a:lnTo>
                    <a:pt x="1081591" y="873271"/>
                  </a:lnTo>
                  <a:close/>
                  <a:moveTo>
                    <a:pt x="1055375" y="780800"/>
                  </a:moveTo>
                  <a:lnTo>
                    <a:pt x="1081591" y="873271"/>
                  </a:lnTo>
                  <a:lnTo>
                    <a:pt x="1077958" y="791056"/>
                  </a:lnTo>
                  <a:close/>
                  <a:moveTo>
                    <a:pt x="1055375" y="780800"/>
                  </a:moveTo>
                  <a:lnTo>
                    <a:pt x="1072344" y="867097"/>
                  </a:lnTo>
                  <a:lnTo>
                    <a:pt x="1081591" y="873271"/>
                  </a:lnTo>
                  <a:close/>
                  <a:moveTo>
                    <a:pt x="555418" y="147052"/>
                  </a:moveTo>
                  <a:lnTo>
                    <a:pt x="505091" y="174092"/>
                  </a:lnTo>
                  <a:lnTo>
                    <a:pt x="587223" y="118294"/>
                  </a:lnTo>
                  <a:close/>
                  <a:moveTo>
                    <a:pt x="587223" y="118294"/>
                  </a:moveTo>
                  <a:lnTo>
                    <a:pt x="505091" y="174092"/>
                  </a:lnTo>
                  <a:lnTo>
                    <a:pt x="553483" y="133335"/>
                  </a:lnTo>
                  <a:close/>
                  <a:moveTo>
                    <a:pt x="1807164" y="1574771"/>
                  </a:moveTo>
                  <a:lnTo>
                    <a:pt x="1827310" y="1558554"/>
                  </a:lnTo>
                  <a:lnTo>
                    <a:pt x="1770619" y="1563794"/>
                  </a:lnTo>
                  <a:close/>
                  <a:moveTo>
                    <a:pt x="1831553" y="1474756"/>
                  </a:moveTo>
                  <a:lnTo>
                    <a:pt x="1862449" y="1492555"/>
                  </a:lnTo>
                  <a:lnTo>
                    <a:pt x="1813110" y="1389657"/>
                  </a:lnTo>
                  <a:close/>
                  <a:moveTo>
                    <a:pt x="1813110" y="1389657"/>
                  </a:moveTo>
                  <a:lnTo>
                    <a:pt x="1914698" y="1391424"/>
                  </a:lnTo>
                  <a:lnTo>
                    <a:pt x="1883081" y="1371904"/>
                  </a:lnTo>
                  <a:close/>
                  <a:moveTo>
                    <a:pt x="1831553" y="1474756"/>
                  </a:moveTo>
                  <a:lnTo>
                    <a:pt x="1813110" y="1389657"/>
                  </a:lnTo>
                  <a:lnTo>
                    <a:pt x="1791302" y="1454119"/>
                  </a:lnTo>
                  <a:close/>
                  <a:moveTo>
                    <a:pt x="1813110" y="1389657"/>
                  </a:moveTo>
                  <a:lnTo>
                    <a:pt x="1780764" y="1371904"/>
                  </a:lnTo>
                  <a:lnTo>
                    <a:pt x="1791302" y="1454119"/>
                  </a:lnTo>
                  <a:close/>
                  <a:moveTo>
                    <a:pt x="1236943" y="744560"/>
                  </a:moveTo>
                  <a:lnTo>
                    <a:pt x="1285549" y="714183"/>
                  </a:lnTo>
                  <a:lnTo>
                    <a:pt x="1190583" y="634681"/>
                  </a:lnTo>
                  <a:close/>
                  <a:moveTo>
                    <a:pt x="1286594" y="714995"/>
                  </a:moveTo>
                  <a:lnTo>
                    <a:pt x="1370245" y="749091"/>
                  </a:lnTo>
                  <a:lnTo>
                    <a:pt x="1379934" y="675747"/>
                  </a:lnTo>
                  <a:close/>
                  <a:moveTo>
                    <a:pt x="1373983" y="472880"/>
                  </a:moveTo>
                  <a:lnTo>
                    <a:pt x="1381757" y="497049"/>
                  </a:lnTo>
                  <a:lnTo>
                    <a:pt x="1313354" y="391975"/>
                  </a:lnTo>
                  <a:close/>
                  <a:moveTo>
                    <a:pt x="1313354" y="391975"/>
                  </a:moveTo>
                  <a:lnTo>
                    <a:pt x="1381757" y="497049"/>
                  </a:lnTo>
                  <a:lnTo>
                    <a:pt x="1332060" y="42910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46" name="Candidate_density__2065">
              <a:extLst>
                <a:ext uri="{FF2B5EF4-FFF2-40B4-BE49-F238E27FC236}">
                  <a16:creationId xmlns:a16="http://schemas.microsoft.com/office/drawing/2014/main" id="{918B9FCF-8E97-5564-C73A-2DF11A199131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2097073" cy="3030998"/>
            </a:xfrm>
            <a:custGeom>
              <a:avLst/>
              <a:gdLst/>
              <a:ahLst/>
              <a:cxnLst/>
              <a:rect l="0" t="0" r="0" b="0"/>
              <a:pathLst>
                <a:path w="2097073" h="3030998">
                  <a:moveTo>
                    <a:pt x="30767" y="2664580"/>
                  </a:moveTo>
                  <a:lnTo>
                    <a:pt x="105510" y="2740575"/>
                  </a:lnTo>
                  <a:lnTo>
                    <a:pt x="96836" y="2703386"/>
                  </a:lnTo>
                  <a:close/>
                  <a:moveTo>
                    <a:pt x="96836" y="2703386"/>
                  </a:moveTo>
                  <a:lnTo>
                    <a:pt x="68409" y="2702138"/>
                  </a:lnTo>
                  <a:lnTo>
                    <a:pt x="30767" y="2664580"/>
                  </a:lnTo>
                  <a:close/>
                  <a:moveTo>
                    <a:pt x="292269" y="2965963"/>
                  </a:moveTo>
                  <a:lnTo>
                    <a:pt x="392647" y="3030998"/>
                  </a:lnTo>
                  <a:lnTo>
                    <a:pt x="325080" y="2992447"/>
                  </a:lnTo>
                  <a:close/>
                  <a:moveTo>
                    <a:pt x="255297" y="2595652"/>
                  </a:moveTo>
                  <a:lnTo>
                    <a:pt x="212853" y="2636309"/>
                  </a:lnTo>
                  <a:lnTo>
                    <a:pt x="201704" y="2678722"/>
                  </a:lnTo>
                  <a:close/>
                  <a:moveTo>
                    <a:pt x="288159" y="2208799"/>
                  </a:moveTo>
                  <a:lnTo>
                    <a:pt x="364158" y="2214293"/>
                  </a:lnTo>
                  <a:lnTo>
                    <a:pt x="344805" y="2222608"/>
                  </a:lnTo>
                  <a:close/>
                  <a:moveTo>
                    <a:pt x="364158" y="2214293"/>
                  </a:moveTo>
                  <a:lnTo>
                    <a:pt x="421132" y="2221147"/>
                  </a:lnTo>
                  <a:lnTo>
                    <a:pt x="344805" y="2222608"/>
                  </a:lnTo>
                  <a:close/>
                  <a:moveTo>
                    <a:pt x="423981" y="2222759"/>
                  </a:moveTo>
                  <a:lnTo>
                    <a:pt x="510087" y="2266036"/>
                  </a:lnTo>
                  <a:lnTo>
                    <a:pt x="555981" y="2222425"/>
                  </a:lnTo>
                  <a:close/>
                  <a:moveTo>
                    <a:pt x="582969" y="2259872"/>
                  </a:moveTo>
                  <a:lnTo>
                    <a:pt x="603093" y="2194400"/>
                  </a:lnTo>
                  <a:lnTo>
                    <a:pt x="555981" y="2222425"/>
                  </a:lnTo>
                  <a:close/>
                  <a:moveTo>
                    <a:pt x="510087" y="2266036"/>
                  </a:moveTo>
                  <a:lnTo>
                    <a:pt x="582969" y="2259872"/>
                  </a:lnTo>
                  <a:lnTo>
                    <a:pt x="555981" y="2222425"/>
                  </a:lnTo>
                  <a:close/>
                  <a:moveTo>
                    <a:pt x="172681" y="1200934"/>
                  </a:moveTo>
                  <a:lnTo>
                    <a:pt x="187998" y="1320508"/>
                  </a:lnTo>
                  <a:lnTo>
                    <a:pt x="248630" y="1200198"/>
                  </a:lnTo>
                  <a:close/>
                  <a:moveTo>
                    <a:pt x="171993" y="1199856"/>
                  </a:moveTo>
                  <a:lnTo>
                    <a:pt x="172681" y="1200934"/>
                  </a:lnTo>
                  <a:lnTo>
                    <a:pt x="173599" y="1198328"/>
                  </a:lnTo>
                  <a:close/>
                  <a:moveTo>
                    <a:pt x="359020" y="1243635"/>
                  </a:moveTo>
                  <a:lnTo>
                    <a:pt x="346383" y="1287024"/>
                  </a:lnTo>
                  <a:lnTo>
                    <a:pt x="399400" y="1270044"/>
                  </a:lnTo>
                  <a:close/>
                  <a:moveTo>
                    <a:pt x="399400" y="1270044"/>
                  </a:moveTo>
                  <a:lnTo>
                    <a:pt x="346383" y="1287024"/>
                  </a:lnTo>
                  <a:lnTo>
                    <a:pt x="475009" y="1274074"/>
                  </a:lnTo>
                  <a:close/>
                  <a:moveTo>
                    <a:pt x="173599" y="1198328"/>
                  </a:moveTo>
                  <a:lnTo>
                    <a:pt x="197745" y="1080465"/>
                  </a:lnTo>
                  <a:lnTo>
                    <a:pt x="171993" y="1199856"/>
                  </a:lnTo>
                  <a:close/>
                  <a:moveTo>
                    <a:pt x="171993" y="1199856"/>
                  </a:moveTo>
                  <a:lnTo>
                    <a:pt x="197745" y="1080465"/>
                  </a:lnTo>
                  <a:lnTo>
                    <a:pt x="196805" y="1079204"/>
                  </a:lnTo>
                  <a:close/>
                  <a:moveTo>
                    <a:pt x="1289014" y="2300587"/>
                  </a:moveTo>
                  <a:lnTo>
                    <a:pt x="1391987" y="2277464"/>
                  </a:lnTo>
                  <a:lnTo>
                    <a:pt x="1358560" y="2204547"/>
                  </a:lnTo>
                  <a:close/>
                  <a:moveTo>
                    <a:pt x="1295765" y="2195006"/>
                  </a:moveTo>
                  <a:lnTo>
                    <a:pt x="1268307" y="2117237"/>
                  </a:lnTo>
                  <a:lnTo>
                    <a:pt x="1264934" y="2191779"/>
                  </a:lnTo>
                  <a:close/>
                  <a:moveTo>
                    <a:pt x="706482" y="1370201"/>
                  </a:moveTo>
                  <a:lnTo>
                    <a:pt x="720254" y="1459096"/>
                  </a:lnTo>
                  <a:lnTo>
                    <a:pt x="721297" y="1490280"/>
                  </a:lnTo>
                  <a:close/>
                  <a:moveTo>
                    <a:pt x="720254" y="1459096"/>
                  </a:moveTo>
                  <a:lnTo>
                    <a:pt x="706482" y="1370201"/>
                  </a:lnTo>
                  <a:lnTo>
                    <a:pt x="722638" y="1451844"/>
                  </a:lnTo>
                  <a:close/>
                  <a:moveTo>
                    <a:pt x="706482" y="1370201"/>
                  </a:moveTo>
                  <a:lnTo>
                    <a:pt x="705620" y="1369628"/>
                  </a:lnTo>
                  <a:lnTo>
                    <a:pt x="722638" y="1451844"/>
                  </a:lnTo>
                  <a:close/>
                  <a:moveTo>
                    <a:pt x="1845685" y="2624508"/>
                  </a:moveTo>
                  <a:lnTo>
                    <a:pt x="1792233" y="2685070"/>
                  </a:lnTo>
                  <a:lnTo>
                    <a:pt x="1815350" y="2676107"/>
                  </a:lnTo>
                  <a:close/>
                  <a:moveTo>
                    <a:pt x="1862078" y="2564418"/>
                  </a:moveTo>
                  <a:lnTo>
                    <a:pt x="1845685" y="2624508"/>
                  </a:lnTo>
                  <a:lnTo>
                    <a:pt x="1809207" y="2685070"/>
                  </a:lnTo>
                  <a:close/>
                  <a:moveTo>
                    <a:pt x="1508686" y="1985296"/>
                  </a:moveTo>
                  <a:lnTo>
                    <a:pt x="1432913" y="1980650"/>
                  </a:lnTo>
                  <a:lnTo>
                    <a:pt x="1458223" y="2011826"/>
                  </a:lnTo>
                  <a:close/>
                  <a:moveTo>
                    <a:pt x="1508686" y="1985296"/>
                  </a:moveTo>
                  <a:lnTo>
                    <a:pt x="1458223" y="2011826"/>
                  </a:lnTo>
                  <a:lnTo>
                    <a:pt x="1585775" y="1994859"/>
                  </a:lnTo>
                  <a:close/>
                  <a:moveTo>
                    <a:pt x="1192037" y="1742268"/>
                  </a:moveTo>
                  <a:lnTo>
                    <a:pt x="1224953" y="1703831"/>
                  </a:lnTo>
                  <a:lnTo>
                    <a:pt x="1142459" y="1667211"/>
                  </a:lnTo>
                  <a:close/>
                  <a:moveTo>
                    <a:pt x="1083458" y="1725272"/>
                  </a:moveTo>
                  <a:lnTo>
                    <a:pt x="1142459" y="1667211"/>
                  </a:lnTo>
                  <a:lnTo>
                    <a:pt x="1205684" y="1688395"/>
                  </a:lnTo>
                  <a:close/>
                  <a:moveTo>
                    <a:pt x="842357" y="1292755"/>
                  </a:moveTo>
                  <a:lnTo>
                    <a:pt x="800402" y="1331192"/>
                  </a:lnTo>
                  <a:lnTo>
                    <a:pt x="831133" y="1339185"/>
                  </a:lnTo>
                  <a:close/>
                  <a:moveTo>
                    <a:pt x="320736" y="545529"/>
                  </a:moveTo>
                  <a:lnTo>
                    <a:pt x="328285" y="552819"/>
                  </a:lnTo>
                  <a:lnTo>
                    <a:pt x="298600" y="526218"/>
                  </a:lnTo>
                  <a:close/>
                  <a:moveTo>
                    <a:pt x="41766" y="338476"/>
                  </a:moveTo>
                  <a:lnTo>
                    <a:pt x="67467" y="224958"/>
                  </a:lnTo>
                  <a:lnTo>
                    <a:pt x="15872" y="344610"/>
                  </a:lnTo>
                  <a:close/>
                  <a:moveTo>
                    <a:pt x="328285" y="552819"/>
                  </a:moveTo>
                  <a:lnTo>
                    <a:pt x="354751" y="573546"/>
                  </a:lnTo>
                  <a:lnTo>
                    <a:pt x="396854" y="614919"/>
                  </a:lnTo>
                  <a:close/>
                  <a:moveTo>
                    <a:pt x="1585775" y="1994859"/>
                  </a:moveTo>
                  <a:lnTo>
                    <a:pt x="1591314" y="1994255"/>
                  </a:lnTo>
                  <a:lnTo>
                    <a:pt x="1564540" y="1978924"/>
                  </a:lnTo>
                  <a:close/>
                  <a:moveTo>
                    <a:pt x="1585775" y="1994859"/>
                  </a:moveTo>
                  <a:lnTo>
                    <a:pt x="1564540" y="1978924"/>
                  </a:lnTo>
                  <a:lnTo>
                    <a:pt x="1508686" y="1985296"/>
                  </a:lnTo>
                  <a:close/>
                  <a:moveTo>
                    <a:pt x="1154193" y="1280678"/>
                  </a:moveTo>
                  <a:lnTo>
                    <a:pt x="1079598" y="1280435"/>
                  </a:lnTo>
                  <a:lnTo>
                    <a:pt x="1107544" y="1321467"/>
                  </a:lnTo>
                  <a:close/>
                  <a:moveTo>
                    <a:pt x="868676" y="1049148"/>
                  </a:moveTo>
                  <a:lnTo>
                    <a:pt x="905010" y="1128325"/>
                  </a:lnTo>
                  <a:lnTo>
                    <a:pt x="905708" y="1124150"/>
                  </a:lnTo>
                  <a:close/>
                  <a:moveTo>
                    <a:pt x="396854" y="614919"/>
                  </a:moveTo>
                  <a:lnTo>
                    <a:pt x="469984" y="609680"/>
                  </a:lnTo>
                  <a:lnTo>
                    <a:pt x="436695" y="607019"/>
                  </a:lnTo>
                  <a:close/>
                  <a:moveTo>
                    <a:pt x="469984" y="609680"/>
                  </a:moveTo>
                  <a:lnTo>
                    <a:pt x="491312" y="623208"/>
                  </a:lnTo>
                  <a:lnTo>
                    <a:pt x="436695" y="607019"/>
                  </a:lnTo>
                  <a:close/>
                  <a:moveTo>
                    <a:pt x="338685" y="349952"/>
                  </a:moveTo>
                  <a:lnTo>
                    <a:pt x="322294" y="399602"/>
                  </a:lnTo>
                  <a:lnTo>
                    <a:pt x="358115" y="370626"/>
                  </a:lnTo>
                  <a:close/>
                  <a:moveTo>
                    <a:pt x="358115" y="370626"/>
                  </a:moveTo>
                  <a:lnTo>
                    <a:pt x="322294" y="399602"/>
                  </a:lnTo>
                  <a:lnTo>
                    <a:pt x="321860" y="439601"/>
                  </a:lnTo>
                  <a:close/>
                  <a:moveTo>
                    <a:pt x="338685" y="349952"/>
                  </a:moveTo>
                  <a:lnTo>
                    <a:pt x="358115" y="370626"/>
                  </a:lnTo>
                  <a:lnTo>
                    <a:pt x="372518" y="308728"/>
                  </a:lnTo>
                  <a:close/>
                  <a:moveTo>
                    <a:pt x="0" y="59529"/>
                  </a:moveTo>
                  <a:lnTo>
                    <a:pt x="32394" y="21093"/>
                  </a:lnTo>
                  <a:lnTo>
                    <a:pt x="1709" y="141744"/>
                  </a:lnTo>
                  <a:close/>
                  <a:moveTo>
                    <a:pt x="0" y="59529"/>
                  </a:moveTo>
                  <a:lnTo>
                    <a:pt x="13715" y="18396"/>
                  </a:lnTo>
                  <a:lnTo>
                    <a:pt x="66467" y="429"/>
                  </a:lnTo>
                  <a:close/>
                  <a:moveTo>
                    <a:pt x="1591314" y="1994255"/>
                  </a:moveTo>
                  <a:lnTo>
                    <a:pt x="1616471" y="2015962"/>
                  </a:lnTo>
                  <a:lnTo>
                    <a:pt x="1653326" y="2032221"/>
                  </a:lnTo>
                  <a:close/>
                  <a:moveTo>
                    <a:pt x="1727232" y="2029882"/>
                  </a:moveTo>
                  <a:lnTo>
                    <a:pt x="1616471" y="2015962"/>
                  </a:lnTo>
                  <a:lnTo>
                    <a:pt x="1672633" y="2030896"/>
                  </a:lnTo>
                  <a:close/>
                  <a:moveTo>
                    <a:pt x="1727232" y="2029882"/>
                  </a:moveTo>
                  <a:lnTo>
                    <a:pt x="1653326" y="2032221"/>
                  </a:lnTo>
                  <a:lnTo>
                    <a:pt x="1616471" y="2015962"/>
                  </a:lnTo>
                  <a:close/>
                  <a:moveTo>
                    <a:pt x="2075683" y="2202464"/>
                  </a:moveTo>
                  <a:lnTo>
                    <a:pt x="2062266" y="2231346"/>
                  </a:lnTo>
                  <a:lnTo>
                    <a:pt x="2097073" y="2228478"/>
                  </a:lnTo>
                  <a:close/>
                  <a:moveTo>
                    <a:pt x="1407528" y="1464092"/>
                  </a:moveTo>
                  <a:lnTo>
                    <a:pt x="1362494" y="1583180"/>
                  </a:lnTo>
                  <a:lnTo>
                    <a:pt x="1373183" y="1542126"/>
                  </a:lnTo>
                  <a:close/>
                  <a:moveTo>
                    <a:pt x="1079598" y="1280435"/>
                  </a:moveTo>
                  <a:lnTo>
                    <a:pt x="1154193" y="1280678"/>
                  </a:lnTo>
                  <a:lnTo>
                    <a:pt x="1130515" y="1255604"/>
                  </a:lnTo>
                  <a:close/>
                  <a:moveTo>
                    <a:pt x="629087" y="571792"/>
                  </a:moveTo>
                  <a:lnTo>
                    <a:pt x="532610" y="628626"/>
                  </a:lnTo>
                  <a:lnTo>
                    <a:pt x="607578" y="630262"/>
                  </a:lnTo>
                  <a:close/>
                  <a:moveTo>
                    <a:pt x="613048" y="484739"/>
                  </a:moveTo>
                  <a:lnTo>
                    <a:pt x="629087" y="571792"/>
                  </a:lnTo>
                  <a:lnTo>
                    <a:pt x="629192" y="596599"/>
                  </a:lnTo>
                  <a:close/>
                  <a:moveTo>
                    <a:pt x="352791" y="298426"/>
                  </a:moveTo>
                  <a:lnTo>
                    <a:pt x="384467" y="249111"/>
                  </a:lnTo>
                  <a:lnTo>
                    <a:pt x="388076" y="229301"/>
                  </a:lnTo>
                  <a:close/>
                  <a:moveTo>
                    <a:pt x="352791" y="298426"/>
                  </a:moveTo>
                  <a:lnTo>
                    <a:pt x="372518" y="308728"/>
                  </a:lnTo>
                  <a:lnTo>
                    <a:pt x="384467" y="249111"/>
                  </a:lnTo>
                  <a:close/>
                  <a:moveTo>
                    <a:pt x="338685" y="349952"/>
                  </a:moveTo>
                  <a:lnTo>
                    <a:pt x="372518" y="308728"/>
                  </a:lnTo>
                  <a:lnTo>
                    <a:pt x="335512" y="328411"/>
                  </a:lnTo>
                  <a:close/>
                  <a:moveTo>
                    <a:pt x="372518" y="308728"/>
                  </a:moveTo>
                  <a:lnTo>
                    <a:pt x="398105" y="267738"/>
                  </a:lnTo>
                  <a:lnTo>
                    <a:pt x="384467" y="249111"/>
                  </a:lnTo>
                  <a:close/>
                  <a:moveTo>
                    <a:pt x="397744" y="187843"/>
                  </a:moveTo>
                  <a:lnTo>
                    <a:pt x="384467" y="249111"/>
                  </a:lnTo>
                  <a:lnTo>
                    <a:pt x="398105" y="267738"/>
                  </a:lnTo>
                  <a:close/>
                  <a:moveTo>
                    <a:pt x="203307" y="18189"/>
                  </a:moveTo>
                  <a:lnTo>
                    <a:pt x="97939" y="0"/>
                  </a:lnTo>
                  <a:lnTo>
                    <a:pt x="155555" y="13751"/>
                  </a:lnTo>
                  <a:close/>
                  <a:moveTo>
                    <a:pt x="2008688" y="2081812"/>
                  </a:moveTo>
                  <a:lnTo>
                    <a:pt x="2006823" y="2087511"/>
                  </a:lnTo>
                  <a:lnTo>
                    <a:pt x="2034280" y="2118844"/>
                  </a:lnTo>
                  <a:close/>
                  <a:moveTo>
                    <a:pt x="2066308" y="2192898"/>
                  </a:moveTo>
                  <a:lnTo>
                    <a:pt x="2062266" y="2231346"/>
                  </a:lnTo>
                  <a:lnTo>
                    <a:pt x="2075683" y="2202464"/>
                  </a:lnTo>
                  <a:close/>
                  <a:moveTo>
                    <a:pt x="1719964" y="1572305"/>
                  </a:moveTo>
                  <a:lnTo>
                    <a:pt x="1718951" y="1592871"/>
                  </a:lnTo>
                  <a:lnTo>
                    <a:pt x="1755103" y="1506306"/>
                  </a:lnTo>
                  <a:close/>
                  <a:moveTo>
                    <a:pt x="1677503" y="1477009"/>
                  </a:moveTo>
                  <a:lnTo>
                    <a:pt x="1719964" y="1572305"/>
                  </a:lnTo>
                  <a:lnTo>
                    <a:pt x="1724206" y="1488507"/>
                  </a:lnTo>
                  <a:close/>
                  <a:moveTo>
                    <a:pt x="1724206" y="1488507"/>
                  </a:moveTo>
                  <a:lnTo>
                    <a:pt x="1719964" y="1572305"/>
                  </a:lnTo>
                  <a:lnTo>
                    <a:pt x="1755103" y="1506306"/>
                  </a:lnTo>
                  <a:close/>
                  <a:moveTo>
                    <a:pt x="1029152" y="728599"/>
                  </a:moveTo>
                  <a:lnTo>
                    <a:pt x="1019863" y="684155"/>
                  </a:lnTo>
                  <a:lnTo>
                    <a:pt x="1083236" y="648432"/>
                  </a:lnTo>
                  <a:close/>
                  <a:moveTo>
                    <a:pt x="1272587" y="689498"/>
                  </a:moveTo>
                  <a:lnTo>
                    <a:pt x="1262898" y="762842"/>
                  </a:lnTo>
                  <a:lnTo>
                    <a:pt x="1288713" y="699357"/>
                  </a:lnTo>
                  <a:close/>
                  <a:moveTo>
                    <a:pt x="1288713" y="699357"/>
                  </a:moveTo>
                  <a:lnTo>
                    <a:pt x="1262898" y="762842"/>
                  </a:lnTo>
                  <a:lnTo>
                    <a:pt x="1301549" y="727934"/>
                  </a:lnTo>
                  <a:close/>
                  <a:moveTo>
                    <a:pt x="1288713" y="699357"/>
                  </a:moveTo>
                  <a:lnTo>
                    <a:pt x="1254027" y="627463"/>
                  </a:lnTo>
                  <a:lnTo>
                    <a:pt x="1272587" y="689498"/>
                  </a:lnTo>
                  <a:close/>
                  <a:moveTo>
                    <a:pt x="1254027" y="627463"/>
                  </a:moveTo>
                  <a:lnTo>
                    <a:pt x="1233031" y="607282"/>
                  </a:lnTo>
                  <a:lnTo>
                    <a:pt x="1272587" y="689498"/>
                  </a:lnTo>
                  <a:close/>
                  <a:moveTo>
                    <a:pt x="1265476" y="557277"/>
                  </a:moveTo>
                  <a:lnTo>
                    <a:pt x="1254027" y="627463"/>
                  </a:lnTo>
                  <a:lnTo>
                    <a:pt x="1274727" y="525067"/>
                  </a:lnTo>
                  <a:close/>
                  <a:moveTo>
                    <a:pt x="1233031" y="607282"/>
                  </a:moveTo>
                  <a:lnTo>
                    <a:pt x="1254027" y="627463"/>
                  </a:lnTo>
                  <a:lnTo>
                    <a:pt x="1265476" y="557277"/>
                  </a:lnTo>
                  <a:close/>
                  <a:moveTo>
                    <a:pt x="1265476" y="557277"/>
                  </a:moveTo>
                  <a:lnTo>
                    <a:pt x="1274411" y="510800"/>
                  </a:lnTo>
                  <a:lnTo>
                    <a:pt x="1233031" y="607282"/>
                  </a:lnTo>
                  <a:close/>
                  <a:moveTo>
                    <a:pt x="1233031" y="607282"/>
                  </a:moveTo>
                  <a:lnTo>
                    <a:pt x="1274411" y="510800"/>
                  </a:lnTo>
                  <a:lnTo>
                    <a:pt x="1266636" y="486631"/>
                  </a:lnTo>
                  <a:close/>
                  <a:moveTo>
                    <a:pt x="1274411" y="510800"/>
                  </a:moveTo>
                  <a:lnTo>
                    <a:pt x="1265476" y="557277"/>
                  </a:lnTo>
                  <a:lnTo>
                    <a:pt x="1274727" y="52506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47" name="Candidate_density__2066">
              <a:extLst>
                <a:ext uri="{FF2B5EF4-FFF2-40B4-BE49-F238E27FC236}">
                  <a16:creationId xmlns:a16="http://schemas.microsoft.com/office/drawing/2014/main" id="{53D6CC40-62F8-11CE-BC5E-247AE4142138}"/>
                </a:ext>
              </a:extLst>
            </p:cNvPr>
            <p:cNvSpPr>
              <a:spLocks noGrp="1"/>
            </p:cNvSpPr>
            <p:nvPr/>
          </p:nvSpPr>
          <p:spPr>
            <a:xfrm>
              <a:off x="4501318" y="2029296"/>
              <a:ext cx="2057553" cy="2837641"/>
            </a:xfrm>
            <a:custGeom>
              <a:avLst/>
              <a:gdLst/>
              <a:ahLst/>
              <a:cxnLst/>
              <a:rect l="0" t="0" r="0" b="0"/>
              <a:pathLst>
                <a:path w="2057553" h="2837641">
                  <a:moveTo>
                    <a:pt x="144821" y="2624924"/>
                  </a:moveTo>
                  <a:lnTo>
                    <a:pt x="85385" y="2692218"/>
                  </a:lnTo>
                  <a:lnTo>
                    <a:pt x="93048" y="2690279"/>
                  </a:lnTo>
                  <a:close/>
                  <a:moveTo>
                    <a:pt x="26044" y="2674693"/>
                  </a:moveTo>
                  <a:lnTo>
                    <a:pt x="85385" y="2692218"/>
                  </a:lnTo>
                  <a:lnTo>
                    <a:pt x="144821" y="2624924"/>
                  </a:lnTo>
                  <a:close/>
                  <a:moveTo>
                    <a:pt x="151852" y="2569627"/>
                  </a:moveTo>
                  <a:lnTo>
                    <a:pt x="145902" y="2603518"/>
                  </a:lnTo>
                  <a:lnTo>
                    <a:pt x="93048" y="2690279"/>
                  </a:lnTo>
                  <a:close/>
                  <a:moveTo>
                    <a:pt x="169634" y="2502490"/>
                  </a:moveTo>
                  <a:lnTo>
                    <a:pt x="145902" y="2603518"/>
                  </a:lnTo>
                  <a:lnTo>
                    <a:pt x="151852" y="2569627"/>
                  </a:lnTo>
                  <a:close/>
                  <a:moveTo>
                    <a:pt x="328535" y="2515633"/>
                  </a:moveTo>
                  <a:lnTo>
                    <a:pt x="418058" y="2443585"/>
                  </a:lnTo>
                  <a:lnTo>
                    <a:pt x="304551" y="2448975"/>
                  </a:lnTo>
                  <a:close/>
                  <a:moveTo>
                    <a:pt x="371352" y="2268960"/>
                  </a:moveTo>
                  <a:lnTo>
                    <a:pt x="313472" y="2328324"/>
                  </a:lnTo>
                  <a:lnTo>
                    <a:pt x="350344" y="2253874"/>
                  </a:lnTo>
                  <a:close/>
                  <a:moveTo>
                    <a:pt x="422028" y="2243226"/>
                  </a:moveTo>
                  <a:lnTo>
                    <a:pt x="371352" y="2268960"/>
                  </a:lnTo>
                  <a:lnTo>
                    <a:pt x="350344" y="2253874"/>
                  </a:lnTo>
                  <a:close/>
                  <a:moveTo>
                    <a:pt x="371352" y="2268960"/>
                  </a:moveTo>
                  <a:lnTo>
                    <a:pt x="422028" y="2243226"/>
                  </a:lnTo>
                  <a:lnTo>
                    <a:pt x="376455" y="2246109"/>
                  </a:lnTo>
                  <a:close/>
                  <a:moveTo>
                    <a:pt x="422028" y="2243226"/>
                  </a:moveTo>
                  <a:lnTo>
                    <a:pt x="470767" y="2207673"/>
                  </a:lnTo>
                  <a:lnTo>
                    <a:pt x="376455" y="2246109"/>
                  </a:lnTo>
                  <a:close/>
                  <a:moveTo>
                    <a:pt x="494189" y="2201867"/>
                  </a:moveTo>
                  <a:lnTo>
                    <a:pt x="470767" y="2207673"/>
                  </a:lnTo>
                  <a:lnTo>
                    <a:pt x="547581" y="2258553"/>
                  </a:lnTo>
                  <a:close/>
                  <a:moveTo>
                    <a:pt x="547581" y="2258553"/>
                  </a:moveTo>
                  <a:lnTo>
                    <a:pt x="470767" y="2207673"/>
                  </a:lnTo>
                  <a:lnTo>
                    <a:pt x="470507" y="2209280"/>
                  </a:lnTo>
                  <a:close/>
                  <a:moveTo>
                    <a:pt x="470507" y="2209280"/>
                  </a:moveTo>
                  <a:lnTo>
                    <a:pt x="470767" y="2207673"/>
                  </a:lnTo>
                  <a:lnTo>
                    <a:pt x="422028" y="2243226"/>
                  </a:lnTo>
                  <a:close/>
                  <a:moveTo>
                    <a:pt x="317007" y="1758160"/>
                  </a:moveTo>
                  <a:lnTo>
                    <a:pt x="331389" y="1840376"/>
                  </a:lnTo>
                  <a:lnTo>
                    <a:pt x="398634" y="1818591"/>
                  </a:lnTo>
                  <a:close/>
                  <a:moveTo>
                    <a:pt x="25638" y="1579185"/>
                  </a:moveTo>
                  <a:lnTo>
                    <a:pt x="110321" y="1570931"/>
                  </a:lnTo>
                  <a:lnTo>
                    <a:pt x="72861" y="1501293"/>
                  </a:lnTo>
                  <a:close/>
                  <a:moveTo>
                    <a:pt x="135106" y="1473078"/>
                  </a:moveTo>
                  <a:lnTo>
                    <a:pt x="72861" y="1501293"/>
                  </a:lnTo>
                  <a:lnTo>
                    <a:pt x="110321" y="1570931"/>
                  </a:lnTo>
                  <a:close/>
                  <a:moveTo>
                    <a:pt x="163645" y="1404090"/>
                  </a:moveTo>
                  <a:lnTo>
                    <a:pt x="72861" y="1501293"/>
                  </a:lnTo>
                  <a:lnTo>
                    <a:pt x="135106" y="1473078"/>
                  </a:lnTo>
                  <a:close/>
                  <a:moveTo>
                    <a:pt x="760347" y="2130799"/>
                  </a:moveTo>
                  <a:lnTo>
                    <a:pt x="821291" y="2190970"/>
                  </a:lnTo>
                  <a:lnTo>
                    <a:pt x="838068" y="2104077"/>
                  </a:lnTo>
                  <a:close/>
                  <a:moveTo>
                    <a:pt x="628381" y="1596625"/>
                  </a:moveTo>
                  <a:lnTo>
                    <a:pt x="564741" y="1681287"/>
                  </a:lnTo>
                  <a:lnTo>
                    <a:pt x="593243" y="1642851"/>
                  </a:lnTo>
                  <a:close/>
                  <a:moveTo>
                    <a:pt x="628381" y="1596625"/>
                  </a:moveTo>
                  <a:lnTo>
                    <a:pt x="583918" y="1645585"/>
                  </a:lnTo>
                  <a:lnTo>
                    <a:pt x="564741" y="1681287"/>
                  </a:lnTo>
                  <a:close/>
                  <a:moveTo>
                    <a:pt x="428165" y="1405364"/>
                  </a:moveTo>
                  <a:lnTo>
                    <a:pt x="411799" y="1396206"/>
                  </a:lnTo>
                  <a:lnTo>
                    <a:pt x="378529" y="1434984"/>
                  </a:lnTo>
                  <a:close/>
                  <a:moveTo>
                    <a:pt x="411799" y="1396206"/>
                  </a:moveTo>
                  <a:lnTo>
                    <a:pt x="423825" y="1389137"/>
                  </a:lnTo>
                  <a:lnTo>
                    <a:pt x="369397" y="1434642"/>
                  </a:lnTo>
                  <a:close/>
                  <a:moveTo>
                    <a:pt x="374159" y="1338028"/>
                  </a:moveTo>
                  <a:lnTo>
                    <a:pt x="423825" y="1389137"/>
                  </a:lnTo>
                  <a:lnTo>
                    <a:pt x="478282" y="1314086"/>
                  </a:lnTo>
                  <a:close/>
                  <a:moveTo>
                    <a:pt x="1764750" y="2755426"/>
                  </a:moveTo>
                  <a:lnTo>
                    <a:pt x="1732742" y="2723866"/>
                  </a:lnTo>
                  <a:lnTo>
                    <a:pt x="1686915" y="2699452"/>
                  </a:lnTo>
                  <a:close/>
                  <a:moveTo>
                    <a:pt x="989306" y="1971711"/>
                  </a:moveTo>
                  <a:lnTo>
                    <a:pt x="1038243" y="2014399"/>
                  </a:lnTo>
                  <a:lnTo>
                    <a:pt x="1051704" y="1933275"/>
                  </a:lnTo>
                  <a:close/>
                  <a:moveTo>
                    <a:pt x="1050066" y="1851060"/>
                  </a:moveTo>
                  <a:lnTo>
                    <a:pt x="1047529" y="1854788"/>
                  </a:lnTo>
                  <a:lnTo>
                    <a:pt x="989306" y="1971711"/>
                  </a:lnTo>
                  <a:close/>
                  <a:moveTo>
                    <a:pt x="1051704" y="1933275"/>
                  </a:moveTo>
                  <a:lnTo>
                    <a:pt x="1050066" y="1851060"/>
                  </a:lnTo>
                  <a:lnTo>
                    <a:pt x="989306" y="1971711"/>
                  </a:lnTo>
                  <a:close/>
                  <a:moveTo>
                    <a:pt x="750227" y="1558323"/>
                  </a:moveTo>
                  <a:lnTo>
                    <a:pt x="695122" y="1567501"/>
                  </a:lnTo>
                  <a:lnTo>
                    <a:pt x="628381" y="1596625"/>
                  </a:lnTo>
                  <a:close/>
                  <a:moveTo>
                    <a:pt x="529280" y="1289557"/>
                  </a:moveTo>
                  <a:lnTo>
                    <a:pt x="435609" y="1388162"/>
                  </a:lnTo>
                  <a:lnTo>
                    <a:pt x="484528" y="1357769"/>
                  </a:lnTo>
                  <a:close/>
                  <a:moveTo>
                    <a:pt x="423825" y="1389137"/>
                  </a:moveTo>
                  <a:lnTo>
                    <a:pt x="435609" y="1388162"/>
                  </a:lnTo>
                  <a:lnTo>
                    <a:pt x="529280" y="1289557"/>
                  </a:lnTo>
                  <a:close/>
                  <a:moveTo>
                    <a:pt x="478282" y="1314086"/>
                  </a:moveTo>
                  <a:lnTo>
                    <a:pt x="423825" y="1389137"/>
                  </a:lnTo>
                  <a:lnTo>
                    <a:pt x="529280" y="1289557"/>
                  </a:lnTo>
                  <a:close/>
                  <a:moveTo>
                    <a:pt x="1848251" y="2716989"/>
                  </a:moveTo>
                  <a:lnTo>
                    <a:pt x="1871900" y="2809839"/>
                  </a:lnTo>
                  <a:lnTo>
                    <a:pt x="1871006" y="2746951"/>
                  </a:lnTo>
                  <a:close/>
                  <a:moveTo>
                    <a:pt x="1769484" y="2837641"/>
                  </a:moveTo>
                  <a:lnTo>
                    <a:pt x="1871900" y="2809839"/>
                  </a:lnTo>
                  <a:lnTo>
                    <a:pt x="1848251" y="2716989"/>
                  </a:lnTo>
                  <a:close/>
                  <a:moveTo>
                    <a:pt x="1764750" y="2755426"/>
                  </a:moveTo>
                  <a:lnTo>
                    <a:pt x="1769484" y="2837641"/>
                  </a:lnTo>
                  <a:lnTo>
                    <a:pt x="1848251" y="2716989"/>
                  </a:lnTo>
                  <a:close/>
                  <a:moveTo>
                    <a:pt x="1871900" y="2809839"/>
                  </a:moveTo>
                  <a:lnTo>
                    <a:pt x="1922412" y="2799204"/>
                  </a:lnTo>
                  <a:lnTo>
                    <a:pt x="1871006" y="2746951"/>
                  </a:lnTo>
                  <a:close/>
                  <a:moveTo>
                    <a:pt x="1050066" y="1851060"/>
                  </a:moveTo>
                  <a:lnTo>
                    <a:pt x="1051704" y="1933275"/>
                  </a:lnTo>
                  <a:lnTo>
                    <a:pt x="1082333" y="1894838"/>
                  </a:lnTo>
                  <a:close/>
                  <a:moveTo>
                    <a:pt x="1050066" y="1851060"/>
                  </a:moveTo>
                  <a:lnTo>
                    <a:pt x="1082333" y="1894838"/>
                  </a:lnTo>
                  <a:lnTo>
                    <a:pt x="1067184" y="1812623"/>
                  </a:lnTo>
                  <a:close/>
                  <a:moveTo>
                    <a:pt x="1085622" y="1761136"/>
                  </a:moveTo>
                  <a:lnTo>
                    <a:pt x="1050066" y="1851060"/>
                  </a:lnTo>
                  <a:lnTo>
                    <a:pt x="1067184" y="1812623"/>
                  </a:lnTo>
                  <a:close/>
                  <a:moveTo>
                    <a:pt x="1981182" y="2781587"/>
                  </a:moveTo>
                  <a:lnTo>
                    <a:pt x="1871006" y="2746951"/>
                  </a:lnTo>
                  <a:lnTo>
                    <a:pt x="1922412" y="2799204"/>
                  </a:lnTo>
                  <a:close/>
                  <a:moveTo>
                    <a:pt x="1869041" y="2712072"/>
                  </a:moveTo>
                  <a:lnTo>
                    <a:pt x="1871006" y="2746951"/>
                  </a:lnTo>
                  <a:lnTo>
                    <a:pt x="1981182" y="2781587"/>
                  </a:lnTo>
                  <a:close/>
                  <a:moveTo>
                    <a:pt x="1939802" y="2715136"/>
                  </a:moveTo>
                  <a:lnTo>
                    <a:pt x="1869041" y="2712072"/>
                  </a:lnTo>
                  <a:lnTo>
                    <a:pt x="1981182" y="2781587"/>
                  </a:lnTo>
                  <a:close/>
                  <a:moveTo>
                    <a:pt x="1848251" y="2716989"/>
                  </a:moveTo>
                  <a:lnTo>
                    <a:pt x="1871006" y="2746951"/>
                  </a:lnTo>
                  <a:lnTo>
                    <a:pt x="1869041" y="2712072"/>
                  </a:lnTo>
                  <a:close/>
                  <a:moveTo>
                    <a:pt x="1085622" y="1761136"/>
                  </a:moveTo>
                  <a:lnTo>
                    <a:pt x="1144867" y="1767443"/>
                  </a:lnTo>
                  <a:lnTo>
                    <a:pt x="1124454" y="1730408"/>
                  </a:lnTo>
                  <a:close/>
                  <a:moveTo>
                    <a:pt x="1144867" y="1767443"/>
                  </a:moveTo>
                  <a:lnTo>
                    <a:pt x="1173991" y="1691972"/>
                  </a:lnTo>
                  <a:lnTo>
                    <a:pt x="1124454" y="1730408"/>
                  </a:lnTo>
                  <a:close/>
                  <a:moveTo>
                    <a:pt x="1991930" y="2514123"/>
                  </a:moveTo>
                  <a:lnTo>
                    <a:pt x="2057553" y="2557902"/>
                  </a:lnTo>
                  <a:lnTo>
                    <a:pt x="2015870" y="2475686"/>
                  </a:lnTo>
                  <a:close/>
                  <a:moveTo>
                    <a:pt x="1330700" y="1689724"/>
                  </a:moveTo>
                  <a:lnTo>
                    <a:pt x="1282908" y="1684521"/>
                  </a:lnTo>
                  <a:lnTo>
                    <a:pt x="1375224" y="1735750"/>
                  </a:lnTo>
                  <a:close/>
                  <a:moveTo>
                    <a:pt x="547634" y="749169"/>
                  </a:moveTo>
                  <a:lnTo>
                    <a:pt x="554736" y="739126"/>
                  </a:lnTo>
                  <a:lnTo>
                    <a:pt x="458184" y="787605"/>
                  </a:lnTo>
                  <a:close/>
                  <a:moveTo>
                    <a:pt x="1278759" y="1387617"/>
                  </a:moveTo>
                  <a:lnTo>
                    <a:pt x="1208823" y="1406890"/>
                  </a:lnTo>
                  <a:lnTo>
                    <a:pt x="1296998" y="1472881"/>
                  </a:lnTo>
                  <a:close/>
                  <a:moveTo>
                    <a:pt x="1413161" y="1504170"/>
                  </a:moveTo>
                  <a:lnTo>
                    <a:pt x="1375132" y="1450668"/>
                  </a:lnTo>
                  <a:lnTo>
                    <a:pt x="1284092" y="1515464"/>
                  </a:lnTo>
                  <a:close/>
                  <a:moveTo>
                    <a:pt x="1375132" y="1450668"/>
                  </a:moveTo>
                  <a:lnTo>
                    <a:pt x="1392347" y="1426350"/>
                  </a:lnTo>
                  <a:lnTo>
                    <a:pt x="1296998" y="1472881"/>
                  </a:lnTo>
                  <a:close/>
                  <a:moveTo>
                    <a:pt x="699700" y="794185"/>
                  </a:moveTo>
                  <a:lnTo>
                    <a:pt x="742947" y="719525"/>
                  </a:lnTo>
                  <a:lnTo>
                    <a:pt x="660484" y="725974"/>
                  </a:lnTo>
                  <a:close/>
                  <a:moveTo>
                    <a:pt x="742947" y="719525"/>
                  </a:moveTo>
                  <a:lnTo>
                    <a:pt x="720910" y="637349"/>
                  </a:lnTo>
                  <a:lnTo>
                    <a:pt x="660484" y="725974"/>
                  </a:lnTo>
                  <a:close/>
                  <a:moveTo>
                    <a:pt x="65209" y="23497"/>
                  </a:moveTo>
                  <a:lnTo>
                    <a:pt x="0" y="58348"/>
                  </a:lnTo>
                  <a:lnTo>
                    <a:pt x="121275" y="17915"/>
                  </a:lnTo>
                  <a:close/>
                  <a:moveTo>
                    <a:pt x="191014" y="0"/>
                  </a:moveTo>
                  <a:lnTo>
                    <a:pt x="65209" y="23497"/>
                  </a:lnTo>
                  <a:lnTo>
                    <a:pt x="121275" y="17915"/>
                  </a:lnTo>
                  <a:close/>
                  <a:moveTo>
                    <a:pt x="1531350" y="1503634"/>
                  </a:moveTo>
                  <a:lnTo>
                    <a:pt x="1437726" y="1532883"/>
                  </a:lnTo>
                  <a:lnTo>
                    <a:pt x="1547941" y="1514230"/>
                  </a:lnTo>
                  <a:close/>
                  <a:moveTo>
                    <a:pt x="1547941" y="1514230"/>
                  </a:moveTo>
                  <a:lnTo>
                    <a:pt x="1437726" y="1532883"/>
                  </a:lnTo>
                  <a:lnTo>
                    <a:pt x="1422678" y="1539752"/>
                  </a:lnTo>
                  <a:close/>
                  <a:moveTo>
                    <a:pt x="1437726" y="1532883"/>
                  </a:moveTo>
                  <a:lnTo>
                    <a:pt x="1531350" y="1503634"/>
                  </a:lnTo>
                  <a:lnTo>
                    <a:pt x="1413161" y="1504170"/>
                  </a:lnTo>
                  <a:close/>
                  <a:moveTo>
                    <a:pt x="1413161" y="1504170"/>
                  </a:moveTo>
                  <a:lnTo>
                    <a:pt x="1531350" y="1503634"/>
                  </a:lnTo>
                  <a:lnTo>
                    <a:pt x="1536897" y="1472938"/>
                  </a:lnTo>
                  <a:close/>
                  <a:moveTo>
                    <a:pt x="1413161" y="1504170"/>
                  </a:moveTo>
                  <a:lnTo>
                    <a:pt x="1536897" y="1472938"/>
                  </a:lnTo>
                  <a:lnTo>
                    <a:pt x="1455967" y="1449010"/>
                  </a:lnTo>
                  <a:close/>
                  <a:moveTo>
                    <a:pt x="1413161" y="1504170"/>
                  </a:moveTo>
                  <a:lnTo>
                    <a:pt x="1415294" y="1412232"/>
                  </a:lnTo>
                  <a:lnTo>
                    <a:pt x="1375132" y="1450668"/>
                  </a:lnTo>
                  <a:close/>
                  <a:moveTo>
                    <a:pt x="1415294" y="1412232"/>
                  </a:moveTo>
                  <a:lnTo>
                    <a:pt x="1392347" y="1426350"/>
                  </a:lnTo>
                  <a:lnTo>
                    <a:pt x="1375132" y="1450668"/>
                  </a:lnTo>
                  <a:close/>
                  <a:moveTo>
                    <a:pt x="1393914" y="1217008"/>
                  </a:moveTo>
                  <a:lnTo>
                    <a:pt x="1356546" y="1165586"/>
                  </a:lnTo>
                  <a:lnTo>
                    <a:pt x="1259672" y="1208960"/>
                  </a:lnTo>
                  <a:close/>
                  <a:moveTo>
                    <a:pt x="1393914" y="1217008"/>
                  </a:moveTo>
                  <a:lnTo>
                    <a:pt x="1412990" y="1138897"/>
                  </a:lnTo>
                  <a:lnTo>
                    <a:pt x="1356546" y="1165586"/>
                  </a:lnTo>
                  <a:close/>
                  <a:moveTo>
                    <a:pt x="1863029" y="1538226"/>
                  </a:moveTo>
                  <a:lnTo>
                    <a:pt x="1905633" y="1620441"/>
                  </a:lnTo>
                  <a:lnTo>
                    <a:pt x="1970490" y="1589173"/>
                  </a:lnTo>
                  <a:close/>
                  <a:moveTo>
                    <a:pt x="1092006" y="708994"/>
                  </a:moveTo>
                  <a:lnTo>
                    <a:pt x="1101411" y="709969"/>
                  </a:lnTo>
                  <a:lnTo>
                    <a:pt x="1211190" y="660740"/>
                  </a:lnTo>
                  <a:close/>
                  <a:moveTo>
                    <a:pt x="1163926" y="699235"/>
                  </a:moveTo>
                  <a:lnTo>
                    <a:pt x="1092006" y="708994"/>
                  </a:lnTo>
                  <a:lnTo>
                    <a:pt x="1211190" y="660740"/>
                  </a:lnTo>
                  <a:close/>
                  <a:moveTo>
                    <a:pt x="1273581" y="615353"/>
                  </a:moveTo>
                  <a:lnTo>
                    <a:pt x="1163926" y="699235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273581" y="615353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335906" y="640512"/>
                  </a:lnTo>
                  <a:lnTo>
                    <a:pt x="1273581" y="615353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48" name="Candidate_density__2067">
              <a:extLst>
                <a:ext uri="{FF2B5EF4-FFF2-40B4-BE49-F238E27FC236}">
                  <a16:creationId xmlns:a16="http://schemas.microsoft.com/office/drawing/2014/main" id="{7BB42E1F-D1E4-1773-D1EF-232D1EBE6D82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1845685" cy="2689960"/>
            </a:xfrm>
            <a:custGeom>
              <a:avLst/>
              <a:gdLst/>
              <a:ahLst/>
              <a:cxnLst/>
              <a:rect l="0" t="0" r="0" b="0"/>
              <a:pathLst>
                <a:path w="1845685" h="2689960">
                  <a:moveTo>
                    <a:pt x="246702" y="2378620"/>
                  </a:moveTo>
                  <a:lnTo>
                    <a:pt x="195003" y="2417056"/>
                  </a:lnTo>
                  <a:lnTo>
                    <a:pt x="271387" y="2361296"/>
                  </a:lnTo>
                  <a:close/>
                  <a:moveTo>
                    <a:pt x="121096" y="1523374"/>
                  </a:moveTo>
                  <a:lnTo>
                    <a:pt x="141681" y="1426321"/>
                  </a:lnTo>
                  <a:lnTo>
                    <a:pt x="151111" y="1402723"/>
                  </a:lnTo>
                  <a:close/>
                  <a:moveTo>
                    <a:pt x="121096" y="1523374"/>
                  </a:moveTo>
                  <a:lnTo>
                    <a:pt x="151111" y="1402723"/>
                  </a:lnTo>
                  <a:lnTo>
                    <a:pt x="135471" y="1484938"/>
                  </a:lnTo>
                  <a:close/>
                  <a:moveTo>
                    <a:pt x="151111" y="1402723"/>
                  </a:moveTo>
                  <a:lnTo>
                    <a:pt x="141681" y="1426321"/>
                  </a:lnTo>
                  <a:lnTo>
                    <a:pt x="162445" y="1371829"/>
                  </a:lnTo>
                  <a:close/>
                  <a:moveTo>
                    <a:pt x="162445" y="1371829"/>
                  </a:moveTo>
                  <a:lnTo>
                    <a:pt x="184963" y="1291042"/>
                  </a:lnTo>
                  <a:lnTo>
                    <a:pt x="151111" y="1402723"/>
                  </a:lnTo>
                  <a:close/>
                  <a:moveTo>
                    <a:pt x="184963" y="1291042"/>
                  </a:moveTo>
                  <a:lnTo>
                    <a:pt x="162445" y="1371829"/>
                  </a:lnTo>
                  <a:lnTo>
                    <a:pt x="187998" y="1320508"/>
                  </a:lnTo>
                  <a:close/>
                  <a:moveTo>
                    <a:pt x="184963" y="1291042"/>
                  </a:moveTo>
                  <a:lnTo>
                    <a:pt x="187998" y="1320508"/>
                  </a:lnTo>
                  <a:lnTo>
                    <a:pt x="172681" y="1200934"/>
                  </a:lnTo>
                  <a:close/>
                  <a:moveTo>
                    <a:pt x="184963" y="1291042"/>
                  </a:moveTo>
                  <a:lnTo>
                    <a:pt x="172681" y="1200934"/>
                  </a:lnTo>
                  <a:lnTo>
                    <a:pt x="183604" y="1282071"/>
                  </a:lnTo>
                  <a:close/>
                  <a:moveTo>
                    <a:pt x="172681" y="1200934"/>
                  </a:moveTo>
                  <a:lnTo>
                    <a:pt x="171993" y="1199856"/>
                  </a:lnTo>
                  <a:lnTo>
                    <a:pt x="183604" y="1282071"/>
                  </a:lnTo>
                  <a:close/>
                  <a:moveTo>
                    <a:pt x="554609" y="1571686"/>
                  </a:moveTo>
                  <a:lnTo>
                    <a:pt x="572580" y="1575421"/>
                  </a:lnTo>
                  <a:lnTo>
                    <a:pt x="626260" y="1560919"/>
                  </a:lnTo>
                  <a:close/>
                  <a:moveTo>
                    <a:pt x="626260" y="1560919"/>
                  </a:moveTo>
                  <a:lnTo>
                    <a:pt x="572580" y="1575421"/>
                  </a:lnTo>
                  <a:lnTo>
                    <a:pt x="693181" y="1532466"/>
                  </a:lnTo>
                  <a:close/>
                  <a:moveTo>
                    <a:pt x="672477" y="1518516"/>
                  </a:moveTo>
                  <a:lnTo>
                    <a:pt x="720254" y="1459096"/>
                  </a:lnTo>
                  <a:lnTo>
                    <a:pt x="722638" y="1451844"/>
                  </a:lnTo>
                  <a:close/>
                  <a:moveTo>
                    <a:pt x="693181" y="1532466"/>
                  </a:moveTo>
                  <a:lnTo>
                    <a:pt x="720254" y="1459096"/>
                  </a:lnTo>
                  <a:lnTo>
                    <a:pt x="672477" y="1518516"/>
                  </a:lnTo>
                  <a:close/>
                  <a:moveTo>
                    <a:pt x="626260" y="1560919"/>
                  </a:moveTo>
                  <a:lnTo>
                    <a:pt x="693181" y="1532466"/>
                  </a:lnTo>
                  <a:lnTo>
                    <a:pt x="672477" y="1518516"/>
                  </a:lnTo>
                  <a:close/>
                  <a:moveTo>
                    <a:pt x="1792233" y="2685070"/>
                  </a:moveTo>
                  <a:lnTo>
                    <a:pt x="1800844" y="2687900"/>
                  </a:lnTo>
                  <a:lnTo>
                    <a:pt x="1805633" y="2689960"/>
                  </a:lnTo>
                  <a:close/>
                  <a:moveTo>
                    <a:pt x="1792233" y="2685070"/>
                  </a:moveTo>
                  <a:lnTo>
                    <a:pt x="1805633" y="2689960"/>
                  </a:lnTo>
                  <a:lnTo>
                    <a:pt x="1815350" y="2676107"/>
                  </a:lnTo>
                  <a:close/>
                  <a:moveTo>
                    <a:pt x="1815350" y="2676107"/>
                  </a:moveTo>
                  <a:lnTo>
                    <a:pt x="1805633" y="2689960"/>
                  </a:lnTo>
                  <a:lnTo>
                    <a:pt x="1809207" y="2685070"/>
                  </a:lnTo>
                  <a:close/>
                  <a:moveTo>
                    <a:pt x="1809207" y="2685070"/>
                  </a:moveTo>
                  <a:lnTo>
                    <a:pt x="1845685" y="2624508"/>
                  </a:lnTo>
                  <a:lnTo>
                    <a:pt x="1815350" y="2676107"/>
                  </a:lnTo>
                  <a:close/>
                  <a:moveTo>
                    <a:pt x="800402" y="1331192"/>
                  </a:moveTo>
                  <a:lnTo>
                    <a:pt x="821212" y="1337519"/>
                  </a:lnTo>
                  <a:lnTo>
                    <a:pt x="831133" y="1339185"/>
                  </a:lnTo>
                  <a:close/>
                  <a:moveTo>
                    <a:pt x="845520" y="1331192"/>
                  </a:moveTo>
                  <a:lnTo>
                    <a:pt x="831133" y="1339185"/>
                  </a:lnTo>
                  <a:lnTo>
                    <a:pt x="821212" y="1337519"/>
                  </a:lnTo>
                  <a:close/>
                  <a:moveTo>
                    <a:pt x="882144" y="1314705"/>
                  </a:moveTo>
                  <a:lnTo>
                    <a:pt x="831133" y="1339185"/>
                  </a:lnTo>
                  <a:lnTo>
                    <a:pt x="963464" y="1340092"/>
                  </a:lnTo>
                  <a:close/>
                  <a:moveTo>
                    <a:pt x="32394" y="21093"/>
                  </a:moveTo>
                  <a:lnTo>
                    <a:pt x="0" y="59529"/>
                  </a:lnTo>
                  <a:lnTo>
                    <a:pt x="66467" y="429"/>
                  </a:lnTo>
                  <a:close/>
                  <a:moveTo>
                    <a:pt x="66467" y="429"/>
                  </a:moveTo>
                  <a:lnTo>
                    <a:pt x="13715" y="18396"/>
                  </a:lnTo>
                  <a:lnTo>
                    <a:pt x="141918" y="3868"/>
                  </a:lnTo>
                  <a:close/>
                  <a:moveTo>
                    <a:pt x="607578" y="630262"/>
                  </a:moveTo>
                  <a:lnTo>
                    <a:pt x="532610" y="628626"/>
                  </a:lnTo>
                  <a:lnTo>
                    <a:pt x="491312" y="623208"/>
                  </a:lnTo>
                  <a:close/>
                  <a:moveTo>
                    <a:pt x="629087" y="571792"/>
                  </a:moveTo>
                  <a:lnTo>
                    <a:pt x="607578" y="630262"/>
                  </a:lnTo>
                  <a:lnTo>
                    <a:pt x="629192" y="596599"/>
                  </a:lnTo>
                  <a:close/>
                  <a:moveTo>
                    <a:pt x="388076" y="229301"/>
                  </a:moveTo>
                  <a:lnTo>
                    <a:pt x="384467" y="249111"/>
                  </a:lnTo>
                  <a:lnTo>
                    <a:pt x="397744" y="187843"/>
                  </a:lnTo>
                  <a:close/>
                  <a:moveTo>
                    <a:pt x="66467" y="429"/>
                  </a:moveTo>
                  <a:lnTo>
                    <a:pt x="141918" y="3868"/>
                  </a:lnTo>
                  <a:lnTo>
                    <a:pt x="97939" y="0"/>
                  </a:lnTo>
                  <a:close/>
                  <a:moveTo>
                    <a:pt x="141918" y="3868"/>
                  </a:moveTo>
                  <a:lnTo>
                    <a:pt x="155555" y="13751"/>
                  </a:lnTo>
                  <a:lnTo>
                    <a:pt x="97939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49" name="Candidate_density__2068">
              <a:extLst>
                <a:ext uri="{FF2B5EF4-FFF2-40B4-BE49-F238E27FC236}">
                  <a16:creationId xmlns:a16="http://schemas.microsoft.com/office/drawing/2014/main" id="{A60FAB30-A37D-A65D-67F2-3B2098802C4B}"/>
                </a:ext>
              </a:extLst>
            </p:cNvPr>
            <p:cNvSpPr>
              <a:spLocks noGrp="1"/>
            </p:cNvSpPr>
            <p:nvPr/>
          </p:nvSpPr>
          <p:spPr>
            <a:xfrm>
              <a:off x="4430563" y="2085868"/>
              <a:ext cx="1927886" cy="3170662"/>
            </a:xfrm>
            <a:custGeom>
              <a:avLst/>
              <a:gdLst/>
              <a:ahLst/>
              <a:cxnLst/>
              <a:rect l="0" t="0" r="0" b="0"/>
              <a:pathLst>
                <a:path w="1927886" h="3170662">
                  <a:moveTo>
                    <a:pt x="197995" y="3083219"/>
                  </a:moveTo>
                  <a:lnTo>
                    <a:pt x="210519" y="3091898"/>
                  </a:lnTo>
                  <a:lnTo>
                    <a:pt x="224460" y="3095425"/>
                  </a:lnTo>
                  <a:close/>
                  <a:moveTo>
                    <a:pt x="300518" y="2885935"/>
                  </a:moveTo>
                  <a:lnTo>
                    <a:pt x="269063" y="2880352"/>
                  </a:lnTo>
                  <a:lnTo>
                    <a:pt x="297490" y="2881600"/>
                  </a:lnTo>
                  <a:close/>
                  <a:moveTo>
                    <a:pt x="387007" y="3126997"/>
                  </a:moveTo>
                  <a:lnTo>
                    <a:pt x="419473" y="3143298"/>
                  </a:lnTo>
                  <a:lnTo>
                    <a:pt x="446047" y="3151383"/>
                  </a:lnTo>
                  <a:close/>
                  <a:moveTo>
                    <a:pt x="525734" y="3170662"/>
                  </a:moveTo>
                  <a:lnTo>
                    <a:pt x="446047" y="3151383"/>
                  </a:lnTo>
                  <a:lnTo>
                    <a:pt x="419473" y="3143298"/>
                  </a:lnTo>
                  <a:close/>
                  <a:moveTo>
                    <a:pt x="269063" y="2880352"/>
                  </a:moveTo>
                  <a:lnTo>
                    <a:pt x="300518" y="2885935"/>
                  </a:lnTo>
                  <a:lnTo>
                    <a:pt x="327780" y="2856975"/>
                  </a:lnTo>
                  <a:close/>
                  <a:moveTo>
                    <a:pt x="327780" y="2856975"/>
                  </a:moveTo>
                  <a:lnTo>
                    <a:pt x="300518" y="2885935"/>
                  </a:lnTo>
                  <a:lnTo>
                    <a:pt x="402358" y="2856936"/>
                  </a:lnTo>
                  <a:close/>
                  <a:moveTo>
                    <a:pt x="327780" y="2856975"/>
                  </a:moveTo>
                  <a:lnTo>
                    <a:pt x="402358" y="2856936"/>
                  </a:lnTo>
                  <a:lnTo>
                    <a:pt x="345769" y="2839919"/>
                  </a:lnTo>
                  <a:close/>
                  <a:moveTo>
                    <a:pt x="402358" y="2856936"/>
                  </a:moveTo>
                  <a:lnTo>
                    <a:pt x="413508" y="2814523"/>
                  </a:lnTo>
                  <a:lnTo>
                    <a:pt x="345769" y="2839919"/>
                  </a:lnTo>
                  <a:close/>
                  <a:moveTo>
                    <a:pt x="444261" y="2822870"/>
                  </a:moveTo>
                  <a:lnTo>
                    <a:pt x="401450" y="2803479"/>
                  </a:lnTo>
                  <a:lnTo>
                    <a:pt x="413508" y="2814523"/>
                  </a:lnTo>
                  <a:close/>
                  <a:moveTo>
                    <a:pt x="621786" y="2399361"/>
                  </a:moveTo>
                  <a:lnTo>
                    <a:pt x="624635" y="2400973"/>
                  </a:lnTo>
                  <a:lnTo>
                    <a:pt x="553919" y="2494036"/>
                  </a:lnTo>
                  <a:close/>
                  <a:moveTo>
                    <a:pt x="591996" y="2479961"/>
                  </a:moveTo>
                  <a:lnTo>
                    <a:pt x="624635" y="2400973"/>
                  </a:lnTo>
                  <a:lnTo>
                    <a:pt x="672953" y="2366422"/>
                  </a:lnTo>
                  <a:close/>
                  <a:moveTo>
                    <a:pt x="672953" y="2366422"/>
                  </a:moveTo>
                  <a:lnTo>
                    <a:pt x="624635" y="2400973"/>
                  </a:lnTo>
                  <a:lnTo>
                    <a:pt x="756636" y="2400639"/>
                  </a:lnTo>
                  <a:close/>
                  <a:moveTo>
                    <a:pt x="108448" y="1649118"/>
                  </a:moveTo>
                  <a:lnTo>
                    <a:pt x="3519" y="1737710"/>
                  </a:lnTo>
                  <a:lnTo>
                    <a:pt x="0" y="1737511"/>
                  </a:lnTo>
                  <a:close/>
                  <a:moveTo>
                    <a:pt x="672873" y="2357828"/>
                  </a:moveTo>
                  <a:lnTo>
                    <a:pt x="667292" y="2441524"/>
                  </a:lnTo>
                  <a:lnTo>
                    <a:pt x="672953" y="2366422"/>
                  </a:lnTo>
                  <a:close/>
                  <a:moveTo>
                    <a:pt x="28717" y="1414475"/>
                  </a:moveTo>
                  <a:lnTo>
                    <a:pt x="97651" y="1393547"/>
                  </a:lnTo>
                  <a:lnTo>
                    <a:pt x="136425" y="1323316"/>
                  </a:lnTo>
                  <a:close/>
                  <a:moveTo>
                    <a:pt x="126541" y="1334292"/>
                  </a:moveTo>
                  <a:lnTo>
                    <a:pt x="136425" y="1323316"/>
                  </a:lnTo>
                  <a:lnTo>
                    <a:pt x="97651" y="1393547"/>
                  </a:lnTo>
                  <a:close/>
                  <a:moveTo>
                    <a:pt x="734311" y="1886768"/>
                  </a:moveTo>
                  <a:lnTo>
                    <a:pt x="741761" y="1861954"/>
                  </a:lnTo>
                  <a:lnTo>
                    <a:pt x="707799" y="1851099"/>
                  </a:lnTo>
                  <a:close/>
                  <a:moveTo>
                    <a:pt x="672957" y="1936030"/>
                  </a:moveTo>
                  <a:lnTo>
                    <a:pt x="734311" y="1886768"/>
                  </a:lnTo>
                  <a:lnTo>
                    <a:pt x="707799" y="1851099"/>
                  </a:lnTo>
                  <a:close/>
                  <a:moveTo>
                    <a:pt x="741761" y="1861954"/>
                  </a:moveTo>
                  <a:lnTo>
                    <a:pt x="745355" y="1758940"/>
                  </a:lnTo>
                  <a:lnTo>
                    <a:pt x="725747" y="1832924"/>
                  </a:lnTo>
                  <a:close/>
                  <a:moveTo>
                    <a:pt x="745355" y="1758940"/>
                  </a:moveTo>
                  <a:lnTo>
                    <a:pt x="750677" y="1750709"/>
                  </a:lnTo>
                  <a:lnTo>
                    <a:pt x="725747" y="1832924"/>
                  </a:lnTo>
                  <a:close/>
                  <a:moveTo>
                    <a:pt x="372647" y="1378070"/>
                  </a:moveTo>
                  <a:lnTo>
                    <a:pt x="397459" y="1257418"/>
                  </a:lnTo>
                  <a:lnTo>
                    <a:pt x="393525" y="1339634"/>
                  </a:lnTo>
                  <a:close/>
                  <a:moveTo>
                    <a:pt x="1251056" y="2273753"/>
                  </a:moveTo>
                  <a:lnTo>
                    <a:pt x="1200129" y="2232138"/>
                  </a:lnTo>
                  <a:lnTo>
                    <a:pt x="1278529" y="2313016"/>
                  </a:lnTo>
                  <a:close/>
                  <a:moveTo>
                    <a:pt x="1320817" y="2255920"/>
                  </a:moveTo>
                  <a:lnTo>
                    <a:pt x="1251056" y="2273753"/>
                  </a:lnTo>
                  <a:lnTo>
                    <a:pt x="1278529" y="2313016"/>
                  </a:lnTo>
                  <a:close/>
                  <a:moveTo>
                    <a:pt x="807494" y="1729978"/>
                  </a:moveTo>
                  <a:lnTo>
                    <a:pt x="714449" y="1823566"/>
                  </a:lnTo>
                  <a:lnTo>
                    <a:pt x="750677" y="1750709"/>
                  </a:lnTo>
                  <a:close/>
                  <a:moveTo>
                    <a:pt x="567101" y="1383412"/>
                  </a:moveTo>
                  <a:lnTo>
                    <a:pt x="559674" y="1421849"/>
                  </a:lnTo>
                  <a:lnTo>
                    <a:pt x="600054" y="1448259"/>
                  </a:lnTo>
                  <a:close/>
                  <a:moveTo>
                    <a:pt x="398037" y="1250263"/>
                  </a:moveTo>
                  <a:lnTo>
                    <a:pt x="417695" y="1142900"/>
                  </a:lnTo>
                  <a:lnTo>
                    <a:pt x="397459" y="1257418"/>
                  </a:lnTo>
                  <a:close/>
                  <a:moveTo>
                    <a:pt x="1493167" y="2406451"/>
                  </a:moveTo>
                  <a:lnTo>
                    <a:pt x="1465588" y="2369993"/>
                  </a:lnTo>
                  <a:lnTo>
                    <a:pt x="1551459" y="2428566"/>
                  </a:lnTo>
                  <a:close/>
                  <a:moveTo>
                    <a:pt x="1320817" y="2255920"/>
                  </a:moveTo>
                  <a:lnTo>
                    <a:pt x="1386355" y="2287779"/>
                  </a:lnTo>
                  <a:lnTo>
                    <a:pt x="1347200" y="2273257"/>
                  </a:lnTo>
                  <a:close/>
                  <a:moveTo>
                    <a:pt x="846947" y="1662284"/>
                  </a:moveTo>
                  <a:lnTo>
                    <a:pt x="873131" y="1696730"/>
                  </a:lnTo>
                  <a:lnTo>
                    <a:pt x="894498" y="1598189"/>
                  </a:lnTo>
                  <a:close/>
                  <a:moveTo>
                    <a:pt x="894498" y="1598189"/>
                  </a:moveTo>
                  <a:lnTo>
                    <a:pt x="873131" y="1696730"/>
                  </a:lnTo>
                  <a:lnTo>
                    <a:pt x="923292" y="1630058"/>
                  </a:lnTo>
                  <a:close/>
                  <a:moveTo>
                    <a:pt x="423926" y="1131858"/>
                  </a:moveTo>
                  <a:lnTo>
                    <a:pt x="375514" y="1116601"/>
                  </a:lnTo>
                  <a:lnTo>
                    <a:pt x="414470" y="1136767"/>
                  </a:lnTo>
                  <a:close/>
                  <a:moveTo>
                    <a:pt x="423926" y="1131858"/>
                  </a:moveTo>
                  <a:lnTo>
                    <a:pt x="433025" y="1130438"/>
                  </a:lnTo>
                  <a:lnTo>
                    <a:pt x="436291" y="1098330"/>
                  </a:lnTo>
                  <a:close/>
                  <a:moveTo>
                    <a:pt x="1510152" y="2413772"/>
                  </a:moveTo>
                  <a:lnTo>
                    <a:pt x="1551459" y="2428566"/>
                  </a:lnTo>
                  <a:lnTo>
                    <a:pt x="1577623" y="2443559"/>
                  </a:lnTo>
                  <a:close/>
                  <a:moveTo>
                    <a:pt x="1327071" y="1848899"/>
                  </a:moveTo>
                  <a:lnTo>
                    <a:pt x="1256087" y="1920482"/>
                  </a:lnTo>
                  <a:lnTo>
                    <a:pt x="1284112" y="1903486"/>
                  </a:lnTo>
                  <a:close/>
                  <a:moveTo>
                    <a:pt x="120052" y="402173"/>
                  </a:moveTo>
                  <a:lnTo>
                    <a:pt x="57140" y="353419"/>
                  </a:lnTo>
                  <a:lnTo>
                    <a:pt x="120213" y="401893"/>
                  </a:lnTo>
                  <a:close/>
                  <a:moveTo>
                    <a:pt x="120213" y="401893"/>
                  </a:moveTo>
                  <a:lnTo>
                    <a:pt x="57140" y="353419"/>
                  </a:lnTo>
                  <a:lnTo>
                    <a:pt x="120767" y="402173"/>
                  </a:lnTo>
                  <a:close/>
                  <a:moveTo>
                    <a:pt x="1765194" y="2157138"/>
                  </a:moveTo>
                  <a:lnTo>
                    <a:pt x="1633567" y="2158864"/>
                  </a:lnTo>
                  <a:lnTo>
                    <a:pt x="1709340" y="2163510"/>
                  </a:lnTo>
                  <a:close/>
                  <a:moveTo>
                    <a:pt x="499254" y="704432"/>
                  </a:moveTo>
                  <a:lnTo>
                    <a:pt x="522514" y="617815"/>
                  </a:lnTo>
                  <a:lnTo>
                    <a:pt x="473800" y="731034"/>
                  </a:lnTo>
                  <a:close/>
                  <a:moveTo>
                    <a:pt x="473800" y="731034"/>
                  </a:moveTo>
                  <a:lnTo>
                    <a:pt x="522514" y="617815"/>
                  </a:lnTo>
                  <a:lnTo>
                    <a:pt x="504479" y="610382"/>
                  </a:lnTo>
                  <a:close/>
                  <a:moveTo>
                    <a:pt x="473800" y="731034"/>
                  </a:moveTo>
                  <a:lnTo>
                    <a:pt x="504479" y="610382"/>
                  </a:lnTo>
                  <a:lnTo>
                    <a:pt x="490745" y="692597"/>
                  </a:lnTo>
                  <a:close/>
                  <a:moveTo>
                    <a:pt x="504479" y="610382"/>
                  </a:moveTo>
                  <a:lnTo>
                    <a:pt x="522514" y="617815"/>
                  </a:lnTo>
                  <a:lnTo>
                    <a:pt x="522948" y="577817"/>
                  </a:lnTo>
                  <a:close/>
                  <a:moveTo>
                    <a:pt x="120052" y="402173"/>
                  </a:moveTo>
                  <a:lnTo>
                    <a:pt x="120213" y="401893"/>
                  </a:lnTo>
                  <a:lnTo>
                    <a:pt x="157309" y="325386"/>
                  </a:lnTo>
                  <a:close/>
                  <a:moveTo>
                    <a:pt x="120213" y="401893"/>
                  </a:moveTo>
                  <a:lnTo>
                    <a:pt x="120767" y="402173"/>
                  </a:lnTo>
                  <a:lnTo>
                    <a:pt x="157309" y="325386"/>
                  </a:lnTo>
                  <a:close/>
                  <a:moveTo>
                    <a:pt x="157309" y="325386"/>
                  </a:moveTo>
                  <a:lnTo>
                    <a:pt x="120767" y="402173"/>
                  </a:lnTo>
                  <a:lnTo>
                    <a:pt x="184269" y="310657"/>
                  </a:lnTo>
                  <a:close/>
                  <a:moveTo>
                    <a:pt x="184269" y="310657"/>
                  </a:moveTo>
                  <a:lnTo>
                    <a:pt x="172473" y="281521"/>
                  </a:lnTo>
                  <a:lnTo>
                    <a:pt x="157309" y="325386"/>
                  </a:lnTo>
                  <a:close/>
                  <a:moveTo>
                    <a:pt x="233048" y="199307"/>
                  </a:moveTo>
                  <a:lnTo>
                    <a:pt x="204360" y="222642"/>
                  </a:lnTo>
                  <a:lnTo>
                    <a:pt x="202363" y="319958"/>
                  </a:lnTo>
                  <a:close/>
                  <a:moveTo>
                    <a:pt x="172473" y="281521"/>
                  </a:moveTo>
                  <a:lnTo>
                    <a:pt x="184269" y="310657"/>
                  </a:lnTo>
                  <a:lnTo>
                    <a:pt x="204360" y="222642"/>
                  </a:lnTo>
                  <a:close/>
                  <a:moveTo>
                    <a:pt x="1882817" y="2134033"/>
                  </a:moveTo>
                  <a:lnTo>
                    <a:pt x="1853981" y="2210435"/>
                  </a:lnTo>
                  <a:lnTo>
                    <a:pt x="1892089" y="2137713"/>
                  </a:lnTo>
                  <a:close/>
                  <a:moveTo>
                    <a:pt x="1882817" y="2134033"/>
                  </a:moveTo>
                  <a:lnTo>
                    <a:pt x="1791968" y="2172469"/>
                  </a:lnTo>
                  <a:lnTo>
                    <a:pt x="1853981" y="2210435"/>
                  </a:lnTo>
                  <a:close/>
                  <a:moveTo>
                    <a:pt x="1791968" y="2172469"/>
                  </a:moveTo>
                  <a:lnTo>
                    <a:pt x="1882817" y="2134033"/>
                  </a:lnTo>
                  <a:lnTo>
                    <a:pt x="1765194" y="2157138"/>
                  </a:lnTo>
                  <a:close/>
                  <a:moveTo>
                    <a:pt x="1882817" y="2134033"/>
                  </a:moveTo>
                  <a:lnTo>
                    <a:pt x="1811097" y="2113557"/>
                  </a:lnTo>
                  <a:lnTo>
                    <a:pt x="1765194" y="2157138"/>
                  </a:lnTo>
                  <a:close/>
                  <a:moveTo>
                    <a:pt x="1892089" y="2137713"/>
                  </a:moveTo>
                  <a:lnTo>
                    <a:pt x="1927886" y="2208096"/>
                  </a:lnTo>
                  <a:lnTo>
                    <a:pt x="1909554" y="2134033"/>
                  </a:lnTo>
                  <a:close/>
                  <a:moveTo>
                    <a:pt x="1853981" y="2210435"/>
                  </a:moveTo>
                  <a:lnTo>
                    <a:pt x="1927886" y="2208096"/>
                  </a:lnTo>
                  <a:lnTo>
                    <a:pt x="1892089" y="2137713"/>
                  </a:lnTo>
                  <a:close/>
                  <a:moveTo>
                    <a:pt x="1024692" y="1152567"/>
                  </a:moveTo>
                  <a:lnTo>
                    <a:pt x="1072481" y="1174308"/>
                  </a:lnTo>
                  <a:lnTo>
                    <a:pt x="1023631" y="1119954"/>
                  </a:lnTo>
                  <a:close/>
                  <a:moveTo>
                    <a:pt x="536166" y="506625"/>
                  </a:moveTo>
                  <a:lnTo>
                    <a:pt x="504479" y="610382"/>
                  </a:lnTo>
                  <a:lnTo>
                    <a:pt x="522948" y="577817"/>
                  </a:lnTo>
                  <a:close/>
                  <a:moveTo>
                    <a:pt x="536166" y="506625"/>
                  </a:moveTo>
                  <a:lnTo>
                    <a:pt x="522948" y="577817"/>
                  </a:lnTo>
                  <a:lnTo>
                    <a:pt x="539339" y="528167"/>
                  </a:lnTo>
                  <a:close/>
                  <a:moveTo>
                    <a:pt x="536166" y="506625"/>
                  </a:moveTo>
                  <a:lnTo>
                    <a:pt x="573172" y="486942"/>
                  </a:lnTo>
                  <a:lnTo>
                    <a:pt x="553446" y="476641"/>
                  </a:lnTo>
                  <a:close/>
                  <a:moveTo>
                    <a:pt x="229531" y="173769"/>
                  </a:moveTo>
                  <a:lnTo>
                    <a:pt x="172473" y="281521"/>
                  </a:lnTo>
                  <a:lnTo>
                    <a:pt x="204360" y="222642"/>
                  </a:lnTo>
                  <a:close/>
                  <a:moveTo>
                    <a:pt x="204360" y="222642"/>
                  </a:moveTo>
                  <a:lnTo>
                    <a:pt x="233048" y="199307"/>
                  </a:lnTo>
                  <a:lnTo>
                    <a:pt x="229531" y="173769"/>
                  </a:lnTo>
                  <a:close/>
                  <a:moveTo>
                    <a:pt x="298593" y="178214"/>
                  </a:moveTo>
                  <a:lnTo>
                    <a:pt x="271587" y="160870"/>
                  </a:lnTo>
                  <a:lnTo>
                    <a:pt x="267122" y="178643"/>
                  </a:lnTo>
                  <a:close/>
                  <a:moveTo>
                    <a:pt x="229531" y="173769"/>
                  </a:moveTo>
                  <a:lnTo>
                    <a:pt x="233048" y="199307"/>
                  </a:lnTo>
                  <a:lnTo>
                    <a:pt x="267122" y="178643"/>
                  </a:lnTo>
                  <a:close/>
                  <a:moveTo>
                    <a:pt x="403961" y="196403"/>
                  </a:moveTo>
                  <a:lnTo>
                    <a:pt x="324758" y="178932"/>
                  </a:lnTo>
                  <a:lnTo>
                    <a:pt x="298593" y="178214"/>
                  </a:lnTo>
                  <a:close/>
                  <a:moveTo>
                    <a:pt x="1533804" y="1634122"/>
                  </a:moveTo>
                  <a:lnTo>
                    <a:pt x="1609479" y="1638397"/>
                  </a:lnTo>
                  <a:lnTo>
                    <a:pt x="1575160" y="1608560"/>
                  </a:lnTo>
                  <a:close/>
                  <a:moveTo>
                    <a:pt x="1355347" y="1365803"/>
                  </a:moveTo>
                  <a:lnTo>
                    <a:pt x="1258355" y="1440237"/>
                  </a:lnTo>
                  <a:lnTo>
                    <a:pt x="1331169" y="1433818"/>
                  </a:lnTo>
                  <a:close/>
                  <a:moveTo>
                    <a:pt x="1331169" y="1433818"/>
                  </a:moveTo>
                  <a:lnTo>
                    <a:pt x="1354574" y="1394096"/>
                  </a:lnTo>
                  <a:lnTo>
                    <a:pt x="1355347" y="1365803"/>
                  </a:lnTo>
                  <a:close/>
                  <a:moveTo>
                    <a:pt x="1084037" y="1067146"/>
                  </a:moveTo>
                  <a:lnTo>
                    <a:pt x="1084349" y="1064567"/>
                  </a:lnTo>
                  <a:lnTo>
                    <a:pt x="1065308" y="1060577"/>
                  </a:lnTo>
                  <a:close/>
                  <a:moveTo>
                    <a:pt x="1023631" y="1119954"/>
                  </a:moveTo>
                  <a:lnTo>
                    <a:pt x="1084037" y="1067146"/>
                  </a:lnTo>
                  <a:lnTo>
                    <a:pt x="1065308" y="1060577"/>
                  </a:lnTo>
                  <a:close/>
                  <a:moveTo>
                    <a:pt x="1084349" y="1064567"/>
                  </a:moveTo>
                  <a:lnTo>
                    <a:pt x="1148682" y="972765"/>
                  </a:lnTo>
                  <a:lnTo>
                    <a:pt x="1095683" y="955261"/>
                  </a:lnTo>
                  <a:close/>
                  <a:moveTo>
                    <a:pt x="564884" y="383186"/>
                  </a:moveTo>
                  <a:lnTo>
                    <a:pt x="553446" y="476641"/>
                  </a:lnTo>
                  <a:lnTo>
                    <a:pt x="588730" y="407515"/>
                  </a:lnTo>
                  <a:close/>
                  <a:moveTo>
                    <a:pt x="564884" y="383186"/>
                  </a:moveTo>
                  <a:lnTo>
                    <a:pt x="588730" y="407515"/>
                  </a:lnTo>
                  <a:lnTo>
                    <a:pt x="570952" y="326893"/>
                  </a:lnTo>
                  <a:close/>
                  <a:moveTo>
                    <a:pt x="570952" y="326893"/>
                  </a:moveTo>
                  <a:lnTo>
                    <a:pt x="588730" y="407515"/>
                  </a:lnTo>
                  <a:lnTo>
                    <a:pt x="598399" y="366057"/>
                  </a:lnTo>
                  <a:close/>
                  <a:moveTo>
                    <a:pt x="1878157" y="1655223"/>
                  </a:moveTo>
                  <a:lnTo>
                    <a:pt x="1924860" y="1666721"/>
                  </a:lnTo>
                  <a:lnTo>
                    <a:pt x="1884609" y="1646084"/>
                  </a:lnTo>
                  <a:close/>
                  <a:moveTo>
                    <a:pt x="1364592" y="1343578"/>
                  </a:moveTo>
                  <a:lnTo>
                    <a:pt x="1432499" y="1318815"/>
                  </a:lnTo>
                  <a:lnTo>
                    <a:pt x="1483162" y="1293032"/>
                  </a:lnTo>
                  <a:close/>
                  <a:moveTo>
                    <a:pt x="1283890" y="826646"/>
                  </a:moveTo>
                  <a:lnTo>
                    <a:pt x="1378856" y="906148"/>
                  </a:lnTo>
                  <a:lnTo>
                    <a:pt x="1339672" y="878087"/>
                  </a:lnTo>
                  <a:close/>
                  <a:moveTo>
                    <a:pt x="718435" y="169246"/>
                  </a:moveTo>
                  <a:lnTo>
                    <a:pt x="737040" y="248428"/>
                  </a:lnTo>
                  <a:lnTo>
                    <a:pt x="748913" y="219741"/>
                  </a:lnTo>
                  <a:close/>
                  <a:moveTo>
                    <a:pt x="718435" y="169246"/>
                  </a:moveTo>
                  <a:lnTo>
                    <a:pt x="748913" y="219741"/>
                  </a:lnTo>
                  <a:lnTo>
                    <a:pt x="784194" y="136449"/>
                  </a:lnTo>
                  <a:close/>
                  <a:moveTo>
                    <a:pt x="789586" y="121506"/>
                  </a:moveTo>
                  <a:lnTo>
                    <a:pt x="784194" y="136449"/>
                  </a:lnTo>
                  <a:lnTo>
                    <a:pt x="793671" y="127776"/>
                  </a:lnTo>
                  <a:close/>
                  <a:moveTo>
                    <a:pt x="811122" y="21926"/>
                  </a:moveTo>
                  <a:lnTo>
                    <a:pt x="793671" y="127776"/>
                  </a:lnTo>
                  <a:lnTo>
                    <a:pt x="838662" y="61438"/>
                  </a:lnTo>
                  <a:close/>
                  <a:moveTo>
                    <a:pt x="811122" y="21926"/>
                  </a:moveTo>
                  <a:lnTo>
                    <a:pt x="838662" y="61438"/>
                  </a:lnTo>
                  <a:lnTo>
                    <a:pt x="884482" y="17549"/>
                  </a:lnTo>
                  <a:close/>
                  <a:moveTo>
                    <a:pt x="1353894" y="442768"/>
                  </a:moveTo>
                  <a:lnTo>
                    <a:pt x="1229247" y="470598"/>
                  </a:lnTo>
                  <a:lnTo>
                    <a:pt x="1306052" y="479098"/>
                  </a:lnTo>
                  <a:close/>
                  <a:moveTo>
                    <a:pt x="890456" y="0"/>
                  </a:moveTo>
                  <a:lnTo>
                    <a:pt x="811122" y="21926"/>
                  </a:lnTo>
                  <a:lnTo>
                    <a:pt x="884482" y="17549"/>
                  </a:lnTo>
                  <a:close/>
                  <a:moveTo>
                    <a:pt x="890456" y="0"/>
                  </a:moveTo>
                  <a:lnTo>
                    <a:pt x="884482" y="17549"/>
                  </a:lnTo>
                  <a:lnTo>
                    <a:pt x="895193" y="7124"/>
                  </a:lnTo>
                  <a:close/>
                  <a:moveTo>
                    <a:pt x="1426628" y="436056"/>
                  </a:moveTo>
                  <a:lnTo>
                    <a:pt x="1454384" y="344958"/>
                  </a:lnTo>
                  <a:lnTo>
                    <a:pt x="1387075" y="351629"/>
                  </a:lnTo>
                  <a:close/>
                  <a:moveTo>
                    <a:pt x="1353894" y="442768"/>
                  </a:moveTo>
                  <a:lnTo>
                    <a:pt x="1426628" y="436056"/>
                  </a:lnTo>
                  <a:lnTo>
                    <a:pt x="1387075" y="351629"/>
                  </a:lnTo>
                  <a:close/>
                  <a:moveTo>
                    <a:pt x="1460521" y="379763"/>
                  </a:moveTo>
                  <a:lnTo>
                    <a:pt x="1448811" y="303791"/>
                  </a:lnTo>
                  <a:lnTo>
                    <a:pt x="1454384" y="344958"/>
                  </a:lnTo>
                  <a:close/>
                  <a:moveTo>
                    <a:pt x="1458903" y="259111"/>
                  </a:moveTo>
                  <a:lnTo>
                    <a:pt x="1448811" y="303791"/>
                  </a:lnTo>
                  <a:lnTo>
                    <a:pt x="1460521" y="379763"/>
                  </a:lnTo>
                  <a:close/>
                  <a:moveTo>
                    <a:pt x="1471518" y="173486"/>
                  </a:moveTo>
                  <a:lnTo>
                    <a:pt x="1458903" y="259111"/>
                  </a:lnTo>
                  <a:lnTo>
                    <a:pt x="1503768" y="230608"/>
                  </a:lnTo>
                  <a:close/>
                  <a:moveTo>
                    <a:pt x="1471518" y="173486"/>
                  </a:moveTo>
                  <a:lnTo>
                    <a:pt x="1503768" y="230608"/>
                  </a:lnTo>
                  <a:lnTo>
                    <a:pt x="1549205" y="1852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50" name="Candidate_density__2069">
              <a:extLst>
                <a:ext uri="{FF2B5EF4-FFF2-40B4-BE49-F238E27FC236}">
                  <a16:creationId xmlns:a16="http://schemas.microsoft.com/office/drawing/2014/main" id="{10455EE1-F305-0A4F-F9C2-A86150681515}"/>
                </a:ext>
              </a:extLst>
            </p:cNvPr>
            <p:cNvSpPr>
              <a:spLocks noGrp="1"/>
            </p:cNvSpPr>
            <p:nvPr/>
          </p:nvSpPr>
          <p:spPr>
            <a:xfrm>
              <a:off x="4441446" y="2030005"/>
              <a:ext cx="1466600" cy="3056866"/>
            </a:xfrm>
            <a:custGeom>
              <a:avLst/>
              <a:gdLst/>
              <a:ahLst/>
              <a:cxnLst/>
              <a:rect l="0" t="0" r="0" b="0"/>
              <a:pathLst>
                <a:path w="1466600" h="3056866">
                  <a:moveTo>
                    <a:pt x="222777" y="2970483"/>
                  </a:moveTo>
                  <a:lnTo>
                    <a:pt x="149332" y="3056866"/>
                  </a:lnTo>
                  <a:lnTo>
                    <a:pt x="228070" y="3018430"/>
                  </a:lnTo>
                  <a:close/>
                  <a:moveTo>
                    <a:pt x="245414" y="3018430"/>
                  </a:moveTo>
                  <a:lnTo>
                    <a:pt x="222777" y="2970483"/>
                  </a:lnTo>
                  <a:lnTo>
                    <a:pt x="247201" y="3008999"/>
                  </a:lnTo>
                  <a:close/>
                  <a:moveTo>
                    <a:pt x="100250" y="2771784"/>
                  </a:moveTo>
                  <a:lnTo>
                    <a:pt x="157525" y="2854000"/>
                  </a:lnTo>
                  <a:lnTo>
                    <a:pt x="227320" y="2815563"/>
                  </a:lnTo>
                  <a:close/>
                  <a:moveTo>
                    <a:pt x="100250" y="2771784"/>
                  </a:moveTo>
                  <a:lnTo>
                    <a:pt x="227320" y="2815563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00250" y="2771784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48587" y="2693099"/>
                  </a:lnTo>
                  <a:lnTo>
                    <a:pt x="100250" y="2771784"/>
                  </a:lnTo>
                  <a:close/>
                  <a:moveTo>
                    <a:pt x="203715" y="2684009"/>
                  </a:moveTo>
                  <a:lnTo>
                    <a:pt x="209878" y="2651133"/>
                  </a:lnTo>
                  <a:lnTo>
                    <a:pt x="152920" y="2689569"/>
                  </a:lnTo>
                  <a:close/>
                  <a:moveTo>
                    <a:pt x="203715" y="2684009"/>
                  </a:moveTo>
                  <a:lnTo>
                    <a:pt x="193606" y="2733348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7424" y="2690066"/>
                  </a:lnTo>
                  <a:lnTo>
                    <a:pt x="231881" y="2721177"/>
                  </a:lnTo>
                  <a:close/>
                  <a:moveTo>
                    <a:pt x="231881" y="2721177"/>
                  </a:moveTo>
                  <a:lnTo>
                    <a:pt x="337424" y="2690066"/>
                  </a:lnTo>
                  <a:lnTo>
                    <a:pt x="209878" y="2651133"/>
                  </a:lnTo>
                  <a:close/>
                  <a:moveTo>
                    <a:pt x="209878" y="2651133"/>
                  </a:moveTo>
                  <a:lnTo>
                    <a:pt x="337424" y="2690066"/>
                  </a:lnTo>
                  <a:lnTo>
                    <a:pt x="302959" y="2612697"/>
                  </a:lnTo>
                  <a:close/>
                  <a:moveTo>
                    <a:pt x="209878" y="2651133"/>
                  </a:moveTo>
                  <a:lnTo>
                    <a:pt x="203715" y="2684009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9465" y="2694911"/>
                  </a:lnTo>
                  <a:lnTo>
                    <a:pt x="337424" y="2690066"/>
                  </a:lnTo>
                  <a:close/>
                  <a:moveTo>
                    <a:pt x="338098" y="2695417"/>
                  </a:moveTo>
                  <a:lnTo>
                    <a:pt x="340293" y="2700792"/>
                  </a:lnTo>
                  <a:lnTo>
                    <a:pt x="339465" y="2694911"/>
                  </a:lnTo>
                  <a:close/>
                  <a:moveTo>
                    <a:pt x="211724" y="2568918"/>
                  </a:moveTo>
                  <a:lnTo>
                    <a:pt x="209878" y="2651133"/>
                  </a:lnTo>
                  <a:lnTo>
                    <a:pt x="302959" y="2612697"/>
                  </a:lnTo>
                  <a:close/>
                  <a:moveTo>
                    <a:pt x="211724" y="2568918"/>
                  </a:moveTo>
                  <a:lnTo>
                    <a:pt x="302959" y="2612697"/>
                  </a:lnTo>
                  <a:lnTo>
                    <a:pt x="271505" y="2530481"/>
                  </a:lnTo>
                  <a:close/>
                  <a:moveTo>
                    <a:pt x="282361" y="2484193"/>
                  </a:moveTo>
                  <a:lnTo>
                    <a:pt x="211724" y="2568918"/>
                  </a:lnTo>
                  <a:lnTo>
                    <a:pt x="271505" y="2530481"/>
                  </a:lnTo>
                  <a:close/>
                  <a:moveTo>
                    <a:pt x="335049" y="2597804"/>
                  </a:moveTo>
                  <a:lnTo>
                    <a:pt x="337424" y="2690066"/>
                  </a:lnTo>
                  <a:lnTo>
                    <a:pt x="397297" y="2574260"/>
                  </a:lnTo>
                  <a:close/>
                  <a:moveTo>
                    <a:pt x="397297" y="2574260"/>
                  </a:moveTo>
                  <a:lnTo>
                    <a:pt x="337424" y="2690066"/>
                  </a:lnTo>
                  <a:lnTo>
                    <a:pt x="339465" y="2694911"/>
                  </a:lnTo>
                  <a:close/>
                  <a:moveTo>
                    <a:pt x="302959" y="2612697"/>
                  </a:moveTo>
                  <a:lnTo>
                    <a:pt x="337424" y="2690066"/>
                  </a:lnTo>
                  <a:lnTo>
                    <a:pt x="335049" y="2597804"/>
                  </a:lnTo>
                  <a:close/>
                  <a:moveTo>
                    <a:pt x="271505" y="2530481"/>
                  </a:moveTo>
                  <a:lnTo>
                    <a:pt x="335049" y="2597804"/>
                  </a:lnTo>
                  <a:lnTo>
                    <a:pt x="328640" y="2502922"/>
                  </a:lnTo>
                  <a:close/>
                  <a:moveTo>
                    <a:pt x="271505" y="2530481"/>
                  </a:moveTo>
                  <a:lnTo>
                    <a:pt x="302959" y="2612697"/>
                  </a:lnTo>
                  <a:lnTo>
                    <a:pt x="335049" y="2597804"/>
                  </a:lnTo>
                  <a:close/>
                  <a:moveTo>
                    <a:pt x="335049" y="2597804"/>
                  </a:moveTo>
                  <a:lnTo>
                    <a:pt x="388407" y="2514924"/>
                  </a:lnTo>
                  <a:lnTo>
                    <a:pt x="328640" y="2502922"/>
                  </a:lnTo>
                  <a:close/>
                  <a:moveTo>
                    <a:pt x="282361" y="2484193"/>
                  </a:moveTo>
                  <a:lnTo>
                    <a:pt x="271505" y="2530481"/>
                  </a:lnTo>
                  <a:lnTo>
                    <a:pt x="328640" y="2502922"/>
                  </a:lnTo>
                  <a:close/>
                  <a:moveTo>
                    <a:pt x="328640" y="2502922"/>
                  </a:moveTo>
                  <a:lnTo>
                    <a:pt x="357887" y="2487918"/>
                  </a:lnTo>
                  <a:lnTo>
                    <a:pt x="282361" y="2484193"/>
                  </a:lnTo>
                  <a:close/>
                  <a:moveTo>
                    <a:pt x="328640" y="2502922"/>
                  </a:moveTo>
                  <a:lnTo>
                    <a:pt x="388407" y="2514924"/>
                  </a:lnTo>
                  <a:lnTo>
                    <a:pt x="357887" y="2487918"/>
                  </a:lnTo>
                  <a:close/>
                  <a:moveTo>
                    <a:pt x="464893" y="2242388"/>
                  </a:moveTo>
                  <a:lnTo>
                    <a:pt x="410216" y="2253165"/>
                  </a:lnTo>
                  <a:lnTo>
                    <a:pt x="374472" y="2289178"/>
                  </a:lnTo>
                  <a:close/>
                  <a:moveTo>
                    <a:pt x="471741" y="2246991"/>
                  </a:moveTo>
                  <a:lnTo>
                    <a:pt x="530379" y="2208571"/>
                  </a:lnTo>
                  <a:lnTo>
                    <a:pt x="464893" y="2242388"/>
                  </a:lnTo>
                  <a:close/>
                  <a:moveTo>
                    <a:pt x="188943" y="1636800"/>
                  </a:moveTo>
                  <a:lnTo>
                    <a:pt x="136856" y="1757451"/>
                  </a:lnTo>
                  <a:lnTo>
                    <a:pt x="204265" y="1719015"/>
                  </a:lnTo>
                  <a:close/>
                  <a:moveTo>
                    <a:pt x="170194" y="1570222"/>
                  </a:moveTo>
                  <a:lnTo>
                    <a:pt x="202696" y="1604189"/>
                  </a:lnTo>
                  <a:lnTo>
                    <a:pt x="207774" y="1554585"/>
                  </a:lnTo>
                  <a:close/>
                  <a:moveTo>
                    <a:pt x="506666" y="1878821"/>
                  </a:moveTo>
                  <a:lnTo>
                    <a:pt x="493935" y="1883445"/>
                  </a:lnTo>
                  <a:lnTo>
                    <a:pt x="557439" y="1879339"/>
                  </a:lnTo>
                  <a:close/>
                  <a:moveTo>
                    <a:pt x="600922" y="1763257"/>
                  </a:moveTo>
                  <a:lnTo>
                    <a:pt x="496008" y="1864859"/>
                  </a:lnTo>
                  <a:lnTo>
                    <a:pt x="581778" y="1845008"/>
                  </a:lnTo>
                  <a:close/>
                  <a:moveTo>
                    <a:pt x="581778" y="1845008"/>
                  </a:moveTo>
                  <a:lnTo>
                    <a:pt x="496008" y="1864859"/>
                  </a:lnTo>
                  <a:lnTo>
                    <a:pt x="506666" y="1878821"/>
                  </a:lnTo>
                  <a:close/>
                  <a:moveTo>
                    <a:pt x="506666" y="1878821"/>
                  </a:moveTo>
                  <a:lnTo>
                    <a:pt x="557439" y="1879339"/>
                  </a:lnTo>
                  <a:lnTo>
                    <a:pt x="581778" y="1845008"/>
                  </a:lnTo>
                  <a:close/>
                  <a:moveTo>
                    <a:pt x="188943" y="1636800"/>
                  </a:moveTo>
                  <a:lnTo>
                    <a:pt x="255415" y="1601031"/>
                  </a:lnTo>
                  <a:lnTo>
                    <a:pt x="202696" y="1604189"/>
                  </a:lnTo>
                  <a:close/>
                  <a:moveTo>
                    <a:pt x="207774" y="1554585"/>
                  </a:moveTo>
                  <a:lnTo>
                    <a:pt x="202696" y="1604189"/>
                  </a:lnTo>
                  <a:lnTo>
                    <a:pt x="259707" y="1598363"/>
                  </a:lnTo>
                  <a:close/>
                  <a:moveTo>
                    <a:pt x="581778" y="1845008"/>
                  </a:moveTo>
                  <a:lnTo>
                    <a:pt x="601148" y="1762509"/>
                  </a:lnTo>
                  <a:lnTo>
                    <a:pt x="600922" y="1763257"/>
                  </a:lnTo>
                  <a:close/>
                  <a:moveTo>
                    <a:pt x="495481" y="1387453"/>
                  </a:moveTo>
                  <a:lnTo>
                    <a:pt x="488038" y="1404655"/>
                  </a:lnTo>
                  <a:lnTo>
                    <a:pt x="544400" y="1357060"/>
                  </a:lnTo>
                  <a:close/>
                  <a:moveTo>
                    <a:pt x="261912" y="1028200"/>
                  </a:moveTo>
                  <a:lnTo>
                    <a:pt x="234917" y="1117234"/>
                  </a:lnTo>
                  <a:lnTo>
                    <a:pt x="249992" y="1110414"/>
                  </a:lnTo>
                  <a:close/>
                  <a:moveTo>
                    <a:pt x="261912" y="1028200"/>
                  </a:moveTo>
                  <a:lnTo>
                    <a:pt x="249992" y="1110414"/>
                  </a:lnTo>
                  <a:lnTo>
                    <a:pt x="312834" y="989763"/>
                  </a:lnTo>
                  <a:close/>
                  <a:moveTo>
                    <a:pt x="335293" y="960479"/>
                  </a:moveTo>
                  <a:lnTo>
                    <a:pt x="261912" y="1028200"/>
                  </a:lnTo>
                  <a:lnTo>
                    <a:pt x="312834" y="989763"/>
                  </a:lnTo>
                  <a:close/>
                  <a:moveTo>
                    <a:pt x="1202679" y="1773478"/>
                  </a:moveTo>
                  <a:lnTo>
                    <a:pt x="1208359" y="1872094"/>
                  </a:lnTo>
                  <a:lnTo>
                    <a:pt x="1208967" y="1782540"/>
                  </a:lnTo>
                  <a:close/>
                  <a:moveTo>
                    <a:pt x="1142205" y="1894129"/>
                  </a:moveTo>
                  <a:lnTo>
                    <a:pt x="1208359" y="1872094"/>
                  </a:lnTo>
                  <a:lnTo>
                    <a:pt x="1202679" y="1773478"/>
                  </a:lnTo>
                  <a:close/>
                  <a:moveTo>
                    <a:pt x="1127057" y="1811914"/>
                  </a:moveTo>
                  <a:lnTo>
                    <a:pt x="1142205" y="1894129"/>
                  </a:lnTo>
                  <a:lnTo>
                    <a:pt x="1202679" y="1773478"/>
                  </a:lnTo>
                  <a:close/>
                  <a:moveTo>
                    <a:pt x="1208359" y="1872094"/>
                  </a:moveTo>
                  <a:lnTo>
                    <a:pt x="1253301" y="1855693"/>
                  </a:lnTo>
                  <a:lnTo>
                    <a:pt x="1208967" y="1782540"/>
                  </a:lnTo>
                  <a:close/>
                  <a:moveTo>
                    <a:pt x="1204740" y="1766734"/>
                  </a:moveTo>
                  <a:lnTo>
                    <a:pt x="1127057" y="1811914"/>
                  </a:lnTo>
                  <a:lnTo>
                    <a:pt x="1202679" y="1773478"/>
                  </a:lnTo>
                  <a:close/>
                  <a:moveTo>
                    <a:pt x="1204740" y="1766734"/>
                  </a:moveTo>
                  <a:lnTo>
                    <a:pt x="1145494" y="1760427"/>
                  </a:lnTo>
                  <a:lnTo>
                    <a:pt x="1127057" y="1811914"/>
                  </a:lnTo>
                  <a:close/>
                  <a:moveTo>
                    <a:pt x="1213774" y="1767599"/>
                  </a:moveTo>
                  <a:lnTo>
                    <a:pt x="1208967" y="1782540"/>
                  </a:lnTo>
                  <a:lnTo>
                    <a:pt x="1288032" y="1735041"/>
                  </a:lnTo>
                  <a:close/>
                  <a:moveTo>
                    <a:pt x="1208967" y="1782540"/>
                  </a:moveTo>
                  <a:lnTo>
                    <a:pt x="1253301" y="1855693"/>
                  </a:lnTo>
                  <a:lnTo>
                    <a:pt x="1288032" y="1735041"/>
                  </a:lnTo>
                  <a:close/>
                  <a:moveTo>
                    <a:pt x="1202679" y="1773478"/>
                  </a:moveTo>
                  <a:lnTo>
                    <a:pt x="1208967" y="1782540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02679" y="1773478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13774" y="1767599"/>
                  </a:lnTo>
                  <a:lnTo>
                    <a:pt x="1233863" y="1691262"/>
                  </a:lnTo>
                  <a:close/>
                  <a:moveTo>
                    <a:pt x="1233863" y="1691262"/>
                  </a:moveTo>
                  <a:lnTo>
                    <a:pt x="1213774" y="1767599"/>
                  </a:lnTo>
                  <a:lnTo>
                    <a:pt x="1288032" y="1735041"/>
                  </a:lnTo>
                  <a:close/>
                  <a:moveTo>
                    <a:pt x="1452828" y="1899471"/>
                  </a:moveTo>
                  <a:lnTo>
                    <a:pt x="1427896" y="1814798"/>
                  </a:lnTo>
                  <a:lnTo>
                    <a:pt x="1433653" y="1850085"/>
                  </a:lnTo>
                  <a:close/>
                  <a:moveTo>
                    <a:pt x="1410812" y="1817257"/>
                  </a:moveTo>
                  <a:lnTo>
                    <a:pt x="1433653" y="1850085"/>
                  </a:lnTo>
                  <a:lnTo>
                    <a:pt x="1427896" y="1814798"/>
                  </a:lnTo>
                  <a:close/>
                  <a:moveTo>
                    <a:pt x="1422009" y="1806550"/>
                  </a:moveTo>
                  <a:lnTo>
                    <a:pt x="1410812" y="1817257"/>
                  </a:lnTo>
                  <a:lnTo>
                    <a:pt x="1427896" y="1814798"/>
                  </a:lnTo>
                  <a:close/>
                  <a:moveTo>
                    <a:pt x="1344196" y="1579073"/>
                  </a:moveTo>
                  <a:lnTo>
                    <a:pt x="1302764" y="1639370"/>
                  </a:lnTo>
                  <a:lnTo>
                    <a:pt x="1293611" y="1652826"/>
                  </a:lnTo>
                  <a:close/>
                  <a:moveTo>
                    <a:pt x="607506" y="748460"/>
                  </a:moveTo>
                  <a:lnTo>
                    <a:pt x="643613" y="827155"/>
                  </a:lnTo>
                  <a:lnTo>
                    <a:pt x="626315" y="741126"/>
                  </a:lnTo>
                  <a:close/>
                  <a:moveTo>
                    <a:pt x="614608" y="738416"/>
                  </a:moveTo>
                  <a:lnTo>
                    <a:pt x="607506" y="748460"/>
                  </a:lnTo>
                  <a:lnTo>
                    <a:pt x="626315" y="741126"/>
                  </a:lnTo>
                  <a:close/>
                  <a:moveTo>
                    <a:pt x="101840" y="63817"/>
                  </a:moveTo>
                  <a:lnTo>
                    <a:pt x="16010" y="90739"/>
                  </a:lnTo>
                  <a:lnTo>
                    <a:pt x="126332" y="90919"/>
                  </a:lnTo>
                  <a:close/>
                  <a:moveTo>
                    <a:pt x="16010" y="90739"/>
                  </a:moveTo>
                  <a:lnTo>
                    <a:pt x="0" y="112444"/>
                  </a:lnTo>
                  <a:lnTo>
                    <a:pt x="126332" y="90919"/>
                  </a:lnTo>
                  <a:close/>
                  <a:moveTo>
                    <a:pt x="181148" y="17206"/>
                  </a:moveTo>
                  <a:lnTo>
                    <a:pt x="101840" y="63817"/>
                  </a:lnTo>
                  <a:lnTo>
                    <a:pt x="146916" y="52303"/>
                  </a:lnTo>
                  <a:close/>
                  <a:moveTo>
                    <a:pt x="59872" y="57639"/>
                  </a:moveTo>
                  <a:lnTo>
                    <a:pt x="101840" y="63817"/>
                  </a:lnTo>
                  <a:lnTo>
                    <a:pt x="181148" y="17206"/>
                  </a:lnTo>
                  <a:close/>
                  <a:moveTo>
                    <a:pt x="101840" y="63817"/>
                  </a:moveTo>
                  <a:lnTo>
                    <a:pt x="126332" y="90919"/>
                  </a:lnTo>
                  <a:lnTo>
                    <a:pt x="146916" y="52303"/>
                  </a:lnTo>
                  <a:close/>
                  <a:moveTo>
                    <a:pt x="234104" y="0"/>
                  </a:moveTo>
                  <a:lnTo>
                    <a:pt x="146916" y="52303"/>
                  </a:lnTo>
                  <a:lnTo>
                    <a:pt x="223871" y="13866"/>
                  </a:lnTo>
                  <a:close/>
                  <a:moveTo>
                    <a:pt x="234104" y="0"/>
                  </a:moveTo>
                  <a:lnTo>
                    <a:pt x="181148" y="17206"/>
                  </a:lnTo>
                  <a:lnTo>
                    <a:pt x="146916" y="52303"/>
                  </a:lnTo>
                  <a:close/>
                  <a:moveTo>
                    <a:pt x="1450002" y="1480809"/>
                  </a:moveTo>
                  <a:lnTo>
                    <a:pt x="1449269" y="1493738"/>
                  </a:lnTo>
                  <a:lnTo>
                    <a:pt x="1457249" y="1490658"/>
                  </a:lnTo>
                  <a:close/>
                  <a:moveTo>
                    <a:pt x="1466600" y="1493738"/>
                  </a:moveTo>
                  <a:lnTo>
                    <a:pt x="1450002" y="1480809"/>
                  </a:lnTo>
                  <a:lnTo>
                    <a:pt x="1457249" y="1490658"/>
                  </a:lnTo>
                  <a:close/>
                  <a:moveTo>
                    <a:pt x="1082592" y="727891"/>
                  </a:moveTo>
                  <a:lnTo>
                    <a:pt x="1060111" y="797581"/>
                  </a:lnTo>
                  <a:lnTo>
                    <a:pt x="1145494" y="761596"/>
                  </a:lnTo>
                  <a:close/>
                  <a:moveTo>
                    <a:pt x="1215016" y="729146"/>
                  </a:moveTo>
                  <a:lnTo>
                    <a:pt x="1082592" y="727891"/>
                  </a:lnTo>
                  <a:lnTo>
                    <a:pt x="1161957" y="759144"/>
                  </a:lnTo>
                  <a:close/>
                  <a:moveTo>
                    <a:pt x="1295632" y="660629"/>
                  </a:moveTo>
                  <a:lnTo>
                    <a:pt x="1259033" y="676929"/>
                  </a:lnTo>
                  <a:lnTo>
                    <a:pt x="1326217" y="651043"/>
                  </a:lnTo>
                  <a:close/>
                  <a:moveTo>
                    <a:pt x="1326217" y="651043"/>
                  </a:moveTo>
                  <a:lnTo>
                    <a:pt x="1259033" y="676929"/>
                  </a:lnTo>
                  <a:lnTo>
                    <a:pt x="1215016" y="729146"/>
                  </a:lnTo>
                  <a:close/>
                  <a:moveTo>
                    <a:pt x="1326217" y="651043"/>
                  </a:moveTo>
                  <a:lnTo>
                    <a:pt x="1215016" y="729146"/>
                  </a:lnTo>
                  <a:lnTo>
                    <a:pt x="1265297" y="701933"/>
                  </a:lnTo>
                  <a:close/>
                  <a:moveTo>
                    <a:pt x="1271062" y="660031"/>
                  </a:moveTo>
                  <a:lnTo>
                    <a:pt x="1259033" y="676929"/>
                  </a:lnTo>
                  <a:lnTo>
                    <a:pt x="1295632" y="66062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51" name="Candidate_density__2070">
              <a:extLst>
                <a:ext uri="{FF2B5EF4-FFF2-40B4-BE49-F238E27FC236}">
                  <a16:creationId xmlns:a16="http://schemas.microsoft.com/office/drawing/2014/main" id="{30C01C34-4ECB-2AEF-6F1C-37EFDE40FE1E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2342726" cy="3777550"/>
            </a:xfrm>
            <a:custGeom>
              <a:avLst/>
              <a:gdLst/>
              <a:ahLst/>
              <a:cxnLst/>
              <a:rect l="0" t="0" r="0" b="0"/>
              <a:pathLst>
                <a:path w="2342726" h="3777550">
                  <a:moveTo>
                    <a:pt x="365150" y="3493707"/>
                  </a:moveTo>
                  <a:lnTo>
                    <a:pt x="315743" y="3524187"/>
                  </a:lnTo>
                  <a:lnTo>
                    <a:pt x="291705" y="3580089"/>
                  </a:lnTo>
                  <a:close/>
                  <a:moveTo>
                    <a:pt x="299897" y="3377223"/>
                  </a:moveTo>
                  <a:lnTo>
                    <a:pt x="288829" y="3423560"/>
                  </a:lnTo>
                  <a:lnTo>
                    <a:pt x="353398" y="3449771"/>
                  </a:lnTo>
                  <a:close/>
                  <a:moveTo>
                    <a:pt x="755286" y="3777550"/>
                  </a:moveTo>
                  <a:lnTo>
                    <a:pt x="843375" y="3749862"/>
                  </a:lnTo>
                  <a:lnTo>
                    <a:pt x="776424" y="3701564"/>
                  </a:lnTo>
                  <a:close/>
                  <a:moveTo>
                    <a:pt x="465365" y="3589740"/>
                  </a:moveTo>
                  <a:lnTo>
                    <a:pt x="387786" y="3541653"/>
                  </a:lnTo>
                  <a:lnTo>
                    <a:pt x="389574" y="3532223"/>
                  </a:lnTo>
                  <a:close/>
                  <a:moveTo>
                    <a:pt x="353398" y="3449771"/>
                  </a:moveTo>
                  <a:lnTo>
                    <a:pt x="477259" y="3419005"/>
                  </a:lnTo>
                  <a:lnTo>
                    <a:pt x="392086" y="3379216"/>
                  </a:lnTo>
                  <a:close/>
                  <a:moveTo>
                    <a:pt x="843375" y="3749862"/>
                  </a:moveTo>
                  <a:lnTo>
                    <a:pt x="867249" y="3762483"/>
                  </a:lnTo>
                  <a:lnTo>
                    <a:pt x="871784" y="3743431"/>
                  </a:lnTo>
                  <a:close/>
                  <a:moveTo>
                    <a:pt x="871784" y="3743431"/>
                  </a:moveTo>
                  <a:lnTo>
                    <a:pt x="776424" y="3701564"/>
                  </a:lnTo>
                  <a:lnTo>
                    <a:pt x="843375" y="3749862"/>
                  </a:lnTo>
                  <a:close/>
                  <a:moveTo>
                    <a:pt x="786569" y="3652025"/>
                  </a:moveTo>
                  <a:lnTo>
                    <a:pt x="776424" y="3701564"/>
                  </a:lnTo>
                  <a:lnTo>
                    <a:pt x="871784" y="3743431"/>
                  </a:lnTo>
                  <a:close/>
                  <a:moveTo>
                    <a:pt x="860265" y="3652704"/>
                  </a:moveTo>
                  <a:lnTo>
                    <a:pt x="786569" y="3652025"/>
                  </a:lnTo>
                  <a:lnTo>
                    <a:pt x="871784" y="3743431"/>
                  </a:lnTo>
                  <a:close/>
                  <a:moveTo>
                    <a:pt x="786569" y="3652025"/>
                  </a:moveTo>
                  <a:lnTo>
                    <a:pt x="703006" y="3705720"/>
                  </a:lnTo>
                  <a:lnTo>
                    <a:pt x="776424" y="3701564"/>
                  </a:lnTo>
                  <a:close/>
                  <a:moveTo>
                    <a:pt x="786569" y="3652025"/>
                  </a:moveTo>
                  <a:lnTo>
                    <a:pt x="761667" y="3646387"/>
                  </a:lnTo>
                  <a:lnTo>
                    <a:pt x="679736" y="3578194"/>
                  </a:lnTo>
                  <a:close/>
                  <a:moveTo>
                    <a:pt x="552930" y="2920048"/>
                  </a:moveTo>
                  <a:lnTo>
                    <a:pt x="505684" y="2897866"/>
                  </a:lnTo>
                  <a:lnTo>
                    <a:pt x="515300" y="2850548"/>
                  </a:lnTo>
                  <a:close/>
                  <a:moveTo>
                    <a:pt x="202878" y="2322213"/>
                  </a:moveTo>
                  <a:lnTo>
                    <a:pt x="242642" y="2401326"/>
                  </a:lnTo>
                  <a:lnTo>
                    <a:pt x="218549" y="2363444"/>
                  </a:lnTo>
                  <a:close/>
                  <a:moveTo>
                    <a:pt x="749825" y="2781067"/>
                  </a:moveTo>
                  <a:lnTo>
                    <a:pt x="672752" y="2731795"/>
                  </a:lnTo>
                  <a:lnTo>
                    <a:pt x="742959" y="2773965"/>
                  </a:lnTo>
                  <a:close/>
                  <a:moveTo>
                    <a:pt x="763013" y="2790614"/>
                  </a:moveTo>
                  <a:lnTo>
                    <a:pt x="749825" y="2781067"/>
                  </a:lnTo>
                  <a:lnTo>
                    <a:pt x="742959" y="2773965"/>
                  </a:lnTo>
                  <a:close/>
                  <a:moveTo>
                    <a:pt x="213022" y="2313966"/>
                  </a:moveTo>
                  <a:lnTo>
                    <a:pt x="279229" y="2280675"/>
                  </a:lnTo>
                  <a:lnTo>
                    <a:pt x="239937" y="2228204"/>
                  </a:lnTo>
                  <a:close/>
                  <a:moveTo>
                    <a:pt x="35363" y="2154681"/>
                  </a:moveTo>
                  <a:lnTo>
                    <a:pt x="35545" y="2236536"/>
                  </a:lnTo>
                  <a:lnTo>
                    <a:pt x="48359" y="2126464"/>
                  </a:lnTo>
                  <a:close/>
                  <a:moveTo>
                    <a:pt x="35363" y="2154681"/>
                  </a:moveTo>
                  <a:lnTo>
                    <a:pt x="50098" y="2075746"/>
                  </a:lnTo>
                  <a:lnTo>
                    <a:pt x="54279" y="2034030"/>
                  </a:lnTo>
                  <a:close/>
                  <a:moveTo>
                    <a:pt x="35363" y="2154681"/>
                  </a:moveTo>
                  <a:lnTo>
                    <a:pt x="54279" y="2034030"/>
                  </a:lnTo>
                  <a:lnTo>
                    <a:pt x="37077" y="2072466"/>
                  </a:lnTo>
                  <a:close/>
                  <a:moveTo>
                    <a:pt x="34190" y="2016266"/>
                  </a:moveTo>
                  <a:lnTo>
                    <a:pt x="2897" y="1963241"/>
                  </a:lnTo>
                  <a:lnTo>
                    <a:pt x="54279" y="2034030"/>
                  </a:lnTo>
                  <a:close/>
                  <a:moveTo>
                    <a:pt x="0" y="1951814"/>
                  </a:moveTo>
                  <a:lnTo>
                    <a:pt x="2897" y="1963241"/>
                  </a:lnTo>
                  <a:lnTo>
                    <a:pt x="34190" y="2016266"/>
                  </a:lnTo>
                  <a:close/>
                  <a:moveTo>
                    <a:pt x="6934" y="1914361"/>
                  </a:moveTo>
                  <a:lnTo>
                    <a:pt x="2897" y="1963241"/>
                  </a:lnTo>
                  <a:lnTo>
                    <a:pt x="0" y="1951814"/>
                  </a:lnTo>
                  <a:close/>
                  <a:moveTo>
                    <a:pt x="711370" y="2751739"/>
                  </a:moveTo>
                  <a:lnTo>
                    <a:pt x="763013" y="2790614"/>
                  </a:lnTo>
                  <a:lnTo>
                    <a:pt x="742959" y="2773965"/>
                  </a:lnTo>
                  <a:close/>
                  <a:moveTo>
                    <a:pt x="825339" y="2819768"/>
                  </a:moveTo>
                  <a:lnTo>
                    <a:pt x="763013" y="2790614"/>
                  </a:lnTo>
                  <a:lnTo>
                    <a:pt x="711370" y="2751739"/>
                  </a:lnTo>
                  <a:close/>
                  <a:moveTo>
                    <a:pt x="825339" y="2819768"/>
                  </a:moveTo>
                  <a:lnTo>
                    <a:pt x="810437" y="2773965"/>
                  </a:lnTo>
                  <a:lnTo>
                    <a:pt x="763013" y="2790614"/>
                  </a:lnTo>
                  <a:close/>
                  <a:moveTo>
                    <a:pt x="839263" y="2768948"/>
                  </a:moveTo>
                  <a:lnTo>
                    <a:pt x="810437" y="2773965"/>
                  </a:lnTo>
                  <a:lnTo>
                    <a:pt x="825339" y="2819768"/>
                  </a:lnTo>
                  <a:close/>
                  <a:moveTo>
                    <a:pt x="711370" y="2751739"/>
                  </a:moveTo>
                  <a:lnTo>
                    <a:pt x="742959" y="2773965"/>
                  </a:lnTo>
                  <a:lnTo>
                    <a:pt x="672752" y="2731795"/>
                  </a:lnTo>
                  <a:close/>
                  <a:moveTo>
                    <a:pt x="252416" y="2181846"/>
                  </a:moveTo>
                  <a:lnTo>
                    <a:pt x="239937" y="2228204"/>
                  </a:lnTo>
                  <a:lnTo>
                    <a:pt x="331315" y="2160023"/>
                  </a:lnTo>
                  <a:close/>
                  <a:moveTo>
                    <a:pt x="252416" y="2181846"/>
                  </a:moveTo>
                  <a:lnTo>
                    <a:pt x="312566" y="2093446"/>
                  </a:lnTo>
                  <a:lnTo>
                    <a:pt x="227883" y="2101699"/>
                  </a:lnTo>
                  <a:close/>
                  <a:moveTo>
                    <a:pt x="227883" y="2101699"/>
                  </a:moveTo>
                  <a:lnTo>
                    <a:pt x="275106" y="2023808"/>
                  </a:lnTo>
                  <a:lnTo>
                    <a:pt x="224797" y="2004116"/>
                  </a:lnTo>
                  <a:close/>
                  <a:moveTo>
                    <a:pt x="0" y="1951814"/>
                  </a:moveTo>
                  <a:lnTo>
                    <a:pt x="23247" y="1846604"/>
                  </a:lnTo>
                  <a:lnTo>
                    <a:pt x="6934" y="1914361"/>
                  </a:lnTo>
                  <a:close/>
                  <a:moveTo>
                    <a:pt x="27174" y="1831163"/>
                  </a:moveTo>
                  <a:lnTo>
                    <a:pt x="23247" y="1846604"/>
                  </a:lnTo>
                  <a:lnTo>
                    <a:pt x="0" y="1951814"/>
                  </a:lnTo>
                  <a:close/>
                  <a:moveTo>
                    <a:pt x="637943" y="2411066"/>
                  </a:moveTo>
                  <a:lnTo>
                    <a:pt x="580758" y="2451303"/>
                  </a:lnTo>
                  <a:lnTo>
                    <a:pt x="636307" y="2406669"/>
                  </a:lnTo>
                  <a:close/>
                  <a:moveTo>
                    <a:pt x="349072" y="1957156"/>
                  </a:moveTo>
                  <a:lnTo>
                    <a:pt x="348574" y="1925315"/>
                  </a:lnTo>
                  <a:lnTo>
                    <a:pt x="345859" y="1966287"/>
                  </a:lnTo>
                  <a:close/>
                  <a:moveTo>
                    <a:pt x="370569" y="2039372"/>
                  </a:moveTo>
                  <a:lnTo>
                    <a:pt x="345859" y="1966287"/>
                  </a:lnTo>
                  <a:lnTo>
                    <a:pt x="364026" y="2051610"/>
                  </a:lnTo>
                  <a:close/>
                  <a:moveTo>
                    <a:pt x="370569" y="2039372"/>
                  </a:moveTo>
                  <a:lnTo>
                    <a:pt x="349072" y="1957156"/>
                  </a:lnTo>
                  <a:lnTo>
                    <a:pt x="345859" y="1966287"/>
                  </a:lnTo>
                  <a:close/>
                  <a:moveTo>
                    <a:pt x="1246842" y="2624126"/>
                  </a:moveTo>
                  <a:lnTo>
                    <a:pt x="1258036" y="2710362"/>
                  </a:lnTo>
                  <a:lnTo>
                    <a:pt x="1249737" y="2702435"/>
                  </a:lnTo>
                  <a:close/>
                  <a:moveTo>
                    <a:pt x="1895064" y="3157288"/>
                  </a:moveTo>
                  <a:lnTo>
                    <a:pt x="1893939" y="3156365"/>
                  </a:lnTo>
                  <a:lnTo>
                    <a:pt x="1830766" y="3135375"/>
                  </a:lnTo>
                  <a:close/>
                  <a:moveTo>
                    <a:pt x="952471" y="2080838"/>
                  </a:moveTo>
                  <a:lnTo>
                    <a:pt x="960730" y="2088492"/>
                  </a:lnTo>
                  <a:lnTo>
                    <a:pt x="995766" y="2101753"/>
                  </a:lnTo>
                  <a:close/>
                  <a:moveTo>
                    <a:pt x="932413" y="2069296"/>
                  </a:moveTo>
                  <a:lnTo>
                    <a:pt x="960730" y="2088492"/>
                  </a:lnTo>
                  <a:lnTo>
                    <a:pt x="952471" y="2080838"/>
                  </a:lnTo>
                  <a:close/>
                  <a:moveTo>
                    <a:pt x="686772" y="1880283"/>
                  </a:moveTo>
                  <a:lnTo>
                    <a:pt x="698590" y="1962499"/>
                  </a:lnTo>
                  <a:lnTo>
                    <a:pt x="691680" y="1866917"/>
                  </a:lnTo>
                  <a:close/>
                  <a:moveTo>
                    <a:pt x="529233" y="1595201"/>
                  </a:moveTo>
                  <a:lnTo>
                    <a:pt x="493069" y="1606923"/>
                  </a:lnTo>
                  <a:lnTo>
                    <a:pt x="555415" y="1710944"/>
                  </a:lnTo>
                  <a:close/>
                  <a:moveTo>
                    <a:pt x="543484" y="1512987"/>
                  </a:moveTo>
                  <a:lnTo>
                    <a:pt x="496401" y="1553754"/>
                  </a:lnTo>
                  <a:lnTo>
                    <a:pt x="550689" y="1520579"/>
                  </a:lnTo>
                  <a:close/>
                  <a:moveTo>
                    <a:pt x="529233" y="1595201"/>
                  </a:moveTo>
                  <a:lnTo>
                    <a:pt x="562307" y="1521506"/>
                  </a:lnTo>
                  <a:lnTo>
                    <a:pt x="550689" y="1520579"/>
                  </a:lnTo>
                  <a:close/>
                  <a:moveTo>
                    <a:pt x="1997746" y="3133688"/>
                  </a:moveTo>
                  <a:lnTo>
                    <a:pt x="1984901" y="3217802"/>
                  </a:lnTo>
                  <a:lnTo>
                    <a:pt x="2071285" y="3234587"/>
                  </a:lnTo>
                  <a:close/>
                  <a:moveTo>
                    <a:pt x="1895064" y="3157288"/>
                  </a:moveTo>
                  <a:lnTo>
                    <a:pt x="1984901" y="3217802"/>
                  </a:lnTo>
                  <a:lnTo>
                    <a:pt x="1997746" y="3133688"/>
                  </a:lnTo>
                  <a:close/>
                  <a:moveTo>
                    <a:pt x="1997746" y="3133688"/>
                  </a:moveTo>
                  <a:lnTo>
                    <a:pt x="1893939" y="3156365"/>
                  </a:lnTo>
                  <a:lnTo>
                    <a:pt x="1895064" y="3157288"/>
                  </a:lnTo>
                  <a:close/>
                  <a:moveTo>
                    <a:pt x="1913649" y="3041374"/>
                  </a:moveTo>
                  <a:lnTo>
                    <a:pt x="1893939" y="3156365"/>
                  </a:lnTo>
                  <a:lnTo>
                    <a:pt x="1997746" y="3133688"/>
                  </a:lnTo>
                  <a:close/>
                  <a:moveTo>
                    <a:pt x="1350732" y="2395317"/>
                  </a:moveTo>
                  <a:lnTo>
                    <a:pt x="1284577" y="2417353"/>
                  </a:lnTo>
                  <a:lnTo>
                    <a:pt x="1366425" y="2482650"/>
                  </a:lnTo>
                  <a:close/>
                  <a:moveTo>
                    <a:pt x="1366425" y="2482650"/>
                  </a:moveTo>
                  <a:lnTo>
                    <a:pt x="1284577" y="2417353"/>
                  </a:lnTo>
                  <a:lnTo>
                    <a:pt x="1303963" y="2407286"/>
                  </a:lnTo>
                  <a:close/>
                  <a:moveTo>
                    <a:pt x="1121857" y="2005079"/>
                  </a:moveTo>
                  <a:lnTo>
                    <a:pt x="1067566" y="2003881"/>
                  </a:lnTo>
                  <a:lnTo>
                    <a:pt x="1174501" y="2050056"/>
                  </a:lnTo>
                  <a:close/>
                  <a:moveTo>
                    <a:pt x="496401" y="1553754"/>
                  </a:moveTo>
                  <a:lnTo>
                    <a:pt x="543484" y="1512987"/>
                  </a:lnTo>
                  <a:lnTo>
                    <a:pt x="507230" y="1495318"/>
                  </a:lnTo>
                  <a:close/>
                  <a:moveTo>
                    <a:pt x="507230" y="1495318"/>
                  </a:moveTo>
                  <a:lnTo>
                    <a:pt x="543484" y="1512987"/>
                  </a:lnTo>
                  <a:lnTo>
                    <a:pt x="477665" y="1483703"/>
                  </a:lnTo>
                  <a:close/>
                  <a:moveTo>
                    <a:pt x="1091156" y="1967841"/>
                  </a:moveTo>
                  <a:lnTo>
                    <a:pt x="1067566" y="2003881"/>
                  </a:lnTo>
                  <a:lnTo>
                    <a:pt x="1121857" y="2005079"/>
                  </a:lnTo>
                  <a:close/>
                  <a:moveTo>
                    <a:pt x="102198" y="816829"/>
                  </a:moveTo>
                  <a:lnTo>
                    <a:pt x="104507" y="740119"/>
                  </a:lnTo>
                  <a:lnTo>
                    <a:pt x="113165" y="833172"/>
                  </a:lnTo>
                  <a:close/>
                  <a:moveTo>
                    <a:pt x="102198" y="816829"/>
                  </a:moveTo>
                  <a:lnTo>
                    <a:pt x="99786" y="734615"/>
                  </a:lnTo>
                  <a:lnTo>
                    <a:pt x="104507" y="740119"/>
                  </a:lnTo>
                  <a:close/>
                  <a:moveTo>
                    <a:pt x="1557096" y="2461132"/>
                  </a:moveTo>
                  <a:lnTo>
                    <a:pt x="1595200" y="2422695"/>
                  </a:lnTo>
                  <a:lnTo>
                    <a:pt x="1537827" y="2445695"/>
                  </a:lnTo>
                  <a:close/>
                  <a:moveTo>
                    <a:pt x="1395674" y="2378916"/>
                  </a:moveTo>
                  <a:lnTo>
                    <a:pt x="1458560" y="2427985"/>
                  </a:lnTo>
                  <a:lnTo>
                    <a:pt x="1484924" y="2346813"/>
                  </a:lnTo>
                  <a:close/>
                  <a:moveTo>
                    <a:pt x="1458560" y="2427985"/>
                  </a:moveTo>
                  <a:lnTo>
                    <a:pt x="1553185" y="2340480"/>
                  </a:lnTo>
                  <a:lnTo>
                    <a:pt x="1484924" y="2346813"/>
                  </a:lnTo>
                  <a:close/>
                  <a:moveTo>
                    <a:pt x="1537827" y="2445695"/>
                  </a:moveTo>
                  <a:lnTo>
                    <a:pt x="1576025" y="2373309"/>
                  </a:lnTo>
                  <a:lnTo>
                    <a:pt x="1458560" y="2427985"/>
                  </a:lnTo>
                  <a:close/>
                  <a:moveTo>
                    <a:pt x="1513041" y="2258265"/>
                  </a:moveTo>
                  <a:lnTo>
                    <a:pt x="1485481" y="2313436"/>
                  </a:lnTo>
                  <a:lnTo>
                    <a:pt x="1534943" y="2266649"/>
                  </a:lnTo>
                  <a:close/>
                  <a:moveTo>
                    <a:pt x="1534943" y="2266649"/>
                  </a:moveTo>
                  <a:lnTo>
                    <a:pt x="1485481" y="2313436"/>
                  </a:lnTo>
                  <a:lnTo>
                    <a:pt x="1484924" y="2346813"/>
                  </a:lnTo>
                  <a:close/>
                  <a:moveTo>
                    <a:pt x="1132297" y="1951256"/>
                  </a:moveTo>
                  <a:lnTo>
                    <a:pt x="1121857" y="2005079"/>
                  </a:lnTo>
                  <a:lnTo>
                    <a:pt x="1224805" y="1929404"/>
                  </a:lnTo>
                  <a:close/>
                  <a:moveTo>
                    <a:pt x="1224805" y="1929404"/>
                  </a:moveTo>
                  <a:lnTo>
                    <a:pt x="1121857" y="2005079"/>
                  </a:lnTo>
                  <a:lnTo>
                    <a:pt x="1174501" y="2050056"/>
                  </a:lnTo>
                  <a:close/>
                  <a:moveTo>
                    <a:pt x="1224805" y="1929404"/>
                  </a:moveTo>
                  <a:lnTo>
                    <a:pt x="1174501" y="2050056"/>
                  </a:lnTo>
                  <a:lnTo>
                    <a:pt x="1208543" y="2011620"/>
                  </a:lnTo>
                  <a:close/>
                  <a:moveTo>
                    <a:pt x="1091156" y="1967841"/>
                  </a:moveTo>
                  <a:lnTo>
                    <a:pt x="1121857" y="2005079"/>
                  </a:lnTo>
                  <a:lnTo>
                    <a:pt x="1132297" y="1951256"/>
                  </a:lnTo>
                  <a:close/>
                  <a:moveTo>
                    <a:pt x="1018248" y="1885626"/>
                  </a:moveTo>
                  <a:lnTo>
                    <a:pt x="1132297" y="1951256"/>
                  </a:lnTo>
                  <a:lnTo>
                    <a:pt x="1069569" y="1873041"/>
                  </a:lnTo>
                  <a:close/>
                  <a:moveTo>
                    <a:pt x="1091156" y="1967841"/>
                  </a:moveTo>
                  <a:lnTo>
                    <a:pt x="1132297" y="1951256"/>
                  </a:lnTo>
                  <a:lnTo>
                    <a:pt x="1018248" y="1885626"/>
                  </a:lnTo>
                  <a:close/>
                  <a:moveTo>
                    <a:pt x="1202572" y="1854623"/>
                  </a:moveTo>
                  <a:lnTo>
                    <a:pt x="1138980" y="1853897"/>
                  </a:lnTo>
                  <a:lnTo>
                    <a:pt x="1132297" y="1951256"/>
                  </a:lnTo>
                  <a:close/>
                  <a:moveTo>
                    <a:pt x="1224805" y="1929404"/>
                  </a:moveTo>
                  <a:lnTo>
                    <a:pt x="1230809" y="1918575"/>
                  </a:lnTo>
                  <a:lnTo>
                    <a:pt x="1202572" y="1854623"/>
                  </a:lnTo>
                  <a:close/>
                  <a:moveTo>
                    <a:pt x="1132297" y="1951256"/>
                  </a:moveTo>
                  <a:lnTo>
                    <a:pt x="1224805" y="1929404"/>
                  </a:lnTo>
                  <a:lnTo>
                    <a:pt x="1202572" y="1854623"/>
                  </a:lnTo>
                  <a:close/>
                  <a:moveTo>
                    <a:pt x="1230809" y="1918575"/>
                  </a:moveTo>
                  <a:lnTo>
                    <a:pt x="1238561" y="1929404"/>
                  </a:lnTo>
                  <a:lnTo>
                    <a:pt x="1202572" y="1854623"/>
                  </a:lnTo>
                  <a:close/>
                  <a:moveTo>
                    <a:pt x="1319147" y="1970198"/>
                  </a:moveTo>
                  <a:lnTo>
                    <a:pt x="1283278" y="1949695"/>
                  </a:lnTo>
                  <a:lnTo>
                    <a:pt x="1238561" y="1929404"/>
                  </a:lnTo>
                  <a:close/>
                  <a:moveTo>
                    <a:pt x="749878" y="1271684"/>
                  </a:moveTo>
                  <a:lnTo>
                    <a:pt x="660429" y="1310120"/>
                  </a:lnTo>
                  <a:lnTo>
                    <a:pt x="768917" y="1353899"/>
                  </a:lnTo>
                  <a:close/>
                  <a:moveTo>
                    <a:pt x="402546" y="987643"/>
                  </a:moveTo>
                  <a:lnTo>
                    <a:pt x="337910" y="971828"/>
                  </a:lnTo>
                  <a:lnTo>
                    <a:pt x="390700" y="1006808"/>
                  </a:lnTo>
                  <a:close/>
                  <a:moveTo>
                    <a:pt x="402546" y="987643"/>
                  </a:moveTo>
                  <a:lnTo>
                    <a:pt x="390700" y="1006808"/>
                  </a:lnTo>
                  <a:lnTo>
                    <a:pt x="461920" y="994431"/>
                  </a:lnTo>
                  <a:close/>
                  <a:moveTo>
                    <a:pt x="315759" y="889744"/>
                  </a:moveTo>
                  <a:lnTo>
                    <a:pt x="337910" y="971828"/>
                  </a:lnTo>
                  <a:lnTo>
                    <a:pt x="394963" y="981260"/>
                  </a:lnTo>
                  <a:close/>
                  <a:moveTo>
                    <a:pt x="768917" y="1353899"/>
                  </a:moveTo>
                  <a:lnTo>
                    <a:pt x="768838" y="1364320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2045" y="3043685"/>
                  </a:lnTo>
                  <a:lnTo>
                    <a:pt x="2333602" y="3039954"/>
                  </a:lnTo>
                  <a:close/>
                  <a:moveTo>
                    <a:pt x="2259798" y="3080416"/>
                  </a:moveTo>
                  <a:lnTo>
                    <a:pt x="2332045" y="3043685"/>
                  </a:lnTo>
                  <a:lnTo>
                    <a:pt x="2258323" y="2959764"/>
                  </a:lnTo>
                  <a:close/>
                  <a:moveTo>
                    <a:pt x="2258323" y="2959764"/>
                  </a:moveTo>
                  <a:lnTo>
                    <a:pt x="2231503" y="2936881"/>
                  </a:lnTo>
                  <a:lnTo>
                    <a:pt x="2177198" y="2949048"/>
                  </a:lnTo>
                  <a:close/>
                  <a:moveTo>
                    <a:pt x="2178758" y="2877549"/>
                  </a:moveTo>
                  <a:lnTo>
                    <a:pt x="2177198" y="2949048"/>
                  </a:lnTo>
                  <a:lnTo>
                    <a:pt x="2231503" y="2936881"/>
                  </a:lnTo>
                  <a:close/>
                  <a:moveTo>
                    <a:pt x="1740325" y="2384258"/>
                  </a:moveTo>
                  <a:lnTo>
                    <a:pt x="1674665" y="2313742"/>
                  </a:lnTo>
                  <a:lnTo>
                    <a:pt x="1701631" y="2349069"/>
                  </a:lnTo>
                  <a:close/>
                  <a:moveTo>
                    <a:pt x="1485481" y="2313436"/>
                  </a:moveTo>
                  <a:lnTo>
                    <a:pt x="1513041" y="2258265"/>
                  </a:lnTo>
                  <a:lnTo>
                    <a:pt x="1514298" y="2222841"/>
                  </a:lnTo>
                  <a:close/>
                  <a:moveTo>
                    <a:pt x="1654849" y="2229760"/>
                  </a:moveTo>
                  <a:lnTo>
                    <a:pt x="1577469" y="2258265"/>
                  </a:lnTo>
                  <a:lnTo>
                    <a:pt x="1564382" y="2329774"/>
                  </a:lnTo>
                  <a:close/>
                  <a:moveTo>
                    <a:pt x="1674665" y="2313742"/>
                  </a:moveTo>
                  <a:lnTo>
                    <a:pt x="1654849" y="2229760"/>
                  </a:lnTo>
                  <a:lnTo>
                    <a:pt x="1570268" y="2338022"/>
                  </a:lnTo>
                  <a:close/>
                  <a:moveTo>
                    <a:pt x="1654849" y="2229760"/>
                  </a:moveTo>
                  <a:lnTo>
                    <a:pt x="1674665" y="2313742"/>
                  </a:lnTo>
                  <a:lnTo>
                    <a:pt x="1739672" y="2221392"/>
                  </a:lnTo>
                  <a:close/>
                  <a:moveTo>
                    <a:pt x="1532945" y="2212239"/>
                  </a:moveTo>
                  <a:lnTo>
                    <a:pt x="1530688" y="2219829"/>
                  </a:lnTo>
                  <a:lnTo>
                    <a:pt x="1516247" y="2213261"/>
                  </a:lnTo>
                  <a:close/>
                  <a:moveTo>
                    <a:pt x="1514298" y="2222841"/>
                  </a:moveTo>
                  <a:lnTo>
                    <a:pt x="1513041" y="2258265"/>
                  </a:lnTo>
                  <a:lnTo>
                    <a:pt x="1532945" y="2212239"/>
                  </a:lnTo>
                  <a:close/>
                  <a:moveTo>
                    <a:pt x="1532945" y="2212239"/>
                  </a:moveTo>
                  <a:lnTo>
                    <a:pt x="1577469" y="2258265"/>
                  </a:lnTo>
                  <a:lnTo>
                    <a:pt x="1665294" y="2213208"/>
                  </a:lnTo>
                  <a:close/>
                  <a:moveTo>
                    <a:pt x="1294053" y="1939829"/>
                  </a:moveTo>
                  <a:lnTo>
                    <a:pt x="1237062" y="1926675"/>
                  </a:lnTo>
                  <a:lnTo>
                    <a:pt x="1224805" y="1929404"/>
                  </a:lnTo>
                  <a:close/>
                  <a:moveTo>
                    <a:pt x="1238561" y="1929404"/>
                  </a:moveTo>
                  <a:lnTo>
                    <a:pt x="1237062" y="1926675"/>
                  </a:lnTo>
                  <a:lnTo>
                    <a:pt x="1319147" y="1970198"/>
                  </a:lnTo>
                  <a:close/>
                  <a:moveTo>
                    <a:pt x="1237062" y="1926675"/>
                  </a:moveTo>
                  <a:lnTo>
                    <a:pt x="1230809" y="1918575"/>
                  </a:lnTo>
                  <a:lnTo>
                    <a:pt x="1224805" y="1929404"/>
                  </a:lnTo>
                  <a:close/>
                  <a:moveTo>
                    <a:pt x="1237062" y="1926675"/>
                  </a:moveTo>
                  <a:lnTo>
                    <a:pt x="1238561" y="1929404"/>
                  </a:lnTo>
                  <a:lnTo>
                    <a:pt x="1230809" y="1918575"/>
                  </a:lnTo>
                  <a:close/>
                  <a:moveTo>
                    <a:pt x="783482" y="1360723"/>
                  </a:moveTo>
                  <a:lnTo>
                    <a:pt x="785986" y="1350379"/>
                  </a:lnTo>
                  <a:lnTo>
                    <a:pt x="768917" y="1353899"/>
                  </a:lnTo>
                  <a:close/>
                  <a:moveTo>
                    <a:pt x="901944" y="1316699"/>
                  </a:moveTo>
                  <a:lnTo>
                    <a:pt x="783482" y="1360723"/>
                  </a:lnTo>
                  <a:lnTo>
                    <a:pt x="864753" y="1385927"/>
                  </a:lnTo>
                  <a:close/>
                  <a:moveTo>
                    <a:pt x="901944" y="1316699"/>
                  </a:moveTo>
                  <a:lnTo>
                    <a:pt x="785986" y="1350379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3602" y="3039954"/>
                  </a:lnTo>
                  <a:lnTo>
                    <a:pt x="2342726" y="2934909"/>
                  </a:lnTo>
                  <a:close/>
                  <a:moveTo>
                    <a:pt x="2258323" y="2959764"/>
                  </a:moveTo>
                  <a:lnTo>
                    <a:pt x="2342726" y="2934909"/>
                  </a:lnTo>
                  <a:lnTo>
                    <a:pt x="2231503" y="2936881"/>
                  </a:lnTo>
                  <a:close/>
                  <a:moveTo>
                    <a:pt x="2227249" y="2839113"/>
                  </a:moveTo>
                  <a:lnTo>
                    <a:pt x="2231503" y="2936881"/>
                  </a:lnTo>
                  <a:lnTo>
                    <a:pt x="2277733" y="2894528"/>
                  </a:lnTo>
                  <a:close/>
                  <a:moveTo>
                    <a:pt x="2227249" y="2839113"/>
                  </a:moveTo>
                  <a:lnTo>
                    <a:pt x="2178758" y="2877549"/>
                  </a:lnTo>
                  <a:lnTo>
                    <a:pt x="2231503" y="2936881"/>
                  </a:lnTo>
                  <a:close/>
                  <a:moveTo>
                    <a:pt x="1551987" y="2068233"/>
                  </a:moveTo>
                  <a:lnTo>
                    <a:pt x="1608973" y="2016962"/>
                  </a:lnTo>
                  <a:lnTo>
                    <a:pt x="1680311" y="2054152"/>
                  </a:lnTo>
                  <a:close/>
                  <a:moveTo>
                    <a:pt x="1551987" y="2068233"/>
                  </a:moveTo>
                  <a:lnTo>
                    <a:pt x="1680311" y="2054152"/>
                  </a:lnTo>
                  <a:lnTo>
                    <a:pt x="1624922" y="2062266"/>
                  </a:lnTo>
                  <a:close/>
                  <a:moveTo>
                    <a:pt x="1750186" y="2036745"/>
                  </a:moveTo>
                  <a:lnTo>
                    <a:pt x="1624922" y="2062266"/>
                  </a:lnTo>
                  <a:lnTo>
                    <a:pt x="1680311" y="2054152"/>
                  </a:lnTo>
                  <a:close/>
                  <a:moveTo>
                    <a:pt x="1845674" y="2115103"/>
                  </a:moveTo>
                  <a:lnTo>
                    <a:pt x="1790225" y="2080201"/>
                  </a:lnTo>
                  <a:lnTo>
                    <a:pt x="1821616" y="2088610"/>
                  </a:lnTo>
                  <a:close/>
                  <a:moveTo>
                    <a:pt x="1608973" y="2016962"/>
                  </a:moveTo>
                  <a:lnTo>
                    <a:pt x="1736077" y="2063630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50186" y="2036745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90225" y="2080201"/>
                  </a:lnTo>
                  <a:lnTo>
                    <a:pt x="1750186" y="2036745"/>
                  </a:lnTo>
                  <a:close/>
                  <a:moveTo>
                    <a:pt x="1790225" y="2080201"/>
                  </a:moveTo>
                  <a:lnTo>
                    <a:pt x="1814664" y="2099177"/>
                  </a:lnTo>
                  <a:lnTo>
                    <a:pt x="1750186" y="2036745"/>
                  </a:lnTo>
                  <a:close/>
                  <a:moveTo>
                    <a:pt x="1617539" y="1934746"/>
                  </a:moveTo>
                  <a:lnTo>
                    <a:pt x="1658211" y="1971525"/>
                  </a:lnTo>
                  <a:lnTo>
                    <a:pt x="1643900" y="1896310"/>
                  </a:lnTo>
                  <a:close/>
                  <a:moveTo>
                    <a:pt x="803885" y="948165"/>
                  </a:moveTo>
                  <a:lnTo>
                    <a:pt x="825015" y="1030380"/>
                  </a:lnTo>
                  <a:lnTo>
                    <a:pt x="818884" y="923264"/>
                  </a:lnTo>
                  <a:close/>
                  <a:moveTo>
                    <a:pt x="780214" y="918104"/>
                  </a:moveTo>
                  <a:lnTo>
                    <a:pt x="803885" y="948165"/>
                  </a:lnTo>
                  <a:lnTo>
                    <a:pt x="818884" y="923264"/>
                  </a:lnTo>
                  <a:close/>
                  <a:moveTo>
                    <a:pt x="1955859" y="2106227"/>
                  </a:moveTo>
                  <a:lnTo>
                    <a:pt x="1981841" y="2130351"/>
                  </a:lnTo>
                  <a:lnTo>
                    <a:pt x="1895882" y="2087621"/>
                  </a:lnTo>
                  <a:close/>
                  <a:moveTo>
                    <a:pt x="1736556" y="1762964"/>
                  </a:moveTo>
                  <a:lnTo>
                    <a:pt x="1792237" y="1763562"/>
                  </a:lnTo>
                  <a:lnTo>
                    <a:pt x="1707076" y="1723818"/>
                  </a:lnTo>
                  <a:close/>
                  <a:moveTo>
                    <a:pt x="1736556" y="1762964"/>
                  </a:moveTo>
                  <a:lnTo>
                    <a:pt x="1803109" y="1769450"/>
                  </a:lnTo>
                  <a:lnTo>
                    <a:pt x="1792237" y="1763562"/>
                  </a:lnTo>
                  <a:close/>
                  <a:moveTo>
                    <a:pt x="1200201" y="855629"/>
                  </a:moveTo>
                  <a:lnTo>
                    <a:pt x="1313141" y="915071"/>
                  </a:lnTo>
                  <a:lnTo>
                    <a:pt x="1233360" y="852100"/>
                  </a:lnTo>
                  <a:close/>
                  <a:moveTo>
                    <a:pt x="1200201" y="855629"/>
                  </a:moveTo>
                  <a:lnTo>
                    <a:pt x="1305693" y="930549"/>
                  </a:lnTo>
                  <a:lnTo>
                    <a:pt x="1313141" y="915071"/>
                  </a:lnTo>
                  <a:close/>
                  <a:moveTo>
                    <a:pt x="1523969" y="1166121"/>
                  </a:moveTo>
                  <a:lnTo>
                    <a:pt x="1608572" y="1205495"/>
                  </a:lnTo>
                  <a:lnTo>
                    <a:pt x="1541510" y="1168251"/>
                  </a:lnTo>
                  <a:close/>
                  <a:moveTo>
                    <a:pt x="1585873" y="924044"/>
                  </a:moveTo>
                  <a:lnTo>
                    <a:pt x="1516523" y="838198"/>
                  </a:lnTo>
                  <a:lnTo>
                    <a:pt x="1491698" y="839923"/>
                  </a:lnTo>
                  <a:close/>
                  <a:moveTo>
                    <a:pt x="1255497" y="410306"/>
                  </a:moveTo>
                  <a:lnTo>
                    <a:pt x="1340203" y="388686"/>
                  </a:lnTo>
                  <a:lnTo>
                    <a:pt x="1265319" y="325982"/>
                  </a:lnTo>
                  <a:close/>
                  <a:moveTo>
                    <a:pt x="1272236" y="296605"/>
                  </a:moveTo>
                  <a:lnTo>
                    <a:pt x="1265319" y="325982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354332" y="164931"/>
                  </a:lnTo>
                  <a:lnTo>
                    <a:pt x="1319360" y="118701"/>
                  </a:lnTo>
                  <a:close/>
                  <a:moveTo>
                    <a:pt x="1275476" y="193879"/>
                  </a:moveTo>
                  <a:lnTo>
                    <a:pt x="1336329" y="185819"/>
                  </a:lnTo>
                  <a:lnTo>
                    <a:pt x="1319360" y="118701"/>
                  </a:lnTo>
                  <a:close/>
                  <a:moveTo>
                    <a:pt x="1237542" y="6926"/>
                  </a:moveTo>
                  <a:lnTo>
                    <a:pt x="1111461" y="29394"/>
                  </a:lnTo>
                  <a:lnTo>
                    <a:pt x="1161158" y="0"/>
                  </a:lnTo>
                  <a:close/>
                  <a:moveTo>
                    <a:pt x="1623887" y="492771"/>
                  </a:moveTo>
                  <a:lnTo>
                    <a:pt x="1670400" y="510684"/>
                  </a:lnTo>
                  <a:lnTo>
                    <a:pt x="1587773" y="480412"/>
                  </a:lnTo>
                  <a:close/>
                  <a:moveTo>
                    <a:pt x="1623887" y="492771"/>
                  </a:moveTo>
                  <a:lnTo>
                    <a:pt x="1682190" y="505964"/>
                  </a:lnTo>
                  <a:lnTo>
                    <a:pt x="1670400" y="510684"/>
                  </a:lnTo>
                  <a:close/>
                  <a:moveTo>
                    <a:pt x="1184182" y="7322"/>
                  </a:moveTo>
                  <a:lnTo>
                    <a:pt x="1249310" y="14967"/>
                  </a:lnTo>
                  <a:lnTo>
                    <a:pt x="1237542" y="692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52" name="Candidate_density__2071">
              <a:extLst>
                <a:ext uri="{FF2B5EF4-FFF2-40B4-BE49-F238E27FC236}">
                  <a16:creationId xmlns:a16="http://schemas.microsoft.com/office/drawing/2014/main" id="{2662525B-A67E-F238-BFB4-CAC0858DC40D}"/>
                </a:ext>
              </a:extLst>
            </p:cNvPr>
            <p:cNvSpPr>
              <a:spLocks noGrp="1"/>
            </p:cNvSpPr>
            <p:nvPr/>
          </p:nvSpPr>
          <p:spPr>
            <a:xfrm>
              <a:off x="4301970" y="1513708"/>
              <a:ext cx="2395554" cy="3770623"/>
            </a:xfrm>
            <a:custGeom>
              <a:avLst/>
              <a:gdLst/>
              <a:ahLst/>
              <a:cxnLst/>
              <a:rect l="0" t="0" r="0" b="0"/>
              <a:pathLst>
                <a:path w="2395554" h="3770623">
                  <a:moveTo>
                    <a:pt x="362253" y="3486780"/>
                  </a:moveTo>
                  <a:lnTo>
                    <a:pt x="384889" y="3534727"/>
                  </a:lnTo>
                  <a:lnTo>
                    <a:pt x="312846" y="3517260"/>
                  </a:lnTo>
                  <a:close/>
                  <a:moveTo>
                    <a:pt x="654327" y="3742821"/>
                  </a:moveTo>
                  <a:lnTo>
                    <a:pt x="752389" y="3770623"/>
                  </a:lnTo>
                  <a:lnTo>
                    <a:pt x="773528" y="3694638"/>
                  </a:lnTo>
                  <a:close/>
                  <a:moveTo>
                    <a:pt x="654327" y="3742821"/>
                  </a:moveTo>
                  <a:lnTo>
                    <a:pt x="773528" y="3694638"/>
                  </a:lnTo>
                  <a:lnTo>
                    <a:pt x="700109" y="3698794"/>
                  </a:lnTo>
                  <a:close/>
                  <a:moveTo>
                    <a:pt x="783672" y="3645098"/>
                  </a:moveTo>
                  <a:lnTo>
                    <a:pt x="715829" y="3639662"/>
                  </a:lnTo>
                  <a:lnTo>
                    <a:pt x="700109" y="3698794"/>
                  </a:lnTo>
                  <a:close/>
                  <a:moveTo>
                    <a:pt x="715829" y="3639662"/>
                  </a:moveTo>
                  <a:lnTo>
                    <a:pt x="783672" y="3645098"/>
                  </a:lnTo>
                  <a:lnTo>
                    <a:pt x="676840" y="3571268"/>
                  </a:lnTo>
                  <a:close/>
                  <a:moveTo>
                    <a:pt x="151312" y="2312185"/>
                  </a:moveTo>
                  <a:lnTo>
                    <a:pt x="199981" y="2315286"/>
                  </a:lnTo>
                  <a:lnTo>
                    <a:pt x="215653" y="2356517"/>
                  </a:lnTo>
                  <a:close/>
                  <a:moveTo>
                    <a:pt x="32654" y="2229970"/>
                  </a:moveTo>
                  <a:lnTo>
                    <a:pt x="32700" y="2230007"/>
                  </a:lnTo>
                  <a:lnTo>
                    <a:pt x="32787" y="2230126"/>
                  </a:lnTo>
                  <a:close/>
                  <a:moveTo>
                    <a:pt x="32648" y="2229609"/>
                  </a:moveTo>
                  <a:lnTo>
                    <a:pt x="32700" y="2230007"/>
                  </a:lnTo>
                  <a:lnTo>
                    <a:pt x="32654" y="2229970"/>
                  </a:lnTo>
                  <a:close/>
                  <a:moveTo>
                    <a:pt x="128593" y="2309671"/>
                  </a:moveTo>
                  <a:lnTo>
                    <a:pt x="32787" y="2230126"/>
                  </a:lnTo>
                  <a:lnTo>
                    <a:pt x="32700" y="2230007"/>
                  </a:lnTo>
                  <a:close/>
                  <a:moveTo>
                    <a:pt x="32700" y="2230007"/>
                  </a:moveTo>
                  <a:lnTo>
                    <a:pt x="32648" y="2229609"/>
                  </a:lnTo>
                  <a:lnTo>
                    <a:pt x="53599" y="2173516"/>
                  </a:lnTo>
                  <a:close/>
                  <a:moveTo>
                    <a:pt x="215653" y="2356517"/>
                  </a:moveTo>
                  <a:lnTo>
                    <a:pt x="210125" y="2307039"/>
                  </a:lnTo>
                  <a:lnTo>
                    <a:pt x="151312" y="2312185"/>
                  </a:lnTo>
                  <a:close/>
                  <a:moveTo>
                    <a:pt x="151312" y="2312185"/>
                  </a:moveTo>
                  <a:lnTo>
                    <a:pt x="210125" y="2307039"/>
                  </a:lnTo>
                  <a:lnTo>
                    <a:pt x="237040" y="2221277"/>
                  </a:lnTo>
                  <a:close/>
                  <a:moveTo>
                    <a:pt x="32654" y="2229970"/>
                  </a:moveTo>
                  <a:lnTo>
                    <a:pt x="45463" y="2119538"/>
                  </a:lnTo>
                  <a:lnTo>
                    <a:pt x="32648" y="2229609"/>
                  </a:lnTo>
                  <a:close/>
                  <a:moveTo>
                    <a:pt x="51382" y="2027103"/>
                  </a:moveTo>
                  <a:lnTo>
                    <a:pt x="0" y="1956314"/>
                  </a:lnTo>
                  <a:lnTo>
                    <a:pt x="12942" y="1983324"/>
                  </a:lnTo>
                  <a:close/>
                  <a:moveTo>
                    <a:pt x="51382" y="2027103"/>
                  </a:moveTo>
                  <a:lnTo>
                    <a:pt x="12942" y="1983324"/>
                  </a:lnTo>
                  <a:lnTo>
                    <a:pt x="34181" y="2065539"/>
                  </a:lnTo>
                  <a:close/>
                  <a:moveTo>
                    <a:pt x="801465" y="2929988"/>
                  </a:moveTo>
                  <a:lnTo>
                    <a:pt x="898690" y="2911538"/>
                  </a:lnTo>
                  <a:lnTo>
                    <a:pt x="881589" y="2825349"/>
                  </a:lnTo>
                  <a:close/>
                  <a:moveTo>
                    <a:pt x="801465" y="2929988"/>
                  </a:moveTo>
                  <a:lnTo>
                    <a:pt x="881589" y="2825349"/>
                  </a:lnTo>
                  <a:lnTo>
                    <a:pt x="822442" y="2812842"/>
                  </a:lnTo>
                  <a:close/>
                  <a:moveTo>
                    <a:pt x="881589" y="2825349"/>
                  </a:moveTo>
                  <a:lnTo>
                    <a:pt x="898690" y="2911538"/>
                  </a:lnTo>
                  <a:lnTo>
                    <a:pt x="907804" y="2931469"/>
                  </a:lnTo>
                  <a:close/>
                  <a:moveTo>
                    <a:pt x="881589" y="2825349"/>
                  </a:moveTo>
                  <a:lnTo>
                    <a:pt x="836366" y="2762022"/>
                  </a:lnTo>
                  <a:lnTo>
                    <a:pt x="822442" y="2812842"/>
                  </a:lnTo>
                  <a:close/>
                  <a:moveTo>
                    <a:pt x="224986" y="2094773"/>
                  </a:moveTo>
                  <a:lnTo>
                    <a:pt x="222300" y="2070882"/>
                  </a:lnTo>
                  <a:lnTo>
                    <a:pt x="256010" y="2153097"/>
                  </a:lnTo>
                  <a:close/>
                  <a:moveTo>
                    <a:pt x="152854" y="1992731"/>
                  </a:moveTo>
                  <a:lnTo>
                    <a:pt x="51382" y="2027103"/>
                  </a:lnTo>
                  <a:lnTo>
                    <a:pt x="47202" y="2068820"/>
                  </a:lnTo>
                  <a:close/>
                  <a:moveTo>
                    <a:pt x="152854" y="1992731"/>
                  </a:moveTo>
                  <a:lnTo>
                    <a:pt x="224986" y="2094773"/>
                  </a:lnTo>
                  <a:lnTo>
                    <a:pt x="221900" y="1997190"/>
                  </a:lnTo>
                  <a:close/>
                  <a:moveTo>
                    <a:pt x="31293" y="2009339"/>
                  </a:moveTo>
                  <a:lnTo>
                    <a:pt x="51382" y="2027103"/>
                  </a:lnTo>
                  <a:lnTo>
                    <a:pt x="157310" y="1986634"/>
                  </a:lnTo>
                  <a:close/>
                  <a:moveTo>
                    <a:pt x="1417578" y="2898375"/>
                  </a:moveTo>
                  <a:lnTo>
                    <a:pt x="1542635" y="2942153"/>
                  </a:lnTo>
                  <a:lnTo>
                    <a:pt x="1514947" y="2859938"/>
                  </a:lnTo>
                  <a:close/>
                  <a:moveTo>
                    <a:pt x="1241567" y="2733945"/>
                  </a:moveTo>
                  <a:lnTo>
                    <a:pt x="1308261" y="2794211"/>
                  </a:lnTo>
                  <a:lnTo>
                    <a:pt x="1255139" y="2703435"/>
                  </a:lnTo>
                  <a:close/>
                  <a:moveTo>
                    <a:pt x="1255139" y="2703435"/>
                  </a:moveTo>
                  <a:lnTo>
                    <a:pt x="1308261" y="2794211"/>
                  </a:lnTo>
                  <a:lnTo>
                    <a:pt x="1328722" y="2804298"/>
                  </a:lnTo>
                  <a:close/>
                  <a:moveTo>
                    <a:pt x="683876" y="1873357"/>
                  </a:moveTo>
                  <a:lnTo>
                    <a:pt x="688267" y="1994009"/>
                  </a:lnTo>
                  <a:lnTo>
                    <a:pt x="695694" y="1955572"/>
                  </a:lnTo>
                  <a:close/>
                  <a:moveTo>
                    <a:pt x="1802590" y="3097388"/>
                  </a:moveTo>
                  <a:lnTo>
                    <a:pt x="1772501" y="3086251"/>
                  </a:lnTo>
                  <a:lnTo>
                    <a:pt x="1827870" y="3128449"/>
                  </a:lnTo>
                  <a:close/>
                  <a:moveTo>
                    <a:pt x="1891042" y="3149439"/>
                  </a:moveTo>
                  <a:lnTo>
                    <a:pt x="1802590" y="3097388"/>
                  </a:lnTo>
                  <a:lnTo>
                    <a:pt x="1827870" y="3128449"/>
                  </a:lnTo>
                  <a:close/>
                  <a:moveTo>
                    <a:pt x="992869" y="2094826"/>
                  </a:moveTo>
                  <a:lnTo>
                    <a:pt x="957834" y="2081565"/>
                  </a:lnTo>
                  <a:lnTo>
                    <a:pt x="1018570" y="2163781"/>
                  </a:lnTo>
                  <a:close/>
                  <a:moveTo>
                    <a:pt x="695694" y="1955572"/>
                  </a:moveTo>
                  <a:lnTo>
                    <a:pt x="695035" y="1955001"/>
                  </a:lnTo>
                  <a:lnTo>
                    <a:pt x="688783" y="1859991"/>
                  </a:lnTo>
                  <a:close/>
                  <a:moveTo>
                    <a:pt x="543062" y="1708927"/>
                  </a:moveTo>
                  <a:lnTo>
                    <a:pt x="504107" y="1688761"/>
                  </a:lnTo>
                  <a:lnTo>
                    <a:pt x="502614" y="1791142"/>
                  </a:lnTo>
                  <a:close/>
                  <a:moveTo>
                    <a:pt x="490172" y="1599996"/>
                  </a:moveTo>
                  <a:lnTo>
                    <a:pt x="504107" y="1688761"/>
                  </a:lnTo>
                  <a:lnTo>
                    <a:pt x="552519" y="1704018"/>
                  </a:lnTo>
                  <a:close/>
                  <a:moveTo>
                    <a:pt x="564884" y="1670490"/>
                  </a:moveTo>
                  <a:lnTo>
                    <a:pt x="526336" y="1588275"/>
                  </a:lnTo>
                  <a:lnTo>
                    <a:pt x="552519" y="1704018"/>
                  </a:lnTo>
                  <a:close/>
                  <a:moveTo>
                    <a:pt x="1767795" y="3068147"/>
                  </a:moveTo>
                  <a:lnTo>
                    <a:pt x="1772501" y="3086251"/>
                  </a:lnTo>
                  <a:lnTo>
                    <a:pt x="1802590" y="3097388"/>
                  </a:lnTo>
                  <a:close/>
                  <a:moveTo>
                    <a:pt x="1772501" y="3086251"/>
                  </a:moveTo>
                  <a:lnTo>
                    <a:pt x="1767795" y="3068147"/>
                  </a:lnTo>
                  <a:lnTo>
                    <a:pt x="1680052" y="3000726"/>
                  </a:lnTo>
                  <a:close/>
                  <a:moveTo>
                    <a:pt x="195403" y="1017810"/>
                  </a:moveTo>
                  <a:lnTo>
                    <a:pt x="271882" y="1094984"/>
                  </a:lnTo>
                  <a:lnTo>
                    <a:pt x="208034" y="1036817"/>
                  </a:lnTo>
                  <a:close/>
                  <a:moveTo>
                    <a:pt x="178631" y="1012769"/>
                  </a:moveTo>
                  <a:lnTo>
                    <a:pt x="195403" y="1017810"/>
                  </a:lnTo>
                  <a:lnTo>
                    <a:pt x="208034" y="1036817"/>
                  </a:lnTo>
                  <a:close/>
                  <a:moveTo>
                    <a:pt x="189640" y="968044"/>
                  </a:moveTo>
                  <a:lnTo>
                    <a:pt x="195403" y="1017810"/>
                  </a:lnTo>
                  <a:lnTo>
                    <a:pt x="178631" y="1012769"/>
                  </a:lnTo>
                  <a:close/>
                  <a:moveTo>
                    <a:pt x="1968412" y="3048163"/>
                  </a:moveTo>
                  <a:lnTo>
                    <a:pt x="1910752" y="3034447"/>
                  </a:lnTo>
                  <a:lnTo>
                    <a:pt x="1994849" y="3126762"/>
                  </a:lnTo>
                  <a:close/>
                  <a:moveTo>
                    <a:pt x="1802590" y="3097388"/>
                  </a:moveTo>
                  <a:lnTo>
                    <a:pt x="1828713" y="3040551"/>
                  </a:lnTo>
                  <a:lnTo>
                    <a:pt x="1767795" y="3068147"/>
                  </a:lnTo>
                  <a:close/>
                  <a:moveTo>
                    <a:pt x="1910752" y="3034447"/>
                  </a:moveTo>
                  <a:lnTo>
                    <a:pt x="1802590" y="3097388"/>
                  </a:lnTo>
                  <a:lnTo>
                    <a:pt x="1891042" y="3149439"/>
                  </a:lnTo>
                  <a:close/>
                  <a:moveTo>
                    <a:pt x="1910752" y="3034447"/>
                  </a:moveTo>
                  <a:lnTo>
                    <a:pt x="1828713" y="3040551"/>
                  </a:lnTo>
                  <a:lnTo>
                    <a:pt x="1802590" y="3097388"/>
                  </a:lnTo>
                  <a:close/>
                  <a:moveTo>
                    <a:pt x="1347835" y="2388391"/>
                  </a:moveTo>
                  <a:lnTo>
                    <a:pt x="1384679" y="2492642"/>
                  </a:lnTo>
                  <a:lnTo>
                    <a:pt x="1455663" y="2421059"/>
                  </a:lnTo>
                  <a:close/>
                  <a:moveTo>
                    <a:pt x="1015351" y="1878699"/>
                  </a:moveTo>
                  <a:lnTo>
                    <a:pt x="1002717" y="1917136"/>
                  </a:lnTo>
                  <a:lnTo>
                    <a:pt x="1088260" y="1960914"/>
                  </a:lnTo>
                  <a:close/>
                  <a:moveTo>
                    <a:pt x="1015351" y="1878699"/>
                  </a:moveTo>
                  <a:lnTo>
                    <a:pt x="1010085" y="1869745"/>
                  </a:lnTo>
                  <a:lnTo>
                    <a:pt x="971104" y="1812244"/>
                  </a:lnTo>
                  <a:close/>
                  <a:moveTo>
                    <a:pt x="604835" y="1567370"/>
                  </a:moveTo>
                  <a:lnTo>
                    <a:pt x="653149" y="1586398"/>
                  </a:lnTo>
                  <a:lnTo>
                    <a:pt x="559410" y="1514580"/>
                  </a:lnTo>
                  <a:close/>
                  <a:moveTo>
                    <a:pt x="655179" y="1587034"/>
                  </a:moveTo>
                  <a:lnTo>
                    <a:pt x="604835" y="1567370"/>
                  </a:lnTo>
                  <a:lnTo>
                    <a:pt x="709494" y="1581857"/>
                  </a:lnTo>
                  <a:close/>
                  <a:moveTo>
                    <a:pt x="280425" y="1056548"/>
                  </a:moveTo>
                  <a:lnTo>
                    <a:pt x="271882" y="1094984"/>
                  </a:lnTo>
                  <a:lnTo>
                    <a:pt x="328778" y="1138763"/>
                  </a:lnTo>
                  <a:close/>
                  <a:moveTo>
                    <a:pt x="208034" y="1036817"/>
                  </a:moveTo>
                  <a:lnTo>
                    <a:pt x="247987" y="975060"/>
                  </a:lnTo>
                  <a:lnTo>
                    <a:pt x="178631" y="1012769"/>
                  </a:lnTo>
                  <a:close/>
                  <a:moveTo>
                    <a:pt x="1735519" y="2615856"/>
                  </a:moveTo>
                  <a:lnTo>
                    <a:pt x="1735700" y="2632094"/>
                  </a:lnTo>
                  <a:lnTo>
                    <a:pt x="1688516" y="2593475"/>
                  </a:lnTo>
                  <a:close/>
                  <a:moveTo>
                    <a:pt x="1688516" y="2593475"/>
                  </a:moveTo>
                  <a:lnTo>
                    <a:pt x="1735700" y="2632094"/>
                  </a:lnTo>
                  <a:lnTo>
                    <a:pt x="1752534" y="2662414"/>
                  </a:lnTo>
                  <a:close/>
                  <a:moveTo>
                    <a:pt x="1752534" y="2662414"/>
                  </a:moveTo>
                  <a:lnTo>
                    <a:pt x="1735700" y="2632094"/>
                  </a:lnTo>
                  <a:lnTo>
                    <a:pt x="1733619" y="2700851"/>
                  </a:lnTo>
                  <a:close/>
                  <a:moveTo>
                    <a:pt x="1592303" y="2415769"/>
                  </a:moveTo>
                  <a:lnTo>
                    <a:pt x="1554199" y="2454205"/>
                  </a:lnTo>
                  <a:lnTo>
                    <a:pt x="1613763" y="2497984"/>
                  </a:lnTo>
                  <a:close/>
                  <a:moveTo>
                    <a:pt x="1171604" y="2043129"/>
                  </a:moveTo>
                  <a:lnTo>
                    <a:pt x="1211391" y="2065079"/>
                  </a:lnTo>
                  <a:lnTo>
                    <a:pt x="1205646" y="2004693"/>
                  </a:lnTo>
                  <a:close/>
                  <a:moveTo>
                    <a:pt x="1066673" y="1866114"/>
                  </a:moveTo>
                  <a:lnTo>
                    <a:pt x="1129400" y="1944329"/>
                  </a:lnTo>
                  <a:lnTo>
                    <a:pt x="1136083" y="1846970"/>
                  </a:lnTo>
                  <a:close/>
                  <a:moveTo>
                    <a:pt x="1020412" y="1872251"/>
                  </a:moveTo>
                  <a:lnTo>
                    <a:pt x="1015351" y="1878699"/>
                  </a:lnTo>
                  <a:lnTo>
                    <a:pt x="1066673" y="1866114"/>
                  </a:lnTo>
                  <a:close/>
                  <a:moveTo>
                    <a:pt x="1141025" y="1840263"/>
                  </a:moveTo>
                  <a:lnTo>
                    <a:pt x="1136083" y="1846970"/>
                  </a:lnTo>
                  <a:lnTo>
                    <a:pt x="1199676" y="1847696"/>
                  </a:lnTo>
                  <a:close/>
                  <a:moveTo>
                    <a:pt x="1235665" y="1922478"/>
                  </a:moveTo>
                  <a:lnTo>
                    <a:pt x="1280382" y="1942768"/>
                  </a:lnTo>
                  <a:lnTo>
                    <a:pt x="1199676" y="1847696"/>
                  </a:lnTo>
                  <a:close/>
                  <a:moveTo>
                    <a:pt x="1010085" y="1869745"/>
                  </a:moveTo>
                  <a:lnTo>
                    <a:pt x="1015351" y="1878699"/>
                  </a:lnTo>
                  <a:lnTo>
                    <a:pt x="1020412" y="1872251"/>
                  </a:lnTo>
                  <a:close/>
                  <a:moveTo>
                    <a:pt x="1141025" y="1840263"/>
                  </a:moveTo>
                  <a:lnTo>
                    <a:pt x="1199676" y="1847696"/>
                  </a:lnTo>
                  <a:lnTo>
                    <a:pt x="1197923" y="1799522"/>
                  </a:lnTo>
                  <a:close/>
                  <a:moveTo>
                    <a:pt x="956589" y="1796484"/>
                  </a:moveTo>
                  <a:lnTo>
                    <a:pt x="1020412" y="1872251"/>
                  </a:lnTo>
                  <a:lnTo>
                    <a:pt x="946853" y="1771368"/>
                  </a:lnTo>
                  <a:close/>
                  <a:moveTo>
                    <a:pt x="1010085" y="1869745"/>
                  </a:moveTo>
                  <a:lnTo>
                    <a:pt x="1020412" y="1872251"/>
                  </a:lnTo>
                  <a:lnTo>
                    <a:pt x="956589" y="1796484"/>
                  </a:lnTo>
                  <a:close/>
                  <a:moveTo>
                    <a:pt x="766020" y="1346973"/>
                  </a:moveTo>
                  <a:lnTo>
                    <a:pt x="726101" y="1365293"/>
                  </a:lnTo>
                  <a:lnTo>
                    <a:pt x="765942" y="1357393"/>
                  </a:lnTo>
                  <a:close/>
                  <a:moveTo>
                    <a:pt x="249360" y="974333"/>
                  </a:moveTo>
                  <a:lnTo>
                    <a:pt x="387804" y="999881"/>
                  </a:lnTo>
                  <a:lnTo>
                    <a:pt x="335013" y="964901"/>
                  </a:lnTo>
                  <a:close/>
                  <a:moveTo>
                    <a:pt x="861857" y="1379000"/>
                  </a:moveTo>
                  <a:lnTo>
                    <a:pt x="780585" y="1353797"/>
                  </a:lnTo>
                  <a:lnTo>
                    <a:pt x="765942" y="1357393"/>
                  </a:lnTo>
                  <a:close/>
                  <a:moveTo>
                    <a:pt x="2329149" y="3036758"/>
                  </a:moveTo>
                  <a:lnTo>
                    <a:pt x="2392975" y="3045461"/>
                  </a:lnTo>
                  <a:lnTo>
                    <a:pt x="2330705" y="3033028"/>
                  </a:lnTo>
                  <a:close/>
                  <a:moveTo>
                    <a:pt x="2109856" y="2793578"/>
                  </a:moveTo>
                  <a:lnTo>
                    <a:pt x="2158532" y="2883164"/>
                  </a:lnTo>
                  <a:lnTo>
                    <a:pt x="2175862" y="2870623"/>
                  </a:lnTo>
                  <a:close/>
                  <a:moveTo>
                    <a:pt x="2175862" y="2870623"/>
                  </a:moveTo>
                  <a:lnTo>
                    <a:pt x="2119203" y="2799570"/>
                  </a:lnTo>
                  <a:lnTo>
                    <a:pt x="2109856" y="2793578"/>
                  </a:lnTo>
                  <a:close/>
                  <a:moveTo>
                    <a:pt x="1691741" y="2333554"/>
                  </a:moveTo>
                  <a:lnTo>
                    <a:pt x="1671768" y="2306815"/>
                  </a:lnTo>
                  <a:lnTo>
                    <a:pt x="1737428" y="2377332"/>
                  </a:lnTo>
                  <a:close/>
                  <a:moveTo>
                    <a:pt x="1574572" y="2251338"/>
                  </a:moveTo>
                  <a:lnTo>
                    <a:pt x="1651952" y="2222833"/>
                  </a:lnTo>
                  <a:lnTo>
                    <a:pt x="1662397" y="2206282"/>
                  </a:lnTo>
                  <a:close/>
                  <a:moveTo>
                    <a:pt x="1136083" y="1846970"/>
                  </a:moveTo>
                  <a:lnTo>
                    <a:pt x="1141025" y="1840263"/>
                  </a:lnTo>
                  <a:lnTo>
                    <a:pt x="1135651" y="1839156"/>
                  </a:lnTo>
                  <a:close/>
                  <a:moveTo>
                    <a:pt x="1135651" y="1839156"/>
                  </a:moveTo>
                  <a:lnTo>
                    <a:pt x="1066673" y="1866114"/>
                  </a:lnTo>
                  <a:lnTo>
                    <a:pt x="1136083" y="1846970"/>
                  </a:lnTo>
                  <a:close/>
                  <a:moveTo>
                    <a:pt x="2228606" y="2929954"/>
                  </a:moveTo>
                  <a:lnTo>
                    <a:pt x="2339829" y="2927983"/>
                  </a:lnTo>
                  <a:lnTo>
                    <a:pt x="2336070" y="2837885"/>
                  </a:lnTo>
                  <a:close/>
                  <a:moveTo>
                    <a:pt x="2228606" y="2929954"/>
                  </a:moveTo>
                  <a:lnTo>
                    <a:pt x="2336070" y="2837885"/>
                  </a:lnTo>
                  <a:lnTo>
                    <a:pt x="2274837" y="2887602"/>
                  </a:lnTo>
                  <a:close/>
                  <a:moveTo>
                    <a:pt x="2395554" y="2943272"/>
                  </a:moveTo>
                  <a:lnTo>
                    <a:pt x="2339829" y="2927983"/>
                  </a:lnTo>
                  <a:lnTo>
                    <a:pt x="2330705" y="3033028"/>
                  </a:lnTo>
                  <a:close/>
                  <a:moveTo>
                    <a:pt x="2175862" y="2870623"/>
                  </a:moveTo>
                  <a:lnTo>
                    <a:pt x="2224353" y="2832186"/>
                  </a:lnTo>
                  <a:lnTo>
                    <a:pt x="2119203" y="2799570"/>
                  </a:lnTo>
                  <a:close/>
                  <a:moveTo>
                    <a:pt x="1803871" y="2241371"/>
                  </a:moveTo>
                  <a:lnTo>
                    <a:pt x="1741863" y="2210329"/>
                  </a:lnTo>
                  <a:lnTo>
                    <a:pt x="1812499" y="2256680"/>
                  </a:lnTo>
                  <a:close/>
                  <a:moveTo>
                    <a:pt x="1812499" y="2256680"/>
                  </a:moveTo>
                  <a:lnTo>
                    <a:pt x="1741863" y="2210329"/>
                  </a:lnTo>
                  <a:lnTo>
                    <a:pt x="1740361" y="2212902"/>
                  </a:lnTo>
                  <a:close/>
                  <a:moveTo>
                    <a:pt x="1812499" y="2256680"/>
                  </a:moveTo>
                  <a:lnTo>
                    <a:pt x="1740361" y="2212902"/>
                  </a:lnTo>
                  <a:lnTo>
                    <a:pt x="1786843" y="2295117"/>
                  </a:lnTo>
                  <a:close/>
                  <a:moveTo>
                    <a:pt x="1294244" y="1631222"/>
                  </a:moveTo>
                  <a:lnTo>
                    <a:pt x="1212941" y="1636727"/>
                  </a:lnTo>
                  <a:lnTo>
                    <a:pt x="1212630" y="1639305"/>
                  </a:lnTo>
                  <a:close/>
                  <a:moveTo>
                    <a:pt x="2336887" y="2830283"/>
                  </a:moveTo>
                  <a:lnTo>
                    <a:pt x="2283522" y="2813076"/>
                  </a:lnTo>
                  <a:lnTo>
                    <a:pt x="2274837" y="2887602"/>
                  </a:lnTo>
                  <a:close/>
                  <a:moveTo>
                    <a:pt x="2283522" y="2813076"/>
                  </a:moveTo>
                  <a:lnTo>
                    <a:pt x="2336887" y="2830283"/>
                  </a:lnTo>
                  <a:lnTo>
                    <a:pt x="2329012" y="2736593"/>
                  </a:lnTo>
                  <a:close/>
                  <a:moveTo>
                    <a:pt x="2283522" y="2813076"/>
                  </a:moveTo>
                  <a:lnTo>
                    <a:pt x="2329012" y="2736593"/>
                  </a:lnTo>
                  <a:lnTo>
                    <a:pt x="2265308" y="2727792"/>
                  </a:lnTo>
                  <a:close/>
                  <a:moveTo>
                    <a:pt x="1992519" y="2327919"/>
                  </a:moveTo>
                  <a:lnTo>
                    <a:pt x="1964562" y="2338896"/>
                  </a:lnTo>
                  <a:lnTo>
                    <a:pt x="1983921" y="2357229"/>
                  </a:lnTo>
                  <a:close/>
                  <a:moveTo>
                    <a:pt x="1992519" y="2327919"/>
                  </a:moveTo>
                  <a:lnTo>
                    <a:pt x="1983921" y="2357229"/>
                  </a:lnTo>
                  <a:lnTo>
                    <a:pt x="2029065" y="2338896"/>
                  </a:lnTo>
                  <a:close/>
                  <a:moveTo>
                    <a:pt x="1728685" y="2160451"/>
                  </a:moveTo>
                  <a:lnTo>
                    <a:pt x="1818720" y="2081683"/>
                  </a:lnTo>
                  <a:lnTo>
                    <a:pt x="1787329" y="2073274"/>
                  </a:lnTo>
                  <a:close/>
                  <a:moveTo>
                    <a:pt x="1641004" y="1889384"/>
                  </a:moveTo>
                  <a:lnTo>
                    <a:pt x="1655315" y="1964598"/>
                  </a:lnTo>
                  <a:lnTo>
                    <a:pt x="1701249" y="1921139"/>
                  </a:lnTo>
                  <a:close/>
                  <a:moveTo>
                    <a:pt x="1655315" y="1964598"/>
                  </a:moveTo>
                  <a:lnTo>
                    <a:pt x="1736245" y="1988526"/>
                  </a:lnTo>
                  <a:lnTo>
                    <a:pt x="1779704" y="1935811"/>
                  </a:lnTo>
                  <a:close/>
                  <a:moveTo>
                    <a:pt x="1952963" y="2099301"/>
                  </a:moveTo>
                  <a:lnTo>
                    <a:pt x="1990280" y="2129554"/>
                  </a:lnTo>
                  <a:lnTo>
                    <a:pt x="1978945" y="2123425"/>
                  </a:lnTo>
                  <a:close/>
                  <a:moveTo>
                    <a:pt x="1990280" y="2129554"/>
                  </a:moveTo>
                  <a:lnTo>
                    <a:pt x="1952963" y="2099301"/>
                  </a:lnTo>
                  <a:lnTo>
                    <a:pt x="2049641" y="2172543"/>
                  </a:lnTo>
                  <a:close/>
                  <a:moveTo>
                    <a:pt x="1990280" y="2129554"/>
                  </a:moveTo>
                  <a:lnTo>
                    <a:pt x="2002664" y="2136029"/>
                  </a:lnTo>
                  <a:lnTo>
                    <a:pt x="1978945" y="2123425"/>
                  </a:lnTo>
                  <a:close/>
                  <a:moveTo>
                    <a:pt x="1538613" y="1161324"/>
                  </a:moveTo>
                  <a:lnTo>
                    <a:pt x="1595883" y="1237005"/>
                  </a:lnTo>
                  <a:lnTo>
                    <a:pt x="1535254" y="1156100"/>
                  </a:lnTo>
                  <a:close/>
                  <a:moveTo>
                    <a:pt x="1295119" y="990360"/>
                  </a:moveTo>
                  <a:lnTo>
                    <a:pt x="1310245" y="908145"/>
                  </a:lnTo>
                  <a:lnTo>
                    <a:pt x="1302797" y="923623"/>
                  </a:lnTo>
                  <a:close/>
                  <a:moveTo>
                    <a:pt x="1190747" y="825929"/>
                  </a:moveTo>
                  <a:lnTo>
                    <a:pt x="1197305" y="848702"/>
                  </a:lnTo>
                  <a:lnTo>
                    <a:pt x="1230463" y="845174"/>
                  </a:lnTo>
                  <a:close/>
                  <a:moveTo>
                    <a:pt x="1190747" y="825929"/>
                  </a:moveTo>
                  <a:lnTo>
                    <a:pt x="1186606" y="757307"/>
                  </a:lnTo>
                  <a:lnTo>
                    <a:pt x="1197305" y="848702"/>
                  </a:lnTo>
                  <a:close/>
                  <a:moveTo>
                    <a:pt x="1538613" y="1161324"/>
                  </a:moveTo>
                  <a:lnTo>
                    <a:pt x="1605676" y="1198568"/>
                  </a:lnTo>
                  <a:lnTo>
                    <a:pt x="1605353" y="1199203"/>
                  </a:lnTo>
                  <a:close/>
                  <a:moveTo>
                    <a:pt x="1310245" y="908145"/>
                  </a:moveTo>
                  <a:lnTo>
                    <a:pt x="1297725" y="869708"/>
                  </a:lnTo>
                  <a:lnTo>
                    <a:pt x="1230463" y="845174"/>
                  </a:lnTo>
                  <a:close/>
                  <a:moveTo>
                    <a:pt x="1577404" y="875951"/>
                  </a:moveTo>
                  <a:lnTo>
                    <a:pt x="1513626" y="831271"/>
                  </a:lnTo>
                  <a:lnTo>
                    <a:pt x="1582977" y="917118"/>
                  </a:lnTo>
                  <a:close/>
                  <a:moveTo>
                    <a:pt x="1513626" y="831271"/>
                  </a:moveTo>
                  <a:lnTo>
                    <a:pt x="1577404" y="875951"/>
                  </a:lnTo>
                  <a:lnTo>
                    <a:pt x="1572410" y="825616"/>
                  </a:lnTo>
                  <a:close/>
                  <a:moveTo>
                    <a:pt x="1600111" y="745646"/>
                  </a:moveTo>
                  <a:lnTo>
                    <a:pt x="1513626" y="831271"/>
                  </a:lnTo>
                  <a:lnTo>
                    <a:pt x="1572410" y="825616"/>
                  </a:lnTo>
                  <a:close/>
                  <a:moveTo>
                    <a:pt x="1252600" y="403380"/>
                  </a:moveTo>
                  <a:lnTo>
                    <a:pt x="1240132" y="502411"/>
                  </a:lnTo>
                  <a:lnTo>
                    <a:pt x="1266450" y="492211"/>
                  </a:lnTo>
                  <a:close/>
                  <a:moveTo>
                    <a:pt x="1294205" y="96677"/>
                  </a:moveTo>
                  <a:lnTo>
                    <a:pt x="1272131" y="140153"/>
                  </a:lnTo>
                  <a:lnTo>
                    <a:pt x="1316463" y="111774"/>
                  </a:lnTo>
                  <a:close/>
                  <a:moveTo>
                    <a:pt x="1316463" y="111774"/>
                  </a:moveTo>
                  <a:lnTo>
                    <a:pt x="1272131" y="140153"/>
                  </a:lnTo>
                  <a:lnTo>
                    <a:pt x="1272579" y="186952"/>
                  </a:lnTo>
                  <a:close/>
                  <a:moveTo>
                    <a:pt x="1246413" y="8040"/>
                  </a:moveTo>
                  <a:lnTo>
                    <a:pt x="1294205" y="96677"/>
                  </a:lnTo>
                  <a:lnTo>
                    <a:pt x="1250078" y="14463"/>
                  </a:lnTo>
                  <a:close/>
                  <a:moveTo>
                    <a:pt x="1246413" y="8040"/>
                  </a:moveTo>
                  <a:lnTo>
                    <a:pt x="1291349" y="71600"/>
                  </a:lnTo>
                  <a:lnTo>
                    <a:pt x="1294205" y="96677"/>
                  </a:lnTo>
                  <a:close/>
                  <a:moveTo>
                    <a:pt x="1246413" y="8040"/>
                  </a:moveTo>
                  <a:lnTo>
                    <a:pt x="1250078" y="14463"/>
                  </a:lnTo>
                  <a:lnTo>
                    <a:pt x="123464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53" name="Candidate_density__2072">
              <a:extLst>
                <a:ext uri="{FF2B5EF4-FFF2-40B4-BE49-F238E27FC236}">
                  <a16:creationId xmlns:a16="http://schemas.microsoft.com/office/drawing/2014/main" id="{A4528B20-1F8C-D08B-07FC-771953265FAF}"/>
                </a:ext>
              </a:extLst>
            </p:cNvPr>
            <p:cNvSpPr>
              <a:spLocks noGrp="1"/>
            </p:cNvSpPr>
            <p:nvPr/>
          </p:nvSpPr>
          <p:spPr>
            <a:xfrm>
              <a:off x="4388839" y="1506782"/>
              <a:ext cx="1611866" cy="3449771"/>
            </a:xfrm>
            <a:custGeom>
              <a:avLst/>
              <a:gdLst/>
              <a:ahLst/>
              <a:cxnLst/>
              <a:rect l="0" t="0" r="0" b="0"/>
              <a:pathLst>
                <a:path w="1611866" h="3449771">
                  <a:moveTo>
                    <a:pt x="112237" y="3333444"/>
                  </a:moveTo>
                  <a:lnTo>
                    <a:pt x="210132" y="3377223"/>
                  </a:lnTo>
                  <a:lnTo>
                    <a:pt x="152857" y="3295008"/>
                  </a:lnTo>
                  <a:close/>
                  <a:moveTo>
                    <a:pt x="279927" y="3338787"/>
                  </a:moveTo>
                  <a:lnTo>
                    <a:pt x="210132" y="3377223"/>
                  </a:lnTo>
                  <a:lnTo>
                    <a:pt x="263633" y="3449771"/>
                  </a:lnTo>
                  <a:close/>
                  <a:moveTo>
                    <a:pt x="449904" y="3097484"/>
                  </a:moveTo>
                  <a:lnTo>
                    <a:pt x="481622" y="3061875"/>
                  </a:lnTo>
                  <a:lnTo>
                    <a:pt x="387656" y="3121027"/>
                  </a:lnTo>
                  <a:close/>
                  <a:moveTo>
                    <a:pt x="387656" y="3121027"/>
                  </a:moveTo>
                  <a:lnTo>
                    <a:pt x="481622" y="3061875"/>
                  </a:lnTo>
                  <a:lnTo>
                    <a:pt x="441014" y="3038148"/>
                  </a:lnTo>
                  <a:close/>
                  <a:moveTo>
                    <a:pt x="425535" y="2850548"/>
                  </a:moveTo>
                  <a:lnTo>
                    <a:pt x="417764" y="2886575"/>
                  </a:lnTo>
                  <a:lnTo>
                    <a:pt x="427079" y="2812402"/>
                  </a:lnTo>
                  <a:close/>
                  <a:moveTo>
                    <a:pt x="415919" y="2897866"/>
                  </a:moveTo>
                  <a:lnTo>
                    <a:pt x="417764" y="2886575"/>
                  </a:lnTo>
                  <a:lnTo>
                    <a:pt x="425535" y="2850548"/>
                  </a:lnTo>
                  <a:close/>
                  <a:moveTo>
                    <a:pt x="462824" y="2776389"/>
                  </a:moveTo>
                  <a:lnTo>
                    <a:pt x="425535" y="2850548"/>
                  </a:lnTo>
                  <a:lnTo>
                    <a:pt x="427079" y="2812402"/>
                  </a:lnTo>
                  <a:close/>
                  <a:moveTo>
                    <a:pt x="582987" y="2731795"/>
                  </a:moveTo>
                  <a:lnTo>
                    <a:pt x="534507" y="2765741"/>
                  </a:lnTo>
                  <a:lnTo>
                    <a:pt x="462824" y="2776389"/>
                  </a:lnTo>
                  <a:close/>
                  <a:moveTo>
                    <a:pt x="582987" y="2731795"/>
                  </a:moveTo>
                  <a:lnTo>
                    <a:pt x="462824" y="2776389"/>
                  </a:lnTo>
                  <a:lnTo>
                    <a:pt x="517500" y="2765611"/>
                  </a:lnTo>
                  <a:close/>
                  <a:moveTo>
                    <a:pt x="140870" y="2408632"/>
                  </a:moveTo>
                  <a:lnTo>
                    <a:pt x="194033" y="2392194"/>
                  </a:lnTo>
                  <a:lnTo>
                    <a:pt x="152876" y="2401326"/>
                  </a:lnTo>
                  <a:close/>
                  <a:moveTo>
                    <a:pt x="194033" y="2392194"/>
                  </a:moveTo>
                  <a:lnTo>
                    <a:pt x="214320" y="2362890"/>
                  </a:lnTo>
                  <a:lnTo>
                    <a:pt x="152876" y="2401326"/>
                  </a:lnTo>
                  <a:close/>
                  <a:moveTo>
                    <a:pt x="123257" y="2313966"/>
                  </a:moveTo>
                  <a:lnTo>
                    <a:pt x="128784" y="2363444"/>
                  </a:lnTo>
                  <a:lnTo>
                    <a:pt x="189463" y="2280675"/>
                  </a:lnTo>
                  <a:close/>
                  <a:moveTo>
                    <a:pt x="189463" y="2280675"/>
                  </a:moveTo>
                  <a:lnTo>
                    <a:pt x="128784" y="2363444"/>
                  </a:lnTo>
                  <a:lnTo>
                    <a:pt x="152876" y="2401326"/>
                  </a:lnTo>
                  <a:close/>
                  <a:moveTo>
                    <a:pt x="189463" y="2280675"/>
                  </a:moveTo>
                  <a:lnTo>
                    <a:pt x="152876" y="2401326"/>
                  </a:lnTo>
                  <a:lnTo>
                    <a:pt x="214320" y="2362890"/>
                  </a:lnTo>
                  <a:close/>
                  <a:moveTo>
                    <a:pt x="524349" y="2770214"/>
                  </a:moveTo>
                  <a:lnTo>
                    <a:pt x="621605" y="2751739"/>
                  </a:lnTo>
                  <a:lnTo>
                    <a:pt x="582987" y="2731795"/>
                  </a:lnTo>
                  <a:close/>
                  <a:moveTo>
                    <a:pt x="241550" y="2160023"/>
                  </a:moveTo>
                  <a:lnTo>
                    <a:pt x="150172" y="2228204"/>
                  </a:lnTo>
                  <a:lnTo>
                    <a:pt x="189463" y="2280675"/>
                  </a:lnTo>
                  <a:close/>
                  <a:moveTo>
                    <a:pt x="241550" y="2160023"/>
                  </a:moveTo>
                  <a:lnTo>
                    <a:pt x="255303" y="2127413"/>
                  </a:lnTo>
                  <a:lnTo>
                    <a:pt x="162651" y="2181846"/>
                  </a:lnTo>
                  <a:close/>
                  <a:moveTo>
                    <a:pt x="162651" y="2181846"/>
                  </a:moveTo>
                  <a:lnTo>
                    <a:pt x="255303" y="2127413"/>
                  </a:lnTo>
                  <a:lnTo>
                    <a:pt x="222801" y="2093446"/>
                  </a:lnTo>
                  <a:close/>
                  <a:moveTo>
                    <a:pt x="610047" y="2402563"/>
                  </a:moveTo>
                  <a:lnTo>
                    <a:pt x="546542" y="2406669"/>
                  </a:lnTo>
                  <a:lnTo>
                    <a:pt x="490993" y="2451303"/>
                  </a:lnTo>
                  <a:close/>
                  <a:moveTo>
                    <a:pt x="312315" y="2121587"/>
                  </a:moveTo>
                  <a:lnTo>
                    <a:pt x="274261" y="2051610"/>
                  </a:lnTo>
                  <a:lnTo>
                    <a:pt x="260381" y="2077808"/>
                  </a:lnTo>
                  <a:close/>
                  <a:moveTo>
                    <a:pt x="247585" y="1995593"/>
                  </a:moveTo>
                  <a:lnTo>
                    <a:pt x="260381" y="2077808"/>
                  </a:lnTo>
                  <a:lnTo>
                    <a:pt x="256093" y="1966287"/>
                  </a:lnTo>
                  <a:close/>
                  <a:moveTo>
                    <a:pt x="260381" y="2077808"/>
                  </a:moveTo>
                  <a:lnTo>
                    <a:pt x="274261" y="2051610"/>
                  </a:lnTo>
                  <a:lnTo>
                    <a:pt x="256093" y="1966287"/>
                  </a:lnTo>
                  <a:close/>
                  <a:moveTo>
                    <a:pt x="610047" y="2402563"/>
                  </a:moveTo>
                  <a:lnTo>
                    <a:pt x="655948" y="2423542"/>
                  </a:lnTo>
                  <a:lnTo>
                    <a:pt x="634385" y="2368232"/>
                  </a:lnTo>
                  <a:close/>
                  <a:moveTo>
                    <a:pt x="634385" y="2368232"/>
                  </a:moveTo>
                  <a:lnTo>
                    <a:pt x="716106" y="2412011"/>
                  </a:lnTo>
                  <a:lnTo>
                    <a:pt x="710774" y="2329795"/>
                  </a:lnTo>
                  <a:close/>
                  <a:moveTo>
                    <a:pt x="675673" y="2247581"/>
                  </a:moveTo>
                  <a:lnTo>
                    <a:pt x="653755" y="2285733"/>
                  </a:lnTo>
                  <a:lnTo>
                    <a:pt x="634385" y="2368232"/>
                  </a:lnTo>
                  <a:close/>
                  <a:moveTo>
                    <a:pt x="710774" y="2329795"/>
                  </a:moveTo>
                  <a:lnTo>
                    <a:pt x="675673" y="2247581"/>
                  </a:lnTo>
                  <a:lnTo>
                    <a:pt x="634385" y="2368232"/>
                  </a:lnTo>
                  <a:close/>
                  <a:moveTo>
                    <a:pt x="654396" y="2286017"/>
                  </a:moveTo>
                  <a:lnTo>
                    <a:pt x="688607" y="2202431"/>
                  </a:lnTo>
                  <a:lnTo>
                    <a:pt x="705723" y="2165365"/>
                  </a:lnTo>
                  <a:close/>
                  <a:moveTo>
                    <a:pt x="688607" y="2202431"/>
                  </a:moveTo>
                  <a:lnTo>
                    <a:pt x="653755" y="2285733"/>
                  </a:lnTo>
                  <a:lnTo>
                    <a:pt x="675673" y="2247581"/>
                  </a:lnTo>
                  <a:close/>
                  <a:moveTo>
                    <a:pt x="688607" y="2202431"/>
                  </a:moveTo>
                  <a:lnTo>
                    <a:pt x="726591" y="2129242"/>
                  </a:lnTo>
                  <a:lnTo>
                    <a:pt x="705723" y="2165365"/>
                  </a:lnTo>
                  <a:close/>
                  <a:moveTo>
                    <a:pt x="726591" y="2129242"/>
                  </a:moveTo>
                  <a:lnTo>
                    <a:pt x="728077" y="2126929"/>
                  </a:lnTo>
                  <a:lnTo>
                    <a:pt x="705723" y="2165365"/>
                  </a:lnTo>
                  <a:close/>
                  <a:moveTo>
                    <a:pt x="241297" y="1644641"/>
                  </a:moveTo>
                  <a:lnTo>
                    <a:pt x="190179" y="1672075"/>
                  </a:lnTo>
                  <a:lnTo>
                    <a:pt x="287525" y="1640458"/>
                  </a:lnTo>
                  <a:close/>
                  <a:moveTo>
                    <a:pt x="1166489" y="2444115"/>
                  </a:moveTo>
                  <a:lnTo>
                    <a:pt x="1194812" y="2417353"/>
                  </a:lnTo>
                  <a:lnTo>
                    <a:pt x="1164184" y="2455789"/>
                  </a:lnTo>
                  <a:close/>
                  <a:moveTo>
                    <a:pt x="601914" y="1866917"/>
                  </a:moveTo>
                  <a:lnTo>
                    <a:pt x="641760" y="1812072"/>
                  </a:lnTo>
                  <a:lnTo>
                    <a:pt x="597007" y="1880283"/>
                  </a:lnTo>
                  <a:close/>
                  <a:moveTo>
                    <a:pt x="460924" y="1520579"/>
                  </a:moveTo>
                  <a:lnTo>
                    <a:pt x="406636" y="1553754"/>
                  </a:lnTo>
                  <a:lnTo>
                    <a:pt x="403304" y="1606923"/>
                  </a:lnTo>
                  <a:close/>
                  <a:moveTo>
                    <a:pt x="403304" y="1606923"/>
                  </a:moveTo>
                  <a:lnTo>
                    <a:pt x="439468" y="1595201"/>
                  </a:lnTo>
                  <a:lnTo>
                    <a:pt x="460924" y="1520579"/>
                  </a:lnTo>
                  <a:close/>
                  <a:moveTo>
                    <a:pt x="387900" y="1483703"/>
                  </a:moveTo>
                  <a:lnTo>
                    <a:pt x="340325" y="1521029"/>
                  </a:lnTo>
                  <a:lnTo>
                    <a:pt x="314519" y="1551423"/>
                  </a:lnTo>
                  <a:close/>
                  <a:moveTo>
                    <a:pt x="1214197" y="2407286"/>
                  </a:moveTo>
                  <a:lnTo>
                    <a:pt x="1194812" y="2417353"/>
                  </a:lnTo>
                  <a:lnTo>
                    <a:pt x="1166489" y="2444115"/>
                  </a:lnTo>
                  <a:close/>
                  <a:moveTo>
                    <a:pt x="1260966" y="2395317"/>
                  </a:moveTo>
                  <a:lnTo>
                    <a:pt x="1368795" y="2427985"/>
                  </a:lnTo>
                  <a:lnTo>
                    <a:pt x="1305908" y="2378916"/>
                  </a:lnTo>
                  <a:close/>
                  <a:moveTo>
                    <a:pt x="517966" y="1574296"/>
                  </a:moveTo>
                  <a:lnTo>
                    <a:pt x="472542" y="1521506"/>
                  </a:lnTo>
                  <a:lnTo>
                    <a:pt x="439468" y="1595201"/>
                  </a:lnTo>
                  <a:close/>
                  <a:moveTo>
                    <a:pt x="1505435" y="2422695"/>
                  </a:moveTo>
                  <a:lnTo>
                    <a:pt x="1486260" y="2373309"/>
                  </a:lnTo>
                  <a:lnTo>
                    <a:pt x="1448062" y="2445695"/>
                  </a:lnTo>
                  <a:close/>
                  <a:moveTo>
                    <a:pt x="1340639" y="2258265"/>
                  </a:moveTo>
                  <a:lnTo>
                    <a:pt x="1305908" y="2378916"/>
                  </a:lnTo>
                  <a:lnTo>
                    <a:pt x="1395716" y="2313436"/>
                  </a:lnTo>
                  <a:close/>
                  <a:moveTo>
                    <a:pt x="1395716" y="2313436"/>
                  </a:moveTo>
                  <a:lnTo>
                    <a:pt x="1305908" y="2378916"/>
                  </a:lnTo>
                  <a:lnTo>
                    <a:pt x="1395159" y="2346813"/>
                  </a:lnTo>
                  <a:close/>
                  <a:moveTo>
                    <a:pt x="1486260" y="2373309"/>
                  </a:moveTo>
                  <a:lnTo>
                    <a:pt x="1463420" y="2340480"/>
                  </a:lnTo>
                  <a:lnTo>
                    <a:pt x="1368795" y="2427985"/>
                  </a:lnTo>
                  <a:close/>
                  <a:moveTo>
                    <a:pt x="1463420" y="2340480"/>
                  </a:moveTo>
                  <a:lnTo>
                    <a:pt x="1474616" y="2329774"/>
                  </a:lnTo>
                  <a:lnTo>
                    <a:pt x="1445177" y="2266649"/>
                  </a:lnTo>
                  <a:close/>
                  <a:moveTo>
                    <a:pt x="1395159" y="2346813"/>
                  </a:moveTo>
                  <a:lnTo>
                    <a:pt x="1463420" y="2340480"/>
                  </a:lnTo>
                  <a:lnTo>
                    <a:pt x="1445177" y="2266649"/>
                  </a:lnTo>
                  <a:close/>
                  <a:moveTo>
                    <a:pt x="1286470" y="2214486"/>
                  </a:moveTo>
                  <a:lnTo>
                    <a:pt x="1340639" y="2258265"/>
                  </a:lnTo>
                  <a:lnTo>
                    <a:pt x="1346218" y="2176049"/>
                  </a:lnTo>
                  <a:close/>
                  <a:moveTo>
                    <a:pt x="1445177" y="2266649"/>
                  </a:moveTo>
                  <a:lnTo>
                    <a:pt x="1474616" y="2329774"/>
                  </a:lnTo>
                  <a:lnTo>
                    <a:pt x="1487703" y="2258265"/>
                  </a:lnTo>
                  <a:close/>
                  <a:moveTo>
                    <a:pt x="1355371" y="2162593"/>
                  </a:moveTo>
                  <a:lnTo>
                    <a:pt x="1286470" y="2214486"/>
                  </a:lnTo>
                  <a:lnTo>
                    <a:pt x="1346218" y="2176049"/>
                  </a:lnTo>
                  <a:close/>
                  <a:moveTo>
                    <a:pt x="52607" y="635667"/>
                  </a:moveTo>
                  <a:lnTo>
                    <a:pt x="10021" y="734615"/>
                  </a:lnTo>
                  <a:lnTo>
                    <a:pt x="0" y="696178"/>
                  </a:lnTo>
                  <a:close/>
                  <a:moveTo>
                    <a:pt x="52607" y="635667"/>
                  </a:moveTo>
                  <a:lnTo>
                    <a:pt x="17835" y="720863"/>
                  </a:lnTo>
                  <a:lnTo>
                    <a:pt x="10021" y="734615"/>
                  </a:lnTo>
                  <a:close/>
                  <a:moveTo>
                    <a:pt x="52607" y="635667"/>
                  </a:moveTo>
                  <a:lnTo>
                    <a:pt x="68618" y="613962"/>
                  </a:lnTo>
                  <a:lnTo>
                    <a:pt x="65515" y="652399"/>
                  </a:lnTo>
                  <a:close/>
                  <a:moveTo>
                    <a:pt x="1505435" y="2422695"/>
                  </a:moveTo>
                  <a:lnTo>
                    <a:pt x="1611866" y="2349069"/>
                  </a:lnTo>
                  <a:lnTo>
                    <a:pt x="1480503" y="2338022"/>
                  </a:lnTo>
                  <a:close/>
                  <a:moveTo>
                    <a:pt x="1480503" y="2338022"/>
                  </a:moveTo>
                  <a:lnTo>
                    <a:pt x="1611866" y="2349069"/>
                  </a:lnTo>
                  <a:lnTo>
                    <a:pt x="1584899" y="2313742"/>
                  </a:lnTo>
                  <a:close/>
                  <a:moveTo>
                    <a:pt x="1480503" y="2338022"/>
                  </a:moveTo>
                  <a:lnTo>
                    <a:pt x="1565083" y="2229760"/>
                  </a:lnTo>
                  <a:lnTo>
                    <a:pt x="1474616" y="2329774"/>
                  </a:lnTo>
                  <a:close/>
                  <a:moveTo>
                    <a:pt x="1426482" y="2213261"/>
                  </a:moveTo>
                  <a:lnTo>
                    <a:pt x="1424533" y="2222841"/>
                  </a:lnTo>
                  <a:lnTo>
                    <a:pt x="1443179" y="2212239"/>
                  </a:lnTo>
                  <a:close/>
                  <a:moveTo>
                    <a:pt x="1462222" y="2068233"/>
                  </a:moveTo>
                  <a:lnTo>
                    <a:pt x="1355371" y="2162593"/>
                  </a:lnTo>
                  <a:lnTo>
                    <a:pt x="1396803" y="2102297"/>
                  </a:lnTo>
                  <a:close/>
                  <a:moveTo>
                    <a:pt x="679151" y="1353899"/>
                  </a:moveTo>
                  <a:lnTo>
                    <a:pt x="696220" y="1350379"/>
                  </a:lnTo>
                  <a:lnTo>
                    <a:pt x="660113" y="1271684"/>
                  </a:lnTo>
                  <a:close/>
                  <a:moveTo>
                    <a:pt x="696220" y="1350379"/>
                  </a:moveTo>
                  <a:lnTo>
                    <a:pt x="812179" y="1316699"/>
                  </a:lnTo>
                  <a:lnTo>
                    <a:pt x="772964" y="1248488"/>
                  </a:lnTo>
                  <a:close/>
                  <a:moveTo>
                    <a:pt x="696220" y="1350379"/>
                  </a:moveTo>
                  <a:lnTo>
                    <a:pt x="772964" y="1248488"/>
                  </a:lnTo>
                  <a:lnTo>
                    <a:pt x="678923" y="1264350"/>
                  </a:lnTo>
                  <a:close/>
                  <a:moveTo>
                    <a:pt x="112479" y="580863"/>
                  </a:moveTo>
                  <a:lnTo>
                    <a:pt x="68618" y="613962"/>
                  </a:lnTo>
                  <a:lnTo>
                    <a:pt x="154447" y="587041"/>
                  </a:lnTo>
                  <a:close/>
                  <a:moveTo>
                    <a:pt x="1396803" y="2102297"/>
                  </a:moveTo>
                  <a:lnTo>
                    <a:pt x="1438846" y="2111112"/>
                  </a:lnTo>
                  <a:lnTo>
                    <a:pt x="1462222" y="2068233"/>
                  </a:lnTo>
                  <a:close/>
                  <a:moveTo>
                    <a:pt x="1462222" y="2068233"/>
                  </a:moveTo>
                  <a:lnTo>
                    <a:pt x="1438846" y="2111112"/>
                  </a:lnTo>
                  <a:lnTo>
                    <a:pt x="1501876" y="2016962"/>
                  </a:lnTo>
                  <a:close/>
                  <a:moveTo>
                    <a:pt x="1502609" y="2004033"/>
                  </a:moveTo>
                  <a:lnTo>
                    <a:pt x="1496737" y="2024547"/>
                  </a:lnTo>
                  <a:lnTo>
                    <a:pt x="1501876" y="2016962"/>
                  </a:lnTo>
                  <a:close/>
                  <a:moveTo>
                    <a:pt x="1568446" y="1971525"/>
                  </a:moveTo>
                  <a:lnTo>
                    <a:pt x="1527774" y="1934746"/>
                  </a:lnTo>
                  <a:lnTo>
                    <a:pt x="1525640" y="2026684"/>
                  </a:lnTo>
                  <a:close/>
                  <a:moveTo>
                    <a:pt x="1502609" y="2004033"/>
                  </a:moveTo>
                  <a:lnTo>
                    <a:pt x="1519208" y="2016962"/>
                  </a:lnTo>
                  <a:lnTo>
                    <a:pt x="1496737" y="2024547"/>
                  </a:lnTo>
                  <a:close/>
                  <a:moveTo>
                    <a:pt x="355682" y="502437"/>
                  </a:moveTo>
                  <a:lnTo>
                    <a:pt x="303494" y="522514"/>
                  </a:lnTo>
                  <a:lnTo>
                    <a:pt x="233755" y="540430"/>
                  </a:lnTo>
                  <a:close/>
                  <a:moveTo>
                    <a:pt x="355682" y="502437"/>
                  </a:moveTo>
                  <a:lnTo>
                    <a:pt x="233755" y="540430"/>
                  </a:lnTo>
                  <a:lnTo>
                    <a:pt x="286711" y="523224"/>
                  </a:lnTo>
                  <a:close/>
                  <a:moveTo>
                    <a:pt x="729119" y="923264"/>
                  </a:moveTo>
                  <a:lnTo>
                    <a:pt x="735326" y="909729"/>
                  </a:lnTo>
                  <a:lnTo>
                    <a:pt x="690449" y="918104"/>
                  </a:lnTo>
                  <a:close/>
                  <a:moveTo>
                    <a:pt x="1113486" y="1353611"/>
                  </a:moveTo>
                  <a:lnTo>
                    <a:pt x="1097338" y="1388216"/>
                  </a:lnTo>
                  <a:lnTo>
                    <a:pt x="1112718" y="1320805"/>
                  </a:lnTo>
                  <a:close/>
                  <a:moveTo>
                    <a:pt x="1135199" y="1251115"/>
                  </a:moveTo>
                  <a:lnTo>
                    <a:pt x="1113486" y="1353611"/>
                  </a:lnTo>
                  <a:lnTo>
                    <a:pt x="1112718" y="1320805"/>
                  </a:lnTo>
                  <a:close/>
                  <a:moveTo>
                    <a:pt x="1213890" y="1232483"/>
                  </a:moveTo>
                  <a:lnTo>
                    <a:pt x="1179440" y="1238590"/>
                  </a:lnTo>
                  <a:lnTo>
                    <a:pt x="1267623" y="1252370"/>
                  </a:lnTo>
                  <a:close/>
                  <a:moveTo>
                    <a:pt x="1179440" y="1238590"/>
                  </a:moveTo>
                  <a:lnTo>
                    <a:pt x="1135199" y="1251115"/>
                  </a:lnTo>
                  <a:lnTo>
                    <a:pt x="1267623" y="1252370"/>
                  </a:lnTo>
                  <a:close/>
                  <a:moveTo>
                    <a:pt x="1213890" y="1232483"/>
                  </a:moveTo>
                  <a:lnTo>
                    <a:pt x="1267623" y="1252370"/>
                  </a:lnTo>
                  <a:lnTo>
                    <a:pt x="1311640" y="1200153"/>
                  </a:lnTo>
                  <a:close/>
                  <a:moveTo>
                    <a:pt x="1448385" y="1163027"/>
                  </a:moveTo>
                  <a:lnTo>
                    <a:pt x="1348239" y="1183852"/>
                  </a:lnTo>
                  <a:lnTo>
                    <a:pt x="1451745" y="1168251"/>
                  </a:lnTo>
                  <a:close/>
                  <a:moveTo>
                    <a:pt x="1348239" y="1183852"/>
                  </a:moveTo>
                  <a:lnTo>
                    <a:pt x="1378824" y="1174266"/>
                  </a:lnTo>
                  <a:lnTo>
                    <a:pt x="1451745" y="1168251"/>
                  </a:lnTo>
                  <a:close/>
                  <a:moveTo>
                    <a:pt x="1378824" y="1174266"/>
                  </a:moveTo>
                  <a:lnTo>
                    <a:pt x="1434203" y="1166121"/>
                  </a:lnTo>
                  <a:lnTo>
                    <a:pt x="1451745" y="1168251"/>
                  </a:lnTo>
                  <a:close/>
                  <a:moveTo>
                    <a:pt x="940635" y="220178"/>
                  </a:moveTo>
                  <a:lnTo>
                    <a:pt x="982465" y="161375"/>
                  </a:lnTo>
                  <a:lnTo>
                    <a:pt x="945854" y="180477"/>
                  </a:lnTo>
                  <a:close/>
                  <a:moveTo>
                    <a:pt x="979690" y="142041"/>
                  </a:moveTo>
                  <a:lnTo>
                    <a:pt x="999330" y="59826"/>
                  </a:lnTo>
                  <a:lnTo>
                    <a:pt x="945854" y="180477"/>
                  </a:lnTo>
                  <a:close/>
                  <a:moveTo>
                    <a:pt x="1071393" y="0"/>
                  </a:moveTo>
                  <a:lnTo>
                    <a:pt x="1021696" y="29394"/>
                  </a:lnTo>
                  <a:lnTo>
                    <a:pt x="999330" y="5982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54" name="Candidate_density__2073">
              <a:extLst>
                <a:ext uri="{FF2B5EF4-FFF2-40B4-BE49-F238E27FC236}">
                  <a16:creationId xmlns:a16="http://schemas.microsoft.com/office/drawing/2014/main" id="{05B0A7C5-48CD-42A2-8812-2B492061F084}"/>
                </a:ext>
              </a:extLst>
            </p:cNvPr>
            <p:cNvSpPr>
              <a:spLocks noGrp="1"/>
            </p:cNvSpPr>
            <p:nvPr/>
          </p:nvSpPr>
          <p:spPr>
            <a:xfrm>
              <a:off x="4353353" y="1895468"/>
              <a:ext cx="2312144" cy="3399612"/>
            </a:xfrm>
            <a:custGeom>
              <a:avLst/>
              <a:gdLst/>
              <a:ahLst/>
              <a:cxnLst/>
              <a:rect l="0" t="0" r="0" b="0"/>
              <a:pathLst>
                <a:path w="2312144" h="3399612">
                  <a:moveTo>
                    <a:pt x="308632" y="3033194"/>
                  </a:moveTo>
                  <a:lnTo>
                    <a:pt x="346274" y="3070752"/>
                  </a:lnTo>
                  <a:lnTo>
                    <a:pt x="299119" y="3061084"/>
                  </a:lnTo>
                  <a:close/>
                  <a:moveTo>
                    <a:pt x="670512" y="3399612"/>
                  </a:moveTo>
                  <a:lnTo>
                    <a:pt x="701007" y="3388864"/>
                  </a:lnTo>
                  <a:lnTo>
                    <a:pt x="602945" y="3361062"/>
                  </a:lnTo>
                  <a:close/>
                  <a:moveTo>
                    <a:pt x="523257" y="3341783"/>
                  </a:moveTo>
                  <a:lnTo>
                    <a:pt x="602945" y="3361062"/>
                  </a:lnTo>
                  <a:lnTo>
                    <a:pt x="648727" y="3317034"/>
                  </a:lnTo>
                  <a:close/>
                  <a:moveTo>
                    <a:pt x="346274" y="3070752"/>
                  </a:moveTo>
                  <a:lnTo>
                    <a:pt x="404990" y="3047375"/>
                  </a:lnTo>
                  <a:lnTo>
                    <a:pt x="299119" y="3061084"/>
                  </a:lnTo>
                  <a:close/>
                  <a:moveTo>
                    <a:pt x="299119" y="3061084"/>
                  </a:moveTo>
                  <a:lnTo>
                    <a:pt x="404990" y="3047375"/>
                  </a:lnTo>
                  <a:lnTo>
                    <a:pt x="422980" y="3030319"/>
                  </a:lnTo>
                  <a:close/>
                  <a:moveTo>
                    <a:pt x="490718" y="3004923"/>
                  </a:moveTo>
                  <a:lnTo>
                    <a:pt x="467871" y="2982955"/>
                  </a:lnTo>
                  <a:lnTo>
                    <a:pt x="422980" y="3030319"/>
                  </a:lnTo>
                  <a:close/>
                  <a:moveTo>
                    <a:pt x="498651" y="2531362"/>
                  </a:moveTo>
                  <a:lnTo>
                    <a:pt x="566024" y="2577414"/>
                  </a:lnTo>
                  <a:lnTo>
                    <a:pt x="622669" y="2591222"/>
                  </a:lnTo>
                  <a:close/>
                  <a:moveTo>
                    <a:pt x="148599" y="1933526"/>
                  </a:moveTo>
                  <a:lnTo>
                    <a:pt x="99930" y="1930425"/>
                  </a:lnTo>
                  <a:lnTo>
                    <a:pt x="28282" y="1870657"/>
                  </a:lnTo>
                  <a:close/>
                  <a:moveTo>
                    <a:pt x="162674" y="1891989"/>
                  </a:moveTo>
                  <a:lnTo>
                    <a:pt x="80730" y="1928110"/>
                  </a:lnTo>
                  <a:lnTo>
                    <a:pt x="185658" y="1839518"/>
                  </a:lnTo>
                  <a:close/>
                  <a:moveTo>
                    <a:pt x="77211" y="1927912"/>
                  </a:moveTo>
                  <a:lnTo>
                    <a:pt x="99930" y="1930425"/>
                  </a:lnTo>
                  <a:lnTo>
                    <a:pt x="185658" y="1839518"/>
                  </a:lnTo>
                  <a:close/>
                  <a:moveTo>
                    <a:pt x="847308" y="2529778"/>
                  </a:moveTo>
                  <a:lnTo>
                    <a:pt x="750164" y="2556822"/>
                  </a:lnTo>
                  <a:lnTo>
                    <a:pt x="833846" y="2591039"/>
                  </a:lnTo>
                  <a:close/>
                  <a:moveTo>
                    <a:pt x="847308" y="2529778"/>
                  </a:moveTo>
                  <a:lnTo>
                    <a:pt x="750083" y="2548228"/>
                  </a:lnTo>
                  <a:lnTo>
                    <a:pt x="750164" y="2556822"/>
                  </a:lnTo>
                  <a:close/>
                  <a:moveTo>
                    <a:pt x="847308" y="2529778"/>
                  </a:moveTo>
                  <a:lnTo>
                    <a:pt x="833846" y="2591039"/>
                  </a:lnTo>
                  <a:lnTo>
                    <a:pt x="856422" y="2549709"/>
                  </a:lnTo>
                  <a:close/>
                  <a:moveTo>
                    <a:pt x="198138" y="1793160"/>
                  </a:moveTo>
                  <a:lnTo>
                    <a:pt x="173604" y="1713013"/>
                  </a:lnTo>
                  <a:lnTo>
                    <a:pt x="204628" y="1771337"/>
                  </a:lnTo>
                  <a:close/>
                  <a:moveTo>
                    <a:pt x="101472" y="1610971"/>
                  </a:moveTo>
                  <a:lnTo>
                    <a:pt x="170918" y="1689122"/>
                  </a:lnTo>
                  <a:lnTo>
                    <a:pt x="173604" y="1713013"/>
                  </a:lnTo>
                  <a:close/>
                  <a:moveTo>
                    <a:pt x="0" y="1645343"/>
                  </a:moveTo>
                  <a:lnTo>
                    <a:pt x="101472" y="1610971"/>
                  </a:lnTo>
                  <a:lnTo>
                    <a:pt x="105928" y="1604875"/>
                  </a:lnTo>
                  <a:close/>
                  <a:moveTo>
                    <a:pt x="101472" y="1610971"/>
                  </a:moveTo>
                  <a:lnTo>
                    <a:pt x="170518" y="1615430"/>
                  </a:lnTo>
                  <a:lnTo>
                    <a:pt x="105928" y="1604875"/>
                  </a:lnTo>
                  <a:close/>
                  <a:moveTo>
                    <a:pt x="170518" y="1615430"/>
                  </a:moveTo>
                  <a:lnTo>
                    <a:pt x="174861" y="1583948"/>
                  </a:lnTo>
                  <a:lnTo>
                    <a:pt x="105928" y="1604875"/>
                  </a:lnTo>
                  <a:close/>
                  <a:moveTo>
                    <a:pt x="174861" y="1583948"/>
                  </a:moveTo>
                  <a:lnTo>
                    <a:pt x="170518" y="1615430"/>
                  </a:lnTo>
                  <a:lnTo>
                    <a:pt x="203752" y="1524692"/>
                  </a:lnTo>
                  <a:close/>
                  <a:moveTo>
                    <a:pt x="785009" y="2041499"/>
                  </a:moveTo>
                  <a:lnTo>
                    <a:pt x="818971" y="2052354"/>
                  </a:lnTo>
                  <a:lnTo>
                    <a:pt x="802958" y="2023324"/>
                  </a:lnTo>
                  <a:close/>
                  <a:moveTo>
                    <a:pt x="1491253" y="2560394"/>
                  </a:moveTo>
                  <a:lnTo>
                    <a:pt x="1459357" y="2612168"/>
                  </a:lnTo>
                  <a:lnTo>
                    <a:pt x="1505776" y="2570517"/>
                  </a:lnTo>
                  <a:close/>
                  <a:moveTo>
                    <a:pt x="1463565" y="2478179"/>
                  </a:moveTo>
                  <a:lnTo>
                    <a:pt x="1398028" y="2446320"/>
                  </a:lnTo>
                  <a:lnTo>
                    <a:pt x="1355740" y="2503416"/>
                  </a:lnTo>
                  <a:close/>
                  <a:moveTo>
                    <a:pt x="1355740" y="2503416"/>
                  </a:moveTo>
                  <a:lnTo>
                    <a:pt x="1277340" y="2422538"/>
                  </a:lnTo>
                  <a:lnTo>
                    <a:pt x="1282097" y="2434400"/>
                  </a:lnTo>
                  <a:close/>
                  <a:moveTo>
                    <a:pt x="1256879" y="2412451"/>
                  </a:moveTo>
                  <a:lnTo>
                    <a:pt x="1282097" y="2434400"/>
                  </a:lnTo>
                  <a:lnTo>
                    <a:pt x="1277340" y="2422538"/>
                  </a:lnTo>
                  <a:close/>
                  <a:moveTo>
                    <a:pt x="827887" y="1941109"/>
                  </a:moveTo>
                  <a:lnTo>
                    <a:pt x="791659" y="2013966"/>
                  </a:lnTo>
                  <a:lnTo>
                    <a:pt x="802958" y="2023324"/>
                  </a:lnTo>
                  <a:close/>
                  <a:moveTo>
                    <a:pt x="462511" y="1499229"/>
                  </a:moveTo>
                  <a:lnTo>
                    <a:pt x="506447" y="1557316"/>
                  </a:lnTo>
                  <a:lnTo>
                    <a:pt x="470736" y="1530034"/>
                  </a:lnTo>
                  <a:close/>
                  <a:moveTo>
                    <a:pt x="644312" y="1573812"/>
                  </a:moveTo>
                  <a:lnTo>
                    <a:pt x="677265" y="1638659"/>
                  </a:lnTo>
                  <a:lnTo>
                    <a:pt x="733209" y="1632622"/>
                  </a:lnTo>
                  <a:close/>
                  <a:moveTo>
                    <a:pt x="474670" y="1447818"/>
                  </a:moveTo>
                  <a:lnTo>
                    <a:pt x="451232" y="1409382"/>
                  </a:lnTo>
                  <a:lnTo>
                    <a:pt x="470736" y="1530034"/>
                  </a:lnTo>
                  <a:close/>
                  <a:moveTo>
                    <a:pt x="474670" y="1447818"/>
                  </a:moveTo>
                  <a:lnTo>
                    <a:pt x="491680" y="1327167"/>
                  </a:lnTo>
                  <a:lnTo>
                    <a:pt x="451232" y="1409382"/>
                  </a:lnTo>
                  <a:close/>
                  <a:moveTo>
                    <a:pt x="1463565" y="2478179"/>
                  </a:moveTo>
                  <a:lnTo>
                    <a:pt x="1491253" y="2560394"/>
                  </a:lnTo>
                  <a:lnTo>
                    <a:pt x="1424410" y="2463657"/>
                  </a:lnTo>
                  <a:close/>
                  <a:moveTo>
                    <a:pt x="941487" y="1713066"/>
                  </a:moveTo>
                  <a:lnTo>
                    <a:pt x="971708" y="1788590"/>
                  </a:lnTo>
                  <a:lnTo>
                    <a:pt x="1000503" y="1820458"/>
                  </a:lnTo>
                  <a:close/>
                  <a:moveTo>
                    <a:pt x="971708" y="1788590"/>
                  </a:moveTo>
                  <a:lnTo>
                    <a:pt x="941487" y="1713066"/>
                  </a:lnTo>
                  <a:lnTo>
                    <a:pt x="967188" y="1782021"/>
                  </a:lnTo>
                  <a:close/>
                  <a:moveTo>
                    <a:pt x="733209" y="1632622"/>
                  </a:moveTo>
                  <a:lnTo>
                    <a:pt x="643653" y="1573241"/>
                  </a:lnTo>
                  <a:lnTo>
                    <a:pt x="644312" y="1573812"/>
                  </a:lnTo>
                  <a:close/>
                  <a:moveTo>
                    <a:pt x="1628670" y="2618966"/>
                  </a:moveTo>
                  <a:lnTo>
                    <a:pt x="1716413" y="2686387"/>
                  </a:lnTo>
                  <a:lnTo>
                    <a:pt x="1654834" y="2633959"/>
                  </a:lnTo>
                  <a:close/>
                  <a:moveTo>
                    <a:pt x="1803866" y="2565736"/>
                  </a:moveTo>
                  <a:lnTo>
                    <a:pt x="1781188" y="2612518"/>
                  </a:lnTo>
                  <a:lnTo>
                    <a:pt x="1824273" y="2581128"/>
                  </a:lnTo>
                  <a:close/>
                  <a:moveTo>
                    <a:pt x="1824273" y="2581128"/>
                  </a:moveTo>
                  <a:lnTo>
                    <a:pt x="1781188" y="2612518"/>
                  </a:lnTo>
                  <a:lnTo>
                    <a:pt x="1777331" y="2658791"/>
                  </a:lnTo>
                  <a:close/>
                  <a:moveTo>
                    <a:pt x="1824273" y="2581128"/>
                  </a:moveTo>
                  <a:lnTo>
                    <a:pt x="1777331" y="2658791"/>
                  </a:lnTo>
                  <a:lnTo>
                    <a:pt x="1859370" y="2652687"/>
                  </a:lnTo>
                  <a:close/>
                  <a:moveTo>
                    <a:pt x="1859370" y="2652687"/>
                  </a:moveTo>
                  <a:lnTo>
                    <a:pt x="1917030" y="2666403"/>
                  </a:lnTo>
                  <a:lnTo>
                    <a:pt x="1824273" y="2581128"/>
                  </a:lnTo>
                  <a:close/>
                  <a:moveTo>
                    <a:pt x="1312146" y="2093964"/>
                  </a:moveTo>
                  <a:lnTo>
                    <a:pt x="1333297" y="2110882"/>
                  </a:lnTo>
                  <a:lnTo>
                    <a:pt x="1296453" y="2006631"/>
                  </a:lnTo>
                  <a:close/>
                  <a:moveTo>
                    <a:pt x="1404281" y="2039299"/>
                  </a:moveTo>
                  <a:lnTo>
                    <a:pt x="1361323" y="2093886"/>
                  </a:lnTo>
                  <a:lnTo>
                    <a:pt x="1483548" y="2057009"/>
                  </a:lnTo>
                  <a:close/>
                  <a:moveTo>
                    <a:pt x="196604" y="593300"/>
                  </a:moveTo>
                  <a:lnTo>
                    <a:pt x="156652" y="655057"/>
                  </a:lnTo>
                  <a:lnTo>
                    <a:pt x="197978" y="592573"/>
                  </a:lnTo>
                  <a:close/>
                  <a:moveTo>
                    <a:pt x="197978" y="592573"/>
                  </a:moveTo>
                  <a:lnTo>
                    <a:pt x="156652" y="655057"/>
                  </a:lnTo>
                  <a:lnTo>
                    <a:pt x="220500" y="713225"/>
                  </a:lnTo>
                  <a:close/>
                  <a:moveTo>
                    <a:pt x="197978" y="592573"/>
                  </a:moveTo>
                  <a:lnTo>
                    <a:pt x="220500" y="713225"/>
                  </a:lnTo>
                  <a:lnTo>
                    <a:pt x="229043" y="674788"/>
                  </a:lnTo>
                  <a:close/>
                  <a:moveTo>
                    <a:pt x="138258" y="586284"/>
                  </a:moveTo>
                  <a:lnTo>
                    <a:pt x="127249" y="631010"/>
                  </a:lnTo>
                  <a:lnTo>
                    <a:pt x="196604" y="593300"/>
                  </a:lnTo>
                  <a:close/>
                  <a:moveTo>
                    <a:pt x="197978" y="592573"/>
                  </a:moveTo>
                  <a:lnTo>
                    <a:pt x="134350" y="543819"/>
                  </a:lnTo>
                  <a:lnTo>
                    <a:pt x="139000" y="548794"/>
                  </a:lnTo>
                  <a:close/>
                  <a:moveTo>
                    <a:pt x="138258" y="586284"/>
                  </a:moveTo>
                  <a:lnTo>
                    <a:pt x="196604" y="593300"/>
                  </a:lnTo>
                  <a:lnTo>
                    <a:pt x="197978" y="592573"/>
                  </a:lnTo>
                  <a:close/>
                  <a:moveTo>
                    <a:pt x="139000" y="548794"/>
                  </a:moveTo>
                  <a:lnTo>
                    <a:pt x="138258" y="586284"/>
                  </a:lnTo>
                  <a:lnTo>
                    <a:pt x="197978" y="592573"/>
                  </a:lnTo>
                  <a:close/>
                  <a:moveTo>
                    <a:pt x="1780707" y="2555955"/>
                  </a:moveTo>
                  <a:lnTo>
                    <a:pt x="1803866" y="2565736"/>
                  </a:lnTo>
                  <a:lnTo>
                    <a:pt x="1758959" y="2529405"/>
                  </a:lnTo>
                  <a:close/>
                  <a:moveTo>
                    <a:pt x="1502817" y="2072446"/>
                  </a:moveTo>
                  <a:lnTo>
                    <a:pt x="1577579" y="2129915"/>
                  </a:lnTo>
                  <a:lnTo>
                    <a:pt x="1562381" y="2116224"/>
                  </a:lnTo>
                  <a:close/>
                  <a:moveTo>
                    <a:pt x="1146468" y="1707105"/>
                  </a:moveTo>
                  <a:lnTo>
                    <a:pt x="1160009" y="1683319"/>
                  </a:lnTo>
                  <a:lnTo>
                    <a:pt x="1200959" y="1723398"/>
                  </a:lnTo>
                  <a:close/>
                  <a:moveTo>
                    <a:pt x="261480" y="501057"/>
                  </a:moveTo>
                  <a:lnTo>
                    <a:pt x="197978" y="592573"/>
                  </a:lnTo>
                  <a:lnTo>
                    <a:pt x="283631" y="583142"/>
                  </a:lnTo>
                  <a:close/>
                  <a:moveTo>
                    <a:pt x="279573" y="510358"/>
                  </a:moveTo>
                  <a:lnTo>
                    <a:pt x="281570" y="413043"/>
                  </a:lnTo>
                  <a:lnTo>
                    <a:pt x="261480" y="501057"/>
                  </a:lnTo>
                  <a:close/>
                  <a:moveTo>
                    <a:pt x="1655013" y="2034009"/>
                  </a:moveTo>
                  <a:lnTo>
                    <a:pt x="1640359" y="1951794"/>
                  </a:lnTo>
                  <a:lnTo>
                    <a:pt x="1686046" y="1995572"/>
                  </a:lnTo>
                  <a:close/>
                  <a:moveTo>
                    <a:pt x="1521582" y="1844696"/>
                  </a:moveTo>
                  <a:lnTo>
                    <a:pt x="1476409" y="1831142"/>
                  </a:lnTo>
                  <a:lnTo>
                    <a:pt x="1478666" y="1823552"/>
                  </a:lnTo>
                  <a:close/>
                  <a:moveTo>
                    <a:pt x="1611015" y="1824522"/>
                  </a:moveTo>
                  <a:lnTo>
                    <a:pt x="1521582" y="1844696"/>
                  </a:lnTo>
                  <a:lnTo>
                    <a:pt x="1478666" y="1823552"/>
                  </a:lnTo>
                  <a:close/>
                  <a:moveTo>
                    <a:pt x="1600570" y="1841073"/>
                  </a:moveTo>
                  <a:lnTo>
                    <a:pt x="1685393" y="1832706"/>
                  </a:lnTo>
                  <a:lnTo>
                    <a:pt x="1611015" y="1824522"/>
                  </a:lnTo>
                  <a:close/>
                  <a:moveTo>
                    <a:pt x="1408380" y="1624218"/>
                  </a:moveTo>
                  <a:lnTo>
                    <a:pt x="1444964" y="1606709"/>
                  </a:lnTo>
                  <a:lnTo>
                    <a:pt x="1431784" y="1584496"/>
                  </a:lnTo>
                  <a:close/>
                  <a:moveTo>
                    <a:pt x="1149692" y="1364708"/>
                  </a:moveTo>
                  <a:lnTo>
                    <a:pt x="1089643" y="1458503"/>
                  </a:lnTo>
                  <a:lnTo>
                    <a:pt x="1146540" y="1417762"/>
                  </a:lnTo>
                  <a:close/>
                  <a:moveTo>
                    <a:pt x="1084268" y="1457396"/>
                  </a:moveTo>
                  <a:lnTo>
                    <a:pt x="1089643" y="1458503"/>
                  </a:lnTo>
                  <a:lnTo>
                    <a:pt x="1149692" y="1364708"/>
                  </a:lnTo>
                  <a:close/>
                  <a:moveTo>
                    <a:pt x="1101903" y="1342967"/>
                  </a:moveTo>
                  <a:lnTo>
                    <a:pt x="1084268" y="1457396"/>
                  </a:lnTo>
                  <a:lnTo>
                    <a:pt x="1149692" y="1364708"/>
                  </a:lnTo>
                  <a:close/>
                  <a:moveTo>
                    <a:pt x="1149692" y="1364708"/>
                  </a:moveTo>
                  <a:lnTo>
                    <a:pt x="1161247" y="1257546"/>
                  </a:lnTo>
                  <a:lnTo>
                    <a:pt x="1100841" y="1310354"/>
                  </a:lnTo>
                  <a:close/>
                  <a:moveTo>
                    <a:pt x="906951" y="940406"/>
                  </a:moveTo>
                  <a:lnTo>
                    <a:pt x="847666" y="928013"/>
                  </a:lnTo>
                  <a:lnTo>
                    <a:pt x="810475" y="997240"/>
                  </a:lnTo>
                  <a:close/>
                  <a:moveTo>
                    <a:pt x="543613" y="793241"/>
                  </a:moveTo>
                  <a:lnTo>
                    <a:pt x="567956" y="882997"/>
                  </a:lnTo>
                  <a:lnTo>
                    <a:pt x="581690" y="800782"/>
                  </a:lnTo>
                  <a:close/>
                  <a:moveTo>
                    <a:pt x="543613" y="793241"/>
                  </a:moveTo>
                  <a:lnTo>
                    <a:pt x="581690" y="800782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543613" y="793241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613376" y="697025"/>
                  </a:lnTo>
                  <a:lnTo>
                    <a:pt x="554809" y="662118"/>
                  </a:lnTo>
                  <a:close/>
                  <a:moveTo>
                    <a:pt x="613376" y="697025"/>
                  </a:moveTo>
                  <a:lnTo>
                    <a:pt x="630656" y="667041"/>
                  </a:lnTo>
                  <a:lnTo>
                    <a:pt x="554809" y="662118"/>
                  </a:lnTo>
                  <a:close/>
                  <a:moveTo>
                    <a:pt x="348797" y="351270"/>
                  </a:moveTo>
                  <a:lnTo>
                    <a:pt x="375804" y="368614"/>
                  </a:lnTo>
                  <a:lnTo>
                    <a:pt x="401969" y="369333"/>
                  </a:lnTo>
                  <a:close/>
                  <a:moveTo>
                    <a:pt x="344332" y="369043"/>
                  </a:moveTo>
                  <a:lnTo>
                    <a:pt x="348797" y="351270"/>
                  </a:lnTo>
                  <a:lnTo>
                    <a:pt x="316887" y="329883"/>
                  </a:lnTo>
                  <a:close/>
                  <a:moveTo>
                    <a:pt x="316887" y="329883"/>
                  </a:moveTo>
                  <a:lnTo>
                    <a:pt x="306742" y="364169"/>
                  </a:lnTo>
                  <a:lnTo>
                    <a:pt x="344332" y="369043"/>
                  </a:lnTo>
                  <a:close/>
                  <a:moveTo>
                    <a:pt x="2312144" y="2487458"/>
                  </a:moveTo>
                  <a:lnTo>
                    <a:pt x="2284688" y="2456125"/>
                  </a:lnTo>
                  <a:lnTo>
                    <a:pt x="2288447" y="2546223"/>
                  </a:lnTo>
                  <a:close/>
                  <a:moveTo>
                    <a:pt x="2054972" y="2368211"/>
                  </a:moveTo>
                  <a:lnTo>
                    <a:pt x="2055507" y="2406647"/>
                  </a:lnTo>
                  <a:lnTo>
                    <a:pt x="2067821" y="2417810"/>
                  </a:lnTo>
                  <a:close/>
                  <a:moveTo>
                    <a:pt x="1913180" y="1957136"/>
                  </a:moveTo>
                  <a:lnTo>
                    <a:pt x="1844486" y="1924915"/>
                  </a:lnTo>
                  <a:lnTo>
                    <a:pt x="1789451" y="1934349"/>
                  </a:lnTo>
                  <a:close/>
                  <a:moveTo>
                    <a:pt x="1761117" y="1874921"/>
                  </a:moveTo>
                  <a:lnTo>
                    <a:pt x="1789451" y="1934349"/>
                  </a:lnTo>
                  <a:lnTo>
                    <a:pt x="1844486" y="1924915"/>
                  </a:lnTo>
                  <a:close/>
                  <a:moveTo>
                    <a:pt x="1761117" y="1874921"/>
                  </a:moveTo>
                  <a:lnTo>
                    <a:pt x="1735461" y="1913357"/>
                  </a:lnTo>
                  <a:lnTo>
                    <a:pt x="1789451" y="1934349"/>
                  </a:lnTo>
                  <a:close/>
                  <a:moveTo>
                    <a:pt x="1686690" y="1828797"/>
                  </a:moveTo>
                  <a:lnTo>
                    <a:pt x="1690481" y="1828570"/>
                  </a:lnTo>
                  <a:lnTo>
                    <a:pt x="1652371" y="1798960"/>
                  </a:lnTo>
                  <a:close/>
                  <a:moveTo>
                    <a:pt x="648163" y="517293"/>
                  </a:moveTo>
                  <a:lnTo>
                    <a:pt x="675609" y="556457"/>
                  </a:lnTo>
                  <a:lnTo>
                    <a:pt x="725936" y="529417"/>
                  </a:lnTo>
                  <a:close/>
                  <a:moveTo>
                    <a:pt x="424427" y="312834"/>
                  </a:moveTo>
                  <a:lnTo>
                    <a:pt x="348797" y="351270"/>
                  </a:lnTo>
                  <a:lnTo>
                    <a:pt x="401969" y="369333"/>
                  </a:lnTo>
                  <a:close/>
                  <a:moveTo>
                    <a:pt x="401969" y="369333"/>
                  </a:moveTo>
                  <a:lnTo>
                    <a:pt x="481172" y="386803"/>
                  </a:lnTo>
                  <a:lnTo>
                    <a:pt x="537791" y="383290"/>
                  </a:lnTo>
                  <a:close/>
                  <a:moveTo>
                    <a:pt x="447341" y="323773"/>
                  </a:moveTo>
                  <a:lnTo>
                    <a:pt x="401969" y="369333"/>
                  </a:lnTo>
                  <a:lnTo>
                    <a:pt x="537791" y="383290"/>
                  </a:lnTo>
                  <a:close/>
                  <a:moveTo>
                    <a:pt x="1752489" y="1859611"/>
                  </a:moveTo>
                  <a:lnTo>
                    <a:pt x="1652371" y="1798960"/>
                  </a:lnTo>
                  <a:lnTo>
                    <a:pt x="1690481" y="1828570"/>
                  </a:lnTo>
                  <a:close/>
                  <a:moveTo>
                    <a:pt x="2285505" y="2448523"/>
                  </a:moveTo>
                  <a:lnTo>
                    <a:pt x="2223455" y="2505842"/>
                  </a:lnTo>
                  <a:lnTo>
                    <a:pt x="2284688" y="2456125"/>
                  </a:lnTo>
                  <a:close/>
                  <a:moveTo>
                    <a:pt x="2285505" y="2448523"/>
                  </a:moveTo>
                  <a:lnTo>
                    <a:pt x="2284688" y="2456125"/>
                  </a:lnTo>
                  <a:lnTo>
                    <a:pt x="2286553" y="2450426"/>
                  </a:lnTo>
                  <a:close/>
                  <a:moveTo>
                    <a:pt x="2277630" y="2354833"/>
                  </a:moveTo>
                  <a:lnTo>
                    <a:pt x="2286553" y="2450426"/>
                  </a:lnTo>
                  <a:lnTo>
                    <a:pt x="2294280" y="2368211"/>
                  </a:lnTo>
                  <a:close/>
                  <a:moveTo>
                    <a:pt x="2277630" y="2354833"/>
                  </a:moveTo>
                  <a:lnTo>
                    <a:pt x="2285505" y="2448523"/>
                  </a:lnTo>
                  <a:lnTo>
                    <a:pt x="2286553" y="2450426"/>
                  </a:lnTo>
                  <a:close/>
                  <a:moveTo>
                    <a:pt x="2250237" y="2327318"/>
                  </a:moveTo>
                  <a:lnTo>
                    <a:pt x="2213925" y="2346032"/>
                  </a:lnTo>
                  <a:lnTo>
                    <a:pt x="2277630" y="2354833"/>
                  </a:lnTo>
                  <a:close/>
                  <a:moveTo>
                    <a:pt x="1913180" y="1957136"/>
                  </a:moveTo>
                  <a:lnTo>
                    <a:pt x="1941137" y="1946159"/>
                  </a:lnTo>
                  <a:lnTo>
                    <a:pt x="1955368" y="1845623"/>
                  </a:lnTo>
                  <a:close/>
                  <a:moveTo>
                    <a:pt x="1844486" y="1924915"/>
                  </a:moveTo>
                  <a:lnTo>
                    <a:pt x="1913180" y="1957136"/>
                  </a:lnTo>
                  <a:lnTo>
                    <a:pt x="1955368" y="1845623"/>
                  </a:lnTo>
                  <a:close/>
                  <a:moveTo>
                    <a:pt x="1941137" y="1946159"/>
                  </a:moveTo>
                  <a:lnTo>
                    <a:pt x="1997828" y="1940919"/>
                  </a:lnTo>
                  <a:lnTo>
                    <a:pt x="1955368" y="1845623"/>
                  </a:lnTo>
                  <a:close/>
                  <a:moveTo>
                    <a:pt x="1761117" y="1874921"/>
                  </a:moveTo>
                  <a:lnTo>
                    <a:pt x="1844486" y="1924915"/>
                  </a:lnTo>
                  <a:lnTo>
                    <a:pt x="1758945" y="1873001"/>
                  </a:lnTo>
                  <a:close/>
                  <a:moveTo>
                    <a:pt x="1752489" y="1859611"/>
                  </a:moveTo>
                  <a:lnTo>
                    <a:pt x="1761117" y="1874921"/>
                  </a:lnTo>
                  <a:lnTo>
                    <a:pt x="1758945" y="1873001"/>
                  </a:lnTo>
                  <a:close/>
                  <a:moveTo>
                    <a:pt x="1563260" y="1546060"/>
                  </a:moveTo>
                  <a:lnTo>
                    <a:pt x="1589622" y="1507624"/>
                  </a:lnTo>
                  <a:lnTo>
                    <a:pt x="1509710" y="1509216"/>
                  </a:lnTo>
                  <a:close/>
                  <a:moveTo>
                    <a:pt x="1589622" y="1507624"/>
                  </a:moveTo>
                  <a:lnTo>
                    <a:pt x="1560372" y="1483432"/>
                  </a:lnTo>
                  <a:lnTo>
                    <a:pt x="1509710" y="1509216"/>
                  </a:lnTo>
                  <a:close/>
                  <a:moveTo>
                    <a:pt x="1649867" y="1539379"/>
                  </a:moveTo>
                  <a:lnTo>
                    <a:pt x="1603932" y="1582838"/>
                  </a:lnTo>
                  <a:lnTo>
                    <a:pt x="1728322" y="1554051"/>
                  </a:lnTo>
                  <a:close/>
                  <a:moveTo>
                    <a:pt x="725936" y="529417"/>
                  </a:moveTo>
                  <a:lnTo>
                    <a:pt x="695667" y="479700"/>
                  </a:lnTo>
                  <a:lnTo>
                    <a:pt x="648163" y="517293"/>
                  </a:lnTo>
                  <a:close/>
                  <a:moveTo>
                    <a:pt x="1951282" y="1754269"/>
                  </a:moveTo>
                  <a:lnTo>
                    <a:pt x="1938898" y="1747795"/>
                  </a:lnTo>
                  <a:lnTo>
                    <a:pt x="2012990" y="1798048"/>
                  </a:lnTo>
                  <a:close/>
                  <a:moveTo>
                    <a:pt x="1961820" y="1836484"/>
                  </a:moveTo>
                  <a:lnTo>
                    <a:pt x="1951282" y="1754269"/>
                  </a:lnTo>
                  <a:lnTo>
                    <a:pt x="2012990" y="1798048"/>
                  </a:lnTo>
                  <a:close/>
                  <a:moveTo>
                    <a:pt x="1456067" y="1096549"/>
                  </a:moveTo>
                  <a:lnTo>
                    <a:pt x="1457112" y="1097360"/>
                  </a:lnTo>
                  <a:lnTo>
                    <a:pt x="1416882" y="1068487"/>
                  </a:lnTo>
                  <a:close/>
                  <a:moveTo>
                    <a:pt x="790221" y="413661"/>
                  </a:moveTo>
                  <a:lnTo>
                    <a:pt x="837948" y="454350"/>
                  </a:lnTo>
                  <a:lnTo>
                    <a:pt x="814250" y="438828"/>
                  </a:lnTo>
                  <a:close/>
                  <a:moveTo>
                    <a:pt x="866796" y="311906"/>
                  </a:moveTo>
                  <a:lnTo>
                    <a:pt x="870882" y="318176"/>
                  </a:lnTo>
                  <a:lnTo>
                    <a:pt x="888333" y="212326"/>
                  </a:lnTo>
                  <a:close/>
                  <a:moveTo>
                    <a:pt x="1553971" y="817443"/>
                  </a:moveTo>
                  <a:lnTo>
                    <a:pt x="1544501" y="855245"/>
                  </a:lnTo>
                  <a:lnTo>
                    <a:pt x="1487231" y="779564"/>
                  </a:lnTo>
                  <a:close/>
                  <a:moveTo>
                    <a:pt x="1521028" y="443856"/>
                  </a:moveTo>
                  <a:lnTo>
                    <a:pt x="1526022" y="494191"/>
                  </a:lnTo>
                  <a:lnTo>
                    <a:pt x="1536114" y="449511"/>
                  </a:lnTo>
                  <a:close/>
                  <a:moveTo>
                    <a:pt x="1521028" y="443856"/>
                  </a:moveTo>
                  <a:lnTo>
                    <a:pt x="1536114" y="449511"/>
                  </a:lnTo>
                  <a:lnTo>
                    <a:pt x="1548729" y="363886"/>
                  </a:lnTo>
                  <a:close/>
                  <a:moveTo>
                    <a:pt x="1285924" y="0"/>
                  </a:moveTo>
                  <a:lnTo>
                    <a:pt x="1201218" y="21620"/>
                  </a:lnTo>
                  <a:lnTo>
                    <a:pt x="1275042" y="113135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55" name="Candidate_density__2074">
              <a:extLst>
                <a:ext uri="{FF2B5EF4-FFF2-40B4-BE49-F238E27FC236}">
                  <a16:creationId xmlns:a16="http://schemas.microsoft.com/office/drawing/2014/main" id="{EAF4C24B-F857-B9EE-51A7-F6A45224DF26}"/>
                </a:ext>
              </a:extLst>
            </p:cNvPr>
            <p:cNvSpPr>
              <a:spLocks noGrp="1"/>
            </p:cNvSpPr>
            <p:nvPr/>
          </p:nvSpPr>
          <p:spPr>
            <a:xfrm>
              <a:off x="4828023" y="1995139"/>
              <a:ext cx="1413638" cy="2519296"/>
            </a:xfrm>
            <a:custGeom>
              <a:avLst/>
              <a:gdLst/>
              <a:ahLst/>
              <a:cxnLst/>
              <a:rect l="0" t="0" r="0" b="0"/>
              <a:pathLst>
                <a:path w="1413638" h="2519296">
                  <a:moveTo>
                    <a:pt x="353217" y="1841438"/>
                  </a:moveTo>
                  <a:lnTo>
                    <a:pt x="347896" y="1849670"/>
                  </a:lnTo>
                  <a:lnTo>
                    <a:pt x="357804" y="1840630"/>
                  </a:lnTo>
                  <a:close/>
                  <a:moveTo>
                    <a:pt x="1098960" y="2463950"/>
                  </a:moveTo>
                  <a:lnTo>
                    <a:pt x="1068128" y="2460723"/>
                  </a:lnTo>
                  <a:lnTo>
                    <a:pt x="1031106" y="2470847"/>
                  </a:lnTo>
                  <a:close/>
                  <a:moveTo>
                    <a:pt x="353217" y="1841438"/>
                  </a:moveTo>
                  <a:lnTo>
                    <a:pt x="360052" y="1839787"/>
                  </a:lnTo>
                  <a:lnTo>
                    <a:pt x="410034" y="1820708"/>
                  </a:lnTo>
                  <a:close/>
                  <a:moveTo>
                    <a:pt x="360052" y="1839787"/>
                  </a:moveTo>
                  <a:lnTo>
                    <a:pt x="353217" y="1841438"/>
                  </a:lnTo>
                  <a:lnTo>
                    <a:pt x="357804" y="1840630"/>
                  </a:lnTo>
                  <a:close/>
                  <a:moveTo>
                    <a:pt x="441972" y="1803002"/>
                  </a:moveTo>
                  <a:lnTo>
                    <a:pt x="360052" y="1839787"/>
                  </a:lnTo>
                  <a:lnTo>
                    <a:pt x="475672" y="1787460"/>
                  </a:lnTo>
                  <a:close/>
                  <a:moveTo>
                    <a:pt x="475672" y="1787460"/>
                  </a:moveTo>
                  <a:lnTo>
                    <a:pt x="360052" y="1839787"/>
                  </a:lnTo>
                  <a:lnTo>
                    <a:pt x="357804" y="1840630"/>
                  </a:lnTo>
                  <a:close/>
                  <a:moveTo>
                    <a:pt x="475672" y="1787460"/>
                  </a:moveTo>
                  <a:lnTo>
                    <a:pt x="357804" y="1840630"/>
                  </a:lnTo>
                  <a:lnTo>
                    <a:pt x="429454" y="1829863"/>
                  </a:lnTo>
                  <a:close/>
                  <a:moveTo>
                    <a:pt x="78174" y="1486803"/>
                  </a:moveTo>
                  <a:lnTo>
                    <a:pt x="55468" y="1546220"/>
                  </a:lnTo>
                  <a:lnTo>
                    <a:pt x="85501" y="1512579"/>
                  </a:lnTo>
                  <a:close/>
                  <a:moveTo>
                    <a:pt x="0" y="1348148"/>
                  </a:moveTo>
                  <a:lnTo>
                    <a:pt x="20236" y="1233630"/>
                  </a:lnTo>
                  <a:lnTo>
                    <a:pt x="17010" y="1227497"/>
                  </a:lnTo>
                  <a:close/>
                  <a:moveTo>
                    <a:pt x="17010" y="1227497"/>
                  </a:moveTo>
                  <a:lnTo>
                    <a:pt x="20236" y="1233630"/>
                  </a:lnTo>
                  <a:lnTo>
                    <a:pt x="26467" y="1222587"/>
                  </a:lnTo>
                  <a:close/>
                  <a:moveTo>
                    <a:pt x="441972" y="1803002"/>
                  </a:moveTo>
                  <a:lnTo>
                    <a:pt x="410034" y="1820708"/>
                  </a:lnTo>
                  <a:lnTo>
                    <a:pt x="360052" y="1839787"/>
                  </a:lnTo>
                  <a:close/>
                  <a:moveTo>
                    <a:pt x="1154000" y="2519296"/>
                  </a:moveTo>
                  <a:lnTo>
                    <a:pt x="1068128" y="2460723"/>
                  </a:lnTo>
                  <a:lnTo>
                    <a:pt x="1108066" y="2456546"/>
                  </a:lnTo>
                  <a:close/>
                  <a:moveTo>
                    <a:pt x="441972" y="1803002"/>
                  </a:moveTo>
                  <a:lnTo>
                    <a:pt x="475672" y="1787460"/>
                  </a:lnTo>
                  <a:lnTo>
                    <a:pt x="432573" y="1780828"/>
                  </a:lnTo>
                  <a:close/>
                  <a:moveTo>
                    <a:pt x="101795" y="795162"/>
                  </a:moveTo>
                  <a:lnTo>
                    <a:pt x="76340" y="821763"/>
                  </a:lnTo>
                  <a:lnTo>
                    <a:pt x="15604" y="837027"/>
                  </a:lnTo>
                  <a:close/>
                  <a:moveTo>
                    <a:pt x="816566" y="1580427"/>
                  </a:moveTo>
                  <a:lnTo>
                    <a:pt x="685339" y="1583649"/>
                  </a:lnTo>
                  <a:lnTo>
                    <a:pt x="766659" y="1609036"/>
                  </a:lnTo>
                  <a:close/>
                  <a:moveTo>
                    <a:pt x="1334385" y="2263199"/>
                  </a:moveTo>
                  <a:lnTo>
                    <a:pt x="1367735" y="2247867"/>
                  </a:lnTo>
                  <a:lnTo>
                    <a:pt x="1413638" y="2204287"/>
                  </a:lnTo>
                  <a:close/>
                  <a:moveTo>
                    <a:pt x="1104087" y="1731472"/>
                  </a:moveTo>
                  <a:lnTo>
                    <a:pt x="1046912" y="1745026"/>
                  </a:lnTo>
                  <a:lnTo>
                    <a:pt x="1136345" y="1724852"/>
                  </a:lnTo>
                  <a:close/>
                  <a:moveTo>
                    <a:pt x="860896" y="1530966"/>
                  </a:moveTo>
                  <a:lnTo>
                    <a:pt x="816566" y="1580427"/>
                  </a:lnTo>
                  <a:lnTo>
                    <a:pt x="933710" y="1524547"/>
                  </a:lnTo>
                  <a:close/>
                  <a:moveTo>
                    <a:pt x="1177701" y="1699289"/>
                  </a:moveTo>
                  <a:lnTo>
                    <a:pt x="1104087" y="1731472"/>
                  </a:lnTo>
                  <a:lnTo>
                    <a:pt x="1136345" y="1724852"/>
                  </a:lnTo>
                  <a:close/>
                  <a:moveTo>
                    <a:pt x="686889" y="1155297"/>
                  </a:moveTo>
                  <a:lnTo>
                    <a:pt x="698224" y="1045991"/>
                  </a:lnTo>
                  <a:lnTo>
                    <a:pt x="675958" y="1117529"/>
                  </a:lnTo>
                  <a:close/>
                  <a:moveTo>
                    <a:pt x="379804" y="256942"/>
                  </a:moveTo>
                  <a:lnTo>
                    <a:pt x="396212" y="218505"/>
                  </a:lnTo>
                  <a:lnTo>
                    <a:pt x="386735" y="227178"/>
                  </a:lnTo>
                  <a:close/>
                  <a:moveTo>
                    <a:pt x="453626" y="136290"/>
                  </a:moveTo>
                  <a:lnTo>
                    <a:pt x="497733" y="97854"/>
                  </a:lnTo>
                  <a:lnTo>
                    <a:pt x="487022" y="108278"/>
                  </a:lnTo>
                  <a:close/>
                  <a:moveTo>
                    <a:pt x="956434" y="533498"/>
                  </a:moveTo>
                  <a:lnTo>
                    <a:pt x="908593" y="569828"/>
                  </a:lnTo>
                  <a:lnTo>
                    <a:pt x="1029169" y="526786"/>
                  </a:lnTo>
                  <a:close/>
                  <a:moveTo>
                    <a:pt x="523130" y="28079"/>
                  </a:moveTo>
                  <a:lnTo>
                    <a:pt x="492997" y="90730"/>
                  </a:lnTo>
                  <a:lnTo>
                    <a:pt x="590151" y="0"/>
                  </a:lnTo>
                  <a:close/>
                  <a:moveTo>
                    <a:pt x="1056925" y="435687"/>
                  </a:moveTo>
                  <a:lnTo>
                    <a:pt x="1029169" y="526786"/>
                  </a:lnTo>
                  <a:lnTo>
                    <a:pt x="1063061" y="47049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56" name="Candidate_density__2075">
              <a:extLst>
                <a:ext uri="{FF2B5EF4-FFF2-40B4-BE49-F238E27FC236}">
                  <a16:creationId xmlns:a16="http://schemas.microsoft.com/office/drawing/2014/main" id="{6475D69B-5688-1256-55B0-7470A8055E3F}"/>
                </a:ext>
              </a:extLst>
            </p:cNvPr>
            <p:cNvSpPr>
              <a:spLocks noGrp="1"/>
            </p:cNvSpPr>
            <p:nvPr/>
          </p:nvSpPr>
          <p:spPr>
            <a:xfrm>
              <a:off x="4333264" y="1521749"/>
              <a:ext cx="2252229" cy="3690754"/>
            </a:xfrm>
            <a:custGeom>
              <a:avLst/>
              <a:gdLst/>
              <a:ahLst/>
              <a:cxnLst/>
              <a:rect l="0" t="0" r="0" b="0"/>
              <a:pathLst>
                <a:path w="2252229" h="3690754">
                  <a:moveTo>
                    <a:pt x="333614" y="3608902"/>
                  </a:moveTo>
                  <a:lnTo>
                    <a:pt x="321760" y="3659544"/>
                  </a:lnTo>
                  <a:lnTo>
                    <a:pt x="374890" y="3642989"/>
                  </a:lnTo>
                  <a:close/>
                  <a:moveTo>
                    <a:pt x="482722" y="3652680"/>
                  </a:moveTo>
                  <a:lnTo>
                    <a:pt x="476462" y="3679598"/>
                  </a:lnTo>
                  <a:lnTo>
                    <a:pt x="514575" y="3671389"/>
                  </a:lnTo>
                  <a:close/>
                  <a:moveTo>
                    <a:pt x="618913" y="3624380"/>
                  </a:moveTo>
                  <a:lnTo>
                    <a:pt x="514575" y="3671389"/>
                  </a:lnTo>
                  <a:lnTo>
                    <a:pt x="593670" y="3688452"/>
                  </a:lnTo>
                  <a:close/>
                  <a:moveTo>
                    <a:pt x="684536" y="3631622"/>
                  </a:moveTo>
                  <a:lnTo>
                    <a:pt x="593670" y="3688452"/>
                  </a:lnTo>
                  <a:lnTo>
                    <a:pt x="668816" y="3690754"/>
                  </a:lnTo>
                  <a:close/>
                  <a:moveTo>
                    <a:pt x="684536" y="3631622"/>
                  </a:moveTo>
                  <a:lnTo>
                    <a:pt x="618913" y="3624380"/>
                  </a:lnTo>
                  <a:lnTo>
                    <a:pt x="593670" y="3688452"/>
                  </a:lnTo>
                  <a:close/>
                  <a:moveTo>
                    <a:pt x="618913" y="3624380"/>
                  </a:moveTo>
                  <a:lnTo>
                    <a:pt x="684536" y="3631622"/>
                  </a:lnTo>
                  <a:lnTo>
                    <a:pt x="645547" y="3563227"/>
                  </a:lnTo>
                  <a:close/>
                  <a:moveTo>
                    <a:pt x="618913" y="3624380"/>
                  </a:moveTo>
                  <a:lnTo>
                    <a:pt x="645547" y="3563227"/>
                  </a:lnTo>
                  <a:lnTo>
                    <a:pt x="586311" y="3550793"/>
                  </a:lnTo>
                  <a:close/>
                  <a:moveTo>
                    <a:pt x="510807" y="3378643"/>
                  </a:moveTo>
                  <a:lnTo>
                    <a:pt x="498750" y="3367599"/>
                  </a:lnTo>
                  <a:lnTo>
                    <a:pt x="487960" y="3356675"/>
                  </a:lnTo>
                  <a:close/>
                  <a:moveTo>
                    <a:pt x="558438" y="3329162"/>
                  </a:moveTo>
                  <a:lnTo>
                    <a:pt x="498750" y="3367599"/>
                  </a:lnTo>
                  <a:lnTo>
                    <a:pt x="576246" y="3408106"/>
                  </a:lnTo>
                  <a:close/>
                  <a:moveTo>
                    <a:pt x="42058" y="2265708"/>
                  </a:moveTo>
                  <a:lnTo>
                    <a:pt x="1494" y="2222086"/>
                  </a:lnTo>
                  <a:lnTo>
                    <a:pt x="61568" y="2273148"/>
                  </a:lnTo>
                  <a:close/>
                  <a:moveTo>
                    <a:pt x="1361" y="2221929"/>
                  </a:moveTo>
                  <a:lnTo>
                    <a:pt x="1494" y="2222086"/>
                  </a:lnTo>
                  <a:lnTo>
                    <a:pt x="42058" y="2265708"/>
                  </a:lnTo>
                  <a:close/>
                  <a:moveTo>
                    <a:pt x="7146" y="2183493"/>
                  </a:moveTo>
                  <a:lnTo>
                    <a:pt x="1361" y="2221929"/>
                  </a:lnTo>
                  <a:lnTo>
                    <a:pt x="42058" y="2265708"/>
                  </a:lnTo>
                  <a:close/>
                  <a:moveTo>
                    <a:pt x="715978" y="2905416"/>
                  </a:moveTo>
                  <a:lnTo>
                    <a:pt x="747078" y="2980224"/>
                  </a:lnTo>
                  <a:lnTo>
                    <a:pt x="770172" y="2921947"/>
                  </a:lnTo>
                  <a:close/>
                  <a:moveTo>
                    <a:pt x="715978" y="2905416"/>
                  </a:moveTo>
                  <a:lnTo>
                    <a:pt x="770172" y="2921947"/>
                  </a:lnTo>
                  <a:lnTo>
                    <a:pt x="791149" y="2804801"/>
                  </a:lnTo>
                  <a:close/>
                  <a:moveTo>
                    <a:pt x="11841" y="2013299"/>
                  </a:moveTo>
                  <a:lnTo>
                    <a:pt x="121007" y="1980626"/>
                  </a:lnTo>
                  <a:lnTo>
                    <a:pt x="15909" y="2060780"/>
                  </a:lnTo>
                  <a:close/>
                  <a:moveTo>
                    <a:pt x="126017" y="1978594"/>
                  </a:moveTo>
                  <a:lnTo>
                    <a:pt x="11841" y="2013299"/>
                  </a:lnTo>
                  <a:lnTo>
                    <a:pt x="0" y="2001299"/>
                  </a:lnTo>
                  <a:close/>
                  <a:moveTo>
                    <a:pt x="196629" y="2123846"/>
                  </a:moveTo>
                  <a:lnTo>
                    <a:pt x="185559" y="2201211"/>
                  </a:lnTo>
                  <a:lnTo>
                    <a:pt x="224717" y="2145056"/>
                  </a:lnTo>
                  <a:close/>
                  <a:moveTo>
                    <a:pt x="711523" y="2408575"/>
                  </a:moveTo>
                  <a:lnTo>
                    <a:pt x="743439" y="2517695"/>
                  </a:lnTo>
                  <a:lnTo>
                    <a:pt x="805098" y="2415218"/>
                  </a:lnTo>
                  <a:close/>
                  <a:moveTo>
                    <a:pt x="367890" y="2106620"/>
                  </a:moveTo>
                  <a:lnTo>
                    <a:pt x="390336" y="2188835"/>
                  </a:lnTo>
                  <a:lnTo>
                    <a:pt x="498435" y="2104627"/>
                  </a:lnTo>
                  <a:close/>
                  <a:moveTo>
                    <a:pt x="367622" y="2106016"/>
                  </a:moveTo>
                  <a:lnTo>
                    <a:pt x="367890" y="2106620"/>
                  </a:lnTo>
                  <a:lnTo>
                    <a:pt x="498435" y="2104627"/>
                  </a:lnTo>
                  <a:close/>
                  <a:moveTo>
                    <a:pt x="389183" y="2188580"/>
                  </a:moveTo>
                  <a:lnTo>
                    <a:pt x="367622" y="2106016"/>
                  </a:lnTo>
                  <a:lnTo>
                    <a:pt x="498435" y="2104627"/>
                  </a:lnTo>
                  <a:close/>
                  <a:moveTo>
                    <a:pt x="319697" y="1985969"/>
                  </a:moveTo>
                  <a:lnTo>
                    <a:pt x="278707" y="1917525"/>
                  </a:lnTo>
                  <a:lnTo>
                    <a:pt x="314882" y="1942189"/>
                  </a:lnTo>
                  <a:close/>
                  <a:moveTo>
                    <a:pt x="314384" y="1910348"/>
                  </a:moveTo>
                  <a:lnTo>
                    <a:pt x="314882" y="1942189"/>
                  </a:lnTo>
                  <a:lnTo>
                    <a:pt x="278707" y="1917525"/>
                  </a:lnTo>
                  <a:close/>
                  <a:moveTo>
                    <a:pt x="771682" y="2397044"/>
                  </a:moveTo>
                  <a:lnTo>
                    <a:pt x="805098" y="2415218"/>
                  </a:lnTo>
                  <a:lnTo>
                    <a:pt x="811748" y="2387686"/>
                  </a:lnTo>
                  <a:close/>
                  <a:moveTo>
                    <a:pt x="771682" y="2397044"/>
                  </a:moveTo>
                  <a:lnTo>
                    <a:pt x="811748" y="2387686"/>
                  </a:lnTo>
                  <a:lnTo>
                    <a:pt x="786373" y="2276392"/>
                  </a:lnTo>
                  <a:close/>
                  <a:moveTo>
                    <a:pt x="766349" y="2314828"/>
                  </a:moveTo>
                  <a:lnTo>
                    <a:pt x="771682" y="2397044"/>
                  </a:lnTo>
                  <a:lnTo>
                    <a:pt x="786373" y="2276392"/>
                  </a:lnTo>
                  <a:close/>
                  <a:moveTo>
                    <a:pt x="811748" y="2387686"/>
                  </a:moveTo>
                  <a:lnTo>
                    <a:pt x="805098" y="2415218"/>
                  </a:lnTo>
                  <a:lnTo>
                    <a:pt x="823047" y="2397044"/>
                  </a:lnTo>
                  <a:close/>
                  <a:moveTo>
                    <a:pt x="496115" y="1962054"/>
                  </a:moveTo>
                  <a:lnTo>
                    <a:pt x="572933" y="1960193"/>
                  </a:lnTo>
                  <a:lnTo>
                    <a:pt x="482600" y="1872948"/>
                  </a:lnTo>
                  <a:close/>
                  <a:moveTo>
                    <a:pt x="399837" y="1879642"/>
                  </a:moveTo>
                  <a:lnTo>
                    <a:pt x="486016" y="1947532"/>
                  </a:lnTo>
                  <a:lnTo>
                    <a:pt x="496115" y="1962054"/>
                  </a:lnTo>
                  <a:close/>
                  <a:moveTo>
                    <a:pt x="399837" y="1879642"/>
                  </a:moveTo>
                  <a:lnTo>
                    <a:pt x="380260" y="1795465"/>
                  </a:lnTo>
                  <a:lnTo>
                    <a:pt x="379612" y="1865317"/>
                  </a:lnTo>
                  <a:close/>
                  <a:moveTo>
                    <a:pt x="490825" y="1903753"/>
                  </a:moveTo>
                  <a:lnTo>
                    <a:pt x="471673" y="1789366"/>
                  </a:lnTo>
                  <a:lnTo>
                    <a:pt x="482600" y="1872948"/>
                  </a:lnTo>
                  <a:close/>
                  <a:moveTo>
                    <a:pt x="471321" y="1783102"/>
                  </a:moveTo>
                  <a:lnTo>
                    <a:pt x="471673" y="1789366"/>
                  </a:lnTo>
                  <a:lnTo>
                    <a:pt x="490825" y="1903753"/>
                  </a:lnTo>
                  <a:close/>
                  <a:moveTo>
                    <a:pt x="380260" y="1795465"/>
                  </a:moveTo>
                  <a:lnTo>
                    <a:pt x="468385" y="1783102"/>
                  </a:lnTo>
                  <a:lnTo>
                    <a:pt x="386908" y="1751102"/>
                  </a:lnTo>
                  <a:close/>
                  <a:moveTo>
                    <a:pt x="1348355" y="2837872"/>
                  </a:moveTo>
                  <a:lnTo>
                    <a:pt x="1334165" y="2813461"/>
                  </a:lnTo>
                  <a:lnTo>
                    <a:pt x="1320713" y="2797979"/>
                  </a:lnTo>
                  <a:close/>
                  <a:moveTo>
                    <a:pt x="1165200" y="2582389"/>
                  </a:moveTo>
                  <a:lnTo>
                    <a:pt x="1212652" y="2609159"/>
                  </a:lnTo>
                  <a:lnTo>
                    <a:pt x="1229151" y="2649031"/>
                  </a:lnTo>
                  <a:close/>
                  <a:moveTo>
                    <a:pt x="638633" y="1909095"/>
                  </a:moveTo>
                  <a:lnTo>
                    <a:pt x="663742" y="1946960"/>
                  </a:lnTo>
                  <a:lnTo>
                    <a:pt x="730558" y="1984773"/>
                  </a:lnTo>
                  <a:close/>
                  <a:moveTo>
                    <a:pt x="1736502" y="3060107"/>
                  </a:moveTo>
                  <a:lnTo>
                    <a:pt x="1797420" y="3032511"/>
                  </a:lnTo>
                  <a:lnTo>
                    <a:pt x="1801277" y="2986237"/>
                  </a:lnTo>
                  <a:close/>
                  <a:moveTo>
                    <a:pt x="917276" y="2062209"/>
                  </a:moveTo>
                  <a:lnTo>
                    <a:pt x="987277" y="2155741"/>
                  </a:lnTo>
                  <a:lnTo>
                    <a:pt x="926541" y="2073525"/>
                  </a:lnTo>
                  <a:close/>
                  <a:moveTo>
                    <a:pt x="864646" y="2044405"/>
                  </a:moveTo>
                  <a:lnTo>
                    <a:pt x="964670" y="2123771"/>
                  </a:lnTo>
                  <a:lnTo>
                    <a:pt x="917276" y="2062209"/>
                  </a:lnTo>
                  <a:close/>
                  <a:moveTo>
                    <a:pt x="1638417" y="2740316"/>
                  </a:moveTo>
                  <a:lnTo>
                    <a:pt x="1723947" y="2831467"/>
                  </a:lnTo>
                  <a:lnTo>
                    <a:pt x="1662841" y="2775025"/>
                  </a:lnTo>
                  <a:close/>
                  <a:moveTo>
                    <a:pt x="915560" y="1763328"/>
                  </a:moveTo>
                  <a:lnTo>
                    <a:pt x="989119" y="1864211"/>
                  </a:lnTo>
                  <a:lnTo>
                    <a:pt x="1004509" y="1832223"/>
                  </a:lnTo>
                  <a:close/>
                  <a:moveTo>
                    <a:pt x="249132" y="1048508"/>
                  </a:moveTo>
                  <a:lnTo>
                    <a:pt x="295702" y="1010072"/>
                  </a:lnTo>
                  <a:lnTo>
                    <a:pt x="218067" y="966293"/>
                  </a:lnTo>
                  <a:close/>
                  <a:moveTo>
                    <a:pt x="1165691" y="2078868"/>
                  </a:moveTo>
                  <a:lnTo>
                    <a:pt x="1166557" y="2080825"/>
                  </a:lnTo>
                  <a:lnTo>
                    <a:pt x="1171169" y="2087109"/>
                  </a:lnTo>
                  <a:close/>
                  <a:moveTo>
                    <a:pt x="1004509" y="1832223"/>
                  </a:moveTo>
                  <a:lnTo>
                    <a:pt x="989119" y="1864211"/>
                  </a:lnTo>
                  <a:lnTo>
                    <a:pt x="1035380" y="1858074"/>
                  </a:lnTo>
                  <a:close/>
                  <a:moveTo>
                    <a:pt x="1854502" y="2754829"/>
                  </a:moveTo>
                  <a:lnTo>
                    <a:pt x="1811596" y="2698152"/>
                  </a:lnTo>
                  <a:lnTo>
                    <a:pt x="1723413" y="2758571"/>
                  </a:lnTo>
                  <a:close/>
                  <a:moveTo>
                    <a:pt x="1811596" y="2698152"/>
                  </a:moveTo>
                  <a:lnTo>
                    <a:pt x="1733025" y="2623902"/>
                  </a:lnTo>
                  <a:lnTo>
                    <a:pt x="1721241" y="2654374"/>
                  </a:lnTo>
                  <a:close/>
                  <a:moveTo>
                    <a:pt x="1684845" y="2614371"/>
                  </a:moveTo>
                  <a:lnTo>
                    <a:pt x="1721241" y="2654374"/>
                  </a:lnTo>
                  <a:lnTo>
                    <a:pt x="1733025" y="2623902"/>
                  </a:lnTo>
                  <a:close/>
                  <a:moveTo>
                    <a:pt x="520426" y="1241644"/>
                  </a:moveTo>
                  <a:lnTo>
                    <a:pt x="590012" y="1245664"/>
                  </a:lnTo>
                  <a:lnTo>
                    <a:pt x="563702" y="1166961"/>
                  </a:lnTo>
                  <a:close/>
                  <a:moveTo>
                    <a:pt x="569923" y="1061810"/>
                  </a:moveTo>
                  <a:lnTo>
                    <a:pt x="509205" y="1068881"/>
                  </a:lnTo>
                  <a:lnTo>
                    <a:pt x="502215" y="1156357"/>
                  </a:lnTo>
                  <a:close/>
                  <a:moveTo>
                    <a:pt x="569923" y="1061810"/>
                  </a:moveTo>
                  <a:lnTo>
                    <a:pt x="502215" y="1156357"/>
                  </a:lnTo>
                  <a:lnTo>
                    <a:pt x="563702" y="1166961"/>
                  </a:lnTo>
                  <a:close/>
                  <a:moveTo>
                    <a:pt x="255807" y="735037"/>
                  </a:moveTo>
                  <a:lnTo>
                    <a:pt x="170209" y="643943"/>
                  </a:lnTo>
                  <a:lnTo>
                    <a:pt x="180806" y="735419"/>
                  </a:lnTo>
                  <a:close/>
                  <a:moveTo>
                    <a:pt x="255807" y="735037"/>
                  </a:moveTo>
                  <a:lnTo>
                    <a:pt x="326831" y="737888"/>
                  </a:lnTo>
                  <a:lnTo>
                    <a:pt x="254600" y="674269"/>
                  </a:lnTo>
                  <a:close/>
                  <a:moveTo>
                    <a:pt x="326831" y="737888"/>
                  </a:moveTo>
                  <a:lnTo>
                    <a:pt x="336976" y="703603"/>
                  </a:lnTo>
                  <a:lnTo>
                    <a:pt x="254600" y="674269"/>
                  </a:lnTo>
                  <a:close/>
                  <a:moveTo>
                    <a:pt x="2193060" y="2824146"/>
                  </a:moveTo>
                  <a:lnTo>
                    <a:pt x="2147071" y="2797522"/>
                  </a:lnTo>
                  <a:lnTo>
                    <a:pt x="2087910" y="2791530"/>
                  </a:lnTo>
                  <a:close/>
                  <a:moveTo>
                    <a:pt x="539083" y="965391"/>
                  </a:moveTo>
                  <a:lnTo>
                    <a:pt x="535389" y="1053850"/>
                  </a:lnTo>
                  <a:lnTo>
                    <a:pt x="574898" y="1035837"/>
                  </a:lnTo>
                  <a:close/>
                  <a:moveTo>
                    <a:pt x="368886" y="724989"/>
                  </a:moveTo>
                  <a:lnTo>
                    <a:pt x="444516" y="686553"/>
                  </a:lnTo>
                  <a:lnTo>
                    <a:pt x="336976" y="703603"/>
                  </a:lnTo>
                  <a:close/>
                  <a:moveTo>
                    <a:pt x="444516" y="686553"/>
                  </a:moveTo>
                  <a:lnTo>
                    <a:pt x="378649" y="644210"/>
                  </a:lnTo>
                  <a:lnTo>
                    <a:pt x="336976" y="703603"/>
                  </a:lnTo>
                  <a:close/>
                  <a:moveTo>
                    <a:pt x="2234014" y="2719751"/>
                  </a:moveTo>
                  <a:lnTo>
                    <a:pt x="2193060" y="2824146"/>
                  </a:lnTo>
                  <a:lnTo>
                    <a:pt x="2252229" y="2805035"/>
                  </a:lnTo>
                  <a:close/>
                  <a:moveTo>
                    <a:pt x="1945608" y="2572260"/>
                  </a:moveTo>
                  <a:lnTo>
                    <a:pt x="1939063" y="2539065"/>
                  </a:lnTo>
                  <a:lnTo>
                    <a:pt x="1918873" y="2501642"/>
                  </a:lnTo>
                  <a:close/>
                  <a:moveTo>
                    <a:pt x="1871297" y="2572082"/>
                  </a:moveTo>
                  <a:lnTo>
                    <a:pt x="1892458" y="2577501"/>
                  </a:lnTo>
                  <a:lnTo>
                    <a:pt x="1918873" y="2501642"/>
                  </a:lnTo>
                  <a:close/>
                  <a:moveTo>
                    <a:pt x="1779034" y="2246721"/>
                  </a:moveTo>
                  <a:lnTo>
                    <a:pt x="1835009" y="2301306"/>
                  </a:lnTo>
                  <a:lnTo>
                    <a:pt x="1725952" y="2229283"/>
                  </a:lnTo>
                  <a:close/>
                  <a:moveTo>
                    <a:pt x="1772578" y="2233331"/>
                  </a:moveTo>
                  <a:lnTo>
                    <a:pt x="1779034" y="2246721"/>
                  </a:lnTo>
                  <a:lnTo>
                    <a:pt x="1730851" y="2127989"/>
                  </a:lnTo>
                  <a:close/>
                  <a:moveTo>
                    <a:pt x="1730851" y="2127989"/>
                  </a:moveTo>
                  <a:lnTo>
                    <a:pt x="1787427" y="2073643"/>
                  </a:lnTo>
                  <a:lnTo>
                    <a:pt x="1697392" y="2152410"/>
                  </a:lnTo>
                  <a:close/>
                  <a:moveTo>
                    <a:pt x="1701888" y="2048663"/>
                  </a:moveTo>
                  <a:lnTo>
                    <a:pt x="1701842" y="2045774"/>
                  </a:lnTo>
                  <a:lnTo>
                    <a:pt x="1724229" y="2127989"/>
                  </a:lnTo>
                  <a:close/>
                  <a:moveTo>
                    <a:pt x="1701842" y="2045774"/>
                  </a:moveTo>
                  <a:lnTo>
                    <a:pt x="1701888" y="2048663"/>
                  </a:lnTo>
                  <a:lnTo>
                    <a:pt x="1565432" y="1998915"/>
                  </a:lnTo>
                  <a:close/>
                  <a:moveTo>
                    <a:pt x="444516" y="686553"/>
                  </a:moveTo>
                  <a:lnTo>
                    <a:pt x="481695" y="648117"/>
                  </a:lnTo>
                  <a:lnTo>
                    <a:pt x="378649" y="644210"/>
                  </a:lnTo>
                  <a:close/>
                  <a:moveTo>
                    <a:pt x="557880" y="757010"/>
                  </a:moveTo>
                  <a:lnTo>
                    <a:pt x="521136" y="683088"/>
                  </a:lnTo>
                  <a:lnTo>
                    <a:pt x="467430" y="697492"/>
                  </a:lnTo>
                  <a:close/>
                  <a:moveTo>
                    <a:pt x="1637900" y="1842907"/>
                  </a:moveTo>
                  <a:lnTo>
                    <a:pt x="1609711" y="1881343"/>
                  </a:lnTo>
                  <a:lnTo>
                    <a:pt x="1699600" y="1925122"/>
                  </a:lnTo>
                  <a:close/>
                  <a:moveTo>
                    <a:pt x="1646770" y="1678477"/>
                  </a:moveTo>
                  <a:lnTo>
                    <a:pt x="1608722" y="1747608"/>
                  </a:lnTo>
                  <a:lnTo>
                    <a:pt x="1655909" y="1685674"/>
                  </a:lnTo>
                  <a:close/>
                  <a:moveTo>
                    <a:pt x="715756" y="853420"/>
                  </a:moveTo>
                  <a:lnTo>
                    <a:pt x="790901" y="894762"/>
                  </a:lnTo>
                  <a:lnTo>
                    <a:pt x="758862" y="799382"/>
                  </a:lnTo>
                  <a:close/>
                  <a:moveTo>
                    <a:pt x="758862" y="799382"/>
                  </a:moveTo>
                  <a:lnTo>
                    <a:pt x="790901" y="894762"/>
                  </a:lnTo>
                  <a:lnTo>
                    <a:pt x="810310" y="787380"/>
                  </a:lnTo>
                  <a:close/>
                  <a:moveTo>
                    <a:pt x="920659" y="858353"/>
                  </a:moveTo>
                  <a:lnTo>
                    <a:pt x="858037" y="828070"/>
                  </a:lnTo>
                  <a:lnTo>
                    <a:pt x="810310" y="787380"/>
                  </a:lnTo>
                  <a:close/>
                  <a:moveTo>
                    <a:pt x="2011913" y="2218079"/>
                  </a:moveTo>
                  <a:lnTo>
                    <a:pt x="2056323" y="2242566"/>
                  </a:lnTo>
                  <a:lnTo>
                    <a:pt x="2024740" y="2168150"/>
                  </a:lnTo>
                  <a:close/>
                  <a:moveTo>
                    <a:pt x="1965394" y="2155805"/>
                  </a:moveTo>
                  <a:lnTo>
                    <a:pt x="2024740" y="2168150"/>
                  </a:lnTo>
                  <a:lnTo>
                    <a:pt x="2018348" y="2164502"/>
                  </a:lnTo>
                  <a:close/>
                  <a:moveTo>
                    <a:pt x="1608722" y="1747608"/>
                  </a:moveTo>
                  <a:lnTo>
                    <a:pt x="1646770" y="1678477"/>
                  </a:lnTo>
                  <a:lnTo>
                    <a:pt x="1613530" y="1659535"/>
                  </a:lnTo>
                  <a:close/>
                  <a:moveTo>
                    <a:pt x="1754373" y="1367912"/>
                  </a:moveTo>
                  <a:lnTo>
                    <a:pt x="1808232" y="1398737"/>
                  </a:lnTo>
                  <a:lnTo>
                    <a:pt x="1716662" y="1336007"/>
                  </a:lnTo>
                  <a:close/>
                  <a:moveTo>
                    <a:pt x="1808232" y="1398737"/>
                  </a:moveTo>
                  <a:lnTo>
                    <a:pt x="1827625" y="1406480"/>
                  </a:lnTo>
                  <a:lnTo>
                    <a:pt x="1716662" y="1336007"/>
                  </a:lnTo>
                  <a:close/>
                  <a:moveTo>
                    <a:pt x="1716662" y="1336007"/>
                  </a:moveTo>
                  <a:lnTo>
                    <a:pt x="1827625" y="1406480"/>
                  </a:lnTo>
                  <a:lnTo>
                    <a:pt x="1762019" y="1354959"/>
                  </a:lnTo>
                  <a:close/>
                  <a:moveTo>
                    <a:pt x="1852010" y="1454299"/>
                  </a:moveTo>
                  <a:lnTo>
                    <a:pt x="1827625" y="1406480"/>
                  </a:lnTo>
                  <a:lnTo>
                    <a:pt x="1808232" y="1398737"/>
                  </a:lnTo>
                  <a:close/>
                  <a:moveTo>
                    <a:pt x="1658315" y="1322850"/>
                  </a:moveTo>
                  <a:lnTo>
                    <a:pt x="1716662" y="1336007"/>
                  </a:lnTo>
                  <a:lnTo>
                    <a:pt x="1603822" y="1267058"/>
                  </a:lnTo>
                  <a:close/>
                  <a:moveTo>
                    <a:pt x="1529168" y="1167068"/>
                  </a:moveTo>
                  <a:lnTo>
                    <a:pt x="1603822" y="1267058"/>
                  </a:lnTo>
                  <a:lnTo>
                    <a:pt x="1574383" y="1190528"/>
                  </a:lnTo>
                  <a:close/>
                  <a:moveTo>
                    <a:pt x="1467361" y="852135"/>
                  </a:moveTo>
                  <a:lnTo>
                    <a:pt x="1518159" y="905446"/>
                  </a:lnTo>
                  <a:lnTo>
                    <a:pt x="1551684" y="909077"/>
                  </a:lnTo>
                  <a:close/>
                  <a:moveTo>
                    <a:pt x="1376167" y="789834"/>
                  </a:moveTo>
                  <a:lnTo>
                    <a:pt x="1266431" y="861668"/>
                  </a:lnTo>
                  <a:lnTo>
                    <a:pt x="1378149" y="828882"/>
                  </a:lnTo>
                  <a:close/>
                  <a:moveTo>
                    <a:pt x="1323987" y="741016"/>
                  </a:moveTo>
                  <a:lnTo>
                    <a:pt x="1266431" y="861668"/>
                  </a:lnTo>
                  <a:lnTo>
                    <a:pt x="1376167" y="789834"/>
                  </a:lnTo>
                  <a:close/>
                  <a:moveTo>
                    <a:pt x="1261028" y="763415"/>
                  </a:moveTo>
                  <a:lnTo>
                    <a:pt x="1323987" y="741016"/>
                  </a:lnTo>
                  <a:lnTo>
                    <a:pt x="1286124" y="731835"/>
                  </a:lnTo>
                  <a:close/>
                  <a:moveTo>
                    <a:pt x="1259601" y="741016"/>
                  </a:moveTo>
                  <a:lnTo>
                    <a:pt x="1261028" y="763415"/>
                  </a:lnTo>
                  <a:lnTo>
                    <a:pt x="1286124" y="731835"/>
                  </a:lnTo>
                  <a:close/>
                  <a:moveTo>
                    <a:pt x="1387301" y="831463"/>
                  </a:moveTo>
                  <a:lnTo>
                    <a:pt x="1442407" y="822294"/>
                  </a:lnTo>
                  <a:lnTo>
                    <a:pt x="1467361" y="852135"/>
                  </a:lnTo>
                  <a:close/>
                  <a:moveTo>
                    <a:pt x="1375087" y="631187"/>
                  </a:moveTo>
                  <a:lnTo>
                    <a:pt x="1323987" y="741016"/>
                  </a:lnTo>
                  <a:lnTo>
                    <a:pt x="1368276" y="736817"/>
                  </a:lnTo>
                  <a:close/>
                  <a:moveTo>
                    <a:pt x="1375087" y="631187"/>
                  </a:moveTo>
                  <a:lnTo>
                    <a:pt x="1437220" y="620365"/>
                  </a:lnTo>
                  <a:lnTo>
                    <a:pt x="1381153" y="593274"/>
                  </a:lnTo>
                  <a:close/>
                  <a:moveTo>
                    <a:pt x="1221307" y="395340"/>
                  </a:moveTo>
                  <a:lnTo>
                    <a:pt x="1172341" y="291504"/>
                  </a:lnTo>
                  <a:lnTo>
                    <a:pt x="1146102" y="295795"/>
                  </a:lnTo>
                  <a:close/>
                  <a:moveTo>
                    <a:pt x="1146102" y="295795"/>
                  </a:moveTo>
                  <a:lnTo>
                    <a:pt x="1154331" y="302540"/>
                  </a:lnTo>
                  <a:lnTo>
                    <a:pt x="1221307" y="395340"/>
                  </a:lnTo>
                  <a:close/>
                  <a:moveTo>
                    <a:pt x="1154331" y="302540"/>
                  </a:moveTo>
                  <a:lnTo>
                    <a:pt x="1146102" y="295795"/>
                  </a:lnTo>
                  <a:lnTo>
                    <a:pt x="1145589" y="291504"/>
                  </a:lnTo>
                  <a:close/>
                  <a:moveTo>
                    <a:pt x="1381153" y="593274"/>
                  </a:moveTo>
                  <a:lnTo>
                    <a:pt x="1501820" y="550565"/>
                  </a:lnTo>
                  <a:lnTo>
                    <a:pt x="1421748" y="529850"/>
                  </a:lnTo>
                  <a:close/>
                  <a:moveTo>
                    <a:pt x="1196003" y="335283"/>
                  </a:moveTo>
                  <a:lnTo>
                    <a:pt x="1154331" y="302540"/>
                  </a:lnTo>
                  <a:lnTo>
                    <a:pt x="1145589" y="291504"/>
                  </a:lnTo>
                  <a:close/>
                  <a:moveTo>
                    <a:pt x="1535611" y="461704"/>
                  </a:moveTo>
                  <a:lnTo>
                    <a:pt x="1501820" y="550565"/>
                  </a:lnTo>
                  <a:lnTo>
                    <a:pt x="1589697" y="477804"/>
                  </a:lnTo>
                  <a:close/>
                  <a:moveTo>
                    <a:pt x="1589697" y="477804"/>
                  </a:moveTo>
                  <a:lnTo>
                    <a:pt x="1553583" y="465445"/>
                  </a:lnTo>
                  <a:lnTo>
                    <a:pt x="1536742" y="461277"/>
                  </a:lnTo>
                  <a:close/>
                  <a:moveTo>
                    <a:pt x="1240838" y="132113"/>
                  </a:moveTo>
                  <a:lnTo>
                    <a:pt x="1262911" y="88637"/>
                  </a:lnTo>
                  <a:lnTo>
                    <a:pt x="1260056" y="63560"/>
                  </a:lnTo>
                  <a:close/>
                  <a:moveTo>
                    <a:pt x="1240838" y="132113"/>
                  </a:moveTo>
                  <a:lnTo>
                    <a:pt x="1260056" y="63560"/>
                  </a:lnTo>
                  <a:lnTo>
                    <a:pt x="1162844" y="119164"/>
                  </a:lnTo>
                  <a:close/>
                  <a:moveTo>
                    <a:pt x="1162844" y="119164"/>
                  </a:moveTo>
                  <a:lnTo>
                    <a:pt x="1260056" y="63560"/>
                  </a:lnTo>
                  <a:lnTo>
                    <a:pt x="1192005" y="58292"/>
                  </a:lnTo>
                  <a:close/>
                  <a:moveTo>
                    <a:pt x="1192005" y="58292"/>
                  </a:moveTo>
                  <a:lnTo>
                    <a:pt x="1260056" y="63560"/>
                  </a:lnTo>
                  <a:lnTo>
                    <a:pt x="121512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57" name="Candidate_density__2076">
              <a:extLst>
                <a:ext uri="{FF2B5EF4-FFF2-40B4-BE49-F238E27FC236}">
                  <a16:creationId xmlns:a16="http://schemas.microsoft.com/office/drawing/2014/main" id="{149BABCE-4E4C-147B-65F8-41FE58809432}"/>
                </a:ext>
              </a:extLst>
            </p:cNvPr>
            <p:cNvSpPr>
              <a:spLocks noGrp="1"/>
            </p:cNvSpPr>
            <p:nvPr/>
          </p:nvSpPr>
          <p:spPr>
            <a:xfrm>
              <a:off x="4334757" y="1692601"/>
              <a:ext cx="2232521" cy="3544650"/>
            </a:xfrm>
            <a:custGeom>
              <a:avLst/>
              <a:gdLst/>
              <a:ahLst/>
              <a:cxnLst/>
              <a:rect l="0" t="0" r="0" b="0"/>
              <a:pathLst>
                <a:path w="2232521" h="3544650">
                  <a:moveTo>
                    <a:pt x="332121" y="3438049"/>
                  </a:moveTo>
                  <a:lnTo>
                    <a:pt x="293801" y="3476486"/>
                  </a:lnTo>
                  <a:lnTo>
                    <a:pt x="320266" y="3488692"/>
                  </a:lnTo>
                  <a:close/>
                  <a:moveTo>
                    <a:pt x="541853" y="3544650"/>
                  </a:moveTo>
                  <a:lnTo>
                    <a:pt x="474968" y="3508746"/>
                  </a:lnTo>
                  <a:lnTo>
                    <a:pt x="482813" y="3520264"/>
                  </a:lnTo>
                  <a:close/>
                  <a:moveTo>
                    <a:pt x="513082" y="3500537"/>
                  </a:moveTo>
                  <a:lnTo>
                    <a:pt x="474968" y="3508746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13082" y="3500537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41853" y="3544650"/>
                  </a:lnTo>
                  <a:lnTo>
                    <a:pt x="667323" y="3519901"/>
                  </a:lnTo>
                  <a:close/>
                  <a:moveTo>
                    <a:pt x="454114" y="3495267"/>
                  </a:moveTo>
                  <a:lnTo>
                    <a:pt x="474968" y="3508746"/>
                  </a:lnTo>
                  <a:lnTo>
                    <a:pt x="373397" y="3472136"/>
                  </a:lnTo>
                  <a:close/>
                  <a:moveTo>
                    <a:pt x="556945" y="3158309"/>
                  </a:moveTo>
                  <a:lnTo>
                    <a:pt x="574753" y="3237254"/>
                  </a:lnTo>
                  <a:lnTo>
                    <a:pt x="624506" y="3208070"/>
                  </a:lnTo>
                  <a:close/>
                  <a:moveTo>
                    <a:pt x="699192" y="3208650"/>
                  </a:moveTo>
                  <a:lnTo>
                    <a:pt x="665666" y="3146758"/>
                  </a:lnTo>
                  <a:lnTo>
                    <a:pt x="624506" y="3208070"/>
                  </a:lnTo>
                  <a:close/>
                  <a:moveTo>
                    <a:pt x="0" y="2051233"/>
                  </a:moveTo>
                  <a:lnTo>
                    <a:pt x="95806" y="2130779"/>
                  </a:lnTo>
                  <a:lnTo>
                    <a:pt x="60074" y="2102296"/>
                  </a:lnTo>
                  <a:close/>
                  <a:moveTo>
                    <a:pt x="151927" y="2125402"/>
                  </a:moveTo>
                  <a:lnTo>
                    <a:pt x="73633" y="2111331"/>
                  </a:lnTo>
                  <a:lnTo>
                    <a:pt x="60074" y="2102296"/>
                  </a:lnTo>
                  <a:close/>
                  <a:moveTo>
                    <a:pt x="745584" y="2809372"/>
                  </a:moveTo>
                  <a:lnTo>
                    <a:pt x="763098" y="2834791"/>
                  </a:lnTo>
                  <a:lnTo>
                    <a:pt x="768679" y="2751095"/>
                  </a:lnTo>
                  <a:close/>
                  <a:moveTo>
                    <a:pt x="168539" y="2074708"/>
                  </a:moveTo>
                  <a:lnTo>
                    <a:pt x="73633" y="2111331"/>
                  </a:lnTo>
                  <a:lnTo>
                    <a:pt x="151927" y="2125402"/>
                  </a:lnTo>
                  <a:close/>
                  <a:moveTo>
                    <a:pt x="168539" y="2074708"/>
                  </a:moveTo>
                  <a:lnTo>
                    <a:pt x="81303" y="2085037"/>
                  </a:lnTo>
                  <a:lnTo>
                    <a:pt x="73633" y="2111331"/>
                  </a:lnTo>
                  <a:close/>
                  <a:moveTo>
                    <a:pt x="184065" y="2030359"/>
                  </a:moveTo>
                  <a:lnTo>
                    <a:pt x="216733" y="1996027"/>
                  </a:lnTo>
                  <a:lnTo>
                    <a:pt x="223224" y="1974204"/>
                  </a:lnTo>
                  <a:close/>
                  <a:moveTo>
                    <a:pt x="184065" y="2030359"/>
                  </a:moveTo>
                  <a:lnTo>
                    <a:pt x="204254" y="2042385"/>
                  </a:lnTo>
                  <a:lnTo>
                    <a:pt x="216733" y="1996027"/>
                  </a:lnTo>
                  <a:close/>
                  <a:moveTo>
                    <a:pt x="168539" y="2074708"/>
                  </a:moveTo>
                  <a:lnTo>
                    <a:pt x="204254" y="2042385"/>
                  </a:lnTo>
                  <a:lnTo>
                    <a:pt x="184065" y="2030359"/>
                  </a:lnTo>
                  <a:close/>
                  <a:moveTo>
                    <a:pt x="181269" y="2094856"/>
                  </a:moveTo>
                  <a:lnTo>
                    <a:pt x="204254" y="2042385"/>
                  </a:lnTo>
                  <a:lnTo>
                    <a:pt x="168539" y="2074708"/>
                  </a:lnTo>
                  <a:close/>
                  <a:moveTo>
                    <a:pt x="14415" y="1889927"/>
                  </a:moveTo>
                  <a:lnTo>
                    <a:pt x="119514" y="1809774"/>
                  </a:lnTo>
                  <a:lnTo>
                    <a:pt x="127684" y="1819561"/>
                  </a:lnTo>
                  <a:close/>
                  <a:moveTo>
                    <a:pt x="127684" y="1819561"/>
                  </a:moveTo>
                  <a:lnTo>
                    <a:pt x="120067" y="1813838"/>
                  </a:lnTo>
                  <a:lnTo>
                    <a:pt x="14415" y="1889927"/>
                  </a:lnTo>
                  <a:close/>
                  <a:moveTo>
                    <a:pt x="127684" y="1819561"/>
                  </a:moveTo>
                  <a:lnTo>
                    <a:pt x="189513" y="1891989"/>
                  </a:lnTo>
                  <a:lnTo>
                    <a:pt x="120067" y="1813838"/>
                  </a:lnTo>
                  <a:close/>
                  <a:moveTo>
                    <a:pt x="119514" y="1809774"/>
                  </a:moveTo>
                  <a:lnTo>
                    <a:pt x="10347" y="1842447"/>
                  </a:lnTo>
                  <a:lnTo>
                    <a:pt x="124523" y="1807742"/>
                  </a:lnTo>
                  <a:close/>
                  <a:moveTo>
                    <a:pt x="170602" y="1872847"/>
                  </a:moveTo>
                  <a:lnTo>
                    <a:pt x="223224" y="1974204"/>
                  </a:lnTo>
                  <a:lnTo>
                    <a:pt x="189513" y="1891989"/>
                  </a:lnTo>
                  <a:close/>
                  <a:moveTo>
                    <a:pt x="170602" y="1872847"/>
                  </a:moveTo>
                  <a:lnTo>
                    <a:pt x="195135" y="1952994"/>
                  </a:lnTo>
                  <a:lnTo>
                    <a:pt x="223224" y="1974204"/>
                  </a:lnTo>
                  <a:close/>
                  <a:moveTo>
                    <a:pt x="93695" y="1774686"/>
                  </a:moveTo>
                  <a:lnTo>
                    <a:pt x="170602" y="1872847"/>
                  </a:lnTo>
                  <a:lnTo>
                    <a:pt x="119514" y="1809774"/>
                  </a:lnTo>
                  <a:close/>
                  <a:moveTo>
                    <a:pt x="93695" y="1774686"/>
                  </a:moveTo>
                  <a:lnTo>
                    <a:pt x="119514" y="1809774"/>
                  </a:lnTo>
                  <a:lnTo>
                    <a:pt x="95277" y="1761852"/>
                  </a:lnTo>
                  <a:close/>
                  <a:moveTo>
                    <a:pt x="95277" y="1761852"/>
                  </a:moveTo>
                  <a:lnTo>
                    <a:pt x="119514" y="1809774"/>
                  </a:lnTo>
                  <a:lnTo>
                    <a:pt x="124523" y="1807742"/>
                  </a:lnTo>
                  <a:close/>
                  <a:moveTo>
                    <a:pt x="95277" y="1761852"/>
                  </a:moveTo>
                  <a:lnTo>
                    <a:pt x="124523" y="1807742"/>
                  </a:lnTo>
                  <a:lnTo>
                    <a:pt x="156689" y="1712803"/>
                  </a:lnTo>
                  <a:close/>
                  <a:moveTo>
                    <a:pt x="710030" y="2237723"/>
                  </a:moveTo>
                  <a:lnTo>
                    <a:pt x="661562" y="2316626"/>
                  </a:lnTo>
                  <a:lnTo>
                    <a:pt x="718778" y="2330703"/>
                  </a:lnTo>
                  <a:close/>
                  <a:moveTo>
                    <a:pt x="718778" y="2330703"/>
                  </a:moveTo>
                  <a:lnTo>
                    <a:pt x="741945" y="2346843"/>
                  </a:lnTo>
                  <a:lnTo>
                    <a:pt x="710030" y="2237723"/>
                  </a:lnTo>
                  <a:close/>
                  <a:moveTo>
                    <a:pt x="277214" y="1746673"/>
                  </a:moveTo>
                  <a:lnTo>
                    <a:pt x="259107" y="1732901"/>
                  </a:lnTo>
                  <a:lnTo>
                    <a:pt x="232231" y="1716583"/>
                  </a:lnTo>
                  <a:close/>
                  <a:moveTo>
                    <a:pt x="784880" y="2105540"/>
                  </a:moveTo>
                  <a:lnTo>
                    <a:pt x="810255" y="2216833"/>
                  </a:lnTo>
                  <a:lnTo>
                    <a:pt x="828862" y="2123597"/>
                  </a:lnTo>
                  <a:close/>
                  <a:moveTo>
                    <a:pt x="828862" y="2123597"/>
                  </a:moveTo>
                  <a:lnTo>
                    <a:pt x="810255" y="2216833"/>
                  </a:lnTo>
                  <a:lnTo>
                    <a:pt x="903300" y="2123245"/>
                  </a:lnTo>
                  <a:close/>
                  <a:moveTo>
                    <a:pt x="494621" y="1791201"/>
                  </a:moveTo>
                  <a:lnTo>
                    <a:pt x="494500" y="1891392"/>
                  </a:lnTo>
                  <a:lnTo>
                    <a:pt x="571440" y="1789341"/>
                  </a:lnTo>
                  <a:close/>
                  <a:moveTo>
                    <a:pt x="571440" y="1789341"/>
                  </a:moveTo>
                  <a:lnTo>
                    <a:pt x="525043" y="1760183"/>
                  </a:lnTo>
                  <a:lnTo>
                    <a:pt x="481107" y="1702096"/>
                  </a:lnTo>
                  <a:close/>
                  <a:moveTo>
                    <a:pt x="1319219" y="2627126"/>
                  </a:moveTo>
                  <a:lnTo>
                    <a:pt x="1299239" y="2662220"/>
                  </a:lnTo>
                  <a:lnTo>
                    <a:pt x="1346862" y="2667020"/>
                  </a:lnTo>
                  <a:close/>
                  <a:moveTo>
                    <a:pt x="729064" y="1813920"/>
                  </a:moveTo>
                  <a:lnTo>
                    <a:pt x="662248" y="1776108"/>
                  </a:lnTo>
                  <a:lnTo>
                    <a:pt x="751805" y="1835489"/>
                  </a:lnTo>
                  <a:close/>
                  <a:moveTo>
                    <a:pt x="532097" y="1491598"/>
                  </a:moveTo>
                  <a:lnTo>
                    <a:pt x="528831" y="1523705"/>
                  </a:lnTo>
                  <a:lnTo>
                    <a:pt x="576897" y="1523653"/>
                  </a:lnTo>
                  <a:close/>
                  <a:moveTo>
                    <a:pt x="1673429" y="2836826"/>
                  </a:moveTo>
                  <a:lnTo>
                    <a:pt x="1735008" y="2889254"/>
                  </a:lnTo>
                  <a:lnTo>
                    <a:pt x="1799784" y="2815385"/>
                  </a:lnTo>
                  <a:close/>
                  <a:moveTo>
                    <a:pt x="915782" y="1891357"/>
                  </a:moveTo>
                  <a:lnTo>
                    <a:pt x="963177" y="1952918"/>
                  </a:lnTo>
                  <a:lnTo>
                    <a:pt x="985783" y="1984888"/>
                  </a:lnTo>
                  <a:close/>
                  <a:moveTo>
                    <a:pt x="1799784" y="2815385"/>
                  </a:moveTo>
                  <a:lnTo>
                    <a:pt x="1799302" y="2758822"/>
                  </a:lnTo>
                  <a:lnTo>
                    <a:pt x="1767534" y="2850818"/>
                  </a:lnTo>
                  <a:close/>
                  <a:moveTo>
                    <a:pt x="1799302" y="2758822"/>
                  </a:moveTo>
                  <a:lnTo>
                    <a:pt x="1799784" y="2815385"/>
                  </a:lnTo>
                  <a:lnTo>
                    <a:pt x="1822461" y="2768603"/>
                  </a:lnTo>
                  <a:close/>
                  <a:moveTo>
                    <a:pt x="1765019" y="2730166"/>
                  </a:moveTo>
                  <a:lnTo>
                    <a:pt x="1799302" y="2758822"/>
                  </a:lnTo>
                  <a:lnTo>
                    <a:pt x="1722454" y="2660614"/>
                  </a:lnTo>
                  <a:close/>
                  <a:moveTo>
                    <a:pt x="1722454" y="2660614"/>
                  </a:moveTo>
                  <a:lnTo>
                    <a:pt x="1799302" y="2758822"/>
                  </a:lnTo>
                  <a:lnTo>
                    <a:pt x="1744040" y="2686388"/>
                  </a:lnTo>
                  <a:close/>
                  <a:moveTo>
                    <a:pt x="1721919" y="2587718"/>
                  </a:moveTo>
                  <a:lnTo>
                    <a:pt x="1697832" y="2580539"/>
                  </a:lnTo>
                  <a:lnTo>
                    <a:pt x="1806607" y="2625694"/>
                  </a:lnTo>
                  <a:close/>
                  <a:moveTo>
                    <a:pt x="834815" y="1617591"/>
                  </a:moveTo>
                  <a:lnTo>
                    <a:pt x="937747" y="1606435"/>
                  </a:lnTo>
                  <a:lnTo>
                    <a:pt x="918452" y="1661370"/>
                  </a:lnTo>
                  <a:close/>
                  <a:moveTo>
                    <a:pt x="834815" y="1617591"/>
                  </a:moveTo>
                  <a:lnTo>
                    <a:pt x="918452" y="1661370"/>
                  </a:lnTo>
                  <a:lnTo>
                    <a:pt x="886867" y="1699807"/>
                  </a:lnTo>
                  <a:close/>
                  <a:moveTo>
                    <a:pt x="914067" y="1592476"/>
                  </a:moveTo>
                  <a:lnTo>
                    <a:pt x="1003016" y="1661370"/>
                  </a:lnTo>
                  <a:lnTo>
                    <a:pt x="937747" y="1606435"/>
                  </a:lnTo>
                  <a:close/>
                  <a:moveTo>
                    <a:pt x="1806607" y="2625694"/>
                  </a:moveTo>
                  <a:lnTo>
                    <a:pt x="1853008" y="2583977"/>
                  </a:lnTo>
                  <a:lnTo>
                    <a:pt x="1721919" y="2587718"/>
                  </a:lnTo>
                  <a:close/>
                  <a:moveTo>
                    <a:pt x="1602653" y="2397141"/>
                  </a:moveTo>
                  <a:lnTo>
                    <a:pt x="1731531" y="2453050"/>
                  </a:lnTo>
                  <a:lnTo>
                    <a:pt x="1713269" y="2445084"/>
                  </a:lnTo>
                  <a:close/>
                  <a:moveTo>
                    <a:pt x="1683351" y="2443518"/>
                  </a:moveTo>
                  <a:lnTo>
                    <a:pt x="1731531" y="2453050"/>
                  </a:lnTo>
                  <a:lnTo>
                    <a:pt x="1612781" y="2401306"/>
                  </a:lnTo>
                  <a:close/>
                  <a:moveTo>
                    <a:pt x="1003016" y="1661370"/>
                  </a:moveTo>
                  <a:lnTo>
                    <a:pt x="1033886" y="1687222"/>
                  </a:lnTo>
                  <a:lnTo>
                    <a:pt x="1038492" y="1652004"/>
                  </a:lnTo>
                  <a:close/>
                  <a:moveTo>
                    <a:pt x="1003016" y="1661370"/>
                  </a:moveTo>
                  <a:lnTo>
                    <a:pt x="1038492" y="1652004"/>
                  </a:lnTo>
                  <a:lnTo>
                    <a:pt x="937747" y="1606435"/>
                  </a:lnTo>
                  <a:close/>
                  <a:moveTo>
                    <a:pt x="1102864" y="1660263"/>
                  </a:moveTo>
                  <a:lnTo>
                    <a:pt x="1038492" y="1652004"/>
                  </a:lnTo>
                  <a:lnTo>
                    <a:pt x="1033886" y="1687222"/>
                  </a:lnTo>
                  <a:close/>
                  <a:moveTo>
                    <a:pt x="1120499" y="1545834"/>
                  </a:moveTo>
                  <a:lnTo>
                    <a:pt x="1038492" y="1652004"/>
                  </a:lnTo>
                  <a:lnTo>
                    <a:pt x="1102864" y="1660263"/>
                  </a:lnTo>
                  <a:close/>
                  <a:moveTo>
                    <a:pt x="533896" y="882997"/>
                  </a:moveTo>
                  <a:lnTo>
                    <a:pt x="507711" y="898029"/>
                  </a:lnTo>
                  <a:lnTo>
                    <a:pt x="568430" y="890957"/>
                  </a:lnTo>
                  <a:close/>
                  <a:moveTo>
                    <a:pt x="533896" y="882997"/>
                  </a:moveTo>
                  <a:lnTo>
                    <a:pt x="568430" y="890957"/>
                  </a:lnTo>
                  <a:lnTo>
                    <a:pt x="573404" y="864985"/>
                  </a:lnTo>
                  <a:close/>
                  <a:moveTo>
                    <a:pt x="254313" y="564184"/>
                  </a:moveTo>
                  <a:lnTo>
                    <a:pt x="258123" y="661179"/>
                  </a:lnTo>
                  <a:lnTo>
                    <a:pt x="325337" y="567036"/>
                  </a:lnTo>
                  <a:close/>
                  <a:moveTo>
                    <a:pt x="179312" y="564567"/>
                  </a:moveTo>
                  <a:lnTo>
                    <a:pt x="258123" y="661179"/>
                  </a:lnTo>
                  <a:lnTo>
                    <a:pt x="254313" y="564184"/>
                  </a:lnTo>
                  <a:close/>
                  <a:moveTo>
                    <a:pt x="2073567" y="2571078"/>
                  </a:moveTo>
                  <a:lnTo>
                    <a:pt x="2086416" y="2620677"/>
                  </a:lnTo>
                  <a:lnTo>
                    <a:pt x="2145578" y="2626669"/>
                  </a:lnTo>
                  <a:close/>
                  <a:moveTo>
                    <a:pt x="1906903" y="2506824"/>
                  </a:moveTo>
                  <a:lnTo>
                    <a:pt x="1932608" y="2410762"/>
                  </a:lnTo>
                  <a:lnTo>
                    <a:pt x="1877904" y="2527300"/>
                  </a:lnTo>
                  <a:close/>
                  <a:moveTo>
                    <a:pt x="1940874" y="2418634"/>
                  </a:moveTo>
                  <a:lnTo>
                    <a:pt x="1927543" y="2514972"/>
                  </a:lnTo>
                  <a:lnTo>
                    <a:pt x="1877904" y="2527300"/>
                  </a:lnTo>
                  <a:close/>
                  <a:moveTo>
                    <a:pt x="1927543" y="2514972"/>
                  </a:moveTo>
                  <a:lnTo>
                    <a:pt x="1940874" y="2418634"/>
                  </a:lnTo>
                  <a:lnTo>
                    <a:pt x="1978623" y="2527300"/>
                  </a:lnTo>
                  <a:close/>
                  <a:moveTo>
                    <a:pt x="1932608" y="2410762"/>
                  </a:moveTo>
                  <a:lnTo>
                    <a:pt x="1906903" y="2506824"/>
                  </a:lnTo>
                  <a:lnTo>
                    <a:pt x="1978623" y="2527300"/>
                  </a:lnTo>
                  <a:close/>
                  <a:moveTo>
                    <a:pt x="1561228" y="2050376"/>
                  </a:moveTo>
                  <a:lnTo>
                    <a:pt x="1485809" y="2031174"/>
                  </a:lnTo>
                  <a:lnTo>
                    <a:pt x="1495004" y="2034009"/>
                  </a:lnTo>
                  <a:close/>
                  <a:moveTo>
                    <a:pt x="1538162" y="2027590"/>
                  </a:moveTo>
                  <a:lnTo>
                    <a:pt x="1485809" y="2031174"/>
                  </a:lnTo>
                  <a:lnTo>
                    <a:pt x="1561228" y="2050376"/>
                  </a:lnTo>
                  <a:close/>
                  <a:moveTo>
                    <a:pt x="510544" y="877427"/>
                  </a:moveTo>
                  <a:lnTo>
                    <a:pt x="507711" y="898029"/>
                  </a:lnTo>
                  <a:lnTo>
                    <a:pt x="533896" y="882997"/>
                  </a:lnTo>
                  <a:close/>
                  <a:moveTo>
                    <a:pt x="510544" y="877427"/>
                  </a:moveTo>
                  <a:lnTo>
                    <a:pt x="533896" y="882997"/>
                  </a:lnTo>
                  <a:lnTo>
                    <a:pt x="537590" y="794539"/>
                  </a:lnTo>
                  <a:close/>
                  <a:moveTo>
                    <a:pt x="537590" y="794539"/>
                  </a:moveTo>
                  <a:lnTo>
                    <a:pt x="573404" y="864985"/>
                  </a:lnTo>
                  <a:lnTo>
                    <a:pt x="612374" y="795486"/>
                  </a:lnTo>
                  <a:close/>
                  <a:moveTo>
                    <a:pt x="612374" y="795486"/>
                  </a:moveTo>
                  <a:lnTo>
                    <a:pt x="660690" y="776453"/>
                  </a:lnTo>
                  <a:lnTo>
                    <a:pt x="645789" y="762346"/>
                  </a:lnTo>
                  <a:close/>
                  <a:moveTo>
                    <a:pt x="573404" y="864985"/>
                  </a:moveTo>
                  <a:lnTo>
                    <a:pt x="649252" y="869908"/>
                  </a:lnTo>
                  <a:lnTo>
                    <a:pt x="612374" y="795486"/>
                  </a:lnTo>
                  <a:close/>
                  <a:moveTo>
                    <a:pt x="645789" y="762346"/>
                  </a:moveTo>
                  <a:lnTo>
                    <a:pt x="660690" y="776453"/>
                  </a:lnTo>
                  <a:lnTo>
                    <a:pt x="666758" y="720160"/>
                  </a:lnTo>
                  <a:close/>
                  <a:moveTo>
                    <a:pt x="443023" y="515701"/>
                  </a:moveTo>
                  <a:lnTo>
                    <a:pt x="420564" y="572200"/>
                  </a:lnTo>
                  <a:lnTo>
                    <a:pt x="465937" y="526640"/>
                  </a:lnTo>
                  <a:close/>
                  <a:moveTo>
                    <a:pt x="2145578" y="2626669"/>
                  </a:moveTo>
                  <a:lnTo>
                    <a:pt x="2191566" y="2653293"/>
                  </a:lnTo>
                  <a:lnTo>
                    <a:pt x="2192281" y="2586084"/>
                  </a:lnTo>
                  <a:close/>
                  <a:moveTo>
                    <a:pt x="2192281" y="2586084"/>
                  </a:moveTo>
                  <a:lnTo>
                    <a:pt x="2191566" y="2653293"/>
                  </a:lnTo>
                  <a:lnTo>
                    <a:pt x="2232521" y="2548899"/>
                  </a:lnTo>
                  <a:close/>
                  <a:moveTo>
                    <a:pt x="2145578" y="2626669"/>
                  </a:moveTo>
                  <a:lnTo>
                    <a:pt x="2093664" y="2540603"/>
                  </a:lnTo>
                  <a:lnTo>
                    <a:pt x="2073567" y="2571078"/>
                  </a:lnTo>
                  <a:close/>
                  <a:moveTo>
                    <a:pt x="1682133" y="2008559"/>
                  </a:moveTo>
                  <a:lnTo>
                    <a:pt x="1771085" y="2062478"/>
                  </a:lnTo>
                  <a:lnTo>
                    <a:pt x="1729357" y="1957136"/>
                  </a:lnTo>
                  <a:close/>
                  <a:moveTo>
                    <a:pt x="1695898" y="1981558"/>
                  </a:moveTo>
                  <a:lnTo>
                    <a:pt x="1754542" y="1894381"/>
                  </a:lnTo>
                  <a:lnTo>
                    <a:pt x="1700394" y="1877810"/>
                  </a:lnTo>
                  <a:close/>
                  <a:moveTo>
                    <a:pt x="1695898" y="1981558"/>
                  </a:moveTo>
                  <a:lnTo>
                    <a:pt x="1700394" y="1877810"/>
                  </a:lnTo>
                  <a:lnTo>
                    <a:pt x="1722735" y="1957136"/>
                  </a:lnTo>
                  <a:close/>
                  <a:moveTo>
                    <a:pt x="1388966" y="1748429"/>
                  </a:moveTo>
                  <a:lnTo>
                    <a:pt x="1460399" y="1736845"/>
                  </a:lnTo>
                  <a:lnTo>
                    <a:pt x="1503401" y="1682423"/>
                  </a:lnTo>
                  <a:close/>
                  <a:moveTo>
                    <a:pt x="1426727" y="1674410"/>
                  </a:moveTo>
                  <a:lnTo>
                    <a:pt x="1388966" y="1748429"/>
                  </a:lnTo>
                  <a:lnTo>
                    <a:pt x="1503401" y="1682423"/>
                  </a:lnTo>
                  <a:close/>
                  <a:moveTo>
                    <a:pt x="1503401" y="1682423"/>
                  </a:moveTo>
                  <a:lnTo>
                    <a:pt x="1460399" y="1736845"/>
                  </a:lnTo>
                  <a:lnTo>
                    <a:pt x="1578968" y="1686299"/>
                  </a:lnTo>
                  <a:close/>
                  <a:moveTo>
                    <a:pt x="639490" y="681666"/>
                  </a:moveTo>
                  <a:lnTo>
                    <a:pt x="666758" y="720160"/>
                  </a:lnTo>
                  <a:lnTo>
                    <a:pt x="714262" y="682567"/>
                  </a:lnTo>
                  <a:close/>
                  <a:moveTo>
                    <a:pt x="465937" y="526640"/>
                  </a:moveTo>
                  <a:lnTo>
                    <a:pt x="480202" y="477264"/>
                  </a:lnTo>
                  <a:lnTo>
                    <a:pt x="443023" y="515701"/>
                  </a:lnTo>
                  <a:close/>
                  <a:moveTo>
                    <a:pt x="519643" y="512235"/>
                  </a:moveTo>
                  <a:lnTo>
                    <a:pt x="480202" y="477264"/>
                  </a:lnTo>
                  <a:lnTo>
                    <a:pt x="465937" y="526640"/>
                  </a:lnTo>
                  <a:close/>
                  <a:moveTo>
                    <a:pt x="1608217" y="1710491"/>
                  </a:moveTo>
                  <a:lnTo>
                    <a:pt x="1668463" y="1742246"/>
                  </a:lnTo>
                  <a:lnTo>
                    <a:pt x="1698107" y="1754269"/>
                  </a:lnTo>
                  <a:close/>
                  <a:moveTo>
                    <a:pt x="986262" y="393267"/>
                  </a:moveTo>
                  <a:lnTo>
                    <a:pt x="916442" y="389438"/>
                  </a:lnTo>
                  <a:lnTo>
                    <a:pt x="906928" y="415193"/>
                  </a:lnTo>
                  <a:close/>
                  <a:moveTo>
                    <a:pt x="1865138" y="1310100"/>
                  </a:moveTo>
                  <a:lnTo>
                    <a:pt x="1826131" y="1235627"/>
                  </a:lnTo>
                  <a:lnTo>
                    <a:pt x="1850516" y="1283447"/>
                  </a:lnTo>
                  <a:close/>
                  <a:moveTo>
                    <a:pt x="1839100" y="1266321"/>
                  </a:moveTo>
                  <a:lnTo>
                    <a:pt x="1826131" y="1235627"/>
                  </a:lnTo>
                  <a:lnTo>
                    <a:pt x="1865138" y="1310100"/>
                  </a:lnTo>
                  <a:close/>
                  <a:moveTo>
                    <a:pt x="1482882" y="744896"/>
                  </a:moveTo>
                  <a:lnTo>
                    <a:pt x="1550190" y="738225"/>
                  </a:lnTo>
                  <a:lnTo>
                    <a:pt x="1516665" y="734594"/>
                  </a:lnTo>
                  <a:close/>
                  <a:moveTo>
                    <a:pt x="1260019" y="690815"/>
                  </a:moveTo>
                  <a:lnTo>
                    <a:pt x="1259534" y="592563"/>
                  </a:lnTo>
                  <a:lnTo>
                    <a:pt x="1258107" y="570164"/>
                  </a:lnTo>
                  <a:close/>
                  <a:moveTo>
                    <a:pt x="1258107" y="570164"/>
                  </a:moveTo>
                  <a:lnTo>
                    <a:pt x="1292063" y="588772"/>
                  </a:lnTo>
                  <a:lnTo>
                    <a:pt x="1260019" y="690815"/>
                  </a:lnTo>
                  <a:close/>
                  <a:moveTo>
                    <a:pt x="1322494" y="570164"/>
                  </a:moveTo>
                  <a:lnTo>
                    <a:pt x="1259534" y="592563"/>
                  </a:lnTo>
                  <a:lnTo>
                    <a:pt x="1257130" y="673364"/>
                  </a:lnTo>
                  <a:close/>
                  <a:moveTo>
                    <a:pt x="1495646" y="721977"/>
                  </a:moveTo>
                  <a:lnTo>
                    <a:pt x="1482882" y="744896"/>
                  </a:lnTo>
                  <a:lnTo>
                    <a:pt x="1516665" y="734594"/>
                  </a:lnTo>
                  <a:close/>
                  <a:moveTo>
                    <a:pt x="1495646" y="721977"/>
                  </a:moveTo>
                  <a:lnTo>
                    <a:pt x="1516665" y="734594"/>
                  </a:lnTo>
                  <a:lnTo>
                    <a:pt x="1465867" y="681282"/>
                  </a:lnTo>
                  <a:close/>
                  <a:moveTo>
                    <a:pt x="1284630" y="560982"/>
                  </a:moveTo>
                  <a:lnTo>
                    <a:pt x="1322494" y="570164"/>
                  </a:lnTo>
                  <a:lnTo>
                    <a:pt x="1318040" y="470693"/>
                  </a:lnTo>
                  <a:close/>
                  <a:moveTo>
                    <a:pt x="1318040" y="470693"/>
                  </a:moveTo>
                  <a:lnTo>
                    <a:pt x="1322494" y="570164"/>
                  </a:lnTo>
                  <a:lnTo>
                    <a:pt x="1373593" y="460335"/>
                  </a:lnTo>
                  <a:close/>
                  <a:moveTo>
                    <a:pt x="1340848" y="449512"/>
                  </a:moveTo>
                  <a:lnTo>
                    <a:pt x="1373593" y="460335"/>
                  </a:lnTo>
                  <a:lnTo>
                    <a:pt x="1379660" y="422422"/>
                  </a:lnTo>
                  <a:close/>
                  <a:moveTo>
                    <a:pt x="1152838" y="131687"/>
                  </a:moveTo>
                  <a:lnTo>
                    <a:pt x="1204660" y="202867"/>
                  </a:lnTo>
                  <a:lnTo>
                    <a:pt x="1219813" y="224487"/>
                  </a:lnTo>
                  <a:close/>
                  <a:moveTo>
                    <a:pt x="1625746" y="493291"/>
                  </a:moveTo>
                  <a:lnTo>
                    <a:pt x="1615144" y="585326"/>
                  </a:lnTo>
                  <a:lnTo>
                    <a:pt x="1614743" y="528843"/>
                  </a:lnTo>
                  <a:close/>
                  <a:moveTo>
                    <a:pt x="1567325" y="566753"/>
                  </a:moveTo>
                  <a:lnTo>
                    <a:pt x="1645011" y="578553"/>
                  </a:lnTo>
                  <a:lnTo>
                    <a:pt x="1625746" y="493291"/>
                  </a:lnTo>
                  <a:close/>
                  <a:moveTo>
                    <a:pt x="1340848" y="449512"/>
                  </a:moveTo>
                  <a:lnTo>
                    <a:pt x="1379660" y="422422"/>
                  </a:lnTo>
                  <a:lnTo>
                    <a:pt x="1420254" y="358997"/>
                  </a:lnTo>
                  <a:close/>
                  <a:moveTo>
                    <a:pt x="1204660" y="202867"/>
                  </a:moveTo>
                  <a:lnTo>
                    <a:pt x="1152838" y="131687"/>
                  </a:lnTo>
                  <a:lnTo>
                    <a:pt x="1202914" y="177633"/>
                  </a:lnTo>
                  <a:close/>
                  <a:moveTo>
                    <a:pt x="1144095" y="120652"/>
                  </a:moveTo>
                  <a:lnTo>
                    <a:pt x="1135940" y="31898"/>
                  </a:lnTo>
                  <a:lnTo>
                    <a:pt x="1129082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58" name="Candidate_density__2077">
              <a:extLst>
                <a:ext uri="{FF2B5EF4-FFF2-40B4-BE49-F238E27FC236}">
                  <a16:creationId xmlns:a16="http://schemas.microsoft.com/office/drawing/2014/main" id="{9F39127A-96D8-3225-75ED-EB78FC451139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14104"/>
              <a:ext cx="2286419" cy="3687242"/>
            </a:xfrm>
            <a:custGeom>
              <a:avLst/>
              <a:gdLst/>
              <a:ahLst/>
              <a:cxnLst/>
              <a:rect l="0" t="0" r="0" b="0"/>
              <a:pathLst>
                <a:path w="2286419" h="3687242">
                  <a:moveTo>
                    <a:pt x="291705" y="3572767"/>
                  </a:moveTo>
                  <a:lnTo>
                    <a:pt x="329484" y="3654983"/>
                  </a:lnTo>
                  <a:lnTo>
                    <a:pt x="367804" y="3616546"/>
                  </a:lnTo>
                  <a:close/>
                  <a:moveTo>
                    <a:pt x="468431" y="3578110"/>
                  </a:moveTo>
                  <a:lnTo>
                    <a:pt x="510652" y="3687242"/>
                  </a:lnTo>
                  <a:lnTo>
                    <a:pt x="516911" y="3660325"/>
                  </a:lnTo>
                  <a:close/>
                  <a:moveTo>
                    <a:pt x="409080" y="3650633"/>
                  </a:moveTo>
                  <a:lnTo>
                    <a:pt x="510652" y="3687242"/>
                  </a:lnTo>
                  <a:lnTo>
                    <a:pt x="468431" y="3578110"/>
                  </a:lnTo>
                  <a:close/>
                  <a:moveTo>
                    <a:pt x="428153" y="3593628"/>
                  </a:moveTo>
                  <a:lnTo>
                    <a:pt x="468431" y="3578110"/>
                  </a:lnTo>
                  <a:lnTo>
                    <a:pt x="465365" y="3582418"/>
                  </a:lnTo>
                  <a:close/>
                  <a:moveTo>
                    <a:pt x="389574" y="3524900"/>
                  </a:moveTo>
                  <a:lnTo>
                    <a:pt x="428153" y="3593628"/>
                  </a:lnTo>
                  <a:lnTo>
                    <a:pt x="465365" y="3582418"/>
                  </a:lnTo>
                  <a:close/>
                  <a:moveTo>
                    <a:pt x="563372" y="3644382"/>
                  </a:moveTo>
                  <a:lnTo>
                    <a:pt x="653102" y="3632024"/>
                  </a:lnTo>
                  <a:lnTo>
                    <a:pt x="620500" y="3558437"/>
                  </a:lnTo>
                  <a:close/>
                  <a:moveTo>
                    <a:pt x="563372" y="3644382"/>
                  </a:moveTo>
                  <a:lnTo>
                    <a:pt x="620500" y="3558437"/>
                  </a:lnTo>
                  <a:lnTo>
                    <a:pt x="560169" y="3546894"/>
                  </a:lnTo>
                  <a:close/>
                  <a:moveTo>
                    <a:pt x="560169" y="3546894"/>
                  </a:moveTo>
                  <a:lnTo>
                    <a:pt x="620500" y="3558437"/>
                  </a:lnTo>
                  <a:lnTo>
                    <a:pt x="505296" y="3491412"/>
                  </a:lnTo>
                  <a:close/>
                  <a:moveTo>
                    <a:pt x="477259" y="3411683"/>
                  </a:moveTo>
                  <a:lnTo>
                    <a:pt x="522150" y="3364319"/>
                  </a:lnTo>
                  <a:lnTo>
                    <a:pt x="392086" y="3371893"/>
                  </a:lnTo>
                  <a:close/>
                  <a:moveTo>
                    <a:pt x="539358" y="2969510"/>
                  </a:moveTo>
                  <a:lnTo>
                    <a:pt x="583279" y="2988145"/>
                  </a:lnTo>
                  <a:lnTo>
                    <a:pt x="539670" y="3090161"/>
                  </a:lnTo>
                  <a:close/>
                  <a:moveTo>
                    <a:pt x="583279" y="2988145"/>
                  </a:moveTo>
                  <a:lnTo>
                    <a:pt x="539358" y="2969510"/>
                  </a:lnTo>
                  <a:lnTo>
                    <a:pt x="505684" y="2890544"/>
                  </a:lnTo>
                  <a:close/>
                  <a:moveTo>
                    <a:pt x="681403" y="2908371"/>
                  </a:moveTo>
                  <a:lnTo>
                    <a:pt x="750167" y="2913060"/>
                  </a:lnTo>
                  <a:lnTo>
                    <a:pt x="748610" y="2814233"/>
                  </a:lnTo>
                  <a:close/>
                  <a:moveTo>
                    <a:pt x="750167" y="2913060"/>
                  </a:moveTo>
                  <a:lnTo>
                    <a:pt x="825339" y="2812446"/>
                  </a:lnTo>
                  <a:lnTo>
                    <a:pt x="748610" y="2814233"/>
                  </a:lnTo>
                  <a:close/>
                  <a:moveTo>
                    <a:pt x="47863" y="1988271"/>
                  </a:moveTo>
                  <a:lnTo>
                    <a:pt x="46030" y="2020943"/>
                  </a:lnTo>
                  <a:lnTo>
                    <a:pt x="52780" y="2108923"/>
                  </a:lnTo>
                  <a:close/>
                  <a:moveTo>
                    <a:pt x="47863" y="1988271"/>
                  </a:moveTo>
                  <a:lnTo>
                    <a:pt x="34190" y="2008943"/>
                  </a:lnTo>
                  <a:lnTo>
                    <a:pt x="46030" y="2020943"/>
                  </a:lnTo>
                  <a:close/>
                  <a:moveTo>
                    <a:pt x="0" y="1944492"/>
                  </a:moveTo>
                  <a:lnTo>
                    <a:pt x="34190" y="2008943"/>
                  </a:lnTo>
                  <a:lnTo>
                    <a:pt x="47863" y="1988271"/>
                  </a:lnTo>
                  <a:close/>
                  <a:moveTo>
                    <a:pt x="364026" y="2044287"/>
                  </a:moveTo>
                  <a:lnTo>
                    <a:pt x="398980" y="2106455"/>
                  </a:lnTo>
                  <a:lnTo>
                    <a:pt x="370569" y="2032049"/>
                  </a:lnTo>
                  <a:close/>
                  <a:moveTo>
                    <a:pt x="398980" y="2106455"/>
                  </a:moveTo>
                  <a:lnTo>
                    <a:pt x="364026" y="2044287"/>
                  </a:lnTo>
                  <a:lnTo>
                    <a:pt x="402080" y="2114264"/>
                  </a:lnTo>
                  <a:close/>
                  <a:moveTo>
                    <a:pt x="1091430" y="2897979"/>
                  </a:moveTo>
                  <a:lnTo>
                    <a:pt x="1001339" y="2936415"/>
                  </a:lnTo>
                  <a:lnTo>
                    <a:pt x="1088949" y="3014190"/>
                  </a:lnTo>
                  <a:close/>
                  <a:moveTo>
                    <a:pt x="745713" y="2416220"/>
                  </a:moveTo>
                  <a:lnTo>
                    <a:pt x="839288" y="2422863"/>
                  </a:lnTo>
                  <a:lnTo>
                    <a:pt x="805872" y="2404688"/>
                  </a:lnTo>
                  <a:close/>
                  <a:moveTo>
                    <a:pt x="699812" y="2395241"/>
                  </a:moveTo>
                  <a:lnTo>
                    <a:pt x="734173" y="2404688"/>
                  </a:lnTo>
                  <a:lnTo>
                    <a:pt x="745713" y="2416220"/>
                  </a:lnTo>
                  <a:close/>
                  <a:moveTo>
                    <a:pt x="398980" y="2106455"/>
                  </a:moveTo>
                  <a:lnTo>
                    <a:pt x="402080" y="2114264"/>
                  </a:lnTo>
                  <a:lnTo>
                    <a:pt x="401812" y="2113660"/>
                  </a:lnTo>
                  <a:close/>
                  <a:moveTo>
                    <a:pt x="394364" y="2075828"/>
                  </a:moveTo>
                  <a:lnTo>
                    <a:pt x="398980" y="2106455"/>
                  </a:lnTo>
                  <a:lnTo>
                    <a:pt x="401812" y="2113660"/>
                  </a:lnTo>
                  <a:close/>
                  <a:moveTo>
                    <a:pt x="370569" y="2032049"/>
                  </a:moveTo>
                  <a:lnTo>
                    <a:pt x="398980" y="2106455"/>
                  </a:lnTo>
                  <a:lnTo>
                    <a:pt x="394364" y="2075828"/>
                  </a:lnTo>
                  <a:close/>
                  <a:moveTo>
                    <a:pt x="353886" y="1993613"/>
                  </a:moveTo>
                  <a:lnTo>
                    <a:pt x="349072" y="1949834"/>
                  </a:lnTo>
                  <a:lnTo>
                    <a:pt x="370569" y="2032049"/>
                  </a:lnTo>
                  <a:close/>
                  <a:moveTo>
                    <a:pt x="1107362" y="2804442"/>
                  </a:moveTo>
                  <a:lnTo>
                    <a:pt x="1163796" y="2800167"/>
                  </a:lnTo>
                  <a:lnTo>
                    <a:pt x="1076349" y="2751878"/>
                  </a:lnTo>
                  <a:close/>
                  <a:moveTo>
                    <a:pt x="1239198" y="2777327"/>
                  </a:moveTo>
                  <a:lnTo>
                    <a:pt x="1193321" y="2895244"/>
                  </a:lnTo>
                  <a:lnTo>
                    <a:pt x="1226510" y="2819443"/>
                  </a:lnTo>
                  <a:close/>
                  <a:moveTo>
                    <a:pt x="1263689" y="2798536"/>
                  </a:moveTo>
                  <a:lnTo>
                    <a:pt x="1239198" y="2777327"/>
                  </a:lnTo>
                  <a:lnTo>
                    <a:pt x="1258036" y="2703039"/>
                  </a:lnTo>
                  <a:close/>
                  <a:moveTo>
                    <a:pt x="820563" y="2284037"/>
                  </a:moveTo>
                  <a:lnTo>
                    <a:pt x="765439" y="2240258"/>
                  </a:lnTo>
                  <a:lnTo>
                    <a:pt x="800539" y="2322473"/>
                  </a:lnTo>
                  <a:close/>
                  <a:moveTo>
                    <a:pt x="434026" y="1887286"/>
                  </a:moveTo>
                  <a:lnTo>
                    <a:pt x="530305" y="1969698"/>
                  </a:lnTo>
                  <a:lnTo>
                    <a:pt x="516790" y="1880593"/>
                  </a:lnTo>
                  <a:close/>
                  <a:moveTo>
                    <a:pt x="505863" y="1797010"/>
                  </a:moveTo>
                  <a:lnTo>
                    <a:pt x="502575" y="1790746"/>
                  </a:lnTo>
                  <a:lnTo>
                    <a:pt x="516790" y="1880593"/>
                  </a:lnTo>
                  <a:close/>
                  <a:moveTo>
                    <a:pt x="516790" y="1880593"/>
                  </a:moveTo>
                  <a:lnTo>
                    <a:pt x="502575" y="1790746"/>
                  </a:lnTo>
                  <a:lnTo>
                    <a:pt x="414450" y="1803109"/>
                  </a:lnTo>
                  <a:close/>
                  <a:moveTo>
                    <a:pt x="516790" y="1880593"/>
                  </a:moveTo>
                  <a:lnTo>
                    <a:pt x="414450" y="1803109"/>
                  </a:lnTo>
                  <a:lnTo>
                    <a:pt x="434026" y="1887286"/>
                  </a:lnTo>
                  <a:close/>
                  <a:moveTo>
                    <a:pt x="421098" y="1758746"/>
                  </a:moveTo>
                  <a:lnTo>
                    <a:pt x="350666" y="1708531"/>
                  </a:lnTo>
                  <a:lnTo>
                    <a:pt x="414450" y="1803109"/>
                  </a:lnTo>
                  <a:close/>
                  <a:moveTo>
                    <a:pt x="337549" y="1725027"/>
                  </a:moveTo>
                  <a:lnTo>
                    <a:pt x="404156" y="1790746"/>
                  </a:lnTo>
                  <a:lnTo>
                    <a:pt x="414450" y="1803109"/>
                  </a:lnTo>
                  <a:close/>
                  <a:moveTo>
                    <a:pt x="1263340" y="2656676"/>
                  </a:moveTo>
                  <a:lnTo>
                    <a:pt x="1246842" y="2616803"/>
                  </a:lnTo>
                  <a:lnTo>
                    <a:pt x="1249737" y="2695112"/>
                  </a:lnTo>
                  <a:close/>
                  <a:moveTo>
                    <a:pt x="1174213" y="2510409"/>
                  </a:moveTo>
                  <a:lnTo>
                    <a:pt x="1245995" y="2612736"/>
                  </a:lnTo>
                  <a:lnTo>
                    <a:pt x="1199390" y="2590034"/>
                  </a:lnTo>
                  <a:close/>
                  <a:moveTo>
                    <a:pt x="502575" y="1790746"/>
                  </a:moveTo>
                  <a:lnTo>
                    <a:pt x="505863" y="1797010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421098" y="1758746"/>
                  </a:lnTo>
                  <a:lnTo>
                    <a:pt x="502575" y="1790746"/>
                  </a:lnTo>
                  <a:close/>
                  <a:moveTo>
                    <a:pt x="426872" y="1692918"/>
                  </a:moveTo>
                  <a:lnTo>
                    <a:pt x="421098" y="1758746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505863" y="1797010"/>
                  </a:lnTo>
                  <a:lnTo>
                    <a:pt x="505511" y="1790746"/>
                  </a:lnTo>
                  <a:close/>
                  <a:moveTo>
                    <a:pt x="505511" y="1790746"/>
                  </a:moveTo>
                  <a:lnTo>
                    <a:pt x="507004" y="1688365"/>
                  </a:lnTo>
                  <a:lnTo>
                    <a:pt x="504889" y="1790176"/>
                  </a:lnTo>
                  <a:close/>
                  <a:moveTo>
                    <a:pt x="1203286" y="2574461"/>
                  </a:moveTo>
                  <a:lnTo>
                    <a:pt x="1174213" y="2510409"/>
                  </a:lnTo>
                  <a:lnTo>
                    <a:pt x="1199390" y="2590034"/>
                  </a:lnTo>
                  <a:close/>
                  <a:moveTo>
                    <a:pt x="672822" y="1916740"/>
                  </a:moveTo>
                  <a:lnTo>
                    <a:pt x="691680" y="1859595"/>
                  </a:lnTo>
                  <a:lnTo>
                    <a:pt x="697932" y="1954605"/>
                  </a:lnTo>
                  <a:close/>
                  <a:moveTo>
                    <a:pt x="932413" y="2061974"/>
                  </a:moveTo>
                  <a:lnTo>
                    <a:pt x="898835" y="2052049"/>
                  </a:lnTo>
                  <a:lnTo>
                    <a:pt x="951466" y="2069854"/>
                  </a:lnTo>
                  <a:close/>
                  <a:moveTo>
                    <a:pt x="951466" y="2069854"/>
                  </a:moveTo>
                  <a:lnTo>
                    <a:pt x="960730" y="2081170"/>
                  </a:lnTo>
                  <a:lnTo>
                    <a:pt x="932413" y="2061974"/>
                  </a:lnTo>
                  <a:close/>
                  <a:moveTo>
                    <a:pt x="567780" y="1670094"/>
                  </a:moveTo>
                  <a:lnTo>
                    <a:pt x="612581" y="1702150"/>
                  </a:lnTo>
                  <a:lnTo>
                    <a:pt x="617707" y="1631658"/>
                  </a:lnTo>
                  <a:close/>
                  <a:moveTo>
                    <a:pt x="1733515" y="2759036"/>
                  </a:moveTo>
                  <a:lnTo>
                    <a:pt x="1757603" y="2766215"/>
                  </a:lnTo>
                  <a:lnTo>
                    <a:pt x="1722522" y="2744233"/>
                  </a:lnTo>
                  <a:close/>
                  <a:moveTo>
                    <a:pt x="1733515" y="2759036"/>
                  </a:moveTo>
                  <a:lnTo>
                    <a:pt x="1722522" y="2744233"/>
                  </a:lnTo>
                  <a:lnTo>
                    <a:pt x="1747832" y="2729683"/>
                  </a:lnTo>
                  <a:close/>
                  <a:moveTo>
                    <a:pt x="1755431" y="2662018"/>
                  </a:moveTo>
                  <a:lnTo>
                    <a:pt x="1733515" y="2759036"/>
                  </a:lnTo>
                  <a:lnTo>
                    <a:pt x="1747832" y="2729683"/>
                  </a:lnTo>
                  <a:close/>
                  <a:moveTo>
                    <a:pt x="1208543" y="2004297"/>
                  </a:moveTo>
                  <a:lnTo>
                    <a:pt x="1214287" y="2064683"/>
                  </a:lnTo>
                  <a:lnTo>
                    <a:pt x="1200747" y="2088469"/>
                  </a:lnTo>
                  <a:close/>
                  <a:moveTo>
                    <a:pt x="1208543" y="2004297"/>
                  </a:moveTo>
                  <a:lnTo>
                    <a:pt x="1200747" y="2088469"/>
                  </a:lnTo>
                  <a:lnTo>
                    <a:pt x="1199982" y="2074652"/>
                  </a:lnTo>
                  <a:close/>
                  <a:moveTo>
                    <a:pt x="642857" y="1600148"/>
                  </a:moveTo>
                  <a:lnTo>
                    <a:pt x="687839" y="1553124"/>
                  </a:lnTo>
                  <a:lnTo>
                    <a:pt x="712390" y="1581461"/>
                  </a:lnTo>
                  <a:close/>
                  <a:moveTo>
                    <a:pt x="416288" y="1182146"/>
                  </a:moveTo>
                  <a:lnTo>
                    <a:pt x="342479" y="1100382"/>
                  </a:lnTo>
                  <a:lnTo>
                    <a:pt x="331675" y="1138367"/>
                  </a:lnTo>
                  <a:close/>
                  <a:moveTo>
                    <a:pt x="416288" y="1182146"/>
                  </a:moveTo>
                  <a:lnTo>
                    <a:pt x="331675" y="1138367"/>
                  </a:lnTo>
                  <a:lnTo>
                    <a:pt x="339691" y="1220583"/>
                  </a:lnTo>
                  <a:close/>
                  <a:moveTo>
                    <a:pt x="342479" y="1100382"/>
                  </a:moveTo>
                  <a:lnTo>
                    <a:pt x="340876" y="1091859"/>
                  </a:lnTo>
                  <a:lnTo>
                    <a:pt x="331675" y="1138367"/>
                  </a:lnTo>
                  <a:close/>
                  <a:moveTo>
                    <a:pt x="1199982" y="2074652"/>
                  </a:moveTo>
                  <a:lnTo>
                    <a:pt x="1200747" y="2088469"/>
                  </a:lnTo>
                  <a:lnTo>
                    <a:pt x="1199881" y="2086513"/>
                  </a:lnTo>
                  <a:close/>
                  <a:moveTo>
                    <a:pt x="1755431" y="2662018"/>
                  </a:moveTo>
                  <a:lnTo>
                    <a:pt x="1747832" y="2729683"/>
                  </a:lnTo>
                  <a:lnTo>
                    <a:pt x="1845786" y="2705797"/>
                  </a:lnTo>
                  <a:close/>
                  <a:moveTo>
                    <a:pt x="1448462" y="2130291"/>
                  </a:moveTo>
                  <a:lnTo>
                    <a:pt x="1514298" y="2215519"/>
                  </a:lnTo>
                  <a:lnTo>
                    <a:pt x="1516247" y="2205939"/>
                  </a:lnTo>
                  <a:close/>
                  <a:moveTo>
                    <a:pt x="1430404" y="2250942"/>
                  </a:moveTo>
                  <a:lnTo>
                    <a:pt x="1514298" y="2215519"/>
                  </a:lnTo>
                  <a:lnTo>
                    <a:pt x="1448462" y="2130291"/>
                  </a:lnTo>
                  <a:close/>
                  <a:moveTo>
                    <a:pt x="1435983" y="2168727"/>
                  </a:moveTo>
                  <a:lnTo>
                    <a:pt x="1430404" y="2250942"/>
                  </a:lnTo>
                  <a:lnTo>
                    <a:pt x="1448462" y="2130291"/>
                  </a:lnTo>
                  <a:close/>
                  <a:moveTo>
                    <a:pt x="1486568" y="2094975"/>
                  </a:moveTo>
                  <a:lnTo>
                    <a:pt x="1435983" y="2168727"/>
                  </a:lnTo>
                  <a:lnTo>
                    <a:pt x="1448462" y="2130291"/>
                  </a:lnTo>
                  <a:close/>
                  <a:moveTo>
                    <a:pt x="1208543" y="2004297"/>
                  </a:moveTo>
                  <a:lnTo>
                    <a:pt x="1226556" y="1967394"/>
                  </a:lnTo>
                  <a:lnTo>
                    <a:pt x="1224805" y="1922082"/>
                  </a:lnTo>
                  <a:close/>
                  <a:moveTo>
                    <a:pt x="881155" y="1718585"/>
                  </a:moveTo>
                  <a:lnTo>
                    <a:pt x="919477" y="1734991"/>
                  </a:lnTo>
                  <a:lnTo>
                    <a:pt x="948864" y="1693080"/>
                  </a:lnTo>
                  <a:close/>
                  <a:moveTo>
                    <a:pt x="554615" y="1249288"/>
                  </a:moveTo>
                  <a:lnTo>
                    <a:pt x="597892" y="1174605"/>
                  </a:lnTo>
                  <a:lnTo>
                    <a:pt x="536404" y="1164001"/>
                  </a:lnTo>
                  <a:close/>
                  <a:moveTo>
                    <a:pt x="288789" y="681913"/>
                  </a:moveTo>
                  <a:lnTo>
                    <a:pt x="211027" y="650419"/>
                  </a:lnTo>
                  <a:lnTo>
                    <a:pt x="289997" y="742681"/>
                  </a:lnTo>
                  <a:close/>
                  <a:moveTo>
                    <a:pt x="1913587" y="2705797"/>
                  </a:moveTo>
                  <a:lnTo>
                    <a:pt x="1968291" y="2589259"/>
                  </a:lnTo>
                  <a:lnTo>
                    <a:pt x="1926647" y="2585145"/>
                  </a:lnTo>
                  <a:close/>
                  <a:moveTo>
                    <a:pt x="1926647" y="2585145"/>
                  </a:moveTo>
                  <a:lnTo>
                    <a:pt x="1976558" y="2597131"/>
                  </a:lnTo>
                  <a:lnTo>
                    <a:pt x="1913587" y="2705797"/>
                  </a:lnTo>
                  <a:close/>
                  <a:moveTo>
                    <a:pt x="2014307" y="2705797"/>
                  </a:moveTo>
                  <a:lnTo>
                    <a:pt x="1976558" y="2597131"/>
                  </a:lnTo>
                  <a:lnTo>
                    <a:pt x="1984769" y="2585145"/>
                  </a:lnTo>
                  <a:close/>
                  <a:moveTo>
                    <a:pt x="1984769" y="2585145"/>
                  </a:moveTo>
                  <a:lnTo>
                    <a:pt x="1968291" y="2589259"/>
                  </a:lnTo>
                  <a:lnTo>
                    <a:pt x="2014307" y="2705797"/>
                  </a:lnTo>
                  <a:close/>
                  <a:moveTo>
                    <a:pt x="1926647" y="2585145"/>
                  </a:moveTo>
                  <a:lnTo>
                    <a:pt x="1968291" y="2589259"/>
                  </a:lnTo>
                  <a:lnTo>
                    <a:pt x="1953062" y="2509287"/>
                  </a:lnTo>
                  <a:close/>
                  <a:moveTo>
                    <a:pt x="1521492" y="2209670"/>
                  </a:moveTo>
                  <a:lnTo>
                    <a:pt x="1549723" y="2115897"/>
                  </a:lnTo>
                  <a:lnTo>
                    <a:pt x="1530688" y="2212506"/>
                  </a:lnTo>
                  <a:close/>
                  <a:moveTo>
                    <a:pt x="1530688" y="2212506"/>
                  </a:moveTo>
                  <a:lnTo>
                    <a:pt x="1549723" y="2115897"/>
                  </a:lnTo>
                  <a:lnTo>
                    <a:pt x="1553899" y="2091854"/>
                  </a:lnTo>
                  <a:close/>
                  <a:moveTo>
                    <a:pt x="1528611" y="2103790"/>
                  </a:moveTo>
                  <a:lnTo>
                    <a:pt x="1516247" y="2205939"/>
                  </a:lnTo>
                  <a:lnTo>
                    <a:pt x="1530688" y="2212506"/>
                  </a:lnTo>
                  <a:close/>
                  <a:moveTo>
                    <a:pt x="1448462" y="2130291"/>
                  </a:moveTo>
                  <a:lnTo>
                    <a:pt x="1516247" y="2205939"/>
                  </a:lnTo>
                  <a:lnTo>
                    <a:pt x="1528611" y="2103790"/>
                  </a:lnTo>
                  <a:close/>
                  <a:moveTo>
                    <a:pt x="1549723" y="2115897"/>
                  </a:moveTo>
                  <a:lnTo>
                    <a:pt x="1521492" y="2209670"/>
                  </a:lnTo>
                  <a:lnTo>
                    <a:pt x="1535287" y="2174070"/>
                  </a:lnTo>
                  <a:close/>
                  <a:moveTo>
                    <a:pt x="1486568" y="2094975"/>
                  </a:moveTo>
                  <a:lnTo>
                    <a:pt x="1448462" y="2130291"/>
                  </a:lnTo>
                  <a:lnTo>
                    <a:pt x="1528611" y="2103790"/>
                  </a:lnTo>
                  <a:close/>
                  <a:moveTo>
                    <a:pt x="412839" y="651855"/>
                  </a:moveTo>
                  <a:lnTo>
                    <a:pt x="359652" y="611983"/>
                  </a:lnTo>
                  <a:lnTo>
                    <a:pt x="288789" y="681913"/>
                  </a:lnTo>
                  <a:close/>
                  <a:moveTo>
                    <a:pt x="371166" y="711247"/>
                  </a:moveTo>
                  <a:lnTo>
                    <a:pt x="412839" y="651855"/>
                  </a:lnTo>
                  <a:lnTo>
                    <a:pt x="288789" y="681913"/>
                  </a:lnTo>
                  <a:close/>
                  <a:moveTo>
                    <a:pt x="2227249" y="2831790"/>
                  </a:moveTo>
                  <a:lnTo>
                    <a:pt x="2277733" y="2887206"/>
                  </a:lnTo>
                  <a:lnTo>
                    <a:pt x="2286419" y="2812680"/>
                  </a:lnTo>
                  <a:close/>
                  <a:moveTo>
                    <a:pt x="1760142" y="2236928"/>
                  </a:moveTo>
                  <a:lnTo>
                    <a:pt x="1869199" y="2308950"/>
                  </a:lnTo>
                  <a:lnTo>
                    <a:pt x="1790547" y="2243783"/>
                  </a:lnTo>
                  <a:close/>
                  <a:moveTo>
                    <a:pt x="1813224" y="2254365"/>
                  </a:moveTo>
                  <a:lnTo>
                    <a:pt x="1760142" y="2236928"/>
                  </a:lnTo>
                  <a:lnTo>
                    <a:pt x="1765040" y="2135633"/>
                  </a:lnTo>
                  <a:close/>
                  <a:moveTo>
                    <a:pt x="1655401" y="2017153"/>
                  </a:moveTo>
                  <a:lnTo>
                    <a:pt x="1736031" y="2053418"/>
                  </a:lnTo>
                  <a:lnTo>
                    <a:pt x="1599622" y="2006559"/>
                  </a:lnTo>
                  <a:close/>
                  <a:moveTo>
                    <a:pt x="1599622" y="2006559"/>
                  </a:moveTo>
                  <a:lnTo>
                    <a:pt x="1736077" y="2056307"/>
                  </a:lnTo>
                  <a:lnTo>
                    <a:pt x="1608973" y="2009639"/>
                  </a:lnTo>
                  <a:close/>
                  <a:moveTo>
                    <a:pt x="780214" y="910781"/>
                  </a:moveTo>
                  <a:lnTo>
                    <a:pt x="825091" y="902407"/>
                  </a:lnTo>
                  <a:lnTo>
                    <a:pt x="749945" y="861064"/>
                  </a:lnTo>
                  <a:close/>
                  <a:moveTo>
                    <a:pt x="412839" y="651855"/>
                  </a:moveTo>
                  <a:lnTo>
                    <a:pt x="360431" y="585327"/>
                  </a:lnTo>
                  <a:lnTo>
                    <a:pt x="359652" y="611983"/>
                  </a:lnTo>
                  <a:close/>
                  <a:moveTo>
                    <a:pt x="808160" y="984622"/>
                  </a:moveTo>
                  <a:lnTo>
                    <a:pt x="818884" y="915941"/>
                  </a:lnTo>
                  <a:lnTo>
                    <a:pt x="813690" y="1020257"/>
                  </a:lnTo>
                  <a:close/>
                  <a:moveTo>
                    <a:pt x="1955859" y="2098905"/>
                  </a:moveTo>
                  <a:lnTo>
                    <a:pt x="1959884" y="2104388"/>
                  </a:lnTo>
                  <a:lnTo>
                    <a:pt x="2052538" y="2172147"/>
                  </a:lnTo>
                  <a:close/>
                  <a:moveTo>
                    <a:pt x="1665671" y="1768336"/>
                  </a:moveTo>
                  <a:lnTo>
                    <a:pt x="1614651" y="1864796"/>
                  </a:lnTo>
                  <a:lnTo>
                    <a:pt x="1643900" y="1888988"/>
                  </a:lnTo>
                  <a:close/>
                  <a:moveTo>
                    <a:pt x="1637043" y="1775951"/>
                  </a:moveTo>
                  <a:lnTo>
                    <a:pt x="1539084" y="1860920"/>
                  </a:lnTo>
                  <a:lnTo>
                    <a:pt x="1614651" y="1864796"/>
                  </a:lnTo>
                  <a:close/>
                  <a:moveTo>
                    <a:pt x="1637043" y="1775951"/>
                  </a:moveTo>
                  <a:lnTo>
                    <a:pt x="1548585" y="1787275"/>
                  </a:lnTo>
                  <a:lnTo>
                    <a:pt x="1539084" y="1860920"/>
                  </a:lnTo>
                  <a:close/>
                  <a:moveTo>
                    <a:pt x="1548585" y="1787275"/>
                  </a:moveTo>
                  <a:lnTo>
                    <a:pt x="1637043" y="1775951"/>
                  </a:lnTo>
                  <a:lnTo>
                    <a:pt x="1562337" y="1732654"/>
                  </a:lnTo>
                  <a:close/>
                  <a:moveTo>
                    <a:pt x="1690098" y="1693318"/>
                  </a:moveTo>
                  <a:lnTo>
                    <a:pt x="1642911" y="1755253"/>
                  </a:lnTo>
                  <a:lnTo>
                    <a:pt x="1637043" y="1775951"/>
                  </a:lnTo>
                  <a:close/>
                  <a:moveTo>
                    <a:pt x="1665671" y="1768336"/>
                  </a:moveTo>
                  <a:lnTo>
                    <a:pt x="1707076" y="1716496"/>
                  </a:lnTo>
                  <a:lnTo>
                    <a:pt x="1690098" y="1693318"/>
                  </a:lnTo>
                  <a:close/>
                  <a:moveTo>
                    <a:pt x="1637043" y="1775951"/>
                  </a:moveTo>
                  <a:lnTo>
                    <a:pt x="1665671" y="1768336"/>
                  </a:lnTo>
                  <a:lnTo>
                    <a:pt x="1690098" y="1693318"/>
                  </a:lnTo>
                  <a:close/>
                  <a:moveTo>
                    <a:pt x="844500" y="795025"/>
                  </a:moveTo>
                  <a:lnTo>
                    <a:pt x="825091" y="902407"/>
                  </a:lnTo>
                  <a:lnTo>
                    <a:pt x="852993" y="888212"/>
                  </a:lnTo>
                  <a:close/>
                  <a:moveTo>
                    <a:pt x="852993" y="888212"/>
                  </a:moveTo>
                  <a:lnTo>
                    <a:pt x="954848" y="865997"/>
                  </a:lnTo>
                  <a:lnTo>
                    <a:pt x="844500" y="795025"/>
                  </a:lnTo>
                  <a:close/>
                  <a:moveTo>
                    <a:pt x="954848" y="865997"/>
                  </a:moveTo>
                  <a:lnTo>
                    <a:pt x="958273" y="867447"/>
                  </a:lnTo>
                  <a:lnTo>
                    <a:pt x="1038034" y="887004"/>
                  </a:lnTo>
                  <a:close/>
                  <a:moveTo>
                    <a:pt x="492042" y="454126"/>
                  </a:moveTo>
                  <a:lnTo>
                    <a:pt x="544247" y="452894"/>
                  </a:lnTo>
                  <a:lnTo>
                    <a:pt x="548671" y="453383"/>
                  </a:lnTo>
                  <a:close/>
                  <a:moveTo>
                    <a:pt x="472798" y="445627"/>
                  </a:moveTo>
                  <a:lnTo>
                    <a:pt x="544247" y="452894"/>
                  </a:lnTo>
                  <a:lnTo>
                    <a:pt x="492042" y="454126"/>
                  </a:lnTo>
                  <a:close/>
                  <a:moveTo>
                    <a:pt x="1999584" y="2163450"/>
                  </a:moveTo>
                  <a:lnTo>
                    <a:pt x="2052538" y="2172147"/>
                  </a:lnTo>
                  <a:lnTo>
                    <a:pt x="1959884" y="2104388"/>
                  </a:lnTo>
                  <a:close/>
                  <a:moveTo>
                    <a:pt x="1803109" y="1762127"/>
                  </a:moveTo>
                  <a:lnTo>
                    <a:pt x="1736556" y="1755641"/>
                  </a:lnTo>
                  <a:lnTo>
                    <a:pt x="1853170" y="1768857"/>
                  </a:lnTo>
                  <a:close/>
                  <a:moveTo>
                    <a:pt x="1647719" y="1667179"/>
                  </a:moveTo>
                  <a:lnTo>
                    <a:pt x="1562337" y="1732654"/>
                  </a:lnTo>
                  <a:lnTo>
                    <a:pt x="1642911" y="1755253"/>
                  </a:lnTo>
                  <a:close/>
                  <a:moveTo>
                    <a:pt x="1563358" y="1174712"/>
                  </a:moveTo>
                  <a:lnTo>
                    <a:pt x="1608572" y="1198173"/>
                  </a:lnTo>
                  <a:lnTo>
                    <a:pt x="1523969" y="1158798"/>
                  </a:lnTo>
                  <a:close/>
                  <a:moveTo>
                    <a:pt x="1491698" y="832601"/>
                  </a:moveTo>
                  <a:lnTo>
                    <a:pt x="1501551" y="859779"/>
                  </a:lnTo>
                  <a:lnTo>
                    <a:pt x="1585873" y="916722"/>
                  </a:lnTo>
                  <a:close/>
                  <a:moveTo>
                    <a:pt x="1412338" y="836526"/>
                  </a:moveTo>
                  <a:lnTo>
                    <a:pt x="1491698" y="832601"/>
                  </a:lnTo>
                  <a:lnTo>
                    <a:pt x="1410357" y="797478"/>
                  </a:lnTo>
                  <a:close/>
                  <a:moveTo>
                    <a:pt x="1491698" y="832601"/>
                  </a:moveTo>
                  <a:lnTo>
                    <a:pt x="1412338" y="836526"/>
                  </a:lnTo>
                  <a:lnTo>
                    <a:pt x="1501551" y="859779"/>
                  </a:lnTo>
                  <a:close/>
                  <a:moveTo>
                    <a:pt x="1412338" y="836526"/>
                  </a:moveTo>
                  <a:lnTo>
                    <a:pt x="1421491" y="839108"/>
                  </a:lnTo>
                  <a:lnTo>
                    <a:pt x="1501551" y="859779"/>
                  </a:lnTo>
                  <a:close/>
                  <a:moveTo>
                    <a:pt x="1358177" y="748661"/>
                  </a:moveTo>
                  <a:lnTo>
                    <a:pt x="1410357" y="797478"/>
                  </a:lnTo>
                  <a:lnTo>
                    <a:pt x="1402465" y="744461"/>
                  </a:lnTo>
                  <a:close/>
                  <a:moveTo>
                    <a:pt x="1555675" y="710224"/>
                  </a:moveTo>
                  <a:lnTo>
                    <a:pt x="1516523" y="830875"/>
                  </a:lnTo>
                  <a:lnTo>
                    <a:pt x="1603008" y="745250"/>
                  </a:lnTo>
                  <a:close/>
                  <a:moveTo>
                    <a:pt x="1489031" y="734677"/>
                  </a:moveTo>
                  <a:lnTo>
                    <a:pt x="1402465" y="744461"/>
                  </a:lnTo>
                  <a:lnTo>
                    <a:pt x="1410357" y="797478"/>
                  </a:lnTo>
                  <a:close/>
                  <a:moveTo>
                    <a:pt x="1489031" y="734677"/>
                  </a:moveTo>
                  <a:lnTo>
                    <a:pt x="1471410" y="628009"/>
                  </a:lnTo>
                  <a:lnTo>
                    <a:pt x="1409276" y="638832"/>
                  </a:lnTo>
                  <a:close/>
                  <a:moveTo>
                    <a:pt x="1489031" y="734677"/>
                  </a:moveTo>
                  <a:lnTo>
                    <a:pt x="1409276" y="638832"/>
                  </a:lnTo>
                  <a:lnTo>
                    <a:pt x="1402465" y="744461"/>
                  </a:lnTo>
                  <a:close/>
                  <a:moveTo>
                    <a:pt x="1265319" y="318659"/>
                  </a:moveTo>
                  <a:lnTo>
                    <a:pt x="1206530" y="299149"/>
                  </a:lnTo>
                  <a:lnTo>
                    <a:pt x="1255497" y="402984"/>
                  </a:lnTo>
                  <a:close/>
                  <a:moveTo>
                    <a:pt x="1180292" y="303440"/>
                  </a:moveTo>
                  <a:lnTo>
                    <a:pt x="1206530" y="299149"/>
                  </a:lnTo>
                  <a:lnTo>
                    <a:pt x="1176721" y="266065"/>
                  </a:lnTo>
                  <a:close/>
                  <a:moveTo>
                    <a:pt x="1179779" y="299149"/>
                  </a:moveTo>
                  <a:lnTo>
                    <a:pt x="1180292" y="303440"/>
                  </a:lnTo>
                  <a:lnTo>
                    <a:pt x="1176721" y="266065"/>
                  </a:lnTo>
                  <a:close/>
                  <a:moveTo>
                    <a:pt x="1603008" y="745250"/>
                  </a:moveTo>
                  <a:lnTo>
                    <a:pt x="1628602" y="681801"/>
                  </a:lnTo>
                  <a:lnTo>
                    <a:pt x="1555675" y="710224"/>
                  </a:lnTo>
                  <a:close/>
                  <a:moveTo>
                    <a:pt x="1661429" y="671787"/>
                  </a:moveTo>
                  <a:lnTo>
                    <a:pt x="1628602" y="681801"/>
                  </a:lnTo>
                  <a:lnTo>
                    <a:pt x="1603008" y="745250"/>
                  </a:lnTo>
                  <a:close/>
                  <a:moveTo>
                    <a:pt x="1628602" y="681801"/>
                  </a:moveTo>
                  <a:lnTo>
                    <a:pt x="1661429" y="671787"/>
                  </a:lnTo>
                  <a:lnTo>
                    <a:pt x="1637935" y="660636"/>
                  </a:lnTo>
                  <a:close/>
                  <a:moveTo>
                    <a:pt x="1471410" y="628009"/>
                  </a:moveTo>
                  <a:lnTo>
                    <a:pt x="1518119" y="610938"/>
                  </a:lnTo>
                  <a:lnTo>
                    <a:pt x="1415343" y="600919"/>
                  </a:lnTo>
                  <a:close/>
                  <a:moveTo>
                    <a:pt x="1415343" y="600919"/>
                  </a:moveTo>
                  <a:lnTo>
                    <a:pt x="1518119" y="610938"/>
                  </a:lnTo>
                  <a:lnTo>
                    <a:pt x="1536009" y="558209"/>
                  </a:lnTo>
                  <a:close/>
                  <a:moveTo>
                    <a:pt x="1352252" y="425142"/>
                  </a:moveTo>
                  <a:lnTo>
                    <a:pt x="1340203" y="381364"/>
                  </a:lnTo>
                  <a:lnTo>
                    <a:pt x="1336125" y="463579"/>
                  </a:lnTo>
                  <a:close/>
                  <a:moveTo>
                    <a:pt x="1206530" y="299149"/>
                  </a:moveTo>
                  <a:lnTo>
                    <a:pt x="1265319" y="318659"/>
                  </a:lnTo>
                  <a:lnTo>
                    <a:pt x="1272236" y="289283"/>
                  </a:lnTo>
                  <a:close/>
                  <a:moveTo>
                    <a:pt x="1176721" y="266065"/>
                  </a:moveTo>
                  <a:lnTo>
                    <a:pt x="1171623" y="210395"/>
                  </a:lnTo>
                  <a:lnTo>
                    <a:pt x="1179779" y="299149"/>
                  </a:lnTo>
                  <a:close/>
                  <a:moveTo>
                    <a:pt x="1272236" y="289283"/>
                  </a:moveTo>
                  <a:lnTo>
                    <a:pt x="1176721" y="266065"/>
                  </a:lnTo>
                  <a:lnTo>
                    <a:pt x="1206530" y="299149"/>
                  </a:lnTo>
                  <a:close/>
                  <a:moveTo>
                    <a:pt x="1171623" y="210395"/>
                  </a:moveTo>
                  <a:lnTo>
                    <a:pt x="1176721" y="266065"/>
                  </a:lnTo>
                  <a:lnTo>
                    <a:pt x="1272236" y="289283"/>
                  </a:lnTo>
                  <a:close/>
                  <a:moveTo>
                    <a:pt x="1275476" y="186557"/>
                  </a:moveTo>
                  <a:lnTo>
                    <a:pt x="1171623" y="210395"/>
                  </a:lnTo>
                  <a:lnTo>
                    <a:pt x="1272236" y="289283"/>
                  </a:lnTo>
                  <a:close/>
                  <a:moveTo>
                    <a:pt x="1072231" y="154053"/>
                  </a:moveTo>
                  <a:lnTo>
                    <a:pt x="1120873" y="120717"/>
                  </a:lnTo>
                  <a:lnTo>
                    <a:pt x="1171623" y="210395"/>
                  </a:lnTo>
                  <a:close/>
                  <a:moveTo>
                    <a:pt x="1171623" y="210395"/>
                  </a:moveTo>
                  <a:lnTo>
                    <a:pt x="1197033" y="126808"/>
                  </a:lnTo>
                  <a:lnTo>
                    <a:pt x="1137175" y="96282"/>
                  </a:lnTo>
                  <a:close/>
                  <a:moveTo>
                    <a:pt x="1171623" y="210395"/>
                  </a:moveTo>
                  <a:lnTo>
                    <a:pt x="1275476" y="186557"/>
                  </a:lnTo>
                  <a:lnTo>
                    <a:pt x="1197033" y="126808"/>
                  </a:lnTo>
                  <a:close/>
                  <a:moveTo>
                    <a:pt x="1275476" y="186557"/>
                  </a:moveTo>
                  <a:lnTo>
                    <a:pt x="1275027" y="139757"/>
                  </a:lnTo>
                  <a:lnTo>
                    <a:pt x="1197033" y="126808"/>
                  </a:lnTo>
                  <a:close/>
                  <a:moveTo>
                    <a:pt x="1661429" y="671787"/>
                  </a:moveTo>
                  <a:lnTo>
                    <a:pt x="1650426" y="707340"/>
                  </a:lnTo>
                  <a:lnTo>
                    <a:pt x="1658461" y="657526"/>
                  </a:lnTo>
                  <a:close/>
                  <a:moveTo>
                    <a:pt x="1536009" y="558209"/>
                  </a:moveTo>
                  <a:lnTo>
                    <a:pt x="1561815" y="589573"/>
                  </a:lnTo>
                  <a:lnTo>
                    <a:pt x="1623887" y="485449"/>
                  </a:lnTo>
                  <a:close/>
                  <a:moveTo>
                    <a:pt x="1366720" y="222275"/>
                  </a:moveTo>
                  <a:lnTo>
                    <a:pt x="1329328" y="142776"/>
                  </a:lnTo>
                  <a:lnTo>
                    <a:pt x="1336329" y="178497"/>
                  </a:lnTo>
                  <a:close/>
                  <a:moveTo>
                    <a:pt x="1137175" y="96282"/>
                  </a:moveTo>
                  <a:lnTo>
                    <a:pt x="1197033" y="126808"/>
                  </a:lnTo>
                  <a:lnTo>
                    <a:pt x="1226195" y="65936"/>
                  </a:lnTo>
                  <a:close/>
                  <a:moveTo>
                    <a:pt x="1354332" y="157609"/>
                  </a:moveTo>
                  <a:lnTo>
                    <a:pt x="1336329" y="178497"/>
                  </a:lnTo>
                  <a:lnTo>
                    <a:pt x="1329328" y="142776"/>
                  </a:lnTo>
                  <a:close/>
                  <a:moveTo>
                    <a:pt x="1226195" y="65936"/>
                  </a:moveTo>
                  <a:lnTo>
                    <a:pt x="1249310" y="7644"/>
                  </a:lnTo>
                  <a:lnTo>
                    <a:pt x="1184182" y="0"/>
                  </a:lnTo>
                  <a:close/>
                  <a:moveTo>
                    <a:pt x="1721298" y="478458"/>
                  </a:moveTo>
                  <a:lnTo>
                    <a:pt x="1698479" y="430484"/>
                  </a:lnTo>
                  <a:lnTo>
                    <a:pt x="1733923" y="45658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59" name="Candidate_density__2078">
              <a:extLst>
                <a:ext uri="{FF2B5EF4-FFF2-40B4-BE49-F238E27FC236}">
                  <a16:creationId xmlns:a16="http://schemas.microsoft.com/office/drawing/2014/main" id="{75B62E4F-611D-F868-E223-3C4AC838A02C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506782"/>
              <a:ext cx="1943434" cy="3623869"/>
            </a:xfrm>
            <a:custGeom>
              <a:avLst/>
              <a:gdLst/>
              <a:ahLst/>
              <a:cxnLst/>
              <a:rect l="0" t="0" r="0" b="0"/>
              <a:pathLst>
                <a:path w="1943434" h="3623869">
                  <a:moveTo>
                    <a:pt x="250370" y="3580089"/>
                  </a:moveTo>
                  <a:lnTo>
                    <a:pt x="326469" y="3623869"/>
                  </a:lnTo>
                  <a:lnTo>
                    <a:pt x="329108" y="3541653"/>
                  </a:lnTo>
                  <a:close/>
                  <a:moveTo>
                    <a:pt x="329108" y="3541653"/>
                  </a:moveTo>
                  <a:lnTo>
                    <a:pt x="386818" y="3600951"/>
                  </a:lnTo>
                  <a:lnTo>
                    <a:pt x="348239" y="3532223"/>
                  </a:lnTo>
                  <a:close/>
                  <a:moveTo>
                    <a:pt x="329108" y="3541653"/>
                  </a:moveTo>
                  <a:lnTo>
                    <a:pt x="326469" y="3623869"/>
                  </a:lnTo>
                  <a:lnTo>
                    <a:pt x="386818" y="3600951"/>
                  </a:lnTo>
                  <a:close/>
                  <a:moveTo>
                    <a:pt x="323815" y="3493707"/>
                  </a:moveTo>
                  <a:lnTo>
                    <a:pt x="329108" y="3541653"/>
                  </a:lnTo>
                  <a:lnTo>
                    <a:pt x="348239" y="3532223"/>
                  </a:lnTo>
                  <a:close/>
                  <a:moveTo>
                    <a:pt x="328358" y="3338787"/>
                  </a:moveTo>
                  <a:lnTo>
                    <a:pt x="350752" y="3379216"/>
                  </a:lnTo>
                  <a:lnTo>
                    <a:pt x="350508" y="3330194"/>
                  </a:lnTo>
                  <a:close/>
                  <a:moveTo>
                    <a:pt x="294644" y="3256572"/>
                  </a:moveTo>
                  <a:lnTo>
                    <a:pt x="350508" y="3330194"/>
                  </a:lnTo>
                  <a:lnTo>
                    <a:pt x="332919" y="3244401"/>
                  </a:lnTo>
                  <a:close/>
                  <a:moveTo>
                    <a:pt x="294644" y="3256572"/>
                  </a:moveTo>
                  <a:lnTo>
                    <a:pt x="328358" y="3338787"/>
                  </a:lnTo>
                  <a:lnTo>
                    <a:pt x="350508" y="3330194"/>
                  </a:lnTo>
                  <a:close/>
                  <a:moveTo>
                    <a:pt x="350752" y="3379216"/>
                  </a:moveTo>
                  <a:lnTo>
                    <a:pt x="442571" y="3300350"/>
                  </a:lnTo>
                  <a:lnTo>
                    <a:pt x="350508" y="3330194"/>
                  </a:lnTo>
                  <a:close/>
                  <a:moveTo>
                    <a:pt x="480815" y="3371641"/>
                  </a:moveTo>
                  <a:lnTo>
                    <a:pt x="442571" y="3300350"/>
                  </a:lnTo>
                  <a:lnTo>
                    <a:pt x="350752" y="3379216"/>
                  </a:lnTo>
                  <a:close/>
                  <a:moveTo>
                    <a:pt x="442571" y="3300350"/>
                  </a:moveTo>
                  <a:lnTo>
                    <a:pt x="441330" y="3224016"/>
                  </a:lnTo>
                  <a:lnTo>
                    <a:pt x="350508" y="3330194"/>
                  </a:lnTo>
                  <a:close/>
                  <a:moveTo>
                    <a:pt x="350508" y="3330194"/>
                  </a:moveTo>
                  <a:lnTo>
                    <a:pt x="441330" y="3224016"/>
                  </a:lnTo>
                  <a:lnTo>
                    <a:pt x="439136" y="3218640"/>
                  </a:lnTo>
                  <a:close/>
                  <a:moveTo>
                    <a:pt x="350508" y="3330194"/>
                  </a:moveTo>
                  <a:lnTo>
                    <a:pt x="439136" y="3218640"/>
                  </a:lnTo>
                  <a:lnTo>
                    <a:pt x="332919" y="3244401"/>
                  </a:lnTo>
                  <a:close/>
                  <a:moveTo>
                    <a:pt x="506503" y="3261914"/>
                  </a:moveTo>
                  <a:lnTo>
                    <a:pt x="480815" y="3371641"/>
                  </a:lnTo>
                  <a:lnTo>
                    <a:pt x="511756" y="3272125"/>
                  </a:lnTo>
                  <a:close/>
                  <a:moveTo>
                    <a:pt x="506503" y="3261914"/>
                  </a:moveTo>
                  <a:lnTo>
                    <a:pt x="442571" y="3300350"/>
                  </a:lnTo>
                  <a:lnTo>
                    <a:pt x="480815" y="3371641"/>
                  </a:lnTo>
                  <a:close/>
                  <a:moveTo>
                    <a:pt x="504397" y="3244610"/>
                  </a:moveTo>
                  <a:lnTo>
                    <a:pt x="442571" y="3300350"/>
                  </a:lnTo>
                  <a:lnTo>
                    <a:pt x="506503" y="3261914"/>
                  </a:lnTo>
                  <a:close/>
                  <a:moveTo>
                    <a:pt x="504397" y="3244610"/>
                  </a:moveTo>
                  <a:lnTo>
                    <a:pt x="441330" y="3224016"/>
                  </a:lnTo>
                  <a:lnTo>
                    <a:pt x="442571" y="3300350"/>
                  </a:lnTo>
                  <a:close/>
                  <a:moveTo>
                    <a:pt x="441330" y="3224016"/>
                  </a:moveTo>
                  <a:lnTo>
                    <a:pt x="504397" y="3244610"/>
                  </a:lnTo>
                  <a:lnTo>
                    <a:pt x="440503" y="3218135"/>
                  </a:lnTo>
                  <a:close/>
                  <a:moveTo>
                    <a:pt x="504397" y="3244610"/>
                  </a:moveTo>
                  <a:lnTo>
                    <a:pt x="490611" y="3179698"/>
                  </a:lnTo>
                  <a:lnTo>
                    <a:pt x="440503" y="3218135"/>
                  </a:lnTo>
                  <a:close/>
                  <a:moveTo>
                    <a:pt x="498335" y="3097484"/>
                  </a:moveTo>
                  <a:lnTo>
                    <a:pt x="440503" y="3218135"/>
                  </a:lnTo>
                  <a:lnTo>
                    <a:pt x="490611" y="3179698"/>
                  </a:lnTo>
                  <a:close/>
                  <a:moveTo>
                    <a:pt x="504397" y="3244610"/>
                  </a:moveTo>
                  <a:lnTo>
                    <a:pt x="506503" y="3261914"/>
                  </a:lnTo>
                  <a:lnTo>
                    <a:pt x="512176" y="3259352"/>
                  </a:lnTo>
                  <a:close/>
                  <a:moveTo>
                    <a:pt x="504397" y="3244610"/>
                  </a:moveTo>
                  <a:lnTo>
                    <a:pt x="512176" y="3259352"/>
                  </a:lnTo>
                  <a:lnTo>
                    <a:pt x="490611" y="3179698"/>
                  </a:lnTo>
                  <a:close/>
                  <a:moveTo>
                    <a:pt x="498335" y="3097484"/>
                  </a:moveTo>
                  <a:lnTo>
                    <a:pt x="490611" y="3179698"/>
                  </a:lnTo>
                  <a:lnTo>
                    <a:pt x="554494" y="3141262"/>
                  </a:lnTo>
                  <a:close/>
                  <a:moveTo>
                    <a:pt x="498335" y="3097484"/>
                  </a:moveTo>
                  <a:lnTo>
                    <a:pt x="554494" y="3141262"/>
                  </a:lnTo>
                  <a:lnTo>
                    <a:pt x="538287" y="3059047"/>
                  </a:lnTo>
                  <a:close/>
                  <a:moveTo>
                    <a:pt x="538287" y="3059047"/>
                  </a:moveTo>
                  <a:lnTo>
                    <a:pt x="498024" y="2976832"/>
                  </a:lnTo>
                  <a:lnTo>
                    <a:pt x="498335" y="3097484"/>
                  </a:lnTo>
                  <a:close/>
                  <a:moveTo>
                    <a:pt x="493559" y="2874119"/>
                  </a:moveTo>
                  <a:lnTo>
                    <a:pt x="479885" y="2937759"/>
                  </a:lnTo>
                  <a:lnTo>
                    <a:pt x="519465" y="2856181"/>
                  </a:lnTo>
                  <a:close/>
                  <a:moveTo>
                    <a:pt x="519465" y="2856181"/>
                  </a:moveTo>
                  <a:lnTo>
                    <a:pt x="479885" y="2937759"/>
                  </a:lnTo>
                  <a:lnTo>
                    <a:pt x="498024" y="2976832"/>
                  </a:lnTo>
                  <a:close/>
                  <a:moveTo>
                    <a:pt x="466195" y="2886575"/>
                  </a:moveTo>
                  <a:lnTo>
                    <a:pt x="493559" y="2874119"/>
                  </a:lnTo>
                  <a:lnTo>
                    <a:pt x="475510" y="2812402"/>
                  </a:lnTo>
                  <a:close/>
                  <a:moveTo>
                    <a:pt x="475510" y="2812402"/>
                  </a:moveTo>
                  <a:lnTo>
                    <a:pt x="493559" y="2874119"/>
                  </a:lnTo>
                  <a:lnTo>
                    <a:pt x="519465" y="2856181"/>
                  </a:lnTo>
                  <a:close/>
                  <a:moveTo>
                    <a:pt x="475510" y="2812402"/>
                  </a:moveTo>
                  <a:lnTo>
                    <a:pt x="519465" y="2856181"/>
                  </a:lnTo>
                  <a:lnTo>
                    <a:pt x="558768" y="2773965"/>
                  </a:lnTo>
                  <a:close/>
                  <a:moveTo>
                    <a:pt x="565931" y="2765611"/>
                  </a:moveTo>
                  <a:lnTo>
                    <a:pt x="475510" y="2812402"/>
                  </a:lnTo>
                  <a:lnTo>
                    <a:pt x="558768" y="2773965"/>
                  </a:lnTo>
                  <a:close/>
                  <a:moveTo>
                    <a:pt x="640069" y="2915693"/>
                  </a:moveTo>
                  <a:lnTo>
                    <a:pt x="707275" y="2821556"/>
                  </a:lnTo>
                  <a:lnTo>
                    <a:pt x="617877" y="2833642"/>
                  </a:lnTo>
                  <a:close/>
                  <a:moveTo>
                    <a:pt x="558768" y="2773965"/>
                  </a:moveTo>
                  <a:lnTo>
                    <a:pt x="617877" y="2833642"/>
                  </a:lnTo>
                  <a:lnTo>
                    <a:pt x="572779" y="2770214"/>
                  </a:lnTo>
                  <a:close/>
                  <a:moveTo>
                    <a:pt x="558768" y="2773965"/>
                  </a:moveTo>
                  <a:lnTo>
                    <a:pt x="519465" y="2856181"/>
                  </a:lnTo>
                  <a:lnTo>
                    <a:pt x="617877" y="2833642"/>
                  </a:lnTo>
                  <a:close/>
                  <a:moveTo>
                    <a:pt x="617877" y="2833642"/>
                  </a:moveTo>
                  <a:lnTo>
                    <a:pt x="670036" y="2751739"/>
                  </a:lnTo>
                  <a:lnTo>
                    <a:pt x="572779" y="2770214"/>
                  </a:lnTo>
                  <a:close/>
                  <a:moveTo>
                    <a:pt x="565931" y="2765611"/>
                  </a:moveTo>
                  <a:lnTo>
                    <a:pt x="558768" y="2773965"/>
                  </a:lnTo>
                  <a:lnTo>
                    <a:pt x="572779" y="2770214"/>
                  </a:lnTo>
                  <a:close/>
                  <a:moveTo>
                    <a:pt x="296629" y="2379506"/>
                  </a:moveTo>
                  <a:lnTo>
                    <a:pt x="242464" y="2392194"/>
                  </a:lnTo>
                  <a:lnTo>
                    <a:pt x="181460" y="2442772"/>
                  </a:lnTo>
                  <a:close/>
                  <a:moveTo>
                    <a:pt x="242464" y="2392194"/>
                  </a:moveTo>
                  <a:lnTo>
                    <a:pt x="296629" y="2379506"/>
                  </a:lnTo>
                  <a:lnTo>
                    <a:pt x="262750" y="2362890"/>
                  </a:lnTo>
                  <a:close/>
                  <a:moveTo>
                    <a:pt x="296629" y="2379506"/>
                  </a:moveTo>
                  <a:lnTo>
                    <a:pt x="318499" y="2324454"/>
                  </a:lnTo>
                  <a:lnTo>
                    <a:pt x="262750" y="2362890"/>
                  </a:lnTo>
                  <a:close/>
                  <a:moveTo>
                    <a:pt x="237894" y="2280675"/>
                  </a:moveTo>
                  <a:lnTo>
                    <a:pt x="262750" y="2362890"/>
                  </a:lnTo>
                  <a:lnTo>
                    <a:pt x="318499" y="2324454"/>
                  </a:lnTo>
                  <a:close/>
                  <a:moveTo>
                    <a:pt x="237894" y="2280675"/>
                  </a:moveTo>
                  <a:lnTo>
                    <a:pt x="318499" y="2324454"/>
                  </a:lnTo>
                  <a:lnTo>
                    <a:pt x="305302" y="2242238"/>
                  </a:lnTo>
                  <a:close/>
                  <a:moveTo>
                    <a:pt x="377637" y="2286017"/>
                  </a:moveTo>
                  <a:lnTo>
                    <a:pt x="382074" y="2205113"/>
                  </a:lnTo>
                  <a:lnTo>
                    <a:pt x="305302" y="2242238"/>
                  </a:lnTo>
                  <a:close/>
                  <a:moveTo>
                    <a:pt x="318499" y="2324454"/>
                  </a:moveTo>
                  <a:lnTo>
                    <a:pt x="377637" y="2286017"/>
                  </a:lnTo>
                  <a:lnTo>
                    <a:pt x="305302" y="2242238"/>
                  </a:lnTo>
                  <a:close/>
                  <a:moveTo>
                    <a:pt x="289981" y="2160023"/>
                  </a:moveTo>
                  <a:lnTo>
                    <a:pt x="305302" y="2242238"/>
                  </a:lnTo>
                  <a:lnTo>
                    <a:pt x="380840" y="2204519"/>
                  </a:lnTo>
                  <a:close/>
                  <a:moveTo>
                    <a:pt x="87496" y="1724504"/>
                  </a:moveTo>
                  <a:lnTo>
                    <a:pt x="29190" y="1721712"/>
                  </a:lnTo>
                  <a:lnTo>
                    <a:pt x="0" y="1792726"/>
                  </a:lnTo>
                  <a:close/>
                  <a:moveTo>
                    <a:pt x="150799" y="1682527"/>
                  </a:moveTo>
                  <a:lnTo>
                    <a:pt x="29190" y="1721712"/>
                  </a:lnTo>
                  <a:lnTo>
                    <a:pt x="87496" y="1724504"/>
                  </a:lnTo>
                  <a:close/>
                  <a:moveTo>
                    <a:pt x="1035014" y="2759201"/>
                  </a:moveTo>
                  <a:lnTo>
                    <a:pt x="1032173" y="2823086"/>
                  </a:lnTo>
                  <a:lnTo>
                    <a:pt x="1066028" y="2811764"/>
                  </a:lnTo>
                  <a:close/>
                  <a:moveTo>
                    <a:pt x="205659" y="1725294"/>
                  </a:moveTo>
                  <a:lnTo>
                    <a:pt x="286497" y="1720167"/>
                  </a:lnTo>
                  <a:lnTo>
                    <a:pt x="223879" y="1677103"/>
                  </a:lnTo>
                  <a:close/>
                  <a:moveTo>
                    <a:pt x="335955" y="1640458"/>
                  </a:moveTo>
                  <a:lnTo>
                    <a:pt x="238610" y="1672075"/>
                  </a:lnTo>
                  <a:lnTo>
                    <a:pt x="346774" y="1642728"/>
                  </a:lnTo>
                  <a:close/>
                  <a:moveTo>
                    <a:pt x="346774" y="1642728"/>
                  </a:moveTo>
                  <a:lnTo>
                    <a:pt x="223879" y="1677103"/>
                  </a:lnTo>
                  <a:lnTo>
                    <a:pt x="309332" y="1715854"/>
                  </a:lnTo>
                  <a:close/>
                  <a:moveTo>
                    <a:pt x="309332" y="1715854"/>
                  </a:moveTo>
                  <a:lnTo>
                    <a:pt x="223879" y="1677103"/>
                  </a:lnTo>
                  <a:lnTo>
                    <a:pt x="286497" y="1720167"/>
                  </a:lnTo>
                  <a:close/>
                  <a:moveTo>
                    <a:pt x="335955" y="1640458"/>
                  </a:moveTo>
                  <a:lnTo>
                    <a:pt x="346774" y="1642728"/>
                  </a:lnTo>
                  <a:lnTo>
                    <a:pt x="351030" y="1633638"/>
                  </a:lnTo>
                  <a:close/>
                  <a:moveTo>
                    <a:pt x="346774" y="1642728"/>
                  </a:moveTo>
                  <a:lnTo>
                    <a:pt x="309332" y="1715854"/>
                  </a:lnTo>
                  <a:lnTo>
                    <a:pt x="385537" y="1700241"/>
                  </a:lnTo>
                  <a:close/>
                  <a:moveTo>
                    <a:pt x="385537" y="1700241"/>
                  </a:moveTo>
                  <a:lnTo>
                    <a:pt x="351030" y="1633638"/>
                  </a:lnTo>
                  <a:lnTo>
                    <a:pt x="346774" y="1642728"/>
                  </a:lnTo>
                  <a:close/>
                  <a:moveTo>
                    <a:pt x="451734" y="1606923"/>
                  </a:moveTo>
                  <a:lnTo>
                    <a:pt x="351030" y="1633638"/>
                  </a:lnTo>
                  <a:lnTo>
                    <a:pt x="385537" y="1700241"/>
                  </a:lnTo>
                  <a:close/>
                  <a:moveTo>
                    <a:pt x="413872" y="1512987"/>
                  </a:moveTo>
                  <a:lnTo>
                    <a:pt x="451734" y="1606923"/>
                  </a:lnTo>
                  <a:lnTo>
                    <a:pt x="455066" y="1553754"/>
                  </a:lnTo>
                  <a:close/>
                  <a:moveTo>
                    <a:pt x="351030" y="1633638"/>
                  </a:moveTo>
                  <a:lnTo>
                    <a:pt x="451734" y="1606923"/>
                  </a:lnTo>
                  <a:lnTo>
                    <a:pt x="413872" y="1512987"/>
                  </a:lnTo>
                  <a:close/>
                  <a:moveTo>
                    <a:pt x="487898" y="1595201"/>
                  </a:moveTo>
                  <a:lnTo>
                    <a:pt x="601523" y="1607470"/>
                  </a:lnTo>
                  <a:lnTo>
                    <a:pt x="566397" y="1574296"/>
                  </a:lnTo>
                  <a:close/>
                  <a:moveTo>
                    <a:pt x="1681187" y="2751555"/>
                  </a:moveTo>
                  <a:lnTo>
                    <a:pt x="1716268" y="2773538"/>
                  </a:lnTo>
                  <a:lnTo>
                    <a:pt x="1718268" y="2745149"/>
                  </a:lnTo>
                  <a:close/>
                  <a:moveTo>
                    <a:pt x="1681187" y="2751555"/>
                  </a:moveTo>
                  <a:lnTo>
                    <a:pt x="1718268" y="2745149"/>
                  </a:lnTo>
                  <a:lnTo>
                    <a:pt x="1706497" y="2737006"/>
                  </a:lnTo>
                  <a:close/>
                  <a:moveTo>
                    <a:pt x="227370" y="614142"/>
                  </a:moveTo>
                  <a:lnTo>
                    <a:pt x="101038" y="635667"/>
                  </a:lnTo>
                  <a:lnTo>
                    <a:pt x="169692" y="657742"/>
                  </a:lnTo>
                  <a:close/>
                  <a:moveTo>
                    <a:pt x="947324" y="1633985"/>
                  </a:moveTo>
                  <a:lnTo>
                    <a:pt x="917595" y="1670739"/>
                  </a:lnTo>
                  <a:lnTo>
                    <a:pt x="940621" y="1644323"/>
                  </a:lnTo>
                  <a:close/>
                  <a:moveTo>
                    <a:pt x="947324" y="1633985"/>
                  </a:moveTo>
                  <a:lnTo>
                    <a:pt x="960914" y="1635521"/>
                  </a:lnTo>
                  <a:lnTo>
                    <a:pt x="1008659" y="1584650"/>
                  </a:lnTo>
                  <a:close/>
                  <a:moveTo>
                    <a:pt x="1008659" y="1584650"/>
                  </a:moveTo>
                  <a:lnTo>
                    <a:pt x="960914" y="1635521"/>
                  </a:lnTo>
                  <a:lnTo>
                    <a:pt x="1020581" y="1523671"/>
                  </a:lnTo>
                  <a:close/>
                  <a:moveTo>
                    <a:pt x="227370" y="614142"/>
                  </a:moveTo>
                  <a:lnTo>
                    <a:pt x="261645" y="639357"/>
                  </a:lnTo>
                  <a:lnTo>
                    <a:pt x="247954" y="575526"/>
                  </a:lnTo>
                  <a:close/>
                  <a:moveTo>
                    <a:pt x="1943434" y="2592468"/>
                  </a:moveTo>
                  <a:lnTo>
                    <a:pt x="1935223" y="2604453"/>
                  </a:lnTo>
                  <a:lnTo>
                    <a:pt x="1938463" y="2587227"/>
                  </a:lnTo>
                  <a:close/>
                  <a:moveTo>
                    <a:pt x="766826" y="991944"/>
                  </a:moveTo>
                  <a:lnTo>
                    <a:pt x="783756" y="909729"/>
                  </a:lnTo>
                  <a:lnTo>
                    <a:pt x="777550" y="923264"/>
                  </a:lnTo>
                  <a:close/>
                  <a:moveTo>
                    <a:pt x="1287275" y="1423424"/>
                  </a:moveTo>
                  <a:lnTo>
                    <a:pt x="1246973" y="1364583"/>
                  </a:lnTo>
                  <a:lnTo>
                    <a:pt x="1289757" y="1449863"/>
                  </a:lnTo>
                  <a:close/>
                  <a:moveTo>
                    <a:pt x="1289757" y="1449863"/>
                  </a:moveTo>
                  <a:lnTo>
                    <a:pt x="1246973" y="1364583"/>
                  </a:lnTo>
                  <a:lnTo>
                    <a:pt x="1161912" y="1393114"/>
                  </a:lnTo>
                  <a:close/>
                  <a:moveTo>
                    <a:pt x="1145768" y="1388216"/>
                  </a:moveTo>
                  <a:lnTo>
                    <a:pt x="1138434" y="1403019"/>
                  </a:lnTo>
                  <a:lnTo>
                    <a:pt x="1161912" y="1393114"/>
                  </a:lnTo>
                  <a:close/>
                  <a:moveTo>
                    <a:pt x="1246532" y="1284819"/>
                  </a:moveTo>
                  <a:lnTo>
                    <a:pt x="1161149" y="1320805"/>
                  </a:lnTo>
                  <a:lnTo>
                    <a:pt x="1254217" y="1299827"/>
                  </a:lnTo>
                  <a:close/>
                  <a:moveTo>
                    <a:pt x="1161149" y="1320805"/>
                  </a:moveTo>
                  <a:lnTo>
                    <a:pt x="1145768" y="1388216"/>
                  </a:lnTo>
                  <a:lnTo>
                    <a:pt x="1254217" y="1299827"/>
                  </a:lnTo>
                  <a:close/>
                  <a:moveTo>
                    <a:pt x="1254217" y="1299827"/>
                  </a:moveTo>
                  <a:lnTo>
                    <a:pt x="1145768" y="1388216"/>
                  </a:lnTo>
                  <a:lnTo>
                    <a:pt x="1246973" y="1364583"/>
                  </a:lnTo>
                  <a:close/>
                  <a:moveTo>
                    <a:pt x="1246973" y="1364583"/>
                  </a:moveTo>
                  <a:lnTo>
                    <a:pt x="1145768" y="1388216"/>
                  </a:lnTo>
                  <a:lnTo>
                    <a:pt x="1161912" y="1393114"/>
                  </a:lnTo>
                  <a:close/>
                  <a:moveTo>
                    <a:pt x="1262994" y="1282368"/>
                  </a:moveTo>
                  <a:lnTo>
                    <a:pt x="1183629" y="1251115"/>
                  </a:lnTo>
                  <a:lnTo>
                    <a:pt x="1246532" y="1284819"/>
                  </a:lnTo>
                  <a:close/>
                  <a:moveTo>
                    <a:pt x="1246532" y="1284819"/>
                  </a:moveTo>
                  <a:lnTo>
                    <a:pt x="1254217" y="1299827"/>
                  </a:lnTo>
                  <a:lnTo>
                    <a:pt x="1262994" y="1282368"/>
                  </a:lnTo>
                  <a:close/>
                  <a:moveTo>
                    <a:pt x="783756" y="909729"/>
                  </a:moveTo>
                  <a:lnTo>
                    <a:pt x="847964" y="895546"/>
                  </a:lnTo>
                  <a:lnTo>
                    <a:pt x="811659" y="895534"/>
                  </a:lnTo>
                  <a:close/>
                  <a:moveTo>
                    <a:pt x="811659" y="895534"/>
                  </a:moveTo>
                  <a:lnTo>
                    <a:pt x="847964" y="895546"/>
                  </a:lnTo>
                  <a:lnTo>
                    <a:pt x="916938" y="874769"/>
                  </a:lnTo>
                  <a:close/>
                  <a:moveTo>
                    <a:pt x="1254217" y="1299827"/>
                  </a:moveTo>
                  <a:lnTo>
                    <a:pt x="1246973" y="1364583"/>
                  </a:lnTo>
                  <a:lnTo>
                    <a:pt x="1304832" y="1337514"/>
                  </a:lnTo>
                  <a:close/>
                  <a:moveTo>
                    <a:pt x="1254217" y="1299827"/>
                  </a:moveTo>
                  <a:lnTo>
                    <a:pt x="1304832" y="1337514"/>
                  </a:lnTo>
                  <a:lnTo>
                    <a:pt x="1262994" y="1282368"/>
                  </a:lnTo>
                  <a:close/>
                  <a:moveTo>
                    <a:pt x="1262994" y="1282368"/>
                  </a:moveTo>
                  <a:lnTo>
                    <a:pt x="1325992" y="1326146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262994" y="1282368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316054" y="1252370"/>
                  </a:lnTo>
                  <a:lnTo>
                    <a:pt x="1262994" y="1282368"/>
                  </a:lnTo>
                  <a:close/>
                  <a:moveTo>
                    <a:pt x="1366334" y="1225156"/>
                  </a:moveTo>
                  <a:lnTo>
                    <a:pt x="1333888" y="1243932"/>
                  </a:lnTo>
                  <a:lnTo>
                    <a:pt x="1387313" y="1230959"/>
                  </a:lnTo>
                  <a:close/>
                  <a:moveTo>
                    <a:pt x="1482634" y="1166121"/>
                  </a:moveTo>
                  <a:lnTo>
                    <a:pt x="1387313" y="1230959"/>
                  </a:lnTo>
                  <a:lnTo>
                    <a:pt x="1443222" y="1205495"/>
                  </a:lnTo>
                  <a:close/>
                  <a:moveTo>
                    <a:pt x="1366334" y="1225156"/>
                  </a:moveTo>
                  <a:lnTo>
                    <a:pt x="1387313" y="1230959"/>
                  </a:lnTo>
                  <a:lnTo>
                    <a:pt x="1482634" y="1166121"/>
                  </a:lnTo>
                  <a:close/>
                  <a:moveTo>
                    <a:pt x="1427254" y="1174266"/>
                  </a:moveTo>
                  <a:lnTo>
                    <a:pt x="1366334" y="1225156"/>
                  </a:lnTo>
                  <a:lnTo>
                    <a:pt x="1482634" y="1166121"/>
                  </a:lnTo>
                  <a:close/>
                  <a:moveTo>
                    <a:pt x="1295916" y="268035"/>
                  </a:moveTo>
                  <a:lnTo>
                    <a:pt x="1294994" y="185819"/>
                  </a:lnTo>
                  <a:lnTo>
                    <a:pt x="1230901" y="296605"/>
                  </a:lnTo>
                  <a:close/>
                  <a:moveTo>
                    <a:pt x="1047760" y="59826"/>
                  </a:moveTo>
                  <a:lnTo>
                    <a:pt x="1028120" y="142041"/>
                  </a:lnTo>
                  <a:lnTo>
                    <a:pt x="1095841" y="103604"/>
                  </a:lnTo>
                  <a:close/>
                  <a:moveTo>
                    <a:pt x="1047760" y="59826"/>
                  </a:moveTo>
                  <a:lnTo>
                    <a:pt x="1095841" y="103604"/>
                  </a:lnTo>
                  <a:lnTo>
                    <a:pt x="1101970" y="21389"/>
                  </a:lnTo>
                  <a:close/>
                  <a:moveTo>
                    <a:pt x="1119824" y="0"/>
                  </a:moveTo>
                  <a:lnTo>
                    <a:pt x="1047760" y="59826"/>
                  </a:lnTo>
                  <a:lnTo>
                    <a:pt x="1101970" y="21389"/>
                  </a:lnTo>
                  <a:close/>
                  <a:moveTo>
                    <a:pt x="1582552" y="492771"/>
                  </a:moveTo>
                  <a:lnTo>
                    <a:pt x="1619490" y="558459"/>
                  </a:lnTo>
                  <a:lnTo>
                    <a:pt x="1620431" y="541856"/>
                  </a:lnTo>
                  <a:close/>
                  <a:moveTo>
                    <a:pt x="1286275" y="343678"/>
                  </a:moveTo>
                  <a:lnTo>
                    <a:pt x="1297702" y="342389"/>
                  </a:lnTo>
                  <a:lnTo>
                    <a:pt x="1295916" y="268035"/>
                  </a:lnTo>
                  <a:close/>
                  <a:moveTo>
                    <a:pt x="1119824" y="0"/>
                  </a:moveTo>
                  <a:lnTo>
                    <a:pt x="1101970" y="21389"/>
                  </a:lnTo>
                  <a:lnTo>
                    <a:pt x="1142847" y="7322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60" name="Candidate_density__2079">
              <a:extLst>
                <a:ext uri="{FF2B5EF4-FFF2-40B4-BE49-F238E27FC236}">
                  <a16:creationId xmlns:a16="http://schemas.microsoft.com/office/drawing/2014/main" id="{8916EDAD-0609-E014-7B19-D18D7E3389A2}"/>
                </a:ext>
              </a:extLst>
            </p:cNvPr>
            <p:cNvSpPr>
              <a:spLocks noGrp="1"/>
            </p:cNvSpPr>
            <p:nvPr/>
          </p:nvSpPr>
          <p:spPr>
            <a:xfrm>
              <a:off x="4394831" y="1939246"/>
              <a:ext cx="2175664" cy="3248621"/>
            </a:xfrm>
            <a:custGeom>
              <a:avLst/>
              <a:gdLst/>
              <a:ahLst/>
              <a:cxnLst/>
              <a:rect l="0" t="0" r="0" b="0"/>
              <a:pathLst>
                <a:path w="2175664" h="3248621">
                  <a:moveTo>
                    <a:pt x="313322" y="3225491"/>
                  </a:moveTo>
                  <a:lnTo>
                    <a:pt x="260192" y="3242047"/>
                  </a:lnTo>
                  <a:lnTo>
                    <a:pt x="394040" y="3248621"/>
                  </a:lnTo>
                  <a:close/>
                  <a:moveTo>
                    <a:pt x="479993" y="2969492"/>
                  </a:moveTo>
                  <a:lnTo>
                    <a:pt x="514678" y="2990608"/>
                  </a:lnTo>
                  <a:lnTo>
                    <a:pt x="437182" y="2950101"/>
                  </a:lnTo>
                  <a:close/>
                  <a:moveTo>
                    <a:pt x="689023" y="2960239"/>
                  </a:moveTo>
                  <a:lnTo>
                    <a:pt x="688804" y="2955443"/>
                  </a:lnTo>
                  <a:lnTo>
                    <a:pt x="639118" y="2962004"/>
                  </a:lnTo>
                  <a:close/>
                  <a:moveTo>
                    <a:pt x="39251" y="1884332"/>
                  </a:moveTo>
                  <a:lnTo>
                    <a:pt x="121195" y="1848210"/>
                  </a:lnTo>
                  <a:lnTo>
                    <a:pt x="91852" y="1878757"/>
                  </a:lnTo>
                  <a:close/>
                  <a:moveTo>
                    <a:pt x="35732" y="1884133"/>
                  </a:moveTo>
                  <a:lnTo>
                    <a:pt x="39251" y="1884332"/>
                  </a:lnTo>
                  <a:lnTo>
                    <a:pt x="0" y="1855650"/>
                  </a:lnTo>
                  <a:close/>
                  <a:moveTo>
                    <a:pt x="91852" y="1878757"/>
                  </a:moveTo>
                  <a:lnTo>
                    <a:pt x="0" y="1855650"/>
                  </a:lnTo>
                  <a:lnTo>
                    <a:pt x="39251" y="1884332"/>
                  </a:lnTo>
                  <a:close/>
                  <a:moveTo>
                    <a:pt x="108465" y="1828062"/>
                  </a:moveTo>
                  <a:lnTo>
                    <a:pt x="91852" y="1878757"/>
                  </a:lnTo>
                  <a:lnTo>
                    <a:pt x="121195" y="1848210"/>
                  </a:lnTo>
                  <a:close/>
                  <a:moveTo>
                    <a:pt x="110528" y="1626201"/>
                  </a:moveTo>
                  <a:lnTo>
                    <a:pt x="129439" y="1645344"/>
                  </a:lnTo>
                  <a:lnTo>
                    <a:pt x="67610" y="1572916"/>
                  </a:lnTo>
                  <a:close/>
                  <a:moveTo>
                    <a:pt x="59439" y="1563128"/>
                  </a:moveTo>
                  <a:lnTo>
                    <a:pt x="110528" y="1626201"/>
                  </a:lnTo>
                  <a:lnTo>
                    <a:pt x="67610" y="1572916"/>
                  </a:lnTo>
                  <a:close/>
                  <a:moveTo>
                    <a:pt x="96615" y="1466157"/>
                  </a:moveTo>
                  <a:lnTo>
                    <a:pt x="64449" y="1561096"/>
                  </a:lnTo>
                  <a:lnTo>
                    <a:pt x="172157" y="1469938"/>
                  </a:lnTo>
                  <a:close/>
                  <a:moveTo>
                    <a:pt x="1019698" y="2511273"/>
                  </a:moveTo>
                  <a:lnTo>
                    <a:pt x="1039209" y="2545898"/>
                  </a:lnTo>
                  <a:lnTo>
                    <a:pt x="993192" y="2589048"/>
                  </a:lnTo>
                  <a:close/>
                  <a:moveTo>
                    <a:pt x="743530" y="1997720"/>
                  </a:moveTo>
                  <a:lnTo>
                    <a:pt x="681871" y="2100198"/>
                  </a:lnTo>
                  <a:lnTo>
                    <a:pt x="708688" y="2082652"/>
                  </a:lnTo>
                  <a:close/>
                  <a:moveTo>
                    <a:pt x="172157" y="1469938"/>
                  </a:moveTo>
                  <a:lnTo>
                    <a:pt x="218809" y="1442477"/>
                  </a:lnTo>
                  <a:lnTo>
                    <a:pt x="217139" y="1500027"/>
                  </a:lnTo>
                  <a:close/>
                  <a:moveTo>
                    <a:pt x="172157" y="1469938"/>
                  </a:moveTo>
                  <a:lnTo>
                    <a:pt x="199033" y="1486255"/>
                  </a:lnTo>
                  <a:lnTo>
                    <a:pt x="148999" y="1446812"/>
                  </a:lnTo>
                  <a:close/>
                  <a:moveTo>
                    <a:pt x="172157" y="1469938"/>
                  </a:moveTo>
                  <a:lnTo>
                    <a:pt x="148999" y="1446812"/>
                  </a:lnTo>
                  <a:lnTo>
                    <a:pt x="96615" y="1466157"/>
                  </a:lnTo>
                  <a:close/>
                  <a:moveTo>
                    <a:pt x="511366" y="1542695"/>
                  </a:moveTo>
                  <a:lnTo>
                    <a:pt x="433529" y="1650685"/>
                  </a:lnTo>
                  <a:lnTo>
                    <a:pt x="488659" y="1602112"/>
                  </a:lnTo>
                  <a:close/>
                  <a:moveTo>
                    <a:pt x="434426" y="1644746"/>
                  </a:moveTo>
                  <a:lnTo>
                    <a:pt x="433529" y="1650685"/>
                  </a:lnTo>
                  <a:lnTo>
                    <a:pt x="511366" y="1542695"/>
                  </a:lnTo>
                  <a:close/>
                  <a:moveTo>
                    <a:pt x="434426" y="1644746"/>
                  </a:moveTo>
                  <a:lnTo>
                    <a:pt x="434547" y="1544556"/>
                  </a:lnTo>
                  <a:lnTo>
                    <a:pt x="442828" y="1612249"/>
                  </a:lnTo>
                  <a:close/>
                  <a:moveTo>
                    <a:pt x="1301980" y="2425099"/>
                  </a:moveTo>
                  <a:lnTo>
                    <a:pt x="1272597" y="2395964"/>
                  </a:lnTo>
                  <a:lnTo>
                    <a:pt x="1286787" y="2420374"/>
                  </a:lnTo>
                  <a:close/>
                  <a:moveTo>
                    <a:pt x="768788" y="1876952"/>
                  </a:moveTo>
                  <a:lnTo>
                    <a:pt x="695528" y="1853935"/>
                  </a:lnTo>
                  <a:lnTo>
                    <a:pt x="724805" y="1858894"/>
                  </a:lnTo>
                  <a:close/>
                  <a:moveTo>
                    <a:pt x="882678" y="1808906"/>
                  </a:moveTo>
                  <a:lnTo>
                    <a:pt x="930229" y="1744811"/>
                  </a:lnTo>
                  <a:lnTo>
                    <a:pt x="925709" y="1738243"/>
                  </a:lnTo>
                  <a:close/>
                  <a:moveTo>
                    <a:pt x="1707460" y="2604173"/>
                  </a:moveTo>
                  <a:lnTo>
                    <a:pt x="1667609" y="2609902"/>
                  </a:lnTo>
                  <a:lnTo>
                    <a:pt x="1739709" y="2568739"/>
                  </a:lnTo>
                  <a:close/>
                  <a:moveTo>
                    <a:pt x="1739709" y="2568739"/>
                  </a:moveTo>
                  <a:lnTo>
                    <a:pt x="1667609" y="2609902"/>
                  </a:lnTo>
                  <a:lnTo>
                    <a:pt x="1613355" y="2590181"/>
                  </a:lnTo>
                  <a:close/>
                  <a:moveTo>
                    <a:pt x="882678" y="1808906"/>
                  </a:moveTo>
                  <a:lnTo>
                    <a:pt x="903103" y="1706273"/>
                  </a:lnTo>
                  <a:lnTo>
                    <a:pt x="872008" y="1820458"/>
                  </a:lnTo>
                  <a:close/>
                  <a:moveTo>
                    <a:pt x="903103" y="1706273"/>
                  </a:moveTo>
                  <a:lnTo>
                    <a:pt x="882678" y="1808906"/>
                  </a:lnTo>
                  <a:lnTo>
                    <a:pt x="925709" y="1738243"/>
                  </a:lnTo>
                  <a:close/>
                  <a:moveTo>
                    <a:pt x="747024" y="1572385"/>
                  </a:moveTo>
                  <a:lnTo>
                    <a:pt x="811951" y="1607925"/>
                  </a:lnTo>
                  <a:lnTo>
                    <a:pt x="683444" y="1563484"/>
                  </a:lnTo>
                  <a:close/>
                  <a:moveTo>
                    <a:pt x="46953" y="576872"/>
                  </a:moveTo>
                  <a:lnTo>
                    <a:pt x="155784" y="548795"/>
                  </a:lnTo>
                  <a:lnTo>
                    <a:pt x="95827" y="602402"/>
                  </a:lnTo>
                  <a:close/>
                  <a:moveTo>
                    <a:pt x="1707460" y="2604173"/>
                  </a:moveTo>
                  <a:lnTo>
                    <a:pt x="1739228" y="2512177"/>
                  </a:lnTo>
                  <a:lnTo>
                    <a:pt x="1704945" y="2483521"/>
                  </a:lnTo>
                  <a:close/>
                  <a:moveTo>
                    <a:pt x="1480103" y="1800918"/>
                  </a:moveTo>
                  <a:lnTo>
                    <a:pt x="1501154" y="1803731"/>
                  </a:lnTo>
                  <a:lnTo>
                    <a:pt x="1434930" y="1787364"/>
                  </a:lnTo>
                  <a:close/>
                  <a:moveTo>
                    <a:pt x="877673" y="1359789"/>
                  </a:moveTo>
                  <a:lnTo>
                    <a:pt x="978417" y="1405359"/>
                  </a:lnTo>
                  <a:lnTo>
                    <a:pt x="1003576" y="1336658"/>
                  </a:lnTo>
                  <a:close/>
                  <a:moveTo>
                    <a:pt x="1051539" y="1294073"/>
                  </a:moveTo>
                  <a:lnTo>
                    <a:pt x="1003576" y="1336658"/>
                  </a:lnTo>
                  <a:lnTo>
                    <a:pt x="1060424" y="1299189"/>
                  </a:lnTo>
                  <a:close/>
                  <a:moveTo>
                    <a:pt x="1060424" y="1299189"/>
                  </a:moveTo>
                  <a:lnTo>
                    <a:pt x="1003576" y="1336658"/>
                  </a:lnTo>
                  <a:lnTo>
                    <a:pt x="978417" y="1405359"/>
                  </a:lnTo>
                  <a:close/>
                  <a:moveTo>
                    <a:pt x="1051539" y="1294073"/>
                  </a:moveTo>
                  <a:lnTo>
                    <a:pt x="1060424" y="1299189"/>
                  </a:lnTo>
                  <a:lnTo>
                    <a:pt x="1059363" y="1266576"/>
                  </a:lnTo>
                  <a:close/>
                  <a:moveTo>
                    <a:pt x="502134" y="749463"/>
                  </a:moveTo>
                  <a:lnTo>
                    <a:pt x="528444" y="828166"/>
                  </a:lnTo>
                  <a:lnTo>
                    <a:pt x="526477" y="839219"/>
                  </a:lnTo>
                  <a:close/>
                  <a:moveTo>
                    <a:pt x="198048" y="414534"/>
                  </a:moveTo>
                  <a:lnTo>
                    <a:pt x="193041" y="472008"/>
                  </a:lnTo>
                  <a:lnTo>
                    <a:pt x="208205" y="428143"/>
                  </a:lnTo>
                  <a:close/>
                  <a:moveTo>
                    <a:pt x="198048" y="414534"/>
                  </a:moveTo>
                  <a:lnTo>
                    <a:pt x="208205" y="428143"/>
                  </a:lnTo>
                  <a:lnTo>
                    <a:pt x="265263" y="320390"/>
                  </a:lnTo>
                  <a:close/>
                  <a:moveTo>
                    <a:pt x="1989205" y="2298640"/>
                  </a:moveTo>
                  <a:lnTo>
                    <a:pt x="1918549" y="2280655"/>
                  </a:lnTo>
                  <a:lnTo>
                    <a:pt x="1927820" y="2284335"/>
                  </a:lnTo>
                  <a:close/>
                  <a:moveTo>
                    <a:pt x="1391079" y="1512425"/>
                  </a:moveTo>
                  <a:lnTo>
                    <a:pt x="1328645" y="1502590"/>
                  </a:lnTo>
                  <a:lnTo>
                    <a:pt x="1294087" y="1586858"/>
                  </a:lnTo>
                  <a:close/>
                  <a:moveTo>
                    <a:pt x="1328645" y="1502590"/>
                  </a:moveTo>
                  <a:lnTo>
                    <a:pt x="1391079" y="1512425"/>
                  </a:lnTo>
                  <a:lnTo>
                    <a:pt x="1285501" y="1458503"/>
                  </a:lnTo>
                  <a:close/>
                  <a:moveTo>
                    <a:pt x="1400324" y="1490200"/>
                  </a:moveTo>
                  <a:lnTo>
                    <a:pt x="1328892" y="1501784"/>
                  </a:lnTo>
                  <a:lnTo>
                    <a:pt x="1285501" y="1458503"/>
                  </a:lnTo>
                  <a:close/>
                  <a:moveTo>
                    <a:pt x="589177" y="623262"/>
                  </a:moveTo>
                  <a:lnTo>
                    <a:pt x="600615" y="529807"/>
                  </a:lnTo>
                  <a:lnTo>
                    <a:pt x="552300" y="548840"/>
                  </a:lnTo>
                  <a:close/>
                  <a:moveTo>
                    <a:pt x="2172447" y="2302253"/>
                  </a:moveTo>
                  <a:lnTo>
                    <a:pt x="2158644" y="2285997"/>
                  </a:lnTo>
                  <a:lnTo>
                    <a:pt x="2132206" y="2339438"/>
                  </a:lnTo>
                  <a:close/>
                  <a:moveTo>
                    <a:pt x="1989205" y="2298640"/>
                  </a:moveTo>
                  <a:lnTo>
                    <a:pt x="2013493" y="2324433"/>
                  </a:lnTo>
                  <a:lnTo>
                    <a:pt x="2033590" y="2293958"/>
                  </a:lnTo>
                  <a:close/>
                  <a:moveTo>
                    <a:pt x="1562836" y="1819148"/>
                  </a:moveTo>
                  <a:lnTo>
                    <a:pt x="1622059" y="1761914"/>
                  </a:lnTo>
                  <a:lnTo>
                    <a:pt x="1662661" y="1710491"/>
                  </a:lnTo>
                  <a:close/>
                  <a:moveTo>
                    <a:pt x="1328768" y="1502282"/>
                  </a:moveTo>
                  <a:lnTo>
                    <a:pt x="1328892" y="1501784"/>
                  </a:lnTo>
                  <a:lnTo>
                    <a:pt x="1366652" y="1427765"/>
                  </a:lnTo>
                  <a:close/>
                  <a:moveTo>
                    <a:pt x="570847" y="493416"/>
                  </a:moveTo>
                  <a:lnTo>
                    <a:pt x="552300" y="548840"/>
                  </a:lnTo>
                  <a:lnTo>
                    <a:pt x="585715" y="515701"/>
                  </a:lnTo>
                  <a:close/>
                  <a:moveTo>
                    <a:pt x="570847" y="493416"/>
                  </a:moveTo>
                  <a:lnTo>
                    <a:pt x="585715" y="515701"/>
                  </a:lnTo>
                  <a:lnTo>
                    <a:pt x="579416" y="435020"/>
                  </a:lnTo>
                  <a:close/>
                  <a:moveTo>
                    <a:pt x="579416" y="435020"/>
                  </a:moveTo>
                  <a:lnTo>
                    <a:pt x="585715" y="515701"/>
                  </a:lnTo>
                  <a:lnTo>
                    <a:pt x="606684" y="473515"/>
                  </a:lnTo>
                  <a:close/>
                  <a:moveTo>
                    <a:pt x="2158644" y="2285997"/>
                  </a:moveTo>
                  <a:lnTo>
                    <a:pt x="2175664" y="2223261"/>
                  </a:lnTo>
                  <a:lnTo>
                    <a:pt x="2152921" y="2257535"/>
                  </a:lnTo>
                  <a:close/>
                  <a:moveTo>
                    <a:pt x="748742" y="369883"/>
                  </a:moveTo>
                  <a:lnTo>
                    <a:pt x="731800" y="356613"/>
                  </a:lnTo>
                  <a:lnTo>
                    <a:pt x="697294" y="381884"/>
                  </a:lnTo>
                  <a:close/>
                  <a:moveTo>
                    <a:pt x="748742" y="369883"/>
                  </a:moveTo>
                  <a:lnTo>
                    <a:pt x="772771" y="395049"/>
                  </a:lnTo>
                  <a:lnTo>
                    <a:pt x="754167" y="315868"/>
                  </a:lnTo>
                  <a:close/>
                  <a:moveTo>
                    <a:pt x="731800" y="356613"/>
                  </a:moveTo>
                  <a:lnTo>
                    <a:pt x="748742" y="369883"/>
                  </a:lnTo>
                  <a:lnTo>
                    <a:pt x="754167" y="315868"/>
                  </a:lnTo>
                  <a:close/>
                  <a:moveTo>
                    <a:pt x="1566147" y="1185920"/>
                  </a:moveTo>
                  <a:lnTo>
                    <a:pt x="1551962" y="1242037"/>
                  </a:lnTo>
                  <a:lnTo>
                    <a:pt x="1634432" y="1162570"/>
                  </a:lnTo>
                  <a:close/>
                  <a:moveTo>
                    <a:pt x="729162" y="285834"/>
                  </a:moveTo>
                  <a:lnTo>
                    <a:pt x="754167" y="315868"/>
                  </a:lnTo>
                  <a:lnTo>
                    <a:pt x="766334" y="255488"/>
                  </a:lnTo>
                  <a:close/>
                  <a:moveTo>
                    <a:pt x="731800" y="356613"/>
                  </a:moveTo>
                  <a:lnTo>
                    <a:pt x="754167" y="315868"/>
                  </a:lnTo>
                  <a:lnTo>
                    <a:pt x="715660" y="336186"/>
                  </a:lnTo>
                  <a:close/>
                  <a:moveTo>
                    <a:pt x="825318" y="268128"/>
                  </a:moveTo>
                  <a:lnTo>
                    <a:pt x="754167" y="315868"/>
                  </a:lnTo>
                  <a:lnTo>
                    <a:pt x="819926" y="283071"/>
                  </a:lnTo>
                  <a:close/>
                  <a:moveTo>
                    <a:pt x="825318" y="268128"/>
                  </a:moveTo>
                  <a:lnTo>
                    <a:pt x="766334" y="255488"/>
                  </a:lnTo>
                  <a:lnTo>
                    <a:pt x="754167" y="315868"/>
                  </a:lnTo>
                  <a:close/>
                  <a:moveTo>
                    <a:pt x="766334" y="255488"/>
                  </a:moveTo>
                  <a:lnTo>
                    <a:pt x="825318" y="268128"/>
                  </a:lnTo>
                  <a:lnTo>
                    <a:pt x="776238" y="183186"/>
                  </a:lnTo>
                  <a:close/>
                  <a:moveTo>
                    <a:pt x="825318" y="268128"/>
                  </a:moveTo>
                  <a:lnTo>
                    <a:pt x="846854" y="168547"/>
                  </a:lnTo>
                  <a:lnTo>
                    <a:pt x="776238" y="183186"/>
                  </a:lnTo>
                  <a:close/>
                  <a:moveTo>
                    <a:pt x="761740" y="235961"/>
                  </a:moveTo>
                  <a:lnTo>
                    <a:pt x="766334" y="255488"/>
                  </a:lnTo>
                  <a:lnTo>
                    <a:pt x="776238" y="183186"/>
                  </a:lnTo>
                  <a:close/>
                  <a:moveTo>
                    <a:pt x="1634432" y="1162570"/>
                  </a:moveTo>
                  <a:lnTo>
                    <a:pt x="1690694" y="1189843"/>
                  </a:lnTo>
                  <a:lnTo>
                    <a:pt x="1566147" y="1185920"/>
                  </a:lnTo>
                  <a:close/>
                  <a:moveTo>
                    <a:pt x="1389625" y="589390"/>
                  </a:moveTo>
                  <a:lnTo>
                    <a:pt x="1309654" y="617200"/>
                  </a:lnTo>
                  <a:lnTo>
                    <a:pt x="1264979" y="617220"/>
                  </a:lnTo>
                  <a:close/>
                  <a:moveTo>
                    <a:pt x="846854" y="168547"/>
                  </a:moveTo>
                  <a:lnTo>
                    <a:pt x="856368" y="142793"/>
                  </a:lnTo>
                  <a:lnTo>
                    <a:pt x="819485" y="129680"/>
                  </a:lnTo>
                  <a:close/>
                  <a:moveTo>
                    <a:pt x="776238" y="183186"/>
                  </a:moveTo>
                  <a:lnTo>
                    <a:pt x="846854" y="168547"/>
                  </a:lnTo>
                  <a:lnTo>
                    <a:pt x="819485" y="129680"/>
                  </a:lnTo>
                  <a:close/>
                  <a:moveTo>
                    <a:pt x="856368" y="142793"/>
                  </a:moveTo>
                  <a:lnTo>
                    <a:pt x="926188" y="146622"/>
                  </a:lnTo>
                  <a:lnTo>
                    <a:pt x="881747" y="83806"/>
                  </a:lnTo>
                  <a:close/>
                  <a:moveTo>
                    <a:pt x="839685" y="115310"/>
                  </a:moveTo>
                  <a:lnTo>
                    <a:pt x="856368" y="142793"/>
                  </a:lnTo>
                  <a:lnTo>
                    <a:pt x="881747" y="83806"/>
                  </a:lnTo>
                  <a:close/>
                  <a:moveTo>
                    <a:pt x="1333687" y="608600"/>
                  </a:moveTo>
                  <a:lnTo>
                    <a:pt x="1389625" y="589390"/>
                  </a:lnTo>
                  <a:lnTo>
                    <a:pt x="1422807" y="498251"/>
                  </a:lnTo>
                  <a:close/>
                  <a:moveTo>
                    <a:pt x="1422807" y="498251"/>
                  </a:moveTo>
                  <a:lnTo>
                    <a:pt x="1435571" y="475332"/>
                  </a:lnTo>
                  <a:lnTo>
                    <a:pt x="1378932" y="570164"/>
                  </a:lnTo>
                  <a:close/>
                  <a:moveTo>
                    <a:pt x="1405793" y="434637"/>
                  </a:moveTo>
                  <a:lnTo>
                    <a:pt x="1449203" y="449512"/>
                  </a:lnTo>
                  <a:lnTo>
                    <a:pt x="1435571" y="475332"/>
                  </a:lnTo>
                  <a:close/>
                  <a:moveTo>
                    <a:pt x="1584937" y="331908"/>
                  </a:moveTo>
                  <a:lnTo>
                    <a:pt x="1637307" y="332416"/>
                  </a:lnTo>
                  <a:lnTo>
                    <a:pt x="1565671" y="246645"/>
                  </a:lnTo>
                  <a:close/>
                  <a:moveTo>
                    <a:pt x="1475174" y="43779"/>
                  </a:moveTo>
                  <a:lnTo>
                    <a:pt x="1492015" y="47947"/>
                  </a:lnTo>
                  <a:lnTo>
                    <a:pt x="1455088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61" name="Candidate_density__2080">
              <a:extLst>
                <a:ext uri="{FF2B5EF4-FFF2-40B4-BE49-F238E27FC236}">
                  <a16:creationId xmlns:a16="http://schemas.microsoft.com/office/drawing/2014/main" id="{B6E8919F-AFDD-084C-F04E-D0ED40EF2FD3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1959884" cy="3657956"/>
            </a:xfrm>
            <a:custGeom>
              <a:avLst/>
              <a:gdLst/>
              <a:ahLst/>
              <a:cxnLst/>
              <a:rect l="0" t="0" r="0" b="0"/>
              <a:pathLst>
                <a:path w="1959884" h="3657956">
                  <a:moveTo>
                    <a:pt x="367804" y="3623869"/>
                  </a:moveTo>
                  <a:lnTo>
                    <a:pt x="409080" y="3657956"/>
                  </a:lnTo>
                  <a:lnTo>
                    <a:pt x="428153" y="3600951"/>
                  </a:lnTo>
                  <a:close/>
                  <a:moveTo>
                    <a:pt x="468431" y="3585432"/>
                  </a:moveTo>
                  <a:lnTo>
                    <a:pt x="428153" y="3600951"/>
                  </a:lnTo>
                  <a:lnTo>
                    <a:pt x="409080" y="3657956"/>
                  </a:lnTo>
                  <a:close/>
                  <a:moveTo>
                    <a:pt x="369692" y="3338787"/>
                  </a:moveTo>
                  <a:lnTo>
                    <a:pt x="353398" y="3449771"/>
                  </a:lnTo>
                  <a:lnTo>
                    <a:pt x="392086" y="3379216"/>
                  </a:lnTo>
                  <a:close/>
                  <a:moveTo>
                    <a:pt x="492313" y="3503217"/>
                  </a:moveTo>
                  <a:lnTo>
                    <a:pt x="468431" y="3585432"/>
                  </a:lnTo>
                  <a:lnTo>
                    <a:pt x="560169" y="3554216"/>
                  </a:lnTo>
                  <a:close/>
                  <a:moveTo>
                    <a:pt x="532940" y="3382565"/>
                  </a:moveTo>
                  <a:lnTo>
                    <a:pt x="592628" y="3344129"/>
                  </a:lnTo>
                  <a:lnTo>
                    <a:pt x="522150" y="3371641"/>
                  </a:lnTo>
                  <a:close/>
                  <a:moveTo>
                    <a:pt x="592628" y="3344129"/>
                  </a:moveTo>
                  <a:lnTo>
                    <a:pt x="553091" y="3272125"/>
                  </a:lnTo>
                  <a:lnTo>
                    <a:pt x="522150" y="3371641"/>
                  </a:lnTo>
                  <a:close/>
                  <a:moveTo>
                    <a:pt x="505684" y="2897866"/>
                  </a:moveTo>
                  <a:lnTo>
                    <a:pt x="539358" y="2976832"/>
                  </a:lnTo>
                  <a:lnTo>
                    <a:pt x="521219" y="2937759"/>
                  </a:lnTo>
                  <a:close/>
                  <a:moveTo>
                    <a:pt x="506992" y="2894617"/>
                  </a:moveTo>
                  <a:lnTo>
                    <a:pt x="505684" y="2897866"/>
                  </a:lnTo>
                  <a:lnTo>
                    <a:pt x="521219" y="2937759"/>
                  </a:lnTo>
                  <a:close/>
                  <a:moveTo>
                    <a:pt x="507529" y="2886575"/>
                  </a:moveTo>
                  <a:lnTo>
                    <a:pt x="505684" y="2897866"/>
                  </a:lnTo>
                  <a:lnTo>
                    <a:pt x="506992" y="2894617"/>
                  </a:lnTo>
                  <a:close/>
                  <a:moveTo>
                    <a:pt x="539358" y="2976832"/>
                  </a:moveTo>
                  <a:lnTo>
                    <a:pt x="579622" y="3059047"/>
                  </a:lnTo>
                  <a:lnTo>
                    <a:pt x="646913" y="3020611"/>
                  </a:lnTo>
                  <a:close/>
                  <a:moveTo>
                    <a:pt x="506992" y="2894617"/>
                  </a:moveTo>
                  <a:lnTo>
                    <a:pt x="521219" y="2937759"/>
                  </a:lnTo>
                  <a:lnTo>
                    <a:pt x="534893" y="2874119"/>
                  </a:lnTo>
                  <a:close/>
                  <a:moveTo>
                    <a:pt x="507529" y="2886575"/>
                  </a:moveTo>
                  <a:lnTo>
                    <a:pt x="506992" y="2894617"/>
                  </a:lnTo>
                  <a:lnTo>
                    <a:pt x="534893" y="2874119"/>
                  </a:lnTo>
                  <a:close/>
                  <a:moveTo>
                    <a:pt x="283798" y="2392194"/>
                  </a:moveTo>
                  <a:lnTo>
                    <a:pt x="230636" y="2408632"/>
                  </a:lnTo>
                  <a:lnTo>
                    <a:pt x="222795" y="2442772"/>
                  </a:lnTo>
                  <a:close/>
                  <a:moveTo>
                    <a:pt x="659212" y="2833642"/>
                  </a:moveTo>
                  <a:lnTo>
                    <a:pt x="748610" y="2821556"/>
                  </a:lnTo>
                  <a:lnTo>
                    <a:pt x="711370" y="2751739"/>
                  </a:lnTo>
                  <a:close/>
                  <a:moveTo>
                    <a:pt x="748610" y="2821556"/>
                  </a:moveTo>
                  <a:lnTo>
                    <a:pt x="825339" y="2819768"/>
                  </a:lnTo>
                  <a:lnTo>
                    <a:pt x="711370" y="2751739"/>
                  </a:lnTo>
                  <a:close/>
                  <a:moveTo>
                    <a:pt x="33718" y="1913378"/>
                  </a:moveTo>
                  <a:lnTo>
                    <a:pt x="0" y="1951814"/>
                  </a:lnTo>
                  <a:lnTo>
                    <a:pt x="47863" y="1995593"/>
                  </a:lnTo>
                  <a:close/>
                  <a:moveTo>
                    <a:pt x="33718" y="1913378"/>
                  </a:moveTo>
                  <a:lnTo>
                    <a:pt x="27174" y="1831163"/>
                  </a:lnTo>
                  <a:lnTo>
                    <a:pt x="0" y="1951814"/>
                  </a:lnTo>
                  <a:close/>
                  <a:moveTo>
                    <a:pt x="346637" y="2242238"/>
                  </a:moveTo>
                  <a:lnTo>
                    <a:pt x="423409" y="2205113"/>
                  </a:lnTo>
                  <a:lnTo>
                    <a:pt x="422175" y="2204519"/>
                  </a:lnTo>
                  <a:close/>
                  <a:moveTo>
                    <a:pt x="331315" y="2160023"/>
                  </a:moveTo>
                  <a:lnTo>
                    <a:pt x="422175" y="2204519"/>
                  </a:lnTo>
                  <a:lnTo>
                    <a:pt x="397787" y="2124254"/>
                  </a:lnTo>
                  <a:close/>
                  <a:moveTo>
                    <a:pt x="424526" y="2203802"/>
                  </a:moveTo>
                  <a:lnTo>
                    <a:pt x="402080" y="2121587"/>
                  </a:lnTo>
                  <a:lnTo>
                    <a:pt x="422175" y="2204519"/>
                  </a:lnTo>
                  <a:close/>
                  <a:moveTo>
                    <a:pt x="402080" y="2121587"/>
                  </a:moveTo>
                  <a:lnTo>
                    <a:pt x="397787" y="2124254"/>
                  </a:lnTo>
                  <a:lnTo>
                    <a:pt x="422175" y="2204519"/>
                  </a:lnTo>
                  <a:close/>
                  <a:moveTo>
                    <a:pt x="422175" y="2204519"/>
                  </a:moveTo>
                  <a:lnTo>
                    <a:pt x="423409" y="2205113"/>
                  </a:lnTo>
                  <a:lnTo>
                    <a:pt x="424526" y="2203802"/>
                  </a:lnTo>
                  <a:close/>
                  <a:moveTo>
                    <a:pt x="345069" y="2127413"/>
                  </a:moveTo>
                  <a:lnTo>
                    <a:pt x="397787" y="2124254"/>
                  </a:lnTo>
                  <a:lnTo>
                    <a:pt x="402080" y="2121587"/>
                  </a:lnTo>
                  <a:close/>
                  <a:moveTo>
                    <a:pt x="33718" y="1913378"/>
                  </a:moveTo>
                  <a:lnTo>
                    <a:pt x="47863" y="1995593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33718" y="1913378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83686" y="1874941"/>
                  </a:lnTo>
                  <a:lnTo>
                    <a:pt x="41335" y="1792726"/>
                  </a:lnTo>
                  <a:close/>
                  <a:moveTo>
                    <a:pt x="70525" y="1721712"/>
                  </a:moveTo>
                  <a:lnTo>
                    <a:pt x="27174" y="1831163"/>
                  </a:lnTo>
                  <a:lnTo>
                    <a:pt x="41335" y="1792726"/>
                  </a:lnTo>
                  <a:close/>
                  <a:moveTo>
                    <a:pt x="1020064" y="2861522"/>
                  </a:moveTo>
                  <a:lnTo>
                    <a:pt x="1001339" y="2943738"/>
                  </a:lnTo>
                  <a:lnTo>
                    <a:pt x="1091430" y="2905301"/>
                  </a:lnTo>
                  <a:close/>
                  <a:moveTo>
                    <a:pt x="1020064" y="2861522"/>
                  </a:moveTo>
                  <a:lnTo>
                    <a:pt x="1091430" y="2905301"/>
                  </a:lnTo>
                  <a:lnTo>
                    <a:pt x="1073508" y="2823086"/>
                  </a:lnTo>
                  <a:close/>
                  <a:moveTo>
                    <a:pt x="1076349" y="2759201"/>
                  </a:moveTo>
                  <a:lnTo>
                    <a:pt x="1020064" y="2861522"/>
                  </a:lnTo>
                  <a:lnTo>
                    <a:pt x="1073508" y="2823086"/>
                  </a:lnTo>
                  <a:close/>
                  <a:moveTo>
                    <a:pt x="724150" y="2368232"/>
                  </a:moveTo>
                  <a:lnTo>
                    <a:pt x="745713" y="2423542"/>
                  </a:lnTo>
                  <a:lnTo>
                    <a:pt x="805872" y="2412011"/>
                  </a:lnTo>
                  <a:close/>
                  <a:moveTo>
                    <a:pt x="418972" y="2286017"/>
                  </a:moveTo>
                  <a:lnTo>
                    <a:pt x="423372" y="2203546"/>
                  </a:lnTo>
                  <a:lnTo>
                    <a:pt x="423409" y="2205113"/>
                  </a:lnTo>
                  <a:close/>
                  <a:moveTo>
                    <a:pt x="169363" y="1688315"/>
                  </a:moveTo>
                  <a:lnTo>
                    <a:pt x="98898" y="1710511"/>
                  </a:lnTo>
                  <a:lnTo>
                    <a:pt x="192134" y="1682527"/>
                  </a:lnTo>
                  <a:close/>
                  <a:moveTo>
                    <a:pt x="192134" y="1682527"/>
                  </a:moveTo>
                  <a:lnTo>
                    <a:pt x="98898" y="1710511"/>
                  </a:lnTo>
                  <a:lnTo>
                    <a:pt x="70525" y="1721712"/>
                  </a:lnTo>
                  <a:close/>
                  <a:moveTo>
                    <a:pt x="1258036" y="2710362"/>
                  </a:moveTo>
                  <a:lnTo>
                    <a:pt x="1239198" y="2784649"/>
                  </a:lnTo>
                  <a:lnTo>
                    <a:pt x="1249737" y="2702435"/>
                  </a:lnTo>
                  <a:close/>
                  <a:moveTo>
                    <a:pt x="414450" y="1810432"/>
                  </a:moveTo>
                  <a:lnTo>
                    <a:pt x="350666" y="1715854"/>
                  </a:lnTo>
                  <a:lnTo>
                    <a:pt x="327831" y="1720167"/>
                  </a:lnTo>
                  <a:close/>
                  <a:moveTo>
                    <a:pt x="327831" y="1720167"/>
                  </a:moveTo>
                  <a:lnTo>
                    <a:pt x="337549" y="1732349"/>
                  </a:lnTo>
                  <a:lnTo>
                    <a:pt x="414450" y="1810432"/>
                  </a:lnTo>
                  <a:close/>
                  <a:moveTo>
                    <a:pt x="246994" y="1725294"/>
                  </a:moveTo>
                  <a:lnTo>
                    <a:pt x="265214" y="1677103"/>
                  </a:lnTo>
                  <a:lnTo>
                    <a:pt x="192134" y="1682527"/>
                  </a:lnTo>
                  <a:close/>
                  <a:moveTo>
                    <a:pt x="279944" y="1672075"/>
                  </a:moveTo>
                  <a:lnTo>
                    <a:pt x="265214" y="1677103"/>
                  </a:lnTo>
                  <a:lnTo>
                    <a:pt x="388109" y="1642728"/>
                  </a:lnTo>
                  <a:close/>
                  <a:moveTo>
                    <a:pt x="1249737" y="2702435"/>
                  </a:moveTo>
                  <a:lnTo>
                    <a:pt x="1239198" y="2784649"/>
                  </a:lnTo>
                  <a:lnTo>
                    <a:pt x="1310949" y="2746213"/>
                  </a:lnTo>
                  <a:close/>
                  <a:moveTo>
                    <a:pt x="1249737" y="2702435"/>
                  </a:moveTo>
                  <a:lnTo>
                    <a:pt x="1310949" y="2746213"/>
                  </a:lnTo>
                  <a:lnTo>
                    <a:pt x="1263340" y="2663998"/>
                  </a:lnTo>
                  <a:close/>
                  <a:moveTo>
                    <a:pt x="350666" y="1715854"/>
                  </a:moveTo>
                  <a:lnTo>
                    <a:pt x="421098" y="1766069"/>
                  </a:lnTo>
                  <a:lnTo>
                    <a:pt x="426872" y="1700241"/>
                  </a:lnTo>
                  <a:close/>
                  <a:moveTo>
                    <a:pt x="507004" y="1695687"/>
                  </a:moveTo>
                  <a:lnTo>
                    <a:pt x="426872" y="1700241"/>
                  </a:lnTo>
                  <a:lnTo>
                    <a:pt x="504889" y="1797498"/>
                  </a:lnTo>
                  <a:close/>
                  <a:moveTo>
                    <a:pt x="507004" y="1695687"/>
                  </a:moveTo>
                  <a:lnTo>
                    <a:pt x="493069" y="1606923"/>
                  </a:lnTo>
                  <a:lnTo>
                    <a:pt x="426872" y="1700241"/>
                  </a:lnTo>
                  <a:close/>
                  <a:moveTo>
                    <a:pt x="1203286" y="2581783"/>
                  </a:moveTo>
                  <a:lnTo>
                    <a:pt x="1177003" y="2499568"/>
                  </a:lnTo>
                  <a:lnTo>
                    <a:pt x="1174213" y="2517732"/>
                  </a:lnTo>
                  <a:close/>
                  <a:moveTo>
                    <a:pt x="1189897" y="2474672"/>
                  </a:moveTo>
                  <a:lnTo>
                    <a:pt x="1174213" y="2517732"/>
                  </a:lnTo>
                  <a:lnTo>
                    <a:pt x="1177003" y="2499568"/>
                  </a:lnTo>
                  <a:close/>
                  <a:moveTo>
                    <a:pt x="672822" y="1924062"/>
                  </a:moveTo>
                  <a:lnTo>
                    <a:pt x="700670" y="1841847"/>
                  </a:lnTo>
                  <a:lnTo>
                    <a:pt x="691680" y="1866917"/>
                  </a:lnTo>
                  <a:close/>
                  <a:moveTo>
                    <a:pt x="707581" y="1786006"/>
                  </a:moveTo>
                  <a:lnTo>
                    <a:pt x="691680" y="1866917"/>
                  </a:lnTo>
                  <a:lnTo>
                    <a:pt x="700670" y="1841847"/>
                  </a:lnTo>
                  <a:close/>
                  <a:moveTo>
                    <a:pt x="1237139" y="2436104"/>
                  </a:moveTo>
                  <a:lnTo>
                    <a:pt x="1189897" y="2474672"/>
                  </a:lnTo>
                  <a:lnTo>
                    <a:pt x="1177003" y="2499568"/>
                  </a:lnTo>
                  <a:close/>
                  <a:moveTo>
                    <a:pt x="1303963" y="2407286"/>
                  </a:moveTo>
                  <a:lnTo>
                    <a:pt x="1189897" y="2474672"/>
                  </a:lnTo>
                  <a:lnTo>
                    <a:pt x="1237139" y="2436104"/>
                  </a:lnTo>
                  <a:close/>
                  <a:moveTo>
                    <a:pt x="672822" y="1924062"/>
                  </a:moveTo>
                  <a:lnTo>
                    <a:pt x="766858" y="1803410"/>
                  </a:lnTo>
                  <a:lnTo>
                    <a:pt x="700670" y="1841847"/>
                  </a:lnTo>
                  <a:close/>
                  <a:moveTo>
                    <a:pt x="766858" y="1803410"/>
                  </a:moveTo>
                  <a:lnTo>
                    <a:pt x="707581" y="1786006"/>
                  </a:lnTo>
                  <a:lnTo>
                    <a:pt x="700670" y="1841847"/>
                  </a:lnTo>
                  <a:close/>
                  <a:moveTo>
                    <a:pt x="617707" y="1638981"/>
                  </a:moveTo>
                  <a:lnTo>
                    <a:pt x="642857" y="1607470"/>
                  </a:lnTo>
                  <a:lnTo>
                    <a:pt x="529233" y="1595201"/>
                  </a:lnTo>
                  <a:close/>
                  <a:moveTo>
                    <a:pt x="567780" y="1677417"/>
                  </a:moveTo>
                  <a:lnTo>
                    <a:pt x="617707" y="1638981"/>
                  </a:lnTo>
                  <a:lnTo>
                    <a:pt x="529233" y="1595201"/>
                  </a:lnTo>
                  <a:close/>
                  <a:moveTo>
                    <a:pt x="607731" y="1574296"/>
                  </a:moveTo>
                  <a:lnTo>
                    <a:pt x="642857" y="1607470"/>
                  </a:lnTo>
                  <a:lnTo>
                    <a:pt x="712390" y="1588783"/>
                  </a:lnTo>
                  <a:close/>
                  <a:moveTo>
                    <a:pt x="455207" y="1512987"/>
                  </a:moveTo>
                  <a:lnTo>
                    <a:pt x="496401" y="1553754"/>
                  </a:lnTo>
                  <a:lnTo>
                    <a:pt x="507230" y="1495318"/>
                  </a:lnTo>
                  <a:close/>
                  <a:moveTo>
                    <a:pt x="477665" y="1483703"/>
                  </a:moveTo>
                  <a:lnTo>
                    <a:pt x="455207" y="1512987"/>
                  </a:lnTo>
                  <a:lnTo>
                    <a:pt x="507230" y="1495318"/>
                  </a:lnTo>
                  <a:close/>
                  <a:moveTo>
                    <a:pt x="1757603" y="2773538"/>
                  </a:moveTo>
                  <a:lnTo>
                    <a:pt x="1845786" y="2713119"/>
                  </a:lnTo>
                  <a:lnTo>
                    <a:pt x="1759602" y="2745149"/>
                  </a:lnTo>
                  <a:close/>
                  <a:moveTo>
                    <a:pt x="1747832" y="2737006"/>
                  </a:moveTo>
                  <a:lnTo>
                    <a:pt x="1759602" y="2745149"/>
                  </a:lnTo>
                  <a:lnTo>
                    <a:pt x="1845786" y="2713119"/>
                  </a:lnTo>
                  <a:close/>
                  <a:moveTo>
                    <a:pt x="1668486" y="2384258"/>
                  </a:moveTo>
                  <a:lnTo>
                    <a:pt x="1701631" y="2349069"/>
                  </a:lnTo>
                  <a:lnTo>
                    <a:pt x="1595200" y="2422695"/>
                  </a:lnTo>
                  <a:close/>
                  <a:moveTo>
                    <a:pt x="1430404" y="2258265"/>
                  </a:moveTo>
                  <a:lnTo>
                    <a:pt x="1485481" y="2313436"/>
                  </a:lnTo>
                  <a:lnTo>
                    <a:pt x="1514298" y="2222841"/>
                  </a:lnTo>
                  <a:close/>
                  <a:moveTo>
                    <a:pt x="948864" y="1700403"/>
                  </a:moveTo>
                  <a:lnTo>
                    <a:pt x="919477" y="1742313"/>
                  </a:lnTo>
                  <a:lnTo>
                    <a:pt x="981956" y="1644323"/>
                  </a:lnTo>
                  <a:close/>
                  <a:moveTo>
                    <a:pt x="948864" y="1700403"/>
                  </a:moveTo>
                  <a:lnTo>
                    <a:pt x="981956" y="1644323"/>
                  </a:lnTo>
                  <a:lnTo>
                    <a:pt x="958930" y="1670739"/>
                  </a:lnTo>
                  <a:close/>
                  <a:moveTo>
                    <a:pt x="947227" y="1682759"/>
                  </a:moveTo>
                  <a:lnTo>
                    <a:pt x="948864" y="1700403"/>
                  </a:lnTo>
                  <a:lnTo>
                    <a:pt x="958930" y="1670739"/>
                  </a:lnTo>
                  <a:close/>
                  <a:moveTo>
                    <a:pt x="988659" y="1633985"/>
                  </a:moveTo>
                  <a:lnTo>
                    <a:pt x="947227" y="1682759"/>
                  </a:lnTo>
                  <a:lnTo>
                    <a:pt x="958930" y="1670739"/>
                  </a:lnTo>
                  <a:close/>
                  <a:moveTo>
                    <a:pt x="1001015" y="1616728"/>
                  </a:moveTo>
                  <a:lnTo>
                    <a:pt x="947227" y="1682759"/>
                  </a:lnTo>
                  <a:lnTo>
                    <a:pt x="988659" y="1633985"/>
                  </a:lnTo>
                  <a:close/>
                  <a:moveTo>
                    <a:pt x="1049994" y="1584650"/>
                  </a:moveTo>
                  <a:lnTo>
                    <a:pt x="1001015" y="1616728"/>
                  </a:lnTo>
                  <a:lnTo>
                    <a:pt x="988659" y="1633985"/>
                  </a:lnTo>
                  <a:close/>
                  <a:moveTo>
                    <a:pt x="289997" y="750003"/>
                  </a:moveTo>
                  <a:lnTo>
                    <a:pt x="211027" y="657742"/>
                  </a:lnTo>
                  <a:lnTo>
                    <a:pt x="204398" y="658909"/>
                  </a:lnTo>
                  <a:close/>
                  <a:moveTo>
                    <a:pt x="142372" y="635667"/>
                  </a:moveTo>
                  <a:lnTo>
                    <a:pt x="89765" y="696178"/>
                  </a:lnTo>
                  <a:lnTo>
                    <a:pt x="204398" y="658909"/>
                  </a:lnTo>
                  <a:close/>
                  <a:moveTo>
                    <a:pt x="211027" y="657742"/>
                  </a:moveTo>
                  <a:lnTo>
                    <a:pt x="142372" y="635667"/>
                  </a:lnTo>
                  <a:lnTo>
                    <a:pt x="204398" y="658909"/>
                  </a:lnTo>
                  <a:close/>
                  <a:moveTo>
                    <a:pt x="1553899" y="2099177"/>
                  </a:moveTo>
                  <a:lnTo>
                    <a:pt x="1528611" y="2111112"/>
                  </a:lnTo>
                  <a:lnTo>
                    <a:pt x="1530688" y="2219829"/>
                  </a:lnTo>
                  <a:close/>
                  <a:moveTo>
                    <a:pt x="1591641" y="2016962"/>
                  </a:moveTo>
                  <a:lnTo>
                    <a:pt x="1528611" y="2111112"/>
                  </a:lnTo>
                  <a:lnTo>
                    <a:pt x="1553899" y="2099177"/>
                  </a:lnTo>
                  <a:close/>
                  <a:moveTo>
                    <a:pt x="1049994" y="1584650"/>
                  </a:moveTo>
                  <a:lnTo>
                    <a:pt x="1061916" y="1523671"/>
                  </a:lnTo>
                  <a:lnTo>
                    <a:pt x="1061742" y="1547655"/>
                  </a:lnTo>
                  <a:close/>
                  <a:moveTo>
                    <a:pt x="1064627" y="1562107"/>
                  </a:moveTo>
                  <a:lnTo>
                    <a:pt x="1049994" y="1584650"/>
                  </a:lnTo>
                  <a:lnTo>
                    <a:pt x="1061742" y="1547655"/>
                  </a:lnTo>
                  <a:close/>
                  <a:moveTo>
                    <a:pt x="1082210" y="1489896"/>
                  </a:moveTo>
                  <a:lnTo>
                    <a:pt x="1064627" y="1562107"/>
                  </a:lnTo>
                  <a:lnTo>
                    <a:pt x="1061742" y="1547655"/>
                  </a:lnTo>
                  <a:close/>
                  <a:moveTo>
                    <a:pt x="302980" y="639357"/>
                  </a:moveTo>
                  <a:lnTo>
                    <a:pt x="211027" y="657742"/>
                  </a:lnTo>
                  <a:lnTo>
                    <a:pt x="288789" y="689236"/>
                  </a:lnTo>
                  <a:close/>
                  <a:moveTo>
                    <a:pt x="268705" y="614142"/>
                  </a:moveTo>
                  <a:lnTo>
                    <a:pt x="211027" y="657742"/>
                  </a:lnTo>
                  <a:lnTo>
                    <a:pt x="302980" y="639357"/>
                  </a:lnTo>
                  <a:close/>
                  <a:moveTo>
                    <a:pt x="288789" y="689236"/>
                  </a:moveTo>
                  <a:lnTo>
                    <a:pt x="359652" y="619305"/>
                  </a:lnTo>
                  <a:lnTo>
                    <a:pt x="302980" y="639357"/>
                  </a:lnTo>
                  <a:close/>
                  <a:moveTo>
                    <a:pt x="289288" y="575526"/>
                  </a:moveTo>
                  <a:lnTo>
                    <a:pt x="302980" y="639357"/>
                  </a:lnTo>
                  <a:lnTo>
                    <a:pt x="359652" y="619305"/>
                  </a:lnTo>
                  <a:close/>
                  <a:moveTo>
                    <a:pt x="289288" y="575526"/>
                  </a:moveTo>
                  <a:lnTo>
                    <a:pt x="359652" y="619305"/>
                  </a:lnTo>
                  <a:lnTo>
                    <a:pt x="366244" y="537090"/>
                  </a:lnTo>
                  <a:close/>
                  <a:moveTo>
                    <a:pt x="1082210" y="1489896"/>
                  </a:moveTo>
                  <a:lnTo>
                    <a:pt x="1061742" y="1547655"/>
                  </a:lnTo>
                  <a:lnTo>
                    <a:pt x="1061916" y="1523671"/>
                  </a:lnTo>
                  <a:close/>
                  <a:moveTo>
                    <a:pt x="1553899" y="2099177"/>
                  </a:moveTo>
                  <a:lnTo>
                    <a:pt x="1549723" y="2123219"/>
                  </a:lnTo>
                  <a:lnTo>
                    <a:pt x="1551881" y="2092194"/>
                  </a:lnTo>
                  <a:close/>
                  <a:moveTo>
                    <a:pt x="1758418" y="2142956"/>
                  </a:moveTo>
                  <a:lnTo>
                    <a:pt x="1767097" y="2163431"/>
                  </a:lnTo>
                  <a:lnTo>
                    <a:pt x="1760142" y="2244250"/>
                  </a:lnTo>
                  <a:close/>
                  <a:moveTo>
                    <a:pt x="1765040" y="2142956"/>
                  </a:moveTo>
                  <a:lnTo>
                    <a:pt x="1760142" y="2244250"/>
                  </a:lnTo>
                  <a:lnTo>
                    <a:pt x="1767097" y="2163431"/>
                  </a:lnTo>
                  <a:close/>
                  <a:moveTo>
                    <a:pt x="1553899" y="2099177"/>
                  </a:moveTo>
                  <a:lnTo>
                    <a:pt x="1551881" y="2092194"/>
                  </a:lnTo>
                  <a:lnTo>
                    <a:pt x="1591641" y="2016962"/>
                  </a:lnTo>
                  <a:close/>
                  <a:moveTo>
                    <a:pt x="1591641" y="2016962"/>
                  </a:moveTo>
                  <a:lnTo>
                    <a:pt x="1551881" y="2092194"/>
                  </a:lnTo>
                  <a:lnTo>
                    <a:pt x="1655401" y="2024475"/>
                  </a:lnTo>
                  <a:close/>
                  <a:moveTo>
                    <a:pt x="1655401" y="2024475"/>
                  </a:moveTo>
                  <a:lnTo>
                    <a:pt x="1599622" y="2013881"/>
                  </a:lnTo>
                  <a:lnTo>
                    <a:pt x="1591641" y="2016962"/>
                  </a:lnTo>
                  <a:close/>
                  <a:moveTo>
                    <a:pt x="1082210" y="1489896"/>
                  </a:moveTo>
                  <a:lnTo>
                    <a:pt x="1133806" y="1489068"/>
                  </a:lnTo>
                  <a:lnTo>
                    <a:pt x="1146868" y="1452985"/>
                  </a:lnTo>
                  <a:close/>
                  <a:moveTo>
                    <a:pt x="1146868" y="1452985"/>
                  </a:moveTo>
                  <a:lnTo>
                    <a:pt x="1133806" y="1489068"/>
                  </a:lnTo>
                  <a:lnTo>
                    <a:pt x="1179769" y="1403019"/>
                  </a:lnTo>
                  <a:close/>
                  <a:moveTo>
                    <a:pt x="791922" y="1025329"/>
                  </a:moveTo>
                  <a:lnTo>
                    <a:pt x="747482" y="1074379"/>
                  </a:lnTo>
                  <a:lnTo>
                    <a:pt x="731595" y="1112595"/>
                  </a:lnTo>
                  <a:close/>
                  <a:moveTo>
                    <a:pt x="359652" y="619305"/>
                  </a:moveTo>
                  <a:lnTo>
                    <a:pt x="383691" y="498653"/>
                  </a:lnTo>
                  <a:lnTo>
                    <a:pt x="366244" y="537090"/>
                  </a:lnTo>
                  <a:close/>
                  <a:moveTo>
                    <a:pt x="417562" y="461635"/>
                  </a:moveTo>
                  <a:lnTo>
                    <a:pt x="366244" y="537090"/>
                  </a:lnTo>
                  <a:lnTo>
                    <a:pt x="383691" y="498653"/>
                  </a:lnTo>
                  <a:close/>
                  <a:moveTo>
                    <a:pt x="417562" y="461635"/>
                  </a:moveTo>
                  <a:lnTo>
                    <a:pt x="376476" y="523224"/>
                  </a:lnTo>
                  <a:lnTo>
                    <a:pt x="366244" y="537090"/>
                  </a:lnTo>
                  <a:close/>
                  <a:moveTo>
                    <a:pt x="1187103" y="1388216"/>
                  </a:moveTo>
                  <a:lnTo>
                    <a:pt x="1167382" y="1422272"/>
                  </a:lnTo>
                  <a:lnTo>
                    <a:pt x="1179769" y="1403019"/>
                  </a:lnTo>
                  <a:close/>
                  <a:moveTo>
                    <a:pt x="1876283" y="2110329"/>
                  </a:moveTo>
                  <a:lnTo>
                    <a:pt x="1765040" y="2142956"/>
                  </a:lnTo>
                  <a:lnTo>
                    <a:pt x="1888495" y="2123455"/>
                  </a:lnTo>
                  <a:close/>
                  <a:moveTo>
                    <a:pt x="1765040" y="2142956"/>
                  </a:moveTo>
                  <a:lnTo>
                    <a:pt x="1767097" y="2163431"/>
                  </a:lnTo>
                  <a:lnTo>
                    <a:pt x="1888495" y="2123455"/>
                  </a:lnTo>
                  <a:close/>
                  <a:moveTo>
                    <a:pt x="1821616" y="2088610"/>
                  </a:moveTo>
                  <a:lnTo>
                    <a:pt x="1765040" y="2142956"/>
                  </a:lnTo>
                  <a:lnTo>
                    <a:pt x="1876283" y="2110329"/>
                  </a:lnTo>
                  <a:close/>
                  <a:moveTo>
                    <a:pt x="1876283" y="2110329"/>
                  </a:moveTo>
                  <a:lnTo>
                    <a:pt x="1895882" y="2087621"/>
                  </a:lnTo>
                  <a:lnTo>
                    <a:pt x="1821616" y="2088610"/>
                  </a:lnTo>
                  <a:close/>
                  <a:moveTo>
                    <a:pt x="1876283" y="2110329"/>
                  </a:moveTo>
                  <a:lnTo>
                    <a:pt x="1955859" y="2106227"/>
                  </a:lnTo>
                  <a:lnTo>
                    <a:pt x="1895882" y="2087621"/>
                  </a:lnTo>
                  <a:close/>
                  <a:moveTo>
                    <a:pt x="1955859" y="2106227"/>
                  </a:moveTo>
                  <a:lnTo>
                    <a:pt x="1876283" y="2110329"/>
                  </a:lnTo>
                  <a:lnTo>
                    <a:pt x="1959884" y="2111711"/>
                  </a:lnTo>
                  <a:close/>
                  <a:moveTo>
                    <a:pt x="1876283" y="2110329"/>
                  </a:moveTo>
                  <a:lnTo>
                    <a:pt x="1888495" y="2123455"/>
                  </a:lnTo>
                  <a:lnTo>
                    <a:pt x="1959884" y="2111711"/>
                  </a:lnTo>
                  <a:close/>
                  <a:moveTo>
                    <a:pt x="1637043" y="1783274"/>
                  </a:moveTo>
                  <a:lnTo>
                    <a:pt x="1614651" y="1872118"/>
                  </a:lnTo>
                  <a:lnTo>
                    <a:pt x="1665671" y="1775658"/>
                  </a:lnTo>
                  <a:close/>
                  <a:moveTo>
                    <a:pt x="1665671" y="1775658"/>
                  </a:moveTo>
                  <a:lnTo>
                    <a:pt x="1643900" y="1896310"/>
                  </a:lnTo>
                  <a:lnTo>
                    <a:pt x="1672090" y="1857873"/>
                  </a:lnTo>
                  <a:close/>
                  <a:moveTo>
                    <a:pt x="1637043" y="1783274"/>
                  </a:moveTo>
                  <a:lnTo>
                    <a:pt x="1642911" y="1762575"/>
                  </a:lnTo>
                  <a:lnTo>
                    <a:pt x="1562337" y="1739976"/>
                  </a:lnTo>
                  <a:close/>
                  <a:moveTo>
                    <a:pt x="954848" y="873320"/>
                  </a:moveTo>
                  <a:lnTo>
                    <a:pt x="852993" y="895534"/>
                  </a:lnTo>
                  <a:lnTo>
                    <a:pt x="958273" y="874769"/>
                  </a:lnTo>
                  <a:close/>
                  <a:moveTo>
                    <a:pt x="548671" y="460706"/>
                  </a:moveTo>
                  <a:lnTo>
                    <a:pt x="549511" y="461108"/>
                  </a:lnTo>
                  <a:lnTo>
                    <a:pt x="624365" y="462317"/>
                  </a:lnTo>
                  <a:close/>
                  <a:moveTo>
                    <a:pt x="549511" y="461108"/>
                  </a:moveTo>
                  <a:lnTo>
                    <a:pt x="548671" y="460706"/>
                  </a:lnTo>
                  <a:lnTo>
                    <a:pt x="544247" y="460217"/>
                  </a:lnTo>
                  <a:close/>
                  <a:moveTo>
                    <a:pt x="1665671" y="1775658"/>
                  </a:moveTo>
                  <a:lnTo>
                    <a:pt x="1779337" y="1778787"/>
                  </a:lnTo>
                  <a:lnTo>
                    <a:pt x="1736556" y="1762964"/>
                  </a:lnTo>
                  <a:close/>
                  <a:moveTo>
                    <a:pt x="1736556" y="1762964"/>
                  </a:moveTo>
                  <a:lnTo>
                    <a:pt x="1707076" y="1723818"/>
                  </a:lnTo>
                  <a:lnTo>
                    <a:pt x="1665671" y="1775658"/>
                  </a:lnTo>
                  <a:close/>
                  <a:moveTo>
                    <a:pt x="1736556" y="1762964"/>
                  </a:moveTo>
                  <a:lnTo>
                    <a:pt x="1779337" y="1778787"/>
                  </a:lnTo>
                  <a:lnTo>
                    <a:pt x="1853170" y="1776180"/>
                  </a:lnTo>
                  <a:close/>
                  <a:moveTo>
                    <a:pt x="1007613" y="844043"/>
                  </a:moveTo>
                  <a:lnTo>
                    <a:pt x="958273" y="874769"/>
                  </a:lnTo>
                  <a:lnTo>
                    <a:pt x="889299" y="895546"/>
                  </a:lnTo>
                  <a:close/>
                  <a:moveTo>
                    <a:pt x="671150" y="422038"/>
                  </a:moveTo>
                  <a:lnTo>
                    <a:pt x="624365" y="462317"/>
                  </a:lnTo>
                  <a:lnTo>
                    <a:pt x="549511" y="461108"/>
                  </a:lnTo>
                  <a:close/>
                  <a:moveTo>
                    <a:pt x="1523969" y="1166121"/>
                  </a:moveTo>
                  <a:lnTo>
                    <a:pt x="1484557" y="1205495"/>
                  </a:lnTo>
                  <a:lnTo>
                    <a:pt x="1563358" y="1182034"/>
                  </a:lnTo>
                  <a:close/>
                  <a:moveTo>
                    <a:pt x="1491698" y="839923"/>
                  </a:moveTo>
                  <a:lnTo>
                    <a:pt x="1490390" y="825372"/>
                  </a:lnTo>
                  <a:lnTo>
                    <a:pt x="1410357" y="804801"/>
                  </a:lnTo>
                  <a:close/>
                  <a:moveTo>
                    <a:pt x="1490390" y="825372"/>
                  </a:moveTo>
                  <a:lnTo>
                    <a:pt x="1491698" y="839923"/>
                  </a:lnTo>
                  <a:lnTo>
                    <a:pt x="1516523" y="838198"/>
                  </a:lnTo>
                  <a:close/>
                  <a:moveTo>
                    <a:pt x="1489031" y="741999"/>
                  </a:moveTo>
                  <a:lnTo>
                    <a:pt x="1490390" y="825372"/>
                  </a:lnTo>
                  <a:lnTo>
                    <a:pt x="1555675" y="717547"/>
                  </a:lnTo>
                  <a:close/>
                  <a:moveTo>
                    <a:pt x="1490390" y="825372"/>
                  </a:moveTo>
                  <a:lnTo>
                    <a:pt x="1516523" y="838198"/>
                  </a:lnTo>
                  <a:lnTo>
                    <a:pt x="1555675" y="717547"/>
                  </a:lnTo>
                  <a:close/>
                  <a:moveTo>
                    <a:pt x="1489031" y="741999"/>
                  </a:moveTo>
                  <a:lnTo>
                    <a:pt x="1410357" y="804801"/>
                  </a:lnTo>
                  <a:lnTo>
                    <a:pt x="1490390" y="825372"/>
                  </a:lnTo>
                  <a:close/>
                  <a:moveTo>
                    <a:pt x="1505085" y="665111"/>
                  </a:moveTo>
                  <a:lnTo>
                    <a:pt x="1471410" y="635332"/>
                  </a:lnTo>
                  <a:lnTo>
                    <a:pt x="1489031" y="741999"/>
                  </a:lnTo>
                  <a:close/>
                  <a:moveTo>
                    <a:pt x="1489031" y="741999"/>
                  </a:moveTo>
                  <a:lnTo>
                    <a:pt x="1555675" y="717547"/>
                  </a:lnTo>
                  <a:lnTo>
                    <a:pt x="1505085" y="665111"/>
                  </a:lnTo>
                  <a:close/>
                  <a:moveTo>
                    <a:pt x="1072231" y="161375"/>
                  </a:moveTo>
                  <a:lnTo>
                    <a:pt x="1069455" y="142041"/>
                  </a:lnTo>
                  <a:lnTo>
                    <a:pt x="1035620" y="180477"/>
                  </a:lnTo>
                  <a:close/>
                  <a:moveTo>
                    <a:pt x="1518119" y="618260"/>
                  </a:moveTo>
                  <a:lnTo>
                    <a:pt x="1505085" y="665111"/>
                  </a:lnTo>
                  <a:lnTo>
                    <a:pt x="1561815" y="596895"/>
                  </a:lnTo>
                  <a:close/>
                  <a:moveTo>
                    <a:pt x="1505085" y="665111"/>
                  </a:moveTo>
                  <a:lnTo>
                    <a:pt x="1555675" y="717547"/>
                  </a:lnTo>
                  <a:lnTo>
                    <a:pt x="1561815" y="596895"/>
                  </a:lnTo>
                  <a:close/>
                  <a:moveTo>
                    <a:pt x="1561815" y="596895"/>
                  </a:moveTo>
                  <a:lnTo>
                    <a:pt x="1555675" y="717547"/>
                  </a:lnTo>
                  <a:lnTo>
                    <a:pt x="1637935" y="667958"/>
                  </a:lnTo>
                  <a:close/>
                  <a:moveTo>
                    <a:pt x="1637935" y="667958"/>
                  </a:moveTo>
                  <a:lnTo>
                    <a:pt x="1555675" y="717547"/>
                  </a:lnTo>
                  <a:lnTo>
                    <a:pt x="1628602" y="689123"/>
                  </a:lnTo>
                  <a:close/>
                  <a:moveTo>
                    <a:pt x="1471410" y="635332"/>
                  </a:moveTo>
                  <a:lnTo>
                    <a:pt x="1505085" y="665111"/>
                  </a:lnTo>
                  <a:lnTo>
                    <a:pt x="1518119" y="618260"/>
                  </a:lnTo>
                  <a:close/>
                  <a:moveTo>
                    <a:pt x="1518119" y="618260"/>
                  </a:moveTo>
                  <a:lnTo>
                    <a:pt x="1561815" y="596895"/>
                  </a:lnTo>
                  <a:lnTo>
                    <a:pt x="1536009" y="565531"/>
                  </a:lnTo>
                  <a:close/>
                  <a:moveTo>
                    <a:pt x="1352252" y="432465"/>
                  </a:moveTo>
                  <a:lnTo>
                    <a:pt x="1325936" y="353040"/>
                  </a:lnTo>
                  <a:lnTo>
                    <a:pt x="1340203" y="388686"/>
                  </a:lnTo>
                  <a:close/>
                  <a:moveTo>
                    <a:pt x="1325936" y="353040"/>
                  </a:moveTo>
                  <a:lnTo>
                    <a:pt x="1327610" y="343678"/>
                  </a:lnTo>
                  <a:lnTo>
                    <a:pt x="1340203" y="388686"/>
                  </a:lnTo>
                  <a:close/>
                  <a:moveTo>
                    <a:pt x="1340203" y="388686"/>
                  </a:moveTo>
                  <a:lnTo>
                    <a:pt x="1327610" y="343678"/>
                  </a:lnTo>
                  <a:lnTo>
                    <a:pt x="1337251" y="268035"/>
                  </a:lnTo>
                  <a:close/>
                  <a:moveTo>
                    <a:pt x="1337251" y="268035"/>
                  </a:moveTo>
                  <a:lnTo>
                    <a:pt x="1272236" y="296605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275476" y="193879"/>
                  </a:lnTo>
                  <a:lnTo>
                    <a:pt x="1272236" y="296605"/>
                  </a:lnTo>
                  <a:close/>
                  <a:moveTo>
                    <a:pt x="1069455" y="142041"/>
                  </a:moveTo>
                  <a:lnTo>
                    <a:pt x="1072231" y="161375"/>
                  </a:lnTo>
                  <a:lnTo>
                    <a:pt x="1171623" y="217718"/>
                  </a:lnTo>
                  <a:close/>
                  <a:moveTo>
                    <a:pt x="1137175" y="103604"/>
                  </a:moveTo>
                  <a:lnTo>
                    <a:pt x="1069455" y="142041"/>
                  </a:lnTo>
                  <a:lnTo>
                    <a:pt x="1171623" y="217718"/>
                  </a:lnTo>
                  <a:close/>
                  <a:moveTo>
                    <a:pt x="1637935" y="667958"/>
                  </a:moveTo>
                  <a:lnTo>
                    <a:pt x="1661429" y="679110"/>
                  </a:lnTo>
                  <a:lnTo>
                    <a:pt x="1658461" y="664848"/>
                  </a:lnTo>
                  <a:close/>
                  <a:moveTo>
                    <a:pt x="1561815" y="596895"/>
                  </a:moveTo>
                  <a:lnTo>
                    <a:pt x="1637935" y="667958"/>
                  </a:lnTo>
                  <a:lnTo>
                    <a:pt x="1668074" y="640674"/>
                  </a:lnTo>
                  <a:close/>
                  <a:moveTo>
                    <a:pt x="1561815" y="596895"/>
                  </a:moveTo>
                  <a:lnTo>
                    <a:pt x="1660825" y="558459"/>
                  </a:lnTo>
                  <a:lnTo>
                    <a:pt x="1623887" y="492771"/>
                  </a:lnTo>
                  <a:close/>
                  <a:moveTo>
                    <a:pt x="1623887" y="492771"/>
                  </a:moveTo>
                  <a:lnTo>
                    <a:pt x="1661766" y="541856"/>
                  </a:lnTo>
                  <a:lnTo>
                    <a:pt x="1721298" y="485780"/>
                  </a:lnTo>
                  <a:close/>
                  <a:moveTo>
                    <a:pt x="1366720" y="229598"/>
                  </a:moveTo>
                  <a:lnTo>
                    <a:pt x="1336329" y="185819"/>
                  </a:lnTo>
                  <a:lnTo>
                    <a:pt x="1337251" y="268035"/>
                  </a:lnTo>
                  <a:close/>
                  <a:moveTo>
                    <a:pt x="1143305" y="21389"/>
                  </a:moveTo>
                  <a:lnTo>
                    <a:pt x="1226195" y="73259"/>
                  </a:lnTo>
                  <a:lnTo>
                    <a:pt x="1184182" y="7322"/>
                  </a:lnTo>
                  <a:close/>
                  <a:moveTo>
                    <a:pt x="1137175" y="103604"/>
                  </a:moveTo>
                  <a:lnTo>
                    <a:pt x="1226195" y="73259"/>
                  </a:lnTo>
                  <a:lnTo>
                    <a:pt x="1143305" y="21389"/>
                  </a:lnTo>
                  <a:close/>
                  <a:moveTo>
                    <a:pt x="1184182" y="7322"/>
                  </a:moveTo>
                  <a:lnTo>
                    <a:pt x="1237542" y="6926"/>
                  </a:lnTo>
                  <a:lnTo>
                    <a:pt x="1161158" y="0"/>
                  </a:lnTo>
                  <a:close/>
                  <a:moveTo>
                    <a:pt x="1661766" y="541856"/>
                  </a:moveTo>
                  <a:lnTo>
                    <a:pt x="1687083" y="541487"/>
                  </a:lnTo>
                  <a:lnTo>
                    <a:pt x="1721298" y="48578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62" name="Candidate_density__2081">
              <a:extLst>
                <a:ext uri="{FF2B5EF4-FFF2-40B4-BE49-F238E27FC236}">
                  <a16:creationId xmlns:a16="http://schemas.microsoft.com/office/drawing/2014/main" id="{02956F4F-858D-4A20-A94B-52EC0BC7FDA6}"/>
                </a:ext>
              </a:extLst>
            </p:cNvPr>
            <p:cNvSpPr>
              <a:spLocks noGrp="1"/>
            </p:cNvSpPr>
            <p:nvPr/>
          </p:nvSpPr>
          <p:spPr>
            <a:xfrm>
              <a:off x="4550615" y="2000965"/>
              <a:ext cx="2023058" cy="2928890"/>
            </a:xfrm>
            <a:custGeom>
              <a:avLst/>
              <a:gdLst/>
              <a:ahLst/>
              <a:cxnLst/>
              <a:rect l="0" t="0" r="0" b="0"/>
              <a:pathLst>
                <a:path w="2023058" h="2928890">
                  <a:moveTo>
                    <a:pt x="408648" y="2899707"/>
                  </a:moveTo>
                  <a:lnTo>
                    <a:pt x="358894" y="2928890"/>
                  </a:lnTo>
                  <a:lnTo>
                    <a:pt x="483334" y="2900286"/>
                  </a:lnTo>
                  <a:close/>
                  <a:moveTo>
                    <a:pt x="533239" y="2898520"/>
                  </a:moveTo>
                  <a:lnTo>
                    <a:pt x="483334" y="2900286"/>
                  </a:lnTo>
                  <a:lnTo>
                    <a:pt x="551115" y="2893725"/>
                  </a:lnTo>
                  <a:close/>
                  <a:moveTo>
                    <a:pt x="502919" y="2022340"/>
                  </a:moveTo>
                  <a:lnTo>
                    <a:pt x="423015" y="2092613"/>
                  </a:lnTo>
                  <a:lnTo>
                    <a:pt x="490551" y="2066461"/>
                  </a:lnTo>
                  <a:close/>
                  <a:moveTo>
                    <a:pt x="502919" y="2022340"/>
                  </a:moveTo>
                  <a:lnTo>
                    <a:pt x="490551" y="2066461"/>
                  </a:lnTo>
                  <a:lnTo>
                    <a:pt x="526087" y="2038479"/>
                  </a:lnTo>
                  <a:close/>
                  <a:moveTo>
                    <a:pt x="278642" y="1583028"/>
                  </a:moveTo>
                  <a:lnTo>
                    <a:pt x="281083" y="1625411"/>
                  </a:lnTo>
                  <a:lnTo>
                    <a:pt x="277745" y="1588967"/>
                  </a:lnTo>
                  <a:close/>
                  <a:moveTo>
                    <a:pt x="1082607" y="2372682"/>
                  </a:moveTo>
                  <a:lnTo>
                    <a:pt x="1083381" y="2353856"/>
                  </a:lnTo>
                  <a:lnTo>
                    <a:pt x="1076882" y="2434963"/>
                  </a:lnTo>
                  <a:close/>
                  <a:moveTo>
                    <a:pt x="1083381" y="2353856"/>
                  </a:moveTo>
                  <a:lnTo>
                    <a:pt x="1082607" y="2372682"/>
                  </a:lnTo>
                  <a:lnTo>
                    <a:pt x="1131003" y="2358656"/>
                  </a:lnTo>
                  <a:close/>
                  <a:moveTo>
                    <a:pt x="668570" y="1807784"/>
                  </a:moveTo>
                  <a:lnTo>
                    <a:pt x="709980" y="1775002"/>
                  </a:lnTo>
                  <a:lnTo>
                    <a:pt x="716224" y="1758739"/>
                  </a:lnTo>
                  <a:close/>
                  <a:moveTo>
                    <a:pt x="687441" y="1814882"/>
                  </a:moveTo>
                  <a:lnTo>
                    <a:pt x="709980" y="1775002"/>
                  </a:lnTo>
                  <a:lnTo>
                    <a:pt x="668570" y="1807784"/>
                  </a:lnTo>
                  <a:close/>
                  <a:moveTo>
                    <a:pt x="613004" y="1815233"/>
                  </a:moveTo>
                  <a:lnTo>
                    <a:pt x="687441" y="1814882"/>
                  </a:lnTo>
                  <a:lnTo>
                    <a:pt x="668570" y="1807784"/>
                  </a:lnTo>
                  <a:close/>
                  <a:moveTo>
                    <a:pt x="709980" y="1775002"/>
                  </a:moveTo>
                  <a:lnTo>
                    <a:pt x="687441" y="1814882"/>
                  </a:lnTo>
                  <a:lnTo>
                    <a:pt x="719379" y="1797176"/>
                  </a:lnTo>
                  <a:close/>
                  <a:moveTo>
                    <a:pt x="709980" y="1775002"/>
                  </a:moveTo>
                  <a:lnTo>
                    <a:pt x="753079" y="1781634"/>
                  </a:lnTo>
                  <a:lnTo>
                    <a:pt x="726894" y="1747187"/>
                  </a:lnTo>
                  <a:close/>
                  <a:moveTo>
                    <a:pt x="716224" y="1758739"/>
                  </a:moveTo>
                  <a:lnTo>
                    <a:pt x="709980" y="1775002"/>
                  </a:lnTo>
                  <a:lnTo>
                    <a:pt x="726894" y="1747187"/>
                  </a:lnTo>
                  <a:close/>
                  <a:moveTo>
                    <a:pt x="19165" y="448640"/>
                  </a:moveTo>
                  <a:lnTo>
                    <a:pt x="0" y="487077"/>
                  </a:lnTo>
                  <a:lnTo>
                    <a:pt x="37257" y="410290"/>
                  </a:lnTo>
                  <a:close/>
                  <a:moveTo>
                    <a:pt x="1611792" y="2257372"/>
                  </a:moveTo>
                  <a:lnTo>
                    <a:pt x="1637150" y="2275613"/>
                  </a:lnTo>
                  <a:lnTo>
                    <a:pt x="1590748" y="2317330"/>
                  </a:lnTo>
                  <a:close/>
                  <a:moveTo>
                    <a:pt x="1611792" y="2257372"/>
                  </a:moveTo>
                  <a:lnTo>
                    <a:pt x="1662045" y="2218936"/>
                  </a:lnTo>
                  <a:lnTo>
                    <a:pt x="1637150" y="2275613"/>
                  </a:lnTo>
                  <a:close/>
                  <a:moveTo>
                    <a:pt x="1662045" y="2218936"/>
                  </a:moveTo>
                  <a:lnTo>
                    <a:pt x="1611792" y="2257372"/>
                  </a:lnTo>
                  <a:lnTo>
                    <a:pt x="1691045" y="2198461"/>
                  </a:lnTo>
                  <a:close/>
                  <a:moveTo>
                    <a:pt x="1757873" y="2269150"/>
                  </a:moveTo>
                  <a:lnTo>
                    <a:pt x="1762765" y="2218936"/>
                  </a:lnTo>
                  <a:lnTo>
                    <a:pt x="1833421" y="2236922"/>
                  </a:lnTo>
                  <a:close/>
                  <a:moveTo>
                    <a:pt x="1138303" y="1525140"/>
                  </a:moveTo>
                  <a:lnTo>
                    <a:pt x="1172861" y="1440872"/>
                  </a:lnTo>
                  <a:lnTo>
                    <a:pt x="1124903" y="1561215"/>
                  </a:lnTo>
                  <a:close/>
                  <a:moveTo>
                    <a:pt x="1124903" y="1561215"/>
                  </a:moveTo>
                  <a:lnTo>
                    <a:pt x="1172861" y="1440872"/>
                  </a:lnTo>
                  <a:lnTo>
                    <a:pt x="1172984" y="1440563"/>
                  </a:lnTo>
                  <a:close/>
                  <a:moveTo>
                    <a:pt x="1124903" y="1561215"/>
                  </a:moveTo>
                  <a:lnTo>
                    <a:pt x="1172984" y="1440563"/>
                  </a:lnTo>
                  <a:lnTo>
                    <a:pt x="1144961" y="1522779"/>
                  </a:lnTo>
                  <a:close/>
                  <a:moveTo>
                    <a:pt x="1172984" y="1440563"/>
                  </a:moveTo>
                  <a:lnTo>
                    <a:pt x="1172861" y="1440872"/>
                  </a:lnTo>
                  <a:lnTo>
                    <a:pt x="1173108" y="1440065"/>
                  </a:lnTo>
                  <a:close/>
                  <a:moveTo>
                    <a:pt x="902554" y="1278667"/>
                  </a:moveTo>
                  <a:lnTo>
                    <a:pt x="847792" y="1274939"/>
                  </a:lnTo>
                  <a:lnTo>
                    <a:pt x="895755" y="1232354"/>
                  </a:lnTo>
                  <a:close/>
                  <a:moveTo>
                    <a:pt x="895755" y="1232354"/>
                  </a:moveTo>
                  <a:lnTo>
                    <a:pt x="903579" y="1204858"/>
                  </a:lnTo>
                  <a:lnTo>
                    <a:pt x="945256" y="1145480"/>
                  </a:lnTo>
                  <a:close/>
                  <a:moveTo>
                    <a:pt x="945256" y="1145480"/>
                  </a:moveTo>
                  <a:lnTo>
                    <a:pt x="964297" y="1149471"/>
                  </a:lnTo>
                  <a:lnTo>
                    <a:pt x="953366" y="1111703"/>
                  </a:lnTo>
                  <a:close/>
                  <a:moveTo>
                    <a:pt x="1995026" y="2132075"/>
                  </a:moveTo>
                  <a:lnTo>
                    <a:pt x="2023058" y="2135243"/>
                  </a:lnTo>
                  <a:lnTo>
                    <a:pt x="1997433" y="2103627"/>
                  </a:lnTo>
                  <a:close/>
                  <a:moveTo>
                    <a:pt x="1177903" y="546882"/>
                  </a:moveTo>
                  <a:lnTo>
                    <a:pt x="1153870" y="555481"/>
                  </a:lnTo>
                  <a:lnTo>
                    <a:pt x="1233841" y="527672"/>
                  </a:lnTo>
                  <a:close/>
                  <a:moveTo>
                    <a:pt x="770404" y="84903"/>
                  </a:moveTo>
                  <a:lnTo>
                    <a:pt x="800538" y="22253"/>
                  </a:lnTo>
                  <a:lnTo>
                    <a:pt x="725963" y="22088"/>
                  </a:lnTo>
                  <a:close/>
                  <a:moveTo>
                    <a:pt x="1177903" y="546882"/>
                  </a:moveTo>
                  <a:lnTo>
                    <a:pt x="1166612" y="554974"/>
                  </a:lnTo>
                  <a:lnTo>
                    <a:pt x="1153870" y="555481"/>
                  </a:lnTo>
                  <a:close/>
                  <a:moveTo>
                    <a:pt x="1177903" y="546882"/>
                  </a:moveTo>
                  <a:lnTo>
                    <a:pt x="1214439" y="518586"/>
                  </a:lnTo>
                  <a:lnTo>
                    <a:pt x="1166612" y="554974"/>
                  </a:lnTo>
                  <a:close/>
                  <a:moveTo>
                    <a:pt x="1223148" y="508446"/>
                  </a:moveTo>
                  <a:lnTo>
                    <a:pt x="1177903" y="546882"/>
                  </a:lnTo>
                  <a:lnTo>
                    <a:pt x="1267023" y="436532"/>
                  </a:lnTo>
                  <a:close/>
                  <a:moveTo>
                    <a:pt x="725963" y="22088"/>
                  </a:moveTo>
                  <a:lnTo>
                    <a:pt x="800538" y="22253"/>
                  </a:lnTo>
                  <a:lnTo>
                    <a:pt x="852144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63" name="Candidate_density__2082">
              <a:extLst>
                <a:ext uri="{FF2B5EF4-FFF2-40B4-BE49-F238E27FC236}">
                  <a16:creationId xmlns:a16="http://schemas.microsoft.com/office/drawing/2014/main" id="{B74859A9-45D0-6318-FF1B-03BAF0AF97D0}"/>
                </a:ext>
              </a:extLst>
            </p:cNvPr>
            <p:cNvSpPr>
              <a:spLocks noGrp="1"/>
            </p:cNvSpPr>
            <p:nvPr/>
          </p:nvSpPr>
          <p:spPr>
            <a:xfrm>
              <a:off x="5003925" y="4039444"/>
              <a:ext cx="72778" cy="27981"/>
            </a:xfrm>
            <a:custGeom>
              <a:avLst/>
              <a:gdLst/>
              <a:ahLst/>
              <a:cxnLst/>
              <a:rect l="0" t="0" r="0" b="0"/>
              <a:pathLst>
                <a:path w="72778" h="27981">
                  <a:moveTo>
                    <a:pt x="72778" y="0"/>
                  </a:moveTo>
                  <a:lnTo>
                    <a:pt x="37242" y="27981"/>
                  </a:lnTo>
                  <a:lnTo>
                    <a:pt x="0" y="24193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51764" name="Candidate_density__2083">
              <a:extLst>
                <a:ext uri="{FF2B5EF4-FFF2-40B4-BE49-F238E27FC236}">
                  <a16:creationId xmlns:a16="http://schemas.microsoft.com/office/drawing/2014/main" id="{559FE273-0E2B-A812-BBFF-9F01CE3BBC06}"/>
                </a:ext>
              </a:extLst>
            </p:cNvPr>
            <p:cNvSpPr>
              <a:spLocks noGrp="1"/>
            </p:cNvSpPr>
            <p:nvPr/>
          </p:nvSpPr>
          <p:spPr>
            <a:xfrm>
              <a:off x="4346937" y="1918289"/>
              <a:ext cx="2104069" cy="3274849"/>
            </a:xfrm>
            <a:custGeom>
              <a:avLst/>
              <a:gdLst/>
              <a:ahLst/>
              <a:cxnLst/>
              <a:rect l="0" t="0" r="0" b="0"/>
              <a:pathLst>
                <a:path w="2104069" h="3274849">
                  <a:moveTo>
                    <a:pt x="469048" y="3256140"/>
                  </a:moveTo>
                  <a:lnTo>
                    <a:pt x="500902" y="3274849"/>
                  </a:lnTo>
                  <a:lnTo>
                    <a:pt x="515509" y="3240197"/>
                  </a:lnTo>
                  <a:close/>
                  <a:moveTo>
                    <a:pt x="605239" y="3227840"/>
                  </a:moveTo>
                  <a:lnTo>
                    <a:pt x="515509" y="3240197"/>
                  </a:lnTo>
                  <a:lnTo>
                    <a:pt x="500902" y="3274849"/>
                  </a:lnTo>
                  <a:close/>
                  <a:moveTo>
                    <a:pt x="627364" y="2894186"/>
                  </a:moveTo>
                  <a:lnTo>
                    <a:pt x="612326" y="2982383"/>
                  </a:lnTo>
                  <a:lnTo>
                    <a:pt x="653486" y="2921071"/>
                  </a:lnTo>
                  <a:close/>
                  <a:moveTo>
                    <a:pt x="627364" y="2894186"/>
                  </a:moveTo>
                  <a:lnTo>
                    <a:pt x="544765" y="2932622"/>
                  </a:lnTo>
                  <a:lnTo>
                    <a:pt x="612326" y="2982383"/>
                  </a:lnTo>
                  <a:close/>
                  <a:moveTo>
                    <a:pt x="710221" y="2855749"/>
                  </a:moveTo>
                  <a:lnTo>
                    <a:pt x="653486" y="2921071"/>
                  </a:lnTo>
                  <a:lnTo>
                    <a:pt x="736699" y="2976401"/>
                  </a:lnTo>
                  <a:close/>
                  <a:moveTo>
                    <a:pt x="648465" y="2592145"/>
                  </a:moveTo>
                  <a:lnTo>
                    <a:pt x="733404" y="2583684"/>
                  </a:lnTo>
                  <a:lnTo>
                    <a:pt x="702304" y="2508875"/>
                  </a:lnTo>
                  <a:close/>
                  <a:moveTo>
                    <a:pt x="648465" y="2592145"/>
                  </a:moveTo>
                  <a:lnTo>
                    <a:pt x="702304" y="2508875"/>
                  </a:lnTo>
                  <a:lnTo>
                    <a:pt x="633540" y="2504186"/>
                  </a:lnTo>
                  <a:close/>
                  <a:moveTo>
                    <a:pt x="0" y="1584086"/>
                  </a:moveTo>
                  <a:lnTo>
                    <a:pt x="81515" y="1548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75509" y="1792039"/>
                  </a:lnTo>
                  <a:lnTo>
                    <a:pt x="371109" y="1874510"/>
                  </a:lnTo>
                  <a:close/>
                  <a:moveTo>
                    <a:pt x="401053" y="1836074"/>
                  </a:moveTo>
                  <a:lnTo>
                    <a:pt x="358007" y="1753858"/>
                  </a:lnTo>
                  <a:lnTo>
                    <a:pt x="371109" y="1874510"/>
                  </a:lnTo>
                  <a:close/>
                  <a:moveTo>
                    <a:pt x="306023" y="1589428"/>
                  </a:moveTo>
                  <a:lnTo>
                    <a:pt x="322706" y="1627865"/>
                  </a:lnTo>
                  <a:lnTo>
                    <a:pt x="346501" y="1671643"/>
                  </a:lnTo>
                  <a:close/>
                  <a:moveTo>
                    <a:pt x="83098" y="1536164"/>
                  </a:moveTo>
                  <a:lnTo>
                    <a:pt x="81470" y="1424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53949" y="1709476"/>
                  </a:lnTo>
                  <a:lnTo>
                    <a:pt x="375509" y="1792039"/>
                  </a:lnTo>
                  <a:close/>
                  <a:moveTo>
                    <a:pt x="358007" y="1753858"/>
                  </a:moveTo>
                  <a:lnTo>
                    <a:pt x="346501" y="1671643"/>
                  </a:lnTo>
                  <a:lnTo>
                    <a:pt x="353949" y="1709476"/>
                  </a:lnTo>
                  <a:close/>
                  <a:moveTo>
                    <a:pt x="1145458" y="2491059"/>
                  </a:moveTo>
                  <a:lnTo>
                    <a:pt x="1119380" y="2455358"/>
                  </a:lnTo>
                  <a:lnTo>
                    <a:pt x="1178647" y="2415258"/>
                  </a:lnTo>
                  <a:close/>
                  <a:moveTo>
                    <a:pt x="1059499" y="2400257"/>
                  </a:moveTo>
                  <a:lnTo>
                    <a:pt x="1110840" y="2458611"/>
                  </a:lnTo>
                  <a:lnTo>
                    <a:pt x="1124822" y="2407744"/>
                  </a:lnTo>
                  <a:close/>
                  <a:moveTo>
                    <a:pt x="306023" y="1589428"/>
                  </a:moveTo>
                  <a:lnTo>
                    <a:pt x="346501" y="1671643"/>
                  </a:lnTo>
                  <a:lnTo>
                    <a:pt x="398616" y="1633207"/>
                  </a:lnTo>
                  <a:close/>
                  <a:moveTo>
                    <a:pt x="306023" y="1589428"/>
                  </a:moveTo>
                  <a:lnTo>
                    <a:pt x="398616" y="1633207"/>
                  </a:lnTo>
                  <a:lnTo>
                    <a:pt x="351660" y="1550992"/>
                  </a:lnTo>
                  <a:close/>
                  <a:moveTo>
                    <a:pt x="306023" y="1589428"/>
                  </a:moveTo>
                  <a:lnTo>
                    <a:pt x="351660" y="1550992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51660" y="1550992"/>
                  </a:lnTo>
                  <a:lnTo>
                    <a:pt x="410158" y="1492609"/>
                  </a:lnTo>
                  <a:close/>
                  <a:moveTo>
                    <a:pt x="302435" y="1583712"/>
                  </a:moveTo>
                  <a:lnTo>
                    <a:pt x="306023" y="1589428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65939" y="1468776"/>
                  </a:lnTo>
                  <a:lnTo>
                    <a:pt x="350934" y="1549838"/>
                  </a:lnTo>
                  <a:close/>
                  <a:moveTo>
                    <a:pt x="350934" y="1549838"/>
                  </a:moveTo>
                  <a:lnTo>
                    <a:pt x="302435" y="1583712"/>
                  </a:lnTo>
                  <a:lnTo>
                    <a:pt x="386163" y="1483101"/>
                  </a:lnTo>
                  <a:close/>
                  <a:moveTo>
                    <a:pt x="410158" y="1492609"/>
                  </a:moveTo>
                  <a:lnTo>
                    <a:pt x="472343" y="1550992"/>
                  </a:lnTo>
                  <a:lnTo>
                    <a:pt x="386163" y="1483101"/>
                  </a:lnTo>
                  <a:close/>
                  <a:moveTo>
                    <a:pt x="1287059" y="2436532"/>
                  </a:moveTo>
                  <a:lnTo>
                    <a:pt x="1307040" y="2401439"/>
                  </a:lnTo>
                  <a:lnTo>
                    <a:pt x="1211442" y="2437416"/>
                  </a:lnTo>
                  <a:close/>
                  <a:moveTo>
                    <a:pt x="1215477" y="2252491"/>
                  </a:moveTo>
                  <a:lnTo>
                    <a:pt x="1179196" y="2202108"/>
                  </a:lnTo>
                  <a:lnTo>
                    <a:pt x="1151527" y="2185849"/>
                  </a:lnTo>
                  <a:close/>
                  <a:moveTo>
                    <a:pt x="410158" y="1492609"/>
                  </a:moveTo>
                  <a:lnTo>
                    <a:pt x="351660" y="1550992"/>
                  </a:lnTo>
                  <a:lnTo>
                    <a:pt x="469837" y="1500538"/>
                  </a:lnTo>
                  <a:close/>
                  <a:moveTo>
                    <a:pt x="410158" y="1492609"/>
                  </a:moveTo>
                  <a:lnTo>
                    <a:pt x="485340" y="1512555"/>
                  </a:lnTo>
                  <a:lnTo>
                    <a:pt x="472343" y="1550992"/>
                  </a:lnTo>
                  <a:close/>
                  <a:moveTo>
                    <a:pt x="410158" y="1492609"/>
                  </a:moveTo>
                  <a:lnTo>
                    <a:pt x="469837" y="1500538"/>
                  </a:lnTo>
                  <a:lnTo>
                    <a:pt x="485340" y="1512555"/>
                  </a:lnTo>
                  <a:close/>
                  <a:moveTo>
                    <a:pt x="289686" y="1320842"/>
                  </a:moveTo>
                  <a:lnTo>
                    <a:pt x="223649" y="1352599"/>
                  </a:lnTo>
                  <a:lnTo>
                    <a:pt x="352720" y="1341316"/>
                  </a:lnTo>
                  <a:close/>
                  <a:moveTo>
                    <a:pt x="1155423" y="2170276"/>
                  </a:moveTo>
                  <a:lnTo>
                    <a:pt x="1151527" y="2185849"/>
                  </a:lnTo>
                  <a:lnTo>
                    <a:pt x="1179196" y="2202108"/>
                  </a:lnTo>
                  <a:close/>
                  <a:moveTo>
                    <a:pt x="1215477" y="2252491"/>
                  </a:moveTo>
                  <a:lnTo>
                    <a:pt x="1327511" y="2296270"/>
                  </a:lnTo>
                  <a:lnTo>
                    <a:pt x="1241326" y="2214055"/>
                  </a:lnTo>
                  <a:close/>
                  <a:moveTo>
                    <a:pt x="1215477" y="2252491"/>
                  </a:moveTo>
                  <a:lnTo>
                    <a:pt x="1241326" y="2214055"/>
                  </a:lnTo>
                  <a:lnTo>
                    <a:pt x="1179196" y="2202108"/>
                  </a:lnTo>
                  <a:close/>
                  <a:moveTo>
                    <a:pt x="1241326" y="2214055"/>
                  </a:moveTo>
                  <a:lnTo>
                    <a:pt x="1239063" y="2210738"/>
                  </a:lnTo>
                  <a:lnTo>
                    <a:pt x="1179196" y="2202108"/>
                  </a:lnTo>
                  <a:close/>
                  <a:moveTo>
                    <a:pt x="850972" y="1647864"/>
                  </a:moveTo>
                  <a:lnTo>
                    <a:pt x="759345" y="1676985"/>
                  </a:lnTo>
                  <a:lnTo>
                    <a:pt x="865098" y="1648521"/>
                  </a:lnTo>
                  <a:close/>
                  <a:moveTo>
                    <a:pt x="865098" y="1648521"/>
                  </a:moveTo>
                  <a:lnTo>
                    <a:pt x="759345" y="1676985"/>
                  </a:lnTo>
                  <a:lnTo>
                    <a:pt x="741976" y="1682046"/>
                  </a:lnTo>
                  <a:close/>
                  <a:moveTo>
                    <a:pt x="865098" y="1648521"/>
                  </a:moveTo>
                  <a:lnTo>
                    <a:pt x="741976" y="1682046"/>
                  </a:lnTo>
                  <a:lnTo>
                    <a:pt x="788989" y="1642616"/>
                  </a:lnTo>
                  <a:close/>
                  <a:moveTo>
                    <a:pt x="624959" y="1512555"/>
                  </a:moveTo>
                  <a:lnTo>
                    <a:pt x="716884" y="1588232"/>
                  </a:lnTo>
                  <a:lnTo>
                    <a:pt x="626519" y="1508972"/>
                  </a:lnTo>
                  <a:close/>
                  <a:moveTo>
                    <a:pt x="1647684" y="2425219"/>
                  </a:moveTo>
                  <a:lnTo>
                    <a:pt x="1710274" y="2434926"/>
                  </a:lnTo>
                  <a:lnTo>
                    <a:pt x="1624744" y="2343776"/>
                  </a:lnTo>
                  <a:close/>
                  <a:moveTo>
                    <a:pt x="1647684" y="2425219"/>
                  </a:moveTo>
                  <a:lnTo>
                    <a:pt x="1655668" y="2438522"/>
                  </a:lnTo>
                  <a:lnTo>
                    <a:pt x="1745218" y="2494678"/>
                  </a:lnTo>
                  <a:close/>
                  <a:moveTo>
                    <a:pt x="1624744" y="2343776"/>
                  </a:moveTo>
                  <a:lnTo>
                    <a:pt x="1587229" y="2274183"/>
                  </a:lnTo>
                  <a:lnTo>
                    <a:pt x="1575873" y="2340048"/>
                  </a:lnTo>
                  <a:close/>
                  <a:moveTo>
                    <a:pt x="1256100" y="1995779"/>
                  </a:moveTo>
                  <a:lnTo>
                    <a:pt x="1189276" y="2024597"/>
                  </a:lnTo>
                  <a:lnTo>
                    <a:pt x="1311127" y="1986315"/>
                  </a:lnTo>
                  <a:close/>
                  <a:moveTo>
                    <a:pt x="294616" y="696198"/>
                  </a:moveTo>
                  <a:lnTo>
                    <a:pt x="295342" y="696381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4616" y="696198"/>
                  </a:lnTo>
                  <a:lnTo>
                    <a:pt x="294078" y="695746"/>
                  </a:lnTo>
                  <a:close/>
                  <a:moveTo>
                    <a:pt x="1535033" y="2340048"/>
                  </a:moveTo>
                  <a:lnTo>
                    <a:pt x="1569428" y="2394745"/>
                  </a:lnTo>
                  <a:lnTo>
                    <a:pt x="1559278" y="2336407"/>
                  </a:lnTo>
                  <a:close/>
                  <a:moveTo>
                    <a:pt x="1559278" y="2336407"/>
                  </a:moveTo>
                  <a:lnTo>
                    <a:pt x="1569428" y="2394745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59278" y="2336407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38004" y="2137181"/>
                  </a:lnTo>
                  <a:lnTo>
                    <a:pt x="1452382" y="2162535"/>
                  </a:lnTo>
                  <a:close/>
                  <a:moveTo>
                    <a:pt x="1426396" y="2138629"/>
                  </a:moveTo>
                  <a:lnTo>
                    <a:pt x="1452382" y="2162535"/>
                  </a:lnTo>
                  <a:lnTo>
                    <a:pt x="1538004" y="2137181"/>
                  </a:lnTo>
                  <a:close/>
                  <a:moveTo>
                    <a:pt x="1152018" y="1682328"/>
                  </a:moveTo>
                  <a:lnTo>
                    <a:pt x="1157495" y="1690568"/>
                  </a:lnTo>
                  <a:lnTo>
                    <a:pt x="1166041" y="1726106"/>
                  </a:lnTo>
                  <a:close/>
                  <a:moveTo>
                    <a:pt x="871614" y="1330806"/>
                  </a:moveTo>
                  <a:lnTo>
                    <a:pt x="979672" y="1367830"/>
                  </a:lnTo>
                  <a:lnTo>
                    <a:pt x="917641" y="1315030"/>
                  </a:lnTo>
                  <a:close/>
                  <a:moveTo>
                    <a:pt x="816277" y="1315203"/>
                  </a:moveTo>
                  <a:lnTo>
                    <a:pt x="896037" y="1411043"/>
                  </a:lnTo>
                  <a:lnTo>
                    <a:pt x="871614" y="1330806"/>
                  </a:lnTo>
                  <a:close/>
                  <a:moveTo>
                    <a:pt x="816277" y="1315203"/>
                  </a:moveTo>
                  <a:lnTo>
                    <a:pt x="871614" y="1330806"/>
                  </a:lnTo>
                  <a:lnTo>
                    <a:pt x="782948" y="1242206"/>
                  </a:lnTo>
                  <a:close/>
                  <a:moveTo>
                    <a:pt x="684230" y="1161779"/>
                  </a:moveTo>
                  <a:lnTo>
                    <a:pt x="718912" y="1189037"/>
                  </a:lnTo>
                  <a:lnTo>
                    <a:pt x="639976" y="1148939"/>
                  </a:lnTo>
                  <a:close/>
                  <a:moveTo>
                    <a:pt x="378718" y="828009"/>
                  </a:moveTo>
                  <a:lnTo>
                    <a:pt x="368425" y="777961"/>
                  </a:lnTo>
                  <a:lnTo>
                    <a:pt x="332227" y="834288"/>
                  </a:lnTo>
                  <a:close/>
                  <a:moveTo>
                    <a:pt x="399282" y="771791"/>
                  </a:moveTo>
                  <a:lnTo>
                    <a:pt x="368425" y="77796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399282" y="77179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506752" y="845103"/>
                  </a:lnTo>
                  <a:lnTo>
                    <a:pt x="488541" y="759816"/>
                  </a:lnTo>
                  <a:close/>
                  <a:moveTo>
                    <a:pt x="433027" y="844450"/>
                  </a:moveTo>
                  <a:lnTo>
                    <a:pt x="470852" y="858724"/>
                  </a:lnTo>
                  <a:lnTo>
                    <a:pt x="544921" y="856999"/>
                  </a:lnTo>
                  <a:close/>
                  <a:moveTo>
                    <a:pt x="294078" y="695746"/>
                  </a:moveTo>
                  <a:lnTo>
                    <a:pt x="295342" y="696381"/>
                  </a:lnTo>
                  <a:lnTo>
                    <a:pt x="295867" y="695181"/>
                  </a:lnTo>
                  <a:close/>
                  <a:moveTo>
                    <a:pt x="295867" y="695181"/>
                  </a:moveTo>
                  <a:lnTo>
                    <a:pt x="295342" y="696381"/>
                  </a:lnTo>
                  <a:lnTo>
                    <a:pt x="360022" y="657310"/>
                  </a:lnTo>
                  <a:close/>
                  <a:moveTo>
                    <a:pt x="295342" y="696381"/>
                  </a:moveTo>
                  <a:lnTo>
                    <a:pt x="368425" y="777961"/>
                  </a:lnTo>
                  <a:lnTo>
                    <a:pt x="360022" y="657310"/>
                  </a:lnTo>
                  <a:close/>
                  <a:moveTo>
                    <a:pt x="360022" y="657310"/>
                  </a:moveTo>
                  <a:lnTo>
                    <a:pt x="368425" y="777961"/>
                  </a:lnTo>
                  <a:lnTo>
                    <a:pt x="426124" y="691495"/>
                  </a:lnTo>
                  <a:close/>
                  <a:moveTo>
                    <a:pt x="399282" y="771791"/>
                  </a:moveTo>
                  <a:lnTo>
                    <a:pt x="488541" y="759816"/>
                  </a:lnTo>
                  <a:lnTo>
                    <a:pt x="426124" y="691495"/>
                  </a:lnTo>
                  <a:close/>
                  <a:moveTo>
                    <a:pt x="295867" y="695181"/>
                  </a:moveTo>
                  <a:lnTo>
                    <a:pt x="293013" y="687674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5867" y="695181"/>
                  </a:lnTo>
                  <a:lnTo>
                    <a:pt x="360022" y="657310"/>
                  </a:lnTo>
                  <a:close/>
                  <a:moveTo>
                    <a:pt x="1837508" y="2263175"/>
                  </a:moveTo>
                  <a:lnTo>
                    <a:pt x="1797923" y="2301612"/>
                  </a:lnTo>
                  <a:lnTo>
                    <a:pt x="1845884" y="2345390"/>
                  </a:lnTo>
                  <a:close/>
                  <a:moveTo>
                    <a:pt x="1744266" y="2207107"/>
                  </a:moveTo>
                  <a:lnTo>
                    <a:pt x="1733450" y="2235476"/>
                  </a:lnTo>
                  <a:lnTo>
                    <a:pt x="1837894" y="2180961"/>
                  </a:lnTo>
                  <a:close/>
                  <a:moveTo>
                    <a:pt x="1837894" y="2180961"/>
                  </a:moveTo>
                  <a:lnTo>
                    <a:pt x="1733450" y="2235476"/>
                  </a:lnTo>
                  <a:lnTo>
                    <a:pt x="1797923" y="2301612"/>
                  </a:lnTo>
                  <a:close/>
                  <a:moveTo>
                    <a:pt x="1837894" y="2180961"/>
                  </a:moveTo>
                  <a:lnTo>
                    <a:pt x="1797923" y="2301612"/>
                  </a:lnTo>
                  <a:lnTo>
                    <a:pt x="1837508" y="2263175"/>
                  </a:lnTo>
                  <a:close/>
                  <a:moveTo>
                    <a:pt x="1744266" y="2207107"/>
                  </a:moveTo>
                  <a:lnTo>
                    <a:pt x="1837894" y="2180961"/>
                  </a:lnTo>
                  <a:lnTo>
                    <a:pt x="1771449" y="2162345"/>
                  </a:lnTo>
                  <a:close/>
                  <a:moveTo>
                    <a:pt x="1231821" y="1605455"/>
                  </a:moveTo>
                  <a:lnTo>
                    <a:pt x="1126276" y="1545231"/>
                  </a:lnTo>
                  <a:lnTo>
                    <a:pt x="1176899" y="1561675"/>
                  </a:lnTo>
                  <a:close/>
                  <a:moveTo>
                    <a:pt x="1231821" y="1605455"/>
                  </a:moveTo>
                  <a:lnTo>
                    <a:pt x="1176899" y="1561675"/>
                  </a:lnTo>
                  <a:lnTo>
                    <a:pt x="1174060" y="1643891"/>
                  </a:lnTo>
                  <a:close/>
                  <a:moveTo>
                    <a:pt x="917641" y="1315030"/>
                  </a:moveTo>
                  <a:lnTo>
                    <a:pt x="979672" y="1367830"/>
                  </a:lnTo>
                  <a:lnTo>
                    <a:pt x="1008834" y="1279841"/>
                  </a:lnTo>
                  <a:close/>
                  <a:moveTo>
                    <a:pt x="1016399" y="1276594"/>
                  </a:moveTo>
                  <a:lnTo>
                    <a:pt x="1008834" y="1279841"/>
                  </a:lnTo>
                  <a:lnTo>
                    <a:pt x="979672" y="1367830"/>
                  </a:lnTo>
                  <a:close/>
                  <a:moveTo>
                    <a:pt x="1771449" y="2162345"/>
                  </a:moveTo>
                  <a:lnTo>
                    <a:pt x="1837894" y="2180961"/>
                  </a:lnTo>
                  <a:lnTo>
                    <a:pt x="1808638" y="2060309"/>
                  </a:lnTo>
                  <a:close/>
                  <a:moveTo>
                    <a:pt x="1727095" y="1920790"/>
                  </a:moveTo>
                  <a:lnTo>
                    <a:pt x="1659399" y="1934315"/>
                  </a:lnTo>
                  <a:lnTo>
                    <a:pt x="1772591" y="1951416"/>
                  </a:lnTo>
                  <a:close/>
                  <a:moveTo>
                    <a:pt x="1659399" y="1934315"/>
                  </a:moveTo>
                  <a:lnTo>
                    <a:pt x="1636875" y="1937855"/>
                  </a:lnTo>
                  <a:lnTo>
                    <a:pt x="1772591" y="1951416"/>
                  </a:lnTo>
                  <a:close/>
                  <a:moveTo>
                    <a:pt x="1772591" y="1951416"/>
                  </a:moveTo>
                  <a:lnTo>
                    <a:pt x="1726748" y="1934315"/>
                  </a:lnTo>
                  <a:lnTo>
                    <a:pt x="1727095" y="1920790"/>
                  </a:lnTo>
                  <a:close/>
                  <a:moveTo>
                    <a:pt x="312568" y="181143"/>
                  </a:moveTo>
                  <a:lnTo>
                    <a:pt x="334733" y="198056"/>
                  </a:lnTo>
                  <a:lnTo>
                    <a:pt x="295896" y="169362"/>
                  </a:lnTo>
                  <a:close/>
                  <a:moveTo>
                    <a:pt x="334733" y="198056"/>
                  </a:moveTo>
                  <a:lnTo>
                    <a:pt x="312568" y="181143"/>
                  </a:lnTo>
                  <a:lnTo>
                    <a:pt x="364976" y="247670"/>
                  </a:lnTo>
                  <a:close/>
                  <a:moveTo>
                    <a:pt x="1746289" y="1805094"/>
                  </a:moveTo>
                  <a:lnTo>
                    <a:pt x="1667600" y="1837531"/>
                  </a:lnTo>
                  <a:lnTo>
                    <a:pt x="1742684" y="1839598"/>
                  </a:lnTo>
                  <a:close/>
                  <a:moveTo>
                    <a:pt x="1678240" y="1699732"/>
                  </a:moveTo>
                  <a:lnTo>
                    <a:pt x="1719234" y="1751924"/>
                  </a:lnTo>
                  <a:lnTo>
                    <a:pt x="1710555" y="1731449"/>
                  </a:lnTo>
                  <a:close/>
                  <a:moveTo>
                    <a:pt x="1746289" y="1805094"/>
                  </a:moveTo>
                  <a:lnTo>
                    <a:pt x="1719234" y="1751924"/>
                  </a:lnTo>
                  <a:lnTo>
                    <a:pt x="1678240" y="1699732"/>
                  </a:lnTo>
                  <a:close/>
                  <a:moveTo>
                    <a:pt x="1431496" y="1296889"/>
                  </a:moveTo>
                  <a:lnTo>
                    <a:pt x="1410250" y="1281936"/>
                  </a:lnTo>
                  <a:lnTo>
                    <a:pt x="1423048" y="1385645"/>
                  </a:lnTo>
                  <a:close/>
                  <a:moveTo>
                    <a:pt x="1423048" y="1385645"/>
                  </a:moveTo>
                  <a:lnTo>
                    <a:pt x="1331401" y="1299469"/>
                  </a:lnTo>
                  <a:lnTo>
                    <a:pt x="1370594" y="1367698"/>
                  </a:lnTo>
                  <a:close/>
                  <a:moveTo>
                    <a:pt x="1423048" y="1385645"/>
                  </a:moveTo>
                  <a:lnTo>
                    <a:pt x="1500722" y="1383090"/>
                  </a:lnTo>
                  <a:lnTo>
                    <a:pt x="1431496" y="1296889"/>
                  </a:lnTo>
                  <a:close/>
                  <a:moveTo>
                    <a:pt x="1500722" y="1383090"/>
                  </a:moveTo>
                  <a:lnTo>
                    <a:pt x="1514474" y="1328469"/>
                  </a:lnTo>
                  <a:lnTo>
                    <a:pt x="1431496" y="1296889"/>
                  </a:lnTo>
                  <a:close/>
                  <a:moveTo>
                    <a:pt x="1244996" y="1309123"/>
                  </a:moveTo>
                  <a:lnTo>
                    <a:pt x="1320767" y="1208021"/>
                  </a:lnTo>
                  <a:lnTo>
                    <a:pt x="1238223" y="1214536"/>
                  </a:lnTo>
                  <a:close/>
                  <a:moveTo>
                    <a:pt x="1998239" y="1821539"/>
                  </a:moveTo>
                  <a:lnTo>
                    <a:pt x="2011067" y="1771610"/>
                  </a:lnTo>
                  <a:lnTo>
                    <a:pt x="1951721" y="1759265"/>
                  </a:lnTo>
                  <a:close/>
                  <a:moveTo>
                    <a:pt x="1685927" y="1528582"/>
                  </a:moveTo>
                  <a:lnTo>
                    <a:pt x="1673533" y="1429306"/>
                  </a:lnTo>
                  <a:lnTo>
                    <a:pt x="1697192" y="1407930"/>
                  </a:lnTo>
                  <a:close/>
                  <a:moveTo>
                    <a:pt x="1685927" y="1528582"/>
                  </a:moveTo>
                  <a:lnTo>
                    <a:pt x="1697192" y="1407930"/>
                  </a:lnTo>
                  <a:lnTo>
                    <a:pt x="1624227" y="1446366"/>
                  </a:lnTo>
                  <a:close/>
                  <a:moveTo>
                    <a:pt x="1524347" y="1263791"/>
                  </a:moveTo>
                  <a:lnTo>
                    <a:pt x="1431496" y="1296889"/>
                  </a:lnTo>
                  <a:lnTo>
                    <a:pt x="1514474" y="1328469"/>
                  </a:lnTo>
                  <a:close/>
                  <a:moveTo>
                    <a:pt x="1524347" y="1263791"/>
                  </a:moveTo>
                  <a:lnTo>
                    <a:pt x="1599856" y="1262995"/>
                  </a:lnTo>
                  <a:lnTo>
                    <a:pt x="1533665" y="1185020"/>
                  </a:lnTo>
                  <a:close/>
                  <a:moveTo>
                    <a:pt x="2035316" y="1891488"/>
                  </a:moveTo>
                  <a:lnTo>
                    <a:pt x="2104069" y="1896185"/>
                  </a:lnTo>
                  <a:lnTo>
                    <a:pt x="2088582" y="1866476"/>
                  </a:lnTo>
                  <a:close/>
                  <a:moveTo>
                    <a:pt x="1861325" y="1358914"/>
                  </a:moveTo>
                  <a:lnTo>
                    <a:pt x="1805307" y="1364673"/>
                  </a:lnTo>
                  <a:lnTo>
                    <a:pt x="1731474" y="1367280"/>
                  </a:lnTo>
                  <a:close/>
                  <a:moveTo>
                    <a:pt x="1634522" y="1134720"/>
                  </a:moveTo>
                  <a:lnTo>
                    <a:pt x="1533665" y="11850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41957" y="1096047"/>
                  </a:lnTo>
                  <a:lnTo>
                    <a:pt x="1561716" y="1074696"/>
                  </a:lnTo>
                  <a:close/>
                  <a:moveTo>
                    <a:pt x="1684753" y="1122848"/>
                  </a:moveTo>
                  <a:lnTo>
                    <a:pt x="1634522" y="11347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84753" y="1122848"/>
                  </a:lnTo>
                  <a:lnTo>
                    <a:pt x="1641957" y="1096047"/>
                  </a:lnTo>
                  <a:close/>
                  <a:moveTo>
                    <a:pt x="1412925" y="1079070"/>
                  </a:moveTo>
                  <a:lnTo>
                    <a:pt x="1439926" y="1071648"/>
                  </a:lnTo>
                  <a:lnTo>
                    <a:pt x="1413915" y="958418"/>
                  </a:lnTo>
                  <a:close/>
                  <a:moveTo>
                    <a:pt x="1385167" y="996855"/>
                  </a:moveTo>
                  <a:lnTo>
                    <a:pt x="1412925" y="1079070"/>
                  </a:lnTo>
                  <a:lnTo>
                    <a:pt x="1413915" y="958418"/>
                  </a:lnTo>
                  <a:close/>
                  <a:moveTo>
                    <a:pt x="1439926" y="1071648"/>
                  </a:moveTo>
                  <a:lnTo>
                    <a:pt x="1522942" y="1040633"/>
                  </a:lnTo>
                  <a:lnTo>
                    <a:pt x="1461107" y="977197"/>
                  </a:lnTo>
                  <a:close/>
                  <a:moveTo>
                    <a:pt x="1319464" y="914639"/>
                  </a:moveTo>
                  <a:lnTo>
                    <a:pt x="1385167" y="996855"/>
                  </a:lnTo>
                  <a:lnTo>
                    <a:pt x="1413915" y="958418"/>
                  </a:lnTo>
                  <a:close/>
                  <a:moveTo>
                    <a:pt x="1319464" y="914639"/>
                  </a:moveTo>
                  <a:lnTo>
                    <a:pt x="1413915" y="958418"/>
                  </a:lnTo>
                  <a:lnTo>
                    <a:pt x="1380522" y="876203"/>
                  </a:lnTo>
                  <a:close/>
                  <a:moveTo>
                    <a:pt x="1725357" y="1205064"/>
                  </a:moveTo>
                  <a:lnTo>
                    <a:pt x="1710222" y="1084412"/>
                  </a:lnTo>
                  <a:lnTo>
                    <a:pt x="1684753" y="1122848"/>
                  </a:lnTo>
                  <a:close/>
                  <a:moveTo>
                    <a:pt x="1578414" y="1019651"/>
                  </a:moveTo>
                  <a:lnTo>
                    <a:pt x="1644642" y="926310"/>
                  </a:lnTo>
                  <a:lnTo>
                    <a:pt x="1574296" y="922907"/>
                  </a:lnTo>
                  <a:close/>
                  <a:moveTo>
                    <a:pt x="1702988" y="939466"/>
                  </a:moveTo>
                  <a:lnTo>
                    <a:pt x="1644642" y="926310"/>
                  </a:lnTo>
                  <a:lnTo>
                    <a:pt x="1740700" y="971372"/>
                  </a:lnTo>
                  <a:close/>
                  <a:moveTo>
                    <a:pt x="1644642" y="926310"/>
                  </a:moveTo>
                  <a:lnTo>
                    <a:pt x="1659487" y="946387"/>
                  </a:lnTo>
                  <a:lnTo>
                    <a:pt x="1740700" y="971372"/>
                  </a:lnTo>
                  <a:close/>
                  <a:moveTo>
                    <a:pt x="1547671" y="806981"/>
                  </a:moveTo>
                  <a:lnTo>
                    <a:pt x="1586631" y="837767"/>
                  </a:lnTo>
                  <a:lnTo>
                    <a:pt x="1515495" y="770527"/>
                  </a:lnTo>
                  <a:close/>
                  <a:moveTo>
                    <a:pt x="1759055" y="993977"/>
                  </a:moveTo>
                  <a:lnTo>
                    <a:pt x="1794559" y="1002197"/>
                  </a:lnTo>
                  <a:lnTo>
                    <a:pt x="1740700" y="971372"/>
                  </a:lnTo>
                  <a:close/>
                  <a:moveTo>
                    <a:pt x="1570424" y="825963"/>
                  </a:moveTo>
                  <a:lnTo>
                    <a:pt x="1586631" y="837767"/>
                  </a:lnTo>
                  <a:lnTo>
                    <a:pt x="1547671" y="806981"/>
                  </a:lnTo>
                  <a:close/>
                  <a:moveTo>
                    <a:pt x="1096796" y="180045"/>
                  </a:moveTo>
                  <a:lnTo>
                    <a:pt x="1094711" y="228070"/>
                  </a:lnTo>
                  <a:lnTo>
                    <a:pt x="1096643" y="168032"/>
                  </a:lnTo>
                  <a:close/>
                  <a:moveTo>
                    <a:pt x="1574946" y="263353"/>
                  </a:moveTo>
                  <a:lnTo>
                    <a:pt x="1610598" y="253341"/>
                  </a:lnTo>
                  <a:lnTo>
                    <a:pt x="1602563" y="303155"/>
                  </a:lnTo>
                  <a:close/>
                  <a:moveTo>
                    <a:pt x="1650616" y="26300"/>
                  </a:moveTo>
                  <a:lnTo>
                    <a:pt x="1786837" y="67857"/>
                  </a:lnTo>
                  <a:lnTo>
                    <a:pt x="1739804" y="8706"/>
                  </a:lnTo>
                  <a:close/>
                  <a:moveTo>
                    <a:pt x="1788258" y="70079"/>
                  </a:moveTo>
                  <a:lnTo>
                    <a:pt x="1739804" y="8706"/>
                  </a:lnTo>
                  <a:lnTo>
                    <a:pt x="1786837" y="67857"/>
                  </a:lnTo>
                  <a:close/>
                  <a:moveTo>
                    <a:pt x="1739804" y="8706"/>
                  </a:moveTo>
                  <a:lnTo>
                    <a:pt x="1711129" y="0"/>
                  </a:lnTo>
                  <a:lnTo>
                    <a:pt x="1650616" y="26300"/>
                  </a:lnTo>
                  <a:close/>
                  <a:moveTo>
                    <a:pt x="1786837" y="67857"/>
                  </a:moveTo>
                  <a:lnTo>
                    <a:pt x="1785656" y="70079"/>
                  </a:lnTo>
                  <a:lnTo>
                    <a:pt x="1788383" y="69305"/>
                  </a:lnTo>
                  <a:close/>
                  <a:moveTo>
                    <a:pt x="1788383" y="69305"/>
                  </a:moveTo>
                  <a:lnTo>
                    <a:pt x="1788258" y="70079"/>
                  </a:lnTo>
                  <a:lnTo>
                    <a:pt x="1786837" y="67857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65" name="Candidate_density__2084">
              <a:extLst>
                <a:ext uri="{FF2B5EF4-FFF2-40B4-BE49-F238E27FC236}">
                  <a16:creationId xmlns:a16="http://schemas.microsoft.com/office/drawing/2014/main" id="{C47492C7-88D2-B03F-123A-074685F7DD46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36379"/>
              <a:ext cx="2095111" cy="3438049"/>
            </a:xfrm>
            <a:custGeom>
              <a:avLst/>
              <a:gdLst/>
              <a:ahLst/>
              <a:cxnLst/>
              <a:rect l="0" t="0" r="0" b="0"/>
              <a:pathLst>
                <a:path w="2095111" h="3438049">
                  <a:moveTo>
                    <a:pt x="427096" y="3355834"/>
                  </a:moveTo>
                  <a:lnTo>
                    <a:pt x="522037" y="3422107"/>
                  </a:lnTo>
                  <a:lnTo>
                    <a:pt x="518834" y="3324619"/>
                  </a:lnTo>
                  <a:close/>
                  <a:moveTo>
                    <a:pt x="427096" y="3355834"/>
                  </a:moveTo>
                  <a:lnTo>
                    <a:pt x="475577" y="3438049"/>
                  </a:lnTo>
                  <a:lnTo>
                    <a:pt x="522037" y="3422107"/>
                  </a:lnTo>
                  <a:close/>
                  <a:moveTo>
                    <a:pt x="577188" y="2993880"/>
                  </a:moveTo>
                  <a:lnTo>
                    <a:pt x="551293" y="3114531"/>
                  </a:lnTo>
                  <a:lnTo>
                    <a:pt x="633892" y="3076095"/>
                  </a:lnTo>
                  <a:close/>
                  <a:moveTo>
                    <a:pt x="678029" y="3055603"/>
                  </a:moveTo>
                  <a:lnTo>
                    <a:pt x="660014" y="3102980"/>
                  </a:lnTo>
                  <a:lnTo>
                    <a:pt x="716750" y="3037658"/>
                  </a:lnTo>
                  <a:close/>
                  <a:moveTo>
                    <a:pt x="633892" y="3076095"/>
                  </a:moveTo>
                  <a:lnTo>
                    <a:pt x="660014" y="3102980"/>
                  </a:lnTo>
                  <a:lnTo>
                    <a:pt x="678029" y="3055603"/>
                  </a:lnTo>
                  <a:close/>
                  <a:moveTo>
                    <a:pt x="577188" y="2993880"/>
                  </a:moveTo>
                  <a:lnTo>
                    <a:pt x="633892" y="3076095"/>
                  </a:lnTo>
                  <a:lnTo>
                    <a:pt x="678029" y="3055603"/>
                  </a:lnTo>
                  <a:close/>
                  <a:moveTo>
                    <a:pt x="716750" y="3037658"/>
                  </a:moveTo>
                  <a:lnTo>
                    <a:pt x="679882" y="2955443"/>
                  </a:lnTo>
                  <a:lnTo>
                    <a:pt x="678029" y="3055603"/>
                  </a:lnTo>
                  <a:close/>
                  <a:moveTo>
                    <a:pt x="498024" y="2747235"/>
                  </a:moveTo>
                  <a:lnTo>
                    <a:pt x="605578" y="2791013"/>
                  </a:lnTo>
                  <a:lnTo>
                    <a:pt x="553484" y="2708798"/>
                  </a:lnTo>
                  <a:close/>
                  <a:moveTo>
                    <a:pt x="775427" y="2836828"/>
                  </a:moveTo>
                  <a:lnTo>
                    <a:pt x="784005" y="2834792"/>
                  </a:lnTo>
                  <a:lnTo>
                    <a:pt x="832308" y="2759437"/>
                  </a:lnTo>
                  <a:close/>
                  <a:moveTo>
                    <a:pt x="896781" y="2898854"/>
                  </a:moveTo>
                  <a:lnTo>
                    <a:pt x="884187" y="2809000"/>
                  </a:lnTo>
                  <a:lnTo>
                    <a:pt x="801257" y="2915922"/>
                  </a:lnTo>
                  <a:close/>
                  <a:moveTo>
                    <a:pt x="832308" y="2759437"/>
                  </a:moveTo>
                  <a:lnTo>
                    <a:pt x="784005" y="2834792"/>
                  </a:lnTo>
                  <a:lnTo>
                    <a:pt x="884187" y="2809000"/>
                  </a:lnTo>
                  <a:close/>
                  <a:moveTo>
                    <a:pt x="296629" y="2149909"/>
                  </a:moveTo>
                  <a:lnTo>
                    <a:pt x="337423" y="2149812"/>
                  </a:lnTo>
                  <a:lnTo>
                    <a:pt x="318499" y="2094856"/>
                  </a:lnTo>
                  <a:close/>
                  <a:moveTo>
                    <a:pt x="318499" y="2094856"/>
                  </a:moveTo>
                  <a:lnTo>
                    <a:pt x="374223" y="2138634"/>
                  </a:lnTo>
                  <a:lnTo>
                    <a:pt x="377637" y="2056419"/>
                  </a:lnTo>
                  <a:close/>
                  <a:moveTo>
                    <a:pt x="374223" y="2138634"/>
                  </a:moveTo>
                  <a:lnTo>
                    <a:pt x="407581" y="2017983"/>
                  </a:lnTo>
                  <a:lnTo>
                    <a:pt x="377637" y="2056419"/>
                  </a:lnTo>
                  <a:close/>
                  <a:moveTo>
                    <a:pt x="0" y="1563129"/>
                  </a:moveTo>
                  <a:lnTo>
                    <a:pt x="42351" y="1645344"/>
                  </a:lnTo>
                  <a:lnTo>
                    <a:pt x="87999" y="1606907"/>
                  </a:lnTo>
                  <a:close/>
                  <a:moveTo>
                    <a:pt x="1350244" y="2681046"/>
                  </a:moveTo>
                  <a:lnTo>
                    <a:pt x="1351493" y="2725143"/>
                  </a:lnTo>
                  <a:lnTo>
                    <a:pt x="1362753" y="2662304"/>
                  </a:lnTo>
                  <a:close/>
                  <a:moveTo>
                    <a:pt x="1350244" y="2681046"/>
                  </a:moveTo>
                  <a:lnTo>
                    <a:pt x="1394776" y="2560394"/>
                  </a:lnTo>
                  <a:lnTo>
                    <a:pt x="1327020" y="2598831"/>
                  </a:lnTo>
                  <a:close/>
                  <a:moveTo>
                    <a:pt x="1327020" y="2598831"/>
                  </a:moveTo>
                  <a:lnTo>
                    <a:pt x="1394776" y="2560394"/>
                  </a:lnTo>
                  <a:lnTo>
                    <a:pt x="1313568" y="2583348"/>
                  </a:lnTo>
                  <a:close/>
                  <a:moveTo>
                    <a:pt x="1394776" y="2560394"/>
                  </a:moveTo>
                  <a:lnTo>
                    <a:pt x="1348980" y="2500543"/>
                  </a:lnTo>
                  <a:lnTo>
                    <a:pt x="1313568" y="2583348"/>
                  </a:lnTo>
                  <a:close/>
                  <a:moveTo>
                    <a:pt x="1334040" y="2478180"/>
                  </a:moveTo>
                  <a:lnTo>
                    <a:pt x="1313568" y="2583348"/>
                  </a:lnTo>
                  <a:lnTo>
                    <a:pt x="1348980" y="2500543"/>
                  </a:lnTo>
                  <a:close/>
                  <a:moveTo>
                    <a:pt x="1334040" y="2478180"/>
                  </a:moveTo>
                  <a:lnTo>
                    <a:pt x="1269614" y="2516616"/>
                  </a:lnTo>
                  <a:lnTo>
                    <a:pt x="1313568" y="2583348"/>
                  </a:lnTo>
                  <a:close/>
                  <a:moveTo>
                    <a:pt x="1222006" y="2434400"/>
                  </a:moveTo>
                  <a:lnTo>
                    <a:pt x="1269614" y="2516616"/>
                  </a:lnTo>
                  <a:lnTo>
                    <a:pt x="1334040" y="2478180"/>
                  </a:lnTo>
                  <a:close/>
                  <a:moveTo>
                    <a:pt x="1194281" y="2313749"/>
                  </a:moveTo>
                  <a:lnTo>
                    <a:pt x="1185724" y="2384017"/>
                  </a:lnTo>
                  <a:lnTo>
                    <a:pt x="1245591" y="2392647"/>
                  </a:lnTo>
                  <a:close/>
                  <a:moveTo>
                    <a:pt x="1194281" y="2313749"/>
                  </a:moveTo>
                  <a:lnTo>
                    <a:pt x="1161951" y="2352185"/>
                  </a:lnTo>
                  <a:lnTo>
                    <a:pt x="1185724" y="2384017"/>
                  </a:lnTo>
                  <a:close/>
                  <a:moveTo>
                    <a:pt x="1135669" y="2269970"/>
                  </a:moveTo>
                  <a:lnTo>
                    <a:pt x="1161951" y="2352185"/>
                  </a:lnTo>
                  <a:lnTo>
                    <a:pt x="1194281" y="2313749"/>
                  </a:lnTo>
                  <a:close/>
                  <a:moveTo>
                    <a:pt x="633048" y="1690882"/>
                  </a:moveTo>
                  <a:lnTo>
                    <a:pt x="664855" y="1614661"/>
                  </a:lnTo>
                  <a:lnTo>
                    <a:pt x="631488" y="1694465"/>
                  </a:lnTo>
                  <a:close/>
                  <a:moveTo>
                    <a:pt x="631488" y="1694465"/>
                  </a:moveTo>
                  <a:lnTo>
                    <a:pt x="664855" y="1614661"/>
                  </a:lnTo>
                  <a:lnTo>
                    <a:pt x="725523" y="1573813"/>
                  </a:lnTo>
                  <a:close/>
                  <a:moveTo>
                    <a:pt x="664855" y="1614661"/>
                  </a:moveTo>
                  <a:lnTo>
                    <a:pt x="633048" y="1690882"/>
                  </a:lnTo>
                  <a:lnTo>
                    <a:pt x="641329" y="1656028"/>
                  </a:lnTo>
                  <a:close/>
                  <a:moveTo>
                    <a:pt x="1582401" y="2521958"/>
                  </a:moveTo>
                  <a:lnTo>
                    <a:pt x="1575957" y="2576655"/>
                  </a:lnTo>
                  <a:lnTo>
                    <a:pt x="1631272" y="2525685"/>
                  </a:lnTo>
                  <a:close/>
                  <a:moveTo>
                    <a:pt x="1631272" y="2525685"/>
                  </a:moveTo>
                  <a:lnTo>
                    <a:pt x="1575957" y="2576655"/>
                  </a:lnTo>
                  <a:lnTo>
                    <a:pt x="1579965" y="2606898"/>
                  </a:lnTo>
                  <a:close/>
                  <a:moveTo>
                    <a:pt x="1631272" y="2525685"/>
                  </a:moveTo>
                  <a:lnTo>
                    <a:pt x="1579965" y="2606898"/>
                  </a:lnTo>
                  <a:lnTo>
                    <a:pt x="1654212" y="2607128"/>
                  </a:lnTo>
                  <a:close/>
                  <a:moveTo>
                    <a:pt x="1654212" y="2607128"/>
                  </a:moveTo>
                  <a:lnTo>
                    <a:pt x="1579965" y="2606898"/>
                  </a:lnTo>
                  <a:lnTo>
                    <a:pt x="1662196" y="2620432"/>
                  </a:lnTo>
                  <a:close/>
                  <a:moveTo>
                    <a:pt x="1334040" y="2478180"/>
                  </a:moveTo>
                  <a:lnTo>
                    <a:pt x="1348980" y="2500543"/>
                  </a:lnTo>
                  <a:lnTo>
                    <a:pt x="1352380" y="2470553"/>
                  </a:lnTo>
                  <a:close/>
                  <a:moveTo>
                    <a:pt x="1317655" y="2168224"/>
                  </a:moveTo>
                  <a:lnTo>
                    <a:pt x="1234105" y="2205838"/>
                  </a:lnTo>
                  <a:lnTo>
                    <a:pt x="1271241" y="2193098"/>
                  </a:lnTo>
                  <a:close/>
                  <a:moveTo>
                    <a:pt x="1195805" y="2206506"/>
                  </a:moveTo>
                  <a:lnTo>
                    <a:pt x="1234105" y="2205838"/>
                  </a:lnTo>
                  <a:lnTo>
                    <a:pt x="1317655" y="2168224"/>
                  </a:lnTo>
                  <a:close/>
                  <a:moveTo>
                    <a:pt x="601523" y="1377872"/>
                  </a:moveTo>
                  <a:lnTo>
                    <a:pt x="576372" y="1409383"/>
                  </a:lnTo>
                  <a:lnTo>
                    <a:pt x="578075" y="1353659"/>
                  </a:lnTo>
                  <a:close/>
                  <a:moveTo>
                    <a:pt x="283870" y="1026196"/>
                  </a:moveTo>
                  <a:lnTo>
                    <a:pt x="242206" y="1080522"/>
                  </a:lnTo>
                  <a:lnTo>
                    <a:pt x="338755" y="1016197"/>
                  </a:lnTo>
                  <a:close/>
                  <a:moveTo>
                    <a:pt x="283870" y="1026196"/>
                  </a:moveTo>
                  <a:lnTo>
                    <a:pt x="338755" y="1016197"/>
                  </a:lnTo>
                  <a:lnTo>
                    <a:pt x="298357" y="998307"/>
                  </a:lnTo>
                  <a:close/>
                  <a:moveTo>
                    <a:pt x="338755" y="1016197"/>
                  </a:moveTo>
                  <a:lnTo>
                    <a:pt x="374953" y="959871"/>
                  </a:lnTo>
                  <a:lnTo>
                    <a:pt x="298357" y="998307"/>
                  </a:lnTo>
                  <a:close/>
                  <a:moveTo>
                    <a:pt x="301870" y="878290"/>
                  </a:moveTo>
                  <a:lnTo>
                    <a:pt x="301145" y="878107"/>
                  </a:lnTo>
                  <a:lnTo>
                    <a:pt x="374953" y="959871"/>
                  </a:lnTo>
                  <a:close/>
                  <a:moveTo>
                    <a:pt x="1180588" y="1825800"/>
                  </a:moveTo>
                  <a:lnTo>
                    <a:pt x="1158546" y="1864237"/>
                  </a:lnTo>
                  <a:lnTo>
                    <a:pt x="1172570" y="1908016"/>
                  </a:lnTo>
                  <a:close/>
                  <a:moveTo>
                    <a:pt x="439555" y="1026359"/>
                  </a:moveTo>
                  <a:lnTo>
                    <a:pt x="495070" y="941726"/>
                  </a:lnTo>
                  <a:lnTo>
                    <a:pt x="405811" y="953700"/>
                  </a:lnTo>
                  <a:close/>
                  <a:moveTo>
                    <a:pt x="513281" y="1027013"/>
                  </a:moveTo>
                  <a:lnTo>
                    <a:pt x="439555" y="1026359"/>
                  </a:lnTo>
                  <a:lnTo>
                    <a:pt x="551449" y="1038908"/>
                  </a:lnTo>
                  <a:close/>
                  <a:moveTo>
                    <a:pt x="432652" y="873404"/>
                  </a:moveTo>
                  <a:lnTo>
                    <a:pt x="374953" y="959871"/>
                  </a:lnTo>
                  <a:lnTo>
                    <a:pt x="405811" y="953700"/>
                  </a:lnTo>
                  <a:close/>
                  <a:moveTo>
                    <a:pt x="620990" y="965213"/>
                  </a:moveTo>
                  <a:lnTo>
                    <a:pt x="627458" y="994781"/>
                  </a:lnTo>
                  <a:lnTo>
                    <a:pt x="605183" y="1024607"/>
                  </a:lnTo>
                  <a:close/>
                  <a:moveTo>
                    <a:pt x="605183" y="1024607"/>
                  </a:moveTo>
                  <a:lnTo>
                    <a:pt x="620756" y="1019378"/>
                  </a:lnTo>
                  <a:lnTo>
                    <a:pt x="551449" y="1038908"/>
                  </a:lnTo>
                  <a:close/>
                  <a:moveTo>
                    <a:pt x="1844423" y="2362870"/>
                  </a:moveTo>
                  <a:lnTo>
                    <a:pt x="1909987" y="2420280"/>
                  </a:lnTo>
                  <a:lnTo>
                    <a:pt x="1864152" y="2357451"/>
                  </a:lnTo>
                  <a:close/>
                  <a:moveTo>
                    <a:pt x="1935223" y="2374856"/>
                  </a:moveTo>
                  <a:lnTo>
                    <a:pt x="1931918" y="2324434"/>
                  </a:lnTo>
                  <a:lnTo>
                    <a:pt x="1938463" y="2357629"/>
                  </a:lnTo>
                  <a:close/>
                  <a:moveTo>
                    <a:pt x="1935223" y="2374856"/>
                  </a:moveTo>
                  <a:lnTo>
                    <a:pt x="1885313" y="2362870"/>
                  </a:lnTo>
                  <a:lnTo>
                    <a:pt x="1864152" y="2357451"/>
                  </a:lnTo>
                  <a:close/>
                  <a:moveTo>
                    <a:pt x="1815166" y="2242218"/>
                  </a:moveTo>
                  <a:lnTo>
                    <a:pt x="1844423" y="2362870"/>
                  </a:lnTo>
                  <a:lnTo>
                    <a:pt x="1895070" y="2288187"/>
                  </a:lnTo>
                  <a:close/>
                  <a:moveTo>
                    <a:pt x="1895070" y="2288187"/>
                  </a:moveTo>
                  <a:lnTo>
                    <a:pt x="1844423" y="2362870"/>
                  </a:lnTo>
                  <a:lnTo>
                    <a:pt x="1864152" y="2357451"/>
                  </a:lnTo>
                  <a:close/>
                  <a:moveTo>
                    <a:pt x="1779119" y="2133326"/>
                  </a:moveTo>
                  <a:lnTo>
                    <a:pt x="1643403" y="2119765"/>
                  </a:lnTo>
                  <a:lnTo>
                    <a:pt x="1766908" y="2160003"/>
                  </a:lnTo>
                  <a:close/>
                  <a:moveTo>
                    <a:pt x="1766908" y="2160003"/>
                  </a:moveTo>
                  <a:lnTo>
                    <a:pt x="1643403" y="2119765"/>
                  </a:lnTo>
                  <a:lnTo>
                    <a:pt x="1702359" y="2167617"/>
                  </a:lnTo>
                  <a:close/>
                  <a:moveTo>
                    <a:pt x="1499794" y="1831143"/>
                  </a:moveTo>
                  <a:lnTo>
                    <a:pt x="1510547" y="1862597"/>
                  </a:lnTo>
                  <a:lnTo>
                    <a:pt x="1482960" y="1862009"/>
                  </a:lnTo>
                  <a:close/>
                  <a:moveTo>
                    <a:pt x="1510547" y="1862597"/>
                  </a:moveTo>
                  <a:lnTo>
                    <a:pt x="1508388" y="1893621"/>
                  </a:lnTo>
                  <a:lnTo>
                    <a:pt x="1482960" y="1862009"/>
                  </a:lnTo>
                  <a:close/>
                  <a:moveTo>
                    <a:pt x="1614067" y="1794878"/>
                  </a:moveTo>
                  <a:lnTo>
                    <a:pt x="1510547" y="1862597"/>
                  </a:lnTo>
                  <a:lnTo>
                    <a:pt x="1537226" y="1786240"/>
                  </a:lnTo>
                  <a:close/>
                  <a:moveTo>
                    <a:pt x="653697" y="927336"/>
                  </a:moveTo>
                  <a:lnTo>
                    <a:pt x="709537" y="920912"/>
                  </a:lnTo>
                  <a:lnTo>
                    <a:pt x="690260" y="882998"/>
                  </a:lnTo>
                  <a:close/>
                  <a:moveTo>
                    <a:pt x="709537" y="920912"/>
                  </a:moveTo>
                  <a:lnTo>
                    <a:pt x="714127" y="844562"/>
                  </a:lnTo>
                  <a:lnTo>
                    <a:pt x="690260" y="882998"/>
                  </a:lnTo>
                  <a:close/>
                  <a:moveTo>
                    <a:pt x="328108" y="330785"/>
                  </a:moveTo>
                  <a:lnTo>
                    <a:pt x="319097" y="363052"/>
                  </a:lnTo>
                  <a:lnTo>
                    <a:pt x="302424" y="351271"/>
                  </a:lnTo>
                  <a:close/>
                  <a:moveTo>
                    <a:pt x="319097" y="363052"/>
                  </a:moveTo>
                  <a:lnTo>
                    <a:pt x="328108" y="330785"/>
                  </a:lnTo>
                  <a:lnTo>
                    <a:pt x="318318" y="389707"/>
                  </a:lnTo>
                  <a:close/>
                  <a:moveTo>
                    <a:pt x="318318" y="389707"/>
                  </a:moveTo>
                  <a:lnTo>
                    <a:pt x="328108" y="330785"/>
                  </a:lnTo>
                  <a:lnTo>
                    <a:pt x="342357" y="269056"/>
                  </a:lnTo>
                  <a:close/>
                  <a:moveTo>
                    <a:pt x="1537226" y="1786240"/>
                  </a:moveTo>
                  <a:lnTo>
                    <a:pt x="1510547" y="1862597"/>
                  </a:lnTo>
                  <a:lnTo>
                    <a:pt x="1499794" y="1831143"/>
                  </a:lnTo>
                  <a:close/>
                  <a:moveTo>
                    <a:pt x="1779119" y="2133326"/>
                  </a:moveTo>
                  <a:lnTo>
                    <a:pt x="1793956" y="2153743"/>
                  </a:lnTo>
                  <a:lnTo>
                    <a:pt x="1811324" y="2077788"/>
                  </a:lnTo>
                  <a:close/>
                  <a:moveTo>
                    <a:pt x="1811324" y="2077788"/>
                  </a:moveTo>
                  <a:lnTo>
                    <a:pt x="1793956" y="2153743"/>
                  </a:lnTo>
                  <a:lnTo>
                    <a:pt x="1894285" y="2121567"/>
                  </a:lnTo>
                  <a:close/>
                  <a:moveTo>
                    <a:pt x="1811324" y="2077788"/>
                  </a:moveTo>
                  <a:lnTo>
                    <a:pt x="1894285" y="2121567"/>
                  </a:lnTo>
                  <a:lnTo>
                    <a:pt x="1862715" y="2039351"/>
                  </a:lnTo>
                  <a:close/>
                  <a:moveTo>
                    <a:pt x="1823777" y="1957136"/>
                  </a:moveTo>
                  <a:lnTo>
                    <a:pt x="1749213" y="2021508"/>
                  </a:lnTo>
                  <a:lnTo>
                    <a:pt x="1811324" y="2077788"/>
                  </a:lnTo>
                  <a:close/>
                  <a:moveTo>
                    <a:pt x="1823777" y="1957136"/>
                  </a:moveTo>
                  <a:lnTo>
                    <a:pt x="1811324" y="2077788"/>
                  </a:lnTo>
                  <a:lnTo>
                    <a:pt x="1862715" y="2039351"/>
                  </a:lnTo>
                  <a:close/>
                  <a:moveTo>
                    <a:pt x="1429576" y="1567555"/>
                  </a:moveTo>
                  <a:lnTo>
                    <a:pt x="1416778" y="1463846"/>
                  </a:lnTo>
                  <a:lnTo>
                    <a:pt x="1337929" y="1481379"/>
                  </a:lnTo>
                  <a:close/>
                  <a:moveTo>
                    <a:pt x="1251524" y="1491032"/>
                  </a:moveTo>
                  <a:lnTo>
                    <a:pt x="1337929" y="1481379"/>
                  </a:lnTo>
                  <a:lnTo>
                    <a:pt x="1327295" y="1389931"/>
                  </a:lnTo>
                  <a:close/>
                  <a:moveTo>
                    <a:pt x="1416778" y="1463846"/>
                  </a:moveTo>
                  <a:lnTo>
                    <a:pt x="1365413" y="1381630"/>
                  </a:lnTo>
                  <a:lnTo>
                    <a:pt x="1337929" y="1481379"/>
                  </a:lnTo>
                  <a:close/>
                  <a:moveTo>
                    <a:pt x="1365413" y="1381630"/>
                  </a:moveTo>
                  <a:lnTo>
                    <a:pt x="1327295" y="1389931"/>
                  </a:lnTo>
                  <a:lnTo>
                    <a:pt x="1337929" y="1481379"/>
                  </a:lnTo>
                  <a:close/>
                  <a:moveTo>
                    <a:pt x="1328862" y="1349315"/>
                  </a:moveTo>
                  <a:lnTo>
                    <a:pt x="1273079" y="1299416"/>
                  </a:lnTo>
                  <a:lnTo>
                    <a:pt x="1327295" y="1389931"/>
                  </a:lnTo>
                  <a:close/>
                  <a:moveTo>
                    <a:pt x="1327295" y="1389931"/>
                  </a:moveTo>
                  <a:lnTo>
                    <a:pt x="1273079" y="1299416"/>
                  </a:lnTo>
                  <a:lnTo>
                    <a:pt x="1221963" y="1314880"/>
                  </a:lnTo>
                  <a:close/>
                  <a:moveTo>
                    <a:pt x="1327295" y="1389931"/>
                  </a:moveTo>
                  <a:lnTo>
                    <a:pt x="1221963" y="1314880"/>
                  </a:lnTo>
                  <a:lnTo>
                    <a:pt x="1244751" y="1396445"/>
                  </a:lnTo>
                  <a:close/>
                  <a:moveTo>
                    <a:pt x="1328862" y="1349315"/>
                  </a:moveTo>
                  <a:lnTo>
                    <a:pt x="1327295" y="1389931"/>
                  </a:lnTo>
                  <a:lnTo>
                    <a:pt x="1365413" y="1381630"/>
                  </a:lnTo>
                  <a:close/>
                  <a:moveTo>
                    <a:pt x="804683" y="723910"/>
                  </a:moveTo>
                  <a:lnTo>
                    <a:pt x="847964" y="665948"/>
                  </a:lnTo>
                  <a:lnTo>
                    <a:pt x="783756" y="680131"/>
                  </a:lnTo>
                  <a:close/>
                  <a:moveTo>
                    <a:pt x="766826" y="762346"/>
                  </a:moveTo>
                  <a:lnTo>
                    <a:pt x="804683" y="723910"/>
                  </a:lnTo>
                  <a:lnTo>
                    <a:pt x="783756" y="680131"/>
                  </a:lnTo>
                  <a:close/>
                  <a:moveTo>
                    <a:pt x="371631" y="278305"/>
                  </a:moveTo>
                  <a:lnTo>
                    <a:pt x="328108" y="330785"/>
                  </a:lnTo>
                  <a:lnTo>
                    <a:pt x="302424" y="351271"/>
                  </a:lnTo>
                  <a:close/>
                  <a:moveTo>
                    <a:pt x="328108" y="330785"/>
                  </a:moveTo>
                  <a:lnTo>
                    <a:pt x="371631" y="278305"/>
                  </a:lnTo>
                  <a:lnTo>
                    <a:pt x="342357" y="269056"/>
                  </a:lnTo>
                  <a:close/>
                  <a:moveTo>
                    <a:pt x="371631" y="278305"/>
                  </a:moveTo>
                  <a:lnTo>
                    <a:pt x="419868" y="230619"/>
                  </a:lnTo>
                  <a:lnTo>
                    <a:pt x="342357" y="269056"/>
                  </a:lnTo>
                  <a:close/>
                  <a:moveTo>
                    <a:pt x="431463" y="223352"/>
                  </a:moveTo>
                  <a:lnTo>
                    <a:pt x="342357" y="269056"/>
                  </a:lnTo>
                  <a:lnTo>
                    <a:pt x="419868" y="230619"/>
                  </a:lnTo>
                  <a:close/>
                  <a:moveTo>
                    <a:pt x="431463" y="223352"/>
                  </a:moveTo>
                  <a:lnTo>
                    <a:pt x="376228" y="232037"/>
                  </a:lnTo>
                  <a:lnTo>
                    <a:pt x="342357" y="269056"/>
                  </a:lnTo>
                  <a:close/>
                  <a:moveTo>
                    <a:pt x="1903963" y="2024809"/>
                  </a:moveTo>
                  <a:lnTo>
                    <a:pt x="2004768" y="2003448"/>
                  </a:lnTo>
                  <a:lnTo>
                    <a:pt x="1958249" y="1941174"/>
                  </a:lnTo>
                  <a:close/>
                  <a:moveTo>
                    <a:pt x="1903963" y="2024809"/>
                  </a:moveTo>
                  <a:lnTo>
                    <a:pt x="1958249" y="1941174"/>
                  </a:lnTo>
                  <a:lnTo>
                    <a:pt x="1883943" y="1940992"/>
                  </a:lnTo>
                  <a:close/>
                  <a:moveTo>
                    <a:pt x="2004768" y="2003448"/>
                  </a:moveTo>
                  <a:lnTo>
                    <a:pt x="2013184" y="2020733"/>
                  </a:lnTo>
                  <a:lnTo>
                    <a:pt x="2095111" y="2048385"/>
                  </a:lnTo>
                  <a:close/>
                  <a:moveTo>
                    <a:pt x="1883943" y="1940992"/>
                  </a:moveTo>
                  <a:lnTo>
                    <a:pt x="1918550" y="1882113"/>
                  </a:lnTo>
                  <a:lnTo>
                    <a:pt x="1847161" y="1893858"/>
                  </a:lnTo>
                  <a:close/>
                  <a:moveTo>
                    <a:pt x="1883943" y="1940992"/>
                  </a:moveTo>
                  <a:lnTo>
                    <a:pt x="1958249" y="1941174"/>
                  </a:lnTo>
                  <a:lnTo>
                    <a:pt x="1918550" y="1882113"/>
                  </a:lnTo>
                  <a:close/>
                  <a:moveTo>
                    <a:pt x="1416778" y="1463846"/>
                  </a:moveTo>
                  <a:lnTo>
                    <a:pt x="1438025" y="1478799"/>
                  </a:lnTo>
                  <a:lnTo>
                    <a:pt x="1438611" y="1460117"/>
                  </a:lnTo>
                  <a:close/>
                  <a:moveTo>
                    <a:pt x="1365413" y="1381630"/>
                  </a:moveTo>
                  <a:lnTo>
                    <a:pt x="1438611" y="1460117"/>
                  </a:lnTo>
                  <a:lnTo>
                    <a:pt x="1427888" y="1368742"/>
                  </a:lnTo>
                  <a:close/>
                  <a:moveTo>
                    <a:pt x="1365413" y="1381630"/>
                  </a:moveTo>
                  <a:lnTo>
                    <a:pt x="1416778" y="1463846"/>
                  </a:lnTo>
                  <a:lnTo>
                    <a:pt x="1438611" y="1460117"/>
                  </a:lnTo>
                  <a:close/>
                  <a:moveTo>
                    <a:pt x="1530875" y="1445701"/>
                  </a:moveTo>
                  <a:lnTo>
                    <a:pt x="1438611" y="1460117"/>
                  </a:lnTo>
                  <a:lnTo>
                    <a:pt x="1438025" y="1478799"/>
                  </a:lnTo>
                  <a:close/>
                  <a:moveTo>
                    <a:pt x="1540193" y="1366930"/>
                  </a:moveTo>
                  <a:lnTo>
                    <a:pt x="1514429" y="1343194"/>
                  </a:lnTo>
                  <a:lnTo>
                    <a:pt x="1530875" y="1445701"/>
                  </a:lnTo>
                  <a:close/>
                  <a:moveTo>
                    <a:pt x="1530875" y="1445701"/>
                  </a:moveTo>
                  <a:lnTo>
                    <a:pt x="1514429" y="1343194"/>
                  </a:lnTo>
                  <a:lnTo>
                    <a:pt x="1427888" y="1368742"/>
                  </a:lnTo>
                  <a:close/>
                  <a:moveTo>
                    <a:pt x="1530875" y="1445701"/>
                  </a:moveTo>
                  <a:lnTo>
                    <a:pt x="1427888" y="1368742"/>
                  </a:lnTo>
                  <a:lnTo>
                    <a:pt x="1438611" y="1460117"/>
                  </a:lnTo>
                  <a:close/>
                  <a:moveTo>
                    <a:pt x="1334351" y="1284103"/>
                  </a:moveTo>
                  <a:lnTo>
                    <a:pt x="1328862" y="1349315"/>
                  </a:lnTo>
                  <a:lnTo>
                    <a:pt x="1419453" y="1260979"/>
                  </a:lnTo>
                  <a:close/>
                  <a:moveTo>
                    <a:pt x="1328862" y="1349315"/>
                  </a:moveTo>
                  <a:lnTo>
                    <a:pt x="1365413" y="1381630"/>
                  </a:lnTo>
                  <a:lnTo>
                    <a:pt x="1419453" y="1260979"/>
                  </a:lnTo>
                  <a:close/>
                  <a:moveTo>
                    <a:pt x="1419453" y="1260979"/>
                  </a:moveTo>
                  <a:lnTo>
                    <a:pt x="1365413" y="1381630"/>
                  </a:lnTo>
                  <a:lnTo>
                    <a:pt x="1441320" y="1275919"/>
                  </a:lnTo>
                  <a:close/>
                  <a:moveTo>
                    <a:pt x="1441320" y="1275919"/>
                  </a:moveTo>
                  <a:lnTo>
                    <a:pt x="1365413" y="1381630"/>
                  </a:lnTo>
                  <a:lnTo>
                    <a:pt x="1427888" y="1368742"/>
                  </a:lnTo>
                  <a:close/>
                  <a:moveTo>
                    <a:pt x="1427888" y="1368742"/>
                  </a:moveTo>
                  <a:lnTo>
                    <a:pt x="1514429" y="1343194"/>
                  </a:lnTo>
                  <a:lnTo>
                    <a:pt x="1441320" y="1275919"/>
                  </a:lnTo>
                  <a:close/>
                  <a:moveTo>
                    <a:pt x="1300900" y="1217201"/>
                  </a:moveTo>
                  <a:lnTo>
                    <a:pt x="1419453" y="1260979"/>
                  </a:lnTo>
                  <a:lnTo>
                    <a:pt x="1391695" y="1178764"/>
                  </a:lnTo>
                  <a:close/>
                  <a:moveTo>
                    <a:pt x="445046" y="221157"/>
                  </a:moveTo>
                  <a:lnTo>
                    <a:pt x="419868" y="230619"/>
                  </a:lnTo>
                  <a:lnTo>
                    <a:pt x="485273" y="209335"/>
                  </a:lnTo>
                  <a:close/>
                  <a:moveTo>
                    <a:pt x="502912" y="230619"/>
                  </a:moveTo>
                  <a:lnTo>
                    <a:pt x="445046" y="221157"/>
                  </a:lnTo>
                  <a:lnTo>
                    <a:pt x="508176" y="231511"/>
                  </a:lnTo>
                  <a:close/>
                  <a:moveTo>
                    <a:pt x="508176" y="231511"/>
                  </a:moveTo>
                  <a:lnTo>
                    <a:pt x="445046" y="221157"/>
                  </a:lnTo>
                  <a:lnTo>
                    <a:pt x="485273" y="209335"/>
                  </a:lnTo>
                  <a:close/>
                  <a:moveTo>
                    <a:pt x="508176" y="231511"/>
                  </a:moveTo>
                  <a:lnTo>
                    <a:pt x="485273" y="209335"/>
                  </a:lnTo>
                  <a:lnTo>
                    <a:pt x="569311" y="244883"/>
                  </a:lnTo>
                  <a:close/>
                  <a:moveTo>
                    <a:pt x="629816" y="192440"/>
                  </a:moveTo>
                  <a:lnTo>
                    <a:pt x="508176" y="231511"/>
                  </a:lnTo>
                  <a:lnTo>
                    <a:pt x="569311" y="244883"/>
                  </a:lnTo>
                  <a:close/>
                  <a:moveTo>
                    <a:pt x="431463" y="223352"/>
                  </a:moveTo>
                  <a:lnTo>
                    <a:pt x="419868" y="230619"/>
                  </a:lnTo>
                  <a:lnTo>
                    <a:pt x="445046" y="221157"/>
                  </a:lnTo>
                  <a:close/>
                  <a:moveTo>
                    <a:pt x="445046" y="221157"/>
                  </a:moveTo>
                  <a:lnTo>
                    <a:pt x="502912" y="230619"/>
                  </a:lnTo>
                  <a:lnTo>
                    <a:pt x="431463" y="223352"/>
                  </a:lnTo>
                  <a:close/>
                  <a:moveTo>
                    <a:pt x="2041844" y="2073398"/>
                  </a:moveTo>
                  <a:lnTo>
                    <a:pt x="2095111" y="2048385"/>
                  </a:lnTo>
                  <a:lnTo>
                    <a:pt x="2013184" y="2020733"/>
                  </a:lnTo>
                  <a:close/>
                  <a:moveTo>
                    <a:pt x="1514429" y="1343194"/>
                  </a:moveTo>
                  <a:lnTo>
                    <a:pt x="1540193" y="1366930"/>
                  </a:lnTo>
                  <a:lnTo>
                    <a:pt x="1547501" y="1332092"/>
                  </a:lnTo>
                  <a:close/>
                  <a:moveTo>
                    <a:pt x="1446454" y="1253557"/>
                  </a:moveTo>
                  <a:lnTo>
                    <a:pt x="1441320" y="1275919"/>
                  </a:lnTo>
                  <a:lnTo>
                    <a:pt x="1529470" y="1222543"/>
                  </a:lnTo>
                  <a:close/>
                  <a:moveTo>
                    <a:pt x="1441320" y="1275919"/>
                  </a:moveTo>
                  <a:lnTo>
                    <a:pt x="1514429" y="1343194"/>
                  </a:lnTo>
                  <a:lnTo>
                    <a:pt x="1529470" y="1222543"/>
                  </a:lnTo>
                  <a:close/>
                  <a:moveTo>
                    <a:pt x="1529470" y="1222543"/>
                  </a:moveTo>
                  <a:lnTo>
                    <a:pt x="1514429" y="1343194"/>
                  </a:lnTo>
                  <a:lnTo>
                    <a:pt x="1568244" y="1256606"/>
                  </a:lnTo>
                  <a:close/>
                  <a:moveTo>
                    <a:pt x="1568244" y="1256606"/>
                  </a:moveTo>
                  <a:lnTo>
                    <a:pt x="1514429" y="1343194"/>
                  </a:lnTo>
                  <a:lnTo>
                    <a:pt x="1547501" y="1332092"/>
                  </a:lnTo>
                  <a:close/>
                  <a:moveTo>
                    <a:pt x="1641050" y="1316630"/>
                  </a:moveTo>
                  <a:lnTo>
                    <a:pt x="1547501" y="1332092"/>
                  </a:lnTo>
                  <a:lnTo>
                    <a:pt x="1540193" y="1366930"/>
                  </a:lnTo>
                  <a:close/>
                  <a:moveTo>
                    <a:pt x="1547501" y="1332092"/>
                  </a:moveTo>
                  <a:lnTo>
                    <a:pt x="1641050" y="1316630"/>
                  </a:lnTo>
                  <a:lnTo>
                    <a:pt x="1568244" y="1256606"/>
                  </a:lnTo>
                  <a:close/>
                  <a:moveTo>
                    <a:pt x="1419453" y="1260979"/>
                  </a:moveTo>
                  <a:lnTo>
                    <a:pt x="1441320" y="1275919"/>
                  </a:lnTo>
                  <a:lnTo>
                    <a:pt x="1446454" y="1253557"/>
                  </a:lnTo>
                  <a:close/>
                  <a:moveTo>
                    <a:pt x="684875" y="183097"/>
                  </a:moveTo>
                  <a:lnTo>
                    <a:pt x="629816" y="192440"/>
                  </a:lnTo>
                  <a:lnTo>
                    <a:pt x="569311" y="244883"/>
                  </a:lnTo>
                  <a:close/>
                  <a:moveTo>
                    <a:pt x="731603" y="169968"/>
                  </a:moveTo>
                  <a:lnTo>
                    <a:pt x="631143" y="192183"/>
                  </a:lnTo>
                  <a:lnTo>
                    <a:pt x="754903" y="166260"/>
                  </a:lnTo>
                  <a:close/>
                  <a:moveTo>
                    <a:pt x="754903" y="166260"/>
                  </a:moveTo>
                  <a:lnTo>
                    <a:pt x="631143" y="192183"/>
                  </a:lnTo>
                  <a:lnTo>
                    <a:pt x="629816" y="192440"/>
                  </a:lnTo>
                  <a:close/>
                  <a:moveTo>
                    <a:pt x="754903" y="166260"/>
                  </a:moveTo>
                  <a:lnTo>
                    <a:pt x="629816" y="192440"/>
                  </a:lnTo>
                  <a:lnTo>
                    <a:pt x="684875" y="183097"/>
                  </a:lnTo>
                  <a:close/>
                  <a:moveTo>
                    <a:pt x="1691281" y="1304758"/>
                  </a:moveTo>
                  <a:lnTo>
                    <a:pt x="1716750" y="1266321"/>
                  </a:lnTo>
                  <a:lnTo>
                    <a:pt x="1648485" y="1277956"/>
                  </a:lnTo>
                  <a:close/>
                  <a:moveTo>
                    <a:pt x="1716750" y="1266321"/>
                  </a:moveTo>
                  <a:lnTo>
                    <a:pt x="1696258" y="1241370"/>
                  </a:lnTo>
                  <a:lnTo>
                    <a:pt x="1648485" y="1277956"/>
                  </a:lnTo>
                  <a:close/>
                  <a:moveTo>
                    <a:pt x="1648485" y="1277956"/>
                  </a:moveTo>
                  <a:lnTo>
                    <a:pt x="1696258" y="1241370"/>
                  </a:lnTo>
                  <a:lnTo>
                    <a:pt x="1568244" y="1256606"/>
                  </a:lnTo>
                  <a:close/>
                  <a:moveTo>
                    <a:pt x="1584942" y="1201561"/>
                  </a:moveTo>
                  <a:lnTo>
                    <a:pt x="1666015" y="1128296"/>
                  </a:lnTo>
                  <a:lnTo>
                    <a:pt x="1651170" y="1108219"/>
                  </a:lnTo>
                  <a:close/>
                  <a:moveTo>
                    <a:pt x="1522023" y="952437"/>
                  </a:moveTo>
                  <a:lnTo>
                    <a:pt x="1443222" y="975897"/>
                  </a:lnTo>
                  <a:lnTo>
                    <a:pt x="1554199" y="988891"/>
                  </a:lnTo>
                  <a:close/>
                  <a:moveTo>
                    <a:pt x="1554199" y="988891"/>
                  </a:moveTo>
                  <a:lnTo>
                    <a:pt x="1443222" y="975897"/>
                  </a:lnTo>
                  <a:lnTo>
                    <a:pt x="1426350" y="1004745"/>
                  </a:lnTo>
                  <a:close/>
                  <a:moveTo>
                    <a:pt x="1554199" y="988891"/>
                  </a:moveTo>
                  <a:lnTo>
                    <a:pt x="1426350" y="1004745"/>
                  </a:lnTo>
                  <a:lnTo>
                    <a:pt x="1481724" y="996578"/>
                  </a:lnTo>
                  <a:close/>
                  <a:moveTo>
                    <a:pt x="999184" y="522272"/>
                  </a:moveTo>
                  <a:lnTo>
                    <a:pt x="1046757" y="535398"/>
                  </a:lnTo>
                  <a:lnTo>
                    <a:pt x="1027626" y="482607"/>
                  </a:lnTo>
                  <a:close/>
                  <a:moveTo>
                    <a:pt x="1027626" y="482607"/>
                  </a:moveTo>
                  <a:lnTo>
                    <a:pt x="1069062" y="526386"/>
                  </a:lnTo>
                  <a:lnTo>
                    <a:pt x="1094028" y="444170"/>
                  </a:lnTo>
                  <a:close/>
                  <a:moveTo>
                    <a:pt x="1101239" y="409980"/>
                  </a:moveTo>
                  <a:lnTo>
                    <a:pt x="1027626" y="482607"/>
                  </a:lnTo>
                  <a:lnTo>
                    <a:pt x="1094028" y="444170"/>
                  </a:lnTo>
                  <a:close/>
                  <a:moveTo>
                    <a:pt x="835427" y="115310"/>
                  </a:moveTo>
                  <a:lnTo>
                    <a:pt x="828340" y="151914"/>
                  </a:lnTo>
                  <a:lnTo>
                    <a:pt x="819053" y="190906"/>
                  </a:lnTo>
                  <a:close/>
                  <a:moveTo>
                    <a:pt x="819053" y="190906"/>
                  </a:moveTo>
                  <a:lnTo>
                    <a:pt x="828340" y="151914"/>
                  </a:lnTo>
                  <a:lnTo>
                    <a:pt x="827553" y="159230"/>
                  </a:lnTo>
                  <a:close/>
                  <a:moveTo>
                    <a:pt x="819053" y="190906"/>
                  </a:moveTo>
                  <a:lnTo>
                    <a:pt x="827553" y="159230"/>
                  </a:lnTo>
                  <a:lnTo>
                    <a:pt x="754903" y="166260"/>
                  </a:lnTo>
                  <a:close/>
                  <a:moveTo>
                    <a:pt x="863301" y="77684"/>
                  </a:moveTo>
                  <a:lnTo>
                    <a:pt x="828340" y="151914"/>
                  </a:lnTo>
                  <a:lnTo>
                    <a:pt x="835427" y="115310"/>
                  </a:lnTo>
                  <a:close/>
                  <a:moveTo>
                    <a:pt x="1765584" y="1175886"/>
                  </a:moveTo>
                  <a:lnTo>
                    <a:pt x="1696242" y="1171668"/>
                  </a:lnTo>
                  <a:lnTo>
                    <a:pt x="1806777" y="1242488"/>
                  </a:lnTo>
                  <a:close/>
                  <a:moveTo>
                    <a:pt x="1696242" y="1171668"/>
                  </a:moveTo>
                  <a:lnTo>
                    <a:pt x="1747228" y="1153281"/>
                  </a:lnTo>
                  <a:lnTo>
                    <a:pt x="1666015" y="1128296"/>
                  </a:lnTo>
                  <a:close/>
                  <a:moveTo>
                    <a:pt x="1696242" y="1171668"/>
                  </a:moveTo>
                  <a:lnTo>
                    <a:pt x="1765584" y="1175886"/>
                  </a:lnTo>
                  <a:lnTo>
                    <a:pt x="1747228" y="1153281"/>
                  </a:lnTo>
                  <a:close/>
                  <a:moveTo>
                    <a:pt x="908105" y="29998"/>
                  </a:moveTo>
                  <a:lnTo>
                    <a:pt x="863301" y="77684"/>
                  </a:lnTo>
                  <a:lnTo>
                    <a:pt x="835427" y="115310"/>
                  </a:lnTo>
                  <a:close/>
                  <a:moveTo>
                    <a:pt x="1303788" y="179557"/>
                  </a:moveTo>
                  <a:lnTo>
                    <a:pt x="1284601" y="123442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284601" y="123442"/>
                  </a:lnTo>
                  <a:lnTo>
                    <a:pt x="1303788" y="179557"/>
                  </a:lnTo>
                  <a:close/>
                  <a:moveTo>
                    <a:pt x="1284601" y="123442"/>
                  </a:moveTo>
                  <a:lnTo>
                    <a:pt x="1276106" y="120653"/>
                  </a:lnTo>
                  <a:lnTo>
                    <a:pt x="1286275" y="114080"/>
                  </a:lnTo>
                  <a:close/>
                  <a:moveTo>
                    <a:pt x="1626739" y="411076"/>
                  </a:moveTo>
                  <a:lnTo>
                    <a:pt x="1617126" y="435250"/>
                  </a:lnTo>
                  <a:lnTo>
                    <a:pt x="1581474" y="445262"/>
                  </a:lnTo>
                  <a:close/>
                  <a:moveTo>
                    <a:pt x="1626739" y="411076"/>
                  </a:moveTo>
                  <a:lnTo>
                    <a:pt x="1596600" y="438360"/>
                  </a:lnTo>
                  <a:lnTo>
                    <a:pt x="1617126" y="435250"/>
                  </a:lnTo>
                  <a:close/>
                  <a:moveTo>
                    <a:pt x="1619490" y="328861"/>
                  </a:moveTo>
                  <a:lnTo>
                    <a:pt x="1520480" y="367298"/>
                  </a:lnTo>
                  <a:lnTo>
                    <a:pt x="1626739" y="411076"/>
                  </a:lnTo>
                  <a:close/>
                  <a:moveTo>
                    <a:pt x="1310351" y="204093"/>
                  </a:moveTo>
                  <a:lnTo>
                    <a:pt x="1331726" y="164431"/>
                  </a:lnTo>
                  <a:lnTo>
                    <a:pt x="1312809" y="200602"/>
                  </a:lnTo>
                  <a:close/>
                  <a:moveTo>
                    <a:pt x="1310917" y="202867"/>
                  </a:moveTo>
                  <a:lnTo>
                    <a:pt x="1310351" y="204093"/>
                  </a:lnTo>
                  <a:lnTo>
                    <a:pt x="1312809" y="200602"/>
                  </a:lnTo>
                  <a:close/>
                  <a:moveTo>
                    <a:pt x="1312809" y="200602"/>
                  </a:moveTo>
                  <a:lnTo>
                    <a:pt x="1343688" y="113535"/>
                  </a:lnTo>
                  <a:lnTo>
                    <a:pt x="1310917" y="202867"/>
                  </a:lnTo>
                  <a:close/>
                  <a:moveTo>
                    <a:pt x="1297702" y="112791"/>
                  </a:moveTo>
                  <a:lnTo>
                    <a:pt x="1303788" y="179557"/>
                  </a:lnTo>
                  <a:lnTo>
                    <a:pt x="1310917" y="202867"/>
                  </a:lnTo>
                  <a:close/>
                  <a:moveTo>
                    <a:pt x="1342221" y="82215"/>
                  </a:moveTo>
                  <a:lnTo>
                    <a:pt x="1297702" y="112791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303788" y="179557"/>
                  </a:lnTo>
                  <a:lnTo>
                    <a:pt x="1297702" y="112791"/>
                  </a:lnTo>
                  <a:close/>
                  <a:moveTo>
                    <a:pt x="1343688" y="113535"/>
                  </a:moveTo>
                  <a:lnTo>
                    <a:pt x="1312809" y="200602"/>
                  </a:lnTo>
                  <a:lnTo>
                    <a:pt x="1331726" y="164431"/>
                  </a:lnTo>
                  <a:close/>
                  <a:moveTo>
                    <a:pt x="1286275" y="114080"/>
                  </a:moveTo>
                  <a:lnTo>
                    <a:pt x="1276106" y="120653"/>
                  </a:lnTo>
                  <a:lnTo>
                    <a:pt x="1297702" y="112791"/>
                  </a:lnTo>
                  <a:close/>
                  <a:moveTo>
                    <a:pt x="1295916" y="38437"/>
                  </a:moveTo>
                  <a:lnTo>
                    <a:pt x="1342221" y="82215"/>
                  </a:lnTo>
                  <a:lnTo>
                    <a:pt x="1325385" y="0"/>
                  </a:lnTo>
                  <a:close/>
                  <a:moveTo>
                    <a:pt x="1626739" y="411076"/>
                  </a:moveTo>
                  <a:lnTo>
                    <a:pt x="1645223" y="372639"/>
                  </a:lnTo>
                  <a:lnTo>
                    <a:pt x="1619490" y="328861"/>
                  </a:lnTo>
                  <a:close/>
                  <a:moveTo>
                    <a:pt x="1679964" y="256182"/>
                  </a:moveTo>
                  <a:lnTo>
                    <a:pt x="1645748" y="311889"/>
                  </a:lnTo>
                  <a:lnTo>
                    <a:pt x="1657144" y="208209"/>
                  </a:lnTo>
                  <a:close/>
                  <a:moveTo>
                    <a:pt x="1385347" y="43779"/>
                  </a:moveTo>
                  <a:lnTo>
                    <a:pt x="1325385" y="0"/>
                  </a:lnTo>
                  <a:lnTo>
                    <a:pt x="1342221" y="82215"/>
                  </a:lnTo>
                  <a:close/>
                  <a:moveTo>
                    <a:pt x="1792185" y="251988"/>
                  </a:moveTo>
                  <a:lnTo>
                    <a:pt x="1793365" y="249766"/>
                  </a:lnTo>
                  <a:lnTo>
                    <a:pt x="1657144" y="208209"/>
                  </a:lnTo>
                  <a:close/>
                  <a:moveTo>
                    <a:pt x="1677423" y="290424"/>
                  </a:moveTo>
                  <a:lnTo>
                    <a:pt x="1792185" y="251988"/>
                  </a:lnTo>
                  <a:lnTo>
                    <a:pt x="1657144" y="20820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66" name="Candidate_density__2085">
              <a:extLst>
                <a:ext uri="{FF2B5EF4-FFF2-40B4-BE49-F238E27FC236}">
                  <a16:creationId xmlns:a16="http://schemas.microsoft.com/office/drawing/2014/main" id="{FD5D3E26-7F2A-E6F9-90A2-957346972E59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74817"/>
              <a:ext cx="2013184" cy="3076094"/>
            </a:xfrm>
            <a:custGeom>
              <a:avLst/>
              <a:gdLst/>
              <a:ahLst/>
              <a:cxnLst/>
              <a:rect l="0" t="0" r="0" b="0"/>
              <a:pathLst>
                <a:path w="2013184" h="3076094">
                  <a:moveTo>
                    <a:pt x="512176" y="2991317"/>
                  </a:moveTo>
                  <a:lnTo>
                    <a:pt x="511756" y="3004090"/>
                  </a:lnTo>
                  <a:lnTo>
                    <a:pt x="577188" y="2955443"/>
                  </a:lnTo>
                  <a:close/>
                  <a:moveTo>
                    <a:pt x="577188" y="2955443"/>
                  </a:moveTo>
                  <a:lnTo>
                    <a:pt x="511756" y="3004090"/>
                  </a:lnTo>
                  <a:lnTo>
                    <a:pt x="551293" y="3076094"/>
                  </a:lnTo>
                  <a:close/>
                  <a:moveTo>
                    <a:pt x="506503" y="2993879"/>
                  </a:moveTo>
                  <a:lnTo>
                    <a:pt x="511756" y="3004090"/>
                  </a:lnTo>
                  <a:lnTo>
                    <a:pt x="512176" y="2991317"/>
                  </a:lnTo>
                  <a:close/>
                  <a:moveTo>
                    <a:pt x="490611" y="2911664"/>
                  </a:moveTo>
                  <a:lnTo>
                    <a:pt x="512176" y="2991317"/>
                  </a:lnTo>
                  <a:lnTo>
                    <a:pt x="577188" y="2955443"/>
                  </a:lnTo>
                  <a:close/>
                  <a:moveTo>
                    <a:pt x="490611" y="2911664"/>
                  </a:moveTo>
                  <a:lnTo>
                    <a:pt x="577188" y="2955443"/>
                  </a:lnTo>
                  <a:lnTo>
                    <a:pt x="554494" y="2873228"/>
                  </a:lnTo>
                  <a:close/>
                  <a:moveTo>
                    <a:pt x="577188" y="2955443"/>
                  </a:moveTo>
                  <a:lnTo>
                    <a:pt x="678029" y="3017166"/>
                  </a:lnTo>
                  <a:lnTo>
                    <a:pt x="677297" y="2917669"/>
                  </a:lnTo>
                  <a:close/>
                  <a:moveTo>
                    <a:pt x="679882" y="2917006"/>
                  </a:moveTo>
                  <a:lnTo>
                    <a:pt x="677297" y="2917669"/>
                  </a:lnTo>
                  <a:lnTo>
                    <a:pt x="678029" y="3017166"/>
                  </a:lnTo>
                  <a:close/>
                  <a:moveTo>
                    <a:pt x="646184" y="2834791"/>
                  </a:moveTo>
                  <a:lnTo>
                    <a:pt x="677297" y="2917669"/>
                  </a:lnTo>
                  <a:lnTo>
                    <a:pt x="676458" y="2910820"/>
                  </a:lnTo>
                  <a:close/>
                  <a:moveTo>
                    <a:pt x="577188" y="2955443"/>
                  </a:moveTo>
                  <a:lnTo>
                    <a:pt x="677297" y="2917669"/>
                  </a:lnTo>
                  <a:lnTo>
                    <a:pt x="646184" y="2834791"/>
                  </a:lnTo>
                  <a:close/>
                  <a:moveTo>
                    <a:pt x="554494" y="2873228"/>
                  </a:moveTo>
                  <a:lnTo>
                    <a:pt x="577188" y="2955443"/>
                  </a:lnTo>
                  <a:lnTo>
                    <a:pt x="646184" y="2834791"/>
                  </a:lnTo>
                  <a:close/>
                  <a:moveTo>
                    <a:pt x="677297" y="2917669"/>
                  </a:moveTo>
                  <a:lnTo>
                    <a:pt x="679882" y="2917006"/>
                  </a:lnTo>
                  <a:lnTo>
                    <a:pt x="676458" y="2910820"/>
                  </a:lnTo>
                  <a:close/>
                  <a:moveTo>
                    <a:pt x="538287" y="2791013"/>
                  </a:moveTo>
                  <a:lnTo>
                    <a:pt x="554494" y="2873228"/>
                  </a:lnTo>
                  <a:lnTo>
                    <a:pt x="646184" y="2834791"/>
                  </a:lnTo>
                  <a:close/>
                  <a:moveTo>
                    <a:pt x="538287" y="2791013"/>
                  </a:moveTo>
                  <a:lnTo>
                    <a:pt x="646184" y="2834791"/>
                  </a:lnTo>
                  <a:lnTo>
                    <a:pt x="605578" y="2752576"/>
                  </a:lnTo>
                  <a:close/>
                  <a:moveTo>
                    <a:pt x="519465" y="2588146"/>
                  </a:moveTo>
                  <a:lnTo>
                    <a:pt x="498024" y="2708798"/>
                  </a:lnTo>
                  <a:lnTo>
                    <a:pt x="553484" y="2670361"/>
                  </a:lnTo>
                  <a:close/>
                  <a:moveTo>
                    <a:pt x="797780" y="2878570"/>
                  </a:moveTo>
                  <a:lnTo>
                    <a:pt x="793423" y="2854273"/>
                  </a:lnTo>
                  <a:lnTo>
                    <a:pt x="679882" y="2917006"/>
                  </a:lnTo>
                  <a:close/>
                  <a:moveTo>
                    <a:pt x="679882" y="2917006"/>
                  </a:moveTo>
                  <a:lnTo>
                    <a:pt x="793423" y="2854273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93423" y="2854273"/>
                  </a:lnTo>
                  <a:lnTo>
                    <a:pt x="775427" y="2798391"/>
                  </a:lnTo>
                  <a:close/>
                  <a:moveTo>
                    <a:pt x="679882" y="2917006"/>
                  </a:moveTo>
                  <a:lnTo>
                    <a:pt x="665108" y="2827487"/>
                  </a:lnTo>
                  <a:lnTo>
                    <a:pt x="676458" y="2910820"/>
                  </a:lnTo>
                  <a:close/>
                  <a:moveTo>
                    <a:pt x="646184" y="2834791"/>
                  </a:moveTo>
                  <a:lnTo>
                    <a:pt x="676458" y="2910820"/>
                  </a:lnTo>
                  <a:lnTo>
                    <a:pt x="665108" y="2827487"/>
                  </a:lnTo>
                  <a:close/>
                  <a:moveTo>
                    <a:pt x="605578" y="2752576"/>
                  </a:moveTo>
                  <a:lnTo>
                    <a:pt x="665108" y="2827487"/>
                  </a:lnTo>
                  <a:lnTo>
                    <a:pt x="654993" y="2735617"/>
                  </a:lnTo>
                  <a:close/>
                  <a:moveTo>
                    <a:pt x="605578" y="2752576"/>
                  </a:moveTo>
                  <a:lnTo>
                    <a:pt x="646184" y="2834791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75427" y="2798391"/>
                  </a:lnTo>
                  <a:lnTo>
                    <a:pt x="739933" y="2727156"/>
                  </a:lnTo>
                  <a:close/>
                  <a:moveTo>
                    <a:pt x="665108" y="2827487"/>
                  </a:moveTo>
                  <a:lnTo>
                    <a:pt x="739933" y="2727156"/>
                  </a:lnTo>
                  <a:lnTo>
                    <a:pt x="654993" y="2735617"/>
                  </a:lnTo>
                  <a:close/>
                  <a:moveTo>
                    <a:pt x="775427" y="2798391"/>
                  </a:moveTo>
                  <a:lnTo>
                    <a:pt x="793423" y="2854273"/>
                  </a:lnTo>
                  <a:lnTo>
                    <a:pt x="784005" y="2796355"/>
                  </a:lnTo>
                  <a:close/>
                  <a:moveTo>
                    <a:pt x="553484" y="2670361"/>
                  </a:moveTo>
                  <a:lnTo>
                    <a:pt x="654993" y="2735617"/>
                  </a:lnTo>
                  <a:lnTo>
                    <a:pt x="640069" y="2647658"/>
                  </a:lnTo>
                  <a:close/>
                  <a:moveTo>
                    <a:pt x="553484" y="2670361"/>
                  </a:moveTo>
                  <a:lnTo>
                    <a:pt x="605578" y="2752576"/>
                  </a:lnTo>
                  <a:lnTo>
                    <a:pt x="654993" y="2735617"/>
                  </a:lnTo>
                  <a:close/>
                  <a:moveTo>
                    <a:pt x="519465" y="2588146"/>
                  </a:moveTo>
                  <a:lnTo>
                    <a:pt x="640069" y="2647658"/>
                  </a:lnTo>
                  <a:lnTo>
                    <a:pt x="617877" y="2565608"/>
                  </a:lnTo>
                  <a:close/>
                  <a:moveTo>
                    <a:pt x="519465" y="2588146"/>
                  </a:moveTo>
                  <a:lnTo>
                    <a:pt x="553484" y="2670361"/>
                  </a:lnTo>
                  <a:lnTo>
                    <a:pt x="640069" y="2647658"/>
                  </a:lnTo>
                  <a:close/>
                  <a:moveTo>
                    <a:pt x="801257" y="2877484"/>
                  </a:moveTo>
                  <a:lnTo>
                    <a:pt x="784005" y="2796355"/>
                  </a:lnTo>
                  <a:lnTo>
                    <a:pt x="793423" y="2854273"/>
                  </a:lnTo>
                  <a:close/>
                  <a:moveTo>
                    <a:pt x="884187" y="2770563"/>
                  </a:moveTo>
                  <a:lnTo>
                    <a:pt x="784005" y="2796355"/>
                  </a:lnTo>
                  <a:lnTo>
                    <a:pt x="801257" y="2877484"/>
                  </a:lnTo>
                  <a:close/>
                  <a:moveTo>
                    <a:pt x="0" y="1524692"/>
                  </a:moveTo>
                  <a:lnTo>
                    <a:pt x="87999" y="1568470"/>
                  </a:lnTo>
                  <a:lnTo>
                    <a:pt x="75313" y="1486255"/>
                  </a:lnTo>
                  <a:close/>
                  <a:moveTo>
                    <a:pt x="87496" y="1456470"/>
                  </a:moveTo>
                  <a:lnTo>
                    <a:pt x="0" y="1524692"/>
                  </a:lnTo>
                  <a:lnTo>
                    <a:pt x="75313" y="1486255"/>
                  </a:lnTo>
                  <a:close/>
                  <a:moveTo>
                    <a:pt x="1050096" y="2637266"/>
                  </a:moveTo>
                  <a:lnTo>
                    <a:pt x="1093632" y="2710328"/>
                  </a:lnTo>
                  <a:lnTo>
                    <a:pt x="1117368" y="2602083"/>
                  </a:lnTo>
                  <a:close/>
                  <a:moveTo>
                    <a:pt x="1032173" y="2555051"/>
                  </a:moveTo>
                  <a:lnTo>
                    <a:pt x="1117368" y="2602083"/>
                  </a:lnTo>
                  <a:lnTo>
                    <a:pt x="1066028" y="2543730"/>
                  </a:lnTo>
                  <a:close/>
                  <a:moveTo>
                    <a:pt x="1032173" y="2555051"/>
                  </a:moveTo>
                  <a:lnTo>
                    <a:pt x="1050096" y="2637266"/>
                  </a:lnTo>
                  <a:lnTo>
                    <a:pt x="1117368" y="2602083"/>
                  </a:lnTo>
                  <a:close/>
                  <a:moveTo>
                    <a:pt x="75313" y="1486255"/>
                  </a:moveTo>
                  <a:lnTo>
                    <a:pt x="156500" y="1499262"/>
                  </a:lnTo>
                  <a:lnTo>
                    <a:pt x="110506" y="1474025"/>
                  </a:lnTo>
                  <a:close/>
                  <a:moveTo>
                    <a:pt x="87496" y="1456470"/>
                  </a:moveTo>
                  <a:lnTo>
                    <a:pt x="75313" y="1486255"/>
                  </a:lnTo>
                  <a:lnTo>
                    <a:pt x="110506" y="1474025"/>
                  </a:lnTo>
                  <a:close/>
                  <a:moveTo>
                    <a:pt x="110506" y="1474025"/>
                  </a:moveTo>
                  <a:lnTo>
                    <a:pt x="150799" y="1414493"/>
                  </a:lnTo>
                  <a:lnTo>
                    <a:pt x="87496" y="1456470"/>
                  </a:lnTo>
                  <a:close/>
                  <a:moveTo>
                    <a:pt x="110506" y="1474025"/>
                  </a:moveTo>
                  <a:lnTo>
                    <a:pt x="205659" y="1457259"/>
                  </a:lnTo>
                  <a:lnTo>
                    <a:pt x="150799" y="1414493"/>
                  </a:lnTo>
                  <a:close/>
                  <a:moveTo>
                    <a:pt x="205659" y="1457259"/>
                  </a:moveTo>
                  <a:lnTo>
                    <a:pt x="110506" y="1474025"/>
                  </a:lnTo>
                  <a:lnTo>
                    <a:pt x="230178" y="1496072"/>
                  </a:lnTo>
                  <a:close/>
                  <a:moveTo>
                    <a:pt x="110506" y="1474025"/>
                  </a:moveTo>
                  <a:lnTo>
                    <a:pt x="156500" y="1499262"/>
                  </a:lnTo>
                  <a:lnTo>
                    <a:pt x="230178" y="1496072"/>
                  </a:lnTo>
                  <a:close/>
                  <a:moveTo>
                    <a:pt x="286497" y="1452132"/>
                  </a:moveTo>
                  <a:lnTo>
                    <a:pt x="205659" y="1457259"/>
                  </a:lnTo>
                  <a:lnTo>
                    <a:pt x="296214" y="1464314"/>
                  </a:lnTo>
                  <a:close/>
                  <a:moveTo>
                    <a:pt x="205659" y="1457259"/>
                  </a:moveTo>
                  <a:lnTo>
                    <a:pt x="230178" y="1496072"/>
                  </a:lnTo>
                  <a:lnTo>
                    <a:pt x="296214" y="1464314"/>
                  </a:lnTo>
                  <a:close/>
                  <a:moveTo>
                    <a:pt x="1125909" y="2598830"/>
                  </a:moveTo>
                  <a:lnTo>
                    <a:pt x="1254319" y="2602046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254319" y="2602046"/>
                  </a:lnTo>
                  <a:lnTo>
                    <a:pt x="1311500" y="2642608"/>
                  </a:lnTo>
                  <a:close/>
                  <a:moveTo>
                    <a:pt x="1185175" y="2558731"/>
                  </a:moveTo>
                  <a:lnTo>
                    <a:pt x="1125909" y="2598830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313568" y="2544911"/>
                  </a:lnTo>
                  <a:lnTo>
                    <a:pt x="1197863" y="2516615"/>
                  </a:lnTo>
                  <a:close/>
                  <a:moveTo>
                    <a:pt x="1197863" y="2516615"/>
                  </a:moveTo>
                  <a:lnTo>
                    <a:pt x="1313568" y="2544911"/>
                  </a:lnTo>
                  <a:lnTo>
                    <a:pt x="1269614" y="2478179"/>
                  </a:lnTo>
                  <a:close/>
                  <a:moveTo>
                    <a:pt x="1197863" y="2516615"/>
                  </a:moveTo>
                  <a:lnTo>
                    <a:pt x="1185175" y="2558731"/>
                  </a:lnTo>
                  <a:lnTo>
                    <a:pt x="1217970" y="2580888"/>
                  </a:lnTo>
                  <a:close/>
                  <a:moveTo>
                    <a:pt x="1135669" y="2231533"/>
                  </a:moveTo>
                  <a:lnTo>
                    <a:pt x="1194281" y="2275312"/>
                  </a:lnTo>
                  <a:lnTo>
                    <a:pt x="1186618" y="2193097"/>
                  </a:lnTo>
                  <a:close/>
                  <a:moveTo>
                    <a:pt x="1195805" y="2168069"/>
                  </a:moveTo>
                  <a:lnTo>
                    <a:pt x="1135669" y="2231533"/>
                  </a:lnTo>
                  <a:lnTo>
                    <a:pt x="1186618" y="2193097"/>
                  </a:lnTo>
                  <a:close/>
                  <a:moveTo>
                    <a:pt x="1186618" y="2193097"/>
                  </a:moveTo>
                  <a:lnTo>
                    <a:pt x="1268701" y="2225413"/>
                  </a:lnTo>
                  <a:lnTo>
                    <a:pt x="1234105" y="2167401"/>
                  </a:lnTo>
                  <a:close/>
                  <a:moveTo>
                    <a:pt x="1195805" y="2168069"/>
                  </a:moveTo>
                  <a:lnTo>
                    <a:pt x="1186618" y="2193097"/>
                  </a:lnTo>
                  <a:lnTo>
                    <a:pt x="1234105" y="2167401"/>
                  </a:lnTo>
                  <a:close/>
                  <a:moveTo>
                    <a:pt x="940621" y="1376288"/>
                  </a:moveTo>
                  <a:lnTo>
                    <a:pt x="878143" y="1474279"/>
                  </a:lnTo>
                  <a:lnTo>
                    <a:pt x="924170" y="1458502"/>
                  </a:lnTo>
                  <a:close/>
                  <a:moveTo>
                    <a:pt x="940621" y="1376288"/>
                  </a:moveTo>
                  <a:lnTo>
                    <a:pt x="1015363" y="1423314"/>
                  </a:lnTo>
                  <a:lnTo>
                    <a:pt x="960914" y="1367486"/>
                  </a:lnTo>
                  <a:close/>
                  <a:moveTo>
                    <a:pt x="940621" y="1376288"/>
                  </a:moveTo>
                  <a:lnTo>
                    <a:pt x="924170" y="1458502"/>
                  </a:lnTo>
                  <a:lnTo>
                    <a:pt x="1015363" y="1423314"/>
                  </a:lnTo>
                  <a:close/>
                  <a:moveTo>
                    <a:pt x="1022928" y="1420066"/>
                  </a:moveTo>
                  <a:lnTo>
                    <a:pt x="1031908" y="1337851"/>
                  </a:lnTo>
                  <a:lnTo>
                    <a:pt x="1015363" y="1423314"/>
                  </a:lnTo>
                  <a:close/>
                  <a:moveTo>
                    <a:pt x="1031908" y="1337851"/>
                  </a:moveTo>
                  <a:lnTo>
                    <a:pt x="960914" y="1367486"/>
                  </a:lnTo>
                  <a:lnTo>
                    <a:pt x="1015363" y="1423314"/>
                  </a:lnTo>
                  <a:close/>
                  <a:moveTo>
                    <a:pt x="947324" y="1365950"/>
                  </a:moveTo>
                  <a:lnTo>
                    <a:pt x="940621" y="1376288"/>
                  </a:lnTo>
                  <a:lnTo>
                    <a:pt x="960914" y="1367486"/>
                  </a:lnTo>
                  <a:close/>
                  <a:moveTo>
                    <a:pt x="1020581" y="1255636"/>
                  </a:moveTo>
                  <a:lnTo>
                    <a:pt x="960914" y="1367486"/>
                  </a:lnTo>
                  <a:lnTo>
                    <a:pt x="1031908" y="1337851"/>
                  </a:lnTo>
                  <a:close/>
                  <a:moveTo>
                    <a:pt x="1844423" y="2324433"/>
                  </a:moveTo>
                  <a:lnTo>
                    <a:pt x="1844036" y="2406648"/>
                  </a:lnTo>
                  <a:lnTo>
                    <a:pt x="1909987" y="2381843"/>
                  </a:lnTo>
                  <a:close/>
                  <a:moveTo>
                    <a:pt x="1951620" y="2368212"/>
                  </a:moveTo>
                  <a:lnTo>
                    <a:pt x="1931918" y="2285997"/>
                  </a:lnTo>
                  <a:lnTo>
                    <a:pt x="1935223" y="2336419"/>
                  </a:lnTo>
                  <a:close/>
                  <a:moveTo>
                    <a:pt x="1909987" y="2381843"/>
                  </a:moveTo>
                  <a:lnTo>
                    <a:pt x="1951620" y="2368212"/>
                  </a:lnTo>
                  <a:lnTo>
                    <a:pt x="1935223" y="2336419"/>
                  </a:lnTo>
                  <a:close/>
                  <a:moveTo>
                    <a:pt x="1864152" y="2319014"/>
                  </a:moveTo>
                  <a:lnTo>
                    <a:pt x="1909987" y="2381843"/>
                  </a:lnTo>
                  <a:lnTo>
                    <a:pt x="1935223" y="2336419"/>
                  </a:lnTo>
                  <a:close/>
                  <a:moveTo>
                    <a:pt x="1020581" y="1255636"/>
                  </a:moveTo>
                  <a:lnTo>
                    <a:pt x="1099234" y="1224857"/>
                  </a:lnTo>
                  <a:lnTo>
                    <a:pt x="1092471" y="1221033"/>
                  </a:lnTo>
                  <a:close/>
                  <a:moveTo>
                    <a:pt x="1088570" y="1299415"/>
                  </a:moveTo>
                  <a:lnTo>
                    <a:pt x="1099234" y="1224857"/>
                  </a:lnTo>
                  <a:lnTo>
                    <a:pt x="1020581" y="1255636"/>
                  </a:lnTo>
                  <a:close/>
                  <a:moveTo>
                    <a:pt x="1031908" y="1337851"/>
                  </a:moveTo>
                  <a:lnTo>
                    <a:pt x="1088570" y="1299415"/>
                  </a:lnTo>
                  <a:lnTo>
                    <a:pt x="1020581" y="1255636"/>
                  </a:lnTo>
                  <a:close/>
                  <a:moveTo>
                    <a:pt x="1040875" y="1221862"/>
                  </a:moveTo>
                  <a:lnTo>
                    <a:pt x="1020581" y="1255636"/>
                  </a:lnTo>
                  <a:lnTo>
                    <a:pt x="1092471" y="1221033"/>
                  </a:lnTo>
                  <a:close/>
                  <a:moveTo>
                    <a:pt x="1138434" y="1134985"/>
                  </a:moveTo>
                  <a:lnTo>
                    <a:pt x="1092471" y="1221033"/>
                  </a:lnTo>
                  <a:lnTo>
                    <a:pt x="1100152" y="1217200"/>
                  </a:lnTo>
                  <a:close/>
                  <a:moveTo>
                    <a:pt x="1092471" y="1221033"/>
                  </a:moveTo>
                  <a:lnTo>
                    <a:pt x="1099234" y="1224857"/>
                  </a:lnTo>
                  <a:lnTo>
                    <a:pt x="1100152" y="1217200"/>
                  </a:lnTo>
                  <a:close/>
                  <a:moveTo>
                    <a:pt x="709537" y="882475"/>
                  </a:moveTo>
                  <a:lnTo>
                    <a:pt x="653697" y="888899"/>
                  </a:lnTo>
                  <a:lnTo>
                    <a:pt x="620990" y="926776"/>
                  </a:lnTo>
                  <a:close/>
                  <a:moveTo>
                    <a:pt x="1779119" y="2094889"/>
                  </a:moveTo>
                  <a:lnTo>
                    <a:pt x="1766908" y="2121566"/>
                  </a:lnTo>
                  <a:lnTo>
                    <a:pt x="1793956" y="2115306"/>
                  </a:lnTo>
                  <a:close/>
                  <a:moveTo>
                    <a:pt x="1752817" y="1948566"/>
                  </a:moveTo>
                  <a:lnTo>
                    <a:pt x="1749213" y="1983071"/>
                  </a:lnTo>
                  <a:lnTo>
                    <a:pt x="1823777" y="1918699"/>
                  </a:lnTo>
                  <a:close/>
                  <a:moveTo>
                    <a:pt x="1847161" y="1855421"/>
                  </a:moveTo>
                  <a:lnTo>
                    <a:pt x="1725762" y="1895396"/>
                  </a:lnTo>
                  <a:lnTo>
                    <a:pt x="1823777" y="1918699"/>
                  </a:lnTo>
                  <a:close/>
                  <a:moveTo>
                    <a:pt x="1823777" y="1918699"/>
                  </a:moveTo>
                  <a:lnTo>
                    <a:pt x="1725762" y="1895396"/>
                  </a:lnTo>
                  <a:lnTo>
                    <a:pt x="1752817" y="1948566"/>
                  </a:lnTo>
                  <a:close/>
                  <a:moveTo>
                    <a:pt x="1099234" y="1224857"/>
                  </a:moveTo>
                  <a:lnTo>
                    <a:pt x="1088570" y="1299415"/>
                  </a:lnTo>
                  <a:lnTo>
                    <a:pt x="1142417" y="1280520"/>
                  </a:lnTo>
                  <a:close/>
                  <a:moveTo>
                    <a:pt x="1142417" y="1280520"/>
                  </a:moveTo>
                  <a:lnTo>
                    <a:pt x="1100152" y="1217200"/>
                  </a:lnTo>
                  <a:lnTo>
                    <a:pt x="1099234" y="1224857"/>
                  </a:lnTo>
                  <a:close/>
                  <a:moveTo>
                    <a:pt x="1213129" y="1183533"/>
                  </a:moveTo>
                  <a:lnTo>
                    <a:pt x="1100152" y="1217200"/>
                  </a:lnTo>
                  <a:lnTo>
                    <a:pt x="1142417" y="1280520"/>
                  </a:lnTo>
                  <a:close/>
                  <a:moveTo>
                    <a:pt x="1221963" y="1276443"/>
                  </a:moveTo>
                  <a:lnTo>
                    <a:pt x="1213129" y="1183533"/>
                  </a:lnTo>
                  <a:lnTo>
                    <a:pt x="1142417" y="1280520"/>
                  </a:lnTo>
                  <a:close/>
                  <a:moveTo>
                    <a:pt x="1273079" y="1260978"/>
                  </a:moveTo>
                  <a:lnTo>
                    <a:pt x="1296762" y="1190859"/>
                  </a:lnTo>
                  <a:lnTo>
                    <a:pt x="1221963" y="1276443"/>
                  </a:lnTo>
                  <a:close/>
                  <a:moveTo>
                    <a:pt x="1221963" y="1276443"/>
                  </a:moveTo>
                  <a:lnTo>
                    <a:pt x="1296762" y="1190859"/>
                  </a:lnTo>
                  <a:lnTo>
                    <a:pt x="1289757" y="1181829"/>
                  </a:lnTo>
                  <a:close/>
                  <a:moveTo>
                    <a:pt x="1221963" y="1276443"/>
                  </a:moveTo>
                  <a:lnTo>
                    <a:pt x="1289757" y="1181829"/>
                  </a:lnTo>
                  <a:lnTo>
                    <a:pt x="1213129" y="1183533"/>
                  </a:lnTo>
                  <a:close/>
                  <a:moveTo>
                    <a:pt x="1300900" y="1178763"/>
                  </a:moveTo>
                  <a:lnTo>
                    <a:pt x="1289757" y="1181829"/>
                  </a:lnTo>
                  <a:lnTo>
                    <a:pt x="1296762" y="1190859"/>
                  </a:lnTo>
                  <a:close/>
                  <a:moveTo>
                    <a:pt x="1138434" y="1134985"/>
                  </a:moveTo>
                  <a:lnTo>
                    <a:pt x="1213129" y="1183533"/>
                  </a:lnTo>
                  <a:lnTo>
                    <a:pt x="1161912" y="1125079"/>
                  </a:lnTo>
                  <a:close/>
                  <a:moveTo>
                    <a:pt x="1138434" y="1134985"/>
                  </a:moveTo>
                  <a:lnTo>
                    <a:pt x="1100152" y="1217200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161912" y="1125079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300900" y="1178763"/>
                  </a:lnTo>
                  <a:lnTo>
                    <a:pt x="1287275" y="1155389"/>
                  </a:lnTo>
                  <a:close/>
                  <a:moveTo>
                    <a:pt x="1917859" y="2075167"/>
                  </a:moveTo>
                  <a:lnTo>
                    <a:pt x="2013184" y="1982296"/>
                  </a:lnTo>
                  <a:lnTo>
                    <a:pt x="2004768" y="1965011"/>
                  </a:lnTo>
                  <a:close/>
                  <a:moveTo>
                    <a:pt x="1917859" y="2075167"/>
                  </a:moveTo>
                  <a:lnTo>
                    <a:pt x="2004768" y="1965011"/>
                  </a:lnTo>
                  <a:lnTo>
                    <a:pt x="1903963" y="1986371"/>
                  </a:lnTo>
                  <a:close/>
                  <a:moveTo>
                    <a:pt x="1823777" y="1918699"/>
                  </a:moveTo>
                  <a:lnTo>
                    <a:pt x="1903963" y="1986371"/>
                  </a:lnTo>
                  <a:lnTo>
                    <a:pt x="1883943" y="1902555"/>
                  </a:lnTo>
                  <a:close/>
                  <a:moveTo>
                    <a:pt x="1823777" y="1918699"/>
                  </a:moveTo>
                  <a:lnTo>
                    <a:pt x="1862715" y="2000914"/>
                  </a:lnTo>
                  <a:lnTo>
                    <a:pt x="1903963" y="1986371"/>
                  </a:lnTo>
                  <a:close/>
                  <a:moveTo>
                    <a:pt x="1847161" y="1855421"/>
                  </a:moveTo>
                  <a:lnTo>
                    <a:pt x="1823777" y="1918699"/>
                  </a:lnTo>
                  <a:lnTo>
                    <a:pt x="1883943" y="1902555"/>
                  </a:lnTo>
                  <a:close/>
                  <a:moveTo>
                    <a:pt x="1703721" y="1551402"/>
                  </a:moveTo>
                  <a:lnTo>
                    <a:pt x="1738002" y="1510752"/>
                  </a:lnTo>
                  <a:lnTo>
                    <a:pt x="1624336" y="1507624"/>
                  </a:lnTo>
                  <a:close/>
                  <a:moveTo>
                    <a:pt x="1630755" y="1589839"/>
                  </a:moveTo>
                  <a:lnTo>
                    <a:pt x="1703721" y="1551402"/>
                  </a:lnTo>
                  <a:lnTo>
                    <a:pt x="1624336" y="1507624"/>
                  </a:lnTo>
                  <a:close/>
                  <a:moveTo>
                    <a:pt x="1273079" y="1260978"/>
                  </a:moveTo>
                  <a:lnTo>
                    <a:pt x="1328862" y="13108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273079" y="12609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334351" y="1245666"/>
                  </a:lnTo>
                  <a:lnTo>
                    <a:pt x="1300900" y="1178763"/>
                  </a:lnTo>
                  <a:close/>
                  <a:moveTo>
                    <a:pt x="1300900" y="1178763"/>
                  </a:moveTo>
                  <a:lnTo>
                    <a:pt x="1334351" y="1245666"/>
                  </a:lnTo>
                  <a:lnTo>
                    <a:pt x="1419453" y="1222542"/>
                  </a:lnTo>
                  <a:close/>
                  <a:moveTo>
                    <a:pt x="1304832" y="1069479"/>
                  </a:moveTo>
                  <a:lnTo>
                    <a:pt x="1287275" y="1155389"/>
                  </a:lnTo>
                  <a:lnTo>
                    <a:pt x="1325992" y="1058111"/>
                  </a:lnTo>
                  <a:close/>
                  <a:moveTo>
                    <a:pt x="1325992" y="1058111"/>
                  </a:moveTo>
                  <a:lnTo>
                    <a:pt x="1287275" y="1155389"/>
                  </a:lnTo>
                  <a:lnTo>
                    <a:pt x="1300900" y="1178763"/>
                  </a:lnTo>
                  <a:close/>
                  <a:moveTo>
                    <a:pt x="1325992" y="1058111"/>
                  </a:moveTo>
                  <a:lnTo>
                    <a:pt x="1300900" y="1178763"/>
                  </a:lnTo>
                  <a:lnTo>
                    <a:pt x="1391695" y="1140327"/>
                  </a:lnTo>
                  <a:close/>
                  <a:moveTo>
                    <a:pt x="1246973" y="1096548"/>
                  </a:moveTo>
                  <a:lnTo>
                    <a:pt x="1287275" y="1155389"/>
                  </a:lnTo>
                  <a:lnTo>
                    <a:pt x="1304832" y="1069479"/>
                  </a:lnTo>
                  <a:close/>
                  <a:moveTo>
                    <a:pt x="1262994" y="1014333"/>
                  </a:moveTo>
                  <a:lnTo>
                    <a:pt x="1304832" y="1069479"/>
                  </a:lnTo>
                  <a:lnTo>
                    <a:pt x="1325992" y="1058111"/>
                  </a:lnTo>
                  <a:close/>
                  <a:moveTo>
                    <a:pt x="1333888" y="975897"/>
                  </a:moveTo>
                  <a:lnTo>
                    <a:pt x="1426350" y="966308"/>
                  </a:lnTo>
                  <a:lnTo>
                    <a:pt x="1387313" y="962924"/>
                  </a:lnTo>
                  <a:close/>
                  <a:moveTo>
                    <a:pt x="1387050" y="1019675"/>
                  </a:moveTo>
                  <a:lnTo>
                    <a:pt x="1426350" y="966308"/>
                  </a:lnTo>
                  <a:lnTo>
                    <a:pt x="1333888" y="975897"/>
                  </a:lnTo>
                  <a:close/>
                  <a:moveTo>
                    <a:pt x="1325992" y="1058111"/>
                  </a:moveTo>
                  <a:lnTo>
                    <a:pt x="1387050" y="1019675"/>
                  </a:lnTo>
                  <a:lnTo>
                    <a:pt x="1333888" y="975897"/>
                  </a:lnTo>
                  <a:close/>
                  <a:moveTo>
                    <a:pt x="1387313" y="962924"/>
                  </a:moveTo>
                  <a:lnTo>
                    <a:pt x="1426350" y="966308"/>
                  </a:lnTo>
                  <a:lnTo>
                    <a:pt x="1443222" y="937460"/>
                  </a:lnTo>
                  <a:close/>
                  <a:moveTo>
                    <a:pt x="1481724" y="958141"/>
                  </a:moveTo>
                  <a:lnTo>
                    <a:pt x="1426350" y="966308"/>
                  </a:lnTo>
                  <a:lnTo>
                    <a:pt x="1387050" y="1019675"/>
                  </a:lnTo>
                  <a:close/>
                  <a:moveTo>
                    <a:pt x="754903" y="127823"/>
                  </a:moveTo>
                  <a:lnTo>
                    <a:pt x="684875" y="144660"/>
                  </a:lnTo>
                  <a:lnTo>
                    <a:pt x="819053" y="152469"/>
                  </a:lnTo>
                  <a:close/>
                  <a:moveTo>
                    <a:pt x="1310917" y="164430"/>
                  </a:moveTo>
                  <a:lnTo>
                    <a:pt x="1343688" y="75098"/>
                  </a:lnTo>
                  <a:lnTo>
                    <a:pt x="1342221" y="43778"/>
                  </a:lnTo>
                  <a:close/>
                  <a:moveTo>
                    <a:pt x="1295916" y="0"/>
                  </a:moveTo>
                  <a:lnTo>
                    <a:pt x="1297702" y="74354"/>
                  </a:lnTo>
                  <a:lnTo>
                    <a:pt x="1342221" y="43778"/>
                  </a:lnTo>
                  <a:close/>
                  <a:moveTo>
                    <a:pt x="1619490" y="290424"/>
                  </a:moveTo>
                  <a:lnTo>
                    <a:pt x="1674073" y="259176"/>
                  </a:lnTo>
                  <a:lnTo>
                    <a:pt x="1645748" y="273452"/>
                  </a:lnTo>
                  <a:close/>
                  <a:moveTo>
                    <a:pt x="1645223" y="334202"/>
                  </a:moveTo>
                  <a:lnTo>
                    <a:pt x="1674073" y="259176"/>
                  </a:lnTo>
                  <a:lnTo>
                    <a:pt x="1619490" y="290424"/>
                  </a:lnTo>
                  <a:close/>
                  <a:moveTo>
                    <a:pt x="1645748" y="273452"/>
                  </a:moveTo>
                  <a:lnTo>
                    <a:pt x="1620431" y="273822"/>
                  </a:lnTo>
                  <a:lnTo>
                    <a:pt x="1619490" y="290424"/>
                  </a:lnTo>
                  <a:close/>
                  <a:moveTo>
                    <a:pt x="1657144" y="169772"/>
                  </a:moveTo>
                  <a:lnTo>
                    <a:pt x="1645748" y="273452"/>
                  </a:lnTo>
                  <a:lnTo>
                    <a:pt x="1677423" y="251987"/>
                  </a:lnTo>
                  <a:close/>
                  <a:moveTo>
                    <a:pt x="1645748" y="273452"/>
                  </a:moveTo>
                  <a:lnTo>
                    <a:pt x="1674073" y="259176"/>
                  </a:lnTo>
                  <a:lnTo>
                    <a:pt x="1677423" y="25198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67" name="Candidate_density__2086">
              <a:extLst>
                <a:ext uri="{FF2B5EF4-FFF2-40B4-BE49-F238E27FC236}">
                  <a16:creationId xmlns:a16="http://schemas.microsoft.com/office/drawing/2014/main" id="{6226334A-FE71-5D67-136D-ADC012011FD0}"/>
                </a:ext>
              </a:extLst>
            </p:cNvPr>
            <p:cNvSpPr>
              <a:spLocks noGrp="1"/>
            </p:cNvSpPr>
            <p:nvPr/>
          </p:nvSpPr>
          <p:spPr>
            <a:xfrm>
              <a:off x="4375322" y="1774817"/>
              <a:ext cx="2188355" cy="3126434"/>
            </a:xfrm>
            <a:custGeom>
              <a:avLst/>
              <a:gdLst/>
              <a:ahLst/>
              <a:cxnLst/>
              <a:rect l="0" t="0" r="0" b="0"/>
              <a:pathLst>
                <a:path w="2188355" h="3126434">
                  <a:moveTo>
                    <a:pt x="658627" y="3126434"/>
                  </a:moveTo>
                  <a:lnTo>
                    <a:pt x="708313" y="3119873"/>
                  </a:lnTo>
                  <a:lnTo>
                    <a:pt x="625101" y="3064543"/>
                  </a:lnTo>
                  <a:close/>
                  <a:moveTo>
                    <a:pt x="760748" y="3081437"/>
                  </a:moveTo>
                  <a:lnTo>
                    <a:pt x="716127" y="3126214"/>
                  </a:lnTo>
                  <a:lnTo>
                    <a:pt x="761962" y="3082382"/>
                  </a:lnTo>
                  <a:close/>
                  <a:moveTo>
                    <a:pt x="760748" y="3081437"/>
                  </a:moveTo>
                  <a:lnTo>
                    <a:pt x="708313" y="3119873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61962" y="3082382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71361" y="3081437"/>
                  </a:lnTo>
                  <a:lnTo>
                    <a:pt x="761962" y="3082382"/>
                  </a:lnTo>
                  <a:close/>
                  <a:moveTo>
                    <a:pt x="0" y="2012640"/>
                  </a:moveTo>
                  <a:lnTo>
                    <a:pt x="19509" y="2020080"/>
                  </a:lnTo>
                  <a:lnTo>
                    <a:pt x="33068" y="2029116"/>
                  </a:lnTo>
                  <a:close/>
                  <a:moveTo>
                    <a:pt x="790512" y="2973924"/>
                  </a:moveTo>
                  <a:lnTo>
                    <a:pt x="771361" y="3081437"/>
                  </a:lnTo>
                  <a:lnTo>
                    <a:pt x="833359" y="3070668"/>
                  </a:lnTo>
                  <a:close/>
                  <a:moveTo>
                    <a:pt x="40738" y="2002822"/>
                  </a:moveTo>
                  <a:lnTo>
                    <a:pt x="0" y="2012640"/>
                  </a:lnTo>
                  <a:lnTo>
                    <a:pt x="33068" y="2029116"/>
                  </a:lnTo>
                  <a:close/>
                  <a:moveTo>
                    <a:pt x="60948" y="1918152"/>
                  </a:moveTo>
                  <a:lnTo>
                    <a:pt x="0" y="2012640"/>
                  </a:lnTo>
                  <a:lnTo>
                    <a:pt x="40738" y="2002822"/>
                  </a:lnTo>
                  <a:close/>
                  <a:moveTo>
                    <a:pt x="40738" y="2002822"/>
                  </a:moveTo>
                  <a:lnTo>
                    <a:pt x="127974" y="1992492"/>
                  </a:lnTo>
                  <a:lnTo>
                    <a:pt x="60948" y="1918152"/>
                  </a:lnTo>
                  <a:close/>
                  <a:moveTo>
                    <a:pt x="127974" y="1992492"/>
                  </a:moveTo>
                  <a:lnTo>
                    <a:pt x="143500" y="1948143"/>
                  </a:lnTo>
                  <a:lnTo>
                    <a:pt x="60948" y="1918152"/>
                  </a:lnTo>
                  <a:close/>
                  <a:moveTo>
                    <a:pt x="875617" y="2949331"/>
                  </a:moveTo>
                  <a:lnTo>
                    <a:pt x="876266" y="3015888"/>
                  </a:lnTo>
                  <a:lnTo>
                    <a:pt x="928898" y="2960785"/>
                  </a:lnTo>
                  <a:close/>
                  <a:moveTo>
                    <a:pt x="154570" y="1870778"/>
                  </a:moveTo>
                  <a:lnTo>
                    <a:pt x="78163" y="1872304"/>
                  </a:lnTo>
                  <a:lnTo>
                    <a:pt x="60948" y="1918152"/>
                  </a:lnTo>
                  <a:close/>
                  <a:moveTo>
                    <a:pt x="657925" y="2143976"/>
                  </a:moveTo>
                  <a:lnTo>
                    <a:pt x="625192" y="2204074"/>
                  </a:lnTo>
                  <a:lnTo>
                    <a:pt x="669465" y="2155508"/>
                  </a:lnTo>
                  <a:close/>
                  <a:moveTo>
                    <a:pt x="669465" y="2155508"/>
                  </a:moveTo>
                  <a:lnTo>
                    <a:pt x="625192" y="2204074"/>
                  </a:lnTo>
                  <a:lnTo>
                    <a:pt x="620997" y="2234411"/>
                  </a:lnTo>
                  <a:close/>
                  <a:moveTo>
                    <a:pt x="54712" y="1679636"/>
                  </a:moveTo>
                  <a:lnTo>
                    <a:pt x="116124" y="1630587"/>
                  </a:lnTo>
                  <a:lnTo>
                    <a:pt x="168509" y="1611241"/>
                  </a:lnTo>
                  <a:close/>
                  <a:moveTo>
                    <a:pt x="454057" y="1708986"/>
                  </a:moveTo>
                  <a:lnTo>
                    <a:pt x="443958" y="1694464"/>
                  </a:lnTo>
                  <a:lnTo>
                    <a:pt x="462337" y="1776679"/>
                  </a:lnTo>
                  <a:close/>
                  <a:moveTo>
                    <a:pt x="1129171" y="2681045"/>
                  </a:moveTo>
                  <a:lnTo>
                    <a:pt x="1141936" y="2714410"/>
                  </a:lnTo>
                  <a:lnTo>
                    <a:pt x="1203437" y="2757542"/>
                  </a:lnTo>
                  <a:close/>
                  <a:moveTo>
                    <a:pt x="1183057" y="2580888"/>
                  </a:moveTo>
                  <a:lnTo>
                    <a:pt x="1252175" y="2661111"/>
                  </a:lnTo>
                  <a:lnTo>
                    <a:pt x="1258674" y="2580004"/>
                  </a:lnTo>
                  <a:close/>
                  <a:moveTo>
                    <a:pt x="322549" y="1693311"/>
                  </a:moveTo>
                  <a:lnTo>
                    <a:pt x="337553" y="1612249"/>
                  </a:lnTo>
                  <a:lnTo>
                    <a:pt x="321199" y="1595720"/>
                  </a:lnTo>
                  <a:close/>
                  <a:moveTo>
                    <a:pt x="702953" y="1727913"/>
                  </a:moveTo>
                  <a:lnTo>
                    <a:pt x="831460" y="1772355"/>
                  </a:lnTo>
                  <a:lnTo>
                    <a:pt x="755430" y="1766747"/>
                  </a:lnTo>
                  <a:close/>
                  <a:moveTo>
                    <a:pt x="598134" y="1652445"/>
                  </a:moveTo>
                  <a:lnTo>
                    <a:pt x="688499" y="1731705"/>
                  </a:lnTo>
                  <a:lnTo>
                    <a:pt x="702953" y="1727913"/>
                  </a:lnTo>
                  <a:close/>
                  <a:moveTo>
                    <a:pt x="1716833" y="2638150"/>
                  </a:moveTo>
                  <a:lnTo>
                    <a:pt x="1724454" y="2647951"/>
                  </a:lnTo>
                  <a:lnTo>
                    <a:pt x="1681889" y="2578399"/>
                  </a:lnTo>
                  <a:close/>
                  <a:moveTo>
                    <a:pt x="880790" y="1844111"/>
                  </a:moveTo>
                  <a:lnTo>
                    <a:pt x="906802" y="1946451"/>
                  </a:lnTo>
                  <a:lnTo>
                    <a:pt x="910591" y="1864236"/>
                  </a:lnTo>
                  <a:close/>
                  <a:moveTo>
                    <a:pt x="880790" y="1844111"/>
                  </a:moveTo>
                  <a:lnTo>
                    <a:pt x="910591" y="1864236"/>
                  </a:lnTo>
                  <a:lnTo>
                    <a:pt x="836713" y="1791994"/>
                  </a:lnTo>
                  <a:close/>
                  <a:moveTo>
                    <a:pt x="826988" y="1661369"/>
                  </a:moveTo>
                  <a:lnTo>
                    <a:pt x="771514" y="1772267"/>
                  </a:lnTo>
                  <a:lnTo>
                    <a:pt x="831460" y="1772355"/>
                  </a:lnTo>
                  <a:close/>
                  <a:moveTo>
                    <a:pt x="1444473" y="2240614"/>
                  </a:moveTo>
                  <a:lnTo>
                    <a:pt x="1403625" y="2222477"/>
                  </a:lnTo>
                  <a:lnTo>
                    <a:pt x="1509619" y="2280654"/>
                  </a:lnTo>
                  <a:close/>
                  <a:moveTo>
                    <a:pt x="1562088" y="2314926"/>
                  </a:moveTo>
                  <a:lnTo>
                    <a:pt x="1672704" y="2362869"/>
                  </a:lnTo>
                  <a:lnTo>
                    <a:pt x="1622664" y="2349524"/>
                  </a:lnTo>
                  <a:close/>
                  <a:moveTo>
                    <a:pt x="867652" y="1554515"/>
                  </a:moveTo>
                  <a:lnTo>
                    <a:pt x="877887" y="1579155"/>
                  </a:lnTo>
                  <a:lnTo>
                    <a:pt x="843229" y="1474279"/>
                  </a:lnTo>
                  <a:close/>
                  <a:moveTo>
                    <a:pt x="843229" y="1474279"/>
                  </a:moveTo>
                  <a:lnTo>
                    <a:pt x="877887" y="1579155"/>
                  </a:lnTo>
                  <a:lnTo>
                    <a:pt x="951287" y="1511302"/>
                  </a:lnTo>
                  <a:close/>
                  <a:moveTo>
                    <a:pt x="1769537" y="2445084"/>
                  </a:moveTo>
                  <a:lnTo>
                    <a:pt x="1812443" y="2501762"/>
                  </a:lnTo>
                  <a:lnTo>
                    <a:pt x="1817499" y="2488863"/>
                  </a:lnTo>
                  <a:close/>
                  <a:moveTo>
                    <a:pt x="1622664" y="2349524"/>
                  </a:moveTo>
                  <a:lnTo>
                    <a:pt x="1743063" y="2305818"/>
                  </a:lnTo>
                  <a:lnTo>
                    <a:pt x="1667548" y="2302137"/>
                  </a:lnTo>
                  <a:close/>
                  <a:moveTo>
                    <a:pt x="1077848" y="1504815"/>
                  </a:moveTo>
                  <a:lnTo>
                    <a:pt x="985112" y="1519615"/>
                  </a:lnTo>
                  <a:lnTo>
                    <a:pt x="988014" y="1420066"/>
                  </a:lnTo>
                  <a:close/>
                  <a:moveTo>
                    <a:pt x="1023085" y="1501088"/>
                  </a:moveTo>
                  <a:lnTo>
                    <a:pt x="1077848" y="1504815"/>
                  </a:lnTo>
                  <a:lnTo>
                    <a:pt x="988014" y="1420066"/>
                  </a:lnTo>
                  <a:close/>
                  <a:moveTo>
                    <a:pt x="951287" y="1511302"/>
                  </a:moveTo>
                  <a:lnTo>
                    <a:pt x="1023085" y="1501088"/>
                  </a:lnTo>
                  <a:lnTo>
                    <a:pt x="988014" y="1420066"/>
                  </a:lnTo>
                  <a:close/>
                  <a:moveTo>
                    <a:pt x="308982" y="781777"/>
                  </a:moveTo>
                  <a:lnTo>
                    <a:pt x="413867" y="780237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397739" y="834967"/>
                  </a:lnTo>
                  <a:lnTo>
                    <a:pt x="467146" y="815813"/>
                  </a:lnTo>
                  <a:close/>
                  <a:moveTo>
                    <a:pt x="469979" y="795211"/>
                  </a:moveTo>
                  <a:lnTo>
                    <a:pt x="413867" y="780237"/>
                  </a:lnTo>
                  <a:lnTo>
                    <a:pt x="397739" y="834967"/>
                  </a:lnTo>
                  <a:close/>
                  <a:moveTo>
                    <a:pt x="413867" y="780237"/>
                  </a:moveTo>
                  <a:lnTo>
                    <a:pt x="469979" y="795211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497025" y="712323"/>
                  </a:lnTo>
                  <a:lnTo>
                    <a:pt x="418340" y="696791"/>
                  </a:lnTo>
                  <a:close/>
                  <a:moveTo>
                    <a:pt x="1792951" y="2048238"/>
                  </a:moveTo>
                  <a:lnTo>
                    <a:pt x="1799369" y="2143113"/>
                  </a:lnTo>
                  <a:lnTo>
                    <a:pt x="1744206" y="2094889"/>
                  </a:lnTo>
                  <a:close/>
                  <a:moveTo>
                    <a:pt x="1624341" y="1964038"/>
                  </a:moveTo>
                  <a:lnTo>
                    <a:pt x="1714299" y="1983071"/>
                  </a:lnTo>
                  <a:lnTo>
                    <a:pt x="1639215" y="1981003"/>
                  </a:lnTo>
                  <a:close/>
                  <a:moveTo>
                    <a:pt x="1320254" y="1748927"/>
                  </a:moveTo>
                  <a:lnTo>
                    <a:pt x="1356441" y="1710491"/>
                  </a:lnTo>
                  <a:lnTo>
                    <a:pt x="1335801" y="1831142"/>
                  </a:lnTo>
                  <a:close/>
                  <a:moveTo>
                    <a:pt x="1336384" y="1628275"/>
                  </a:moveTo>
                  <a:lnTo>
                    <a:pt x="1356441" y="1710491"/>
                  </a:lnTo>
                  <a:lnTo>
                    <a:pt x="1348277" y="1666712"/>
                  </a:lnTo>
                  <a:close/>
                  <a:moveTo>
                    <a:pt x="1336384" y="1628275"/>
                  </a:moveTo>
                  <a:lnTo>
                    <a:pt x="1348277" y="1666712"/>
                  </a:lnTo>
                  <a:lnTo>
                    <a:pt x="1386162" y="1592195"/>
                  </a:lnTo>
                  <a:close/>
                  <a:moveTo>
                    <a:pt x="771515" y="971528"/>
                  </a:moveTo>
                  <a:lnTo>
                    <a:pt x="773391" y="1008991"/>
                  </a:lnTo>
                  <a:lnTo>
                    <a:pt x="771855" y="967348"/>
                  </a:lnTo>
                  <a:close/>
                  <a:moveTo>
                    <a:pt x="535740" y="641871"/>
                  </a:moveTo>
                  <a:lnTo>
                    <a:pt x="531737" y="641694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35740" y="641871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71809" y="713270"/>
                  </a:lnTo>
                  <a:lnTo>
                    <a:pt x="535740" y="641871"/>
                  </a:lnTo>
                  <a:close/>
                  <a:moveTo>
                    <a:pt x="439637" y="395049"/>
                  </a:moveTo>
                  <a:lnTo>
                    <a:pt x="391667" y="381861"/>
                  </a:lnTo>
                  <a:lnTo>
                    <a:pt x="336591" y="391142"/>
                  </a:lnTo>
                  <a:close/>
                  <a:moveTo>
                    <a:pt x="1717903" y="1948566"/>
                  </a:moveTo>
                  <a:lnTo>
                    <a:pt x="1645848" y="1946554"/>
                  </a:lnTo>
                  <a:lnTo>
                    <a:pt x="1639215" y="1981003"/>
                  </a:lnTo>
                  <a:close/>
                  <a:moveTo>
                    <a:pt x="1645848" y="1946554"/>
                  </a:moveTo>
                  <a:lnTo>
                    <a:pt x="1717903" y="1948566"/>
                  </a:lnTo>
                  <a:lnTo>
                    <a:pt x="1649855" y="1843204"/>
                  </a:lnTo>
                  <a:close/>
                  <a:moveTo>
                    <a:pt x="1627431" y="1761342"/>
                  </a:moveTo>
                  <a:lnTo>
                    <a:pt x="1649855" y="1843204"/>
                  </a:lnTo>
                  <a:lnTo>
                    <a:pt x="1682170" y="1874921"/>
                  </a:lnTo>
                  <a:close/>
                  <a:moveTo>
                    <a:pt x="1394663" y="1529117"/>
                  </a:moveTo>
                  <a:lnTo>
                    <a:pt x="1336384" y="1628275"/>
                  </a:lnTo>
                  <a:lnTo>
                    <a:pt x="1386162" y="1592195"/>
                  </a:lnTo>
                  <a:close/>
                  <a:moveTo>
                    <a:pt x="535740" y="641871"/>
                  </a:moveTo>
                  <a:lnTo>
                    <a:pt x="535927" y="641504"/>
                  </a:lnTo>
                  <a:lnTo>
                    <a:pt x="531737" y="641694"/>
                  </a:lnTo>
                  <a:close/>
                  <a:moveTo>
                    <a:pt x="535927" y="641504"/>
                  </a:moveTo>
                  <a:lnTo>
                    <a:pt x="535740" y="641871"/>
                  </a:lnTo>
                  <a:lnTo>
                    <a:pt x="536047" y="641694"/>
                  </a:lnTo>
                  <a:close/>
                  <a:moveTo>
                    <a:pt x="571797" y="561478"/>
                  </a:moveTo>
                  <a:lnTo>
                    <a:pt x="536047" y="641694"/>
                  </a:lnTo>
                  <a:lnTo>
                    <a:pt x="598925" y="599450"/>
                  </a:lnTo>
                  <a:close/>
                  <a:moveTo>
                    <a:pt x="2085287" y="2044693"/>
                  </a:moveTo>
                  <a:lnTo>
                    <a:pt x="2014264" y="1989498"/>
                  </a:lnTo>
                  <a:lnTo>
                    <a:pt x="2060197" y="2009948"/>
                  </a:lnTo>
                  <a:close/>
                  <a:moveTo>
                    <a:pt x="2101318" y="2118909"/>
                  </a:moveTo>
                  <a:lnTo>
                    <a:pt x="2187785" y="2208317"/>
                  </a:lnTo>
                  <a:lnTo>
                    <a:pt x="2111754" y="2126908"/>
                  </a:lnTo>
                  <a:close/>
                  <a:moveTo>
                    <a:pt x="2188229" y="2208937"/>
                  </a:moveTo>
                  <a:lnTo>
                    <a:pt x="2187785" y="2208317"/>
                  </a:lnTo>
                  <a:lnTo>
                    <a:pt x="2101318" y="2118909"/>
                  </a:lnTo>
                  <a:close/>
                  <a:moveTo>
                    <a:pt x="2188229" y="2208937"/>
                  </a:moveTo>
                  <a:lnTo>
                    <a:pt x="2188355" y="2209123"/>
                  </a:lnTo>
                  <a:lnTo>
                    <a:pt x="2187785" y="2208317"/>
                  </a:lnTo>
                  <a:close/>
                  <a:moveTo>
                    <a:pt x="1585656" y="1350350"/>
                  </a:moveTo>
                  <a:lnTo>
                    <a:pt x="1710203" y="1354273"/>
                  </a:lnTo>
                  <a:lnTo>
                    <a:pt x="1656368" y="1266320"/>
                  </a:lnTo>
                  <a:close/>
                  <a:moveTo>
                    <a:pt x="1839793" y="1509695"/>
                  </a:moveTo>
                  <a:lnTo>
                    <a:pt x="1882483" y="1595181"/>
                  </a:lnTo>
                  <a:lnTo>
                    <a:pt x="1842020" y="1512966"/>
                  </a:lnTo>
                  <a:close/>
                  <a:moveTo>
                    <a:pt x="1839793" y="1509695"/>
                  </a:moveTo>
                  <a:lnTo>
                    <a:pt x="1872094" y="1583528"/>
                  </a:lnTo>
                  <a:lnTo>
                    <a:pt x="1882483" y="1595181"/>
                  </a:lnTo>
                  <a:close/>
                  <a:moveTo>
                    <a:pt x="1558246" y="981239"/>
                  </a:moveTo>
                  <a:lnTo>
                    <a:pt x="1545363" y="1047953"/>
                  </a:lnTo>
                  <a:lnTo>
                    <a:pt x="1561764" y="1013990"/>
                  </a:lnTo>
                  <a:close/>
                  <a:moveTo>
                    <a:pt x="1561764" y="1013990"/>
                  </a:moveTo>
                  <a:lnTo>
                    <a:pt x="1545363" y="1047953"/>
                  </a:lnTo>
                  <a:lnTo>
                    <a:pt x="1545911" y="1066380"/>
                  </a:lnTo>
                  <a:close/>
                  <a:moveTo>
                    <a:pt x="1771864" y="1204051"/>
                  </a:moveTo>
                  <a:lnTo>
                    <a:pt x="1828338" y="1269977"/>
                  </a:lnTo>
                  <a:lnTo>
                    <a:pt x="1820460" y="1225136"/>
                  </a:lnTo>
                  <a:close/>
                  <a:moveTo>
                    <a:pt x="1820460" y="1225136"/>
                  </a:moveTo>
                  <a:lnTo>
                    <a:pt x="1828338" y="1269977"/>
                  </a:lnTo>
                  <a:lnTo>
                    <a:pt x="1824573" y="1227884"/>
                  </a:lnTo>
                  <a:close/>
                  <a:moveTo>
                    <a:pt x="1820460" y="1225136"/>
                  </a:moveTo>
                  <a:lnTo>
                    <a:pt x="1824573" y="1227884"/>
                  </a:lnTo>
                  <a:lnTo>
                    <a:pt x="1809951" y="1201231"/>
                  </a:lnTo>
                  <a:close/>
                  <a:moveTo>
                    <a:pt x="1198030" y="466779"/>
                  </a:moveTo>
                  <a:lnTo>
                    <a:pt x="1251499" y="506557"/>
                  </a:lnTo>
                  <a:lnTo>
                    <a:pt x="1217543" y="487948"/>
                  </a:lnTo>
                  <a:close/>
                  <a:moveTo>
                    <a:pt x="1288259" y="554108"/>
                  </a:moveTo>
                  <a:lnTo>
                    <a:pt x="1251499" y="506557"/>
                  </a:lnTo>
                  <a:lnTo>
                    <a:pt x="1198030" y="466779"/>
                  </a:lnTo>
                  <a:close/>
                  <a:moveTo>
                    <a:pt x="1216587" y="439483"/>
                  </a:moveTo>
                  <a:lnTo>
                    <a:pt x="1217543" y="487948"/>
                  </a:lnTo>
                  <a:lnTo>
                    <a:pt x="1244065" y="478767"/>
                  </a:lnTo>
                  <a:close/>
                  <a:moveTo>
                    <a:pt x="1153944" y="82215"/>
                  </a:moveTo>
                  <a:lnTo>
                    <a:pt x="1103530" y="38436"/>
                  </a:lnTo>
                  <a:lnTo>
                    <a:pt x="1109012" y="0"/>
                  </a:lnTo>
                  <a:close/>
                  <a:moveTo>
                    <a:pt x="1547639" y="224736"/>
                  </a:moveTo>
                  <a:lnTo>
                    <a:pt x="1494683" y="208209"/>
                  </a:lnTo>
                  <a:lnTo>
                    <a:pt x="1493553" y="208636"/>
                  </a:lnTo>
                  <a:close/>
                  <a:moveTo>
                    <a:pt x="1379689" y="276782"/>
                  </a:moveTo>
                  <a:lnTo>
                    <a:pt x="1459761" y="297497"/>
                  </a:lnTo>
                  <a:lnTo>
                    <a:pt x="1493553" y="208636"/>
                  </a:lnTo>
                  <a:close/>
                  <a:moveTo>
                    <a:pt x="1759873" y="213551"/>
                  </a:moveTo>
                  <a:lnTo>
                    <a:pt x="1812838" y="295766"/>
                  </a:lnTo>
                  <a:lnTo>
                    <a:pt x="1766239" y="25198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68" name="Candidate_density__2087">
              <a:extLst>
                <a:ext uri="{FF2B5EF4-FFF2-40B4-BE49-F238E27FC236}">
                  <a16:creationId xmlns:a16="http://schemas.microsoft.com/office/drawing/2014/main" id="{CB7F7319-96C5-050E-9D4A-87A2861DE498}"/>
                </a:ext>
              </a:extLst>
            </p:cNvPr>
            <p:cNvSpPr>
              <a:spLocks noGrp="1"/>
            </p:cNvSpPr>
            <p:nvPr/>
          </p:nvSpPr>
          <p:spPr>
            <a:xfrm>
              <a:off x="4453485" y="1913888"/>
              <a:ext cx="2117010" cy="2987143"/>
            </a:xfrm>
            <a:custGeom>
              <a:avLst/>
              <a:gdLst/>
              <a:ahLst/>
              <a:cxnLst/>
              <a:rect l="0" t="0" r="0" b="0"/>
              <a:pathLst>
                <a:path w="2117010" h="2987143">
                  <a:moveTo>
                    <a:pt x="630150" y="2980801"/>
                  </a:moveTo>
                  <a:lnTo>
                    <a:pt x="630369" y="2985597"/>
                  </a:lnTo>
                  <a:lnTo>
                    <a:pt x="637963" y="2987143"/>
                  </a:lnTo>
                  <a:close/>
                  <a:moveTo>
                    <a:pt x="648245" y="2980801"/>
                  </a:moveTo>
                  <a:lnTo>
                    <a:pt x="637963" y="2987143"/>
                  </a:lnTo>
                  <a:lnTo>
                    <a:pt x="630369" y="2985597"/>
                  </a:lnTo>
                  <a:close/>
                  <a:moveTo>
                    <a:pt x="693197" y="2942365"/>
                  </a:moveTo>
                  <a:lnTo>
                    <a:pt x="648245" y="2980801"/>
                  </a:lnTo>
                  <a:lnTo>
                    <a:pt x="755196" y="2931596"/>
                  </a:lnTo>
                  <a:close/>
                  <a:moveTo>
                    <a:pt x="777257" y="2860150"/>
                  </a:moveTo>
                  <a:lnTo>
                    <a:pt x="850735" y="2821714"/>
                  </a:lnTo>
                  <a:lnTo>
                    <a:pt x="798103" y="2876817"/>
                  </a:lnTo>
                  <a:close/>
                  <a:moveTo>
                    <a:pt x="797454" y="2810260"/>
                  </a:moveTo>
                  <a:lnTo>
                    <a:pt x="850735" y="2821714"/>
                  </a:lnTo>
                  <a:lnTo>
                    <a:pt x="839887" y="2736262"/>
                  </a:lnTo>
                  <a:close/>
                  <a:moveTo>
                    <a:pt x="783704" y="2721346"/>
                  </a:moveTo>
                  <a:lnTo>
                    <a:pt x="839887" y="2736262"/>
                  </a:lnTo>
                  <a:lnTo>
                    <a:pt x="830928" y="2643453"/>
                  </a:lnTo>
                  <a:close/>
                  <a:moveTo>
                    <a:pt x="51874" y="1651560"/>
                  </a:moveTo>
                  <a:lnTo>
                    <a:pt x="0" y="1733232"/>
                  </a:lnTo>
                  <a:lnTo>
                    <a:pt x="76407" y="1731707"/>
                  </a:lnTo>
                  <a:close/>
                  <a:moveTo>
                    <a:pt x="467516" y="2196071"/>
                  </a:moveTo>
                  <a:lnTo>
                    <a:pt x="458353" y="2227318"/>
                  </a:lnTo>
                  <a:lnTo>
                    <a:pt x="482477" y="2207771"/>
                  </a:lnTo>
                  <a:close/>
                  <a:moveTo>
                    <a:pt x="484095" y="2108362"/>
                  </a:moveTo>
                  <a:lnTo>
                    <a:pt x="542833" y="2095340"/>
                  </a:lnTo>
                  <a:lnTo>
                    <a:pt x="515422" y="2087120"/>
                  </a:lnTo>
                  <a:close/>
                  <a:moveTo>
                    <a:pt x="484095" y="2108362"/>
                  </a:moveTo>
                  <a:lnTo>
                    <a:pt x="520145" y="2179690"/>
                  </a:lnTo>
                  <a:lnTo>
                    <a:pt x="542833" y="2095340"/>
                  </a:lnTo>
                  <a:close/>
                  <a:moveTo>
                    <a:pt x="467516" y="2196071"/>
                  </a:moveTo>
                  <a:lnTo>
                    <a:pt x="520145" y="2179690"/>
                  </a:lnTo>
                  <a:lnTo>
                    <a:pt x="484095" y="2108362"/>
                  </a:lnTo>
                  <a:close/>
                  <a:moveTo>
                    <a:pt x="482477" y="2207771"/>
                  </a:moveTo>
                  <a:lnTo>
                    <a:pt x="520145" y="2179690"/>
                  </a:lnTo>
                  <a:lnTo>
                    <a:pt x="467516" y="2196071"/>
                  </a:lnTo>
                  <a:close/>
                  <a:moveTo>
                    <a:pt x="600049" y="2109416"/>
                  </a:moveTo>
                  <a:lnTo>
                    <a:pt x="542833" y="2095340"/>
                  </a:lnTo>
                  <a:lnTo>
                    <a:pt x="520145" y="2179690"/>
                  </a:lnTo>
                  <a:close/>
                  <a:moveTo>
                    <a:pt x="515422" y="2087120"/>
                  </a:moveTo>
                  <a:lnTo>
                    <a:pt x="542833" y="2095340"/>
                  </a:lnTo>
                  <a:lnTo>
                    <a:pt x="547029" y="2065003"/>
                  </a:lnTo>
                  <a:close/>
                  <a:moveTo>
                    <a:pt x="579762" y="2004904"/>
                  </a:moveTo>
                  <a:lnTo>
                    <a:pt x="590220" y="2011285"/>
                  </a:lnTo>
                  <a:lnTo>
                    <a:pt x="547029" y="2065003"/>
                  </a:lnTo>
                  <a:close/>
                  <a:moveTo>
                    <a:pt x="249744" y="1390962"/>
                  </a:moveTo>
                  <a:lnTo>
                    <a:pt x="252540" y="1352526"/>
                  </a:lnTo>
                  <a:lnTo>
                    <a:pt x="259390" y="1473177"/>
                  </a:lnTo>
                  <a:close/>
                  <a:moveTo>
                    <a:pt x="813354" y="1845816"/>
                  </a:moveTo>
                  <a:lnTo>
                    <a:pt x="844449" y="1731631"/>
                  </a:lnTo>
                  <a:lnTo>
                    <a:pt x="832427" y="1725165"/>
                  </a:lnTo>
                  <a:close/>
                  <a:moveTo>
                    <a:pt x="813354" y="1845816"/>
                  </a:moveTo>
                  <a:lnTo>
                    <a:pt x="832427" y="1725165"/>
                  </a:lnTo>
                  <a:lnTo>
                    <a:pt x="828638" y="1807380"/>
                  </a:lnTo>
                  <a:close/>
                  <a:moveTo>
                    <a:pt x="766976" y="1533838"/>
                  </a:moveTo>
                  <a:lnTo>
                    <a:pt x="748825" y="1522298"/>
                  </a:lnTo>
                  <a:lnTo>
                    <a:pt x="753297" y="1633283"/>
                  </a:lnTo>
                  <a:close/>
                  <a:moveTo>
                    <a:pt x="766976" y="1533838"/>
                  </a:moveTo>
                  <a:lnTo>
                    <a:pt x="753297" y="1633283"/>
                  </a:lnTo>
                  <a:lnTo>
                    <a:pt x="781710" y="1560735"/>
                  </a:lnTo>
                  <a:close/>
                  <a:moveTo>
                    <a:pt x="748825" y="1522298"/>
                  </a:moveTo>
                  <a:lnTo>
                    <a:pt x="766976" y="1533838"/>
                  </a:lnTo>
                  <a:lnTo>
                    <a:pt x="773270" y="1492756"/>
                  </a:lnTo>
                  <a:close/>
                  <a:moveTo>
                    <a:pt x="1423522" y="2180019"/>
                  </a:moveTo>
                  <a:lnTo>
                    <a:pt x="1445593" y="2246517"/>
                  </a:lnTo>
                  <a:lnTo>
                    <a:pt x="1456259" y="2262234"/>
                  </a:lnTo>
                  <a:close/>
                  <a:moveTo>
                    <a:pt x="1544500" y="2210453"/>
                  </a:moveTo>
                  <a:lnTo>
                    <a:pt x="1445593" y="2246517"/>
                  </a:lnTo>
                  <a:lnTo>
                    <a:pt x="1423522" y="2180019"/>
                  </a:lnTo>
                  <a:close/>
                  <a:moveTo>
                    <a:pt x="789489" y="1415444"/>
                  </a:moveTo>
                  <a:lnTo>
                    <a:pt x="773270" y="1492756"/>
                  </a:lnTo>
                  <a:lnTo>
                    <a:pt x="799724" y="1440083"/>
                  </a:lnTo>
                  <a:close/>
                  <a:moveTo>
                    <a:pt x="873124" y="1372230"/>
                  </a:moveTo>
                  <a:lnTo>
                    <a:pt x="799724" y="1440083"/>
                  </a:lnTo>
                  <a:lnTo>
                    <a:pt x="819019" y="1385148"/>
                  </a:lnTo>
                  <a:close/>
                  <a:moveTo>
                    <a:pt x="819019" y="1385148"/>
                  </a:moveTo>
                  <a:lnTo>
                    <a:pt x="944922" y="1362016"/>
                  </a:lnTo>
                  <a:lnTo>
                    <a:pt x="873124" y="1372230"/>
                  </a:lnTo>
                  <a:close/>
                  <a:moveTo>
                    <a:pt x="93303" y="616957"/>
                  </a:moveTo>
                  <a:lnTo>
                    <a:pt x="230818" y="642706"/>
                  </a:lnTo>
                  <a:lnTo>
                    <a:pt x="156737" y="644387"/>
                  </a:lnTo>
                  <a:close/>
                  <a:moveTo>
                    <a:pt x="1242091" y="1609855"/>
                  </a:moveTo>
                  <a:lnTo>
                    <a:pt x="1257638" y="1692070"/>
                  </a:lnTo>
                  <a:lnTo>
                    <a:pt x="1222033" y="1648292"/>
                  </a:lnTo>
                  <a:close/>
                  <a:moveTo>
                    <a:pt x="1987955" y="2323421"/>
                  </a:moveTo>
                  <a:lnTo>
                    <a:pt x="1888584" y="2349791"/>
                  </a:lnTo>
                  <a:lnTo>
                    <a:pt x="1974936" y="2319316"/>
                  </a:lnTo>
                  <a:close/>
                  <a:moveTo>
                    <a:pt x="1974936" y="2319316"/>
                  </a:moveTo>
                  <a:lnTo>
                    <a:pt x="1888584" y="2349791"/>
                  </a:lnTo>
                  <a:lnTo>
                    <a:pt x="1930551" y="2323998"/>
                  </a:lnTo>
                  <a:close/>
                  <a:moveTo>
                    <a:pt x="1987955" y="2323421"/>
                  </a:moveTo>
                  <a:lnTo>
                    <a:pt x="1974936" y="2319316"/>
                  </a:lnTo>
                  <a:lnTo>
                    <a:pt x="2026849" y="2405383"/>
                  </a:lnTo>
                  <a:close/>
                  <a:moveTo>
                    <a:pt x="2073552" y="2364797"/>
                  </a:moveTo>
                  <a:lnTo>
                    <a:pt x="1987955" y="2323421"/>
                  </a:lnTo>
                  <a:lnTo>
                    <a:pt x="2026849" y="2405383"/>
                  </a:lnTo>
                  <a:close/>
                  <a:moveTo>
                    <a:pt x="1546178" y="1824967"/>
                  </a:moveTo>
                  <a:lnTo>
                    <a:pt x="1504182" y="1844506"/>
                  </a:lnTo>
                  <a:lnTo>
                    <a:pt x="1604007" y="1735850"/>
                  </a:lnTo>
                  <a:close/>
                  <a:moveTo>
                    <a:pt x="1278277" y="1571419"/>
                  </a:moveTo>
                  <a:lnTo>
                    <a:pt x="1242091" y="1609855"/>
                  </a:lnTo>
                  <a:lnTo>
                    <a:pt x="1270114" y="1527640"/>
                  </a:lnTo>
                  <a:close/>
                  <a:moveTo>
                    <a:pt x="457577" y="502799"/>
                  </a:moveTo>
                  <a:lnTo>
                    <a:pt x="512193" y="518775"/>
                  </a:lnTo>
                  <a:lnTo>
                    <a:pt x="457883" y="502623"/>
                  </a:lnTo>
                  <a:close/>
                  <a:moveTo>
                    <a:pt x="493646" y="574199"/>
                  </a:moveTo>
                  <a:lnTo>
                    <a:pt x="512193" y="518775"/>
                  </a:lnTo>
                  <a:lnTo>
                    <a:pt x="457577" y="502799"/>
                  </a:lnTo>
                  <a:close/>
                  <a:moveTo>
                    <a:pt x="457883" y="502623"/>
                  </a:moveTo>
                  <a:lnTo>
                    <a:pt x="512193" y="518775"/>
                  </a:lnTo>
                  <a:lnTo>
                    <a:pt x="520762" y="460379"/>
                  </a:lnTo>
                  <a:close/>
                  <a:moveTo>
                    <a:pt x="2094267" y="2282894"/>
                  </a:moveTo>
                  <a:lnTo>
                    <a:pt x="1987955" y="2323421"/>
                  </a:lnTo>
                  <a:lnTo>
                    <a:pt x="2073552" y="2364797"/>
                  </a:lnTo>
                  <a:close/>
                  <a:moveTo>
                    <a:pt x="2094267" y="2282894"/>
                  </a:moveTo>
                  <a:lnTo>
                    <a:pt x="2007523" y="2292823"/>
                  </a:lnTo>
                  <a:lnTo>
                    <a:pt x="1987955" y="2323421"/>
                  </a:lnTo>
                  <a:close/>
                  <a:moveTo>
                    <a:pt x="2007523" y="2292823"/>
                  </a:moveTo>
                  <a:lnTo>
                    <a:pt x="2094267" y="2282894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92156" y="2219151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73552" y="2364797"/>
                  </a:lnTo>
                  <a:lnTo>
                    <a:pt x="2099990" y="2311355"/>
                  </a:lnTo>
                  <a:close/>
                  <a:moveTo>
                    <a:pt x="2094267" y="2282894"/>
                  </a:moveTo>
                  <a:lnTo>
                    <a:pt x="2117010" y="2248620"/>
                  </a:lnTo>
                  <a:lnTo>
                    <a:pt x="2092156" y="2219151"/>
                  </a:lnTo>
                  <a:close/>
                  <a:moveTo>
                    <a:pt x="757126" y="786791"/>
                  </a:moveTo>
                  <a:lnTo>
                    <a:pt x="802863" y="742591"/>
                  </a:lnTo>
                  <a:lnTo>
                    <a:pt x="693692" y="828277"/>
                  </a:lnTo>
                  <a:close/>
                  <a:moveTo>
                    <a:pt x="493634" y="422406"/>
                  </a:moveTo>
                  <a:lnTo>
                    <a:pt x="520762" y="460379"/>
                  </a:lnTo>
                  <a:lnTo>
                    <a:pt x="569138" y="426047"/>
                  </a:lnTo>
                  <a:close/>
                  <a:moveTo>
                    <a:pt x="520762" y="460379"/>
                  </a:moveTo>
                  <a:lnTo>
                    <a:pt x="595534" y="461280"/>
                  </a:lnTo>
                  <a:lnTo>
                    <a:pt x="638640" y="407242"/>
                  </a:lnTo>
                  <a:close/>
                  <a:moveTo>
                    <a:pt x="569138" y="426047"/>
                  </a:moveTo>
                  <a:lnTo>
                    <a:pt x="520762" y="460379"/>
                  </a:lnTo>
                  <a:lnTo>
                    <a:pt x="638640" y="407242"/>
                  </a:lnTo>
                  <a:close/>
                  <a:moveTo>
                    <a:pt x="313504" y="242789"/>
                  </a:moveTo>
                  <a:lnTo>
                    <a:pt x="361474" y="255977"/>
                  </a:lnTo>
                  <a:lnTo>
                    <a:pt x="332948" y="243037"/>
                  </a:lnTo>
                  <a:close/>
                  <a:moveTo>
                    <a:pt x="657006" y="361545"/>
                  </a:moveTo>
                  <a:lnTo>
                    <a:pt x="569138" y="426047"/>
                  </a:lnTo>
                  <a:lnTo>
                    <a:pt x="638640" y="407242"/>
                  </a:lnTo>
                  <a:close/>
                  <a:moveTo>
                    <a:pt x="657006" y="361545"/>
                  </a:moveTo>
                  <a:lnTo>
                    <a:pt x="670508" y="311193"/>
                  </a:lnTo>
                  <a:lnTo>
                    <a:pt x="602656" y="336165"/>
                  </a:lnTo>
                  <a:close/>
                  <a:moveTo>
                    <a:pt x="657006" y="361545"/>
                  </a:moveTo>
                  <a:lnTo>
                    <a:pt x="638640" y="407242"/>
                  </a:lnTo>
                  <a:lnTo>
                    <a:pt x="673146" y="381971"/>
                  </a:lnTo>
                  <a:close/>
                  <a:moveTo>
                    <a:pt x="670508" y="311193"/>
                  </a:moveTo>
                  <a:lnTo>
                    <a:pt x="707680" y="280846"/>
                  </a:lnTo>
                  <a:lnTo>
                    <a:pt x="703086" y="261320"/>
                  </a:lnTo>
                  <a:close/>
                  <a:moveTo>
                    <a:pt x="657006" y="361545"/>
                  </a:moveTo>
                  <a:lnTo>
                    <a:pt x="695513" y="341227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07756" y="235254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17481" y="222883"/>
                  </a:lnTo>
                  <a:lnTo>
                    <a:pt x="707756" y="235254"/>
                  </a:lnTo>
                  <a:close/>
                  <a:moveTo>
                    <a:pt x="1793930" y="1444457"/>
                  </a:moveTo>
                  <a:lnTo>
                    <a:pt x="1793698" y="1508834"/>
                  </a:lnTo>
                  <a:lnTo>
                    <a:pt x="1804319" y="1456110"/>
                  </a:lnTo>
                  <a:close/>
                  <a:moveTo>
                    <a:pt x="1756236" y="1171028"/>
                  </a:moveTo>
                  <a:lnTo>
                    <a:pt x="1750175" y="1130905"/>
                  </a:lnTo>
                  <a:lnTo>
                    <a:pt x="1733727" y="1132591"/>
                  </a:lnTo>
                  <a:close/>
                  <a:moveTo>
                    <a:pt x="1119866" y="327707"/>
                  </a:moveTo>
                  <a:lnTo>
                    <a:pt x="1139379" y="348877"/>
                  </a:lnTo>
                  <a:lnTo>
                    <a:pt x="1138423" y="300411"/>
                  </a:lnTo>
                  <a:close/>
                  <a:moveTo>
                    <a:pt x="1138423" y="300411"/>
                  </a:moveTo>
                  <a:lnTo>
                    <a:pt x="1165902" y="339695"/>
                  </a:lnTo>
                  <a:lnTo>
                    <a:pt x="1199312" y="249406"/>
                  </a:lnTo>
                  <a:close/>
                  <a:moveTo>
                    <a:pt x="1254865" y="239048"/>
                  </a:moveTo>
                  <a:lnTo>
                    <a:pt x="1222120" y="228225"/>
                  </a:lnTo>
                  <a:lnTo>
                    <a:pt x="1199312" y="249406"/>
                  </a:lnTo>
                  <a:close/>
                  <a:moveTo>
                    <a:pt x="890600" y="92636"/>
                  </a:moveTo>
                  <a:lnTo>
                    <a:pt x="892810" y="63795"/>
                  </a:lnTo>
                  <a:lnTo>
                    <a:pt x="876600" y="94016"/>
                  </a:lnTo>
                  <a:close/>
                  <a:moveTo>
                    <a:pt x="810482" y="97178"/>
                  </a:moveTo>
                  <a:lnTo>
                    <a:pt x="831156" y="102232"/>
                  </a:lnTo>
                  <a:lnTo>
                    <a:pt x="876600" y="94016"/>
                  </a:lnTo>
                  <a:close/>
                  <a:moveTo>
                    <a:pt x="1415390" y="69565"/>
                  </a:moveTo>
                  <a:lnTo>
                    <a:pt x="1416520" y="69137"/>
                  </a:lnTo>
                  <a:lnTo>
                    <a:pt x="1415733" y="68765"/>
                  </a:lnTo>
                  <a:close/>
                  <a:moveTo>
                    <a:pt x="1455119" y="2899"/>
                  </a:moveTo>
                  <a:lnTo>
                    <a:pt x="1415733" y="68765"/>
                  </a:lnTo>
                  <a:lnTo>
                    <a:pt x="1528873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69" name="Candidate_density__2088">
              <a:extLst>
                <a:ext uri="{FF2B5EF4-FFF2-40B4-BE49-F238E27FC236}">
                  <a16:creationId xmlns:a16="http://schemas.microsoft.com/office/drawing/2014/main" id="{754D9C9D-16F0-BC13-88C6-750AA8D8DE91}"/>
                </a:ext>
              </a:extLst>
            </p:cNvPr>
            <p:cNvSpPr>
              <a:spLocks noGrp="1"/>
            </p:cNvSpPr>
            <p:nvPr/>
          </p:nvSpPr>
          <p:spPr>
            <a:xfrm>
              <a:off x="4328954" y="1725669"/>
              <a:ext cx="2158122" cy="3169020"/>
            </a:xfrm>
            <a:custGeom>
              <a:avLst/>
              <a:gdLst/>
              <a:ahLst/>
              <a:cxnLst/>
              <a:rect l="0" t="0" r="0" b="0"/>
              <a:pathLst>
                <a:path w="2158122" h="3169020">
                  <a:moveTo>
                    <a:pt x="728204" y="3048368"/>
                  </a:moveTo>
                  <a:lnTo>
                    <a:pt x="754682" y="3169020"/>
                  </a:lnTo>
                  <a:lnTo>
                    <a:pt x="807116" y="3130584"/>
                  </a:lnTo>
                  <a:close/>
                  <a:moveTo>
                    <a:pt x="836880" y="3023071"/>
                  </a:moveTo>
                  <a:lnTo>
                    <a:pt x="879727" y="3119815"/>
                  </a:lnTo>
                  <a:lnTo>
                    <a:pt x="922634" y="3065035"/>
                  </a:lnTo>
                  <a:close/>
                  <a:moveTo>
                    <a:pt x="786882" y="2847538"/>
                  </a:moveTo>
                  <a:lnTo>
                    <a:pt x="768901" y="2801723"/>
                  </a:lnTo>
                  <a:lnTo>
                    <a:pt x="751387" y="2776303"/>
                  </a:lnTo>
                  <a:close/>
                  <a:moveTo>
                    <a:pt x="11456" y="1979572"/>
                  </a:moveTo>
                  <a:lnTo>
                    <a:pt x="46368" y="2061787"/>
                  </a:lnTo>
                  <a:lnTo>
                    <a:pt x="107316" y="1967299"/>
                  </a:lnTo>
                  <a:close/>
                  <a:moveTo>
                    <a:pt x="0" y="1962100"/>
                  </a:moveTo>
                  <a:lnTo>
                    <a:pt x="11456" y="1979572"/>
                  </a:lnTo>
                  <a:lnTo>
                    <a:pt x="107316" y="1967299"/>
                  </a:lnTo>
                  <a:close/>
                  <a:moveTo>
                    <a:pt x="908235" y="2909564"/>
                  </a:moveTo>
                  <a:lnTo>
                    <a:pt x="921985" y="2998478"/>
                  </a:lnTo>
                  <a:lnTo>
                    <a:pt x="964418" y="2924480"/>
                  </a:lnTo>
                  <a:close/>
                  <a:moveTo>
                    <a:pt x="908235" y="2909564"/>
                  </a:moveTo>
                  <a:lnTo>
                    <a:pt x="955459" y="2831671"/>
                  </a:lnTo>
                  <a:lnTo>
                    <a:pt x="895642" y="2819710"/>
                  </a:lnTo>
                  <a:close/>
                  <a:moveTo>
                    <a:pt x="200938" y="1919925"/>
                  </a:moveTo>
                  <a:lnTo>
                    <a:pt x="107316" y="1967299"/>
                  </a:lnTo>
                  <a:lnTo>
                    <a:pt x="189869" y="1997290"/>
                  </a:lnTo>
                  <a:close/>
                  <a:moveTo>
                    <a:pt x="53806" y="1656054"/>
                  </a:moveTo>
                  <a:lnTo>
                    <a:pt x="99498" y="1741617"/>
                  </a:lnTo>
                  <a:lnTo>
                    <a:pt x="101081" y="1728783"/>
                  </a:lnTo>
                  <a:close/>
                  <a:moveTo>
                    <a:pt x="1061550" y="2686413"/>
                  </a:moveTo>
                  <a:lnTo>
                    <a:pt x="1059069" y="2802625"/>
                  </a:lnTo>
                  <a:lnTo>
                    <a:pt x="1105087" y="2759475"/>
                  </a:lnTo>
                  <a:close/>
                  <a:moveTo>
                    <a:pt x="320418" y="1776331"/>
                  </a:moveTo>
                  <a:lnTo>
                    <a:pt x="283017" y="1713604"/>
                  </a:lnTo>
                  <a:lnTo>
                    <a:pt x="324006" y="1782048"/>
                  </a:lnTo>
                  <a:close/>
                  <a:moveTo>
                    <a:pt x="264910" y="1699832"/>
                  </a:moveTo>
                  <a:lnTo>
                    <a:pt x="283017" y="1713604"/>
                  </a:lnTo>
                  <a:lnTo>
                    <a:pt x="320418" y="1776331"/>
                  </a:lnTo>
                  <a:close/>
                  <a:moveTo>
                    <a:pt x="1137363" y="2647977"/>
                  </a:moveTo>
                  <a:lnTo>
                    <a:pt x="1163440" y="2683679"/>
                  </a:lnTo>
                  <a:lnTo>
                    <a:pt x="1175539" y="2730192"/>
                  </a:lnTo>
                  <a:close/>
                  <a:moveTo>
                    <a:pt x="1152739" y="2686413"/>
                  </a:moveTo>
                  <a:lnTo>
                    <a:pt x="1128823" y="2651230"/>
                  </a:lnTo>
                  <a:lnTo>
                    <a:pt x="1105087" y="2759475"/>
                  </a:lnTo>
                  <a:close/>
                  <a:moveTo>
                    <a:pt x="375990" y="1946478"/>
                  </a:moveTo>
                  <a:lnTo>
                    <a:pt x="416599" y="1825826"/>
                  </a:lnTo>
                  <a:lnTo>
                    <a:pt x="364484" y="1864262"/>
                  </a:lnTo>
                  <a:close/>
                  <a:moveTo>
                    <a:pt x="368917" y="1742458"/>
                  </a:moveTo>
                  <a:lnTo>
                    <a:pt x="285225" y="1708206"/>
                  </a:lnTo>
                  <a:lnTo>
                    <a:pt x="320418" y="1776331"/>
                  </a:lnTo>
                  <a:close/>
                  <a:moveTo>
                    <a:pt x="384570" y="1591544"/>
                  </a:moveTo>
                  <a:lnTo>
                    <a:pt x="374276" y="1579181"/>
                  </a:lnTo>
                  <a:lnTo>
                    <a:pt x="383921" y="1661396"/>
                  </a:lnTo>
                  <a:close/>
                  <a:moveTo>
                    <a:pt x="1322955" y="2691756"/>
                  </a:moveTo>
                  <a:lnTo>
                    <a:pt x="1298544" y="2710258"/>
                  </a:lnTo>
                  <a:lnTo>
                    <a:pt x="1229425" y="2630035"/>
                  </a:lnTo>
                  <a:close/>
                  <a:moveTo>
                    <a:pt x="1338474" y="2609541"/>
                  </a:moveTo>
                  <a:lnTo>
                    <a:pt x="1367858" y="2638676"/>
                  </a:lnTo>
                  <a:lnTo>
                    <a:pt x="1361699" y="2691756"/>
                  </a:lnTo>
                  <a:close/>
                  <a:moveTo>
                    <a:pt x="374276" y="1579181"/>
                  </a:moveTo>
                  <a:lnTo>
                    <a:pt x="307669" y="1513461"/>
                  </a:lnTo>
                  <a:lnTo>
                    <a:pt x="377072" y="1540744"/>
                  </a:lnTo>
                  <a:close/>
                  <a:moveTo>
                    <a:pt x="883081" y="1841141"/>
                  </a:moveTo>
                  <a:lnTo>
                    <a:pt x="956959" y="1913384"/>
                  </a:lnTo>
                  <a:lnTo>
                    <a:pt x="868955" y="1840484"/>
                  </a:lnTo>
                  <a:close/>
                  <a:moveTo>
                    <a:pt x="868955" y="1840484"/>
                  </a:moveTo>
                  <a:lnTo>
                    <a:pt x="956959" y="1913384"/>
                  </a:lnTo>
                  <a:lnTo>
                    <a:pt x="968980" y="1919850"/>
                  </a:lnTo>
                  <a:close/>
                  <a:moveTo>
                    <a:pt x="1728257" y="2627546"/>
                  </a:moveTo>
                  <a:lnTo>
                    <a:pt x="1665667" y="2617838"/>
                  </a:lnTo>
                  <a:lnTo>
                    <a:pt x="1763201" y="2687297"/>
                  </a:lnTo>
                  <a:close/>
                  <a:moveTo>
                    <a:pt x="1605212" y="2466802"/>
                  </a:moveTo>
                  <a:lnTo>
                    <a:pt x="1580790" y="2450453"/>
                  </a:lnTo>
                  <a:lnTo>
                    <a:pt x="1593856" y="2532668"/>
                  </a:lnTo>
                  <a:close/>
                  <a:moveTo>
                    <a:pt x="806972" y="1835236"/>
                  </a:moveTo>
                  <a:lnTo>
                    <a:pt x="927158" y="1893258"/>
                  </a:lnTo>
                  <a:lnTo>
                    <a:pt x="883081" y="1841141"/>
                  </a:lnTo>
                  <a:close/>
                  <a:moveTo>
                    <a:pt x="736978" y="1584523"/>
                  </a:moveTo>
                  <a:lnTo>
                    <a:pt x="676310" y="1625371"/>
                  </a:lnTo>
                  <a:lnTo>
                    <a:pt x="710357" y="1547961"/>
                  </a:lnTo>
                  <a:close/>
                  <a:moveTo>
                    <a:pt x="1570125" y="2434735"/>
                  </a:moveTo>
                  <a:lnTo>
                    <a:pt x="1593856" y="2532668"/>
                  </a:lnTo>
                  <a:lnTo>
                    <a:pt x="1580790" y="2450453"/>
                  </a:lnTo>
                  <a:close/>
                  <a:moveTo>
                    <a:pt x="1737334" y="2419982"/>
                  </a:moveTo>
                  <a:lnTo>
                    <a:pt x="1751433" y="2428095"/>
                  </a:lnTo>
                  <a:lnTo>
                    <a:pt x="1719072" y="2412016"/>
                  </a:lnTo>
                  <a:close/>
                  <a:moveTo>
                    <a:pt x="1751433" y="2428095"/>
                  </a:moveTo>
                  <a:lnTo>
                    <a:pt x="1737334" y="2419982"/>
                  </a:lnTo>
                  <a:lnTo>
                    <a:pt x="1815906" y="2494232"/>
                  </a:lnTo>
                  <a:close/>
                  <a:moveTo>
                    <a:pt x="1579991" y="2344417"/>
                  </a:moveTo>
                  <a:lnTo>
                    <a:pt x="1555987" y="2329801"/>
                  </a:lnTo>
                  <a:lnTo>
                    <a:pt x="1570125" y="2434735"/>
                  </a:lnTo>
                  <a:close/>
                  <a:moveTo>
                    <a:pt x="1579991" y="2344417"/>
                  </a:moveTo>
                  <a:lnTo>
                    <a:pt x="1570125" y="2434735"/>
                  </a:lnTo>
                  <a:lnTo>
                    <a:pt x="1669032" y="2398671"/>
                  </a:lnTo>
                  <a:close/>
                  <a:moveTo>
                    <a:pt x="1416027" y="2286022"/>
                  </a:moveTo>
                  <a:lnTo>
                    <a:pt x="1470365" y="2355154"/>
                  </a:lnTo>
                  <a:lnTo>
                    <a:pt x="1444379" y="2331249"/>
                  </a:lnTo>
                  <a:close/>
                  <a:moveTo>
                    <a:pt x="1464573" y="2286022"/>
                  </a:moveTo>
                  <a:lnTo>
                    <a:pt x="1444379" y="2331249"/>
                  </a:lnTo>
                  <a:lnTo>
                    <a:pt x="1555987" y="2329801"/>
                  </a:lnTo>
                  <a:close/>
                  <a:moveTo>
                    <a:pt x="889597" y="1523426"/>
                  </a:moveTo>
                  <a:lnTo>
                    <a:pt x="851275" y="1507019"/>
                  </a:lnTo>
                  <a:lnTo>
                    <a:pt x="800931" y="1434826"/>
                  </a:lnTo>
                  <a:close/>
                  <a:moveTo>
                    <a:pt x="702213" y="1354398"/>
                  </a:moveTo>
                  <a:lnTo>
                    <a:pt x="800931" y="1434826"/>
                  </a:lnTo>
                  <a:lnTo>
                    <a:pt x="736895" y="1381657"/>
                  </a:lnTo>
                  <a:close/>
                  <a:moveTo>
                    <a:pt x="736895" y="1381657"/>
                  </a:moveTo>
                  <a:lnTo>
                    <a:pt x="800931" y="1434826"/>
                  </a:lnTo>
                  <a:lnTo>
                    <a:pt x="745215" y="1389134"/>
                  </a:lnTo>
                  <a:close/>
                  <a:moveTo>
                    <a:pt x="524735" y="1037723"/>
                  </a:moveTo>
                  <a:lnTo>
                    <a:pt x="562904" y="1049618"/>
                  </a:lnTo>
                  <a:lnTo>
                    <a:pt x="585971" y="1135012"/>
                  </a:lnTo>
                  <a:close/>
                  <a:moveTo>
                    <a:pt x="506524" y="952436"/>
                  </a:moveTo>
                  <a:lnTo>
                    <a:pt x="513514" y="864961"/>
                  </a:lnTo>
                  <a:lnTo>
                    <a:pt x="444107" y="884114"/>
                  </a:lnTo>
                  <a:close/>
                  <a:moveTo>
                    <a:pt x="355350" y="830924"/>
                  </a:moveTo>
                  <a:lnTo>
                    <a:pt x="293036" y="804630"/>
                  </a:lnTo>
                  <a:lnTo>
                    <a:pt x="378005" y="849929"/>
                  </a:lnTo>
                  <a:close/>
                  <a:moveTo>
                    <a:pt x="300011" y="806151"/>
                  </a:moveTo>
                  <a:lnTo>
                    <a:pt x="310996" y="880294"/>
                  </a:lnTo>
                  <a:lnTo>
                    <a:pt x="378005" y="849929"/>
                  </a:lnTo>
                  <a:close/>
                  <a:moveTo>
                    <a:pt x="1719072" y="2412016"/>
                  </a:moveTo>
                  <a:lnTo>
                    <a:pt x="1751433" y="2428095"/>
                  </a:lnTo>
                  <a:lnTo>
                    <a:pt x="1762249" y="2399726"/>
                  </a:lnTo>
                  <a:close/>
                  <a:moveTo>
                    <a:pt x="1719072" y="2412016"/>
                  </a:moveTo>
                  <a:lnTo>
                    <a:pt x="1762249" y="2399726"/>
                  </a:lnTo>
                  <a:lnTo>
                    <a:pt x="1669032" y="2398671"/>
                  </a:lnTo>
                  <a:close/>
                  <a:moveTo>
                    <a:pt x="1669032" y="2398671"/>
                  </a:moveTo>
                  <a:lnTo>
                    <a:pt x="1762249" y="2399726"/>
                  </a:lnTo>
                  <a:lnTo>
                    <a:pt x="1789432" y="2354965"/>
                  </a:lnTo>
                  <a:close/>
                  <a:moveTo>
                    <a:pt x="1579991" y="2344417"/>
                  </a:moveTo>
                  <a:lnTo>
                    <a:pt x="1669032" y="2398671"/>
                  </a:lnTo>
                  <a:lnTo>
                    <a:pt x="1713916" y="2351284"/>
                  </a:lnTo>
                  <a:close/>
                  <a:moveTo>
                    <a:pt x="378005" y="849929"/>
                  </a:moveTo>
                  <a:lnTo>
                    <a:pt x="444107" y="884114"/>
                  </a:lnTo>
                  <a:lnTo>
                    <a:pt x="460235" y="829384"/>
                  </a:lnTo>
                  <a:close/>
                  <a:moveTo>
                    <a:pt x="378005" y="849929"/>
                  </a:moveTo>
                  <a:lnTo>
                    <a:pt x="460235" y="829384"/>
                  </a:lnTo>
                  <a:lnTo>
                    <a:pt x="355350" y="830924"/>
                  </a:lnTo>
                  <a:close/>
                  <a:moveTo>
                    <a:pt x="1505407" y="1962504"/>
                  </a:moveTo>
                  <a:lnTo>
                    <a:pt x="1491612" y="1998105"/>
                  </a:lnTo>
                  <a:lnTo>
                    <a:pt x="1543965" y="1994522"/>
                  </a:lnTo>
                  <a:close/>
                  <a:moveTo>
                    <a:pt x="1923182" y="2297722"/>
                  </a:moveTo>
                  <a:lnTo>
                    <a:pt x="1943372" y="2335144"/>
                  </a:lnTo>
                  <a:lnTo>
                    <a:pt x="1906525" y="2298897"/>
                  </a:lnTo>
                  <a:close/>
                  <a:moveTo>
                    <a:pt x="1906525" y="2298897"/>
                  </a:moveTo>
                  <a:lnTo>
                    <a:pt x="1875607" y="2368161"/>
                  </a:lnTo>
                  <a:lnTo>
                    <a:pt x="1923182" y="2297722"/>
                  </a:lnTo>
                  <a:close/>
                  <a:moveTo>
                    <a:pt x="1614388" y="2098475"/>
                  </a:moveTo>
                  <a:lnTo>
                    <a:pt x="1654858" y="2130474"/>
                  </a:lnTo>
                  <a:lnTo>
                    <a:pt x="1641903" y="2126935"/>
                  </a:lnTo>
                  <a:close/>
                  <a:moveTo>
                    <a:pt x="1804272" y="2209149"/>
                  </a:moveTo>
                  <a:lnTo>
                    <a:pt x="1744731" y="2126935"/>
                  </a:lnTo>
                  <a:lnTo>
                    <a:pt x="1790574" y="2144036"/>
                  </a:lnTo>
                  <a:close/>
                  <a:moveTo>
                    <a:pt x="1790574" y="2144036"/>
                  </a:moveTo>
                  <a:lnTo>
                    <a:pt x="1822779" y="2088498"/>
                  </a:lnTo>
                  <a:lnTo>
                    <a:pt x="1839319" y="2097385"/>
                  </a:lnTo>
                  <a:close/>
                  <a:moveTo>
                    <a:pt x="1730262" y="2025362"/>
                  </a:moveTo>
                  <a:lnTo>
                    <a:pt x="1760667" y="2032218"/>
                  </a:lnTo>
                  <a:lnTo>
                    <a:pt x="1670710" y="2013186"/>
                  </a:lnTo>
                  <a:close/>
                  <a:moveTo>
                    <a:pt x="1839319" y="2097385"/>
                  </a:moveTo>
                  <a:lnTo>
                    <a:pt x="1822779" y="2088498"/>
                  </a:lnTo>
                  <a:lnTo>
                    <a:pt x="1760667" y="2032218"/>
                  </a:lnTo>
                  <a:close/>
                  <a:moveTo>
                    <a:pt x="1730262" y="2025362"/>
                  </a:moveTo>
                  <a:lnTo>
                    <a:pt x="1670710" y="2013186"/>
                  </a:lnTo>
                  <a:lnTo>
                    <a:pt x="1728538" y="1924068"/>
                  </a:lnTo>
                  <a:close/>
                  <a:moveTo>
                    <a:pt x="438035" y="431008"/>
                  </a:moveTo>
                  <a:lnTo>
                    <a:pt x="352716" y="390675"/>
                  </a:lnTo>
                  <a:lnTo>
                    <a:pt x="382959" y="440289"/>
                  </a:lnTo>
                  <a:close/>
                  <a:moveTo>
                    <a:pt x="1673799" y="1810489"/>
                  </a:moveTo>
                  <a:lnTo>
                    <a:pt x="1728538" y="1924068"/>
                  </a:lnTo>
                  <a:lnTo>
                    <a:pt x="1706151" y="1841853"/>
                  </a:lnTo>
                  <a:close/>
                  <a:moveTo>
                    <a:pt x="1375092" y="1671373"/>
                  </a:moveTo>
                  <a:lnTo>
                    <a:pt x="1382752" y="1677422"/>
                  </a:lnTo>
                  <a:lnTo>
                    <a:pt x="1441031" y="1578264"/>
                  </a:lnTo>
                  <a:close/>
                  <a:moveTo>
                    <a:pt x="1518705" y="1575709"/>
                  </a:moveTo>
                  <a:lnTo>
                    <a:pt x="1432530" y="1641342"/>
                  </a:lnTo>
                  <a:lnTo>
                    <a:pt x="1509204" y="1649355"/>
                  </a:lnTo>
                  <a:close/>
                  <a:moveTo>
                    <a:pt x="1518705" y="1575709"/>
                  </a:moveTo>
                  <a:lnTo>
                    <a:pt x="1441031" y="1578264"/>
                  </a:lnTo>
                  <a:lnTo>
                    <a:pt x="1432530" y="1641342"/>
                  </a:lnTo>
                  <a:close/>
                  <a:moveTo>
                    <a:pt x="2060632" y="2038645"/>
                  </a:moveTo>
                  <a:lnTo>
                    <a:pt x="2016222" y="2014158"/>
                  </a:lnTo>
                  <a:lnTo>
                    <a:pt x="2106565" y="2059095"/>
                  </a:lnTo>
                  <a:close/>
                  <a:moveTo>
                    <a:pt x="1617839" y="1455614"/>
                  </a:moveTo>
                  <a:lnTo>
                    <a:pt x="1542330" y="1456410"/>
                  </a:lnTo>
                  <a:lnTo>
                    <a:pt x="1532457" y="1521089"/>
                  </a:lnTo>
                  <a:close/>
                  <a:moveTo>
                    <a:pt x="1617839" y="1455614"/>
                  </a:moveTo>
                  <a:lnTo>
                    <a:pt x="1632024" y="1399497"/>
                  </a:lnTo>
                  <a:lnTo>
                    <a:pt x="1551648" y="1377640"/>
                  </a:lnTo>
                  <a:close/>
                  <a:moveTo>
                    <a:pt x="2122052" y="2088805"/>
                  </a:moveTo>
                  <a:lnTo>
                    <a:pt x="2158122" y="2176055"/>
                  </a:lnTo>
                  <a:lnTo>
                    <a:pt x="2131655" y="2093840"/>
                  </a:lnTo>
                  <a:close/>
                  <a:moveTo>
                    <a:pt x="2122052" y="2088805"/>
                  </a:moveTo>
                  <a:lnTo>
                    <a:pt x="2147686" y="2168056"/>
                  </a:lnTo>
                  <a:lnTo>
                    <a:pt x="2158122" y="2176055"/>
                  </a:lnTo>
                  <a:close/>
                  <a:moveTo>
                    <a:pt x="2122052" y="2088805"/>
                  </a:moveTo>
                  <a:lnTo>
                    <a:pt x="2131655" y="2093840"/>
                  </a:lnTo>
                  <a:lnTo>
                    <a:pt x="2106565" y="2059095"/>
                  </a:lnTo>
                  <a:close/>
                  <a:moveTo>
                    <a:pt x="1823290" y="1557292"/>
                  </a:moveTo>
                  <a:lnTo>
                    <a:pt x="1879308" y="1551533"/>
                  </a:lnTo>
                  <a:lnTo>
                    <a:pt x="1888388" y="1562113"/>
                  </a:lnTo>
                  <a:close/>
                  <a:moveTo>
                    <a:pt x="1886162" y="1558842"/>
                  </a:moveTo>
                  <a:lnTo>
                    <a:pt x="1888388" y="1562113"/>
                  </a:lnTo>
                  <a:lnTo>
                    <a:pt x="1879308" y="1551533"/>
                  </a:lnTo>
                  <a:close/>
                  <a:moveTo>
                    <a:pt x="1608132" y="1063137"/>
                  </a:moveTo>
                  <a:lnTo>
                    <a:pt x="1592279" y="1115527"/>
                  </a:lnTo>
                  <a:lnTo>
                    <a:pt x="1662624" y="1118929"/>
                  </a:lnTo>
                  <a:close/>
                  <a:moveTo>
                    <a:pt x="1604614" y="1030386"/>
                  </a:moveTo>
                  <a:lnTo>
                    <a:pt x="1608132" y="1063137"/>
                  </a:lnTo>
                  <a:lnTo>
                    <a:pt x="1533478" y="963147"/>
                  </a:lnTo>
                  <a:close/>
                  <a:moveTo>
                    <a:pt x="1777038" y="1186596"/>
                  </a:moveTo>
                  <a:lnTo>
                    <a:pt x="1856319" y="1250378"/>
                  </a:lnTo>
                  <a:lnTo>
                    <a:pt x="1812542" y="1194816"/>
                  </a:lnTo>
                  <a:close/>
                  <a:moveTo>
                    <a:pt x="1866828" y="1274283"/>
                  </a:moveTo>
                  <a:lnTo>
                    <a:pt x="1856319" y="1250378"/>
                  </a:lnTo>
                  <a:lnTo>
                    <a:pt x="1777038" y="1186596"/>
                  </a:lnTo>
                  <a:close/>
                  <a:moveTo>
                    <a:pt x="1818232" y="1253198"/>
                  </a:moveTo>
                  <a:lnTo>
                    <a:pt x="1866828" y="1274283"/>
                  </a:lnTo>
                  <a:lnTo>
                    <a:pt x="1777038" y="1186596"/>
                  </a:lnTo>
                  <a:close/>
                  <a:moveTo>
                    <a:pt x="1588406" y="1018583"/>
                  </a:moveTo>
                  <a:lnTo>
                    <a:pt x="1591731" y="1097100"/>
                  </a:lnTo>
                  <a:lnTo>
                    <a:pt x="1604614" y="1030386"/>
                  </a:lnTo>
                  <a:close/>
                  <a:moveTo>
                    <a:pt x="1375912" y="619310"/>
                  </a:moveTo>
                  <a:lnTo>
                    <a:pt x="1334627" y="603255"/>
                  </a:lnTo>
                  <a:lnTo>
                    <a:pt x="1391611" y="627542"/>
                  </a:lnTo>
                  <a:close/>
                  <a:moveTo>
                    <a:pt x="1273822" y="592097"/>
                  </a:moveTo>
                  <a:lnTo>
                    <a:pt x="1334627" y="603255"/>
                  </a:lnTo>
                  <a:lnTo>
                    <a:pt x="1244398" y="515926"/>
                  </a:lnTo>
                  <a:close/>
                  <a:moveTo>
                    <a:pt x="1334627" y="603255"/>
                  </a:moveTo>
                  <a:lnTo>
                    <a:pt x="1375912" y="619310"/>
                  </a:lnTo>
                  <a:lnTo>
                    <a:pt x="1297867" y="555704"/>
                  </a:lnTo>
                  <a:close/>
                  <a:moveTo>
                    <a:pt x="1208717" y="144565"/>
                  </a:moveTo>
                  <a:lnTo>
                    <a:pt x="1158641" y="98619"/>
                  </a:lnTo>
                  <a:lnTo>
                    <a:pt x="1200313" y="131362"/>
                  </a:lnTo>
                  <a:close/>
                  <a:moveTo>
                    <a:pt x="1396801" y="54489"/>
                  </a:moveTo>
                  <a:lnTo>
                    <a:pt x="1337951" y="0"/>
                  </a:lnTo>
                  <a:lnTo>
                    <a:pt x="1336839" y="1071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70" name="Candidate_density__2089">
              <a:extLst>
                <a:ext uri="{FF2B5EF4-FFF2-40B4-BE49-F238E27FC236}">
                  <a16:creationId xmlns:a16="http://schemas.microsoft.com/office/drawing/2014/main" id="{D28CE608-F545-53D7-B7F7-F0482D009112}"/>
                </a:ext>
              </a:extLst>
            </p:cNvPr>
            <p:cNvSpPr>
              <a:spLocks noGrp="1"/>
            </p:cNvSpPr>
            <p:nvPr/>
          </p:nvSpPr>
          <p:spPr>
            <a:xfrm>
              <a:off x="4413189" y="1857217"/>
              <a:ext cx="2182698" cy="2988267"/>
            </a:xfrm>
            <a:custGeom>
              <a:avLst/>
              <a:gdLst/>
              <a:ahLst/>
              <a:cxnLst/>
              <a:rect l="0" t="0" r="0" b="0"/>
              <a:pathLst>
                <a:path w="2182698" h="2988267">
                  <a:moveTo>
                    <a:pt x="817554" y="2916820"/>
                  </a:moveTo>
                  <a:lnTo>
                    <a:pt x="838399" y="2933487"/>
                  </a:lnTo>
                  <a:lnTo>
                    <a:pt x="795492" y="2988267"/>
                  </a:lnTo>
                  <a:close/>
                  <a:moveTo>
                    <a:pt x="379482" y="2332300"/>
                  </a:moveTo>
                  <a:lnTo>
                    <a:pt x="446266" y="2303339"/>
                  </a:lnTo>
                  <a:lnTo>
                    <a:pt x="498649" y="2283988"/>
                  </a:lnTo>
                  <a:close/>
                  <a:moveTo>
                    <a:pt x="446646" y="2302878"/>
                  </a:moveTo>
                  <a:lnTo>
                    <a:pt x="498649" y="2283988"/>
                  </a:lnTo>
                  <a:lnTo>
                    <a:pt x="446266" y="2303339"/>
                  </a:lnTo>
                  <a:close/>
                  <a:moveTo>
                    <a:pt x="446646" y="2302878"/>
                  </a:moveTo>
                  <a:lnTo>
                    <a:pt x="522774" y="2264442"/>
                  </a:lnTo>
                  <a:lnTo>
                    <a:pt x="498649" y="2283988"/>
                  </a:lnTo>
                  <a:close/>
                  <a:moveTo>
                    <a:pt x="522774" y="2264442"/>
                  </a:moveTo>
                  <a:lnTo>
                    <a:pt x="446646" y="2302878"/>
                  </a:lnTo>
                  <a:lnTo>
                    <a:pt x="560441" y="2236360"/>
                  </a:lnTo>
                  <a:close/>
                  <a:moveTo>
                    <a:pt x="23081" y="1835751"/>
                  </a:moveTo>
                  <a:lnTo>
                    <a:pt x="40297" y="1789903"/>
                  </a:lnTo>
                  <a:lnTo>
                    <a:pt x="0" y="1891803"/>
                  </a:lnTo>
                  <a:close/>
                  <a:moveTo>
                    <a:pt x="555719" y="2143790"/>
                  </a:moveTo>
                  <a:lnTo>
                    <a:pt x="587325" y="2121673"/>
                  </a:lnTo>
                  <a:lnTo>
                    <a:pt x="630516" y="2067955"/>
                  </a:lnTo>
                  <a:close/>
                  <a:moveTo>
                    <a:pt x="1175314" y="2674181"/>
                  </a:moveTo>
                  <a:lnTo>
                    <a:pt x="1165570" y="2675142"/>
                  </a:lnTo>
                  <a:lnTo>
                    <a:pt x="1215097" y="2598644"/>
                  </a:lnTo>
                  <a:close/>
                  <a:moveTo>
                    <a:pt x="805997" y="1951531"/>
                  </a:moveTo>
                  <a:lnTo>
                    <a:pt x="737666" y="1974709"/>
                  </a:lnTo>
                  <a:lnTo>
                    <a:pt x="750431" y="1958981"/>
                  </a:lnTo>
                  <a:close/>
                  <a:moveTo>
                    <a:pt x="853650" y="1902487"/>
                  </a:moveTo>
                  <a:lnTo>
                    <a:pt x="850267" y="1901848"/>
                  </a:lnTo>
                  <a:lnTo>
                    <a:pt x="805997" y="1951531"/>
                  </a:lnTo>
                  <a:close/>
                  <a:moveTo>
                    <a:pt x="853650" y="1902487"/>
                  </a:moveTo>
                  <a:lnTo>
                    <a:pt x="868935" y="1864051"/>
                  </a:lnTo>
                  <a:lnTo>
                    <a:pt x="850267" y="1901848"/>
                  </a:lnTo>
                  <a:close/>
                  <a:moveTo>
                    <a:pt x="822007" y="1617405"/>
                  </a:moveTo>
                  <a:lnTo>
                    <a:pt x="813566" y="1549426"/>
                  </a:lnTo>
                  <a:lnTo>
                    <a:pt x="807273" y="1590509"/>
                  </a:lnTo>
                  <a:close/>
                  <a:moveTo>
                    <a:pt x="840020" y="1496754"/>
                  </a:moveTo>
                  <a:lnTo>
                    <a:pt x="813566" y="1549426"/>
                  </a:lnTo>
                  <a:lnTo>
                    <a:pt x="822007" y="1617405"/>
                  </a:lnTo>
                  <a:close/>
                  <a:moveTo>
                    <a:pt x="1774576" y="2419361"/>
                  </a:moveTo>
                  <a:lnTo>
                    <a:pt x="1799472" y="2362684"/>
                  </a:lnTo>
                  <a:lnTo>
                    <a:pt x="1806985" y="2424104"/>
                  </a:lnTo>
                  <a:close/>
                  <a:moveTo>
                    <a:pt x="733648" y="889128"/>
                  </a:moveTo>
                  <a:lnTo>
                    <a:pt x="704517" y="989961"/>
                  </a:lnTo>
                  <a:lnTo>
                    <a:pt x="735524" y="926590"/>
                  </a:lnTo>
                  <a:close/>
                  <a:moveTo>
                    <a:pt x="733988" y="884947"/>
                  </a:moveTo>
                  <a:lnTo>
                    <a:pt x="735524" y="926590"/>
                  </a:lnTo>
                  <a:lnTo>
                    <a:pt x="751411" y="886634"/>
                  </a:lnTo>
                  <a:close/>
                  <a:moveTo>
                    <a:pt x="733988" y="884947"/>
                  </a:moveTo>
                  <a:lnTo>
                    <a:pt x="751411" y="886634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43160" y="799261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62905" y="767502"/>
                  </a:lnTo>
                  <a:lnTo>
                    <a:pt x="843160" y="799261"/>
                  </a:lnTo>
                  <a:close/>
                  <a:moveTo>
                    <a:pt x="2182698" y="2248479"/>
                  </a:moveTo>
                  <a:lnTo>
                    <a:pt x="2070090" y="2321312"/>
                  </a:lnTo>
                  <a:lnTo>
                    <a:pt x="2132453" y="2275822"/>
                  </a:lnTo>
                  <a:close/>
                  <a:moveTo>
                    <a:pt x="2134860" y="2247374"/>
                  </a:moveTo>
                  <a:lnTo>
                    <a:pt x="2182698" y="2248479"/>
                  </a:lnTo>
                  <a:lnTo>
                    <a:pt x="2132453" y="2275822"/>
                  </a:lnTo>
                  <a:close/>
                  <a:moveTo>
                    <a:pt x="856286" y="685287"/>
                  </a:moveTo>
                  <a:lnTo>
                    <a:pt x="859135" y="747608"/>
                  </a:lnTo>
                  <a:lnTo>
                    <a:pt x="862905" y="767502"/>
                  </a:lnTo>
                  <a:close/>
                  <a:moveTo>
                    <a:pt x="948611" y="699668"/>
                  </a:moveTo>
                  <a:lnTo>
                    <a:pt x="859135" y="747608"/>
                  </a:lnTo>
                  <a:lnTo>
                    <a:pt x="856286" y="685287"/>
                  </a:lnTo>
                  <a:close/>
                  <a:moveTo>
                    <a:pt x="1815449" y="1551216"/>
                  </a:moveTo>
                  <a:lnTo>
                    <a:pt x="1844616" y="1512780"/>
                  </a:lnTo>
                  <a:lnTo>
                    <a:pt x="1833995" y="1565505"/>
                  </a:lnTo>
                  <a:close/>
                  <a:moveTo>
                    <a:pt x="757778" y="279553"/>
                  </a:moveTo>
                  <a:lnTo>
                    <a:pt x="743382" y="317990"/>
                  </a:lnTo>
                  <a:lnTo>
                    <a:pt x="801128" y="211709"/>
                  </a:lnTo>
                  <a:close/>
                  <a:moveTo>
                    <a:pt x="743382" y="317990"/>
                  </a:moveTo>
                  <a:lnTo>
                    <a:pt x="757880" y="265215"/>
                  </a:lnTo>
                  <a:lnTo>
                    <a:pt x="801128" y="211709"/>
                  </a:lnTo>
                  <a:close/>
                  <a:moveTo>
                    <a:pt x="801128" y="211709"/>
                  </a:moveTo>
                  <a:lnTo>
                    <a:pt x="838010" y="224822"/>
                  </a:lnTo>
                  <a:lnTo>
                    <a:pt x="821327" y="197339"/>
                  </a:lnTo>
                  <a:close/>
                  <a:moveTo>
                    <a:pt x="1286326" y="695948"/>
                  </a:moveTo>
                  <a:lnTo>
                    <a:pt x="1304039" y="698721"/>
                  </a:lnTo>
                  <a:lnTo>
                    <a:pt x="1351865" y="662333"/>
                  </a:lnTo>
                  <a:close/>
                  <a:moveTo>
                    <a:pt x="1315330" y="690629"/>
                  </a:moveTo>
                  <a:lnTo>
                    <a:pt x="1360575" y="652193"/>
                  </a:lnTo>
                  <a:lnTo>
                    <a:pt x="1351865" y="662333"/>
                  </a:lnTo>
                  <a:close/>
                  <a:moveTo>
                    <a:pt x="821327" y="197339"/>
                  </a:moveTo>
                  <a:lnTo>
                    <a:pt x="846512" y="166191"/>
                  </a:lnTo>
                  <a:lnTo>
                    <a:pt x="801128" y="211709"/>
                  </a:lnTo>
                  <a:close/>
                  <a:moveTo>
                    <a:pt x="821327" y="197339"/>
                  </a:moveTo>
                  <a:lnTo>
                    <a:pt x="871452" y="158902"/>
                  </a:lnTo>
                  <a:lnTo>
                    <a:pt x="846512" y="166191"/>
                  </a:lnTo>
                  <a:close/>
                  <a:moveTo>
                    <a:pt x="871452" y="158902"/>
                  </a:moveTo>
                  <a:lnTo>
                    <a:pt x="821327" y="197339"/>
                  </a:lnTo>
                  <a:lnTo>
                    <a:pt x="916896" y="150687"/>
                  </a:lnTo>
                  <a:close/>
                  <a:moveTo>
                    <a:pt x="821327" y="197339"/>
                  </a:moveTo>
                  <a:lnTo>
                    <a:pt x="863389" y="165835"/>
                  </a:lnTo>
                  <a:lnTo>
                    <a:pt x="916896" y="150687"/>
                  </a:lnTo>
                  <a:close/>
                  <a:moveTo>
                    <a:pt x="916896" y="150687"/>
                  </a:moveTo>
                  <a:lnTo>
                    <a:pt x="863389" y="165835"/>
                  </a:lnTo>
                  <a:lnTo>
                    <a:pt x="989571" y="143747"/>
                  </a:lnTo>
                  <a:close/>
                  <a:moveTo>
                    <a:pt x="916896" y="150687"/>
                  </a:moveTo>
                  <a:lnTo>
                    <a:pt x="989571" y="143747"/>
                  </a:lnTo>
                  <a:lnTo>
                    <a:pt x="930896" y="149307"/>
                  </a:lnTo>
                  <a:close/>
                  <a:moveTo>
                    <a:pt x="1178720" y="357082"/>
                  </a:moveTo>
                  <a:lnTo>
                    <a:pt x="1239608" y="306076"/>
                  </a:lnTo>
                  <a:lnTo>
                    <a:pt x="1289967" y="279158"/>
                  </a:lnTo>
                  <a:close/>
                  <a:moveTo>
                    <a:pt x="1262416" y="284896"/>
                  </a:moveTo>
                  <a:lnTo>
                    <a:pt x="1289967" y="279158"/>
                  </a:lnTo>
                  <a:lnTo>
                    <a:pt x="1239608" y="306076"/>
                  </a:lnTo>
                  <a:close/>
                  <a:moveTo>
                    <a:pt x="1262416" y="284896"/>
                  </a:moveTo>
                  <a:lnTo>
                    <a:pt x="1309159" y="246460"/>
                  </a:lnTo>
                  <a:lnTo>
                    <a:pt x="1289967" y="279158"/>
                  </a:lnTo>
                  <a:close/>
                  <a:moveTo>
                    <a:pt x="1309159" y="246460"/>
                  </a:moveTo>
                  <a:lnTo>
                    <a:pt x="1262416" y="284896"/>
                  </a:lnTo>
                  <a:lnTo>
                    <a:pt x="1341823" y="194381"/>
                  </a:lnTo>
                  <a:close/>
                  <a:moveTo>
                    <a:pt x="1309159" y="246460"/>
                  </a:moveTo>
                  <a:lnTo>
                    <a:pt x="1341823" y="194381"/>
                  </a:lnTo>
                  <a:lnTo>
                    <a:pt x="1392475" y="168559"/>
                  </a:lnTo>
                  <a:close/>
                  <a:moveTo>
                    <a:pt x="1392475" y="168559"/>
                  </a:moveTo>
                  <a:lnTo>
                    <a:pt x="1341823" y="194381"/>
                  </a:lnTo>
                  <a:lnTo>
                    <a:pt x="1455686" y="126235"/>
                  </a:lnTo>
                  <a:close/>
                  <a:moveTo>
                    <a:pt x="1455686" y="126235"/>
                  </a:moveTo>
                  <a:lnTo>
                    <a:pt x="1456030" y="125435"/>
                  </a:lnTo>
                  <a:lnTo>
                    <a:pt x="1445335" y="150990"/>
                  </a:lnTo>
                  <a:close/>
                  <a:moveTo>
                    <a:pt x="1486034" y="43593"/>
                  </a:moveTo>
                  <a:lnTo>
                    <a:pt x="1456030" y="125435"/>
                  </a:lnTo>
                  <a:lnTo>
                    <a:pt x="1456817" y="125808"/>
                  </a:lnTo>
                  <a:close/>
                  <a:moveTo>
                    <a:pt x="1569169" y="56671"/>
                  </a:moveTo>
                  <a:lnTo>
                    <a:pt x="1456030" y="125435"/>
                  </a:lnTo>
                  <a:lnTo>
                    <a:pt x="1486034" y="43593"/>
                  </a:lnTo>
                  <a:close/>
                  <a:moveTo>
                    <a:pt x="1464034" y="87371"/>
                  </a:moveTo>
                  <a:lnTo>
                    <a:pt x="1456030" y="125435"/>
                  </a:lnTo>
                  <a:lnTo>
                    <a:pt x="1495415" y="59570"/>
                  </a:lnTo>
                  <a:close/>
                  <a:moveTo>
                    <a:pt x="1569169" y="56671"/>
                  </a:moveTo>
                  <a:lnTo>
                    <a:pt x="1560993" y="601"/>
                  </a:lnTo>
                  <a:lnTo>
                    <a:pt x="1537041" y="0"/>
                  </a:lnTo>
                  <a:close/>
                  <a:moveTo>
                    <a:pt x="1495415" y="59570"/>
                  </a:moveTo>
                  <a:lnTo>
                    <a:pt x="1569169" y="56671"/>
                  </a:lnTo>
                  <a:lnTo>
                    <a:pt x="15370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71" name="Candidate_density__2090">
              <a:extLst>
                <a:ext uri="{FF2B5EF4-FFF2-40B4-BE49-F238E27FC236}">
                  <a16:creationId xmlns:a16="http://schemas.microsoft.com/office/drawing/2014/main" id="{A8F8FB88-9D9F-EF5B-C858-49F5D6B91330}"/>
                </a:ext>
              </a:extLst>
            </p:cNvPr>
            <p:cNvSpPr>
              <a:spLocks noGrp="1"/>
            </p:cNvSpPr>
            <p:nvPr/>
          </p:nvSpPr>
          <p:spPr>
            <a:xfrm>
              <a:off x="4506300" y="1725669"/>
              <a:ext cx="2057252" cy="3131529"/>
            </a:xfrm>
            <a:custGeom>
              <a:avLst/>
              <a:gdLst/>
              <a:ahLst/>
              <a:cxnLst/>
              <a:rect l="0" t="0" r="0" b="0"/>
              <a:pathLst>
                <a:path w="2057252" h="3131529">
                  <a:moveTo>
                    <a:pt x="629770" y="3130584"/>
                  </a:moveTo>
                  <a:lnTo>
                    <a:pt x="630984" y="3131529"/>
                  </a:lnTo>
                  <a:lnTo>
                    <a:pt x="631651" y="3129836"/>
                  </a:lnTo>
                  <a:close/>
                  <a:moveTo>
                    <a:pt x="631651" y="3129836"/>
                  </a:moveTo>
                  <a:lnTo>
                    <a:pt x="630984" y="3131529"/>
                  </a:lnTo>
                  <a:lnTo>
                    <a:pt x="640383" y="3130584"/>
                  </a:lnTo>
                  <a:close/>
                  <a:moveTo>
                    <a:pt x="60441" y="2434426"/>
                  </a:moveTo>
                  <a:lnTo>
                    <a:pt x="0" y="2378975"/>
                  </a:lnTo>
                  <a:lnTo>
                    <a:pt x="45665" y="2390648"/>
                  </a:lnTo>
                  <a:close/>
                  <a:moveTo>
                    <a:pt x="60441" y="2434426"/>
                  </a:moveTo>
                  <a:lnTo>
                    <a:pt x="45665" y="2390648"/>
                  </a:lnTo>
                  <a:lnTo>
                    <a:pt x="14459" y="2472863"/>
                  </a:lnTo>
                  <a:close/>
                  <a:moveTo>
                    <a:pt x="335493" y="2388094"/>
                  </a:moveTo>
                  <a:lnTo>
                    <a:pt x="255968" y="2413631"/>
                  </a:lnTo>
                  <a:lnTo>
                    <a:pt x="329043" y="2408191"/>
                  </a:lnTo>
                  <a:close/>
                  <a:moveTo>
                    <a:pt x="335493" y="2388094"/>
                  </a:moveTo>
                  <a:lnTo>
                    <a:pt x="264067" y="2385569"/>
                  </a:lnTo>
                  <a:lnTo>
                    <a:pt x="255968" y="2413631"/>
                  </a:lnTo>
                  <a:close/>
                  <a:moveTo>
                    <a:pt x="358834" y="2304371"/>
                  </a:moveTo>
                  <a:lnTo>
                    <a:pt x="309236" y="2275338"/>
                  </a:lnTo>
                  <a:lnTo>
                    <a:pt x="335493" y="2388094"/>
                  </a:lnTo>
                  <a:close/>
                  <a:moveTo>
                    <a:pt x="210444" y="2128887"/>
                  </a:moveTo>
                  <a:lnTo>
                    <a:pt x="249512" y="2174293"/>
                  </a:lnTo>
                  <a:lnTo>
                    <a:pt x="177661" y="2149344"/>
                  </a:lnTo>
                  <a:close/>
                  <a:moveTo>
                    <a:pt x="249444" y="2197273"/>
                  </a:moveTo>
                  <a:lnTo>
                    <a:pt x="192246" y="2175384"/>
                  </a:lnTo>
                  <a:lnTo>
                    <a:pt x="177661" y="2149344"/>
                  </a:lnTo>
                  <a:close/>
                  <a:moveTo>
                    <a:pt x="235250" y="2193123"/>
                  </a:moveTo>
                  <a:lnTo>
                    <a:pt x="249444" y="2197273"/>
                  </a:lnTo>
                  <a:lnTo>
                    <a:pt x="177661" y="2149344"/>
                  </a:lnTo>
                  <a:close/>
                  <a:moveTo>
                    <a:pt x="260824" y="2193123"/>
                  </a:moveTo>
                  <a:lnTo>
                    <a:pt x="210444" y="2128887"/>
                  </a:lnTo>
                  <a:lnTo>
                    <a:pt x="208332" y="2149344"/>
                  </a:lnTo>
                  <a:close/>
                  <a:moveTo>
                    <a:pt x="208332" y="2149344"/>
                  </a:moveTo>
                  <a:lnTo>
                    <a:pt x="192246" y="2175384"/>
                  </a:lnTo>
                  <a:lnTo>
                    <a:pt x="260824" y="2193123"/>
                  </a:lnTo>
                  <a:close/>
                  <a:moveTo>
                    <a:pt x="244586" y="1940671"/>
                  </a:moveTo>
                  <a:lnTo>
                    <a:pt x="211770" y="1927625"/>
                  </a:lnTo>
                  <a:lnTo>
                    <a:pt x="321197" y="1990256"/>
                  </a:lnTo>
                  <a:close/>
                  <a:moveTo>
                    <a:pt x="321197" y="1990256"/>
                  </a:moveTo>
                  <a:lnTo>
                    <a:pt x="211770" y="1927625"/>
                  </a:lnTo>
                  <a:lnTo>
                    <a:pt x="198644" y="1946478"/>
                  </a:lnTo>
                  <a:close/>
                  <a:moveTo>
                    <a:pt x="1082203" y="2805729"/>
                  </a:moveTo>
                  <a:lnTo>
                    <a:pt x="1167387" y="2856186"/>
                  </a:lnTo>
                  <a:lnTo>
                    <a:pt x="1138162" y="2837138"/>
                  </a:lnTo>
                  <a:close/>
                  <a:moveTo>
                    <a:pt x="372511" y="1709901"/>
                  </a:moveTo>
                  <a:lnTo>
                    <a:pt x="325977" y="1705174"/>
                  </a:lnTo>
                  <a:lnTo>
                    <a:pt x="323925" y="1696853"/>
                  </a:lnTo>
                  <a:close/>
                  <a:moveTo>
                    <a:pt x="1422491" y="2810949"/>
                  </a:moveTo>
                  <a:lnTo>
                    <a:pt x="1401924" y="2779313"/>
                  </a:lnTo>
                  <a:lnTo>
                    <a:pt x="1405780" y="2786546"/>
                  </a:lnTo>
                  <a:close/>
                  <a:moveTo>
                    <a:pt x="432926" y="1568736"/>
                  </a:moveTo>
                  <a:lnTo>
                    <a:pt x="498964" y="1625371"/>
                  </a:lnTo>
                  <a:lnTo>
                    <a:pt x="504883" y="1628302"/>
                  </a:lnTo>
                  <a:close/>
                  <a:moveTo>
                    <a:pt x="504883" y="1628302"/>
                  </a:moveTo>
                  <a:lnTo>
                    <a:pt x="474395" y="1596969"/>
                  </a:lnTo>
                  <a:lnTo>
                    <a:pt x="432926" y="1568736"/>
                  </a:lnTo>
                  <a:close/>
                  <a:moveTo>
                    <a:pt x="1224844" y="2349988"/>
                  </a:moveTo>
                  <a:lnTo>
                    <a:pt x="1293019" y="2355154"/>
                  </a:lnTo>
                  <a:lnTo>
                    <a:pt x="1238681" y="2286022"/>
                  </a:lnTo>
                  <a:close/>
                  <a:moveTo>
                    <a:pt x="1231354" y="2261305"/>
                  </a:moveTo>
                  <a:lnTo>
                    <a:pt x="1224844" y="2349988"/>
                  </a:lnTo>
                  <a:lnTo>
                    <a:pt x="1238681" y="2286022"/>
                  </a:lnTo>
                  <a:close/>
                  <a:moveTo>
                    <a:pt x="1313496" y="2289761"/>
                  </a:moveTo>
                  <a:lnTo>
                    <a:pt x="1231354" y="2261305"/>
                  </a:lnTo>
                  <a:lnTo>
                    <a:pt x="1238681" y="2286022"/>
                  </a:lnTo>
                  <a:close/>
                  <a:moveTo>
                    <a:pt x="1087128" y="2101080"/>
                  </a:moveTo>
                  <a:lnTo>
                    <a:pt x="1151764" y="2178934"/>
                  </a:lnTo>
                  <a:lnTo>
                    <a:pt x="1152634" y="2165371"/>
                  </a:lnTo>
                  <a:close/>
                  <a:moveTo>
                    <a:pt x="1152634" y="2165371"/>
                  </a:moveTo>
                  <a:lnTo>
                    <a:pt x="1127553" y="2151868"/>
                  </a:lnTo>
                  <a:lnTo>
                    <a:pt x="1087128" y="2101080"/>
                  </a:lnTo>
                  <a:close/>
                  <a:moveTo>
                    <a:pt x="681452" y="1598599"/>
                  </a:moveTo>
                  <a:lnTo>
                    <a:pt x="736675" y="1603663"/>
                  </a:lnTo>
                  <a:lnTo>
                    <a:pt x="685436" y="1589865"/>
                  </a:lnTo>
                  <a:close/>
                  <a:moveTo>
                    <a:pt x="681452" y="1598599"/>
                  </a:moveTo>
                  <a:lnTo>
                    <a:pt x="671794" y="1589865"/>
                  </a:lnTo>
                  <a:lnTo>
                    <a:pt x="683434" y="1686446"/>
                  </a:lnTo>
                  <a:close/>
                  <a:moveTo>
                    <a:pt x="538261" y="1543693"/>
                  </a:moveTo>
                  <a:lnTo>
                    <a:pt x="487554" y="1524325"/>
                  </a:lnTo>
                  <a:lnTo>
                    <a:pt x="595834" y="1596980"/>
                  </a:lnTo>
                  <a:close/>
                  <a:moveTo>
                    <a:pt x="571151" y="1464861"/>
                  </a:moveTo>
                  <a:lnTo>
                    <a:pt x="499858" y="1425435"/>
                  </a:lnTo>
                  <a:lnTo>
                    <a:pt x="538261" y="1543693"/>
                  </a:lnTo>
                  <a:close/>
                  <a:moveTo>
                    <a:pt x="538261" y="1543693"/>
                  </a:moveTo>
                  <a:lnTo>
                    <a:pt x="499858" y="1425435"/>
                  </a:lnTo>
                  <a:lnTo>
                    <a:pt x="483485" y="1427540"/>
                  </a:lnTo>
                  <a:close/>
                  <a:moveTo>
                    <a:pt x="623585" y="1434826"/>
                  </a:moveTo>
                  <a:lnTo>
                    <a:pt x="571151" y="1464861"/>
                  </a:lnTo>
                  <a:lnTo>
                    <a:pt x="538261" y="1543693"/>
                  </a:lnTo>
                  <a:close/>
                  <a:moveTo>
                    <a:pt x="623585" y="1434826"/>
                  </a:moveTo>
                  <a:lnTo>
                    <a:pt x="538261" y="1543693"/>
                  </a:lnTo>
                  <a:lnTo>
                    <a:pt x="656914" y="1507822"/>
                  </a:lnTo>
                  <a:close/>
                  <a:moveTo>
                    <a:pt x="1088527" y="2083155"/>
                  </a:moveTo>
                  <a:lnTo>
                    <a:pt x="1024895" y="2000941"/>
                  </a:lnTo>
                  <a:lnTo>
                    <a:pt x="1050710" y="2030595"/>
                  </a:lnTo>
                  <a:close/>
                  <a:moveTo>
                    <a:pt x="1386532" y="2291365"/>
                  </a:moveTo>
                  <a:lnTo>
                    <a:pt x="1402645" y="2344417"/>
                  </a:lnTo>
                  <a:lnTo>
                    <a:pt x="1455520" y="2326904"/>
                  </a:lnTo>
                  <a:close/>
                  <a:moveTo>
                    <a:pt x="1386532" y="2291365"/>
                  </a:moveTo>
                  <a:lnTo>
                    <a:pt x="1378642" y="2329801"/>
                  </a:lnTo>
                  <a:lnTo>
                    <a:pt x="1402645" y="2344417"/>
                  </a:lnTo>
                  <a:close/>
                  <a:moveTo>
                    <a:pt x="1378642" y="2329801"/>
                  </a:moveTo>
                  <a:lnTo>
                    <a:pt x="1386532" y="2291365"/>
                  </a:lnTo>
                  <a:lnTo>
                    <a:pt x="1313496" y="2289761"/>
                  </a:lnTo>
                  <a:close/>
                  <a:moveTo>
                    <a:pt x="1386532" y="2291365"/>
                  </a:moveTo>
                  <a:lnTo>
                    <a:pt x="1369183" y="2282765"/>
                  </a:lnTo>
                  <a:lnTo>
                    <a:pt x="1313496" y="2289761"/>
                  </a:lnTo>
                  <a:close/>
                  <a:moveTo>
                    <a:pt x="1455520" y="2326904"/>
                  </a:moveTo>
                  <a:lnTo>
                    <a:pt x="1402645" y="2344417"/>
                  </a:lnTo>
                  <a:lnTo>
                    <a:pt x="1536570" y="2351284"/>
                  </a:lnTo>
                  <a:close/>
                  <a:moveTo>
                    <a:pt x="1231354" y="2261305"/>
                  </a:moveTo>
                  <a:lnTo>
                    <a:pt x="1313496" y="2289761"/>
                  </a:lnTo>
                  <a:lnTo>
                    <a:pt x="1369183" y="2282765"/>
                  </a:lnTo>
                  <a:close/>
                  <a:moveTo>
                    <a:pt x="1172095" y="2103199"/>
                  </a:moveTo>
                  <a:lnTo>
                    <a:pt x="1152634" y="2165371"/>
                  </a:lnTo>
                  <a:lnTo>
                    <a:pt x="1209687" y="2062033"/>
                  </a:lnTo>
                  <a:close/>
                  <a:moveTo>
                    <a:pt x="1209687" y="2062033"/>
                  </a:moveTo>
                  <a:lnTo>
                    <a:pt x="1152634" y="2165371"/>
                  </a:lnTo>
                  <a:lnTo>
                    <a:pt x="1233375" y="2142868"/>
                  </a:lnTo>
                  <a:close/>
                  <a:moveTo>
                    <a:pt x="1143755" y="2044719"/>
                  </a:moveTo>
                  <a:lnTo>
                    <a:pt x="1088527" y="2083155"/>
                  </a:lnTo>
                  <a:lnTo>
                    <a:pt x="1127553" y="2151868"/>
                  </a:lnTo>
                  <a:close/>
                  <a:moveTo>
                    <a:pt x="857156" y="1483010"/>
                  </a:moveTo>
                  <a:lnTo>
                    <a:pt x="854134" y="1568762"/>
                  </a:lnTo>
                  <a:lnTo>
                    <a:pt x="854945" y="1551429"/>
                  </a:lnTo>
                  <a:close/>
                  <a:moveTo>
                    <a:pt x="284131" y="1068059"/>
                  </a:moveTo>
                  <a:lnTo>
                    <a:pt x="311489" y="1051344"/>
                  </a:lnTo>
                  <a:lnTo>
                    <a:pt x="227853" y="1017298"/>
                  </a:lnTo>
                  <a:close/>
                  <a:moveTo>
                    <a:pt x="967725" y="1715859"/>
                  </a:moveTo>
                  <a:lnTo>
                    <a:pt x="966914" y="1737851"/>
                  </a:lnTo>
                  <a:lnTo>
                    <a:pt x="1001958" y="1745746"/>
                  </a:lnTo>
                  <a:close/>
                  <a:moveTo>
                    <a:pt x="985001" y="1682345"/>
                  </a:moveTo>
                  <a:lnTo>
                    <a:pt x="966914" y="1737851"/>
                  </a:lnTo>
                  <a:lnTo>
                    <a:pt x="967725" y="1715859"/>
                  </a:lnTo>
                  <a:close/>
                  <a:moveTo>
                    <a:pt x="1686521" y="2538010"/>
                  </a:moveTo>
                  <a:lnTo>
                    <a:pt x="1742363" y="2563393"/>
                  </a:lnTo>
                  <a:lnTo>
                    <a:pt x="1723997" y="2558182"/>
                  </a:lnTo>
                  <a:close/>
                  <a:moveTo>
                    <a:pt x="1640135" y="2254731"/>
                  </a:moveTo>
                  <a:lnTo>
                    <a:pt x="1536570" y="2351284"/>
                  </a:lnTo>
                  <a:lnTo>
                    <a:pt x="1612086" y="2354965"/>
                  </a:lnTo>
                  <a:close/>
                  <a:moveTo>
                    <a:pt x="1346538" y="2011368"/>
                  </a:moveTo>
                  <a:lnTo>
                    <a:pt x="1355294" y="2015636"/>
                  </a:lnTo>
                  <a:lnTo>
                    <a:pt x="1337790" y="2006283"/>
                  </a:lnTo>
                  <a:close/>
                  <a:moveTo>
                    <a:pt x="1225463" y="1759638"/>
                  </a:moveTo>
                  <a:lnTo>
                    <a:pt x="1232492" y="1835157"/>
                  </a:lnTo>
                  <a:lnTo>
                    <a:pt x="1204824" y="1880289"/>
                  </a:lnTo>
                  <a:close/>
                  <a:moveTo>
                    <a:pt x="1001958" y="1745746"/>
                  </a:moveTo>
                  <a:lnTo>
                    <a:pt x="1121629" y="1699315"/>
                  </a:lnTo>
                  <a:lnTo>
                    <a:pt x="1056688" y="1735173"/>
                  </a:lnTo>
                  <a:close/>
                  <a:moveTo>
                    <a:pt x="1001958" y="1745746"/>
                  </a:moveTo>
                  <a:lnTo>
                    <a:pt x="945352" y="1694788"/>
                  </a:lnTo>
                  <a:lnTo>
                    <a:pt x="967725" y="1715859"/>
                  </a:lnTo>
                  <a:close/>
                  <a:moveTo>
                    <a:pt x="578980" y="1110221"/>
                  </a:moveTo>
                  <a:lnTo>
                    <a:pt x="611406" y="1121509"/>
                  </a:lnTo>
                  <a:lnTo>
                    <a:pt x="571968" y="1037512"/>
                  </a:lnTo>
                  <a:close/>
                  <a:moveTo>
                    <a:pt x="626054" y="1019702"/>
                  </a:moveTo>
                  <a:lnTo>
                    <a:pt x="640538" y="1020676"/>
                  </a:lnTo>
                  <a:lnTo>
                    <a:pt x="640878" y="1016495"/>
                  </a:lnTo>
                  <a:close/>
                  <a:moveTo>
                    <a:pt x="243501" y="700722"/>
                  </a:moveTo>
                  <a:lnTo>
                    <a:pt x="321790" y="697666"/>
                  </a:lnTo>
                  <a:lnTo>
                    <a:pt x="248545" y="664263"/>
                  </a:lnTo>
                  <a:close/>
                  <a:moveTo>
                    <a:pt x="321790" y="697666"/>
                  </a:moveTo>
                  <a:lnTo>
                    <a:pt x="329518" y="688347"/>
                  </a:lnTo>
                  <a:lnTo>
                    <a:pt x="248545" y="664263"/>
                  </a:lnTo>
                  <a:close/>
                  <a:moveTo>
                    <a:pt x="1909823" y="2480435"/>
                  </a:moveTo>
                  <a:lnTo>
                    <a:pt x="1878505" y="2461137"/>
                  </a:lnTo>
                  <a:lnTo>
                    <a:pt x="1800233" y="2564556"/>
                  </a:lnTo>
                  <a:close/>
                  <a:moveTo>
                    <a:pt x="1355294" y="2015636"/>
                  </a:moveTo>
                  <a:lnTo>
                    <a:pt x="1447053" y="2080050"/>
                  </a:lnTo>
                  <a:lnTo>
                    <a:pt x="1490010" y="2025454"/>
                  </a:lnTo>
                  <a:close/>
                  <a:moveTo>
                    <a:pt x="1414084" y="1816862"/>
                  </a:moveTo>
                  <a:lnTo>
                    <a:pt x="1511661" y="1885631"/>
                  </a:lnTo>
                  <a:lnTo>
                    <a:pt x="1518877" y="1892351"/>
                  </a:lnTo>
                  <a:close/>
                  <a:moveTo>
                    <a:pt x="1223364" y="1750638"/>
                  </a:moveTo>
                  <a:lnTo>
                    <a:pt x="1121629" y="1699315"/>
                  </a:lnTo>
                  <a:lnTo>
                    <a:pt x="1193769" y="1759638"/>
                  </a:lnTo>
                  <a:close/>
                  <a:moveTo>
                    <a:pt x="1124758" y="1670118"/>
                  </a:moveTo>
                  <a:lnTo>
                    <a:pt x="1121629" y="1699315"/>
                  </a:lnTo>
                  <a:lnTo>
                    <a:pt x="1223364" y="1750638"/>
                  </a:lnTo>
                  <a:close/>
                  <a:moveTo>
                    <a:pt x="1197746" y="1671373"/>
                  </a:moveTo>
                  <a:lnTo>
                    <a:pt x="1124758" y="1670118"/>
                  </a:lnTo>
                  <a:lnTo>
                    <a:pt x="1223364" y="1750638"/>
                  </a:lnTo>
                  <a:close/>
                  <a:moveTo>
                    <a:pt x="1223364" y="1750638"/>
                  </a:moveTo>
                  <a:lnTo>
                    <a:pt x="1232492" y="1835157"/>
                  </a:lnTo>
                  <a:lnTo>
                    <a:pt x="1225463" y="1759638"/>
                  </a:lnTo>
                  <a:close/>
                  <a:moveTo>
                    <a:pt x="1197746" y="1671373"/>
                  </a:moveTo>
                  <a:lnTo>
                    <a:pt x="1225463" y="1759638"/>
                  </a:lnTo>
                  <a:lnTo>
                    <a:pt x="1205406" y="1677422"/>
                  </a:lnTo>
                  <a:close/>
                  <a:moveTo>
                    <a:pt x="1197746" y="1671373"/>
                  </a:moveTo>
                  <a:lnTo>
                    <a:pt x="1223364" y="1750638"/>
                  </a:lnTo>
                  <a:lnTo>
                    <a:pt x="1225463" y="1759638"/>
                  </a:lnTo>
                  <a:close/>
                  <a:moveTo>
                    <a:pt x="1124758" y="1670118"/>
                  </a:moveTo>
                  <a:lnTo>
                    <a:pt x="1197746" y="1671373"/>
                  </a:lnTo>
                  <a:lnTo>
                    <a:pt x="1211232" y="1560317"/>
                  </a:lnTo>
                  <a:close/>
                  <a:moveTo>
                    <a:pt x="1211232" y="1560317"/>
                  </a:moveTo>
                  <a:lnTo>
                    <a:pt x="1197746" y="1671373"/>
                  </a:lnTo>
                  <a:lnTo>
                    <a:pt x="1263685" y="1578264"/>
                  </a:lnTo>
                  <a:close/>
                  <a:moveTo>
                    <a:pt x="1038439" y="1579610"/>
                  </a:moveTo>
                  <a:lnTo>
                    <a:pt x="1085633" y="1501742"/>
                  </a:lnTo>
                  <a:lnTo>
                    <a:pt x="1021867" y="1492991"/>
                  </a:lnTo>
                  <a:close/>
                  <a:moveTo>
                    <a:pt x="571211" y="1016445"/>
                  </a:moveTo>
                  <a:lnTo>
                    <a:pt x="640878" y="1016495"/>
                  </a:lnTo>
                  <a:lnTo>
                    <a:pt x="594521" y="906632"/>
                  </a:lnTo>
                  <a:close/>
                  <a:moveTo>
                    <a:pt x="535727" y="845108"/>
                  </a:moveTo>
                  <a:lnTo>
                    <a:pt x="541090" y="937487"/>
                  </a:lnTo>
                  <a:lnTo>
                    <a:pt x="502259" y="911816"/>
                  </a:lnTo>
                  <a:close/>
                  <a:moveTo>
                    <a:pt x="1909823" y="2480435"/>
                  </a:moveTo>
                  <a:lnTo>
                    <a:pt x="1926971" y="2461137"/>
                  </a:lnTo>
                  <a:lnTo>
                    <a:pt x="1916863" y="2451216"/>
                  </a:lnTo>
                  <a:close/>
                  <a:moveTo>
                    <a:pt x="1976979" y="2452860"/>
                  </a:moveTo>
                  <a:lnTo>
                    <a:pt x="1916863" y="2451216"/>
                  </a:lnTo>
                  <a:lnTo>
                    <a:pt x="1926971" y="2461137"/>
                  </a:lnTo>
                  <a:close/>
                  <a:moveTo>
                    <a:pt x="2007449" y="2422700"/>
                  </a:moveTo>
                  <a:lnTo>
                    <a:pt x="1930453" y="2340486"/>
                  </a:lnTo>
                  <a:lnTo>
                    <a:pt x="1976979" y="2452860"/>
                  </a:lnTo>
                  <a:close/>
                  <a:moveTo>
                    <a:pt x="1445269" y="1791510"/>
                  </a:moveTo>
                  <a:lnTo>
                    <a:pt x="1437988" y="1830950"/>
                  </a:lnTo>
                  <a:lnTo>
                    <a:pt x="1496060" y="1847195"/>
                  </a:lnTo>
                  <a:close/>
                  <a:moveTo>
                    <a:pt x="2008375" y="2237228"/>
                  </a:moveTo>
                  <a:lnTo>
                    <a:pt x="2057252" y="2258084"/>
                  </a:lnTo>
                  <a:lnTo>
                    <a:pt x="1970341" y="2168056"/>
                  </a:lnTo>
                  <a:close/>
                  <a:moveTo>
                    <a:pt x="1254552" y="1151038"/>
                  </a:moveTo>
                  <a:lnTo>
                    <a:pt x="1280563" y="1264267"/>
                  </a:lnTo>
                  <a:lnTo>
                    <a:pt x="1301745" y="1169817"/>
                  </a:lnTo>
                  <a:close/>
                  <a:moveTo>
                    <a:pt x="1414933" y="1115527"/>
                  </a:moveTo>
                  <a:lnTo>
                    <a:pt x="1363579" y="1233253"/>
                  </a:lnTo>
                  <a:lnTo>
                    <a:pt x="1419051" y="1212271"/>
                  </a:lnTo>
                  <a:close/>
                  <a:moveTo>
                    <a:pt x="1680912" y="1320810"/>
                  </a:moveTo>
                  <a:lnTo>
                    <a:pt x="1697360" y="1319124"/>
                  </a:lnTo>
                  <a:lnTo>
                    <a:pt x="1640886" y="1253198"/>
                  </a:lnTo>
                  <a:close/>
                  <a:moveTo>
                    <a:pt x="1640886" y="1253198"/>
                  </a:moveTo>
                  <a:lnTo>
                    <a:pt x="1680785" y="1320606"/>
                  </a:lnTo>
                  <a:lnTo>
                    <a:pt x="1680912" y="1320810"/>
                  </a:lnTo>
                  <a:close/>
                  <a:moveTo>
                    <a:pt x="1433349" y="1074165"/>
                  </a:moveTo>
                  <a:lnTo>
                    <a:pt x="1414386" y="1097100"/>
                  </a:lnTo>
                  <a:lnTo>
                    <a:pt x="1338828" y="1016714"/>
                  </a:lnTo>
                  <a:close/>
                  <a:moveTo>
                    <a:pt x="1020331" y="593409"/>
                  </a:moveTo>
                  <a:lnTo>
                    <a:pt x="1096476" y="592097"/>
                  </a:lnTo>
                  <a:lnTo>
                    <a:pt x="1067052" y="515926"/>
                  </a:lnTo>
                  <a:close/>
                  <a:moveTo>
                    <a:pt x="1020331" y="593409"/>
                  </a:moveTo>
                  <a:lnTo>
                    <a:pt x="1067052" y="515926"/>
                  </a:lnTo>
                  <a:lnTo>
                    <a:pt x="998583" y="510998"/>
                  </a:lnTo>
                  <a:close/>
                  <a:moveTo>
                    <a:pt x="925295" y="446557"/>
                  </a:moveTo>
                  <a:lnTo>
                    <a:pt x="998583" y="510998"/>
                  </a:lnTo>
                  <a:lnTo>
                    <a:pt x="1004833" y="465281"/>
                  </a:lnTo>
                  <a:close/>
                  <a:moveTo>
                    <a:pt x="998583" y="510998"/>
                  </a:moveTo>
                  <a:lnTo>
                    <a:pt x="1067052" y="515926"/>
                  </a:lnTo>
                  <a:lnTo>
                    <a:pt x="1004833" y="465281"/>
                  </a:lnTo>
                  <a:close/>
                  <a:moveTo>
                    <a:pt x="757668" y="285397"/>
                  </a:moveTo>
                  <a:lnTo>
                    <a:pt x="689097" y="280551"/>
                  </a:lnTo>
                  <a:lnTo>
                    <a:pt x="689624" y="337940"/>
                  </a:lnTo>
                  <a:close/>
                  <a:moveTo>
                    <a:pt x="823785" y="282235"/>
                  </a:moveTo>
                  <a:lnTo>
                    <a:pt x="839996" y="252014"/>
                  </a:lnTo>
                  <a:lnTo>
                    <a:pt x="782077" y="189749"/>
                  </a:lnTo>
                  <a:close/>
                  <a:moveTo>
                    <a:pt x="882064" y="284925"/>
                  </a:moveTo>
                  <a:lnTo>
                    <a:pt x="927753" y="334229"/>
                  </a:lnTo>
                  <a:lnTo>
                    <a:pt x="919445" y="314559"/>
                  </a:lnTo>
                  <a:close/>
                  <a:moveTo>
                    <a:pt x="839996" y="252014"/>
                  </a:moveTo>
                  <a:lnTo>
                    <a:pt x="882064" y="284925"/>
                  </a:lnTo>
                  <a:lnTo>
                    <a:pt x="891836" y="295792"/>
                  </a:lnTo>
                  <a:close/>
                  <a:moveTo>
                    <a:pt x="1125943" y="257356"/>
                  </a:moveTo>
                  <a:lnTo>
                    <a:pt x="1068779" y="213577"/>
                  </a:lnTo>
                  <a:lnTo>
                    <a:pt x="1066254" y="175141"/>
                  </a:lnTo>
                  <a:close/>
                  <a:moveTo>
                    <a:pt x="1022967" y="131362"/>
                  </a:moveTo>
                  <a:lnTo>
                    <a:pt x="1005687" y="104853"/>
                  </a:lnTo>
                  <a:lnTo>
                    <a:pt x="1066254" y="175141"/>
                  </a:lnTo>
                  <a:close/>
                  <a:moveTo>
                    <a:pt x="1068779" y="213577"/>
                  </a:moveTo>
                  <a:lnTo>
                    <a:pt x="1022967" y="131362"/>
                  </a:lnTo>
                  <a:lnTo>
                    <a:pt x="1066254" y="175141"/>
                  </a:lnTo>
                  <a:close/>
                  <a:moveTo>
                    <a:pt x="1214962" y="47995"/>
                  </a:moveTo>
                  <a:lnTo>
                    <a:pt x="1160605" y="0"/>
                  </a:lnTo>
                  <a:lnTo>
                    <a:pt x="1219455" y="54489"/>
                  </a:lnTo>
                  <a:close/>
                  <a:moveTo>
                    <a:pt x="1214962" y="47995"/>
                  </a:moveTo>
                  <a:lnTo>
                    <a:pt x="1220196" y="51647"/>
                  </a:lnTo>
                  <a:lnTo>
                    <a:pt x="1166289" y="34880"/>
                  </a:lnTo>
                  <a:close/>
                  <a:moveTo>
                    <a:pt x="1629020" y="261924"/>
                  </a:moveTo>
                  <a:lnTo>
                    <a:pt x="1626294" y="262698"/>
                  </a:lnTo>
                  <a:lnTo>
                    <a:pt x="1687045" y="314843"/>
                  </a:lnTo>
                  <a:close/>
                  <a:moveTo>
                    <a:pt x="1629020" y="261924"/>
                  </a:moveTo>
                  <a:lnTo>
                    <a:pt x="1681861" y="344913"/>
                  </a:lnTo>
                  <a:lnTo>
                    <a:pt x="1628895" y="26269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72" name="Candidate_density__2091">
              <a:extLst>
                <a:ext uri="{FF2B5EF4-FFF2-40B4-BE49-F238E27FC236}">
                  <a16:creationId xmlns:a16="http://schemas.microsoft.com/office/drawing/2014/main" id="{0157E5D4-2BDA-4255-A789-017432A07A0B}"/>
                </a:ext>
              </a:extLst>
            </p:cNvPr>
            <p:cNvSpPr>
              <a:spLocks noGrp="1"/>
            </p:cNvSpPr>
            <p:nvPr/>
          </p:nvSpPr>
          <p:spPr>
            <a:xfrm>
              <a:off x="3962283" y="1496742"/>
              <a:ext cx="2580258" cy="3359511"/>
            </a:xfrm>
            <a:custGeom>
              <a:avLst/>
              <a:gdLst/>
              <a:ahLst/>
              <a:cxnLst/>
              <a:rect l="0" t="0" r="0" b="0"/>
              <a:pathLst>
                <a:path w="2580258" h="3359511">
                  <a:moveTo>
                    <a:pt x="1191235" y="3238860"/>
                  </a:moveTo>
                  <a:lnTo>
                    <a:pt x="1175667" y="3358763"/>
                  </a:lnTo>
                  <a:lnTo>
                    <a:pt x="1203551" y="3251998"/>
                  </a:lnTo>
                  <a:close/>
                  <a:moveTo>
                    <a:pt x="1094875" y="3277296"/>
                  </a:moveTo>
                  <a:lnTo>
                    <a:pt x="1173786" y="3359511"/>
                  </a:lnTo>
                  <a:lnTo>
                    <a:pt x="1191235" y="3238860"/>
                  </a:lnTo>
                  <a:close/>
                  <a:moveTo>
                    <a:pt x="1191235" y="3238860"/>
                  </a:moveTo>
                  <a:lnTo>
                    <a:pt x="1203551" y="3251998"/>
                  </a:lnTo>
                  <a:lnTo>
                    <a:pt x="1204081" y="3235572"/>
                  </a:lnTo>
                  <a:close/>
                  <a:moveTo>
                    <a:pt x="1288656" y="3227406"/>
                  </a:moveTo>
                  <a:lnTo>
                    <a:pt x="1204081" y="3235572"/>
                  </a:lnTo>
                  <a:lnTo>
                    <a:pt x="1203551" y="3251998"/>
                  </a:lnTo>
                  <a:close/>
                  <a:moveTo>
                    <a:pt x="1204081" y="3235572"/>
                  </a:moveTo>
                  <a:lnTo>
                    <a:pt x="1288656" y="3227406"/>
                  </a:lnTo>
                  <a:lnTo>
                    <a:pt x="1274906" y="3138492"/>
                  </a:lnTo>
                  <a:close/>
                  <a:moveTo>
                    <a:pt x="1204081" y="3235572"/>
                  </a:moveTo>
                  <a:lnTo>
                    <a:pt x="1274906" y="3138492"/>
                  </a:lnTo>
                  <a:lnTo>
                    <a:pt x="1179382" y="3155559"/>
                  </a:lnTo>
                  <a:close/>
                  <a:moveTo>
                    <a:pt x="772414" y="2324276"/>
                  </a:moveTo>
                  <a:lnTo>
                    <a:pt x="811885" y="2311130"/>
                  </a:lnTo>
                  <a:lnTo>
                    <a:pt x="785706" y="2257621"/>
                  </a:lnTo>
                  <a:close/>
                  <a:moveTo>
                    <a:pt x="785706" y="2257621"/>
                  </a:moveTo>
                  <a:lnTo>
                    <a:pt x="828323" y="2301399"/>
                  </a:lnTo>
                  <a:lnTo>
                    <a:pt x="865213" y="2219184"/>
                  </a:lnTo>
                  <a:close/>
                  <a:moveTo>
                    <a:pt x="511317" y="1808108"/>
                  </a:moveTo>
                  <a:lnTo>
                    <a:pt x="534625" y="1777336"/>
                  </a:lnTo>
                  <a:lnTo>
                    <a:pt x="453438" y="1764330"/>
                  </a:lnTo>
                  <a:close/>
                  <a:moveTo>
                    <a:pt x="0" y="1245834"/>
                  </a:moveTo>
                  <a:lnTo>
                    <a:pt x="58081" y="1232603"/>
                  </a:lnTo>
                  <a:lnTo>
                    <a:pt x="9986" y="1209085"/>
                  </a:lnTo>
                  <a:close/>
                  <a:moveTo>
                    <a:pt x="0" y="1245834"/>
                  </a:moveTo>
                  <a:lnTo>
                    <a:pt x="25214" y="1266020"/>
                  </a:lnTo>
                  <a:lnTo>
                    <a:pt x="58081" y="1232603"/>
                  </a:lnTo>
                  <a:close/>
                  <a:moveTo>
                    <a:pt x="854491" y="1922085"/>
                  </a:moveTo>
                  <a:lnTo>
                    <a:pt x="736313" y="1972539"/>
                  </a:lnTo>
                  <a:lnTo>
                    <a:pt x="834097" y="1934102"/>
                  </a:lnTo>
                  <a:close/>
                  <a:moveTo>
                    <a:pt x="1723064" y="2964462"/>
                  </a:moveTo>
                  <a:lnTo>
                    <a:pt x="1700474" y="2882247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700474" y="2882247"/>
                  </a:lnTo>
                  <a:lnTo>
                    <a:pt x="1740878" y="2901941"/>
                  </a:lnTo>
                  <a:close/>
                  <a:moveTo>
                    <a:pt x="1697998" y="2976302"/>
                  </a:moveTo>
                  <a:lnTo>
                    <a:pt x="1723064" y="2964462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689625" y="2920683"/>
                  </a:lnTo>
                  <a:lnTo>
                    <a:pt x="1686352" y="2885677"/>
                  </a:lnTo>
                  <a:close/>
                  <a:moveTo>
                    <a:pt x="1686352" y="2885677"/>
                  </a:moveTo>
                  <a:lnTo>
                    <a:pt x="1697998" y="2976302"/>
                  </a:lnTo>
                  <a:lnTo>
                    <a:pt x="1729618" y="2964781"/>
                  </a:lnTo>
                  <a:close/>
                  <a:moveTo>
                    <a:pt x="110430" y="875568"/>
                  </a:moveTo>
                  <a:lnTo>
                    <a:pt x="11633" y="947521"/>
                  </a:lnTo>
                  <a:lnTo>
                    <a:pt x="69371" y="909084"/>
                  </a:lnTo>
                  <a:close/>
                  <a:moveTo>
                    <a:pt x="110430" y="875568"/>
                  </a:moveTo>
                  <a:lnTo>
                    <a:pt x="60466" y="903963"/>
                  </a:lnTo>
                  <a:lnTo>
                    <a:pt x="11633" y="947521"/>
                  </a:lnTo>
                  <a:close/>
                  <a:moveTo>
                    <a:pt x="1949797" y="3015473"/>
                  </a:moveTo>
                  <a:lnTo>
                    <a:pt x="1945940" y="3008241"/>
                  </a:lnTo>
                  <a:lnTo>
                    <a:pt x="1919150" y="2964346"/>
                  </a:lnTo>
                  <a:close/>
                  <a:moveTo>
                    <a:pt x="1849129" y="2774434"/>
                  </a:moveTo>
                  <a:lnTo>
                    <a:pt x="1772901" y="2800032"/>
                  </a:lnTo>
                  <a:lnTo>
                    <a:pt x="1778616" y="2871260"/>
                  </a:lnTo>
                  <a:close/>
                  <a:moveTo>
                    <a:pt x="1854247" y="2870366"/>
                  </a:moveTo>
                  <a:lnTo>
                    <a:pt x="1849129" y="2774434"/>
                  </a:lnTo>
                  <a:lnTo>
                    <a:pt x="1778616" y="2871260"/>
                  </a:lnTo>
                  <a:close/>
                  <a:moveTo>
                    <a:pt x="1954082" y="2816292"/>
                  </a:moveTo>
                  <a:lnTo>
                    <a:pt x="1919686" y="2761595"/>
                  </a:lnTo>
                  <a:lnTo>
                    <a:pt x="1958090" y="2846535"/>
                  </a:lnTo>
                  <a:close/>
                  <a:moveTo>
                    <a:pt x="1958090" y="2846535"/>
                  </a:moveTo>
                  <a:lnTo>
                    <a:pt x="1919686" y="2761595"/>
                  </a:lnTo>
                  <a:lnTo>
                    <a:pt x="1849129" y="2774434"/>
                  </a:lnTo>
                  <a:close/>
                  <a:moveTo>
                    <a:pt x="1958090" y="2846535"/>
                  </a:moveTo>
                  <a:lnTo>
                    <a:pt x="1849129" y="2774434"/>
                  </a:lnTo>
                  <a:lnTo>
                    <a:pt x="1854247" y="2870366"/>
                  </a:lnTo>
                  <a:close/>
                  <a:moveTo>
                    <a:pt x="1958090" y="2846535"/>
                  </a:moveTo>
                  <a:lnTo>
                    <a:pt x="1854247" y="2870366"/>
                  </a:lnTo>
                  <a:lnTo>
                    <a:pt x="1968241" y="2869230"/>
                  </a:lnTo>
                  <a:close/>
                  <a:moveTo>
                    <a:pt x="1958090" y="2846535"/>
                  </a:moveTo>
                  <a:lnTo>
                    <a:pt x="1968241" y="2869230"/>
                  </a:lnTo>
                  <a:lnTo>
                    <a:pt x="2040321" y="2860069"/>
                  </a:lnTo>
                  <a:close/>
                  <a:moveTo>
                    <a:pt x="1730505" y="2710190"/>
                  </a:moveTo>
                  <a:lnTo>
                    <a:pt x="1727105" y="2740181"/>
                  </a:lnTo>
                  <a:lnTo>
                    <a:pt x="1798471" y="2679380"/>
                  </a:lnTo>
                  <a:close/>
                  <a:moveTo>
                    <a:pt x="1727105" y="2740181"/>
                  </a:moveTo>
                  <a:lnTo>
                    <a:pt x="1772901" y="2800032"/>
                  </a:lnTo>
                  <a:lnTo>
                    <a:pt x="1798471" y="2679380"/>
                  </a:lnTo>
                  <a:close/>
                  <a:moveTo>
                    <a:pt x="1798471" y="2679380"/>
                  </a:moveTo>
                  <a:lnTo>
                    <a:pt x="1772901" y="2800032"/>
                  </a:lnTo>
                  <a:lnTo>
                    <a:pt x="1859372" y="2740847"/>
                  </a:lnTo>
                  <a:close/>
                  <a:moveTo>
                    <a:pt x="1859372" y="2740847"/>
                  </a:moveTo>
                  <a:lnTo>
                    <a:pt x="1772901" y="2800032"/>
                  </a:lnTo>
                  <a:lnTo>
                    <a:pt x="1849129" y="2774434"/>
                  </a:lnTo>
                  <a:close/>
                  <a:moveTo>
                    <a:pt x="1849129" y="2774434"/>
                  </a:moveTo>
                  <a:lnTo>
                    <a:pt x="1919686" y="2761595"/>
                  </a:lnTo>
                  <a:lnTo>
                    <a:pt x="1859372" y="2740847"/>
                  </a:lnTo>
                  <a:close/>
                  <a:moveTo>
                    <a:pt x="1701391" y="2597165"/>
                  </a:moveTo>
                  <a:lnTo>
                    <a:pt x="1730505" y="2710190"/>
                  </a:lnTo>
                  <a:lnTo>
                    <a:pt x="1757456" y="2638455"/>
                  </a:lnTo>
                  <a:close/>
                  <a:moveTo>
                    <a:pt x="1712165" y="2717817"/>
                  </a:moveTo>
                  <a:lnTo>
                    <a:pt x="1730505" y="2710190"/>
                  </a:lnTo>
                  <a:lnTo>
                    <a:pt x="1701391" y="2597165"/>
                  </a:lnTo>
                  <a:close/>
                  <a:moveTo>
                    <a:pt x="1625980" y="2635602"/>
                  </a:moveTo>
                  <a:lnTo>
                    <a:pt x="1712165" y="2717817"/>
                  </a:lnTo>
                  <a:lnTo>
                    <a:pt x="1701391" y="2597165"/>
                  </a:lnTo>
                  <a:close/>
                  <a:moveTo>
                    <a:pt x="1730505" y="2710190"/>
                  </a:moveTo>
                  <a:lnTo>
                    <a:pt x="1798471" y="2679380"/>
                  </a:lnTo>
                  <a:lnTo>
                    <a:pt x="1757456" y="2638455"/>
                  </a:lnTo>
                  <a:close/>
                  <a:moveTo>
                    <a:pt x="1625980" y="2635602"/>
                  </a:moveTo>
                  <a:lnTo>
                    <a:pt x="1701391" y="2597165"/>
                  </a:lnTo>
                  <a:lnTo>
                    <a:pt x="1623716" y="2632285"/>
                  </a:lnTo>
                  <a:close/>
                  <a:moveTo>
                    <a:pt x="1701391" y="2597165"/>
                  </a:moveTo>
                  <a:lnTo>
                    <a:pt x="1651221" y="2519918"/>
                  </a:lnTo>
                  <a:lnTo>
                    <a:pt x="1623716" y="2632285"/>
                  </a:lnTo>
                  <a:close/>
                  <a:moveTo>
                    <a:pt x="1648329" y="2514950"/>
                  </a:moveTo>
                  <a:lnTo>
                    <a:pt x="1572406" y="2553386"/>
                  </a:lnTo>
                  <a:lnTo>
                    <a:pt x="1623716" y="2632285"/>
                  </a:lnTo>
                  <a:close/>
                  <a:moveTo>
                    <a:pt x="1048899" y="1857230"/>
                  </a:moveTo>
                  <a:lnTo>
                    <a:pt x="1042980" y="1854299"/>
                  </a:lnTo>
                  <a:lnTo>
                    <a:pt x="1019454" y="1895666"/>
                  </a:lnTo>
                  <a:close/>
                  <a:moveTo>
                    <a:pt x="2040321" y="2860069"/>
                  </a:moveTo>
                  <a:lnTo>
                    <a:pt x="1968241" y="2869230"/>
                  </a:lnTo>
                  <a:lnTo>
                    <a:pt x="2102156" y="2876060"/>
                  </a:lnTo>
                  <a:close/>
                  <a:moveTo>
                    <a:pt x="1873903" y="2654201"/>
                  </a:moveTo>
                  <a:lnTo>
                    <a:pt x="1859372" y="2740847"/>
                  </a:lnTo>
                  <a:lnTo>
                    <a:pt x="1943932" y="2757954"/>
                  </a:lnTo>
                  <a:close/>
                  <a:moveTo>
                    <a:pt x="1798471" y="2679380"/>
                  </a:moveTo>
                  <a:lnTo>
                    <a:pt x="1859372" y="2740847"/>
                  </a:lnTo>
                  <a:lnTo>
                    <a:pt x="1873903" y="2654201"/>
                  </a:lnTo>
                  <a:close/>
                  <a:moveTo>
                    <a:pt x="1873903" y="2654201"/>
                  </a:moveTo>
                  <a:lnTo>
                    <a:pt x="1757456" y="2638455"/>
                  </a:lnTo>
                  <a:lnTo>
                    <a:pt x="1798471" y="2679380"/>
                  </a:lnTo>
                  <a:close/>
                  <a:moveTo>
                    <a:pt x="1768860" y="2578915"/>
                  </a:moveTo>
                  <a:lnTo>
                    <a:pt x="1757456" y="2638455"/>
                  </a:lnTo>
                  <a:lnTo>
                    <a:pt x="1873903" y="2654201"/>
                  </a:lnTo>
                  <a:close/>
                  <a:moveTo>
                    <a:pt x="1837035" y="2584082"/>
                  </a:moveTo>
                  <a:lnTo>
                    <a:pt x="1768860" y="2578915"/>
                  </a:lnTo>
                  <a:lnTo>
                    <a:pt x="1873903" y="2654201"/>
                  </a:lnTo>
                  <a:close/>
                  <a:moveTo>
                    <a:pt x="1701391" y="2597165"/>
                  </a:moveTo>
                  <a:lnTo>
                    <a:pt x="1757456" y="2638455"/>
                  </a:lnTo>
                  <a:lnTo>
                    <a:pt x="1768860" y="2578915"/>
                  </a:lnTo>
                  <a:close/>
                  <a:moveTo>
                    <a:pt x="1652815" y="2512574"/>
                  </a:moveTo>
                  <a:lnTo>
                    <a:pt x="1651221" y="2519918"/>
                  </a:lnTo>
                  <a:lnTo>
                    <a:pt x="1752526" y="2476513"/>
                  </a:lnTo>
                  <a:close/>
                  <a:moveTo>
                    <a:pt x="1651221" y="2519918"/>
                  </a:moveTo>
                  <a:lnTo>
                    <a:pt x="1701391" y="2597165"/>
                  </a:lnTo>
                  <a:lnTo>
                    <a:pt x="1752526" y="2476513"/>
                  </a:lnTo>
                  <a:close/>
                  <a:moveTo>
                    <a:pt x="1752526" y="2476513"/>
                  </a:moveTo>
                  <a:lnTo>
                    <a:pt x="1701391" y="2597165"/>
                  </a:lnTo>
                  <a:lnTo>
                    <a:pt x="1775370" y="2490233"/>
                  </a:lnTo>
                  <a:close/>
                  <a:moveTo>
                    <a:pt x="1649366" y="2432735"/>
                  </a:moveTo>
                  <a:lnTo>
                    <a:pt x="1652815" y="2512574"/>
                  </a:lnTo>
                  <a:lnTo>
                    <a:pt x="1752526" y="2476513"/>
                  </a:lnTo>
                  <a:close/>
                  <a:moveTo>
                    <a:pt x="1649366" y="2432735"/>
                  </a:moveTo>
                  <a:lnTo>
                    <a:pt x="1752526" y="2476513"/>
                  </a:lnTo>
                  <a:lnTo>
                    <a:pt x="1696650" y="2394298"/>
                  </a:lnTo>
                  <a:close/>
                  <a:moveTo>
                    <a:pt x="1696650" y="2394298"/>
                  </a:moveTo>
                  <a:lnTo>
                    <a:pt x="1695780" y="2407862"/>
                  </a:lnTo>
                  <a:lnTo>
                    <a:pt x="1649366" y="2432735"/>
                  </a:lnTo>
                  <a:close/>
                  <a:moveTo>
                    <a:pt x="1215811" y="1818793"/>
                  </a:moveTo>
                  <a:lnTo>
                    <a:pt x="1203517" y="1745454"/>
                  </a:lnTo>
                  <a:lnTo>
                    <a:pt x="1139850" y="1825907"/>
                  </a:lnTo>
                  <a:close/>
                  <a:moveTo>
                    <a:pt x="1139850" y="1825907"/>
                  </a:moveTo>
                  <a:lnTo>
                    <a:pt x="1203517" y="1745454"/>
                  </a:lnTo>
                  <a:lnTo>
                    <a:pt x="1200930" y="1736750"/>
                  </a:lnTo>
                  <a:close/>
                  <a:moveTo>
                    <a:pt x="1203517" y="1745454"/>
                  </a:moveTo>
                  <a:lnTo>
                    <a:pt x="1229452" y="1818793"/>
                  </a:lnTo>
                  <a:lnTo>
                    <a:pt x="1200930" y="1736750"/>
                  </a:lnTo>
                  <a:close/>
                  <a:moveTo>
                    <a:pt x="902252" y="1597610"/>
                  </a:moveTo>
                  <a:lnTo>
                    <a:pt x="1027502" y="1656468"/>
                  </a:lnTo>
                  <a:lnTo>
                    <a:pt x="981017" y="1594167"/>
                  </a:lnTo>
                  <a:close/>
                  <a:moveTo>
                    <a:pt x="401303" y="832211"/>
                  </a:moveTo>
                  <a:lnTo>
                    <a:pt x="393174" y="868283"/>
                  </a:lnTo>
                  <a:lnTo>
                    <a:pt x="373921" y="872996"/>
                  </a:lnTo>
                  <a:close/>
                  <a:moveTo>
                    <a:pt x="401303" y="832211"/>
                  </a:moveTo>
                  <a:lnTo>
                    <a:pt x="395007" y="766700"/>
                  </a:lnTo>
                  <a:lnTo>
                    <a:pt x="393174" y="868283"/>
                  </a:lnTo>
                  <a:close/>
                  <a:moveTo>
                    <a:pt x="401303" y="832211"/>
                  </a:moveTo>
                  <a:lnTo>
                    <a:pt x="389714" y="749996"/>
                  </a:lnTo>
                  <a:lnTo>
                    <a:pt x="395007" y="766700"/>
                  </a:lnTo>
                  <a:close/>
                  <a:moveTo>
                    <a:pt x="404679" y="709340"/>
                  </a:moveTo>
                  <a:lnTo>
                    <a:pt x="395007" y="766700"/>
                  </a:lnTo>
                  <a:lnTo>
                    <a:pt x="389714" y="749996"/>
                  </a:lnTo>
                  <a:close/>
                  <a:moveTo>
                    <a:pt x="1550695" y="2147653"/>
                  </a:moveTo>
                  <a:lnTo>
                    <a:pt x="1568912" y="2229869"/>
                  </a:lnTo>
                  <a:lnTo>
                    <a:pt x="1626670" y="2191432"/>
                  </a:lnTo>
                  <a:close/>
                  <a:moveTo>
                    <a:pt x="1203517" y="1745454"/>
                  </a:moveTo>
                  <a:lnTo>
                    <a:pt x="1215811" y="1818793"/>
                  </a:lnTo>
                  <a:lnTo>
                    <a:pt x="1224569" y="1817624"/>
                  </a:lnTo>
                  <a:close/>
                  <a:moveTo>
                    <a:pt x="1224569" y="1817624"/>
                  </a:moveTo>
                  <a:lnTo>
                    <a:pt x="1229452" y="1818793"/>
                  </a:lnTo>
                  <a:lnTo>
                    <a:pt x="1203517" y="1745454"/>
                  </a:lnTo>
                  <a:close/>
                  <a:moveTo>
                    <a:pt x="855505" y="1280271"/>
                  </a:moveTo>
                  <a:lnTo>
                    <a:pt x="896546" y="1301973"/>
                  </a:lnTo>
                  <a:lnTo>
                    <a:pt x="983308" y="1264245"/>
                  </a:lnTo>
                  <a:close/>
                  <a:moveTo>
                    <a:pt x="929574" y="1278546"/>
                  </a:moveTo>
                  <a:lnTo>
                    <a:pt x="855505" y="1280271"/>
                  </a:lnTo>
                  <a:lnTo>
                    <a:pt x="983308" y="1264245"/>
                  </a:lnTo>
                  <a:close/>
                  <a:moveTo>
                    <a:pt x="452415" y="672612"/>
                  </a:moveTo>
                  <a:lnTo>
                    <a:pt x="404679" y="709340"/>
                  </a:lnTo>
                  <a:lnTo>
                    <a:pt x="389714" y="749996"/>
                  </a:lnTo>
                  <a:close/>
                  <a:moveTo>
                    <a:pt x="404679" y="709340"/>
                  </a:moveTo>
                  <a:lnTo>
                    <a:pt x="452415" y="672612"/>
                  </a:lnTo>
                  <a:lnTo>
                    <a:pt x="441137" y="667782"/>
                  </a:lnTo>
                  <a:close/>
                  <a:moveTo>
                    <a:pt x="452415" y="672612"/>
                  </a:moveTo>
                  <a:lnTo>
                    <a:pt x="481243" y="629345"/>
                  </a:lnTo>
                  <a:lnTo>
                    <a:pt x="441137" y="667782"/>
                  </a:lnTo>
                  <a:close/>
                  <a:moveTo>
                    <a:pt x="2012264" y="2502217"/>
                  </a:moveTo>
                  <a:lnTo>
                    <a:pt x="2100701" y="2490910"/>
                  </a:lnTo>
                  <a:lnTo>
                    <a:pt x="2080484" y="2407254"/>
                  </a:lnTo>
                  <a:close/>
                  <a:moveTo>
                    <a:pt x="2012264" y="2502217"/>
                  </a:moveTo>
                  <a:lnTo>
                    <a:pt x="2080484" y="2407254"/>
                  </a:lnTo>
                  <a:lnTo>
                    <a:pt x="2005435" y="2407676"/>
                  </a:lnTo>
                  <a:close/>
                  <a:moveTo>
                    <a:pt x="2180068" y="2458296"/>
                  </a:moveTo>
                  <a:lnTo>
                    <a:pt x="2145034" y="2399641"/>
                  </a:lnTo>
                  <a:lnTo>
                    <a:pt x="2184151" y="2483659"/>
                  </a:lnTo>
                  <a:close/>
                  <a:moveTo>
                    <a:pt x="2184151" y="2483659"/>
                  </a:moveTo>
                  <a:lnTo>
                    <a:pt x="2145034" y="2399641"/>
                  </a:lnTo>
                  <a:lnTo>
                    <a:pt x="2080484" y="2407254"/>
                  </a:lnTo>
                  <a:close/>
                  <a:moveTo>
                    <a:pt x="2184151" y="2483659"/>
                  </a:moveTo>
                  <a:lnTo>
                    <a:pt x="2080484" y="2407254"/>
                  </a:lnTo>
                  <a:lnTo>
                    <a:pt x="2100701" y="2490910"/>
                  </a:lnTo>
                  <a:close/>
                  <a:moveTo>
                    <a:pt x="2180068" y="2458296"/>
                  </a:moveTo>
                  <a:lnTo>
                    <a:pt x="2184151" y="2483659"/>
                  </a:lnTo>
                  <a:lnTo>
                    <a:pt x="2193292" y="2481856"/>
                  </a:lnTo>
                  <a:close/>
                  <a:moveTo>
                    <a:pt x="1926419" y="2411322"/>
                  </a:moveTo>
                  <a:lnTo>
                    <a:pt x="1981058" y="2327402"/>
                  </a:lnTo>
                  <a:lnTo>
                    <a:pt x="1899168" y="2333385"/>
                  </a:lnTo>
                  <a:close/>
                  <a:moveTo>
                    <a:pt x="1802486" y="2355862"/>
                  </a:moveTo>
                  <a:lnTo>
                    <a:pt x="1899168" y="2333385"/>
                  </a:lnTo>
                  <a:lnTo>
                    <a:pt x="1857757" y="2304406"/>
                  </a:lnTo>
                  <a:close/>
                  <a:moveTo>
                    <a:pt x="1774347" y="2073993"/>
                  </a:moveTo>
                  <a:lnTo>
                    <a:pt x="1644904" y="2018545"/>
                  </a:lnTo>
                  <a:lnTo>
                    <a:pt x="1687266" y="2084197"/>
                  </a:lnTo>
                  <a:close/>
                  <a:moveTo>
                    <a:pt x="1774347" y="2073993"/>
                  </a:moveTo>
                  <a:lnTo>
                    <a:pt x="1687266" y="2084197"/>
                  </a:lnTo>
                  <a:lnTo>
                    <a:pt x="1778553" y="2071727"/>
                  </a:lnTo>
                  <a:close/>
                  <a:moveTo>
                    <a:pt x="1616474" y="2027002"/>
                  </a:moveTo>
                  <a:lnTo>
                    <a:pt x="1644904" y="2018545"/>
                  </a:lnTo>
                  <a:lnTo>
                    <a:pt x="1545975" y="1974674"/>
                  </a:lnTo>
                  <a:close/>
                  <a:moveTo>
                    <a:pt x="1447113" y="1668501"/>
                  </a:moveTo>
                  <a:lnTo>
                    <a:pt x="1398962" y="1780356"/>
                  </a:lnTo>
                  <a:lnTo>
                    <a:pt x="1423314" y="1741920"/>
                  </a:lnTo>
                  <a:close/>
                  <a:moveTo>
                    <a:pt x="1447113" y="1668501"/>
                  </a:moveTo>
                  <a:lnTo>
                    <a:pt x="1401172" y="1711938"/>
                  </a:lnTo>
                  <a:lnTo>
                    <a:pt x="1398962" y="1780356"/>
                  </a:lnTo>
                  <a:close/>
                  <a:moveTo>
                    <a:pt x="1115984" y="1266440"/>
                  </a:moveTo>
                  <a:lnTo>
                    <a:pt x="1105224" y="1248630"/>
                  </a:lnTo>
                  <a:lnTo>
                    <a:pt x="1122996" y="1339148"/>
                  </a:lnTo>
                  <a:close/>
                  <a:moveTo>
                    <a:pt x="555545" y="596686"/>
                  </a:moveTo>
                  <a:lnTo>
                    <a:pt x="481243" y="629345"/>
                  </a:lnTo>
                  <a:lnTo>
                    <a:pt x="563555" y="594286"/>
                  </a:lnTo>
                  <a:close/>
                  <a:moveTo>
                    <a:pt x="481243" y="629345"/>
                  </a:moveTo>
                  <a:lnTo>
                    <a:pt x="452415" y="672612"/>
                  </a:lnTo>
                  <a:lnTo>
                    <a:pt x="563555" y="594286"/>
                  </a:lnTo>
                  <a:close/>
                  <a:moveTo>
                    <a:pt x="508948" y="605325"/>
                  </a:moveTo>
                  <a:lnTo>
                    <a:pt x="481243" y="629345"/>
                  </a:lnTo>
                  <a:lnTo>
                    <a:pt x="555545" y="596686"/>
                  </a:lnTo>
                  <a:close/>
                  <a:moveTo>
                    <a:pt x="2310043" y="2564071"/>
                  </a:moveTo>
                  <a:lnTo>
                    <a:pt x="2329745" y="2646286"/>
                  </a:lnTo>
                  <a:lnTo>
                    <a:pt x="2424640" y="2607850"/>
                  </a:lnTo>
                  <a:close/>
                  <a:moveTo>
                    <a:pt x="2310043" y="2564071"/>
                  </a:moveTo>
                  <a:lnTo>
                    <a:pt x="2424640" y="2607850"/>
                  </a:lnTo>
                  <a:lnTo>
                    <a:pt x="2350231" y="2525634"/>
                  </a:lnTo>
                  <a:close/>
                  <a:moveTo>
                    <a:pt x="2310043" y="2564071"/>
                  </a:moveTo>
                  <a:lnTo>
                    <a:pt x="2350231" y="2525634"/>
                  </a:lnTo>
                  <a:lnTo>
                    <a:pt x="2273195" y="2527825"/>
                  </a:lnTo>
                  <a:close/>
                  <a:moveTo>
                    <a:pt x="2350231" y="2525634"/>
                  </a:moveTo>
                  <a:lnTo>
                    <a:pt x="2320969" y="2491242"/>
                  </a:lnTo>
                  <a:lnTo>
                    <a:pt x="2273195" y="2527825"/>
                  </a:lnTo>
                  <a:close/>
                  <a:moveTo>
                    <a:pt x="2285493" y="2443419"/>
                  </a:moveTo>
                  <a:lnTo>
                    <a:pt x="2273195" y="2527825"/>
                  </a:lnTo>
                  <a:lnTo>
                    <a:pt x="2320969" y="2491242"/>
                  </a:lnTo>
                  <a:close/>
                  <a:moveTo>
                    <a:pt x="2285493" y="2443419"/>
                  </a:moveTo>
                  <a:lnTo>
                    <a:pt x="2193292" y="2481856"/>
                  </a:lnTo>
                  <a:lnTo>
                    <a:pt x="2273195" y="2527825"/>
                  </a:lnTo>
                  <a:close/>
                  <a:moveTo>
                    <a:pt x="1649794" y="1814384"/>
                  </a:moveTo>
                  <a:lnTo>
                    <a:pt x="1755248" y="1789245"/>
                  </a:lnTo>
                  <a:lnTo>
                    <a:pt x="1716054" y="1721016"/>
                  </a:lnTo>
                  <a:close/>
                  <a:moveTo>
                    <a:pt x="1649794" y="1814384"/>
                  </a:moveTo>
                  <a:lnTo>
                    <a:pt x="1716054" y="1721016"/>
                  </a:lnTo>
                  <a:lnTo>
                    <a:pt x="1629649" y="1730670"/>
                  </a:lnTo>
                  <a:close/>
                  <a:moveTo>
                    <a:pt x="1548557" y="1635912"/>
                  </a:moveTo>
                  <a:lnTo>
                    <a:pt x="1453083" y="1659705"/>
                  </a:lnTo>
                  <a:lnTo>
                    <a:pt x="1447113" y="1668501"/>
                  </a:lnTo>
                  <a:close/>
                  <a:moveTo>
                    <a:pt x="1466695" y="1577490"/>
                  </a:moveTo>
                  <a:lnTo>
                    <a:pt x="1548557" y="1635912"/>
                  </a:lnTo>
                  <a:lnTo>
                    <a:pt x="1520543" y="1558595"/>
                  </a:lnTo>
                  <a:close/>
                  <a:moveTo>
                    <a:pt x="1453083" y="1659705"/>
                  </a:moveTo>
                  <a:lnTo>
                    <a:pt x="1548557" y="1635912"/>
                  </a:lnTo>
                  <a:lnTo>
                    <a:pt x="1466695" y="1577490"/>
                  </a:lnTo>
                  <a:close/>
                  <a:moveTo>
                    <a:pt x="1548557" y="1635912"/>
                  </a:moveTo>
                  <a:lnTo>
                    <a:pt x="1600088" y="1554518"/>
                  </a:lnTo>
                  <a:lnTo>
                    <a:pt x="1520543" y="1558595"/>
                  </a:lnTo>
                  <a:close/>
                  <a:moveTo>
                    <a:pt x="1105224" y="1248630"/>
                  </a:moveTo>
                  <a:lnTo>
                    <a:pt x="1115984" y="1266440"/>
                  </a:lnTo>
                  <a:lnTo>
                    <a:pt x="1115228" y="1245372"/>
                  </a:lnTo>
                  <a:close/>
                  <a:moveTo>
                    <a:pt x="1115228" y="1245372"/>
                  </a:moveTo>
                  <a:lnTo>
                    <a:pt x="1115984" y="1266440"/>
                  </a:lnTo>
                  <a:lnTo>
                    <a:pt x="1170070" y="1248630"/>
                  </a:lnTo>
                  <a:close/>
                  <a:moveTo>
                    <a:pt x="1087662" y="1160550"/>
                  </a:moveTo>
                  <a:lnTo>
                    <a:pt x="1085107" y="1166414"/>
                  </a:lnTo>
                  <a:lnTo>
                    <a:pt x="1079743" y="1074036"/>
                  </a:lnTo>
                  <a:close/>
                  <a:moveTo>
                    <a:pt x="749756" y="517943"/>
                  </a:moveTo>
                  <a:lnTo>
                    <a:pt x="680549" y="590909"/>
                  </a:lnTo>
                  <a:lnTo>
                    <a:pt x="722253" y="552472"/>
                  </a:lnTo>
                  <a:close/>
                  <a:moveTo>
                    <a:pt x="2424640" y="2607850"/>
                  </a:moveTo>
                  <a:lnTo>
                    <a:pt x="2460880" y="2680144"/>
                  </a:lnTo>
                  <a:lnTo>
                    <a:pt x="2462965" y="2578357"/>
                  </a:lnTo>
                  <a:close/>
                  <a:moveTo>
                    <a:pt x="2424640" y="2607850"/>
                  </a:moveTo>
                  <a:lnTo>
                    <a:pt x="2422521" y="2690065"/>
                  </a:lnTo>
                  <a:lnTo>
                    <a:pt x="2460880" y="2680144"/>
                  </a:lnTo>
                  <a:close/>
                  <a:moveTo>
                    <a:pt x="2350231" y="2525634"/>
                  </a:moveTo>
                  <a:lnTo>
                    <a:pt x="2424640" y="2607850"/>
                  </a:lnTo>
                  <a:lnTo>
                    <a:pt x="2440514" y="2487198"/>
                  </a:lnTo>
                  <a:close/>
                  <a:moveTo>
                    <a:pt x="2401513" y="2404983"/>
                  </a:moveTo>
                  <a:lnTo>
                    <a:pt x="2320969" y="2491242"/>
                  </a:lnTo>
                  <a:lnTo>
                    <a:pt x="2350231" y="2525634"/>
                  </a:lnTo>
                  <a:close/>
                  <a:moveTo>
                    <a:pt x="2401513" y="2404983"/>
                  </a:moveTo>
                  <a:lnTo>
                    <a:pt x="2350231" y="2525634"/>
                  </a:lnTo>
                  <a:lnTo>
                    <a:pt x="2440514" y="2487198"/>
                  </a:lnTo>
                  <a:close/>
                  <a:moveTo>
                    <a:pt x="793155" y="465003"/>
                  </a:moveTo>
                  <a:lnTo>
                    <a:pt x="749756" y="517943"/>
                  </a:lnTo>
                  <a:lnTo>
                    <a:pt x="722253" y="552472"/>
                  </a:lnTo>
                  <a:close/>
                  <a:moveTo>
                    <a:pt x="863398" y="448972"/>
                  </a:moveTo>
                  <a:lnTo>
                    <a:pt x="797994" y="470257"/>
                  </a:lnTo>
                  <a:lnTo>
                    <a:pt x="749756" y="517943"/>
                  </a:lnTo>
                  <a:close/>
                  <a:moveTo>
                    <a:pt x="863398" y="448972"/>
                  </a:moveTo>
                  <a:lnTo>
                    <a:pt x="749756" y="517943"/>
                  </a:lnTo>
                  <a:lnTo>
                    <a:pt x="793155" y="465003"/>
                  </a:lnTo>
                  <a:close/>
                  <a:moveTo>
                    <a:pt x="2552391" y="2466156"/>
                  </a:moveTo>
                  <a:lnTo>
                    <a:pt x="2459871" y="2480781"/>
                  </a:lnTo>
                  <a:lnTo>
                    <a:pt x="2580258" y="2543592"/>
                  </a:lnTo>
                  <a:close/>
                  <a:moveTo>
                    <a:pt x="2459871" y="2480781"/>
                  </a:moveTo>
                  <a:lnTo>
                    <a:pt x="2514357" y="2396984"/>
                  </a:lnTo>
                  <a:lnTo>
                    <a:pt x="2448692" y="2389776"/>
                  </a:lnTo>
                  <a:close/>
                  <a:moveTo>
                    <a:pt x="2448692" y="2389776"/>
                  </a:moveTo>
                  <a:lnTo>
                    <a:pt x="2488723" y="2317732"/>
                  </a:lnTo>
                  <a:lnTo>
                    <a:pt x="2419969" y="2313035"/>
                  </a:lnTo>
                  <a:close/>
                  <a:moveTo>
                    <a:pt x="1492933" y="1194208"/>
                  </a:moveTo>
                  <a:lnTo>
                    <a:pt x="1531348" y="1133320"/>
                  </a:lnTo>
                  <a:lnTo>
                    <a:pt x="1485969" y="1171756"/>
                  </a:lnTo>
                  <a:close/>
                  <a:moveTo>
                    <a:pt x="1541573" y="1097409"/>
                  </a:moveTo>
                  <a:lnTo>
                    <a:pt x="1485969" y="1171756"/>
                  </a:lnTo>
                  <a:lnTo>
                    <a:pt x="1531348" y="1133320"/>
                  </a:lnTo>
                  <a:close/>
                  <a:moveTo>
                    <a:pt x="1541573" y="1097409"/>
                  </a:moveTo>
                  <a:lnTo>
                    <a:pt x="1498428" y="1151297"/>
                  </a:lnTo>
                  <a:lnTo>
                    <a:pt x="1485969" y="1171756"/>
                  </a:lnTo>
                  <a:close/>
                  <a:moveTo>
                    <a:pt x="1606930" y="1063109"/>
                  </a:moveTo>
                  <a:lnTo>
                    <a:pt x="1498428" y="1151297"/>
                  </a:lnTo>
                  <a:lnTo>
                    <a:pt x="1541573" y="1097409"/>
                  </a:lnTo>
                  <a:close/>
                  <a:moveTo>
                    <a:pt x="918576" y="440070"/>
                  </a:moveTo>
                  <a:lnTo>
                    <a:pt x="863398" y="448972"/>
                  </a:lnTo>
                  <a:lnTo>
                    <a:pt x="793155" y="465003"/>
                  </a:lnTo>
                  <a:close/>
                  <a:moveTo>
                    <a:pt x="1000635" y="468221"/>
                  </a:moveTo>
                  <a:lnTo>
                    <a:pt x="947436" y="484520"/>
                  </a:lnTo>
                  <a:lnTo>
                    <a:pt x="863398" y="448972"/>
                  </a:lnTo>
                  <a:close/>
                  <a:moveTo>
                    <a:pt x="1063000" y="422735"/>
                  </a:moveTo>
                  <a:lnTo>
                    <a:pt x="947436" y="484520"/>
                  </a:lnTo>
                  <a:lnTo>
                    <a:pt x="1000635" y="468221"/>
                  </a:lnTo>
                  <a:close/>
                  <a:moveTo>
                    <a:pt x="1946369" y="1496243"/>
                  </a:moveTo>
                  <a:lnTo>
                    <a:pt x="2030760" y="1423744"/>
                  </a:lnTo>
                  <a:lnTo>
                    <a:pt x="1963067" y="1441198"/>
                  </a:lnTo>
                  <a:close/>
                  <a:moveTo>
                    <a:pt x="2074383" y="1481008"/>
                  </a:moveTo>
                  <a:lnTo>
                    <a:pt x="2030760" y="1423744"/>
                  </a:lnTo>
                  <a:lnTo>
                    <a:pt x="1946369" y="1496243"/>
                  </a:lnTo>
                  <a:close/>
                  <a:moveTo>
                    <a:pt x="2030760" y="1423744"/>
                  </a:moveTo>
                  <a:lnTo>
                    <a:pt x="2044140" y="1367934"/>
                  </a:lnTo>
                  <a:lnTo>
                    <a:pt x="1963067" y="1441198"/>
                  </a:lnTo>
                  <a:close/>
                  <a:moveTo>
                    <a:pt x="1798568" y="1379965"/>
                  </a:moveTo>
                  <a:lnTo>
                    <a:pt x="1840496" y="1259314"/>
                  </a:lnTo>
                  <a:lnTo>
                    <a:pt x="1765175" y="1297750"/>
                  </a:lnTo>
                  <a:close/>
                  <a:moveTo>
                    <a:pt x="1541573" y="1097409"/>
                  </a:moveTo>
                  <a:lnTo>
                    <a:pt x="1580180" y="1109742"/>
                  </a:lnTo>
                  <a:lnTo>
                    <a:pt x="1656413" y="1032915"/>
                  </a:lnTo>
                  <a:close/>
                  <a:moveTo>
                    <a:pt x="1438536" y="775623"/>
                  </a:moveTo>
                  <a:lnTo>
                    <a:pt x="1336880" y="804459"/>
                  </a:lnTo>
                  <a:lnTo>
                    <a:pt x="1316658" y="813804"/>
                  </a:lnTo>
                  <a:close/>
                  <a:moveTo>
                    <a:pt x="1438536" y="775623"/>
                  </a:moveTo>
                  <a:lnTo>
                    <a:pt x="1316658" y="813804"/>
                  </a:lnTo>
                  <a:lnTo>
                    <a:pt x="1375312" y="817901"/>
                  </a:lnTo>
                  <a:close/>
                  <a:moveTo>
                    <a:pt x="1377309" y="761910"/>
                  </a:moveTo>
                  <a:lnTo>
                    <a:pt x="1336880" y="804459"/>
                  </a:lnTo>
                  <a:lnTo>
                    <a:pt x="1424883" y="775035"/>
                  </a:lnTo>
                  <a:close/>
                  <a:moveTo>
                    <a:pt x="1405751" y="722244"/>
                  </a:moveTo>
                  <a:lnTo>
                    <a:pt x="1424883" y="775035"/>
                  </a:lnTo>
                  <a:lnTo>
                    <a:pt x="1447187" y="766023"/>
                  </a:lnTo>
                  <a:close/>
                  <a:moveTo>
                    <a:pt x="1008847" y="470528"/>
                  </a:moveTo>
                  <a:lnTo>
                    <a:pt x="1063000" y="422735"/>
                  </a:lnTo>
                  <a:lnTo>
                    <a:pt x="1000635" y="468221"/>
                  </a:lnTo>
                  <a:close/>
                  <a:moveTo>
                    <a:pt x="1008847" y="470528"/>
                  </a:moveTo>
                  <a:lnTo>
                    <a:pt x="1109666" y="449156"/>
                  </a:lnTo>
                  <a:lnTo>
                    <a:pt x="1063000" y="422735"/>
                  </a:lnTo>
                  <a:close/>
                  <a:moveTo>
                    <a:pt x="1109666" y="449156"/>
                  </a:moveTo>
                  <a:lnTo>
                    <a:pt x="1008847" y="470528"/>
                  </a:lnTo>
                  <a:lnTo>
                    <a:pt x="1143200" y="507387"/>
                  </a:lnTo>
                  <a:close/>
                  <a:moveTo>
                    <a:pt x="2136631" y="1498540"/>
                  </a:moveTo>
                  <a:lnTo>
                    <a:pt x="2085593" y="1522920"/>
                  </a:lnTo>
                  <a:lnTo>
                    <a:pt x="2020066" y="1556578"/>
                  </a:lnTo>
                  <a:close/>
                  <a:moveTo>
                    <a:pt x="2224801" y="1549533"/>
                  </a:moveTo>
                  <a:lnTo>
                    <a:pt x="2094876" y="1505959"/>
                  </a:lnTo>
                  <a:lnTo>
                    <a:pt x="2085593" y="1522920"/>
                  </a:lnTo>
                  <a:close/>
                  <a:moveTo>
                    <a:pt x="2074367" y="1411305"/>
                  </a:moveTo>
                  <a:lnTo>
                    <a:pt x="2074383" y="1481008"/>
                  </a:lnTo>
                  <a:lnTo>
                    <a:pt x="2184902" y="1482126"/>
                  </a:lnTo>
                  <a:close/>
                  <a:moveTo>
                    <a:pt x="2044140" y="1367934"/>
                  </a:moveTo>
                  <a:lnTo>
                    <a:pt x="2030760" y="1423744"/>
                  </a:lnTo>
                  <a:lnTo>
                    <a:pt x="2074367" y="1411305"/>
                  </a:lnTo>
                  <a:close/>
                  <a:moveTo>
                    <a:pt x="1882844" y="1245642"/>
                  </a:moveTo>
                  <a:lnTo>
                    <a:pt x="1840496" y="1259314"/>
                  </a:lnTo>
                  <a:lnTo>
                    <a:pt x="1924471" y="1262622"/>
                  </a:lnTo>
                  <a:close/>
                  <a:moveTo>
                    <a:pt x="1882844" y="1245642"/>
                  </a:moveTo>
                  <a:lnTo>
                    <a:pt x="1932325" y="1228528"/>
                  </a:lnTo>
                  <a:lnTo>
                    <a:pt x="1859849" y="1236215"/>
                  </a:lnTo>
                  <a:close/>
                  <a:moveTo>
                    <a:pt x="1542599" y="739926"/>
                  </a:moveTo>
                  <a:lnTo>
                    <a:pt x="1447187" y="766023"/>
                  </a:lnTo>
                  <a:lnTo>
                    <a:pt x="1497401" y="816171"/>
                  </a:lnTo>
                  <a:close/>
                  <a:moveTo>
                    <a:pt x="1640492" y="821024"/>
                  </a:moveTo>
                  <a:lnTo>
                    <a:pt x="1564348" y="822337"/>
                  </a:lnTo>
                  <a:lnTo>
                    <a:pt x="1659308" y="828536"/>
                  </a:lnTo>
                  <a:close/>
                  <a:moveTo>
                    <a:pt x="1447187" y="766023"/>
                  </a:moveTo>
                  <a:lnTo>
                    <a:pt x="1542599" y="739926"/>
                  </a:lnTo>
                  <a:lnTo>
                    <a:pt x="1472153" y="683808"/>
                  </a:lnTo>
                  <a:close/>
                  <a:moveTo>
                    <a:pt x="1449703" y="654764"/>
                  </a:moveTo>
                  <a:lnTo>
                    <a:pt x="1479364" y="649617"/>
                  </a:lnTo>
                  <a:lnTo>
                    <a:pt x="1472153" y="683808"/>
                  </a:lnTo>
                  <a:close/>
                  <a:moveTo>
                    <a:pt x="1233114" y="509479"/>
                  </a:moveTo>
                  <a:lnTo>
                    <a:pt x="1203412" y="433535"/>
                  </a:lnTo>
                  <a:lnTo>
                    <a:pt x="1149481" y="516879"/>
                  </a:lnTo>
                  <a:close/>
                  <a:moveTo>
                    <a:pt x="1335565" y="386688"/>
                  </a:moveTo>
                  <a:lnTo>
                    <a:pt x="1326093" y="418676"/>
                  </a:lnTo>
                  <a:lnTo>
                    <a:pt x="1390156" y="360290"/>
                  </a:lnTo>
                  <a:close/>
                  <a:moveTo>
                    <a:pt x="1302321" y="398726"/>
                  </a:moveTo>
                  <a:lnTo>
                    <a:pt x="1326093" y="418676"/>
                  </a:lnTo>
                  <a:lnTo>
                    <a:pt x="1335565" y="386688"/>
                  </a:lnTo>
                  <a:close/>
                  <a:moveTo>
                    <a:pt x="1302321" y="398726"/>
                  </a:moveTo>
                  <a:lnTo>
                    <a:pt x="1335565" y="386688"/>
                  </a:lnTo>
                  <a:lnTo>
                    <a:pt x="1310936" y="278075"/>
                  </a:lnTo>
                  <a:close/>
                  <a:moveTo>
                    <a:pt x="1286230" y="269636"/>
                  </a:moveTo>
                  <a:lnTo>
                    <a:pt x="1327920" y="210304"/>
                  </a:lnTo>
                  <a:lnTo>
                    <a:pt x="1333748" y="234296"/>
                  </a:lnTo>
                  <a:close/>
                  <a:moveTo>
                    <a:pt x="1327920" y="210304"/>
                  </a:moveTo>
                  <a:lnTo>
                    <a:pt x="1331328" y="195859"/>
                  </a:lnTo>
                  <a:lnTo>
                    <a:pt x="1333748" y="234296"/>
                  </a:lnTo>
                  <a:close/>
                  <a:moveTo>
                    <a:pt x="1688476" y="443731"/>
                  </a:moveTo>
                  <a:lnTo>
                    <a:pt x="1675624" y="492187"/>
                  </a:lnTo>
                  <a:lnTo>
                    <a:pt x="1709851" y="404068"/>
                  </a:lnTo>
                  <a:close/>
                  <a:moveTo>
                    <a:pt x="1709851" y="404068"/>
                  </a:moveTo>
                  <a:lnTo>
                    <a:pt x="1675624" y="492187"/>
                  </a:lnTo>
                  <a:lnTo>
                    <a:pt x="1690645" y="486283"/>
                  </a:lnTo>
                  <a:close/>
                  <a:moveTo>
                    <a:pt x="1675624" y="492187"/>
                  </a:moveTo>
                  <a:lnTo>
                    <a:pt x="1684783" y="493381"/>
                  </a:lnTo>
                  <a:lnTo>
                    <a:pt x="1690645" y="486283"/>
                  </a:lnTo>
                  <a:close/>
                  <a:moveTo>
                    <a:pt x="1425307" y="80555"/>
                  </a:moveTo>
                  <a:lnTo>
                    <a:pt x="1331328" y="195859"/>
                  </a:lnTo>
                  <a:lnTo>
                    <a:pt x="1372919" y="157423"/>
                  </a:lnTo>
                  <a:close/>
                  <a:moveTo>
                    <a:pt x="1959600" y="684900"/>
                  </a:moveTo>
                  <a:lnTo>
                    <a:pt x="1892117" y="711253"/>
                  </a:lnTo>
                  <a:lnTo>
                    <a:pt x="2004687" y="638271"/>
                  </a:lnTo>
                  <a:close/>
                  <a:moveTo>
                    <a:pt x="1959600" y="684900"/>
                  </a:moveTo>
                  <a:lnTo>
                    <a:pt x="2004687" y="638271"/>
                  </a:lnTo>
                  <a:lnTo>
                    <a:pt x="2004864" y="650714"/>
                  </a:lnTo>
                  <a:close/>
                  <a:moveTo>
                    <a:pt x="2004687" y="638271"/>
                  </a:moveTo>
                  <a:lnTo>
                    <a:pt x="2023348" y="612277"/>
                  </a:lnTo>
                  <a:lnTo>
                    <a:pt x="2004864" y="650714"/>
                  </a:lnTo>
                  <a:close/>
                  <a:moveTo>
                    <a:pt x="1709851" y="404068"/>
                  </a:moveTo>
                  <a:lnTo>
                    <a:pt x="1690645" y="486283"/>
                  </a:lnTo>
                  <a:lnTo>
                    <a:pt x="1736516" y="447847"/>
                  </a:lnTo>
                  <a:close/>
                  <a:moveTo>
                    <a:pt x="1762476" y="289998"/>
                  </a:moveTo>
                  <a:lnTo>
                    <a:pt x="1709851" y="404068"/>
                  </a:lnTo>
                  <a:lnTo>
                    <a:pt x="1757911" y="365632"/>
                  </a:lnTo>
                  <a:close/>
                  <a:moveTo>
                    <a:pt x="1762476" y="289998"/>
                  </a:moveTo>
                  <a:lnTo>
                    <a:pt x="1721814" y="353173"/>
                  </a:lnTo>
                  <a:lnTo>
                    <a:pt x="1709851" y="404068"/>
                  </a:lnTo>
                  <a:close/>
                  <a:moveTo>
                    <a:pt x="1721814" y="353173"/>
                  </a:moveTo>
                  <a:lnTo>
                    <a:pt x="1762476" y="289998"/>
                  </a:lnTo>
                  <a:lnTo>
                    <a:pt x="1720346" y="321853"/>
                  </a:lnTo>
                  <a:close/>
                  <a:moveTo>
                    <a:pt x="1762476" y="289998"/>
                  </a:moveTo>
                  <a:lnTo>
                    <a:pt x="1763472" y="283417"/>
                  </a:lnTo>
                  <a:lnTo>
                    <a:pt x="1720346" y="321853"/>
                  </a:lnTo>
                  <a:close/>
                  <a:moveTo>
                    <a:pt x="1425307" y="80555"/>
                  </a:moveTo>
                  <a:lnTo>
                    <a:pt x="1478618" y="64676"/>
                  </a:lnTo>
                  <a:lnTo>
                    <a:pt x="1460528" y="75208"/>
                  </a:lnTo>
                  <a:close/>
                  <a:moveTo>
                    <a:pt x="1478618" y="64676"/>
                  </a:moveTo>
                  <a:lnTo>
                    <a:pt x="1523809" y="36771"/>
                  </a:lnTo>
                  <a:lnTo>
                    <a:pt x="1460528" y="75208"/>
                  </a:lnTo>
                  <a:close/>
                  <a:moveTo>
                    <a:pt x="2107878" y="530224"/>
                  </a:moveTo>
                  <a:lnTo>
                    <a:pt x="2023348" y="612277"/>
                  </a:lnTo>
                  <a:lnTo>
                    <a:pt x="2079100" y="573840"/>
                  </a:lnTo>
                  <a:close/>
                  <a:moveTo>
                    <a:pt x="2107878" y="530224"/>
                  </a:moveTo>
                  <a:lnTo>
                    <a:pt x="2170310" y="491626"/>
                  </a:lnTo>
                  <a:lnTo>
                    <a:pt x="2055548" y="530062"/>
                  </a:lnTo>
                  <a:close/>
                  <a:moveTo>
                    <a:pt x="1840236" y="327195"/>
                  </a:moveTo>
                  <a:lnTo>
                    <a:pt x="1764212" y="280575"/>
                  </a:lnTo>
                  <a:lnTo>
                    <a:pt x="1763472" y="283417"/>
                  </a:lnTo>
                  <a:close/>
                  <a:moveTo>
                    <a:pt x="1763472" y="283417"/>
                  </a:moveTo>
                  <a:lnTo>
                    <a:pt x="1762476" y="289998"/>
                  </a:lnTo>
                  <a:lnTo>
                    <a:pt x="1840236" y="327195"/>
                  </a:lnTo>
                  <a:close/>
                  <a:moveTo>
                    <a:pt x="1542055" y="23198"/>
                  </a:moveTo>
                  <a:lnTo>
                    <a:pt x="1523809" y="36771"/>
                  </a:lnTo>
                  <a:lnTo>
                    <a:pt x="1559514" y="25528"/>
                  </a:lnTo>
                  <a:close/>
                  <a:moveTo>
                    <a:pt x="1660725" y="3838"/>
                  </a:moveTo>
                  <a:lnTo>
                    <a:pt x="1559514" y="25528"/>
                  </a:lnTo>
                  <a:lnTo>
                    <a:pt x="1667940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73" name="Candidate_density__2092">
              <a:extLst>
                <a:ext uri="{FF2B5EF4-FFF2-40B4-BE49-F238E27FC236}">
                  <a16:creationId xmlns:a16="http://schemas.microsoft.com/office/drawing/2014/main" id="{7306EA05-D10D-D56C-8581-17737C2C5ED0}"/>
                </a:ext>
              </a:extLst>
            </p:cNvPr>
            <p:cNvSpPr>
              <a:spLocks noGrp="1"/>
            </p:cNvSpPr>
            <p:nvPr/>
          </p:nvSpPr>
          <p:spPr>
            <a:xfrm>
              <a:off x="4475464" y="1773664"/>
              <a:ext cx="2088088" cy="3082589"/>
            </a:xfrm>
            <a:custGeom>
              <a:avLst/>
              <a:gdLst/>
              <a:ahLst/>
              <a:cxnLst/>
              <a:rect l="0" t="0" r="0" b="0"/>
              <a:pathLst>
                <a:path w="2088088" h="3082589">
                  <a:moveTo>
                    <a:pt x="660606" y="3082589"/>
                  </a:moveTo>
                  <a:lnTo>
                    <a:pt x="662487" y="3081841"/>
                  </a:lnTo>
                  <a:lnTo>
                    <a:pt x="678055" y="2961938"/>
                  </a:lnTo>
                  <a:close/>
                  <a:moveTo>
                    <a:pt x="662487" y="3081841"/>
                  </a:moveTo>
                  <a:lnTo>
                    <a:pt x="671219" y="3082589"/>
                  </a:lnTo>
                  <a:lnTo>
                    <a:pt x="690371" y="2975076"/>
                  </a:lnTo>
                  <a:close/>
                  <a:moveTo>
                    <a:pt x="24099" y="2304217"/>
                  </a:moveTo>
                  <a:lnTo>
                    <a:pt x="5986" y="2251091"/>
                  </a:lnTo>
                  <a:lnTo>
                    <a:pt x="30836" y="2330980"/>
                  </a:lnTo>
                  <a:close/>
                  <a:moveTo>
                    <a:pt x="24099" y="2304217"/>
                  </a:moveTo>
                  <a:lnTo>
                    <a:pt x="0" y="2222002"/>
                  </a:lnTo>
                  <a:lnTo>
                    <a:pt x="5986" y="2251091"/>
                  </a:lnTo>
                  <a:close/>
                  <a:moveTo>
                    <a:pt x="775475" y="2950484"/>
                  </a:moveTo>
                  <a:lnTo>
                    <a:pt x="690371" y="2975076"/>
                  </a:lnTo>
                  <a:lnTo>
                    <a:pt x="776125" y="3017041"/>
                  </a:lnTo>
                  <a:close/>
                  <a:moveTo>
                    <a:pt x="366329" y="2340099"/>
                  </a:moveTo>
                  <a:lnTo>
                    <a:pt x="340072" y="2227344"/>
                  </a:lnTo>
                  <a:lnTo>
                    <a:pt x="282569" y="2247510"/>
                  </a:lnTo>
                  <a:close/>
                  <a:moveTo>
                    <a:pt x="366329" y="2340099"/>
                  </a:moveTo>
                  <a:lnTo>
                    <a:pt x="282569" y="2247510"/>
                  </a:lnTo>
                  <a:lnTo>
                    <a:pt x="294903" y="2337575"/>
                  </a:lnTo>
                  <a:close/>
                  <a:moveTo>
                    <a:pt x="208497" y="2101350"/>
                  </a:moveTo>
                  <a:lnTo>
                    <a:pt x="280348" y="2126299"/>
                  </a:lnTo>
                  <a:lnTo>
                    <a:pt x="266086" y="2145128"/>
                  </a:lnTo>
                  <a:close/>
                  <a:moveTo>
                    <a:pt x="280348" y="2126299"/>
                  </a:moveTo>
                  <a:lnTo>
                    <a:pt x="241280" y="2080893"/>
                  </a:lnTo>
                  <a:lnTo>
                    <a:pt x="291660" y="2145128"/>
                  </a:lnTo>
                  <a:close/>
                  <a:moveTo>
                    <a:pt x="223082" y="2127389"/>
                  </a:moveTo>
                  <a:lnTo>
                    <a:pt x="280280" y="2149278"/>
                  </a:lnTo>
                  <a:lnTo>
                    <a:pt x="291660" y="2145128"/>
                  </a:lnTo>
                  <a:close/>
                  <a:moveTo>
                    <a:pt x="239168" y="2101350"/>
                  </a:moveTo>
                  <a:lnTo>
                    <a:pt x="259234" y="2047354"/>
                  </a:lnTo>
                  <a:lnTo>
                    <a:pt x="272526" y="1980699"/>
                  </a:lnTo>
                  <a:close/>
                  <a:moveTo>
                    <a:pt x="272526" y="1980699"/>
                  </a:moveTo>
                  <a:lnTo>
                    <a:pt x="298705" y="2034208"/>
                  </a:lnTo>
                  <a:lnTo>
                    <a:pt x="315142" y="2024477"/>
                  </a:lnTo>
                  <a:close/>
                  <a:moveTo>
                    <a:pt x="352033" y="1942262"/>
                  </a:moveTo>
                  <a:lnTo>
                    <a:pt x="229480" y="1898483"/>
                  </a:lnTo>
                  <a:lnTo>
                    <a:pt x="272526" y="1980699"/>
                  </a:lnTo>
                  <a:close/>
                  <a:moveTo>
                    <a:pt x="1029030" y="2682198"/>
                  </a:moveTo>
                  <a:lnTo>
                    <a:pt x="1103295" y="2758695"/>
                  </a:lnTo>
                  <a:lnTo>
                    <a:pt x="1131833" y="2725976"/>
                  </a:lnTo>
                  <a:close/>
                  <a:moveTo>
                    <a:pt x="270089" y="1777832"/>
                  </a:moveTo>
                  <a:lnTo>
                    <a:pt x="320917" y="1657180"/>
                  </a:lnTo>
                  <a:lnTo>
                    <a:pt x="223133" y="1695617"/>
                  </a:lnTo>
                  <a:close/>
                  <a:moveTo>
                    <a:pt x="1131833" y="2725976"/>
                  </a:moveTo>
                  <a:lnTo>
                    <a:pt x="1113039" y="2757735"/>
                  </a:lnTo>
                  <a:lnTo>
                    <a:pt x="1168998" y="2789144"/>
                  </a:lnTo>
                  <a:close/>
                  <a:moveTo>
                    <a:pt x="354761" y="1648858"/>
                  </a:moveTo>
                  <a:lnTo>
                    <a:pt x="320917" y="1657180"/>
                  </a:lnTo>
                  <a:lnTo>
                    <a:pt x="403347" y="1661906"/>
                  </a:lnTo>
                  <a:close/>
                  <a:moveTo>
                    <a:pt x="341311" y="1645163"/>
                  </a:moveTo>
                  <a:lnTo>
                    <a:pt x="320917" y="1657180"/>
                  </a:lnTo>
                  <a:lnTo>
                    <a:pt x="354761" y="1648858"/>
                  </a:lnTo>
                  <a:close/>
                  <a:moveTo>
                    <a:pt x="354761" y="1648858"/>
                  </a:moveTo>
                  <a:lnTo>
                    <a:pt x="356813" y="1657180"/>
                  </a:lnTo>
                  <a:lnTo>
                    <a:pt x="341311" y="1645163"/>
                  </a:lnTo>
                  <a:close/>
                  <a:moveTo>
                    <a:pt x="194929" y="1169231"/>
                  </a:moveTo>
                  <a:lnTo>
                    <a:pt x="181745" y="1087017"/>
                  </a:lnTo>
                  <a:lnTo>
                    <a:pt x="172727" y="1175204"/>
                  </a:lnTo>
                  <a:close/>
                  <a:moveTo>
                    <a:pt x="1657368" y="2576186"/>
                  </a:moveTo>
                  <a:lnTo>
                    <a:pt x="1527141" y="2583147"/>
                  </a:lnTo>
                  <a:lnTo>
                    <a:pt x="1588976" y="2599138"/>
                  </a:lnTo>
                  <a:close/>
                  <a:moveTo>
                    <a:pt x="1430752" y="2481032"/>
                  </a:moveTo>
                  <a:lnTo>
                    <a:pt x="1346192" y="2463925"/>
                  </a:lnTo>
                  <a:lnTo>
                    <a:pt x="1406506" y="2484673"/>
                  </a:lnTo>
                  <a:close/>
                  <a:moveTo>
                    <a:pt x="1423615" y="2386741"/>
                  </a:moveTo>
                  <a:lnTo>
                    <a:pt x="1360723" y="2377279"/>
                  </a:lnTo>
                  <a:lnTo>
                    <a:pt x="1430752" y="2481032"/>
                  </a:lnTo>
                  <a:close/>
                  <a:moveTo>
                    <a:pt x="1423615" y="2386741"/>
                  </a:moveTo>
                  <a:lnTo>
                    <a:pt x="1323855" y="2307160"/>
                  </a:lnTo>
                  <a:lnTo>
                    <a:pt x="1360723" y="2377279"/>
                  </a:lnTo>
                  <a:close/>
                  <a:moveTo>
                    <a:pt x="1262190" y="2213311"/>
                  </a:moveTo>
                  <a:lnTo>
                    <a:pt x="1188211" y="2320243"/>
                  </a:lnTo>
                  <a:lnTo>
                    <a:pt x="1255680" y="2301993"/>
                  </a:lnTo>
                  <a:close/>
                  <a:moveTo>
                    <a:pt x="714270" y="1638452"/>
                  </a:moveTo>
                  <a:lnTo>
                    <a:pt x="702630" y="1541870"/>
                  </a:lnTo>
                  <a:lnTo>
                    <a:pt x="626670" y="1548985"/>
                  </a:lnTo>
                  <a:close/>
                  <a:moveTo>
                    <a:pt x="626670" y="1548985"/>
                  </a:moveTo>
                  <a:lnTo>
                    <a:pt x="687750" y="1459828"/>
                  </a:lnTo>
                  <a:lnTo>
                    <a:pt x="569097" y="1495698"/>
                  </a:lnTo>
                  <a:close/>
                  <a:moveTo>
                    <a:pt x="687750" y="1459828"/>
                  </a:moveTo>
                  <a:lnTo>
                    <a:pt x="716272" y="1541870"/>
                  </a:lnTo>
                  <a:lnTo>
                    <a:pt x="767511" y="1555668"/>
                  </a:lnTo>
                  <a:close/>
                  <a:moveTo>
                    <a:pt x="636381" y="1377441"/>
                  </a:moveTo>
                  <a:lnTo>
                    <a:pt x="601987" y="1416867"/>
                  </a:lnTo>
                  <a:lnTo>
                    <a:pt x="654421" y="1386831"/>
                  </a:lnTo>
                  <a:close/>
                  <a:moveTo>
                    <a:pt x="530694" y="1377441"/>
                  </a:moveTo>
                  <a:lnTo>
                    <a:pt x="579880" y="1334214"/>
                  </a:lnTo>
                  <a:lnTo>
                    <a:pt x="514321" y="1379545"/>
                  </a:lnTo>
                  <a:close/>
                  <a:moveTo>
                    <a:pt x="514321" y="1379545"/>
                  </a:moveTo>
                  <a:lnTo>
                    <a:pt x="579880" y="1334214"/>
                  </a:lnTo>
                  <a:lnTo>
                    <a:pt x="555703" y="1306403"/>
                  </a:lnTo>
                  <a:close/>
                  <a:moveTo>
                    <a:pt x="514321" y="1379545"/>
                  </a:moveTo>
                  <a:lnTo>
                    <a:pt x="555703" y="1306403"/>
                  </a:lnTo>
                  <a:lnTo>
                    <a:pt x="467837" y="1317245"/>
                  </a:lnTo>
                  <a:close/>
                  <a:moveTo>
                    <a:pt x="579880" y="1334214"/>
                  </a:moveTo>
                  <a:lnTo>
                    <a:pt x="636381" y="1377441"/>
                  </a:lnTo>
                  <a:lnTo>
                    <a:pt x="555703" y="1306403"/>
                  </a:lnTo>
                  <a:close/>
                  <a:moveTo>
                    <a:pt x="636381" y="1377441"/>
                  </a:moveTo>
                  <a:lnTo>
                    <a:pt x="654421" y="1386831"/>
                  </a:lnTo>
                  <a:lnTo>
                    <a:pt x="555703" y="1306403"/>
                  </a:lnTo>
                  <a:close/>
                  <a:moveTo>
                    <a:pt x="1055732" y="1952946"/>
                  </a:moveTo>
                  <a:lnTo>
                    <a:pt x="1037515" y="1870731"/>
                  </a:lnTo>
                  <a:lnTo>
                    <a:pt x="1060391" y="1899707"/>
                  </a:lnTo>
                  <a:close/>
                  <a:moveTo>
                    <a:pt x="1703098" y="2531960"/>
                  </a:moveTo>
                  <a:lnTo>
                    <a:pt x="1588976" y="2599138"/>
                  </a:lnTo>
                  <a:lnTo>
                    <a:pt x="1632153" y="2545368"/>
                  </a:lnTo>
                  <a:close/>
                  <a:moveTo>
                    <a:pt x="1055732" y="1952946"/>
                  </a:moveTo>
                  <a:lnTo>
                    <a:pt x="1119363" y="2035161"/>
                  </a:lnTo>
                  <a:lnTo>
                    <a:pt x="1174591" y="1996725"/>
                  </a:lnTo>
                  <a:close/>
                  <a:moveTo>
                    <a:pt x="1032795" y="1697752"/>
                  </a:moveTo>
                  <a:lnTo>
                    <a:pt x="997750" y="1689856"/>
                  </a:lnTo>
                  <a:lnTo>
                    <a:pt x="1103294" y="1750079"/>
                  </a:lnTo>
                  <a:close/>
                  <a:moveTo>
                    <a:pt x="702630" y="1541870"/>
                  </a:moveTo>
                  <a:lnTo>
                    <a:pt x="712288" y="1550605"/>
                  </a:lnTo>
                  <a:lnTo>
                    <a:pt x="711389" y="1540702"/>
                  </a:lnTo>
                  <a:close/>
                  <a:moveTo>
                    <a:pt x="711389" y="1540702"/>
                  </a:moveTo>
                  <a:lnTo>
                    <a:pt x="712288" y="1550605"/>
                  </a:lnTo>
                  <a:lnTo>
                    <a:pt x="716272" y="1541870"/>
                  </a:lnTo>
                  <a:close/>
                  <a:moveTo>
                    <a:pt x="887873" y="1421219"/>
                  </a:moveTo>
                  <a:lnTo>
                    <a:pt x="884970" y="1520768"/>
                  </a:lnTo>
                  <a:lnTo>
                    <a:pt x="887992" y="1435016"/>
                  </a:lnTo>
                  <a:close/>
                  <a:moveTo>
                    <a:pt x="530694" y="1377441"/>
                  </a:moveTo>
                  <a:lnTo>
                    <a:pt x="601987" y="1416867"/>
                  </a:lnTo>
                  <a:lnTo>
                    <a:pt x="604866" y="1366527"/>
                  </a:lnTo>
                  <a:close/>
                  <a:moveTo>
                    <a:pt x="579880" y="1334214"/>
                  </a:moveTo>
                  <a:lnTo>
                    <a:pt x="530694" y="1377441"/>
                  </a:lnTo>
                  <a:lnTo>
                    <a:pt x="604866" y="1366527"/>
                  </a:lnTo>
                  <a:close/>
                  <a:moveTo>
                    <a:pt x="604866" y="1366527"/>
                  </a:moveTo>
                  <a:lnTo>
                    <a:pt x="601987" y="1416867"/>
                  </a:lnTo>
                  <a:lnTo>
                    <a:pt x="636381" y="1377441"/>
                  </a:lnTo>
                  <a:close/>
                  <a:moveTo>
                    <a:pt x="604866" y="1366527"/>
                  </a:moveTo>
                  <a:lnTo>
                    <a:pt x="636381" y="1377441"/>
                  </a:lnTo>
                  <a:lnTo>
                    <a:pt x="579880" y="1334214"/>
                  </a:lnTo>
                  <a:close/>
                  <a:moveTo>
                    <a:pt x="314967" y="1020065"/>
                  </a:moveTo>
                  <a:lnTo>
                    <a:pt x="383365" y="1025050"/>
                  </a:lnTo>
                  <a:lnTo>
                    <a:pt x="342325" y="1003349"/>
                  </a:lnTo>
                  <a:close/>
                  <a:moveTo>
                    <a:pt x="1717357" y="2490015"/>
                  </a:moveTo>
                  <a:lnTo>
                    <a:pt x="1754833" y="2510188"/>
                  </a:lnTo>
                  <a:lnTo>
                    <a:pt x="1708357" y="2476620"/>
                  </a:lnTo>
                  <a:close/>
                  <a:moveTo>
                    <a:pt x="1717357" y="2490015"/>
                  </a:moveTo>
                  <a:lnTo>
                    <a:pt x="1708357" y="2476620"/>
                  </a:lnTo>
                  <a:lnTo>
                    <a:pt x="1708981" y="2407800"/>
                  </a:lnTo>
                  <a:close/>
                  <a:moveTo>
                    <a:pt x="1670971" y="2206737"/>
                  </a:moveTo>
                  <a:lnTo>
                    <a:pt x="1642922" y="2306970"/>
                  </a:lnTo>
                  <a:lnTo>
                    <a:pt x="1680111" y="2204934"/>
                  </a:lnTo>
                  <a:close/>
                  <a:moveTo>
                    <a:pt x="1417368" y="2243370"/>
                  </a:moveTo>
                  <a:lnTo>
                    <a:pt x="1486356" y="2278910"/>
                  </a:lnTo>
                  <a:lnTo>
                    <a:pt x="1499084" y="2225295"/>
                  </a:lnTo>
                  <a:close/>
                  <a:moveTo>
                    <a:pt x="1587521" y="2213988"/>
                  </a:moveTo>
                  <a:lnTo>
                    <a:pt x="1486356" y="2278910"/>
                  </a:lnTo>
                  <a:lnTo>
                    <a:pt x="1567406" y="2303289"/>
                  </a:lnTo>
                  <a:close/>
                  <a:moveTo>
                    <a:pt x="1587521" y="2213988"/>
                  </a:moveTo>
                  <a:lnTo>
                    <a:pt x="1499084" y="2225295"/>
                  </a:lnTo>
                  <a:lnTo>
                    <a:pt x="1486356" y="2278910"/>
                  </a:lnTo>
                  <a:close/>
                  <a:moveTo>
                    <a:pt x="1670971" y="2206737"/>
                  </a:moveTo>
                  <a:lnTo>
                    <a:pt x="1587521" y="2213988"/>
                  </a:lnTo>
                  <a:lnTo>
                    <a:pt x="1567406" y="2303289"/>
                  </a:lnTo>
                  <a:close/>
                  <a:moveTo>
                    <a:pt x="1413239" y="2134400"/>
                  </a:moveTo>
                  <a:lnTo>
                    <a:pt x="1492255" y="2130754"/>
                  </a:lnTo>
                  <a:lnTo>
                    <a:pt x="1467878" y="2050480"/>
                  </a:lnTo>
                  <a:close/>
                  <a:moveTo>
                    <a:pt x="1567304" y="2130332"/>
                  </a:moveTo>
                  <a:lnTo>
                    <a:pt x="1508348" y="2082480"/>
                  </a:lnTo>
                  <a:lnTo>
                    <a:pt x="1467878" y="2050480"/>
                  </a:lnTo>
                  <a:close/>
                  <a:moveTo>
                    <a:pt x="1492255" y="2130754"/>
                  </a:moveTo>
                  <a:lnTo>
                    <a:pt x="1567304" y="2130332"/>
                  </a:lnTo>
                  <a:lnTo>
                    <a:pt x="1467878" y="2050480"/>
                  </a:lnTo>
                  <a:close/>
                  <a:moveTo>
                    <a:pt x="1385987" y="2056463"/>
                  </a:moveTo>
                  <a:lnTo>
                    <a:pt x="1467878" y="2050480"/>
                  </a:lnTo>
                  <a:lnTo>
                    <a:pt x="1424630" y="2048129"/>
                  </a:lnTo>
                  <a:close/>
                  <a:moveTo>
                    <a:pt x="1265372" y="1794805"/>
                  </a:moveTo>
                  <a:lnTo>
                    <a:pt x="1235660" y="1832294"/>
                  </a:lnTo>
                  <a:lnTo>
                    <a:pt x="1261167" y="1797071"/>
                  </a:lnTo>
                  <a:close/>
                  <a:moveTo>
                    <a:pt x="1263328" y="1787162"/>
                  </a:moveTo>
                  <a:lnTo>
                    <a:pt x="1224605" y="1711643"/>
                  </a:lnTo>
                  <a:lnTo>
                    <a:pt x="1261167" y="1797071"/>
                  </a:lnTo>
                  <a:close/>
                  <a:moveTo>
                    <a:pt x="1261167" y="1797071"/>
                  </a:moveTo>
                  <a:lnTo>
                    <a:pt x="1224605" y="1711643"/>
                  </a:lnTo>
                  <a:lnTo>
                    <a:pt x="1131724" y="1741623"/>
                  </a:lnTo>
                  <a:close/>
                  <a:moveTo>
                    <a:pt x="1235660" y="1832294"/>
                  </a:moveTo>
                  <a:lnTo>
                    <a:pt x="1263328" y="1787162"/>
                  </a:lnTo>
                  <a:lnTo>
                    <a:pt x="1261167" y="1797071"/>
                  </a:lnTo>
                  <a:close/>
                  <a:moveTo>
                    <a:pt x="1032795" y="1697752"/>
                  </a:moveTo>
                  <a:lnTo>
                    <a:pt x="1131724" y="1741623"/>
                  </a:lnTo>
                  <a:lnTo>
                    <a:pt x="1152465" y="1651321"/>
                  </a:lnTo>
                  <a:close/>
                  <a:moveTo>
                    <a:pt x="1131724" y="1741623"/>
                  </a:moveTo>
                  <a:lnTo>
                    <a:pt x="1224605" y="1711643"/>
                  </a:lnTo>
                  <a:lnTo>
                    <a:pt x="1152465" y="1651321"/>
                  </a:lnTo>
                  <a:close/>
                  <a:moveTo>
                    <a:pt x="602804" y="989518"/>
                  </a:moveTo>
                  <a:lnTo>
                    <a:pt x="671374" y="972681"/>
                  </a:lnTo>
                  <a:lnTo>
                    <a:pt x="656890" y="971707"/>
                  </a:lnTo>
                  <a:close/>
                  <a:moveTo>
                    <a:pt x="1468824" y="1782956"/>
                  </a:moveTo>
                  <a:lnTo>
                    <a:pt x="1542497" y="1837637"/>
                  </a:lnTo>
                  <a:lnTo>
                    <a:pt x="1444920" y="1768868"/>
                  </a:lnTo>
                  <a:close/>
                  <a:moveTo>
                    <a:pt x="1224605" y="1711643"/>
                  </a:moveTo>
                  <a:lnTo>
                    <a:pt x="1263328" y="1787162"/>
                  </a:lnTo>
                  <a:lnTo>
                    <a:pt x="1254201" y="1702643"/>
                  </a:lnTo>
                  <a:close/>
                  <a:moveTo>
                    <a:pt x="1155594" y="1622124"/>
                  </a:moveTo>
                  <a:lnTo>
                    <a:pt x="1242068" y="1512323"/>
                  </a:lnTo>
                  <a:lnTo>
                    <a:pt x="1136613" y="1537462"/>
                  </a:lnTo>
                  <a:close/>
                  <a:moveTo>
                    <a:pt x="1069275" y="1531615"/>
                  </a:moveTo>
                  <a:lnTo>
                    <a:pt x="1136613" y="1537462"/>
                  </a:lnTo>
                  <a:lnTo>
                    <a:pt x="1116469" y="1453748"/>
                  </a:lnTo>
                  <a:close/>
                  <a:moveTo>
                    <a:pt x="1052703" y="1444996"/>
                  </a:moveTo>
                  <a:lnTo>
                    <a:pt x="1116469" y="1453748"/>
                  </a:lnTo>
                  <a:lnTo>
                    <a:pt x="1109696" y="1359161"/>
                  </a:lnTo>
                  <a:close/>
                  <a:moveTo>
                    <a:pt x="1052703" y="1444996"/>
                  </a:moveTo>
                  <a:lnTo>
                    <a:pt x="1109696" y="1359161"/>
                  </a:lnTo>
                  <a:lnTo>
                    <a:pt x="1035377" y="1358990"/>
                  </a:lnTo>
                  <a:close/>
                  <a:moveTo>
                    <a:pt x="1035377" y="1358990"/>
                  </a:moveTo>
                  <a:lnTo>
                    <a:pt x="1109696" y="1359161"/>
                  </a:lnTo>
                  <a:lnTo>
                    <a:pt x="1086908" y="1277596"/>
                  </a:lnTo>
                  <a:close/>
                  <a:moveTo>
                    <a:pt x="656890" y="971707"/>
                  </a:moveTo>
                  <a:lnTo>
                    <a:pt x="671714" y="968501"/>
                  </a:lnTo>
                  <a:lnTo>
                    <a:pt x="602047" y="968450"/>
                  </a:lnTo>
                  <a:close/>
                  <a:moveTo>
                    <a:pt x="1949785" y="2301435"/>
                  </a:moveTo>
                  <a:lnTo>
                    <a:pt x="1947699" y="2403222"/>
                  </a:lnTo>
                  <a:lnTo>
                    <a:pt x="2007815" y="2404866"/>
                  </a:lnTo>
                  <a:close/>
                  <a:moveTo>
                    <a:pt x="1961289" y="2292491"/>
                  </a:moveTo>
                  <a:lnTo>
                    <a:pt x="1949785" y="2301435"/>
                  </a:lnTo>
                  <a:lnTo>
                    <a:pt x="2007815" y="2404866"/>
                  </a:lnTo>
                  <a:close/>
                  <a:moveTo>
                    <a:pt x="2067078" y="2266670"/>
                  </a:moveTo>
                  <a:lnTo>
                    <a:pt x="2088088" y="2210089"/>
                  </a:lnTo>
                  <a:lnTo>
                    <a:pt x="2039211" y="2189233"/>
                  </a:lnTo>
                  <a:close/>
                  <a:moveTo>
                    <a:pt x="1946691" y="2203859"/>
                  </a:moveTo>
                  <a:lnTo>
                    <a:pt x="2039211" y="2189233"/>
                  </a:lnTo>
                  <a:lnTo>
                    <a:pt x="2001177" y="2120062"/>
                  </a:lnTo>
                  <a:close/>
                  <a:moveTo>
                    <a:pt x="1935512" y="2112854"/>
                  </a:moveTo>
                  <a:lnTo>
                    <a:pt x="2001177" y="2120062"/>
                  </a:lnTo>
                  <a:lnTo>
                    <a:pt x="1975542" y="2040810"/>
                  </a:lnTo>
                  <a:close/>
                  <a:moveTo>
                    <a:pt x="487455" y="191299"/>
                  </a:moveTo>
                  <a:lnTo>
                    <a:pt x="350218" y="172050"/>
                  </a:lnTo>
                  <a:lnTo>
                    <a:pt x="405395" y="163148"/>
                  </a:lnTo>
                  <a:close/>
                  <a:moveTo>
                    <a:pt x="1596830" y="1349688"/>
                  </a:moveTo>
                  <a:lnTo>
                    <a:pt x="1572413" y="1245998"/>
                  </a:lnTo>
                  <a:lnTo>
                    <a:pt x="1581695" y="1229037"/>
                  </a:lnTo>
                  <a:close/>
                  <a:moveTo>
                    <a:pt x="1394415" y="1185258"/>
                  </a:moveTo>
                  <a:lnTo>
                    <a:pt x="1433189" y="1219321"/>
                  </a:lnTo>
                  <a:lnTo>
                    <a:pt x="1449887" y="1164276"/>
                  </a:lnTo>
                  <a:close/>
                  <a:moveTo>
                    <a:pt x="1285388" y="1103043"/>
                  </a:moveTo>
                  <a:lnTo>
                    <a:pt x="1290724" y="1028779"/>
                  </a:lnTo>
                  <a:lnTo>
                    <a:pt x="1327315" y="982392"/>
                  </a:lnTo>
                  <a:close/>
                  <a:moveTo>
                    <a:pt x="1093750" y="786187"/>
                  </a:moveTo>
                  <a:lnTo>
                    <a:pt x="1028393" y="820487"/>
                  </a:lnTo>
                  <a:lnTo>
                    <a:pt x="1143233" y="755992"/>
                  </a:lnTo>
                  <a:close/>
                  <a:moveTo>
                    <a:pt x="1671722" y="1205204"/>
                  </a:moveTo>
                  <a:lnTo>
                    <a:pt x="1581695" y="1229037"/>
                  </a:lnTo>
                  <a:lnTo>
                    <a:pt x="1711621" y="1272611"/>
                  </a:lnTo>
                  <a:close/>
                  <a:moveTo>
                    <a:pt x="1711621" y="1272611"/>
                  </a:moveTo>
                  <a:lnTo>
                    <a:pt x="1572413" y="1245998"/>
                  </a:lnTo>
                  <a:lnTo>
                    <a:pt x="1623451" y="1221618"/>
                  </a:lnTo>
                  <a:close/>
                  <a:moveTo>
                    <a:pt x="1369664" y="968719"/>
                  </a:moveTo>
                  <a:lnTo>
                    <a:pt x="1445222" y="1049106"/>
                  </a:lnTo>
                  <a:lnTo>
                    <a:pt x="1441897" y="970588"/>
                  </a:lnTo>
                  <a:close/>
                  <a:moveTo>
                    <a:pt x="1369664" y="968719"/>
                  </a:moveTo>
                  <a:lnTo>
                    <a:pt x="1441897" y="970588"/>
                  </a:lnTo>
                  <a:lnTo>
                    <a:pt x="1419144" y="951606"/>
                  </a:lnTo>
                  <a:close/>
                  <a:moveTo>
                    <a:pt x="1051167" y="545415"/>
                  </a:moveTo>
                  <a:lnTo>
                    <a:pt x="1074425" y="562190"/>
                  </a:lnTo>
                  <a:lnTo>
                    <a:pt x="1146128" y="551614"/>
                  </a:lnTo>
                  <a:close/>
                  <a:moveTo>
                    <a:pt x="1188117" y="555261"/>
                  </a:moveTo>
                  <a:lnTo>
                    <a:pt x="1127312" y="544102"/>
                  </a:lnTo>
                  <a:lnTo>
                    <a:pt x="1224989" y="567808"/>
                  </a:lnTo>
                  <a:close/>
                  <a:moveTo>
                    <a:pt x="1127312" y="544102"/>
                  </a:moveTo>
                  <a:lnTo>
                    <a:pt x="1146128" y="551614"/>
                  </a:lnTo>
                  <a:lnTo>
                    <a:pt x="1224989" y="567808"/>
                  </a:lnTo>
                  <a:close/>
                  <a:moveTo>
                    <a:pt x="958973" y="406886"/>
                  </a:moveTo>
                  <a:lnTo>
                    <a:pt x="1029419" y="463004"/>
                  </a:lnTo>
                  <a:lnTo>
                    <a:pt x="956131" y="398563"/>
                  </a:lnTo>
                  <a:close/>
                  <a:moveTo>
                    <a:pt x="936523" y="377842"/>
                  </a:moveTo>
                  <a:lnTo>
                    <a:pt x="958973" y="406886"/>
                  </a:lnTo>
                  <a:lnTo>
                    <a:pt x="956131" y="398563"/>
                  </a:lnTo>
                  <a:close/>
                  <a:moveTo>
                    <a:pt x="968116" y="312657"/>
                  </a:moveTo>
                  <a:lnTo>
                    <a:pt x="966184" y="372695"/>
                  </a:lnTo>
                  <a:lnTo>
                    <a:pt x="940930" y="341732"/>
                  </a:lnTo>
                  <a:close/>
                  <a:moveTo>
                    <a:pt x="940930" y="341732"/>
                  </a:moveTo>
                  <a:lnTo>
                    <a:pt x="966184" y="372695"/>
                  </a:lnTo>
                  <a:lnTo>
                    <a:pt x="936523" y="377842"/>
                  </a:lnTo>
                  <a:close/>
                  <a:moveTo>
                    <a:pt x="812913" y="141754"/>
                  </a:moveTo>
                  <a:lnTo>
                    <a:pt x="789141" y="121804"/>
                  </a:lnTo>
                  <a:lnTo>
                    <a:pt x="788504" y="237402"/>
                  </a:lnTo>
                  <a:close/>
                  <a:moveTo>
                    <a:pt x="788504" y="237402"/>
                  </a:moveTo>
                  <a:lnTo>
                    <a:pt x="789141" y="121804"/>
                  </a:lnTo>
                  <a:lnTo>
                    <a:pt x="690231" y="156613"/>
                  </a:lnTo>
                  <a:close/>
                  <a:moveTo>
                    <a:pt x="788504" y="237402"/>
                  </a:moveTo>
                  <a:lnTo>
                    <a:pt x="690231" y="156613"/>
                  </a:lnTo>
                  <a:lnTo>
                    <a:pt x="719933" y="232557"/>
                  </a:lnTo>
                  <a:close/>
                  <a:moveTo>
                    <a:pt x="1267845" y="512834"/>
                  </a:moveTo>
                  <a:lnTo>
                    <a:pt x="1224989" y="567808"/>
                  </a:lnTo>
                  <a:lnTo>
                    <a:pt x="1146128" y="551614"/>
                  </a:lnTo>
                  <a:close/>
                  <a:moveTo>
                    <a:pt x="876976" y="83368"/>
                  </a:moveTo>
                  <a:lnTo>
                    <a:pt x="812913" y="141754"/>
                  </a:lnTo>
                  <a:lnTo>
                    <a:pt x="870832" y="204019"/>
                  </a:lnTo>
                  <a:close/>
                  <a:moveTo>
                    <a:pt x="1245798" y="0"/>
                  </a:moveTo>
                  <a:lnTo>
                    <a:pt x="1250292" y="6495"/>
                  </a:lnTo>
                  <a:lnTo>
                    <a:pt x="1251032" y="3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74" name="Candidate_density__2093">
              <a:extLst>
                <a:ext uri="{FF2B5EF4-FFF2-40B4-BE49-F238E27FC236}">
                  <a16:creationId xmlns:a16="http://schemas.microsoft.com/office/drawing/2014/main" id="{A57C7285-0774-9556-4048-57A4D4D31624}"/>
                </a:ext>
              </a:extLst>
            </p:cNvPr>
            <p:cNvSpPr>
              <a:spLocks noGrp="1"/>
            </p:cNvSpPr>
            <p:nvPr/>
          </p:nvSpPr>
          <p:spPr>
            <a:xfrm>
              <a:off x="4351997" y="1665904"/>
              <a:ext cx="2073252" cy="3108134"/>
            </a:xfrm>
            <a:custGeom>
              <a:avLst/>
              <a:gdLst/>
              <a:ahLst/>
              <a:cxnLst/>
              <a:rect l="0" t="0" r="0" b="0"/>
              <a:pathLst>
                <a:path w="2073252" h="3108134">
                  <a:moveTo>
                    <a:pt x="668293" y="3025919"/>
                  </a:moveTo>
                  <a:lnTo>
                    <a:pt x="705161" y="3108134"/>
                  </a:lnTo>
                  <a:lnTo>
                    <a:pt x="801522" y="3069698"/>
                  </a:lnTo>
                  <a:close/>
                  <a:moveTo>
                    <a:pt x="668293" y="3025919"/>
                  </a:moveTo>
                  <a:lnTo>
                    <a:pt x="801522" y="3069698"/>
                  </a:lnTo>
                  <a:lnTo>
                    <a:pt x="786191" y="2987482"/>
                  </a:lnTo>
                  <a:close/>
                  <a:moveTo>
                    <a:pt x="786191" y="2987482"/>
                  </a:moveTo>
                  <a:lnTo>
                    <a:pt x="814367" y="3066410"/>
                  </a:lnTo>
                  <a:lnTo>
                    <a:pt x="789669" y="2986397"/>
                  </a:lnTo>
                  <a:close/>
                  <a:moveTo>
                    <a:pt x="786191" y="2987482"/>
                  </a:moveTo>
                  <a:lnTo>
                    <a:pt x="801522" y="3069698"/>
                  </a:lnTo>
                  <a:lnTo>
                    <a:pt x="814367" y="3066410"/>
                  </a:lnTo>
                  <a:close/>
                  <a:moveTo>
                    <a:pt x="781835" y="2963186"/>
                  </a:moveTo>
                  <a:lnTo>
                    <a:pt x="786191" y="2987482"/>
                  </a:lnTo>
                  <a:lnTo>
                    <a:pt x="789669" y="2986397"/>
                  </a:lnTo>
                  <a:close/>
                  <a:moveTo>
                    <a:pt x="76410" y="1677383"/>
                  </a:moveTo>
                  <a:lnTo>
                    <a:pt x="121603" y="1638946"/>
                  </a:lnTo>
                  <a:lnTo>
                    <a:pt x="63724" y="1595168"/>
                  </a:lnTo>
                  <a:close/>
                  <a:moveTo>
                    <a:pt x="1222200" y="2751521"/>
                  </a:moveTo>
                  <a:lnTo>
                    <a:pt x="1152496" y="2789958"/>
                  </a:lnTo>
                  <a:lnTo>
                    <a:pt x="1255299" y="2833737"/>
                  </a:lnTo>
                  <a:close/>
                  <a:moveTo>
                    <a:pt x="1222200" y="2751521"/>
                  </a:moveTo>
                  <a:lnTo>
                    <a:pt x="1242731" y="2710959"/>
                  </a:lnTo>
                  <a:lnTo>
                    <a:pt x="1114320" y="2707743"/>
                  </a:lnTo>
                  <a:close/>
                  <a:moveTo>
                    <a:pt x="1152496" y="2789958"/>
                  </a:moveTo>
                  <a:lnTo>
                    <a:pt x="1222200" y="2751521"/>
                  </a:lnTo>
                  <a:lnTo>
                    <a:pt x="1114320" y="2707743"/>
                  </a:lnTo>
                  <a:close/>
                  <a:moveTo>
                    <a:pt x="1222200" y="2751521"/>
                  </a:moveTo>
                  <a:lnTo>
                    <a:pt x="1308285" y="2807140"/>
                  </a:lnTo>
                  <a:lnTo>
                    <a:pt x="1296639" y="2716515"/>
                  </a:lnTo>
                  <a:close/>
                  <a:moveTo>
                    <a:pt x="1222200" y="2751521"/>
                  </a:moveTo>
                  <a:lnTo>
                    <a:pt x="1255299" y="2833737"/>
                  </a:lnTo>
                  <a:lnTo>
                    <a:pt x="1308285" y="2807140"/>
                  </a:lnTo>
                  <a:close/>
                  <a:moveTo>
                    <a:pt x="1242731" y="2710959"/>
                  </a:moveTo>
                  <a:lnTo>
                    <a:pt x="1222200" y="2751521"/>
                  </a:lnTo>
                  <a:lnTo>
                    <a:pt x="1296639" y="2716515"/>
                  </a:lnTo>
                  <a:close/>
                  <a:moveTo>
                    <a:pt x="1369171" y="2689838"/>
                  </a:moveTo>
                  <a:lnTo>
                    <a:pt x="1351164" y="2732779"/>
                  </a:lnTo>
                  <a:lnTo>
                    <a:pt x="1310760" y="2713085"/>
                  </a:lnTo>
                  <a:close/>
                  <a:moveTo>
                    <a:pt x="1296639" y="2716515"/>
                  </a:moveTo>
                  <a:lnTo>
                    <a:pt x="1299912" y="2751521"/>
                  </a:lnTo>
                  <a:lnTo>
                    <a:pt x="1242731" y="2710959"/>
                  </a:lnTo>
                  <a:close/>
                  <a:moveTo>
                    <a:pt x="1351164" y="2732779"/>
                  </a:moveTo>
                  <a:lnTo>
                    <a:pt x="1369171" y="2689838"/>
                  </a:lnTo>
                  <a:lnTo>
                    <a:pt x="1338656" y="2751521"/>
                  </a:lnTo>
                  <a:close/>
                  <a:moveTo>
                    <a:pt x="1338656" y="2751521"/>
                  </a:moveTo>
                  <a:lnTo>
                    <a:pt x="1369171" y="2689838"/>
                  </a:lnTo>
                  <a:lnTo>
                    <a:pt x="1383187" y="2630870"/>
                  </a:lnTo>
                  <a:close/>
                  <a:moveTo>
                    <a:pt x="1431495" y="2767564"/>
                  </a:moveTo>
                  <a:lnTo>
                    <a:pt x="1514949" y="2741018"/>
                  </a:lnTo>
                  <a:lnTo>
                    <a:pt x="1464533" y="2701204"/>
                  </a:lnTo>
                  <a:close/>
                  <a:moveTo>
                    <a:pt x="1431495" y="2767564"/>
                  </a:moveTo>
                  <a:lnTo>
                    <a:pt x="1464533" y="2701204"/>
                  </a:lnTo>
                  <a:lnTo>
                    <a:pt x="1388903" y="2702098"/>
                  </a:lnTo>
                  <a:close/>
                  <a:moveTo>
                    <a:pt x="1369171" y="2689838"/>
                  </a:moveTo>
                  <a:lnTo>
                    <a:pt x="1310760" y="2713085"/>
                  </a:lnTo>
                  <a:lnTo>
                    <a:pt x="1388903" y="2702098"/>
                  </a:lnTo>
                  <a:close/>
                  <a:moveTo>
                    <a:pt x="1388903" y="2702098"/>
                  </a:moveTo>
                  <a:lnTo>
                    <a:pt x="1383187" y="2630870"/>
                  </a:lnTo>
                  <a:lnTo>
                    <a:pt x="1369171" y="2689838"/>
                  </a:lnTo>
                  <a:close/>
                  <a:moveTo>
                    <a:pt x="1464533" y="2701204"/>
                  </a:moveTo>
                  <a:lnTo>
                    <a:pt x="1514949" y="2741018"/>
                  </a:lnTo>
                  <a:lnTo>
                    <a:pt x="1578527" y="2700068"/>
                  </a:lnTo>
                  <a:close/>
                  <a:moveTo>
                    <a:pt x="1258616" y="2345788"/>
                  </a:moveTo>
                  <a:lnTo>
                    <a:pt x="1234002" y="2463123"/>
                  </a:lnTo>
                  <a:lnTo>
                    <a:pt x="1261507" y="2350756"/>
                  </a:lnTo>
                  <a:close/>
                  <a:moveTo>
                    <a:pt x="1258616" y="2345788"/>
                  </a:moveTo>
                  <a:lnTo>
                    <a:pt x="1257113" y="2334326"/>
                  </a:lnTo>
                  <a:lnTo>
                    <a:pt x="1175029" y="2302010"/>
                  </a:lnTo>
                  <a:close/>
                  <a:moveTo>
                    <a:pt x="1182693" y="2384224"/>
                  </a:moveTo>
                  <a:lnTo>
                    <a:pt x="1258616" y="2345788"/>
                  </a:lnTo>
                  <a:lnTo>
                    <a:pt x="1175029" y="2302010"/>
                  </a:lnTo>
                  <a:close/>
                  <a:moveTo>
                    <a:pt x="1222517" y="2276314"/>
                  </a:moveTo>
                  <a:lnTo>
                    <a:pt x="1257113" y="2334326"/>
                  </a:lnTo>
                  <a:lnTo>
                    <a:pt x="1259652" y="2263573"/>
                  </a:lnTo>
                  <a:close/>
                  <a:moveTo>
                    <a:pt x="645060" y="1717910"/>
                  </a:moveTo>
                  <a:lnTo>
                    <a:pt x="659186" y="1688068"/>
                  </a:lnTo>
                  <a:lnTo>
                    <a:pt x="629740" y="1726504"/>
                  </a:lnTo>
                  <a:close/>
                  <a:moveTo>
                    <a:pt x="1523773" y="2753135"/>
                  </a:moveTo>
                  <a:lnTo>
                    <a:pt x="1578527" y="2700068"/>
                  </a:lnTo>
                  <a:lnTo>
                    <a:pt x="1514949" y="2741018"/>
                  </a:lnTo>
                  <a:close/>
                  <a:moveTo>
                    <a:pt x="1523773" y="2753135"/>
                  </a:moveTo>
                  <a:lnTo>
                    <a:pt x="1632483" y="2725348"/>
                  </a:lnTo>
                  <a:lnTo>
                    <a:pt x="1578527" y="2700068"/>
                  </a:lnTo>
                  <a:close/>
                  <a:moveTo>
                    <a:pt x="1712443" y="2706898"/>
                  </a:moveTo>
                  <a:lnTo>
                    <a:pt x="1632483" y="2725348"/>
                  </a:lnTo>
                  <a:lnTo>
                    <a:pt x="1663302" y="2718427"/>
                  </a:lnTo>
                  <a:close/>
                  <a:moveTo>
                    <a:pt x="1578527" y="2700068"/>
                  </a:moveTo>
                  <a:lnTo>
                    <a:pt x="1632483" y="2725348"/>
                  </a:lnTo>
                  <a:lnTo>
                    <a:pt x="1712443" y="2706898"/>
                  </a:lnTo>
                  <a:close/>
                  <a:moveTo>
                    <a:pt x="1258616" y="2345788"/>
                  </a:moveTo>
                  <a:lnTo>
                    <a:pt x="1261507" y="2350756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58616" y="2345788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63101" y="2343412"/>
                  </a:lnTo>
                  <a:lnTo>
                    <a:pt x="1259652" y="2263573"/>
                  </a:lnTo>
                  <a:close/>
                  <a:moveTo>
                    <a:pt x="1409961" y="2196738"/>
                  </a:moveTo>
                  <a:lnTo>
                    <a:pt x="1387678" y="2202633"/>
                  </a:lnTo>
                  <a:lnTo>
                    <a:pt x="1306937" y="2225137"/>
                  </a:lnTo>
                  <a:close/>
                  <a:moveTo>
                    <a:pt x="1387678" y="2202633"/>
                  </a:moveTo>
                  <a:lnTo>
                    <a:pt x="1412772" y="2186700"/>
                  </a:lnTo>
                  <a:lnTo>
                    <a:pt x="1468044" y="2135244"/>
                  </a:lnTo>
                  <a:close/>
                  <a:moveTo>
                    <a:pt x="1387678" y="2202633"/>
                  </a:moveTo>
                  <a:lnTo>
                    <a:pt x="1409961" y="2196738"/>
                  </a:lnTo>
                  <a:lnTo>
                    <a:pt x="1412772" y="2186700"/>
                  </a:lnTo>
                  <a:close/>
                  <a:moveTo>
                    <a:pt x="1160981" y="1978491"/>
                  </a:moveTo>
                  <a:lnTo>
                    <a:pt x="1236957" y="2022270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160981" y="1978491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218588" y="1940055"/>
                  </a:lnTo>
                  <a:lnTo>
                    <a:pt x="1226761" y="1857840"/>
                  </a:lnTo>
                  <a:close/>
                  <a:moveTo>
                    <a:pt x="568188" y="1117904"/>
                  </a:moveTo>
                  <a:lnTo>
                    <a:pt x="506832" y="1132811"/>
                  </a:lnTo>
                  <a:lnTo>
                    <a:pt x="522486" y="1220175"/>
                  </a:lnTo>
                  <a:close/>
                  <a:moveTo>
                    <a:pt x="593594" y="1095083"/>
                  </a:moveTo>
                  <a:lnTo>
                    <a:pt x="506832" y="1132811"/>
                  </a:lnTo>
                  <a:lnTo>
                    <a:pt x="568188" y="1117904"/>
                  </a:lnTo>
                  <a:close/>
                  <a:moveTo>
                    <a:pt x="0" y="580834"/>
                  </a:moveTo>
                  <a:lnTo>
                    <a:pt x="11589" y="663050"/>
                  </a:lnTo>
                  <a:lnTo>
                    <a:pt x="50312" y="542398"/>
                  </a:lnTo>
                  <a:close/>
                  <a:moveTo>
                    <a:pt x="62701" y="503450"/>
                  </a:moveTo>
                  <a:lnTo>
                    <a:pt x="0" y="580834"/>
                  </a:lnTo>
                  <a:lnTo>
                    <a:pt x="50312" y="542398"/>
                  </a:lnTo>
                  <a:close/>
                  <a:moveTo>
                    <a:pt x="1832448" y="2515561"/>
                  </a:moveTo>
                  <a:lnTo>
                    <a:pt x="1831824" y="2584380"/>
                  </a:lnTo>
                  <a:lnTo>
                    <a:pt x="1928105" y="2525502"/>
                  </a:lnTo>
                  <a:close/>
                  <a:moveTo>
                    <a:pt x="1928105" y="2525502"/>
                  </a:moveTo>
                  <a:lnTo>
                    <a:pt x="1831824" y="2584380"/>
                  </a:lnTo>
                  <a:lnTo>
                    <a:pt x="1854331" y="2528331"/>
                  </a:lnTo>
                  <a:close/>
                  <a:moveTo>
                    <a:pt x="1928105" y="2525502"/>
                  </a:moveTo>
                  <a:lnTo>
                    <a:pt x="1898399" y="2490755"/>
                  </a:lnTo>
                  <a:lnTo>
                    <a:pt x="1832448" y="2515561"/>
                  </a:lnTo>
                  <a:close/>
                  <a:moveTo>
                    <a:pt x="1898399" y="2490755"/>
                  </a:moveTo>
                  <a:lnTo>
                    <a:pt x="1928105" y="2525502"/>
                  </a:lnTo>
                  <a:lnTo>
                    <a:pt x="1940032" y="2477124"/>
                  </a:lnTo>
                  <a:close/>
                  <a:moveTo>
                    <a:pt x="1226761" y="1857840"/>
                  </a:moveTo>
                  <a:lnTo>
                    <a:pt x="1297552" y="1915035"/>
                  </a:lnTo>
                  <a:lnTo>
                    <a:pt x="1255190" y="1849383"/>
                  </a:lnTo>
                  <a:close/>
                  <a:moveTo>
                    <a:pt x="1226761" y="1857840"/>
                  </a:moveTo>
                  <a:lnTo>
                    <a:pt x="1218588" y="1940055"/>
                  </a:lnTo>
                  <a:lnTo>
                    <a:pt x="1297552" y="1915035"/>
                  </a:lnTo>
                  <a:close/>
                  <a:moveTo>
                    <a:pt x="1011458" y="1542776"/>
                  </a:moveTo>
                  <a:lnTo>
                    <a:pt x="1057399" y="1499339"/>
                  </a:lnTo>
                  <a:lnTo>
                    <a:pt x="1011339" y="1528979"/>
                  </a:lnTo>
                  <a:close/>
                  <a:moveTo>
                    <a:pt x="1057399" y="1499339"/>
                  </a:moveTo>
                  <a:lnTo>
                    <a:pt x="1063369" y="1490543"/>
                  </a:lnTo>
                  <a:lnTo>
                    <a:pt x="1011339" y="1528979"/>
                  </a:lnTo>
                  <a:close/>
                  <a:moveTo>
                    <a:pt x="1020320" y="1446764"/>
                  </a:moveTo>
                  <a:lnTo>
                    <a:pt x="1011339" y="1528979"/>
                  </a:lnTo>
                  <a:lnTo>
                    <a:pt x="1063369" y="1490543"/>
                  </a:lnTo>
                  <a:close/>
                  <a:moveTo>
                    <a:pt x="1020320" y="1446764"/>
                  </a:moveTo>
                  <a:lnTo>
                    <a:pt x="1063369" y="1490543"/>
                  </a:lnTo>
                  <a:lnTo>
                    <a:pt x="1076982" y="1408328"/>
                  </a:lnTo>
                  <a:close/>
                  <a:moveTo>
                    <a:pt x="568188" y="1117904"/>
                  </a:moveTo>
                  <a:lnTo>
                    <a:pt x="649274" y="1177692"/>
                  </a:lnTo>
                  <a:lnTo>
                    <a:pt x="609480" y="1109951"/>
                  </a:lnTo>
                  <a:close/>
                  <a:moveTo>
                    <a:pt x="733282" y="1169986"/>
                  </a:moveTo>
                  <a:lnTo>
                    <a:pt x="715511" y="1079468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568188" y="1117904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609480" y="1109951"/>
                  </a:lnTo>
                  <a:lnTo>
                    <a:pt x="609402" y="1035688"/>
                  </a:lnTo>
                  <a:close/>
                  <a:moveTo>
                    <a:pt x="609402" y="1035688"/>
                  </a:moveTo>
                  <a:lnTo>
                    <a:pt x="609480" y="1109951"/>
                  </a:lnTo>
                  <a:lnTo>
                    <a:pt x="715511" y="1079468"/>
                  </a:lnTo>
                  <a:close/>
                  <a:moveTo>
                    <a:pt x="609402" y="1035688"/>
                  </a:moveTo>
                  <a:lnTo>
                    <a:pt x="715511" y="1079468"/>
                  </a:lnTo>
                  <a:lnTo>
                    <a:pt x="695393" y="997252"/>
                  </a:lnTo>
                  <a:close/>
                  <a:moveTo>
                    <a:pt x="697949" y="991388"/>
                  </a:moveTo>
                  <a:lnTo>
                    <a:pt x="609402" y="1035688"/>
                  </a:lnTo>
                  <a:lnTo>
                    <a:pt x="695393" y="997252"/>
                  </a:lnTo>
                  <a:close/>
                  <a:moveTo>
                    <a:pt x="1928105" y="2525502"/>
                  </a:moveTo>
                  <a:lnTo>
                    <a:pt x="1971290" y="2531588"/>
                  </a:lnTo>
                  <a:lnTo>
                    <a:pt x="1940032" y="2477124"/>
                  </a:lnTo>
                  <a:close/>
                  <a:moveTo>
                    <a:pt x="1940032" y="2477124"/>
                  </a:moveTo>
                  <a:lnTo>
                    <a:pt x="1971290" y="2531588"/>
                  </a:lnTo>
                  <a:lnTo>
                    <a:pt x="2032807" y="2520903"/>
                  </a:lnTo>
                  <a:close/>
                  <a:moveTo>
                    <a:pt x="1940032" y="2477124"/>
                  </a:moveTo>
                  <a:lnTo>
                    <a:pt x="2032807" y="2520903"/>
                  </a:lnTo>
                  <a:lnTo>
                    <a:pt x="2034926" y="2438688"/>
                  </a:lnTo>
                  <a:close/>
                  <a:moveTo>
                    <a:pt x="1782367" y="2224218"/>
                  </a:moveTo>
                  <a:lnTo>
                    <a:pt x="1790354" y="2289134"/>
                  </a:lnTo>
                  <a:lnTo>
                    <a:pt x="1882696" y="2192042"/>
                  </a:lnTo>
                  <a:close/>
                  <a:moveTo>
                    <a:pt x="1882696" y="2192042"/>
                  </a:moveTo>
                  <a:lnTo>
                    <a:pt x="1790354" y="2289134"/>
                  </a:lnTo>
                  <a:lnTo>
                    <a:pt x="1803578" y="2312694"/>
                  </a:lnTo>
                  <a:close/>
                  <a:moveTo>
                    <a:pt x="1882696" y="2192042"/>
                  </a:moveTo>
                  <a:lnTo>
                    <a:pt x="1803578" y="2312694"/>
                  </a:lnTo>
                  <a:lnTo>
                    <a:pt x="1895779" y="2274257"/>
                  </a:lnTo>
                  <a:close/>
                  <a:moveTo>
                    <a:pt x="1755320" y="2230479"/>
                  </a:moveTo>
                  <a:lnTo>
                    <a:pt x="1790354" y="2289134"/>
                  </a:lnTo>
                  <a:lnTo>
                    <a:pt x="1782367" y="2224218"/>
                  </a:lnTo>
                  <a:close/>
                  <a:moveTo>
                    <a:pt x="715511" y="1079468"/>
                  </a:moveTo>
                  <a:lnTo>
                    <a:pt x="725514" y="1076210"/>
                  </a:lnTo>
                  <a:lnTo>
                    <a:pt x="695393" y="997252"/>
                  </a:lnTo>
                  <a:close/>
                  <a:moveTo>
                    <a:pt x="2034926" y="2438688"/>
                  </a:moveTo>
                  <a:lnTo>
                    <a:pt x="2073252" y="2409195"/>
                  </a:lnTo>
                  <a:lnTo>
                    <a:pt x="2050800" y="2318036"/>
                  </a:lnTo>
                  <a:close/>
                  <a:moveTo>
                    <a:pt x="1936542" y="2259560"/>
                  </a:moveTo>
                  <a:lnTo>
                    <a:pt x="1931256" y="2322080"/>
                  </a:lnTo>
                  <a:lnTo>
                    <a:pt x="2011799" y="2235821"/>
                  </a:lnTo>
                  <a:close/>
                  <a:moveTo>
                    <a:pt x="1895779" y="2274257"/>
                  </a:moveTo>
                  <a:lnTo>
                    <a:pt x="1931256" y="2322080"/>
                  </a:lnTo>
                  <a:lnTo>
                    <a:pt x="1936542" y="2259560"/>
                  </a:lnTo>
                  <a:close/>
                  <a:moveTo>
                    <a:pt x="1882696" y="2192042"/>
                  </a:moveTo>
                  <a:lnTo>
                    <a:pt x="1936542" y="2259560"/>
                  </a:lnTo>
                  <a:lnTo>
                    <a:pt x="1906270" y="2184080"/>
                  </a:lnTo>
                  <a:close/>
                  <a:moveTo>
                    <a:pt x="1882696" y="2192042"/>
                  </a:moveTo>
                  <a:lnTo>
                    <a:pt x="1895779" y="2274257"/>
                  </a:lnTo>
                  <a:lnTo>
                    <a:pt x="1936542" y="2259560"/>
                  </a:lnTo>
                  <a:close/>
                  <a:moveTo>
                    <a:pt x="2011799" y="2235821"/>
                  </a:moveTo>
                  <a:lnTo>
                    <a:pt x="1998885" y="2153606"/>
                  </a:lnTo>
                  <a:lnTo>
                    <a:pt x="1936542" y="2259560"/>
                  </a:lnTo>
                  <a:close/>
                  <a:moveTo>
                    <a:pt x="1998885" y="2153606"/>
                  </a:moveTo>
                  <a:lnTo>
                    <a:pt x="1906270" y="2184080"/>
                  </a:lnTo>
                  <a:lnTo>
                    <a:pt x="1936542" y="2259560"/>
                  </a:lnTo>
                  <a:close/>
                  <a:moveTo>
                    <a:pt x="1851127" y="2109827"/>
                  </a:moveTo>
                  <a:lnTo>
                    <a:pt x="1906270" y="2184080"/>
                  </a:lnTo>
                  <a:lnTo>
                    <a:pt x="1892375" y="2095284"/>
                  </a:lnTo>
                  <a:close/>
                  <a:moveTo>
                    <a:pt x="1851127" y="2109827"/>
                  </a:moveTo>
                  <a:lnTo>
                    <a:pt x="1882696" y="2192042"/>
                  </a:lnTo>
                  <a:lnTo>
                    <a:pt x="1906270" y="2184080"/>
                  </a:lnTo>
                  <a:close/>
                  <a:moveTo>
                    <a:pt x="1998885" y="2153606"/>
                  </a:moveTo>
                  <a:lnTo>
                    <a:pt x="2001595" y="2091209"/>
                  </a:lnTo>
                  <a:lnTo>
                    <a:pt x="1906270" y="2184080"/>
                  </a:lnTo>
                  <a:close/>
                  <a:moveTo>
                    <a:pt x="2011799" y="2235821"/>
                  </a:moveTo>
                  <a:lnTo>
                    <a:pt x="2070157" y="2311619"/>
                  </a:lnTo>
                  <a:lnTo>
                    <a:pt x="2058979" y="2220614"/>
                  </a:lnTo>
                  <a:close/>
                  <a:moveTo>
                    <a:pt x="2011799" y="2235821"/>
                  </a:moveTo>
                  <a:lnTo>
                    <a:pt x="2050800" y="2318036"/>
                  </a:lnTo>
                  <a:lnTo>
                    <a:pt x="2070157" y="2311619"/>
                  </a:lnTo>
                  <a:close/>
                  <a:moveTo>
                    <a:pt x="1998885" y="2153606"/>
                  </a:moveTo>
                  <a:lnTo>
                    <a:pt x="2058979" y="2220614"/>
                  </a:lnTo>
                  <a:lnTo>
                    <a:pt x="2030256" y="2143873"/>
                  </a:lnTo>
                  <a:close/>
                  <a:moveTo>
                    <a:pt x="1998885" y="2153606"/>
                  </a:moveTo>
                  <a:lnTo>
                    <a:pt x="2011799" y="2235821"/>
                  </a:lnTo>
                  <a:lnTo>
                    <a:pt x="2058979" y="2220614"/>
                  </a:lnTo>
                  <a:close/>
                  <a:moveTo>
                    <a:pt x="2001595" y="2091209"/>
                  </a:moveTo>
                  <a:lnTo>
                    <a:pt x="1998885" y="2153606"/>
                  </a:lnTo>
                  <a:lnTo>
                    <a:pt x="2030256" y="2143873"/>
                  </a:lnTo>
                  <a:close/>
                  <a:moveTo>
                    <a:pt x="1470136" y="1067053"/>
                  </a:moveTo>
                  <a:lnTo>
                    <a:pt x="1375462" y="1128588"/>
                  </a:lnTo>
                  <a:lnTo>
                    <a:pt x="1450782" y="1090152"/>
                  </a:lnTo>
                  <a:close/>
                  <a:moveTo>
                    <a:pt x="1151859" y="928247"/>
                  </a:moveTo>
                  <a:lnTo>
                    <a:pt x="1141634" y="964158"/>
                  </a:lnTo>
                  <a:lnTo>
                    <a:pt x="1190466" y="940580"/>
                  </a:lnTo>
                  <a:close/>
                  <a:moveTo>
                    <a:pt x="1035169" y="605873"/>
                  </a:moveTo>
                  <a:lnTo>
                    <a:pt x="947166" y="635297"/>
                  </a:lnTo>
                  <a:lnTo>
                    <a:pt x="1048822" y="606461"/>
                  </a:lnTo>
                  <a:close/>
                  <a:moveTo>
                    <a:pt x="1035169" y="605873"/>
                  </a:moveTo>
                  <a:lnTo>
                    <a:pt x="1048822" y="606461"/>
                  </a:lnTo>
                  <a:lnTo>
                    <a:pt x="1057473" y="596861"/>
                  </a:lnTo>
                  <a:close/>
                  <a:moveTo>
                    <a:pt x="807464" y="261381"/>
                  </a:moveTo>
                  <a:lnTo>
                    <a:pt x="719952" y="279994"/>
                  </a:lnTo>
                  <a:lnTo>
                    <a:pt x="801030" y="268001"/>
                  </a:lnTo>
                  <a:close/>
                  <a:moveTo>
                    <a:pt x="673287" y="253573"/>
                  </a:moveTo>
                  <a:lnTo>
                    <a:pt x="719952" y="279994"/>
                  </a:lnTo>
                  <a:lnTo>
                    <a:pt x="807464" y="261381"/>
                  </a:lnTo>
                  <a:close/>
                  <a:moveTo>
                    <a:pt x="719952" y="279994"/>
                  </a:moveTo>
                  <a:lnTo>
                    <a:pt x="753487" y="338225"/>
                  </a:lnTo>
                  <a:lnTo>
                    <a:pt x="801030" y="268001"/>
                  </a:lnTo>
                  <a:close/>
                  <a:moveTo>
                    <a:pt x="1795189" y="1312964"/>
                  </a:moveTo>
                  <a:lnTo>
                    <a:pt x="1684670" y="1311846"/>
                  </a:lnTo>
                  <a:lnTo>
                    <a:pt x="1705162" y="1336797"/>
                  </a:lnTo>
                  <a:close/>
                  <a:moveTo>
                    <a:pt x="1641046" y="1254582"/>
                  </a:moveTo>
                  <a:lnTo>
                    <a:pt x="1684670" y="1311846"/>
                  </a:lnTo>
                  <a:lnTo>
                    <a:pt x="1684653" y="1242143"/>
                  </a:lnTo>
                  <a:close/>
                  <a:moveTo>
                    <a:pt x="1470136" y="1067053"/>
                  </a:moveTo>
                  <a:lnTo>
                    <a:pt x="1450782" y="1090152"/>
                  </a:lnTo>
                  <a:lnTo>
                    <a:pt x="1493131" y="1076480"/>
                  </a:lnTo>
                  <a:close/>
                  <a:moveTo>
                    <a:pt x="1107687" y="647009"/>
                  </a:moveTo>
                  <a:lnTo>
                    <a:pt x="1057473" y="596861"/>
                  </a:lnTo>
                  <a:lnTo>
                    <a:pt x="1048822" y="606461"/>
                  </a:lnTo>
                  <a:close/>
                  <a:moveTo>
                    <a:pt x="813698" y="264373"/>
                  </a:moveTo>
                  <a:lnTo>
                    <a:pt x="801030" y="268001"/>
                  </a:lnTo>
                  <a:lnTo>
                    <a:pt x="759767" y="347717"/>
                  </a:lnTo>
                  <a:close/>
                  <a:moveTo>
                    <a:pt x="807464" y="261381"/>
                  </a:moveTo>
                  <a:lnTo>
                    <a:pt x="801030" y="268001"/>
                  </a:lnTo>
                  <a:lnTo>
                    <a:pt x="813698" y="264373"/>
                  </a:lnTo>
                  <a:close/>
                  <a:moveTo>
                    <a:pt x="807464" y="261381"/>
                  </a:moveTo>
                  <a:lnTo>
                    <a:pt x="813698" y="264373"/>
                  </a:lnTo>
                  <a:lnTo>
                    <a:pt x="823839" y="185785"/>
                  </a:lnTo>
                  <a:close/>
                  <a:moveTo>
                    <a:pt x="823839" y="185785"/>
                  </a:moveTo>
                  <a:lnTo>
                    <a:pt x="813698" y="264373"/>
                  </a:lnTo>
                  <a:lnTo>
                    <a:pt x="912607" y="229564"/>
                  </a:lnTo>
                  <a:close/>
                  <a:moveTo>
                    <a:pt x="823839" y="185785"/>
                  </a:moveTo>
                  <a:lnTo>
                    <a:pt x="912607" y="229564"/>
                  </a:lnTo>
                  <a:lnTo>
                    <a:pt x="871569" y="147349"/>
                  </a:lnTo>
                  <a:close/>
                  <a:moveTo>
                    <a:pt x="896517" y="100474"/>
                  </a:moveTo>
                  <a:lnTo>
                    <a:pt x="823839" y="185785"/>
                  </a:lnTo>
                  <a:lnTo>
                    <a:pt x="871569" y="147349"/>
                  </a:lnTo>
                  <a:close/>
                  <a:moveTo>
                    <a:pt x="871569" y="147349"/>
                  </a:moveTo>
                  <a:lnTo>
                    <a:pt x="912607" y="229564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71569" y="147349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96517" y="100474"/>
                  </a:lnTo>
                  <a:lnTo>
                    <a:pt x="871569" y="147349"/>
                  </a:lnTo>
                  <a:close/>
                  <a:moveTo>
                    <a:pt x="1502403" y="542091"/>
                  </a:moveTo>
                  <a:lnTo>
                    <a:pt x="1410987" y="602203"/>
                  </a:lnTo>
                  <a:lnTo>
                    <a:pt x="1485307" y="563767"/>
                  </a:lnTo>
                  <a:close/>
                  <a:moveTo>
                    <a:pt x="938206" y="41142"/>
                  </a:moveTo>
                  <a:lnTo>
                    <a:pt x="984761" y="0"/>
                  </a:lnTo>
                  <a:lnTo>
                    <a:pt x="941615" y="26697"/>
                  </a:lnTo>
                  <a:close/>
                  <a:moveTo>
                    <a:pt x="1502403" y="542091"/>
                  </a:moveTo>
                  <a:lnTo>
                    <a:pt x="1521735" y="552764"/>
                  </a:lnTo>
                  <a:lnTo>
                    <a:pt x="1614974" y="469109"/>
                  </a:lnTo>
                  <a:close/>
                  <a:moveTo>
                    <a:pt x="1718164" y="361062"/>
                  </a:moveTo>
                  <a:lnTo>
                    <a:pt x="1662485" y="368089"/>
                  </a:lnTo>
                  <a:lnTo>
                    <a:pt x="1633634" y="443115"/>
                  </a:lnTo>
                  <a:close/>
                  <a:moveTo>
                    <a:pt x="1662485" y="368089"/>
                  </a:moveTo>
                  <a:lnTo>
                    <a:pt x="1718164" y="361062"/>
                  </a:lnTo>
                  <a:lnTo>
                    <a:pt x="1665834" y="36090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75" name="Candidate_density__2094">
              <a:extLst>
                <a:ext uri="{FF2B5EF4-FFF2-40B4-BE49-F238E27FC236}">
                  <a16:creationId xmlns:a16="http://schemas.microsoft.com/office/drawing/2014/main" id="{B8C68575-4FC3-4420-5A68-AB1FC86C506B}"/>
                </a:ext>
              </a:extLst>
            </p:cNvPr>
            <p:cNvSpPr>
              <a:spLocks noGrp="1"/>
            </p:cNvSpPr>
            <p:nvPr/>
          </p:nvSpPr>
          <p:spPr>
            <a:xfrm>
              <a:off x="4520758" y="1615938"/>
              <a:ext cx="2073370" cy="2980049"/>
            </a:xfrm>
            <a:custGeom>
              <a:avLst/>
              <a:gdLst/>
              <a:ahLst/>
              <a:cxnLst/>
              <a:rect l="0" t="0" r="0" b="0"/>
              <a:pathLst>
                <a:path w="2073370" h="2980049">
                  <a:moveTo>
                    <a:pt x="45982" y="2544157"/>
                  </a:moveTo>
                  <a:lnTo>
                    <a:pt x="77070" y="2617616"/>
                  </a:lnTo>
                  <a:lnTo>
                    <a:pt x="129579" y="2598736"/>
                  </a:lnTo>
                  <a:close/>
                  <a:moveTo>
                    <a:pt x="45982" y="2544157"/>
                  </a:moveTo>
                  <a:lnTo>
                    <a:pt x="0" y="2582594"/>
                  </a:lnTo>
                  <a:lnTo>
                    <a:pt x="77070" y="2617616"/>
                  </a:lnTo>
                  <a:close/>
                  <a:moveTo>
                    <a:pt x="201435" y="2588734"/>
                  </a:moveTo>
                  <a:lnTo>
                    <a:pt x="241509" y="2523362"/>
                  </a:lnTo>
                  <a:lnTo>
                    <a:pt x="129579" y="2598736"/>
                  </a:lnTo>
                  <a:close/>
                  <a:moveTo>
                    <a:pt x="241509" y="2523362"/>
                  </a:moveTo>
                  <a:lnTo>
                    <a:pt x="201435" y="2588734"/>
                  </a:lnTo>
                  <a:lnTo>
                    <a:pt x="314585" y="2517922"/>
                  </a:lnTo>
                  <a:close/>
                  <a:moveTo>
                    <a:pt x="400243" y="2494021"/>
                  </a:moveTo>
                  <a:lnTo>
                    <a:pt x="314585" y="2517922"/>
                  </a:lnTo>
                  <a:lnTo>
                    <a:pt x="391080" y="2525267"/>
                  </a:lnTo>
                  <a:close/>
                  <a:moveTo>
                    <a:pt x="400243" y="2494021"/>
                  </a:moveTo>
                  <a:lnTo>
                    <a:pt x="321034" y="2497825"/>
                  </a:lnTo>
                  <a:lnTo>
                    <a:pt x="314585" y="2517922"/>
                  </a:lnTo>
                  <a:close/>
                  <a:moveTo>
                    <a:pt x="321034" y="2497825"/>
                  </a:moveTo>
                  <a:lnTo>
                    <a:pt x="400243" y="2494021"/>
                  </a:lnTo>
                  <a:lnTo>
                    <a:pt x="344375" y="2414103"/>
                  </a:lnTo>
                  <a:close/>
                  <a:moveTo>
                    <a:pt x="1086538" y="2883702"/>
                  </a:moveTo>
                  <a:lnTo>
                    <a:pt x="1058000" y="2916421"/>
                  </a:lnTo>
                  <a:lnTo>
                    <a:pt x="1067744" y="2915461"/>
                  </a:lnTo>
                  <a:close/>
                  <a:moveTo>
                    <a:pt x="1391322" y="2896277"/>
                  </a:moveTo>
                  <a:lnTo>
                    <a:pt x="1414768" y="2927481"/>
                  </a:lnTo>
                  <a:lnTo>
                    <a:pt x="1408033" y="2920680"/>
                  </a:lnTo>
                  <a:close/>
                  <a:moveTo>
                    <a:pt x="1391322" y="2896277"/>
                  </a:moveTo>
                  <a:lnTo>
                    <a:pt x="1360675" y="2845149"/>
                  </a:lnTo>
                  <a:lnTo>
                    <a:pt x="1323661" y="2921963"/>
                  </a:lnTo>
                  <a:close/>
                  <a:moveTo>
                    <a:pt x="709495" y="1984679"/>
                  </a:moveTo>
                  <a:lnTo>
                    <a:pt x="695001" y="2028250"/>
                  </a:lnTo>
                  <a:lnTo>
                    <a:pt x="735354" y="2002990"/>
                  </a:lnTo>
                  <a:close/>
                  <a:moveTo>
                    <a:pt x="735354" y="2002990"/>
                  </a:moveTo>
                  <a:lnTo>
                    <a:pt x="695001" y="2028250"/>
                  </a:lnTo>
                  <a:lnTo>
                    <a:pt x="697767" y="2073047"/>
                  </a:lnTo>
                  <a:close/>
                  <a:moveTo>
                    <a:pt x="735354" y="2002990"/>
                  </a:moveTo>
                  <a:lnTo>
                    <a:pt x="697767" y="2073047"/>
                  </a:lnTo>
                  <a:lnTo>
                    <a:pt x="750607" y="2090682"/>
                  </a:lnTo>
                  <a:close/>
                  <a:moveTo>
                    <a:pt x="709495" y="1984679"/>
                  </a:moveTo>
                  <a:lnTo>
                    <a:pt x="735354" y="2002990"/>
                  </a:lnTo>
                  <a:lnTo>
                    <a:pt x="692396" y="1902463"/>
                  </a:lnTo>
                  <a:close/>
                  <a:moveTo>
                    <a:pt x="1434340" y="2971260"/>
                  </a:moveTo>
                  <a:lnTo>
                    <a:pt x="1408033" y="2920680"/>
                  </a:lnTo>
                  <a:lnTo>
                    <a:pt x="1458124" y="2980049"/>
                  </a:lnTo>
                  <a:close/>
                  <a:moveTo>
                    <a:pt x="666993" y="1708330"/>
                  </a:moveTo>
                  <a:lnTo>
                    <a:pt x="705997" y="1790705"/>
                  </a:lnTo>
                  <a:lnTo>
                    <a:pt x="722216" y="1713394"/>
                  </a:lnTo>
                  <a:close/>
                  <a:moveTo>
                    <a:pt x="668975" y="1796178"/>
                  </a:moveTo>
                  <a:lnTo>
                    <a:pt x="705997" y="1790705"/>
                  </a:lnTo>
                  <a:lnTo>
                    <a:pt x="666993" y="1708330"/>
                  </a:lnTo>
                  <a:close/>
                  <a:moveTo>
                    <a:pt x="523802" y="1653424"/>
                  </a:moveTo>
                  <a:lnTo>
                    <a:pt x="469027" y="1537271"/>
                  </a:lnTo>
                  <a:lnTo>
                    <a:pt x="473095" y="1634056"/>
                  </a:lnTo>
                  <a:close/>
                  <a:moveTo>
                    <a:pt x="264540" y="1318256"/>
                  </a:moveTo>
                  <a:lnTo>
                    <a:pt x="294679" y="1367489"/>
                  </a:lnTo>
                  <a:lnTo>
                    <a:pt x="352038" y="1366739"/>
                  </a:lnTo>
                  <a:close/>
                  <a:moveTo>
                    <a:pt x="1074068" y="2192887"/>
                  </a:moveTo>
                  <a:lnTo>
                    <a:pt x="1072669" y="2210811"/>
                  </a:lnTo>
                  <a:lnTo>
                    <a:pt x="1113094" y="2261599"/>
                  </a:lnTo>
                  <a:close/>
                  <a:moveTo>
                    <a:pt x="1074068" y="2192887"/>
                  </a:moveTo>
                  <a:lnTo>
                    <a:pt x="1036251" y="2140326"/>
                  </a:lnTo>
                  <a:lnTo>
                    <a:pt x="1072669" y="2210811"/>
                  </a:lnTo>
                  <a:close/>
                  <a:moveTo>
                    <a:pt x="1600517" y="2754162"/>
                  </a:moveTo>
                  <a:lnTo>
                    <a:pt x="1592714" y="2850608"/>
                  </a:lnTo>
                  <a:lnTo>
                    <a:pt x="1629589" y="2799399"/>
                  </a:lnTo>
                  <a:close/>
                  <a:moveTo>
                    <a:pt x="1600517" y="2754162"/>
                  </a:moveTo>
                  <a:lnTo>
                    <a:pt x="1629589" y="2799399"/>
                  </a:lnTo>
                  <a:lnTo>
                    <a:pt x="1673049" y="2746687"/>
                  </a:lnTo>
                  <a:close/>
                  <a:moveTo>
                    <a:pt x="163545" y="940655"/>
                  </a:moveTo>
                  <a:lnTo>
                    <a:pt x="272904" y="855669"/>
                  </a:lnTo>
                  <a:lnTo>
                    <a:pt x="208272" y="892680"/>
                  </a:lnTo>
                  <a:close/>
                  <a:moveTo>
                    <a:pt x="1709538" y="2667913"/>
                  </a:moveTo>
                  <a:lnTo>
                    <a:pt x="1727904" y="2673124"/>
                  </a:lnTo>
                  <a:lnTo>
                    <a:pt x="1785774" y="2674288"/>
                  </a:lnTo>
                  <a:close/>
                  <a:moveTo>
                    <a:pt x="1340835" y="2125367"/>
                  </a:moveTo>
                  <a:lnTo>
                    <a:pt x="1382265" y="2140891"/>
                  </a:lnTo>
                  <a:lnTo>
                    <a:pt x="1432595" y="2189781"/>
                  </a:lnTo>
                  <a:close/>
                  <a:moveTo>
                    <a:pt x="1332079" y="2121099"/>
                  </a:moveTo>
                  <a:lnTo>
                    <a:pt x="1382265" y="2140891"/>
                  </a:lnTo>
                  <a:lnTo>
                    <a:pt x="1340835" y="2125367"/>
                  </a:lnTo>
                  <a:close/>
                  <a:moveTo>
                    <a:pt x="557509" y="1147244"/>
                  </a:moveTo>
                  <a:lnTo>
                    <a:pt x="596948" y="1231240"/>
                  </a:lnTo>
                  <a:lnTo>
                    <a:pt x="626079" y="1130407"/>
                  </a:lnTo>
                  <a:close/>
                  <a:moveTo>
                    <a:pt x="229043" y="810453"/>
                  </a:moveTo>
                  <a:lnTo>
                    <a:pt x="208272" y="892680"/>
                  </a:lnTo>
                  <a:lnTo>
                    <a:pt x="307331" y="807398"/>
                  </a:lnTo>
                  <a:close/>
                  <a:moveTo>
                    <a:pt x="272904" y="855669"/>
                  </a:moveTo>
                  <a:lnTo>
                    <a:pt x="386300" y="800573"/>
                  </a:lnTo>
                  <a:lnTo>
                    <a:pt x="307331" y="807398"/>
                  </a:lnTo>
                  <a:close/>
                  <a:moveTo>
                    <a:pt x="307331" y="807398"/>
                  </a:moveTo>
                  <a:lnTo>
                    <a:pt x="386300" y="800573"/>
                  </a:lnTo>
                  <a:lnTo>
                    <a:pt x="315059" y="798079"/>
                  </a:lnTo>
                  <a:close/>
                  <a:moveTo>
                    <a:pt x="1895364" y="2590166"/>
                  </a:moveTo>
                  <a:lnTo>
                    <a:pt x="1940250" y="2590772"/>
                  </a:lnTo>
                  <a:lnTo>
                    <a:pt x="1912512" y="2570868"/>
                  </a:lnTo>
                  <a:close/>
                  <a:moveTo>
                    <a:pt x="1920682" y="2621370"/>
                  </a:moveTo>
                  <a:lnTo>
                    <a:pt x="1940250" y="2590772"/>
                  </a:lnTo>
                  <a:lnTo>
                    <a:pt x="1895364" y="2590166"/>
                  </a:lnTo>
                  <a:close/>
                  <a:moveTo>
                    <a:pt x="580062" y="1016363"/>
                  </a:moveTo>
                  <a:lnTo>
                    <a:pt x="626419" y="1126227"/>
                  </a:lnTo>
                  <a:lnTo>
                    <a:pt x="649704" y="1011108"/>
                  </a:lnTo>
                  <a:close/>
                  <a:moveTo>
                    <a:pt x="631826" y="1008781"/>
                  </a:moveTo>
                  <a:lnTo>
                    <a:pt x="649704" y="1011108"/>
                  </a:lnTo>
                  <a:lnTo>
                    <a:pt x="651789" y="1005878"/>
                  </a:lnTo>
                  <a:close/>
                  <a:moveTo>
                    <a:pt x="626419" y="1126227"/>
                  </a:moveTo>
                  <a:lnTo>
                    <a:pt x="658831" y="1008781"/>
                  </a:lnTo>
                  <a:lnTo>
                    <a:pt x="649704" y="1011108"/>
                  </a:lnTo>
                  <a:close/>
                  <a:moveTo>
                    <a:pt x="735590" y="1040541"/>
                  </a:moveTo>
                  <a:lnTo>
                    <a:pt x="658831" y="1008781"/>
                  </a:lnTo>
                  <a:lnTo>
                    <a:pt x="626419" y="1126227"/>
                  </a:lnTo>
                  <a:close/>
                  <a:moveTo>
                    <a:pt x="649704" y="1011108"/>
                  </a:moveTo>
                  <a:lnTo>
                    <a:pt x="658831" y="1008781"/>
                  </a:lnTo>
                  <a:lnTo>
                    <a:pt x="651789" y="1005878"/>
                  </a:lnTo>
                  <a:close/>
                  <a:moveTo>
                    <a:pt x="386300" y="800573"/>
                  </a:moveTo>
                  <a:lnTo>
                    <a:pt x="390491" y="800382"/>
                  </a:lnTo>
                  <a:lnTo>
                    <a:pt x="315059" y="798079"/>
                  </a:lnTo>
                  <a:close/>
                  <a:moveTo>
                    <a:pt x="315059" y="798079"/>
                  </a:moveTo>
                  <a:lnTo>
                    <a:pt x="390491" y="800382"/>
                  </a:lnTo>
                  <a:lnTo>
                    <a:pt x="426361" y="720356"/>
                  </a:lnTo>
                  <a:close/>
                  <a:moveTo>
                    <a:pt x="390491" y="800382"/>
                  </a:moveTo>
                  <a:lnTo>
                    <a:pt x="390610" y="800573"/>
                  </a:lnTo>
                  <a:lnTo>
                    <a:pt x="426361" y="720356"/>
                  </a:lnTo>
                  <a:close/>
                  <a:moveTo>
                    <a:pt x="234087" y="773994"/>
                  </a:moveTo>
                  <a:lnTo>
                    <a:pt x="315059" y="798079"/>
                  </a:lnTo>
                  <a:lnTo>
                    <a:pt x="356017" y="736008"/>
                  </a:lnTo>
                  <a:close/>
                  <a:moveTo>
                    <a:pt x="735590" y="1040541"/>
                  </a:moveTo>
                  <a:lnTo>
                    <a:pt x="751565" y="988888"/>
                  </a:lnTo>
                  <a:lnTo>
                    <a:pt x="658831" y="1008781"/>
                  </a:lnTo>
                  <a:close/>
                  <a:moveTo>
                    <a:pt x="651789" y="1005878"/>
                  </a:moveTo>
                  <a:lnTo>
                    <a:pt x="658831" y="1008781"/>
                  </a:lnTo>
                  <a:lnTo>
                    <a:pt x="770160" y="954590"/>
                  </a:lnTo>
                  <a:close/>
                  <a:moveTo>
                    <a:pt x="2021783" y="2424395"/>
                  </a:moveTo>
                  <a:lnTo>
                    <a:pt x="2016520" y="2528767"/>
                  </a:lnTo>
                  <a:lnTo>
                    <a:pt x="2073370" y="2443049"/>
                  </a:lnTo>
                  <a:close/>
                  <a:moveTo>
                    <a:pt x="2021783" y="2424395"/>
                  </a:moveTo>
                  <a:lnTo>
                    <a:pt x="2073370" y="2443049"/>
                  </a:lnTo>
                  <a:lnTo>
                    <a:pt x="2042793" y="2367815"/>
                  </a:lnTo>
                  <a:close/>
                  <a:moveTo>
                    <a:pt x="1673905" y="1724701"/>
                  </a:moveTo>
                  <a:lnTo>
                    <a:pt x="1667901" y="1829673"/>
                  </a:lnTo>
                  <a:lnTo>
                    <a:pt x="1726657" y="1742406"/>
                  </a:lnTo>
                  <a:close/>
                  <a:moveTo>
                    <a:pt x="1694357" y="1668573"/>
                  </a:moveTo>
                  <a:lnTo>
                    <a:pt x="1665487" y="1642403"/>
                  </a:lnTo>
                  <a:lnTo>
                    <a:pt x="1673905" y="1724701"/>
                  </a:lnTo>
                  <a:close/>
                  <a:moveTo>
                    <a:pt x="1694357" y="1668573"/>
                  </a:moveTo>
                  <a:lnTo>
                    <a:pt x="1673905" y="1724701"/>
                  </a:lnTo>
                  <a:lnTo>
                    <a:pt x="1726657" y="1742406"/>
                  </a:lnTo>
                  <a:close/>
                  <a:moveTo>
                    <a:pt x="1287286" y="1279548"/>
                  </a:moveTo>
                  <a:lnTo>
                    <a:pt x="1349120" y="1342984"/>
                  </a:lnTo>
                  <a:lnTo>
                    <a:pt x="1343564" y="1274760"/>
                  </a:lnTo>
                  <a:close/>
                  <a:moveTo>
                    <a:pt x="1343564" y="1274760"/>
                  </a:moveTo>
                  <a:lnTo>
                    <a:pt x="1349120" y="1342984"/>
                  </a:lnTo>
                  <a:lnTo>
                    <a:pt x="1400474" y="1225258"/>
                  </a:lnTo>
                  <a:close/>
                  <a:moveTo>
                    <a:pt x="1398801" y="1222333"/>
                  </a:moveTo>
                  <a:lnTo>
                    <a:pt x="1400474" y="1225258"/>
                  </a:lnTo>
                  <a:lnTo>
                    <a:pt x="1399927" y="1206832"/>
                  </a:lnTo>
                  <a:close/>
                  <a:moveTo>
                    <a:pt x="1398801" y="1222333"/>
                  </a:moveTo>
                  <a:lnTo>
                    <a:pt x="1399927" y="1206832"/>
                  </a:lnTo>
                  <a:lnTo>
                    <a:pt x="1418890" y="1183896"/>
                  </a:lnTo>
                  <a:close/>
                  <a:moveTo>
                    <a:pt x="743209" y="395128"/>
                  </a:moveTo>
                  <a:lnTo>
                    <a:pt x="675165" y="447671"/>
                  </a:lnTo>
                  <a:lnTo>
                    <a:pt x="738943" y="407471"/>
                  </a:lnTo>
                  <a:close/>
                  <a:moveTo>
                    <a:pt x="825537" y="361745"/>
                  </a:moveTo>
                  <a:lnTo>
                    <a:pt x="823327" y="390586"/>
                  </a:lnTo>
                  <a:lnTo>
                    <a:pt x="867605" y="394656"/>
                  </a:lnTo>
                  <a:close/>
                  <a:moveTo>
                    <a:pt x="767618" y="299480"/>
                  </a:moveTo>
                  <a:lnTo>
                    <a:pt x="743209" y="395128"/>
                  </a:lnTo>
                  <a:lnTo>
                    <a:pt x="809327" y="391966"/>
                  </a:lnTo>
                  <a:close/>
                  <a:moveTo>
                    <a:pt x="823327" y="390586"/>
                  </a:moveTo>
                  <a:lnTo>
                    <a:pt x="913294" y="443960"/>
                  </a:lnTo>
                  <a:lnTo>
                    <a:pt x="867605" y="394656"/>
                  </a:lnTo>
                  <a:close/>
                  <a:moveTo>
                    <a:pt x="1666421" y="1430508"/>
                  </a:moveTo>
                  <a:lnTo>
                    <a:pt x="1680518" y="1512756"/>
                  </a:lnTo>
                  <a:lnTo>
                    <a:pt x="1666553" y="1431186"/>
                  </a:lnTo>
                  <a:close/>
                  <a:moveTo>
                    <a:pt x="1666421" y="1430508"/>
                  </a:moveTo>
                  <a:lnTo>
                    <a:pt x="1666553" y="1431186"/>
                  </a:lnTo>
                  <a:lnTo>
                    <a:pt x="1666454" y="1430541"/>
                  </a:lnTo>
                  <a:close/>
                  <a:moveTo>
                    <a:pt x="1666421" y="1430508"/>
                  </a:moveTo>
                  <a:lnTo>
                    <a:pt x="1666454" y="1430541"/>
                  </a:lnTo>
                  <a:lnTo>
                    <a:pt x="1666326" y="1430337"/>
                  </a:lnTo>
                  <a:close/>
                  <a:moveTo>
                    <a:pt x="1051795" y="284872"/>
                  </a:moveTo>
                  <a:lnTo>
                    <a:pt x="991228" y="214585"/>
                  </a:lnTo>
                  <a:lnTo>
                    <a:pt x="1015919" y="240113"/>
                  </a:lnTo>
                  <a:close/>
                  <a:moveTo>
                    <a:pt x="1125160" y="154687"/>
                  </a:moveTo>
                  <a:lnTo>
                    <a:pt x="1200504" y="157726"/>
                  </a:lnTo>
                  <a:lnTo>
                    <a:pt x="1151830" y="144611"/>
                  </a:lnTo>
                  <a:close/>
                  <a:moveTo>
                    <a:pt x="1614561" y="371655"/>
                  </a:moveTo>
                  <a:lnTo>
                    <a:pt x="1672586" y="424574"/>
                  </a:lnTo>
                  <a:lnTo>
                    <a:pt x="1667402" y="454644"/>
                  </a:lnTo>
                  <a:close/>
                  <a:moveTo>
                    <a:pt x="1426324" y="3136"/>
                  </a:moveTo>
                  <a:lnTo>
                    <a:pt x="1460595" y="87348"/>
                  </a:lnTo>
                  <a:lnTo>
                    <a:pt x="1426875" y="5133"/>
                  </a:lnTo>
                  <a:close/>
                  <a:moveTo>
                    <a:pt x="1426324" y="3136"/>
                  </a:moveTo>
                  <a:lnTo>
                    <a:pt x="1469600" y="68046"/>
                  </a:lnTo>
                  <a:lnTo>
                    <a:pt x="1460595" y="87348"/>
                  </a:lnTo>
                  <a:close/>
                  <a:moveTo>
                    <a:pt x="1426324" y="3136"/>
                  </a:moveTo>
                  <a:lnTo>
                    <a:pt x="1426875" y="5133"/>
                  </a:lnTo>
                  <a:lnTo>
                    <a:pt x="1422496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76" name="Candidate_density__2095">
              <a:extLst>
                <a:ext uri="{FF2B5EF4-FFF2-40B4-BE49-F238E27FC236}">
                  <a16:creationId xmlns:a16="http://schemas.microsoft.com/office/drawing/2014/main" id="{7277B549-53EC-2E26-AA74-6A38CA430FFA}"/>
                </a:ext>
              </a:extLst>
            </p:cNvPr>
            <p:cNvSpPr>
              <a:spLocks noGrp="1"/>
            </p:cNvSpPr>
            <p:nvPr/>
          </p:nvSpPr>
          <p:spPr>
            <a:xfrm>
              <a:off x="4597829" y="1804354"/>
              <a:ext cx="1998058" cy="2825655"/>
            </a:xfrm>
            <a:custGeom>
              <a:avLst/>
              <a:gdLst/>
              <a:ahLst/>
              <a:cxnLst/>
              <a:rect l="0" t="0" r="0" b="0"/>
              <a:pathLst>
                <a:path w="1998058" h="2825655">
                  <a:moveTo>
                    <a:pt x="52509" y="2410320"/>
                  </a:moveTo>
                  <a:lnTo>
                    <a:pt x="0" y="2429199"/>
                  </a:lnTo>
                  <a:lnTo>
                    <a:pt x="124364" y="2400318"/>
                  </a:lnTo>
                  <a:close/>
                  <a:moveTo>
                    <a:pt x="124364" y="2400318"/>
                  </a:moveTo>
                  <a:lnTo>
                    <a:pt x="194842" y="2385163"/>
                  </a:lnTo>
                  <a:lnTo>
                    <a:pt x="237514" y="2329506"/>
                  </a:lnTo>
                  <a:close/>
                  <a:moveTo>
                    <a:pt x="237514" y="2329506"/>
                  </a:moveTo>
                  <a:lnTo>
                    <a:pt x="194842" y="2385163"/>
                  </a:lnTo>
                  <a:lnTo>
                    <a:pt x="314009" y="2336851"/>
                  </a:lnTo>
                  <a:close/>
                  <a:moveTo>
                    <a:pt x="323173" y="2305605"/>
                  </a:moveTo>
                  <a:lnTo>
                    <a:pt x="339751" y="2217896"/>
                  </a:lnTo>
                  <a:lnTo>
                    <a:pt x="267305" y="2225686"/>
                  </a:lnTo>
                  <a:close/>
                  <a:moveTo>
                    <a:pt x="267305" y="2225686"/>
                  </a:moveTo>
                  <a:lnTo>
                    <a:pt x="339751" y="2217896"/>
                  </a:lnTo>
                  <a:lnTo>
                    <a:pt x="394291" y="2206606"/>
                  </a:lnTo>
                  <a:close/>
                  <a:moveTo>
                    <a:pt x="371079" y="2196654"/>
                  </a:moveTo>
                  <a:lnTo>
                    <a:pt x="394291" y="2206606"/>
                  </a:lnTo>
                  <a:lnTo>
                    <a:pt x="339751" y="2217896"/>
                  </a:lnTo>
                  <a:close/>
                  <a:moveTo>
                    <a:pt x="100042" y="1663773"/>
                  </a:moveTo>
                  <a:lnTo>
                    <a:pt x="98692" y="1566182"/>
                  </a:lnTo>
                  <a:lnTo>
                    <a:pt x="59710" y="1576436"/>
                  </a:lnTo>
                  <a:close/>
                  <a:moveTo>
                    <a:pt x="16350" y="1629522"/>
                  </a:moveTo>
                  <a:lnTo>
                    <a:pt x="100042" y="1663773"/>
                  </a:lnTo>
                  <a:lnTo>
                    <a:pt x="59710" y="1576436"/>
                  </a:lnTo>
                  <a:close/>
                  <a:moveTo>
                    <a:pt x="1112198" y="2788932"/>
                  </a:moveTo>
                  <a:lnTo>
                    <a:pt x="1075858" y="2777501"/>
                  </a:lnTo>
                  <a:lnTo>
                    <a:pt x="990674" y="2727045"/>
                  </a:lnTo>
                  <a:close/>
                  <a:moveTo>
                    <a:pt x="1149053" y="2777501"/>
                  </a:moveTo>
                  <a:lnTo>
                    <a:pt x="1190144" y="2825655"/>
                  </a:lnTo>
                  <a:lnTo>
                    <a:pt x="1134899" y="2809810"/>
                  </a:lnTo>
                  <a:close/>
                  <a:moveTo>
                    <a:pt x="1283604" y="2656733"/>
                  </a:moveTo>
                  <a:lnTo>
                    <a:pt x="1243885" y="2739065"/>
                  </a:lnTo>
                  <a:lnTo>
                    <a:pt x="1246590" y="2733547"/>
                  </a:lnTo>
                  <a:close/>
                  <a:moveTo>
                    <a:pt x="673536" y="1902266"/>
                  </a:moveTo>
                  <a:lnTo>
                    <a:pt x="600144" y="1988534"/>
                  </a:lnTo>
                  <a:lnTo>
                    <a:pt x="665627" y="1954711"/>
                  </a:lnTo>
                  <a:close/>
                  <a:moveTo>
                    <a:pt x="673536" y="1902266"/>
                  </a:moveTo>
                  <a:lnTo>
                    <a:pt x="620697" y="1884631"/>
                  </a:lnTo>
                  <a:lnTo>
                    <a:pt x="600144" y="1988534"/>
                  </a:lnTo>
                  <a:close/>
                  <a:moveTo>
                    <a:pt x="673536" y="1902266"/>
                  </a:moveTo>
                  <a:lnTo>
                    <a:pt x="665627" y="1954711"/>
                  </a:lnTo>
                  <a:lnTo>
                    <a:pt x="684295" y="1916914"/>
                  </a:lnTo>
                  <a:close/>
                  <a:moveTo>
                    <a:pt x="658283" y="1814574"/>
                  </a:moveTo>
                  <a:lnTo>
                    <a:pt x="673536" y="1902266"/>
                  </a:lnTo>
                  <a:lnTo>
                    <a:pt x="684295" y="1916914"/>
                  </a:lnTo>
                  <a:close/>
                  <a:moveTo>
                    <a:pt x="146926" y="1326785"/>
                  </a:moveTo>
                  <a:lnTo>
                    <a:pt x="169000" y="1220757"/>
                  </a:lnTo>
                  <a:lnTo>
                    <a:pt x="159257" y="1239561"/>
                  </a:lnTo>
                  <a:close/>
                  <a:moveTo>
                    <a:pt x="382866" y="1518284"/>
                  </a:moveTo>
                  <a:lnTo>
                    <a:pt x="249126" y="1504474"/>
                  </a:lnTo>
                  <a:lnTo>
                    <a:pt x="341397" y="1490051"/>
                  </a:lnTo>
                  <a:close/>
                  <a:moveTo>
                    <a:pt x="1483367" y="2782844"/>
                  </a:moveTo>
                  <a:lnTo>
                    <a:pt x="1515644" y="2662192"/>
                  </a:lnTo>
                  <a:lnTo>
                    <a:pt x="1533471" y="2744406"/>
                  </a:lnTo>
                  <a:close/>
                  <a:moveTo>
                    <a:pt x="1515644" y="2662192"/>
                  </a:moveTo>
                  <a:lnTo>
                    <a:pt x="1544626" y="2679744"/>
                  </a:lnTo>
                  <a:lnTo>
                    <a:pt x="1552519" y="2610983"/>
                  </a:lnTo>
                  <a:close/>
                  <a:moveTo>
                    <a:pt x="601165" y="1700325"/>
                  </a:moveTo>
                  <a:lnTo>
                    <a:pt x="632425" y="1796263"/>
                  </a:lnTo>
                  <a:lnTo>
                    <a:pt x="615325" y="1714047"/>
                  </a:lnTo>
                  <a:close/>
                  <a:moveTo>
                    <a:pt x="604482" y="1631832"/>
                  </a:moveTo>
                  <a:lnTo>
                    <a:pt x="628926" y="1602289"/>
                  </a:lnTo>
                  <a:lnTo>
                    <a:pt x="591905" y="1607762"/>
                  </a:lnTo>
                  <a:close/>
                  <a:moveTo>
                    <a:pt x="159257" y="1239561"/>
                  </a:moveTo>
                  <a:lnTo>
                    <a:pt x="169000" y="1220757"/>
                  </a:lnTo>
                  <a:lnTo>
                    <a:pt x="160661" y="1215526"/>
                  </a:lnTo>
                  <a:close/>
                  <a:moveTo>
                    <a:pt x="187469" y="1129840"/>
                  </a:moveTo>
                  <a:lnTo>
                    <a:pt x="169000" y="1220757"/>
                  </a:lnTo>
                  <a:lnTo>
                    <a:pt x="217609" y="1179073"/>
                  </a:lnTo>
                  <a:close/>
                  <a:moveTo>
                    <a:pt x="131202" y="704264"/>
                  </a:moveTo>
                  <a:lnTo>
                    <a:pt x="12394" y="753921"/>
                  </a:lnTo>
                  <a:lnTo>
                    <a:pt x="86475" y="752239"/>
                  </a:lnTo>
                  <a:close/>
                  <a:moveTo>
                    <a:pt x="1618001" y="2519999"/>
                  </a:moveTo>
                  <a:lnTo>
                    <a:pt x="1595978" y="2558271"/>
                  </a:lnTo>
                  <a:lnTo>
                    <a:pt x="1605079" y="2541540"/>
                  </a:lnTo>
                  <a:close/>
                  <a:moveTo>
                    <a:pt x="1618001" y="2519999"/>
                  </a:moveTo>
                  <a:lnTo>
                    <a:pt x="1605079" y="2541540"/>
                  </a:lnTo>
                  <a:lnTo>
                    <a:pt x="1580733" y="2501270"/>
                  </a:lnTo>
                  <a:close/>
                  <a:moveTo>
                    <a:pt x="1355524" y="2001365"/>
                  </a:moveTo>
                  <a:lnTo>
                    <a:pt x="1305195" y="1952475"/>
                  </a:lnTo>
                  <a:lnTo>
                    <a:pt x="1416708" y="1951465"/>
                  </a:lnTo>
                  <a:close/>
                  <a:moveTo>
                    <a:pt x="1182398" y="1911389"/>
                  </a:moveTo>
                  <a:lnTo>
                    <a:pt x="1158658" y="1883820"/>
                  </a:lnTo>
                  <a:lnTo>
                    <a:pt x="1255009" y="1932683"/>
                  </a:lnTo>
                  <a:close/>
                  <a:moveTo>
                    <a:pt x="429584" y="1143883"/>
                  </a:moveTo>
                  <a:lnTo>
                    <a:pt x="465472" y="1118069"/>
                  </a:lnTo>
                  <a:lnTo>
                    <a:pt x="487451" y="1031536"/>
                  </a:lnTo>
                  <a:close/>
                  <a:moveTo>
                    <a:pt x="487451" y="1031536"/>
                  </a:moveTo>
                  <a:lnTo>
                    <a:pt x="465472" y="1118069"/>
                  </a:lnTo>
                  <a:lnTo>
                    <a:pt x="510866" y="1061668"/>
                  </a:lnTo>
                  <a:close/>
                  <a:moveTo>
                    <a:pt x="510866" y="1061668"/>
                  </a:moveTo>
                  <a:lnTo>
                    <a:pt x="519877" y="1042824"/>
                  </a:lnTo>
                  <a:lnTo>
                    <a:pt x="487451" y="1031536"/>
                  </a:lnTo>
                  <a:close/>
                  <a:moveTo>
                    <a:pt x="90995" y="732808"/>
                  </a:moveTo>
                  <a:lnTo>
                    <a:pt x="131202" y="704264"/>
                  </a:lnTo>
                  <a:lnTo>
                    <a:pt x="151972" y="622037"/>
                  </a:lnTo>
                  <a:close/>
                  <a:moveTo>
                    <a:pt x="230261" y="618982"/>
                  </a:moveTo>
                  <a:lnTo>
                    <a:pt x="131202" y="704264"/>
                  </a:lnTo>
                  <a:lnTo>
                    <a:pt x="195833" y="667253"/>
                  </a:lnTo>
                  <a:close/>
                  <a:moveTo>
                    <a:pt x="1781108" y="2477925"/>
                  </a:moveTo>
                  <a:lnTo>
                    <a:pt x="1818294" y="2401750"/>
                  </a:lnTo>
                  <a:lnTo>
                    <a:pt x="1708704" y="2485871"/>
                  </a:lnTo>
                  <a:close/>
                  <a:moveTo>
                    <a:pt x="1781108" y="2477925"/>
                  </a:moveTo>
                  <a:lnTo>
                    <a:pt x="1843612" y="2432954"/>
                  </a:lnTo>
                  <a:lnTo>
                    <a:pt x="1818294" y="2401750"/>
                  </a:lnTo>
                  <a:close/>
                  <a:moveTo>
                    <a:pt x="1835442" y="2382452"/>
                  </a:moveTo>
                  <a:lnTo>
                    <a:pt x="1863180" y="2402356"/>
                  </a:lnTo>
                  <a:lnTo>
                    <a:pt x="1885450" y="2374176"/>
                  </a:lnTo>
                  <a:close/>
                  <a:moveTo>
                    <a:pt x="1398481" y="1946769"/>
                  </a:moveTo>
                  <a:lnTo>
                    <a:pt x="1423341" y="1917016"/>
                  </a:lnTo>
                  <a:lnTo>
                    <a:pt x="1449554" y="1889162"/>
                  </a:lnTo>
                  <a:close/>
                  <a:moveTo>
                    <a:pt x="1355524" y="2001365"/>
                  </a:moveTo>
                  <a:lnTo>
                    <a:pt x="1416708" y="1951465"/>
                  </a:lnTo>
                  <a:lnTo>
                    <a:pt x="1398481" y="1946769"/>
                  </a:lnTo>
                  <a:close/>
                  <a:moveTo>
                    <a:pt x="1423341" y="1917016"/>
                  </a:moveTo>
                  <a:lnTo>
                    <a:pt x="1427348" y="1813666"/>
                  </a:lnTo>
                  <a:lnTo>
                    <a:pt x="1449554" y="1889162"/>
                  </a:lnTo>
                  <a:close/>
                  <a:moveTo>
                    <a:pt x="1427348" y="1813666"/>
                  </a:moveTo>
                  <a:lnTo>
                    <a:pt x="1420132" y="1806947"/>
                  </a:lnTo>
                  <a:lnTo>
                    <a:pt x="1449554" y="1889162"/>
                  </a:lnTo>
                  <a:close/>
                  <a:moveTo>
                    <a:pt x="502992" y="827947"/>
                  </a:moveTo>
                  <a:lnTo>
                    <a:pt x="572633" y="822692"/>
                  </a:lnTo>
                  <a:lnTo>
                    <a:pt x="554756" y="820365"/>
                  </a:lnTo>
                  <a:close/>
                  <a:moveTo>
                    <a:pt x="237989" y="609663"/>
                  </a:moveTo>
                  <a:lnTo>
                    <a:pt x="349290" y="531940"/>
                  </a:lnTo>
                  <a:lnTo>
                    <a:pt x="278946" y="547592"/>
                  </a:lnTo>
                  <a:close/>
                  <a:moveTo>
                    <a:pt x="1885450" y="2374176"/>
                  </a:moveTo>
                  <a:lnTo>
                    <a:pt x="1920938" y="2355400"/>
                  </a:lnTo>
                  <a:lnTo>
                    <a:pt x="1915920" y="2344015"/>
                  </a:lnTo>
                  <a:close/>
                  <a:moveTo>
                    <a:pt x="1952962" y="2344015"/>
                  </a:moveTo>
                  <a:lnTo>
                    <a:pt x="1920938" y="2355400"/>
                  </a:lnTo>
                  <a:lnTo>
                    <a:pt x="1998058" y="2301342"/>
                  </a:lnTo>
                  <a:close/>
                  <a:moveTo>
                    <a:pt x="1998058" y="2301342"/>
                  </a:moveTo>
                  <a:lnTo>
                    <a:pt x="1920938" y="2355400"/>
                  </a:lnTo>
                  <a:lnTo>
                    <a:pt x="1885450" y="2374176"/>
                  </a:lnTo>
                  <a:close/>
                  <a:moveTo>
                    <a:pt x="1420132" y="1806947"/>
                  </a:moveTo>
                  <a:lnTo>
                    <a:pt x="1411117" y="1768510"/>
                  </a:lnTo>
                  <a:lnTo>
                    <a:pt x="1449554" y="1889162"/>
                  </a:lnTo>
                  <a:close/>
                  <a:moveTo>
                    <a:pt x="1420132" y="1806947"/>
                  </a:moveTo>
                  <a:lnTo>
                    <a:pt x="1475124" y="1739466"/>
                  </a:lnTo>
                  <a:lnTo>
                    <a:pt x="1411117" y="1768510"/>
                  </a:lnTo>
                  <a:close/>
                  <a:moveTo>
                    <a:pt x="597826" y="802211"/>
                  </a:moveTo>
                  <a:lnTo>
                    <a:pt x="554756" y="820365"/>
                  </a:lnTo>
                  <a:lnTo>
                    <a:pt x="574719" y="817462"/>
                  </a:lnTo>
                  <a:close/>
                  <a:moveTo>
                    <a:pt x="630159" y="781928"/>
                  </a:moveTo>
                  <a:lnTo>
                    <a:pt x="597826" y="802211"/>
                  </a:lnTo>
                  <a:lnTo>
                    <a:pt x="693090" y="766174"/>
                  </a:lnTo>
                  <a:close/>
                  <a:moveTo>
                    <a:pt x="693090" y="766174"/>
                  </a:moveTo>
                  <a:lnTo>
                    <a:pt x="597826" y="802211"/>
                  </a:lnTo>
                  <a:lnTo>
                    <a:pt x="574719" y="817462"/>
                  </a:lnTo>
                  <a:close/>
                  <a:moveTo>
                    <a:pt x="581761" y="820365"/>
                  </a:moveTo>
                  <a:lnTo>
                    <a:pt x="674495" y="800472"/>
                  </a:lnTo>
                  <a:lnTo>
                    <a:pt x="693090" y="766174"/>
                  </a:lnTo>
                  <a:close/>
                  <a:moveTo>
                    <a:pt x="674495" y="800472"/>
                  </a:moveTo>
                  <a:lnTo>
                    <a:pt x="658520" y="852124"/>
                  </a:lnTo>
                  <a:lnTo>
                    <a:pt x="678265" y="820365"/>
                  </a:lnTo>
                  <a:close/>
                  <a:moveTo>
                    <a:pt x="512662" y="471078"/>
                  </a:moveTo>
                  <a:lnTo>
                    <a:pt x="456587" y="456074"/>
                  </a:lnTo>
                  <a:lnTo>
                    <a:pt x="424795" y="535580"/>
                  </a:lnTo>
                  <a:close/>
                  <a:moveTo>
                    <a:pt x="456587" y="456074"/>
                  </a:moveTo>
                  <a:lnTo>
                    <a:pt x="512662" y="471078"/>
                  </a:lnTo>
                  <a:lnTo>
                    <a:pt x="458313" y="445698"/>
                  </a:lnTo>
                  <a:close/>
                  <a:moveTo>
                    <a:pt x="451798" y="453069"/>
                  </a:moveTo>
                  <a:lnTo>
                    <a:pt x="456587" y="456074"/>
                  </a:lnTo>
                  <a:lnTo>
                    <a:pt x="458313" y="445698"/>
                  </a:lnTo>
                  <a:close/>
                  <a:moveTo>
                    <a:pt x="1952962" y="2344015"/>
                  </a:moveTo>
                  <a:lnTo>
                    <a:pt x="1937700" y="2354329"/>
                  </a:lnTo>
                  <a:lnTo>
                    <a:pt x="1920938" y="2355400"/>
                  </a:lnTo>
                  <a:close/>
                  <a:moveTo>
                    <a:pt x="1996299" y="2254633"/>
                  </a:moveTo>
                  <a:lnTo>
                    <a:pt x="1952962" y="2344015"/>
                  </a:lnTo>
                  <a:lnTo>
                    <a:pt x="1998058" y="2301342"/>
                  </a:lnTo>
                  <a:close/>
                  <a:moveTo>
                    <a:pt x="1939450" y="2340351"/>
                  </a:moveTo>
                  <a:lnTo>
                    <a:pt x="1952962" y="2344015"/>
                  </a:lnTo>
                  <a:lnTo>
                    <a:pt x="1996299" y="2254633"/>
                  </a:lnTo>
                  <a:close/>
                  <a:moveTo>
                    <a:pt x="738127" y="719358"/>
                  </a:moveTo>
                  <a:lnTo>
                    <a:pt x="693090" y="766174"/>
                  </a:lnTo>
                  <a:lnTo>
                    <a:pt x="813751" y="723448"/>
                  </a:lnTo>
                  <a:close/>
                  <a:moveTo>
                    <a:pt x="458313" y="445698"/>
                  </a:moveTo>
                  <a:lnTo>
                    <a:pt x="526165" y="420727"/>
                  </a:lnTo>
                  <a:lnTo>
                    <a:pt x="563413" y="344788"/>
                  </a:lnTo>
                  <a:close/>
                  <a:moveTo>
                    <a:pt x="1590831" y="1641257"/>
                  </a:moveTo>
                  <a:lnTo>
                    <a:pt x="1586089" y="1660485"/>
                  </a:lnTo>
                  <a:lnTo>
                    <a:pt x="1610494" y="1647858"/>
                  </a:lnTo>
                  <a:close/>
                  <a:moveTo>
                    <a:pt x="1649587" y="1553990"/>
                  </a:moveTo>
                  <a:lnTo>
                    <a:pt x="1610494" y="1647858"/>
                  </a:lnTo>
                  <a:lnTo>
                    <a:pt x="1649355" y="1618368"/>
                  </a:lnTo>
                  <a:close/>
                  <a:moveTo>
                    <a:pt x="1590831" y="1641257"/>
                  </a:moveTo>
                  <a:lnTo>
                    <a:pt x="1610494" y="1647858"/>
                  </a:lnTo>
                  <a:lnTo>
                    <a:pt x="1649587" y="1553990"/>
                  </a:lnTo>
                  <a:close/>
                  <a:moveTo>
                    <a:pt x="1589105" y="1444992"/>
                  </a:moveTo>
                  <a:lnTo>
                    <a:pt x="1588417" y="1453987"/>
                  </a:lnTo>
                  <a:lnTo>
                    <a:pt x="1617287" y="1480157"/>
                  </a:lnTo>
                  <a:close/>
                  <a:moveTo>
                    <a:pt x="1323404" y="1036842"/>
                  </a:moveTo>
                  <a:lnTo>
                    <a:pt x="1321731" y="1033917"/>
                  </a:lnTo>
                  <a:lnTo>
                    <a:pt x="1266494" y="1086344"/>
                  </a:lnTo>
                  <a:close/>
                  <a:moveTo>
                    <a:pt x="1266494" y="1086344"/>
                  </a:moveTo>
                  <a:lnTo>
                    <a:pt x="1163023" y="1072353"/>
                  </a:lnTo>
                  <a:lnTo>
                    <a:pt x="1210216" y="1091132"/>
                  </a:lnTo>
                  <a:close/>
                  <a:moveTo>
                    <a:pt x="579961" y="316274"/>
                  </a:moveTo>
                  <a:lnTo>
                    <a:pt x="588895" y="293980"/>
                  </a:lnTo>
                  <a:lnTo>
                    <a:pt x="563413" y="344788"/>
                  </a:lnTo>
                  <a:close/>
                  <a:moveTo>
                    <a:pt x="579961" y="316274"/>
                  </a:moveTo>
                  <a:lnTo>
                    <a:pt x="563413" y="344788"/>
                  </a:lnTo>
                  <a:lnTo>
                    <a:pt x="573138" y="332417"/>
                  </a:lnTo>
                  <a:close/>
                  <a:moveTo>
                    <a:pt x="579961" y="316274"/>
                  </a:moveTo>
                  <a:lnTo>
                    <a:pt x="573138" y="332417"/>
                  </a:lnTo>
                  <a:lnTo>
                    <a:pt x="598095" y="259255"/>
                  </a:lnTo>
                  <a:close/>
                  <a:moveTo>
                    <a:pt x="598095" y="259255"/>
                  </a:moveTo>
                  <a:lnTo>
                    <a:pt x="573138" y="332417"/>
                  </a:lnTo>
                  <a:lnTo>
                    <a:pt x="616488" y="264572"/>
                  </a:lnTo>
                  <a:close/>
                  <a:moveTo>
                    <a:pt x="598095" y="259255"/>
                  </a:moveTo>
                  <a:lnTo>
                    <a:pt x="616488" y="264572"/>
                  </a:lnTo>
                  <a:lnTo>
                    <a:pt x="661873" y="219055"/>
                  </a:lnTo>
                  <a:close/>
                  <a:moveTo>
                    <a:pt x="588895" y="293980"/>
                  </a:moveTo>
                  <a:lnTo>
                    <a:pt x="579961" y="316274"/>
                  </a:lnTo>
                  <a:lnTo>
                    <a:pt x="598095" y="259255"/>
                  </a:lnTo>
                  <a:close/>
                  <a:moveTo>
                    <a:pt x="1601666" y="1362776"/>
                  </a:moveTo>
                  <a:lnTo>
                    <a:pt x="1589483" y="1242770"/>
                  </a:lnTo>
                  <a:lnTo>
                    <a:pt x="1603166" y="1330953"/>
                  </a:lnTo>
                  <a:close/>
                  <a:moveTo>
                    <a:pt x="1589383" y="1242125"/>
                  </a:moveTo>
                  <a:lnTo>
                    <a:pt x="1589483" y="1242770"/>
                  </a:lnTo>
                  <a:lnTo>
                    <a:pt x="1601666" y="1362776"/>
                  </a:lnTo>
                  <a:close/>
                  <a:moveTo>
                    <a:pt x="1611893" y="1280562"/>
                  </a:moveTo>
                  <a:lnTo>
                    <a:pt x="1589383" y="1242125"/>
                  </a:lnTo>
                  <a:lnTo>
                    <a:pt x="1601666" y="1362776"/>
                  </a:lnTo>
                  <a:close/>
                  <a:moveTo>
                    <a:pt x="975523" y="437241"/>
                  </a:moveTo>
                  <a:lnTo>
                    <a:pt x="994080" y="409945"/>
                  </a:lnTo>
                  <a:lnTo>
                    <a:pt x="913304" y="386597"/>
                  </a:lnTo>
                  <a:close/>
                  <a:moveTo>
                    <a:pt x="661873" y="219055"/>
                  </a:moveTo>
                  <a:lnTo>
                    <a:pt x="686812" y="211766"/>
                  </a:lnTo>
                  <a:lnTo>
                    <a:pt x="666139" y="206712"/>
                  </a:lnTo>
                  <a:close/>
                  <a:moveTo>
                    <a:pt x="913304" y="386597"/>
                  </a:moveTo>
                  <a:lnTo>
                    <a:pt x="994080" y="409945"/>
                  </a:lnTo>
                  <a:lnTo>
                    <a:pt x="1040016" y="366490"/>
                  </a:lnTo>
                  <a:close/>
                  <a:moveTo>
                    <a:pt x="931438" y="52678"/>
                  </a:moveTo>
                  <a:lnTo>
                    <a:pt x="925021" y="0"/>
                  </a:lnTo>
                  <a:lnTo>
                    <a:pt x="914157" y="26169"/>
                  </a:lnTo>
                  <a:close/>
                  <a:moveTo>
                    <a:pt x="938848" y="51697"/>
                  </a:moveTo>
                  <a:lnTo>
                    <a:pt x="914157" y="26169"/>
                  </a:lnTo>
                  <a:lnTo>
                    <a:pt x="888075" y="142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77" name="Candidate_density__2096">
              <a:extLst>
                <a:ext uri="{FF2B5EF4-FFF2-40B4-BE49-F238E27FC236}">
                  <a16:creationId xmlns:a16="http://schemas.microsoft.com/office/drawing/2014/main" id="{0C082192-8B58-F202-83C6-91732191A2B3}"/>
                </a:ext>
              </a:extLst>
            </p:cNvPr>
            <p:cNvSpPr>
              <a:spLocks noGrp="1"/>
            </p:cNvSpPr>
            <p:nvPr/>
          </p:nvSpPr>
          <p:spPr>
            <a:xfrm>
              <a:off x="3839425" y="1804354"/>
              <a:ext cx="2407758" cy="2818255"/>
            </a:xfrm>
            <a:custGeom>
              <a:avLst/>
              <a:gdLst/>
              <a:ahLst/>
              <a:cxnLst/>
              <a:rect l="0" t="0" r="0" b="0"/>
              <a:pathLst>
                <a:path w="2407758" h="2818255">
                  <a:moveTo>
                    <a:pt x="119896" y="1283466"/>
                  </a:moveTo>
                  <a:lnTo>
                    <a:pt x="41733" y="1269888"/>
                  </a:lnTo>
                  <a:lnTo>
                    <a:pt x="0" y="1277788"/>
                  </a:lnTo>
                  <a:close/>
                  <a:moveTo>
                    <a:pt x="1129483" y="2196654"/>
                  </a:moveTo>
                  <a:lnTo>
                    <a:pt x="1197436" y="2158217"/>
                  </a:lnTo>
                  <a:lnTo>
                    <a:pt x="1152695" y="2206606"/>
                  </a:lnTo>
                  <a:close/>
                  <a:moveTo>
                    <a:pt x="1197436" y="2158217"/>
                  </a:moveTo>
                  <a:lnTo>
                    <a:pt x="1129483" y="2196654"/>
                  </a:lnTo>
                  <a:lnTo>
                    <a:pt x="1204280" y="2120818"/>
                  </a:lnTo>
                  <a:close/>
                  <a:moveTo>
                    <a:pt x="314325" y="1292287"/>
                  </a:moveTo>
                  <a:lnTo>
                    <a:pt x="335232" y="1187027"/>
                  </a:lnTo>
                  <a:lnTo>
                    <a:pt x="334968" y="1171636"/>
                  </a:lnTo>
                  <a:close/>
                  <a:moveTo>
                    <a:pt x="334968" y="1171636"/>
                  </a:moveTo>
                  <a:lnTo>
                    <a:pt x="335232" y="1187027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390935" y="1093915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420540" y="1050984"/>
                  </a:lnTo>
                  <a:lnTo>
                    <a:pt x="390935" y="1093915"/>
                  </a:lnTo>
                  <a:close/>
                  <a:moveTo>
                    <a:pt x="1337337" y="1999129"/>
                  </a:moveTo>
                  <a:lnTo>
                    <a:pt x="1301925" y="2037565"/>
                  </a:lnTo>
                  <a:lnTo>
                    <a:pt x="1358547" y="1988534"/>
                  </a:lnTo>
                  <a:close/>
                  <a:moveTo>
                    <a:pt x="1301925" y="2037565"/>
                  </a:moveTo>
                  <a:lnTo>
                    <a:pt x="1311430" y="2027572"/>
                  </a:lnTo>
                  <a:lnTo>
                    <a:pt x="1358547" y="1988534"/>
                  </a:lnTo>
                  <a:close/>
                  <a:moveTo>
                    <a:pt x="1311430" y="2027572"/>
                  </a:moveTo>
                  <a:lnTo>
                    <a:pt x="1379760" y="2004394"/>
                  </a:lnTo>
                  <a:lnTo>
                    <a:pt x="1424031" y="1954711"/>
                  </a:lnTo>
                  <a:close/>
                  <a:moveTo>
                    <a:pt x="1358547" y="1988534"/>
                  </a:moveTo>
                  <a:lnTo>
                    <a:pt x="1311430" y="2027572"/>
                  </a:lnTo>
                  <a:lnTo>
                    <a:pt x="1424031" y="1954711"/>
                  </a:lnTo>
                  <a:close/>
                  <a:moveTo>
                    <a:pt x="2241771" y="2782844"/>
                  </a:moveTo>
                  <a:lnTo>
                    <a:pt x="2286148" y="2797016"/>
                  </a:lnTo>
                  <a:lnTo>
                    <a:pt x="2234270" y="2818255"/>
                  </a:lnTo>
                  <a:close/>
                  <a:moveTo>
                    <a:pt x="2241771" y="2782844"/>
                  </a:moveTo>
                  <a:lnTo>
                    <a:pt x="2303030" y="2679744"/>
                  </a:lnTo>
                  <a:lnTo>
                    <a:pt x="2274047" y="2662192"/>
                  </a:lnTo>
                  <a:close/>
                  <a:moveTo>
                    <a:pt x="1350309" y="1607762"/>
                  </a:moveTo>
                  <a:lnTo>
                    <a:pt x="1373729" y="1714047"/>
                  </a:lnTo>
                  <a:lnTo>
                    <a:pt x="1362885" y="1631832"/>
                  </a:lnTo>
                  <a:close/>
                  <a:moveTo>
                    <a:pt x="1850479" y="1966034"/>
                  </a:moveTo>
                  <a:lnTo>
                    <a:pt x="1876562" y="1983348"/>
                  </a:lnTo>
                  <a:lnTo>
                    <a:pt x="1893256" y="1948824"/>
                  </a:lnTo>
                  <a:close/>
                  <a:moveTo>
                    <a:pt x="2175112" y="1951465"/>
                  </a:moveTo>
                  <a:lnTo>
                    <a:pt x="2181744" y="1917016"/>
                  </a:lnTo>
                  <a:lnTo>
                    <a:pt x="2156885" y="1946769"/>
                  </a:lnTo>
                  <a:close/>
                  <a:moveTo>
                    <a:pt x="1451493" y="766174"/>
                  </a:moveTo>
                  <a:lnTo>
                    <a:pt x="1432899" y="800472"/>
                  </a:lnTo>
                  <a:lnTo>
                    <a:pt x="1522375" y="752531"/>
                  </a:lnTo>
                  <a:close/>
                  <a:moveTo>
                    <a:pt x="1155531" y="495592"/>
                  </a:moveTo>
                  <a:lnTo>
                    <a:pt x="1037350" y="547592"/>
                  </a:lnTo>
                  <a:lnTo>
                    <a:pt x="1107694" y="531940"/>
                  </a:lnTo>
                  <a:close/>
                  <a:moveTo>
                    <a:pt x="1155531" y="495592"/>
                  </a:moveTo>
                  <a:lnTo>
                    <a:pt x="1214991" y="456074"/>
                  </a:lnTo>
                  <a:lnTo>
                    <a:pt x="1210202" y="453069"/>
                  </a:lnTo>
                  <a:close/>
                  <a:moveTo>
                    <a:pt x="1183198" y="535580"/>
                  </a:moveTo>
                  <a:lnTo>
                    <a:pt x="1214991" y="456074"/>
                  </a:lnTo>
                  <a:lnTo>
                    <a:pt x="1155531" y="495592"/>
                  </a:lnTo>
                  <a:close/>
                  <a:moveTo>
                    <a:pt x="1107694" y="531940"/>
                  </a:moveTo>
                  <a:lnTo>
                    <a:pt x="1183198" y="535580"/>
                  </a:lnTo>
                  <a:lnTo>
                    <a:pt x="1155531" y="495592"/>
                  </a:lnTo>
                  <a:close/>
                  <a:moveTo>
                    <a:pt x="2233527" y="1739466"/>
                  </a:moveTo>
                  <a:lnTo>
                    <a:pt x="2294185" y="1687599"/>
                  </a:lnTo>
                  <a:lnTo>
                    <a:pt x="2344493" y="1660485"/>
                  </a:lnTo>
                  <a:close/>
                  <a:moveTo>
                    <a:pt x="2296397" y="1686295"/>
                  </a:moveTo>
                  <a:lnTo>
                    <a:pt x="2344493" y="1660485"/>
                  </a:lnTo>
                  <a:lnTo>
                    <a:pt x="2294185" y="1687599"/>
                  </a:lnTo>
                  <a:close/>
                  <a:moveTo>
                    <a:pt x="2296397" y="1686295"/>
                  </a:moveTo>
                  <a:lnTo>
                    <a:pt x="2368897" y="1647858"/>
                  </a:lnTo>
                  <a:lnTo>
                    <a:pt x="2344493" y="1660485"/>
                  </a:lnTo>
                  <a:close/>
                  <a:moveTo>
                    <a:pt x="2368897" y="1647858"/>
                  </a:moveTo>
                  <a:lnTo>
                    <a:pt x="2296397" y="1686295"/>
                  </a:lnTo>
                  <a:lnTo>
                    <a:pt x="2407758" y="1618368"/>
                  </a:lnTo>
                  <a:close/>
                  <a:moveTo>
                    <a:pt x="1451493" y="766174"/>
                  </a:moveTo>
                  <a:lnTo>
                    <a:pt x="1522375" y="752531"/>
                  </a:lnTo>
                  <a:lnTo>
                    <a:pt x="1572155" y="723448"/>
                  </a:lnTo>
                  <a:close/>
                  <a:moveTo>
                    <a:pt x="1572155" y="723448"/>
                  </a:moveTo>
                  <a:lnTo>
                    <a:pt x="1522375" y="752531"/>
                  </a:lnTo>
                  <a:lnTo>
                    <a:pt x="1645364" y="718506"/>
                  </a:lnTo>
                  <a:close/>
                  <a:moveTo>
                    <a:pt x="2347376" y="1442584"/>
                  </a:moveTo>
                  <a:lnTo>
                    <a:pt x="2346821" y="1453987"/>
                  </a:lnTo>
                  <a:lnTo>
                    <a:pt x="2347509" y="1444992"/>
                  </a:lnTo>
                  <a:close/>
                  <a:moveTo>
                    <a:pt x="2361569" y="1330953"/>
                  </a:moveTo>
                  <a:lnTo>
                    <a:pt x="2347376" y="1442584"/>
                  </a:lnTo>
                  <a:lnTo>
                    <a:pt x="2347509" y="1444992"/>
                  </a:lnTo>
                  <a:close/>
                  <a:moveTo>
                    <a:pt x="1846457" y="787271"/>
                  </a:moveTo>
                  <a:lnTo>
                    <a:pt x="1856407" y="748835"/>
                  </a:lnTo>
                  <a:lnTo>
                    <a:pt x="1851357" y="869486"/>
                  </a:lnTo>
                  <a:close/>
                  <a:moveTo>
                    <a:pt x="1798420" y="366490"/>
                  </a:moveTo>
                  <a:lnTo>
                    <a:pt x="1752483" y="409945"/>
                  </a:lnTo>
                  <a:lnTo>
                    <a:pt x="1863731" y="332021"/>
                  </a:lnTo>
                  <a:close/>
                  <a:moveTo>
                    <a:pt x="1646478" y="14241"/>
                  </a:moveTo>
                  <a:lnTo>
                    <a:pt x="1672561" y="26169"/>
                  </a:lnTo>
                  <a:lnTo>
                    <a:pt x="1683425" y="0"/>
                  </a:lnTo>
                  <a:close/>
                  <a:moveTo>
                    <a:pt x="2019099" y="203853"/>
                  </a:moveTo>
                  <a:lnTo>
                    <a:pt x="2029794" y="178299"/>
                  </a:lnTo>
                  <a:lnTo>
                    <a:pt x="2037797" y="140234"/>
                  </a:lnTo>
                  <a:close/>
                  <a:moveTo>
                    <a:pt x="2037797" y="140234"/>
                  </a:moveTo>
                  <a:lnTo>
                    <a:pt x="2069179" y="112433"/>
                  </a:lnTo>
                  <a:lnTo>
                    <a:pt x="2110804" y="5286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78" name="Candidate_density__2097">
              <a:extLst>
                <a:ext uri="{FF2B5EF4-FFF2-40B4-BE49-F238E27FC236}">
                  <a16:creationId xmlns:a16="http://schemas.microsoft.com/office/drawing/2014/main" id="{F7569B88-B692-3640-0D15-AB97AD9F5F5B}"/>
                </a:ext>
              </a:extLst>
            </p:cNvPr>
            <p:cNvSpPr>
              <a:spLocks noGrp="1"/>
            </p:cNvSpPr>
            <p:nvPr/>
          </p:nvSpPr>
          <p:spPr>
            <a:xfrm>
              <a:off x="3837811" y="1508053"/>
              <a:ext cx="2704731" cy="3121956"/>
            </a:xfrm>
            <a:custGeom>
              <a:avLst/>
              <a:gdLst/>
              <a:ahLst/>
              <a:cxnLst/>
              <a:rect l="0" t="0" r="0" b="0"/>
              <a:pathLst>
                <a:path w="2704731" h="3121956">
                  <a:moveTo>
                    <a:pt x="721563" y="2645183"/>
                  </a:moveTo>
                  <a:lnTo>
                    <a:pt x="668489" y="2596591"/>
                  </a:lnTo>
                  <a:lnTo>
                    <a:pt x="728929" y="2652043"/>
                  </a:lnTo>
                  <a:close/>
                  <a:moveTo>
                    <a:pt x="661751" y="2569828"/>
                  </a:moveTo>
                  <a:lnTo>
                    <a:pt x="668489" y="2596591"/>
                  </a:lnTo>
                  <a:lnTo>
                    <a:pt x="721563" y="2645183"/>
                  </a:lnTo>
                  <a:close/>
                  <a:moveTo>
                    <a:pt x="728929" y="2652043"/>
                  </a:moveTo>
                  <a:lnTo>
                    <a:pt x="841839" y="2616345"/>
                  </a:lnTo>
                  <a:lnTo>
                    <a:pt x="721563" y="2645183"/>
                  </a:lnTo>
                  <a:close/>
                  <a:moveTo>
                    <a:pt x="721563" y="2645183"/>
                  </a:moveTo>
                  <a:lnTo>
                    <a:pt x="841839" y="2616345"/>
                  </a:lnTo>
                  <a:lnTo>
                    <a:pt x="842328" y="2602839"/>
                  </a:lnTo>
                  <a:close/>
                  <a:moveTo>
                    <a:pt x="721563" y="2645183"/>
                  </a:moveTo>
                  <a:lnTo>
                    <a:pt x="842328" y="2602839"/>
                  </a:lnTo>
                  <a:lnTo>
                    <a:pt x="760770" y="2576568"/>
                  </a:lnTo>
                  <a:close/>
                  <a:moveTo>
                    <a:pt x="841839" y="2616345"/>
                  </a:moveTo>
                  <a:lnTo>
                    <a:pt x="858608" y="2613606"/>
                  </a:lnTo>
                  <a:lnTo>
                    <a:pt x="842328" y="2602839"/>
                  </a:lnTo>
                  <a:close/>
                  <a:moveTo>
                    <a:pt x="703019" y="2531391"/>
                  </a:moveTo>
                  <a:lnTo>
                    <a:pt x="721563" y="2645183"/>
                  </a:lnTo>
                  <a:lnTo>
                    <a:pt x="760770" y="2576568"/>
                  </a:lnTo>
                  <a:close/>
                  <a:moveTo>
                    <a:pt x="703019" y="2531391"/>
                  </a:moveTo>
                  <a:lnTo>
                    <a:pt x="661751" y="2569828"/>
                  </a:lnTo>
                  <a:lnTo>
                    <a:pt x="721563" y="2645183"/>
                  </a:lnTo>
                  <a:close/>
                  <a:moveTo>
                    <a:pt x="703019" y="2531391"/>
                  </a:moveTo>
                  <a:lnTo>
                    <a:pt x="637653" y="2487613"/>
                  </a:lnTo>
                  <a:lnTo>
                    <a:pt x="661751" y="2569828"/>
                  </a:lnTo>
                  <a:close/>
                  <a:moveTo>
                    <a:pt x="858608" y="2613606"/>
                  </a:moveTo>
                  <a:lnTo>
                    <a:pt x="924456" y="2631248"/>
                  </a:lnTo>
                  <a:lnTo>
                    <a:pt x="932555" y="2603186"/>
                  </a:lnTo>
                  <a:close/>
                  <a:moveTo>
                    <a:pt x="932555" y="2603186"/>
                  </a:moveTo>
                  <a:lnTo>
                    <a:pt x="842328" y="2602839"/>
                  </a:lnTo>
                  <a:lnTo>
                    <a:pt x="858608" y="2613606"/>
                  </a:lnTo>
                  <a:close/>
                  <a:moveTo>
                    <a:pt x="843342" y="2515030"/>
                  </a:moveTo>
                  <a:lnTo>
                    <a:pt x="842328" y="2602839"/>
                  </a:lnTo>
                  <a:lnTo>
                    <a:pt x="932555" y="2603186"/>
                  </a:lnTo>
                  <a:close/>
                  <a:moveTo>
                    <a:pt x="920221" y="2513122"/>
                  </a:moveTo>
                  <a:lnTo>
                    <a:pt x="843342" y="2515030"/>
                  </a:lnTo>
                  <a:lnTo>
                    <a:pt x="932555" y="2603186"/>
                  </a:lnTo>
                  <a:close/>
                  <a:moveTo>
                    <a:pt x="843342" y="2515030"/>
                  </a:moveTo>
                  <a:lnTo>
                    <a:pt x="760770" y="2576568"/>
                  </a:lnTo>
                  <a:lnTo>
                    <a:pt x="842328" y="2602839"/>
                  </a:lnTo>
                  <a:close/>
                  <a:moveTo>
                    <a:pt x="903738" y="2410740"/>
                  </a:moveTo>
                  <a:lnTo>
                    <a:pt x="852976" y="2427448"/>
                  </a:lnTo>
                  <a:lnTo>
                    <a:pt x="917933" y="2414890"/>
                  </a:lnTo>
                  <a:close/>
                  <a:moveTo>
                    <a:pt x="917933" y="2414890"/>
                  </a:moveTo>
                  <a:lnTo>
                    <a:pt x="852976" y="2427448"/>
                  </a:lnTo>
                  <a:lnTo>
                    <a:pt x="843342" y="2515030"/>
                  </a:lnTo>
                  <a:close/>
                  <a:moveTo>
                    <a:pt x="917933" y="2414890"/>
                  </a:moveTo>
                  <a:lnTo>
                    <a:pt x="843342" y="2515030"/>
                  </a:lnTo>
                  <a:lnTo>
                    <a:pt x="920221" y="2513122"/>
                  </a:lnTo>
                  <a:close/>
                  <a:moveTo>
                    <a:pt x="80134" y="1510255"/>
                  </a:moveTo>
                  <a:lnTo>
                    <a:pt x="84214" y="1503780"/>
                  </a:lnTo>
                  <a:lnTo>
                    <a:pt x="0" y="1467576"/>
                  </a:lnTo>
                  <a:close/>
                  <a:moveTo>
                    <a:pt x="80134" y="1510255"/>
                  </a:moveTo>
                  <a:lnTo>
                    <a:pt x="86741" y="1506374"/>
                  </a:lnTo>
                  <a:lnTo>
                    <a:pt x="84214" y="1503780"/>
                  </a:lnTo>
                  <a:close/>
                  <a:moveTo>
                    <a:pt x="929313" y="2410740"/>
                  </a:moveTo>
                  <a:lnTo>
                    <a:pt x="977725" y="2492955"/>
                  </a:lnTo>
                  <a:lnTo>
                    <a:pt x="1020152" y="2454519"/>
                  </a:lnTo>
                  <a:close/>
                  <a:moveTo>
                    <a:pt x="880183" y="2313971"/>
                  </a:moveTo>
                  <a:lnTo>
                    <a:pt x="918001" y="2391910"/>
                  </a:lnTo>
                  <a:lnTo>
                    <a:pt x="936357" y="2299819"/>
                  </a:lnTo>
                  <a:close/>
                  <a:moveTo>
                    <a:pt x="903738" y="2410740"/>
                  </a:moveTo>
                  <a:lnTo>
                    <a:pt x="918001" y="2391910"/>
                  </a:lnTo>
                  <a:lnTo>
                    <a:pt x="860658" y="2400862"/>
                  </a:lnTo>
                  <a:close/>
                  <a:moveTo>
                    <a:pt x="936357" y="2299819"/>
                  </a:moveTo>
                  <a:lnTo>
                    <a:pt x="918001" y="2391910"/>
                  </a:lnTo>
                  <a:lnTo>
                    <a:pt x="952795" y="2290088"/>
                  </a:lnTo>
                  <a:close/>
                  <a:moveTo>
                    <a:pt x="952795" y="2290088"/>
                  </a:moveTo>
                  <a:lnTo>
                    <a:pt x="929313" y="2410740"/>
                  </a:lnTo>
                  <a:lnTo>
                    <a:pt x="1035184" y="2372304"/>
                  </a:lnTo>
                  <a:close/>
                  <a:moveTo>
                    <a:pt x="41204" y="1342975"/>
                  </a:moveTo>
                  <a:lnTo>
                    <a:pt x="95900" y="1397345"/>
                  </a:lnTo>
                  <a:lnTo>
                    <a:pt x="141084" y="1385722"/>
                  </a:lnTo>
                  <a:close/>
                  <a:moveTo>
                    <a:pt x="42452" y="1341943"/>
                  </a:moveTo>
                  <a:lnTo>
                    <a:pt x="41204" y="1342975"/>
                  </a:lnTo>
                  <a:lnTo>
                    <a:pt x="141084" y="1385722"/>
                  </a:lnTo>
                  <a:close/>
                  <a:moveTo>
                    <a:pt x="606679" y="1848700"/>
                  </a:moveTo>
                  <a:lnTo>
                    <a:pt x="543649" y="1876254"/>
                  </a:lnTo>
                  <a:lnTo>
                    <a:pt x="623569" y="1758361"/>
                  </a:lnTo>
                  <a:close/>
                  <a:moveTo>
                    <a:pt x="305647" y="1448101"/>
                  </a:moveTo>
                  <a:lnTo>
                    <a:pt x="336583" y="1467938"/>
                  </a:lnTo>
                  <a:lnTo>
                    <a:pt x="319506" y="1395777"/>
                  </a:lnTo>
                  <a:close/>
                  <a:moveTo>
                    <a:pt x="184213" y="1286048"/>
                  </a:moveTo>
                  <a:lnTo>
                    <a:pt x="89650" y="1302334"/>
                  </a:lnTo>
                  <a:lnTo>
                    <a:pt x="206349" y="1368143"/>
                  </a:lnTo>
                  <a:close/>
                  <a:moveTo>
                    <a:pt x="149686" y="1254709"/>
                  </a:moveTo>
                  <a:lnTo>
                    <a:pt x="89650" y="1302334"/>
                  </a:lnTo>
                  <a:lnTo>
                    <a:pt x="184213" y="1286048"/>
                  </a:lnTo>
                  <a:close/>
                  <a:moveTo>
                    <a:pt x="1899877" y="3035367"/>
                  </a:moveTo>
                  <a:lnTo>
                    <a:pt x="1835876" y="3073803"/>
                  </a:lnTo>
                  <a:lnTo>
                    <a:pt x="1953936" y="3117582"/>
                  </a:lnTo>
                  <a:close/>
                  <a:moveTo>
                    <a:pt x="1847536" y="2953152"/>
                  </a:moveTo>
                  <a:lnTo>
                    <a:pt x="1806651" y="3054755"/>
                  </a:lnTo>
                  <a:lnTo>
                    <a:pt x="1835876" y="3073803"/>
                  </a:lnTo>
                  <a:close/>
                  <a:moveTo>
                    <a:pt x="255485" y="1062204"/>
                  </a:moveTo>
                  <a:lnTo>
                    <a:pt x="198229" y="979989"/>
                  </a:lnTo>
                  <a:lnTo>
                    <a:pt x="179968" y="1089315"/>
                  </a:lnTo>
                  <a:close/>
                  <a:moveTo>
                    <a:pt x="198229" y="979989"/>
                  </a:moveTo>
                  <a:lnTo>
                    <a:pt x="181150" y="988262"/>
                  </a:lnTo>
                  <a:lnTo>
                    <a:pt x="179968" y="1089315"/>
                  </a:lnTo>
                  <a:close/>
                  <a:moveTo>
                    <a:pt x="136106" y="936210"/>
                  </a:moveTo>
                  <a:lnTo>
                    <a:pt x="181150" y="988262"/>
                  </a:lnTo>
                  <a:lnTo>
                    <a:pt x="198229" y="979989"/>
                  </a:lnTo>
                  <a:close/>
                  <a:moveTo>
                    <a:pt x="1953936" y="3117582"/>
                  </a:moveTo>
                  <a:lnTo>
                    <a:pt x="1950162" y="3121956"/>
                  </a:lnTo>
                  <a:lnTo>
                    <a:pt x="1956163" y="3119898"/>
                  </a:lnTo>
                  <a:close/>
                  <a:moveTo>
                    <a:pt x="1953936" y="3117582"/>
                  </a:moveTo>
                  <a:lnTo>
                    <a:pt x="1956163" y="3119898"/>
                  </a:lnTo>
                  <a:lnTo>
                    <a:pt x="1957773" y="3115769"/>
                  </a:lnTo>
                  <a:close/>
                  <a:moveTo>
                    <a:pt x="1899877" y="3035367"/>
                  </a:moveTo>
                  <a:lnTo>
                    <a:pt x="1953936" y="3117582"/>
                  </a:lnTo>
                  <a:lnTo>
                    <a:pt x="1957773" y="3115769"/>
                  </a:lnTo>
                  <a:close/>
                  <a:moveTo>
                    <a:pt x="1966174" y="3008846"/>
                  </a:moveTo>
                  <a:lnTo>
                    <a:pt x="1957773" y="3115769"/>
                  </a:lnTo>
                  <a:lnTo>
                    <a:pt x="1992864" y="3117582"/>
                  </a:lnTo>
                  <a:close/>
                  <a:moveTo>
                    <a:pt x="1945681" y="2925415"/>
                  </a:moveTo>
                  <a:lnTo>
                    <a:pt x="2003902" y="3035367"/>
                  </a:lnTo>
                  <a:lnTo>
                    <a:pt x="2043622" y="2953035"/>
                  </a:lnTo>
                  <a:close/>
                  <a:moveTo>
                    <a:pt x="906944" y="1623086"/>
                  </a:moveTo>
                  <a:lnTo>
                    <a:pt x="850135" y="1608679"/>
                  </a:lnTo>
                  <a:lnTo>
                    <a:pt x="944827" y="1631400"/>
                  </a:lnTo>
                  <a:close/>
                  <a:moveTo>
                    <a:pt x="850135" y="1608679"/>
                  </a:moveTo>
                  <a:lnTo>
                    <a:pt x="867593" y="1621293"/>
                  </a:lnTo>
                  <a:lnTo>
                    <a:pt x="944827" y="1631400"/>
                  </a:lnTo>
                  <a:close/>
                  <a:moveTo>
                    <a:pt x="642911" y="1473280"/>
                  </a:moveTo>
                  <a:lnTo>
                    <a:pt x="726585" y="1448346"/>
                  </a:lnTo>
                  <a:lnTo>
                    <a:pt x="635337" y="1391065"/>
                  </a:lnTo>
                  <a:close/>
                  <a:moveTo>
                    <a:pt x="787342" y="1359452"/>
                  </a:moveTo>
                  <a:lnTo>
                    <a:pt x="726585" y="1448346"/>
                  </a:lnTo>
                  <a:lnTo>
                    <a:pt x="810379" y="1440815"/>
                  </a:lnTo>
                  <a:close/>
                  <a:moveTo>
                    <a:pt x="2117287" y="3079145"/>
                  </a:moveTo>
                  <a:lnTo>
                    <a:pt x="2070413" y="2996930"/>
                  </a:lnTo>
                  <a:lnTo>
                    <a:pt x="2090980" y="3028566"/>
                  </a:lnTo>
                  <a:close/>
                  <a:moveTo>
                    <a:pt x="2185451" y="3040708"/>
                  </a:moveTo>
                  <a:lnTo>
                    <a:pt x="2163194" y="3121436"/>
                  </a:lnTo>
                  <a:lnTo>
                    <a:pt x="2205945" y="3066072"/>
                  </a:lnTo>
                  <a:close/>
                  <a:moveTo>
                    <a:pt x="2185451" y="3040708"/>
                  </a:moveTo>
                  <a:lnTo>
                    <a:pt x="2117287" y="3079145"/>
                  </a:lnTo>
                  <a:lnTo>
                    <a:pt x="2163194" y="3121436"/>
                  </a:lnTo>
                  <a:close/>
                  <a:moveTo>
                    <a:pt x="1264322" y="1814597"/>
                  </a:moveTo>
                  <a:lnTo>
                    <a:pt x="1278083" y="1826211"/>
                  </a:lnTo>
                  <a:lnTo>
                    <a:pt x="1351923" y="1904063"/>
                  </a:lnTo>
                  <a:close/>
                  <a:moveTo>
                    <a:pt x="1156042" y="1741942"/>
                  </a:moveTo>
                  <a:lnTo>
                    <a:pt x="1142884" y="1814586"/>
                  </a:lnTo>
                  <a:lnTo>
                    <a:pt x="1264322" y="1814597"/>
                  </a:lnTo>
                  <a:close/>
                  <a:moveTo>
                    <a:pt x="1141972" y="1643052"/>
                  </a:moveTo>
                  <a:lnTo>
                    <a:pt x="1092993" y="1691505"/>
                  </a:lnTo>
                  <a:lnTo>
                    <a:pt x="1151974" y="1645157"/>
                  </a:lnTo>
                  <a:close/>
                  <a:moveTo>
                    <a:pt x="920679" y="1511827"/>
                  </a:moveTo>
                  <a:lnTo>
                    <a:pt x="862647" y="1498415"/>
                  </a:lnTo>
                  <a:lnTo>
                    <a:pt x="855460" y="1575926"/>
                  </a:lnTo>
                  <a:close/>
                  <a:moveTo>
                    <a:pt x="832582" y="1434843"/>
                  </a:moveTo>
                  <a:lnTo>
                    <a:pt x="947487" y="1426142"/>
                  </a:lnTo>
                  <a:lnTo>
                    <a:pt x="881504" y="1396407"/>
                  </a:lnTo>
                  <a:close/>
                  <a:moveTo>
                    <a:pt x="370958" y="855043"/>
                  </a:moveTo>
                  <a:lnTo>
                    <a:pt x="377485" y="859337"/>
                  </a:lnTo>
                  <a:lnTo>
                    <a:pt x="364446" y="854738"/>
                  </a:lnTo>
                  <a:close/>
                  <a:moveTo>
                    <a:pt x="2286465" y="3030324"/>
                  </a:moveTo>
                  <a:lnTo>
                    <a:pt x="2205163" y="3035829"/>
                  </a:lnTo>
                  <a:lnTo>
                    <a:pt x="2205945" y="3066072"/>
                  </a:lnTo>
                  <a:close/>
                  <a:moveTo>
                    <a:pt x="2205163" y="3035829"/>
                  </a:moveTo>
                  <a:lnTo>
                    <a:pt x="2286465" y="3030324"/>
                  </a:lnTo>
                  <a:lnTo>
                    <a:pt x="2274604" y="2939875"/>
                  </a:lnTo>
                  <a:close/>
                  <a:moveTo>
                    <a:pt x="1899843" y="2478922"/>
                  </a:moveTo>
                  <a:lnTo>
                    <a:pt x="1842678" y="2448101"/>
                  </a:lnTo>
                  <a:lnTo>
                    <a:pt x="1876999" y="2465203"/>
                  </a:lnTo>
                  <a:close/>
                  <a:moveTo>
                    <a:pt x="1953451" y="2464150"/>
                  </a:moveTo>
                  <a:lnTo>
                    <a:pt x="1876660" y="2455702"/>
                  </a:lnTo>
                  <a:lnTo>
                    <a:pt x="1899843" y="2478922"/>
                  </a:lnTo>
                  <a:close/>
                  <a:moveTo>
                    <a:pt x="1876999" y="2465203"/>
                  </a:moveTo>
                  <a:lnTo>
                    <a:pt x="1842678" y="2448101"/>
                  </a:lnTo>
                  <a:lnTo>
                    <a:pt x="1821123" y="2382988"/>
                  </a:lnTo>
                  <a:close/>
                  <a:moveTo>
                    <a:pt x="1953451" y="2464150"/>
                  </a:moveTo>
                  <a:lnTo>
                    <a:pt x="1899843" y="2478922"/>
                  </a:lnTo>
                  <a:lnTo>
                    <a:pt x="2037672" y="2500382"/>
                  </a:lnTo>
                  <a:close/>
                  <a:moveTo>
                    <a:pt x="1796042" y="2369485"/>
                  </a:moveTo>
                  <a:lnTo>
                    <a:pt x="1821123" y="2382988"/>
                  </a:lnTo>
                  <a:lnTo>
                    <a:pt x="1840584" y="2320816"/>
                  </a:lnTo>
                  <a:close/>
                  <a:moveTo>
                    <a:pt x="1812244" y="2262336"/>
                  </a:moveTo>
                  <a:lnTo>
                    <a:pt x="1796042" y="2369485"/>
                  </a:lnTo>
                  <a:lnTo>
                    <a:pt x="1840584" y="2320816"/>
                  </a:lnTo>
                  <a:close/>
                  <a:moveTo>
                    <a:pt x="1325159" y="1865229"/>
                  </a:moveTo>
                  <a:lnTo>
                    <a:pt x="1353731" y="1889697"/>
                  </a:lnTo>
                  <a:lnTo>
                    <a:pt x="1278083" y="1826211"/>
                  </a:lnTo>
                  <a:close/>
                  <a:moveTo>
                    <a:pt x="1094925" y="1630945"/>
                  </a:moveTo>
                  <a:lnTo>
                    <a:pt x="1092993" y="1691505"/>
                  </a:lnTo>
                  <a:lnTo>
                    <a:pt x="1141972" y="1643052"/>
                  </a:lnTo>
                  <a:close/>
                  <a:moveTo>
                    <a:pt x="1036672" y="1378027"/>
                  </a:moveTo>
                  <a:lnTo>
                    <a:pt x="947487" y="1426142"/>
                  </a:lnTo>
                  <a:lnTo>
                    <a:pt x="1034986" y="1474625"/>
                  </a:lnTo>
                  <a:close/>
                  <a:moveTo>
                    <a:pt x="1036672" y="1378027"/>
                  </a:moveTo>
                  <a:lnTo>
                    <a:pt x="958157" y="1381266"/>
                  </a:lnTo>
                  <a:lnTo>
                    <a:pt x="947487" y="1426142"/>
                  </a:lnTo>
                  <a:close/>
                  <a:moveTo>
                    <a:pt x="958157" y="1381266"/>
                  </a:moveTo>
                  <a:lnTo>
                    <a:pt x="1021018" y="1290662"/>
                  </a:lnTo>
                  <a:lnTo>
                    <a:pt x="952620" y="1285676"/>
                  </a:lnTo>
                  <a:close/>
                  <a:moveTo>
                    <a:pt x="893793" y="1275755"/>
                  </a:moveTo>
                  <a:lnTo>
                    <a:pt x="952620" y="1285676"/>
                  </a:lnTo>
                  <a:lnTo>
                    <a:pt x="863672" y="1197305"/>
                  </a:lnTo>
                  <a:close/>
                  <a:moveTo>
                    <a:pt x="1849440" y="2353929"/>
                  </a:moveTo>
                  <a:lnTo>
                    <a:pt x="1842678" y="2448101"/>
                  </a:lnTo>
                  <a:lnTo>
                    <a:pt x="1828234" y="2426766"/>
                  </a:lnTo>
                  <a:close/>
                  <a:moveTo>
                    <a:pt x="2378019" y="2816300"/>
                  </a:moveTo>
                  <a:lnTo>
                    <a:pt x="2285062" y="2831280"/>
                  </a:lnTo>
                  <a:lnTo>
                    <a:pt x="2283465" y="2862048"/>
                  </a:lnTo>
                  <a:close/>
                  <a:moveTo>
                    <a:pt x="2136736" y="2490906"/>
                  </a:moveTo>
                  <a:lnTo>
                    <a:pt x="2037672" y="2500382"/>
                  </a:lnTo>
                  <a:lnTo>
                    <a:pt x="2055021" y="2508981"/>
                  </a:lnTo>
                  <a:close/>
                  <a:moveTo>
                    <a:pt x="2050892" y="2400011"/>
                  </a:moveTo>
                  <a:lnTo>
                    <a:pt x="2037672" y="2500382"/>
                  </a:lnTo>
                  <a:lnTo>
                    <a:pt x="2136736" y="2490906"/>
                  </a:lnTo>
                  <a:close/>
                  <a:moveTo>
                    <a:pt x="1964802" y="2409409"/>
                  </a:moveTo>
                  <a:lnTo>
                    <a:pt x="1876660" y="2455702"/>
                  </a:lnTo>
                  <a:lnTo>
                    <a:pt x="1953451" y="2464150"/>
                  </a:lnTo>
                  <a:close/>
                  <a:moveTo>
                    <a:pt x="2050892" y="2400011"/>
                  </a:moveTo>
                  <a:lnTo>
                    <a:pt x="1953451" y="2464150"/>
                  </a:lnTo>
                  <a:lnTo>
                    <a:pt x="2037672" y="2500382"/>
                  </a:lnTo>
                  <a:close/>
                  <a:moveTo>
                    <a:pt x="2050892" y="2400011"/>
                  </a:moveTo>
                  <a:lnTo>
                    <a:pt x="1964802" y="2409409"/>
                  </a:lnTo>
                  <a:lnTo>
                    <a:pt x="1953451" y="2464150"/>
                  </a:lnTo>
                  <a:close/>
                  <a:moveTo>
                    <a:pt x="1812244" y="2262336"/>
                  </a:moveTo>
                  <a:lnTo>
                    <a:pt x="1840584" y="2320816"/>
                  </a:lnTo>
                  <a:lnTo>
                    <a:pt x="1836850" y="2252656"/>
                  </a:lnTo>
                  <a:close/>
                  <a:moveTo>
                    <a:pt x="1812244" y="2262336"/>
                  </a:moveTo>
                  <a:lnTo>
                    <a:pt x="1836850" y="2252656"/>
                  </a:lnTo>
                  <a:lnTo>
                    <a:pt x="1843391" y="2141685"/>
                  </a:lnTo>
                  <a:close/>
                  <a:moveTo>
                    <a:pt x="1836850" y="2252656"/>
                  </a:moveTo>
                  <a:lnTo>
                    <a:pt x="1840584" y="2320816"/>
                  </a:lnTo>
                  <a:lnTo>
                    <a:pt x="1852093" y="2262336"/>
                  </a:lnTo>
                  <a:close/>
                  <a:moveTo>
                    <a:pt x="1836850" y="2252656"/>
                  </a:moveTo>
                  <a:lnTo>
                    <a:pt x="1852093" y="2262336"/>
                  </a:lnTo>
                  <a:lnTo>
                    <a:pt x="1855033" y="2159639"/>
                  </a:lnTo>
                  <a:close/>
                  <a:moveTo>
                    <a:pt x="1163460" y="1335543"/>
                  </a:moveTo>
                  <a:lnTo>
                    <a:pt x="1194459" y="1361808"/>
                  </a:lnTo>
                  <a:lnTo>
                    <a:pt x="1189601" y="1440185"/>
                  </a:lnTo>
                  <a:close/>
                  <a:moveTo>
                    <a:pt x="2485476" y="2689439"/>
                  </a:moveTo>
                  <a:lnTo>
                    <a:pt x="2392486" y="2775799"/>
                  </a:lnTo>
                  <a:lnTo>
                    <a:pt x="2468722" y="2782173"/>
                  </a:lnTo>
                  <a:close/>
                  <a:moveTo>
                    <a:pt x="2468722" y="2782173"/>
                  </a:moveTo>
                  <a:lnTo>
                    <a:pt x="2546993" y="2678754"/>
                  </a:lnTo>
                  <a:lnTo>
                    <a:pt x="2485476" y="2689439"/>
                  </a:lnTo>
                  <a:close/>
                  <a:moveTo>
                    <a:pt x="2028647" y="2185463"/>
                  </a:moveTo>
                  <a:lnTo>
                    <a:pt x="2023783" y="2233252"/>
                  </a:lnTo>
                  <a:lnTo>
                    <a:pt x="2075295" y="2210645"/>
                  </a:lnTo>
                  <a:close/>
                  <a:moveTo>
                    <a:pt x="2028647" y="2185463"/>
                  </a:moveTo>
                  <a:lnTo>
                    <a:pt x="1982868" y="2143734"/>
                  </a:lnTo>
                  <a:lnTo>
                    <a:pt x="1942416" y="2207691"/>
                  </a:lnTo>
                  <a:close/>
                  <a:moveTo>
                    <a:pt x="1690356" y="1710608"/>
                  </a:moveTo>
                  <a:lnTo>
                    <a:pt x="1673029" y="1624601"/>
                  </a:lnTo>
                  <a:lnTo>
                    <a:pt x="1623200" y="1704612"/>
                  </a:lnTo>
                  <a:close/>
                  <a:moveTo>
                    <a:pt x="1209579" y="1155104"/>
                  </a:moveTo>
                  <a:lnTo>
                    <a:pt x="1239700" y="1234061"/>
                  </a:lnTo>
                  <a:lnTo>
                    <a:pt x="1190617" y="1132243"/>
                  </a:lnTo>
                  <a:close/>
                  <a:moveTo>
                    <a:pt x="2546993" y="2678754"/>
                  </a:moveTo>
                  <a:lnTo>
                    <a:pt x="2578312" y="2698052"/>
                  </a:lnTo>
                  <a:lnTo>
                    <a:pt x="2585352" y="2668833"/>
                  </a:lnTo>
                  <a:close/>
                  <a:moveTo>
                    <a:pt x="2028647" y="2185463"/>
                  </a:moveTo>
                  <a:lnTo>
                    <a:pt x="2075295" y="2210645"/>
                  </a:lnTo>
                  <a:lnTo>
                    <a:pt x="2089087" y="2168775"/>
                  </a:lnTo>
                  <a:close/>
                  <a:moveTo>
                    <a:pt x="2174692" y="2159772"/>
                  </a:moveTo>
                  <a:lnTo>
                    <a:pt x="2089087" y="2168775"/>
                  </a:lnTo>
                  <a:lnTo>
                    <a:pt x="2075295" y="2210645"/>
                  </a:lnTo>
                  <a:close/>
                  <a:moveTo>
                    <a:pt x="2174692" y="2159772"/>
                  </a:moveTo>
                  <a:lnTo>
                    <a:pt x="2081280" y="2075030"/>
                  </a:lnTo>
                  <a:lnTo>
                    <a:pt x="2089087" y="2168775"/>
                  </a:lnTo>
                  <a:close/>
                  <a:moveTo>
                    <a:pt x="2000758" y="2079901"/>
                  </a:moveTo>
                  <a:lnTo>
                    <a:pt x="2081280" y="2075030"/>
                  </a:lnTo>
                  <a:lnTo>
                    <a:pt x="2036045" y="2063898"/>
                  </a:lnTo>
                  <a:close/>
                  <a:moveTo>
                    <a:pt x="2598942" y="2558103"/>
                  </a:moveTo>
                  <a:lnTo>
                    <a:pt x="2699468" y="2636653"/>
                  </a:lnTo>
                  <a:lnTo>
                    <a:pt x="2704731" y="2532281"/>
                  </a:lnTo>
                  <a:close/>
                  <a:moveTo>
                    <a:pt x="1385862" y="1075734"/>
                  </a:moveTo>
                  <a:lnTo>
                    <a:pt x="1340381" y="957579"/>
                  </a:lnTo>
                  <a:lnTo>
                    <a:pt x="1331090" y="959578"/>
                  </a:lnTo>
                  <a:close/>
                  <a:moveTo>
                    <a:pt x="1513549" y="932426"/>
                  </a:moveTo>
                  <a:lnTo>
                    <a:pt x="1421716" y="1008562"/>
                  </a:lnTo>
                  <a:lnTo>
                    <a:pt x="1498145" y="1015660"/>
                  </a:lnTo>
                  <a:close/>
                  <a:moveTo>
                    <a:pt x="1513549" y="932426"/>
                  </a:moveTo>
                  <a:lnTo>
                    <a:pt x="1444447" y="928013"/>
                  </a:lnTo>
                  <a:lnTo>
                    <a:pt x="1421716" y="1008562"/>
                  </a:lnTo>
                  <a:close/>
                  <a:moveTo>
                    <a:pt x="1578179" y="919142"/>
                  </a:moveTo>
                  <a:lnTo>
                    <a:pt x="1513549" y="932426"/>
                  </a:lnTo>
                  <a:lnTo>
                    <a:pt x="1498145" y="1015660"/>
                  </a:lnTo>
                  <a:close/>
                  <a:moveTo>
                    <a:pt x="1133319" y="459217"/>
                  </a:moveTo>
                  <a:lnTo>
                    <a:pt x="1081201" y="440996"/>
                  </a:lnTo>
                  <a:lnTo>
                    <a:pt x="1192209" y="492589"/>
                  </a:lnTo>
                  <a:close/>
                  <a:moveTo>
                    <a:pt x="2007317" y="1234331"/>
                  </a:moveTo>
                  <a:lnTo>
                    <a:pt x="2048943" y="1251312"/>
                  </a:lnTo>
                  <a:lnTo>
                    <a:pt x="2101838" y="1291782"/>
                  </a:lnTo>
                  <a:close/>
                  <a:moveTo>
                    <a:pt x="1737186" y="1083573"/>
                  </a:moveTo>
                  <a:lnTo>
                    <a:pt x="1786323" y="1105391"/>
                  </a:lnTo>
                  <a:lnTo>
                    <a:pt x="1743678" y="1066704"/>
                  </a:lnTo>
                  <a:close/>
                  <a:moveTo>
                    <a:pt x="1786849" y="1131699"/>
                  </a:moveTo>
                  <a:lnTo>
                    <a:pt x="1851882" y="1139421"/>
                  </a:lnTo>
                  <a:lnTo>
                    <a:pt x="1737186" y="1083573"/>
                  </a:lnTo>
                  <a:close/>
                  <a:moveTo>
                    <a:pt x="1621873" y="804860"/>
                  </a:moveTo>
                  <a:lnTo>
                    <a:pt x="1534550" y="815260"/>
                  </a:lnTo>
                  <a:lnTo>
                    <a:pt x="1578179" y="919142"/>
                  </a:lnTo>
                  <a:close/>
                  <a:moveTo>
                    <a:pt x="1578179" y="919142"/>
                  </a:moveTo>
                  <a:lnTo>
                    <a:pt x="1534550" y="815260"/>
                  </a:lnTo>
                  <a:lnTo>
                    <a:pt x="1512137" y="852775"/>
                  </a:lnTo>
                  <a:close/>
                  <a:moveTo>
                    <a:pt x="1561122" y="820716"/>
                  </a:moveTo>
                  <a:lnTo>
                    <a:pt x="1633512" y="812715"/>
                  </a:lnTo>
                  <a:lnTo>
                    <a:pt x="1578179" y="919142"/>
                  </a:lnTo>
                  <a:close/>
                  <a:moveTo>
                    <a:pt x="1534550" y="815260"/>
                  </a:moveTo>
                  <a:lnTo>
                    <a:pt x="1563008" y="764312"/>
                  </a:lnTo>
                  <a:lnTo>
                    <a:pt x="1499785" y="806590"/>
                  </a:lnTo>
                  <a:close/>
                  <a:moveTo>
                    <a:pt x="1534550" y="815260"/>
                  </a:moveTo>
                  <a:lnTo>
                    <a:pt x="1621873" y="804860"/>
                  </a:lnTo>
                  <a:lnTo>
                    <a:pt x="1563008" y="764312"/>
                  </a:lnTo>
                  <a:close/>
                  <a:moveTo>
                    <a:pt x="1688820" y="811026"/>
                  </a:moveTo>
                  <a:lnTo>
                    <a:pt x="1621873" y="804860"/>
                  </a:lnTo>
                  <a:lnTo>
                    <a:pt x="1712078" y="827801"/>
                  </a:lnTo>
                  <a:close/>
                  <a:moveTo>
                    <a:pt x="1621873" y="804860"/>
                  </a:moveTo>
                  <a:lnTo>
                    <a:pt x="1633512" y="812715"/>
                  </a:lnTo>
                  <a:lnTo>
                    <a:pt x="1712078" y="827801"/>
                  </a:lnTo>
                  <a:close/>
                  <a:moveTo>
                    <a:pt x="1273953" y="505568"/>
                  </a:moveTo>
                  <a:lnTo>
                    <a:pt x="1321283" y="567182"/>
                  </a:lnTo>
                  <a:lnTo>
                    <a:pt x="1357586" y="498168"/>
                  </a:lnTo>
                  <a:close/>
                  <a:moveTo>
                    <a:pt x="1203065" y="502607"/>
                  </a:moveTo>
                  <a:lnTo>
                    <a:pt x="1321283" y="567182"/>
                  </a:lnTo>
                  <a:lnTo>
                    <a:pt x="1273953" y="505568"/>
                  </a:lnTo>
                  <a:close/>
                  <a:moveTo>
                    <a:pt x="1203065" y="502607"/>
                  </a:moveTo>
                  <a:lnTo>
                    <a:pt x="1267673" y="496076"/>
                  </a:lnTo>
                  <a:lnTo>
                    <a:pt x="1192209" y="492589"/>
                  </a:lnTo>
                  <a:close/>
                  <a:moveTo>
                    <a:pt x="2227982" y="1515895"/>
                  </a:moveTo>
                  <a:lnTo>
                    <a:pt x="2297466" y="1519997"/>
                  </a:lnTo>
                  <a:lnTo>
                    <a:pt x="2261104" y="1487229"/>
                  </a:lnTo>
                  <a:close/>
                  <a:moveTo>
                    <a:pt x="2297466" y="1519997"/>
                  </a:moveTo>
                  <a:lnTo>
                    <a:pt x="2349274" y="1538223"/>
                  </a:lnTo>
                  <a:lnTo>
                    <a:pt x="2261104" y="1487229"/>
                  </a:lnTo>
                  <a:close/>
                  <a:moveTo>
                    <a:pt x="1560709" y="431194"/>
                  </a:moveTo>
                  <a:lnTo>
                    <a:pt x="1508484" y="469631"/>
                  </a:lnTo>
                  <a:lnTo>
                    <a:pt x="1560325" y="513409"/>
                  </a:lnTo>
                  <a:close/>
                  <a:moveTo>
                    <a:pt x="1514629" y="348979"/>
                  </a:moveTo>
                  <a:lnTo>
                    <a:pt x="1508484" y="469631"/>
                  </a:lnTo>
                  <a:lnTo>
                    <a:pt x="1560709" y="431194"/>
                  </a:lnTo>
                  <a:close/>
                  <a:moveTo>
                    <a:pt x="1832308" y="783461"/>
                  </a:moveTo>
                  <a:lnTo>
                    <a:pt x="1774611" y="760055"/>
                  </a:lnTo>
                  <a:lnTo>
                    <a:pt x="1884770" y="764405"/>
                  </a:lnTo>
                  <a:close/>
                  <a:moveTo>
                    <a:pt x="1560709" y="431194"/>
                  </a:moveTo>
                  <a:lnTo>
                    <a:pt x="1559468" y="384130"/>
                  </a:lnTo>
                  <a:lnTo>
                    <a:pt x="1586374" y="310542"/>
                  </a:lnTo>
                  <a:close/>
                  <a:moveTo>
                    <a:pt x="1560709" y="431194"/>
                  </a:moveTo>
                  <a:lnTo>
                    <a:pt x="1586374" y="310542"/>
                  </a:lnTo>
                  <a:lnTo>
                    <a:pt x="1514629" y="348979"/>
                  </a:lnTo>
                  <a:close/>
                  <a:moveTo>
                    <a:pt x="1514629" y="348979"/>
                  </a:moveTo>
                  <a:lnTo>
                    <a:pt x="1586374" y="310542"/>
                  </a:lnTo>
                  <a:lnTo>
                    <a:pt x="1485853" y="324097"/>
                  </a:lnTo>
                  <a:close/>
                  <a:moveTo>
                    <a:pt x="2175109" y="847612"/>
                  </a:moveTo>
                  <a:lnTo>
                    <a:pt x="2110452" y="765397"/>
                  </a:lnTo>
                  <a:lnTo>
                    <a:pt x="2091625" y="865513"/>
                  </a:lnTo>
                  <a:close/>
                  <a:moveTo>
                    <a:pt x="1794432" y="474973"/>
                  </a:moveTo>
                  <a:lnTo>
                    <a:pt x="1761929" y="451313"/>
                  </a:lnTo>
                  <a:lnTo>
                    <a:pt x="1809256" y="482070"/>
                  </a:lnTo>
                  <a:close/>
                  <a:moveTo>
                    <a:pt x="1809256" y="482070"/>
                  </a:moveTo>
                  <a:lnTo>
                    <a:pt x="1761929" y="451313"/>
                  </a:lnTo>
                  <a:lnTo>
                    <a:pt x="1792470" y="482766"/>
                  </a:lnTo>
                  <a:close/>
                  <a:moveTo>
                    <a:pt x="1722659" y="383147"/>
                  </a:moveTo>
                  <a:lnTo>
                    <a:pt x="1794432" y="474973"/>
                  </a:lnTo>
                  <a:lnTo>
                    <a:pt x="1734742" y="392758"/>
                  </a:lnTo>
                  <a:close/>
                  <a:moveTo>
                    <a:pt x="1660750" y="268945"/>
                  </a:moveTo>
                  <a:lnTo>
                    <a:pt x="1655616" y="276967"/>
                  </a:lnTo>
                  <a:lnTo>
                    <a:pt x="1685039" y="296302"/>
                  </a:lnTo>
                  <a:close/>
                  <a:moveTo>
                    <a:pt x="1888684" y="269264"/>
                  </a:moveTo>
                  <a:lnTo>
                    <a:pt x="1949992" y="299197"/>
                  </a:lnTo>
                  <a:lnTo>
                    <a:pt x="1834778" y="252497"/>
                  </a:lnTo>
                  <a:close/>
                  <a:moveTo>
                    <a:pt x="2051121" y="277448"/>
                  </a:moveTo>
                  <a:lnTo>
                    <a:pt x="1985214" y="215685"/>
                  </a:lnTo>
                  <a:lnTo>
                    <a:pt x="1949992" y="299197"/>
                  </a:lnTo>
                  <a:close/>
                  <a:moveTo>
                    <a:pt x="1949992" y="299197"/>
                  </a:moveTo>
                  <a:lnTo>
                    <a:pt x="1985214" y="215685"/>
                  </a:lnTo>
                  <a:lnTo>
                    <a:pt x="1860277" y="242422"/>
                  </a:lnTo>
                  <a:close/>
                  <a:moveTo>
                    <a:pt x="1973655" y="0"/>
                  </a:moveTo>
                  <a:lnTo>
                    <a:pt x="2059593" y="74581"/>
                  </a:lnTo>
                  <a:lnTo>
                    <a:pt x="2073717" y="7933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79" name="Candidate_density__2098">
              <a:extLst>
                <a:ext uri="{FF2B5EF4-FFF2-40B4-BE49-F238E27FC236}">
                  <a16:creationId xmlns:a16="http://schemas.microsoft.com/office/drawing/2014/main" id="{B1FF9DFD-49D7-5D0B-EFDF-9167F974211F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08053"/>
              <a:ext cx="2657016" cy="3121956"/>
            </a:xfrm>
            <a:custGeom>
              <a:avLst/>
              <a:gdLst/>
              <a:ahLst/>
              <a:cxnLst/>
              <a:rect l="0" t="0" r="0" b="0"/>
              <a:pathLst>
                <a:path w="2657016" h="3121956">
                  <a:moveTo>
                    <a:pt x="686478" y="2652043"/>
                  </a:moveTo>
                  <a:lnTo>
                    <a:pt x="770075" y="2706622"/>
                  </a:lnTo>
                  <a:lnTo>
                    <a:pt x="799387" y="2616345"/>
                  </a:lnTo>
                  <a:close/>
                  <a:moveTo>
                    <a:pt x="770075" y="2706622"/>
                  </a:moveTo>
                  <a:lnTo>
                    <a:pt x="816157" y="2613606"/>
                  </a:lnTo>
                  <a:lnTo>
                    <a:pt x="799387" y="2616345"/>
                  </a:lnTo>
                  <a:close/>
                  <a:moveTo>
                    <a:pt x="882005" y="2631248"/>
                  </a:moveTo>
                  <a:lnTo>
                    <a:pt x="816157" y="2613606"/>
                  </a:lnTo>
                  <a:lnTo>
                    <a:pt x="770075" y="2706622"/>
                  </a:lnTo>
                  <a:close/>
                  <a:moveTo>
                    <a:pt x="660567" y="2531391"/>
                  </a:moveTo>
                  <a:lnTo>
                    <a:pt x="589504" y="2465608"/>
                  </a:lnTo>
                  <a:lnTo>
                    <a:pt x="595201" y="2487613"/>
                  </a:lnTo>
                  <a:close/>
                  <a:moveTo>
                    <a:pt x="545218" y="2423235"/>
                  </a:moveTo>
                  <a:lnTo>
                    <a:pt x="595201" y="2487613"/>
                  </a:lnTo>
                  <a:lnTo>
                    <a:pt x="589504" y="2465608"/>
                  </a:lnTo>
                  <a:close/>
                  <a:moveTo>
                    <a:pt x="800891" y="2515030"/>
                  </a:moveTo>
                  <a:lnTo>
                    <a:pt x="728834" y="2513020"/>
                  </a:lnTo>
                  <a:lnTo>
                    <a:pt x="718318" y="2576568"/>
                  </a:lnTo>
                  <a:close/>
                  <a:moveTo>
                    <a:pt x="800891" y="2515030"/>
                  </a:moveTo>
                  <a:lnTo>
                    <a:pt x="810524" y="2427448"/>
                  </a:lnTo>
                  <a:lnTo>
                    <a:pt x="739144" y="2439229"/>
                  </a:lnTo>
                  <a:close/>
                  <a:moveTo>
                    <a:pt x="492895" y="2075858"/>
                  </a:moveTo>
                  <a:lnTo>
                    <a:pt x="425709" y="2037718"/>
                  </a:lnTo>
                  <a:lnTo>
                    <a:pt x="546748" y="2081879"/>
                  </a:lnTo>
                  <a:close/>
                  <a:moveTo>
                    <a:pt x="425916" y="2040640"/>
                  </a:moveTo>
                  <a:lnTo>
                    <a:pt x="485050" y="2089566"/>
                  </a:lnTo>
                  <a:lnTo>
                    <a:pt x="546748" y="2081879"/>
                  </a:lnTo>
                  <a:close/>
                  <a:moveTo>
                    <a:pt x="896" y="1566189"/>
                  </a:moveTo>
                  <a:lnTo>
                    <a:pt x="44290" y="1506374"/>
                  </a:lnTo>
                  <a:lnTo>
                    <a:pt x="37683" y="1510255"/>
                  </a:lnTo>
                  <a:close/>
                  <a:moveTo>
                    <a:pt x="977700" y="2454519"/>
                  </a:moveTo>
                  <a:lnTo>
                    <a:pt x="935273" y="2492955"/>
                  </a:lnTo>
                  <a:lnTo>
                    <a:pt x="984871" y="2521988"/>
                  </a:lnTo>
                  <a:close/>
                  <a:moveTo>
                    <a:pt x="886861" y="2410740"/>
                  </a:moveTo>
                  <a:lnTo>
                    <a:pt x="977700" y="2454519"/>
                  </a:lnTo>
                  <a:lnTo>
                    <a:pt x="992733" y="2372304"/>
                  </a:lnTo>
                  <a:close/>
                  <a:moveTo>
                    <a:pt x="818206" y="2400862"/>
                  </a:moveTo>
                  <a:lnTo>
                    <a:pt x="810524" y="2427448"/>
                  </a:lnTo>
                  <a:lnTo>
                    <a:pt x="861287" y="2410740"/>
                  </a:lnTo>
                  <a:close/>
                  <a:moveTo>
                    <a:pt x="837732" y="2313971"/>
                  </a:moveTo>
                  <a:lnTo>
                    <a:pt x="893906" y="2299819"/>
                  </a:lnTo>
                  <a:lnTo>
                    <a:pt x="887095" y="2290088"/>
                  </a:lnTo>
                  <a:close/>
                  <a:moveTo>
                    <a:pt x="818206" y="2400862"/>
                  </a:moveTo>
                  <a:lnTo>
                    <a:pt x="875550" y="2391910"/>
                  </a:lnTo>
                  <a:lnTo>
                    <a:pt x="837732" y="2313971"/>
                  </a:lnTo>
                  <a:close/>
                  <a:moveTo>
                    <a:pt x="98633" y="1385722"/>
                  </a:moveTo>
                  <a:lnTo>
                    <a:pt x="22179" y="1322675"/>
                  </a:lnTo>
                  <a:lnTo>
                    <a:pt x="0" y="1341943"/>
                  </a:lnTo>
                  <a:close/>
                  <a:moveTo>
                    <a:pt x="27654" y="1235828"/>
                  </a:moveTo>
                  <a:lnTo>
                    <a:pt x="107235" y="1254709"/>
                  </a:lnTo>
                  <a:lnTo>
                    <a:pt x="0" y="1341943"/>
                  </a:lnTo>
                  <a:close/>
                  <a:moveTo>
                    <a:pt x="82021" y="1234524"/>
                  </a:moveTo>
                  <a:lnTo>
                    <a:pt x="92007" y="1197774"/>
                  </a:lnTo>
                  <a:lnTo>
                    <a:pt x="23711" y="1221085"/>
                  </a:lnTo>
                  <a:close/>
                  <a:moveTo>
                    <a:pt x="910344" y="2290088"/>
                  </a:moveTo>
                  <a:lnTo>
                    <a:pt x="992733" y="2372304"/>
                  </a:lnTo>
                  <a:lnTo>
                    <a:pt x="909648" y="2287021"/>
                  </a:lnTo>
                  <a:close/>
                  <a:moveTo>
                    <a:pt x="947234" y="2207873"/>
                  </a:moveTo>
                  <a:lnTo>
                    <a:pt x="910344" y="2290088"/>
                  </a:lnTo>
                  <a:lnTo>
                    <a:pt x="897183" y="2197063"/>
                  </a:lnTo>
                  <a:close/>
                  <a:moveTo>
                    <a:pt x="291376" y="1449323"/>
                  </a:moveTo>
                  <a:lnTo>
                    <a:pt x="294131" y="1467938"/>
                  </a:lnTo>
                  <a:lnTo>
                    <a:pt x="263196" y="1448101"/>
                  </a:lnTo>
                  <a:close/>
                  <a:moveTo>
                    <a:pt x="130234" y="1125497"/>
                  </a:moveTo>
                  <a:lnTo>
                    <a:pt x="23711" y="1221085"/>
                  </a:lnTo>
                  <a:lnTo>
                    <a:pt x="92007" y="1197774"/>
                  </a:lnTo>
                  <a:close/>
                  <a:moveTo>
                    <a:pt x="1911485" y="3117582"/>
                  </a:moveTo>
                  <a:lnTo>
                    <a:pt x="1852465" y="3106112"/>
                  </a:lnTo>
                  <a:lnTo>
                    <a:pt x="1907710" y="3121956"/>
                  </a:lnTo>
                  <a:close/>
                  <a:moveTo>
                    <a:pt x="130234" y="1125497"/>
                  </a:moveTo>
                  <a:lnTo>
                    <a:pt x="137516" y="1089315"/>
                  </a:lnTo>
                  <a:lnTo>
                    <a:pt x="90284" y="1182855"/>
                  </a:lnTo>
                  <a:close/>
                  <a:moveTo>
                    <a:pt x="87007" y="963877"/>
                  </a:moveTo>
                  <a:lnTo>
                    <a:pt x="141027" y="979989"/>
                  </a:lnTo>
                  <a:lnTo>
                    <a:pt x="138698" y="988262"/>
                  </a:lnTo>
                  <a:close/>
                  <a:moveTo>
                    <a:pt x="1950412" y="3117582"/>
                  </a:moveTo>
                  <a:lnTo>
                    <a:pt x="1913711" y="3119898"/>
                  </a:lnTo>
                  <a:lnTo>
                    <a:pt x="1907710" y="3121956"/>
                  </a:lnTo>
                  <a:close/>
                  <a:moveTo>
                    <a:pt x="1915321" y="3115769"/>
                  </a:moveTo>
                  <a:lnTo>
                    <a:pt x="1913711" y="3119898"/>
                  </a:lnTo>
                  <a:lnTo>
                    <a:pt x="1950412" y="3117582"/>
                  </a:lnTo>
                  <a:close/>
                  <a:moveTo>
                    <a:pt x="1923723" y="3008846"/>
                  </a:moveTo>
                  <a:lnTo>
                    <a:pt x="1961451" y="3035367"/>
                  </a:lnTo>
                  <a:lnTo>
                    <a:pt x="1903229" y="2925415"/>
                  </a:lnTo>
                  <a:close/>
                  <a:moveTo>
                    <a:pt x="1279275" y="2204591"/>
                  </a:moveTo>
                  <a:lnTo>
                    <a:pt x="1338263" y="2180932"/>
                  </a:lnTo>
                  <a:lnTo>
                    <a:pt x="1315279" y="2174779"/>
                  </a:lnTo>
                  <a:close/>
                  <a:moveTo>
                    <a:pt x="1315279" y="2174779"/>
                  </a:moveTo>
                  <a:lnTo>
                    <a:pt x="1338263" y="2180932"/>
                  </a:lnTo>
                  <a:lnTo>
                    <a:pt x="1335497" y="2136136"/>
                  </a:lnTo>
                  <a:close/>
                  <a:moveTo>
                    <a:pt x="807684" y="1608679"/>
                  </a:moveTo>
                  <a:lnTo>
                    <a:pt x="864493" y="1623086"/>
                  </a:lnTo>
                  <a:lnTo>
                    <a:pt x="813008" y="1575926"/>
                  </a:lnTo>
                  <a:close/>
                  <a:moveTo>
                    <a:pt x="864493" y="1623086"/>
                  </a:moveTo>
                  <a:lnTo>
                    <a:pt x="876823" y="1535863"/>
                  </a:lnTo>
                  <a:lnTo>
                    <a:pt x="813008" y="1575926"/>
                  </a:lnTo>
                  <a:close/>
                  <a:moveTo>
                    <a:pt x="423577" y="1234539"/>
                  </a:moveTo>
                  <a:lnTo>
                    <a:pt x="432489" y="1226634"/>
                  </a:lnTo>
                  <a:lnTo>
                    <a:pt x="390674" y="1204871"/>
                  </a:lnTo>
                  <a:close/>
                  <a:moveTo>
                    <a:pt x="155778" y="979989"/>
                  </a:moveTo>
                  <a:lnTo>
                    <a:pt x="213033" y="1062204"/>
                  </a:lnTo>
                  <a:lnTo>
                    <a:pt x="154427" y="975475"/>
                  </a:lnTo>
                  <a:close/>
                  <a:moveTo>
                    <a:pt x="2163494" y="3066072"/>
                  </a:moveTo>
                  <a:lnTo>
                    <a:pt x="2120743" y="3121436"/>
                  </a:lnTo>
                  <a:lnTo>
                    <a:pt x="2245311" y="3093318"/>
                  </a:lnTo>
                  <a:close/>
                  <a:moveTo>
                    <a:pt x="1337069" y="2081811"/>
                  </a:moveTo>
                  <a:lnTo>
                    <a:pt x="1315279" y="2174779"/>
                  </a:lnTo>
                  <a:lnTo>
                    <a:pt x="1335497" y="2136136"/>
                  </a:lnTo>
                  <a:close/>
                  <a:moveTo>
                    <a:pt x="1285576" y="2163174"/>
                  </a:moveTo>
                  <a:lnTo>
                    <a:pt x="1315279" y="2174779"/>
                  </a:lnTo>
                  <a:lnTo>
                    <a:pt x="1337069" y="2081811"/>
                  </a:lnTo>
                  <a:close/>
                  <a:moveTo>
                    <a:pt x="1277137" y="2069943"/>
                  </a:moveTo>
                  <a:lnTo>
                    <a:pt x="1285576" y="2163174"/>
                  </a:lnTo>
                  <a:lnTo>
                    <a:pt x="1337069" y="2081811"/>
                  </a:lnTo>
                  <a:close/>
                  <a:moveTo>
                    <a:pt x="1337069" y="2081811"/>
                  </a:moveTo>
                  <a:lnTo>
                    <a:pt x="1335497" y="2136136"/>
                  </a:lnTo>
                  <a:lnTo>
                    <a:pt x="1349991" y="2092564"/>
                  </a:lnTo>
                  <a:close/>
                  <a:moveTo>
                    <a:pt x="1235631" y="1826211"/>
                  </a:moveTo>
                  <a:lnTo>
                    <a:pt x="1311279" y="1889697"/>
                  </a:lnTo>
                  <a:lnTo>
                    <a:pt x="1309471" y="1904063"/>
                  </a:lnTo>
                  <a:close/>
                  <a:moveTo>
                    <a:pt x="1109523" y="1645157"/>
                  </a:moveTo>
                  <a:lnTo>
                    <a:pt x="1050541" y="1691505"/>
                  </a:lnTo>
                  <a:lnTo>
                    <a:pt x="1042869" y="1738845"/>
                  </a:lnTo>
                  <a:close/>
                  <a:moveTo>
                    <a:pt x="1109523" y="1645157"/>
                  </a:moveTo>
                  <a:lnTo>
                    <a:pt x="1042869" y="1738845"/>
                  </a:lnTo>
                  <a:lnTo>
                    <a:pt x="1113591" y="1741942"/>
                  </a:lnTo>
                  <a:close/>
                  <a:moveTo>
                    <a:pt x="878228" y="1511827"/>
                  </a:moveTo>
                  <a:lnTo>
                    <a:pt x="905036" y="1426142"/>
                  </a:lnTo>
                  <a:lnTo>
                    <a:pt x="820195" y="1498415"/>
                  </a:lnTo>
                  <a:close/>
                  <a:moveTo>
                    <a:pt x="839052" y="1396407"/>
                  </a:moveTo>
                  <a:lnTo>
                    <a:pt x="776946" y="1352628"/>
                  </a:lnTo>
                  <a:lnTo>
                    <a:pt x="790130" y="1434843"/>
                  </a:lnTo>
                  <a:close/>
                  <a:moveTo>
                    <a:pt x="2244014" y="3030324"/>
                  </a:moveTo>
                  <a:lnTo>
                    <a:pt x="2163494" y="3066072"/>
                  </a:lnTo>
                  <a:lnTo>
                    <a:pt x="2245311" y="3093318"/>
                  </a:lnTo>
                  <a:close/>
                  <a:moveTo>
                    <a:pt x="2232152" y="2939875"/>
                  </a:moveTo>
                  <a:lnTo>
                    <a:pt x="2233210" y="2958494"/>
                  </a:lnTo>
                  <a:lnTo>
                    <a:pt x="2241013" y="2862048"/>
                  </a:lnTo>
                  <a:close/>
                  <a:moveTo>
                    <a:pt x="1834209" y="2455702"/>
                  </a:moveTo>
                  <a:lnTo>
                    <a:pt x="1800227" y="2448101"/>
                  </a:lnTo>
                  <a:lnTo>
                    <a:pt x="1857391" y="2478922"/>
                  </a:lnTo>
                  <a:close/>
                  <a:moveTo>
                    <a:pt x="905036" y="1426142"/>
                  </a:moveTo>
                  <a:lnTo>
                    <a:pt x="915705" y="1381266"/>
                  </a:lnTo>
                  <a:lnTo>
                    <a:pt x="839052" y="1396407"/>
                  </a:lnTo>
                  <a:close/>
                  <a:moveTo>
                    <a:pt x="910168" y="1285676"/>
                  </a:moveTo>
                  <a:lnTo>
                    <a:pt x="851341" y="1275755"/>
                  </a:lnTo>
                  <a:lnTo>
                    <a:pt x="820476" y="1388647"/>
                  </a:lnTo>
                  <a:close/>
                  <a:moveTo>
                    <a:pt x="915705" y="1381266"/>
                  </a:moveTo>
                  <a:lnTo>
                    <a:pt x="910168" y="1285676"/>
                  </a:lnTo>
                  <a:lnTo>
                    <a:pt x="820476" y="1388647"/>
                  </a:lnTo>
                  <a:close/>
                  <a:moveTo>
                    <a:pt x="1049697" y="1357970"/>
                  </a:moveTo>
                  <a:lnTo>
                    <a:pt x="1075044" y="1473003"/>
                  </a:lnTo>
                  <a:lnTo>
                    <a:pt x="1078975" y="1440185"/>
                  </a:lnTo>
                  <a:close/>
                  <a:moveTo>
                    <a:pt x="992534" y="1474625"/>
                  </a:moveTo>
                  <a:lnTo>
                    <a:pt x="1075044" y="1473003"/>
                  </a:lnTo>
                  <a:lnTo>
                    <a:pt x="1049697" y="1357970"/>
                  </a:lnTo>
                  <a:close/>
                  <a:moveTo>
                    <a:pt x="821220" y="1197305"/>
                  </a:moveTo>
                  <a:lnTo>
                    <a:pt x="910168" y="1285676"/>
                  </a:lnTo>
                  <a:lnTo>
                    <a:pt x="850321" y="1231976"/>
                  </a:lnTo>
                  <a:close/>
                  <a:moveTo>
                    <a:pt x="2335567" y="2816300"/>
                  </a:moveTo>
                  <a:lnTo>
                    <a:pt x="2241013" y="2862048"/>
                  </a:lnTo>
                  <a:lnTo>
                    <a:pt x="2313545" y="2854573"/>
                  </a:lnTo>
                  <a:close/>
                  <a:moveTo>
                    <a:pt x="2335567" y="2816300"/>
                  </a:moveTo>
                  <a:lnTo>
                    <a:pt x="2298299" y="2797572"/>
                  </a:lnTo>
                  <a:lnTo>
                    <a:pt x="2242611" y="2831280"/>
                  </a:lnTo>
                  <a:close/>
                  <a:moveTo>
                    <a:pt x="1812581" y="2159639"/>
                  </a:moveTo>
                  <a:lnTo>
                    <a:pt x="1809641" y="2262336"/>
                  </a:lnTo>
                  <a:lnTo>
                    <a:pt x="1852418" y="2245126"/>
                  </a:lnTo>
                  <a:close/>
                  <a:moveTo>
                    <a:pt x="1812581" y="2159639"/>
                  </a:moveTo>
                  <a:lnTo>
                    <a:pt x="1852418" y="2245126"/>
                  </a:lnTo>
                  <a:lnTo>
                    <a:pt x="1899964" y="2207691"/>
                  </a:lnTo>
                  <a:close/>
                  <a:moveTo>
                    <a:pt x="1599555" y="1920485"/>
                  </a:moveTo>
                  <a:lnTo>
                    <a:pt x="1571389" y="1912405"/>
                  </a:lnTo>
                  <a:lnTo>
                    <a:pt x="1627996" y="1963363"/>
                  </a:lnTo>
                  <a:close/>
                  <a:moveTo>
                    <a:pt x="1152007" y="1361808"/>
                  </a:moveTo>
                  <a:lnTo>
                    <a:pt x="1222288" y="1345917"/>
                  </a:lnTo>
                  <a:lnTo>
                    <a:pt x="1147150" y="1440185"/>
                  </a:lnTo>
                  <a:close/>
                  <a:moveTo>
                    <a:pt x="1205017" y="1327838"/>
                  </a:moveTo>
                  <a:lnTo>
                    <a:pt x="1121008" y="1335543"/>
                  </a:lnTo>
                  <a:lnTo>
                    <a:pt x="1147150" y="1440185"/>
                  </a:lnTo>
                  <a:close/>
                  <a:moveTo>
                    <a:pt x="1986195" y="2185463"/>
                  </a:moveTo>
                  <a:lnTo>
                    <a:pt x="1963827" y="2223900"/>
                  </a:lnTo>
                  <a:lnTo>
                    <a:pt x="1981331" y="2233252"/>
                  </a:lnTo>
                  <a:close/>
                  <a:moveTo>
                    <a:pt x="1963827" y="2223900"/>
                  </a:moveTo>
                  <a:lnTo>
                    <a:pt x="1986195" y="2185463"/>
                  </a:lnTo>
                  <a:lnTo>
                    <a:pt x="1899964" y="2207691"/>
                  </a:lnTo>
                  <a:close/>
                  <a:moveTo>
                    <a:pt x="2032844" y="2210645"/>
                  </a:moveTo>
                  <a:lnTo>
                    <a:pt x="1981331" y="2233252"/>
                  </a:lnTo>
                  <a:lnTo>
                    <a:pt x="2116048" y="2243071"/>
                  </a:lnTo>
                  <a:close/>
                  <a:moveTo>
                    <a:pt x="1708291" y="1861698"/>
                  </a:moveTo>
                  <a:lnTo>
                    <a:pt x="1750795" y="1887735"/>
                  </a:lnTo>
                  <a:lnTo>
                    <a:pt x="1731815" y="1803074"/>
                  </a:lnTo>
                  <a:close/>
                  <a:moveTo>
                    <a:pt x="1603986" y="1721850"/>
                  </a:moveTo>
                  <a:lnTo>
                    <a:pt x="1650462" y="1774388"/>
                  </a:lnTo>
                  <a:lnTo>
                    <a:pt x="1580748" y="1704612"/>
                  </a:lnTo>
                  <a:close/>
                  <a:moveTo>
                    <a:pt x="1580748" y="1704612"/>
                  </a:moveTo>
                  <a:lnTo>
                    <a:pt x="1650462" y="1774388"/>
                  </a:lnTo>
                  <a:lnTo>
                    <a:pt x="1664476" y="1797227"/>
                  </a:lnTo>
                  <a:close/>
                  <a:moveTo>
                    <a:pt x="1580748" y="1704612"/>
                  </a:moveTo>
                  <a:lnTo>
                    <a:pt x="1664476" y="1797227"/>
                  </a:lnTo>
                  <a:lnTo>
                    <a:pt x="1647904" y="1710608"/>
                  </a:lnTo>
                  <a:close/>
                  <a:moveTo>
                    <a:pt x="1128296" y="1129433"/>
                  </a:moveTo>
                  <a:lnTo>
                    <a:pt x="1167128" y="1155104"/>
                  </a:lnTo>
                  <a:lnTo>
                    <a:pt x="1148166" y="1132243"/>
                  </a:lnTo>
                  <a:close/>
                  <a:moveTo>
                    <a:pt x="2132241" y="2159772"/>
                  </a:moveTo>
                  <a:lnTo>
                    <a:pt x="2032844" y="2210645"/>
                  </a:lnTo>
                  <a:lnTo>
                    <a:pt x="2116048" y="2243071"/>
                  </a:lnTo>
                  <a:close/>
                  <a:moveTo>
                    <a:pt x="2132241" y="2159772"/>
                  </a:moveTo>
                  <a:lnTo>
                    <a:pt x="2122097" y="2064812"/>
                  </a:lnTo>
                  <a:lnTo>
                    <a:pt x="2038828" y="2075030"/>
                  </a:lnTo>
                  <a:close/>
                  <a:moveTo>
                    <a:pt x="2064025" y="2048567"/>
                  </a:moveTo>
                  <a:lnTo>
                    <a:pt x="1993594" y="2063898"/>
                  </a:lnTo>
                  <a:lnTo>
                    <a:pt x="2122097" y="2064812"/>
                  </a:lnTo>
                  <a:close/>
                  <a:moveTo>
                    <a:pt x="2122097" y="2064812"/>
                  </a:moveTo>
                  <a:lnTo>
                    <a:pt x="1993594" y="2063898"/>
                  </a:lnTo>
                  <a:lnTo>
                    <a:pt x="2038828" y="2075030"/>
                  </a:lnTo>
                  <a:close/>
                  <a:moveTo>
                    <a:pt x="2556491" y="2558103"/>
                  </a:moveTo>
                  <a:lnTo>
                    <a:pt x="2633486" y="2640317"/>
                  </a:lnTo>
                  <a:lnTo>
                    <a:pt x="2657016" y="2636653"/>
                  </a:lnTo>
                  <a:close/>
                  <a:moveTo>
                    <a:pt x="1379264" y="1008562"/>
                  </a:moveTo>
                  <a:lnTo>
                    <a:pt x="1297930" y="957579"/>
                  </a:lnTo>
                  <a:lnTo>
                    <a:pt x="1343411" y="1075734"/>
                  </a:lnTo>
                  <a:close/>
                  <a:moveTo>
                    <a:pt x="2253797" y="1833832"/>
                  </a:moveTo>
                  <a:lnTo>
                    <a:pt x="2223146" y="1823509"/>
                  </a:lnTo>
                  <a:lnTo>
                    <a:pt x="2245880" y="1927792"/>
                  </a:lnTo>
                  <a:close/>
                  <a:moveTo>
                    <a:pt x="2245880" y="1927792"/>
                  </a:moveTo>
                  <a:lnTo>
                    <a:pt x="2223146" y="1823509"/>
                  </a:lnTo>
                  <a:lnTo>
                    <a:pt x="2169929" y="1828856"/>
                  </a:lnTo>
                  <a:close/>
                  <a:moveTo>
                    <a:pt x="2267457" y="1823509"/>
                  </a:moveTo>
                  <a:lnTo>
                    <a:pt x="2253797" y="1833832"/>
                  </a:lnTo>
                  <a:lnTo>
                    <a:pt x="2314401" y="1832586"/>
                  </a:lnTo>
                  <a:close/>
                  <a:moveTo>
                    <a:pt x="2155255" y="1779730"/>
                  </a:moveTo>
                  <a:lnTo>
                    <a:pt x="2169929" y="1828856"/>
                  </a:lnTo>
                  <a:lnTo>
                    <a:pt x="2223146" y="1823509"/>
                  </a:lnTo>
                  <a:close/>
                  <a:moveTo>
                    <a:pt x="2155255" y="1779730"/>
                  </a:moveTo>
                  <a:lnTo>
                    <a:pt x="2223146" y="1823509"/>
                  </a:lnTo>
                  <a:lnTo>
                    <a:pt x="2157641" y="1741294"/>
                  </a:lnTo>
                  <a:close/>
                  <a:moveTo>
                    <a:pt x="1471098" y="932426"/>
                  </a:moveTo>
                  <a:lnTo>
                    <a:pt x="1469686" y="852775"/>
                  </a:lnTo>
                  <a:lnTo>
                    <a:pt x="1407250" y="897995"/>
                  </a:lnTo>
                  <a:close/>
                  <a:moveTo>
                    <a:pt x="1455693" y="1015660"/>
                  </a:moveTo>
                  <a:lnTo>
                    <a:pt x="1559797" y="1020999"/>
                  </a:lnTo>
                  <a:lnTo>
                    <a:pt x="1535727" y="919142"/>
                  </a:lnTo>
                  <a:close/>
                  <a:moveTo>
                    <a:pt x="2223146" y="1823509"/>
                  </a:moveTo>
                  <a:lnTo>
                    <a:pt x="2253797" y="1833832"/>
                  </a:lnTo>
                  <a:lnTo>
                    <a:pt x="2255837" y="1819606"/>
                  </a:lnTo>
                  <a:close/>
                  <a:moveTo>
                    <a:pt x="2223146" y="1823509"/>
                  </a:moveTo>
                  <a:lnTo>
                    <a:pt x="2255837" y="1819606"/>
                  </a:lnTo>
                  <a:lnTo>
                    <a:pt x="2157641" y="1741294"/>
                  </a:lnTo>
                  <a:close/>
                  <a:moveTo>
                    <a:pt x="2255837" y="1819606"/>
                  </a:moveTo>
                  <a:lnTo>
                    <a:pt x="2253797" y="1833832"/>
                  </a:lnTo>
                  <a:lnTo>
                    <a:pt x="2267457" y="1823509"/>
                  </a:lnTo>
                  <a:close/>
                  <a:moveTo>
                    <a:pt x="1806746" y="1061810"/>
                  </a:moveTo>
                  <a:lnTo>
                    <a:pt x="1743872" y="1105391"/>
                  </a:lnTo>
                  <a:lnTo>
                    <a:pt x="1694734" y="1083573"/>
                  </a:lnTo>
                  <a:close/>
                  <a:moveTo>
                    <a:pt x="1809430" y="1139421"/>
                  </a:moveTo>
                  <a:lnTo>
                    <a:pt x="1806746" y="1061810"/>
                  </a:lnTo>
                  <a:lnTo>
                    <a:pt x="1694734" y="1083573"/>
                  </a:lnTo>
                  <a:close/>
                  <a:moveTo>
                    <a:pt x="1742333" y="993785"/>
                  </a:moveTo>
                  <a:lnTo>
                    <a:pt x="1694734" y="1083573"/>
                  </a:lnTo>
                  <a:lnTo>
                    <a:pt x="1701227" y="1066704"/>
                  </a:lnTo>
                  <a:close/>
                  <a:moveTo>
                    <a:pt x="1535727" y="919142"/>
                  </a:moveTo>
                  <a:lnTo>
                    <a:pt x="1545456" y="1001358"/>
                  </a:lnTo>
                  <a:lnTo>
                    <a:pt x="1518980" y="893499"/>
                  </a:lnTo>
                  <a:close/>
                  <a:moveTo>
                    <a:pt x="1315134" y="498168"/>
                  </a:moveTo>
                  <a:lnTo>
                    <a:pt x="1306462" y="590282"/>
                  </a:lnTo>
                  <a:lnTo>
                    <a:pt x="1315661" y="555557"/>
                  </a:lnTo>
                  <a:close/>
                  <a:moveTo>
                    <a:pt x="1278831" y="567182"/>
                  </a:moveTo>
                  <a:lnTo>
                    <a:pt x="1306462" y="590282"/>
                  </a:lnTo>
                  <a:lnTo>
                    <a:pt x="1315134" y="498168"/>
                  </a:lnTo>
                  <a:close/>
                  <a:moveTo>
                    <a:pt x="2255015" y="1519997"/>
                  </a:moveTo>
                  <a:lnTo>
                    <a:pt x="2283558" y="1596885"/>
                  </a:lnTo>
                  <a:lnTo>
                    <a:pt x="2306917" y="1538394"/>
                  </a:lnTo>
                  <a:close/>
                  <a:moveTo>
                    <a:pt x="2255015" y="1519997"/>
                  </a:moveTo>
                  <a:lnTo>
                    <a:pt x="2306917" y="1538394"/>
                  </a:lnTo>
                  <a:lnTo>
                    <a:pt x="2306822" y="1538223"/>
                  </a:lnTo>
                  <a:close/>
                  <a:moveTo>
                    <a:pt x="2040207" y="1273172"/>
                  </a:moveTo>
                  <a:lnTo>
                    <a:pt x="2059386" y="1291782"/>
                  </a:lnTo>
                  <a:lnTo>
                    <a:pt x="2006492" y="1251312"/>
                  </a:lnTo>
                  <a:close/>
                  <a:moveTo>
                    <a:pt x="2049174" y="865513"/>
                  </a:moveTo>
                  <a:lnTo>
                    <a:pt x="2149208" y="860635"/>
                  </a:lnTo>
                  <a:lnTo>
                    <a:pt x="2132658" y="847612"/>
                  </a:lnTo>
                  <a:close/>
                  <a:moveTo>
                    <a:pt x="1680208" y="383147"/>
                  </a:moveTo>
                  <a:lnTo>
                    <a:pt x="1719478" y="451313"/>
                  </a:lnTo>
                  <a:lnTo>
                    <a:pt x="1751980" y="474973"/>
                  </a:lnTo>
                  <a:close/>
                  <a:moveTo>
                    <a:pt x="1719478" y="451313"/>
                  </a:moveTo>
                  <a:lnTo>
                    <a:pt x="1680208" y="383147"/>
                  </a:lnTo>
                  <a:lnTo>
                    <a:pt x="1721903" y="436536"/>
                  </a:lnTo>
                  <a:close/>
                  <a:moveTo>
                    <a:pt x="1692291" y="392758"/>
                  </a:moveTo>
                  <a:lnTo>
                    <a:pt x="1656415" y="347998"/>
                  </a:lnTo>
                  <a:lnTo>
                    <a:pt x="1680208" y="383147"/>
                  </a:lnTo>
                  <a:close/>
                  <a:moveTo>
                    <a:pt x="1613164" y="276967"/>
                  </a:moveTo>
                  <a:lnTo>
                    <a:pt x="1680208" y="383147"/>
                  </a:lnTo>
                  <a:lnTo>
                    <a:pt x="1605641" y="310542"/>
                  </a:lnTo>
                  <a:close/>
                  <a:moveTo>
                    <a:pt x="1676130" y="354321"/>
                  </a:moveTo>
                  <a:lnTo>
                    <a:pt x="1680208" y="383147"/>
                  </a:lnTo>
                  <a:lnTo>
                    <a:pt x="1613164" y="276967"/>
                  </a:lnTo>
                  <a:close/>
                  <a:moveTo>
                    <a:pt x="1792326" y="252497"/>
                  </a:moveTo>
                  <a:lnTo>
                    <a:pt x="1907541" y="299197"/>
                  </a:lnTo>
                  <a:lnTo>
                    <a:pt x="1817825" y="242422"/>
                  </a:lnTo>
                  <a:close/>
                  <a:moveTo>
                    <a:pt x="2048719" y="117978"/>
                  </a:moveTo>
                  <a:lnTo>
                    <a:pt x="2098984" y="156797"/>
                  </a:lnTo>
                  <a:lnTo>
                    <a:pt x="2031265" y="79334"/>
                  </a:lnTo>
                  <a:close/>
                  <a:moveTo>
                    <a:pt x="2031265" y="79334"/>
                  </a:moveTo>
                  <a:lnTo>
                    <a:pt x="2098984" y="156797"/>
                  </a:lnTo>
                  <a:lnTo>
                    <a:pt x="2110095" y="175932"/>
                  </a:lnTo>
                  <a:close/>
                  <a:moveTo>
                    <a:pt x="2031265" y="79334"/>
                  </a:moveTo>
                  <a:lnTo>
                    <a:pt x="2110095" y="175932"/>
                  </a:lnTo>
                  <a:lnTo>
                    <a:pt x="2066820" y="111021"/>
                  </a:lnTo>
                  <a:close/>
                  <a:moveTo>
                    <a:pt x="1931203" y="0"/>
                  </a:moveTo>
                  <a:lnTo>
                    <a:pt x="2031265" y="79334"/>
                  </a:lnTo>
                  <a:lnTo>
                    <a:pt x="1981858" y="19410"/>
                  </a:lnTo>
                  <a:close/>
                  <a:moveTo>
                    <a:pt x="2048719" y="117978"/>
                  </a:moveTo>
                  <a:lnTo>
                    <a:pt x="2031265" y="79334"/>
                  </a:lnTo>
                  <a:lnTo>
                    <a:pt x="2017142" y="7458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80" name="Candidate_density__2099">
              <a:extLst>
                <a:ext uri="{FF2B5EF4-FFF2-40B4-BE49-F238E27FC236}">
                  <a16:creationId xmlns:a16="http://schemas.microsoft.com/office/drawing/2014/main" id="{ACB3FE53-48A1-B61A-131E-394314B9385C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27463"/>
              <a:ext cx="2670529" cy="3102546"/>
            </a:xfrm>
            <a:custGeom>
              <a:avLst/>
              <a:gdLst/>
              <a:ahLst/>
              <a:cxnLst/>
              <a:rect l="0" t="0" r="0" b="0"/>
              <a:pathLst>
                <a:path w="2670529" h="3102546">
                  <a:moveTo>
                    <a:pt x="522660" y="2385988"/>
                  </a:moveTo>
                  <a:lnTo>
                    <a:pt x="589504" y="2446198"/>
                  </a:lnTo>
                  <a:lnTo>
                    <a:pt x="506349" y="2353117"/>
                  </a:lnTo>
                  <a:close/>
                  <a:moveTo>
                    <a:pt x="506349" y="2353117"/>
                  </a:moveTo>
                  <a:lnTo>
                    <a:pt x="500623" y="2347551"/>
                  </a:lnTo>
                  <a:lnTo>
                    <a:pt x="450104" y="2326867"/>
                  </a:lnTo>
                  <a:close/>
                  <a:moveTo>
                    <a:pt x="135313" y="1555482"/>
                  </a:moveTo>
                  <a:lnTo>
                    <a:pt x="44290" y="1486964"/>
                  </a:lnTo>
                  <a:lnTo>
                    <a:pt x="896" y="1546779"/>
                  </a:lnTo>
                  <a:close/>
                  <a:moveTo>
                    <a:pt x="977700" y="2435109"/>
                  </a:moveTo>
                  <a:lnTo>
                    <a:pt x="984871" y="2502578"/>
                  </a:lnTo>
                  <a:lnTo>
                    <a:pt x="1036225" y="2479378"/>
                  </a:lnTo>
                  <a:close/>
                  <a:moveTo>
                    <a:pt x="818206" y="2381452"/>
                  </a:moveTo>
                  <a:lnTo>
                    <a:pt x="739144" y="2419819"/>
                  </a:lnTo>
                  <a:lnTo>
                    <a:pt x="810524" y="2408038"/>
                  </a:lnTo>
                  <a:close/>
                  <a:moveTo>
                    <a:pt x="546748" y="2062469"/>
                  </a:moveTo>
                  <a:lnTo>
                    <a:pt x="496638" y="2070445"/>
                  </a:lnTo>
                  <a:lnTo>
                    <a:pt x="510376" y="2049567"/>
                  </a:lnTo>
                  <a:close/>
                  <a:moveTo>
                    <a:pt x="492895" y="2056448"/>
                  </a:moveTo>
                  <a:lnTo>
                    <a:pt x="546748" y="2062469"/>
                  </a:lnTo>
                  <a:lnTo>
                    <a:pt x="510376" y="2049567"/>
                  </a:lnTo>
                  <a:close/>
                  <a:moveTo>
                    <a:pt x="164769" y="1569179"/>
                  </a:moveTo>
                  <a:lnTo>
                    <a:pt x="223912" y="1608081"/>
                  </a:lnTo>
                  <a:lnTo>
                    <a:pt x="161732" y="1550679"/>
                  </a:lnTo>
                  <a:close/>
                  <a:moveTo>
                    <a:pt x="135313" y="1555482"/>
                  </a:moveTo>
                  <a:lnTo>
                    <a:pt x="164769" y="1569179"/>
                  </a:lnTo>
                  <a:lnTo>
                    <a:pt x="161732" y="1550679"/>
                  </a:lnTo>
                  <a:close/>
                  <a:moveTo>
                    <a:pt x="46378" y="1286424"/>
                  </a:moveTo>
                  <a:lnTo>
                    <a:pt x="22179" y="1303265"/>
                  </a:lnTo>
                  <a:lnTo>
                    <a:pt x="98633" y="1366312"/>
                  </a:lnTo>
                  <a:close/>
                  <a:moveTo>
                    <a:pt x="82021" y="1215114"/>
                  </a:moveTo>
                  <a:lnTo>
                    <a:pt x="21642" y="1203608"/>
                  </a:lnTo>
                  <a:lnTo>
                    <a:pt x="0" y="1322533"/>
                  </a:lnTo>
                  <a:close/>
                  <a:moveTo>
                    <a:pt x="277055" y="1376367"/>
                  </a:moveTo>
                  <a:lnTo>
                    <a:pt x="294131" y="1448528"/>
                  </a:lnTo>
                  <a:lnTo>
                    <a:pt x="311934" y="1443323"/>
                  </a:lnTo>
                  <a:close/>
                  <a:moveTo>
                    <a:pt x="277055" y="1376367"/>
                  </a:moveTo>
                  <a:lnTo>
                    <a:pt x="311934" y="1443323"/>
                  </a:lnTo>
                  <a:lnTo>
                    <a:pt x="350098" y="1370807"/>
                  </a:lnTo>
                  <a:close/>
                  <a:moveTo>
                    <a:pt x="47198" y="1282924"/>
                  </a:moveTo>
                  <a:lnTo>
                    <a:pt x="46378" y="1286424"/>
                  </a:lnTo>
                  <a:lnTo>
                    <a:pt x="163898" y="1348733"/>
                  </a:lnTo>
                  <a:close/>
                  <a:moveTo>
                    <a:pt x="27654" y="1216418"/>
                  </a:moveTo>
                  <a:lnTo>
                    <a:pt x="47198" y="1282924"/>
                  </a:lnTo>
                  <a:lnTo>
                    <a:pt x="107235" y="1235299"/>
                  </a:lnTo>
                  <a:close/>
                  <a:moveTo>
                    <a:pt x="1793424" y="3054393"/>
                  </a:moveTo>
                  <a:lnTo>
                    <a:pt x="1852465" y="3086702"/>
                  </a:lnTo>
                  <a:lnTo>
                    <a:pt x="1911485" y="3098171"/>
                  </a:lnTo>
                  <a:close/>
                  <a:moveTo>
                    <a:pt x="1950412" y="3098171"/>
                  </a:moveTo>
                  <a:lnTo>
                    <a:pt x="1907710" y="3102546"/>
                  </a:lnTo>
                  <a:lnTo>
                    <a:pt x="1866619" y="3054393"/>
                  </a:lnTo>
                  <a:close/>
                  <a:moveTo>
                    <a:pt x="137516" y="1069905"/>
                  </a:moveTo>
                  <a:lnTo>
                    <a:pt x="138698" y="968852"/>
                  </a:lnTo>
                  <a:lnTo>
                    <a:pt x="145388" y="1042794"/>
                  </a:lnTo>
                  <a:close/>
                  <a:moveTo>
                    <a:pt x="1923723" y="2989436"/>
                  </a:moveTo>
                  <a:lnTo>
                    <a:pt x="1950412" y="3098171"/>
                  </a:lnTo>
                  <a:lnTo>
                    <a:pt x="1961451" y="3015957"/>
                  </a:lnTo>
                  <a:close/>
                  <a:moveTo>
                    <a:pt x="1279275" y="2185180"/>
                  </a:moveTo>
                  <a:lnTo>
                    <a:pt x="1317710" y="2265426"/>
                  </a:lnTo>
                  <a:lnTo>
                    <a:pt x="1338263" y="2161522"/>
                  </a:lnTo>
                  <a:close/>
                  <a:moveTo>
                    <a:pt x="1264533" y="2260964"/>
                  </a:moveTo>
                  <a:lnTo>
                    <a:pt x="1317710" y="2265426"/>
                  </a:lnTo>
                  <a:lnTo>
                    <a:pt x="1279275" y="2185180"/>
                  </a:lnTo>
                  <a:close/>
                  <a:moveTo>
                    <a:pt x="592886" y="1371655"/>
                  </a:moveTo>
                  <a:lnTo>
                    <a:pt x="684134" y="1428936"/>
                  </a:lnTo>
                  <a:lnTo>
                    <a:pt x="622664" y="1402167"/>
                  </a:lnTo>
                  <a:close/>
                  <a:moveTo>
                    <a:pt x="744890" y="1340042"/>
                  </a:moveTo>
                  <a:lnTo>
                    <a:pt x="690962" y="1378866"/>
                  </a:lnTo>
                  <a:lnTo>
                    <a:pt x="684134" y="1428936"/>
                  </a:lnTo>
                  <a:close/>
                  <a:moveTo>
                    <a:pt x="390674" y="1185461"/>
                  </a:moveTo>
                  <a:lnTo>
                    <a:pt x="432489" y="1207224"/>
                  </a:lnTo>
                  <a:lnTo>
                    <a:pt x="390224" y="1090429"/>
                  </a:lnTo>
                  <a:close/>
                  <a:moveTo>
                    <a:pt x="390224" y="1090429"/>
                  </a:moveTo>
                  <a:lnTo>
                    <a:pt x="436917" y="1201549"/>
                  </a:lnTo>
                  <a:lnTo>
                    <a:pt x="483068" y="1158898"/>
                  </a:lnTo>
                  <a:close/>
                  <a:moveTo>
                    <a:pt x="2074836" y="3059735"/>
                  </a:moveTo>
                  <a:lnTo>
                    <a:pt x="2098620" y="3068525"/>
                  </a:lnTo>
                  <a:lnTo>
                    <a:pt x="2120743" y="3102026"/>
                  </a:lnTo>
                  <a:close/>
                  <a:moveTo>
                    <a:pt x="1318731" y="1977217"/>
                  </a:moveTo>
                  <a:lnTo>
                    <a:pt x="1277137" y="2050533"/>
                  </a:lnTo>
                  <a:lnTo>
                    <a:pt x="1337069" y="2062401"/>
                  </a:lnTo>
                  <a:close/>
                  <a:moveTo>
                    <a:pt x="1318731" y="1977217"/>
                  </a:moveTo>
                  <a:lnTo>
                    <a:pt x="1337069" y="2062401"/>
                  </a:lnTo>
                  <a:lnTo>
                    <a:pt x="1349991" y="2073154"/>
                  </a:lnTo>
                  <a:close/>
                  <a:moveTo>
                    <a:pt x="1113591" y="1722532"/>
                  </a:moveTo>
                  <a:lnTo>
                    <a:pt x="1022131" y="1781076"/>
                  </a:lnTo>
                  <a:lnTo>
                    <a:pt x="1100433" y="1795175"/>
                  </a:lnTo>
                  <a:close/>
                  <a:moveTo>
                    <a:pt x="878228" y="1492417"/>
                  </a:moveTo>
                  <a:lnTo>
                    <a:pt x="813008" y="1556516"/>
                  </a:lnTo>
                  <a:lnTo>
                    <a:pt x="876823" y="1516453"/>
                  </a:lnTo>
                  <a:close/>
                  <a:moveTo>
                    <a:pt x="878228" y="1492417"/>
                  </a:moveTo>
                  <a:lnTo>
                    <a:pt x="886567" y="1497648"/>
                  </a:lnTo>
                  <a:lnTo>
                    <a:pt x="905036" y="1406732"/>
                  </a:lnTo>
                  <a:close/>
                  <a:moveTo>
                    <a:pt x="740101" y="1347386"/>
                  </a:moveTo>
                  <a:lnTo>
                    <a:pt x="690962" y="1378866"/>
                  </a:lnTo>
                  <a:lnTo>
                    <a:pt x="820476" y="1369237"/>
                  </a:lnTo>
                  <a:close/>
                  <a:moveTo>
                    <a:pt x="2244014" y="3010914"/>
                  </a:moveTo>
                  <a:lnTo>
                    <a:pt x="2245311" y="3073908"/>
                  </a:lnTo>
                  <a:lnTo>
                    <a:pt x="2251037" y="3021298"/>
                  </a:lnTo>
                  <a:close/>
                  <a:moveTo>
                    <a:pt x="2232152" y="2920465"/>
                  </a:moveTo>
                  <a:lnTo>
                    <a:pt x="2251037" y="3021298"/>
                  </a:lnTo>
                  <a:lnTo>
                    <a:pt x="2233210" y="2939084"/>
                  </a:lnTo>
                  <a:close/>
                  <a:moveTo>
                    <a:pt x="2232152" y="2920465"/>
                  </a:moveTo>
                  <a:lnTo>
                    <a:pt x="2244014" y="3010914"/>
                  </a:lnTo>
                  <a:lnTo>
                    <a:pt x="2251037" y="3021298"/>
                  </a:lnTo>
                  <a:close/>
                  <a:moveTo>
                    <a:pt x="1835724" y="2260240"/>
                  </a:moveTo>
                  <a:lnTo>
                    <a:pt x="1809641" y="2242926"/>
                  </a:lnTo>
                  <a:lnTo>
                    <a:pt x="1798132" y="2301406"/>
                  </a:lnTo>
                  <a:close/>
                  <a:moveTo>
                    <a:pt x="1282707" y="1845819"/>
                  </a:moveTo>
                  <a:lnTo>
                    <a:pt x="1318096" y="1952502"/>
                  </a:lnTo>
                  <a:lnTo>
                    <a:pt x="1311279" y="1870287"/>
                  </a:lnTo>
                  <a:close/>
                  <a:moveTo>
                    <a:pt x="820476" y="1369237"/>
                  </a:moveTo>
                  <a:lnTo>
                    <a:pt x="839052" y="1376997"/>
                  </a:lnTo>
                  <a:lnTo>
                    <a:pt x="915705" y="1361856"/>
                  </a:lnTo>
                  <a:close/>
                  <a:moveTo>
                    <a:pt x="850321" y="1212566"/>
                  </a:moveTo>
                  <a:lnTo>
                    <a:pt x="823366" y="1164838"/>
                  </a:lnTo>
                  <a:lnTo>
                    <a:pt x="821220" y="1177895"/>
                  </a:lnTo>
                  <a:close/>
                  <a:moveTo>
                    <a:pt x="809323" y="1174130"/>
                  </a:moveTo>
                  <a:lnTo>
                    <a:pt x="821220" y="1177895"/>
                  </a:lnTo>
                  <a:lnTo>
                    <a:pt x="823366" y="1164838"/>
                  </a:lnTo>
                  <a:close/>
                  <a:moveTo>
                    <a:pt x="1963827" y="2204490"/>
                  </a:moveTo>
                  <a:lnTo>
                    <a:pt x="1899964" y="2188281"/>
                  </a:lnTo>
                  <a:lnTo>
                    <a:pt x="1972575" y="2209575"/>
                  </a:lnTo>
                  <a:close/>
                  <a:moveTo>
                    <a:pt x="1682726" y="1933380"/>
                  </a:moveTo>
                  <a:lnTo>
                    <a:pt x="1599555" y="1901075"/>
                  </a:lnTo>
                  <a:lnTo>
                    <a:pt x="1627996" y="1943953"/>
                  </a:lnTo>
                  <a:close/>
                  <a:moveTo>
                    <a:pt x="799753" y="895070"/>
                  </a:moveTo>
                  <a:lnTo>
                    <a:pt x="869538" y="898929"/>
                  </a:lnTo>
                  <a:lnTo>
                    <a:pt x="805939" y="884479"/>
                  </a:lnTo>
                  <a:close/>
                  <a:moveTo>
                    <a:pt x="869538" y="898929"/>
                  </a:moveTo>
                  <a:lnTo>
                    <a:pt x="874582" y="862470"/>
                  </a:lnTo>
                  <a:lnTo>
                    <a:pt x="805939" y="884479"/>
                  </a:lnTo>
                  <a:close/>
                  <a:moveTo>
                    <a:pt x="1558639" y="1875629"/>
                  </a:moveTo>
                  <a:lnTo>
                    <a:pt x="1571389" y="1892995"/>
                  </a:lnTo>
                  <a:lnTo>
                    <a:pt x="1599555" y="1901075"/>
                  </a:lnTo>
                  <a:close/>
                  <a:moveTo>
                    <a:pt x="1558639" y="1875629"/>
                  </a:moveTo>
                  <a:lnTo>
                    <a:pt x="1529130" y="1827258"/>
                  </a:lnTo>
                  <a:lnTo>
                    <a:pt x="1571389" y="1892995"/>
                  </a:lnTo>
                  <a:close/>
                  <a:moveTo>
                    <a:pt x="1558639" y="1875629"/>
                  </a:moveTo>
                  <a:lnTo>
                    <a:pt x="1518106" y="1793414"/>
                  </a:lnTo>
                  <a:lnTo>
                    <a:pt x="1529130" y="1827258"/>
                  </a:lnTo>
                  <a:close/>
                  <a:moveTo>
                    <a:pt x="1750795" y="1868325"/>
                  </a:moveTo>
                  <a:lnTo>
                    <a:pt x="1682726" y="1933380"/>
                  </a:lnTo>
                  <a:lnTo>
                    <a:pt x="1747666" y="1897522"/>
                  </a:lnTo>
                  <a:close/>
                  <a:moveTo>
                    <a:pt x="1708291" y="1842288"/>
                  </a:moveTo>
                  <a:lnTo>
                    <a:pt x="1731815" y="1783664"/>
                  </a:lnTo>
                  <a:lnTo>
                    <a:pt x="1664476" y="1777817"/>
                  </a:lnTo>
                  <a:close/>
                  <a:moveTo>
                    <a:pt x="1148166" y="1112833"/>
                  </a:moveTo>
                  <a:lnTo>
                    <a:pt x="1197248" y="1214651"/>
                  </a:lnTo>
                  <a:lnTo>
                    <a:pt x="1220558" y="1104839"/>
                  </a:lnTo>
                  <a:close/>
                  <a:moveTo>
                    <a:pt x="2633486" y="2620907"/>
                  </a:moveTo>
                  <a:lnTo>
                    <a:pt x="2638505" y="2632292"/>
                  </a:lnTo>
                  <a:lnTo>
                    <a:pt x="2655266" y="2631221"/>
                  </a:lnTo>
                  <a:close/>
                  <a:moveTo>
                    <a:pt x="2126431" y="2047281"/>
                  </a:moveTo>
                  <a:lnTo>
                    <a:pt x="2122097" y="2045402"/>
                  </a:lnTo>
                  <a:lnTo>
                    <a:pt x="2132241" y="2140362"/>
                  </a:lnTo>
                  <a:close/>
                  <a:moveTo>
                    <a:pt x="2132241" y="2140362"/>
                  </a:moveTo>
                  <a:lnTo>
                    <a:pt x="2116048" y="2223661"/>
                  </a:lnTo>
                  <a:lnTo>
                    <a:pt x="2167120" y="2166053"/>
                  </a:lnTo>
                  <a:close/>
                  <a:moveTo>
                    <a:pt x="2167120" y="2166053"/>
                  </a:moveTo>
                  <a:lnTo>
                    <a:pt x="2126431" y="2047281"/>
                  </a:lnTo>
                  <a:lnTo>
                    <a:pt x="2132241" y="2140362"/>
                  </a:lnTo>
                  <a:close/>
                  <a:moveTo>
                    <a:pt x="1971875" y="2026738"/>
                  </a:moveTo>
                  <a:lnTo>
                    <a:pt x="2008458" y="1980218"/>
                  </a:lnTo>
                  <a:lnTo>
                    <a:pt x="2044918" y="2021176"/>
                  </a:lnTo>
                  <a:close/>
                  <a:moveTo>
                    <a:pt x="2633486" y="2620907"/>
                  </a:moveTo>
                  <a:lnTo>
                    <a:pt x="2655266" y="2631221"/>
                  </a:lnTo>
                  <a:lnTo>
                    <a:pt x="2657016" y="2617243"/>
                  </a:lnTo>
                  <a:close/>
                  <a:moveTo>
                    <a:pt x="2657016" y="2617243"/>
                  </a:moveTo>
                  <a:lnTo>
                    <a:pt x="2655266" y="2631221"/>
                  </a:lnTo>
                  <a:lnTo>
                    <a:pt x="2670529" y="2620907"/>
                  </a:lnTo>
                  <a:close/>
                  <a:moveTo>
                    <a:pt x="2145738" y="2006965"/>
                  </a:moveTo>
                  <a:lnTo>
                    <a:pt x="2122097" y="2045402"/>
                  </a:lnTo>
                  <a:lnTo>
                    <a:pt x="2126431" y="2047281"/>
                  </a:lnTo>
                  <a:close/>
                  <a:moveTo>
                    <a:pt x="2122097" y="2045402"/>
                  </a:moveTo>
                  <a:lnTo>
                    <a:pt x="2145738" y="2006965"/>
                  </a:lnTo>
                  <a:lnTo>
                    <a:pt x="2044918" y="2021176"/>
                  </a:lnTo>
                  <a:close/>
                  <a:moveTo>
                    <a:pt x="2128683" y="2045402"/>
                  </a:moveTo>
                  <a:lnTo>
                    <a:pt x="2178803" y="2027890"/>
                  </a:lnTo>
                  <a:lnTo>
                    <a:pt x="2126431" y="2047281"/>
                  </a:lnTo>
                  <a:close/>
                  <a:moveTo>
                    <a:pt x="2128683" y="2045402"/>
                  </a:moveTo>
                  <a:lnTo>
                    <a:pt x="2225451" y="2006965"/>
                  </a:lnTo>
                  <a:lnTo>
                    <a:pt x="2178803" y="2027890"/>
                  </a:lnTo>
                  <a:close/>
                  <a:moveTo>
                    <a:pt x="1343411" y="1056324"/>
                  </a:moveTo>
                  <a:lnTo>
                    <a:pt x="1332412" y="1104765"/>
                  </a:lnTo>
                  <a:lnTo>
                    <a:pt x="1341811" y="1064322"/>
                  </a:lnTo>
                  <a:close/>
                  <a:moveTo>
                    <a:pt x="1343411" y="1056324"/>
                  </a:moveTo>
                  <a:lnTo>
                    <a:pt x="1347726" y="1058820"/>
                  </a:lnTo>
                  <a:lnTo>
                    <a:pt x="1379264" y="989152"/>
                  </a:lnTo>
                  <a:close/>
                  <a:moveTo>
                    <a:pt x="1379264" y="989152"/>
                  </a:moveTo>
                  <a:lnTo>
                    <a:pt x="1347726" y="1058820"/>
                  </a:lnTo>
                  <a:lnTo>
                    <a:pt x="1410656" y="1043065"/>
                  </a:lnTo>
                  <a:close/>
                  <a:moveTo>
                    <a:pt x="1379264" y="989152"/>
                  </a:moveTo>
                  <a:lnTo>
                    <a:pt x="1410656" y="1043065"/>
                  </a:lnTo>
                  <a:lnTo>
                    <a:pt x="1455693" y="996250"/>
                  </a:lnTo>
                  <a:close/>
                  <a:moveTo>
                    <a:pt x="2189089" y="1994053"/>
                  </a:moveTo>
                  <a:lnTo>
                    <a:pt x="2225451" y="2006965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53797" y="1814422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45880" y="1908382"/>
                  </a:lnTo>
                  <a:lnTo>
                    <a:pt x="2308397" y="1918149"/>
                  </a:lnTo>
                  <a:close/>
                  <a:moveTo>
                    <a:pt x="2267457" y="1804099"/>
                  </a:moveTo>
                  <a:lnTo>
                    <a:pt x="2314401" y="1813176"/>
                  </a:lnTo>
                  <a:lnTo>
                    <a:pt x="2305983" y="1730879"/>
                  </a:lnTo>
                  <a:close/>
                  <a:moveTo>
                    <a:pt x="2153841" y="1719357"/>
                  </a:moveTo>
                  <a:lnTo>
                    <a:pt x="2090087" y="1674170"/>
                  </a:lnTo>
                  <a:lnTo>
                    <a:pt x="2157641" y="1721884"/>
                  </a:lnTo>
                  <a:close/>
                  <a:moveTo>
                    <a:pt x="1535727" y="899732"/>
                  </a:moveTo>
                  <a:lnTo>
                    <a:pt x="1559797" y="1001589"/>
                  </a:lnTo>
                  <a:lnTo>
                    <a:pt x="1545456" y="981948"/>
                  </a:lnTo>
                  <a:close/>
                  <a:moveTo>
                    <a:pt x="2255837" y="1800195"/>
                  </a:moveTo>
                  <a:lnTo>
                    <a:pt x="2305983" y="1730879"/>
                  </a:lnTo>
                  <a:lnTo>
                    <a:pt x="2278164" y="1690323"/>
                  </a:lnTo>
                  <a:close/>
                  <a:moveTo>
                    <a:pt x="2267457" y="1804099"/>
                  </a:moveTo>
                  <a:lnTo>
                    <a:pt x="2305983" y="1730879"/>
                  </a:lnTo>
                  <a:lnTo>
                    <a:pt x="2255837" y="1800195"/>
                  </a:lnTo>
                  <a:close/>
                  <a:moveTo>
                    <a:pt x="2153841" y="1719357"/>
                  </a:moveTo>
                  <a:lnTo>
                    <a:pt x="2157641" y="1721884"/>
                  </a:lnTo>
                  <a:lnTo>
                    <a:pt x="2160858" y="1716728"/>
                  </a:lnTo>
                  <a:close/>
                  <a:moveTo>
                    <a:pt x="1503874" y="779081"/>
                  </a:moveTo>
                  <a:lnTo>
                    <a:pt x="1469686" y="833365"/>
                  </a:lnTo>
                  <a:lnTo>
                    <a:pt x="1492099" y="795850"/>
                  </a:lnTo>
                  <a:close/>
                  <a:moveTo>
                    <a:pt x="1492099" y="795850"/>
                  </a:moveTo>
                  <a:lnTo>
                    <a:pt x="1457333" y="787180"/>
                  </a:lnTo>
                  <a:lnTo>
                    <a:pt x="1503874" y="779081"/>
                  </a:lnTo>
                  <a:close/>
                  <a:moveTo>
                    <a:pt x="2283558" y="1577475"/>
                  </a:moveTo>
                  <a:lnTo>
                    <a:pt x="2284554" y="1683447"/>
                  </a:lnTo>
                  <a:lnTo>
                    <a:pt x="2321014" y="1601232"/>
                  </a:lnTo>
                  <a:close/>
                  <a:moveTo>
                    <a:pt x="2283558" y="1577475"/>
                  </a:moveTo>
                  <a:lnTo>
                    <a:pt x="2321014" y="1601232"/>
                  </a:lnTo>
                  <a:lnTo>
                    <a:pt x="2306917" y="1518984"/>
                  </a:lnTo>
                  <a:close/>
                  <a:moveTo>
                    <a:pt x="2040207" y="1253762"/>
                  </a:moveTo>
                  <a:lnTo>
                    <a:pt x="2070095" y="1354587"/>
                  </a:lnTo>
                  <a:lnTo>
                    <a:pt x="2059386" y="1272372"/>
                  </a:lnTo>
                  <a:close/>
                  <a:moveTo>
                    <a:pt x="1551332" y="644764"/>
                  </a:moveTo>
                  <a:lnTo>
                    <a:pt x="1630870" y="663488"/>
                  </a:lnTo>
                  <a:lnTo>
                    <a:pt x="1684804" y="649936"/>
                  </a:lnTo>
                  <a:close/>
                  <a:moveTo>
                    <a:pt x="2049174" y="846103"/>
                  </a:moveTo>
                  <a:lnTo>
                    <a:pt x="2047930" y="948854"/>
                  </a:lnTo>
                  <a:lnTo>
                    <a:pt x="2149208" y="841225"/>
                  </a:lnTo>
                  <a:close/>
                  <a:moveTo>
                    <a:pt x="1605641" y="291132"/>
                  </a:moveTo>
                  <a:lnTo>
                    <a:pt x="1680208" y="363737"/>
                  </a:lnTo>
                  <a:lnTo>
                    <a:pt x="1656415" y="328588"/>
                  </a:lnTo>
                  <a:close/>
                  <a:moveTo>
                    <a:pt x="1642588" y="276892"/>
                  </a:moveTo>
                  <a:lnTo>
                    <a:pt x="1671156" y="252696"/>
                  </a:lnTo>
                  <a:lnTo>
                    <a:pt x="1618299" y="249535"/>
                  </a:lnTo>
                  <a:close/>
                  <a:moveTo>
                    <a:pt x="1613164" y="257557"/>
                  </a:moveTo>
                  <a:lnTo>
                    <a:pt x="1605641" y="291132"/>
                  </a:lnTo>
                  <a:lnTo>
                    <a:pt x="1642588" y="276892"/>
                  </a:lnTo>
                  <a:close/>
                  <a:moveTo>
                    <a:pt x="2225151" y="846509"/>
                  </a:moveTo>
                  <a:lnTo>
                    <a:pt x="2196012" y="801016"/>
                  </a:lnTo>
                  <a:lnTo>
                    <a:pt x="2149208" y="841225"/>
                  </a:lnTo>
                  <a:close/>
                  <a:moveTo>
                    <a:pt x="1784850" y="214260"/>
                  </a:moveTo>
                  <a:lnTo>
                    <a:pt x="1792326" y="233087"/>
                  </a:lnTo>
                  <a:lnTo>
                    <a:pt x="1817825" y="223012"/>
                  </a:lnTo>
                  <a:close/>
                  <a:moveTo>
                    <a:pt x="2031265" y="59924"/>
                  </a:moveTo>
                  <a:lnTo>
                    <a:pt x="2066820" y="91611"/>
                  </a:lnTo>
                  <a:lnTo>
                    <a:pt x="1981858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81" name="Candidate_density__2100">
              <a:extLst>
                <a:ext uri="{FF2B5EF4-FFF2-40B4-BE49-F238E27FC236}">
                  <a16:creationId xmlns:a16="http://schemas.microsoft.com/office/drawing/2014/main" id="{0D365EF4-F64F-3D99-0540-4B136A4FA646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495425"/>
              <a:ext cx="2662279" cy="3128396"/>
            </a:xfrm>
            <a:custGeom>
              <a:avLst/>
              <a:gdLst/>
              <a:ahLst/>
              <a:cxnLst/>
              <a:rect l="0" t="0" r="0" b="0"/>
              <a:pathLst>
                <a:path w="2662279" h="3128396">
                  <a:moveTo>
                    <a:pt x="935273" y="2505583"/>
                  </a:moveTo>
                  <a:lnTo>
                    <a:pt x="886861" y="2423367"/>
                  </a:lnTo>
                  <a:lnTo>
                    <a:pt x="877770" y="2525749"/>
                  </a:lnTo>
                  <a:close/>
                  <a:moveTo>
                    <a:pt x="886861" y="2423367"/>
                  </a:moveTo>
                  <a:lnTo>
                    <a:pt x="875481" y="2427517"/>
                  </a:lnTo>
                  <a:lnTo>
                    <a:pt x="877770" y="2525749"/>
                  </a:lnTo>
                  <a:close/>
                  <a:moveTo>
                    <a:pt x="546748" y="2094507"/>
                  </a:moveTo>
                  <a:lnTo>
                    <a:pt x="425709" y="2050346"/>
                  </a:lnTo>
                  <a:lnTo>
                    <a:pt x="425825" y="2050728"/>
                  </a:lnTo>
                  <a:close/>
                  <a:moveTo>
                    <a:pt x="425825" y="2050728"/>
                  </a:moveTo>
                  <a:lnTo>
                    <a:pt x="425916" y="2053267"/>
                  </a:lnTo>
                  <a:lnTo>
                    <a:pt x="546748" y="2094507"/>
                  </a:lnTo>
                  <a:close/>
                  <a:moveTo>
                    <a:pt x="910344" y="2302716"/>
                  </a:moveTo>
                  <a:lnTo>
                    <a:pt x="875550" y="2404538"/>
                  </a:lnTo>
                  <a:lnTo>
                    <a:pt x="886861" y="2423367"/>
                  </a:lnTo>
                  <a:close/>
                  <a:moveTo>
                    <a:pt x="496935" y="1888391"/>
                  </a:moveTo>
                  <a:lnTo>
                    <a:pt x="413525" y="1930077"/>
                  </a:lnTo>
                  <a:lnTo>
                    <a:pt x="491963" y="1891640"/>
                  </a:lnTo>
                  <a:close/>
                  <a:moveTo>
                    <a:pt x="564228" y="1861327"/>
                  </a:moveTo>
                  <a:lnTo>
                    <a:pt x="444069" y="1905936"/>
                  </a:lnTo>
                  <a:lnTo>
                    <a:pt x="496935" y="1888391"/>
                  </a:lnTo>
                  <a:close/>
                  <a:moveTo>
                    <a:pt x="53448" y="1409973"/>
                  </a:moveTo>
                  <a:lnTo>
                    <a:pt x="41762" y="1516408"/>
                  </a:lnTo>
                  <a:lnTo>
                    <a:pt x="98633" y="1398350"/>
                  </a:lnTo>
                  <a:close/>
                  <a:moveTo>
                    <a:pt x="98633" y="1398350"/>
                  </a:moveTo>
                  <a:lnTo>
                    <a:pt x="41762" y="1516408"/>
                  </a:lnTo>
                  <a:lnTo>
                    <a:pt x="44290" y="1519002"/>
                  </a:lnTo>
                  <a:close/>
                  <a:moveTo>
                    <a:pt x="107235" y="1267337"/>
                  </a:moveTo>
                  <a:lnTo>
                    <a:pt x="82021" y="1247151"/>
                  </a:lnTo>
                  <a:lnTo>
                    <a:pt x="0" y="1354571"/>
                  </a:lnTo>
                  <a:close/>
                  <a:moveTo>
                    <a:pt x="496935" y="1888391"/>
                  </a:moveTo>
                  <a:lnTo>
                    <a:pt x="501198" y="1888882"/>
                  </a:lnTo>
                  <a:lnTo>
                    <a:pt x="564228" y="1861327"/>
                  </a:lnTo>
                  <a:close/>
                  <a:moveTo>
                    <a:pt x="140102" y="1233919"/>
                  </a:moveTo>
                  <a:lnTo>
                    <a:pt x="189020" y="1277698"/>
                  </a:lnTo>
                  <a:lnTo>
                    <a:pt x="171540" y="1195483"/>
                  </a:lnTo>
                  <a:close/>
                  <a:moveTo>
                    <a:pt x="140102" y="1233919"/>
                  </a:moveTo>
                  <a:lnTo>
                    <a:pt x="171540" y="1195483"/>
                  </a:lnTo>
                  <a:lnTo>
                    <a:pt x="92007" y="1210402"/>
                  </a:lnTo>
                  <a:close/>
                  <a:moveTo>
                    <a:pt x="171540" y="1195483"/>
                  </a:moveTo>
                  <a:lnTo>
                    <a:pt x="130234" y="1138125"/>
                  </a:lnTo>
                  <a:lnTo>
                    <a:pt x="92007" y="1210402"/>
                  </a:lnTo>
                  <a:close/>
                  <a:moveTo>
                    <a:pt x="1780019" y="2977619"/>
                  </a:moveTo>
                  <a:lnTo>
                    <a:pt x="1764199" y="3067383"/>
                  </a:lnTo>
                  <a:lnTo>
                    <a:pt x="1805084" y="2965779"/>
                  </a:lnTo>
                  <a:close/>
                  <a:moveTo>
                    <a:pt x="1805084" y="2965779"/>
                  </a:moveTo>
                  <a:lnTo>
                    <a:pt x="1793424" y="3086430"/>
                  </a:lnTo>
                  <a:lnTo>
                    <a:pt x="1857426" y="3047994"/>
                  </a:lnTo>
                  <a:close/>
                  <a:moveTo>
                    <a:pt x="1727034" y="3004215"/>
                  </a:moveTo>
                  <a:lnTo>
                    <a:pt x="1764199" y="3067383"/>
                  </a:lnTo>
                  <a:lnTo>
                    <a:pt x="1780019" y="2977619"/>
                  </a:lnTo>
                  <a:close/>
                  <a:moveTo>
                    <a:pt x="589564" y="1525651"/>
                  </a:moveTo>
                  <a:lnTo>
                    <a:pt x="600459" y="1485907"/>
                  </a:lnTo>
                  <a:lnTo>
                    <a:pt x="543769" y="1524343"/>
                  </a:lnTo>
                  <a:close/>
                  <a:moveTo>
                    <a:pt x="171540" y="1195483"/>
                  </a:moveTo>
                  <a:lnTo>
                    <a:pt x="189020" y="1277698"/>
                  </a:lnTo>
                  <a:lnTo>
                    <a:pt x="271139" y="1239262"/>
                  </a:lnTo>
                  <a:close/>
                  <a:moveTo>
                    <a:pt x="137516" y="1101942"/>
                  </a:moveTo>
                  <a:lnTo>
                    <a:pt x="130234" y="1138125"/>
                  </a:lnTo>
                  <a:lnTo>
                    <a:pt x="213033" y="1074832"/>
                  </a:lnTo>
                  <a:close/>
                  <a:moveTo>
                    <a:pt x="213033" y="1074832"/>
                  </a:moveTo>
                  <a:lnTo>
                    <a:pt x="130234" y="1138125"/>
                  </a:lnTo>
                  <a:lnTo>
                    <a:pt x="171540" y="1195483"/>
                  </a:lnTo>
                  <a:close/>
                  <a:moveTo>
                    <a:pt x="213033" y="1074832"/>
                  </a:moveTo>
                  <a:lnTo>
                    <a:pt x="171540" y="1195483"/>
                  </a:lnTo>
                  <a:lnTo>
                    <a:pt x="223275" y="1157046"/>
                  </a:lnTo>
                  <a:close/>
                  <a:moveTo>
                    <a:pt x="87007" y="976504"/>
                  </a:moveTo>
                  <a:lnTo>
                    <a:pt x="138698" y="1000890"/>
                  </a:lnTo>
                  <a:lnTo>
                    <a:pt x="93654" y="948837"/>
                  </a:lnTo>
                  <a:close/>
                  <a:moveTo>
                    <a:pt x="93654" y="948837"/>
                  </a:moveTo>
                  <a:lnTo>
                    <a:pt x="155778" y="992617"/>
                  </a:lnTo>
                  <a:lnTo>
                    <a:pt x="151392" y="910401"/>
                  </a:lnTo>
                  <a:close/>
                  <a:moveTo>
                    <a:pt x="1857426" y="3047994"/>
                  </a:moveTo>
                  <a:lnTo>
                    <a:pt x="1915321" y="3128396"/>
                  </a:lnTo>
                  <a:lnTo>
                    <a:pt x="1923723" y="3021474"/>
                  </a:lnTo>
                  <a:close/>
                  <a:moveTo>
                    <a:pt x="813008" y="1588554"/>
                  </a:moveTo>
                  <a:lnTo>
                    <a:pt x="760743" y="1529686"/>
                  </a:lnTo>
                  <a:lnTo>
                    <a:pt x="807684" y="1621306"/>
                  </a:lnTo>
                  <a:close/>
                  <a:moveTo>
                    <a:pt x="807684" y="1621306"/>
                  </a:moveTo>
                  <a:lnTo>
                    <a:pt x="760743" y="1529686"/>
                  </a:lnTo>
                  <a:lnTo>
                    <a:pt x="691629" y="1554972"/>
                  </a:lnTo>
                  <a:close/>
                  <a:moveTo>
                    <a:pt x="807684" y="1621306"/>
                  </a:moveTo>
                  <a:lnTo>
                    <a:pt x="691629" y="1554972"/>
                  </a:lnTo>
                  <a:lnTo>
                    <a:pt x="738810" y="1616707"/>
                  </a:lnTo>
                  <a:close/>
                  <a:moveTo>
                    <a:pt x="623980" y="1549377"/>
                  </a:moveTo>
                  <a:lnTo>
                    <a:pt x="600459" y="1485907"/>
                  </a:lnTo>
                  <a:lnTo>
                    <a:pt x="589564" y="1525651"/>
                  </a:lnTo>
                  <a:close/>
                  <a:moveTo>
                    <a:pt x="684134" y="1460974"/>
                  </a:moveTo>
                  <a:lnTo>
                    <a:pt x="600459" y="1485907"/>
                  </a:lnTo>
                  <a:lnTo>
                    <a:pt x="623980" y="1549377"/>
                  </a:lnTo>
                  <a:close/>
                  <a:moveTo>
                    <a:pt x="691629" y="1554972"/>
                  </a:moveTo>
                  <a:lnTo>
                    <a:pt x="684134" y="1460974"/>
                  </a:lnTo>
                  <a:lnTo>
                    <a:pt x="623980" y="1549377"/>
                  </a:lnTo>
                  <a:close/>
                  <a:moveTo>
                    <a:pt x="254129" y="892286"/>
                  </a:moveTo>
                  <a:lnTo>
                    <a:pt x="237080" y="881407"/>
                  </a:lnTo>
                  <a:lnTo>
                    <a:pt x="151392" y="910401"/>
                  </a:lnTo>
                  <a:close/>
                  <a:moveTo>
                    <a:pt x="192451" y="876885"/>
                  </a:moveTo>
                  <a:lnTo>
                    <a:pt x="151392" y="910401"/>
                  </a:lnTo>
                  <a:lnTo>
                    <a:pt x="237080" y="881407"/>
                  </a:lnTo>
                  <a:close/>
                  <a:moveTo>
                    <a:pt x="321994" y="867365"/>
                  </a:moveTo>
                  <a:lnTo>
                    <a:pt x="237080" y="881407"/>
                  </a:lnTo>
                  <a:lnTo>
                    <a:pt x="306109" y="871965"/>
                  </a:lnTo>
                  <a:close/>
                  <a:moveTo>
                    <a:pt x="192451" y="876885"/>
                  </a:moveTo>
                  <a:lnTo>
                    <a:pt x="237080" y="881407"/>
                  </a:lnTo>
                  <a:lnTo>
                    <a:pt x="321994" y="867365"/>
                  </a:lnTo>
                  <a:close/>
                  <a:moveTo>
                    <a:pt x="237080" y="881407"/>
                  </a:moveTo>
                  <a:lnTo>
                    <a:pt x="254129" y="892286"/>
                  </a:lnTo>
                  <a:lnTo>
                    <a:pt x="306109" y="871965"/>
                  </a:lnTo>
                  <a:close/>
                  <a:moveTo>
                    <a:pt x="2027961" y="3009557"/>
                  </a:moveTo>
                  <a:lnTo>
                    <a:pt x="2074836" y="3091773"/>
                  </a:lnTo>
                  <a:lnTo>
                    <a:pt x="2143000" y="3053336"/>
                  </a:lnTo>
                  <a:close/>
                  <a:moveTo>
                    <a:pt x="1169559" y="1870461"/>
                  </a:moveTo>
                  <a:lnTo>
                    <a:pt x="1116795" y="1888389"/>
                  </a:lnTo>
                  <a:lnTo>
                    <a:pt x="1043227" y="1891989"/>
                  </a:lnTo>
                  <a:close/>
                  <a:moveTo>
                    <a:pt x="1235631" y="1838838"/>
                  </a:moveTo>
                  <a:lnTo>
                    <a:pt x="1116795" y="1888389"/>
                  </a:lnTo>
                  <a:lnTo>
                    <a:pt x="1169559" y="1870461"/>
                  </a:lnTo>
                  <a:close/>
                  <a:moveTo>
                    <a:pt x="1221871" y="1827224"/>
                  </a:moveTo>
                  <a:lnTo>
                    <a:pt x="1100433" y="1827213"/>
                  </a:lnTo>
                  <a:lnTo>
                    <a:pt x="1130920" y="1858547"/>
                  </a:lnTo>
                  <a:close/>
                  <a:moveTo>
                    <a:pt x="984273" y="1598927"/>
                  </a:moveTo>
                  <a:lnTo>
                    <a:pt x="947726" y="1611901"/>
                  </a:lnTo>
                  <a:lnTo>
                    <a:pt x="1025526" y="1610604"/>
                  </a:lnTo>
                  <a:close/>
                  <a:moveTo>
                    <a:pt x="1025526" y="1610604"/>
                  </a:moveTo>
                  <a:lnTo>
                    <a:pt x="1099521" y="1655680"/>
                  </a:lnTo>
                  <a:lnTo>
                    <a:pt x="984273" y="1598927"/>
                  </a:lnTo>
                  <a:close/>
                  <a:moveTo>
                    <a:pt x="984273" y="1598927"/>
                  </a:moveTo>
                  <a:lnTo>
                    <a:pt x="1099521" y="1655680"/>
                  </a:lnTo>
                  <a:lnTo>
                    <a:pt x="1109523" y="1657784"/>
                  </a:lnTo>
                  <a:close/>
                  <a:moveTo>
                    <a:pt x="760743" y="1529686"/>
                  </a:moveTo>
                  <a:lnTo>
                    <a:pt x="813008" y="1588554"/>
                  </a:lnTo>
                  <a:lnTo>
                    <a:pt x="820195" y="1511042"/>
                  </a:lnTo>
                  <a:close/>
                  <a:moveTo>
                    <a:pt x="820195" y="1511042"/>
                  </a:moveTo>
                  <a:lnTo>
                    <a:pt x="905036" y="1438769"/>
                  </a:lnTo>
                  <a:lnTo>
                    <a:pt x="790130" y="1447470"/>
                  </a:lnTo>
                  <a:close/>
                  <a:moveTo>
                    <a:pt x="328506" y="867671"/>
                  </a:moveTo>
                  <a:lnTo>
                    <a:pt x="306109" y="871965"/>
                  </a:lnTo>
                  <a:lnTo>
                    <a:pt x="377344" y="859107"/>
                  </a:lnTo>
                  <a:close/>
                  <a:moveTo>
                    <a:pt x="377344" y="859107"/>
                  </a:moveTo>
                  <a:lnTo>
                    <a:pt x="306109" y="871965"/>
                  </a:lnTo>
                  <a:lnTo>
                    <a:pt x="254129" y="892286"/>
                  </a:lnTo>
                  <a:close/>
                  <a:moveTo>
                    <a:pt x="321994" y="867365"/>
                  </a:moveTo>
                  <a:lnTo>
                    <a:pt x="306109" y="871965"/>
                  </a:lnTo>
                  <a:lnTo>
                    <a:pt x="328506" y="867671"/>
                  </a:lnTo>
                  <a:close/>
                  <a:moveTo>
                    <a:pt x="2162711" y="3048457"/>
                  </a:moveTo>
                  <a:lnTo>
                    <a:pt x="2232152" y="2952502"/>
                  </a:lnTo>
                  <a:lnTo>
                    <a:pt x="2142347" y="2964921"/>
                  </a:lnTo>
                  <a:close/>
                  <a:moveTo>
                    <a:pt x="2232152" y="2952502"/>
                  </a:moveTo>
                  <a:lnTo>
                    <a:pt x="2241013" y="2874675"/>
                  </a:lnTo>
                  <a:lnTo>
                    <a:pt x="2142347" y="2964921"/>
                  </a:lnTo>
                  <a:close/>
                  <a:moveTo>
                    <a:pt x="1778671" y="2395615"/>
                  </a:moveTo>
                  <a:lnTo>
                    <a:pt x="1800227" y="2460729"/>
                  </a:lnTo>
                  <a:lnTo>
                    <a:pt x="1881696" y="2367216"/>
                  </a:lnTo>
                  <a:close/>
                  <a:moveTo>
                    <a:pt x="1881696" y="2367216"/>
                  </a:moveTo>
                  <a:lnTo>
                    <a:pt x="1800227" y="2460729"/>
                  </a:lnTo>
                  <a:lnTo>
                    <a:pt x="1806988" y="2366557"/>
                  </a:lnTo>
                  <a:close/>
                  <a:moveTo>
                    <a:pt x="1650933" y="2231185"/>
                  </a:moveTo>
                  <a:lnTo>
                    <a:pt x="1769792" y="2274964"/>
                  </a:lnTo>
                  <a:lnTo>
                    <a:pt x="1708691" y="2192749"/>
                  </a:lnTo>
                  <a:close/>
                  <a:moveTo>
                    <a:pt x="1025526" y="1610604"/>
                  </a:moveTo>
                  <a:lnTo>
                    <a:pt x="995811" y="1655680"/>
                  </a:lnTo>
                  <a:lnTo>
                    <a:pt x="1052473" y="1643573"/>
                  </a:lnTo>
                  <a:close/>
                  <a:moveTo>
                    <a:pt x="1052473" y="1643573"/>
                  </a:moveTo>
                  <a:lnTo>
                    <a:pt x="1099521" y="1655680"/>
                  </a:lnTo>
                  <a:lnTo>
                    <a:pt x="1025526" y="1610604"/>
                  </a:lnTo>
                  <a:close/>
                  <a:moveTo>
                    <a:pt x="915705" y="1393894"/>
                  </a:moveTo>
                  <a:lnTo>
                    <a:pt x="994221" y="1390654"/>
                  </a:lnTo>
                  <a:lnTo>
                    <a:pt x="978567" y="1303289"/>
                  </a:lnTo>
                  <a:close/>
                  <a:moveTo>
                    <a:pt x="1049697" y="1370598"/>
                  </a:moveTo>
                  <a:lnTo>
                    <a:pt x="994221" y="1390654"/>
                  </a:lnTo>
                  <a:lnTo>
                    <a:pt x="992534" y="1487252"/>
                  </a:lnTo>
                  <a:close/>
                  <a:moveTo>
                    <a:pt x="495377" y="892692"/>
                  </a:moveTo>
                  <a:lnTo>
                    <a:pt x="483324" y="833528"/>
                  </a:lnTo>
                  <a:lnTo>
                    <a:pt x="455942" y="874313"/>
                  </a:lnTo>
                  <a:close/>
                  <a:moveTo>
                    <a:pt x="565019" y="796574"/>
                  </a:moveTo>
                  <a:lnTo>
                    <a:pt x="483324" y="833528"/>
                  </a:lnTo>
                  <a:lnTo>
                    <a:pt x="495377" y="892692"/>
                  </a:lnTo>
                  <a:close/>
                  <a:moveTo>
                    <a:pt x="576708" y="887163"/>
                  </a:moveTo>
                  <a:lnTo>
                    <a:pt x="565019" y="796574"/>
                  </a:lnTo>
                  <a:lnTo>
                    <a:pt x="495377" y="892692"/>
                  </a:lnTo>
                  <a:close/>
                  <a:moveTo>
                    <a:pt x="2242611" y="2843908"/>
                  </a:moveTo>
                  <a:lnTo>
                    <a:pt x="2298299" y="2810199"/>
                  </a:lnTo>
                  <a:lnTo>
                    <a:pt x="2227354" y="2823607"/>
                  </a:lnTo>
                  <a:close/>
                  <a:moveTo>
                    <a:pt x="2303558" y="2754858"/>
                  </a:moveTo>
                  <a:lnTo>
                    <a:pt x="2350034" y="2788426"/>
                  </a:lnTo>
                  <a:lnTo>
                    <a:pt x="2315264" y="2729818"/>
                  </a:lnTo>
                  <a:close/>
                  <a:moveTo>
                    <a:pt x="2087456" y="2408993"/>
                  </a:moveTo>
                  <a:lnTo>
                    <a:pt x="2008440" y="2412639"/>
                  </a:lnTo>
                  <a:lnTo>
                    <a:pt x="2094285" y="2503534"/>
                  </a:lnTo>
                  <a:close/>
                  <a:moveTo>
                    <a:pt x="1863671" y="2409150"/>
                  </a:moveTo>
                  <a:lnTo>
                    <a:pt x="1881696" y="2367216"/>
                  </a:lnTo>
                  <a:lnTo>
                    <a:pt x="1806988" y="2366557"/>
                  </a:lnTo>
                  <a:close/>
                  <a:moveTo>
                    <a:pt x="1863671" y="2409150"/>
                  </a:moveTo>
                  <a:lnTo>
                    <a:pt x="1922351" y="2422037"/>
                  </a:lnTo>
                  <a:lnTo>
                    <a:pt x="1881696" y="2367216"/>
                  </a:lnTo>
                  <a:close/>
                  <a:moveTo>
                    <a:pt x="2008440" y="2412639"/>
                  </a:moveTo>
                  <a:lnTo>
                    <a:pt x="1981189" y="2334702"/>
                  </a:lnTo>
                  <a:lnTo>
                    <a:pt x="1922351" y="2422037"/>
                  </a:lnTo>
                  <a:close/>
                  <a:moveTo>
                    <a:pt x="1800939" y="2154313"/>
                  </a:moveTo>
                  <a:lnTo>
                    <a:pt x="1794398" y="2265284"/>
                  </a:lnTo>
                  <a:lnTo>
                    <a:pt x="1812581" y="2172267"/>
                  </a:lnTo>
                  <a:close/>
                  <a:moveTo>
                    <a:pt x="1708691" y="2192749"/>
                  </a:moveTo>
                  <a:lnTo>
                    <a:pt x="1769792" y="2274964"/>
                  </a:lnTo>
                  <a:lnTo>
                    <a:pt x="1800939" y="2154313"/>
                  </a:lnTo>
                  <a:close/>
                  <a:moveTo>
                    <a:pt x="1505335" y="1743237"/>
                  </a:moveTo>
                  <a:lnTo>
                    <a:pt x="1480983" y="1781673"/>
                  </a:lnTo>
                  <a:lnTo>
                    <a:pt x="1518106" y="1825452"/>
                  </a:lnTo>
                  <a:close/>
                  <a:moveTo>
                    <a:pt x="1098581" y="1414376"/>
                  </a:moveTo>
                  <a:lnTo>
                    <a:pt x="1152007" y="1374435"/>
                  </a:lnTo>
                  <a:lnTo>
                    <a:pt x="1049697" y="1370598"/>
                  </a:lnTo>
                  <a:close/>
                  <a:moveTo>
                    <a:pt x="1078975" y="1452813"/>
                  </a:moveTo>
                  <a:lnTo>
                    <a:pt x="1098581" y="1414376"/>
                  </a:lnTo>
                  <a:lnTo>
                    <a:pt x="1049697" y="1370598"/>
                  </a:lnTo>
                  <a:close/>
                  <a:moveTo>
                    <a:pt x="1899964" y="2220319"/>
                  </a:moveTo>
                  <a:lnTo>
                    <a:pt x="1940417" y="2156361"/>
                  </a:lnTo>
                  <a:lnTo>
                    <a:pt x="1812581" y="2172267"/>
                  </a:lnTo>
                  <a:close/>
                  <a:moveTo>
                    <a:pt x="1993594" y="2076525"/>
                  </a:moveTo>
                  <a:lnTo>
                    <a:pt x="1860573" y="2073044"/>
                  </a:lnTo>
                  <a:lnTo>
                    <a:pt x="1917969" y="2072431"/>
                  </a:lnTo>
                  <a:close/>
                  <a:moveTo>
                    <a:pt x="1518106" y="1825452"/>
                  </a:moveTo>
                  <a:lnTo>
                    <a:pt x="1518525" y="1807326"/>
                  </a:lnTo>
                  <a:lnTo>
                    <a:pt x="1505335" y="1743237"/>
                  </a:lnTo>
                  <a:close/>
                  <a:moveTo>
                    <a:pt x="1505335" y="1743237"/>
                  </a:moveTo>
                  <a:lnTo>
                    <a:pt x="1518525" y="1807326"/>
                  </a:lnTo>
                  <a:lnTo>
                    <a:pt x="1603986" y="1734478"/>
                  </a:lnTo>
                  <a:close/>
                  <a:moveTo>
                    <a:pt x="1603986" y="1734478"/>
                  </a:moveTo>
                  <a:lnTo>
                    <a:pt x="1580748" y="1717239"/>
                  </a:lnTo>
                  <a:lnTo>
                    <a:pt x="1505335" y="1743237"/>
                  </a:lnTo>
                  <a:close/>
                  <a:moveTo>
                    <a:pt x="1580748" y="1717239"/>
                  </a:moveTo>
                  <a:lnTo>
                    <a:pt x="1630578" y="1637229"/>
                  </a:lnTo>
                  <a:lnTo>
                    <a:pt x="1529134" y="1669818"/>
                  </a:lnTo>
                  <a:close/>
                  <a:moveTo>
                    <a:pt x="1271328" y="1326696"/>
                  </a:moveTo>
                  <a:lnTo>
                    <a:pt x="1222288" y="1358545"/>
                  </a:lnTo>
                  <a:lnTo>
                    <a:pt x="1152007" y="1374435"/>
                  </a:lnTo>
                  <a:close/>
                  <a:moveTo>
                    <a:pt x="771255" y="571636"/>
                  </a:moveTo>
                  <a:lnTo>
                    <a:pt x="645576" y="595603"/>
                  </a:lnTo>
                  <a:lnTo>
                    <a:pt x="702833" y="594478"/>
                  </a:lnTo>
                  <a:close/>
                  <a:moveTo>
                    <a:pt x="2046636" y="2181403"/>
                  </a:moveTo>
                  <a:lnTo>
                    <a:pt x="1940417" y="2156361"/>
                  </a:lnTo>
                  <a:lnTo>
                    <a:pt x="1986195" y="2198091"/>
                  </a:lnTo>
                  <a:close/>
                  <a:moveTo>
                    <a:pt x="1917969" y="2072431"/>
                  </a:moveTo>
                  <a:lnTo>
                    <a:pt x="1958307" y="2092528"/>
                  </a:lnTo>
                  <a:lnTo>
                    <a:pt x="1993594" y="2076525"/>
                  </a:lnTo>
                  <a:close/>
                  <a:moveTo>
                    <a:pt x="771255" y="571636"/>
                  </a:moveTo>
                  <a:lnTo>
                    <a:pt x="822875" y="549432"/>
                  </a:lnTo>
                  <a:lnTo>
                    <a:pt x="804273" y="553789"/>
                  </a:lnTo>
                  <a:close/>
                  <a:moveTo>
                    <a:pt x="875176" y="466320"/>
                  </a:moveTo>
                  <a:lnTo>
                    <a:pt x="804273" y="553789"/>
                  </a:lnTo>
                  <a:lnTo>
                    <a:pt x="835039" y="515353"/>
                  </a:lnTo>
                  <a:close/>
                  <a:moveTo>
                    <a:pt x="2662279" y="2544909"/>
                  </a:moveTo>
                  <a:lnTo>
                    <a:pt x="2555225" y="2567880"/>
                  </a:lnTo>
                  <a:lnTo>
                    <a:pt x="2556491" y="2570730"/>
                  </a:lnTo>
                  <a:close/>
                  <a:moveTo>
                    <a:pt x="2541892" y="2482098"/>
                  </a:moveTo>
                  <a:lnTo>
                    <a:pt x="2555225" y="2567880"/>
                  </a:lnTo>
                  <a:lnTo>
                    <a:pt x="2662279" y="2544909"/>
                  </a:lnTo>
                  <a:close/>
                  <a:moveTo>
                    <a:pt x="1000596" y="441387"/>
                  </a:moveTo>
                  <a:lnTo>
                    <a:pt x="875176" y="466320"/>
                  </a:lnTo>
                  <a:lnTo>
                    <a:pt x="926965" y="444750"/>
                  </a:lnTo>
                  <a:close/>
                  <a:moveTo>
                    <a:pt x="1738434" y="1034231"/>
                  </a:moveTo>
                  <a:lnTo>
                    <a:pt x="1662201" y="1111059"/>
                  </a:lnTo>
                  <a:lnTo>
                    <a:pt x="1694734" y="1096201"/>
                  </a:lnTo>
                  <a:close/>
                  <a:moveTo>
                    <a:pt x="1471098" y="945053"/>
                  </a:moveTo>
                  <a:lnTo>
                    <a:pt x="1535727" y="931770"/>
                  </a:lnTo>
                  <a:lnTo>
                    <a:pt x="1469686" y="865403"/>
                  </a:lnTo>
                  <a:close/>
                  <a:moveTo>
                    <a:pt x="958419" y="458339"/>
                  </a:moveTo>
                  <a:lnTo>
                    <a:pt x="1000596" y="441387"/>
                  </a:lnTo>
                  <a:lnTo>
                    <a:pt x="926965" y="444750"/>
                  </a:lnTo>
                  <a:close/>
                  <a:moveTo>
                    <a:pt x="958419" y="458339"/>
                  </a:moveTo>
                  <a:lnTo>
                    <a:pt x="1038750" y="453623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82656" y="469538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90868" y="471845"/>
                  </a:lnTo>
                  <a:lnTo>
                    <a:pt x="1082656" y="469538"/>
                  </a:lnTo>
                  <a:close/>
                  <a:moveTo>
                    <a:pt x="1038750" y="453623"/>
                  </a:moveTo>
                  <a:lnTo>
                    <a:pt x="1066763" y="473569"/>
                  </a:lnTo>
                  <a:lnTo>
                    <a:pt x="1149758" y="505217"/>
                  </a:lnTo>
                  <a:close/>
                  <a:moveTo>
                    <a:pt x="1090868" y="471845"/>
                  </a:moveTo>
                  <a:lnTo>
                    <a:pt x="1149758" y="505217"/>
                  </a:lnTo>
                  <a:lnTo>
                    <a:pt x="1225221" y="508704"/>
                  </a:lnTo>
                  <a:close/>
                  <a:moveTo>
                    <a:pt x="2006492" y="1263939"/>
                  </a:moveTo>
                  <a:lnTo>
                    <a:pt x="1922516" y="1260631"/>
                  </a:lnTo>
                  <a:lnTo>
                    <a:pt x="1885925" y="1307018"/>
                  </a:lnTo>
                  <a:close/>
                  <a:moveTo>
                    <a:pt x="2006492" y="1263939"/>
                  </a:moveTo>
                  <a:lnTo>
                    <a:pt x="1885925" y="1307018"/>
                  </a:lnTo>
                  <a:lnTo>
                    <a:pt x="1935247" y="1276224"/>
                  </a:lnTo>
                  <a:close/>
                  <a:moveTo>
                    <a:pt x="1694734" y="1096201"/>
                  </a:moveTo>
                  <a:lnTo>
                    <a:pt x="1685202" y="1113866"/>
                  </a:lnTo>
                  <a:lnTo>
                    <a:pt x="1744398" y="1144326"/>
                  </a:lnTo>
                  <a:close/>
                  <a:moveTo>
                    <a:pt x="1591061" y="825342"/>
                  </a:moveTo>
                  <a:lnTo>
                    <a:pt x="1579422" y="817488"/>
                  </a:lnTo>
                  <a:lnTo>
                    <a:pt x="1535727" y="931770"/>
                  </a:lnTo>
                  <a:close/>
                  <a:moveTo>
                    <a:pt x="1646369" y="823653"/>
                  </a:moveTo>
                  <a:lnTo>
                    <a:pt x="1624620" y="741242"/>
                  </a:lnTo>
                  <a:lnTo>
                    <a:pt x="1579422" y="817488"/>
                  </a:lnTo>
                  <a:close/>
                  <a:moveTo>
                    <a:pt x="1160613" y="515235"/>
                  </a:moveTo>
                  <a:lnTo>
                    <a:pt x="1231502" y="518196"/>
                  </a:lnTo>
                  <a:lnTo>
                    <a:pt x="1225221" y="508704"/>
                  </a:lnTo>
                  <a:close/>
                  <a:moveTo>
                    <a:pt x="1231502" y="518196"/>
                  </a:moveTo>
                  <a:lnTo>
                    <a:pt x="1272765" y="438479"/>
                  </a:lnTo>
                  <a:lnTo>
                    <a:pt x="1225221" y="508704"/>
                  </a:lnTo>
                  <a:close/>
                  <a:moveTo>
                    <a:pt x="2185531" y="1528523"/>
                  </a:moveTo>
                  <a:lnTo>
                    <a:pt x="2218652" y="1499857"/>
                  </a:lnTo>
                  <a:lnTo>
                    <a:pt x="2148626" y="1516694"/>
                  </a:lnTo>
                  <a:close/>
                  <a:moveTo>
                    <a:pt x="1962315" y="1288532"/>
                  </a:moveTo>
                  <a:lnTo>
                    <a:pt x="2006492" y="1263939"/>
                  </a:lnTo>
                  <a:lnTo>
                    <a:pt x="1935247" y="1276224"/>
                  </a:lnTo>
                  <a:close/>
                  <a:moveTo>
                    <a:pt x="1962315" y="1288532"/>
                  </a:moveTo>
                  <a:lnTo>
                    <a:pt x="2040207" y="1285799"/>
                  </a:lnTo>
                  <a:lnTo>
                    <a:pt x="2006492" y="1263939"/>
                  </a:lnTo>
                  <a:close/>
                  <a:moveTo>
                    <a:pt x="1392957" y="279392"/>
                  </a:moveTo>
                  <a:lnTo>
                    <a:pt x="1417586" y="388004"/>
                  </a:lnTo>
                  <a:lnTo>
                    <a:pt x="1443401" y="336725"/>
                  </a:lnTo>
                  <a:close/>
                  <a:moveTo>
                    <a:pt x="1417586" y="388004"/>
                  </a:moveTo>
                  <a:lnTo>
                    <a:pt x="1472177" y="361607"/>
                  </a:lnTo>
                  <a:lnTo>
                    <a:pt x="1443401" y="336725"/>
                  </a:lnTo>
                  <a:close/>
                  <a:moveTo>
                    <a:pt x="1918673" y="783851"/>
                  </a:moveTo>
                  <a:lnTo>
                    <a:pt x="1863046" y="791073"/>
                  </a:lnTo>
                  <a:lnTo>
                    <a:pt x="1789856" y="796089"/>
                  </a:lnTo>
                  <a:close/>
                  <a:moveTo>
                    <a:pt x="1918673" y="783851"/>
                  </a:moveTo>
                  <a:lnTo>
                    <a:pt x="1789856" y="796089"/>
                  </a:lnTo>
                  <a:lnTo>
                    <a:pt x="1842319" y="777033"/>
                  </a:lnTo>
                  <a:close/>
                  <a:moveTo>
                    <a:pt x="1863046" y="791073"/>
                  </a:moveTo>
                  <a:lnTo>
                    <a:pt x="1918673" y="783851"/>
                  </a:lnTo>
                  <a:lnTo>
                    <a:pt x="1882721" y="772682"/>
                  </a:lnTo>
                  <a:close/>
                  <a:moveTo>
                    <a:pt x="1766804" y="494697"/>
                  </a:moveTo>
                  <a:lnTo>
                    <a:pt x="1757645" y="493504"/>
                  </a:lnTo>
                  <a:lnTo>
                    <a:pt x="1751980" y="487600"/>
                  </a:lnTo>
                  <a:close/>
                  <a:moveTo>
                    <a:pt x="1543922" y="323170"/>
                  </a:moveTo>
                  <a:lnTo>
                    <a:pt x="1483457" y="271283"/>
                  </a:lnTo>
                  <a:lnTo>
                    <a:pt x="1443401" y="336725"/>
                  </a:lnTo>
                  <a:close/>
                  <a:moveTo>
                    <a:pt x="2068000" y="778024"/>
                  </a:moveTo>
                  <a:lnTo>
                    <a:pt x="2041390" y="784376"/>
                  </a:lnTo>
                  <a:lnTo>
                    <a:pt x="2049174" y="878141"/>
                  </a:lnTo>
                  <a:close/>
                  <a:moveTo>
                    <a:pt x="1766804" y="494697"/>
                  </a:moveTo>
                  <a:lnTo>
                    <a:pt x="1750019" y="495394"/>
                  </a:lnTo>
                  <a:lnTo>
                    <a:pt x="1813639" y="454599"/>
                  </a:lnTo>
                  <a:close/>
                  <a:moveTo>
                    <a:pt x="1766804" y="494697"/>
                  </a:moveTo>
                  <a:lnTo>
                    <a:pt x="1813639" y="454599"/>
                  </a:lnTo>
                  <a:lnTo>
                    <a:pt x="1772666" y="487600"/>
                  </a:lnTo>
                  <a:close/>
                  <a:moveTo>
                    <a:pt x="1813639" y="454599"/>
                  </a:moveTo>
                  <a:lnTo>
                    <a:pt x="1818537" y="449163"/>
                  </a:lnTo>
                  <a:lnTo>
                    <a:pt x="1772666" y="487600"/>
                  </a:lnTo>
                  <a:close/>
                  <a:moveTo>
                    <a:pt x="1483457" y="271283"/>
                  </a:moveTo>
                  <a:lnTo>
                    <a:pt x="1543922" y="323170"/>
                  </a:lnTo>
                  <a:lnTo>
                    <a:pt x="1552594" y="202518"/>
                  </a:lnTo>
                  <a:close/>
                  <a:moveTo>
                    <a:pt x="2141375" y="628775"/>
                  </a:moveTo>
                  <a:lnTo>
                    <a:pt x="2161121" y="575157"/>
                  </a:lnTo>
                  <a:lnTo>
                    <a:pt x="2105369" y="613594"/>
                  </a:lnTo>
                  <a:close/>
                  <a:moveTo>
                    <a:pt x="1907541" y="311824"/>
                  </a:moveTo>
                  <a:lnTo>
                    <a:pt x="1846233" y="281891"/>
                  </a:lnTo>
                  <a:lnTo>
                    <a:pt x="1922257" y="328512"/>
                  </a:lnTo>
                  <a:close/>
                  <a:moveTo>
                    <a:pt x="1641535" y="26845"/>
                  </a:moveTo>
                  <a:lnTo>
                    <a:pt x="1605830" y="38087"/>
                  </a:lnTo>
                  <a:lnTo>
                    <a:pt x="1681442" y="23794"/>
                  </a:lnTo>
                  <a:close/>
                  <a:moveTo>
                    <a:pt x="1641535" y="26845"/>
                  </a:moveTo>
                  <a:lnTo>
                    <a:pt x="1681442" y="23794"/>
                  </a:lnTo>
                  <a:lnTo>
                    <a:pt x="1749961" y="1317"/>
                  </a:lnTo>
                  <a:close/>
                  <a:moveTo>
                    <a:pt x="1749961" y="1317"/>
                  </a:moveTo>
                  <a:lnTo>
                    <a:pt x="1681442" y="23794"/>
                  </a:lnTo>
                  <a:lnTo>
                    <a:pt x="1810194" y="11317"/>
                  </a:lnTo>
                  <a:close/>
                  <a:moveTo>
                    <a:pt x="1881698" y="0"/>
                  </a:moveTo>
                  <a:lnTo>
                    <a:pt x="1749961" y="1317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881698" y="0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931203" y="12628"/>
                  </a:lnTo>
                  <a:lnTo>
                    <a:pt x="188169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82" name="Candidate_density__2101">
              <a:extLst>
                <a:ext uri="{FF2B5EF4-FFF2-40B4-BE49-F238E27FC236}">
                  <a16:creationId xmlns:a16="http://schemas.microsoft.com/office/drawing/2014/main" id="{E2BC20A9-83D7-8371-42B3-4182C2CE6526}"/>
                </a:ext>
              </a:extLst>
            </p:cNvPr>
            <p:cNvSpPr>
              <a:spLocks noGrp="1"/>
            </p:cNvSpPr>
            <p:nvPr/>
          </p:nvSpPr>
          <p:spPr>
            <a:xfrm>
              <a:off x="3850911" y="1725972"/>
              <a:ext cx="2350365" cy="2903516"/>
            </a:xfrm>
            <a:custGeom>
              <a:avLst/>
              <a:gdLst/>
              <a:ahLst/>
              <a:cxnLst/>
              <a:rect l="0" t="0" r="0" b="0"/>
              <a:pathLst>
                <a:path w="2350365" h="2903516">
                  <a:moveTo>
                    <a:pt x="67034" y="1292335"/>
                  </a:moveTo>
                  <a:lnTo>
                    <a:pt x="0" y="1409106"/>
                  </a:lnTo>
                  <a:lnTo>
                    <a:pt x="30248" y="1348270"/>
                  </a:lnTo>
                  <a:close/>
                  <a:moveTo>
                    <a:pt x="108410" y="1361848"/>
                  </a:moveTo>
                  <a:lnTo>
                    <a:pt x="164664" y="1356972"/>
                  </a:lnTo>
                  <a:lnTo>
                    <a:pt x="30248" y="1348270"/>
                  </a:lnTo>
                  <a:close/>
                  <a:moveTo>
                    <a:pt x="179713" y="1349781"/>
                  </a:moveTo>
                  <a:lnTo>
                    <a:pt x="194120" y="1370669"/>
                  </a:lnTo>
                  <a:lnTo>
                    <a:pt x="164664" y="1356972"/>
                  </a:lnTo>
                  <a:close/>
                  <a:moveTo>
                    <a:pt x="1065577" y="2280869"/>
                  </a:moveTo>
                  <a:lnTo>
                    <a:pt x="1014223" y="2304069"/>
                  </a:lnTo>
                  <a:lnTo>
                    <a:pt x="1141209" y="2284988"/>
                  </a:lnTo>
                  <a:close/>
                  <a:moveTo>
                    <a:pt x="50994" y="1005099"/>
                  </a:moveTo>
                  <a:lnTo>
                    <a:pt x="111372" y="1016604"/>
                  </a:lnTo>
                  <a:lnTo>
                    <a:pt x="53062" y="1003165"/>
                  </a:lnTo>
                  <a:close/>
                  <a:moveTo>
                    <a:pt x="1065577" y="2280869"/>
                  </a:moveTo>
                  <a:lnTo>
                    <a:pt x="1141209" y="2284988"/>
                  </a:lnTo>
                  <a:lnTo>
                    <a:pt x="1180954" y="2218385"/>
                  </a:lnTo>
                  <a:close/>
                  <a:moveTo>
                    <a:pt x="119636" y="964936"/>
                  </a:moveTo>
                  <a:lnTo>
                    <a:pt x="53903" y="1002734"/>
                  </a:lnTo>
                  <a:lnTo>
                    <a:pt x="159585" y="907577"/>
                  </a:lnTo>
                  <a:close/>
                  <a:moveTo>
                    <a:pt x="159585" y="907577"/>
                  </a:moveTo>
                  <a:lnTo>
                    <a:pt x="53903" y="1002734"/>
                  </a:lnTo>
                  <a:lnTo>
                    <a:pt x="53062" y="1003165"/>
                  </a:lnTo>
                  <a:close/>
                  <a:moveTo>
                    <a:pt x="1199199" y="2178932"/>
                  </a:moveTo>
                  <a:lnTo>
                    <a:pt x="1180954" y="2218385"/>
                  </a:lnTo>
                  <a:lnTo>
                    <a:pt x="1206109" y="2198162"/>
                  </a:lnTo>
                  <a:close/>
                  <a:moveTo>
                    <a:pt x="1217554" y="2140026"/>
                  </a:moveTo>
                  <a:lnTo>
                    <a:pt x="1242116" y="2168404"/>
                  </a:lnTo>
                  <a:lnTo>
                    <a:pt x="1281811" y="2101614"/>
                  </a:lnTo>
                  <a:close/>
                  <a:moveTo>
                    <a:pt x="1293885" y="2062454"/>
                  </a:moveTo>
                  <a:lnTo>
                    <a:pt x="1281811" y="2101614"/>
                  </a:lnTo>
                  <a:lnTo>
                    <a:pt x="1325851" y="2077511"/>
                  </a:lnTo>
                  <a:close/>
                  <a:moveTo>
                    <a:pt x="1325851" y="2077511"/>
                  </a:moveTo>
                  <a:lnTo>
                    <a:pt x="1347061" y="2066917"/>
                  </a:lnTo>
                  <a:lnTo>
                    <a:pt x="1293885" y="2062454"/>
                  </a:lnTo>
                  <a:close/>
                  <a:moveTo>
                    <a:pt x="652015" y="1203657"/>
                  </a:moveTo>
                  <a:lnTo>
                    <a:pt x="713485" y="1230427"/>
                  </a:lnTo>
                  <a:lnTo>
                    <a:pt x="720314" y="1180357"/>
                  </a:lnTo>
                  <a:close/>
                  <a:moveTo>
                    <a:pt x="1129784" y="1596666"/>
                  </a:moveTo>
                  <a:lnTo>
                    <a:pt x="1051482" y="1582567"/>
                  </a:lnTo>
                  <a:lnTo>
                    <a:pt x="996044" y="1582856"/>
                  </a:lnTo>
                  <a:close/>
                  <a:moveTo>
                    <a:pt x="2150094" y="2903516"/>
                  </a:moveTo>
                  <a:lnTo>
                    <a:pt x="2222785" y="2896637"/>
                  </a:lnTo>
                  <a:lnTo>
                    <a:pt x="2274663" y="2875398"/>
                  </a:lnTo>
                  <a:close/>
                  <a:moveTo>
                    <a:pt x="2230285" y="2861226"/>
                  </a:moveTo>
                  <a:lnTo>
                    <a:pt x="2280389" y="2822789"/>
                  </a:lnTo>
                  <a:lnTo>
                    <a:pt x="2274663" y="2875398"/>
                  </a:lnTo>
                  <a:close/>
                  <a:moveTo>
                    <a:pt x="1347447" y="1753992"/>
                  </a:moveTo>
                  <a:lnTo>
                    <a:pt x="1317536" y="1804778"/>
                  </a:lnTo>
                  <a:lnTo>
                    <a:pt x="1348083" y="1778707"/>
                  </a:lnTo>
                  <a:close/>
                  <a:moveTo>
                    <a:pt x="1348083" y="1778707"/>
                  </a:moveTo>
                  <a:lnTo>
                    <a:pt x="1317536" y="1804778"/>
                  </a:lnTo>
                  <a:lnTo>
                    <a:pt x="1306488" y="1852023"/>
                  </a:lnTo>
                  <a:close/>
                  <a:moveTo>
                    <a:pt x="1348083" y="1778707"/>
                  </a:moveTo>
                  <a:lnTo>
                    <a:pt x="1338823" y="1686144"/>
                  </a:lnTo>
                  <a:lnTo>
                    <a:pt x="1347447" y="1753992"/>
                  </a:lnTo>
                  <a:close/>
                  <a:moveTo>
                    <a:pt x="1338823" y="1686144"/>
                  </a:moveTo>
                  <a:lnTo>
                    <a:pt x="1340631" y="1671778"/>
                  </a:lnTo>
                  <a:lnTo>
                    <a:pt x="1347447" y="1753992"/>
                  </a:lnTo>
                  <a:close/>
                  <a:moveTo>
                    <a:pt x="1142942" y="1524022"/>
                  </a:moveTo>
                  <a:lnTo>
                    <a:pt x="1072220" y="1520926"/>
                  </a:lnTo>
                  <a:lnTo>
                    <a:pt x="1051482" y="1582567"/>
                  </a:lnTo>
                  <a:close/>
                  <a:moveTo>
                    <a:pt x="849828" y="1170727"/>
                  </a:moveTo>
                  <a:lnTo>
                    <a:pt x="787997" y="1130350"/>
                  </a:lnTo>
                  <a:lnTo>
                    <a:pt x="868404" y="1178487"/>
                  </a:lnTo>
                  <a:close/>
                  <a:moveTo>
                    <a:pt x="894174" y="906126"/>
                  </a:moveTo>
                  <a:lnTo>
                    <a:pt x="885142" y="893405"/>
                  </a:lnTo>
                  <a:lnTo>
                    <a:pt x="968648" y="943983"/>
                  </a:lnTo>
                  <a:close/>
                  <a:moveTo>
                    <a:pt x="852717" y="966328"/>
                  </a:moveTo>
                  <a:lnTo>
                    <a:pt x="885142" y="893405"/>
                  </a:lnTo>
                  <a:lnTo>
                    <a:pt x="894174" y="906126"/>
                  </a:lnTo>
                  <a:close/>
                  <a:moveTo>
                    <a:pt x="898890" y="700419"/>
                  </a:moveTo>
                  <a:lnTo>
                    <a:pt x="829105" y="696561"/>
                  </a:lnTo>
                  <a:lnTo>
                    <a:pt x="837913" y="811190"/>
                  </a:lnTo>
                  <a:close/>
                  <a:moveTo>
                    <a:pt x="821404" y="690539"/>
                  </a:moveTo>
                  <a:lnTo>
                    <a:pt x="829105" y="696561"/>
                  </a:lnTo>
                  <a:lnTo>
                    <a:pt x="835290" y="685969"/>
                  </a:lnTo>
                  <a:close/>
                  <a:moveTo>
                    <a:pt x="837629" y="694715"/>
                  </a:moveTo>
                  <a:lnTo>
                    <a:pt x="829105" y="696561"/>
                  </a:lnTo>
                  <a:lnTo>
                    <a:pt x="821404" y="690539"/>
                  </a:lnTo>
                  <a:close/>
                  <a:moveTo>
                    <a:pt x="1780147" y="1669816"/>
                  </a:moveTo>
                  <a:lnTo>
                    <a:pt x="1737642" y="1643779"/>
                  </a:lnTo>
                  <a:lnTo>
                    <a:pt x="1712077" y="1734870"/>
                  </a:lnTo>
                  <a:close/>
                  <a:moveTo>
                    <a:pt x="835290" y="685969"/>
                  </a:moveTo>
                  <a:lnTo>
                    <a:pt x="903934" y="663960"/>
                  </a:lnTo>
                  <a:lnTo>
                    <a:pt x="952945" y="632001"/>
                  </a:lnTo>
                  <a:close/>
                  <a:moveTo>
                    <a:pt x="952945" y="632001"/>
                  </a:moveTo>
                  <a:lnTo>
                    <a:pt x="903934" y="663960"/>
                  </a:lnTo>
                  <a:lnTo>
                    <a:pt x="1025864" y="625974"/>
                  </a:lnTo>
                  <a:close/>
                  <a:moveTo>
                    <a:pt x="1177517" y="914323"/>
                  </a:moveTo>
                  <a:lnTo>
                    <a:pt x="1086506" y="908759"/>
                  </a:lnTo>
                  <a:lnTo>
                    <a:pt x="1157648" y="911514"/>
                  </a:lnTo>
                  <a:close/>
                  <a:moveTo>
                    <a:pt x="2158035" y="1846893"/>
                  </a:moveTo>
                  <a:lnTo>
                    <a:pt x="2155782" y="1848771"/>
                  </a:lnTo>
                  <a:lnTo>
                    <a:pt x="2196472" y="1967544"/>
                  </a:lnTo>
                  <a:close/>
                  <a:moveTo>
                    <a:pt x="2151449" y="1846893"/>
                  </a:moveTo>
                  <a:lnTo>
                    <a:pt x="2074269" y="1822666"/>
                  </a:lnTo>
                  <a:lnTo>
                    <a:pt x="2037810" y="1781709"/>
                  </a:lnTo>
                  <a:close/>
                  <a:moveTo>
                    <a:pt x="1249910" y="906329"/>
                  </a:moveTo>
                  <a:lnTo>
                    <a:pt x="1307098" y="950698"/>
                  </a:lnTo>
                  <a:lnTo>
                    <a:pt x="1177517" y="914323"/>
                  </a:lnTo>
                  <a:close/>
                  <a:moveTo>
                    <a:pt x="1371163" y="865812"/>
                  </a:moveTo>
                  <a:lnTo>
                    <a:pt x="1301674" y="898747"/>
                  </a:lnTo>
                  <a:lnTo>
                    <a:pt x="1344743" y="880593"/>
                  </a:lnTo>
                  <a:close/>
                  <a:moveTo>
                    <a:pt x="2254802" y="1808456"/>
                  </a:moveTo>
                  <a:lnTo>
                    <a:pt x="2158035" y="1846893"/>
                  </a:lnTo>
                  <a:lnTo>
                    <a:pt x="2271697" y="1788299"/>
                  </a:lnTo>
                  <a:close/>
                  <a:moveTo>
                    <a:pt x="2275232" y="1709872"/>
                  </a:moveTo>
                  <a:lnTo>
                    <a:pt x="2254802" y="1808456"/>
                  </a:lnTo>
                  <a:lnTo>
                    <a:pt x="2271697" y="1788299"/>
                  </a:lnTo>
                  <a:close/>
                  <a:moveTo>
                    <a:pt x="2337749" y="1719639"/>
                  </a:moveTo>
                  <a:lnTo>
                    <a:pt x="2271697" y="1788299"/>
                  </a:lnTo>
                  <a:lnTo>
                    <a:pt x="2333007" y="1738868"/>
                  </a:lnTo>
                  <a:close/>
                  <a:moveTo>
                    <a:pt x="2337749" y="1719639"/>
                  </a:moveTo>
                  <a:lnTo>
                    <a:pt x="2275232" y="1709872"/>
                  </a:lnTo>
                  <a:lnTo>
                    <a:pt x="2271697" y="1788299"/>
                  </a:lnTo>
                  <a:close/>
                  <a:moveTo>
                    <a:pt x="1560669" y="801830"/>
                  </a:moveTo>
                  <a:lnTo>
                    <a:pt x="1589149" y="803080"/>
                  </a:lnTo>
                  <a:lnTo>
                    <a:pt x="1485045" y="797741"/>
                  </a:lnTo>
                  <a:close/>
                  <a:moveTo>
                    <a:pt x="2307515" y="1491813"/>
                  </a:moveTo>
                  <a:lnTo>
                    <a:pt x="2335890" y="1520966"/>
                  </a:lnTo>
                  <a:lnTo>
                    <a:pt x="2313906" y="1484937"/>
                  </a:lnTo>
                  <a:close/>
                  <a:moveTo>
                    <a:pt x="2307515" y="1491813"/>
                  </a:moveTo>
                  <a:lnTo>
                    <a:pt x="2335335" y="1532369"/>
                  </a:lnTo>
                  <a:lnTo>
                    <a:pt x="2335890" y="1520966"/>
                  </a:lnTo>
                  <a:close/>
                  <a:moveTo>
                    <a:pt x="2335890" y="1520966"/>
                  </a:moveTo>
                  <a:lnTo>
                    <a:pt x="2350083" y="1409335"/>
                  </a:lnTo>
                  <a:lnTo>
                    <a:pt x="2313906" y="1484937"/>
                  </a:lnTo>
                  <a:close/>
                  <a:moveTo>
                    <a:pt x="2350083" y="1409335"/>
                  </a:moveTo>
                  <a:lnTo>
                    <a:pt x="2350365" y="1402722"/>
                  </a:lnTo>
                  <a:lnTo>
                    <a:pt x="2313906" y="1484937"/>
                  </a:lnTo>
                  <a:close/>
                  <a:moveTo>
                    <a:pt x="2350365" y="1402722"/>
                  </a:moveTo>
                  <a:lnTo>
                    <a:pt x="2350083" y="1409335"/>
                  </a:lnTo>
                  <a:lnTo>
                    <a:pt x="2336401" y="1321152"/>
                  </a:lnTo>
                  <a:close/>
                  <a:moveTo>
                    <a:pt x="2088738" y="1073862"/>
                  </a:moveTo>
                  <a:lnTo>
                    <a:pt x="2099447" y="1156077"/>
                  </a:lnTo>
                  <a:lnTo>
                    <a:pt x="2068648" y="1112299"/>
                  </a:lnTo>
                  <a:close/>
                  <a:moveTo>
                    <a:pt x="1839871" y="947868"/>
                  </a:moveTo>
                  <a:lnTo>
                    <a:pt x="1836098" y="843890"/>
                  </a:lnTo>
                  <a:lnTo>
                    <a:pt x="1838782" y="921501"/>
                  </a:lnTo>
                  <a:close/>
                  <a:moveTo>
                    <a:pt x="2069558" y="1055252"/>
                  </a:moveTo>
                  <a:lnTo>
                    <a:pt x="2093457" y="1135915"/>
                  </a:lnTo>
                  <a:lnTo>
                    <a:pt x="2099447" y="1156077"/>
                  </a:lnTo>
                  <a:close/>
                  <a:moveTo>
                    <a:pt x="1714156" y="451426"/>
                  </a:moveTo>
                  <a:lnTo>
                    <a:pt x="1660222" y="464979"/>
                  </a:lnTo>
                  <a:lnTo>
                    <a:pt x="1786934" y="444872"/>
                  </a:lnTo>
                  <a:close/>
                  <a:moveTo>
                    <a:pt x="2077325" y="748662"/>
                  </a:moveTo>
                  <a:lnTo>
                    <a:pt x="2077281" y="750344"/>
                  </a:lnTo>
                  <a:lnTo>
                    <a:pt x="2078525" y="647594"/>
                  </a:lnTo>
                  <a:close/>
                  <a:moveTo>
                    <a:pt x="1723341" y="55361"/>
                  </a:moveTo>
                  <a:lnTo>
                    <a:pt x="1720691" y="56085"/>
                  </a:lnTo>
                  <a:lnTo>
                    <a:pt x="1727777" y="54186"/>
                  </a:lnTo>
                  <a:close/>
                  <a:moveTo>
                    <a:pt x="1720691" y="56085"/>
                  </a:moveTo>
                  <a:lnTo>
                    <a:pt x="1723341" y="55361"/>
                  </a:lnTo>
                  <a:lnTo>
                    <a:pt x="1700507" y="54186"/>
                  </a:lnTo>
                  <a:close/>
                  <a:moveTo>
                    <a:pt x="1700507" y="54186"/>
                  </a:moveTo>
                  <a:lnTo>
                    <a:pt x="1723341" y="55361"/>
                  </a:lnTo>
                  <a:lnTo>
                    <a:pt x="1725256" y="52374"/>
                  </a:lnTo>
                  <a:close/>
                  <a:moveTo>
                    <a:pt x="1766092" y="0"/>
                  </a:moveTo>
                  <a:lnTo>
                    <a:pt x="1700507" y="54186"/>
                  </a:lnTo>
                  <a:lnTo>
                    <a:pt x="1725256" y="52374"/>
                  </a:lnTo>
                  <a:close/>
                  <a:moveTo>
                    <a:pt x="1723341" y="55361"/>
                  </a:moveTo>
                  <a:lnTo>
                    <a:pt x="1727777" y="54186"/>
                  </a:lnTo>
                  <a:lnTo>
                    <a:pt x="1725256" y="52374"/>
                  </a:lnTo>
                  <a:close/>
                  <a:moveTo>
                    <a:pt x="1821678" y="34577"/>
                  </a:moveTo>
                  <a:lnTo>
                    <a:pt x="1814202" y="15750"/>
                  </a:lnTo>
                  <a:lnTo>
                    <a:pt x="1795008" y="44653"/>
                  </a:lnTo>
                  <a:close/>
                  <a:moveTo>
                    <a:pt x="1795008" y="44653"/>
                  </a:moveTo>
                  <a:lnTo>
                    <a:pt x="1814202" y="15750"/>
                  </a:lnTo>
                  <a:lnTo>
                    <a:pt x="1766092" y="0"/>
                  </a:lnTo>
                  <a:close/>
                  <a:moveTo>
                    <a:pt x="1725256" y="52374"/>
                  </a:moveTo>
                  <a:lnTo>
                    <a:pt x="1727777" y="54186"/>
                  </a:lnTo>
                  <a:lnTo>
                    <a:pt x="1795008" y="44653"/>
                  </a:lnTo>
                  <a:close/>
                  <a:moveTo>
                    <a:pt x="1766092" y="0"/>
                  </a:moveTo>
                  <a:lnTo>
                    <a:pt x="1725256" y="52374"/>
                  </a:lnTo>
                  <a:lnTo>
                    <a:pt x="1795008" y="4465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83" name="Candidate_density__2102">
              <a:extLst>
                <a:ext uri="{FF2B5EF4-FFF2-40B4-BE49-F238E27FC236}">
                  <a16:creationId xmlns:a16="http://schemas.microsoft.com/office/drawing/2014/main" id="{0EBB019D-AC53-8118-BC32-F00D3D3E0B58}"/>
                </a:ext>
              </a:extLst>
            </p:cNvPr>
            <p:cNvSpPr>
              <a:spLocks noGrp="1"/>
            </p:cNvSpPr>
            <p:nvPr/>
          </p:nvSpPr>
          <p:spPr>
            <a:xfrm>
              <a:off x="4045031" y="1770625"/>
              <a:ext cx="2138886" cy="2240335"/>
            </a:xfrm>
            <a:custGeom>
              <a:avLst/>
              <a:gdLst/>
              <a:ahLst/>
              <a:cxnLst/>
              <a:rect l="0" t="0" r="0" b="0"/>
              <a:pathLst>
                <a:path w="2138886" h="2240335">
                  <a:moveTo>
                    <a:pt x="0" y="1326016"/>
                  </a:moveTo>
                  <a:lnTo>
                    <a:pt x="30858" y="1340553"/>
                  </a:lnTo>
                  <a:lnTo>
                    <a:pt x="59143" y="1364918"/>
                  </a:lnTo>
                  <a:close/>
                  <a:moveTo>
                    <a:pt x="991830" y="2191946"/>
                  </a:moveTo>
                  <a:lnTo>
                    <a:pt x="986834" y="2173732"/>
                  </a:lnTo>
                  <a:lnTo>
                    <a:pt x="947088" y="2240335"/>
                  </a:lnTo>
                  <a:close/>
                  <a:moveTo>
                    <a:pt x="991830" y="2191946"/>
                  </a:moveTo>
                  <a:lnTo>
                    <a:pt x="1011989" y="2153509"/>
                  </a:lnTo>
                  <a:lnTo>
                    <a:pt x="986834" y="2173732"/>
                  </a:lnTo>
                  <a:close/>
                  <a:moveTo>
                    <a:pt x="1011989" y="2153509"/>
                  </a:moveTo>
                  <a:lnTo>
                    <a:pt x="991830" y="2191946"/>
                  </a:lnTo>
                  <a:lnTo>
                    <a:pt x="1047996" y="2123751"/>
                  </a:lnTo>
                  <a:close/>
                  <a:moveTo>
                    <a:pt x="1023434" y="2095373"/>
                  </a:moveTo>
                  <a:lnTo>
                    <a:pt x="1011989" y="2153509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087690" y="2056961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131731" y="2032858"/>
                  </a:lnTo>
                  <a:lnTo>
                    <a:pt x="1087690" y="2056961"/>
                  </a:lnTo>
                  <a:close/>
                  <a:moveTo>
                    <a:pt x="225455" y="847266"/>
                  </a:moveTo>
                  <a:lnTo>
                    <a:pt x="267720" y="964062"/>
                  </a:lnTo>
                  <a:lnTo>
                    <a:pt x="272148" y="958386"/>
                  </a:lnTo>
                  <a:close/>
                  <a:moveTo>
                    <a:pt x="857362" y="1537913"/>
                  </a:moveTo>
                  <a:lnTo>
                    <a:pt x="878100" y="1476273"/>
                  </a:lnTo>
                  <a:lnTo>
                    <a:pt x="805036" y="1583346"/>
                  </a:lnTo>
                  <a:close/>
                  <a:moveTo>
                    <a:pt x="526193" y="1135704"/>
                  </a:moveTo>
                  <a:lnTo>
                    <a:pt x="570961" y="1090056"/>
                  </a:lnTo>
                  <a:lnTo>
                    <a:pt x="655708" y="1126074"/>
                  </a:lnTo>
                  <a:close/>
                  <a:moveTo>
                    <a:pt x="774528" y="899330"/>
                  </a:moveTo>
                  <a:lnTo>
                    <a:pt x="847784" y="856498"/>
                  </a:lnTo>
                  <a:lnTo>
                    <a:pt x="791190" y="892531"/>
                  </a:lnTo>
                  <a:close/>
                  <a:moveTo>
                    <a:pt x="797436" y="880706"/>
                  </a:moveTo>
                  <a:lnTo>
                    <a:pt x="791190" y="892531"/>
                  </a:lnTo>
                  <a:lnTo>
                    <a:pt x="847784" y="856498"/>
                  </a:lnTo>
                  <a:close/>
                  <a:moveTo>
                    <a:pt x="1177042" y="821159"/>
                  </a:moveTo>
                  <a:lnTo>
                    <a:pt x="1055789" y="861676"/>
                  </a:lnTo>
                  <a:lnTo>
                    <a:pt x="1107554" y="854094"/>
                  </a:lnTo>
                  <a:close/>
                  <a:moveTo>
                    <a:pt x="1150623" y="835940"/>
                  </a:moveTo>
                  <a:lnTo>
                    <a:pt x="1182957" y="815657"/>
                  </a:lnTo>
                  <a:lnTo>
                    <a:pt x="1177042" y="821159"/>
                  </a:lnTo>
                  <a:close/>
                  <a:moveTo>
                    <a:pt x="1963915" y="1802239"/>
                  </a:moveTo>
                  <a:lnTo>
                    <a:pt x="2027921" y="1773195"/>
                  </a:lnTo>
                  <a:lnTo>
                    <a:pt x="2077577" y="1743646"/>
                  </a:lnTo>
                  <a:close/>
                  <a:moveTo>
                    <a:pt x="2077577" y="1743646"/>
                  </a:moveTo>
                  <a:lnTo>
                    <a:pt x="2027921" y="1773195"/>
                  </a:lnTo>
                  <a:lnTo>
                    <a:pt x="2138886" y="1694214"/>
                  </a:lnTo>
                  <a:close/>
                  <a:moveTo>
                    <a:pt x="1178642" y="813161"/>
                  </a:moveTo>
                  <a:lnTo>
                    <a:pt x="1177042" y="821159"/>
                  </a:lnTo>
                  <a:lnTo>
                    <a:pt x="1182957" y="815657"/>
                  </a:lnTo>
                  <a:close/>
                  <a:moveTo>
                    <a:pt x="1644662" y="876848"/>
                  </a:moveTo>
                  <a:lnTo>
                    <a:pt x="1627555" y="960517"/>
                  </a:lnTo>
                  <a:lnTo>
                    <a:pt x="1645751" y="903215"/>
                  </a:lnTo>
                  <a:close/>
                  <a:moveTo>
                    <a:pt x="1650801" y="782564"/>
                  </a:moveTo>
                  <a:lnTo>
                    <a:pt x="1641978" y="799237"/>
                  </a:lnTo>
                  <a:lnTo>
                    <a:pt x="1645751" y="903215"/>
                  </a:lnTo>
                  <a:close/>
                  <a:moveTo>
                    <a:pt x="1762786" y="757059"/>
                  </a:moveTo>
                  <a:lnTo>
                    <a:pt x="1650801" y="782564"/>
                  </a:lnTo>
                  <a:lnTo>
                    <a:pt x="1747544" y="753707"/>
                  </a:lnTo>
                  <a:close/>
                  <a:moveTo>
                    <a:pt x="1641978" y="799237"/>
                  </a:moveTo>
                  <a:lnTo>
                    <a:pt x="1650801" y="782564"/>
                  </a:lnTo>
                  <a:lnTo>
                    <a:pt x="1762786" y="757059"/>
                  </a:lnTo>
                  <a:close/>
                  <a:moveTo>
                    <a:pt x="1747544" y="753707"/>
                  </a:moveTo>
                  <a:lnTo>
                    <a:pt x="1650801" y="782564"/>
                  </a:lnTo>
                  <a:lnTo>
                    <a:pt x="1706732" y="762688"/>
                  </a:lnTo>
                  <a:close/>
                  <a:moveTo>
                    <a:pt x="1984439" y="598062"/>
                  </a:moveTo>
                  <a:lnTo>
                    <a:pt x="1883161" y="705691"/>
                  </a:lnTo>
                  <a:lnTo>
                    <a:pt x="1939590" y="645582"/>
                  </a:lnTo>
                  <a:close/>
                  <a:moveTo>
                    <a:pt x="1984439" y="598062"/>
                  </a:moveTo>
                  <a:lnTo>
                    <a:pt x="1939590" y="645582"/>
                  </a:lnTo>
                  <a:lnTo>
                    <a:pt x="2060383" y="603346"/>
                  </a:lnTo>
                  <a:close/>
                  <a:moveTo>
                    <a:pt x="1526571" y="11432"/>
                  </a:moveTo>
                  <a:lnTo>
                    <a:pt x="1506387" y="9533"/>
                  </a:lnTo>
                  <a:lnTo>
                    <a:pt x="1477819" y="33729"/>
                  </a:lnTo>
                  <a:close/>
                  <a:moveTo>
                    <a:pt x="1533656" y="9533"/>
                  </a:moveTo>
                  <a:lnTo>
                    <a:pt x="1477819" y="33729"/>
                  </a:lnTo>
                  <a:lnTo>
                    <a:pt x="1600887" y="0"/>
                  </a:lnTo>
                  <a:close/>
                  <a:moveTo>
                    <a:pt x="1526571" y="11432"/>
                  </a:moveTo>
                  <a:lnTo>
                    <a:pt x="1477819" y="33729"/>
                  </a:lnTo>
                  <a:lnTo>
                    <a:pt x="1533656" y="953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84" name="Candidate_density__2103">
              <a:extLst>
                <a:ext uri="{FF2B5EF4-FFF2-40B4-BE49-F238E27FC236}">
                  <a16:creationId xmlns:a16="http://schemas.microsoft.com/office/drawing/2014/main" id="{EDBE970F-2152-A40E-72B0-D11E5F5059ED}"/>
                </a:ext>
              </a:extLst>
            </p:cNvPr>
            <p:cNvSpPr>
              <a:spLocks noGrp="1"/>
            </p:cNvSpPr>
            <p:nvPr/>
          </p:nvSpPr>
          <p:spPr>
            <a:xfrm>
              <a:off x="3987497" y="1506742"/>
              <a:ext cx="2449256" cy="3042019"/>
            </a:xfrm>
            <a:custGeom>
              <a:avLst/>
              <a:gdLst/>
              <a:ahLst/>
              <a:cxnLst/>
              <a:rect l="0" t="0" r="0" b="0"/>
              <a:pathLst>
                <a:path w="2449256" h="3042019">
                  <a:moveTo>
                    <a:pt x="81785" y="1266381"/>
                  </a:moveTo>
                  <a:lnTo>
                    <a:pt x="34527" y="1287358"/>
                  </a:lnTo>
                  <a:lnTo>
                    <a:pt x="56663" y="1369454"/>
                  </a:lnTo>
                  <a:close/>
                  <a:moveTo>
                    <a:pt x="0" y="1256020"/>
                  </a:moveTo>
                  <a:lnTo>
                    <a:pt x="34527" y="1287358"/>
                  </a:lnTo>
                  <a:lnTo>
                    <a:pt x="32868" y="1222602"/>
                  </a:lnTo>
                  <a:close/>
                  <a:moveTo>
                    <a:pt x="32868" y="1222602"/>
                  </a:moveTo>
                  <a:lnTo>
                    <a:pt x="34527" y="1287358"/>
                  </a:lnTo>
                  <a:lnTo>
                    <a:pt x="81785" y="1266381"/>
                  </a:lnTo>
                  <a:close/>
                  <a:moveTo>
                    <a:pt x="1697850" y="2954462"/>
                  </a:moveTo>
                  <a:lnTo>
                    <a:pt x="1816488" y="3010157"/>
                  </a:lnTo>
                  <a:lnTo>
                    <a:pt x="1795994" y="2926726"/>
                  </a:lnTo>
                  <a:close/>
                  <a:moveTo>
                    <a:pt x="1697850" y="2954462"/>
                  </a:moveTo>
                  <a:lnTo>
                    <a:pt x="1750191" y="3036677"/>
                  </a:lnTo>
                  <a:lnTo>
                    <a:pt x="1816488" y="3010157"/>
                  </a:lnTo>
                  <a:close/>
                  <a:moveTo>
                    <a:pt x="1795994" y="2926726"/>
                  </a:moveTo>
                  <a:lnTo>
                    <a:pt x="1893936" y="2954345"/>
                  </a:lnTo>
                  <a:lnTo>
                    <a:pt x="1865132" y="2916025"/>
                  </a:lnTo>
                  <a:close/>
                  <a:moveTo>
                    <a:pt x="1675260" y="2872247"/>
                  </a:moveTo>
                  <a:lnTo>
                    <a:pt x="1795994" y="2926726"/>
                  </a:lnTo>
                  <a:lnTo>
                    <a:pt x="1753402" y="2861260"/>
                  </a:lnTo>
                  <a:close/>
                  <a:moveTo>
                    <a:pt x="1675260" y="2872247"/>
                  </a:moveTo>
                  <a:lnTo>
                    <a:pt x="1697850" y="2954462"/>
                  </a:lnTo>
                  <a:lnTo>
                    <a:pt x="1795994" y="2926726"/>
                  </a:lnTo>
                  <a:close/>
                  <a:moveTo>
                    <a:pt x="1865132" y="2916025"/>
                  </a:moveTo>
                  <a:lnTo>
                    <a:pt x="1879449" y="2900180"/>
                  </a:lnTo>
                  <a:lnTo>
                    <a:pt x="1795994" y="2926726"/>
                  </a:lnTo>
                  <a:close/>
                  <a:moveTo>
                    <a:pt x="653509" y="1518369"/>
                  </a:moveTo>
                  <a:lnTo>
                    <a:pt x="673338" y="1455965"/>
                  </a:lnTo>
                  <a:lnTo>
                    <a:pt x="584394" y="1543655"/>
                  </a:lnTo>
                  <a:close/>
                  <a:moveTo>
                    <a:pt x="584394" y="1543655"/>
                  </a:moveTo>
                  <a:lnTo>
                    <a:pt x="673338" y="1455965"/>
                  </a:lnTo>
                  <a:lnTo>
                    <a:pt x="660693" y="1442126"/>
                  </a:lnTo>
                  <a:close/>
                  <a:moveTo>
                    <a:pt x="584394" y="1543655"/>
                  </a:moveTo>
                  <a:lnTo>
                    <a:pt x="660693" y="1442126"/>
                  </a:lnTo>
                  <a:lnTo>
                    <a:pt x="576899" y="1449657"/>
                  </a:lnTo>
                  <a:close/>
                  <a:moveTo>
                    <a:pt x="660693" y="1442126"/>
                  </a:moveTo>
                  <a:lnTo>
                    <a:pt x="673338" y="1455965"/>
                  </a:lnTo>
                  <a:lnTo>
                    <a:pt x="682896" y="1436153"/>
                  </a:lnTo>
                  <a:close/>
                  <a:moveTo>
                    <a:pt x="1920727" y="2998240"/>
                  </a:moveTo>
                  <a:lnTo>
                    <a:pt x="2035765" y="3042019"/>
                  </a:lnTo>
                  <a:lnTo>
                    <a:pt x="2015069" y="2959804"/>
                  </a:lnTo>
                  <a:close/>
                  <a:moveTo>
                    <a:pt x="2015069" y="2959804"/>
                  </a:moveTo>
                  <a:lnTo>
                    <a:pt x="2012251" y="2902844"/>
                  </a:lnTo>
                  <a:lnTo>
                    <a:pt x="1920727" y="2998240"/>
                  </a:lnTo>
                  <a:close/>
                  <a:moveTo>
                    <a:pt x="1920727" y="2998240"/>
                  </a:moveTo>
                  <a:lnTo>
                    <a:pt x="2012251" y="2902844"/>
                  </a:lnTo>
                  <a:lnTo>
                    <a:pt x="1888273" y="2912297"/>
                  </a:lnTo>
                  <a:close/>
                  <a:moveTo>
                    <a:pt x="1888273" y="2912297"/>
                  </a:moveTo>
                  <a:lnTo>
                    <a:pt x="2012251" y="2902844"/>
                  </a:lnTo>
                  <a:lnTo>
                    <a:pt x="1996983" y="2884510"/>
                  </a:lnTo>
                  <a:close/>
                  <a:moveTo>
                    <a:pt x="1920727" y="2998240"/>
                  </a:moveTo>
                  <a:lnTo>
                    <a:pt x="1888273" y="2912297"/>
                  </a:lnTo>
                  <a:lnTo>
                    <a:pt x="1893936" y="2954345"/>
                  </a:lnTo>
                  <a:close/>
                  <a:moveTo>
                    <a:pt x="1865132" y="2916025"/>
                  </a:moveTo>
                  <a:lnTo>
                    <a:pt x="1893936" y="2954345"/>
                  </a:lnTo>
                  <a:lnTo>
                    <a:pt x="1888273" y="2912297"/>
                  </a:lnTo>
                  <a:close/>
                  <a:moveTo>
                    <a:pt x="1879449" y="2900180"/>
                  </a:moveTo>
                  <a:lnTo>
                    <a:pt x="1865132" y="2916025"/>
                  </a:lnTo>
                  <a:lnTo>
                    <a:pt x="1888273" y="2912297"/>
                  </a:lnTo>
                  <a:close/>
                  <a:moveTo>
                    <a:pt x="1996983" y="2884510"/>
                  </a:moveTo>
                  <a:lnTo>
                    <a:pt x="2012251" y="2902844"/>
                  </a:lnTo>
                  <a:lnTo>
                    <a:pt x="2027802" y="2877589"/>
                  </a:lnTo>
                  <a:close/>
                  <a:moveTo>
                    <a:pt x="1114636" y="1815907"/>
                  </a:moveTo>
                  <a:lnTo>
                    <a:pt x="1023686" y="1847229"/>
                  </a:lnTo>
                  <a:lnTo>
                    <a:pt x="1128396" y="1827521"/>
                  </a:lnTo>
                  <a:close/>
                  <a:moveTo>
                    <a:pt x="1128396" y="1827521"/>
                  </a:moveTo>
                  <a:lnTo>
                    <a:pt x="1023686" y="1847229"/>
                  </a:lnTo>
                  <a:lnTo>
                    <a:pt x="1009560" y="1877072"/>
                  </a:lnTo>
                  <a:close/>
                  <a:moveTo>
                    <a:pt x="840492" y="1600584"/>
                  </a:moveTo>
                  <a:lnTo>
                    <a:pt x="795141" y="1632710"/>
                  </a:lnTo>
                  <a:lnTo>
                    <a:pt x="918291" y="1599287"/>
                  </a:lnTo>
                  <a:close/>
                  <a:moveTo>
                    <a:pt x="918291" y="1599287"/>
                  </a:moveTo>
                  <a:lnTo>
                    <a:pt x="795141" y="1632710"/>
                  </a:lnTo>
                  <a:lnTo>
                    <a:pt x="888576" y="1644362"/>
                  </a:lnTo>
                  <a:close/>
                  <a:moveTo>
                    <a:pt x="888576" y="1644362"/>
                  </a:moveTo>
                  <a:lnTo>
                    <a:pt x="795141" y="1632710"/>
                  </a:lnTo>
                  <a:lnTo>
                    <a:pt x="840981" y="1656423"/>
                  </a:lnTo>
                  <a:close/>
                  <a:moveTo>
                    <a:pt x="673338" y="1455965"/>
                  </a:moveTo>
                  <a:lnTo>
                    <a:pt x="653509" y="1518369"/>
                  </a:lnTo>
                  <a:lnTo>
                    <a:pt x="712961" y="1499725"/>
                  </a:lnTo>
                  <a:close/>
                  <a:moveTo>
                    <a:pt x="682896" y="1436153"/>
                  </a:moveTo>
                  <a:lnTo>
                    <a:pt x="673338" y="1455965"/>
                  </a:lnTo>
                  <a:lnTo>
                    <a:pt x="712961" y="1499725"/>
                  </a:lnTo>
                  <a:close/>
                  <a:moveTo>
                    <a:pt x="2015069" y="2959804"/>
                  </a:moveTo>
                  <a:lnTo>
                    <a:pt x="2055477" y="3037140"/>
                  </a:lnTo>
                  <a:lnTo>
                    <a:pt x="2035112" y="2953603"/>
                  </a:lnTo>
                  <a:close/>
                  <a:moveTo>
                    <a:pt x="2015069" y="2959804"/>
                  </a:moveTo>
                  <a:lnTo>
                    <a:pt x="2035765" y="3042019"/>
                  </a:lnTo>
                  <a:lnTo>
                    <a:pt x="2055477" y="3037140"/>
                  </a:lnTo>
                  <a:close/>
                  <a:moveTo>
                    <a:pt x="2012251" y="2902844"/>
                  </a:moveTo>
                  <a:lnTo>
                    <a:pt x="2015069" y="2959804"/>
                  </a:lnTo>
                  <a:lnTo>
                    <a:pt x="2035112" y="2953603"/>
                  </a:lnTo>
                  <a:close/>
                  <a:moveTo>
                    <a:pt x="2035112" y="2953603"/>
                  </a:moveTo>
                  <a:lnTo>
                    <a:pt x="2133779" y="2863358"/>
                  </a:lnTo>
                  <a:lnTo>
                    <a:pt x="2027802" y="2877589"/>
                  </a:lnTo>
                  <a:close/>
                  <a:moveTo>
                    <a:pt x="2027802" y="2877589"/>
                  </a:moveTo>
                  <a:lnTo>
                    <a:pt x="2133779" y="2863358"/>
                  </a:lnTo>
                  <a:lnTo>
                    <a:pt x="2103505" y="2839152"/>
                  </a:lnTo>
                  <a:close/>
                  <a:moveTo>
                    <a:pt x="2027802" y="2877589"/>
                  </a:moveTo>
                  <a:lnTo>
                    <a:pt x="2012251" y="2902844"/>
                  </a:lnTo>
                  <a:lnTo>
                    <a:pt x="2035112" y="2953603"/>
                  </a:lnTo>
                  <a:close/>
                  <a:moveTo>
                    <a:pt x="2120120" y="2812289"/>
                  </a:moveTo>
                  <a:lnTo>
                    <a:pt x="2027802" y="2877589"/>
                  </a:lnTo>
                  <a:lnTo>
                    <a:pt x="2103505" y="2839152"/>
                  </a:lnTo>
                  <a:close/>
                  <a:moveTo>
                    <a:pt x="2120120" y="2812289"/>
                  </a:moveTo>
                  <a:lnTo>
                    <a:pt x="2076943" y="2866060"/>
                  </a:lnTo>
                  <a:lnTo>
                    <a:pt x="2027802" y="2877589"/>
                  </a:lnTo>
                  <a:close/>
                  <a:moveTo>
                    <a:pt x="942462" y="1359280"/>
                  </a:moveTo>
                  <a:lnTo>
                    <a:pt x="932688" y="1277065"/>
                  </a:lnTo>
                  <a:lnTo>
                    <a:pt x="886986" y="1379337"/>
                  </a:lnTo>
                  <a:close/>
                  <a:moveTo>
                    <a:pt x="469474" y="875846"/>
                  </a:moveTo>
                  <a:lnTo>
                    <a:pt x="388142" y="881375"/>
                  </a:lnTo>
                  <a:lnTo>
                    <a:pt x="485332" y="879953"/>
                  </a:lnTo>
                  <a:close/>
                  <a:moveTo>
                    <a:pt x="494484" y="865990"/>
                  </a:moveTo>
                  <a:lnTo>
                    <a:pt x="460246" y="783774"/>
                  </a:lnTo>
                  <a:lnTo>
                    <a:pt x="469474" y="875846"/>
                  </a:lnTo>
                  <a:close/>
                  <a:moveTo>
                    <a:pt x="460246" y="783774"/>
                  </a:moveTo>
                  <a:lnTo>
                    <a:pt x="457785" y="785257"/>
                  </a:lnTo>
                  <a:lnTo>
                    <a:pt x="469474" y="875846"/>
                  </a:lnTo>
                  <a:close/>
                  <a:moveTo>
                    <a:pt x="469474" y="875846"/>
                  </a:moveTo>
                  <a:lnTo>
                    <a:pt x="485332" y="879953"/>
                  </a:lnTo>
                  <a:lnTo>
                    <a:pt x="494484" y="865990"/>
                  </a:lnTo>
                  <a:close/>
                  <a:moveTo>
                    <a:pt x="414812" y="701560"/>
                  </a:moveTo>
                  <a:lnTo>
                    <a:pt x="457785" y="785257"/>
                  </a:lnTo>
                  <a:lnTo>
                    <a:pt x="458776" y="780667"/>
                  </a:lnTo>
                  <a:close/>
                  <a:moveTo>
                    <a:pt x="376089" y="822211"/>
                  </a:moveTo>
                  <a:lnTo>
                    <a:pt x="457785" y="785257"/>
                  </a:lnTo>
                  <a:lnTo>
                    <a:pt x="414812" y="701560"/>
                  </a:lnTo>
                  <a:close/>
                  <a:moveTo>
                    <a:pt x="457785" y="785257"/>
                  </a:moveTo>
                  <a:lnTo>
                    <a:pt x="460246" y="783774"/>
                  </a:lnTo>
                  <a:lnTo>
                    <a:pt x="458776" y="780667"/>
                  </a:lnTo>
                  <a:close/>
                  <a:moveTo>
                    <a:pt x="2103505" y="2839152"/>
                  </a:moveTo>
                  <a:lnTo>
                    <a:pt x="2133779" y="2863358"/>
                  </a:lnTo>
                  <a:lnTo>
                    <a:pt x="2135376" y="2832590"/>
                  </a:lnTo>
                  <a:close/>
                  <a:moveTo>
                    <a:pt x="2120120" y="2812289"/>
                  </a:moveTo>
                  <a:lnTo>
                    <a:pt x="2103505" y="2839152"/>
                  </a:lnTo>
                  <a:lnTo>
                    <a:pt x="2135376" y="2832590"/>
                  </a:lnTo>
                  <a:close/>
                  <a:moveTo>
                    <a:pt x="1815116" y="2410720"/>
                  </a:moveTo>
                  <a:lnTo>
                    <a:pt x="1777272" y="2345862"/>
                  </a:lnTo>
                  <a:lnTo>
                    <a:pt x="1774461" y="2355899"/>
                  </a:lnTo>
                  <a:close/>
                  <a:moveTo>
                    <a:pt x="1873954" y="2323385"/>
                  </a:moveTo>
                  <a:lnTo>
                    <a:pt x="1777272" y="2345862"/>
                  </a:lnTo>
                  <a:lnTo>
                    <a:pt x="1815116" y="2410720"/>
                  </a:lnTo>
                  <a:close/>
                  <a:moveTo>
                    <a:pt x="1583087" y="2099216"/>
                  </a:moveTo>
                  <a:lnTo>
                    <a:pt x="1696304" y="2127140"/>
                  </a:lnTo>
                  <a:lnTo>
                    <a:pt x="1662052" y="2074197"/>
                  </a:lnTo>
                  <a:close/>
                  <a:moveTo>
                    <a:pt x="1693705" y="2142995"/>
                  </a:moveTo>
                  <a:lnTo>
                    <a:pt x="1696304" y="2127140"/>
                  </a:lnTo>
                  <a:lnTo>
                    <a:pt x="1583087" y="2099216"/>
                  </a:lnTo>
                  <a:close/>
                  <a:moveTo>
                    <a:pt x="1601457" y="2181432"/>
                  </a:moveTo>
                  <a:lnTo>
                    <a:pt x="1693705" y="2142995"/>
                  </a:lnTo>
                  <a:lnTo>
                    <a:pt x="1583087" y="2099216"/>
                  </a:lnTo>
                  <a:close/>
                  <a:moveTo>
                    <a:pt x="1662052" y="2074197"/>
                  </a:moveTo>
                  <a:lnTo>
                    <a:pt x="1696304" y="2127140"/>
                  </a:lnTo>
                  <a:lnTo>
                    <a:pt x="1753339" y="2061727"/>
                  </a:lnTo>
                  <a:close/>
                  <a:moveTo>
                    <a:pt x="942462" y="1359280"/>
                  </a:moveTo>
                  <a:lnTo>
                    <a:pt x="1044772" y="1363118"/>
                  </a:lnTo>
                  <a:lnTo>
                    <a:pt x="1013773" y="1336853"/>
                  </a:lnTo>
                  <a:close/>
                  <a:moveTo>
                    <a:pt x="932688" y="1277065"/>
                  </a:moveTo>
                  <a:lnTo>
                    <a:pt x="942462" y="1359280"/>
                  </a:lnTo>
                  <a:lnTo>
                    <a:pt x="1013773" y="1336853"/>
                  </a:lnTo>
                  <a:close/>
                  <a:moveTo>
                    <a:pt x="1097782" y="1329148"/>
                  </a:moveTo>
                  <a:lnTo>
                    <a:pt x="973980" y="1269113"/>
                  </a:lnTo>
                  <a:lnTo>
                    <a:pt x="1013773" y="1336853"/>
                  </a:lnTo>
                  <a:close/>
                  <a:moveTo>
                    <a:pt x="460246" y="783774"/>
                  </a:moveTo>
                  <a:lnTo>
                    <a:pt x="494484" y="865990"/>
                  </a:lnTo>
                  <a:lnTo>
                    <a:pt x="566013" y="827554"/>
                  </a:lnTo>
                  <a:close/>
                  <a:moveTo>
                    <a:pt x="460246" y="783774"/>
                  </a:moveTo>
                  <a:lnTo>
                    <a:pt x="566013" y="827554"/>
                  </a:lnTo>
                  <a:lnTo>
                    <a:pt x="513623" y="745338"/>
                  </a:lnTo>
                  <a:close/>
                  <a:moveTo>
                    <a:pt x="472326" y="673342"/>
                  </a:moveTo>
                  <a:lnTo>
                    <a:pt x="458776" y="780667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58776" y="780667"/>
                  </a:lnTo>
                  <a:lnTo>
                    <a:pt x="460246" y="783774"/>
                  </a:lnTo>
                  <a:close/>
                  <a:moveTo>
                    <a:pt x="491266" y="663123"/>
                  </a:moveTo>
                  <a:lnTo>
                    <a:pt x="460246" y="783774"/>
                  </a:lnTo>
                  <a:lnTo>
                    <a:pt x="513623" y="745338"/>
                  </a:lnTo>
                  <a:close/>
                  <a:moveTo>
                    <a:pt x="414812" y="701560"/>
                  </a:moveTo>
                  <a:lnTo>
                    <a:pt x="458776" y="780667"/>
                  </a:lnTo>
                  <a:lnTo>
                    <a:pt x="472326" y="673342"/>
                  </a:lnTo>
                  <a:close/>
                  <a:moveTo>
                    <a:pt x="427201" y="662611"/>
                  </a:moveTo>
                  <a:lnTo>
                    <a:pt x="414812" y="701560"/>
                  </a:lnTo>
                  <a:lnTo>
                    <a:pt x="472326" y="673342"/>
                  </a:lnTo>
                  <a:close/>
                  <a:moveTo>
                    <a:pt x="538341" y="584285"/>
                  </a:moveTo>
                  <a:lnTo>
                    <a:pt x="427201" y="662611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27201" y="662611"/>
                  </a:lnTo>
                  <a:lnTo>
                    <a:pt x="472326" y="673342"/>
                  </a:lnTo>
                  <a:close/>
                  <a:moveTo>
                    <a:pt x="2218831" y="2687492"/>
                  </a:moveTo>
                  <a:lnTo>
                    <a:pt x="2196324" y="2743541"/>
                  </a:lnTo>
                  <a:lnTo>
                    <a:pt x="2208030" y="2718501"/>
                  </a:lnTo>
                  <a:close/>
                  <a:moveTo>
                    <a:pt x="2208030" y="2718501"/>
                  </a:moveTo>
                  <a:lnTo>
                    <a:pt x="2242800" y="2777109"/>
                  </a:lnTo>
                  <a:lnTo>
                    <a:pt x="2243111" y="2705504"/>
                  </a:lnTo>
                  <a:close/>
                  <a:moveTo>
                    <a:pt x="2218831" y="2687492"/>
                  </a:moveTo>
                  <a:lnTo>
                    <a:pt x="2208030" y="2718501"/>
                  </a:lnTo>
                  <a:lnTo>
                    <a:pt x="2243111" y="2705504"/>
                  </a:lnTo>
                  <a:close/>
                  <a:moveTo>
                    <a:pt x="2335790" y="2690750"/>
                  </a:moveTo>
                  <a:lnTo>
                    <a:pt x="2243111" y="2705504"/>
                  </a:lnTo>
                  <a:lnTo>
                    <a:pt x="2242800" y="2777109"/>
                  </a:lnTo>
                  <a:close/>
                  <a:moveTo>
                    <a:pt x="2243111" y="2705504"/>
                  </a:moveTo>
                  <a:lnTo>
                    <a:pt x="2292605" y="2684664"/>
                  </a:lnTo>
                  <a:lnTo>
                    <a:pt x="2218831" y="2687492"/>
                  </a:lnTo>
                  <a:close/>
                  <a:moveTo>
                    <a:pt x="2243111" y="2705504"/>
                  </a:moveTo>
                  <a:lnTo>
                    <a:pt x="2335790" y="2690750"/>
                  </a:lnTo>
                  <a:lnTo>
                    <a:pt x="2292605" y="2684664"/>
                  </a:lnTo>
                  <a:close/>
                  <a:moveTo>
                    <a:pt x="1693705" y="2142995"/>
                  </a:moveTo>
                  <a:lnTo>
                    <a:pt x="1705347" y="2160950"/>
                  </a:lnTo>
                  <a:lnTo>
                    <a:pt x="1706584" y="2138086"/>
                  </a:lnTo>
                  <a:close/>
                  <a:moveTo>
                    <a:pt x="1696304" y="2127140"/>
                  </a:moveTo>
                  <a:lnTo>
                    <a:pt x="1693705" y="2142995"/>
                  </a:lnTo>
                  <a:lnTo>
                    <a:pt x="1706584" y="2138086"/>
                  </a:lnTo>
                  <a:close/>
                  <a:moveTo>
                    <a:pt x="1705347" y="2160950"/>
                  </a:moveTo>
                  <a:lnTo>
                    <a:pt x="1795567" y="2104559"/>
                  </a:lnTo>
                  <a:lnTo>
                    <a:pt x="1706584" y="2138086"/>
                  </a:lnTo>
                  <a:close/>
                  <a:moveTo>
                    <a:pt x="1833182" y="2145044"/>
                  </a:moveTo>
                  <a:lnTo>
                    <a:pt x="1795567" y="2104559"/>
                  </a:lnTo>
                  <a:lnTo>
                    <a:pt x="1705347" y="2160950"/>
                  </a:lnTo>
                  <a:close/>
                  <a:moveTo>
                    <a:pt x="1810734" y="2061114"/>
                  </a:moveTo>
                  <a:lnTo>
                    <a:pt x="1706584" y="2138086"/>
                  </a:lnTo>
                  <a:lnTo>
                    <a:pt x="1795567" y="2104559"/>
                  </a:lnTo>
                  <a:close/>
                  <a:moveTo>
                    <a:pt x="1696304" y="2127140"/>
                  </a:moveTo>
                  <a:lnTo>
                    <a:pt x="1706584" y="2138086"/>
                  </a:lnTo>
                  <a:lnTo>
                    <a:pt x="1810734" y="2061114"/>
                  </a:lnTo>
                  <a:close/>
                  <a:moveTo>
                    <a:pt x="1753339" y="2061727"/>
                  </a:moveTo>
                  <a:lnTo>
                    <a:pt x="1696304" y="2127140"/>
                  </a:lnTo>
                  <a:lnTo>
                    <a:pt x="1810734" y="2061114"/>
                  </a:lnTo>
                  <a:close/>
                  <a:moveTo>
                    <a:pt x="1398101" y="1731920"/>
                  </a:moveTo>
                  <a:lnTo>
                    <a:pt x="1473514" y="1705922"/>
                  </a:lnTo>
                  <a:lnTo>
                    <a:pt x="1421899" y="1658501"/>
                  </a:lnTo>
                  <a:close/>
                  <a:moveTo>
                    <a:pt x="595599" y="583161"/>
                  </a:moveTo>
                  <a:lnTo>
                    <a:pt x="491266" y="663123"/>
                  </a:lnTo>
                  <a:lnTo>
                    <a:pt x="571142" y="624687"/>
                  </a:lnTo>
                  <a:close/>
                  <a:moveTo>
                    <a:pt x="595599" y="583161"/>
                  </a:moveTo>
                  <a:lnTo>
                    <a:pt x="538341" y="584285"/>
                  </a:lnTo>
                  <a:lnTo>
                    <a:pt x="491266" y="663123"/>
                  </a:lnTo>
                  <a:close/>
                  <a:moveTo>
                    <a:pt x="2415300" y="2477198"/>
                  </a:moveTo>
                  <a:lnTo>
                    <a:pt x="2437751" y="2568357"/>
                  </a:lnTo>
                  <a:lnTo>
                    <a:pt x="2447990" y="2556563"/>
                  </a:lnTo>
                  <a:close/>
                  <a:moveTo>
                    <a:pt x="2437751" y="2568357"/>
                  </a:moveTo>
                  <a:lnTo>
                    <a:pt x="2449256" y="2559413"/>
                  </a:lnTo>
                  <a:lnTo>
                    <a:pt x="2447990" y="2556563"/>
                  </a:lnTo>
                  <a:close/>
                  <a:moveTo>
                    <a:pt x="664020" y="560319"/>
                  </a:moveTo>
                  <a:lnTo>
                    <a:pt x="595599" y="583161"/>
                  </a:lnTo>
                  <a:lnTo>
                    <a:pt x="715640" y="538115"/>
                  </a:lnTo>
                  <a:close/>
                  <a:moveTo>
                    <a:pt x="715640" y="538115"/>
                  </a:moveTo>
                  <a:lnTo>
                    <a:pt x="727804" y="504036"/>
                  </a:lnTo>
                  <a:lnTo>
                    <a:pt x="697039" y="542472"/>
                  </a:lnTo>
                  <a:close/>
                  <a:moveTo>
                    <a:pt x="2415300" y="2477198"/>
                  </a:moveTo>
                  <a:lnTo>
                    <a:pt x="2447990" y="2556563"/>
                  </a:lnTo>
                  <a:lnTo>
                    <a:pt x="2434657" y="2470781"/>
                  </a:lnTo>
                  <a:close/>
                  <a:moveTo>
                    <a:pt x="819731" y="433433"/>
                  </a:moveTo>
                  <a:lnTo>
                    <a:pt x="727804" y="504036"/>
                  </a:lnTo>
                  <a:lnTo>
                    <a:pt x="794963" y="465599"/>
                  </a:lnTo>
                  <a:close/>
                  <a:moveTo>
                    <a:pt x="819731" y="433433"/>
                  </a:moveTo>
                  <a:lnTo>
                    <a:pt x="767941" y="455003"/>
                  </a:lnTo>
                  <a:lnTo>
                    <a:pt x="727804" y="504036"/>
                  </a:lnTo>
                  <a:close/>
                  <a:moveTo>
                    <a:pt x="1554966" y="1099741"/>
                  </a:moveTo>
                  <a:lnTo>
                    <a:pt x="1506134" y="1123320"/>
                  </a:lnTo>
                  <a:lnTo>
                    <a:pt x="1577968" y="1102549"/>
                  </a:lnTo>
                  <a:close/>
                  <a:moveTo>
                    <a:pt x="1577968" y="1102549"/>
                  </a:moveTo>
                  <a:lnTo>
                    <a:pt x="1506134" y="1123320"/>
                  </a:lnTo>
                  <a:lnTo>
                    <a:pt x="1467719" y="1184208"/>
                  </a:lnTo>
                  <a:close/>
                  <a:moveTo>
                    <a:pt x="1577968" y="1102549"/>
                  </a:moveTo>
                  <a:lnTo>
                    <a:pt x="1467719" y="1184208"/>
                  </a:lnTo>
                  <a:lnTo>
                    <a:pt x="1513679" y="1140840"/>
                  </a:lnTo>
                  <a:close/>
                  <a:moveTo>
                    <a:pt x="1554966" y="1099741"/>
                  </a:moveTo>
                  <a:lnTo>
                    <a:pt x="1577968" y="1102549"/>
                  </a:lnTo>
                  <a:lnTo>
                    <a:pt x="1587500" y="1084884"/>
                  </a:lnTo>
                  <a:close/>
                  <a:moveTo>
                    <a:pt x="1811438" y="772533"/>
                  </a:moveTo>
                  <a:lnTo>
                    <a:pt x="1849807" y="722928"/>
                  </a:lnTo>
                  <a:lnTo>
                    <a:pt x="1775487" y="761365"/>
                  </a:lnTo>
                  <a:close/>
                  <a:moveTo>
                    <a:pt x="1354138" y="229637"/>
                  </a:moveTo>
                  <a:lnTo>
                    <a:pt x="1336167" y="325408"/>
                  </a:lnTo>
                  <a:lnTo>
                    <a:pt x="1376222" y="259966"/>
                  </a:lnTo>
                  <a:close/>
                  <a:moveTo>
                    <a:pt x="1354138" y="229637"/>
                  </a:moveTo>
                  <a:lnTo>
                    <a:pt x="1285723" y="268074"/>
                  </a:lnTo>
                  <a:lnTo>
                    <a:pt x="1336167" y="325408"/>
                  </a:lnTo>
                  <a:close/>
                  <a:moveTo>
                    <a:pt x="1349261" y="159162"/>
                  </a:moveTo>
                  <a:lnTo>
                    <a:pt x="1285723" y="268074"/>
                  </a:lnTo>
                  <a:lnTo>
                    <a:pt x="1354138" y="229637"/>
                  </a:lnTo>
                  <a:close/>
                  <a:moveTo>
                    <a:pt x="1349261" y="159162"/>
                  </a:moveTo>
                  <a:lnTo>
                    <a:pt x="1302706" y="200303"/>
                  </a:lnTo>
                  <a:lnTo>
                    <a:pt x="1285723" y="268074"/>
                  </a:lnTo>
                  <a:close/>
                  <a:moveTo>
                    <a:pt x="1349261" y="159162"/>
                  </a:moveTo>
                  <a:lnTo>
                    <a:pt x="1347705" y="147423"/>
                  </a:lnTo>
                  <a:lnTo>
                    <a:pt x="1306115" y="185859"/>
                  </a:lnTo>
                  <a:close/>
                  <a:moveTo>
                    <a:pt x="1833811" y="794045"/>
                  </a:moveTo>
                  <a:lnTo>
                    <a:pt x="1849807" y="722928"/>
                  </a:lnTo>
                  <a:lnTo>
                    <a:pt x="1811438" y="772533"/>
                  </a:lnTo>
                  <a:close/>
                  <a:moveTo>
                    <a:pt x="1886234" y="711926"/>
                  </a:moveTo>
                  <a:lnTo>
                    <a:pt x="1849807" y="722928"/>
                  </a:lnTo>
                  <a:lnTo>
                    <a:pt x="1833811" y="794045"/>
                  </a:lnTo>
                  <a:close/>
                  <a:moveTo>
                    <a:pt x="1934156" y="773059"/>
                  </a:moveTo>
                  <a:lnTo>
                    <a:pt x="1886234" y="711926"/>
                  </a:lnTo>
                  <a:lnTo>
                    <a:pt x="1833811" y="794045"/>
                  </a:lnTo>
                  <a:close/>
                  <a:moveTo>
                    <a:pt x="1960766" y="766707"/>
                  </a:moveTo>
                  <a:lnTo>
                    <a:pt x="1956394" y="684492"/>
                  </a:lnTo>
                  <a:lnTo>
                    <a:pt x="1934156" y="773059"/>
                  </a:lnTo>
                  <a:close/>
                  <a:moveTo>
                    <a:pt x="1956394" y="684492"/>
                  </a:moveTo>
                  <a:lnTo>
                    <a:pt x="1886234" y="711926"/>
                  </a:lnTo>
                  <a:lnTo>
                    <a:pt x="1934156" y="773059"/>
                  </a:lnTo>
                  <a:close/>
                  <a:moveTo>
                    <a:pt x="1866903" y="701252"/>
                  </a:moveTo>
                  <a:lnTo>
                    <a:pt x="1849807" y="722928"/>
                  </a:lnTo>
                  <a:lnTo>
                    <a:pt x="1886234" y="711926"/>
                  </a:lnTo>
                  <a:close/>
                  <a:moveTo>
                    <a:pt x="1979474" y="628270"/>
                  </a:moveTo>
                  <a:lnTo>
                    <a:pt x="1886234" y="711926"/>
                  </a:lnTo>
                  <a:lnTo>
                    <a:pt x="1956394" y="684492"/>
                  </a:lnTo>
                  <a:close/>
                  <a:moveTo>
                    <a:pt x="1684637" y="394068"/>
                  </a:moveTo>
                  <a:lnTo>
                    <a:pt x="1711302" y="437846"/>
                  </a:lnTo>
                  <a:lnTo>
                    <a:pt x="1732697" y="355632"/>
                  </a:lnTo>
                  <a:close/>
                  <a:moveTo>
                    <a:pt x="1354138" y="229637"/>
                  </a:moveTo>
                  <a:lnTo>
                    <a:pt x="1376222" y="259966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54138" y="229637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81623" y="218652"/>
                  </a:lnTo>
                  <a:lnTo>
                    <a:pt x="1347705" y="147423"/>
                  </a:lnTo>
                  <a:close/>
                  <a:moveTo>
                    <a:pt x="1347705" y="147423"/>
                  </a:moveTo>
                  <a:lnTo>
                    <a:pt x="1381623" y="218652"/>
                  </a:lnTo>
                  <a:lnTo>
                    <a:pt x="1445360" y="191201"/>
                  </a:lnTo>
                  <a:close/>
                  <a:moveTo>
                    <a:pt x="1347705" y="147423"/>
                  </a:moveTo>
                  <a:lnTo>
                    <a:pt x="1445360" y="191201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347705" y="147423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400093" y="70555"/>
                  </a:lnTo>
                  <a:lnTo>
                    <a:pt x="1347705" y="147423"/>
                  </a:lnTo>
                  <a:close/>
                  <a:moveTo>
                    <a:pt x="1956394" y="684492"/>
                  </a:moveTo>
                  <a:lnTo>
                    <a:pt x="1960766" y="766707"/>
                  </a:lnTo>
                  <a:lnTo>
                    <a:pt x="2033287" y="728271"/>
                  </a:lnTo>
                  <a:close/>
                  <a:moveTo>
                    <a:pt x="1956394" y="684492"/>
                  </a:moveTo>
                  <a:lnTo>
                    <a:pt x="2033287" y="728271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56394" y="684492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79474" y="628270"/>
                  </a:lnTo>
                  <a:lnTo>
                    <a:pt x="1956394" y="684492"/>
                  </a:lnTo>
                  <a:close/>
                  <a:moveTo>
                    <a:pt x="1979474" y="628270"/>
                  </a:moveTo>
                  <a:lnTo>
                    <a:pt x="2034140" y="617458"/>
                  </a:lnTo>
                  <a:lnTo>
                    <a:pt x="1998134" y="602277"/>
                  </a:lnTo>
                  <a:close/>
                  <a:moveTo>
                    <a:pt x="1732697" y="355632"/>
                  </a:moveTo>
                  <a:lnTo>
                    <a:pt x="1808557" y="331359"/>
                  </a:lnTo>
                  <a:lnTo>
                    <a:pt x="1794499" y="325544"/>
                  </a:lnTo>
                  <a:close/>
                  <a:moveTo>
                    <a:pt x="1783749" y="399410"/>
                  </a:moveTo>
                  <a:lnTo>
                    <a:pt x="1808557" y="331359"/>
                  </a:lnTo>
                  <a:lnTo>
                    <a:pt x="1732697" y="355632"/>
                  </a:lnTo>
                  <a:close/>
                  <a:moveTo>
                    <a:pt x="1711302" y="437846"/>
                  </a:moveTo>
                  <a:lnTo>
                    <a:pt x="1783749" y="399410"/>
                  </a:lnTo>
                  <a:lnTo>
                    <a:pt x="1732697" y="355632"/>
                  </a:lnTo>
                  <a:close/>
                  <a:moveTo>
                    <a:pt x="1794499" y="325544"/>
                  </a:moveTo>
                  <a:lnTo>
                    <a:pt x="1737262" y="279998"/>
                  </a:lnTo>
                  <a:lnTo>
                    <a:pt x="1732697" y="355632"/>
                  </a:lnTo>
                  <a:close/>
                  <a:moveTo>
                    <a:pt x="1737262" y="279998"/>
                  </a:moveTo>
                  <a:lnTo>
                    <a:pt x="1794499" y="325544"/>
                  </a:lnTo>
                  <a:lnTo>
                    <a:pt x="1815022" y="317195"/>
                  </a:lnTo>
                  <a:close/>
                  <a:moveTo>
                    <a:pt x="1794499" y="325544"/>
                  </a:moveTo>
                  <a:lnTo>
                    <a:pt x="1808557" y="331359"/>
                  </a:lnTo>
                  <a:lnTo>
                    <a:pt x="1815022" y="317195"/>
                  </a:lnTo>
                  <a:close/>
                  <a:moveTo>
                    <a:pt x="1453404" y="54676"/>
                  </a:moveTo>
                  <a:lnTo>
                    <a:pt x="1425047" y="108986"/>
                  </a:lnTo>
                  <a:lnTo>
                    <a:pt x="1497351" y="85068"/>
                  </a:lnTo>
                  <a:close/>
                  <a:moveTo>
                    <a:pt x="1498596" y="26770"/>
                  </a:moveTo>
                  <a:lnTo>
                    <a:pt x="1453404" y="54676"/>
                  </a:lnTo>
                  <a:lnTo>
                    <a:pt x="1574207" y="12477"/>
                  </a:lnTo>
                  <a:close/>
                  <a:moveTo>
                    <a:pt x="1574207" y="12477"/>
                  </a:moveTo>
                  <a:lnTo>
                    <a:pt x="1453404" y="54676"/>
                  </a:lnTo>
                  <a:lnTo>
                    <a:pt x="1539676" y="70549"/>
                  </a:lnTo>
                  <a:close/>
                  <a:moveTo>
                    <a:pt x="1539676" y="70549"/>
                  </a:moveTo>
                  <a:lnTo>
                    <a:pt x="1453404" y="54676"/>
                  </a:lnTo>
                  <a:lnTo>
                    <a:pt x="1497351" y="85068"/>
                  </a:lnTo>
                  <a:close/>
                  <a:moveTo>
                    <a:pt x="1808557" y="331359"/>
                  </a:moveTo>
                  <a:lnTo>
                    <a:pt x="1867909" y="338060"/>
                  </a:lnTo>
                  <a:lnTo>
                    <a:pt x="1815022" y="317195"/>
                  </a:lnTo>
                  <a:close/>
                  <a:moveTo>
                    <a:pt x="1815022" y="317195"/>
                  </a:moveTo>
                  <a:lnTo>
                    <a:pt x="1901435" y="278758"/>
                  </a:lnTo>
                  <a:lnTo>
                    <a:pt x="1800306" y="300507"/>
                  </a:lnTo>
                  <a:close/>
                  <a:moveTo>
                    <a:pt x="1574207" y="12477"/>
                  </a:moveTo>
                  <a:lnTo>
                    <a:pt x="1539676" y="70549"/>
                  </a:lnTo>
                  <a:lnTo>
                    <a:pt x="1625891" y="41159"/>
                  </a:lnTo>
                  <a:close/>
                  <a:moveTo>
                    <a:pt x="1574207" y="12477"/>
                  </a:moveTo>
                  <a:lnTo>
                    <a:pt x="1625891" y="41159"/>
                  </a:lnTo>
                  <a:lnTo>
                    <a:pt x="1702959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85" name="Candidate_density__2104">
              <a:extLst>
                <a:ext uri="{FF2B5EF4-FFF2-40B4-BE49-F238E27FC236}">
                  <a16:creationId xmlns:a16="http://schemas.microsoft.com/office/drawing/2014/main" id="{C624FBB5-E81A-2A64-589E-0713BC35DC4B}"/>
                </a:ext>
              </a:extLst>
            </p:cNvPr>
            <p:cNvSpPr>
              <a:spLocks noGrp="1"/>
            </p:cNvSpPr>
            <p:nvPr/>
          </p:nvSpPr>
          <p:spPr>
            <a:xfrm>
              <a:off x="3816695" y="1621071"/>
              <a:ext cx="2347125" cy="2418373"/>
            </a:xfrm>
            <a:custGeom>
              <a:avLst/>
              <a:gdLst/>
              <a:ahLst/>
              <a:cxnLst/>
              <a:rect l="0" t="0" r="0" b="0"/>
              <a:pathLst>
                <a:path w="2347125" h="2418373">
                  <a:moveTo>
                    <a:pt x="684496" y="2378081"/>
                  </a:moveTo>
                  <a:lnTo>
                    <a:pt x="653071" y="2352590"/>
                  </a:lnTo>
                  <a:lnTo>
                    <a:pt x="724135" y="2418373"/>
                  </a:lnTo>
                  <a:close/>
                  <a:moveTo>
                    <a:pt x="569916" y="2259509"/>
                  </a:moveTo>
                  <a:lnTo>
                    <a:pt x="647993" y="2336158"/>
                  </a:lnTo>
                  <a:lnTo>
                    <a:pt x="578815" y="2261616"/>
                  </a:lnTo>
                  <a:close/>
                  <a:moveTo>
                    <a:pt x="569916" y="2259509"/>
                  </a:moveTo>
                  <a:lnTo>
                    <a:pt x="653071" y="2352590"/>
                  </a:lnTo>
                  <a:lnTo>
                    <a:pt x="647993" y="2336158"/>
                  </a:lnTo>
                  <a:close/>
                  <a:moveTo>
                    <a:pt x="647993" y="2336158"/>
                  </a:moveTo>
                  <a:lnTo>
                    <a:pt x="653071" y="2352590"/>
                  </a:lnTo>
                  <a:lnTo>
                    <a:pt x="684496" y="2378081"/>
                  </a:lnTo>
                  <a:close/>
                  <a:moveTo>
                    <a:pt x="564190" y="2253943"/>
                  </a:moveTo>
                  <a:lnTo>
                    <a:pt x="569916" y="2259509"/>
                  </a:lnTo>
                  <a:lnTo>
                    <a:pt x="578815" y="2261616"/>
                  </a:lnTo>
                  <a:close/>
                  <a:moveTo>
                    <a:pt x="684496" y="2378081"/>
                  </a:moveTo>
                  <a:lnTo>
                    <a:pt x="792401" y="2400001"/>
                  </a:lnTo>
                  <a:lnTo>
                    <a:pt x="802711" y="2326211"/>
                  </a:lnTo>
                  <a:close/>
                  <a:moveTo>
                    <a:pt x="792401" y="2400001"/>
                  </a:moveTo>
                  <a:lnTo>
                    <a:pt x="864458" y="2402012"/>
                  </a:lnTo>
                  <a:lnTo>
                    <a:pt x="802711" y="2326211"/>
                  </a:lnTo>
                  <a:close/>
                  <a:moveTo>
                    <a:pt x="665867" y="2297722"/>
                  </a:moveTo>
                  <a:lnTo>
                    <a:pt x="684496" y="2378081"/>
                  </a:lnTo>
                  <a:lnTo>
                    <a:pt x="734592" y="2350179"/>
                  </a:lnTo>
                  <a:close/>
                  <a:moveTo>
                    <a:pt x="665867" y="2297722"/>
                  </a:moveTo>
                  <a:lnTo>
                    <a:pt x="647993" y="2336158"/>
                  </a:lnTo>
                  <a:lnTo>
                    <a:pt x="684496" y="2378081"/>
                  </a:lnTo>
                  <a:close/>
                  <a:moveTo>
                    <a:pt x="595718" y="2238533"/>
                  </a:moveTo>
                  <a:lnTo>
                    <a:pt x="578815" y="2261616"/>
                  </a:lnTo>
                  <a:lnTo>
                    <a:pt x="635333" y="2215506"/>
                  </a:lnTo>
                  <a:close/>
                  <a:moveTo>
                    <a:pt x="635333" y="2215506"/>
                  </a:moveTo>
                  <a:lnTo>
                    <a:pt x="578815" y="2261616"/>
                  </a:lnTo>
                  <a:lnTo>
                    <a:pt x="647993" y="2336158"/>
                  </a:lnTo>
                  <a:close/>
                  <a:moveTo>
                    <a:pt x="635333" y="2215506"/>
                  </a:moveTo>
                  <a:lnTo>
                    <a:pt x="647993" y="2336158"/>
                  </a:lnTo>
                  <a:lnTo>
                    <a:pt x="665867" y="2297722"/>
                  </a:lnTo>
                  <a:close/>
                  <a:moveTo>
                    <a:pt x="564190" y="2253943"/>
                  </a:moveTo>
                  <a:lnTo>
                    <a:pt x="578815" y="2261616"/>
                  </a:lnTo>
                  <a:lnTo>
                    <a:pt x="595718" y="2238533"/>
                  </a:lnTo>
                  <a:close/>
                  <a:moveTo>
                    <a:pt x="495629" y="2229253"/>
                  </a:moveTo>
                  <a:lnTo>
                    <a:pt x="595718" y="2238533"/>
                  </a:lnTo>
                  <a:lnTo>
                    <a:pt x="620340" y="2201670"/>
                  </a:lnTo>
                  <a:close/>
                  <a:moveTo>
                    <a:pt x="0" y="1418959"/>
                  </a:moveTo>
                  <a:lnTo>
                    <a:pt x="31817" y="1493185"/>
                  </a:lnTo>
                  <a:lnTo>
                    <a:pt x="101250" y="1397237"/>
                  </a:lnTo>
                  <a:close/>
                  <a:moveTo>
                    <a:pt x="0" y="1418959"/>
                  </a:moveTo>
                  <a:lnTo>
                    <a:pt x="101250" y="1397237"/>
                  </a:lnTo>
                  <a:lnTo>
                    <a:pt x="21116" y="1354558"/>
                  </a:lnTo>
                  <a:close/>
                  <a:moveTo>
                    <a:pt x="105330" y="1390762"/>
                  </a:moveTo>
                  <a:lnTo>
                    <a:pt x="117016" y="1284327"/>
                  </a:lnTo>
                  <a:lnTo>
                    <a:pt x="57917" y="1276950"/>
                  </a:lnTo>
                  <a:close/>
                  <a:moveTo>
                    <a:pt x="680115" y="1930235"/>
                  </a:moveTo>
                  <a:lnTo>
                    <a:pt x="619749" y="1818627"/>
                  </a:lnTo>
                  <a:lnTo>
                    <a:pt x="618941" y="1919376"/>
                  </a:lnTo>
                  <a:close/>
                  <a:moveTo>
                    <a:pt x="684883" y="1809773"/>
                  </a:moveTo>
                  <a:lnTo>
                    <a:pt x="711737" y="1834324"/>
                  </a:lnTo>
                  <a:lnTo>
                    <a:pt x="652642" y="1791885"/>
                  </a:lnTo>
                  <a:close/>
                  <a:moveTo>
                    <a:pt x="636739" y="1504538"/>
                  </a:moveTo>
                  <a:lnTo>
                    <a:pt x="687547" y="1423732"/>
                  </a:lnTo>
                  <a:lnTo>
                    <a:pt x="624572" y="1414338"/>
                  </a:lnTo>
                  <a:close/>
                  <a:moveTo>
                    <a:pt x="687547" y="1423732"/>
                  </a:moveTo>
                  <a:lnTo>
                    <a:pt x="653131" y="1400005"/>
                  </a:lnTo>
                  <a:lnTo>
                    <a:pt x="624572" y="1414338"/>
                  </a:lnTo>
                  <a:close/>
                  <a:moveTo>
                    <a:pt x="391281" y="1082446"/>
                  </a:moveTo>
                  <a:lnTo>
                    <a:pt x="334706" y="1113616"/>
                  </a:lnTo>
                  <a:lnTo>
                    <a:pt x="422175" y="1157422"/>
                  </a:lnTo>
                  <a:close/>
                  <a:moveTo>
                    <a:pt x="422175" y="1157422"/>
                  </a:moveTo>
                  <a:lnTo>
                    <a:pt x="487144" y="1121521"/>
                  </a:lnTo>
                  <a:lnTo>
                    <a:pt x="454241" y="1091853"/>
                  </a:lnTo>
                  <a:close/>
                  <a:moveTo>
                    <a:pt x="453791" y="996820"/>
                  </a:moveTo>
                  <a:lnTo>
                    <a:pt x="431117" y="992964"/>
                  </a:lnTo>
                  <a:lnTo>
                    <a:pt x="454241" y="1091853"/>
                  </a:lnTo>
                  <a:close/>
                  <a:moveTo>
                    <a:pt x="454241" y="1091853"/>
                  </a:moveTo>
                  <a:lnTo>
                    <a:pt x="374276" y="996178"/>
                  </a:lnTo>
                  <a:lnTo>
                    <a:pt x="391281" y="1082446"/>
                  </a:lnTo>
                  <a:close/>
                  <a:moveTo>
                    <a:pt x="288489" y="936098"/>
                  </a:moveTo>
                  <a:lnTo>
                    <a:pt x="374276" y="996178"/>
                  </a:lnTo>
                  <a:lnTo>
                    <a:pt x="375637" y="983272"/>
                  </a:lnTo>
                  <a:close/>
                  <a:moveTo>
                    <a:pt x="276601" y="949186"/>
                  </a:moveTo>
                  <a:lnTo>
                    <a:pt x="374276" y="996178"/>
                  </a:lnTo>
                  <a:lnTo>
                    <a:pt x="288489" y="936098"/>
                  </a:lnTo>
                  <a:close/>
                  <a:moveTo>
                    <a:pt x="1340704" y="1956925"/>
                  </a:moveTo>
                  <a:lnTo>
                    <a:pt x="1279280" y="2046361"/>
                  </a:lnTo>
                  <a:lnTo>
                    <a:pt x="1349144" y="2050155"/>
                  </a:lnTo>
                  <a:close/>
                  <a:moveTo>
                    <a:pt x="1349144" y="2050155"/>
                  </a:moveTo>
                  <a:lnTo>
                    <a:pt x="1342842" y="2091572"/>
                  </a:lnTo>
                  <a:lnTo>
                    <a:pt x="1378847" y="2061760"/>
                  </a:lnTo>
                  <a:close/>
                  <a:moveTo>
                    <a:pt x="1114109" y="1578487"/>
                  </a:moveTo>
                  <a:lnTo>
                    <a:pt x="1059378" y="1530034"/>
                  </a:lnTo>
                  <a:lnTo>
                    <a:pt x="1106436" y="1625827"/>
                  </a:lnTo>
                  <a:close/>
                  <a:moveTo>
                    <a:pt x="1046709" y="1605148"/>
                  </a:moveTo>
                  <a:lnTo>
                    <a:pt x="1055776" y="1612248"/>
                  </a:lnTo>
                  <a:lnTo>
                    <a:pt x="1106436" y="1625827"/>
                  </a:lnTo>
                  <a:close/>
                  <a:moveTo>
                    <a:pt x="1011783" y="1542094"/>
                  </a:moveTo>
                  <a:lnTo>
                    <a:pt x="1046709" y="1605148"/>
                  </a:lnTo>
                  <a:lnTo>
                    <a:pt x="1106436" y="1625827"/>
                  </a:lnTo>
                  <a:close/>
                  <a:moveTo>
                    <a:pt x="1297344" y="1831491"/>
                  </a:moveTo>
                  <a:lnTo>
                    <a:pt x="1359153" y="1841833"/>
                  </a:lnTo>
                  <a:lnTo>
                    <a:pt x="1346275" y="1752211"/>
                  </a:lnTo>
                  <a:close/>
                  <a:moveTo>
                    <a:pt x="1297344" y="1831491"/>
                  </a:moveTo>
                  <a:lnTo>
                    <a:pt x="1346275" y="1752211"/>
                  </a:lnTo>
                  <a:lnTo>
                    <a:pt x="1274028" y="1750354"/>
                  </a:lnTo>
                  <a:close/>
                  <a:moveTo>
                    <a:pt x="955604" y="1527175"/>
                  </a:moveTo>
                  <a:lnTo>
                    <a:pt x="1046709" y="1605148"/>
                  </a:lnTo>
                  <a:lnTo>
                    <a:pt x="955821" y="1530034"/>
                  </a:lnTo>
                  <a:close/>
                  <a:moveTo>
                    <a:pt x="1052057" y="1609445"/>
                  </a:moveTo>
                  <a:lnTo>
                    <a:pt x="1046709" y="1605148"/>
                  </a:lnTo>
                  <a:lnTo>
                    <a:pt x="955604" y="1527175"/>
                  </a:lnTo>
                  <a:close/>
                  <a:moveTo>
                    <a:pt x="1052057" y="1609445"/>
                  </a:moveTo>
                  <a:lnTo>
                    <a:pt x="1055776" y="1612248"/>
                  </a:lnTo>
                  <a:lnTo>
                    <a:pt x="1046709" y="1605148"/>
                  </a:lnTo>
                  <a:close/>
                  <a:moveTo>
                    <a:pt x="803669" y="1253778"/>
                  </a:moveTo>
                  <a:lnTo>
                    <a:pt x="904924" y="1268101"/>
                  </a:lnTo>
                  <a:lnTo>
                    <a:pt x="907421" y="1162737"/>
                  </a:lnTo>
                  <a:close/>
                  <a:moveTo>
                    <a:pt x="1849350" y="2313748"/>
                  </a:moveTo>
                  <a:lnTo>
                    <a:pt x="1863794" y="2335083"/>
                  </a:lnTo>
                  <a:lnTo>
                    <a:pt x="1897776" y="2342684"/>
                  </a:lnTo>
                  <a:close/>
                  <a:moveTo>
                    <a:pt x="1849350" y="2313748"/>
                  </a:moveTo>
                  <a:lnTo>
                    <a:pt x="1897776" y="2342684"/>
                  </a:lnTo>
                  <a:lnTo>
                    <a:pt x="1927239" y="2283504"/>
                  </a:lnTo>
                  <a:close/>
                  <a:moveTo>
                    <a:pt x="967364" y="1156745"/>
                  </a:moveTo>
                  <a:lnTo>
                    <a:pt x="913176" y="1161300"/>
                  </a:lnTo>
                  <a:lnTo>
                    <a:pt x="907421" y="1162737"/>
                  </a:lnTo>
                  <a:close/>
                  <a:moveTo>
                    <a:pt x="914908" y="1162737"/>
                  </a:moveTo>
                  <a:lnTo>
                    <a:pt x="913176" y="1161300"/>
                  </a:lnTo>
                  <a:lnTo>
                    <a:pt x="1019280" y="1206516"/>
                  </a:lnTo>
                  <a:close/>
                  <a:moveTo>
                    <a:pt x="837925" y="961701"/>
                  </a:moveTo>
                  <a:lnTo>
                    <a:pt x="872891" y="1080521"/>
                  </a:lnTo>
                  <a:lnTo>
                    <a:pt x="928390" y="1011027"/>
                  </a:lnTo>
                  <a:close/>
                  <a:moveTo>
                    <a:pt x="1622207" y="1782021"/>
                  </a:moveTo>
                  <a:lnTo>
                    <a:pt x="1602742" y="1764984"/>
                  </a:lnTo>
                  <a:lnTo>
                    <a:pt x="1582092" y="1681680"/>
                  </a:lnTo>
                  <a:close/>
                  <a:moveTo>
                    <a:pt x="808103" y="685669"/>
                  </a:moveTo>
                  <a:lnTo>
                    <a:pt x="855620" y="795440"/>
                  </a:lnTo>
                  <a:lnTo>
                    <a:pt x="917893" y="756578"/>
                  </a:lnTo>
                  <a:close/>
                  <a:moveTo>
                    <a:pt x="1599858" y="1743584"/>
                  </a:moveTo>
                  <a:lnTo>
                    <a:pt x="1582092" y="1681680"/>
                  </a:lnTo>
                  <a:lnTo>
                    <a:pt x="1602742" y="1764984"/>
                  </a:lnTo>
                  <a:close/>
                  <a:moveTo>
                    <a:pt x="1667554" y="1608832"/>
                  </a:moveTo>
                  <a:lnTo>
                    <a:pt x="1695262" y="1622933"/>
                  </a:lnTo>
                  <a:lnTo>
                    <a:pt x="1719124" y="1630867"/>
                  </a:lnTo>
                  <a:close/>
                  <a:moveTo>
                    <a:pt x="1236814" y="979871"/>
                  </a:moveTo>
                  <a:lnTo>
                    <a:pt x="1251186" y="951529"/>
                  </a:lnTo>
                  <a:lnTo>
                    <a:pt x="1174237" y="942489"/>
                  </a:lnTo>
                  <a:close/>
                  <a:moveTo>
                    <a:pt x="1236814" y="979871"/>
                  </a:moveTo>
                  <a:lnTo>
                    <a:pt x="1269170" y="965212"/>
                  </a:lnTo>
                  <a:lnTo>
                    <a:pt x="1251186" y="951529"/>
                  </a:lnTo>
                  <a:close/>
                  <a:moveTo>
                    <a:pt x="981079" y="777618"/>
                  </a:moveTo>
                  <a:lnTo>
                    <a:pt x="1025523" y="730186"/>
                  </a:lnTo>
                  <a:lnTo>
                    <a:pt x="999554" y="783237"/>
                  </a:lnTo>
                  <a:close/>
                  <a:moveTo>
                    <a:pt x="2209306" y="1913357"/>
                  </a:moveTo>
                  <a:lnTo>
                    <a:pt x="2152232" y="1875928"/>
                  </a:lnTo>
                  <a:lnTo>
                    <a:pt x="2108485" y="1927568"/>
                  </a:lnTo>
                  <a:close/>
                  <a:moveTo>
                    <a:pt x="2035442" y="1933129"/>
                  </a:moveTo>
                  <a:lnTo>
                    <a:pt x="1973375" y="1845627"/>
                  </a:lnTo>
                  <a:lnTo>
                    <a:pt x="1952478" y="1869579"/>
                  </a:lnTo>
                  <a:close/>
                  <a:moveTo>
                    <a:pt x="2035442" y="1933129"/>
                  </a:moveTo>
                  <a:lnTo>
                    <a:pt x="2108485" y="1927568"/>
                  </a:lnTo>
                  <a:lnTo>
                    <a:pt x="2152232" y="1875928"/>
                  </a:lnTo>
                  <a:close/>
                  <a:moveTo>
                    <a:pt x="2075885" y="1869135"/>
                  </a:moveTo>
                  <a:lnTo>
                    <a:pt x="2035442" y="1933129"/>
                  </a:lnTo>
                  <a:lnTo>
                    <a:pt x="2152232" y="1875928"/>
                  </a:lnTo>
                  <a:close/>
                  <a:moveTo>
                    <a:pt x="1269170" y="965212"/>
                  </a:moveTo>
                  <a:lnTo>
                    <a:pt x="1335260" y="1047427"/>
                  </a:lnTo>
                  <a:lnTo>
                    <a:pt x="1395979" y="1011157"/>
                  </a:lnTo>
                  <a:close/>
                  <a:moveTo>
                    <a:pt x="1359844" y="940442"/>
                  </a:moveTo>
                  <a:lnTo>
                    <a:pt x="1395979" y="1011157"/>
                  </a:lnTo>
                  <a:lnTo>
                    <a:pt x="1406978" y="962716"/>
                  </a:lnTo>
                  <a:close/>
                  <a:moveTo>
                    <a:pt x="1406978" y="962716"/>
                  </a:moveTo>
                  <a:lnTo>
                    <a:pt x="1352206" y="846560"/>
                  </a:lnTo>
                  <a:lnTo>
                    <a:pt x="1359844" y="940442"/>
                  </a:lnTo>
                  <a:close/>
                  <a:moveTo>
                    <a:pt x="1274323" y="849285"/>
                  </a:moveTo>
                  <a:lnTo>
                    <a:pt x="1174237" y="942489"/>
                  </a:lnTo>
                  <a:lnTo>
                    <a:pt x="1251186" y="951529"/>
                  </a:lnTo>
                  <a:close/>
                  <a:moveTo>
                    <a:pt x="1228118" y="762345"/>
                  </a:moveTo>
                  <a:lnTo>
                    <a:pt x="1211501" y="803155"/>
                  </a:lnTo>
                  <a:lnTo>
                    <a:pt x="1208026" y="800782"/>
                  </a:lnTo>
                  <a:close/>
                  <a:moveTo>
                    <a:pt x="1197811" y="850896"/>
                  </a:moveTo>
                  <a:lnTo>
                    <a:pt x="1211501" y="803155"/>
                  </a:lnTo>
                  <a:lnTo>
                    <a:pt x="1228118" y="762345"/>
                  </a:lnTo>
                  <a:close/>
                  <a:moveTo>
                    <a:pt x="1274323" y="849285"/>
                  </a:moveTo>
                  <a:lnTo>
                    <a:pt x="1211501" y="803155"/>
                  </a:lnTo>
                  <a:lnTo>
                    <a:pt x="1197811" y="850896"/>
                  </a:lnTo>
                  <a:close/>
                  <a:moveTo>
                    <a:pt x="1219076" y="800782"/>
                  </a:moveTo>
                  <a:lnTo>
                    <a:pt x="1349586" y="825572"/>
                  </a:lnTo>
                  <a:lnTo>
                    <a:pt x="1277500" y="762345"/>
                  </a:lnTo>
                  <a:close/>
                  <a:moveTo>
                    <a:pt x="1219076" y="800782"/>
                  </a:moveTo>
                  <a:lnTo>
                    <a:pt x="1211501" y="803155"/>
                  </a:lnTo>
                  <a:lnTo>
                    <a:pt x="1274323" y="849285"/>
                  </a:lnTo>
                  <a:close/>
                  <a:moveTo>
                    <a:pt x="2252657" y="1900445"/>
                  </a:moveTo>
                  <a:lnTo>
                    <a:pt x="2152232" y="1875928"/>
                  </a:lnTo>
                  <a:lnTo>
                    <a:pt x="2209306" y="1913357"/>
                  </a:lnTo>
                  <a:close/>
                  <a:moveTo>
                    <a:pt x="2168939" y="1807821"/>
                  </a:moveTo>
                  <a:lnTo>
                    <a:pt x="2152232" y="1875928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168939" y="1807821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252657" y="1900445"/>
                  </a:lnTo>
                  <a:lnTo>
                    <a:pt x="2309447" y="1814774"/>
                  </a:lnTo>
                  <a:close/>
                  <a:moveTo>
                    <a:pt x="2168939" y="1807821"/>
                  </a:moveTo>
                  <a:lnTo>
                    <a:pt x="2075885" y="1869135"/>
                  </a:lnTo>
                  <a:lnTo>
                    <a:pt x="2152232" y="1875928"/>
                  </a:lnTo>
                  <a:close/>
                  <a:moveTo>
                    <a:pt x="2161411" y="1713849"/>
                  </a:moveTo>
                  <a:lnTo>
                    <a:pt x="2097331" y="1670664"/>
                  </a:lnTo>
                  <a:lnTo>
                    <a:pt x="2060129" y="1635505"/>
                  </a:lnTo>
                  <a:close/>
                  <a:moveTo>
                    <a:pt x="1990402" y="1631600"/>
                  </a:moveTo>
                  <a:lnTo>
                    <a:pt x="2060129" y="1635505"/>
                  </a:lnTo>
                  <a:lnTo>
                    <a:pt x="2010608" y="1625077"/>
                  </a:lnTo>
                  <a:close/>
                  <a:moveTo>
                    <a:pt x="1361497" y="844561"/>
                  </a:moveTo>
                  <a:lnTo>
                    <a:pt x="1465563" y="814995"/>
                  </a:lnTo>
                  <a:lnTo>
                    <a:pt x="1470818" y="784976"/>
                  </a:lnTo>
                  <a:close/>
                  <a:moveTo>
                    <a:pt x="1178419" y="666477"/>
                  </a:moveTo>
                  <a:lnTo>
                    <a:pt x="1201209" y="748042"/>
                  </a:lnTo>
                  <a:lnTo>
                    <a:pt x="1251514" y="737556"/>
                  </a:lnTo>
                  <a:close/>
                  <a:moveTo>
                    <a:pt x="1277500" y="762345"/>
                  </a:moveTo>
                  <a:lnTo>
                    <a:pt x="1349586" y="825572"/>
                  </a:lnTo>
                  <a:lnTo>
                    <a:pt x="1267381" y="754837"/>
                  </a:lnTo>
                  <a:close/>
                  <a:moveTo>
                    <a:pt x="1928902" y="1181137"/>
                  </a:moveTo>
                  <a:lnTo>
                    <a:pt x="1868853" y="1158534"/>
                  </a:lnTo>
                  <a:lnTo>
                    <a:pt x="1817719" y="1110843"/>
                  </a:lnTo>
                  <a:close/>
                  <a:moveTo>
                    <a:pt x="1807965" y="1018680"/>
                  </a:moveTo>
                  <a:lnTo>
                    <a:pt x="1817719" y="1110843"/>
                  </a:lnTo>
                  <a:lnTo>
                    <a:pt x="1872998" y="1026402"/>
                  </a:lnTo>
                  <a:close/>
                  <a:moveTo>
                    <a:pt x="2277776" y="1579746"/>
                  </a:moveTo>
                  <a:lnTo>
                    <a:pt x="2347125" y="1483866"/>
                  </a:lnTo>
                  <a:lnTo>
                    <a:pt x="2282265" y="1476005"/>
                  </a:lnTo>
                  <a:close/>
                  <a:moveTo>
                    <a:pt x="2282265" y="1476005"/>
                  </a:moveTo>
                  <a:lnTo>
                    <a:pt x="2347125" y="1483866"/>
                  </a:lnTo>
                  <a:lnTo>
                    <a:pt x="2318582" y="1406979"/>
                  </a:lnTo>
                  <a:close/>
                  <a:moveTo>
                    <a:pt x="2072425" y="1225140"/>
                  </a:moveTo>
                  <a:lnTo>
                    <a:pt x="2127673" y="1240816"/>
                  </a:lnTo>
                  <a:lnTo>
                    <a:pt x="2103774" y="1160154"/>
                  </a:lnTo>
                  <a:close/>
                  <a:moveTo>
                    <a:pt x="1984433" y="855245"/>
                  </a:moveTo>
                  <a:lnTo>
                    <a:pt x="1936834" y="874413"/>
                  </a:lnTo>
                  <a:lnTo>
                    <a:pt x="1922536" y="928844"/>
                  </a:lnTo>
                  <a:close/>
                  <a:moveTo>
                    <a:pt x="2038455" y="752296"/>
                  </a:moveTo>
                  <a:lnTo>
                    <a:pt x="2111540" y="853563"/>
                  </a:lnTo>
                  <a:lnTo>
                    <a:pt x="2112741" y="752495"/>
                  </a:lnTo>
                  <a:close/>
                  <a:moveTo>
                    <a:pt x="1813586" y="369748"/>
                  </a:moveTo>
                  <a:lnTo>
                    <a:pt x="1783045" y="338294"/>
                  </a:lnTo>
                  <a:lnTo>
                    <a:pt x="1785470" y="323518"/>
                  </a:lnTo>
                  <a:close/>
                  <a:moveTo>
                    <a:pt x="2252176" y="696157"/>
                  </a:moveTo>
                  <a:lnTo>
                    <a:pt x="2212775" y="747617"/>
                  </a:lnTo>
                  <a:lnTo>
                    <a:pt x="2259579" y="707408"/>
                  </a:lnTo>
                  <a:close/>
                  <a:moveTo>
                    <a:pt x="2252176" y="696157"/>
                  </a:moveTo>
                  <a:lnTo>
                    <a:pt x="2196225" y="734593"/>
                  </a:lnTo>
                  <a:lnTo>
                    <a:pt x="2212775" y="747617"/>
                  </a:lnTo>
                  <a:close/>
                  <a:moveTo>
                    <a:pt x="1728018" y="38436"/>
                  </a:moveTo>
                  <a:lnTo>
                    <a:pt x="1734723" y="159088"/>
                  </a:lnTo>
                  <a:lnTo>
                    <a:pt x="1800308" y="104901"/>
                  </a:lnTo>
                  <a:close/>
                  <a:moveTo>
                    <a:pt x="2252176" y="696157"/>
                  </a:moveTo>
                  <a:lnTo>
                    <a:pt x="2259579" y="707408"/>
                  </a:lnTo>
                  <a:lnTo>
                    <a:pt x="2247815" y="657720"/>
                  </a:lnTo>
                  <a:close/>
                  <a:moveTo>
                    <a:pt x="2131709" y="436798"/>
                  </a:moveTo>
                  <a:lnTo>
                    <a:pt x="2204942" y="503129"/>
                  </a:lnTo>
                  <a:lnTo>
                    <a:pt x="2249168" y="493290"/>
                  </a:lnTo>
                  <a:close/>
                  <a:moveTo>
                    <a:pt x="1817428" y="0"/>
                  </a:moveTo>
                  <a:lnTo>
                    <a:pt x="1800308" y="104901"/>
                  </a:lnTo>
                  <a:lnTo>
                    <a:pt x="1731490" y="119432"/>
                  </a:lnTo>
                  <a:close/>
                  <a:moveTo>
                    <a:pt x="2006330" y="102666"/>
                  </a:moveTo>
                  <a:lnTo>
                    <a:pt x="2072237" y="164430"/>
                  </a:lnTo>
                  <a:lnTo>
                    <a:pt x="2047964" y="1440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86" name="Candidate_density__2105">
              <a:extLst>
                <a:ext uri="{FF2B5EF4-FFF2-40B4-BE49-F238E27FC236}">
                  <a16:creationId xmlns:a16="http://schemas.microsoft.com/office/drawing/2014/main" id="{906FE24A-468C-9991-6AF2-B8E17A3DA5EB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2941"/>
              <a:ext cx="2227165" cy="2323899"/>
            </a:xfrm>
            <a:custGeom>
              <a:avLst/>
              <a:gdLst/>
              <a:ahLst/>
              <a:cxnLst/>
              <a:rect l="0" t="0" r="0" b="0"/>
              <a:pathLst>
                <a:path w="2227165" h="2323899">
                  <a:moveTo>
                    <a:pt x="505386" y="2167383"/>
                  </a:moveTo>
                  <a:lnTo>
                    <a:pt x="427230" y="2153827"/>
                  </a:lnTo>
                  <a:lnTo>
                    <a:pt x="444024" y="2153165"/>
                  </a:lnTo>
                  <a:close/>
                  <a:moveTo>
                    <a:pt x="891531" y="2225973"/>
                  </a:moveTo>
                  <a:lnTo>
                    <a:pt x="843324" y="2204572"/>
                  </a:lnTo>
                  <a:lnTo>
                    <a:pt x="812469" y="2264340"/>
                  </a:lnTo>
                  <a:close/>
                  <a:moveTo>
                    <a:pt x="891531" y="2225973"/>
                  </a:moveTo>
                  <a:lnTo>
                    <a:pt x="911056" y="2139082"/>
                  </a:lnTo>
                  <a:lnTo>
                    <a:pt x="846092" y="2174850"/>
                  </a:lnTo>
                  <a:close/>
                  <a:moveTo>
                    <a:pt x="846092" y="2174850"/>
                  </a:moveTo>
                  <a:lnTo>
                    <a:pt x="799279" y="2115199"/>
                  </a:lnTo>
                  <a:lnTo>
                    <a:pt x="843324" y="2204572"/>
                  </a:lnTo>
                  <a:close/>
                  <a:moveTo>
                    <a:pt x="0" y="1331485"/>
                  </a:moveTo>
                  <a:lnTo>
                    <a:pt x="30873" y="1292687"/>
                  </a:lnTo>
                  <a:lnTo>
                    <a:pt x="67674" y="1215080"/>
                  </a:lnTo>
                  <a:close/>
                  <a:moveTo>
                    <a:pt x="1159827" y="2296674"/>
                  </a:moveTo>
                  <a:lnTo>
                    <a:pt x="1091858" y="2321211"/>
                  </a:lnTo>
                  <a:lnTo>
                    <a:pt x="1109550" y="2323899"/>
                  </a:lnTo>
                  <a:close/>
                  <a:moveTo>
                    <a:pt x="1159827" y="2296674"/>
                  </a:moveTo>
                  <a:lnTo>
                    <a:pt x="1109550" y="2323899"/>
                  </a:lnTo>
                  <a:lnTo>
                    <a:pt x="1224927" y="2261416"/>
                  </a:lnTo>
                  <a:close/>
                  <a:moveTo>
                    <a:pt x="799279" y="2115199"/>
                  </a:moveTo>
                  <a:lnTo>
                    <a:pt x="846092" y="2174850"/>
                  </a:lnTo>
                  <a:lnTo>
                    <a:pt x="859884" y="2191108"/>
                  </a:lnTo>
                  <a:close/>
                  <a:moveTo>
                    <a:pt x="1197532" y="2222446"/>
                  </a:moveTo>
                  <a:lnTo>
                    <a:pt x="1243172" y="2221963"/>
                  </a:lnTo>
                  <a:lnTo>
                    <a:pt x="1226876" y="2202757"/>
                  </a:lnTo>
                  <a:close/>
                  <a:moveTo>
                    <a:pt x="1224927" y="2261416"/>
                  </a:moveTo>
                  <a:lnTo>
                    <a:pt x="1243172" y="2221963"/>
                  </a:lnTo>
                  <a:lnTo>
                    <a:pt x="1197532" y="2222446"/>
                  </a:lnTo>
                  <a:close/>
                  <a:moveTo>
                    <a:pt x="1159827" y="2296674"/>
                  </a:moveTo>
                  <a:lnTo>
                    <a:pt x="1224927" y="2261416"/>
                  </a:lnTo>
                  <a:lnTo>
                    <a:pt x="1197532" y="2222446"/>
                  </a:lnTo>
                  <a:close/>
                  <a:moveTo>
                    <a:pt x="1243172" y="2221963"/>
                  </a:moveTo>
                  <a:lnTo>
                    <a:pt x="1250082" y="224119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43172" y="222196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61527" y="2183057"/>
                  </a:lnTo>
                  <a:lnTo>
                    <a:pt x="1204636" y="2192700"/>
                  </a:lnTo>
                  <a:close/>
                  <a:moveTo>
                    <a:pt x="1337858" y="2105485"/>
                  </a:moveTo>
                  <a:lnTo>
                    <a:pt x="1261527" y="2183057"/>
                  </a:lnTo>
                  <a:lnTo>
                    <a:pt x="1325784" y="2144645"/>
                  </a:lnTo>
                  <a:close/>
                  <a:moveTo>
                    <a:pt x="1337858" y="2105485"/>
                  </a:moveTo>
                  <a:lnTo>
                    <a:pt x="1286284" y="2086821"/>
                  </a:lnTo>
                  <a:lnTo>
                    <a:pt x="1261527" y="2183057"/>
                  </a:lnTo>
                  <a:close/>
                  <a:moveTo>
                    <a:pt x="634329" y="1352467"/>
                  </a:moveTo>
                  <a:lnTo>
                    <a:pt x="662888" y="1338135"/>
                  </a:lnTo>
                  <a:lnTo>
                    <a:pt x="693686" y="1259954"/>
                  </a:lnTo>
                  <a:close/>
                  <a:moveTo>
                    <a:pt x="271509" y="865104"/>
                  </a:moveTo>
                  <a:lnTo>
                    <a:pt x="286358" y="887315"/>
                  </a:lnTo>
                  <a:lnTo>
                    <a:pt x="298247" y="874227"/>
                  </a:lnTo>
                  <a:close/>
                  <a:moveTo>
                    <a:pt x="286358" y="887315"/>
                  </a:moveTo>
                  <a:lnTo>
                    <a:pt x="271509" y="865104"/>
                  </a:lnTo>
                  <a:lnTo>
                    <a:pt x="227752" y="800586"/>
                  </a:lnTo>
                  <a:close/>
                  <a:moveTo>
                    <a:pt x="1043130" y="1671030"/>
                  </a:moveTo>
                  <a:lnTo>
                    <a:pt x="1116193" y="1563957"/>
                  </a:lnTo>
                  <a:lnTo>
                    <a:pt x="1065533" y="1550378"/>
                  </a:lnTo>
                  <a:close/>
                  <a:moveTo>
                    <a:pt x="695988" y="1246688"/>
                  </a:moveTo>
                  <a:lnTo>
                    <a:pt x="764287" y="1223387"/>
                  </a:lnTo>
                  <a:lnTo>
                    <a:pt x="813426" y="1191907"/>
                  </a:lnTo>
                  <a:close/>
                  <a:moveTo>
                    <a:pt x="737106" y="1185217"/>
                  </a:moveTo>
                  <a:lnTo>
                    <a:pt x="695988" y="1246688"/>
                  </a:lnTo>
                  <a:lnTo>
                    <a:pt x="813426" y="1191907"/>
                  </a:lnTo>
                  <a:close/>
                  <a:moveTo>
                    <a:pt x="1368910" y="1779963"/>
                  </a:moveTo>
                  <a:lnTo>
                    <a:pt x="1361509" y="1847809"/>
                  </a:lnTo>
                  <a:lnTo>
                    <a:pt x="1391420" y="1797023"/>
                  </a:lnTo>
                  <a:close/>
                  <a:moveTo>
                    <a:pt x="893801" y="1213758"/>
                  </a:moveTo>
                  <a:lnTo>
                    <a:pt x="959450" y="1183081"/>
                  </a:lnTo>
                  <a:lnTo>
                    <a:pt x="914681" y="1206230"/>
                  </a:lnTo>
                  <a:close/>
                  <a:moveTo>
                    <a:pt x="836643" y="1063508"/>
                  </a:moveTo>
                  <a:lnTo>
                    <a:pt x="882648" y="1018651"/>
                  </a:lnTo>
                  <a:lnTo>
                    <a:pt x="845357" y="1001812"/>
                  </a:lnTo>
                  <a:close/>
                  <a:moveTo>
                    <a:pt x="1012621" y="987014"/>
                  </a:moveTo>
                  <a:lnTo>
                    <a:pt x="1022589" y="986212"/>
                  </a:lnTo>
                  <a:lnTo>
                    <a:pt x="1013538" y="980215"/>
                  </a:lnTo>
                  <a:close/>
                  <a:moveTo>
                    <a:pt x="1029284" y="980215"/>
                  </a:moveTo>
                  <a:lnTo>
                    <a:pt x="1022589" y="986212"/>
                  </a:lnTo>
                  <a:lnTo>
                    <a:pt x="1012621" y="987014"/>
                  </a:lnTo>
                  <a:close/>
                  <a:moveTo>
                    <a:pt x="1672880" y="1745596"/>
                  </a:moveTo>
                  <a:lnTo>
                    <a:pt x="1756050" y="1777901"/>
                  </a:lnTo>
                  <a:lnTo>
                    <a:pt x="1730703" y="1746586"/>
                  </a:lnTo>
                  <a:close/>
                  <a:moveTo>
                    <a:pt x="1013538" y="980215"/>
                  </a:moveTo>
                  <a:lnTo>
                    <a:pt x="1022589" y="986212"/>
                  </a:lnTo>
                  <a:lnTo>
                    <a:pt x="1035529" y="968390"/>
                  </a:lnTo>
                  <a:close/>
                  <a:moveTo>
                    <a:pt x="1035529" y="968390"/>
                  </a:moveTo>
                  <a:lnTo>
                    <a:pt x="1022589" y="986212"/>
                  </a:lnTo>
                  <a:lnTo>
                    <a:pt x="1029284" y="980215"/>
                  </a:lnTo>
                  <a:close/>
                  <a:moveTo>
                    <a:pt x="1101403" y="941778"/>
                  </a:moveTo>
                  <a:lnTo>
                    <a:pt x="1130479" y="951790"/>
                  </a:lnTo>
                  <a:lnTo>
                    <a:pt x="1146010" y="953803"/>
                  </a:lnTo>
                  <a:close/>
                  <a:moveTo>
                    <a:pt x="1085878" y="944181"/>
                  </a:moveTo>
                  <a:lnTo>
                    <a:pt x="1101403" y="941778"/>
                  </a:lnTo>
                  <a:lnTo>
                    <a:pt x="1065958" y="933161"/>
                  </a:lnTo>
                  <a:close/>
                  <a:moveTo>
                    <a:pt x="1065958" y="933161"/>
                  </a:moveTo>
                  <a:lnTo>
                    <a:pt x="1035529" y="968390"/>
                  </a:lnTo>
                  <a:lnTo>
                    <a:pt x="1085878" y="944181"/>
                  </a:lnTo>
                  <a:close/>
                  <a:moveTo>
                    <a:pt x="1221490" y="957354"/>
                  </a:moveTo>
                  <a:lnTo>
                    <a:pt x="1146010" y="953803"/>
                  </a:lnTo>
                  <a:lnTo>
                    <a:pt x="1130479" y="951790"/>
                  </a:lnTo>
                  <a:close/>
                  <a:moveTo>
                    <a:pt x="1101403" y="941778"/>
                  </a:moveTo>
                  <a:lnTo>
                    <a:pt x="1146010" y="953803"/>
                  </a:lnTo>
                  <a:lnTo>
                    <a:pt x="1162505" y="925752"/>
                  </a:lnTo>
                  <a:close/>
                  <a:moveTo>
                    <a:pt x="1246571" y="918001"/>
                  </a:moveTo>
                  <a:lnTo>
                    <a:pt x="1146010" y="953803"/>
                  </a:lnTo>
                  <a:lnTo>
                    <a:pt x="1221490" y="957354"/>
                  </a:lnTo>
                  <a:close/>
                  <a:moveTo>
                    <a:pt x="1952060" y="1801683"/>
                  </a:moveTo>
                  <a:lnTo>
                    <a:pt x="1872260" y="1781984"/>
                  </a:lnTo>
                  <a:lnTo>
                    <a:pt x="1810285" y="1763595"/>
                  </a:lnTo>
                  <a:close/>
                  <a:moveTo>
                    <a:pt x="1277138" y="692966"/>
                  </a:moveTo>
                  <a:lnTo>
                    <a:pt x="1395991" y="757025"/>
                  </a:lnTo>
                  <a:lnTo>
                    <a:pt x="1304116" y="771125"/>
                  </a:lnTo>
                  <a:close/>
                  <a:moveTo>
                    <a:pt x="2151710" y="1560426"/>
                  </a:moveTo>
                  <a:lnTo>
                    <a:pt x="2159262" y="1561566"/>
                  </a:lnTo>
                  <a:lnTo>
                    <a:pt x="2117529" y="1534901"/>
                  </a:lnTo>
                  <a:close/>
                  <a:moveTo>
                    <a:pt x="2151710" y="1560426"/>
                  </a:moveTo>
                  <a:lnTo>
                    <a:pt x="2227165" y="1563878"/>
                  </a:lnTo>
                  <a:lnTo>
                    <a:pt x="2159262" y="1561566"/>
                  </a:lnTo>
                  <a:close/>
                  <a:moveTo>
                    <a:pt x="1975324" y="1243061"/>
                  </a:moveTo>
                  <a:lnTo>
                    <a:pt x="1962505" y="1319759"/>
                  </a:lnTo>
                  <a:lnTo>
                    <a:pt x="2002236" y="1280222"/>
                  </a:lnTo>
                  <a:close/>
                  <a:moveTo>
                    <a:pt x="1827476" y="1048972"/>
                  </a:moveTo>
                  <a:lnTo>
                    <a:pt x="1854891" y="1073114"/>
                  </a:lnTo>
                  <a:lnTo>
                    <a:pt x="1882755" y="964532"/>
                  </a:lnTo>
                  <a:close/>
                  <a:moveTo>
                    <a:pt x="1692827" y="897663"/>
                  </a:moveTo>
                  <a:lnTo>
                    <a:pt x="1774551" y="891815"/>
                  </a:lnTo>
                  <a:lnTo>
                    <a:pt x="1739816" y="919849"/>
                  </a:lnTo>
                  <a:close/>
                  <a:moveTo>
                    <a:pt x="1739816" y="919849"/>
                  </a:moveTo>
                  <a:lnTo>
                    <a:pt x="1817196" y="930502"/>
                  </a:lnTo>
                  <a:lnTo>
                    <a:pt x="1851293" y="842783"/>
                  </a:lnTo>
                  <a:close/>
                  <a:moveTo>
                    <a:pt x="1817196" y="930502"/>
                  </a:moveTo>
                  <a:lnTo>
                    <a:pt x="1880071" y="886921"/>
                  </a:lnTo>
                  <a:lnTo>
                    <a:pt x="1932294" y="866973"/>
                  </a:lnTo>
                  <a:close/>
                  <a:moveTo>
                    <a:pt x="1851293" y="842783"/>
                  </a:moveTo>
                  <a:lnTo>
                    <a:pt x="1817196" y="930502"/>
                  </a:lnTo>
                  <a:lnTo>
                    <a:pt x="1932294" y="866973"/>
                  </a:lnTo>
                  <a:close/>
                  <a:moveTo>
                    <a:pt x="1932294" y="866973"/>
                  </a:moveTo>
                  <a:lnTo>
                    <a:pt x="1946591" y="812542"/>
                  </a:lnTo>
                  <a:lnTo>
                    <a:pt x="1851293" y="842783"/>
                  </a:lnTo>
                  <a:close/>
                  <a:moveTo>
                    <a:pt x="1931291" y="2415"/>
                  </a:moveTo>
                  <a:lnTo>
                    <a:pt x="1833736" y="42961"/>
                  </a:lnTo>
                  <a:lnTo>
                    <a:pt x="1810065" y="43031"/>
                  </a:lnTo>
                  <a:close/>
                  <a:moveTo>
                    <a:pt x="1978045" y="20345"/>
                  </a:moveTo>
                  <a:lnTo>
                    <a:pt x="2016087" y="40796"/>
                  </a:lnTo>
                  <a:lnTo>
                    <a:pt x="1961111" y="0"/>
                  </a:lnTo>
                  <a:close/>
                  <a:moveTo>
                    <a:pt x="1931291" y="2415"/>
                  </a:moveTo>
                  <a:lnTo>
                    <a:pt x="1978045" y="20345"/>
                  </a:lnTo>
                  <a:lnTo>
                    <a:pt x="1961111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87" name="Candidate_density__2106">
              <a:extLst>
                <a:ext uri="{FF2B5EF4-FFF2-40B4-BE49-F238E27FC236}">
                  <a16:creationId xmlns:a16="http://schemas.microsoft.com/office/drawing/2014/main" id="{18C19518-D428-E2CE-778F-3099E3DA02BE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5356"/>
              <a:ext cx="2357879" cy="2321484"/>
            </a:xfrm>
            <a:custGeom>
              <a:avLst/>
              <a:gdLst/>
              <a:ahLst/>
              <a:cxnLst/>
              <a:rect l="0" t="0" r="0" b="0"/>
              <a:pathLst>
                <a:path w="2357879" h="2321484">
                  <a:moveTo>
                    <a:pt x="523429" y="2168973"/>
                  </a:moveTo>
                  <a:lnTo>
                    <a:pt x="573947" y="2189657"/>
                  </a:lnTo>
                  <a:lnTo>
                    <a:pt x="505386" y="2164968"/>
                  </a:lnTo>
                  <a:close/>
                  <a:moveTo>
                    <a:pt x="694253" y="2313796"/>
                  </a:moveTo>
                  <a:lnTo>
                    <a:pt x="812469" y="2261926"/>
                  </a:lnTo>
                  <a:lnTo>
                    <a:pt x="744349" y="2285893"/>
                  </a:lnTo>
                  <a:close/>
                  <a:moveTo>
                    <a:pt x="573947" y="2189657"/>
                  </a:moveTo>
                  <a:lnTo>
                    <a:pt x="605475" y="2174247"/>
                  </a:lnTo>
                  <a:lnTo>
                    <a:pt x="505386" y="2164968"/>
                  </a:lnTo>
                  <a:close/>
                  <a:moveTo>
                    <a:pt x="41574" y="1428899"/>
                  </a:moveTo>
                  <a:lnTo>
                    <a:pt x="43973" y="1449722"/>
                  </a:lnTo>
                  <a:lnTo>
                    <a:pt x="111007" y="1332951"/>
                  </a:lnTo>
                  <a:close/>
                  <a:moveTo>
                    <a:pt x="41574" y="1428899"/>
                  </a:moveTo>
                  <a:lnTo>
                    <a:pt x="9757" y="1354673"/>
                  </a:lnTo>
                  <a:lnTo>
                    <a:pt x="29726" y="1411285"/>
                  </a:lnTo>
                  <a:close/>
                  <a:moveTo>
                    <a:pt x="9757" y="1354673"/>
                  </a:moveTo>
                  <a:lnTo>
                    <a:pt x="0" y="1329070"/>
                  </a:lnTo>
                  <a:lnTo>
                    <a:pt x="29726" y="1411285"/>
                  </a:lnTo>
                  <a:close/>
                  <a:moveTo>
                    <a:pt x="0" y="1329070"/>
                  </a:moveTo>
                  <a:lnTo>
                    <a:pt x="9757" y="1354673"/>
                  </a:lnTo>
                  <a:lnTo>
                    <a:pt x="30873" y="1290273"/>
                  </a:lnTo>
                  <a:close/>
                  <a:moveTo>
                    <a:pt x="67674" y="1212665"/>
                  </a:moveTo>
                  <a:lnTo>
                    <a:pt x="126773" y="1220041"/>
                  </a:lnTo>
                  <a:lnTo>
                    <a:pt x="76201" y="1208418"/>
                  </a:lnTo>
                  <a:close/>
                  <a:moveTo>
                    <a:pt x="30873" y="1290273"/>
                  </a:moveTo>
                  <a:lnTo>
                    <a:pt x="115087" y="1326476"/>
                  </a:lnTo>
                  <a:lnTo>
                    <a:pt x="67674" y="1212665"/>
                  </a:lnTo>
                  <a:close/>
                  <a:moveTo>
                    <a:pt x="76201" y="1208418"/>
                  </a:moveTo>
                  <a:lnTo>
                    <a:pt x="126773" y="1220041"/>
                  </a:lnTo>
                  <a:lnTo>
                    <a:pt x="70783" y="1164640"/>
                  </a:lnTo>
                  <a:close/>
                  <a:moveTo>
                    <a:pt x="1109550" y="2321484"/>
                  </a:moveTo>
                  <a:lnTo>
                    <a:pt x="1033737" y="2268631"/>
                  </a:lnTo>
                  <a:lnTo>
                    <a:pt x="1051025" y="2277215"/>
                  </a:lnTo>
                  <a:close/>
                  <a:moveTo>
                    <a:pt x="1091858" y="2318796"/>
                  </a:moveTo>
                  <a:lnTo>
                    <a:pt x="1033737" y="2268631"/>
                  </a:lnTo>
                  <a:lnTo>
                    <a:pt x="1109550" y="2321484"/>
                  </a:lnTo>
                  <a:close/>
                  <a:moveTo>
                    <a:pt x="911056" y="2136667"/>
                  </a:moveTo>
                  <a:lnTo>
                    <a:pt x="960419" y="2112785"/>
                  </a:lnTo>
                  <a:lnTo>
                    <a:pt x="962257" y="2166058"/>
                  </a:lnTo>
                  <a:close/>
                  <a:moveTo>
                    <a:pt x="659906" y="1929812"/>
                  </a:moveTo>
                  <a:lnTo>
                    <a:pt x="689872" y="1865949"/>
                  </a:lnTo>
                  <a:lnTo>
                    <a:pt x="628698" y="1855091"/>
                  </a:lnTo>
                  <a:close/>
                  <a:moveTo>
                    <a:pt x="1091858" y="2318796"/>
                  </a:moveTo>
                  <a:lnTo>
                    <a:pt x="976197" y="2254818"/>
                  </a:lnTo>
                  <a:lnTo>
                    <a:pt x="1033737" y="2268631"/>
                  </a:lnTo>
                  <a:close/>
                  <a:moveTo>
                    <a:pt x="706004" y="1624836"/>
                  </a:moveTo>
                  <a:lnTo>
                    <a:pt x="636661" y="1548341"/>
                  </a:lnTo>
                  <a:lnTo>
                    <a:pt x="654442" y="1581057"/>
                  </a:lnTo>
                  <a:close/>
                  <a:moveTo>
                    <a:pt x="1228454" y="2120442"/>
                  </a:moveTo>
                  <a:lnTo>
                    <a:pt x="1261527" y="2180642"/>
                  </a:lnTo>
                  <a:lnTo>
                    <a:pt x="1286284" y="2084406"/>
                  </a:lnTo>
                  <a:close/>
                  <a:moveTo>
                    <a:pt x="1286284" y="2084406"/>
                  </a:moveTo>
                  <a:lnTo>
                    <a:pt x="1337858" y="2103070"/>
                  </a:lnTo>
                  <a:lnTo>
                    <a:pt x="1286617" y="2059245"/>
                  </a:lnTo>
                  <a:close/>
                  <a:moveTo>
                    <a:pt x="1337858" y="2103070"/>
                  </a:moveTo>
                  <a:lnTo>
                    <a:pt x="1352599" y="2027287"/>
                  </a:lnTo>
                  <a:lnTo>
                    <a:pt x="1286617" y="2059245"/>
                  </a:lnTo>
                  <a:close/>
                  <a:moveTo>
                    <a:pt x="1280475" y="2079690"/>
                  </a:moveTo>
                  <a:lnTo>
                    <a:pt x="1286284" y="2084406"/>
                  </a:lnTo>
                  <a:lnTo>
                    <a:pt x="1286617" y="2059245"/>
                  </a:lnTo>
                  <a:close/>
                  <a:moveTo>
                    <a:pt x="1289037" y="1982076"/>
                  </a:moveTo>
                  <a:lnTo>
                    <a:pt x="1280475" y="2079690"/>
                  </a:lnTo>
                  <a:lnTo>
                    <a:pt x="1286617" y="2059245"/>
                  </a:lnTo>
                  <a:close/>
                  <a:moveTo>
                    <a:pt x="1358901" y="1985870"/>
                  </a:moveTo>
                  <a:lnTo>
                    <a:pt x="1286617" y="2059245"/>
                  </a:lnTo>
                  <a:lnTo>
                    <a:pt x="1352599" y="2027287"/>
                  </a:lnTo>
                  <a:close/>
                  <a:moveTo>
                    <a:pt x="1358901" y="1985870"/>
                  </a:moveTo>
                  <a:lnTo>
                    <a:pt x="1289037" y="1982076"/>
                  </a:lnTo>
                  <a:lnTo>
                    <a:pt x="1286617" y="2059245"/>
                  </a:lnTo>
                  <a:close/>
                  <a:moveTo>
                    <a:pt x="1311701" y="1876823"/>
                  </a:moveTo>
                  <a:lnTo>
                    <a:pt x="1298330" y="1887835"/>
                  </a:lnTo>
                  <a:lnTo>
                    <a:pt x="1350461" y="1892639"/>
                  </a:lnTo>
                  <a:close/>
                  <a:moveTo>
                    <a:pt x="1350461" y="1892639"/>
                  </a:moveTo>
                  <a:lnTo>
                    <a:pt x="1298330" y="1887835"/>
                  </a:lnTo>
                  <a:lnTo>
                    <a:pt x="1289037" y="1982076"/>
                  </a:lnTo>
                  <a:close/>
                  <a:moveTo>
                    <a:pt x="1311701" y="1876823"/>
                  </a:moveTo>
                  <a:lnTo>
                    <a:pt x="1350461" y="1892639"/>
                  </a:lnTo>
                  <a:lnTo>
                    <a:pt x="1361509" y="1845394"/>
                  </a:lnTo>
                  <a:close/>
                  <a:moveTo>
                    <a:pt x="397870" y="920644"/>
                  </a:moveTo>
                  <a:lnTo>
                    <a:pt x="463549" y="932535"/>
                  </a:lnTo>
                  <a:lnTo>
                    <a:pt x="530510" y="973494"/>
                  </a:lnTo>
                  <a:close/>
                  <a:moveTo>
                    <a:pt x="1299720" y="1873299"/>
                  </a:moveTo>
                  <a:lnTo>
                    <a:pt x="1298330" y="1887835"/>
                  </a:lnTo>
                  <a:lnTo>
                    <a:pt x="1311701" y="1876823"/>
                  </a:lnTo>
                  <a:close/>
                  <a:moveTo>
                    <a:pt x="1368910" y="1777548"/>
                  </a:moveTo>
                  <a:lnTo>
                    <a:pt x="1311701" y="1876823"/>
                  </a:lnTo>
                  <a:lnTo>
                    <a:pt x="1361509" y="1845394"/>
                  </a:lnTo>
                  <a:close/>
                  <a:moveTo>
                    <a:pt x="1299720" y="1873299"/>
                  </a:moveTo>
                  <a:lnTo>
                    <a:pt x="1311701" y="1876823"/>
                  </a:lnTo>
                  <a:lnTo>
                    <a:pt x="1368910" y="1777548"/>
                  </a:lnTo>
                  <a:close/>
                  <a:moveTo>
                    <a:pt x="1307101" y="1767206"/>
                  </a:moveTo>
                  <a:lnTo>
                    <a:pt x="1299720" y="1873299"/>
                  </a:lnTo>
                  <a:lnTo>
                    <a:pt x="1368910" y="1777548"/>
                  </a:lnTo>
                  <a:close/>
                  <a:moveTo>
                    <a:pt x="1356032" y="1687926"/>
                  </a:moveTo>
                  <a:lnTo>
                    <a:pt x="1368910" y="1777548"/>
                  </a:lnTo>
                  <a:lnTo>
                    <a:pt x="1391420" y="1794608"/>
                  </a:lnTo>
                  <a:close/>
                  <a:moveTo>
                    <a:pt x="924666" y="1098451"/>
                  </a:moveTo>
                  <a:lnTo>
                    <a:pt x="959450" y="1180666"/>
                  </a:lnTo>
                  <a:lnTo>
                    <a:pt x="893801" y="1211343"/>
                  </a:lnTo>
                  <a:close/>
                  <a:moveTo>
                    <a:pt x="820866" y="1119401"/>
                  </a:moveTo>
                  <a:lnTo>
                    <a:pt x="737106" y="1182802"/>
                  </a:lnTo>
                  <a:lnTo>
                    <a:pt x="813426" y="1189492"/>
                  </a:lnTo>
                  <a:close/>
                  <a:moveTo>
                    <a:pt x="761960" y="1106698"/>
                  </a:moveTo>
                  <a:lnTo>
                    <a:pt x="737106" y="1182802"/>
                  </a:lnTo>
                  <a:lnTo>
                    <a:pt x="820866" y="1119401"/>
                  </a:lnTo>
                  <a:close/>
                  <a:moveTo>
                    <a:pt x="820866" y="1119401"/>
                  </a:moveTo>
                  <a:lnTo>
                    <a:pt x="836643" y="1061093"/>
                  </a:lnTo>
                  <a:lnTo>
                    <a:pt x="770038" y="1090729"/>
                  </a:lnTo>
                  <a:close/>
                  <a:moveTo>
                    <a:pt x="917178" y="1098451"/>
                  </a:moveTo>
                  <a:lnTo>
                    <a:pt x="914681" y="1203815"/>
                  </a:lnTo>
                  <a:lnTo>
                    <a:pt x="922881" y="1180666"/>
                  </a:lnTo>
                  <a:close/>
                  <a:moveTo>
                    <a:pt x="893801" y="1211343"/>
                  </a:moveTo>
                  <a:lnTo>
                    <a:pt x="914681" y="1203815"/>
                  </a:lnTo>
                  <a:lnTo>
                    <a:pt x="813426" y="1189492"/>
                  </a:lnTo>
                  <a:close/>
                  <a:moveTo>
                    <a:pt x="882648" y="1016236"/>
                  </a:moveTo>
                  <a:lnTo>
                    <a:pt x="836643" y="1061093"/>
                  </a:lnTo>
                  <a:lnTo>
                    <a:pt x="894545" y="1020001"/>
                  </a:lnTo>
                  <a:close/>
                  <a:moveTo>
                    <a:pt x="894545" y="1020001"/>
                  </a:moveTo>
                  <a:lnTo>
                    <a:pt x="836643" y="1061093"/>
                  </a:lnTo>
                  <a:lnTo>
                    <a:pt x="820866" y="1119401"/>
                  </a:lnTo>
                  <a:close/>
                  <a:moveTo>
                    <a:pt x="845357" y="999397"/>
                  </a:moveTo>
                  <a:lnTo>
                    <a:pt x="882648" y="1016236"/>
                  </a:lnTo>
                  <a:lnTo>
                    <a:pt x="847682" y="897415"/>
                  </a:lnTo>
                  <a:close/>
                  <a:moveTo>
                    <a:pt x="938147" y="946742"/>
                  </a:moveTo>
                  <a:lnTo>
                    <a:pt x="882648" y="1016236"/>
                  </a:lnTo>
                  <a:lnTo>
                    <a:pt x="896690" y="1006944"/>
                  </a:lnTo>
                  <a:close/>
                  <a:moveTo>
                    <a:pt x="1013538" y="977800"/>
                  </a:moveTo>
                  <a:lnTo>
                    <a:pt x="938147" y="946742"/>
                  </a:lnTo>
                  <a:lnTo>
                    <a:pt x="1012621" y="984599"/>
                  </a:lnTo>
                  <a:close/>
                  <a:moveTo>
                    <a:pt x="1672880" y="1743181"/>
                  </a:moveTo>
                  <a:lnTo>
                    <a:pt x="1612499" y="1700699"/>
                  </a:lnTo>
                  <a:lnTo>
                    <a:pt x="1631964" y="1717736"/>
                  </a:lnTo>
                  <a:close/>
                  <a:moveTo>
                    <a:pt x="1648427" y="1715210"/>
                  </a:moveTo>
                  <a:lnTo>
                    <a:pt x="1612499" y="1700699"/>
                  </a:lnTo>
                  <a:lnTo>
                    <a:pt x="1672880" y="1743181"/>
                  </a:lnTo>
                  <a:close/>
                  <a:moveTo>
                    <a:pt x="1730703" y="1744171"/>
                  </a:moveTo>
                  <a:lnTo>
                    <a:pt x="1648427" y="1715210"/>
                  </a:lnTo>
                  <a:lnTo>
                    <a:pt x="1672880" y="1743181"/>
                  </a:lnTo>
                  <a:close/>
                  <a:moveTo>
                    <a:pt x="1013538" y="977800"/>
                  </a:moveTo>
                  <a:lnTo>
                    <a:pt x="1035529" y="965975"/>
                  </a:lnTo>
                  <a:lnTo>
                    <a:pt x="938147" y="946742"/>
                  </a:lnTo>
                  <a:close/>
                  <a:moveTo>
                    <a:pt x="938147" y="946742"/>
                  </a:moveTo>
                  <a:lnTo>
                    <a:pt x="1035529" y="965975"/>
                  </a:lnTo>
                  <a:lnTo>
                    <a:pt x="1065958" y="930746"/>
                  </a:lnTo>
                  <a:close/>
                  <a:moveTo>
                    <a:pt x="938147" y="946742"/>
                  </a:moveTo>
                  <a:lnTo>
                    <a:pt x="1065958" y="930746"/>
                  </a:lnTo>
                  <a:lnTo>
                    <a:pt x="990472" y="927172"/>
                  </a:lnTo>
                  <a:close/>
                  <a:moveTo>
                    <a:pt x="1994564" y="1832640"/>
                  </a:moveTo>
                  <a:lnTo>
                    <a:pt x="2045199" y="1868844"/>
                  </a:lnTo>
                  <a:lnTo>
                    <a:pt x="1962235" y="1805293"/>
                  </a:lnTo>
                  <a:close/>
                  <a:moveTo>
                    <a:pt x="1101403" y="939363"/>
                  </a:moveTo>
                  <a:lnTo>
                    <a:pt x="1162505" y="923337"/>
                  </a:lnTo>
                  <a:lnTo>
                    <a:pt x="1065958" y="930746"/>
                  </a:lnTo>
                  <a:close/>
                  <a:moveTo>
                    <a:pt x="1065958" y="930746"/>
                  </a:moveTo>
                  <a:lnTo>
                    <a:pt x="1162505" y="923337"/>
                  </a:lnTo>
                  <a:lnTo>
                    <a:pt x="1183995" y="878204"/>
                  </a:lnTo>
                  <a:close/>
                  <a:moveTo>
                    <a:pt x="1246571" y="915586"/>
                  </a:moveTo>
                  <a:lnTo>
                    <a:pt x="1162505" y="923337"/>
                  </a:lnTo>
                  <a:lnTo>
                    <a:pt x="1146010" y="951388"/>
                  </a:lnTo>
                  <a:close/>
                  <a:moveTo>
                    <a:pt x="1162505" y="923337"/>
                  </a:moveTo>
                  <a:lnTo>
                    <a:pt x="1246571" y="915586"/>
                  </a:lnTo>
                  <a:lnTo>
                    <a:pt x="1183995" y="878204"/>
                  </a:lnTo>
                  <a:close/>
                  <a:moveTo>
                    <a:pt x="1278927" y="900926"/>
                  </a:moveTo>
                  <a:lnTo>
                    <a:pt x="1351071" y="991314"/>
                  </a:lnTo>
                  <a:lnTo>
                    <a:pt x="1345017" y="983142"/>
                  </a:lnTo>
                  <a:close/>
                  <a:moveTo>
                    <a:pt x="1221490" y="954939"/>
                  </a:moveTo>
                  <a:lnTo>
                    <a:pt x="1351071" y="991314"/>
                  </a:lnTo>
                  <a:lnTo>
                    <a:pt x="1278927" y="900926"/>
                  </a:lnTo>
                  <a:close/>
                  <a:moveTo>
                    <a:pt x="1278927" y="900926"/>
                  </a:moveTo>
                  <a:lnTo>
                    <a:pt x="1246571" y="915586"/>
                  </a:lnTo>
                  <a:lnTo>
                    <a:pt x="1221490" y="954939"/>
                  </a:lnTo>
                  <a:close/>
                  <a:moveTo>
                    <a:pt x="1035280" y="665901"/>
                  </a:moveTo>
                  <a:lnTo>
                    <a:pt x="1030161" y="654281"/>
                  </a:lnTo>
                  <a:lnTo>
                    <a:pt x="996918" y="672617"/>
                  </a:lnTo>
                  <a:close/>
                  <a:moveTo>
                    <a:pt x="996918" y="672617"/>
                  </a:moveTo>
                  <a:lnTo>
                    <a:pt x="1030161" y="654281"/>
                  </a:lnTo>
                  <a:lnTo>
                    <a:pt x="967359" y="625555"/>
                  </a:lnTo>
                  <a:close/>
                  <a:moveTo>
                    <a:pt x="996918" y="672617"/>
                  </a:moveTo>
                  <a:lnTo>
                    <a:pt x="967359" y="625555"/>
                  </a:lnTo>
                  <a:lnTo>
                    <a:pt x="927650" y="692292"/>
                  </a:lnTo>
                  <a:close/>
                  <a:moveTo>
                    <a:pt x="2219063" y="1849072"/>
                  </a:moveTo>
                  <a:lnTo>
                    <a:pt x="2199755" y="1889387"/>
                  </a:lnTo>
                  <a:lnTo>
                    <a:pt x="2252128" y="1869996"/>
                  </a:lnTo>
                  <a:close/>
                  <a:moveTo>
                    <a:pt x="1952060" y="1799268"/>
                  </a:moveTo>
                  <a:lnTo>
                    <a:pt x="1962235" y="1805293"/>
                  </a:lnTo>
                  <a:lnTo>
                    <a:pt x="1983132" y="1781341"/>
                  </a:lnTo>
                  <a:close/>
                  <a:moveTo>
                    <a:pt x="2219063" y="1849072"/>
                  </a:moveTo>
                  <a:lnTo>
                    <a:pt x="2252128" y="1869996"/>
                  </a:lnTo>
                  <a:lnTo>
                    <a:pt x="2262414" y="1836160"/>
                  </a:lnTo>
                  <a:close/>
                  <a:moveTo>
                    <a:pt x="2262414" y="1836160"/>
                  </a:moveTo>
                  <a:lnTo>
                    <a:pt x="2252128" y="1869996"/>
                  </a:lnTo>
                  <a:lnTo>
                    <a:pt x="2298775" y="1849072"/>
                  </a:lnTo>
                  <a:close/>
                  <a:moveTo>
                    <a:pt x="1765648" y="1165762"/>
                  </a:moveTo>
                  <a:lnTo>
                    <a:pt x="1807965" y="1152915"/>
                  </a:lnTo>
                  <a:lnTo>
                    <a:pt x="1740816" y="1136375"/>
                  </a:lnTo>
                  <a:close/>
                  <a:moveTo>
                    <a:pt x="1480575" y="720691"/>
                  </a:moveTo>
                  <a:lnTo>
                    <a:pt x="1395991" y="754611"/>
                  </a:lnTo>
                  <a:lnTo>
                    <a:pt x="1359343" y="761287"/>
                  </a:lnTo>
                  <a:close/>
                  <a:moveTo>
                    <a:pt x="1475320" y="750709"/>
                  </a:moveTo>
                  <a:lnTo>
                    <a:pt x="1544422" y="755122"/>
                  </a:lnTo>
                  <a:lnTo>
                    <a:pt x="1480575" y="720691"/>
                  </a:lnTo>
                  <a:close/>
                  <a:moveTo>
                    <a:pt x="1261271" y="673270"/>
                  </a:moveTo>
                  <a:lnTo>
                    <a:pt x="1210966" y="683756"/>
                  </a:lnTo>
                  <a:lnTo>
                    <a:pt x="1237876" y="698060"/>
                  </a:lnTo>
                  <a:close/>
                  <a:moveTo>
                    <a:pt x="1261271" y="673270"/>
                  </a:moveTo>
                  <a:lnTo>
                    <a:pt x="1277138" y="690551"/>
                  </a:lnTo>
                  <a:lnTo>
                    <a:pt x="1268806" y="659623"/>
                  </a:lnTo>
                  <a:close/>
                  <a:moveTo>
                    <a:pt x="1277138" y="690551"/>
                  </a:moveTo>
                  <a:lnTo>
                    <a:pt x="1359343" y="761287"/>
                  </a:lnTo>
                  <a:lnTo>
                    <a:pt x="1395991" y="754611"/>
                  </a:lnTo>
                  <a:close/>
                  <a:moveTo>
                    <a:pt x="2280975" y="1547448"/>
                  </a:moveTo>
                  <a:lnTo>
                    <a:pt x="2329161" y="1642302"/>
                  </a:lnTo>
                  <a:lnTo>
                    <a:pt x="2351488" y="1532429"/>
                  </a:lnTo>
                  <a:close/>
                  <a:moveTo>
                    <a:pt x="2230965" y="1563990"/>
                  </a:moveTo>
                  <a:lnTo>
                    <a:pt x="2329161" y="1642302"/>
                  </a:lnTo>
                  <a:lnTo>
                    <a:pt x="2280975" y="1547448"/>
                  </a:lnTo>
                  <a:close/>
                  <a:moveTo>
                    <a:pt x="2234182" y="1558834"/>
                  </a:moveTo>
                  <a:lnTo>
                    <a:pt x="2230965" y="1563990"/>
                  </a:lnTo>
                  <a:lnTo>
                    <a:pt x="2280975" y="1547448"/>
                  </a:lnTo>
                  <a:close/>
                  <a:moveTo>
                    <a:pt x="2227165" y="1561463"/>
                  </a:moveTo>
                  <a:lnTo>
                    <a:pt x="2234182" y="1558834"/>
                  </a:lnTo>
                  <a:lnTo>
                    <a:pt x="2159262" y="1559151"/>
                  </a:lnTo>
                  <a:close/>
                  <a:moveTo>
                    <a:pt x="1954907" y="1303827"/>
                  </a:moveTo>
                  <a:lnTo>
                    <a:pt x="1962505" y="1317345"/>
                  </a:lnTo>
                  <a:lnTo>
                    <a:pt x="1975324" y="1240646"/>
                  </a:lnTo>
                  <a:close/>
                  <a:moveTo>
                    <a:pt x="1975324" y="1240646"/>
                  </a:moveTo>
                  <a:lnTo>
                    <a:pt x="2002236" y="1277807"/>
                  </a:lnTo>
                  <a:lnTo>
                    <a:pt x="2052817" y="1251719"/>
                  </a:lnTo>
                  <a:close/>
                  <a:moveTo>
                    <a:pt x="1739816" y="917434"/>
                  </a:moveTo>
                  <a:lnTo>
                    <a:pt x="1774551" y="889400"/>
                  </a:lnTo>
                  <a:lnTo>
                    <a:pt x="1817196" y="928087"/>
                  </a:lnTo>
                  <a:close/>
                  <a:moveTo>
                    <a:pt x="1480575" y="720691"/>
                  </a:moveTo>
                  <a:lnTo>
                    <a:pt x="1543010" y="675471"/>
                  </a:lnTo>
                  <a:lnTo>
                    <a:pt x="1577199" y="621187"/>
                  </a:lnTo>
                  <a:close/>
                  <a:moveTo>
                    <a:pt x="2280975" y="1547448"/>
                  </a:moveTo>
                  <a:lnTo>
                    <a:pt x="2159262" y="1559151"/>
                  </a:lnTo>
                  <a:lnTo>
                    <a:pt x="2234182" y="1558834"/>
                  </a:lnTo>
                  <a:close/>
                  <a:moveTo>
                    <a:pt x="2280975" y="1547448"/>
                  </a:moveTo>
                  <a:lnTo>
                    <a:pt x="2206511" y="1547698"/>
                  </a:lnTo>
                  <a:lnTo>
                    <a:pt x="2159262" y="1559151"/>
                  </a:lnTo>
                  <a:close/>
                  <a:moveTo>
                    <a:pt x="2287533" y="1515461"/>
                  </a:moveTo>
                  <a:lnTo>
                    <a:pt x="2206511" y="1547698"/>
                  </a:lnTo>
                  <a:lnTo>
                    <a:pt x="2280975" y="1547448"/>
                  </a:lnTo>
                  <a:close/>
                  <a:moveTo>
                    <a:pt x="2352760" y="1523024"/>
                  </a:moveTo>
                  <a:lnTo>
                    <a:pt x="2280975" y="1547448"/>
                  </a:lnTo>
                  <a:lnTo>
                    <a:pt x="2351488" y="1532429"/>
                  </a:lnTo>
                  <a:close/>
                  <a:moveTo>
                    <a:pt x="2352760" y="1523024"/>
                  </a:moveTo>
                  <a:lnTo>
                    <a:pt x="2287533" y="1515461"/>
                  </a:lnTo>
                  <a:lnTo>
                    <a:pt x="2280975" y="1547448"/>
                  </a:lnTo>
                  <a:close/>
                  <a:moveTo>
                    <a:pt x="2287533" y="1515461"/>
                  </a:moveTo>
                  <a:lnTo>
                    <a:pt x="2352760" y="1523024"/>
                  </a:lnTo>
                  <a:lnTo>
                    <a:pt x="2356882" y="1419581"/>
                  </a:lnTo>
                  <a:close/>
                  <a:moveTo>
                    <a:pt x="2352760" y="1523024"/>
                  </a:moveTo>
                  <a:lnTo>
                    <a:pt x="2351488" y="1532429"/>
                  </a:lnTo>
                  <a:lnTo>
                    <a:pt x="2357879" y="1525553"/>
                  </a:lnTo>
                  <a:close/>
                  <a:moveTo>
                    <a:pt x="2356882" y="1419581"/>
                  </a:moveTo>
                  <a:lnTo>
                    <a:pt x="2352760" y="1523024"/>
                  </a:lnTo>
                  <a:lnTo>
                    <a:pt x="2357879" y="1525553"/>
                  </a:lnTo>
                  <a:close/>
                  <a:moveTo>
                    <a:pt x="2137430" y="1176531"/>
                  </a:moveTo>
                  <a:lnTo>
                    <a:pt x="2082182" y="1160854"/>
                  </a:lnTo>
                  <a:lnTo>
                    <a:pt x="2052817" y="1251719"/>
                  </a:lnTo>
                  <a:close/>
                  <a:moveTo>
                    <a:pt x="1872376" y="809871"/>
                  </a:moveTo>
                  <a:lnTo>
                    <a:pt x="1946591" y="810127"/>
                  </a:lnTo>
                  <a:lnTo>
                    <a:pt x="1943409" y="712622"/>
                  </a:lnTo>
                  <a:close/>
                  <a:moveTo>
                    <a:pt x="1932294" y="864558"/>
                  </a:moveTo>
                  <a:lnTo>
                    <a:pt x="2000879" y="842328"/>
                  </a:lnTo>
                  <a:lnTo>
                    <a:pt x="1994190" y="790960"/>
                  </a:lnTo>
                  <a:close/>
                  <a:moveTo>
                    <a:pt x="1805942" y="220796"/>
                  </a:moveTo>
                  <a:lnTo>
                    <a:pt x="1823343" y="305462"/>
                  </a:lnTo>
                  <a:lnTo>
                    <a:pt x="1795227" y="259232"/>
                  </a:lnTo>
                  <a:close/>
                  <a:moveTo>
                    <a:pt x="1906926" y="41636"/>
                  </a:moveTo>
                  <a:lnTo>
                    <a:pt x="1858175" y="56366"/>
                  </a:lnTo>
                  <a:lnTo>
                    <a:pt x="1891150" y="65118"/>
                  </a:lnTo>
                  <a:close/>
                  <a:moveTo>
                    <a:pt x="1858175" y="56366"/>
                  </a:moveTo>
                  <a:lnTo>
                    <a:pt x="1906926" y="41636"/>
                  </a:lnTo>
                  <a:lnTo>
                    <a:pt x="1931291" y="0"/>
                  </a:lnTo>
                  <a:close/>
                  <a:moveTo>
                    <a:pt x="1810065" y="40616"/>
                  </a:moveTo>
                  <a:lnTo>
                    <a:pt x="1858175" y="56366"/>
                  </a:lnTo>
                  <a:lnTo>
                    <a:pt x="1931291" y="0"/>
                  </a:lnTo>
                  <a:close/>
                  <a:moveTo>
                    <a:pt x="1891150" y="65118"/>
                  </a:moveTo>
                  <a:lnTo>
                    <a:pt x="1978045" y="17930"/>
                  </a:lnTo>
                  <a:lnTo>
                    <a:pt x="1906926" y="41636"/>
                  </a:lnTo>
                  <a:close/>
                  <a:moveTo>
                    <a:pt x="2016087" y="38381"/>
                  </a:moveTo>
                  <a:lnTo>
                    <a:pt x="1978045" y="17930"/>
                  </a:lnTo>
                  <a:lnTo>
                    <a:pt x="1891150" y="65118"/>
                  </a:lnTo>
                  <a:close/>
                  <a:moveTo>
                    <a:pt x="1906926" y="41636"/>
                  </a:moveTo>
                  <a:lnTo>
                    <a:pt x="1978045" y="17930"/>
                  </a:lnTo>
                  <a:lnTo>
                    <a:pt x="1931291" y="0"/>
                  </a:lnTo>
                  <a:close/>
                  <a:moveTo>
                    <a:pt x="2279613" y="20517"/>
                  </a:moveTo>
                  <a:lnTo>
                    <a:pt x="2315844" y="91154"/>
                  </a:lnTo>
                  <a:lnTo>
                    <a:pt x="2336328" y="10548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88" name="Candidate_density__2107">
              <a:extLst>
                <a:ext uri="{FF2B5EF4-FFF2-40B4-BE49-F238E27FC236}">
                  <a16:creationId xmlns:a16="http://schemas.microsoft.com/office/drawing/2014/main" id="{57A71D39-A575-6088-73CC-A3FBF78726F1}"/>
                </a:ext>
              </a:extLst>
            </p:cNvPr>
            <p:cNvSpPr>
              <a:spLocks noGrp="1"/>
            </p:cNvSpPr>
            <p:nvPr/>
          </p:nvSpPr>
          <p:spPr>
            <a:xfrm>
              <a:off x="3924552" y="1508053"/>
              <a:ext cx="2210725" cy="2576568"/>
            </a:xfrm>
            <a:custGeom>
              <a:avLst/>
              <a:gdLst/>
              <a:ahLst/>
              <a:cxnLst/>
              <a:rect l="0" t="0" r="0" b="0"/>
              <a:pathLst>
                <a:path w="2210725" h="2576568">
                  <a:moveTo>
                    <a:pt x="616277" y="2531391"/>
                  </a:moveTo>
                  <a:lnTo>
                    <a:pt x="674028" y="2576568"/>
                  </a:lnTo>
                  <a:lnTo>
                    <a:pt x="684544" y="2513020"/>
                  </a:lnTo>
                  <a:close/>
                  <a:moveTo>
                    <a:pt x="616277" y="2531391"/>
                  </a:moveTo>
                  <a:lnTo>
                    <a:pt x="684544" y="2513020"/>
                  </a:lnTo>
                  <a:lnTo>
                    <a:pt x="576639" y="2491100"/>
                  </a:lnTo>
                  <a:close/>
                  <a:moveTo>
                    <a:pt x="487861" y="2351551"/>
                  </a:moveTo>
                  <a:lnTo>
                    <a:pt x="527476" y="2328524"/>
                  </a:lnTo>
                  <a:lnTo>
                    <a:pt x="512483" y="2314688"/>
                  </a:lnTo>
                  <a:close/>
                  <a:moveTo>
                    <a:pt x="725710" y="2379461"/>
                  </a:moveTo>
                  <a:lnTo>
                    <a:pt x="681665" y="2290088"/>
                  </a:lnTo>
                  <a:lnTo>
                    <a:pt x="623332" y="2302007"/>
                  </a:lnTo>
                  <a:close/>
                  <a:moveTo>
                    <a:pt x="610478" y="2212366"/>
                  </a:moveTo>
                  <a:lnTo>
                    <a:pt x="610070" y="2185689"/>
                  </a:lnTo>
                  <a:lnTo>
                    <a:pt x="531090" y="2169054"/>
                  </a:lnTo>
                  <a:close/>
                  <a:moveTo>
                    <a:pt x="126340" y="1550152"/>
                  </a:moveTo>
                  <a:lnTo>
                    <a:pt x="91023" y="1574892"/>
                  </a:lnTo>
                  <a:lnTo>
                    <a:pt x="117442" y="1570089"/>
                  </a:lnTo>
                  <a:close/>
                  <a:moveTo>
                    <a:pt x="0" y="1506374"/>
                  </a:moveTo>
                  <a:lnTo>
                    <a:pt x="91023" y="1574892"/>
                  </a:lnTo>
                  <a:lnTo>
                    <a:pt x="126340" y="1550152"/>
                  </a:lnTo>
                  <a:close/>
                  <a:moveTo>
                    <a:pt x="117442" y="1570089"/>
                  </a:moveTo>
                  <a:lnTo>
                    <a:pt x="79321" y="1594595"/>
                  </a:lnTo>
                  <a:lnTo>
                    <a:pt x="126340" y="1550152"/>
                  </a:lnTo>
                  <a:close/>
                  <a:moveTo>
                    <a:pt x="542291" y="2107115"/>
                  </a:moveTo>
                  <a:lnTo>
                    <a:pt x="632599" y="2054720"/>
                  </a:lnTo>
                  <a:lnTo>
                    <a:pt x="572258" y="2043253"/>
                  </a:lnTo>
                  <a:close/>
                  <a:moveTo>
                    <a:pt x="603880" y="1947342"/>
                  </a:moveTo>
                  <a:lnTo>
                    <a:pt x="577025" y="1922791"/>
                  </a:lnTo>
                  <a:lnTo>
                    <a:pt x="572258" y="2043253"/>
                  </a:lnTo>
                  <a:close/>
                  <a:moveTo>
                    <a:pt x="572258" y="2043253"/>
                  </a:moveTo>
                  <a:lnTo>
                    <a:pt x="653423" y="2005006"/>
                  </a:lnTo>
                  <a:lnTo>
                    <a:pt x="603880" y="1947342"/>
                  </a:lnTo>
                  <a:close/>
                  <a:moveTo>
                    <a:pt x="572258" y="2043253"/>
                  </a:moveTo>
                  <a:lnTo>
                    <a:pt x="632599" y="2054720"/>
                  </a:lnTo>
                  <a:lnTo>
                    <a:pt x="653423" y="2005006"/>
                  </a:lnTo>
                  <a:close/>
                  <a:moveTo>
                    <a:pt x="577025" y="1922791"/>
                  </a:moveTo>
                  <a:lnTo>
                    <a:pt x="534484" y="1840576"/>
                  </a:lnTo>
                  <a:lnTo>
                    <a:pt x="511892" y="1931646"/>
                  </a:lnTo>
                  <a:close/>
                  <a:moveTo>
                    <a:pt x="119608" y="1368143"/>
                  </a:moveTo>
                  <a:lnTo>
                    <a:pt x="2088" y="1305835"/>
                  </a:lnTo>
                  <a:lnTo>
                    <a:pt x="54343" y="1385722"/>
                  </a:lnTo>
                  <a:close/>
                  <a:moveTo>
                    <a:pt x="577025" y="1922791"/>
                  </a:moveTo>
                  <a:lnTo>
                    <a:pt x="588390" y="1802140"/>
                  </a:lnTo>
                  <a:lnTo>
                    <a:pt x="534484" y="1840576"/>
                  </a:lnTo>
                  <a:close/>
                  <a:moveTo>
                    <a:pt x="588390" y="1802140"/>
                  </a:moveTo>
                  <a:lnTo>
                    <a:pt x="536827" y="1758361"/>
                  </a:lnTo>
                  <a:lnTo>
                    <a:pt x="534484" y="1840576"/>
                  </a:lnTo>
                  <a:close/>
                  <a:moveTo>
                    <a:pt x="176858" y="1321600"/>
                  </a:moveTo>
                  <a:lnTo>
                    <a:pt x="185990" y="1284353"/>
                  </a:lnTo>
                  <a:lnTo>
                    <a:pt x="189926" y="1347285"/>
                  </a:lnTo>
                  <a:close/>
                  <a:moveTo>
                    <a:pt x="232765" y="1395777"/>
                  </a:moveTo>
                  <a:lnTo>
                    <a:pt x="305808" y="1390217"/>
                  </a:lnTo>
                  <a:lnTo>
                    <a:pt x="269515" y="1406956"/>
                  </a:lnTo>
                  <a:close/>
                  <a:moveTo>
                    <a:pt x="763394" y="1608679"/>
                  </a:moveTo>
                  <a:lnTo>
                    <a:pt x="694520" y="1604080"/>
                  </a:lnTo>
                  <a:lnTo>
                    <a:pt x="780852" y="1621293"/>
                  </a:lnTo>
                  <a:close/>
                  <a:moveTo>
                    <a:pt x="178985" y="1144419"/>
                  </a:moveTo>
                  <a:lnTo>
                    <a:pt x="283424" y="1195464"/>
                  </a:lnTo>
                  <a:lnTo>
                    <a:pt x="266419" y="1109196"/>
                  </a:lnTo>
                  <a:close/>
                  <a:moveTo>
                    <a:pt x="178985" y="1144419"/>
                  </a:moveTo>
                  <a:lnTo>
                    <a:pt x="226849" y="1226634"/>
                  </a:lnTo>
                  <a:lnTo>
                    <a:pt x="283424" y="1195464"/>
                  </a:lnTo>
                  <a:close/>
                  <a:moveTo>
                    <a:pt x="346384" y="1204871"/>
                  </a:moveTo>
                  <a:lnTo>
                    <a:pt x="323260" y="1105982"/>
                  </a:lnTo>
                  <a:lnTo>
                    <a:pt x="266419" y="1109196"/>
                  </a:lnTo>
                  <a:close/>
                  <a:moveTo>
                    <a:pt x="266419" y="1109196"/>
                  </a:moveTo>
                  <a:lnTo>
                    <a:pt x="323260" y="1105982"/>
                  </a:lnTo>
                  <a:lnTo>
                    <a:pt x="267780" y="1096290"/>
                  </a:lnTo>
                  <a:close/>
                  <a:moveTo>
                    <a:pt x="998579" y="1738845"/>
                  </a:moveTo>
                  <a:lnTo>
                    <a:pt x="951521" y="1643052"/>
                  </a:lnTo>
                  <a:lnTo>
                    <a:pt x="903926" y="1655112"/>
                  </a:lnTo>
                  <a:close/>
                  <a:moveTo>
                    <a:pt x="843703" y="1641080"/>
                  </a:moveTo>
                  <a:lnTo>
                    <a:pt x="780852" y="1621293"/>
                  </a:lnTo>
                  <a:lnTo>
                    <a:pt x="705560" y="1618448"/>
                  </a:lnTo>
                  <a:close/>
                  <a:moveTo>
                    <a:pt x="843703" y="1641080"/>
                  </a:moveTo>
                  <a:lnTo>
                    <a:pt x="705560" y="1618448"/>
                  </a:lnTo>
                  <a:lnTo>
                    <a:pt x="758732" y="1602045"/>
                  </a:lnTo>
                  <a:close/>
                  <a:moveTo>
                    <a:pt x="843703" y="1641080"/>
                  </a:moveTo>
                  <a:lnTo>
                    <a:pt x="847964" y="1643052"/>
                  </a:lnTo>
                  <a:lnTo>
                    <a:pt x="858086" y="1631400"/>
                  </a:lnTo>
                  <a:close/>
                  <a:moveTo>
                    <a:pt x="780852" y="1621293"/>
                  </a:moveTo>
                  <a:lnTo>
                    <a:pt x="843703" y="1641080"/>
                  </a:lnTo>
                  <a:lnTo>
                    <a:pt x="858086" y="1631400"/>
                  </a:lnTo>
                  <a:close/>
                  <a:moveTo>
                    <a:pt x="938851" y="1718166"/>
                  </a:moveTo>
                  <a:lnTo>
                    <a:pt x="903926" y="1655112"/>
                  </a:lnTo>
                  <a:lnTo>
                    <a:pt x="847964" y="1643052"/>
                  </a:lnTo>
                  <a:close/>
                  <a:moveTo>
                    <a:pt x="323260" y="1105982"/>
                  </a:moveTo>
                  <a:lnTo>
                    <a:pt x="345934" y="1109839"/>
                  </a:lnTo>
                  <a:lnTo>
                    <a:pt x="280255" y="1097948"/>
                  </a:lnTo>
                  <a:close/>
                  <a:moveTo>
                    <a:pt x="267780" y="1096290"/>
                  </a:moveTo>
                  <a:lnTo>
                    <a:pt x="323260" y="1105982"/>
                  </a:lnTo>
                  <a:lnTo>
                    <a:pt x="280255" y="1097948"/>
                  </a:lnTo>
                  <a:close/>
                  <a:moveTo>
                    <a:pt x="333054" y="846480"/>
                  </a:moveTo>
                  <a:lnTo>
                    <a:pt x="209839" y="879659"/>
                  </a:lnTo>
                  <a:lnTo>
                    <a:pt x="261787" y="858680"/>
                  </a:lnTo>
                  <a:close/>
                  <a:moveTo>
                    <a:pt x="1166171" y="1863373"/>
                  </a:moveTo>
                  <a:lnTo>
                    <a:pt x="1191341" y="1826211"/>
                  </a:lnTo>
                  <a:lnTo>
                    <a:pt x="1125269" y="1857833"/>
                  </a:lnTo>
                  <a:close/>
                  <a:moveTo>
                    <a:pt x="1166171" y="1863373"/>
                  </a:moveTo>
                  <a:lnTo>
                    <a:pt x="1238417" y="1865229"/>
                  </a:lnTo>
                  <a:lnTo>
                    <a:pt x="1191341" y="1826211"/>
                  </a:lnTo>
                  <a:close/>
                  <a:moveTo>
                    <a:pt x="799564" y="1275755"/>
                  </a:moveTo>
                  <a:lnTo>
                    <a:pt x="703251" y="1296705"/>
                  </a:lnTo>
                  <a:lnTo>
                    <a:pt x="695811" y="1366796"/>
                  </a:lnTo>
                  <a:close/>
                  <a:moveTo>
                    <a:pt x="799564" y="1275755"/>
                  </a:moveTo>
                  <a:lnTo>
                    <a:pt x="800433" y="1264098"/>
                  </a:lnTo>
                  <a:lnTo>
                    <a:pt x="776930" y="1197305"/>
                  </a:lnTo>
                  <a:close/>
                  <a:moveTo>
                    <a:pt x="703251" y="1296705"/>
                  </a:moveTo>
                  <a:lnTo>
                    <a:pt x="799564" y="1275755"/>
                  </a:lnTo>
                  <a:lnTo>
                    <a:pt x="776930" y="1197305"/>
                  </a:lnTo>
                  <a:close/>
                  <a:moveTo>
                    <a:pt x="800433" y="1264098"/>
                  </a:moveTo>
                  <a:lnTo>
                    <a:pt x="807051" y="1275755"/>
                  </a:lnTo>
                  <a:lnTo>
                    <a:pt x="776930" y="1197305"/>
                  </a:lnTo>
                  <a:close/>
                  <a:moveTo>
                    <a:pt x="333054" y="846480"/>
                  </a:moveTo>
                  <a:lnTo>
                    <a:pt x="261787" y="858680"/>
                  </a:lnTo>
                  <a:lnTo>
                    <a:pt x="392826" y="854755"/>
                  </a:lnTo>
                  <a:close/>
                  <a:moveTo>
                    <a:pt x="411652" y="861686"/>
                  </a:moveTo>
                  <a:lnTo>
                    <a:pt x="416631" y="864680"/>
                  </a:lnTo>
                  <a:lnTo>
                    <a:pt x="451087" y="880065"/>
                  </a:lnTo>
                  <a:close/>
                  <a:moveTo>
                    <a:pt x="475907" y="886722"/>
                  </a:moveTo>
                  <a:lnTo>
                    <a:pt x="451087" y="880065"/>
                  </a:lnTo>
                  <a:lnTo>
                    <a:pt x="416631" y="864680"/>
                  </a:lnTo>
                  <a:close/>
                  <a:moveTo>
                    <a:pt x="1878061" y="2409409"/>
                  </a:moveTo>
                  <a:lnTo>
                    <a:pt x="1819381" y="2396522"/>
                  </a:lnTo>
                  <a:lnTo>
                    <a:pt x="1789919" y="2455702"/>
                  </a:lnTo>
                  <a:close/>
                  <a:moveTo>
                    <a:pt x="730068" y="1074719"/>
                  </a:moveTo>
                  <a:lnTo>
                    <a:pt x="820533" y="1124046"/>
                  </a:lnTo>
                  <a:lnTo>
                    <a:pt x="736097" y="1072889"/>
                  </a:lnTo>
                  <a:close/>
                  <a:moveTo>
                    <a:pt x="589477" y="1032686"/>
                  </a:moveTo>
                  <a:lnTo>
                    <a:pt x="639742" y="1005414"/>
                  </a:lnTo>
                  <a:lnTo>
                    <a:pt x="730068" y="1074719"/>
                  </a:lnTo>
                  <a:close/>
                  <a:moveTo>
                    <a:pt x="594606" y="1029109"/>
                  </a:moveTo>
                  <a:lnTo>
                    <a:pt x="589477" y="1032686"/>
                  </a:lnTo>
                  <a:lnTo>
                    <a:pt x="730068" y="1074719"/>
                  </a:lnTo>
                  <a:close/>
                  <a:moveTo>
                    <a:pt x="620145" y="990673"/>
                  </a:moveTo>
                  <a:lnTo>
                    <a:pt x="586600" y="1021929"/>
                  </a:lnTo>
                  <a:lnTo>
                    <a:pt x="527193" y="918284"/>
                  </a:lnTo>
                  <a:close/>
                  <a:moveTo>
                    <a:pt x="635960" y="908458"/>
                  </a:moveTo>
                  <a:lnTo>
                    <a:pt x="586600" y="1021929"/>
                  </a:lnTo>
                  <a:lnTo>
                    <a:pt x="594606" y="1029109"/>
                  </a:lnTo>
                  <a:close/>
                  <a:moveTo>
                    <a:pt x="1473816" y="1812824"/>
                  </a:moveTo>
                  <a:lnTo>
                    <a:pt x="1514349" y="1895039"/>
                  </a:lnTo>
                  <a:lnTo>
                    <a:pt x="1474235" y="1794698"/>
                  </a:lnTo>
                  <a:close/>
                  <a:moveTo>
                    <a:pt x="1559696" y="1721850"/>
                  </a:moveTo>
                  <a:lnTo>
                    <a:pt x="1474235" y="1794698"/>
                  </a:lnTo>
                  <a:lnTo>
                    <a:pt x="1489192" y="1736903"/>
                  </a:lnTo>
                  <a:close/>
                  <a:moveTo>
                    <a:pt x="810204" y="870226"/>
                  </a:moveTo>
                  <a:lnTo>
                    <a:pt x="747762" y="908458"/>
                  </a:lnTo>
                  <a:lnTo>
                    <a:pt x="736964" y="969020"/>
                  </a:lnTo>
                  <a:close/>
                  <a:moveTo>
                    <a:pt x="736964" y="969020"/>
                  </a:moveTo>
                  <a:lnTo>
                    <a:pt x="747762" y="908458"/>
                  </a:lnTo>
                  <a:lnTo>
                    <a:pt x="714266" y="887381"/>
                  </a:lnTo>
                  <a:close/>
                  <a:moveTo>
                    <a:pt x="714266" y="887381"/>
                  </a:moveTo>
                  <a:lnTo>
                    <a:pt x="747762" y="908458"/>
                  </a:lnTo>
                  <a:lnTo>
                    <a:pt x="700246" y="798687"/>
                  </a:lnTo>
                  <a:close/>
                  <a:moveTo>
                    <a:pt x="700246" y="798687"/>
                  </a:moveTo>
                  <a:lnTo>
                    <a:pt x="810036" y="869596"/>
                  </a:lnTo>
                  <a:lnTo>
                    <a:pt x="729975" y="787807"/>
                  </a:lnTo>
                  <a:close/>
                  <a:moveTo>
                    <a:pt x="700246" y="798687"/>
                  </a:moveTo>
                  <a:lnTo>
                    <a:pt x="729975" y="787807"/>
                  </a:lnTo>
                  <a:lnTo>
                    <a:pt x="710657" y="776696"/>
                  </a:lnTo>
                  <a:close/>
                  <a:moveTo>
                    <a:pt x="1492000" y="1856603"/>
                  </a:moveTo>
                  <a:lnTo>
                    <a:pt x="1481770" y="1774388"/>
                  </a:lnTo>
                  <a:lnTo>
                    <a:pt x="1474235" y="1794698"/>
                  </a:lnTo>
                  <a:close/>
                  <a:moveTo>
                    <a:pt x="1994538" y="2075030"/>
                  </a:moveTo>
                  <a:lnTo>
                    <a:pt x="1914017" y="2079901"/>
                  </a:lnTo>
                  <a:lnTo>
                    <a:pt x="2002346" y="2168775"/>
                  </a:lnTo>
                  <a:close/>
                  <a:moveTo>
                    <a:pt x="1535859" y="1696182"/>
                  </a:moveTo>
                  <a:lnTo>
                    <a:pt x="1587405" y="1735951"/>
                  </a:lnTo>
                  <a:lnTo>
                    <a:pt x="1559696" y="1721850"/>
                  </a:lnTo>
                  <a:close/>
                  <a:moveTo>
                    <a:pt x="1489192" y="1736903"/>
                  </a:moveTo>
                  <a:lnTo>
                    <a:pt x="1535859" y="1696182"/>
                  </a:lnTo>
                  <a:lnTo>
                    <a:pt x="1559696" y="1721850"/>
                  </a:lnTo>
                  <a:close/>
                  <a:moveTo>
                    <a:pt x="1227038" y="1314068"/>
                  </a:moveTo>
                  <a:lnTo>
                    <a:pt x="1212134" y="1325544"/>
                  </a:lnTo>
                  <a:lnTo>
                    <a:pt x="1263382" y="1242661"/>
                  </a:lnTo>
                  <a:close/>
                  <a:moveTo>
                    <a:pt x="912547" y="831585"/>
                  </a:moveTo>
                  <a:lnTo>
                    <a:pt x="917666" y="843205"/>
                  </a:lnTo>
                  <a:lnTo>
                    <a:pt x="873222" y="890636"/>
                  </a:lnTo>
                  <a:close/>
                  <a:moveTo>
                    <a:pt x="775217" y="749370"/>
                  </a:moveTo>
                  <a:lnTo>
                    <a:pt x="810036" y="869596"/>
                  </a:lnTo>
                  <a:lnTo>
                    <a:pt x="849745" y="802859"/>
                  </a:lnTo>
                  <a:close/>
                  <a:moveTo>
                    <a:pt x="775217" y="749370"/>
                  </a:moveTo>
                  <a:lnTo>
                    <a:pt x="729975" y="787807"/>
                  </a:lnTo>
                  <a:lnTo>
                    <a:pt x="810036" y="869596"/>
                  </a:lnTo>
                  <a:close/>
                  <a:moveTo>
                    <a:pt x="729975" y="787807"/>
                  </a:moveTo>
                  <a:lnTo>
                    <a:pt x="775217" y="749370"/>
                  </a:lnTo>
                  <a:lnTo>
                    <a:pt x="710657" y="776696"/>
                  </a:lnTo>
                  <a:close/>
                  <a:moveTo>
                    <a:pt x="1470968" y="1571521"/>
                  </a:moveTo>
                  <a:lnTo>
                    <a:pt x="1464426" y="1602488"/>
                  </a:lnTo>
                  <a:lnTo>
                    <a:pt x="1519956" y="1636723"/>
                  </a:lnTo>
                  <a:close/>
                  <a:moveTo>
                    <a:pt x="1161313" y="1078230"/>
                  </a:moveTo>
                  <a:lnTo>
                    <a:pt x="1288122" y="1124175"/>
                  </a:lnTo>
                  <a:lnTo>
                    <a:pt x="1251987" y="1053461"/>
                  </a:lnTo>
                  <a:close/>
                  <a:moveTo>
                    <a:pt x="1251987" y="1053461"/>
                  </a:moveTo>
                  <a:lnTo>
                    <a:pt x="1143328" y="1064547"/>
                  </a:lnTo>
                  <a:lnTo>
                    <a:pt x="1161313" y="1078230"/>
                  </a:lnTo>
                  <a:close/>
                  <a:moveTo>
                    <a:pt x="1166465" y="962304"/>
                  </a:moveTo>
                  <a:lnTo>
                    <a:pt x="1143328" y="1064547"/>
                  </a:lnTo>
                  <a:lnTo>
                    <a:pt x="1251987" y="1053461"/>
                  </a:lnTo>
                  <a:close/>
                  <a:moveTo>
                    <a:pt x="1244349" y="959578"/>
                  </a:moveTo>
                  <a:lnTo>
                    <a:pt x="1166465" y="962304"/>
                  </a:lnTo>
                  <a:lnTo>
                    <a:pt x="1251987" y="1053461"/>
                  </a:lnTo>
                  <a:close/>
                  <a:moveTo>
                    <a:pt x="1166465" y="962304"/>
                  </a:moveTo>
                  <a:lnTo>
                    <a:pt x="1241728" y="938591"/>
                  </a:lnTo>
                  <a:lnTo>
                    <a:pt x="1111218" y="913800"/>
                  </a:lnTo>
                  <a:close/>
                  <a:moveTo>
                    <a:pt x="912547" y="831585"/>
                  </a:moveTo>
                  <a:lnTo>
                    <a:pt x="958953" y="809639"/>
                  </a:lnTo>
                  <a:lnTo>
                    <a:pt x="849745" y="802859"/>
                  </a:lnTo>
                  <a:close/>
                  <a:moveTo>
                    <a:pt x="2061082" y="1920839"/>
                  </a:moveTo>
                  <a:lnTo>
                    <a:pt x="2143495" y="1914431"/>
                  </a:lnTo>
                  <a:lnTo>
                    <a:pt x="2125639" y="1828856"/>
                  </a:lnTo>
                  <a:close/>
                  <a:moveTo>
                    <a:pt x="2061082" y="1920839"/>
                  </a:moveTo>
                  <a:lnTo>
                    <a:pt x="2125639" y="1828856"/>
                  </a:lnTo>
                  <a:lnTo>
                    <a:pt x="2053554" y="1826867"/>
                  </a:lnTo>
                  <a:close/>
                  <a:moveTo>
                    <a:pt x="2201590" y="1927792"/>
                  </a:moveTo>
                  <a:lnTo>
                    <a:pt x="2125639" y="1828856"/>
                  </a:lnTo>
                  <a:lnTo>
                    <a:pt x="2143495" y="1914431"/>
                  </a:lnTo>
                  <a:close/>
                  <a:moveTo>
                    <a:pt x="1972903" y="1831843"/>
                  </a:moveTo>
                  <a:lnTo>
                    <a:pt x="2053554" y="1826867"/>
                  </a:lnTo>
                  <a:lnTo>
                    <a:pt x="1952271" y="1748524"/>
                  </a:lnTo>
                  <a:close/>
                  <a:moveTo>
                    <a:pt x="2053554" y="1826867"/>
                  </a:moveTo>
                  <a:lnTo>
                    <a:pt x="2125639" y="1828856"/>
                  </a:lnTo>
                  <a:lnTo>
                    <a:pt x="2069213" y="1803156"/>
                  </a:lnTo>
                  <a:close/>
                  <a:moveTo>
                    <a:pt x="1644693" y="1394031"/>
                  </a:moveTo>
                  <a:lnTo>
                    <a:pt x="1658060" y="1380555"/>
                  </a:lnTo>
                  <a:lnTo>
                    <a:pt x="1593243" y="1416869"/>
                  </a:lnTo>
                  <a:close/>
                  <a:moveTo>
                    <a:pt x="1694079" y="1336784"/>
                  </a:moveTo>
                  <a:lnTo>
                    <a:pt x="1690350" y="1330218"/>
                  </a:lnTo>
                  <a:lnTo>
                    <a:pt x="1648034" y="1343066"/>
                  </a:lnTo>
                  <a:close/>
                  <a:moveTo>
                    <a:pt x="1357706" y="928013"/>
                  </a:moveTo>
                  <a:lnTo>
                    <a:pt x="1253640" y="957579"/>
                  </a:lnTo>
                  <a:lnTo>
                    <a:pt x="1334974" y="1008562"/>
                  </a:lnTo>
                  <a:close/>
                  <a:moveTo>
                    <a:pt x="1241728" y="938591"/>
                  </a:moveTo>
                  <a:lnTo>
                    <a:pt x="1253640" y="957579"/>
                  </a:lnTo>
                  <a:lnTo>
                    <a:pt x="1362961" y="897995"/>
                  </a:lnTo>
                  <a:close/>
                  <a:moveTo>
                    <a:pt x="1122724" y="754712"/>
                  </a:moveTo>
                  <a:lnTo>
                    <a:pt x="1070561" y="779496"/>
                  </a:lnTo>
                  <a:lnTo>
                    <a:pt x="1143657" y="850574"/>
                  </a:lnTo>
                  <a:close/>
                  <a:moveTo>
                    <a:pt x="1706237" y="1326901"/>
                  </a:moveTo>
                  <a:lnTo>
                    <a:pt x="1623202" y="1313679"/>
                  </a:lnTo>
                  <a:lnTo>
                    <a:pt x="1690350" y="1330218"/>
                  </a:lnTo>
                  <a:close/>
                  <a:moveTo>
                    <a:pt x="1639434" y="1220525"/>
                  </a:moveTo>
                  <a:lnTo>
                    <a:pt x="1623202" y="1313679"/>
                  </a:lnTo>
                  <a:lnTo>
                    <a:pt x="1706237" y="1326901"/>
                  </a:lnTo>
                  <a:close/>
                  <a:moveTo>
                    <a:pt x="1709862" y="1223861"/>
                  </a:moveTo>
                  <a:lnTo>
                    <a:pt x="1639434" y="1220525"/>
                  </a:lnTo>
                  <a:lnTo>
                    <a:pt x="1706237" y="1326901"/>
                  </a:lnTo>
                  <a:close/>
                  <a:moveTo>
                    <a:pt x="1760996" y="1271552"/>
                  </a:moveTo>
                  <a:lnTo>
                    <a:pt x="1821045" y="1294156"/>
                  </a:lnTo>
                  <a:lnTo>
                    <a:pt x="1890957" y="1263596"/>
                  </a:lnTo>
                  <a:close/>
                  <a:moveTo>
                    <a:pt x="1639434" y="1220525"/>
                  </a:moveTo>
                  <a:lnTo>
                    <a:pt x="1709862" y="1223861"/>
                  </a:lnTo>
                  <a:lnTo>
                    <a:pt x="1700108" y="1131699"/>
                  </a:lnTo>
                  <a:close/>
                  <a:moveTo>
                    <a:pt x="1491437" y="919142"/>
                  </a:moveTo>
                  <a:lnTo>
                    <a:pt x="1474690" y="893499"/>
                  </a:lnTo>
                  <a:lnTo>
                    <a:pt x="1474381" y="820716"/>
                  </a:lnTo>
                  <a:close/>
                  <a:moveTo>
                    <a:pt x="1175795" y="540328"/>
                  </a:moveTo>
                  <a:lnTo>
                    <a:pt x="1198527" y="551845"/>
                  </a:lnTo>
                  <a:lnTo>
                    <a:pt x="1116323" y="502607"/>
                  </a:lnTo>
                  <a:close/>
                  <a:moveTo>
                    <a:pt x="1116323" y="502607"/>
                  </a:moveTo>
                  <a:lnTo>
                    <a:pt x="1198527" y="551845"/>
                  </a:lnTo>
                  <a:lnTo>
                    <a:pt x="1234541" y="567182"/>
                  </a:lnTo>
                  <a:close/>
                  <a:moveTo>
                    <a:pt x="2174407" y="1589023"/>
                  </a:moveTo>
                  <a:lnTo>
                    <a:pt x="2210725" y="1519997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74407" y="1589023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41241" y="1515895"/>
                  </a:lnTo>
                  <a:lnTo>
                    <a:pt x="2104336" y="1504067"/>
                  </a:lnTo>
                  <a:close/>
                  <a:moveTo>
                    <a:pt x="1964568" y="1338158"/>
                  </a:moveTo>
                  <a:lnTo>
                    <a:pt x="1857710" y="1417949"/>
                  </a:lnTo>
                  <a:lnTo>
                    <a:pt x="1935203" y="1429022"/>
                  </a:lnTo>
                  <a:close/>
                  <a:moveTo>
                    <a:pt x="1198527" y="551845"/>
                  </a:moveTo>
                  <a:lnTo>
                    <a:pt x="1191596" y="541504"/>
                  </a:lnTo>
                  <a:lnTo>
                    <a:pt x="1258928" y="572490"/>
                  </a:lnTo>
                  <a:close/>
                  <a:moveTo>
                    <a:pt x="1876576" y="968264"/>
                  </a:moveTo>
                  <a:lnTo>
                    <a:pt x="1846404" y="886048"/>
                  </a:lnTo>
                  <a:lnTo>
                    <a:pt x="1828977" y="987431"/>
                  </a:lnTo>
                  <a:close/>
                  <a:moveTo>
                    <a:pt x="1846404" y="886048"/>
                  </a:moveTo>
                  <a:lnTo>
                    <a:pt x="1825794" y="889925"/>
                  </a:lnTo>
                  <a:lnTo>
                    <a:pt x="1828977" y="987431"/>
                  </a:lnTo>
                  <a:close/>
                  <a:moveTo>
                    <a:pt x="1599964" y="752153"/>
                  </a:moveTo>
                  <a:lnTo>
                    <a:pt x="1664600" y="803833"/>
                  </a:lnTo>
                  <a:lnTo>
                    <a:pt x="1721174" y="814295"/>
                  </a:lnTo>
                  <a:close/>
                  <a:moveTo>
                    <a:pt x="1599964" y="752153"/>
                  </a:moveTo>
                  <a:lnTo>
                    <a:pt x="1721174" y="814295"/>
                  </a:lnTo>
                  <a:lnTo>
                    <a:pt x="1686059" y="742751"/>
                  </a:lnTo>
                  <a:close/>
                  <a:moveTo>
                    <a:pt x="1471166" y="395903"/>
                  </a:moveTo>
                  <a:lnTo>
                    <a:pt x="1472727" y="384130"/>
                  </a:lnTo>
                  <a:lnTo>
                    <a:pt x="1473968" y="431194"/>
                  </a:lnTo>
                  <a:close/>
                  <a:moveTo>
                    <a:pt x="1876576" y="968264"/>
                  </a:moveTo>
                  <a:lnTo>
                    <a:pt x="1871449" y="952902"/>
                  </a:lnTo>
                  <a:lnTo>
                    <a:pt x="1846404" y="886048"/>
                  </a:lnTo>
                  <a:close/>
                  <a:moveTo>
                    <a:pt x="1568874" y="276967"/>
                  </a:moveTo>
                  <a:lnTo>
                    <a:pt x="1575656" y="275102"/>
                  </a:lnTo>
                  <a:lnTo>
                    <a:pt x="1631841" y="354321"/>
                  </a:lnTo>
                  <a:close/>
                  <a:moveTo>
                    <a:pt x="2023710" y="765397"/>
                  </a:moveTo>
                  <a:lnTo>
                    <a:pt x="2088368" y="847612"/>
                  </a:lnTo>
                  <a:lnTo>
                    <a:pt x="2144319" y="809175"/>
                  </a:lnTo>
                  <a:close/>
                  <a:moveTo>
                    <a:pt x="2096232" y="726960"/>
                  </a:moveTo>
                  <a:lnTo>
                    <a:pt x="2144319" y="809175"/>
                  </a:lnTo>
                  <a:lnTo>
                    <a:pt x="2139958" y="770739"/>
                  </a:lnTo>
                  <a:close/>
                  <a:moveTo>
                    <a:pt x="2090669" y="644745"/>
                  </a:moveTo>
                  <a:lnTo>
                    <a:pt x="2144272" y="688524"/>
                  </a:lnTo>
                  <a:lnTo>
                    <a:pt x="2141310" y="606308"/>
                  </a:lnTo>
                  <a:close/>
                  <a:moveTo>
                    <a:pt x="1964379" y="277448"/>
                  </a:moveTo>
                  <a:lnTo>
                    <a:pt x="1930853" y="336750"/>
                  </a:lnTo>
                  <a:lnTo>
                    <a:pt x="1940106" y="257031"/>
                  </a:lnTo>
                  <a:close/>
                  <a:moveTo>
                    <a:pt x="1903007" y="17436"/>
                  </a:moveTo>
                  <a:lnTo>
                    <a:pt x="1972852" y="74581"/>
                  </a:lnTo>
                  <a:lnTo>
                    <a:pt x="1886913" y="0"/>
                  </a:lnTo>
                  <a:close/>
                  <a:moveTo>
                    <a:pt x="2035619" y="118360"/>
                  </a:moveTo>
                  <a:lnTo>
                    <a:pt x="2047341" y="130350"/>
                  </a:lnTo>
                  <a:lnTo>
                    <a:pt x="1938629" y="58047"/>
                  </a:lnTo>
                  <a:close/>
                  <a:moveTo>
                    <a:pt x="1938629" y="58047"/>
                  </a:moveTo>
                  <a:lnTo>
                    <a:pt x="2047341" y="130350"/>
                  </a:lnTo>
                  <a:lnTo>
                    <a:pt x="1972852" y="74581"/>
                  </a:lnTo>
                  <a:close/>
                  <a:moveTo>
                    <a:pt x="1972852" y="74581"/>
                  </a:moveTo>
                  <a:lnTo>
                    <a:pt x="2047341" y="130350"/>
                  </a:lnTo>
                  <a:lnTo>
                    <a:pt x="2004429" y="117978"/>
                  </a:lnTo>
                  <a:close/>
                  <a:moveTo>
                    <a:pt x="1938629" y="58047"/>
                  </a:moveTo>
                  <a:lnTo>
                    <a:pt x="1972852" y="74581"/>
                  </a:lnTo>
                  <a:lnTo>
                    <a:pt x="1903007" y="1743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89" name="Candidate_density__2108">
              <a:extLst>
                <a:ext uri="{FF2B5EF4-FFF2-40B4-BE49-F238E27FC236}">
                  <a16:creationId xmlns:a16="http://schemas.microsoft.com/office/drawing/2014/main" id="{1A329571-BBC5-D79F-C9C0-A02BDDF9644E}"/>
                </a:ext>
              </a:extLst>
            </p:cNvPr>
            <p:cNvSpPr>
              <a:spLocks noGrp="1"/>
            </p:cNvSpPr>
            <p:nvPr/>
          </p:nvSpPr>
          <p:spPr>
            <a:xfrm>
              <a:off x="3883139" y="1685356"/>
              <a:ext cx="2387556" cy="2223558"/>
            </a:xfrm>
            <a:custGeom>
              <a:avLst/>
              <a:gdLst/>
              <a:ahLst/>
              <a:cxnLst/>
              <a:rect l="0" t="0" r="0" b="0"/>
              <a:pathLst>
                <a:path w="2387556" h="2223558">
                  <a:moveTo>
                    <a:pt x="767123" y="2202157"/>
                  </a:moveTo>
                  <a:lnTo>
                    <a:pt x="815330" y="2223558"/>
                  </a:lnTo>
                  <a:lnTo>
                    <a:pt x="769891" y="2172435"/>
                  </a:lnTo>
                  <a:close/>
                  <a:moveTo>
                    <a:pt x="769891" y="2172435"/>
                  </a:moveTo>
                  <a:lnTo>
                    <a:pt x="834855" y="2136667"/>
                  </a:lnTo>
                  <a:lnTo>
                    <a:pt x="783683" y="2188694"/>
                  </a:lnTo>
                  <a:close/>
                  <a:moveTo>
                    <a:pt x="0" y="1208418"/>
                  </a:moveTo>
                  <a:lnTo>
                    <a:pt x="44322" y="1125031"/>
                  </a:lnTo>
                  <a:lnTo>
                    <a:pt x="58699" y="1087767"/>
                  </a:lnTo>
                  <a:close/>
                  <a:moveTo>
                    <a:pt x="87408" y="1005551"/>
                  </a:moveTo>
                  <a:lnTo>
                    <a:pt x="134640" y="912011"/>
                  </a:lnTo>
                  <a:lnTo>
                    <a:pt x="142511" y="884900"/>
                  </a:lnTo>
                  <a:close/>
                  <a:moveTo>
                    <a:pt x="593882" y="1210869"/>
                  </a:moveTo>
                  <a:lnTo>
                    <a:pt x="617485" y="1257539"/>
                  </a:lnTo>
                  <a:lnTo>
                    <a:pt x="619788" y="1244273"/>
                  </a:lnTo>
                  <a:close/>
                  <a:moveTo>
                    <a:pt x="593882" y="1210869"/>
                  </a:moveTo>
                  <a:lnTo>
                    <a:pt x="619788" y="1244273"/>
                  </a:lnTo>
                  <a:lnTo>
                    <a:pt x="660905" y="1182802"/>
                  </a:lnTo>
                  <a:close/>
                  <a:moveTo>
                    <a:pt x="1054278" y="949375"/>
                  </a:moveTo>
                  <a:lnTo>
                    <a:pt x="1025202" y="939363"/>
                  </a:lnTo>
                  <a:lnTo>
                    <a:pt x="1009677" y="941766"/>
                  </a:lnTo>
                  <a:close/>
                  <a:moveTo>
                    <a:pt x="1870807" y="1349975"/>
                  </a:moveTo>
                  <a:lnTo>
                    <a:pt x="1886304" y="1317345"/>
                  </a:lnTo>
                  <a:lnTo>
                    <a:pt x="1878706" y="1303827"/>
                  </a:lnTo>
                  <a:close/>
                  <a:moveTo>
                    <a:pt x="1593743" y="934848"/>
                  </a:moveTo>
                  <a:lnTo>
                    <a:pt x="1616626" y="895248"/>
                  </a:lnTo>
                  <a:lnTo>
                    <a:pt x="1663616" y="917434"/>
                  </a:lnTo>
                  <a:close/>
                  <a:moveTo>
                    <a:pt x="2061229" y="1176531"/>
                  </a:moveTo>
                  <a:lnTo>
                    <a:pt x="1976616" y="1251719"/>
                  </a:lnTo>
                  <a:lnTo>
                    <a:pt x="2047392" y="1237680"/>
                  </a:lnTo>
                  <a:close/>
                  <a:moveTo>
                    <a:pt x="1856093" y="864558"/>
                  </a:moveTo>
                  <a:lnTo>
                    <a:pt x="1803870" y="884506"/>
                  </a:lnTo>
                  <a:lnTo>
                    <a:pt x="1924678" y="842328"/>
                  </a:lnTo>
                  <a:close/>
                  <a:moveTo>
                    <a:pt x="2326877" y="714086"/>
                  </a:moveTo>
                  <a:lnTo>
                    <a:pt x="2374214" y="675650"/>
                  </a:lnTo>
                  <a:lnTo>
                    <a:pt x="2343296" y="710689"/>
                  </a:lnTo>
                  <a:close/>
                  <a:moveTo>
                    <a:pt x="1827094" y="17930"/>
                  </a:moveTo>
                  <a:lnTo>
                    <a:pt x="1757536" y="40546"/>
                  </a:lnTo>
                  <a:lnTo>
                    <a:pt x="1855091" y="0"/>
                  </a:lnTo>
                  <a:close/>
                  <a:moveTo>
                    <a:pt x="2374214" y="675650"/>
                  </a:moveTo>
                  <a:lnTo>
                    <a:pt x="2387556" y="597512"/>
                  </a:lnTo>
                  <a:lnTo>
                    <a:pt x="2371095" y="645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90" name="Candidate_density__2109">
              <a:extLst>
                <a:ext uri="{FF2B5EF4-FFF2-40B4-BE49-F238E27FC236}">
                  <a16:creationId xmlns:a16="http://schemas.microsoft.com/office/drawing/2014/main" id="{7EDE3D36-D4B2-98D6-18E4-FBC34AFB35E1}"/>
                </a:ext>
              </a:extLst>
            </p:cNvPr>
            <p:cNvSpPr>
              <a:spLocks noGrp="1"/>
            </p:cNvSpPr>
            <p:nvPr/>
          </p:nvSpPr>
          <p:spPr>
            <a:xfrm>
              <a:off x="3978895" y="1506742"/>
              <a:ext cx="1942757" cy="2303317"/>
            </a:xfrm>
            <a:custGeom>
              <a:avLst/>
              <a:gdLst/>
              <a:ahLst/>
              <a:cxnLst/>
              <a:rect l="0" t="0" r="0" b="0"/>
              <a:pathLst>
                <a:path w="1942757" h="2303317">
                  <a:moveTo>
                    <a:pt x="627322" y="2291399"/>
                  </a:moveTo>
                  <a:lnTo>
                    <a:pt x="573903" y="2209184"/>
                  </a:lnTo>
                  <a:lnTo>
                    <a:pt x="568989" y="2303317"/>
                  </a:lnTo>
                  <a:close/>
                  <a:moveTo>
                    <a:pt x="0" y="1387033"/>
                  </a:moveTo>
                  <a:lnTo>
                    <a:pt x="67953" y="1467361"/>
                  </a:lnTo>
                  <a:lnTo>
                    <a:pt x="65265" y="1369454"/>
                  </a:lnTo>
                  <a:close/>
                  <a:moveTo>
                    <a:pt x="0" y="1387033"/>
                  </a:moveTo>
                  <a:lnTo>
                    <a:pt x="60702" y="1469248"/>
                  </a:lnTo>
                  <a:lnTo>
                    <a:pt x="67953" y="1467361"/>
                  </a:lnTo>
                  <a:close/>
                  <a:moveTo>
                    <a:pt x="135583" y="1348596"/>
                  </a:moveTo>
                  <a:lnTo>
                    <a:pt x="90387" y="1266381"/>
                  </a:lnTo>
                  <a:lnTo>
                    <a:pt x="65265" y="1369454"/>
                  </a:lnTo>
                  <a:close/>
                  <a:moveTo>
                    <a:pt x="135583" y="1348596"/>
                  </a:moveTo>
                  <a:lnTo>
                    <a:pt x="172506" y="1227945"/>
                  </a:lnTo>
                  <a:lnTo>
                    <a:pt x="90387" y="1266381"/>
                  </a:lnTo>
                  <a:close/>
                  <a:moveTo>
                    <a:pt x="610897" y="1682799"/>
                  </a:moveTo>
                  <a:lnTo>
                    <a:pt x="651217" y="1619759"/>
                  </a:lnTo>
                  <a:lnTo>
                    <a:pt x="578090" y="1695366"/>
                  </a:lnTo>
                  <a:close/>
                  <a:moveTo>
                    <a:pt x="472850" y="919595"/>
                  </a:moveTo>
                  <a:lnTo>
                    <a:pt x="550630" y="916953"/>
                  </a:lnTo>
                  <a:lnTo>
                    <a:pt x="493934" y="879953"/>
                  </a:lnTo>
                  <a:close/>
                  <a:moveTo>
                    <a:pt x="493934" y="879953"/>
                  </a:moveTo>
                  <a:lnTo>
                    <a:pt x="550630" y="916953"/>
                  </a:lnTo>
                  <a:lnTo>
                    <a:pt x="503086" y="865990"/>
                  </a:lnTo>
                  <a:close/>
                  <a:moveTo>
                    <a:pt x="503086" y="865990"/>
                  </a:moveTo>
                  <a:lnTo>
                    <a:pt x="550630" y="916953"/>
                  </a:lnTo>
                  <a:lnTo>
                    <a:pt x="581618" y="909769"/>
                  </a:lnTo>
                  <a:close/>
                  <a:moveTo>
                    <a:pt x="503086" y="865990"/>
                  </a:moveTo>
                  <a:lnTo>
                    <a:pt x="581618" y="909769"/>
                  </a:lnTo>
                  <a:lnTo>
                    <a:pt x="574615" y="827554"/>
                  </a:lnTo>
                  <a:close/>
                  <a:moveTo>
                    <a:pt x="606758" y="991984"/>
                  </a:moveTo>
                  <a:lnTo>
                    <a:pt x="672600" y="1054097"/>
                  </a:lnTo>
                  <a:lnTo>
                    <a:pt x="682621" y="970330"/>
                  </a:lnTo>
                  <a:close/>
                  <a:moveTo>
                    <a:pt x="581618" y="909769"/>
                  </a:moveTo>
                  <a:lnTo>
                    <a:pt x="682621" y="970330"/>
                  </a:lnTo>
                  <a:lnTo>
                    <a:pt x="659923" y="888692"/>
                  </a:lnTo>
                  <a:close/>
                  <a:moveTo>
                    <a:pt x="581618" y="909769"/>
                  </a:moveTo>
                  <a:lnTo>
                    <a:pt x="606758" y="991984"/>
                  </a:lnTo>
                  <a:lnTo>
                    <a:pt x="682621" y="970330"/>
                  </a:lnTo>
                  <a:close/>
                  <a:moveTo>
                    <a:pt x="682621" y="970330"/>
                  </a:moveTo>
                  <a:lnTo>
                    <a:pt x="713629" y="953547"/>
                  </a:lnTo>
                  <a:lnTo>
                    <a:pt x="755861" y="871537"/>
                  </a:lnTo>
                  <a:close/>
                  <a:moveTo>
                    <a:pt x="574615" y="827554"/>
                  </a:moveTo>
                  <a:lnTo>
                    <a:pt x="581618" y="909769"/>
                  </a:lnTo>
                  <a:lnTo>
                    <a:pt x="659923" y="888692"/>
                  </a:lnTo>
                  <a:close/>
                  <a:moveTo>
                    <a:pt x="522225" y="745338"/>
                  </a:moveTo>
                  <a:lnTo>
                    <a:pt x="574615" y="827554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22225" y="745338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88226" y="706902"/>
                  </a:lnTo>
                  <a:lnTo>
                    <a:pt x="579744" y="624687"/>
                  </a:lnTo>
                  <a:close/>
                  <a:moveTo>
                    <a:pt x="1804169" y="2104559"/>
                  </a:moveTo>
                  <a:lnTo>
                    <a:pt x="1859674" y="2081211"/>
                  </a:lnTo>
                  <a:lnTo>
                    <a:pt x="1819336" y="2061114"/>
                  </a:lnTo>
                  <a:close/>
                  <a:moveTo>
                    <a:pt x="665571" y="668465"/>
                  </a:moveTo>
                  <a:lnTo>
                    <a:pt x="588226" y="706902"/>
                  </a:lnTo>
                  <a:lnTo>
                    <a:pt x="656315" y="778006"/>
                  </a:lnTo>
                  <a:close/>
                  <a:moveTo>
                    <a:pt x="579744" y="624687"/>
                  </a:moveTo>
                  <a:lnTo>
                    <a:pt x="669702" y="612858"/>
                  </a:lnTo>
                  <a:lnTo>
                    <a:pt x="652942" y="594091"/>
                  </a:lnTo>
                  <a:close/>
                  <a:moveTo>
                    <a:pt x="665571" y="668465"/>
                  </a:moveTo>
                  <a:lnTo>
                    <a:pt x="669702" y="612858"/>
                  </a:lnTo>
                  <a:lnTo>
                    <a:pt x="579744" y="624687"/>
                  </a:lnTo>
                  <a:close/>
                  <a:moveTo>
                    <a:pt x="588226" y="706902"/>
                  </a:moveTo>
                  <a:lnTo>
                    <a:pt x="665571" y="668465"/>
                  </a:lnTo>
                  <a:lnTo>
                    <a:pt x="579744" y="624687"/>
                  </a:lnTo>
                  <a:close/>
                  <a:moveTo>
                    <a:pt x="604201" y="583161"/>
                  </a:moveTo>
                  <a:lnTo>
                    <a:pt x="579744" y="624687"/>
                  </a:lnTo>
                  <a:lnTo>
                    <a:pt x="652942" y="594091"/>
                  </a:lnTo>
                  <a:close/>
                  <a:moveTo>
                    <a:pt x="724242" y="538115"/>
                  </a:moveTo>
                  <a:lnTo>
                    <a:pt x="652942" y="594091"/>
                  </a:lnTo>
                  <a:lnTo>
                    <a:pt x="685747" y="586250"/>
                  </a:lnTo>
                  <a:close/>
                  <a:moveTo>
                    <a:pt x="604201" y="583161"/>
                  </a:moveTo>
                  <a:lnTo>
                    <a:pt x="652942" y="594091"/>
                  </a:lnTo>
                  <a:lnTo>
                    <a:pt x="724242" y="538115"/>
                  </a:lnTo>
                  <a:close/>
                  <a:moveTo>
                    <a:pt x="652942" y="594091"/>
                  </a:moveTo>
                  <a:lnTo>
                    <a:pt x="669702" y="612858"/>
                  </a:lnTo>
                  <a:lnTo>
                    <a:pt x="685747" y="586250"/>
                  </a:lnTo>
                  <a:close/>
                  <a:moveTo>
                    <a:pt x="781267" y="550357"/>
                  </a:moveTo>
                  <a:lnTo>
                    <a:pt x="685747" y="586250"/>
                  </a:lnTo>
                  <a:lnTo>
                    <a:pt x="785096" y="550436"/>
                  </a:lnTo>
                  <a:close/>
                  <a:moveTo>
                    <a:pt x="685747" y="586250"/>
                  </a:moveTo>
                  <a:lnTo>
                    <a:pt x="669702" y="612858"/>
                  </a:lnTo>
                  <a:lnTo>
                    <a:pt x="785096" y="550436"/>
                  </a:lnTo>
                  <a:close/>
                  <a:moveTo>
                    <a:pt x="724242" y="538115"/>
                  </a:moveTo>
                  <a:lnTo>
                    <a:pt x="685747" y="586250"/>
                  </a:lnTo>
                  <a:lnTo>
                    <a:pt x="781267" y="550357"/>
                  </a:lnTo>
                  <a:close/>
                  <a:moveTo>
                    <a:pt x="724242" y="538115"/>
                  </a:moveTo>
                  <a:lnTo>
                    <a:pt x="781267" y="550357"/>
                  </a:lnTo>
                  <a:lnTo>
                    <a:pt x="736406" y="504036"/>
                  </a:lnTo>
                  <a:close/>
                  <a:moveTo>
                    <a:pt x="736406" y="504036"/>
                  </a:moveTo>
                  <a:lnTo>
                    <a:pt x="781267" y="550357"/>
                  </a:lnTo>
                  <a:lnTo>
                    <a:pt x="786228" y="547814"/>
                  </a:lnTo>
                  <a:close/>
                  <a:moveTo>
                    <a:pt x="736406" y="504036"/>
                  </a:moveTo>
                  <a:lnTo>
                    <a:pt x="786228" y="547814"/>
                  </a:lnTo>
                  <a:lnTo>
                    <a:pt x="803565" y="465599"/>
                  </a:lnTo>
                  <a:close/>
                  <a:moveTo>
                    <a:pt x="781267" y="550357"/>
                  </a:moveTo>
                  <a:lnTo>
                    <a:pt x="785096" y="550436"/>
                  </a:lnTo>
                  <a:lnTo>
                    <a:pt x="786228" y="547814"/>
                  </a:lnTo>
                  <a:close/>
                  <a:moveTo>
                    <a:pt x="1636007" y="1331529"/>
                  </a:moveTo>
                  <a:lnTo>
                    <a:pt x="1639736" y="1338094"/>
                  </a:lnTo>
                  <a:lnTo>
                    <a:pt x="1590350" y="1395341"/>
                  </a:lnTo>
                  <a:close/>
                  <a:moveTo>
                    <a:pt x="803565" y="465599"/>
                  </a:moveTo>
                  <a:lnTo>
                    <a:pt x="905664" y="507362"/>
                  </a:lnTo>
                  <a:lnTo>
                    <a:pt x="859786" y="447022"/>
                  </a:lnTo>
                  <a:close/>
                  <a:moveTo>
                    <a:pt x="904902" y="509378"/>
                  </a:moveTo>
                  <a:lnTo>
                    <a:pt x="905664" y="507362"/>
                  </a:lnTo>
                  <a:lnTo>
                    <a:pt x="803565" y="465599"/>
                  </a:lnTo>
                  <a:close/>
                  <a:moveTo>
                    <a:pt x="786228" y="547814"/>
                  </a:moveTo>
                  <a:lnTo>
                    <a:pt x="904902" y="509378"/>
                  </a:lnTo>
                  <a:lnTo>
                    <a:pt x="803565" y="465599"/>
                  </a:lnTo>
                  <a:close/>
                  <a:moveTo>
                    <a:pt x="828333" y="433433"/>
                  </a:moveTo>
                  <a:lnTo>
                    <a:pt x="803565" y="465599"/>
                  </a:lnTo>
                  <a:lnTo>
                    <a:pt x="859786" y="447022"/>
                  </a:lnTo>
                  <a:close/>
                  <a:moveTo>
                    <a:pt x="859786" y="447022"/>
                  </a:moveTo>
                  <a:lnTo>
                    <a:pt x="905664" y="507362"/>
                  </a:lnTo>
                  <a:lnTo>
                    <a:pt x="968130" y="462251"/>
                  </a:lnTo>
                  <a:close/>
                  <a:moveTo>
                    <a:pt x="1651894" y="1328211"/>
                  </a:moveTo>
                  <a:lnTo>
                    <a:pt x="1636007" y="1331529"/>
                  </a:lnTo>
                  <a:lnTo>
                    <a:pt x="1600411" y="1409566"/>
                  </a:lnTo>
                  <a:close/>
                  <a:moveTo>
                    <a:pt x="1703366" y="1386457"/>
                  </a:moveTo>
                  <a:lnTo>
                    <a:pt x="1771060" y="1298469"/>
                  </a:lnTo>
                  <a:lnTo>
                    <a:pt x="1766702" y="1295466"/>
                  </a:lnTo>
                  <a:close/>
                  <a:moveTo>
                    <a:pt x="1703366" y="1386457"/>
                  </a:moveTo>
                  <a:lnTo>
                    <a:pt x="1766702" y="1295466"/>
                  </a:lnTo>
                  <a:lnTo>
                    <a:pt x="1651894" y="1328211"/>
                  </a:lnTo>
                  <a:close/>
                  <a:moveTo>
                    <a:pt x="1836614" y="1264907"/>
                  </a:moveTo>
                  <a:lnTo>
                    <a:pt x="1766702" y="1295466"/>
                  </a:lnTo>
                  <a:lnTo>
                    <a:pt x="1779028" y="1293092"/>
                  </a:lnTo>
                  <a:close/>
                  <a:moveTo>
                    <a:pt x="1766702" y="1295466"/>
                  </a:moveTo>
                  <a:lnTo>
                    <a:pt x="1771060" y="1298469"/>
                  </a:lnTo>
                  <a:lnTo>
                    <a:pt x="1779028" y="1293092"/>
                  </a:lnTo>
                  <a:close/>
                  <a:moveTo>
                    <a:pt x="1522280" y="1140840"/>
                  </a:moveTo>
                  <a:lnTo>
                    <a:pt x="1539843" y="1158530"/>
                  </a:lnTo>
                  <a:lnTo>
                    <a:pt x="1586570" y="1102549"/>
                  </a:lnTo>
                  <a:close/>
                  <a:moveTo>
                    <a:pt x="906820" y="508877"/>
                  </a:moveTo>
                  <a:lnTo>
                    <a:pt x="968130" y="462251"/>
                  </a:lnTo>
                  <a:lnTo>
                    <a:pt x="905664" y="507362"/>
                  </a:lnTo>
                  <a:close/>
                  <a:moveTo>
                    <a:pt x="1818551" y="1353406"/>
                  </a:moveTo>
                  <a:lnTo>
                    <a:pt x="1779028" y="1293092"/>
                  </a:lnTo>
                  <a:lnTo>
                    <a:pt x="1771060" y="1298469"/>
                  </a:lnTo>
                  <a:close/>
                  <a:moveTo>
                    <a:pt x="1863682" y="1277215"/>
                  </a:moveTo>
                  <a:lnTo>
                    <a:pt x="1779028" y="1293092"/>
                  </a:lnTo>
                  <a:lnTo>
                    <a:pt x="1818551" y="1353406"/>
                  </a:lnTo>
                  <a:close/>
                  <a:moveTo>
                    <a:pt x="1836614" y="1264907"/>
                  </a:moveTo>
                  <a:lnTo>
                    <a:pt x="1779028" y="1293092"/>
                  </a:lnTo>
                  <a:lnTo>
                    <a:pt x="1863682" y="1277215"/>
                  </a:lnTo>
                  <a:close/>
                  <a:moveTo>
                    <a:pt x="1666831" y="815606"/>
                  </a:moveTo>
                  <a:lnTo>
                    <a:pt x="1728528" y="805144"/>
                  </a:lnTo>
                  <a:lnTo>
                    <a:pt x="1743686" y="765715"/>
                  </a:lnTo>
                  <a:close/>
                  <a:moveTo>
                    <a:pt x="1842413" y="794045"/>
                  </a:moveTo>
                  <a:lnTo>
                    <a:pt x="1767881" y="794047"/>
                  </a:lnTo>
                  <a:lnTo>
                    <a:pt x="1876255" y="866624"/>
                  </a:lnTo>
                  <a:close/>
                  <a:moveTo>
                    <a:pt x="1876255" y="866624"/>
                  </a:moveTo>
                  <a:lnTo>
                    <a:pt x="1942757" y="773059"/>
                  </a:lnTo>
                  <a:lnTo>
                    <a:pt x="1842413" y="794045"/>
                  </a:lnTo>
                  <a:close/>
                  <a:moveTo>
                    <a:pt x="1728528" y="805144"/>
                  </a:moveTo>
                  <a:lnTo>
                    <a:pt x="1767881" y="794047"/>
                  </a:lnTo>
                  <a:lnTo>
                    <a:pt x="1743686" y="765715"/>
                  </a:lnTo>
                  <a:close/>
                  <a:moveTo>
                    <a:pt x="1820040" y="772533"/>
                  </a:moveTo>
                  <a:lnTo>
                    <a:pt x="1767881" y="794047"/>
                  </a:lnTo>
                  <a:lnTo>
                    <a:pt x="1842413" y="794045"/>
                  </a:lnTo>
                  <a:close/>
                  <a:moveTo>
                    <a:pt x="1743686" y="765715"/>
                  </a:moveTo>
                  <a:lnTo>
                    <a:pt x="1767881" y="794047"/>
                  </a:lnTo>
                  <a:lnTo>
                    <a:pt x="1820040" y="772533"/>
                  </a:lnTo>
                  <a:close/>
                  <a:moveTo>
                    <a:pt x="1390224" y="218652"/>
                  </a:moveTo>
                  <a:lnTo>
                    <a:pt x="1384824" y="259966"/>
                  </a:lnTo>
                  <a:lnTo>
                    <a:pt x="1453961" y="191201"/>
                  </a:lnTo>
                  <a:close/>
                  <a:moveTo>
                    <a:pt x="1715006" y="443282"/>
                  </a:moveTo>
                  <a:lnTo>
                    <a:pt x="1775161" y="452992"/>
                  </a:lnTo>
                  <a:lnTo>
                    <a:pt x="1719904" y="437846"/>
                  </a:lnTo>
                  <a:close/>
                  <a:moveTo>
                    <a:pt x="1775161" y="452992"/>
                  </a:moveTo>
                  <a:lnTo>
                    <a:pt x="1792351" y="399410"/>
                  </a:lnTo>
                  <a:lnTo>
                    <a:pt x="1719904" y="437846"/>
                  </a:lnTo>
                  <a:close/>
                  <a:moveTo>
                    <a:pt x="1529179" y="166277"/>
                  </a:moveTo>
                  <a:lnTo>
                    <a:pt x="1519666" y="270255"/>
                  </a:lnTo>
                  <a:lnTo>
                    <a:pt x="1565817" y="152765"/>
                  </a:lnTo>
                  <a:close/>
                  <a:moveTo>
                    <a:pt x="1453961" y="191201"/>
                  </a:moveTo>
                  <a:lnTo>
                    <a:pt x="1519666" y="270255"/>
                  </a:lnTo>
                  <a:lnTo>
                    <a:pt x="1529179" y="166277"/>
                  </a:lnTo>
                  <a:close/>
                  <a:moveTo>
                    <a:pt x="1433649" y="108986"/>
                  </a:moveTo>
                  <a:lnTo>
                    <a:pt x="1529179" y="166277"/>
                  </a:lnTo>
                  <a:lnTo>
                    <a:pt x="1505953" y="85068"/>
                  </a:lnTo>
                  <a:close/>
                  <a:moveTo>
                    <a:pt x="1433649" y="108986"/>
                  </a:moveTo>
                  <a:lnTo>
                    <a:pt x="1453961" y="191201"/>
                  </a:lnTo>
                  <a:lnTo>
                    <a:pt x="1529179" y="166277"/>
                  </a:lnTo>
                  <a:close/>
                  <a:moveTo>
                    <a:pt x="1565817" y="152765"/>
                  </a:moveTo>
                  <a:lnTo>
                    <a:pt x="1548278" y="70549"/>
                  </a:lnTo>
                  <a:lnTo>
                    <a:pt x="1529179" y="166277"/>
                  </a:lnTo>
                  <a:close/>
                  <a:moveTo>
                    <a:pt x="1548278" y="70549"/>
                  </a:moveTo>
                  <a:lnTo>
                    <a:pt x="1505953" y="85068"/>
                  </a:lnTo>
                  <a:lnTo>
                    <a:pt x="1529179" y="166277"/>
                  </a:lnTo>
                  <a:close/>
                  <a:moveTo>
                    <a:pt x="1775161" y="452992"/>
                  </a:moveTo>
                  <a:lnTo>
                    <a:pt x="1810949" y="458757"/>
                  </a:lnTo>
                  <a:lnTo>
                    <a:pt x="1792351" y="399410"/>
                  </a:lnTo>
                  <a:close/>
                  <a:moveTo>
                    <a:pt x="1792351" y="399410"/>
                  </a:moveTo>
                  <a:lnTo>
                    <a:pt x="1852403" y="443189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792351" y="399410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817159" y="331359"/>
                  </a:lnTo>
                  <a:lnTo>
                    <a:pt x="1792351" y="399410"/>
                  </a:lnTo>
                  <a:close/>
                  <a:moveTo>
                    <a:pt x="1876511" y="338060"/>
                  </a:moveTo>
                  <a:lnTo>
                    <a:pt x="1910037" y="278758"/>
                  </a:lnTo>
                  <a:lnTo>
                    <a:pt x="1823624" y="317195"/>
                  </a:lnTo>
                  <a:close/>
                  <a:moveTo>
                    <a:pt x="1548278" y="70549"/>
                  </a:moveTo>
                  <a:lnTo>
                    <a:pt x="1662713" y="96023"/>
                  </a:lnTo>
                  <a:lnTo>
                    <a:pt x="1634493" y="41159"/>
                  </a:lnTo>
                  <a:close/>
                  <a:moveTo>
                    <a:pt x="1655227" y="114329"/>
                  </a:moveTo>
                  <a:lnTo>
                    <a:pt x="1662713" y="96023"/>
                  </a:lnTo>
                  <a:lnTo>
                    <a:pt x="1548278" y="70549"/>
                  </a:lnTo>
                  <a:close/>
                  <a:moveTo>
                    <a:pt x="1565817" y="152765"/>
                  </a:moveTo>
                  <a:lnTo>
                    <a:pt x="1655227" y="114329"/>
                  </a:lnTo>
                  <a:lnTo>
                    <a:pt x="1548278" y="70549"/>
                  </a:lnTo>
                  <a:close/>
                  <a:moveTo>
                    <a:pt x="1711561" y="0"/>
                  </a:moveTo>
                  <a:lnTo>
                    <a:pt x="1634493" y="41159"/>
                  </a:lnTo>
                  <a:lnTo>
                    <a:pt x="1672543" y="32113"/>
                  </a:lnTo>
                  <a:close/>
                  <a:moveTo>
                    <a:pt x="1634493" y="41159"/>
                  </a:moveTo>
                  <a:lnTo>
                    <a:pt x="1662713" y="96023"/>
                  </a:lnTo>
                  <a:lnTo>
                    <a:pt x="1672543" y="32113"/>
                  </a:lnTo>
                  <a:close/>
                  <a:moveTo>
                    <a:pt x="1662713" y="96023"/>
                  </a:moveTo>
                  <a:lnTo>
                    <a:pt x="1655227" y="114329"/>
                  </a:lnTo>
                  <a:lnTo>
                    <a:pt x="1686718" y="98792"/>
                  </a:lnTo>
                  <a:close/>
                  <a:moveTo>
                    <a:pt x="1742381" y="14040"/>
                  </a:moveTo>
                  <a:lnTo>
                    <a:pt x="1672543" y="32113"/>
                  </a:lnTo>
                  <a:lnTo>
                    <a:pt x="1785952" y="62934"/>
                  </a:lnTo>
                  <a:close/>
                  <a:moveTo>
                    <a:pt x="1672543" y="32113"/>
                  </a:moveTo>
                  <a:lnTo>
                    <a:pt x="1662713" y="96023"/>
                  </a:lnTo>
                  <a:lnTo>
                    <a:pt x="1785952" y="62934"/>
                  </a:lnTo>
                  <a:close/>
                  <a:moveTo>
                    <a:pt x="1785952" y="62934"/>
                  </a:moveTo>
                  <a:lnTo>
                    <a:pt x="1662713" y="96023"/>
                  </a:lnTo>
                  <a:lnTo>
                    <a:pt x="1754470" y="75891"/>
                  </a:lnTo>
                  <a:close/>
                  <a:moveTo>
                    <a:pt x="1711561" y="0"/>
                  </a:moveTo>
                  <a:lnTo>
                    <a:pt x="1672543" y="32113"/>
                  </a:lnTo>
                  <a:lnTo>
                    <a:pt x="1742381" y="14040"/>
                  </a:lnTo>
                  <a:close/>
                  <a:moveTo>
                    <a:pt x="1742381" y="14040"/>
                  </a:moveTo>
                  <a:lnTo>
                    <a:pt x="1785952" y="62934"/>
                  </a:lnTo>
                  <a:lnTo>
                    <a:pt x="1848664" y="1874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91" name="Candidate_density__2110">
              <a:extLst>
                <a:ext uri="{FF2B5EF4-FFF2-40B4-BE49-F238E27FC236}">
                  <a16:creationId xmlns:a16="http://schemas.microsoft.com/office/drawing/2014/main" id="{10E15936-D4BE-98E2-25F4-07EFAC889FA4}"/>
                </a:ext>
              </a:extLst>
            </p:cNvPr>
            <p:cNvSpPr>
              <a:spLocks noGrp="1"/>
            </p:cNvSpPr>
            <p:nvPr/>
          </p:nvSpPr>
          <p:spPr>
            <a:xfrm>
              <a:off x="3737049" y="1508053"/>
              <a:ext cx="2331823" cy="3066072"/>
            </a:xfrm>
            <a:custGeom>
              <a:avLst/>
              <a:gdLst/>
              <a:ahLst/>
              <a:cxnLst/>
              <a:rect l="0" t="0" r="0" b="0"/>
              <a:pathLst>
                <a:path w="2331823" h="3066072">
                  <a:moveTo>
                    <a:pt x="815750" y="2207873"/>
                  </a:moveTo>
                  <a:lnTo>
                    <a:pt x="797981" y="2212366"/>
                  </a:lnTo>
                  <a:lnTo>
                    <a:pt x="810836" y="2302007"/>
                  </a:lnTo>
                  <a:close/>
                  <a:moveTo>
                    <a:pt x="797981" y="2212366"/>
                  </a:moveTo>
                  <a:lnTo>
                    <a:pt x="815750" y="2207873"/>
                  </a:lnTo>
                  <a:lnTo>
                    <a:pt x="797573" y="2185689"/>
                  </a:lnTo>
                  <a:close/>
                  <a:moveTo>
                    <a:pt x="302549" y="1467938"/>
                  </a:moveTo>
                  <a:lnTo>
                    <a:pt x="187504" y="1506374"/>
                  </a:lnTo>
                  <a:lnTo>
                    <a:pt x="313844" y="1550152"/>
                  </a:lnTo>
                  <a:close/>
                  <a:moveTo>
                    <a:pt x="241847" y="1385722"/>
                  </a:moveTo>
                  <a:lnTo>
                    <a:pt x="187504" y="1506374"/>
                  </a:lnTo>
                  <a:lnTo>
                    <a:pt x="302549" y="1467938"/>
                  </a:lnTo>
                  <a:close/>
                  <a:moveTo>
                    <a:pt x="759761" y="2043253"/>
                  </a:moveTo>
                  <a:lnTo>
                    <a:pt x="764529" y="1922791"/>
                  </a:lnTo>
                  <a:lnTo>
                    <a:pt x="699395" y="1931646"/>
                  </a:lnTo>
                  <a:close/>
                  <a:moveTo>
                    <a:pt x="644412" y="1876254"/>
                  </a:moveTo>
                  <a:lnTo>
                    <a:pt x="635177" y="1879013"/>
                  </a:lnTo>
                  <a:lnTo>
                    <a:pt x="699395" y="1931646"/>
                  </a:lnTo>
                  <a:close/>
                  <a:moveTo>
                    <a:pt x="721988" y="1840576"/>
                  </a:moveTo>
                  <a:lnTo>
                    <a:pt x="644412" y="1876254"/>
                  </a:lnTo>
                  <a:lnTo>
                    <a:pt x="699395" y="1931646"/>
                  </a:lnTo>
                  <a:close/>
                  <a:moveTo>
                    <a:pt x="640149" y="1875763"/>
                  </a:moveTo>
                  <a:lnTo>
                    <a:pt x="635177" y="1879013"/>
                  </a:lnTo>
                  <a:lnTo>
                    <a:pt x="644412" y="1876254"/>
                  </a:lnTo>
                  <a:close/>
                  <a:moveTo>
                    <a:pt x="724331" y="1758361"/>
                  </a:moveTo>
                  <a:lnTo>
                    <a:pt x="644412" y="1876254"/>
                  </a:lnTo>
                  <a:lnTo>
                    <a:pt x="721988" y="1840576"/>
                  </a:lnTo>
                  <a:close/>
                  <a:moveTo>
                    <a:pt x="302549" y="1467938"/>
                  </a:moveTo>
                  <a:lnTo>
                    <a:pt x="371204" y="1490991"/>
                  </a:lnTo>
                  <a:lnTo>
                    <a:pt x="309799" y="1466051"/>
                  </a:lnTo>
                  <a:close/>
                  <a:moveTo>
                    <a:pt x="359051" y="1511716"/>
                  </a:moveTo>
                  <a:lnTo>
                    <a:pt x="371204" y="1490991"/>
                  </a:lnTo>
                  <a:lnTo>
                    <a:pt x="302549" y="1467938"/>
                  </a:lnTo>
                  <a:close/>
                  <a:moveTo>
                    <a:pt x="313844" y="1550152"/>
                  </a:moveTo>
                  <a:lnTo>
                    <a:pt x="359051" y="1511716"/>
                  </a:lnTo>
                  <a:lnTo>
                    <a:pt x="302549" y="1467938"/>
                  </a:lnTo>
                  <a:close/>
                  <a:moveTo>
                    <a:pt x="420268" y="1395777"/>
                  </a:moveTo>
                  <a:lnTo>
                    <a:pt x="377429" y="1347285"/>
                  </a:lnTo>
                  <a:lnTo>
                    <a:pt x="406409" y="1448101"/>
                  </a:lnTo>
                  <a:close/>
                  <a:moveTo>
                    <a:pt x="406409" y="1448101"/>
                  </a:moveTo>
                  <a:lnTo>
                    <a:pt x="377429" y="1347285"/>
                  </a:lnTo>
                  <a:lnTo>
                    <a:pt x="307112" y="1368143"/>
                  </a:lnTo>
                  <a:close/>
                  <a:moveTo>
                    <a:pt x="406409" y="1448101"/>
                  </a:moveTo>
                  <a:lnTo>
                    <a:pt x="307112" y="1368143"/>
                  </a:lnTo>
                  <a:lnTo>
                    <a:pt x="309799" y="1466051"/>
                  </a:lnTo>
                  <a:close/>
                  <a:moveTo>
                    <a:pt x="406409" y="1448101"/>
                  </a:moveTo>
                  <a:lnTo>
                    <a:pt x="309799" y="1466051"/>
                  </a:lnTo>
                  <a:lnTo>
                    <a:pt x="434590" y="1449323"/>
                  </a:lnTo>
                  <a:close/>
                  <a:moveTo>
                    <a:pt x="309799" y="1466051"/>
                  </a:moveTo>
                  <a:lnTo>
                    <a:pt x="371204" y="1490991"/>
                  </a:lnTo>
                  <a:lnTo>
                    <a:pt x="434590" y="1449323"/>
                  </a:lnTo>
                  <a:close/>
                  <a:moveTo>
                    <a:pt x="883" y="1139077"/>
                  </a:moveTo>
                  <a:lnTo>
                    <a:pt x="0" y="1154298"/>
                  </a:lnTo>
                  <a:lnTo>
                    <a:pt x="9105" y="1128366"/>
                  </a:lnTo>
                  <a:close/>
                  <a:moveTo>
                    <a:pt x="413022" y="1432143"/>
                  </a:moveTo>
                  <a:lnTo>
                    <a:pt x="457019" y="1406956"/>
                  </a:lnTo>
                  <a:lnTo>
                    <a:pt x="434590" y="1449323"/>
                  </a:lnTo>
                  <a:close/>
                  <a:moveTo>
                    <a:pt x="364361" y="1321600"/>
                  </a:moveTo>
                  <a:lnTo>
                    <a:pt x="457019" y="1406956"/>
                  </a:lnTo>
                  <a:lnTo>
                    <a:pt x="461064" y="1391065"/>
                  </a:lnTo>
                  <a:close/>
                  <a:moveTo>
                    <a:pt x="377429" y="1347285"/>
                  </a:moveTo>
                  <a:lnTo>
                    <a:pt x="457019" y="1406956"/>
                  </a:lnTo>
                  <a:lnTo>
                    <a:pt x="364361" y="1321600"/>
                  </a:lnTo>
                  <a:close/>
                  <a:moveTo>
                    <a:pt x="420268" y="1395777"/>
                  </a:moveTo>
                  <a:lnTo>
                    <a:pt x="457019" y="1406956"/>
                  </a:lnTo>
                  <a:lnTo>
                    <a:pt x="377429" y="1347285"/>
                  </a:lnTo>
                  <a:close/>
                  <a:moveTo>
                    <a:pt x="377429" y="1347285"/>
                  </a:moveTo>
                  <a:lnTo>
                    <a:pt x="373494" y="1284353"/>
                  </a:lnTo>
                  <a:lnTo>
                    <a:pt x="414352" y="1226634"/>
                  </a:lnTo>
                  <a:close/>
                  <a:moveTo>
                    <a:pt x="314754" y="1182855"/>
                  </a:moveTo>
                  <a:lnTo>
                    <a:pt x="414352" y="1226634"/>
                  </a:lnTo>
                  <a:lnTo>
                    <a:pt x="366489" y="1144419"/>
                  </a:lnTo>
                  <a:close/>
                  <a:moveTo>
                    <a:pt x="819936" y="1694056"/>
                  </a:moveTo>
                  <a:lnTo>
                    <a:pt x="893064" y="1618448"/>
                  </a:lnTo>
                  <a:lnTo>
                    <a:pt x="882023" y="1604080"/>
                  </a:lnTo>
                  <a:close/>
                  <a:moveTo>
                    <a:pt x="819936" y="1694056"/>
                  </a:moveTo>
                  <a:lnTo>
                    <a:pt x="882023" y="1604080"/>
                  </a:lnTo>
                  <a:lnTo>
                    <a:pt x="808541" y="1603228"/>
                  </a:lnTo>
                  <a:close/>
                  <a:moveTo>
                    <a:pt x="716385" y="1617556"/>
                  </a:moveTo>
                  <a:lnTo>
                    <a:pt x="808541" y="1603228"/>
                  </a:lnTo>
                  <a:lnTo>
                    <a:pt x="767194" y="1536750"/>
                  </a:lnTo>
                  <a:close/>
                  <a:moveTo>
                    <a:pt x="808541" y="1603228"/>
                  </a:moveTo>
                  <a:lnTo>
                    <a:pt x="882023" y="1604080"/>
                  </a:lnTo>
                  <a:lnTo>
                    <a:pt x="834843" y="1542345"/>
                  </a:lnTo>
                  <a:close/>
                  <a:moveTo>
                    <a:pt x="808541" y="1603228"/>
                  </a:moveTo>
                  <a:lnTo>
                    <a:pt x="834843" y="1542345"/>
                  </a:lnTo>
                  <a:lnTo>
                    <a:pt x="767194" y="1536750"/>
                  </a:lnTo>
                  <a:close/>
                  <a:moveTo>
                    <a:pt x="882023" y="1604080"/>
                  </a:moveTo>
                  <a:lnTo>
                    <a:pt x="893064" y="1618448"/>
                  </a:lnTo>
                  <a:lnTo>
                    <a:pt x="968356" y="1621293"/>
                  </a:lnTo>
                  <a:close/>
                  <a:moveTo>
                    <a:pt x="366489" y="1144419"/>
                  </a:moveTo>
                  <a:lnTo>
                    <a:pt x="453923" y="1109196"/>
                  </a:lnTo>
                  <a:lnTo>
                    <a:pt x="356247" y="1062204"/>
                  </a:lnTo>
                  <a:close/>
                  <a:moveTo>
                    <a:pt x="1045589" y="1631400"/>
                  </a:moveTo>
                  <a:lnTo>
                    <a:pt x="1035468" y="1643052"/>
                  </a:lnTo>
                  <a:lnTo>
                    <a:pt x="1091430" y="1655112"/>
                  </a:lnTo>
                  <a:close/>
                  <a:moveTo>
                    <a:pt x="2286213" y="3040708"/>
                  </a:moveTo>
                  <a:lnTo>
                    <a:pt x="2306708" y="3066072"/>
                  </a:lnTo>
                  <a:lnTo>
                    <a:pt x="2305925" y="3035829"/>
                  </a:lnTo>
                  <a:close/>
                  <a:moveTo>
                    <a:pt x="1139025" y="1643052"/>
                  </a:moveTo>
                  <a:lnTo>
                    <a:pt x="1193755" y="1691505"/>
                  </a:lnTo>
                  <a:lnTo>
                    <a:pt x="1195687" y="1630945"/>
                  </a:lnTo>
                  <a:close/>
                  <a:moveTo>
                    <a:pt x="449290" y="858680"/>
                  </a:moveTo>
                  <a:lnTo>
                    <a:pt x="499062" y="872315"/>
                  </a:lnTo>
                  <a:lnTo>
                    <a:pt x="580330" y="854755"/>
                  </a:lnTo>
                  <a:close/>
                  <a:moveTo>
                    <a:pt x="580330" y="854755"/>
                  </a:moveTo>
                  <a:lnTo>
                    <a:pt x="604135" y="864680"/>
                  </a:lnTo>
                  <a:lnTo>
                    <a:pt x="599156" y="861686"/>
                  </a:lnTo>
                  <a:close/>
                  <a:moveTo>
                    <a:pt x="520558" y="846480"/>
                  </a:moveTo>
                  <a:lnTo>
                    <a:pt x="580330" y="854755"/>
                  </a:lnTo>
                  <a:lnTo>
                    <a:pt x="599156" y="861686"/>
                  </a:lnTo>
                  <a:close/>
                  <a:moveTo>
                    <a:pt x="638591" y="880065"/>
                  </a:moveTo>
                  <a:lnTo>
                    <a:pt x="663410" y="886722"/>
                  </a:lnTo>
                  <a:lnTo>
                    <a:pt x="735780" y="878643"/>
                  </a:lnTo>
                  <a:close/>
                  <a:moveTo>
                    <a:pt x="1950202" y="2353929"/>
                  </a:moveTo>
                  <a:lnTo>
                    <a:pt x="1928996" y="2426766"/>
                  </a:lnTo>
                  <a:lnTo>
                    <a:pt x="2006885" y="2396522"/>
                  </a:lnTo>
                  <a:close/>
                  <a:moveTo>
                    <a:pt x="992822" y="1274318"/>
                  </a:moveTo>
                  <a:lnTo>
                    <a:pt x="987936" y="1264098"/>
                  </a:lnTo>
                  <a:lnTo>
                    <a:pt x="987067" y="1275755"/>
                  </a:lnTo>
                  <a:close/>
                  <a:moveTo>
                    <a:pt x="992822" y="1274318"/>
                  </a:moveTo>
                  <a:lnTo>
                    <a:pt x="994555" y="1275755"/>
                  </a:lnTo>
                  <a:lnTo>
                    <a:pt x="987936" y="1264098"/>
                  </a:lnTo>
                  <a:close/>
                  <a:moveTo>
                    <a:pt x="917572" y="1074719"/>
                  </a:moveTo>
                  <a:lnTo>
                    <a:pt x="914446" y="1052786"/>
                  </a:lnTo>
                  <a:lnTo>
                    <a:pt x="848605" y="990673"/>
                  </a:lnTo>
                  <a:close/>
                  <a:moveTo>
                    <a:pt x="848605" y="990673"/>
                  </a:moveTo>
                  <a:lnTo>
                    <a:pt x="782110" y="1029109"/>
                  </a:lnTo>
                  <a:lnTo>
                    <a:pt x="917572" y="1074719"/>
                  </a:lnTo>
                  <a:close/>
                  <a:moveTo>
                    <a:pt x="917572" y="1074719"/>
                  </a:moveTo>
                  <a:lnTo>
                    <a:pt x="923601" y="1072889"/>
                  </a:lnTo>
                  <a:lnTo>
                    <a:pt x="914446" y="1052786"/>
                  </a:lnTo>
                  <a:close/>
                  <a:moveTo>
                    <a:pt x="714696" y="918284"/>
                  </a:moveTo>
                  <a:lnTo>
                    <a:pt x="774104" y="1021929"/>
                  </a:lnTo>
                  <a:lnTo>
                    <a:pt x="792476" y="915643"/>
                  </a:lnTo>
                  <a:close/>
                  <a:moveTo>
                    <a:pt x="792476" y="915643"/>
                  </a:moveTo>
                  <a:lnTo>
                    <a:pt x="774104" y="1021929"/>
                  </a:lnTo>
                  <a:lnTo>
                    <a:pt x="823464" y="908458"/>
                  </a:lnTo>
                  <a:close/>
                  <a:moveTo>
                    <a:pt x="823464" y="908458"/>
                  </a:moveTo>
                  <a:lnTo>
                    <a:pt x="782110" y="1029109"/>
                  </a:lnTo>
                  <a:lnTo>
                    <a:pt x="848605" y="990673"/>
                  </a:lnTo>
                  <a:close/>
                  <a:moveTo>
                    <a:pt x="588535" y="860168"/>
                  </a:moveTo>
                  <a:lnTo>
                    <a:pt x="663410" y="886722"/>
                  </a:lnTo>
                  <a:lnTo>
                    <a:pt x="604135" y="864680"/>
                  </a:lnTo>
                  <a:close/>
                  <a:moveTo>
                    <a:pt x="714696" y="918284"/>
                  </a:moveTo>
                  <a:lnTo>
                    <a:pt x="663410" y="886722"/>
                  </a:lnTo>
                  <a:lnTo>
                    <a:pt x="588535" y="860168"/>
                  </a:lnTo>
                  <a:close/>
                  <a:moveTo>
                    <a:pt x="714696" y="918284"/>
                  </a:moveTo>
                  <a:lnTo>
                    <a:pt x="735780" y="878643"/>
                  </a:lnTo>
                  <a:lnTo>
                    <a:pt x="663410" y="886722"/>
                  </a:lnTo>
                  <a:close/>
                  <a:moveTo>
                    <a:pt x="580330" y="854755"/>
                  </a:moveTo>
                  <a:lnTo>
                    <a:pt x="553059" y="864680"/>
                  </a:lnTo>
                  <a:lnTo>
                    <a:pt x="588535" y="860168"/>
                  </a:lnTo>
                  <a:close/>
                  <a:moveTo>
                    <a:pt x="588535" y="860168"/>
                  </a:moveTo>
                  <a:lnTo>
                    <a:pt x="604135" y="864680"/>
                  </a:lnTo>
                  <a:lnTo>
                    <a:pt x="580330" y="854755"/>
                  </a:lnTo>
                  <a:close/>
                  <a:moveTo>
                    <a:pt x="1339110" y="1310699"/>
                  </a:moveTo>
                  <a:lnTo>
                    <a:pt x="1241794" y="1401749"/>
                  </a:lnTo>
                  <a:lnTo>
                    <a:pt x="1294202" y="1363312"/>
                  </a:lnTo>
                  <a:close/>
                  <a:moveTo>
                    <a:pt x="1339110" y="1310699"/>
                  </a:moveTo>
                  <a:lnTo>
                    <a:pt x="1295221" y="1361808"/>
                  </a:lnTo>
                  <a:lnTo>
                    <a:pt x="1241794" y="1401749"/>
                  </a:lnTo>
                  <a:close/>
                  <a:moveTo>
                    <a:pt x="816461" y="826243"/>
                  </a:moveTo>
                  <a:lnTo>
                    <a:pt x="901770" y="887381"/>
                  </a:lnTo>
                  <a:lnTo>
                    <a:pt x="887749" y="798687"/>
                  </a:lnTo>
                  <a:close/>
                  <a:moveTo>
                    <a:pt x="830073" y="705591"/>
                  </a:moveTo>
                  <a:lnTo>
                    <a:pt x="887749" y="798687"/>
                  </a:lnTo>
                  <a:lnTo>
                    <a:pt x="898161" y="776696"/>
                  </a:lnTo>
                  <a:close/>
                  <a:moveTo>
                    <a:pt x="816461" y="826243"/>
                  </a:moveTo>
                  <a:lnTo>
                    <a:pt x="887749" y="798687"/>
                  </a:lnTo>
                  <a:lnTo>
                    <a:pt x="830073" y="705591"/>
                  </a:lnTo>
                  <a:close/>
                  <a:moveTo>
                    <a:pt x="1676695" y="1736903"/>
                  </a:moveTo>
                  <a:lnTo>
                    <a:pt x="1661738" y="1794698"/>
                  </a:lnTo>
                  <a:lnTo>
                    <a:pt x="1669274" y="1774388"/>
                  </a:lnTo>
                  <a:close/>
                  <a:moveTo>
                    <a:pt x="2101520" y="2079901"/>
                  </a:moveTo>
                  <a:lnTo>
                    <a:pt x="2083630" y="2143734"/>
                  </a:lnTo>
                  <a:lnTo>
                    <a:pt x="2189850" y="2168775"/>
                  </a:lnTo>
                  <a:close/>
                  <a:moveTo>
                    <a:pt x="2046015" y="2103248"/>
                  </a:moveTo>
                  <a:lnTo>
                    <a:pt x="2083630" y="2143734"/>
                  </a:lnTo>
                  <a:lnTo>
                    <a:pt x="2101520" y="2079901"/>
                  </a:lnTo>
                  <a:close/>
                  <a:moveTo>
                    <a:pt x="1723363" y="1696182"/>
                  </a:moveTo>
                  <a:lnTo>
                    <a:pt x="1676695" y="1736903"/>
                  </a:lnTo>
                  <a:lnTo>
                    <a:pt x="1669274" y="1774388"/>
                  </a:lnTo>
                  <a:close/>
                  <a:moveTo>
                    <a:pt x="1339110" y="1310699"/>
                  </a:moveTo>
                  <a:lnTo>
                    <a:pt x="1399638" y="1325544"/>
                  </a:lnTo>
                  <a:lnTo>
                    <a:pt x="1414542" y="1314068"/>
                  </a:lnTo>
                  <a:close/>
                  <a:moveTo>
                    <a:pt x="1431852" y="959578"/>
                  </a:moveTo>
                  <a:lnTo>
                    <a:pt x="1429232" y="938591"/>
                  </a:lnTo>
                  <a:lnTo>
                    <a:pt x="1353969" y="962304"/>
                  </a:lnTo>
                  <a:close/>
                  <a:moveTo>
                    <a:pt x="1431852" y="959578"/>
                  </a:moveTo>
                  <a:lnTo>
                    <a:pt x="1441144" y="957579"/>
                  </a:lnTo>
                  <a:lnTo>
                    <a:pt x="1429232" y="938591"/>
                  </a:lnTo>
                  <a:close/>
                  <a:moveTo>
                    <a:pt x="1832196" y="1394031"/>
                  </a:moveTo>
                  <a:lnTo>
                    <a:pt x="1881583" y="1336784"/>
                  </a:lnTo>
                  <a:lnTo>
                    <a:pt x="1845564" y="1380555"/>
                  </a:lnTo>
                  <a:close/>
                  <a:moveTo>
                    <a:pt x="1181964" y="440996"/>
                  </a:moveTo>
                  <a:lnTo>
                    <a:pt x="1101633" y="445711"/>
                  </a:lnTo>
                  <a:lnTo>
                    <a:pt x="1209976" y="460941"/>
                  </a:lnTo>
                  <a:close/>
                  <a:moveTo>
                    <a:pt x="1893740" y="1326901"/>
                  </a:moveTo>
                  <a:lnTo>
                    <a:pt x="2008548" y="1294156"/>
                  </a:lnTo>
                  <a:lnTo>
                    <a:pt x="1897365" y="1223861"/>
                  </a:lnTo>
                  <a:close/>
                  <a:moveTo>
                    <a:pt x="1826938" y="1220525"/>
                  </a:moveTo>
                  <a:lnTo>
                    <a:pt x="1887612" y="1131699"/>
                  </a:lnTo>
                  <a:lnTo>
                    <a:pt x="1781690" y="1157219"/>
                  </a:lnTo>
                  <a:close/>
                  <a:moveTo>
                    <a:pt x="1698396" y="1164343"/>
                  </a:moveTo>
                  <a:lnTo>
                    <a:pt x="1781690" y="1157219"/>
                  </a:lnTo>
                  <a:lnTo>
                    <a:pt x="1764127" y="1139530"/>
                  </a:lnTo>
                  <a:close/>
                  <a:moveTo>
                    <a:pt x="1781690" y="1157219"/>
                  </a:moveTo>
                  <a:lnTo>
                    <a:pt x="1887612" y="1131699"/>
                  </a:lnTo>
                  <a:lnTo>
                    <a:pt x="1828416" y="1101238"/>
                  </a:lnTo>
                  <a:close/>
                  <a:moveTo>
                    <a:pt x="1282560" y="559397"/>
                  </a:moveTo>
                  <a:lnTo>
                    <a:pt x="1363298" y="540328"/>
                  </a:lnTo>
                  <a:lnTo>
                    <a:pt x="1303827" y="502607"/>
                  </a:lnTo>
                  <a:close/>
                  <a:moveTo>
                    <a:pt x="1282560" y="559397"/>
                  </a:moveTo>
                  <a:lnTo>
                    <a:pt x="1303827" y="502607"/>
                  </a:lnTo>
                  <a:lnTo>
                    <a:pt x="1242826" y="491608"/>
                  </a:lnTo>
                  <a:close/>
                  <a:moveTo>
                    <a:pt x="1148666" y="507566"/>
                  </a:moveTo>
                  <a:lnTo>
                    <a:pt x="1242826" y="491608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292971" y="492589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303827" y="502607"/>
                  </a:lnTo>
                  <a:lnTo>
                    <a:pt x="1292971" y="492589"/>
                  </a:lnTo>
                  <a:close/>
                  <a:moveTo>
                    <a:pt x="2152071" y="1338158"/>
                  </a:moveTo>
                  <a:lnTo>
                    <a:pt x="2105529" y="1275905"/>
                  </a:lnTo>
                  <a:lnTo>
                    <a:pt x="2060398" y="1352096"/>
                  </a:lnTo>
                  <a:close/>
                  <a:moveTo>
                    <a:pt x="2152071" y="1338158"/>
                  </a:moveTo>
                  <a:lnTo>
                    <a:pt x="2183420" y="1273172"/>
                  </a:lnTo>
                  <a:lnTo>
                    <a:pt x="2105529" y="1275905"/>
                  </a:lnTo>
                  <a:close/>
                  <a:moveTo>
                    <a:pt x="1379099" y="541504"/>
                  </a:moveTo>
                  <a:lnTo>
                    <a:pt x="1386031" y="551845"/>
                  </a:lnTo>
                  <a:lnTo>
                    <a:pt x="1363298" y="540328"/>
                  </a:lnTo>
                  <a:close/>
                  <a:moveTo>
                    <a:pt x="2007932" y="848153"/>
                  </a:moveTo>
                  <a:lnTo>
                    <a:pt x="1970375" y="803833"/>
                  </a:lnTo>
                  <a:lnTo>
                    <a:pt x="2013298" y="889925"/>
                  </a:lnTo>
                  <a:close/>
                  <a:moveTo>
                    <a:pt x="2013298" y="889925"/>
                  </a:moveTo>
                  <a:lnTo>
                    <a:pt x="1970375" y="803833"/>
                  </a:lnTo>
                  <a:lnTo>
                    <a:pt x="1908678" y="814295"/>
                  </a:lnTo>
                  <a:close/>
                  <a:moveTo>
                    <a:pt x="2013298" y="889925"/>
                  </a:moveTo>
                  <a:lnTo>
                    <a:pt x="1908678" y="814295"/>
                  </a:lnTo>
                  <a:lnTo>
                    <a:pt x="1942185" y="887147"/>
                  </a:lnTo>
                  <a:close/>
                  <a:moveTo>
                    <a:pt x="2013298" y="889925"/>
                  </a:moveTo>
                  <a:lnTo>
                    <a:pt x="2033908" y="886048"/>
                  </a:lnTo>
                  <a:lnTo>
                    <a:pt x="2007932" y="848153"/>
                  </a:lnTo>
                  <a:close/>
                  <a:moveTo>
                    <a:pt x="1985532" y="764405"/>
                  </a:moveTo>
                  <a:lnTo>
                    <a:pt x="1875373" y="760055"/>
                  </a:lnTo>
                  <a:lnTo>
                    <a:pt x="1908678" y="814295"/>
                  </a:lnTo>
                  <a:close/>
                  <a:moveTo>
                    <a:pt x="2154478" y="902204"/>
                  </a:moveTo>
                  <a:lnTo>
                    <a:pt x="2118101" y="865314"/>
                  </a:lnTo>
                  <a:lnTo>
                    <a:pt x="2033908" y="886048"/>
                  </a:lnTo>
                  <a:close/>
                  <a:moveTo>
                    <a:pt x="2118101" y="865314"/>
                  </a:moveTo>
                  <a:lnTo>
                    <a:pt x="2007932" y="848153"/>
                  </a:lnTo>
                  <a:lnTo>
                    <a:pt x="2033908" y="886048"/>
                  </a:lnTo>
                  <a:close/>
                  <a:moveTo>
                    <a:pt x="2009728" y="792736"/>
                  </a:moveTo>
                  <a:lnTo>
                    <a:pt x="2007932" y="848153"/>
                  </a:lnTo>
                  <a:lnTo>
                    <a:pt x="2118101" y="865314"/>
                  </a:lnTo>
                  <a:close/>
                  <a:moveTo>
                    <a:pt x="2118101" y="865314"/>
                  </a:moveTo>
                  <a:lnTo>
                    <a:pt x="2192387" y="865513"/>
                  </a:lnTo>
                  <a:lnTo>
                    <a:pt x="2184604" y="771749"/>
                  </a:lnTo>
                  <a:close/>
                  <a:moveTo>
                    <a:pt x="1970375" y="803833"/>
                  </a:moveTo>
                  <a:lnTo>
                    <a:pt x="2007932" y="848153"/>
                  </a:lnTo>
                  <a:lnTo>
                    <a:pt x="2009728" y="792736"/>
                  </a:lnTo>
                  <a:close/>
                  <a:moveTo>
                    <a:pt x="1756378" y="276967"/>
                  </a:moveTo>
                  <a:lnTo>
                    <a:pt x="1687136" y="310542"/>
                  </a:lnTo>
                  <a:lnTo>
                    <a:pt x="1763159" y="275102"/>
                  </a:lnTo>
                  <a:close/>
                  <a:moveTo>
                    <a:pt x="1763159" y="275102"/>
                  </a:moveTo>
                  <a:lnTo>
                    <a:pt x="1687136" y="310542"/>
                  </a:lnTo>
                  <a:lnTo>
                    <a:pt x="1660230" y="384130"/>
                  </a:lnTo>
                  <a:close/>
                  <a:moveTo>
                    <a:pt x="1763159" y="275102"/>
                  </a:moveTo>
                  <a:lnTo>
                    <a:pt x="1660230" y="384130"/>
                  </a:lnTo>
                  <a:lnTo>
                    <a:pt x="1698103" y="310526"/>
                  </a:lnTo>
                  <a:close/>
                  <a:moveTo>
                    <a:pt x="1695808" y="189891"/>
                  </a:moveTo>
                  <a:lnTo>
                    <a:pt x="1687136" y="310542"/>
                  </a:lnTo>
                  <a:lnTo>
                    <a:pt x="1761513" y="268945"/>
                  </a:lnTo>
                  <a:close/>
                  <a:moveTo>
                    <a:pt x="1761513" y="268945"/>
                  </a:moveTo>
                  <a:lnTo>
                    <a:pt x="1687136" y="310542"/>
                  </a:lnTo>
                  <a:lnTo>
                    <a:pt x="1756378" y="276967"/>
                  </a:lnTo>
                  <a:close/>
                  <a:moveTo>
                    <a:pt x="2211214" y="765397"/>
                  </a:moveTo>
                  <a:lnTo>
                    <a:pt x="2331823" y="809175"/>
                  </a:lnTo>
                  <a:lnTo>
                    <a:pt x="2283736" y="726960"/>
                  </a:lnTo>
                  <a:close/>
                  <a:moveTo>
                    <a:pt x="1893232" y="482766"/>
                  </a:moveTo>
                  <a:lnTo>
                    <a:pt x="1936363" y="491512"/>
                  </a:lnTo>
                  <a:lnTo>
                    <a:pt x="2017008" y="451682"/>
                  </a:lnTo>
                  <a:close/>
                  <a:moveTo>
                    <a:pt x="1956852" y="441972"/>
                  </a:moveTo>
                  <a:lnTo>
                    <a:pt x="1893232" y="482766"/>
                  </a:lnTo>
                  <a:lnTo>
                    <a:pt x="2017008" y="451682"/>
                  </a:lnTo>
                  <a:close/>
                  <a:moveTo>
                    <a:pt x="1761513" y="268945"/>
                  </a:moveTo>
                  <a:lnTo>
                    <a:pt x="1814369" y="272106"/>
                  </a:lnTo>
                  <a:lnTo>
                    <a:pt x="1807664" y="151454"/>
                  </a:lnTo>
                  <a:close/>
                  <a:moveTo>
                    <a:pt x="2278173" y="644745"/>
                  </a:moveTo>
                  <a:lnTo>
                    <a:pt x="2283736" y="726960"/>
                  </a:lnTo>
                  <a:lnTo>
                    <a:pt x="2331775" y="688524"/>
                  </a:lnTo>
                  <a:close/>
                  <a:moveTo>
                    <a:pt x="2328814" y="606308"/>
                  </a:moveTo>
                  <a:lnTo>
                    <a:pt x="2284588" y="616148"/>
                  </a:lnTo>
                  <a:lnTo>
                    <a:pt x="2278173" y="644745"/>
                  </a:lnTo>
                  <a:close/>
                  <a:moveTo>
                    <a:pt x="1807664" y="151454"/>
                  </a:moveTo>
                  <a:lnTo>
                    <a:pt x="1879954" y="217920"/>
                  </a:lnTo>
                  <a:lnTo>
                    <a:pt x="1897074" y="113018"/>
                  </a:lnTo>
                  <a:close/>
                  <a:moveTo>
                    <a:pt x="2118357" y="336750"/>
                  </a:moveTo>
                  <a:lnTo>
                    <a:pt x="2106008" y="359663"/>
                  </a:lnTo>
                  <a:lnTo>
                    <a:pt x="2127610" y="257031"/>
                  </a:lnTo>
                  <a:close/>
                  <a:moveTo>
                    <a:pt x="2074417" y="0"/>
                  </a:moveTo>
                  <a:lnTo>
                    <a:pt x="1984228" y="12730"/>
                  </a:lnTo>
                  <a:lnTo>
                    <a:pt x="2090511" y="17436"/>
                  </a:lnTo>
                  <a:close/>
                  <a:moveTo>
                    <a:pt x="2038867" y="68401"/>
                  </a:moveTo>
                  <a:lnTo>
                    <a:pt x="2090511" y="17436"/>
                  </a:lnTo>
                  <a:lnTo>
                    <a:pt x="2027799" y="61623"/>
                  </a:lnTo>
                  <a:close/>
                  <a:moveTo>
                    <a:pt x="2038867" y="68401"/>
                  </a:moveTo>
                  <a:lnTo>
                    <a:pt x="2126132" y="58047"/>
                  </a:lnTo>
                  <a:lnTo>
                    <a:pt x="2090511" y="1743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92" name="Candidate_density__2111">
              <a:extLst>
                <a:ext uri="{FF2B5EF4-FFF2-40B4-BE49-F238E27FC236}">
                  <a16:creationId xmlns:a16="http://schemas.microsoft.com/office/drawing/2014/main" id="{706842DD-B957-F937-547C-D25014F14F6B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906152"/>
              <a:ext cx="2584609" cy="2098000"/>
            </a:xfrm>
            <a:custGeom>
              <a:avLst/>
              <a:gdLst/>
              <a:ahLst/>
              <a:cxnLst/>
              <a:rect l="0" t="0" r="0" b="0"/>
              <a:pathLst>
                <a:path w="2584609" h="2098000">
                  <a:moveTo>
                    <a:pt x="83157" y="1222197"/>
                  </a:moveTo>
                  <a:lnTo>
                    <a:pt x="0" y="1189942"/>
                  </a:lnTo>
                  <a:lnTo>
                    <a:pt x="19630" y="1199883"/>
                  </a:lnTo>
                  <a:close/>
                  <a:moveTo>
                    <a:pt x="619998" y="1886646"/>
                  </a:moveTo>
                  <a:lnTo>
                    <a:pt x="623406" y="1894875"/>
                  </a:lnTo>
                  <a:lnTo>
                    <a:pt x="637859" y="1902846"/>
                  </a:lnTo>
                  <a:close/>
                  <a:moveTo>
                    <a:pt x="719817" y="1930616"/>
                  </a:moveTo>
                  <a:lnTo>
                    <a:pt x="623406" y="1894875"/>
                  </a:lnTo>
                  <a:lnTo>
                    <a:pt x="668987" y="1918410"/>
                  </a:lnTo>
                  <a:close/>
                  <a:moveTo>
                    <a:pt x="719817" y="1930616"/>
                  </a:moveTo>
                  <a:lnTo>
                    <a:pt x="637859" y="1902846"/>
                  </a:lnTo>
                  <a:lnTo>
                    <a:pt x="623406" y="1894875"/>
                  </a:lnTo>
                  <a:close/>
                  <a:moveTo>
                    <a:pt x="179015" y="1311141"/>
                  </a:moveTo>
                  <a:lnTo>
                    <a:pt x="180087" y="1312271"/>
                  </a:lnTo>
                  <a:lnTo>
                    <a:pt x="182408" y="1314622"/>
                  </a:lnTo>
                  <a:close/>
                  <a:moveTo>
                    <a:pt x="179015" y="1311141"/>
                  </a:moveTo>
                  <a:lnTo>
                    <a:pt x="91248" y="1228926"/>
                  </a:lnTo>
                  <a:lnTo>
                    <a:pt x="129501" y="1253304"/>
                  </a:lnTo>
                  <a:close/>
                  <a:moveTo>
                    <a:pt x="797974" y="1944172"/>
                  </a:moveTo>
                  <a:lnTo>
                    <a:pt x="922685" y="1916588"/>
                  </a:lnTo>
                  <a:lnTo>
                    <a:pt x="842398" y="1895066"/>
                  </a:lnTo>
                  <a:close/>
                  <a:moveTo>
                    <a:pt x="637859" y="1902846"/>
                  </a:moveTo>
                  <a:lnTo>
                    <a:pt x="719817" y="1930616"/>
                  </a:lnTo>
                  <a:lnTo>
                    <a:pt x="771885" y="1910089"/>
                  </a:lnTo>
                  <a:close/>
                  <a:moveTo>
                    <a:pt x="91248" y="1228926"/>
                  </a:moveTo>
                  <a:lnTo>
                    <a:pt x="179015" y="1311141"/>
                  </a:lnTo>
                  <a:lnTo>
                    <a:pt x="92799" y="1222550"/>
                  </a:lnTo>
                  <a:close/>
                  <a:moveTo>
                    <a:pt x="83157" y="1222197"/>
                  </a:moveTo>
                  <a:lnTo>
                    <a:pt x="91248" y="1228926"/>
                  </a:lnTo>
                  <a:lnTo>
                    <a:pt x="92799" y="1222550"/>
                  </a:lnTo>
                  <a:close/>
                  <a:moveTo>
                    <a:pt x="1084402" y="2027362"/>
                  </a:moveTo>
                  <a:lnTo>
                    <a:pt x="1001178" y="1994858"/>
                  </a:lnTo>
                  <a:lnTo>
                    <a:pt x="1036937" y="2065097"/>
                  </a:lnTo>
                  <a:close/>
                  <a:moveTo>
                    <a:pt x="1036937" y="2065097"/>
                  </a:moveTo>
                  <a:lnTo>
                    <a:pt x="1105056" y="2041130"/>
                  </a:lnTo>
                  <a:lnTo>
                    <a:pt x="1084402" y="2027362"/>
                  </a:lnTo>
                  <a:close/>
                  <a:moveTo>
                    <a:pt x="922685" y="1916588"/>
                  </a:moveTo>
                  <a:lnTo>
                    <a:pt x="939502" y="1819669"/>
                  </a:lnTo>
                  <a:lnTo>
                    <a:pt x="939968" y="1809774"/>
                  </a:lnTo>
                  <a:close/>
                  <a:moveTo>
                    <a:pt x="893723" y="1871759"/>
                  </a:moveTo>
                  <a:lnTo>
                    <a:pt x="922685" y="1916588"/>
                  </a:lnTo>
                  <a:lnTo>
                    <a:pt x="939968" y="1809774"/>
                  </a:lnTo>
                  <a:close/>
                  <a:moveTo>
                    <a:pt x="842398" y="1895066"/>
                  </a:moveTo>
                  <a:lnTo>
                    <a:pt x="922685" y="1916588"/>
                  </a:lnTo>
                  <a:lnTo>
                    <a:pt x="893723" y="1871759"/>
                  </a:lnTo>
                  <a:close/>
                  <a:moveTo>
                    <a:pt x="322314" y="1190489"/>
                  </a:moveTo>
                  <a:lnTo>
                    <a:pt x="304200" y="1171869"/>
                  </a:lnTo>
                  <a:lnTo>
                    <a:pt x="362654" y="1216013"/>
                  </a:lnTo>
                  <a:close/>
                  <a:moveTo>
                    <a:pt x="322314" y="1190489"/>
                  </a:moveTo>
                  <a:lnTo>
                    <a:pt x="307427" y="1072983"/>
                  </a:lnTo>
                  <a:lnTo>
                    <a:pt x="304200" y="1171869"/>
                  </a:lnTo>
                  <a:close/>
                  <a:moveTo>
                    <a:pt x="1072067" y="1872581"/>
                  </a:moveTo>
                  <a:lnTo>
                    <a:pt x="1091867" y="1891989"/>
                  </a:lnTo>
                  <a:lnTo>
                    <a:pt x="1152472" y="1967898"/>
                  </a:lnTo>
                  <a:close/>
                  <a:moveTo>
                    <a:pt x="939968" y="1809774"/>
                  </a:moveTo>
                  <a:lnTo>
                    <a:pt x="952494" y="1709016"/>
                  </a:lnTo>
                  <a:lnTo>
                    <a:pt x="932960" y="1689122"/>
                  </a:lnTo>
                  <a:close/>
                  <a:moveTo>
                    <a:pt x="952494" y="1709016"/>
                  </a:moveTo>
                  <a:lnTo>
                    <a:pt x="921286" y="1634295"/>
                  </a:lnTo>
                  <a:lnTo>
                    <a:pt x="932960" y="1689122"/>
                  </a:lnTo>
                  <a:close/>
                  <a:moveTo>
                    <a:pt x="1268784" y="2034022"/>
                  </a:moveTo>
                  <a:lnTo>
                    <a:pt x="1258831" y="2017982"/>
                  </a:lnTo>
                  <a:lnTo>
                    <a:pt x="1152472" y="1967898"/>
                  </a:lnTo>
                  <a:close/>
                  <a:moveTo>
                    <a:pt x="1258831" y="2017982"/>
                  </a:moveTo>
                  <a:lnTo>
                    <a:pt x="1318809" y="1979546"/>
                  </a:lnTo>
                  <a:lnTo>
                    <a:pt x="1200580" y="1967870"/>
                  </a:lnTo>
                  <a:close/>
                  <a:moveTo>
                    <a:pt x="1419277" y="2013025"/>
                  </a:moveTo>
                  <a:lnTo>
                    <a:pt x="1384446" y="2098000"/>
                  </a:lnTo>
                  <a:lnTo>
                    <a:pt x="1490119" y="1999235"/>
                  </a:lnTo>
                  <a:close/>
                  <a:moveTo>
                    <a:pt x="987227" y="1524692"/>
                  </a:moveTo>
                  <a:lnTo>
                    <a:pt x="966498" y="1434791"/>
                  </a:lnTo>
                  <a:lnTo>
                    <a:pt x="998592" y="1404040"/>
                  </a:lnTo>
                  <a:close/>
                  <a:moveTo>
                    <a:pt x="1497223" y="1969489"/>
                  </a:moveTo>
                  <a:lnTo>
                    <a:pt x="1419277" y="2013025"/>
                  </a:lnTo>
                  <a:lnTo>
                    <a:pt x="1490119" y="1999235"/>
                  </a:lnTo>
                  <a:close/>
                  <a:moveTo>
                    <a:pt x="1497223" y="1969489"/>
                  </a:moveTo>
                  <a:lnTo>
                    <a:pt x="1430410" y="1963215"/>
                  </a:lnTo>
                  <a:lnTo>
                    <a:pt x="1419277" y="2013025"/>
                  </a:lnTo>
                  <a:close/>
                  <a:moveTo>
                    <a:pt x="1497223" y="1969489"/>
                  </a:moveTo>
                  <a:lnTo>
                    <a:pt x="1490119" y="1999235"/>
                  </a:lnTo>
                  <a:lnTo>
                    <a:pt x="1519464" y="1979546"/>
                  </a:lnTo>
                  <a:close/>
                  <a:moveTo>
                    <a:pt x="1521042" y="1899646"/>
                  </a:moveTo>
                  <a:lnTo>
                    <a:pt x="1578872" y="1863610"/>
                  </a:lnTo>
                  <a:lnTo>
                    <a:pt x="1573062" y="1858894"/>
                  </a:lnTo>
                  <a:close/>
                  <a:moveTo>
                    <a:pt x="1497223" y="1969489"/>
                  </a:moveTo>
                  <a:lnTo>
                    <a:pt x="1554115" y="1959846"/>
                  </a:lnTo>
                  <a:lnTo>
                    <a:pt x="1521042" y="1899646"/>
                  </a:lnTo>
                  <a:close/>
                  <a:moveTo>
                    <a:pt x="941946" y="1317222"/>
                  </a:moveTo>
                  <a:lnTo>
                    <a:pt x="942905" y="1346581"/>
                  </a:lnTo>
                  <a:lnTo>
                    <a:pt x="1060666" y="1381389"/>
                  </a:lnTo>
                  <a:close/>
                  <a:moveTo>
                    <a:pt x="724520" y="872340"/>
                  </a:moveTo>
                  <a:lnTo>
                    <a:pt x="724527" y="872313"/>
                  </a:lnTo>
                  <a:lnTo>
                    <a:pt x="657866" y="901635"/>
                  </a:lnTo>
                  <a:close/>
                  <a:moveTo>
                    <a:pt x="947079" y="998307"/>
                  </a:moveTo>
                  <a:lnTo>
                    <a:pt x="959373" y="1002777"/>
                  </a:lnTo>
                  <a:lnTo>
                    <a:pt x="962670" y="990073"/>
                  </a:lnTo>
                  <a:close/>
                  <a:moveTo>
                    <a:pt x="704796" y="788283"/>
                  </a:moveTo>
                  <a:lnTo>
                    <a:pt x="710658" y="833876"/>
                  </a:lnTo>
                  <a:lnTo>
                    <a:pt x="676161" y="751662"/>
                  </a:lnTo>
                  <a:close/>
                  <a:moveTo>
                    <a:pt x="1433071" y="1560683"/>
                  </a:moveTo>
                  <a:lnTo>
                    <a:pt x="1410441" y="1549584"/>
                  </a:lnTo>
                  <a:lnTo>
                    <a:pt x="1366414" y="1491598"/>
                  </a:lnTo>
                  <a:close/>
                  <a:moveTo>
                    <a:pt x="1528618" y="1543597"/>
                  </a:moveTo>
                  <a:lnTo>
                    <a:pt x="1534294" y="1518789"/>
                  </a:lnTo>
                  <a:lnTo>
                    <a:pt x="1425881" y="1491598"/>
                  </a:lnTo>
                  <a:close/>
                  <a:moveTo>
                    <a:pt x="1576373" y="1465273"/>
                  </a:moveTo>
                  <a:lnTo>
                    <a:pt x="1534294" y="1518789"/>
                  </a:lnTo>
                  <a:lnTo>
                    <a:pt x="1528618" y="1543597"/>
                  </a:lnTo>
                  <a:close/>
                  <a:moveTo>
                    <a:pt x="1576373" y="1465273"/>
                  </a:moveTo>
                  <a:lnTo>
                    <a:pt x="1528618" y="1543597"/>
                  </a:lnTo>
                  <a:lnTo>
                    <a:pt x="1599689" y="1546410"/>
                  </a:lnTo>
                  <a:close/>
                  <a:moveTo>
                    <a:pt x="1242686" y="1294002"/>
                  </a:moveTo>
                  <a:lnTo>
                    <a:pt x="1303462" y="1305184"/>
                  </a:lnTo>
                  <a:lnTo>
                    <a:pt x="1257948" y="1242094"/>
                  </a:lnTo>
                  <a:close/>
                  <a:moveTo>
                    <a:pt x="1303462" y="1305184"/>
                  </a:moveTo>
                  <a:lnTo>
                    <a:pt x="1354402" y="1324363"/>
                  </a:lnTo>
                  <a:lnTo>
                    <a:pt x="1257948" y="1242094"/>
                  </a:lnTo>
                  <a:close/>
                  <a:moveTo>
                    <a:pt x="962670" y="990073"/>
                  </a:moveTo>
                  <a:lnTo>
                    <a:pt x="987549" y="879779"/>
                  </a:lnTo>
                  <a:lnTo>
                    <a:pt x="947079" y="998307"/>
                  </a:lnTo>
                  <a:close/>
                  <a:moveTo>
                    <a:pt x="962670" y="990073"/>
                  </a:moveTo>
                  <a:lnTo>
                    <a:pt x="1054548" y="885902"/>
                  </a:lnTo>
                  <a:lnTo>
                    <a:pt x="987549" y="879779"/>
                  </a:lnTo>
                  <a:close/>
                  <a:moveTo>
                    <a:pt x="1054548" y="885902"/>
                  </a:moveTo>
                  <a:lnTo>
                    <a:pt x="1062626" y="869933"/>
                  </a:lnTo>
                  <a:lnTo>
                    <a:pt x="987530" y="867819"/>
                  </a:lnTo>
                  <a:close/>
                  <a:moveTo>
                    <a:pt x="1054548" y="885902"/>
                  </a:moveTo>
                  <a:lnTo>
                    <a:pt x="1113453" y="898605"/>
                  </a:lnTo>
                  <a:lnTo>
                    <a:pt x="1062626" y="869933"/>
                  </a:lnTo>
                  <a:close/>
                  <a:moveTo>
                    <a:pt x="1137945" y="778601"/>
                  </a:moveTo>
                  <a:lnTo>
                    <a:pt x="1140270" y="676619"/>
                  </a:lnTo>
                  <a:lnTo>
                    <a:pt x="1136729" y="757004"/>
                  </a:lnTo>
                  <a:close/>
                  <a:moveTo>
                    <a:pt x="1136729" y="757004"/>
                  </a:moveTo>
                  <a:lnTo>
                    <a:pt x="1133509" y="674789"/>
                  </a:lnTo>
                  <a:lnTo>
                    <a:pt x="1177118" y="718567"/>
                  </a:lnTo>
                  <a:close/>
                  <a:moveTo>
                    <a:pt x="1941014" y="1494414"/>
                  </a:moveTo>
                  <a:lnTo>
                    <a:pt x="2023291" y="1523375"/>
                  </a:lnTo>
                  <a:lnTo>
                    <a:pt x="1997011" y="1505262"/>
                  </a:lnTo>
                  <a:close/>
                  <a:moveTo>
                    <a:pt x="1556583" y="1171718"/>
                  </a:moveTo>
                  <a:lnTo>
                    <a:pt x="1621754" y="1136727"/>
                  </a:lnTo>
                  <a:lnTo>
                    <a:pt x="1666198" y="1091207"/>
                  </a:lnTo>
                  <a:close/>
                  <a:moveTo>
                    <a:pt x="2085844" y="1542048"/>
                  </a:moveTo>
                  <a:lnTo>
                    <a:pt x="1997011" y="1505262"/>
                  </a:lnTo>
                  <a:lnTo>
                    <a:pt x="2036331" y="1533888"/>
                  </a:lnTo>
                  <a:close/>
                  <a:moveTo>
                    <a:pt x="2085844" y="1542048"/>
                  </a:moveTo>
                  <a:lnTo>
                    <a:pt x="2164848" y="1558773"/>
                  </a:lnTo>
                  <a:lnTo>
                    <a:pt x="2212600" y="1522110"/>
                  </a:lnTo>
                  <a:close/>
                  <a:moveTo>
                    <a:pt x="2244648" y="1578472"/>
                  </a:moveTo>
                  <a:lnTo>
                    <a:pt x="2212600" y="1522110"/>
                  </a:lnTo>
                  <a:lnTo>
                    <a:pt x="2164848" y="1558773"/>
                  </a:lnTo>
                  <a:close/>
                  <a:moveTo>
                    <a:pt x="1969170" y="1227620"/>
                  </a:moveTo>
                  <a:lnTo>
                    <a:pt x="2067950" y="1259944"/>
                  </a:lnTo>
                  <a:lnTo>
                    <a:pt x="1997607" y="1337852"/>
                  </a:lnTo>
                  <a:close/>
                  <a:moveTo>
                    <a:pt x="1906615" y="1134985"/>
                  </a:moveTo>
                  <a:lnTo>
                    <a:pt x="1866041" y="1062353"/>
                  </a:lnTo>
                  <a:lnTo>
                    <a:pt x="1861331" y="1054515"/>
                  </a:lnTo>
                  <a:close/>
                  <a:moveTo>
                    <a:pt x="1930158" y="1238623"/>
                  </a:moveTo>
                  <a:lnTo>
                    <a:pt x="2003726" y="1235024"/>
                  </a:lnTo>
                  <a:lnTo>
                    <a:pt x="1969170" y="1227620"/>
                  </a:lnTo>
                  <a:close/>
                  <a:moveTo>
                    <a:pt x="1593071" y="521043"/>
                  </a:moveTo>
                  <a:lnTo>
                    <a:pt x="1569725" y="469755"/>
                  </a:lnTo>
                  <a:lnTo>
                    <a:pt x="1596704" y="547914"/>
                  </a:lnTo>
                  <a:close/>
                  <a:moveTo>
                    <a:pt x="2217867" y="1326600"/>
                  </a:moveTo>
                  <a:lnTo>
                    <a:pt x="2287864" y="1309647"/>
                  </a:lnTo>
                  <a:lnTo>
                    <a:pt x="2339924" y="1289089"/>
                  </a:lnTo>
                  <a:close/>
                  <a:moveTo>
                    <a:pt x="2410117" y="1311691"/>
                  </a:moveTo>
                  <a:lnTo>
                    <a:pt x="2412030" y="1304757"/>
                  </a:lnTo>
                  <a:lnTo>
                    <a:pt x="2365624" y="1321721"/>
                  </a:lnTo>
                  <a:close/>
                  <a:moveTo>
                    <a:pt x="2181428" y="1076149"/>
                  </a:moveTo>
                  <a:lnTo>
                    <a:pt x="2216109" y="1104823"/>
                  </a:lnTo>
                  <a:lnTo>
                    <a:pt x="2197535" y="1178764"/>
                  </a:lnTo>
                  <a:close/>
                  <a:moveTo>
                    <a:pt x="2412030" y="1304757"/>
                  </a:moveTo>
                  <a:lnTo>
                    <a:pt x="2410117" y="1311691"/>
                  </a:lnTo>
                  <a:lnTo>
                    <a:pt x="2419110" y="1306494"/>
                  </a:lnTo>
                  <a:close/>
                  <a:moveTo>
                    <a:pt x="2499099" y="1326902"/>
                  </a:moveTo>
                  <a:lnTo>
                    <a:pt x="2410117" y="1311691"/>
                  </a:lnTo>
                  <a:lnTo>
                    <a:pt x="2451849" y="1338355"/>
                  </a:lnTo>
                  <a:close/>
                  <a:moveTo>
                    <a:pt x="2499099" y="1326902"/>
                  </a:moveTo>
                  <a:lnTo>
                    <a:pt x="2419110" y="1306494"/>
                  </a:lnTo>
                  <a:lnTo>
                    <a:pt x="2410117" y="1311691"/>
                  </a:lnTo>
                  <a:close/>
                  <a:moveTo>
                    <a:pt x="2412030" y="1304757"/>
                  </a:moveTo>
                  <a:lnTo>
                    <a:pt x="2419110" y="1306494"/>
                  </a:lnTo>
                  <a:lnTo>
                    <a:pt x="2421964" y="1302059"/>
                  </a:lnTo>
                  <a:close/>
                  <a:moveTo>
                    <a:pt x="2512532" y="1289021"/>
                  </a:moveTo>
                  <a:lnTo>
                    <a:pt x="2419110" y="1306494"/>
                  </a:lnTo>
                  <a:lnTo>
                    <a:pt x="2499099" y="1326902"/>
                  </a:lnTo>
                  <a:close/>
                  <a:moveTo>
                    <a:pt x="2512532" y="1289021"/>
                  </a:moveTo>
                  <a:lnTo>
                    <a:pt x="2421964" y="1302059"/>
                  </a:lnTo>
                  <a:lnTo>
                    <a:pt x="2419110" y="1306494"/>
                  </a:lnTo>
                  <a:close/>
                  <a:moveTo>
                    <a:pt x="2421964" y="1302059"/>
                  </a:moveTo>
                  <a:lnTo>
                    <a:pt x="2512532" y="1289021"/>
                  </a:lnTo>
                  <a:lnTo>
                    <a:pt x="2459241" y="1241338"/>
                  </a:lnTo>
                  <a:close/>
                  <a:moveTo>
                    <a:pt x="2512532" y="1289021"/>
                  </a:moveTo>
                  <a:lnTo>
                    <a:pt x="2524291" y="1205889"/>
                  </a:lnTo>
                  <a:lnTo>
                    <a:pt x="2459241" y="1241338"/>
                  </a:lnTo>
                  <a:close/>
                  <a:moveTo>
                    <a:pt x="2580121" y="1294665"/>
                  </a:moveTo>
                  <a:lnTo>
                    <a:pt x="2512532" y="1289021"/>
                  </a:lnTo>
                  <a:lnTo>
                    <a:pt x="2499099" y="1326902"/>
                  </a:lnTo>
                  <a:close/>
                  <a:moveTo>
                    <a:pt x="2584609" y="1190923"/>
                  </a:moveTo>
                  <a:lnTo>
                    <a:pt x="2512532" y="1289021"/>
                  </a:lnTo>
                  <a:lnTo>
                    <a:pt x="2580121" y="1294665"/>
                  </a:lnTo>
                  <a:close/>
                  <a:moveTo>
                    <a:pt x="2100294" y="520063"/>
                  </a:moveTo>
                  <a:lnTo>
                    <a:pt x="2167678" y="570164"/>
                  </a:lnTo>
                  <a:lnTo>
                    <a:pt x="2088203" y="490795"/>
                  </a:lnTo>
                  <a:close/>
                  <a:moveTo>
                    <a:pt x="2074802" y="405734"/>
                  </a:moveTo>
                  <a:lnTo>
                    <a:pt x="2074816" y="424806"/>
                  </a:lnTo>
                  <a:lnTo>
                    <a:pt x="2131377" y="416196"/>
                  </a:lnTo>
                  <a:close/>
                  <a:moveTo>
                    <a:pt x="2087327" y="41177"/>
                  </a:moveTo>
                  <a:lnTo>
                    <a:pt x="2077634" y="99019"/>
                  </a:lnTo>
                  <a:lnTo>
                    <a:pt x="209853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93" name="Candidate_density__2112">
              <a:extLst>
                <a:ext uri="{FF2B5EF4-FFF2-40B4-BE49-F238E27FC236}">
                  <a16:creationId xmlns:a16="http://schemas.microsoft.com/office/drawing/2014/main" id="{CB3EEC96-69FC-131B-F81E-D1EB2FD3BE29}"/>
                </a:ext>
              </a:extLst>
            </p:cNvPr>
            <p:cNvSpPr>
              <a:spLocks noGrp="1"/>
            </p:cNvSpPr>
            <p:nvPr/>
          </p:nvSpPr>
          <p:spPr>
            <a:xfrm>
              <a:off x="3597507" y="1906152"/>
              <a:ext cx="2361141" cy="2098000"/>
            </a:xfrm>
            <a:custGeom>
              <a:avLst/>
              <a:gdLst/>
              <a:ahLst/>
              <a:cxnLst/>
              <a:rect l="0" t="0" r="0" b="0"/>
              <a:pathLst>
                <a:path w="2361141" h="2098000">
                  <a:moveTo>
                    <a:pt x="7210" y="1185697"/>
                  </a:moveTo>
                  <a:lnTo>
                    <a:pt x="8091" y="1228926"/>
                  </a:lnTo>
                  <a:lnTo>
                    <a:pt x="0" y="1222197"/>
                  </a:lnTo>
                  <a:close/>
                  <a:moveTo>
                    <a:pt x="186329" y="1361533"/>
                  </a:moveTo>
                  <a:lnTo>
                    <a:pt x="99251" y="1314622"/>
                  </a:lnTo>
                  <a:lnTo>
                    <a:pt x="96930" y="1312271"/>
                  </a:lnTo>
                  <a:close/>
                  <a:moveTo>
                    <a:pt x="636660" y="1930616"/>
                  </a:moveTo>
                  <a:lnTo>
                    <a:pt x="714816" y="1944172"/>
                  </a:lnTo>
                  <a:lnTo>
                    <a:pt x="759241" y="1895066"/>
                  </a:lnTo>
                  <a:close/>
                  <a:moveTo>
                    <a:pt x="688728" y="1910089"/>
                  </a:moveTo>
                  <a:lnTo>
                    <a:pt x="636660" y="1930616"/>
                  </a:lnTo>
                  <a:lnTo>
                    <a:pt x="759241" y="1895066"/>
                  </a:lnTo>
                  <a:close/>
                  <a:moveTo>
                    <a:pt x="1021899" y="2041130"/>
                  </a:moveTo>
                  <a:lnTo>
                    <a:pt x="1052755" y="1981361"/>
                  </a:lnTo>
                  <a:lnTo>
                    <a:pt x="1001245" y="2027362"/>
                  </a:lnTo>
                  <a:close/>
                  <a:moveTo>
                    <a:pt x="688728" y="1910089"/>
                  </a:moveTo>
                  <a:lnTo>
                    <a:pt x="759241" y="1895066"/>
                  </a:lnTo>
                  <a:lnTo>
                    <a:pt x="810566" y="1871759"/>
                  </a:lnTo>
                  <a:close/>
                  <a:moveTo>
                    <a:pt x="856810" y="1809774"/>
                  </a:moveTo>
                  <a:lnTo>
                    <a:pt x="856345" y="1819669"/>
                  </a:lnTo>
                  <a:lnTo>
                    <a:pt x="858135" y="1770954"/>
                  </a:lnTo>
                  <a:close/>
                  <a:moveTo>
                    <a:pt x="224773" y="1069838"/>
                  </a:moveTo>
                  <a:lnTo>
                    <a:pt x="224270" y="1072983"/>
                  </a:lnTo>
                  <a:lnTo>
                    <a:pt x="239157" y="1190489"/>
                  </a:lnTo>
                  <a:close/>
                  <a:moveTo>
                    <a:pt x="209431" y="1108274"/>
                  </a:moveTo>
                  <a:lnTo>
                    <a:pt x="224773" y="1069838"/>
                  </a:lnTo>
                  <a:lnTo>
                    <a:pt x="239157" y="1190489"/>
                  </a:lnTo>
                  <a:close/>
                  <a:moveTo>
                    <a:pt x="858135" y="1770954"/>
                  </a:moveTo>
                  <a:lnTo>
                    <a:pt x="869336" y="1709016"/>
                  </a:lnTo>
                  <a:lnTo>
                    <a:pt x="856810" y="1809774"/>
                  </a:lnTo>
                  <a:close/>
                  <a:moveTo>
                    <a:pt x="838129" y="1634295"/>
                  </a:moveTo>
                  <a:lnTo>
                    <a:pt x="826991" y="1606907"/>
                  </a:lnTo>
                  <a:lnTo>
                    <a:pt x="849803" y="1689122"/>
                  </a:lnTo>
                  <a:close/>
                  <a:moveTo>
                    <a:pt x="838129" y="1634295"/>
                  </a:moveTo>
                  <a:lnTo>
                    <a:pt x="838937" y="1533546"/>
                  </a:lnTo>
                  <a:lnTo>
                    <a:pt x="826991" y="1606907"/>
                  </a:lnTo>
                  <a:close/>
                  <a:moveTo>
                    <a:pt x="1069315" y="1967898"/>
                  </a:moveTo>
                  <a:lnTo>
                    <a:pt x="1175674" y="2017982"/>
                  </a:lnTo>
                  <a:lnTo>
                    <a:pt x="1117423" y="1967870"/>
                  </a:lnTo>
                  <a:close/>
                  <a:moveTo>
                    <a:pt x="1301289" y="2098000"/>
                  </a:moveTo>
                  <a:lnTo>
                    <a:pt x="1369257" y="2073463"/>
                  </a:lnTo>
                  <a:lnTo>
                    <a:pt x="1406962" y="1999235"/>
                  </a:lnTo>
                  <a:close/>
                  <a:moveTo>
                    <a:pt x="858789" y="1317222"/>
                  </a:moveTo>
                  <a:lnTo>
                    <a:pt x="855927" y="1219456"/>
                  </a:lnTo>
                  <a:lnTo>
                    <a:pt x="850871" y="1283388"/>
                  </a:lnTo>
                  <a:close/>
                  <a:moveTo>
                    <a:pt x="855927" y="1219456"/>
                  </a:moveTo>
                  <a:lnTo>
                    <a:pt x="843759" y="1129256"/>
                  </a:lnTo>
                  <a:lnTo>
                    <a:pt x="825400" y="1201174"/>
                  </a:lnTo>
                  <a:close/>
                  <a:moveTo>
                    <a:pt x="574708" y="901635"/>
                  </a:moveTo>
                  <a:lnTo>
                    <a:pt x="522725" y="872313"/>
                  </a:lnTo>
                  <a:lnTo>
                    <a:pt x="525844" y="934142"/>
                  </a:lnTo>
                  <a:close/>
                  <a:moveTo>
                    <a:pt x="844784" y="1118959"/>
                  </a:moveTo>
                  <a:lnTo>
                    <a:pt x="876216" y="1002777"/>
                  </a:lnTo>
                  <a:lnTo>
                    <a:pt x="863922" y="998307"/>
                  </a:lnTo>
                  <a:close/>
                  <a:moveTo>
                    <a:pt x="863922" y="998307"/>
                  </a:moveTo>
                  <a:lnTo>
                    <a:pt x="887698" y="1020675"/>
                  </a:lnTo>
                  <a:lnTo>
                    <a:pt x="844784" y="1118959"/>
                  </a:lnTo>
                  <a:close/>
                  <a:moveTo>
                    <a:pt x="876216" y="1002777"/>
                  </a:moveTo>
                  <a:lnTo>
                    <a:pt x="903116" y="1036743"/>
                  </a:lnTo>
                  <a:lnTo>
                    <a:pt x="879513" y="990073"/>
                  </a:lnTo>
                  <a:close/>
                  <a:moveTo>
                    <a:pt x="507677" y="651016"/>
                  </a:moveTo>
                  <a:lnTo>
                    <a:pt x="594825" y="698190"/>
                  </a:lnTo>
                  <a:lnTo>
                    <a:pt x="561659" y="676362"/>
                  </a:lnTo>
                  <a:close/>
                  <a:moveTo>
                    <a:pt x="1496609" y="1453161"/>
                  </a:moveTo>
                  <a:lnTo>
                    <a:pt x="1451137" y="1518789"/>
                  </a:lnTo>
                  <a:lnTo>
                    <a:pt x="1493216" y="1465273"/>
                  </a:lnTo>
                  <a:close/>
                  <a:moveTo>
                    <a:pt x="946536" y="962006"/>
                  </a:moveTo>
                  <a:lnTo>
                    <a:pt x="971391" y="885902"/>
                  </a:lnTo>
                  <a:lnTo>
                    <a:pt x="879513" y="990073"/>
                  </a:lnTo>
                  <a:close/>
                  <a:moveTo>
                    <a:pt x="904392" y="879779"/>
                  </a:moveTo>
                  <a:lnTo>
                    <a:pt x="971391" y="885902"/>
                  </a:lnTo>
                  <a:lnTo>
                    <a:pt x="904373" y="867819"/>
                  </a:lnTo>
                  <a:close/>
                  <a:moveTo>
                    <a:pt x="1021900" y="813373"/>
                  </a:moveTo>
                  <a:lnTo>
                    <a:pt x="904373" y="867819"/>
                  </a:lnTo>
                  <a:lnTo>
                    <a:pt x="979469" y="869933"/>
                  </a:lnTo>
                  <a:close/>
                  <a:moveTo>
                    <a:pt x="979469" y="869933"/>
                  </a:moveTo>
                  <a:lnTo>
                    <a:pt x="1046073" y="840297"/>
                  </a:lnTo>
                  <a:lnTo>
                    <a:pt x="1021900" y="813373"/>
                  </a:lnTo>
                  <a:close/>
                  <a:moveTo>
                    <a:pt x="1940134" y="1523375"/>
                  </a:moveTo>
                  <a:lnTo>
                    <a:pt x="1953174" y="1533888"/>
                  </a:lnTo>
                  <a:lnTo>
                    <a:pt x="1913854" y="1505262"/>
                  </a:lnTo>
                  <a:close/>
                  <a:moveTo>
                    <a:pt x="1275389" y="709951"/>
                  </a:moveTo>
                  <a:lnTo>
                    <a:pt x="1393425" y="657408"/>
                  </a:lnTo>
                  <a:lnTo>
                    <a:pt x="1321095" y="665636"/>
                  </a:lnTo>
                  <a:close/>
                  <a:moveTo>
                    <a:pt x="2081691" y="1558773"/>
                  </a:moveTo>
                  <a:lnTo>
                    <a:pt x="2002687" y="1542048"/>
                  </a:lnTo>
                  <a:lnTo>
                    <a:pt x="1953174" y="1533888"/>
                  </a:lnTo>
                  <a:close/>
                  <a:moveTo>
                    <a:pt x="1947548" y="1238185"/>
                  </a:moveTo>
                  <a:lnTo>
                    <a:pt x="1984793" y="1259944"/>
                  </a:lnTo>
                  <a:lnTo>
                    <a:pt x="1886013" y="1227620"/>
                  </a:lnTo>
                  <a:close/>
                  <a:moveTo>
                    <a:pt x="1920569" y="1235024"/>
                  </a:moveTo>
                  <a:lnTo>
                    <a:pt x="1947548" y="1238185"/>
                  </a:lnTo>
                  <a:lnTo>
                    <a:pt x="1886013" y="1227620"/>
                  </a:lnTo>
                  <a:close/>
                  <a:moveTo>
                    <a:pt x="1321095" y="665636"/>
                  </a:moveTo>
                  <a:lnTo>
                    <a:pt x="1393425" y="657408"/>
                  </a:lnTo>
                  <a:lnTo>
                    <a:pt x="1407143" y="559479"/>
                  </a:lnTo>
                  <a:close/>
                  <a:moveTo>
                    <a:pt x="1789459" y="1045340"/>
                  </a:moveTo>
                  <a:lnTo>
                    <a:pt x="1782884" y="1062353"/>
                  </a:lnTo>
                  <a:lnTo>
                    <a:pt x="1900853" y="1014333"/>
                  </a:lnTo>
                  <a:close/>
                  <a:moveTo>
                    <a:pt x="2282467" y="1321721"/>
                  </a:moveTo>
                  <a:lnTo>
                    <a:pt x="2328873" y="1304757"/>
                  </a:lnTo>
                  <a:lnTo>
                    <a:pt x="2256767" y="1289089"/>
                  </a:lnTo>
                  <a:close/>
                  <a:moveTo>
                    <a:pt x="2282467" y="1321721"/>
                  </a:moveTo>
                  <a:lnTo>
                    <a:pt x="2256767" y="1289089"/>
                  </a:lnTo>
                  <a:lnTo>
                    <a:pt x="2204707" y="1309647"/>
                  </a:lnTo>
                  <a:close/>
                  <a:moveTo>
                    <a:pt x="2282467" y="1321721"/>
                  </a:moveTo>
                  <a:lnTo>
                    <a:pt x="2361141" y="1337215"/>
                  </a:lnTo>
                  <a:lnTo>
                    <a:pt x="2326960" y="1311691"/>
                  </a:lnTo>
                  <a:close/>
                  <a:moveTo>
                    <a:pt x="2164337" y="1083031"/>
                  </a:moveTo>
                  <a:lnTo>
                    <a:pt x="2098271" y="1076149"/>
                  </a:lnTo>
                  <a:lnTo>
                    <a:pt x="2114378" y="1178764"/>
                  </a:lnTo>
                  <a:close/>
                  <a:moveTo>
                    <a:pt x="1939427" y="932119"/>
                  </a:moveTo>
                  <a:lnTo>
                    <a:pt x="1950247" y="915579"/>
                  </a:lnTo>
                  <a:lnTo>
                    <a:pt x="1927972" y="893682"/>
                  </a:lnTo>
                  <a:close/>
                  <a:moveTo>
                    <a:pt x="1837938" y="766243"/>
                  </a:moveTo>
                  <a:lnTo>
                    <a:pt x="1855929" y="729252"/>
                  </a:lnTo>
                  <a:lnTo>
                    <a:pt x="1822727" y="780916"/>
                  </a:lnTo>
                  <a:close/>
                  <a:moveTo>
                    <a:pt x="1918704" y="645902"/>
                  </a:moveTo>
                  <a:lnTo>
                    <a:pt x="1879374" y="714052"/>
                  </a:lnTo>
                  <a:lnTo>
                    <a:pt x="1998642" y="666118"/>
                  </a:lnTo>
                  <a:close/>
                  <a:moveTo>
                    <a:pt x="1998642" y="666118"/>
                  </a:moveTo>
                  <a:lnTo>
                    <a:pt x="1949247" y="696638"/>
                  </a:lnTo>
                  <a:lnTo>
                    <a:pt x="2060724" y="619572"/>
                  </a:lnTo>
                  <a:close/>
                  <a:moveTo>
                    <a:pt x="2060724" y="619572"/>
                  </a:moveTo>
                  <a:lnTo>
                    <a:pt x="2156022" y="589331"/>
                  </a:lnTo>
                  <a:lnTo>
                    <a:pt x="2081806" y="589075"/>
                  </a:lnTo>
                  <a:close/>
                  <a:moveTo>
                    <a:pt x="2090146" y="282018"/>
                  </a:moveTo>
                  <a:lnTo>
                    <a:pt x="2081464" y="285081"/>
                  </a:lnTo>
                  <a:lnTo>
                    <a:pt x="2086062" y="283903"/>
                  </a:lnTo>
                  <a:close/>
                  <a:moveTo>
                    <a:pt x="2171091" y="323153"/>
                  </a:moveTo>
                  <a:lnTo>
                    <a:pt x="2090146" y="282018"/>
                  </a:lnTo>
                  <a:lnTo>
                    <a:pt x="2088536" y="285081"/>
                  </a:lnTo>
                  <a:close/>
                  <a:moveTo>
                    <a:pt x="2086062" y="283903"/>
                  </a:moveTo>
                  <a:lnTo>
                    <a:pt x="2088536" y="285081"/>
                  </a:lnTo>
                  <a:lnTo>
                    <a:pt x="2090146" y="282018"/>
                  </a:lnTo>
                  <a:close/>
                  <a:moveTo>
                    <a:pt x="2015373" y="0"/>
                  </a:moveTo>
                  <a:lnTo>
                    <a:pt x="2051053" y="1262"/>
                  </a:lnTo>
                  <a:lnTo>
                    <a:pt x="2004170" y="4117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94" name="Candidate_density__2113">
              <a:extLst>
                <a:ext uri="{FF2B5EF4-FFF2-40B4-BE49-F238E27FC236}">
                  <a16:creationId xmlns:a16="http://schemas.microsoft.com/office/drawing/2014/main" id="{1CB43247-CF95-4553-AFE1-FE0787269AB3}"/>
                </a:ext>
              </a:extLst>
            </p:cNvPr>
            <p:cNvSpPr>
              <a:spLocks noGrp="1"/>
            </p:cNvSpPr>
            <p:nvPr/>
          </p:nvSpPr>
          <p:spPr>
            <a:xfrm>
              <a:off x="3818550" y="1631657"/>
              <a:ext cx="2500497" cy="2372495"/>
            </a:xfrm>
            <a:custGeom>
              <a:avLst/>
              <a:gdLst/>
              <a:ahLst/>
              <a:cxnLst/>
              <a:rect l="0" t="0" r="0" b="0"/>
              <a:pathLst>
                <a:path w="2500497" h="2372495">
                  <a:moveTo>
                    <a:pt x="315798" y="2161142"/>
                  </a:moveTo>
                  <a:lnTo>
                    <a:pt x="279547" y="2101520"/>
                  </a:lnTo>
                  <a:lnTo>
                    <a:pt x="319206" y="2169370"/>
                  </a:lnTo>
                  <a:close/>
                  <a:moveTo>
                    <a:pt x="732737" y="2339592"/>
                  </a:moveTo>
                  <a:lnTo>
                    <a:pt x="666458" y="2269020"/>
                  </a:lnTo>
                  <a:lnTo>
                    <a:pt x="664012" y="2287135"/>
                  </a:lnTo>
                  <a:close/>
                  <a:moveTo>
                    <a:pt x="696979" y="2269354"/>
                  </a:moveTo>
                  <a:lnTo>
                    <a:pt x="666458" y="2269020"/>
                  </a:lnTo>
                  <a:lnTo>
                    <a:pt x="732737" y="2339592"/>
                  </a:lnTo>
                  <a:close/>
                  <a:moveTo>
                    <a:pt x="729335" y="2178403"/>
                  </a:moveTo>
                  <a:lnTo>
                    <a:pt x="748916" y="2184882"/>
                  </a:lnTo>
                  <a:lnTo>
                    <a:pt x="831712" y="2255856"/>
                  </a:lnTo>
                  <a:close/>
                  <a:moveTo>
                    <a:pt x="635303" y="2094164"/>
                  </a:moveTo>
                  <a:lnTo>
                    <a:pt x="716480" y="2088761"/>
                  </a:lnTo>
                  <a:lnTo>
                    <a:pt x="637092" y="2045449"/>
                  </a:lnTo>
                  <a:close/>
                  <a:moveTo>
                    <a:pt x="58454" y="1490509"/>
                  </a:moveTo>
                  <a:lnTo>
                    <a:pt x="0" y="1446364"/>
                  </a:lnTo>
                  <a:lnTo>
                    <a:pt x="32594" y="1457275"/>
                  </a:lnTo>
                  <a:close/>
                  <a:moveTo>
                    <a:pt x="637092" y="2045449"/>
                  </a:moveTo>
                  <a:lnTo>
                    <a:pt x="760795" y="2052734"/>
                  </a:lnTo>
                  <a:lnTo>
                    <a:pt x="710666" y="1963617"/>
                  </a:lnTo>
                  <a:close/>
                  <a:moveTo>
                    <a:pt x="716072" y="2062084"/>
                  </a:moveTo>
                  <a:lnTo>
                    <a:pt x="760795" y="2052734"/>
                  </a:lnTo>
                  <a:lnTo>
                    <a:pt x="637092" y="2045449"/>
                  </a:lnTo>
                  <a:close/>
                  <a:moveTo>
                    <a:pt x="710666" y="1963617"/>
                  </a:moveTo>
                  <a:lnTo>
                    <a:pt x="648294" y="1983511"/>
                  </a:lnTo>
                  <a:lnTo>
                    <a:pt x="637092" y="2045449"/>
                  </a:lnTo>
                  <a:close/>
                  <a:moveTo>
                    <a:pt x="954631" y="2292477"/>
                  </a:moveTo>
                  <a:lnTo>
                    <a:pt x="964585" y="2308517"/>
                  </a:lnTo>
                  <a:lnTo>
                    <a:pt x="992824" y="2324294"/>
                  </a:lnTo>
                  <a:close/>
                  <a:moveTo>
                    <a:pt x="1080246" y="2372495"/>
                  </a:moveTo>
                  <a:lnTo>
                    <a:pt x="992824" y="2324294"/>
                  </a:lnTo>
                  <a:lnTo>
                    <a:pt x="964585" y="2308517"/>
                  </a:lnTo>
                  <a:close/>
                  <a:moveTo>
                    <a:pt x="1014609" y="2254041"/>
                  </a:moveTo>
                  <a:lnTo>
                    <a:pt x="954631" y="2292477"/>
                  </a:lnTo>
                  <a:lnTo>
                    <a:pt x="992824" y="2324294"/>
                  </a:lnTo>
                  <a:close/>
                  <a:moveTo>
                    <a:pt x="992824" y="2324294"/>
                  </a:moveTo>
                  <a:lnTo>
                    <a:pt x="1080246" y="2372495"/>
                  </a:lnTo>
                  <a:lnTo>
                    <a:pt x="1115077" y="2287520"/>
                  </a:lnTo>
                  <a:close/>
                  <a:moveTo>
                    <a:pt x="1034469" y="2264798"/>
                  </a:moveTo>
                  <a:lnTo>
                    <a:pt x="992824" y="2324294"/>
                  </a:lnTo>
                  <a:lnTo>
                    <a:pt x="1115077" y="2287520"/>
                  </a:lnTo>
                  <a:close/>
                  <a:moveTo>
                    <a:pt x="1126211" y="2237710"/>
                  </a:moveTo>
                  <a:lnTo>
                    <a:pt x="1193024" y="2243985"/>
                  </a:lnTo>
                  <a:lnTo>
                    <a:pt x="1137805" y="2157293"/>
                  </a:lnTo>
                  <a:close/>
                  <a:moveTo>
                    <a:pt x="1193024" y="2243985"/>
                  </a:moveTo>
                  <a:lnTo>
                    <a:pt x="1216842" y="2174141"/>
                  </a:lnTo>
                  <a:lnTo>
                    <a:pt x="1137805" y="2157293"/>
                  </a:lnTo>
                  <a:close/>
                  <a:moveTo>
                    <a:pt x="1008158" y="1972817"/>
                  </a:moveTo>
                  <a:lnTo>
                    <a:pt x="1046299" y="1968960"/>
                  </a:lnTo>
                  <a:lnTo>
                    <a:pt x="1010676" y="1960635"/>
                  </a:lnTo>
                  <a:close/>
                  <a:moveTo>
                    <a:pt x="996161" y="1968960"/>
                  </a:moveTo>
                  <a:lnTo>
                    <a:pt x="1008158" y="1972817"/>
                  </a:lnTo>
                  <a:lnTo>
                    <a:pt x="1010676" y="1960635"/>
                  </a:lnTo>
                  <a:close/>
                  <a:moveTo>
                    <a:pt x="756466" y="1655884"/>
                  </a:moveTo>
                  <a:lnTo>
                    <a:pt x="638706" y="1621076"/>
                  </a:lnTo>
                  <a:lnTo>
                    <a:pt x="694392" y="1678535"/>
                  </a:lnTo>
                  <a:close/>
                  <a:moveTo>
                    <a:pt x="637747" y="1591717"/>
                  </a:moveTo>
                  <a:lnTo>
                    <a:pt x="738435" y="1570451"/>
                  </a:lnTo>
                  <a:lnTo>
                    <a:pt x="727040" y="1479623"/>
                  </a:lnTo>
                  <a:close/>
                  <a:moveTo>
                    <a:pt x="637747" y="1591717"/>
                  </a:moveTo>
                  <a:lnTo>
                    <a:pt x="727040" y="1479623"/>
                  </a:lnTo>
                  <a:lnTo>
                    <a:pt x="634884" y="1493952"/>
                  </a:lnTo>
                  <a:close/>
                  <a:moveTo>
                    <a:pt x="304801" y="1208637"/>
                  </a:moveTo>
                  <a:lnTo>
                    <a:pt x="379563" y="1267460"/>
                  </a:lnTo>
                  <a:lnTo>
                    <a:pt x="353666" y="1176130"/>
                  </a:lnTo>
                  <a:close/>
                  <a:moveTo>
                    <a:pt x="353666" y="1176130"/>
                  </a:moveTo>
                  <a:lnTo>
                    <a:pt x="379563" y="1267460"/>
                  </a:lnTo>
                  <a:lnTo>
                    <a:pt x="420320" y="1146835"/>
                  </a:lnTo>
                  <a:close/>
                  <a:moveTo>
                    <a:pt x="420320" y="1146835"/>
                  </a:moveTo>
                  <a:lnTo>
                    <a:pt x="332851" y="1103030"/>
                  </a:lnTo>
                  <a:lnTo>
                    <a:pt x="336780" y="1112997"/>
                  </a:lnTo>
                  <a:close/>
                  <a:moveTo>
                    <a:pt x="1228121" y="2115359"/>
                  </a:moveTo>
                  <a:lnTo>
                    <a:pt x="1216842" y="2174141"/>
                  </a:lnTo>
                  <a:lnTo>
                    <a:pt x="1268863" y="2133390"/>
                  </a:lnTo>
                  <a:close/>
                  <a:moveTo>
                    <a:pt x="1228121" y="2115359"/>
                  </a:moveTo>
                  <a:lnTo>
                    <a:pt x="1268863" y="2133390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28121" y="2115359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77425" y="2035775"/>
                  </a:lnTo>
                  <a:lnTo>
                    <a:pt x="1215875" y="1955324"/>
                  </a:lnTo>
                  <a:close/>
                  <a:moveTo>
                    <a:pt x="1277425" y="2035775"/>
                  </a:moveTo>
                  <a:lnTo>
                    <a:pt x="1286718" y="1941534"/>
                  </a:lnTo>
                  <a:lnTo>
                    <a:pt x="1215875" y="1955324"/>
                  </a:lnTo>
                  <a:close/>
                  <a:moveTo>
                    <a:pt x="1106241" y="1824079"/>
                  </a:moveTo>
                  <a:lnTo>
                    <a:pt x="1059252" y="1791685"/>
                  </a:lnTo>
                  <a:lnTo>
                    <a:pt x="1062214" y="1766093"/>
                  </a:lnTo>
                  <a:close/>
                  <a:moveTo>
                    <a:pt x="527405" y="1190587"/>
                  </a:moveTo>
                  <a:lnTo>
                    <a:pt x="420364" y="1146800"/>
                  </a:lnTo>
                  <a:lnTo>
                    <a:pt x="420370" y="1146809"/>
                  </a:lnTo>
                  <a:close/>
                  <a:moveTo>
                    <a:pt x="353666" y="1176130"/>
                  </a:moveTo>
                  <a:lnTo>
                    <a:pt x="420328" y="1146809"/>
                  </a:lnTo>
                  <a:lnTo>
                    <a:pt x="380420" y="1118682"/>
                  </a:lnTo>
                  <a:close/>
                  <a:moveTo>
                    <a:pt x="380420" y="1118682"/>
                  </a:moveTo>
                  <a:lnTo>
                    <a:pt x="420328" y="1146809"/>
                  </a:lnTo>
                  <a:lnTo>
                    <a:pt x="336780" y="1112997"/>
                  </a:lnTo>
                  <a:close/>
                  <a:moveTo>
                    <a:pt x="373782" y="972686"/>
                  </a:moveTo>
                  <a:lnTo>
                    <a:pt x="386258" y="974343"/>
                  </a:lnTo>
                  <a:lnTo>
                    <a:pt x="340616" y="950857"/>
                  </a:lnTo>
                  <a:close/>
                  <a:moveTo>
                    <a:pt x="1224418" y="1818092"/>
                  </a:moveTo>
                  <a:lnTo>
                    <a:pt x="1128871" y="1835178"/>
                  </a:lnTo>
                  <a:lnTo>
                    <a:pt x="1219315" y="1922334"/>
                  </a:lnTo>
                  <a:close/>
                  <a:moveTo>
                    <a:pt x="1288108" y="1926998"/>
                  </a:moveTo>
                  <a:lnTo>
                    <a:pt x="1215875" y="1955324"/>
                  </a:lnTo>
                  <a:lnTo>
                    <a:pt x="1286718" y="1941534"/>
                  </a:lnTo>
                  <a:close/>
                  <a:moveTo>
                    <a:pt x="1288108" y="1926998"/>
                  </a:moveTo>
                  <a:lnTo>
                    <a:pt x="1219315" y="1922334"/>
                  </a:lnTo>
                  <a:lnTo>
                    <a:pt x="1215875" y="1955324"/>
                  </a:lnTo>
                  <a:close/>
                  <a:moveTo>
                    <a:pt x="1219315" y="1922334"/>
                  </a:moveTo>
                  <a:lnTo>
                    <a:pt x="1288108" y="1926998"/>
                  </a:lnTo>
                  <a:lnTo>
                    <a:pt x="1295489" y="1820905"/>
                  </a:lnTo>
                  <a:close/>
                  <a:moveTo>
                    <a:pt x="1219315" y="1922334"/>
                  </a:moveTo>
                  <a:lnTo>
                    <a:pt x="1295489" y="1820905"/>
                  </a:lnTo>
                  <a:lnTo>
                    <a:pt x="1224418" y="1818092"/>
                  </a:lnTo>
                  <a:close/>
                  <a:moveTo>
                    <a:pt x="1128871" y="1835178"/>
                  </a:moveTo>
                  <a:lnTo>
                    <a:pt x="1224418" y="1818092"/>
                  </a:lnTo>
                  <a:lnTo>
                    <a:pt x="1121682" y="1766093"/>
                  </a:lnTo>
                  <a:close/>
                  <a:moveTo>
                    <a:pt x="1095689" y="1661971"/>
                  </a:moveTo>
                  <a:lnTo>
                    <a:pt x="1062963" y="1728076"/>
                  </a:lnTo>
                  <a:lnTo>
                    <a:pt x="1081879" y="1732990"/>
                  </a:lnTo>
                  <a:close/>
                  <a:moveTo>
                    <a:pt x="1012960" y="1668636"/>
                  </a:moveTo>
                  <a:lnTo>
                    <a:pt x="1050202" y="1598858"/>
                  </a:lnTo>
                  <a:lnTo>
                    <a:pt x="999262" y="1579679"/>
                  </a:lnTo>
                  <a:close/>
                  <a:moveTo>
                    <a:pt x="1095689" y="1661971"/>
                  </a:moveTo>
                  <a:lnTo>
                    <a:pt x="1103469" y="1683877"/>
                  </a:lnTo>
                  <a:lnTo>
                    <a:pt x="1050202" y="1598858"/>
                  </a:lnTo>
                  <a:close/>
                  <a:moveTo>
                    <a:pt x="938486" y="1568497"/>
                  </a:moveTo>
                  <a:lnTo>
                    <a:pt x="953749" y="1516589"/>
                  </a:lnTo>
                  <a:lnTo>
                    <a:pt x="909341" y="1492100"/>
                  </a:lnTo>
                  <a:close/>
                  <a:moveTo>
                    <a:pt x="836070" y="951114"/>
                  </a:moveTo>
                  <a:lnTo>
                    <a:pt x="829309" y="949284"/>
                  </a:lnTo>
                  <a:lnTo>
                    <a:pt x="832530" y="1031499"/>
                  </a:lnTo>
                  <a:close/>
                  <a:moveTo>
                    <a:pt x="829309" y="949284"/>
                  </a:moveTo>
                  <a:lnTo>
                    <a:pt x="809080" y="912465"/>
                  </a:lnTo>
                  <a:lnTo>
                    <a:pt x="872918" y="993062"/>
                  </a:lnTo>
                  <a:close/>
                  <a:moveTo>
                    <a:pt x="888223" y="910847"/>
                  </a:moveTo>
                  <a:lnTo>
                    <a:pt x="926535" y="1000441"/>
                  </a:lnTo>
                  <a:lnTo>
                    <a:pt x="978860" y="980871"/>
                  </a:lnTo>
                  <a:close/>
                  <a:moveTo>
                    <a:pt x="1598003" y="1732998"/>
                  </a:moveTo>
                  <a:lnTo>
                    <a:pt x="1600887" y="1754398"/>
                  </a:lnTo>
                  <a:lnTo>
                    <a:pt x="1636815" y="1768909"/>
                  </a:lnTo>
                  <a:close/>
                  <a:moveTo>
                    <a:pt x="1692955" y="1776777"/>
                  </a:moveTo>
                  <a:lnTo>
                    <a:pt x="1636815" y="1768909"/>
                  </a:lnTo>
                  <a:lnTo>
                    <a:pt x="1692811" y="1779757"/>
                  </a:lnTo>
                  <a:close/>
                  <a:moveTo>
                    <a:pt x="1598003" y="1732998"/>
                  </a:moveTo>
                  <a:lnTo>
                    <a:pt x="1636815" y="1768909"/>
                  </a:lnTo>
                  <a:lnTo>
                    <a:pt x="1692955" y="1776777"/>
                  </a:lnTo>
                  <a:close/>
                  <a:moveTo>
                    <a:pt x="1990434" y="1824655"/>
                  </a:moveTo>
                  <a:lnTo>
                    <a:pt x="1971520" y="1835041"/>
                  </a:lnTo>
                  <a:lnTo>
                    <a:pt x="2033587" y="1922543"/>
                  </a:lnTo>
                  <a:close/>
                  <a:moveTo>
                    <a:pt x="2074030" y="1858548"/>
                  </a:moveTo>
                  <a:lnTo>
                    <a:pt x="1990434" y="1824655"/>
                  </a:lnTo>
                  <a:lnTo>
                    <a:pt x="2033587" y="1922543"/>
                  </a:lnTo>
                  <a:close/>
                  <a:moveTo>
                    <a:pt x="1971520" y="1835041"/>
                  </a:moveTo>
                  <a:lnTo>
                    <a:pt x="1981010" y="1820556"/>
                  </a:lnTo>
                  <a:lnTo>
                    <a:pt x="1940448" y="1852967"/>
                  </a:lnTo>
                  <a:close/>
                  <a:moveTo>
                    <a:pt x="1940448" y="1852967"/>
                  </a:moveTo>
                  <a:lnTo>
                    <a:pt x="1981010" y="1820556"/>
                  </a:lnTo>
                  <a:lnTo>
                    <a:pt x="1908401" y="1796605"/>
                  </a:lnTo>
                  <a:close/>
                  <a:moveTo>
                    <a:pt x="1557131" y="1329010"/>
                  </a:moveTo>
                  <a:lnTo>
                    <a:pt x="1597815" y="1407896"/>
                  </a:lnTo>
                  <a:lnTo>
                    <a:pt x="1602416" y="1409480"/>
                  </a:lnTo>
                  <a:close/>
                  <a:moveTo>
                    <a:pt x="1186100" y="833974"/>
                  </a:moveTo>
                  <a:lnTo>
                    <a:pt x="1172383" y="931903"/>
                  </a:lnTo>
                  <a:lnTo>
                    <a:pt x="1195956" y="840309"/>
                  </a:lnTo>
                  <a:close/>
                  <a:moveTo>
                    <a:pt x="1195956" y="840309"/>
                  </a:moveTo>
                  <a:lnTo>
                    <a:pt x="1172383" y="931903"/>
                  </a:lnTo>
                  <a:lnTo>
                    <a:pt x="1272468" y="838699"/>
                  </a:lnTo>
                  <a:close/>
                  <a:moveTo>
                    <a:pt x="1192768" y="792918"/>
                  </a:moveTo>
                  <a:lnTo>
                    <a:pt x="1195956" y="840309"/>
                  </a:lnTo>
                  <a:lnTo>
                    <a:pt x="1226264" y="751759"/>
                  </a:lnTo>
                  <a:close/>
                  <a:moveTo>
                    <a:pt x="1186100" y="833974"/>
                  </a:moveTo>
                  <a:lnTo>
                    <a:pt x="1195956" y="840309"/>
                  </a:lnTo>
                  <a:lnTo>
                    <a:pt x="1192768" y="792918"/>
                  </a:lnTo>
                  <a:close/>
                  <a:moveTo>
                    <a:pt x="1981010" y="1820556"/>
                  </a:moveTo>
                  <a:lnTo>
                    <a:pt x="1971520" y="1835041"/>
                  </a:lnTo>
                  <a:lnTo>
                    <a:pt x="1990434" y="1824655"/>
                  </a:lnTo>
                  <a:close/>
                  <a:moveTo>
                    <a:pt x="1981010" y="1820556"/>
                  </a:moveTo>
                  <a:lnTo>
                    <a:pt x="1990434" y="1824655"/>
                  </a:lnTo>
                  <a:lnTo>
                    <a:pt x="1992631" y="1817878"/>
                  </a:lnTo>
                  <a:close/>
                  <a:moveTo>
                    <a:pt x="1992631" y="1817878"/>
                  </a:moveTo>
                  <a:lnTo>
                    <a:pt x="1908401" y="1796605"/>
                  </a:lnTo>
                  <a:lnTo>
                    <a:pt x="1981010" y="1820556"/>
                  </a:lnTo>
                  <a:close/>
                  <a:moveTo>
                    <a:pt x="2091557" y="1798044"/>
                  </a:moveTo>
                  <a:lnTo>
                    <a:pt x="1990434" y="1824655"/>
                  </a:lnTo>
                  <a:lnTo>
                    <a:pt x="2074030" y="1858548"/>
                  </a:lnTo>
                  <a:close/>
                  <a:moveTo>
                    <a:pt x="2091557" y="1798044"/>
                  </a:moveTo>
                  <a:lnTo>
                    <a:pt x="1992631" y="1817878"/>
                  </a:lnTo>
                  <a:lnTo>
                    <a:pt x="1990434" y="1824655"/>
                  </a:lnTo>
                  <a:close/>
                  <a:moveTo>
                    <a:pt x="1783244" y="1607325"/>
                  </a:moveTo>
                  <a:lnTo>
                    <a:pt x="1822368" y="1634930"/>
                  </a:lnTo>
                  <a:lnTo>
                    <a:pt x="1856702" y="1603313"/>
                  </a:lnTo>
                  <a:close/>
                  <a:moveTo>
                    <a:pt x="1679810" y="1288828"/>
                  </a:moveTo>
                  <a:lnTo>
                    <a:pt x="1561841" y="1336848"/>
                  </a:lnTo>
                  <a:lnTo>
                    <a:pt x="1602416" y="1409480"/>
                  </a:lnTo>
                  <a:close/>
                  <a:moveTo>
                    <a:pt x="1750695" y="1270426"/>
                  </a:moveTo>
                  <a:lnTo>
                    <a:pt x="1699245" y="1293265"/>
                  </a:lnTo>
                  <a:lnTo>
                    <a:pt x="1718384" y="1206614"/>
                  </a:lnTo>
                  <a:close/>
                  <a:moveTo>
                    <a:pt x="1257194" y="713322"/>
                  </a:moveTo>
                  <a:lnTo>
                    <a:pt x="1265526" y="744250"/>
                  </a:lnTo>
                  <a:lnTo>
                    <a:pt x="1288871" y="795538"/>
                  </a:lnTo>
                  <a:close/>
                  <a:moveTo>
                    <a:pt x="1226264" y="751759"/>
                  </a:moveTo>
                  <a:lnTo>
                    <a:pt x="1199354" y="737455"/>
                  </a:lnTo>
                  <a:lnTo>
                    <a:pt x="1192768" y="792918"/>
                  </a:lnTo>
                  <a:close/>
                  <a:moveTo>
                    <a:pt x="1706929" y="1168177"/>
                  </a:moveTo>
                  <a:lnTo>
                    <a:pt x="1750695" y="1270426"/>
                  </a:lnTo>
                  <a:lnTo>
                    <a:pt x="1718384" y="1206614"/>
                  </a:lnTo>
                  <a:close/>
                  <a:moveTo>
                    <a:pt x="1669904" y="1097735"/>
                  </a:moveTo>
                  <a:lnTo>
                    <a:pt x="1729204" y="1190075"/>
                  </a:lnTo>
                  <a:lnTo>
                    <a:pt x="1745437" y="1096921"/>
                  </a:lnTo>
                  <a:close/>
                  <a:moveTo>
                    <a:pt x="1706929" y="1168177"/>
                  </a:moveTo>
                  <a:lnTo>
                    <a:pt x="1729204" y="1190075"/>
                  </a:lnTo>
                  <a:lnTo>
                    <a:pt x="1669904" y="1097735"/>
                  </a:lnTo>
                  <a:close/>
                  <a:moveTo>
                    <a:pt x="1601685" y="1055411"/>
                  </a:moveTo>
                  <a:lnTo>
                    <a:pt x="1578127" y="1124398"/>
                  </a:lnTo>
                  <a:lnTo>
                    <a:pt x="1616895" y="1040738"/>
                  </a:lnTo>
                  <a:close/>
                  <a:moveTo>
                    <a:pt x="2242922" y="1458601"/>
                  </a:moveTo>
                  <a:lnTo>
                    <a:pt x="2220091" y="1480385"/>
                  </a:lnTo>
                  <a:lnTo>
                    <a:pt x="2280410" y="1465418"/>
                  </a:lnTo>
                  <a:close/>
                  <a:moveTo>
                    <a:pt x="2280410" y="1465418"/>
                  </a:moveTo>
                  <a:lnTo>
                    <a:pt x="2220091" y="1480385"/>
                  </a:lnTo>
                  <a:lnTo>
                    <a:pt x="2208332" y="1563516"/>
                  </a:lnTo>
                  <a:close/>
                  <a:moveTo>
                    <a:pt x="2221570" y="1452662"/>
                  </a:moveTo>
                  <a:lnTo>
                    <a:pt x="2155042" y="1515833"/>
                  </a:lnTo>
                  <a:lnTo>
                    <a:pt x="2220091" y="1480385"/>
                  </a:lnTo>
                  <a:close/>
                  <a:moveTo>
                    <a:pt x="2124431" y="1370950"/>
                  </a:moveTo>
                  <a:lnTo>
                    <a:pt x="2201932" y="1412490"/>
                  </a:lnTo>
                  <a:lnTo>
                    <a:pt x="2151863" y="1376386"/>
                  </a:lnTo>
                  <a:close/>
                  <a:moveTo>
                    <a:pt x="2221570" y="1452662"/>
                  </a:moveTo>
                  <a:lnTo>
                    <a:pt x="2201932" y="1412490"/>
                  </a:lnTo>
                  <a:lnTo>
                    <a:pt x="2124431" y="1370950"/>
                  </a:lnTo>
                  <a:close/>
                  <a:moveTo>
                    <a:pt x="2221570" y="1452662"/>
                  </a:moveTo>
                  <a:lnTo>
                    <a:pt x="2220091" y="1480385"/>
                  </a:lnTo>
                  <a:lnTo>
                    <a:pt x="2242922" y="1458601"/>
                  </a:lnTo>
                  <a:close/>
                  <a:moveTo>
                    <a:pt x="2221570" y="1452662"/>
                  </a:moveTo>
                  <a:lnTo>
                    <a:pt x="2242922" y="1458601"/>
                  </a:lnTo>
                  <a:lnTo>
                    <a:pt x="2201932" y="1412490"/>
                  </a:lnTo>
                  <a:close/>
                  <a:moveTo>
                    <a:pt x="2124431" y="1370950"/>
                  </a:moveTo>
                  <a:lnTo>
                    <a:pt x="2151863" y="1376386"/>
                  </a:lnTo>
                  <a:lnTo>
                    <a:pt x="2112164" y="1355520"/>
                  </a:lnTo>
                  <a:close/>
                  <a:moveTo>
                    <a:pt x="1860764" y="863570"/>
                  </a:moveTo>
                  <a:lnTo>
                    <a:pt x="1931797" y="766321"/>
                  </a:lnTo>
                  <a:lnTo>
                    <a:pt x="1860683" y="763543"/>
                  </a:lnTo>
                  <a:close/>
                  <a:moveTo>
                    <a:pt x="1784003" y="765290"/>
                  </a:moveTo>
                  <a:lnTo>
                    <a:pt x="1860764" y="863570"/>
                  </a:lnTo>
                  <a:lnTo>
                    <a:pt x="1860683" y="763543"/>
                  </a:lnTo>
                  <a:close/>
                  <a:moveTo>
                    <a:pt x="1827177" y="690691"/>
                  </a:moveTo>
                  <a:lnTo>
                    <a:pt x="1770616" y="699301"/>
                  </a:lnTo>
                  <a:lnTo>
                    <a:pt x="1784003" y="765290"/>
                  </a:lnTo>
                  <a:close/>
                  <a:moveTo>
                    <a:pt x="1746508" y="762444"/>
                  </a:moveTo>
                  <a:lnTo>
                    <a:pt x="1784003" y="765290"/>
                  </a:lnTo>
                  <a:lnTo>
                    <a:pt x="1770616" y="699301"/>
                  </a:lnTo>
                  <a:close/>
                  <a:moveTo>
                    <a:pt x="1539324" y="391851"/>
                  </a:moveTo>
                  <a:lnTo>
                    <a:pt x="1585936" y="350922"/>
                  </a:lnTo>
                  <a:lnTo>
                    <a:pt x="1671508" y="395786"/>
                  </a:lnTo>
                  <a:close/>
                  <a:moveTo>
                    <a:pt x="1773434" y="373514"/>
                  </a:moveTo>
                  <a:lnTo>
                    <a:pt x="1811731" y="359162"/>
                  </a:lnTo>
                  <a:lnTo>
                    <a:pt x="1794330" y="274495"/>
                  </a:lnTo>
                  <a:close/>
                  <a:moveTo>
                    <a:pt x="2019102" y="210221"/>
                  </a:moveTo>
                  <a:lnTo>
                    <a:pt x="2010752" y="201670"/>
                  </a:lnTo>
                  <a:lnTo>
                    <a:pt x="2110718" y="279837"/>
                  </a:lnTo>
                  <a:close/>
                  <a:moveTo>
                    <a:pt x="2046109" y="133427"/>
                  </a:moveTo>
                  <a:lnTo>
                    <a:pt x="2024507" y="236058"/>
                  </a:lnTo>
                  <a:lnTo>
                    <a:pt x="2010752" y="201670"/>
                  </a:lnTo>
                  <a:close/>
                  <a:moveTo>
                    <a:pt x="2500497" y="367395"/>
                  </a:moveTo>
                  <a:lnTo>
                    <a:pt x="2441067" y="294384"/>
                  </a:lnTo>
                  <a:lnTo>
                    <a:pt x="2459027" y="309992"/>
                  </a:lnTo>
                  <a:close/>
                  <a:moveTo>
                    <a:pt x="2365757" y="295019"/>
                  </a:moveTo>
                  <a:lnTo>
                    <a:pt x="2441067" y="294384"/>
                  </a:lnTo>
                  <a:lnTo>
                    <a:pt x="2388270" y="237215"/>
                  </a:lnTo>
                  <a:close/>
                  <a:moveTo>
                    <a:pt x="2365757" y="295019"/>
                  </a:moveTo>
                  <a:lnTo>
                    <a:pt x="2388270" y="237215"/>
                  </a:lnTo>
                  <a:lnTo>
                    <a:pt x="2339932" y="215922"/>
                  </a:lnTo>
                  <a:close/>
                  <a:moveTo>
                    <a:pt x="2277393" y="206172"/>
                  </a:moveTo>
                  <a:lnTo>
                    <a:pt x="2339932" y="215922"/>
                  </a:lnTo>
                  <a:lnTo>
                    <a:pt x="2304232" y="144854"/>
                  </a:lnTo>
                  <a:close/>
                  <a:moveTo>
                    <a:pt x="2339932" y="215922"/>
                  </a:moveTo>
                  <a:lnTo>
                    <a:pt x="2388270" y="237215"/>
                  </a:lnTo>
                  <a:lnTo>
                    <a:pt x="2304232" y="144854"/>
                  </a:lnTo>
                  <a:close/>
                  <a:moveTo>
                    <a:pt x="2253137" y="125801"/>
                  </a:moveTo>
                  <a:lnTo>
                    <a:pt x="2304232" y="144854"/>
                  </a:lnTo>
                  <a:lnTo>
                    <a:pt x="2268001" y="74217"/>
                  </a:lnTo>
                  <a:close/>
                  <a:moveTo>
                    <a:pt x="2253137" y="125801"/>
                  </a:moveTo>
                  <a:lnTo>
                    <a:pt x="2268001" y="74217"/>
                  </a:lnTo>
                  <a:lnTo>
                    <a:pt x="2225913" y="47839"/>
                  </a:lnTo>
                  <a:close/>
                  <a:moveTo>
                    <a:pt x="2225913" y="47839"/>
                  </a:moveTo>
                  <a:lnTo>
                    <a:pt x="2262479" y="68992"/>
                  </a:lnTo>
                  <a:lnTo>
                    <a:pt x="2169496" y="0"/>
                  </a:lnTo>
                  <a:close/>
                  <a:moveTo>
                    <a:pt x="2225913" y="47839"/>
                  </a:moveTo>
                  <a:lnTo>
                    <a:pt x="2268001" y="74217"/>
                  </a:lnTo>
                  <a:lnTo>
                    <a:pt x="2262479" y="6899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95" name="Candidate_density__2114">
              <a:extLst>
                <a:ext uri="{FF2B5EF4-FFF2-40B4-BE49-F238E27FC236}">
                  <a16:creationId xmlns:a16="http://schemas.microsoft.com/office/drawing/2014/main" id="{E09E7F3E-39BE-81D2-6673-1F742DFED697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807342" cy="2352692"/>
            </a:xfrm>
            <a:custGeom>
              <a:avLst/>
              <a:gdLst/>
              <a:ahLst/>
              <a:cxnLst/>
              <a:rect l="0" t="0" r="0" b="0"/>
              <a:pathLst>
                <a:path w="2807342" h="2352692">
                  <a:moveTo>
                    <a:pt x="664114" y="2226699"/>
                  </a:moveTo>
                  <a:lnTo>
                    <a:pt x="621890" y="2144483"/>
                  </a:lnTo>
                  <a:lnTo>
                    <a:pt x="627862" y="2167077"/>
                  </a:lnTo>
                  <a:close/>
                  <a:moveTo>
                    <a:pt x="636933" y="2074495"/>
                  </a:moveTo>
                  <a:lnTo>
                    <a:pt x="627862" y="2167077"/>
                  </a:lnTo>
                  <a:lnTo>
                    <a:pt x="621890" y="2144483"/>
                  </a:lnTo>
                  <a:close/>
                  <a:moveTo>
                    <a:pt x="3408" y="1486763"/>
                  </a:moveTo>
                  <a:lnTo>
                    <a:pt x="2490" y="1411111"/>
                  </a:lnTo>
                  <a:lnTo>
                    <a:pt x="12247" y="1503271"/>
                  </a:lnTo>
                  <a:close/>
                  <a:moveTo>
                    <a:pt x="3408" y="1486763"/>
                  </a:moveTo>
                  <a:lnTo>
                    <a:pt x="0" y="1404548"/>
                  </a:lnTo>
                  <a:lnTo>
                    <a:pt x="2490" y="1411111"/>
                  </a:lnTo>
                  <a:close/>
                  <a:moveTo>
                    <a:pt x="5224" y="1384586"/>
                  </a:moveTo>
                  <a:lnTo>
                    <a:pt x="2490" y="1411111"/>
                  </a:lnTo>
                  <a:lnTo>
                    <a:pt x="0" y="1404548"/>
                  </a:lnTo>
                  <a:close/>
                  <a:moveTo>
                    <a:pt x="1012327" y="2352692"/>
                  </a:moveTo>
                  <a:lnTo>
                    <a:pt x="1014774" y="2334578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12327" y="2352692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77650" y="2243960"/>
                  </a:lnTo>
                  <a:lnTo>
                    <a:pt x="983618" y="2159722"/>
                  </a:lnTo>
                  <a:close/>
                  <a:moveTo>
                    <a:pt x="981794" y="2270477"/>
                  </a:moveTo>
                  <a:lnTo>
                    <a:pt x="983618" y="2159722"/>
                  </a:lnTo>
                  <a:lnTo>
                    <a:pt x="966801" y="2256641"/>
                  </a:lnTo>
                  <a:close/>
                  <a:moveTo>
                    <a:pt x="1024420" y="2314256"/>
                  </a:moveTo>
                  <a:lnTo>
                    <a:pt x="1015539" y="2233862"/>
                  </a:lnTo>
                  <a:lnTo>
                    <a:pt x="1014774" y="2334578"/>
                  </a:lnTo>
                  <a:close/>
                  <a:moveTo>
                    <a:pt x="1135983" y="2232041"/>
                  </a:moveTo>
                  <a:lnTo>
                    <a:pt x="1116183" y="2212633"/>
                  </a:lnTo>
                  <a:lnTo>
                    <a:pt x="1109111" y="2118291"/>
                  </a:lnTo>
                  <a:close/>
                  <a:moveTo>
                    <a:pt x="1058982" y="2029174"/>
                  </a:moveTo>
                  <a:lnTo>
                    <a:pt x="1109111" y="2118291"/>
                  </a:lnTo>
                  <a:lnTo>
                    <a:pt x="1105453" y="2111389"/>
                  </a:lnTo>
                  <a:close/>
                  <a:moveTo>
                    <a:pt x="1058982" y="2029174"/>
                  </a:moveTo>
                  <a:lnTo>
                    <a:pt x="1086917" y="1996673"/>
                  </a:lnTo>
                  <a:lnTo>
                    <a:pt x="996609" y="2049068"/>
                  </a:lnTo>
                  <a:close/>
                  <a:moveTo>
                    <a:pt x="1105453" y="2111389"/>
                  </a:moveTo>
                  <a:lnTo>
                    <a:pt x="1081507" y="1990738"/>
                  </a:lnTo>
                  <a:lnTo>
                    <a:pt x="1058982" y="2029174"/>
                  </a:lnTo>
                  <a:close/>
                  <a:moveTo>
                    <a:pt x="631176" y="1263553"/>
                  </a:moveTo>
                  <a:lnTo>
                    <a:pt x="727878" y="1333017"/>
                  </a:lnTo>
                  <a:lnTo>
                    <a:pt x="653117" y="1274194"/>
                  </a:lnTo>
                  <a:close/>
                  <a:moveTo>
                    <a:pt x="1394614" y="2034517"/>
                  </a:moveTo>
                  <a:lnTo>
                    <a:pt x="1356473" y="2038374"/>
                  </a:lnTo>
                  <a:lnTo>
                    <a:pt x="1371802" y="2126004"/>
                  </a:lnTo>
                  <a:close/>
                  <a:moveTo>
                    <a:pt x="1086751" y="1636008"/>
                  </a:moveTo>
                  <a:lnTo>
                    <a:pt x="986062" y="1657274"/>
                  </a:lnTo>
                  <a:lnTo>
                    <a:pt x="1104781" y="1721441"/>
                  </a:lnTo>
                  <a:close/>
                  <a:moveTo>
                    <a:pt x="768636" y="1212392"/>
                  </a:moveTo>
                  <a:lnTo>
                    <a:pt x="727878" y="1333017"/>
                  </a:lnTo>
                  <a:lnTo>
                    <a:pt x="786289" y="1298134"/>
                  </a:lnTo>
                  <a:close/>
                  <a:moveTo>
                    <a:pt x="685096" y="1178554"/>
                  </a:moveTo>
                  <a:lnTo>
                    <a:pt x="681167" y="1168587"/>
                  </a:lnTo>
                  <a:lnTo>
                    <a:pt x="640308" y="1226306"/>
                  </a:lnTo>
                  <a:close/>
                  <a:moveTo>
                    <a:pt x="1576437" y="2180916"/>
                  </a:moveTo>
                  <a:lnTo>
                    <a:pt x="1486120" y="2222850"/>
                  </a:lnTo>
                  <a:lnTo>
                    <a:pt x="1565157" y="2239698"/>
                  </a:lnTo>
                  <a:close/>
                  <a:moveTo>
                    <a:pt x="1489899" y="2190677"/>
                  </a:moveTo>
                  <a:lnTo>
                    <a:pt x="1576437" y="2180916"/>
                  </a:lnTo>
                  <a:lnTo>
                    <a:pt x="1563248" y="2091545"/>
                  </a:lnTo>
                  <a:close/>
                  <a:moveTo>
                    <a:pt x="1564191" y="2020881"/>
                  </a:moveTo>
                  <a:lnTo>
                    <a:pt x="1518922" y="1996080"/>
                  </a:lnTo>
                  <a:lnTo>
                    <a:pt x="1563248" y="2091545"/>
                  </a:lnTo>
                  <a:close/>
                  <a:moveTo>
                    <a:pt x="1563248" y="2091545"/>
                  </a:moveTo>
                  <a:lnTo>
                    <a:pt x="1518922" y="199608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56501" y="2017644"/>
                  </a:lnTo>
                  <a:lnTo>
                    <a:pt x="1358991" y="2026192"/>
                  </a:lnTo>
                  <a:close/>
                  <a:moveTo>
                    <a:pt x="1358991" y="2026192"/>
                  </a:moveTo>
                  <a:lnTo>
                    <a:pt x="1456501" y="2017644"/>
                  </a:lnTo>
                  <a:lnTo>
                    <a:pt x="1467769" y="1939036"/>
                  </a:lnTo>
                  <a:close/>
                  <a:moveTo>
                    <a:pt x="826967" y="1215128"/>
                  </a:moveTo>
                  <a:lnTo>
                    <a:pt x="768679" y="1212357"/>
                  </a:lnTo>
                  <a:lnTo>
                    <a:pt x="875721" y="1256144"/>
                  </a:lnTo>
                  <a:close/>
                  <a:moveTo>
                    <a:pt x="1518922" y="1996080"/>
                  </a:moveTo>
                  <a:lnTo>
                    <a:pt x="1564191" y="2020881"/>
                  </a:lnTo>
                  <a:lnTo>
                    <a:pt x="1567630" y="1987891"/>
                  </a:lnTo>
                  <a:close/>
                  <a:moveTo>
                    <a:pt x="1567630" y="1987891"/>
                  </a:moveTo>
                  <a:lnTo>
                    <a:pt x="1467769" y="1939036"/>
                  </a:lnTo>
                  <a:lnTo>
                    <a:pt x="1518922" y="1996080"/>
                  </a:lnTo>
                  <a:close/>
                  <a:moveTo>
                    <a:pt x="1477186" y="1900735"/>
                  </a:moveTo>
                  <a:lnTo>
                    <a:pt x="1467769" y="1939036"/>
                  </a:lnTo>
                  <a:lnTo>
                    <a:pt x="1567630" y="1987891"/>
                  </a:lnTo>
                  <a:close/>
                  <a:moveTo>
                    <a:pt x="1469997" y="1831650"/>
                  </a:moveTo>
                  <a:lnTo>
                    <a:pt x="1454557" y="1889636"/>
                  </a:lnTo>
                  <a:lnTo>
                    <a:pt x="1477186" y="1900735"/>
                  </a:lnTo>
                  <a:close/>
                  <a:moveTo>
                    <a:pt x="1361275" y="1734193"/>
                  </a:moveTo>
                  <a:lnTo>
                    <a:pt x="1444004" y="1727528"/>
                  </a:lnTo>
                  <a:lnTo>
                    <a:pt x="1398517" y="1664416"/>
                  </a:lnTo>
                  <a:close/>
                  <a:moveTo>
                    <a:pt x="694922" y="811360"/>
                  </a:moveTo>
                  <a:lnTo>
                    <a:pt x="633968" y="772194"/>
                  </a:lnTo>
                  <a:lnTo>
                    <a:pt x="572500" y="750202"/>
                  </a:lnTo>
                  <a:close/>
                  <a:moveTo>
                    <a:pt x="694922" y="811360"/>
                  </a:moveTo>
                  <a:lnTo>
                    <a:pt x="716105" y="800633"/>
                  </a:lnTo>
                  <a:lnTo>
                    <a:pt x="633968" y="772194"/>
                  </a:lnTo>
                  <a:close/>
                  <a:moveTo>
                    <a:pt x="572500" y="750202"/>
                  </a:moveTo>
                  <a:lnTo>
                    <a:pt x="608499" y="762853"/>
                  </a:lnTo>
                  <a:lnTo>
                    <a:pt x="549662" y="735647"/>
                  </a:lnTo>
                  <a:close/>
                  <a:moveTo>
                    <a:pt x="1184386" y="1016672"/>
                  </a:moveTo>
                  <a:lnTo>
                    <a:pt x="1094060" y="947366"/>
                  </a:lnTo>
                  <a:lnTo>
                    <a:pt x="1177625" y="1014841"/>
                  </a:lnTo>
                  <a:close/>
                  <a:moveTo>
                    <a:pt x="981511" y="860237"/>
                  </a:moveTo>
                  <a:lnTo>
                    <a:pt x="1000778" y="877263"/>
                  </a:lnTo>
                  <a:lnTo>
                    <a:pt x="1074463" y="932626"/>
                  </a:lnTo>
                  <a:close/>
                  <a:moveTo>
                    <a:pt x="1157395" y="978022"/>
                  </a:moveTo>
                  <a:lnTo>
                    <a:pt x="1177625" y="1014841"/>
                  </a:lnTo>
                  <a:lnTo>
                    <a:pt x="1094060" y="947366"/>
                  </a:lnTo>
                  <a:close/>
                  <a:moveTo>
                    <a:pt x="1050141" y="904534"/>
                  </a:moveTo>
                  <a:lnTo>
                    <a:pt x="1157395" y="978022"/>
                  </a:lnTo>
                  <a:lnTo>
                    <a:pt x="1074463" y="932626"/>
                  </a:lnTo>
                  <a:close/>
                  <a:moveTo>
                    <a:pt x="1074463" y="932626"/>
                  </a:moveTo>
                  <a:lnTo>
                    <a:pt x="1157395" y="978022"/>
                  </a:lnTo>
                  <a:lnTo>
                    <a:pt x="1094060" y="947366"/>
                  </a:lnTo>
                  <a:close/>
                  <a:moveTo>
                    <a:pt x="1236538" y="976404"/>
                  </a:moveTo>
                  <a:lnTo>
                    <a:pt x="1190415" y="1014841"/>
                  </a:lnTo>
                  <a:lnTo>
                    <a:pt x="1274851" y="1065998"/>
                  </a:lnTo>
                  <a:close/>
                  <a:moveTo>
                    <a:pt x="1050141" y="904534"/>
                  </a:moveTo>
                  <a:lnTo>
                    <a:pt x="1074463" y="932626"/>
                  </a:lnTo>
                  <a:lnTo>
                    <a:pt x="1000778" y="877263"/>
                  </a:lnTo>
                  <a:close/>
                  <a:moveTo>
                    <a:pt x="1972396" y="1760119"/>
                  </a:moveTo>
                  <a:lnTo>
                    <a:pt x="1946318" y="1798555"/>
                  </a:lnTo>
                  <a:lnTo>
                    <a:pt x="2041270" y="1842334"/>
                  </a:lnTo>
                  <a:close/>
                  <a:moveTo>
                    <a:pt x="1936088" y="1716340"/>
                  </a:moveTo>
                  <a:lnTo>
                    <a:pt x="1946318" y="1798555"/>
                  </a:lnTo>
                  <a:lnTo>
                    <a:pt x="1972396" y="1760119"/>
                  </a:lnTo>
                  <a:close/>
                  <a:moveTo>
                    <a:pt x="1236538" y="976404"/>
                  </a:moveTo>
                  <a:lnTo>
                    <a:pt x="1327175" y="1046428"/>
                  </a:lnTo>
                  <a:lnTo>
                    <a:pt x="1289360" y="937968"/>
                  </a:lnTo>
                  <a:close/>
                  <a:moveTo>
                    <a:pt x="2020718" y="1557252"/>
                  </a:moveTo>
                  <a:lnTo>
                    <a:pt x="1974274" y="1578675"/>
                  </a:lnTo>
                  <a:lnTo>
                    <a:pt x="2013285" y="1567673"/>
                  </a:lnTo>
                  <a:close/>
                  <a:moveTo>
                    <a:pt x="1925285" y="1513473"/>
                  </a:moveTo>
                  <a:lnTo>
                    <a:pt x="1974274" y="1578675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25285" y="1513473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46131" y="1473454"/>
                  </a:lnTo>
                  <a:lnTo>
                    <a:pt x="1925285" y="1513473"/>
                  </a:lnTo>
                  <a:close/>
                  <a:moveTo>
                    <a:pt x="1717700" y="1184614"/>
                  </a:moveTo>
                  <a:lnTo>
                    <a:pt x="1770100" y="1228392"/>
                  </a:lnTo>
                  <a:lnTo>
                    <a:pt x="1710149" y="1146177"/>
                  </a:lnTo>
                  <a:close/>
                  <a:moveTo>
                    <a:pt x="1332875" y="652886"/>
                  </a:moveTo>
                  <a:lnTo>
                    <a:pt x="1304063" y="744812"/>
                  </a:lnTo>
                  <a:lnTo>
                    <a:pt x="1338321" y="657698"/>
                  </a:lnTo>
                  <a:close/>
                  <a:moveTo>
                    <a:pt x="1332875" y="652886"/>
                  </a:moveTo>
                  <a:lnTo>
                    <a:pt x="1229534" y="691323"/>
                  </a:lnTo>
                  <a:lnTo>
                    <a:pt x="1304063" y="744812"/>
                  </a:lnTo>
                  <a:close/>
                  <a:moveTo>
                    <a:pt x="2352232" y="1774168"/>
                  </a:moveTo>
                  <a:lnTo>
                    <a:pt x="2276454" y="1775182"/>
                  </a:lnTo>
                  <a:lnTo>
                    <a:pt x="2340946" y="1883435"/>
                  </a:lnTo>
                  <a:close/>
                  <a:moveTo>
                    <a:pt x="2340946" y="1883435"/>
                  </a:moveTo>
                  <a:lnTo>
                    <a:pt x="2439873" y="1863602"/>
                  </a:lnTo>
                  <a:lnTo>
                    <a:pt x="2427221" y="1773795"/>
                  </a:lnTo>
                  <a:close/>
                  <a:moveTo>
                    <a:pt x="2340946" y="1883435"/>
                  </a:moveTo>
                  <a:lnTo>
                    <a:pt x="2427221" y="1773795"/>
                  </a:lnTo>
                  <a:lnTo>
                    <a:pt x="2352232" y="1774168"/>
                  </a:lnTo>
                  <a:close/>
                  <a:moveTo>
                    <a:pt x="2515400" y="1862791"/>
                  </a:moveTo>
                  <a:lnTo>
                    <a:pt x="2439873" y="1863602"/>
                  </a:lnTo>
                  <a:lnTo>
                    <a:pt x="2422345" y="1924105"/>
                  </a:lnTo>
                  <a:close/>
                  <a:moveTo>
                    <a:pt x="2439873" y="1863602"/>
                  </a:moveTo>
                  <a:lnTo>
                    <a:pt x="2515400" y="1862791"/>
                  </a:lnTo>
                  <a:lnTo>
                    <a:pt x="2507872" y="1768820"/>
                  </a:lnTo>
                  <a:close/>
                  <a:moveTo>
                    <a:pt x="2439873" y="1863602"/>
                  </a:moveTo>
                  <a:lnTo>
                    <a:pt x="2507872" y="1768820"/>
                  </a:lnTo>
                  <a:lnTo>
                    <a:pt x="2427221" y="1773795"/>
                  </a:lnTo>
                  <a:close/>
                  <a:moveTo>
                    <a:pt x="2276454" y="1775182"/>
                  </a:moveTo>
                  <a:lnTo>
                    <a:pt x="2352232" y="1774168"/>
                  </a:lnTo>
                  <a:lnTo>
                    <a:pt x="2336863" y="1686570"/>
                  </a:lnTo>
                  <a:close/>
                  <a:moveTo>
                    <a:pt x="2352232" y="1774168"/>
                  </a:moveTo>
                  <a:lnTo>
                    <a:pt x="2427221" y="1773795"/>
                  </a:lnTo>
                  <a:lnTo>
                    <a:pt x="2406589" y="1690476"/>
                  </a:lnTo>
                  <a:close/>
                  <a:moveTo>
                    <a:pt x="2352232" y="1774168"/>
                  </a:moveTo>
                  <a:lnTo>
                    <a:pt x="2406589" y="1690476"/>
                  </a:lnTo>
                  <a:lnTo>
                    <a:pt x="2336863" y="1686570"/>
                  </a:lnTo>
                  <a:close/>
                  <a:moveTo>
                    <a:pt x="2170683" y="1700488"/>
                  </a:moveTo>
                  <a:lnTo>
                    <a:pt x="2261678" y="1687102"/>
                  </a:lnTo>
                  <a:lnTo>
                    <a:pt x="2205018" y="1668870"/>
                  </a:lnTo>
                  <a:close/>
                  <a:moveTo>
                    <a:pt x="2261678" y="1687102"/>
                  </a:moveTo>
                  <a:lnTo>
                    <a:pt x="2336863" y="1686570"/>
                  </a:lnTo>
                  <a:lnTo>
                    <a:pt x="2285018" y="1689320"/>
                  </a:lnTo>
                  <a:close/>
                  <a:moveTo>
                    <a:pt x="1748041" y="1107740"/>
                  </a:moveTo>
                  <a:lnTo>
                    <a:pt x="1745373" y="1064968"/>
                  </a:lnTo>
                  <a:lnTo>
                    <a:pt x="1710149" y="1146177"/>
                  </a:lnTo>
                  <a:close/>
                  <a:moveTo>
                    <a:pt x="1534856" y="861095"/>
                  </a:moveTo>
                  <a:lnTo>
                    <a:pt x="1541083" y="858475"/>
                  </a:lnTo>
                  <a:lnTo>
                    <a:pt x="1457320" y="815872"/>
                  </a:lnTo>
                  <a:close/>
                  <a:moveTo>
                    <a:pt x="1534415" y="899532"/>
                  </a:moveTo>
                  <a:lnTo>
                    <a:pt x="1541083" y="858475"/>
                  </a:lnTo>
                  <a:lnTo>
                    <a:pt x="1534856" y="861095"/>
                  </a:lnTo>
                  <a:close/>
                  <a:moveTo>
                    <a:pt x="1605509" y="778880"/>
                  </a:moveTo>
                  <a:lnTo>
                    <a:pt x="1577042" y="696665"/>
                  </a:lnTo>
                  <a:lnTo>
                    <a:pt x="1597975" y="792527"/>
                  </a:lnTo>
                  <a:close/>
                  <a:moveTo>
                    <a:pt x="2312028" y="1359902"/>
                  </a:moveTo>
                  <a:lnTo>
                    <a:pt x="2255807" y="1315949"/>
                  </a:lnTo>
                  <a:lnTo>
                    <a:pt x="2291610" y="1423083"/>
                  </a:lnTo>
                  <a:close/>
                  <a:moveTo>
                    <a:pt x="2291610" y="1423083"/>
                  </a:moveTo>
                  <a:lnTo>
                    <a:pt x="2255807" y="1315949"/>
                  </a:lnTo>
                  <a:lnTo>
                    <a:pt x="2212027" y="1327099"/>
                  </a:lnTo>
                  <a:close/>
                  <a:moveTo>
                    <a:pt x="2291610" y="1423083"/>
                  </a:moveTo>
                  <a:lnTo>
                    <a:pt x="2212027" y="1327099"/>
                  </a:lnTo>
                  <a:lnTo>
                    <a:pt x="2225544" y="1416202"/>
                  </a:lnTo>
                  <a:close/>
                  <a:moveTo>
                    <a:pt x="2029873" y="1354003"/>
                  </a:moveTo>
                  <a:lnTo>
                    <a:pt x="2099011" y="1335983"/>
                  </a:lnTo>
                  <a:lnTo>
                    <a:pt x="2055245" y="1233734"/>
                  </a:lnTo>
                  <a:close/>
                  <a:moveTo>
                    <a:pt x="1904282" y="1165241"/>
                  </a:moveTo>
                  <a:lnTo>
                    <a:pt x="1926442" y="1189956"/>
                  </a:lnTo>
                  <a:lnTo>
                    <a:pt x="1950000" y="1120968"/>
                  </a:lnTo>
                  <a:close/>
                  <a:moveTo>
                    <a:pt x="2550247" y="1478047"/>
                  </a:moveTo>
                  <a:lnTo>
                    <a:pt x="2591238" y="1524158"/>
                  </a:lnTo>
                  <a:lnTo>
                    <a:pt x="2529351" y="1451081"/>
                  </a:lnTo>
                  <a:close/>
                  <a:moveTo>
                    <a:pt x="2529351" y="1451081"/>
                  </a:moveTo>
                  <a:lnTo>
                    <a:pt x="2591238" y="1524158"/>
                  </a:lnTo>
                  <a:lnTo>
                    <a:pt x="2628725" y="1530975"/>
                  </a:lnTo>
                  <a:close/>
                  <a:moveTo>
                    <a:pt x="2550247" y="1478047"/>
                  </a:moveTo>
                  <a:lnTo>
                    <a:pt x="2529351" y="1451081"/>
                  </a:lnTo>
                  <a:lnTo>
                    <a:pt x="2500179" y="1441943"/>
                  </a:lnTo>
                  <a:close/>
                  <a:moveTo>
                    <a:pt x="1607035" y="493798"/>
                  </a:moveTo>
                  <a:lnTo>
                    <a:pt x="1687916" y="483193"/>
                  </a:lnTo>
                  <a:lnTo>
                    <a:pt x="1645914" y="483456"/>
                  </a:lnTo>
                  <a:close/>
                  <a:moveTo>
                    <a:pt x="2300722" y="828001"/>
                  </a:moveTo>
                  <a:lnTo>
                    <a:pt x="2325766" y="894854"/>
                  </a:lnTo>
                  <a:lnTo>
                    <a:pt x="2421292" y="844157"/>
                  </a:lnTo>
                  <a:close/>
                  <a:moveTo>
                    <a:pt x="2019823" y="461343"/>
                  </a:moveTo>
                  <a:lnTo>
                    <a:pt x="2020032" y="458545"/>
                  </a:lnTo>
                  <a:lnTo>
                    <a:pt x="1932467" y="378489"/>
                  </a:lnTo>
                  <a:close/>
                  <a:moveTo>
                    <a:pt x="1932467" y="378489"/>
                  </a:moveTo>
                  <a:lnTo>
                    <a:pt x="1879526" y="416925"/>
                  </a:lnTo>
                  <a:lnTo>
                    <a:pt x="2019823" y="461343"/>
                  </a:lnTo>
                  <a:close/>
                  <a:moveTo>
                    <a:pt x="2020032" y="458545"/>
                  </a:moveTo>
                  <a:lnTo>
                    <a:pt x="2121750" y="439071"/>
                  </a:lnTo>
                  <a:lnTo>
                    <a:pt x="2131443" y="381229"/>
                  </a:lnTo>
                  <a:close/>
                  <a:moveTo>
                    <a:pt x="2550550" y="668913"/>
                  </a:moveTo>
                  <a:lnTo>
                    <a:pt x="2594276" y="712691"/>
                  </a:lnTo>
                  <a:lnTo>
                    <a:pt x="2598590" y="630476"/>
                  </a:lnTo>
                  <a:close/>
                  <a:moveTo>
                    <a:pt x="2459034" y="345394"/>
                  </a:moveTo>
                  <a:lnTo>
                    <a:pt x="2359068" y="267227"/>
                  </a:lnTo>
                  <a:lnTo>
                    <a:pt x="2372823" y="301615"/>
                  </a:lnTo>
                  <a:close/>
                  <a:moveTo>
                    <a:pt x="2438160" y="46415"/>
                  </a:moveTo>
                  <a:lnTo>
                    <a:pt x="2489937" y="60313"/>
                  </a:lnTo>
                  <a:lnTo>
                    <a:pt x="2392947" y="0"/>
                  </a:lnTo>
                  <a:close/>
                  <a:moveTo>
                    <a:pt x="2789383" y="359941"/>
                  </a:moveTo>
                  <a:lnTo>
                    <a:pt x="2714073" y="360576"/>
                  </a:lnTo>
                  <a:lnTo>
                    <a:pt x="2807342" y="375549"/>
                  </a:lnTo>
                  <a:close/>
                  <a:moveTo>
                    <a:pt x="2448602" y="54845"/>
                  </a:moveTo>
                  <a:lnTo>
                    <a:pt x="2517811" y="65557"/>
                  </a:lnTo>
                  <a:lnTo>
                    <a:pt x="2489937" y="60313"/>
                  </a:lnTo>
                  <a:close/>
                  <a:moveTo>
                    <a:pt x="2574229" y="113397"/>
                  </a:moveTo>
                  <a:lnTo>
                    <a:pt x="2517811" y="65557"/>
                  </a:lnTo>
                  <a:lnTo>
                    <a:pt x="2448602" y="54845"/>
                  </a:lnTo>
                  <a:close/>
                  <a:moveTo>
                    <a:pt x="2498429" y="114429"/>
                  </a:moveTo>
                  <a:lnTo>
                    <a:pt x="2574229" y="113397"/>
                  </a:lnTo>
                  <a:lnTo>
                    <a:pt x="2448602" y="54845"/>
                  </a:lnTo>
                  <a:close/>
                  <a:moveTo>
                    <a:pt x="2378350" y="51368"/>
                  </a:moveTo>
                  <a:lnTo>
                    <a:pt x="2438160" y="46415"/>
                  </a:lnTo>
                  <a:lnTo>
                    <a:pt x="2361042" y="36739"/>
                  </a:lnTo>
                  <a:close/>
                  <a:moveTo>
                    <a:pt x="2378350" y="51368"/>
                  </a:moveTo>
                  <a:lnTo>
                    <a:pt x="2448602" y="54845"/>
                  </a:lnTo>
                  <a:lnTo>
                    <a:pt x="2438160" y="46415"/>
                  </a:lnTo>
                  <a:close/>
                  <a:moveTo>
                    <a:pt x="2448602" y="54845"/>
                  </a:moveTo>
                  <a:lnTo>
                    <a:pt x="2489937" y="60313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96" name="Candidate_density__2115">
              <a:extLst>
                <a:ext uri="{FF2B5EF4-FFF2-40B4-BE49-F238E27FC236}">
                  <a16:creationId xmlns:a16="http://schemas.microsoft.com/office/drawing/2014/main" id="{36842B00-7B40-D807-8F5F-3E0D485212DF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438160" cy="2270477"/>
            </a:xfrm>
            <a:custGeom>
              <a:avLst/>
              <a:gdLst/>
              <a:ahLst/>
              <a:cxnLst/>
              <a:rect l="0" t="0" r="0" b="0"/>
              <a:pathLst>
                <a:path w="2438160" h="2270477">
                  <a:moveTo>
                    <a:pt x="621890" y="2144483"/>
                  </a:moveTo>
                  <a:lnTo>
                    <a:pt x="663815" y="2037756"/>
                  </a:lnTo>
                  <a:lnTo>
                    <a:pt x="636933" y="2074495"/>
                  </a:lnTo>
                  <a:close/>
                  <a:moveTo>
                    <a:pt x="676398" y="2023832"/>
                  </a:moveTo>
                  <a:lnTo>
                    <a:pt x="663815" y="2037756"/>
                  </a:lnTo>
                  <a:lnTo>
                    <a:pt x="621890" y="2144483"/>
                  </a:lnTo>
                  <a:close/>
                  <a:moveTo>
                    <a:pt x="678922" y="2016281"/>
                  </a:moveTo>
                  <a:lnTo>
                    <a:pt x="658967" y="2062268"/>
                  </a:lnTo>
                  <a:lnTo>
                    <a:pt x="663815" y="2037756"/>
                  </a:lnTo>
                  <a:close/>
                  <a:moveTo>
                    <a:pt x="46258" y="1322802"/>
                  </a:moveTo>
                  <a:lnTo>
                    <a:pt x="5224" y="1384586"/>
                  </a:lnTo>
                  <a:lnTo>
                    <a:pt x="0" y="1404548"/>
                  </a:lnTo>
                  <a:close/>
                  <a:moveTo>
                    <a:pt x="5224" y="1384586"/>
                  </a:moveTo>
                  <a:lnTo>
                    <a:pt x="46258" y="1322802"/>
                  </a:lnTo>
                  <a:lnTo>
                    <a:pt x="39931" y="1322333"/>
                  </a:lnTo>
                  <a:close/>
                  <a:moveTo>
                    <a:pt x="46258" y="1322802"/>
                  </a:moveTo>
                  <a:lnTo>
                    <a:pt x="106195" y="1283896"/>
                  </a:lnTo>
                  <a:lnTo>
                    <a:pt x="39931" y="1322333"/>
                  </a:lnTo>
                  <a:close/>
                  <a:moveTo>
                    <a:pt x="109626" y="1281068"/>
                  </a:moveTo>
                  <a:lnTo>
                    <a:pt x="39931" y="1322333"/>
                  </a:lnTo>
                  <a:lnTo>
                    <a:pt x="106195" y="1283896"/>
                  </a:lnTo>
                  <a:close/>
                  <a:moveTo>
                    <a:pt x="109626" y="1281068"/>
                  </a:moveTo>
                  <a:lnTo>
                    <a:pt x="58412" y="1304788"/>
                  </a:lnTo>
                  <a:lnTo>
                    <a:pt x="39931" y="1322333"/>
                  </a:lnTo>
                  <a:close/>
                  <a:moveTo>
                    <a:pt x="1097232" y="2250439"/>
                  </a:moveTo>
                  <a:lnTo>
                    <a:pt x="1077650" y="2243960"/>
                  </a:lnTo>
                  <a:lnTo>
                    <a:pt x="981794" y="2270477"/>
                  </a:lnTo>
                  <a:close/>
                  <a:moveTo>
                    <a:pt x="983618" y="2159722"/>
                  </a:moveTo>
                  <a:lnTo>
                    <a:pt x="1077650" y="2243960"/>
                  </a:lnTo>
                  <a:lnTo>
                    <a:pt x="1064795" y="2154318"/>
                  </a:lnTo>
                  <a:close/>
                  <a:moveTo>
                    <a:pt x="678922" y="2016281"/>
                  </a:moveTo>
                  <a:lnTo>
                    <a:pt x="695672" y="2011856"/>
                  </a:lnTo>
                  <a:lnTo>
                    <a:pt x="734092" y="1943898"/>
                  </a:lnTo>
                  <a:close/>
                  <a:moveTo>
                    <a:pt x="109626" y="1281068"/>
                  </a:moveTo>
                  <a:lnTo>
                    <a:pt x="106195" y="1283896"/>
                  </a:lnTo>
                  <a:lnTo>
                    <a:pt x="150733" y="1251093"/>
                  </a:lnTo>
                  <a:close/>
                  <a:moveTo>
                    <a:pt x="109626" y="1281068"/>
                  </a:moveTo>
                  <a:lnTo>
                    <a:pt x="150733" y="1251093"/>
                  </a:lnTo>
                  <a:lnTo>
                    <a:pt x="216234" y="1185796"/>
                  </a:lnTo>
                  <a:close/>
                  <a:moveTo>
                    <a:pt x="163556" y="1204046"/>
                  </a:moveTo>
                  <a:lnTo>
                    <a:pt x="109626" y="1281068"/>
                  </a:lnTo>
                  <a:lnTo>
                    <a:pt x="216234" y="1185796"/>
                  </a:lnTo>
                  <a:close/>
                  <a:moveTo>
                    <a:pt x="216234" y="1185796"/>
                  </a:moveTo>
                  <a:lnTo>
                    <a:pt x="234603" y="1163244"/>
                  </a:lnTo>
                  <a:lnTo>
                    <a:pt x="167837" y="1201681"/>
                  </a:lnTo>
                  <a:close/>
                  <a:moveTo>
                    <a:pt x="1082564" y="2149826"/>
                  </a:moveTo>
                  <a:lnTo>
                    <a:pt x="1135983" y="2232041"/>
                  </a:lnTo>
                  <a:lnTo>
                    <a:pt x="1109111" y="2118291"/>
                  </a:lnTo>
                  <a:close/>
                  <a:moveTo>
                    <a:pt x="1064388" y="2127641"/>
                  </a:moveTo>
                  <a:lnTo>
                    <a:pt x="1082564" y="2149826"/>
                  </a:lnTo>
                  <a:lnTo>
                    <a:pt x="1109111" y="2118291"/>
                  </a:lnTo>
                  <a:close/>
                  <a:moveTo>
                    <a:pt x="580092" y="1495025"/>
                  </a:moveTo>
                  <a:lnTo>
                    <a:pt x="625865" y="1453668"/>
                  </a:lnTo>
                  <a:lnTo>
                    <a:pt x="580658" y="1492105"/>
                  </a:lnTo>
                  <a:close/>
                  <a:moveTo>
                    <a:pt x="1081507" y="1990738"/>
                  </a:moveTo>
                  <a:lnTo>
                    <a:pt x="1086917" y="1996673"/>
                  </a:lnTo>
                  <a:lnTo>
                    <a:pt x="1058982" y="2029174"/>
                  </a:lnTo>
                  <a:close/>
                  <a:moveTo>
                    <a:pt x="679837" y="1374095"/>
                  </a:moveTo>
                  <a:lnTo>
                    <a:pt x="625865" y="1453668"/>
                  </a:lnTo>
                  <a:lnTo>
                    <a:pt x="639807" y="1415232"/>
                  </a:lnTo>
                  <a:close/>
                  <a:moveTo>
                    <a:pt x="679837" y="1374095"/>
                  </a:moveTo>
                  <a:lnTo>
                    <a:pt x="638018" y="1432944"/>
                  </a:lnTo>
                  <a:lnTo>
                    <a:pt x="625865" y="1453668"/>
                  </a:lnTo>
                  <a:close/>
                  <a:moveTo>
                    <a:pt x="727878" y="1333017"/>
                  </a:moveTo>
                  <a:lnTo>
                    <a:pt x="723833" y="1348909"/>
                  </a:lnTo>
                  <a:lnTo>
                    <a:pt x="679837" y="1374095"/>
                  </a:lnTo>
                  <a:close/>
                  <a:moveTo>
                    <a:pt x="679837" y="1374095"/>
                  </a:moveTo>
                  <a:lnTo>
                    <a:pt x="701404" y="1391276"/>
                  </a:lnTo>
                  <a:lnTo>
                    <a:pt x="638018" y="1432944"/>
                  </a:lnTo>
                  <a:close/>
                  <a:moveTo>
                    <a:pt x="1413941" y="2116731"/>
                  </a:moveTo>
                  <a:lnTo>
                    <a:pt x="1394614" y="2034517"/>
                  </a:lnTo>
                  <a:lnTo>
                    <a:pt x="1371802" y="2126004"/>
                  </a:lnTo>
                  <a:close/>
                  <a:moveTo>
                    <a:pt x="1104781" y="1721441"/>
                  </a:moveTo>
                  <a:lnTo>
                    <a:pt x="1042707" y="1744092"/>
                  </a:lnTo>
                  <a:lnTo>
                    <a:pt x="1126670" y="1714897"/>
                  </a:lnTo>
                  <a:close/>
                  <a:moveTo>
                    <a:pt x="791595" y="1294581"/>
                  </a:moveTo>
                  <a:lnTo>
                    <a:pt x="768685" y="1212366"/>
                  </a:lnTo>
                  <a:lnTo>
                    <a:pt x="786289" y="1298134"/>
                  </a:lnTo>
                  <a:close/>
                  <a:moveTo>
                    <a:pt x="1489899" y="2190677"/>
                  </a:moveTo>
                  <a:lnTo>
                    <a:pt x="1563248" y="2091545"/>
                  </a:lnTo>
                  <a:lnTo>
                    <a:pt x="1474271" y="2103290"/>
                  </a:lnTo>
                  <a:close/>
                  <a:moveTo>
                    <a:pt x="1394614" y="2034517"/>
                  </a:moveTo>
                  <a:lnTo>
                    <a:pt x="1474271" y="210329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13941" y="2116731"/>
                  </a:lnTo>
                  <a:lnTo>
                    <a:pt x="1474271" y="2103290"/>
                  </a:lnTo>
                  <a:close/>
                  <a:moveTo>
                    <a:pt x="1563248" y="2091545"/>
                  </a:moveTo>
                  <a:lnTo>
                    <a:pt x="1456501" y="2017644"/>
                  </a:lnTo>
                  <a:lnTo>
                    <a:pt x="1474271" y="2103290"/>
                  </a:lnTo>
                  <a:close/>
                  <a:moveTo>
                    <a:pt x="1456501" y="2017644"/>
                  </a:moveTo>
                  <a:lnTo>
                    <a:pt x="1518922" y="1996080"/>
                  </a:lnTo>
                  <a:lnTo>
                    <a:pt x="1467769" y="1939036"/>
                  </a:lnTo>
                  <a:close/>
                  <a:moveTo>
                    <a:pt x="1407568" y="1857243"/>
                  </a:moveTo>
                  <a:lnTo>
                    <a:pt x="1454557" y="1889636"/>
                  </a:lnTo>
                  <a:lnTo>
                    <a:pt x="1469997" y="1831650"/>
                  </a:lnTo>
                  <a:close/>
                  <a:moveTo>
                    <a:pt x="1213050" y="1543997"/>
                  </a:moveTo>
                  <a:lnTo>
                    <a:pt x="1119558" y="1623441"/>
                  </a:lnTo>
                  <a:lnTo>
                    <a:pt x="1152692" y="1585005"/>
                  </a:lnTo>
                  <a:close/>
                  <a:moveTo>
                    <a:pt x="1213050" y="1543997"/>
                  </a:moveTo>
                  <a:lnTo>
                    <a:pt x="1159878" y="1560401"/>
                  </a:lnTo>
                  <a:lnTo>
                    <a:pt x="1119558" y="1623441"/>
                  </a:lnTo>
                  <a:close/>
                  <a:moveTo>
                    <a:pt x="875721" y="1256144"/>
                  </a:moveTo>
                  <a:lnTo>
                    <a:pt x="768685" y="1212366"/>
                  </a:lnTo>
                  <a:lnTo>
                    <a:pt x="791595" y="1294581"/>
                  </a:lnTo>
                  <a:close/>
                  <a:moveTo>
                    <a:pt x="549662" y="735647"/>
                  </a:moveTo>
                  <a:lnTo>
                    <a:pt x="430905" y="785494"/>
                  </a:lnTo>
                  <a:lnTo>
                    <a:pt x="481757" y="760420"/>
                  </a:lnTo>
                  <a:close/>
                  <a:moveTo>
                    <a:pt x="694922" y="811360"/>
                  </a:moveTo>
                  <a:lnTo>
                    <a:pt x="765876" y="814268"/>
                  </a:lnTo>
                  <a:lnTo>
                    <a:pt x="716105" y="800633"/>
                  </a:lnTo>
                  <a:close/>
                  <a:moveTo>
                    <a:pt x="765876" y="814268"/>
                  </a:moveTo>
                  <a:lnTo>
                    <a:pt x="694922" y="811360"/>
                  </a:lnTo>
                  <a:lnTo>
                    <a:pt x="785984" y="846699"/>
                  </a:lnTo>
                  <a:close/>
                  <a:moveTo>
                    <a:pt x="694922" y="811360"/>
                  </a:moveTo>
                  <a:lnTo>
                    <a:pt x="711603" y="847256"/>
                  </a:lnTo>
                  <a:lnTo>
                    <a:pt x="785984" y="846699"/>
                  </a:lnTo>
                  <a:close/>
                  <a:moveTo>
                    <a:pt x="847144" y="796708"/>
                  </a:moveTo>
                  <a:lnTo>
                    <a:pt x="765876" y="814268"/>
                  </a:lnTo>
                  <a:lnTo>
                    <a:pt x="819873" y="806632"/>
                  </a:lnTo>
                  <a:close/>
                  <a:moveTo>
                    <a:pt x="765876" y="814268"/>
                  </a:moveTo>
                  <a:lnTo>
                    <a:pt x="785984" y="846699"/>
                  </a:lnTo>
                  <a:lnTo>
                    <a:pt x="819873" y="806632"/>
                  </a:lnTo>
                  <a:close/>
                  <a:moveTo>
                    <a:pt x="484058" y="761512"/>
                  </a:moveTo>
                  <a:lnTo>
                    <a:pt x="549662" y="735647"/>
                  </a:lnTo>
                  <a:lnTo>
                    <a:pt x="481757" y="760420"/>
                  </a:lnTo>
                  <a:close/>
                  <a:moveTo>
                    <a:pt x="484058" y="761512"/>
                  </a:moveTo>
                  <a:lnTo>
                    <a:pt x="572500" y="750202"/>
                  </a:lnTo>
                  <a:lnTo>
                    <a:pt x="549662" y="735647"/>
                  </a:lnTo>
                  <a:close/>
                  <a:moveTo>
                    <a:pt x="1571082" y="1616242"/>
                  </a:moveTo>
                  <a:lnTo>
                    <a:pt x="1488054" y="1710998"/>
                  </a:lnTo>
                  <a:lnTo>
                    <a:pt x="1530226" y="1672562"/>
                  </a:lnTo>
                  <a:close/>
                  <a:moveTo>
                    <a:pt x="855349" y="802120"/>
                  </a:moveTo>
                  <a:lnTo>
                    <a:pt x="819873" y="806632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55349" y="802120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13580" y="875577"/>
                  </a:lnTo>
                  <a:lnTo>
                    <a:pt x="924407" y="870380"/>
                  </a:lnTo>
                  <a:close/>
                  <a:moveTo>
                    <a:pt x="909727" y="858004"/>
                  </a:moveTo>
                  <a:lnTo>
                    <a:pt x="981511" y="860237"/>
                  </a:lnTo>
                  <a:lnTo>
                    <a:pt x="855349" y="802120"/>
                  </a:lnTo>
                  <a:close/>
                  <a:moveTo>
                    <a:pt x="981511" y="860237"/>
                  </a:moveTo>
                  <a:lnTo>
                    <a:pt x="909727" y="858004"/>
                  </a:lnTo>
                  <a:lnTo>
                    <a:pt x="1000778" y="877263"/>
                  </a:lnTo>
                  <a:close/>
                  <a:moveTo>
                    <a:pt x="909727" y="858004"/>
                  </a:moveTo>
                  <a:lnTo>
                    <a:pt x="924407" y="870380"/>
                  </a:lnTo>
                  <a:lnTo>
                    <a:pt x="1000778" y="877263"/>
                  </a:lnTo>
                  <a:close/>
                  <a:moveTo>
                    <a:pt x="1548148" y="1315295"/>
                  </a:moveTo>
                  <a:lnTo>
                    <a:pt x="1561017" y="1305265"/>
                  </a:lnTo>
                  <a:lnTo>
                    <a:pt x="1508609" y="1343701"/>
                  </a:lnTo>
                  <a:close/>
                  <a:moveTo>
                    <a:pt x="1222290" y="894189"/>
                  </a:moveTo>
                  <a:lnTo>
                    <a:pt x="1181260" y="994739"/>
                  </a:lnTo>
                  <a:lnTo>
                    <a:pt x="1190415" y="1014841"/>
                  </a:lnTo>
                  <a:close/>
                  <a:moveTo>
                    <a:pt x="1936088" y="1716340"/>
                  </a:moveTo>
                  <a:lnTo>
                    <a:pt x="1972396" y="1760119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1936088" y="1716340"/>
                  </a:lnTo>
                  <a:lnTo>
                    <a:pt x="1988427" y="1677904"/>
                  </a:lnTo>
                  <a:close/>
                  <a:moveTo>
                    <a:pt x="1504048" y="1378437"/>
                  </a:moveTo>
                  <a:lnTo>
                    <a:pt x="1548148" y="1315295"/>
                  </a:lnTo>
                  <a:lnTo>
                    <a:pt x="1477870" y="1331193"/>
                  </a:lnTo>
                  <a:close/>
                  <a:moveTo>
                    <a:pt x="1717700" y="1184614"/>
                  </a:moveTo>
                  <a:lnTo>
                    <a:pt x="1666452" y="1267497"/>
                  </a:lnTo>
                  <a:lnTo>
                    <a:pt x="1668861" y="1266828"/>
                  </a:lnTo>
                  <a:close/>
                  <a:moveTo>
                    <a:pt x="1229534" y="691323"/>
                  </a:moveTo>
                  <a:lnTo>
                    <a:pt x="1206590" y="659035"/>
                  </a:lnTo>
                  <a:lnTo>
                    <a:pt x="1164975" y="718648"/>
                  </a:lnTo>
                  <a:close/>
                  <a:moveTo>
                    <a:pt x="1174231" y="609108"/>
                  </a:moveTo>
                  <a:lnTo>
                    <a:pt x="1164975" y="718648"/>
                  </a:lnTo>
                  <a:lnTo>
                    <a:pt x="1206590" y="659035"/>
                  </a:lnTo>
                  <a:close/>
                  <a:moveTo>
                    <a:pt x="1988427" y="1677904"/>
                  </a:moveTo>
                  <a:lnTo>
                    <a:pt x="2013285" y="1567673"/>
                  </a:lnTo>
                  <a:lnTo>
                    <a:pt x="1990177" y="1638134"/>
                  </a:lnTo>
                  <a:close/>
                  <a:moveTo>
                    <a:pt x="2020718" y="1557252"/>
                  </a:moveTo>
                  <a:lnTo>
                    <a:pt x="2013285" y="1567673"/>
                  </a:lnTo>
                  <a:lnTo>
                    <a:pt x="1988427" y="1677904"/>
                  </a:lnTo>
                  <a:close/>
                  <a:moveTo>
                    <a:pt x="2032852" y="1639467"/>
                  </a:moveTo>
                  <a:lnTo>
                    <a:pt x="2020718" y="1557252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2013285" y="1567673"/>
                  </a:lnTo>
                  <a:lnTo>
                    <a:pt x="2041723" y="1677904"/>
                  </a:lnTo>
                  <a:close/>
                  <a:moveTo>
                    <a:pt x="1717700" y="1184614"/>
                  </a:moveTo>
                  <a:lnTo>
                    <a:pt x="1668861" y="1266828"/>
                  </a:lnTo>
                  <a:lnTo>
                    <a:pt x="1770100" y="1228392"/>
                  </a:lnTo>
                  <a:close/>
                  <a:moveTo>
                    <a:pt x="1413271" y="751592"/>
                  </a:moveTo>
                  <a:lnTo>
                    <a:pt x="1366865" y="773537"/>
                  </a:lnTo>
                  <a:lnTo>
                    <a:pt x="1452175" y="804721"/>
                  </a:lnTo>
                  <a:close/>
                  <a:moveTo>
                    <a:pt x="1366865" y="773537"/>
                  </a:moveTo>
                  <a:lnTo>
                    <a:pt x="1327540" y="832589"/>
                  </a:lnTo>
                  <a:lnTo>
                    <a:pt x="1452175" y="804721"/>
                  </a:lnTo>
                  <a:close/>
                  <a:moveTo>
                    <a:pt x="1304063" y="744812"/>
                  </a:moveTo>
                  <a:lnTo>
                    <a:pt x="1413271" y="751592"/>
                  </a:lnTo>
                  <a:lnTo>
                    <a:pt x="1428267" y="715333"/>
                  </a:lnTo>
                  <a:close/>
                  <a:moveTo>
                    <a:pt x="1304063" y="744812"/>
                  </a:moveTo>
                  <a:lnTo>
                    <a:pt x="1428267" y="715333"/>
                  </a:lnTo>
                  <a:lnTo>
                    <a:pt x="1338321" y="657698"/>
                  </a:lnTo>
                  <a:close/>
                  <a:moveTo>
                    <a:pt x="1413271" y="751592"/>
                  </a:moveTo>
                  <a:lnTo>
                    <a:pt x="1461298" y="735101"/>
                  </a:lnTo>
                  <a:lnTo>
                    <a:pt x="1428267" y="715333"/>
                  </a:lnTo>
                  <a:close/>
                  <a:moveTo>
                    <a:pt x="1413271" y="751592"/>
                  </a:moveTo>
                  <a:lnTo>
                    <a:pt x="1452175" y="804721"/>
                  </a:lnTo>
                  <a:lnTo>
                    <a:pt x="1461298" y="735101"/>
                  </a:lnTo>
                  <a:close/>
                  <a:moveTo>
                    <a:pt x="1268199" y="570671"/>
                  </a:moveTo>
                  <a:lnTo>
                    <a:pt x="1229534" y="691323"/>
                  </a:lnTo>
                  <a:lnTo>
                    <a:pt x="1332875" y="652886"/>
                  </a:lnTo>
                  <a:close/>
                  <a:moveTo>
                    <a:pt x="1817647" y="1205170"/>
                  </a:moveTo>
                  <a:lnTo>
                    <a:pt x="1875542" y="1218695"/>
                  </a:lnTo>
                  <a:lnTo>
                    <a:pt x="1833960" y="1180976"/>
                  </a:lnTo>
                  <a:close/>
                  <a:moveTo>
                    <a:pt x="1457320" y="815872"/>
                  </a:moveTo>
                  <a:lnTo>
                    <a:pt x="1541083" y="858475"/>
                  </a:lnTo>
                  <a:lnTo>
                    <a:pt x="1547669" y="803012"/>
                  </a:lnTo>
                  <a:close/>
                  <a:moveTo>
                    <a:pt x="1524879" y="721448"/>
                  </a:moveTo>
                  <a:lnTo>
                    <a:pt x="1461298" y="735101"/>
                  </a:lnTo>
                  <a:lnTo>
                    <a:pt x="1457320" y="815872"/>
                  </a:lnTo>
                  <a:close/>
                  <a:moveTo>
                    <a:pt x="1547669" y="803012"/>
                  </a:moveTo>
                  <a:lnTo>
                    <a:pt x="1524879" y="721448"/>
                  </a:lnTo>
                  <a:lnTo>
                    <a:pt x="1457320" y="815872"/>
                  </a:lnTo>
                  <a:close/>
                  <a:moveTo>
                    <a:pt x="1435406" y="633504"/>
                  </a:moveTo>
                  <a:lnTo>
                    <a:pt x="1428267" y="715333"/>
                  </a:lnTo>
                  <a:lnTo>
                    <a:pt x="1511254" y="614450"/>
                  </a:lnTo>
                  <a:close/>
                  <a:moveTo>
                    <a:pt x="1428267" y="715333"/>
                  </a:moveTo>
                  <a:lnTo>
                    <a:pt x="1461298" y="735101"/>
                  </a:lnTo>
                  <a:lnTo>
                    <a:pt x="1511254" y="614450"/>
                  </a:lnTo>
                  <a:close/>
                  <a:moveTo>
                    <a:pt x="1511254" y="614450"/>
                  </a:moveTo>
                  <a:lnTo>
                    <a:pt x="1461298" y="735101"/>
                  </a:lnTo>
                  <a:lnTo>
                    <a:pt x="1539966" y="639097"/>
                  </a:lnTo>
                  <a:close/>
                  <a:moveTo>
                    <a:pt x="1539966" y="639097"/>
                  </a:moveTo>
                  <a:lnTo>
                    <a:pt x="1461298" y="735101"/>
                  </a:lnTo>
                  <a:lnTo>
                    <a:pt x="1524879" y="721448"/>
                  </a:lnTo>
                  <a:close/>
                  <a:moveTo>
                    <a:pt x="1524879" y="721448"/>
                  </a:moveTo>
                  <a:lnTo>
                    <a:pt x="1577042" y="696665"/>
                  </a:lnTo>
                  <a:lnTo>
                    <a:pt x="1539966" y="639097"/>
                  </a:lnTo>
                  <a:close/>
                  <a:moveTo>
                    <a:pt x="1332875" y="652886"/>
                  </a:moveTo>
                  <a:lnTo>
                    <a:pt x="1338321" y="657698"/>
                  </a:lnTo>
                  <a:lnTo>
                    <a:pt x="1339254" y="651082"/>
                  </a:lnTo>
                  <a:close/>
                  <a:moveTo>
                    <a:pt x="1268199" y="570671"/>
                  </a:moveTo>
                  <a:lnTo>
                    <a:pt x="1332875" y="652886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338321" y="657698"/>
                  </a:lnTo>
                  <a:lnTo>
                    <a:pt x="1428267" y="715333"/>
                  </a:lnTo>
                  <a:close/>
                  <a:moveTo>
                    <a:pt x="1435406" y="633504"/>
                  </a:moveTo>
                  <a:lnTo>
                    <a:pt x="1339254" y="651082"/>
                  </a:lnTo>
                  <a:lnTo>
                    <a:pt x="1338321" y="657698"/>
                  </a:lnTo>
                  <a:close/>
                  <a:moveTo>
                    <a:pt x="1441497" y="549596"/>
                  </a:moveTo>
                  <a:lnTo>
                    <a:pt x="1424521" y="532234"/>
                  </a:lnTo>
                  <a:lnTo>
                    <a:pt x="1435406" y="633504"/>
                  </a:lnTo>
                  <a:close/>
                  <a:moveTo>
                    <a:pt x="1435406" y="633504"/>
                  </a:moveTo>
                  <a:lnTo>
                    <a:pt x="1424521" y="532234"/>
                  </a:lnTo>
                  <a:lnTo>
                    <a:pt x="1342683" y="548201"/>
                  </a:lnTo>
                  <a:close/>
                  <a:moveTo>
                    <a:pt x="1435406" y="633504"/>
                  </a:moveTo>
                  <a:lnTo>
                    <a:pt x="1342683" y="548201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511254" y="614450"/>
                  </a:lnTo>
                  <a:lnTo>
                    <a:pt x="1441497" y="549596"/>
                  </a:lnTo>
                  <a:close/>
                  <a:moveTo>
                    <a:pt x="2225544" y="1416202"/>
                  </a:moveTo>
                  <a:lnTo>
                    <a:pt x="2140534" y="1436601"/>
                  </a:lnTo>
                  <a:lnTo>
                    <a:pt x="2260225" y="1444876"/>
                  </a:lnTo>
                  <a:close/>
                  <a:moveTo>
                    <a:pt x="2260225" y="1444876"/>
                  </a:moveTo>
                  <a:lnTo>
                    <a:pt x="2140534" y="1436601"/>
                  </a:lnTo>
                  <a:lnTo>
                    <a:pt x="2136648" y="1476705"/>
                  </a:lnTo>
                  <a:close/>
                  <a:moveTo>
                    <a:pt x="2029873" y="1354003"/>
                  </a:moveTo>
                  <a:lnTo>
                    <a:pt x="2059464" y="1430038"/>
                  </a:lnTo>
                  <a:lnTo>
                    <a:pt x="2109071" y="1350208"/>
                  </a:lnTo>
                  <a:close/>
                  <a:moveTo>
                    <a:pt x="2225544" y="1416202"/>
                  </a:moveTo>
                  <a:lnTo>
                    <a:pt x="2112604" y="1386807"/>
                  </a:lnTo>
                  <a:lnTo>
                    <a:pt x="2140534" y="1436601"/>
                  </a:lnTo>
                  <a:close/>
                  <a:moveTo>
                    <a:pt x="2109071" y="1350208"/>
                  </a:moveTo>
                  <a:lnTo>
                    <a:pt x="2099011" y="1335983"/>
                  </a:lnTo>
                  <a:lnTo>
                    <a:pt x="2029873" y="1354003"/>
                  </a:lnTo>
                  <a:close/>
                  <a:moveTo>
                    <a:pt x="2018219" y="1163292"/>
                  </a:moveTo>
                  <a:lnTo>
                    <a:pt x="1926442" y="1189956"/>
                  </a:lnTo>
                  <a:lnTo>
                    <a:pt x="2054394" y="1232624"/>
                  </a:lnTo>
                  <a:close/>
                  <a:moveTo>
                    <a:pt x="1965211" y="1106295"/>
                  </a:moveTo>
                  <a:lnTo>
                    <a:pt x="1926442" y="1189956"/>
                  </a:lnTo>
                  <a:lnTo>
                    <a:pt x="2018219" y="1163292"/>
                  </a:lnTo>
                  <a:close/>
                  <a:moveTo>
                    <a:pt x="2018219" y="1163292"/>
                  </a:moveTo>
                  <a:lnTo>
                    <a:pt x="2093752" y="1162478"/>
                  </a:lnTo>
                  <a:lnTo>
                    <a:pt x="2048504" y="1099172"/>
                  </a:lnTo>
                  <a:close/>
                  <a:moveTo>
                    <a:pt x="2018219" y="1163292"/>
                  </a:moveTo>
                  <a:lnTo>
                    <a:pt x="2048504" y="1099172"/>
                  </a:lnTo>
                  <a:lnTo>
                    <a:pt x="1965211" y="1106295"/>
                  </a:lnTo>
                  <a:close/>
                  <a:moveTo>
                    <a:pt x="1577042" y="696665"/>
                  </a:moveTo>
                  <a:lnTo>
                    <a:pt x="1605509" y="778880"/>
                  </a:lnTo>
                  <a:lnTo>
                    <a:pt x="1643409" y="740443"/>
                  </a:lnTo>
                  <a:close/>
                  <a:moveTo>
                    <a:pt x="1511254" y="614450"/>
                  </a:moveTo>
                  <a:lnTo>
                    <a:pt x="1539966" y="639097"/>
                  </a:lnTo>
                  <a:lnTo>
                    <a:pt x="1555865" y="596165"/>
                  </a:lnTo>
                  <a:close/>
                  <a:moveTo>
                    <a:pt x="1555865" y="596165"/>
                  </a:moveTo>
                  <a:lnTo>
                    <a:pt x="1441497" y="549596"/>
                  </a:lnTo>
                  <a:lnTo>
                    <a:pt x="1511254" y="614450"/>
                  </a:lnTo>
                  <a:close/>
                  <a:moveTo>
                    <a:pt x="1607035" y="493798"/>
                  </a:moveTo>
                  <a:lnTo>
                    <a:pt x="1630113" y="482280"/>
                  </a:lnTo>
                  <a:lnTo>
                    <a:pt x="1549374" y="501349"/>
                  </a:lnTo>
                  <a:close/>
                  <a:moveTo>
                    <a:pt x="2418886" y="1280111"/>
                  </a:moveTo>
                  <a:lnTo>
                    <a:pt x="2327212" y="1294048"/>
                  </a:lnTo>
                  <a:lnTo>
                    <a:pt x="2312028" y="1359902"/>
                  </a:lnTo>
                  <a:close/>
                  <a:moveTo>
                    <a:pt x="1658260" y="537577"/>
                  </a:moveTo>
                  <a:lnTo>
                    <a:pt x="1687916" y="483193"/>
                  </a:lnTo>
                  <a:lnTo>
                    <a:pt x="1607035" y="493798"/>
                  </a:lnTo>
                  <a:close/>
                  <a:moveTo>
                    <a:pt x="1630113" y="482280"/>
                  </a:moveTo>
                  <a:lnTo>
                    <a:pt x="1607035" y="493798"/>
                  </a:lnTo>
                  <a:lnTo>
                    <a:pt x="1645914" y="483456"/>
                  </a:lnTo>
                  <a:close/>
                  <a:moveTo>
                    <a:pt x="2175492" y="756248"/>
                  </a:moveTo>
                  <a:lnTo>
                    <a:pt x="2132319" y="830847"/>
                  </a:lnTo>
                  <a:lnTo>
                    <a:pt x="2208999" y="829100"/>
                  </a:lnTo>
                  <a:close/>
                  <a:moveTo>
                    <a:pt x="1879526" y="416925"/>
                  </a:moveTo>
                  <a:lnTo>
                    <a:pt x="1887640" y="457408"/>
                  </a:lnTo>
                  <a:lnTo>
                    <a:pt x="2019823" y="461343"/>
                  </a:lnTo>
                  <a:close/>
                  <a:moveTo>
                    <a:pt x="2019823" y="461343"/>
                  </a:moveTo>
                  <a:lnTo>
                    <a:pt x="2022854" y="460704"/>
                  </a:lnTo>
                  <a:lnTo>
                    <a:pt x="2020032" y="458545"/>
                  </a:lnTo>
                  <a:close/>
                  <a:moveTo>
                    <a:pt x="2019823" y="461343"/>
                  </a:moveTo>
                  <a:lnTo>
                    <a:pt x="2027475" y="486370"/>
                  </a:lnTo>
                  <a:lnTo>
                    <a:pt x="2022854" y="460704"/>
                  </a:lnTo>
                  <a:close/>
                  <a:moveTo>
                    <a:pt x="2027475" y="486370"/>
                  </a:moveTo>
                  <a:lnTo>
                    <a:pt x="2019823" y="461343"/>
                  </a:lnTo>
                  <a:lnTo>
                    <a:pt x="2009083" y="460704"/>
                  </a:lnTo>
                  <a:close/>
                  <a:moveTo>
                    <a:pt x="2121750" y="439071"/>
                  </a:moveTo>
                  <a:lnTo>
                    <a:pt x="2022854" y="460704"/>
                  </a:lnTo>
                  <a:lnTo>
                    <a:pt x="2158347" y="481817"/>
                  </a:lnTo>
                  <a:close/>
                  <a:moveTo>
                    <a:pt x="2022854" y="460704"/>
                  </a:moveTo>
                  <a:lnTo>
                    <a:pt x="2121750" y="439071"/>
                  </a:lnTo>
                  <a:lnTo>
                    <a:pt x="2020032" y="458545"/>
                  </a:lnTo>
                  <a:close/>
                  <a:moveTo>
                    <a:pt x="2203177" y="433465"/>
                  </a:moveTo>
                  <a:lnTo>
                    <a:pt x="2160047" y="424719"/>
                  </a:lnTo>
                  <a:lnTo>
                    <a:pt x="2121750" y="439071"/>
                  </a:lnTo>
                  <a:close/>
                  <a:moveTo>
                    <a:pt x="2203177" y="433465"/>
                  </a:moveTo>
                  <a:lnTo>
                    <a:pt x="2121750" y="439071"/>
                  </a:lnTo>
                  <a:lnTo>
                    <a:pt x="2219677" y="432464"/>
                  </a:lnTo>
                  <a:close/>
                  <a:moveTo>
                    <a:pt x="2121750" y="439071"/>
                  </a:moveTo>
                  <a:lnTo>
                    <a:pt x="2158347" y="481817"/>
                  </a:lnTo>
                  <a:lnTo>
                    <a:pt x="2219677" y="432464"/>
                  </a:lnTo>
                  <a:close/>
                  <a:moveTo>
                    <a:pt x="2203177" y="433465"/>
                  </a:moveTo>
                  <a:lnTo>
                    <a:pt x="2219677" y="432464"/>
                  </a:lnTo>
                  <a:lnTo>
                    <a:pt x="2234998" y="422268"/>
                  </a:lnTo>
                  <a:close/>
                  <a:moveTo>
                    <a:pt x="1944868" y="240971"/>
                  </a:moveTo>
                  <a:lnTo>
                    <a:pt x="1964917" y="252478"/>
                  </a:lnTo>
                  <a:lnTo>
                    <a:pt x="1937464" y="267523"/>
                  </a:lnTo>
                  <a:close/>
                  <a:moveTo>
                    <a:pt x="2225691" y="24546"/>
                  </a:moveTo>
                  <a:lnTo>
                    <a:pt x="2163888" y="54971"/>
                  </a:lnTo>
                  <a:lnTo>
                    <a:pt x="2108822" y="81451"/>
                  </a:lnTo>
                  <a:close/>
                  <a:moveTo>
                    <a:pt x="2263131" y="16534"/>
                  </a:moveTo>
                  <a:lnTo>
                    <a:pt x="2195379" y="39435"/>
                  </a:lnTo>
                  <a:lnTo>
                    <a:pt x="2225691" y="24546"/>
                  </a:lnTo>
                  <a:close/>
                  <a:moveTo>
                    <a:pt x="2305681" y="10354"/>
                  </a:moveTo>
                  <a:lnTo>
                    <a:pt x="2263131" y="16534"/>
                  </a:lnTo>
                  <a:lnTo>
                    <a:pt x="2361042" y="36739"/>
                  </a:lnTo>
                  <a:close/>
                  <a:moveTo>
                    <a:pt x="2361042" y="36739"/>
                  </a:moveTo>
                  <a:lnTo>
                    <a:pt x="2263131" y="16534"/>
                  </a:lnTo>
                  <a:lnTo>
                    <a:pt x="2225691" y="24546"/>
                  </a:lnTo>
                  <a:close/>
                  <a:moveTo>
                    <a:pt x="2392947" y="0"/>
                  </a:moveTo>
                  <a:lnTo>
                    <a:pt x="2305681" y="10354"/>
                  </a:lnTo>
                  <a:lnTo>
                    <a:pt x="2438160" y="46415"/>
                  </a:lnTo>
                  <a:close/>
                  <a:moveTo>
                    <a:pt x="2305681" y="10354"/>
                  </a:moveTo>
                  <a:lnTo>
                    <a:pt x="2361042" y="36739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97" name="Candidate_density__2116">
              <a:extLst>
                <a:ext uri="{FF2B5EF4-FFF2-40B4-BE49-F238E27FC236}">
                  <a16:creationId xmlns:a16="http://schemas.microsoft.com/office/drawing/2014/main" id="{B259117D-6980-BC13-D81E-8966EA33DAED}"/>
                </a:ext>
              </a:extLst>
            </p:cNvPr>
            <p:cNvSpPr>
              <a:spLocks noGrp="1"/>
            </p:cNvSpPr>
            <p:nvPr/>
          </p:nvSpPr>
          <p:spPr>
            <a:xfrm>
              <a:off x="4050326" y="1569676"/>
              <a:ext cx="1878942" cy="2140908"/>
            </a:xfrm>
            <a:custGeom>
              <a:avLst/>
              <a:gdLst/>
              <a:ahLst/>
              <a:cxnLst/>
              <a:rect l="0" t="0" r="0" b="0"/>
              <a:pathLst>
                <a:path w="1878942" h="2140908">
                  <a:moveTo>
                    <a:pt x="92962" y="2102471"/>
                  </a:moveTo>
                  <a:lnTo>
                    <a:pt x="96306" y="2020256"/>
                  </a:lnTo>
                  <a:lnTo>
                    <a:pt x="41799" y="2140908"/>
                  </a:lnTo>
                  <a:close/>
                  <a:moveTo>
                    <a:pt x="98830" y="2012705"/>
                  </a:moveTo>
                  <a:lnTo>
                    <a:pt x="83723" y="2034180"/>
                  </a:lnTo>
                  <a:lnTo>
                    <a:pt x="96306" y="2020256"/>
                  </a:lnTo>
                  <a:close/>
                  <a:moveTo>
                    <a:pt x="98830" y="2012705"/>
                  </a:moveTo>
                  <a:lnTo>
                    <a:pt x="96306" y="2020256"/>
                  </a:lnTo>
                  <a:lnTo>
                    <a:pt x="115581" y="2008280"/>
                  </a:lnTo>
                  <a:close/>
                  <a:moveTo>
                    <a:pt x="0" y="1491449"/>
                  </a:moveTo>
                  <a:lnTo>
                    <a:pt x="46494" y="1503393"/>
                  </a:lnTo>
                  <a:lnTo>
                    <a:pt x="45774" y="1450093"/>
                  </a:lnTo>
                  <a:close/>
                  <a:moveTo>
                    <a:pt x="557813" y="1702080"/>
                  </a:moveTo>
                  <a:lnTo>
                    <a:pt x="539466" y="1619865"/>
                  </a:lnTo>
                  <a:lnTo>
                    <a:pt x="524690" y="1717865"/>
                  </a:lnTo>
                  <a:close/>
                  <a:moveTo>
                    <a:pt x="539466" y="1619865"/>
                  </a:moveTo>
                  <a:lnTo>
                    <a:pt x="506659" y="1632432"/>
                  </a:lnTo>
                  <a:lnTo>
                    <a:pt x="524690" y="1717865"/>
                  </a:lnTo>
                  <a:close/>
                  <a:moveTo>
                    <a:pt x="524690" y="1717865"/>
                  </a:moveTo>
                  <a:lnTo>
                    <a:pt x="546578" y="1711321"/>
                  </a:lnTo>
                  <a:lnTo>
                    <a:pt x="557813" y="1702080"/>
                  </a:lnTo>
                  <a:close/>
                  <a:moveTo>
                    <a:pt x="206197" y="1294558"/>
                  </a:moveTo>
                  <a:lnTo>
                    <a:pt x="147787" y="1329441"/>
                  </a:lnTo>
                  <a:lnTo>
                    <a:pt x="210903" y="1292260"/>
                  </a:lnTo>
                  <a:close/>
                  <a:moveTo>
                    <a:pt x="147787" y="1329441"/>
                  </a:moveTo>
                  <a:lnTo>
                    <a:pt x="99745" y="1370520"/>
                  </a:lnTo>
                  <a:lnTo>
                    <a:pt x="210903" y="1292260"/>
                  </a:lnTo>
                  <a:close/>
                  <a:moveTo>
                    <a:pt x="206197" y="1294558"/>
                  </a:moveTo>
                  <a:lnTo>
                    <a:pt x="210903" y="1292260"/>
                  </a:lnTo>
                  <a:lnTo>
                    <a:pt x="211503" y="1291005"/>
                  </a:lnTo>
                  <a:close/>
                  <a:moveTo>
                    <a:pt x="546578" y="1711321"/>
                  </a:moveTo>
                  <a:lnTo>
                    <a:pt x="596307" y="1682046"/>
                  </a:lnTo>
                  <a:lnTo>
                    <a:pt x="557813" y="1702080"/>
                  </a:lnTo>
                  <a:close/>
                  <a:moveTo>
                    <a:pt x="539466" y="1619865"/>
                  </a:moveTo>
                  <a:lnTo>
                    <a:pt x="557813" y="1702080"/>
                  </a:lnTo>
                  <a:lnTo>
                    <a:pt x="597261" y="1663643"/>
                  </a:lnTo>
                  <a:close/>
                  <a:moveTo>
                    <a:pt x="539466" y="1619865"/>
                  </a:moveTo>
                  <a:lnTo>
                    <a:pt x="597261" y="1663643"/>
                  </a:lnTo>
                  <a:lnTo>
                    <a:pt x="572601" y="1581429"/>
                  </a:lnTo>
                  <a:close/>
                  <a:moveTo>
                    <a:pt x="233488" y="872001"/>
                  </a:moveTo>
                  <a:lnTo>
                    <a:pt x="239781" y="803056"/>
                  </a:lnTo>
                  <a:lnTo>
                    <a:pt x="205893" y="843123"/>
                  </a:lnTo>
                  <a:close/>
                  <a:moveTo>
                    <a:pt x="611190" y="907397"/>
                  </a:moveTo>
                  <a:lnTo>
                    <a:pt x="601169" y="991163"/>
                  </a:lnTo>
                  <a:lnTo>
                    <a:pt x="642198" y="890613"/>
                  </a:lnTo>
                  <a:close/>
                  <a:moveTo>
                    <a:pt x="642198" y="890613"/>
                  </a:moveTo>
                  <a:lnTo>
                    <a:pt x="610324" y="1011265"/>
                  </a:lnTo>
                  <a:lnTo>
                    <a:pt x="656447" y="972829"/>
                  </a:lnTo>
                  <a:close/>
                  <a:moveTo>
                    <a:pt x="1141532" y="1345468"/>
                  </a:moveTo>
                  <a:lnTo>
                    <a:pt x="1101489" y="1351714"/>
                  </a:lnTo>
                  <a:lnTo>
                    <a:pt x="1130397" y="1424824"/>
                  </a:lnTo>
                  <a:close/>
                  <a:moveTo>
                    <a:pt x="1017599" y="1359323"/>
                  </a:moveTo>
                  <a:lnTo>
                    <a:pt x="980925" y="1301689"/>
                  </a:lnTo>
                  <a:lnTo>
                    <a:pt x="968057" y="1311719"/>
                  </a:lnTo>
                  <a:close/>
                  <a:moveTo>
                    <a:pt x="1086361" y="1263921"/>
                  </a:moveTo>
                  <a:lnTo>
                    <a:pt x="980925" y="1301689"/>
                  </a:lnTo>
                  <a:lnTo>
                    <a:pt x="1017599" y="1359323"/>
                  </a:lnTo>
                  <a:close/>
                  <a:moveTo>
                    <a:pt x="1101489" y="1351714"/>
                  </a:moveTo>
                  <a:lnTo>
                    <a:pt x="1086361" y="1263921"/>
                  </a:lnTo>
                  <a:lnTo>
                    <a:pt x="1017599" y="1359323"/>
                  </a:lnTo>
                  <a:close/>
                  <a:moveTo>
                    <a:pt x="1141532" y="1345468"/>
                  </a:moveTo>
                  <a:lnTo>
                    <a:pt x="1088770" y="1263252"/>
                  </a:lnTo>
                  <a:lnTo>
                    <a:pt x="1101489" y="1351714"/>
                  </a:lnTo>
                  <a:close/>
                  <a:moveTo>
                    <a:pt x="1088770" y="1263252"/>
                  </a:moveTo>
                  <a:lnTo>
                    <a:pt x="1086361" y="1263921"/>
                  </a:lnTo>
                  <a:lnTo>
                    <a:pt x="1101489" y="1351714"/>
                  </a:lnTo>
                  <a:close/>
                  <a:moveTo>
                    <a:pt x="1025833" y="1249076"/>
                  </a:moveTo>
                  <a:lnTo>
                    <a:pt x="980925" y="1301689"/>
                  </a:lnTo>
                  <a:lnTo>
                    <a:pt x="1086361" y="1263921"/>
                  </a:lnTo>
                  <a:close/>
                  <a:moveTo>
                    <a:pt x="642198" y="890613"/>
                  </a:moveTo>
                  <a:lnTo>
                    <a:pt x="656447" y="972829"/>
                  </a:lnTo>
                  <a:lnTo>
                    <a:pt x="709268" y="934392"/>
                  </a:lnTo>
                  <a:close/>
                  <a:moveTo>
                    <a:pt x="642198" y="890613"/>
                  </a:moveTo>
                  <a:lnTo>
                    <a:pt x="709268" y="934392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42198" y="890613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84430" y="808603"/>
                  </a:lnTo>
                  <a:lnTo>
                    <a:pt x="642198" y="890613"/>
                  </a:lnTo>
                  <a:close/>
                  <a:moveTo>
                    <a:pt x="1088770" y="1263252"/>
                  </a:moveTo>
                  <a:lnTo>
                    <a:pt x="1141532" y="1345468"/>
                  </a:lnTo>
                  <a:lnTo>
                    <a:pt x="1211087" y="1307031"/>
                  </a:lnTo>
                  <a:close/>
                  <a:moveTo>
                    <a:pt x="1088770" y="1263252"/>
                  </a:moveTo>
                  <a:lnTo>
                    <a:pt x="1211087" y="1307031"/>
                  </a:lnTo>
                  <a:lnTo>
                    <a:pt x="1190008" y="1224816"/>
                  </a:lnTo>
                  <a:close/>
                  <a:moveTo>
                    <a:pt x="733746" y="852177"/>
                  </a:moveTo>
                  <a:lnTo>
                    <a:pt x="810228" y="848536"/>
                  </a:lnTo>
                  <a:lnTo>
                    <a:pt x="771822" y="837399"/>
                  </a:lnTo>
                  <a:close/>
                  <a:moveTo>
                    <a:pt x="747448" y="829013"/>
                  </a:moveTo>
                  <a:lnTo>
                    <a:pt x="733746" y="852177"/>
                  </a:lnTo>
                  <a:lnTo>
                    <a:pt x="771822" y="837399"/>
                  </a:lnTo>
                  <a:close/>
                  <a:moveTo>
                    <a:pt x="872083" y="801145"/>
                  </a:moveTo>
                  <a:lnTo>
                    <a:pt x="747448" y="829013"/>
                  </a:lnTo>
                  <a:lnTo>
                    <a:pt x="870172" y="813740"/>
                  </a:lnTo>
                  <a:close/>
                  <a:moveTo>
                    <a:pt x="870172" y="813740"/>
                  </a:moveTo>
                  <a:lnTo>
                    <a:pt x="747448" y="829013"/>
                  </a:lnTo>
                  <a:lnTo>
                    <a:pt x="771822" y="837399"/>
                  </a:lnTo>
                  <a:close/>
                  <a:moveTo>
                    <a:pt x="771822" y="837399"/>
                  </a:moveTo>
                  <a:lnTo>
                    <a:pt x="810228" y="848536"/>
                  </a:lnTo>
                  <a:lnTo>
                    <a:pt x="870172" y="813740"/>
                  </a:lnTo>
                  <a:close/>
                  <a:moveTo>
                    <a:pt x="633275" y="589165"/>
                  </a:moveTo>
                  <a:lnTo>
                    <a:pt x="626498" y="655460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626498" y="655460"/>
                  </a:lnTo>
                  <a:lnTo>
                    <a:pt x="649443" y="687747"/>
                  </a:lnTo>
                  <a:close/>
                  <a:moveTo>
                    <a:pt x="594140" y="605532"/>
                  </a:moveTo>
                  <a:lnTo>
                    <a:pt x="626498" y="655460"/>
                  </a:lnTo>
                  <a:lnTo>
                    <a:pt x="633275" y="589165"/>
                  </a:lnTo>
                  <a:close/>
                  <a:moveTo>
                    <a:pt x="598271" y="549924"/>
                  </a:moveTo>
                  <a:lnTo>
                    <a:pt x="594140" y="605532"/>
                  </a:lnTo>
                  <a:lnTo>
                    <a:pt x="633275" y="589165"/>
                  </a:lnTo>
                  <a:close/>
                  <a:moveTo>
                    <a:pt x="713665" y="487503"/>
                  </a:moveTo>
                  <a:lnTo>
                    <a:pt x="598271" y="549924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598271" y="549924"/>
                  </a:lnTo>
                  <a:lnTo>
                    <a:pt x="633275" y="589165"/>
                  </a:lnTo>
                  <a:close/>
                  <a:moveTo>
                    <a:pt x="1533340" y="1515240"/>
                  </a:moveTo>
                  <a:lnTo>
                    <a:pt x="1556556" y="1473129"/>
                  </a:lnTo>
                  <a:lnTo>
                    <a:pt x="1539527" y="1438150"/>
                  </a:lnTo>
                  <a:close/>
                  <a:moveTo>
                    <a:pt x="1539527" y="1438150"/>
                  </a:moveTo>
                  <a:lnTo>
                    <a:pt x="1560442" y="1433025"/>
                  </a:lnTo>
                  <a:lnTo>
                    <a:pt x="1532512" y="1383231"/>
                  </a:lnTo>
                  <a:close/>
                  <a:moveTo>
                    <a:pt x="1507000" y="1433025"/>
                  </a:moveTo>
                  <a:lnTo>
                    <a:pt x="1539527" y="1438150"/>
                  </a:lnTo>
                  <a:lnTo>
                    <a:pt x="1532512" y="1383231"/>
                  </a:lnTo>
                  <a:close/>
                  <a:moveTo>
                    <a:pt x="1539527" y="1438150"/>
                  </a:moveTo>
                  <a:lnTo>
                    <a:pt x="1556556" y="1473129"/>
                  </a:lnTo>
                  <a:lnTo>
                    <a:pt x="1560442" y="1433025"/>
                  </a:lnTo>
                  <a:close/>
                  <a:moveTo>
                    <a:pt x="1295451" y="1215119"/>
                  </a:moveTo>
                  <a:lnTo>
                    <a:pt x="1324190" y="1161666"/>
                  </a:lnTo>
                  <a:lnTo>
                    <a:pt x="1253868" y="1177400"/>
                  </a:lnTo>
                  <a:close/>
                  <a:moveTo>
                    <a:pt x="1295451" y="1215119"/>
                  </a:moveTo>
                  <a:lnTo>
                    <a:pt x="1237555" y="1201594"/>
                  </a:lnTo>
                  <a:lnTo>
                    <a:pt x="1335014" y="1202130"/>
                  </a:lnTo>
                  <a:close/>
                  <a:moveTo>
                    <a:pt x="1324190" y="1161666"/>
                  </a:moveTo>
                  <a:lnTo>
                    <a:pt x="1295451" y="1215119"/>
                  </a:lnTo>
                  <a:lnTo>
                    <a:pt x="1346350" y="1186380"/>
                  </a:lnTo>
                  <a:close/>
                  <a:moveTo>
                    <a:pt x="1295451" y="1215119"/>
                  </a:moveTo>
                  <a:lnTo>
                    <a:pt x="1335014" y="1202130"/>
                  </a:lnTo>
                  <a:lnTo>
                    <a:pt x="1346350" y="1186380"/>
                  </a:lnTo>
                  <a:close/>
                  <a:moveTo>
                    <a:pt x="872083" y="801145"/>
                  </a:moveTo>
                  <a:lnTo>
                    <a:pt x="870172" y="813740"/>
                  </a:lnTo>
                  <a:lnTo>
                    <a:pt x="877228" y="812297"/>
                  </a:lnTo>
                  <a:close/>
                  <a:moveTo>
                    <a:pt x="877228" y="812297"/>
                  </a:moveTo>
                  <a:lnTo>
                    <a:pt x="881206" y="731525"/>
                  </a:lnTo>
                  <a:lnTo>
                    <a:pt x="872083" y="801145"/>
                  </a:lnTo>
                  <a:close/>
                  <a:moveTo>
                    <a:pt x="688107" y="567095"/>
                  </a:moveTo>
                  <a:lnTo>
                    <a:pt x="759162" y="647506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688107" y="567095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762592" y="544626"/>
                  </a:lnTo>
                  <a:lnTo>
                    <a:pt x="714797" y="484880"/>
                  </a:lnTo>
                  <a:close/>
                  <a:moveTo>
                    <a:pt x="714797" y="484880"/>
                  </a:moveTo>
                  <a:lnTo>
                    <a:pt x="762592" y="544626"/>
                  </a:lnTo>
                  <a:lnTo>
                    <a:pt x="844430" y="528658"/>
                  </a:lnTo>
                  <a:close/>
                  <a:moveTo>
                    <a:pt x="714797" y="484880"/>
                  </a:moveTo>
                  <a:lnTo>
                    <a:pt x="844430" y="528658"/>
                  </a:lnTo>
                  <a:lnTo>
                    <a:pt x="833471" y="446444"/>
                  </a:lnTo>
                  <a:close/>
                  <a:moveTo>
                    <a:pt x="1528980" y="1346632"/>
                  </a:moveTo>
                  <a:lnTo>
                    <a:pt x="1507000" y="1433025"/>
                  </a:lnTo>
                  <a:lnTo>
                    <a:pt x="1532512" y="1383231"/>
                  </a:lnTo>
                  <a:close/>
                  <a:moveTo>
                    <a:pt x="1479373" y="1426462"/>
                  </a:moveTo>
                  <a:lnTo>
                    <a:pt x="1507000" y="1433025"/>
                  </a:lnTo>
                  <a:lnTo>
                    <a:pt x="1528980" y="1346632"/>
                  </a:lnTo>
                  <a:close/>
                  <a:moveTo>
                    <a:pt x="1528980" y="1346632"/>
                  </a:moveTo>
                  <a:lnTo>
                    <a:pt x="1532512" y="1383231"/>
                  </a:lnTo>
                  <a:lnTo>
                    <a:pt x="1645452" y="1412626"/>
                  </a:lnTo>
                  <a:close/>
                  <a:moveTo>
                    <a:pt x="1631935" y="1323524"/>
                  </a:moveTo>
                  <a:lnTo>
                    <a:pt x="1528980" y="1346632"/>
                  </a:lnTo>
                  <a:lnTo>
                    <a:pt x="1645452" y="1412626"/>
                  </a:lnTo>
                  <a:close/>
                  <a:moveTo>
                    <a:pt x="1528980" y="1346632"/>
                  </a:moveTo>
                  <a:lnTo>
                    <a:pt x="1564576" y="1268595"/>
                  </a:lnTo>
                  <a:lnTo>
                    <a:pt x="1518919" y="1332407"/>
                  </a:lnTo>
                  <a:close/>
                  <a:moveTo>
                    <a:pt x="1631935" y="1323524"/>
                  </a:moveTo>
                  <a:lnTo>
                    <a:pt x="1580463" y="1265277"/>
                  </a:lnTo>
                  <a:lnTo>
                    <a:pt x="1528980" y="1346632"/>
                  </a:lnTo>
                  <a:close/>
                  <a:moveTo>
                    <a:pt x="1675715" y="1312373"/>
                  </a:moveTo>
                  <a:lnTo>
                    <a:pt x="1699629" y="1235535"/>
                  </a:lnTo>
                  <a:lnTo>
                    <a:pt x="1631935" y="1323524"/>
                  </a:lnTo>
                  <a:close/>
                  <a:moveTo>
                    <a:pt x="996950" y="693089"/>
                  </a:moveTo>
                  <a:lnTo>
                    <a:pt x="1063318" y="736868"/>
                  </a:lnTo>
                  <a:lnTo>
                    <a:pt x="1050875" y="654653"/>
                  </a:lnTo>
                  <a:close/>
                  <a:moveTo>
                    <a:pt x="975774" y="592589"/>
                  </a:moveTo>
                  <a:lnTo>
                    <a:pt x="959875" y="635522"/>
                  </a:lnTo>
                  <a:lnTo>
                    <a:pt x="1014089" y="572438"/>
                  </a:lnTo>
                  <a:close/>
                  <a:moveTo>
                    <a:pt x="1014089" y="572438"/>
                  </a:moveTo>
                  <a:lnTo>
                    <a:pt x="959875" y="635522"/>
                  </a:lnTo>
                  <a:lnTo>
                    <a:pt x="996950" y="693089"/>
                  </a:lnTo>
                  <a:close/>
                  <a:moveTo>
                    <a:pt x="1014089" y="572438"/>
                  </a:moveTo>
                  <a:lnTo>
                    <a:pt x="996950" y="693089"/>
                  </a:lnTo>
                  <a:lnTo>
                    <a:pt x="1050875" y="654653"/>
                  </a:lnTo>
                  <a:close/>
                  <a:moveTo>
                    <a:pt x="863361" y="523294"/>
                  </a:moveTo>
                  <a:lnTo>
                    <a:pt x="861406" y="546020"/>
                  </a:lnTo>
                  <a:lnTo>
                    <a:pt x="975774" y="592589"/>
                  </a:lnTo>
                  <a:close/>
                  <a:moveTo>
                    <a:pt x="969283" y="497773"/>
                  </a:moveTo>
                  <a:lnTo>
                    <a:pt x="863361" y="523294"/>
                  </a:lnTo>
                  <a:lnTo>
                    <a:pt x="975774" y="592589"/>
                  </a:lnTo>
                  <a:close/>
                  <a:moveTo>
                    <a:pt x="1014089" y="572438"/>
                  </a:moveTo>
                  <a:lnTo>
                    <a:pt x="1026943" y="490222"/>
                  </a:lnTo>
                  <a:lnTo>
                    <a:pt x="975774" y="592589"/>
                  </a:lnTo>
                  <a:close/>
                  <a:moveTo>
                    <a:pt x="1026943" y="490222"/>
                  </a:moveTo>
                  <a:lnTo>
                    <a:pt x="969283" y="497773"/>
                  </a:lnTo>
                  <a:lnTo>
                    <a:pt x="975774" y="592589"/>
                  </a:lnTo>
                  <a:close/>
                  <a:moveTo>
                    <a:pt x="844430" y="528658"/>
                  </a:moveTo>
                  <a:lnTo>
                    <a:pt x="861406" y="546020"/>
                  </a:lnTo>
                  <a:lnTo>
                    <a:pt x="863361" y="523294"/>
                  </a:lnTo>
                  <a:close/>
                  <a:moveTo>
                    <a:pt x="833471" y="446444"/>
                  </a:moveTo>
                  <a:lnTo>
                    <a:pt x="863361" y="523294"/>
                  </a:lnTo>
                  <a:lnTo>
                    <a:pt x="835389" y="445943"/>
                  </a:lnTo>
                  <a:close/>
                  <a:moveTo>
                    <a:pt x="833471" y="446444"/>
                  </a:moveTo>
                  <a:lnTo>
                    <a:pt x="844430" y="528658"/>
                  </a:lnTo>
                  <a:lnTo>
                    <a:pt x="863361" y="523294"/>
                  </a:lnTo>
                  <a:close/>
                  <a:moveTo>
                    <a:pt x="863361" y="523294"/>
                  </a:moveTo>
                  <a:lnTo>
                    <a:pt x="969283" y="497773"/>
                  </a:lnTo>
                  <a:lnTo>
                    <a:pt x="929548" y="429985"/>
                  </a:lnTo>
                  <a:close/>
                  <a:moveTo>
                    <a:pt x="863361" y="523294"/>
                  </a:moveTo>
                  <a:lnTo>
                    <a:pt x="929548" y="429985"/>
                  </a:lnTo>
                  <a:lnTo>
                    <a:pt x="835389" y="445943"/>
                  </a:lnTo>
                  <a:close/>
                  <a:moveTo>
                    <a:pt x="834234" y="444429"/>
                  </a:moveTo>
                  <a:lnTo>
                    <a:pt x="833471" y="446444"/>
                  </a:lnTo>
                  <a:lnTo>
                    <a:pt x="835389" y="445943"/>
                  </a:lnTo>
                  <a:close/>
                  <a:moveTo>
                    <a:pt x="1675715" y="1312373"/>
                  </a:moveTo>
                  <a:lnTo>
                    <a:pt x="1731936" y="1356326"/>
                  </a:lnTo>
                  <a:lnTo>
                    <a:pt x="1747120" y="1290472"/>
                  </a:lnTo>
                  <a:close/>
                  <a:moveTo>
                    <a:pt x="1699629" y="1235535"/>
                  </a:moveTo>
                  <a:lnTo>
                    <a:pt x="1675715" y="1312373"/>
                  </a:lnTo>
                  <a:lnTo>
                    <a:pt x="1747120" y="1290472"/>
                  </a:lnTo>
                  <a:close/>
                  <a:moveTo>
                    <a:pt x="1014089" y="572438"/>
                  </a:moveTo>
                  <a:lnTo>
                    <a:pt x="1078168" y="534001"/>
                  </a:lnTo>
                  <a:lnTo>
                    <a:pt x="1026943" y="490222"/>
                  </a:lnTo>
                  <a:close/>
                  <a:moveTo>
                    <a:pt x="1703731" y="390059"/>
                  </a:moveTo>
                  <a:lnTo>
                    <a:pt x="1623085" y="429889"/>
                  </a:lnTo>
                  <a:lnTo>
                    <a:pt x="1654906" y="418692"/>
                  </a:lnTo>
                  <a:close/>
                  <a:moveTo>
                    <a:pt x="1739518" y="395823"/>
                  </a:moveTo>
                  <a:lnTo>
                    <a:pt x="1654906" y="418692"/>
                  </a:lnTo>
                  <a:lnTo>
                    <a:pt x="1764036" y="400332"/>
                  </a:lnTo>
                  <a:close/>
                  <a:moveTo>
                    <a:pt x="1764036" y="400332"/>
                  </a:moveTo>
                  <a:lnTo>
                    <a:pt x="1654906" y="418692"/>
                  </a:lnTo>
                  <a:lnTo>
                    <a:pt x="1639585" y="428888"/>
                  </a:lnTo>
                  <a:close/>
                  <a:moveTo>
                    <a:pt x="1764036" y="400332"/>
                  </a:moveTo>
                  <a:lnTo>
                    <a:pt x="1639585" y="428888"/>
                  </a:lnTo>
                  <a:lnTo>
                    <a:pt x="1704260" y="455495"/>
                  </a:lnTo>
                  <a:close/>
                  <a:moveTo>
                    <a:pt x="1703731" y="390059"/>
                  </a:moveTo>
                  <a:lnTo>
                    <a:pt x="1654906" y="418692"/>
                  </a:lnTo>
                  <a:lnTo>
                    <a:pt x="1739518" y="395823"/>
                  </a:lnTo>
                  <a:close/>
                  <a:moveTo>
                    <a:pt x="1720920" y="336476"/>
                  </a:moveTo>
                  <a:lnTo>
                    <a:pt x="1739518" y="395823"/>
                  </a:lnTo>
                  <a:lnTo>
                    <a:pt x="1780973" y="380255"/>
                  </a:lnTo>
                  <a:close/>
                  <a:moveTo>
                    <a:pt x="1739518" y="395823"/>
                  </a:moveTo>
                  <a:lnTo>
                    <a:pt x="1764036" y="400332"/>
                  </a:lnTo>
                  <a:lnTo>
                    <a:pt x="1780973" y="380255"/>
                  </a:lnTo>
                  <a:close/>
                  <a:moveTo>
                    <a:pt x="1764036" y="400332"/>
                  </a:moveTo>
                  <a:lnTo>
                    <a:pt x="1823517" y="407517"/>
                  </a:lnTo>
                  <a:lnTo>
                    <a:pt x="1780973" y="380255"/>
                  </a:lnTo>
                  <a:close/>
                  <a:moveTo>
                    <a:pt x="1823517" y="407517"/>
                  </a:moveTo>
                  <a:lnTo>
                    <a:pt x="1878942" y="341819"/>
                  </a:lnTo>
                  <a:lnTo>
                    <a:pt x="1780973" y="380255"/>
                  </a:lnTo>
                  <a:close/>
                  <a:moveTo>
                    <a:pt x="1878942" y="341819"/>
                  </a:moveTo>
                  <a:lnTo>
                    <a:pt x="1792731" y="298039"/>
                  </a:lnTo>
                  <a:lnTo>
                    <a:pt x="1780973" y="380255"/>
                  </a:lnTo>
                  <a:close/>
                  <a:moveTo>
                    <a:pt x="1615287" y="35859"/>
                  </a:moveTo>
                  <a:lnTo>
                    <a:pt x="1583796" y="51395"/>
                  </a:lnTo>
                  <a:lnTo>
                    <a:pt x="1645600" y="20970"/>
                  </a:lnTo>
                  <a:close/>
                  <a:moveTo>
                    <a:pt x="1683039" y="12958"/>
                  </a:moveTo>
                  <a:lnTo>
                    <a:pt x="1591282" y="33090"/>
                  </a:lnTo>
                  <a:lnTo>
                    <a:pt x="1615287" y="35859"/>
                  </a:lnTo>
                  <a:close/>
                  <a:moveTo>
                    <a:pt x="1714521" y="0"/>
                  </a:moveTo>
                  <a:lnTo>
                    <a:pt x="1683039" y="12958"/>
                  </a:lnTo>
                  <a:lnTo>
                    <a:pt x="1725589" y="6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98" name="Candidate_density__2117">
              <a:extLst>
                <a:ext uri="{FF2B5EF4-FFF2-40B4-BE49-F238E27FC236}">
                  <a16:creationId xmlns:a16="http://schemas.microsoft.com/office/drawing/2014/main" id="{DE25C77F-D705-31E5-6E4A-CD18B7FD8B87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2180215"/>
              <a:ext cx="2495472" cy="1753300"/>
            </a:xfrm>
            <a:custGeom>
              <a:avLst/>
              <a:gdLst/>
              <a:ahLst/>
              <a:cxnLst/>
              <a:rect l="0" t="0" r="0" b="0"/>
              <a:pathLst>
                <a:path w="2495472" h="1753300">
                  <a:moveTo>
                    <a:pt x="791815" y="1753300"/>
                  </a:moveTo>
                  <a:lnTo>
                    <a:pt x="843324" y="1707299"/>
                  </a:lnTo>
                  <a:lnTo>
                    <a:pt x="846795" y="1700142"/>
                  </a:lnTo>
                  <a:close/>
                  <a:moveTo>
                    <a:pt x="15343" y="795775"/>
                  </a:moveTo>
                  <a:lnTo>
                    <a:pt x="0" y="834212"/>
                  </a:lnTo>
                  <a:lnTo>
                    <a:pt x="67674" y="717806"/>
                  </a:lnTo>
                  <a:close/>
                  <a:moveTo>
                    <a:pt x="791815" y="1753300"/>
                  </a:moveTo>
                  <a:lnTo>
                    <a:pt x="846795" y="1700142"/>
                  </a:lnTo>
                  <a:lnTo>
                    <a:pt x="907992" y="1693807"/>
                  </a:lnTo>
                  <a:close/>
                  <a:moveTo>
                    <a:pt x="22131" y="789163"/>
                  </a:moveTo>
                  <a:lnTo>
                    <a:pt x="14839" y="798921"/>
                  </a:lnTo>
                  <a:lnTo>
                    <a:pt x="15343" y="795775"/>
                  </a:lnTo>
                  <a:close/>
                  <a:moveTo>
                    <a:pt x="635353" y="844896"/>
                  </a:moveTo>
                  <a:lnTo>
                    <a:pt x="634329" y="855194"/>
                  </a:lnTo>
                  <a:lnTo>
                    <a:pt x="645485" y="839250"/>
                  </a:lnTo>
                  <a:close/>
                  <a:moveTo>
                    <a:pt x="645485" y="839250"/>
                  </a:moveTo>
                  <a:lnTo>
                    <a:pt x="666785" y="728715"/>
                  </a:lnTo>
                  <a:lnTo>
                    <a:pt x="635353" y="844896"/>
                  </a:lnTo>
                  <a:close/>
                  <a:moveTo>
                    <a:pt x="678267" y="746612"/>
                  </a:moveTo>
                  <a:lnTo>
                    <a:pt x="655181" y="838241"/>
                  </a:lnTo>
                  <a:lnTo>
                    <a:pt x="635353" y="844896"/>
                  </a:lnTo>
                  <a:close/>
                  <a:moveTo>
                    <a:pt x="666785" y="728715"/>
                  </a:moveTo>
                  <a:lnTo>
                    <a:pt x="645485" y="839250"/>
                  </a:lnTo>
                  <a:lnTo>
                    <a:pt x="693686" y="762681"/>
                  </a:lnTo>
                  <a:close/>
                  <a:moveTo>
                    <a:pt x="1287179" y="1179098"/>
                  </a:moveTo>
                  <a:lnTo>
                    <a:pt x="1263028" y="1247586"/>
                  </a:lnTo>
                  <a:lnTo>
                    <a:pt x="1241706" y="1244727"/>
                  </a:lnTo>
                  <a:close/>
                  <a:moveTo>
                    <a:pt x="836643" y="566235"/>
                  </a:moveTo>
                  <a:lnTo>
                    <a:pt x="845357" y="504539"/>
                  </a:lnTo>
                  <a:lnTo>
                    <a:pt x="812469" y="539310"/>
                  </a:lnTo>
                  <a:close/>
                  <a:moveTo>
                    <a:pt x="1669943" y="439989"/>
                  </a:moveTo>
                  <a:lnTo>
                    <a:pt x="1739816" y="422575"/>
                  </a:lnTo>
                  <a:lnTo>
                    <a:pt x="1789212" y="392055"/>
                  </a:lnTo>
                  <a:close/>
                  <a:moveTo>
                    <a:pt x="1872033" y="11019"/>
                  </a:moveTo>
                  <a:lnTo>
                    <a:pt x="1774813" y="33461"/>
                  </a:lnTo>
                  <a:lnTo>
                    <a:pt x="1876632" y="9840"/>
                  </a:lnTo>
                  <a:close/>
                  <a:moveTo>
                    <a:pt x="1876632" y="9840"/>
                  </a:moveTo>
                  <a:lnTo>
                    <a:pt x="1774813" y="33461"/>
                  </a:lnTo>
                  <a:lnTo>
                    <a:pt x="1752227" y="38574"/>
                  </a:lnTo>
                  <a:close/>
                  <a:moveTo>
                    <a:pt x="1872033" y="11019"/>
                  </a:moveTo>
                  <a:lnTo>
                    <a:pt x="1880715" y="7955"/>
                  </a:lnTo>
                  <a:lnTo>
                    <a:pt x="1931558" y="0"/>
                  </a:lnTo>
                  <a:close/>
                  <a:moveTo>
                    <a:pt x="1931558" y="0"/>
                  </a:moveTo>
                  <a:lnTo>
                    <a:pt x="1880715" y="7955"/>
                  </a:lnTo>
                  <a:lnTo>
                    <a:pt x="1961661" y="49091"/>
                  </a:lnTo>
                  <a:close/>
                  <a:moveTo>
                    <a:pt x="2393002" y="180225"/>
                  </a:moveTo>
                  <a:lnTo>
                    <a:pt x="2419497" y="215831"/>
                  </a:lnTo>
                  <a:lnTo>
                    <a:pt x="2447296" y="150573"/>
                  </a:lnTo>
                  <a:close/>
                  <a:moveTo>
                    <a:pt x="2365831" y="256302"/>
                  </a:moveTo>
                  <a:lnTo>
                    <a:pt x="2419497" y="215831"/>
                  </a:lnTo>
                  <a:lnTo>
                    <a:pt x="2393002" y="180225"/>
                  </a:lnTo>
                  <a:close/>
                  <a:moveTo>
                    <a:pt x="2447296" y="150573"/>
                  </a:moveTo>
                  <a:lnTo>
                    <a:pt x="2419497" y="215831"/>
                  </a:lnTo>
                  <a:lnTo>
                    <a:pt x="2450415" y="180792"/>
                  </a:lnTo>
                  <a:close/>
                  <a:moveTo>
                    <a:pt x="2447296" y="150573"/>
                  </a:moveTo>
                  <a:lnTo>
                    <a:pt x="2463756" y="102653"/>
                  </a:lnTo>
                  <a:lnTo>
                    <a:pt x="2453168" y="126521"/>
                  </a:lnTo>
                  <a:close/>
                  <a:moveTo>
                    <a:pt x="2437023" y="142356"/>
                  </a:moveTo>
                  <a:lnTo>
                    <a:pt x="2447296" y="150573"/>
                  </a:lnTo>
                  <a:lnTo>
                    <a:pt x="2453168" y="126521"/>
                  </a:lnTo>
                  <a:close/>
                  <a:moveTo>
                    <a:pt x="2478735" y="60140"/>
                  </a:moveTo>
                  <a:lnTo>
                    <a:pt x="2495472" y="69485"/>
                  </a:lnTo>
                  <a:lnTo>
                    <a:pt x="2453168" y="12652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99" name="Candidate_density__2118">
              <a:extLst>
                <a:ext uri="{FF2B5EF4-FFF2-40B4-BE49-F238E27FC236}">
                  <a16:creationId xmlns:a16="http://schemas.microsoft.com/office/drawing/2014/main" id="{E649F09C-97EC-93F8-8147-9ED843E60D56}"/>
                </a:ext>
              </a:extLst>
            </p:cNvPr>
            <p:cNvSpPr>
              <a:spLocks noGrp="1"/>
            </p:cNvSpPr>
            <p:nvPr/>
          </p:nvSpPr>
          <p:spPr>
            <a:xfrm>
              <a:off x="5102928" y="3035795"/>
              <a:ext cx="39239" cy="38437"/>
            </a:xfrm>
            <a:custGeom>
              <a:avLst/>
              <a:gdLst/>
              <a:ahLst/>
              <a:cxnLst/>
              <a:rect l="0" t="0" r="0" b="0"/>
              <a:pathLst>
                <a:path w="39239" h="38437">
                  <a:moveTo>
                    <a:pt x="0" y="38437"/>
                  </a:moveTo>
                  <a:lnTo>
                    <a:pt x="39239" y="0"/>
                  </a:lnTo>
                  <a:lnTo>
                    <a:pt x="33177" y="7084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51800" name="Candidate_density__2119">
              <a:extLst>
                <a:ext uri="{FF2B5EF4-FFF2-40B4-BE49-F238E27FC236}">
                  <a16:creationId xmlns:a16="http://schemas.microsoft.com/office/drawing/2014/main" id="{92156080-A1B5-174C-05E8-4F891E03AAC1}"/>
                </a:ext>
              </a:extLst>
            </p:cNvPr>
            <p:cNvSpPr>
              <a:spLocks noGrp="1"/>
            </p:cNvSpPr>
            <p:nvPr/>
          </p:nvSpPr>
          <p:spPr>
            <a:xfrm>
              <a:off x="3473643" y="1757458"/>
              <a:ext cx="2879382" cy="2198494"/>
            </a:xfrm>
            <a:custGeom>
              <a:avLst/>
              <a:gdLst/>
              <a:ahLst/>
              <a:cxnLst/>
              <a:rect l="0" t="0" r="0" b="0"/>
              <a:pathLst>
                <a:path w="2879382" h="2198494">
                  <a:moveTo>
                    <a:pt x="0" y="1295405"/>
                  </a:moveTo>
                  <a:lnTo>
                    <a:pt x="8839" y="1311913"/>
                  </a:lnTo>
                  <a:lnTo>
                    <a:pt x="40708" y="1338637"/>
                  </a:lnTo>
                  <a:close/>
                  <a:moveTo>
                    <a:pt x="696339" y="1996905"/>
                  </a:moveTo>
                  <a:lnTo>
                    <a:pt x="660706" y="2035341"/>
                  </a:lnTo>
                  <a:lnTo>
                    <a:pt x="678567" y="2051541"/>
                  </a:lnTo>
                  <a:close/>
                  <a:moveTo>
                    <a:pt x="0" y="1295405"/>
                  </a:moveTo>
                  <a:lnTo>
                    <a:pt x="40708" y="1338637"/>
                  </a:lnTo>
                  <a:lnTo>
                    <a:pt x="66859" y="1339183"/>
                  </a:lnTo>
                  <a:close/>
                  <a:moveTo>
                    <a:pt x="11082" y="1256969"/>
                  </a:moveTo>
                  <a:lnTo>
                    <a:pt x="0" y="1295405"/>
                  </a:lnTo>
                  <a:lnTo>
                    <a:pt x="66859" y="1339183"/>
                  </a:lnTo>
                  <a:close/>
                  <a:moveTo>
                    <a:pt x="1041886" y="2143553"/>
                  </a:moveTo>
                  <a:lnTo>
                    <a:pt x="1125110" y="2176056"/>
                  </a:lnTo>
                  <a:lnTo>
                    <a:pt x="1167663" y="2119953"/>
                  </a:lnTo>
                  <a:close/>
                  <a:moveTo>
                    <a:pt x="750955" y="1755601"/>
                  </a:moveTo>
                  <a:lnTo>
                    <a:pt x="709190" y="1706645"/>
                  </a:lnTo>
                  <a:lnTo>
                    <a:pt x="749276" y="1774148"/>
                  </a:lnTo>
                  <a:close/>
                  <a:moveTo>
                    <a:pt x="1359516" y="2128240"/>
                  </a:moveTo>
                  <a:lnTo>
                    <a:pt x="1337731" y="2198494"/>
                  </a:lnTo>
                  <a:lnTo>
                    <a:pt x="1379377" y="2138997"/>
                  </a:lnTo>
                  <a:close/>
                  <a:moveTo>
                    <a:pt x="1167663" y="2119953"/>
                  </a:moveTo>
                  <a:lnTo>
                    <a:pt x="1212046" y="2070692"/>
                  </a:lnTo>
                  <a:lnTo>
                    <a:pt x="1086229" y="2094143"/>
                  </a:lnTo>
                  <a:close/>
                  <a:moveTo>
                    <a:pt x="1212046" y="2070692"/>
                  </a:moveTo>
                  <a:lnTo>
                    <a:pt x="1167663" y="2119953"/>
                  </a:lnTo>
                  <a:lnTo>
                    <a:pt x="1292925" y="2094428"/>
                  </a:lnTo>
                  <a:close/>
                  <a:moveTo>
                    <a:pt x="981829" y="1906456"/>
                  </a:moveTo>
                  <a:lnTo>
                    <a:pt x="974744" y="1955977"/>
                  </a:lnTo>
                  <a:lnTo>
                    <a:pt x="1016313" y="1920031"/>
                  </a:lnTo>
                  <a:close/>
                  <a:moveTo>
                    <a:pt x="952083" y="1830546"/>
                  </a:moveTo>
                  <a:lnTo>
                    <a:pt x="1016313" y="1920031"/>
                  </a:lnTo>
                  <a:lnTo>
                    <a:pt x="973667" y="1837816"/>
                  </a:lnTo>
                  <a:close/>
                  <a:moveTo>
                    <a:pt x="981829" y="1906456"/>
                  </a:moveTo>
                  <a:lnTo>
                    <a:pt x="1016313" y="1920031"/>
                  </a:lnTo>
                  <a:lnTo>
                    <a:pt x="952083" y="1830546"/>
                  </a:lnTo>
                  <a:close/>
                  <a:moveTo>
                    <a:pt x="950856" y="1755601"/>
                  </a:moveTo>
                  <a:lnTo>
                    <a:pt x="952083" y="1830546"/>
                  </a:lnTo>
                  <a:lnTo>
                    <a:pt x="973667" y="1837816"/>
                  </a:lnTo>
                  <a:close/>
                  <a:moveTo>
                    <a:pt x="1059088" y="1777466"/>
                  </a:moveTo>
                  <a:lnTo>
                    <a:pt x="952083" y="1830546"/>
                  </a:lnTo>
                  <a:lnTo>
                    <a:pt x="950856" y="1755601"/>
                  </a:lnTo>
                  <a:close/>
                  <a:moveTo>
                    <a:pt x="979689" y="1759264"/>
                  </a:moveTo>
                  <a:lnTo>
                    <a:pt x="952083" y="1830546"/>
                  </a:lnTo>
                  <a:lnTo>
                    <a:pt x="1059088" y="1777466"/>
                  </a:lnTo>
                  <a:close/>
                  <a:moveTo>
                    <a:pt x="785725" y="1591171"/>
                  </a:moveTo>
                  <a:lnTo>
                    <a:pt x="756028" y="1470520"/>
                  </a:lnTo>
                  <a:lnTo>
                    <a:pt x="728073" y="1508956"/>
                  </a:lnTo>
                  <a:close/>
                  <a:moveTo>
                    <a:pt x="629590" y="1501476"/>
                  </a:moveTo>
                  <a:lnTo>
                    <a:pt x="705734" y="1507508"/>
                  </a:lnTo>
                  <a:lnTo>
                    <a:pt x="750452" y="1459500"/>
                  </a:lnTo>
                  <a:close/>
                  <a:moveTo>
                    <a:pt x="1359516" y="2128240"/>
                  </a:moveTo>
                  <a:lnTo>
                    <a:pt x="1379377" y="2138997"/>
                  </a:lnTo>
                  <a:lnTo>
                    <a:pt x="1382676" y="2123219"/>
                  </a:lnTo>
                  <a:close/>
                  <a:moveTo>
                    <a:pt x="1382676" y="2123219"/>
                  </a:moveTo>
                  <a:lnTo>
                    <a:pt x="1292925" y="2094428"/>
                  </a:lnTo>
                  <a:lnTo>
                    <a:pt x="1359516" y="2128240"/>
                  </a:lnTo>
                  <a:close/>
                  <a:moveTo>
                    <a:pt x="1471118" y="2111909"/>
                  </a:moveTo>
                  <a:lnTo>
                    <a:pt x="1379377" y="2138997"/>
                  </a:lnTo>
                  <a:lnTo>
                    <a:pt x="1459984" y="2161719"/>
                  </a:lnTo>
                  <a:close/>
                  <a:moveTo>
                    <a:pt x="1471118" y="2111909"/>
                  </a:moveTo>
                  <a:lnTo>
                    <a:pt x="1382676" y="2123219"/>
                  </a:lnTo>
                  <a:lnTo>
                    <a:pt x="1379377" y="2138997"/>
                  </a:lnTo>
                  <a:close/>
                  <a:moveTo>
                    <a:pt x="1293660" y="1934811"/>
                  </a:moveTo>
                  <a:lnTo>
                    <a:pt x="1295949" y="1890530"/>
                  </a:lnTo>
                  <a:lnTo>
                    <a:pt x="1230020" y="1922690"/>
                  </a:lnTo>
                  <a:close/>
                  <a:moveTo>
                    <a:pt x="1341069" y="1843159"/>
                  </a:moveTo>
                  <a:lnTo>
                    <a:pt x="1295949" y="1890530"/>
                  </a:lnTo>
                  <a:lnTo>
                    <a:pt x="1353065" y="1847016"/>
                  </a:lnTo>
                  <a:close/>
                  <a:moveTo>
                    <a:pt x="1353065" y="1847016"/>
                  </a:moveTo>
                  <a:lnTo>
                    <a:pt x="1295949" y="1890530"/>
                  </a:lnTo>
                  <a:lnTo>
                    <a:pt x="1293660" y="1934811"/>
                  </a:lnTo>
                  <a:close/>
                  <a:moveTo>
                    <a:pt x="1060173" y="1566320"/>
                  </a:moveTo>
                  <a:lnTo>
                    <a:pt x="1007205" y="1583485"/>
                  </a:lnTo>
                  <a:lnTo>
                    <a:pt x="994596" y="1514298"/>
                  </a:lnTo>
                  <a:close/>
                  <a:moveTo>
                    <a:pt x="1322918" y="1776161"/>
                  </a:moveTo>
                  <a:lnTo>
                    <a:pt x="1341069" y="1843159"/>
                  </a:lnTo>
                  <a:lnTo>
                    <a:pt x="1355583" y="1834834"/>
                  </a:lnTo>
                  <a:close/>
                  <a:moveTo>
                    <a:pt x="1322918" y="1776161"/>
                  </a:moveTo>
                  <a:lnTo>
                    <a:pt x="1355583" y="1834834"/>
                  </a:lnTo>
                  <a:lnTo>
                    <a:pt x="1397004" y="1774497"/>
                  </a:lnTo>
                  <a:close/>
                  <a:moveTo>
                    <a:pt x="1355583" y="1834834"/>
                  </a:moveTo>
                  <a:lnTo>
                    <a:pt x="1464361" y="1747678"/>
                  </a:lnTo>
                  <a:lnTo>
                    <a:pt x="1397004" y="1774497"/>
                  </a:lnTo>
                  <a:close/>
                  <a:moveTo>
                    <a:pt x="751366" y="982571"/>
                  </a:moveTo>
                  <a:lnTo>
                    <a:pt x="765271" y="1020999"/>
                  </a:lnTo>
                  <a:lnTo>
                    <a:pt x="823559" y="1023770"/>
                  </a:lnTo>
                  <a:close/>
                  <a:moveTo>
                    <a:pt x="1407871" y="1602275"/>
                  </a:moveTo>
                  <a:lnTo>
                    <a:pt x="1473778" y="1709377"/>
                  </a:lnTo>
                  <a:lnTo>
                    <a:pt x="1407121" y="1640292"/>
                  </a:lnTo>
                  <a:close/>
                  <a:moveTo>
                    <a:pt x="1422163" y="1690748"/>
                  </a:moveTo>
                  <a:lnTo>
                    <a:pt x="1473778" y="1709377"/>
                  </a:lnTo>
                  <a:lnTo>
                    <a:pt x="1407871" y="1602275"/>
                  </a:lnTo>
                  <a:close/>
                  <a:moveTo>
                    <a:pt x="1296158" y="1532411"/>
                  </a:moveTo>
                  <a:lnTo>
                    <a:pt x="1357867" y="1542835"/>
                  </a:lnTo>
                  <a:lnTo>
                    <a:pt x="1344170" y="1453878"/>
                  </a:lnTo>
                  <a:close/>
                  <a:moveTo>
                    <a:pt x="1296158" y="1532411"/>
                  </a:moveTo>
                  <a:lnTo>
                    <a:pt x="1344170" y="1453878"/>
                  </a:lnTo>
                  <a:lnTo>
                    <a:pt x="1283394" y="1442696"/>
                  </a:lnTo>
                  <a:close/>
                  <a:moveTo>
                    <a:pt x="823559" y="1023770"/>
                  </a:moveTo>
                  <a:lnTo>
                    <a:pt x="872313" y="1064786"/>
                  </a:lnTo>
                  <a:lnTo>
                    <a:pt x="873337" y="1033237"/>
                  </a:lnTo>
                  <a:close/>
                  <a:moveTo>
                    <a:pt x="780887" y="944134"/>
                  </a:moveTo>
                  <a:lnTo>
                    <a:pt x="716758" y="982571"/>
                  </a:lnTo>
                  <a:lnTo>
                    <a:pt x="714521" y="900356"/>
                  </a:lnTo>
                  <a:close/>
                  <a:moveTo>
                    <a:pt x="1009816" y="1108565"/>
                  </a:moveTo>
                  <a:lnTo>
                    <a:pt x="1000685" y="1026350"/>
                  </a:lnTo>
                  <a:lnTo>
                    <a:pt x="1023782" y="1063310"/>
                  </a:lnTo>
                  <a:close/>
                  <a:moveTo>
                    <a:pt x="1068013" y="734822"/>
                  </a:moveTo>
                  <a:lnTo>
                    <a:pt x="1046732" y="713176"/>
                  </a:lnTo>
                  <a:lnTo>
                    <a:pt x="1017066" y="702831"/>
                  </a:lnTo>
                  <a:close/>
                  <a:moveTo>
                    <a:pt x="1017066" y="702831"/>
                  </a:moveTo>
                  <a:lnTo>
                    <a:pt x="1097407" y="772071"/>
                  </a:lnTo>
                  <a:lnTo>
                    <a:pt x="1068013" y="734822"/>
                  </a:lnTo>
                  <a:close/>
                  <a:moveTo>
                    <a:pt x="2037862" y="1650976"/>
                  </a:moveTo>
                  <a:lnTo>
                    <a:pt x="2037718" y="1653957"/>
                  </a:lnTo>
                  <a:lnTo>
                    <a:pt x="2042364" y="1654639"/>
                  </a:lnTo>
                  <a:close/>
                  <a:moveTo>
                    <a:pt x="2126552" y="1690742"/>
                  </a:moveTo>
                  <a:lnTo>
                    <a:pt x="2042364" y="1654639"/>
                  </a:lnTo>
                  <a:lnTo>
                    <a:pt x="2037718" y="1653957"/>
                  </a:lnTo>
                  <a:close/>
                  <a:moveTo>
                    <a:pt x="2085757" y="1612540"/>
                  </a:moveTo>
                  <a:lnTo>
                    <a:pt x="2037862" y="1650976"/>
                  </a:lnTo>
                  <a:lnTo>
                    <a:pt x="2042364" y="1654639"/>
                  </a:lnTo>
                  <a:close/>
                  <a:moveTo>
                    <a:pt x="2042364" y="1654639"/>
                  </a:moveTo>
                  <a:lnTo>
                    <a:pt x="2126552" y="1690742"/>
                  </a:lnTo>
                  <a:lnTo>
                    <a:pt x="2168281" y="1631563"/>
                  </a:lnTo>
                  <a:close/>
                  <a:moveTo>
                    <a:pt x="2168281" y="1631563"/>
                  </a:moveTo>
                  <a:lnTo>
                    <a:pt x="2126552" y="1690742"/>
                  </a:lnTo>
                  <a:lnTo>
                    <a:pt x="2253308" y="1670805"/>
                  </a:lnTo>
                  <a:close/>
                  <a:moveTo>
                    <a:pt x="2153307" y="1420393"/>
                  </a:moveTo>
                  <a:lnTo>
                    <a:pt x="2171894" y="1429865"/>
                  </a:lnTo>
                  <a:lnTo>
                    <a:pt x="2134223" y="1409673"/>
                  </a:lnTo>
                  <a:close/>
                  <a:moveTo>
                    <a:pt x="2035176" y="1355748"/>
                  </a:moveTo>
                  <a:lnTo>
                    <a:pt x="2070647" y="1427003"/>
                  </a:lnTo>
                  <a:lnTo>
                    <a:pt x="2108658" y="1408638"/>
                  </a:lnTo>
                  <a:close/>
                  <a:moveTo>
                    <a:pt x="2108658" y="1408638"/>
                  </a:moveTo>
                  <a:lnTo>
                    <a:pt x="2070647" y="1427003"/>
                  </a:lnTo>
                  <a:lnTo>
                    <a:pt x="2073121" y="1448109"/>
                  </a:lnTo>
                  <a:close/>
                  <a:moveTo>
                    <a:pt x="2110024" y="1327458"/>
                  </a:moveTo>
                  <a:lnTo>
                    <a:pt x="2035176" y="1355748"/>
                  </a:lnTo>
                  <a:lnTo>
                    <a:pt x="2108658" y="1408638"/>
                  </a:lnTo>
                  <a:close/>
                  <a:moveTo>
                    <a:pt x="2134223" y="1409673"/>
                  </a:moveTo>
                  <a:lnTo>
                    <a:pt x="2110024" y="1327458"/>
                  </a:lnTo>
                  <a:lnTo>
                    <a:pt x="2108658" y="1408638"/>
                  </a:lnTo>
                  <a:close/>
                  <a:moveTo>
                    <a:pt x="2171894" y="1429865"/>
                  </a:moveTo>
                  <a:lnTo>
                    <a:pt x="2258575" y="1475295"/>
                  </a:lnTo>
                  <a:lnTo>
                    <a:pt x="2305267" y="1434666"/>
                  </a:lnTo>
                  <a:close/>
                  <a:moveTo>
                    <a:pt x="2218386" y="1388491"/>
                  </a:moveTo>
                  <a:lnTo>
                    <a:pt x="2171894" y="1429865"/>
                  </a:lnTo>
                  <a:lnTo>
                    <a:pt x="2305267" y="1434666"/>
                  </a:lnTo>
                  <a:close/>
                  <a:moveTo>
                    <a:pt x="2024718" y="1163028"/>
                  </a:moveTo>
                  <a:lnTo>
                    <a:pt x="2026465" y="1162645"/>
                  </a:lnTo>
                  <a:lnTo>
                    <a:pt x="1947700" y="1148958"/>
                  </a:lnTo>
                  <a:close/>
                  <a:moveTo>
                    <a:pt x="1947700" y="1148958"/>
                  </a:moveTo>
                  <a:lnTo>
                    <a:pt x="2026465" y="1162645"/>
                  </a:lnTo>
                  <a:lnTo>
                    <a:pt x="2051612" y="1043606"/>
                  </a:lnTo>
                  <a:close/>
                  <a:moveTo>
                    <a:pt x="1947700" y="1148958"/>
                  </a:moveTo>
                  <a:lnTo>
                    <a:pt x="2051612" y="1043606"/>
                  </a:lnTo>
                  <a:lnTo>
                    <a:pt x="1986012" y="1076996"/>
                  </a:lnTo>
                  <a:close/>
                  <a:moveTo>
                    <a:pt x="2051612" y="1043606"/>
                  </a:moveTo>
                  <a:lnTo>
                    <a:pt x="2026465" y="1162645"/>
                  </a:lnTo>
                  <a:lnTo>
                    <a:pt x="2051837" y="1042376"/>
                  </a:lnTo>
                  <a:close/>
                  <a:moveTo>
                    <a:pt x="1893499" y="1009763"/>
                  </a:moveTo>
                  <a:lnTo>
                    <a:pt x="1845773" y="988176"/>
                  </a:lnTo>
                  <a:lnTo>
                    <a:pt x="1927984" y="960161"/>
                  </a:lnTo>
                  <a:close/>
                  <a:moveTo>
                    <a:pt x="1744633" y="916382"/>
                  </a:moveTo>
                  <a:lnTo>
                    <a:pt x="1845773" y="988176"/>
                  </a:lnTo>
                  <a:lnTo>
                    <a:pt x="1758630" y="898337"/>
                  </a:lnTo>
                  <a:close/>
                  <a:moveTo>
                    <a:pt x="1946592" y="929611"/>
                  </a:moveTo>
                  <a:lnTo>
                    <a:pt x="1845773" y="988176"/>
                  </a:lnTo>
                  <a:lnTo>
                    <a:pt x="1830552" y="989618"/>
                  </a:lnTo>
                  <a:close/>
                  <a:moveTo>
                    <a:pt x="2051619" y="1042103"/>
                  </a:moveTo>
                  <a:lnTo>
                    <a:pt x="2051612" y="1043606"/>
                  </a:lnTo>
                  <a:lnTo>
                    <a:pt x="2051837" y="1042376"/>
                  </a:lnTo>
                  <a:close/>
                  <a:moveTo>
                    <a:pt x="2051619" y="1042103"/>
                  </a:moveTo>
                  <a:lnTo>
                    <a:pt x="2051837" y="1042376"/>
                  </a:lnTo>
                  <a:lnTo>
                    <a:pt x="2050986" y="1041266"/>
                  </a:lnTo>
                  <a:close/>
                  <a:moveTo>
                    <a:pt x="2443049" y="1306022"/>
                  </a:moveTo>
                  <a:lnTo>
                    <a:pt x="2510453" y="1311816"/>
                  </a:lnTo>
                  <a:lnTo>
                    <a:pt x="2469338" y="1245149"/>
                  </a:lnTo>
                  <a:close/>
                  <a:moveTo>
                    <a:pt x="2443049" y="1306022"/>
                  </a:moveTo>
                  <a:lnTo>
                    <a:pt x="2469338" y="1245149"/>
                  </a:lnTo>
                  <a:lnTo>
                    <a:pt x="2425374" y="1220299"/>
                  </a:lnTo>
                  <a:close/>
                  <a:moveTo>
                    <a:pt x="2566477" y="1326861"/>
                  </a:moveTo>
                  <a:lnTo>
                    <a:pt x="2510453" y="1311816"/>
                  </a:lnTo>
                  <a:lnTo>
                    <a:pt x="2499949" y="1390032"/>
                  </a:lnTo>
                  <a:close/>
                  <a:moveTo>
                    <a:pt x="2510453" y="1311816"/>
                  </a:moveTo>
                  <a:lnTo>
                    <a:pt x="2566477" y="1326861"/>
                  </a:lnTo>
                  <a:lnTo>
                    <a:pt x="2469338" y="1245149"/>
                  </a:lnTo>
                  <a:close/>
                  <a:moveTo>
                    <a:pt x="2425374" y="1220299"/>
                  </a:moveTo>
                  <a:lnTo>
                    <a:pt x="2469338" y="1245149"/>
                  </a:lnTo>
                  <a:lnTo>
                    <a:pt x="2457072" y="1229719"/>
                  </a:lnTo>
                  <a:close/>
                  <a:moveTo>
                    <a:pt x="2040279" y="636643"/>
                  </a:moveTo>
                  <a:lnTo>
                    <a:pt x="1973243" y="644860"/>
                  </a:lnTo>
                  <a:lnTo>
                    <a:pt x="2003910" y="720021"/>
                  </a:lnTo>
                  <a:close/>
                  <a:moveTo>
                    <a:pt x="1973243" y="644860"/>
                  </a:moveTo>
                  <a:lnTo>
                    <a:pt x="2040279" y="636643"/>
                  </a:lnTo>
                  <a:lnTo>
                    <a:pt x="1977487" y="614719"/>
                  </a:lnTo>
                  <a:close/>
                  <a:moveTo>
                    <a:pt x="2237162" y="598206"/>
                  </a:moveTo>
                  <a:lnTo>
                    <a:pt x="2141002" y="668757"/>
                  </a:lnTo>
                  <a:lnTo>
                    <a:pt x="2143903" y="627300"/>
                  </a:lnTo>
                  <a:close/>
                  <a:moveTo>
                    <a:pt x="2077667" y="620558"/>
                  </a:moveTo>
                  <a:lnTo>
                    <a:pt x="2091415" y="636643"/>
                  </a:lnTo>
                  <a:lnTo>
                    <a:pt x="2115524" y="573500"/>
                  </a:lnTo>
                  <a:close/>
                  <a:moveTo>
                    <a:pt x="2016415" y="269985"/>
                  </a:moveTo>
                  <a:lnTo>
                    <a:pt x="1930843" y="225121"/>
                  </a:lnTo>
                  <a:lnTo>
                    <a:pt x="2005674" y="269346"/>
                  </a:lnTo>
                  <a:close/>
                  <a:moveTo>
                    <a:pt x="2024067" y="295012"/>
                  </a:moveTo>
                  <a:lnTo>
                    <a:pt x="2005674" y="269346"/>
                  </a:lnTo>
                  <a:lnTo>
                    <a:pt x="2016870" y="230910"/>
                  </a:lnTo>
                  <a:close/>
                  <a:moveTo>
                    <a:pt x="2016624" y="267187"/>
                  </a:moveTo>
                  <a:lnTo>
                    <a:pt x="2128035" y="189871"/>
                  </a:lnTo>
                  <a:lnTo>
                    <a:pt x="2050120" y="177221"/>
                  </a:lnTo>
                  <a:close/>
                  <a:moveTo>
                    <a:pt x="2622301" y="80372"/>
                  </a:moveTo>
                  <a:lnTo>
                    <a:pt x="2649139" y="19053"/>
                  </a:lnTo>
                  <a:lnTo>
                    <a:pt x="2598044" y="0"/>
                  </a:lnTo>
                  <a:close/>
                  <a:moveTo>
                    <a:pt x="2833955" y="229668"/>
                  </a:moveTo>
                  <a:lnTo>
                    <a:pt x="2862898" y="306231"/>
                  </a:lnTo>
                  <a:lnTo>
                    <a:pt x="2879382" y="323809"/>
                  </a:lnTo>
                  <a:close/>
                  <a:moveTo>
                    <a:pt x="2833955" y="229668"/>
                  </a:moveTo>
                  <a:lnTo>
                    <a:pt x="2845404" y="241594"/>
                  </a:lnTo>
                  <a:lnTo>
                    <a:pt x="2803934" y="18419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01" name="Candidate_density__2120">
              <a:extLst>
                <a:ext uri="{FF2B5EF4-FFF2-40B4-BE49-F238E27FC236}">
                  <a16:creationId xmlns:a16="http://schemas.microsoft.com/office/drawing/2014/main" id="{5D136825-062A-7447-3D48-DABDBBD6638F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679497"/>
              <a:ext cx="2837363" cy="2221514"/>
            </a:xfrm>
            <a:custGeom>
              <a:avLst/>
              <a:gdLst/>
              <a:ahLst/>
              <a:cxnLst/>
              <a:rect l="0" t="0" r="0" b="0"/>
              <a:pathLst>
                <a:path w="2837363" h="2221514">
                  <a:moveTo>
                    <a:pt x="699747" y="2074866"/>
                  </a:moveTo>
                  <a:lnTo>
                    <a:pt x="681975" y="2129502"/>
                  </a:lnTo>
                  <a:lnTo>
                    <a:pt x="733428" y="2106677"/>
                  </a:lnTo>
                  <a:close/>
                  <a:moveTo>
                    <a:pt x="621890" y="2031087"/>
                  </a:moveTo>
                  <a:lnTo>
                    <a:pt x="664114" y="2113302"/>
                  </a:lnTo>
                  <a:lnTo>
                    <a:pt x="699747" y="2074866"/>
                  </a:lnTo>
                  <a:close/>
                  <a:moveTo>
                    <a:pt x="0" y="1291151"/>
                  </a:moveTo>
                  <a:lnTo>
                    <a:pt x="3408" y="1373366"/>
                  </a:lnTo>
                  <a:lnTo>
                    <a:pt x="14490" y="1334930"/>
                  </a:lnTo>
                  <a:close/>
                  <a:moveTo>
                    <a:pt x="865450" y="2106422"/>
                  </a:moveTo>
                  <a:lnTo>
                    <a:pt x="779037" y="2036429"/>
                  </a:lnTo>
                  <a:lnTo>
                    <a:pt x="733428" y="2106677"/>
                  </a:lnTo>
                  <a:close/>
                  <a:moveTo>
                    <a:pt x="1024420" y="2200860"/>
                  </a:moveTo>
                  <a:lnTo>
                    <a:pt x="1014774" y="2221181"/>
                  </a:lnTo>
                  <a:lnTo>
                    <a:pt x="1045294" y="2221514"/>
                  </a:lnTo>
                  <a:close/>
                  <a:moveTo>
                    <a:pt x="1077666" y="2162423"/>
                  </a:moveTo>
                  <a:lnTo>
                    <a:pt x="1045294" y="2221514"/>
                  </a:lnTo>
                  <a:lnTo>
                    <a:pt x="1089638" y="2172104"/>
                  </a:lnTo>
                  <a:close/>
                  <a:moveTo>
                    <a:pt x="1077666" y="2162423"/>
                  </a:moveTo>
                  <a:lnTo>
                    <a:pt x="1024420" y="2200860"/>
                  </a:lnTo>
                  <a:lnTo>
                    <a:pt x="1045294" y="2221514"/>
                  </a:lnTo>
                  <a:close/>
                  <a:moveTo>
                    <a:pt x="1016565" y="2118644"/>
                  </a:moveTo>
                  <a:lnTo>
                    <a:pt x="1024420" y="2200860"/>
                  </a:lnTo>
                  <a:lnTo>
                    <a:pt x="1077666" y="2162423"/>
                  </a:lnTo>
                  <a:close/>
                  <a:moveTo>
                    <a:pt x="1016565" y="2118644"/>
                  </a:moveTo>
                  <a:lnTo>
                    <a:pt x="1077666" y="2162423"/>
                  </a:lnTo>
                  <a:lnTo>
                    <a:pt x="1040634" y="2080208"/>
                  </a:lnTo>
                  <a:close/>
                  <a:moveTo>
                    <a:pt x="1089638" y="2172104"/>
                  </a:moveTo>
                  <a:lnTo>
                    <a:pt x="1045294" y="2221514"/>
                  </a:lnTo>
                  <a:lnTo>
                    <a:pt x="1171071" y="2197914"/>
                  </a:lnTo>
                  <a:close/>
                  <a:moveTo>
                    <a:pt x="719943" y="1789784"/>
                  </a:moveTo>
                  <a:lnTo>
                    <a:pt x="736470" y="1871999"/>
                  </a:lnTo>
                  <a:lnTo>
                    <a:pt x="712598" y="1784607"/>
                  </a:lnTo>
                  <a:close/>
                  <a:moveTo>
                    <a:pt x="736470" y="1871999"/>
                  </a:moveTo>
                  <a:lnTo>
                    <a:pt x="752684" y="1852110"/>
                  </a:lnTo>
                  <a:lnTo>
                    <a:pt x="712598" y="1784607"/>
                  </a:lnTo>
                  <a:close/>
                  <a:moveTo>
                    <a:pt x="428903" y="1433101"/>
                  </a:moveTo>
                  <a:lnTo>
                    <a:pt x="380909" y="1409435"/>
                  </a:lnTo>
                  <a:lnTo>
                    <a:pt x="351643" y="1435320"/>
                  </a:lnTo>
                  <a:close/>
                  <a:moveTo>
                    <a:pt x="428903" y="1433101"/>
                  </a:moveTo>
                  <a:lnTo>
                    <a:pt x="459822" y="1425823"/>
                  </a:lnTo>
                  <a:lnTo>
                    <a:pt x="380909" y="1409435"/>
                  </a:lnTo>
                  <a:close/>
                  <a:moveTo>
                    <a:pt x="1077666" y="2162423"/>
                  </a:moveTo>
                  <a:lnTo>
                    <a:pt x="1089638" y="2172104"/>
                  </a:lnTo>
                  <a:lnTo>
                    <a:pt x="1099779" y="2152073"/>
                  </a:lnTo>
                  <a:close/>
                  <a:moveTo>
                    <a:pt x="1052326" y="2032602"/>
                  </a:moveTo>
                  <a:lnTo>
                    <a:pt x="1040634" y="2080208"/>
                  </a:lnTo>
                  <a:lnTo>
                    <a:pt x="1059609" y="1959556"/>
                  </a:lnTo>
                  <a:close/>
                  <a:moveTo>
                    <a:pt x="1055452" y="1987925"/>
                  </a:moveTo>
                  <a:lnTo>
                    <a:pt x="1059609" y="1959556"/>
                  </a:lnTo>
                  <a:lnTo>
                    <a:pt x="1072820" y="1894025"/>
                  </a:lnTo>
                  <a:close/>
                  <a:moveTo>
                    <a:pt x="1105453" y="1997993"/>
                  </a:moveTo>
                  <a:lnTo>
                    <a:pt x="1072820" y="1894025"/>
                  </a:lnTo>
                  <a:lnTo>
                    <a:pt x="1081507" y="1877341"/>
                  </a:lnTo>
                  <a:close/>
                  <a:moveTo>
                    <a:pt x="764875" y="1642014"/>
                  </a:moveTo>
                  <a:lnTo>
                    <a:pt x="761540" y="1566172"/>
                  </a:lnTo>
                  <a:lnTo>
                    <a:pt x="789133" y="1669132"/>
                  </a:lnTo>
                  <a:close/>
                  <a:moveTo>
                    <a:pt x="759437" y="1548481"/>
                  </a:moveTo>
                  <a:lnTo>
                    <a:pt x="753861" y="1537461"/>
                  </a:lnTo>
                  <a:lnTo>
                    <a:pt x="709142" y="1585469"/>
                  </a:lnTo>
                  <a:close/>
                  <a:moveTo>
                    <a:pt x="665182" y="1484566"/>
                  </a:moveTo>
                  <a:lnTo>
                    <a:pt x="632999" y="1579438"/>
                  </a:lnTo>
                  <a:lnTo>
                    <a:pt x="753861" y="1537461"/>
                  </a:lnTo>
                  <a:close/>
                  <a:moveTo>
                    <a:pt x="1304298" y="2106987"/>
                  </a:moveTo>
                  <a:lnTo>
                    <a:pt x="1296333" y="2172389"/>
                  </a:lnTo>
                  <a:lnTo>
                    <a:pt x="1386085" y="2201180"/>
                  </a:lnTo>
                  <a:close/>
                  <a:moveTo>
                    <a:pt x="1393897" y="2094737"/>
                  </a:moveTo>
                  <a:lnTo>
                    <a:pt x="1304298" y="2106987"/>
                  </a:lnTo>
                  <a:lnTo>
                    <a:pt x="1386085" y="2201180"/>
                  </a:lnTo>
                  <a:close/>
                  <a:moveTo>
                    <a:pt x="1486120" y="2109453"/>
                  </a:moveTo>
                  <a:lnTo>
                    <a:pt x="1449282" y="2085550"/>
                  </a:lnTo>
                  <a:lnTo>
                    <a:pt x="1474526" y="2189871"/>
                  </a:lnTo>
                  <a:close/>
                  <a:moveTo>
                    <a:pt x="1474526" y="2189871"/>
                  </a:moveTo>
                  <a:lnTo>
                    <a:pt x="1449282" y="2085550"/>
                  </a:lnTo>
                  <a:lnTo>
                    <a:pt x="1393897" y="2094737"/>
                  </a:lnTo>
                  <a:close/>
                  <a:moveTo>
                    <a:pt x="1474526" y="2189871"/>
                  </a:moveTo>
                  <a:lnTo>
                    <a:pt x="1393897" y="2094737"/>
                  </a:lnTo>
                  <a:lnTo>
                    <a:pt x="1386085" y="2201180"/>
                  </a:lnTo>
                  <a:close/>
                  <a:moveTo>
                    <a:pt x="1304298" y="2106987"/>
                  </a:moveTo>
                  <a:lnTo>
                    <a:pt x="1215454" y="2148653"/>
                  </a:lnTo>
                  <a:lnTo>
                    <a:pt x="1296333" y="2172389"/>
                  </a:lnTo>
                  <a:close/>
                  <a:moveTo>
                    <a:pt x="1220013" y="2114917"/>
                  </a:moveTo>
                  <a:lnTo>
                    <a:pt x="1304298" y="2106987"/>
                  </a:lnTo>
                  <a:lnTo>
                    <a:pt x="1297068" y="2012772"/>
                  </a:lnTo>
                  <a:close/>
                  <a:moveTo>
                    <a:pt x="1304298" y="2106987"/>
                  </a:moveTo>
                  <a:lnTo>
                    <a:pt x="1371802" y="2012607"/>
                  </a:lnTo>
                  <a:lnTo>
                    <a:pt x="1297068" y="2012772"/>
                  </a:lnTo>
                  <a:close/>
                  <a:moveTo>
                    <a:pt x="1356473" y="1924977"/>
                  </a:moveTo>
                  <a:lnTo>
                    <a:pt x="1297068" y="2012772"/>
                  </a:lnTo>
                  <a:lnTo>
                    <a:pt x="1371802" y="2012607"/>
                  </a:lnTo>
                  <a:close/>
                  <a:moveTo>
                    <a:pt x="1081507" y="1877341"/>
                  </a:moveTo>
                  <a:lnTo>
                    <a:pt x="1072820" y="1894025"/>
                  </a:lnTo>
                  <a:lnTo>
                    <a:pt x="1078943" y="1868735"/>
                  </a:lnTo>
                  <a:close/>
                  <a:moveTo>
                    <a:pt x="1062496" y="1855427"/>
                  </a:moveTo>
                  <a:lnTo>
                    <a:pt x="1081507" y="1877341"/>
                  </a:lnTo>
                  <a:lnTo>
                    <a:pt x="1078943" y="1868735"/>
                  </a:lnTo>
                  <a:close/>
                  <a:moveTo>
                    <a:pt x="1576437" y="2067520"/>
                  </a:moveTo>
                  <a:lnTo>
                    <a:pt x="1489899" y="2077280"/>
                  </a:lnTo>
                  <a:lnTo>
                    <a:pt x="1486120" y="2109453"/>
                  </a:lnTo>
                  <a:close/>
                  <a:moveTo>
                    <a:pt x="988848" y="1581112"/>
                  </a:moveTo>
                  <a:lnTo>
                    <a:pt x="1063581" y="1644281"/>
                  </a:lnTo>
                  <a:lnTo>
                    <a:pt x="998005" y="1592260"/>
                  </a:lnTo>
                  <a:close/>
                  <a:moveTo>
                    <a:pt x="1477186" y="1787339"/>
                  </a:moveTo>
                  <a:lnTo>
                    <a:pt x="1400412" y="1852458"/>
                  </a:lnTo>
                  <a:lnTo>
                    <a:pt x="1467769" y="1825640"/>
                  </a:lnTo>
                  <a:close/>
                  <a:moveTo>
                    <a:pt x="1334988" y="1681667"/>
                  </a:moveTo>
                  <a:lnTo>
                    <a:pt x="1361275" y="1620797"/>
                  </a:lnTo>
                  <a:lnTo>
                    <a:pt x="1299566" y="1610373"/>
                  </a:lnTo>
                  <a:close/>
                  <a:moveTo>
                    <a:pt x="1453520" y="1706487"/>
                  </a:moveTo>
                  <a:lnTo>
                    <a:pt x="1412376" y="1679817"/>
                  </a:lnTo>
                  <a:lnTo>
                    <a:pt x="1471606" y="1624782"/>
                  </a:lnTo>
                  <a:close/>
                  <a:moveTo>
                    <a:pt x="1299566" y="1610373"/>
                  </a:moveTo>
                  <a:lnTo>
                    <a:pt x="1286802" y="1520657"/>
                  </a:lnTo>
                  <a:lnTo>
                    <a:pt x="1212864" y="1620268"/>
                  </a:lnTo>
                  <a:close/>
                  <a:moveTo>
                    <a:pt x="1257656" y="1444260"/>
                  </a:moveTo>
                  <a:lnTo>
                    <a:pt x="1152692" y="1471608"/>
                  </a:lnTo>
                  <a:lnTo>
                    <a:pt x="1286802" y="1520657"/>
                  </a:lnTo>
                  <a:close/>
                  <a:moveTo>
                    <a:pt x="953738" y="1186526"/>
                  </a:moveTo>
                  <a:lnTo>
                    <a:pt x="876745" y="1111198"/>
                  </a:lnTo>
                  <a:lnTo>
                    <a:pt x="875721" y="1142747"/>
                  </a:lnTo>
                  <a:close/>
                  <a:moveTo>
                    <a:pt x="754774" y="1060532"/>
                  </a:moveTo>
                  <a:lnTo>
                    <a:pt x="826967" y="1101731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54774" y="1060532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91972" y="1022096"/>
                  </a:lnTo>
                  <a:lnTo>
                    <a:pt x="779657" y="939881"/>
                  </a:lnTo>
                  <a:close/>
                  <a:moveTo>
                    <a:pt x="720277" y="978317"/>
                  </a:moveTo>
                  <a:lnTo>
                    <a:pt x="779657" y="939881"/>
                  </a:lnTo>
                  <a:lnTo>
                    <a:pt x="717673" y="971757"/>
                  </a:lnTo>
                  <a:close/>
                  <a:moveTo>
                    <a:pt x="1412376" y="1679817"/>
                  </a:moveTo>
                  <a:lnTo>
                    <a:pt x="1502550" y="1740479"/>
                  </a:lnTo>
                  <a:lnTo>
                    <a:pt x="1412345" y="1679369"/>
                  </a:lnTo>
                  <a:close/>
                  <a:moveTo>
                    <a:pt x="1060230" y="1201348"/>
                  </a:moveTo>
                  <a:lnTo>
                    <a:pt x="1013224" y="1186526"/>
                  </a:lnTo>
                  <a:lnTo>
                    <a:pt x="1019050" y="1156190"/>
                  </a:lnTo>
                  <a:close/>
                  <a:moveTo>
                    <a:pt x="711603" y="733860"/>
                  </a:moveTo>
                  <a:lnTo>
                    <a:pt x="738263" y="737014"/>
                  </a:lnTo>
                  <a:lnTo>
                    <a:pt x="746137" y="756419"/>
                  </a:lnTo>
                  <a:close/>
                  <a:moveTo>
                    <a:pt x="631923" y="714608"/>
                  </a:moveTo>
                  <a:lnTo>
                    <a:pt x="689823" y="715885"/>
                  </a:lnTo>
                  <a:lnTo>
                    <a:pt x="711603" y="733860"/>
                  </a:lnTo>
                  <a:close/>
                  <a:moveTo>
                    <a:pt x="1071421" y="812783"/>
                  </a:moveTo>
                  <a:lnTo>
                    <a:pt x="1153075" y="863008"/>
                  </a:lnTo>
                  <a:lnTo>
                    <a:pt x="1050141" y="791137"/>
                  </a:lnTo>
                  <a:close/>
                  <a:moveTo>
                    <a:pt x="1153075" y="863008"/>
                  </a:moveTo>
                  <a:lnTo>
                    <a:pt x="1157395" y="864626"/>
                  </a:lnTo>
                  <a:lnTo>
                    <a:pt x="1050141" y="791137"/>
                  </a:lnTo>
                  <a:close/>
                  <a:moveTo>
                    <a:pt x="1160437" y="866942"/>
                  </a:moveTo>
                  <a:lnTo>
                    <a:pt x="1157395" y="864626"/>
                  </a:lnTo>
                  <a:lnTo>
                    <a:pt x="1153075" y="863008"/>
                  </a:lnTo>
                  <a:close/>
                  <a:moveTo>
                    <a:pt x="984815" y="767633"/>
                  </a:moveTo>
                  <a:lnTo>
                    <a:pt x="924407" y="756983"/>
                  </a:lnTo>
                  <a:lnTo>
                    <a:pt x="853423" y="770242"/>
                  </a:lnTo>
                  <a:close/>
                  <a:moveTo>
                    <a:pt x="1000778" y="763866"/>
                  </a:moveTo>
                  <a:lnTo>
                    <a:pt x="1020474" y="780792"/>
                  </a:lnTo>
                  <a:lnTo>
                    <a:pt x="1050141" y="791137"/>
                  </a:lnTo>
                  <a:close/>
                  <a:moveTo>
                    <a:pt x="984815" y="767633"/>
                  </a:moveTo>
                  <a:lnTo>
                    <a:pt x="1020474" y="780792"/>
                  </a:lnTo>
                  <a:lnTo>
                    <a:pt x="1000778" y="763866"/>
                  </a:lnTo>
                  <a:close/>
                  <a:moveTo>
                    <a:pt x="924407" y="756983"/>
                  </a:moveTo>
                  <a:lnTo>
                    <a:pt x="984815" y="767633"/>
                  </a:lnTo>
                  <a:lnTo>
                    <a:pt x="1000778" y="763866"/>
                  </a:lnTo>
                  <a:close/>
                  <a:moveTo>
                    <a:pt x="1537711" y="1337765"/>
                  </a:moveTo>
                  <a:lnTo>
                    <a:pt x="1608048" y="1341175"/>
                  </a:lnTo>
                  <a:lnTo>
                    <a:pt x="1597690" y="1249503"/>
                  </a:lnTo>
                  <a:close/>
                  <a:moveTo>
                    <a:pt x="1710313" y="1317862"/>
                  </a:moveTo>
                  <a:lnTo>
                    <a:pt x="1710489" y="1315003"/>
                  </a:lnTo>
                  <a:lnTo>
                    <a:pt x="1608048" y="1341175"/>
                  </a:lnTo>
                  <a:close/>
                  <a:moveTo>
                    <a:pt x="1608048" y="1341175"/>
                  </a:moveTo>
                  <a:lnTo>
                    <a:pt x="1710489" y="1315003"/>
                  </a:lnTo>
                  <a:lnTo>
                    <a:pt x="1681581" y="1241893"/>
                  </a:lnTo>
                  <a:close/>
                  <a:moveTo>
                    <a:pt x="1504048" y="1265041"/>
                  </a:moveTo>
                  <a:lnTo>
                    <a:pt x="1477870" y="1217797"/>
                  </a:lnTo>
                  <a:lnTo>
                    <a:pt x="1443414" y="1153650"/>
                  </a:lnTo>
                  <a:close/>
                  <a:moveTo>
                    <a:pt x="1100815" y="850032"/>
                  </a:moveTo>
                  <a:lnTo>
                    <a:pt x="1215377" y="917579"/>
                  </a:lnTo>
                  <a:lnTo>
                    <a:pt x="1153075" y="863008"/>
                  </a:lnTo>
                  <a:close/>
                  <a:moveTo>
                    <a:pt x="1153075" y="863008"/>
                  </a:moveTo>
                  <a:lnTo>
                    <a:pt x="1215377" y="917579"/>
                  </a:lnTo>
                  <a:lnTo>
                    <a:pt x="1160437" y="866942"/>
                  </a:lnTo>
                  <a:close/>
                  <a:moveTo>
                    <a:pt x="1100815" y="850032"/>
                  </a:moveTo>
                  <a:lnTo>
                    <a:pt x="1153075" y="863008"/>
                  </a:lnTo>
                  <a:lnTo>
                    <a:pt x="1071421" y="812783"/>
                  </a:lnTo>
                  <a:close/>
                  <a:moveTo>
                    <a:pt x="1289360" y="824572"/>
                  </a:moveTo>
                  <a:lnTo>
                    <a:pt x="1282712" y="923430"/>
                  </a:lnTo>
                  <a:lnTo>
                    <a:pt x="1287198" y="847020"/>
                  </a:lnTo>
                  <a:close/>
                  <a:moveTo>
                    <a:pt x="2089165" y="1690501"/>
                  </a:moveTo>
                  <a:lnTo>
                    <a:pt x="2045772" y="1732600"/>
                  </a:lnTo>
                  <a:lnTo>
                    <a:pt x="2092842" y="1693386"/>
                  </a:lnTo>
                  <a:close/>
                  <a:moveTo>
                    <a:pt x="1972396" y="1646722"/>
                  </a:moveTo>
                  <a:lnTo>
                    <a:pt x="2041270" y="1728937"/>
                  </a:lnTo>
                  <a:lnTo>
                    <a:pt x="2089165" y="1690501"/>
                  </a:lnTo>
                  <a:close/>
                  <a:moveTo>
                    <a:pt x="2092842" y="1693386"/>
                  </a:moveTo>
                  <a:lnTo>
                    <a:pt x="2045772" y="1732600"/>
                  </a:lnTo>
                  <a:lnTo>
                    <a:pt x="2171689" y="1709524"/>
                  </a:lnTo>
                  <a:close/>
                  <a:moveTo>
                    <a:pt x="1752323" y="1256214"/>
                  </a:moveTo>
                  <a:lnTo>
                    <a:pt x="1791179" y="1197211"/>
                  </a:lnTo>
                  <a:lnTo>
                    <a:pt x="1721624" y="1235647"/>
                  </a:lnTo>
                  <a:close/>
                  <a:moveTo>
                    <a:pt x="2276454" y="1661786"/>
                  </a:moveTo>
                  <a:lnTo>
                    <a:pt x="2256716" y="1748766"/>
                  </a:lnTo>
                  <a:lnTo>
                    <a:pt x="2340946" y="1770039"/>
                  </a:lnTo>
                  <a:close/>
                  <a:moveTo>
                    <a:pt x="2089165" y="1690501"/>
                  </a:moveTo>
                  <a:lnTo>
                    <a:pt x="2092842" y="1693386"/>
                  </a:lnTo>
                  <a:lnTo>
                    <a:pt x="2094173" y="1688793"/>
                  </a:lnTo>
                  <a:close/>
                  <a:moveTo>
                    <a:pt x="2179026" y="1680400"/>
                  </a:moveTo>
                  <a:lnTo>
                    <a:pt x="2092842" y="1693386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094173" y="1688793"/>
                  </a:lnTo>
                  <a:lnTo>
                    <a:pt x="2092842" y="1693386"/>
                  </a:lnTo>
                  <a:close/>
                  <a:moveTo>
                    <a:pt x="2094173" y="1688793"/>
                  </a:moveTo>
                  <a:lnTo>
                    <a:pt x="2179026" y="1680400"/>
                  </a:lnTo>
                  <a:lnTo>
                    <a:pt x="2170683" y="1587091"/>
                  </a:lnTo>
                  <a:close/>
                  <a:moveTo>
                    <a:pt x="2276454" y="1661786"/>
                  </a:moveTo>
                  <a:lnTo>
                    <a:pt x="2171689" y="1709524"/>
                  </a:lnTo>
                  <a:lnTo>
                    <a:pt x="2256716" y="1748766"/>
                  </a:lnTo>
                  <a:close/>
                  <a:moveTo>
                    <a:pt x="2276454" y="1661786"/>
                  </a:moveTo>
                  <a:lnTo>
                    <a:pt x="2179026" y="1680400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276454" y="1661786"/>
                  </a:lnTo>
                  <a:lnTo>
                    <a:pt x="2261678" y="1573705"/>
                  </a:lnTo>
                  <a:close/>
                  <a:moveTo>
                    <a:pt x="2276454" y="1661786"/>
                  </a:moveTo>
                  <a:lnTo>
                    <a:pt x="2336863" y="1573174"/>
                  </a:lnTo>
                  <a:lnTo>
                    <a:pt x="2261678" y="1573705"/>
                  </a:lnTo>
                  <a:close/>
                  <a:moveTo>
                    <a:pt x="2170683" y="1587091"/>
                  </a:moveTo>
                  <a:lnTo>
                    <a:pt x="2131560" y="1559485"/>
                  </a:lnTo>
                  <a:lnTo>
                    <a:pt x="2076529" y="1526071"/>
                  </a:lnTo>
                  <a:close/>
                  <a:moveTo>
                    <a:pt x="2028126" y="1240989"/>
                  </a:moveTo>
                  <a:lnTo>
                    <a:pt x="1950731" y="1361640"/>
                  </a:lnTo>
                  <a:lnTo>
                    <a:pt x="2035773" y="1323204"/>
                  </a:lnTo>
                  <a:close/>
                  <a:moveTo>
                    <a:pt x="1800190" y="1158774"/>
                  </a:moveTo>
                  <a:lnTo>
                    <a:pt x="1840031" y="1090279"/>
                  </a:lnTo>
                  <a:lnTo>
                    <a:pt x="1770100" y="1114995"/>
                  </a:lnTo>
                  <a:close/>
                  <a:moveTo>
                    <a:pt x="1748041" y="994344"/>
                  </a:moveTo>
                  <a:lnTo>
                    <a:pt x="1817647" y="1091773"/>
                  </a:lnTo>
                  <a:lnTo>
                    <a:pt x="1833960" y="1067579"/>
                  </a:lnTo>
                  <a:close/>
                  <a:moveTo>
                    <a:pt x="1770100" y="1114995"/>
                  </a:moveTo>
                  <a:lnTo>
                    <a:pt x="1817647" y="1091773"/>
                  </a:lnTo>
                  <a:lnTo>
                    <a:pt x="1748041" y="994344"/>
                  </a:lnTo>
                  <a:close/>
                  <a:moveTo>
                    <a:pt x="1710149" y="1032780"/>
                  </a:moveTo>
                  <a:lnTo>
                    <a:pt x="1770100" y="1114995"/>
                  </a:lnTo>
                  <a:lnTo>
                    <a:pt x="1748041" y="994344"/>
                  </a:lnTo>
                  <a:close/>
                  <a:moveTo>
                    <a:pt x="2197406" y="1449198"/>
                  </a:moveTo>
                  <a:lnTo>
                    <a:pt x="2137631" y="1487634"/>
                  </a:lnTo>
                  <a:lnTo>
                    <a:pt x="2175302" y="1507827"/>
                  </a:lnTo>
                  <a:close/>
                  <a:moveTo>
                    <a:pt x="2028126" y="1240989"/>
                  </a:moveTo>
                  <a:lnTo>
                    <a:pt x="2059464" y="1316641"/>
                  </a:lnTo>
                  <a:lnTo>
                    <a:pt x="2029873" y="1240606"/>
                  </a:lnTo>
                  <a:close/>
                  <a:moveTo>
                    <a:pt x="2028126" y="1240989"/>
                  </a:moveTo>
                  <a:lnTo>
                    <a:pt x="2035773" y="1323204"/>
                  </a:lnTo>
                  <a:lnTo>
                    <a:pt x="2059464" y="1316641"/>
                  </a:lnTo>
                  <a:close/>
                  <a:moveTo>
                    <a:pt x="2018219" y="1049896"/>
                  </a:moveTo>
                  <a:lnTo>
                    <a:pt x="2054394" y="1119228"/>
                  </a:lnTo>
                  <a:lnTo>
                    <a:pt x="2055245" y="1120338"/>
                  </a:lnTo>
                  <a:close/>
                  <a:moveTo>
                    <a:pt x="1833960" y="1067579"/>
                  </a:moveTo>
                  <a:lnTo>
                    <a:pt x="1849181" y="1066137"/>
                  </a:lnTo>
                  <a:lnTo>
                    <a:pt x="1748041" y="994344"/>
                  </a:lnTo>
                  <a:close/>
                  <a:moveTo>
                    <a:pt x="1950000" y="1007572"/>
                  </a:moveTo>
                  <a:lnTo>
                    <a:pt x="1833960" y="1067579"/>
                  </a:lnTo>
                  <a:lnTo>
                    <a:pt x="1904282" y="1051845"/>
                  </a:lnTo>
                  <a:close/>
                  <a:moveTo>
                    <a:pt x="1528294" y="744868"/>
                  </a:moveTo>
                  <a:lnTo>
                    <a:pt x="1611718" y="793969"/>
                  </a:lnTo>
                  <a:lnTo>
                    <a:pt x="1534856" y="747698"/>
                  </a:lnTo>
                  <a:close/>
                  <a:moveTo>
                    <a:pt x="1663261" y="709262"/>
                  </a:moveTo>
                  <a:lnTo>
                    <a:pt x="1637186" y="747698"/>
                  </a:lnTo>
                  <a:lnTo>
                    <a:pt x="1673109" y="791477"/>
                  </a:lnTo>
                  <a:close/>
                  <a:moveTo>
                    <a:pt x="1605509" y="665483"/>
                  </a:moveTo>
                  <a:lnTo>
                    <a:pt x="1637186" y="747698"/>
                  </a:lnTo>
                  <a:lnTo>
                    <a:pt x="1663261" y="709262"/>
                  </a:lnTo>
                  <a:close/>
                  <a:moveTo>
                    <a:pt x="2055027" y="1120064"/>
                  </a:moveTo>
                  <a:lnTo>
                    <a:pt x="1989420" y="1154958"/>
                  </a:lnTo>
                  <a:lnTo>
                    <a:pt x="2055020" y="1121568"/>
                  </a:lnTo>
                  <a:close/>
                  <a:moveTo>
                    <a:pt x="2055027" y="1120064"/>
                  </a:moveTo>
                  <a:lnTo>
                    <a:pt x="1987952" y="1114003"/>
                  </a:lnTo>
                  <a:lnTo>
                    <a:pt x="1989420" y="1154958"/>
                  </a:lnTo>
                  <a:close/>
                  <a:moveTo>
                    <a:pt x="1987952" y="1114003"/>
                  </a:moveTo>
                  <a:lnTo>
                    <a:pt x="2054394" y="1119228"/>
                  </a:lnTo>
                  <a:lnTo>
                    <a:pt x="1973776" y="1096466"/>
                  </a:lnTo>
                  <a:close/>
                  <a:moveTo>
                    <a:pt x="1987952" y="1114003"/>
                  </a:moveTo>
                  <a:lnTo>
                    <a:pt x="2055027" y="1120064"/>
                  </a:lnTo>
                  <a:lnTo>
                    <a:pt x="2054394" y="1119228"/>
                  </a:lnTo>
                  <a:close/>
                  <a:moveTo>
                    <a:pt x="2359278" y="1294175"/>
                  </a:moveTo>
                  <a:lnTo>
                    <a:pt x="2428783" y="1298261"/>
                  </a:lnTo>
                  <a:lnTo>
                    <a:pt x="2380033" y="1285562"/>
                  </a:lnTo>
                  <a:close/>
                  <a:moveTo>
                    <a:pt x="2428783" y="1298261"/>
                  </a:moveTo>
                  <a:lnTo>
                    <a:pt x="2460480" y="1307680"/>
                  </a:lnTo>
                  <a:lnTo>
                    <a:pt x="2380033" y="1285562"/>
                  </a:lnTo>
                  <a:close/>
                  <a:moveTo>
                    <a:pt x="2144410" y="746719"/>
                  </a:moveTo>
                  <a:lnTo>
                    <a:pt x="2132319" y="717451"/>
                  </a:lnTo>
                  <a:lnTo>
                    <a:pt x="2094823" y="714604"/>
                  </a:lnTo>
                  <a:close/>
                  <a:moveTo>
                    <a:pt x="2043687" y="714604"/>
                  </a:moveTo>
                  <a:lnTo>
                    <a:pt x="2081075" y="698519"/>
                  </a:lnTo>
                  <a:lnTo>
                    <a:pt x="1980895" y="692680"/>
                  </a:lnTo>
                  <a:close/>
                  <a:moveTo>
                    <a:pt x="2147312" y="705262"/>
                  </a:moveTo>
                  <a:lnTo>
                    <a:pt x="2128496" y="676168"/>
                  </a:lnTo>
                  <a:lnTo>
                    <a:pt x="2118932" y="651462"/>
                  </a:lnTo>
                  <a:close/>
                  <a:moveTo>
                    <a:pt x="2118932" y="651462"/>
                  </a:moveTo>
                  <a:lnTo>
                    <a:pt x="2128496" y="676168"/>
                  </a:lnTo>
                  <a:lnTo>
                    <a:pt x="2103626" y="657690"/>
                  </a:lnTo>
                  <a:close/>
                  <a:moveTo>
                    <a:pt x="2103626" y="657690"/>
                  </a:moveTo>
                  <a:lnTo>
                    <a:pt x="2081075" y="698519"/>
                  </a:lnTo>
                  <a:lnTo>
                    <a:pt x="2118932" y="651462"/>
                  </a:lnTo>
                  <a:close/>
                  <a:moveTo>
                    <a:pt x="2158347" y="368421"/>
                  </a:moveTo>
                  <a:lnTo>
                    <a:pt x="2027475" y="372973"/>
                  </a:lnTo>
                  <a:lnTo>
                    <a:pt x="2078904" y="350058"/>
                  </a:lnTo>
                  <a:close/>
                  <a:moveTo>
                    <a:pt x="2664479" y="326998"/>
                  </a:moveTo>
                  <a:lnTo>
                    <a:pt x="2714073" y="247180"/>
                  </a:lnTo>
                  <a:lnTo>
                    <a:pt x="2646900" y="241197"/>
                  </a:lnTo>
                  <a:close/>
                  <a:moveTo>
                    <a:pt x="2646900" y="241197"/>
                  </a:moveTo>
                  <a:lnTo>
                    <a:pt x="2714073" y="247180"/>
                  </a:lnTo>
                  <a:lnTo>
                    <a:pt x="2688248" y="168082"/>
                  </a:lnTo>
                  <a:close/>
                  <a:moveTo>
                    <a:pt x="2646900" y="241197"/>
                  </a:moveTo>
                  <a:lnTo>
                    <a:pt x="2688248" y="168082"/>
                  </a:lnTo>
                  <a:lnTo>
                    <a:pt x="2625709" y="158333"/>
                  </a:lnTo>
                  <a:close/>
                  <a:moveTo>
                    <a:pt x="2646900" y="241197"/>
                  </a:moveTo>
                  <a:lnTo>
                    <a:pt x="2625709" y="158333"/>
                  </a:lnTo>
                  <a:lnTo>
                    <a:pt x="2626187" y="237340"/>
                  </a:lnTo>
                  <a:close/>
                  <a:moveTo>
                    <a:pt x="2625709" y="158333"/>
                  </a:moveTo>
                  <a:lnTo>
                    <a:pt x="2610844" y="155125"/>
                  </a:lnTo>
                  <a:lnTo>
                    <a:pt x="2626187" y="237340"/>
                  </a:lnTo>
                  <a:close/>
                  <a:moveTo>
                    <a:pt x="2714073" y="247180"/>
                  </a:moveTo>
                  <a:lnTo>
                    <a:pt x="2738254" y="282503"/>
                  </a:lnTo>
                  <a:lnTo>
                    <a:pt x="2807342" y="262153"/>
                  </a:lnTo>
                  <a:close/>
                  <a:moveTo>
                    <a:pt x="2541104" y="102706"/>
                  </a:moveTo>
                  <a:lnTo>
                    <a:pt x="2610844" y="155125"/>
                  </a:lnTo>
                  <a:lnTo>
                    <a:pt x="2524914" y="79593"/>
                  </a:lnTo>
                  <a:close/>
                  <a:moveTo>
                    <a:pt x="2524914" y="79593"/>
                  </a:moveTo>
                  <a:lnTo>
                    <a:pt x="2610844" y="155125"/>
                  </a:lnTo>
                  <a:lnTo>
                    <a:pt x="2625709" y="158333"/>
                  </a:lnTo>
                  <a:close/>
                  <a:moveTo>
                    <a:pt x="2524914" y="79593"/>
                  </a:moveTo>
                  <a:lnTo>
                    <a:pt x="2625709" y="158333"/>
                  </a:lnTo>
                  <a:lnTo>
                    <a:pt x="2601452" y="77961"/>
                  </a:lnTo>
                  <a:close/>
                  <a:moveTo>
                    <a:pt x="2524914" y="79593"/>
                  </a:moveTo>
                  <a:lnTo>
                    <a:pt x="2601452" y="77961"/>
                  </a:lnTo>
                  <a:lnTo>
                    <a:pt x="2574229" y="0"/>
                  </a:lnTo>
                  <a:close/>
                  <a:moveTo>
                    <a:pt x="2759549" y="310300"/>
                  </a:moveTo>
                  <a:lnTo>
                    <a:pt x="2837363" y="307629"/>
                  </a:lnTo>
                  <a:lnTo>
                    <a:pt x="2807342" y="2621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02" name="Candidate_density__2121">
              <a:extLst>
                <a:ext uri="{FF2B5EF4-FFF2-40B4-BE49-F238E27FC236}">
                  <a16:creationId xmlns:a16="http://schemas.microsoft.com/office/drawing/2014/main" id="{8B5F6CB4-4C3D-DDF3-6ABE-C66633579720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90635"/>
              <a:ext cx="2807342" cy="2198315"/>
            </a:xfrm>
            <a:custGeom>
              <a:avLst/>
              <a:gdLst/>
              <a:ahLst/>
              <a:cxnLst/>
              <a:rect l="0" t="0" r="0" b="0"/>
              <a:pathLst>
                <a:path w="2807342" h="2198315">
                  <a:moveTo>
                    <a:pt x="621890" y="2119948"/>
                  </a:moveTo>
                  <a:lnTo>
                    <a:pt x="699747" y="2163727"/>
                  </a:lnTo>
                  <a:lnTo>
                    <a:pt x="673054" y="2081512"/>
                  </a:lnTo>
                  <a:close/>
                  <a:moveTo>
                    <a:pt x="0" y="1380012"/>
                  </a:moveTo>
                  <a:lnTo>
                    <a:pt x="14490" y="1423792"/>
                  </a:lnTo>
                  <a:lnTo>
                    <a:pt x="18869" y="1341576"/>
                  </a:lnTo>
                  <a:close/>
                  <a:moveTo>
                    <a:pt x="46258" y="1298267"/>
                  </a:moveTo>
                  <a:lnTo>
                    <a:pt x="0" y="1380012"/>
                  </a:lnTo>
                  <a:lnTo>
                    <a:pt x="18869" y="1341576"/>
                  </a:lnTo>
                  <a:close/>
                  <a:moveTo>
                    <a:pt x="699747" y="2163727"/>
                  </a:moveTo>
                  <a:lnTo>
                    <a:pt x="733428" y="2195538"/>
                  </a:lnTo>
                  <a:lnTo>
                    <a:pt x="760927" y="2134454"/>
                  </a:lnTo>
                  <a:close/>
                  <a:moveTo>
                    <a:pt x="733428" y="2195538"/>
                  </a:moveTo>
                  <a:lnTo>
                    <a:pt x="779037" y="2125291"/>
                  </a:lnTo>
                  <a:lnTo>
                    <a:pt x="760927" y="2134454"/>
                  </a:lnTo>
                  <a:close/>
                  <a:moveTo>
                    <a:pt x="719943" y="1878645"/>
                  </a:moveTo>
                  <a:lnTo>
                    <a:pt x="695672" y="1987321"/>
                  </a:lnTo>
                  <a:lnTo>
                    <a:pt x="736470" y="1960860"/>
                  </a:lnTo>
                  <a:close/>
                  <a:moveTo>
                    <a:pt x="91688" y="1252918"/>
                  </a:moveTo>
                  <a:lnTo>
                    <a:pt x="46258" y="1298267"/>
                  </a:lnTo>
                  <a:lnTo>
                    <a:pt x="18869" y="1341576"/>
                  </a:lnTo>
                  <a:close/>
                  <a:moveTo>
                    <a:pt x="157791" y="1221411"/>
                  </a:moveTo>
                  <a:lnTo>
                    <a:pt x="106195" y="1259361"/>
                  </a:lnTo>
                  <a:lnTo>
                    <a:pt x="46258" y="1298267"/>
                  </a:lnTo>
                  <a:close/>
                  <a:moveTo>
                    <a:pt x="869901" y="2004639"/>
                  </a:moveTo>
                  <a:lnTo>
                    <a:pt x="752684" y="1940971"/>
                  </a:lnTo>
                  <a:lnTo>
                    <a:pt x="736470" y="1960860"/>
                  </a:lnTo>
                  <a:close/>
                  <a:moveTo>
                    <a:pt x="428903" y="1521962"/>
                  </a:moveTo>
                  <a:lnTo>
                    <a:pt x="503394" y="1521995"/>
                  </a:lnTo>
                  <a:lnTo>
                    <a:pt x="459822" y="1514684"/>
                  </a:lnTo>
                  <a:close/>
                  <a:moveTo>
                    <a:pt x="459822" y="1514684"/>
                  </a:moveTo>
                  <a:lnTo>
                    <a:pt x="503394" y="1521995"/>
                  </a:lnTo>
                  <a:lnTo>
                    <a:pt x="580092" y="1470490"/>
                  </a:lnTo>
                  <a:close/>
                  <a:moveTo>
                    <a:pt x="789133" y="1757993"/>
                  </a:moveTo>
                  <a:lnTo>
                    <a:pt x="761540" y="1655033"/>
                  </a:lnTo>
                  <a:lnTo>
                    <a:pt x="759437" y="1637342"/>
                  </a:lnTo>
                  <a:close/>
                  <a:moveTo>
                    <a:pt x="1304298" y="2195848"/>
                  </a:moveTo>
                  <a:lnTo>
                    <a:pt x="1393897" y="2183598"/>
                  </a:lnTo>
                  <a:lnTo>
                    <a:pt x="1371802" y="2101468"/>
                  </a:lnTo>
                  <a:close/>
                  <a:moveTo>
                    <a:pt x="1449282" y="2174411"/>
                  </a:moveTo>
                  <a:lnTo>
                    <a:pt x="1413941" y="2092196"/>
                  </a:lnTo>
                  <a:lnTo>
                    <a:pt x="1393897" y="2183598"/>
                  </a:lnTo>
                  <a:close/>
                  <a:moveTo>
                    <a:pt x="1059609" y="2048418"/>
                  </a:moveTo>
                  <a:lnTo>
                    <a:pt x="1078943" y="1957596"/>
                  </a:lnTo>
                  <a:lnTo>
                    <a:pt x="1072820" y="1982886"/>
                  </a:lnTo>
                  <a:close/>
                  <a:moveTo>
                    <a:pt x="1078943" y="1957596"/>
                  </a:moveTo>
                  <a:lnTo>
                    <a:pt x="1083041" y="1927766"/>
                  </a:lnTo>
                  <a:lnTo>
                    <a:pt x="1062496" y="1944288"/>
                  </a:lnTo>
                  <a:close/>
                  <a:moveTo>
                    <a:pt x="748118" y="1544315"/>
                  </a:moveTo>
                  <a:lnTo>
                    <a:pt x="665182" y="1573428"/>
                  </a:lnTo>
                  <a:lnTo>
                    <a:pt x="753861" y="1626323"/>
                  </a:lnTo>
                  <a:close/>
                  <a:moveTo>
                    <a:pt x="748118" y="1544315"/>
                  </a:moveTo>
                  <a:lnTo>
                    <a:pt x="743449" y="1448019"/>
                  </a:lnTo>
                  <a:lnTo>
                    <a:pt x="673159" y="1544663"/>
                  </a:lnTo>
                  <a:close/>
                  <a:moveTo>
                    <a:pt x="828181" y="1516691"/>
                  </a:moveTo>
                  <a:lnTo>
                    <a:pt x="800892" y="1434476"/>
                  </a:lnTo>
                  <a:lnTo>
                    <a:pt x="748118" y="1544315"/>
                  </a:lnTo>
                  <a:close/>
                  <a:moveTo>
                    <a:pt x="800892" y="1434476"/>
                  </a:moveTo>
                  <a:lnTo>
                    <a:pt x="743449" y="1448019"/>
                  </a:lnTo>
                  <a:lnTo>
                    <a:pt x="748118" y="1544315"/>
                  </a:lnTo>
                  <a:close/>
                  <a:moveTo>
                    <a:pt x="1449282" y="2174411"/>
                  </a:moveTo>
                  <a:lnTo>
                    <a:pt x="1486120" y="2198315"/>
                  </a:lnTo>
                  <a:lnTo>
                    <a:pt x="1489899" y="2166142"/>
                  </a:lnTo>
                  <a:close/>
                  <a:moveTo>
                    <a:pt x="1413941" y="2092196"/>
                  </a:moveTo>
                  <a:lnTo>
                    <a:pt x="1489899" y="2166142"/>
                  </a:lnTo>
                  <a:lnTo>
                    <a:pt x="1474271" y="2078755"/>
                  </a:lnTo>
                  <a:close/>
                  <a:moveTo>
                    <a:pt x="1413941" y="2092196"/>
                  </a:moveTo>
                  <a:lnTo>
                    <a:pt x="1449282" y="2174411"/>
                  </a:lnTo>
                  <a:lnTo>
                    <a:pt x="1489899" y="2166142"/>
                  </a:lnTo>
                  <a:close/>
                  <a:moveTo>
                    <a:pt x="1091759" y="1746994"/>
                  </a:moveTo>
                  <a:lnTo>
                    <a:pt x="1063581" y="1733143"/>
                  </a:lnTo>
                  <a:lnTo>
                    <a:pt x="988848" y="1669974"/>
                  </a:lnTo>
                  <a:close/>
                  <a:moveTo>
                    <a:pt x="743889" y="1352260"/>
                  </a:moveTo>
                  <a:lnTo>
                    <a:pt x="860063" y="1413806"/>
                  </a:lnTo>
                  <a:lnTo>
                    <a:pt x="786634" y="1318452"/>
                  </a:lnTo>
                  <a:close/>
                  <a:moveTo>
                    <a:pt x="790995" y="1271301"/>
                  </a:moveTo>
                  <a:lnTo>
                    <a:pt x="743889" y="1352260"/>
                  </a:lnTo>
                  <a:lnTo>
                    <a:pt x="782533" y="1303121"/>
                  </a:lnTo>
                  <a:close/>
                  <a:moveTo>
                    <a:pt x="849453" y="1274665"/>
                  </a:moveTo>
                  <a:lnTo>
                    <a:pt x="790995" y="1271301"/>
                  </a:lnTo>
                  <a:lnTo>
                    <a:pt x="782533" y="1303121"/>
                  </a:lnTo>
                  <a:close/>
                  <a:moveTo>
                    <a:pt x="382779" y="758722"/>
                  </a:moveTo>
                  <a:lnTo>
                    <a:pt x="338380" y="776754"/>
                  </a:lnTo>
                  <a:lnTo>
                    <a:pt x="412007" y="753759"/>
                  </a:lnTo>
                  <a:close/>
                  <a:moveTo>
                    <a:pt x="412007" y="753759"/>
                  </a:moveTo>
                  <a:lnTo>
                    <a:pt x="338380" y="776754"/>
                  </a:lnTo>
                  <a:lnTo>
                    <a:pt x="293760" y="805513"/>
                  </a:lnTo>
                  <a:close/>
                  <a:moveTo>
                    <a:pt x="412007" y="753759"/>
                  </a:moveTo>
                  <a:lnTo>
                    <a:pt x="293760" y="805513"/>
                  </a:lnTo>
                  <a:lnTo>
                    <a:pt x="345149" y="782444"/>
                  </a:lnTo>
                  <a:close/>
                  <a:moveTo>
                    <a:pt x="481757" y="735885"/>
                  </a:moveTo>
                  <a:lnTo>
                    <a:pt x="382779" y="758722"/>
                  </a:lnTo>
                  <a:lnTo>
                    <a:pt x="474321" y="738318"/>
                  </a:lnTo>
                  <a:close/>
                  <a:moveTo>
                    <a:pt x="357226" y="764142"/>
                  </a:moveTo>
                  <a:lnTo>
                    <a:pt x="382779" y="758722"/>
                  </a:lnTo>
                  <a:lnTo>
                    <a:pt x="481757" y="735885"/>
                  </a:lnTo>
                  <a:close/>
                  <a:moveTo>
                    <a:pt x="382779" y="758722"/>
                  </a:moveTo>
                  <a:lnTo>
                    <a:pt x="412007" y="753759"/>
                  </a:lnTo>
                  <a:lnTo>
                    <a:pt x="474321" y="738318"/>
                  </a:lnTo>
                  <a:close/>
                  <a:moveTo>
                    <a:pt x="1334988" y="1770529"/>
                  </a:moveTo>
                  <a:lnTo>
                    <a:pt x="1411279" y="1769098"/>
                  </a:lnTo>
                  <a:lnTo>
                    <a:pt x="1361275" y="1709658"/>
                  </a:lnTo>
                  <a:close/>
                  <a:moveTo>
                    <a:pt x="1361275" y="1709658"/>
                  </a:moveTo>
                  <a:lnTo>
                    <a:pt x="1411279" y="1769098"/>
                  </a:lnTo>
                  <a:lnTo>
                    <a:pt x="1444004" y="1702993"/>
                  </a:lnTo>
                  <a:close/>
                  <a:moveTo>
                    <a:pt x="1286802" y="1609519"/>
                  </a:moveTo>
                  <a:lnTo>
                    <a:pt x="1177353" y="1642684"/>
                  </a:lnTo>
                  <a:lnTo>
                    <a:pt x="1212864" y="1709129"/>
                  </a:lnTo>
                  <a:close/>
                  <a:moveTo>
                    <a:pt x="1286802" y="1609519"/>
                  </a:moveTo>
                  <a:lnTo>
                    <a:pt x="1152692" y="1560469"/>
                  </a:lnTo>
                  <a:lnTo>
                    <a:pt x="1177353" y="1642684"/>
                  </a:lnTo>
                  <a:close/>
                  <a:moveTo>
                    <a:pt x="471821" y="786426"/>
                  </a:moveTo>
                  <a:lnTo>
                    <a:pt x="474321" y="738318"/>
                  </a:lnTo>
                  <a:lnTo>
                    <a:pt x="412007" y="753759"/>
                  </a:lnTo>
                  <a:close/>
                  <a:moveTo>
                    <a:pt x="484058" y="736976"/>
                  </a:moveTo>
                  <a:lnTo>
                    <a:pt x="474321" y="738318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484058" y="736976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617478" y="789193"/>
                  </a:lnTo>
                  <a:lnTo>
                    <a:pt x="572500" y="725667"/>
                  </a:lnTo>
                  <a:close/>
                  <a:moveTo>
                    <a:pt x="532558" y="797639"/>
                  </a:moveTo>
                  <a:lnTo>
                    <a:pt x="572500" y="725667"/>
                  </a:lnTo>
                  <a:lnTo>
                    <a:pt x="484058" y="736976"/>
                  </a:lnTo>
                  <a:close/>
                  <a:moveTo>
                    <a:pt x="617478" y="789193"/>
                  </a:moveTo>
                  <a:lnTo>
                    <a:pt x="532558" y="797639"/>
                  </a:lnTo>
                  <a:lnTo>
                    <a:pt x="631923" y="803469"/>
                  </a:lnTo>
                  <a:close/>
                  <a:moveTo>
                    <a:pt x="532558" y="797639"/>
                  </a:moveTo>
                  <a:lnTo>
                    <a:pt x="561093" y="817307"/>
                  </a:lnTo>
                  <a:lnTo>
                    <a:pt x="631923" y="803469"/>
                  </a:lnTo>
                  <a:close/>
                  <a:moveTo>
                    <a:pt x="617478" y="789193"/>
                  </a:moveTo>
                  <a:lnTo>
                    <a:pt x="694922" y="786825"/>
                  </a:lnTo>
                  <a:lnTo>
                    <a:pt x="572500" y="725667"/>
                  </a:lnTo>
                  <a:close/>
                  <a:moveTo>
                    <a:pt x="694922" y="786825"/>
                  </a:moveTo>
                  <a:lnTo>
                    <a:pt x="617478" y="789193"/>
                  </a:lnTo>
                  <a:lnTo>
                    <a:pt x="711603" y="822721"/>
                  </a:lnTo>
                  <a:close/>
                  <a:moveTo>
                    <a:pt x="617478" y="789193"/>
                  </a:moveTo>
                  <a:lnTo>
                    <a:pt x="631923" y="803469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785984" y="822164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813580" y="851042"/>
                  </a:lnTo>
                  <a:lnTo>
                    <a:pt x="785984" y="822164"/>
                  </a:lnTo>
                  <a:close/>
                  <a:moveTo>
                    <a:pt x="813580" y="851042"/>
                  </a:moveTo>
                  <a:lnTo>
                    <a:pt x="746137" y="845280"/>
                  </a:lnTo>
                  <a:lnTo>
                    <a:pt x="853423" y="859103"/>
                  </a:lnTo>
                  <a:close/>
                  <a:moveTo>
                    <a:pt x="813580" y="851042"/>
                  </a:moveTo>
                  <a:lnTo>
                    <a:pt x="853423" y="859103"/>
                  </a:lnTo>
                  <a:lnTo>
                    <a:pt x="924407" y="845845"/>
                  </a:lnTo>
                  <a:close/>
                  <a:moveTo>
                    <a:pt x="1602246" y="1609590"/>
                  </a:moveTo>
                  <a:lnTo>
                    <a:pt x="1621248" y="1564066"/>
                  </a:lnTo>
                  <a:lnTo>
                    <a:pt x="1530226" y="1648027"/>
                  </a:lnTo>
                  <a:close/>
                  <a:moveTo>
                    <a:pt x="1621248" y="1564066"/>
                  </a:moveTo>
                  <a:lnTo>
                    <a:pt x="1602246" y="1609590"/>
                  </a:lnTo>
                  <a:lnTo>
                    <a:pt x="1653967" y="1488938"/>
                  </a:lnTo>
                  <a:close/>
                  <a:moveTo>
                    <a:pt x="1537711" y="1426626"/>
                  </a:moveTo>
                  <a:lnTo>
                    <a:pt x="1597690" y="1338364"/>
                  </a:lnTo>
                  <a:lnTo>
                    <a:pt x="1504048" y="1353902"/>
                  </a:lnTo>
                  <a:close/>
                  <a:moveTo>
                    <a:pt x="1608048" y="1430036"/>
                  </a:moveTo>
                  <a:lnTo>
                    <a:pt x="1681581" y="1330755"/>
                  </a:lnTo>
                  <a:lnTo>
                    <a:pt x="1597690" y="1338364"/>
                  </a:lnTo>
                  <a:close/>
                  <a:moveTo>
                    <a:pt x="1430765" y="1352887"/>
                  </a:moveTo>
                  <a:lnTo>
                    <a:pt x="1504048" y="1353902"/>
                  </a:lnTo>
                  <a:lnTo>
                    <a:pt x="1443414" y="1242511"/>
                  </a:lnTo>
                  <a:close/>
                  <a:moveTo>
                    <a:pt x="1972396" y="1735583"/>
                  </a:moveTo>
                  <a:lnTo>
                    <a:pt x="2089165" y="1779362"/>
                  </a:lnTo>
                  <a:lnTo>
                    <a:pt x="2033836" y="1697147"/>
                  </a:lnTo>
                  <a:close/>
                  <a:moveTo>
                    <a:pt x="1988427" y="1653369"/>
                  </a:moveTo>
                  <a:lnTo>
                    <a:pt x="1972396" y="1735583"/>
                  </a:lnTo>
                  <a:lnTo>
                    <a:pt x="2033836" y="1697147"/>
                  </a:lnTo>
                  <a:close/>
                  <a:moveTo>
                    <a:pt x="1710489" y="1403865"/>
                  </a:moveTo>
                  <a:lnTo>
                    <a:pt x="1752323" y="1345075"/>
                  </a:lnTo>
                  <a:lnTo>
                    <a:pt x="1721624" y="1324508"/>
                  </a:lnTo>
                  <a:close/>
                  <a:moveTo>
                    <a:pt x="2033836" y="1697147"/>
                  </a:moveTo>
                  <a:lnTo>
                    <a:pt x="2094173" y="1777654"/>
                  </a:lnTo>
                  <a:lnTo>
                    <a:pt x="2096832" y="1675399"/>
                  </a:lnTo>
                  <a:close/>
                  <a:moveTo>
                    <a:pt x="2033836" y="1697147"/>
                  </a:moveTo>
                  <a:lnTo>
                    <a:pt x="2089165" y="1779362"/>
                  </a:lnTo>
                  <a:lnTo>
                    <a:pt x="2094173" y="1777654"/>
                  </a:lnTo>
                  <a:close/>
                  <a:moveTo>
                    <a:pt x="2094173" y="1777654"/>
                  </a:moveTo>
                  <a:lnTo>
                    <a:pt x="2170683" y="1675952"/>
                  </a:lnTo>
                  <a:lnTo>
                    <a:pt x="2096832" y="1675399"/>
                  </a:lnTo>
                  <a:close/>
                  <a:moveTo>
                    <a:pt x="2179026" y="1769262"/>
                  </a:moveTo>
                  <a:lnTo>
                    <a:pt x="2261678" y="1662566"/>
                  </a:lnTo>
                  <a:lnTo>
                    <a:pt x="2170683" y="1675952"/>
                  </a:lnTo>
                  <a:close/>
                  <a:moveTo>
                    <a:pt x="2074055" y="1593826"/>
                  </a:moveTo>
                  <a:lnTo>
                    <a:pt x="2170683" y="1675952"/>
                  </a:lnTo>
                  <a:lnTo>
                    <a:pt x="2076529" y="1614932"/>
                  </a:lnTo>
                  <a:close/>
                  <a:moveTo>
                    <a:pt x="2020718" y="1532717"/>
                  </a:moveTo>
                  <a:lnTo>
                    <a:pt x="2074055" y="1593826"/>
                  </a:lnTo>
                  <a:lnTo>
                    <a:pt x="2038584" y="1522570"/>
                  </a:lnTo>
                  <a:close/>
                  <a:moveTo>
                    <a:pt x="2035773" y="1412066"/>
                  </a:moveTo>
                  <a:lnTo>
                    <a:pt x="2038584" y="1522570"/>
                  </a:lnTo>
                  <a:lnTo>
                    <a:pt x="2060843" y="1447401"/>
                  </a:lnTo>
                  <a:close/>
                  <a:moveTo>
                    <a:pt x="2020718" y="1532717"/>
                  </a:moveTo>
                  <a:lnTo>
                    <a:pt x="2038584" y="1522570"/>
                  </a:lnTo>
                  <a:lnTo>
                    <a:pt x="2035773" y="1412066"/>
                  </a:lnTo>
                  <a:close/>
                  <a:moveTo>
                    <a:pt x="1950731" y="1450502"/>
                  </a:moveTo>
                  <a:lnTo>
                    <a:pt x="2020718" y="1532717"/>
                  </a:lnTo>
                  <a:lnTo>
                    <a:pt x="2035773" y="1412066"/>
                  </a:lnTo>
                  <a:close/>
                  <a:moveTo>
                    <a:pt x="2087091" y="1412066"/>
                  </a:moveTo>
                  <a:lnTo>
                    <a:pt x="2060843" y="1447401"/>
                  </a:lnTo>
                  <a:lnTo>
                    <a:pt x="2119618" y="1417190"/>
                  </a:lnTo>
                  <a:close/>
                  <a:moveTo>
                    <a:pt x="2119618" y="1417190"/>
                  </a:moveTo>
                  <a:lnTo>
                    <a:pt x="2060843" y="1447401"/>
                  </a:lnTo>
                  <a:lnTo>
                    <a:pt x="2038584" y="1522570"/>
                  </a:lnTo>
                  <a:close/>
                  <a:moveTo>
                    <a:pt x="1770100" y="1203857"/>
                  </a:moveTo>
                  <a:lnTo>
                    <a:pt x="1840031" y="1179140"/>
                  </a:lnTo>
                  <a:lnTo>
                    <a:pt x="1817647" y="1180634"/>
                  </a:lnTo>
                  <a:close/>
                  <a:moveTo>
                    <a:pt x="1791179" y="1286072"/>
                  </a:moveTo>
                  <a:lnTo>
                    <a:pt x="1800190" y="1247636"/>
                  </a:lnTo>
                  <a:lnTo>
                    <a:pt x="1770100" y="1203857"/>
                  </a:lnTo>
                  <a:close/>
                  <a:moveTo>
                    <a:pt x="1817647" y="1180634"/>
                  </a:moveTo>
                  <a:lnTo>
                    <a:pt x="1840031" y="1179140"/>
                  </a:lnTo>
                  <a:lnTo>
                    <a:pt x="1915106" y="1181171"/>
                  </a:lnTo>
                  <a:close/>
                  <a:moveTo>
                    <a:pt x="1457320" y="791337"/>
                  </a:moveTo>
                  <a:lnTo>
                    <a:pt x="1450264" y="792781"/>
                  </a:lnTo>
                  <a:lnTo>
                    <a:pt x="1522726" y="828764"/>
                  </a:lnTo>
                  <a:close/>
                  <a:moveTo>
                    <a:pt x="1522726" y="828764"/>
                  </a:moveTo>
                  <a:lnTo>
                    <a:pt x="1390320" y="827576"/>
                  </a:lnTo>
                  <a:lnTo>
                    <a:pt x="1506272" y="836560"/>
                  </a:lnTo>
                  <a:close/>
                  <a:moveTo>
                    <a:pt x="1457320" y="791337"/>
                  </a:moveTo>
                  <a:lnTo>
                    <a:pt x="1522726" y="828764"/>
                  </a:lnTo>
                  <a:lnTo>
                    <a:pt x="1534856" y="836560"/>
                  </a:lnTo>
                  <a:close/>
                  <a:moveTo>
                    <a:pt x="2113432" y="1494281"/>
                  </a:moveTo>
                  <a:lnTo>
                    <a:pt x="2137631" y="1576495"/>
                  </a:lnTo>
                  <a:lnTo>
                    <a:pt x="2197406" y="1538059"/>
                  </a:lnTo>
                  <a:close/>
                  <a:moveTo>
                    <a:pt x="2113432" y="1494281"/>
                  </a:moveTo>
                  <a:lnTo>
                    <a:pt x="2197406" y="1538059"/>
                  </a:lnTo>
                  <a:lnTo>
                    <a:pt x="2168517" y="1455844"/>
                  </a:lnTo>
                  <a:close/>
                  <a:moveTo>
                    <a:pt x="2060843" y="1447401"/>
                  </a:moveTo>
                  <a:lnTo>
                    <a:pt x="2087091" y="1412066"/>
                  </a:lnTo>
                  <a:lnTo>
                    <a:pt x="2059464" y="1405503"/>
                  </a:lnTo>
                  <a:close/>
                  <a:moveTo>
                    <a:pt x="2260225" y="1420340"/>
                  </a:moveTo>
                  <a:lnTo>
                    <a:pt x="2136648" y="1452169"/>
                  </a:lnTo>
                  <a:lnTo>
                    <a:pt x="2184853" y="1417197"/>
                  </a:lnTo>
                  <a:close/>
                  <a:moveTo>
                    <a:pt x="2035773" y="1412066"/>
                  </a:moveTo>
                  <a:lnTo>
                    <a:pt x="2060843" y="1447401"/>
                  </a:lnTo>
                  <a:lnTo>
                    <a:pt x="2059464" y="1405503"/>
                  </a:lnTo>
                  <a:close/>
                  <a:moveTo>
                    <a:pt x="1840031" y="1179140"/>
                  </a:moveTo>
                  <a:lnTo>
                    <a:pt x="1893268" y="1219249"/>
                  </a:lnTo>
                  <a:lnTo>
                    <a:pt x="1960880" y="1209199"/>
                  </a:lnTo>
                  <a:close/>
                  <a:moveTo>
                    <a:pt x="1973776" y="1185327"/>
                  </a:moveTo>
                  <a:lnTo>
                    <a:pt x="1840031" y="1179140"/>
                  </a:lnTo>
                  <a:lnTo>
                    <a:pt x="1960880" y="1209199"/>
                  </a:lnTo>
                  <a:close/>
                  <a:moveTo>
                    <a:pt x="1915106" y="1181171"/>
                  </a:moveTo>
                  <a:lnTo>
                    <a:pt x="1840031" y="1179140"/>
                  </a:lnTo>
                  <a:lnTo>
                    <a:pt x="1973776" y="1185327"/>
                  </a:lnTo>
                  <a:close/>
                  <a:moveTo>
                    <a:pt x="2054394" y="1208089"/>
                  </a:moveTo>
                  <a:lnTo>
                    <a:pt x="1926442" y="1165420"/>
                  </a:lnTo>
                  <a:lnTo>
                    <a:pt x="1915106" y="1181171"/>
                  </a:lnTo>
                  <a:close/>
                  <a:moveTo>
                    <a:pt x="2054394" y="1208089"/>
                  </a:moveTo>
                  <a:lnTo>
                    <a:pt x="1915106" y="1181171"/>
                  </a:lnTo>
                  <a:lnTo>
                    <a:pt x="1973776" y="1185327"/>
                  </a:lnTo>
                  <a:close/>
                  <a:moveTo>
                    <a:pt x="1522726" y="828764"/>
                  </a:moveTo>
                  <a:lnTo>
                    <a:pt x="1506272" y="836560"/>
                  </a:lnTo>
                  <a:lnTo>
                    <a:pt x="1528294" y="833729"/>
                  </a:lnTo>
                  <a:close/>
                  <a:moveTo>
                    <a:pt x="1528294" y="833729"/>
                  </a:moveTo>
                  <a:lnTo>
                    <a:pt x="1534856" y="836560"/>
                  </a:lnTo>
                  <a:lnTo>
                    <a:pt x="1522726" y="828764"/>
                  </a:lnTo>
                  <a:close/>
                  <a:moveTo>
                    <a:pt x="1605509" y="754344"/>
                  </a:moveTo>
                  <a:lnTo>
                    <a:pt x="1663261" y="798123"/>
                  </a:lnTo>
                  <a:lnTo>
                    <a:pt x="1643409" y="715908"/>
                  </a:lnTo>
                  <a:close/>
                  <a:moveTo>
                    <a:pt x="2306750" y="1379091"/>
                  </a:moveTo>
                  <a:lnTo>
                    <a:pt x="2184853" y="1417197"/>
                  </a:lnTo>
                  <a:lnTo>
                    <a:pt x="2230245" y="1371706"/>
                  </a:lnTo>
                  <a:close/>
                  <a:moveTo>
                    <a:pt x="2359278" y="1383036"/>
                  </a:moveTo>
                  <a:lnTo>
                    <a:pt x="2380033" y="1374423"/>
                  </a:lnTo>
                  <a:lnTo>
                    <a:pt x="2306750" y="1379091"/>
                  </a:lnTo>
                  <a:close/>
                  <a:moveTo>
                    <a:pt x="1658260" y="513042"/>
                  </a:moveTo>
                  <a:lnTo>
                    <a:pt x="1677668" y="595256"/>
                  </a:lnTo>
                  <a:lnTo>
                    <a:pt x="1718157" y="556820"/>
                  </a:lnTo>
                  <a:close/>
                  <a:moveTo>
                    <a:pt x="1676075" y="392390"/>
                  </a:moveTo>
                  <a:lnTo>
                    <a:pt x="1690439" y="422724"/>
                  </a:lnTo>
                  <a:lnTo>
                    <a:pt x="1658260" y="513042"/>
                  </a:lnTo>
                  <a:close/>
                  <a:moveTo>
                    <a:pt x="2111176" y="774780"/>
                  </a:moveTo>
                  <a:lnTo>
                    <a:pt x="2081075" y="787380"/>
                  </a:lnTo>
                  <a:lnTo>
                    <a:pt x="2043687" y="803466"/>
                  </a:lnTo>
                  <a:close/>
                  <a:moveTo>
                    <a:pt x="2094823" y="803466"/>
                  </a:moveTo>
                  <a:lnTo>
                    <a:pt x="2081075" y="787380"/>
                  </a:lnTo>
                  <a:lnTo>
                    <a:pt x="2144410" y="835580"/>
                  </a:lnTo>
                  <a:close/>
                  <a:moveTo>
                    <a:pt x="2144410" y="835580"/>
                  </a:moveTo>
                  <a:lnTo>
                    <a:pt x="2081075" y="787380"/>
                  </a:lnTo>
                  <a:lnTo>
                    <a:pt x="2111176" y="774780"/>
                  </a:lnTo>
                  <a:close/>
                  <a:moveTo>
                    <a:pt x="2128496" y="765029"/>
                  </a:moveTo>
                  <a:lnTo>
                    <a:pt x="2147312" y="794123"/>
                  </a:lnTo>
                  <a:lnTo>
                    <a:pt x="2144410" y="835580"/>
                  </a:lnTo>
                  <a:close/>
                  <a:moveTo>
                    <a:pt x="2111176" y="774780"/>
                  </a:moveTo>
                  <a:lnTo>
                    <a:pt x="2128496" y="765029"/>
                  </a:lnTo>
                  <a:lnTo>
                    <a:pt x="2144410" y="835580"/>
                  </a:lnTo>
                  <a:close/>
                  <a:moveTo>
                    <a:pt x="1980895" y="781542"/>
                  </a:moveTo>
                  <a:lnTo>
                    <a:pt x="2081075" y="787380"/>
                  </a:lnTo>
                  <a:lnTo>
                    <a:pt x="2103626" y="746552"/>
                  </a:lnTo>
                  <a:close/>
                  <a:moveTo>
                    <a:pt x="1763432" y="310594"/>
                  </a:moveTo>
                  <a:lnTo>
                    <a:pt x="1713549" y="339295"/>
                  </a:lnTo>
                  <a:lnTo>
                    <a:pt x="1676075" y="392390"/>
                  </a:lnTo>
                  <a:close/>
                  <a:moveTo>
                    <a:pt x="2158347" y="457282"/>
                  </a:moveTo>
                  <a:lnTo>
                    <a:pt x="2022854" y="436169"/>
                  </a:lnTo>
                  <a:lnTo>
                    <a:pt x="2027475" y="461835"/>
                  </a:lnTo>
                  <a:close/>
                  <a:moveTo>
                    <a:pt x="1834457" y="297488"/>
                  </a:moveTo>
                  <a:lnTo>
                    <a:pt x="1763432" y="310594"/>
                  </a:lnTo>
                  <a:lnTo>
                    <a:pt x="1885522" y="273211"/>
                  </a:lnTo>
                  <a:close/>
                  <a:moveTo>
                    <a:pt x="1885522" y="273211"/>
                  </a:moveTo>
                  <a:lnTo>
                    <a:pt x="1934139" y="233302"/>
                  </a:lnTo>
                  <a:lnTo>
                    <a:pt x="1937464" y="242988"/>
                  </a:lnTo>
                  <a:close/>
                  <a:moveTo>
                    <a:pt x="1944868" y="216436"/>
                  </a:moveTo>
                  <a:lnTo>
                    <a:pt x="1937464" y="242988"/>
                  </a:lnTo>
                  <a:lnTo>
                    <a:pt x="1934139" y="233302"/>
                  </a:lnTo>
                  <a:close/>
                  <a:moveTo>
                    <a:pt x="2284352" y="434536"/>
                  </a:moveTo>
                  <a:lnTo>
                    <a:pt x="2219677" y="407928"/>
                  </a:lnTo>
                  <a:lnTo>
                    <a:pt x="2158347" y="457282"/>
                  </a:lnTo>
                  <a:close/>
                  <a:moveTo>
                    <a:pt x="1944868" y="216436"/>
                  </a:moveTo>
                  <a:lnTo>
                    <a:pt x="1986785" y="202891"/>
                  </a:lnTo>
                  <a:lnTo>
                    <a:pt x="1981489" y="151087"/>
                  </a:lnTo>
                  <a:close/>
                  <a:moveTo>
                    <a:pt x="1981489" y="151087"/>
                  </a:moveTo>
                  <a:lnTo>
                    <a:pt x="1986785" y="202891"/>
                  </a:lnTo>
                  <a:lnTo>
                    <a:pt x="1998347" y="194865"/>
                  </a:lnTo>
                  <a:close/>
                  <a:moveTo>
                    <a:pt x="1981489" y="151087"/>
                  </a:moveTo>
                  <a:lnTo>
                    <a:pt x="1998347" y="194865"/>
                  </a:lnTo>
                  <a:lnTo>
                    <a:pt x="1993394" y="112651"/>
                  </a:lnTo>
                  <a:close/>
                  <a:moveTo>
                    <a:pt x="2403609" y="386557"/>
                  </a:moveTo>
                  <a:lnTo>
                    <a:pt x="2344128" y="379372"/>
                  </a:lnTo>
                  <a:lnTo>
                    <a:pt x="2284352" y="434536"/>
                  </a:lnTo>
                  <a:close/>
                  <a:moveTo>
                    <a:pt x="2152456" y="4852"/>
                  </a:moveTo>
                  <a:lnTo>
                    <a:pt x="2033247" y="53013"/>
                  </a:lnTo>
                  <a:lnTo>
                    <a:pt x="2088229" y="43379"/>
                  </a:lnTo>
                  <a:close/>
                  <a:moveTo>
                    <a:pt x="2283247" y="0"/>
                  </a:moveTo>
                  <a:lnTo>
                    <a:pt x="2225691" y="11"/>
                  </a:lnTo>
                  <a:lnTo>
                    <a:pt x="2152456" y="4852"/>
                  </a:lnTo>
                  <a:close/>
                  <a:moveTo>
                    <a:pt x="2283247" y="0"/>
                  </a:moveTo>
                  <a:lnTo>
                    <a:pt x="2152456" y="4852"/>
                  </a:lnTo>
                  <a:lnTo>
                    <a:pt x="2215755" y="26314"/>
                  </a:lnTo>
                  <a:close/>
                  <a:moveTo>
                    <a:pt x="2361042" y="12204"/>
                  </a:moveTo>
                  <a:lnTo>
                    <a:pt x="2225691" y="11"/>
                  </a:lnTo>
                  <a:lnTo>
                    <a:pt x="2283247" y="0"/>
                  </a:lnTo>
                  <a:close/>
                  <a:moveTo>
                    <a:pt x="2713343" y="408417"/>
                  </a:moveTo>
                  <a:lnTo>
                    <a:pt x="2738254" y="371365"/>
                  </a:lnTo>
                  <a:lnTo>
                    <a:pt x="2664479" y="415859"/>
                  </a:lnTo>
                  <a:close/>
                  <a:moveTo>
                    <a:pt x="2664479" y="415859"/>
                  </a:moveTo>
                  <a:lnTo>
                    <a:pt x="2738254" y="371365"/>
                  </a:lnTo>
                  <a:lnTo>
                    <a:pt x="2714073" y="336041"/>
                  </a:lnTo>
                  <a:close/>
                  <a:moveTo>
                    <a:pt x="2438876" y="177809"/>
                  </a:moveTo>
                  <a:lnTo>
                    <a:pt x="2524914" y="168454"/>
                  </a:lnTo>
                  <a:lnTo>
                    <a:pt x="2498429" y="89894"/>
                  </a:lnTo>
                  <a:close/>
                  <a:moveTo>
                    <a:pt x="2438876" y="177809"/>
                  </a:moveTo>
                  <a:lnTo>
                    <a:pt x="2498429" y="89894"/>
                  </a:lnTo>
                  <a:lnTo>
                    <a:pt x="2422050" y="91397"/>
                  </a:lnTo>
                  <a:close/>
                  <a:moveTo>
                    <a:pt x="2524914" y="168454"/>
                  </a:moveTo>
                  <a:lnTo>
                    <a:pt x="2574229" y="88861"/>
                  </a:lnTo>
                  <a:lnTo>
                    <a:pt x="2498429" y="89894"/>
                  </a:lnTo>
                  <a:close/>
                  <a:moveTo>
                    <a:pt x="2343704" y="94499"/>
                  </a:moveTo>
                  <a:lnTo>
                    <a:pt x="2422050" y="91397"/>
                  </a:lnTo>
                  <a:lnTo>
                    <a:pt x="2378350" y="26833"/>
                  </a:lnTo>
                  <a:close/>
                  <a:moveTo>
                    <a:pt x="2343704" y="94499"/>
                  </a:moveTo>
                  <a:lnTo>
                    <a:pt x="2378350" y="26833"/>
                  </a:lnTo>
                  <a:lnTo>
                    <a:pt x="2310488" y="21411"/>
                  </a:lnTo>
                  <a:close/>
                  <a:moveTo>
                    <a:pt x="2422050" y="91397"/>
                  </a:moveTo>
                  <a:lnTo>
                    <a:pt x="2498429" y="89894"/>
                  </a:lnTo>
                  <a:lnTo>
                    <a:pt x="2448602" y="30310"/>
                  </a:lnTo>
                  <a:close/>
                  <a:moveTo>
                    <a:pt x="2422050" y="91397"/>
                  </a:moveTo>
                  <a:lnTo>
                    <a:pt x="2448602" y="30310"/>
                  </a:lnTo>
                  <a:lnTo>
                    <a:pt x="2378350" y="26833"/>
                  </a:lnTo>
                  <a:close/>
                  <a:moveTo>
                    <a:pt x="2222098" y="32678"/>
                  </a:moveTo>
                  <a:lnTo>
                    <a:pt x="2310488" y="21411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61042" y="12204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78350" y="26833"/>
                  </a:lnTo>
                  <a:lnTo>
                    <a:pt x="2361042" y="12204"/>
                  </a:lnTo>
                  <a:close/>
                  <a:moveTo>
                    <a:pt x="2759549" y="399161"/>
                  </a:moveTo>
                  <a:lnTo>
                    <a:pt x="2807342" y="351014"/>
                  </a:lnTo>
                  <a:lnTo>
                    <a:pt x="2738254" y="37136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03" name="Candidate_density__2122">
              <a:extLst>
                <a:ext uri="{FF2B5EF4-FFF2-40B4-BE49-F238E27FC236}">
                  <a16:creationId xmlns:a16="http://schemas.microsoft.com/office/drawing/2014/main" id="{192C95A5-7B18-84AA-4412-5B0C0D72E46D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799509"/>
              <a:ext cx="2838924" cy="2086190"/>
            </a:xfrm>
            <a:custGeom>
              <a:avLst/>
              <a:gdLst/>
              <a:ahLst/>
              <a:cxnLst/>
              <a:rect l="0" t="0" r="0" b="0"/>
              <a:pathLst>
                <a:path w="2838924" h="2086190">
                  <a:moveTo>
                    <a:pt x="689313" y="1986664"/>
                  </a:moveTo>
                  <a:lnTo>
                    <a:pt x="637859" y="2009490"/>
                  </a:lnTo>
                  <a:lnTo>
                    <a:pt x="771885" y="2016733"/>
                  </a:lnTo>
                  <a:close/>
                  <a:moveTo>
                    <a:pt x="137769" y="1392726"/>
                  </a:moveTo>
                  <a:lnTo>
                    <a:pt x="193372" y="1461563"/>
                  </a:lnTo>
                  <a:lnTo>
                    <a:pt x="170800" y="1441318"/>
                  </a:lnTo>
                  <a:close/>
                  <a:moveTo>
                    <a:pt x="179015" y="1417784"/>
                  </a:moveTo>
                  <a:lnTo>
                    <a:pt x="137769" y="1392726"/>
                  </a:lnTo>
                  <a:lnTo>
                    <a:pt x="92799" y="1329194"/>
                  </a:lnTo>
                  <a:close/>
                  <a:moveTo>
                    <a:pt x="26151" y="1297133"/>
                  </a:moveTo>
                  <a:lnTo>
                    <a:pt x="0" y="1296586"/>
                  </a:lnTo>
                  <a:lnTo>
                    <a:pt x="39402" y="1312012"/>
                  </a:lnTo>
                  <a:close/>
                  <a:moveTo>
                    <a:pt x="0" y="1296586"/>
                  </a:moveTo>
                  <a:lnTo>
                    <a:pt x="83157" y="1328840"/>
                  </a:lnTo>
                  <a:lnTo>
                    <a:pt x="39402" y="1312012"/>
                  </a:lnTo>
                  <a:close/>
                  <a:moveTo>
                    <a:pt x="83157" y="1328840"/>
                  </a:moveTo>
                  <a:lnTo>
                    <a:pt x="92799" y="1329194"/>
                  </a:lnTo>
                  <a:lnTo>
                    <a:pt x="39402" y="1312012"/>
                  </a:lnTo>
                  <a:close/>
                  <a:moveTo>
                    <a:pt x="116942" y="1379348"/>
                  </a:moveTo>
                  <a:lnTo>
                    <a:pt x="137769" y="1392726"/>
                  </a:lnTo>
                  <a:lnTo>
                    <a:pt x="170800" y="1441318"/>
                  </a:lnTo>
                  <a:close/>
                  <a:moveTo>
                    <a:pt x="137769" y="1392726"/>
                  </a:moveTo>
                  <a:lnTo>
                    <a:pt x="116942" y="1379348"/>
                  </a:lnTo>
                  <a:lnTo>
                    <a:pt x="39402" y="1312012"/>
                  </a:lnTo>
                  <a:close/>
                  <a:moveTo>
                    <a:pt x="92799" y="1329194"/>
                  </a:moveTo>
                  <a:lnTo>
                    <a:pt x="137769" y="1392726"/>
                  </a:lnTo>
                  <a:lnTo>
                    <a:pt x="39402" y="1312012"/>
                  </a:lnTo>
                  <a:close/>
                  <a:moveTo>
                    <a:pt x="771885" y="2016733"/>
                  </a:moveTo>
                  <a:lnTo>
                    <a:pt x="821334" y="1986410"/>
                  </a:lnTo>
                  <a:lnTo>
                    <a:pt x="689313" y="1986664"/>
                  </a:lnTo>
                  <a:close/>
                  <a:moveTo>
                    <a:pt x="336793" y="1289423"/>
                  </a:moveTo>
                  <a:lnTo>
                    <a:pt x="304200" y="1278513"/>
                  </a:lnTo>
                  <a:lnTo>
                    <a:pt x="279386" y="1258696"/>
                  </a:lnTo>
                  <a:close/>
                  <a:moveTo>
                    <a:pt x="821334" y="1986410"/>
                  </a:moveTo>
                  <a:lnTo>
                    <a:pt x="893723" y="1978402"/>
                  </a:lnTo>
                  <a:lnTo>
                    <a:pt x="934037" y="1913927"/>
                  </a:lnTo>
                  <a:close/>
                  <a:moveTo>
                    <a:pt x="1318809" y="2086190"/>
                  </a:moveTo>
                  <a:lnTo>
                    <a:pt x="1252217" y="2052377"/>
                  </a:lnTo>
                  <a:lnTo>
                    <a:pt x="1200580" y="2074513"/>
                  </a:lnTo>
                  <a:close/>
                  <a:moveTo>
                    <a:pt x="1126955" y="2077902"/>
                  </a:moveTo>
                  <a:lnTo>
                    <a:pt x="1200580" y="2074513"/>
                  </a:lnTo>
                  <a:lnTo>
                    <a:pt x="1252217" y="2052377"/>
                  </a:lnTo>
                  <a:close/>
                  <a:moveTo>
                    <a:pt x="687366" y="1466905"/>
                  </a:moveTo>
                  <a:lnTo>
                    <a:pt x="715321" y="1428469"/>
                  </a:lnTo>
                  <a:lnTo>
                    <a:pt x="665027" y="1465457"/>
                  </a:lnTo>
                  <a:close/>
                  <a:moveTo>
                    <a:pt x="1269037" y="1779591"/>
                  </a:moveTo>
                  <a:lnTo>
                    <a:pt x="1255241" y="1848479"/>
                  </a:lnTo>
                  <a:lnTo>
                    <a:pt x="1300361" y="1801108"/>
                  </a:lnTo>
                  <a:close/>
                  <a:moveTo>
                    <a:pt x="1269037" y="1779591"/>
                  </a:moveTo>
                  <a:lnTo>
                    <a:pt x="1300361" y="1801108"/>
                  </a:lnTo>
                  <a:lnTo>
                    <a:pt x="1282211" y="1734111"/>
                  </a:lnTo>
                  <a:close/>
                  <a:moveTo>
                    <a:pt x="934028" y="1390032"/>
                  </a:moveTo>
                  <a:lnTo>
                    <a:pt x="944732" y="1461100"/>
                  </a:lnTo>
                  <a:lnTo>
                    <a:pt x="953889" y="1472247"/>
                  </a:lnTo>
                  <a:close/>
                  <a:moveTo>
                    <a:pt x="605882" y="978957"/>
                  </a:moveTo>
                  <a:lnTo>
                    <a:pt x="657866" y="1008279"/>
                  </a:lnTo>
                  <a:lnTo>
                    <a:pt x="684620" y="950830"/>
                  </a:lnTo>
                  <a:close/>
                  <a:moveTo>
                    <a:pt x="684620" y="950830"/>
                  </a:moveTo>
                  <a:lnTo>
                    <a:pt x="640980" y="945146"/>
                  </a:lnTo>
                  <a:lnTo>
                    <a:pt x="605882" y="978957"/>
                  </a:lnTo>
                  <a:close/>
                  <a:moveTo>
                    <a:pt x="676051" y="940520"/>
                  </a:moveTo>
                  <a:lnTo>
                    <a:pt x="596090" y="896742"/>
                  </a:lnTo>
                  <a:lnTo>
                    <a:pt x="673813" y="858305"/>
                  </a:lnTo>
                  <a:close/>
                  <a:moveTo>
                    <a:pt x="644816" y="783005"/>
                  </a:moveTo>
                  <a:lnTo>
                    <a:pt x="676161" y="858305"/>
                  </a:lnTo>
                  <a:lnTo>
                    <a:pt x="673557" y="851745"/>
                  </a:lnTo>
                  <a:close/>
                  <a:moveTo>
                    <a:pt x="1381455" y="1648697"/>
                  </a:moveTo>
                  <a:lnTo>
                    <a:pt x="1282211" y="1734111"/>
                  </a:lnTo>
                  <a:lnTo>
                    <a:pt x="1356296" y="1732446"/>
                  </a:lnTo>
                  <a:close/>
                  <a:moveTo>
                    <a:pt x="1433071" y="1667327"/>
                  </a:moveTo>
                  <a:lnTo>
                    <a:pt x="1381455" y="1648697"/>
                  </a:lnTo>
                  <a:lnTo>
                    <a:pt x="1356296" y="1732446"/>
                  </a:lnTo>
                  <a:close/>
                  <a:moveTo>
                    <a:pt x="970855" y="1127318"/>
                  </a:moveTo>
                  <a:lnTo>
                    <a:pt x="947079" y="1104951"/>
                  </a:lnTo>
                  <a:lnTo>
                    <a:pt x="969108" y="1066514"/>
                  </a:lnTo>
                  <a:close/>
                  <a:moveTo>
                    <a:pt x="947079" y="1104951"/>
                  </a:moveTo>
                  <a:lnTo>
                    <a:pt x="959978" y="984299"/>
                  </a:lnTo>
                  <a:lnTo>
                    <a:pt x="969108" y="1066514"/>
                  </a:lnTo>
                  <a:close/>
                  <a:moveTo>
                    <a:pt x="678210" y="819869"/>
                  </a:moveTo>
                  <a:lnTo>
                    <a:pt x="673813" y="858305"/>
                  </a:lnTo>
                  <a:lnTo>
                    <a:pt x="711341" y="777811"/>
                  </a:lnTo>
                  <a:close/>
                  <a:moveTo>
                    <a:pt x="673813" y="858305"/>
                  </a:moveTo>
                  <a:lnTo>
                    <a:pt x="673557" y="851745"/>
                  </a:lnTo>
                  <a:lnTo>
                    <a:pt x="711341" y="777811"/>
                  </a:lnTo>
                  <a:close/>
                  <a:moveTo>
                    <a:pt x="735541" y="819869"/>
                  </a:moveTo>
                  <a:lnTo>
                    <a:pt x="711341" y="777811"/>
                  </a:lnTo>
                  <a:lnTo>
                    <a:pt x="673557" y="851745"/>
                  </a:lnTo>
                  <a:close/>
                  <a:moveTo>
                    <a:pt x="1368230" y="1559357"/>
                  </a:moveTo>
                  <a:lnTo>
                    <a:pt x="1472095" y="1635601"/>
                  </a:lnTo>
                  <a:lnTo>
                    <a:pt x="1395815" y="1637022"/>
                  </a:lnTo>
                  <a:close/>
                  <a:moveTo>
                    <a:pt x="993662" y="981452"/>
                  </a:moveTo>
                  <a:lnTo>
                    <a:pt x="1037285" y="1046080"/>
                  </a:lnTo>
                  <a:lnTo>
                    <a:pt x="983074" y="1021259"/>
                  </a:lnTo>
                  <a:close/>
                  <a:moveTo>
                    <a:pt x="1493595" y="1217753"/>
                  </a:moveTo>
                  <a:lnTo>
                    <a:pt x="1495257" y="1316494"/>
                  </a:lnTo>
                  <a:lnTo>
                    <a:pt x="1563932" y="1221163"/>
                  </a:lnTo>
                  <a:close/>
                  <a:moveTo>
                    <a:pt x="1666198" y="1197850"/>
                  </a:moveTo>
                  <a:lnTo>
                    <a:pt x="1563932" y="1221163"/>
                  </a:lnTo>
                  <a:lnTo>
                    <a:pt x="1556583" y="1278362"/>
                  </a:lnTo>
                  <a:close/>
                  <a:moveTo>
                    <a:pt x="1399298" y="1033638"/>
                  </a:moveTo>
                  <a:lnTo>
                    <a:pt x="1433755" y="1097785"/>
                  </a:lnTo>
                  <a:lnTo>
                    <a:pt x="1408939" y="1071856"/>
                  </a:lnTo>
                  <a:close/>
                  <a:moveTo>
                    <a:pt x="1399298" y="1033638"/>
                  </a:moveTo>
                  <a:lnTo>
                    <a:pt x="1408939" y="1071856"/>
                  </a:lnTo>
                  <a:lnTo>
                    <a:pt x="1399509" y="1033204"/>
                  </a:lnTo>
                  <a:close/>
                  <a:moveTo>
                    <a:pt x="2131186" y="1387815"/>
                  </a:moveTo>
                  <a:lnTo>
                    <a:pt x="2179421" y="1384610"/>
                  </a:lnTo>
                  <a:lnTo>
                    <a:pt x="2217867" y="1433244"/>
                  </a:lnTo>
                  <a:close/>
                  <a:moveTo>
                    <a:pt x="1872616" y="1151984"/>
                  </a:moveTo>
                  <a:lnTo>
                    <a:pt x="1984010" y="1120977"/>
                  </a:lnTo>
                  <a:lnTo>
                    <a:pt x="1906993" y="1106907"/>
                  </a:lnTo>
                  <a:close/>
                  <a:moveTo>
                    <a:pt x="2264560" y="1392615"/>
                  </a:moveTo>
                  <a:lnTo>
                    <a:pt x="2217867" y="1433244"/>
                  </a:lnTo>
                  <a:lnTo>
                    <a:pt x="2339924" y="1395733"/>
                  </a:lnTo>
                  <a:close/>
                  <a:moveTo>
                    <a:pt x="1945304" y="1034946"/>
                  </a:moveTo>
                  <a:lnTo>
                    <a:pt x="1850558" y="1120977"/>
                  </a:lnTo>
                  <a:lnTo>
                    <a:pt x="1906993" y="1106907"/>
                  </a:lnTo>
                  <a:close/>
                  <a:moveTo>
                    <a:pt x="1686981" y="841636"/>
                  </a:moveTo>
                  <a:lnTo>
                    <a:pt x="1703925" y="874331"/>
                  </a:lnTo>
                  <a:lnTo>
                    <a:pt x="1717922" y="856286"/>
                  </a:lnTo>
                  <a:close/>
                  <a:moveTo>
                    <a:pt x="1887276" y="918110"/>
                  </a:moveTo>
                  <a:lnTo>
                    <a:pt x="1805065" y="946125"/>
                  </a:lnTo>
                  <a:lnTo>
                    <a:pt x="1905884" y="887560"/>
                  </a:lnTo>
                  <a:close/>
                  <a:moveTo>
                    <a:pt x="2412030" y="1411401"/>
                  </a:moveTo>
                  <a:lnTo>
                    <a:pt x="2421964" y="1408703"/>
                  </a:lnTo>
                  <a:lnTo>
                    <a:pt x="2339924" y="1395733"/>
                  </a:lnTo>
                  <a:close/>
                  <a:moveTo>
                    <a:pt x="2339924" y="1395733"/>
                  </a:moveTo>
                  <a:lnTo>
                    <a:pt x="2421964" y="1408703"/>
                  </a:lnTo>
                  <a:lnTo>
                    <a:pt x="2459241" y="1347981"/>
                  </a:lnTo>
                  <a:close/>
                  <a:moveTo>
                    <a:pt x="2339924" y="1395733"/>
                  </a:moveTo>
                  <a:lnTo>
                    <a:pt x="2459241" y="1347981"/>
                  </a:lnTo>
                  <a:lnTo>
                    <a:pt x="2389767" y="1366885"/>
                  </a:lnTo>
                  <a:close/>
                  <a:moveTo>
                    <a:pt x="2264560" y="1392615"/>
                  </a:moveTo>
                  <a:lnTo>
                    <a:pt x="2339924" y="1395733"/>
                  </a:lnTo>
                  <a:lnTo>
                    <a:pt x="2389767" y="1366885"/>
                  </a:lnTo>
                  <a:close/>
                  <a:moveTo>
                    <a:pt x="2469746" y="1269765"/>
                  </a:moveTo>
                  <a:lnTo>
                    <a:pt x="2389767" y="1366885"/>
                  </a:lnTo>
                  <a:lnTo>
                    <a:pt x="2459241" y="1347981"/>
                  </a:lnTo>
                  <a:close/>
                  <a:moveTo>
                    <a:pt x="2152874" y="444770"/>
                  </a:moveTo>
                  <a:lnTo>
                    <a:pt x="2163489" y="536232"/>
                  </a:lnTo>
                  <a:lnTo>
                    <a:pt x="2196455" y="556155"/>
                  </a:lnTo>
                  <a:close/>
                  <a:moveTo>
                    <a:pt x="1975917" y="225136"/>
                  </a:moveTo>
                  <a:lnTo>
                    <a:pt x="2009413" y="135170"/>
                  </a:lnTo>
                  <a:lnTo>
                    <a:pt x="1903559" y="125906"/>
                  </a:lnTo>
                  <a:close/>
                  <a:moveTo>
                    <a:pt x="2293414" y="29770"/>
                  </a:moveTo>
                  <a:lnTo>
                    <a:pt x="2323301" y="42369"/>
                  </a:lnTo>
                  <a:lnTo>
                    <a:pt x="2282019" y="0"/>
                  </a:lnTo>
                  <a:close/>
                  <a:moveTo>
                    <a:pt x="2822190" y="264180"/>
                  </a:moveTo>
                  <a:lnTo>
                    <a:pt x="2838924" y="363973"/>
                  </a:lnTo>
                  <a:lnTo>
                    <a:pt x="2838674" y="281758"/>
                  </a:lnTo>
                  <a:close/>
                  <a:moveTo>
                    <a:pt x="2822190" y="264180"/>
                  </a:moveTo>
                  <a:lnTo>
                    <a:pt x="2832518" y="355876"/>
                  </a:lnTo>
                  <a:lnTo>
                    <a:pt x="2838924" y="363973"/>
                  </a:lnTo>
                  <a:close/>
                  <a:moveTo>
                    <a:pt x="2793248" y="187617"/>
                  </a:moveTo>
                  <a:lnTo>
                    <a:pt x="2838674" y="281758"/>
                  </a:lnTo>
                  <a:lnTo>
                    <a:pt x="2804697" y="19954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04" name="Candidate_density__2123">
              <a:extLst>
                <a:ext uri="{FF2B5EF4-FFF2-40B4-BE49-F238E27FC236}">
                  <a16:creationId xmlns:a16="http://schemas.microsoft.com/office/drawing/2014/main" id="{8C8659E0-3524-DA68-8F94-208FCF2CF0C1}"/>
                </a:ext>
              </a:extLst>
            </p:cNvPr>
            <p:cNvSpPr>
              <a:spLocks noGrp="1"/>
            </p:cNvSpPr>
            <p:nvPr/>
          </p:nvSpPr>
          <p:spPr>
            <a:xfrm>
              <a:off x="3899137" y="1590635"/>
              <a:ext cx="2330646" cy="2183598"/>
            </a:xfrm>
            <a:custGeom>
              <a:avLst/>
              <a:gdLst/>
              <a:ahLst/>
              <a:cxnLst/>
              <a:rect l="0" t="0" r="0" b="0"/>
              <a:pathLst>
                <a:path w="2330646" h="2183598">
                  <a:moveTo>
                    <a:pt x="244151" y="2081512"/>
                  </a:moveTo>
                  <a:lnTo>
                    <a:pt x="332024" y="2134454"/>
                  </a:lnTo>
                  <a:lnTo>
                    <a:pt x="309594" y="2052598"/>
                  </a:lnTo>
                  <a:close/>
                  <a:moveTo>
                    <a:pt x="244151" y="2081512"/>
                  </a:moveTo>
                  <a:lnTo>
                    <a:pt x="270844" y="2163727"/>
                  </a:lnTo>
                  <a:lnTo>
                    <a:pt x="332024" y="2134454"/>
                  </a:lnTo>
                  <a:close/>
                  <a:moveTo>
                    <a:pt x="350135" y="2125291"/>
                  </a:moveTo>
                  <a:lnTo>
                    <a:pt x="330565" y="2043075"/>
                  </a:lnTo>
                  <a:lnTo>
                    <a:pt x="332024" y="2134454"/>
                  </a:lnTo>
                  <a:close/>
                  <a:moveTo>
                    <a:pt x="330565" y="2043075"/>
                  </a:moveTo>
                  <a:lnTo>
                    <a:pt x="309594" y="2052598"/>
                  </a:lnTo>
                  <a:lnTo>
                    <a:pt x="332024" y="2134454"/>
                  </a:lnTo>
                  <a:close/>
                  <a:moveTo>
                    <a:pt x="247495" y="1999297"/>
                  </a:moveTo>
                  <a:lnTo>
                    <a:pt x="309594" y="2052598"/>
                  </a:lnTo>
                  <a:lnTo>
                    <a:pt x="266770" y="1987321"/>
                  </a:lnTo>
                  <a:close/>
                  <a:moveTo>
                    <a:pt x="247495" y="1999297"/>
                  </a:moveTo>
                  <a:lnTo>
                    <a:pt x="244151" y="2081512"/>
                  </a:lnTo>
                  <a:lnTo>
                    <a:pt x="309594" y="2052598"/>
                  </a:lnTo>
                  <a:close/>
                  <a:moveTo>
                    <a:pt x="330565" y="2043075"/>
                  </a:moveTo>
                  <a:lnTo>
                    <a:pt x="307567" y="1960860"/>
                  </a:lnTo>
                  <a:lnTo>
                    <a:pt x="309594" y="2052598"/>
                  </a:lnTo>
                  <a:close/>
                  <a:moveTo>
                    <a:pt x="307567" y="1960860"/>
                  </a:moveTo>
                  <a:lnTo>
                    <a:pt x="266770" y="1987321"/>
                  </a:lnTo>
                  <a:lnTo>
                    <a:pt x="309594" y="2052598"/>
                  </a:lnTo>
                  <a:close/>
                  <a:moveTo>
                    <a:pt x="440999" y="2004639"/>
                  </a:moveTo>
                  <a:lnTo>
                    <a:pt x="307567" y="1960860"/>
                  </a:lnTo>
                  <a:lnTo>
                    <a:pt x="330565" y="2043075"/>
                  </a:lnTo>
                  <a:close/>
                  <a:moveTo>
                    <a:pt x="74491" y="1521995"/>
                  </a:moveTo>
                  <a:lnTo>
                    <a:pt x="0" y="1521962"/>
                  </a:lnTo>
                  <a:lnTo>
                    <a:pt x="92220" y="1528672"/>
                  </a:lnTo>
                  <a:close/>
                  <a:moveTo>
                    <a:pt x="151189" y="1470490"/>
                  </a:moveTo>
                  <a:lnTo>
                    <a:pt x="74491" y="1521995"/>
                  </a:lnTo>
                  <a:lnTo>
                    <a:pt x="99867" y="1511348"/>
                  </a:lnTo>
                  <a:close/>
                  <a:moveTo>
                    <a:pt x="74491" y="1521995"/>
                  </a:moveTo>
                  <a:lnTo>
                    <a:pt x="92220" y="1528672"/>
                  </a:lnTo>
                  <a:lnTo>
                    <a:pt x="99867" y="1511348"/>
                  </a:lnTo>
                  <a:close/>
                  <a:moveTo>
                    <a:pt x="197683" y="1482434"/>
                  </a:moveTo>
                  <a:lnTo>
                    <a:pt x="99867" y="1511348"/>
                  </a:lnTo>
                  <a:lnTo>
                    <a:pt x="220825" y="1515644"/>
                  </a:lnTo>
                  <a:close/>
                  <a:moveTo>
                    <a:pt x="99867" y="1511348"/>
                  </a:moveTo>
                  <a:lnTo>
                    <a:pt x="92220" y="1528672"/>
                  </a:lnTo>
                  <a:lnTo>
                    <a:pt x="220825" y="1515644"/>
                  </a:lnTo>
                  <a:close/>
                  <a:moveTo>
                    <a:pt x="151189" y="1470490"/>
                  </a:moveTo>
                  <a:lnTo>
                    <a:pt x="99867" y="1511348"/>
                  </a:lnTo>
                  <a:lnTo>
                    <a:pt x="197683" y="1482434"/>
                  </a:lnTo>
                  <a:close/>
                  <a:moveTo>
                    <a:pt x="196963" y="1429133"/>
                  </a:moveTo>
                  <a:lnTo>
                    <a:pt x="197683" y="1482434"/>
                  </a:lnTo>
                  <a:lnTo>
                    <a:pt x="224853" y="1472912"/>
                  </a:lnTo>
                  <a:close/>
                  <a:moveTo>
                    <a:pt x="196963" y="1429133"/>
                  </a:moveTo>
                  <a:lnTo>
                    <a:pt x="224853" y="1472912"/>
                  </a:lnTo>
                  <a:lnTo>
                    <a:pt x="210904" y="1390697"/>
                  </a:lnTo>
                  <a:close/>
                  <a:moveTo>
                    <a:pt x="197683" y="1482434"/>
                  </a:moveTo>
                  <a:lnTo>
                    <a:pt x="220825" y="1515644"/>
                  </a:lnTo>
                  <a:lnTo>
                    <a:pt x="224853" y="1472912"/>
                  </a:lnTo>
                  <a:close/>
                  <a:moveTo>
                    <a:pt x="985038" y="2092196"/>
                  </a:moveTo>
                  <a:lnTo>
                    <a:pt x="942899" y="2101468"/>
                  </a:lnTo>
                  <a:lnTo>
                    <a:pt x="964994" y="2183598"/>
                  </a:lnTo>
                  <a:close/>
                  <a:moveTo>
                    <a:pt x="319215" y="1544315"/>
                  </a:moveTo>
                  <a:lnTo>
                    <a:pt x="324958" y="1626323"/>
                  </a:lnTo>
                  <a:lnTo>
                    <a:pt x="399278" y="1516691"/>
                  </a:lnTo>
                  <a:close/>
                  <a:moveTo>
                    <a:pt x="399278" y="1516691"/>
                  </a:moveTo>
                  <a:lnTo>
                    <a:pt x="324958" y="1626323"/>
                  </a:lnTo>
                  <a:lnTo>
                    <a:pt x="330534" y="1637342"/>
                  </a:lnTo>
                  <a:close/>
                  <a:moveTo>
                    <a:pt x="314546" y="1448019"/>
                  </a:moveTo>
                  <a:lnTo>
                    <a:pt x="224853" y="1472912"/>
                  </a:lnTo>
                  <a:lnTo>
                    <a:pt x="244257" y="1544663"/>
                  </a:lnTo>
                  <a:close/>
                  <a:moveTo>
                    <a:pt x="210904" y="1390697"/>
                  </a:moveTo>
                  <a:lnTo>
                    <a:pt x="314546" y="1448019"/>
                  </a:lnTo>
                  <a:lnTo>
                    <a:pt x="303243" y="1357116"/>
                  </a:lnTo>
                  <a:close/>
                  <a:moveTo>
                    <a:pt x="210904" y="1390697"/>
                  </a:moveTo>
                  <a:lnTo>
                    <a:pt x="224853" y="1472912"/>
                  </a:lnTo>
                  <a:lnTo>
                    <a:pt x="314546" y="1448019"/>
                  </a:lnTo>
                  <a:close/>
                  <a:moveTo>
                    <a:pt x="371989" y="1434476"/>
                  </a:moveTo>
                  <a:lnTo>
                    <a:pt x="314986" y="1352260"/>
                  </a:lnTo>
                  <a:lnTo>
                    <a:pt x="314546" y="1448019"/>
                  </a:lnTo>
                  <a:close/>
                  <a:moveTo>
                    <a:pt x="314986" y="1352260"/>
                  </a:moveTo>
                  <a:lnTo>
                    <a:pt x="303243" y="1357116"/>
                  </a:lnTo>
                  <a:lnTo>
                    <a:pt x="314546" y="1448019"/>
                  </a:lnTo>
                  <a:close/>
                  <a:moveTo>
                    <a:pt x="250934" y="1349560"/>
                  </a:moveTo>
                  <a:lnTo>
                    <a:pt x="210904" y="1390697"/>
                  </a:lnTo>
                  <a:lnTo>
                    <a:pt x="303243" y="1357116"/>
                  </a:lnTo>
                  <a:close/>
                  <a:moveTo>
                    <a:pt x="362092" y="1271301"/>
                  </a:moveTo>
                  <a:lnTo>
                    <a:pt x="250934" y="1349560"/>
                  </a:lnTo>
                  <a:lnTo>
                    <a:pt x="314986" y="1352260"/>
                  </a:lnTo>
                  <a:close/>
                  <a:moveTo>
                    <a:pt x="314986" y="1352260"/>
                  </a:moveTo>
                  <a:lnTo>
                    <a:pt x="250934" y="1349560"/>
                  </a:lnTo>
                  <a:lnTo>
                    <a:pt x="303243" y="1357116"/>
                  </a:lnTo>
                  <a:close/>
                  <a:moveTo>
                    <a:pt x="747496" y="1661086"/>
                  </a:moveTo>
                  <a:lnTo>
                    <a:pt x="662856" y="1746994"/>
                  </a:lnTo>
                  <a:lnTo>
                    <a:pt x="721656" y="1724899"/>
                  </a:lnTo>
                  <a:close/>
                  <a:moveTo>
                    <a:pt x="634678" y="1733143"/>
                  </a:moveTo>
                  <a:lnTo>
                    <a:pt x="662856" y="1746994"/>
                  </a:lnTo>
                  <a:lnTo>
                    <a:pt x="747496" y="1661086"/>
                  </a:lnTo>
                  <a:close/>
                  <a:moveTo>
                    <a:pt x="697767" y="1690362"/>
                  </a:moveTo>
                  <a:lnTo>
                    <a:pt x="634678" y="1733143"/>
                  </a:lnTo>
                  <a:lnTo>
                    <a:pt x="747496" y="1661086"/>
                  </a:lnTo>
                  <a:close/>
                  <a:moveTo>
                    <a:pt x="747496" y="1661086"/>
                  </a:moveTo>
                  <a:lnTo>
                    <a:pt x="748450" y="1642684"/>
                  </a:lnTo>
                  <a:lnTo>
                    <a:pt x="709002" y="1681121"/>
                  </a:lnTo>
                  <a:close/>
                  <a:moveTo>
                    <a:pt x="371989" y="1434476"/>
                  </a:moveTo>
                  <a:lnTo>
                    <a:pt x="461018" y="1425967"/>
                  </a:lnTo>
                  <a:lnTo>
                    <a:pt x="431160" y="1413806"/>
                  </a:lnTo>
                  <a:close/>
                  <a:moveTo>
                    <a:pt x="371989" y="1434476"/>
                  </a:moveTo>
                  <a:lnTo>
                    <a:pt x="431160" y="1413806"/>
                  </a:lnTo>
                  <a:lnTo>
                    <a:pt x="314986" y="1352260"/>
                  </a:lnTo>
                  <a:close/>
                  <a:moveTo>
                    <a:pt x="431160" y="1413806"/>
                  </a:moveTo>
                  <a:lnTo>
                    <a:pt x="522115" y="1396039"/>
                  </a:lnTo>
                  <a:lnTo>
                    <a:pt x="440979" y="1351045"/>
                  </a:lnTo>
                  <a:close/>
                  <a:moveTo>
                    <a:pt x="431160" y="1413806"/>
                  </a:moveTo>
                  <a:lnTo>
                    <a:pt x="461018" y="1425967"/>
                  </a:lnTo>
                  <a:lnTo>
                    <a:pt x="522115" y="1396039"/>
                  </a:lnTo>
                  <a:close/>
                  <a:moveTo>
                    <a:pt x="362092" y="1271301"/>
                  </a:moveTo>
                  <a:lnTo>
                    <a:pt x="420550" y="1274665"/>
                  </a:lnTo>
                  <a:lnTo>
                    <a:pt x="362692" y="1270046"/>
                  </a:lnTo>
                  <a:close/>
                  <a:moveTo>
                    <a:pt x="420550" y="1274665"/>
                  </a:moveTo>
                  <a:lnTo>
                    <a:pt x="446818" y="1231609"/>
                  </a:lnTo>
                  <a:lnTo>
                    <a:pt x="362692" y="1270046"/>
                  </a:lnTo>
                  <a:close/>
                  <a:moveTo>
                    <a:pt x="747496" y="1661086"/>
                  </a:moveTo>
                  <a:lnTo>
                    <a:pt x="721656" y="1724899"/>
                  </a:lnTo>
                  <a:lnTo>
                    <a:pt x="783961" y="1709129"/>
                  </a:lnTo>
                  <a:close/>
                  <a:moveTo>
                    <a:pt x="783961" y="1709129"/>
                  </a:moveTo>
                  <a:lnTo>
                    <a:pt x="748450" y="1642684"/>
                  </a:lnTo>
                  <a:lnTo>
                    <a:pt x="747496" y="1661086"/>
                  </a:lnTo>
                  <a:close/>
                  <a:moveTo>
                    <a:pt x="524835" y="1275387"/>
                  </a:moveTo>
                  <a:lnTo>
                    <a:pt x="440979" y="1351045"/>
                  </a:lnTo>
                  <a:lnTo>
                    <a:pt x="522115" y="1396039"/>
                  </a:lnTo>
                  <a:close/>
                  <a:moveTo>
                    <a:pt x="420550" y="1274665"/>
                  </a:moveTo>
                  <a:lnTo>
                    <a:pt x="453335" y="1295685"/>
                  </a:lnTo>
                  <a:lnTo>
                    <a:pt x="524835" y="1275387"/>
                  </a:lnTo>
                  <a:close/>
                  <a:moveTo>
                    <a:pt x="446818" y="1231609"/>
                  </a:moveTo>
                  <a:lnTo>
                    <a:pt x="420550" y="1274665"/>
                  </a:lnTo>
                  <a:lnTo>
                    <a:pt x="524835" y="1275387"/>
                  </a:lnTo>
                  <a:close/>
                  <a:moveTo>
                    <a:pt x="52854" y="735885"/>
                  </a:moveTo>
                  <a:lnTo>
                    <a:pt x="45418" y="738318"/>
                  </a:lnTo>
                  <a:lnTo>
                    <a:pt x="55155" y="736976"/>
                  </a:lnTo>
                  <a:close/>
                  <a:moveTo>
                    <a:pt x="1023602" y="1705684"/>
                  </a:moveTo>
                  <a:lnTo>
                    <a:pt x="983474" y="1768678"/>
                  </a:lnTo>
                  <a:lnTo>
                    <a:pt x="983443" y="1768231"/>
                  </a:lnTo>
                  <a:close/>
                  <a:moveTo>
                    <a:pt x="1042703" y="1713643"/>
                  </a:moveTo>
                  <a:lnTo>
                    <a:pt x="983474" y="1768678"/>
                  </a:lnTo>
                  <a:lnTo>
                    <a:pt x="1023602" y="1705684"/>
                  </a:lnTo>
                  <a:close/>
                  <a:moveTo>
                    <a:pt x="1086559" y="1662412"/>
                  </a:moveTo>
                  <a:lnTo>
                    <a:pt x="1042703" y="1713643"/>
                  </a:lnTo>
                  <a:lnTo>
                    <a:pt x="1023602" y="1705684"/>
                  </a:lnTo>
                  <a:close/>
                  <a:moveTo>
                    <a:pt x="1042703" y="1713643"/>
                  </a:moveTo>
                  <a:lnTo>
                    <a:pt x="1086559" y="1662412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01323" y="1648027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46778" y="1672357"/>
                  </a:lnTo>
                  <a:lnTo>
                    <a:pt x="1101323" y="1648027"/>
                  </a:lnTo>
                  <a:close/>
                  <a:moveTo>
                    <a:pt x="1146778" y="1672357"/>
                  </a:moveTo>
                  <a:lnTo>
                    <a:pt x="1173343" y="1609590"/>
                  </a:lnTo>
                  <a:lnTo>
                    <a:pt x="1101323" y="1648027"/>
                  </a:lnTo>
                  <a:close/>
                  <a:moveTo>
                    <a:pt x="1075145" y="1353902"/>
                  </a:moveTo>
                  <a:lnTo>
                    <a:pt x="1168788" y="1338364"/>
                  </a:lnTo>
                  <a:lnTo>
                    <a:pt x="1119246" y="1290760"/>
                  </a:lnTo>
                  <a:close/>
                  <a:moveTo>
                    <a:pt x="1559524" y="1653369"/>
                  </a:moveTo>
                  <a:lnTo>
                    <a:pt x="1604933" y="1697147"/>
                  </a:lnTo>
                  <a:lnTo>
                    <a:pt x="1603950" y="1614932"/>
                  </a:lnTo>
                  <a:close/>
                  <a:moveTo>
                    <a:pt x="858295" y="935882"/>
                  </a:moveTo>
                  <a:lnTo>
                    <a:pt x="915322" y="933895"/>
                  </a:lnTo>
                  <a:lnTo>
                    <a:pt x="860457" y="913433"/>
                  </a:lnTo>
                  <a:close/>
                  <a:moveTo>
                    <a:pt x="915322" y="933895"/>
                  </a:moveTo>
                  <a:lnTo>
                    <a:pt x="938099" y="874996"/>
                  </a:lnTo>
                  <a:lnTo>
                    <a:pt x="860457" y="913433"/>
                  </a:lnTo>
                  <a:close/>
                  <a:moveTo>
                    <a:pt x="938099" y="874996"/>
                  </a:moveTo>
                  <a:lnTo>
                    <a:pt x="961417" y="827576"/>
                  </a:lnTo>
                  <a:lnTo>
                    <a:pt x="884935" y="831218"/>
                  </a:lnTo>
                  <a:close/>
                  <a:moveTo>
                    <a:pt x="860457" y="913433"/>
                  </a:moveTo>
                  <a:lnTo>
                    <a:pt x="938099" y="874996"/>
                  </a:lnTo>
                  <a:lnTo>
                    <a:pt x="884935" y="831218"/>
                  </a:lnTo>
                  <a:close/>
                  <a:moveTo>
                    <a:pt x="1603950" y="1614932"/>
                  </a:moveTo>
                  <a:lnTo>
                    <a:pt x="1667930" y="1675399"/>
                  </a:lnTo>
                  <a:lnTo>
                    <a:pt x="1645152" y="1593826"/>
                  </a:lnTo>
                  <a:close/>
                  <a:moveTo>
                    <a:pt x="1603950" y="1614932"/>
                  </a:moveTo>
                  <a:lnTo>
                    <a:pt x="1604933" y="1697147"/>
                  </a:lnTo>
                  <a:lnTo>
                    <a:pt x="1667930" y="1675399"/>
                  </a:lnTo>
                  <a:close/>
                  <a:moveTo>
                    <a:pt x="1667930" y="1675399"/>
                  </a:moveTo>
                  <a:lnTo>
                    <a:pt x="1741780" y="1675952"/>
                  </a:lnTo>
                  <a:lnTo>
                    <a:pt x="1645152" y="1593826"/>
                  </a:lnTo>
                  <a:close/>
                  <a:moveTo>
                    <a:pt x="1591815" y="1532717"/>
                  </a:moveTo>
                  <a:lnTo>
                    <a:pt x="1603950" y="1614932"/>
                  </a:lnTo>
                  <a:lnTo>
                    <a:pt x="1645152" y="1593826"/>
                  </a:lnTo>
                  <a:close/>
                  <a:moveTo>
                    <a:pt x="1609681" y="1522570"/>
                  </a:moveTo>
                  <a:lnTo>
                    <a:pt x="1684529" y="1494281"/>
                  </a:lnTo>
                  <a:lnTo>
                    <a:pt x="1690716" y="1417190"/>
                  </a:lnTo>
                  <a:close/>
                  <a:moveTo>
                    <a:pt x="961417" y="827576"/>
                  </a:moveTo>
                  <a:lnTo>
                    <a:pt x="938099" y="874996"/>
                  </a:lnTo>
                  <a:lnTo>
                    <a:pt x="1006624" y="848555"/>
                  </a:lnTo>
                  <a:close/>
                  <a:moveTo>
                    <a:pt x="1021361" y="792781"/>
                  </a:moveTo>
                  <a:lnTo>
                    <a:pt x="961417" y="827576"/>
                  </a:lnTo>
                  <a:lnTo>
                    <a:pt x="1093824" y="828764"/>
                  </a:lnTo>
                  <a:close/>
                  <a:moveTo>
                    <a:pt x="1077369" y="836560"/>
                  </a:moveTo>
                  <a:lnTo>
                    <a:pt x="961417" y="827576"/>
                  </a:lnTo>
                  <a:lnTo>
                    <a:pt x="1006624" y="848555"/>
                  </a:lnTo>
                  <a:close/>
                  <a:moveTo>
                    <a:pt x="1755950" y="1417197"/>
                  </a:moveTo>
                  <a:lnTo>
                    <a:pt x="1684529" y="1494281"/>
                  </a:lnTo>
                  <a:lnTo>
                    <a:pt x="1739614" y="1455844"/>
                  </a:lnTo>
                  <a:close/>
                  <a:moveTo>
                    <a:pt x="1707745" y="1452169"/>
                  </a:moveTo>
                  <a:lnTo>
                    <a:pt x="1684529" y="1494281"/>
                  </a:lnTo>
                  <a:lnTo>
                    <a:pt x="1755950" y="1417197"/>
                  </a:lnTo>
                  <a:close/>
                  <a:moveTo>
                    <a:pt x="1214507" y="715908"/>
                  </a:moveTo>
                  <a:lnTo>
                    <a:pt x="1234359" y="798123"/>
                  </a:lnTo>
                  <a:lnTo>
                    <a:pt x="1286616" y="759687"/>
                  </a:lnTo>
                  <a:close/>
                  <a:moveTo>
                    <a:pt x="1202064" y="633693"/>
                  </a:moveTo>
                  <a:lnTo>
                    <a:pt x="1214507" y="715908"/>
                  </a:lnTo>
                  <a:lnTo>
                    <a:pt x="1266365" y="677472"/>
                  </a:lnTo>
                  <a:close/>
                  <a:moveTo>
                    <a:pt x="1202064" y="633693"/>
                  </a:moveTo>
                  <a:lnTo>
                    <a:pt x="1266365" y="677472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02064" y="633693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48765" y="595256"/>
                  </a:lnTo>
                  <a:lnTo>
                    <a:pt x="1229357" y="513042"/>
                  </a:lnTo>
                  <a:close/>
                  <a:moveTo>
                    <a:pt x="1254195" y="474605"/>
                  </a:moveTo>
                  <a:lnTo>
                    <a:pt x="1247172" y="392390"/>
                  </a:lnTo>
                  <a:lnTo>
                    <a:pt x="1229357" y="513042"/>
                  </a:lnTo>
                  <a:close/>
                  <a:moveTo>
                    <a:pt x="1557882" y="202891"/>
                  </a:moveTo>
                  <a:lnTo>
                    <a:pt x="1505236" y="233302"/>
                  </a:lnTo>
                  <a:lnTo>
                    <a:pt x="1575509" y="223857"/>
                  </a:lnTo>
                  <a:close/>
                  <a:moveTo>
                    <a:pt x="1515965" y="216436"/>
                  </a:moveTo>
                  <a:lnTo>
                    <a:pt x="1505236" y="233302"/>
                  </a:lnTo>
                  <a:lnTo>
                    <a:pt x="1557882" y="202891"/>
                  </a:lnTo>
                  <a:close/>
                  <a:moveTo>
                    <a:pt x="1659326" y="43379"/>
                  </a:moveTo>
                  <a:lnTo>
                    <a:pt x="1564491" y="112651"/>
                  </a:lnTo>
                  <a:lnTo>
                    <a:pt x="1640769" y="74214"/>
                  </a:lnTo>
                  <a:close/>
                  <a:moveTo>
                    <a:pt x="1659326" y="43379"/>
                  </a:moveTo>
                  <a:lnTo>
                    <a:pt x="1604344" y="53013"/>
                  </a:lnTo>
                  <a:lnTo>
                    <a:pt x="1564491" y="112651"/>
                  </a:lnTo>
                  <a:close/>
                  <a:moveTo>
                    <a:pt x="1723553" y="4852"/>
                  </a:moveTo>
                  <a:lnTo>
                    <a:pt x="1659326" y="43379"/>
                  </a:lnTo>
                  <a:lnTo>
                    <a:pt x="1786852" y="26314"/>
                  </a:lnTo>
                  <a:close/>
                  <a:moveTo>
                    <a:pt x="1793195" y="32678"/>
                  </a:moveTo>
                  <a:lnTo>
                    <a:pt x="1854344" y="0"/>
                  </a:lnTo>
                  <a:lnTo>
                    <a:pt x="1786852" y="26314"/>
                  </a:lnTo>
                  <a:close/>
                  <a:moveTo>
                    <a:pt x="2309352" y="371365"/>
                  </a:moveTo>
                  <a:lnTo>
                    <a:pt x="2284440" y="408417"/>
                  </a:lnTo>
                  <a:lnTo>
                    <a:pt x="2330646" y="39916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05" name="Candidate_density__2124">
              <a:extLst>
                <a:ext uri="{FF2B5EF4-FFF2-40B4-BE49-F238E27FC236}">
                  <a16:creationId xmlns:a16="http://schemas.microsoft.com/office/drawing/2014/main" id="{D4E7F6EB-9248-2F3D-F7C4-86C5724E35A3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799509"/>
              <a:ext cx="2559538" cy="2134006"/>
            </a:xfrm>
            <a:custGeom>
              <a:avLst/>
              <a:gdLst/>
              <a:ahLst/>
              <a:cxnLst/>
              <a:rect l="0" t="0" r="0" b="0"/>
              <a:pathLst>
                <a:path w="2559538" h="2134006">
                  <a:moveTo>
                    <a:pt x="541948" y="1986410"/>
                  </a:moveTo>
                  <a:lnTo>
                    <a:pt x="492500" y="2016733"/>
                  </a:lnTo>
                  <a:lnTo>
                    <a:pt x="614337" y="1978402"/>
                  </a:lnTo>
                  <a:close/>
                  <a:moveTo>
                    <a:pt x="0" y="1258696"/>
                  </a:moveTo>
                  <a:lnTo>
                    <a:pt x="24814" y="1278513"/>
                  </a:lnTo>
                  <a:lnTo>
                    <a:pt x="28041" y="1179627"/>
                  </a:lnTo>
                  <a:close/>
                  <a:moveTo>
                    <a:pt x="847569" y="2077902"/>
                  </a:moveTo>
                  <a:lnTo>
                    <a:pt x="805017" y="2134006"/>
                  </a:lnTo>
                  <a:lnTo>
                    <a:pt x="921194" y="2074513"/>
                  </a:lnTo>
                  <a:close/>
                  <a:moveTo>
                    <a:pt x="654651" y="1913927"/>
                  </a:moveTo>
                  <a:lnTo>
                    <a:pt x="614337" y="1978402"/>
                  </a:lnTo>
                  <a:lnTo>
                    <a:pt x="696220" y="1877981"/>
                  </a:lnTo>
                  <a:close/>
                  <a:moveTo>
                    <a:pt x="660582" y="1916417"/>
                  </a:moveTo>
                  <a:lnTo>
                    <a:pt x="653574" y="1795765"/>
                  </a:lnTo>
                  <a:lnTo>
                    <a:pt x="696220" y="1877981"/>
                  </a:lnTo>
                  <a:close/>
                  <a:moveTo>
                    <a:pt x="252363" y="1505342"/>
                  </a:moveTo>
                  <a:lnTo>
                    <a:pt x="273980" y="1466905"/>
                  </a:lnTo>
                  <a:lnTo>
                    <a:pt x="242574" y="1487870"/>
                  </a:lnTo>
                  <a:close/>
                  <a:moveTo>
                    <a:pt x="273980" y="1466905"/>
                  </a:moveTo>
                  <a:lnTo>
                    <a:pt x="252363" y="1505342"/>
                  </a:lnTo>
                  <a:lnTo>
                    <a:pt x="309497" y="1459426"/>
                  </a:lnTo>
                  <a:close/>
                  <a:moveTo>
                    <a:pt x="309497" y="1459426"/>
                  </a:moveTo>
                  <a:lnTo>
                    <a:pt x="261374" y="1494705"/>
                  </a:lnTo>
                  <a:lnTo>
                    <a:pt x="385641" y="1465457"/>
                  </a:lnTo>
                  <a:close/>
                  <a:moveTo>
                    <a:pt x="667693" y="1104951"/>
                  </a:moveTo>
                  <a:lnTo>
                    <a:pt x="708163" y="986422"/>
                  </a:lnTo>
                  <a:lnTo>
                    <a:pt x="680592" y="984299"/>
                  </a:lnTo>
                  <a:close/>
                  <a:moveTo>
                    <a:pt x="680592" y="984299"/>
                  </a:moveTo>
                  <a:lnTo>
                    <a:pt x="708163" y="986422"/>
                  </a:lnTo>
                  <a:lnTo>
                    <a:pt x="708144" y="974462"/>
                  </a:lnTo>
                  <a:close/>
                  <a:moveTo>
                    <a:pt x="680592" y="984299"/>
                  </a:moveTo>
                  <a:lnTo>
                    <a:pt x="714276" y="981452"/>
                  </a:lnTo>
                  <a:lnTo>
                    <a:pt x="703688" y="1021259"/>
                  </a:lnTo>
                  <a:close/>
                  <a:moveTo>
                    <a:pt x="714276" y="981452"/>
                  </a:moveTo>
                  <a:lnTo>
                    <a:pt x="680592" y="984299"/>
                  </a:lnTo>
                  <a:lnTo>
                    <a:pt x="708144" y="974462"/>
                  </a:lnTo>
                  <a:close/>
                  <a:moveTo>
                    <a:pt x="1220535" y="1318501"/>
                  </a:moveTo>
                  <a:lnTo>
                    <a:pt x="1214673" y="1323254"/>
                  </a:lnTo>
                  <a:lnTo>
                    <a:pt x="1207171" y="1323567"/>
                  </a:lnTo>
                  <a:close/>
                  <a:moveTo>
                    <a:pt x="1161513" y="1339700"/>
                  </a:moveTo>
                  <a:lnTo>
                    <a:pt x="1192634" y="1318501"/>
                  </a:lnTo>
                  <a:lnTo>
                    <a:pt x="1136851" y="1310948"/>
                  </a:lnTo>
                  <a:close/>
                  <a:moveTo>
                    <a:pt x="1220535" y="1318501"/>
                  </a:moveTo>
                  <a:lnTo>
                    <a:pt x="1207171" y="1323567"/>
                  </a:lnTo>
                  <a:lnTo>
                    <a:pt x="1277197" y="1278362"/>
                  </a:lnTo>
                  <a:close/>
                  <a:moveTo>
                    <a:pt x="1215871" y="1316494"/>
                  </a:moveTo>
                  <a:lnTo>
                    <a:pt x="1214673" y="1323254"/>
                  </a:lnTo>
                  <a:lnTo>
                    <a:pt x="1220535" y="1318501"/>
                  </a:lnTo>
                  <a:close/>
                  <a:moveTo>
                    <a:pt x="1215871" y="1316494"/>
                  </a:moveTo>
                  <a:lnTo>
                    <a:pt x="1220535" y="1318501"/>
                  </a:lnTo>
                  <a:lnTo>
                    <a:pt x="1277197" y="1278362"/>
                  </a:lnTo>
                  <a:close/>
                  <a:moveTo>
                    <a:pt x="1284546" y="1221163"/>
                  </a:moveTo>
                  <a:lnTo>
                    <a:pt x="1215871" y="1316494"/>
                  </a:lnTo>
                  <a:lnTo>
                    <a:pt x="1277197" y="1278362"/>
                  </a:lnTo>
                  <a:close/>
                  <a:moveTo>
                    <a:pt x="1788564" y="1366588"/>
                  </a:moveTo>
                  <a:lnTo>
                    <a:pt x="1833214" y="1378342"/>
                  </a:lnTo>
                  <a:lnTo>
                    <a:pt x="1814129" y="1367622"/>
                  </a:lnTo>
                  <a:close/>
                  <a:moveTo>
                    <a:pt x="1571173" y="1120977"/>
                  </a:moveTo>
                  <a:lnTo>
                    <a:pt x="1593231" y="1151984"/>
                  </a:lnTo>
                  <a:lnTo>
                    <a:pt x="1627607" y="1106907"/>
                  </a:lnTo>
                  <a:close/>
                  <a:moveTo>
                    <a:pt x="1261616" y="853160"/>
                  </a:moveTo>
                  <a:lnTo>
                    <a:pt x="1292187" y="912768"/>
                  </a:lnTo>
                  <a:lnTo>
                    <a:pt x="1294009" y="910816"/>
                  </a:lnTo>
                  <a:close/>
                  <a:moveTo>
                    <a:pt x="1337616" y="858653"/>
                  </a:moveTo>
                  <a:lnTo>
                    <a:pt x="1294009" y="910816"/>
                  </a:lnTo>
                  <a:lnTo>
                    <a:pt x="1407595" y="841636"/>
                  </a:lnTo>
                  <a:close/>
                  <a:moveTo>
                    <a:pt x="1636907" y="816199"/>
                  </a:moveTo>
                  <a:lnTo>
                    <a:pt x="1607891" y="918110"/>
                  </a:lnTo>
                  <a:lnTo>
                    <a:pt x="1626499" y="887560"/>
                  </a:lnTo>
                  <a:close/>
                  <a:moveTo>
                    <a:pt x="1636907" y="816199"/>
                  </a:moveTo>
                  <a:lnTo>
                    <a:pt x="1626499" y="887560"/>
                  </a:lnTo>
                  <a:lnTo>
                    <a:pt x="1659701" y="835895"/>
                  </a:lnTo>
                  <a:close/>
                  <a:moveTo>
                    <a:pt x="1636907" y="816199"/>
                  </a:moveTo>
                  <a:lnTo>
                    <a:pt x="1659701" y="835895"/>
                  </a:lnTo>
                  <a:lnTo>
                    <a:pt x="1655290" y="780004"/>
                  </a:lnTo>
                  <a:close/>
                  <a:moveTo>
                    <a:pt x="1655290" y="780004"/>
                  </a:moveTo>
                  <a:lnTo>
                    <a:pt x="1659701" y="835895"/>
                  </a:lnTo>
                  <a:lnTo>
                    <a:pt x="1683145" y="820695"/>
                  </a:lnTo>
                  <a:close/>
                  <a:moveTo>
                    <a:pt x="1655290" y="780004"/>
                  </a:moveTo>
                  <a:lnTo>
                    <a:pt x="1683145" y="820695"/>
                  </a:lnTo>
                  <a:lnTo>
                    <a:pt x="1722476" y="752546"/>
                  </a:lnTo>
                  <a:close/>
                  <a:moveTo>
                    <a:pt x="1722476" y="752546"/>
                  </a:moveTo>
                  <a:lnTo>
                    <a:pt x="1774497" y="731842"/>
                  </a:lnTo>
                  <a:lnTo>
                    <a:pt x="1655290" y="780004"/>
                  </a:lnTo>
                  <a:close/>
                  <a:moveTo>
                    <a:pt x="1802414" y="772761"/>
                  </a:moveTo>
                  <a:lnTo>
                    <a:pt x="1774497" y="731842"/>
                  </a:lnTo>
                  <a:lnTo>
                    <a:pt x="1722476" y="752546"/>
                  </a:lnTo>
                  <a:close/>
                  <a:moveTo>
                    <a:pt x="1934471" y="772641"/>
                  </a:moveTo>
                  <a:lnTo>
                    <a:pt x="1974862" y="823316"/>
                  </a:lnTo>
                  <a:lnTo>
                    <a:pt x="1924644" y="803550"/>
                  </a:lnTo>
                  <a:close/>
                  <a:moveTo>
                    <a:pt x="2079767" y="822017"/>
                  </a:moveTo>
                  <a:lnTo>
                    <a:pt x="1974862" y="823316"/>
                  </a:lnTo>
                  <a:lnTo>
                    <a:pt x="2049787" y="822996"/>
                  </a:lnTo>
                  <a:close/>
                  <a:moveTo>
                    <a:pt x="2079767" y="822017"/>
                  </a:moveTo>
                  <a:lnTo>
                    <a:pt x="2006416" y="826427"/>
                  </a:lnTo>
                  <a:lnTo>
                    <a:pt x="1974862" y="823316"/>
                  </a:lnTo>
                  <a:close/>
                  <a:moveTo>
                    <a:pt x="2127435" y="785037"/>
                  </a:moveTo>
                  <a:lnTo>
                    <a:pt x="2079767" y="822017"/>
                  </a:lnTo>
                  <a:lnTo>
                    <a:pt x="2206482" y="801925"/>
                  </a:lnTo>
                  <a:close/>
                  <a:moveTo>
                    <a:pt x="1885235" y="391725"/>
                  </a:moveTo>
                  <a:lnTo>
                    <a:pt x="1873488" y="444770"/>
                  </a:lnTo>
                  <a:lnTo>
                    <a:pt x="1885803" y="473940"/>
                  </a:lnTo>
                  <a:close/>
                  <a:moveTo>
                    <a:pt x="1944760" y="380706"/>
                  </a:moveTo>
                  <a:lnTo>
                    <a:pt x="1873488" y="444770"/>
                  </a:lnTo>
                  <a:lnTo>
                    <a:pt x="1885235" y="391725"/>
                  </a:lnTo>
                  <a:close/>
                  <a:moveTo>
                    <a:pt x="1879777" y="416401"/>
                  </a:moveTo>
                  <a:lnTo>
                    <a:pt x="1873488" y="444770"/>
                  </a:lnTo>
                  <a:lnTo>
                    <a:pt x="1944760" y="380706"/>
                  </a:lnTo>
                  <a:close/>
                  <a:moveTo>
                    <a:pt x="2268270" y="764364"/>
                  </a:moveTo>
                  <a:lnTo>
                    <a:pt x="2248379" y="743366"/>
                  </a:lnTo>
                  <a:lnTo>
                    <a:pt x="2206482" y="801925"/>
                  </a:lnTo>
                  <a:close/>
                  <a:moveTo>
                    <a:pt x="2268270" y="764364"/>
                  </a:moveTo>
                  <a:lnTo>
                    <a:pt x="2315529" y="725928"/>
                  </a:lnTo>
                  <a:lnTo>
                    <a:pt x="2248379" y="743366"/>
                  </a:lnTo>
                  <a:close/>
                  <a:moveTo>
                    <a:pt x="1730027" y="135170"/>
                  </a:moveTo>
                  <a:lnTo>
                    <a:pt x="1807941" y="147821"/>
                  </a:lnTo>
                  <a:lnTo>
                    <a:pt x="1854824" y="107906"/>
                  </a:lnTo>
                  <a:close/>
                  <a:moveTo>
                    <a:pt x="2344684" y="609577"/>
                  </a:moveTo>
                  <a:lnTo>
                    <a:pt x="2379033" y="637008"/>
                  </a:lnTo>
                  <a:lnTo>
                    <a:pt x="2349779" y="605276"/>
                  </a:lnTo>
                  <a:close/>
                  <a:moveTo>
                    <a:pt x="2318065" y="725256"/>
                  </a:moveTo>
                  <a:lnTo>
                    <a:pt x="2373066" y="652236"/>
                  </a:lnTo>
                  <a:lnTo>
                    <a:pt x="2344684" y="609577"/>
                  </a:lnTo>
                  <a:close/>
                  <a:moveTo>
                    <a:pt x="2349779" y="605276"/>
                  </a:moveTo>
                  <a:lnTo>
                    <a:pt x="2379033" y="637008"/>
                  </a:lnTo>
                  <a:lnTo>
                    <a:pt x="2406204" y="560931"/>
                  </a:lnTo>
                  <a:close/>
                  <a:moveTo>
                    <a:pt x="1863991" y="68206"/>
                  </a:moveTo>
                  <a:lnTo>
                    <a:pt x="1918941" y="29770"/>
                  </a:lnTo>
                  <a:lnTo>
                    <a:pt x="1896293" y="47750"/>
                  </a:lnTo>
                  <a:close/>
                  <a:moveTo>
                    <a:pt x="2014028" y="29770"/>
                  </a:moveTo>
                  <a:lnTo>
                    <a:pt x="1963805" y="21505"/>
                  </a:lnTo>
                  <a:lnTo>
                    <a:pt x="2035566" y="33819"/>
                  </a:lnTo>
                  <a:close/>
                  <a:moveTo>
                    <a:pt x="2014028" y="29770"/>
                  </a:moveTo>
                  <a:lnTo>
                    <a:pt x="2035566" y="33819"/>
                  </a:lnTo>
                  <a:lnTo>
                    <a:pt x="2043916" y="42369"/>
                  </a:lnTo>
                  <a:close/>
                  <a:moveTo>
                    <a:pt x="2436674" y="490055"/>
                  </a:moveTo>
                  <a:lnTo>
                    <a:pt x="2349779" y="605276"/>
                  </a:lnTo>
                  <a:lnTo>
                    <a:pt x="2406204" y="560931"/>
                  </a:lnTo>
                  <a:close/>
                  <a:moveTo>
                    <a:pt x="2436674" y="490055"/>
                  </a:moveTo>
                  <a:lnTo>
                    <a:pt x="2406204" y="560931"/>
                  </a:lnTo>
                  <a:lnTo>
                    <a:pt x="2450225" y="523062"/>
                  </a:lnTo>
                  <a:close/>
                  <a:moveTo>
                    <a:pt x="2436674" y="490055"/>
                  </a:moveTo>
                  <a:lnTo>
                    <a:pt x="2450225" y="523062"/>
                  </a:lnTo>
                  <a:lnTo>
                    <a:pt x="2442109" y="479973"/>
                  </a:lnTo>
                  <a:close/>
                  <a:moveTo>
                    <a:pt x="2442109" y="479973"/>
                  </a:moveTo>
                  <a:lnTo>
                    <a:pt x="2450225" y="523062"/>
                  </a:lnTo>
                  <a:lnTo>
                    <a:pt x="2466370" y="507227"/>
                  </a:lnTo>
                  <a:close/>
                  <a:moveTo>
                    <a:pt x="2442109" y="479973"/>
                  </a:moveTo>
                  <a:lnTo>
                    <a:pt x="2466370" y="507227"/>
                  </a:lnTo>
                  <a:lnTo>
                    <a:pt x="2508674" y="450191"/>
                  </a:lnTo>
                  <a:close/>
                  <a:moveTo>
                    <a:pt x="1899437" y="23305"/>
                  </a:moveTo>
                  <a:lnTo>
                    <a:pt x="1918941" y="29770"/>
                  </a:lnTo>
                  <a:lnTo>
                    <a:pt x="1963805" y="21505"/>
                  </a:lnTo>
                  <a:close/>
                  <a:moveTo>
                    <a:pt x="1963805" y="21505"/>
                  </a:moveTo>
                  <a:lnTo>
                    <a:pt x="2014028" y="29770"/>
                  </a:lnTo>
                  <a:lnTo>
                    <a:pt x="2002634" y="0"/>
                  </a:lnTo>
                  <a:close/>
                  <a:moveTo>
                    <a:pt x="2442109" y="479973"/>
                  </a:moveTo>
                  <a:lnTo>
                    <a:pt x="2508674" y="450191"/>
                  </a:lnTo>
                  <a:lnTo>
                    <a:pt x="2548779" y="384936"/>
                  </a:lnTo>
                  <a:close/>
                  <a:moveTo>
                    <a:pt x="2559289" y="281758"/>
                  </a:moveTo>
                  <a:lnTo>
                    <a:pt x="2559538" y="363973"/>
                  </a:lnTo>
                  <a:lnTo>
                    <a:pt x="2537692" y="320195"/>
                  </a:lnTo>
                  <a:close/>
                  <a:moveTo>
                    <a:pt x="2553132" y="355876"/>
                  </a:moveTo>
                  <a:lnTo>
                    <a:pt x="2548779" y="384936"/>
                  </a:lnTo>
                  <a:lnTo>
                    <a:pt x="2559538" y="3639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06" name="Candidate_density__2125">
              <a:extLst>
                <a:ext uri="{FF2B5EF4-FFF2-40B4-BE49-F238E27FC236}">
                  <a16:creationId xmlns:a16="http://schemas.microsoft.com/office/drawing/2014/main" id="{261A62F3-517E-347D-96F5-AF1378527D1C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821013"/>
              <a:ext cx="2559538" cy="1637825"/>
            </a:xfrm>
            <a:custGeom>
              <a:avLst/>
              <a:gdLst/>
              <a:ahLst/>
              <a:cxnLst/>
              <a:rect l="0" t="0" r="0" b="0"/>
              <a:pathLst>
                <a:path w="2559538" h="1637825">
                  <a:moveTo>
                    <a:pt x="252363" y="1483837"/>
                  </a:moveTo>
                  <a:lnTo>
                    <a:pt x="242574" y="1466365"/>
                  </a:lnTo>
                  <a:lnTo>
                    <a:pt x="203505" y="1535494"/>
                  </a:lnTo>
                  <a:close/>
                  <a:moveTo>
                    <a:pt x="252363" y="1483837"/>
                  </a:moveTo>
                  <a:lnTo>
                    <a:pt x="261374" y="1473200"/>
                  </a:lnTo>
                  <a:lnTo>
                    <a:pt x="309497" y="1437921"/>
                  </a:lnTo>
                  <a:close/>
                  <a:moveTo>
                    <a:pt x="28041" y="1158122"/>
                  </a:moveTo>
                  <a:lnTo>
                    <a:pt x="35333" y="1148364"/>
                  </a:lnTo>
                  <a:lnTo>
                    <a:pt x="0" y="1237192"/>
                  </a:lnTo>
                  <a:close/>
                  <a:moveTo>
                    <a:pt x="1179049" y="1598962"/>
                  </a:moveTo>
                  <a:lnTo>
                    <a:pt x="1254908" y="1603928"/>
                  </a:lnTo>
                  <a:lnTo>
                    <a:pt x="1192709" y="1614096"/>
                  </a:lnTo>
                  <a:close/>
                  <a:moveTo>
                    <a:pt x="1254908" y="1603928"/>
                  </a:moveTo>
                  <a:lnTo>
                    <a:pt x="1276230" y="1606787"/>
                  </a:lnTo>
                  <a:lnTo>
                    <a:pt x="1192709" y="1614096"/>
                  </a:lnTo>
                  <a:close/>
                  <a:moveTo>
                    <a:pt x="825671" y="898511"/>
                  </a:moveTo>
                  <a:lnTo>
                    <a:pt x="714276" y="959947"/>
                  </a:lnTo>
                  <a:lnTo>
                    <a:pt x="708144" y="952958"/>
                  </a:lnTo>
                  <a:close/>
                  <a:moveTo>
                    <a:pt x="1313618" y="1608233"/>
                  </a:moveTo>
                  <a:lnTo>
                    <a:pt x="1192709" y="1614096"/>
                  </a:lnTo>
                  <a:lnTo>
                    <a:pt x="1276230" y="1606787"/>
                  </a:lnTo>
                  <a:close/>
                  <a:moveTo>
                    <a:pt x="1313618" y="1608233"/>
                  </a:moveTo>
                  <a:lnTo>
                    <a:pt x="1247002" y="1637825"/>
                  </a:lnTo>
                  <a:lnTo>
                    <a:pt x="1192709" y="1614096"/>
                  </a:lnTo>
                  <a:close/>
                  <a:moveTo>
                    <a:pt x="1338161" y="1582078"/>
                  </a:moveTo>
                  <a:lnTo>
                    <a:pt x="1313618" y="1608233"/>
                  </a:lnTo>
                  <a:lnTo>
                    <a:pt x="1276230" y="1606787"/>
                  </a:lnTo>
                  <a:close/>
                  <a:moveTo>
                    <a:pt x="1096488" y="1353736"/>
                  </a:moveTo>
                  <a:lnTo>
                    <a:pt x="980906" y="1364828"/>
                  </a:lnTo>
                  <a:lnTo>
                    <a:pt x="1075017" y="1348909"/>
                  </a:lnTo>
                  <a:close/>
                  <a:moveTo>
                    <a:pt x="1123121" y="1335433"/>
                  </a:moveTo>
                  <a:lnTo>
                    <a:pt x="1096488" y="1353736"/>
                  </a:lnTo>
                  <a:lnTo>
                    <a:pt x="1075017" y="1348909"/>
                  </a:lnTo>
                  <a:close/>
                  <a:moveTo>
                    <a:pt x="1096488" y="1353736"/>
                  </a:moveTo>
                  <a:lnTo>
                    <a:pt x="1123121" y="1335433"/>
                  </a:lnTo>
                  <a:lnTo>
                    <a:pt x="1122373" y="1310409"/>
                  </a:lnTo>
                  <a:close/>
                  <a:moveTo>
                    <a:pt x="1207171" y="1302062"/>
                  </a:moveTo>
                  <a:lnTo>
                    <a:pt x="1192634" y="1296996"/>
                  </a:lnTo>
                  <a:lnTo>
                    <a:pt x="1161513" y="1318195"/>
                  </a:lnTo>
                  <a:close/>
                  <a:moveTo>
                    <a:pt x="1122373" y="1310409"/>
                  </a:moveTo>
                  <a:lnTo>
                    <a:pt x="1123121" y="1335433"/>
                  </a:lnTo>
                  <a:lnTo>
                    <a:pt x="1161513" y="1318195"/>
                  </a:lnTo>
                  <a:close/>
                  <a:moveTo>
                    <a:pt x="1136851" y="1289443"/>
                  </a:moveTo>
                  <a:lnTo>
                    <a:pt x="1122373" y="1310409"/>
                  </a:lnTo>
                  <a:lnTo>
                    <a:pt x="1161513" y="1318195"/>
                  </a:lnTo>
                  <a:close/>
                  <a:moveTo>
                    <a:pt x="1277197" y="1256857"/>
                  </a:moveTo>
                  <a:lnTo>
                    <a:pt x="1207171" y="1302062"/>
                  </a:lnTo>
                  <a:lnTo>
                    <a:pt x="1161513" y="1318195"/>
                  </a:lnTo>
                  <a:close/>
                  <a:moveTo>
                    <a:pt x="1120123" y="1011700"/>
                  </a:moveTo>
                  <a:lnTo>
                    <a:pt x="1131233" y="989782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29328" y="926136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92187" y="891263"/>
                  </a:lnTo>
                  <a:lnTo>
                    <a:pt x="1229328" y="926136"/>
                  </a:lnTo>
                  <a:close/>
                  <a:moveTo>
                    <a:pt x="1558991" y="1107517"/>
                  </a:moveTo>
                  <a:lnTo>
                    <a:pt x="1593231" y="1130479"/>
                  </a:lnTo>
                  <a:lnTo>
                    <a:pt x="1571173" y="1099472"/>
                  </a:lnTo>
                  <a:close/>
                  <a:moveTo>
                    <a:pt x="1586655" y="1147491"/>
                  </a:moveTo>
                  <a:lnTo>
                    <a:pt x="1593231" y="1130479"/>
                  </a:lnTo>
                  <a:lnTo>
                    <a:pt x="1558991" y="1107517"/>
                  </a:lnTo>
                  <a:close/>
                  <a:moveTo>
                    <a:pt x="1514291" y="1155594"/>
                  </a:moveTo>
                  <a:lnTo>
                    <a:pt x="1586655" y="1147491"/>
                  </a:lnTo>
                  <a:lnTo>
                    <a:pt x="1558991" y="1107517"/>
                  </a:lnTo>
                  <a:close/>
                  <a:moveTo>
                    <a:pt x="2154632" y="801764"/>
                  </a:moveTo>
                  <a:lnTo>
                    <a:pt x="2079767" y="800512"/>
                  </a:lnTo>
                  <a:lnTo>
                    <a:pt x="2049787" y="801491"/>
                  </a:lnTo>
                  <a:close/>
                  <a:moveTo>
                    <a:pt x="2079767" y="800512"/>
                  </a:moveTo>
                  <a:lnTo>
                    <a:pt x="2154632" y="801764"/>
                  </a:lnTo>
                  <a:lnTo>
                    <a:pt x="2206482" y="780421"/>
                  </a:lnTo>
                  <a:close/>
                  <a:moveTo>
                    <a:pt x="2171111" y="781296"/>
                  </a:moveTo>
                  <a:lnTo>
                    <a:pt x="2206482" y="780421"/>
                  </a:lnTo>
                  <a:lnTo>
                    <a:pt x="2154632" y="801764"/>
                  </a:lnTo>
                  <a:close/>
                  <a:moveTo>
                    <a:pt x="2315529" y="704423"/>
                  </a:moveTo>
                  <a:lnTo>
                    <a:pt x="2268270" y="742859"/>
                  </a:lnTo>
                  <a:lnTo>
                    <a:pt x="2318065" y="703751"/>
                  </a:lnTo>
                  <a:close/>
                  <a:moveTo>
                    <a:pt x="2003939" y="365258"/>
                  </a:moveTo>
                  <a:lnTo>
                    <a:pt x="1879777" y="394896"/>
                  </a:lnTo>
                  <a:lnTo>
                    <a:pt x="1944760" y="359201"/>
                  </a:lnTo>
                  <a:close/>
                  <a:moveTo>
                    <a:pt x="1819144" y="85139"/>
                  </a:moveTo>
                  <a:lnTo>
                    <a:pt x="1863991" y="46702"/>
                  </a:lnTo>
                  <a:lnTo>
                    <a:pt x="1854824" y="86401"/>
                  </a:lnTo>
                  <a:close/>
                  <a:moveTo>
                    <a:pt x="2373066" y="630731"/>
                  </a:moveTo>
                  <a:lnTo>
                    <a:pt x="2379033" y="615504"/>
                  </a:lnTo>
                  <a:lnTo>
                    <a:pt x="2344684" y="588073"/>
                  </a:lnTo>
                  <a:close/>
                  <a:moveTo>
                    <a:pt x="2406204" y="539427"/>
                  </a:moveTo>
                  <a:lnTo>
                    <a:pt x="2460498" y="509774"/>
                  </a:lnTo>
                  <a:lnTo>
                    <a:pt x="2450225" y="501557"/>
                  </a:lnTo>
                  <a:close/>
                  <a:moveTo>
                    <a:pt x="1863991" y="46702"/>
                  </a:moveTo>
                  <a:lnTo>
                    <a:pt x="1896293" y="26245"/>
                  </a:lnTo>
                  <a:lnTo>
                    <a:pt x="1854824" y="86401"/>
                  </a:lnTo>
                  <a:close/>
                  <a:moveTo>
                    <a:pt x="1918941" y="8265"/>
                  </a:moveTo>
                  <a:lnTo>
                    <a:pt x="1863991" y="46702"/>
                  </a:lnTo>
                  <a:lnTo>
                    <a:pt x="1963805" y="0"/>
                  </a:lnTo>
                  <a:close/>
                  <a:moveTo>
                    <a:pt x="2535363" y="380905"/>
                  </a:moveTo>
                  <a:lnTo>
                    <a:pt x="2548779" y="363431"/>
                  </a:lnTo>
                  <a:lnTo>
                    <a:pt x="2508674" y="428686"/>
                  </a:lnTo>
                  <a:close/>
                  <a:moveTo>
                    <a:pt x="2535363" y="380905"/>
                  </a:moveTo>
                  <a:lnTo>
                    <a:pt x="2559538" y="342468"/>
                  </a:lnTo>
                  <a:lnTo>
                    <a:pt x="2548779" y="363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07" name="Candidate_density__2126">
              <a:extLst>
                <a:ext uri="{FF2B5EF4-FFF2-40B4-BE49-F238E27FC236}">
                  <a16:creationId xmlns:a16="http://schemas.microsoft.com/office/drawing/2014/main" id="{59CCDE4B-511B-322D-0809-0FA9246E4B5C}"/>
                </a:ext>
              </a:extLst>
            </p:cNvPr>
            <p:cNvSpPr>
              <a:spLocks noGrp="1"/>
            </p:cNvSpPr>
            <p:nvPr/>
          </p:nvSpPr>
          <p:spPr>
            <a:xfrm>
              <a:off x="5107354" y="3368550"/>
              <a:ext cx="35493" cy="60697"/>
            </a:xfrm>
            <a:custGeom>
              <a:avLst/>
              <a:gdLst/>
              <a:ahLst/>
              <a:cxnLst/>
              <a:rect l="0" t="0" r="0" b="0"/>
              <a:pathLst>
                <a:path w="35493" h="60697">
                  <a:moveTo>
                    <a:pt x="35493" y="0"/>
                  </a:moveTo>
                  <a:lnTo>
                    <a:pt x="0" y="60697"/>
                  </a:lnTo>
                  <a:lnTo>
                    <a:pt x="24543" y="34542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51808" name="Candidate_density__2127">
              <a:extLst>
                <a:ext uri="{FF2B5EF4-FFF2-40B4-BE49-F238E27FC236}">
                  <a16:creationId xmlns:a16="http://schemas.microsoft.com/office/drawing/2014/main" id="{74AF04F5-025B-B26A-1143-13F64A68068E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822814"/>
              <a:ext cx="2806366" cy="1857334"/>
            </a:xfrm>
            <a:custGeom>
              <a:avLst/>
              <a:gdLst/>
              <a:ahLst/>
              <a:cxnLst/>
              <a:rect l="0" t="0" r="0" b="0"/>
              <a:pathLst>
                <a:path w="2806366" h="1857334">
                  <a:moveTo>
                    <a:pt x="13251" y="1288707"/>
                  </a:moveTo>
                  <a:lnTo>
                    <a:pt x="90790" y="1356043"/>
                  </a:lnTo>
                  <a:lnTo>
                    <a:pt x="38319" y="1299124"/>
                  </a:lnTo>
                  <a:close/>
                  <a:moveTo>
                    <a:pt x="0" y="1273827"/>
                  </a:moveTo>
                  <a:lnTo>
                    <a:pt x="13251" y="1288707"/>
                  </a:lnTo>
                  <a:lnTo>
                    <a:pt x="38319" y="1299124"/>
                  </a:lnTo>
                  <a:close/>
                  <a:moveTo>
                    <a:pt x="160274" y="1429956"/>
                  </a:moveTo>
                  <a:lnTo>
                    <a:pt x="260631" y="1509052"/>
                  </a:lnTo>
                  <a:lnTo>
                    <a:pt x="209906" y="1489698"/>
                  </a:lnTo>
                  <a:close/>
                  <a:moveTo>
                    <a:pt x="144648" y="1418013"/>
                  </a:moveTo>
                  <a:lnTo>
                    <a:pt x="167221" y="1438258"/>
                  </a:lnTo>
                  <a:lnTo>
                    <a:pt x="160274" y="1429956"/>
                  </a:lnTo>
                  <a:close/>
                  <a:moveTo>
                    <a:pt x="281376" y="1292002"/>
                  </a:moveTo>
                  <a:lnTo>
                    <a:pt x="279208" y="1212046"/>
                  </a:lnTo>
                  <a:lnTo>
                    <a:pt x="215865" y="1253873"/>
                  </a:lnTo>
                  <a:close/>
                  <a:moveTo>
                    <a:pt x="281376" y="1292002"/>
                  </a:moveTo>
                  <a:lnTo>
                    <a:pt x="310642" y="1266118"/>
                  </a:lnTo>
                  <a:lnTo>
                    <a:pt x="283109" y="1196955"/>
                  </a:lnTo>
                  <a:close/>
                  <a:moveTo>
                    <a:pt x="710049" y="1708258"/>
                  </a:moveTo>
                  <a:lnTo>
                    <a:pt x="845992" y="1722666"/>
                  </a:lnTo>
                  <a:lnTo>
                    <a:pt x="764708" y="1697420"/>
                  </a:lnTo>
                  <a:close/>
                  <a:moveTo>
                    <a:pt x="885224" y="1765190"/>
                  </a:moveTo>
                  <a:lnTo>
                    <a:pt x="912830" y="1693908"/>
                  </a:lnTo>
                  <a:lnTo>
                    <a:pt x="845992" y="1722666"/>
                  </a:lnTo>
                  <a:close/>
                  <a:moveTo>
                    <a:pt x="695325" y="1651809"/>
                  </a:moveTo>
                  <a:lnTo>
                    <a:pt x="684096" y="1690245"/>
                  </a:lnTo>
                  <a:lnTo>
                    <a:pt x="710049" y="1708258"/>
                  </a:lnTo>
                  <a:close/>
                  <a:moveTo>
                    <a:pt x="695325" y="1651809"/>
                  </a:moveTo>
                  <a:lnTo>
                    <a:pt x="629236" y="1608030"/>
                  </a:lnTo>
                  <a:lnTo>
                    <a:pt x="684096" y="1690245"/>
                  </a:lnTo>
                  <a:close/>
                  <a:moveTo>
                    <a:pt x="495546" y="1439255"/>
                  </a:moveTo>
                  <a:lnTo>
                    <a:pt x="495809" y="1464565"/>
                  </a:lnTo>
                  <a:lnTo>
                    <a:pt x="527215" y="1443600"/>
                  </a:lnTo>
                  <a:close/>
                  <a:moveTo>
                    <a:pt x="992229" y="1712110"/>
                  </a:moveTo>
                  <a:lnTo>
                    <a:pt x="952590" y="1627360"/>
                  </a:lnTo>
                  <a:lnTo>
                    <a:pt x="912830" y="1693908"/>
                  </a:lnTo>
                  <a:close/>
                  <a:moveTo>
                    <a:pt x="1242886" y="1756286"/>
                  </a:moveTo>
                  <a:lnTo>
                    <a:pt x="1163161" y="1857334"/>
                  </a:lnTo>
                  <a:lnTo>
                    <a:pt x="1229090" y="1825174"/>
                  </a:lnTo>
                  <a:close/>
                  <a:moveTo>
                    <a:pt x="965499" y="1599836"/>
                  </a:moveTo>
                  <a:lnTo>
                    <a:pt x="928293" y="1529992"/>
                  </a:lnTo>
                  <a:lnTo>
                    <a:pt x="975399" y="1574936"/>
                  </a:lnTo>
                  <a:close/>
                  <a:moveTo>
                    <a:pt x="928293" y="1529992"/>
                  </a:moveTo>
                  <a:lnTo>
                    <a:pt x="918581" y="1437795"/>
                  </a:lnTo>
                  <a:lnTo>
                    <a:pt x="969058" y="1492721"/>
                  </a:lnTo>
                  <a:close/>
                  <a:moveTo>
                    <a:pt x="638213" y="1083584"/>
                  </a:moveTo>
                  <a:lnTo>
                    <a:pt x="712266" y="1070942"/>
                  </a:lnTo>
                  <a:lnTo>
                    <a:pt x="701653" y="1092601"/>
                  </a:lnTo>
                  <a:close/>
                  <a:moveTo>
                    <a:pt x="701653" y="1092601"/>
                  </a:moveTo>
                  <a:lnTo>
                    <a:pt x="716367" y="1086273"/>
                  </a:lnTo>
                  <a:lnTo>
                    <a:pt x="649720" y="1174322"/>
                  </a:lnTo>
                  <a:close/>
                  <a:moveTo>
                    <a:pt x="1355304" y="1625392"/>
                  </a:moveTo>
                  <a:lnTo>
                    <a:pt x="1275022" y="1630068"/>
                  </a:lnTo>
                  <a:lnTo>
                    <a:pt x="1256059" y="1710805"/>
                  </a:lnTo>
                  <a:close/>
                  <a:moveTo>
                    <a:pt x="1062234" y="1328237"/>
                  </a:moveTo>
                  <a:lnTo>
                    <a:pt x="1151805" y="1369373"/>
                  </a:lnTo>
                  <a:lnTo>
                    <a:pt x="1106572" y="1251418"/>
                  </a:lnTo>
                  <a:close/>
                  <a:moveTo>
                    <a:pt x="818832" y="975513"/>
                  </a:moveTo>
                  <a:lnTo>
                    <a:pt x="948783" y="1012872"/>
                  </a:lnTo>
                  <a:lnTo>
                    <a:pt x="956923" y="997954"/>
                  </a:lnTo>
                  <a:close/>
                  <a:moveTo>
                    <a:pt x="715622" y="780968"/>
                  </a:moveTo>
                  <a:lnTo>
                    <a:pt x="652058" y="796563"/>
                  </a:lnTo>
                  <a:lnTo>
                    <a:pt x="685190" y="754506"/>
                  </a:lnTo>
                  <a:close/>
                  <a:moveTo>
                    <a:pt x="685190" y="754506"/>
                  </a:moveTo>
                  <a:lnTo>
                    <a:pt x="709390" y="796563"/>
                  </a:lnTo>
                  <a:lnTo>
                    <a:pt x="715622" y="780968"/>
                  </a:lnTo>
                  <a:close/>
                  <a:moveTo>
                    <a:pt x="1317216" y="1595765"/>
                  </a:moveTo>
                  <a:lnTo>
                    <a:pt x="1369664" y="1613717"/>
                  </a:lnTo>
                  <a:lnTo>
                    <a:pt x="1351208" y="1668223"/>
                  </a:lnTo>
                  <a:close/>
                  <a:moveTo>
                    <a:pt x="1400476" y="1188299"/>
                  </a:moveTo>
                  <a:lnTo>
                    <a:pt x="1377485" y="1295196"/>
                  </a:lnTo>
                  <a:lnTo>
                    <a:pt x="1390086" y="1287643"/>
                  </a:lnTo>
                  <a:close/>
                  <a:moveTo>
                    <a:pt x="1346696" y="1271521"/>
                  </a:moveTo>
                  <a:lnTo>
                    <a:pt x="1377485" y="1295196"/>
                  </a:lnTo>
                  <a:lnTo>
                    <a:pt x="1400476" y="1188299"/>
                  </a:lnTo>
                  <a:close/>
                  <a:moveTo>
                    <a:pt x="1400476" y="1188299"/>
                  </a:moveTo>
                  <a:lnTo>
                    <a:pt x="1390086" y="1287643"/>
                  </a:lnTo>
                  <a:lnTo>
                    <a:pt x="1469106" y="1293189"/>
                  </a:lnTo>
                  <a:close/>
                  <a:moveTo>
                    <a:pt x="1169669" y="954480"/>
                  </a:moveTo>
                  <a:lnTo>
                    <a:pt x="1182486" y="853578"/>
                  </a:lnTo>
                  <a:lnTo>
                    <a:pt x="1126374" y="922442"/>
                  </a:lnTo>
                  <a:close/>
                  <a:moveTo>
                    <a:pt x="1505047" y="863600"/>
                  </a:moveTo>
                  <a:lnTo>
                    <a:pt x="1545421" y="889463"/>
                  </a:lnTo>
                  <a:lnTo>
                    <a:pt x="1514850" y="829855"/>
                  </a:lnTo>
                  <a:close/>
                  <a:moveTo>
                    <a:pt x="1813639" y="1094773"/>
                  </a:moveTo>
                  <a:lnTo>
                    <a:pt x="1823001" y="987070"/>
                  </a:lnTo>
                  <a:lnTo>
                    <a:pt x="1717397" y="1029825"/>
                  </a:lnTo>
                  <a:close/>
                  <a:moveTo>
                    <a:pt x="1691771" y="832981"/>
                  </a:moveTo>
                  <a:lnTo>
                    <a:pt x="1774883" y="894805"/>
                  </a:lnTo>
                  <a:lnTo>
                    <a:pt x="1723705" y="838208"/>
                  </a:lnTo>
                  <a:close/>
                  <a:moveTo>
                    <a:pt x="1691771" y="832981"/>
                  </a:moveTo>
                  <a:lnTo>
                    <a:pt x="1680763" y="812590"/>
                  </a:lnTo>
                  <a:lnTo>
                    <a:pt x="1660830" y="818331"/>
                  </a:lnTo>
                  <a:close/>
                  <a:moveTo>
                    <a:pt x="1691771" y="832981"/>
                  </a:moveTo>
                  <a:lnTo>
                    <a:pt x="1723705" y="838208"/>
                  </a:lnTo>
                  <a:lnTo>
                    <a:pt x="1680763" y="812590"/>
                  </a:lnTo>
                  <a:close/>
                  <a:moveTo>
                    <a:pt x="2286447" y="1333717"/>
                  </a:moveTo>
                  <a:lnTo>
                    <a:pt x="2238408" y="1369310"/>
                  </a:lnTo>
                  <a:lnTo>
                    <a:pt x="2363615" y="1343580"/>
                  </a:lnTo>
                  <a:close/>
                  <a:moveTo>
                    <a:pt x="1774883" y="894805"/>
                  </a:moveTo>
                  <a:lnTo>
                    <a:pt x="1826640" y="944407"/>
                  </a:lnTo>
                  <a:lnTo>
                    <a:pt x="1838537" y="874347"/>
                  </a:lnTo>
                  <a:close/>
                  <a:moveTo>
                    <a:pt x="1826640" y="944407"/>
                  </a:moveTo>
                  <a:lnTo>
                    <a:pt x="1861125" y="894805"/>
                  </a:lnTo>
                  <a:lnTo>
                    <a:pt x="1838537" y="874347"/>
                  </a:lnTo>
                  <a:close/>
                  <a:moveTo>
                    <a:pt x="1680763" y="812590"/>
                  </a:moveTo>
                  <a:lnTo>
                    <a:pt x="1723705" y="838208"/>
                  </a:lnTo>
                  <a:lnTo>
                    <a:pt x="1732808" y="799619"/>
                  </a:lnTo>
                  <a:close/>
                  <a:moveTo>
                    <a:pt x="1838537" y="874347"/>
                  </a:moveTo>
                  <a:lnTo>
                    <a:pt x="1723705" y="838208"/>
                  </a:lnTo>
                  <a:lnTo>
                    <a:pt x="1774883" y="894805"/>
                  </a:lnTo>
                  <a:close/>
                  <a:moveTo>
                    <a:pt x="1732808" y="799619"/>
                  </a:moveTo>
                  <a:lnTo>
                    <a:pt x="1723705" y="838208"/>
                  </a:lnTo>
                  <a:lnTo>
                    <a:pt x="1838537" y="874347"/>
                  </a:lnTo>
                  <a:close/>
                  <a:moveTo>
                    <a:pt x="1822722" y="787112"/>
                  </a:moveTo>
                  <a:lnTo>
                    <a:pt x="1838537" y="874347"/>
                  </a:lnTo>
                  <a:lnTo>
                    <a:pt x="1890141" y="792894"/>
                  </a:lnTo>
                  <a:close/>
                  <a:moveTo>
                    <a:pt x="1639011" y="800209"/>
                  </a:moveTo>
                  <a:lnTo>
                    <a:pt x="1680763" y="812590"/>
                  </a:lnTo>
                  <a:lnTo>
                    <a:pt x="1749502" y="719458"/>
                  </a:lnTo>
                  <a:close/>
                  <a:moveTo>
                    <a:pt x="1822722" y="787112"/>
                  </a:moveTo>
                  <a:lnTo>
                    <a:pt x="1890141" y="792894"/>
                  </a:lnTo>
                  <a:lnTo>
                    <a:pt x="1832232" y="750115"/>
                  </a:lnTo>
                  <a:close/>
                  <a:moveTo>
                    <a:pt x="1890141" y="792894"/>
                  </a:moveTo>
                  <a:lnTo>
                    <a:pt x="1908524" y="756699"/>
                  </a:lnTo>
                  <a:lnTo>
                    <a:pt x="1832232" y="750115"/>
                  </a:lnTo>
                  <a:close/>
                  <a:moveTo>
                    <a:pt x="1749502" y="719458"/>
                  </a:moveTo>
                  <a:lnTo>
                    <a:pt x="1832232" y="750115"/>
                  </a:lnTo>
                  <a:lnTo>
                    <a:pt x="1883442" y="726377"/>
                  </a:lnTo>
                  <a:close/>
                  <a:moveTo>
                    <a:pt x="1908524" y="756699"/>
                  </a:moveTo>
                  <a:lnTo>
                    <a:pt x="1946456" y="653502"/>
                  </a:lnTo>
                  <a:lnTo>
                    <a:pt x="1937051" y="654665"/>
                  </a:lnTo>
                  <a:close/>
                  <a:moveTo>
                    <a:pt x="2027731" y="708536"/>
                  </a:moveTo>
                  <a:lnTo>
                    <a:pt x="1946456" y="653502"/>
                  </a:lnTo>
                  <a:lnTo>
                    <a:pt x="1908524" y="756699"/>
                  </a:lnTo>
                  <a:close/>
                  <a:moveTo>
                    <a:pt x="1906384" y="579504"/>
                  </a:moveTo>
                  <a:lnTo>
                    <a:pt x="1894849" y="571287"/>
                  </a:lnTo>
                  <a:lnTo>
                    <a:pt x="1935148" y="653502"/>
                  </a:lnTo>
                  <a:close/>
                  <a:moveTo>
                    <a:pt x="1894849" y="571287"/>
                  </a:moveTo>
                  <a:lnTo>
                    <a:pt x="1906384" y="579504"/>
                  </a:lnTo>
                  <a:lnTo>
                    <a:pt x="1910628" y="549363"/>
                  </a:lnTo>
                  <a:close/>
                  <a:moveTo>
                    <a:pt x="1946456" y="653502"/>
                  </a:moveTo>
                  <a:lnTo>
                    <a:pt x="2027731" y="708536"/>
                  </a:lnTo>
                  <a:lnTo>
                    <a:pt x="1941839" y="650773"/>
                  </a:lnTo>
                  <a:close/>
                  <a:moveTo>
                    <a:pt x="1910628" y="549363"/>
                  </a:moveTo>
                  <a:lnTo>
                    <a:pt x="2033359" y="514373"/>
                  </a:lnTo>
                  <a:lnTo>
                    <a:pt x="1948162" y="474494"/>
                  </a:lnTo>
                  <a:close/>
                  <a:moveTo>
                    <a:pt x="2177382" y="779496"/>
                  </a:moveTo>
                  <a:lnTo>
                    <a:pt x="2177878" y="780245"/>
                  </a:lnTo>
                  <a:lnTo>
                    <a:pt x="2178968" y="780121"/>
                  </a:lnTo>
                  <a:close/>
                  <a:moveTo>
                    <a:pt x="2259650" y="803122"/>
                  </a:moveTo>
                  <a:lnTo>
                    <a:pt x="2178968" y="780121"/>
                  </a:lnTo>
                  <a:lnTo>
                    <a:pt x="2177878" y="780245"/>
                  </a:lnTo>
                  <a:close/>
                  <a:moveTo>
                    <a:pt x="2177382" y="779496"/>
                  </a:moveTo>
                  <a:lnTo>
                    <a:pt x="2178968" y="780121"/>
                  </a:lnTo>
                  <a:lnTo>
                    <a:pt x="2180455" y="778150"/>
                  </a:lnTo>
                  <a:close/>
                  <a:moveTo>
                    <a:pt x="2288075" y="751249"/>
                  </a:moveTo>
                  <a:lnTo>
                    <a:pt x="2178968" y="780121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180455" y="778150"/>
                  </a:lnTo>
                  <a:lnTo>
                    <a:pt x="2178968" y="780121"/>
                  </a:lnTo>
                  <a:close/>
                  <a:moveTo>
                    <a:pt x="2288075" y="751249"/>
                  </a:moveTo>
                  <a:lnTo>
                    <a:pt x="2298560" y="733400"/>
                  </a:lnTo>
                  <a:lnTo>
                    <a:pt x="2222626" y="728152"/>
                  </a:lnTo>
                  <a:close/>
                  <a:moveTo>
                    <a:pt x="2259650" y="803122"/>
                  </a:moveTo>
                  <a:lnTo>
                    <a:pt x="2322354" y="741059"/>
                  </a:lnTo>
                  <a:lnTo>
                    <a:pt x="2288075" y="751249"/>
                  </a:lnTo>
                  <a:close/>
                  <a:moveTo>
                    <a:pt x="2380669" y="761732"/>
                  </a:moveTo>
                  <a:lnTo>
                    <a:pt x="2322354" y="741059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322354" y="741059"/>
                  </a:lnTo>
                  <a:lnTo>
                    <a:pt x="2298560" y="733400"/>
                  </a:lnTo>
                  <a:close/>
                  <a:moveTo>
                    <a:pt x="2041438" y="430207"/>
                  </a:moveTo>
                  <a:lnTo>
                    <a:pt x="2126723" y="421465"/>
                  </a:lnTo>
                  <a:lnTo>
                    <a:pt x="2051277" y="366165"/>
                  </a:lnTo>
                  <a:close/>
                  <a:moveTo>
                    <a:pt x="2380669" y="761732"/>
                  </a:moveTo>
                  <a:lnTo>
                    <a:pt x="2403855" y="717714"/>
                  </a:lnTo>
                  <a:lnTo>
                    <a:pt x="2322354" y="741059"/>
                  </a:lnTo>
                  <a:close/>
                  <a:moveTo>
                    <a:pt x="2380669" y="761732"/>
                  </a:moveTo>
                  <a:lnTo>
                    <a:pt x="2457627" y="702623"/>
                  </a:lnTo>
                  <a:lnTo>
                    <a:pt x="2403855" y="717714"/>
                  </a:lnTo>
                  <a:close/>
                  <a:moveTo>
                    <a:pt x="2501613" y="720061"/>
                  </a:moveTo>
                  <a:lnTo>
                    <a:pt x="2457627" y="702623"/>
                  </a:lnTo>
                  <a:lnTo>
                    <a:pt x="2380669" y="761732"/>
                  </a:lnTo>
                  <a:close/>
                  <a:moveTo>
                    <a:pt x="2459717" y="778620"/>
                  </a:moveTo>
                  <a:lnTo>
                    <a:pt x="2501613" y="720061"/>
                  </a:lnTo>
                  <a:lnTo>
                    <a:pt x="2380669" y="761732"/>
                  </a:lnTo>
                  <a:close/>
                  <a:moveTo>
                    <a:pt x="2457627" y="702623"/>
                  </a:moveTo>
                  <a:lnTo>
                    <a:pt x="2501613" y="720061"/>
                  </a:lnTo>
                  <a:lnTo>
                    <a:pt x="2509781" y="692190"/>
                  </a:lnTo>
                  <a:close/>
                  <a:moveTo>
                    <a:pt x="2509781" y="692190"/>
                  </a:moveTo>
                  <a:lnTo>
                    <a:pt x="2501613" y="720061"/>
                  </a:lnTo>
                  <a:lnTo>
                    <a:pt x="2568763" y="702623"/>
                  </a:lnTo>
                  <a:close/>
                  <a:moveTo>
                    <a:pt x="2509781" y="692190"/>
                  </a:moveTo>
                  <a:lnTo>
                    <a:pt x="2568763" y="702623"/>
                  </a:lnTo>
                  <a:lnTo>
                    <a:pt x="2525502" y="594175"/>
                  </a:lnTo>
                  <a:close/>
                  <a:moveTo>
                    <a:pt x="2525502" y="594175"/>
                  </a:moveTo>
                  <a:lnTo>
                    <a:pt x="2568763" y="702623"/>
                  </a:lnTo>
                  <a:lnTo>
                    <a:pt x="2571299" y="701951"/>
                  </a:lnTo>
                  <a:close/>
                  <a:moveTo>
                    <a:pt x="2525502" y="594175"/>
                  </a:moveTo>
                  <a:lnTo>
                    <a:pt x="2571299" y="701951"/>
                  </a:lnTo>
                  <a:lnTo>
                    <a:pt x="2597919" y="586272"/>
                  </a:lnTo>
                  <a:close/>
                  <a:moveTo>
                    <a:pt x="1957905" y="37158"/>
                  </a:moveTo>
                  <a:lnTo>
                    <a:pt x="2037933" y="101071"/>
                  </a:lnTo>
                  <a:lnTo>
                    <a:pt x="2056202" y="17836"/>
                  </a:lnTo>
                  <a:close/>
                  <a:moveTo>
                    <a:pt x="2599145" y="580039"/>
                  </a:moveTo>
                  <a:lnTo>
                    <a:pt x="2597919" y="586272"/>
                  </a:lnTo>
                  <a:lnTo>
                    <a:pt x="2603014" y="581971"/>
                  </a:lnTo>
                  <a:close/>
                  <a:moveTo>
                    <a:pt x="2599145" y="580039"/>
                  </a:moveTo>
                  <a:lnTo>
                    <a:pt x="2603014" y="581971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599145" y="580039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689908" y="466750"/>
                  </a:lnTo>
                  <a:lnTo>
                    <a:pt x="2621258" y="458334"/>
                  </a:lnTo>
                  <a:close/>
                  <a:moveTo>
                    <a:pt x="2689908" y="466750"/>
                  </a:moveTo>
                  <a:lnTo>
                    <a:pt x="2695344" y="456668"/>
                  </a:lnTo>
                  <a:lnTo>
                    <a:pt x="2621258" y="458334"/>
                  </a:lnTo>
                  <a:close/>
                  <a:moveTo>
                    <a:pt x="2149528" y="24445"/>
                  </a:moveTo>
                  <a:lnTo>
                    <a:pt x="2152672" y="0"/>
                  </a:lnTo>
                  <a:lnTo>
                    <a:pt x="2116543" y="6465"/>
                  </a:lnTo>
                  <a:close/>
                  <a:moveTo>
                    <a:pt x="2149528" y="24445"/>
                  </a:moveTo>
                  <a:lnTo>
                    <a:pt x="2172176" y="6465"/>
                  </a:lnTo>
                  <a:lnTo>
                    <a:pt x="2152672" y="0"/>
                  </a:lnTo>
                  <a:close/>
                  <a:moveTo>
                    <a:pt x="2732750" y="381322"/>
                  </a:moveTo>
                  <a:lnTo>
                    <a:pt x="2695344" y="456668"/>
                  </a:lnTo>
                  <a:lnTo>
                    <a:pt x="2802013" y="361631"/>
                  </a:lnTo>
                  <a:close/>
                  <a:moveTo>
                    <a:pt x="2806366" y="332571"/>
                  </a:moveTo>
                  <a:lnTo>
                    <a:pt x="2732750" y="381322"/>
                  </a:lnTo>
                  <a:lnTo>
                    <a:pt x="2802013" y="36163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09" name="Candidate_density__2128">
              <a:extLst>
                <a:ext uri="{FF2B5EF4-FFF2-40B4-BE49-F238E27FC236}">
                  <a16:creationId xmlns:a16="http://schemas.microsoft.com/office/drawing/2014/main" id="{B34B3B04-8806-3843-A09B-78821EDA6D96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712555"/>
              <a:ext cx="2806366" cy="2081859"/>
            </a:xfrm>
            <a:custGeom>
              <a:avLst/>
              <a:gdLst/>
              <a:ahLst/>
              <a:cxnLst/>
              <a:rect l="0" t="0" r="0" b="0"/>
              <a:pathLst>
                <a:path w="2806366" h="2081859">
                  <a:moveTo>
                    <a:pt x="159762" y="1510081"/>
                  </a:moveTo>
                  <a:lnTo>
                    <a:pt x="144648" y="1528272"/>
                  </a:lnTo>
                  <a:lnTo>
                    <a:pt x="160274" y="1540215"/>
                  </a:lnTo>
                  <a:close/>
                  <a:moveTo>
                    <a:pt x="90790" y="1466302"/>
                  </a:moveTo>
                  <a:lnTo>
                    <a:pt x="144648" y="1528272"/>
                  </a:lnTo>
                  <a:lnTo>
                    <a:pt x="159762" y="1510081"/>
                  </a:lnTo>
                  <a:close/>
                  <a:moveTo>
                    <a:pt x="90790" y="1466302"/>
                  </a:moveTo>
                  <a:lnTo>
                    <a:pt x="127782" y="1427865"/>
                  </a:lnTo>
                  <a:lnTo>
                    <a:pt x="38319" y="1409383"/>
                  </a:lnTo>
                  <a:close/>
                  <a:moveTo>
                    <a:pt x="127782" y="1427865"/>
                  </a:moveTo>
                  <a:lnTo>
                    <a:pt x="91726" y="1393859"/>
                  </a:lnTo>
                  <a:lnTo>
                    <a:pt x="38319" y="1409383"/>
                  </a:lnTo>
                  <a:close/>
                  <a:moveTo>
                    <a:pt x="17222" y="1345650"/>
                  </a:moveTo>
                  <a:lnTo>
                    <a:pt x="38319" y="1409383"/>
                  </a:lnTo>
                  <a:lnTo>
                    <a:pt x="91726" y="1393859"/>
                  </a:lnTo>
                  <a:close/>
                  <a:moveTo>
                    <a:pt x="17222" y="1345650"/>
                  </a:moveTo>
                  <a:lnTo>
                    <a:pt x="0" y="1384087"/>
                  </a:lnTo>
                  <a:lnTo>
                    <a:pt x="38319" y="1409383"/>
                  </a:lnTo>
                  <a:close/>
                  <a:moveTo>
                    <a:pt x="204942" y="1592296"/>
                  </a:moveTo>
                  <a:lnTo>
                    <a:pt x="160274" y="1540215"/>
                  </a:lnTo>
                  <a:lnTo>
                    <a:pt x="209906" y="1599958"/>
                  </a:lnTo>
                  <a:close/>
                  <a:moveTo>
                    <a:pt x="207239" y="1401942"/>
                  </a:moveTo>
                  <a:lnTo>
                    <a:pt x="281376" y="1402261"/>
                  </a:lnTo>
                  <a:lnTo>
                    <a:pt x="215865" y="1364132"/>
                  </a:lnTo>
                  <a:close/>
                  <a:moveTo>
                    <a:pt x="684096" y="1800504"/>
                  </a:moveTo>
                  <a:lnTo>
                    <a:pt x="682417" y="1819051"/>
                  </a:lnTo>
                  <a:lnTo>
                    <a:pt x="710049" y="1818517"/>
                  </a:lnTo>
                  <a:close/>
                  <a:moveTo>
                    <a:pt x="710049" y="1818517"/>
                  </a:moveTo>
                  <a:lnTo>
                    <a:pt x="804673" y="1880344"/>
                  </a:lnTo>
                  <a:lnTo>
                    <a:pt x="845992" y="1832925"/>
                  </a:lnTo>
                  <a:close/>
                  <a:moveTo>
                    <a:pt x="695325" y="1762068"/>
                  </a:moveTo>
                  <a:lnTo>
                    <a:pt x="710049" y="1818517"/>
                  </a:lnTo>
                  <a:lnTo>
                    <a:pt x="764708" y="1807679"/>
                  </a:lnTo>
                  <a:close/>
                  <a:moveTo>
                    <a:pt x="594915" y="1451508"/>
                  </a:moveTo>
                  <a:lnTo>
                    <a:pt x="527215" y="1553859"/>
                  </a:lnTo>
                  <a:lnTo>
                    <a:pt x="562731" y="1546380"/>
                  </a:lnTo>
                  <a:close/>
                  <a:moveTo>
                    <a:pt x="1149746" y="2081859"/>
                  </a:moveTo>
                  <a:lnTo>
                    <a:pt x="1226801" y="1979714"/>
                  </a:lnTo>
                  <a:lnTo>
                    <a:pt x="1162182" y="1971655"/>
                  </a:lnTo>
                  <a:close/>
                  <a:moveTo>
                    <a:pt x="1162182" y="1971655"/>
                  </a:moveTo>
                  <a:lnTo>
                    <a:pt x="1226801" y="1979714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177098" y="1859437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256059" y="1821064"/>
                  </a:lnTo>
                  <a:lnTo>
                    <a:pt x="1172281" y="1786489"/>
                  </a:lnTo>
                  <a:close/>
                  <a:moveTo>
                    <a:pt x="965499" y="1710095"/>
                  </a:moveTo>
                  <a:lnTo>
                    <a:pt x="952590" y="1737619"/>
                  </a:lnTo>
                  <a:lnTo>
                    <a:pt x="1071814" y="1784346"/>
                  </a:lnTo>
                  <a:close/>
                  <a:moveTo>
                    <a:pt x="307971" y="999443"/>
                  </a:moveTo>
                  <a:lnTo>
                    <a:pt x="360182" y="983695"/>
                  </a:lnTo>
                  <a:lnTo>
                    <a:pt x="312168" y="976859"/>
                  </a:lnTo>
                  <a:close/>
                  <a:moveTo>
                    <a:pt x="312168" y="976859"/>
                  </a:moveTo>
                  <a:lnTo>
                    <a:pt x="360182" y="983695"/>
                  </a:lnTo>
                  <a:lnTo>
                    <a:pt x="396155" y="869079"/>
                  </a:lnTo>
                  <a:close/>
                  <a:moveTo>
                    <a:pt x="317442" y="872479"/>
                  </a:moveTo>
                  <a:lnTo>
                    <a:pt x="312168" y="976859"/>
                  </a:lnTo>
                  <a:lnTo>
                    <a:pt x="396155" y="869079"/>
                  </a:lnTo>
                  <a:close/>
                  <a:moveTo>
                    <a:pt x="1275022" y="1740327"/>
                  </a:moveTo>
                  <a:lnTo>
                    <a:pt x="1355304" y="1735651"/>
                  </a:lnTo>
                  <a:lnTo>
                    <a:pt x="1341012" y="1647178"/>
                  </a:lnTo>
                  <a:close/>
                  <a:moveTo>
                    <a:pt x="725557" y="1183427"/>
                  </a:moveTo>
                  <a:lnTo>
                    <a:pt x="716367" y="1196532"/>
                  </a:lnTo>
                  <a:lnTo>
                    <a:pt x="811971" y="1173766"/>
                  </a:lnTo>
                  <a:close/>
                  <a:moveTo>
                    <a:pt x="712266" y="1181201"/>
                  </a:moveTo>
                  <a:lnTo>
                    <a:pt x="725557" y="1183427"/>
                  </a:lnTo>
                  <a:lnTo>
                    <a:pt x="779186" y="1152746"/>
                  </a:lnTo>
                  <a:close/>
                  <a:moveTo>
                    <a:pt x="1106572" y="1361677"/>
                  </a:moveTo>
                  <a:lnTo>
                    <a:pt x="1151805" y="1479632"/>
                  </a:lnTo>
                  <a:lnTo>
                    <a:pt x="1123342" y="1443892"/>
                  </a:lnTo>
                  <a:close/>
                  <a:moveTo>
                    <a:pt x="1106572" y="1361677"/>
                  </a:moveTo>
                  <a:lnTo>
                    <a:pt x="1088698" y="1370252"/>
                  </a:lnTo>
                  <a:lnTo>
                    <a:pt x="1062234" y="1438496"/>
                  </a:lnTo>
                  <a:close/>
                  <a:moveTo>
                    <a:pt x="883471" y="1153468"/>
                  </a:moveTo>
                  <a:lnTo>
                    <a:pt x="948783" y="1123131"/>
                  </a:lnTo>
                  <a:lnTo>
                    <a:pt x="818832" y="1085772"/>
                  </a:lnTo>
                  <a:close/>
                  <a:moveTo>
                    <a:pt x="956923" y="1108213"/>
                  </a:moveTo>
                  <a:lnTo>
                    <a:pt x="1011134" y="1133034"/>
                  </a:lnTo>
                  <a:lnTo>
                    <a:pt x="972273" y="1115032"/>
                  </a:lnTo>
                  <a:close/>
                  <a:moveTo>
                    <a:pt x="956923" y="1108213"/>
                  </a:moveTo>
                  <a:lnTo>
                    <a:pt x="972273" y="1115032"/>
                  </a:lnTo>
                  <a:lnTo>
                    <a:pt x="980367" y="1097454"/>
                  </a:lnTo>
                  <a:close/>
                  <a:moveTo>
                    <a:pt x="956923" y="1108213"/>
                  </a:moveTo>
                  <a:lnTo>
                    <a:pt x="980367" y="1097454"/>
                  </a:lnTo>
                  <a:lnTo>
                    <a:pt x="874530" y="1078816"/>
                  </a:lnTo>
                  <a:close/>
                  <a:moveTo>
                    <a:pt x="1467444" y="1304707"/>
                  </a:moveTo>
                  <a:lnTo>
                    <a:pt x="1400476" y="1298558"/>
                  </a:lnTo>
                  <a:lnTo>
                    <a:pt x="1469106" y="1403448"/>
                  </a:lnTo>
                  <a:close/>
                  <a:moveTo>
                    <a:pt x="1373358" y="1120158"/>
                  </a:moveTo>
                  <a:lnTo>
                    <a:pt x="1281879" y="1038159"/>
                  </a:lnTo>
                  <a:lnTo>
                    <a:pt x="1373147" y="1120592"/>
                  </a:lnTo>
                  <a:close/>
                  <a:moveTo>
                    <a:pt x="1274092" y="1040438"/>
                  </a:moveTo>
                  <a:lnTo>
                    <a:pt x="1269400" y="1010133"/>
                  </a:lnTo>
                  <a:lnTo>
                    <a:pt x="1182486" y="963837"/>
                  </a:lnTo>
                  <a:close/>
                  <a:moveTo>
                    <a:pt x="1077219" y="848916"/>
                  </a:moveTo>
                  <a:lnTo>
                    <a:pt x="1124199" y="873728"/>
                  </a:lnTo>
                  <a:lnTo>
                    <a:pt x="1030548" y="816974"/>
                  </a:lnTo>
                  <a:close/>
                  <a:moveTo>
                    <a:pt x="995416" y="791514"/>
                  </a:moveTo>
                  <a:lnTo>
                    <a:pt x="1030548" y="816974"/>
                  </a:lnTo>
                  <a:lnTo>
                    <a:pt x="929710" y="738269"/>
                  </a:lnTo>
                  <a:close/>
                  <a:moveTo>
                    <a:pt x="929710" y="738269"/>
                  </a:moveTo>
                  <a:lnTo>
                    <a:pt x="1030548" y="816974"/>
                  </a:lnTo>
                  <a:lnTo>
                    <a:pt x="950207" y="747734"/>
                  </a:lnTo>
                  <a:close/>
                  <a:moveTo>
                    <a:pt x="1077219" y="848916"/>
                  </a:moveTo>
                  <a:lnTo>
                    <a:pt x="1030548" y="816974"/>
                  </a:lnTo>
                  <a:lnTo>
                    <a:pt x="995416" y="791514"/>
                  </a:lnTo>
                  <a:close/>
                  <a:moveTo>
                    <a:pt x="1482562" y="1034595"/>
                  </a:moveTo>
                  <a:lnTo>
                    <a:pt x="1414971" y="999722"/>
                  </a:lnTo>
                  <a:lnTo>
                    <a:pt x="1373358" y="1120158"/>
                  </a:lnTo>
                  <a:close/>
                  <a:moveTo>
                    <a:pt x="1182486" y="963837"/>
                  </a:moveTo>
                  <a:lnTo>
                    <a:pt x="1269400" y="1010133"/>
                  </a:lnTo>
                  <a:lnTo>
                    <a:pt x="1305958" y="931618"/>
                  </a:lnTo>
                  <a:close/>
                  <a:moveTo>
                    <a:pt x="1414971" y="999722"/>
                  </a:moveTo>
                  <a:lnTo>
                    <a:pt x="1482562" y="1034595"/>
                  </a:lnTo>
                  <a:lnTo>
                    <a:pt x="1505047" y="973859"/>
                  </a:lnTo>
                  <a:close/>
                  <a:moveTo>
                    <a:pt x="1394242" y="983038"/>
                  </a:moveTo>
                  <a:lnTo>
                    <a:pt x="1505047" y="973859"/>
                  </a:lnTo>
                  <a:lnTo>
                    <a:pt x="1514850" y="940114"/>
                  </a:lnTo>
                  <a:close/>
                  <a:moveTo>
                    <a:pt x="1823001" y="1097329"/>
                  </a:moveTo>
                  <a:lnTo>
                    <a:pt x="1824407" y="1207931"/>
                  </a:lnTo>
                  <a:lnTo>
                    <a:pt x="1919153" y="1121900"/>
                  </a:lnTo>
                  <a:close/>
                  <a:moveTo>
                    <a:pt x="1778914" y="1033079"/>
                  </a:moveTo>
                  <a:lnTo>
                    <a:pt x="1826640" y="1054666"/>
                  </a:lnTo>
                  <a:lnTo>
                    <a:pt x="1774883" y="1005064"/>
                  </a:lnTo>
                  <a:close/>
                  <a:moveTo>
                    <a:pt x="1691771" y="943240"/>
                  </a:moveTo>
                  <a:lnTo>
                    <a:pt x="1778914" y="1033079"/>
                  </a:lnTo>
                  <a:lnTo>
                    <a:pt x="1774883" y="1005064"/>
                  </a:lnTo>
                  <a:close/>
                  <a:moveTo>
                    <a:pt x="2151527" y="1433394"/>
                  </a:moveTo>
                  <a:lnTo>
                    <a:pt x="2238408" y="1479569"/>
                  </a:lnTo>
                  <a:lnTo>
                    <a:pt x="2286447" y="1443976"/>
                  </a:lnTo>
                  <a:close/>
                  <a:moveTo>
                    <a:pt x="1822722" y="897371"/>
                  </a:moveTo>
                  <a:lnTo>
                    <a:pt x="1732808" y="909878"/>
                  </a:lnTo>
                  <a:lnTo>
                    <a:pt x="1838537" y="984606"/>
                  </a:lnTo>
                  <a:close/>
                  <a:moveTo>
                    <a:pt x="1680763" y="922849"/>
                  </a:moveTo>
                  <a:lnTo>
                    <a:pt x="1732808" y="909878"/>
                  </a:lnTo>
                  <a:lnTo>
                    <a:pt x="1749502" y="829717"/>
                  </a:lnTo>
                  <a:close/>
                  <a:moveTo>
                    <a:pt x="1732808" y="909878"/>
                  </a:moveTo>
                  <a:lnTo>
                    <a:pt x="1822722" y="897371"/>
                  </a:lnTo>
                  <a:lnTo>
                    <a:pt x="1749502" y="829717"/>
                  </a:lnTo>
                  <a:close/>
                  <a:moveTo>
                    <a:pt x="1822722" y="897371"/>
                  </a:moveTo>
                  <a:lnTo>
                    <a:pt x="1832232" y="860374"/>
                  </a:lnTo>
                  <a:lnTo>
                    <a:pt x="1749502" y="829717"/>
                  </a:lnTo>
                  <a:close/>
                  <a:moveTo>
                    <a:pt x="2376190" y="1350925"/>
                  </a:moveTo>
                  <a:lnTo>
                    <a:pt x="2286447" y="1443976"/>
                  </a:lnTo>
                  <a:lnTo>
                    <a:pt x="2363615" y="1453839"/>
                  </a:lnTo>
                  <a:close/>
                  <a:moveTo>
                    <a:pt x="2443594" y="1356719"/>
                  </a:moveTo>
                  <a:lnTo>
                    <a:pt x="2376190" y="1350925"/>
                  </a:lnTo>
                  <a:lnTo>
                    <a:pt x="2363615" y="1453839"/>
                  </a:lnTo>
                  <a:close/>
                  <a:moveTo>
                    <a:pt x="1946456" y="763761"/>
                  </a:moveTo>
                  <a:lnTo>
                    <a:pt x="1973420" y="681546"/>
                  </a:lnTo>
                  <a:lnTo>
                    <a:pt x="1937051" y="764925"/>
                  </a:lnTo>
                  <a:close/>
                  <a:moveTo>
                    <a:pt x="1937051" y="764925"/>
                  </a:moveTo>
                  <a:lnTo>
                    <a:pt x="1906384" y="689763"/>
                  </a:lnTo>
                  <a:lnTo>
                    <a:pt x="1935148" y="763761"/>
                  </a:lnTo>
                  <a:close/>
                  <a:moveTo>
                    <a:pt x="1946456" y="763761"/>
                  </a:moveTo>
                  <a:lnTo>
                    <a:pt x="1941839" y="761032"/>
                  </a:lnTo>
                  <a:lnTo>
                    <a:pt x="1973420" y="681546"/>
                  </a:lnTo>
                  <a:close/>
                  <a:moveTo>
                    <a:pt x="2126723" y="531724"/>
                  </a:moveTo>
                  <a:lnTo>
                    <a:pt x="2041438" y="540467"/>
                  </a:lnTo>
                  <a:lnTo>
                    <a:pt x="2137338" y="623186"/>
                  </a:lnTo>
                  <a:close/>
                  <a:moveTo>
                    <a:pt x="2041438" y="540467"/>
                  </a:moveTo>
                  <a:lnTo>
                    <a:pt x="2031623" y="522458"/>
                  </a:lnTo>
                  <a:lnTo>
                    <a:pt x="2033359" y="624632"/>
                  </a:lnTo>
                  <a:close/>
                  <a:moveTo>
                    <a:pt x="2322354" y="851318"/>
                  </a:moveTo>
                  <a:lnTo>
                    <a:pt x="2403855" y="827973"/>
                  </a:lnTo>
                  <a:lnTo>
                    <a:pt x="2416642" y="791286"/>
                  </a:lnTo>
                  <a:close/>
                  <a:moveTo>
                    <a:pt x="2298560" y="843659"/>
                  </a:moveTo>
                  <a:lnTo>
                    <a:pt x="2322354" y="851318"/>
                  </a:lnTo>
                  <a:lnTo>
                    <a:pt x="2416642" y="791286"/>
                  </a:lnTo>
                  <a:close/>
                  <a:moveTo>
                    <a:pt x="2403855" y="827973"/>
                  </a:moveTo>
                  <a:lnTo>
                    <a:pt x="2457627" y="812882"/>
                  </a:lnTo>
                  <a:lnTo>
                    <a:pt x="2416642" y="791286"/>
                  </a:lnTo>
                  <a:close/>
                  <a:moveTo>
                    <a:pt x="2209381" y="664709"/>
                  </a:moveTo>
                  <a:lnTo>
                    <a:pt x="2244103" y="640053"/>
                  </a:lnTo>
                  <a:lnTo>
                    <a:pt x="2169105" y="638302"/>
                  </a:lnTo>
                  <a:close/>
                  <a:moveTo>
                    <a:pt x="2463943" y="692230"/>
                  </a:moveTo>
                  <a:lnTo>
                    <a:pt x="2457627" y="812882"/>
                  </a:lnTo>
                  <a:lnTo>
                    <a:pt x="2525502" y="704434"/>
                  </a:lnTo>
                  <a:close/>
                  <a:moveTo>
                    <a:pt x="2525502" y="704434"/>
                  </a:moveTo>
                  <a:lnTo>
                    <a:pt x="2457627" y="812882"/>
                  </a:lnTo>
                  <a:lnTo>
                    <a:pt x="2509781" y="802450"/>
                  </a:lnTo>
                  <a:close/>
                  <a:moveTo>
                    <a:pt x="2330338" y="566236"/>
                  </a:moveTo>
                  <a:lnTo>
                    <a:pt x="2370759" y="648452"/>
                  </a:lnTo>
                  <a:lnTo>
                    <a:pt x="2306487" y="546264"/>
                  </a:lnTo>
                  <a:close/>
                  <a:moveTo>
                    <a:pt x="2056202" y="128095"/>
                  </a:moveTo>
                  <a:lnTo>
                    <a:pt x="2116543" y="116724"/>
                  </a:lnTo>
                  <a:lnTo>
                    <a:pt x="2066320" y="102261"/>
                  </a:lnTo>
                  <a:close/>
                  <a:moveTo>
                    <a:pt x="2599145" y="690298"/>
                  </a:moveTo>
                  <a:lnTo>
                    <a:pt x="2525502" y="704434"/>
                  </a:lnTo>
                  <a:lnTo>
                    <a:pt x="2597919" y="696531"/>
                  </a:lnTo>
                  <a:close/>
                  <a:moveTo>
                    <a:pt x="2599145" y="690298"/>
                  </a:moveTo>
                  <a:lnTo>
                    <a:pt x="2528245" y="687346"/>
                  </a:lnTo>
                  <a:lnTo>
                    <a:pt x="2525502" y="704434"/>
                  </a:lnTo>
                  <a:close/>
                  <a:moveTo>
                    <a:pt x="2528245" y="687346"/>
                  </a:moveTo>
                  <a:lnTo>
                    <a:pt x="2599145" y="690298"/>
                  </a:lnTo>
                  <a:lnTo>
                    <a:pt x="2620479" y="572862"/>
                  </a:lnTo>
                  <a:close/>
                  <a:moveTo>
                    <a:pt x="2528245" y="687346"/>
                  </a:moveTo>
                  <a:lnTo>
                    <a:pt x="2620479" y="572862"/>
                  </a:lnTo>
                  <a:lnTo>
                    <a:pt x="2542698" y="575505"/>
                  </a:lnTo>
                  <a:close/>
                  <a:moveTo>
                    <a:pt x="2620479" y="572862"/>
                  </a:moveTo>
                  <a:lnTo>
                    <a:pt x="2621258" y="568593"/>
                  </a:lnTo>
                  <a:lnTo>
                    <a:pt x="2546017" y="565936"/>
                  </a:lnTo>
                  <a:close/>
                  <a:moveTo>
                    <a:pt x="2171058" y="0"/>
                  </a:moveTo>
                  <a:lnTo>
                    <a:pt x="2116543" y="116724"/>
                  </a:lnTo>
                  <a:lnTo>
                    <a:pt x="2152672" y="110259"/>
                  </a:lnTo>
                  <a:close/>
                  <a:moveTo>
                    <a:pt x="2255868" y="86954"/>
                  </a:moveTo>
                  <a:lnTo>
                    <a:pt x="2259696" y="78288"/>
                  </a:lnTo>
                  <a:lnTo>
                    <a:pt x="2217039" y="108459"/>
                  </a:lnTo>
                  <a:close/>
                  <a:moveTo>
                    <a:pt x="2171058" y="0"/>
                  </a:moveTo>
                  <a:lnTo>
                    <a:pt x="2152672" y="110259"/>
                  </a:lnTo>
                  <a:lnTo>
                    <a:pt x="2217039" y="108459"/>
                  </a:lnTo>
                  <a:close/>
                  <a:moveTo>
                    <a:pt x="2621258" y="568593"/>
                  </a:moveTo>
                  <a:lnTo>
                    <a:pt x="2647916" y="453059"/>
                  </a:lnTo>
                  <a:lnTo>
                    <a:pt x="2546017" y="565936"/>
                  </a:lnTo>
                  <a:close/>
                  <a:moveTo>
                    <a:pt x="2621258" y="568593"/>
                  </a:moveTo>
                  <a:lnTo>
                    <a:pt x="2695344" y="566927"/>
                  </a:lnTo>
                  <a:lnTo>
                    <a:pt x="2732750" y="491582"/>
                  </a:lnTo>
                  <a:close/>
                  <a:moveTo>
                    <a:pt x="2806366" y="442830"/>
                  </a:moveTo>
                  <a:lnTo>
                    <a:pt x="2744207" y="432773"/>
                  </a:lnTo>
                  <a:lnTo>
                    <a:pt x="2732750" y="491582"/>
                  </a:lnTo>
                  <a:close/>
                  <a:moveTo>
                    <a:pt x="2744207" y="432773"/>
                  </a:moveTo>
                  <a:lnTo>
                    <a:pt x="2806366" y="442830"/>
                  </a:lnTo>
                  <a:lnTo>
                    <a:pt x="2796039" y="351134"/>
                  </a:lnTo>
                  <a:close/>
                  <a:moveTo>
                    <a:pt x="2452719" y="187694"/>
                  </a:moveTo>
                  <a:lnTo>
                    <a:pt x="2516819" y="196175"/>
                  </a:lnTo>
                  <a:lnTo>
                    <a:pt x="2495597" y="113336"/>
                  </a:lnTo>
                  <a:close/>
                  <a:moveTo>
                    <a:pt x="2495597" y="113336"/>
                  </a:moveTo>
                  <a:lnTo>
                    <a:pt x="2555920" y="204282"/>
                  </a:lnTo>
                  <a:lnTo>
                    <a:pt x="2540577" y="122067"/>
                  </a:lnTo>
                  <a:close/>
                  <a:moveTo>
                    <a:pt x="2495597" y="113336"/>
                  </a:moveTo>
                  <a:lnTo>
                    <a:pt x="2516819" y="196175"/>
                  </a:lnTo>
                  <a:lnTo>
                    <a:pt x="2555920" y="20428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10" name="Candidate_density__2129">
              <a:extLst>
                <a:ext uri="{FF2B5EF4-FFF2-40B4-BE49-F238E27FC236}">
                  <a16:creationId xmlns:a16="http://schemas.microsoft.com/office/drawing/2014/main" id="{BD35B41D-5E3B-4959-7AB7-006C0B8D470D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708627"/>
              <a:ext cx="2851816" cy="2142973"/>
            </a:xfrm>
            <a:custGeom>
              <a:avLst/>
              <a:gdLst/>
              <a:ahLst/>
              <a:cxnLst/>
              <a:rect l="0" t="0" r="0" b="0"/>
              <a:pathLst>
                <a:path w="2851816" h="2142973">
                  <a:moveTo>
                    <a:pt x="183558" y="1431793"/>
                  </a:moveTo>
                  <a:lnTo>
                    <a:pt x="146567" y="1470229"/>
                  </a:lnTo>
                  <a:lnTo>
                    <a:pt x="215539" y="1514008"/>
                  </a:lnTo>
                  <a:close/>
                  <a:moveTo>
                    <a:pt x="72999" y="1349578"/>
                  </a:moveTo>
                  <a:lnTo>
                    <a:pt x="13696" y="1287194"/>
                  </a:lnTo>
                  <a:lnTo>
                    <a:pt x="0" y="1305799"/>
                  </a:lnTo>
                  <a:close/>
                  <a:moveTo>
                    <a:pt x="72999" y="1349578"/>
                  </a:moveTo>
                  <a:lnTo>
                    <a:pt x="0" y="1305799"/>
                  </a:lnTo>
                  <a:lnTo>
                    <a:pt x="55777" y="1388014"/>
                  </a:lnTo>
                  <a:close/>
                  <a:moveTo>
                    <a:pt x="857639" y="1968862"/>
                  </a:moveTo>
                  <a:lnTo>
                    <a:pt x="850959" y="2077292"/>
                  </a:lnTo>
                  <a:lnTo>
                    <a:pt x="885997" y="1993088"/>
                  </a:lnTo>
                  <a:close/>
                  <a:moveTo>
                    <a:pt x="857639" y="1968862"/>
                  </a:moveTo>
                  <a:lnTo>
                    <a:pt x="764547" y="2007299"/>
                  </a:lnTo>
                  <a:lnTo>
                    <a:pt x="850959" y="2077292"/>
                  </a:lnTo>
                  <a:close/>
                  <a:moveTo>
                    <a:pt x="885997" y="1993088"/>
                  </a:moveTo>
                  <a:lnTo>
                    <a:pt x="850959" y="2077292"/>
                  </a:lnTo>
                  <a:lnTo>
                    <a:pt x="963662" y="2004808"/>
                  </a:lnTo>
                  <a:close/>
                  <a:moveTo>
                    <a:pt x="765826" y="1822445"/>
                  </a:moveTo>
                  <a:lnTo>
                    <a:pt x="738194" y="1822979"/>
                  </a:lnTo>
                  <a:lnTo>
                    <a:pt x="855411" y="1886646"/>
                  </a:lnTo>
                  <a:close/>
                  <a:moveTo>
                    <a:pt x="1075147" y="2142973"/>
                  </a:moveTo>
                  <a:lnTo>
                    <a:pt x="1161736" y="2094856"/>
                  </a:lnTo>
                  <a:lnTo>
                    <a:pt x="1085289" y="2122942"/>
                  </a:lnTo>
                  <a:close/>
                  <a:moveTo>
                    <a:pt x="1200964" y="2119522"/>
                  </a:moveTo>
                  <a:lnTo>
                    <a:pt x="1161736" y="2094856"/>
                  </a:lnTo>
                  <a:lnTo>
                    <a:pt x="1075147" y="2142973"/>
                  </a:lnTo>
                  <a:close/>
                  <a:moveTo>
                    <a:pt x="1085289" y="2122942"/>
                  </a:moveTo>
                  <a:lnTo>
                    <a:pt x="1161736" y="2094856"/>
                  </a:lnTo>
                  <a:lnTo>
                    <a:pt x="1111704" y="2064452"/>
                  </a:lnTo>
                  <a:close/>
                  <a:moveTo>
                    <a:pt x="970747" y="1955286"/>
                  </a:moveTo>
                  <a:lnTo>
                    <a:pt x="885997" y="1993088"/>
                  </a:lnTo>
                  <a:lnTo>
                    <a:pt x="963662" y="2004808"/>
                  </a:lnTo>
                  <a:close/>
                  <a:moveTo>
                    <a:pt x="855411" y="1886646"/>
                  </a:moveTo>
                  <a:lnTo>
                    <a:pt x="860450" y="1884271"/>
                  </a:lnTo>
                  <a:lnTo>
                    <a:pt x="765826" y="1822445"/>
                  </a:lnTo>
                  <a:close/>
                  <a:moveTo>
                    <a:pt x="860450" y="1884271"/>
                  </a:moveTo>
                  <a:lnTo>
                    <a:pt x="941001" y="1879377"/>
                  </a:lnTo>
                  <a:lnTo>
                    <a:pt x="901768" y="1836853"/>
                  </a:lnTo>
                  <a:close/>
                  <a:moveTo>
                    <a:pt x="496449" y="1537460"/>
                  </a:moveTo>
                  <a:lnTo>
                    <a:pt x="551323" y="1553441"/>
                  </a:lnTo>
                  <a:lnTo>
                    <a:pt x="544302" y="1459057"/>
                  </a:lnTo>
                  <a:close/>
                  <a:moveTo>
                    <a:pt x="551323" y="1553441"/>
                  </a:moveTo>
                  <a:lnTo>
                    <a:pt x="582991" y="1557786"/>
                  </a:lnTo>
                  <a:lnTo>
                    <a:pt x="544302" y="1459057"/>
                  </a:lnTo>
                  <a:close/>
                  <a:moveTo>
                    <a:pt x="1161736" y="2094856"/>
                  </a:moveTo>
                  <a:lnTo>
                    <a:pt x="1200964" y="2119522"/>
                  </a:lnTo>
                  <a:lnTo>
                    <a:pt x="1205523" y="2085786"/>
                  </a:lnTo>
                  <a:close/>
                  <a:moveTo>
                    <a:pt x="1205523" y="2085786"/>
                  </a:moveTo>
                  <a:lnTo>
                    <a:pt x="1111704" y="2064452"/>
                  </a:lnTo>
                  <a:lnTo>
                    <a:pt x="1161736" y="2094856"/>
                  </a:lnTo>
                  <a:close/>
                  <a:moveTo>
                    <a:pt x="1131026" y="1985666"/>
                  </a:moveTo>
                  <a:lnTo>
                    <a:pt x="1111704" y="2064452"/>
                  </a:lnTo>
                  <a:lnTo>
                    <a:pt x="1205523" y="2085786"/>
                  </a:lnTo>
                  <a:close/>
                  <a:moveTo>
                    <a:pt x="1217959" y="1975583"/>
                  </a:moveTo>
                  <a:lnTo>
                    <a:pt x="1131026" y="1985666"/>
                  </a:lnTo>
                  <a:lnTo>
                    <a:pt x="1205523" y="2085786"/>
                  </a:lnTo>
                  <a:close/>
                  <a:moveTo>
                    <a:pt x="1289808" y="2077856"/>
                  </a:moveTo>
                  <a:lnTo>
                    <a:pt x="1205523" y="2085786"/>
                  </a:lnTo>
                  <a:lnTo>
                    <a:pt x="1200964" y="2119522"/>
                  </a:lnTo>
                  <a:close/>
                  <a:moveTo>
                    <a:pt x="1131026" y="1985666"/>
                  </a:moveTo>
                  <a:lnTo>
                    <a:pt x="1217959" y="1975583"/>
                  </a:lnTo>
                  <a:lnTo>
                    <a:pt x="1136524" y="1942049"/>
                  </a:lnTo>
                  <a:close/>
                  <a:moveTo>
                    <a:pt x="1217959" y="1975583"/>
                  </a:moveTo>
                  <a:lnTo>
                    <a:pt x="1218937" y="1971520"/>
                  </a:lnTo>
                  <a:lnTo>
                    <a:pt x="1136524" y="1942049"/>
                  </a:lnTo>
                  <a:close/>
                  <a:moveTo>
                    <a:pt x="1048006" y="1826296"/>
                  </a:moveTo>
                  <a:lnTo>
                    <a:pt x="1068551" y="1809774"/>
                  </a:lnTo>
                  <a:lnTo>
                    <a:pt x="1008367" y="1741546"/>
                  </a:lnTo>
                  <a:close/>
                  <a:moveTo>
                    <a:pt x="415959" y="987623"/>
                  </a:moveTo>
                  <a:lnTo>
                    <a:pt x="363748" y="1003370"/>
                  </a:lnTo>
                  <a:lnTo>
                    <a:pt x="430247" y="990729"/>
                  </a:lnTo>
                  <a:close/>
                  <a:moveTo>
                    <a:pt x="1232874" y="1863365"/>
                  </a:moveTo>
                  <a:lnTo>
                    <a:pt x="1136524" y="1942049"/>
                  </a:lnTo>
                  <a:lnTo>
                    <a:pt x="1218937" y="1971520"/>
                  </a:lnTo>
                  <a:close/>
                  <a:moveTo>
                    <a:pt x="1232874" y="1863365"/>
                  </a:moveTo>
                  <a:lnTo>
                    <a:pt x="1298663" y="1870473"/>
                  </a:lnTo>
                  <a:lnTo>
                    <a:pt x="1228058" y="1790417"/>
                  </a:lnTo>
                  <a:close/>
                  <a:moveTo>
                    <a:pt x="1127591" y="1788274"/>
                  </a:moveTo>
                  <a:lnTo>
                    <a:pt x="1008367" y="1741546"/>
                  </a:lnTo>
                  <a:lnTo>
                    <a:pt x="1068551" y="1809774"/>
                  </a:lnTo>
                  <a:close/>
                  <a:moveTo>
                    <a:pt x="1107909" y="1704183"/>
                  </a:moveTo>
                  <a:lnTo>
                    <a:pt x="1021276" y="1714022"/>
                  </a:lnTo>
                  <a:lnTo>
                    <a:pt x="1127591" y="1788274"/>
                  </a:lnTo>
                  <a:close/>
                  <a:moveTo>
                    <a:pt x="1021276" y="1714022"/>
                  </a:moveTo>
                  <a:lnTo>
                    <a:pt x="1107909" y="1704183"/>
                  </a:lnTo>
                  <a:lnTo>
                    <a:pt x="1077268" y="1629002"/>
                  </a:lnTo>
                  <a:close/>
                  <a:moveTo>
                    <a:pt x="1021276" y="1714022"/>
                  </a:moveTo>
                  <a:lnTo>
                    <a:pt x="1077268" y="1629002"/>
                  </a:lnTo>
                  <a:lnTo>
                    <a:pt x="984069" y="1644179"/>
                  </a:lnTo>
                  <a:close/>
                  <a:moveTo>
                    <a:pt x="984069" y="1644179"/>
                  </a:moveTo>
                  <a:lnTo>
                    <a:pt x="1077268" y="1629002"/>
                  </a:lnTo>
                  <a:lnTo>
                    <a:pt x="974358" y="1551981"/>
                  </a:lnTo>
                  <a:close/>
                  <a:moveTo>
                    <a:pt x="768043" y="1185128"/>
                  </a:moveTo>
                  <a:lnTo>
                    <a:pt x="729399" y="1234268"/>
                  </a:lnTo>
                  <a:lnTo>
                    <a:pt x="757429" y="1206788"/>
                  </a:lnTo>
                  <a:close/>
                  <a:moveTo>
                    <a:pt x="373219" y="876407"/>
                  </a:moveTo>
                  <a:lnTo>
                    <a:pt x="451932" y="873006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56053" y="854622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72485" y="866971"/>
                  </a:lnTo>
                  <a:lnTo>
                    <a:pt x="456053" y="854622"/>
                  </a:lnTo>
                  <a:close/>
                  <a:moveTo>
                    <a:pt x="1330798" y="1744254"/>
                  </a:moveTo>
                  <a:lnTo>
                    <a:pt x="1228058" y="1790417"/>
                  </a:lnTo>
                  <a:lnTo>
                    <a:pt x="1311836" y="1824992"/>
                  </a:lnTo>
                  <a:close/>
                  <a:moveTo>
                    <a:pt x="781333" y="1187354"/>
                  </a:moveTo>
                  <a:lnTo>
                    <a:pt x="867748" y="1177693"/>
                  </a:lnTo>
                  <a:lnTo>
                    <a:pt x="834963" y="1156673"/>
                  </a:lnTo>
                  <a:close/>
                  <a:moveTo>
                    <a:pt x="707835" y="910750"/>
                  </a:moveTo>
                  <a:lnTo>
                    <a:pt x="769805" y="992965"/>
                  </a:lnTo>
                  <a:lnTo>
                    <a:pt x="703438" y="949187"/>
                  </a:lnTo>
                  <a:close/>
                  <a:moveTo>
                    <a:pt x="584899" y="925591"/>
                  </a:moveTo>
                  <a:lnTo>
                    <a:pt x="658821" y="910750"/>
                  </a:lnTo>
                  <a:lnTo>
                    <a:pt x="589644" y="860237"/>
                  </a:lnTo>
                  <a:close/>
                  <a:moveTo>
                    <a:pt x="472485" y="866971"/>
                  </a:moveTo>
                  <a:lnTo>
                    <a:pt x="527939" y="828535"/>
                  </a:lnTo>
                  <a:lnTo>
                    <a:pt x="456053" y="854622"/>
                  </a:lnTo>
                  <a:close/>
                  <a:moveTo>
                    <a:pt x="1043774" y="1201174"/>
                  </a:moveTo>
                  <a:lnTo>
                    <a:pt x="1028050" y="1118959"/>
                  </a:lnTo>
                  <a:lnTo>
                    <a:pt x="1045740" y="1172217"/>
                  </a:lnTo>
                  <a:close/>
                  <a:moveTo>
                    <a:pt x="1012699" y="1112140"/>
                  </a:moveTo>
                  <a:lnTo>
                    <a:pt x="1004560" y="1127059"/>
                  </a:lnTo>
                  <a:lnTo>
                    <a:pt x="998734" y="1157395"/>
                  </a:lnTo>
                  <a:close/>
                  <a:moveTo>
                    <a:pt x="774915" y="995619"/>
                  </a:moveTo>
                  <a:lnTo>
                    <a:pt x="769805" y="992965"/>
                  </a:lnTo>
                  <a:lnTo>
                    <a:pt x="817906" y="954529"/>
                  </a:lnTo>
                  <a:close/>
                  <a:moveTo>
                    <a:pt x="774915" y="995619"/>
                  </a:moveTo>
                  <a:lnTo>
                    <a:pt x="822061" y="956689"/>
                  </a:lnTo>
                  <a:lnTo>
                    <a:pt x="777481" y="992965"/>
                  </a:lnTo>
                  <a:close/>
                  <a:moveTo>
                    <a:pt x="771399" y="895154"/>
                  </a:moveTo>
                  <a:lnTo>
                    <a:pt x="820925" y="952443"/>
                  </a:lnTo>
                  <a:lnTo>
                    <a:pt x="707835" y="910750"/>
                  </a:lnTo>
                  <a:close/>
                  <a:moveTo>
                    <a:pt x="707835" y="910750"/>
                  </a:moveTo>
                  <a:lnTo>
                    <a:pt x="817906" y="954529"/>
                  </a:lnTo>
                  <a:lnTo>
                    <a:pt x="769805" y="992965"/>
                  </a:lnTo>
                  <a:close/>
                  <a:moveTo>
                    <a:pt x="675333" y="686754"/>
                  </a:moveTo>
                  <a:lnTo>
                    <a:pt x="617433" y="685477"/>
                  </a:lnTo>
                  <a:lnTo>
                    <a:pt x="546603" y="699315"/>
                  </a:lnTo>
                  <a:close/>
                  <a:moveTo>
                    <a:pt x="675333" y="686754"/>
                  </a:moveTo>
                  <a:lnTo>
                    <a:pt x="723773" y="707883"/>
                  </a:lnTo>
                  <a:lnTo>
                    <a:pt x="697112" y="704729"/>
                  </a:lnTo>
                  <a:close/>
                  <a:moveTo>
                    <a:pt x="1425441" y="1727904"/>
                  </a:moveTo>
                  <a:lnTo>
                    <a:pt x="1372992" y="1709952"/>
                  </a:lnTo>
                  <a:lnTo>
                    <a:pt x="1397855" y="1650239"/>
                  </a:lnTo>
                  <a:close/>
                  <a:moveTo>
                    <a:pt x="1639476" y="1370946"/>
                  </a:moveTo>
                  <a:lnTo>
                    <a:pt x="1587756" y="1491598"/>
                  </a:lnTo>
                  <a:lnTo>
                    <a:pt x="1661728" y="1453161"/>
                  </a:lnTo>
                  <a:close/>
                  <a:moveTo>
                    <a:pt x="1428923" y="1124519"/>
                  </a:moveTo>
                  <a:lnTo>
                    <a:pt x="1343456" y="1133411"/>
                  </a:lnTo>
                  <a:lnTo>
                    <a:pt x="1416275" y="1234895"/>
                  </a:lnTo>
                  <a:close/>
                  <a:moveTo>
                    <a:pt x="1225446" y="1068667"/>
                  </a:moveTo>
                  <a:lnTo>
                    <a:pt x="1173313" y="1050458"/>
                  </a:lnTo>
                  <a:lnTo>
                    <a:pt x="1251757" y="1147368"/>
                  </a:lnTo>
                  <a:close/>
                  <a:moveTo>
                    <a:pt x="1428923" y="1124519"/>
                  </a:moveTo>
                  <a:lnTo>
                    <a:pt x="1329868" y="1044365"/>
                  </a:lnTo>
                  <a:lnTo>
                    <a:pt x="1343456" y="1133411"/>
                  </a:lnTo>
                  <a:close/>
                  <a:moveTo>
                    <a:pt x="1225446" y="1068667"/>
                  </a:moveTo>
                  <a:lnTo>
                    <a:pt x="1329868" y="1044365"/>
                  </a:lnTo>
                  <a:lnTo>
                    <a:pt x="1238263" y="967764"/>
                  </a:lnTo>
                  <a:close/>
                  <a:moveTo>
                    <a:pt x="1179976" y="877655"/>
                  </a:moveTo>
                  <a:lnTo>
                    <a:pt x="1200887" y="888448"/>
                  </a:lnTo>
                  <a:lnTo>
                    <a:pt x="1086324" y="820902"/>
                  </a:lnTo>
                  <a:close/>
                  <a:moveTo>
                    <a:pt x="985486" y="742197"/>
                  </a:moveTo>
                  <a:lnTo>
                    <a:pt x="1005983" y="751662"/>
                  </a:lnTo>
                  <a:lnTo>
                    <a:pt x="970324" y="738502"/>
                  </a:lnTo>
                  <a:close/>
                  <a:moveTo>
                    <a:pt x="1337656" y="1042086"/>
                  </a:moveTo>
                  <a:lnTo>
                    <a:pt x="1429135" y="1124086"/>
                  </a:lnTo>
                  <a:lnTo>
                    <a:pt x="1446500" y="1010138"/>
                  </a:lnTo>
                  <a:close/>
                  <a:moveTo>
                    <a:pt x="1325176" y="1014060"/>
                  </a:moveTo>
                  <a:lnTo>
                    <a:pt x="1450019" y="986965"/>
                  </a:lnTo>
                  <a:lnTo>
                    <a:pt x="1361735" y="935545"/>
                  </a:lnTo>
                  <a:close/>
                  <a:moveTo>
                    <a:pt x="1429135" y="1124086"/>
                  </a:moveTo>
                  <a:lnTo>
                    <a:pt x="1470747" y="1003650"/>
                  </a:lnTo>
                  <a:lnTo>
                    <a:pt x="1446500" y="1010138"/>
                  </a:lnTo>
                  <a:close/>
                  <a:moveTo>
                    <a:pt x="1446500" y="1010138"/>
                  </a:moveTo>
                  <a:lnTo>
                    <a:pt x="1470747" y="1003650"/>
                  </a:lnTo>
                  <a:lnTo>
                    <a:pt x="1450019" y="986965"/>
                  </a:lnTo>
                  <a:close/>
                  <a:moveTo>
                    <a:pt x="1470747" y="1003650"/>
                  </a:moveTo>
                  <a:lnTo>
                    <a:pt x="1560824" y="977786"/>
                  </a:lnTo>
                  <a:lnTo>
                    <a:pt x="1450019" y="986965"/>
                  </a:lnTo>
                  <a:close/>
                  <a:moveTo>
                    <a:pt x="1450019" y="986965"/>
                  </a:moveTo>
                  <a:lnTo>
                    <a:pt x="1570627" y="944041"/>
                  </a:lnTo>
                  <a:lnTo>
                    <a:pt x="1480513" y="885777"/>
                  </a:lnTo>
                  <a:close/>
                  <a:moveTo>
                    <a:pt x="1361735" y="935545"/>
                  </a:moveTo>
                  <a:lnTo>
                    <a:pt x="1450019" y="986965"/>
                  </a:lnTo>
                  <a:lnTo>
                    <a:pt x="1480513" y="885777"/>
                  </a:lnTo>
                  <a:close/>
                  <a:moveTo>
                    <a:pt x="2182915" y="1420067"/>
                  </a:moveTo>
                  <a:lnTo>
                    <a:pt x="2160812" y="1478696"/>
                  </a:lnTo>
                  <a:lnTo>
                    <a:pt x="2207304" y="1437322"/>
                  </a:lnTo>
                  <a:close/>
                  <a:moveTo>
                    <a:pt x="1773173" y="1144012"/>
                  </a:moveTo>
                  <a:lnTo>
                    <a:pt x="1878777" y="1101257"/>
                  </a:lnTo>
                  <a:lnTo>
                    <a:pt x="1785699" y="1129644"/>
                  </a:lnTo>
                  <a:close/>
                  <a:moveTo>
                    <a:pt x="1878777" y="1101257"/>
                  </a:moveTo>
                  <a:lnTo>
                    <a:pt x="1825541" y="1061148"/>
                  </a:lnTo>
                  <a:lnTo>
                    <a:pt x="1785699" y="1129644"/>
                  </a:lnTo>
                  <a:close/>
                  <a:moveTo>
                    <a:pt x="2236714" y="1381631"/>
                  </a:moveTo>
                  <a:lnTo>
                    <a:pt x="2207304" y="1437322"/>
                  </a:lnTo>
                  <a:lnTo>
                    <a:pt x="2253594" y="1395189"/>
                  </a:lnTo>
                  <a:close/>
                  <a:moveTo>
                    <a:pt x="2236714" y="1381631"/>
                  </a:moveTo>
                  <a:lnTo>
                    <a:pt x="2182915" y="1420067"/>
                  </a:lnTo>
                  <a:lnTo>
                    <a:pt x="2207304" y="1437322"/>
                  </a:lnTo>
                  <a:close/>
                  <a:moveTo>
                    <a:pt x="2253594" y="1395189"/>
                  </a:moveTo>
                  <a:lnTo>
                    <a:pt x="2207304" y="1437322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253594" y="1395189"/>
                  </a:lnTo>
                  <a:lnTo>
                    <a:pt x="2342224" y="1447903"/>
                  </a:lnTo>
                  <a:close/>
                  <a:moveTo>
                    <a:pt x="2431966" y="1354853"/>
                  </a:moveTo>
                  <a:lnTo>
                    <a:pt x="2363860" y="1349630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431966" y="1354853"/>
                  </a:lnTo>
                  <a:lnTo>
                    <a:pt x="2414292" y="1269130"/>
                  </a:lnTo>
                  <a:close/>
                  <a:moveTo>
                    <a:pt x="2363860" y="1349630"/>
                  </a:moveTo>
                  <a:lnTo>
                    <a:pt x="2414292" y="1269130"/>
                  </a:lnTo>
                  <a:lnTo>
                    <a:pt x="2344787" y="1265044"/>
                  </a:lnTo>
                  <a:close/>
                  <a:moveTo>
                    <a:pt x="2029196" y="685473"/>
                  </a:moveTo>
                  <a:lnTo>
                    <a:pt x="1997616" y="764959"/>
                  </a:lnTo>
                  <a:lnTo>
                    <a:pt x="2096686" y="656788"/>
                  </a:lnTo>
                  <a:close/>
                  <a:moveTo>
                    <a:pt x="2097215" y="544394"/>
                  </a:moveTo>
                  <a:lnTo>
                    <a:pt x="2089136" y="628560"/>
                  </a:lnTo>
                  <a:lnTo>
                    <a:pt x="2193115" y="627114"/>
                  </a:lnTo>
                  <a:close/>
                  <a:moveTo>
                    <a:pt x="2265158" y="668636"/>
                  </a:moveTo>
                  <a:lnTo>
                    <a:pt x="2344831" y="664456"/>
                  </a:lnTo>
                  <a:lnTo>
                    <a:pt x="2299880" y="643980"/>
                  </a:lnTo>
                  <a:close/>
                  <a:moveTo>
                    <a:pt x="2299880" y="643980"/>
                  </a:moveTo>
                  <a:lnTo>
                    <a:pt x="2344831" y="664456"/>
                  </a:lnTo>
                  <a:lnTo>
                    <a:pt x="2377559" y="655753"/>
                  </a:lnTo>
                  <a:close/>
                  <a:moveTo>
                    <a:pt x="2386115" y="570164"/>
                  </a:moveTo>
                  <a:lnTo>
                    <a:pt x="2344831" y="664456"/>
                  </a:lnTo>
                  <a:lnTo>
                    <a:pt x="2426536" y="652379"/>
                  </a:lnTo>
                  <a:close/>
                  <a:moveTo>
                    <a:pt x="2426536" y="652379"/>
                  </a:moveTo>
                  <a:lnTo>
                    <a:pt x="2386502" y="630578"/>
                  </a:lnTo>
                  <a:lnTo>
                    <a:pt x="2362263" y="550191"/>
                  </a:lnTo>
                  <a:close/>
                  <a:moveTo>
                    <a:pt x="2122096" y="106189"/>
                  </a:moveTo>
                  <a:lnTo>
                    <a:pt x="2172320" y="120652"/>
                  </a:lnTo>
                  <a:lnTo>
                    <a:pt x="2222988" y="0"/>
                  </a:lnTo>
                  <a:close/>
                  <a:moveTo>
                    <a:pt x="2315473" y="82215"/>
                  </a:moveTo>
                  <a:lnTo>
                    <a:pt x="2311645" y="90881"/>
                  </a:lnTo>
                  <a:lnTo>
                    <a:pt x="2252219" y="178693"/>
                  </a:lnTo>
                  <a:close/>
                  <a:moveTo>
                    <a:pt x="2272816" y="112386"/>
                  </a:moveTo>
                  <a:lnTo>
                    <a:pt x="2315473" y="82215"/>
                  </a:lnTo>
                  <a:lnTo>
                    <a:pt x="2226835" y="3927"/>
                  </a:lnTo>
                  <a:close/>
                  <a:moveTo>
                    <a:pt x="2703693" y="456987"/>
                  </a:moveTo>
                  <a:lnTo>
                    <a:pt x="2677035" y="572520"/>
                  </a:lnTo>
                  <a:lnTo>
                    <a:pt x="2788527" y="495509"/>
                  </a:lnTo>
                  <a:close/>
                  <a:moveTo>
                    <a:pt x="2611696" y="208209"/>
                  </a:moveTo>
                  <a:lnTo>
                    <a:pt x="2575037" y="254624"/>
                  </a:lnTo>
                  <a:lnTo>
                    <a:pt x="2632409" y="212066"/>
                  </a:lnTo>
                  <a:close/>
                  <a:moveTo>
                    <a:pt x="2632409" y="212066"/>
                  </a:moveTo>
                  <a:lnTo>
                    <a:pt x="2575037" y="254624"/>
                  </a:lnTo>
                  <a:lnTo>
                    <a:pt x="2579040" y="294954"/>
                  </a:lnTo>
                  <a:close/>
                  <a:moveTo>
                    <a:pt x="2632409" y="212066"/>
                  </a:moveTo>
                  <a:lnTo>
                    <a:pt x="2579040" y="294954"/>
                  </a:lnTo>
                  <a:lnTo>
                    <a:pt x="2649988" y="297867"/>
                  </a:lnTo>
                  <a:close/>
                  <a:moveTo>
                    <a:pt x="2799984" y="436700"/>
                  </a:moveTo>
                  <a:lnTo>
                    <a:pt x="2703693" y="456987"/>
                  </a:lnTo>
                  <a:lnTo>
                    <a:pt x="2788527" y="495509"/>
                  </a:lnTo>
                  <a:close/>
                  <a:moveTo>
                    <a:pt x="2799984" y="436700"/>
                  </a:moveTo>
                  <a:lnTo>
                    <a:pt x="2851816" y="355062"/>
                  </a:lnTo>
                  <a:lnTo>
                    <a:pt x="2786732" y="347382"/>
                  </a:lnTo>
                  <a:close/>
                  <a:moveTo>
                    <a:pt x="2786732" y="347382"/>
                  </a:moveTo>
                  <a:lnTo>
                    <a:pt x="2851816" y="355062"/>
                  </a:lnTo>
                  <a:lnTo>
                    <a:pt x="2822873" y="278499"/>
                  </a:lnTo>
                  <a:close/>
                  <a:moveTo>
                    <a:pt x="2572596" y="200102"/>
                  </a:moveTo>
                  <a:lnTo>
                    <a:pt x="2575037" y="254624"/>
                  </a:lnTo>
                  <a:lnTo>
                    <a:pt x="2611696" y="208209"/>
                  </a:lnTo>
                  <a:close/>
                  <a:moveTo>
                    <a:pt x="2490489" y="106169"/>
                  </a:moveTo>
                  <a:lnTo>
                    <a:pt x="2526614" y="73575"/>
                  </a:lnTo>
                  <a:lnTo>
                    <a:pt x="2450846" y="68950"/>
                  </a:lnTo>
                  <a:close/>
                  <a:moveTo>
                    <a:pt x="2490489" y="106169"/>
                  </a:moveTo>
                  <a:lnTo>
                    <a:pt x="2551373" y="117263"/>
                  </a:lnTo>
                  <a:lnTo>
                    <a:pt x="2526614" y="73575"/>
                  </a:lnTo>
                  <a:close/>
                  <a:moveTo>
                    <a:pt x="2551373" y="117263"/>
                  </a:moveTo>
                  <a:lnTo>
                    <a:pt x="2596353" y="125995"/>
                  </a:lnTo>
                  <a:lnTo>
                    <a:pt x="2526614" y="735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11" name="Candidate_density__2130">
              <a:extLst>
                <a:ext uri="{FF2B5EF4-FFF2-40B4-BE49-F238E27FC236}">
                  <a16:creationId xmlns:a16="http://schemas.microsoft.com/office/drawing/2014/main" id="{41BEFE74-3C73-0EB9-E8B8-A25BB53B51BE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612046"/>
              <a:ext cx="2822873" cy="2229874"/>
            </a:xfrm>
            <a:custGeom>
              <a:avLst/>
              <a:gdLst/>
              <a:ahLst/>
              <a:cxnLst/>
              <a:rect l="0" t="0" r="0" b="0"/>
              <a:pathLst>
                <a:path w="2822873" h="2229874">
                  <a:moveTo>
                    <a:pt x="13696" y="1383775"/>
                  </a:moveTo>
                  <a:lnTo>
                    <a:pt x="30703" y="1336334"/>
                  </a:lnTo>
                  <a:lnTo>
                    <a:pt x="0" y="1402381"/>
                  </a:lnTo>
                  <a:close/>
                  <a:moveTo>
                    <a:pt x="0" y="1402381"/>
                  </a:moveTo>
                  <a:lnTo>
                    <a:pt x="30703" y="1336334"/>
                  </a:lnTo>
                  <a:lnTo>
                    <a:pt x="41082" y="1281729"/>
                  </a:lnTo>
                  <a:close/>
                  <a:moveTo>
                    <a:pt x="0" y="1402381"/>
                  </a:moveTo>
                  <a:lnTo>
                    <a:pt x="41082" y="1281729"/>
                  </a:lnTo>
                  <a:lnTo>
                    <a:pt x="4378" y="1320165"/>
                  </a:lnTo>
                  <a:close/>
                  <a:moveTo>
                    <a:pt x="77197" y="1231508"/>
                  </a:moveTo>
                  <a:lnTo>
                    <a:pt x="4378" y="1320165"/>
                  </a:lnTo>
                  <a:lnTo>
                    <a:pt x="41082" y="1281729"/>
                  </a:lnTo>
                  <a:close/>
                  <a:moveTo>
                    <a:pt x="30703" y="1336334"/>
                  </a:moveTo>
                  <a:lnTo>
                    <a:pt x="13696" y="1383775"/>
                  </a:lnTo>
                  <a:lnTo>
                    <a:pt x="29280" y="1363944"/>
                  </a:lnTo>
                  <a:close/>
                  <a:moveTo>
                    <a:pt x="372039" y="1574501"/>
                  </a:moveTo>
                  <a:lnTo>
                    <a:pt x="436014" y="1521888"/>
                  </a:lnTo>
                  <a:lnTo>
                    <a:pt x="414412" y="1500551"/>
                  </a:lnTo>
                  <a:close/>
                  <a:moveTo>
                    <a:pt x="372039" y="1574501"/>
                  </a:moveTo>
                  <a:lnTo>
                    <a:pt x="414412" y="1500551"/>
                  </a:lnTo>
                  <a:lnTo>
                    <a:pt x="337153" y="1502770"/>
                  </a:lnTo>
                  <a:close/>
                  <a:moveTo>
                    <a:pt x="41082" y="1281729"/>
                  </a:moveTo>
                  <a:lnTo>
                    <a:pt x="94650" y="1178368"/>
                  </a:lnTo>
                  <a:lnTo>
                    <a:pt x="77197" y="1231508"/>
                  </a:lnTo>
                  <a:close/>
                  <a:moveTo>
                    <a:pt x="94908" y="1161077"/>
                  </a:moveTo>
                  <a:lnTo>
                    <a:pt x="94650" y="1178368"/>
                  </a:lnTo>
                  <a:lnTo>
                    <a:pt x="41082" y="1281729"/>
                  </a:lnTo>
                  <a:close/>
                  <a:moveTo>
                    <a:pt x="69587" y="1243292"/>
                  </a:moveTo>
                  <a:lnTo>
                    <a:pt x="94908" y="1161077"/>
                  </a:lnTo>
                  <a:lnTo>
                    <a:pt x="41082" y="1281729"/>
                  </a:lnTo>
                  <a:close/>
                  <a:moveTo>
                    <a:pt x="106462" y="1125722"/>
                  </a:moveTo>
                  <a:lnTo>
                    <a:pt x="94650" y="1178368"/>
                  </a:lnTo>
                  <a:lnTo>
                    <a:pt x="94908" y="1161077"/>
                  </a:lnTo>
                  <a:close/>
                  <a:moveTo>
                    <a:pt x="1066538" y="2109222"/>
                  </a:moveTo>
                  <a:lnTo>
                    <a:pt x="1085289" y="2219524"/>
                  </a:lnTo>
                  <a:lnTo>
                    <a:pt x="1111704" y="2161033"/>
                  </a:lnTo>
                  <a:close/>
                  <a:moveTo>
                    <a:pt x="1063175" y="2229874"/>
                  </a:moveTo>
                  <a:lnTo>
                    <a:pt x="1085289" y="2219524"/>
                  </a:lnTo>
                  <a:lnTo>
                    <a:pt x="1066538" y="2109222"/>
                  </a:lnTo>
                  <a:close/>
                  <a:moveTo>
                    <a:pt x="1026144" y="2147658"/>
                  </a:moveTo>
                  <a:lnTo>
                    <a:pt x="1063175" y="2229874"/>
                  </a:lnTo>
                  <a:lnTo>
                    <a:pt x="1066538" y="2109222"/>
                  </a:lnTo>
                  <a:close/>
                  <a:moveTo>
                    <a:pt x="1045119" y="2027007"/>
                  </a:moveTo>
                  <a:lnTo>
                    <a:pt x="1026144" y="2147658"/>
                  </a:lnTo>
                  <a:lnTo>
                    <a:pt x="1066538" y="2109222"/>
                  </a:lnTo>
                  <a:close/>
                  <a:moveTo>
                    <a:pt x="857639" y="2065443"/>
                  </a:moveTo>
                  <a:lnTo>
                    <a:pt x="885997" y="2089669"/>
                  </a:lnTo>
                  <a:lnTo>
                    <a:pt x="891702" y="2055537"/>
                  </a:lnTo>
                  <a:close/>
                  <a:moveTo>
                    <a:pt x="855411" y="1983228"/>
                  </a:moveTo>
                  <a:lnTo>
                    <a:pt x="891702" y="2055537"/>
                  </a:lnTo>
                  <a:lnTo>
                    <a:pt x="860450" y="1980853"/>
                  </a:lnTo>
                  <a:close/>
                  <a:moveTo>
                    <a:pt x="855411" y="1983228"/>
                  </a:moveTo>
                  <a:lnTo>
                    <a:pt x="857639" y="2065443"/>
                  </a:lnTo>
                  <a:lnTo>
                    <a:pt x="891702" y="2055537"/>
                  </a:lnTo>
                  <a:close/>
                  <a:moveTo>
                    <a:pt x="970747" y="2051868"/>
                  </a:moveTo>
                  <a:lnTo>
                    <a:pt x="891702" y="2055537"/>
                  </a:lnTo>
                  <a:lnTo>
                    <a:pt x="885997" y="2089669"/>
                  </a:lnTo>
                  <a:close/>
                  <a:moveTo>
                    <a:pt x="891702" y="2055537"/>
                  </a:moveTo>
                  <a:lnTo>
                    <a:pt x="970747" y="2051868"/>
                  </a:lnTo>
                  <a:lnTo>
                    <a:pt x="941001" y="1975958"/>
                  </a:lnTo>
                  <a:close/>
                  <a:moveTo>
                    <a:pt x="891702" y="2055537"/>
                  </a:moveTo>
                  <a:lnTo>
                    <a:pt x="941001" y="1975958"/>
                  </a:lnTo>
                  <a:lnTo>
                    <a:pt x="860450" y="1980853"/>
                  </a:lnTo>
                  <a:close/>
                  <a:moveTo>
                    <a:pt x="496449" y="1634042"/>
                  </a:moveTo>
                  <a:lnTo>
                    <a:pt x="544302" y="1555638"/>
                  </a:lnTo>
                  <a:lnTo>
                    <a:pt x="464892" y="1559605"/>
                  </a:lnTo>
                  <a:close/>
                  <a:moveTo>
                    <a:pt x="544302" y="1555638"/>
                  </a:moveTo>
                  <a:lnTo>
                    <a:pt x="582991" y="1654368"/>
                  </a:lnTo>
                  <a:lnTo>
                    <a:pt x="650692" y="1552017"/>
                  </a:lnTo>
                  <a:close/>
                  <a:moveTo>
                    <a:pt x="94908" y="1161077"/>
                  </a:moveTo>
                  <a:lnTo>
                    <a:pt x="115189" y="1061578"/>
                  </a:lnTo>
                  <a:lnTo>
                    <a:pt x="106462" y="1125722"/>
                  </a:lnTo>
                  <a:close/>
                  <a:moveTo>
                    <a:pt x="121168" y="1040426"/>
                  </a:moveTo>
                  <a:lnTo>
                    <a:pt x="115189" y="1061578"/>
                  </a:lnTo>
                  <a:lnTo>
                    <a:pt x="94908" y="1161077"/>
                  </a:lnTo>
                  <a:close/>
                  <a:moveTo>
                    <a:pt x="747049" y="1633622"/>
                  </a:moveTo>
                  <a:lnTo>
                    <a:pt x="750385" y="1709465"/>
                  </a:lnTo>
                  <a:lnTo>
                    <a:pt x="726918" y="1698146"/>
                  </a:lnTo>
                  <a:close/>
                  <a:moveTo>
                    <a:pt x="129993" y="998498"/>
                  </a:moveTo>
                  <a:lnTo>
                    <a:pt x="115189" y="1061578"/>
                  </a:lnTo>
                  <a:lnTo>
                    <a:pt x="121168" y="1040426"/>
                  </a:lnTo>
                  <a:close/>
                  <a:moveTo>
                    <a:pt x="1066538" y="2109222"/>
                  </a:moveTo>
                  <a:lnTo>
                    <a:pt x="1111704" y="2161033"/>
                  </a:lnTo>
                  <a:lnTo>
                    <a:pt x="1131026" y="2082247"/>
                  </a:lnTo>
                  <a:close/>
                  <a:moveTo>
                    <a:pt x="1098181" y="1988571"/>
                  </a:moveTo>
                  <a:lnTo>
                    <a:pt x="1131026" y="2082247"/>
                  </a:lnTo>
                  <a:lnTo>
                    <a:pt x="1136524" y="2038631"/>
                  </a:lnTo>
                  <a:close/>
                  <a:moveTo>
                    <a:pt x="1066538" y="2109222"/>
                  </a:moveTo>
                  <a:lnTo>
                    <a:pt x="1131026" y="2082247"/>
                  </a:lnTo>
                  <a:lnTo>
                    <a:pt x="1098181" y="1988571"/>
                  </a:lnTo>
                  <a:close/>
                  <a:moveTo>
                    <a:pt x="1068551" y="1906356"/>
                  </a:moveTo>
                  <a:lnTo>
                    <a:pt x="1064452" y="1936186"/>
                  </a:lnTo>
                  <a:lnTo>
                    <a:pt x="1045119" y="2027007"/>
                  </a:lnTo>
                  <a:close/>
                  <a:moveTo>
                    <a:pt x="747049" y="1633622"/>
                  </a:moveTo>
                  <a:lnTo>
                    <a:pt x="811222" y="1660006"/>
                  </a:lnTo>
                  <a:lnTo>
                    <a:pt x="744946" y="1615932"/>
                  </a:lnTo>
                  <a:close/>
                  <a:moveTo>
                    <a:pt x="744946" y="1615932"/>
                  </a:moveTo>
                  <a:lnTo>
                    <a:pt x="812173" y="1659710"/>
                  </a:lnTo>
                  <a:lnTo>
                    <a:pt x="819311" y="1577495"/>
                  </a:lnTo>
                  <a:close/>
                  <a:moveTo>
                    <a:pt x="628150" y="1533717"/>
                  </a:moveTo>
                  <a:lnTo>
                    <a:pt x="650692" y="1552017"/>
                  </a:lnTo>
                  <a:lnTo>
                    <a:pt x="658669" y="1523252"/>
                  </a:lnTo>
                  <a:close/>
                  <a:moveTo>
                    <a:pt x="733628" y="1522904"/>
                  </a:moveTo>
                  <a:lnTo>
                    <a:pt x="658669" y="1523252"/>
                  </a:lnTo>
                  <a:lnTo>
                    <a:pt x="650692" y="1552017"/>
                  </a:lnTo>
                  <a:close/>
                  <a:moveTo>
                    <a:pt x="430247" y="1087310"/>
                  </a:moveTo>
                  <a:lnTo>
                    <a:pt x="363748" y="1099952"/>
                  </a:lnTo>
                  <a:lnTo>
                    <a:pt x="353180" y="1189464"/>
                  </a:lnTo>
                  <a:close/>
                  <a:moveTo>
                    <a:pt x="129993" y="998498"/>
                  </a:moveTo>
                  <a:lnTo>
                    <a:pt x="181855" y="977198"/>
                  </a:lnTo>
                  <a:lnTo>
                    <a:pt x="144110" y="958211"/>
                  </a:lnTo>
                  <a:close/>
                  <a:moveTo>
                    <a:pt x="215076" y="837559"/>
                  </a:moveTo>
                  <a:lnTo>
                    <a:pt x="213012" y="842457"/>
                  </a:lnTo>
                  <a:lnTo>
                    <a:pt x="144110" y="958211"/>
                  </a:lnTo>
                  <a:close/>
                  <a:moveTo>
                    <a:pt x="1098181" y="1988571"/>
                  </a:moveTo>
                  <a:lnTo>
                    <a:pt x="1136524" y="2038631"/>
                  </a:lnTo>
                  <a:lnTo>
                    <a:pt x="1142572" y="1972769"/>
                  </a:lnTo>
                  <a:close/>
                  <a:moveTo>
                    <a:pt x="1068551" y="1906356"/>
                  </a:moveTo>
                  <a:lnTo>
                    <a:pt x="1098181" y="1988571"/>
                  </a:lnTo>
                  <a:lnTo>
                    <a:pt x="1142572" y="1972769"/>
                  </a:lnTo>
                  <a:close/>
                  <a:moveTo>
                    <a:pt x="1232874" y="1959946"/>
                  </a:moveTo>
                  <a:lnTo>
                    <a:pt x="1142572" y="1972769"/>
                  </a:lnTo>
                  <a:lnTo>
                    <a:pt x="1136524" y="2038631"/>
                  </a:lnTo>
                  <a:close/>
                  <a:moveTo>
                    <a:pt x="1228058" y="1886998"/>
                  </a:moveTo>
                  <a:lnTo>
                    <a:pt x="1204027" y="1867918"/>
                  </a:lnTo>
                  <a:lnTo>
                    <a:pt x="1232874" y="1959946"/>
                  </a:lnTo>
                  <a:close/>
                  <a:moveTo>
                    <a:pt x="1232874" y="1959946"/>
                  </a:moveTo>
                  <a:lnTo>
                    <a:pt x="1204027" y="1867918"/>
                  </a:lnTo>
                  <a:lnTo>
                    <a:pt x="1127591" y="1884855"/>
                  </a:lnTo>
                  <a:close/>
                  <a:moveTo>
                    <a:pt x="1232874" y="1959946"/>
                  </a:moveTo>
                  <a:lnTo>
                    <a:pt x="1127591" y="1884855"/>
                  </a:lnTo>
                  <a:lnTo>
                    <a:pt x="1142572" y="1972769"/>
                  </a:lnTo>
                  <a:close/>
                  <a:moveTo>
                    <a:pt x="813691" y="1495280"/>
                  </a:moveTo>
                  <a:lnTo>
                    <a:pt x="819311" y="1577495"/>
                  </a:lnTo>
                  <a:lnTo>
                    <a:pt x="862954" y="1539059"/>
                  </a:lnTo>
                  <a:close/>
                  <a:moveTo>
                    <a:pt x="813691" y="1495280"/>
                  </a:moveTo>
                  <a:lnTo>
                    <a:pt x="862954" y="1539059"/>
                  </a:lnTo>
                  <a:lnTo>
                    <a:pt x="842711" y="1456843"/>
                  </a:lnTo>
                  <a:close/>
                  <a:moveTo>
                    <a:pt x="842711" y="1456843"/>
                  </a:moveTo>
                  <a:lnTo>
                    <a:pt x="875430" y="1404556"/>
                  </a:lnTo>
                  <a:lnTo>
                    <a:pt x="786402" y="1413065"/>
                  </a:lnTo>
                  <a:close/>
                  <a:moveTo>
                    <a:pt x="813691" y="1495280"/>
                  </a:moveTo>
                  <a:lnTo>
                    <a:pt x="842711" y="1456843"/>
                  </a:lnTo>
                  <a:lnTo>
                    <a:pt x="786402" y="1413065"/>
                  </a:lnTo>
                  <a:close/>
                  <a:moveTo>
                    <a:pt x="772144" y="1297041"/>
                  </a:moveTo>
                  <a:lnTo>
                    <a:pt x="845572" y="1392395"/>
                  </a:lnTo>
                  <a:lnTo>
                    <a:pt x="855392" y="1329634"/>
                  </a:lnTo>
                  <a:close/>
                  <a:moveTo>
                    <a:pt x="757429" y="1303369"/>
                  </a:moveTo>
                  <a:lnTo>
                    <a:pt x="729399" y="1330850"/>
                  </a:lnTo>
                  <a:lnTo>
                    <a:pt x="772144" y="1297041"/>
                  </a:lnTo>
                  <a:close/>
                  <a:moveTo>
                    <a:pt x="451932" y="969588"/>
                  </a:moveTo>
                  <a:lnTo>
                    <a:pt x="415959" y="1084204"/>
                  </a:lnTo>
                  <a:lnTo>
                    <a:pt x="432687" y="1079046"/>
                  </a:lnTo>
                  <a:close/>
                  <a:moveTo>
                    <a:pt x="451932" y="969588"/>
                  </a:moveTo>
                  <a:lnTo>
                    <a:pt x="432687" y="1079046"/>
                  </a:lnTo>
                  <a:lnTo>
                    <a:pt x="472485" y="963553"/>
                  </a:lnTo>
                  <a:close/>
                  <a:moveTo>
                    <a:pt x="472485" y="963553"/>
                  </a:moveTo>
                  <a:lnTo>
                    <a:pt x="432687" y="1079046"/>
                  </a:lnTo>
                  <a:lnTo>
                    <a:pt x="436804" y="1084204"/>
                  </a:lnTo>
                  <a:close/>
                  <a:moveTo>
                    <a:pt x="279270" y="784103"/>
                  </a:moveTo>
                  <a:lnTo>
                    <a:pt x="217978" y="833600"/>
                  </a:lnTo>
                  <a:lnTo>
                    <a:pt x="330659" y="761034"/>
                  </a:lnTo>
                  <a:close/>
                  <a:moveTo>
                    <a:pt x="1204027" y="1867918"/>
                  </a:moveTo>
                  <a:lnTo>
                    <a:pt x="1228058" y="1886998"/>
                  </a:lnTo>
                  <a:lnTo>
                    <a:pt x="1231534" y="1860943"/>
                  </a:lnTo>
                  <a:close/>
                  <a:moveTo>
                    <a:pt x="1330798" y="1840836"/>
                  </a:moveTo>
                  <a:lnTo>
                    <a:pt x="1231534" y="1860943"/>
                  </a:lnTo>
                  <a:lnTo>
                    <a:pt x="1228058" y="1886998"/>
                  </a:lnTo>
                  <a:close/>
                  <a:moveTo>
                    <a:pt x="1231534" y="1860943"/>
                  </a:moveTo>
                  <a:lnTo>
                    <a:pt x="1330798" y="1840836"/>
                  </a:lnTo>
                  <a:lnTo>
                    <a:pt x="1320498" y="1749118"/>
                  </a:lnTo>
                  <a:close/>
                  <a:moveTo>
                    <a:pt x="1330798" y="1840836"/>
                  </a:moveTo>
                  <a:lnTo>
                    <a:pt x="1396788" y="1747687"/>
                  </a:lnTo>
                  <a:lnTo>
                    <a:pt x="1320498" y="1749118"/>
                  </a:lnTo>
                  <a:close/>
                  <a:moveTo>
                    <a:pt x="1220670" y="1769683"/>
                  </a:moveTo>
                  <a:lnTo>
                    <a:pt x="1320498" y="1749118"/>
                  </a:lnTo>
                  <a:lnTo>
                    <a:pt x="1285076" y="1677823"/>
                  </a:lnTo>
                  <a:close/>
                  <a:moveTo>
                    <a:pt x="1220670" y="1769683"/>
                  </a:moveTo>
                  <a:lnTo>
                    <a:pt x="1285076" y="1677823"/>
                  </a:lnTo>
                  <a:lnTo>
                    <a:pt x="1198374" y="1687718"/>
                  </a:lnTo>
                  <a:close/>
                  <a:moveTo>
                    <a:pt x="875430" y="1404556"/>
                  </a:moveTo>
                  <a:lnTo>
                    <a:pt x="842711" y="1456843"/>
                  </a:lnTo>
                  <a:lnTo>
                    <a:pt x="918822" y="1351587"/>
                  </a:lnTo>
                  <a:close/>
                  <a:moveTo>
                    <a:pt x="918822" y="1351587"/>
                  </a:moveTo>
                  <a:lnTo>
                    <a:pt x="925845" y="1336192"/>
                  </a:lnTo>
                  <a:lnTo>
                    <a:pt x="936527" y="1374628"/>
                  </a:lnTo>
                  <a:close/>
                  <a:moveTo>
                    <a:pt x="939247" y="1253977"/>
                  </a:moveTo>
                  <a:lnTo>
                    <a:pt x="936527" y="1374628"/>
                  </a:lnTo>
                  <a:lnTo>
                    <a:pt x="925845" y="1336192"/>
                  </a:lnTo>
                  <a:close/>
                  <a:moveTo>
                    <a:pt x="867748" y="1274274"/>
                  </a:moveTo>
                  <a:lnTo>
                    <a:pt x="772144" y="1297041"/>
                  </a:lnTo>
                  <a:lnTo>
                    <a:pt x="855392" y="1329634"/>
                  </a:lnTo>
                  <a:close/>
                  <a:moveTo>
                    <a:pt x="658821" y="1007331"/>
                  </a:moveTo>
                  <a:lnTo>
                    <a:pt x="584899" y="1022173"/>
                  </a:lnTo>
                  <a:lnTo>
                    <a:pt x="602531" y="1107930"/>
                  </a:lnTo>
                  <a:close/>
                  <a:moveTo>
                    <a:pt x="472485" y="963553"/>
                  </a:moveTo>
                  <a:lnTo>
                    <a:pt x="513308" y="1045768"/>
                  </a:lnTo>
                  <a:lnTo>
                    <a:pt x="527939" y="925116"/>
                  </a:lnTo>
                  <a:close/>
                  <a:moveTo>
                    <a:pt x="518068" y="776229"/>
                  </a:moveTo>
                  <a:lnTo>
                    <a:pt x="457330" y="765015"/>
                  </a:lnTo>
                  <a:lnTo>
                    <a:pt x="546603" y="795896"/>
                  </a:lnTo>
                  <a:close/>
                  <a:moveTo>
                    <a:pt x="457330" y="765015"/>
                  </a:moveTo>
                  <a:lnTo>
                    <a:pt x="467063" y="777169"/>
                  </a:lnTo>
                  <a:lnTo>
                    <a:pt x="546603" y="795896"/>
                  </a:lnTo>
                  <a:close/>
                  <a:moveTo>
                    <a:pt x="925845" y="1336192"/>
                  </a:moveTo>
                  <a:lnTo>
                    <a:pt x="918822" y="1351587"/>
                  </a:lnTo>
                  <a:lnTo>
                    <a:pt x="1042566" y="1320387"/>
                  </a:lnTo>
                  <a:close/>
                  <a:moveTo>
                    <a:pt x="939247" y="1253977"/>
                  </a:moveTo>
                  <a:lnTo>
                    <a:pt x="1032159" y="1301295"/>
                  </a:lnTo>
                  <a:lnTo>
                    <a:pt x="1004560" y="1223640"/>
                  </a:lnTo>
                  <a:close/>
                  <a:moveTo>
                    <a:pt x="1032159" y="1301295"/>
                  </a:moveTo>
                  <a:lnTo>
                    <a:pt x="1043774" y="1297755"/>
                  </a:lnTo>
                  <a:lnTo>
                    <a:pt x="1045740" y="1268799"/>
                  </a:lnTo>
                  <a:close/>
                  <a:moveTo>
                    <a:pt x="1004560" y="1223640"/>
                  </a:moveTo>
                  <a:lnTo>
                    <a:pt x="1032159" y="1301295"/>
                  </a:lnTo>
                  <a:lnTo>
                    <a:pt x="1045740" y="1268799"/>
                  </a:lnTo>
                  <a:close/>
                  <a:moveTo>
                    <a:pt x="822061" y="1053270"/>
                  </a:moveTo>
                  <a:lnTo>
                    <a:pt x="774915" y="1092201"/>
                  </a:lnTo>
                  <a:lnTo>
                    <a:pt x="817906" y="1051110"/>
                  </a:lnTo>
                  <a:close/>
                  <a:moveTo>
                    <a:pt x="822061" y="1053270"/>
                  </a:moveTo>
                  <a:lnTo>
                    <a:pt x="822473" y="1051110"/>
                  </a:lnTo>
                  <a:lnTo>
                    <a:pt x="777481" y="1089546"/>
                  </a:lnTo>
                  <a:close/>
                  <a:moveTo>
                    <a:pt x="707835" y="1007331"/>
                  </a:moveTo>
                  <a:lnTo>
                    <a:pt x="820925" y="1049024"/>
                  </a:lnTo>
                  <a:lnTo>
                    <a:pt x="817906" y="1051110"/>
                  </a:lnTo>
                  <a:close/>
                  <a:moveTo>
                    <a:pt x="820925" y="1049024"/>
                  </a:moveTo>
                  <a:lnTo>
                    <a:pt x="771399" y="991736"/>
                  </a:lnTo>
                  <a:lnTo>
                    <a:pt x="822473" y="1051110"/>
                  </a:lnTo>
                  <a:close/>
                  <a:moveTo>
                    <a:pt x="822473" y="1051110"/>
                  </a:moveTo>
                  <a:lnTo>
                    <a:pt x="771399" y="991736"/>
                  </a:lnTo>
                  <a:lnTo>
                    <a:pt x="765167" y="1007331"/>
                  </a:lnTo>
                  <a:close/>
                  <a:moveTo>
                    <a:pt x="822473" y="1051110"/>
                  </a:moveTo>
                  <a:lnTo>
                    <a:pt x="765167" y="1007331"/>
                  </a:lnTo>
                  <a:lnTo>
                    <a:pt x="777481" y="1089546"/>
                  </a:lnTo>
                  <a:close/>
                  <a:moveTo>
                    <a:pt x="546603" y="795896"/>
                  </a:moveTo>
                  <a:lnTo>
                    <a:pt x="467063" y="777169"/>
                  </a:lnTo>
                  <a:lnTo>
                    <a:pt x="598702" y="775483"/>
                  </a:lnTo>
                  <a:close/>
                  <a:moveTo>
                    <a:pt x="675333" y="783336"/>
                  </a:moveTo>
                  <a:lnTo>
                    <a:pt x="546603" y="795896"/>
                  </a:lnTo>
                  <a:lnTo>
                    <a:pt x="598702" y="775483"/>
                  </a:lnTo>
                  <a:close/>
                  <a:moveTo>
                    <a:pt x="1397855" y="1746820"/>
                  </a:moveTo>
                  <a:lnTo>
                    <a:pt x="1385111" y="1765134"/>
                  </a:lnTo>
                  <a:lnTo>
                    <a:pt x="1411415" y="1708831"/>
                  </a:lnTo>
                  <a:close/>
                  <a:moveTo>
                    <a:pt x="1372992" y="1806533"/>
                  </a:moveTo>
                  <a:lnTo>
                    <a:pt x="1385111" y="1765134"/>
                  </a:lnTo>
                  <a:lnTo>
                    <a:pt x="1397855" y="1746820"/>
                  </a:lnTo>
                  <a:close/>
                  <a:moveTo>
                    <a:pt x="1246174" y="1309124"/>
                  </a:moveTo>
                  <a:lnTo>
                    <a:pt x="1189851" y="1259319"/>
                  </a:lnTo>
                  <a:lnTo>
                    <a:pt x="1240786" y="1352962"/>
                  </a:lnTo>
                  <a:close/>
                  <a:moveTo>
                    <a:pt x="1240786" y="1352962"/>
                  </a:moveTo>
                  <a:lnTo>
                    <a:pt x="1189851" y="1259319"/>
                  </a:lnTo>
                  <a:lnTo>
                    <a:pt x="1143359" y="1271484"/>
                  </a:lnTo>
                  <a:close/>
                  <a:moveTo>
                    <a:pt x="1240786" y="1352962"/>
                  </a:moveTo>
                  <a:lnTo>
                    <a:pt x="1308288" y="1358676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326786" y="1331863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240786" y="1352962"/>
                  </a:lnTo>
                  <a:lnTo>
                    <a:pt x="1332416" y="1352911"/>
                  </a:lnTo>
                  <a:close/>
                  <a:moveTo>
                    <a:pt x="1240786" y="1352962"/>
                  </a:moveTo>
                  <a:lnTo>
                    <a:pt x="1263332" y="1373276"/>
                  </a:lnTo>
                  <a:lnTo>
                    <a:pt x="1332416" y="1352911"/>
                  </a:lnTo>
                  <a:close/>
                  <a:moveTo>
                    <a:pt x="1308288" y="1358676"/>
                  </a:moveTo>
                  <a:lnTo>
                    <a:pt x="1352738" y="1341534"/>
                  </a:lnTo>
                  <a:lnTo>
                    <a:pt x="1326786" y="1331863"/>
                  </a:lnTo>
                  <a:close/>
                  <a:moveTo>
                    <a:pt x="1308288" y="1358676"/>
                  </a:moveTo>
                  <a:lnTo>
                    <a:pt x="1332416" y="1352911"/>
                  </a:lnTo>
                  <a:lnTo>
                    <a:pt x="1352738" y="1341534"/>
                  </a:lnTo>
                  <a:close/>
                  <a:moveTo>
                    <a:pt x="1043774" y="1297755"/>
                  </a:moveTo>
                  <a:lnTo>
                    <a:pt x="1143359" y="1271484"/>
                  </a:lnTo>
                  <a:lnTo>
                    <a:pt x="1028050" y="1215541"/>
                  </a:lnTo>
                  <a:close/>
                  <a:moveTo>
                    <a:pt x="1587756" y="1588179"/>
                  </a:moveTo>
                  <a:lnTo>
                    <a:pt x="1628367" y="1631958"/>
                  </a:lnTo>
                  <a:lnTo>
                    <a:pt x="1661728" y="1549743"/>
                  </a:lnTo>
                  <a:close/>
                  <a:moveTo>
                    <a:pt x="1378863" y="1401392"/>
                  </a:moveTo>
                  <a:lnTo>
                    <a:pt x="1352738" y="1341534"/>
                  </a:lnTo>
                  <a:lnTo>
                    <a:pt x="1332416" y="1352911"/>
                  </a:lnTo>
                  <a:close/>
                  <a:moveTo>
                    <a:pt x="1416275" y="1331476"/>
                  </a:moveTo>
                  <a:lnTo>
                    <a:pt x="1352738" y="1341534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416275" y="1331476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523220" y="1405216"/>
                  </a:lnTo>
                  <a:lnTo>
                    <a:pt x="1489558" y="1332491"/>
                  </a:lnTo>
                  <a:close/>
                  <a:moveTo>
                    <a:pt x="1456253" y="1399067"/>
                  </a:moveTo>
                  <a:lnTo>
                    <a:pt x="1489558" y="1332491"/>
                  </a:lnTo>
                  <a:lnTo>
                    <a:pt x="1416275" y="1331476"/>
                  </a:lnTo>
                  <a:close/>
                  <a:moveTo>
                    <a:pt x="1416275" y="1331476"/>
                  </a:moveTo>
                  <a:lnTo>
                    <a:pt x="1326786" y="1331863"/>
                  </a:lnTo>
                  <a:lnTo>
                    <a:pt x="1352738" y="1341534"/>
                  </a:lnTo>
                  <a:close/>
                  <a:moveTo>
                    <a:pt x="1343456" y="1229992"/>
                  </a:moveTo>
                  <a:lnTo>
                    <a:pt x="1326786" y="1331863"/>
                  </a:lnTo>
                  <a:lnTo>
                    <a:pt x="1416275" y="1331476"/>
                  </a:lnTo>
                  <a:close/>
                  <a:moveTo>
                    <a:pt x="1189851" y="1259319"/>
                  </a:moveTo>
                  <a:lnTo>
                    <a:pt x="1246174" y="1309124"/>
                  </a:lnTo>
                  <a:lnTo>
                    <a:pt x="1251757" y="1243949"/>
                  </a:lnTo>
                  <a:close/>
                  <a:moveTo>
                    <a:pt x="1251757" y="1243949"/>
                  </a:moveTo>
                  <a:lnTo>
                    <a:pt x="1145682" y="1212059"/>
                  </a:lnTo>
                  <a:lnTo>
                    <a:pt x="1189851" y="1259319"/>
                  </a:lnTo>
                  <a:close/>
                  <a:moveTo>
                    <a:pt x="1343456" y="1229992"/>
                  </a:moveTo>
                  <a:lnTo>
                    <a:pt x="1246174" y="1309124"/>
                  </a:lnTo>
                  <a:lnTo>
                    <a:pt x="1326786" y="1331863"/>
                  </a:lnTo>
                  <a:close/>
                  <a:moveTo>
                    <a:pt x="1343456" y="1229992"/>
                  </a:moveTo>
                  <a:lnTo>
                    <a:pt x="1251757" y="1243949"/>
                  </a:lnTo>
                  <a:lnTo>
                    <a:pt x="1246174" y="1309124"/>
                  </a:lnTo>
                  <a:close/>
                  <a:moveTo>
                    <a:pt x="1251757" y="1243949"/>
                  </a:moveTo>
                  <a:lnTo>
                    <a:pt x="1343456" y="1229992"/>
                  </a:lnTo>
                  <a:lnTo>
                    <a:pt x="1329868" y="1140947"/>
                  </a:lnTo>
                  <a:close/>
                  <a:moveTo>
                    <a:pt x="1428923" y="1221101"/>
                  </a:moveTo>
                  <a:lnTo>
                    <a:pt x="1337656" y="1138668"/>
                  </a:lnTo>
                  <a:lnTo>
                    <a:pt x="1329868" y="1140947"/>
                  </a:lnTo>
                  <a:close/>
                  <a:moveTo>
                    <a:pt x="1337656" y="1138668"/>
                  </a:moveTo>
                  <a:lnTo>
                    <a:pt x="1446500" y="1106720"/>
                  </a:lnTo>
                  <a:lnTo>
                    <a:pt x="1325176" y="1110641"/>
                  </a:lnTo>
                  <a:close/>
                  <a:moveTo>
                    <a:pt x="1325176" y="1110641"/>
                  </a:moveTo>
                  <a:lnTo>
                    <a:pt x="1446500" y="1106720"/>
                  </a:lnTo>
                  <a:lnTo>
                    <a:pt x="1450019" y="1083547"/>
                  </a:lnTo>
                  <a:close/>
                  <a:moveTo>
                    <a:pt x="1878777" y="1197838"/>
                  </a:moveTo>
                  <a:lnTo>
                    <a:pt x="1974930" y="1222408"/>
                  </a:lnTo>
                  <a:lnTo>
                    <a:pt x="1946390" y="1187788"/>
                  </a:lnTo>
                  <a:close/>
                  <a:moveTo>
                    <a:pt x="1488820" y="972222"/>
                  </a:moveTo>
                  <a:lnTo>
                    <a:pt x="1579663" y="859204"/>
                  </a:lnTo>
                  <a:lnTo>
                    <a:pt x="1579559" y="858952"/>
                  </a:lnTo>
                  <a:close/>
                  <a:moveTo>
                    <a:pt x="1513804" y="812318"/>
                  </a:moveTo>
                  <a:lnTo>
                    <a:pt x="1491782" y="815149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513804" y="812318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648769" y="863278"/>
                  </a:lnTo>
                  <a:lnTo>
                    <a:pt x="1513804" y="812318"/>
                  </a:lnTo>
                  <a:close/>
                  <a:moveTo>
                    <a:pt x="1648769" y="863278"/>
                  </a:moveTo>
                  <a:lnTo>
                    <a:pt x="1579559" y="858952"/>
                  </a:lnTo>
                  <a:lnTo>
                    <a:pt x="1654842" y="861625"/>
                  </a:lnTo>
                  <a:close/>
                  <a:moveTo>
                    <a:pt x="1579559" y="858952"/>
                  </a:moveTo>
                  <a:lnTo>
                    <a:pt x="1579663" y="859204"/>
                  </a:lnTo>
                  <a:lnTo>
                    <a:pt x="1654842" y="861625"/>
                  </a:lnTo>
                  <a:close/>
                  <a:moveTo>
                    <a:pt x="2154026" y="1434434"/>
                  </a:moveTo>
                  <a:lnTo>
                    <a:pt x="2182915" y="1516649"/>
                  </a:lnTo>
                  <a:lnTo>
                    <a:pt x="2236714" y="1478212"/>
                  </a:lnTo>
                  <a:close/>
                  <a:moveTo>
                    <a:pt x="2215754" y="1350296"/>
                  </a:moveTo>
                  <a:lnTo>
                    <a:pt x="2170363" y="1395787"/>
                  </a:lnTo>
                  <a:lnTo>
                    <a:pt x="2154026" y="1434434"/>
                  </a:lnTo>
                  <a:close/>
                  <a:moveTo>
                    <a:pt x="1946390" y="1187788"/>
                  </a:moveTo>
                  <a:lnTo>
                    <a:pt x="1974930" y="1222408"/>
                  </a:lnTo>
                  <a:lnTo>
                    <a:pt x="1973462" y="1181454"/>
                  </a:lnTo>
                  <a:close/>
                  <a:moveTo>
                    <a:pt x="1973462" y="1181454"/>
                  </a:moveTo>
                  <a:lnTo>
                    <a:pt x="1959286" y="1163917"/>
                  </a:lnTo>
                  <a:lnTo>
                    <a:pt x="1946390" y="1187788"/>
                  </a:lnTo>
                  <a:close/>
                  <a:moveTo>
                    <a:pt x="1630876" y="835477"/>
                  </a:moveTo>
                  <a:lnTo>
                    <a:pt x="1695992" y="824887"/>
                  </a:lnTo>
                  <a:lnTo>
                    <a:pt x="1654842" y="861625"/>
                  </a:lnTo>
                  <a:close/>
                  <a:moveTo>
                    <a:pt x="1630876" y="835477"/>
                  </a:moveTo>
                  <a:lnTo>
                    <a:pt x="1654842" y="861625"/>
                  </a:lnTo>
                  <a:lnTo>
                    <a:pt x="1579663" y="859204"/>
                  </a:lnTo>
                  <a:close/>
                  <a:moveTo>
                    <a:pt x="1658618" y="858928"/>
                  </a:moveTo>
                  <a:lnTo>
                    <a:pt x="1654842" y="861625"/>
                  </a:lnTo>
                  <a:lnTo>
                    <a:pt x="1695992" y="824887"/>
                  </a:lnTo>
                  <a:close/>
                  <a:moveTo>
                    <a:pt x="1695992" y="824887"/>
                  </a:moveTo>
                  <a:lnTo>
                    <a:pt x="1700992" y="818971"/>
                  </a:lnTo>
                  <a:lnTo>
                    <a:pt x="1658618" y="858928"/>
                  </a:lnTo>
                  <a:close/>
                  <a:moveTo>
                    <a:pt x="1658618" y="858928"/>
                  </a:moveTo>
                  <a:lnTo>
                    <a:pt x="1700992" y="818971"/>
                  </a:lnTo>
                  <a:lnTo>
                    <a:pt x="1701029" y="738277"/>
                  </a:lnTo>
                  <a:close/>
                  <a:moveTo>
                    <a:pt x="1658618" y="858928"/>
                  </a:moveTo>
                  <a:lnTo>
                    <a:pt x="1701029" y="738277"/>
                  </a:lnTo>
                  <a:lnTo>
                    <a:pt x="1648771" y="776713"/>
                  </a:lnTo>
                  <a:close/>
                  <a:moveTo>
                    <a:pt x="2260757" y="1469440"/>
                  </a:moveTo>
                  <a:lnTo>
                    <a:pt x="2363860" y="1446212"/>
                  </a:lnTo>
                  <a:lnTo>
                    <a:pt x="2344787" y="1361625"/>
                  </a:lnTo>
                  <a:close/>
                  <a:moveTo>
                    <a:pt x="2260757" y="1469440"/>
                  </a:moveTo>
                  <a:lnTo>
                    <a:pt x="2344787" y="1361625"/>
                  </a:lnTo>
                  <a:lnTo>
                    <a:pt x="2253613" y="1375157"/>
                  </a:lnTo>
                  <a:close/>
                  <a:moveTo>
                    <a:pt x="2253613" y="1375157"/>
                  </a:moveTo>
                  <a:lnTo>
                    <a:pt x="2292260" y="1357681"/>
                  </a:lnTo>
                  <a:lnTo>
                    <a:pt x="2215754" y="1350296"/>
                  </a:lnTo>
                  <a:close/>
                  <a:moveTo>
                    <a:pt x="2253613" y="1375157"/>
                  </a:moveTo>
                  <a:lnTo>
                    <a:pt x="2344787" y="1361625"/>
                  </a:lnTo>
                  <a:lnTo>
                    <a:pt x="2292260" y="1357681"/>
                  </a:lnTo>
                  <a:close/>
                  <a:moveTo>
                    <a:pt x="2193115" y="723695"/>
                  </a:moveTo>
                  <a:lnTo>
                    <a:pt x="2114006" y="743618"/>
                  </a:lnTo>
                  <a:lnTo>
                    <a:pt x="2224881" y="738811"/>
                  </a:lnTo>
                  <a:close/>
                  <a:moveTo>
                    <a:pt x="2224881" y="738811"/>
                  </a:moveTo>
                  <a:lnTo>
                    <a:pt x="2114006" y="743618"/>
                  </a:lnTo>
                  <a:lnTo>
                    <a:pt x="2096686" y="753370"/>
                  </a:lnTo>
                  <a:close/>
                  <a:moveTo>
                    <a:pt x="2193115" y="723695"/>
                  </a:moveTo>
                  <a:lnTo>
                    <a:pt x="2089136" y="725141"/>
                  </a:lnTo>
                  <a:lnTo>
                    <a:pt x="2114006" y="743618"/>
                  </a:lnTo>
                  <a:close/>
                  <a:moveTo>
                    <a:pt x="2386502" y="727159"/>
                  </a:moveTo>
                  <a:lnTo>
                    <a:pt x="2426536" y="748961"/>
                  </a:lnTo>
                  <a:lnTo>
                    <a:pt x="2377325" y="814914"/>
                  </a:lnTo>
                  <a:close/>
                  <a:moveTo>
                    <a:pt x="2111979" y="228604"/>
                  </a:moveTo>
                  <a:lnTo>
                    <a:pt x="2122096" y="202770"/>
                  </a:lnTo>
                  <a:lnTo>
                    <a:pt x="2013682" y="247926"/>
                  </a:lnTo>
                  <a:close/>
                  <a:moveTo>
                    <a:pt x="2129872" y="113965"/>
                  </a:moveTo>
                  <a:lnTo>
                    <a:pt x="2122096" y="202770"/>
                  </a:lnTo>
                  <a:lnTo>
                    <a:pt x="2222988" y="96581"/>
                  </a:lnTo>
                  <a:close/>
                  <a:moveTo>
                    <a:pt x="2222988" y="96581"/>
                  </a:moveTo>
                  <a:lnTo>
                    <a:pt x="2172320" y="217233"/>
                  </a:lnTo>
                  <a:lnTo>
                    <a:pt x="2226835" y="100509"/>
                  </a:lnTo>
                  <a:close/>
                  <a:moveTo>
                    <a:pt x="2640419" y="469221"/>
                  </a:moveTo>
                  <a:lnTo>
                    <a:pt x="2676516" y="451960"/>
                  </a:lnTo>
                  <a:lnTo>
                    <a:pt x="2604662" y="470798"/>
                  </a:lnTo>
                  <a:close/>
                  <a:moveTo>
                    <a:pt x="2604662" y="470798"/>
                  </a:moveTo>
                  <a:lnTo>
                    <a:pt x="2676516" y="451960"/>
                  </a:lnTo>
                  <a:lnTo>
                    <a:pt x="2649988" y="394448"/>
                  </a:lnTo>
                  <a:close/>
                  <a:moveTo>
                    <a:pt x="2604662" y="470798"/>
                  </a:moveTo>
                  <a:lnTo>
                    <a:pt x="2649988" y="394448"/>
                  </a:lnTo>
                  <a:lnTo>
                    <a:pt x="2579040" y="391536"/>
                  </a:lnTo>
                  <a:close/>
                  <a:moveTo>
                    <a:pt x="2649988" y="394448"/>
                  </a:moveTo>
                  <a:lnTo>
                    <a:pt x="2676516" y="451960"/>
                  </a:lnTo>
                  <a:lnTo>
                    <a:pt x="2698852" y="387006"/>
                  </a:lnTo>
                  <a:close/>
                  <a:moveTo>
                    <a:pt x="2371964" y="149261"/>
                  </a:moveTo>
                  <a:lnTo>
                    <a:pt x="2315473" y="178797"/>
                  </a:lnTo>
                  <a:lnTo>
                    <a:pt x="2263192" y="236441"/>
                  </a:lnTo>
                  <a:close/>
                  <a:moveTo>
                    <a:pt x="2424386" y="156399"/>
                  </a:moveTo>
                  <a:lnTo>
                    <a:pt x="2339371" y="164922"/>
                  </a:lnTo>
                  <a:lnTo>
                    <a:pt x="2450846" y="165532"/>
                  </a:lnTo>
                  <a:close/>
                  <a:moveTo>
                    <a:pt x="2339371" y="164922"/>
                  </a:moveTo>
                  <a:lnTo>
                    <a:pt x="2371964" y="149261"/>
                  </a:lnTo>
                  <a:lnTo>
                    <a:pt x="2450846" y="165532"/>
                  </a:lnTo>
                  <a:close/>
                  <a:moveTo>
                    <a:pt x="2510423" y="147044"/>
                  </a:moveTo>
                  <a:lnTo>
                    <a:pt x="2424386" y="156399"/>
                  </a:lnTo>
                  <a:lnTo>
                    <a:pt x="2526614" y="170157"/>
                  </a:lnTo>
                  <a:close/>
                  <a:moveTo>
                    <a:pt x="2424386" y="156399"/>
                  </a:moveTo>
                  <a:lnTo>
                    <a:pt x="2450846" y="165532"/>
                  </a:lnTo>
                  <a:lnTo>
                    <a:pt x="2526614" y="170157"/>
                  </a:lnTo>
                  <a:close/>
                  <a:moveTo>
                    <a:pt x="2227141" y="95480"/>
                  </a:moveTo>
                  <a:lnTo>
                    <a:pt x="2329214" y="73088"/>
                  </a:lnTo>
                  <a:lnTo>
                    <a:pt x="2295997" y="0"/>
                  </a:lnTo>
                  <a:close/>
                  <a:moveTo>
                    <a:pt x="2640419" y="469221"/>
                  </a:moveTo>
                  <a:lnTo>
                    <a:pt x="2704264" y="550508"/>
                  </a:lnTo>
                  <a:lnTo>
                    <a:pt x="2684179" y="466745"/>
                  </a:lnTo>
                  <a:close/>
                  <a:moveTo>
                    <a:pt x="2704264" y="550508"/>
                  </a:moveTo>
                  <a:lnTo>
                    <a:pt x="2799984" y="533282"/>
                  </a:lnTo>
                  <a:lnTo>
                    <a:pt x="2786732" y="443964"/>
                  </a:lnTo>
                  <a:close/>
                  <a:moveTo>
                    <a:pt x="2704264" y="550508"/>
                  </a:moveTo>
                  <a:lnTo>
                    <a:pt x="2786732" y="443964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745058" y="377750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822873" y="375080"/>
                  </a:lnTo>
                  <a:lnTo>
                    <a:pt x="2745058" y="37775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12" name="Candidate_density__2131">
              <a:extLst>
                <a:ext uri="{FF2B5EF4-FFF2-40B4-BE49-F238E27FC236}">
                  <a16:creationId xmlns:a16="http://schemas.microsoft.com/office/drawing/2014/main" id="{2117CA1F-3BA2-3BFD-E224-6C82BC4AC4B4}"/>
                </a:ext>
              </a:extLst>
            </p:cNvPr>
            <p:cNvSpPr>
              <a:spLocks noGrp="1"/>
            </p:cNvSpPr>
            <p:nvPr/>
          </p:nvSpPr>
          <p:spPr>
            <a:xfrm>
              <a:off x="3628835" y="1612046"/>
              <a:ext cx="2600948" cy="2109222"/>
            </a:xfrm>
            <a:custGeom>
              <a:avLst/>
              <a:gdLst/>
              <a:ahLst/>
              <a:cxnLst/>
              <a:rect l="0" t="0" r="0" b="0"/>
              <a:pathLst>
                <a:path w="2600948" h="2109222">
                  <a:moveTo>
                    <a:pt x="600867" y="2021665"/>
                  </a:moveTo>
                  <a:lnTo>
                    <a:pt x="620437" y="2103880"/>
                  </a:lnTo>
                  <a:lnTo>
                    <a:pt x="713529" y="2065443"/>
                  </a:lnTo>
                  <a:close/>
                  <a:moveTo>
                    <a:pt x="600867" y="2021665"/>
                  </a:moveTo>
                  <a:lnTo>
                    <a:pt x="713529" y="2065443"/>
                  </a:lnTo>
                  <a:lnTo>
                    <a:pt x="711301" y="1983228"/>
                  </a:lnTo>
                  <a:close/>
                  <a:moveTo>
                    <a:pt x="240304" y="1572153"/>
                  </a:moveTo>
                  <a:lnTo>
                    <a:pt x="291903" y="1521888"/>
                  </a:lnTo>
                  <a:lnTo>
                    <a:pt x="227928" y="1574501"/>
                  </a:lnTo>
                  <a:close/>
                  <a:moveTo>
                    <a:pt x="270302" y="1500551"/>
                  </a:moveTo>
                  <a:lnTo>
                    <a:pt x="291903" y="1521888"/>
                  </a:lnTo>
                  <a:lnTo>
                    <a:pt x="362522" y="1507261"/>
                  </a:lnTo>
                  <a:close/>
                  <a:moveTo>
                    <a:pt x="400191" y="1555638"/>
                  </a:moveTo>
                  <a:lnTo>
                    <a:pt x="506582" y="1552017"/>
                  </a:lnTo>
                  <a:lnTo>
                    <a:pt x="484040" y="1533717"/>
                  </a:lnTo>
                  <a:close/>
                  <a:moveTo>
                    <a:pt x="291903" y="1521888"/>
                  </a:moveTo>
                  <a:lnTo>
                    <a:pt x="240304" y="1572153"/>
                  </a:lnTo>
                  <a:lnTo>
                    <a:pt x="320782" y="1559605"/>
                  </a:lnTo>
                  <a:close/>
                  <a:moveTo>
                    <a:pt x="320782" y="1559605"/>
                  </a:moveTo>
                  <a:lnTo>
                    <a:pt x="362522" y="1507261"/>
                  </a:lnTo>
                  <a:lnTo>
                    <a:pt x="291903" y="1521888"/>
                  </a:lnTo>
                  <a:close/>
                  <a:moveTo>
                    <a:pt x="320782" y="1559605"/>
                  </a:moveTo>
                  <a:lnTo>
                    <a:pt x="400191" y="1555638"/>
                  </a:lnTo>
                  <a:lnTo>
                    <a:pt x="362522" y="1507261"/>
                  </a:lnTo>
                  <a:close/>
                  <a:moveTo>
                    <a:pt x="491127" y="1494233"/>
                  </a:moveTo>
                  <a:lnTo>
                    <a:pt x="362522" y="1507261"/>
                  </a:lnTo>
                  <a:lnTo>
                    <a:pt x="484040" y="1533717"/>
                  </a:lnTo>
                  <a:close/>
                  <a:moveTo>
                    <a:pt x="484040" y="1533717"/>
                  </a:moveTo>
                  <a:lnTo>
                    <a:pt x="362522" y="1507261"/>
                  </a:lnTo>
                  <a:lnTo>
                    <a:pt x="400191" y="1555638"/>
                  </a:lnTo>
                  <a:close/>
                  <a:moveTo>
                    <a:pt x="901009" y="2027007"/>
                  </a:moveTo>
                  <a:lnTo>
                    <a:pt x="922428" y="2109222"/>
                  </a:lnTo>
                  <a:lnTo>
                    <a:pt x="954070" y="1988571"/>
                  </a:lnTo>
                  <a:close/>
                  <a:moveTo>
                    <a:pt x="954070" y="1988571"/>
                  </a:moveTo>
                  <a:lnTo>
                    <a:pt x="924440" y="1906356"/>
                  </a:lnTo>
                  <a:lnTo>
                    <a:pt x="901009" y="2027007"/>
                  </a:lnTo>
                  <a:close/>
                  <a:moveTo>
                    <a:pt x="669580" y="1495280"/>
                  </a:moveTo>
                  <a:lnTo>
                    <a:pt x="600836" y="1615932"/>
                  </a:lnTo>
                  <a:lnTo>
                    <a:pt x="675201" y="1577495"/>
                  </a:lnTo>
                  <a:close/>
                  <a:moveTo>
                    <a:pt x="491127" y="1494233"/>
                  </a:moveTo>
                  <a:lnTo>
                    <a:pt x="484040" y="1533717"/>
                  </a:lnTo>
                  <a:lnTo>
                    <a:pt x="514559" y="1523252"/>
                  </a:lnTo>
                  <a:close/>
                  <a:moveTo>
                    <a:pt x="514559" y="1523252"/>
                  </a:moveTo>
                  <a:lnTo>
                    <a:pt x="495156" y="1451501"/>
                  </a:lnTo>
                  <a:lnTo>
                    <a:pt x="491127" y="1494233"/>
                  </a:lnTo>
                  <a:close/>
                  <a:moveTo>
                    <a:pt x="278038" y="1166420"/>
                  </a:moveTo>
                  <a:lnTo>
                    <a:pt x="291792" y="1091068"/>
                  </a:lnTo>
                  <a:lnTo>
                    <a:pt x="286137" y="1087310"/>
                  </a:lnTo>
                  <a:close/>
                  <a:moveTo>
                    <a:pt x="209070" y="1189464"/>
                  </a:moveTo>
                  <a:lnTo>
                    <a:pt x="278038" y="1166420"/>
                  </a:lnTo>
                  <a:lnTo>
                    <a:pt x="286137" y="1087310"/>
                  </a:lnTo>
                  <a:close/>
                  <a:moveTo>
                    <a:pt x="286137" y="1087310"/>
                  </a:moveTo>
                  <a:lnTo>
                    <a:pt x="292694" y="1084204"/>
                  </a:lnTo>
                  <a:lnTo>
                    <a:pt x="288577" y="1079046"/>
                  </a:lnTo>
                  <a:close/>
                  <a:moveTo>
                    <a:pt x="271849" y="1084204"/>
                  </a:moveTo>
                  <a:lnTo>
                    <a:pt x="286137" y="1087310"/>
                  </a:lnTo>
                  <a:lnTo>
                    <a:pt x="288577" y="1079046"/>
                  </a:lnTo>
                  <a:close/>
                  <a:moveTo>
                    <a:pt x="286137" y="1087310"/>
                  </a:moveTo>
                  <a:lnTo>
                    <a:pt x="291792" y="1091068"/>
                  </a:lnTo>
                  <a:lnTo>
                    <a:pt x="292694" y="1084204"/>
                  </a:lnTo>
                  <a:close/>
                  <a:moveTo>
                    <a:pt x="44543" y="919774"/>
                  </a:moveTo>
                  <a:lnTo>
                    <a:pt x="70966" y="837559"/>
                  </a:lnTo>
                  <a:lnTo>
                    <a:pt x="0" y="958211"/>
                  </a:lnTo>
                  <a:close/>
                  <a:moveTo>
                    <a:pt x="73868" y="833600"/>
                  </a:moveTo>
                  <a:lnTo>
                    <a:pt x="68902" y="842457"/>
                  </a:lnTo>
                  <a:lnTo>
                    <a:pt x="70966" y="837559"/>
                  </a:lnTo>
                  <a:close/>
                  <a:moveTo>
                    <a:pt x="924440" y="1906356"/>
                  </a:moveTo>
                  <a:lnTo>
                    <a:pt x="998461" y="1972769"/>
                  </a:lnTo>
                  <a:lnTo>
                    <a:pt x="983481" y="1884855"/>
                  </a:lnTo>
                  <a:close/>
                  <a:moveTo>
                    <a:pt x="1059917" y="1867918"/>
                  </a:moveTo>
                  <a:lnTo>
                    <a:pt x="1017547" y="1785704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63798" y="1800765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91958" y="1703489"/>
                  </a:lnTo>
                  <a:lnTo>
                    <a:pt x="963798" y="1800765"/>
                  </a:lnTo>
                  <a:close/>
                  <a:moveTo>
                    <a:pt x="991958" y="1703489"/>
                  </a:moveTo>
                  <a:lnTo>
                    <a:pt x="933158" y="1725583"/>
                  </a:lnTo>
                  <a:lnTo>
                    <a:pt x="963798" y="1800765"/>
                  </a:lnTo>
                  <a:close/>
                  <a:moveTo>
                    <a:pt x="349211" y="1136124"/>
                  </a:moveTo>
                  <a:lnTo>
                    <a:pt x="291792" y="1091068"/>
                  </a:lnTo>
                  <a:lnTo>
                    <a:pt x="278038" y="1166420"/>
                  </a:lnTo>
                  <a:close/>
                  <a:moveTo>
                    <a:pt x="291792" y="1091068"/>
                  </a:moveTo>
                  <a:lnTo>
                    <a:pt x="349211" y="1136124"/>
                  </a:lnTo>
                  <a:lnTo>
                    <a:pt x="292694" y="1084204"/>
                  </a:lnTo>
                  <a:close/>
                  <a:moveTo>
                    <a:pt x="292694" y="1084204"/>
                  </a:moveTo>
                  <a:lnTo>
                    <a:pt x="349211" y="1136124"/>
                  </a:lnTo>
                  <a:lnTo>
                    <a:pt x="378649" y="1127983"/>
                  </a:lnTo>
                  <a:close/>
                  <a:moveTo>
                    <a:pt x="292694" y="1084204"/>
                  </a:moveTo>
                  <a:lnTo>
                    <a:pt x="378649" y="1127983"/>
                  </a:lnTo>
                  <a:lnTo>
                    <a:pt x="369198" y="1045768"/>
                  </a:lnTo>
                  <a:close/>
                  <a:moveTo>
                    <a:pt x="328375" y="963553"/>
                  </a:moveTo>
                  <a:lnTo>
                    <a:pt x="292694" y="1084204"/>
                  </a:lnTo>
                  <a:lnTo>
                    <a:pt x="369198" y="1045768"/>
                  </a:lnTo>
                  <a:close/>
                  <a:moveTo>
                    <a:pt x="70966" y="837559"/>
                  </a:moveTo>
                  <a:lnTo>
                    <a:pt x="143654" y="881777"/>
                  </a:lnTo>
                  <a:lnTo>
                    <a:pt x="81993" y="831815"/>
                  </a:lnTo>
                  <a:close/>
                  <a:moveTo>
                    <a:pt x="73868" y="833600"/>
                  </a:moveTo>
                  <a:lnTo>
                    <a:pt x="70966" y="837559"/>
                  </a:lnTo>
                  <a:lnTo>
                    <a:pt x="81993" y="831815"/>
                  </a:lnTo>
                  <a:close/>
                  <a:moveTo>
                    <a:pt x="186549" y="761034"/>
                  </a:moveTo>
                  <a:lnTo>
                    <a:pt x="81993" y="831815"/>
                  </a:lnTo>
                  <a:lnTo>
                    <a:pt x="144583" y="799123"/>
                  </a:lnTo>
                  <a:close/>
                  <a:moveTo>
                    <a:pt x="73868" y="833600"/>
                  </a:moveTo>
                  <a:lnTo>
                    <a:pt x="81993" y="831815"/>
                  </a:lnTo>
                  <a:lnTo>
                    <a:pt x="186549" y="761034"/>
                  </a:lnTo>
                  <a:close/>
                  <a:moveTo>
                    <a:pt x="1017547" y="1785704"/>
                  </a:moveTo>
                  <a:lnTo>
                    <a:pt x="1087424" y="1860943"/>
                  </a:lnTo>
                  <a:lnTo>
                    <a:pt x="1076560" y="1769683"/>
                  </a:lnTo>
                  <a:close/>
                  <a:moveTo>
                    <a:pt x="1017547" y="1785704"/>
                  </a:moveTo>
                  <a:lnTo>
                    <a:pt x="1059917" y="1867918"/>
                  </a:lnTo>
                  <a:lnTo>
                    <a:pt x="1087424" y="1860943"/>
                  </a:lnTo>
                  <a:close/>
                  <a:moveTo>
                    <a:pt x="1087424" y="1860943"/>
                  </a:moveTo>
                  <a:lnTo>
                    <a:pt x="1176388" y="1749118"/>
                  </a:lnTo>
                  <a:lnTo>
                    <a:pt x="1076560" y="1769683"/>
                  </a:lnTo>
                  <a:close/>
                  <a:moveTo>
                    <a:pt x="991958" y="1703489"/>
                  </a:moveTo>
                  <a:lnTo>
                    <a:pt x="1076560" y="1769683"/>
                  </a:lnTo>
                  <a:lnTo>
                    <a:pt x="1054264" y="1687718"/>
                  </a:lnTo>
                  <a:close/>
                  <a:moveTo>
                    <a:pt x="991958" y="1703489"/>
                  </a:moveTo>
                  <a:lnTo>
                    <a:pt x="1017547" y="1785704"/>
                  </a:lnTo>
                  <a:lnTo>
                    <a:pt x="1076560" y="1769683"/>
                  </a:lnTo>
                  <a:close/>
                  <a:moveTo>
                    <a:pt x="731320" y="1404556"/>
                  </a:moveTo>
                  <a:lnTo>
                    <a:pt x="774712" y="1351587"/>
                  </a:lnTo>
                  <a:lnTo>
                    <a:pt x="792417" y="1374628"/>
                  </a:lnTo>
                  <a:close/>
                  <a:moveTo>
                    <a:pt x="723637" y="1274274"/>
                  </a:moveTo>
                  <a:lnTo>
                    <a:pt x="711281" y="1329634"/>
                  </a:lnTo>
                  <a:lnTo>
                    <a:pt x="795137" y="1253977"/>
                  </a:lnTo>
                  <a:close/>
                  <a:moveTo>
                    <a:pt x="186549" y="761034"/>
                  </a:moveTo>
                  <a:lnTo>
                    <a:pt x="144583" y="799123"/>
                  </a:lnTo>
                  <a:lnTo>
                    <a:pt x="225150" y="776023"/>
                  </a:lnTo>
                  <a:close/>
                  <a:moveTo>
                    <a:pt x="225150" y="776023"/>
                  </a:moveTo>
                  <a:lnTo>
                    <a:pt x="253407" y="732349"/>
                  </a:lnTo>
                  <a:lnTo>
                    <a:pt x="186549" y="761034"/>
                  </a:lnTo>
                  <a:close/>
                  <a:moveTo>
                    <a:pt x="225150" y="776023"/>
                  </a:moveTo>
                  <a:lnTo>
                    <a:pt x="313220" y="765015"/>
                  </a:lnTo>
                  <a:lnTo>
                    <a:pt x="253407" y="732349"/>
                  </a:lnTo>
                  <a:close/>
                  <a:moveTo>
                    <a:pt x="888049" y="1301295"/>
                  </a:moveTo>
                  <a:lnTo>
                    <a:pt x="781734" y="1336192"/>
                  </a:lnTo>
                  <a:lnTo>
                    <a:pt x="898455" y="1320387"/>
                  </a:lnTo>
                  <a:close/>
                  <a:moveTo>
                    <a:pt x="795137" y="1253977"/>
                  </a:moveTo>
                  <a:lnTo>
                    <a:pt x="781734" y="1336192"/>
                  </a:lnTo>
                  <a:lnTo>
                    <a:pt x="888049" y="1301295"/>
                  </a:lnTo>
                  <a:close/>
                  <a:moveTo>
                    <a:pt x="1293904" y="1684273"/>
                  </a:moveTo>
                  <a:lnTo>
                    <a:pt x="1253745" y="1746820"/>
                  </a:lnTo>
                  <a:lnTo>
                    <a:pt x="1267305" y="1708831"/>
                  </a:lnTo>
                  <a:close/>
                  <a:moveTo>
                    <a:pt x="1320457" y="1692584"/>
                  </a:moveTo>
                  <a:lnTo>
                    <a:pt x="1267305" y="1708831"/>
                  </a:lnTo>
                  <a:lnTo>
                    <a:pt x="1353485" y="1691829"/>
                  </a:lnTo>
                  <a:close/>
                  <a:moveTo>
                    <a:pt x="1293904" y="1684273"/>
                  </a:moveTo>
                  <a:lnTo>
                    <a:pt x="1267305" y="1708831"/>
                  </a:lnTo>
                  <a:lnTo>
                    <a:pt x="1320457" y="1692584"/>
                  </a:lnTo>
                  <a:close/>
                  <a:moveTo>
                    <a:pt x="1417080" y="1650946"/>
                  </a:moveTo>
                  <a:lnTo>
                    <a:pt x="1320457" y="1692584"/>
                  </a:lnTo>
                  <a:lnTo>
                    <a:pt x="1396953" y="1670394"/>
                  </a:lnTo>
                  <a:close/>
                  <a:moveTo>
                    <a:pt x="1293904" y="1684273"/>
                  </a:moveTo>
                  <a:lnTo>
                    <a:pt x="1320457" y="1692584"/>
                  </a:lnTo>
                  <a:lnTo>
                    <a:pt x="1417080" y="1650946"/>
                  </a:lnTo>
                  <a:close/>
                  <a:moveTo>
                    <a:pt x="1356862" y="1641002"/>
                  </a:moveTo>
                  <a:lnTo>
                    <a:pt x="1293904" y="1684273"/>
                  </a:lnTo>
                  <a:lnTo>
                    <a:pt x="1417080" y="1650946"/>
                  </a:lnTo>
                  <a:close/>
                  <a:moveTo>
                    <a:pt x="1417080" y="1650946"/>
                  </a:moveTo>
                  <a:lnTo>
                    <a:pt x="1396953" y="1670394"/>
                  </a:lnTo>
                  <a:lnTo>
                    <a:pt x="1450509" y="1647446"/>
                  </a:lnTo>
                  <a:close/>
                  <a:moveTo>
                    <a:pt x="1417080" y="1650946"/>
                  </a:moveTo>
                  <a:lnTo>
                    <a:pt x="1450509" y="1647446"/>
                  </a:lnTo>
                  <a:lnTo>
                    <a:pt x="1443646" y="1588179"/>
                  </a:lnTo>
                  <a:close/>
                  <a:moveTo>
                    <a:pt x="1443646" y="1588179"/>
                  </a:moveTo>
                  <a:lnTo>
                    <a:pt x="1450509" y="1647446"/>
                  </a:lnTo>
                  <a:lnTo>
                    <a:pt x="1484257" y="1631958"/>
                  </a:lnTo>
                  <a:close/>
                  <a:moveTo>
                    <a:pt x="1107647" y="1243949"/>
                  </a:moveTo>
                  <a:lnTo>
                    <a:pt x="1185758" y="1140947"/>
                  </a:lnTo>
                  <a:lnTo>
                    <a:pt x="1081336" y="1165248"/>
                  </a:lnTo>
                  <a:close/>
                  <a:moveTo>
                    <a:pt x="1181066" y="1110641"/>
                  </a:moveTo>
                  <a:lnTo>
                    <a:pt x="1185758" y="1140947"/>
                  </a:lnTo>
                  <a:lnTo>
                    <a:pt x="1193545" y="1138668"/>
                  </a:lnTo>
                  <a:close/>
                  <a:moveTo>
                    <a:pt x="1185625" y="912484"/>
                  </a:moveTo>
                  <a:lnTo>
                    <a:pt x="1097641" y="974237"/>
                  </a:lnTo>
                  <a:lnTo>
                    <a:pt x="1153888" y="935801"/>
                  </a:lnTo>
                  <a:close/>
                  <a:moveTo>
                    <a:pt x="1185625" y="912484"/>
                  </a:moveTo>
                  <a:lnTo>
                    <a:pt x="1128597" y="914471"/>
                  </a:lnTo>
                  <a:lnTo>
                    <a:pt x="1097641" y="974237"/>
                  </a:lnTo>
                  <a:close/>
                  <a:moveTo>
                    <a:pt x="1185625" y="912484"/>
                  </a:moveTo>
                  <a:lnTo>
                    <a:pt x="1153888" y="935801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08401" y="853586"/>
                  </a:lnTo>
                  <a:lnTo>
                    <a:pt x="1298037" y="838915"/>
                  </a:lnTo>
                  <a:close/>
                  <a:moveTo>
                    <a:pt x="1208401" y="853586"/>
                  </a:moveTo>
                  <a:lnTo>
                    <a:pt x="1185625" y="912484"/>
                  </a:lnTo>
                  <a:lnTo>
                    <a:pt x="1298037" y="838915"/>
                  </a:lnTo>
                  <a:close/>
                  <a:moveTo>
                    <a:pt x="1298037" y="838915"/>
                  </a:moveTo>
                  <a:lnTo>
                    <a:pt x="1185625" y="912484"/>
                  </a:lnTo>
                  <a:lnTo>
                    <a:pt x="1267007" y="897364"/>
                  </a:lnTo>
                  <a:close/>
                  <a:moveTo>
                    <a:pt x="1267007" y="897364"/>
                  </a:moveTo>
                  <a:lnTo>
                    <a:pt x="1185625" y="912484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98037" y="838915"/>
                  </a:lnTo>
                  <a:lnTo>
                    <a:pt x="1347671" y="815149"/>
                  </a:lnTo>
                  <a:close/>
                  <a:moveTo>
                    <a:pt x="1298037" y="838915"/>
                  </a:moveTo>
                  <a:lnTo>
                    <a:pt x="1267007" y="897364"/>
                  </a:lnTo>
                  <a:lnTo>
                    <a:pt x="1345795" y="871247"/>
                  </a:lnTo>
                  <a:close/>
                  <a:moveTo>
                    <a:pt x="1345795" y="871247"/>
                  </a:moveTo>
                  <a:lnTo>
                    <a:pt x="1347671" y="815149"/>
                  </a:lnTo>
                  <a:lnTo>
                    <a:pt x="1298037" y="838915"/>
                  </a:lnTo>
                  <a:close/>
                  <a:moveTo>
                    <a:pt x="2009916" y="1434434"/>
                  </a:moveTo>
                  <a:lnTo>
                    <a:pt x="2092604" y="1478212"/>
                  </a:lnTo>
                  <a:lnTo>
                    <a:pt x="2048306" y="1395997"/>
                  </a:lnTo>
                  <a:close/>
                  <a:moveTo>
                    <a:pt x="2071644" y="1350296"/>
                  </a:moveTo>
                  <a:lnTo>
                    <a:pt x="2009916" y="1434434"/>
                  </a:lnTo>
                  <a:lnTo>
                    <a:pt x="2048306" y="1395997"/>
                  </a:lnTo>
                  <a:close/>
                  <a:moveTo>
                    <a:pt x="1484809" y="694497"/>
                  </a:moveTo>
                  <a:lnTo>
                    <a:pt x="1556919" y="738277"/>
                  </a:lnTo>
                  <a:lnTo>
                    <a:pt x="1536667" y="656061"/>
                  </a:lnTo>
                  <a:close/>
                  <a:moveTo>
                    <a:pt x="2048306" y="1395997"/>
                  </a:moveTo>
                  <a:lnTo>
                    <a:pt x="2116647" y="1469440"/>
                  </a:lnTo>
                  <a:lnTo>
                    <a:pt x="2109502" y="1375157"/>
                  </a:lnTo>
                  <a:close/>
                  <a:moveTo>
                    <a:pt x="2071644" y="1350296"/>
                  </a:moveTo>
                  <a:lnTo>
                    <a:pt x="2048306" y="1395997"/>
                  </a:lnTo>
                  <a:lnTo>
                    <a:pt x="2109502" y="1375157"/>
                  </a:lnTo>
                  <a:close/>
                  <a:moveTo>
                    <a:pt x="1536667" y="656061"/>
                  </a:moveTo>
                  <a:lnTo>
                    <a:pt x="1556919" y="738277"/>
                  </a:lnTo>
                  <a:lnTo>
                    <a:pt x="1594044" y="699840"/>
                  </a:lnTo>
                  <a:close/>
                  <a:moveTo>
                    <a:pt x="1536667" y="656061"/>
                  </a:moveTo>
                  <a:lnTo>
                    <a:pt x="1594044" y="699840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36667" y="656061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82841" y="617625"/>
                  </a:lnTo>
                  <a:lnTo>
                    <a:pt x="1559557" y="535410"/>
                  </a:lnTo>
                  <a:close/>
                  <a:moveTo>
                    <a:pt x="1499659" y="491631"/>
                  </a:moveTo>
                  <a:lnTo>
                    <a:pt x="1559557" y="535410"/>
                  </a:lnTo>
                  <a:lnTo>
                    <a:pt x="1524497" y="453195"/>
                  </a:lnTo>
                  <a:close/>
                  <a:moveTo>
                    <a:pt x="1559557" y="535410"/>
                  </a:moveTo>
                  <a:lnTo>
                    <a:pt x="1582841" y="617625"/>
                  </a:lnTo>
                  <a:lnTo>
                    <a:pt x="1680404" y="579188"/>
                  </a:lnTo>
                  <a:close/>
                  <a:moveTo>
                    <a:pt x="1559557" y="535410"/>
                  </a:moveTo>
                  <a:lnTo>
                    <a:pt x="1680404" y="579188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559557" y="535410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643059" y="496973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24497" y="453195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90969" y="414758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17474" y="370979"/>
                  </a:lnTo>
                  <a:lnTo>
                    <a:pt x="1577980" y="332543"/>
                  </a:lnTo>
                  <a:close/>
                  <a:moveTo>
                    <a:pt x="1577980" y="332543"/>
                  </a:moveTo>
                  <a:lnTo>
                    <a:pt x="1680649" y="357453"/>
                  </a:lnTo>
                  <a:lnTo>
                    <a:pt x="1652135" y="303513"/>
                  </a:lnTo>
                  <a:close/>
                  <a:moveTo>
                    <a:pt x="1590969" y="414758"/>
                  </a:moveTo>
                  <a:lnTo>
                    <a:pt x="1680144" y="376322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77980" y="332543"/>
                  </a:lnTo>
                  <a:lnTo>
                    <a:pt x="1652135" y="303513"/>
                  </a:lnTo>
                  <a:close/>
                  <a:moveTo>
                    <a:pt x="1726922" y="251800"/>
                  </a:moveTo>
                  <a:lnTo>
                    <a:pt x="1652135" y="303513"/>
                  </a:lnTo>
                  <a:lnTo>
                    <a:pt x="1684387" y="294106"/>
                  </a:lnTo>
                  <a:close/>
                  <a:moveTo>
                    <a:pt x="1604831" y="289183"/>
                  </a:moveTo>
                  <a:lnTo>
                    <a:pt x="1652135" y="303513"/>
                  </a:lnTo>
                  <a:lnTo>
                    <a:pt x="1726922" y="251800"/>
                  </a:lnTo>
                  <a:close/>
                  <a:moveTo>
                    <a:pt x="1652135" y="303513"/>
                  </a:moveTo>
                  <a:lnTo>
                    <a:pt x="1680649" y="357453"/>
                  </a:lnTo>
                  <a:lnTo>
                    <a:pt x="1684387" y="294106"/>
                  </a:lnTo>
                  <a:close/>
                  <a:moveTo>
                    <a:pt x="2200721" y="761037"/>
                  </a:moveTo>
                  <a:lnTo>
                    <a:pt x="2233215" y="814914"/>
                  </a:lnTo>
                  <a:lnTo>
                    <a:pt x="2282426" y="748961"/>
                  </a:lnTo>
                  <a:close/>
                  <a:moveTo>
                    <a:pt x="1783198" y="247005"/>
                  </a:moveTo>
                  <a:lnTo>
                    <a:pt x="1726922" y="251800"/>
                  </a:lnTo>
                  <a:lnTo>
                    <a:pt x="1684387" y="294106"/>
                  </a:lnTo>
                  <a:close/>
                  <a:moveTo>
                    <a:pt x="1845811" y="202446"/>
                  </a:moveTo>
                  <a:lnTo>
                    <a:pt x="1775539" y="211891"/>
                  </a:lnTo>
                  <a:lnTo>
                    <a:pt x="1726922" y="251800"/>
                  </a:lnTo>
                  <a:close/>
                  <a:moveTo>
                    <a:pt x="1845811" y="202446"/>
                  </a:moveTo>
                  <a:lnTo>
                    <a:pt x="1726922" y="251800"/>
                  </a:lnTo>
                  <a:lnTo>
                    <a:pt x="1783198" y="247005"/>
                  </a:lnTo>
                  <a:close/>
                  <a:moveTo>
                    <a:pt x="1828185" y="181480"/>
                  </a:moveTo>
                  <a:lnTo>
                    <a:pt x="1845811" y="202446"/>
                  </a:lnTo>
                  <a:lnTo>
                    <a:pt x="1839746" y="173455"/>
                  </a:lnTo>
                  <a:close/>
                  <a:moveTo>
                    <a:pt x="1791923" y="250460"/>
                  </a:moveTo>
                  <a:lnTo>
                    <a:pt x="1845811" y="202446"/>
                  </a:lnTo>
                  <a:lnTo>
                    <a:pt x="1783198" y="247005"/>
                  </a:lnTo>
                  <a:close/>
                  <a:moveTo>
                    <a:pt x="1791923" y="250460"/>
                  </a:moveTo>
                  <a:lnTo>
                    <a:pt x="1869572" y="247926"/>
                  </a:lnTo>
                  <a:lnTo>
                    <a:pt x="1845811" y="202446"/>
                  </a:lnTo>
                  <a:close/>
                  <a:moveTo>
                    <a:pt x="1869572" y="247926"/>
                  </a:moveTo>
                  <a:lnTo>
                    <a:pt x="1977986" y="202770"/>
                  </a:lnTo>
                  <a:lnTo>
                    <a:pt x="1839746" y="173455"/>
                  </a:lnTo>
                  <a:close/>
                  <a:moveTo>
                    <a:pt x="1839746" y="173455"/>
                  </a:moveTo>
                  <a:lnTo>
                    <a:pt x="1977986" y="202770"/>
                  </a:lnTo>
                  <a:lnTo>
                    <a:pt x="1916243" y="135019"/>
                  </a:lnTo>
                  <a:close/>
                  <a:moveTo>
                    <a:pt x="1839746" y="173455"/>
                  </a:moveTo>
                  <a:lnTo>
                    <a:pt x="1845811" y="202446"/>
                  </a:lnTo>
                  <a:lnTo>
                    <a:pt x="1869572" y="247926"/>
                  </a:lnTo>
                  <a:close/>
                  <a:moveTo>
                    <a:pt x="1834794" y="91240"/>
                  </a:moveTo>
                  <a:lnTo>
                    <a:pt x="1839746" y="173455"/>
                  </a:lnTo>
                  <a:lnTo>
                    <a:pt x="1916243" y="135019"/>
                  </a:lnTo>
                  <a:close/>
                  <a:moveTo>
                    <a:pt x="1834794" y="91240"/>
                  </a:moveTo>
                  <a:lnTo>
                    <a:pt x="1916243" y="135019"/>
                  </a:lnTo>
                  <a:lnTo>
                    <a:pt x="1911071" y="52803"/>
                  </a:lnTo>
                  <a:close/>
                  <a:moveTo>
                    <a:pt x="1916243" y="135019"/>
                  </a:moveTo>
                  <a:lnTo>
                    <a:pt x="1977986" y="202770"/>
                  </a:lnTo>
                  <a:lnTo>
                    <a:pt x="1985762" y="113965"/>
                  </a:lnTo>
                  <a:close/>
                  <a:moveTo>
                    <a:pt x="1911071" y="52803"/>
                  </a:moveTo>
                  <a:lnTo>
                    <a:pt x="1985762" y="113965"/>
                  </a:lnTo>
                  <a:lnTo>
                    <a:pt x="1955286" y="38649"/>
                  </a:lnTo>
                  <a:close/>
                  <a:moveTo>
                    <a:pt x="1911071" y="52803"/>
                  </a:moveTo>
                  <a:lnTo>
                    <a:pt x="1916243" y="135019"/>
                  </a:lnTo>
                  <a:lnTo>
                    <a:pt x="1985762" y="113965"/>
                  </a:lnTo>
                  <a:close/>
                  <a:moveTo>
                    <a:pt x="2078878" y="96581"/>
                  </a:moveTo>
                  <a:lnTo>
                    <a:pt x="2051958" y="14367"/>
                  </a:lnTo>
                  <a:lnTo>
                    <a:pt x="1985762" y="113965"/>
                  </a:lnTo>
                  <a:close/>
                  <a:moveTo>
                    <a:pt x="2051958" y="14367"/>
                  </a:moveTo>
                  <a:lnTo>
                    <a:pt x="1955286" y="38649"/>
                  </a:lnTo>
                  <a:lnTo>
                    <a:pt x="1985762" y="113965"/>
                  </a:lnTo>
                  <a:close/>
                  <a:moveTo>
                    <a:pt x="1929629" y="21968"/>
                  </a:moveTo>
                  <a:lnTo>
                    <a:pt x="1911071" y="52803"/>
                  </a:lnTo>
                  <a:lnTo>
                    <a:pt x="1955286" y="38649"/>
                  </a:lnTo>
                  <a:close/>
                  <a:moveTo>
                    <a:pt x="2057154" y="4904"/>
                  </a:moveTo>
                  <a:lnTo>
                    <a:pt x="1955286" y="38649"/>
                  </a:lnTo>
                  <a:lnTo>
                    <a:pt x="2051958" y="14367"/>
                  </a:lnTo>
                  <a:close/>
                  <a:moveTo>
                    <a:pt x="1929629" y="21968"/>
                  </a:moveTo>
                  <a:lnTo>
                    <a:pt x="1955286" y="38649"/>
                  </a:lnTo>
                  <a:lnTo>
                    <a:pt x="2057154" y="4904"/>
                  </a:lnTo>
                  <a:close/>
                  <a:moveTo>
                    <a:pt x="2195261" y="164922"/>
                  </a:moveTo>
                  <a:lnTo>
                    <a:pt x="2171363" y="178797"/>
                  </a:lnTo>
                  <a:lnTo>
                    <a:pt x="2227853" y="149261"/>
                  </a:lnTo>
                  <a:close/>
                  <a:moveTo>
                    <a:pt x="2195261" y="164922"/>
                  </a:moveTo>
                  <a:lnTo>
                    <a:pt x="2082725" y="100509"/>
                  </a:lnTo>
                  <a:lnTo>
                    <a:pt x="2171363" y="178797"/>
                  </a:lnTo>
                  <a:close/>
                  <a:moveTo>
                    <a:pt x="2083031" y="95480"/>
                  </a:moveTo>
                  <a:lnTo>
                    <a:pt x="2082725" y="100509"/>
                  </a:lnTo>
                  <a:lnTo>
                    <a:pt x="2195261" y="164922"/>
                  </a:lnTo>
                  <a:close/>
                  <a:moveTo>
                    <a:pt x="2185104" y="73088"/>
                  </a:moveTo>
                  <a:lnTo>
                    <a:pt x="2083031" y="95480"/>
                  </a:lnTo>
                  <a:lnTo>
                    <a:pt x="2195261" y="164922"/>
                  </a:lnTo>
                  <a:close/>
                  <a:moveTo>
                    <a:pt x="2195261" y="164922"/>
                  </a:moveTo>
                  <a:lnTo>
                    <a:pt x="2280276" y="156399"/>
                  </a:lnTo>
                  <a:lnTo>
                    <a:pt x="2263449" y="69987"/>
                  </a:lnTo>
                  <a:close/>
                  <a:moveTo>
                    <a:pt x="2195261" y="164922"/>
                  </a:moveTo>
                  <a:lnTo>
                    <a:pt x="2263449" y="69987"/>
                  </a:lnTo>
                  <a:lnTo>
                    <a:pt x="2185104" y="73088"/>
                  </a:lnTo>
                  <a:close/>
                  <a:moveTo>
                    <a:pt x="2078878" y="96581"/>
                  </a:moveTo>
                  <a:lnTo>
                    <a:pt x="2082725" y="100509"/>
                  </a:lnTo>
                  <a:lnTo>
                    <a:pt x="2083031" y="95480"/>
                  </a:lnTo>
                  <a:close/>
                  <a:moveTo>
                    <a:pt x="2051958" y="14367"/>
                  </a:moveTo>
                  <a:lnTo>
                    <a:pt x="2083031" y="95480"/>
                  </a:lnTo>
                  <a:lnTo>
                    <a:pt x="2063497" y="11267"/>
                  </a:lnTo>
                  <a:close/>
                  <a:moveTo>
                    <a:pt x="2051958" y="14367"/>
                  </a:moveTo>
                  <a:lnTo>
                    <a:pt x="2078878" y="96581"/>
                  </a:lnTo>
                  <a:lnTo>
                    <a:pt x="2083031" y="95480"/>
                  </a:lnTo>
                  <a:close/>
                  <a:moveTo>
                    <a:pt x="2083031" y="95480"/>
                  </a:moveTo>
                  <a:lnTo>
                    <a:pt x="2151887" y="0"/>
                  </a:lnTo>
                  <a:lnTo>
                    <a:pt x="2063497" y="11267"/>
                  </a:lnTo>
                  <a:close/>
                  <a:moveTo>
                    <a:pt x="2057154" y="4904"/>
                  </a:moveTo>
                  <a:lnTo>
                    <a:pt x="2051958" y="14367"/>
                  </a:lnTo>
                  <a:lnTo>
                    <a:pt x="2063497" y="11267"/>
                  </a:lnTo>
                  <a:close/>
                  <a:moveTo>
                    <a:pt x="2532406" y="451960"/>
                  </a:moveTo>
                  <a:lnTo>
                    <a:pt x="2496308" y="469221"/>
                  </a:lnTo>
                  <a:lnTo>
                    <a:pt x="2540069" y="466745"/>
                  </a:lnTo>
                  <a:close/>
                  <a:moveTo>
                    <a:pt x="2540069" y="466745"/>
                  </a:moveTo>
                  <a:lnTo>
                    <a:pt x="2554742" y="387006"/>
                  </a:lnTo>
                  <a:lnTo>
                    <a:pt x="2532406" y="451960"/>
                  </a:lnTo>
                  <a:close/>
                  <a:moveTo>
                    <a:pt x="2600948" y="377750"/>
                  </a:moveTo>
                  <a:lnTo>
                    <a:pt x="2554742" y="387006"/>
                  </a:lnTo>
                  <a:lnTo>
                    <a:pt x="2540069" y="46674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13" name="Candidate_density__2132">
              <a:extLst>
                <a:ext uri="{FF2B5EF4-FFF2-40B4-BE49-F238E27FC236}">
                  <a16:creationId xmlns:a16="http://schemas.microsoft.com/office/drawing/2014/main" id="{A22D12FC-DDD0-ADCA-3B68-F54FCBC02F92}"/>
                </a:ext>
              </a:extLst>
            </p:cNvPr>
            <p:cNvSpPr>
              <a:spLocks noGrp="1"/>
            </p:cNvSpPr>
            <p:nvPr/>
          </p:nvSpPr>
          <p:spPr>
            <a:xfrm>
              <a:off x="3953875" y="1847259"/>
              <a:ext cx="1843800" cy="1638049"/>
            </a:xfrm>
            <a:custGeom>
              <a:avLst/>
              <a:gdLst/>
              <a:ahLst/>
              <a:cxnLst/>
              <a:rect l="0" t="0" r="0" b="0"/>
              <a:pathLst>
                <a:path w="1843800" h="1638049">
                  <a:moveTo>
                    <a:pt x="0" y="1539807"/>
                  </a:moveTo>
                  <a:lnTo>
                    <a:pt x="43366" y="1509249"/>
                  </a:lnTo>
                  <a:lnTo>
                    <a:pt x="82435" y="1440120"/>
                  </a:lnTo>
                  <a:close/>
                  <a:moveTo>
                    <a:pt x="531395" y="1358469"/>
                  </a:moveTo>
                  <a:lnTo>
                    <a:pt x="505208" y="1413350"/>
                  </a:lnTo>
                  <a:lnTo>
                    <a:pt x="592672" y="1308915"/>
                  </a:lnTo>
                  <a:close/>
                  <a:moveTo>
                    <a:pt x="581872" y="1331990"/>
                  </a:moveTo>
                  <a:lnTo>
                    <a:pt x="531395" y="1358469"/>
                  </a:lnTo>
                  <a:lnTo>
                    <a:pt x="648861" y="1303792"/>
                  </a:lnTo>
                  <a:close/>
                  <a:moveTo>
                    <a:pt x="1020622" y="1638049"/>
                  </a:moveTo>
                  <a:lnTo>
                    <a:pt x="1086863" y="1611580"/>
                  </a:lnTo>
                  <a:lnTo>
                    <a:pt x="1128817" y="1553232"/>
                  </a:lnTo>
                  <a:close/>
                  <a:moveTo>
                    <a:pt x="1128817" y="1553232"/>
                  </a:moveTo>
                  <a:lnTo>
                    <a:pt x="1188972" y="1521291"/>
                  </a:lnTo>
                  <a:lnTo>
                    <a:pt x="1186973" y="1517397"/>
                  </a:lnTo>
                  <a:close/>
                  <a:moveTo>
                    <a:pt x="1153479" y="1581988"/>
                  </a:moveTo>
                  <a:lnTo>
                    <a:pt x="1188972" y="1521291"/>
                  </a:lnTo>
                  <a:lnTo>
                    <a:pt x="1128817" y="1553232"/>
                  </a:lnTo>
                  <a:close/>
                  <a:moveTo>
                    <a:pt x="1086863" y="1611580"/>
                  </a:moveTo>
                  <a:lnTo>
                    <a:pt x="1153479" y="1581988"/>
                  </a:lnTo>
                  <a:lnTo>
                    <a:pt x="1128817" y="1553232"/>
                  </a:lnTo>
                  <a:close/>
                  <a:moveTo>
                    <a:pt x="964111" y="1270751"/>
                  </a:moveTo>
                  <a:lnTo>
                    <a:pt x="904270" y="1370789"/>
                  </a:lnTo>
                  <a:lnTo>
                    <a:pt x="936349" y="1327491"/>
                  </a:lnTo>
                  <a:close/>
                  <a:moveTo>
                    <a:pt x="962235" y="1284164"/>
                  </a:moveTo>
                  <a:lnTo>
                    <a:pt x="964111" y="1270751"/>
                  </a:lnTo>
                  <a:lnTo>
                    <a:pt x="936349" y="1327491"/>
                  </a:lnTo>
                  <a:close/>
                  <a:moveTo>
                    <a:pt x="1248374" y="1506379"/>
                  </a:moveTo>
                  <a:lnTo>
                    <a:pt x="1186973" y="1517397"/>
                  </a:lnTo>
                  <a:lnTo>
                    <a:pt x="1198144" y="1513835"/>
                  </a:lnTo>
                  <a:close/>
                  <a:moveTo>
                    <a:pt x="1128817" y="1553232"/>
                  </a:moveTo>
                  <a:lnTo>
                    <a:pt x="1186973" y="1517397"/>
                  </a:lnTo>
                  <a:lnTo>
                    <a:pt x="1248374" y="1506379"/>
                  </a:lnTo>
                  <a:close/>
                  <a:moveTo>
                    <a:pt x="1278424" y="1478960"/>
                  </a:moveTo>
                  <a:lnTo>
                    <a:pt x="1319463" y="1375704"/>
                  </a:lnTo>
                  <a:lnTo>
                    <a:pt x="1303724" y="1358309"/>
                  </a:lnTo>
                  <a:close/>
                  <a:moveTo>
                    <a:pt x="1330410" y="1166620"/>
                  </a:moveTo>
                  <a:lnTo>
                    <a:pt x="1355127" y="1193878"/>
                  </a:lnTo>
                  <a:lnTo>
                    <a:pt x="1341302" y="1144759"/>
                  </a:lnTo>
                  <a:close/>
                  <a:moveTo>
                    <a:pt x="1341302" y="1144759"/>
                  </a:moveTo>
                  <a:lnTo>
                    <a:pt x="1355127" y="1193878"/>
                  </a:lnTo>
                  <a:lnTo>
                    <a:pt x="1354152" y="1129349"/>
                  </a:lnTo>
                  <a:close/>
                  <a:moveTo>
                    <a:pt x="1341302" y="1144759"/>
                  </a:moveTo>
                  <a:lnTo>
                    <a:pt x="1354152" y="1129349"/>
                  </a:lnTo>
                  <a:lnTo>
                    <a:pt x="1398852" y="1081272"/>
                  </a:lnTo>
                  <a:close/>
                  <a:moveTo>
                    <a:pt x="1398852" y="1081272"/>
                  </a:moveTo>
                  <a:lnTo>
                    <a:pt x="1400266" y="1070328"/>
                  </a:lnTo>
                  <a:lnTo>
                    <a:pt x="1389003" y="1107902"/>
                  </a:lnTo>
                  <a:close/>
                  <a:moveTo>
                    <a:pt x="1341302" y="1144759"/>
                  </a:moveTo>
                  <a:lnTo>
                    <a:pt x="1398852" y="1081272"/>
                  </a:lnTo>
                  <a:lnTo>
                    <a:pt x="1389003" y="1107902"/>
                  </a:lnTo>
                  <a:close/>
                  <a:moveTo>
                    <a:pt x="1400266" y="1070328"/>
                  </a:moveTo>
                  <a:lnTo>
                    <a:pt x="1398852" y="1081272"/>
                  </a:lnTo>
                  <a:lnTo>
                    <a:pt x="1411034" y="1073227"/>
                  </a:lnTo>
                  <a:close/>
                  <a:moveTo>
                    <a:pt x="1719638" y="368651"/>
                  </a:moveTo>
                  <a:lnTo>
                    <a:pt x="1697242" y="348374"/>
                  </a:lnTo>
                  <a:lnTo>
                    <a:pt x="1637904" y="341720"/>
                  </a:lnTo>
                  <a:close/>
                  <a:moveTo>
                    <a:pt x="1843800" y="339013"/>
                  </a:moveTo>
                  <a:lnTo>
                    <a:pt x="1752047" y="365560"/>
                  </a:lnTo>
                  <a:lnTo>
                    <a:pt x="1719638" y="368651"/>
                  </a:lnTo>
                  <a:close/>
                  <a:moveTo>
                    <a:pt x="1694686" y="60156"/>
                  </a:moveTo>
                  <a:lnTo>
                    <a:pt x="1736155" y="0"/>
                  </a:lnTo>
                  <a:lnTo>
                    <a:pt x="1624560" y="7662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14" name="Candidate_density__2133">
              <a:extLst>
                <a:ext uri="{FF2B5EF4-FFF2-40B4-BE49-F238E27FC236}">
                  <a16:creationId xmlns:a16="http://schemas.microsoft.com/office/drawing/2014/main" id="{90FF15E8-5AC6-1B7F-CC9D-F5C8E18CF111}"/>
                </a:ext>
              </a:extLst>
            </p:cNvPr>
            <p:cNvSpPr>
              <a:spLocks noGrp="1"/>
            </p:cNvSpPr>
            <p:nvPr/>
          </p:nvSpPr>
          <p:spPr>
            <a:xfrm>
              <a:off x="3819709" y="1829279"/>
              <a:ext cx="2101461" cy="1716201"/>
            </a:xfrm>
            <a:custGeom>
              <a:avLst/>
              <a:gdLst/>
              <a:ahLst/>
              <a:cxnLst/>
              <a:rect l="0" t="0" r="0" b="0"/>
              <a:pathLst>
                <a:path w="2101461" h="1716201">
                  <a:moveTo>
                    <a:pt x="0" y="1205581"/>
                  </a:moveTo>
                  <a:lnTo>
                    <a:pt x="2169" y="1285537"/>
                  </a:lnTo>
                  <a:lnTo>
                    <a:pt x="3901" y="1190489"/>
                  </a:lnTo>
                  <a:close/>
                  <a:moveTo>
                    <a:pt x="195461" y="1519350"/>
                  </a:moveTo>
                  <a:lnTo>
                    <a:pt x="216601" y="1458100"/>
                  </a:lnTo>
                  <a:lnTo>
                    <a:pt x="216338" y="1432790"/>
                  </a:lnTo>
                  <a:close/>
                  <a:moveTo>
                    <a:pt x="566784" y="1716201"/>
                  </a:moveTo>
                  <a:lnTo>
                    <a:pt x="633623" y="1687443"/>
                  </a:lnTo>
                  <a:lnTo>
                    <a:pt x="673383" y="1620895"/>
                  </a:lnTo>
                  <a:close/>
                  <a:moveTo>
                    <a:pt x="611115" y="1666747"/>
                  </a:moveTo>
                  <a:lnTo>
                    <a:pt x="566784" y="1716201"/>
                  </a:lnTo>
                  <a:lnTo>
                    <a:pt x="673383" y="1620895"/>
                  </a:lnTo>
                  <a:close/>
                  <a:moveTo>
                    <a:pt x="649085" y="1523527"/>
                  </a:moveTo>
                  <a:lnTo>
                    <a:pt x="689851" y="1486255"/>
                  </a:lnTo>
                  <a:lnTo>
                    <a:pt x="696192" y="1568471"/>
                  </a:lnTo>
                  <a:close/>
                  <a:moveTo>
                    <a:pt x="609719" y="1404040"/>
                  </a:moveTo>
                  <a:lnTo>
                    <a:pt x="639373" y="1431330"/>
                  </a:lnTo>
                  <a:lnTo>
                    <a:pt x="665561" y="1376449"/>
                  </a:lnTo>
                  <a:close/>
                  <a:moveTo>
                    <a:pt x="437159" y="1079808"/>
                  </a:moveTo>
                  <a:lnTo>
                    <a:pt x="446349" y="1066703"/>
                  </a:lnTo>
                  <a:lnTo>
                    <a:pt x="404800" y="1157395"/>
                  </a:lnTo>
                  <a:close/>
                  <a:moveTo>
                    <a:pt x="446349" y="1066703"/>
                  </a:moveTo>
                  <a:lnTo>
                    <a:pt x="433059" y="1064477"/>
                  </a:lnTo>
                  <a:lnTo>
                    <a:pt x="394886" y="992965"/>
                  </a:lnTo>
                  <a:close/>
                  <a:moveTo>
                    <a:pt x="539624" y="969048"/>
                  </a:moveTo>
                  <a:lnTo>
                    <a:pt x="527270" y="961416"/>
                  </a:lnTo>
                  <a:lnTo>
                    <a:pt x="604263" y="1036744"/>
                  </a:lnTo>
                  <a:close/>
                  <a:moveTo>
                    <a:pt x="809490" y="1253528"/>
                  </a:moveTo>
                  <a:lnTo>
                    <a:pt x="716037" y="1349969"/>
                  </a:lnTo>
                  <a:lnTo>
                    <a:pt x="783026" y="1321772"/>
                  </a:lnTo>
                  <a:close/>
                  <a:moveTo>
                    <a:pt x="539624" y="969048"/>
                  </a:moveTo>
                  <a:lnTo>
                    <a:pt x="677715" y="991488"/>
                  </a:lnTo>
                  <a:lnTo>
                    <a:pt x="595322" y="962091"/>
                  </a:lnTo>
                  <a:close/>
                  <a:moveTo>
                    <a:pt x="1166661" y="1288731"/>
                  </a:moveTo>
                  <a:lnTo>
                    <a:pt x="1181197" y="1293797"/>
                  </a:lnTo>
                  <a:lnTo>
                    <a:pt x="1188700" y="1293484"/>
                  </a:lnTo>
                  <a:close/>
                  <a:moveTo>
                    <a:pt x="1098277" y="1288731"/>
                  </a:moveTo>
                  <a:lnTo>
                    <a:pt x="1096400" y="1302144"/>
                  </a:lnTo>
                  <a:lnTo>
                    <a:pt x="1110878" y="1281178"/>
                  </a:lnTo>
                  <a:close/>
                  <a:moveTo>
                    <a:pt x="1166661" y="1288731"/>
                  </a:moveTo>
                  <a:lnTo>
                    <a:pt x="1188700" y="1293484"/>
                  </a:lnTo>
                  <a:lnTo>
                    <a:pt x="1189898" y="1286723"/>
                  </a:lnTo>
                  <a:close/>
                  <a:moveTo>
                    <a:pt x="1189898" y="1286723"/>
                  </a:moveTo>
                  <a:lnTo>
                    <a:pt x="1110878" y="1281178"/>
                  </a:lnTo>
                  <a:lnTo>
                    <a:pt x="1166661" y="1288731"/>
                  </a:lnTo>
                  <a:close/>
                  <a:moveTo>
                    <a:pt x="1161462" y="976445"/>
                  </a:moveTo>
                  <a:lnTo>
                    <a:pt x="1203355" y="917871"/>
                  </a:lnTo>
                  <a:lnTo>
                    <a:pt x="1094150" y="1003434"/>
                  </a:lnTo>
                  <a:close/>
                  <a:moveTo>
                    <a:pt x="1225840" y="857135"/>
                  </a:moveTo>
                  <a:lnTo>
                    <a:pt x="1203355" y="917871"/>
                  </a:lnTo>
                  <a:lnTo>
                    <a:pt x="1266213" y="882998"/>
                  </a:lnTo>
                  <a:close/>
                  <a:moveTo>
                    <a:pt x="1235643" y="823390"/>
                  </a:moveTo>
                  <a:lnTo>
                    <a:pt x="1268036" y="881046"/>
                  </a:lnTo>
                  <a:lnTo>
                    <a:pt x="1311643" y="828883"/>
                  </a:lnTo>
                  <a:close/>
                  <a:moveTo>
                    <a:pt x="1534432" y="1088308"/>
                  </a:moveTo>
                  <a:lnTo>
                    <a:pt x="1545199" y="1091207"/>
                  </a:lnTo>
                  <a:lnTo>
                    <a:pt x="1543793" y="980605"/>
                  </a:lnTo>
                  <a:close/>
                  <a:moveTo>
                    <a:pt x="1359803" y="793743"/>
                  </a:moveTo>
                  <a:lnTo>
                    <a:pt x="1265809" y="824641"/>
                  </a:lnTo>
                  <a:lnTo>
                    <a:pt x="1235643" y="823390"/>
                  </a:lnTo>
                  <a:close/>
                  <a:moveTo>
                    <a:pt x="1359803" y="793743"/>
                  </a:moveTo>
                  <a:lnTo>
                    <a:pt x="1235643" y="823390"/>
                  </a:lnTo>
                  <a:lnTo>
                    <a:pt x="1311643" y="828883"/>
                  </a:lnTo>
                  <a:close/>
                  <a:moveTo>
                    <a:pt x="1381622" y="811866"/>
                  </a:moveTo>
                  <a:lnTo>
                    <a:pt x="1401555" y="806125"/>
                  </a:lnTo>
                  <a:lnTo>
                    <a:pt x="1359803" y="793743"/>
                  </a:lnTo>
                  <a:close/>
                  <a:moveTo>
                    <a:pt x="1381622" y="811866"/>
                  </a:moveTo>
                  <a:lnTo>
                    <a:pt x="1359803" y="793743"/>
                  </a:lnTo>
                  <a:lnTo>
                    <a:pt x="1311643" y="828883"/>
                  </a:lnTo>
                  <a:close/>
                  <a:moveTo>
                    <a:pt x="1559330" y="867882"/>
                  </a:moveTo>
                  <a:lnTo>
                    <a:pt x="1581917" y="888340"/>
                  </a:lnTo>
                  <a:lnTo>
                    <a:pt x="1610934" y="786429"/>
                  </a:lnTo>
                  <a:close/>
                  <a:moveTo>
                    <a:pt x="1604234" y="719912"/>
                  </a:moveTo>
                  <a:lnTo>
                    <a:pt x="1657843" y="648200"/>
                  </a:lnTo>
                  <a:lnTo>
                    <a:pt x="1655940" y="647037"/>
                  </a:lnTo>
                  <a:close/>
                  <a:moveTo>
                    <a:pt x="1629317" y="750234"/>
                  </a:moveTo>
                  <a:lnTo>
                    <a:pt x="1657843" y="648200"/>
                  </a:lnTo>
                  <a:lnTo>
                    <a:pt x="1604234" y="719912"/>
                  </a:lnTo>
                  <a:close/>
                  <a:moveTo>
                    <a:pt x="1553025" y="743650"/>
                  </a:moveTo>
                  <a:lnTo>
                    <a:pt x="1629317" y="750234"/>
                  </a:lnTo>
                  <a:lnTo>
                    <a:pt x="1604234" y="719912"/>
                  </a:lnTo>
                  <a:close/>
                  <a:moveTo>
                    <a:pt x="1763308" y="723143"/>
                  </a:moveTo>
                  <a:lnTo>
                    <a:pt x="1898175" y="773030"/>
                  </a:lnTo>
                  <a:lnTo>
                    <a:pt x="1819080" y="750664"/>
                  </a:lnTo>
                  <a:close/>
                  <a:moveTo>
                    <a:pt x="1763308" y="723143"/>
                  </a:moveTo>
                  <a:lnTo>
                    <a:pt x="1898671" y="773780"/>
                  </a:lnTo>
                  <a:lnTo>
                    <a:pt x="1898175" y="773030"/>
                  </a:lnTo>
                  <a:close/>
                  <a:moveTo>
                    <a:pt x="1610561" y="726139"/>
                  </a:moveTo>
                  <a:lnTo>
                    <a:pt x="1655940" y="647037"/>
                  </a:lnTo>
                  <a:lnTo>
                    <a:pt x="1662631" y="644308"/>
                  </a:lnTo>
                  <a:close/>
                  <a:moveTo>
                    <a:pt x="1615641" y="564822"/>
                  </a:moveTo>
                  <a:lnTo>
                    <a:pt x="1631421" y="542898"/>
                  </a:lnTo>
                  <a:lnTo>
                    <a:pt x="1668955" y="468029"/>
                  </a:lnTo>
                  <a:close/>
                  <a:moveTo>
                    <a:pt x="1980442" y="796657"/>
                  </a:moveTo>
                  <a:lnTo>
                    <a:pt x="1898671" y="773780"/>
                  </a:lnTo>
                  <a:lnTo>
                    <a:pt x="1948889" y="793546"/>
                  </a:lnTo>
                  <a:close/>
                  <a:moveTo>
                    <a:pt x="1898175" y="773030"/>
                  </a:moveTo>
                  <a:lnTo>
                    <a:pt x="1901247" y="771685"/>
                  </a:lnTo>
                  <a:lnTo>
                    <a:pt x="1819080" y="750664"/>
                  </a:lnTo>
                  <a:close/>
                  <a:moveTo>
                    <a:pt x="1901247" y="771685"/>
                  </a:moveTo>
                  <a:lnTo>
                    <a:pt x="2008867" y="744784"/>
                  </a:lnTo>
                  <a:lnTo>
                    <a:pt x="1943419" y="721687"/>
                  </a:lnTo>
                  <a:close/>
                  <a:moveTo>
                    <a:pt x="2053794" y="792247"/>
                  </a:moveTo>
                  <a:lnTo>
                    <a:pt x="2101461" y="755267"/>
                  </a:lnTo>
                  <a:lnTo>
                    <a:pt x="1980442" y="796657"/>
                  </a:lnTo>
                  <a:close/>
                  <a:moveTo>
                    <a:pt x="1847515" y="415000"/>
                  </a:moveTo>
                  <a:lnTo>
                    <a:pt x="1853803" y="386630"/>
                  </a:lnTo>
                  <a:lnTo>
                    <a:pt x="1772070" y="359700"/>
                  </a:lnTo>
                  <a:close/>
                  <a:moveTo>
                    <a:pt x="1752415" y="405734"/>
                  </a:moveTo>
                  <a:lnTo>
                    <a:pt x="1762230" y="423742"/>
                  </a:lnTo>
                  <a:lnTo>
                    <a:pt x="1772070" y="359700"/>
                  </a:lnTo>
                  <a:close/>
                  <a:moveTo>
                    <a:pt x="1758726" y="94606"/>
                  </a:moveTo>
                  <a:lnTo>
                    <a:pt x="1837336" y="0"/>
                  </a:lnTo>
                  <a:lnTo>
                    <a:pt x="1776995" y="11371"/>
                  </a:lnTo>
                  <a:close/>
                  <a:moveTo>
                    <a:pt x="1870320" y="17980"/>
                  </a:moveTo>
                  <a:lnTo>
                    <a:pt x="1837336" y="0"/>
                  </a:lnTo>
                  <a:lnTo>
                    <a:pt x="1758726" y="9460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15" name="Candidate_density__2134">
              <a:extLst>
                <a:ext uri="{FF2B5EF4-FFF2-40B4-BE49-F238E27FC236}">
                  <a16:creationId xmlns:a16="http://schemas.microsoft.com/office/drawing/2014/main" id="{E0B7176C-7AA9-9FF2-68E0-50F97DD543B2}"/>
                </a:ext>
              </a:extLst>
            </p:cNvPr>
            <p:cNvSpPr>
              <a:spLocks noGrp="1"/>
            </p:cNvSpPr>
            <p:nvPr/>
          </p:nvSpPr>
          <p:spPr>
            <a:xfrm>
              <a:off x="5152018" y="3326218"/>
              <a:ext cx="80280" cy="34875"/>
            </a:xfrm>
            <a:custGeom>
              <a:avLst/>
              <a:gdLst/>
              <a:ahLst/>
              <a:cxnLst/>
              <a:rect l="0" t="0" r="0" b="0"/>
              <a:pathLst>
                <a:path w="80280" h="34875">
                  <a:moveTo>
                    <a:pt x="80280" y="0"/>
                  </a:moveTo>
                  <a:lnTo>
                    <a:pt x="50231" y="27419"/>
                  </a:lnTo>
                  <a:lnTo>
                    <a:pt x="0" y="34875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51816" name="Candidate_density__2135">
              <a:extLst>
                <a:ext uri="{FF2B5EF4-FFF2-40B4-BE49-F238E27FC236}">
                  <a16:creationId xmlns:a16="http://schemas.microsoft.com/office/drawing/2014/main" id="{082F0B27-E87D-3F1E-8768-B3C6C7B46B76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77578"/>
              <a:ext cx="2786288" cy="1527273"/>
            </a:xfrm>
            <a:custGeom>
              <a:avLst/>
              <a:gdLst/>
              <a:ahLst/>
              <a:cxnLst/>
              <a:rect l="0" t="0" r="0" b="0"/>
              <a:pathLst>
                <a:path w="2786288" h="1527273">
                  <a:moveTo>
                    <a:pt x="35134" y="1238574"/>
                  </a:moveTo>
                  <a:lnTo>
                    <a:pt x="0" y="1218243"/>
                  </a:lnTo>
                  <a:lnTo>
                    <a:pt x="59303" y="1280627"/>
                  </a:lnTo>
                  <a:close/>
                  <a:moveTo>
                    <a:pt x="247023" y="1527273"/>
                  </a:moveTo>
                  <a:lnTo>
                    <a:pt x="258891" y="1488836"/>
                  </a:lnTo>
                  <a:lnTo>
                    <a:pt x="201843" y="1445058"/>
                  </a:lnTo>
                  <a:close/>
                  <a:moveTo>
                    <a:pt x="169863" y="1362842"/>
                  </a:moveTo>
                  <a:lnTo>
                    <a:pt x="249320" y="1336919"/>
                  </a:lnTo>
                  <a:lnTo>
                    <a:pt x="133807" y="1328836"/>
                  </a:lnTo>
                  <a:close/>
                  <a:moveTo>
                    <a:pt x="59303" y="1280627"/>
                  </a:moveTo>
                  <a:lnTo>
                    <a:pt x="100074" y="1242191"/>
                  </a:lnTo>
                  <a:lnTo>
                    <a:pt x="35134" y="1238574"/>
                  </a:lnTo>
                  <a:close/>
                  <a:moveTo>
                    <a:pt x="100074" y="1242191"/>
                  </a:moveTo>
                  <a:lnTo>
                    <a:pt x="89794" y="1227736"/>
                  </a:lnTo>
                  <a:lnTo>
                    <a:pt x="35134" y="1238574"/>
                  </a:lnTo>
                  <a:close/>
                  <a:moveTo>
                    <a:pt x="56405" y="1159976"/>
                  </a:moveTo>
                  <a:lnTo>
                    <a:pt x="35134" y="1238574"/>
                  </a:lnTo>
                  <a:lnTo>
                    <a:pt x="89794" y="1227736"/>
                  </a:lnTo>
                  <a:close/>
                  <a:moveTo>
                    <a:pt x="482754" y="1468510"/>
                  </a:moveTo>
                  <a:lnTo>
                    <a:pt x="370718" y="1406621"/>
                  </a:lnTo>
                  <a:lnTo>
                    <a:pt x="424998" y="1429834"/>
                  </a:lnTo>
                  <a:close/>
                  <a:moveTo>
                    <a:pt x="56405" y="1159976"/>
                  </a:moveTo>
                  <a:lnTo>
                    <a:pt x="53260" y="1074852"/>
                  </a:lnTo>
                  <a:lnTo>
                    <a:pt x="53312" y="1091335"/>
                  </a:lnTo>
                  <a:close/>
                  <a:moveTo>
                    <a:pt x="67829" y="1039324"/>
                  </a:moveTo>
                  <a:lnTo>
                    <a:pt x="53260" y="1074852"/>
                  </a:lnTo>
                  <a:lnTo>
                    <a:pt x="56405" y="1159976"/>
                  </a:lnTo>
                  <a:close/>
                  <a:moveTo>
                    <a:pt x="312540" y="1072824"/>
                  </a:moveTo>
                  <a:lnTo>
                    <a:pt x="387343" y="1083103"/>
                  </a:lnTo>
                  <a:lnTo>
                    <a:pt x="265257" y="1023686"/>
                  </a:lnTo>
                  <a:close/>
                  <a:moveTo>
                    <a:pt x="387343" y="1083103"/>
                  </a:moveTo>
                  <a:lnTo>
                    <a:pt x="312540" y="1072824"/>
                  </a:lnTo>
                  <a:lnTo>
                    <a:pt x="318945" y="1080131"/>
                  </a:lnTo>
                  <a:close/>
                  <a:moveTo>
                    <a:pt x="285324" y="807187"/>
                  </a:moveTo>
                  <a:lnTo>
                    <a:pt x="192843" y="821781"/>
                  </a:lnTo>
                  <a:lnTo>
                    <a:pt x="311308" y="853015"/>
                  </a:lnTo>
                  <a:close/>
                  <a:moveTo>
                    <a:pt x="364273" y="772388"/>
                  </a:moveTo>
                  <a:lnTo>
                    <a:pt x="275295" y="715806"/>
                  </a:lnTo>
                  <a:lnTo>
                    <a:pt x="359523" y="807457"/>
                  </a:lnTo>
                  <a:close/>
                  <a:moveTo>
                    <a:pt x="514243" y="759584"/>
                  </a:moveTo>
                  <a:lnTo>
                    <a:pt x="488926" y="744583"/>
                  </a:lnTo>
                  <a:lnTo>
                    <a:pt x="442357" y="785672"/>
                  </a:lnTo>
                  <a:close/>
                  <a:moveTo>
                    <a:pt x="442357" y="785672"/>
                  </a:moveTo>
                  <a:lnTo>
                    <a:pt x="488926" y="744583"/>
                  </a:lnTo>
                  <a:lnTo>
                    <a:pt x="364273" y="772388"/>
                  </a:lnTo>
                  <a:close/>
                  <a:moveTo>
                    <a:pt x="1059074" y="1302932"/>
                  </a:moveTo>
                  <a:lnTo>
                    <a:pt x="1130779" y="1305229"/>
                  </a:lnTo>
                  <a:lnTo>
                    <a:pt x="1057595" y="1262251"/>
                  </a:lnTo>
                  <a:close/>
                  <a:moveTo>
                    <a:pt x="1130779" y="1305229"/>
                  </a:moveTo>
                  <a:lnTo>
                    <a:pt x="1139288" y="1289030"/>
                  </a:lnTo>
                  <a:lnTo>
                    <a:pt x="1057595" y="1262251"/>
                  </a:lnTo>
                  <a:close/>
                  <a:moveTo>
                    <a:pt x="1057595" y="1262251"/>
                  </a:moveTo>
                  <a:lnTo>
                    <a:pt x="988629" y="1214439"/>
                  </a:lnTo>
                  <a:lnTo>
                    <a:pt x="1059074" y="1302932"/>
                  </a:lnTo>
                  <a:close/>
                  <a:moveTo>
                    <a:pt x="978186" y="1244015"/>
                  </a:moveTo>
                  <a:lnTo>
                    <a:pt x="1025575" y="1296654"/>
                  </a:lnTo>
                  <a:lnTo>
                    <a:pt x="1059074" y="1302932"/>
                  </a:lnTo>
                  <a:close/>
                  <a:moveTo>
                    <a:pt x="965424" y="1218384"/>
                  </a:moveTo>
                  <a:lnTo>
                    <a:pt x="978186" y="1244015"/>
                  </a:lnTo>
                  <a:lnTo>
                    <a:pt x="1059074" y="1302932"/>
                  </a:lnTo>
                  <a:close/>
                  <a:moveTo>
                    <a:pt x="1130779" y="1305229"/>
                  </a:moveTo>
                  <a:lnTo>
                    <a:pt x="1148653" y="1296654"/>
                  </a:lnTo>
                  <a:lnTo>
                    <a:pt x="1139288" y="1289030"/>
                  </a:lnTo>
                  <a:close/>
                  <a:moveTo>
                    <a:pt x="965424" y="1218384"/>
                  </a:moveTo>
                  <a:lnTo>
                    <a:pt x="905126" y="1186055"/>
                  </a:lnTo>
                  <a:lnTo>
                    <a:pt x="883977" y="1224007"/>
                  </a:lnTo>
                  <a:close/>
                  <a:moveTo>
                    <a:pt x="624141" y="756272"/>
                  </a:moveTo>
                  <a:lnTo>
                    <a:pt x="514243" y="759584"/>
                  </a:lnTo>
                  <a:lnTo>
                    <a:pt x="575948" y="791287"/>
                  </a:lnTo>
                  <a:close/>
                  <a:moveTo>
                    <a:pt x="534105" y="726117"/>
                  </a:moveTo>
                  <a:lnTo>
                    <a:pt x="537349" y="710426"/>
                  </a:lnTo>
                  <a:lnTo>
                    <a:pt x="514243" y="759584"/>
                  </a:lnTo>
                  <a:close/>
                  <a:moveTo>
                    <a:pt x="1052142" y="1026659"/>
                  </a:moveTo>
                  <a:lnTo>
                    <a:pt x="1129663" y="1105952"/>
                  </a:lnTo>
                  <a:lnTo>
                    <a:pt x="1131986" y="1046527"/>
                  </a:lnTo>
                  <a:close/>
                  <a:moveTo>
                    <a:pt x="1014354" y="1050009"/>
                  </a:moveTo>
                  <a:lnTo>
                    <a:pt x="1129663" y="1105952"/>
                  </a:lnTo>
                  <a:lnTo>
                    <a:pt x="1052142" y="1026659"/>
                  </a:lnTo>
                  <a:close/>
                  <a:moveTo>
                    <a:pt x="866378" y="929357"/>
                  </a:moveTo>
                  <a:lnTo>
                    <a:pt x="808365" y="887739"/>
                  </a:lnTo>
                  <a:lnTo>
                    <a:pt x="804210" y="885579"/>
                  </a:lnTo>
                  <a:close/>
                  <a:moveTo>
                    <a:pt x="866378" y="929357"/>
                  </a:moveTo>
                  <a:lnTo>
                    <a:pt x="804210" y="885579"/>
                  </a:lnTo>
                  <a:lnTo>
                    <a:pt x="820163" y="847142"/>
                  </a:lnTo>
                  <a:close/>
                  <a:moveTo>
                    <a:pt x="947148" y="932965"/>
                  </a:moveTo>
                  <a:lnTo>
                    <a:pt x="949979" y="923350"/>
                  </a:lnTo>
                  <a:lnTo>
                    <a:pt x="867281" y="937304"/>
                  </a:lnTo>
                  <a:close/>
                  <a:moveTo>
                    <a:pt x="867281" y="937304"/>
                  </a:moveTo>
                  <a:lnTo>
                    <a:pt x="949979" y="923350"/>
                  </a:lnTo>
                  <a:lnTo>
                    <a:pt x="808778" y="885579"/>
                  </a:lnTo>
                  <a:close/>
                  <a:moveTo>
                    <a:pt x="808778" y="885579"/>
                  </a:moveTo>
                  <a:lnTo>
                    <a:pt x="949979" y="923350"/>
                  </a:lnTo>
                  <a:lnTo>
                    <a:pt x="856098" y="847142"/>
                  </a:lnTo>
                  <a:close/>
                  <a:moveTo>
                    <a:pt x="808778" y="885579"/>
                  </a:moveTo>
                  <a:lnTo>
                    <a:pt x="808365" y="887739"/>
                  </a:lnTo>
                  <a:lnTo>
                    <a:pt x="867281" y="937304"/>
                  </a:lnTo>
                  <a:close/>
                  <a:moveTo>
                    <a:pt x="953693" y="929357"/>
                  </a:moveTo>
                  <a:lnTo>
                    <a:pt x="947148" y="932965"/>
                  </a:lnTo>
                  <a:lnTo>
                    <a:pt x="916611" y="1013793"/>
                  </a:lnTo>
                  <a:close/>
                  <a:moveTo>
                    <a:pt x="820163" y="847142"/>
                  </a:moveTo>
                  <a:lnTo>
                    <a:pt x="804210" y="885579"/>
                  </a:lnTo>
                  <a:lnTo>
                    <a:pt x="854839" y="846291"/>
                  </a:lnTo>
                  <a:close/>
                  <a:moveTo>
                    <a:pt x="856098" y="847142"/>
                  </a:moveTo>
                  <a:lnTo>
                    <a:pt x="854839" y="846291"/>
                  </a:lnTo>
                  <a:lnTo>
                    <a:pt x="807230" y="883493"/>
                  </a:lnTo>
                  <a:close/>
                  <a:moveTo>
                    <a:pt x="796414" y="627850"/>
                  </a:moveTo>
                  <a:lnTo>
                    <a:pt x="720663" y="595541"/>
                  </a:lnTo>
                  <a:lnTo>
                    <a:pt x="774622" y="609832"/>
                  </a:lnTo>
                  <a:close/>
                  <a:moveTo>
                    <a:pt x="796414" y="627850"/>
                  </a:moveTo>
                  <a:lnTo>
                    <a:pt x="774622" y="609832"/>
                  </a:lnTo>
                  <a:lnTo>
                    <a:pt x="845684" y="596860"/>
                  </a:lnTo>
                  <a:close/>
                  <a:moveTo>
                    <a:pt x="642258" y="598690"/>
                  </a:moveTo>
                  <a:lnTo>
                    <a:pt x="720663" y="595541"/>
                  </a:lnTo>
                  <a:lnTo>
                    <a:pt x="712808" y="593920"/>
                  </a:lnTo>
                  <a:close/>
                  <a:moveTo>
                    <a:pt x="890910" y="617817"/>
                  </a:moveTo>
                  <a:lnTo>
                    <a:pt x="927592" y="624444"/>
                  </a:lnTo>
                  <a:lnTo>
                    <a:pt x="845684" y="596860"/>
                  </a:lnTo>
                  <a:close/>
                  <a:moveTo>
                    <a:pt x="890910" y="617817"/>
                  </a:moveTo>
                  <a:lnTo>
                    <a:pt x="948204" y="631830"/>
                  </a:lnTo>
                  <a:lnTo>
                    <a:pt x="927592" y="624444"/>
                  </a:lnTo>
                  <a:close/>
                  <a:moveTo>
                    <a:pt x="1379745" y="769937"/>
                  </a:moveTo>
                  <a:lnTo>
                    <a:pt x="1476210" y="705715"/>
                  </a:lnTo>
                  <a:lnTo>
                    <a:pt x="1397422" y="731833"/>
                  </a:lnTo>
                  <a:close/>
                  <a:moveTo>
                    <a:pt x="1466818" y="816827"/>
                  </a:moveTo>
                  <a:lnTo>
                    <a:pt x="1556931" y="875091"/>
                  </a:lnTo>
                  <a:lnTo>
                    <a:pt x="1541646" y="775611"/>
                  </a:lnTo>
                  <a:close/>
                  <a:moveTo>
                    <a:pt x="2350164" y="1280680"/>
                  </a:moveTo>
                  <a:lnTo>
                    <a:pt x="2247062" y="1303909"/>
                  </a:lnTo>
                  <a:lnTo>
                    <a:pt x="2239898" y="1326238"/>
                  </a:lnTo>
                  <a:close/>
                  <a:moveTo>
                    <a:pt x="2526630" y="397071"/>
                  </a:moveTo>
                  <a:lnTo>
                    <a:pt x="2609897" y="389969"/>
                  </a:lnTo>
                  <a:lnTo>
                    <a:pt x="2590966" y="305267"/>
                  </a:lnTo>
                  <a:close/>
                  <a:moveTo>
                    <a:pt x="2588098" y="500913"/>
                  </a:moveTo>
                  <a:lnTo>
                    <a:pt x="2679573" y="385904"/>
                  </a:lnTo>
                  <a:lnTo>
                    <a:pt x="2609897" y="389969"/>
                  </a:lnTo>
                  <a:close/>
                  <a:moveTo>
                    <a:pt x="2689997" y="388037"/>
                  </a:moveTo>
                  <a:lnTo>
                    <a:pt x="2679573" y="385904"/>
                  </a:lnTo>
                  <a:lnTo>
                    <a:pt x="2588098" y="500913"/>
                  </a:lnTo>
                  <a:close/>
                  <a:moveTo>
                    <a:pt x="2470223" y="221474"/>
                  </a:moveTo>
                  <a:lnTo>
                    <a:pt x="2439076" y="285858"/>
                  </a:lnTo>
                  <a:lnTo>
                    <a:pt x="2453919" y="256000"/>
                  </a:lnTo>
                  <a:close/>
                  <a:moveTo>
                    <a:pt x="2453919" y="256000"/>
                  </a:moveTo>
                  <a:lnTo>
                    <a:pt x="2439076" y="285858"/>
                  </a:lnTo>
                  <a:lnTo>
                    <a:pt x="2440183" y="306666"/>
                  </a:lnTo>
                  <a:close/>
                  <a:moveTo>
                    <a:pt x="2453919" y="256000"/>
                  </a:moveTo>
                  <a:lnTo>
                    <a:pt x="2565345" y="226004"/>
                  </a:lnTo>
                  <a:lnTo>
                    <a:pt x="2491094" y="201685"/>
                  </a:lnTo>
                  <a:close/>
                  <a:moveTo>
                    <a:pt x="2786288" y="367750"/>
                  </a:moveTo>
                  <a:lnTo>
                    <a:pt x="2690568" y="384977"/>
                  </a:lnTo>
                  <a:lnTo>
                    <a:pt x="2689997" y="388037"/>
                  </a:lnTo>
                  <a:close/>
                  <a:moveTo>
                    <a:pt x="2433570" y="111858"/>
                  </a:moveTo>
                  <a:lnTo>
                    <a:pt x="2476793" y="37219"/>
                  </a:lnTo>
                  <a:lnTo>
                    <a:pt x="2413848" y="27800"/>
                  </a:lnTo>
                  <a:close/>
                  <a:moveTo>
                    <a:pt x="2413848" y="27800"/>
                  </a:moveTo>
                  <a:lnTo>
                    <a:pt x="2476793" y="37219"/>
                  </a:lnTo>
                  <a:lnTo>
                    <a:pt x="2437150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17" name="Candidate_density__2136">
              <a:extLst>
                <a:ext uri="{FF2B5EF4-FFF2-40B4-BE49-F238E27FC236}">
                  <a16:creationId xmlns:a16="http://schemas.microsoft.com/office/drawing/2014/main" id="{AFA94093-CAC9-355D-51E7-CFE98C24DB42}"/>
                </a:ext>
              </a:extLst>
            </p:cNvPr>
            <p:cNvSpPr>
              <a:spLocks noGrp="1"/>
            </p:cNvSpPr>
            <p:nvPr/>
          </p:nvSpPr>
          <p:spPr>
            <a:xfrm>
              <a:off x="3632227" y="1900249"/>
              <a:ext cx="2476090" cy="1645231"/>
            </a:xfrm>
            <a:custGeom>
              <a:avLst/>
              <a:gdLst/>
              <a:ahLst/>
              <a:cxnLst/>
              <a:rect l="0" t="0" r="0" b="0"/>
              <a:pathLst>
                <a:path w="2476090" h="1645231">
                  <a:moveTo>
                    <a:pt x="118180" y="1412263"/>
                  </a:moveTo>
                  <a:lnTo>
                    <a:pt x="184139" y="1486816"/>
                  </a:lnTo>
                  <a:lnTo>
                    <a:pt x="135058" y="1432466"/>
                  </a:lnTo>
                  <a:close/>
                  <a:moveTo>
                    <a:pt x="135058" y="1432466"/>
                  </a:moveTo>
                  <a:lnTo>
                    <a:pt x="184139" y="1486816"/>
                  </a:lnTo>
                  <a:lnTo>
                    <a:pt x="167235" y="1472475"/>
                  </a:lnTo>
                  <a:close/>
                  <a:moveTo>
                    <a:pt x="0" y="1206164"/>
                  </a:moveTo>
                  <a:lnTo>
                    <a:pt x="124139" y="1176438"/>
                  </a:lnTo>
                  <a:lnTo>
                    <a:pt x="47212" y="1167480"/>
                  </a:lnTo>
                  <a:close/>
                  <a:moveTo>
                    <a:pt x="603599" y="1574374"/>
                  </a:moveTo>
                  <a:lnTo>
                    <a:pt x="670420" y="1535937"/>
                  </a:lnTo>
                  <a:lnTo>
                    <a:pt x="581143" y="1555268"/>
                  </a:lnTo>
                  <a:close/>
                  <a:moveTo>
                    <a:pt x="670420" y="1535937"/>
                  </a:moveTo>
                  <a:lnTo>
                    <a:pt x="622692" y="1495410"/>
                  </a:lnTo>
                  <a:lnTo>
                    <a:pt x="581143" y="1555268"/>
                  </a:lnTo>
                  <a:close/>
                  <a:moveTo>
                    <a:pt x="672982" y="1619984"/>
                  </a:moveTo>
                  <a:lnTo>
                    <a:pt x="754266" y="1645231"/>
                  </a:lnTo>
                  <a:lnTo>
                    <a:pt x="798597" y="1595776"/>
                  </a:lnTo>
                  <a:close/>
                  <a:moveTo>
                    <a:pt x="718945" y="1576627"/>
                  </a:moveTo>
                  <a:lnTo>
                    <a:pt x="798597" y="1595776"/>
                  </a:lnTo>
                  <a:lnTo>
                    <a:pt x="839701" y="1534255"/>
                  </a:lnTo>
                  <a:close/>
                  <a:moveTo>
                    <a:pt x="798597" y="1595776"/>
                  </a:moveTo>
                  <a:lnTo>
                    <a:pt x="860864" y="1549925"/>
                  </a:lnTo>
                  <a:lnTo>
                    <a:pt x="839701" y="1534255"/>
                  </a:lnTo>
                  <a:close/>
                  <a:moveTo>
                    <a:pt x="151517" y="684515"/>
                  </a:moveTo>
                  <a:lnTo>
                    <a:pt x="198765" y="757565"/>
                  </a:lnTo>
                  <a:lnTo>
                    <a:pt x="220442" y="789165"/>
                  </a:lnTo>
                  <a:close/>
                  <a:moveTo>
                    <a:pt x="859780" y="1473185"/>
                  </a:moveTo>
                  <a:lnTo>
                    <a:pt x="839701" y="1534255"/>
                  </a:lnTo>
                  <a:lnTo>
                    <a:pt x="883673" y="1497501"/>
                  </a:lnTo>
                  <a:close/>
                  <a:moveTo>
                    <a:pt x="901972" y="1376849"/>
                  </a:moveTo>
                  <a:lnTo>
                    <a:pt x="862966" y="1406036"/>
                  </a:lnTo>
                  <a:lnTo>
                    <a:pt x="883673" y="1497501"/>
                  </a:lnTo>
                  <a:close/>
                  <a:moveTo>
                    <a:pt x="864364" y="1196061"/>
                  </a:moveTo>
                  <a:lnTo>
                    <a:pt x="903519" y="1278999"/>
                  </a:lnTo>
                  <a:lnTo>
                    <a:pt x="925267" y="1180261"/>
                  </a:lnTo>
                  <a:close/>
                  <a:moveTo>
                    <a:pt x="996972" y="1182558"/>
                  </a:moveTo>
                  <a:lnTo>
                    <a:pt x="925267" y="1180261"/>
                  </a:lnTo>
                  <a:lnTo>
                    <a:pt x="903519" y="1278999"/>
                  </a:lnTo>
                  <a:close/>
                  <a:moveTo>
                    <a:pt x="389990" y="711918"/>
                  </a:moveTo>
                  <a:lnTo>
                    <a:pt x="380436" y="636913"/>
                  </a:lnTo>
                  <a:lnTo>
                    <a:pt x="490334" y="633601"/>
                  </a:lnTo>
                  <a:close/>
                  <a:moveTo>
                    <a:pt x="1031616" y="1256197"/>
                  </a:moveTo>
                  <a:lnTo>
                    <a:pt x="1060079" y="1291937"/>
                  </a:lnTo>
                  <a:lnTo>
                    <a:pt x="1122797" y="1326325"/>
                  </a:lnTo>
                  <a:close/>
                  <a:moveTo>
                    <a:pt x="813341" y="810294"/>
                  </a:moveTo>
                  <a:lnTo>
                    <a:pt x="718045" y="927337"/>
                  </a:lnTo>
                  <a:lnTo>
                    <a:pt x="782804" y="891121"/>
                  </a:lnTo>
                  <a:close/>
                  <a:moveTo>
                    <a:pt x="717996" y="927307"/>
                  </a:moveTo>
                  <a:lnTo>
                    <a:pt x="718045" y="927337"/>
                  </a:lnTo>
                  <a:lnTo>
                    <a:pt x="813341" y="810294"/>
                  </a:lnTo>
                  <a:close/>
                  <a:moveTo>
                    <a:pt x="733474" y="814632"/>
                  </a:moveTo>
                  <a:lnTo>
                    <a:pt x="717996" y="927307"/>
                  </a:lnTo>
                  <a:lnTo>
                    <a:pt x="813341" y="810294"/>
                  </a:lnTo>
                  <a:close/>
                  <a:moveTo>
                    <a:pt x="899420" y="888901"/>
                  </a:moveTo>
                  <a:lnTo>
                    <a:pt x="888641" y="909760"/>
                  </a:lnTo>
                  <a:lnTo>
                    <a:pt x="918335" y="903988"/>
                  </a:lnTo>
                  <a:close/>
                  <a:moveTo>
                    <a:pt x="1412137" y="1427181"/>
                  </a:moveTo>
                  <a:lnTo>
                    <a:pt x="1411354" y="1546621"/>
                  </a:lnTo>
                  <a:lnTo>
                    <a:pt x="1493217" y="1444888"/>
                  </a:lnTo>
                  <a:close/>
                  <a:moveTo>
                    <a:pt x="933925" y="850464"/>
                  </a:moveTo>
                  <a:lnTo>
                    <a:pt x="899420" y="888901"/>
                  </a:lnTo>
                  <a:lnTo>
                    <a:pt x="918335" y="903988"/>
                  </a:lnTo>
                  <a:close/>
                  <a:moveTo>
                    <a:pt x="918335" y="903988"/>
                  </a:moveTo>
                  <a:lnTo>
                    <a:pt x="998179" y="923856"/>
                  </a:lnTo>
                  <a:lnTo>
                    <a:pt x="964240" y="860419"/>
                  </a:lnTo>
                  <a:close/>
                  <a:moveTo>
                    <a:pt x="1025811" y="858836"/>
                  </a:moveTo>
                  <a:lnTo>
                    <a:pt x="1077943" y="877045"/>
                  </a:lnTo>
                  <a:lnTo>
                    <a:pt x="1034648" y="845007"/>
                  </a:lnTo>
                  <a:close/>
                  <a:moveTo>
                    <a:pt x="1275282" y="756976"/>
                  </a:moveTo>
                  <a:lnTo>
                    <a:pt x="1214232" y="743923"/>
                  </a:lnTo>
                  <a:lnTo>
                    <a:pt x="1333011" y="694155"/>
                  </a:lnTo>
                  <a:close/>
                  <a:moveTo>
                    <a:pt x="2324916" y="603592"/>
                  </a:moveTo>
                  <a:lnTo>
                    <a:pt x="2254959" y="626165"/>
                  </a:lnTo>
                  <a:lnTo>
                    <a:pt x="2206834" y="655964"/>
                  </a:lnTo>
                  <a:close/>
                  <a:moveTo>
                    <a:pt x="2324916" y="603592"/>
                  </a:moveTo>
                  <a:lnTo>
                    <a:pt x="2353650" y="506431"/>
                  </a:lnTo>
                  <a:lnTo>
                    <a:pt x="2257381" y="625187"/>
                  </a:lnTo>
                  <a:close/>
                  <a:moveTo>
                    <a:pt x="2353690" y="504536"/>
                  </a:moveTo>
                  <a:lnTo>
                    <a:pt x="2353650" y="506431"/>
                  </a:lnTo>
                  <a:lnTo>
                    <a:pt x="2344670" y="462243"/>
                  </a:lnTo>
                  <a:close/>
                  <a:moveTo>
                    <a:pt x="2353650" y="506431"/>
                  </a:moveTo>
                  <a:lnTo>
                    <a:pt x="2372217" y="504536"/>
                  </a:lnTo>
                  <a:lnTo>
                    <a:pt x="2344670" y="462243"/>
                  </a:lnTo>
                  <a:close/>
                  <a:moveTo>
                    <a:pt x="2383635" y="392726"/>
                  </a:moveTo>
                  <a:lnTo>
                    <a:pt x="2372217" y="504536"/>
                  </a:lnTo>
                  <a:lnTo>
                    <a:pt x="2450972" y="387811"/>
                  </a:lnTo>
                  <a:close/>
                  <a:moveTo>
                    <a:pt x="2450972" y="387811"/>
                  </a:moveTo>
                  <a:lnTo>
                    <a:pt x="2422416" y="383885"/>
                  </a:lnTo>
                  <a:lnTo>
                    <a:pt x="2383635" y="392726"/>
                  </a:lnTo>
                  <a:close/>
                  <a:moveTo>
                    <a:pt x="2422416" y="383885"/>
                  </a:moveTo>
                  <a:lnTo>
                    <a:pt x="2450972" y="387811"/>
                  </a:lnTo>
                  <a:lnTo>
                    <a:pt x="2454291" y="378242"/>
                  </a:lnTo>
                  <a:close/>
                  <a:moveTo>
                    <a:pt x="2386489" y="379642"/>
                  </a:moveTo>
                  <a:lnTo>
                    <a:pt x="2422416" y="383885"/>
                  </a:lnTo>
                  <a:lnTo>
                    <a:pt x="2476090" y="267297"/>
                  </a:lnTo>
                  <a:close/>
                  <a:moveTo>
                    <a:pt x="2360993" y="0"/>
                  </a:moveTo>
                  <a:lnTo>
                    <a:pt x="2336416" y="98803"/>
                  </a:lnTo>
                  <a:lnTo>
                    <a:pt x="2357287" y="79013"/>
                  </a:lnTo>
                  <a:close/>
                  <a:moveTo>
                    <a:pt x="2299882" y="89182"/>
                  </a:moveTo>
                  <a:lnTo>
                    <a:pt x="2336416" y="98803"/>
                  </a:lnTo>
                  <a:lnTo>
                    <a:pt x="2360993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18" name="Candidate_density__2137">
              <a:extLst>
                <a:ext uri="{FF2B5EF4-FFF2-40B4-BE49-F238E27FC236}">
                  <a16:creationId xmlns:a16="http://schemas.microsoft.com/office/drawing/2014/main" id="{E85DC8C8-67DA-F4EB-F78F-4178AAA89F9B}"/>
                </a:ext>
              </a:extLst>
            </p:cNvPr>
            <p:cNvSpPr>
              <a:spLocks noGrp="1"/>
            </p:cNvSpPr>
            <p:nvPr/>
          </p:nvSpPr>
          <p:spPr>
            <a:xfrm>
              <a:off x="3557724" y="1814797"/>
              <a:ext cx="2603257" cy="1705437"/>
            </a:xfrm>
            <a:custGeom>
              <a:avLst/>
              <a:gdLst/>
              <a:ahLst/>
              <a:cxnLst/>
              <a:rect l="0" t="0" r="0" b="0"/>
              <a:pathLst>
                <a:path w="2603257" h="1705437">
                  <a:moveTo>
                    <a:pt x="187720" y="1490054"/>
                  </a:moveTo>
                  <a:lnTo>
                    <a:pt x="192684" y="1497716"/>
                  </a:lnTo>
                  <a:lnTo>
                    <a:pt x="209562" y="1517918"/>
                  </a:lnTo>
                  <a:close/>
                  <a:moveTo>
                    <a:pt x="187720" y="1490054"/>
                  </a:moveTo>
                  <a:lnTo>
                    <a:pt x="142540" y="1407839"/>
                  </a:lnTo>
                  <a:lnTo>
                    <a:pt x="143052" y="1437974"/>
                  </a:lnTo>
                  <a:close/>
                  <a:moveTo>
                    <a:pt x="187720" y="1490054"/>
                  </a:moveTo>
                  <a:lnTo>
                    <a:pt x="209562" y="1517918"/>
                  </a:lnTo>
                  <a:lnTo>
                    <a:pt x="237022" y="1533832"/>
                  </a:lnTo>
                  <a:close/>
                  <a:moveTo>
                    <a:pt x="74504" y="1291617"/>
                  </a:moveTo>
                  <a:lnTo>
                    <a:pt x="190016" y="1299700"/>
                  </a:lnTo>
                  <a:lnTo>
                    <a:pt x="198642" y="1261891"/>
                  </a:lnTo>
                  <a:close/>
                  <a:moveTo>
                    <a:pt x="40771" y="1204972"/>
                  </a:moveTo>
                  <a:lnTo>
                    <a:pt x="74504" y="1291617"/>
                  </a:lnTo>
                  <a:lnTo>
                    <a:pt x="121716" y="1252933"/>
                  </a:lnTo>
                  <a:close/>
                  <a:moveTo>
                    <a:pt x="40771" y="1204972"/>
                  </a:moveTo>
                  <a:lnTo>
                    <a:pt x="0" y="1243408"/>
                  </a:lnTo>
                  <a:lnTo>
                    <a:pt x="74504" y="1291617"/>
                  </a:lnTo>
                  <a:close/>
                  <a:moveTo>
                    <a:pt x="744924" y="1621389"/>
                  </a:moveTo>
                  <a:lnTo>
                    <a:pt x="747486" y="1705437"/>
                  </a:lnTo>
                  <a:lnTo>
                    <a:pt x="793448" y="1662079"/>
                  </a:lnTo>
                  <a:close/>
                  <a:moveTo>
                    <a:pt x="744924" y="1621389"/>
                  </a:moveTo>
                  <a:lnTo>
                    <a:pt x="678103" y="1659826"/>
                  </a:lnTo>
                  <a:lnTo>
                    <a:pt x="747486" y="1705437"/>
                  </a:lnTo>
                  <a:close/>
                  <a:moveTo>
                    <a:pt x="793448" y="1662079"/>
                  </a:moveTo>
                  <a:lnTo>
                    <a:pt x="747486" y="1705437"/>
                  </a:lnTo>
                  <a:lnTo>
                    <a:pt x="873101" y="1681229"/>
                  </a:lnTo>
                  <a:close/>
                  <a:moveTo>
                    <a:pt x="205954" y="986467"/>
                  </a:moveTo>
                  <a:lnTo>
                    <a:pt x="280181" y="986713"/>
                  </a:lnTo>
                  <a:lnTo>
                    <a:pt x="222963" y="922417"/>
                  </a:lnTo>
                  <a:close/>
                  <a:moveTo>
                    <a:pt x="280181" y="986713"/>
                  </a:moveTo>
                  <a:lnTo>
                    <a:pt x="290749" y="897201"/>
                  </a:lnTo>
                  <a:lnTo>
                    <a:pt x="222963" y="922417"/>
                  </a:lnTo>
                  <a:close/>
                  <a:moveTo>
                    <a:pt x="226021" y="769968"/>
                  </a:moveTo>
                  <a:lnTo>
                    <a:pt x="294946" y="874618"/>
                  </a:lnTo>
                  <a:lnTo>
                    <a:pt x="300220" y="770238"/>
                  </a:lnTo>
                  <a:close/>
                  <a:moveTo>
                    <a:pt x="824674" y="1186788"/>
                  </a:moveTo>
                  <a:lnTo>
                    <a:pt x="845823" y="1148836"/>
                  </a:lnTo>
                  <a:lnTo>
                    <a:pt x="858462" y="1095005"/>
                  </a:lnTo>
                  <a:close/>
                  <a:moveTo>
                    <a:pt x="585985" y="886796"/>
                  </a:moveTo>
                  <a:lnTo>
                    <a:pt x="626959" y="766145"/>
                  </a:lnTo>
                  <a:lnTo>
                    <a:pt x="585822" y="804581"/>
                  </a:lnTo>
                  <a:close/>
                  <a:moveTo>
                    <a:pt x="585822" y="804581"/>
                  </a:moveTo>
                  <a:lnTo>
                    <a:pt x="626959" y="766145"/>
                  </a:lnTo>
                  <a:lnTo>
                    <a:pt x="516645" y="754067"/>
                  </a:lnTo>
                  <a:close/>
                  <a:moveTo>
                    <a:pt x="626959" y="766145"/>
                  </a:moveTo>
                  <a:lnTo>
                    <a:pt x="564838" y="719053"/>
                  </a:lnTo>
                  <a:lnTo>
                    <a:pt x="516645" y="754067"/>
                  </a:lnTo>
                  <a:close/>
                  <a:moveTo>
                    <a:pt x="1322824" y="1670511"/>
                  </a:moveTo>
                  <a:lnTo>
                    <a:pt x="1293616" y="1588295"/>
                  </a:lnTo>
                  <a:lnTo>
                    <a:pt x="1299993" y="1603782"/>
                  </a:lnTo>
                  <a:close/>
                  <a:moveTo>
                    <a:pt x="1106120" y="1341650"/>
                  </a:moveTo>
                  <a:lnTo>
                    <a:pt x="1197300" y="1411778"/>
                  </a:lnTo>
                  <a:lnTo>
                    <a:pt x="1195888" y="1385429"/>
                  </a:lnTo>
                  <a:close/>
                  <a:moveTo>
                    <a:pt x="963145" y="995212"/>
                  </a:moveTo>
                  <a:lnTo>
                    <a:pt x="955051" y="1012790"/>
                  </a:lnTo>
                  <a:lnTo>
                    <a:pt x="992839" y="989440"/>
                  </a:lnTo>
                  <a:close/>
                  <a:moveTo>
                    <a:pt x="807978" y="900085"/>
                  </a:moveTo>
                  <a:lnTo>
                    <a:pt x="749062" y="850520"/>
                  </a:lnTo>
                  <a:lnTo>
                    <a:pt x="807075" y="892138"/>
                  </a:lnTo>
                  <a:close/>
                  <a:moveTo>
                    <a:pt x="894390" y="892138"/>
                  </a:moveTo>
                  <a:lnTo>
                    <a:pt x="963145" y="995212"/>
                  </a:lnTo>
                  <a:lnTo>
                    <a:pt x="973924" y="974353"/>
                  </a:lnTo>
                  <a:close/>
                  <a:moveTo>
                    <a:pt x="857308" y="976574"/>
                  </a:moveTo>
                  <a:lnTo>
                    <a:pt x="963145" y="995212"/>
                  </a:lnTo>
                  <a:lnTo>
                    <a:pt x="894390" y="892138"/>
                  </a:lnTo>
                  <a:close/>
                  <a:moveTo>
                    <a:pt x="1305864" y="1198641"/>
                  </a:moveTo>
                  <a:lnTo>
                    <a:pt x="1329473" y="1279539"/>
                  </a:lnTo>
                  <a:lnTo>
                    <a:pt x="1383254" y="1196316"/>
                  </a:lnTo>
                  <a:close/>
                  <a:moveTo>
                    <a:pt x="1100315" y="944288"/>
                  </a:moveTo>
                  <a:lnTo>
                    <a:pt x="1072683" y="1009308"/>
                  </a:lnTo>
                  <a:lnTo>
                    <a:pt x="1178759" y="1041198"/>
                  </a:lnTo>
                  <a:close/>
                  <a:moveTo>
                    <a:pt x="1008428" y="935917"/>
                  </a:moveTo>
                  <a:lnTo>
                    <a:pt x="900708" y="885289"/>
                  </a:lnTo>
                  <a:lnTo>
                    <a:pt x="894390" y="892138"/>
                  </a:lnTo>
                  <a:close/>
                  <a:moveTo>
                    <a:pt x="1008428" y="935917"/>
                  </a:moveTo>
                  <a:lnTo>
                    <a:pt x="894390" y="892138"/>
                  </a:lnTo>
                  <a:lnTo>
                    <a:pt x="973924" y="974353"/>
                  </a:lnTo>
                  <a:close/>
                  <a:moveTo>
                    <a:pt x="931861" y="659778"/>
                  </a:moveTo>
                  <a:lnTo>
                    <a:pt x="976132" y="684378"/>
                  </a:lnTo>
                  <a:lnTo>
                    <a:pt x="888901" y="594611"/>
                  </a:lnTo>
                  <a:close/>
                  <a:moveTo>
                    <a:pt x="1443829" y="738392"/>
                  </a:moveTo>
                  <a:lnTo>
                    <a:pt x="1407515" y="779608"/>
                  </a:lnTo>
                  <a:lnTo>
                    <a:pt x="1415821" y="769471"/>
                  </a:lnTo>
                  <a:close/>
                  <a:moveTo>
                    <a:pt x="1415821" y="769471"/>
                  </a:moveTo>
                  <a:lnTo>
                    <a:pt x="1416907" y="668496"/>
                  </a:lnTo>
                  <a:lnTo>
                    <a:pt x="1320442" y="732718"/>
                  </a:lnTo>
                  <a:close/>
                  <a:moveTo>
                    <a:pt x="1497628" y="837872"/>
                  </a:moveTo>
                  <a:lnTo>
                    <a:pt x="1527794" y="839123"/>
                  </a:lnTo>
                  <a:lnTo>
                    <a:pt x="1482343" y="738392"/>
                  </a:lnTo>
                  <a:close/>
                  <a:moveTo>
                    <a:pt x="1736449" y="1030359"/>
                  </a:moveTo>
                  <a:lnTo>
                    <a:pt x="1781517" y="1054312"/>
                  </a:lnTo>
                  <a:lnTo>
                    <a:pt x="1750844" y="979157"/>
                  </a:lnTo>
                  <a:close/>
                  <a:moveTo>
                    <a:pt x="2428154" y="591884"/>
                  </a:moveTo>
                  <a:lnTo>
                    <a:pt x="2399420" y="689044"/>
                  </a:lnTo>
                  <a:lnTo>
                    <a:pt x="2446721" y="589988"/>
                  </a:lnTo>
                  <a:close/>
                  <a:moveTo>
                    <a:pt x="2399420" y="689044"/>
                  </a:moveTo>
                  <a:lnTo>
                    <a:pt x="2440405" y="710640"/>
                  </a:lnTo>
                  <a:lnTo>
                    <a:pt x="2446721" y="589988"/>
                  </a:lnTo>
                  <a:close/>
                  <a:moveTo>
                    <a:pt x="2446721" y="589988"/>
                  </a:moveTo>
                  <a:lnTo>
                    <a:pt x="2508279" y="602192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446721" y="589988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603257" y="470620"/>
                  </a:lnTo>
                  <a:lnTo>
                    <a:pt x="2528795" y="463694"/>
                  </a:lnTo>
                  <a:close/>
                  <a:moveTo>
                    <a:pt x="2550594" y="352750"/>
                  </a:moveTo>
                  <a:lnTo>
                    <a:pt x="2496920" y="469337"/>
                  </a:lnTo>
                  <a:lnTo>
                    <a:pt x="2528795" y="463694"/>
                  </a:lnTo>
                  <a:close/>
                  <a:moveTo>
                    <a:pt x="2467327" y="359852"/>
                  </a:moveTo>
                  <a:lnTo>
                    <a:pt x="2460993" y="465094"/>
                  </a:lnTo>
                  <a:lnTo>
                    <a:pt x="2550594" y="352750"/>
                  </a:lnTo>
                  <a:close/>
                  <a:moveTo>
                    <a:pt x="2506042" y="188785"/>
                  </a:moveTo>
                  <a:lnTo>
                    <a:pt x="2502039" y="148454"/>
                  </a:lnTo>
                  <a:lnTo>
                    <a:pt x="2431791" y="164466"/>
                  </a:lnTo>
                  <a:close/>
                  <a:moveTo>
                    <a:pt x="2410920" y="184255"/>
                  </a:moveTo>
                  <a:lnTo>
                    <a:pt x="2394616" y="218781"/>
                  </a:lnTo>
                  <a:lnTo>
                    <a:pt x="2431791" y="164466"/>
                  </a:lnTo>
                  <a:close/>
                  <a:moveTo>
                    <a:pt x="2374267" y="74639"/>
                  </a:moveTo>
                  <a:lnTo>
                    <a:pt x="2435497" y="85453"/>
                  </a:lnTo>
                  <a:lnTo>
                    <a:pt x="2417490" y="0"/>
                  </a:lnTo>
                  <a:close/>
                  <a:moveTo>
                    <a:pt x="2499597" y="93933"/>
                  </a:moveTo>
                  <a:lnTo>
                    <a:pt x="2431791" y="164466"/>
                  </a:lnTo>
                  <a:lnTo>
                    <a:pt x="2502039" y="148454"/>
                  </a:lnTo>
                  <a:close/>
                  <a:moveTo>
                    <a:pt x="2499597" y="93933"/>
                  </a:moveTo>
                  <a:lnTo>
                    <a:pt x="2435497" y="85453"/>
                  </a:lnTo>
                  <a:lnTo>
                    <a:pt x="2431791" y="164466"/>
                  </a:lnTo>
                  <a:close/>
                  <a:moveTo>
                    <a:pt x="2435497" y="85453"/>
                  </a:moveTo>
                  <a:lnTo>
                    <a:pt x="2478374" y="11094"/>
                  </a:lnTo>
                  <a:lnTo>
                    <a:pt x="241749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19" name="Candidate_density__2138">
              <a:extLst>
                <a:ext uri="{FF2B5EF4-FFF2-40B4-BE49-F238E27FC236}">
                  <a16:creationId xmlns:a16="http://schemas.microsoft.com/office/drawing/2014/main" id="{CF940CB6-C04F-8E66-6314-E06850D7C480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61307"/>
              <a:ext cx="2690568" cy="1657272"/>
            </a:xfrm>
            <a:custGeom>
              <a:avLst/>
              <a:gdLst/>
              <a:ahLst/>
              <a:cxnLst/>
              <a:rect l="0" t="0" r="0" b="0"/>
              <a:pathLst>
                <a:path w="2690568" h="1657272">
                  <a:moveTo>
                    <a:pt x="15585" y="1214683"/>
                  </a:moveTo>
                  <a:lnTo>
                    <a:pt x="0" y="1234514"/>
                  </a:lnTo>
                  <a:lnTo>
                    <a:pt x="35134" y="1254845"/>
                  </a:lnTo>
                  <a:close/>
                  <a:moveTo>
                    <a:pt x="258891" y="1505107"/>
                  </a:moveTo>
                  <a:lnTo>
                    <a:pt x="291127" y="1439439"/>
                  </a:lnTo>
                  <a:lnTo>
                    <a:pt x="201843" y="1461329"/>
                  </a:lnTo>
                  <a:close/>
                  <a:moveTo>
                    <a:pt x="169863" y="1379113"/>
                  </a:moveTo>
                  <a:lnTo>
                    <a:pt x="272190" y="1434689"/>
                  </a:lnTo>
                  <a:lnTo>
                    <a:pt x="249320" y="1353190"/>
                  </a:lnTo>
                  <a:close/>
                  <a:moveTo>
                    <a:pt x="169863" y="1379113"/>
                  </a:moveTo>
                  <a:lnTo>
                    <a:pt x="201843" y="1461329"/>
                  </a:lnTo>
                  <a:lnTo>
                    <a:pt x="272190" y="1434689"/>
                  </a:lnTo>
                  <a:close/>
                  <a:moveTo>
                    <a:pt x="272190" y="1434689"/>
                  </a:moveTo>
                  <a:lnTo>
                    <a:pt x="323457" y="1353509"/>
                  </a:lnTo>
                  <a:lnTo>
                    <a:pt x="249320" y="1353190"/>
                  </a:lnTo>
                  <a:close/>
                  <a:moveTo>
                    <a:pt x="56405" y="1176247"/>
                  </a:moveTo>
                  <a:lnTo>
                    <a:pt x="15585" y="1214683"/>
                  </a:lnTo>
                  <a:lnTo>
                    <a:pt x="35134" y="1254845"/>
                  </a:lnTo>
                  <a:close/>
                  <a:moveTo>
                    <a:pt x="53312" y="1107605"/>
                  </a:moveTo>
                  <a:lnTo>
                    <a:pt x="15585" y="1214683"/>
                  </a:lnTo>
                  <a:lnTo>
                    <a:pt x="56405" y="1176247"/>
                  </a:lnTo>
                  <a:close/>
                  <a:moveTo>
                    <a:pt x="53312" y="1107605"/>
                  </a:moveTo>
                  <a:lnTo>
                    <a:pt x="17008" y="1187073"/>
                  </a:lnTo>
                  <a:lnTo>
                    <a:pt x="15585" y="1214683"/>
                  </a:lnTo>
                  <a:close/>
                  <a:moveTo>
                    <a:pt x="17008" y="1187073"/>
                  </a:moveTo>
                  <a:lnTo>
                    <a:pt x="53312" y="1107605"/>
                  </a:lnTo>
                  <a:lnTo>
                    <a:pt x="27386" y="1132468"/>
                  </a:lnTo>
                  <a:close/>
                  <a:moveTo>
                    <a:pt x="53312" y="1107605"/>
                  </a:moveTo>
                  <a:lnTo>
                    <a:pt x="55891" y="1094031"/>
                  </a:lnTo>
                  <a:lnTo>
                    <a:pt x="27386" y="1132468"/>
                  </a:lnTo>
                  <a:close/>
                  <a:moveTo>
                    <a:pt x="424998" y="1446104"/>
                  </a:moveTo>
                  <a:lnTo>
                    <a:pt x="363975" y="1433151"/>
                  </a:lnTo>
                  <a:lnTo>
                    <a:pt x="291127" y="1439439"/>
                  </a:lnTo>
                  <a:close/>
                  <a:moveTo>
                    <a:pt x="451197" y="1410344"/>
                  </a:moveTo>
                  <a:lnTo>
                    <a:pt x="370718" y="1422892"/>
                  </a:lnTo>
                  <a:lnTo>
                    <a:pt x="482754" y="1484781"/>
                  </a:lnTo>
                  <a:close/>
                  <a:moveTo>
                    <a:pt x="424998" y="1446104"/>
                  </a:moveTo>
                  <a:lnTo>
                    <a:pt x="370718" y="1422892"/>
                  </a:lnTo>
                  <a:lnTo>
                    <a:pt x="363975" y="1433151"/>
                  </a:lnTo>
                  <a:close/>
                  <a:moveTo>
                    <a:pt x="55891" y="1094031"/>
                  </a:moveTo>
                  <a:lnTo>
                    <a:pt x="53312" y="1107605"/>
                  </a:lnTo>
                  <a:lnTo>
                    <a:pt x="53260" y="1091123"/>
                  </a:lnTo>
                  <a:close/>
                  <a:moveTo>
                    <a:pt x="53260" y="1091123"/>
                  </a:moveTo>
                  <a:lnTo>
                    <a:pt x="84627" y="1009484"/>
                  </a:lnTo>
                  <a:lnTo>
                    <a:pt x="55891" y="1094031"/>
                  </a:lnTo>
                  <a:close/>
                  <a:moveTo>
                    <a:pt x="55891" y="1094031"/>
                  </a:moveTo>
                  <a:lnTo>
                    <a:pt x="84627" y="1009484"/>
                  </a:lnTo>
                  <a:lnTo>
                    <a:pt x="110530" y="973380"/>
                  </a:lnTo>
                  <a:close/>
                  <a:moveTo>
                    <a:pt x="55891" y="1094031"/>
                  </a:moveTo>
                  <a:lnTo>
                    <a:pt x="110530" y="973380"/>
                  </a:lnTo>
                  <a:lnTo>
                    <a:pt x="81212" y="1011816"/>
                  </a:lnTo>
                  <a:close/>
                  <a:moveTo>
                    <a:pt x="110530" y="973380"/>
                  </a:moveTo>
                  <a:lnTo>
                    <a:pt x="107472" y="891165"/>
                  </a:lnTo>
                  <a:lnTo>
                    <a:pt x="81212" y="1011816"/>
                  </a:lnTo>
                  <a:close/>
                  <a:moveTo>
                    <a:pt x="265257" y="1039956"/>
                  </a:moveTo>
                  <a:lnTo>
                    <a:pt x="387343" y="1099374"/>
                  </a:lnTo>
                  <a:lnTo>
                    <a:pt x="389766" y="1099418"/>
                  </a:lnTo>
                  <a:close/>
                  <a:moveTo>
                    <a:pt x="265257" y="1039956"/>
                  </a:moveTo>
                  <a:lnTo>
                    <a:pt x="389766" y="1099418"/>
                  </a:lnTo>
                  <a:lnTo>
                    <a:pt x="339485" y="1040203"/>
                  </a:lnTo>
                  <a:close/>
                  <a:moveTo>
                    <a:pt x="107472" y="891165"/>
                  </a:moveTo>
                  <a:lnTo>
                    <a:pt x="110530" y="973380"/>
                  </a:lnTo>
                  <a:lnTo>
                    <a:pt x="156764" y="934943"/>
                  </a:lnTo>
                  <a:close/>
                  <a:moveTo>
                    <a:pt x="359523" y="823727"/>
                  </a:moveTo>
                  <a:lnTo>
                    <a:pt x="275295" y="732076"/>
                  </a:lnTo>
                  <a:lnTo>
                    <a:pt x="274069" y="732516"/>
                  </a:lnTo>
                  <a:close/>
                  <a:moveTo>
                    <a:pt x="359523" y="823727"/>
                  </a:moveTo>
                  <a:lnTo>
                    <a:pt x="274069" y="732516"/>
                  </a:lnTo>
                  <a:lnTo>
                    <a:pt x="285324" y="823457"/>
                  </a:lnTo>
                  <a:close/>
                  <a:moveTo>
                    <a:pt x="645288" y="940285"/>
                  </a:moveTo>
                  <a:lnTo>
                    <a:pt x="645125" y="858070"/>
                  </a:lnTo>
                  <a:lnTo>
                    <a:pt x="588835" y="958669"/>
                  </a:lnTo>
                  <a:close/>
                  <a:moveTo>
                    <a:pt x="514243" y="775855"/>
                  </a:moveTo>
                  <a:lnTo>
                    <a:pt x="571203" y="872912"/>
                  </a:lnTo>
                  <a:lnTo>
                    <a:pt x="575948" y="807557"/>
                  </a:lnTo>
                  <a:close/>
                  <a:moveTo>
                    <a:pt x="499612" y="896507"/>
                  </a:moveTo>
                  <a:lnTo>
                    <a:pt x="571203" y="872912"/>
                  </a:lnTo>
                  <a:lnTo>
                    <a:pt x="514243" y="775855"/>
                  </a:lnTo>
                  <a:close/>
                  <a:moveTo>
                    <a:pt x="275295" y="732076"/>
                  </a:moveTo>
                  <a:lnTo>
                    <a:pt x="364273" y="788658"/>
                  </a:lnTo>
                  <a:lnTo>
                    <a:pt x="385043" y="702888"/>
                  </a:lnTo>
                  <a:close/>
                  <a:moveTo>
                    <a:pt x="364273" y="788658"/>
                  </a:moveTo>
                  <a:lnTo>
                    <a:pt x="423184" y="693640"/>
                  </a:lnTo>
                  <a:lnTo>
                    <a:pt x="385043" y="702888"/>
                  </a:lnTo>
                  <a:close/>
                  <a:moveTo>
                    <a:pt x="488926" y="760854"/>
                  </a:moveTo>
                  <a:lnTo>
                    <a:pt x="423184" y="693640"/>
                  </a:lnTo>
                  <a:lnTo>
                    <a:pt x="364273" y="788658"/>
                  </a:lnTo>
                  <a:close/>
                  <a:moveTo>
                    <a:pt x="385043" y="702888"/>
                  </a:moveTo>
                  <a:lnTo>
                    <a:pt x="453368" y="627908"/>
                  </a:lnTo>
                  <a:lnTo>
                    <a:pt x="443635" y="615754"/>
                  </a:lnTo>
                  <a:close/>
                  <a:moveTo>
                    <a:pt x="1059074" y="1319203"/>
                  </a:moveTo>
                  <a:lnTo>
                    <a:pt x="988629" y="1230710"/>
                  </a:lnTo>
                  <a:lnTo>
                    <a:pt x="965424" y="1234655"/>
                  </a:lnTo>
                  <a:close/>
                  <a:moveTo>
                    <a:pt x="514243" y="775855"/>
                  </a:moveTo>
                  <a:lnTo>
                    <a:pt x="537349" y="726697"/>
                  </a:lnTo>
                  <a:lnTo>
                    <a:pt x="536668" y="655204"/>
                  </a:lnTo>
                  <a:close/>
                  <a:moveTo>
                    <a:pt x="509672" y="662159"/>
                  </a:moveTo>
                  <a:lnTo>
                    <a:pt x="488926" y="760854"/>
                  </a:lnTo>
                  <a:lnTo>
                    <a:pt x="514243" y="775855"/>
                  </a:lnTo>
                  <a:close/>
                  <a:moveTo>
                    <a:pt x="1371416" y="1615873"/>
                  </a:moveTo>
                  <a:lnTo>
                    <a:pt x="1359297" y="1657272"/>
                  </a:lnTo>
                  <a:lnTo>
                    <a:pt x="1352919" y="1641785"/>
                  </a:lnTo>
                  <a:close/>
                  <a:moveTo>
                    <a:pt x="1483899" y="1542569"/>
                  </a:moveTo>
                  <a:lnTo>
                    <a:pt x="1397719" y="1559570"/>
                  </a:lnTo>
                  <a:lnTo>
                    <a:pt x="1371416" y="1615873"/>
                  </a:lnTo>
                  <a:close/>
                  <a:moveTo>
                    <a:pt x="1483899" y="1542569"/>
                  </a:moveTo>
                  <a:lnTo>
                    <a:pt x="1371416" y="1615873"/>
                  </a:lnTo>
                  <a:lnTo>
                    <a:pt x="1412258" y="1553374"/>
                  </a:lnTo>
                  <a:close/>
                  <a:moveTo>
                    <a:pt x="1148653" y="1312925"/>
                  </a:moveTo>
                  <a:lnTo>
                    <a:pt x="1165423" y="1395140"/>
                  </a:lnTo>
                  <a:lnTo>
                    <a:pt x="1220884" y="1356703"/>
                  </a:lnTo>
                  <a:close/>
                  <a:moveTo>
                    <a:pt x="988629" y="1230710"/>
                  </a:moveTo>
                  <a:lnTo>
                    <a:pt x="1057595" y="1278522"/>
                  </a:lnTo>
                  <a:lnTo>
                    <a:pt x="1062281" y="1216504"/>
                  </a:lnTo>
                  <a:close/>
                  <a:moveTo>
                    <a:pt x="1148653" y="1312925"/>
                  </a:moveTo>
                  <a:lnTo>
                    <a:pt x="1249636" y="1224015"/>
                  </a:lnTo>
                  <a:lnTo>
                    <a:pt x="1148341" y="1207131"/>
                  </a:lnTo>
                  <a:close/>
                  <a:moveTo>
                    <a:pt x="1148341" y="1207131"/>
                  </a:moveTo>
                  <a:lnTo>
                    <a:pt x="1249636" y="1224015"/>
                  </a:lnTo>
                  <a:lnTo>
                    <a:pt x="1227090" y="1203701"/>
                  </a:lnTo>
                  <a:close/>
                  <a:moveTo>
                    <a:pt x="1148653" y="1312925"/>
                  </a:moveTo>
                  <a:lnTo>
                    <a:pt x="1148341" y="1207131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57595" y="1278522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62281" y="1216504"/>
                  </a:lnTo>
                  <a:lnTo>
                    <a:pt x="1057595" y="1278522"/>
                  </a:lnTo>
                  <a:close/>
                  <a:moveTo>
                    <a:pt x="1148341" y="1207131"/>
                  </a:moveTo>
                  <a:lnTo>
                    <a:pt x="1129663" y="1122223"/>
                  </a:lnTo>
                  <a:lnTo>
                    <a:pt x="1062281" y="1216504"/>
                  </a:lnTo>
                  <a:close/>
                  <a:moveTo>
                    <a:pt x="1227090" y="1203701"/>
                  </a:moveTo>
                  <a:lnTo>
                    <a:pt x="1129663" y="1122223"/>
                  </a:lnTo>
                  <a:lnTo>
                    <a:pt x="1148341" y="1207131"/>
                  </a:lnTo>
                  <a:close/>
                  <a:moveTo>
                    <a:pt x="1129663" y="1122223"/>
                  </a:moveTo>
                  <a:lnTo>
                    <a:pt x="1176156" y="1110058"/>
                  </a:lnTo>
                  <a:lnTo>
                    <a:pt x="1131986" y="1062798"/>
                  </a:lnTo>
                  <a:close/>
                  <a:moveTo>
                    <a:pt x="947148" y="949236"/>
                  </a:moveTo>
                  <a:lnTo>
                    <a:pt x="953693" y="945628"/>
                  </a:lnTo>
                  <a:lnTo>
                    <a:pt x="949979" y="939621"/>
                  </a:lnTo>
                  <a:close/>
                  <a:moveTo>
                    <a:pt x="804210" y="901849"/>
                  </a:moveTo>
                  <a:lnTo>
                    <a:pt x="807230" y="899763"/>
                  </a:lnTo>
                  <a:lnTo>
                    <a:pt x="854839" y="862562"/>
                  </a:lnTo>
                  <a:close/>
                  <a:moveTo>
                    <a:pt x="808778" y="901849"/>
                  </a:moveTo>
                  <a:lnTo>
                    <a:pt x="856098" y="863413"/>
                  </a:lnTo>
                  <a:lnTo>
                    <a:pt x="807230" y="899763"/>
                  </a:lnTo>
                  <a:close/>
                  <a:moveTo>
                    <a:pt x="712808" y="610191"/>
                  </a:moveTo>
                  <a:lnTo>
                    <a:pt x="585006" y="626222"/>
                  </a:lnTo>
                  <a:lnTo>
                    <a:pt x="639075" y="613174"/>
                  </a:lnTo>
                  <a:close/>
                  <a:moveTo>
                    <a:pt x="1527368" y="1521133"/>
                  </a:moveTo>
                  <a:lnTo>
                    <a:pt x="1483899" y="1542569"/>
                  </a:lnTo>
                  <a:lnTo>
                    <a:pt x="1608831" y="1515809"/>
                  </a:lnTo>
                  <a:close/>
                  <a:moveTo>
                    <a:pt x="1608831" y="1515809"/>
                  </a:moveTo>
                  <a:lnTo>
                    <a:pt x="1483899" y="1542569"/>
                  </a:lnTo>
                  <a:lnTo>
                    <a:pt x="1558756" y="1564912"/>
                  </a:lnTo>
                  <a:close/>
                  <a:moveTo>
                    <a:pt x="1558756" y="1564912"/>
                  </a:moveTo>
                  <a:lnTo>
                    <a:pt x="1483899" y="1542569"/>
                  </a:lnTo>
                  <a:lnTo>
                    <a:pt x="1545944" y="1566123"/>
                  </a:lnTo>
                  <a:close/>
                  <a:moveTo>
                    <a:pt x="1614671" y="1482697"/>
                  </a:moveTo>
                  <a:lnTo>
                    <a:pt x="1580924" y="1498185"/>
                  </a:lnTo>
                  <a:lnTo>
                    <a:pt x="1608831" y="1515809"/>
                  </a:lnTo>
                  <a:close/>
                  <a:moveTo>
                    <a:pt x="1249636" y="1224015"/>
                  </a:moveTo>
                  <a:lnTo>
                    <a:pt x="1219011" y="1274488"/>
                  </a:lnTo>
                  <a:lnTo>
                    <a:pt x="1299495" y="1244928"/>
                  </a:lnTo>
                  <a:close/>
                  <a:moveTo>
                    <a:pt x="1299495" y="1244928"/>
                  </a:moveTo>
                  <a:lnTo>
                    <a:pt x="1318720" y="1203650"/>
                  </a:lnTo>
                  <a:lnTo>
                    <a:pt x="1249636" y="1224015"/>
                  </a:lnTo>
                  <a:close/>
                  <a:moveTo>
                    <a:pt x="1299495" y="1244928"/>
                  </a:moveTo>
                  <a:lnTo>
                    <a:pt x="1365167" y="1252131"/>
                  </a:lnTo>
                  <a:lnTo>
                    <a:pt x="1318720" y="1203650"/>
                  </a:lnTo>
                  <a:close/>
                  <a:moveTo>
                    <a:pt x="949979" y="939621"/>
                  </a:moveTo>
                  <a:lnTo>
                    <a:pt x="953693" y="945628"/>
                  </a:lnTo>
                  <a:lnTo>
                    <a:pt x="960012" y="938778"/>
                  </a:lnTo>
                  <a:close/>
                  <a:moveTo>
                    <a:pt x="642258" y="614961"/>
                  </a:moveTo>
                  <a:lnTo>
                    <a:pt x="712808" y="610191"/>
                  </a:lnTo>
                  <a:lnTo>
                    <a:pt x="639075" y="613174"/>
                  </a:lnTo>
                  <a:close/>
                  <a:moveTo>
                    <a:pt x="1608831" y="1515809"/>
                  </a:moveTo>
                  <a:lnTo>
                    <a:pt x="1558756" y="1564912"/>
                  </a:lnTo>
                  <a:lnTo>
                    <a:pt x="1608565" y="1475713"/>
                  </a:lnTo>
                  <a:close/>
                  <a:moveTo>
                    <a:pt x="1614671" y="1482697"/>
                  </a:moveTo>
                  <a:lnTo>
                    <a:pt x="1608831" y="1515809"/>
                  </a:lnTo>
                  <a:lnTo>
                    <a:pt x="1608565" y="1475713"/>
                  </a:lnTo>
                  <a:close/>
                  <a:moveTo>
                    <a:pt x="1541646" y="791882"/>
                  </a:moveTo>
                  <a:lnTo>
                    <a:pt x="1475124" y="822961"/>
                  </a:lnTo>
                  <a:lnTo>
                    <a:pt x="1466818" y="833097"/>
                  </a:lnTo>
                  <a:close/>
                  <a:moveTo>
                    <a:pt x="1541646" y="791882"/>
                  </a:moveTo>
                  <a:lnTo>
                    <a:pt x="1565967" y="709943"/>
                  </a:lnTo>
                  <a:lnTo>
                    <a:pt x="1475124" y="822961"/>
                  </a:lnTo>
                  <a:close/>
                  <a:moveTo>
                    <a:pt x="1475124" y="822961"/>
                  </a:moveTo>
                  <a:lnTo>
                    <a:pt x="1565863" y="709691"/>
                  </a:lnTo>
                  <a:lnTo>
                    <a:pt x="1476210" y="721986"/>
                  </a:lnTo>
                  <a:close/>
                  <a:moveTo>
                    <a:pt x="1681843" y="671230"/>
                  </a:moveTo>
                  <a:lnTo>
                    <a:pt x="1682297" y="675626"/>
                  </a:lnTo>
                  <a:lnTo>
                    <a:pt x="1617180" y="686216"/>
                  </a:lnTo>
                  <a:close/>
                  <a:moveTo>
                    <a:pt x="1687296" y="669710"/>
                  </a:moveTo>
                  <a:lnTo>
                    <a:pt x="1682297" y="675626"/>
                  </a:lnTo>
                  <a:lnTo>
                    <a:pt x="1681843" y="671230"/>
                  </a:lnTo>
                  <a:close/>
                  <a:moveTo>
                    <a:pt x="2223019" y="1328951"/>
                  </a:moveTo>
                  <a:lnTo>
                    <a:pt x="2239898" y="1342509"/>
                  </a:lnTo>
                  <a:lnTo>
                    <a:pt x="2247062" y="1320179"/>
                  </a:lnTo>
                  <a:close/>
                  <a:moveTo>
                    <a:pt x="2178721" y="1246736"/>
                  </a:moveTo>
                  <a:lnTo>
                    <a:pt x="2223019" y="1328951"/>
                  </a:lnTo>
                  <a:lnTo>
                    <a:pt x="2247062" y="1320179"/>
                  </a:lnTo>
                  <a:close/>
                  <a:moveTo>
                    <a:pt x="1680394" y="707361"/>
                  </a:moveTo>
                  <a:lnTo>
                    <a:pt x="1730491" y="632794"/>
                  </a:lnTo>
                  <a:lnTo>
                    <a:pt x="1681843" y="671230"/>
                  </a:lnTo>
                  <a:close/>
                  <a:moveTo>
                    <a:pt x="1731705" y="620545"/>
                  </a:moveTo>
                  <a:lnTo>
                    <a:pt x="1687296" y="669710"/>
                  </a:lnTo>
                  <a:lnTo>
                    <a:pt x="1681843" y="671230"/>
                  </a:lnTo>
                  <a:close/>
                  <a:moveTo>
                    <a:pt x="1930284" y="391491"/>
                  </a:moveTo>
                  <a:lnTo>
                    <a:pt x="1864853" y="309275"/>
                  </a:lnTo>
                  <a:lnTo>
                    <a:pt x="1814864" y="428258"/>
                  </a:lnTo>
                  <a:close/>
                  <a:moveTo>
                    <a:pt x="1814864" y="428258"/>
                  </a:moveTo>
                  <a:lnTo>
                    <a:pt x="1868950" y="424620"/>
                  </a:lnTo>
                  <a:lnTo>
                    <a:pt x="1930284" y="391491"/>
                  </a:lnTo>
                  <a:close/>
                  <a:moveTo>
                    <a:pt x="2331135" y="611776"/>
                  </a:moveTo>
                  <a:lnTo>
                    <a:pt x="2251462" y="615957"/>
                  </a:lnTo>
                  <a:lnTo>
                    <a:pt x="2363629" y="665653"/>
                  </a:lnTo>
                  <a:close/>
                  <a:moveTo>
                    <a:pt x="1864853" y="309275"/>
                  </a:moveTo>
                  <a:lnTo>
                    <a:pt x="1930284" y="391491"/>
                  </a:lnTo>
                  <a:lnTo>
                    <a:pt x="1932932" y="353054"/>
                  </a:lnTo>
                  <a:close/>
                  <a:moveTo>
                    <a:pt x="2102636" y="95407"/>
                  </a:moveTo>
                  <a:lnTo>
                    <a:pt x="2171926" y="75819"/>
                  </a:lnTo>
                  <a:lnTo>
                    <a:pt x="2045040" y="95270"/>
                  </a:lnTo>
                  <a:close/>
                  <a:moveTo>
                    <a:pt x="2526630" y="413342"/>
                  </a:moveTo>
                  <a:lnTo>
                    <a:pt x="2590966" y="321537"/>
                  </a:lnTo>
                  <a:lnTo>
                    <a:pt x="2506823" y="329353"/>
                  </a:lnTo>
                  <a:close/>
                  <a:moveTo>
                    <a:pt x="2679573" y="402175"/>
                  </a:moveTo>
                  <a:lnTo>
                    <a:pt x="2626723" y="319960"/>
                  </a:lnTo>
                  <a:lnTo>
                    <a:pt x="2609897" y="406240"/>
                  </a:lnTo>
                  <a:close/>
                  <a:moveTo>
                    <a:pt x="2626723" y="319960"/>
                  </a:moveTo>
                  <a:lnTo>
                    <a:pt x="2590966" y="321537"/>
                  </a:lnTo>
                  <a:lnTo>
                    <a:pt x="2609897" y="406240"/>
                  </a:lnTo>
                  <a:close/>
                  <a:moveTo>
                    <a:pt x="2453919" y="272270"/>
                  </a:moveTo>
                  <a:lnTo>
                    <a:pt x="2440183" y="322937"/>
                  </a:lnTo>
                  <a:lnTo>
                    <a:pt x="2506823" y="329353"/>
                  </a:lnTo>
                  <a:close/>
                  <a:moveTo>
                    <a:pt x="2506823" y="329353"/>
                  </a:moveTo>
                  <a:lnTo>
                    <a:pt x="2590966" y="321537"/>
                  </a:lnTo>
                  <a:lnTo>
                    <a:pt x="2565345" y="242275"/>
                  </a:lnTo>
                  <a:close/>
                  <a:moveTo>
                    <a:pt x="2506823" y="329353"/>
                  </a:moveTo>
                  <a:lnTo>
                    <a:pt x="2565345" y="242275"/>
                  </a:lnTo>
                  <a:lnTo>
                    <a:pt x="2453919" y="272270"/>
                  </a:lnTo>
                  <a:close/>
                  <a:moveTo>
                    <a:pt x="2291317" y="28342"/>
                  </a:moveTo>
                  <a:lnTo>
                    <a:pt x="2171926" y="75819"/>
                  </a:lnTo>
                  <a:lnTo>
                    <a:pt x="2220676" y="42881"/>
                  </a:lnTo>
                  <a:close/>
                  <a:moveTo>
                    <a:pt x="2358268" y="0"/>
                  </a:moveTo>
                  <a:lnTo>
                    <a:pt x="2249496" y="87180"/>
                  </a:lnTo>
                  <a:lnTo>
                    <a:pt x="2291317" y="28342"/>
                  </a:lnTo>
                  <a:close/>
                  <a:moveTo>
                    <a:pt x="2679573" y="402175"/>
                  </a:moveTo>
                  <a:lnTo>
                    <a:pt x="2689997" y="404307"/>
                  </a:lnTo>
                  <a:lnTo>
                    <a:pt x="2690568" y="401247"/>
                  </a:lnTo>
                  <a:close/>
                  <a:moveTo>
                    <a:pt x="2626723" y="319960"/>
                  </a:moveTo>
                  <a:lnTo>
                    <a:pt x="2679573" y="402175"/>
                  </a:lnTo>
                  <a:lnTo>
                    <a:pt x="2690568" y="401247"/>
                  </a:lnTo>
                  <a:close/>
                  <a:moveTo>
                    <a:pt x="2333449" y="48842"/>
                  </a:moveTo>
                  <a:lnTo>
                    <a:pt x="2358268" y="0"/>
                  </a:lnTo>
                  <a:lnTo>
                    <a:pt x="2291317" y="28342"/>
                  </a:lnTo>
                  <a:close/>
                  <a:moveTo>
                    <a:pt x="2333449" y="48842"/>
                  </a:moveTo>
                  <a:lnTo>
                    <a:pt x="2413848" y="44071"/>
                  </a:lnTo>
                  <a:lnTo>
                    <a:pt x="2358268" y="0"/>
                  </a:lnTo>
                  <a:close/>
                  <a:moveTo>
                    <a:pt x="2413848" y="44071"/>
                  </a:moveTo>
                  <a:lnTo>
                    <a:pt x="2437150" y="16271"/>
                  </a:lnTo>
                  <a:lnTo>
                    <a:pt x="235826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20" name="Candidate_density__2139">
              <a:extLst>
                <a:ext uri="{FF2B5EF4-FFF2-40B4-BE49-F238E27FC236}">
                  <a16:creationId xmlns:a16="http://schemas.microsoft.com/office/drawing/2014/main" id="{A871DFEE-AF3B-7CA0-EB12-4CE0B3D1710D}"/>
                </a:ext>
              </a:extLst>
            </p:cNvPr>
            <p:cNvSpPr>
              <a:spLocks noGrp="1"/>
            </p:cNvSpPr>
            <p:nvPr/>
          </p:nvSpPr>
          <p:spPr>
            <a:xfrm>
              <a:off x="3605893" y="1856577"/>
              <a:ext cx="1995163" cy="1448053"/>
            </a:xfrm>
            <a:custGeom>
              <a:avLst/>
              <a:gdLst/>
              <a:ahLst/>
              <a:cxnLst/>
              <a:rect l="0" t="0" r="0" b="0"/>
              <a:pathLst>
                <a:path w="1995163" h="1448053">
                  <a:moveTo>
                    <a:pt x="94371" y="1366058"/>
                  </a:moveTo>
                  <a:lnTo>
                    <a:pt x="183654" y="1344169"/>
                  </a:lnTo>
                  <a:lnTo>
                    <a:pt x="164718" y="1339419"/>
                  </a:lnTo>
                  <a:close/>
                  <a:moveTo>
                    <a:pt x="164718" y="1339419"/>
                  </a:moveTo>
                  <a:lnTo>
                    <a:pt x="250871" y="1329970"/>
                  </a:lnTo>
                  <a:lnTo>
                    <a:pt x="215985" y="1258239"/>
                  </a:lnTo>
                  <a:close/>
                  <a:moveTo>
                    <a:pt x="250871" y="1329970"/>
                  </a:moveTo>
                  <a:lnTo>
                    <a:pt x="164718" y="1339419"/>
                  </a:lnTo>
                  <a:lnTo>
                    <a:pt x="256503" y="1337880"/>
                  </a:lnTo>
                  <a:close/>
                  <a:moveTo>
                    <a:pt x="164718" y="1339419"/>
                  </a:moveTo>
                  <a:lnTo>
                    <a:pt x="183654" y="1344169"/>
                  </a:lnTo>
                  <a:lnTo>
                    <a:pt x="256503" y="1337880"/>
                  </a:lnTo>
                  <a:close/>
                  <a:moveTo>
                    <a:pt x="250871" y="1329970"/>
                  </a:moveTo>
                  <a:lnTo>
                    <a:pt x="256503" y="1337880"/>
                  </a:lnTo>
                  <a:lnTo>
                    <a:pt x="263246" y="1327622"/>
                  </a:lnTo>
                  <a:close/>
                  <a:moveTo>
                    <a:pt x="282448" y="1004104"/>
                  </a:moveTo>
                  <a:lnTo>
                    <a:pt x="282294" y="1004147"/>
                  </a:lnTo>
                  <a:lnTo>
                    <a:pt x="282371" y="1004191"/>
                  </a:lnTo>
                  <a:close/>
                  <a:moveTo>
                    <a:pt x="282448" y="1004104"/>
                  </a:moveTo>
                  <a:lnTo>
                    <a:pt x="300981" y="921889"/>
                  </a:lnTo>
                  <a:lnTo>
                    <a:pt x="282294" y="1004147"/>
                  </a:lnTo>
                  <a:close/>
                  <a:moveTo>
                    <a:pt x="300981" y="921889"/>
                  </a:moveTo>
                  <a:lnTo>
                    <a:pt x="232012" y="944933"/>
                  </a:lnTo>
                  <a:lnTo>
                    <a:pt x="282294" y="1004147"/>
                  </a:lnTo>
                  <a:close/>
                  <a:moveTo>
                    <a:pt x="282371" y="1004191"/>
                  </a:moveTo>
                  <a:lnTo>
                    <a:pt x="282294" y="1004147"/>
                  </a:lnTo>
                  <a:lnTo>
                    <a:pt x="279871" y="1004104"/>
                  </a:lnTo>
                  <a:close/>
                  <a:moveTo>
                    <a:pt x="0" y="795894"/>
                  </a:moveTo>
                  <a:lnTo>
                    <a:pt x="49292" y="839673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0" y="795894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8825" y="753967"/>
                  </a:lnTo>
                  <a:lnTo>
                    <a:pt x="0" y="795894"/>
                  </a:lnTo>
                  <a:close/>
                  <a:moveTo>
                    <a:pt x="60687" y="732667"/>
                  </a:moveTo>
                  <a:lnTo>
                    <a:pt x="67486" y="675243"/>
                  </a:lnTo>
                  <a:lnTo>
                    <a:pt x="22942" y="713680"/>
                  </a:lnTo>
                  <a:close/>
                  <a:moveTo>
                    <a:pt x="282371" y="1004191"/>
                  </a:moveTo>
                  <a:lnTo>
                    <a:pt x="279871" y="1004104"/>
                  </a:lnTo>
                  <a:lnTo>
                    <a:pt x="346599" y="1029126"/>
                  </a:lnTo>
                  <a:close/>
                  <a:moveTo>
                    <a:pt x="395322" y="972849"/>
                  </a:moveTo>
                  <a:lnTo>
                    <a:pt x="282448" y="1004104"/>
                  </a:lnTo>
                  <a:lnTo>
                    <a:pt x="408468" y="981786"/>
                  </a:lnTo>
                  <a:close/>
                  <a:moveTo>
                    <a:pt x="408468" y="981786"/>
                  </a:moveTo>
                  <a:lnTo>
                    <a:pt x="282448" y="1004104"/>
                  </a:lnTo>
                  <a:lnTo>
                    <a:pt x="282371" y="1004191"/>
                  </a:lnTo>
                  <a:close/>
                  <a:moveTo>
                    <a:pt x="300981" y="921889"/>
                  </a:moveTo>
                  <a:lnTo>
                    <a:pt x="395322" y="972849"/>
                  </a:lnTo>
                  <a:lnTo>
                    <a:pt x="372153" y="891593"/>
                  </a:lnTo>
                  <a:close/>
                  <a:moveTo>
                    <a:pt x="300981" y="921889"/>
                  </a:moveTo>
                  <a:lnTo>
                    <a:pt x="282448" y="1004104"/>
                  </a:lnTo>
                  <a:lnTo>
                    <a:pt x="395322" y="972849"/>
                  </a:lnTo>
                  <a:close/>
                  <a:moveTo>
                    <a:pt x="419493" y="965667"/>
                  </a:moveTo>
                  <a:lnTo>
                    <a:pt x="401591" y="883451"/>
                  </a:lnTo>
                  <a:lnTo>
                    <a:pt x="395322" y="972849"/>
                  </a:lnTo>
                  <a:close/>
                  <a:moveTo>
                    <a:pt x="401591" y="883451"/>
                  </a:moveTo>
                  <a:lnTo>
                    <a:pt x="372153" y="891593"/>
                  </a:lnTo>
                  <a:lnTo>
                    <a:pt x="395322" y="972849"/>
                  </a:lnTo>
                  <a:close/>
                  <a:moveTo>
                    <a:pt x="395322" y="972849"/>
                  </a:moveTo>
                  <a:lnTo>
                    <a:pt x="408468" y="981786"/>
                  </a:lnTo>
                  <a:lnTo>
                    <a:pt x="419493" y="965667"/>
                  </a:lnTo>
                  <a:close/>
                  <a:moveTo>
                    <a:pt x="60687" y="732667"/>
                  </a:moveTo>
                  <a:lnTo>
                    <a:pt x="56545" y="757458"/>
                  </a:lnTo>
                  <a:lnTo>
                    <a:pt x="85371" y="742781"/>
                  </a:lnTo>
                  <a:close/>
                  <a:moveTo>
                    <a:pt x="85371" y="742781"/>
                  </a:moveTo>
                  <a:lnTo>
                    <a:pt x="67486" y="675243"/>
                  </a:lnTo>
                  <a:lnTo>
                    <a:pt x="60687" y="732667"/>
                  </a:lnTo>
                  <a:close/>
                  <a:moveTo>
                    <a:pt x="166596" y="637246"/>
                  </a:moveTo>
                  <a:lnTo>
                    <a:pt x="67486" y="675243"/>
                  </a:lnTo>
                  <a:lnTo>
                    <a:pt x="85371" y="742781"/>
                  </a:lnTo>
                  <a:close/>
                  <a:moveTo>
                    <a:pt x="177852" y="728187"/>
                  </a:moveTo>
                  <a:lnTo>
                    <a:pt x="166596" y="637246"/>
                  </a:lnTo>
                  <a:lnTo>
                    <a:pt x="85371" y="742781"/>
                  </a:lnTo>
                  <a:close/>
                  <a:moveTo>
                    <a:pt x="93908" y="593028"/>
                  </a:moveTo>
                  <a:lnTo>
                    <a:pt x="67486" y="675243"/>
                  </a:lnTo>
                  <a:lnTo>
                    <a:pt x="166596" y="637246"/>
                  </a:lnTo>
                  <a:close/>
                  <a:moveTo>
                    <a:pt x="167823" y="636806"/>
                  </a:moveTo>
                  <a:lnTo>
                    <a:pt x="167525" y="554592"/>
                  </a:lnTo>
                  <a:lnTo>
                    <a:pt x="166596" y="637246"/>
                  </a:lnTo>
                  <a:close/>
                  <a:moveTo>
                    <a:pt x="167525" y="554592"/>
                  </a:moveTo>
                  <a:lnTo>
                    <a:pt x="104936" y="587284"/>
                  </a:lnTo>
                  <a:lnTo>
                    <a:pt x="166596" y="637246"/>
                  </a:lnTo>
                  <a:close/>
                  <a:moveTo>
                    <a:pt x="401591" y="883451"/>
                  </a:moveTo>
                  <a:lnTo>
                    <a:pt x="514942" y="886015"/>
                  </a:lnTo>
                  <a:lnTo>
                    <a:pt x="481363" y="863399"/>
                  </a:lnTo>
                  <a:close/>
                  <a:moveTo>
                    <a:pt x="499349" y="927231"/>
                  </a:moveTo>
                  <a:lnTo>
                    <a:pt x="514942" y="886015"/>
                  </a:lnTo>
                  <a:lnTo>
                    <a:pt x="401591" y="883451"/>
                  </a:lnTo>
                  <a:close/>
                  <a:moveTo>
                    <a:pt x="419493" y="965667"/>
                  </a:moveTo>
                  <a:lnTo>
                    <a:pt x="499349" y="927231"/>
                  </a:lnTo>
                  <a:lnTo>
                    <a:pt x="401591" y="883451"/>
                  </a:lnTo>
                  <a:close/>
                  <a:moveTo>
                    <a:pt x="392140" y="801237"/>
                  </a:moveTo>
                  <a:lnTo>
                    <a:pt x="481363" y="863399"/>
                  </a:lnTo>
                  <a:lnTo>
                    <a:pt x="463731" y="777642"/>
                  </a:lnTo>
                  <a:close/>
                  <a:moveTo>
                    <a:pt x="392140" y="801237"/>
                  </a:moveTo>
                  <a:lnTo>
                    <a:pt x="401591" y="883451"/>
                  </a:lnTo>
                  <a:lnTo>
                    <a:pt x="481363" y="863399"/>
                  </a:lnTo>
                  <a:close/>
                  <a:moveTo>
                    <a:pt x="481363" y="863399"/>
                  </a:moveTo>
                  <a:lnTo>
                    <a:pt x="514942" y="886015"/>
                  </a:lnTo>
                  <a:lnTo>
                    <a:pt x="537816" y="845015"/>
                  </a:lnTo>
                  <a:close/>
                  <a:moveTo>
                    <a:pt x="167525" y="554592"/>
                  </a:moveTo>
                  <a:lnTo>
                    <a:pt x="277571" y="607618"/>
                  </a:lnTo>
                  <a:lnTo>
                    <a:pt x="248092" y="531491"/>
                  </a:lnTo>
                  <a:close/>
                  <a:moveTo>
                    <a:pt x="167525" y="554592"/>
                  </a:moveTo>
                  <a:lnTo>
                    <a:pt x="167823" y="636806"/>
                  </a:lnTo>
                  <a:lnTo>
                    <a:pt x="277571" y="607618"/>
                  </a:lnTo>
                  <a:close/>
                  <a:moveTo>
                    <a:pt x="315711" y="598370"/>
                  </a:moveTo>
                  <a:lnTo>
                    <a:pt x="345895" y="532638"/>
                  </a:lnTo>
                  <a:lnTo>
                    <a:pt x="277571" y="607618"/>
                  </a:lnTo>
                  <a:close/>
                  <a:moveTo>
                    <a:pt x="277571" y="607618"/>
                  </a:moveTo>
                  <a:lnTo>
                    <a:pt x="336162" y="520484"/>
                  </a:lnTo>
                  <a:lnTo>
                    <a:pt x="248092" y="531491"/>
                  </a:lnTo>
                  <a:close/>
                  <a:moveTo>
                    <a:pt x="921398" y="1075856"/>
                  </a:moveTo>
                  <a:lnTo>
                    <a:pt x="797654" y="1107055"/>
                  </a:lnTo>
                  <a:lnTo>
                    <a:pt x="881156" y="1135440"/>
                  </a:lnTo>
                  <a:close/>
                  <a:moveTo>
                    <a:pt x="881156" y="1135440"/>
                  </a:moveTo>
                  <a:lnTo>
                    <a:pt x="797654" y="1107055"/>
                  </a:lnTo>
                  <a:lnTo>
                    <a:pt x="857951" y="1139385"/>
                  </a:lnTo>
                  <a:close/>
                  <a:moveTo>
                    <a:pt x="910991" y="1056764"/>
                  </a:moveTo>
                  <a:lnTo>
                    <a:pt x="921398" y="1075856"/>
                  </a:lnTo>
                  <a:lnTo>
                    <a:pt x="922606" y="1053224"/>
                  </a:lnTo>
                  <a:close/>
                  <a:moveTo>
                    <a:pt x="429196" y="559934"/>
                  </a:moveTo>
                  <a:lnTo>
                    <a:pt x="402199" y="566889"/>
                  </a:lnTo>
                  <a:lnTo>
                    <a:pt x="406771" y="680585"/>
                  </a:lnTo>
                  <a:close/>
                  <a:moveTo>
                    <a:pt x="381453" y="665584"/>
                  </a:moveTo>
                  <a:lnTo>
                    <a:pt x="402199" y="566889"/>
                  </a:lnTo>
                  <a:lnTo>
                    <a:pt x="315711" y="598370"/>
                  </a:lnTo>
                  <a:close/>
                  <a:moveTo>
                    <a:pt x="345895" y="532638"/>
                  </a:moveTo>
                  <a:lnTo>
                    <a:pt x="315711" y="598370"/>
                  </a:lnTo>
                  <a:lnTo>
                    <a:pt x="402199" y="566889"/>
                  </a:lnTo>
                  <a:close/>
                  <a:moveTo>
                    <a:pt x="477534" y="530952"/>
                  </a:moveTo>
                  <a:lnTo>
                    <a:pt x="402199" y="566889"/>
                  </a:lnTo>
                  <a:lnTo>
                    <a:pt x="429196" y="559934"/>
                  </a:lnTo>
                  <a:close/>
                  <a:moveTo>
                    <a:pt x="345895" y="532638"/>
                  </a:moveTo>
                  <a:lnTo>
                    <a:pt x="402199" y="566889"/>
                  </a:lnTo>
                  <a:lnTo>
                    <a:pt x="477534" y="530952"/>
                  </a:lnTo>
                  <a:close/>
                  <a:moveTo>
                    <a:pt x="1343400" y="1448053"/>
                  </a:moveTo>
                  <a:lnTo>
                    <a:pt x="1376427" y="1447298"/>
                  </a:lnTo>
                  <a:lnTo>
                    <a:pt x="1419896" y="1425863"/>
                  </a:lnTo>
                  <a:close/>
                  <a:moveTo>
                    <a:pt x="1041181" y="1217655"/>
                  </a:moveTo>
                  <a:lnTo>
                    <a:pt x="1113412" y="1261433"/>
                  </a:lnTo>
                  <a:lnTo>
                    <a:pt x="1111539" y="1179218"/>
                  </a:lnTo>
                  <a:close/>
                  <a:moveTo>
                    <a:pt x="1111539" y="1179218"/>
                  </a:moveTo>
                  <a:lnTo>
                    <a:pt x="1142164" y="1128745"/>
                  </a:lnTo>
                  <a:lnTo>
                    <a:pt x="1041181" y="1217655"/>
                  </a:lnTo>
                  <a:close/>
                  <a:moveTo>
                    <a:pt x="921398" y="1075856"/>
                  </a:moveTo>
                  <a:lnTo>
                    <a:pt x="881156" y="1135440"/>
                  </a:lnTo>
                  <a:lnTo>
                    <a:pt x="954808" y="1121234"/>
                  </a:lnTo>
                  <a:close/>
                  <a:moveTo>
                    <a:pt x="954808" y="1121234"/>
                  </a:moveTo>
                  <a:lnTo>
                    <a:pt x="922606" y="1053224"/>
                  </a:lnTo>
                  <a:lnTo>
                    <a:pt x="921398" y="1075856"/>
                  </a:lnTo>
                  <a:close/>
                  <a:moveTo>
                    <a:pt x="1022191" y="1026952"/>
                  </a:moveTo>
                  <a:lnTo>
                    <a:pt x="922606" y="1053224"/>
                  </a:lnTo>
                  <a:lnTo>
                    <a:pt x="954808" y="1121234"/>
                  </a:lnTo>
                  <a:close/>
                  <a:moveTo>
                    <a:pt x="531603" y="517904"/>
                  </a:moveTo>
                  <a:lnTo>
                    <a:pt x="429196" y="559934"/>
                  </a:lnTo>
                  <a:lnTo>
                    <a:pt x="527500" y="521497"/>
                  </a:lnTo>
                  <a:close/>
                  <a:moveTo>
                    <a:pt x="531603" y="517904"/>
                  </a:moveTo>
                  <a:lnTo>
                    <a:pt x="477534" y="530952"/>
                  </a:lnTo>
                  <a:lnTo>
                    <a:pt x="429196" y="559934"/>
                  </a:lnTo>
                  <a:close/>
                  <a:moveTo>
                    <a:pt x="1473452" y="1402915"/>
                  </a:moveTo>
                  <a:lnTo>
                    <a:pt x="1419896" y="1425863"/>
                  </a:lnTo>
                  <a:lnTo>
                    <a:pt x="1501359" y="1420539"/>
                  </a:lnTo>
                  <a:close/>
                  <a:moveTo>
                    <a:pt x="1624233" y="525275"/>
                  </a:moveTo>
                  <a:lnTo>
                    <a:pt x="1574370" y="575960"/>
                  </a:lnTo>
                  <a:lnTo>
                    <a:pt x="1623019" y="537524"/>
                  </a:lnTo>
                  <a:close/>
                  <a:moveTo>
                    <a:pt x="1579824" y="574440"/>
                  </a:moveTo>
                  <a:lnTo>
                    <a:pt x="1624233" y="525275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16986" y="455309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23019" y="537524"/>
                  </a:lnTo>
                  <a:lnTo>
                    <a:pt x="1660624" y="510602"/>
                  </a:lnTo>
                  <a:close/>
                  <a:moveTo>
                    <a:pt x="1624233" y="525275"/>
                  </a:moveTo>
                  <a:lnTo>
                    <a:pt x="1660624" y="510602"/>
                  </a:lnTo>
                  <a:lnTo>
                    <a:pt x="1616986" y="455309"/>
                  </a:lnTo>
                  <a:close/>
                  <a:moveTo>
                    <a:pt x="1616986" y="455309"/>
                  </a:moveTo>
                  <a:lnTo>
                    <a:pt x="1675282" y="499087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16986" y="455309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74761" y="416872"/>
                  </a:lnTo>
                  <a:lnTo>
                    <a:pt x="1703346" y="334657"/>
                  </a:lnTo>
                  <a:close/>
                  <a:moveTo>
                    <a:pt x="1703346" y="334657"/>
                  </a:moveTo>
                  <a:lnTo>
                    <a:pt x="1761478" y="329350"/>
                  </a:lnTo>
                  <a:lnTo>
                    <a:pt x="1707392" y="332987"/>
                  </a:lnTo>
                  <a:close/>
                  <a:moveTo>
                    <a:pt x="1674761" y="416872"/>
                  </a:moveTo>
                  <a:lnTo>
                    <a:pt x="1738499" y="378436"/>
                  </a:lnTo>
                  <a:lnTo>
                    <a:pt x="1703346" y="334657"/>
                  </a:lnTo>
                  <a:close/>
                  <a:moveTo>
                    <a:pt x="1666001" y="252442"/>
                  </a:moveTo>
                  <a:lnTo>
                    <a:pt x="1707392" y="332987"/>
                  </a:lnTo>
                  <a:lnTo>
                    <a:pt x="1702844" y="236593"/>
                  </a:lnTo>
                  <a:close/>
                  <a:moveTo>
                    <a:pt x="1666001" y="252442"/>
                  </a:moveTo>
                  <a:lnTo>
                    <a:pt x="1703346" y="334657"/>
                  </a:lnTo>
                  <a:lnTo>
                    <a:pt x="1707392" y="332987"/>
                  </a:lnTo>
                  <a:close/>
                  <a:moveTo>
                    <a:pt x="1757381" y="214005"/>
                  </a:moveTo>
                  <a:lnTo>
                    <a:pt x="1702844" y="236593"/>
                  </a:lnTo>
                  <a:lnTo>
                    <a:pt x="1707392" y="332987"/>
                  </a:lnTo>
                  <a:close/>
                  <a:moveTo>
                    <a:pt x="1703087" y="131791"/>
                  </a:moveTo>
                  <a:lnTo>
                    <a:pt x="1702844" y="236593"/>
                  </a:lnTo>
                  <a:lnTo>
                    <a:pt x="1712836" y="147484"/>
                  </a:lnTo>
                  <a:close/>
                  <a:moveTo>
                    <a:pt x="1666001" y="252442"/>
                  </a:moveTo>
                  <a:lnTo>
                    <a:pt x="1702844" y="236593"/>
                  </a:lnTo>
                  <a:lnTo>
                    <a:pt x="1703087" y="131791"/>
                  </a:lnTo>
                  <a:close/>
                  <a:moveTo>
                    <a:pt x="1613911" y="170227"/>
                  </a:moveTo>
                  <a:lnTo>
                    <a:pt x="1666001" y="252442"/>
                  </a:lnTo>
                  <a:lnTo>
                    <a:pt x="1703087" y="131791"/>
                  </a:lnTo>
                  <a:close/>
                  <a:moveTo>
                    <a:pt x="1702844" y="236593"/>
                  </a:moveTo>
                  <a:lnTo>
                    <a:pt x="1757381" y="214005"/>
                  </a:lnTo>
                  <a:lnTo>
                    <a:pt x="1712836" y="147484"/>
                  </a:lnTo>
                  <a:close/>
                  <a:moveTo>
                    <a:pt x="1703087" y="131791"/>
                  </a:moveTo>
                  <a:lnTo>
                    <a:pt x="1703591" y="112921"/>
                  </a:lnTo>
                  <a:lnTo>
                    <a:pt x="1600922" y="88011"/>
                  </a:lnTo>
                  <a:close/>
                  <a:moveTo>
                    <a:pt x="1715534" y="126184"/>
                  </a:moveTo>
                  <a:lnTo>
                    <a:pt x="1712836" y="147484"/>
                  </a:lnTo>
                  <a:lnTo>
                    <a:pt x="1786910" y="93354"/>
                  </a:lnTo>
                  <a:close/>
                  <a:moveTo>
                    <a:pt x="1786910" y="93354"/>
                  </a:moveTo>
                  <a:lnTo>
                    <a:pt x="1712836" y="147484"/>
                  </a:lnTo>
                  <a:lnTo>
                    <a:pt x="1757381" y="214005"/>
                  </a:lnTo>
                  <a:close/>
                  <a:moveTo>
                    <a:pt x="1786910" y="93354"/>
                  </a:moveTo>
                  <a:lnTo>
                    <a:pt x="1757381" y="214005"/>
                  </a:lnTo>
                  <a:lnTo>
                    <a:pt x="1828200" y="175569"/>
                  </a:lnTo>
                  <a:close/>
                  <a:moveTo>
                    <a:pt x="1703087" y="131791"/>
                  </a:moveTo>
                  <a:lnTo>
                    <a:pt x="1712836" y="147484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03087" y="131791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15534" y="126184"/>
                  </a:lnTo>
                  <a:lnTo>
                    <a:pt x="1707329" y="49575"/>
                  </a:lnTo>
                  <a:close/>
                  <a:moveTo>
                    <a:pt x="1707329" y="49575"/>
                  </a:moveTo>
                  <a:lnTo>
                    <a:pt x="1715534" y="126184"/>
                  </a:lnTo>
                  <a:lnTo>
                    <a:pt x="1786910" y="93354"/>
                  </a:lnTo>
                  <a:close/>
                  <a:moveTo>
                    <a:pt x="1707329" y="49575"/>
                  </a:moveTo>
                  <a:lnTo>
                    <a:pt x="1786910" y="93354"/>
                  </a:lnTo>
                  <a:lnTo>
                    <a:pt x="1798972" y="11138"/>
                  </a:lnTo>
                  <a:close/>
                  <a:moveTo>
                    <a:pt x="1806140" y="2474"/>
                  </a:moveTo>
                  <a:lnTo>
                    <a:pt x="1707329" y="49575"/>
                  </a:lnTo>
                  <a:lnTo>
                    <a:pt x="1798972" y="11138"/>
                  </a:lnTo>
                  <a:close/>
                  <a:moveTo>
                    <a:pt x="1786910" y="93354"/>
                  </a:moveTo>
                  <a:lnTo>
                    <a:pt x="1873206" y="158684"/>
                  </a:lnTo>
                  <a:lnTo>
                    <a:pt x="1864486" y="65681"/>
                  </a:lnTo>
                  <a:close/>
                  <a:moveTo>
                    <a:pt x="1786910" y="93354"/>
                  </a:moveTo>
                  <a:lnTo>
                    <a:pt x="1828200" y="175569"/>
                  </a:lnTo>
                  <a:lnTo>
                    <a:pt x="1873206" y="158684"/>
                  </a:lnTo>
                  <a:close/>
                  <a:moveTo>
                    <a:pt x="1798972" y="11138"/>
                  </a:moveTo>
                  <a:lnTo>
                    <a:pt x="1864486" y="65681"/>
                  </a:lnTo>
                  <a:lnTo>
                    <a:pt x="1814866" y="5929"/>
                  </a:lnTo>
                  <a:close/>
                  <a:moveTo>
                    <a:pt x="1798972" y="11138"/>
                  </a:moveTo>
                  <a:lnTo>
                    <a:pt x="1786910" y="93354"/>
                  </a:lnTo>
                  <a:lnTo>
                    <a:pt x="1864486" y="65681"/>
                  </a:lnTo>
                  <a:close/>
                  <a:moveTo>
                    <a:pt x="1898664" y="54917"/>
                  </a:moveTo>
                  <a:lnTo>
                    <a:pt x="1937568" y="0"/>
                  </a:lnTo>
                  <a:lnTo>
                    <a:pt x="1864486" y="65681"/>
                  </a:lnTo>
                  <a:close/>
                  <a:moveTo>
                    <a:pt x="1864486" y="65681"/>
                  </a:moveTo>
                  <a:lnTo>
                    <a:pt x="1937568" y="0"/>
                  </a:lnTo>
                  <a:lnTo>
                    <a:pt x="1892514" y="3395"/>
                  </a:lnTo>
                  <a:close/>
                  <a:moveTo>
                    <a:pt x="1864486" y="65681"/>
                  </a:moveTo>
                  <a:lnTo>
                    <a:pt x="1892514" y="3395"/>
                  </a:lnTo>
                  <a:lnTo>
                    <a:pt x="1814866" y="5929"/>
                  </a:lnTo>
                  <a:close/>
                  <a:moveTo>
                    <a:pt x="1806140" y="2474"/>
                  </a:moveTo>
                  <a:lnTo>
                    <a:pt x="1798972" y="11138"/>
                  </a:lnTo>
                  <a:lnTo>
                    <a:pt x="1814866" y="5929"/>
                  </a:lnTo>
                  <a:close/>
                  <a:moveTo>
                    <a:pt x="1995163" y="137"/>
                  </a:moveTo>
                  <a:lnTo>
                    <a:pt x="1937568" y="0"/>
                  </a:lnTo>
                  <a:lnTo>
                    <a:pt x="1898664" y="5491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21" name="Candidate_density__2140">
              <a:extLst>
                <a:ext uri="{FF2B5EF4-FFF2-40B4-BE49-F238E27FC236}">
                  <a16:creationId xmlns:a16="http://schemas.microsoft.com/office/drawing/2014/main" id="{7FC9B246-2B0C-88CC-72EE-1AD55632BF81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279891"/>
              <a:ext cx="2375204" cy="1231165"/>
            </a:xfrm>
            <a:custGeom>
              <a:avLst/>
              <a:gdLst/>
              <a:ahLst/>
              <a:cxnLst/>
              <a:rect l="0" t="0" r="0" b="0"/>
              <a:pathLst>
                <a:path w="2375204" h="1231165">
                  <a:moveTo>
                    <a:pt x="342165" y="1231165"/>
                  </a:moveTo>
                  <a:lnTo>
                    <a:pt x="263629" y="1216188"/>
                  </a:lnTo>
                  <a:lnTo>
                    <a:pt x="208692" y="1181431"/>
                  </a:lnTo>
                  <a:close/>
                  <a:moveTo>
                    <a:pt x="533931" y="1175626"/>
                  </a:moveTo>
                  <a:lnTo>
                    <a:pt x="486267" y="1137544"/>
                  </a:lnTo>
                  <a:lnTo>
                    <a:pt x="556387" y="1194732"/>
                  </a:lnTo>
                  <a:close/>
                  <a:moveTo>
                    <a:pt x="0" y="787839"/>
                  </a:moveTo>
                  <a:lnTo>
                    <a:pt x="76926" y="796797"/>
                  </a:lnTo>
                  <a:lnTo>
                    <a:pt x="126845" y="768232"/>
                  </a:lnTo>
                  <a:close/>
                  <a:moveTo>
                    <a:pt x="505658" y="1133376"/>
                  </a:moveTo>
                  <a:lnTo>
                    <a:pt x="515511" y="1194732"/>
                  </a:lnTo>
                  <a:lnTo>
                    <a:pt x="533931" y="1175626"/>
                  </a:lnTo>
                  <a:close/>
                  <a:moveTo>
                    <a:pt x="792489" y="1154613"/>
                  </a:moveTo>
                  <a:lnTo>
                    <a:pt x="826561" y="1142759"/>
                  </a:lnTo>
                  <a:lnTo>
                    <a:pt x="836461" y="1117859"/>
                  </a:lnTo>
                  <a:close/>
                  <a:moveTo>
                    <a:pt x="813652" y="1170283"/>
                  </a:moveTo>
                  <a:lnTo>
                    <a:pt x="826561" y="1142759"/>
                  </a:lnTo>
                  <a:lnTo>
                    <a:pt x="792489" y="1154613"/>
                  </a:lnTo>
                  <a:close/>
                  <a:moveTo>
                    <a:pt x="173230" y="409523"/>
                  </a:moveTo>
                  <a:lnTo>
                    <a:pt x="151553" y="377923"/>
                  </a:lnTo>
                  <a:lnTo>
                    <a:pt x="169033" y="432107"/>
                  </a:lnTo>
                  <a:close/>
                  <a:moveTo>
                    <a:pt x="830120" y="1035644"/>
                  </a:moveTo>
                  <a:lnTo>
                    <a:pt x="854760" y="997207"/>
                  </a:lnTo>
                  <a:lnTo>
                    <a:pt x="836461" y="1117859"/>
                  </a:lnTo>
                  <a:close/>
                  <a:moveTo>
                    <a:pt x="810339" y="914992"/>
                  </a:moveTo>
                  <a:lnTo>
                    <a:pt x="854760" y="997207"/>
                  </a:lnTo>
                  <a:lnTo>
                    <a:pt x="749988" y="953428"/>
                  </a:lnTo>
                  <a:close/>
                  <a:moveTo>
                    <a:pt x="795882" y="906924"/>
                  </a:moveTo>
                  <a:lnTo>
                    <a:pt x="854760" y="997207"/>
                  </a:lnTo>
                  <a:lnTo>
                    <a:pt x="810339" y="914992"/>
                  </a:lnTo>
                  <a:close/>
                  <a:moveTo>
                    <a:pt x="795882" y="906924"/>
                  </a:moveTo>
                  <a:lnTo>
                    <a:pt x="856307" y="899358"/>
                  </a:lnTo>
                  <a:lnTo>
                    <a:pt x="817152" y="816419"/>
                  </a:lnTo>
                  <a:close/>
                  <a:moveTo>
                    <a:pt x="670833" y="547696"/>
                  </a:moveTo>
                  <a:lnTo>
                    <a:pt x="670645" y="547779"/>
                  </a:lnTo>
                  <a:lnTo>
                    <a:pt x="735592" y="511480"/>
                  </a:lnTo>
                  <a:close/>
                  <a:moveTo>
                    <a:pt x="1074172" y="920335"/>
                  </a:moveTo>
                  <a:lnTo>
                    <a:pt x="1075584" y="946684"/>
                  </a:lnTo>
                  <a:lnTo>
                    <a:pt x="1090684" y="949124"/>
                  </a:lnTo>
                  <a:close/>
                  <a:moveTo>
                    <a:pt x="917028" y="480777"/>
                  </a:moveTo>
                  <a:lnTo>
                    <a:pt x="978599" y="479194"/>
                  </a:lnTo>
                  <a:lnTo>
                    <a:pt x="941432" y="470823"/>
                  </a:lnTo>
                  <a:close/>
                  <a:moveTo>
                    <a:pt x="950967" y="544214"/>
                  </a:moveTo>
                  <a:lnTo>
                    <a:pt x="978599" y="479194"/>
                  </a:lnTo>
                  <a:lnTo>
                    <a:pt x="917028" y="480777"/>
                  </a:lnTo>
                  <a:close/>
                  <a:moveTo>
                    <a:pt x="1578159" y="925677"/>
                  </a:moveTo>
                  <a:lnTo>
                    <a:pt x="1611861" y="828376"/>
                  </a:lnTo>
                  <a:lnTo>
                    <a:pt x="1590763" y="805026"/>
                  </a:lnTo>
                  <a:close/>
                  <a:moveTo>
                    <a:pt x="1578159" y="925677"/>
                  </a:moveTo>
                  <a:lnTo>
                    <a:pt x="1590763" y="805026"/>
                  </a:lnTo>
                  <a:lnTo>
                    <a:pt x="1597709" y="887240"/>
                  </a:lnTo>
                  <a:close/>
                  <a:moveTo>
                    <a:pt x="1611861" y="828376"/>
                  </a:moveTo>
                  <a:lnTo>
                    <a:pt x="1604845" y="733987"/>
                  </a:lnTo>
                  <a:lnTo>
                    <a:pt x="1590763" y="805026"/>
                  </a:lnTo>
                  <a:close/>
                  <a:moveTo>
                    <a:pt x="1604845" y="733987"/>
                  </a:moveTo>
                  <a:lnTo>
                    <a:pt x="1590745" y="722810"/>
                  </a:lnTo>
                  <a:lnTo>
                    <a:pt x="1590763" y="805026"/>
                  </a:lnTo>
                  <a:close/>
                  <a:moveTo>
                    <a:pt x="1590745" y="722810"/>
                  </a:moveTo>
                  <a:lnTo>
                    <a:pt x="1662096" y="684373"/>
                  </a:lnTo>
                  <a:lnTo>
                    <a:pt x="1590763" y="805026"/>
                  </a:lnTo>
                  <a:close/>
                  <a:moveTo>
                    <a:pt x="1659800" y="589218"/>
                  </a:moveTo>
                  <a:lnTo>
                    <a:pt x="1663438" y="675270"/>
                  </a:lnTo>
                  <a:lnTo>
                    <a:pt x="1657269" y="602159"/>
                  </a:lnTo>
                  <a:close/>
                  <a:moveTo>
                    <a:pt x="1610564" y="262381"/>
                  </a:moveTo>
                  <a:lnTo>
                    <a:pt x="1517882" y="343727"/>
                  </a:lnTo>
                  <a:lnTo>
                    <a:pt x="1500073" y="343132"/>
                  </a:lnTo>
                  <a:close/>
                  <a:moveTo>
                    <a:pt x="1671168" y="273767"/>
                  </a:moveTo>
                  <a:lnTo>
                    <a:pt x="1610564" y="262381"/>
                  </a:lnTo>
                  <a:lnTo>
                    <a:pt x="1744504" y="269300"/>
                  </a:lnTo>
                  <a:close/>
                  <a:moveTo>
                    <a:pt x="1959350" y="300052"/>
                  </a:moveTo>
                  <a:lnTo>
                    <a:pt x="2041517" y="321073"/>
                  </a:lnTo>
                  <a:lnTo>
                    <a:pt x="2083688" y="271075"/>
                  </a:lnTo>
                  <a:close/>
                  <a:moveTo>
                    <a:pt x="2210169" y="245546"/>
                  </a:moveTo>
                  <a:lnTo>
                    <a:pt x="2207747" y="246523"/>
                  </a:lnTo>
                  <a:lnTo>
                    <a:pt x="2277704" y="223950"/>
                  </a:lnTo>
                  <a:close/>
                  <a:moveTo>
                    <a:pt x="2083688" y="271075"/>
                  </a:moveTo>
                  <a:lnTo>
                    <a:pt x="2159622" y="276323"/>
                  </a:lnTo>
                  <a:lnTo>
                    <a:pt x="2103570" y="270625"/>
                  </a:lnTo>
                  <a:close/>
                  <a:moveTo>
                    <a:pt x="2210169" y="245546"/>
                  </a:moveTo>
                  <a:lnTo>
                    <a:pt x="2306438" y="126790"/>
                  </a:lnTo>
                  <a:lnTo>
                    <a:pt x="2306478" y="124894"/>
                  </a:lnTo>
                  <a:close/>
                  <a:moveTo>
                    <a:pt x="2306478" y="124894"/>
                  </a:moveTo>
                  <a:lnTo>
                    <a:pt x="2297457" y="82602"/>
                  </a:lnTo>
                  <a:lnTo>
                    <a:pt x="2336422" y="13084"/>
                  </a:lnTo>
                  <a:close/>
                  <a:moveTo>
                    <a:pt x="2297457" y="82602"/>
                  </a:moveTo>
                  <a:lnTo>
                    <a:pt x="2325005" y="124894"/>
                  </a:lnTo>
                  <a:lnTo>
                    <a:pt x="2336422" y="13084"/>
                  </a:lnTo>
                  <a:close/>
                  <a:moveTo>
                    <a:pt x="2339277" y="0"/>
                  </a:moveTo>
                  <a:lnTo>
                    <a:pt x="2336422" y="13084"/>
                  </a:lnTo>
                  <a:lnTo>
                    <a:pt x="2375204" y="424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22" name="Candidate_density__2141">
              <a:extLst>
                <a:ext uri="{FF2B5EF4-FFF2-40B4-BE49-F238E27FC236}">
                  <a16:creationId xmlns:a16="http://schemas.microsoft.com/office/drawing/2014/main" id="{211ED4FA-B060-CD19-6E60-4F7173B926DC}"/>
                </a:ext>
              </a:extLst>
            </p:cNvPr>
            <p:cNvSpPr>
              <a:spLocks noGrp="1"/>
            </p:cNvSpPr>
            <p:nvPr/>
          </p:nvSpPr>
          <p:spPr>
            <a:xfrm>
              <a:off x="3756366" y="2404785"/>
              <a:ext cx="2229552" cy="1105100"/>
            </a:xfrm>
            <a:custGeom>
              <a:avLst/>
              <a:gdLst/>
              <a:ahLst/>
              <a:cxnLst/>
              <a:rect l="0" t="0" r="0" b="0"/>
              <a:pathLst>
                <a:path w="2229552" h="1105100">
                  <a:moveTo>
                    <a:pt x="438585" y="1069838"/>
                  </a:moveTo>
                  <a:lnTo>
                    <a:pt x="335129" y="1088922"/>
                  </a:lnTo>
                  <a:lnTo>
                    <a:pt x="457004" y="1050732"/>
                  </a:lnTo>
                  <a:close/>
                  <a:moveTo>
                    <a:pt x="0" y="671902"/>
                  </a:moveTo>
                  <a:lnTo>
                    <a:pt x="63343" y="630075"/>
                  </a:lnTo>
                  <a:lnTo>
                    <a:pt x="118149" y="619783"/>
                  </a:lnTo>
                  <a:close/>
                  <a:moveTo>
                    <a:pt x="49918" y="643338"/>
                  </a:moveTo>
                  <a:lnTo>
                    <a:pt x="0" y="671902"/>
                  </a:lnTo>
                  <a:lnTo>
                    <a:pt x="118149" y="619783"/>
                  </a:lnTo>
                  <a:close/>
                  <a:moveTo>
                    <a:pt x="394149" y="1094384"/>
                  </a:moveTo>
                  <a:lnTo>
                    <a:pt x="269679" y="1105100"/>
                  </a:lnTo>
                  <a:lnTo>
                    <a:pt x="350081" y="1100326"/>
                  </a:lnTo>
                  <a:close/>
                  <a:moveTo>
                    <a:pt x="438585" y="1069838"/>
                  </a:moveTo>
                  <a:lnTo>
                    <a:pt x="394149" y="1094384"/>
                  </a:lnTo>
                  <a:lnTo>
                    <a:pt x="350081" y="1100326"/>
                  </a:lnTo>
                  <a:close/>
                  <a:moveTo>
                    <a:pt x="92107" y="307213"/>
                  </a:moveTo>
                  <a:lnTo>
                    <a:pt x="55412" y="357373"/>
                  </a:lnTo>
                  <a:lnTo>
                    <a:pt x="24320" y="332429"/>
                  </a:lnTo>
                  <a:close/>
                  <a:moveTo>
                    <a:pt x="733412" y="790098"/>
                  </a:moveTo>
                  <a:lnTo>
                    <a:pt x="673062" y="828534"/>
                  </a:lnTo>
                  <a:lnTo>
                    <a:pt x="779380" y="774464"/>
                  </a:lnTo>
                  <a:close/>
                  <a:moveTo>
                    <a:pt x="733412" y="790098"/>
                  </a:moveTo>
                  <a:lnTo>
                    <a:pt x="779380" y="774464"/>
                  </a:lnTo>
                  <a:lnTo>
                    <a:pt x="718955" y="782030"/>
                  </a:lnTo>
                  <a:close/>
                  <a:moveTo>
                    <a:pt x="1218131" y="1080522"/>
                  </a:moveTo>
                  <a:lnTo>
                    <a:pt x="1287216" y="1042086"/>
                  </a:lnTo>
                  <a:lnTo>
                    <a:pt x="1271549" y="1069565"/>
                  </a:lnTo>
                  <a:close/>
                  <a:moveTo>
                    <a:pt x="1287216" y="1042086"/>
                  </a:moveTo>
                  <a:lnTo>
                    <a:pt x="1218131" y="1080522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287216" y="1042086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326325" y="995706"/>
                  </a:lnTo>
                  <a:lnTo>
                    <a:pt x="1445883" y="948853"/>
                  </a:lnTo>
                  <a:close/>
                  <a:moveTo>
                    <a:pt x="864506" y="345929"/>
                  </a:moveTo>
                  <a:lnTo>
                    <a:pt x="901672" y="354300"/>
                  </a:lnTo>
                  <a:lnTo>
                    <a:pt x="910510" y="340471"/>
                  </a:lnTo>
                  <a:close/>
                  <a:moveTo>
                    <a:pt x="1369078" y="940352"/>
                  </a:moveTo>
                  <a:lnTo>
                    <a:pt x="1445883" y="948853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489431" y="896468"/>
                  </a:lnTo>
                  <a:lnTo>
                    <a:pt x="1445883" y="948853"/>
                  </a:lnTo>
                  <a:close/>
                  <a:moveTo>
                    <a:pt x="1475932" y="921434"/>
                  </a:moveTo>
                  <a:lnTo>
                    <a:pt x="1500323" y="882997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501233" y="800783"/>
                  </a:lnTo>
                  <a:lnTo>
                    <a:pt x="1500323" y="882997"/>
                  </a:lnTo>
                  <a:close/>
                  <a:moveTo>
                    <a:pt x="921026" y="338566"/>
                  </a:moveTo>
                  <a:lnTo>
                    <a:pt x="864506" y="345929"/>
                  </a:lnTo>
                  <a:lnTo>
                    <a:pt x="910510" y="340471"/>
                  </a:lnTo>
                  <a:close/>
                  <a:moveTo>
                    <a:pt x="1501233" y="800783"/>
                  </a:moveTo>
                  <a:lnTo>
                    <a:pt x="1520782" y="762346"/>
                  </a:lnTo>
                  <a:lnTo>
                    <a:pt x="1500323" y="882997"/>
                  </a:lnTo>
                  <a:close/>
                  <a:moveTo>
                    <a:pt x="1527228" y="759128"/>
                  </a:moveTo>
                  <a:lnTo>
                    <a:pt x="1534935" y="703482"/>
                  </a:lnTo>
                  <a:lnTo>
                    <a:pt x="1501233" y="800783"/>
                  </a:lnTo>
                  <a:close/>
                  <a:moveTo>
                    <a:pt x="1513819" y="597916"/>
                  </a:moveTo>
                  <a:lnTo>
                    <a:pt x="1527919" y="609093"/>
                  </a:lnTo>
                  <a:lnTo>
                    <a:pt x="1538811" y="587233"/>
                  </a:lnTo>
                  <a:close/>
                  <a:moveTo>
                    <a:pt x="1513819" y="597916"/>
                  </a:moveTo>
                  <a:lnTo>
                    <a:pt x="1538811" y="587233"/>
                  </a:lnTo>
                  <a:lnTo>
                    <a:pt x="1586512" y="550376"/>
                  </a:lnTo>
                  <a:close/>
                  <a:moveTo>
                    <a:pt x="1586512" y="550376"/>
                  </a:moveTo>
                  <a:lnTo>
                    <a:pt x="1597775" y="512802"/>
                  </a:lnTo>
                  <a:lnTo>
                    <a:pt x="1580342" y="477264"/>
                  </a:lnTo>
                  <a:close/>
                  <a:moveTo>
                    <a:pt x="1882423" y="175158"/>
                  </a:moveTo>
                  <a:lnTo>
                    <a:pt x="2006762" y="146181"/>
                  </a:lnTo>
                  <a:lnTo>
                    <a:pt x="1933939" y="152569"/>
                  </a:lnTo>
                  <a:close/>
                  <a:moveTo>
                    <a:pt x="1933939" y="152569"/>
                  </a:moveTo>
                  <a:lnTo>
                    <a:pt x="2006762" y="146181"/>
                  </a:lnTo>
                  <a:lnTo>
                    <a:pt x="1939943" y="155625"/>
                  </a:lnTo>
                  <a:close/>
                  <a:moveTo>
                    <a:pt x="2006762" y="146181"/>
                  </a:moveTo>
                  <a:lnTo>
                    <a:pt x="2026643" y="145731"/>
                  </a:lnTo>
                  <a:lnTo>
                    <a:pt x="1939943" y="155625"/>
                  </a:lnTo>
                  <a:close/>
                  <a:moveTo>
                    <a:pt x="2082696" y="151429"/>
                  </a:moveTo>
                  <a:lnTo>
                    <a:pt x="2130821" y="121629"/>
                  </a:lnTo>
                  <a:lnTo>
                    <a:pt x="2026643" y="145731"/>
                  </a:lnTo>
                  <a:close/>
                  <a:moveTo>
                    <a:pt x="2133242" y="120652"/>
                  </a:moveTo>
                  <a:lnTo>
                    <a:pt x="2229552" y="0"/>
                  </a:lnTo>
                  <a:lnTo>
                    <a:pt x="219998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23" name="Candidate_density__2142">
              <a:extLst>
                <a:ext uri="{FF2B5EF4-FFF2-40B4-BE49-F238E27FC236}">
                  <a16:creationId xmlns:a16="http://schemas.microsoft.com/office/drawing/2014/main" id="{786FC492-3F07-FD96-8916-C0143E53BC39}"/>
                </a:ext>
              </a:extLst>
            </p:cNvPr>
            <p:cNvSpPr>
              <a:spLocks noGrp="1"/>
            </p:cNvSpPr>
            <p:nvPr/>
          </p:nvSpPr>
          <p:spPr>
            <a:xfrm>
              <a:off x="3554825" y="1805378"/>
              <a:ext cx="2470226" cy="1690701"/>
            </a:xfrm>
            <a:custGeom>
              <a:avLst/>
              <a:gdLst/>
              <a:ahLst/>
              <a:cxnLst/>
              <a:rect l="0" t="0" r="0" b="0"/>
              <a:pathLst>
                <a:path w="2470226" h="1690701">
                  <a:moveTo>
                    <a:pt x="244637" y="1567346"/>
                  </a:moveTo>
                  <a:lnTo>
                    <a:pt x="300653" y="1625466"/>
                  </a:lnTo>
                  <a:lnTo>
                    <a:pt x="294012" y="1617043"/>
                  </a:lnTo>
                  <a:close/>
                  <a:moveTo>
                    <a:pt x="202486" y="1461036"/>
                  </a:moveTo>
                  <a:lnTo>
                    <a:pt x="190618" y="1499473"/>
                  </a:lnTo>
                  <a:lnTo>
                    <a:pt x="239920" y="1543251"/>
                  </a:lnTo>
                  <a:close/>
                  <a:moveTo>
                    <a:pt x="239920" y="1543251"/>
                  </a:moveTo>
                  <a:lnTo>
                    <a:pt x="244637" y="1567346"/>
                  </a:lnTo>
                  <a:lnTo>
                    <a:pt x="294012" y="1617043"/>
                  </a:lnTo>
                  <a:close/>
                  <a:moveTo>
                    <a:pt x="390168" y="1587030"/>
                  </a:moveTo>
                  <a:lnTo>
                    <a:pt x="388243" y="1690701"/>
                  </a:lnTo>
                  <a:lnTo>
                    <a:pt x="432417" y="1640658"/>
                  </a:lnTo>
                  <a:close/>
                  <a:moveTo>
                    <a:pt x="390168" y="1587030"/>
                  </a:moveTo>
                  <a:lnTo>
                    <a:pt x="300653" y="1625466"/>
                  </a:lnTo>
                  <a:lnTo>
                    <a:pt x="388243" y="1690701"/>
                  </a:lnTo>
                  <a:close/>
                  <a:moveTo>
                    <a:pt x="340666" y="1504815"/>
                  </a:moveTo>
                  <a:lnTo>
                    <a:pt x="294012" y="1617043"/>
                  </a:lnTo>
                  <a:lnTo>
                    <a:pt x="300653" y="1625466"/>
                  </a:lnTo>
                  <a:close/>
                  <a:moveTo>
                    <a:pt x="239920" y="1543251"/>
                  </a:moveTo>
                  <a:lnTo>
                    <a:pt x="294012" y="1617043"/>
                  </a:lnTo>
                  <a:lnTo>
                    <a:pt x="311702" y="1512823"/>
                  </a:lnTo>
                  <a:close/>
                  <a:moveTo>
                    <a:pt x="286052" y="1372083"/>
                  </a:moveTo>
                  <a:lnTo>
                    <a:pt x="202486" y="1461036"/>
                  </a:lnTo>
                  <a:lnTo>
                    <a:pt x="235532" y="1422600"/>
                  </a:lnTo>
                  <a:close/>
                  <a:moveTo>
                    <a:pt x="368594" y="1402033"/>
                  </a:moveTo>
                  <a:lnTo>
                    <a:pt x="234722" y="1395368"/>
                  </a:lnTo>
                  <a:lnTo>
                    <a:pt x="286052" y="1372083"/>
                  </a:lnTo>
                  <a:close/>
                  <a:moveTo>
                    <a:pt x="0" y="1132176"/>
                  </a:moveTo>
                  <a:lnTo>
                    <a:pt x="33390" y="119993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0" y="113217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11424" y="1011524"/>
                  </a:lnTo>
                  <a:lnTo>
                    <a:pt x="0" y="1132176"/>
                  </a:lnTo>
                  <a:close/>
                  <a:moveTo>
                    <a:pt x="808678" y="1592372"/>
                  </a:moveTo>
                  <a:lnTo>
                    <a:pt x="747822" y="1630808"/>
                  </a:lnTo>
                  <a:lnTo>
                    <a:pt x="796347" y="1671498"/>
                  </a:lnTo>
                  <a:close/>
                  <a:moveTo>
                    <a:pt x="849165" y="1471721"/>
                  </a:moveTo>
                  <a:lnTo>
                    <a:pt x="808678" y="1592372"/>
                  </a:lnTo>
                  <a:lnTo>
                    <a:pt x="858808" y="1474626"/>
                  </a:lnTo>
                  <a:close/>
                  <a:moveTo>
                    <a:pt x="858808" y="1474626"/>
                  </a:moveTo>
                  <a:lnTo>
                    <a:pt x="808678" y="1592372"/>
                  </a:lnTo>
                  <a:lnTo>
                    <a:pt x="848366" y="1579670"/>
                  </a:lnTo>
                  <a:close/>
                  <a:moveTo>
                    <a:pt x="849165" y="1471721"/>
                  </a:moveTo>
                  <a:lnTo>
                    <a:pt x="858808" y="1474626"/>
                  </a:lnTo>
                  <a:lnTo>
                    <a:pt x="859421" y="1470591"/>
                  </a:lnTo>
                  <a:close/>
                  <a:moveTo>
                    <a:pt x="945584" y="1461134"/>
                  </a:moveTo>
                  <a:lnTo>
                    <a:pt x="858808" y="1474626"/>
                  </a:lnTo>
                  <a:lnTo>
                    <a:pt x="940368" y="1500908"/>
                  </a:lnTo>
                  <a:close/>
                  <a:moveTo>
                    <a:pt x="945584" y="1461134"/>
                  </a:moveTo>
                  <a:lnTo>
                    <a:pt x="859421" y="1470591"/>
                  </a:lnTo>
                  <a:lnTo>
                    <a:pt x="858808" y="1474626"/>
                  </a:lnTo>
                  <a:close/>
                  <a:moveTo>
                    <a:pt x="909019" y="1190584"/>
                  </a:moveTo>
                  <a:lnTo>
                    <a:pt x="827573" y="1196207"/>
                  </a:lnTo>
                  <a:lnTo>
                    <a:pt x="921782" y="1216215"/>
                  </a:lnTo>
                  <a:close/>
                  <a:moveTo>
                    <a:pt x="584663" y="872134"/>
                  </a:moveTo>
                  <a:lnTo>
                    <a:pt x="550417" y="978430"/>
                  </a:lnTo>
                  <a:lnTo>
                    <a:pt x="523309" y="961514"/>
                  </a:lnTo>
                  <a:close/>
                  <a:moveTo>
                    <a:pt x="883425" y="1250891"/>
                  </a:moveTo>
                  <a:lnTo>
                    <a:pt x="946572" y="1260146"/>
                  </a:lnTo>
                  <a:lnTo>
                    <a:pt x="921782" y="1216215"/>
                  </a:lnTo>
                  <a:close/>
                  <a:moveTo>
                    <a:pt x="1489539" y="1522052"/>
                  </a:moveTo>
                  <a:lnTo>
                    <a:pt x="1570619" y="1539759"/>
                  </a:lnTo>
                  <a:lnTo>
                    <a:pt x="1502351" y="1520841"/>
                  </a:lnTo>
                  <a:close/>
                  <a:moveTo>
                    <a:pt x="1489539" y="1522052"/>
                  </a:moveTo>
                  <a:lnTo>
                    <a:pt x="1471550" y="1520841"/>
                  </a:lnTo>
                  <a:lnTo>
                    <a:pt x="1471628" y="1603056"/>
                  </a:lnTo>
                  <a:close/>
                  <a:moveTo>
                    <a:pt x="762569" y="747855"/>
                  </a:moveTo>
                  <a:lnTo>
                    <a:pt x="705340" y="698691"/>
                  </a:lnTo>
                  <a:lnTo>
                    <a:pt x="725438" y="818279"/>
                  </a:lnTo>
                  <a:close/>
                  <a:moveTo>
                    <a:pt x="725438" y="818279"/>
                  </a:moveTo>
                  <a:lnTo>
                    <a:pt x="705340" y="698691"/>
                  </a:lnTo>
                  <a:lnTo>
                    <a:pt x="644099" y="723722"/>
                  </a:lnTo>
                  <a:close/>
                  <a:moveTo>
                    <a:pt x="762569" y="747855"/>
                  </a:moveTo>
                  <a:lnTo>
                    <a:pt x="763759" y="819342"/>
                  </a:lnTo>
                  <a:lnTo>
                    <a:pt x="798434" y="818491"/>
                  </a:lnTo>
                  <a:close/>
                  <a:moveTo>
                    <a:pt x="762569" y="747855"/>
                  </a:moveTo>
                  <a:lnTo>
                    <a:pt x="798434" y="818491"/>
                  </a:lnTo>
                  <a:lnTo>
                    <a:pt x="843172" y="770557"/>
                  </a:lnTo>
                  <a:close/>
                  <a:moveTo>
                    <a:pt x="799693" y="819342"/>
                  </a:moveTo>
                  <a:lnTo>
                    <a:pt x="893575" y="895550"/>
                  </a:lnTo>
                  <a:lnTo>
                    <a:pt x="922591" y="863120"/>
                  </a:lnTo>
                  <a:close/>
                  <a:moveTo>
                    <a:pt x="872599" y="780905"/>
                  </a:moveTo>
                  <a:lnTo>
                    <a:pt x="799693" y="819342"/>
                  </a:lnTo>
                  <a:lnTo>
                    <a:pt x="922591" y="863120"/>
                  </a:lnTo>
                  <a:close/>
                  <a:moveTo>
                    <a:pt x="1552161" y="1431642"/>
                  </a:moveTo>
                  <a:lnTo>
                    <a:pt x="1502351" y="1520841"/>
                  </a:lnTo>
                  <a:lnTo>
                    <a:pt x="1518946" y="1498146"/>
                  </a:lnTo>
                  <a:close/>
                  <a:moveTo>
                    <a:pt x="922591" y="863120"/>
                  </a:moveTo>
                  <a:lnTo>
                    <a:pt x="956958" y="917327"/>
                  </a:lnTo>
                  <a:lnTo>
                    <a:pt x="987792" y="906899"/>
                  </a:lnTo>
                  <a:close/>
                  <a:moveTo>
                    <a:pt x="843172" y="770557"/>
                  </a:moveTo>
                  <a:lnTo>
                    <a:pt x="872599" y="780905"/>
                  </a:lnTo>
                  <a:lnTo>
                    <a:pt x="871395" y="660877"/>
                  </a:lnTo>
                  <a:close/>
                  <a:moveTo>
                    <a:pt x="871395" y="660877"/>
                  </a:moveTo>
                  <a:lnTo>
                    <a:pt x="872599" y="780905"/>
                  </a:lnTo>
                  <a:lnTo>
                    <a:pt x="934759" y="669197"/>
                  </a:lnTo>
                  <a:close/>
                  <a:moveTo>
                    <a:pt x="934759" y="669197"/>
                  </a:moveTo>
                  <a:lnTo>
                    <a:pt x="872599" y="780905"/>
                  </a:lnTo>
                  <a:lnTo>
                    <a:pt x="958029" y="750371"/>
                  </a:lnTo>
                  <a:close/>
                  <a:moveTo>
                    <a:pt x="934759" y="669197"/>
                  </a:moveTo>
                  <a:lnTo>
                    <a:pt x="872150" y="660254"/>
                  </a:lnTo>
                  <a:lnTo>
                    <a:pt x="871395" y="660877"/>
                  </a:lnTo>
                  <a:close/>
                  <a:moveTo>
                    <a:pt x="958029" y="750371"/>
                  </a:moveTo>
                  <a:lnTo>
                    <a:pt x="1031658" y="702759"/>
                  </a:lnTo>
                  <a:lnTo>
                    <a:pt x="979030" y="693797"/>
                  </a:lnTo>
                  <a:close/>
                  <a:moveTo>
                    <a:pt x="958029" y="750371"/>
                  </a:moveTo>
                  <a:lnTo>
                    <a:pt x="979030" y="693797"/>
                  </a:lnTo>
                  <a:lnTo>
                    <a:pt x="934759" y="669197"/>
                  </a:lnTo>
                  <a:close/>
                  <a:moveTo>
                    <a:pt x="843172" y="770557"/>
                  </a:moveTo>
                  <a:lnTo>
                    <a:pt x="871395" y="660877"/>
                  </a:lnTo>
                  <a:lnTo>
                    <a:pt x="762569" y="747855"/>
                  </a:lnTo>
                  <a:close/>
                  <a:moveTo>
                    <a:pt x="834505" y="590017"/>
                  </a:moveTo>
                  <a:lnTo>
                    <a:pt x="872150" y="660254"/>
                  </a:lnTo>
                  <a:lnTo>
                    <a:pt x="934759" y="669197"/>
                  </a:lnTo>
                  <a:close/>
                  <a:moveTo>
                    <a:pt x="834505" y="590017"/>
                  </a:moveTo>
                  <a:lnTo>
                    <a:pt x="934759" y="669197"/>
                  </a:lnTo>
                  <a:lnTo>
                    <a:pt x="891799" y="604030"/>
                  </a:lnTo>
                  <a:close/>
                  <a:moveTo>
                    <a:pt x="1702331" y="1270057"/>
                  </a:moveTo>
                  <a:lnTo>
                    <a:pt x="1670256" y="1158887"/>
                  </a:lnTo>
                  <a:lnTo>
                    <a:pt x="1636000" y="1163297"/>
                  </a:lnTo>
                  <a:close/>
                  <a:moveTo>
                    <a:pt x="1739347" y="1039778"/>
                  </a:moveTo>
                  <a:lnTo>
                    <a:pt x="1742056" y="1041266"/>
                  </a:lnTo>
                  <a:lnTo>
                    <a:pt x="1830835" y="1120450"/>
                  </a:lnTo>
                  <a:close/>
                  <a:moveTo>
                    <a:pt x="1553207" y="1069923"/>
                  </a:moveTo>
                  <a:lnTo>
                    <a:pt x="1627046" y="1070485"/>
                  </a:lnTo>
                  <a:lnTo>
                    <a:pt x="1630494" y="967590"/>
                  </a:lnTo>
                  <a:close/>
                  <a:moveTo>
                    <a:pt x="1627046" y="1070485"/>
                  </a:moveTo>
                  <a:lnTo>
                    <a:pt x="1712568" y="961458"/>
                  </a:lnTo>
                  <a:lnTo>
                    <a:pt x="1630494" y="967590"/>
                  </a:lnTo>
                  <a:close/>
                  <a:moveTo>
                    <a:pt x="2411804" y="358104"/>
                  </a:moveTo>
                  <a:lnTo>
                    <a:pt x="2410114" y="360664"/>
                  </a:lnTo>
                  <a:lnTo>
                    <a:pt x="2470226" y="369271"/>
                  </a:lnTo>
                  <a:close/>
                  <a:moveTo>
                    <a:pt x="2406393" y="346750"/>
                  </a:moveTo>
                  <a:lnTo>
                    <a:pt x="2411804" y="358104"/>
                  </a:lnTo>
                  <a:lnTo>
                    <a:pt x="2383779" y="278866"/>
                  </a:lnTo>
                  <a:close/>
                  <a:moveTo>
                    <a:pt x="2383779" y="278866"/>
                  </a:moveTo>
                  <a:lnTo>
                    <a:pt x="2411804" y="358104"/>
                  </a:lnTo>
                  <a:lnTo>
                    <a:pt x="2470226" y="369271"/>
                  </a:lnTo>
                  <a:close/>
                  <a:moveTo>
                    <a:pt x="2383779" y="278866"/>
                  </a:moveTo>
                  <a:lnTo>
                    <a:pt x="2470226" y="369271"/>
                  </a:lnTo>
                  <a:lnTo>
                    <a:pt x="2450418" y="285282"/>
                  </a:lnTo>
                  <a:close/>
                  <a:moveTo>
                    <a:pt x="2365891" y="275890"/>
                  </a:moveTo>
                  <a:lnTo>
                    <a:pt x="2383779" y="278866"/>
                  </a:lnTo>
                  <a:lnTo>
                    <a:pt x="2382671" y="258057"/>
                  </a:lnTo>
                  <a:close/>
                  <a:moveTo>
                    <a:pt x="2406393" y="346750"/>
                  </a:moveTo>
                  <a:lnTo>
                    <a:pt x="2383779" y="278866"/>
                  </a:lnTo>
                  <a:lnTo>
                    <a:pt x="2365891" y="275890"/>
                  </a:lnTo>
                  <a:close/>
                  <a:moveTo>
                    <a:pt x="2313686" y="175166"/>
                  </a:moveTo>
                  <a:lnTo>
                    <a:pt x="2377165" y="84058"/>
                  </a:lnTo>
                  <a:lnTo>
                    <a:pt x="2310304" y="77824"/>
                  </a:lnTo>
                  <a:close/>
                  <a:moveTo>
                    <a:pt x="2310304" y="77824"/>
                  </a:moveTo>
                  <a:lnTo>
                    <a:pt x="2377165" y="84058"/>
                  </a:lnTo>
                  <a:lnTo>
                    <a:pt x="235744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24" name="Candidate_density__2143">
              <a:extLst>
                <a:ext uri="{FF2B5EF4-FFF2-40B4-BE49-F238E27FC236}">
                  <a16:creationId xmlns:a16="http://schemas.microsoft.com/office/drawing/2014/main" id="{DBB0C639-F7A8-B7FC-6894-55D6041548E0}"/>
                </a:ext>
              </a:extLst>
            </p:cNvPr>
            <p:cNvSpPr>
              <a:spLocks noGrp="1"/>
            </p:cNvSpPr>
            <p:nvPr/>
          </p:nvSpPr>
          <p:spPr>
            <a:xfrm>
              <a:off x="3594528" y="2236978"/>
              <a:ext cx="2424188" cy="1292108"/>
            </a:xfrm>
            <a:custGeom>
              <a:avLst/>
              <a:gdLst/>
              <a:ahLst/>
              <a:cxnLst/>
              <a:rect l="0" t="0" r="0" b="0"/>
              <a:pathLst>
                <a:path w="2424188" h="1292108">
                  <a:moveTo>
                    <a:pt x="204934" y="1135747"/>
                  </a:moveTo>
                  <a:lnTo>
                    <a:pt x="293604" y="1224344"/>
                  </a:lnTo>
                  <a:lnTo>
                    <a:pt x="260950" y="1193866"/>
                  </a:lnTo>
                  <a:close/>
                  <a:moveTo>
                    <a:pt x="260950" y="1193866"/>
                  </a:moveTo>
                  <a:lnTo>
                    <a:pt x="293604" y="1224344"/>
                  </a:lnTo>
                  <a:lnTo>
                    <a:pt x="348540" y="1259101"/>
                  </a:lnTo>
                  <a:close/>
                  <a:moveTo>
                    <a:pt x="427077" y="1274078"/>
                  </a:moveTo>
                  <a:lnTo>
                    <a:pt x="428051" y="1237645"/>
                  </a:lnTo>
                  <a:lnTo>
                    <a:pt x="392714" y="1209058"/>
                  </a:lnTo>
                  <a:close/>
                  <a:moveTo>
                    <a:pt x="427077" y="1274078"/>
                  </a:moveTo>
                  <a:lnTo>
                    <a:pt x="392714" y="1209058"/>
                  </a:lnTo>
                  <a:lnTo>
                    <a:pt x="348540" y="1259101"/>
                  </a:lnTo>
                  <a:close/>
                  <a:moveTo>
                    <a:pt x="84912" y="830752"/>
                  </a:moveTo>
                  <a:lnTo>
                    <a:pt x="0" y="780802"/>
                  </a:lnTo>
                  <a:lnTo>
                    <a:pt x="3967" y="782791"/>
                  </a:lnTo>
                  <a:close/>
                  <a:moveTo>
                    <a:pt x="64851" y="819206"/>
                  </a:moveTo>
                  <a:lnTo>
                    <a:pt x="0" y="780802"/>
                  </a:lnTo>
                  <a:lnTo>
                    <a:pt x="84912" y="830752"/>
                  </a:lnTo>
                  <a:close/>
                  <a:moveTo>
                    <a:pt x="428051" y="1237645"/>
                  </a:moveTo>
                  <a:lnTo>
                    <a:pt x="431517" y="1272907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18689" y="1202038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90570" y="1176289"/>
                  </a:lnTo>
                  <a:lnTo>
                    <a:pt x="521820" y="1197902"/>
                  </a:lnTo>
                  <a:close/>
                  <a:moveTo>
                    <a:pt x="590570" y="1176289"/>
                  </a:moveTo>
                  <a:lnTo>
                    <a:pt x="660391" y="1158681"/>
                  </a:lnTo>
                  <a:lnTo>
                    <a:pt x="711569" y="1134823"/>
                  </a:lnTo>
                  <a:close/>
                  <a:moveTo>
                    <a:pt x="921373" y="1160772"/>
                  </a:moveTo>
                  <a:lnTo>
                    <a:pt x="900665" y="1069308"/>
                  </a:lnTo>
                  <a:lnTo>
                    <a:pt x="897479" y="1136456"/>
                  </a:lnTo>
                  <a:close/>
                  <a:moveTo>
                    <a:pt x="819718" y="1038991"/>
                  </a:moveTo>
                  <a:lnTo>
                    <a:pt x="880793" y="949837"/>
                  </a:lnTo>
                  <a:lnTo>
                    <a:pt x="832199" y="928752"/>
                  </a:lnTo>
                  <a:close/>
                  <a:moveTo>
                    <a:pt x="880793" y="949837"/>
                  </a:moveTo>
                  <a:lnTo>
                    <a:pt x="905881" y="1029534"/>
                  </a:lnTo>
                  <a:lnTo>
                    <a:pt x="939672" y="1040121"/>
                  </a:lnTo>
                  <a:close/>
                  <a:moveTo>
                    <a:pt x="880793" y="949837"/>
                  </a:moveTo>
                  <a:lnTo>
                    <a:pt x="902063" y="859332"/>
                  </a:lnTo>
                  <a:lnTo>
                    <a:pt x="837247" y="895654"/>
                  </a:lnTo>
                  <a:close/>
                  <a:moveTo>
                    <a:pt x="793247" y="755039"/>
                  </a:moveTo>
                  <a:lnTo>
                    <a:pt x="787870" y="764607"/>
                  </a:lnTo>
                  <a:lnTo>
                    <a:pt x="796652" y="743877"/>
                  </a:lnTo>
                  <a:close/>
                  <a:moveTo>
                    <a:pt x="802107" y="764269"/>
                  </a:moveTo>
                  <a:lnTo>
                    <a:pt x="787870" y="764607"/>
                  </a:lnTo>
                  <a:lnTo>
                    <a:pt x="793247" y="755039"/>
                  </a:lnTo>
                  <a:close/>
                  <a:moveTo>
                    <a:pt x="1252570" y="1229734"/>
                  </a:moveTo>
                  <a:lnTo>
                    <a:pt x="1356646" y="1292108"/>
                  </a:lnTo>
                  <a:lnTo>
                    <a:pt x="1290655" y="1261037"/>
                  </a:lnTo>
                  <a:close/>
                  <a:moveTo>
                    <a:pt x="796652" y="743877"/>
                  </a:moveTo>
                  <a:lnTo>
                    <a:pt x="798332" y="656008"/>
                  </a:lnTo>
                  <a:lnTo>
                    <a:pt x="793247" y="755039"/>
                  </a:lnTo>
                  <a:close/>
                  <a:moveTo>
                    <a:pt x="770270" y="469957"/>
                  </a:moveTo>
                  <a:lnTo>
                    <a:pt x="724538" y="537705"/>
                  </a:lnTo>
                  <a:lnTo>
                    <a:pt x="771173" y="477904"/>
                  </a:lnTo>
                  <a:close/>
                  <a:moveTo>
                    <a:pt x="771173" y="477904"/>
                  </a:moveTo>
                  <a:lnTo>
                    <a:pt x="724538" y="537705"/>
                  </a:lnTo>
                  <a:lnTo>
                    <a:pt x="721247" y="557993"/>
                  </a:lnTo>
                  <a:close/>
                  <a:moveTo>
                    <a:pt x="1444275" y="1195066"/>
                  </a:moveTo>
                  <a:lnTo>
                    <a:pt x="1449054" y="1209893"/>
                  </a:lnTo>
                  <a:lnTo>
                    <a:pt x="1449836" y="1090453"/>
                  </a:lnTo>
                  <a:close/>
                  <a:moveTo>
                    <a:pt x="1444275" y="1195066"/>
                  </a:moveTo>
                  <a:lnTo>
                    <a:pt x="1449836" y="1090453"/>
                  </a:lnTo>
                  <a:lnTo>
                    <a:pt x="1431926" y="1171456"/>
                  </a:lnTo>
                  <a:close/>
                  <a:moveTo>
                    <a:pt x="726751" y="453426"/>
                  </a:moveTo>
                  <a:lnTo>
                    <a:pt x="724538" y="537705"/>
                  </a:lnTo>
                  <a:lnTo>
                    <a:pt x="770270" y="469957"/>
                  </a:lnTo>
                  <a:close/>
                  <a:moveTo>
                    <a:pt x="1431847" y="1089241"/>
                  </a:moveTo>
                  <a:lnTo>
                    <a:pt x="1369232" y="1060965"/>
                  </a:lnTo>
                  <a:lnTo>
                    <a:pt x="1479243" y="1066546"/>
                  </a:lnTo>
                  <a:close/>
                  <a:moveTo>
                    <a:pt x="1499826" y="1055371"/>
                  </a:moveTo>
                  <a:lnTo>
                    <a:pt x="1479243" y="1066546"/>
                  </a:lnTo>
                  <a:lnTo>
                    <a:pt x="1530916" y="1108159"/>
                  </a:lnTo>
                  <a:close/>
                  <a:moveTo>
                    <a:pt x="971624" y="513736"/>
                  </a:moveTo>
                  <a:lnTo>
                    <a:pt x="1001939" y="523690"/>
                  </a:lnTo>
                  <a:lnTo>
                    <a:pt x="947521" y="495221"/>
                  </a:lnTo>
                  <a:close/>
                  <a:moveTo>
                    <a:pt x="1662628" y="838457"/>
                  </a:moveTo>
                  <a:lnTo>
                    <a:pt x="1682620" y="930153"/>
                  </a:lnTo>
                  <a:lnTo>
                    <a:pt x="1675675" y="847939"/>
                  </a:lnTo>
                  <a:close/>
                  <a:moveTo>
                    <a:pt x="1675675" y="847939"/>
                  </a:moveTo>
                  <a:lnTo>
                    <a:pt x="1683655" y="754960"/>
                  </a:lnTo>
                  <a:lnTo>
                    <a:pt x="1662628" y="838457"/>
                  </a:lnTo>
                  <a:close/>
                  <a:moveTo>
                    <a:pt x="1683655" y="754960"/>
                  </a:moveTo>
                  <a:lnTo>
                    <a:pt x="1630553" y="727287"/>
                  </a:lnTo>
                  <a:lnTo>
                    <a:pt x="1662628" y="838457"/>
                  </a:lnTo>
                  <a:close/>
                  <a:moveTo>
                    <a:pt x="1699644" y="608178"/>
                  </a:moveTo>
                  <a:lnTo>
                    <a:pt x="1748350" y="718183"/>
                  </a:lnTo>
                  <a:lnTo>
                    <a:pt x="1744712" y="632131"/>
                  </a:lnTo>
                  <a:close/>
                  <a:moveTo>
                    <a:pt x="2053436" y="10321"/>
                  </a:moveTo>
                  <a:lnTo>
                    <a:pt x="2005873" y="47693"/>
                  </a:lnTo>
                  <a:lnTo>
                    <a:pt x="2038748" y="3377"/>
                  </a:lnTo>
                  <a:close/>
                  <a:moveTo>
                    <a:pt x="2005873" y="47693"/>
                  </a:moveTo>
                  <a:lnTo>
                    <a:pt x="1999039" y="41814"/>
                  </a:lnTo>
                  <a:lnTo>
                    <a:pt x="2038748" y="3377"/>
                  </a:lnTo>
                  <a:close/>
                  <a:moveTo>
                    <a:pt x="2053436" y="10321"/>
                  </a:moveTo>
                  <a:lnTo>
                    <a:pt x="2082127" y="54139"/>
                  </a:lnTo>
                  <a:lnTo>
                    <a:pt x="2005873" y="47693"/>
                  </a:lnTo>
                  <a:close/>
                  <a:moveTo>
                    <a:pt x="2038748" y="3377"/>
                  </a:moveTo>
                  <a:lnTo>
                    <a:pt x="1999039" y="41814"/>
                  </a:lnTo>
                  <a:lnTo>
                    <a:pt x="2050676" y="0"/>
                  </a:lnTo>
                  <a:close/>
                  <a:moveTo>
                    <a:pt x="2354075" y="239506"/>
                  </a:moveTo>
                  <a:lnTo>
                    <a:pt x="2367856" y="134709"/>
                  </a:lnTo>
                  <a:lnTo>
                    <a:pt x="2309227" y="194161"/>
                  </a:lnTo>
                  <a:close/>
                  <a:moveTo>
                    <a:pt x="2368939" y="127330"/>
                  </a:moveTo>
                  <a:lnTo>
                    <a:pt x="2367856" y="134709"/>
                  </a:lnTo>
                  <a:lnTo>
                    <a:pt x="2371589" y="129371"/>
                  </a:lnTo>
                  <a:close/>
                  <a:moveTo>
                    <a:pt x="2368939" y="127330"/>
                  </a:moveTo>
                  <a:lnTo>
                    <a:pt x="2371589" y="129371"/>
                  </a:lnTo>
                  <a:lnTo>
                    <a:pt x="2424188" y="42913"/>
                  </a:lnTo>
                  <a:close/>
                  <a:moveTo>
                    <a:pt x="2380021" y="18227"/>
                  </a:moveTo>
                  <a:lnTo>
                    <a:pt x="2368939" y="127330"/>
                  </a:lnTo>
                  <a:lnTo>
                    <a:pt x="2424188" y="4291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25" name="Candidate_density__2144">
              <a:extLst>
                <a:ext uri="{FF2B5EF4-FFF2-40B4-BE49-F238E27FC236}">
                  <a16:creationId xmlns:a16="http://schemas.microsoft.com/office/drawing/2014/main" id="{F9AC89A2-359D-DF41-1C59-238374D6D717}"/>
                </a:ext>
              </a:extLst>
            </p:cNvPr>
            <p:cNvSpPr>
              <a:spLocks noGrp="1"/>
            </p:cNvSpPr>
            <p:nvPr/>
          </p:nvSpPr>
          <p:spPr>
            <a:xfrm>
              <a:off x="3588215" y="1889436"/>
              <a:ext cx="2436836" cy="1587440"/>
            </a:xfrm>
            <a:custGeom>
              <a:avLst/>
              <a:gdLst/>
              <a:ahLst/>
              <a:cxnLst/>
              <a:rect l="0" t="0" r="0" b="0"/>
              <a:pathLst>
                <a:path w="2436836" h="1587440">
                  <a:moveTo>
                    <a:pt x="206530" y="1459193"/>
                  </a:moveTo>
                  <a:lnTo>
                    <a:pt x="179070" y="1443279"/>
                  </a:lnTo>
                  <a:lnTo>
                    <a:pt x="211247" y="1483288"/>
                  </a:lnTo>
                  <a:close/>
                  <a:moveTo>
                    <a:pt x="0" y="1115877"/>
                  </a:moveTo>
                  <a:lnTo>
                    <a:pt x="10280" y="1130332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0" y="1115877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6313" y="1128343"/>
                  </a:lnTo>
                  <a:lnTo>
                    <a:pt x="71164" y="1166747"/>
                  </a:lnTo>
                  <a:close/>
                  <a:moveTo>
                    <a:pt x="775288" y="1508314"/>
                  </a:moveTo>
                  <a:lnTo>
                    <a:pt x="762957" y="1587440"/>
                  </a:lnTo>
                  <a:lnTo>
                    <a:pt x="804599" y="1527929"/>
                  </a:lnTo>
                  <a:close/>
                  <a:moveTo>
                    <a:pt x="714433" y="1546750"/>
                  </a:moveTo>
                  <a:lnTo>
                    <a:pt x="775288" y="1508314"/>
                  </a:lnTo>
                  <a:lnTo>
                    <a:pt x="666704" y="1506223"/>
                  </a:lnTo>
                  <a:close/>
                  <a:moveTo>
                    <a:pt x="775288" y="1508314"/>
                  </a:moveTo>
                  <a:lnTo>
                    <a:pt x="717882" y="1482365"/>
                  </a:lnTo>
                  <a:lnTo>
                    <a:pt x="666704" y="1506223"/>
                  </a:lnTo>
                  <a:close/>
                  <a:moveTo>
                    <a:pt x="804599" y="1527929"/>
                  </a:moveTo>
                  <a:lnTo>
                    <a:pt x="762957" y="1587440"/>
                  </a:lnTo>
                  <a:lnTo>
                    <a:pt x="883714" y="1545068"/>
                  </a:lnTo>
                  <a:close/>
                  <a:moveTo>
                    <a:pt x="277333" y="1029193"/>
                  </a:moveTo>
                  <a:lnTo>
                    <a:pt x="229151" y="968272"/>
                  </a:lnTo>
                  <a:lnTo>
                    <a:pt x="226848" y="1015023"/>
                  </a:lnTo>
                  <a:close/>
                  <a:moveTo>
                    <a:pt x="775288" y="1508314"/>
                  </a:moveTo>
                  <a:lnTo>
                    <a:pt x="804599" y="1527929"/>
                  </a:lnTo>
                  <a:lnTo>
                    <a:pt x="814976" y="1495612"/>
                  </a:lnTo>
                  <a:close/>
                  <a:moveTo>
                    <a:pt x="717882" y="1482365"/>
                  </a:moveTo>
                  <a:lnTo>
                    <a:pt x="775288" y="1508314"/>
                  </a:lnTo>
                  <a:lnTo>
                    <a:pt x="815776" y="1387662"/>
                  </a:lnTo>
                  <a:close/>
                  <a:moveTo>
                    <a:pt x="903793" y="1483998"/>
                  </a:moveTo>
                  <a:lnTo>
                    <a:pt x="804599" y="1527929"/>
                  </a:lnTo>
                  <a:lnTo>
                    <a:pt x="883714" y="1545068"/>
                  </a:lnTo>
                  <a:close/>
                  <a:moveTo>
                    <a:pt x="903793" y="1483998"/>
                  </a:moveTo>
                  <a:lnTo>
                    <a:pt x="814976" y="1495612"/>
                  </a:lnTo>
                  <a:lnTo>
                    <a:pt x="804599" y="1527929"/>
                  </a:lnTo>
                  <a:close/>
                  <a:moveTo>
                    <a:pt x="814976" y="1495612"/>
                  </a:moveTo>
                  <a:lnTo>
                    <a:pt x="903793" y="1483998"/>
                  </a:lnTo>
                  <a:lnTo>
                    <a:pt x="825419" y="1390568"/>
                  </a:lnTo>
                  <a:close/>
                  <a:moveTo>
                    <a:pt x="903793" y="1483998"/>
                  </a:moveTo>
                  <a:lnTo>
                    <a:pt x="906979" y="1416849"/>
                  </a:lnTo>
                  <a:lnTo>
                    <a:pt x="825419" y="1390568"/>
                  </a:lnTo>
                  <a:close/>
                  <a:moveTo>
                    <a:pt x="826031" y="1386533"/>
                  </a:moveTo>
                  <a:lnTo>
                    <a:pt x="912194" y="1377076"/>
                  </a:lnTo>
                  <a:lnTo>
                    <a:pt x="887107" y="1297379"/>
                  </a:lnTo>
                  <a:close/>
                  <a:moveTo>
                    <a:pt x="912194" y="1377076"/>
                  </a:moveTo>
                  <a:lnTo>
                    <a:pt x="906979" y="1416849"/>
                  </a:lnTo>
                  <a:lnTo>
                    <a:pt x="945985" y="1387662"/>
                  </a:lnTo>
                  <a:close/>
                  <a:moveTo>
                    <a:pt x="908377" y="1206874"/>
                  </a:moveTo>
                  <a:lnTo>
                    <a:pt x="969280" y="1191074"/>
                  </a:lnTo>
                  <a:lnTo>
                    <a:pt x="935781" y="1184796"/>
                  </a:lnTo>
                  <a:close/>
                  <a:moveTo>
                    <a:pt x="794183" y="1112148"/>
                  </a:moveTo>
                  <a:lnTo>
                    <a:pt x="808420" y="1111811"/>
                  </a:lnTo>
                  <a:lnTo>
                    <a:pt x="888392" y="1132157"/>
                  </a:lnTo>
                  <a:close/>
                  <a:moveTo>
                    <a:pt x="913182" y="1176088"/>
                  </a:moveTo>
                  <a:lnTo>
                    <a:pt x="843561" y="1243196"/>
                  </a:lnTo>
                  <a:lnTo>
                    <a:pt x="908377" y="1206874"/>
                  </a:lnTo>
                  <a:close/>
                  <a:moveTo>
                    <a:pt x="913182" y="1176088"/>
                  </a:moveTo>
                  <a:lnTo>
                    <a:pt x="850035" y="1166833"/>
                  </a:lnTo>
                  <a:lnTo>
                    <a:pt x="843561" y="1243196"/>
                  </a:lnTo>
                  <a:close/>
                  <a:moveTo>
                    <a:pt x="850035" y="1166833"/>
                  </a:moveTo>
                  <a:lnTo>
                    <a:pt x="888392" y="1132157"/>
                  </a:lnTo>
                  <a:lnTo>
                    <a:pt x="808420" y="1111811"/>
                  </a:lnTo>
                  <a:close/>
                  <a:moveTo>
                    <a:pt x="913182" y="1176088"/>
                  </a:moveTo>
                  <a:lnTo>
                    <a:pt x="908377" y="1206874"/>
                  </a:lnTo>
                  <a:lnTo>
                    <a:pt x="935781" y="1184796"/>
                  </a:lnTo>
                  <a:close/>
                  <a:moveTo>
                    <a:pt x="913182" y="1176088"/>
                  </a:moveTo>
                  <a:lnTo>
                    <a:pt x="935781" y="1184796"/>
                  </a:lnTo>
                  <a:lnTo>
                    <a:pt x="888392" y="1132157"/>
                  </a:lnTo>
                  <a:close/>
                  <a:moveTo>
                    <a:pt x="1252460" y="1557435"/>
                  </a:moveTo>
                  <a:lnTo>
                    <a:pt x="1256104" y="1479443"/>
                  </a:lnTo>
                  <a:lnTo>
                    <a:pt x="1258884" y="1577276"/>
                  </a:lnTo>
                  <a:close/>
                  <a:moveTo>
                    <a:pt x="1165397" y="1310789"/>
                  </a:moveTo>
                  <a:lnTo>
                    <a:pt x="1233144" y="1369951"/>
                  </a:lnTo>
                  <a:lnTo>
                    <a:pt x="1221097" y="1354568"/>
                  </a:lnTo>
                  <a:close/>
                  <a:moveTo>
                    <a:pt x="923569" y="833269"/>
                  </a:moveTo>
                  <a:lnTo>
                    <a:pt x="870217" y="810649"/>
                  </a:lnTo>
                  <a:lnTo>
                    <a:pt x="977937" y="861278"/>
                  </a:lnTo>
                  <a:close/>
                  <a:moveTo>
                    <a:pt x="692049" y="734220"/>
                  </a:moveTo>
                  <a:lnTo>
                    <a:pt x="776583" y="817499"/>
                  </a:lnTo>
                  <a:lnTo>
                    <a:pt x="730369" y="735284"/>
                  </a:lnTo>
                  <a:close/>
                  <a:moveTo>
                    <a:pt x="692049" y="734220"/>
                  </a:moveTo>
                  <a:lnTo>
                    <a:pt x="733064" y="800968"/>
                  </a:lnTo>
                  <a:lnTo>
                    <a:pt x="776583" y="817499"/>
                  </a:lnTo>
                  <a:close/>
                  <a:moveTo>
                    <a:pt x="692049" y="734220"/>
                  </a:moveTo>
                  <a:lnTo>
                    <a:pt x="610709" y="639664"/>
                  </a:lnTo>
                  <a:lnTo>
                    <a:pt x="629816" y="724222"/>
                  </a:lnTo>
                  <a:close/>
                  <a:moveTo>
                    <a:pt x="692049" y="734220"/>
                  </a:moveTo>
                  <a:lnTo>
                    <a:pt x="730369" y="735284"/>
                  </a:lnTo>
                  <a:lnTo>
                    <a:pt x="729180" y="663797"/>
                  </a:lnTo>
                  <a:close/>
                  <a:moveTo>
                    <a:pt x="766303" y="735284"/>
                  </a:moveTo>
                  <a:lnTo>
                    <a:pt x="839210" y="696847"/>
                  </a:lnTo>
                  <a:lnTo>
                    <a:pt x="765044" y="734433"/>
                  </a:lnTo>
                  <a:close/>
                  <a:moveTo>
                    <a:pt x="839210" y="696847"/>
                  </a:moveTo>
                  <a:lnTo>
                    <a:pt x="809782" y="686499"/>
                  </a:lnTo>
                  <a:lnTo>
                    <a:pt x="765044" y="734433"/>
                  </a:lnTo>
                  <a:close/>
                  <a:moveTo>
                    <a:pt x="1438160" y="1436783"/>
                  </a:moveTo>
                  <a:lnTo>
                    <a:pt x="1485556" y="1414087"/>
                  </a:lnTo>
                  <a:lnTo>
                    <a:pt x="1506139" y="1402912"/>
                  </a:lnTo>
                  <a:close/>
                  <a:moveTo>
                    <a:pt x="1537230" y="1455701"/>
                  </a:moveTo>
                  <a:lnTo>
                    <a:pt x="1485556" y="1414087"/>
                  </a:lnTo>
                  <a:lnTo>
                    <a:pt x="1468961" y="1436783"/>
                  </a:lnTo>
                  <a:close/>
                  <a:moveTo>
                    <a:pt x="1518771" y="1347584"/>
                  </a:moveTo>
                  <a:lnTo>
                    <a:pt x="1485556" y="1414087"/>
                  </a:lnTo>
                  <a:lnTo>
                    <a:pt x="1456589" y="1337544"/>
                  </a:lnTo>
                  <a:close/>
                  <a:moveTo>
                    <a:pt x="923569" y="833269"/>
                  </a:moveTo>
                  <a:lnTo>
                    <a:pt x="977937" y="861278"/>
                  </a:lnTo>
                  <a:lnTo>
                    <a:pt x="953834" y="842763"/>
                  </a:lnTo>
                  <a:close/>
                  <a:moveTo>
                    <a:pt x="1642065" y="1157044"/>
                  </a:moveTo>
                  <a:lnTo>
                    <a:pt x="1636247" y="1180305"/>
                  </a:lnTo>
                  <a:lnTo>
                    <a:pt x="1668941" y="1185999"/>
                  </a:lnTo>
                  <a:close/>
                  <a:moveTo>
                    <a:pt x="1668941" y="1185999"/>
                  </a:moveTo>
                  <a:lnTo>
                    <a:pt x="1636247" y="1180305"/>
                  </a:lnTo>
                  <a:lnTo>
                    <a:pt x="1630517" y="1256736"/>
                  </a:lnTo>
                  <a:close/>
                  <a:moveTo>
                    <a:pt x="1621764" y="1126153"/>
                  </a:moveTo>
                  <a:lnTo>
                    <a:pt x="1642065" y="1157044"/>
                  </a:lnTo>
                  <a:lnTo>
                    <a:pt x="1668941" y="1185999"/>
                  </a:lnTo>
                  <a:close/>
                  <a:moveTo>
                    <a:pt x="1705957" y="955720"/>
                  </a:moveTo>
                  <a:lnTo>
                    <a:pt x="1720353" y="904517"/>
                  </a:lnTo>
                  <a:lnTo>
                    <a:pt x="1679178" y="877399"/>
                  </a:lnTo>
                  <a:close/>
                  <a:moveTo>
                    <a:pt x="1597105" y="883532"/>
                  </a:moveTo>
                  <a:lnTo>
                    <a:pt x="1679178" y="877399"/>
                  </a:lnTo>
                  <a:lnTo>
                    <a:pt x="1605737" y="851031"/>
                  </a:lnTo>
                  <a:close/>
                  <a:moveTo>
                    <a:pt x="1679178" y="877399"/>
                  </a:moveTo>
                  <a:lnTo>
                    <a:pt x="1680797" y="853008"/>
                  </a:lnTo>
                  <a:lnTo>
                    <a:pt x="1605737" y="851031"/>
                  </a:lnTo>
                  <a:close/>
                  <a:moveTo>
                    <a:pt x="1680797" y="853008"/>
                  </a:moveTo>
                  <a:lnTo>
                    <a:pt x="1653500" y="814406"/>
                  </a:lnTo>
                  <a:lnTo>
                    <a:pt x="1605737" y="851031"/>
                  </a:lnTo>
                  <a:close/>
                  <a:moveTo>
                    <a:pt x="2436836" y="285213"/>
                  </a:moveTo>
                  <a:lnTo>
                    <a:pt x="2376725" y="276606"/>
                  </a:lnTo>
                  <a:lnTo>
                    <a:pt x="2386335" y="365769"/>
                  </a:lnTo>
                  <a:close/>
                  <a:moveTo>
                    <a:pt x="2436836" y="285213"/>
                  </a:moveTo>
                  <a:lnTo>
                    <a:pt x="2386335" y="365769"/>
                  </a:lnTo>
                  <a:lnTo>
                    <a:pt x="2430502" y="390455"/>
                  </a:lnTo>
                  <a:close/>
                  <a:moveTo>
                    <a:pt x="2286875" y="185852"/>
                  </a:moveTo>
                  <a:lnTo>
                    <a:pt x="2373004" y="262692"/>
                  </a:lnTo>
                  <a:lnTo>
                    <a:pt x="2332502" y="191831"/>
                  </a:lnTo>
                  <a:close/>
                  <a:moveTo>
                    <a:pt x="2376494" y="273678"/>
                  </a:moveTo>
                  <a:lnTo>
                    <a:pt x="2373004" y="262692"/>
                  </a:lnTo>
                  <a:lnTo>
                    <a:pt x="2286875" y="185852"/>
                  </a:lnTo>
                  <a:close/>
                  <a:moveTo>
                    <a:pt x="2376494" y="273678"/>
                  </a:moveTo>
                  <a:lnTo>
                    <a:pt x="2376725" y="276606"/>
                  </a:lnTo>
                  <a:lnTo>
                    <a:pt x="2378414" y="274046"/>
                  </a:lnTo>
                  <a:close/>
                  <a:moveTo>
                    <a:pt x="2376494" y="273678"/>
                  </a:moveTo>
                  <a:lnTo>
                    <a:pt x="2378414" y="274046"/>
                  </a:lnTo>
                  <a:lnTo>
                    <a:pt x="2373004" y="262692"/>
                  </a:lnTo>
                  <a:close/>
                  <a:moveTo>
                    <a:pt x="2343895" y="99995"/>
                  </a:moveTo>
                  <a:lnTo>
                    <a:pt x="2332502" y="191831"/>
                  </a:lnTo>
                  <a:lnTo>
                    <a:pt x="2349282" y="173999"/>
                  </a:lnTo>
                  <a:close/>
                  <a:moveTo>
                    <a:pt x="2286875" y="185852"/>
                  </a:moveTo>
                  <a:lnTo>
                    <a:pt x="2332502" y="191831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286875" y="185852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343895" y="99995"/>
                  </a:lnTo>
                  <a:lnTo>
                    <a:pt x="2343776" y="0"/>
                  </a:lnTo>
                  <a:close/>
                  <a:moveTo>
                    <a:pt x="2343895" y="99995"/>
                  </a:moveTo>
                  <a:lnTo>
                    <a:pt x="2349282" y="173999"/>
                  </a:lnTo>
                  <a:lnTo>
                    <a:pt x="2380429" y="109616"/>
                  </a:lnTo>
                  <a:close/>
                  <a:moveTo>
                    <a:pt x="2343776" y="0"/>
                  </a:moveTo>
                  <a:lnTo>
                    <a:pt x="2343895" y="99995"/>
                  </a:lnTo>
                  <a:lnTo>
                    <a:pt x="2405006" y="108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26" name="Candidate_density__2145">
              <a:extLst>
                <a:ext uri="{FF2B5EF4-FFF2-40B4-BE49-F238E27FC236}">
                  <a16:creationId xmlns:a16="http://schemas.microsoft.com/office/drawing/2014/main" id="{D2BEA8DB-B8C8-3457-83BF-A5711F1885A5}"/>
                </a:ext>
              </a:extLst>
            </p:cNvPr>
            <p:cNvSpPr>
              <a:spLocks noGrp="1"/>
            </p:cNvSpPr>
            <p:nvPr/>
          </p:nvSpPr>
          <p:spPr>
            <a:xfrm>
              <a:off x="3551680" y="1804188"/>
              <a:ext cx="2360589" cy="1626656"/>
            </a:xfrm>
            <a:custGeom>
              <a:avLst/>
              <a:gdLst/>
              <a:ahLst/>
              <a:cxnLst/>
              <a:rect l="0" t="0" r="0" b="0"/>
              <a:pathLst>
                <a:path w="2360589" h="1626656">
                  <a:moveTo>
                    <a:pt x="314848" y="1514013"/>
                  </a:moveTo>
                  <a:lnTo>
                    <a:pt x="297157" y="1618232"/>
                  </a:lnTo>
                  <a:lnTo>
                    <a:pt x="343811" y="1506004"/>
                  </a:lnTo>
                  <a:close/>
                  <a:moveTo>
                    <a:pt x="343811" y="1506004"/>
                  </a:moveTo>
                  <a:lnTo>
                    <a:pt x="303799" y="1626656"/>
                  </a:lnTo>
                  <a:lnTo>
                    <a:pt x="393313" y="1588220"/>
                  </a:lnTo>
                  <a:close/>
                  <a:moveTo>
                    <a:pt x="243065" y="1544440"/>
                  </a:moveTo>
                  <a:lnTo>
                    <a:pt x="314848" y="1514013"/>
                  </a:lnTo>
                  <a:lnTo>
                    <a:pt x="238677" y="1423789"/>
                  </a:lnTo>
                  <a:close/>
                  <a:moveTo>
                    <a:pt x="205631" y="1462225"/>
                  </a:moveTo>
                  <a:lnTo>
                    <a:pt x="243065" y="1544440"/>
                  </a:lnTo>
                  <a:lnTo>
                    <a:pt x="238677" y="1423789"/>
                  </a:lnTo>
                  <a:close/>
                  <a:moveTo>
                    <a:pt x="289198" y="1373272"/>
                  </a:moveTo>
                  <a:lnTo>
                    <a:pt x="237867" y="1396558"/>
                  </a:lnTo>
                  <a:lnTo>
                    <a:pt x="205631" y="1462225"/>
                  </a:lnTo>
                  <a:close/>
                  <a:moveTo>
                    <a:pt x="31367" y="966603"/>
                  </a:moveTo>
                  <a:lnTo>
                    <a:pt x="0" y="1048241"/>
                  </a:lnTo>
                  <a:lnTo>
                    <a:pt x="14569" y="1012714"/>
                  </a:lnTo>
                  <a:close/>
                  <a:moveTo>
                    <a:pt x="431181" y="1480028"/>
                  </a:moveTo>
                  <a:lnTo>
                    <a:pt x="462275" y="1467568"/>
                  </a:lnTo>
                  <a:lnTo>
                    <a:pt x="508989" y="1422516"/>
                  </a:lnTo>
                  <a:close/>
                  <a:moveTo>
                    <a:pt x="9056" y="1094929"/>
                  </a:moveTo>
                  <a:lnTo>
                    <a:pt x="43239" y="974277"/>
                  </a:lnTo>
                  <a:lnTo>
                    <a:pt x="14569" y="1012714"/>
                  </a:lnTo>
                  <a:close/>
                  <a:moveTo>
                    <a:pt x="73080" y="907356"/>
                  </a:moveTo>
                  <a:lnTo>
                    <a:pt x="14569" y="1012714"/>
                  </a:lnTo>
                  <a:lnTo>
                    <a:pt x="43239" y="974277"/>
                  </a:lnTo>
                  <a:close/>
                  <a:moveTo>
                    <a:pt x="73080" y="907356"/>
                  </a:moveTo>
                  <a:lnTo>
                    <a:pt x="31367" y="966603"/>
                  </a:lnTo>
                  <a:lnTo>
                    <a:pt x="14569" y="1012714"/>
                  </a:lnTo>
                  <a:close/>
                  <a:moveTo>
                    <a:pt x="31367" y="966603"/>
                  </a:moveTo>
                  <a:lnTo>
                    <a:pt x="73080" y="907356"/>
                  </a:lnTo>
                  <a:lnTo>
                    <a:pt x="57270" y="930499"/>
                  </a:lnTo>
                  <a:close/>
                  <a:moveTo>
                    <a:pt x="73080" y="907356"/>
                  </a:moveTo>
                  <a:lnTo>
                    <a:pt x="103505" y="892062"/>
                  </a:lnTo>
                  <a:lnTo>
                    <a:pt x="57270" y="930499"/>
                  </a:lnTo>
                  <a:close/>
                  <a:moveTo>
                    <a:pt x="313868" y="1114441"/>
                  </a:moveTo>
                  <a:lnTo>
                    <a:pt x="334083" y="1056493"/>
                  </a:lnTo>
                  <a:lnTo>
                    <a:pt x="265686" y="1053520"/>
                  </a:lnTo>
                  <a:close/>
                  <a:moveTo>
                    <a:pt x="73080" y="907356"/>
                  </a:moveTo>
                  <a:lnTo>
                    <a:pt x="124795" y="885510"/>
                  </a:lnTo>
                  <a:lnTo>
                    <a:pt x="103505" y="892062"/>
                  </a:lnTo>
                  <a:close/>
                  <a:moveTo>
                    <a:pt x="133896" y="853626"/>
                  </a:moveTo>
                  <a:lnTo>
                    <a:pt x="173580" y="789248"/>
                  </a:lnTo>
                  <a:lnTo>
                    <a:pt x="110757" y="809847"/>
                  </a:lnTo>
                  <a:close/>
                  <a:moveTo>
                    <a:pt x="103505" y="892062"/>
                  </a:moveTo>
                  <a:lnTo>
                    <a:pt x="133896" y="853626"/>
                  </a:lnTo>
                  <a:lnTo>
                    <a:pt x="110757" y="809847"/>
                  </a:lnTo>
                  <a:close/>
                  <a:moveTo>
                    <a:pt x="591170" y="1023398"/>
                  </a:moveTo>
                  <a:lnTo>
                    <a:pt x="526454" y="962704"/>
                  </a:lnTo>
                  <a:lnTo>
                    <a:pt x="553562" y="979620"/>
                  </a:lnTo>
                  <a:close/>
                  <a:moveTo>
                    <a:pt x="591170" y="1023398"/>
                  </a:moveTo>
                  <a:lnTo>
                    <a:pt x="553562" y="979620"/>
                  </a:lnTo>
                  <a:lnTo>
                    <a:pt x="548162" y="1061834"/>
                  </a:lnTo>
                  <a:close/>
                  <a:moveTo>
                    <a:pt x="1167624" y="1313822"/>
                  </a:moveTo>
                  <a:lnTo>
                    <a:pt x="1112163" y="1352258"/>
                  </a:lnTo>
                  <a:lnTo>
                    <a:pt x="1201932" y="1396037"/>
                  </a:lnTo>
                  <a:close/>
                  <a:moveTo>
                    <a:pt x="542716" y="656101"/>
                  </a:moveTo>
                  <a:lnTo>
                    <a:pt x="496348" y="686903"/>
                  </a:lnTo>
                  <a:lnTo>
                    <a:pt x="535958" y="662542"/>
                  </a:lnTo>
                  <a:close/>
                  <a:moveTo>
                    <a:pt x="496348" y="686903"/>
                  </a:moveTo>
                  <a:lnTo>
                    <a:pt x="452168" y="662229"/>
                  </a:lnTo>
                  <a:lnTo>
                    <a:pt x="535958" y="662542"/>
                  </a:lnTo>
                  <a:close/>
                  <a:moveTo>
                    <a:pt x="484089" y="683816"/>
                  </a:moveTo>
                  <a:lnTo>
                    <a:pt x="496348" y="686903"/>
                  </a:lnTo>
                  <a:lnTo>
                    <a:pt x="483409" y="612323"/>
                  </a:lnTo>
                  <a:close/>
                  <a:moveTo>
                    <a:pt x="483409" y="612323"/>
                  </a:moveTo>
                  <a:lnTo>
                    <a:pt x="496348" y="686903"/>
                  </a:lnTo>
                  <a:lnTo>
                    <a:pt x="542716" y="656101"/>
                  </a:lnTo>
                  <a:close/>
                  <a:moveTo>
                    <a:pt x="1430640" y="1499687"/>
                  </a:moveTo>
                  <a:lnTo>
                    <a:pt x="1474695" y="1522030"/>
                  </a:lnTo>
                  <a:lnTo>
                    <a:pt x="1492684" y="1523242"/>
                  </a:lnTo>
                  <a:close/>
                  <a:moveTo>
                    <a:pt x="1167624" y="1313822"/>
                  </a:moveTo>
                  <a:lnTo>
                    <a:pt x="1201932" y="1396037"/>
                  </a:lnTo>
                  <a:lnTo>
                    <a:pt x="1238575" y="1357600"/>
                  </a:lnTo>
                  <a:close/>
                  <a:moveTo>
                    <a:pt x="1167624" y="1313822"/>
                  </a:moveTo>
                  <a:lnTo>
                    <a:pt x="1238575" y="1357600"/>
                  </a:lnTo>
                  <a:lnTo>
                    <a:pt x="1227628" y="1275385"/>
                  </a:lnTo>
                  <a:close/>
                  <a:moveTo>
                    <a:pt x="1167624" y="1313822"/>
                  </a:moveTo>
                  <a:lnTo>
                    <a:pt x="1227628" y="1275385"/>
                  </a:lnTo>
                  <a:lnTo>
                    <a:pt x="1165752" y="1231607"/>
                  </a:lnTo>
                  <a:close/>
                  <a:moveTo>
                    <a:pt x="925736" y="864310"/>
                  </a:moveTo>
                  <a:lnTo>
                    <a:pt x="896720" y="896739"/>
                  </a:lnTo>
                  <a:lnTo>
                    <a:pt x="906752" y="895897"/>
                  </a:lnTo>
                  <a:close/>
                  <a:moveTo>
                    <a:pt x="638213" y="632161"/>
                  </a:moveTo>
                  <a:lnTo>
                    <a:pt x="721363" y="583221"/>
                  </a:lnTo>
                  <a:lnTo>
                    <a:pt x="667404" y="568930"/>
                  </a:lnTo>
                  <a:close/>
                  <a:moveTo>
                    <a:pt x="638213" y="632161"/>
                  </a:moveTo>
                  <a:lnTo>
                    <a:pt x="667404" y="568930"/>
                  </a:lnTo>
                  <a:lnTo>
                    <a:pt x="588998" y="572080"/>
                  </a:lnTo>
                  <a:close/>
                  <a:moveTo>
                    <a:pt x="925736" y="864310"/>
                  </a:moveTo>
                  <a:lnTo>
                    <a:pt x="906752" y="895897"/>
                  </a:lnTo>
                  <a:lnTo>
                    <a:pt x="960103" y="918517"/>
                  </a:lnTo>
                  <a:close/>
                  <a:moveTo>
                    <a:pt x="875745" y="782095"/>
                  </a:moveTo>
                  <a:lnTo>
                    <a:pt x="977714" y="769160"/>
                  </a:lnTo>
                  <a:lnTo>
                    <a:pt x="961174" y="751560"/>
                  </a:lnTo>
                  <a:close/>
                  <a:moveTo>
                    <a:pt x="972726" y="825874"/>
                  </a:moveTo>
                  <a:lnTo>
                    <a:pt x="977714" y="769160"/>
                  </a:lnTo>
                  <a:lnTo>
                    <a:pt x="875745" y="782095"/>
                  </a:lnTo>
                  <a:close/>
                  <a:moveTo>
                    <a:pt x="925736" y="864310"/>
                  </a:moveTo>
                  <a:lnTo>
                    <a:pt x="972726" y="825874"/>
                  </a:lnTo>
                  <a:lnTo>
                    <a:pt x="875745" y="782095"/>
                  </a:lnTo>
                  <a:close/>
                  <a:moveTo>
                    <a:pt x="778426" y="678855"/>
                  </a:moveTo>
                  <a:lnTo>
                    <a:pt x="874194" y="660770"/>
                  </a:lnTo>
                  <a:lnTo>
                    <a:pt x="837650" y="591206"/>
                  </a:lnTo>
                  <a:close/>
                  <a:moveTo>
                    <a:pt x="874194" y="660770"/>
                  </a:moveTo>
                  <a:lnTo>
                    <a:pt x="875296" y="661443"/>
                  </a:lnTo>
                  <a:lnTo>
                    <a:pt x="837650" y="591206"/>
                  </a:lnTo>
                  <a:close/>
                  <a:moveTo>
                    <a:pt x="746907" y="604387"/>
                  </a:moveTo>
                  <a:lnTo>
                    <a:pt x="792424" y="570250"/>
                  </a:lnTo>
                  <a:lnTo>
                    <a:pt x="721363" y="583221"/>
                  </a:lnTo>
                  <a:close/>
                  <a:moveTo>
                    <a:pt x="746907" y="604387"/>
                  </a:moveTo>
                  <a:lnTo>
                    <a:pt x="837650" y="591206"/>
                  </a:lnTo>
                  <a:lnTo>
                    <a:pt x="792424" y="570250"/>
                  </a:lnTo>
                  <a:close/>
                  <a:moveTo>
                    <a:pt x="1504768" y="1313234"/>
                  </a:moveTo>
                  <a:lnTo>
                    <a:pt x="1561465" y="1280728"/>
                  </a:lnTo>
                  <a:lnTo>
                    <a:pt x="1538984" y="1259162"/>
                  </a:lnTo>
                  <a:close/>
                  <a:moveTo>
                    <a:pt x="1507959" y="1280728"/>
                  </a:moveTo>
                  <a:lnTo>
                    <a:pt x="1504768" y="1313234"/>
                  </a:lnTo>
                  <a:lnTo>
                    <a:pt x="1538984" y="1259162"/>
                  </a:lnTo>
                  <a:close/>
                  <a:moveTo>
                    <a:pt x="1504768" y="1313234"/>
                  </a:moveTo>
                  <a:lnTo>
                    <a:pt x="1550795" y="1303324"/>
                  </a:lnTo>
                  <a:lnTo>
                    <a:pt x="1561465" y="1280728"/>
                  </a:lnTo>
                  <a:close/>
                  <a:moveTo>
                    <a:pt x="1083931" y="672427"/>
                  </a:moveTo>
                  <a:lnTo>
                    <a:pt x="983198" y="743658"/>
                  </a:lnTo>
                  <a:lnTo>
                    <a:pt x="1051004" y="705222"/>
                  </a:lnTo>
                  <a:close/>
                  <a:moveTo>
                    <a:pt x="1083931" y="672427"/>
                  </a:moveTo>
                  <a:lnTo>
                    <a:pt x="1034803" y="703948"/>
                  </a:lnTo>
                  <a:lnTo>
                    <a:pt x="983198" y="743658"/>
                  </a:lnTo>
                  <a:close/>
                  <a:moveTo>
                    <a:pt x="1639145" y="1164487"/>
                  </a:moveTo>
                  <a:lnTo>
                    <a:pt x="1658299" y="1211400"/>
                  </a:lnTo>
                  <a:lnTo>
                    <a:pt x="1705476" y="1271246"/>
                  </a:lnTo>
                  <a:close/>
                  <a:moveTo>
                    <a:pt x="1639145" y="1164487"/>
                  </a:moveTo>
                  <a:lnTo>
                    <a:pt x="1633779" y="1119726"/>
                  </a:lnTo>
                  <a:lnTo>
                    <a:pt x="1555995" y="1107561"/>
                  </a:lnTo>
                  <a:close/>
                  <a:moveTo>
                    <a:pt x="1639145" y="1164487"/>
                  </a:moveTo>
                  <a:lnTo>
                    <a:pt x="1673401" y="1160076"/>
                  </a:lnTo>
                  <a:lnTo>
                    <a:pt x="1633779" y="1119726"/>
                  </a:lnTo>
                  <a:close/>
                  <a:moveTo>
                    <a:pt x="1673401" y="1160076"/>
                  </a:moveTo>
                  <a:lnTo>
                    <a:pt x="1745202" y="1042455"/>
                  </a:lnTo>
                  <a:lnTo>
                    <a:pt x="1630191" y="1071675"/>
                  </a:lnTo>
                  <a:close/>
                  <a:moveTo>
                    <a:pt x="1630191" y="1071675"/>
                  </a:moveTo>
                  <a:lnTo>
                    <a:pt x="1745202" y="1042455"/>
                  </a:lnTo>
                  <a:lnTo>
                    <a:pt x="1742492" y="1040968"/>
                  </a:lnTo>
                  <a:close/>
                  <a:moveTo>
                    <a:pt x="1673401" y="1160076"/>
                  </a:moveTo>
                  <a:lnTo>
                    <a:pt x="1630191" y="1071675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555995" y="1107561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742492" y="1040968"/>
                  </a:lnTo>
                  <a:lnTo>
                    <a:pt x="1715713" y="962647"/>
                  </a:lnTo>
                  <a:close/>
                  <a:moveTo>
                    <a:pt x="1677232" y="589913"/>
                  </a:moveTo>
                  <a:lnTo>
                    <a:pt x="1627135" y="664479"/>
                  </a:lnTo>
                  <a:lnTo>
                    <a:pt x="1729842" y="554624"/>
                  </a:lnTo>
                  <a:close/>
                  <a:moveTo>
                    <a:pt x="1729842" y="554624"/>
                  </a:moveTo>
                  <a:lnTo>
                    <a:pt x="1627135" y="664479"/>
                  </a:lnTo>
                  <a:lnTo>
                    <a:pt x="1700116" y="633691"/>
                  </a:lnTo>
                  <a:close/>
                  <a:moveTo>
                    <a:pt x="1815691" y="381739"/>
                  </a:moveTo>
                  <a:lnTo>
                    <a:pt x="1872593" y="379284"/>
                  </a:lnTo>
                  <a:lnTo>
                    <a:pt x="1877025" y="348609"/>
                  </a:lnTo>
                  <a:close/>
                  <a:moveTo>
                    <a:pt x="1872593" y="379284"/>
                  </a:moveTo>
                  <a:lnTo>
                    <a:pt x="1879672" y="310173"/>
                  </a:lnTo>
                  <a:lnTo>
                    <a:pt x="1877025" y="348609"/>
                  </a:lnTo>
                  <a:close/>
                  <a:moveTo>
                    <a:pt x="2118667" y="32937"/>
                  </a:moveTo>
                  <a:lnTo>
                    <a:pt x="2049376" y="52525"/>
                  </a:lnTo>
                  <a:lnTo>
                    <a:pt x="2167416" y="0"/>
                  </a:lnTo>
                  <a:close/>
                  <a:moveTo>
                    <a:pt x="2230751" y="85653"/>
                  </a:moveTo>
                  <a:lnTo>
                    <a:pt x="2313449" y="79013"/>
                  </a:lnTo>
                  <a:lnTo>
                    <a:pt x="2280189" y="5960"/>
                  </a:lnTo>
                  <a:close/>
                  <a:moveTo>
                    <a:pt x="2313449" y="79013"/>
                  </a:moveTo>
                  <a:lnTo>
                    <a:pt x="2360589" y="1189"/>
                  </a:lnTo>
                  <a:lnTo>
                    <a:pt x="2280189" y="596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27" name="Candidate_density__2146">
              <a:extLst>
                <a:ext uri="{FF2B5EF4-FFF2-40B4-BE49-F238E27FC236}">
                  <a16:creationId xmlns:a16="http://schemas.microsoft.com/office/drawing/2014/main" id="{F16B4068-81B3-C7C2-E642-4EBA57351DBC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36978"/>
              <a:ext cx="2359337" cy="1295516"/>
            </a:xfrm>
            <a:custGeom>
              <a:avLst/>
              <a:gdLst/>
              <a:ahLst/>
              <a:cxnLst/>
              <a:rect l="0" t="0" r="0" b="0"/>
              <a:pathLst>
                <a:path w="2359337" h="1295516">
                  <a:moveTo>
                    <a:pt x="366666" y="1272907"/>
                  </a:moveTo>
                  <a:lnTo>
                    <a:pt x="363200" y="1237645"/>
                  </a:lnTo>
                  <a:lnTo>
                    <a:pt x="362226" y="1274078"/>
                  </a:lnTo>
                  <a:close/>
                  <a:moveTo>
                    <a:pt x="74662" y="819696"/>
                  </a:moveTo>
                  <a:lnTo>
                    <a:pt x="0" y="819206"/>
                  </a:lnTo>
                  <a:lnTo>
                    <a:pt x="20060" y="830752"/>
                  </a:lnTo>
                  <a:close/>
                  <a:moveTo>
                    <a:pt x="491135" y="1262191"/>
                  </a:moveTo>
                  <a:lnTo>
                    <a:pt x="415369" y="1257570"/>
                  </a:lnTo>
                  <a:lnTo>
                    <a:pt x="366666" y="1272907"/>
                  </a:lnTo>
                  <a:close/>
                  <a:moveTo>
                    <a:pt x="509544" y="1217342"/>
                  </a:moveTo>
                  <a:lnTo>
                    <a:pt x="415369" y="1257570"/>
                  </a:lnTo>
                  <a:lnTo>
                    <a:pt x="491135" y="1262191"/>
                  </a:lnTo>
                  <a:close/>
                  <a:moveTo>
                    <a:pt x="509544" y="1217342"/>
                  </a:moveTo>
                  <a:lnTo>
                    <a:pt x="491135" y="1262191"/>
                  </a:lnTo>
                  <a:lnTo>
                    <a:pt x="535572" y="1237645"/>
                  </a:lnTo>
                  <a:close/>
                  <a:moveTo>
                    <a:pt x="509544" y="1217342"/>
                  </a:moveTo>
                  <a:lnTo>
                    <a:pt x="535572" y="1237645"/>
                  </a:lnTo>
                  <a:lnTo>
                    <a:pt x="525718" y="1176289"/>
                  </a:lnTo>
                  <a:close/>
                  <a:moveTo>
                    <a:pt x="525718" y="1176289"/>
                  </a:moveTo>
                  <a:lnTo>
                    <a:pt x="553991" y="1218540"/>
                  </a:lnTo>
                  <a:lnTo>
                    <a:pt x="595540" y="1158681"/>
                  </a:lnTo>
                  <a:close/>
                  <a:moveTo>
                    <a:pt x="767347" y="928752"/>
                  </a:moveTo>
                  <a:lnTo>
                    <a:pt x="815942" y="949837"/>
                  </a:lnTo>
                  <a:lnTo>
                    <a:pt x="772396" y="895654"/>
                  </a:lnTo>
                  <a:close/>
                  <a:moveTo>
                    <a:pt x="731801" y="743877"/>
                  </a:moveTo>
                  <a:lnTo>
                    <a:pt x="723019" y="764607"/>
                  </a:lnTo>
                  <a:lnTo>
                    <a:pt x="756807" y="672824"/>
                  </a:lnTo>
                  <a:close/>
                  <a:moveTo>
                    <a:pt x="1187719" y="1229734"/>
                  </a:moveTo>
                  <a:lnTo>
                    <a:pt x="1304454" y="1295516"/>
                  </a:lnTo>
                  <a:lnTo>
                    <a:pt x="1291795" y="1292108"/>
                  </a:lnTo>
                  <a:close/>
                  <a:moveTo>
                    <a:pt x="728395" y="755039"/>
                  </a:moveTo>
                  <a:lnTo>
                    <a:pt x="733481" y="656008"/>
                  </a:lnTo>
                  <a:lnTo>
                    <a:pt x="711188" y="634387"/>
                  </a:lnTo>
                  <a:close/>
                  <a:moveTo>
                    <a:pt x="733481" y="656008"/>
                  </a:moveTo>
                  <a:lnTo>
                    <a:pt x="731801" y="743877"/>
                  </a:lnTo>
                  <a:lnTo>
                    <a:pt x="756807" y="672824"/>
                  </a:lnTo>
                  <a:close/>
                  <a:moveTo>
                    <a:pt x="656396" y="557993"/>
                  </a:moveTo>
                  <a:lnTo>
                    <a:pt x="711188" y="634387"/>
                  </a:lnTo>
                  <a:lnTo>
                    <a:pt x="733481" y="656008"/>
                  </a:lnTo>
                  <a:close/>
                  <a:moveTo>
                    <a:pt x="656396" y="557993"/>
                  </a:moveTo>
                  <a:lnTo>
                    <a:pt x="733481" y="656008"/>
                  </a:lnTo>
                  <a:lnTo>
                    <a:pt x="690845" y="590579"/>
                  </a:lnTo>
                  <a:close/>
                  <a:moveTo>
                    <a:pt x="706322" y="477904"/>
                  </a:moveTo>
                  <a:lnTo>
                    <a:pt x="656396" y="557993"/>
                  </a:lnTo>
                  <a:lnTo>
                    <a:pt x="690845" y="590579"/>
                  </a:lnTo>
                  <a:close/>
                  <a:moveTo>
                    <a:pt x="1094232" y="963248"/>
                  </a:moveTo>
                  <a:lnTo>
                    <a:pt x="1110744" y="992038"/>
                  </a:lnTo>
                  <a:lnTo>
                    <a:pt x="1161980" y="1022409"/>
                  </a:lnTo>
                  <a:close/>
                  <a:moveTo>
                    <a:pt x="1349094" y="1228137"/>
                  </a:moveTo>
                  <a:lnTo>
                    <a:pt x="1379424" y="1195066"/>
                  </a:lnTo>
                  <a:lnTo>
                    <a:pt x="1367074" y="1171456"/>
                  </a:lnTo>
                  <a:close/>
                  <a:moveTo>
                    <a:pt x="906773" y="513736"/>
                  </a:moveTo>
                  <a:lnTo>
                    <a:pt x="891183" y="567259"/>
                  </a:lnTo>
                  <a:lnTo>
                    <a:pt x="937088" y="523690"/>
                  </a:lnTo>
                  <a:close/>
                  <a:moveTo>
                    <a:pt x="1523469" y="1107579"/>
                  </a:moveTo>
                  <a:lnTo>
                    <a:pt x="1434974" y="1055371"/>
                  </a:lnTo>
                  <a:lnTo>
                    <a:pt x="1466065" y="1108159"/>
                  </a:lnTo>
                  <a:close/>
                  <a:moveTo>
                    <a:pt x="1603249" y="1034193"/>
                  </a:moveTo>
                  <a:lnTo>
                    <a:pt x="1587640" y="1012369"/>
                  </a:lnTo>
                  <a:lnTo>
                    <a:pt x="1586417" y="1064275"/>
                  </a:lnTo>
                  <a:close/>
                  <a:moveTo>
                    <a:pt x="1587640" y="1012369"/>
                  </a:moveTo>
                  <a:lnTo>
                    <a:pt x="1603249" y="1034193"/>
                  </a:lnTo>
                  <a:lnTo>
                    <a:pt x="1615229" y="956796"/>
                  </a:lnTo>
                  <a:close/>
                  <a:moveTo>
                    <a:pt x="1597776" y="838457"/>
                  </a:moveTo>
                  <a:lnTo>
                    <a:pt x="1559353" y="909195"/>
                  </a:lnTo>
                  <a:lnTo>
                    <a:pt x="1637130" y="906555"/>
                  </a:lnTo>
                  <a:close/>
                  <a:moveTo>
                    <a:pt x="1654429" y="792399"/>
                  </a:moveTo>
                  <a:lnTo>
                    <a:pt x="1565702" y="727287"/>
                  </a:lnTo>
                  <a:lnTo>
                    <a:pt x="1618804" y="754960"/>
                  </a:lnTo>
                  <a:close/>
                  <a:moveTo>
                    <a:pt x="1609633" y="505466"/>
                  </a:moveTo>
                  <a:lnTo>
                    <a:pt x="1608014" y="529858"/>
                  </a:lnTo>
                  <a:lnTo>
                    <a:pt x="1648242" y="442205"/>
                  </a:lnTo>
                  <a:close/>
                  <a:moveTo>
                    <a:pt x="1639515" y="504248"/>
                  </a:moveTo>
                  <a:lnTo>
                    <a:pt x="1613047" y="485984"/>
                  </a:lnTo>
                  <a:lnTo>
                    <a:pt x="1609633" y="505466"/>
                  </a:lnTo>
                  <a:close/>
                  <a:moveTo>
                    <a:pt x="1958428" y="327975"/>
                  </a:moveTo>
                  <a:lnTo>
                    <a:pt x="1884403" y="329867"/>
                  </a:lnTo>
                  <a:lnTo>
                    <a:pt x="1875618" y="333392"/>
                  </a:lnTo>
                  <a:close/>
                  <a:moveTo>
                    <a:pt x="1934187" y="41814"/>
                  </a:moveTo>
                  <a:lnTo>
                    <a:pt x="1936011" y="44609"/>
                  </a:lnTo>
                  <a:lnTo>
                    <a:pt x="1938384" y="37832"/>
                  </a:lnTo>
                  <a:close/>
                  <a:moveTo>
                    <a:pt x="1941022" y="47693"/>
                  </a:moveTo>
                  <a:lnTo>
                    <a:pt x="1936011" y="44609"/>
                  </a:lnTo>
                  <a:lnTo>
                    <a:pt x="1934187" y="41814"/>
                  </a:lnTo>
                  <a:close/>
                  <a:moveTo>
                    <a:pt x="1997662" y="3377"/>
                  </a:moveTo>
                  <a:lnTo>
                    <a:pt x="2029898" y="28872"/>
                  </a:lnTo>
                  <a:lnTo>
                    <a:pt x="1988585" y="10321"/>
                  </a:lnTo>
                  <a:close/>
                  <a:moveTo>
                    <a:pt x="1934187" y="41814"/>
                  </a:moveTo>
                  <a:lnTo>
                    <a:pt x="1938384" y="37832"/>
                  </a:lnTo>
                  <a:lnTo>
                    <a:pt x="1985825" y="0"/>
                  </a:lnTo>
                  <a:close/>
                  <a:moveTo>
                    <a:pt x="1997662" y="3377"/>
                  </a:moveTo>
                  <a:lnTo>
                    <a:pt x="1985825" y="0"/>
                  </a:lnTo>
                  <a:lnTo>
                    <a:pt x="2029898" y="28872"/>
                  </a:lnTo>
                  <a:close/>
                  <a:moveTo>
                    <a:pt x="2296976" y="250023"/>
                  </a:moveTo>
                  <a:lnTo>
                    <a:pt x="2303005" y="134709"/>
                  </a:lnTo>
                  <a:lnTo>
                    <a:pt x="2289224" y="239506"/>
                  </a:lnTo>
                  <a:close/>
                  <a:moveTo>
                    <a:pt x="2306738" y="129371"/>
                  </a:moveTo>
                  <a:lnTo>
                    <a:pt x="2303005" y="134709"/>
                  </a:lnTo>
                  <a:lnTo>
                    <a:pt x="2296976" y="250023"/>
                  </a:lnTo>
                  <a:close/>
                  <a:moveTo>
                    <a:pt x="2326539" y="167807"/>
                  </a:moveTo>
                  <a:lnTo>
                    <a:pt x="2306738" y="129371"/>
                  </a:lnTo>
                  <a:lnTo>
                    <a:pt x="2296976" y="250023"/>
                  </a:lnTo>
                  <a:close/>
                  <a:moveTo>
                    <a:pt x="2306738" y="129371"/>
                  </a:moveTo>
                  <a:lnTo>
                    <a:pt x="2326539" y="167807"/>
                  </a:lnTo>
                  <a:lnTo>
                    <a:pt x="2356483" y="55997"/>
                  </a:lnTo>
                  <a:close/>
                  <a:moveTo>
                    <a:pt x="2359337" y="42913"/>
                  </a:moveTo>
                  <a:lnTo>
                    <a:pt x="2306738" y="129371"/>
                  </a:lnTo>
                  <a:lnTo>
                    <a:pt x="2356483" y="5599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28" name="Candidate_density__2147">
              <a:extLst>
                <a:ext uri="{FF2B5EF4-FFF2-40B4-BE49-F238E27FC236}">
                  <a16:creationId xmlns:a16="http://schemas.microsoft.com/office/drawing/2014/main" id="{CFAC9E38-F4B4-5AAD-845E-89010C0CE8E3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476483"/>
              <a:ext cx="2276915" cy="1059234"/>
            </a:xfrm>
            <a:custGeom>
              <a:avLst/>
              <a:gdLst/>
              <a:ahLst/>
              <a:cxnLst/>
              <a:rect l="0" t="0" r="0" b="0"/>
              <a:pathLst>
                <a:path w="2276915" h="1059234">
                  <a:moveTo>
                    <a:pt x="54601" y="580190"/>
                  </a:moveTo>
                  <a:lnTo>
                    <a:pt x="0" y="591246"/>
                  </a:lnTo>
                  <a:lnTo>
                    <a:pt x="126845" y="571639"/>
                  </a:lnTo>
                  <a:close/>
                  <a:moveTo>
                    <a:pt x="54601" y="580190"/>
                  </a:moveTo>
                  <a:lnTo>
                    <a:pt x="126845" y="571639"/>
                  </a:lnTo>
                  <a:lnTo>
                    <a:pt x="73873" y="572891"/>
                  </a:lnTo>
                  <a:close/>
                  <a:moveTo>
                    <a:pt x="1297607" y="1052602"/>
                  </a:moveTo>
                  <a:lnTo>
                    <a:pt x="1284393" y="1056010"/>
                  </a:lnTo>
                  <a:lnTo>
                    <a:pt x="1348476" y="997867"/>
                  </a:lnTo>
                  <a:close/>
                  <a:moveTo>
                    <a:pt x="1271734" y="1052602"/>
                  </a:moveTo>
                  <a:lnTo>
                    <a:pt x="1284393" y="1056010"/>
                  </a:lnTo>
                  <a:lnTo>
                    <a:pt x="1290358" y="1059234"/>
                  </a:lnTo>
                  <a:close/>
                  <a:moveTo>
                    <a:pt x="1297607" y="1052602"/>
                  </a:moveTo>
                  <a:lnTo>
                    <a:pt x="1290358" y="1059234"/>
                  </a:lnTo>
                  <a:lnTo>
                    <a:pt x="1284393" y="1056010"/>
                  </a:lnTo>
                  <a:close/>
                  <a:moveTo>
                    <a:pt x="1271734" y="1052602"/>
                  </a:moveTo>
                  <a:lnTo>
                    <a:pt x="1290358" y="1059234"/>
                  </a:lnTo>
                  <a:lnTo>
                    <a:pt x="1303867" y="1040178"/>
                  </a:lnTo>
                  <a:close/>
                  <a:moveTo>
                    <a:pt x="1303867" y="1040178"/>
                  </a:moveTo>
                  <a:lnTo>
                    <a:pt x="1290358" y="1059234"/>
                  </a:lnTo>
                  <a:lnTo>
                    <a:pt x="1297607" y="1052602"/>
                  </a:lnTo>
                  <a:close/>
                  <a:moveTo>
                    <a:pt x="1329033" y="988632"/>
                  </a:moveTo>
                  <a:lnTo>
                    <a:pt x="1348476" y="997867"/>
                  </a:lnTo>
                  <a:lnTo>
                    <a:pt x="1359364" y="955560"/>
                  </a:lnTo>
                  <a:close/>
                  <a:moveTo>
                    <a:pt x="1303867" y="1040178"/>
                  </a:moveTo>
                  <a:lnTo>
                    <a:pt x="1348476" y="997867"/>
                  </a:lnTo>
                  <a:lnTo>
                    <a:pt x="1329033" y="988632"/>
                  </a:lnTo>
                  <a:close/>
                  <a:moveTo>
                    <a:pt x="1297607" y="1052602"/>
                  </a:moveTo>
                  <a:lnTo>
                    <a:pt x="1348476" y="997867"/>
                  </a:lnTo>
                  <a:lnTo>
                    <a:pt x="1303867" y="1040178"/>
                  </a:lnTo>
                  <a:close/>
                  <a:moveTo>
                    <a:pt x="1359364" y="955560"/>
                  </a:moveTo>
                  <a:lnTo>
                    <a:pt x="1348476" y="997867"/>
                  </a:lnTo>
                  <a:lnTo>
                    <a:pt x="1364142" y="970387"/>
                  </a:lnTo>
                  <a:close/>
                  <a:moveTo>
                    <a:pt x="1503408" y="868073"/>
                  </a:moveTo>
                  <a:lnTo>
                    <a:pt x="1446005" y="868654"/>
                  </a:lnTo>
                  <a:lnTo>
                    <a:pt x="1566357" y="824770"/>
                  </a:lnTo>
                  <a:close/>
                  <a:moveTo>
                    <a:pt x="1567579" y="772863"/>
                  </a:moveTo>
                  <a:lnTo>
                    <a:pt x="1549718" y="861399"/>
                  </a:lnTo>
                  <a:lnTo>
                    <a:pt x="1566357" y="824770"/>
                  </a:lnTo>
                  <a:close/>
                  <a:moveTo>
                    <a:pt x="1583188" y="794687"/>
                  </a:moveTo>
                  <a:lnTo>
                    <a:pt x="1566357" y="824770"/>
                  </a:lnTo>
                  <a:lnTo>
                    <a:pt x="1577250" y="811299"/>
                  </a:lnTo>
                  <a:close/>
                  <a:moveTo>
                    <a:pt x="1577250" y="811299"/>
                  </a:moveTo>
                  <a:lnTo>
                    <a:pt x="1595169" y="717290"/>
                  </a:lnTo>
                  <a:lnTo>
                    <a:pt x="1583188" y="794687"/>
                  </a:lnTo>
                  <a:close/>
                  <a:moveTo>
                    <a:pt x="1662096" y="487781"/>
                  </a:moveTo>
                  <a:lnTo>
                    <a:pt x="1598744" y="515454"/>
                  </a:lnTo>
                  <a:lnTo>
                    <a:pt x="1590763" y="608433"/>
                  </a:lnTo>
                  <a:close/>
                  <a:moveTo>
                    <a:pt x="1628182" y="202699"/>
                  </a:moveTo>
                  <a:lnTo>
                    <a:pt x="1619455" y="264742"/>
                  </a:lnTo>
                  <a:lnTo>
                    <a:pt x="1589572" y="265960"/>
                  </a:lnTo>
                  <a:close/>
                  <a:moveTo>
                    <a:pt x="1855558" y="93886"/>
                  </a:moveTo>
                  <a:lnTo>
                    <a:pt x="1850577" y="87390"/>
                  </a:lnTo>
                  <a:lnTo>
                    <a:pt x="1814571" y="119476"/>
                  </a:lnTo>
                  <a:close/>
                  <a:moveTo>
                    <a:pt x="1779189" y="95381"/>
                  </a:moveTo>
                  <a:lnTo>
                    <a:pt x="1800336" y="125826"/>
                  </a:lnTo>
                  <a:lnTo>
                    <a:pt x="1814571" y="119476"/>
                  </a:lnTo>
                  <a:close/>
                  <a:moveTo>
                    <a:pt x="1814571" y="119476"/>
                  </a:moveTo>
                  <a:lnTo>
                    <a:pt x="1887538" y="113625"/>
                  </a:lnTo>
                  <a:lnTo>
                    <a:pt x="1855558" y="93886"/>
                  </a:lnTo>
                  <a:close/>
                  <a:moveTo>
                    <a:pt x="1887538" y="113625"/>
                  </a:moveTo>
                  <a:lnTo>
                    <a:pt x="1935893" y="89168"/>
                  </a:lnTo>
                  <a:lnTo>
                    <a:pt x="1855558" y="93886"/>
                  </a:lnTo>
                  <a:close/>
                  <a:moveTo>
                    <a:pt x="1944675" y="87390"/>
                  </a:moveTo>
                  <a:lnTo>
                    <a:pt x="1935893" y="89168"/>
                  </a:lnTo>
                  <a:lnTo>
                    <a:pt x="2010866" y="80871"/>
                  </a:lnTo>
                  <a:close/>
                  <a:moveTo>
                    <a:pt x="1938368" y="88469"/>
                  </a:moveTo>
                  <a:lnTo>
                    <a:pt x="1855558" y="93886"/>
                  </a:lnTo>
                  <a:lnTo>
                    <a:pt x="1935893" y="89168"/>
                  </a:lnTo>
                  <a:close/>
                  <a:moveTo>
                    <a:pt x="1944675" y="87390"/>
                  </a:moveTo>
                  <a:lnTo>
                    <a:pt x="1938368" y="88469"/>
                  </a:lnTo>
                  <a:lnTo>
                    <a:pt x="1935893" y="89168"/>
                  </a:lnTo>
                  <a:close/>
                  <a:moveTo>
                    <a:pt x="2074033" y="101841"/>
                  </a:moveTo>
                  <a:lnTo>
                    <a:pt x="1944675" y="87390"/>
                  </a:lnTo>
                  <a:lnTo>
                    <a:pt x="2016869" y="83926"/>
                  </a:lnTo>
                  <a:close/>
                  <a:moveTo>
                    <a:pt x="1938368" y="88469"/>
                  </a:moveTo>
                  <a:lnTo>
                    <a:pt x="1944675" y="87390"/>
                  </a:lnTo>
                  <a:lnTo>
                    <a:pt x="2074033" y="101841"/>
                  </a:lnTo>
                  <a:close/>
                  <a:moveTo>
                    <a:pt x="2074033" y="101841"/>
                  </a:moveTo>
                  <a:lnTo>
                    <a:pt x="2143062" y="81268"/>
                  </a:lnTo>
                  <a:lnTo>
                    <a:pt x="2198211" y="72258"/>
                  </a:lnTo>
                  <a:close/>
                  <a:moveTo>
                    <a:pt x="2198211" y="72258"/>
                  </a:moveTo>
                  <a:lnTo>
                    <a:pt x="2143062" y="81268"/>
                  </a:lnTo>
                  <a:lnTo>
                    <a:pt x="2261224" y="29198"/>
                  </a:lnTo>
                  <a:close/>
                  <a:moveTo>
                    <a:pt x="2210169" y="48953"/>
                  </a:moveTo>
                  <a:lnTo>
                    <a:pt x="2276915" y="10517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198211" y="72258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261224" y="29198"/>
                  </a:lnTo>
                  <a:lnTo>
                    <a:pt x="2276915" y="1051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29" name="Candidate_density__2148">
              <a:extLst>
                <a:ext uri="{FF2B5EF4-FFF2-40B4-BE49-F238E27FC236}">
                  <a16:creationId xmlns:a16="http://schemas.microsoft.com/office/drawing/2014/main" id="{96C5E724-6F66-230D-EA82-C41CC6F4FD4D}"/>
                </a:ext>
              </a:extLst>
            </p:cNvPr>
            <p:cNvSpPr>
              <a:spLocks noGrp="1"/>
            </p:cNvSpPr>
            <p:nvPr/>
          </p:nvSpPr>
          <p:spPr>
            <a:xfrm>
              <a:off x="3662437" y="1789649"/>
              <a:ext cx="2169432" cy="1139923"/>
            </a:xfrm>
            <a:custGeom>
              <a:avLst/>
              <a:gdLst/>
              <a:ahLst/>
              <a:cxnLst/>
              <a:rect l="0" t="0" r="0" b="0"/>
              <a:pathLst>
                <a:path w="2169432" h="1139923">
                  <a:moveTo>
                    <a:pt x="290054" y="1096055"/>
                  </a:moveTo>
                  <a:lnTo>
                    <a:pt x="223326" y="1071032"/>
                  </a:lnTo>
                  <a:lnTo>
                    <a:pt x="203111" y="1128980"/>
                  </a:lnTo>
                  <a:close/>
                  <a:moveTo>
                    <a:pt x="203111" y="1128980"/>
                  </a:moveTo>
                  <a:lnTo>
                    <a:pt x="276305" y="1114811"/>
                  </a:lnTo>
                  <a:lnTo>
                    <a:pt x="290054" y="1096055"/>
                  </a:lnTo>
                  <a:close/>
                  <a:moveTo>
                    <a:pt x="351923" y="1048715"/>
                  </a:moveTo>
                  <a:lnTo>
                    <a:pt x="225826" y="1071119"/>
                  </a:lnTo>
                  <a:lnTo>
                    <a:pt x="290054" y="1096055"/>
                  </a:lnTo>
                  <a:close/>
                  <a:moveTo>
                    <a:pt x="0" y="824386"/>
                  </a:moveTo>
                  <a:lnTo>
                    <a:pt x="62822" y="803788"/>
                  </a:lnTo>
                  <a:lnTo>
                    <a:pt x="28826" y="809710"/>
                  </a:lnTo>
                  <a:close/>
                  <a:moveTo>
                    <a:pt x="290054" y="1096055"/>
                  </a:moveTo>
                  <a:lnTo>
                    <a:pt x="276305" y="1114811"/>
                  </a:lnTo>
                  <a:lnTo>
                    <a:pt x="301484" y="1109596"/>
                  </a:lnTo>
                  <a:close/>
                  <a:moveTo>
                    <a:pt x="301484" y="1109596"/>
                  </a:moveTo>
                  <a:lnTo>
                    <a:pt x="351923" y="1048715"/>
                  </a:lnTo>
                  <a:lnTo>
                    <a:pt x="290054" y="1096055"/>
                  </a:lnTo>
                  <a:close/>
                  <a:moveTo>
                    <a:pt x="301484" y="1109596"/>
                  </a:moveTo>
                  <a:lnTo>
                    <a:pt x="406392" y="1084900"/>
                  </a:lnTo>
                  <a:lnTo>
                    <a:pt x="351923" y="1048715"/>
                  </a:lnTo>
                  <a:close/>
                  <a:moveTo>
                    <a:pt x="351923" y="1048715"/>
                  </a:moveTo>
                  <a:lnTo>
                    <a:pt x="406392" y="1084900"/>
                  </a:lnTo>
                  <a:lnTo>
                    <a:pt x="362949" y="1032595"/>
                  </a:lnTo>
                  <a:close/>
                  <a:moveTo>
                    <a:pt x="362949" y="1032595"/>
                  </a:moveTo>
                  <a:lnTo>
                    <a:pt x="406392" y="1084900"/>
                  </a:lnTo>
                  <a:lnTo>
                    <a:pt x="437405" y="1076374"/>
                  </a:lnTo>
                  <a:close/>
                  <a:moveTo>
                    <a:pt x="362949" y="1032595"/>
                  </a:moveTo>
                  <a:lnTo>
                    <a:pt x="437405" y="1076374"/>
                  </a:lnTo>
                  <a:lnTo>
                    <a:pt x="442805" y="994159"/>
                  </a:lnTo>
                  <a:close/>
                  <a:moveTo>
                    <a:pt x="406392" y="1084900"/>
                  </a:moveTo>
                  <a:lnTo>
                    <a:pt x="433876" y="1139923"/>
                  </a:lnTo>
                  <a:lnTo>
                    <a:pt x="437405" y="1076374"/>
                  </a:lnTo>
                  <a:close/>
                  <a:moveTo>
                    <a:pt x="372651" y="626862"/>
                  </a:moveTo>
                  <a:lnTo>
                    <a:pt x="431958" y="670640"/>
                  </a:lnTo>
                  <a:lnTo>
                    <a:pt x="470955" y="588425"/>
                  </a:lnTo>
                  <a:close/>
                  <a:moveTo>
                    <a:pt x="579177" y="632204"/>
                  </a:moveTo>
                  <a:lnTo>
                    <a:pt x="527456" y="646700"/>
                  </a:lnTo>
                  <a:lnTo>
                    <a:pt x="536487" y="739451"/>
                  </a:lnTo>
                  <a:close/>
                  <a:moveTo>
                    <a:pt x="470955" y="588425"/>
                  </a:moveTo>
                  <a:lnTo>
                    <a:pt x="527456" y="646700"/>
                  </a:lnTo>
                  <a:lnTo>
                    <a:pt x="478241" y="586619"/>
                  </a:lnTo>
                  <a:close/>
                  <a:moveTo>
                    <a:pt x="470955" y="588425"/>
                  </a:moveTo>
                  <a:lnTo>
                    <a:pt x="431958" y="670640"/>
                  </a:lnTo>
                  <a:lnTo>
                    <a:pt x="527456" y="646700"/>
                  </a:lnTo>
                  <a:close/>
                  <a:moveTo>
                    <a:pt x="579177" y="632204"/>
                  </a:moveTo>
                  <a:lnTo>
                    <a:pt x="610605" y="597761"/>
                  </a:lnTo>
                  <a:lnTo>
                    <a:pt x="527456" y="646700"/>
                  </a:lnTo>
                  <a:close/>
                  <a:moveTo>
                    <a:pt x="475058" y="584833"/>
                  </a:moveTo>
                  <a:lnTo>
                    <a:pt x="470955" y="588425"/>
                  </a:lnTo>
                  <a:lnTo>
                    <a:pt x="478241" y="586619"/>
                  </a:lnTo>
                  <a:close/>
                  <a:moveTo>
                    <a:pt x="872440" y="758198"/>
                  </a:moveTo>
                  <a:lnTo>
                    <a:pt x="924046" y="718488"/>
                  </a:lnTo>
                  <a:lnTo>
                    <a:pt x="850417" y="766100"/>
                  </a:lnTo>
                  <a:close/>
                  <a:moveTo>
                    <a:pt x="850417" y="766100"/>
                  </a:moveTo>
                  <a:lnTo>
                    <a:pt x="866957" y="783699"/>
                  </a:lnTo>
                  <a:lnTo>
                    <a:pt x="872440" y="758198"/>
                  </a:lnTo>
                  <a:close/>
                  <a:moveTo>
                    <a:pt x="579177" y="632204"/>
                  </a:moveTo>
                  <a:lnTo>
                    <a:pt x="667669" y="693395"/>
                  </a:lnTo>
                  <a:lnTo>
                    <a:pt x="636150" y="618926"/>
                  </a:lnTo>
                  <a:close/>
                  <a:moveTo>
                    <a:pt x="667669" y="693395"/>
                  </a:moveTo>
                  <a:lnTo>
                    <a:pt x="726893" y="605746"/>
                  </a:lnTo>
                  <a:lnTo>
                    <a:pt x="636150" y="618926"/>
                  </a:lnTo>
                  <a:close/>
                  <a:moveTo>
                    <a:pt x="610605" y="597761"/>
                  </a:moveTo>
                  <a:lnTo>
                    <a:pt x="579177" y="632204"/>
                  </a:lnTo>
                  <a:lnTo>
                    <a:pt x="636150" y="618926"/>
                  </a:lnTo>
                  <a:close/>
                  <a:moveTo>
                    <a:pt x="1604079" y="577531"/>
                  </a:moveTo>
                  <a:lnTo>
                    <a:pt x="1566474" y="604452"/>
                  </a:lnTo>
                  <a:lnTo>
                    <a:pt x="1619085" y="569164"/>
                  </a:lnTo>
                  <a:close/>
                  <a:moveTo>
                    <a:pt x="1560442" y="522237"/>
                  </a:moveTo>
                  <a:lnTo>
                    <a:pt x="1604079" y="577531"/>
                  </a:lnTo>
                  <a:lnTo>
                    <a:pt x="1618738" y="566015"/>
                  </a:lnTo>
                  <a:close/>
                  <a:moveTo>
                    <a:pt x="1604079" y="577531"/>
                  </a:moveTo>
                  <a:lnTo>
                    <a:pt x="1619085" y="569164"/>
                  </a:lnTo>
                  <a:lnTo>
                    <a:pt x="1618738" y="566015"/>
                  </a:lnTo>
                  <a:close/>
                  <a:moveTo>
                    <a:pt x="1619085" y="569164"/>
                  </a:moveTo>
                  <a:lnTo>
                    <a:pt x="1678161" y="617395"/>
                  </a:lnTo>
                  <a:lnTo>
                    <a:pt x="1618738" y="566015"/>
                  </a:lnTo>
                  <a:close/>
                  <a:moveTo>
                    <a:pt x="1618216" y="483801"/>
                  </a:moveTo>
                  <a:lnTo>
                    <a:pt x="1618738" y="566015"/>
                  </a:lnTo>
                  <a:lnTo>
                    <a:pt x="1678472" y="527579"/>
                  </a:lnTo>
                  <a:close/>
                  <a:moveTo>
                    <a:pt x="1618216" y="483801"/>
                  </a:moveTo>
                  <a:lnTo>
                    <a:pt x="1678472" y="527579"/>
                  </a:lnTo>
                  <a:lnTo>
                    <a:pt x="1681955" y="445364"/>
                  </a:lnTo>
                  <a:close/>
                  <a:moveTo>
                    <a:pt x="1681955" y="445364"/>
                  </a:moveTo>
                  <a:lnTo>
                    <a:pt x="1704933" y="396278"/>
                  </a:lnTo>
                  <a:lnTo>
                    <a:pt x="1646802" y="401585"/>
                  </a:lnTo>
                  <a:close/>
                  <a:moveTo>
                    <a:pt x="1761835" y="393823"/>
                  </a:moveTo>
                  <a:lnTo>
                    <a:pt x="1681955" y="445364"/>
                  </a:lnTo>
                  <a:lnTo>
                    <a:pt x="1760041" y="406928"/>
                  </a:lnTo>
                  <a:close/>
                  <a:moveTo>
                    <a:pt x="1761835" y="393823"/>
                  </a:moveTo>
                  <a:lnTo>
                    <a:pt x="1704933" y="396278"/>
                  </a:lnTo>
                  <a:lnTo>
                    <a:pt x="1681955" y="445364"/>
                  </a:lnTo>
                  <a:close/>
                  <a:moveTo>
                    <a:pt x="1700836" y="280934"/>
                  </a:moveTo>
                  <a:lnTo>
                    <a:pt x="1768915" y="324712"/>
                  </a:lnTo>
                  <a:lnTo>
                    <a:pt x="1771655" y="242497"/>
                  </a:lnTo>
                  <a:close/>
                  <a:moveTo>
                    <a:pt x="1761835" y="393823"/>
                  </a:moveTo>
                  <a:lnTo>
                    <a:pt x="1772458" y="401141"/>
                  </a:lnTo>
                  <a:lnTo>
                    <a:pt x="1768915" y="324712"/>
                  </a:lnTo>
                  <a:close/>
                  <a:moveTo>
                    <a:pt x="1771655" y="242497"/>
                  </a:moveTo>
                  <a:lnTo>
                    <a:pt x="1854845" y="247710"/>
                  </a:lnTo>
                  <a:lnTo>
                    <a:pt x="1816661" y="225612"/>
                  </a:lnTo>
                  <a:close/>
                  <a:moveTo>
                    <a:pt x="1838281" y="286276"/>
                  </a:moveTo>
                  <a:lnTo>
                    <a:pt x="1854845" y="247710"/>
                  </a:lnTo>
                  <a:lnTo>
                    <a:pt x="1771655" y="242497"/>
                  </a:lnTo>
                  <a:close/>
                  <a:moveTo>
                    <a:pt x="1768915" y="324712"/>
                  </a:moveTo>
                  <a:lnTo>
                    <a:pt x="1838281" y="286276"/>
                  </a:lnTo>
                  <a:lnTo>
                    <a:pt x="1771655" y="242497"/>
                  </a:lnTo>
                  <a:close/>
                  <a:moveTo>
                    <a:pt x="1874543" y="204061"/>
                  </a:moveTo>
                  <a:lnTo>
                    <a:pt x="1842119" y="121846"/>
                  </a:lnTo>
                  <a:lnTo>
                    <a:pt x="1816661" y="225612"/>
                  </a:lnTo>
                  <a:close/>
                  <a:moveTo>
                    <a:pt x="1842119" y="121846"/>
                  </a:moveTo>
                  <a:lnTo>
                    <a:pt x="1807941" y="132609"/>
                  </a:lnTo>
                  <a:lnTo>
                    <a:pt x="1816661" y="225612"/>
                  </a:lnTo>
                  <a:close/>
                  <a:moveTo>
                    <a:pt x="1816661" y="225612"/>
                  </a:moveTo>
                  <a:lnTo>
                    <a:pt x="1854845" y="247710"/>
                  </a:lnTo>
                  <a:lnTo>
                    <a:pt x="1874543" y="204061"/>
                  </a:lnTo>
                  <a:close/>
                  <a:moveTo>
                    <a:pt x="1854845" y="247710"/>
                  </a:moveTo>
                  <a:lnTo>
                    <a:pt x="1894584" y="262354"/>
                  </a:lnTo>
                  <a:lnTo>
                    <a:pt x="1874543" y="204061"/>
                  </a:lnTo>
                  <a:close/>
                  <a:moveTo>
                    <a:pt x="1874543" y="204061"/>
                  </a:moveTo>
                  <a:lnTo>
                    <a:pt x="1924065" y="247839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874543" y="204061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931459" y="165624"/>
                  </a:lnTo>
                  <a:lnTo>
                    <a:pt x="1929472" y="83409"/>
                  </a:lnTo>
                  <a:close/>
                  <a:moveTo>
                    <a:pt x="1938619" y="67065"/>
                  </a:moveTo>
                  <a:lnTo>
                    <a:pt x="1842119" y="121846"/>
                  </a:lnTo>
                  <a:lnTo>
                    <a:pt x="1929472" y="83409"/>
                  </a:lnTo>
                  <a:close/>
                  <a:moveTo>
                    <a:pt x="1929472" y="83409"/>
                  </a:moveTo>
                  <a:lnTo>
                    <a:pt x="2009561" y="117106"/>
                  </a:lnTo>
                  <a:lnTo>
                    <a:pt x="1956446" y="72470"/>
                  </a:lnTo>
                  <a:close/>
                  <a:moveTo>
                    <a:pt x="1938619" y="67065"/>
                  </a:moveTo>
                  <a:lnTo>
                    <a:pt x="1929472" y="83409"/>
                  </a:lnTo>
                  <a:lnTo>
                    <a:pt x="1956446" y="72470"/>
                  </a:lnTo>
                  <a:close/>
                  <a:moveTo>
                    <a:pt x="2056659" y="14540"/>
                  </a:moveTo>
                  <a:lnTo>
                    <a:pt x="1956446" y="72470"/>
                  </a:lnTo>
                  <a:lnTo>
                    <a:pt x="2027597" y="44973"/>
                  </a:lnTo>
                  <a:close/>
                  <a:moveTo>
                    <a:pt x="1938619" y="67065"/>
                  </a:moveTo>
                  <a:lnTo>
                    <a:pt x="1956446" y="72470"/>
                  </a:lnTo>
                  <a:lnTo>
                    <a:pt x="2056659" y="14540"/>
                  </a:lnTo>
                  <a:close/>
                  <a:moveTo>
                    <a:pt x="1956446" y="72470"/>
                  </a:moveTo>
                  <a:lnTo>
                    <a:pt x="2009561" y="117106"/>
                  </a:lnTo>
                  <a:lnTo>
                    <a:pt x="2027597" y="44973"/>
                  </a:lnTo>
                  <a:close/>
                  <a:moveTo>
                    <a:pt x="2119994" y="100192"/>
                  </a:moveTo>
                  <a:lnTo>
                    <a:pt x="2169432" y="20500"/>
                  </a:lnTo>
                  <a:lnTo>
                    <a:pt x="2082907" y="30251"/>
                  </a:lnTo>
                  <a:close/>
                  <a:moveTo>
                    <a:pt x="2056659" y="14540"/>
                  </a:moveTo>
                  <a:lnTo>
                    <a:pt x="2027597" y="44973"/>
                  </a:lnTo>
                  <a:lnTo>
                    <a:pt x="2082907" y="30251"/>
                  </a:lnTo>
                  <a:close/>
                  <a:moveTo>
                    <a:pt x="2082907" y="30251"/>
                  </a:moveTo>
                  <a:lnTo>
                    <a:pt x="2127301" y="0"/>
                  </a:lnTo>
                  <a:lnTo>
                    <a:pt x="2056659" y="14540"/>
                  </a:lnTo>
                  <a:close/>
                  <a:moveTo>
                    <a:pt x="2082907" y="30251"/>
                  </a:moveTo>
                  <a:lnTo>
                    <a:pt x="2169432" y="20500"/>
                  </a:lnTo>
                  <a:lnTo>
                    <a:pt x="2127301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30" name="Candidate_density__2149">
              <a:extLst>
                <a:ext uri="{FF2B5EF4-FFF2-40B4-BE49-F238E27FC236}">
                  <a16:creationId xmlns:a16="http://schemas.microsoft.com/office/drawing/2014/main" id="{6DC03CB0-9225-9708-8D45-010CA0F96AAE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342705" cy="1562834"/>
            </a:xfrm>
            <a:custGeom>
              <a:avLst/>
              <a:gdLst/>
              <a:ahLst/>
              <a:cxnLst/>
              <a:rect l="0" t="0" r="0" b="0"/>
              <a:pathLst>
                <a:path w="2342705" h="1562834">
                  <a:moveTo>
                    <a:pt x="229622" y="1344776"/>
                  </a:moveTo>
                  <a:lnTo>
                    <a:pt x="305792" y="1434999"/>
                  </a:lnTo>
                  <a:lnTo>
                    <a:pt x="310983" y="1409570"/>
                  </a:lnTo>
                  <a:close/>
                  <a:moveTo>
                    <a:pt x="305792" y="1434999"/>
                  </a:moveTo>
                  <a:lnTo>
                    <a:pt x="334755" y="1426991"/>
                  </a:lnTo>
                  <a:lnTo>
                    <a:pt x="310983" y="1409570"/>
                  </a:lnTo>
                  <a:close/>
                  <a:moveTo>
                    <a:pt x="459224" y="1470770"/>
                  </a:moveTo>
                  <a:lnTo>
                    <a:pt x="426507" y="1562834"/>
                  </a:lnTo>
                  <a:lnTo>
                    <a:pt x="459705" y="1471757"/>
                  </a:lnTo>
                  <a:close/>
                  <a:moveTo>
                    <a:pt x="459224" y="1470770"/>
                  </a:moveTo>
                  <a:lnTo>
                    <a:pt x="384257" y="1509206"/>
                  </a:lnTo>
                  <a:lnTo>
                    <a:pt x="426507" y="1562834"/>
                  </a:lnTo>
                  <a:close/>
                  <a:moveTo>
                    <a:pt x="422125" y="1401015"/>
                  </a:moveTo>
                  <a:lnTo>
                    <a:pt x="310983" y="1409570"/>
                  </a:lnTo>
                  <a:lnTo>
                    <a:pt x="334755" y="1426991"/>
                  </a:lnTo>
                  <a:close/>
                  <a:moveTo>
                    <a:pt x="35503" y="1000365"/>
                  </a:moveTo>
                  <a:lnTo>
                    <a:pt x="20441" y="984748"/>
                  </a:lnTo>
                  <a:lnTo>
                    <a:pt x="65334" y="1059694"/>
                  </a:lnTo>
                  <a:close/>
                  <a:moveTo>
                    <a:pt x="65334" y="1059694"/>
                  </a:moveTo>
                  <a:lnTo>
                    <a:pt x="20441" y="984748"/>
                  </a:lnTo>
                  <a:lnTo>
                    <a:pt x="0" y="1015916"/>
                  </a:lnTo>
                  <a:close/>
                  <a:moveTo>
                    <a:pt x="20441" y="984748"/>
                  </a:moveTo>
                  <a:lnTo>
                    <a:pt x="26261" y="965813"/>
                  </a:lnTo>
                  <a:lnTo>
                    <a:pt x="0" y="1015916"/>
                  </a:lnTo>
                  <a:close/>
                  <a:moveTo>
                    <a:pt x="0" y="1015916"/>
                  </a:moveTo>
                  <a:lnTo>
                    <a:pt x="26261" y="965813"/>
                  </a:lnTo>
                  <a:lnTo>
                    <a:pt x="34183" y="895264"/>
                  </a:lnTo>
                  <a:close/>
                  <a:moveTo>
                    <a:pt x="459705" y="1471757"/>
                  </a:moveTo>
                  <a:lnTo>
                    <a:pt x="533196" y="1432333"/>
                  </a:lnTo>
                  <a:lnTo>
                    <a:pt x="460204" y="1470150"/>
                  </a:lnTo>
                  <a:close/>
                  <a:moveTo>
                    <a:pt x="533196" y="1432333"/>
                  </a:moveTo>
                  <a:lnTo>
                    <a:pt x="455511" y="1373873"/>
                  </a:lnTo>
                  <a:lnTo>
                    <a:pt x="453220" y="1388555"/>
                  </a:lnTo>
                  <a:close/>
                  <a:moveTo>
                    <a:pt x="459134" y="1469622"/>
                  </a:moveTo>
                  <a:lnTo>
                    <a:pt x="460204" y="1470150"/>
                  </a:lnTo>
                  <a:lnTo>
                    <a:pt x="533196" y="1432333"/>
                  </a:lnTo>
                  <a:close/>
                  <a:moveTo>
                    <a:pt x="453220" y="1388555"/>
                  </a:moveTo>
                  <a:lnTo>
                    <a:pt x="459134" y="1469622"/>
                  </a:lnTo>
                  <a:lnTo>
                    <a:pt x="533196" y="1432333"/>
                  </a:lnTo>
                  <a:close/>
                  <a:moveTo>
                    <a:pt x="304812" y="1035427"/>
                  </a:moveTo>
                  <a:lnTo>
                    <a:pt x="329322" y="1047728"/>
                  </a:lnTo>
                  <a:lnTo>
                    <a:pt x="378007" y="1021258"/>
                  </a:lnTo>
                  <a:close/>
                  <a:moveTo>
                    <a:pt x="115740" y="806497"/>
                  </a:moveTo>
                  <a:lnTo>
                    <a:pt x="124840" y="774613"/>
                  </a:lnTo>
                  <a:lnTo>
                    <a:pt x="94449" y="813049"/>
                  </a:lnTo>
                  <a:close/>
                  <a:moveTo>
                    <a:pt x="475876" y="1065036"/>
                  </a:moveTo>
                  <a:lnTo>
                    <a:pt x="535578" y="1046370"/>
                  </a:lnTo>
                  <a:lnTo>
                    <a:pt x="465551" y="1065433"/>
                  </a:lnTo>
                  <a:close/>
                  <a:moveTo>
                    <a:pt x="465551" y="1065433"/>
                  </a:moveTo>
                  <a:lnTo>
                    <a:pt x="466446" y="1066554"/>
                  </a:lnTo>
                  <a:lnTo>
                    <a:pt x="475876" y="1065036"/>
                  </a:lnTo>
                  <a:close/>
                  <a:moveTo>
                    <a:pt x="466446" y="1066554"/>
                  </a:moveTo>
                  <a:lnTo>
                    <a:pt x="465551" y="1065433"/>
                  </a:lnTo>
                  <a:lnTo>
                    <a:pt x="463167" y="1065036"/>
                  </a:lnTo>
                  <a:close/>
                  <a:moveTo>
                    <a:pt x="164524" y="710235"/>
                  </a:moveTo>
                  <a:lnTo>
                    <a:pt x="124840" y="774613"/>
                  </a:lnTo>
                  <a:lnTo>
                    <a:pt x="154412" y="735887"/>
                  </a:lnTo>
                  <a:close/>
                  <a:moveTo>
                    <a:pt x="210591" y="667272"/>
                  </a:moveTo>
                  <a:lnTo>
                    <a:pt x="164524" y="710235"/>
                  </a:lnTo>
                  <a:lnTo>
                    <a:pt x="154412" y="735887"/>
                  </a:lnTo>
                  <a:close/>
                  <a:moveTo>
                    <a:pt x="802703" y="1273387"/>
                  </a:moveTo>
                  <a:lnTo>
                    <a:pt x="730555" y="1191030"/>
                  </a:lnTo>
                  <a:lnTo>
                    <a:pt x="697636" y="1198121"/>
                  </a:lnTo>
                  <a:close/>
                  <a:moveTo>
                    <a:pt x="697636" y="1198121"/>
                  </a:moveTo>
                  <a:lnTo>
                    <a:pt x="635530" y="1108815"/>
                  </a:lnTo>
                  <a:lnTo>
                    <a:pt x="571076" y="1140329"/>
                  </a:lnTo>
                  <a:close/>
                  <a:moveTo>
                    <a:pt x="697636" y="1198121"/>
                  </a:moveTo>
                  <a:lnTo>
                    <a:pt x="571076" y="1140329"/>
                  </a:lnTo>
                  <a:lnTo>
                    <a:pt x="610304" y="1208529"/>
                  </a:lnTo>
                  <a:close/>
                  <a:moveTo>
                    <a:pt x="697636" y="1198121"/>
                  </a:moveTo>
                  <a:lnTo>
                    <a:pt x="730555" y="1191030"/>
                  </a:lnTo>
                  <a:lnTo>
                    <a:pt x="696256" y="1153258"/>
                  </a:lnTo>
                  <a:close/>
                  <a:moveTo>
                    <a:pt x="475876" y="1065036"/>
                  </a:moveTo>
                  <a:lnTo>
                    <a:pt x="599006" y="1068315"/>
                  </a:lnTo>
                  <a:lnTo>
                    <a:pt x="579219" y="1026600"/>
                  </a:lnTo>
                  <a:close/>
                  <a:moveTo>
                    <a:pt x="571076" y="1140329"/>
                  </a:moveTo>
                  <a:lnTo>
                    <a:pt x="635530" y="1108815"/>
                  </a:lnTo>
                  <a:lnTo>
                    <a:pt x="599006" y="1068315"/>
                  </a:lnTo>
                  <a:close/>
                  <a:moveTo>
                    <a:pt x="580066" y="997501"/>
                  </a:moveTo>
                  <a:lnTo>
                    <a:pt x="475876" y="1065036"/>
                  </a:lnTo>
                  <a:lnTo>
                    <a:pt x="579219" y="1026600"/>
                  </a:lnTo>
                  <a:close/>
                  <a:moveTo>
                    <a:pt x="580066" y="997501"/>
                  </a:moveTo>
                  <a:lnTo>
                    <a:pt x="582115" y="944385"/>
                  </a:lnTo>
                  <a:lnTo>
                    <a:pt x="539106" y="982821"/>
                  </a:lnTo>
                  <a:close/>
                  <a:moveTo>
                    <a:pt x="279130" y="615524"/>
                  </a:moveTo>
                  <a:lnTo>
                    <a:pt x="284983" y="651179"/>
                  </a:lnTo>
                  <a:lnTo>
                    <a:pt x="258974" y="632966"/>
                  </a:lnTo>
                  <a:close/>
                  <a:moveTo>
                    <a:pt x="321321" y="587410"/>
                  </a:moveTo>
                  <a:lnTo>
                    <a:pt x="279130" y="615524"/>
                  </a:lnTo>
                  <a:lnTo>
                    <a:pt x="357674" y="592083"/>
                  </a:lnTo>
                  <a:close/>
                  <a:moveTo>
                    <a:pt x="443112" y="583215"/>
                  </a:moveTo>
                  <a:lnTo>
                    <a:pt x="357674" y="592083"/>
                  </a:lnTo>
                  <a:lnTo>
                    <a:pt x="451650" y="580830"/>
                  </a:lnTo>
                  <a:close/>
                  <a:moveTo>
                    <a:pt x="357674" y="592083"/>
                  </a:moveTo>
                  <a:lnTo>
                    <a:pt x="382992" y="602785"/>
                  </a:lnTo>
                  <a:lnTo>
                    <a:pt x="451650" y="580830"/>
                  </a:lnTo>
                  <a:close/>
                  <a:moveTo>
                    <a:pt x="443112" y="583215"/>
                  </a:moveTo>
                  <a:lnTo>
                    <a:pt x="451650" y="580830"/>
                  </a:lnTo>
                  <a:lnTo>
                    <a:pt x="526902" y="583529"/>
                  </a:lnTo>
                  <a:close/>
                  <a:moveTo>
                    <a:pt x="1262537" y="1443017"/>
                  </a:moveTo>
                  <a:lnTo>
                    <a:pt x="1248576" y="1360803"/>
                  </a:lnTo>
                  <a:lnTo>
                    <a:pt x="1272458" y="1481454"/>
                  </a:lnTo>
                  <a:close/>
                  <a:moveTo>
                    <a:pt x="1229519" y="1278587"/>
                  </a:moveTo>
                  <a:lnTo>
                    <a:pt x="1192876" y="1317024"/>
                  </a:lnTo>
                  <a:lnTo>
                    <a:pt x="1248576" y="1360803"/>
                  </a:lnTo>
                  <a:close/>
                  <a:moveTo>
                    <a:pt x="513553" y="626040"/>
                  </a:moveTo>
                  <a:lnTo>
                    <a:pt x="526902" y="583529"/>
                  </a:lnTo>
                  <a:lnTo>
                    <a:pt x="451650" y="580830"/>
                  </a:lnTo>
                  <a:close/>
                  <a:moveTo>
                    <a:pt x="513553" y="626040"/>
                  </a:moveTo>
                  <a:lnTo>
                    <a:pt x="581104" y="631715"/>
                  </a:lnTo>
                  <a:lnTo>
                    <a:pt x="526902" y="583529"/>
                  </a:lnTo>
                  <a:close/>
                  <a:moveTo>
                    <a:pt x="581104" y="631715"/>
                  </a:moveTo>
                  <a:lnTo>
                    <a:pt x="533660" y="577088"/>
                  </a:lnTo>
                  <a:lnTo>
                    <a:pt x="526902" y="583529"/>
                  </a:lnTo>
                  <a:close/>
                  <a:moveTo>
                    <a:pt x="629158" y="553148"/>
                  </a:moveTo>
                  <a:lnTo>
                    <a:pt x="533660" y="577088"/>
                  </a:lnTo>
                  <a:lnTo>
                    <a:pt x="581104" y="631715"/>
                  </a:lnTo>
                  <a:close/>
                  <a:moveTo>
                    <a:pt x="638188" y="645898"/>
                  </a:moveTo>
                  <a:lnTo>
                    <a:pt x="629158" y="553148"/>
                  </a:lnTo>
                  <a:lnTo>
                    <a:pt x="581104" y="631715"/>
                  </a:lnTo>
                  <a:close/>
                  <a:moveTo>
                    <a:pt x="699429" y="620867"/>
                  </a:moveTo>
                  <a:lnTo>
                    <a:pt x="680878" y="538651"/>
                  </a:lnTo>
                  <a:lnTo>
                    <a:pt x="638188" y="645898"/>
                  </a:lnTo>
                  <a:close/>
                  <a:moveTo>
                    <a:pt x="1229519" y="1278587"/>
                  </a:moveTo>
                  <a:lnTo>
                    <a:pt x="1361337" y="1322366"/>
                  </a:lnTo>
                  <a:lnTo>
                    <a:pt x="1338929" y="1240498"/>
                  </a:lnTo>
                  <a:close/>
                  <a:moveTo>
                    <a:pt x="1341033" y="1240151"/>
                  </a:moveTo>
                  <a:lnTo>
                    <a:pt x="1338929" y="1240498"/>
                  </a:lnTo>
                  <a:lnTo>
                    <a:pt x="1361250" y="1322010"/>
                  </a:lnTo>
                  <a:close/>
                  <a:moveTo>
                    <a:pt x="963670" y="746860"/>
                  </a:moveTo>
                  <a:lnTo>
                    <a:pt x="916680" y="785297"/>
                  </a:lnTo>
                  <a:lnTo>
                    <a:pt x="981881" y="829075"/>
                  </a:lnTo>
                  <a:close/>
                  <a:moveTo>
                    <a:pt x="699429" y="620867"/>
                  </a:moveTo>
                  <a:lnTo>
                    <a:pt x="756659" y="670031"/>
                  </a:lnTo>
                  <a:lnTo>
                    <a:pt x="769370" y="599842"/>
                  </a:lnTo>
                  <a:close/>
                  <a:moveTo>
                    <a:pt x="756659" y="670031"/>
                  </a:moveTo>
                  <a:lnTo>
                    <a:pt x="864702" y="582430"/>
                  </a:lnTo>
                  <a:lnTo>
                    <a:pt x="769370" y="599842"/>
                  </a:lnTo>
                  <a:close/>
                  <a:moveTo>
                    <a:pt x="865484" y="583053"/>
                  </a:moveTo>
                  <a:lnTo>
                    <a:pt x="864702" y="582430"/>
                  </a:lnTo>
                  <a:lnTo>
                    <a:pt x="756659" y="670031"/>
                  </a:lnTo>
                  <a:close/>
                  <a:moveTo>
                    <a:pt x="864702" y="582430"/>
                  </a:moveTo>
                  <a:lnTo>
                    <a:pt x="865138" y="581757"/>
                  </a:lnTo>
                  <a:lnTo>
                    <a:pt x="769370" y="599842"/>
                  </a:lnTo>
                  <a:close/>
                  <a:moveTo>
                    <a:pt x="1341033" y="1240151"/>
                  </a:moveTo>
                  <a:lnTo>
                    <a:pt x="1361357" y="1322357"/>
                  </a:lnTo>
                  <a:lnTo>
                    <a:pt x="1419095" y="1283929"/>
                  </a:lnTo>
                  <a:close/>
                  <a:moveTo>
                    <a:pt x="1541739" y="1224310"/>
                  </a:moveTo>
                  <a:lnTo>
                    <a:pt x="1495712" y="1234221"/>
                  </a:lnTo>
                  <a:lnTo>
                    <a:pt x="1498903" y="1201715"/>
                  </a:lnTo>
                  <a:close/>
                  <a:moveTo>
                    <a:pt x="963670" y="746860"/>
                  </a:moveTo>
                  <a:lnTo>
                    <a:pt x="981881" y="829075"/>
                  </a:lnTo>
                  <a:lnTo>
                    <a:pt x="1006764" y="790639"/>
                  </a:lnTo>
                  <a:close/>
                  <a:moveTo>
                    <a:pt x="864702" y="582430"/>
                  </a:moveTo>
                  <a:lnTo>
                    <a:pt x="865484" y="583053"/>
                  </a:lnTo>
                  <a:lnTo>
                    <a:pt x="865465" y="582311"/>
                  </a:lnTo>
                  <a:close/>
                  <a:moveTo>
                    <a:pt x="865138" y="581757"/>
                  </a:moveTo>
                  <a:lnTo>
                    <a:pt x="864702" y="582430"/>
                  </a:lnTo>
                  <a:lnTo>
                    <a:pt x="865465" y="582311"/>
                  </a:lnTo>
                  <a:close/>
                  <a:moveTo>
                    <a:pt x="865465" y="582311"/>
                  </a:moveTo>
                  <a:lnTo>
                    <a:pt x="865484" y="583053"/>
                  </a:lnTo>
                  <a:lnTo>
                    <a:pt x="866240" y="582430"/>
                  </a:lnTo>
                  <a:close/>
                  <a:moveTo>
                    <a:pt x="865465" y="582311"/>
                  </a:moveTo>
                  <a:lnTo>
                    <a:pt x="866240" y="582430"/>
                  </a:lnTo>
                  <a:lnTo>
                    <a:pt x="865138" y="581757"/>
                  </a:lnTo>
                  <a:close/>
                  <a:moveTo>
                    <a:pt x="1498903" y="1201715"/>
                  </a:moveTo>
                  <a:lnTo>
                    <a:pt x="1580597" y="1265303"/>
                  </a:lnTo>
                  <a:lnTo>
                    <a:pt x="1541739" y="1224310"/>
                  </a:lnTo>
                  <a:close/>
                  <a:moveTo>
                    <a:pt x="1552409" y="1201715"/>
                  </a:moveTo>
                  <a:lnTo>
                    <a:pt x="1663726" y="1186539"/>
                  </a:lnTo>
                  <a:lnTo>
                    <a:pt x="1647149" y="1163278"/>
                  </a:lnTo>
                  <a:close/>
                  <a:moveTo>
                    <a:pt x="1552409" y="1201715"/>
                  </a:moveTo>
                  <a:lnTo>
                    <a:pt x="1541739" y="1224310"/>
                  </a:lnTo>
                  <a:lnTo>
                    <a:pt x="1580597" y="1265303"/>
                  </a:lnTo>
                  <a:close/>
                  <a:moveTo>
                    <a:pt x="1539253" y="1098730"/>
                  </a:moveTo>
                  <a:lnTo>
                    <a:pt x="1498903" y="1201715"/>
                  </a:lnTo>
                  <a:lnTo>
                    <a:pt x="1529928" y="1180149"/>
                  </a:lnTo>
                  <a:close/>
                  <a:moveTo>
                    <a:pt x="1647149" y="1163278"/>
                  </a:moveTo>
                  <a:lnTo>
                    <a:pt x="1649243" y="1132387"/>
                  </a:lnTo>
                  <a:lnTo>
                    <a:pt x="1552409" y="1201715"/>
                  </a:lnTo>
                  <a:close/>
                  <a:moveTo>
                    <a:pt x="1552409" y="1201715"/>
                  </a:moveTo>
                  <a:lnTo>
                    <a:pt x="1649243" y="1132387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49243" y="1132387"/>
                  </a:lnTo>
                  <a:lnTo>
                    <a:pt x="1630090" y="1085474"/>
                  </a:lnTo>
                  <a:close/>
                  <a:moveTo>
                    <a:pt x="1552409" y="1201715"/>
                  </a:moveTo>
                  <a:lnTo>
                    <a:pt x="1539253" y="1098730"/>
                  </a:lnTo>
                  <a:lnTo>
                    <a:pt x="1529928" y="1180149"/>
                  </a:lnTo>
                  <a:close/>
                  <a:moveTo>
                    <a:pt x="1546939" y="1028547"/>
                  </a:moveTo>
                  <a:lnTo>
                    <a:pt x="1519359" y="998848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30090" y="1085474"/>
                  </a:lnTo>
                  <a:lnTo>
                    <a:pt x="1546939" y="1028547"/>
                  </a:lnTo>
                  <a:close/>
                  <a:moveTo>
                    <a:pt x="1122809" y="557429"/>
                  </a:moveTo>
                  <a:lnTo>
                    <a:pt x="1074875" y="593414"/>
                  </a:lnTo>
                  <a:lnTo>
                    <a:pt x="1041948" y="626209"/>
                  </a:lnTo>
                  <a:close/>
                  <a:moveTo>
                    <a:pt x="1683210" y="1044183"/>
                  </a:moveTo>
                  <a:lnTo>
                    <a:pt x="1647149" y="1163278"/>
                  </a:lnTo>
                  <a:lnTo>
                    <a:pt x="1679199" y="1124841"/>
                  </a:lnTo>
                  <a:close/>
                  <a:moveTo>
                    <a:pt x="1683210" y="1044183"/>
                  </a:moveTo>
                  <a:lnTo>
                    <a:pt x="1649243" y="1132387"/>
                  </a:lnTo>
                  <a:lnTo>
                    <a:pt x="1647149" y="1163278"/>
                  </a:lnTo>
                  <a:close/>
                  <a:moveTo>
                    <a:pt x="1683301" y="1042626"/>
                  </a:moveTo>
                  <a:lnTo>
                    <a:pt x="1736146" y="963442"/>
                  </a:lnTo>
                  <a:lnTo>
                    <a:pt x="1664345" y="1081063"/>
                  </a:lnTo>
                  <a:close/>
                  <a:moveTo>
                    <a:pt x="1519359" y="998848"/>
                  </a:moveTo>
                  <a:lnTo>
                    <a:pt x="1546939" y="1028547"/>
                  </a:lnTo>
                  <a:lnTo>
                    <a:pt x="1547296" y="992099"/>
                  </a:lnTo>
                  <a:close/>
                  <a:moveTo>
                    <a:pt x="1621135" y="992661"/>
                  </a:moveTo>
                  <a:lnTo>
                    <a:pt x="1547296" y="992099"/>
                  </a:lnTo>
                  <a:lnTo>
                    <a:pt x="1546939" y="1028547"/>
                  </a:lnTo>
                  <a:close/>
                  <a:moveTo>
                    <a:pt x="1240097" y="502087"/>
                  </a:moveTo>
                  <a:lnTo>
                    <a:pt x="1189320" y="527442"/>
                  </a:lnTo>
                  <a:lnTo>
                    <a:pt x="1122809" y="557429"/>
                  </a:lnTo>
                  <a:close/>
                  <a:moveTo>
                    <a:pt x="1308582" y="479484"/>
                  </a:moveTo>
                  <a:lnTo>
                    <a:pt x="1189320" y="527442"/>
                  </a:lnTo>
                  <a:lnTo>
                    <a:pt x="1240097" y="502087"/>
                  </a:lnTo>
                  <a:close/>
                  <a:moveTo>
                    <a:pt x="1679199" y="1124841"/>
                  </a:moveTo>
                  <a:lnTo>
                    <a:pt x="1686129" y="1039915"/>
                  </a:lnTo>
                  <a:lnTo>
                    <a:pt x="1683210" y="1044183"/>
                  </a:lnTo>
                  <a:close/>
                  <a:moveTo>
                    <a:pt x="1683301" y="1042626"/>
                  </a:moveTo>
                  <a:lnTo>
                    <a:pt x="1683210" y="1044183"/>
                  </a:lnTo>
                  <a:lnTo>
                    <a:pt x="1686129" y="1039915"/>
                  </a:lnTo>
                  <a:close/>
                  <a:moveTo>
                    <a:pt x="1308582" y="479484"/>
                  </a:moveTo>
                  <a:lnTo>
                    <a:pt x="1240097" y="502087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40838" y="480108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81218" y="484766"/>
                  </a:lnTo>
                  <a:lnTo>
                    <a:pt x="1440838" y="480108"/>
                  </a:lnTo>
                  <a:close/>
                  <a:moveTo>
                    <a:pt x="1796106" y="542014"/>
                  </a:moveTo>
                  <a:lnTo>
                    <a:pt x="1691060" y="554678"/>
                  </a:lnTo>
                  <a:lnTo>
                    <a:pt x="1669740" y="563413"/>
                  </a:lnTo>
                  <a:close/>
                  <a:moveTo>
                    <a:pt x="1796106" y="542014"/>
                  </a:moveTo>
                  <a:lnTo>
                    <a:pt x="1669740" y="563413"/>
                  </a:lnTo>
                  <a:lnTo>
                    <a:pt x="1724922" y="554531"/>
                  </a:lnTo>
                  <a:close/>
                  <a:moveTo>
                    <a:pt x="2226981" y="402711"/>
                  </a:moveTo>
                  <a:lnTo>
                    <a:pt x="2228741" y="399332"/>
                  </a:lnTo>
                  <a:lnTo>
                    <a:pt x="2138375" y="414155"/>
                  </a:lnTo>
                  <a:close/>
                  <a:moveTo>
                    <a:pt x="2226981" y="402711"/>
                  </a:moveTo>
                  <a:lnTo>
                    <a:pt x="2138375" y="414155"/>
                  </a:lnTo>
                  <a:lnTo>
                    <a:pt x="2230072" y="404304"/>
                  </a:lnTo>
                  <a:close/>
                  <a:moveTo>
                    <a:pt x="2138375" y="414155"/>
                  </a:moveTo>
                  <a:lnTo>
                    <a:pt x="2170332" y="459603"/>
                  </a:lnTo>
                  <a:lnTo>
                    <a:pt x="2230072" y="404304"/>
                  </a:lnTo>
                  <a:close/>
                  <a:moveTo>
                    <a:pt x="2226981" y="402711"/>
                  </a:moveTo>
                  <a:lnTo>
                    <a:pt x="2232214" y="400932"/>
                  </a:lnTo>
                  <a:lnTo>
                    <a:pt x="2228741" y="399332"/>
                  </a:lnTo>
                  <a:close/>
                  <a:moveTo>
                    <a:pt x="2226981" y="402711"/>
                  </a:moveTo>
                  <a:lnTo>
                    <a:pt x="2230072" y="404304"/>
                  </a:lnTo>
                  <a:lnTo>
                    <a:pt x="2232214" y="400932"/>
                  </a:lnTo>
                  <a:close/>
                  <a:moveTo>
                    <a:pt x="2270454" y="467460"/>
                  </a:moveTo>
                  <a:lnTo>
                    <a:pt x="2232214" y="400932"/>
                  </a:lnTo>
                  <a:lnTo>
                    <a:pt x="2230072" y="404304"/>
                  </a:lnTo>
                  <a:close/>
                  <a:moveTo>
                    <a:pt x="2340528" y="370991"/>
                  </a:moveTo>
                  <a:lnTo>
                    <a:pt x="2232214" y="400932"/>
                  </a:lnTo>
                  <a:lnTo>
                    <a:pt x="2270454" y="467460"/>
                  </a:lnTo>
                  <a:close/>
                  <a:moveTo>
                    <a:pt x="2232214" y="400932"/>
                  </a:moveTo>
                  <a:lnTo>
                    <a:pt x="2340528" y="370991"/>
                  </a:lnTo>
                  <a:lnTo>
                    <a:pt x="2228741" y="399332"/>
                  </a:lnTo>
                  <a:close/>
                  <a:moveTo>
                    <a:pt x="2228741" y="399332"/>
                  </a:moveTo>
                  <a:lnTo>
                    <a:pt x="2342705" y="33156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228741" y="39933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136335" y="318717"/>
                  </a:lnTo>
                  <a:lnTo>
                    <a:pt x="2228741" y="399332"/>
                  </a:lnTo>
                  <a:close/>
                  <a:moveTo>
                    <a:pt x="2163093" y="198066"/>
                  </a:moveTo>
                  <a:lnTo>
                    <a:pt x="2136335" y="318717"/>
                  </a:lnTo>
                  <a:lnTo>
                    <a:pt x="2246031" y="280280"/>
                  </a:lnTo>
                  <a:close/>
                  <a:moveTo>
                    <a:pt x="2338893" y="272229"/>
                  </a:moveTo>
                  <a:lnTo>
                    <a:pt x="2258012" y="277391"/>
                  </a:lnTo>
                  <a:lnTo>
                    <a:pt x="2257899" y="293146"/>
                  </a:lnTo>
                  <a:close/>
                  <a:moveTo>
                    <a:pt x="2237315" y="94033"/>
                  </a:moveTo>
                  <a:lnTo>
                    <a:pt x="2156051" y="99508"/>
                  </a:lnTo>
                  <a:lnTo>
                    <a:pt x="2250245" y="183614"/>
                  </a:lnTo>
                  <a:close/>
                  <a:moveTo>
                    <a:pt x="2156051" y="99508"/>
                  </a:moveTo>
                  <a:lnTo>
                    <a:pt x="2237315" y="94033"/>
                  </a:lnTo>
                  <a:lnTo>
                    <a:pt x="2221695" y="6640"/>
                  </a:lnTo>
                  <a:close/>
                  <a:moveTo>
                    <a:pt x="2237315" y="94033"/>
                  </a:moveTo>
                  <a:lnTo>
                    <a:pt x="2304393" y="0"/>
                  </a:lnTo>
                  <a:lnTo>
                    <a:pt x="2221695" y="664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31" name="Candidate_density__2150">
              <a:extLst>
                <a:ext uri="{FF2B5EF4-FFF2-40B4-BE49-F238E27FC236}">
                  <a16:creationId xmlns:a16="http://schemas.microsoft.com/office/drawing/2014/main" id="{E0BB1C86-6207-7AD2-1BB2-C20606FA16B3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01918"/>
              <a:ext cx="2304088" cy="1296096"/>
            </a:xfrm>
            <a:custGeom>
              <a:avLst/>
              <a:gdLst/>
              <a:ahLst/>
              <a:cxnLst/>
              <a:rect l="0" t="0" r="0" b="0"/>
              <a:pathLst>
                <a:path w="2304088" h="1296096">
                  <a:moveTo>
                    <a:pt x="363200" y="1272704"/>
                  </a:moveTo>
                  <a:lnTo>
                    <a:pt x="415369" y="1292629"/>
                  </a:lnTo>
                  <a:lnTo>
                    <a:pt x="453838" y="1237097"/>
                  </a:lnTo>
                  <a:close/>
                  <a:moveTo>
                    <a:pt x="453838" y="1237097"/>
                  </a:moveTo>
                  <a:lnTo>
                    <a:pt x="509544" y="1252401"/>
                  </a:lnTo>
                  <a:lnTo>
                    <a:pt x="456968" y="1232961"/>
                  </a:lnTo>
                  <a:close/>
                  <a:moveTo>
                    <a:pt x="298641" y="1002401"/>
                  </a:moveTo>
                  <a:lnTo>
                    <a:pt x="231126" y="996697"/>
                  </a:lnTo>
                  <a:lnTo>
                    <a:pt x="323481" y="1082298"/>
                  </a:lnTo>
                  <a:close/>
                  <a:moveTo>
                    <a:pt x="16790" y="823193"/>
                  </a:moveTo>
                  <a:lnTo>
                    <a:pt x="0" y="854265"/>
                  </a:lnTo>
                  <a:lnTo>
                    <a:pt x="9959" y="855133"/>
                  </a:lnTo>
                  <a:close/>
                  <a:moveTo>
                    <a:pt x="16790" y="823193"/>
                  </a:moveTo>
                  <a:lnTo>
                    <a:pt x="9959" y="855133"/>
                  </a:lnTo>
                  <a:lnTo>
                    <a:pt x="68467" y="895051"/>
                  </a:lnTo>
                  <a:close/>
                  <a:moveTo>
                    <a:pt x="456968" y="1232961"/>
                  </a:moveTo>
                  <a:lnTo>
                    <a:pt x="525718" y="1211348"/>
                  </a:lnTo>
                  <a:lnTo>
                    <a:pt x="564812" y="1142311"/>
                  </a:lnTo>
                  <a:close/>
                  <a:moveTo>
                    <a:pt x="157986" y="655790"/>
                  </a:moveTo>
                  <a:lnTo>
                    <a:pt x="144887" y="620326"/>
                  </a:lnTo>
                  <a:lnTo>
                    <a:pt x="155684" y="702541"/>
                  </a:lnTo>
                  <a:close/>
                  <a:moveTo>
                    <a:pt x="356867" y="1055156"/>
                  </a:moveTo>
                  <a:lnTo>
                    <a:pt x="338042" y="1031401"/>
                  </a:lnTo>
                  <a:lnTo>
                    <a:pt x="249795" y="981520"/>
                  </a:lnTo>
                  <a:close/>
                  <a:moveTo>
                    <a:pt x="767347" y="963811"/>
                  </a:moveTo>
                  <a:lnTo>
                    <a:pt x="772396" y="930714"/>
                  </a:lnTo>
                  <a:lnTo>
                    <a:pt x="703970" y="953539"/>
                  </a:lnTo>
                  <a:close/>
                  <a:moveTo>
                    <a:pt x="418755" y="564974"/>
                  </a:moveTo>
                  <a:lnTo>
                    <a:pt x="400478" y="543453"/>
                  </a:lnTo>
                  <a:lnTo>
                    <a:pt x="317630" y="486502"/>
                  </a:lnTo>
                  <a:close/>
                  <a:moveTo>
                    <a:pt x="708735" y="850778"/>
                  </a:moveTo>
                  <a:lnTo>
                    <a:pt x="737256" y="799329"/>
                  </a:lnTo>
                  <a:lnTo>
                    <a:pt x="712180" y="751662"/>
                  </a:lnTo>
                  <a:close/>
                  <a:moveTo>
                    <a:pt x="650322" y="587231"/>
                  </a:moveTo>
                  <a:lnTo>
                    <a:pt x="656396" y="593052"/>
                  </a:lnTo>
                  <a:lnTo>
                    <a:pt x="659686" y="572764"/>
                  </a:lnTo>
                  <a:close/>
                  <a:moveTo>
                    <a:pt x="669759" y="610423"/>
                  </a:moveTo>
                  <a:lnTo>
                    <a:pt x="656396" y="593052"/>
                  </a:lnTo>
                  <a:lnTo>
                    <a:pt x="650322" y="587231"/>
                  </a:lnTo>
                  <a:close/>
                  <a:moveTo>
                    <a:pt x="400478" y="543453"/>
                  </a:moveTo>
                  <a:lnTo>
                    <a:pt x="461702" y="605054"/>
                  </a:lnTo>
                  <a:lnTo>
                    <a:pt x="427876" y="505016"/>
                  </a:lnTo>
                  <a:close/>
                  <a:moveTo>
                    <a:pt x="1225804" y="1296096"/>
                  </a:moveTo>
                  <a:lnTo>
                    <a:pt x="1349094" y="1263196"/>
                  </a:lnTo>
                  <a:lnTo>
                    <a:pt x="1278047" y="1276222"/>
                  </a:lnTo>
                  <a:close/>
                  <a:moveTo>
                    <a:pt x="650322" y="587231"/>
                  </a:moveTo>
                  <a:lnTo>
                    <a:pt x="623375" y="559305"/>
                  </a:lnTo>
                  <a:lnTo>
                    <a:pt x="669759" y="610423"/>
                  </a:lnTo>
                  <a:close/>
                  <a:moveTo>
                    <a:pt x="661900" y="488486"/>
                  </a:moveTo>
                  <a:lnTo>
                    <a:pt x="650322" y="587231"/>
                  </a:lnTo>
                  <a:lnTo>
                    <a:pt x="659686" y="572764"/>
                  </a:lnTo>
                  <a:close/>
                  <a:moveTo>
                    <a:pt x="623375" y="559305"/>
                  </a:moveTo>
                  <a:lnTo>
                    <a:pt x="650322" y="587231"/>
                  </a:lnTo>
                  <a:lnTo>
                    <a:pt x="661900" y="488486"/>
                  </a:lnTo>
                  <a:close/>
                  <a:moveTo>
                    <a:pt x="1366995" y="1124300"/>
                  </a:moveTo>
                  <a:lnTo>
                    <a:pt x="1366780" y="1179812"/>
                  </a:lnTo>
                  <a:lnTo>
                    <a:pt x="1367074" y="1206516"/>
                  </a:lnTo>
                  <a:close/>
                  <a:moveTo>
                    <a:pt x="1434974" y="1090430"/>
                  </a:moveTo>
                  <a:lnTo>
                    <a:pt x="1366780" y="1179812"/>
                  </a:lnTo>
                  <a:lnTo>
                    <a:pt x="1366995" y="1124300"/>
                  </a:lnTo>
                  <a:close/>
                  <a:moveTo>
                    <a:pt x="1240502" y="920645"/>
                  </a:moveTo>
                  <a:lnTo>
                    <a:pt x="1222683" y="921434"/>
                  </a:lnTo>
                  <a:lnTo>
                    <a:pt x="1160042" y="926426"/>
                  </a:lnTo>
                  <a:close/>
                  <a:moveTo>
                    <a:pt x="1160042" y="926426"/>
                  </a:moveTo>
                  <a:lnTo>
                    <a:pt x="1105525" y="870655"/>
                  </a:lnTo>
                  <a:lnTo>
                    <a:pt x="1240502" y="920645"/>
                  </a:lnTo>
                  <a:close/>
                  <a:moveTo>
                    <a:pt x="1415021" y="1079284"/>
                  </a:moveTo>
                  <a:lnTo>
                    <a:pt x="1449277" y="1073244"/>
                  </a:lnTo>
                  <a:lnTo>
                    <a:pt x="1468090" y="1047428"/>
                  </a:lnTo>
                  <a:close/>
                  <a:moveTo>
                    <a:pt x="1502110" y="1047428"/>
                  </a:moveTo>
                  <a:lnTo>
                    <a:pt x="1449277" y="1073244"/>
                  </a:lnTo>
                  <a:lnTo>
                    <a:pt x="1434974" y="1090430"/>
                  </a:lnTo>
                  <a:close/>
                  <a:moveTo>
                    <a:pt x="1449277" y="1073244"/>
                  </a:moveTo>
                  <a:lnTo>
                    <a:pt x="1502110" y="1047428"/>
                  </a:lnTo>
                  <a:lnTo>
                    <a:pt x="1478119" y="1036540"/>
                  </a:lnTo>
                  <a:close/>
                  <a:moveTo>
                    <a:pt x="1468090" y="1047428"/>
                  </a:moveTo>
                  <a:lnTo>
                    <a:pt x="1449277" y="1073244"/>
                  </a:lnTo>
                  <a:lnTo>
                    <a:pt x="1478119" y="1036540"/>
                  </a:lnTo>
                  <a:close/>
                  <a:moveTo>
                    <a:pt x="1502110" y="1047428"/>
                  </a:moveTo>
                  <a:lnTo>
                    <a:pt x="1599067" y="1112152"/>
                  </a:lnTo>
                  <a:lnTo>
                    <a:pt x="1568680" y="1036763"/>
                  </a:lnTo>
                  <a:close/>
                  <a:moveTo>
                    <a:pt x="1568680" y="1036763"/>
                  </a:moveTo>
                  <a:lnTo>
                    <a:pt x="1584760" y="1129643"/>
                  </a:lnTo>
                  <a:lnTo>
                    <a:pt x="1587640" y="1047428"/>
                  </a:lnTo>
                  <a:close/>
                  <a:moveTo>
                    <a:pt x="1568680" y="1036763"/>
                  </a:moveTo>
                  <a:lnTo>
                    <a:pt x="1587640" y="1047428"/>
                  </a:lnTo>
                  <a:lnTo>
                    <a:pt x="1637130" y="941614"/>
                  </a:lnTo>
                  <a:close/>
                  <a:moveTo>
                    <a:pt x="1559353" y="944254"/>
                  </a:moveTo>
                  <a:lnTo>
                    <a:pt x="1568680" y="1036763"/>
                  </a:lnTo>
                  <a:lnTo>
                    <a:pt x="1637130" y="941614"/>
                  </a:lnTo>
                  <a:close/>
                  <a:moveTo>
                    <a:pt x="1249378" y="614112"/>
                  </a:moveTo>
                  <a:lnTo>
                    <a:pt x="1295827" y="680131"/>
                  </a:lnTo>
                  <a:lnTo>
                    <a:pt x="1346583" y="695771"/>
                  </a:lnTo>
                  <a:close/>
                  <a:moveTo>
                    <a:pt x="1249378" y="614112"/>
                  </a:moveTo>
                  <a:lnTo>
                    <a:pt x="1245142" y="517464"/>
                  </a:lnTo>
                  <a:lnTo>
                    <a:pt x="1239262" y="597916"/>
                  </a:lnTo>
                  <a:close/>
                  <a:moveTo>
                    <a:pt x="1654429" y="827459"/>
                  </a:moveTo>
                  <a:lnTo>
                    <a:pt x="1570900" y="844561"/>
                  </a:lnTo>
                  <a:lnTo>
                    <a:pt x="1550600" y="813670"/>
                  </a:lnTo>
                  <a:close/>
                  <a:moveTo>
                    <a:pt x="1609633" y="540525"/>
                  </a:moveTo>
                  <a:lnTo>
                    <a:pt x="1613047" y="521043"/>
                  </a:lnTo>
                  <a:lnTo>
                    <a:pt x="1582336" y="501924"/>
                  </a:lnTo>
                  <a:close/>
                  <a:moveTo>
                    <a:pt x="1916348" y="323518"/>
                  </a:moveTo>
                  <a:lnTo>
                    <a:pt x="1884403" y="364926"/>
                  </a:lnTo>
                  <a:lnTo>
                    <a:pt x="1933514" y="333341"/>
                  </a:lnTo>
                  <a:close/>
                  <a:moveTo>
                    <a:pt x="1870637" y="361954"/>
                  </a:moveTo>
                  <a:lnTo>
                    <a:pt x="1916348" y="323518"/>
                  </a:lnTo>
                  <a:lnTo>
                    <a:pt x="1805576" y="348861"/>
                  </a:lnTo>
                  <a:close/>
                  <a:moveTo>
                    <a:pt x="1933514" y="333341"/>
                  </a:moveTo>
                  <a:lnTo>
                    <a:pt x="1884403" y="364926"/>
                  </a:lnTo>
                  <a:lnTo>
                    <a:pt x="2012359" y="349471"/>
                  </a:lnTo>
                  <a:close/>
                  <a:moveTo>
                    <a:pt x="2012359" y="349471"/>
                  </a:moveTo>
                  <a:lnTo>
                    <a:pt x="2060283" y="313445"/>
                  </a:lnTo>
                  <a:lnTo>
                    <a:pt x="1933514" y="333341"/>
                  </a:lnTo>
                  <a:close/>
                  <a:moveTo>
                    <a:pt x="2012359" y="349471"/>
                  </a:moveTo>
                  <a:lnTo>
                    <a:pt x="2094094" y="376406"/>
                  </a:lnTo>
                  <a:lnTo>
                    <a:pt x="2142901" y="343686"/>
                  </a:lnTo>
                  <a:close/>
                  <a:moveTo>
                    <a:pt x="2060283" y="313445"/>
                  </a:moveTo>
                  <a:lnTo>
                    <a:pt x="2012359" y="349471"/>
                  </a:lnTo>
                  <a:lnTo>
                    <a:pt x="2142901" y="343686"/>
                  </a:lnTo>
                  <a:close/>
                  <a:moveTo>
                    <a:pt x="2246240" y="248918"/>
                  </a:moveTo>
                  <a:lnTo>
                    <a:pt x="2142901" y="343686"/>
                  </a:lnTo>
                  <a:lnTo>
                    <a:pt x="2218271" y="346823"/>
                  </a:lnTo>
                  <a:close/>
                  <a:moveTo>
                    <a:pt x="2246240" y="248918"/>
                  </a:moveTo>
                  <a:lnTo>
                    <a:pt x="2289224" y="274565"/>
                  </a:lnTo>
                  <a:lnTo>
                    <a:pt x="2244375" y="229220"/>
                  </a:lnTo>
                  <a:close/>
                  <a:moveTo>
                    <a:pt x="1997662" y="38437"/>
                  </a:moveTo>
                  <a:lnTo>
                    <a:pt x="2037692" y="0"/>
                  </a:lnTo>
                  <a:lnTo>
                    <a:pt x="1985825" y="35059"/>
                  </a:lnTo>
                  <a:close/>
                  <a:moveTo>
                    <a:pt x="2304088" y="162389"/>
                  </a:moveTo>
                  <a:lnTo>
                    <a:pt x="2244375" y="229220"/>
                  </a:lnTo>
                  <a:lnTo>
                    <a:pt x="2303005" y="169769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32" name="Candidate_density__2151">
              <a:extLst>
                <a:ext uri="{FF2B5EF4-FFF2-40B4-BE49-F238E27FC236}">
                  <a16:creationId xmlns:a16="http://schemas.microsoft.com/office/drawing/2014/main" id="{30126928-8E91-09E6-2395-28B7ADEABF09}"/>
                </a:ext>
              </a:extLst>
            </p:cNvPr>
            <p:cNvSpPr>
              <a:spLocks noGrp="1"/>
            </p:cNvSpPr>
            <p:nvPr/>
          </p:nvSpPr>
          <p:spPr>
            <a:xfrm>
              <a:off x="3594343" y="1980544"/>
              <a:ext cx="2380207" cy="1517470"/>
            </a:xfrm>
            <a:custGeom>
              <a:avLst/>
              <a:gdLst/>
              <a:ahLst/>
              <a:cxnLst/>
              <a:rect l="0" t="0" r="0" b="0"/>
              <a:pathLst>
                <a:path w="2380207" h="1517470">
                  <a:moveTo>
                    <a:pt x="428237" y="1494079"/>
                  </a:moveTo>
                  <a:lnTo>
                    <a:pt x="518875" y="1458472"/>
                  </a:lnTo>
                  <a:lnTo>
                    <a:pt x="392900" y="1465492"/>
                  </a:lnTo>
                  <a:close/>
                  <a:moveTo>
                    <a:pt x="392900" y="1465492"/>
                  </a:moveTo>
                  <a:lnTo>
                    <a:pt x="518875" y="1458472"/>
                  </a:lnTo>
                  <a:lnTo>
                    <a:pt x="522005" y="1454336"/>
                  </a:lnTo>
                  <a:close/>
                  <a:moveTo>
                    <a:pt x="277377" y="1312228"/>
                  </a:moveTo>
                  <a:lnTo>
                    <a:pt x="296162" y="1218072"/>
                  </a:lnTo>
                  <a:lnTo>
                    <a:pt x="196015" y="1247434"/>
                  </a:lnTo>
                  <a:close/>
                  <a:moveTo>
                    <a:pt x="196015" y="1247434"/>
                  </a:moveTo>
                  <a:lnTo>
                    <a:pt x="296162" y="1218072"/>
                  </a:lnTo>
                  <a:lnTo>
                    <a:pt x="246535" y="1196917"/>
                  </a:lnTo>
                  <a:close/>
                  <a:moveTo>
                    <a:pt x="0" y="1000788"/>
                  </a:moveTo>
                  <a:lnTo>
                    <a:pt x="65037" y="1075639"/>
                  </a:lnTo>
                  <a:lnTo>
                    <a:pt x="81826" y="1044567"/>
                  </a:lnTo>
                  <a:close/>
                  <a:moveTo>
                    <a:pt x="554223" y="1359589"/>
                  </a:moveTo>
                  <a:lnTo>
                    <a:pt x="522005" y="1454336"/>
                  </a:lnTo>
                  <a:lnTo>
                    <a:pt x="629849" y="1363686"/>
                  </a:lnTo>
                  <a:close/>
                  <a:moveTo>
                    <a:pt x="629849" y="1363686"/>
                  </a:moveTo>
                  <a:lnTo>
                    <a:pt x="590755" y="1432723"/>
                  </a:lnTo>
                  <a:lnTo>
                    <a:pt x="711754" y="1391257"/>
                  </a:lnTo>
                  <a:close/>
                  <a:moveTo>
                    <a:pt x="480111" y="1189709"/>
                  </a:moveTo>
                  <a:lnTo>
                    <a:pt x="419613" y="1291212"/>
                  </a:lnTo>
                  <a:lnTo>
                    <a:pt x="421904" y="1276530"/>
                  </a:lnTo>
                  <a:close/>
                  <a:moveTo>
                    <a:pt x="738885" y="1300700"/>
                  </a:moveTo>
                  <a:lnTo>
                    <a:pt x="711754" y="1391257"/>
                  </a:lnTo>
                  <a:lnTo>
                    <a:pt x="809648" y="1296554"/>
                  </a:lnTo>
                  <a:close/>
                  <a:moveTo>
                    <a:pt x="651845" y="1310869"/>
                  </a:moveTo>
                  <a:lnTo>
                    <a:pt x="554223" y="135958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567875" y="1318543"/>
                  </a:lnTo>
                  <a:lnTo>
                    <a:pt x="554223" y="1359589"/>
                  </a:lnTo>
                  <a:close/>
                  <a:moveTo>
                    <a:pt x="663231" y="1273296"/>
                  </a:moveTo>
                  <a:lnTo>
                    <a:pt x="583060" y="1214339"/>
                  </a:lnTo>
                  <a:lnTo>
                    <a:pt x="651845" y="1310869"/>
                  </a:lnTo>
                  <a:close/>
                  <a:moveTo>
                    <a:pt x="738885" y="1300700"/>
                  </a:moveTo>
                  <a:lnTo>
                    <a:pt x="629849" y="1363686"/>
                  </a:lnTo>
                  <a:lnTo>
                    <a:pt x="711754" y="1391257"/>
                  </a:lnTo>
                  <a:close/>
                  <a:moveTo>
                    <a:pt x="738885" y="1300700"/>
                  </a:moveTo>
                  <a:lnTo>
                    <a:pt x="651845" y="131086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738885" y="130070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742115" y="128957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809648" y="1296554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742115" y="1289570"/>
                  </a:lnTo>
                  <a:lnTo>
                    <a:pt x="819903" y="1295425"/>
                  </a:lnTo>
                  <a:close/>
                  <a:moveTo>
                    <a:pt x="832384" y="1185186"/>
                  </a:moveTo>
                  <a:lnTo>
                    <a:pt x="769097" y="1176045"/>
                  </a:lnTo>
                  <a:lnTo>
                    <a:pt x="819903" y="1295425"/>
                  </a:lnTo>
                  <a:close/>
                  <a:moveTo>
                    <a:pt x="769097" y="1176045"/>
                  </a:moveTo>
                  <a:lnTo>
                    <a:pt x="663231" y="1273296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832384" y="1185186"/>
                  </a:lnTo>
                  <a:lnTo>
                    <a:pt x="769007" y="1174914"/>
                  </a:lnTo>
                  <a:close/>
                  <a:moveTo>
                    <a:pt x="465515" y="764828"/>
                  </a:moveTo>
                  <a:lnTo>
                    <a:pt x="483792" y="786348"/>
                  </a:lnTo>
                  <a:lnTo>
                    <a:pt x="526739" y="826429"/>
                  </a:lnTo>
                  <a:close/>
                  <a:moveTo>
                    <a:pt x="696948" y="1093688"/>
                  </a:moveTo>
                  <a:lnTo>
                    <a:pt x="773772" y="1072152"/>
                  </a:lnTo>
                  <a:lnTo>
                    <a:pt x="774895" y="981724"/>
                  </a:lnTo>
                  <a:close/>
                  <a:moveTo>
                    <a:pt x="662649" y="1055916"/>
                  </a:moveTo>
                  <a:lnTo>
                    <a:pt x="696948" y="1093688"/>
                  </a:lnTo>
                  <a:lnTo>
                    <a:pt x="774895" y="981724"/>
                  </a:lnTo>
                  <a:close/>
                  <a:moveTo>
                    <a:pt x="843907" y="1075725"/>
                  </a:moveTo>
                  <a:lnTo>
                    <a:pt x="769007" y="1174914"/>
                  </a:lnTo>
                  <a:lnTo>
                    <a:pt x="837433" y="1152088"/>
                  </a:lnTo>
                  <a:close/>
                  <a:moveTo>
                    <a:pt x="843907" y="1075725"/>
                  </a:moveTo>
                  <a:lnTo>
                    <a:pt x="773772" y="1072152"/>
                  </a:lnTo>
                  <a:lnTo>
                    <a:pt x="769007" y="1174914"/>
                  </a:lnTo>
                  <a:close/>
                  <a:moveTo>
                    <a:pt x="843907" y="1075725"/>
                  </a:moveTo>
                  <a:lnTo>
                    <a:pt x="802292" y="1020703"/>
                  </a:lnTo>
                  <a:lnTo>
                    <a:pt x="773772" y="1072152"/>
                  </a:lnTo>
                  <a:close/>
                  <a:moveTo>
                    <a:pt x="526739" y="826429"/>
                  </a:moveTo>
                  <a:lnTo>
                    <a:pt x="548508" y="847043"/>
                  </a:lnTo>
                  <a:lnTo>
                    <a:pt x="571484" y="815148"/>
                  </a:lnTo>
                  <a:close/>
                  <a:moveTo>
                    <a:pt x="1246332" y="1466327"/>
                  </a:moveTo>
                  <a:lnTo>
                    <a:pt x="1252756" y="1486168"/>
                  </a:lnTo>
                  <a:lnTo>
                    <a:pt x="1290840" y="1517470"/>
                  </a:lnTo>
                  <a:close/>
                  <a:moveTo>
                    <a:pt x="1281453" y="1427890"/>
                  </a:moveTo>
                  <a:lnTo>
                    <a:pt x="1290840" y="1517470"/>
                  </a:lnTo>
                  <a:lnTo>
                    <a:pt x="1343084" y="1497596"/>
                  </a:lnTo>
                  <a:close/>
                  <a:moveTo>
                    <a:pt x="661256" y="702665"/>
                  </a:moveTo>
                  <a:lnTo>
                    <a:pt x="688411" y="780680"/>
                  </a:lnTo>
                  <a:lnTo>
                    <a:pt x="726936" y="709860"/>
                  </a:lnTo>
                  <a:close/>
                  <a:moveTo>
                    <a:pt x="1170562" y="1092029"/>
                  </a:moveTo>
                  <a:lnTo>
                    <a:pt x="1184966" y="1099029"/>
                  </a:lnTo>
                  <a:lnTo>
                    <a:pt x="1305538" y="1142020"/>
                  </a:lnTo>
                  <a:close/>
                  <a:moveTo>
                    <a:pt x="1305538" y="1142020"/>
                  </a:moveTo>
                  <a:lnTo>
                    <a:pt x="1323952" y="1027918"/>
                  </a:lnTo>
                  <a:lnTo>
                    <a:pt x="1287720" y="1142809"/>
                  </a:lnTo>
                  <a:close/>
                  <a:moveTo>
                    <a:pt x="1287720" y="1142809"/>
                  </a:moveTo>
                  <a:lnTo>
                    <a:pt x="1323952" y="1027918"/>
                  </a:lnTo>
                  <a:lnTo>
                    <a:pt x="1312570" y="1022157"/>
                  </a:lnTo>
                  <a:close/>
                  <a:moveTo>
                    <a:pt x="1323952" y="1027918"/>
                  </a:moveTo>
                  <a:lnTo>
                    <a:pt x="1305538" y="1142020"/>
                  </a:lnTo>
                  <a:lnTo>
                    <a:pt x="1342832" y="1022157"/>
                  </a:lnTo>
                  <a:close/>
                  <a:moveTo>
                    <a:pt x="1323952" y="1027918"/>
                  </a:moveTo>
                  <a:lnTo>
                    <a:pt x="1342832" y="1022157"/>
                  </a:lnTo>
                  <a:lnTo>
                    <a:pt x="1328173" y="1011445"/>
                  </a:lnTo>
                  <a:close/>
                  <a:moveTo>
                    <a:pt x="1312570" y="1022157"/>
                  </a:moveTo>
                  <a:lnTo>
                    <a:pt x="1323952" y="1027918"/>
                  </a:lnTo>
                  <a:lnTo>
                    <a:pt x="1328173" y="1011445"/>
                  </a:lnTo>
                  <a:close/>
                  <a:moveTo>
                    <a:pt x="1633717" y="1258138"/>
                  </a:moveTo>
                  <a:lnTo>
                    <a:pt x="1543156" y="1257914"/>
                  </a:lnTo>
                  <a:lnTo>
                    <a:pt x="1567147" y="1268802"/>
                  </a:lnTo>
                  <a:close/>
                  <a:moveTo>
                    <a:pt x="1546990" y="1167960"/>
                  </a:moveTo>
                  <a:lnTo>
                    <a:pt x="1543156" y="1257914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546990" y="1167960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630119" y="1089197"/>
                  </a:lnTo>
                  <a:lnTo>
                    <a:pt x="1546990" y="1167960"/>
                  </a:lnTo>
                  <a:close/>
                  <a:moveTo>
                    <a:pt x="1342832" y="1022157"/>
                  </a:moveTo>
                  <a:lnTo>
                    <a:pt x="1384388" y="1104372"/>
                  </a:lnTo>
                  <a:lnTo>
                    <a:pt x="1447327" y="1088300"/>
                  </a:lnTo>
                  <a:close/>
                  <a:moveTo>
                    <a:pt x="1411620" y="917145"/>
                  </a:moveTo>
                  <a:lnTo>
                    <a:pt x="1360863" y="901505"/>
                  </a:lnTo>
                  <a:lnTo>
                    <a:pt x="1328173" y="1011445"/>
                  </a:lnTo>
                  <a:close/>
                  <a:moveTo>
                    <a:pt x="1404106" y="823163"/>
                  </a:moveTo>
                  <a:lnTo>
                    <a:pt x="1310179" y="738838"/>
                  </a:lnTo>
                  <a:lnTo>
                    <a:pt x="1314415" y="835487"/>
                  </a:lnTo>
                  <a:close/>
                  <a:moveTo>
                    <a:pt x="1310179" y="738838"/>
                  </a:moveTo>
                  <a:lnTo>
                    <a:pt x="1298039" y="737075"/>
                  </a:lnTo>
                  <a:lnTo>
                    <a:pt x="1304299" y="819291"/>
                  </a:lnTo>
                  <a:close/>
                  <a:moveTo>
                    <a:pt x="1603923" y="1121675"/>
                  </a:moveTo>
                  <a:lnTo>
                    <a:pt x="1630119" y="1089197"/>
                  </a:lnTo>
                  <a:lnTo>
                    <a:pt x="1657813" y="1138455"/>
                  </a:lnTo>
                  <a:close/>
                  <a:moveTo>
                    <a:pt x="1630119" y="1089197"/>
                  </a:moveTo>
                  <a:lnTo>
                    <a:pt x="1635937" y="1065936"/>
                  </a:lnTo>
                  <a:lnTo>
                    <a:pt x="1657813" y="1138455"/>
                  </a:lnTo>
                  <a:close/>
                  <a:moveTo>
                    <a:pt x="1649694" y="945284"/>
                  </a:moveTo>
                  <a:lnTo>
                    <a:pt x="1630739" y="983720"/>
                  </a:lnTo>
                  <a:lnTo>
                    <a:pt x="1719466" y="1048833"/>
                  </a:lnTo>
                  <a:close/>
                  <a:moveTo>
                    <a:pt x="1615636" y="1035045"/>
                  </a:moveTo>
                  <a:lnTo>
                    <a:pt x="1649603" y="946840"/>
                  </a:lnTo>
                  <a:lnTo>
                    <a:pt x="1719466" y="1048833"/>
                  </a:lnTo>
                  <a:close/>
                  <a:moveTo>
                    <a:pt x="1506245" y="800717"/>
                  </a:moveTo>
                  <a:lnTo>
                    <a:pt x="1590977" y="792424"/>
                  </a:lnTo>
                  <a:lnTo>
                    <a:pt x="1519507" y="739088"/>
                  </a:lnTo>
                  <a:close/>
                  <a:moveTo>
                    <a:pt x="1590977" y="792424"/>
                  </a:moveTo>
                  <a:lnTo>
                    <a:pt x="1599610" y="759923"/>
                  </a:lnTo>
                  <a:lnTo>
                    <a:pt x="1519507" y="739088"/>
                  </a:lnTo>
                  <a:close/>
                  <a:moveTo>
                    <a:pt x="1436163" y="706137"/>
                  </a:moveTo>
                  <a:lnTo>
                    <a:pt x="1553869" y="660202"/>
                  </a:lnTo>
                  <a:lnTo>
                    <a:pt x="1438095" y="695437"/>
                  </a:lnTo>
                  <a:close/>
                  <a:moveTo>
                    <a:pt x="1556497" y="662187"/>
                  </a:moveTo>
                  <a:lnTo>
                    <a:pt x="1553869" y="660202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56497" y="662187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99610" y="759923"/>
                  </a:lnTo>
                  <a:lnTo>
                    <a:pt x="1647373" y="723298"/>
                  </a:lnTo>
                  <a:close/>
                  <a:moveTo>
                    <a:pt x="1556497" y="662187"/>
                  </a:moveTo>
                  <a:lnTo>
                    <a:pt x="1519507" y="739088"/>
                  </a:lnTo>
                  <a:lnTo>
                    <a:pt x="1647373" y="723298"/>
                  </a:lnTo>
                  <a:close/>
                  <a:moveTo>
                    <a:pt x="1647373" y="723298"/>
                  </a:moveTo>
                  <a:lnTo>
                    <a:pt x="1678084" y="742418"/>
                  </a:lnTo>
                  <a:lnTo>
                    <a:pt x="1664195" y="732899"/>
                  </a:lnTo>
                  <a:close/>
                  <a:moveTo>
                    <a:pt x="1843769" y="583329"/>
                  </a:moveTo>
                  <a:lnTo>
                    <a:pt x="1864286" y="591320"/>
                  </a:lnTo>
                  <a:lnTo>
                    <a:pt x="1870612" y="570235"/>
                  </a:lnTo>
                  <a:close/>
                  <a:moveTo>
                    <a:pt x="1981384" y="544893"/>
                  </a:moveTo>
                  <a:lnTo>
                    <a:pt x="1907804" y="494085"/>
                  </a:lnTo>
                  <a:lnTo>
                    <a:pt x="1870612" y="570235"/>
                  </a:lnTo>
                  <a:close/>
                  <a:moveTo>
                    <a:pt x="2311277" y="470293"/>
                  </a:moveTo>
                  <a:lnTo>
                    <a:pt x="2238367" y="468974"/>
                  </a:lnTo>
                  <a:lnTo>
                    <a:pt x="2207938" y="565060"/>
                  </a:lnTo>
                  <a:close/>
                  <a:moveTo>
                    <a:pt x="2311277" y="470293"/>
                  </a:moveTo>
                  <a:lnTo>
                    <a:pt x="2309412" y="450595"/>
                  </a:lnTo>
                  <a:lnTo>
                    <a:pt x="2238395" y="463733"/>
                  </a:lnTo>
                  <a:close/>
                  <a:moveTo>
                    <a:pt x="2000603" y="240812"/>
                  </a:moveTo>
                  <a:lnTo>
                    <a:pt x="2053622" y="266754"/>
                  </a:lnTo>
                  <a:lnTo>
                    <a:pt x="2038934" y="259811"/>
                  </a:lnTo>
                  <a:close/>
                  <a:moveTo>
                    <a:pt x="2062698" y="259811"/>
                  </a:moveTo>
                  <a:lnTo>
                    <a:pt x="2195135" y="301989"/>
                  </a:lnTo>
                  <a:lnTo>
                    <a:pt x="2102728" y="221375"/>
                  </a:lnTo>
                  <a:close/>
                  <a:moveTo>
                    <a:pt x="2062698" y="259811"/>
                  </a:moveTo>
                  <a:lnTo>
                    <a:pt x="2053622" y="266754"/>
                  </a:lnTo>
                  <a:lnTo>
                    <a:pt x="2104768" y="316813"/>
                  </a:lnTo>
                  <a:close/>
                  <a:moveTo>
                    <a:pt x="2012859" y="177808"/>
                  </a:moveTo>
                  <a:lnTo>
                    <a:pt x="2038934" y="259811"/>
                  </a:lnTo>
                  <a:lnTo>
                    <a:pt x="2050861" y="256434"/>
                  </a:lnTo>
                  <a:close/>
                  <a:moveTo>
                    <a:pt x="2102728" y="221375"/>
                  </a:moveTo>
                  <a:lnTo>
                    <a:pt x="2097834" y="216855"/>
                  </a:lnTo>
                  <a:lnTo>
                    <a:pt x="2050861" y="256434"/>
                  </a:lnTo>
                  <a:close/>
                  <a:moveTo>
                    <a:pt x="2304586" y="375640"/>
                  </a:moveTo>
                  <a:lnTo>
                    <a:pt x="2238395" y="463733"/>
                  </a:lnTo>
                  <a:lnTo>
                    <a:pt x="2309412" y="450595"/>
                  </a:lnTo>
                  <a:close/>
                  <a:moveTo>
                    <a:pt x="2369124" y="383764"/>
                  </a:moveTo>
                  <a:lnTo>
                    <a:pt x="2304586" y="375640"/>
                  </a:lnTo>
                  <a:lnTo>
                    <a:pt x="2309412" y="450595"/>
                  </a:lnTo>
                  <a:close/>
                  <a:moveTo>
                    <a:pt x="2304586" y="375640"/>
                  </a:moveTo>
                  <a:lnTo>
                    <a:pt x="2369124" y="383764"/>
                  </a:lnTo>
                  <a:lnTo>
                    <a:pt x="2380207" y="274661"/>
                  </a:lnTo>
                  <a:close/>
                  <a:moveTo>
                    <a:pt x="2304586" y="375640"/>
                  </a:moveTo>
                  <a:lnTo>
                    <a:pt x="2380207" y="274661"/>
                  </a:lnTo>
                  <a:lnTo>
                    <a:pt x="2306921" y="273649"/>
                  </a:lnTo>
                  <a:close/>
                  <a:moveTo>
                    <a:pt x="2380207" y="274661"/>
                  </a:moveTo>
                  <a:lnTo>
                    <a:pt x="2370597" y="185498"/>
                  </a:lnTo>
                  <a:lnTo>
                    <a:pt x="2309098" y="234219"/>
                  </a:lnTo>
                  <a:close/>
                  <a:moveTo>
                    <a:pt x="2216638" y="86272"/>
                  </a:moveTo>
                  <a:lnTo>
                    <a:pt x="2280747" y="94744"/>
                  </a:lnTo>
                  <a:lnTo>
                    <a:pt x="227416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33" name="Candidate_density__2152">
              <a:extLst>
                <a:ext uri="{FF2B5EF4-FFF2-40B4-BE49-F238E27FC236}">
                  <a16:creationId xmlns:a16="http://schemas.microsoft.com/office/drawing/2014/main" id="{7DA12914-ACFF-C0B1-C179-206C8AFDBBB2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413814" cy="1614813"/>
            </a:xfrm>
            <a:custGeom>
              <a:avLst/>
              <a:gdLst/>
              <a:ahLst/>
              <a:cxnLst/>
              <a:rect l="0" t="0" r="0" b="0"/>
              <a:pathLst>
                <a:path w="2413814" h="1614813">
                  <a:moveTo>
                    <a:pt x="426507" y="1562834"/>
                  </a:moveTo>
                  <a:lnTo>
                    <a:pt x="555612" y="1551678"/>
                  </a:lnTo>
                  <a:lnTo>
                    <a:pt x="459705" y="1471757"/>
                  </a:lnTo>
                  <a:close/>
                  <a:moveTo>
                    <a:pt x="329769" y="1315414"/>
                  </a:moveTo>
                  <a:lnTo>
                    <a:pt x="310983" y="1409570"/>
                  </a:lnTo>
                  <a:lnTo>
                    <a:pt x="422125" y="1401015"/>
                  </a:lnTo>
                  <a:close/>
                  <a:moveTo>
                    <a:pt x="65334" y="1059694"/>
                  </a:moveTo>
                  <a:lnTo>
                    <a:pt x="33607" y="1098131"/>
                  </a:lnTo>
                  <a:lnTo>
                    <a:pt x="115433" y="1141909"/>
                  </a:lnTo>
                  <a:close/>
                  <a:moveTo>
                    <a:pt x="65334" y="1059694"/>
                  </a:moveTo>
                  <a:lnTo>
                    <a:pt x="0" y="1015916"/>
                  </a:lnTo>
                  <a:lnTo>
                    <a:pt x="33607" y="1098131"/>
                  </a:lnTo>
                  <a:close/>
                  <a:moveTo>
                    <a:pt x="587829" y="1456931"/>
                  </a:moveTo>
                  <a:lnTo>
                    <a:pt x="533196" y="1432333"/>
                  </a:lnTo>
                  <a:lnTo>
                    <a:pt x="459705" y="1471757"/>
                  </a:lnTo>
                  <a:close/>
                  <a:moveTo>
                    <a:pt x="555612" y="1551678"/>
                  </a:moveTo>
                  <a:lnTo>
                    <a:pt x="587829" y="1456931"/>
                  </a:lnTo>
                  <a:lnTo>
                    <a:pt x="459705" y="1471757"/>
                  </a:lnTo>
                  <a:close/>
                  <a:moveTo>
                    <a:pt x="329322" y="1047728"/>
                  </a:moveTo>
                  <a:lnTo>
                    <a:pt x="304812" y="1035427"/>
                  </a:lnTo>
                  <a:lnTo>
                    <a:pt x="254327" y="1021258"/>
                  </a:lnTo>
                  <a:close/>
                  <a:moveTo>
                    <a:pt x="465551" y="1065433"/>
                  </a:moveTo>
                  <a:lnTo>
                    <a:pt x="378007" y="1021258"/>
                  </a:lnTo>
                  <a:lnTo>
                    <a:pt x="383719" y="1035909"/>
                  </a:lnTo>
                  <a:close/>
                  <a:moveTo>
                    <a:pt x="383719" y="1035909"/>
                  </a:moveTo>
                  <a:lnTo>
                    <a:pt x="378007" y="1021258"/>
                  </a:lnTo>
                  <a:lnTo>
                    <a:pt x="329322" y="1047728"/>
                  </a:lnTo>
                  <a:close/>
                  <a:moveTo>
                    <a:pt x="465551" y="1065433"/>
                  </a:moveTo>
                  <a:lnTo>
                    <a:pt x="383719" y="1035909"/>
                  </a:lnTo>
                  <a:lnTo>
                    <a:pt x="463167" y="1065036"/>
                  </a:lnTo>
                  <a:close/>
                  <a:moveTo>
                    <a:pt x="853510" y="1392767"/>
                  </a:moveTo>
                  <a:lnTo>
                    <a:pt x="775722" y="1386913"/>
                  </a:lnTo>
                  <a:lnTo>
                    <a:pt x="843255" y="1393897"/>
                  </a:lnTo>
                  <a:close/>
                  <a:moveTo>
                    <a:pt x="802614" y="1272256"/>
                  </a:moveTo>
                  <a:lnTo>
                    <a:pt x="730555" y="1191030"/>
                  </a:lnTo>
                  <a:lnTo>
                    <a:pt x="802703" y="1273387"/>
                  </a:lnTo>
                  <a:close/>
                  <a:moveTo>
                    <a:pt x="696256" y="1153258"/>
                  </a:moveTo>
                  <a:lnTo>
                    <a:pt x="635530" y="1108815"/>
                  </a:lnTo>
                  <a:lnTo>
                    <a:pt x="697636" y="1198121"/>
                  </a:lnTo>
                  <a:close/>
                  <a:moveTo>
                    <a:pt x="560346" y="923771"/>
                  </a:moveTo>
                  <a:lnTo>
                    <a:pt x="517398" y="883690"/>
                  </a:lnTo>
                  <a:lnTo>
                    <a:pt x="582115" y="944385"/>
                  </a:lnTo>
                  <a:close/>
                  <a:moveTo>
                    <a:pt x="807379" y="1169494"/>
                  </a:moveTo>
                  <a:lnTo>
                    <a:pt x="730555" y="1191030"/>
                  </a:lnTo>
                  <a:lnTo>
                    <a:pt x="802614" y="1272256"/>
                  </a:lnTo>
                  <a:close/>
                  <a:moveTo>
                    <a:pt x="582115" y="944385"/>
                  </a:moveTo>
                  <a:lnTo>
                    <a:pt x="580066" y="997501"/>
                  </a:lnTo>
                  <a:lnTo>
                    <a:pt x="605091" y="912490"/>
                  </a:lnTo>
                  <a:close/>
                  <a:moveTo>
                    <a:pt x="1315060" y="1525232"/>
                  </a:moveTo>
                  <a:lnTo>
                    <a:pt x="1279939" y="1563669"/>
                  </a:lnTo>
                  <a:lnTo>
                    <a:pt x="1324447" y="1614813"/>
                  </a:lnTo>
                  <a:close/>
                  <a:moveTo>
                    <a:pt x="1272458" y="1481454"/>
                  </a:moveTo>
                  <a:lnTo>
                    <a:pt x="1279939" y="1563669"/>
                  </a:lnTo>
                  <a:lnTo>
                    <a:pt x="1315060" y="1525232"/>
                  </a:lnTo>
                  <a:close/>
                  <a:moveTo>
                    <a:pt x="1272458" y="1481454"/>
                  </a:moveTo>
                  <a:lnTo>
                    <a:pt x="1315060" y="1525232"/>
                  </a:lnTo>
                  <a:lnTo>
                    <a:pt x="1262537" y="1443017"/>
                  </a:lnTo>
                  <a:close/>
                  <a:moveTo>
                    <a:pt x="599445" y="816988"/>
                  </a:moveTo>
                  <a:lnTo>
                    <a:pt x="694863" y="800007"/>
                  </a:lnTo>
                  <a:lnTo>
                    <a:pt x="657295" y="730457"/>
                  </a:lnTo>
                  <a:close/>
                  <a:moveTo>
                    <a:pt x="599445" y="816988"/>
                  </a:moveTo>
                  <a:lnTo>
                    <a:pt x="657295" y="730457"/>
                  </a:lnTo>
                  <a:lnTo>
                    <a:pt x="596709" y="719120"/>
                  </a:lnTo>
                  <a:close/>
                  <a:moveTo>
                    <a:pt x="694863" y="800007"/>
                  </a:moveTo>
                  <a:lnTo>
                    <a:pt x="760543" y="807202"/>
                  </a:lnTo>
                  <a:lnTo>
                    <a:pt x="719528" y="740455"/>
                  </a:lnTo>
                  <a:close/>
                  <a:moveTo>
                    <a:pt x="694863" y="800007"/>
                  </a:moveTo>
                  <a:lnTo>
                    <a:pt x="719528" y="740455"/>
                  </a:lnTo>
                  <a:lnTo>
                    <a:pt x="657295" y="730457"/>
                  </a:lnTo>
                  <a:close/>
                  <a:moveTo>
                    <a:pt x="596709" y="719120"/>
                  </a:moveTo>
                  <a:lnTo>
                    <a:pt x="657295" y="730457"/>
                  </a:lnTo>
                  <a:lnTo>
                    <a:pt x="638188" y="645898"/>
                  </a:lnTo>
                  <a:close/>
                  <a:moveTo>
                    <a:pt x="596709" y="719120"/>
                  </a:moveTo>
                  <a:lnTo>
                    <a:pt x="638188" y="645898"/>
                  </a:lnTo>
                  <a:lnTo>
                    <a:pt x="581104" y="631715"/>
                  </a:lnTo>
                  <a:close/>
                  <a:moveTo>
                    <a:pt x="1218572" y="1196372"/>
                  </a:moveTo>
                  <a:lnTo>
                    <a:pt x="1229519" y="1278587"/>
                  </a:lnTo>
                  <a:lnTo>
                    <a:pt x="1339145" y="1239362"/>
                  </a:lnTo>
                  <a:close/>
                  <a:moveTo>
                    <a:pt x="1339145" y="1239362"/>
                  </a:moveTo>
                  <a:lnTo>
                    <a:pt x="1229519" y="1278587"/>
                  </a:lnTo>
                  <a:lnTo>
                    <a:pt x="1338929" y="1240498"/>
                  </a:lnTo>
                  <a:close/>
                  <a:moveTo>
                    <a:pt x="1339145" y="1239362"/>
                  </a:moveTo>
                  <a:lnTo>
                    <a:pt x="1338929" y="1240498"/>
                  </a:lnTo>
                  <a:lnTo>
                    <a:pt x="1341033" y="1240151"/>
                  </a:lnTo>
                  <a:close/>
                  <a:moveTo>
                    <a:pt x="981881" y="829075"/>
                  </a:moveTo>
                  <a:lnTo>
                    <a:pt x="951047" y="839503"/>
                  </a:lnTo>
                  <a:lnTo>
                    <a:pt x="981313" y="848997"/>
                  </a:lnTo>
                  <a:close/>
                  <a:moveTo>
                    <a:pt x="1376439" y="1119499"/>
                  </a:moveTo>
                  <a:lnTo>
                    <a:pt x="1339145" y="1239362"/>
                  </a:lnTo>
                  <a:lnTo>
                    <a:pt x="1341033" y="1240151"/>
                  </a:lnTo>
                  <a:close/>
                  <a:moveTo>
                    <a:pt x="1376439" y="1119499"/>
                  </a:moveTo>
                  <a:lnTo>
                    <a:pt x="1341033" y="1240151"/>
                  </a:lnTo>
                  <a:lnTo>
                    <a:pt x="1417995" y="1201715"/>
                  </a:lnTo>
                  <a:close/>
                  <a:moveTo>
                    <a:pt x="1480934" y="1185642"/>
                  </a:moveTo>
                  <a:lnTo>
                    <a:pt x="1580597" y="1265303"/>
                  </a:lnTo>
                  <a:lnTo>
                    <a:pt x="1498903" y="1201715"/>
                  </a:lnTo>
                  <a:close/>
                  <a:moveTo>
                    <a:pt x="1580597" y="1265303"/>
                  </a:moveTo>
                  <a:lnTo>
                    <a:pt x="1663726" y="1186539"/>
                  </a:lnTo>
                  <a:lnTo>
                    <a:pt x="1552409" y="1201715"/>
                  </a:lnTo>
                  <a:close/>
                  <a:moveTo>
                    <a:pt x="1463645" y="1099606"/>
                  </a:moveTo>
                  <a:lnTo>
                    <a:pt x="1376439" y="1119499"/>
                  </a:lnTo>
                  <a:lnTo>
                    <a:pt x="1480934" y="1185642"/>
                  </a:lnTo>
                  <a:close/>
                  <a:moveTo>
                    <a:pt x="1480934" y="1185642"/>
                  </a:moveTo>
                  <a:lnTo>
                    <a:pt x="1498903" y="1201715"/>
                  </a:lnTo>
                  <a:lnTo>
                    <a:pt x="1539253" y="1098730"/>
                  </a:lnTo>
                  <a:close/>
                  <a:moveTo>
                    <a:pt x="1463645" y="1099606"/>
                  </a:moveTo>
                  <a:lnTo>
                    <a:pt x="1480934" y="1185642"/>
                  </a:lnTo>
                  <a:lnTo>
                    <a:pt x="1539253" y="1098730"/>
                  </a:lnTo>
                  <a:close/>
                  <a:moveTo>
                    <a:pt x="1361780" y="1108788"/>
                  </a:moveTo>
                  <a:lnTo>
                    <a:pt x="1376439" y="1119499"/>
                  </a:lnTo>
                  <a:lnTo>
                    <a:pt x="1463645" y="1099606"/>
                  </a:lnTo>
                  <a:close/>
                  <a:moveTo>
                    <a:pt x="1463645" y="1099606"/>
                  </a:moveTo>
                  <a:lnTo>
                    <a:pt x="1445227" y="1014488"/>
                  </a:lnTo>
                  <a:lnTo>
                    <a:pt x="1361780" y="1108788"/>
                  </a:lnTo>
                  <a:close/>
                  <a:moveTo>
                    <a:pt x="1539253" y="1098730"/>
                  </a:moveTo>
                  <a:lnTo>
                    <a:pt x="1519359" y="998848"/>
                  </a:lnTo>
                  <a:lnTo>
                    <a:pt x="1445227" y="1014488"/>
                  </a:lnTo>
                  <a:close/>
                  <a:moveTo>
                    <a:pt x="1539253" y="1098730"/>
                  </a:moveTo>
                  <a:lnTo>
                    <a:pt x="1445227" y="1014488"/>
                  </a:lnTo>
                  <a:lnTo>
                    <a:pt x="1463645" y="1099606"/>
                  </a:lnTo>
                  <a:close/>
                  <a:moveTo>
                    <a:pt x="1519359" y="998848"/>
                  </a:moveTo>
                  <a:lnTo>
                    <a:pt x="1453906" y="916633"/>
                  </a:lnTo>
                  <a:lnTo>
                    <a:pt x="1445227" y="1014488"/>
                  </a:lnTo>
                  <a:close/>
                  <a:moveTo>
                    <a:pt x="1453906" y="916633"/>
                  </a:moveTo>
                  <a:lnTo>
                    <a:pt x="1437712" y="920505"/>
                  </a:lnTo>
                  <a:lnTo>
                    <a:pt x="1445227" y="1014488"/>
                  </a:lnTo>
                  <a:close/>
                  <a:moveTo>
                    <a:pt x="1348022" y="932829"/>
                  </a:moveTo>
                  <a:lnTo>
                    <a:pt x="1445227" y="1014488"/>
                  </a:lnTo>
                  <a:lnTo>
                    <a:pt x="1437712" y="920505"/>
                  </a:lnTo>
                  <a:close/>
                  <a:moveTo>
                    <a:pt x="1440646" y="909796"/>
                  </a:moveTo>
                  <a:lnTo>
                    <a:pt x="1348446" y="834417"/>
                  </a:lnTo>
                  <a:lnTo>
                    <a:pt x="1437712" y="920505"/>
                  </a:lnTo>
                  <a:close/>
                  <a:moveTo>
                    <a:pt x="1437712" y="920505"/>
                  </a:moveTo>
                  <a:lnTo>
                    <a:pt x="1348446" y="834417"/>
                  </a:lnTo>
                  <a:lnTo>
                    <a:pt x="1343786" y="836180"/>
                  </a:lnTo>
                  <a:close/>
                  <a:moveTo>
                    <a:pt x="1440646" y="909796"/>
                  </a:moveTo>
                  <a:lnTo>
                    <a:pt x="1437712" y="920505"/>
                  </a:lnTo>
                  <a:lnTo>
                    <a:pt x="1453906" y="916633"/>
                  </a:lnTo>
                  <a:close/>
                  <a:moveTo>
                    <a:pt x="1345265" y="831837"/>
                  </a:moveTo>
                  <a:lnTo>
                    <a:pt x="1343786" y="836180"/>
                  </a:lnTo>
                  <a:lnTo>
                    <a:pt x="1348446" y="834417"/>
                  </a:lnTo>
                  <a:close/>
                  <a:moveTo>
                    <a:pt x="1331646" y="834417"/>
                  </a:moveTo>
                  <a:lnTo>
                    <a:pt x="1343786" y="836180"/>
                  </a:lnTo>
                  <a:lnTo>
                    <a:pt x="1345265" y="831837"/>
                  </a:lnTo>
                  <a:close/>
                  <a:moveTo>
                    <a:pt x="1647149" y="1163278"/>
                  </a:moveTo>
                  <a:lnTo>
                    <a:pt x="1663726" y="1186539"/>
                  </a:lnTo>
                  <a:lnTo>
                    <a:pt x="1679199" y="1124841"/>
                  </a:lnTo>
                  <a:close/>
                  <a:moveTo>
                    <a:pt x="1453906" y="916633"/>
                  </a:moveTo>
                  <a:lnTo>
                    <a:pt x="1547296" y="992099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19359" y="998848"/>
                  </a:lnTo>
                  <a:lnTo>
                    <a:pt x="1547296" y="992099"/>
                  </a:lnTo>
                  <a:close/>
                  <a:moveTo>
                    <a:pt x="1547296" y="992099"/>
                  </a:moveTo>
                  <a:lnTo>
                    <a:pt x="1624584" y="889766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39852" y="898059"/>
                  </a:lnTo>
                  <a:lnTo>
                    <a:pt x="1440646" y="909796"/>
                  </a:lnTo>
                  <a:close/>
                  <a:moveTo>
                    <a:pt x="1440646" y="909796"/>
                  </a:moveTo>
                  <a:lnTo>
                    <a:pt x="1539852" y="898059"/>
                  </a:lnTo>
                  <a:lnTo>
                    <a:pt x="1553113" y="836431"/>
                  </a:lnTo>
                  <a:close/>
                  <a:moveTo>
                    <a:pt x="1440646" y="909796"/>
                  </a:moveTo>
                  <a:lnTo>
                    <a:pt x="1553113" y="836431"/>
                  </a:lnTo>
                  <a:lnTo>
                    <a:pt x="1469769" y="803479"/>
                  </a:lnTo>
                  <a:close/>
                  <a:moveTo>
                    <a:pt x="1331646" y="834417"/>
                  </a:moveTo>
                  <a:lnTo>
                    <a:pt x="1345265" y="831837"/>
                  </a:lnTo>
                  <a:lnTo>
                    <a:pt x="1381033" y="750366"/>
                  </a:lnTo>
                  <a:close/>
                  <a:moveTo>
                    <a:pt x="1454855" y="795981"/>
                  </a:moveTo>
                  <a:lnTo>
                    <a:pt x="1440646" y="909796"/>
                  </a:lnTo>
                  <a:lnTo>
                    <a:pt x="1469769" y="803479"/>
                  </a:lnTo>
                  <a:close/>
                  <a:moveTo>
                    <a:pt x="1454855" y="795981"/>
                  </a:moveTo>
                  <a:lnTo>
                    <a:pt x="1348446" y="834417"/>
                  </a:lnTo>
                  <a:lnTo>
                    <a:pt x="1440646" y="909796"/>
                  </a:lnTo>
                  <a:close/>
                  <a:moveTo>
                    <a:pt x="1348446" y="834417"/>
                  </a:moveTo>
                  <a:lnTo>
                    <a:pt x="1454855" y="795981"/>
                  </a:lnTo>
                  <a:lnTo>
                    <a:pt x="1345265" y="831837"/>
                  </a:lnTo>
                  <a:close/>
                  <a:moveTo>
                    <a:pt x="1454855" y="795981"/>
                  </a:moveTo>
                  <a:lnTo>
                    <a:pt x="1381033" y="750366"/>
                  </a:lnTo>
                  <a:lnTo>
                    <a:pt x="1345265" y="831837"/>
                  </a:lnTo>
                  <a:close/>
                  <a:moveTo>
                    <a:pt x="1736146" y="963442"/>
                  </a:moveTo>
                  <a:lnTo>
                    <a:pt x="1683301" y="1042626"/>
                  </a:lnTo>
                  <a:lnTo>
                    <a:pt x="1784887" y="930475"/>
                  </a:lnTo>
                  <a:close/>
                  <a:moveTo>
                    <a:pt x="1471702" y="792779"/>
                  </a:moveTo>
                  <a:lnTo>
                    <a:pt x="1454855" y="795981"/>
                  </a:lnTo>
                  <a:lnTo>
                    <a:pt x="1469769" y="803479"/>
                  </a:lnTo>
                  <a:close/>
                  <a:moveTo>
                    <a:pt x="1440838" y="480108"/>
                  </a:moveTo>
                  <a:lnTo>
                    <a:pt x="1308582" y="479484"/>
                  </a:lnTo>
                  <a:lnTo>
                    <a:pt x="1366423" y="480542"/>
                  </a:lnTo>
                  <a:close/>
                  <a:moveTo>
                    <a:pt x="1941411" y="591427"/>
                  </a:moveTo>
                  <a:lnTo>
                    <a:pt x="1877376" y="680671"/>
                  </a:lnTo>
                  <a:lnTo>
                    <a:pt x="1904219" y="667578"/>
                  </a:lnTo>
                  <a:close/>
                  <a:moveTo>
                    <a:pt x="2138375" y="414155"/>
                  </a:moveTo>
                  <a:lnTo>
                    <a:pt x="2087229" y="364097"/>
                  </a:lnTo>
                  <a:lnTo>
                    <a:pt x="2034210" y="338155"/>
                  </a:lnTo>
                  <a:close/>
                  <a:moveTo>
                    <a:pt x="2138375" y="414155"/>
                  </a:moveTo>
                  <a:lnTo>
                    <a:pt x="2228741" y="399332"/>
                  </a:lnTo>
                  <a:lnTo>
                    <a:pt x="2096305" y="357154"/>
                  </a:lnTo>
                  <a:close/>
                  <a:moveTo>
                    <a:pt x="2034210" y="338155"/>
                  </a:moveTo>
                  <a:lnTo>
                    <a:pt x="2072541" y="357154"/>
                  </a:lnTo>
                  <a:lnTo>
                    <a:pt x="2046466" y="275150"/>
                  </a:lnTo>
                  <a:close/>
                  <a:moveTo>
                    <a:pt x="2046466" y="275150"/>
                  </a:moveTo>
                  <a:lnTo>
                    <a:pt x="2084468" y="353776"/>
                  </a:lnTo>
                  <a:lnTo>
                    <a:pt x="2131441" y="314197"/>
                  </a:lnTo>
                  <a:close/>
                  <a:moveTo>
                    <a:pt x="2338193" y="472983"/>
                  </a:moveTo>
                  <a:lnTo>
                    <a:pt x="2270454" y="467460"/>
                  </a:lnTo>
                  <a:lnTo>
                    <a:pt x="2272002" y="561075"/>
                  </a:lnTo>
                  <a:close/>
                  <a:moveTo>
                    <a:pt x="2338193" y="472983"/>
                  </a:moveTo>
                  <a:lnTo>
                    <a:pt x="2340528" y="370991"/>
                  </a:lnTo>
                  <a:lnTo>
                    <a:pt x="2270454" y="467460"/>
                  </a:lnTo>
                  <a:close/>
                  <a:moveTo>
                    <a:pt x="2228741" y="399332"/>
                  </a:moveTo>
                  <a:lnTo>
                    <a:pt x="2340528" y="370991"/>
                  </a:lnTo>
                  <a:lnTo>
                    <a:pt x="2342705" y="331562"/>
                  </a:lnTo>
                  <a:close/>
                  <a:moveTo>
                    <a:pt x="2340528" y="370991"/>
                  </a:moveTo>
                  <a:lnTo>
                    <a:pt x="2413814" y="372004"/>
                  </a:lnTo>
                  <a:lnTo>
                    <a:pt x="2342705" y="331562"/>
                  </a:lnTo>
                  <a:close/>
                  <a:moveTo>
                    <a:pt x="2163093" y="198066"/>
                  </a:moveTo>
                  <a:lnTo>
                    <a:pt x="2131441" y="314197"/>
                  </a:lnTo>
                  <a:lnTo>
                    <a:pt x="2136335" y="318717"/>
                  </a:lnTo>
                  <a:close/>
                  <a:moveTo>
                    <a:pt x="2338893" y="272229"/>
                  </a:moveTo>
                  <a:lnTo>
                    <a:pt x="2257899" y="293146"/>
                  </a:lnTo>
                  <a:lnTo>
                    <a:pt x="2342705" y="331562"/>
                  </a:lnTo>
                  <a:close/>
                  <a:moveTo>
                    <a:pt x="2258012" y="277391"/>
                  </a:moveTo>
                  <a:lnTo>
                    <a:pt x="2338893" y="272229"/>
                  </a:lnTo>
                  <a:lnTo>
                    <a:pt x="2314354" y="192086"/>
                  </a:lnTo>
                  <a:close/>
                  <a:moveTo>
                    <a:pt x="2258012" y="277391"/>
                  </a:moveTo>
                  <a:lnTo>
                    <a:pt x="2314354" y="192086"/>
                  </a:lnTo>
                  <a:lnTo>
                    <a:pt x="2250245" y="183614"/>
                  </a:lnTo>
                  <a:close/>
                  <a:moveTo>
                    <a:pt x="2403973" y="279912"/>
                  </a:moveTo>
                  <a:lnTo>
                    <a:pt x="2342705" y="331562"/>
                  </a:lnTo>
                  <a:lnTo>
                    <a:pt x="2404204" y="282840"/>
                  </a:lnTo>
                  <a:close/>
                  <a:moveTo>
                    <a:pt x="2403973" y="279912"/>
                  </a:moveTo>
                  <a:lnTo>
                    <a:pt x="2338893" y="272229"/>
                  </a:lnTo>
                  <a:lnTo>
                    <a:pt x="2342705" y="331562"/>
                  </a:lnTo>
                  <a:close/>
                  <a:moveTo>
                    <a:pt x="2338893" y="272229"/>
                  </a:moveTo>
                  <a:lnTo>
                    <a:pt x="2403973" y="279912"/>
                  </a:lnTo>
                  <a:lnTo>
                    <a:pt x="2314354" y="192086"/>
                  </a:lnTo>
                  <a:close/>
                  <a:moveTo>
                    <a:pt x="2250245" y="183614"/>
                  </a:moveTo>
                  <a:lnTo>
                    <a:pt x="2307775" y="97342"/>
                  </a:lnTo>
                  <a:lnTo>
                    <a:pt x="2237315" y="94033"/>
                  </a:lnTo>
                  <a:close/>
                  <a:moveTo>
                    <a:pt x="2237315" y="94033"/>
                  </a:moveTo>
                  <a:lnTo>
                    <a:pt x="2307775" y="97342"/>
                  </a:lnTo>
                  <a:lnTo>
                    <a:pt x="2304393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34" name="Candidate_density__2153">
              <a:extLst>
                <a:ext uri="{FF2B5EF4-FFF2-40B4-BE49-F238E27FC236}">
                  <a16:creationId xmlns:a16="http://schemas.microsoft.com/office/drawing/2014/main" id="{98FBCE35-DDAF-3B7E-D2F1-95227F54A966}"/>
                </a:ext>
              </a:extLst>
            </p:cNvPr>
            <p:cNvSpPr>
              <a:spLocks noGrp="1"/>
            </p:cNvSpPr>
            <p:nvPr/>
          </p:nvSpPr>
          <p:spPr>
            <a:xfrm>
              <a:off x="3581177" y="1819900"/>
              <a:ext cx="2201255" cy="1572508"/>
            </a:xfrm>
            <a:custGeom>
              <a:avLst/>
              <a:gdLst/>
              <a:ahLst/>
              <a:cxnLst/>
              <a:rect l="0" t="0" r="0" b="0"/>
              <a:pathLst>
                <a:path w="2201255" h="1572508">
                  <a:moveTo>
                    <a:pt x="314314" y="1490293"/>
                  </a:moveTo>
                  <a:lnTo>
                    <a:pt x="438693" y="1532924"/>
                  </a:lnTo>
                  <a:lnTo>
                    <a:pt x="401684" y="1464317"/>
                  </a:lnTo>
                  <a:close/>
                  <a:moveTo>
                    <a:pt x="438783" y="1534072"/>
                  </a:moveTo>
                  <a:lnTo>
                    <a:pt x="438693" y="1532924"/>
                  </a:lnTo>
                  <a:lnTo>
                    <a:pt x="314314" y="1490293"/>
                  </a:lnTo>
                  <a:close/>
                  <a:moveTo>
                    <a:pt x="363817" y="1572508"/>
                  </a:moveTo>
                  <a:lnTo>
                    <a:pt x="438783" y="1534072"/>
                  </a:lnTo>
                  <a:lnTo>
                    <a:pt x="314314" y="1490293"/>
                  </a:lnTo>
                  <a:close/>
                  <a:moveTo>
                    <a:pt x="401684" y="1464317"/>
                  </a:moveTo>
                  <a:lnTo>
                    <a:pt x="438693" y="1532924"/>
                  </a:lnTo>
                  <a:lnTo>
                    <a:pt x="432779" y="1451856"/>
                  </a:lnTo>
                  <a:close/>
                  <a:moveTo>
                    <a:pt x="4436" y="1040781"/>
                  </a:moveTo>
                  <a:lnTo>
                    <a:pt x="0" y="1048050"/>
                  </a:lnTo>
                  <a:lnTo>
                    <a:pt x="15062" y="1063667"/>
                  </a:lnTo>
                  <a:close/>
                  <a:moveTo>
                    <a:pt x="5821" y="1029114"/>
                  </a:moveTo>
                  <a:lnTo>
                    <a:pt x="0" y="1048050"/>
                  </a:lnTo>
                  <a:lnTo>
                    <a:pt x="4436" y="1040781"/>
                  </a:lnTo>
                  <a:close/>
                  <a:moveTo>
                    <a:pt x="438783" y="1534072"/>
                  </a:moveTo>
                  <a:lnTo>
                    <a:pt x="439264" y="1535058"/>
                  </a:lnTo>
                  <a:lnTo>
                    <a:pt x="439763" y="1533452"/>
                  </a:lnTo>
                  <a:close/>
                  <a:moveTo>
                    <a:pt x="438783" y="1534072"/>
                  </a:moveTo>
                  <a:lnTo>
                    <a:pt x="439763" y="1533452"/>
                  </a:lnTo>
                  <a:lnTo>
                    <a:pt x="438693" y="1532924"/>
                  </a:lnTo>
                  <a:close/>
                  <a:moveTo>
                    <a:pt x="4436" y="1040781"/>
                  </a:moveTo>
                  <a:lnTo>
                    <a:pt x="15062" y="1063667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4436" y="1040781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16678" y="1034491"/>
                  </a:lnTo>
                  <a:lnTo>
                    <a:pt x="13742" y="958566"/>
                  </a:lnTo>
                  <a:close/>
                  <a:moveTo>
                    <a:pt x="13742" y="958566"/>
                  </a:moveTo>
                  <a:lnTo>
                    <a:pt x="16678" y="1034491"/>
                  </a:lnTo>
                  <a:lnTo>
                    <a:pt x="88411" y="1002344"/>
                  </a:lnTo>
                  <a:close/>
                  <a:moveTo>
                    <a:pt x="13742" y="958566"/>
                  </a:moveTo>
                  <a:lnTo>
                    <a:pt x="88411" y="1002344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13742" y="958566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43583" y="891644"/>
                  </a:lnTo>
                  <a:lnTo>
                    <a:pt x="13742" y="958566"/>
                  </a:lnTo>
                  <a:close/>
                  <a:moveTo>
                    <a:pt x="382745" y="1079345"/>
                  </a:moveTo>
                  <a:lnTo>
                    <a:pt x="357566" y="1084560"/>
                  </a:lnTo>
                  <a:lnTo>
                    <a:pt x="445111" y="1128735"/>
                  </a:lnTo>
                  <a:close/>
                  <a:moveTo>
                    <a:pt x="445111" y="1128735"/>
                  </a:moveTo>
                  <a:lnTo>
                    <a:pt x="515137" y="1109672"/>
                  </a:lnTo>
                  <a:lnTo>
                    <a:pt x="487653" y="1054649"/>
                  </a:lnTo>
                  <a:close/>
                  <a:moveTo>
                    <a:pt x="445111" y="1128735"/>
                  </a:moveTo>
                  <a:lnTo>
                    <a:pt x="487653" y="1054649"/>
                  </a:lnTo>
                  <a:lnTo>
                    <a:pt x="382745" y="1079345"/>
                  </a:lnTo>
                  <a:close/>
                  <a:moveTo>
                    <a:pt x="84711" y="920129"/>
                  </a:moveTo>
                  <a:lnTo>
                    <a:pt x="133500" y="799925"/>
                  </a:lnTo>
                  <a:lnTo>
                    <a:pt x="95299" y="869799"/>
                  </a:lnTo>
                  <a:close/>
                  <a:moveTo>
                    <a:pt x="104400" y="837914"/>
                  </a:moveTo>
                  <a:lnTo>
                    <a:pt x="95299" y="869799"/>
                  </a:lnTo>
                  <a:lnTo>
                    <a:pt x="133500" y="799925"/>
                  </a:lnTo>
                  <a:close/>
                  <a:moveTo>
                    <a:pt x="133972" y="799188"/>
                  </a:moveTo>
                  <a:lnTo>
                    <a:pt x="104400" y="837914"/>
                  </a:lnTo>
                  <a:lnTo>
                    <a:pt x="133500" y="799925"/>
                  </a:lnTo>
                  <a:close/>
                  <a:moveTo>
                    <a:pt x="559625" y="1060803"/>
                  </a:moveTo>
                  <a:lnTo>
                    <a:pt x="515137" y="1109672"/>
                  </a:lnTo>
                  <a:lnTo>
                    <a:pt x="455436" y="1128338"/>
                  </a:lnTo>
                  <a:close/>
                  <a:moveTo>
                    <a:pt x="515137" y="1109672"/>
                  </a:moveTo>
                  <a:lnTo>
                    <a:pt x="559625" y="1060803"/>
                  </a:lnTo>
                  <a:lnTo>
                    <a:pt x="518666" y="1046123"/>
                  </a:lnTo>
                  <a:close/>
                  <a:moveTo>
                    <a:pt x="190150" y="730574"/>
                  </a:moveTo>
                  <a:lnTo>
                    <a:pt x="133972" y="799188"/>
                  </a:lnTo>
                  <a:lnTo>
                    <a:pt x="238533" y="696267"/>
                  </a:lnTo>
                  <a:close/>
                  <a:moveTo>
                    <a:pt x="337233" y="655385"/>
                  </a:moveTo>
                  <a:lnTo>
                    <a:pt x="258690" y="678826"/>
                  </a:lnTo>
                  <a:lnTo>
                    <a:pt x="362551" y="666087"/>
                  </a:lnTo>
                  <a:close/>
                  <a:moveTo>
                    <a:pt x="258690" y="678826"/>
                  </a:moveTo>
                  <a:lnTo>
                    <a:pt x="238533" y="696267"/>
                  </a:lnTo>
                  <a:lnTo>
                    <a:pt x="362551" y="666087"/>
                  </a:lnTo>
                  <a:close/>
                  <a:moveTo>
                    <a:pt x="1340897" y="1385668"/>
                  </a:moveTo>
                  <a:lnTo>
                    <a:pt x="1340809" y="1385312"/>
                  </a:lnTo>
                  <a:lnTo>
                    <a:pt x="1318488" y="1303800"/>
                  </a:lnTo>
                  <a:close/>
                  <a:moveTo>
                    <a:pt x="1228135" y="1424104"/>
                  </a:moveTo>
                  <a:lnTo>
                    <a:pt x="1340897" y="1385668"/>
                  </a:lnTo>
                  <a:lnTo>
                    <a:pt x="1209079" y="1341889"/>
                  </a:lnTo>
                  <a:close/>
                  <a:moveTo>
                    <a:pt x="660438" y="601953"/>
                  </a:moveTo>
                  <a:lnTo>
                    <a:pt x="678988" y="684169"/>
                  </a:lnTo>
                  <a:lnTo>
                    <a:pt x="748929" y="663144"/>
                  </a:lnTo>
                  <a:close/>
                  <a:moveTo>
                    <a:pt x="1340916" y="1385658"/>
                  </a:moveTo>
                  <a:lnTo>
                    <a:pt x="1340809" y="1385312"/>
                  </a:lnTo>
                  <a:lnTo>
                    <a:pt x="1340897" y="1385668"/>
                  </a:lnTo>
                  <a:close/>
                  <a:moveTo>
                    <a:pt x="1340809" y="1385312"/>
                  </a:moveTo>
                  <a:lnTo>
                    <a:pt x="1340916" y="1385658"/>
                  </a:lnTo>
                  <a:lnTo>
                    <a:pt x="1320592" y="1303453"/>
                  </a:lnTo>
                  <a:close/>
                  <a:moveTo>
                    <a:pt x="943229" y="810162"/>
                  </a:moveTo>
                  <a:lnTo>
                    <a:pt x="986323" y="853941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3229" y="810162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8218" y="753448"/>
                  </a:lnTo>
                  <a:lnTo>
                    <a:pt x="943229" y="810162"/>
                  </a:lnTo>
                  <a:close/>
                  <a:moveTo>
                    <a:pt x="948218" y="753448"/>
                  </a:moveTo>
                  <a:lnTo>
                    <a:pt x="1005823" y="753623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21507" y="689511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50908" y="706986"/>
                  </a:lnTo>
                  <a:lnTo>
                    <a:pt x="1021507" y="689511"/>
                  </a:lnTo>
                  <a:close/>
                  <a:moveTo>
                    <a:pt x="1050908" y="706986"/>
                  </a:moveTo>
                  <a:lnTo>
                    <a:pt x="1071710" y="651074"/>
                  </a:lnTo>
                  <a:lnTo>
                    <a:pt x="1021507" y="689511"/>
                  </a:lnTo>
                  <a:close/>
                  <a:moveTo>
                    <a:pt x="1102369" y="620731"/>
                  </a:moveTo>
                  <a:lnTo>
                    <a:pt x="1021507" y="689511"/>
                  </a:lnTo>
                  <a:lnTo>
                    <a:pt x="1071710" y="651074"/>
                  </a:lnTo>
                  <a:close/>
                  <a:moveTo>
                    <a:pt x="1219656" y="565388"/>
                  </a:moveTo>
                  <a:lnTo>
                    <a:pt x="1102369" y="620731"/>
                  </a:lnTo>
                  <a:lnTo>
                    <a:pt x="1154691" y="601152"/>
                  </a:lnTo>
                  <a:close/>
                  <a:moveTo>
                    <a:pt x="1759422" y="587144"/>
                  </a:moveTo>
                  <a:lnTo>
                    <a:pt x="1670620" y="617980"/>
                  </a:lnTo>
                  <a:lnTo>
                    <a:pt x="1775665" y="605316"/>
                  </a:lnTo>
                  <a:close/>
                  <a:moveTo>
                    <a:pt x="1700345" y="538913"/>
                  </a:moveTo>
                  <a:lnTo>
                    <a:pt x="1670620" y="617980"/>
                  </a:lnTo>
                  <a:lnTo>
                    <a:pt x="1759422" y="587144"/>
                  </a:lnTo>
                  <a:close/>
                  <a:moveTo>
                    <a:pt x="1699999" y="535764"/>
                  </a:moveTo>
                  <a:lnTo>
                    <a:pt x="1759422" y="587144"/>
                  </a:lnTo>
                  <a:lnTo>
                    <a:pt x="1774079" y="579543"/>
                  </a:lnTo>
                  <a:close/>
                  <a:moveTo>
                    <a:pt x="1699999" y="535764"/>
                  </a:moveTo>
                  <a:lnTo>
                    <a:pt x="1774079" y="579543"/>
                  </a:lnTo>
                  <a:lnTo>
                    <a:pt x="1759733" y="497328"/>
                  </a:lnTo>
                  <a:close/>
                  <a:moveTo>
                    <a:pt x="1759422" y="587144"/>
                  </a:moveTo>
                  <a:lnTo>
                    <a:pt x="1775665" y="605316"/>
                  </a:lnTo>
                  <a:lnTo>
                    <a:pt x="1774079" y="579543"/>
                  </a:lnTo>
                  <a:close/>
                  <a:moveTo>
                    <a:pt x="1775665" y="605316"/>
                  </a:moveTo>
                  <a:lnTo>
                    <a:pt x="1802410" y="652288"/>
                  </a:lnTo>
                  <a:lnTo>
                    <a:pt x="1774079" y="579543"/>
                  </a:lnTo>
                  <a:close/>
                  <a:moveTo>
                    <a:pt x="1774079" y="579543"/>
                  </a:moveTo>
                  <a:lnTo>
                    <a:pt x="1886363" y="623322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774079" y="579543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853994" y="541107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759733" y="497328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842006" y="458892"/>
                  </a:lnTo>
                  <a:lnTo>
                    <a:pt x="1841302" y="376677"/>
                  </a:lnTo>
                  <a:close/>
                  <a:moveTo>
                    <a:pt x="1842006" y="458892"/>
                  </a:moveTo>
                  <a:lnTo>
                    <a:pt x="1921929" y="515621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888522" y="442687"/>
                  </a:lnTo>
                  <a:lnTo>
                    <a:pt x="1921929" y="515621"/>
                  </a:lnTo>
                  <a:close/>
                  <a:moveTo>
                    <a:pt x="1841302" y="376677"/>
                  </a:moveTo>
                  <a:lnTo>
                    <a:pt x="1888522" y="442687"/>
                  </a:lnTo>
                  <a:lnTo>
                    <a:pt x="1853718" y="370890"/>
                  </a:lnTo>
                  <a:close/>
                  <a:moveTo>
                    <a:pt x="1841302" y="376677"/>
                  </a:moveTo>
                  <a:lnTo>
                    <a:pt x="1842006" y="458892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915189" y="338240"/>
                  </a:lnTo>
                  <a:lnTo>
                    <a:pt x="1888522" y="442687"/>
                  </a:lnTo>
                  <a:close/>
                  <a:moveTo>
                    <a:pt x="1915189" y="338240"/>
                  </a:moveTo>
                  <a:lnTo>
                    <a:pt x="1853718" y="370890"/>
                  </a:lnTo>
                  <a:lnTo>
                    <a:pt x="1888522" y="442687"/>
                  </a:lnTo>
                  <a:close/>
                  <a:moveTo>
                    <a:pt x="1843096" y="363572"/>
                  </a:moveTo>
                  <a:lnTo>
                    <a:pt x="1841302" y="376677"/>
                  </a:lnTo>
                  <a:lnTo>
                    <a:pt x="1853718" y="370890"/>
                  </a:lnTo>
                  <a:close/>
                  <a:moveTo>
                    <a:pt x="1850176" y="294461"/>
                  </a:moveTo>
                  <a:lnTo>
                    <a:pt x="1853718" y="370890"/>
                  </a:lnTo>
                  <a:lnTo>
                    <a:pt x="1915189" y="338240"/>
                  </a:lnTo>
                  <a:close/>
                  <a:moveTo>
                    <a:pt x="1850176" y="294461"/>
                  </a:moveTo>
                  <a:lnTo>
                    <a:pt x="1915189" y="338240"/>
                  </a:lnTo>
                  <a:lnTo>
                    <a:pt x="1919542" y="256025"/>
                  </a:lnTo>
                  <a:close/>
                  <a:moveTo>
                    <a:pt x="1963164" y="420455"/>
                  </a:moveTo>
                  <a:lnTo>
                    <a:pt x="2013769" y="401456"/>
                  </a:lnTo>
                  <a:lnTo>
                    <a:pt x="1993539" y="299804"/>
                  </a:lnTo>
                  <a:close/>
                  <a:moveTo>
                    <a:pt x="1915189" y="338240"/>
                  </a:moveTo>
                  <a:lnTo>
                    <a:pt x="1963164" y="420455"/>
                  </a:lnTo>
                  <a:lnTo>
                    <a:pt x="1993539" y="299804"/>
                  </a:lnTo>
                  <a:close/>
                  <a:moveTo>
                    <a:pt x="1919542" y="256025"/>
                  </a:moveTo>
                  <a:lnTo>
                    <a:pt x="2002459" y="250339"/>
                  </a:lnTo>
                  <a:lnTo>
                    <a:pt x="1975845" y="232103"/>
                  </a:lnTo>
                  <a:close/>
                  <a:moveTo>
                    <a:pt x="1993539" y="299804"/>
                  </a:moveTo>
                  <a:lnTo>
                    <a:pt x="2002459" y="250339"/>
                  </a:lnTo>
                  <a:lnTo>
                    <a:pt x="1919542" y="256025"/>
                  </a:lnTo>
                  <a:close/>
                  <a:moveTo>
                    <a:pt x="1915189" y="338240"/>
                  </a:moveTo>
                  <a:lnTo>
                    <a:pt x="1993539" y="299804"/>
                  </a:lnTo>
                  <a:lnTo>
                    <a:pt x="1919542" y="256025"/>
                  </a:lnTo>
                  <a:close/>
                  <a:moveTo>
                    <a:pt x="1936105" y="217459"/>
                  </a:moveTo>
                  <a:lnTo>
                    <a:pt x="1919542" y="256025"/>
                  </a:lnTo>
                  <a:lnTo>
                    <a:pt x="1975845" y="232103"/>
                  </a:lnTo>
                  <a:close/>
                  <a:moveTo>
                    <a:pt x="1955803" y="173810"/>
                  </a:moveTo>
                  <a:lnTo>
                    <a:pt x="1975845" y="232103"/>
                  </a:lnTo>
                  <a:lnTo>
                    <a:pt x="2005326" y="217588"/>
                  </a:lnTo>
                  <a:close/>
                  <a:moveTo>
                    <a:pt x="1975845" y="232103"/>
                  </a:moveTo>
                  <a:lnTo>
                    <a:pt x="2002459" y="250339"/>
                  </a:lnTo>
                  <a:lnTo>
                    <a:pt x="2005326" y="217588"/>
                  </a:lnTo>
                  <a:close/>
                  <a:moveTo>
                    <a:pt x="2030371" y="287867"/>
                  </a:moveTo>
                  <a:lnTo>
                    <a:pt x="2136006" y="255791"/>
                  </a:lnTo>
                  <a:lnTo>
                    <a:pt x="2005326" y="217588"/>
                  </a:lnTo>
                  <a:close/>
                  <a:moveTo>
                    <a:pt x="2005326" y="217588"/>
                  </a:moveTo>
                  <a:lnTo>
                    <a:pt x="2136006" y="255791"/>
                  </a:lnTo>
                  <a:lnTo>
                    <a:pt x="2078754" y="179152"/>
                  </a:lnTo>
                  <a:close/>
                  <a:moveTo>
                    <a:pt x="2005326" y="217588"/>
                  </a:moveTo>
                  <a:lnTo>
                    <a:pt x="2002459" y="250339"/>
                  </a:lnTo>
                  <a:lnTo>
                    <a:pt x="2030371" y="287867"/>
                  </a:lnTo>
                  <a:close/>
                  <a:moveTo>
                    <a:pt x="2012720" y="135373"/>
                  </a:moveTo>
                  <a:lnTo>
                    <a:pt x="2005326" y="217588"/>
                  </a:lnTo>
                  <a:lnTo>
                    <a:pt x="2078754" y="179152"/>
                  </a:lnTo>
                  <a:close/>
                  <a:moveTo>
                    <a:pt x="2012720" y="135373"/>
                  </a:moveTo>
                  <a:lnTo>
                    <a:pt x="2078754" y="179152"/>
                  </a:lnTo>
                  <a:lnTo>
                    <a:pt x="2088838" y="96937"/>
                  </a:lnTo>
                  <a:close/>
                  <a:moveTo>
                    <a:pt x="2088838" y="96937"/>
                  </a:moveTo>
                  <a:lnTo>
                    <a:pt x="2090822" y="86855"/>
                  </a:lnTo>
                  <a:lnTo>
                    <a:pt x="2010732" y="53158"/>
                  </a:lnTo>
                  <a:close/>
                  <a:moveTo>
                    <a:pt x="2012720" y="135373"/>
                  </a:moveTo>
                  <a:lnTo>
                    <a:pt x="2088838" y="96937"/>
                  </a:lnTo>
                  <a:lnTo>
                    <a:pt x="2010732" y="53158"/>
                  </a:lnTo>
                  <a:close/>
                  <a:moveTo>
                    <a:pt x="2088838" y="96937"/>
                  </a:moveTo>
                  <a:lnTo>
                    <a:pt x="2135610" y="162809"/>
                  </a:lnTo>
                  <a:lnTo>
                    <a:pt x="2096690" y="94358"/>
                  </a:lnTo>
                  <a:close/>
                  <a:moveTo>
                    <a:pt x="2088838" y="96937"/>
                  </a:moveTo>
                  <a:lnTo>
                    <a:pt x="2078754" y="179152"/>
                  </a:lnTo>
                  <a:lnTo>
                    <a:pt x="2135610" y="162809"/>
                  </a:lnTo>
                  <a:close/>
                  <a:moveTo>
                    <a:pt x="2135610" y="162809"/>
                  </a:moveTo>
                  <a:lnTo>
                    <a:pt x="2201255" y="69941"/>
                  </a:lnTo>
                  <a:lnTo>
                    <a:pt x="2096690" y="94358"/>
                  </a:lnTo>
                  <a:close/>
                  <a:moveTo>
                    <a:pt x="2090822" y="86855"/>
                  </a:moveTo>
                  <a:lnTo>
                    <a:pt x="2088838" y="96937"/>
                  </a:lnTo>
                  <a:lnTo>
                    <a:pt x="2096690" y="94358"/>
                  </a:lnTo>
                  <a:close/>
                  <a:moveTo>
                    <a:pt x="2096690" y="94358"/>
                  </a:moveTo>
                  <a:lnTo>
                    <a:pt x="2108858" y="14722"/>
                  </a:lnTo>
                  <a:lnTo>
                    <a:pt x="2090822" y="86855"/>
                  </a:lnTo>
                  <a:close/>
                  <a:moveTo>
                    <a:pt x="2164168" y="0"/>
                  </a:moveTo>
                  <a:lnTo>
                    <a:pt x="2108858" y="14722"/>
                  </a:lnTo>
                  <a:lnTo>
                    <a:pt x="2096690" y="94358"/>
                  </a:lnTo>
                  <a:close/>
                  <a:moveTo>
                    <a:pt x="2201255" y="69941"/>
                  </a:moveTo>
                  <a:lnTo>
                    <a:pt x="2164168" y="0"/>
                  </a:lnTo>
                  <a:lnTo>
                    <a:pt x="2096690" y="9435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35" name="Candidate_density__2154">
              <a:extLst>
                <a:ext uri="{FF2B5EF4-FFF2-40B4-BE49-F238E27FC236}">
                  <a16:creationId xmlns:a16="http://schemas.microsoft.com/office/drawing/2014/main" id="{5B269D8F-C6D1-C2D5-ED8A-A9F531E48482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450836"/>
              <a:ext cx="2289224" cy="1078249"/>
            </a:xfrm>
            <a:custGeom>
              <a:avLst/>
              <a:gdLst/>
              <a:ahLst/>
              <a:cxnLst/>
              <a:rect l="0" t="0" r="0" b="0"/>
              <a:pathLst>
                <a:path w="2289224" h="1078249">
                  <a:moveTo>
                    <a:pt x="136375" y="764218"/>
                  </a:moveTo>
                  <a:lnTo>
                    <a:pt x="205885" y="738704"/>
                  </a:lnTo>
                  <a:lnTo>
                    <a:pt x="171795" y="753801"/>
                  </a:lnTo>
                  <a:close/>
                  <a:moveTo>
                    <a:pt x="0" y="605347"/>
                  </a:moveTo>
                  <a:lnTo>
                    <a:pt x="74662" y="605837"/>
                  </a:lnTo>
                  <a:lnTo>
                    <a:pt x="9959" y="606215"/>
                  </a:lnTo>
                  <a:close/>
                  <a:moveTo>
                    <a:pt x="712180" y="502744"/>
                  </a:moveTo>
                  <a:lnTo>
                    <a:pt x="737256" y="550411"/>
                  </a:lnTo>
                  <a:lnTo>
                    <a:pt x="728395" y="541180"/>
                  </a:lnTo>
                  <a:close/>
                  <a:moveTo>
                    <a:pt x="709858" y="511431"/>
                  </a:moveTo>
                  <a:lnTo>
                    <a:pt x="708735" y="601860"/>
                  </a:lnTo>
                  <a:lnTo>
                    <a:pt x="712180" y="502744"/>
                  </a:lnTo>
                  <a:close/>
                  <a:moveTo>
                    <a:pt x="669759" y="361505"/>
                  </a:moveTo>
                  <a:lnTo>
                    <a:pt x="711188" y="420528"/>
                  </a:lnTo>
                  <a:lnTo>
                    <a:pt x="656396" y="344134"/>
                  </a:lnTo>
                  <a:close/>
                  <a:moveTo>
                    <a:pt x="1291795" y="1078249"/>
                  </a:moveTo>
                  <a:lnTo>
                    <a:pt x="1323928" y="1065825"/>
                  </a:lnTo>
                  <a:lnTo>
                    <a:pt x="1225804" y="1047178"/>
                  </a:lnTo>
                  <a:close/>
                  <a:moveTo>
                    <a:pt x="1225804" y="1047178"/>
                  </a:moveTo>
                  <a:lnTo>
                    <a:pt x="1323928" y="1065825"/>
                  </a:lnTo>
                  <a:lnTo>
                    <a:pt x="1349094" y="1014278"/>
                  </a:lnTo>
                  <a:close/>
                  <a:moveTo>
                    <a:pt x="1366780" y="930894"/>
                  </a:moveTo>
                  <a:lnTo>
                    <a:pt x="1349094" y="1014278"/>
                  </a:lnTo>
                  <a:lnTo>
                    <a:pt x="1367074" y="957597"/>
                  </a:lnTo>
                  <a:close/>
                  <a:moveTo>
                    <a:pt x="1377758" y="906246"/>
                  </a:moveTo>
                  <a:lnTo>
                    <a:pt x="1366780" y="930894"/>
                  </a:lnTo>
                  <a:lnTo>
                    <a:pt x="1434974" y="841512"/>
                  </a:lnTo>
                  <a:close/>
                  <a:moveTo>
                    <a:pt x="1356993" y="919161"/>
                  </a:moveTo>
                  <a:lnTo>
                    <a:pt x="1366780" y="930894"/>
                  </a:lnTo>
                  <a:lnTo>
                    <a:pt x="1377758" y="906246"/>
                  </a:lnTo>
                  <a:close/>
                  <a:moveTo>
                    <a:pt x="1222683" y="672516"/>
                  </a:moveTo>
                  <a:lnTo>
                    <a:pt x="1167847" y="678741"/>
                  </a:lnTo>
                  <a:lnTo>
                    <a:pt x="1160042" y="677508"/>
                  </a:lnTo>
                  <a:close/>
                  <a:moveTo>
                    <a:pt x="1434974" y="841512"/>
                  </a:moveTo>
                  <a:lnTo>
                    <a:pt x="1449277" y="824326"/>
                  </a:lnTo>
                  <a:lnTo>
                    <a:pt x="1415021" y="830366"/>
                  </a:lnTo>
                  <a:close/>
                  <a:moveTo>
                    <a:pt x="1377758" y="906246"/>
                  </a:moveTo>
                  <a:lnTo>
                    <a:pt x="1434974" y="841512"/>
                  </a:lnTo>
                  <a:lnTo>
                    <a:pt x="1415021" y="830366"/>
                  </a:lnTo>
                  <a:close/>
                  <a:moveTo>
                    <a:pt x="1502110" y="798510"/>
                  </a:moveTo>
                  <a:lnTo>
                    <a:pt x="1569778" y="887045"/>
                  </a:lnTo>
                  <a:lnTo>
                    <a:pt x="1558684" y="880725"/>
                  </a:lnTo>
                  <a:close/>
                  <a:moveTo>
                    <a:pt x="1434974" y="841512"/>
                  </a:moveTo>
                  <a:lnTo>
                    <a:pt x="1569778" y="887045"/>
                  </a:lnTo>
                  <a:lnTo>
                    <a:pt x="1502110" y="798510"/>
                  </a:lnTo>
                  <a:close/>
                  <a:moveTo>
                    <a:pt x="1568680" y="787845"/>
                  </a:moveTo>
                  <a:lnTo>
                    <a:pt x="1599067" y="863234"/>
                  </a:lnTo>
                  <a:lnTo>
                    <a:pt x="1584760" y="880725"/>
                  </a:lnTo>
                  <a:close/>
                  <a:moveTo>
                    <a:pt x="1799249" y="121028"/>
                  </a:moveTo>
                  <a:lnTo>
                    <a:pt x="1755872" y="195793"/>
                  </a:lnTo>
                  <a:lnTo>
                    <a:pt x="1794982" y="224589"/>
                  </a:lnTo>
                  <a:close/>
                  <a:moveTo>
                    <a:pt x="1870637" y="113036"/>
                  </a:moveTo>
                  <a:lnTo>
                    <a:pt x="1875618" y="119533"/>
                  </a:lnTo>
                  <a:lnTo>
                    <a:pt x="1884403" y="116008"/>
                  </a:lnTo>
                  <a:close/>
                  <a:moveTo>
                    <a:pt x="1834632" y="145122"/>
                  </a:moveTo>
                  <a:lnTo>
                    <a:pt x="1870637" y="113036"/>
                  </a:lnTo>
                  <a:lnTo>
                    <a:pt x="1805576" y="99943"/>
                  </a:lnTo>
                  <a:close/>
                  <a:moveTo>
                    <a:pt x="1805576" y="99943"/>
                  </a:moveTo>
                  <a:lnTo>
                    <a:pt x="1799249" y="121028"/>
                  </a:lnTo>
                  <a:lnTo>
                    <a:pt x="1834632" y="145122"/>
                  </a:lnTo>
                  <a:close/>
                  <a:moveTo>
                    <a:pt x="1916348" y="74600"/>
                  </a:moveTo>
                  <a:lnTo>
                    <a:pt x="1870637" y="113036"/>
                  </a:lnTo>
                  <a:lnTo>
                    <a:pt x="1884403" y="116008"/>
                  </a:lnTo>
                  <a:close/>
                  <a:moveTo>
                    <a:pt x="1884403" y="116008"/>
                  </a:moveTo>
                  <a:lnTo>
                    <a:pt x="1958428" y="114116"/>
                  </a:lnTo>
                  <a:lnTo>
                    <a:pt x="2012359" y="100553"/>
                  </a:lnTo>
                  <a:close/>
                  <a:moveTo>
                    <a:pt x="2012359" y="100553"/>
                  </a:moveTo>
                  <a:lnTo>
                    <a:pt x="1958428" y="114116"/>
                  </a:lnTo>
                  <a:lnTo>
                    <a:pt x="2094094" y="127488"/>
                  </a:lnTo>
                  <a:close/>
                  <a:moveTo>
                    <a:pt x="2142901" y="94768"/>
                  </a:moveTo>
                  <a:lnTo>
                    <a:pt x="2094094" y="127488"/>
                  </a:lnTo>
                  <a:lnTo>
                    <a:pt x="2218271" y="97905"/>
                  </a:lnTo>
                  <a:close/>
                  <a:moveTo>
                    <a:pt x="2289224" y="25647"/>
                  </a:moveTo>
                  <a:lnTo>
                    <a:pt x="2246240" y="0"/>
                  </a:lnTo>
                  <a:lnTo>
                    <a:pt x="2218271" y="9790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36" name="Candidate_density__2155">
              <a:extLst>
                <a:ext uri="{FF2B5EF4-FFF2-40B4-BE49-F238E27FC236}">
                  <a16:creationId xmlns:a16="http://schemas.microsoft.com/office/drawing/2014/main" id="{0A6D3EB4-4836-21AA-6739-057913CD3983}"/>
                </a:ext>
              </a:extLst>
            </p:cNvPr>
            <p:cNvSpPr>
              <a:spLocks noGrp="1"/>
            </p:cNvSpPr>
            <p:nvPr/>
          </p:nvSpPr>
          <p:spPr>
            <a:xfrm>
              <a:off x="3669339" y="2571864"/>
              <a:ext cx="1810438" cy="772692"/>
            </a:xfrm>
            <a:custGeom>
              <a:avLst/>
              <a:gdLst/>
              <a:ahLst/>
              <a:cxnLst/>
              <a:rect l="0" t="0" r="0" b="0"/>
              <a:pathLst>
                <a:path w="1810438" h="772692">
                  <a:moveTo>
                    <a:pt x="64702" y="484809"/>
                  </a:moveTo>
                  <a:lnTo>
                    <a:pt x="83974" y="477510"/>
                  </a:lnTo>
                  <a:lnTo>
                    <a:pt x="0" y="485187"/>
                  </a:lnTo>
                  <a:close/>
                  <a:moveTo>
                    <a:pt x="136308" y="234780"/>
                  </a:moveTo>
                  <a:lnTo>
                    <a:pt x="134928" y="250380"/>
                  </a:lnTo>
                  <a:lnTo>
                    <a:pt x="160069" y="195761"/>
                  </a:lnTo>
                  <a:close/>
                  <a:moveTo>
                    <a:pt x="1513509" y="772692"/>
                  </a:moveTo>
                  <a:lnTo>
                    <a:pt x="1559819" y="766018"/>
                  </a:lnTo>
                  <a:lnTo>
                    <a:pt x="1425015" y="720484"/>
                  </a:lnTo>
                  <a:close/>
                  <a:moveTo>
                    <a:pt x="1574801" y="759697"/>
                  </a:moveTo>
                  <a:lnTo>
                    <a:pt x="1559819" y="766018"/>
                  </a:lnTo>
                  <a:lnTo>
                    <a:pt x="1577680" y="677482"/>
                  </a:lnTo>
                  <a:close/>
                  <a:moveTo>
                    <a:pt x="1492151" y="677482"/>
                  </a:moveTo>
                  <a:lnTo>
                    <a:pt x="1548725" y="759697"/>
                  </a:lnTo>
                  <a:lnTo>
                    <a:pt x="1589107" y="742206"/>
                  </a:lnTo>
                  <a:close/>
                  <a:moveTo>
                    <a:pt x="1789623" y="112661"/>
                  </a:moveTo>
                  <a:lnTo>
                    <a:pt x="1789290" y="0"/>
                  </a:lnTo>
                  <a:lnTo>
                    <a:pt x="1785022" y="103561"/>
                  </a:lnTo>
                  <a:close/>
                  <a:moveTo>
                    <a:pt x="1810438" y="30445"/>
                  </a:moveTo>
                  <a:lnTo>
                    <a:pt x="1789290" y="0"/>
                  </a:lnTo>
                  <a:lnTo>
                    <a:pt x="1789623" y="11266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37" name="Candidate_density__2156">
              <a:extLst>
                <a:ext uri="{FF2B5EF4-FFF2-40B4-BE49-F238E27FC236}">
                  <a16:creationId xmlns:a16="http://schemas.microsoft.com/office/drawing/2014/main" id="{CEDB6AB0-3C86-0FBE-5C2D-2B9F37933BC0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13180"/>
              <a:ext cx="1882225" cy="964960"/>
            </a:xfrm>
            <a:custGeom>
              <a:avLst/>
              <a:gdLst/>
              <a:ahLst/>
              <a:cxnLst/>
              <a:rect l="0" t="0" r="0" b="0"/>
              <a:pathLst>
                <a:path w="1882225" h="964960">
                  <a:moveTo>
                    <a:pt x="86799" y="676360"/>
                  </a:moveTo>
                  <a:lnTo>
                    <a:pt x="72637" y="701874"/>
                  </a:lnTo>
                  <a:lnTo>
                    <a:pt x="108057" y="691457"/>
                  </a:lnTo>
                  <a:close/>
                  <a:moveTo>
                    <a:pt x="82590" y="659695"/>
                  </a:moveTo>
                  <a:lnTo>
                    <a:pt x="61926" y="649990"/>
                  </a:lnTo>
                  <a:lnTo>
                    <a:pt x="108057" y="691457"/>
                  </a:lnTo>
                  <a:close/>
                  <a:moveTo>
                    <a:pt x="86799" y="676360"/>
                  </a:moveTo>
                  <a:lnTo>
                    <a:pt x="61926" y="649990"/>
                  </a:lnTo>
                  <a:lnTo>
                    <a:pt x="9078" y="592863"/>
                  </a:lnTo>
                  <a:close/>
                  <a:moveTo>
                    <a:pt x="0" y="555709"/>
                  </a:moveTo>
                  <a:lnTo>
                    <a:pt x="4729" y="583788"/>
                  </a:lnTo>
                  <a:lnTo>
                    <a:pt x="9078" y="592863"/>
                  </a:lnTo>
                  <a:close/>
                  <a:moveTo>
                    <a:pt x="274305" y="720139"/>
                  </a:moveTo>
                  <a:lnTo>
                    <a:pt x="336688" y="773749"/>
                  </a:lnTo>
                  <a:lnTo>
                    <a:pt x="253924" y="715175"/>
                  </a:lnTo>
                  <a:close/>
                  <a:moveTo>
                    <a:pt x="439823" y="665497"/>
                  </a:moveTo>
                  <a:lnTo>
                    <a:pt x="447923" y="578550"/>
                  </a:lnTo>
                  <a:lnTo>
                    <a:pt x="433837" y="681702"/>
                  </a:lnTo>
                  <a:close/>
                  <a:moveTo>
                    <a:pt x="412957" y="561051"/>
                  </a:moveTo>
                  <a:lnTo>
                    <a:pt x="487355" y="628007"/>
                  </a:lnTo>
                  <a:lnTo>
                    <a:pt x="433837" y="681702"/>
                  </a:lnTo>
                  <a:close/>
                  <a:moveTo>
                    <a:pt x="569856" y="540012"/>
                  </a:moveTo>
                  <a:lnTo>
                    <a:pt x="561402" y="643266"/>
                  </a:lnTo>
                  <a:lnTo>
                    <a:pt x="516989" y="523601"/>
                  </a:lnTo>
                  <a:close/>
                  <a:moveTo>
                    <a:pt x="566525" y="642812"/>
                  </a:moveTo>
                  <a:lnTo>
                    <a:pt x="561402" y="643266"/>
                  </a:lnTo>
                  <a:lnTo>
                    <a:pt x="569856" y="540012"/>
                  </a:lnTo>
                  <a:close/>
                  <a:moveTo>
                    <a:pt x="646121" y="449087"/>
                  </a:moveTo>
                  <a:lnTo>
                    <a:pt x="569856" y="540012"/>
                  </a:lnTo>
                  <a:lnTo>
                    <a:pt x="533874" y="523279"/>
                  </a:lnTo>
                  <a:close/>
                  <a:moveTo>
                    <a:pt x="1214309" y="964960"/>
                  </a:moveTo>
                  <a:lnTo>
                    <a:pt x="1285356" y="951934"/>
                  </a:lnTo>
                  <a:lnTo>
                    <a:pt x="1255670" y="904401"/>
                  </a:lnTo>
                  <a:close/>
                  <a:moveTo>
                    <a:pt x="1273885" y="831663"/>
                  </a:moveTo>
                  <a:lnTo>
                    <a:pt x="1255670" y="904401"/>
                  </a:lnTo>
                  <a:lnTo>
                    <a:pt x="1293255" y="856817"/>
                  </a:lnTo>
                  <a:close/>
                  <a:moveTo>
                    <a:pt x="1273503" y="755873"/>
                  </a:moveTo>
                  <a:lnTo>
                    <a:pt x="1293255" y="856817"/>
                  </a:lnTo>
                  <a:lnTo>
                    <a:pt x="1314020" y="843902"/>
                  </a:lnTo>
                  <a:close/>
                  <a:moveTo>
                    <a:pt x="1365983" y="717288"/>
                  </a:moveTo>
                  <a:lnTo>
                    <a:pt x="1351283" y="768022"/>
                  </a:lnTo>
                  <a:lnTo>
                    <a:pt x="1404352" y="736166"/>
                  </a:lnTo>
                  <a:close/>
                  <a:moveTo>
                    <a:pt x="1365983" y="717288"/>
                  </a:moveTo>
                  <a:lnTo>
                    <a:pt x="1414381" y="725278"/>
                  </a:lnTo>
                  <a:lnTo>
                    <a:pt x="1373873" y="637280"/>
                  </a:lnTo>
                  <a:close/>
                  <a:moveTo>
                    <a:pt x="1207900" y="166002"/>
                  </a:moveTo>
                  <a:lnTo>
                    <a:pt x="1169264" y="204439"/>
                  </a:lnTo>
                  <a:lnTo>
                    <a:pt x="1218652" y="120387"/>
                  </a:lnTo>
                  <a:close/>
                  <a:moveTo>
                    <a:pt x="1341794" y="86936"/>
                  </a:moveTo>
                  <a:lnTo>
                    <a:pt x="1270379" y="133867"/>
                  </a:lnTo>
                  <a:lnTo>
                    <a:pt x="1218652" y="120387"/>
                  </a:lnTo>
                  <a:close/>
                  <a:moveTo>
                    <a:pt x="1469241" y="89129"/>
                  </a:moveTo>
                  <a:lnTo>
                    <a:pt x="1427722" y="129550"/>
                  </a:lnTo>
                  <a:lnTo>
                    <a:pt x="1476458" y="96562"/>
                  </a:lnTo>
                  <a:close/>
                  <a:moveTo>
                    <a:pt x="1469241" y="89129"/>
                  </a:moveTo>
                  <a:lnTo>
                    <a:pt x="1425094" y="127566"/>
                  </a:lnTo>
                  <a:lnTo>
                    <a:pt x="1427722" y="129550"/>
                  </a:lnTo>
                  <a:close/>
                  <a:moveTo>
                    <a:pt x="1425094" y="127566"/>
                  </a:moveTo>
                  <a:lnTo>
                    <a:pt x="1469241" y="89129"/>
                  </a:lnTo>
                  <a:lnTo>
                    <a:pt x="1341794" y="86936"/>
                  </a:lnTo>
                  <a:close/>
                  <a:moveTo>
                    <a:pt x="1469241" y="89129"/>
                  </a:moveTo>
                  <a:lnTo>
                    <a:pt x="1395878" y="73945"/>
                  </a:lnTo>
                  <a:lnTo>
                    <a:pt x="1341794" y="86936"/>
                  </a:lnTo>
                  <a:close/>
                  <a:moveTo>
                    <a:pt x="1708082" y="220575"/>
                  </a:moveTo>
                  <a:lnTo>
                    <a:pt x="1692134" y="133449"/>
                  </a:lnTo>
                  <a:lnTo>
                    <a:pt x="1709931" y="215123"/>
                  </a:lnTo>
                  <a:close/>
                  <a:moveTo>
                    <a:pt x="1852610" y="12256"/>
                  </a:moveTo>
                  <a:lnTo>
                    <a:pt x="1869776" y="22079"/>
                  </a:lnTo>
                  <a:lnTo>
                    <a:pt x="1882225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38" name="Candidate_density__2157">
              <a:extLst>
                <a:ext uri="{FF2B5EF4-FFF2-40B4-BE49-F238E27FC236}">
                  <a16:creationId xmlns:a16="http://schemas.microsoft.com/office/drawing/2014/main" id="{2D238479-C683-FD00-4760-99636E5A056A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49518"/>
              <a:ext cx="2156541" cy="1028622"/>
            </a:xfrm>
            <a:custGeom>
              <a:avLst/>
              <a:gdLst/>
              <a:ahLst/>
              <a:cxnLst/>
              <a:rect l="0" t="0" r="0" b="0"/>
              <a:pathLst>
                <a:path w="2156541" h="1028622">
                  <a:moveTo>
                    <a:pt x="340078" y="807556"/>
                  </a:moveTo>
                  <a:lnTo>
                    <a:pt x="383636" y="837411"/>
                  </a:lnTo>
                  <a:lnTo>
                    <a:pt x="321253" y="783801"/>
                  </a:lnTo>
                  <a:close/>
                  <a:moveTo>
                    <a:pt x="0" y="575593"/>
                  </a:moveTo>
                  <a:lnTo>
                    <a:pt x="51678" y="647451"/>
                  </a:lnTo>
                  <a:lnTo>
                    <a:pt x="46948" y="619371"/>
                  </a:lnTo>
                  <a:close/>
                  <a:moveTo>
                    <a:pt x="472396" y="890614"/>
                  </a:moveTo>
                  <a:lnTo>
                    <a:pt x="486049" y="849568"/>
                  </a:lnTo>
                  <a:lnTo>
                    <a:pt x="417763" y="866016"/>
                  </a:lnTo>
                  <a:close/>
                  <a:moveTo>
                    <a:pt x="486251" y="749311"/>
                  </a:moveTo>
                  <a:lnTo>
                    <a:pt x="480785" y="745365"/>
                  </a:lnTo>
                  <a:lnTo>
                    <a:pt x="383636" y="837411"/>
                  </a:lnTo>
                  <a:close/>
                  <a:moveTo>
                    <a:pt x="383636" y="837411"/>
                  </a:moveTo>
                  <a:lnTo>
                    <a:pt x="417763" y="866016"/>
                  </a:lnTo>
                  <a:lnTo>
                    <a:pt x="486049" y="849568"/>
                  </a:lnTo>
                  <a:close/>
                  <a:moveTo>
                    <a:pt x="486049" y="849568"/>
                  </a:moveTo>
                  <a:lnTo>
                    <a:pt x="486251" y="749311"/>
                  </a:lnTo>
                  <a:lnTo>
                    <a:pt x="383636" y="837411"/>
                  </a:lnTo>
                  <a:close/>
                  <a:moveTo>
                    <a:pt x="570019" y="841894"/>
                  </a:moveTo>
                  <a:lnTo>
                    <a:pt x="501234" y="745365"/>
                  </a:lnTo>
                  <a:lnTo>
                    <a:pt x="486251" y="749311"/>
                  </a:lnTo>
                  <a:close/>
                  <a:moveTo>
                    <a:pt x="570019" y="841894"/>
                  </a:moveTo>
                  <a:lnTo>
                    <a:pt x="486251" y="749311"/>
                  </a:lnTo>
                  <a:lnTo>
                    <a:pt x="486049" y="849568"/>
                  </a:lnTo>
                  <a:close/>
                  <a:moveTo>
                    <a:pt x="486251" y="749311"/>
                  </a:moveTo>
                  <a:lnTo>
                    <a:pt x="501234" y="745365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86251" y="749311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94871" y="642212"/>
                  </a:lnTo>
                  <a:lnTo>
                    <a:pt x="459905" y="624713"/>
                  </a:lnTo>
                  <a:close/>
                  <a:moveTo>
                    <a:pt x="612542" y="707232"/>
                  </a:moveTo>
                  <a:lnTo>
                    <a:pt x="501234" y="745365"/>
                  </a:lnTo>
                  <a:lnTo>
                    <a:pt x="581405" y="804321"/>
                  </a:lnTo>
                  <a:close/>
                  <a:moveTo>
                    <a:pt x="501234" y="745365"/>
                  </a:moveTo>
                  <a:lnTo>
                    <a:pt x="612542" y="707232"/>
                  </a:lnTo>
                  <a:lnTo>
                    <a:pt x="494871" y="642212"/>
                  </a:lnTo>
                  <a:close/>
                  <a:moveTo>
                    <a:pt x="501234" y="745365"/>
                  </a:moveTo>
                  <a:lnTo>
                    <a:pt x="494871" y="642212"/>
                  </a:lnTo>
                  <a:lnTo>
                    <a:pt x="486772" y="729159"/>
                  </a:lnTo>
                  <a:close/>
                  <a:moveTo>
                    <a:pt x="687270" y="707070"/>
                  </a:moveTo>
                  <a:lnTo>
                    <a:pt x="612542" y="707232"/>
                  </a:lnTo>
                  <a:lnTo>
                    <a:pt x="581405" y="804321"/>
                  </a:lnTo>
                  <a:close/>
                  <a:moveTo>
                    <a:pt x="398196" y="560123"/>
                  </a:moveTo>
                  <a:lnTo>
                    <a:pt x="459905" y="624713"/>
                  </a:lnTo>
                  <a:lnTo>
                    <a:pt x="494871" y="642212"/>
                  </a:lnTo>
                  <a:close/>
                  <a:moveTo>
                    <a:pt x="330284" y="460283"/>
                  </a:moveTo>
                  <a:lnTo>
                    <a:pt x="351013" y="500237"/>
                  </a:lnTo>
                  <a:lnTo>
                    <a:pt x="347734" y="498719"/>
                  </a:lnTo>
                  <a:close/>
                  <a:moveTo>
                    <a:pt x="504056" y="534653"/>
                  </a:moveTo>
                  <a:lnTo>
                    <a:pt x="616804" y="603674"/>
                  </a:lnTo>
                  <a:lnTo>
                    <a:pt x="566507" y="586277"/>
                  </a:lnTo>
                  <a:close/>
                  <a:moveTo>
                    <a:pt x="520097" y="542499"/>
                  </a:moveTo>
                  <a:lnTo>
                    <a:pt x="616804" y="603674"/>
                  </a:lnTo>
                  <a:lnTo>
                    <a:pt x="504056" y="534653"/>
                  </a:lnTo>
                  <a:close/>
                  <a:moveTo>
                    <a:pt x="580823" y="586941"/>
                  </a:moveTo>
                  <a:lnTo>
                    <a:pt x="616804" y="603674"/>
                  </a:lnTo>
                  <a:lnTo>
                    <a:pt x="520097" y="542499"/>
                  </a:lnTo>
                  <a:close/>
                  <a:moveTo>
                    <a:pt x="469519" y="421846"/>
                  </a:moveTo>
                  <a:lnTo>
                    <a:pt x="463786" y="460283"/>
                  </a:lnTo>
                  <a:lnTo>
                    <a:pt x="514074" y="504062"/>
                  </a:lnTo>
                  <a:close/>
                  <a:moveTo>
                    <a:pt x="469519" y="421846"/>
                  </a:moveTo>
                  <a:lnTo>
                    <a:pt x="464633" y="431184"/>
                  </a:lnTo>
                  <a:lnTo>
                    <a:pt x="463786" y="460283"/>
                  </a:lnTo>
                  <a:close/>
                  <a:moveTo>
                    <a:pt x="484012" y="250671"/>
                  </a:moveTo>
                  <a:lnTo>
                    <a:pt x="601555" y="301195"/>
                  </a:lnTo>
                  <a:lnTo>
                    <a:pt x="606585" y="311705"/>
                  </a:lnTo>
                  <a:close/>
                  <a:moveTo>
                    <a:pt x="407902" y="151863"/>
                  </a:moveTo>
                  <a:lnTo>
                    <a:pt x="317071" y="165116"/>
                  </a:lnTo>
                  <a:lnTo>
                    <a:pt x="397907" y="257417"/>
                  </a:lnTo>
                  <a:close/>
                  <a:moveTo>
                    <a:pt x="411086" y="257417"/>
                  </a:moveTo>
                  <a:lnTo>
                    <a:pt x="484012" y="250671"/>
                  </a:lnTo>
                  <a:lnTo>
                    <a:pt x="407902" y="151863"/>
                  </a:lnTo>
                  <a:close/>
                  <a:moveTo>
                    <a:pt x="1256056" y="920479"/>
                  </a:moveTo>
                  <a:lnTo>
                    <a:pt x="1261257" y="1028622"/>
                  </a:lnTo>
                  <a:lnTo>
                    <a:pt x="1302618" y="968063"/>
                  </a:lnTo>
                  <a:close/>
                  <a:moveTo>
                    <a:pt x="1256056" y="920479"/>
                  </a:moveTo>
                  <a:lnTo>
                    <a:pt x="1302618" y="968063"/>
                  </a:lnTo>
                  <a:lnTo>
                    <a:pt x="1320833" y="895325"/>
                  </a:lnTo>
                  <a:close/>
                  <a:moveTo>
                    <a:pt x="1320833" y="895325"/>
                  </a:moveTo>
                  <a:lnTo>
                    <a:pt x="1340204" y="920479"/>
                  </a:lnTo>
                  <a:lnTo>
                    <a:pt x="1320451" y="819535"/>
                  </a:lnTo>
                  <a:close/>
                  <a:moveTo>
                    <a:pt x="1320451" y="819535"/>
                  </a:moveTo>
                  <a:lnTo>
                    <a:pt x="1360968" y="907564"/>
                  </a:lnTo>
                  <a:lnTo>
                    <a:pt x="1398231" y="831685"/>
                  </a:lnTo>
                  <a:close/>
                  <a:moveTo>
                    <a:pt x="1412931" y="780950"/>
                  </a:moveTo>
                  <a:lnTo>
                    <a:pt x="1320451" y="819535"/>
                  </a:lnTo>
                  <a:lnTo>
                    <a:pt x="1398231" y="831685"/>
                  </a:lnTo>
                  <a:close/>
                  <a:moveTo>
                    <a:pt x="1420822" y="700942"/>
                  </a:moveTo>
                  <a:lnTo>
                    <a:pt x="1342735" y="687648"/>
                  </a:lnTo>
                  <a:lnTo>
                    <a:pt x="1303662" y="717612"/>
                  </a:lnTo>
                  <a:close/>
                  <a:moveTo>
                    <a:pt x="1420822" y="700942"/>
                  </a:moveTo>
                  <a:lnTo>
                    <a:pt x="1465164" y="698986"/>
                  </a:lnTo>
                  <a:lnTo>
                    <a:pt x="1430136" y="679176"/>
                  </a:lnTo>
                  <a:close/>
                  <a:moveTo>
                    <a:pt x="1420822" y="700942"/>
                  </a:moveTo>
                  <a:lnTo>
                    <a:pt x="1461330" y="788940"/>
                  </a:lnTo>
                  <a:lnTo>
                    <a:pt x="1465164" y="698986"/>
                  </a:lnTo>
                  <a:close/>
                  <a:moveTo>
                    <a:pt x="1451300" y="799828"/>
                  </a:moveTo>
                  <a:lnTo>
                    <a:pt x="1461330" y="788940"/>
                  </a:lnTo>
                  <a:lnTo>
                    <a:pt x="1412931" y="780950"/>
                  </a:lnTo>
                  <a:close/>
                  <a:moveTo>
                    <a:pt x="1303662" y="717612"/>
                  </a:moveTo>
                  <a:lnTo>
                    <a:pt x="1337067" y="681942"/>
                  </a:lnTo>
                  <a:lnTo>
                    <a:pt x="1407660" y="651734"/>
                  </a:lnTo>
                  <a:close/>
                  <a:moveTo>
                    <a:pt x="1407660" y="651734"/>
                  </a:moveTo>
                  <a:lnTo>
                    <a:pt x="1365501" y="619326"/>
                  </a:lnTo>
                  <a:lnTo>
                    <a:pt x="1302562" y="635398"/>
                  </a:lnTo>
                  <a:close/>
                  <a:moveTo>
                    <a:pt x="1407660" y="651734"/>
                  </a:moveTo>
                  <a:lnTo>
                    <a:pt x="1430136" y="679176"/>
                  </a:lnTo>
                  <a:lnTo>
                    <a:pt x="1365501" y="619326"/>
                  </a:lnTo>
                  <a:close/>
                  <a:moveTo>
                    <a:pt x="1430136" y="679176"/>
                  </a:moveTo>
                  <a:lnTo>
                    <a:pt x="1465164" y="698986"/>
                  </a:lnTo>
                  <a:lnTo>
                    <a:pt x="1365501" y="619326"/>
                  </a:lnTo>
                  <a:close/>
                  <a:moveTo>
                    <a:pt x="1420822" y="700942"/>
                  </a:moveTo>
                  <a:lnTo>
                    <a:pt x="1430136" y="679176"/>
                  </a:lnTo>
                  <a:lnTo>
                    <a:pt x="1427673" y="668873"/>
                  </a:lnTo>
                  <a:close/>
                  <a:moveTo>
                    <a:pt x="1427673" y="668873"/>
                  </a:moveTo>
                  <a:lnTo>
                    <a:pt x="1430136" y="679176"/>
                  </a:lnTo>
                  <a:lnTo>
                    <a:pt x="1407660" y="651734"/>
                  </a:lnTo>
                  <a:close/>
                  <a:moveTo>
                    <a:pt x="1339422" y="229664"/>
                  </a:moveTo>
                  <a:lnTo>
                    <a:pt x="1356269" y="226462"/>
                  </a:lnTo>
                  <a:lnTo>
                    <a:pt x="1388742" y="150598"/>
                  </a:lnTo>
                  <a:close/>
                  <a:moveTo>
                    <a:pt x="1265600" y="184049"/>
                  </a:moveTo>
                  <a:lnTo>
                    <a:pt x="1339422" y="229664"/>
                  </a:lnTo>
                  <a:lnTo>
                    <a:pt x="1388742" y="150598"/>
                  </a:lnTo>
                  <a:close/>
                  <a:moveTo>
                    <a:pt x="1356269" y="226462"/>
                  </a:moveTo>
                  <a:lnTo>
                    <a:pt x="1472042" y="191228"/>
                  </a:lnTo>
                  <a:lnTo>
                    <a:pt x="1388742" y="150598"/>
                  </a:lnTo>
                  <a:close/>
                  <a:moveTo>
                    <a:pt x="1565546" y="254324"/>
                  </a:moveTo>
                  <a:lnTo>
                    <a:pt x="1568446" y="235007"/>
                  </a:lnTo>
                  <a:lnTo>
                    <a:pt x="1523406" y="160224"/>
                  </a:lnTo>
                  <a:close/>
                  <a:moveTo>
                    <a:pt x="1565546" y="254324"/>
                  </a:moveTo>
                  <a:lnTo>
                    <a:pt x="1523406" y="160224"/>
                  </a:lnTo>
                  <a:lnTo>
                    <a:pt x="1474670" y="193212"/>
                  </a:lnTo>
                  <a:close/>
                  <a:moveTo>
                    <a:pt x="1739082" y="197112"/>
                  </a:moveTo>
                  <a:lnTo>
                    <a:pt x="1732670" y="196570"/>
                  </a:lnTo>
                  <a:lnTo>
                    <a:pt x="1756880" y="278785"/>
                  </a:lnTo>
                  <a:close/>
                  <a:moveTo>
                    <a:pt x="1761943" y="114354"/>
                  </a:moveTo>
                  <a:lnTo>
                    <a:pt x="1737554" y="188367"/>
                  </a:lnTo>
                  <a:lnTo>
                    <a:pt x="1782460" y="122346"/>
                  </a:lnTo>
                  <a:close/>
                  <a:moveTo>
                    <a:pt x="1782460" y="122346"/>
                  </a:moveTo>
                  <a:lnTo>
                    <a:pt x="1737554" y="188367"/>
                  </a:lnTo>
                  <a:lnTo>
                    <a:pt x="1739082" y="197112"/>
                  </a:lnTo>
                  <a:close/>
                  <a:moveTo>
                    <a:pt x="1956760" y="20222"/>
                  </a:moveTo>
                  <a:lnTo>
                    <a:pt x="1899558" y="75918"/>
                  </a:lnTo>
                  <a:lnTo>
                    <a:pt x="1929173" y="63662"/>
                  </a:lnTo>
                  <a:close/>
                  <a:moveTo>
                    <a:pt x="1916724" y="85741"/>
                  </a:moveTo>
                  <a:lnTo>
                    <a:pt x="1987354" y="37482"/>
                  </a:lnTo>
                  <a:lnTo>
                    <a:pt x="1929173" y="63662"/>
                  </a:lnTo>
                  <a:close/>
                  <a:moveTo>
                    <a:pt x="2043493" y="65845"/>
                  </a:moveTo>
                  <a:lnTo>
                    <a:pt x="1987354" y="37482"/>
                  </a:lnTo>
                  <a:lnTo>
                    <a:pt x="1916724" y="85741"/>
                  </a:lnTo>
                  <a:close/>
                  <a:moveTo>
                    <a:pt x="2156541" y="0"/>
                  </a:moveTo>
                  <a:lnTo>
                    <a:pt x="2043493" y="65845"/>
                  </a:lnTo>
                  <a:lnTo>
                    <a:pt x="2126112" y="9608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39" name="Candidate_density__2158">
              <a:extLst>
                <a:ext uri="{FF2B5EF4-FFF2-40B4-BE49-F238E27FC236}">
                  <a16:creationId xmlns:a16="http://schemas.microsoft.com/office/drawing/2014/main" id="{9036076C-FE23-F7EC-EC35-FAF5512E91BB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2366349"/>
              <a:ext cx="2279550" cy="1111791"/>
            </a:xfrm>
            <a:custGeom>
              <a:avLst/>
              <a:gdLst/>
              <a:ahLst/>
              <a:cxnLst/>
              <a:rect l="0" t="0" r="0" b="0"/>
              <a:pathLst>
                <a:path w="2279550" h="1111791">
                  <a:moveTo>
                    <a:pt x="433735" y="920581"/>
                  </a:moveTo>
                  <a:lnTo>
                    <a:pt x="390177" y="890725"/>
                  </a:lnTo>
                  <a:lnTo>
                    <a:pt x="467862" y="949186"/>
                  </a:lnTo>
                  <a:close/>
                  <a:moveTo>
                    <a:pt x="0" y="576547"/>
                  </a:moveTo>
                  <a:lnTo>
                    <a:pt x="50099" y="658762"/>
                  </a:lnTo>
                  <a:lnTo>
                    <a:pt x="69587" y="620325"/>
                  </a:lnTo>
                  <a:close/>
                  <a:moveTo>
                    <a:pt x="544970" y="725381"/>
                  </a:moveTo>
                  <a:lnTo>
                    <a:pt x="662641" y="790402"/>
                  </a:lnTo>
                  <a:lnTo>
                    <a:pt x="632303" y="714974"/>
                  </a:lnTo>
                  <a:close/>
                  <a:moveTo>
                    <a:pt x="737370" y="790240"/>
                  </a:moveTo>
                  <a:lnTo>
                    <a:pt x="632303" y="714974"/>
                  </a:lnTo>
                  <a:lnTo>
                    <a:pt x="662641" y="790402"/>
                  </a:lnTo>
                  <a:close/>
                  <a:moveTo>
                    <a:pt x="488021" y="693144"/>
                  </a:moveTo>
                  <a:lnTo>
                    <a:pt x="510004" y="707883"/>
                  </a:lnTo>
                  <a:lnTo>
                    <a:pt x="448295" y="643293"/>
                  </a:lnTo>
                  <a:close/>
                  <a:moveTo>
                    <a:pt x="448295" y="643293"/>
                  </a:moveTo>
                  <a:lnTo>
                    <a:pt x="544970" y="725381"/>
                  </a:lnTo>
                  <a:lnTo>
                    <a:pt x="505742" y="657181"/>
                  </a:lnTo>
                  <a:close/>
                  <a:moveTo>
                    <a:pt x="448295" y="643293"/>
                  </a:moveTo>
                  <a:lnTo>
                    <a:pt x="401112" y="583406"/>
                  </a:lnTo>
                  <a:lnTo>
                    <a:pt x="395221" y="625849"/>
                  </a:lnTo>
                  <a:close/>
                  <a:moveTo>
                    <a:pt x="448295" y="643293"/>
                  </a:moveTo>
                  <a:lnTo>
                    <a:pt x="533672" y="585168"/>
                  </a:lnTo>
                  <a:lnTo>
                    <a:pt x="410543" y="581889"/>
                  </a:lnTo>
                  <a:close/>
                  <a:moveTo>
                    <a:pt x="410543" y="581889"/>
                  </a:moveTo>
                  <a:lnTo>
                    <a:pt x="401112" y="583406"/>
                  </a:lnTo>
                  <a:lnTo>
                    <a:pt x="448295" y="643293"/>
                  </a:lnTo>
                  <a:close/>
                  <a:moveTo>
                    <a:pt x="533672" y="585168"/>
                  </a:moveTo>
                  <a:lnTo>
                    <a:pt x="570197" y="625668"/>
                  </a:lnTo>
                  <a:lnTo>
                    <a:pt x="554155" y="617822"/>
                  </a:lnTo>
                  <a:close/>
                  <a:moveTo>
                    <a:pt x="564173" y="587231"/>
                  </a:moveTo>
                  <a:lnTo>
                    <a:pt x="533672" y="585168"/>
                  </a:lnTo>
                  <a:lnTo>
                    <a:pt x="554155" y="617822"/>
                  </a:lnTo>
                  <a:close/>
                  <a:moveTo>
                    <a:pt x="534111" y="333841"/>
                  </a:moveTo>
                  <a:lnTo>
                    <a:pt x="656684" y="394875"/>
                  </a:lnTo>
                  <a:lnTo>
                    <a:pt x="629529" y="316860"/>
                  </a:lnTo>
                  <a:close/>
                  <a:moveTo>
                    <a:pt x="458001" y="235032"/>
                  </a:moveTo>
                  <a:lnTo>
                    <a:pt x="531375" y="235973"/>
                  </a:lnTo>
                  <a:lnTo>
                    <a:pt x="515770" y="148568"/>
                  </a:lnTo>
                  <a:close/>
                  <a:moveTo>
                    <a:pt x="1306155" y="1003649"/>
                  </a:moveTo>
                  <a:lnTo>
                    <a:pt x="1249726" y="1042085"/>
                  </a:lnTo>
                  <a:lnTo>
                    <a:pt x="1311357" y="1111791"/>
                  </a:lnTo>
                  <a:close/>
                  <a:moveTo>
                    <a:pt x="1306155" y="1003649"/>
                  </a:moveTo>
                  <a:lnTo>
                    <a:pt x="1370932" y="978495"/>
                  </a:lnTo>
                  <a:lnTo>
                    <a:pt x="1348123" y="882997"/>
                  </a:lnTo>
                  <a:close/>
                  <a:moveTo>
                    <a:pt x="1463031" y="864120"/>
                  </a:moveTo>
                  <a:lnTo>
                    <a:pt x="1470921" y="784112"/>
                  </a:lnTo>
                  <a:lnTo>
                    <a:pt x="1353761" y="800782"/>
                  </a:lnTo>
                  <a:close/>
                  <a:moveTo>
                    <a:pt x="1386919" y="865404"/>
                  </a:moveTo>
                  <a:lnTo>
                    <a:pt x="1463031" y="864120"/>
                  </a:lnTo>
                  <a:lnTo>
                    <a:pt x="1353761" y="800782"/>
                  </a:lnTo>
                  <a:close/>
                  <a:moveTo>
                    <a:pt x="1352661" y="718568"/>
                  </a:moveTo>
                  <a:lnTo>
                    <a:pt x="1353761" y="800782"/>
                  </a:lnTo>
                  <a:lnTo>
                    <a:pt x="1457759" y="734903"/>
                  </a:lnTo>
                  <a:close/>
                  <a:moveTo>
                    <a:pt x="1613865" y="641694"/>
                  </a:moveTo>
                  <a:lnTo>
                    <a:pt x="1598392" y="703392"/>
                  </a:lnTo>
                  <a:lnTo>
                    <a:pt x="1572196" y="735870"/>
                  </a:lnTo>
                  <a:close/>
                  <a:moveTo>
                    <a:pt x="1632468" y="347094"/>
                  </a:moveTo>
                  <a:lnTo>
                    <a:pt x="1618545" y="318176"/>
                  </a:lnTo>
                  <a:lnTo>
                    <a:pt x="1615645" y="337493"/>
                  </a:lnTo>
                  <a:close/>
                  <a:moveTo>
                    <a:pt x="1674194" y="197524"/>
                  </a:moveTo>
                  <a:lnTo>
                    <a:pt x="1699565" y="220849"/>
                  </a:lnTo>
                  <a:lnTo>
                    <a:pt x="1679957" y="208394"/>
                  </a:lnTo>
                  <a:close/>
                  <a:moveTo>
                    <a:pt x="1787653" y="271537"/>
                  </a:moveTo>
                  <a:lnTo>
                    <a:pt x="1715310" y="197524"/>
                  </a:lnTo>
                  <a:lnTo>
                    <a:pt x="1789181" y="280281"/>
                  </a:lnTo>
                  <a:close/>
                  <a:moveTo>
                    <a:pt x="1789181" y="280281"/>
                  </a:moveTo>
                  <a:lnTo>
                    <a:pt x="1715310" y="197524"/>
                  </a:lnTo>
                  <a:lnTo>
                    <a:pt x="1679957" y="208394"/>
                  </a:lnTo>
                  <a:close/>
                  <a:moveTo>
                    <a:pt x="1699565" y="220849"/>
                  </a:moveTo>
                  <a:lnTo>
                    <a:pt x="1782769" y="27973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699565" y="22084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715310" y="197524"/>
                  </a:lnTo>
                  <a:lnTo>
                    <a:pt x="1689394" y="182822"/>
                  </a:lnTo>
                  <a:close/>
                  <a:moveTo>
                    <a:pt x="1674194" y="197524"/>
                  </a:moveTo>
                  <a:lnTo>
                    <a:pt x="1679957" y="208394"/>
                  </a:lnTo>
                  <a:lnTo>
                    <a:pt x="1689394" y="182822"/>
                  </a:lnTo>
                  <a:close/>
                  <a:moveTo>
                    <a:pt x="1604406" y="80266"/>
                  </a:moveTo>
                  <a:lnTo>
                    <a:pt x="1568115" y="38543"/>
                  </a:lnTo>
                  <a:lnTo>
                    <a:pt x="1577276" y="42290"/>
                  </a:lnTo>
                  <a:close/>
                  <a:moveTo>
                    <a:pt x="1604406" y="80266"/>
                  </a:moveTo>
                  <a:lnTo>
                    <a:pt x="1577276" y="42290"/>
                  </a:lnTo>
                  <a:lnTo>
                    <a:pt x="1659588" y="71384"/>
                  </a:lnTo>
                  <a:close/>
                  <a:moveTo>
                    <a:pt x="1715310" y="197524"/>
                  </a:moveTo>
                  <a:lnTo>
                    <a:pt x="1787653" y="271537"/>
                  </a:lnTo>
                  <a:lnTo>
                    <a:pt x="1778385" y="188965"/>
                  </a:lnTo>
                  <a:close/>
                  <a:moveTo>
                    <a:pt x="1688441" y="101404"/>
                  </a:moveTo>
                  <a:lnTo>
                    <a:pt x="1674194" y="197524"/>
                  </a:lnTo>
                  <a:lnTo>
                    <a:pt x="1689394" y="182822"/>
                  </a:lnTo>
                  <a:close/>
                  <a:moveTo>
                    <a:pt x="1778385" y="188965"/>
                  </a:moveTo>
                  <a:lnTo>
                    <a:pt x="1689394" y="182822"/>
                  </a:lnTo>
                  <a:lnTo>
                    <a:pt x="1715310" y="197524"/>
                  </a:lnTo>
                  <a:close/>
                  <a:moveTo>
                    <a:pt x="1688441" y="101404"/>
                  </a:moveTo>
                  <a:lnTo>
                    <a:pt x="1689394" y="182822"/>
                  </a:lnTo>
                  <a:lnTo>
                    <a:pt x="1778385" y="188965"/>
                  </a:lnTo>
                  <a:close/>
                  <a:moveTo>
                    <a:pt x="1778385" y="188965"/>
                  </a:moveTo>
                  <a:lnTo>
                    <a:pt x="1787653" y="271537"/>
                  </a:lnTo>
                  <a:lnTo>
                    <a:pt x="1812042" y="197524"/>
                  </a:lnTo>
                  <a:close/>
                  <a:moveTo>
                    <a:pt x="1778385" y="188965"/>
                  </a:moveTo>
                  <a:lnTo>
                    <a:pt x="1812042" y="197524"/>
                  </a:lnTo>
                  <a:lnTo>
                    <a:pt x="1757517" y="105839"/>
                  </a:lnTo>
                  <a:close/>
                  <a:moveTo>
                    <a:pt x="1626171" y="91436"/>
                  </a:moveTo>
                  <a:lnTo>
                    <a:pt x="1688441" y="101404"/>
                  </a:lnTo>
                  <a:lnTo>
                    <a:pt x="1659588" y="71384"/>
                  </a:lnTo>
                  <a:close/>
                  <a:moveTo>
                    <a:pt x="1876077" y="108280"/>
                  </a:moveTo>
                  <a:lnTo>
                    <a:pt x="1949657" y="159088"/>
                  </a:lnTo>
                  <a:lnTo>
                    <a:pt x="1934953" y="38436"/>
                  </a:lnTo>
                  <a:close/>
                  <a:moveTo>
                    <a:pt x="1934953" y="38436"/>
                  </a:moveTo>
                  <a:lnTo>
                    <a:pt x="1949657" y="159088"/>
                  </a:lnTo>
                  <a:lnTo>
                    <a:pt x="2006859" y="103392"/>
                  </a:lnTo>
                  <a:close/>
                  <a:moveTo>
                    <a:pt x="1979272" y="146832"/>
                  </a:moveTo>
                  <a:lnTo>
                    <a:pt x="2037453" y="120652"/>
                  </a:lnTo>
                  <a:lnTo>
                    <a:pt x="2006859" y="103392"/>
                  </a:lnTo>
                  <a:close/>
                  <a:moveTo>
                    <a:pt x="2037453" y="120652"/>
                  </a:moveTo>
                  <a:lnTo>
                    <a:pt x="2093592" y="149015"/>
                  </a:lnTo>
                  <a:lnTo>
                    <a:pt x="2107838" y="102902"/>
                  </a:lnTo>
                  <a:close/>
                  <a:moveTo>
                    <a:pt x="2006859" y="103392"/>
                  </a:moveTo>
                  <a:lnTo>
                    <a:pt x="2037453" y="120652"/>
                  </a:lnTo>
                  <a:lnTo>
                    <a:pt x="2095460" y="0"/>
                  </a:lnTo>
                  <a:close/>
                  <a:moveTo>
                    <a:pt x="2115828" y="16948"/>
                  </a:moveTo>
                  <a:lnTo>
                    <a:pt x="2037453" y="120652"/>
                  </a:lnTo>
                  <a:lnTo>
                    <a:pt x="2107838" y="102902"/>
                  </a:lnTo>
                  <a:close/>
                  <a:moveTo>
                    <a:pt x="2206640" y="83170"/>
                  </a:moveTo>
                  <a:lnTo>
                    <a:pt x="2107838" y="102902"/>
                  </a:lnTo>
                  <a:lnTo>
                    <a:pt x="2093592" y="149015"/>
                  </a:lnTo>
                  <a:close/>
                  <a:moveTo>
                    <a:pt x="2107838" y="102902"/>
                  </a:moveTo>
                  <a:lnTo>
                    <a:pt x="2206640" y="83170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06668" y="77928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79550" y="84488"/>
                  </a:lnTo>
                  <a:lnTo>
                    <a:pt x="2206668" y="7792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40" name="Candidate_density__2159">
              <a:extLst>
                <a:ext uri="{FF2B5EF4-FFF2-40B4-BE49-F238E27FC236}">
                  <a16:creationId xmlns:a16="http://schemas.microsoft.com/office/drawing/2014/main" id="{5BF07795-E91F-3BCC-2912-0278018D62AB}"/>
                </a:ext>
              </a:extLst>
            </p:cNvPr>
            <p:cNvSpPr>
              <a:spLocks noGrp="1"/>
            </p:cNvSpPr>
            <p:nvPr/>
          </p:nvSpPr>
          <p:spPr>
            <a:xfrm>
              <a:off x="3785043" y="2587125"/>
              <a:ext cx="1669318" cy="877989"/>
            </a:xfrm>
            <a:custGeom>
              <a:avLst/>
              <a:gdLst/>
              <a:ahLst/>
              <a:cxnLst/>
              <a:rect l="0" t="0" r="0" b="0"/>
              <a:pathLst>
                <a:path w="1669318" h="877989">
                  <a:moveTo>
                    <a:pt x="46131" y="617512"/>
                  </a:moveTo>
                  <a:lnTo>
                    <a:pt x="0" y="576045"/>
                  </a:lnTo>
                  <a:lnTo>
                    <a:pt x="24873" y="602416"/>
                  </a:lnTo>
                  <a:close/>
                  <a:moveTo>
                    <a:pt x="105483" y="624216"/>
                  </a:moveTo>
                  <a:lnTo>
                    <a:pt x="20664" y="585750"/>
                  </a:lnTo>
                  <a:lnTo>
                    <a:pt x="46131" y="617512"/>
                  </a:lnTo>
                  <a:close/>
                  <a:moveTo>
                    <a:pt x="371911" y="607758"/>
                  </a:moveTo>
                  <a:lnTo>
                    <a:pt x="340803" y="689973"/>
                  </a:lnTo>
                  <a:lnTo>
                    <a:pt x="274762" y="699804"/>
                  </a:lnTo>
                  <a:close/>
                  <a:moveTo>
                    <a:pt x="274762" y="699804"/>
                  </a:moveTo>
                  <a:lnTo>
                    <a:pt x="340803" y="689973"/>
                  </a:lnTo>
                  <a:lnTo>
                    <a:pt x="315587" y="701439"/>
                  </a:lnTo>
                  <a:close/>
                  <a:moveTo>
                    <a:pt x="191998" y="641230"/>
                  </a:moveTo>
                  <a:lnTo>
                    <a:pt x="274762" y="699804"/>
                  </a:lnTo>
                  <a:lnTo>
                    <a:pt x="315587" y="701439"/>
                  </a:lnTo>
                  <a:close/>
                  <a:moveTo>
                    <a:pt x="504599" y="568867"/>
                  </a:moveTo>
                  <a:lnTo>
                    <a:pt x="570291" y="615553"/>
                  </a:lnTo>
                  <a:lnTo>
                    <a:pt x="499476" y="569321"/>
                  </a:lnTo>
                  <a:close/>
                  <a:moveTo>
                    <a:pt x="507930" y="466067"/>
                  </a:moveTo>
                  <a:lnTo>
                    <a:pt x="554389" y="448670"/>
                  </a:lnTo>
                  <a:lnTo>
                    <a:pt x="504599" y="568867"/>
                  </a:lnTo>
                  <a:close/>
                  <a:moveTo>
                    <a:pt x="1193744" y="830456"/>
                  </a:moveTo>
                  <a:lnTo>
                    <a:pt x="1241116" y="794605"/>
                  </a:lnTo>
                  <a:lnTo>
                    <a:pt x="1231330" y="782872"/>
                  </a:lnTo>
                  <a:close/>
                  <a:moveTo>
                    <a:pt x="1223430" y="877989"/>
                  </a:moveTo>
                  <a:lnTo>
                    <a:pt x="1241116" y="794605"/>
                  </a:lnTo>
                  <a:lnTo>
                    <a:pt x="1193744" y="830456"/>
                  </a:lnTo>
                  <a:close/>
                  <a:moveTo>
                    <a:pt x="1042183" y="542452"/>
                  </a:moveTo>
                  <a:lnTo>
                    <a:pt x="1097019" y="536227"/>
                  </a:lnTo>
                  <a:lnTo>
                    <a:pt x="1133972" y="580005"/>
                  </a:lnTo>
                  <a:close/>
                  <a:moveTo>
                    <a:pt x="1133972" y="580005"/>
                  </a:moveTo>
                  <a:lnTo>
                    <a:pt x="1097019" y="536227"/>
                  </a:lnTo>
                  <a:lnTo>
                    <a:pt x="1133030" y="497791"/>
                  </a:lnTo>
                  <a:close/>
                  <a:moveTo>
                    <a:pt x="1042183" y="542452"/>
                  </a:moveTo>
                  <a:lnTo>
                    <a:pt x="1034692" y="577901"/>
                  </a:lnTo>
                  <a:lnTo>
                    <a:pt x="974535" y="568184"/>
                  </a:lnTo>
                  <a:close/>
                  <a:moveTo>
                    <a:pt x="1097019" y="536227"/>
                  </a:moveTo>
                  <a:lnTo>
                    <a:pt x="1121869" y="415576"/>
                  </a:lnTo>
                  <a:lnTo>
                    <a:pt x="1133030" y="497791"/>
                  </a:lnTo>
                  <a:close/>
                  <a:moveTo>
                    <a:pt x="1162308" y="397714"/>
                  </a:moveTo>
                  <a:lnTo>
                    <a:pt x="1121869" y="415576"/>
                  </a:lnTo>
                  <a:lnTo>
                    <a:pt x="1137473" y="404864"/>
                  </a:lnTo>
                  <a:close/>
                  <a:moveTo>
                    <a:pt x="1616699" y="270670"/>
                  </a:moveTo>
                  <a:lnTo>
                    <a:pt x="1645135" y="347645"/>
                  </a:lnTo>
                  <a:lnTo>
                    <a:pt x="1649392" y="382481"/>
                  </a:lnTo>
                  <a:close/>
                  <a:moveTo>
                    <a:pt x="1645135" y="347645"/>
                  </a:moveTo>
                  <a:lnTo>
                    <a:pt x="1616699" y="270670"/>
                  </a:lnTo>
                  <a:lnTo>
                    <a:pt x="1643664" y="344045"/>
                  </a:lnTo>
                  <a:close/>
                  <a:moveTo>
                    <a:pt x="1616699" y="270670"/>
                  </a:moveTo>
                  <a:lnTo>
                    <a:pt x="1606242" y="261829"/>
                  </a:lnTo>
                  <a:lnTo>
                    <a:pt x="1643664" y="344045"/>
                  </a:lnTo>
                  <a:close/>
                  <a:moveTo>
                    <a:pt x="1333953" y="0"/>
                  </a:moveTo>
                  <a:lnTo>
                    <a:pt x="1222047" y="53621"/>
                  </a:lnTo>
                  <a:lnTo>
                    <a:pt x="1279868" y="12991"/>
                  </a:lnTo>
                  <a:close/>
                  <a:moveTo>
                    <a:pt x="1606242" y="261829"/>
                  </a:moveTo>
                  <a:lnTo>
                    <a:pt x="1646156" y="146630"/>
                  </a:lnTo>
                  <a:lnTo>
                    <a:pt x="1648006" y="141178"/>
                  </a:lnTo>
                  <a:close/>
                  <a:moveTo>
                    <a:pt x="1630208" y="59505"/>
                  </a:moveTo>
                  <a:lnTo>
                    <a:pt x="1646156" y="146630"/>
                  </a:lnTo>
                  <a:lnTo>
                    <a:pt x="1669318" y="8830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41" name="Candidate_density__2160">
              <a:extLst>
                <a:ext uri="{FF2B5EF4-FFF2-40B4-BE49-F238E27FC236}">
                  <a16:creationId xmlns:a16="http://schemas.microsoft.com/office/drawing/2014/main" id="{3EE71B43-E9BD-62CD-2C50-3320CF5B0545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1982709"/>
              <a:ext cx="2206668" cy="1425725"/>
            </a:xfrm>
            <a:custGeom>
              <a:avLst/>
              <a:gdLst/>
              <a:ahLst/>
              <a:cxnLst/>
              <a:rect l="0" t="0" r="0" b="0"/>
              <a:pathLst>
                <a:path w="2206668" h="1425725">
                  <a:moveTo>
                    <a:pt x="0" y="960186"/>
                  </a:moveTo>
                  <a:lnTo>
                    <a:pt x="69587" y="1003965"/>
                  </a:lnTo>
                  <a:lnTo>
                    <a:pt x="58142" y="921750"/>
                  </a:lnTo>
                  <a:close/>
                  <a:moveTo>
                    <a:pt x="43518" y="839535"/>
                  </a:moveTo>
                  <a:lnTo>
                    <a:pt x="0" y="960186"/>
                  </a:lnTo>
                  <a:lnTo>
                    <a:pt x="58142" y="921750"/>
                  </a:lnTo>
                  <a:close/>
                  <a:moveTo>
                    <a:pt x="505742" y="1040821"/>
                  </a:moveTo>
                  <a:lnTo>
                    <a:pt x="533672" y="968807"/>
                  </a:lnTo>
                  <a:lnTo>
                    <a:pt x="448295" y="1026932"/>
                  </a:lnTo>
                  <a:close/>
                  <a:moveTo>
                    <a:pt x="513885" y="927092"/>
                  </a:moveTo>
                  <a:lnTo>
                    <a:pt x="533672" y="968807"/>
                  </a:lnTo>
                  <a:lnTo>
                    <a:pt x="564173" y="970871"/>
                  </a:lnTo>
                  <a:close/>
                  <a:moveTo>
                    <a:pt x="458001" y="618672"/>
                  </a:moveTo>
                  <a:lnTo>
                    <a:pt x="534111" y="717481"/>
                  </a:lnTo>
                  <a:lnTo>
                    <a:pt x="531375" y="619613"/>
                  </a:lnTo>
                  <a:close/>
                  <a:moveTo>
                    <a:pt x="367170" y="631925"/>
                  </a:moveTo>
                  <a:lnTo>
                    <a:pt x="458001" y="618672"/>
                  </a:lnTo>
                  <a:lnTo>
                    <a:pt x="448219" y="526532"/>
                  </a:lnTo>
                  <a:close/>
                  <a:moveTo>
                    <a:pt x="458001" y="618672"/>
                  </a:moveTo>
                  <a:lnTo>
                    <a:pt x="515770" y="532208"/>
                  </a:lnTo>
                  <a:lnTo>
                    <a:pt x="448219" y="526532"/>
                  </a:lnTo>
                  <a:close/>
                  <a:moveTo>
                    <a:pt x="358872" y="538578"/>
                  </a:moveTo>
                  <a:lnTo>
                    <a:pt x="448219" y="526532"/>
                  </a:lnTo>
                  <a:lnTo>
                    <a:pt x="386316" y="481322"/>
                  </a:lnTo>
                  <a:close/>
                  <a:moveTo>
                    <a:pt x="1197203" y="1343509"/>
                  </a:moveTo>
                  <a:lnTo>
                    <a:pt x="1249726" y="1425725"/>
                  </a:lnTo>
                  <a:lnTo>
                    <a:pt x="1306155" y="1387289"/>
                  </a:lnTo>
                  <a:close/>
                  <a:moveTo>
                    <a:pt x="1197203" y="1343509"/>
                  </a:moveTo>
                  <a:lnTo>
                    <a:pt x="1306155" y="1387289"/>
                  </a:lnTo>
                  <a:lnTo>
                    <a:pt x="1258961" y="1305073"/>
                  </a:lnTo>
                  <a:close/>
                  <a:moveTo>
                    <a:pt x="1183242" y="1261295"/>
                  </a:moveTo>
                  <a:lnTo>
                    <a:pt x="1197203" y="1343509"/>
                  </a:lnTo>
                  <a:lnTo>
                    <a:pt x="1258961" y="1305073"/>
                  </a:lnTo>
                  <a:close/>
                  <a:moveTo>
                    <a:pt x="1258961" y="1305073"/>
                  </a:moveTo>
                  <a:lnTo>
                    <a:pt x="1306155" y="1387289"/>
                  </a:lnTo>
                  <a:lnTo>
                    <a:pt x="1348123" y="1266637"/>
                  </a:lnTo>
                  <a:close/>
                  <a:moveTo>
                    <a:pt x="1275699" y="1140643"/>
                  </a:moveTo>
                  <a:lnTo>
                    <a:pt x="1353761" y="1184422"/>
                  </a:lnTo>
                  <a:lnTo>
                    <a:pt x="1352661" y="1102207"/>
                  </a:lnTo>
                  <a:close/>
                  <a:moveTo>
                    <a:pt x="918055" y="709169"/>
                  </a:moveTo>
                  <a:lnTo>
                    <a:pt x="941430" y="691131"/>
                  </a:lnTo>
                  <a:lnTo>
                    <a:pt x="916547" y="729568"/>
                  </a:lnTo>
                  <a:close/>
                  <a:moveTo>
                    <a:pt x="1658086" y="904682"/>
                  </a:moveTo>
                  <a:lnTo>
                    <a:pt x="1620795" y="940407"/>
                  </a:lnTo>
                  <a:lnTo>
                    <a:pt x="1613865" y="1025334"/>
                  </a:lnTo>
                  <a:close/>
                  <a:moveTo>
                    <a:pt x="1374830" y="458135"/>
                  </a:moveTo>
                  <a:lnTo>
                    <a:pt x="1434982" y="387776"/>
                  </a:lnTo>
                  <a:lnTo>
                    <a:pt x="1415885" y="385258"/>
                  </a:lnTo>
                  <a:close/>
                  <a:moveTo>
                    <a:pt x="1374830" y="458135"/>
                  </a:moveTo>
                  <a:lnTo>
                    <a:pt x="1415885" y="385258"/>
                  </a:lnTo>
                  <a:lnTo>
                    <a:pt x="1330199" y="394327"/>
                  </a:lnTo>
                  <a:close/>
                  <a:moveTo>
                    <a:pt x="1490616" y="424595"/>
                  </a:moveTo>
                  <a:lnTo>
                    <a:pt x="1514699" y="407165"/>
                  </a:lnTo>
                  <a:lnTo>
                    <a:pt x="1434982" y="387776"/>
                  </a:lnTo>
                  <a:close/>
                  <a:moveTo>
                    <a:pt x="1490616" y="424595"/>
                  </a:moveTo>
                  <a:lnTo>
                    <a:pt x="1568115" y="422183"/>
                  </a:lnTo>
                  <a:lnTo>
                    <a:pt x="1514699" y="407165"/>
                  </a:lnTo>
                  <a:close/>
                  <a:moveTo>
                    <a:pt x="1568115" y="422183"/>
                  </a:moveTo>
                  <a:lnTo>
                    <a:pt x="1490616" y="424595"/>
                  </a:lnTo>
                  <a:lnTo>
                    <a:pt x="1577276" y="425929"/>
                  </a:lnTo>
                  <a:close/>
                  <a:moveTo>
                    <a:pt x="1757517" y="489478"/>
                  </a:moveTo>
                  <a:lnTo>
                    <a:pt x="1688441" y="485044"/>
                  </a:lnTo>
                  <a:lnTo>
                    <a:pt x="1778385" y="572605"/>
                  </a:lnTo>
                  <a:close/>
                  <a:moveTo>
                    <a:pt x="1757517" y="489478"/>
                  </a:moveTo>
                  <a:lnTo>
                    <a:pt x="1812042" y="581164"/>
                  </a:lnTo>
                  <a:lnTo>
                    <a:pt x="1876077" y="491919"/>
                  </a:lnTo>
                  <a:close/>
                  <a:moveTo>
                    <a:pt x="1757517" y="489478"/>
                  </a:moveTo>
                  <a:lnTo>
                    <a:pt x="1876077" y="491919"/>
                  </a:lnTo>
                  <a:lnTo>
                    <a:pt x="1841470" y="460512"/>
                  </a:lnTo>
                  <a:close/>
                  <a:moveTo>
                    <a:pt x="1626171" y="475076"/>
                  </a:moveTo>
                  <a:lnTo>
                    <a:pt x="1659588" y="455023"/>
                  </a:lnTo>
                  <a:lnTo>
                    <a:pt x="1577276" y="425929"/>
                  </a:lnTo>
                  <a:close/>
                  <a:moveTo>
                    <a:pt x="1688441" y="485044"/>
                  </a:moveTo>
                  <a:lnTo>
                    <a:pt x="1730772" y="442506"/>
                  </a:lnTo>
                  <a:lnTo>
                    <a:pt x="1659588" y="455023"/>
                  </a:lnTo>
                  <a:close/>
                  <a:moveTo>
                    <a:pt x="1688441" y="485044"/>
                  </a:moveTo>
                  <a:lnTo>
                    <a:pt x="1757517" y="489478"/>
                  </a:lnTo>
                  <a:lnTo>
                    <a:pt x="1730772" y="442506"/>
                  </a:lnTo>
                  <a:close/>
                  <a:moveTo>
                    <a:pt x="1889608" y="442683"/>
                  </a:moveTo>
                  <a:lnTo>
                    <a:pt x="1876077" y="491919"/>
                  </a:lnTo>
                  <a:lnTo>
                    <a:pt x="1934953" y="422076"/>
                  </a:lnTo>
                  <a:close/>
                  <a:moveTo>
                    <a:pt x="1841470" y="460512"/>
                  </a:moveTo>
                  <a:lnTo>
                    <a:pt x="1876077" y="491919"/>
                  </a:lnTo>
                  <a:lnTo>
                    <a:pt x="1889608" y="442683"/>
                  </a:lnTo>
                  <a:close/>
                  <a:moveTo>
                    <a:pt x="2019847" y="397393"/>
                  </a:moveTo>
                  <a:lnTo>
                    <a:pt x="2006859" y="487031"/>
                  </a:lnTo>
                  <a:lnTo>
                    <a:pt x="2095460" y="383640"/>
                  </a:lnTo>
                  <a:close/>
                  <a:moveTo>
                    <a:pt x="2095460" y="383640"/>
                  </a:moveTo>
                  <a:lnTo>
                    <a:pt x="2037453" y="504291"/>
                  </a:lnTo>
                  <a:lnTo>
                    <a:pt x="2115828" y="400588"/>
                  </a:lnTo>
                  <a:close/>
                  <a:moveTo>
                    <a:pt x="1934953" y="422076"/>
                  </a:moveTo>
                  <a:lnTo>
                    <a:pt x="2006859" y="487031"/>
                  </a:lnTo>
                  <a:lnTo>
                    <a:pt x="2019847" y="397393"/>
                  </a:lnTo>
                  <a:close/>
                  <a:moveTo>
                    <a:pt x="2019847" y="397393"/>
                  </a:moveTo>
                  <a:lnTo>
                    <a:pt x="2104998" y="360095"/>
                  </a:lnTo>
                  <a:lnTo>
                    <a:pt x="2073041" y="314647"/>
                  </a:lnTo>
                  <a:close/>
                  <a:moveTo>
                    <a:pt x="2019847" y="397393"/>
                  </a:moveTo>
                  <a:lnTo>
                    <a:pt x="2073041" y="314647"/>
                  </a:lnTo>
                  <a:lnTo>
                    <a:pt x="1996947" y="315918"/>
                  </a:lnTo>
                  <a:close/>
                  <a:moveTo>
                    <a:pt x="1996947" y="315918"/>
                  </a:moveTo>
                  <a:lnTo>
                    <a:pt x="2073041" y="314647"/>
                  </a:lnTo>
                  <a:lnTo>
                    <a:pt x="1968876" y="238647"/>
                  </a:lnTo>
                  <a:close/>
                  <a:moveTo>
                    <a:pt x="2095460" y="383640"/>
                  </a:moveTo>
                  <a:lnTo>
                    <a:pt x="2115828" y="400588"/>
                  </a:lnTo>
                  <a:lnTo>
                    <a:pt x="2116329" y="379547"/>
                  </a:lnTo>
                  <a:close/>
                  <a:moveTo>
                    <a:pt x="2104998" y="360095"/>
                  </a:moveTo>
                  <a:lnTo>
                    <a:pt x="2095460" y="383640"/>
                  </a:lnTo>
                  <a:lnTo>
                    <a:pt x="2116329" y="379547"/>
                  </a:lnTo>
                  <a:close/>
                  <a:moveTo>
                    <a:pt x="2205121" y="367952"/>
                  </a:moveTo>
                  <a:lnTo>
                    <a:pt x="2115828" y="400588"/>
                  </a:lnTo>
                  <a:lnTo>
                    <a:pt x="2206668" y="461567"/>
                  </a:lnTo>
                  <a:close/>
                  <a:moveTo>
                    <a:pt x="2205121" y="367952"/>
                  </a:moveTo>
                  <a:lnTo>
                    <a:pt x="2116329" y="379547"/>
                  </a:lnTo>
                  <a:lnTo>
                    <a:pt x="2115828" y="400588"/>
                  </a:lnTo>
                  <a:close/>
                  <a:moveTo>
                    <a:pt x="2116329" y="379547"/>
                  </a:moveTo>
                  <a:lnTo>
                    <a:pt x="2164738" y="304797"/>
                  </a:lnTo>
                  <a:lnTo>
                    <a:pt x="2104998" y="360095"/>
                  </a:lnTo>
                  <a:close/>
                  <a:moveTo>
                    <a:pt x="2116329" y="379547"/>
                  </a:moveTo>
                  <a:lnTo>
                    <a:pt x="2205121" y="367952"/>
                  </a:lnTo>
                  <a:lnTo>
                    <a:pt x="2164738" y="304797"/>
                  </a:lnTo>
                  <a:close/>
                  <a:moveTo>
                    <a:pt x="2091044" y="99826"/>
                  </a:moveTo>
                  <a:lnTo>
                    <a:pt x="2066107" y="214689"/>
                  </a:lnTo>
                  <a:lnTo>
                    <a:pt x="2097760" y="98558"/>
                  </a:lnTo>
                  <a:close/>
                  <a:moveTo>
                    <a:pt x="2091044" y="99826"/>
                  </a:moveTo>
                  <a:lnTo>
                    <a:pt x="1981132" y="175642"/>
                  </a:lnTo>
                  <a:lnTo>
                    <a:pt x="2066107" y="214689"/>
                  </a:lnTo>
                  <a:close/>
                  <a:moveTo>
                    <a:pt x="2091044" y="99826"/>
                  </a:moveTo>
                  <a:lnTo>
                    <a:pt x="2091113" y="92982"/>
                  </a:lnTo>
                  <a:lnTo>
                    <a:pt x="1985478" y="125058"/>
                  </a:lnTo>
                  <a:close/>
                  <a:moveTo>
                    <a:pt x="2091044" y="99826"/>
                  </a:moveTo>
                  <a:lnTo>
                    <a:pt x="2097760" y="98558"/>
                  </a:lnTo>
                  <a:lnTo>
                    <a:pt x="2091113" y="92982"/>
                  </a:lnTo>
                  <a:close/>
                  <a:moveTo>
                    <a:pt x="2180698" y="180773"/>
                  </a:moveTo>
                  <a:lnTo>
                    <a:pt x="2192565" y="193638"/>
                  </a:lnTo>
                  <a:lnTo>
                    <a:pt x="2192678" y="177883"/>
                  </a:lnTo>
                  <a:close/>
                  <a:moveTo>
                    <a:pt x="2097760" y="98558"/>
                  </a:moveTo>
                  <a:lnTo>
                    <a:pt x="2192678" y="177883"/>
                  </a:lnTo>
                  <a:lnTo>
                    <a:pt x="2184911" y="84106"/>
                  </a:lnTo>
                  <a:close/>
                  <a:moveTo>
                    <a:pt x="2097760" y="98558"/>
                  </a:moveTo>
                  <a:lnTo>
                    <a:pt x="2180698" y="180773"/>
                  </a:lnTo>
                  <a:lnTo>
                    <a:pt x="2192678" y="177883"/>
                  </a:lnTo>
                  <a:close/>
                  <a:moveTo>
                    <a:pt x="2184911" y="84106"/>
                  </a:moveTo>
                  <a:lnTo>
                    <a:pt x="2091113" y="92982"/>
                  </a:lnTo>
                  <a:lnTo>
                    <a:pt x="2097760" y="98558"/>
                  </a:lnTo>
                  <a:close/>
                  <a:moveTo>
                    <a:pt x="2090717" y="0"/>
                  </a:moveTo>
                  <a:lnTo>
                    <a:pt x="2091113" y="92982"/>
                  </a:lnTo>
                  <a:lnTo>
                    <a:pt x="2184911" y="8410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42" name="Candidate_density__2161">
              <a:extLst>
                <a:ext uri="{FF2B5EF4-FFF2-40B4-BE49-F238E27FC236}">
                  <a16:creationId xmlns:a16="http://schemas.microsoft.com/office/drawing/2014/main" id="{0D159938-E876-8B13-6748-A3EDD9087348}"/>
                </a:ext>
              </a:extLst>
            </p:cNvPr>
            <p:cNvSpPr>
              <a:spLocks noGrp="1"/>
            </p:cNvSpPr>
            <p:nvPr/>
          </p:nvSpPr>
          <p:spPr>
            <a:xfrm>
              <a:off x="3596239" y="1982709"/>
              <a:ext cx="2134829" cy="1305073"/>
            </a:xfrm>
            <a:custGeom>
              <a:avLst/>
              <a:gdLst/>
              <a:ahLst/>
              <a:cxnLst/>
              <a:rect l="0" t="0" r="0" b="0"/>
              <a:pathLst>
                <a:path w="2134829" h="1305073">
                  <a:moveTo>
                    <a:pt x="1616" y="871681"/>
                  </a:moveTo>
                  <a:lnTo>
                    <a:pt x="0" y="900857"/>
                  </a:lnTo>
                  <a:lnTo>
                    <a:pt x="73349" y="839535"/>
                  </a:lnTo>
                  <a:close/>
                  <a:moveTo>
                    <a:pt x="73349" y="839535"/>
                  </a:moveTo>
                  <a:lnTo>
                    <a:pt x="0" y="900857"/>
                  </a:lnTo>
                  <a:lnTo>
                    <a:pt x="29831" y="960186"/>
                  </a:lnTo>
                  <a:close/>
                  <a:moveTo>
                    <a:pt x="87973" y="921750"/>
                  </a:moveTo>
                  <a:lnTo>
                    <a:pt x="120734" y="801099"/>
                  </a:lnTo>
                  <a:lnTo>
                    <a:pt x="73349" y="839535"/>
                  </a:lnTo>
                  <a:close/>
                  <a:moveTo>
                    <a:pt x="69649" y="757319"/>
                  </a:moveTo>
                  <a:lnTo>
                    <a:pt x="73349" y="839535"/>
                  </a:lnTo>
                  <a:lnTo>
                    <a:pt x="120734" y="801099"/>
                  </a:lnTo>
                  <a:close/>
                  <a:moveTo>
                    <a:pt x="69649" y="757319"/>
                  </a:moveTo>
                  <a:lnTo>
                    <a:pt x="120734" y="801099"/>
                  </a:lnTo>
                  <a:lnTo>
                    <a:pt x="124797" y="718883"/>
                  </a:lnTo>
                  <a:close/>
                  <a:moveTo>
                    <a:pt x="118804" y="636668"/>
                  </a:moveTo>
                  <a:lnTo>
                    <a:pt x="118438" y="637115"/>
                  </a:lnTo>
                  <a:lnTo>
                    <a:pt x="69649" y="757319"/>
                  </a:lnTo>
                  <a:close/>
                  <a:moveTo>
                    <a:pt x="124797" y="718883"/>
                  </a:moveTo>
                  <a:lnTo>
                    <a:pt x="118804" y="636668"/>
                  </a:lnTo>
                  <a:lnTo>
                    <a:pt x="69649" y="757319"/>
                  </a:lnTo>
                  <a:close/>
                  <a:moveTo>
                    <a:pt x="118910" y="636379"/>
                  </a:moveTo>
                  <a:lnTo>
                    <a:pt x="118438" y="637115"/>
                  </a:lnTo>
                  <a:lnTo>
                    <a:pt x="118804" y="636668"/>
                  </a:lnTo>
                  <a:close/>
                  <a:moveTo>
                    <a:pt x="124797" y="718883"/>
                  </a:moveTo>
                  <a:lnTo>
                    <a:pt x="190818" y="690031"/>
                  </a:lnTo>
                  <a:lnTo>
                    <a:pt x="175242" y="691027"/>
                  </a:lnTo>
                  <a:close/>
                  <a:moveTo>
                    <a:pt x="118804" y="636668"/>
                  </a:moveTo>
                  <a:lnTo>
                    <a:pt x="175242" y="691027"/>
                  </a:lnTo>
                  <a:lnTo>
                    <a:pt x="119397" y="636336"/>
                  </a:lnTo>
                  <a:close/>
                  <a:moveTo>
                    <a:pt x="118804" y="636668"/>
                  </a:moveTo>
                  <a:lnTo>
                    <a:pt x="124797" y="718883"/>
                  </a:lnTo>
                  <a:lnTo>
                    <a:pt x="175242" y="691027"/>
                  </a:lnTo>
                  <a:close/>
                  <a:moveTo>
                    <a:pt x="196983" y="680447"/>
                  </a:moveTo>
                  <a:lnTo>
                    <a:pt x="184617" y="598232"/>
                  </a:lnTo>
                  <a:lnTo>
                    <a:pt x="175242" y="691027"/>
                  </a:lnTo>
                  <a:close/>
                  <a:moveTo>
                    <a:pt x="184617" y="598232"/>
                  </a:moveTo>
                  <a:lnTo>
                    <a:pt x="119397" y="636336"/>
                  </a:lnTo>
                  <a:lnTo>
                    <a:pt x="175242" y="691027"/>
                  </a:lnTo>
                  <a:close/>
                  <a:moveTo>
                    <a:pt x="118910" y="636379"/>
                  </a:moveTo>
                  <a:lnTo>
                    <a:pt x="118804" y="636668"/>
                  </a:lnTo>
                  <a:lnTo>
                    <a:pt x="119397" y="636336"/>
                  </a:lnTo>
                  <a:close/>
                  <a:moveTo>
                    <a:pt x="223472" y="533458"/>
                  </a:moveTo>
                  <a:lnTo>
                    <a:pt x="119397" y="636336"/>
                  </a:lnTo>
                  <a:lnTo>
                    <a:pt x="184617" y="598232"/>
                  </a:lnTo>
                  <a:close/>
                  <a:moveTo>
                    <a:pt x="118910" y="636379"/>
                  </a:moveTo>
                  <a:lnTo>
                    <a:pt x="119397" y="636336"/>
                  </a:lnTo>
                  <a:lnTo>
                    <a:pt x="223472" y="533458"/>
                  </a:lnTo>
                  <a:close/>
                  <a:moveTo>
                    <a:pt x="184617" y="598232"/>
                  </a:moveTo>
                  <a:lnTo>
                    <a:pt x="295144" y="654140"/>
                  </a:lnTo>
                  <a:lnTo>
                    <a:pt x="277719" y="568214"/>
                  </a:lnTo>
                  <a:close/>
                  <a:moveTo>
                    <a:pt x="184617" y="598232"/>
                  </a:moveTo>
                  <a:lnTo>
                    <a:pt x="196983" y="680447"/>
                  </a:lnTo>
                  <a:lnTo>
                    <a:pt x="295144" y="654140"/>
                  </a:lnTo>
                  <a:close/>
                  <a:moveTo>
                    <a:pt x="308190" y="559795"/>
                  </a:moveTo>
                  <a:lnTo>
                    <a:pt x="277719" y="568214"/>
                  </a:lnTo>
                  <a:lnTo>
                    <a:pt x="295144" y="654140"/>
                  </a:lnTo>
                  <a:close/>
                  <a:moveTo>
                    <a:pt x="223472" y="533458"/>
                  </a:moveTo>
                  <a:lnTo>
                    <a:pt x="184617" y="598232"/>
                  </a:lnTo>
                  <a:lnTo>
                    <a:pt x="277719" y="568214"/>
                  </a:lnTo>
                  <a:close/>
                  <a:moveTo>
                    <a:pt x="347489" y="503277"/>
                  </a:moveTo>
                  <a:lnTo>
                    <a:pt x="223472" y="533458"/>
                  </a:lnTo>
                  <a:lnTo>
                    <a:pt x="308190" y="559795"/>
                  </a:lnTo>
                  <a:close/>
                  <a:moveTo>
                    <a:pt x="308190" y="559795"/>
                  </a:moveTo>
                  <a:lnTo>
                    <a:pt x="223472" y="533458"/>
                  </a:lnTo>
                  <a:lnTo>
                    <a:pt x="277719" y="568214"/>
                  </a:lnTo>
                  <a:close/>
                  <a:moveTo>
                    <a:pt x="308190" y="559795"/>
                  </a:moveTo>
                  <a:lnTo>
                    <a:pt x="397001" y="631925"/>
                  </a:lnTo>
                  <a:lnTo>
                    <a:pt x="388703" y="538578"/>
                  </a:lnTo>
                  <a:close/>
                  <a:moveTo>
                    <a:pt x="308190" y="559795"/>
                  </a:moveTo>
                  <a:lnTo>
                    <a:pt x="358059" y="642010"/>
                  </a:lnTo>
                  <a:lnTo>
                    <a:pt x="397001" y="631925"/>
                  </a:lnTo>
                  <a:close/>
                  <a:moveTo>
                    <a:pt x="397001" y="631925"/>
                  </a:moveTo>
                  <a:lnTo>
                    <a:pt x="478051" y="526532"/>
                  </a:lnTo>
                  <a:lnTo>
                    <a:pt x="388703" y="538578"/>
                  </a:lnTo>
                  <a:close/>
                  <a:moveTo>
                    <a:pt x="347489" y="503277"/>
                  </a:moveTo>
                  <a:lnTo>
                    <a:pt x="308190" y="559795"/>
                  </a:lnTo>
                  <a:lnTo>
                    <a:pt x="388703" y="538578"/>
                  </a:lnTo>
                  <a:close/>
                  <a:moveTo>
                    <a:pt x="388703" y="538578"/>
                  </a:moveTo>
                  <a:lnTo>
                    <a:pt x="416147" y="481322"/>
                  </a:lnTo>
                  <a:lnTo>
                    <a:pt x="347489" y="503277"/>
                  </a:lnTo>
                  <a:close/>
                  <a:moveTo>
                    <a:pt x="1213073" y="1261295"/>
                  </a:moveTo>
                  <a:lnTo>
                    <a:pt x="1288792" y="1305073"/>
                  </a:lnTo>
                  <a:lnTo>
                    <a:pt x="1325835" y="1222858"/>
                  </a:lnTo>
                  <a:close/>
                  <a:moveTo>
                    <a:pt x="1377955" y="1266637"/>
                  </a:moveTo>
                  <a:lnTo>
                    <a:pt x="1387130" y="1236798"/>
                  </a:lnTo>
                  <a:lnTo>
                    <a:pt x="1325855" y="1222849"/>
                  </a:lnTo>
                  <a:close/>
                  <a:moveTo>
                    <a:pt x="1325835" y="1222858"/>
                  </a:moveTo>
                  <a:lnTo>
                    <a:pt x="1377955" y="1266637"/>
                  </a:lnTo>
                  <a:lnTo>
                    <a:pt x="1325855" y="1222849"/>
                  </a:lnTo>
                  <a:close/>
                  <a:moveTo>
                    <a:pt x="1288792" y="1305073"/>
                  </a:moveTo>
                  <a:lnTo>
                    <a:pt x="1377955" y="1266637"/>
                  </a:lnTo>
                  <a:lnTo>
                    <a:pt x="1325835" y="1222858"/>
                  </a:lnTo>
                  <a:close/>
                  <a:moveTo>
                    <a:pt x="1325855" y="1222849"/>
                  </a:moveTo>
                  <a:lnTo>
                    <a:pt x="1387130" y="1236798"/>
                  </a:lnTo>
                  <a:lnTo>
                    <a:pt x="1383592" y="1184422"/>
                  </a:lnTo>
                  <a:close/>
                  <a:moveTo>
                    <a:pt x="1383592" y="1184422"/>
                  </a:moveTo>
                  <a:lnTo>
                    <a:pt x="1387130" y="1236798"/>
                  </a:lnTo>
                  <a:lnTo>
                    <a:pt x="1416751" y="1249044"/>
                  </a:lnTo>
                  <a:close/>
                  <a:moveTo>
                    <a:pt x="985844" y="608917"/>
                  </a:moveTo>
                  <a:lnTo>
                    <a:pt x="971261" y="691131"/>
                  </a:lnTo>
                  <a:lnTo>
                    <a:pt x="1038373" y="652695"/>
                  </a:lnTo>
                  <a:close/>
                  <a:moveTo>
                    <a:pt x="985844" y="608917"/>
                  </a:moveTo>
                  <a:lnTo>
                    <a:pt x="1038373" y="652695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85844" y="608917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90761" y="590813"/>
                  </a:lnTo>
                  <a:lnTo>
                    <a:pt x="985844" y="608917"/>
                  </a:lnTo>
                  <a:close/>
                  <a:moveTo>
                    <a:pt x="1035846" y="544177"/>
                  </a:moveTo>
                  <a:lnTo>
                    <a:pt x="1027726" y="570480"/>
                  </a:lnTo>
                  <a:lnTo>
                    <a:pt x="1084768" y="536427"/>
                  </a:lnTo>
                  <a:close/>
                  <a:moveTo>
                    <a:pt x="1035846" y="544177"/>
                  </a:moveTo>
                  <a:lnTo>
                    <a:pt x="1084768" y="536427"/>
                  </a:lnTo>
                  <a:lnTo>
                    <a:pt x="1056648" y="488265"/>
                  </a:lnTo>
                  <a:close/>
                  <a:moveTo>
                    <a:pt x="1056648" y="488265"/>
                  </a:moveTo>
                  <a:lnTo>
                    <a:pt x="1084768" y="536427"/>
                  </a:lnTo>
                  <a:lnTo>
                    <a:pt x="1091726" y="532043"/>
                  </a:lnTo>
                  <a:close/>
                  <a:moveTo>
                    <a:pt x="1056648" y="488265"/>
                  </a:moveTo>
                  <a:lnTo>
                    <a:pt x="1091726" y="532043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56648" y="488265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87307" y="457922"/>
                  </a:lnTo>
                  <a:lnTo>
                    <a:pt x="1056648" y="488265"/>
                  </a:lnTo>
                  <a:close/>
                  <a:moveTo>
                    <a:pt x="1130672" y="449828"/>
                  </a:moveTo>
                  <a:lnTo>
                    <a:pt x="1210360" y="487594"/>
                  </a:lnTo>
                  <a:lnTo>
                    <a:pt x="1151517" y="442661"/>
                  </a:lnTo>
                  <a:close/>
                  <a:moveTo>
                    <a:pt x="1139629" y="438343"/>
                  </a:moveTo>
                  <a:lnTo>
                    <a:pt x="1130672" y="449828"/>
                  </a:lnTo>
                  <a:lnTo>
                    <a:pt x="1151517" y="442661"/>
                  </a:lnTo>
                  <a:close/>
                  <a:moveTo>
                    <a:pt x="1151517" y="442661"/>
                  </a:moveTo>
                  <a:lnTo>
                    <a:pt x="1204594" y="402579"/>
                  </a:lnTo>
                  <a:lnTo>
                    <a:pt x="1139629" y="438343"/>
                  </a:lnTo>
                  <a:close/>
                  <a:moveTo>
                    <a:pt x="1151517" y="442661"/>
                  </a:moveTo>
                  <a:lnTo>
                    <a:pt x="1245085" y="427183"/>
                  </a:lnTo>
                  <a:lnTo>
                    <a:pt x="1204594" y="402579"/>
                  </a:lnTo>
                  <a:close/>
                  <a:moveTo>
                    <a:pt x="1245085" y="427183"/>
                  </a:moveTo>
                  <a:lnTo>
                    <a:pt x="1151517" y="442661"/>
                  </a:lnTo>
                  <a:lnTo>
                    <a:pt x="1286280" y="492787"/>
                  </a:lnTo>
                  <a:close/>
                  <a:moveTo>
                    <a:pt x="1330921" y="381035"/>
                  </a:moveTo>
                  <a:lnTo>
                    <a:pt x="1245085" y="427183"/>
                  </a:lnTo>
                  <a:lnTo>
                    <a:pt x="1298269" y="411392"/>
                  </a:lnTo>
                  <a:close/>
                  <a:moveTo>
                    <a:pt x="1204594" y="402579"/>
                  </a:moveTo>
                  <a:lnTo>
                    <a:pt x="1245085" y="427183"/>
                  </a:lnTo>
                  <a:lnTo>
                    <a:pt x="1330921" y="381035"/>
                  </a:lnTo>
                  <a:close/>
                  <a:moveTo>
                    <a:pt x="1245085" y="427183"/>
                  </a:moveTo>
                  <a:lnTo>
                    <a:pt x="1286280" y="492787"/>
                  </a:lnTo>
                  <a:lnTo>
                    <a:pt x="1298269" y="411392"/>
                  </a:lnTo>
                  <a:close/>
                  <a:moveTo>
                    <a:pt x="1286795" y="493366"/>
                  </a:moveTo>
                  <a:lnTo>
                    <a:pt x="1298269" y="411392"/>
                  </a:lnTo>
                  <a:lnTo>
                    <a:pt x="1286280" y="492787"/>
                  </a:lnTo>
                  <a:close/>
                  <a:moveTo>
                    <a:pt x="1360030" y="394327"/>
                  </a:moveTo>
                  <a:lnTo>
                    <a:pt x="1298269" y="411392"/>
                  </a:lnTo>
                  <a:lnTo>
                    <a:pt x="1286795" y="493366"/>
                  </a:lnTo>
                  <a:close/>
                  <a:moveTo>
                    <a:pt x="1404662" y="458135"/>
                  </a:moveTo>
                  <a:lnTo>
                    <a:pt x="1360030" y="394327"/>
                  </a:lnTo>
                  <a:lnTo>
                    <a:pt x="1286795" y="493366"/>
                  </a:lnTo>
                  <a:close/>
                  <a:moveTo>
                    <a:pt x="1414881" y="455170"/>
                  </a:moveTo>
                  <a:lnTo>
                    <a:pt x="1464813" y="387776"/>
                  </a:lnTo>
                  <a:lnTo>
                    <a:pt x="1404662" y="458135"/>
                  </a:lnTo>
                  <a:close/>
                  <a:moveTo>
                    <a:pt x="1330921" y="381035"/>
                  </a:moveTo>
                  <a:lnTo>
                    <a:pt x="1298269" y="411392"/>
                  </a:lnTo>
                  <a:lnTo>
                    <a:pt x="1360030" y="394327"/>
                  </a:lnTo>
                  <a:close/>
                  <a:moveTo>
                    <a:pt x="1464813" y="387776"/>
                  </a:moveTo>
                  <a:lnTo>
                    <a:pt x="1414881" y="455170"/>
                  </a:lnTo>
                  <a:lnTo>
                    <a:pt x="1520447" y="424595"/>
                  </a:lnTo>
                  <a:close/>
                  <a:moveTo>
                    <a:pt x="1759018" y="416734"/>
                  </a:moveTo>
                  <a:lnTo>
                    <a:pt x="1787348" y="489478"/>
                  </a:lnTo>
                  <a:lnTo>
                    <a:pt x="1871301" y="460512"/>
                  </a:lnTo>
                  <a:close/>
                  <a:moveTo>
                    <a:pt x="1838933" y="378297"/>
                  </a:moveTo>
                  <a:lnTo>
                    <a:pt x="1919439" y="442683"/>
                  </a:lnTo>
                  <a:lnTo>
                    <a:pt x="1906867" y="352812"/>
                  </a:lnTo>
                  <a:close/>
                  <a:moveTo>
                    <a:pt x="1838933" y="378297"/>
                  </a:moveTo>
                  <a:lnTo>
                    <a:pt x="1871301" y="460512"/>
                  </a:lnTo>
                  <a:lnTo>
                    <a:pt x="1919439" y="442683"/>
                  </a:lnTo>
                  <a:close/>
                  <a:moveTo>
                    <a:pt x="1964784" y="422076"/>
                  </a:moveTo>
                  <a:lnTo>
                    <a:pt x="1941224" y="339861"/>
                  </a:lnTo>
                  <a:lnTo>
                    <a:pt x="1919439" y="442683"/>
                  </a:lnTo>
                  <a:close/>
                  <a:moveTo>
                    <a:pt x="1941224" y="339861"/>
                  </a:moveTo>
                  <a:lnTo>
                    <a:pt x="1906867" y="352812"/>
                  </a:lnTo>
                  <a:lnTo>
                    <a:pt x="1919439" y="442683"/>
                  </a:lnTo>
                  <a:close/>
                  <a:moveTo>
                    <a:pt x="1826945" y="296082"/>
                  </a:moveTo>
                  <a:lnTo>
                    <a:pt x="1838933" y="378297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1948102" y="257646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2049678" y="397393"/>
                  </a:lnTo>
                  <a:lnTo>
                    <a:pt x="2026778" y="315918"/>
                  </a:lnTo>
                  <a:close/>
                  <a:moveTo>
                    <a:pt x="1941224" y="339861"/>
                  </a:moveTo>
                  <a:lnTo>
                    <a:pt x="1964784" y="422076"/>
                  </a:lnTo>
                  <a:lnTo>
                    <a:pt x="2049678" y="397393"/>
                  </a:lnTo>
                  <a:close/>
                  <a:moveTo>
                    <a:pt x="2125292" y="383640"/>
                  </a:moveTo>
                  <a:lnTo>
                    <a:pt x="2134829" y="360095"/>
                  </a:lnTo>
                  <a:lnTo>
                    <a:pt x="2049678" y="397393"/>
                  </a:lnTo>
                  <a:close/>
                  <a:moveTo>
                    <a:pt x="1948102" y="257646"/>
                  </a:moveTo>
                  <a:lnTo>
                    <a:pt x="2026778" y="315918"/>
                  </a:lnTo>
                  <a:lnTo>
                    <a:pt x="1998707" y="238647"/>
                  </a:lnTo>
                  <a:close/>
                  <a:moveTo>
                    <a:pt x="1948102" y="257646"/>
                  </a:moveTo>
                  <a:lnTo>
                    <a:pt x="1941224" y="339861"/>
                  </a:lnTo>
                  <a:lnTo>
                    <a:pt x="2026778" y="315918"/>
                  </a:lnTo>
                  <a:close/>
                  <a:moveTo>
                    <a:pt x="1978477" y="136994"/>
                  </a:moveTo>
                  <a:lnTo>
                    <a:pt x="1998707" y="238647"/>
                  </a:lnTo>
                  <a:lnTo>
                    <a:pt x="2010963" y="175642"/>
                  </a:lnTo>
                  <a:close/>
                  <a:moveTo>
                    <a:pt x="1978477" y="136994"/>
                  </a:moveTo>
                  <a:lnTo>
                    <a:pt x="2010963" y="175642"/>
                  </a:lnTo>
                  <a:lnTo>
                    <a:pt x="2015309" y="125058"/>
                  </a:lnTo>
                  <a:close/>
                  <a:moveTo>
                    <a:pt x="1987397" y="87530"/>
                  </a:moveTo>
                  <a:lnTo>
                    <a:pt x="1978477" y="136994"/>
                  </a:lnTo>
                  <a:lnTo>
                    <a:pt x="2015309" y="125058"/>
                  </a:lnTo>
                  <a:close/>
                  <a:moveTo>
                    <a:pt x="2120876" y="99826"/>
                  </a:moveTo>
                  <a:lnTo>
                    <a:pt x="2015309" y="125058"/>
                  </a:lnTo>
                  <a:lnTo>
                    <a:pt x="2010963" y="175642"/>
                  </a:lnTo>
                  <a:close/>
                  <a:moveTo>
                    <a:pt x="2063692" y="16343"/>
                  </a:moveTo>
                  <a:lnTo>
                    <a:pt x="2120944" y="92982"/>
                  </a:lnTo>
                  <a:lnTo>
                    <a:pt x="2120548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43" name="Candidate_density__2162">
              <a:extLst>
                <a:ext uri="{FF2B5EF4-FFF2-40B4-BE49-F238E27FC236}">
                  <a16:creationId xmlns:a16="http://schemas.microsoft.com/office/drawing/2014/main" id="{0C1B0493-D27A-9C4B-65A1-8F3CB6893E5A}"/>
                </a:ext>
              </a:extLst>
            </p:cNvPr>
            <p:cNvSpPr>
              <a:spLocks noGrp="1"/>
            </p:cNvSpPr>
            <p:nvPr/>
          </p:nvSpPr>
          <p:spPr>
            <a:xfrm>
              <a:off x="4827226" y="2733755"/>
              <a:ext cx="603973" cy="440517"/>
            </a:xfrm>
            <a:custGeom>
              <a:avLst/>
              <a:gdLst/>
              <a:ahLst/>
              <a:cxnLst/>
              <a:rect l="0" t="0" r="0" b="0"/>
              <a:pathLst>
                <a:path w="603973" h="440517">
                  <a:moveTo>
                    <a:pt x="0" y="395822"/>
                  </a:moveTo>
                  <a:lnTo>
                    <a:pt x="91789" y="433375"/>
                  </a:lnTo>
                  <a:lnTo>
                    <a:pt x="58818" y="440517"/>
                  </a:lnTo>
                  <a:close/>
                  <a:moveTo>
                    <a:pt x="58818" y="440517"/>
                  </a:moveTo>
                  <a:lnTo>
                    <a:pt x="6423" y="433375"/>
                  </a:lnTo>
                  <a:lnTo>
                    <a:pt x="0" y="395822"/>
                  </a:lnTo>
                  <a:close/>
                  <a:moveTo>
                    <a:pt x="576302" y="81218"/>
                  </a:moveTo>
                  <a:lnTo>
                    <a:pt x="603973" y="0"/>
                  </a:lnTo>
                  <a:lnTo>
                    <a:pt x="564059" y="115199"/>
                  </a:lnTo>
                  <a:close/>
                  <a:moveTo>
                    <a:pt x="603973" y="0"/>
                  </a:moveTo>
                  <a:lnTo>
                    <a:pt x="576302" y="81218"/>
                  </a:lnTo>
                  <a:lnTo>
                    <a:pt x="603036" y="3298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44" name="Candidate_density__2163">
              <a:extLst>
                <a:ext uri="{FF2B5EF4-FFF2-40B4-BE49-F238E27FC236}">
                  <a16:creationId xmlns:a16="http://schemas.microsoft.com/office/drawing/2014/main" id="{8BC94A81-36E1-5527-F728-53A15D4DFA2D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57785"/>
              <a:ext cx="1732670" cy="811269"/>
            </a:xfrm>
            <a:custGeom>
              <a:avLst/>
              <a:gdLst/>
              <a:ahLst/>
              <a:cxnLst/>
              <a:rect l="0" t="0" r="0" b="0"/>
              <a:pathLst>
                <a:path w="1732670" h="811269">
                  <a:moveTo>
                    <a:pt x="19488" y="528889"/>
                  </a:moveTo>
                  <a:lnTo>
                    <a:pt x="0" y="567326"/>
                  </a:lnTo>
                  <a:lnTo>
                    <a:pt x="46948" y="611105"/>
                  </a:lnTo>
                  <a:close/>
                  <a:moveTo>
                    <a:pt x="46948" y="611105"/>
                  </a:moveTo>
                  <a:lnTo>
                    <a:pt x="104036" y="693320"/>
                  </a:lnTo>
                  <a:lnTo>
                    <a:pt x="127840" y="654883"/>
                  </a:lnTo>
                  <a:close/>
                  <a:moveTo>
                    <a:pt x="449419" y="610304"/>
                  </a:moveTo>
                  <a:lnTo>
                    <a:pt x="407074" y="584139"/>
                  </a:lnTo>
                  <a:lnTo>
                    <a:pt x="500077" y="618891"/>
                  </a:lnTo>
                  <a:close/>
                  <a:moveTo>
                    <a:pt x="449419" y="610304"/>
                  </a:moveTo>
                  <a:lnTo>
                    <a:pt x="459905" y="616447"/>
                  </a:lnTo>
                  <a:lnTo>
                    <a:pt x="437922" y="601708"/>
                  </a:lnTo>
                  <a:close/>
                  <a:moveTo>
                    <a:pt x="504056" y="526387"/>
                  </a:moveTo>
                  <a:lnTo>
                    <a:pt x="563380" y="576912"/>
                  </a:lnTo>
                  <a:lnTo>
                    <a:pt x="514074" y="495795"/>
                  </a:lnTo>
                  <a:close/>
                  <a:moveTo>
                    <a:pt x="514074" y="495795"/>
                  </a:moveTo>
                  <a:lnTo>
                    <a:pt x="563380" y="576912"/>
                  </a:lnTo>
                  <a:lnTo>
                    <a:pt x="564848" y="539574"/>
                  </a:lnTo>
                  <a:close/>
                  <a:moveTo>
                    <a:pt x="542516" y="457359"/>
                  </a:moveTo>
                  <a:lnTo>
                    <a:pt x="514074" y="495795"/>
                  </a:lnTo>
                  <a:lnTo>
                    <a:pt x="564848" y="539574"/>
                  </a:lnTo>
                  <a:close/>
                  <a:moveTo>
                    <a:pt x="460886" y="200614"/>
                  </a:moveTo>
                  <a:lnTo>
                    <a:pt x="389398" y="198140"/>
                  </a:lnTo>
                  <a:lnTo>
                    <a:pt x="499889" y="187785"/>
                  </a:lnTo>
                  <a:close/>
                  <a:moveTo>
                    <a:pt x="1038460" y="627132"/>
                  </a:moveTo>
                  <a:lnTo>
                    <a:pt x="1006559" y="688850"/>
                  </a:lnTo>
                  <a:lnTo>
                    <a:pt x="1051011" y="639849"/>
                  </a:lnTo>
                  <a:close/>
                  <a:moveTo>
                    <a:pt x="1038460" y="627132"/>
                  </a:moveTo>
                  <a:lnTo>
                    <a:pt x="951811" y="547614"/>
                  </a:lnTo>
                  <a:lnTo>
                    <a:pt x="915025" y="625277"/>
                  </a:lnTo>
                  <a:close/>
                  <a:moveTo>
                    <a:pt x="754246" y="302812"/>
                  </a:moveTo>
                  <a:lnTo>
                    <a:pt x="734961" y="294163"/>
                  </a:lnTo>
                  <a:lnTo>
                    <a:pt x="805043" y="277529"/>
                  </a:lnTo>
                  <a:close/>
                  <a:moveTo>
                    <a:pt x="867956" y="234093"/>
                  </a:moveTo>
                  <a:lnTo>
                    <a:pt x="754246" y="302812"/>
                  </a:lnTo>
                  <a:lnTo>
                    <a:pt x="805043" y="277529"/>
                  </a:lnTo>
                  <a:close/>
                  <a:moveTo>
                    <a:pt x="1412931" y="772684"/>
                  </a:moveTo>
                  <a:lnTo>
                    <a:pt x="1336820" y="773968"/>
                  </a:lnTo>
                  <a:lnTo>
                    <a:pt x="1320451" y="811269"/>
                  </a:lnTo>
                  <a:close/>
                  <a:moveTo>
                    <a:pt x="1316356" y="89960"/>
                  </a:moveTo>
                  <a:lnTo>
                    <a:pt x="1442827" y="129341"/>
                  </a:lnTo>
                  <a:lnTo>
                    <a:pt x="1366320" y="62310"/>
                  </a:lnTo>
                  <a:close/>
                  <a:moveTo>
                    <a:pt x="1537748" y="188303"/>
                  </a:moveTo>
                  <a:lnTo>
                    <a:pt x="1523406" y="151957"/>
                  </a:lnTo>
                  <a:lnTo>
                    <a:pt x="1567938" y="206798"/>
                  </a:lnTo>
                  <a:close/>
                  <a:moveTo>
                    <a:pt x="1520096" y="106088"/>
                  </a:moveTo>
                  <a:lnTo>
                    <a:pt x="1516189" y="144525"/>
                  </a:lnTo>
                  <a:lnTo>
                    <a:pt x="1537748" y="188303"/>
                  </a:lnTo>
                  <a:close/>
                  <a:moveTo>
                    <a:pt x="1520096" y="106088"/>
                  </a:moveTo>
                  <a:lnTo>
                    <a:pt x="1488043" y="83194"/>
                  </a:lnTo>
                  <a:lnTo>
                    <a:pt x="1442827" y="129341"/>
                  </a:lnTo>
                  <a:close/>
                  <a:moveTo>
                    <a:pt x="1586120" y="91924"/>
                  </a:moveTo>
                  <a:lnTo>
                    <a:pt x="1649466" y="129413"/>
                  </a:lnTo>
                  <a:lnTo>
                    <a:pt x="1624095" y="106088"/>
                  </a:lnTo>
                  <a:close/>
                  <a:moveTo>
                    <a:pt x="1678370" y="177610"/>
                  </a:moveTo>
                  <a:lnTo>
                    <a:pt x="1649466" y="129413"/>
                  </a:lnTo>
                  <a:lnTo>
                    <a:pt x="1586120" y="91924"/>
                  </a:lnTo>
                  <a:close/>
                  <a:moveTo>
                    <a:pt x="1678370" y="177610"/>
                  </a:moveTo>
                  <a:lnTo>
                    <a:pt x="1732670" y="188303"/>
                  </a:lnTo>
                  <a:lnTo>
                    <a:pt x="1649466" y="129413"/>
                  </a:lnTo>
                  <a:close/>
                  <a:moveTo>
                    <a:pt x="1586120" y="91924"/>
                  </a:moveTo>
                  <a:lnTo>
                    <a:pt x="1624095" y="106088"/>
                  </a:lnTo>
                  <a:lnTo>
                    <a:pt x="1638342" y="9968"/>
                  </a:lnTo>
                  <a:close/>
                  <a:moveTo>
                    <a:pt x="1576072" y="0"/>
                  </a:moveTo>
                  <a:lnTo>
                    <a:pt x="1586120" y="91924"/>
                  </a:lnTo>
                  <a:lnTo>
                    <a:pt x="1638342" y="996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45" name="Candidate_density__2164">
              <a:extLst>
                <a:ext uri="{FF2B5EF4-FFF2-40B4-BE49-F238E27FC236}">
                  <a16:creationId xmlns:a16="http://schemas.microsoft.com/office/drawing/2014/main" id="{321B76AE-DE54-60AA-583D-6A9F367A4146}"/>
                </a:ext>
              </a:extLst>
            </p:cNvPr>
            <p:cNvSpPr>
              <a:spLocks noGrp="1"/>
            </p:cNvSpPr>
            <p:nvPr/>
          </p:nvSpPr>
          <p:spPr>
            <a:xfrm>
              <a:off x="3732195" y="2547745"/>
              <a:ext cx="1709486" cy="909810"/>
            </a:xfrm>
            <a:custGeom>
              <a:avLst/>
              <a:gdLst/>
              <a:ahLst/>
              <a:cxnLst/>
              <a:rect l="0" t="0" r="0" b="0"/>
              <a:pathLst>
                <a:path w="1709486" h="909810">
                  <a:moveTo>
                    <a:pt x="48011" y="603360"/>
                  </a:moveTo>
                  <a:lnTo>
                    <a:pt x="52848" y="615425"/>
                  </a:lnTo>
                  <a:lnTo>
                    <a:pt x="73513" y="625130"/>
                  </a:lnTo>
                  <a:close/>
                  <a:moveTo>
                    <a:pt x="48011" y="603360"/>
                  </a:moveTo>
                  <a:lnTo>
                    <a:pt x="0" y="558298"/>
                  </a:lnTo>
                  <a:lnTo>
                    <a:pt x="52848" y="615425"/>
                  </a:lnTo>
                  <a:close/>
                  <a:moveTo>
                    <a:pt x="185207" y="668504"/>
                  </a:moveTo>
                  <a:lnTo>
                    <a:pt x="163179" y="647138"/>
                  </a:lnTo>
                  <a:lnTo>
                    <a:pt x="158332" y="663596"/>
                  </a:lnTo>
                  <a:close/>
                  <a:moveTo>
                    <a:pt x="158332" y="663596"/>
                  </a:moveTo>
                  <a:lnTo>
                    <a:pt x="163179" y="647138"/>
                  </a:lnTo>
                  <a:lnTo>
                    <a:pt x="131083" y="625173"/>
                  </a:lnTo>
                  <a:close/>
                  <a:moveTo>
                    <a:pt x="158332" y="663596"/>
                  </a:moveTo>
                  <a:lnTo>
                    <a:pt x="131083" y="625173"/>
                  </a:lnTo>
                  <a:lnTo>
                    <a:pt x="73513" y="625130"/>
                  </a:lnTo>
                  <a:close/>
                  <a:moveTo>
                    <a:pt x="185207" y="668504"/>
                  </a:moveTo>
                  <a:lnTo>
                    <a:pt x="292581" y="729353"/>
                  </a:lnTo>
                  <a:lnTo>
                    <a:pt x="221074" y="682977"/>
                  </a:lnTo>
                  <a:close/>
                  <a:moveTo>
                    <a:pt x="163179" y="647138"/>
                  </a:moveTo>
                  <a:lnTo>
                    <a:pt x="185207" y="668504"/>
                  </a:lnTo>
                  <a:lnTo>
                    <a:pt x="221074" y="682977"/>
                  </a:lnTo>
                  <a:close/>
                  <a:moveTo>
                    <a:pt x="486490" y="367398"/>
                  </a:moveTo>
                  <a:lnTo>
                    <a:pt x="413493" y="323620"/>
                  </a:lnTo>
                  <a:lnTo>
                    <a:pt x="458048" y="405835"/>
                  </a:lnTo>
                  <a:close/>
                  <a:moveTo>
                    <a:pt x="782174" y="526739"/>
                  </a:moveTo>
                  <a:lnTo>
                    <a:pt x="739944" y="584049"/>
                  </a:lnTo>
                  <a:lnTo>
                    <a:pt x="858999" y="535317"/>
                  </a:lnTo>
                  <a:close/>
                  <a:moveTo>
                    <a:pt x="916917" y="575607"/>
                  </a:moveTo>
                  <a:lnTo>
                    <a:pt x="858999" y="535317"/>
                  </a:lnTo>
                  <a:lnTo>
                    <a:pt x="927832" y="589000"/>
                  </a:lnTo>
                  <a:close/>
                  <a:moveTo>
                    <a:pt x="916917" y="575607"/>
                  </a:moveTo>
                  <a:lnTo>
                    <a:pt x="927832" y="589000"/>
                  </a:lnTo>
                  <a:lnTo>
                    <a:pt x="950533" y="598890"/>
                  </a:lnTo>
                  <a:close/>
                  <a:moveTo>
                    <a:pt x="1247636" y="619386"/>
                  </a:moveTo>
                  <a:lnTo>
                    <a:pt x="1286710" y="589421"/>
                  </a:lnTo>
                  <a:lnTo>
                    <a:pt x="1281041" y="583716"/>
                  </a:lnTo>
                  <a:close/>
                  <a:moveTo>
                    <a:pt x="1186250" y="580949"/>
                  </a:moveTo>
                  <a:lnTo>
                    <a:pt x="1167063" y="635942"/>
                  </a:lnTo>
                  <a:lnTo>
                    <a:pt x="1215081" y="600271"/>
                  </a:lnTo>
                  <a:close/>
                  <a:moveTo>
                    <a:pt x="1101455" y="619386"/>
                  </a:moveTo>
                  <a:lnTo>
                    <a:pt x="1186250" y="580949"/>
                  </a:lnTo>
                  <a:lnTo>
                    <a:pt x="1087541" y="617281"/>
                  </a:lnTo>
                  <a:close/>
                  <a:moveTo>
                    <a:pt x="1482421" y="909810"/>
                  </a:moveTo>
                  <a:lnTo>
                    <a:pt x="1540821" y="894073"/>
                  </a:lnTo>
                  <a:lnTo>
                    <a:pt x="1433478" y="827595"/>
                  </a:lnTo>
                  <a:close/>
                  <a:moveTo>
                    <a:pt x="1364796" y="602715"/>
                  </a:moveTo>
                  <a:lnTo>
                    <a:pt x="1371647" y="570646"/>
                  </a:lnTo>
                  <a:lnTo>
                    <a:pt x="1353559" y="624158"/>
                  </a:lnTo>
                  <a:close/>
                  <a:moveTo>
                    <a:pt x="1260331" y="0"/>
                  </a:moveTo>
                  <a:lnTo>
                    <a:pt x="1274896" y="93001"/>
                  </a:lnTo>
                  <a:lnTo>
                    <a:pt x="1386801" y="39380"/>
                  </a:lnTo>
                  <a:close/>
                  <a:moveTo>
                    <a:pt x="1694205" y="429597"/>
                  </a:moveTo>
                  <a:lnTo>
                    <a:pt x="1703262" y="547855"/>
                  </a:lnTo>
                  <a:lnTo>
                    <a:pt x="1709486" y="465640"/>
                  </a:lnTo>
                  <a:close/>
                  <a:moveTo>
                    <a:pt x="1673235" y="246461"/>
                  </a:moveTo>
                  <a:lnTo>
                    <a:pt x="1702828" y="344988"/>
                  </a:lnTo>
                  <a:lnTo>
                    <a:pt x="1695052" y="262773"/>
                  </a:lnTo>
                  <a:close/>
                  <a:moveTo>
                    <a:pt x="1662984" y="154702"/>
                  </a:moveTo>
                  <a:lnTo>
                    <a:pt x="1695052" y="262773"/>
                  </a:lnTo>
                  <a:lnTo>
                    <a:pt x="1700854" y="180558"/>
                  </a:lnTo>
                  <a:close/>
                  <a:moveTo>
                    <a:pt x="1662984" y="154702"/>
                  </a:moveTo>
                  <a:lnTo>
                    <a:pt x="1673235" y="246461"/>
                  </a:lnTo>
                  <a:lnTo>
                    <a:pt x="1695052" y="26277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46" name="Candidate_density__2165">
              <a:extLst>
                <a:ext uri="{FF2B5EF4-FFF2-40B4-BE49-F238E27FC236}">
                  <a16:creationId xmlns:a16="http://schemas.microsoft.com/office/drawing/2014/main" id="{2941B579-E3DE-EAAB-3F97-9CE281881630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47745"/>
              <a:ext cx="1709931" cy="625130"/>
            </a:xfrm>
            <a:custGeom>
              <a:avLst/>
              <a:gdLst/>
              <a:ahLst/>
              <a:cxnLst/>
              <a:rect l="0" t="0" r="0" b="0"/>
              <a:pathLst>
                <a:path w="1709931" h="625130">
                  <a:moveTo>
                    <a:pt x="57088" y="603360"/>
                  </a:moveTo>
                  <a:lnTo>
                    <a:pt x="0" y="521144"/>
                  </a:lnTo>
                  <a:lnTo>
                    <a:pt x="9078" y="558298"/>
                  </a:lnTo>
                  <a:close/>
                  <a:moveTo>
                    <a:pt x="80892" y="564923"/>
                  </a:moveTo>
                  <a:lnTo>
                    <a:pt x="57088" y="603360"/>
                  </a:lnTo>
                  <a:lnTo>
                    <a:pt x="82590" y="625130"/>
                  </a:lnTo>
                  <a:close/>
                  <a:moveTo>
                    <a:pt x="297665" y="444272"/>
                  </a:moveTo>
                  <a:lnTo>
                    <a:pt x="298174" y="444453"/>
                  </a:lnTo>
                  <a:lnTo>
                    <a:pt x="297011" y="439095"/>
                  </a:lnTo>
                  <a:close/>
                  <a:moveTo>
                    <a:pt x="351248" y="461896"/>
                  </a:moveTo>
                  <a:lnTo>
                    <a:pt x="298174" y="444453"/>
                  </a:lnTo>
                  <a:lnTo>
                    <a:pt x="390974" y="511748"/>
                  </a:lnTo>
                  <a:close/>
                  <a:moveTo>
                    <a:pt x="298174" y="444453"/>
                  </a:moveTo>
                  <a:lnTo>
                    <a:pt x="298580" y="444959"/>
                  </a:lnTo>
                  <a:lnTo>
                    <a:pt x="390974" y="511748"/>
                  </a:lnTo>
                  <a:close/>
                  <a:moveTo>
                    <a:pt x="298580" y="444959"/>
                  </a:moveTo>
                  <a:lnTo>
                    <a:pt x="298174" y="444453"/>
                  </a:lnTo>
                  <a:lnTo>
                    <a:pt x="297665" y="444272"/>
                  </a:lnTo>
                  <a:close/>
                  <a:moveTo>
                    <a:pt x="328247" y="488050"/>
                  </a:moveTo>
                  <a:lnTo>
                    <a:pt x="298580" y="444959"/>
                  </a:lnTo>
                  <a:lnTo>
                    <a:pt x="297665" y="444272"/>
                  </a:lnTo>
                  <a:close/>
                  <a:moveTo>
                    <a:pt x="360126" y="494178"/>
                  </a:moveTo>
                  <a:lnTo>
                    <a:pt x="390974" y="511748"/>
                  </a:lnTo>
                  <a:lnTo>
                    <a:pt x="298580" y="444959"/>
                  </a:lnTo>
                  <a:close/>
                  <a:moveTo>
                    <a:pt x="360126" y="494178"/>
                  </a:moveTo>
                  <a:lnTo>
                    <a:pt x="402471" y="520344"/>
                  </a:lnTo>
                  <a:lnTo>
                    <a:pt x="390974" y="511748"/>
                  </a:lnTo>
                  <a:close/>
                  <a:moveTo>
                    <a:pt x="457108" y="436426"/>
                  </a:moveTo>
                  <a:lnTo>
                    <a:pt x="519558" y="488050"/>
                  </a:lnTo>
                  <a:lnTo>
                    <a:pt x="516431" y="486952"/>
                  </a:lnTo>
                  <a:close/>
                  <a:moveTo>
                    <a:pt x="270122" y="66889"/>
                  </a:moveTo>
                  <a:lnTo>
                    <a:pt x="320493" y="96484"/>
                  </a:lnTo>
                  <a:lnTo>
                    <a:pt x="350959" y="159190"/>
                  </a:lnTo>
                  <a:close/>
                  <a:moveTo>
                    <a:pt x="991512" y="537171"/>
                  </a:moveTo>
                  <a:lnTo>
                    <a:pt x="925994" y="575607"/>
                  </a:lnTo>
                  <a:lnTo>
                    <a:pt x="959611" y="598890"/>
                  </a:lnTo>
                  <a:close/>
                  <a:moveTo>
                    <a:pt x="925994" y="575607"/>
                  </a:moveTo>
                  <a:lnTo>
                    <a:pt x="991512" y="537171"/>
                  </a:lnTo>
                  <a:lnTo>
                    <a:pt x="868076" y="535317"/>
                  </a:lnTo>
                  <a:close/>
                  <a:moveTo>
                    <a:pt x="1004063" y="549888"/>
                  </a:moveTo>
                  <a:lnTo>
                    <a:pt x="959611" y="598890"/>
                  </a:lnTo>
                  <a:lnTo>
                    <a:pt x="1096618" y="617281"/>
                  </a:lnTo>
                  <a:close/>
                  <a:moveTo>
                    <a:pt x="1246196" y="58371"/>
                  </a:moveTo>
                  <a:lnTo>
                    <a:pt x="1332710" y="148721"/>
                  </a:lnTo>
                  <a:lnTo>
                    <a:pt x="1289760" y="83546"/>
                  </a:lnTo>
                  <a:close/>
                  <a:moveTo>
                    <a:pt x="1246196" y="58371"/>
                  </a:moveTo>
                  <a:lnTo>
                    <a:pt x="1289760" y="83546"/>
                  </a:lnTo>
                  <a:lnTo>
                    <a:pt x="1269408" y="0"/>
                  </a:lnTo>
                  <a:close/>
                  <a:moveTo>
                    <a:pt x="1469241" y="54564"/>
                  </a:moveTo>
                  <a:lnTo>
                    <a:pt x="1476458" y="61997"/>
                  </a:lnTo>
                  <a:lnTo>
                    <a:pt x="1490799" y="98343"/>
                  </a:lnTo>
                  <a:close/>
                  <a:moveTo>
                    <a:pt x="1469241" y="54564"/>
                  </a:moveTo>
                  <a:lnTo>
                    <a:pt x="1473148" y="16128"/>
                  </a:lnTo>
                  <a:lnTo>
                    <a:pt x="1395878" y="39380"/>
                  </a:lnTo>
                  <a:close/>
                  <a:moveTo>
                    <a:pt x="1631422" y="87650"/>
                  </a:moveTo>
                  <a:lnTo>
                    <a:pt x="1709931" y="180558"/>
                  </a:lnTo>
                  <a:lnTo>
                    <a:pt x="1685722" y="98343"/>
                  </a:lnTo>
                  <a:close/>
                  <a:moveTo>
                    <a:pt x="1631422" y="87650"/>
                  </a:moveTo>
                  <a:lnTo>
                    <a:pt x="1672062" y="154702"/>
                  </a:lnTo>
                  <a:lnTo>
                    <a:pt x="1709931" y="18055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47" name="Candidate_density__2166">
              <a:extLst>
                <a:ext uri="{FF2B5EF4-FFF2-40B4-BE49-F238E27FC236}">
                  <a16:creationId xmlns:a16="http://schemas.microsoft.com/office/drawing/2014/main" id="{0E99BEBB-C906-8107-3FEF-22007D4D16AC}"/>
                </a:ext>
              </a:extLst>
            </p:cNvPr>
            <p:cNvSpPr>
              <a:spLocks noGrp="1"/>
            </p:cNvSpPr>
            <p:nvPr/>
          </p:nvSpPr>
          <p:spPr>
            <a:xfrm>
              <a:off x="3890526" y="2728303"/>
              <a:ext cx="1554861" cy="561579"/>
            </a:xfrm>
            <a:custGeom>
              <a:avLst/>
              <a:gdLst/>
              <a:ahLst/>
              <a:cxnLst/>
              <a:rect l="0" t="0" r="0" b="0"/>
              <a:pathLst>
                <a:path w="1554861" h="561579">
                  <a:moveTo>
                    <a:pt x="0" y="483037"/>
                  </a:moveTo>
                  <a:lnTo>
                    <a:pt x="76688" y="491102"/>
                  </a:lnTo>
                  <a:lnTo>
                    <a:pt x="26875" y="487946"/>
                  </a:lnTo>
                  <a:close/>
                  <a:moveTo>
                    <a:pt x="134250" y="548795"/>
                  </a:moveTo>
                  <a:lnTo>
                    <a:pt x="140792" y="556018"/>
                  </a:lnTo>
                  <a:lnTo>
                    <a:pt x="153096" y="561579"/>
                  </a:lnTo>
                  <a:close/>
                  <a:moveTo>
                    <a:pt x="140792" y="556018"/>
                  </a:moveTo>
                  <a:lnTo>
                    <a:pt x="134250" y="548795"/>
                  </a:lnTo>
                  <a:lnTo>
                    <a:pt x="26875" y="487946"/>
                  </a:lnTo>
                  <a:close/>
                  <a:moveTo>
                    <a:pt x="86515" y="500052"/>
                  </a:moveTo>
                  <a:lnTo>
                    <a:pt x="140792" y="556018"/>
                  </a:lnTo>
                  <a:lnTo>
                    <a:pt x="26875" y="487946"/>
                  </a:lnTo>
                  <a:close/>
                  <a:moveTo>
                    <a:pt x="149702" y="225277"/>
                  </a:moveTo>
                  <a:lnTo>
                    <a:pt x="130256" y="263713"/>
                  </a:lnTo>
                  <a:lnTo>
                    <a:pt x="174275" y="210357"/>
                  </a:lnTo>
                  <a:close/>
                  <a:moveTo>
                    <a:pt x="130256" y="263713"/>
                  </a:moveTo>
                  <a:lnTo>
                    <a:pt x="129602" y="258536"/>
                  </a:lnTo>
                  <a:lnTo>
                    <a:pt x="174275" y="210357"/>
                  </a:lnTo>
                  <a:close/>
                  <a:moveTo>
                    <a:pt x="511633" y="420511"/>
                  </a:moveTo>
                  <a:lnTo>
                    <a:pt x="581612" y="403491"/>
                  </a:lnTo>
                  <a:lnTo>
                    <a:pt x="623842" y="346180"/>
                  </a:lnTo>
                  <a:close/>
                  <a:moveTo>
                    <a:pt x="581612" y="403491"/>
                  </a:moveTo>
                  <a:lnTo>
                    <a:pt x="651336" y="385518"/>
                  </a:lnTo>
                  <a:lnTo>
                    <a:pt x="700667" y="354758"/>
                  </a:lnTo>
                  <a:close/>
                  <a:moveTo>
                    <a:pt x="869052" y="427005"/>
                  </a:moveTo>
                  <a:lnTo>
                    <a:pt x="792201" y="418332"/>
                  </a:lnTo>
                  <a:lnTo>
                    <a:pt x="769500" y="408442"/>
                  </a:lnTo>
                  <a:close/>
                  <a:moveTo>
                    <a:pt x="792201" y="418332"/>
                  </a:moveTo>
                  <a:lnTo>
                    <a:pt x="869052" y="427005"/>
                  </a:lnTo>
                  <a:lnTo>
                    <a:pt x="929209" y="436722"/>
                  </a:lnTo>
                  <a:close/>
                  <a:moveTo>
                    <a:pt x="936700" y="401274"/>
                  </a:moveTo>
                  <a:lnTo>
                    <a:pt x="943123" y="438827"/>
                  </a:lnTo>
                  <a:lnTo>
                    <a:pt x="929209" y="436722"/>
                  </a:lnTo>
                  <a:close/>
                  <a:moveTo>
                    <a:pt x="943123" y="438827"/>
                  </a:moveTo>
                  <a:lnTo>
                    <a:pt x="995518" y="445969"/>
                  </a:lnTo>
                  <a:lnTo>
                    <a:pt x="1008731" y="455384"/>
                  </a:lnTo>
                  <a:close/>
                  <a:moveTo>
                    <a:pt x="1008731" y="455384"/>
                  </a:moveTo>
                  <a:lnTo>
                    <a:pt x="1128378" y="408863"/>
                  </a:lnTo>
                  <a:lnTo>
                    <a:pt x="1056749" y="419713"/>
                  </a:lnTo>
                  <a:close/>
                  <a:moveTo>
                    <a:pt x="1027919" y="400391"/>
                  </a:moveTo>
                  <a:lnTo>
                    <a:pt x="943123" y="438827"/>
                  </a:lnTo>
                  <a:lnTo>
                    <a:pt x="1008731" y="455384"/>
                  </a:lnTo>
                  <a:close/>
                  <a:moveTo>
                    <a:pt x="1056749" y="419713"/>
                  </a:moveTo>
                  <a:lnTo>
                    <a:pt x="1128378" y="408863"/>
                  </a:lnTo>
                  <a:lnTo>
                    <a:pt x="1195228" y="443600"/>
                  </a:lnTo>
                  <a:close/>
                  <a:moveTo>
                    <a:pt x="1195228" y="443600"/>
                  </a:moveTo>
                  <a:lnTo>
                    <a:pt x="1213316" y="390088"/>
                  </a:lnTo>
                  <a:lnTo>
                    <a:pt x="1209490" y="361955"/>
                  </a:lnTo>
                  <a:close/>
                  <a:moveTo>
                    <a:pt x="1128378" y="408863"/>
                  </a:moveTo>
                  <a:lnTo>
                    <a:pt x="1206464" y="422157"/>
                  </a:lnTo>
                  <a:lnTo>
                    <a:pt x="1195228" y="443600"/>
                  </a:lnTo>
                  <a:close/>
                  <a:moveTo>
                    <a:pt x="1213316" y="390088"/>
                  </a:moveTo>
                  <a:lnTo>
                    <a:pt x="1193303" y="372949"/>
                  </a:lnTo>
                  <a:lnTo>
                    <a:pt x="1209490" y="361955"/>
                  </a:lnTo>
                  <a:close/>
                  <a:moveTo>
                    <a:pt x="1554861" y="294194"/>
                  </a:moveTo>
                  <a:lnTo>
                    <a:pt x="1539652" y="206467"/>
                  </a:lnTo>
                  <a:lnTo>
                    <a:pt x="1551154" y="285081"/>
                  </a:lnTo>
                  <a:close/>
                  <a:moveTo>
                    <a:pt x="1539652" y="206467"/>
                  </a:moveTo>
                  <a:lnTo>
                    <a:pt x="1538181" y="202867"/>
                  </a:lnTo>
                  <a:lnTo>
                    <a:pt x="1551154" y="285081"/>
                  </a:lnTo>
                  <a:close/>
                  <a:moveTo>
                    <a:pt x="1538181" y="202867"/>
                  </a:moveTo>
                  <a:lnTo>
                    <a:pt x="1544496" y="164430"/>
                  </a:lnTo>
                  <a:lnTo>
                    <a:pt x="1551154" y="285081"/>
                  </a:lnTo>
                  <a:close/>
                  <a:moveTo>
                    <a:pt x="1544496" y="164430"/>
                  </a:moveTo>
                  <a:lnTo>
                    <a:pt x="1538181" y="202867"/>
                  </a:lnTo>
                  <a:lnTo>
                    <a:pt x="1500759" y="120651"/>
                  </a:lnTo>
                  <a:close/>
                  <a:moveTo>
                    <a:pt x="1536720" y="82214"/>
                  </a:moveTo>
                  <a:lnTo>
                    <a:pt x="1544496" y="164430"/>
                  </a:lnTo>
                  <a:lnTo>
                    <a:pt x="1500759" y="120651"/>
                  </a:lnTo>
                  <a:close/>
                  <a:moveTo>
                    <a:pt x="1500759" y="120651"/>
                  </a:moveTo>
                  <a:lnTo>
                    <a:pt x="1542522" y="0"/>
                  </a:lnTo>
                  <a:lnTo>
                    <a:pt x="1536720" y="82214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48" name="Candidate_density__2167">
              <a:extLst>
                <a:ext uri="{FF2B5EF4-FFF2-40B4-BE49-F238E27FC236}">
                  <a16:creationId xmlns:a16="http://schemas.microsoft.com/office/drawing/2014/main" id="{FAA0093D-ABEE-A993-15BA-BC6E0C687472}"/>
                </a:ext>
              </a:extLst>
            </p:cNvPr>
            <p:cNvSpPr>
              <a:spLocks noGrp="1"/>
            </p:cNvSpPr>
            <p:nvPr/>
          </p:nvSpPr>
          <p:spPr>
            <a:xfrm>
              <a:off x="3684211" y="2408638"/>
              <a:ext cx="1670327" cy="936205"/>
            </a:xfrm>
            <a:custGeom>
              <a:avLst/>
              <a:gdLst/>
              <a:ahLst/>
              <a:cxnLst/>
              <a:rect l="0" t="0" r="0" b="0"/>
              <a:pathLst>
                <a:path w="1670327" h="936205">
                  <a:moveTo>
                    <a:pt x="78641" y="621814"/>
                  </a:moveTo>
                  <a:lnTo>
                    <a:pt x="30939" y="550577"/>
                  </a:lnTo>
                  <a:lnTo>
                    <a:pt x="11446" y="578035"/>
                  </a:lnTo>
                  <a:close/>
                  <a:moveTo>
                    <a:pt x="78641" y="621814"/>
                  </a:moveTo>
                  <a:lnTo>
                    <a:pt x="11446" y="578035"/>
                  </a:lnTo>
                  <a:lnTo>
                    <a:pt x="38906" y="660251"/>
                  </a:lnTo>
                  <a:close/>
                  <a:moveTo>
                    <a:pt x="0" y="495821"/>
                  </a:moveTo>
                  <a:lnTo>
                    <a:pt x="11446" y="578035"/>
                  </a:lnTo>
                  <a:lnTo>
                    <a:pt x="17132" y="461710"/>
                  </a:lnTo>
                  <a:close/>
                  <a:moveTo>
                    <a:pt x="11446" y="578035"/>
                  </a:moveTo>
                  <a:lnTo>
                    <a:pt x="30939" y="550577"/>
                  </a:lnTo>
                  <a:lnTo>
                    <a:pt x="17132" y="461710"/>
                  </a:lnTo>
                  <a:close/>
                  <a:moveTo>
                    <a:pt x="17132" y="461710"/>
                  </a:moveTo>
                  <a:lnTo>
                    <a:pt x="21061" y="452181"/>
                  </a:lnTo>
                  <a:lnTo>
                    <a:pt x="0" y="495821"/>
                  </a:lnTo>
                  <a:close/>
                  <a:moveTo>
                    <a:pt x="0" y="495821"/>
                  </a:moveTo>
                  <a:lnTo>
                    <a:pt x="21061" y="452181"/>
                  </a:lnTo>
                  <a:lnTo>
                    <a:pt x="32761" y="375169"/>
                  </a:lnTo>
                  <a:close/>
                  <a:moveTo>
                    <a:pt x="39336" y="539599"/>
                  </a:moveTo>
                  <a:lnTo>
                    <a:pt x="17132" y="461710"/>
                  </a:lnTo>
                  <a:lnTo>
                    <a:pt x="30939" y="550577"/>
                  </a:lnTo>
                  <a:close/>
                  <a:moveTo>
                    <a:pt x="39336" y="539599"/>
                  </a:moveTo>
                  <a:lnTo>
                    <a:pt x="20546" y="457384"/>
                  </a:lnTo>
                  <a:lnTo>
                    <a:pt x="17132" y="461710"/>
                  </a:lnTo>
                  <a:close/>
                  <a:moveTo>
                    <a:pt x="21061" y="452181"/>
                  </a:moveTo>
                  <a:lnTo>
                    <a:pt x="17132" y="461710"/>
                  </a:lnTo>
                  <a:lnTo>
                    <a:pt x="20546" y="457384"/>
                  </a:lnTo>
                  <a:close/>
                  <a:moveTo>
                    <a:pt x="359399" y="235590"/>
                  </a:moveTo>
                  <a:lnTo>
                    <a:pt x="230710" y="248306"/>
                  </a:lnTo>
                  <a:lnTo>
                    <a:pt x="337373" y="259860"/>
                  </a:lnTo>
                  <a:close/>
                  <a:moveTo>
                    <a:pt x="381355" y="247287"/>
                  </a:moveTo>
                  <a:lnTo>
                    <a:pt x="436903" y="246708"/>
                  </a:lnTo>
                  <a:lnTo>
                    <a:pt x="359399" y="235590"/>
                  </a:lnTo>
                  <a:close/>
                  <a:moveTo>
                    <a:pt x="1289982" y="840708"/>
                  </a:moveTo>
                  <a:lnTo>
                    <a:pt x="1312791" y="936205"/>
                  </a:lnTo>
                  <a:lnTo>
                    <a:pt x="1312409" y="860415"/>
                  </a:lnTo>
                  <a:close/>
                  <a:moveTo>
                    <a:pt x="1289982" y="840708"/>
                  </a:moveTo>
                  <a:lnTo>
                    <a:pt x="1312409" y="860415"/>
                  </a:lnTo>
                  <a:lnTo>
                    <a:pt x="1328778" y="823115"/>
                  </a:lnTo>
                  <a:close/>
                  <a:moveTo>
                    <a:pt x="1285102" y="197478"/>
                  </a:moveTo>
                  <a:lnTo>
                    <a:pt x="1308314" y="139107"/>
                  </a:lnTo>
                  <a:lnTo>
                    <a:pt x="1239849" y="134175"/>
                  </a:lnTo>
                  <a:close/>
                  <a:moveTo>
                    <a:pt x="1239849" y="134175"/>
                  </a:moveTo>
                  <a:lnTo>
                    <a:pt x="1308314" y="139107"/>
                  </a:lnTo>
                  <a:lnTo>
                    <a:pt x="1316689" y="32206"/>
                  </a:lnTo>
                  <a:close/>
                  <a:moveTo>
                    <a:pt x="1358278" y="111456"/>
                  </a:moveTo>
                  <a:lnTo>
                    <a:pt x="1326908" y="29241"/>
                  </a:lnTo>
                  <a:lnTo>
                    <a:pt x="1308314" y="139107"/>
                  </a:lnTo>
                  <a:close/>
                  <a:moveTo>
                    <a:pt x="1443542" y="73020"/>
                  </a:moveTo>
                  <a:lnTo>
                    <a:pt x="1434784" y="178487"/>
                  </a:lnTo>
                  <a:lnTo>
                    <a:pt x="1480000" y="132341"/>
                  </a:lnTo>
                  <a:close/>
                  <a:moveTo>
                    <a:pt x="1443542" y="73020"/>
                  </a:moveTo>
                  <a:lnTo>
                    <a:pt x="1358278" y="111456"/>
                  </a:lnTo>
                  <a:lnTo>
                    <a:pt x="1434784" y="178487"/>
                  </a:lnTo>
                  <a:close/>
                  <a:moveTo>
                    <a:pt x="1512054" y="155234"/>
                  </a:moveTo>
                  <a:lnTo>
                    <a:pt x="1594841" y="227533"/>
                  </a:lnTo>
                  <a:lnTo>
                    <a:pt x="1578077" y="141070"/>
                  </a:lnTo>
                  <a:close/>
                  <a:moveTo>
                    <a:pt x="1594841" y="227533"/>
                  </a:moveTo>
                  <a:lnTo>
                    <a:pt x="1670327" y="226756"/>
                  </a:lnTo>
                  <a:lnTo>
                    <a:pt x="1578077" y="141070"/>
                  </a:lnTo>
                  <a:close/>
                  <a:moveTo>
                    <a:pt x="1578077" y="141070"/>
                  </a:moveTo>
                  <a:lnTo>
                    <a:pt x="1480000" y="132341"/>
                  </a:lnTo>
                  <a:lnTo>
                    <a:pt x="1512054" y="155234"/>
                  </a:lnTo>
                  <a:close/>
                  <a:moveTo>
                    <a:pt x="1476123" y="63273"/>
                  </a:moveTo>
                  <a:lnTo>
                    <a:pt x="1480000" y="132341"/>
                  </a:lnTo>
                  <a:lnTo>
                    <a:pt x="1578077" y="141070"/>
                  </a:lnTo>
                  <a:close/>
                  <a:moveTo>
                    <a:pt x="1568030" y="49146"/>
                  </a:moveTo>
                  <a:lnTo>
                    <a:pt x="1476123" y="63273"/>
                  </a:lnTo>
                  <a:lnTo>
                    <a:pt x="1578077" y="141070"/>
                  </a:lnTo>
                  <a:close/>
                  <a:moveTo>
                    <a:pt x="1476123" y="63273"/>
                  </a:moveTo>
                  <a:lnTo>
                    <a:pt x="1568030" y="49146"/>
                  </a:lnTo>
                  <a:lnTo>
                    <a:pt x="1519135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49" name="Candidate_density__2168">
              <a:extLst>
                <a:ext uri="{FF2B5EF4-FFF2-40B4-BE49-F238E27FC236}">
                  <a16:creationId xmlns:a16="http://schemas.microsoft.com/office/drawing/2014/main" id="{1BE9627F-CDF5-5034-F8DE-30A89AE03D16}"/>
                </a:ext>
              </a:extLst>
            </p:cNvPr>
            <p:cNvSpPr>
              <a:spLocks noGrp="1"/>
            </p:cNvSpPr>
            <p:nvPr/>
          </p:nvSpPr>
          <p:spPr>
            <a:xfrm>
              <a:off x="4031318" y="3013385"/>
              <a:ext cx="1414069" cy="455864"/>
            </a:xfrm>
            <a:custGeom>
              <a:avLst/>
              <a:gdLst/>
              <a:ahLst/>
              <a:cxnLst/>
              <a:rect l="0" t="0" r="0" b="0"/>
              <a:pathLst>
                <a:path w="1414069" h="455864">
                  <a:moveTo>
                    <a:pt x="85107" y="270035"/>
                  </a:moveTo>
                  <a:lnTo>
                    <a:pt x="12305" y="276497"/>
                  </a:lnTo>
                  <a:lnTo>
                    <a:pt x="0" y="270937"/>
                  </a:lnTo>
                  <a:close/>
                  <a:moveTo>
                    <a:pt x="12305" y="276497"/>
                  </a:moveTo>
                  <a:lnTo>
                    <a:pt x="85107" y="270035"/>
                  </a:lnTo>
                  <a:lnTo>
                    <a:pt x="144092" y="275372"/>
                  </a:lnTo>
                  <a:close/>
                  <a:moveTo>
                    <a:pt x="370842" y="135429"/>
                  </a:moveTo>
                  <a:lnTo>
                    <a:pt x="332686" y="182245"/>
                  </a:lnTo>
                  <a:lnTo>
                    <a:pt x="440820" y="118409"/>
                  </a:lnTo>
                  <a:close/>
                  <a:moveTo>
                    <a:pt x="1183298" y="444170"/>
                  </a:moveTo>
                  <a:lnTo>
                    <a:pt x="1212446" y="452214"/>
                  </a:lnTo>
                  <a:lnTo>
                    <a:pt x="1225468" y="455864"/>
                  </a:lnTo>
                  <a:close/>
                  <a:moveTo>
                    <a:pt x="1238931" y="444170"/>
                  </a:moveTo>
                  <a:lnTo>
                    <a:pt x="1225468" y="455864"/>
                  </a:lnTo>
                  <a:lnTo>
                    <a:pt x="1212446" y="452214"/>
                  </a:lnTo>
                  <a:close/>
                  <a:moveTo>
                    <a:pt x="1183298" y="444170"/>
                  </a:moveTo>
                  <a:lnTo>
                    <a:pt x="1225468" y="455864"/>
                  </a:lnTo>
                  <a:lnTo>
                    <a:pt x="1241698" y="428433"/>
                  </a:lnTo>
                  <a:close/>
                  <a:moveTo>
                    <a:pt x="1241698" y="428433"/>
                  </a:moveTo>
                  <a:lnTo>
                    <a:pt x="1225468" y="455864"/>
                  </a:lnTo>
                  <a:lnTo>
                    <a:pt x="1238931" y="444170"/>
                  </a:lnTo>
                  <a:close/>
                  <a:moveTo>
                    <a:pt x="1259318" y="367224"/>
                  </a:moveTo>
                  <a:lnTo>
                    <a:pt x="1286999" y="352103"/>
                  </a:lnTo>
                  <a:lnTo>
                    <a:pt x="1287783" y="323519"/>
                  </a:lnTo>
                  <a:close/>
                  <a:moveTo>
                    <a:pt x="1241698" y="428433"/>
                  </a:moveTo>
                  <a:lnTo>
                    <a:pt x="1277553" y="371944"/>
                  </a:lnTo>
                  <a:lnTo>
                    <a:pt x="1259318" y="367224"/>
                  </a:lnTo>
                  <a:close/>
                  <a:moveTo>
                    <a:pt x="1390683" y="120652"/>
                  </a:moveTo>
                  <a:lnTo>
                    <a:pt x="1385472" y="129826"/>
                  </a:lnTo>
                  <a:lnTo>
                    <a:pt x="1345582" y="195888"/>
                  </a:lnTo>
                  <a:close/>
                  <a:moveTo>
                    <a:pt x="1390683" y="120652"/>
                  </a:moveTo>
                  <a:lnTo>
                    <a:pt x="1404139" y="82215"/>
                  </a:lnTo>
                  <a:lnTo>
                    <a:pt x="1385472" y="129826"/>
                  </a:lnTo>
                  <a:close/>
                  <a:moveTo>
                    <a:pt x="1390683" y="120652"/>
                  </a:moveTo>
                  <a:lnTo>
                    <a:pt x="1414069" y="9113"/>
                  </a:lnTo>
                  <a:lnTo>
                    <a:pt x="1410363" y="0"/>
                  </a:lnTo>
                  <a:close/>
                  <a:moveTo>
                    <a:pt x="1390683" y="120652"/>
                  </a:moveTo>
                  <a:lnTo>
                    <a:pt x="1410363" y="0"/>
                  </a:lnTo>
                  <a:lnTo>
                    <a:pt x="140413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50" name="Candidate_density__2169">
              <a:extLst>
                <a:ext uri="{FF2B5EF4-FFF2-40B4-BE49-F238E27FC236}">
                  <a16:creationId xmlns:a16="http://schemas.microsoft.com/office/drawing/2014/main" id="{C5783E46-A17A-C557-4E68-2A5B9AF4E174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407305"/>
              <a:ext cx="1498589" cy="842042"/>
            </a:xfrm>
            <a:custGeom>
              <a:avLst/>
              <a:gdLst/>
              <a:ahLst/>
              <a:cxnLst/>
              <a:rect l="0" t="0" r="0" b="0"/>
              <a:pathLst>
                <a:path w="1498589" h="842042">
                  <a:moveTo>
                    <a:pt x="45780" y="407552"/>
                  </a:moveTo>
                  <a:lnTo>
                    <a:pt x="515" y="453514"/>
                  </a:lnTo>
                  <a:lnTo>
                    <a:pt x="0" y="458718"/>
                  </a:lnTo>
                  <a:close/>
                  <a:moveTo>
                    <a:pt x="515" y="453514"/>
                  </a:moveTo>
                  <a:lnTo>
                    <a:pt x="45780" y="407552"/>
                  </a:lnTo>
                  <a:lnTo>
                    <a:pt x="12216" y="376503"/>
                  </a:lnTo>
                  <a:close/>
                  <a:moveTo>
                    <a:pt x="45780" y="407552"/>
                  </a:moveTo>
                  <a:lnTo>
                    <a:pt x="55901" y="338067"/>
                  </a:lnTo>
                  <a:lnTo>
                    <a:pt x="12216" y="376503"/>
                  </a:lnTo>
                  <a:close/>
                  <a:moveTo>
                    <a:pt x="55901" y="338067"/>
                  </a:moveTo>
                  <a:lnTo>
                    <a:pt x="82300" y="265435"/>
                  </a:lnTo>
                  <a:lnTo>
                    <a:pt x="16279" y="294288"/>
                  </a:lnTo>
                  <a:close/>
                  <a:moveTo>
                    <a:pt x="12216" y="376503"/>
                  </a:moveTo>
                  <a:lnTo>
                    <a:pt x="55901" y="338067"/>
                  </a:lnTo>
                  <a:lnTo>
                    <a:pt x="16279" y="294288"/>
                  </a:lnTo>
                  <a:close/>
                  <a:moveTo>
                    <a:pt x="88464" y="255852"/>
                  </a:moveTo>
                  <a:lnTo>
                    <a:pt x="66724" y="266431"/>
                  </a:lnTo>
                  <a:lnTo>
                    <a:pt x="82300" y="265435"/>
                  </a:lnTo>
                  <a:close/>
                  <a:moveTo>
                    <a:pt x="82300" y="265435"/>
                  </a:moveTo>
                  <a:lnTo>
                    <a:pt x="55901" y="338067"/>
                  </a:lnTo>
                  <a:lnTo>
                    <a:pt x="142020" y="305309"/>
                  </a:lnTo>
                  <a:close/>
                  <a:moveTo>
                    <a:pt x="186625" y="229545"/>
                  </a:moveTo>
                  <a:lnTo>
                    <a:pt x="88464" y="255852"/>
                  </a:lnTo>
                  <a:lnTo>
                    <a:pt x="210165" y="249640"/>
                  </a:lnTo>
                  <a:close/>
                  <a:moveTo>
                    <a:pt x="88464" y="255852"/>
                  </a:moveTo>
                  <a:lnTo>
                    <a:pt x="82300" y="265435"/>
                  </a:lnTo>
                  <a:lnTo>
                    <a:pt x="210165" y="249640"/>
                  </a:lnTo>
                  <a:close/>
                  <a:moveTo>
                    <a:pt x="210165" y="249640"/>
                  </a:moveTo>
                  <a:lnTo>
                    <a:pt x="82300" y="265435"/>
                  </a:lnTo>
                  <a:lnTo>
                    <a:pt x="163605" y="299630"/>
                  </a:lnTo>
                  <a:close/>
                  <a:moveTo>
                    <a:pt x="163605" y="299630"/>
                  </a:moveTo>
                  <a:lnTo>
                    <a:pt x="82300" y="265435"/>
                  </a:lnTo>
                  <a:lnTo>
                    <a:pt x="142020" y="305309"/>
                  </a:lnTo>
                  <a:close/>
                  <a:moveTo>
                    <a:pt x="249541" y="217415"/>
                  </a:moveTo>
                  <a:lnTo>
                    <a:pt x="186625" y="229545"/>
                  </a:lnTo>
                  <a:lnTo>
                    <a:pt x="210165" y="249640"/>
                  </a:lnTo>
                  <a:close/>
                  <a:moveTo>
                    <a:pt x="249541" y="217415"/>
                  </a:moveTo>
                  <a:lnTo>
                    <a:pt x="199672" y="135200"/>
                  </a:lnTo>
                  <a:lnTo>
                    <a:pt x="186625" y="229545"/>
                  </a:lnTo>
                  <a:close/>
                  <a:moveTo>
                    <a:pt x="210165" y="249640"/>
                  </a:moveTo>
                  <a:lnTo>
                    <a:pt x="163605" y="299630"/>
                  </a:lnTo>
                  <a:lnTo>
                    <a:pt x="251727" y="276711"/>
                  </a:lnTo>
                  <a:close/>
                  <a:moveTo>
                    <a:pt x="288483" y="207329"/>
                  </a:moveTo>
                  <a:lnTo>
                    <a:pt x="249541" y="217415"/>
                  </a:lnTo>
                  <a:lnTo>
                    <a:pt x="338853" y="236924"/>
                  </a:lnTo>
                  <a:close/>
                  <a:moveTo>
                    <a:pt x="249541" y="217415"/>
                  </a:moveTo>
                  <a:lnTo>
                    <a:pt x="210165" y="249640"/>
                  </a:lnTo>
                  <a:lnTo>
                    <a:pt x="338853" y="236924"/>
                  </a:lnTo>
                  <a:close/>
                  <a:moveTo>
                    <a:pt x="316828" y="261194"/>
                  </a:moveTo>
                  <a:lnTo>
                    <a:pt x="210165" y="249640"/>
                  </a:lnTo>
                  <a:lnTo>
                    <a:pt x="251727" y="276711"/>
                  </a:lnTo>
                  <a:close/>
                  <a:moveTo>
                    <a:pt x="1269436" y="842042"/>
                  </a:moveTo>
                  <a:lnTo>
                    <a:pt x="1308232" y="824448"/>
                  </a:lnTo>
                  <a:lnTo>
                    <a:pt x="1278612" y="812203"/>
                  </a:lnTo>
                  <a:close/>
                  <a:moveTo>
                    <a:pt x="708388" y="348006"/>
                  </a:moveTo>
                  <a:lnTo>
                    <a:pt x="791573" y="340970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839368" y="284573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900267" y="313196"/>
                  </a:lnTo>
                  <a:lnTo>
                    <a:pt x="839368" y="284573"/>
                  </a:lnTo>
                  <a:close/>
                  <a:moveTo>
                    <a:pt x="839368" y="284573"/>
                  </a:moveTo>
                  <a:lnTo>
                    <a:pt x="900267" y="313196"/>
                  </a:lnTo>
                  <a:lnTo>
                    <a:pt x="862743" y="266536"/>
                  </a:lnTo>
                  <a:close/>
                  <a:moveTo>
                    <a:pt x="862743" y="266536"/>
                  </a:moveTo>
                  <a:lnTo>
                    <a:pt x="900267" y="313196"/>
                  </a:lnTo>
                  <a:lnTo>
                    <a:pt x="908785" y="310314"/>
                  </a:lnTo>
                  <a:close/>
                  <a:moveTo>
                    <a:pt x="862743" y="266536"/>
                  </a:moveTo>
                  <a:lnTo>
                    <a:pt x="908785" y="310314"/>
                  </a:lnTo>
                  <a:lnTo>
                    <a:pt x="929855" y="228099"/>
                  </a:lnTo>
                  <a:close/>
                  <a:moveTo>
                    <a:pt x="900267" y="313196"/>
                  </a:moveTo>
                  <a:lnTo>
                    <a:pt x="906605" y="320758"/>
                  </a:lnTo>
                  <a:lnTo>
                    <a:pt x="908785" y="310314"/>
                  </a:lnTo>
                  <a:close/>
                  <a:moveTo>
                    <a:pt x="929855" y="228099"/>
                  </a:moveTo>
                  <a:lnTo>
                    <a:pt x="908785" y="310314"/>
                  </a:lnTo>
                  <a:lnTo>
                    <a:pt x="1022765" y="271878"/>
                  </a:lnTo>
                  <a:close/>
                  <a:moveTo>
                    <a:pt x="929855" y="228099"/>
                  </a:moveTo>
                  <a:lnTo>
                    <a:pt x="1022765" y="271878"/>
                  </a:lnTo>
                  <a:lnTo>
                    <a:pt x="998719" y="189663"/>
                  </a:lnTo>
                  <a:close/>
                  <a:moveTo>
                    <a:pt x="919207" y="145884"/>
                  </a:moveTo>
                  <a:lnTo>
                    <a:pt x="989133" y="135457"/>
                  </a:lnTo>
                  <a:lnTo>
                    <a:pt x="976250" y="111831"/>
                  </a:lnTo>
                  <a:close/>
                  <a:moveTo>
                    <a:pt x="998719" y="189663"/>
                  </a:moveTo>
                  <a:lnTo>
                    <a:pt x="989133" y="135457"/>
                  </a:lnTo>
                  <a:lnTo>
                    <a:pt x="919207" y="145884"/>
                  </a:lnTo>
                  <a:close/>
                  <a:moveTo>
                    <a:pt x="929855" y="228099"/>
                  </a:moveTo>
                  <a:lnTo>
                    <a:pt x="998719" y="189663"/>
                  </a:lnTo>
                  <a:lnTo>
                    <a:pt x="919207" y="145884"/>
                  </a:lnTo>
                  <a:close/>
                  <a:moveTo>
                    <a:pt x="976250" y="111831"/>
                  </a:moveTo>
                  <a:lnTo>
                    <a:pt x="989133" y="135457"/>
                  </a:lnTo>
                  <a:lnTo>
                    <a:pt x="983208" y="107448"/>
                  </a:lnTo>
                  <a:close/>
                  <a:moveTo>
                    <a:pt x="998719" y="189663"/>
                  </a:moveTo>
                  <a:lnTo>
                    <a:pt x="1027777" y="270124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998719" y="189663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1007776" y="186293"/>
                  </a:lnTo>
                  <a:lnTo>
                    <a:pt x="983208" y="107448"/>
                  </a:lnTo>
                  <a:close/>
                  <a:moveTo>
                    <a:pt x="983208" y="107448"/>
                  </a:moveTo>
                  <a:lnTo>
                    <a:pt x="1007776" y="186293"/>
                  </a:lnTo>
                  <a:lnTo>
                    <a:pt x="1099605" y="151227"/>
                  </a:lnTo>
                  <a:close/>
                  <a:moveTo>
                    <a:pt x="983208" y="107448"/>
                  </a:moveTo>
                  <a:lnTo>
                    <a:pt x="1099605" y="151227"/>
                  </a:lnTo>
                  <a:lnTo>
                    <a:pt x="1099083" y="69012"/>
                  </a:lnTo>
                  <a:close/>
                  <a:moveTo>
                    <a:pt x="1099083" y="69012"/>
                  </a:moveTo>
                  <a:lnTo>
                    <a:pt x="1101842" y="62998"/>
                  </a:lnTo>
                  <a:lnTo>
                    <a:pt x="1022153" y="25232"/>
                  </a:lnTo>
                  <a:close/>
                  <a:moveTo>
                    <a:pt x="983208" y="107448"/>
                  </a:moveTo>
                  <a:lnTo>
                    <a:pt x="1099083" y="69012"/>
                  </a:lnTo>
                  <a:lnTo>
                    <a:pt x="1022153" y="25232"/>
                  </a:lnTo>
                  <a:close/>
                  <a:moveTo>
                    <a:pt x="1042998" y="18066"/>
                  </a:moveTo>
                  <a:lnTo>
                    <a:pt x="1101842" y="62998"/>
                  </a:lnTo>
                  <a:lnTo>
                    <a:pt x="1177762" y="68192"/>
                  </a:lnTo>
                  <a:close/>
                  <a:moveTo>
                    <a:pt x="1099083" y="69012"/>
                  </a:moveTo>
                  <a:lnTo>
                    <a:pt x="1138555" y="140565"/>
                  </a:lnTo>
                  <a:lnTo>
                    <a:pt x="1105789" y="67110"/>
                  </a:lnTo>
                  <a:close/>
                  <a:moveTo>
                    <a:pt x="1099083" y="69012"/>
                  </a:moveTo>
                  <a:lnTo>
                    <a:pt x="1099605" y="151227"/>
                  </a:lnTo>
                  <a:lnTo>
                    <a:pt x="1138555" y="140565"/>
                  </a:lnTo>
                  <a:close/>
                  <a:moveTo>
                    <a:pt x="1138555" y="140565"/>
                  </a:moveTo>
                  <a:lnTo>
                    <a:pt x="1219304" y="135509"/>
                  </a:lnTo>
                  <a:lnTo>
                    <a:pt x="1178277" y="68771"/>
                  </a:lnTo>
                  <a:close/>
                  <a:moveTo>
                    <a:pt x="1138555" y="140565"/>
                  </a:moveTo>
                  <a:lnTo>
                    <a:pt x="1178277" y="68771"/>
                  </a:lnTo>
                  <a:lnTo>
                    <a:pt x="1105789" y="67110"/>
                  </a:lnTo>
                  <a:close/>
                  <a:moveTo>
                    <a:pt x="1219304" y="135509"/>
                  </a:moveTo>
                  <a:lnTo>
                    <a:pt x="1296143" y="33539"/>
                  </a:lnTo>
                  <a:lnTo>
                    <a:pt x="1178277" y="68771"/>
                  </a:lnTo>
                  <a:close/>
                  <a:moveTo>
                    <a:pt x="1306362" y="30575"/>
                  </a:moveTo>
                  <a:lnTo>
                    <a:pt x="1296143" y="33539"/>
                  </a:lnTo>
                  <a:lnTo>
                    <a:pt x="1287769" y="140440"/>
                  </a:lnTo>
                  <a:close/>
                  <a:moveTo>
                    <a:pt x="1101842" y="62998"/>
                  </a:moveTo>
                  <a:lnTo>
                    <a:pt x="1099083" y="69012"/>
                  </a:lnTo>
                  <a:lnTo>
                    <a:pt x="1105789" y="67110"/>
                  </a:lnTo>
                  <a:close/>
                  <a:moveTo>
                    <a:pt x="1105789" y="67110"/>
                  </a:moveTo>
                  <a:lnTo>
                    <a:pt x="1177762" y="68192"/>
                  </a:lnTo>
                  <a:lnTo>
                    <a:pt x="1101842" y="62998"/>
                  </a:lnTo>
                  <a:close/>
                  <a:moveTo>
                    <a:pt x="1105789" y="67110"/>
                  </a:moveTo>
                  <a:lnTo>
                    <a:pt x="1178277" y="68771"/>
                  </a:lnTo>
                  <a:lnTo>
                    <a:pt x="1177762" y="68192"/>
                  </a:lnTo>
                  <a:close/>
                  <a:moveTo>
                    <a:pt x="1306362" y="30575"/>
                  </a:moveTo>
                  <a:lnTo>
                    <a:pt x="1432385" y="32465"/>
                  </a:lnTo>
                  <a:lnTo>
                    <a:pt x="1411929" y="0"/>
                  </a:lnTo>
                  <a:close/>
                  <a:moveTo>
                    <a:pt x="1422997" y="74354"/>
                  </a:moveTo>
                  <a:lnTo>
                    <a:pt x="1432385" y="32465"/>
                  </a:lnTo>
                  <a:lnTo>
                    <a:pt x="1306362" y="30575"/>
                  </a:lnTo>
                  <a:close/>
                  <a:moveTo>
                    <a:pt x="1337732" y="112790"/>
                  </a:moveTo>
                  <a:lnTo>
                    <a:pt x="1422997" y="74354"/>
                  </a:lnTo>
                  <a:lnTo>
                    <a:pt x="1306362" y="30575"/>
                  </a:lnTo>
                  <a:close/>
                  <a:moveTo>
                    <a:pt x="1411929" y="0"/>
                  </a:moveTo>
                  <a:lnTo>
                    <a:pt x="1432385" y="32465"/>
                  </a:lnTo>
                  <a:lnTo>
                    <a:pt x="1498589" y="1334"/>
                  </a:lnTo>
                  <a:close/>
                  <a:moveTo>
                    <a:pt x="1422997" y="74354"/>
                  </a:moveTo>
                  <a:lnTo>
                    <a:pt x="1459455" y="133675"/>
                  </a:lnTo>
                  <a:lnTo>
                    <a:pt x="1455577" y="64607"/>
                  </a:lnTo>
                  <a:close/>
                  <a:moveTo>
                    <a:pt x="1432385" y="32465"/>
                  </a:moveTo>
                  <a:lnTo>
                    <a:pt x="1422997" y="74354"/>
                  </a:lnTo>
                  <a:lnTo>
                    <a:pt x="1455577" y="64607"/>
                  </a:lnTo>
                  <a:close/>
                  <a:moveTo>
                    <a:pt x="1455577" y="64607"/>
                  </a:moveTo>
                  <a:lnTo>
                    <a:pt x="1498589" y="1334"/>
                  </a:lnTo>
                  <a:lnTo>
                    <a:pt x="1432385" y="3246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51" name="Candidate_density__2170">
              <a:extLst>
                <a:ext uri="{FF2B5EF4-FFF2-40B4-BE49-F238E27FC236}">
                  <a16:creationId xmlns:a16="http://schemas.microsoft.com/office/drawing/2014/main" id="{E10D293A-9912-4FFD-5383-31EBE6A9D4C7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702447"/>
              <a:ext cx="1622391" cy="682892"/>
            </a:xfrm>
            <a:custGeom>
              <a:avLst/>
              <a:gdLst/>
              <a:ahLst/>
              <a:cxnLst/>
              <a:rect l="0" t="0" r="0" b="0"/>
              <a:pathLst>
                <a:path w="1622391" h="682892">
                  <a:moveTo>
                    <a:pt x="0" y="410221"/>
                  </a:moveTo>
                  <a:lnTo>
                    <a:pt x="1699" y="470428"/>
                  </a:lnTo>
                  <a:lnTo>
                    <a:pt x="59269" y="470471"/>
                  </a:lnTo>
                  <a:close/>
                  <a:moveTo>
                    <a:pt x="226017" y="536215"/>
                  </a:moveTo>
                  <a:lnTo>
                    <a:pt x="205602" y="523728"/>
                  </a:lnTo>
                  <a:lnTo>
                    <a:pt x="149260" y="528275"/>
                  </a:lnTo>
                  <a:close/>
                  <a:moveTo>
                    <a:pt x="126388" y="453999"/>
                  </a:moveTo>
                  <a:lnTo>
                    <a:pt x="149260" y="528275"/>
                  </a:lnTo>
                  <a:lnTo>
                    <a:pt x="205602" y="523728"/>
                  </a:lnTo>
                  <a:close/>
                  <a:moveTo>
                    <a:pt x="126388" y="453999"/>
                  </a:moveTo>
                  <a:lnTo>
                    <a:pt x="91365" y="492436"/>
                  </a:lnTo>
                  <a:lnTo>
                    <a:pt x="149260" y="528275"/>
                  </a:lnTo>
                  <a:close/>
                  <a:moveTo>
                    <a:pt x="91365" y="492436"/>
                  </a:moveTo>
                  <a:lnTo>
                    <a:pt x="126388" y="453999"/>
                  </a:lnTo>
                  <a:lnTo>
                    <a:pt x="59269" y="470471"/>
                  </a:lnTo>
                  <a:close/>
                  <a:moveTo>
                    <a:pt x="311156" y="497778"/>
                  </a:moveTo>
                  <a:lnTo>
                    <a:pt x="226017" y="536215"/>
                  </a:lnTo>
                  <a:lnTo>
                    <a:pt x="292924" y="571552"/>
                  </a:lnTo>
                  <a:close/>
                  <a:moveTo>
                    <a:pt x="279234" y="339476"/>
                  </a:moveTo>
                  <a:lnTo>
                    <a:pt x="217688" y="290257"/>
                  </a:lnTo>
                  <a:lnTo>
                    <a:pt x="247355" y="333348"/>
                  </a:lnTo>
                  <a:close/>
                  <a:moveTo>
                    <a:pt x="295037" y="364249"/>
                  </a:moveTo>
                  <a:lnTo>
                    <a:pt x="247355" y="333348"/>
                  </a:lnTo>
                  <a:lnTo>
                    <a:pt x="339155" y="313996"/>
                  </a:lnTo>
                  <a:close/>
                  <a:moveTo>
                    <a:pt x="414676" y="212696"/>
                  </a:moveTo>
                  <a:lnTo>
                    <a:pt x="437008" y="294912"/>
                  </a:lnTo>
                  <a:lnTo>
                    <a:pt x="418947" y="186392"/>
                  </a:lnTo>
                  <a:close/>
                  <a:moveTo>
                    <a:pt x="379921" y="187757"/>
                  </a:moveTo>
                  <a:lnTo>
                    <a:pt x="418947" y="186392"/>
                  </a:lnTo>
                  <a:lnTo>
                    <a:pt x="353965" y="178629"/>
                  </a:lnTo>
                  <a:close/>
                  <a:moveTo>
                    <a:pt x="637812" y="329827"/>
                  </a:moveTo>
                  <a:lnTo>
                    <a:pt x="560599" y="369423"/>
                  </a:lnTo>
                  <a:lnTo>
                    <a:pt x="631453" y="355677"/>
                  </a:lnTo>
                  <a:close/>
                  <a:moveTo>
                    <a:pt x="726651" y="318195"/>
                  </a:moveTo>
                  <a:lnTo>
                    <a:pt x="631453" y="355677"/>
                  </a:lnTo>
                  <a:lnTo>
                    <a:pt x="710360" y="372036"/>
                  </a:lnTo>
                  <a:close/>
                  <a:moveTo>
                    <a:pt x="726651" y="318195"/>
                  </a:moveTo>
                  <a:lnTo>
                    <a:pt x="637812" y="329827"/>
                  </a:lnTo>
                  <a:lnTo>
                    <a:pt x="631453" y="355677"/>
                  </a:lnTo>
                  <a:close/>
                  <a:moveTo>
                    <a:pt x="787185" y="380615"/>
                  </a:moveTo>
                  <a:lnTo>
                    <a:pt x="823971" y="302952"/>
                  </a:lnTo>
                  <a:lnTo>
                    <a:pt x="710360" y="372036"/>
                  </a:lnTo>
                  <a:close/>
                  <a:moveTo>
                    <a:pt x="1114436" y="426247"/>
                  </a:moveTo>
                  <a:lnTo>
                    <a:pt x="1056830" y="401054"/>
                  </a:lnTo>
                  <a:lnTo>
                    <a:pt x="1015727" y="462579"/>
                  </a:lnTo>
                  <a:close/>
                  <a:moveTo>
                    <a:pt x="1015727" y="462579"/>
                  </a:moveTo>
                  <a:lnTo>
                    <a:pt x="1056830" y="401054"/>
                  </a:lnTo>
                  <a:lnTo>
                    <a:pt x="923171" y="395186"/>
                  </a:lnTo>
                  <a:close/>
                  <a:moveTo>
                    <a:pt x="1371893" y="657637"/>
                  </a:moveTo>
                  <a:lnTo>
                    <a:pt x="1361664" y="672893"/>
                  </a:lnTo>
                  <a:lnTo>
                    <a:pt x="1413362" y="682892"/>
                  </a:lnTo>
                  <a:close/>
                  <a:moveTo>
                    <a:pt x="1166132" y="387811"/>
                  </a:moveTo>
                  <a:lnTo>
                    <a:pt x="1143267" y="445569"/>
                  </a:lnTo>
                  <a:lnTo>
                    <a:pt x="1191882" y="412130"/>
                  </a:lnTo>
                  <a:close/>
                  <a:moveTo>
                    <a:pt x="1166132" y="387811"/>
                  </a:moveTo>
                  <a:lnTo>
                    <a:pt x="1114436" y="426247"/>
                  </a:lnTo>
                  <a:lnTo>
                    <a:pt x="1143267" y="445569"/>
                  </a:lnTo>
                  <a:close/>
                  <a:moveTo>
                    <a:pt x="1114436" y="426247"/>
                  </a:moveTo>
                  <a:lnTo>
                    <a:pt x="1166132" y="387811"/>
                  </a:lnTo>
                  <a:lnTo>
                    <a:pt x="1056830" y="401054"/>
                  </a:lnTo>
                  <a:close/>
                  <a:moveTo>
                    <a:pt x="1191882" y="412130"/>
                  </a:moveTo>
                  <a:lnTo>
                    <a:pt x="1283985" y="468328"/>
                  </a:lnTo>
                  <a:lnTo>
                    <a:pt x="1262555" y="349374"/>
                  </a:lnTo>
                  <a:close/>
                  <a:moveTo>
                    <a:pt x="1593144" y="272501"/>
                  </a:moveTo>
                  <a:lnTo>
                    <a:pt x="1558038" y="299549"/>
                  </a:lnTo>
                  <a:lnTo>
                    <a:pt x="1622391" y="274895"/>
                  </a:lnTo>
                  <a:close/>
                  <a:moveTo>
                    <a:pt x="1622391" y="274895"/>
                  </a:moveTo>
                  <a:lnTo>
                    <a:pt x="1567018" y="359412"/>
                  </a:lnTo>
                  <a:lnTo>
                    <a:pt x="1620705" y="376357"/>
                  </a:lnTo>
                  <a:close/>
                  <a:moveTo>
                    <a:pt x="1593144" y="272501"/>
                  </a:moveTo>
                  <a:lnTo>
                    <a:pt x="1622391" y="274895"/>
                  </a:lnTo>
                  <a:lnTo>
                    <a:pt x="1621708" y="258941"/>
                  </a:lnTo>
                  <a:close/>
                  <a:moveTo>
                    <a:pt x="1616647" y="179473"/>
                  </a:moveTo>
                  <a:lnTo>
                    <a:pt x="1593144" y="272501"/>
                  </a:lnTo>
                  <a:lnTo>
                    <a:pt x="1621708" y="258941"/>
                  </a:lnTo>
                  <a:close/>
                  <a:moveTo>
                    <a:pt x="1554541" y="269464"/>
                  </a:moveTo>
                  <a:lnTo>
                    <a:pt x="1593144" y="272501"/>
                  </a:lnTo>
                  <a:lnTo>
                    <a:pt x="1616647" y="179473"/>
                  </a:lnTo>
                  <a:close/>
                  <a:moveTo>
                    <a:pt x="1551438" y="171894"/>
                  </a:moveTo>
                  <a:lnTo>
                    <a:pt x="1616647" y="179473"/>
                  </a:lnTo>
                  <a:lnTo>
                    <a:pt x="1601421" y="91759"/>
                  </a:lnTo>
                  <a:close/>
                  <a:moveTo>
                    <a:pt x="1551438" y="171894"/>
                  </a:moveTo>
                  <a:lnTo>
                    <a:pt x="1601421" y="91759"/>
                  </a:lnTo>
                  <a:lnTo>
                    <a:pt x="1540718" y="80517"/>
                  </a:lnTo>
                  <a:close/>
                  <a:moveTo>
                    <a:pt x="1540718" y="80517"/>
                  </a:moveTo>
                  <a:lnTo>
                    <a:pt x="1601421" y="91759"/>
                  </a:lnTo>
                  <a:lnTo>
                    <a:pt x="159117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52" name="Candidate_density__2171">
              <a:extLst>
                <a:ext uri="{FF2B5EF4-FFF2-40B4-BE49-F238E27FC236}">
                  <a16:creationId xmlns:a16="http://schemas.microsoft.com/office/drawing/2014/main" id="{707B72A4-8337-CBA1-B81E-1A870BD436EF}"/>
                </a:ext>
              </a:extLst>
            </p:cNvPr>
            <p:cNvSpPr>
              <a:spLocks noGrp="1"/>
            </p:cNvSpPr>
            <p:nvPr/>
          </p:nvSpPr>
          <p:spPr>
            <a:xfrm>
              <a:off x="3715150" y="2563873"/>
              <a:ext cx="1639388" cy="609045"/>
            </a:xfrm>
            <a:custGeom>
              <a:avLst/>
              <a:gdLst/>
              <a:ahLst/>
              <a:cxnLst/>
              <a:rect l="0" t="0" r="0" b="0"/>
              <a:pathLst>
                <a:path w="1639388" h="609045">
                  <a:moveTo>
                    <a:pt x="7967" y="505016"/>
                  </a:moveTo>
                  <a:lnTo>
                    <a:pt x="88858" y="548795"/>
                  </a:lnTo>
                  <a:lnTo>
                    <a:pt x="47702" y="466580"/>
                  </a:lnTo>
                  <a:close/>
                  <a:moveTo>
                    <a:pt x="18200" y="401928"/>
                  </a:moveTo>
                  <a:lnTo>
                    <a:pt x="0" y="395342"/>
                  </a:lnTo>
                  <a:lnTo>
                    <a:pt x="47702" y="466580"/>
                  </a:lnTo>
                  <a:close/>
                  <a:moveTo>
                    <a:pt x="8397" y="384365"/>
                  </a:moveTo>
                  <a:lnTo>
                    <a:pt x="0" y="395342"/>
                  </a:lnTo>
                  <a:lnTo>
                    <a:pt x="18200" y="401928"/>
                  </a:lnTo>
                  <a:close/>
                  <a:moveTo>
                    <a:pt x="159594" y="510359"/>
                  </a:moveTo>
                  <a:lnTo>
                    <a:pt x="148127" y="609045"/>
                  </a:lnTo>
                  <a:lnTo>
                    <a:pt x="191714" y="556808"/>
                  </a:lnTo>
                  <a:close/>
                  <a:moveTo>
                    <a:pt x="47702" y="466580"/>
                  </a:moveTo>
                  <a:lnTo>
                    <a:pt x="88858" y="548795"/>
                  </a:lnTo>
                  <a:lnTo>
                    <a:pt x="159594" y="510359"/>
                  </a:lnTo>
                  <a:close/>
                  <a:moveTo>
                    <a:pt x="23805" y="375990"/>
                  </a:moveTo>
                  <a:lnTo>
                    <a:pt x="18200" y="401928"/>
                  </a:lnTo>
                  <a:lnTo>
                    <a:pt x="75508" y="345929"/>
                  </a:lnTo>
                  <a:close/>
                  <a:moveTo>
                    <a:pt x="75508" y="345929"/>
                  </a:moveTo>
                  <a:lnTo>
                    <a:pt x="18200" y="401928"/>
                  </a:lnTo>
                  <a:lnTo>
                    <a:pt x="47702" y="466580"/>
                  </a:lnTo>
                  <a:close/>
                  <a:moveTo>
                    <a:pt x="75508" y="345929"/>
                  </a:moveTo>
                  <a:lnTo>
                    <a:pt x="47702" y="466580"/>
                  </a:lnTo>
                  <a:lnTo>
                    <a:pt x="127108" y="428144"/>
                  </a:lnTo>
                  <a:close/>
                  <a:moveTo>
                    <a:pt x="8397" y="384365"/>
                  </a:moveTo>
                  <a:lnTo>
                    <a:pt x="18200" y="401928"/>
                  </a:lnTo>
                  <a:lnTo>
                    <a:pt x="23805" y="375990"/>
                  </a:lnTo>
                  <a:close/>
                  <a:moveTo>
                    <a:pt x="75508" y="345929"/>
                  </a:moveTo>
                  <a:lnTo>
                    <a:pt x="127108" y="428144"/>
                  </a:lnTo>
                  <a:lnTo>
                    <a:pt x="194997" y="389707"/>
                  </a:lnTo>
                  <a:close/>
                  <a:moveTo>
                    <a:pt x="350416" y="92052"/>
                  </a:moveTo>
                  <a:lnTo>
                    <a:pt x="306434" y="104625"/>
                  </a:lnTo>
                  <a:lnTo>
                    <a:pt x="390975" y="98888"/>
                  </a:lnTo>
                  <a:close/>
                  <a:moveTo>
                    <a:pt x="328459" y="80356"/>
                  </a:moveTo>
                  <a:lnTo>
                    <a:pt x="306434" y="104625"/>
                  </a:lnTo>
                  <a:lnTo>
                    <a:pt x="350416" y="92052"/>
                  </a:lnTo>
                  <a:close/>
                  <a:moveTo>
                    <a:pt x="350416" y="92052"/>
                  </a:moveTo>
                  <a:lnTo>
                    <a:pt x="390975" y="98888"/>
                  </a:lnTo>
                  <a:lnTo>
                    <a:pt x="460907" y="81697"/>
                  </a:lnTo>
                  <a:close/>
                  <a:moveTo>
                    <a:pt x="816822" y="356613"/>
                  </a:moveTo>
                  <a:lnTo>
                    <a:pt x="815197" y="356931"/>
                  </a:lnTo>
                  <a:lnTo>
                    <a:pt x="815509" y="456769"/>
                  </a:lnTo>
                  <a:close/>
                  <a:moveTo>
                    <a:pt x="725928" y="300047"/>
                  </a:moveTo>
                  <a:lnTo>
                    <a:pt x="680786" y="274398"/>
                  </a:lnTo>
                  <a:lnTo>
                    <a:pt x="729392" y="366096"/>
                  </a:lnTo>
                  <a:close/>
                  <a:moveTo>
                    <a:pt x="729392" y="366096"/>
                  </a:moveTo>
                  <a:lnTo>
                    <a:pt x="815197" y="356931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5200" y="355163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6822" y="356613"/>
                  </a:lnTo>
                  <a:lnTo>
                    <a:pt x="815200" y="355163"/>
                  </a:lnTo>
                  <a:close/>
                  <a:moveTo>
                    <a:pt x="680786" y="274398"/>
                  </a:moveTo>
                  <a:lnTo>
                    <a:pt x="684063" y="192183"/>
                  </a:lnTo>
                  <a:lnTo>
                    <a:pt x="639722" y="278312"/>
                  </a:lnTo>
                  <a:close/>
                  <a:moveTo>
                    <a:pt x="684063" y="192183"/>
                  </a:moveTo>
                  <a:lnTo>
                    <a:pt x="620208" y="194085"/>
                  </a:lnTo>
                  <a:lnTo>
                    <a:pt x="639722" y="278312"/>
                  </a:lnTo>
                  <a:close/>
                  <a:moveTo>
                    <a:pt x="539277" y="199287"/>
                  </a:moveTo>
                  <a:lnTo>
                    <a:pt x="620208" y="194085"/>
                  </a:lnTo>
                  <a:lnTo>
                    <a:pt x="586332" y="121533"/>
                  </a:lnTo>
                  <a:close/>
                  <a:moveTo>
                    <a:pt x="539277" y="199287"/>
                  </a:moveTo>
                  <a:lnTo>
                    <a:pt x="586332" y="121533"/>
                  </a:lnTo>
                  <a:lnTo>
                    <a:pt x="513694" y="119994"/>
                  </a:lnTo>
                  <a:close/>
                  <a:moveTo>
                    <a:pt x="684063" y="192183"/>
                  </a:moveTo>
                  <a:lnTo>
                    <a:pt x="695979" y="188075"/>
                  </a:lnTo>
                  <a:lnTo>
                    <a:pt x="620208" y="194085"/>
                  </a:lnTo>
                  <a:close/>
                  <a:moveTo>
                    <a:pt x="429120" y="128159"/>
                  </a:moveTo>
                  <a:lnTo>
                    <a:pt x="513694" y="119994"/>
                  </a:lnTo>
                  <a:lnTo>
                    <a:pt x="460907" y="81697"/>
                  </a:lnTo>
                  <a:close/>
                  <a:moveTo>
                    <a:pt x="513694" y="119994"/>
                  </a:moveTo>
                  <a:lnTo>
                    <a:pt x="538294" y="92375"/>
                  </a:lnTo>
                  <a:lnTo>
                    <a:pt x="460907" y="81697"/>
                  </a:lnTo>
                  <a:close/>
                  <a:moveTo>
                    <a:pt x="912830" y="441526"/>
                  </a:moveTo>
                  <a:lnTo>
                    <a:pt x="999479" y="521044"/>
                  </a:lnTo>
                  <a:lnTo>
                    <a:pt x="973238" y="400391"/>
                  </a:lnTo>
                  <a:close/>
                  <a:moveTo>
                    <a:pt x="973238" y="400391"/>
                  </a:moveTo>
                  <a:lnTo>
                    <a:pt x="999479" y="521044"/>
                  </a:lnTo>
                  <a:lnTo>
                    <a:pt x="1053229" y="472595"/>
                  </a:lnTo>
                  <a:close/>
                  <a:moveTo>
                    <a:pt x="914401" y="318177"/>
                  </a:moveTo>
                  <a:lnTo>
                    <a:pt x="917396" y="434529"/>
                  </a:lnTo>
                  <a:lnTo>
                    <a:pt x="950686" y="367863"/>
                  </a:lnTo>
                  <a:close/>
                  <a:moveTo>
                    <a:pt x="908386" y="438828"/>
                  </a:moveTo>
                  <a:lnTo>
                    <a:pt x="917396" y="434529"/>
                  </a:lnTo>
                  <a:lnTo>
                    <a:pt x="914401" y="318177"/>
                  </a:lnTo>
                  <a:close/>
                  <a:moveTo>
                    <a:pt x="816822" y="356613"/>
                  </a:moveTo>
                  <a:lnTo>
                    <a:pt x="908386" y="438828"/>
                  </a:lnTo>
                  <a:lnTo>
                    <a:pt x="914401" y="318177"/>
                  </a:lnTo>
                  <a:close/>
                  <a:moveTo>
                    <a:pt x="917396" y="434529"/>
                  </a:moveTo>
                  <a:lnTo>
                    <a:pt x="973238" y="400391"/>
                  </a:lnTo>
                  <a:lnTo>
                    <a:pt x="950686" y="367863"/>
                  </a:lnTo>
                  <a:close/>
                  <a:moveTo>
                    <a:pt x="876884" y="235962"/>
                  </a:moveTo>
                  <a:lnTo>
                    <a:pt x="815200" y="355163"/>
                  </a:lnTo>
                  <a:lnTo>
                    <a:pt x="816822" y="356613"/>
                  </a:lnTo>
                  <a:close/>
                  <a:moveTo>
                    <a:pt x="680786" y="274398"/>
                  </a:moveTo>
                  <a:lnTo>
                    <a:pt x="725928" y="300047"/>
                  </a:lnTo>
                  <a:lnTo>
                    <a:pt x="725659" y="269040"/>
                  </a:lnTo>
                  <a:close/>
                  <a:moveTo>
                    <a:pt x="684063" y="192183"/>
                  </a:moveTo>
                  <a:lnTo>
                    <a:pt x="725659" y="269040"/>
                  </a:lnTo>
                  <a:lnTo>
                    <a:pt x="697994" y="191438"/>
                  </a:lnTo>
                  <a:close/>
                  <a:moveTo>
                    <a:pt x="684063" y="192183"/>
                  </a:moveTo>
                  <a:lnTo>
                    <a:pt x="680786" y="274398"/>
                  </a:lnTo>
                  <a:lnTo>
                    <a:pt x="725659" y="269040"/>
                  </a:lnTo>
                  <a:close/>
                  <a:moveTo>
                    <a:pt x="814904" y="257077"/>
                  </a:moveTo>
                  <a:lnTo>
                    <a:pt x="725928" y="300047"/>
                  </a:lnTo>
                  <a:lnTo>
                    <a:pt x="815200" y="355163"/>
                  </a:lnTo>
                  <a:close/>
                  <a:moveTo>
                    <a:pt x="814904" y="257077"/>
                  </a:moveTo>
                  <a:lnTo>
                    <a:pt x="725659" y="269040"/>
                  </a:lnTo>
                  <a:lnTo>
                    <a:pt x="725928" y="300047"/>
                  </a:lnTo>
                  <a:close/>
                  <a:moveTo>
                    <a:pt x="725659" y="269040"/>
                  </a:moveTo>
                  <a:lnTo>
                    <a:pt x="781179" y="184402"/>
                  </a:lnTo>
                  <a:lnTo>
                    <a:pt x="697994" y="191438"/>
                  </a:lnTo>
                  <a:close/>
                  <a:moveTo>
                    <a:pt x="695979" y="188075"/>
                  </a:moveTo>
                  <a:lnTo>
                    <a:pt x="684063" y="192183"/>
                  </a:lnTo>
                  <a:lnTo>
                    <a:pt x="697994" y="191438"/>
                  </a:lnTo>
                  <a:close/>
                  <a:moveTo>
                    <a:pt x="697994" y="191438"/>
                  </a:moveTo>
                  <a:lnTo>
                    <a:pt x="766061" y="171441"/>
                  </a:lnTo>
                  <a:lnTo>
                    <a:pt x="695979" y="188075"/>
                  </a:lnTo>
                  <a:close/>
                  <a:moveTo>
                    <a:pt x="1071501" y="369836"/>
                  </a:moveTo>
                  <a:lnTo>
                    <a:pt x="1053229" y="472595"/>
                  </a:lnTo>
                  <a:lnTo>
                    <a:pt x="1093642" y="361955"/>
                  </a:lnTo>
                  <a:close/>
                  <a:moveTo>
                    <a:pt x="1093642" y="361955"/>
                  </a:moveTo>
                  <a:lnTo>
                    <a:pt x="1053229" y="472595"/>
                  </a:lnTo>
                  <a:lnTo>
                    <a:pt x="1067034" y="482607"/>
                  </a:lnTo>
                  <a:close/>
                  <a:moveTo>
                    <a:pt x="1093642" y="361955"/>
                  </a:moveTo>
                  <a:lnTo>
                    <a:pt x="1067034" y="482607"/>
                  </a:lnTo>
                  <a:lnTo>
                    <a:pt x="1161800" y="444170"/>
                  </a:lnTo>
                  <a:close/>
                  <a:moveTo>
                    <a:pt x="973238" y="400391"/>
                  </a:moveTo>
                  <a:lnTo>
                    <a:pt x="1053229" y="472595"/>
                  </a:lnTo>
                  <a:lnTo>
                    <a:pt x="1071501" y="369836"/>
                  </a:lnTo>
                  <a:close/>
                  <a:moveTo>
                    <a:pt x="950686" y="367863"/>
                  </a:moveTo>
                  <a:lnTo>
                    <a:pt x="973238" y="400391"/>
                  </a:lnTo>
                  <a:lnTo>
                    <a:pt x="1050771" y="279740"/>
                  </a:lnTo>
                  <a:close/>
                  <a:moveTo>
                    <a:pt x="1064605" y="299927"/>
                  </a:moveTo>
                  <a:lnTo>
                    <a:pt x="973238" y="400391"/>
                  </a:lnTo>
                  <a:lnTo>
                    <a:pt x="1071501" y="369836"/>
                  </a:lnTo>
                  <a:close/>
                  <a:moveTo>
                    <a:pt x="1185743" y="137368"/>
                  </a:moveTo>
                  <a:lnTo>
                    <a:pt x="1268693" y="75258"/>
                  </a:lnTo>
                  <a:lnTo>
                    <a:pt x="1254162" y="42244"/>
                  </a:lnTo>
                  <a:close/>
                  <a:moveTo>
                    <a:pt x="1268693" y="75258"/>
                  </a:moveTo>
                  <a:lnTo>
                    <a:pt x="1309313" y="120652"/>
                  </a:lnTo>
                  <a:lnTo>
                    <a:pt x="1254162" y="42244"/>
                  </a:lnTo>
                  <a:close/>
                  <a:moveTo>
                    <a:pt x="1286693" y="115889"/>
                  </a:moveTo>
                  <a:lnTo>
                    <a:pt x="1365056" y="156885"/>
                  </a:lnTo>
                  <a:lnTo>
                    <a:pt x="1309313" y="120652"/>
                  </a:lnTo>
                  <a:close/>
                  <a:moveTo>
                    <a:pt x="1430378" y="122455"/>
                  </a:moveTo>
                  <a:lnTo>
                    <a:pt x="1365056" y="156885"/>
                  </a:lnTo>
                  <a:lnTo>
                    <a:pt x="1478567" y="87425"/>
                  </a:lnTo>
                  <a:close/>
                  <a:moveTo>
                    <a:pt x="1498766" y="82215"/>
                  </a:moveTo>
                  <a:lnTo>
                    <a:pt x="1528956" y="100710"/>
                  </a:lnTo>
                  <a:lnTo>
                    <a:pt x="1478567" y="87425"/>
                  </a:lnTo>
                  <a:close/>
                  <a:moveTo>
                    <a:pt x="1268693" y="75258"/>
                  </a:moveTo>
                  <a:lnTo>
                    <a:pt x="1260544" y="120652"/>
                  </a:lnTo>
                  <a:lnTo>
                    <a:pt x="1286693" y="115889"/>
                  </a:lnTo>
                  <a:close/>
                  <a:moveTo>
                    <a:pt x="1286693" y="115889"/>
                  </a:moveTo>
                  <a:lnTo>
                    <a:pt x="1309313" y="120652"/>
                  </a:lnTo>
                  <a:lnTo>
                    <a:pt x="1268693" y="75258"/>
                  </a:lnTo>
                  <a:close/>
                  <a:moveTo>
                    <a:pt x="1610205" y="134747"/>
                  </a:moveTo>
                  <a:lnTo>
                    <a:pt x="1563902" y="72299"/>
                  </a:lnTo>
                  <a:lnTo>
                    <a:pt x="1530636" y="138844"/>
                  </a:lnTo>
                  <a:close/>
                  <a:moveTo>
                    <a:pt x="1610205" y="134747"/>
                  </a:moveTo>
                  <a:lnTo>
                    <a:pt x="1639388" y="71522"/>
                  </a:lnTo>
                  <a:lnTo>
                    <a:pt x="1563902" y="72299"/>
                  </a:lnTo>
                  <a:close/>
                  <a:moveTo>
                    <a:pt x="1481114" y="0"/>
                  </a:moveTo>
                  <a:lnTo>
                    <a:pt x="1498766" y="82215"/>
                  </a:lnTo>
                  <a:lnTo>
                    <a:pt x="1563902" y="7229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53" name="Candidate_density__2172">
              <a:extLst>
                <a:ext uri="{FF2B5EF4-FFF2-40B4-BE49-F238E27FC236}">
                  <a16:creationId xmlns:a16="http://schemas.microsoft.com/office/drawing/2014/main" id="{1809663F-2CBE-0DA2-CD87-64FF241D4458}"/>
                </a:ext>
              </a:extLst>
            </p:cNvPr>
            <p:cNvSpPr>
              <a:spLocks noGrp="1"/>
            </p:cNvSpPr>
            <p:nvPr/>
          </p:nvSpPr>
          <p:spPr>
            <a:xfrm>
              <a:off x="3953269" y="2794206"/>
              <a:ext cx="1488412" cy="647612"/>
            </a:xfrm>
            <a:custGeom>
              <a:avLst/>
              <a:gdLst/>
              <a:ahLst/>
              <a:cxnLst/>
              <a:rect l="0" t="0" r="0" b="0"/>
              <a:pathLst>
                <a:path w="1488412" h="647612">
                  <a:moveTo>
                    <a:pt x="76757" y="444456"/>
                  </a:moveTo>
                  <a:lnTo>
                    <a:pt x="90354" y="495676"/>
                  </a:lnTo>
                  <a:lnTo>
                    <a:pt x="143664" y="479793"/>
                  </a:lnTo>
                  <a:close/>
                  <a:moveTo>
                    <a:pt x="76757" y="444456"/>
                  </a:moveTo>
                  <a:lnTo>
                    <a:pt x="71507" y="482892"/>
                  </a:lnTo>
                  <a:lnTo>
                    <a:pt x="90354" y="495676"/>
                  </a:lnTo>
                  <a:close/>
                  <a:moveTo>
                    <a:pt x="71507" y="482892"/>
                  </a:moveTo>
                  <a:lnTo>
                    <a:pt x="76757" y="444456"/>
                  </a:lnTo>
                  <a:lnTo>
                    <a:pt x="0" y="436516"/>
                  </a:lnTo>
                  <a:close/>
                  <a:moveTo>
                    <a:pt x="185444" y="420798"/>
                  </a:moveTo>
                  <a:lnTo>
                    <a:pt x="143664" y="479793"/>
                  </a:lnTo>
                  <a:lnTo>
                    <a:pt x="273780" y="472416"/>
                  </a:lnTo>
                  <a:close/>
                  <a:moveTo>
                    <a:pt x="98095" y="241589"/>
                  </a:moveTo>
                  <a:lnTo>
                    <a:pt x="67513" y="197811"/>
                  </a:lnTo>
                  <a:lnTo>
                    <a:pt x="86959" y="159374"/>
                  </a:lnTo>
                  <a:close/>
                  <a:moveTo>
                    <a:pt x="86959" y="159374"/>
                  </a:moveTo>
                  <a:lnTo>
                    <a:pt x="118745" y="120937"/>
                  </a:lnTo>
                  <a:lnTo>
                    <a:pt x="98095" y="241589"/>
                  </a:lnTo>
                  <a:close/>
                  <a:moveTo>
                    <a:pt x="411339" y="277664"/>
                  </a:moveTo>
                  <a:lnTo>
                    <a:pt x="448891" y="354608"/>
                  </a:lnTo>
                  <a:lnTo>
                    <a:pt x="482193" y="263918"/>
                  </a:lnTo>
                  <a:close/>
                  <a:moveTo>
                    <a:pt x="482193" y="263918"/>
                  </a:moveTo>
                  <a:lnTo>
                    <a:pt x="448891" y="354608"/>
                  </a:lnTo>
                  <a:lnTo>
                    <a:pt x="561100" y="280277"/>
                  </a:lnTo>
                  <a:close/>
                  <a:moveTo>
                    <a:pt x="230661" y="95998"/>
                  </a:moveTo>
                  <a:lnTo>
                    <a:pt x="265416" y="120937"/>
                  </a:lnTo>
                  <a:lnTo>
                    <a:pt x="269687" y="94633"/>
                  </a:lnTo>
                  <a:close/>
                  <a:moveTo>
                    <a:pt x="159355" y="108055"/>
                  </a:moveTo>
                  <a:lnTo>
                    <a:pt x="230661" y="95998"/>
                  </a:lnTo>
                  <a:lnTo>
                    <a:pt x="204705" y="86870"/>
                  </a:lnTo>
                  <a:close/>
                  <a:moveTo>
                    <a:pt x="1212404" y="581134"/>
                  </a:moveTo>
                  <a:lnTo>
                    <a:pt x="1319747" y="647612"/>
                  </a:lnTo>
                  <a:lnTo>
                    <a:pt x="1264102" y="591133"/>
                  </a:lnTo>
                  <a:close/>
                  <a:moveTo>
                    <a:pt x="1042622" y="320371"/>
                  </a:moveTo>
                  <a:lnTo>
                    <a:pt x="994007" y="353810"/>
                  </a:lnTo>
                  <a:lnTo>
                    <a:pt x="1132485" y="377697"/>
                  </a:lnTo>
                  <a:close/>
                  <a:moveTo>
                    <a:pt x="1473131" y="183136"/>
                  </a:moveTo>
                  <a:lnTo>
                    <a:pt x="1471445" y="284598"/>
                  </a:lnTo>
                  <a:lnTo>
                    <a:pt x="1482188" y="301394"/>
                  </a:lnTo>
                  <a:close/>
                  <a:moveTo>
                    <a:pt x="1488412" y="219179"/>
                  </a:moveTo>
                  <a:lnTo>
                    <a:pt x="1472448" y="167182"/>
                  </a:lnTo>
                  <a:lnTo>
                    <a:pt x="1473131" y="183136"/>
                  </a:lnTo>
                  <a:close/>
                  <a:moveTo>
                    <a:pt x="1481754" y="98527"/>
                  </a:moveTo>
                  <a:lnTo>
                    <a:pt x="1472448" y="167182"/>
                  </a:lnTo>
                  <a:lnTo>
                    <a:pt x="1488412" y="219179"/>
                  </a:lnTo>
                  <a:close/>
                  <a:moveTo>
                    <a:pt x="1467387" y="87714"/>
                  </a:moveTo>
                  <a:lnTo>
                    <a:pt x="1472448" y="167182"/>
                  </a:lnTo>
                  <a:lnTo>
                    <a:pt x="1481754" y="98527"/>
                  </a:lnTo>
                  <a:close/>
                  <a:moveTo>
                    <a:pt x="1452161" y="0"/>
                  </a:moveTo>
                  <a:lnTo>
                    <a:pt x="1467387" y="87714"/>
                  </a:lnTo>
                  <a:lnTo>
                    <a:pt x="1481754" y="9852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54" name="Candidate_density__2173">
              <a:extLst>
                <a:ext uri="{FF2B5EF4-FFF2-40B4-BE49-F238E27FC236}">
                  <a16:creationId xmlns:a16="http://schemas.microsoft.com/office/drawing/2014/main" id="{90B5E91F-ADAD-C3EE-3A11-AEE8524619B9}"/>
                </a:ext>
              </a:extLst>
            </p:cNvPr>
            <p:cNvSpPr>
              <a:spLocks noGrp="1"/>
            </p:cNvSpPr>
            <p:nvPr/>
          </p:nvSpPr>
          <p:spPr>
            <a:xfrm>
              <a:off x="4043622" y="3071870"/>
              <a:ext cx="1391834" cy="369948"/>
            </a:xfrm>
            <a:custGeom>
              <a:avLst/>
              <a:gdLst/>
              <a:ahLst/>
              <a:cxnLst/>
              <a:rect l="0" t="0" r="0" b="0"/>
              <a:pathLst>
                <a:path w="1391834" h="369948">
                  <a:moveTo>
                    <a:pt x="53310" y="202129"/>
                  </a:moveTo>
                  <a:lnTo>
                    <a:pt x="0" y="218012"/>
                  </a:lnTo>
                  <a:lnTo>
                    <a:pt x="131788" y="216887"/>
                  </a:lnTo>
                  <a:close/>
                  <a:moveTo>
                    <a:pt x="53310" y="202129"/>
                  </a:moveTo>
                  <a:lnTo>
                    <a:pt x="131788" y="216887"/>
                  </a:lnTo>
                  <a:lnTo>
                    <a:pt x="183427" y="194751"/>
                  </a:lnTo>
                  <a:close/>
                  <a:moveTo>
                    <a:pt x="183427" y="194751"/>
                  </a:moveTo>
                  <a:lnTo>
                    <a:pt x="255160" y="184293"/>
                  </a:lnTo>
                  <a:lnTo>
                    <a:pt x="298377" y="130673"/>
                  </a:lnTo>
                  <a:close/>
                  <a:moveTo>
                    <a:pt x="315705" y="66970"/>
                  </a:moveTo>
                  <a:lnTo>
                    <a:pt x="298377" y="130673"/>
                  </a:lnTo>
                  <a:lnTo>
                    <a:pt x="348731" y="89918"/>
                  </a:lnTo>
                  <a:close/>
                  <a:moveTo>
                    <a:pt x="315705" y="66970"/>
                  </a:moveTo>
                  <a:lnTo>
                    <a:pt x="348731" y="89918"/>
                  </a:lnTo>
                  <a:lnTo>
                    <a:pt x="320986" y="0"/>
                  </a:lnTo>
                  <a:close/>
                  <a:moveTo>
                    <a:pt x="320986" y="0"/>
                  </a:moveTo>
                  <a:lnTo>
                    <a:pt x="348731" y="89918"/>
                  </a:lnTo>
                  <a:lnTo>
                    <a:pt x="358537" y="76944"/>
                  </a:lnTo>
                  <a:close/>
                  <a:moveTo>
                    <a:pt x="1173748" y="313469"/>
                  </a:moveTo>
                  <a:lnTo>
                    <a:pt x="1229393" y="369948"/>
                  </a:lnTo>
                  <a:lnTo>
                    <a:pt x="1247013" y="308739"/>
                  </a:lnTo>
                  <a:close/>
                  <a:moveTo>
                    <a:pt x="1173748" y="313469"/>
                  </a:moveTo>
                  <a:lnTo>
                    <a:pt x="1247013" y="308739"/>
                  </a:lnTo>
                  <a:lnTo>
                    <a:pt x="1285265" y="236550"/>
                  </a:lnTo>
                  <a:close/>
                  <a:moveTo>
                    <a:pt x="1275478" y="265033"/>
                  </a:moveTo>
                  <a:lnTo>
                    <a:pt x="1285265" y="236550"/>
                  </a:lnTo>
                  <a:lnTo>
                    <a:pt x="1247013" y="308739"/>
                  </a:lnTo>
                  <a:close/>
                  <a:moveTo>
                    <a:pt x="1042131" y="100033"/>
                  </a:moveTo>
                  <a:lnTo>
                    <a:pt x="1044371" y="98906"/>
                  </a:lnTo>
                  <a:lnTo>
                    <a:pt x="952268" y="42707"/>
                  </a:lnTo>
                  <a:close/>
                  <a:moveTo>
                    <a:pt x="1381092" y="6934"/>
                  </a:moveTo>
                  <a:lnTo>
                    <a:pt x="1352567" y="105945"/>
                  </a:lnTo>
                  <a:lnTo>
                    <a:pt x="1373167" y="71341"/>
                  </a:lnTo>
                  <a:close/>
                  <a:moveTo>
                    <a:pt x="1336078" y="83030"/>
                  </a:moveTo>
                  <a:lnTo>
                    <a:pt x="1352567" y="105945"/>
                  </a:lnTo>
                  <a:lnTo>
                    <a:pt x="1381092" y="6934"/>
                  </a:lnTo>
                  <a:close/>
                  <a:moveTo>
                    <a:pt x="1381092" y="6934"/>
                  </a:moveTo>
                  <a:lnTo>
                    <a:pt x="1373167" y="71341"/>
                  </a:lnTo>
                  <a:lnTo>
                    <a:pt x="1391834" y="2373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55" name="Candidate_density__2174">
              <a:extLst>
                <a:ext uri="{FF2B5EF4-FFF2-40B4-BE49-F238E27FC236}">
                  <a16:creationId xmlns:a16="http://schemas.microsoft.com/office/drawing/2014/main" id="{2AED50BE-8EDD-6A48-E0BE-D2F39FE466E7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606116"/>
              <a:ext cx="1616647" cy="566802"/>
            </a:xfrm>
            <a:custGeom>
              <a:avLst/>
              <a:gdLst/>
              <a:ahLst/>
              <a:cxnLst/>
              <a:rect l="0" t="0" r="0" b="0"/>
              <a:pathLst>
                <a:path w="1616647" h="566802">
                  <a:moveTo>
                    <a:pt x="126388" y="550330"/>
                  </a:moveTo>
                  <a:lnTo>
                    <a:pt x="102856" y="514564"/>
                  </a:lnTo>
                  <a:lnTo>
                    <a:pt x="59269" y="566802"/>
                  </a:lnTo>
                  <a:close/>
                  <a:moveTo>
                    <a:pt x="70736" y="468115"/>
                  </a:moveTo>
                  <a:lnTo>
                    <a:pt x="0" y="506552"/>
                  </a:lnTo>
                  <a:lnTo>
                    <a:pt x="59269" y="566802"/>
                  </a:lnTo>
                  <a:close/>
                  <a:moveTo>
                    <a:pt x="279234" y="435807"/>
                  </a:moveTo>
                  <a:lnTo>
                    <a:pt x="295037" y="460580"/>
                  </a:lnTo>
                  <a:lnTo>
                    <a:pt x="372237" y="470559"/>
                  </a:lnTo>
                  <a:close/>
                  <a:moveTo>
                    <a:pt x="295037" y="460580"/>
                  </a:moveTo>
                  <a:lnTo>
                    <a:pt x="279234" y="435807"/>
                  </a:lnTo>
                  <a:lnTo>
                    <a:pt x="247355" y="429679"/>
                  </a:lnTo>
                  <a:close/>
                  <a:moveTo>
                    <a:pt x="637812" y="426158"/>
                  </a:moveTo>
                  <a:lnTo>
                    <a:pt x="726651" y="414525"/>
                  </a:lnTo>
                  <a:lnTo>
                    <a:pt x="726339" y="314687"/>
                  </a:lnTo>
                  <a:close/>
                  <a:moveTo>
                    <a:pt x="637812" y="426158"/>
                  </a:moveTo>
                  <a:lnTo>
                    <a:pt x="726339" y="314687"/>
                  </a:lnTo>
                  <a:lnTo>
                    <a:pt x="640534" y="323853"/>
                  </a:lnTo>
                  <a:close/>
                  <a:moveTo>
                    <a:pt x="710360" y="468367"/>
                  </a:moveTo>
                  <a:lnTo>
                    <a:pt x="819527" y="396585"/>
                  </a:lnTo>
                  <a:lnTo>
                    <a:pt x="726651" y="414525"/>
                  </a:lnTo>
                  <a:close/>
                  <a:moveTo>
                    <a:pt x="823971" y="399283"/>
                  </a:moveTo>
                  <a:lnTo>
                    <a:pt x="819527" y="396585"/>
                  </a:lnTo>
                  <a:lnTo>
                    <a:pt x="710360" y="468367"/>
                  </a:lnTo>
                  <a:close/>
                  <a:moveTo>
                    <a:pt x="819527" y="396585"/>
                  </a:moveTo>
                  <a:lnTo>
                    <a:pt x="727964" y="314369"/>
                  </a:lnTo>
                  <a:lnTo>
                    <a:pt x="726651" y="414525"/>
                  </a:lnTo>
                  <a:close/>
                  <a:moveTo>
                    <a:pt x="531349" y="151841"/>
                  </a:moveTo>
                  <a:lnTo>
                    <a:pt x="607121" y="145831"/>
                  </a:lnTo>
                  <a:lnTo>
                    <a:pt x="558321" y="90414"/>
                  </a:lnTo>
                  <a:close/>
                  <a:moveTo>
                    <a:pt x="531349" y="151841"/>
                  </a:moveTo>
                  <a:lnTo>
                    <a:pt x="558321" y="90414"/>
                  </a:lnTo>
                  <a:lnTo>
                    <a:pt x="497473" y="79290"/>
                  </a:lnTo>
                  <a:close/>
                  <a:moveTo>
                    <a:pt x="424836" y="77750"/>
                  </a:moveTo>
                  <a:lnTo>
                    <a:pt x="497473" y="79290"/>
                  </a:lnTo>
                  <a:lnTo>
                    <a:pt x="449436" y="50132"/>
                  </a:lnTo>
                  <a:close/>
                  <a:moveTo>
                    <a:pt x="910620" y="478800"/>
                  </a:moveTo>
                  <a:lnTo>
                    <a:pt x="923171" y="491517"/>
                  </a:lnTo>
                  <a:lnTo>
                    <a:pt x="941561" y="461084"/>
                  </a:lnTo>
                  <a:close/>
                  <a:moveTo>
                    <a:pt x="828537" y="392285"/>
                  </a:moveTo>
                  <a:lnTo>
                    <a:pt x="823971" y="399283"/>
                  </a:lnTo>
                  <a:lnTo>
                    <a:pt x="884379" y="358148"/>
                  </a:lnTo>
                  <a:close/>
                  <a:moveTo>
                    <a:pt x="964371" y="430352"/>
                  </a:moveTo>
                  <a:lnTo>
                    <a:pt x="910620" y="478800"/>
                  </a:lnTo>
                  <a:lnTo>
                    <a:pt x="941561" y="461084"/>
                  </a:lnTo>
                  <a:close/>
                  <a:moveTo>
                    <a:pt x="923171" y="491517"/>
                  </a:moveTo>
                  <a:lnTo>
                    <a:pt x="978175" y="440363"/>
                  </a:lnTo>
                  <a:lnTo>
                    <a:pt x="941561" y="461084"/>
                  </a:lnTo>
                  <a:close/>
                  <a:moveTo>
                    <a:pt x="1056830" y="497385"/>
                  </a:moveTo>
                  <a:lnTo>
                    <a:pt x="978175" y="440363"/>
                  </a:lnTo>
                  <a:lnTo>
                    <a:pt x="923171" y="491517"/>
                  </a:lnTo>
                  <a:close/>
                  <a:moveTo>
                    <a:pt x="941561" y="461084"/>
                  </a:moveTo>
                  <a:lnTo>
                    <a:pt x="978175" y="440363"/>
                  </a:lnTo>
                  <a:lnTo>
                    <a:pt x="964371" y="430352"/>
                  </a:lnTo>
                  <a:close/>
                  <a:moveTo>
                    <a:pt x="819527" y="396585"/>
                  </a:moveTo>
                  <a:lnTo>
                    <a:pt x="823971" y="399283"/>
                  </a:lnTo>
                  <a:lnTo>
                    <a:pt x="828537" y="392285"/>
                  </a:lnTo>
                  <a:close/>
                  <a:moveTo>
                    <a:pt x="1166132" y="484142"/>
                  </a:moveTo>
                  <a:lnTo>
                    <a:pt x="1094636" y="423533"/>
                  </a:lnTo>
                  <a:lnTo>
                    <a:pt x="1056830" y="497385"/>
                  </a:lnTo>
                  <a:close/>
                  <a:moveTo>
                    <a:pt x="1072942" y="401927"/>
                  </a:moveTo>
                  <a:lnTo>
                    <a:pt x="1056830" y="497385"/>
                  </a:lnTo>
                  <a:lnTo>
                    <a:pt x="1094636" y="423533"/>
                  </a:lnTo>
                  <a:close/>
                  <a:moveTo>
                    <a:pt x="1072942" y="401927"/>
                  </a:moveTo>
                  <a:lnTo>
                    <a:pt x="978175" y="440363"/>
                  </a:lnTo>
                  <a:lnTo>
                    <a:pt x="1056830" y="497385"/>
                  </a:lnTo>
                  <a:close/>
                  <a:moveTo>
                    <a:pt x="1166132" y="484142"/>
                  </a:moveTo>
                  <a:lnTo>
                    <a:pt x="1191882" y="508461"/>
                  </a:lnTo>
                  <a:lnTo>
                    <a:pt x="1202331" y="470359"/>
                  </a:lnTo>
                  <a:close/>
                  <a:moveTo>
                    <a:pt x="1262555" y="445705"/>
                  </a:moveTo>
                  <a:lnTo>
                    <a:pt x="1283985" y="564659"/>
                  </a:lnTo>
                  <a:lnTo>
                    <a:pt x="1321384" y="527920"/>
                  </a:lnTo>
                  <a:close/>
                  <a:moveTo>
                    <a:pt x="1262555" y="445705"/>
                  </a:moveTo>
                  <a:lnTo>
                    <a:pt x="1202331" y="470359"/>
                  </a:lnTo>
                  <a:lnTo>
                    <a:pt x="1191882" y="508461"/>
                  </a:lnTo>
                  <a:close/>
                  <a:moveTo>
                    <a:pt x="1165304" y="0"/>
                  </a:moveTo>
                  <a:lnTo>
                    <a:pt x="1220454" y="78408"/>
                  </a:lnTo>
                  <a:lnTo>
                    <a:pt x="1251819" y="90349"/>
                  </a:lnTo>
                  <a:close/>
                  <a:moveTo>
                    <a:pt x="1276198" y="114641"/>
                  </a:moveTo>
                  <a:lnTo>
                    <a:pt x="1251819" y="90349"/>
                  </a:lnTo>
                  <a:lnTo>
                    <a:pt x="1220454" y="78408"/>
                  </a:lnTo>
                  <a:close/>
                  <a:moveTo>
                    <a:pt x="1551438" y="268225"/>
                  </a:moveTo>
                  <a:lnTo>
                    <a:pt x="1554541" y="365795"/>
                  </a:lnTo>
                  <a:lnTo>
                    <a:pt x="1616647" y="275804"/>
                  </a:lnTo>
                  <a:close/>
                  <a:moveTo>
                    <a:pt x="1540718" y="176847"/>
                  </a:moveTo>
                  <a:lnTo>
                    <a:pt x="1591170" y="96331"/>
                  </a:lnTo>
                  <a:lnTo>
                    <a:pt x="1521347" y="92504"/>
                  </a:lnTo>
                  <a:close/>
                  <a:moveTo>
                    <a:pt x="1521347" y="92504"/>
                  </a:moveTo>
                  <a:lnTo>
                    <a:pt x="1591170" y="96331"/>
                  </a:lnTo>
                  <a:lnTo>
                    <a:pt x="1550530" y="2927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56" name="Candidate_density__2175">
              <a:extLst>
                <a:ext uri="{FF2B5EF4-FFF2-40B4-BE49-F238E27FC236}">
                  <a16:creationId xmlns:a16="http://schemas.microsoft.com/office/drawing/2014/main" id="{0FAB64CB-BFDD-1B6A-BA64-C015C635F213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542813"/>
              <a:ext cx="1574296" cy="531419"/>
            </a:xfrm>
            <a:custGeom>
              <a:avLst/>
              <a:gdLst/>
              <a:ahLst/>
              <a:cxnLst/>
              <a:rect l="0" t="0" r="0" b="0"/>
              <a:pathLst>
                <a:path w="1574296" h="531419">
                  <a:moveTo>
                    <a:pt x="58095" y="487640"/>
                  </a:moveTo>
                  <a:lnTo>
                    <a:pt x="169988" y="531419"/>
                  </a:lnTo>
                  <a:lnTo>
                    <a:pt x="137501" y="449204"/>
                  </a:lnTo>
                  <a:close/>
                  <a:moveTo>
                    <a:pt x="44372" y="284773"/>
                  </a:moveTo>
                  <a:lnTo>
                    <a:pt x="34199" y="397049"/>
                  </a:lnTo>
                  <a:lnTo>
                    <a:pt x="54225" y="303615"/>
                  </a:lnTo>
                  <a:close/>
                  <a:moveTo>
                    <a:pt x="18790" y="405424"/>
                  </a:moveTo>
                  <a:lnTo>
                    <a:pt x="34199" y="397049"/>
                  </a:lnTo>
                  <a:lnTo>
                    <a:pt x="44372" y="284773"/>
                  </a:lnTo>
                  <a:close/>
                  <a:moveTo>
                    <a:pt x="0" y="323209"/>
                  </a:moveTo>
                  <a:lnTo>
                    <a:pt x="18790" y="405424"/>
                  </a:lnTo>
                  <a:lnTo>
                    <a:pt x="44372" y="284773"/>
                  </a:lnTo>
                  <a:close/>
                  <a:moveTo>
                    <a:pt x="34199" y="397049"/>
                  </a:moveTo>
                  <a:lnTo>
                    <a:pt x="85902" y="366988"/>
                  </a:lnTo>
                  <a:lnTo>
                    <a:pt x="54225" y="303615"/>
                  </a:lnTo>
                  <a:close/>
                  <a:moveTo>
                    <a:pt x="45780" y="272044"/>
                  </a:moveTo>
                  <a:lnTo>
                    <a:pt x="0" y="323209"/>
                  </a:lnTo>
                  <a:lnTo>
                    <a:pt x="44372" y="284773"/>
                  </a:lnTo>
                  <a:close/>
                  <a:moveTo>
                    <a:pt x="54760" y="280241"/>
                  </a:moveTo>
                  <a:lnTo>
                    <a:pt x="54225" y="303615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54225" y="303615"/>
                  </a:lnTo>
                  <a:lnTo>
                    <a:pt x="85902" y="366988"/>
                  </a:lnTo>
                  <a:close/>
                  <a:moveTo>
                    <a:pt x="126987" y="246337"/>
                  </a:moveTo>
                  <a:lnTo>
                    <a:pt x="85902" y="366988"/>
                  </a:lnTo>
                  <a:lnTo>
                    <a:pt x="152549" y="328552"/>
                  </a:lnTo>
                  <a:close/>
                  <a:moveTo>
                    <a:pt x="44372" y="284773"/>
                  </a:moveTo>
                  <a:lnTo>
                    <a:pt x="54225" y="303615"/>
                  </a:lnTo>
                  <a:lnTo>
                    <a:pt x="54760" y="280241"/>
                  </a:lnTo>
                  <a:close/>
                  <a:moveTo>
                    <a:pt x="45780" y="272044"/>
                  </a:moveTo>
                  <a:lnTo>
                    <a:pt x="44372" y="284773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55901" y="202558"/>
                  </a:lnTo>
                  <a:lnTo>
                    <a:pt x="151706" y="174223"/>
                  </a:lnTo>
                  <a:close/>
                  <a:moveTo>
                    <a:pt x="55901" y="202558"/>
                  </a:moveTo>
                  <a:lnTo>
                    <a:pt x="45780" y="272044"/>
                  </a:lnTo>
                  <a:lnTo>
                    <a:pt x="151706" y="174223"/>
                  </a:lnTo>
                  <a:close/>
                  <a:moveTo>
                    <a:pt x="151706" y="174223"/>
                  </a:moveTo>
                  <a:lnTo>
                    <a:pt x="45780" y="272044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45780" y="272044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151706" y="174223"/>
                  </a:lnTo>
                  <a:lnTo>
                    <a:pt x="163605" y="164122"/>
                  </a:lnTo>
                  <a:close/>
                  <a:moveTo>
                    <a:pt x="151706" y="174223"/>
                  </a:moveTo>
                  <a:lnTo>
                    <a:pt x="126987" y="246337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163605" y="164122"/>
                  </a:lnTo>
                  <a:lnTo>
                    <a:pt x="276575" y="147224"/>
                  </a:lnTo>
                  <a:close/>
                  <a:moveTo>
                    <a:pt x="163605" y="164122"/>
                  </a:moveTo>
                  <a:lnTo>
                    <a:pt x="151706" y="174223"/>
                  </a:lnTo>
                  <a:lnTo>
                    <a:pt x="276575" y="147224"/>
                  </a:lnTo>
                  <a:close/>
                  <a:moveTo>
                    <a:pt x="276575" y="147224"/>
                  </a:moveTo>
                  <a:lnTo>
                    <a:pt x="151706" y="174223"/>
                  </a:lnTo>
                  <a:lnTo>
                    <a:pt x="240953" y="207900"/>
                  </a:lnTo>
                  <a:close/>
                  <a:moveTo>
                    <a:pt x="240953" y="207900"/>
                  </a:moveTo>
                  <a:lnTo>
                    <a:pt x="151706" y="174223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276575" y="147224"/>
                  </a:lnTo>
                  <a:lnTo>
                    <a:pt x="316828" y="125685"/>
                  </a:lnTo>
                  <a:close/>
                  <a:moveTo>
                    <a:pt x="316828" y="125685"/>
                  </a:moveTo>
                  <a:lnTo>
                    <a:pt x="276575" y="147224"/>
                  </a:lnTo>
                  <a:lnTo>
                    <a:pt x="401368" y="119948"/>
                  </a:lnTo>
                  <a:close/>
                  <a:moveTo>
                    <a:pt x="401368" y="119948"/>
                  </a:moveTo>
                  <a:lnTo>
                    <a:pt x="276575" y="147224"/>
                  </a:lnTo>
                  <a:lnTo>
                    <a:pt x="364877" y="169464"/>
                  </a:lnTo>
                  <a:close/>
                  <a:moveTo>
                    <a:pt x="439514" y="149219"/>
                  </a:moveTo>
                  <a:lnTo>
                    <a:pt x="471301" y="102757"/>
                  </a:lnTo>
                  <a:lnTo>
                    <a:pt x="401368" y="119948"/>
                  </a:lnTo>
                  <a:close/>
                  <a:moveTo>
                    <a:pt x="825298" y="278137"/>
                  </a:moveTo>
                  <a:lnTo>
                    <a:pt x="825594" y="376223"/>
                  </a:lnTo>
                  <a:lnTo>
                    <a:pt x="887278" y="257021"/>
                  </a:lnTo>
                  <a:close/>
                  <a:moveTo>
                    <a:pt x="887278" y="257021"/>
                  </a:moveTo>
                  <a:lnTo>
                    <a:pt x="827216" y="377672"/>
                  </a:lnTo>
                  <a:lnTo>
                    <a:pt x="924794" y="339236"/>
                  </a:lnTo>
                  <a:close/>
                  <a:moveTo>
                    <a:pt x="736052" y="290099"/>
                  </a:moveTo>
                  <a:lnTo>
                    <a:pt x="825298" y="278137"/>
                  </a:lnTo>
                  <a:lnTo>
                    <a:pt x="791573" y="205462"/>
                  </a:lnTo>
                  <a:close/>
                  <a:moveTo>
                    <a:pt x="887278" y="257021"/>
                  </a:moveTo>
                  <a:lnTo>
                    <a:pt x="906605" y="185249"/>
                  </a:lnTo>
                  <a:lnTo>
                    <a:pt x="825298" y="278137"/>
                  </a:lnTo>
                  <a:close/>
                  <a:moveTo>
                    <a:pt x="825298" y="278137"/>
                  </a:moveTo>
                  <a:lnTo>
                    <a:pt x="906605" y="185249"/>
                  </a:lnTo>
                  <a:lnTo>
                    <a:pt x="900267" y="177688"/>
                  </a:lnTo>
                  <a:close/>
                  <a:moveTo>
                    <a:pt x="825298" y="278137"/>
                  </a:moveTo>
                  <a:lnTo>
                    <a:pt x="900267" y="177688"/>
                  </a:lnTo>
                  <a:lnTo>
                    <a:pt x="791573" y="205462"/>
                  </a:lnTo>
                  <a:close/>
                  <a:moveTo>
                    <a:pt x="964168" y="325922"/>
                  </a:moveTo>
                  <a:lnTo>
                    <a:pt x="961080" y="388922"/>
                  </a:lnTo>
                  <a:lnTo>
                    <a:pt x="1061164" y="300800"/>
                  </a:lnTo>
                  <a:close/>
                  <a:moveTo>
                    <a:pt x="1061164" y="300800"/>
                  </a:moveTo>
                  <a:lnTo>
                    <a:pt x="983631" y="421451"/>
                  </a:lnTo>
                  <a:lnTo>
                    <a:pt x="1074999" y="320987"/>
                  </a:lnTo>
                  <a:close/>
                  <a:moveTo>
                    <a:pt x="1081895" y="390896"/>
                  </a:moveTo>
                  <a:lnTo>
                    <a:pt x="1104036" y="383014"/>
                  </a:lnTo>
                  <a:lnTo>
                    <a:pt x="1074999" y="320987"/>
                  </a:lnTo>
                  <a:close/>
                  <a:moveTo>
                    <a:pt x="924794" y="339236"/>
                  </a:moveTo>
                  <a:lnTo>
                    <a:pt x="961080" y="388922"/>
                  </a:lnTo>
                  <a:lnTo>
                    <a:pt x="964168" y="325922"/>
                  </a:lnTo>
                  <a:close/>
                  <a:moveTo>
                    <a:pt x="887278" y="257021"/>
                  </a:moveTo>
                  <a:lnTo>
                    <a:pt x="964168" y="325922"/>
                  </a:lnTo>
                  <a:lnTo>
                    <a:pt x="948456" y="238603"/>
                  </a:lnTo>
                  <a:close/>
                  <a:moveTo>
                    <a:pt x="887278" y="257021"/>
                  </a:moveTo>
                  <a:lnTo>
                    <a:pt x="924794" y="339236"/>
                  </a:lnTo>
                  <a:lnTo>
                    <a:pt x="964168" y="325922"/>
                  </a:lnTo>
                  <a:close/>
                  <a:moveTo>
                    <a:pt x="1061164" y="300800"/>
                  </a:moveTo>
                  <a:lnTo>
                    <a:pt x="1032007" y="218584"/>
                  </a:lnTo>
                  <a:lnTo>
                    <a:pt x="964168" y="325922"/>
                  </a:lnTo>
                  <a:close/>
                  <a:moveTo>
                    <a:pt x="1032007" y="218584"/>
                  </a:moveTo>
                  <a:lnTo>
                    <a:pt x="948456" y="238603"/>
                  </a:lnTo>
                  <a:lnTo>
                    <a:pt x="964168" y="325922"/>
                  </a:lnTo>
                  <a:close/>
                  <a:moveTo>
                    <a:pt x="906605" y="185249"/>
                  </a:moveTo>
                  <a:lnTo>
                    <a:pt x="887278" y="257021"/>
                  </a:lnTo>
                  <a:lnTo>
                    <a:pt x="948456" y="238603"/>
                  </a:lnTo>
                  <a:close/>
                  <a:moveTo>
                    <a:pt x="906605" y="185249"/>
                  </a:moveTo>
                  <a:lnTo>
                    <a:pt x="948456" y="238603"/>
                  </a:lnTo>
                  <a:lnTo>
                    <a:pt x="908785" y="174806"/>
                  </a:lnTo>
                  <a:close/>
                  <a:moveTo>
                    <a:pt x="908785" y="174806"/>
                  </a:moveTo>
                  <a:lnTo>
                    <a:pt x="948456" y="238603"/>
                  </a:lnTo>
                  <a:lnTo>
                    <a:pt x="1032007" y="218584"/>
                  </a:lnTo>
                  <a:close/>
                  <a:moveTo>
                    <a:pt x="908785" y="174806"/>
                  </a:moveTo>
                  <a:lnTo>
                    <a:pt x="1032007" y="218584"/>
                  </a:lnTo>
                  <a:lnTo>
                    <a:pt x="1022765" y="136369"/>
                  </a:lnTo>
                  <a:close/>
                  <a:moveTo>
                    <a:pt x="1072297" y="298607"/>
                  </a:moveTo>
                  <a:lnTo>
                    <a:pt x="1074999" y="320987"/>
                  </a:lnTo>
                  <a:lnTo>
                    <a:pt x="1173468" y="262363"/>
                  </a:lnTo>
                  <a:close/>
                  <a:moveTo>
                    <a:pt x="1061164" y="300800"/>
                  </a:moveTo>
                  <a:lnTo>
                    <a:pt x="1074999" y="320987"/>
                  </a:lnTo>
                  <a:lnTo>
                    <a:pt x="1072297" y="298607"/>
                  </a:lnTo>
                  <a:close/>
                  <a:moveTo>
                    <a:pt x="1032007" y="218584"/>
                  </a:moveTo>
                  <a:lnTo>
                    <a:pt x="1072297" y="298607"/>
                  </a:lnTo>
                  <a:lnTo>
                    <a:pt x="1055219" y="212399"/>
                  </a:lnTo>
                  <a:close/>
                  <a:moveTo>
                    <a:pt x="1032007" y="218584"/>
                  </a:moveTo>
                  <a:lnTo>
                    <a:pt x="1061164" y="300800"/>
                  </a:lnTo>
                  <a:lnTo>
                    <a:pt x="1072297" y="298607"/>
                  </a:lnTo>
                  <a:close/>
                  <a:moveTo>
                    <a:pt x="1173468" y="262363"/>
                  </a:moveTo>
                  <a:lnTo>
                    <a:pt x="1133541" y="180148"/>
                  </a:lnTo>
                  <a:lnTo>
                    <a:pt x="1072297" y="298607"/>
                  </a:lnTo>
                  <a:close/>
                  <a:moveTo>
                    <a:pt x="1133541" y="180148"/>
                  </a:moveTo>
                  <a:lnTo>
                    <a:pt x="1055219" y="212399"/>
                  </a:lnTo>
                  <a:lnTo>
                    <a:pt x="1072297" y="298607"/>
                  </a:lnTo>
                  <a:close/>
                  <a:moveTo>
                    <a:pt x="1022765" y="136369"/>
                  </a:moveTo>
                  <a:lnTo>
                    <a:pt x="1055219" y="212399"/>
                  </a:lnTo>
                  <a:lnTo>
                    <a:pt x="1027777" y="134616"/>
                  </a:lnTo>
                  <a:close/>
                  <a:moveTo>
                    <a:pt x="1022765" y="136369"/>
                  </a:moveTo>
                  <a:lnTo>
                    <a:pt x="1032007" y="218584"/>
                  </a:lnTo>
                  <a:lnTo>
                    <a:pt x="1055219" y="212399"/>
                  </a:lnTo>
                  <a:close/>
                  <a:moveTo>
                    <a:pt x="1133541" y="180148"/>
                  </a:moveTo>
                  <a:lnTo>
                    <a:pt x="1112862" y="97933"/>
                  </a:lnTo>
                  <a:lnTo>
                    <a:pt x="1055219" y="212399"/>
                  </a:lnTo>
                  <a:close/>
                  <a:moveTo>
                    <a:pt x="1112862" y="97933"/>
                  </a:moveTo>
                  <a:lnTo>
                    <a:pt x="1027777" y="134616"/>
                  </a:lnTo>
                  <a:lnTo>
                    <a:pt x="1055219" y="212399"/>
                  </a:lnTo>
                  <a:close/>
                  <a:moveTo>
                    <a:pt x="998719" y="54155"/>
                  </a:moveTo>
                  <a:lnTo>
                    <a:pt x="1022765" y="136369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099605" y="15718"/>
                  </a:lnTo>
                  <a:lnTo>
                    <a:pt x="1027777" y="134616"/>
                  </a:lnTo>
                  <a:close/>
                  <a:moveTo>
                    <a:pt x="1099605" y="15718"/>
                  </a:moveTo>
                  <a:lnTo>
                    <a:pt x="1007776" y="50785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196136" y="158428"/>
                  </a:lnTo>
                  <a:lnTo>
                    <a:pt x="1168755" y="80595"/>
                  </a:lnTo>
                  <a:close/>
                  <a:moveTo>
                    <a:pt x="1112862" y="97933"/>
                  </a:moveTo>
                  <a:lnTo>
                    <a:pt x="1133541" y="180148"/>
                  </a:lnTo>
                  <a:lnTo>
                    <a:pt x="1196136" y="158428"/>
                  </a:lnTo>
                  <a:close/>
                  <a:moveTo>
                    <a:pt x="1270937" y="141712"/>
                  </a:moveTo>
                  <a:lnTo>
                    <a:pt x="1279087" y="96318"/>
                  </a:lnTo>
                  <a:lnTo>
                    <a:pt x="1196136" y="158428"/>
                  </a:lnTo>
                  <a:close/>
                  <a:moveTo>
                    <a:pt x="1196136" y="158428"/>
                  </a:moveTo>
                  <a:lnTo>
                    <a:pt x="1264556" y="63303"/>
                  </a:lnTo>
                  <a:lnTo>
                    <a:pt x="1168755" y="80595"/>
                  </a:lnTo>
                  <a:close/>
                  <a:moveTo>
                    <a:pt x="1099605" y="15718"/>
                  </a:moveTo>
                  <a:lnTo>
                    <a:pt x="1168755" y="80595"/>
                  </a:lnTo>
                  <a:lnTo>
                    <a:pt x="1138555" y="5056"/>
                  </a:lnTo>
                  <a:close/>
                  <a:moveTo>
                    <a:pt x="1099605" y="15718"/>
                  </a:moveTo>
                  <a:lnTo>
                    <a:pt x="1112862" y="97933"/>
                  </a:lnTo>
                  <a:lnTo>
                    <a:pt x="1168755" y="80595"/>
                  </a:lnTo>
                  <a:close/>
                  <a:moveTo>
                    <a:pt x="1168755" y="80595"/>
                  </a:moveTo>
                  <a:lnTo>
                    <a:pt x="1264556" y="63303"/>
                  </a:lnTo>
                  <a:lnTo>
                    <a:pt x="1219304" y="0"/>
                  </a:lnTo>
                  <a:close/>
                  <a:moveTo>
                    <a:pt x="1168755" y="80595"/>
                  </a:moveTo>
                  <a:lnTo>
                    <a:pt x="1219304" y="0"/>
                  </a:lnTo>
                  <a:lnTo>
                    <a:pt x="1138555" y="5056"/>
                  </a:lnTo>
                  <a:close/>
                  <a:moveTo>
                    <a:pt x="1433772" y="186509"/>
                  </a:moveTo>
                  <a:lnTo>
                    <a:pt x="1375450" y="177945"/>
                  </a:lnTo>
                  <a:lnTo>
                    <a:pt x="1297087" y="136949"/>
                  </a:lnTo>
                  <a:close/>
                  <a:moveTo>
                    <a:pt x="1488961" y="108485"/>
                  </a:moveTo>
                  <a:lnTo>
                    <a:pt x="1433772" y="186509"/>
                  </a:lnTo>
                  <a:lnTo>
                    <a:pt x="1435546" y="185490"/>
                  </a:lnTo>
                  <a:close/>
                  <a:moveTo>
                    <a:pt x="1375450" y="177945"/>
                  </a:moveTo>
                  <a:lnTo>
                    <a:pt x="1433772" y="186509"/>
                  </a:lnTo>
                  <a:lnTo>
                    <a:pt x="1488961" y="108485"/>
                  </a:lnTo>
                  <a:close/>
                  <a:moveTo>
                    <a:pt x="1488961" y="108485"/>
                  </a:moveTo>
                  <a:lnTo>
                    <a:pt x="1435546" y="185490"/>
                  </a:lnTo>
                  <a:lnTo>
                    <a:pt x="1541029" y="159904"/>
                  </a:lnTo>
                  <a:close/>
                  <a:moveTo>
                    <a:pt x="1541029" y="159904"/>
                  </a:moveTo>
                  <a:lnTo>
                    <a:pt x="1509160" y="103275"/>
                  </a:lnTo>
                  <a:lnTo>
                    <a:pt x="1488961" y="108485"/>
                  </a:lnTo>
                  <a:close/>
                  <a:moveTo>
                    <a:pt x="1574296" y="93359"/>
                  </a:moveTo>
                  <a:lnTo>
                    <a:pt x="1509160" y="103275"/>
                  </a:lnTo>
                  <a:lnTo>
                    <a:pt x="1541029" y="15990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57" name="Candidate_density__2176">
              <a:extLst>
                <a:ext uri="{FF2B5EF4-FFF2-40B4-BE49-F238E27FC236}">
                  <a16:creationId xmlns:a16="http://schemas.microsoft.com/office/drawing/2014/main" id="{FDFA6D02-8A37-960D-D57E-A23DC1EDE81F}"/>
                </a:ext>
              </a:extLst>
            </p:cNvPr>
            <p:cNvSpPr>
              <a:spLocks noGrp="1"/>
            </p:cNvSpPr>
            <p:nvPr/>
          </p:nvSpPr>
          <p:spPr>
            <a:xfrm>
              <a:off x="4040228" y="2890204"/>
              <a:ext cx="1376561" cy="446700"/>
            </a:xfrm>
            <a:custGeom>
              <a:avLst/>
              <a:gdLst/>
              <a:ahLst/>
              <a:cxnLst/>
              <a:rect l="0" t="0" r="0" b="0"/>
              <a:pathLst>
                <a:path w="1376561" h="446700">
                  <a:moveTo>
                    <a:pt x="186821" y="376418"/>
                  </a:moveTo>
                  <a:lnTo>
                    <a:pt x="135182" y="398553"/>
                  </a:lnTo>
                  <a:lnTo>
                    <a:pt x="258554" y="365960"/>
                  </a:lnTo>
                  <a:close/>
                  <a:moveTo>
                    <a:pt x="301771" y="312339"/>
                  </a:moveTo>
                  <a:lnTo>
                    <a:pt x="323775" y="305426"/>
                  </a:lnTo>
                  <a:lnTo>
                    <a:pt x="352125" y="271585"/>
                  </a:lnTo>
                  <a:close/>
                  <a:moveTo>
                    <a:pt x="318633" y="311928"/>
                  </a:moveTo>
                  <a:lnTo>
                    <a:pt x="323775" y="305426"/>
                  </a:lnTo>
                  <a:lnTo>
                    <a:pt x="301771" y="312339"/>
                  </a:lnTo>
                  <a:close/>
                  <a:moveTo>
                    <a:pt x="258554" y="365960"/>
                  </a:moveTo>
                  <a:lnTo>
                    <a:pt x="318633" y="311928"/>
                  </a:lnTo>
                  <a:lnTo>
                    <a:pt x="301771" y="312339"/>
                  </a:lnTo>
                  <a:close/>
                  <a:moveTo>
                    <a:pt x="352125" y="271585"/>
                  </a:moveTo>
                  <a:lnTo>
                    <a:pt x="323775" y="305426"/>
                  </a:lnTo>
                  <a:lnTo>
                    <a:pt x="361931" y="258610"/>
                  </a:lnTo>
                  <a:close/>
                  <a:moveTo>
                    <a:pt x="31786" y="24939"/>
                  </a:moveTo>
                  <a:lnTo>
                    <a:pt x="0" y="63376"/>
                  </a:lnTo>
                  <a:lnTo>
                    <a:pt x="72396" y="12057"/>
                  </a:lnTo>
                  <a:close/>
                  <a:moveTo>
                    <a:pt x="0" y="63376"/>
                  </a:moveTo>
                  <a:lnTo>
                    <a:pt x="24573" y="48456"/>
                  </a:lnTo>
                  <a:lnTo>
                    <a:pt x="72396" y="12057"/>
                  </a:lnTo>
                  <a:close/>
                  <a:moveTo>
                    <a:pt x="72396" y="12057"/>
                  </a:moveTo>
                  <a:lnTo>
                    <a:pt x="24573" y="48456"/>
                  </a:lnTo>
                  <a:lnTo>
                    <a:pt x="143702" y="0"/>
                  </a:lnTo>
                  <a:close/>
                  <a:moveTo>
                    <a:pt x="1278872" y="446700"/>
                  </a:moveTo>
                  <a:lnTo>
                    <a:pt x="1294236" y="408263"/>
                  </a:lnTo>
                  <a:lnTo>
                    <a:pt x="1288659" y="418216"/>
                  </a:lnTo>
                  <a:close/>
                  <a:moveTo>
                    <a:pt x="1294236" y="408263"/>
                  </a:moveTo>
                  <a:lnTo>
                    <a:pt x="1278872" y="446700"/>
                  </a:lnTo>
                  <a:lnTo>
                    <a:pt x="1330412" y="326048"/>
                  </a:lnTo>
                  <a:close/>
                  <a:moveTo>
                    <a:pt x="1045525" y="281699"/>
                  </a:moveTo>
                  <a:lnTo>
                    <a:pt x="1059788" y="200054"/>
                  </a:lnTo>
                  <a:lnTo>
                    <a:pt x="1047765" y="280572"/>
                  </a:lnTo>
                  <a:close/>
                  <a:moveTo>
                    <a:pt x="1307902" y="390454"/>
                  </a:moveTo>
                  <a:lnTo>
                    <a:pt x="1288659" y="418216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29379" y="355260"/>
                  </a:lnTo>
                  <a:lnTo>
                    <a:pt x="1294236" y="408263"/>
                  </a:lnTo>
                  <a:close/>
                  <a:moveTo>
                    <a:pt x="1330412" y="326048"/>
                  </a:moveTo>
                  <a:lnTo>
                    <a:pt x="1355961" y="287611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30412" y="326048"/>
                  </a:lnTo>
                  <a:lnTo>
                    <a:pt x="1376561" y="253007"/>
                  </a:lnTo>
                  <a:close/>
                  <a:moveTo>
                    <a:pt x="1330412" y="326048"/>
                  </a:moveTo>
                  <a:lnTo>
                    <a:pt x="1336671" y="319069"/>
                  </a:lnTo>
                  <a:lnTo>
                    <a:pt x="1376561" y="2530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58" name="Candidate_density__2177">
              <a:extLst>
                <a:ext uri="{FF2B5EF4-FFF2-40B4-BE49-F238E27FC236}">
                  <a16:creationId xmlns:a16="http://schemas.microsoft.com/office/drawing/2014/main" id="{7BA189CE-0FFB-6BD0-C3A6-AD3B170A21AC}"/>
                </a:ext>
              </a:extLst>
            </p:cNvPr>
            <p:cNvSpPr>
              <a:spLocks noGrp="1"/>
            </p:cNvSpPr>
            <p:nvPr/>
          </p:nvSpPr>
          <p:spPr>
            <a:xfrm>
              <a:off x="4009611" y="2881076"/>
              <a:ext cx="1132715" cy="521136"/>
            </a:xfrm>
            <a:custGeom>
              <a:avLst/>
              <a:gdLst/>
              <a:ahLst/>
              <a:cxnLst/>
              <a:rect l="0" t="0" r="0" b="0"/>
              <a:pathLst>
                <a:path w="1132715" h="521136">
                  <a:moveTo>
                    <a:pt x="105554" y="319149"/>
                  </a:moveTo>
                  <a:lnTo>
                    <a:pt x="87322" y="392923"/>
                  </a:lnTo>
                  <a:lnTo>
                    <a:pt x="129102" y="333928"/>
                  </a:lnTo>
                  <a:close/>
                  <a:moveTo>
                    <a:pt x="20415" y="357586"/>
                  </a:moveTo>
                  <a:lnTo>
                    <a:pt x="105554" y="319149"/>
                  </a:lnTo>
                  <a:lnTo>
                    <a:pt x="0" y="345099"/>
                  </a:lnTo>
                  <a:close/>
                  <a:moveTo>
                    <a:pt x="185089" y="328055"/>
                  </a:moveTo>
                  <a:lnTo>
                    <a:pt x="129102" y="333928"/>
                  </a:lnTo>
                  <a:lnTo>
                    <a:pt x="263264" y="341679"/>
                  </a:lnTo>
                  <a:close/>
                  <a:moveTo>
                    <a:pt x="41753" y="154719"/>
                  </a:moveTo>
                  <a:lnTo>
                    <a:pt x="52785" y="112046"/>
                  </a:lnTo>
                  <a:lnTo>
                    <a:pt x="50967" y="118681"/>
                  </a:lnTo>
                  <a:close/>
                  <a:moveTo>
                    <a:pt x="62403" y="34067"/>
                  </a:moveTo>
                  <a:lnTo>
                    <a:pt x="52785" y="112046"/>
                  </a:lnTo>
                  <a:lnTo>
                    <a:pt x="41753" y="154719"/>
                  </a:lnTo>
                  <a:close/>
                  <a:moveTo>
                    <a:pt x="143144" y="104335"/>
                  </a:moveTo>
                  <a:lnTo>
                    <a:pt x="87988" y="188675"/>
                  </a:lnTo>
                  <a:lnTo>
                    <a:pt x="55286" y="115170"/>
                  </a:lnTo>
                  <a:close/>
                  <a:moveTo>
                    <a:pt x="55286" y="115170"/>
                  </a:moveTo>
                  <a:lnTo>
                    <a:pt x="62403" y="34067"/>
                  </a:lnTo>
                  <a:lnTo>
                    <a:pt x="148363" y="0"/>
                  </a:lnTo>
                  <a:close/>
                  <a:moveTo>
                    <a:pt x="55286" y="115170"/>
                  </a:moveTo>
                  <a:lnTo>
                    <a:pt x="148363" y="0"/>
                  </a:lnTo>
                  <a:lnTo>
                    <a:pt x="143144" y="104335"/>
                  </a:lnTo>
                  <a:close/>
                  <a:moveTo>
                    <a:pt x="148363" y="0"/>
                  </a:moveTo>
                  <a:lnTo>
                    <a:pt x="213345" y="7763"/>
                  </a:lnTo>
                  <a:lnTo>
                    <a:pt x="143144" y="104335"/>
                  </a:lnTo>
                  <a:close/>
                  <a:moveTo>
                    <a:pt x="369077" y="141932"/>
                  </a:moveTo>
                  <a:lnTo>
                    <a:pt x="432209" y="151198"/>
                  </a:lnTo>
                  <a:lnTo>
                    <a:pt x="434932" y="48893"/>
                  </a:lnTo>
                  <a:close/>
                  <a:moveTo>
                    <a:pt x="369077" y="141932"/>
                  </a:moveTo>
                  <a:lnTo>
                    <a:pt x="434932" y="48893"/>
                  </a:lnTo>
                  <a:lnTo>
                    <a:pt x="363442" y="46420"/>
                  </a:lnTo>
                  <a:close/>
                  <a:moveTo>
                    <a:pt x="369077" y="141932"/>
                  </a:moveTo>
                  <a:lnTo>
                    <a:pt x="363442" y="46420"/>
                  </a:lnTo>
                  <a:lnTo>
                    <a:pt x="327375" y="121625"/>
                  </a:lnTo>
                  <a:close/>
                  <a:moveTo>
                    <a:pt x="363442" y="46420"/>
                  </a:moveTo>
                  <a:lnTo>
                    <a:pt x="338807" y="39409"/>
                  </a:lnTo>
                  <a:lnTo>
                    <a:pt x="327375" y="121625"/>
                  </a:lnTo>
                  <a:close/>
                  <a:moveTo>
                    <a:pt x="1078594" y="429120"/>
                  </a:moveTo>
                  <a:lnTo>
                    <a:pt x="1132715" y="445713"/>
                  </a:lnTo>
                  <a:lnTo>
                    <a:pt x="1088528" y="521136"/>
                  </a:lnTo>
                  <a:close/>
                  <a:moveTo>
                    <a:pt x="1107851" y="335176"/>
                  </a:moveTo>
                  <a:lnTo>
                    <a:pt x="1078382" y="289700"/>
                  </a:lnTo>
                  <a:lnTo>
                    <a:pt x="1120061" y="35590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59" name="Candidate_density__2178">
              <a:extLst>
                <a:ext uri="{FF2B5EF4-FFF2-40B4-BE49-F238E27FC236}">
                  <a16:creationId xmlns:a16="http://schemas.microsoft.com/office/drawing/2014/main" id="{223459DE-6C86-E78B-F849-B703F212B293}"/>
                </a:ext>
              </a:extLst>
            </p:cNvPr>
            <p:cNvSpPr>
              <a:spLocks noGrp="1"/>
            </p:cNvSpPr>
            <p:nvPr/>
          </p:nvSpPr>
          <p:spPr>
            <a:xfrm>
              <a:off x="3925057" y="2782964"/>
              <a:ext cx="1501342" cy="443211"/>
            </a:xfrm>
            <a:custGeom>
              <a:avLst/>
              <a:gdLst/>
              <a:ahLst/>
              <a:cxnLst/>
              <a:rect l="0" t="0" r="0" b="0"/>
              <a:pathLst>
                <a:path w="1501342" h="443211">
                  <a:moveTo>
                    <a:pt x="190108" y="417262"/>
                  </a:moveTo>
                  <a:lnTo>
                    <a:pt x="116779" y="348494"/>
                  </a:lnTo>
                  <a:lnTo>
                    <a:pt x="84554" y="443211"/>
                  </a:lnTo>
                  <a:close/>
                  <a:moveTo>
                    <a:pt x="104653" y="335046"/>
                  </a:moveTo>
                  <a:lnTo>
                    <a:pt x="5340" y="373483"/>
                  </a:lnTo>
                  <a:lnTo>
                    <a:pt x="84554" y="443211"/>
                  </a:lnTo>
                  <a:close/>
                  <a:moveTo>
                    <a:pt x="215463" y="378825"/>
                  </a:moveTo>
                  <a:lnTo>
                    <a:pt x="213656" y="432041"/>
                  </a:lnTo>
                  <a:lnTo>
                    <a:pt x="269643" y="426167"/>
                  </a:lnTo>
                  <a:close/>
                  <a:moveTo>
                    <a:pt x="215463" y="378825"/>
                  </a:moveTo>
                  <a:lnTo>
                    <a:pt x="190108" y="417262"/>
                  </a:lnTo>
                  <a:lnTo>
                    <a:pt x="213656" y="432041"/>
                  </a:lnTo>
                  <a:close/>
                  <a:moveTo>
                    <a:pt x="165157" y="296609"/>
                  </a:moveTo>
                  <a:lnTo>
                    <a:pt x="190108" y="417262"/>
                  </a:lnTo>
                  <a:lnTo>
                    <a:pt x="215463" y="378825"/>
                  </a:lnTo>
                  <a:close/>
                  <a:moveTo>
                    <a:pt x="218106" y="233479"/>
                  </a:moveTo>
                  <a:lnTo>
                    <a:pt x="126307" y="252831"/>
                  </a:lnTo>
                  <a:lnTo>
                    <a:pt x="141491" y="312032"/>
                  </a:lnTo>
                  <a:close/>
                  <a:moveTo>
                    <a:pt x="141491" y="312032"/>
                  </a:moveTo>
                  <a:lnTo>
                    <a:pt x="126307" y="252831"/>
                  </a:lnTo>
                  <a:lnTo>
                    <a:pt x="135521" y="216793"/>
                  </a:lnTo>
                  <a:close/>
                  <a:moveTo>
                    <a:pt x="141491" y="312032"/>
                  </a:moveTo>
                  <a:lnTo>
                    <a:pt x="165157" y="296609"/>
                  </a:lnTo>
                  <a:lnTo>
                    <a:pt x="218106" y="233479"/>
                  </a:lnTo>
                  <a:close/>
                  <a:moveTo>
                    <a:pt x="8283" y="159552"/>
                  </a:moveTo>
                  <a:lnTo>
                    <a:pt x="0" y="190532"/>
                  </a:lnTo>
                  <a:lnTo>
                    <a:pt x="89439" y="132180"/>
                  </a:lnTo>
                  <a:close/>
                  <a:moveTo>
                    <a:pt x="89439" y="132180"/>
                  </a:moveTo>
                  <a:lnTo>
                    <a:pt x="71163" y="252831"/>
                  </a:lnTo>
                  <a:lnTo>
                    <a:pt x="137338" y="210158"/>
                  </a:lnTo>
                  <a:close/>
                  <a:moveTo>
                    <a:pt x="137338" y="210158"/>
                  </a:moveTo>
                  <a:lnTo>
                    <a:pt x="71163" y="252831"/>
                  </a:lnTo>
                  <a:lnTo>
                    <a:pt x="135521" y="216793"/>
                  </a:lnTo>
                  <a:close/>
                  <a:moveTo>
                    <a:pt x="519485" y="147005"/>
                  </a:moveTo>
                  <a:lnTo>
                    <a:pt x="429816" y="59221"/>
                  </a:lnTo>
                  <a:lnTo>
                    <a:pt x="447996" y="144533"/>
                  </a:lnTo>
                  <a:close/>
                  <a:moveTo>
                    <a:pt x="334186" y="76375"/>
                  </a:moveTo>
                  <a:lnTo>
                    <a:pt x="423361" y="137522"/>
                  </a:lnTo>
                  <a:lnTo>
                    <a:pt x="447996" y="144533"/>
                  </a:lnTo>
                  <a:close/>
                  <a:moveTo>
                    <a:pt x="973587" y="246685"/>
                  </a:moveTo>
                  <a:lnTo>
                    <a:pt x="1045083" y="307295"/>
                  </a:lnTo>
                  <a:lnTo>
                    <a:pt x="1062632" y="186643"/>
                  </a:lnTo>
                  <a:close/>
                  <a:moveTo>
                    <a:pt x="1062632" y="186643"/>
                  </a:moveTo>
                  <a:lnTo>
                    <a:pt x="1045083" y="307295"/>
                  </a:lnTo>
                  <a:lnTo>
                    <a:pt x="1099836" y="224849"/>
                  </a:lnTo>
                  <a:close/>
                  <a:moveTo>
                    <a:pt x="1099836" y="224849"/>
                  </a:moveTo>
                  <a:lnTo>
                    <a:pt x="1045083" y="307295"/>
                  </a:lnTo>
                  <a:lnTo>
                    <a:pt x="1081282" y="293511"/>
                  </a:lnTo>
                  <a:close/>
                  <a:moveTo>
                    <a:pt x="1192405" y="433288"/>
                  </a:moveTo>
                  <a:lnTo>
                    <a:pt x="1200336" y="351073"/>
                  </a:lnTo>
                  <a:lnTo>
                    <a:pt x="1162936" y="387812"/>
                  </a:lnTo>
                  <a:close/>
                  <a:moveTo>
                    <a:pt x="1391326" y="362820"/>
                  </a:moveTo>
                  <a:lnTo>
                    <a:pt x="1454643" y="371936"/>
                  </a:lnTo>
                  <a:lnTo>
                    <a:pt x="1445970" y="278895"/>
                  </a:lnTo>
                  <a:close/>
                  <a:moveTo>
                    <a:pt x="1436990" y="219032"/>
                  </a:moveTo>
                  <a:lnTo>
                    <a:pt x="1416696" y="191985"/>
                  </a:lnTo>
                  <a:lnTo>
                    <a:pt x="1445970" y="278895"/>
                  </a:lnTo>
                  <a:close/>
                  <a:moveTo>
                    <a:pt x="1501342" y="194378"/>
                  </a:moveTo>
                  <a:lnTo>
                    <a:pt x="1436990" y="219032"/>
                  </a:lnTo>
                  <a:lnTo>
                    <a:pt x="1445970" y="278895"/>
                  </a:lnTo>
                  <a:close/>
                  <a:moveTo>
                    <a:pt x="1236761" y="127610"/>
                  </a:moveTo>
                  <a:lnTo>
                    <a:pt x="1227197" y="207168"/>
                  </a:lnTo>
                  <a:lnTo>
                    <a:pt x="1317871" y="109770"/>
                  </a:lnTo>
                  <a:close/>
                  <a:moveTo>
                    <a:pt x="1236761" y="127610"/>
                  </a:moveTo>
                  <a:lnTo>
                    <a:pt x="1317871" y="109770"/>
                  </a:lnTo>
                  <a:lnTo>
                    <a:pt x="1250410" y="78756"/>
                  </a:lnTo>
                  <a:close/>
                  <a:moveTo>
                    <a:pt x="1416696" y="191985"/>
                  </a:moveTo>
                  <a:lnTo>
                    <a:pt x="1436990" y="219032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336221" y="120933"/>
                  </a:lnTo>
                  <a:lnTo>
                    <a:pt x="1416696" y="191985"/>
                  </a:lnTo>
                  <a:close/>
                  <a:moveTo>
                    <a:pt x="1336795" y="106877"/>
                  </a:moveTo>
                  <a:lnTo>
                    <a:pt x="1336221" y="120933"/>
                  </a:lnTo>
                  <a:lnTo>
                    <a:pt x="1433492" y="188947"/>
                  </a:lnTo>
                  <a:close/>
                  <a:moveTo>
                    <a:pt x="1430390" y="91377"/>
                  </a:moveTo>
                  <a:lnTo>
                    <a:pt x="1336795" y="106877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436990" y="219032"/>
                  </a:lnTo>
                  <a:lnTo>
                    <a:pt x="1472095" y="191985"/>
                  </a:lnTo>
                  <a:close/>
                  <a:moveTo>
                    <a:pt x="1317871" y="109770"/>
                  </a:moveTo>
                  <a:lnTo>
                    <a:pt x="1336221" y="120933"/>
                  </a:lnTo>
                  <a:lnTo>
                    <a:pt x="1336795" y="106877"/>
                  </a:lnTo>
                  <a:close/>
                  <a:moveTo>
                    <a:pt x="1336795" y="106877"/>
                  </a:moveTo>
                  <a:lnTo>
                    <a:pt x="1250410" y="78756"/>
                  </a:lnTo>
                  <a:lnTo>
                    <a:pt x="1317871" y="109770"/>
                  </a:lnTo>
                  <a:close/>
                  <a:moveTo>
                    <a:pt x="1336795" y="106877"/>
                  </a:moveTo>
                  <a:lnTo>
                    <a:pt x="1430390" y="91377"/>
                  </a:lnTo>
                  <a:lnTo>
                    <a:pt x="1419670" y="0"/>
                  </a:lnTo>
                  <a:close/>
                  <a:moveTo>
                    <a:pt x="1336795" y="106877"/>
                  </a:moveTo>
                  <a:lnTo>
                    <a:pt x="1419670" y="0"/>
                  </a:lnTo>
                  <a:lnTo>
                    <a:pt x="1341123" y="326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60" name="Candidate_density__2179">
              <a:extLst>
                <a:ext uri="{FF2B5EF4-FFF2-40B4-BE49-F238E27FC236}">
                  <a16:creationId xmlns:a16="http://schemas.microsoft.com/office/drawing/2014/main" id="{2909C9B7-B32A-61C1-4882-4AC281212885}"/>
                </a:ext>
              </a:extLst>
            </p:cNvPr>
            <p:cNvSpPr>
              <a:spLocks noGrp="1"/>
            </p:cNvSpPr>
            <p:nvPr/>
          </p:nvSpPr>
          <p:spPr>
            <a:xfrm>
              <a:off x="3790659" y="2679762"/>
              <a:ext cx="1580368" cy="630434"/>
            </a:xfrm>
            <a:custGeom>
              <a:avLst/>
              <a:gdLst/>
              <a:ahLst/>
              <a:cxnLst/>
              <a:rect l="0" t="0" r="0" b="0"/>
              <a:pathLst>
                <a:path w="1580368" h="630434">
                  <a:moveTo>
                    <a:pt x="239051" y="438248"/>
                  </a:moveTo>
                  <a:lnTo>
                    <a:pt x="218952" y="546413"/>
                  </a:lnTo>
                  <a:lnTo>
                    <a:pt x="251178" y="451696"/>
                  </a:lnTo>
                  <a:close/>
                  <a:moveTo>
                    <a:pt x="124249" y="377831"/>
                  </a:moveTo>
                  <a:lnTo>
                    <a:pt x="116206" y="440919"/>
                  </a:lnTo>
                  <a:lnTo>
                    <a:pt x="205562" y="356033"/>
                  </a:lnTo>
                  <a:close/>
                  <a:moveTo>
                    <a:pt x="205562" y="356033"/>
                  </a:moveTo>
                  <a:lnTo>
                    <a:pt x="116206" y="440919"/>
                  </a:lnTo>
                  <a:lnTo>
                    <a:pt x="139738" y="476685"/>
                  </a:lnTo>
                  <a:close/>
                  <a:moveTo>
                    <a:pt x="205562" y="356033"/>
                  </a:moveTo>
                  <a:lnTo>
                    <a:pt x="139738" y="476685"/>
                  </a:lnTo>
                  <a:lnTo>
                    <a:pt x="239051" y="438248"/>
                  </a:lnTo>
                  <a:close/>
                  <a:moveTo>
                    <a:pt x="119489" y="273818"/>
                  </a:moveTo>
                  <a:lnTo>
                    <a:pt x="124249" y="377831"/>
                  </a:lnTo>
                  <a:lnTo>
                    <a:pt x="134398" y="293735"/>
                  </a:lnTo>
                  <a:close/>
                  <a:moveTo>
                    <a:pt x="84086" y="394470"/>
                  </a:moveTo>
                  <a:lnTo>
                    <a:pt x="124249" y="377831"/>
                  </a:lnTo>
                  <a:lnTo>
                    <a:pt x="119489" y="273818"/>
                  </a:lnTo>
                  <a:close/>
                  <a:moveTo>
                    <a:pt x="51599" y="312255"/>
                  </a:moveTo>
                  <a:lnTo>
                    <a:pt x="84086" y="394470"/>
                  </a:lnTo>
                  <a:lnTo>
                    <a:pt x="119489" y="273818"/>
                  </a:lnTo>
                  <a:close/>
                  <a:moveTo>
                    <a:pt x="124249" y="377831"/>
                  </a:moveTo>
                  <a:lnTo>
                    <a:pt x="205562" y="356033"/>
                  </a:lnTo>
                  <a:lnTo>
                    <a:pt x="134398" y="293735"/>
                  </a:lnTo>
                  <a:close/>
                  <a:moveTo>
                    <a:pt x="0" y="230040"/>
                  </a:moveTo>
                  <a:lnTo>
                    <a:pt x="119489" y="273818"/>
                  </a:lnTo>
                  <a:lnTo>
                    <a:pt x="66647" y="191603"/>
                  </a:lnTo>
                  <a:close/>
                  <a:moveTo>
                    <a:pt x="275889" y="415234"/>
                  </a:moveTo>
                  <a:lnTo>
                    <a:pt x="251178" y="451696"/>
                  </a:lnTo>
                  <a:lnTo>
                    <a:pt x="299555" y="399812"/>
                  </a:lnTo>
                  <a:close/>
                  <a:moveTo>
                    <a:pt x="299555" y="399812"/>
                  </a:moveTo>
                  <a:lnTo>
                    <a:pt x="251178" y="451696"/>
                  </a:lnTo>
                  <a:lnTo>
                    <a:pt x="324506" y="520464"/>
                  </a:lnTo>
                  <a:close/>
                  <a:moveTo>
                    <a:pt x="239051" y="438248"/>
                  </a:moveTo>
                  <a:lnTo>
                    <a:pt x="251178" y="451696"/>
                  </a:lnTo>
                  <a:lnTo>
                    <a:pt x="275889" y="415234"/>
                  </a:lnTo>
                  <a:close/>
                  <a:moveTo>
                    <a:pt x="205562" y="356033"/>
                  </a:moveTo>
                  <a:lnTo>
                    <a:pt x="275889" y="415234"/>
                  </a:lnTo>
                  <a:lnTo>
                    <a:pt x="269920" y="319995"/>
                  </a:lnTo>
                  <a:close/>
                  <a:moveTo>
                    <a:pt x="205562" y="356033"/>
                  </a:moveTo>
                  <a:lnTo>
                    <a:pt x="239051" y="438248"/>
                  </a:lnTo>
                  <a:lnTo>
                    <a:pt x="275889" y="415234"/>
                  </a:lnTo>
                  <a:close/>
                  <a:moveTo>
                    <a:pt x="134398" y="293735"/>
                  </a:moveTo>
                  <a:lnTo>
                    <a:pt x="205562" y="356033"/>
                  </a:lnTo>
                  <a:lnTo>
                    <a:pt x="223838" y="235382"/>
                  </a:lnTo>
                  <a:close/>
                  <a:moveTo>
                    <a:pt x="119489" y="273818"/>
                  </a:moveTo>
                  <a:lnTo>
                    <a:pt x="134398" y="293735"/>
                  </a:lnTo>
                  <a:lnTo>
                    <a:pt x="142681" y="262754"/>
                  </a:lnTo>
                  <a:close/>
                  <a:moveTo>
                    <a:pt x="66647" y="191603"/>
                  </a:moveTo>
                  <a:lnTo>
                    <a:pt x="119489" y="273818"/>
                  </a:lnTo>
                  <a:lnTo>
                    <a:pt x="142681" y="262754"/>
                  </a:lnTo>
                  <a:close/>
                  <a:moveTo>
                    <a:pt x="223838" y="235382"/>
                  </a:moveTo>
                  <a:lnTo>
                    <a:pt x="164323" y="153166"/>
                  </a:lnTo>
                  <a:lnTo>
                    <a:pt x="142681" y="262754"/>
                  </a:lnTo>
                  <a:close/>
                  <a:moveTo>
                    <a:pt x="653884" y="250207"/>
                  </a:moveTo>
                  <a:lnTo>
                    <a:pt x="605278" y="158509"/>
                  </a:lnTo>
                  <a:lnTo>
                    <a:pt x="564214" y="162423"/>
                  </a:lnTo>
                  <a:close/>
                  <a:moveTo>
                    <a:pt x="510010" y="216506"/>
                  </a:moveTo>
                  <a:lnTo>
                    <a:pt x="557759" y="240724"/>
                  </a:lnTo>
                  <a:lnTo>
                    <a:pt x="468584" y="179577"/>
                  </a:lnTo>
                  <a:close/>
                  <a:moveTo>
                    <a:pt x="468584" y="179577"/>
                  </a:moveTo>
                  <a:lnTo>
                    <a:pt x="582395" y="247735"/>
                  </a:lnTo>
                  <a:lnTo>
                    <a:pt x="564214" y="162423"/>
                  </a:lnTo>
                  <a:close/>
                  <a:moveTo>
                    <a:pt x="468584" y="179577"/>
                  </a:moveTo>
                  <a:lnTo>
                    <a:pt x="564214" y="162423"/>
                  </a:lnTo>
                  <a:lnTo>
                    <a:pt x="544699" y="78196"/>
                  </a:lnTo>
                  <a:close/>
                  <a:moveTo>
                    <a:pt x="468584" y="179577"/>
                  </a:moveTo>
                  <a:lnTo>
                    <a:pt x="544699" y="78196"/>
                  </a:lnTo>
                  <a:lnTo>
                    <a:pt x="463769" y="83398"/>
                  </a:lnTo>
                  <a:close/>
                  <a:moveTo>
                    <a:pt x="375300" y="94731"/>
                  </a:moveTo>
                  <a:lnTo>
                    <a:pt x="463769" y="83398"/>
                  </a:lnTo>
                  <a:lnTo>
                    <a:pt x="438186" y="4105"/>
                  </a:lnTo>
                  <a:close/>
                  <a:moveTo>
                    <a:pt x="1115083" y="317813"/>
                  </a:moveTo>
                  <a:lnTo>
                    <a:pt x="1107986" y="349887"/>
                  </a:lnTo>
                  <a:lnTo>
                    <a:pt x="1197030" y="289845"/>
                  </a:lnTo>
                  <a:close/>
                  <a:moveTo>
                    <a:pt x="1215681" y="396713"/>
                  </a:moveTo>
                  <a:lnTo>
                    <a:pt x="1275905" y="372060"/>
                  </a:lnTo>
                  <a:lnTo>
                    <a:pt x="1234235" y="328051"/>
                  </a:lnTo>
                  <a:close/>
                  <a:moveTo>
                    <a:pt x="1086292" y="328281"/>
                  </a:moveTo>
                  <a:lnTo>
                    <a:pt x="1107986" y="349887"/>
                  </a:lnTo>
                  <a:lnTo>
                    <a:pt x="1115083" y="317813"/>
                  </a:lnTo>
                  <a:close/>
                  <a:moveTo>
                    <a:pt x="1018134" y="246066"/>
                  </a:moveTo>
                  <a:lnTo>
                    <a:pt x="1115083" y="317813"/>
                  </a:lnTo>
                  <a:lnTo>
                    <a:pt x="1127318" y="207774"/>
                  </a:lnTo>
                  <a:close/>
                  <a:moveTo>
                    <a:pt x="1018134" y="246066"/>
                  </a:moveTo>
                  <a:lnTo>
                    <a:pt x="1086292" y="328281"/>
                  </a:lnTo>
                  <a:lnTo>
                    <a:pt x="1115083" y="317813"/>
                  </a:lnTo>
                  <a:close/>
                  <a:moveTo>
                    <a:pt x="1197030" y="289845"/>
                  </a:moveTo>
                  <a:lnTo>
                    <a:pt x="1127676" y="207630"/>
                  </a:lnTo>
                  <a:lnTo>
                    <a:pt x="1115083" y="317813"/>
                  </a:lnTo>
                  <a:close/>
                  <a:moveTo>
                    <a:pt x="1339013" y="557223"/>
                  </a:moveTo>
                  <a:lnTo>
                    <a:pt x="1303653" y="587594"/>
                  </a:lnTo>
                  <a:lnTo>
                    <a:pt x="1326804" y="536490"/>
                  </a:lnTo>
                  <a:close/>
                  <a:moveTo>
                    <a:pt x="1297546" y="630434"/>
                  </a:moveTo>
                  <a:lnTo>
                    <a:pt x="1303653" y="587594"/>
                  </a:lnTo>
                  <a:lnTo>
                    <a:pt x="1339013" y="557223"/>
                  </a:lnTo>
                  <a:close/>
                  <a:moveTo>
                    <a:pt x="1275905" y="372060"/>
                  </a:moveTo>
                  <a:lnTo>
                    <a:pt x="1351372" y="447083"/>
                  </a:lnTo>
                  <a:lnTo>
                    <a:pt x="1354409" y="344522"/>
                  </a:lnTo>
                  <a:close/>
                  <a:moveTo>
                    <a:pt x="1243238" y="274218"/>
                  </a:moveTo>
                  <a:lnTo>
                    <a:pt x="1234235" y="328051"/>
                  </a:lnTo>
                  <a:lnTo>
                    <a:pt x="1305450" y="251408"/>
                  </a:lnTo>
                  <a:close/>
                  <a:moveTo>
                    <a:pt x="1234235" y="328051"/>
                  </a:moveTo>
                  <a:lnTo>
                    <a:pt x="1275905" y="372060"/>
                  </a:lnTo>
                  <a:lnTo>
                    <a:pt x="1305450" y="251408"/>
                  </a:lnTo>
                  <a:close/>
                  <a:moveTo>
                    <a:pt x="1305450" y="251408"/>
                  </a:moveTo>
                  <a:lnTo>
                    <a:pt x="1275905" y="372060"/>
                  </a:lnTo>
                  <a:lnTo>
                    <a:pt x="1361595" y="310370"/>
                  </a:lnTo>
                  <a:close/>
                  <a:moveTo>
                    <a:pt x="1361595" y="310370"/>
                  </a:moveTo>
                  <a:lnTo>
                    <a:pt x="1275905" y="372060"/>
                  </a:lnTo>
                  <a:lnTo>
                    <a:pt x="1354409" y="344522"/>
                  </a:lnTo>
                  <a:close/>
                  <a:moveTo>
                    <a:pt x="1354409" y="344522"/>
                  </a:moveTo>
                  <a:lnTo>
                    <a:pt x="1387299" y="333623"/>
                  </a:lnTo>
                  <a:lnTo>
                    <a:pt x="1361595" y="310370"/>
                  </a:lnTo>
                  <a:close/>
                  <a:moveTo>
                    <a:pt x="1197030" y="289845"/>
                  </a:moveTo>
                  <a:lnTo>
                    <a:pt x="1234235" y="328051"/>
                  </a:lnTo>
                  <a:lnTo>
                    <a:pt x="1243238" y="274218"/>
                  </a:lnTo>
                  <a:close/>
                  <a:moveTo>
                    <a:pt x="1228413" y="169193"/>
                  </a:moveTo>
                  <a:lnTo>
                    <a:pt x="1243238" y="274218"/>
                  </a:lnTo>
                  <a:lnTo>
                    <a:pt x="1259530" y="207423"/>
                  </a:lnTo>
                  <a:close/>
                  <a:moveTo>
                    <a:pt x="1197030" y="289845"/>
                  </a:moveTo>
                  <a:lnTo>
                    <a:pt x="1243238" y="274218"/>
                  </a:lnTo>
                  <a:lnTo>
                    <a:pt x="1228413" y="169193"/>
                  </a:lnTo>
                  <a:close/>
                  <a:moveTo>
                    <a:pt x="1127676" y="207630"/>
                  </a:moveTo>
                  <a:lnTo>
                    <a:pt x="1197030" y="289845"/>
                  </a:lnTo>
                  <a:lnTo>
                    <a:pt x="1228413" y="169193"/>
                  </a:lnTo>
                  <a:close/>
                  <a:moveTo>
                    <a:pt x="1243238" y="274218"/>
                  </a:moveTo>
                  <a:lnTo>
                    <a:pt x="1305450" y="251408"/>
                  </a:lnTo>
                  <a:lnTo>
                    <a:pt x="1259530" y="207423"/>
                  </a:lnTo>
                  <a:close/>
                  <a:moveTo>
                    <a:pt x="1525725" y="466022"/>
                  </a:moveTo>
                  <a:lnTo>
                    <a:pt x="1580368" y="382097"/>
                  </a:lnTo>
                  <a:lnTo>
                    <a:pt x="1488657" y="396065"/>
                  </a:lnTo>
                  <a:close/>
                  <a:moveTo>
                    <a:pt x="1580368" y="382097"/>
                  </a:moveTo>
                  <a:lnTo>
                    <a:pt x="1551094" y="295187"/>
                  </a:lnTo>
                  <a:lnTo>
                    <a:pt x="1463036" y="316802"/>
                  </a:lnTo>
                  <a:close/>
                  <a:moveTo>
                    <a:pt x="1580368" y="382097"/>
                  </a:moveTo>
                  <a:lnTo>
                    <a:pt x="1463036" y="316802"/>
                  </a:lnTo>
                  <a:lnTo>
                    <a:pt x="1488657" y="396065"/>
                  </a:lnTo>
                  <a:close/>
                  <a:moveTo>
                    <a:pt x="1361595" y="310370"/>
                  </a:moveTo>
                  <a:lnTo>
                    <a:pt x="1387299" y="333623"/>
                  </a:lnTo>
                  <a:lnTo>
                    <a:pt x="1452269" y="212972"/>
                  </a:lnTo>
                  <a:close/>
                  <a:moveTo>
                    <a:pt x="1452269" y="212972"/>
                  </a:moveTo>
                  <a:lnTo>
                    <a:pt x="1387299" y="333623"/>
                  </a:lnTo>
                  <a:lnTo>
                    <a:pt x="1470620" y="224135"/>
                  </a:lnTo>
                  <a:close/>
                  <a:moveTo>
                    <a:pt x="1470620" y="224135"/>
                  </a:moveTo>
                  <a:lnTo>
                    <a:pt x="1387299" y="333623"/>
                  </a:lnTo>
                  <a:lnTo>
                    <a:pt x="1463036" y="316802"/>
                  </a:lnTo>
                  <a:close/>
                  <a:moveTo>
                    <a:pt x="1463036" y="316802"/>
                  </a:moveTo>
                  <a:lnTo>
                    <a:pt x="1551094" y="295187"/>
                  </a:lnTo>
                  <a:lnTo>
                    <a:pt x="1470620" y="224135"/>
                  </a:lnTo>
                  <a:close/>
                  <a:moveTo>
                    <a:pt x="1305450" y="251408"/>
                  </a:moveTo>
                  <a:lnTo>
                    <a:pt x="1361595" y="310370"/>
                  </a:lnTo>
                  <a:lnTo>
                    <a:pt x="1371160" y="230812"/>
                  </a:lnTo>
                  <a:close/>
                  <a:moveTo>
                    <a:pt x="1259530" y="207423"/>
                  </a:moveTo>
                  <a:lnTo>
                    <a:pt x="1305450" y="251408"/>
                  </a:lnTo>
                  <a:lnTo>
                    <a:pt x="1338183" y="130756"/>
                  </a:lnTo>
                  <a:close/>
                  <a:moveTo>
                    <a:pt x="1338183" y="130756"/>
                  </a:moveTo>
                  <a:lnTo>
                    <a:pt x="1305450" y="251408"/>
                  </a:lnTo>
                  <a:lnTo>
                    <a:pt x="1384809" y="181958"/>
                  </a:lnTo>
                  <a:close/>
                  <a:moveTo>
                    <a:pt x="1384809" y="181958"/>
                  </a:moveTo>
                  <a:lnTo>
                    <a:pt x="1305450" y="251408"/>
                  </a:lnTo>
                  <a:lnTo>
                    <a:pt x="1371160" y="230812"/>
                  </a:lnTo>
                  <a:close/>
                  <a:moveTo>
                    <a:pt x="1185035" y="4763"/>
                  </a:moveTo>
                  <a:lnTo>
                    <a:pt x="1235083" y="80663"/>
                  </a:lnTo>
                  <a:lnTo>
                    <a:pt x="1211185" y="0"/>
                  </a:lnTo>
                  <a:close/>
                  <a:moveTo>
                    <a:pt x="1386573" y="118189"/>
                  </a:moveTo>
                  <a:lnTo>
                    <a:pt x="1384809" y="181958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386573" y="118189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455127" y="22955"/>
                  </a:lnTo>
                  <a:lnTo>
                    <a:pt x="1386573" y="118189"/>
                  </a:lnTo>
                  <a:close/>
                  <a:moveTo>
                    <a:pt x="1475522" y="106467"/>
                  </a:moveTo>
                  <a:lnTo>
                    <a:pt x="1554068" y="103202"/>
                  </a:lnTo>
                  <a:lnTo>
                    <a:pt x="1534697" y="18858"/>
                  </a:lnTo>
                  <a:close/>
                  <a:moveTo>
                    <a:pt x="1475522" y="106467"/>
                  </a:moveTo>
                  <a:lnTo>
                    <a:pt x="1534697" y="18858"/>
                  </a:lnTo>
                  <a:lnTo>
                    <a:pt x="1455127" y="2295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61" name="Candidate_density__2180">
              <a:extLst>
                <a:ext uri="{FF2B5EF4-FFF2-40B4-BE49-F238E27FC236}">
                  <a16:creationId xmlns:a16="http://schemas.microsoft.com/office/drawing/2014/main" id="{AE2FFCCB-2E45-F9EF-AEEB-7B747C173C9C}"/>
                </a:ext>
              </a:extLst>
            </p:cNvPr>
            <p:cNvSpPr>
              <a:spLocks noGrp="1"/>
            </p:cNvSpPr>
            <p:nvPr/>
          </p:nvSpPr>
          <p:spPr>
            <a:xfrm>
              <a:off x="3831744" y="2662761"/>
              <a:ext cx="1447572" cy="553491"/>
            </a:xfrm>
            <a:custGeom>
              <a:avLst/>
              <a:gdLst/>
              <a:ahLst/>
              <a:cxnLst/>
              <a:rect l="0" t="0" r="0" b="0"/>
              <a:pathLst>
                <a:path w="1447572" h="553491">
                  <a:moveTo>
                    <a:pt x="43001" y="411471"/>
                  </a:moveTo>
                  <a:lnTo>
                    <a:pt x="75120" y="457919"/>
                  </a:lnTo>
                  <a:lnTo>
                    <a:pt x="83164" y="394831"/>
                  </a:lnTo>
                  <a:close/>
                  <a:moveTo>
                    <a:pt x="25562" y="208604"/>
                  </a:moveTo>
                  <a:lnTo>
                    <a:pt x="101596" y="27975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06008" y="176075"/>
                  </a:lnTo>
                  <a:lnTo>
                    <a:pt x="101596" y="279754"/>
                  </a:lnTo>
                  <a:close/>
                  <a:moveTo>
                    <a:pt x="0" y="126389"/>
                  </a:moveTo>
                  <a:lnTo>
                    <a:pt x="106008" y="176075"/>
                  </a:lnTo>
                  <a:lnTo>
                    <a:pt x="75960" y="100412"/>
                  </a:lnTo>
                  <a:close/>
                  <a:moveTo>
                    <a:pt x="0" y="126389"/>
                  </a:moveTo>
                  <a:lnTo>
                    <a:pt x="25562" y="20860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13966" y="87952"/>
                  </a:lnTo>
                  <a:lnTo>
                    <a:pt x="106008" y="176075"/>
                  </a:lnTo>
                  <a:close/>
                  <a:moveTo>
                    <a:pt x="113966" y="87952"/>
                  </a:moveTo>
                  <a:lnTo>
                    <a:pt x="75960" y="100412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82753" y="252382"/>
                  </a:lnTo>
                  <a:lnTo>
                    <a:pt x="254646" y="213946"/>
                  </a:lnTo>
                  <a:close/>
                  <a:moveTo>
                    <a:pt x="123238" y="170167"/>
                  </a:moveTo>
                  <a:lnTo>
                    <a:pt x="254646" y="213946"/>
                  </a:lnTo>
                  <a:lnTo>
                    <a:pt x="227975" y="131731"/>
                  </a:lnTo>
                  <a:close/>
                  <a:moveTo>
                    <a:pt x="113966" y="87952"/>
                  </a:moveTo>
                  <a:lnTo>
                    <a:pt x="230796" y="115699"/>
                  </a:lnTo>
                  <a:lnTo>
                    <a:pt x="201056" y="59303"/>
                  </a:lnTo>
                  <a:close/>
                  <a:moveTo>
                    <a:pt x="227975" y="131731"/>
                  </a:moveTo>
                  <a:lnTo>
                    <a:pt x="230796" y="115699"/>
                  </a:lnTo>
                  <a:lnTo>
                    <a:pt x="113966" y="87952"/>
                  </a:lnTo>
                  <a:close/>
                  <a:moveTo>
                    <a:pt x="123238" y="170167"/>
                  </a:moveTo>
                  <a:lnTo>
                    <a:pt x="227975" y="131731"/>
                  </a:lnTo>
                  <a:lnTo>
                    <a:pt x="113966" y="87952"/>
                  </a:lnTo>
                  <a:close/>
                  <a:moveTo>
                    <a:pt x="149588" y="27276"/>
                  </a:moveTo>
                  <a:lnTo>
                    <a:pt x="113966" y="87952"/>
                  </a:lnTo>
                  <a:lnTo>
                    <a:pt x="201056" y="59303"/>
                  </a:lnTo>
                  <a:close/>
                  <a:moveTo>
                    <a:pt x="237890" y="49516"/>
                  </a:moveTo>
                  <a:lnTo>
                    <a:pt x="149588" y="27276"/>
                  </a:lnTo>
                  <a:lnTo>
                    <a:pt x="201056" y="59303"/>
                  </a:lnTo>
                  <a:close/>
                  <a:moveTo>
                    <a:pt x="201056" y="59303"/>
                  </a:moveTo>
                  <a:lnTo>
                    <a:pt x="230796" y="115699"/>
                  </a:lnTo>
                  <a:lnTo>
                    <a:pt x="237890" y="49516"/>
                  </a:lnTo>
                  <a:close/>
                  <a:moveTo>
                    <a:pt x="258690" y="212632"/>
                  </a:moveTo>
                  <a:lnTo>
                    <a:pt x="335361" y="210892"/>
                  </a:lnTo>
                  <a:lnTo>
                    <a:pt x="334215" y="111731"/>
                  </a:lnTo>
                  <a:close/>
                  <a:moveTo>
                    <a:pt x="258690" y="212632"/>
                  </a:moveTo>
                  <a:lnTo>
                    <a:pt x="334215" y="111731"/>
                  </a:lnTo>
                  <a:lnTo>
                    <a:pt x="239817" y="127883"/>
                  </a:lnTo>
                  <a:close/>
                  <a:moveTo>
                    <a:pt x="335361" y="210892"/>
                  </a:moveTo>
                  <a:lnTo>
                    <a:pt x="427499" y="196577"/>
                  </a:lnTo>
                  <a:lnTo>
                    <a:pt x="422684" y="100399"/>
                  </a:lnTo>
                  <a:close/>
                  <a:moveTo>
                    <a:pt x="335361" y="210892"/>
                  </a:moveTo>
                  <a:lnTo>
                    <a:pt x="422684" y="100399"/>
                  </a:lnTo>
                  <a:lnTo>
                    <a:pt x="334215" y="111731"/>
                  </a:lnTo>
                  <a:close/>
                  <a:moveTo>
                    <a:pt x="427499" y="196577"/>
                  </a:moveTo>
                  <a:lnTo>
                    <a:pt x="335361" y="210892"/>
                  </a:lnTo>
                  <a:lnTo>
                    <a:pt x="468925" y="233507"/>
                  </a:lnTo>
                  <a:close/>
                  <a:moveTo>
                    <a:pt x="230796" y="115699"/>
                  </a:moveTo>
                  <a:lnTo>
                    <a:pt x="227975" y="131731"/>
                  </a:lnTo>
                  <a:lnTo>
                    <a:pt x="239817" y="127883"/>
                  </a:lnTo>
                  <a:close/>
                  <a:moveTo>
                    <a:pt x="239817" y="127883"/>
                  </a:moveTo>
                  <a:lnTo>
                    <a:pt x="237890" y="49516"/>
                  </a:lnTo>
                  <a:lnTo>
                    <a:pt x="230796" y="115699"/>
                  </a:lnTo>
                  <a:close/>
                  <a:moveTo>
                    <a:pt x="312527" y="29271"/>
                  </a:moveTo>
                  <a:lnTo>
                    <a:pt x="237890" y="49516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12527" y="29271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97101" y="21106"/>
                  </a:lnTo>
                  <a:lnTo>
                    <a:pt x="312527" y="29271"/>
                  </a:lnTo>
                  <a:close/>
                  <a:moveTo>
                    <a:pt x="274381" y="0"/>
                  </a:moveTo>
                  <a:lnTo>
                    <a:pt x="237890" y="49516"/>
                  </a:lnTo>
                  <a:lnTo>
                    <a:pt x="312527" y="29271"/>
                  </a:lnTo>
                  <a:close/>
                  <a:moveTo>
                    <a:pt x="1086591" y="224630"/>
                  </a:moveTo>
                  <a:lnTo>
                    <a:pt x="1086233" y="224775"/>
                  </a:lnTo>
                  <a:lnTo>
                    <a:pt x="1073998" y="334814"/>
                  </a:lnTo>
                  <a:close/>
                  <a:moveTo>
                    <a:pt x="948012" y="201039"/>
                  </a:moveTo>
                  <a:lnTo>
                    <a:pt x="977049" y="263066"/>
                  </a:lnTo>
                  <a:lnTo>
                    <a:pt x="1046481" y="142415"/>
                  </a:lnTo>
                  <a:close/>
                  <a:moveTo>
                    <a:pt x="1046481" y="142415"/>
                  </a:moveTo>
                  <a:lnTo>
                    <a:pt x="977049" y="263066"/>
                  </a:lnTo>
                  <a:lnTo>
                    <a:pt x="1086171" y="223733"/>
                  </a:lnTo>
                  <a:close/>
                  <a:moveTo>
                    <a:pt x="1086171" y="223733"/>
                  </a:moveTo>
                  <a:lnTo>
                    <a:pt x="977049" y="263066"/>
                  </a:lnTo>
                  <a:lnTo>
                    <a:pt x="1086233" y="224775"/>
                  </a:lnTo>
                  <a:close/>
                  <a:moveTo>
                    <a:pt x="1086233" y="224775"/>
                  </a:moveTo>
                  <a:lnTo>
                    <a:pt x="1086591" y="224630"/>
                  </a:lnTo>
                  <a:lnTo>
                    <a:pt x="1086171" y="223733"/>
                  </a:lnTo>
                  <a:close/>
                  <a:moveTo>
                    <a:pt x="1293649" y="471275"/>
                  </a:moveTo>
                  <a:lnTo>
                    <a:pt x="1359301" y="472403"/>
                  </a:lnTo>
                  <a:lnTo>
                    <a:pt x="1310287" y="464083"/>
                  </a:lnTo>
                  <a:close/>
                  <a:moveTo>
                    <a:pt x="1345618" y="515054"/>
                  </a:moveTo>
                  <a:lnTo>
                    <a:pt x="1359301" y="472403"/>
                  </a:lnTo>
                  <a:lnTo>
                    <a:pt x="1293649" y="471275"/>
                  </a:lnTo>
                  <a:close/>
                  <a:moveTo>
                    <a:pt x="1285719" y="553491"/>
                  </a:moveTo>
                  <a:lnTo>
                    <a:pt x="1345618" y="515054"/>
                  </a:lnTo>
                  <a:lnTo>
                    <a:pt x="1293649" y="471275"/>
                  </a:lnTo>
                  <a:close/>
                  <a:moveTo>
                    <a:pt x="1234820" y="389061"/>
                  </a:moveTo>
                  <a:lnTo>
                    <a:pt x="1293649" y="471275"/>
                  </a:lnTo>
                  <a:lnTo>
                    <a:pt x="1310287" y="464083"/>
                  </a:lnTo>
                  <a:close/>
                  <a:moveTo>
                    <a:pt x="1372009" y="432839"/>
                  </a:moveTo>
                  <a:lnTo>
                    <a:pt x="1346214" y="350624"/>
                  </a:lnTo>
                  <a:lnTo>
                    <a:pt x="1310287" y="464083"/>
                  </a:lnTo>
                  <a:close/>
                  <a:moveTo>
                    <a:pt x="1346214" y="350624"/>
                  </a:moveTo>
                  <a:lnTo>
                    <a:pt x="1313323" y="361523"/>
                  </a:lnTo>
                  <a:lnTo>
                    <a:pt x="1310287" y="464083"/>
                  </a:lnTo>
                  <a:close/>
                  <a:moveTo>
                    <a:pt x="1310287" y="464083"/>
                  </a:moveTo>
                  <a:lnTo>
                    <a:pt x="1359301" y="472403"/>
                  </a:lnTo>
                  <a:lnTo>
                    <a:pt x="1372009" y="432839"/>
                  </a:lnTo>
                  <a:close/>
                  <a:moveTo>
                    <a:pt x="1078758" y="130760"/>
                  </a:moveTo>
                  <a:lnTo>
                    <a:pt x="1086171" y="223733"/>
                  </a:lnTo>
                  <a:lnTo>
                    <a:pt x="1170490" y="103979"/>
                  </a:lnTo>
                  <a:close/>
                  <a:moveTo>
                    <a:pt x="1170490" y="103979"/>
                  </a:moveTo>
                  <a:lnTo>
                    <a:pt x="1086171" y="223733"/>
                  </a:lnTo>
                  <a:lnTo>
                    <a:pt x="1086591" y="224630"/>
                  </a:lnTo>
                  <a:close/>
                  <a:moveTo>
                    <a:pt x="1170490" y="103979"/>
                  </a:moveTo>
                  <a:lnTo>
                    <a:pt x="1086591" y="224630"/>
                  </a:lnTo>
                  <a:lnTo>
                    <a:pt x="1187328" y="186194"/>
                  </a:lnTo>
                  <a:close/>
                  <a:moveTo>
                    <a:pt x="1046481" y="142415"/>
                  </a:moveTo>
                  <a:lnTo>
                    <a:pt x="1086171" y="223733"/>
                  </a:lnTo>
                  <a:lnTo>
                    <a:pt x="1078758" y="130760"/>
                  </a:lnTo>
                  <a:close/>
                  <a:moveTo>
                    <a:pt x="1006554" y="60200"/>
                  </a:moveTo>
                  <a:lnTo>
                    <a:pt x="1078758" y="130760"/>
                  </a:lnTo>
                  <a:lnTo>
                    <a:pt x="1069149" y="38480"/>
                  </a:lnTo>
                  <a:close/>
                  <a:moveTo>
                    <a:pt x="1006554" y="60200"/>
                  </a:moveTo>
                  <a:lnTo>
                    <a:pt x="1046481" y="142415"/>
                  </a:lnTo>
                  <a:lnTo>
                    <a:pt x="1078758" y="130760"/>
                  </a:lnTo>
                  <a:close/>
                  <a:moveTo>
                    <a:pt x="1170490" y="103979"/>
                  </a:moveTo>
                  <a:lnTo>
                    <a:pt x="1143950" y="21764"/>
                  </a:lnTo>
                  <a:lnTo>
                    <a:pt x="1078758" y="130760"/>
                  </a:lnTo>
                  <a:close/>
                  <a:moveTo>
                    <a:pt x="1143950" y="21764"/>
                  </a:moveTo>
                  <a:lnTo>
                    <a:pt x="1069149" y="38480"/>
                  </a:lnTo>
                  <a:lnTo>
                    <a:pt x="1078758" y="130760"/>
                  </a:lnTo>
                  <a:close/>
                  <a:moveTo>
                    <a:pt x="1346214" y="350624"/>
                  </a:moveTo>
                  <a:lnTo>
                    <a:pt x="1447572" y="413065"/>
                  </a:lnTo>
                  <a:lnTo>
                    <a:pt x="1421951" y="333803"/>
                  </a:lnTo>
                  <a:close/>
                  <a:moveTo>
                    <a:pt x="1346214" y="350624"/>
                  </a:moveTo>
                  <a:lnTo>
                    <a:pt x="1372009" y="432839"/>
                  </a:lnTo>
                  <a:lnTo>
                    <a:pt x="1447572" y="413065"/>
                  </a:lnTo>
                  <a:close/>
                  <a:moveTo>
                    <a:pt x="1221897" y="175074"/>
                  </a:moveTo>
                  <a:lnTo>
                    <a:pt x="1218445" y="224423"/>
                  </a:lnTo>
                  <a:lnTo>
                    <a:pt x="1297097" y="147757"/>
                  </a:lnTo>
                  <a:close/>
                  <a:moveTo>
                    <a:pt x="1187328" y="186194"/>
                  </a:moveTo>
                  <a:lnTo>
                    <a:pt x="1218445" y="224423"/>
                  </a:lnTo>
                  <a:lnTo>
                    <a:pt x="1221897" y="175074"/>
                  </a:lnTo>
                  <a:close/>
                  <a:moveTo>
                    <a:pt x="1170490" y="103979"/>
                  </a:moveTo>
                  <a:lnTo>
                    <a:pt x="1221897" y="175074"/>
                  </a:lnTo>
                  <a:lnTo>
                    <a:pt x="1193998" y="97663"/>
                  </a:lnTo>
                  <a:close/>
                  <a:moveTo>
                    <a:pt x="1170490" y="103979"/>
                  </a:moveTo>
                  <a:lnTo>
                    <a:pt x="1187328" y="186194"/>
                  </a:lnTo>
                  <a:lnTo>
                    <a:pt x="1221897" y="175074"/>
                  </a:lnTo>
                  <a:close/>
                  <a:moveTo>
                    <a:pt x="1297097" y="147757"/>
                  </a:moveTo>
                  <a:lnTo>
                    <a:pt x="1308403" y="66902"/>
                  </a:lnTo>
                  <a:lnTo>
                    <a:pt x="1221897" y="175074"/>
                  </a:lnTo>
                  <a:close/>
                  <a:moveTo>
                    <a:pt x="1221897" y="175074"/>
                  </a:moveTo>
                  <a:lnTo>
                    <a:pt x="1308403" y="66902"/>
                  </a:lnTo>
                  <a:lnTo>
                    <a:pt x="1306785" y="66561"/>
                  </a:lnTo>
                  <a:close/>
                  <a:moveTo>
                    <a:pt x="1221897" y="175074"/>
                  </a:moveTo>
                  <a:lnTo>
                    <a:pt x="1306785" y="66561"/>
                  </a:lnTo>
                  <a:lnTo>
                    <a:pt x="1193998" y="97663"/>
                  </a:lnTo>
                  <a:close/>
                  <a:moveTo>
                    <a:pt x="1143950" y="21764"/>
                  </a:moveTo>
                  <a:lnTo>
                    <a:pt x="1170490" y="103979"/>
                  </a:lnTo>
                  <a:lnTo>
                    <a:pt x="1193998" y="97663"/>
                  </a:lnTo>
                  <a:close/>
                  <a:moveTo>
                    <a:pt x="1193998" y="97663"/>
                  </a:moveTo>
                  <a:lnTo>
                    <a:pt x="1306785" y="66561"/>
                  </a:lnTo>
                  <a:lnTo>
                    <a:pt x="1170100" y="17001"/>
                  </a:lnTo>
                  <a:close/>
                  <a:moveTo>
                    <a:pt x="1306785" y="66561"/>
                  </a:moveTo>
                  <a:lnTo>
                    <a:pt x="1308403" y="66902"/>
                  </a:lnTo>
                  <a:lnTo>
                    <a:pt x="1308559" y="65542"/>
                  </a:lnTo>
                  <a:close/>
                  <a:moveTo>
                    <a:pt x="1297097" y="147757"/>
                  </a:moveTo>
                  <a:lnTo>
                    <a:pt x="1343724" y="198959"/>
                  </a:lnTo>
                  <a:lnTo>
                    <a:pt x="1345488" y="135189"/>
                  </a:lnTo>
                  <a:close/>
                  <a:moveTo>
                    <a:pt x="1308403" y="66902"/>
                  </a:moveTo>
                  <a:lnTo>
                    <a:pt x="1297097" y="147757"/>
                  </a:lnTo>
                  <a:lnTo>
                    <a:pt x="1345488" y="135189"/>
                  </a:lnTo>
                  <a:close/>
                  <a:moveTo>
                    <a:pt x="1345488" y="135189"/>
                  </a:moveTo>
                  <a:lnTo>
                    <a:pt x="1308559" y="65542"/>
                  </a:lnTo>
                  <a:lnTo>
                    <a:pt x="1308403" y="66902"/>
                  </a:lnTo>
                  <a:close/>
                  <a:moveTo>
                    <a:pt x="1414042" y="39956"/>
                  </a:moveTo>
                  <a:lnTo>
                    <a:pt x="1308559" y="65542"/>
                  </a:lnTo>
                  <a:lnTo>
                    <a:pt x="1345488" y="1351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62" name="Candidate_density__2181">
              <a:extLst>
                <a:ext uri="{FF2B5EF4-FFF2-40B4-BE49-F238E27FC236}">
                  <a16:creationId xmlns:a16="http://schemas.microsoft.com/office/drawing/2014/main" id="{B43D2C69-CEAF-E64C-7F36-C92ECD6EA787}"/>
                </a:ext>
              </a:extLst>
            </p:cNvPr>
            <p:cNvSpPr>
              <a:spLocks noGrp="1"/>
            </p:cNvSpPr>
            <p:nvPr/>
          </p:nvSpPr>
          <p:spPr>
            <a:xfrm>
              <a:off x="4062396" y="2881076"/>
              <a:ext cx="1362318" cy="385546"/>
            </a:xfrm>
            <a:custGeom>
              <a:avLst/>
              <a:gdLst/>
              <a:ahLst/>
              <a:cxnLst/>
              <a:rect l="0" t="0" r="0" b="0"/>
              <a:pathLst>
                <a:path w="1362318" h="385546">
                  <a:moveTo>
                    <a:pt x="76317" y="333928"/>
                  </a:moveTo>
                  <a:lnTo>
                    <a:pt x="164654" y="385546"/>
                  </a:lnTo>
                  <a:lnTo>
                    <a:pt x="210479" y="341679"/>
                  </a:lnTo>
                  <a:close/>
                  <a:moveTo>
                    <a:pt x="132305" y="328055"/>
                  </a:moveTo>
                  <a:lnTo>
                    <a:pt x="210479" y="341679"/>
                  </a:lnTo>
                  <a:lnTo>
                    <a:pt x="244337" y="253065"/>
                  </a:lnTo>
                  <a:close/>
                  <a:moveTo>
                    <a:pt x="244337" y="253065"/>
                  </a:moveTo>
                  <a:lnTo>
                    <a:pt x="296932" y="257764"/>
                  </a:lnTo>
                  <a:lnTo>
                    <a:pt x="260377" y="242276"/>
                  </a:lnTo>
                  <a:close/>
                  <a:moveTo>
                    <a:pt x="279604" y="321467"/>
                  </a:moveTo>
                  <a:lnTo>
                    <a:pt x="296932" y="257764"/>
                  </a:lnTo>
                  <a:lnTo>
                    <a:pt x="244337" y="253065"/>
                  </a:lnTo>
                  <a:close/>
                  <a:moveTo>
                    <a:pt x="210479" y="341679"/>
                  </a:moveTo>
                  <a:lnTo>
                    <a:pt x="279604" y="321467"/>
                  </a:lnTo>
                  <a:lnTo>
                    <a:pt x="244337" y="253065"/>
                  </a:lnTo>
                  <a:close/>
                  <a:moveTo>
                    <a:pt x="260377" y="242276"/>
                  </a:moveTo>
                  <a:lnTo>
                    <a:pt x="296932" y="257764"/>
                  </a:lnTo>
                  <a:lnTo>
                    <a:pt x="302212" y="190794"/>
                  </a:lnTo>
                  <a:close/>
                  <a:moveTo>
                    <a:pt x="0" y="112046"/>
                  </a:moveTo>
                  <a:lnTo>
                    <a:pt x="9618" y="34067"/>
                  </a:lnTo>
                  <a:lnTo>
                    <a:pt x="2501" y="115170"/>
                  </a:lnTo>
                  <a:close/>
                  <a:moveTo>
                    <a:pt x="95578" y="0"/>
                  </a:moveTo>
                  <a:lnTo>
                    <a:pt x="9618" y="34067"/>
                  </a:lnTo>
                  <a:lnTo>
                    <a:pt x="50229" y="21185"/>
                  </a:lnTo>
                  <a:close/>
                  <a:moveTo>
                    <a:pt x="267647" y="125014"/>
                  </a:moveTo>
                  <a:lnTo>
                    <a:pt x="302212" y="190794"/>
                  </a:lnTo>
                  <a:lnTo>
                    <a:pt x="316292" y="141932"/>
                  </a:lnTo>
                  <a:close/>
                  <a:moveTo>
                    <a:pt x="260377" y="242276"/>
                  </a:moveTo>
                  <a:lnTo>
                    <a:pt x="302212" y="190794"/>
                  </a:lnTo>
                  <a:lnTo>
                    <a:pt x="248863" y="236251"/>
                  </a:lnTo>
                  <a:close/>
                  <a:moveTo>
                    <a:pt x="379425" y="151198"/>
                  </a:moveTo>
                  <a:lnTo>
                    <a:pt x="316292" y="141932"/>
                  </a:lnTo>
                  <a:lnTo>
                    <a:pt x="302212" y="190794"/>
                  </a:lnTo>
                  <a:close/>
                  <a:moveTo>
                    <a:pt x="1271276" y="350744"/>
                  </a:moveTo>
                  <a:lnTo>
                    <a:pt x="1301672" y="378954"/>
                  </a:lnTo>
                  <a:lnTo>
                    <a:pt x="1317304" y="273824"/>
                  </a:lnTo>
                  <a:close/>
                  <a:moveTo>
                    <a:pt x="1308631" y="180783"/>
                  </a:moveTo>
                  <a:lnTo>
                    <a:pt x="1317304" y="273824"/>
                  </a:lnTo>
                  <a:lnTo>
                    <a:pt x="1362318" y="19772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63" name="Candidate_density__2182">
              <a:extLst>
                <a:ext uri="{FF2B5EF4-FFF2-40B4-BE49-F238E27FC236}">
                  <a16:creationId xmlns:a16="http://schemas.microsoft.com/office/drawing/2014/main" id="{12EA6F48-8AC1-9CD6-C1FA-05B7976C269B}"/>
                </a:ext>
              </a:extLst>
            </p:cNvPr>
            <p:cNvSpPr>
              <a:spLocks noGrp="1"/>
            </p:cNvSpPr>
            <p:nvPr/>
          </p:nvSpPr>
          <p:spPr>
            <a:xfrm>
              <a:off x="4227049" y="3154900"/>
              <a:ext cx="1169140" cy="111722"/>
            </a:xfrm>
            <a:custGeom>
              <a:avLst/>
              <a:gdLst/>
              <a:ahLst/>
              <a:cxnLst/>
              <a:rect l="0" t="0" r="0" b="0"/>
              <a:pathLst>
                <a:path w="1169140" h="111722">
                  <a:moveTo>
                    <a:pt x="45825" y="67855"/>
                  </a:moveTo>
                  <a:lnTo>
                    <a:pt x="0" y="111722"/>
                  </a:lnTo>
                  <a:lnTo>
                    <a:pt x="114950" y="47643"/>
                  </a:lnTo>
                  <a:close/>
                  <a:moveTo>
                    <a:pt x="1152651" y="0"/>
                  </a:moveTo>
                  <a:lnTo>
                    <a:pt x="1137019" y="105130"/>
                  </a:lnTo>
                  <a:lnTo>
                    <a:pt x="1142558" y="90564"/>
                  </a:lnTo>
                  <a:close/>
                  <a:moveTo>
                    <a:pt x="1152651" y="0"/>
                  </a:moveTo>
                  <a:lnTo>
                    <a:pt x="1142558" y="90564"/>
                  </a:lnTo>
                  <a:lnTo>
                    <a:pt x="1169140" y="2291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64" name="Candidate_density__2183">
              <a:extLst>
                <a:ext uri="{FF2B5EF4-FFF2-40B4-BE49-F238E27FC236}">
                  <a16:creationId xmlns:a16="http://schemas.microsoft.com/office/drawing/2014/main" id="{2E3ADE60-24B0-EE8D-E4B7-DB7E43D1CA3F}"/>
                </a:ext>
              </a:extLst>
            </p:cNvPr>
            <p:cNvSpPr>
              <a:spLocks noGrp="1"/>
            </p:cNvSpPr>
            <p:nvPr/>
          </p:nvSpPr>
          <p:spPr>
            <a:xfrm>
              <a:off x="5217370" y="3245464"/>
              <a:ext cx="152237" cy="139875"/>
            </a:xfrm>
            <a:custGeom>
              <a:avLst/>
              <a:gdLst/>
              <a:ahLst/>
              <a:cxnLst/>
              <a:rect l="0" t="0" r="0" b="0"/>
              <a:pathLst>
                <a:path w="152237" h="139875">
                  <a:moveTo>
                    <a:pt x="51452" y="117044"/>
                  </a:moveTo>
                  <a:lnTo>
                    <a:pt x="0" y="139875"/>
                  </a:lnTo>
                  <a:lnTo>
                    <a:pt x="111516" y="62956"/>
                  </a:lnTo>
                  <a:close/>
                  <a:moveTo>
                    <a:pt x="18270" y="135218"/>
                  </a:moveTo>
                  <a:lnTo>
                    <a:pt x="51452" y="117044"/>
                  </a:lnTo>
                  <a:lnTo>
                    <a:pt x="99268" y="80616"/>
                  </a:lnTo>
                  <a:close/>
                  <a:moveTo>
                    <a:pt x="99268" y="80616"/>
                  </a:moveTo>
                  <a:lnTo>
                    <a:pt x="130760" y="35194"/>
                  </a:lnTo>
                  <a:lnTo>
                    <a:pt x="146697" y="14566"/>
                  </a:lnTo>
                  <a:close/>
                  <a:moveTo>
                    <a:pt x="111516" y="62956"/>
                  </a:moveTo>
                  <a:lnTo>
                    <a:pt x="130760" y="35194"/>
                  </a:lnTo>
                  <a:lnTo>
                    <a:pt x="99268" y="80616"/>
                  </a:lnTo>
                  <a:close/>
                  <a:moveTo>
                    <a:pt x="51452" y="117044"/>
                  </a:moveTo>
                  <a:lnTo>
                    <a:pt x="111516" y="62956"/>
                  </a:lnTo>
                  <a:lnTo>
                    <a:pt x="99268" y="80616"/>
                  </a:lnTo>
                  <a:close/>
                  <a:moveTo>
                    <a:pt x="117094" y="53003"/>
                  </a:moveTo>
                  <a:lnTo>
                    <a:pt x="152237" y="0"/>
                  </a:lnTo>
                  <a:lnTo>
                    <a:pt x="130760" y="35194"/>
                  </a:lnTo>
                  <a:close/>
                  <a:moveTo>
                    <a:pt x="146697" y="14566"/>
                  </a:moveTo>
                  <a:lnTo>
                    <a:pt x="130760" y="35194"/>
                  </a:lnTo>
                  <a:lnTo>
                    <a:pt x="152237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65" name="Candidate_density__2184">
              <a:extLst>
                <a:ext uri="{FF2B5EF4-FFF2-40B4-BE49-F238E27FC236}">
                  <a16:creationId xmlns:a16="http://schemas.microsoft.com/office/drawing/2014/main" id="{156387EF-4DB0-EA69-7751-E542D946A271}"/>
                </a:ext>
              </a:extLst>
            </p:cNvPr>
            <p:cNvSpPr>
              <a:spLocks noGrp="1"/>
            </p:cNvSpPr>
            <p:nvPr/>
          </p:nvSpPr>
          <p:spPr>
            <a:xfrm>
              <a:off x="4194700" y="2916446"/>
              <a:ext cx="1185000" cy="485766"/>
            </a:xfrm>
            <a:custGeom>
              <a:avLst/>
              <a:gdLst/>
              <a:ahLst/>
              <a:cxnLst/>
              <a:rect l="0" t="0" r="0" b="0"/>
              <a:pathLst>
                <a:path w="1185000" h="485766">
                  <a:moveTo>
                    <a:pt x="1467" y="206906"/>
                  </a:moveTo>
                  <a:lnTo>
                    <a:pt x="0" y="292684"/>
                  </a:lnTo>
                  <a:lnTo>
                    <a:pt x="41399" y="232265"/>
                  </a:lnTo>
                  <a:close/>
                  <a:moveTo>
                    <a:pt x="41399" y="232265"/>
                  </a:moveTo>
                  <a:lnTo>
                    <a:pt x="0" y="292684"/>
                  </a:lnTo>
                  <a:lnTo>
                    <a:pt x="112032" y="217694"/>
                  </a:lnTo>
                  <a:close/>
                  <a:moveTo>
                    <a:pt x="1467" y="206906"/>
                  </a:moveTo>
                  <a:lnTo>
                    <a:pt x="41399" y="232265"/>
                  </a:lnTo>
                  <a:lnTo>
                    <a:pt x="52153" y="192649"/>
                  </a:lnTo>
                  <a:close/>
                  <a:moveTo>
                    <a:pt x="116558" y="200881"/>
                  </a:moveTo>
                  <a:lnTo>
                    <a:pt x="52153" y="192649"/>
                  </a:lnTo>
                  <a:lnTo>
                    <a:pt x="41399" y="232265"/>
                  </a:lnTo>
                  <a:close/>
                  <a:moveTo>
                    <a:pt x="52153" y="192649"/>
                  </a:moveTo>
                  <a:lnTo>
                    <a:pt x="116558" y="200881"/>
                  </a:lnTo>
                  <a:lnTo>
                    <a:pt x="65456" y="107008"/>
                  </a:lnTo>
                  <a:close/>
                  <a:moveTo>
                    <a:pt x="116558" y="200881"/>
                  </a:moveTo>
                  <a:lnTo>
                    <a:pt x="135342" y="89644"/>
                  </a:lnTo>
                  <a:lnTo>
                    <a:pt x="65456" y="107008"/>
                  </a:lnTo>
                  <a:close/>
                  <a:moveTo>
                    <a:pt x="135342" y="89644"/>
                  </a:moveTo>
                  <a:lnTo>
                    <a:pt x="183988" y="106561"/>
                  </a:lnTo>
                  <a:lnTo>
                    <a:pt x="142285" y="86254"/>
                  </a:lnTo>
                  <a:close/>
                  <a:moveTo>
                    <a:pt x="136072" y="84924"/>
                  </a:moveTo>
                  <a:lnTo>
                    <a:pt x="65456" y="107008"/>
                  </a:lnTo>
                  <a:lnTo>
                    <a:pt x="135342" y="89644"/>
                  </a:lnTo>
                  <a:close/>
                  <a:moveTo>
                    <a:pt x="136072" y="84924"/>
                  </a:moveTo>
                  <a:lnTo>
                    <a:pt x="135342" y="89644"/>
                  </a:lnTo>
                  <a:lnTo>
                    <a:pt x="142285" y="86254"/>
                  </a:lnTo>
                  <a:close/>
                  <a:moveTo>
                    <a:pt x="117415" y="0"/>
                  </a:moveTo>
                  <a:lnTo>
                    <a:pt x="136072" y="84924"/>
                  </a:lnTo>
                  <a:lnTo>
                    <a:pt x="142285" y="86254"/>
                  </a:lnTo>
                  <a:close/>
                  <a:moveTo>
                    <a:pt x="915816" y="464236"/>
                  </a:moveTo>
                  <a:lnTo>
                    <a:pt x="903439" y="485766"/>
                  </a:lnTo>
                  <a:lnTo>
                    <a:pt x="932604" y="474262"/>
                  </a:lnTo>
                  <a:close/>
                  <a:moveTo>
                    <a:pt x="1121683" y="229337"/>
                  </a:moveTo>
                  <a:lnTo>
                    <a:pt x="1138972" y="315374"/>
                  </a:lnTo>
                  <a:lnTo>
                    <a:pt x="1185000" y="23845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66" name="Candidate_density__2185">
              <a:extLst>
                <a:ext uri="{FF2B5EF4-FFF2-40B4-BE49-F238E27FC236}">
                  <a16:creationId xmlns:a16="http://schemas.microsoft.com/office/drawing/2014/main" id="{861437DC-B4B7-E448-AE17-7B7F485327A0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96268"/>
              <a:ext cx="1319175" cy="505945"/>
            </a:xfrm>
            <a:custGeom>
              <a:avLst/>
              <a:gdLst/>
              <a:ahLst/>
              <a:cxnLst/>
              <a:rect l="0" t="0" r="0" b="0"/>
              <a:pathLst>
                <a:path w="1319175" h="505945">
                  <a:moveTo>
                    <a:pt x="181670" y="227085"/>
                  </a:moveTo>
                  <a:lnTo>
                    <a:pt x="126024" y="265521"/>
                  </a:lnTo>
                  <a:lnTo>
                    <a:pt x="180204" y="312863"/>
                  </a:lnTo>
                  <a:close/>
                  <a:moveTo>
                    <a:pt x="124385" y="167624"/>
                  </a:moveTo>
                  <a:lnTo>
                    <a:pt x="83103" y="173484"/>
                  </a:lnTo>
                  <a:lnTo>
                    <a:pt x="181670" y="227085"/>
                  </a:lnTo>
                  <a:close/>
                  <a:moveTo>
                    <a:pt x="181670" y="227085"/>
                  </a:moveTo>
                  <a:lnTo>
                    <a:pt x="83103" y="173484"/>
                  </a:lnTo>
                  <a:lnTo>
                    <a:pt x="75718" y="183306"/>
                  </a:lnTo>
                  <a:close/>
                  <a:moveTo>
                    <a:pt x="181670" y="227085"/>
                  </a:moveTo>
                  <a:lnTo>
                    <a:pt x="75718" y="183306"/>
                  </a:lnTo>
                  <a:lnTo>
                    <a:pt x="126024" y="265521"/>
                  </a:lnTo>
                  <a:close/>
                  <a:moveTo>
                    <a:pt x="138258" y="89144"/>
                  </a:moveTo>
                  <a:lnTo>
                    <a:pt x="75718" y="183306"/>
                  </a:lnTo>
                  <a:lnTo>
                    <a:pt x="83103" y="173484"/>
                  </a:lnTo>
                  <a:close/>
                  <a:moveTo>
                    <a:pt x="67117" y="62654"/>
                  </a:moveTo>
                  <a:lnTo>
                    <a:pt x="47899" y="96855"/>
                  </a:lnTo>
                  <a:lnTo>
                    <a:pt x="50400" y="99979"/>
                  </a:lnTo>
                  <a:close/>
                  <a:moveTo>
                    <a:pt x="0" y="18876"/>
                  </a:moveTo>
                  <a:lnTo>
                    <a:pt x="47899" y="96855"/>
                  </a:lnTo>
                  <a:lnTo>
                    <a:pt x="67117" y="62654"/>
                  </a:lnTo>
                  <a:close/>
                  <a:moveTo>
                    <a:pt x="103501" y="144869"/>
                  </a:moveTo>
                  <a:lnTo>
                    <a:pt x="50400" y="99979"/>
                  </a:lnTo>
                  <a:lnTo>
                    <a:pt x="83103" y="173484"/>
                  </a:lnTo>
                  <a:close/>
                  <a:moveTo>
                    <a:pt x="316276" y="105103"/>
                  </a:moveTo>
                  <a:lnTo>
                    <a:pt x="248612" y="99520"/>
                  </a:lnTo>
                  <a:lnTo>
                    <a:pt x="245659" y="127187"/>
                  </a:lnTo>
                  <a:close/>
                  <a:moveTo>
                    <a:pt x="248612" y="99520"/>
                  </a:moveTo>
                  <a:lnTo>
                    <a:pt x="316276" y="105103"/>
                  </a:lnTo>
                  <a:lnTo>
                    <a:pt x="297619" y="20179"/>
                  </a:lnTo>
                  <a:close/>
                  <a:moveTo>
                    <a:pt x="297619" y="20179"/>
                  </a:moveTo>
                  <a:lnTo>
                    <a:pt x="322489" y="106433"/>
                  </a:lnTo>
                  <a:lnTo>
                    <a:pt x="333921" y="24218"/>
                  </a:lnTo>
                  <a:close/>
                  <a:moveTo>
                    <a:pt x="297619" y="20179"/>
                  </a:moveTo>
                  <a:lnTo>
                    <a:pt x="333921" y="24218"/>
                  </a:lnTo>
                  <a:lnTo>
                    <a:pt x="286172" y="0"/>
                  </a:lnTo>
                  <a:close/>
                  <a:moveTo>
                    <a:pt x="1096020" y="484415"/>
                  </a:moveTo>
                  <a:lnTo>
                    <a:pt x="1073708" y="413928"/>
                  </a:lnTo>
                  <a:lnTo>
                    <a:pt x="1083642" y="505945"/>
                  </a:lnTo>
                  <a:close/>
                  <a:moveTo>
                    <a:pt x="1245300" y="335020"/>
                  </a:moveTo>
                  <a:lnTo>
                    <a:pt x="1319175" y="335552"/>
                  </a:lnTo>
                  <a:lnTo>
                    <a:pt x="1301887" y="24951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67" name="Candidate_density__2186">
              <a:extLst>
                <a:ext uri="{FF2B5EF4-FFF2-40B4-BE49-F238E27FC236}">
                  <a16:creationId xmlns:a16="http://schemas.microsoft.com/office/drawing/2014/main" id="{DCAA3061-A024-C467-379E-827979BCB8DA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76707"/>
              <a:ext cx="1136599" cy="503975"/>
            </a:xfrm>
            <a:custGeom>
              <a:avLst/>
              <a:gdLst/>
              <a:ahLst/>
              <a:cxnLst/>
              <a:rect l="0" t="0" r="0" b="0"/>
              <a:pathLst>
                <a:path w="1136599" h="503975">
                  <a:moveTo>
                    <a:pt x="71893" y="0"/>
                  </a:moveTo>
                  <a:lnTo>
                    <a:pt x="0" y="38436"/>
                  </a:lnTo>
                  <a:lnTo>
                    <a:pt x="67117" y="82215"/>
                  </a:lnTo>
                  <a:close/>
                  <a:moveTo>
                    <a:pt x="103501" y="164430"/>
                  </a:moveTo>
                  <a:lnTo>
                    <a:pt x="83103" y="193044"/>
                  </a:lnTo>
                  <a:lnTo>
                    <a:pt x="124385" y="187184"/>
                  </a:lnTo>
                  <a:close/>
                  <a:moveTo>
                    <a:pt x="103501" y="164430"/>
                  </a:moveTo>
                  <a:lnTo>
                    <a:pt x="67117" y="82215"/>
                  </a:lnTo>
                  <a:lnTo>
                    <a:pt x="50400" y="119539"/>
                  </a:lnTo>
                  <a:close/>
                  <a:moveTo>
                    <a:pt x="248612" y="119080"/>
                  </a:moveTo>
                  <a:lnTo>
                    <a:pt x="297619" y="39739"/>
                  </a:lnTo>
                  <a:lnTo>
                    <a:pt x="222079" y="40559"/>
                  </a:lnTo>
                  <a:close/>
                  <a:moveTo>
                    <a:pt x="222079" y="40559"/>
                  </a:moveTo>
                  <a:lnTo>
                    <a:pt x="286172" y="19560"/>
                  </a:lnTo>
                  <a:lnTo>
                    <a:pt x="214049" y="28563"/>
                  </a:lnTo>
                  <a:close/>
                  <a:moveTo>
                    <a:pt x="222079" y="40559"/>
                  </a:moveTo>
                  <a:lnTo>
                    <a:pt x="297619" y="39739"/>
                  </a:lnTo>
                  <a:lnTo>
                    <a:pt x="286172" y="19560"/>
                  </a:lnTo>
                  <a:close/>
                  <a:moveTo>
                    <a:pt x="1096020" y="503975"/>
                  </a:moveTo>
                  <a:lnTo>
                    <a:pt x="1073954" y="421760"/>
                  </a:lnTo>
                  <a:lnTo>
                    <a:pt x="1073708" y="433489"/>
                  </a:lnTo>
                  <a:close/>
                  <a:moveTo>
                    <a:pt x="1073954" y="421760"/>
                  </a:moveTo>
                  <a:lnTo>
                    <a:pt x="1096020" y="503975"/>
                  </a:lnTo>
                  <a:lnTo>
                    <a:pt x="1136599" y="482452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68" name="Candidate_density__2187">
              <a:extLst>
                <a:ext uri="{FF2B5EF4-FFF2-40B4-BE49-F238E27FC236}">
                  <a16:creationId xmlns:a16="http://schemas.microsoft.com/office/drawing/2014/main" id="{4AC996C9-6681-9972-62E7-86445A403E4F}"/>
                </a:ext>
              </a:extLst>
            </p:cNvPr>
            <p:cNvSpPr>
              <a:spLocks noGrp="1"/>
            </p:cNvSpPr>
            <p:nvPr/>
          </p:nvSpPr>
          <p:spPr>
            <a:xfrm>
              <a:off x="4236099" y="3006090"/>
              <a:ext cx="1097573" cy="396122"/>
            </a:xfrm>
            <a:custGeom>
              <a:avLst/>
              <a:gdLst/>
              <a:ahLst/>
              <a:cxnLst/>
              <a:rect l="0" t="0" r="0" b="0"/>
              <a:pathLst>
                <a:path w="1097573" h="396122">
                  <a:moveTo>
                    <a:pt x="75159" y="111237"/>
                  </a:moveTo>
                  <a:lnTo>
                    <a:pt x="0" y="142621"/>
                  </a:lnTo>
                  <a:lnTo>
                    <a:pt x="70633" y="128051"/>
                  </a:lnTo>
                  <a:close/>
                  <a:moveTo>
                    <a:pt x="75159" y="111237"/>
                  </a:moveTo>
                  <a:lnTo>
                    <a:pt x="70633" y="128051"/>
                  </a:lnTo>
                  <a:lnTo>
                    <a:pt x="86674" y="117262"/>
                  </a:lnTo>
                  <a:close/>
                  <a:moveTo>
                    <a:pt x="75159" y="111237"/>
                  </a:moveTo>
                  <a:lnTo>
                    <a:pt x="128509" y="65780"/>
                  </a:lnTo>
                  <a:lnTo>
                    <a:pt x="93943" y="0"/>
                  </a:lnTo>
                  <a:close/>
                  <a:moveTo>
                    <a:pt x="968113" y="393507"/>
                  </a:moveTo>
                  <a:lnTo>
                    <a:pt x="891205" y="384618"/>
                  </a:lnTo>
                  <a:lnTo>
                    <a:pt x="862040" y="396122"/>
                  </a:lnTo>
                  <a:close/>
                  <a:moveTo>
                    <a:pt x="968113" y="393507"/>
                  </a:moveTo>
                  <a:lnTo>
                    <a:pt x="1015559" y="355696"/>
                  </a:lnTo>
                  <a:lnTo>
                    <a:pt x="891205" y="384618"/>
                  </a:lnTo>
                  <a:close/>
                  <a:moveTo>
                    <a:pt x="1026612" y="322920"/>
                  </a:moveTo>
                  <a:lnTo>
                    <a:pt x="1015559" y="355696"/>
                  </a:lnTo>
                  <a:lnTo>
                    <a:pt x="1052561" y="336155"/>
                  </a:lnTo>
                  <a:close/>
                  <a:moveTo>
                    <a:pt x="1026612" y="322920"/>
                  </a:moveTo>
                  <a:lnTo>
                    <a:pt x="1052561" y="336155"/>
                  </a:lnTo>
                  <a:lnTo>
                    <a:pt x="1097573" y="22573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69" name="Candidate_density__2188">
              <a:extLst>
                <a:ext uri="{FF2B5EF4-FFF2-40B4-BE49-F238E27FC236}">
                  <a16:creationId xmlns:a16="http://schemas.microsoft.com/office/drawing/2014/main" id="{813DBC8C-3444-6AF8-662C-356AB2C21D45}"/>
                </a:ext>
              </a:extLst>
            </p:cNvPr>
            <p:cNvSpPr>
              <a:spLocks noGrp="1"/>
            </p:cNvSpPr>
            <p:nvPr/>
          </p:nvSpPr>
          <p:spPr>
            <a:xfrm>
              <a:off x="4059719" y="2790644"/>
              <a:ext cx="1256664" cy="568516"/>
            </a:xfrm>
            <a:custGeom>
              <a:avLst/>
              <a:gdLst/>
              <a:ahLst/>
              <a:cxnLst/>
              <a:rect l="0" t="0" r="0" b="0"/>
              <a:pathLst>
                <a:path w="1256664" h="568516">
                  <a:moveTo>
                    <a:pt x="26671" y="86063"/>
                  </a:moveTo>
                  <a:lnTo>
                    <a:pt x="81091" y="143886"/>
                  </a:lnTo>
                  <a:lnTo>
                    <a:pt x="30715" y="84749"/>
                  </a:lnTo>
                  <a:close/>
                  <a:moveTo>
                    <a:pt x="26671" y="86063"/>
                  </a:moveTo>
                  <a:lnTo>
                    <a:pt x="21895" y="168278"/>
                  </a:lnTo>
                  <a:lnTo>
                    <a:pt x="81091" y="143886"/>
                  </a:lnTo>
                  <a:close/>
                  <a:moveTo>
                    <a:pt x="149251" y="129842"/>
                  </a:moveTo>
                  <a:lnTo>
                    <a:pt x="168827" y="114627"/>
                  </a:lnTo>
                  <a:lnTo>
                    <a:pt x="81091" y="143886"/>
                  </a:lnTo>
                  <a:close/>
                  <a:moveTo>
                    <a:pt x="81091" y="143886"/>
                  </a:moveTo>
                  <a:lnTo>
                    <a:pt x="168827" y="114627"/>
                  </a:lnTo>
                  <a:lnTo>
                    <a:pt x="107386" y="83009"/>
                  </a:lnTo>
                  <a:close/>
                  <a:moveTo>
                    <a:pt x="81091" y="143886"/>
                  </a:moveTo>
                  <a:lnTo>
                    <a:pt x="107386" y="83009"/>
                  </a:lnTo>
                  <a:lnTo>
                    <a:pt x="30715" y="84749"/>
                  </a:lnTo>
                  <a:close/>
                  <a:moveTo>
                    <a:pt x="0" y="3848"/>
                  </a:moveTo>
                  <a:lnTo>
                    <a:pt x="30715" y="84749"/>
                  </a:lnTo>
                  <a:lnTo>
                    <a:pt x="11842" y="0"/>
                  </a:lnTo>
                  <a:close/>
                  <a:moveTo>
                    <a:pt x="0" y="3848"/>
                  </a:moveTo>
                  <a:lnTo>
                    <a:pt x="26671" y="86063"/>
                  </a:lnTo>
                  <a:lnTo>
                    <a:pt x="30715" y="84749"/>
                  </a:lnTo>
                  <a:close/>
                  <a:moveTo>
                    <a:pt x="107386" y="83009"/>
                  </a:moveTo>
                  <a:lnTo>
                    <a:pt x="168827" y="114627"/>
                  </a:lnTo>
                  <a:lnTo>
                    <a:pt x="240950" y="105624"/>
                  </a:lnTo>
                  <a:close/>
                  <a:moveTo>
                    <a:pt x="168827" y="114627"/>
                  </a:moveTo>
                  <a:lnTo>
                    <a:pt x="149251" y="129842"/>
                  </a:lnTo>
                  <a:lnTo>
                    <a:pt x="176857" y="126622"/>
                  </a:lnTo>
                  <a:close/>
                  <a:moveTo>
                    <a:pt x="1034593" y="476712"/>
                  </a:moveTo>
                  <a:lnTo>
                    <a:pt x="1028486" y="519552"/>
                  </a:lnTo>
                  <a:lnTo>
                    <a:pt x="1028732" y="507823"/>
                  </a:lnTo>
                  <a:close/>
                  <a:moveTo>
                    <a:pt x="1028732" y="507823"/>
                  </a:moveTo>
                  <a:lnTo>
                    <a:pt x="1091376" y="568516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28732" y="507823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57800" y="495720"/>
                  </a:lnTo>
                  <a:lnTo>
                    <a:pt x="1057743" y="425608"/>
                  </a:lnTo>
                  <a:close/>
                  <a:moveTo>
                    <a:pt x="1057743" y="425608"/>
                  </a:moveTo>
                  <a:lnTo>
                    <a:pt x="1057800" y="495720"/>
                  </a:lnTo>
                  <a:lnTo>
                    <a:pt x="1108146" y="469386"/>
                  </a:lnTo>
                  <a:close/>
                  <a:moveTo>
                    <a:pt x="1057743" y="425608"/>
                  </a:moveTo>
                  <a:lnTo>
                    <a:pt x="1108146" y="469386"/>
                  </a:lnTo>
                  <a:lnTo>
                    <a:pt x="1117642" y="387172"/>
                  </a:lnTo>
                  <a:close/>
                  <a:moveTo>
                    <a:pt x="1117642" y="387172"/>
                  </a:moveTo>
                  <a:lnTo>
                    <a:pt x="1200077" y="440644"/>
                  </a:lnTo>
                  <a:lnTo>
                    <a:pt x="1158769" y="374135"/>
                  </a:lnTo>
                  <a:close/>
                  <a:moveTo>
                    <a:pt x="1117642" y="387172"/>
                  </a:moveTo>
                  <a:lnTo>
                    <a:pt x="1108146" y="469386"/>
                  </a:lnTo>
                  <a:lnTo>
                    <a:pt x="1200077" y="440644"/>
                  </a:lnTo>
                  <a:close/>
                  <a:moveTo>
                    <a:pt x="1200077" y="440644"/>
                  </a:moveTo>
                  <a:lnTo>
                    <a:pt x="1256664" y="355140"/>
                  </a:lnTo>
                  <a:lnTo>
                    <a:pt x="1158769" y="374135"/>
                  </a:lnTo>
                  <a:close/>
                  <a:moveTo>
                    <a:pt x="1131326" y="344520"/>
                  </a:moveTo>
                  <a:lnTo>
                    <a:pt x="1117642" y="387172"/>
                  </a:lnTo>
                  <a:lnTo>
                    <a:pt x="1158769" y="374135"/>
                  </a:lnTo>
                  <a:close/>
                  <a:moveTo>
                    <a:pt x="1158769" y="374135"/>
                  </a:moveTo>
                  <a:lnTo>
                    <a:pt x="1144034" y="304956"/>
                  </a:lnTo>
                  <a:lnTo>
                    <a:pt x="1131326" y="344520"/>
                  </a:lnTo>
                  <a:close/>
                  <a:moveTo>
                    <a:pt x="1219597" y="285183"/>
                  </a:moveTo>
                  <a:lnTo>
                    <a:pt x="1144034" y="304956"/>
                  </a:lnTo>
                  <a:lnTo>
                    <a:pt x="1158769" y="374135"/>
                  </a:lnTo>
                  <a:close/>
                  <a:moveTo>
                    <a:pt x="1256664" y="355140"/>
                  </a:moveTo>
                  <a:lnTo>
                    <a:pt x="1219597" y="285183"/>
                  </a:lnTo>
                  <a:lnTo>
                    <a:pt x="1158769" y="37413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70" name="Candidate_density__2189">
              <a:extLst>
                <a:ext uri="{FF2B5EF4-FFF2-40B4-BE49-F238E27FC236}">
                  <a16:creationId xmlns:a16="http://schemas.microsoft.com/office/drawing/2014/main" id="{34AA499A-D11A-7350-A00B-B8B8A276FF39}"/>
                </a:ext>
              </a:extLst>
            </p:cNvPr>
            <p:cNvSpPr>
              <a:spLocks noGrp="1"/>
            </p:cNvSpPr>
            <p:nvPr/>
          </p:nvSpPr>
          <p:spPr>
            <a:xfrm>
              <a:off x="5098139" y="3231820"/>
              <a:ext cx="265929" cy="170393"/>
            </a:xfrm>
            <a:custGeom>
              <a:avLst/>
              <a:gdLst/>
              <a:ahLst/>
              <a:cxnLst/>
              <a:rect l="0" t="0" r="0" b="0"/>
              <a:pathLst>
                <a:path w="265929" h="170393">
                  <a:moveTo>
                    <a:pt x="106073" y="167777"/>
                  </a:moveTo>
                  <a:lnTo>
                    <a:pt x="0" y="170393"/>
                  </a:lnTo>
                  <a:lnTo>
                    <a:pt x="78129" y="167467"/>
                  </a:lnTo>
                  <a:close/>
                  <a:moveTo>
                    <a:pt x="137502" y="148862"/>
                  </a:moveTo>
                  <a:lnTo>
                    <a:pt x="190521" y="110426"/>
                  </a:lnTo>
                  <a:lnTo>
                    <a:pt x="153519" y="129967"/>
                  </a:lnTo>
                  <a:close/>
                  <a:moveTo>
                    <a:pt x="235533" y="0"/>
                  </a:moveTo>
                  <a:lnTo>
                    <a:pt x="190521" y="110426"/>
                  </a:lnTo>
                  <a:lnTo>
                    <a:pt x="218500" y="94260"/>
                  </a:lnTo>
                  <a:close/>
                  <a:moveTo>
                    <a:pt x="235533" y="0"/>
                  </a:moveTo>
                  <a:lnTo>
                    <a:pt x="218500" y="94260"/>
                  </a:lnTo>
                  <a:lnTo>
                    <a:pt x="265929" y="2821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71" name="Candidate_density__2190">
              <a:extLst>
                <a:ext uri="{FF2B5EF4-FFF2-40B4-BE49-F238E27FC236}">
                  <a16:creationId xmlns:a16="http://schemas.microsoft.com/office/drawing/2014/main" id="{390F40E4-6B0B-178E-BF0F-7586AC02BE6F}"/>
                </a:ext>
              </a:extLst>
            </p:cNvPr>
            <p:cNvSpPr>
              <a:spLocks noGrp="1"/>
            </p:cNvSpPr>
            <p:nvPr/>
          </p:nvSpPr>
          <p:spPr>
            <a:xfrm>
              <a:off x="5204212" y="3326080"/>
              <a:ext cx="112426" cy="73517"/>
            </a:xfrm>
            <a:custGeom>
              <a:avLst/>
              <a:gdLst/>
              <a:ahLst/>
              <a:cxnLst/>
              <a:rect l="0" t="0" r="0" b="0"/>
              <a:pathLst>
                <a:path w="112426" h="73517">
                  <a:moveTo>
                    <a:pt x="31429" y="54602"/>
                  </a:moveTo>
                  <a:lnTo>
                    <a:pt x="47446" y="35707"/>
                  </a:lnTo>
                  <a:lnTo>
                    <a:pt x="0" y="73517"/>
                  </a:lnTo>
                  <a:close/>
                  <a:moveTo>
                    <a:pt x="84448" y="16166"/>
                  </a:moveTo>
                  <a:lnTo>
                    <a:pt x="31429" y="54602"/>
                  </a:lnTo>
                  <a:lnTo>
                    <a:pt x="112426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72" name="Candidate_density__2191">
              <a:extLst>
                <a:ext uri="{FF2B5EF4-FFF2-40B4-BE49-F238E27FC236}">
                  <a16:creationId xmlns:a16="http://schemas.microsoft.com/office/drawing/2014/main" id="{C438EAD6-F9D8-16BD-DFA9-DE9DACBF6E41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17266"/>
              <a:ext cx="1181098" cy="441894"/>
            </a:xfrm>
            <a:custGeom>
              <a:avLst/>
              <a:gdLst/>
              <a:ahLst/>
              <a:cxnLst/>
              <a:rect l="0" t="0" r="0" b="0"/>
              <a:pathLst>
                <a:path w="1181098" h="441894">
                  <a:moveTo>
                    <a:pt x="76349" y="103411"/>
                  </a:moveTo>
                  <a:lnTo>
                    <a:pt x="57268" y="146625"/>
                  </a:lnTo>
                  <a:lnTo>
                    <a:pt x="129983" y="85435"/>
                  </a:lnTo>
                  <a:close/>
                  <a:moveTo>
                    <a:pt x="36384" y="123871"/>
                  </a:moveTo>
                  <a:lnTo>
                    <a:pt x="57268" y="146625"/>
                  </a:lnTo>
                  <a:lnTo>
                    <a:pt x="76349" y="103411"/>
                  </a:lnTo>
                  <a:close/>
                  <a:moveTo>
                    <a:pt x="0" y="41656"/>
                  </a:moveTo>
                  <a:lnTo>
                    <a:pt x="36384" y="123871"/>
                  </a:lnTo>
                  <a:lnTo>
                    <a:pt x="76349" y="103411"/>
                  </a:lnTo>
                  <a:close/>
                  <a:moveTo>
                    <a:pt x="129983" y="85435"/>
                  </a:moveTo>
                  <a:lnTo>
                    <a:pt x="127357" y="3220"/>
                  </a:lnTo>
                  <a:lnTo>
                    <a:pt x="76349" y="103411"/>
                  </a:lnTo>
                  <a:close/>
                  <a:moveTo>
                    <a:pt x="127357" y="3220"/>
                  </a:moveTo>
                  <a:lnTo>
                    <a:pt x="181495" y="78521"/>
                  </a:lnTo>
                  <a:lnTo>
                    <a:pt x="154962" y="0"/>
                  </a:lnTo>
                  <a:close/>
                  <a:moveTo>
                    <a:pt x="127357" y="3220"/>
                  </a:moveTo>
                  <a:lnTo>
                    <a:pt x="129983" y="85435"/>
                  </a:lnTo>
                  <a:lnTo>
                    <a:pt x="181495" y="78521"/>
                  </a:lnTo>
                  <a:close/>
                  <a:moveTo>
                    <a:pt x="1106697" y="424980"/>
                  </a:moveTo>
                  <a:lnTo>
                    <a:pt x="1086251" y="342764"/>
                  </a:lnTo>
                  <a:lnTo>
                    <a:pt x="1069482" y="441894"/>
                  </a:lnTo>
                  <a:close/>
                  <a:moveTo>
                    <a:pt x="1086251" y="342764"/>
                  </a:moveTo>
                  <a:lnTo>
                    <a:pt x="1181098" y="411744"/>
                  </a:lnTo>
                  <a:lnTo>
                    <a:pt x="1178183" y="314022"/>
                  </a:lnTo>
                  <a:close/>
                  <a:moveTo>
                    <a:pt x="1086251" y="342764"/>
                  </a:moveTo>
                  <a:lnTo>
                    <a:pt x="1106697" y="424980"/>
                  </a:lnTo>
                  <a:lnTo>
                    <a:pt x="1181098" y="41174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73" name="Candidate_density__2192">
              <a:extLst>
                <a:ext uri="{FF2B5EF4-FFF2-40B4-BE49-F238E27FC236}">
                  <a16:creationId xmlns:a16="http://schemas.microsoft.com/office/drawing/2014/main" id="{1EAFA9E6-AD0D-FFB2-6A8A-19E75919C71A}"/>
                </a:ext>
              </a:extLst>
            </p:cNvPr>
            <p:cNvSpPr>
              <a:spLocks noGrp="1"/>
            </p:cNvSpPr>
            <p:nvPr/>
          </p:nvSpPr>
          <p:spPr>
            <a:xfrm>
              <a:off x="4138882" y="2995787"/>
              <a:ext cx="1194790" cy="394921"/>
            </a:xfrm>
            <a:custGeom>
              <a:avLst/>
              <a:gdLst/>
              <a:ahLst/>
              <a:cxnLst/>
              <a:rect l="0" t="0" r="0" b="0"/>
              <a:pathLst>
                <a:path w="1194790" h="394921">
                  <a:moveTo>
                    <a:pt x="0" y="68104"/>
                  </a:moveTo>
                  <a:lnTo>
                    <a:pt x="57285" y="127565"/>
                  </a:lnTo>
                  <a:lnTo>
                    <a:pt x="72715" y="6914"/>
                  </a:lnTo>
                  <a:close/>
                  <a:moveTo>
                    <a:pt x="72715" y="6914"/>
                  </a:moveTo>
                  <a:lnTo>
                    <a:pt x="57285" y="127565"/>
                  </a:lnTo>
                  <a:lnTo>
                    <a:pt x="121274" y="27667"/>
                  </a:lnTo>
                  <a:close/>
                  <a:moveTo>
                    <a:pt x="121274" y="27667"/>
                  </a:moveTo>
                  <a:lnTo>
                    <a:pt x="57285" y="127565"/>
                  </a:lnTo>
                  <a:lnTo>
                    <a:pt x="107971" y="113308"/>
                  </a:lnTo>
                  <a:close/>
                  <a:moveTo>
                    <a:pt x="72715" y="6914"/>
                  </a:moveTo>
                  <a:lnTo>
                    <a:pt x="121274" y="27667"/>
                  </a:lnTo>
                  <a:lnTo>
                    <a:pt x="124227" y="0"/>
                  </a:lnTo>
                  <a:close/>
                  <a:moveTo>
                    <a:pt x="971634" y="384895"/>
                  </a:moveTo>
                  <a:lnTo>
                    <a:pt x="988422" y="394921"/>
                  </a:lnTo>
                  <a:lnTo>
                    <a:pt x="1012213" y="363372"/>
                  </a:lnTo>
                  <a:close/>
                  <a:moveTo>
                    <a:pt x="988422" y="394921"/>
                  </a:moveTo>
                  <a:lnTo>
                    <a:pt x="1049429" y="346458"/>
                  </a:lnTo>
                  <a:lnTo>
                    <a:pt x="1012213" y="363372"/>
                  </a:lnTo>
                  <a:close/>
                  <a:moveTo>
                    <a:pt x="1120914" y="235500"/>
                  </a:moveTo>
                  <a:lnTo>
                    <a:pt x="1123829" y="333223"/>
                  </a:lnTo>
                  <a:lnTo>
                    <a:pt x="1194790" y="23603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74" name="Candidate_density__2193">
              <a:extLst>
                <a:ext uri="{FF2B5EF4-FFF2-40B4-BE49-F238E27FC236}">
                  <a16:creationId xmlns:a16="http://schemas.microsoft.com/office/drawing/2014/main" id="{CE73C49D-DD80-CB36-F049-178BB7094C13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20485"/>
              <a:ext cx="1086251" cy="438674"/>
            </a:xfrm>
            <a:custGeom>
              <a:avLst/>
              <a:gdLst/>
              <a:ahLst/>
              <a:cxnLst/>
              <a:rect l="0" t="0" r="0" b="0"/>
              <a:pathLst>
                <a:path w="1086251" h="438674">
                  <a:moveTo>
                    <a:pt x="0" y="38437"/>
                  </a:moveTo>
                  <a:lnTo>
                    <a:pt x="76349" y="100191"/>
                  </a:lnTo>
                  <a:lnTo>
                    <a:pt x="59196" y="14044"/>
                  </a:lnTo>
                  <a:close/>
                  <a:moveTo>
                    <a:pt x="127357" y="0"/>
                  </a:moveTo>
                  <a:lnTo>
                    <a:pt x="59196" y="14044"/>
                  </a:lnTo>
                  <a:lnTo>
                    <a:pt x="76349" y="100191"/>
                  </a:lnTo>
                  <a:close/>
                  <a:moveTo>
                    <a:pt x="1086251" y="339545"/>
                  </a:moveTo>
                  <a:lnTo>
                    <a:pt x="1035906" y="365879"/>
                  </a:lnTo>
                  <a:lnTo>
                    <a:pt x="1069482" y="43867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75" name="Candidate_density__2194">
              <a:extLst>
                <a:ext uri="{FF2B5EF4-FFF2-40B4-BE49-F238E27FC236}">
                  <a16:creationId xmlns:a16="http://schemas.microsoft.com/office/drawing/2014/main" id="{56551C1E-0BD3-2956-48DF-84EA7BB7DA42}"/>
                </a:ext>
              </a:extLst>
            </p:cNvPr>
            <p:cNvSpPr>
              <a:spLocks noGrp="1"/>
            </p:cNvSpPr>
            <p:nvPr/>
          </p:nvSpPr>
          <p:spPr>
            <a:xfrm>
              <a:off x="5127304" y="3329010"/>
              <a:ext cx="135408" cy="61698"/>
            </a:xfrm>
            <a:custGeom>
              <a:avLst/>
              <a:gdLst/>
              <a:ahLst/>
              <a:cxnLst/>
              <a:rect l="0" t="0" r="0" b="0"/>
              <a:pathLst>
                <a:path w="135408" h="61698">
                  <a:moveTo>
                    <a:pt x="124354" y="32777"/>
                  </a:moveTo>
                  <a:lnTo>
                    <a:pt x="61007" y="13236"/>
                  </a:lnTo>
                  <a:lnTo>
                    <a:pt x="0" y="61698"/>
                  </a:lnTo>
                  <a:close/>
                  <a:moveTo>
                    <a:pt x="61007" y="13236"/>
                  </a:moveTo>
                  <a:lnTo>
                    <a:pt x="124354" y="32777"/>
                  </a:lnTo>
                  <a:lnTo>
                    <a:pt x="13540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</p:grpSp>
      <p:grpSp>
        <p:nvGrpSpPr>
          <p:cNvPr id="51876" name="Find：受体主链">
            <a:extLst>
              <a:ext uri="{FF2B5EF4-FFF2-40B4-BE49-F238E27FC236}">
                <a16:creationId xmlns:a16="http://schemas.microsoft.com/office/drawing/2014/main" id="{9713D410-540D-FAB5-781A-070936C84924}"/>
              </a:ext>
            </a:extLst>
          </p:cNvPr>
          <p:cNvGrpSpPr/>
          <p:nvPr/>
        </p:nvGrpSpPr>
        <p:grpSpPr>
          <a:xfrm>
            <a:off x="9217736" y="791818"/>
            <a:ext cx="2004268" cy="2483849"/>
            <a:chOff x="3601423" y="1531829"/>
            <a:chExt cx="3221145" cy="3991899"/>
          </a:xfrm>
        </p:grpSpPr>
        <p:sp>
          <p:nvSpPr>
            <p:cNvPr id="51877" name="Candidate_receptor__2195">
              <a:extLst>
                <a:ext uri="{FF2B5EF4-FFF2-40B4-BE49-F238E27FC236}">
                  <a16:creationId xmlns:a16="http://schemas.microsoft.com/office/drawing/2014/main" id="{258E4288-10A8-4D4C-7EA8-7C235DDB50D8}"/>
                </a:ext>
              </a:extLst>
            </p:cNvPr>
            <p:cNvSpPr>
              <a:spLocks noGrp="1"/>
            </p:cNvSpPr>
            <p:nvPr/>
          </p:nvSpPr>
          <p:spPr>
            <a:xfrm>
              <a:off x="5046711" y="4901734"/>
              <a:ext cx="109638" cy="5665"/>
            </a:xfrm>
            <a:custGeom>
              <a:avLst/>
              <a:gdLst/>
              <a:ahLst/>
              <a:cxnLst/>
              <a:rect l="0" t="0" r="0" b="0"/>
              <a:pathLst>
                <a:path w="109638" h="5665">
                  <a:moveTo>
                    <a:pt x="109638" y="0"/>
                  </a:moveTo>
                  <a:lnTo>
                    <a:pt x="0" y="5665"/>
                  </a:lnTo>
                </a:path>
              </a:pathLst>
            </a:custGeom>
            <a:noFill/>
            <a:ln w="20003">
              <a:solidFill>
                <a:srgbClr val="DBE0E3"/>
              </a:solidFill>
            </a:ln>
          </p:spPr>
        </p:sp>
        <p:sp>
          <p:nvSpPr>
            <p:cNvPr id="51878" name="Candidate_receptor__2196">
              <a:extLst>
                <a:ext uri="{FF2B5EF4-FFF2-40B4-BE49-F238E27FC236}">
                  <a16:creationId xmlns:a16="http://schemas.microsoft.com/office/drawing/2014/main" id="{0025CBA8-4C65-C0F8-4112-1F3BB6798AAF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907399"/>
              <a:ext cx="34930" cy="47760"/>
            </a:xfrm>
            <a:custGeom>
              <a:avLst/>
              <a:gdLst/>
              <a:ahLst/>
              <a:cxnLst/>
              <a:rect l="0" t="0" r="0" b="0"/>
              <a:pathLst>
                <a:path w="34930" h="47760">
                  <a:moveTo>
                    <a:pt x="34930" y="0"/>
                  </a:moveTo>
                  <a:lnTo>
                    <a:pt x="0" y="4776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51879" name="Candidate_receptor__2197">
              <a:extLst>
                <a:ext uri="{FF2B5EF4-FFF2-40B4-BE49-F238E27FC236}">
                  <a16:creationId xmlns:a16="http://schemas.microsoft.com/office/drawing/2014/main" id="{D5A0AB89-B624-0FDB-9784-B80CAA677FF2}"/>
                </a:ext>
              </a:extLst>
            </p:cNvPr>
            <p:cNvSpPr>
              <a:spLocks noGrp="1"/>
            </p:cNvSpPr>
            <p:nvPr/>
          </p:nvSpPr>
          <p:spPr>
            <a:xfrm>
              <a:off x="5156350" y="4901734"/>
              <a:ext cx="3236" cy="111271"/>
            </a:xfrm>
            <a:custGeom>
              <a:avLst/>
              <a:gdLst/>
              <a:ahLst/>
              <a:cxnLst/>
              <a:rect l="0" t="0" r="0" b="0"/>
              <a:pathLst>
                <a:path w="3236" h="111271">
                  <a:moveTo>
                    <a:pt x="3236" y="1112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51880" name="Candidate_receptor__2198">
              <a:extLst>
                <a:ext uri="{FF2B5EF4-FFF2-40B4-BE49-F238E27FC236}">
                  <a16:creationId xmlns:a16="http://schemas.microsoft.com/office/drawing/2014/main" id="{C37F90E7-06C8-172E-328C-8F88CEDCB69E}"/>
                </a:ext>
              </a:extLst>
            </p:cNvPr>
            <p:cNvSpPr>
              <a:spLocks noGrp="1"/>
            </p:cNvSpPr>
            <p:nvPr/>
          </p:nvSpPr>
          <p:spPr>
            <a:xfrm>
              <a:off x="5159586" y="5013005"/>
              <a:ext cx="115302" cy="6434"/>
            </a:xfrm>
            <a:custGeom>
              <a:avLst/>
              <a:gdLst/>
              <a:ahLst/>
              <a:cxnLst/>
              <a:rect l="0" t="0" r="0" b="0"/>
              <a:pathLst>
                <a:path w="115302" h="6434">
                  <a:moveTo>
                    <a:pt x="115302" y="64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51881" name="Candidate_receptor__2199">
              <a:extLst>
                <a:ext uri="{FF2B5EF4-FFF2-40B4-BE49-F238E27FC236}">
                  <a16:creationId xmlns:a16="http://schemas.microsoft.com/office/drawing/2014/main" id="{7EAA89EC-E9BB-0BB1-7FAB-D960F541FC60}"/>
                </a:ext>
              </a:extLst>
            </p:cNvPr>
            <p:cNvSpPr>
              <a:spLocks noGrp="1"/>
            </p:cNvSpPr>
            <p:nvPr/>
          </p:nvSpPr>
          <p:spPr>
            <a:xfrm>
              <a:off x="5274888" y="4967719"/>
              <a:ext cx="92004" cy="51720"/>
            </a:xfrm>
            <a:custGeom>
              <a:avLst/>
              <a:gdLst/>
              <a:ahLst/>
              <a:cxnLst/>
              <a:rect l="0" t="0" r="0" b="0"/>
              <a:pathLst>
                <a:path w="92004" h="51720">
                  <a:moveTo>
                    <a:pt x="92004" y="0"/>
                  </a:moveTo>
                  <a:lnTo>
                    <a:pt x="0" y="5172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51882" name="Candidate_receptor__2200">
              <a:extLst>
                <a:ext uri="{FF2B5EF4-FFF2-40B4-BE49-F238E27FC236}">
                  <a16:creationId xmlns:a16="http://schemas.microsoft.com/office/drawing/2014/main" id="{AAB2AF00-EECB-D4DE-5F00-316C73C762BF}"/>
                </a:ext>
              </a:extLst>
            </p:cNvPr>
            <p:cNvSpPr>
              <a:spLocks noGrp="1"/>
            </p:cNvSpPr>
            <p:nvPr/>
          </p:nvSpPr>
          <p:spPr>
            <a:xfrm>
              <a:off x="5477538" y="4884120"/>
              <a:ext cx="34193" cy="107503"/>
            </a:xfrm>
            <a:custGeom>
              <a:avLst/>
              <a:gdLst/>
              <a:ahLst/>
              <a:cxnLst/>
              <a:rect l="0" t="0" r="0" b="0"/>
              <a:pathLst>
                <a:path w="34193" h="107503">
                  <a:moveTo>
                    <a:pt x="34193" y="0"/>
                  </a:moveTo>
                  <a:lnTo>
                    <a:pt x="0" y="107503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51883" name="Candidate_receptor__2201">
              <a:extLst>
                <a:ext uri="{FF2B5EF4-FFF2-40B4-BE49-F238E27FC236}">
                  <a16:creationId xmlns:a16="http://schemas.microsoft.com/office/drawing/2014/main" id="{80DD2BB8-29E2-7EC2-53A3-FFF844D795DB}"/>
                </a:ext>
              </a:extLst>
            </p:cNvPr>
            <p:cNvSpPr>
              <a:spLocks noGrp="1"/>
            </p:cNvSpPr>
            <p:nvPr/>
          </p:nvSpPr>
          <p:spPr>
            <a:xfrm>
              <a:off x="5366892" y="4967719"/>
              <a:ext cx="110646" cy="23904"/>
            </a:xfrm>
            <a:custGeom>
              <a:avLst/>
              <a:gdLst/>
              <a:ahLst/>
              <a:cxnLst/>
              <a:rect l="0" t="0" r="0" b="0"/>
              <a:pathLst>
                <a:path w="110646" h="23904">
                  <a:moveTo>
                    <a:pt x="110646" y="23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51884" name="Candidate_receptor__2202">
              <a:extLst>
                <a:ext uri="{FF2B5EF4-FFF2-40B4-BE49-F238E27FC236}">
                  <a16:creationId xmlns:a16="http://schemas.microsoft.com/office/drawing/2014/main" id="{60644C2A-215F-6739-B7C2-C650D4074591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791149"/>
              <a:ext cx="103173" cy="48920"/>
            </a:xfrm>
            <a:custGeom>
              <a:avLst/>
              <a:gdLst/>
              <a:ahLst/>
              <a:cxnLst/>
              <a:rect l="0" t="0" r="0" b="0"/>
              <a:pathLst>
                <a:path w="103173" h="48920">
                  <a:moveTo>
                    <a:pt x="103173" y="0"/>
                  </a:moveTo>
                  <a:lnTo>
                    <a:pt x="0" y="4892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51885" name="Candidate_receptor__2203">
              <a:extLst>
                <a:ext uri="{FF2B5EF4-FFF2-40B4-BE49-F238E27FC236}">
                  <a16:creationId xmlns:a16="http://schemas.microsoft.com/office/drawing/2014/main" id="{69EF2ED1-3024-89D6-4A5A-80CB6EB53B8C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21613"/>
              <a:ext cx="108335" cy="932"/>
            </a:xfrm>
            <a:custGeom>
              <a:avLst/>
              <a:gdLst/>
              <a:ahLst/>
              <a:cxnLst/>
              <a:rect l="0" t="0" r="0" b="0"/>
              <a:pathLst>
                <a:path w="108335" h="932">
                  <a:moveTo>
                    <a:pt x="0" y="0"/>
                  </a:moveTo>
                  <a:lnTo>
                    <a:pt x="108335" y="932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51886" name="Candidate_receptor__2204">
              <a:extLst>
                <a:ext uri="{FF2B5EF4-FFF2-40B4-BE49-F238E27FC236}">
                  <a16:creationId xmlns:a16="http://schemas.microsoft.com/office/drawing/2014/main" id="{453A3AA1-7012-0744-683C-F895B83EB004}"/>
                </a:ext>
              </a:extLst>
            </p:cNvPr>
            <p:cNvSpPr>
              <a:spLocks noGrp="1"/>
            </p:cNvSpPr>
            <p:nvPr/>
          </p:nvSpPr>
          <p:spPr>
            <a:xfrm>
              <a:off x="5020224" y="4791149"/>
              <a:ext cx="49541" cy="84039"/>
            </a:xfrm>
            <a:custGeom>
              <a:avLst/>
              <a:gdLst/>
              <a:ahLst/>
              <a:cxnLst/>
              <a:rect l="0" t="0" r="0" b="0"/>
              <a:pathLst>
                <a:path w="49541" h="84039">
                  <a:moveTo>
                    <a:pt x="49541" y="84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51887" name="Candidate_receptor__2205">
              <a:extLst>
                <a:ext uri="{FF2B5EF4-FFF2-40B4-BE49-F238E27FC236}">
                  <a16:creationId xmlns:a16="http://schemas.microsoft.com/office/drawing/2014/main" id="{5411805F-B108-9E70-5B3F-704F5052660B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875188"/>
              <a:ext cx="57984" cy="79971"/>
            </a:xfrm>
            <a:custGeom>
              <a:avLst/>
              <a:gdLst/>
              <a:ahLst/>
              <a:cxnLst/>
              <a:rect l="0" t="0" r="0" b="0"/>
              <a:pathLst>
                <a:path w="57984" h="79971">
                  <a:moveTo>
                    <a:pt x="0" y="79971"/>
                  </a:moveTo>
                  <a:lnTo>
                    <a:pt x="57984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51888" name="Candidate_receptor__2206">
              <a:extLst>
                <a:ext uri="{FF2B5EF4-FFF2-40B4-BE49-F238E27FC236}">
                  <a16:creationId xmlns:a16="http://schemas.microsoft.com/office/drawing/2014/main" id="{5D65BC90-255E-612E-7260-1122B5C44607}"/>
                </a:ext>
              </a:extLst>
            </p:cNvPr>
            <p:cNvSpPr>
              <a:spLocks noGrp="1"/>
            </p:cNvSpPr>
            <p:nvPr/>
          </p:nvSpPr>
          <p:spPr>
            <a:xfrm>
              <a:off x="5405580" y="4722545"/>
              <a:ext cx="40277" cy="85064"/>
            </a:xfrm>
            <a:custGeom>
              <a:avLst/>
              <a:gdLst/>
              <a:ahLst/>
              <a:cxnLst/>
              <a:rect l="0" t="0" r="0" b="0"/>
              <a:pathLst>
                <a:path w="40277" h="85064">
                  <a:moveTo>
                    <a:pt x="0" y="0"/>
                  </a:moveTo>
                  <a:lnTo>
                    <a:pt x="40277" y="85064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51889" name="Candidate_receptor__2207">
              <a:extLst>
                <a:ext uri="{FF2B5EF4-FFF2-40B4-BE49-F238E27FC236}">
                  <a16:creationId xmlns:a16="http://schemas.microsoft.com/office/drawing/2014/main" id="{937017C2-1A2A-5B55-81CB-77DF7A2FF57E}"/>
                </a:ext>
              </a:extLst>
            </p:cNvPr>
            <p:cNvSpPr>
              <a:spLocks noGrp="1"/>
            </p:cNvSpPr>
            <p:nvPr/>
          </p:nvSpPr>
          <p:spPr>
            <a:xfrm>
              <a:off x="5445857" y="4807609"/>
              <a:ext cx="65874" cy="76511"/>
            </a:xfrm>
            <a:custGeom>
              <a:avLst/>
              <a:gdLst/>
              <a:ahLst/>
              <a:cxnLst/>
              <a:rect l="0" t="0" r="0" b="0"/>
              <a:pathLst>
                <a:path w="65874" h="76511">
                  <a:moveTo>
                    <a:pt x="0" y="0"/>
                  </a:moveTo>
                  <a:lnTo>
                    <a:pt x="65874" y="76511"/>
                  </a:lnTo>
                </a:path>
              </a:pathLst>
            </a:custGeom>
            <a:noFill/>
            <a:ln w="8096">
              <a:solidFill>
                <a:srgbClr val="DCE0E4"/>
              </a:solidFill>
            </a:ln>
          </p:spPr>
        </p:sp>
        <p:sp>
          <p:nvSpPr>
            <p:cNvPr id="51890" name="Candidate_receptor__2208">
              <a:extLst>
                <a:ext uri="{FF2B5EF4-FFF2-40B4-BE49-F238E27FC236}">
                  <a16:creationId xmlns:a16="http://schemas.microsoft.com/office/drawing/2014/main" id="{29FC1424-CD87-CB7C-FB63-DEB657C4FC86}"/>
                </a:ext>
              </a:extLst>
            </p:cNvPr>
            <p:cNvSpPr>
              <a:spLocks noGrp="1"/>
            </p:cNvSpPr>
            <p:nvPr/>
          </p:nvSpPr>
          <p:spPr>
            <a:xfrm>
              <a:off x="6430654" y="4443226"/>
              <a:ext cx="105176" cy="17702"/>
            </a:xfrm>
            <a:custGeom>
              <a:avLst/>
              <a:gdLst/>
              <a:ahLst/>
              <a:cxnLst/>
              <a:rect l="0" t="0" r="0" b="0"/>
              <a:pathLst>
                <a:path w="105176" h="17702">
                  <a:moveTo>
                    <a:pt x="0" y="17702"/>
                  </a:moveTo>
                  <a:lnTo>
                    <a:pt x="105176" y="0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51891" name="Candidate_receptor__2209">
              <a:extLst>
                <a:ext uri="{FF2B5EF4-FFF2-40B4-BE49-F238E27FC236}">
                  <a16:creationId xmlns:a16="http://schemas.microsoft.com/office/drawing/2014/main" id="{4DBDF6A4-116B-95B3-07D3-F4BF3E1D9009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840069"/>
              <a:ext cx="17691" cy="10081"/>
            </a:xfrm>
            <a:custGeom>
              <a:avLst/>
              <a:gdLst/>
              <a:ahLst/>
              <a:cxnLst/>
              <a:rect l="0" t="0" r="0" b="0"/>
              <a:pathLst>
                <a:path w="17691" h="10081">
                  <a:moveTo>
                    <a:pt x="0" y="0"/>
                  </a:moveTo>
                  <a:lnTo>
                    <a:pt x="17691" y="10081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51892" name="Candidate_receptor__2210">
              <a:extLst>
                <a:ext uri="{FF2B5EF4-FFF2-40B4-BE49-F238E27FC236}">
                  <a16:creationId xmlns:a16="http://schemas.microsoft.com/office/drawing/2014/main" id="{9E4E1E10-0419-990E-7C0E-E3B636872A64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411256"/>
              <a:ext cx="65992" cy="49672"/>
            </a:xfrm>
            <a:custGeom>
              <a:avLst/>
              <a:gdLst/>
              <a:ahLst/>
              <a:cxnLst/>
              <a:rect l="0" t="0" r="0" b="0"/>
              <a:pathLst>
                <a:path w="65992" h="49672">
                  <a:moveTo>
                    <a:pt x="0" y="0"/>
                  </a:moveTo>
                  <a:lnTo>
                    <a:pt x="65992" y="49672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51893" name="Candidate_receptor__2211">
              <a:extLst>
                <a:ext uri="{FF2B5EF4-FFF2-40B4-BE49-F238E27FC236}">
                  <a16:creationId xmlns:a16="http://schemas.microsoft.com/office/drawing/2014/main" id="{FED2C640-21BC-317E-EF50-BFB783F583D6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43163"/>
              <a:ext cx="103627" cy="33977"/>
            </a:xfrm>
            <a:custGeom>
              <a:avLst/>
              <a:gdLst/>
              <a:ahLst/>
              <a:cxnLst/>
              <a:rect l="0" t="0" r="0" b="0"/>
              <a:pathLst>
                <a:path w="103627" h="33977">
                  <a:moveTo>
                    <a:pt x="0" y="0"/>
                  </a:moveTo>
                  <a:lnTo>
                    <a:pt x="103627" y="3397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51894" name="Candidate_receptor__2212">
              <a:extLst>
                <a:ext uri="{FF2B5EF4-FFF2-40B4-BE49-F238E27FC236}">
                  <a16:creationId xmlns:a16="http://schemas.microsoft.com/office/drawing/2014/main" id="{8DACC2AB-36E4-E9F5-4130-ABBFE5ED2B6B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05693"/>
              <a:ext cx="48628" cy="15920"/>
            </a:xfrm>
            <a:custGeom>
              <a:avLst/>
              <a:gdLst/>
              <a:ahLst/>
              <a:cxnLst/>
              <a:rect l="0" t="0" r="0" b="0"/>
              <a:pathLst>
                <a:path w="48628" h="15920">
                  <a:moveTo>
                    <a:pt x="48628" y="0"/>
                  </a:moveTo>
                  <a:lnTo>
                    <a:pt x="0" y="15920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51895" name="Candidate_receptor__2213">
              <a:extLst>
                <a:ext uri="{FF2B5EF4-FFF2-40B4-BE49-F238E27FC236}">
                  <a16:creationId xmlns:a16="http://schemas.microsoft.com/office/drawing/2014/main" id="{4ED8AB2E-AE75-BBDC-DB02-05C4F18E1416}"/>
                </a:ext>
              </a:extLst>
            </p:cNvPr>
            <p:cNvSpPr>
              <a:spLocks noGrp="1"/>
            </p:cNvSpPr>
            <p:nvPr/>
          </p:nvSpPr>
          <p:spPr>
            <a:xfrm>
              <a:off x="5276410" y="4565463"/>
              <a:ext cx="102032" cy="33897"/>
            </a:xfrm>
            <a:custGeom>
              <a:avLst/>
              <a:gdLst/>
              <a:ahLst/>
              <a:cxnLst/>
              <a:rect l="0" t="0" r="0" b="0"/>
              <a:pathLst>
                <a:path w="102032" h="33897">
                  <a:moveTo>
                    <a:pt x="0" y="0"/>
                  </a:moveTo>
                  <a:lnTo>
                    <a:pt x="102032" y="3389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51896" name="Candidate_receptor__2214">
              <a:extLst>
                <a:ext uri="{FF2B5EF4-FFF2-40B4-BE49-F238E27FC236}">
                  <a16:creationId xmlns:a16="http://schemas.microsoft.com/office/drawing/2014/main" id="{0C9E3419-4C81-CA77-B1A1-52905C6549BA}"/>
                </a:ext>
              </a:extLst>
            </p:cNvPr>
            <p:cNvSpPr>
              <a:spLocks noGrp="1"/>
            </p:cNvSpPr>
            <p:nvPr/>
          </p:nvSpPr>
          <p:spPr>
            <a:xfrm>
              <a:off x="5623502" y="4587028"/>
              <a:ext cx="83586" cy="62819"/>
            </a:xfrm>
            <a:custGeom>
              <a:avLst/>
              <a:gdLst/>
              <a:ahLst/>
              <a:cxnLst/>
              <a:rect l="0" t="0" r="0" b="0"/>
              <a:pathLst>
                <a:path w="83586" h="62819">
                  <a:moveTo>
                    <a:pt x="83586" y="62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897" name="Candidate_receptor__2215">
              <a:extLst>
                <a:ext uri="{FF2B5EF4-FFF2-40B4-BE49-F238E27FC236}">
                  <a16:creationId xmlns:a16="http://schemas.microsoft.com/office/drawing/2014/main" id="{C81F2E88-ACD1-C716-CFCF-3280C214ED87}"/>
                </a:ext>
              </a:extLst>
            </p:cNvPr>
            <p:cNvSpPr>
              <a:spLocks noGrp="1"/>
            </p:cNvSpPr>
            <p:nvPr/>
          </p:nvSpPr>
          <p:spPr>
            <a:xfrm>
              <a:off x="4883250" y="4702844"/>
              <a:ext cx="91178" cy="39212"/>
            </a:xfrm>
            <a:custGeom>
              <a:avLst/>
              <a:gdLst/>
              <a:ahLst/>
              <a:cxnLst/>
              <a:rect l="0" t="0" r="0" b="0"/>
              <a:pathLst>
                <a:path w="91178" h="39212">
                  <a:moveTo>
                    <a:pt x="91178" y="39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898" name="Candidate_receptor__2216">
              <a:extLst>
                <a:ext uri="{FF2B5EF4-FFF2-40B4-BE49-F238E27FC236}">
                  <a16:creationId xmlns:a16="http://schemas.microsoft.com/office/drawing/2014/main" id="{78CC84F2-7B47-DF6B-46B5-DAEEDF4A1C0B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02844"/>
              <a:ext cx="74944" cy="61179"/>
            </a:xfrm>
            <a:custGeom>
              <a:avLst/>
              <a:gdLst/>
              <a:ahLst/>
              <a:cxnLst/>
              <a:rect l="0" t="0" r="0" b="0"/>
              <a:pathLst>
                <a:path w="74944" h="61179">
                  <a:moveTo>
                    <a:pt x="74944" y="0"/>
                  </a:moveTo>
                  <a:lnTo>
                    <a:pt x="0" y="61179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899" name="Candidate_receptor__2217">
              <a:extLst>
                <a:ext uri="{FF2B5EF4-FFF2-40B4-BE49-F238E27FC236}">
                  <a16:creationId xmlns:a16="http://schemas.microsoft.com/office/drawing/2014/main" id="{86D006B9-577E-3A13-BA25-4827A092ECEB}"/>
                </a:ext>
              </a:extLst>
            </p:cNvPr>
            <p:cNvSpPr>
              <a:spLocks noGrp="1"/>
            </p:cNvSpPr>
            <p:nvPr/>
          </p:nvSpPr>
          <p:spPr>
            <a:xfrm>
              <a:off x="5659866" y="4649847"/>
              <a:ext cx="47222" cy="97168"/>
            </a:xfrm>
            <a:custGeom>
              <a:avLst/>
              <a:gdLst/>
              <a:ahLst/>
              <a:cxnLst/>
              <a:rect l="0" t="0" r="0" b="0"/>
              <a:pathLst>
                <a:path w="47222" h="97168">
                  <a:moveTo>
                    <a:pt x="0" y="97168"/>
                  </a:moveTo>
                  <a:lnTo>
                    <a:pt x="47222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0" name="Candidate_receptor__2218">
              <a:extLst>
                <a:ext uri="{FF2B5EF4-FFF2-40B4-BE49-F238E27FC236}">
                  <a16:creationId xmlns:a16="http://schemas.microsoft.com/office/drawing/2014/main" id="{E34BBF1F-1D01-0496-7523-8861948F26BC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587028"/>
              <a:ext cx="79792" cy="52910"/>
            </a:xfrm>
            <a:custGeom>
              <a:avLst/>
              <a:gdLst/>
              <a:ahLst/>
              <a:cxnLst/>
              <a:rect l="0" t="0" r="0" b="0"/>
              <a:pathLst>
                <a:path w="79792" h="52910">
                  <a:moveTo>
                    <a:pt x="79792" y="0"/>
                  </a:moveTo>
                  <a:lnTo>
                    <a:pt x="0" y="5291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1" name="Candidate_receptor__2219">
              <a:extLst>
                <a:ext uri="{FF2B5EF4-FFF2-40B4-BE49-F238E27FC236}">
                  <a16:creationId xmlns:a16="http://schemas.microsoft.com/office/drawing/2014/main" id="{2606B510-03F1-D411-F666-6092F646C1FB}"/>
                </a:ext>
              </a:extLst>
            </p:cNvPr>
            <p:cNvSpPr>
              <a:spLocks noGrp="1"/>
            </p:cNvSpPr>
            <p:nvPr/>
          </p:nvSpPr>
          <p:spPr>
            <a:xfrm>
              <a:off x="6438225" y="4277140"/>
              <a:ext cx="6043" cy="60907"/>
            </a:xfrm>
            <a:custGeom>
              <a:avLst/>
              <a:gdLst/>
              <a:ahLst/>
              <a:cxnLst/>
              <a:rect l="0" t="0" r="0" b="0"/>
              <a:pathLst>
                <a:path w="6043" h="60907">
                  <a:moveTo>
                    <a:pt x="0" y="0"/>
                  </a:moveTo>
                  <a:lnTo>
                    <a:pt x="6043" y="60907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2" name="Candidate_receptor__2220">
              <a:extLst>
                <a:ext uri="{FF2B5EF4-FFF2-40B4-BE49-F238E27FC236}">
                  <a16:creationId xmlns:a16="http://schemas.microsoft.com/office/drawing/2014/main" id="{BC285C15-5EA1-F464-22C3-0CB1FC270DA5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65463"/>
              <a:ext cx="48249" cy="36426"/>
            </a:xfrm>
            <a:custGeom>
              <a:avLst/>
              <a:gdLst/>
              <a:ahLst/>
              <a:cxnLst/>
              <a:rect l="0" t="0" r="0" b="0"/>
              <a:pathLst>
                <a:path w="48249" h="36426">
                  <a:moveTo>
                    <a:pt x="0" y="36426"/>
                  </a:moveTo>
                  <a:lnTo>
                    <a:pt x="48249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3" name="Candidate_receptor__2221">
              <a:extLst>
                <a:ext uri="{FF2B5EF4-FFF2-40B4-BE49-F238E27FC236}">
                  <a16:creationId xmlns:a16="http://schemas.microsoft.com/office/drawing/2014/main" id="{7904DD71-26DC-CB01-909A-B9BE7F11EB29}"/>
                </a:ext>
              </a:extLst>
            </p:cNvPr>
            <p:cNvSpPr>
              <a:spLocks noGrp="1"/>
            </p:cNvSpPr>
            <p:nvPr/>
          </p:nvSpPr>
          <p:spPr>
            <a:xfrm>
              <a:off x="5280384" y="5007192"/>
              <a:ext cx="59949" cy="80786"/>
            </a:xfrm>
            <a:custGeom>
              <a:avLst/>
              <a:gdLst/>
              <a:ahLst/>
              <a:cxnLst/>
              <a:rect l="0" t="0" r="0" b="0"/>
              <a:pathLst>
                <a:path w="59949" h="80786">
                  <a:moveTo>
                    <a:pt x="0" y="0"/>
                  </a:moveTo>
                  <a:lnTo>
                    <a:pt x="59949" y="8078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4" name="Candidate_receptor__2222">
              <a:extLst>
                <a:ext uri="{FF2B5EF4-FFF2-40B4-BE49-F238E27FC236}">
                  <a16:creationId xmlns:a16="http://schemas.microsoft.com/office/drawing/2014/main" id="{F534E786-2F44-0AB1-8843-9F5ECD4BC08A}"/>
                </a:ext>
              </a:extLst>
            </p:cNvPr>
            <p:cNvSpPr>
              <a:spLocks noGrp="1"/>
            </p:cNvSpPr>
            <p:nvPr/>
          </p:nvSpPr>
          <p:spPr>
            <a:xfrm>
              <a:off x="6388481" y="4099833"/>
              <a:ext cx="75086" cy="57164"/>
            </a:xfrm>
            <a:custGeom>
              <a:avLst/>
              <a:gdLst/>
              <a:ahLst/>
              <a:cxnLst/>
              <a:rect l="0" t="0" r="0" b="0"/>
              <a:pathLst>
                <a:path w="75086" h="57164">
                  <a:moveTo>
                    <a:pt x="0" y="0"/>
                  </a:moveTo>
                  <a:lnTo>
                    <a:pt x="75086" y="5716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5" name="Candidate_receptor__2223">
              <a:extLst>
                <a:ext uri="{FF2B5EF4-FFF2-40B4-BE49-F238E27FC236}">
                  <a16:creationId xmlns:a16="http://schemas.microsoft.com/office/drawing/2014/main" id="{2F9BD729-F53C-E251-BB0D-CCFD761E3010}"/>
                </a:ext>
              </a:extLst>
            </p:cNvPr>
            <p:cNvSpPr>
              <a:spLocks noGrp="1"/>
            </p:cNvSpPr>
            <p:nvPr/>
          </p:nvSpPr>
          <p:spPr>
            <a:xfrm>
              <a:off x="5345873" y="4599360"/>
              <a:ext cx="32569" cy="106333"/>
            </a:xfrm>
            <a:custGeom>
              <a:avLst/>
              <a:gdLst/>
              <a:ahLst/>
              <a:cxnLst/>
              <a:rect l="0" t="0" r="0" b="0"/>
              <a:pathLst>
                <a:path w="32569" h="106333">
                  <a:moveTo>
                    <a:pt x="32569" y="0"/>
                  </a:moveTo>
                  <a:lnTo>
                    <a:pt x="0" y="106333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6" name="Candidate_receptor__2224">
              <a:extLst>
                <a:ext uri="{FF2B5EF4-FFF2-40B4-BE49-F238E27FC236}">
                  <a16:creationId xmlns:a16="http://schemas.microsoft.com/office/drawing/2014/main" id="{95D203E7-F16D-EDFB-2AA0-9D9A499F4B7D}"/>
                </a:ext>
              </a:extLst>
            </p:cNvPr>
            <p:cNvSpPr>
              <a:spLocks noGrp="1"/>
            </p:cNvSpPr>
            <p:nvPr/>
          </p:nvSpPr>
          <p:spPr>
            <a:xfrm>
              <a:off x="4934743" y="4742056"/>
              <a:ext cx="39685" cy="108094"/>
            </a:xfrm>
            <a:custGeom>
              <a:avLst/>
              <a:gdLst/>
              <a:ahLst/>
              <a:cxnLst/>
              <a:rect l="0" t="0" r="0" b="0"/>
              <a:pathLst>
                <a:path w="39685" h="108094">
                  <a:moveTo>
                    <a:pt x="0" y="108094"/>
                  </a:moveTo>
                  <a:lnTo>
                    <a:pt x="39685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7" name="Candidate_receptor__2225">
              <a:extLst>
                <a:ext uri="{FF2B5EF4-FFF2-40B4-BE49-F238E27FC236}">
                  <a16:creationId xmlns:a16="http://schemas.microsoft.com/office/drawing/2014/main" id="{AC87BDC3-09F0-7225-604F-9809AFC84E4B}"/>
                </a:ext>
              </a:extLst>
            </p:cNvPr>
            <p:cNvSpPr>
              <a:spLocks noGrp="1"/>
            </p:cNvSpPr>
            <p:nvPr/>
          </p:nvSpPr>
          <p:spPr>
            <a:xfrm>
              <a:off x="5067534" y="5305564"/>
              <a:ext cx="111203" cy="25730"/>
            </a:xfrm>
            <a:custGeom>
              <a:avLst/>
              <a:gdLst/>
              <a:ahLst/>
              <a:cxnLst/>
              <a:rect l="0" t="0" r="0" b="0"/>
              <a:pathLst>
                <a:path w="111203" h="25730">
                  <a:moveTo>
                    <a:pt x="111203" y="2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8" name="Candidate_receptor__2226">
              <a:extLst>
                <a:ext uri="{FF2B5EF4-FFF2-40B4-BE49-F238E27FC236}">
                  <a16:creationId xmlns:a16="http://schemas.microsoft.com/office/drawing/2014/main" id="{01B34C2D-813F-353A-9074-A5B435B7DE30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7192"/>
              <a:ext cx="80453" cy="12291"/>
            </a:xfrm>
            <a:custGeom>
              <a:avLst/>
              <a:gdLst/>
              <a:ahLst/>
              <a:cxnLst/>
              <a:rect l="0" t="0" r="0" b="0"/>
              <a:pathLst>
                <a:path w="80453" h="12291">
                  <a:moveTo>
                    <a:pt x="0" y="12291"/>
                  </a:moveTo>
                  <a:lnTo>
                    <a:pt x="80453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9" name="Candidate_receptor__2227">
              <a:extLst>
                <a:ext uri="{FF2B5EF4-FFF2-40B4-BE49-F238E27FC236}">
                  <a16:creationId xmlns:a16="http://schemas.microsoft.com/office/drawing/2014/main" id="{606981EB-6FFA-1468-C678-B57E8668D0BC}"/>
                </a:ext>
              </a:extLst>
            </p:cNvPr>
            <p:cNvSpPr>
              <a:spLocks noGrp="1"/>
            </p:cNvSpPr>
            <p:nvPr/>
          </p:nvSpPr>
          <p:spPr>
            <a:xfrm>
              <a:off x="5178737" y="5278804"/>
              <a:ext cx="102756" cy="52490"/>
            </a:xfrm>
            <a:custGeom>
              <a:avLst/>
              <a:gdLst/>
              <a:ahLst/>
              <a:cxnLst/>
              <a:rect l="0" t="0" r="0" b="0"/>
              <a:pathLst>
                <a:path w="102756" h="52490">
                  <a:moveTo>
                    <a:pt x="102756" y="0"/>
                  </a:moveTo>
                  <a:lnTo>
                    <a:pt x="0" y="52490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51910" name="Candidate_receptor__2228">
              <a:extLst>
                <a:ext uri="{FF2B5EF4-FFF2-40B4-BE49-F238E27FC236}">
                  <a16:creationId xmlns:a16="http://schemas.microsoft.com/office/drawing/2014/main" id="{95737CEE-DD8D-9CA6-2F03-D92BE9DAE60F}"/>
                </a:ext>
              </a:extLst>
            </p:cNvPr>
            <p:cNvSpPr>
              <a:spLocks noGrp="1"/>
            </p:cNvSpPr>
            <p:nvPr/>
          </p:nvSpPr>
          <p:spPr>
            <a:xfrm>
              <a:off x="6329216" y="3934455"/>
              <a:ext cx="107699" cy="35944"/>
            </a:xfrm>
            <a:custGeom>
              <a:avLst/>
              <a:gdLst/>
              <a:ahLst/>
              <a:cxnLst/>
              <a:rect l="0" t="0" r="0" b="0"/>
              <a:pathLst>
                <a:path w="107699" h="35944">
                  <a:moveTo>
                    <a:pt x="0" y="0"/>
                  </a:moveTo>
                  <a:lnTo>
                    <a:pt x="107699" y="3594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11" name="Candidate_receptor__2229">
              <a:extLst>
                <a:ext uri="{FF2B5EF4-FFF2-40B4-BE49-F238E27FC236}">
                  <a16:creationId xmlns:a16="http://schemas.microsoft.com/office/drawing/2014/main" id="{F91CEB27-146A-3FCE-90D7-B3952DD698C1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167439"/>
              <a:ext cx="24360" cy="111365"/>
            </a:xfrm>
            <a:custGeom>
              <a:avLst/>
              <a:gdLst/>
              <a:ahLst/>
              <a:cxnLst/>
              <a:rect l="0" t="0" r="0" b="0"/>
              <a:pathLst>
                <a:path w="24360" h="111365">
                  <a:moveTo>
                    <a:pt x="0" y="0"/>
                  </a:moveTo>
                  <a:lnTo>
                    <a:pt x="24360" y="111365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51912" name="Candidate_receptor__2230">
              <a:extLst>
                <a:ext uri="{FF2B5EF4-FFF2-40B4-BE49-F238E27FC236}">
                  <a16:creationId xmlns:a16="http://schemas.microsoft.com/office/drawing/2014/main" id="{9D444128-5B79-1212-BB14-8348CB5CCD44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82513"/>
              <a:ext cx="69345" cy="17320"/>
            </a:xfrm>
            <a:custGeom>
              <a:avLst/>
              <a:gdLst/>
              <a:ahLst/>
              <a:cxnLst/>
              <a:rect l="0" t="0" r="0" b="0"/>
              <a:pathLst>
                <a:path w="69345" h="17320">
                  <a:moveTo>
                    <a:pt x="0" y="0"/>
                  </a:moveTo>
                  <a:lnTo>
                    <a:pt x="69345" y="1732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13" name="Candidate_receptor__2231">
              <a:extLst>
                <a:ext uri="{FF2B5EF4-FFF2-40B4-BE49-F238E27FC236}">
                  <a16:creationId xmlns:a16="http://schemas.microsoft.com/office/drawing/2014/main" id="{B981A83A-9B33-23DA-B790-3EF7D6F5D859}"/>
                </a:ext>
              </a:extLst>
            </p:cNvPr>
            <p:cNvSpPr>
              <a:spLocks noGrp="1"/>
            </p:cNvSpPr>
            <p:nvPr/>
          </p:nvSpPr>
          <p:spPr>
            <a:xfrm>
              <a:off x="6535830" y="4443226"/>
              <a:ext cx="14222" cy="27089"/>
            </a:xfrm>
            <a:custGeom>
              <a:avLst/>
              <a:gdLst/>
              <a:ahLst/>
              <a:cxnLst/>
              <a:rect l="0" t="0" r="0" b="0"/>
              <a:pathLst>
                <a:path w="14222" h="27089">
                  <a:moveTo>
                    <a:pt x="0" y="0"/>
                  </a:moveTo>
                  <a:lnTo>
                    <a:pt x="14222" y="2708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51914" name="Candidate_receptor__2232">
              <a:extLst>
                <a:ext uri="{FF2B5EF4-FFF2-40B4-BE49-F238E27FC236}">
                  <a16:creationId xmlns:a16="http://schemas.microsoft.com/office/drawing/2014/main" id="{7767DA5D-D717-B5A3-D409-03F9CF5EC9F9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338046"/>
              <a:ext cx="79606" cy="73209"/>
            </a:xfrm>
            <a:custGeom>
              <a:avLst/>
              <a:gdLst/>
              <a:ahLst/>
              <a:cxnLst/>
              <a:rect l="0" t="0" r="0" b="0"/>
              <a:pathLst>
                <a:path w="79606" h="73209">
                  <a:moveTo>
                    <a:pt x="79606" y="0"/>
                  </a:moveTo>
                  <a:lnTo>
                    <a:pt x="0" y="7320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51915" name="Candidate_receptor__2233">
              <a:extLst>
                <a:ext uri="{FF2B5EF4-FFF2-40B4-BE49-F238E27FC236}">
                  <a16:creationId xmlns:a16="http://schemas.microsoft.com/office/drawing/2014/main" id="{E1318ED0-0E60-444A-1CF2-BD738C6909B6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087979"/>
              <a:ext cx="83200" cy="79461"/>
            </a:xfrm>
            <a:custGeom>
              <a:avLst/>
              <a:gdLst/>
              <a:ahLst/>
              <a:cxnLst/>
              <a:rect l="0" t="0" r="0" b="0"/>
              <a:pathLst>
                <a:path w="83200" h="79461">
                  <a:moveTo>
                    <a:pt x="83200" y="0"/>
                  </a:moveTo>
                  <a:lnTo>
                    <a:pt x="0" y="79461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51916" name="Candidate_receptor__2234">
              <a:extLst>
                <a:ext uri="{FF2B5EF4-FFF2-40B4-BE49-F238E27FC236}">
                  <a16:creationId xmlns:a16="http://schemas.microsoft.com/office/drawing/2014/main" id="{EFD05427-EE61-57B5-631F-43BD19F4C7BC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12077"/>
              <a:ext cx="40268" cy="31085"/>
            </a:xfrm>
            <a:custGeom>
              <a:avLst/>
              <a:gdLst/>
              <a:ahLst/>
              <a:cxnLst/>
              <a:rect l="0" t="0" r="0" b="0"/>
              <a:pathLst>
                <a:path w="40268" h="31085">
                  <a:moveTo>
                    <a:pt x="40268" y="0"/>
                  </a:moveTo>
                  <a:lnTo>
                    <a:pt x="0" y="3108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17" name="Candidate_receptor__2235">
              <a:extLst>
                <a:ext uri="{FF2B5EF4-FFF2-40B4-BE49-F238E27FC236}">
                  <a16:creationId xmlns:a16="http://schemas.microsoft.com/office/drawing/2014/main" id="{119156FC-3FD0-CDC7-0FC4-B41AA1323BEE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66074"/>
              <a:ext cx="102342" cy="25646"/>
            </a:xfrm>
            <a:custGeom>
              <a:avLst/>
              <a:gdLst/>
              <a:ahLst/>
              <a:cxnLst/>
              <a:rect l="0" t="0" r="0" b="0"/>
              <a:pathLst>
                <a:path w="102342" h="25646">
                  <a:moveTo>
                    <a:pt x="0" y="0"/>
                  </a:moveTo>
                  <a:lnTo>
                    <a:pt x="102342" y="2564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18" name="Candidate_receptor__2236">
              <a:extLst>
                <a:ext uri="{FF2B5EF4-FFF2-40B4-BE49-F238E27FC236}">
                  <a16:creationId xmlns:a16="http://schemas.microsoft.com/office/drawing/2014/main" id="{7C865461-FF76-61BC-76D9-D3920E5B74B3}"/>
                </a:ext>
              </a:extLst>
            </p:cNvPr>
            <p:cNvSpPr>
              <a:spLocks noGrp="1"/>
            </p:cNvSpPr>
            <p:nvPr/>
          </p:nvSpPr>
          <p:spPr>
            <a:xfrm>
              <a:off x="6321267" y="3618052"/>
              <a:ext cx="89424" cy="47515"/>
            </a:xfrm>
            <a:custGeom>
              <a:avLst/>
              <a:gdLst/>
              <a:ahLst/>
              <a:cxnLst/>
              <a:rect l="0" t="0" r="0" b="0"/>
              <a:pathLst>
                <a:path w="89424" h="47515">
                  <a:moveTo>
                    <a:pt x="0" y="0"/>
                  </a:moveTo>
                  <a:lnTo>
                    <a:pt x="89424" y="4751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19" name="Candidate_receptor__2237">
              <a:extLst>
                <a:ext uri="{FF2B5EF4-FFF2-40B4-BE49-F238E27FC236}">
                  <a16:creationId xmlns:a16="http://schemas.microsoft.com/office/drawing/2014/main" id="{69D3D645-BB68-5565-5796-00D0B2418213}"/>
                </a:ext>
              </a:extLst>
            </p:cNvPr>
            <p:cNvSpPr>
              <a:spLocks noGrp="1"/>
            </p:cNvSpPr>
            <p:nvPr/>
          </p:nvSpPr>
          <p:spPr>
            <a:xfrm>
              <a:off x="6384695" y="3791720"/>
              <a:ext cx="37924" cy="56702"/>
            </a:xfrm>
            <a:custGeom>
              <a:avLst/>
              <a:gdLst/>
              <a:ahLst/>
              <a:cxnLst/>
              <a:rect l="0" t="0" r="0" b="0"/>
              <a:pathLst>
                <a:path w="37924" h="56702">
                  <a:moveTo>
                    <a:pt x="0" y="0"/>
                  </a:moveTo>
                  <a:lnTo>
                    <a:pt x="37924" y="5670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0" name="Candidate_receptor__2238">
              <a:extLst>
                <a:ext uri="{FF2B5EF4-FFF2-40B4-BE49-F238E27FC236}">
                  <a16:creationId xmlns:a16="http://schemas.microsoft.com/office/drawing/2014/main" id="{EF6EA6BE-1AE7-0560-8900-3D4CD001C733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901036"/>
              <a:ext cx="8924" cy="33419"/>
            </a:xfrm>
            <a:custGeom>
              <a:avLst/>
              <a:gdLst/>
              <a:ahLst/>
              <a:cxnLst/>
              <a:rect l="0" t="0" r="0" b="0"/>
              <a:pathLst>
                <a:path w="8924" h="33419">
                  <a:moveTo>
                    <a:pt x="0" y="0"/>
                  </a:moveTo>
                  <a:lnTo>
                    <a:pt x="8924" y="33419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1" name="Candidate_receptor__2239">
              <a:extLst>
                <a:ext uri="{FF2B5EF4-FFF2-40B4-BE49-F238E27FC236}">
                  <a16:creationId xmlns:a16="http://schemas.microsoft.com/office/drawing/2014/main" id="{D0350D76-E0DB-BFFB-A72B-8FF1A61B60CF}"/>
                </a:ext>
              </a:extLst>
            </p:cNvPr>
            <p:cNvSpPr>
              <a:spLocks noGrp="1"/>
            </p:cNvSpPr>
            <p:nvPr/>
          </p:nvSpPr>
          <p:spPr>
            <a:xfrm>
              <a:off x="6374866" y="4156997"/>
              <a:ext cx="88701" cy="55081"/>
            </a:xfrm>
            <a:custGeom>
              <a:avLst/>
              <a:gdLst/>
              <a:ahLst/>
              <a:cxnLst/>
              <a:rect l="0" t="0" r="0" b="0"/>
              <a:pathLst>
                <a:path w="88701" h="55081">
                  <a:moveTo>
                    <a:pt x="88701" y="0"/>
                  </a:moveTo>
                  <a:lnTo>
                    <a:pt x="0" y="5508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2" name="Candidate_receptor__2240">
              <a:extLst>
                <a:ext uri="{FF2B5EF4-FFF2-40B4-BE49-F238E27FC236}">
                  <a16:creationId xmlns:a16="http://schemas.microsoft.com/office/drawing/2014/main" id="{CA929B3C-1E50-CD79-7FAF-891DAEE1DFBF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1477"/>
              <a:ext cx="114921" cy="1770"/>
            </a:xfrm>
            <a:custGeom>
              <a:avLst/>
              <a:gdLst/>
              <a:ahLst/>
              <a:cxnLst/>
              <a:rect l="0" t="0" r="0" b="0"/>
              <a:pathLst>
                <a:path w="114921" h="1770">
                  <a:moveTo>
                    <a:pt x="0" y="1770"/>
                  </a:moveTo>
                  <a:lnTo>
                    <a:pt x="114921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3" name="Candidate_receptor__2241">
              <a:extLst>
                <a:ext uri="{FF2B5EF4-FFF2-40B4-BE49-F238E27FC236}">
                  <a16:creationId xmlns:a16="http://schemas.microsoft.com/office/drawing/2014/main" id="{7507CC2A-7934-39D3-083C-E316C4780364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99834"/>
              <a:ext cx="27654" cy="5730"/>
            </a:xfrm>
            <a:custGeom>
              <a:avLst/>
              <a:gdLst/>
              <a:ahLst/>
              <a:cxnLst/>
              <a:rect l="0" t="0" r="0" b="0"/>
              <a:pathLst>
                <a:path w="27654" h="5730">
                  <a:moveTo>
                    <a:pt x="27654" y="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4" name="Candidate_receptor__2242">
              <a:extLst>
                <a:ext uri="{FF2B5EF4-FFF2-40B4-BE49-F238E27FC236}">
                  <a16:creationId xmlns:a16="http://schemas.microsoft.com/office/drawing/2014/main" id="{61C35519-53BE-E178-9B05-CB2AE86393F0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34310"/>
              <a:ext cx="45880" cy="29713"/>
            </a:xfrm>
            <a:custGeom>
              <a:avLst/>
              <a:gdLst/>
              <a:ahLst/>
              <a:cxnLst/>
              <a:rect l="0" t="0" r="0" b="0"/>
              <a:pathLst>
                <a:path w="45880" h="29713">
                  <a:moveTo>
                    <a:pt x="0" y="29713"/>
                  </a:moveTo>
                  <a:lnTo>
                    <a:pt x="4588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5" name="Candidate_receptor__2243">
              <a:extLst>
                <a:ext uri="{FF2B5EF4-FFF2-40B4-BE49-F238E27FC236}">
                  <a16:creationId xmlns:a16="http://schemas.microsoft.com/office/drawing/2014/main" id="{84E93D20-4420-8905-0E1A-62B9B63DEAA0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94630"/>
              <a:ext cx="58742" cy="23422"/>
            </a:xfrm>
            <a:custGeom>
              <a:avLst/>
              <a:gdLst/>
              <a:ahLst/>
              <a:cxnLst/>
              <a:rect l="0" t="0" r="0" b="0"/>
              <a:pathLst>
                <a:path w="58742" h="23422">
                  <a:moveTo>
                    <a:pt x="0" y="0"/>
                  </a:moveTo>
                  <a:lnTo>
                    <a:pt x="58742" y="2342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6" name="Candidate_receptor__2244">
              <a:extLst>
                <a:ext uri="{FF2B5EF4-FFF2-40B4-BE49-F238E27FC236}">
                  <a16:creationId xmlns:a16="http://schemas.microsoft.com/office/drawing/2014/main" id="{4D31B6F2-BE79-755E-7D6F-E72EBC4D681A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627425"/>
              <a:ext cx="65945" cy="12514"/>
            </a:xfrm>
            <a:custGeom>
              <a:avLst/>
              <a:gdLst/>
              <a:ahLst/>
              <a:cxnLst/>
              <a:rect l="0" t="0" r="0" b="0"/>
              <a:pathLst>
                <a:path w="65945" h="12514">
                  <a:moveTo>
                    <a:pt x="0" y="12514"/>
                  </a:moveTo>
                  <a:lnTo>
                    <a:pt x="65945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7" name="Candidate_receptor__2245">
              <a:extLst>
                <a:ext uri="{FF2B5EF4-FFF2-40B4-BE49-F238E27FC236}">
                  <a16:creationId xmlns:a16="http://schemas.microsoft.com/office/drawing/2014/main" id="{A06E3572-2981-8AEE-5398-45618ECEEE0F}"/>
                </a:ext>
              </a:extLst>
            </p:cNvPr>
            <p:cNvSpPr>
              <a:spLocks noGrp="1"/>
            </p:cNvSpPr>
            <p:nvPr/>
          </p:nvSpPr>
          <p:spPr>
            <a:xfrm>
              <a:off x="4759691" y="4614164"/>
              <a:ext cx="106055" cy="8419"/>
            </a:xfrm>
            <a:custGeom>
              <a:avLst/>
              <a:gdLst/>
              <a:ahLst/>
              <a:cxnLst/>
              <a:rect l="0" t="0" r="0" b="0"/>
              <a:pathLst>
                <a:path w="106055" h="8419">
                  <a:moveTo>
                    <a:pt x="106055" y="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8" name="Candidate_receptor__2246">
              <a:extLst>
                <a:ext uri="{FF2B5EF4-FFF2-40B4-BE49-F238E27FC236}">
                  <a16:creationId xmlns:a16="http://schemas.microsoft.com/office/drawing/2014/main" id="{00775966-4DE6-A3D6-E9E1-D92590F0BE50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60681"/>
              <a:ext cx="105687" cy="6727"/>
            </a:xfrm>
            <a:custGeom>
              <a:avLst/>
              <a:gdLst/>
              <a:ahLst/>
              <a:cxnLst/>
              <a:rect l="0" t="0" r="0" b="0"/>
              <a:pathLst>
                <a:path w="105687" h="6727">
                  <a:moveTo>
                    <a:pt x="105687" y="6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9" name="Candidate_receptor__2247">
              <a:extLst>
                <a:ext uri="{FF2B5EF4-FFF2-40B4-BE49-F238E27FC236}">
                  <a16:creationId xmlns:a16="http://schemas.microsoft.com/office/drawing/2014/main" id="{5A2F20D6-1F1C-3A2A-15CD-D5A11587980F}"/>
                </a:ext>
              </a:extLst>
            </p:cNvPr>
            <p:cNvSpPr>
              <a:spLocks noGrp="1"/>
            </p:cNvSpPr>
            <p:nvPr/>
          </p:nvSpPr>
          <p:spPr>
            <a:xfrm>
              <a:off x="6405298" y="3970400"/>
              <a:ext cx="31616" cy="61412"/>
            </a:xfrm>
            <a:custGeom>
              <a:avLst/>
              <a:gdLst/>
              <a:ahLst/>
              <a:cxnLst/>
              <a:rect l="0" t="0" r="0" b="0"/>
              <a:pathLst>
                <a:path w="31616" h="61412">
                  <a:moveTo>
                    <a:pt x="31616" y="0"/>
                  </a:moveTo>
                  <a:lnTo>
                    <a:pt x="0" y="6141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30" name="Candidate_receptor__2248">
              <a:extLst>
                <a:ext uri="{FF2B5EF4-FFF2-40B4-BE49-F238E27FC236}">
                  <a16:creationId xmlns:a16="http://schemas.microsoft.com/office/drawing/2014/main" id="{E67175F2-51C4-B019-3504-3C6415DF5F1A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50198"/>
              <a:ext cx="77804" cy="51691"/>
            </a:xfrm>
            <a:custGeom>
              <a:avLst/>
              <a:gdLst/>
              <a:ahLst/>
              <a:cxnLst/>
              <a:rect l="0" t="0" r="0" b="0"/>
              <a:pathLst>
                <a:path w="77804" h="51691">
                  <a:moveTo>
                    <a:pt x="77804" y="0"/>
                  </a:moveTo>
                  <a:lnTo>
                    <a:pt x="0" y="5169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31" name="Candidate_receptor__2249">
              <a:extLst>
                <a:ext uri="{FF2B5EF4-FFF2-40B4-BE49-F238E27FC236}">
                  <a16:creationId xmlns:a16="http://schemas.microsoft.com/office/drawing/2014/main" id="{D0ADCF2C-29C0-8A40-F8A0-7F6432B22377}"/>
                </a:ext>
              </a:extLst>
            </p:cNvPr>
            <p:cNvSpPr>
              <a:spLocks noGrp="1"/>
            </p:cNvSpPr>
            <p:nvPr/>
          </p:nvSpPr>
          <p:spPr>
            <a:xfrm>
              <a:off x="5298701" y="4451477"/>
              <a:ext cx="7264" cy="98720"/>
            </a:xfrm>
            <a:custGeom>
              <a:avLst/>
              <a:gdLst/>
              <a:ahLst/>
              <a:cxnLst/>
              <a:rect l="0" t="0" r="0" b="0"/>
              <a:pathLst>
                <a:path w="7264" h="98720">
                  <a:moveTo>
                    <a:pt x="0" y="0"/>
                  </a:moveTo>
                  <a:lnTo>
                    <a:pt x="7264" y="9872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32" name="Candidate_receptor__2250">
              <a:extLst>
                <a:ext uri="{FF2B5EF4-FFF2-40B4-BE49-F238E27FC236}">
                  <a16:creationId xmlns:a16="http://schemas.microsoft.com/office/drawing/2014/main" id="{31A30C6E-9B77-3407-CCA5-F7A46DDDE789}"/>
                </a:ext>
              </a:extLst>
            </p:cNvPr>
            <p:cNvSpPr>
              <a:spLocks noGrp="1"/>
            </p:cNvSpPr>
            <p:nvPr/>
          </p:nvSpPr>
          <p:spPr>
            <a:xfrm>
              <a:off x="5207372" y="4885096"/>
              <a:ext cx="112186" cy="26163"/>
            </a:xfrm>
            <a:custGeom>
              <a:avLst/>
              <a:gdLst/>
              <a:ahLst/>
              <a:cxnLst/>
              <a:rect l="0" t="0" r="0" b="0"/>
              <a:pathLst>
                <a:path w="112186" h="26163">
                  <a:moveTo>
                    <a:pt x="0" y="0"/>
                  </a:moveTo>
                  <a:lnTo>
                    <a:pt x="112186" y="261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33" name="Candidate_receptor__2251">
              <a:extLst>
                <a:ext uri="{FF2B5EF4-FFF2-40B4-BE49-F238E27FC236}">
                  <a16:creationId xmlns:a16="http://schemas.microsoft.com/office/drawing/2014/main" id="{2CA9C2D2-C588-93E7-B607-94E6BE2BB1AC}"/>
                </a:ext>
              </a:extLst>
            </p:cNvPr>
            <p:cNvSpPr>
              <a:spLocks noGrp="1"/>
            </p:cNvSpPr>
            <p:nvPr/>
          </p:nvSpPr>
          <p:spPr>
            <a:xfrm>
              <a:off x="6550052" y="4432602"/>
              <a:ext cx="106926" cy="37713"/>
            </a:xfrm>
            <a:custGeom>
              <a:avLst/>
              <a:gdLst/>
              <a:ahLst/>
              <a:cxnLst/>
              <a:rect l="0" t="0" r="0" b="0"/>
              <a:pathLst>
                <a:path w="106926" h="37713">
                  <a:moveTo>
                    <a:pt x="0" y="37713"/>
                  </a:moveTo>
                  <a:lnTo>
                    <a:pt x="1069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34" name="Candidate_receptor__2252">
              <a:extLst>
                <a:ext uri="{FF2B5EF4-FFF2-40B4-BE49-F238E27FC236}">
                  <a16:creationId xmlns:a16="http://schemas.microsoft.com/office/drawing/2014/main" id="{B3BF353F-2A38-9DDE-A3E3-E5287456DA43}"/>
                </a:ext>
              </a:extLst>
            </p:cNvPr>
            <p:cNvSpPr>
              <a:spLocks noGrp="1"/>
            </p:cNvSpPr>
            <p:nvPr/>
          </p:nvSpPr>
          <p:spPr>
            <a:xfrm>
              <a:off x="5510740" y="4501708"/>
              <a:ext cx="113132" cy="13301"/>
            </a:xfrm>
            <a:custGeom>
              <a:avLst/>
              <a:gdLst/>
              <a:ahLst/>
              <a:cxnLst/>
              <a:rect l="0" t="0" r="0" b="0"/>
              <a:pathLst>
                <a:path w="113132" h="13301">
                  <a:moveTo>
                    <a:pt x="113132" y="1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35" name="Candidate_receptor__2253">
              <a:extLst>
                <a:ext uri="{FF2B5EF4-FFF2-40B4-BE49-F238E27FC236}">
                  <a16:creationId xmlns:a16="http://schemas.microsoft.com/office/drawing/2014/main" id="{70EFC9A6-8FE7-B75A-C179-67688AA6979F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31812"/>
              <a:ext cx="86162" cy="50701"/>
            </a:xfrm>
            <a:custGeom>
              <a:avLst/>
              <a:gdLst/>
              <a:ahLst/>
              <a:cxnLst/>
              <a:rect l="0" t="0" r="0" b="0"/>
              <a:pathLst>
                <a:path w="86162" h="50701">
                  <a:moveTo>
                    <a:pt x="86162" y="0"/>
                  </a:moveTo>
                  <a:lnTo>
                    <a:pt x="0" y="50701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36" name="Candidate_receptor__2254">
              <a:extLst>
                <a:ext uri="{FF2B5EF4-FFF2-40B4-BE49-F238E27FC236}">
                  <a16:creationId xmlns:a16="http://schemas.microsoft.com/office/drawing/2014/main" id="{4AAE614C-F6D3-2A09-5E6C-68F514F1129E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84343" cy="51966"/>
            </a:xfrm>
            <a:custGeom>
              <a:avLst/>
              <a:gdLst/>
              <a:ahLst/>
              <a:cxnLst/>
              <a:rect l="0" t="0" r="0" b="0"/>
              <a:pathLst>
                <a:path w="84343" h="51966">
                  <a:moveTo>
                    <a:pt x="84343" y="51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37" name="Candidate_receptor__2255">
              <a:extLst>
                <a:ext uri="{FF2B5EF4-FFF2-40B4-BE49-F238E27FC236}">
                  <a16:creationId xmlns:a16="http://schemas.microsoft.com/office/drawing/2014/main" id="{31C0B88F-6311-E6E7-1955-996362EA04AA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14164"/>
              <a:ext cx="53191" cy="53138"/>
            </a:xfrm>
            <a:custGeom>
              <a:avLst/>
              <a:gdLst/>
              <a:ahLst/>
              <a:cxnLst/>
              <a:rect l="0" t="0" r="0" b="0"/>
              <a:pathLst>
                <a:path w="53191" h="53138">
                  <a:moveTo>
                    <a:pt x="53191" y="0"/>
                  </a:moveTo>
                  <a:lnTo>
                    <a:pt x="0" y="5313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38" name="Candidate_receptor__2256">
              <a:extLst>
                <a:ext uri="{FF2B5EF4-FFF2-40B4-BE49-F238E27FC236}">
                  <a16:creationId xmlns:a16="http://schemas.microsoft.com/office/drawing/2014/main" id="{849E9E90-7301-A96D-CE1E-DD1975741BEB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545976"/>
              <a:ext cx="6685" cy="97321"/>
            </a:xfrm>
            <a:custGeom>
              <a:avLst/>
              <a:gdLst/>
              <a:ahLst/>
              <a:cxnLst/>
              <a:rect l="0" t="0" r="0" b="0"/>
              <a:pathLst>
                <a:path w="6685" h="97321">
                  <a:moveTo>
                    <a:pt x="0" y="97321"/>
                  </a:moveTo>
                  <a:lnTo>
                    <a:pt x="668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39" name="Candidate_receptor__2257">
              <a:extLst>
                <a:ext uri="{FF2B5EF4-FFF2-40B4-BE49-F238E27FC236}">
                  <a16:creationId xmlns:a16="http://schemas.microsoft.com/office/drawing/2014/main" id="{332BA539-7F8B-E4D3-F896-849CACE9F331}"/>
                </a:ext>
              </a:extLst>
            </p:cNvPr>
            <p:cNvSpPr>
              <a:spLocks noGrp="1"/>
            </p:cNvSpPr>
            <p:nvPr/>
          </p:nvSpPr>
          <p:spPr>
            <a:xfrm>
              <a:off x="5093321" y="5167409"/>
              <a:ext cx="35850" cy="62238"/>
            </a:xfrm>
            <a:custGeom>
              <a:avLst/>
              <a:gdLst/>
              <a:ahLst/>
              <a:cxnLst/>
              <a:rect l="0" t="0" r="0" b="0"/>
              <a:pathLst>
                <a:path w="35850" h="62238">
                  <a:moveTo>
                    <a:pt x="35850" y="622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0" name="Candidate_receptor__2258">
              <a:extLst>
                <a:ext uri="{FF2B5EF4-FFF2-40B4-BE49-F238E27FC236}">
                  <a16:creationId xmlns:a16="http://schemas.microsoft.com/office/drawing/2014/main" id="{1CAE9922-3AE4-B21F-502F-A629539B1D3C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9647"/>
              <a:ext cx="80123" cy="9836"/>
            </a:xfrm>
            <a:custGeom>
              <a:avLst/>
              <a:gdLst/>
              <a:ahLst/>
              <a:cxnLst/>
              <a:rect l="0" t="0" r="0" b="0"/>
              <a:pathLst>
                <a:path w="80123" h="9836">
                  <a:moveTo>
                    <a:pt x="80123" y="0"/>
                  </a:moveTo>
                  <a:lnTo>
                    <a:pt x="0" y="983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1" name="Candidate_receptor__2259">
              <a:extLst>
                <a:ext uri="{FF2B5EF4-FFF2-40B4-BE49-F238E27FC236}">
                  <a16:creationId xmlns:a16="http://schemas.microsoft.com/office/drawing/2014/main" id="{71EA3E1E-EE36-812A-CA1B-DC5048E38F57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21330"/>
              <a:ext cx="56992" cy="44744"/>
            </a:xfrm>
            <a:custGeom>
              <a:avLst/>
              <a:gdLst/>
              <a:ahLst/>
              <a:cxnLst/>
              <a:rect l="0" t="0" r="0" b="0"/>
              <a:pathLst>
                <a:path w="56992" h="44744">
                  <a:moveTo>
                    <a:pt x="56992" y="0"/>
                  </a:moveTo>
                  <a:lnTo>
                    <a:pt x="0" y="4474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2" name="Candidate_receptor__2260">
              <a:extLst>
                <a:ext uri="{FF2B5EF4-FFF2-40B4-BE49-F238E27FC236}">
                  <a16:creationId xmlns:a16="http://schemas.microsoft.com/office/drawing/2014/main" id="{658186F9-2E6D-4F0A-CA25-750D5F9E18C6}"/>
                </a:ext>
              </a:extLst>
            </p:cNvPr>
            <p:cNvSpPr>
              <a:spLocks noGrp="1"/>
            </p:cNvSpPr>
            <p:nvPr/>
          </p:nvSpPr>
          <p:spPr>
            <a:xfrm>
              <a:off x="4854186" y="4622584"/>
              <a:ext cx="11561" cy="111726"/>
            </a:xfrm>
            <a:custGeom>
              <a:avLst/>
              <a:gdLst/>
              <a:ahLst/>
              <a:cxnLst/>
              <a:rect l="0" t="0" r="0" b="0"/>
              <a:pathLst>
                <a:path w="11561" h="111726">
                  <a:moveTo>
                    <a:pt x="0" y="111726"/>
                  </a:moveTo>
                  <a:lnTo>
                    <a:pt x="1156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3" name="Candidate_receptor__2261">
              <a:extLst>
                <a:ext uri="{FF2B5EF4-FFF2-40B4-BE49-F238E27FC236}">
                  <a16:creationId xmlns:a16="http://schemas.microsoft.com/office/drawing/2014/main" id="{DC65DA7C-1C88-D849-3B5D-362A82CA15E4}"/>
                </a:ext>
              </a:extLst>
            </p:cNvPr>
            <p:cNvSpPr>
              <a:spLocks noGrp="1"/>
            </p:cNvSpPr>
            <p:nvPr/>
          </p:nvSpPr>
          <p:spPr>
            <a:xfrm>
              <a:off x="5609655" y="4515009"/>
              <a:ext cx="14217" cy="112416"/>
            </a:xfrm>
            <a:custGeom>
              <a:avLst/>
              <a:gdLst/>
              <a:ahLst/>
              <a:cxnLst/>
              <a:rect l="0" t="0" r="0" b="0"/>
              <a:pathLst>
                <a:path w="14217" h="112416">
                  <a:moveTo>
                    <a:pt x="0" y="112416"/>
                  </a:moveTo>
                  <a:lnTo>
                    <a:pt x="14217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4" name="Candidate_receptor__2262">
              <a:extLst>
                <a:ext uri="{FF2B5EF4-FFF2-40B4-BE49-F238E27FC236}">
                  <a16:creationId xmlns:a16="http://schemas.microsoft.com/office/drawing/2014/main" id="{017E60C9-E8B3-1870-C6B7-30FA2D01C528}"/>
                </a:ext>
              </a:extLst>
            </p:cNvPr>
            <p:cNvSpPr>
              <a:spLocks noGrp="1"/>
            </p:cNvSpPr>
            <p:nvPr/>
          </p:nvSpPr>
          <p:spPr>
            <a:xfrm>
              <a:off x="6372076" y="3380920"/>
              <a:ext cx="17510" cy="91193"/>
            </a:xfrm>
            <a:custGeom>
              <a:avLst/>
              <a:gdLst/>
              <a:ahLst/>
              <a:cxnLst/>
              <a:rect l="0" t="0" r="0" b="0"/>
              <a:pathLst>
                <a:path w="17510" h="91193">
                  <a:moveTo>
                    <a:pt x="17510" y="0"/>
                  </a:moveTo>
                  <a:lnTo>
                    <a:pt x="0" y="9119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5" name="Candidate_receptor__2263">
              <a:extLst>
                <a:ext uri="{FF2B5EF4-FFF2-40B4-BE49-F238E27FC236}">
                  <a16:creationId xmlns:a16="http://schemas.microsoft.com/office/drawing/2014/main" id="{C749B4F4-C217-5194-6EF0-6FA45F4D93D7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848422"/>
              <a:ext cx="102327" cy="52614"/>
            </a:xfrm>
            <a:custGeom>
              <a:avLst/>
              <a:gdLst/>
              <a:ahLst/>
              <a:cxnLst/>
              <a:rect l="0" t="0" r="0" b="0"/>
              <a:pathLst>
                <a:path w="102327" h="52614">
                  <a:moveTo>
                    <a:pt x="102327" y="0"/>
                  </a:moveTo>
                  <a:lnTo>
                    <a:pt x="0" y="5261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6" name="Candidate_receptor__2264">
              <a:extLst>
                <a:ext uri="{FF2B5EF4-FFF2-40B4-BE49-F238E27FC236}">
                  <a16:creationId xmlns:a16="http://schemas.microsoft.com/office/drawing/2014/main" id="{72088630-3BF5-0E4F-2A25-3B2619486BB7}"/>
                </a:ext>
              </a:extLst>
            </p:cNvPr>
            <p:cNvSpPr>
              <a:spLocks noGrp="1"/>
            </p:cNvSpPr>
            <p:nvPr/>
          </p:nvSpPr>
          <p:spPr>
            <a:xfrm>
              <a:off x="6339345" y="3665567"/>
              <a:ext cx="71346" cy="55763"/>
            </a:xfrm>
            <a:custGeom>
              <a:avLst/>
              <a:gdLst/>
              <a:ahLst/>
              <a:cxnLst/>
              <a:rect l="0" t="0" r="0" b="0"/>
              <a:pathLst>
                <a:path w="71346" h="55763">
                  <a:moveTo>
                    <a:pt x="71346" y="0"/>
                  </a:moveTo>
                  <a:lnTo>
                    <a:pt x="0" y="557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7" name="Candidate_receptor__2265">
              <a:extLst>
                <a:ext uri="{FF2B5EF4-FFF2-40B4-BE49-F238E27FC236}">
                  <a16:creationId xmlns:a16="http://schemas.microsoft.com/office/drawing/2014/main" id="{167BF258-CB11-3C04-6FB6-56E5F4548258}"/>
                </a:ext>
              </a:extLst>
            </p:cNvPr>
            <p:cNvSpPr>
              <a:spLocks noGrp="1"/>
            </p:cNvSpPr>
            <p:nvPr/>
          </p:nvSpPr>
          <p:spPr>
            <a:xfrm>
              <a:off x="5280053" y="4911259"/>
              <a:ext cx="39505" cy="98388"/>
            </a:xfrm>
            <a:custGeom>
              <a:avLst/>
              <a:gdLst/>
              <a:ahLst/>
              <a:cxnLst/>
              <a:rect l="0" t="0" r="0" b="0"/>
              <a:pathLst>
                <a:path w="39505" h="98388">
                  <a:moveTo>
                    <a:pt x="39505" y="0"/>
                  </a:moveTo>
                  <a:lnTo>
                    <a:pt x="0" y="9838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8" name="Candidate_receptor__2266">
              <a:extLst>
                <a:ext uri="{FF2B5EF4-FFF2-40B4-BE49-F238E27FC236}">
                  <a16:creationId xmlns:a16="http://schemas.microsoft.com/office/drawing/2014/main" id="{67BD689D-F31B-81C0-1FFB-AC52681401AA}"/>
                </a:ext>
              </a:extLst>
            </p:cNvPr>
            <p:cNvSpPr>
              <a:spLocks noGrp="1"/>
            </p:cNvSpPr>
            <p:nvPr/>
          </p:nvSpPr>
          <p:spPr>
            <a:xfrm>
              <a:off x="6353146" y="3472112"/>
              <a:ext cx="18930" cy="68862"/>
            </a:xfrm>
            <a:custGeom>
              <a:avLst/>
              <a:gdLst/>
              <a:ahLst/>
              <a:cxnLst/>
              <a:rect l="0" t="0" r="0" b="0"/>
              <a:pathLst>
                <a:path w="18930" h="68862">
                  <a:moveTo>
                    <a:pt x="18930" y="0"/>
                  </a:moveTo>
                  <a:lnTo>
                    <a:pt x="0" y="6886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9" name="Candidate_receptor__2267">
              <a:extLst>
                <a:ext uri="{FF2B5EF4-FFF2-40B4-BE49-F238E27FC236}">
                  <a16:creationId xmlns:a16="http://schemas.microsoft.com/office/drawing/2014/main" id="{071A594B-720C-51DE-FDC0-03FAED564E0E}"/>
                </a:ext>
              </a:extLst>
            </p:cNvPr>
            <p:cNvSpPr>
              <a:spLocks noGrp="1"/>
            </p:cNvSpPr>
            <p:nvPr/>
          </p:nvSpPr>
          <p:spPr>
            <a:xfrm>
              <a:off x="5003671" y="5012417"/>
              <a:ext cx="90674" cy="41504"/>
            </a:xfrm>
            <a:custGeom>
              <a:avLst/>
              <a:gdLst/>
              <a:ahLst/>
              <a:cxnLst/>
              <a:rect l="0" t="0" r="0" b="0"/>
              <a:pathLst>
                <a:path w="90674" h="41504">
                  <a:moveTo>
                    <a:pt x="90674" y="4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0" name="Candidate_receptor__2268">
              <a:extLst>
                <a:ext uri="{FF2B5EF4-FFF2-40B4-BE49-F238E27FC236}">
                  <a16:creationId xmlns:a16="http://schemas.microsoft.com/office/drawing/2014/main" id="{A7640B4B-0D32-9489-4A05-89A09BDC4538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3248"/>
              <a:ext cx="12489" cy="17557"/>
            </a:xfrm>
            <a:custGeom>
              <a:avLst/>
              <a:gdLst/>
              <a:ahLst/>
              <a:cxnLst/>
              <a:rect l="0" t="0" r="0" b="0"/>
              <a:pathLst>
                <a:path w="12489" h="17557">
                  <a:moveTo>
                    <a:pt x="12489" y="17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1" name="Candidate_receptor__2269">
              <a:extLst>
                <a:ext uri="{FF2B5EF4-FFF2-40B4-BE49-F238E27FC236}">
                  <a16:creationId xmlns:a16="http://schemas.microsoft.com/office/drawing/2014/main" id="{99F0E27D-E5F1-CEC2-BA51-DD934522ED61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29646"/>
              <a:ext cx="89291" cy="70188"/>
            </a:xfrm>
            <a:custGeom>
              <a:avLst/>
              <a:gdLst/>
              <a:ahLst/>
              <a:cxnLst/>
              <a:rect l="0" t="0" r="0" b="0"/>
              <a:pathLst>
                <a:path w="89291" h="70188">
                  <a:moveTo>
                    <a:pt x="0" y="70188"/>
                  </a:moveTo>
                  <a:lnTo>
                    <a:pt x="8929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2" name="Candidate_receptor__2270">
              <a:extLst>
                <a:ext uri="{FF2B5EF4-FFF2-40B4-BE49-F238E27FC236}">
                  <a16:creationId xmlns:a16="http://schemas.microsoft.com/office/drawing/2014/main" id="{DF614850-30E9-BC69-3D6C-134C47140E8F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501708"/>
              <a:ext cx="19122" cy="55030"/>
            </a:xfrm>
            <a:custGeom>
              <a:avLst/>
              <a:gdLst/>
              <a:ahLst/>
              <a:cxnLst/>
              <a:rect l="0" t="0" r="0" b="0"/>
              <a:pathLst>
                <a:path w="19122" h="55030">
                  <a:moveTo>
                    <a:pt x="19122" y="0"/>
                  </a:moveTo>
                  <a:lnTo>
                    <a:pt x="0" y="5503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3" name="Candidate_receptor__2271">
              <a:extLst>
                <a:ext uri="{FF2B5EF4-FFF2-40B4-BE49-F238E27FC236}">
                  <a16:creationId xmlns:a16="http://schemas.microsoft.com/office/drawing/2014/main" id="{770FD453-7E68-0462-4B8F-FBFB79F94FDF}"/>
                </a:ext>
              </a:extLst>
            </p:cNvPr>
            <p:cNvSpPr>
              <a:spLocks noGrp="1"/>
            </p:cNvSpPr>
            <p:nvPr/>
          </p:nvSpPr>
          <p:spPr>
            <a:xfrm>
              <a:off x="6632522" y="4276643"/>
              <a:ext cx="102907" cy="20704"/>
            </a:xfrm>
            <a:custGeom>
              <a:avLst/>
              <a:gdLst/>
              <a:ahLst/>
              <a:cxnLst/>
              <a:rect l="0" t="0" r="0" b="0"/>
              <a:pathLst>
                <a:path w="102907" h="20704">
                  <a:moveTo>
                    <a:pt x="102907" y="207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4" name="Candidate_receptor__2272">
              <a:extLst>
                <a:ext uri="{FF2B5EF4-FFF2-40B4-BE49-F238E27FC236}">
                  <a16:creationId xmlns:a16="http://schemas.microsoft.com/office/drawing/2014/main" id="{03551A7E-9FA4-CD53-5C0F-C8053D003E4E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40974"/>
              <a:ext cx="90621" cy="53656"/>
            </a:xfrm>
            <a:custGeom>
              <a:avLst/>
              <a:gdLst/>
              <a:ahLst/>
              <a:cxnLst/>
              <a:rect l="0" t="0" r="0" b="0"/>
              <a:pathLst>
                <a:path w="90621" h="53656">
                  <a:moveTo>
                    <a:pt x="90621" y="0"/>
                  </a:moveTo>
                  <a:lnTo>
                    <a:pt x="0" y="5365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5" name="Candidate_receptor__2273">
              <a:extLst>
                <a:ext uri="{FF2B5EF4-FFF2-40B4-BE49-F238E27FC236}">
                  <a16:creationId xmlns:a16="http://schemas.microsoft.com/office/drawing/2014/main" id="{9CA4B628-2E49-5224-2323-E10E0D8C2563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85096"/>
              <a:ext cx="14289" cy="18944"/>
            </a:xfrm>
            <a:custGeom>
              <a:avLst/>
              <a:gdLst/>
              <a:ahLst/>
              <a:cxnLst/>
              <a:rect l="0" t="0" r="0" b="0"/>
              <a:pathLst>
                <a:path w="14289" h="18944">
                  <a:moveTo>
                    <a:pt x="0" y="18944"/>
                  </a:moveTo>
                  <a:lnTo>
                    <a:pt x="1428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6" name="Candidate_receptor__2274">
              <a:extLst>
                <a:ext uri="{FF2B5EF4-FFF2-40B4-BE49-F238E27FC236}">
                  <a16:creationId xmlns:a16="http://schemas.microsoft.com/office/drawing/2014/main" id="{8DA54CF4-36C8-AD76-1873-5D640AB99220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5002624"/>
              <a:ext cx="58505" cy="9794"/>
            </a:xfrm>
            <a:custGeom>
              <a:avLst/>
              <a:gdLst/>
              <a:ahLst/>
              <a:cxnLst/>
              <a:rect l="0" t="0" r="0" b="0"/>
              <a:pathLst>
                <a:path w="58505" h="9794">
                  <a:moveTo>
                    <a:pt x="58505" y="97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7" name="Candidate_receptor__2275">
              <a:extLst>
                <a:ext uri="{FF2B5EF4-FFF2-40B4-BE49-F238E27FC236}">
                  <a16:creationId xmlns:a16="http://schemas.microsoft.com/office/drawing/2014/main" id="{0AC5B1DF-8EAF-F343-0583-EEE62A9F70D5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643297"/>
              <a:ext cx="75208" cy="74659"/>
            </a:xfrm>
            <a:custGeom>
              <a:avLst/>
              <a:gdLst/>
              <a:ahLst/>
              <a:cxnLst/>
              <a:rect l="0" t="0" r="0" b="0"/>
              <a:pathLst>
                <a:path w="75208" h="74659">
                  <a:moveTo>
                    <a:pt x="75208" y="746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8" name="Candidate_receptor__2276">
              <a:extLst>
                <a:ext uri="{FF2B5EF4-FFF2-40B4-BE49-F238E27FC236}">
                  <a16:creationId xmlns:a16="http://schemas.microsoft.com/office/drawing/2014/main" id="{A774EE3F-A995-7388-40CC-4A088965D33A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30580"/>
              <a:ext cx="35149" cy="30101"/>
            </a:xfrm>
            <a:custGeom>
              <a:avLst/>
              <a:gdLst/>
              <a:ahLst/>
              <a:cxnLst/>
              <a:rect l="0" t="0" r="0" b="0"/>
              <a:pathLst>
                <a:path w="35149" h="30101">
                  <a:moveTo>
                    <a:pt x="0" y="30101"/>
                  </a:moveTo>
                  <a:lnTo>
                    <a:pt x="3514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9" name="Candidate_receptor__2277">
              <a:extLst>
                <a:ext uri="{FF2B5EF4-FFF2-40B4-BE49-F238E27FC236}">
                  <a16:creationId xmlns:a16="http://schemas.microsoft.com/office/drawing/2014/main" id="{1FFC069F-D546-1641-EF59-835B3B30DD15}"/>
                </a:ext>
              </a:extLst>
            </p:cNvPr>
            <p:cNvSpPr>
              <a:spLocks noGrp="1"/>
            </p:cNvSpPr>
            <p:nvPr/>
          </p:nvSpPr>
          <p:spPr>
            <a:xfrm>
              <a:off x="6656978" y="4400386"/>
              <a:ext cx="41625" cy="32216"/>
            </a:xfrm>
            <a:custGeom>
              <a:avLst/>
              <a:gdLst/>
              <a:ahLst/>
              <a:cxnLst/>
              <a:rect l="0" t="0" r="0" b="0"/>
              <a:pathLst>
                <a:path w="41625" h="32216">
                  <a:moveTo>
                    <a:pt x="0" y="32216"/>
                  </a:moveTo>
                  <a:lnTo>
                    <a:pt x="4162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0" name="Candidate_receptor__2278">
              <a:extLst>
                <a:ext uri="{FF2B5EF4-FFF2-40B4-BE49-F238E27FC236}">
                  <a16:creationId xmlns:a16="http://schemas.microsoft.com/office/drawing/2014/main" id="{36D7C249-2996-B9E6-1403-2455C9DF58CC}"/>
                </a:ext>
              </a:extLst>
            </p:cNvPr>
            <p:cNvSpPr>
              <a:spLocks noGrp="1"/>
            </p:cNvSpPr>
            <p:nvPr/>
          </p:nvSpPr>
          <p:spPr>
            <a:xfrm>
              <a:off x="4637596" y="4505925"/>
              <a:ext cx="112762" cy="19257"/>
            </a:xfrm>
            <a:custGeom>
              <a:avLst/>
              <a:gdLst/>
              <a:ahLst/>
              <a:cxnLst/>
              <a:rect l="0" t="0" r="0" b="0"/>
              <a:pathLst>
                <a:path w="112762" h="19257">
                  <a:moveTo>
                    <a:pt x="112762" y="0"/>
                  </a:moveTo>
                  <a:lnTo>
                    <a:pt x="0" y="19257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1" name="Candidate_receptor__2279">
              <a:extLst>
                <a:ext uri="{FF2B5EF4-FFF2-40B4-BE49-F238E27FC236}">
                  <a16:creationId xmlns:a16="http://schemas.microsoft.com/office/drawing/2014/main" id="{6DF60F73-00AC-5BD1-FD3A-0EF82830C809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52441"/>
              <a:ext cx="113151" cy="23268"/>
            </a:xfrm>
            <a:custGeom>
              <a:avLst/>
              <a:gdLst/>
              <a:ahLst/>
              <a:cxnLst/>
              <a:rect l="0" t="0" r="0" b="0"/>
              <a:pathLst>
                <a:path w="113151" h="23268">
                  <a:moveTo>
                    <a:pt x="113151" y="232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2" name="Candidate_receptor__2280">
              <a:extLst>
                <a:ext uri="{FF2B5EF4-FFF2-40B4-BE49-F238E27FC236}">
                  <a16:creationId xmlns:a16="http://schemas.microsoft.com/office/drawing/2014/main" id="{3EEF6AA1-4C64-0CCF-4046-7E9164F7E1A7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76643"/>
              <a:ext cx="53824" cy="21552"/>
            </a:xfrm>
            <a:custGeom>
              <a:avLst/>
              <a:gdLst/>
              <a:ahLst/>
              <a:cxnLst/>
              <a:rect l="0" t="0" r="0" b="0"/>
              <a:pathLst>
                <a:path w="53824" h="21552">
                  <a:moveTo>
                    <a:pt x="53824" y="0"/>
                  </a:moveTo>
                  <a:lnTo>
                    <a:pt x="0" y="2155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3" name="Candidate_receptor__2281">
              <a:extLst>
                <a:ext uri="{FF2B5EF4-FFF2-40B4-BE49-F238E27FC236}">
                  <a16:creationId xmlns:a16="http://schemas.microsoft.com/office/drawing/2014/main" id="{8BC01308-6A8F-C8C1-C6EC-B425899FD589}"/>
                </a:ext>
              </a:extLst>
            </p:cNvPr>
            <p:cNvSpPr>
              <a:spLocks noGrp="1"/>
            </p:cNvSpPr>
            <p:nvPr/>
          </p:nvSpPr>
          <p:spPr>
            <a:xfrm>
              <a:off x="5214030" y="4313103"/>
              <a:ext cx="62690" cy="76668"/>
            </a:xfrm>
            <a:custGeom>
              <a:avLst/>
              <a:gdLst/>
              <a:ahLst/>
              <a:cxnLst/>
              <a:rect l="0" t="0" r="0" b="0"/>
              <a:pathLst>
                <a:path w="62690" h="76668">
                  <a:moveTo>
                    <a:pt x="0" y="0"/>
                  </a:moveTo>
                  <a:lnTo>
                    <a:pt x="62690" y="7666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4" name="Candidate_receptor__2282">
              <a:extLst>
                <a:ext uri="{FF2B5EF4-FFF2-40B4-BE49-F238E27FC236}">
                  <a16:creationId xmlns:a16="http://schemas.microsoft.com/office/drawing/2014/main" id="{D852AA6A-FD5E-7BC1-6CBB-72A51D58AE8C}"/>
                </a:ext>
              </a:extLst>
            </p:cNvPr>
            <p:cNvSpPr>
              <a:spLocks noGrp="1"/>
            </p:cNvSpPr>
            <p:nvPr/>
          </p:nvSpPr>
          <p:spPr>
            <a:xfrm>
              <a:off x="6203265" y="4378120"/>
              <a:ext cx="60433" cy="93379"/>
            </a:xfrm>
            <a:custGeom>
              <a:avLst/>
              <a:gdLst/>
              <a:ahLst/>
              <a:cxnLst/>
              <a:rect l="0" t="0" r="0" b="0"/>
              <a:pathLst>
                <a:path w="60433" h="93379">
                  <a:moveTo>
                    <a:pt x="60433" y="93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5" name="Candidate_receptor__2283">
              <a:extLst>
                <a:ext uri="{FF2B5EF4-FFF2-40B4-BE49-F238E27FC236}">
                  <a16:creationId xmlns:a16="http://schemas.microsoft.com/office/drawing/2014/main" id="{607E9D98-4F11-6466-001C-95400309BB52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47234" cy="25929"/>
            </a:xfrm>
            <a:custGeom>
              <a:avLst/>
              <a:gdLst/>
              <a:ahLst/>
              <a:cxnLst/>
              <a:rect l="0" t="0" r="0" b="0"/>
              <a:pathLst>
                <a:path w="47234" h="25929">
                  <a:moveTo>
                    <a:pt x="0" y="0"/>
                  </a:moveTo>
                  <a:lnTo>
                    <a:pt x="47234" y="25929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6" name="Candidate_receptor__2284">
              <a:extLst>
                <a:ext uri="{FF2B5EF4-FFF2-40B4-BE49-F238E27FC236}">
                  <a16:creationId xmlns:a16="http://schemas.microsoft.com/office/drawing/2014/main" id="{F6A9F8CD-3B16-65BF-1B3D-F6731A757077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13103"/>
              <a:ext cx="87153" cy="23376"/>
            </a:xfrm>
            <a:custGeom>
              <a:avLst/>
              <a:gdLst/>
              <a:ahLst/>
              <a:cxnLst/>
              <a:rect l="0" t="0" r="0" b="0"/>
              <a:pathLst>
                <a:path w="87153" h="23376">
                  <a:moveTo>
                    <a:pt x="0" y="23376"/>
                  </a:moveTo>
                  <a:lnTo>
                    <a:pt x="8715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7" name="Candidate_receptor__2285">
              <a:extLst>
                <a:ext uri="{FF2B5EF4-FFF2-40B4-BE49-F238E27FC236}">
                  <a16:creationId xmlns:a16="http://schemas.microsoft.com/office/drawing/2014/main" id="{BD3C61A8-B90C-4231-8E99-DF9A1CAAF227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08771"/>
              <a:ext cx="60895" cy="58531"/>
            </a:xfrm>
            <a:custGeom>
              <a:avLst/>
              <a:gdLst/>
              <a:ahLst/>
              <a:cxnLst/>
              <a:rect l="0" t="0" r="0" b="0"/>
              <a:pathLst>
                <a:path w="60895" h="58531">
                  <a:moveTo>
                    <a:pt x="0" y="58531"/>
                  </a:moveTo>
                  <a:lnTo>
                    <a:pt x="6089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8" name="Candidate_receptor__2286">
              <a:extLst>
                <a:ext uri="{FF2B5EF4-FFF2-40B4-BE49-F238E27FC236}">
                  <a16:creationId xmlns:a16="http://schemas.microsoft.com/office/drawing/2014/main" id="{7A188077-85AC-C3C7-2064-1D742862AF7B}"/>
                </a:ext>
              </a:extLst>
            </p:cNvPr>
            <p:cNvSpPr>
              <a:spLocks noGrp="1"/>
            </p:cNvSpPr>
            <p:nvPr/>
          </p:nvSpPr>
          <p:spPr>
            <a:xfrm>
              <a:off x="5022783" y="5053921"/>
              <a:ext cx="71563" cy="76659"/>
            </a:xfrm>
            <a:custGeom>
              <a:avLst/>
              <a:gdLst/>
              <a:ahLst/>
              <a:cxnLst/>
              <a:rect l="0" t="0" r="0" b="0"/>
              <a:pathLst>
                <a:path w="71563" h="76659">
                  <a:moveTo>
                    <a:pt x="0" y="76659"/>
                  </a:moveTo>
                  <a:lnTo>
                    <a:pt x="7156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9" name="Candidate_receptor__2287">
              <a:extLst>
                <a:ext uri="{FF2B5EF4-FFF2-40B4-BE49-F238E27FC236}">
                  <a16:creationId xmlns:a16="http://schemas.microsoft.com/office/drawing/2014/main" id="{7FDDDE63-9961-2046-12C3-4C6D61A076DA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4757"/>
              <a:ext cx="109596" cy="701"/>
            </a:xfrm>
            <a:custGeom>
              <a:avLst/>
              <a:gdLst/>
              <a:ahLst/>
              <a:cxnLst/>
              <a:rect l="0" t="0" r="0" b="0"/>
              <a:pathLst>
                <a:path w="109596" h="701">
                  <a:moveTo>
                    <a:pt x="0" y="701"/>
                  </a:moveTo>
                  <a:lnTo>
                    <a:pt x="10959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70" name="Candidate_receptor__2288">
              <a:extLst>
                <a:ext uri="{FF2B5EF4-FFF2-40B4-BE49-F238E27FC236}">
                  <a16:creationId xmlns:a16="http://schemas.microsoft.com/office/drawing/2014/main" id="{EC82BD7F-0DF4-BDCE-F672-24A54261062E}"/>
                </a:ext>
              </a:extLst>
            </p:cNvPr>
            <p:cNvSpPr>
              <a:spLocks noGrp="1"/>
            </p:cNvSpPr>
            <p:nvPr/>
          </p:nvSpPr>
          <p:spPr>
            <a:xfrm>
              <a:off x="6698603" y="4297348"/>
              <a:ext cx="36826" cy="103039"/>
            </a:xfrm>
            <a:custGeom>
              <a:avLst/>
              <a:gdLst/>
              <a:ahLst/>
              <a:cxnLst/>
              <a:rect l="0" t="0" r="0" b="0"/>
              <a:pathLst>
                <a:path w="36826" h="103039">
                  <a:moveTo>
                    <a:pt x="0" y="103039"/>
                  </a:moveTo>
                  <a:lnTo>
                    <a:pt x="368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71" name="Candidate_receptor__2289">
              <a:extLst>
                <a:ext uri="{FF2B5EF4-FFF2-40B4-BE49-F238E27FC236}">
                  <a16:creationId xmlns:a16="http://schemas.microsoft.com/office/drawing/2014/main" id="{BB707B68-B840-5FE2-6BEC-A6B2B54BE788}"/>
                </a:ext>
              </a:extLst>
            </p:cNvPr>
            <p:cNvSpPr>
              <a:spLocks noGrp="1"/>
            </p:cNvSpPr>
            <p:nvPr/>
          </p:nvSpPr>
          <p:spPr>
            <a:xfrm>
              <a:off x="5196268" y="4389771"/>
              <a:ext cx="80452" cy="81034"/>
            </a:xfrm>
            <a:custGeom>
              <a:avLst/>
              <a:gdLst/>
              <a:ahLst/>
              <a:cxnLst/>
              <a:rect l="0" t="0" r="0" b="0"/>
              <a:pathLst>
                <a:path w="80452" h="81034">
                  <a:moveTo>
                    <a:pt x="80452" y="0"/>
                  </a:moveTo>
                  <a:lnTo>
                    <a:pt x="0" y="8103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72" name="Candidate_receptor__2290">
              <a:extLst>
                <a:ext uri="{FF2B5EF4-FFF2-40B4-BE49-F238E27FC236}">
                  <a16:creationId xmlns:a16="http://schemas.microsoft.com/office/drawing/2014/main" id="{BAAAD475-A86C-F054-CFD5-B06C686CE164}"/>
                </a:ext>
              </a:extLst>
            </p:cNvPr>
            <p:cNvSpPr>
              <a:spLocks noGrp="1"/>
            </p:cNvSpPr>
            <p:nvPr/>
          </p:nvSpPr>
          <p:spPr>
            <a:xfrm>
              <a:off x="4750358" y="4505925"/>
              <a:ext cx="17038" cy="102846"/>
            </a:xfrm>
            <a:custGeom>
              <a:avLst/>
              <a:gdLst/>
              <a:ahLst/>
              <a:cxnLst/>
              <a:rect l="0" t="0" r="0" b="0"/>
              <a:pathLst>
                <a:path w="17038" h="102846">
                  <a:moveTo>
                    <a:pt x="17038" y="102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73" name="Candidate_receptor__2291">
              <a:extLst>
                <a:ext uri="{FF2B5EF4-FFF2-40B4-BE49-F238E27FC236}">
                  <a16:creationId xmlns:a16="http://schemas.microsoft.com/office/drawing/2014/main" id="{46B5FF2B-A033-CDF0-C586-7E3EC7DB4338}"/>
                </a:ext>
              </a:extLst>
            </p:cNvPr>
            <p:cNvSpPr>
              <a:spLocks noGrp="1"/>
            </p:cNvSpPr>
            <p:nvPr/>
          </p:nvSpPr>
          <p:spPr>
            <a:xfrm>
              <a:off x="5259218" y="4754757"/>
              <a:ext cx="29407" cy="92099"/>
            </a:xfrm>
            <a:custGeom>
              <a:avLst/>
              <a:gdLst/>
              <a:ahLst/>
              <a:cxnLst/>
              <a:rect l="0" t="0" r="0" b="0"/>
              <a:pathLst>
                <a:path w="29407" h="92099">
                  <a:moveTo>
                    <a:pt x="0" y="0"/>
                  </a:moveTo>
                  <a:lnTo>
                    <a:pt x="29407" y="92099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74" name="Candidate_receptor__2292">
              <a:extLst>
                <a:ext uri="{FF2B5EF4-FFF2-40B4-BE49-F238E27FC236}">
                  <a16:creationId xmlns:a16="http://schemas.microsoft.com/office/drawing/2014/main" id="{2141CA92-C2C2-A31F-0752-554D82FFA7A6}"/>
                </a:ext>
              </a:extLst>
            </p:cNvPr>
            <p:cNvSpPr>
              <a:spLocks noGrp="1"/>
            </p:cNvSpPr>
            <p:nvPr/>
          </p:nvSpPr>
          <p:spPr>
            <a:xfrm>
              <a:off x="6389586" y="3380920"/>
              <a:ext cx="34164" cy="15622"/>
            </a:xfrm>
            <a:custGeom>
              <a:avLst/>
              <a:gdLst/>
              <a:ahLst/>
              <a:cxnLst/>
              <a:rect l="0" t="0" r="0" b="0"/>
              <a:pathLst>
                <a:path w="34164" h="15622">
                  <a:moveTo>
                    <a:pt x="34164" y="156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51975" name="Candidate_receptor__2293">
              <a:extLst>
                <a:ext uri="{FF2B5EF4-FFF2-40B4-BE49-F238E27FC236}">
                  <a16:creationId xmlns:a16="http://schemas.microsoft.com/office/drawing/2014/main" id="{DAF34253-DD42-34C2-65C3-57E00FB142AF}"/>
                </a:ext>
              </a:extLst>
            </p:cNvPr>
            <p:cNvSpPr>
              <a:spLocks noGrp="1"/>
            </p:cNvSpPr>
            <p:nvPr/>
          </p:nvSpPr>
          <p:spPr>
            <a:xfrm>
              <a:off x="5035047" y="4875709"/>
              <a:ext cx="9977" cy="75079"/>
            </a:xfrm>
            <a:custGeom>
              <a:avLst/>
              <a:gdLst/>
              <a:ahLst/>
              <a:cxnLst/>
              <a:rect l="0" t="0" r="0" b="0"/>
              <a:pathLst>
                <a:path w="9977" h="75079">
                  <a:moveTo>
                    <a:pt x="0" y="75079"/>
                  </a:moveTo>
                  <a:lnTo>
                    <a:pt x="9977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76" name="Candidate_receptor__2294">
              <a:extLst>
                <a:ext uri="{FF2B5EF4-FFF2-40B4-BE49-F238E27FC236}">
                  <a16:creationId xmlns:a16="http://schemas.microsoft.com/office/drawing/2014/main" id="{8D7A8139-9653-0116-CB60-A88F1EF27318}"/>
                </a:ext>
              </a:extLst>
            </p:cNvPr>
            <p:cNvSpPr>
              <a:spLocks noGrp="1"/>
            </p:cNvSpPr>
            <p:nvPr/>
          </p:nvSpPr>
          <p:spPr>
            <a:xfrm>
              <a:off x="6526812" y="4146378"/>
              <a:ext cx="114772" cy="12466"/>
            </a:xfrm>
            <a:custGeom>
              <a:avLst/>
              <a:gdLst/>
              <a:ahLst/>
              <a:cxnLst/>
              <a:rect l="0" t="0" r="0" b="0"/>
              <a:pathLst>
                <a:path w="114772" h="12466">
                  <a:moveTo>
                    <a:pt x="114772" y="0"/>
                  </a:moveTo>
                  <a:lnTo>
                    <a:pt x="0" y="12466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77" name="Candidate_receptor__2295">
              <a:extLst>
                <a:ext uri="{FF2B5EF4-FFF2-40B4-BE49-F238E27FC236}">
                  <a16:creationId xmlns:a16="http://schemas.microsoft.com/office/drawing/2014/main" id="{7ECA4598-2C3C-A6F4-4AA5-358913D374B6}"/>
                </a:ext>
              </a:extLst>
            </p:cNvPr>
            <p:cNvSpPr>
              <a:spLocks noGrp="1"/>
            </p:cNvSpPr>
            <p:nvPr/>
          </p:nvSpPr>
          <p:spPr>
            <a:xfrm>
              <a:off x="6166310" y="4471499"/>
              <a:ext cx="97388" cy="48440"/>
            </a:xfrm>
            <a:custGeom>
              <a:avLst/>
              <a:gdLst/>
              <a:ahLst/>
              <a:cxnLst/>
              <a:rect l="0" t="0" r="0" b="0"/>
              <a:pathLst>
                <a:path w="97388" h="48440">
                  <a:moveTo>
                    <a:pt x="0" y="48440"/>
                  </a:moveTo>
                  <a:lnTo>
                    <a:pt x="973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78" name="Candidate_receptor__2296">
              <a:extLst>
                <a:ext uri="{FF2B5EF4-FFF2-40B4-BE49-F238E27FC236}">
                  <a16:creationId xmlns:a16="http://schemas.microsoft.com/office/drawing/2014/main" id="{1BE9DBA9-0093-9C70-AB62-540E7AE760CD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395753"/>
              <a:ext cx="100249" cy="41040"/>
            </a:xfrm>
            <a:custGeom>
              <a:avLst/>
              <a:gdLst/>
              <a:ahLst/>
              <a:cxnLst/>
              <a:rect l="0" t="0" r="0" b="0"/>
              <a:pathLst>
                <a:path w="100249" h="41040">
                  <a:moveTo>
                    <a:pt x="100249" y="0"/>
                  </a:moveTo>
                  <a:lnTo>
                    <a:pt x="0" y="4104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79" name="Candidate_receptor__2297">
              <a:extLst>
                <a:ext uri="{FF2B5EF4-FFF2-40B4-BE49-F238E27FC236}">
                  <a16:creationId xmlns:a16="http://schemas.microsoft.com/office/drawing/2014/main" id="{8D94A04C-9F29-CEC8-8C62-56299F77B9A7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525182"/>
              <a:ext cx="12520" cy="40852"/>
            </a:xfrm>
            <a:custGeom>
              <a:avLst/>
              <a:gdLst/>
              <a:ahLst/>
              <a:cxnLst/>
              <a:rect l="0" t="0" r="0" b="0"/>
              <a:pathLst>
                <a:path w="12520" h="40852">
                  <a:moveTo>
                    <a:pt x="12520" y="0"/>
                  </a:moveTo>
                  <a:lnTo>
                    <a:pt x="0" y="40852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80" name="Candidate_receptor__2298">
              <a:extLst>
                <a:ext uri="{FF2B5EF4-FFF2-40B4-BE49-F238E27FC236}">
                  <a16:creationId xmlns:a16="http://schemas.microsoft.com/office/drawing/2014/main" id="{D0B5CA1A-09EA-890A-2FAF-EC9235402A86}"/>
                </a:ext>
              </a:extLst>
            </p:cNvPr>
            <p:cNvSpPr>
              <a:spLocks noGrp="1"/>
            </p:cNvSpPr>
            <p:nvPr/>
          </p:nvSpPr>
          <p:spPr>
            <a:xfrm>
              <a:off x="6271941" y="4644584"/>
              <a:ext cx="54338" cy="73373"/>
            </a:xfrm>
            <a:custGeom>
              <a:avLst/>
              <a:gdLst/>
              <a:ahLst/>
              <a:cxnLst/>
              <a:rect l="0" t="0" r="0" b="0"/>
              <a:pathLst>
                <a:path w="54338" h="73373">
                  <a:moveTo>
                    <a:pt x="54338" y="0"/>
                  </a:moveTo>
                  <a:lnTo>
                    <a:pt x="0" y="73373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51981" name="Candidate_receptor__2299">
              <a:extLst>
                <a:ext uri="{FF2B5EF4-FFF2-40B4-BE49-F238E27FC236}">
                  <a16:creationId xmlns:a16="http://schemas.microsoft.com/office/drawing/2014/main" id="{55246DBB-63BB-F9DD-317E-3A0300874EF5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52270" cy="4715"/>
            </a:xfrm>
            <a:custGeom>
              <a:avLst/>
              <a:gdLst/>
              <a:ahLst/>
              <a:cxnLst/>
              <a:rect l="0" t="0" r="0" b="0"/>
              <a:pathLst>
                <a:path w="52270" h="4715">
                  <a:moveTo>
                    <a:pt x="52270" y="47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82" name="Candidate_receptor__2300">
              <a:extLst>
                <a:ext uri="{FF2B5EF4-FFF2-40B4-BE49-F238E27FC236}">
                  <a16:creationId xmlns:a16="http://schemas.microsoft.com/office/drawing/2014/main" id="{0CCC83FD-882E-4AD7-CC5C-61296304A571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482800"/>
              <a:ext cx="73843" cy="73937"/>
            </a:xfrm>
            <a:custGeom>
              <a:avLst/>
              <a:gdLst/>
              <a:ahLst/>
              <a:cxnLst/>
              <a:rect l="0" t="0" r="0" b="0"/>
              <a:pathLst>
                <a:path w="73843" h="73937">
                  <a:moveTo>
                    <a:pt x="0" y="73937"/>
                  </a:moveTo>
                  <a:lnTo>
                    <a:pt x="73843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83" name="Candidate_receptor__2301">
              <a:extLst>
                <a:ext uri="{FF2B5EF4-FFF2-40B4-BE49-F238E27FC236}">
                  <a16:creationId xmlns:a16="http://schemas.microsoft.com/office/drawing/2014/main" id="{C8B62059-5138-31D3-7DC3-86F2AA36A5E1}"/>
                </a:ext>
              </a:extLst>
            </p:cNvPr>
            <p:cNvSpPr>
              <a:spLocks noGrp="1"/>
            </p:cNvSpPr>
            <p:nvPr/>
          </p:nvSpPr>
          <p:spPr>
            <a:xfrm>
              <a:off x="5504328" y="4395753"/>
              <a:ext cx="61133" cy="87048"/>
            </a:xfrm>
            <a:custGeom>
              <a:avLst/>
              <a:gdLst/>
              <a:ahLst/>
              <a:cxnLst/>
              <a:rect l="0" t="0" r="0" b="0"/>
              <a:pathLst>
                <a:path w="61133" h="87048">
                  <a:moveTo>
                    <a:pt x="61133" y="870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84" name="Candidate_receptor__2302">
              <a:extLst>
                <a:ext uri="{FF2B5EF4-FFF2-40B4-BE49-F238E27FC236}">
                  <a16:creationId xmlns:a16="http://schemas.microsoft.com/office/drawing/2014/main" id="{67BF790B-0133-D2B9-C06B-6D16596AD02A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91231"/>
              <a:ext cx="98158" cy="12739"/>
            </a:xfrm>
            <a:custGeom>
              <a:avLst/>
              <a:gdLst/>
              <a:ahLst/>
              <a:cxnLst/>
              <a:rect l="0" t="0" r="0" b="0"/>
              <a:pathLst>
                <a:path w="98158" h="12739">
                  <a:moveTo>
                    <a:pt x="98158" y="12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85" name="Candidate_receptor__2303">
              <a:extLst>
                <a:ext uri="{FF2B5EF4-FFF2-40B4-BE49-F238E27FC236}">
                  <a16:creationId xmlns:a16="http://schemas.microsoft.com/office/drawing/2014/main" id="{9FF22EBE-F932-95A2-4348-E024855D2334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46857"/>
              <a:ext cx="95541" cy="57184"/>
            </a:xfrm>
            <a:custGeom>
              <a:avLst/>
              <a:gdLst/>
              <a:ahLst/>
              <a:cxnLst/>
              <a:rect l="0" t="0" r="0" b="0"/>
              <a:pathLst>
                <a:path w="95541" h="57184">
                  <a:moveTo>
                    <a:pt x="95541" y="0"/>
                  </a:moveTo>
                  <a:lnTo>
                    <a:pt x="0" y="57184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86" name="Candidate_receptor__2304">
              <a:extLst>
                <a:ext uri="{FF2B5EF4-FFF2-40B4-BE49-F238E27FC236}">
                  <a16:creationId xmlns:a16="http://schemas.microsoft.com/office/drawing/2014/main" id="{DA7B645F-C797-4959-1F12-0DEF759825DC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4950788"/>
              <a:ext cx="89881" cy="51836"/>
            </a:xfrm>
            <a:custGeom>
              <a:avLst/>
              <a:gdLst/>
              <a:ahLst/>
              <a:cxnLst/>
              <a:rect l="0" t="0" r="0" b="0"/>
              <a:pathLst>
                <a:path w="89881" h="51836">
                  <a:moveTo>
                    <a:pt x="0" y="51836"/>
                  </a:moveTo>
                  <a:lnTo>
                    <a:pt x="89881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87" name="Candidate_receptor__2305">
              <a:extLst>
                <a:ext uri="{FF2B5EF4-FFF2-40B4-BE49-F238E27FC236}">
                  <a16:creationId xmlns:a16="http://schemas.microsoft.com/office/drawing/2014/main" id="{CB9568C8-3FD4-1B25-A8E7-F593D5BD888B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34220"/>
              <a:ext cx="8488" cy="18220"/>
            </a:xfrm>
            <a:custGeom>
              <a:avLst/>
              <a:gdLst/>
              <a:ahLst/>
              <a:cxnLst/>
              <a:rect l="0" t="0" r="0" b="0"/>
              <a:pathLst>
                <a:path w="8488" h="18220">
                  <a:moveTo>
                    <a:pt x="0" y="18220"/>
                  </a:moveTo>
                  <a:lnTo>
                    <a:pt x="84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88" name="Candidate_receptor__2306">
              <a:extLst>
                <a:ext uri="{FF2B5EF4-FFF2-40B4-BE49-F238E27FC236}">
                  <a16:creationId xmlns:a16="http://schemas.microsoft.com/office/drawing/2014/main" id="{D35340A1-F1F5-5523-E782-3F598366E905}"/>
                </a:ext>
              </a:extLst>
            </p:cNvPr>
            <p:cNvSpPr>
              <a:spLocks noGrp="1"/>
            </p:cNvSpPr>
            <p:nvPr/>
          </p:nvSpPr>
          <p:spPr>
            <a:xfrm>
              <a:off x="4990283" y="4703969"/>
              <a:ext cx="43384" cy="63066"/>
            </a:xfrm>
            <a:custGeom>
              <a:avLst/>
              <a:gdLst/>
              <a:ahLst/>
              <a:cxnLst/>
              <a:rect l="0" t="0" r="0" b="0"/>
              <a:pathLst>
                <a:path w="43384" h="63066">
                  <a:moveTo>
                    <a:pt x="43384" y="630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89" name="Candidate_receptor__2307">
              <a:extLst>
                <a:ext uri="{FF2B5EF4-FFF2-40B4-BE49-F238E27FC236}">
                  <a16:creationId xmlns:a16="http://schemas.microsoft.com/office/drawing/2014/main" id="{B665C6A4-7BB3-28E1-6E57-374FA88AA7C9}"/>
                </a:ext>
              </a:extLst>
            </p:cNvPr>
            <p:cNvSpPr>
              <a:spLocks noGrp="1"/>
            </p:cNvSpPr>
            <p:nvPr/>
          </p:nvSpPr>
          <p:spPr>
            <a:xfrm>
              <a:off x="6641583" y="4146378"/>
              <a:ext cx="12010" cy="86526"/>
            </a:xfrm>
            <a:custGeom>
              <a:avLst/>
              <a:gdLst/>
              <a:ahLst/>
              <a:cxnLst/>
              <a:rect l="0" t="0" r="0" b="0"/>
              <a:pathLst>
                <a:path w="12010" h="86526">
                  <a:moveTo>
                    <a:pt x="12010" y="86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0" name="Candidate_receptor__2308">
              <a:extLst>
                <a:ext uri="{FF2B5EF4-FFF2-40B4-BE49-F238E27FC236}">
                  <a16:creationId xmlns:a16="http://schemas.microsoft.com/office/drawing/2014/main" id="{A3AA1849-2FDE-AABF-356A-3F0AEE1EE20C}"/>
                </a:ext>
              </a:extLst>
            </p:cNvPr>
            <p:cNvSpPr>
              <a:spLocks noGrp="1"/>
            </p:cNvSpPr>
            <p:nvPr/>
          </p:nvSpPr>
          <p:spPr>
            <a:xfrm>
              <a:off x="4923392" y="4533619"/>
              <a:ext cx="88632" cy="44770"/>
            </a:xfrm>
            <a:custGeom>
              <a:avLst/>
              <a:gdLst/>
              <a:ahLst/>
              <a:cxnLst/>
              <a:rect l="0" t="0" r="0" b="0"/>
              <a:pathLst>
                <a:path w="88632" h="44770">
                  <a:moveTo>
                    <a:pt x="88632" y="447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1" name="Candidate_receptor__2309">
              <a:extLst>
                <a:ext uri="{FF2B5EF4-FFF2-40B4-BE49-F238E27FC236}">
                  <a16:creationId xmlns:a16="http://schemas.microsoft.com/office/drawing/2014/main" id="{C51AFC81-CB1B-33FA-A37C-139D39AA48A8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32904"/>
              <a:ext cx="74896" cy="65292"/>
            </a:xfrm>
            <a:custGeom>
              <a:avLst/>
              <a:gdLst/>
              <a:ahLst/>
              <a:cxnLst/>
              <a:rect l="0" t="0" r="0" b="0"/>
              <a:pathLst>
                <a:path w="74896" h="65292">
                  <a:moveTo>
                    <a:pt x="0" y="65292"/>
                  </a:moveTo>
                  <a:lnTo>
                    <a:pt x="7489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2" name="Candidate_receptor__2310">
              <a:extLst>
                <a:ext uri="{FF2B5EF4-FFF2-40B4-BE49-F238E27FC236}">
                  <a16:creationId xmlns:a16="http://schemas.microsoft.com/office/drawing/2014/main" id="{9D0527DA-E4EC-6C9B-A00B-BF7CF8AF7164}"/>
                </a:ext>
              </a:extLst>
            </p:cNvPr>
            <p:cNvSpPr>
              <a:spLocks noGrp="1"/>
            </p:cNvSpPr>
            <p:nvPr/>
          </p:nvSpPr>
          <p:spPr>
            <a:xfrm>
              <a:off x="4529436" y="4393451"/>
              <a:ext cx="110590" cy="33023"/>
            </a:xfrm>
            <a:custGeom>
              <a:avLst/>
              <a:gdLst/>
              <a:ahLst/>
              <a:cxnLst/>
              <a:rect l="0" t="0" r="0" b="0"/>
              <a:pathLst>
                <a:path w="110590" h="33023">
                  <a:moveTo>
                    <a:pt x="110590" y="0"/>
                  </a:moveTo>
                  <a:lnTo>
                    <a:pt x="0" y="33023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3" name="Candidate_receptor__2311">
              <a:extLst>
                <a:ext uri="{FF2B5EF4-FFF2-40B4-BE49-F238E27FC236}">
                  <a16:creationId xmlns:a16="http://schemas.microsoft.com/office/drawing/2014/main" id="{FC41A048-BE5A-0E1A-E4AF-07D26890D9F8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5458"/>
              <a:ext cx="34010" cy="14546"/>
            </a:xfrm>
            <a:custGeom>
              <a:avLst/>
              <a:gdLst/>
              <a:ahLst/>
              <a:cxnLst/>
              <a:rect l="0" t="0" r="0" b="0"/>
              <a:pathLst>
                <a:path w="34010" h="14546">
                  <a:moveTo>
                    <a:pt x="34010" y="14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4" name="Candidate_receptor__2312">
              <a:extLst>
                <a:ext uri="{FF2B5EF4-FFF2-40B4-BE49-F238E27FC236}">
                  <a16:creationId xmlns:a16="http://schemas.microsoft.com/office/drawing/2014/main" id="{543AECA0-5EBB-4A40-5B42-D396FA0B0A19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23667"/>
              <a:ext cx="69915" cy="12812"/>
            </a:xfrm>
            <a:custGeom>
              <a:avLst/>
              <a:gdLst/>
              <a:ahLst/>
              <a:cxnLst/>
              <a:rect l="0" t="0" r="0" b="0"/>
              <a:pathLst>
                <a:path w="69915" h="12812">
                  <a:moveTo>
                    <a:pt x="69915" y="0"/>
                  </a:moveTo>
                  <a:lnTo>
                    <a:pt x="0" y="12812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5" name="Candidate_receptor__2313">
              <a:extLst>
                <a:ext uri="{FF2B5EF4-FFF2-40B4-BE49-F238E27FC236}">
                  <a16:creationId xmlns:a16="http://schemas.microsoft.com/office/drawing/2014/main" id="{C3F1C759-1AF0-E438-CA31-2CBB3E6D97F3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89814" cy="70425"/>
            </a:xfrm>
            <a:custGeom>
              <a:avLst/>
              <a:gdLst/>
              <a:ahLst/>
              <a:cxnLst/>
              <a:rect l="0" t="0" r="0" b="0"/>
              <a:pathLst>
                <a:path w="89814" h="70425">
                  <a:moveTo>
                    <a:pt x="89814" y="704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6" name="Candidate_receptor__2314">
              <a:extLst>
                <a:ext uri="{FF2B5EF4-FFF2-40B4-BE49-F238E27FC236}">
                  <a16:creationId xmlns:a16="http://schemas.microsoft.com/office/drawing/2014/main" id="{4ED452DF-4C03-8029-99A8-D7A809E240A4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533619"/>
              <a:ext cx="74587" cy="960"/>
            </a:xfrm>
            <a:custGeom>
              <a:avLst/>
              <a:gdLst/>
              <a:ahLst/>
              <a:cxnLst/>
              <a:rect l="0" t="0" r="0" b="0"/>
              <a:pathLst>
                <a:path w="74587" h="960">
                  <a:moveTo>
                    <a:pt x="74587" y="0"/>
                  </a:moveTo>
                  <a:lnTo>
                    <a:pt x="0" y="96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7" name="Candidate_receptor__2315">
              <a:extLst>
                <a:ext uri="{FF2B5EF4-FFF2-40B4-BE49-F238E27FC236}">
                  <a16:creationId xmlns:a16="http://schemas.microsoft.com/office/drawing/2014/main" id="{D2ECD7DA-BCEC-8FEE-2587-964ED3A7E90D}"/>
                </a:ext>
              </a:extLst>
            </p:cNvPr>
            <p:cNvSpPr>
              <a:spLocks noGrp="1"/>
            </p:cNvSpPr>
            <p:nvPr/>
          </p:nvSpPr>
          <p:spPr>
            <a:xfrm>
              <a:off x="5115115" y="4191711"/>
              <a:ext cx="111992" cy="26540"/>
            </a:xfrm>
            <a:custGeom>
              <a:avLst/>
              <a:gdLst/>
              <a:ahLst/>
              <a:cxnLst/>
              <a:rect l="0" t="0" r="0" b="0"/>
              <a:pathLst>
                <a:path w="111992" h="26540">
                  <a:moveTo>
                    <a:pt x="0" y="0"/>
                  </a:moveTo>
                  <a:lnTo>
                    <a:pt x="111992" y="2654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8" name="Candidate_receptor__2316">
              <a:extLst>
                <a:ext uri="{FF2B5EF4-FFF2-40B4-BE49-F238E27FC236}">
                  <a16:creationId xmlns:a16="http://schemas.microsoft.com/office/drawing/2014/main" id="{FB0CCF51-F67A-B05F-A601-7AC00FCA09F2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14242" cy="222"/>
            </a:xfrm>
            <a:custGeom>
              <a:avLst/>
              <a:gdLst/>
              <a:ahLst/>
              <a:cxnLst/>
              <a:rect l="0" t="0" r="0" b="0"/>
              <a:pathLst>
                <a:path w="114242" h="222">
                  <a:moveTo>
                    <a:pt x="114242" y="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9" name="Candidate_receptor__2317">
              <a:extLst>
                <a:ext uri="{FF2B5EF4-FFF2-40B4-BE49-F238E27FC236}">
                  <a16:creationId xmlns:a16="http://schemas.microsoft.com/office/drawing/2014/main" id="{C8B25353-06AC-AE1C-9268-A0BCF374C358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149649"/>
              <a:ext cx="3542" cy="9194"/>
            </a:xfrm>
            <a:custGeom>
              <a:avLst/>
              <a:gdLst/>
              <a:ahLst/>
              <a:cxnLst/>
              <a:rect l="0" t="0" r="0" b="0"/>
              <a:pathLst>
                <a:path w="3542" h="9194">
                  <a:moveTo>
                    <a:pt x="3542" y="9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2000" name="Candidate_receptor__2318">
              <a:extLst>
                <a:ext uri="{FF2B5EF4-FFF2-40B4-BE49-F238E27FC236}">
                  <a16:creationId xmlns:a16="http://schemas.microsoft.com/office/drawing/2014/main" id="{92BF48A5-83A6-D895-FA48-A9156B2A1578}"/>
                </a:ext>
              </a:extLst>
            </p:cNvPr>
            <p:cNvSpPr>
              <a:spLocks noGrp="1"/>
            </p:cNvSpPr>
            <p:nvPr/>
          </p:nvSpPr>
          <p:spPr>
            <a:xfrm>
              <a:off x="5655840" y="4871213"/>
              <a:ext cx="106231" cy="8709"/>
            </a:xfrm>
            <a:custGeom>
              <a:avLst/>
              <a:gdLst/>
              <a:ahLst/>
              <a:cxnLst/>
              <a:rect l="0" t="0" r="0" b="0"/>
              <a:pathLst>
                <a:path w="106231" h="8709">
                  <a:moveTo>
                    <a:pt x="0" y="0"/>
                  </a:moveTo>
                  <a:lnTo>
                    <a:pt x="106231" y="8709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52001" name="Candidate_receptor__2319">
              <a:extLst>
                <a:ext uri="{FF2B5EF4-FFF2-40B4-BE49-F238E27FC236}">
                  <a16:creationId xmlns:a16="http://schemas.microsoft.com/office/drawing/2014/main" id="{12F2EFAA-6B74-DFDB-3391-5487F9706115}"/>
                </a:ext>
              </a:extLst>
            </p:cNvPr>
            <p:cNvSpPr>
              <a:spLocks noGrp="1"/>
            </p:cNvSpPr>
            <p:nvPr/>
          </p:nvSpPr>
          <p:spPr>
            <a:xfrm>
              <a:off x="6326278" y="4644584"/>
              <a:ext cx="93131" cy="32082"/>
            </a:xfrm>
            <a:custGeom>
              <a:avLst/>
              <a:gdLst/>
              <a:ahLst/>
              <a:cxnLst/>
              <a:rect l="0" t="0" r="0" b="0"/>
              <a:pathLst>
                <a:path w="93131" h="32082">
                  <a:moveTo>
                    <a:pt x="93131" y="32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52002" name="Candidate_receptor__2320">
              <a:extLst>
                <a:ext uri="{FF2B5EF4-FFF2-40B4-BE49-F238E27FC236}">
                  <a16:creationId xmlns:a16="http://schemas.microsoft.com/office/drawing/2014/main" id="{0F8FDB5F-6B9E-AA80-CEB9-2E1DA6C5796E}"/>
                </a:ext>
              </a:extLst>
            </p:cNvPr>
            <p:cNvSpPr>
              <a:spLocks noGrp="1"/>
            </p:cNvSpPr>
            <p:nvPr/>
          </p:nvSpPr>
          <p:spPr>
            <a:xfrm>
              <a:off x="4940361" y="4767035"/>
              <a:ext cx="93306" cy="67185"/>
            </a:xfrm>
            <a:custGeom>
              <a:avLst/>
              <a:gdLst/>
              <a:ahLst/>
              <a:cxnLst/>
              <a:rect l="0" t="0" r="0" b="0"/>
              <a:pathLst>
                <a:path w="93306" h="67185">
                  <a:moveTo>
                    <a:pt x="0" y="67185"/>
                  </a:moveTo>
                  <a:lnTo>
                    <a:pt x="9330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2003" name="Candidate_receptor__2321">
              <a:extLst>
                <a:ext uri="{FF2B5EF4-FFF2-40B4-BE49-F238E27FC236}">
                  <a16:creationId xmlns:a16="http://schemas.microsoft.com/office/drawing/2014/main" id="{3DA3E7B1-4259-1F67-E7E2-19D754EFEBEE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4007966"/>
              <a:ext cx="93927" cy="20571"/>
            </a:xfrm>
            <a:custGeom>
              <a:avLst/>
              <a:gdLst/>
              <a:ahLst/>
              <a:cxnLst/>
              <a:rect l="0" t="0" r="0" b="0"/>
              <a:pathLst>
                <a:path w="93927" h="20571">
                  <a:moveTo>
                    <a:pt x="93927" y="0"/>
                  </a:moveTo>
                  <a:lnTo>
                    <a:pt x="0" y="20571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2004" name="Candidate_receptor__2322">
              <a:extLst>
                <a:ext uri="{FF2B5EF4-FFF2-40B4-BE49-F238E27FC236}">
                  <a16:creationId xmlns:a16="http://schemas.microsoft.com/office/drawing/2014/main" id="{69384205-EC96-2893-F74A-B3BFE535A975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436792"/>
              <a:ext cx="47323" cy="15161"/>
            </a:xfrm>
            <a:custGeom>
              <a:avLst/>
              <a:gdLst/>
              <a:ahLst/>
              <a:cxnLst/>
              <a:rect l="0" t="0" r="0" b="0"/>
              <a:pathLst>
                <a:path w="47323" h="15161">
                  <a:moveTo>
                    <a:pt x="0" y="0"/>
                  </a:moveTo>
                  <a:lnTo>
                    <a:pt x="47323" y="15161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05" name="Candidate_receptor__2323">
              <a:extLst>
                <a:ext uri="{FF2B5EF4-FFF2-40B4-BE49-F238E27FC236}">
                  <a16:creationId xmlns:a16="http://schemas.microsoft.com/office/drawing/2014/main" id="{8CBCD71A-6EB0-3AB7-0DF7-642ED6633BA1}"/>
                </a:ext>
              </a:extLst>
            </p:cNvPr>
            <p:cNvSpPr>
              <a:spLocks noGrp="1"/>
            </p:cNvSpPr>
            <p:nvPr/>
          </p:nvSpPr>
          <p:spPr>
            <a:xfrm>
              <a:off x="6419410" y="4610104"/>
              <a:ext cx="81621" cy="66562"/>
            </a:xfrm>
            <a:custGeom>
              <a:avLst/>
              <a:gdLst/>
              <a:ahLst/>
              <a:cxnLst/>
              <a:rect l="0" t="0" r="0" b="0"/>
              <a:pathLst>
                <a:path w="81621" h="66562">
                  <a:moveTo>
                    <a:pt x="81621" y="0"/>
                  </a:moveTo>
                  <a:lnTo>
                    <a:pt x="0" y="66562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52006" name="Candidate_receptor__2324">
              <a:extLst>
                <a:ext uri="{FF2B5EF4-FFF2-40B4-BE49-F238E27FC236}">
                  <a16:creationId xmlns:a16="http://schemas.microsoft.com/office/drawing/2014/main" id="{0935E6E5-A695-10E8-216B-0C5F6E8E3930}"/>
                </a:ext>
              </a:extLst>
            </p:cNvPr>
            <p:cNvSpPr>
              <a:spLocks noGrp="1"/>
            </p:cNvSpPr>
            <p:nvPr/>
          </p:nvSpPr>
          <p:spPr>
            <a:xfrm>
              <a:off x="4640026" y="4393451"/>
              <a:ext cx="43340" cy="87259"/>
            </a:xfrm>
            <a:custGeom>
              <a:avLst/>
              <a:gdLst/>
              <a:ahLst/>
              <a:cxnLst/>
              <a:rect l="0" t="0" r="0" b="0"/>
              <a:pathLst>
                <a:path w="43340" h="87259">
                  <a:moveTo>
                    <a:pt x="43340" y="872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07" name="Candidate_receptor__2325">
              <a:extLst>
                <a:ext uri="{FF2B5EF4-FFF2-40B4-BE49-F238E27FC236}">
                  <a16:creationId xmlns:a16="http://schemas.microsoft.com/office/drawing/2014/main" id="{51826316-590C-FF3C-9D28-87F57C598F2C}"/>
                </a:ext>
              </a:extLst>
            </p:cNvPr>
            <p:cNvSpPr>
              <a:spLocks noGrp="1"/>
            </p:cNvSpPr>
            <p:nvPr/>
          </p:nvSpPr>
          <p:spPr>
            <a:xfrm>
              <a:off x="6251735" y="4300076"/>
              <a:ext cx="45245" cy="84028"/>
            </a:xfrm>
            <a:custGeom>
              <a:avLst/>
              <a:gdLst/>
              <a:ahLst/>
              <a:cxnLst/>
              <a:rect l="0" t="0" r="0" b="0"/>
              <a:pathLst>
                <a:path w="45245" h="84028">
                  <a:moveTo>
                    <a:pt x="0" y="84028"/>
                  </a:moveTo>
                  <a:lnTo>
                    <a:pt x="4524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08" name="Candidate_receptor__2326">
              <a:extLst>
                <a:ext uri="{FF2B5EF4-FFF2-40B4-BE49-F238E27FC236}">
                  <a16:creationId xmlns:a16="http://schemas.microsoft.com/office/drawing/2014/main" id="{0836504D-929D-7431-0F42-A4AA913EC6B2}"/>
                </a:ext>
              </a:extLst>
            </p:cNvPr>
            <p:cNvSpPr>
              <a:spLocks noGrp="1"/>
            </p:cNvSpPr>
            <p:nvPr/>
          </p:nvSpPr>
          <p:spPr>
            <a:xfrm>
              <a:off x="6533811" y="4007966"/>
              <a:ext cx="63741" cy="53508"/>
            </a:xfrm>
            <a:custGeom>
              <a:avLst/>
              <a:gdLst/>
              <a:ahLst/>
              <a:cxnLst/>
              <a:rect l="0" t="0" r="0" b="0"/>
              <a:pathLst>
                <a:path w="63741" h="53508">
                  <a:moveTo>
                    <a:pt x="63741" y="53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09" name="Candidate_receptor__2327">
              <a:extLst>
                <a:ext uri="{FF2B5EF4-FFF2-40B4-BE49-F238E27FC236}">
                  <a16:creationId xmlns:a16="http://schemas.microsoft.com/office/drawing/2014/main" id="{5265B2D7-E330-7CB8-553E-53197A9091A9}"/>
                </a:ext>
              </a:extLst>
            </p:cNvPr>
            <p:cNvSpPr>
              <a:spLocks noGrp="1"/>
            </p:cNvSpPr>
            <p:nvPr/>
          </p:nvSpPr>
          <p:spPr>
            <a:xfrm>
              <a:off x="5196793" y="4218251"/>
              <a:ext cx="30315" cy="105416"/>
            </a:xfrm>
            <a:custGeom>
              <a:avLst/>
              <a:gdLst/>
              <a:ahLst/>
              <a:cxnLst/>
              <a:rect l="0" t="0" r="0" b="0"/>
              <a:pathLst>
                <a:path w="30315" h="105416">
                  <a:moveTo>
                    <a:pt x="30315" y="0"/>
                  </a:moveTo>
                  <a:lnTo>
                    <a:pt x="0" y="10541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10" name="Candidate_receptor__2328">
              <a:extLst>
                <a:ext uri="{FF2B5EF4-FFF2-40B4-BE49-F238E27FC236}">
                  <a16:creationId xmlns:a16="http://schemas.microsoft.com/office/drawing/2014/main" id="{C43F9FAF-DE79-2D4A-132B-ED43B1E025E4}"/>
                </a:ext>
              </a:extLst>
            </p:cNvPr>
            <p:cNvSpPr>
              <a:spLocks noGrp="1"/>
            </p:cNvSpPr>
            <p:nvPr/>
          </p:nvSpPr>
          <p:spPr>
            <a:xfrm>
              <a:off x="5892756" y="4607473"/>
              <a:ext cx="14440" cy="96493"/>
            </a:xfrm>
            <a:custGeom>
              <a:avLst/>
              <a:gdLst/>
              <a:ahLst/>
              <a:cxnLst/>
              <a:rect l="0" t="0" r="0" b="0"/>
              <a:pathLst>
                <a:path w="14440" h="96493">
                  <a:moveTo>
                    <a:pt x="14440" y="96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11" name="Candidate_receptor__2329">
              <a:extLst>
                <a:ext uri="{FF2B5EF4-FFF2-40B4-BE49-F238E27FC236}">
                  <a16:creationId xmlns:a16="http://schemas.microsoft.com/office/drawing/2014/main" id="{2FAA8C9C-0049-DB79-E5B4-5E4D169F07A4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480710"/>
              <a:ext cx="58289" cy="85324"/>
            </a:xfrm>
            <a:custGeom>
              <a:avLst/>
              <a:gdLst/>
              <a:ahLst/>
              <a:cxnLst/>
              <a:rect l="0" t="0" r="0" b="0"/>
              <a:pathLst>
                <a:path w="58289" h="85324">
                  <a:moveTo>
                    <a:pt x="0" y="85324"/>
                  </a:moveTo>
                  <a:lnTo>
                    <a:pt x="58289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12" name="Candidate_receptor__2330">
              <a:extLst>
                <a:ext uri="{FF2B5EF4-FFF2-40B4-BE49-F238E27FC236}">
                  <a16:creationId xmlns:a16="http://schemas.microsoft.com/office/drawing/2014/main" id="{606D1679-B45A-17A3-BF9B-37F93CC2FB8B}"/>
                </a:ext>
              </a:extLst>
            </p:cNvPr>
            <p:cNvSpPr>
              <a:spLocks noGrp="1"/>
            </p:cNvSpPr>
            <p:nvPr/>
          </p:nvSpPr>
          <p:spPr>
            <a:xfrm>
              <a:off x="5344266" y="5298904"/>
              <a:ext cx="87054" cy="9992"/>
            </a:xfrm>
            <a:custGeom>
              <a:avLst/>
              <a:gdLst/>
              <a:ahLst/>
              <a:cxnLst/>
              <a:rect l="0" t="0" r="0" b="0"/>
              <a:pathLst>
                <a:path w="87054" h="9992">
                  <a:moveTo>
                    <a:pt x="0" y="0"/>
                  </a:moveTo>
                  <a:lnTo>
                    <a:pt x="87054" y="9992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13" name="Candidate_receptor__2331">
              <a:extLst>
                <a:ext uri="{FF2B5EF4-FFF2-40B4-BE49-F238E27FC236}">
                  <a16:creationId xmlns:a16="http://schemas.microsoft.com/office/drawing/2014/main" id="{BB7B6FD8-B294-5EB8-46F6-12DF1930480D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100740" cy="10699"/>
            </a:xfrm>
            <a:custGeom>
              <a:avLst/>
              <a:gdLst/>
              <a:ahLst/>
              <a:cxnLst/>
              <a:rect l="0" t="0" r="0" b="0"/>
              <a:pathLst>
                <a:path w="100740" h="10699">
                  <a:moveTo>
                    <a:pt x="0" y="0"/>
                  </a:moveTo>
                  <a:lnTo>
                    <a:pt x="100740" y="1069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14" name="Candidate_receptor__2332">
              <a:extLst>
                <a:ext uri="{FF2B5EF4-FFF2-40B4-BE49-F238E27FC236}">
                  <a16:creationId xmlns:a16="http://schemas.microsoft.com/office/drawing/2014/main" id="{D2FCA047-7401-84A1-9C58-EB89715DD9CE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98904"/>
              <a:ext cx="83248" cy="15755"/>
            </a:xfrm>
            <a:custGeom>
              <a:avLst/>
              <a:gdLst/>
              <a:ahLst/>
              <a:cxnLst/>
              <a:rect l="0" t="0" r="0" b="0"/>
              <a:pathLst>
                <a:path w="83248" h="15755">
                  <a:moveTo>
                    <a:pt x="0" y="15755"/>
                  </a:moveTo>
                  <a:lnTo>
                    <a:pt x="8324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15" name="Candidate_receptor__2333">
              <a:extLst>
                <a:ext uri="{FF2B5EF4-FFF2-40B4-BE49-F238E27FC236}">
                  <a16:creationId xmlns:a16="http://schemas.microsoft.com/office/drawing/2014/main" id="{97457E97-D0AD-6301-A763-F3AC95EEEDAF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57519"/>
              <a:ext cx="61606" cy="33711"/>
            </a:xfrm>
            <a:custGeom>
              <a:avLst/>
              <a:gdLst/>
              <a:ahLst/>
              <a:cxnLst/>
              <a:rect l="0" t="0" r="0" b="0"/>
              <a:pathLst>
                <a:path w="61606" h="33711">
                  <a:moveTo>
                    <a:pt x="0" y="33711"/>
                  </a:moveTo>
                  <a:lnTo>
                    <a:pt x="61606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16" name="Candidate_receptor__2334">
              <a:extLst>
                <a:ext uri="{FF2B5EF4-FFF2-40B4-BE49-F238E27FC236}">
                  <a16:creationId xmlns:a16="http://schemas.microsoft.com/office/drawing/2014/main" id="{19C47398-4B51-247B-C1F9-8A1656251C81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83950" cy="5710"/>
            </a:xfrm>
            <a:custGeom>
              <a:avLst/>
              <a:gdLst/>
              <a:ahLst/>
              <a:cxnLst/>
              <a:rect l="0" t="0" r="0" b="0"/>
              <a:pathLst>
                <a:path w="83950" h="5710">
                  <a:moveTo>
                    <a:pt x="0" y="0"/>
                  </a:moveTo>
                  <a:lnTo>
                    <a:pt x="83950" y="571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52017" name="Candidate_receptor__2335">
              <a:extLst>
                <a:ext uri="{FF2B5EF4-FFF2-40B4-BE49-F238E27FC236}">
                  <a16:creationId xmlns:a16="http://schemas.microsoft.com/office/drawing/2014/main" id="{14C198E0-BA3C-AF28-3E4C-F9626937BB1C}"/>
                </a:ext>
              </a:extLst>
            </p:cNvPr>
            <p:cNvSpPr>
              <a:spLocks noGrp="1"/>
            </p:cNvSpPr>
            <p:nvPr/>
          </p:nvSpPr>
          <p:spPr>
            <a:xfrm>
              <a:off x="5431321" y="5247236"/>
              <a:ext cx="74786" cy="61661"/>
            </a:xfrm>
            <a:custGeom>
              <a:avLst/>
              <a:gdLst/>
              <a:ahLst/>
              <a:cxnLst/>
              <a:rect l="0" t="0" r="0" b="0"/>
              <a:pathLst>
                <a:path w="74786" h="61661">
                  <a:moveTo>
                    <a:pt x="0" y="61661"/>
                  </a:moveTo>
                  <a:lnTo>
                    <a:pt x="74786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52018" name="Candidate_receptor__2336">
              <a:extLst>
                <a:ext uri="{FF2B5EF4-FFF2-40B4-BE49-F238E27FC236}">
                  <a16:creationId xmlns:a16="http://schemas.microsoft.com/office/drawing/2014/main" id="{C16E04D0-591F-A1EA-1850-1D82F37C53B3}"/>
                </a:ext>
              </a:extLst>
            </p:cNvPr>
            <p:cNvSpPr>
              <a:spLocks noGrp="1"/>
            </p:cNvSpPr>
            <p:nvPr/>
          </p:nvSpPr>
          <p:spPr>
            <a:xfrm>
              <a:off x="4835901" y="4381528"/>
              <a:ext cx="111704" cy="23975"/>
            </a:xfrm>
            <a:custGeom>
              <a:avLst/>
              <a:gdLst/>
              <a:ahLst/>
              <a:cxnLst/>
              <a:rect l="0" t="0" r="0" b="0"/>
              <a:pathLst>
                <a:path w="111704" h="23975">
                  <a:moveTo>
                    <a:pt x="111704" y="23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19" name="Candidate_receptor__2337">
              <a:extLst>
                <a:ext uri="{FF2B5EF4-FFF2-40B4-BE49-F238E27FC236}">
                  <a16:creationId xmlns:a16="http://schemas.microsoft.com/office/drawing/2014/main" id="{1171AEE4-E437-280C-D3C4-50AB4BF3AC4E}"/>
                </a:ext>
              </a:extLst>
            </p:cNvPr>
            <p:cNvSpPr>
              <a:spLocks noGrp="1"/>
            </p:cNvSpPr>
            <p:nvPr/>
          </p:nvSpPr>
          <p:spPr>
            <a:xfrm>
              <a:off x="4953731" y="4578389"/>
              <a:ext cx="58293" cy="79130"/>
            </a:xfrm>
            <a:custGeom>
              <a:avLst/>
              <a:gdLst/>
              <a:ahLst/>
              <a:cxnLst/>
              <a:rect l="0" t="0" r="0" b="0"/>
              <a:pathLst>
                <a:path w="58293" h="79130">
                  <a:moveTo>
                    <a:pt x="0" y="79130"/>
                  </a:moveTo>
                  <a:lnTo>
                    <a:pt x="58293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20" name="Candidate_receptor__2338">
              <a:extLst>
                <a:ext uri="{FF2B5EF4-FFF2-40B4-BE49-F238E27FC236}">
                  <a16:creationId xmlns:a16="http://schemas.microsoft.com/office/drawing/2014/main" id="{4A93262B-2551-BCC7-9891-2C8A786EE9EA}"/>
                </a:ext>
              </a:extLst>
            </p:cNvPr>
            <p:cNvSpPr>
              <a:spLocks noGrp="1"/>
            </p:cNvSpPr>
            <p:nvPr/>
          </p:nvSpPr>
          <p:spPr>
            <a:xfrm>
              <a:off x="4512121" y="4426475"/>
              <a:ext cx="17315" cy="7739"/>
            </a:xfrm>
            <a:custGeom>
              <a:avLst/>
              <a:gdLst/>
              <a:ahLst/>
              <a:cxnLst/>
              <a:rect l="0" t="0" r="0" b="0"/>
              <a:pathLst>
                <a:path w="17315" h="7739">
                  <a:moveTo>
                    <a:pt x="17315" y="0"/>
                  </a:moveTo>
                  <a:lnTo>
                    <a:pt x="0" y="7739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52021" name="Candidate_receptor__2339">
              <a:extLst>
                <a:ext uri="{FF2B5EF4-FFF2-40B4-BE49-F238E27FC236}">
                  <a16:creationId xmlns:a16="http://schemas.microsoft.com/office/drawing/2014/main" id="{CB48769E-FC13-4075-375E-A63C4E88329C}"/>
                </a:ext>
              </a:extLst>
            </p:cNvPr>
            <p:cNvSpPr>
              <a:spLocks noGrp="1"/>
            </p:cNvSpPr>
            <p:nvPr/>
          </p:nvSpPr>
          <p:spPr>
            <a:xfrm>
              <a:off x="6501030" y="4600652"/>
              <a:ext cx="57353" cy="9453"/>
            </a:xfrm>
            <a:custGeom>
              <a:avLst/>
              <a:gdLst/>
              <a:ahLst/>
              <a:cxnLst/>
              <a:rect l="0" t="0" r="0" b="0"/>
              <a:pathLst>
                <a:path w="57353" h="9453">
                  <a:moveTo>
                    <a:pt x="57353" y="0"/>
                  </a:moveTo>
                  <a:lnTo>
                    <a:pt x="0" y="945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22" name="Candidate_receptor__2340">
              <a:extLst>
                <a:ext uri="{FF2B5EF4-FFF2-40B4-BE49-F238E27FC236}">
                  <a16:creationId xmlns:a16="http://schemas.microsoft.com/office/drawing/2014/main" id="{8F6CD965-3FE0-572D-FE93-E7808AD36968}"/>
                </a:ext>
              </a:extLst>
            </p:cNvPr>
            <p:cNvSpPr>
              <a:spLocks noGrp="1"/>
            </p:cNvSpPr>
            <p:nvPr/>
          </p:nvSpPr>
          <p:spPr>
            <a:xfrm>
              <a:off x="5506107" y="5197921"/>
              <a:ext cx="53715" cy="49315"/>
            </a:xfrm>
            <a:custGeom>
              <a:avLst/>
              <a:gdLst/>
              <a:ahLst/>
              <a:cxnLst/>
              <a:rect l="0" t="0" r="0" b="0"/>
              <a:pathLst>
                <a:path w="53715" h="49315">
                  <a:moveTo>
                    <a:pt x="0" y="49315"/>
                  </a:moveTo>
                  <a:lnTo>
                    <a:pt x="53715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52023" name="Candidate_receptor__2341">
              <a:extLst>
                <a:ext uri="{FF2B5EF4-FFF2-40B4-BE49-F238E27FC236}">
                  <a16:creationId xmlns:a16="http://schemas.microsoft.com/office/drawing/2014/main" id="{781A7D4F-2ED1-8889-0C89-97AE5D5BCF85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91711"/>
              <a:ext cx="18930" cy="37373"/>
            </a:xfrm>
            <a:custGeom>
              <a:avLst/>
              <a:gdLst/>
              <a:ahLst/>
              <a:cxnLst/>
              <a:rect l="0" t="0" r="0" b="0"/>
              <a:pathLst>
                <a:path w="18930" h="37373">
                  <a:moveTo>
                    <a:pt x="0" y="37373"/>
                  </a:moveTo>
                  <a:lnTo>
                    <a:pt x="1893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24" name="Candidate_receptor__2342">
              <a:extLst>
                <a:ext uri="{FF2B5EF4-FFF2-40B4-BE49-F238E27FC236}">
                  <a16:creationId xmlns:a16="http://schemas.microsoft.com/office/drawing/2014/main" id="{EDBF252E-D035-D7C8-DDBF-46B371F33A97}"/>
                </a:ext>
              </a:extLst>
            </p:cNvPr>
            <p:cNvSpPr>
              <a:spLocks noGrp="1"/>
            </p:cNvSpPr>
            <p:nvPr/>
          </p:nvSpPr>
          <p:spPr>
            <a:xfrm>
              <a:off x="5183632" y="4660754"/>
              <a:ext cx="34816" cy="109250"/>
            </a:xfrm>
            <a:custGeom>
              <a:avLst/>
              <a:gdLst/>
              <a:ahLst/>
              <a:cxnLst/>
              <a:rect l="0" t="0" r="0" b="0"/>
              <a:pathLst>
                <a:path w="34816" h="109250">
                  <a:moveTo>
                    <a:pt x="34816" y="0"/>
                  </a:moveTo>
                  <a:lnTo>
                    <a:pt x="0" y="10925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25" name="Candidate_receptor__2343">
              <a:extLst>
                <a:ext uri="{FF2B5EF4-FFF2-40B4-BE49-F238E27FC236}">
                  <a16:creationId xmlns:a16="http://schemas.microsoft.com/office/drawing/2014/main" id="{88FF451A-14E0-0C14-4E58-76B325405BB6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692828"/>
              <a:ext cx="40355" cy="103034"/>
            </a:xfrm>
            <a:custGeom>
              <a:avLst/>
              <a:gdLst/>
              <a:ahLst/>
              <a:cxnLst/>
              <a:rect l="0" t="0" r="0" b="0"/>
              <a:pathLst>
                <a:path w="40355" h="103034">
                  <a:moveTo>
                    <a:pt x="0" y="103034"/>
                  </a:moveTo>
                  <a:lnTo>
                    <a:pt x="4035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26" name="Candidate_receptor__2344">
              <a:extLst>
                <a:ext uri="{FF2B5EF4-FFF2-40B4-BE49-F238E27FC236}">
                  <a16:creationId xmlns:a16="http://schemas.microsoft.com/office/drawing/2014/main" id="{C2E233D0-5431-79F3-70B5-F4935D8FCF9A}"/>
                </a:ext>
              </a:extLst>
            </p:cNvPr>
            <p:cNvSpPr>
              <a:spLocks noGrp="1"/>
            </p:cNvSpPr>
            <p:nvPr/>
          </p:nvSpPr>
          <p:spPr>
            <a:xfrm>
              <a:off x="5224030" y="5160322"/>
              <a:ext cx="106637" cy="8868"/>
            </a:xfrm>
            <a:custGeom>
              <a:avLst/>
              <a:gdLst/>
              <a:ahLst/>
              <a:cxnLst/>
              <a:rect l="0" t="0" r="0" b="0"/>
              <a:pathLst>
                <a:path w="106637" h="8868">
                  <a:moveTo>
                    <a:pt x="0" y="8868"/>
                  </a:moveTo>
                  <a:lnTo>
                    <a:pt x="10663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27" name="Candidate_receptor__2345">
              <a:extLst>
                <a:ext uri="{FF2B5EF4-FFF2-40B4-BE49-F238E27FC236}">
                  <a16:creationId xmlns:a16="http://schemas.microsoft.com/office/drawing/2014/main" id="{FC8E5978-A591-4CE0-5CEA-305987972C28}"/>
                </a:ext>
              </a:extLst>
            </p:cNvPr>
            <p:cNvSpPr>
              <a:spLocks noGrp="1"/>
            </p:cNvSpPr>
            <p:nvPr/>
          </p:nvSpPr>
          <p:spPr>
            <a:xfrm>
              <a:off x="6406450" y="3878366"/>
              <a:ext cx="111444" cy="12619"/>
            </a:xfrm>
            <a:custGeom>
              <a:avLst/>
              <a:gdLst/>
              <a:ahLst/>
              <a:cxnLst/>
              <a:rect l="0" t="0" r="0" b="0"/>
              <a:pathLst>
                <a:path w="111444" h="12619">
                  <a:moveTo>
                    <a:pt x="111444" y="126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28" name="Candidate_receptor__2346">
              <a:extLst>
                <a:ext uri="{FF2B5EF4-FFF2-40B4-BE49-F238E27FC236}">
                  <a16:creationId xmlns:a16="http://schemas.microsoft.com/office/drawing/2014/main" id="{B9894914-1E14-5B80-D850-FD15723CD583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795862"/>
              <a:ext cx="66053" cy="84357"/>
            </a:xfrm>
            <a:custGeom>
              <a:avLst/>
              <a:gdLst/>
              <a:ahLst/>
              <a:cxnLst/>
              <a:rect l="0" t="0" r="0" b="0"/>
              <a:pathLst>
                <a:path w="66053" h="84357">
                  <a:moveTo>
                    <a:pt x="66053" y="84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29" name="Candidate_receptor__2347">
              <a:extLst>
                <a:ext uri="{FF2B5EF4-FFF2-40B4-BE49-F238E27FC236}">
                  <a16:creationId xmlns:a16="http://schemas.microsoft.com/office/drawing/2014/main" id="{AFE21070-27D1-0277-E99D-F91543132FCD}"/>
                </a:ext>
              </a:extLst>
            </p:cNvPr>
            <p:cNvSpPr>
              <a:spLocks noGrp="1"/>
            </p:cNvSpPr>
            <p:nvPr/>
          </p:nvSpPr>
          <p:spPr>
            <a:xfrm>
              <a:off x="5375264" y="4310822"/>
              <a:ext cx="106195" cy="29676"/>
            </a:xfrm>
            <a:custGeom>
              <a:avLst/>
              <a:gdLst/>
              <a:ahLst/>
              <a:cxnLst/>
              <a:rect l="0" t="0" r="0" b="0"/>
              <a:pathLst>
                <a:path w="106195" h="29676">
                  <a:moveTo>
                    <a:pt x="106195" y="296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30" name="Candidate_receptor__2348">
              <a:extLst>
                <a:ext uri="{FF2B5EF4-FFF2-40B4-BE49-F238E27FC236}">
                  <a16:creationId xmlns:a16="http://schemas.microsoft.com/office/drawing/2014/main" id="{F4970381-9002-2181-D347-4401153A91F3}"/>
                </a:ext>
              </a:extLst>
            </p:cNvPr>
            <p:cNvSpPr>
              <a:spLocks noGrp="1"/>
            </p:cNvSpPr>
            <p:nvPr/>
          </p:nvSpPr>
          <p:spPr>
            <a:xfrm>
              <a:off x="6471267" y="4470979"/>
              <a:ext cx="111487" cy="20456"/>
            </a:xfrm>
            <a:custGeom>
              <a:avLst/>
              <a:gdLst/>
              <a:ahLst/>
              <a:cxnLst/>
              <a:rect l="0" t="0" r="0" b="0"/>
              <a:pathLst>
                <a:path w="111487" h="20456">
                  <a:moveTo>
                    <a:pt x="0" y="0"/>
                  </a:moveTo>
                  <a:lnTo>
                    <a:pt x="111487" y="2045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31" name="Candidate_receptor__2349">
              <a:extLst>
                <a:ext uri="{FF2B5EF4-FFF2-40B4-BE49-F238E27FC236}">
                  <a16:creationId xmlns:a16="http://schemas.microsoft.com/office/drawing/2014/main" id="{0D3C40A0-FE9D-92B9-9057-6A85C03F78B0}"/>
                </a:ext>
              </a:extLst>
            </p:cNvPr>
            <p:cNvSpPr>
              <a:spLocks noGrp="1"/>
            </p:cNvSpPr>
            <p:nvPr/>
          </p:nvSpPr>
          <p:spPr>
            <a:xfrm>
              <a:off x="5426566" y="4628542"/>
              <a:ext cx="95222" cy="64286"/>
            </a:xfrm>
            <a:custGeom>
              <a:avLst/>
              <a:gdLst/>
              <a:ahLst/>
              <a:cxnLst/>
              <a:rect l="0" t="0" r="0" b="0"/>
              <a:pathLst>
                <a:path w="95222" h="64286">
                  <a:moveTo>
                    <a:pt x="95222" y="642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32" name="Candidate_receptor__2350">
              <a:extLst>
                <a:ext uri="{FF2B5EF4-FFF2-40B4-BE49-F238E27FC236}">
                  <a16:creationId xmlns:a16="http://schemas.microsoft.com/office/drawing/2014/main" id="{8FE248F3-206F-473C-E6B3-B2566CEA3F7C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061474"/>
              <a:ext cx="74282" cy="88175"/>
            </a:xfrm>
            <a:custGeom>
              <a:avLst/>
              <a:gdLst/>
              <a:ahLst/>
              <a:cxnLst/>
              <a:rect l="0" t="0" r="0" b="0"/>
              <a:pathLst>
                <a:path w="74282" h="88175">
                  <a:moveTo>
                    <a:pt x="0" y="88175"/>
                  </a:moveTo>
                  <a:lnTo>
                    <a:pt x="7428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33" name="Candidate_receptor__2351">
              <a:extLst>
                <a:ext uri="{FF2B5EF4-FFF2-40B4-BE49-F238E27FC236}">
                  <a16:creationId xmlns:a16="http://schemas.microsoft.com/office/drawing/2014/main" id="{4C1FAEA4-1D50-E07B-D142-AE300C7B2281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411" cy="21393"/>
            </a:xfrm>
            <a:custGeom>
              <a:avLst/>
              <a:gdLst/>
              <a:ahLst/>
              <a:cxnLst/>
              <a:rect l="0" t="0" r="0" b="0"/>
              <a:pathLst>
                <a:path w="411" h="21393">
                  <a:moveTo>
                    <a:pt x="0" y="0"/>
                  </a:moveTo>
                  <a:lnTo>
                    <a:pt x="411" y="2139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34" name="Candidate_receptor__2352">
              <a:extLst>
                <a:ext uri="{FF2B5EF4-FFF2-40B4-BE49-F238E27FC236}">
                  <a16:creationId xmlns:a16="http://schemas.microsoft.com/office/drawing/2014/main" id="{30FEAD77-6608-2E32-F873-868CB54685B3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0099" cy="27103"/>
            </a:xfrm>
            <a:custGeom>
              <a:avLst/>
              <a:gdLst/>
              <a:ahLst/>
              <a:cxnLst/>
              <a:rect l="0" t="0" r="0" b="0"/>
              <a:pathLst>
                <a:path w="10099" h="27103">
                  <a:moveTo>
                    <a:pt x="0" y="0"/>
                  </a:moveTo>
                  <a:lnTo>
                    <a:pt x="10099" y="2710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35" name="Candidate_receptor__2353">
              <a:extLst>
                <a:ext uri="{FF2B5EF4-FFF2-40B4-BE49-F238E27FC236}">
                  <a16:creationId xmlns:a16="http://schemas.microsoft.com/office/drawing/2014/main" id="{BD330624-CD54-A506-52DA-F176D57B45F6}"/>
                </a:ext>
              </a:extLst>
            </p:cNvPr>
            <p:cNvSpPr>
              <a:spLocks noGrp="1"/>
            </p:cNvSpPr>
            <p:nvPr/>
          </p:nvSpPr>
          <p:spPr>
            <a:xfrm>
              <a:off x="5943128" y="3524905"/>
              <a:ext cx="34392" cy="104373"/>
            </a:xfrm>
            <a:custGeom>
              <a:avLst/>
              <a:gdLst/>
              <a:ahLst/>
              <a:cxnLst/>
              <a:rect l="0" t="0" r="0" b="0"/>
              <a:pathLst>
                <a:path w="34392" h="104373">
                  <a:moveTo>
                    <a:pt x="0" y="104373"/>
                  </a:moveTo>
                  <a:lnTo>
                    <a:pt x="34392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52036" name="Candidate_receptor__2354">
              <a:extLst>
                <a:ext uri="{FF2B5EF4-FFF2-40B4-BE49-F238E27FC236}">
                  <a16:creationId xmlns:a16="http://schemas.microsoft.com/office/drawing/2014/main" id="{2C48A5F4-D179-6128-9C11-E7FF2FB4745C}"/>
                </a:ext>
              </a:extLst>
            </p:cNvPr>
            <p:cNvSpPr>
              <a:spLocks noGrp="1"/>
            </p:cNvSpPr>
            <p:nvPr/>
          </p:nvSpPr>
          <p:spPr>
            <a:xfrm>
              <a:off x="5451401" y="4340499"/>
              <a:ext cx="30058" cy="111454"/>
            </a:xfrm>
            <a:custGeom>
              <a:avLst/>
              <a:gdLst/>
              <a:ahLst/>
              <a:cxnLst/>
              <a:rect l="0" t="0" r="0" b="0"/>
              <a:pathLst>
                <a:path w="30058" h="111454">
                  <a:moveTo>
                    <a:pt x="0" y="111454"/>
                  </a:moveTo>
                  <a:lnTo>
                    <a:pt x="3005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37" name="Candidate_receptor__2355">
              <a:extLst>
                <a:ext uri="{FF2B5EF4-FFF2-40B4-BE49-F238E27FC236}">
                  <a16:creationId xmlns:a16="http://schemas.microsoft.com/office/drawing/2014/main" id="{45769D13-0B16-5340-3F24-2891DFBCDFA3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38725"/>
              <a:ext cx="99296" cy="22029"/>
            </a:xfrm>
            <a:custGeom>
              <a:avLst/>
              <a:gdLst/>
              <a:ahLst/>
              <a:cxnLst/>
              <a:rect l="0" t="0" r="0" b="0"/>
              <a:pathLst>
                <a:path w="99296" h="22029">
                  <a:moveTo>
                    <a:pt x="0" y="0"/>
                  </a:moveTo>
                  <a:lnTo>
                    <a:pt x="99296" y="2202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38" name="Candidate_receptor__2356">
              <a:extLst>
                <a:ext uri="{FF2B5EF4-FFF2-40B4-BE49-F238E27FC236}">
                  <a16:creationId xmlns:a16="http://schemas.microsoft.com/office/drawing/2014/main" id="{CFFE4647-400F-4C7F-3DE7-F8798930EB48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880219"/>
              <a:ext cx="79927" cy="82468"/>
            </a:xfrm>
            <a:custGeom>
              <a:avLst/>
              <a:gdLst/>
              <a:ahLst/>
              <a:cxnLst/>
              <a:rect l="0" t="0" r="0" b="0"/>
              <a:pathLst>
                <a:path w="79927" h="82468">
                  <a:moveTo>
                    <a:pt x="0" y="82468"/>
                  </a:moveTo>
                  <a:lnTo>
                    <a:pt x="799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39" name="Candidate_receptor__2357">
              <a:extLst>
                <a:ext uri="{FF2B5EF4-FFF2-40B4-BE49-F238E27FC236}">
                  <a16:creationId xmlns:a16="http://schemas.microsoft.com/office/drawing/2014/main" id="{E71F0708-9383-9616-8DA2-C7FCD774D5B3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10822"/>
              <a:ext cx="50354" cy="62368"/>
            </a:xfrm>
            <a:custGeom>
              <a:avLst/>
              <a:gdLst/>
              <a:ahLst/>
              <a:cxnLst/>
              <a:rect l="0" t="0" r="0" b="0"/>
              <a:pathLst>
                <a:path w="50354" h="62368">
                  <a:moveTo>
                    <a:pt x="50354" y="0"/>
                  </a:moveTo>
                  <a:lnTo>
                    <a:pt x="0" y="62368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40" name="Candidate_receptor__2358">
              <a:extLst>
                <a:ext uri="{FF2B5EF4-FFF2-40B4-BE49-F238E27FC236}">
                  <a16:creationId xmlns:a16="http://schemas.microsoft.com/office/drawing/2014/main" id="{3C9E368B-5719-A2E5-4C50-909259B873AF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491471"/>
              <a:ext cx="75300" cy="43108"/>
            </a:xfrm>
            <a:custGeom>
              <a:avLst/>
              <a:gdLst/>
              <a:ahLst/>
              <a:cxnLst/>
              <a:rect l="0" t="0" r="0" b="0"/>
              <a:pathLst>
                <a:path w="75300" h="43108">
                  <a:moveTo>
                    <a:pt x="0" y="43108"/>
                  </a:moveTo>
                  <a:lnTo>
                    <a:pt x="753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41" name="Candidate_receptor__2359">
              <a:extLst>
                <a:ext uri="{FF2B5EF4-FFF2-40B4-BE49-F238E27FC236}">
                  <a16:creationId xmlns:a16="http://schemas.microsoft.com/office/drawing/2014/main" id="{0E3A6C19-3ED8-0F46-320D-401CCA2770E3}"/>
                </a:ext>
              </a:extLst>
            </p:cNvPr>
            <p:cNvSpPr>
              <a:spLocks noGrp="1"/>
            </p:cNvSpPr>
            <p:nvPr/>
          </p:nvSpPr>
          <p:spPr>
            <a:xfrm>
              <a:off x="4924105" y="4405504"/>
              <a:ext cx="23500" cy="85968"/>
            </a:xfrm>
            <a:custGeom>
              <a:avLst/>
              <a:gdLst/>
              <a:ahLst/>
              <a:cxnLst/>
              <a:rect l="0" t="0" r="0" b="0"/>
              <a:pathLst>
                <a:path w="23500" h="85968">
                  <a:moveTo>
                    <a:pt x="0" y="85968"/>
                  </a:moveTo>
                  <a:lnTo>
                    <a:pt x="235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42" name="Candidate_receptor__2360">
              <a:extLst>
                <a:ext uri="{FF2B5EF4-FFF2-40B4-BE49-F238E27FC236}">
                  <a16:creationId xmlns:a16="http://schemas.microsoft.com/office/drawing/2014/main" id="{951555FC-0453-7EC8-283F-6524EB973BA1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165396"/>
              <a:ext cx="45127" cy="3794"/>
            </a:xfrm>
            <a:custGeom>
              <a:avLst/>
              <a:gdLst/>
              <a:ahLst/>
              <a:cxnLst/>
              <a:rect l="0" t="0" r="0" b="0"/>
              <a:pathLst>
                <a:path w="45127" h="3794">
                  <a:moveTo>
                    <a:pt x="0" y="0"/>
                  </a:moveTo>
                  <a:lnTo>
                    <a:pt x="45127" y="379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43" name="Candidate_receptor__2361">
              <a:extLst>
                <a:ext uri="{FF2B5EF4-FFF2-40B4-BE49-F238E27FC236}">
                  <a16:creationId xmlns:a16="http://schemas.microsoft.com/office/drawing/2014/main" id="{1F0E354D-4A90-3767-75DD-9237EA59B6D2}"/>
                </a:ext>
              </a:extLst>
            </p:cNvPr>
            <p:cNvSpPr>
              <a:spLocks noGrp="1"/>
            </p:cNvSpPr>
            <p:nvPr/>
          </p:nvSpPr>
          <p:spPr>
            <a:xfrm>
              <a:off x="6558383" y="4491435"/>
              <a:ext cx="24371" cy="109217"/>
            </a:xfrm>
            <a:custGeom>
              <a:avLst/>
              <a:gdLst/>
              <a:ahLst/>
              <a:cxnLst/>
              <a:rect l="0" t="0" r="0" b="0"/>
              <a:pathLst>
                <a:path w="24371" h="109217">
                  <a:moveTo>
                    <a:pt x="24371" y="0"/>
                  </a:moveTo>
                  <a:lnTo>
                    <a:pt x="0" y="10921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44" name="Candidate_receptor__2362">
              <a:extLst>
                <a:ext uri="{FF2B5EF4-FFF2-40B4-BE49-F238E27FC236}">
                  <a16:creationId xmlns:a16="http://schemas.microsoft.com/office/drawing/2014/main" id="{292E6B4F-F4A4-EB97-C0AB-89B22CEBC7C6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628542"/>
              <a:ext cx="59068" cy="82379"/>
            </a:xfrm>
            <a:custGeom>
              <a:avLst/>
              <a:gdLst/>
              <a:ahLst/>
              <a:cxnLst/>
              <a:rect l="0" t="0" r="0" b="0"/>
              <a:pathLst>
                <a:path w="59068" h="82379">
                  <a:moveTo>
                    <a:pt x="59068" y="0"/>
                  </a:moveTo>
                  <a:lnTo>
                    <a:pt x="0" y="8237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45" name="Candidate_receptor__2363">
              <a:extLst>
                <a:ext uri="{FF2B5EF4-FFF2-40B4-BE49-F238E27FC236}">
                  <a16:creationId xmlns:a16="http://schemas.microsoft.com/office/drawing/2014/main" id="{5E9CBE2B-F479-D76C-D617-832165510D26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81528"/>
              <a:ext cx="27085" cy="4984"/>
            </a:xfrm>
            <a:custGeom>
              <a:avLst/>
              <a:gdLst/>
              <a:ahLst/>
              <a:cxnLst/>
              <a:rect l="0" t="0" r="0" b="0"/>
              <a:pathLst>
                <a:path w="27085" h="4984">
                  <a:moveTo>
                    <a:pt x="27085" y="0"/>
                  </a:moveTo>
                  <a:lnTo>
                    <a:pt x="0" y="498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46" name="Candidate_receptor__2364">
              <a:extLst>
                <a:ext uri="{FF2B5EF4-FFF2-40B4-BE49-F238E27FC236}">
                  <a16:creationId xmlns:a16="http://schemas.microsoft.com/office/drawing/2014/main" id="{26891418-09E4-2D26-FB68-EA7E4AA68666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15247" cy="42144"/>
            </a:xfrm>
            <a:custGeom>
              <a:avLst/>
              <a:gdLst/>
              <a:ahLst/>
              <a:cxnLst/>
              <a:rect l="0" t="0" r="0" b="0"/>
              <a:pathLst>
                <a:path w="15247" h="42144">
                  <a:moveTo>
                    <a:pt x="15247" y="421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52047" name="Candidate_receptor__2365">
              <a:extLst>
                <a:ext uri="{FF2B5EF4-FFF2-40B4-BE49-F238E27FC236}">
                  <a16:creationId xmlns:a16="http://schemas.microsoft.com/office/drawing/2014/main" id="{4236B5DE-8FBB-6E82-065F-FDCD24022E67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3978857"/>
              <a:ext cx="53727" cy="49679"/>
            </a:xfrm>
            <a:custGeom>
              <a:avLst/>
              <a:gdLst/>
              <a:ahLst/>
              <a:cxnLst/>
              <a:rect l="0" t="0" r="0" b="0"/>
              <a:pathLst>
                <a:path w="53727" h="49679">
                  <a:moveTo>
                    <a:pt x="0" y="49679"/>
                  </a:moveTo>
                  <a:lnTo>
                    <a:pt x="537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48" name="Candidate_receptor__2366">
              <a:extLst>
                <a:ext uri="{FF2B5EF4-FFF2-40B4-BE49-F238E27FC236}">
                  <a16:creationId xmlns:a16="http://schemas.microsoft.com/office/drawing/2014/main" id="{7492D644-8874-80F8-F058-2146002979FC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34415"/>
              <a:ext cx="111910" cy="16667"/>
            </a:xfrm>
            <a:custGeom>
              <a:avLst/>
              <a:gdLst/>
              <a:ahLst/>
              <a:cxnLst/>
              <a:rect l="0" t="0" r="0" b="0"/>
              <a:pathLst>
                <a:path w="111910" h="16667">
                  <a:moveTo>
                    <a:pt x="111910" y="0"/>
                  </a:moveTo>
                  <a:lnTo>
                    <a:pt x="0" y="1666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49" name="Candidate_receptor__2367">
              <a:extLst>
                <a:ext uri="{FF2B5EF4-FFF2-40B4-BE49-F238E27FC236}">
                  <a16:creationId xmlns:a16="http://schemas.microsoft.com/office/drawing/2014/main" id="{F03C7E46-4692-6D7B-59E6-E08244991F20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5361"/>
              <a:ext cx="107602" cy="33712"/>
            </a:xfrm>
            <a:custGeom>
              <a:avLst/>
              <a:gdLst/>
              <a:ahLst/>
              <a:cxnLst/>
              <a:rect l="0" t="0" r="0" b="0"/>
              <a:pathLst>
                <a:path w="107602" h="33712">
                  <a:moveTo>
                    <a:pt x="0" y="33712"/>
                  </a:moveTo>
                  <a:lnTo>
                    <a:pt x="10760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50" name="Candidate_receptor__2368">
              <a:extLst>
                <a:ext uri="{FF2B5EF4-FFF2-40B4-BE49-F238E27FC236}">
                  <a16:creationId xmlns:a16="http://schemas.microsoft.com/office/drawing/2014/main" id="{B5E98848-69FC-7155-D876-5E327740E7F2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878366"/>
              <a:ext cx="24635" cy="5423"/>
            </a:xfrm>
            <a:custGeom>
              <a:avLst/>
              <a:gdLst/>
              <a:ahLst/>
              <a:cxnLst/>
              <a:rect l="0" t="0" r="0" b="0"/>
              <a:pathLst>
                <a:path w="24635" h="5423">
                  <a:moveTo>
                    <a:pt x="24635" y="0"/>
                  </a:moveTo>
                  <a:lnTo>
                    <a:pt x="0" y="542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51" name="Candidate_receptor__2369">
              <a:extLst>
                <a:ext uri="{FF2B5EF4-FFF2-40B4-BE49-F238E27FC236}">
                  <a16:creationId xmlns:a16="http://schemas.microsoft.com/office/drawing/2014/main" id="{9EB77209-54DA-12CC-E61B-E6C54149E0B6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70979"/>
              <a:ext cx="37642" cy="48832"/>
            </a:xfrm>
            <a:custGeom>
              <a:avLst/>
              <a:gdLst/>
              <a:ahLst/>
              <a:cxnLst/>
              <a:rect l="0" t="0" r="0" b="0"/>
              <a:pathLst>
                <a:path w="37642" h="48832">
                  <a:moveTo>
                    <a:pt x="0" y="48832"/>
                  </a:moveTo>
                  <a:lnTo>
                    <a:pt x="3764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52" name="Candidate_receptor__2370">
              <a:extLst>
                <a:ext uri="{FF2B5EF4-FFF2-40B4-BE49-F238E27FC236}">
                  <a16:creationId xmlns:a16="http://schemas.microsoft.com/office/drawing/2014/main" id="{488F588A-9237-726F-5841-8D7247754FCC}"/>
                </a:ext>
              </a:extLst>
            </p:cNvPr>
            <p:cNvSpPr>
              <a:spLocks noGrp="1"/>
            </p:cNvSpPr>
            <p:nvPr/>
          </p:nvSpPr>
          <p:spPr>
            <a:xfrm>
              <a:off x="6311779" y="4131532"/>
              <a:ext cx="8908" cy="100629"/>
            </a:xfrm>
            <a:custGeom>
              <a:avLst/>
              <a:gdLst/>
              <a:ahLst/>
              <a:cxnLst/>
              <a:rect l="0" t="0" r="0" b="0"/>
              <a:pathLst>
                <a:path w="8908" h="100629">
                  <a:moveTo>
                    <a:pt x="8908" y="100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53" name="Candidate_receptor__2371">
              <a:extLst>
                <a:ext uri="{FF2B5EF4-FFF2-40B4-BE49-F238E27FC236}">
                  <a16:creationId xmlns:a16="http://schemas.microsoft.com/office/drawing/2014/main" id="{3EA996C5-9046-8E6E-94B0-345401527C45}"/>
                </a:ext>
              </a:extLst>
            </p:cNvPr>
            <p:cNvSpPr>
              <a:spLocks noGrp="1"/>
            </p:cNvSpPr>
            <p:nvPr/>
          </p:nvSpPr>
          <p:spPr>
            <a:xfrm>
              <a:off x="5896128" y="3629279"/>
              <a:ext cx="47000" cy="35793"/>
            </a:xfrm>
            <a:custGeom>
              <a:avLst/>
              <a:gdLst/>
              <a:ahLst/>
              <a:cxnLst/>
              <a:rect l="0" t="0" r="0" b="0"/>
              <a:pathLst>
                <a:path w="47000" h="35793">
                  <a:moveTo>
                    <a:pt x="0" y="35793"/>
                  </a:moveTo>
                  <a:lnTo>
                    <a:pt x="47000" y="0"/>
                  </a:lnTo>
                </a:path>
              </a:pathLst>
            </a:custGeom>
            <a:noFill/>
            <a:ln w="8096">
              <a:solidFill>
                <a:srgbClr val="DEE3E7"/>
              </a:solidFill>
            </a:ln>
          </p:spPr>
        </p:sp>
        <p:sp>
          <p:nvSpPr>
            <p:cNvPr id="52054" name="Candidate_receptor__2372">
              <a:extLst>
                <a:ext uri="{FF2B5EF4-FFF2-40B4-BE49-F238E27FC236}">
                  <a16:creationId xmlns:a16="http://schemas.microsoft.com/office/drawing/2014/main" id="{EECCAA41-CFBE-8C8B-4B8B-A8ACF7A0F3C3}"/>
                </a:ext>
              </a:extLst>
            </p:cNvPr>
            <p:cNvSpPr>
              <a:spLocks noGrp="1"/>
            </p:cNvSpPr>
            <p:nvPr/>
          </p:nvSpPr>
          <p:spPr>
            <a:xfrm>
              <a:off x="6493611" y="3890985"/>
              <a:ext cx="24283" cy="87873"/>
            </a:xfrm>
            <a:custGeom>
              <a:avLst/>
              <a:gdLst/>
              <a:ahLst/>
              <a:cxnLst/>
              <a:rect l="0" t="0" r="0" b="0"/>
              <a:pathLst>
                <a:path w="24283" h="87873">
                  <a:moveTo>
                    <a:pt x="0" y="87873"/>
                  </a:moveTo>
                  <a:lnTo>
                    <a:pt x="24283" y="0"/>
                  </a:lnTo>
                </a:path>
              </a:pathLst>
            </a:custGeom>
            <a:noFill/>
            <a:ln w="20003">
              <a:solidFill>
                <a:srgbClr val="DEE3E7"/>
              </a:solidFill>
            </a:ln>
          </p:spPr>
        </p:sp>
        <p:sp>
          <p:nvSpPr>
            <p:cNvPr id="52055" name="Candidate_receptor__2373">
              <a:extLst>
                <a:ext uri="{FF2B5EF4-FFF2-40B4-BE49-F238E27FC236}">
                  <a16:creationId xmlns:a16="http://schemas.microsoft.com/office/drawing/2014/main" id="{CDD81194-C6F4-6121-DF37-4D1751ACA581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88602" cy="35632"/>
            </a:xfrm>
            <a:custGeom>
              <a:avLst/>
              <a:gdLst/>
              <a:ahLst/>
              <a:cxnLst/>
              <a:rect l="0" t="0" r="0" b="0"/>
              <a:pathLst>
                <a:path w="88602" h="35632">
                  <a:moveTo>
                    <a:pt x="88602" y="356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56" name="Candidate_receptor__2374">
              <a:extLst>
                <a:ext uri="{FF2B5EF4-FFF2-40B4-BE49-F238E27FC236}">
                  <a16:creationId xmlns:a16="http://schemas.microsoft.com/office/drawing/2014/main" id="{3611B743-F888-360C-CAB1-2E1D8644AAAC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68608"/>
              <a:ext cx="103135" cy="15262"/>
            </a:xfrm>
            <a:custGeom>
              <a:avLst/>
              <a:gdLst/>
              <a:ahLst/>
              <a:cxnLst/>
              <a:rect l="0" t="0" r="0" b="0"/>
              <a:pathLst>
                <a:path w="103135" h="15262">
                  <a:moveTo>
                    <a:pt x="0" y="15262"/>
                  </a:moveTo>
                  <a:lnTo>
                    <a:pt x="103135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57" name="Candidate_receptor__2375">
              <a:extLst>
                <a:ext uri="{FF2B5EF4-FFF2-40B4-BE49-F238E27FC236}">
                  <a16:creationId xmlns:a16="http://schemas.microsoft.com/office/drawing/2014/main" id="{64C2FCFB-A8DC-A969-274C-D6D0A563DD64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45692"/>
              <a:ext cx="49477" cy="68967"/>
            </a:xfrm>
            <a:custGeom>
              <a:avLst/>
              <a:gdLst/>
              <a:ahLst/>
              <a:cxnLst/>
              <a:rect l="0" t="0" r="0" b="0"/>
              <a:pathLst>
                <a:path w="49477" h="68967">
                  <a:moveTo>
                    <a:pt x="49477" y="0"/>
                  </a:moveTo>
                  <a:lnTo>
                    <a:pt x="0" y="68967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58" name="Candidate_receptor__2376">
              <a:extLst>
                <a:ext uri="{FF2B5EF4-FFF2-40B4-BE49-F238E27FC236}">
                  <a16:creationId xmlns:a16="http://schemas.microsoft.com/office/drawing/2014/main" id="{A8218986-4139-2601-20FF-CFD242589A2F}"/>
                </a:ext>
              </a:extLst>
            </p:cNvPr>
            <p:cNvSpPr>
              <a:spLocks noGrp="1"/>
            </p:cNvSpPr>
            <p:nvPr/>
          </p:nvSpPr>
          <p:spPr>
            <a:xfrm>
              <a:off x="5786200" y="4476198"/>
              <a:ext cx="73716" cy="68652"/>
            </a:xfrm>
            <a:custGeom>
              <a:avLst/>
              <a:gdLst/>
              <a:ahLst/>
              <a:cxnLst/>
              <a:rect l="0" t="0" r="0" b="0"/>
              <a:pathLst>
                <a:path w="73716" h="68652">
                  <a:moveTo>
                    <a:pt x="73716" y="68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59" name="Candidate_receptor__2377">
              <a:extLst>
                <a:ext uri="{FF2B5EF4-FFF2-40B4-BE49-F238E27FC236}">
                  <a16:creationId xmlns:a16="http://schemas.microsoft.com/office/drawing/2014/main" id="{6C024858-A2A0-4ACF-D77D-50DF987850AC}"/>
                </a:ext>
              </a:extLst>
            </p:cNvPr>
            <p:cNvSpPr>
              <a:spLocks noGrp="1"/>
            </p:cNvSpPr>
            <p:nvPr/>
          </p:nvSpPr>
          <p:spPr>
            <a:xfrm>
              <a:off x="5310494" y="5160322"/>
              <a:ext cx="20172" cy="85370"/>
            </a:xfrm>
            <a:custGeom>
              <a:avLst/>
              <a:gdLst/>
              <a:ahLst/>
              <a:cxnLst/>
              <a:rect l="0" t="0" r="0" b="0"/>
              <a:pathLst>
                <a:path w="20172" h="85370">
                  <a:moveTo>
                    <a:pt x="20172" y="0"/>
                  </a:moveTo>
                  <a:lnTo>
                    <a:pt x="0" y="8537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60" name="Candidate_receptor__2378">
              <a:extLst>
                <a:ext uri="{FF2B5EF4-FFF2-40B4-BE49-F238E27FC236}">
                  <a16:creationId xmlns:a16="http://schemas.microsoft.com/office/drawing/2014/main" id="{28E7DBB9-B180-AD91-6037-1130A45E73AB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39056"/>
              <a:ext cx="107372" cy="5200"/>
            </a:xfrm>
            <a:custGeom>
              <a:avLst/>
              <a:gdLst/>
              <a:ahLst/>
              <a:cxnLst/>
              <a:rect l="0" t="0" r="0" b="0"/>
              <a:pathLst>
                <a:path w="107372" h="5200">
                  <a:moveTo>
                    <a:pt x="107372" y="52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61" name="Candidate_receptor__2379">
              <a:extLst>
                <a:ext uri="{FF2B5EF4-FFF2-40B4-BE49-F238E27FC236}">
                  <a16:creationId xmlns:a16="http://schemas.microsoft.com/office/drawing/2014/main" id="{9AB56113-A816-DA84-F34A-845714DF0CD1}"/>
                </a:ext>
              </a:extLst>
            </p:cNvPr>
            <p:cNvSpPr>
              <a:spLocks noGrp="1"/>
            </p:cNvSpPr>
            <p:nvPr/>
          </p:nvSpPr>
          <p:spPr>
            <a:xfrm>
              <a:off x="5141955" y="4068608"/>
              <a:ext cx="38358" cy="91882"/>
            </a:xfrm>
            <a:custGeom>
              <a:avLst/>
              <a:gdLst/>
              <a:ahLst/>
              <a:cxnLst/>
              <a:rect l="0" t="0" r="0" b="0"/>
              <a:pathLst>
                <a:path w="38358" h="91882">
                  <a:moveTo>
                    <a:pt x="0" y="0"/>
                  </a:moveTo>
                  <a:lnTo>
                    <a:pt x="38358" y="91882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62" name="Candidate_receptor__2380">
              <a:extLst>
                <a:ext uri="{FF2B5EF4-FFF2-40B4-BE49-F238E27FC236}">
                  <a16:creationId xmlns:a16="http://schemas.microsoft.com/office/drawing/2014/main" id="{0D3508A1-9F1B-4631-4DB3-36EA4627BDF1}"/>
                </a:ext>
              </a:extLst>
            </p:cNvPr>
            <p:cNvSpPr>
              <a:spLocks noGrp="1"/>
            </p:cNvSpPr>
            <p:nvPr/>
          </p:nvSpPr>
          <p:spPr>
            <a:xfrm>
              <a:off x="5907196" y="4703966"/>
              <a:ext cx="27980" cy="10625"/>
            </a:xfrm>
            <a:custGeom>
              <a:avLst/>
              <a:gdLst/>
              <a:ahLst/>
              <a:cxnLst/>
              <a:rect l="0" t="0" r="0" b="0"/>
              <a:pathLst>
                <a:path w="27980" h="10625">
                  <a:moveTo>
                    <a:pt x="27980" y="10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63" name="Candidate_receptor__2381">
              <a:extLst>
                <a:ext uri="{FF2B5EF4-FFF2-40B4-BE49-F238E27FC236}">
                  <a16:creationId xmlns:a16="http://schemas.microsoft.com/office/drawing/2014/main" id="{A6F3FEAF-57F8-D14C-4A93-7FF909256EB9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76198"/>
              <a:ext cx="88991" cy="32223"/>
            </a:xfrm>
            <a:custGeom>
              <a:avLst/>
              <a:gdLst/>
              <a:ahLst/>
              <a:cxnLst/>
              <a:rect l="0" t="0" r="0" b="0"/>
              <a:pathLst>
                <a:path w="88991" h="32223">
                  <a:moveTo>
                    <a:pt x="88991" y="0"/>
                  </a:moveTo>
                  <a:lnTo>
                    <a:pt x="0" y="3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64" name="Candidate_receptor__2382">
              <a:extLst>
                <a:ext uri="{FF2B5EF4-FFF2-40B4-BE49-F238E27FC236}">
                  <a16:creationId xmlns:a16="http://schemas.microsoft.com/office/drawing/2014/main" id="{519CA514-0C01-50BA-2488-6607A18D8EC2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66033" cy="13897"/>
            </a:xfrm>
            <a:custGeom>
              <a:avLst/>
              <a:gdLst/>
              <a:ahLst/>
              <a:cxnLst/>
              <a:rect l="0" t="0" r="0" b="0"/>
              <a:pathLst>
                <a:path w="66033" h="13897">
                  <a:moveTo>
                    <a:pt x="66033" y="138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52065" name="Candidate_receptor__2383">
              <a:extLst>
                <a:ext uri="{FF2B5EF4-FFF2-40B4-BE49-F238E27FC236}">
                  <a16:creationId xmlns:a16="http://schemas.microsoft.com/office/drawing/2014/main" id="{CF40AF05-AE5F-83C0-D17D-F73C4FA66526}"/>
                </a:ext>
              </a:extLst>
            </p:cNvPr>
            <p:cNvSpPr>
              <a:spLocks noGrp="1"/>
            </p:cNvSpPr>
            <p:nvPr/>
          </p:nvSpPr>
          <p:spPr>
            <a:xfrm>
              <a:off x="6050719" y="3571991"/>
              <a:ext cx="55302" cy="50931"/>
            </a:xfrm>
            <a:custGeom>
              <a:avLst/>
              <a:gdLst/>
              <a:ahLst/>
              <a:cxnLst/>
              <a:rect l="0" t="0" r="0" b="0"/>
              <a:pathLst>
                <a:path w="55302" h="50931">
                  <a:moveTo>
                    <a:pt x="0" y="0"/>
                  </a:moveTo>
                  <a:lnTo>
                    <a:pt x="55302" y="50931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52066" name="Candidate_receptor__2384">
              <a:extLst>
                <a:ext uri="{FF2B5EF4-FFF2-40B4-BE49-F238E27FC236}">
                  <a16:creationId xmlns:a16="http://schemas.microsoft.com/office/drawing/2014/main" id="{EBEE751F-1392-4B23-EADB-137C8C3047A6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60490"/>
              <a:ext cx="84127" cy="68593"/>
            </a:xfrm>
            <a:custGeom>
              <a:avLst/>
              <a:gdLst/>
              <a:ahLst/>
              <a:cxnLst/>
              <a:rect l="0" t="0" r="0" b="0"/>
              <a:pathLst>
                <a:path w="84127" h="68593">
                  <a:moveTo>
                    <a:pt x="84127" y="0"/>
                  </a:moveTo>
                  <a:lnTo>
                    <a:pt x="0" y="6859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67" name="Candidate_receptor__2385">
              <a:extLst>
                <a:ext uri="{FF2B5EF4-FFF2-40B4-BE49-F238E27FC236}">
                  <a16:creationId xmlns:a16="http://schemas.microsoft.com/office/drawing/2014/main" id="{448E5B4A-A64A-0ABC-1B44-BC7367723335}"/>
                </a:ext>
              </a:extLst>
            </p:cNvPr>
            <p:cNvSpPr>
              <a:spLocks noGrp="1"/>
            </p:cNvSpPr>
            <p:nvPr/>
          </p:nvSpPr>
          <p:spPr>
            <a:xfrm>
              <a:off x="6207577" y="4232161"/>
              <a:ext cx="113110" cy="18883"/>
            </a:xfrm>
            <a:custGeom>
              <a:avLst/>
              <a:gdLst/>
              <a:ahLst/>
              <a:cxnLst/>
              <a:rect l="0" t="0" r="0" b="0"/>
              <a:pathLst>
                <a:path w="113110" h="18883">
                  <a:moveTo>
                    <a:pt x="0" y="18883"/>
                  </a:moveTo>
                  <a:lnTo>
                    <a:pt x="11311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68" name="Candidate_receptor__2386">
              <a:extLst>
                <a:ext uri="{FF2B5EF4-FFF2-40B4-BE49-F238E27FC236}">
                  <a16:creationId xmlns:a16="http://schemas.microsoft.com/office/drawing/2014/main" id="{71606F9A-6533-AF1F-0A9A-0E3C9B68C604}"/>
                </a:ext>
              </a:extLst>
            </p:cNvPr>
            <p:cNvSpPr>
              <a:spLocks noGrp="1"/>
            </p:cNvSpPr>
            <p:nvPr/>
          </p:nvSpPr>
          <p:spPr>
            <a:xfrm>
              <a:off x="5977520" y="3524905"/>
              <a:ext cx="73199" cy="47086"/>
            </a:xfrm>
            <a:custGeom>
              <a:avLst/>
              <a:gdLst/>
              <a:ahLst/>
              <a:cxnLst/>
              <a:rect l="0" t="0" r="0" b="0"/>
              <a:pathLst>
                <a:path w="73199" h="47086">
                  <a:moveTo>
                    <a:pt x="0" y="0"/>
                  </a:moveTo>
                  <a:lnTo>
                    <a:pt x="73199" y="47086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52069" name="Candidate_receptor__2387">
              <a:extLst>
                <a:ext uri="{FF2B5EF4-FFF2-40B4-BE49-F238E27FC236}">
                  <a16:creationId xmlns:a16="http://schemas.microsoft.com/office/drawing/2014/main" id="{DB710D83-B4B5-7F94-B60B-89F7DA01F93A}"/>
                </a:ext>
              </a:extLst>
            </p:cNvPr>
            <p:cNvSpPr>
              <a:spLocks noGrp="1"/>
            </p:cNvSpPr>
            <p:nvPr/>
          </p:nvSpPr>
          <p:spPr>
            <a:xfrm>
              <a:off x="6415866" y="3734415"/>
              <a:ext cx="38862" cy="61997"/>
            </a:xfrm>
            <a:custGeom>
              <a:avLst/>
              <a:gdLst/>
              <a:ahLst/>
              <a:cxnLst/>
              <a:rect l="0" t="0" r="0" b="0"/>
              <a:pathLst>
                <a:path w="38862" h="61997">
                  <a:moveTo>
                    <a:pt x="38862" y="619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70" name="Candidate_receptor__2388">
              <a:extLst>
                <a:ext uri="{FF2B5EF4-FFF2-40B4-BE49-F238E27FC236}">
                  <a16:creationId xmlns:a16="http://schemas.microsoft.com/office/drawing/2014/main" id="{243E65C7-ECFF-E8DB-79FB-EBEC8AE58580}"/>
                </a:ext>
              </a:extLst>
            </p:cNvPr>
            <p:cNvSpPr>
              <a:spLocks noGrp="1"/>
            </p:cNvSpPr>
            <p:nvPr/>
          </p:nvSpPr>
          <p:spPr>
            <a:xfrm>
              <a:off x="5559822" y="5197921"/>
              <a:ext cx="59567" cy="71383"/>
            </a:xfrm>
            <a:custGeom>
              <a:avLst/>
              <a:gdLst/>
              <a:ahLst/>
              <a:cxnLst/>
              <a:rect l="0" t="0" r="0" b="0"/>
              <a:pathLst>
                <a:path w="59567" h="71383">
                  <a:moveTo>
                    <a:pt x="0" y="0"/>
                  </a:moveTo>
                  <a:lnTo>
                    <a:pt x="59567" y="71383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52071" name="Candidate_receptor__2389">
              <a:extLst>
                <a:ext uri="{FF2B5EF4-FFF2-40B4-BE49-F238E27FC236}">
                  <a16:creationId xmlns:a16="http://schemas.microsoft.com/office/drawing/2014/main" id="{CBB06394-75AA-7398-2C73-D98B5A47A6CF}"/>
                </a:ext>
              </a:extLst>
            </p:cNvPr>
            <p:cNvSpPr>
              <a:spLocks noGrp="1"/>
            </p:cNvSpPr>
            <p:nvPr/>
          </p:nvSpPr>
          <p:spPr>
            <a:xfrm>
              <a:off x="5209506" y="5015361"/>
              <a:ext cx="36376" cy="62921"/>
            </a:xfrm>
            <a:custGeom>
              <a:avLst/>
              <a:gdLst/>
              <a:ahLst/>
              <a:cxnLst/>
              <a:rect l="0" t="0" r="0" b="0"/>
              <a:pathLst>
                <a:path w="36376" h="62921">
                  <a:moveTo>
                    <a:pt x="0" y="0"/>
                  </a:moveTo>
                  <a:lnTo>
                    <a:pt x="36376" y="62921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72" name="Candidate_receptor__2390">
              <a:extLst>
                <a:ext uri="{FF2B5EF4-FFF2-40B4-BE49-F238E27FC236}">
                  <a16:creationId xmlns:a16="http://schemas.microsoft.com/office/drawing/2014/main" id="{F1BB94A7-BB87-40DB-7408-E3EA9FCCC813}"/>
                </a:ext>
              </a:extLst>
            </p:cNvPr>
            <p:cNvSpPr>
              <a:spLocks noGrp="1"/>
            </p:cNvSpPr>
            <p:nvPr/>
          </p:nvSpPr>
          <p:spPr>
            <a:xfrm>
              <a:off x="4872603" y="4244256"/>
              <a:ext cx="26855" cy="76960"/>
            </a:xfrm>
            <a:custGeom>
              <a:avLst/>
              <a:gdLst/>
              <a:ahLst/>
              <a:cxnLst/>
              <a:rect l="0" t="0" r="0" b="0"/>
              <a:pathLst>
                <a:path w="26855" h="76960">
                  <a:moveTo>
                    <a:pt x="26855" y="76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73" name="Candidate_receptor__2391">
              <a:extLst>
                <a:ext uri="{FF2B5EF4-FFF2-40B4-BE49-F238E27FC236}">
                  <a16:creationId xmlns:a16="http://schemas.microsoft.com/office/drawing/2014/main" id="{CECC19BF-DF8B-24E8-C5D9-740134119579}"/>
                </a:ext>
              </a:extLst>
            </p:cNvPr>
            <p:cNvSpPr>
              <a:spLocks noGrp="1"/>
            </p:cNvSpPr>
            <p:nvPr/>
          </p:nvSpPr>
          <p:spPr>
            <a:xfrm>
              <a:off x="5788613" y="4544849"/>
              <a:ext cx="71303" cy="89505"/>
            </a:xfrm>
            <a:custGeom>
              <a:avLst/>
              <a:gdLst/>
              <a:ahLst/>
              <a:cxnLst/>
              <a:rect l="0" t="0" r="0" b="0"/>
              <a:pathLst>
                <a:path w="71303" h="89505">
                  <a:moveTo>
                    <a:pt x="0" y="89505"/>
                  </a:moveTo>
                  <a:lnTo>
                    <a:pt x="7130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74" name="Candidate_receptor__2392">
              <a:extLst>
                <a:ext uri="{FF2B5EF4-FFF2-40B4-BE49-F238E27FC236}">
                  <a16:creationId xmlns:a16="http://schemas.microsoft.com/office/drawing/2014/main" id="{E492B404-0715-9E5A-4511-0C74EBB81A65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81146"/>
              <a:ext cx="102960" cy="22223"/>
            </a:xfrm>
            <a:custGeom>
              <a:avLst/>
              <a:gdLst/>
              <a:ahLst/>
              <a:cxnLst/>
              <a:rect l="0" t="0" r="0" b="0"/>
              <a:pathLst>
                <a:path w="102960" h="22223">
                  <a:moveTo>
                    <a:pt x="0" y="0"/>
                  </a:moveTo>
                  <a:lnTo>
                    <a:pt x="102960" y="2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75" name="Candidate_receptor__2393">
              <a:extLst>
                <a:ext uri="{FF2B5EF4-FFF2-40B4-BE49-F238E27FC236}">
                  <a16:creationId xmlns:a16="http://schemas.microsoft.com/office/drawing/2014/main" id="{2A04C4C0-48E3-67F3-0769-C69B1BD403DE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962687"/>
              <a:ext cx="9183" cy="16910"/>
            </a:xfrm>
            <a:custGeom>
              <a:avLst/>
              <a:gdLst/>
              <a:ahLst/>
              <a:cxnLst/>
              <a:rect l="0" t="0" r="0" b="0"/>
              <a:pathLst>
                <a:path w="9183" h="16910">
                  <a:moveTo>
                    <a:pt x="9183" y="16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76" name="Candidate_receptor__2394">
              <a:extLst>
                <a:ext uri="{FF2B5EF4-FFF2-40B4-BE49-F238E27FC236}">
                  <a16:creationId xmlns:a16="http://schemas.microsoft.com/office/drawing/2014/main" id="{FC4D7C4D-9F9B-ECD1-47D9-3EFD072DD1AE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58649"/>
              <a:ext cx="33344" cy="75565"/>
            </a:xfrm>
            <a:custGeom>
              <a:avLst/>
              <a:gdLst/>
              <a:ahLst/>
              <a:cxnLst/>
              <a:rect l="0" t="0" r="0" b="0"/>
              <a:pathLst>
                <a:path w="33344" h="75565">
                  <a:moveTo>
                    <a:pt x="33344" y="755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52077" name="Candidate_receptor__2395">
              <a:extLst>
                <a:ext uri="{FF2B5EF4-FFF2-40B4-BE49-F238E27FC236}">
                  <a16:creationId xmlns:a16="http://schemas.microsoft.com/office/drawing/2014/main" id="{83E5AD25-6AB7-08F5-CFD1-FE1F8FFB4B86}"/>
                </a:ext>
              </a:extLst>
            </p:cNvPr>
            <p:cNvSpPr>
              <a:spLocks noGrp="1"/>
            </p:cNvSpPr>
            <p:nvPr/>
          </p:nvSpPr>
          <p:spPr>
            <a:xfrm>
              <a:off x="5062105" y="4899373"/>
              <a:ext cx="91909" cy="10658"/>
            </a:xfrm>
            <a:custGeom>
              <a:avLst/>
              <a:gdLst/>
              <a:ahLst/>
              <a:cxnLst/>
              <a:rect l="0" t="0" r="0" b="0"/>
              <a:pathLst>
                <a:path w="91909" h="10658">
                  <a:moveTo>
                    <a:pt x="0" y="0"/>
                  </a:moveTo>
                  <a:lnTo>
                    <a:pt x="91909" y="1065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78" name="Candidate_receptor__2396">
              <a:extLst>
                <a:ext uri="{FF2B5EF4-FFF2-40B4-BE49-F238E27FC236}">
                  <a16:creationId xmlns:a16="http://schemas.microsoft.com/office/drawing/2014/main" id="{92F5025C-50EC-1B66-1F70-0E8F703F7947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09051"/>
              <a:ext cx="54536" cy="29674"/>
            </a:xfrm>
            <a:custGeom>
              <a:avLst/>
              <a:gdLst/>
              <a:ahLst/>
              <a:cxnLst/>
              <a:rect l="0" t="0" r="0" b="0"/>
              <a:pathLst>
                <a:path w="54536" h="29674">
                  <a:moveTo>
                    <a:pt x="54536" y="0"/>
                  </a:moveTo>
                  <a:lnTo>
                    <a:pt x="0" y="296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52079" name="Candidate_receptor__2397">
              <a:extLst>
                <a:ext uri="{FF2B5EF4-FFF2-40B4-BE49-F238E27FC236}">
                  <a16:creationId xmlns:a16="http://schemas.microsoft.com/office/drawing/2014/main" id="{1A6223B4-B12F-E534-0146-FDC25F2312B3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99373"/>
              <a:ext cx="71023" cy="30769"/>
            </a:xfrm>
            <a:custGeom>
              <a:avLst/>
              <a:gdLst/>
              <a:ahLst/>
              <a:cxnLst/>
              <a:rect l="0" t="0" r="0" b="0"/>
              <a:pathLst>
                <a:path w="71023" h="30769">
                  <a:moveTo>
                    <a:pt x="0" y="30769"/>
                  </a:moveTo>
                  <a:lnTo>
                    <a:pt x="7102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80" name="Candidate_receptor__2398">
              <a:extLst>
                <a:ext uri="{FF2B5EF4-FFF2-40B4-BE49-F238E27FC236}">
                  <a16:creationId xmlns:a16="http://schemas.microsoft.com/office/drawing/2014/main" id="{860147BF-EE66-1776-35AC-E9144E2B9F55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078282"/>
              <a:ext cx="66979" cy="87114"/>
            </a:xfrm>
            <a:custGeom>
              <a:avLst/>
              <a:gdLst/>
              <a:ahLst/>
              <a:cxnLst/>
              <a:rect l="0" t="0" r="0" b="0"/>
              <a:pathLst>
                <a:path w="66979" h="87114">
                  <a:moveTo>
                    <a:pt x="66979" y="0"/>
                  </a:moveTo>
                  <a:lnTo>
                    <a:pt x="0" y="8711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81" name="Candidate_receptor__2399">
              <a:extLst>
                <a:ext uri="{FF2B5EF4-FFF2-40B4-BE49-F238E27FC236}">
                  <a16:creationId xmlns:a16="http://schemas.microsoft.com/office/drawing/2014/main" id="{BF59F86F-2648-851F-EC50-3CDF3B4F9811}"/>
                </a:ext>
              </a:extLst>
            </p:cNvPr>
            <p:cNvSpPr>
              <a:spLocks noGrp="1"/>
            </p:cNvSpPr>
            <p:nvPr/>
          </p:nvSpPr>
          <p:spPr>
            <a:xfrm>
              <a:off x="6150540" y="4503369"/>
              <a:ext cx="42552" cy="66808"/>
            </a:xfrm>
            <a:custGeom>
              <a:avLst/>
              <a:gdLst/>
              <a:ahLst/>
              <a:cxnLst/>
              <a:rect l="0" t="0" r="0" b="0"/>
              <a:pathLst>
                <a:path w="42552" h="66808">
                  <a:moveTo>
                    <a:pt x="0" y="0"/>
                  </a:moveTo>
                  <a:lnTo>
                    <a:pt x="42552" y="6680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82" name="Candidate_receptor__2400">
              <a:extLst>
                <a:ext uri="{FF2B5EF4-FFF2-40B4-BE49-F238E27FC236}">
                  <a16:creationId xmlns:a16="http://schemas.microsoft.com/office/drawing/2014/main" id="{1708BC7D-3A6C-C905-42B9-E746AA800B54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21216"/>
              <a:ext cx="90642" cy="65297"/>
            </a:xfrm>
            <a:custGeom>
              <a:avLst/>
              <a:gdLst/>
              <a:ahLst/>
              <a:cxnLst/>
              <a:rect l="0" t="0" r="0" b="0"/>
              <a:pathLst>
                <a:path w="90642" h="65297">
                  <a:moveTo>
                    <a:pt x="0" y="65297"/>
                  </a:moveTo>
                  <a:lnTo>
                    <a:pt x="90642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83" name="Candidate_receptor__2401">
              <a:extLst>
                <a:ext uri="{FF2B5EF4-FFF2-40B4-BE49-F238E27FC236}">
                  <a16:creationId xmlns:a16="http://schemas.microsoft.com/office/drawing/2014/main" id="{63642BB5-4795-34D1-3860-C9C2DA74B3E1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00550"/>
              <a:ext cx="1169" cy="50532"/>
            </a:xfrm>
            <a:custGeom>
              <a:avLst/>
              <a:gdLst/>
              <a:ahLst/>
              <a:cxnLst/>
              <a:rect l="0" t="0" r="0" b="0"/>
              <a:pathLst>
                <a:path w="1169" h="50532">
                  <a:moveTo>
                    <a:pt x="0" y="50532"/>
                  </a:moveTo>
                  <a:lnTo>
                    <a:pt x="1169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84" name="Candidate_receptor__2402">
              <a:extLst>
                <a:ext uri="{FF2B5EF4-FFF2-40B4-BE49-F238E27FC236}">
                  <a16:creationId xmlns:a16="http://schemas.microsoft.com/office/drawing/2014/main" id="{4401C96C-07FE-4829-2403-DEE49B1AF2EE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710921"/>
              <a:ext cx="71224" cy="6048"/>
            </a:xfrm>
            <a:custGeom>
              <a:avLst/>
              <a:gdLst/>
              <a:ahLst/>
              <a:cxnLst/>
              <a:rect l="0" t="0" r="0" b="0"/>
              <a:pathLst>
                <a:path w="71224" h="6048">
                  <a:moveTo>
                    <a:pt x="0" y="0"/>
                  </a:moveTo>
                  <a:lnTo>
                    <a:pt x="71224" y="604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85" name="Candidate_receptor__2403">
              <a:extLst>
                <a:ext uri="{FF2B5EF4-FFF2-40B4-BE49-F238E27FC236}">
                  <a16:creationId xmlns:a16="http://schemas.microsoft.com/office/drawing/2014/main" id="{5985013E-9622-C5AE-94C8-6330643DE746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567098"/>
              <a:ext cx="57274" cy="97974"/>
            </a:xfrm>
            <a:custGeom>
              <a:avLst/>
              <a:gdLst/>
              <a:ahLst/>
              <a:cxnLst/>
              <a:rect l="0" t="0" r="0" b="0"/>
              <a:pathLst>
                <a:path w="57274" h="97974">
                  <a:moveTo>
                    <a:pt x="0" y="0"/>
                  </a:moveTo>
                  <a:lnTo>
                    <a:pt x="57274" y="979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52086" name="Candidate_receptor__2404">
              <a:extLst>
                <a:ext uri="{FF2B5EF4-FFF2-40B4-BE49-F238E27FC236}">
                  <a16:creationId xmlns:a16="http://schemas.microsoft.com/office/drawing/2014/main" id="{49C28FE1-A9E0-F271-9CCA-1455C73030E8}"/>
                </a:ext>
              </a:extLst>
            </p:cNvPr>
            <p:cNvSpPr>
              <a:spLocks noGrp="1"/>
            </p:cNvSpPr>
            <p:nvPr/>
          </p:nvSpPr>
          <p:spPr>
            <a:xfrm>
              <a:off x="5051905" y="4490104"/>
              <a:ext cx="114170" cy="8120"/>
            </a:xfrm>
            <a:custGeom>
              <a:avLst/>
              <a:gdLst/>
              <a:ahLst/>
              <a:cxnLst/>
              <a:rect l="0" t="0" r="0" b="0"/>
              <a:pathLst>
                <a:path w="114170" h="8120">
                  <a:moveTo>
                    <a:pt x="0" y="0"/>
                  </a:moveTo>
                  <a:lnTo>
                    <a:pt x="114170" y="812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87" name="Candidate_receptor__2405">
              <a:extLst>
                <a:ext uri="{FF2B5EF4-FFF2-40B4-BE49-F238E27FC236}">
                  <a16:creationId xmlns:a16="http://schemas.microsoft.com/office/drawing/2014/main" id="{314653A2-6AA3-149F-E92F-BE045CA3CDD8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796412"/>
              <a:ext cx="72913" cy="87377"/>
            </a:xfrm>
            <a:custGeom>
              <a:avLst/>
              <a:gdLst/>
              <a:ahLst/>
              <a:cxnLst/>
              <a:rect l="0" t="0" r="0" b="0"/>
              <a:pathLst>
                <a:path w="72913" h="87377">
                  <a:moveTo>
                    <a:pt x="0" y="87377"/>
                  </a:moveTo>
                  <a:lnTo>
                    <a:pt x="7291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88" name="Candidate_receptor__2406">
              <a:extLst>
                <a:ext uri="{FF2B5EF4-FFF2-40B4-BE49-F238E27FC236}">
                  <a16:creationId xmlns:a16="http://schemas.microsoft.com/office/drawing/2014/main" id="{A5C5985A-0386-937A-F62B-6217F446D618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2473"/>
              <a:ext cx="13664" cy="36600"/>
            </a:xfrm>
            <a:custGeom>
              <a:avLst/>
              <a:gdLst/>
              <a:ahLst/>
              <a:cxnLst/>
              <a:rect l="0" t="0" r="0" b="0"/>
              <a:pathLst>
                <a:path w="13664" h="36600">
                  <a:moveTo>
                    <a:pt x="13664" y="0"/>
                  </a:moveTo>
                  <a:lnTo>
                    <a:pt x="0" y="3660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89" name="Candidate_receptor__2407">
              <a:extLst>
                <a:ext uri="{FF2B5EF4-FFF2-40B4-BE49-F238E27FC236}">
                  <a16:creationId xmlns:a16="http://schemas.microsoft.com/office/drawing/2014/main" id="{C6495CBC-C408-5EBA-3C6B-36EBCC5EB2B2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28102"/>
              <a:ext cx="67780" cy="45088"/>
            </a:xfrm>
            <a:custGeom>
              <a:avLst/>
              <a:gdLst/>
              <a:ahLst/>
              <a:cxnLst/>
              <a:rect l="0" t="0" r="0" b="0"/>
              <a:pathLst>
                <a:path w="67780" h="45088">
                  <a:moveTo>
                    <a:pt x="0" y="45088"/>
                  </a:moveTo>
                  <a:lnTo>
                    <a:pt x="6778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90" name="Candidate_receptor__2408">
              <a:extLst>
                <a:ext uri="{FF2B5EF4-FFF2-40B4-BE49-F238E27FC236}">
                  <a16:creationId xmlns:a16="http://schemas.microsoft.com/office/drawing/2014/main" id="{6832225F-5ABE-E9B2-4850-3F0968A83CAB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63089"/>
              <a:ext cx="114578" cy="13310"/>
            </a:xfrm>
            <a:custGeom>
              <a:avLst/>
              <a:gdLst/>
              <a:ahLst/>
              <a:cxnLst/>
              <a:rect l="0" t="0" r="0" b="0"/>
              <a:pathLst>
                <a:path w="114578" h="13310">
                  <a:moveTo>
                    <a:pt x="0" y="13310"/>
                  </a:moveTo>
                  <a:lnTo>
                    <a:pt x="114578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91" name="Candidate_receptor__2409">
              <a:extLst>
                <a:ext uri="{FF2B5EF4-FFF2-40B4-BE49-F238E27FC236}">
                  <a16:creationId xmlns:a16="http://schemas.microsoft.com/office/drawing/2014/main" id="{DA1353DF-6A9F-944C-DA7D-3C39FD0E8800}"/>
                </a:ext>
              </a:extLst>
            </p:cNvPr>
            <p:cNvSpPr>
              <a:spLocks noGrp="1"/>
            </p:cNvSpPr>
            <p:nvPr/>
          </p:nvSpPr>
          <p:spPr>
            <a:xfrm>
              <a:off x="5259713" y="4220275"/>
              <a:ext cx="112587" cy="23294"/>
            </a:xfrm>
            <a:custGeom>
              <a:avLst/>
              <a:gdLst/>
              <a:ahLst/>
              <a:cxnLst/>
              <a:rect l="0" t="0" r="0" b="0"/>
              <a:pathLst>
                <a:path w="112587" h="23294">
                  <a:moveTo>
                    <a:pt x="112587" y="0"/>
                  </a:moveTo>
                  <a:lnTo>
                    <a:pt x="0" y="2329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92" name="Candidate_receptor__2410">
              <a:extLst>
                <a:ext uri="{FF2B5EF4-FFF2-40B4-BE49-F238E27FC236}">
                  <a16:creationId xmlns:a16="http://schemas.microsoft.com/office/drawing/2014/main" id="{2401B6B0-63E0-3FC4-0AE1-9AE025782E33}"/>
                </a:ext>
              </a:extLst>
            </p:cNvPr>
            <p:cNvSpPr>
              <a:spLocks noGrp="1"/>
            </p:cNvSpPr>
            <p:nvPr/>
          </p:nvSpPr>
          <p:spPr>
            <a:xfrm>
              <a:off x="6280035" y="3532760"/>
              <a:ext cx="84146" cy="71645"/>
            </a:xfrm>
            <a:custGeom>
              <a:avLst/>
              <a:gdLst/>
              <a:ahLst/>
              <a:cxnLst/>
              <a:rect l="0" t="0" r="0" b="0"/>
              <a:pathLst>
                <a:path w="84146" h="71645">
                  <a:moveTo>
                    <a:pt x="84146" y="71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52093" name="Candidate_receptor__2411">
              <a:extLst>
                <a:ext uri="{FF2B5EF4-FFF2-40B4-BE49-F238E27FC236}">
                  <a16:creationId xmlns:a16="http://schemas.microsoft.com/office/drawing/2014/main" id="{85A8E912-1BF5-15C7-834F-B8A363E7A98B}"/>
                </a:ext>
              </a:extLst>
            </p:cNvPr>
            <p:cNvSpPr>
              <a:spLocks noGrp="1"/>
            </p:cNvSpPr>
            <p:nvPr/>
          </p:nvSpPr>
          <p:spPr>
            <a:xfrm>
              <a:off x="5594855" y="3043386"/>
              <a:ext cx="81838" cy="78802"/>
            </a:xfrm>
            <a:custGeom>
              <a:avLst/>
              <a:gdLst/>
              <a:ahLst/>
              <a:cxnLst/>
              <a:rect l="0" t="0" r="0" b="0"/>
              <a:pathLst>
                <a:path w="81838" h="78802">
                  <a:moveTo>
                    <a:pt x="0" y="78802"/>
                  </a:moveTo>
                  <a:lnTo>
                    <a:pt x="81838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52094" name="Candidate_receptor__2412">
              <a:extLst>
                <a:ext uri="{FF2B5EF4-FFF2-40B4-BE49-F238E27FC236}">
                  <a16:creationId xmlns:a16="http://schemas.microsoft.com/office/drawing/2014/main" id="{4544757F-0ADB-F051-A432-467700E3EF0D}"/>
                </a:ext>
              </a:extLst>
            </p:cNvPr>
            <p:cNvSpPr>
              <a:spLocks noGrp="1"/>
            </p:cNvSpPr>
            <p:nvPr/>
          </p:nvSpPr>
          <p:spPr>
            <a:xfrm>
              <a:off x="4812463" y="4082713"/>
              <a:ext cx="69676" cy="60450"/>
            </a:xfrm>
            <a:custGeom>
              <a:avLst/>
              <a:gdLst/>
              <a:ahLst/>
              <a:cxnLst/>
              <a:rect l="0" t="0" r="0" b="0"/>
              <a:pathLst>
                <a:path w="69676" h="60450">
                  <a:moveTo>
                    <a:pt x="69676" y="60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095" name="Candidate_receptor__2413">
              <a:extLst>
                <a:ext uri="{FF2B5EF4-FFF2-40B4-BE49-F238E27FC236}">
                  <a16:creationId xmlns:a16="http://schemas.microsoft.com/office/drawing/2014/main" id="{57FF4939-30F4-8E1E-50DF-7E39BADE3C60}"/>
                </a:ext>
              </a:extLst>
            </p:cNvPr>
            <p:cNvSpPr>
              <a:spLocks noGrp="1"/>
            </p:cNvSpPr>
            <p:nvPr/>
          </p:nvSpPr>
          <p:spPr>
            <a:xfrm>
              <a:off x="4913195" y="4770781"/>
              <a:ext cx="109357" cy="33316"/>
            </a:xfrm>
            <a:custGeom>
              <a:avLst/>
              <a:gdLst/>
              <a:ahLst/>
              <a:cxnLst/>
              <a:rect l="0" t="0" r="0" b="0"/>
              <a:pathLst>
                <a:path w="109357" h="33316">
                  <a:moveTo>
                    <a:pt x="0" y="33316"/>
                  </a:moveTo>
                  <a:lnTo>
                    <a:pt x="10935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096" name="Candidate_receptor__2414">
              <a:extLst>
                <a:ext uri="{FF2B5EF4-FFF2-40B4-BE49-F238E27FC236}">
                  <a16:creationId xmlns:a16="http://schemas.microsoft.com/office/drawing/2014/main" id="{31B43B1A-7219-5D40-7268-2FB43ABCAC60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58028" cy="67027"/>
            </a:xfrm>
            <a:custGeom>
              <a:avLst/>
              <a:gdLst/>
              <a:ahLst/>
              <a:cxnLst/>
              <a:rect l="0" t="0" r="0" b="0"/>
              <a:pathLst>
                <a:path w="58028" h="67027">
                  <a:moveTo>
                    <a:pt x="0" y="0"/>
                  </a:moveTo>
                  <a:lnTo>
                    <a:pt x="58028" y="67027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097" name="Candidate_receptor__2415">
              <a:extLst>
                <a:ext uri="{FF2B5EF4-FFF2-40B4-BE49-F238E27FC236}">
                  <a16:creationId xmlns:a16="http://schemas.microsoft.com/office/drawing/2014/main" id="{1A0FE064-EB58-66AC-BF84-3F3DF7D099EE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63880"/>
              <a:ext cx="80479" cy="55931"/>
            </a:xfrm>
            <a:custGeom>
              <a:avLst/>
              <a:gdLst/>
              <a:ahLst/>
              <a:cxnLst/>
              <a:rect l="0" t="0" r="0" b="0"/>
              <a:pathLst>
                <a:path w="80479" h="55931">
                  <a:moveTo>
                    <a:pt x="80479" y="0"/>
                  </a:moveTo>
                  <a:lnTo>
                    <a:pt x="0" y="5593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098" name="Candidate_receptor__2416">
              <a:extLst>
                <a:ext uri="{FF2B5EF4-FFF2-40B4-BE49-F238E27FC236}">
                  <a16:creationId xmlns:a16="http://schemas.microsoft.com/office/drawing/2014/main" id="{E8821020-1EF5-1309-EBC3-C9ABF131AA9F}"/>
                </a:ext>
              </a:extLst>
            </p:cNvPr>
            <p:cNvSpPr>
              <a:spLocks noGrp="1"/>
            </p:cNvSpPr>
            <p:nvPr/>
          </p:nvSpPr>
          <p:spPr>
            <a:xfrm>
              <a:off x="5935175" y="4714591"/>
              <a:ext cx="34343" cy="107474"/>
            </a:xfrm>
            <a:custGeom>
              <a:avLst/>
              <a:gdLst/>
              <a:ahLst/>
              <a:cxnLst/>
              <a:rect l="0" t="0" r="0" b="0"/>
              <a:pathLst>
                <a:path w="34343" h="107474">
                  <a:moveTo>
                    <a:pt x="34343" y="1074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099" name="Candidate_receptor__2417">
              <a:extLst>
                <a:ext uri="{FF2B5EF4-FFF2-40B4-BE49-F238E27FC236}">
                  <a16:creationId xmlns:a16="http://schemas.microsoft.com/office/drawing/2014/main" id="{54A1C646-20FB-76B0-39C1-0BC7E27B66DF}"/>
                </a:ext>
              </a:extLst>
            </p:cNvPr>
            <p:cNvSpPr>
              <a:spLocks noGrp="1"/>
            </p:cNvSpPr>
            <p:nvPr/>
          </p:nvSpPr>
          <p:spPr>
            <a:xfrm>
              <a:off x="5166074" y="4498224"/>
              <a:ext cx="7614" cy="110827"/>
            </a:xfrm>
            <a:custGeom>
              <a:avLst/>
              <a:gdLst/>
              <a:ahLst/>
              <a:cxnLst/>
              <a:rect l="0" t="0" r="0" b="0"/>
              <a:pathLst>
                <a:path w="7614" h="110827">
                  <a:moveTo>
                    <a:pt x="0" y="0"/>
                  </a:moveTo>
                  <a:lnTo>
                    <a:pt x="7614" y="11082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00" name="Candidate_receptor__2418">
              <a:extLst>
                <a:ext uri="{FF2B5EF4-FFF2-40B4-BE49-F238E27FC236}">
                  <a16:creationId xmlns:a16="http://schemas.microsoft.com/office/drawing/2014/main" id="{B44607D4-196D-84C0-D115-A7A24D1B37B0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83870"/>
              <a:ext cx="44535" cy="5802"/>
            </a:xfrm>
            <a:custGeom>
              <a:avLst/>
              <a:gdLst/>
              <a:ahLst/>
              <a:cxnLst/>
              <a:rect l="0" t="0" r="0" b="0"/>
              <a:pathLst>
                <a:path w="44535" h="5802">
                  <a:moveTo>
                    <a:pt x="44535" y="58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01" name="Candidate_receptor__2419">
              <a:extLst>
                <a:ext uri="{FF2B5EF4-FFF2-40B4-BE49-F238E27FC236}">
                  <a16:creationId xmlns:a16="http://schemas.microsoft.com/office/drawing/2014/main" id="{3D69B99D-93BC-8AF4-612A-02DD00809A98}"/>
                </a:ext>
              </a:extLst>
            </p:cNvPr>
            <p:cNvSpPr>
              <a:spLocks noGrp="1"/>
            </p:cNvSpPr>
            <p:nvPr/>
          </p:nvSpPr>
          <p:spPr>
            <a:xfrm>
              <a:off x="6484769" y="4363089"/>
              <a:ext cx="29336" cy="100791"/>
            </a:xfrm>
            <a:custGeom>
              <a:avLst/>
              <a:gdLst/>
              <a:ahLst/>
              <a:cxnLst/>
              <a:rect l="0" t="0" r="0" b="0"/>
              <a:pathLst>
                <a:path w="29336" h="100791">
                  <a:moveTo>
                    <a:pt x="0" y="0"/>
                  </a:moveTo>
                  <a:lnTo>
                    <a:pt x="29336" y="10079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02" name="Candidate_receptor__2420">
              <a:extLst>
                <a:ext uri="{FF2B5EF4-FFF2-40B4-BE49-F238E27FC236}">
                  <a16:creationId xmlns:a16="http://schemas.microsoft.com/office/drawing/2014/main" id="{483C153A-614F-D0B8-46FE-9AA497CBCA52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58894"/>
              <a:ext cx="70952" cy="23819"/>
            </a:xfrm>
            <a:custGeom>
              <a:avLst/>
              <a:gdLst/>
              <a:ahLst/>
              <a:cxnLst/>
              <a:rect l="0" t="0" r="0" b="0"/>
              <a:pathLst>
                <a:path w="70952" h="23819">
                  <a:moveTo>
                    <a:pt x="70952" y="23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03" name="Candidate_receptor__2421">
              <a:extLst>
                <a:ext uri="{FF2B5EF4-FFF2-40B4-BE49-F238E27FC236}">
                  <a16:creationId xmlns:a16="http://schemas.microsoft.com/office/drawing/2014/main" id="{C6DFAE8F-F3B5-B5DD-505D-C2CA59674A2F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26717"/>
              <a:ext cx="42886" cy="12340"/>
            </a:xfrm>
            <a:custGeom>
              <a:avLst/>
              <a:gdLst/>
              <a:ahLst/>
              <a:cxnLst/>
              <a:rect l="0" t="0" r="0" b="0"/>
              <a:pathLst>
                <a:path w="42886" h="12340">
                  <a:moveTo>
                    <a:pt x="0" y="12340"/>
                  </a:moveTo>
                  <a:lnTo>
                    <a:pt x="42886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04" name="Candidate_receptor__2422">
              <a:extLst>
                <a:ext uri="{FF2B5EF4-FFF2-40B4-BE49-F238E27FC236}">
                  <a16:creationId xmlns:a16="http://schemas.microsoft.com/office/drawing/2014/main" id="{67E373E0-0940-BCBA-20E0-8CBF02F64551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53362" cy="33957"/>
            </a:xfrm>
            <a:custGeom>
              <a:avLst/>
              <a:gdLst/>
              <a:ahLst/>
              <a:cxnLst/>
              <a:rect l="0" t="0" r="0" b="0"/>
              <a:pathLst>
                <a:path w="53362" h="33957">
                  <a:moveTo>
                    <a:pt x="0" y="0"/>
                  </a:moveTo>
                  <a:lnTo>
                    <a:pt x="53362" y="3395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05" name="Candidate_receptor__2423">
              <a:extLst>
                <a:ext uri="{FF2B5EF4-FFF2-40B4-BE49-F238E27FC236}">
                  <a16:creationId xmlns:a16="http://schemas.microsoft.com/office/drawing/2014/main" id="{4B42742F-F9EB-39DC-CE09-AC7AF937CD5C}"/>
                </a:ext>
              </a:extLst>
            </p:cNvPr>
            <p:cNvSpPr>
              <a:spLocks noGrp="1"/>
            </p:cNvSpPr>
            <p:nvPr/>
          </p:nvSpPr>
          <p:spPr>
            <a:xfrm>
              <a:off x="5372300" y="4220275"/>
              <a:ext cx="20390" cy="107827"/>
            </a:xfrm>
            <a:custGeom>
              <a:avLst/>
              <a:gdLst/>
              <a:ahLst/>
              <a:cxnLst/>
              <a:rect l="0" t="0" r="0" b="0"/>
              <a:pathLst>
                <a:path w="20390" h="107827">
                  <a:moveTo>
                    <a:pt x="20390" y="1078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06" name="Candidate_receptor__2424">
              <a:extLst>
                <a:ext uri="{FF2B5EF4-FFF2-40B4-BE49-F238E27FC236}">
                  <a16:creationId xmlns:a16="http://schemas.microsoft.com/office/drawing/2014/main" id="{5EDBE582-9DEF-DD1B-EF70-D0D6418DCEEC}"/>
                </a:ext>
              </a:extLst>
            </p:cNvPr>
            <p:cNvSpPr>
              <a:spLocks noGrp="1"/>
            </p:cNvSpPr>
            <p:nvPr/>
          </p:nvSpPr>
          <p:spPr>
            <a:xfrm>
              <a:off x="6087851" y="4334810"/>
              <a:ext cx="87292" cy="55777"/>
            </a:xfrm>
            <a:custGeom>
              <a:avLst/>
              <a:gdLst/>
              <a:ahLst/>
              <a:cxnLst/>
              <a:rect l="0" t="0" r="0" b="0"/>
              <a:pathLst>
                <a:path w="87292" h="55777">
                  <a:moveTo>
                    <a:pt x="0" y="0"/>
                  </a:moveTo>
                  <a:lnTo>
                    <a:pt x="87292" y="5577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07" name="Candidate_receptor__2425">
              <a:extLst>
                <a:ext uri="{FF2B5EF4-FFF2-40B4-BE49-F238E27FC236}">
                  <a16:creationId xmlns:a16="http://schemas.microsoft.com/office/drawing/2014/main" id="{662D98E1-2208-9355-98FA-27678ED41B91}"/>
                </a:ext>
              </a:extLst>
            </p:cNvPr>
            <p:cNvSpPr>
              <a:spLocks noGrp="1"/>
            </p:cNvSpPr>
            <p:nvPr/>
          </p:nvSpPr>
          <p:spPr>
            <a:xfrm>
              <a:off x="6205132" y="3532760"/>
              <a:ext cx="74904" cy="30253"/>
            </a:xfrm>
            <a:custGeom>
              <a:avLst/>
              <a:gdLst/>
              <a:ahLst/>
              <a:cxnLst/>
              <a:rect l="0" t="0" r="0" b="0"/>
              <a:pathLst>
                <a:path w="74904" h="30253">
                  <a:moveTo>
                    <a:pt x="74904" y="0"/>
                  </a:moveTo>
                  <a:lnTo>
                    <a:pt x="0" y="3025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08" name="Candidate_receptor__2426">
              <a:extLst>
                <a:ext uri="{FF2B5EF4-FFF2-40B4-BE49-F238E27FC236}">
                  <a16:creationId xmlns:a16="http://schemas.microsoft.com/office/drawing/2014/main" id="{756B2176-1DB3-1DAA-385C-C4C10FBB51C9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34282"/>
              <a:ext cx="64561" cy="81154"/>
            </a:xfrm>
            <a:custGeom>
              <a:avLst/>
              <a:gdLst/>
              <a:ahLst/>
              <a:cxnLst/>
              <a:rect l="0" t="0" r="0" b="0"/>
              <a:pathLst>
                <a:path w="64561" h="81154">
                  <a:moveTo>
                    <a:pt x="0" y="81154"/>
                  </a:moveTo>
                  <a:lnTo>
                    <a:pt x="64561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09" name="Candidate_receptor__2427">
              <a:extLst>
                <a:ext uri="{FF2B5EF4-FFF2-40B4-BE49-F238E27FC236}">
                  <a16:creationId xmlns:a16="http://schemas.microsoft.com/office/drawing/2014/main" id="{41D0FF15-91CB-C9DA-869B-638FBC202422}"/>
                </a:ext>
              </a:extLst>
            </p:cNvPr>
            <p:cNvSpPr>
              <a:spLocks noGrp="1"/>
            </p:cNvSpPr>
            <p:nvPr/>
          </p:nvSpPr>
          <p:spPr>
            <a:xfrm>
              <a:off x="6319669" y="3979548"/>
              <a:ext cx="55375" cy="97811"/>
            </a:xfrm>
            <a:custGeom>
              <a:avLst/>
              <a:gdLst/>
              <a:ahLst/>
              <a:cxnLst/>
              <a:rect l="0" t="0" r="0" b="0"/>
              <a:pathLst>
                <a:path w="55375" h="97811">
                  <a:moveTo>
                    <a:pt x="55375" y="978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10" name="Candidate_receptor__2428">
              <a:extLst>
                <a:ext uri="{FF2B5EF4-FFF2-40B4-BE49-F238E27FC236}">
                  <a16:creationId xmlns:a16="http://schemas.microsoft.com/office/drawing/2014/main" id="{2133CD88-F6A2-B1DC-3E83-23CC1806473C}"/>
                </a:ext>
              </a:extLst>
            </p:cNvPr>
            <p:cNvSpPr>
              <a:spLocks noGrp="1"/>
            </p:cNvSpPr>
            <p:nvPr/>
          </p:nvSpPr>
          <p:spPr>
            <a:xfrm>
              <a:off x="5412064" y="4834282"/>
              <a:ext cx="91007" cy="36399"/>
            </a:xfrm>
            <a:custGeom>
              <a:avLst/>
              <a:gdLst/>
              <a:ahLst/>
              <a:cxnLst/>
              <a:rect l="0" t="0" r="0" b="0"/>
              <a:pathLst>
                <a:path w="91007" h="36399">
                  <a:moveTo>
                    <a:pt x="0" y="0"/>
                  </a:moveTo>
                  <a:lnTo>
                    <a:pt x="91007" y="36399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11" name="Candidate_receptor__2429">
              <a:extLst>
                <a:ext uri="{FF2B5EF4-FFF2-40B4-BE49-F238E27FC236}">
                  <a16:creationId xmlns:a16="http://schemas.microsoft.com/office/drawing/2014/main" id="{6FC2FB23-F5C9-2293-8DB6-4337EE427650}"/>
                </a:ext>
              </a:extLst>
            </p:cNvPr>
            <p:cNvSpPr>
              <a:spLocks noGrp="1"/>
            </p:cNvSpPr>
            <p:nvPr/>
          </p:nvSpPr>
          <p:spPr>
            <a:xfrm>
              <a:off x="5162745" y="5474753"/>
              <a:ext cx="96553" cy="41099"/>
            </a:xfrm>
            <a:custGeom>
              <a:avLst/>
              <a:gdLst/>
              <a:ahLst/>
              <a:cxnLst/>
              <a:rect l="0" t="0" r="0" b="0"/>
              <a:pathLst>
                <a:path w="96553" h="41099">
                  <a:moveTo>
                    <a:pt x="96553" y="410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12" name="Candidate_receptor__2430">
              <a:extLst>
                <a:ext uri="{FF2B5EF4-FFF2-40B4-BE49-F238E27FC236}">
                  <a16:creationId xmlns:a16="http://schemas.microsoft.com/office/drawing/2014/main" id="{50958664-E07E-60B8-CE3F-FC3C9F7950B6}"/>
                </a:ext>
              </a:extLst>
            </p:cNvPr>
            <p:cNvSpPr>
              <a:spLocks noGrp="1"/>
            </p:cNvSpPr>
            <p:nvPr/>
          </p:nvSpPr>
          <p:spPr>
            <a:xfrm>
              <a:off x="5969518" y="4789841"/>
              <a:ext cx="110487" cy="32224"/>
            </a:xfrm>
            <a:custGeom>
              <a:avLst/>
              <a:gdLst/>
              <a:ahLst/>
              <a:cxnLst/>
              <a:rect l="0" t="0" r="0" b="0"/>
              <a:pathLst>
                <a:path w="110487" h="32224">
                  <a:moveTo>
                    <a:pt x="110487" y="0"/>
                  </a:moveTo>
                  <a:lnTo>
                    <a:pt x="0" y="32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13" name="Candidate_receptor__2431">
              <a:extLst>
                <a:ext uri="{FF2B5EF4-FFF2-40B4-BE49-F238E27FC236}">
                  <a16:creationId xmlns:a16="http://schemas.microsoft.com/office/drawing/2014/main" id="{831D7922-B241-8DFC-B740-8B68907C48B8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96405"/>
              <a:ext cx="61027" cy="12015"/>
            </a:xfrm>
            <a:custGeom>
              <a:avLst/>
              <a:gdLst/>
              <a:ahLst/>
              <a:cxnLst/>
              <a:rect l="0" t="0" r="0" b="0"/>
              <a:pathLst>
                <a:path w="61027" h="12015">
                  <a:moveTo>
                    <a:pt x="0" y="12015"/>
                  </a:moveTo>
                  <a:lnTo>
                    <a:pt x="6102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14" name="Candidate_receptor__2432">
              <a:extLst>
                <a:ext uri="{FF2B5EF4-FFF2-40B4-BE49-F238E27FC236}">
                  <a16:creationId xmlns:a16="http://schemas.microsoft.com/office/drawing/2014/main" id="{1D3AD139-25FC-5171-F55C-9F47F1916377}"/>
                </a:ext>
              </a:extLst>
            </p:cNvPr>
            <p:cNvSpPr>
              <a:spLocks noGrp="1"/>
            </p:cNvSpPr>
            <p:nvPr/>
          </p:nvSpPr>
          <p:spPr>
            <a:xfrm>
              <a:off x="6305124" y="3604405"/>
              <a:ext cx="59057" cy="96145"/>
            </a:xfrm>
            <a:custGeom>
              <a:avLst/>
              <a:gdLst/>
              <a:ahLst/>
              <a:cxnLst/>
              <a:rect l="0" t="0" r="0" b="0"/>
              <a:pathLst>
                <a:path w="59057" h="96145">
                  <a:moveTo>
                    <a:pt x="0" y="96145"/>
                  </a:moveTo>
                  <a:lnTo>
                    <a:pt x="5905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15" name="Candidate_receptor__2433">
              <a:extLst>
                <a:ext uri="{FF2B5EF4-FFF2-40B4-BE49-F238E27FC236}">
                  <a16:creationId xmlns:a16="http://schemas.microsoft.com/office/drawing/2014/main" id="{F220D85B-6AE9-A9E9-CEA4-7F26A9AEA0EC}"/>
                </a:ext>
              </a:extLst>
            </p:cNvPr>
            <p:cNvSpPr>
              <a:spLocks noGrp="1"/>
            </p:cNvSpPr>
            <p:nvPr/>
          </p:nvSpPr>
          <p:spPr>
            <a:xfrm>
              <a:off x="5689062" y="4351344"/>
              <a:ext cx="104748" cy="40671"/>
            </a:xfrm>
            <a:custGeom>
              <a:avLst/>
              <a:gdLst/>
              <a:ahLst/>
              <a:cxnLst/>
              <a:rect l="0" t="0" r="0" b="0"/>
              <a:pathLst>
                <a:path w="104748" h="40671">
                  <a:moveTo>
                    <a:pt x="104748" y="40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16" name="Candidate_receptor__2434">
              <a:extLst>
                <a:ext uri="{FF2B5EF4-FFF2-40B4-BE49-F238E27FC236}">
                  <a16:creationId xmlns:a16="http://schemas.microsoft.com/office/drawing/2014/main" id="{55296808-8556-8092-7281-277EFB2AF1EA}"/>
                </a:ext>
              </a:extLst>
            </p:cNvPr>
            <p:cNvSpPr>
              <a:spLocks noGrp="1"/>
            </p:cNvSpPr>
            <p:nvPr/>
          </p:nvSpPr>
          <p:spPr>
            <a:xfrm>
              <a:off x="5115568" y="4910032"/>
              <a:ext cx="38446" cy="102441"/>
            </a:xfrm>
            <a:custGeom>
              <a:avLst/>
              <a:gdLst/>
              <a:ahLst/>
              <a:cxnLst/>
              <a:rect l="0" t="0" r="0" b="0"/>
              <a:pathLst>
                <a:path w="38446" h="102441">
                  <a:moveTo>
                    <a:pt x="38446" y="0"/>
                  </a:moveTo>
                  <a:lnTo>
                    <a:pt x="0" y="1024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17" name="Candidate_receptor__2435">
              <a:extLst>
                <a:ext uri="{FF2B5EF4-FFF2-40B4-BE49-F238E27FC236}">
                  <a16:creationId xmlns:a16="http://schemas.microsoft.com/office/drawing/2014/main" id="{73A840D4-2BAF-7B99-0263-B4460F7BA794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471097"/>
              <a:ext cx="11370" cy="96001"/>
            </a:xfrm>
            <a:custGeom>
              <a:avLst/>
              <a:gdLst/>
              <a:ahLst/>
              <a:cxnLst/>
              <a:rect l="0" t="0" r="0" b="0"/>
              <a:pathLst>
                <a:path w="11370" h="96001">
                  <a:moveTo>
                    <a:pt x="11370" y="0"/>
                  </a:moveTo>
                  <a:lnTo>
                    <a:pt x="0" y="96001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18" name="Candidate_receptor__2436">
              <a:extLst>
                <a:ext uri="{FF2B5EF4-FFF2-40B4-BE49-F238E27FC236}">
                  <a16:creationId xmlns:a16="http://schemas.microsoft.com/office/drawing/2014/main" id="{20C3B492-F10B-3C97-1D99-CECE4F93668D}"/>
                </a:ext>
              </a:extLst>
            </p:cNvPr>
            <p:cNvSpPr>
              <a:spLocks noGrp="1"/>
            </p:cNvSpPr>
            <p:nvPr/>
          </p:nvSpPr>
          <p:spPr>
            <a:xfrm>
              <a:off x="5619389" y="5200531"/>
              <a:ext cx="43309" cy="68772"/>
            </a:xfrm>
            <a:custGeom>
              <a:avLst/>
              <a:gdLst/>
              <a:ahLst/>
              <a:cxnLst/>
              <a:rect l="0" t="0" r="0" b="0"/>
              <a:pathLst>
                <a:path w="43309" h="68772">
                  <a:moveTo>
                    <a:pt x="0" y="68772"/>
                  </a:moveTo>
                  <a:lnTo>
                    <a:pt x="43309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19" name="Candidate_receptor__2437">
              <a:extLst>
                <a:ext uri="{FF2B5EF4-FFF2-40B4-BE49-F238E27FC236}">
                  <a16:creationId xmlns:a16="http://schemas.microsoft.com/office/drawing/2014/main" id="{1F3635A4-E614-29F4-078C-42A96E1BE364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404729"/>
              <a:ext cx="91615" cy="6963"/>
            </a:xfrm>
            <a:custGeom>
              <a:avLst/>
              <a:gdLst/>
              <a:ahLst/>
              <a:cxnLst/>
              <a:rect l="0" t="0" r="0" b="0"/>
              <a:pathLst>
                <a:path w="91615" h="6963">
                  <a:moveTo>
                    <a:pt x="0" y="6963"/>
                  </a:moveTo>
                  <a:lnTo>
                    <a:pt x="91615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20" name="Candidate_receptor__2438">
              <a:extLst>
                <a:ext uri="{FF2B5EF4-FFF2-40B4-BE49-F238E27FC236}">
                  <a16:creationId xmlns:a16="http://schemas.microsoft.com/office/drawing/2014/main" id="{95101670-6DFC-7A81-5264-027401D10DA0}"/>
                </a:ext>
              </a:extLst>
            </p:cNvPr>
            <p:cNvSpPr>
              <a:spLocks noGrp="1"/>
            </p:cNvSpPr>
            <p:nvPr/>
          </p:nvSpPr>
          <p:spPr>
            <a:xfrm>
              <a:off x="5676693" y="3043386"/>
              <a:ext cx="69678" cy="34224"/>
            </a:xfrm>
            <a:custGeom>
              <a:avLst/>
              <a:gdLst/>
              <a:ahLst/>
              <a:cxnLst/>
              <a:rect l="0" t="0" r="0" b="0"/>
              <a:pathLst>
                <a:path w="69678" h="34224">
                  <a:moveTo>
                    <a:pt x="0" y="0"/>
                  </a:moveTo>
                  <a:lnTo>
                    <a:pt x="69678" y="34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21" name="Candidate_receptor__2439">
              <a:extLst>
                <a:ext uri="{FF2B5EF4-FFF2-40B4-BE49-F238E27FC236}">
                  <a16:creationId xmlns:a16="http://schemas.microsoft.com/office/drawing/2014/main" id="{8DE5B563-555D-580F-120B-FC001A4842DD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90104"/>
              <a:ext cx="24795" cy="40836"/>
            </a:xfrm>
            <a:custGeom>
              <a:avLst/>
              <a:gdLst/>
              <a:ahLst/>
              <a:cxnLst/>
              <a:rect l="0" t="0" r="0" b="0"/>
              <a:pathLst>
                <a:path w="24795" h="40836">
                  <a:moveTo>
                    <a:pt x="0" y="40836"/>
                  </a:moveTo>
                  <a:lnTo>
                    <a:pt x="2479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22" name="Candidate_receptor__2440">
              <a:extLst>
                <a:ext uri="{FF2B5EF4-FFF2-40B4-BE49-F238E27FC236}">
                  <a16:creationId xmlns:a16="http://schemas.microsoft.com/office/drawing/2014/main" id="{A7616E04-58ED-C829-D2E3-97A476082FEF}"/>
                </a:ext>
              </a:extLst>
            </p:cNvPr>
            <p:cNvSpPr>
              <a:spLocks noGrp="1"/>
            </p:cNvSpPr>
            <p:nvPr/>
          </p:nvSpPr>
          <p:spPr>
            <a:xfrm>
              <a:off x="5438722" y="4602897"/>
              <a:ext cx="15824" cy="114072"/>
            </a:xfrm>
            <a:custGeom>
              <a:avLst/>
              <a:gdLst/>
              <a:ahLst/>
              <a:cxnLst/>
              <a:rect l="0" t="0" r="0" b="0"/>
              <a:pathLst>
                <a:path w="15824" h="114072">
                  <a:moveTo>
                    <a:pt x="0" y="114072"/>
                  </a:moveTo>
                  <a:lnTo>
                    <a:pt x="1582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23" name="Candidate_receptor__2441">
              <a:extLst>
                <a:ext uri="{FF2B5EF4-FFF2-40B4-BE49-F238E27FC236}">
                  <a16:creationId xmlns:a16="http://schemas.microsoft.com/office/drawing/2014/main" id="{2F22D572-8150-6CC8-E1C1-6406F5A1258F}"/>
                </a:ext>
              </a:extLst>
            </p:cNvPr>
            <p:cNvSpPr>
              <a:spLocks noGrp="1"/>
            </p:cNvSpPr>
            <p:nvPr/>
          </p:nvSpPr>
          <p:spPr>
            <a:xfrm>
              <a:off x="5343249" y="4574118"/>
              <a:ext cx="111296" cy="28779"/>
            </a:xfrm>
            <a:custGeom>
              <a:avLst/>
              <a:gdLst/>
              <a:ahLst/>
              <a:cxnLst/>
              <a:rect l="0" t="0" r="0" b="0"/>
              <a:pathLst>
                <a:path w="111296" h="28779">
                  <a:moveTo>
                    <a:pt x="111296" y="2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24" name="Candidate_receptor__2442">
              <a:extLst>
                <a:ext uri="{FF2B5EF4-FFF2-40B4-BE49-F238E27FC236}">
                  <a16:creationId xmlns:a16="http://schemas.microsoft.com/office/drawing/2014/main" id="{92DB4E6F-2195-61A9-C826-3D8A6702A783}"/>
                </a:ext>
              </a:extLst>
            </p:cNvPr>
            <p:cNvSpPr>
              <a:spLocks noGrp="1"/>
            </p:cNvSpPr>
            <p:nvPr/>
          </p:nvSpPr>
          <p:spPr>
            <a:xfrm>
              <a:off x="4767564" y="3830590"/>
              <a:ext cx="66498" cy="92131"/>
            </a:xfrm>
            <a:custGeom>
              <a:avLst/>
              <a:gdLst/>
              <a:ahLst/>
              <a:cxnLst/>
              <a:rect l="0" t="0" r="0" b="0"/>
              <a:pathLst>
                <a:path w="66498" h="92131">
                  <a:moveTo>
                    <a:pt x="66498" y="921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25" name="Candidate_receptor__2443">
              <a:extLst>
                <a:ext uri="{FF2B5EF4-FFF2-40B4-BE49-F238E27FC236}">
                  <a16:creationId xmlns:a16="http://schemas.microsoft.com/office/drawing/2014/main" id="{9764ECD2-4485-86E6-93EE-EB5507A1369A}"/>
                </a:ext>
              </a:extLst>
            </p:cNvPr>
            <p:cNvSpPr>
              <a:spLocks noGrp="1"/>
            </p:cNvSpPr>
            <p:nvPr/>
          </p:nvSpPr>
          <p:spPr>
            <a:xfrm>
              <a:off x="5476742" y="4870680"/>
              <a:ext cx="26329" cy="108916"/>
            </a:xfrm>
            <a:custGeom>
              <a:avLst/>
              <a:gdLst/>
              <a:ahLst/>
              <a:cxnLst/>
              <a:rect l="0" t="0" r="0" b="0"/>
              <a:pathLst>
                <a:path w="26329" h="108916">
                  <a:moveTo>
                    <a:pt x="26329" y="0"/>
                  </a:moveTo>
                  <a:lnTo>
                    <a:pt x="0" y="1089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26" name="Candidate_receptor__2444">
              <a:extLst>
                <a:ext uri="{FF2B5EF4-FFF2-40B4-BE49-F238E27FC236}">
                  <a16:creationId xmlns:a16="http://schemas.microsoft.com/office/drawing/2014/main" id="{8C15A476-A992-8A85-4666-A954066367DE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58220"/>
              <a:ext cx="49694" cy="22926"/>
            </a:xfrm>
            <a:custGeom>
              <a:avLst/>
              <a:gdLst/>
              <a:ahLst/>
              <a:cxnLst/>
              <a:rect l="0" t="0" r="0" b="0"/>
              <a:pathLst>
                <a:path w="49694" h="22926">
                  <a:moveTo>
                    <a:pt x="49694" y="0"/>
                  </a:moveTo>
                  <a:lnTo>
                    <a:pt x="0" y="2292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27" name="Candidate_receptor__2445">
              <a:extLst>
                <a:ext uri="{FF2B5EF4-FFF2-40B4-BE49-F238E27FC236}">
                  <a16:creationId xmlns:a16="http://schemas.microsoft.com/office/drawing/2014/main" id="{901C11CE-9822-68BD-9DA3-6A7872B551AC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321802"/>
              <a:ext cx="53981" cy="13008"/>
            </a:xfrm>
            <a:custGeom>
              <a:avLst/>
              <a:gdLst/>
              <a:ahLst/>
              <a:cxnLst/>
              <a:rect l="0" t="0" r="0" b="0"/>
              <a:pathLst>
                <a:path w="53981" h="13008">
                  <a:moveTo>
                    <a:pt x="0" y="0"/>
                  </a:moveTo>
                  <a:lnTo>
                    <a:pt x="53981" y="1300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28" name="Candidate_receptor__2446">
              <a:extLst>
                <a:ext uri="{FF2B5EF4-FFF2-40B4-BE49-F238E27FC236}">
                  <a16:creationId xmlns:a16="http://schemas.microsoft.com/office/drawing/2014/main" id="{FF4ABD71-A647-46CD-1E2C-942B41750CCE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243569"/>
              <a:ext cx="7574" cy="39041"/>
            </a:xfrm>
            <a:custGeom>
              <a:avLst/>
              <a:gdLst/>
              <a:ahLst/>
              <a:cxnLst/>
              <a:rect l="0" t="0" r="0" b="0"/>
              <a:pathLst>
                <a:path w="7574" h="39041">
                  <a:moveTo>
                    <a:pt x="7574" y="0"/>
                  </a:moveTo>
                  <a:lnTo>
                    <a:pt x="0" y="390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29" name="Candidate_receptor__2447">
              <a:extLst>
                <a:ext uri="{FF2B5EF4-FFF2-40B4-BE49-F238E27FC236}">
                  <a16:creationId xmlns:a16="http://schemas.microsoft.com/office/drawing/2014/main" id="{B62F0B29-3720-D2E0-3059-207A5E327897}"/>
                </a:ext>
              </a:extLst>
            </p:cNvPr>
            <p:cNvSpPr>
              <a:spLocks noGrp="1"/>
            </p:cNvSpPr>
            <p:nvPr/>
          </p:nvSpPr>
          <p:spPr>
            <a:xfrm>
              <a:off x="6096358" y="4570177"/>
              <a:ext cx="96734" cy="53437"/>
            </a:xfrm>
            <a:custGeom>
              <a:avLst/>
              <a:gdLst/>
              <a:ahLst/>
              <a:cxnLst/>
              <a:rect l="0" t="0" r="0" b="0"/>
              <a:pathLst>
                <a:path w="96734" h="53437">
                  <a:moveTo>
                    <a:pt x="96734" y="0"/>
                  </a:moveTo>
                  <a:lnTo>
                    <a:pt x="0" y="534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30" name="Candidate_receptor__2448">
              <a:extLst>
                <a:ext uri="{FF2B5EF4-FFF2-40B4-BE49-F238E27FC236}">
                  <a16:creationId xmlns:a16="http://schemas.microsoft.com/office/drawing/2014/main" id="{8DC45B9C-970A-E318-CF40-D8E0E269519D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74753"/>
              <a:ext cx="67007" cy="35273"/>
            </a:xfrm>
            <a:custGeom>
              <a:avLst/>
              <a:gdLst/>
              <a:ahLst/>
              <a:cxnLst/>
              <a:rect l="0" t="0" r="0" b="0"/>
              <a:pathLst>
                <a:path w="67007" h="35273">
                  <a:moveTo>
                    <a:pt x="67007" y="0"/>
                  </a:moveTo>
                  <a:lnTo>
                    <a:pt x="0" y="3527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31" name="Candidate_receptor__2449">
              <a:extLst>
                <a:ext uri="{FF2B5EF4-FFF2-40B4-BE49-F238E27FC236}">
                  <a16:creationId xmlns:a16="http://schemas.microsoft.com/office/drawing/2014/main" id="{78763AFE-2529-230C-BDD7-B3A23699FB32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03521"/>
              <a:ext cx="74242" cy="55128"/>
            </a:xfrm>
            <a:custGeom>
              <a:avLst/>
              <a:gdLst/>
              <a:ahLst/>
              <a:cxnLst/>
              <a:rect l="0" t="0" r="0" b="0"/>
              <a:pathLst>
                <a:path w="74242" h="55128">
                  <a:moveTo>
                    <a:pt x="0" y="55128"/>
                  </a:moveTo>
                  <a:lnTo>
                    <a:pt x="74242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32" name="Candidate_receptor__2450">
              <a:extLst>
                <a:ext uri="{FF2B5EF4-FFF2-40B4-BE49-F238E27FC236}">
                  <a16:creationId xmlns:a16="http://schemas.microsoft.com/office/drawing/2014/main" id="{ED1884E8-CEC6-3B35-0F4B-D6A738C0F918}"/>
                </a:ext>
              </a:extLst>
            </p:cNvPr>
            <p:cNvSpPr>
              <a:spLocks noGrp="1"/>
            </p:cNvSpPr>
            <p:nvPr/>
          </p:nvSpPr>
          <p:spPr>
            <a:xfrm>
              <a:off x="6276538" y="4077359"/>
              <a:ext cx="98505" cy="52498"/>
            </a:xfrm>
            <a:custGeom>
              <a:avLst/>
              <a:gdLst/>
              <a:ahLst/>
              <a:cxnLst/>
              <a:rect l="0" t="0" r="0" b="0"/>
              <a:pathLst>
                <a:path w="98505" h="52498">
                  <a:moveTo>
                    <a:pt x="0" y="52498"/>
                  </a:moveTo>
                  <a:lnTo>
                    <a:pt x="9850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33" name="Candidate_receptor__2451">
              <a:extLst>
                <a:ext uri="{FF2B5EF4-FFF2-40B4-BE49-F238E27FC236}">
                  <a16:creationId xmlns:a16="http://schemas.microsoft.com/office/drawing/2014/main" id="{62C8E672-AFEE-9620-D352-E4A086CA381A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76399"/>
              <a:ext cx="5567" cy="29607"/>
            </a:xfrm>
            <a:custGeom>
              <a:avLst/>
              <a:gdLst/>
              <a:ahLst/>
              <a:cxnLst/>
              <a:rect l="0" t="0" r="0" b="0"/>
              <a:pathLst>
                <a:path w="5567" h="29607">
                  <a:moveTo>
                    <a:pt x="5567" y="296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34" name="Candidate_receptor__2452">
              <a:extLst>
                <a:ext uri="{FF2B5EF4-FFF2-40B4-BE49-F238E27FC236}">
                  <a16:creationId xmlns:a16="http://schemas.microsoft.com/office/drawing/2014/main" id="{3F5F146F-9BDD-AD99-FADF-0B7E5EC5E563}"/>
                </a:ext>
              </a:extLst>
            </p:cNvPr>
            <p:cNvSpPr>
              <a:spLocks noGrp="1"/>
            </p:cNvSpPr>
            <p:nvPr/>
          </p:nvSpPr>
          <p:spPr>
            <a:xfrm>
              <a:off x="4808117" y="4143163"/>
              <a:ext cx="74023" cy="83553"/>
            </a:xfrm>
            <a:custGeom>
              <a:avLst/>
              <a:gdLst/>
              <a:ahLst/>
              <a:cxnLst/>
              <a:rect l="0" t="0" r="0" b="0"/>
              <a:pathLst>
                <a:path w="74023" h="83553">
                  <a:moveTo>
                    <a:pt x="0" y="83553"/>
                  </a:moveTo>
                  <a:lnTo>
                    <a:pt x="7402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35" name="Candidate_receptor__2453">
              <a:extLst>
                <a:ext uri="{FF2B5EF4-FFF2-40B4-BE49-F238E27FC236}">
                  <a16:creationId xmlns:a16="http://schemas.microsoft.com/office/drawing/2014/main" id="{90C77E56-73B3-E30B-8151-F8510912158C}"/>
                </a:ext>
              </a:extLst>
            </p:cNvPr>
            <p:cNvSpPr>
              <a:spLocks noGrp="1"/>
            </p:cNvSpPr>
            <p:nvPr/>
          </p:nvSpPr>
          <p:spPr>
            <a:xfrm>
              <a:off x="5022552" y="4770781"/>
              <a:ext cx="15107" cy="80658"/>
            </a:xfrm>
            <a:custGeom>
              <a:avLst/>
              <a:gdLst/>
              <a:ahLst/>
              <a:cxnLst/>
              <a:rect l="0" t="0" r="0" b="0"/>
              <a:pathLst>
                <a:path w="15107" h="80658">
                  <a:moveTo>
                    <a:pt x="0" y="0"/>
                  </a:moveTo>
                  <a:lnTo>
                    <a:pt x="15107" y="8065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36" name="Candidate_receptor__2454">
              <a:extLst>
                <a:ext uri="{FF2B5EF4-FFF2-40B4-BE49-F238E27FC236}">
                  <a16:creationId xmlns:a16="http://schemas.microsoft.com/office/drawing/2014/main" id="{8E832EBC-1567-1C39-3676-4B479DE958DE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797162"/>
              <a:ext cx="18309" cy="6936"/>
            </a:xfrm>
            <a:custGeom>
              <a:avLst/>
              <a:gdLst/>
              <a:ahLst/>
              <a:cxnLst/>
              <a:rect l="0" t="0" r="0" b="0"/>
              <a:pathLst>
                <a:path w="18309" h="6936">
                  <a:moveTo>
                    <a:pt x="0" y="0"/>
                  </a:moveTo>
                  <a:lnTo>
                    <a:pt x="18309" y="693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37" name="Candidate_receptor__2455">
              <a:extLst>
                <a:ext uri="{FF2B5EF4-FFF2-40B4-BE49-F238E27FC236}">
                  <a16:creationId xmlns:a16="http://schemas.microsoft.com/office/drawing/2014/main" id="{FBB62DFC-BEC6-B6D5-43A2-C7F33896355C}"/>
                </a:ext>
              </a:extLst>
            </p:cNvPr>
            <p:cNvSpPr>
              <a:spLocks noGrp="1"/>
            </p:cNvSpPr>
            <p:nvPr/>
          </p:nvSpPr>
          <p:spPr>
            <a:xfrm>
              <a:off x="5758236" y="4392015"/>
              <a:ext cx="35573" cy="104390"/>
            </a:xfrm>
            <a:custGeom>
              <a:avLst/>
              <a:gdLst/>
              <a:ahLst/>
              <a:cxnLst/>
              <a:rect l="0" t="0" r="0" b="0"/>
              <a:pathLst>
                <a:path w="35573" h="104390">
                  <a:moveTo>
                    <a:pt x="0" y="104390"/>
                  </a:moveTo>
                  <a:lnTo>
                    <a:pt x="3557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38" name="Candidate_receptor__2456">
              <a:extLst>
                <a:ext uri="{FF2B5EF4-FFF2-40B4-BE49-F238E27FC236}">
                  <a16:creationId xmlns:a16="http://schemas.microsoft.com/office/drawing/2014/main" id="{9EE1C4D2-F7CE-124C-CB8C-8432086E8D60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79548"/>
              <a:ext cx="61375" cy="3950"/>
            </a:xfrm>
            <a:custGeom>
              <a:avLst/>
              <a:gdLst/>
              <a:ahLst/>
              <a:cxnLst/>
              <a:rect l="0" t="0" r="0" b="0"/>
              <a:pathLst>
                <a:path w="61375" h="3950">
                  <a:moveTo>
                    <a:pt x="61375" y="0"/>
                  </a:moveTo>
                  <a:lnTo>
                    <a:pt x="0" y="395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39" name="Candidate_receptor__2457">
              <a:extLst>
                <a:ext uri="{FF2B5EF4-FFF2-40B4-BE49-F238E27FC236}">
                  <a16:creationId xmlns:a16="http://schemas.microsoft.com/office/drawing/2014/main" id="{FD62B04B-CFEA-607B-767F-01F41D19607D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51440"/>
              <a:ext cx="46577" cy="78703"/>
            </a:xfrm>
            <a:custGeom>
              <a:avLst/>
              <a:gdLst/>
              <a:ahLst/>
              <a:cxnLst/>
              <a:rect l="0" t="0" r="0" b="0"/>
              <a:pathLst>
                <a:path w="46577" h="78703">
                  <a:moveTo>
                    <a:pt x="46577" y="0"/>
                  </a:moveTo>
                  <a:lnTo>
                    <a:pt x="0" y="787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40" name="Candidate_receptor__2458">
              <a:extLst>
                <a:ext uri="{FF2B5EF4-FFF2-40B4-BE49-F238E27FC236}">
                  <a16:creationId xmlns:a16="http://schemas.microsoft.com/office/drawing/2014/main" id="{6CD19D96-7B90-59F2-E53B-17EA1A7CB57A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65609"/>
              <a:ext cx="87663" cy="42406"/>
            </a:xfrm>
            <a:custGeom>
              <a:avLst/>
              <a:gdLst/>
              <a:ahLst/>
              <a:cxnLst/>
              <a:rect l="0" t="0" r="0" b="0"/>
              <a:pathLst>
                <a:path w="87663" h="42406">
                  <a:moveTo>
                    <a:pt x="0" y="42406"/>
                  </a:moveTo>
                  <a:lnTo>
                    <a:pt x="8766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41" name="Candidate_receptor__2459">
              <a:extLst>
                <a:ext uri="{FF2B5EF4-FFF2-40B4-BE49-F238E27FC236}">
                  <a16:creationId xmlns:a16="http://schemas.microsoft.com/office/drawing/2014/main" id="{4DD50861-D247-1FC4-5E91-6F267FA382F3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1344"/>
              <a:ext cx="50868" cy="46793"/>
            </a:xfrm>
            <a:custGeom>
              <a:avLst/>
              <a:gdLst/>
              <a:ahLst/>
              <a:cxnLst/>
              <a:rect l="0" t="0" r="0" b="0"/>
              <a:pathLst>
                <a:path w="50868" h="46793">
                  <a:moveTo>
                    <a:pt x="50868" y="0"/>
                  </a:moveTo>
                  <a:lnTo>
                    <a:pt x="0" y="4679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42" name="Candidate_receptor__2460">
              <a:extLst>
                <a:ext uri="{FF2B5EF4-FFF2-40B4-BE49-F238E27FC236}">
                  <a16:creationId xmlns:a16="http://schemas.microsoft.com/office/drawing/2014/main" id="{21957108-9C18-33DF-76C4-9FA6106576A7}"/>
                </a:ext>
              </a:extLst>
            </p:cNvPr>
            <p:cNvSpPr>
              <a:spLocks noGrp="1"/>
            </p:cNvSpPr>
            <p:nvPr/>
          </p:nvSpPr>
          <p:spPr>
            <a:xfrm>
              <a:off x="5560395" y="3080366"/>
              <a:ext cx="34461" cy="41823"/>
            </a:xfrm>
            <a:custGeom>
              <a:avLst/>
              <a:gdLst/>
              <a:ahLst/>
              <a:cxnLst/>
              <a:rect l="0" t="0" r="0" b="0"/>
              <a:pathLst>
                <a:path w="34461" h="41823">
                  <a:moveTo>
                    <a:pt x="0" y="0"/>
                  </a:moveTo>
                  <a:lnTo>
                    <a:pt x="34461" y="4182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43" name="Candidate_receptor__2461">
              <a:extLst>
                <a:ext uri="{FF2B5EF4-FFF2-40B4-BE49-F238E27FC236}">
                  <a16:creationId xmlns:a16="http://schemas.microsoft.com/office/drawing/2014/main" id="{7F8469FC-4EB7-E73B-DC74-6B55B24C9A20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71634"/>
              <a:ext cx="109918" cy="35216"/>
            </a:xfrm>
            <a:custGeom>
              <a:avLst/>
              <a:gdLst/>
              <a:ahLst/>
              <a:cxnLst/>
              <a:rect l="0" t="0" r="0" b="0"/>
              <a:pathLst>
                <a:path w="109918" h="35216">
                  <a:moveTo>
                    <a:pt x="0" y="0"/>
                  </a:moveTo>
                  <a:lnTo>
                    <a:pt x="109918" y="352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44" name="Candidate_receptor__2462">
              <a:extLst>
                <a:ext uri="{FF2B5EF4-FFF2-40B4-BE49-F238E27FC236}">
                  <a16:creationId xmlns:a16="http://schemas.microsoft.com/office/drawing/2014/main" id="{5E46DC8D-1331-E59B-903C-4219DE84CAFB}"/>
                </a:ext>
              </a:extLst>
            </p:cNvPr>
            <p:cNvSpPr>
              <a:spLocks noGrp="1"/>
            </p:cNvSpPr>
            <p:nvPr/>
          </p:nvSpPr>
          <p:spPr>
            <a:xfrm>
              <a:off x="5083355" y="3996099"/>
              <a:ext cx="67504" cy="93574"/>
            </a:xfrm>
            <a:custGeom>
              <a:avLst/>
              <a:gdLst/>
              <a:ahLst/>
              <a:cxnLst/>
              <a:rect l="0" t="0" r="0" b="0"/>
              <a:pathLst>
                <a:path w="67504" h="93574">
                  <a:moveTo>
                    <a:pt x="67504" y="0"/>
                  </a:moveTo>
                  <a:lnTo>
                    <a:pt x="0" y="9357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45" name="Candidate_receptor__2463">
              <a:extLst>
                <a:ext uri="{FF2B5EF4-FFF2-40B4-BE49-F238E27FC236}">
                  <a16:creationId xmlns:a16="http://schemas.microsoft.com/office/drawing/2014/main" id="{344F130D-7BBE-FEC8-6FB0-67F3959A82E0}"/>
                </a:ext>
              </a:extLst>
            </p:cNvPr>
            <p:cNvSpPr>
              <a:spLocks noGrp="1"/>
            </p:cNvSpPr>
            <p:nvPr/>
          </p:nvSpPr>
          <p:spPr>
            <a:xfrm>
              <a:off x="5746371" y="3077610"/>
              <a:ext cx="72608" cy="89174"/>
            </a:xfrm>
            <a:custGeom>
              <a:avLst/>
              <a:gdLst/>
              <a:ahLst/>
              <a:cxnLst/>
              <a:rect l="0" t="0" r="0" b="0"/>
              <a:pathLst>
                <a:path w="72608" h="89174">
                  <a:moveTo>
                    <a:pt x="0" y="0"/>
                  </a:moveTo>
                  <a:lnTo>
                    <a:pt x="72608" y="8917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46" name="Candidate_receptor__2464">
              <a:extLst>
                <a:ext uri="{FF2B5EF4-FFF2-40B4-BE49-F238E27FC236}">
                  <a16:creationId xmlns:a16="http://schemas.microsoft.com/office/drawing/2014/main" id="{BE0B7E14-FF49-80DF-319E-8B580D14132E}"/>
                </a:ext>
              </a:extLst>
            </p:cNvPr>
            <p:cNvSpPr>
              <a:spLocks noGrp="1"/>
            </p:cNvSpPr>
            <p:nvPr/>
          </p:nvSpPr>
          <p:spPr>
            <a:xfrm>
              <a:off x="6097274" y="4390588"/>
              <a:ext cx="77869" cy="67633"/>
            </a:xfrm>
            <a:custGeom>
              <a:avLst/>
              <a:gdLst/>
              <a:ahLst/>
              <a:cxnLst/>
              <a:rect l="0" t="0" r="0" b="0"/>
              <a:pathLst>
                <a:path w="77869" h="67633">
                  <a:moveTo>
                    <a:pt x="77869" y="0"/>
                  </a:moveTo>
                  <a:lnTo>
                    <a:pt x="0" y="6763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47" name="Candidate_receptor__2465">
              <a:extLst>
                <a:ext uri="{FF2B5EF4-FFF2-40B4-BE49-F238E27FC236}">
                  <a16:creationId xmlns:a16="http://schemas.microsoft.com/office/drawing/2014/main" id="{73B509BD-4F2F-2B53-E8F4-A2FE2E1B08DB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574118"/>
              <a:ext cx="31510" cy="88203"/>
            </a:xfrm>
            <a:custGeom>
              <a:avLst/>
              <a:gdLst/>
              <a:ahLst/>
              <a:cxnLst/>
              <a:rect l="0" t="0" r="0" b="0"/>
              <a:pathLst>
                <a:path w="31510" h="88203">
                  <a:moveTo>
                    <a:pt x="31510" y="0"/>
                  </a:moveTo>
                  <a:lnTo>
                    <a:pt x="0" y="882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48" name="Candidate_receptor__2466">
              <a:extLst>
                <a:ext uri="{FF2B5EF4-FFF2-40B4-BE49-F238E27FC236}">
                  <a16:creationId xmlns:a16="http://schemas.microsoft.com/office/drawing/2014/main" id="{4E051AD5-FA31-E275-692F-EFD9CF04C738}"/>
                </a:ext>
              </a:extLst>
            </p:cNvPr>
            <p:cNvSpPr>
              <a:spLocks noGrp="1"/>
            </p:cNvSpPr>
            <p:nvPr/>
          </p:nvSpPr>
          <p:spPr>
            <a:xfrm>
              <a:off x="5259298" y="5450814"/>
              <a:ext cx="85964" cy="65037"/>
            </a:xfrm>
            <a:custGeom>
              <a:avLst/>
              <a:gdLst/>
              <a:ahLst/>
              <a:cxnLst/>
              <a:rect l="0" t="0" r="0" b="0"/>
              <a:pathLst>
                <a:path w="85964" h="65037">
                  <a:moveTo>
                    <a:pt x="85964" y="0"/>
                  </a:moveTo>
                  <a:lnTo>
                    <a:pt x="0" y="650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49" name="Candidate_receptor__2467">
              <a:extLst>
                <a:ext uri="{FF2B5EF4-FFF2-40B4-BE49-F238E27FC236}">
                  <a16:creationId xmlns:a16="http://schemas.microsoft.com/office/drawing/2014/main" id="{28F4547F-7885-F69D-38EC-3473AB61F9C9}"/>
                </a:ext>
              </a:extLst>
            </p:cNvPr>
            <p:cNvSpPr>
              <a:spLocks noGrp="1"/>
            </p:cNvSpPr>
            <p:nvPr/>
          </p:nvSpPr>
          <p:spPr>
            <a:xfrm>
              <a:off x="4867115" y="4665609"/>
              <a:ext cx="71895" cy="25525"/>
            </a:xfrm>
            <a:custGeom>
              <a:avLst/>
              <a:gdLst/>
              <a:ahLst/>
              <a:cxnLst/>
              <a:rect l="0" t="0" r="0" b="0"/>
              <a:pathLst>
                <a:path w="71895" h="25525">
                  <a:moveTo>
                    <a:pt x="0" y="0"/>
                  </a:moveTo>
                  <a:lnTo>
                    <a:pt x="71895" y="25525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50" name="Candidate_receptor__2468">
              <a:extLst>
                <a:ext uri="{FF2B5EF4-FFF2-40B4-BE49-F238E27FC236}">
                  <a16:creationId xmlns:a16="http://schemas.microsoft.com/office/drawing/2014/main" id="{87DC6E8A-B266-4CC7-E489-0401498C638B}"/>
                </a:ext>
              </a:extLst>
            </p:cNvPr>
            <p:cNvSpPr>
              <a:spLocks noGrp="1"/>
            </p:cNvSpPr>
            <p:nvPr/>
          </p:nvSpPr>
          <p:spPr>
            <a:xfrm>
              <a:off x="4828625" y="3922721"/>
              <a:ext cx="5437" cy="91257"/>
            </a:xfrm>
            <a:custGeom>
              <a:avLst/>
              <a:gdLst/>
              <a:ahLst/>
              <a:cxnLst/>
              <a:rect l="0" t="0" r="0" b="0"/>
              <a:pathLst>
                <a:path w="5437" h="91257">
                  <a:moveTo>
                    <a:pt x="0" y="91257"/>
                  </a:moveTo>
                  <a:lnTo>
                    <a:pt x="543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51" name="Candidate_receptor__2469">
              <a:extLst>
                <a:ext uri="{FF2B5EF4-FFF2-40B4-BE49-F238E27FC236}">
                  <a16:creationId xmlns:a16="http://schemas.microsoft.com/office/drawing/2014/main" id="{F02AF4A1-EDBD-1F22-5FD2-37C29086AFF5}"/>
                </a:ext>
              </a:extLst>
            </p:cNvPr>
            <p:cNvSpPr>
              <a:spLocks noGrp="1"/>
            </p:cNvSpPr>
            <p:nvPr/>
          </p:nvSpPr>
          <p:spPr>
            <a:xfrm>
              <a:off x="6709055" y="4596959"/>
              <a:ext cx="74967" cy="83484"/>
            </a:xfrm>
            <a:custGeom>
              <a:avLst/>
              <a:gdLst/>
              <a:ahLst/>
              <a:cxnLst/>
              <a:rect l="0" t="0" r="0" b="0"/>
              <a:pathLst>
                <a:path w="74967" h="83484">
                  <a:moveTo>
                    <a:pt x="0" y="83484"/>
                  </a:moveTo>
                  <a:lnTo>
                    <a:pt x="7496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52" name="Candidate_receptor__2470">
              <a:extLst>
                <a:ext uri="{FF2B5EF4-FFF2-40B4-BE49-F238E27FC236}">
                  <a16:creationId xmlns:a16="http://schemas.microsoft.com/office/drawing/2014/main" id="{F4A114C0-3C20-E222-1125-D5E5FE449D47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13978"/>
              <a:ext cx="87113" cy="44916"/>
            </a:xfrm>
            <a:custGeom>
              <a:avLst/>
              <a:gdLst/>
              <a:ahLst/>
              <a:cxnLst/>
              <a:rect l="0" t="0" r="0" b="0"/>
              <a:pathLst>
                <a:path w="87113" h="44916">
                  <a:moveTo>
                    <a:pt x="0" y="44916"/>
                  </a:moveTo>
                  <a:lnTo>
                    <a:pt x="87113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53" name="Candidate_receptor__2471">
              <a:extLst>
                <a:ext uri="{FF2B5EF4-FFF2-40B4-BE49-F238E27FC236}">
                  <a16:creationId xmlns:a16="http://schemas.microsoft.com/office/drawing/2014/main" id="{43D72427-0F13-F330-2803-800C742BE205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26431"/>
              <a:ext cx="96087" cy="59364"/>
            </a:xfrm>
            <a:custGeom>
              <a:avLst/>
              <a:gdLst/>
              <a:ahLst/>
              <a:cxnLst/>
              <a:rect l="0" t="0" r="0" b="0"/>
              <a:pathLst>
                <a:path w="96087" h="59364">
                  <a:moveTo>
                    <a:pt x="96087" y="0"/>
                  </a:moveTo>
                  <a:lnTo>
                    <a:pt x="0" y="5936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54" name="Candidate_receptor__2472">
              <a:extLst>
                <a:ext uri="{FF2B5EF4-FFF2-40B4-BE49-F238E27FC236}">
                  <a16:creationId xmlns:a16="http://schemas.microsoft.com/office/drawing/2014/main" id="{8E26BB4F-8395-3AB0-CDB3-3F886A424398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238101"/>
              <a:ext cx="33824" cy="109325"/>
            </a:xfrm>
            <a:custGeom>
              <a:avLst/>
              <a:gdLst/>
              <a:ahLst/>
              <a:cxnLst/>
              <a:rect l="0" t="0" r="0" b="0"/>
              <a:pathLst>
                <a:path w="33824" h="109325">
                  <a:moveTo>
                    <a:pt x="33824" y="0"/>
                  </a:moveTo>
                  <a:lnTo>
                    <a:pt x="0" y="10932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55" name="Candidate_receptor__2473">
              <a:extLst>
                <a:ext uri="{FF2B5EF4-FFF2-40B4-BE49-F238E27FC236}">
                  <a16:creationId xmlns:a16="http://schemas.microsoft.com/office/drawing/2014/main" id="{BD46B954-30E2-9905-BFFF-D1A9178F7CB6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76465"/>
              <a:ext cx="32586" cy="38971"/>
            </a:xfrm>
            <a:custGeom>
              <a:avLst/>
              <a:gdLst/>
              <a:ahLst/>
              <a:cxnLst/>
              <a:rect l="0" t="0" r="0" b="0"/>
              <a:pathLst>
                <a:path w="32586" h="38971">
                  <a:moveTo>
                    <a:pt x="32586" y="0"/>
                  </a:moveTo>
                  <a:lnTo>
                    <a:pt x="0" y="3897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56" name="Candidate_receptor__2474">
              <a:extLst>
                <a:ext uri="{FF2B5EF4-FFF2-40B4-BE49-F238E27FC236}">
                  <a16:creationId xmlns:a16="http://schemas.microsoft.com/office/drawing/2014/main" id="{D9B72B75-EDCF-CF8A-51AE-51493BDF03B9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8078"/>
              <a:ext cx="19889" cy="84935"/>
            </a:xfrm>
            <a:custGeom>
              <a:avLst/>
              <a:gdLst/>
              <a:ahLst/>
              <a:cxnLst/>
              <a:rect l="0" t="0" r="0" b="0"/>
              <a:pathLst>
                <a:path w="19889" h="84935">
                  <a:moveTo>
                    <a:pt x="19889" y="849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57" name="Candidate_receptor__2475">
              <a:extLst>
                <a:ext uri="{FF2B5EF4-FFF2-40B4-BE49-F238E27FC236}">
                  <a16:creationId xmlns:a16="http://schemas.microsoft.com/office/drawing/2014/main" id="{DB257DF9-8639-C965-143A-A15D3F406C2D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70812" cy="55365"/>
            </a:xfrm>
            <a:custGeom>
              <a:avLst/>
              <a:gdLst/>
              <a:ahLst/>
              <a:cxnLst/>
              <a:rect l="0" t="0" r="0" b="0"/>
              <a:pathLst>
                <a:path w="70812" h="55365">
                  <a:moveTo>
                    <a:pt x="0" y="0"/>
                  </a:moveTo>
                  <a:lnTo>
                    <a:pt x="70812" y="5536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58" name="Candidate_receptor__2476">
              <a:extLst>
                <a:ext uri="{FF2B5EF4-FFF2-40B4-BE49-F238E27FC236}">
                  <a16:creationId xmlns:a16="http://schemas.microsoft.com/office/drawing/2014/main" id="{E7A330A2-7183-2569-FB92-FC867BAA326D}"/>
                </a:ext>
              </a:extLst>
            </p:cNvPr>
            <p:cNvSpPr>
              <a:spLocks noGrp="1"/>
            </p:cNvSpPr>
            <p:nvPr/>
          </p:nvSpPr>
          <p:spPr>
            <a:xfrm>
              <a:off x="5042914" y="5358496"/>
              <a:ext cx="114294" cy="1745"/>
            </a:xfrm>
            <a:custGeom>
              <a:avLst/>
              <a:gdLst/>
              <a:ahLst/>
              <a:cxnLst/>
              <a:rect l="0" t="0" r="0" b="0"/>
              <a:pathLst>
                <a:path w="114294" h="1745">
                  <a:moveTo>
                    <a:pt x="114294" y="1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59" name="Candidate_receptor__2477">
              <a:extLst>
                <a:ext uri="{FF2B5EF4-FFF2-40B4-BE49-F238E27FC236}">
                  <a16:creationId xmlns:a16="http://schemas.microsoft.com/office/drawing/2014/main" id="{30B42C77-D5BE-5D56-738C-5E39D11154F7}"/>
                </a:ext>
              </a:extLst>
            </p:cNvPr>
            <p:cNvSpPr>
              <a:spLocks noGrp="1"/>
            </p:cNvSpPr>
            <p:nvPr/>
          </p:nvSpPr>
          <p:spPr>
            <a:xfrm>
              <a:off x="5252448" y="4767595"/>
              <a:ext cx="105704" cy="27623"/>
            </a:xfrm>
            <a:custGeom>
              <a:avLst/>
              <a:gdLst/>
              <a:ahLst/>
              <a:cxnLst/>
              <a:rect l="0" t="0" r="0" b="0"/>
              <a:pathLst>
                <a:path w="105704" h="27623">
                  <a:moveTo>
                    <a:pt x="0" y="27623"/>
                  </a:moveTo>
                  <a:lnTo>
                    <a:pt x="10570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60" name="Candidate_receptor__2478">
              <a:extLst>
                <a:ext uri="{FF2B5EF4-FFF2-40B4-BE49-F238E27FC236}">
                  <a16:creationId xmlns:a16="http://schemas.microsoft.com/office/drawing/2014/main" id="{9BA42920-405F-0217-48B8-DFACB19581E7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902643"/>
              <a:ext cx="25382" cy="2162"/>
            </a:xfrm>
            <a:custGeom>
              <a:avLst/>
              <a:gdLst/>
              <a:ahLst/>
              <a:cxnLst/>
              <a:rect l="0" t="0" r="0" b="0"/>
              <a:pathLst>
                <a:path w="25382" h="2162">
                  <a:moveTo>
                    <a:pt x="25382" y="21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52161" name="Candidate_receptor__2479">
              <a:extLst>
                <a:ext uri="{FF2B5EF4-FFF2-40B4-BE49-F238E27FC236}">
                  <a16:creationId xmlns:a16="http://schemas.microsoft.com/office/drawing/2014/main" id="{F842BF5F-AAF7-2529-80BA-FFBE58260394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17539"/>
              <a:ext cx="97132" cy="56150"/>
            </a:xfrm>
            <a:custGeom>
              <a:avLst/>
              <a:gdLst/>
              <a:ahLst/>
              <a:cxnLst/>
              <a:rect l="0" t="0" r="0" b="0"/>
              <a:pathLst>
                <a:path w="97132" h="56150">
                  <a:moveTo>
                    <a:pt x="97132" y="0"/>
                  </a:moveTo>
                  <a:lnTo>
                    <a:pt x="0" y="5615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52162" name="Candidate_receptor__2480">
              <a:extLst>
                <a:ext uri="{FF2B5EF4-FFF2-40B4-BE49-F238E27FC236}">
                  <a16:creationId xmlns:a16="http://schemas.microsoft.com/office/drawing/2014/main" id="{2A12258B-D0C9-A452-A2A5-A72B38709913}"/>
                </a:ext>
              </a:extLst>
            </p:cNvPr>
            <p:cNvSpPr>
              <a:spLocks noGrp="1"/>
            </p:cNvSpPr>
            <p:nvPr/>
          </p:nvSpPr>
          <p:spPr>
            <a:xfrm>
              <a:off x="4721434" y="4548532"/>
              <a:ext cx="101422" cy="16674"/>
            </a:xfrm>
            <a:custGeom>
              <a:avLst/>
              <a:gdLst/>
              <a:ahLst/>
              <a:cxnLst/>
              <a:rect l="0" t="0" r="0" b="0"/>
              <a:pathLst>
                <a:path w="101422" h="16674">
                  <a:moveTo>
                    <a:pt x="0" y="16674"/>
                  </a:moveTo>
                  <a:lnTo>
                    <a:pt x="101422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52163" name="Candidate_receptor__2481">
              <a:extLst>
                <a:ext uri="{FF2B5EF4-FFF2-40B4-BE49-F238E27FC236}">
                  <a16:creationId xmlns:a16="http://schemas.microsoft.com/office/drawing/2014/main" id="{6BE48E03-89CA-1ECF-3D2A-2C82BC114614}"/>
                </a:ext>
              </a:extLst>
            </p:cNvPr>
            <p:cNvSpPr>
              <a:spLocks noGrp="1"/>
            </p:cNvSpPr>
            <p:nvPr/>
          </p:nvSpPr>
          <p:spPr>
            <a:xfrm>
              <a:off x="6376026" y="4244283"/>
              <a:ext cx="71882" cy="73455"/>
            </a:xfrm>
            <a:custGeom>
              <a:avLst/>
              <a:gdLst/>
              <a:ahLst/>
              <a:cxnLst/>
              <a:rect l="0" t="0" r="0" b="0"/>
              <a:pathLst>
                <a:path w="71882" h="73455">
                  <a:moveTo>
                    <a:pt x="0" y="0"/>
                  </a:moveTo>
                  <a:lnTo>
                    <a:pt x="71882" y="7345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52164" name="Candidate_receptor__2482">
              <a:extLst>
                <a:ext uri="{FF2B5EF4-FFF2-40B4-BE49-F238E27FC236}">
                  <a16:creationId xmlns:a16="http://schemas.microsoft.com/office/drawing/2014/main" id="{A61C5939-E4B6-C26F-4E1C-88322D0C9BE9}"/>
                </a:ext>
              </a:extLst>
            </p:cNvPr>
            <p:cNvSpPr>
              <a:spLocks noGrp="1"/>
            </p:cNvSpPr>
            <p:nvPr/>
          </p:nvSpPr>
          <p:spPr>
            <a:xfrm>
              <a:off x="5101621" y="3924842"/>
              <a:ext cx="49238" cy="71257"/>
            </a:xfrm>
            <a:custGeom>
              <a:avLst/>
              <a:gdLst/>
              <a:ahLst/>
              <a:cxnLst/>
              <a:rect l="0" t="0" r="0" b="0"/>
              <a:pathLst>
                <a:path w="49238" h="71257">
                  <a:moveTo>
                    <a:pt x="0" y="0"/>
                  </a:moveTo>
                  <a:lnTo>
                    <a:pt x="49238" y="71257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52165" name="Candidate_receptor__2483">
              <a:extLst>
                <a:ext uri="{FF2B5EF4-FFF2-40B4-BE49-F238E27FC236}">
                  <a16:creationId xmlns:a16="http://schemas.microsoft.com/office/drawing/2014/main" id="{3ECD90D6-76BF-FF2C-0930-6F30474C65C6}"/>
                </a:ext>
              </a:extLst>
            </p:cNvPr>
            <p:cNvSpPr>
              <a:spLocks noGrp="1"/>
            </p:cNvSpPr>
            <p:nvPr/>
          </p:nvSpPr>
          <p:spPr>
            <a:xfrm>
              <a:off x="6129250" y="4206850"/>
              <a:ext cx="14784" cy="77295"/>
            </a:xfrm>
            <a:custGeom>
              <a:avLst/>
              <a:gdLst/>
              <a:ahLst/>
              <a:cxnLst/>
              <a:rect l="0" t="0" r="0" b="0"/>
              <a:pathLst>
                <a:path w="14784" h="77295">
                  <a:moveTo>
                    <a:pt x="14784" y="0"/>
                  </a:moveTo>
                  <a:lnTo>
                    <a:pt x="0" y="7729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52166" name="Candidate_receptor__2484">
              <a:extLst>
                <a:ext uri="{FF2B5EF4-FFF2-40B4-BE49-F238E27FC236}">
                  <a16:creationId xmlns:a16="http://schemas.microsoft.com/office/drawing/2014/main" id="{AEE044DE-33B7-F9A6-7F90-908D38483EAE}"/>
                </a:ext>
              </a:extLst>
            </p:cNvPr>
            <p:cNvSpPr>
              <a:spLocks noGrp="1"/>
            </p:cNvSpPr>
            <p:nvPr/>
          </p:nvSpPr>
          <p:spPr>
            <a:xfrm>
              <a:off x="6784022" y="4507628"/>
              <a:ext cx="38546" cy="89331"/>
            </a:xfrm>
            <a:custGeom>
              <a:avLst/>
              <a:gdLst/>
              <a:ahLst/>
              <a:cxnLst/>
              <a:rect l="0" t="0" r="0" b="0"/>
              <a:pathLst>
                <a:path w="38546" h="89331">
                  <a:moveTo>
                    <a:pt x="0" y="89331"/>
                  </a:moveTo>
                  <a:lnTo>
                    <a:pt x="38546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67" name="Candidate_receptor__2485">
              <a:extLst>
                <a:ext uri="{FF2B5EF4-FFF2-40B4-BE49-F238E27FC236}">
                  <a16:creationId xmlns:a16="http://schemas.microsoft.com/office/drawing/2014/main" id="{3EE99587-8236-76AD-AE4E-24048EAF79D6}"/>
                </a:ext>
              </a:extLst>
            </p:cNvPr>
            <p:cNvSpPr>
              <a:spLocks noGrp="1"/>
            </p:cNvSpPr>
            <p:nvPr/>
          </p:nvSpPr>
          <p:spPr>
            <a:xfrm>
              <a:off x="5769610" y="3166784"/>
              <a:ext cx="49368" cy="54074"/>
            </a:xfrm>
            <a:custGeom>
              <a:avLst/>
              <a:gdLst/>
              <a:ahLst/>
              <a:cxnLst/>
              <a:rect l="0" t="0" r="0" b="0"/>
              <a:pathLst>
                <a:path w="49368" h="54074">
                  <a:moveTo>
                    <a:pt x="49368" y="0"/>
                  </a:moveTo>
                  <a:lnTo>
                    <a:pt x="0" y="54074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52168" name="Candidate_receptor__2486">
              <a:extLst>
                <a:ext uri="{FF2B5EF4-FFF2-40B4-BE49-F238E27FC236}">
                  <a16:creationId xmlns:a16="http://schemas.microsoft.com/office/drawing/2014/main" id="{5BF3A8EF-CFBB-0540-C0D6-717E0B68A310}"/>
                </a:ext>
              </a:extLst>
            </p:cNvPr>
            <p:cNvSpPr>
              <a:spLocks noGrp="1"/>
            </p:cNvSpPr>
            <p:nvPr/>
          </p:nvSpPr>
          <p:spPr>
            <a:xfrm>
              <a:off x="5040367" y="4373892"/>
              <a:ext cx="65297" cy="83298"/>
            </a:xfrm>
            <a:custGeom>
              <a:avLst/>
              <a:gdLst/>
              <a:ahLst/>
              <a:cxnLst/>
              <a:rect l="0" t="0" r="0" b="0"/>
              <a:pathLst>
                <a:path w="65297" h="83298">
                  <a:moveTo>
                    <a:pt x="0" y="0"/>
                  </a:moveTo>
                  <a:lnTo>
                    <a:pt x="65297" y="8329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69" name="Candidate_receptor__2487">
              <a:extLst>
                <a:ext uri="{FF2B5EF4-FFF2-40B4-BE49-F238E27FC236}">
                  <a16:creationId xmlns:a16="http://schemas.microsoft.com/office/drawing/2014/main" id="{F6382092-3BA5-D8DC-3CFE-B2EC82E85516}"/>
                </a:ext>
              </a:extLst>
            </p:cNvPr>
            <p:cNvSpPr>
              <a:spLocks noGrp="1"/>
            </p:cNvSpPr>
            <p:nvPr/>
          </p:nvSpPr>
          <p:spPr>
            <a:xfrm>
              <a:off x="6763703" y="4426431"/>
              <a:ext cx="58865" cy="81197"/>
            </a:xfrm>
            <a:custGeom>
              <a:avLst/>
              <a:gdLst/>
              <a:ahLst/>
              <a:cxnLst/>
              <a:rect l="0" t="0" r="0" b="0"/>
              <a:pathLst>
                <a:path w="58865" h="81197">
                  <a:moveTo>
                    <a:pt x="58865" y="811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0" name="Candidate_receptor__2488">
              <a:extLst>
                <a:ext uri="{FF2B5EF4-FFF2-40B4-BE49-F238E27FC236}">
                  <a16:creationId xmlns:a16="http://schemas.microsoft.com/office/drawing/2014/main" id="{C9F24D32-7972-0385-4A5F-EB7C907E4BCD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57190"/>
              <a:ext cx="78555" cy="73750"/>
            </a:xfrm>
            <a:custGeom>
              <a:avLst/>
              <a:gdLst/>
              <a:ahLst/>
              <a:cxnLst/>
              <a:rect l="0" t="0" r="0" b="0"/>
              <a:pathLst>
                <a:path w="78555" h="73750">
                  <a:moveTo>
                    <a:pt x="78555" y="0"/>
                  </a:moveTo>
                  <a:lnTo>
                    <a:pt x="0" y="7375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1" name="Candidate_receptor__2489">
              <a:extLst>
                <a:ext uri="{FF2B5EF4-FFF2-40B4-BE49-F238E27FC236}">
                  <a16:creationId xmlns:a16="http://schemas.microsoft.com/office/drawing/2014/main" id="{900F90FC-2895-D3BD-A618-EB4E5A75C658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373892"/>
              <a:ext cx="92123" cy="48566"/>
            </a:xfrm>
            <a:custGeom>
              <a:avLst/>
              <a:gdLst/>
              <a:ahLst/>
              <a:cxnLst/>
              <a:rect l="0" t="0" r="0" b="0"/>
              <a:pathLst>
                <a:path w="92123" h="48566">
                  <a:moveTo>
                    <a:pt x="0" y="48566"/>
                  </a:moveTo>
                  <a:lnTo>
                    <a:pt x="92123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2" name="Candidate_receptor__2490">
              <a:extLst>
                <a:ext uri="{FF2B5EF4-FFF2-40B4-BE49-F238E27FC236}">
                  <a16:creationId xmlns:a16="http://schemas.microsoft.com/office/drawing/2014/main" id="{AA7BE8AF-5E98-DCCC-7D74-F4F4CA221994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44283"/>
              <a:ext cx="82154" cy="35653"/>
            </a:xfrm>
            <a:custGeom>
              <a:avLst/>
              <a:gdLst/>
              <a:ahLst/>
              <a:cxnLst/>
              <a:rect l="0" t="0" r="0" b="0"/>
              <a:pathLst>
                <a:path w="82154" h="35653">
                  <a:moveTo>
                    <a:pt x="0" y="35653"/>
                  </a:moveTo>
                  <a:lnTo>
                    <a:pt x="82154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3" name="Candidate_receptor__2491">
              <a:extLst>
                <a:ext uri="{FF2B5EF4-FFF2-40B4-BE49-F238E27FC236}">
                  <a16:creationId xmlns:a16="http://schemas.microsoft.com/office/drawing/2014/main" id="{58892C22-0277-691E-4B26-B452EF316240}"/>
                </a:ext>
              </a:extLst>
            </p:cNvPr>
            <p:cNvSpPr>
              <a:spLocks noGrp="1"/>
            </p:cNvSpPr>
            <p:nvPr/>
          </p:nvSpPr>
          <p:spPr>
            <a:xfrm>
              <a:off x="5247248" y="4117539"/>
              <a:ext cx="68591" cy="77073"/>
            </a:xfrm>
            <a:custGeom>
              <a:avLst/>
              <a:gdLst/>
              <a:ahLst/>
              <a:cxnLst/>
              <a:rect l="0" t="0" r="0" b="0"/>
              <a:pathLst>
                <a:path w="68591" h="77073">
                  <a:moveTo>
                    <a:pt x="68591" y="770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4" name="Candidate_receptor__2492">
              <a:extLst>
                <a:ext uri="{FF2B5EF4-FFF2-40B4-BE49-F238E27FC236}">
                  <a16:creationId xmlns:a16="http://schemas.microsoft.com/office/drawing/2014/main" id="{28C075E5-0A3B-F2CA-B712-EAA16B9906DD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691134"/>
              <a:ext cx="44124" cy="106028"/>
            </a:xfrm>
            <a:custGeom>
              <a:avLst/>
              <a:gdLst/>
              <a:ahLst/>
              <a:cxnLst/>
              <a:rect l="0" t="0" r="0" b="0"/>
              <a:pathLst>
                <a:path w="44124" h="106028">
                  <a:moveTo>
                    <a:pt x="44124" y="0"/>
                  </a:moveTo>
                  <a:lnTo>
                    <a:pt x="0" y="10602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5" name="Candidate_receptor__2493">
              <a:extLst>
                <a:ext uri="{FF2B5EF4-FFF2-40B4-BE49-F238E27FC236}">
                  <a16:creationId xmlns:a16="http://schemas.microsoft.com/office/drawing/2014/main" id="{59DF6685-64FF-A64D-30C6-4C213EB5F44F}"/>
                </a:ext>
              </a:extLst>
            </p:cNvPr>
            <p:cNvSpPr>
              <a:spLocks noGrp="1"/>
            </p:cNvSpPr>
            <p:nvPr/>
          </p:nvSpPr>
          <p:spPr>
            <a:xfrm>
              <a:off x="6087650" y="4591082"/>
              <a:ext cx="8709" cy="32531"/>
            </a:xfrm>
            <a:custGeom>
              <a:avLst/>
              <a:gdLst/>
              <a:ahLst/>
              <a:cxnLst/>
              <a:rect l="0" t="0" r="0" b="0"/>
              <a:pathLst>
                <a:path w="8709" h="32531">
                  <a:moveTo>
                    <a:pt x="8709" y="325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6" name="Candidate_receptor__2494">
              <a:extLst>
                <a:ext uri="{FF2B5EF4-FFF2-40B4-BE49-F238E27FC236}">
                  <a16:creationId xmlns:a16="http://schemas.microsoft.com/office/drawing/2014/main" id="{B8E003A5-1E41-536A-9ACE-468F6EC7CC67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194612"/>
              <a:ext cx="63700" cy="87998"/>
            </a:xfrm>
            <a:custGeom>
              <a:avLst/>
              <a:gdLst/>
              <a:ahLst/>
              <a:cxnLst/>
              <a:rect l="0" t="0" r="0" b="0"/>
              <a:pathLst>
                <a:path w="63700" h="87998">
                  <a:moveTo>
                    <a:pt x="0" y="87998"/>
                  </a:moveTo>
                  <a:lnTo>
                    <a:pt x="6370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7" name="Candidate_receptor__2495">
              <a:extLst>
                <a:ext uri="{FF2B5EF4-FFF2-40B4-BE49-F238E27FC236}">
                  <a16:creationId xmlns:a16="http://schemas.microsoft.com/office/drawing/2014/main" id="{F2EA1721-B66F-176D-FE5A-082AF076E99C}"/>
                </a:ext>
              </a:extLst>
            </p:cNvPr>
            <p:cNvSpPr>
              <a:spLocks noGrp="1"/>
            </p:cNvSpPr>
            <p:nvPr/>
          </p:nvSpPr>
          <p:spPr>
            <a:xfrm>
              <a:off x="6375758" y="4317738"/>
              <a:ext cx="72150" cy="88268"/>
            </a:xfrm>
            <a:custGeom>
              <a:avLst/>
              <a:gdLst/>
              <a:ahLst/>
              <a:cxnLst/>
              <a:rect l="0" t="0" r="0" b="0"/>
              <a:pathLst>
                <a:path w="72150" h="88268">
                  <a:moveTo>
                    <a:pt x="72150" y="0"/>
                  </a:moveTo>
                  <a:lnTo>
                    <a:pt x="0" y="8826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8" name="Candidate_receptor__2496">
              <a:extLst>
                <a:ext uri="{FF2B5EF4-FFF2-40B4-BE49-F238E27FC236}">
                  <a16:creationId xmlns:a16="http://schemas.microsoft.com/office/drawing/2014/main" id="{68233040-865D-17DE-6C92-7220907016AA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34803"/>
              <a:ext cx="110209" cy="32816"/>
            </a:xfrm>
            <a:custGeom>
              <a:avLst/>
              <a:gdLst/>
              <a:ahLst/>
              <a:cxnLst/>
              <a:rect l="0" t="0" r="0" b="0"/>
              <a:pathLst>
                <a:path w="110209" h="32816">
                  <a:moveTo>
                    <a:pt x="110209" y="0"/>
                  </a:moveTo>
                  <a:lnTo>
                    <a:pt x="0" y="32816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9" name="Candidate_receptor__2497">
              <a:extLst>
                <a:ext uri="{FF2B5EF4-FFF2-40B4-BE49-F238E27FC236}">
                  <a16:creationId xmlns:a16="http://schemas.microsoft.com/office/drawing/2014/main" id="{C57D3706-6A4C-8F99-9A77-96304833452A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372065"/>
              <a:ext cx="26029" cy="39627"/>
            </a:xfrm>
            <a:custGeom>
              <a:avLst/>
              <a:gdLst/>
              <a:ahLst/>
              <a:cxnLst/>
              <a:rect l="0" t="0" r="0" b="0"/>
              <a:pathLst>
                <a:path w="26029" h="39627">
                  <a:moveTo>
                    <a:pt x="26029" y="0"/>
                  </a:moveTo>
                  <a:lnTo>
                    <a:pt x="0" y="3962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52180" name="Candidate_receptor__2498">
              <a:extLst>
                <a:ext uri="{FF2B5EF4-FFF2-40B4-BE49-F238E27FC236}">
                  <a16:creationId xmlns:a16="http://schemas.microsoft.com/office/drawing/2014/main" id="{84526AC8-3B49-50C8-0CE4-539C71335F9B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284145"/>
              <a:ext cx="95380" cy="37657"/>
            </a:xfrm>
            <a:custGeom>
              <a:avLst/>
              <a:gdLst/>
              <a:ahLst/>
              <a:cxnLst/>
              <a:rect l="0" t="0" r="0" b="0"/>
              <a:pathLst>
                <a:path w="95380" h="37657">
                  <a:moveTo>
                    <a:pt x="95380" y="0"/>
                  </a:moveTo>
                  <a:lnTo>
                    <a:pt x="0" y="37657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81" name="Candidate_receptor__2499">
              <a:extLst>
                <a:ext uri="{FF2B5EF4-FFF2-40B4-BE49-F238E27FC236}">
                  <a16:creationId xmlns:a16="http://schemas.microsoft.com/office/drawing/2014/main" id="{D005F505-FF1C-331D-DD94-2A9F8FADD762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58214"/>
              <a:ext cx="3276" cy="13420"/>
            </a:xfrm>
            <a:custGeom>
              <a:avLst/>
              <a:gdLst/>
              <a:ahLst/>
              <a:cxnLst/>
              <a:rect l="0" t="0" r="0" b="0"/>
              <a:pathLst>
                <a:path w="3276" h="13420">
                  <a:moveTo>
                    <a:pt x="3276" y="0"/>
                  </a:moveTo>
                  <a:lnTo>
                    <a:pt x="0" y="13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82" name="Candidate_receptor__2500">
              <a:extLst>
                <a:ext uri="{FF2B5EF4-FFF2-40B4-BE49-F238E27FC236}">
                  <a16:creationId xmlns:a16="http://schemas.microsoft.com/office/drawing/2014/main" id="{9906A0AB-9870-7253-3AFF-0EE8D4FCC791}"/>
                </a:ext>
              </a:extLst>
            </p:cNvPr>
            <p:cNvSpPr>
              <a:spLocks noGrp="1"/>
            </p:cNvSpPr>
            <p:nvPr/>
          </p:nvSpPr>
          <p:spPr>
            <a:xfrm>
              <a:off x="6609702" y="4635785"/>
              <a:ext cx="99353" cy="44657"/>
            </a:xfrm>
            <a:custGeom>
              <a:avLst/>
              <a:gdLst/>
              <a:ahLst/>
              <a:cxnLst/>
              <a:rect l="0" t="0" r="0" b="0"/>
              <a:pathLst>
                <a:path w="99353" h="44657">
                  <a:moveTo>
                    <a:pt x="0" y="0"/>
                  </a:moveTo>
                  <a:lnTo>
                    <a:pt x="99353" y="4465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52183" name="Candidate_receptor__2501">
              <a:extLst>
                <a:ext uri="{FF2B5EF4-FFF2-40B4-BE49-F238E27FC236}">
                  <a16:creationId xmlns:a16="http://schemas.microsoft.com/office/drawing/2014/main" id="{510630EB-F277-F87B-619D-F1469346AC77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4012613"/>
              <a:ext cx="94291" cy="18385"/>
            </a:xfrm>
            <a:custGeom>
              <a:avLst/>
              <a:gdLst/>
              <a:ahLst/>
              <a:cxnLst/>
              <a:rect l="0" t="0" r="0" b="0"/>
              <a:pathLst>
                <a:path w="94291" h="18385">
                  <a:moveTo>
                    <a:pt x="0" y="0"/>
                  </a:moveTo>
                  <a:lnTo>
                    <a:pt x="94291" y="18385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84" name="Candidate_receptor__2502">
              <a:extLst>
                <a:ext uri="{FF2B5EF4-FFF2-40B4-BE49-F238E27FC236}">
                  <a16:creationId xmlns:a16="http://schemas.microsoft.com/office/drawing/2014/main" id="{DFA540FE-B292-A6AA-DD40-D435413E6FA9}"/>
                </a:ext>
              </a:extLst>
            </p:cNvPr>
            <p:cNvSpPr>
              <a:spLocks noGrp="1"/>
            </p:cNvSpPr>
            <p:nvPr/>
          </p:nvSpPr>
          <p:spPr>
            <a:xfrm>
              <a:off x="5670535" y="3220858"/>
              <a:ext cx="99075" cy="17243"/>
            </a:xfrm>
            <a:custGeom>
              <a:avLst/>
              <a:gdLst/>
              <a:ahLst/>
              <a:cxnLst/>
              <a:rect l="0" t="0" r="0" b="0"/>
              <a:pathLst>
                <a:path w="99075" h="17243">
                  <a:moveTo>
                    <a:pt x="99075" y="0"/>
                  </a:moveTo>
                  <a:lnTo>
                    <a:pt x="0" y="1724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52185" name="Candidate_receptor__2503">
              <a:extLst>
                <a:ext uri="{FF2B5EF4-FFF2-40B4-BE49-F238E27FC236}">
                  <a16:creationId xmlns:a16="http://schemas.microsoft.com/office/drawing/2014/main" id="{CAB250B9-FFD9-80D6-6AA9-36C802FE677D}"/>
                </a:ext>
              </a:extLst>
            </p:cNvPr>
            <p:cNvSpPr>
              <a:spLocks noGrp="1"/>
            </p:cNvSpPr>
            <p:nvPr/>
          </p:nvSpPr>
          <p:spPr>
            <a:xfrm>
              <a:off x="4567989" y="4430393"/>
              <a:ext cx="108735" cy="36795"/>
            </a:xfrm>
            <a:custGeom>
              <a:avLst/>
              <a:gdLst/>
              <a:ahLst/>
              <a:cxnLst/>
              <a:rect l="0" t="0" r="0" b="0"/>
              <a:pathLst>
                <a:path w="108735" h="36795">
                  <a:moveTo>
                    <a:pt x="0" y="36795"/>
                  </a:moveTo>
                  <a:lnTo>
                    <a:pt x="10873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86" name="Candidate_receptor__2504">
              <a:extLst>
                <a:ext uri="{FF2B5EF4-FFF2-40B4-BE49-F238E27FC236}">
                  <a16:creationId xmlns:a16="http://schemas.microsoft.com/office/drawing/2014/main" id="{7A15BCFD-36CB-A222-B3C4-0400AD09BAE3}"/>
                </a:ext>
              </a:extLst>
            </p:cNvPr>
            <p:cNvSpPr>
              <a:spLocks noGrp="1"/>
            </p:cNvSpPr>
            <p:nvPr/>
          </p:nvSpPr>
          <p:spPr>
            <a:xfrm>
              <a:off x="5621087" y="5200531"/>
              <a:ext cx="41611" cy="26241"/>
            </a:xfrm>
            <a:custGeom>
              <a:avLst/>
              <a:gdLst/>
              <a:ahLst/>
              <a:cxnLst/>
              <a:rect l="0" t="0" r="0" b="0"/>
              <a:pathLst>
                <a:path w="41611" h="26241">
                  <a:moveTo>
                    <a:pt x="41611" y="0"/>
                  </a:moveTo>
                  <a:lnTo>
                    <a:pt x="0" y="2624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87" name="Candidate_receptor__2505">
              <a:extLst>
                <a:ext uri="{FF2B5EF4-FFF2-40B4-BE49-F238E27FC236}">
                  <a16:creationId xmlns:a16="http://schemas.microsoft.com/office/drawing/2014/main" id="{06CAB57E-7958-2EF0-6F36-593B41A60CB4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565206"/>
              <a:ext cx="52698" cy="14445"/>
            </a:xfrm>
            <a:custGeom>
              <a:avLst/>
              <a:gdLst/>
              <a:ahLst/>
              <a:cxnLst/>
              <a:rect l="0" t="0" r="0" b="0"/>
              <a:pathLst>
                <a:path w="52698" h="14445">
                  <a:moveTo>
                    <a:pt x="0" y="14445"/>
                  </a:moveTo>
                  <a:lnTo>
                    <a:pt x="52698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88" name="Candidate_receptor__2506">
              <a:extLst>
                <a:ext uri="{FF2B5EF4-FFF2-40B4-BE49-F238E27FC236}">
                  <a16:creationId xmlns:a16="http://schemas.microsoft.com/office/drawing/2014/main" id="{3F5932E1-2937-9EFC-3ED5-914D6A7F0F3D}"/>
                </a:ext>
              </a:extLst>
            </p:cNvPr>
            <p:cNvSpPr>
              <a:spLocks noGrp="1"/>
            </p:cNvSpPr>
            <p:nvPr/>
          </p:nvSpPr>
          <p:spPr>
            <a:xfrm>
              <a:off x="5489986" y="5089797"/>
              <a:ext cx="67215" cy="91111"/>
            </a:xfrm>
            <a:custGeom>
              <a:avLst/>
              <a:gdLst/>
              <a:ahLst/>
              <a:cxnLst/>
              <a:rect l="0" t="0" r="0" b="0"/>
              <a:pathLst>
                <a:path w="67215" h="91111">
                  <a:moveTo>
                    <a:pt x="67215" y="0"/>
                  </a:moveTo>
                  <a:lnTo>
                    <a:pt x="0" y="911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89" name="Candidate_receptor__2507">
              <a:extLst>
                <a:ext uri="{FF2B5EF4-FFF2-40B4-BE49-F238E27FC236}">
                  <a16:creationId xmlns:a16="http://schemas.microsoft.com/office/drawing/2014/main" id="{49A1609E-4FAC-7110-AF67-2EC5BFD3CF1D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03521"/>
              <a:ext cx="26125" cy="65149"/>
            </a:xfrm>
            <a:custGeom>
              <a:avLst/>
              <a:gdLst/>
              <a:ahLst/>
              <a:cxnLst/>
              <a:rect l="0" t="0" r="0" b="0"/>
              <a:pathLst>
                <a:path w="26125" h="65149">
                  <a:moveTo>
                    <a:pt x="26125" y="0"/>
                  </a:moveTo>
                  <a:lnTo>
                    <a:pt x="0" y="65149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52190" name="Candidate_receptor__2508">
              <a:extLst>
                <a:ext uri="{FF2B5EF4-FFF2-40B4-BE49-F238E27FC236}">
                  <a16:creationId xmlns:a16="http://schemas.microsoft.com/office/drawing/2014/main" id="{7D2047EF-9D47-8207-9F68-DEDBA5E788D5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56443"/>
              <a:ext cx="63699" cy="53583"/>
            </a:xfrm>
            <a:custGeom>
              <a:avLst/>
              <a:gdLst/>
              <a:ahLst/>
              <a:cxnLst/>
              <a:rect l="0" t="0" r="0" b="0"/>
              <a:pathLst>
                <a:path w="63699" h="53583">
                  <a:moveTo>
                    <a:pt x="0" y="53583"/>
                  </a:moveTo>
                  <a:lnTo>
                    <a:pt x="63699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91" name="Candidate_receptor__2509">
              <a:extLst>
                <a:ext uri="{FF2B5EF4-FFF2-40B4-BE49-F238E27FC236}">
                  <a16:creationId xmlns:a16="http://schemas.microsoft.com/office/drawing/2014/main" id="{92FB311B-3E82-8451-240C-CC6D9486D039}"/>
                </a:ext>
              </a:extLst>
            </p:cNvPr>
            <p:cNvSpPr>
              <a:spLocks noGrp="1"/>
            </p:cNvSpPr>
            <p:nvPr/>
          </p:nvSpPr>
          <p:spPr>
            <a:xfrm>
              <a:off x="6089031" y="4030997"/>
              <a:ext cx="46521" cy="67884"/>
            </a:xfrm>
            <a:custGeom>
              <a:avLst/>
              <a:gdLst/>
              <a:ahLst/>
              <a:cxnLst/>
              <a:rect l="0" t="0" r="0" b="0"/>
              <a:pathLst>
                <a:path w="46521" h="67884">
                  <a:moveTo>
                    <a:pt x="0" y="0"/>
                  </a:moveTo>
                  <a:lnTo>
                    <a:pt x="46521" y="6788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92" name="Candidate_receptor__2510">
              <a:extLst>
                <a:ext uri="{FF2B5EF4-FFF2-40B4-BE49-F238E27FC236}">
                  <a16:creationId xmlns:a16="http://schemas.microsoft.com/office/drawing/2014/main" id="{F26B3B0C-4997-6090-2559-17F58F2E201C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95218"/>
              <a:ext cx="17442" cy="58323"/>
            </a:xfrm>
            <a:custGeom>
              <a:avLst/>
              <a:gdLst/>
              <a:ahLst/>
              <a:cxnLst/>
              <a:rect l="0" t="0" r="0" b="0"/>
              <a:pathLst>
                <a:path w="17442" h="58323">
                  <a:moveTo>
                    <a:pt x="0" y="58323"/>
                  </a:moveTo>
                  <a:lnTo>
                    <a:pt x="1744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93" name="Candidate_receptor__2511">
              <a:extLst>
                <a:ext uri="{FF2B5EF4-FFF2-40B4-BE49-F238E27FC236}">
                  <a16:creationId xmlns:a16="http://schemas.microsoft.com/office/drawing/2014/main" id="{AEE8F540-520E-D7FC-3636-17FA738CD910}"/>
                </a:ext>
              </a:extLst>
            </p:cNvPr>
            <p:cNvSpPr>
              <a:spLocks noGrp="1"/>
            </p:cNvSpPr>
            <p:nvPr/>
          </p:nvSpPr>
          <p:spPr>
            <a:xfrm>
              <a:off x="6330512" y="3847054"/>
              <a:ext cx="86168" cy="76636"/>
            </a:xfrm>
            <a:custGeom>
              <a:avLst/>
              <a:gdLst/>
              <a:ahLst/>
              <a:cxnLst/>
              <a:rect l="0" t="0" r="0" b="0"/>
              <a:pathLst>
                <a:path w="86168" h="76636">
                  <a:moveTo>
                    <a:pt x="86168" y="766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94" name="Candidate_receptor__2512">
              <a:extLst>
                <a:ext uri="{FF2B5EF4-FFF2-40B4-BE49-F238E27FC236}">
                  <a16:creationId xmlns:a16="http://schemas.microsoft.com/office/drawing/2014/main" id="{7EB308F3-6D3B-E87A-C7F4-0EAAAB8F4C7C}"/>
                </a:ext>
              </a:extLst>
            </p:cNvPr>
            <p:cNvSpPr>
              <a:spLocks noGrp="1"/>
            </p:cNvSpPr>
            <p:nvPr/>
          </p:nvSpPr>
          <p:spPr>
            <a:xfrm>
              <a:off x="5345262" y="5450814"/>
              <a:ext cx="30183" cy="72914"/>
            </a:xfrm>
            <a:custGeom>
              <a:avLst/>
              <a:gdLst/>
              <a:ahLst/>
              <a:cxnLst/>
              <a:rect l="0" t="0" r="0" b="0"/>
              <a:pathLst>
                <a:path w="30183" h="72914">
                  <a:moveTo>
                    <a:pt x="30183" y="729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52195" name="Candidate_receptor__2513">
              <a:extLst>
                <a:ext uri="{FF2B5EF4-FFF2-40B4-BE49-F238E27FC236}">
                  <a16:creationId xmlns:a16="http://schemas.microsoft.com/office/drawing/2014/main" id="{3F0548E2-2A5C-4FA8-6461-CFD4FD489C73}"/>
                </a:ext>
              </a:extLst>
            </p:cNvPr>
            <p:cNvSpPr>
              <a:spLocks noGrp="1"/>
            </p:cNvSpPr>
            <p:nvPr/>
          </p:nvSpPr>
          <p:spPr>
            <a:xfrm>
              <a:off x="5358152" y="4767595"/>
              <a:ext cx="21937" cy="108871"/>
            </a:xfrm>
            <a:custGeom>
              <a:avLst/>
              <a:gdLst/>
              <a:ahLst/>
              <a:cxnLst/>
              <a:rect l="0" t="0" r="0" b="0"/>
              <a:pathLst>
                <a:path w="21937" h="108871">
                  <a:moveTo>
                    <a:pt x="0" y="0"/>
                  </a:moveTo>
                  <a:lnTo>
                    <a:pt x="21937" y="10887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96" name="Candidate_receptor__2514">
              <a:extLst>
                <a:ext uri="{FF2B5EF4-FFF2-40B4-BE49-F238E27FC236}">
                  <a16:creationId xmlns:a16="http://schemas.microsoft.com/office/drawing/2014/main" id="{472CBA18-04CD-728C-B9C7-9572B990918D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113837" cy="11934"/>
            </a:xfrm>
            <a:custGeom>
              <a:avLst/>
              <a:gdLst/>
              <a:ahLst/>
              <a:cxnLst/>
              <a:rect l="0" t="0" r="0" b="0"/>
              <a:pathLst>
                <a:path w="113837" h="11934">
                  <a:moveTo>
                    <a:pt x="113837" y="119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97" name="Candidate_receptor__2515">
              <a:extLst>
                <a:ext uri="{FF2B5EF4-FFF2-40B4-BE49-F238E27FC236}">
                  <a16:creationId xmlns:a16="http://schemas.microsoft.com/office/drawing/2014/main" id="{1A28DB4E-1670-A1A5-AE6C-0F347901EECF}"/>
                </a:ext>
              </a:extLst>
            </p:cNvPr>
            <p:cNvSpPr>
              <a:spLocks noGrp="1"/>
            </p:cNvSpPr>
            <p:nvPr/>
          </p:nvSpPr>
          <p:spPr>
            <a:xfrm>
              <a:off x="5157208" y="5360242"/>
              <a:ext cx="2229" cy="96202"/>
            </a:xfrm>
            <a:custGeom>
              <a:avLst/>
              <a:gdLst/>
              <a:ahLst/>
              <a:cxnLst/>
              <a:rect l="0" t="0" r="0" b="0"/>
              <a:pathLst>
                <a:path w="2229" h="96202">
                  <a:moveTo>
                    <a:pt x="2229" y="96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98" name="Candidate_receptor__2516">
              <a:extLst>
                <a:ext uri="{FF2B5EF4-FFF2-40B4-BE49-F238E27FC236}">
                  <a16:creationId xmlns:a16="http://schemas.microsoft.com/office/drawing/2014/main" id="{90AD49E1-7E40-0ECA-C0EA-B0E1C21F920B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46912"/>
              <a:ext cx="26694" cy="61103"/>
            </a:xfrm>
            <a:custGeom>
              <a:avLst/>
              <a:gdLst/>
              <a:ahLst/>
              <a:cxnLst/>
              <a:rect l="0" t="0" r="0" b="0"/>
              <a:pathLst>
                <a:path w="26694" h="61103">
                  <a:moveTo>
                    <a:pt x="26694" y="0"/>
                  </a:moveTo>
                  <a:lnTo>
                    <a:pt x="0" y="61103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99" name="Candidate_receptor__2517">
              <a:extLst>
                <a:ext uri="{FF2B5EF4-FFF2-40B4-BE49-F238E27FC236}">
                  <a16:creationId xmlns:a16="http://schemas.microsoft.com/office/drawing/2014/main" id="{B29E9371-111D-16B1-94CD-70DF9BFB1FC4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83498"/>
              <a:ext cx="91775" cy="24420"/>
            </a:xfrm>
            <a:custGeom>
              <a:avLst/>
              <a:gdLst/>
              <a:ahLst/>
              <a:cxnLst/>
              <a:rect l="0" t="0" r="0" b="0"/>
              <a:pathLst>
                <a:path w="91775" h="24420">
                  <a:moveTo>
                    <a:pt x="0" y="0"/>
                  </a:moveTo>
                  <a:lnTo>
                    <a:pt x="91775" y="24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200" name="Candidate_receptor__2518">
              <a:extLst>
                <a:ext uri="{FF2B5EF4-FFF2-40B4-BE49-F238E27FC236}">
                  <a16:creationId xmlns:a16="http://schemas.microsoft.com/office/drawing/2014/main" id="{408136B0-92EE-465E-EA57-898FFE62BA1C}"/>
                </a:ext>
              </a:extLst>
            </p:cNvPr>
            <p:cNvSpPr>
              <a:spLocks noGrp="1"/>
            </p:cNvSpPr>
            <p:nvPr/>
          </p:nvSpPr>
          <p:spPr>
            <a:xfrm>
              <a:off x="6517532" y="4635785"/>
              <a:ext cx="92170" cy="69163"/>
            </a:xfrm>
            <a:custGeom>
              <a:avLst/>
              <a:gdLst/>
              <a:ahLst/>
              <a:cxnLst/>
              <a:rect l="0" t="0" r="0" b="0"/>
              <a:pathLst>
                <a:path w="92170" h="69163">
                  <a:moveTo>
                    <a:pt x="0" y="69163"/>
                  </a:moveTo>
                  <a:lnTo>
                    <a:pt x="9217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52201" name="Candidate_receptor__2519">
              <a:extLst>
                <a:ext uri="{FF2B5EF4-FFF2-40B4-BE49-F238E27FC236}">
                  <a16:creationId xmlns:a16="http://schemas.microsoft.com/office/drawing/2014/main" id="{ECDE7DAF-4ECA-A9E7-6900-8975AF990601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635056"/>
              <a:ext cx="71312" cy="27264"/>
            </a:xfrm>
            <a:custGeom>
              <a:avLst/>
              <a:gdLst/>
              <a:ahLst/>
              <a:cxnLst/>
              <a:rect l="0" t="0" r="0" b="0"/>
              <a:pathLst>
                <a:path w="71312" h="27264">
                  <a:moveTo>
                    <a:pt x="0" y="27264"/>
                  </a:moveTo>
                  <a:lnTo>
                    <a:pt x="713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202" name="Candidate_receptor__2520">
              <a:extLst>
                <a:ext uri="{FF2B5EF4-FFF2-40B4-BE49-F238E27FC236}">
                  <a16:creationId xmlns:a16="http://schemas.microsoft.com/office/drawing/2014/main" id="{319F2BA7-9664-2C63-772C-365D96C6A49C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347427"/>
              <a:ext cx="44150" cy="21453"/>
            </a:xfrm>
            <a:custGeom>
              <a:avLst/>
              <a:gdLst/>
              <a:ahLst/>
              <a:cxnLst/>
              <a:rect l="0" t="0" r="0" b="0"/>
              <a:pathLst>
                <a:path w="44150" h="21453">
                  <a:moveTo>
                    <a:pt x="0" y="0"/>
                  </a:moveTo>
                  <a:lnTo>
                    <a:pt x="44150" y="2145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52203" name="Candidate_receptor__2521">
              <a:extLst>
                <a:ext uri="{FF2B5EF4-FFF2-40B4-BE49-F238E27FC236}">
                  <a16:creationId xmlns:a16="http://schemas.microsoft.com/office/drawing/2014/main" id="{525F0444-63F9-EE03-61C3-1291ED744FDF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7282"/>
              <a:ext cx="74145" cy="40855"/>
            </a:xfrm>
            <a:custGeom>
              <a:avLst/>
              <a:gdLst/>
              <a:ahLst/>
              <a:cxnLst/>
              <a:rect l="0" t="0" r="0" b="0"/>
              <a:pathLst>
                <a:path w="74145" h="40855">
                  <a:moveTo>
                    <a:pt x="0" y="40855"/>
                  </a:moveTo>
                  <a:lnTo>
                    <a:pt x="7414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204" name="Candidate_receptor__2522">
              <a:extLst>
                <a:ext uri="{FF2B5EF4-FFF2-40B4-BE49-F238E27FC236}">
                  <a16:creationId xmlns:a16="http://schemas.microsoft.com/office/drawing/2014/main" id="{AB4D45DC-D1DD-6017-43A6-9723789AB234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58496"/>
              <a:ext cx="17481" cy="29414"/>
            </a:xfrm>
            <a:custGeom>
              <a:avLst/>
              <a:gdLst/>
              <a:ahLst/>
              <a:cxnLst/>
              <a:rect l="0" t="0" r="0" b="0"/>
              <a:pathLst>
                <a:path w="17481" h="29414">
                  <a:moveTo>
                    <a:pt x="17481" y="0"/>
                  </a:moveTo>
                  <a:lnTo>
                    <a:pt x="0" y="2941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205" name="Candidate_receptor__2523">
              <a:extLst>
                <a:ext uri="{FF2B5EF4-FFF2-40B4-BE49-F238E27FC236}">
                  <a16:creationId xmlns:a16="http://schemas.microsoft.com/office/drawing/2014/main" id="{C336E29A-D960-E58A-8295-F31DC39B95E2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68670"/>
              <a:ext cx="41095" cy="98518"/>
            </a:xfrm>
            <a:custGeom>
              <a:avLst/>
              <a:gdLst/>
              <a:ahLst/>
              <a:cxnLst/>
              <a:rect l="0" t="0" r="0" b="0"/>
              <a:pathLst>
                <a:path w="41095" h="98518">
                  <a:moveTo>
                    <a:pt x="0" y="0"/>
                  </a:moveTo>
                  <a:lnTo>
                    <a:pt x="41095" y="9851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206" name="Candidate_receptor__2524">
              <a:extLst>
                <a:ext uri="{FF2B5EF4-FFF2-40B4-BE49-F238E27FC236}">
                  <a16:creationId xmlns:a16="http://schemas.microsoft.com/office/drawing/2014/main" id="{E1EB250F-7553-01C4-98AD-7FC3554FB712}"/>
                </a:ext>
              </a:extLst>
            </p:cNvPr>
            <p:cNvSpPr>
              <a:spLocks noGrp="1"/>
            </p:cNvSpPr>
            <p:nvPr/>
          </p:nvSpPr>
          <p:spPr>
            <a:xfrm>
              <a:off x="6350068" y="3923690"/>
              <a:ext cx="66612" cy="84228"/>
            </a:xfrm>
            <a:custGeom>
              <a:avLst/>
              <a:gdLst/>
              <a:ahLst/>
              <a:cxnLst/>
              <a:rect l="0" t="0" r="0" b="0"/>
              <a:pathLst>
                <a:path w="66612" h="84228">
                  <a:moveTo>
                    <a:pt x="0" y="84228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207" name="Candidate_receptor__2525">
              <a:extLst>
                <a:ext uri="{FF2B5EF4-FFF2-40B4-BE49-F238E27FC236}">
                  <a16:creationId xmlns:a16="http://schemas.microsoft.com/office/drawing/2014/main" id="{7708B647-5F82-2E88-8AD1-0B8CA3C7800B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080366"/>
              <a:ext cx="19364" cy="78053"/>
            </a:xfrm>
            <a:custGeom>
              <a:avLst/>
              <a:gdLst/>
              <a:ahLst/>
              <a:cxnLst/>
              <a:rect l="0" t="0" r="0" b="0"/>
              <a:pathLst>
                <a:path w="19364" h="78053">
                  <a:moveTo>
                    <a:pt x="0" y="78053"/>
                  </a:moveTo>
                  <a:lnTo>
                    <a:pt x="19364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52208" name="Candidate_receptor__2526">
              <a:extLst>
                <a:ext uri="{FF2B5EF4-FFF2-40B4-BE49-F238E27FC236}">
                  <a16:creationId xmlns:a16="http://schemas.microsoft.com/office/drawing/2014/main" id="{24493709-E295-DB59-5F3B-3D8885EC95E7}"/>
                </a:ext>
              </a:extLst>
            </p:cNvPr>
            <p:cNvSpPr>
              <a:spLocks noGrp="1"/>
            </p:cNvSpPr>
            <p:nvPr/>
          </p:nvSpPr>
          <p:spPr>
            <a:xfrm>
              <a:off x="6026877" y="3860185"/>
              <a:ext cx="96058" cy="55911"/>
            </a:xfrm>
            <a:custGeom>
              <a:avLst/>
              <a:gdLst/>
              <a:ahLst/>
              <a:cxnLst/>
              <a:rect l="0" t="0" r="0" b="0"/>
              <a:pathLst>
                <a:path w="96058" h="55911">
                  <a:moveTo>
                    <a:pt x="0" y="0"/>
                  </a:moveTo>
                  <a:lnTo>
                    <a:pt x="96058" y="559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209" name="Candidate_receptor__2527">
              <a:extLst>
                <a:ext uri="{FF2B5EF4-FFF2-40B4-BE49-F238E27FC236}">
                  <a16:creationId xmlns:a16="http://schemas.microsoft.com/office/drawing/2014/main" id="{6E2092B4-3EEE-94E8-968C-5EC59981A918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85794"/>
              <a:ext cx="24609" cy="15306"/>
            </a:xfrm>
            <a:custGeom>
              <a:avLst/>
              <a:gdLst/>
              <a:ahLst/>
              <a:cxnLst/>
              <a:rect l="0" t="0" r="0" b="0"/>
              <a:pathLst>
                <a:path w="24609" h="15306">
                  <a:moveTo>
                    <a:pt x="0" y="0"/>
                  </a:moveTo>
                  <a:lnTo>
                    <a:pt x="24609" y="1530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0" name="Candidate_receptor__2528">
              <a:extLst>
                <a:ext uri="{FF2B5EF4-FFF2-40B4-BE49-F238E27FC236}">
                  <a16:creationId xmlns:a16="http://schemas.microsoft.com/office/drawing/2014/main" id="{13D40200-827B-BF57-DE99-F1ECA3D51495}"/>
                </a:ext>
              </a:extLst>
            </p:cNvPr>
            <p:cNvSpPr>
              <a:spLocks noGrp="1"/>
            </p:cNvSpPr>
            <p:nvPr/>
          </p:nvSpPr>
          <p:spPr>
            <a:xfrm>
              <a:off x="5712339" y="4255881"/>
              <a:ext cx="3906" cy="101401"/>
            </a:xfrm>
            <a:custGeom>
              <a:avLst/>
              <a:gdLst/>
              <a:ahLst/>
              <a:cxnLst/>
              <a:rect l="0" t="0" r="0" b="0"/>
              <a:pathLst>
                <a:path w="3906" h="101401">
                  <a:moveTo>
                    <a:pt x="0" y="101401"/>
                  </a:moveTo>
                  <a:lnTo>
                    <a:pt x="39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1" name="Candidate_receptor__2529">
              <a:extLst>
                <a:ext uri="{FF2B5EF4-FFF2-40B4-BE49-F238E27FC236}">
                  <a16:creationId xmlns:a16="http://schemas.microsoft.com/office/drawing/2014/main" id="{138D4526-2657-43AA-151A-CE02354D57C0}"/>
                </a:ext>
              </a:extLst>
            </p:cNvPr>
            <p:cNvSpPr>
              <a:spLocks noGrp="1"/>
            </p:cNvSpPr>
            <p:nvPr/>
          </p:nvSpPr>
          <p:spPr>
            <a:xfrm>
              <a:off x="4806145" y="4548532"/>
              <a:ext cx="16711" cy="98380"/>
            </a:xfrm>
            <a:custGeom>
              <a:avLst/>
              <a:gdLst/>
              <a:ahLst/>
              <a:cxnLst/>
              <a:rect l="0" t="0" r="0" b="0"/>
              <a:pathLst>
                <a:path w="16711" h="98380">
                  <a:moveTo>
                    <a:pt x="16711" y="0"/>
                  </a:moveTo>
                  <a:lnTo>
                    <a:pt x="0" y="9838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2" name="Candidate_receptor__2530">
              <a:extLst>
                <a:ext uri="{FF2B5EF4-FFF2-40B4-BE49-F238E27FC236}">
                  <a16:creationId xmlns:a16="http://schemas.microsoft.com/office/drawing/2014/main" id="{FAF3E312-41A6-8014-7725-D20D7FF47435}"/>
                </a:ext>
              </a:extLst>
            </p:cNvPr>
            <p:cNvSpPr>
              <a:spLocks noGrp="1"/>
            </p:cNvSpPr>
            <p:nvPr/>
          </p:nvSpPr>
          <p:spPr>
            <a:xfrm>
              <a:off x="5320897" y="5073108"/>
              <a:ext cx="56560" cy="65492"/>
            </a:xfrm>
            <a:custGeom>
              <a:avLst/>
              <a:gdLst/>
              <a:ahLst/>
              <a:cxnLst/>
              <a:rect l="0" t="0" r="0" b="0"/>
              <a:pathLst>
                <a:path w="56560" h="65492">
                  <a:moveTo>
                    <a:pt x="56560" y="0"/>
                  </a:moveTo>
                  <a:lnTo>
                    <a:pt x="0" y="6549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3" name="Candidate_receptor__2531">
              <a:extLst>
                <a:ext uri="{FF2B5EF4-FFF2-40B4-BE49-F238E27FC236}">
                  <a16:creationId xmlns:a16="http://schemas.microsoft.com/office/drawing/2014/main" id="{D4303858-74A1-CD87-AC93-773A6521B269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607784"/>
              <a:ext cx="112545" cy="24067"/>
            </a:xfrm>
            <a:custGeom>
              <a:avLst/>
              <a:gdLst/>
              <a:ahLst/>
              <a:cxnLst/>
              <a:rect l="0" t="0" r="0" b="0"/>
              <a:pathLst>
                <a:path w="112545" h="24067">
                  <a:moveTo>
                    <a:pt x="112545" y="24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4" name="Candidate_receptor__2532">
              <a:extLst>
                <a:ext uri="{FF2B5EF4-FFF2-40B4-BE49-F238E27FC236}">
                  <a16:creationId xmlns:a16="http://schemas.microsoft.com/office/drawing/2014/main" id="{016C0094-DDE0-5B42-3B1F-816370EC4274}"/>
                </a:ext>
              </a:extLst>
            </p:cNvPr>
            <p:cNvSpPr>
              <a:spLocks noGrp="1"/>
            </p:cNvSpPr>
            <p:nvPr/>
          </p:nvSpPr>
          <p:spPr>
            <a:xfrm>
              <a:off x="5802104" y="4734803"/>
              <a:ext cx="25504" cy="73583"/>
            </a:xfrm>
            <a:custGeom>
              <a:avLst/>
              <a:gdLst/>
              <a:ahLst/>
              <a:cxnLst/>
              <a:rect l="0" t="0" r="0" b="0"/>
              <a:pathLst>
                <a:path w="25504" h="73583">
                  <a:moveTo>
                    <a:pt x="25504" y="735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5" name="Candidate_receptor__2533">
              <a:extLst>
                <a:ext uri="{FF2B5EF4-FFF2-40B4-BE49-F238E27FC236}">
                  <a16:creationId xmlns:a16="http://schemas.microsoft.com/office/drawing/2014/main" id="{CF6EF0A1-F41E-3F99-6DF3-24BBEC22DEC5}"/>
                </a:ext>
              </a:extLst>
            </p:cNvPr>
            <p:cNvSpPr>
              <a:spLocks noGrp="1"/>
            </p:cNvSpPr>
            <p:nvPr/>
          </p:nvSpPr>
          <p:spPr>
            <a:xfrm>
              <a:off x="5377458" y="5033582"/>
              <a:ext cx="73113" cy="39527"/>
            </a:xfrm>
            <a:custGeom>
              <a:avLst/>
              <a:gdLst/>
              <a:ahLst/>
              <a:cxnLst/>
              <a:rect l="0" t="0" r="0" b="0"/>
              <a:pathLst>
                <a:path w="73113" h="39527">
                  <a:moveTo>
                    <a:pt x="73113" y="0"/>
                  </a:moveTo>
                  <a:lnTo>
                    <a:pt x="0" y="39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6" name="Candidate_receptor__2534">
              <a:extLst>
                <a:ext uri="{FF2B5EF4-FFF2-40B4-BE49-F238E27FC236}">
                  <a16:creationId xmlns:a16="http://schemas.microsoft.com/office/drawing/2014/main" id="{024F4ADA-3EE2-9C14-AA95-3DB92F98BD7E}"/>
                </a:ext>
              </a:extLst>
            </p:cNvPr>
            <p:cNvSpPr>
              <a:spLocks noGrp="1"/>
            </p:cNvSpPr>
            <p:nvPr/>
          </p:nvSpPr>
          <p:spPr>
            <a:xfrm>
              <a:off x="5557201" y="5089797"/>
              <a:ext cx="60100" cy="26711"/>
            </a:xfrm>
            <a:custGeom>
              <a:avLst/>
              <a:gdLst/>
              <a:ahLst/>
              <a:cxnLst/>
              <a:rect l="0" t="0" r="0" b="0"/>
              <a:pathLst>
                <a:path w="60100" h="26711">
                  <a:moveTo>
                    <a:pt x="60100" y="267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7" name="Candidate_receptor__2535">
              <a:extLst>
                <a:ext uri="{FF2B5EF4-FFF2-40B4-BE49-F238E27FC236}">
                  <a16:creationId xmlns:a16="http://schemas.microsoft.com/office/drawing/2014/main" id="{B8BC91DB-1570-C4D7-6A27-E7E78BCA2544}"/>
                </a:ext>
              </a:extLst>
            </p:cNvPr>
            <p:cNvSpPr>
              <a:spLocks noGrp="1"/>
            </p:cNvSpPr>
            <p:nvPr/>
          </p:nvSpPr>
          <p:spPr>
            <a:xfrm>
              <a:off x="5764177" y="3780073"/>
              <a:ext cx="104353" cy="24103"/>
            </a:xfrm>
            <a:custGeom>
              <a:avLst/>
              <a:gdLst/>
              <a:ahLst/>
              <a:cxnLst/>
              <a:rect l="0" t="0" r="0" b="0"/>
              <a:pathLst>
                <a:path w="104353" h="24103">
                  <a:moveTo>
                    <a:pt x="104353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8" name="Candidate_receptor__2536">
              <a:extLst>
                <a:ext uri="{FF2B5EF4-FFF2-40B4-BE49-F238E27FC236}">
                  <a16:creationId xmlns:a16="http://schemas.microsoft.com/office/drawing/2014/main" id="{1238D758-656A-8CCB-2972-251C529FF971}"/>
                </a:ext>
              </a:extLst>
            </p:cNvPr>
            <p:cNvSpPr>
              <a:spLocks noGrp="1"/>
            </p:cNvSpPr>
            <p:nvPr/>
          </p:nvSpPr>
          <p:spPr>
            <a:xfrm>
              <a:off x="4676724" y="4430393"/>
              <a:ext cx="43671" cy="52303"/>
            </a:xfrm>
            <a:custGeom>
              <a:avLst/>
              <a:gdLst/>
              <a:ahLst/>
              <a:cxnLst/>
              <a:rect l="0" t="0" r="0" b="0"/>
              <a:pathLst>
                <a:path w="43671" h="52303">
                  <a:moveTo>
                    <a:pt x="0" y="0"/>
                  </a:moveTo>
                  <a:lnTo>
                    <a:pt x="43671" y="5230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9" name="Candidate_receptor__2537">
              <a:extLst>
                <a:ext uri="{FF2B5EF4-FFF2-40B4-BE49-F238E27FC236}">
                  <a16:creationId xmlns:a16="http://schemas.microsoft.com/office/drawing/2014/main" id="{1D2BE120-0C9D-EFDF-439C-0A9DE0609738}"/>
                </a:ext>
              </a:extLst>
            </p:cNvPr>
            <p:cNvSpPr>
              <a:spLocks noGrp="1"/>
            </p:cNvSpPr>
            <p:nvPr/>
          </p:nvSpPr>
          <p:spPr>
            <a:xfrm>
              <a:off x="4722471" y="2201370"/>
              <a:ext cx="34568" cy="109725"/>
            </a:xfrm>
            <a:custGeom>
              <a:avLst/>
              <a:gdLst/>
              <a:ahLst/>
              <a:cxnLst/>
              <a:rect l="0" t="0" r="0" b="0"/>
              <a:pathLst>
                <a:path w="34568" h="109725">
                  <a:moveTo>
                    <a:pt x="0" y="0"/>
                  </a:moveTo>
                  <a:lnTo>
                    <a:pt x="34568" y="10972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20" name="Candidate_receptor__2538">
              <a:extLst>
                <a:ext uri="{FF2B5EF4-FFF2-40B4-BE49-F238E27FC236}">
                  <a16:creationId xmlns:a16="http://schemas.microsoft.com/office/drawing/2014/main" id="{C50AAC14-2AB7-4657-47DD-F1F5F1369C52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96590"/>
              <a:ext cx="112176" cy="18086"/>
            </a:xfrm>
            <a:custGeom>
              <a:avLst/>
              <a:gdLst/>
              <a:ahLst/>
              <a:cxnLst/>
              <a:rect l="0" t="0" r="0" b="0"/>
              <a:pathLst>
                <a:path w="112176" h="18086">
                  <a:moveTo>
                    <a:pt x="112176" y="180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21" name="Candidate_receptor__2539">
              <a:extLst>
                <a:ext uri="{FF2B5EF4-FFF2-40B4-BE49-F238E27FC236}">
                  <a16:creationId xmlns:a16="http://schemas.microsoft.com/office/drawing/2014/main" id="{5E26D13F-37AF-8640-3B8B-2F6CD460C7BE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70618"/>
              <a:ext cx="27594" cy="3072"/>
            </a:xfrm>
            <a:custGeom>
              <a:avLst/>
              <a:gdLst/>
              <a:ahLst/>
              <a:cxnLst/>
              <a:rect l="0" t="0" r="0" b="0"/>
              <a:pathLst>
                <a:path w="27594" h="3072">
                  <a:moveTo>
                    <a:pt x="0" y="3072"/>
                  </a:moveTo>
                  <a:lnTo>
                    <a:pt x="275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22" name="Candidate_receptor__2540">
              <a:extLst>
                <a:ext uri="{FF2B5EF4-FFF2-40B4-BE49-F238E27FC236}">
                  <a16:creationId xmlns:a16="http://schemas.microsoft.com/office/drawing/2014/main" id="{3E20DCA6-34A2-2BBC-A422-09AFC12E9B23}"/>
                </a:ext>
              </a:extLst>
            </p:cNvPr>
            <p:cNvSpPr>
              <a:spLocks noGrp="1"/>
            </p:cNvSpPr>
            <p:nvPr/>
          </p:nvSpPr>
          <p:spPr>
            <a:xfrm>
              <a:off x="5199227" y="4978485"/>
              <a:ext cx="78966" cy="73707"/>
            </a:xfrm>
            <a:custGeom>
              <a:avLst/>
              <a:gdLst/>
              <a:ahLst/>
              <a:cxnLst/>
              <a:rect l="0" t="0" r="0" b="0"/>
              <a:pathLst>
                <a:path w="78966" h="73707">
                  <a:moveTo>
                    <a:pt x="78966" y="0"/>
                  </a:moveTo>
                  <a:lnTo>
                    <a:pt x="0" y="7370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23" name="Candidate_receptor__2541">
              <a:extLst>
                <a:ext uri="{FF2B5EF4-FFF2-40B4-BE49-F238E27FC236}">
                  <a16:creationId xmlns:a16="http://schemas.microsoft.com/office/drawing/2014/main" id="{05D84553-31DA-22D1-C1E5-0278130D8B12}"/>
                </a:ext>
              </a:extLst>
            </p:cNvPr>
            <p:cNvSpPr>
              <a:spLocks noGrp="1"/>
            </p:cNvSpPr>
            <p:nvPr/>
          </p:nvSpPr>
          <p:spPr>
            <a:xfrm>
              <a:off x="6037393" y="4098881"/>
              <a:ext cx="98159" cy="59332"/>
            </a:xfrm>
            <a:custGeom>
              <a:avLst/>
              <a:gdLst/>
              <a:ahLst/>
              <a:cxnLst/>
              <a:rect l="0" t="0" r="0" b="0"/>
              <a:pathLst>
                <a:path w="98159" h="59332">
                  <a:moveTo>
                    <a:pt x="98159" y="0"/>
                  </a:moveTo>
                  <a:lnTo>
                    <a:pt x="0" y="5933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24" name="Candidate_receptor__2542">
              <a:extLst>
                <a:ext uri="{FF2B5EF4-FFF2-40B4-BE49-F238E27FC236}">
                  <a16:creationId xmlns:a16="http://schemas.microsoft.com/office/drawing/2014/main" id="{608FD158-3485-B7AE-63E7-CEB59ABFD3C1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921253"/>
              <a:ext cx="89735" cy="28359"/>
            </a:xfrm>
            <a:custGeom>
              <a:avLst/>
              <a:gdLst/>
              <a:ahLst/>
              <a:cxnLst/>
              <a:rect l="0" t="0" r="0" b="0"/>
              <a:pathLst>
                <a:path w="89735" h="28359">
                  <a:moveTo>
                    <a:pt x="89735" y="283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25" name="Candidate_receptor__2543">
              <a:extLst>
                <a:ext uri="{FF2B5EF4-FFF2-40B4-BE49-F238E27FC236}">
                  <a16:creationId xmlns:a16="http://schemas.microsoft.com/office/drawing/2014/main" id="{8A35E9C6-B80E-4B6B-4A77-4512164EFEE9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26496" cy="72253"/>
            </a:xfrm>
            <a:custGeom>
              <a:avLst/>
              <a:gdLst/>
              <a:ahLst/>
              <a:cxnLst/>
              <a:rect l="0" t="0" r="0" b="0"/>
              <a:pathLst>
                <a:path w="26496" h="72253">
                  <a:moveTo>
                    <a:pt x="26496" y="722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26" name="Candidate_receptor__2544">
              <a:extLst>
                <a:ext uri="{FF2B5EF4-FFF2-40B4-BE49-F238E27FC236}">
                  <a16:creationId xmlns:a16="http://schemas.microsoft.com/office/drawing/2014/main" id="{A03D5395-D9B0-EB50-C04A-DC395D57559E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65165"/>
              <a:ext cx="3468" cy="2454"/>
            </a:xfrm>
            <a:custGeom>
              <a:avLst/>
              <a:gdLst/>
              <a:ahLst/>
              <a:cxnLst/>
              <a:rect l="0" t="0" r="0" b="0"/>
              <a:pathLst>
                <a:path w="3468" h="2454">
                  <a:moveTo>
                    <a:pt x="0" y="2454"/>
                  </a:moveTo>
                  <a:lnTo>
                    <a:pt x="34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27" name="Candidate_receptor__2545">
              <a:extLst>
                <a:ext uri="{FF2B5EF4-FFF2-40B4-BE49-F238E27FC236}">
                  <a16:creationId xmlns:a16="http://schemas.microsoft.com/office/drawing/2014/main" id="{7527214B-ED96-344E-9BB2-1DEA50AD1486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808386"/>
              <a:ext cx="48138" cy="94257"/>
            </a:xfrm>
            <a:custGeom>
              <a:avLst/>
              <a:gdLst/>
              <a:ahLst/>
              <a:cxnLst/>
              <a:rect l="0" t="0" r="0" b="0"/>
              <a:pathLst>
                <a:path w="48138" h="94257">
                  <a:moveTo>
                    <a:pt x="0" y="94257"/>
                  </a:moveTo>
                  <a:lnTo>
                    <a:pt x="4813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28" name="Candidate_receptor__2546">
              <a:extLst>
                <a:ext uri="{FF2B5EF4-FFF2-40B4-BE49-F238E27FC236}">
                  <a16:creationId xmlns:a16="http://schemas.microsoft.com/office/drawing/2014/main" id="{FCAEDF48-1FB9-DB8D-97BB-C81D9D34F2DB}"/>
                </a:ext>
              </a:extLst>
            </p:cNvPr>
            <p:cNvSpPr>
              <a:spLocks noGrp="1"/>
            </p:cNvSpPr>
            <p:nvPr/>
          </p:nvSpPr>
          <p:spPr>
            <a:xfrm>
              <a:off x="5889255" y="4261458"/>
              <a:ext cx="104801" cy="14188"/>
            </a:xfrm>
            <a:custGeom>
              <a:avLst/>
              <a:gdLst/>
              <a:ahLst/>
              <a:cxnLst/>
              <a:rect l="0" t="0" r="0" b="0"/>
              <a:pathLst>
                <a:path w="104801" h="14188">
                  <a:moveTo>
                    <a:pt x="104801" y="14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29" name="Candidate_receptor__2547">
              <a:extLst>
                <a:ext uri="{FF2B5EF4-FFF2-40B4-BE49-F238E27FC236}">
                  <a16:creationId xmlns:a16="http://schemas.microsoft.com/office/drawing/2014/main" id="{11C891D9-1427-6661-5811-6D648EFF4045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70121"/>
              <a:ext cx="111339" cy="20961"/>
            </a:xfrm>
            <a:custGeom>
              <a:avLst/>
              <a:gdLst/>
              <a:ahLst/>
              <a:cxnLst/>
              <a:rect l="0" t="0" r="0" b="0"/>
              <a:pathLst>
                <a:path w="111339" h="20961">
                  <a:moveTo>
                    <a:pt x="111339" y="20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30" name="Candidate_receptor__2548">
              <a:extLst>
                <a:ext uri="{FF2B5EF4-FFF2-40B4-BE49-F238E27FC236}">
                  <a16:creationId xmlns:a16="http://schemas.microsoft.com/office/drawing/2014/main" id="{169F241A-87D8-F18A-8C1B-9310B5C9D419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24842"/>
              <a:ext cx="39274" cy="72157"/>
            </a:xfrm>
            <a:custGeom>
              <a:avLst/>
              <a:gdLst/>
              <a:ahLst/>
              <a:cxnLst/>
              <a:rect l="0" t="0" r="0" b="0"/>
              <a:pathLst>
                <a:path w="39274" h="72157">
                  <a:moveTo>
                    <a:pt x="0" y="72157"/>
                  </a:moveTo>
                  <a:lnTo>
                    <a:pt x="39274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31" name="Candidate_receptor__2549">
              <a:extLst>
                <a:ext uri="{FF2B5EF4-FFF2-40B4-BE49-F238E27FC236}">
                  <a16:creationId xmlns:a16="http://schemas.microsoft.com/office/drawing/2014/main" id="{82DA3652-C2A6-7678-2B82-38BF5C78C499}"/>
                </a:ext>
              </a:extLst>
            </p:cNvPr>
            <p:cNvSpPr>
              <a:spLocks noGrp="1"/>
            </p:cNvSpPr>
            <p:nvPr/>
          </p:nvSpPr>
          <p:spPr>
            <a:xfrm>
              <a:off x="5023770" y="4937005"/>
              <a:ext cx="80467" cy="81551"/>
            </a:xfrm>
            <a:custGeom>
              <a:avLst/>
              <a:gdLst/>
              <a:ahLst/>
              <a:cxnLst/>
              <a:rect l="0" t="0" r="0" b="0"/>
              <a:pathLst>
                <a:path w="80467" h="81551">
                  <a:moveTo>
                    <a:pt x="80467" y="0"/>
                  </a:moveTo>
                  <a:lnTo>
                    <a:pt x="0" y="8155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32" name="Candidate_receptor__2550">
              <a:extLst>
                <a:ext uri="{FF2B5EF4-FFF2-40B4-BE49-F238E27FC236}">
                  <a16:creationId xmlns:a16="http://schemas.microsoft.com/office/drawing/2014/main" id="{EDDFE816-BEFB-4D51-19A8-C2020A4519E0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23750"/>
              <a:ext cx="112910" cy="23245"/>
            </a:xfrm>
            <a:custGeom>
              <a:avLst/>
              <a:gdLst/>
              <a:ahLst/>
              <a:cxnLst/>
              <a:rect l="0" t="0" r="0" b="0"/>
              <a:pathLst>
                <a:path w="112910" h="23245">
                  <a:moveTo>
                    <a:pt x="112910" y="0"/>
                  </a:moveTo>
                  <a:lnTo>
                    <a:pt x="0" y="232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33" name="Candidate_receptor__2551">
              <a:extLst>
                <a:ext uri="{FF2B5EF4-FFF2-40B4-BE49-F238E27FC236}">
                  <a16:creationId xmlns:a16="http://schemas.microsoft.com/office/drawing/2014/main" id="{C346B5CD-20AF-51E9-7009-0652E3A10B88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415829"/>
              <a:ext cx="56716" cy="6628"/>
            </a:xfrm>
            <a:custGeom>
              <a:avLst/>
              <a:gdLst/>
              <a:ahLst/>
              <a:cxnLst/>
              <a:rect l="0" t="0" r="0" b="0"/>
              <a:pathLst>
                <a:path w="56716" h="6628">
                  <a:moveTo>
                    <a:pt x="56716" y="0"/>
                  </a:moveTo>
                  <a:lnTo>
                    <a:pt x="0" y="66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34" name="Candidate_receptor__2552">
              <a:extLst>
                <a:ext uri="{FF2B5EF4-FFF2-40B4-BE49-F238E27FC236}">
                  <a16:creationId xmlns:a16="http://schemas.microsoft.com/office/drawing/2014/main" id="{77F2B59A-91EB-949D-4D08-4BCAC92A1BE2}"/>
                </a:ext>
              </a:extLst>
            </p:cNvPr>
            <p:cNvSpPr>
              <a:spLocks noGrp="1"/>
            </p:cNvSpPr>
            <p:nvPr/>
          </p:nvSpPr>
          <p:spPr>
            <a:xfrm>
              <a:off x="5353158" y="4523750"/>
              <a:ext cx="29893" cy="111306"/>
            </a:xfrm>
            <a:custGeom>
              <a:avLst/>
              <a:gdLst/>
              <a:ahLst/>
              <a:cxnLst/>
              <a:rect l="0" t="0" r="0" b="0"/>
              <a:pathLst>
                <a:path w="29893" h="111306">
                  <a:moveTo>
                    <a:pt x="29893" y="1113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35" name="Candidate_receptor__2553">
              <a:extLst>
                <a:ext uri="{FF2B5EF4-FFF2-40B4-BE49-F238E27FC236}">
                  <a16:creationId xmlns:a16="http://schemas.microsoft.com/office/drawing/2014/main" id="{862AD995-5E4A-BF7E-D357-B919B402E03C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47054"/>
              <a:ext cx="27163" cy="23899"/>
            </a:xfrm>
            <a:custGeom>
              <a:avLst/>
              <a:gdLst/>
              <a:ahLst/>
              <a:cxnLst/>
              <a:rect l="0" t="0" r="0" b="0"/>
              <a:pathLst>
                <a:path w="27163" h="23899">
                  <a:moveTo>
                    <a:pt x="27163" y="0"/>
                  </a:moveTo>
                  <a:lnTo>
                    <a:pt x="0" y="2389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36" name="Candidate_receptor__2554">
              <a:extLst>
                <a:ext uri="{FF2B5EF4-FFF2-40B4-BE49-F238E27FC236}">
                  <a16:creationId xmlns:a16="http://schemas.microsoft.com/office/drawing/2014/main" id="{A8470B5D-BAED-2F77-BF59-3928A5611373}"/>
                </a:ext>
              </a:extLst>
            </p:cNvPr>
            <p:cNvSpPr>
              <a:spLocks noGrp="1"/>
            </p:cNvSpPr>
            <p:nvPr/>
          </p:nvSpPr>
          <p:spPr>
            <a:xfrm>
              <a:off x="5375444" y="5472288"/>
              <a:ext cx="100763" cy="51440"/>
            </a:xfrm>
            <a:custGeom>
              <a:avLst/>
              <a:gdLst/>
              <a:ahLst/>
              <a:cxnLst/>
              <a:rect l="0" t="0" r="0" b="0"/>
              <a:pathLst>
                <a:path w="100763" h="51440">
                  <a:moveTo>
                    <a:pt x="100763" y="0"/>
                  </a:moveTo>
                  <a:lnTo>
                    <a:pt x="0" y="5144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37" name="Candidate_receptor__2555">
              <a:extLst>
                <a:ext uri="{FF2B5EF4-FFF2-40B4-BE49-F238E27FC236}">
                  <a16:creationId xmlns:a16="http://schemas.microsoft.com/office/drawing/2014/main" id="{5BFC87EC-2921-FA14-7D21-3602F9D1C584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25869"/>
              <a:ext cx="104616" cy="34905"/>
            </a:xfrm>
            <a:custGeom>
              <a:avLst/>
              <a:gdLst/>
              <a:ahLst/>
              <a:cxnLst/>
              <a:rect l="0" t="0" r="0" b="0"/>
              <a:pathLst>
                <a:path w="104616" h="34905">
                  <a:moveTo>
                    <a:pt x="104616" y="0"/>
                  </a:moveTo>
                  <a:lnTo>
                    <a:pt x="0" y="3490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38" name="Candidate_receptor__2556">
              <a:extLst>
                <a:ext uri="{FF2B5EF4-FFF2-40B4-BE49-F238E27FC236}">
                  <a16:creationId xmlns:a16="http://schemas.microsoft.com/office/drawing/2014/main" id="{ABE2337F-57E8-4E81-884F-2402AED44C02}"/>
                </a:ext>
              </a:extLst>
            </p:cNvPr>
            <p:cNvSpPr>
              <a:spLocks noGrp="1"/>
            </p:cNvSpPr>
            <p:nvPr/>
          </p:nvSpPr>
          <p:spPr>
            <a:xfrm>
              <a:off x="5844144" y="3949612"/>
              <a:ext cx="64395" cy="25460"/>
            </a:xfrm>
            <a:custGeom>
              <a:avLst/>
              <a:gdLst/>
              <a:ahLst/>
              <a:cxnLst/>
              <a:rect l="0" t="0" r="0" b="0"/>
              <a:pathLst>
                <a:path w="64395" h="25460">
                  <a:moveTo>
                    <a:pt x="64395" y="254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39" name="Candidate_receptor__2557">
              <a:extLst>
                <a:ext uri="{FF2B5EF4-FFF2-40B4-BE49-F238E27FC236}">
                  <a16:creationId xmlns:a16="http://schemas.microsoft.com/office/drawing/2014/main" id="{D0982576-845D-581C-4151-EA416C7D1447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1547"/>
              <a:ext cx="39032" cy="6531"/>
            </a:xfrm>
            <a:custGeom>
              <a:avLst/>
              <a:gdLst/>
              <a:ahLst/>
              <a:cxnLst/>
              <a:rect l="0" t="0" r="0" b="0"/>
              <a:pathLst>
                <a:path w="39032" h="6531">
                  <a:moveTo>
                    <a:pt x="0" y="6531"/>
                  </a:moveTo>
                  <a:lnTo>
                    <a:pt x="39032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40" name="Candidate_receptor__2558">
              <a:extLst>
                <a:ext uri="{FF2B5EF4-FFF2-40B4-BE49-F238E27FC236}">
                  <a16:creationId xmlns:a16="http://schemas.microsoft.com/office/drawing/2014/main" id="{63143B63-9A65-0F22-0F79-F62A96B32593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94310"/>
              <a:ext cx="104912" cy="40765"/>
            </a:xfrm>
            <a:custGeom>
              <a:avLst/>
              <a:gdLst/>
              <a:ahLst/>
              <a:cxnLst/>
              <a:rect l="0" t="0" r="0" b="0"/>
              <a:pathLst>
                <a:path w="104912" h="40765">
                  <a:moveTo>
                    <a:pt x="0" y="0"/>
                  </a:moveTo>
                  <a:lnTo>
                    <a:pt x="104912" y="407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41" name="Candidate_receptor__2559">
              <a:extLst>
                <a:ext uri="{FF2B5EF4-FFF2-40B4-BE49-F238E27FC236}">
                  <a16:creationId xmlns:a16="http://schemas.microsoft.com/office/drawing/2014/main" id="{1668B0A7-E00C-BAB6-E5AE-3FC59C0FD6E4}"/>
                </a:ext>
              </a:extLst>
            </p:cNvPr>
            <p:cNvSpPr>
              <a:spLocks noGrp="1"/>
            </p:cNvSpPr>
            <p:nvPr/>
          </p:nvSpPr>
          <p:spPr>
            <a:xfrm>
              <a:off x="5971340" y="4426740"/>
              <a:ext cx="84806" cy="9457"/>
            </a:xfrm>
            <a:custGeom>
              <a:avLst/>
              <a:gdLst/>
              <a:ahLst/>
              <a:cxnLst/>
              <a:rect l="0" t="0" r="0" b="0"/>
              <a:pathLst>
                <a:path w="84806" h="9457">
                  <a:moveTo>
                    <a:pt x="84806" y="94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42" name="Candidate_receptor__2560">
              <a:extLst>
                <a:ext uri="{FF2B5EF4-FFF2-40B4-BE49-F238E27FC236}">
                  <a16:creationId xmlns:a16="http://schemas.microsoft.com/office/drawing/2014/main" id="{AF434014-04FF-F67F-ABBF-37F157319DB1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405998"/>
              <a:ext cx="81969" cy="20741"/>
            </a:xfrm>
            <a:custGeom>
              <a:avLst/>
              <a:gdLst/>
              <a:ahLst/>
              <a:cxnLst/>
              <a:rect l="0" t="0" r="0" b="0"/>
              <a:pathLst>
                <a:path w="81969" h="20741">
                  <a:moveTo>
                    <a:pt x="81969" y="207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43" name="Candidate_receptor__2561">
              <a:extLst>
                <a:ext uri="{FF2B5EF4-FFF2-40B4-BE49-F238E27FC236}">
                  <a16:creationId xmlns:a16="http://schemas.microsoft.com/office/drawing/2014/main" id="{72B547D3-D555-A1A2-1DF6-B2ABEE0474E1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27211"/>
              <a:ext cx="80514" cy="47162"/>
            </a:xfrm>
            <a:custGeom>
              <a:avLst/>
              <a:gdLst/>
              <a:ahLst/>
              <a:cxnLst/>
              <a:rect l="0" t="0" r="0" b="0"/>
              <a:pathLst>
                <a:path w="80514" h="47162">
                  <a:moveTo>
                    <a:pt x="80514" y="0"/>
                  </a:moveTo>
                  <a:lnTo>
                    <a:pt x="0" y="4716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44" name="Candidate_receptor__2562">
              <a:extLst>
                <a:ext uri="{FF2B5EF4-FFF2-40B4-BE49-F238E27FC236}">
                  <a16:creationId xmlns:a16="http://schemas.microsoft.com/office/drawing/2014/main" id="{7922B1F7-EC82-9F93-ED9B-5E5BB5731347}"/>
                </a:ext>
              </a:extLst>
            </p:cNvPr>
            <p:cNvSpPr>
              <a:spLocks noGrp="1"/>
            </p:cNvSpPr>
            <p:nvPr/>
          </p:nvSpPr>
          <p:spPr>
            <a:xfrm>
              <a:off x="5468793" y="5139824"/>
              <a:ext cx="21193" cy="41084"/>
            </a:xfrm>
            <a:custGeom>
              <a:avLst/>
              <a:gdLst/>
              <a:ahLst/>
              <a:cxnLst/>
              <a:rect l="0" t="0" r="0" b="0"/>
              <a:pathLst>
                <a:path w="21193" h="41084">
                  <a:moveTo>
                    <a:pt x="21193" y="410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45" name="Candidate_receptor__2563">
              <a:extLst>
                <a:ext uri="{FF2B5EF4-FFF2-40B4-BE49-F238E27FC236}">
                  <a16:creationId xmlns:a16="http://schemas.microsoft.com/office/drawing/2014/main" id="{DD722DE7-84F0-5810-0915-9A4BCFA56727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693597"/>
              <a:ext cx="88560" cy="72109"/>
            </a:xfrm>
            <a:custGeom>
              <a:avLst/>
              <a:gdLst/>
              <a:ahLst/>
              <a:cxnLst/>
              <a:rect l="0" t="0" r="0" b="0"/>
              <a:pathLst>
                <a:path w="88560" h="72109">
                  <a:moveTo>
                    <a:pt x="0" y="72109"/>
                  </a:moveTo>
                  <a:lnTo>
                    <a:pt x="8856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46" name="Candidate_receptor__2564">
              <a:extLst>
                <a:ext uri="{FF2B5EF4-FFF2-40B4-BE49-F238E27FC236}">
                  <a16:creationId xmlns:a16="http://schemas.microsoft.com/office/drawing/2014/main" id="{F600628B-655B-95FC-8A58-EBC8FBDE57EE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63655"/>
              <a:ext cx="73928" cy="16281"/>
            </a:xfrm>
            <a:custGeom>
              <a:avLst/>
              <a:gdLst/>
              <a:ahLst/>
              <a:cxnLst/>
              <a:rect l="0" t="0" r="0" b="0"/>
              <a:pathLst>
                <a:path w="73928" h="16281">
                  <a:moveTo>
                    <a:pt x="73928" y="0"/>
                  </a:moveTo>
                  <a:lnTo>
                    <a:pt x="0" y="1628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47" name="Candidate_receptor__2565">
              <a:extLst>
                <a:ext uri="{FF2B5EF4-FFF2-40B4-BE49-F238E27FC236}">
                  <a16:creationId xmlns:a16="http://schemas.microsoft.com/office/drawing/2014/main" id="{1D82ADE0-89B5-A863-0658-9170581F98BB}"/>
                </a:ext>
              </a:extLst>
            </p:cNvPr>
            <p:cNvSpPr>
              <a:spLocks noGrp="1"/>
            </p:cNvSpPr>
            <p:nvPr/>
          </p:nvSpPr>
          <p:spPr>
            <a:xfrm>
              <a:off x="5617301" y="5116508"/>
              <a:ext cx="3786" cy="110265"/>
            </a:xfrm>
            <a:custGeom>
              <a:avLst/>
              <a:gdLst/>
              <a:ahLst/>
              <a:cxnLst/>
              <a:rect l="0" t="0" r="0" b="0"/>
              <a:pathLst>
                <a:path w="3786" h="110265">
                  <a:moveTo>
                    <a:pt x="3786" y="1102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48" name="Candidate_receptor__2566">
              <a:extLst>
                <a:ext uri="{FF2B5EF4-FFF2-40B4-BE49-F238E27FC236}">
                  <a16:creationId xmlns:a16="http://schemas.microsoft.com/office/drawing/2014/main" id="{EF44F6AC-E8BF-8F07-2A1B-1F76D2C8A15C}"/>
                </a:ext>
              </a:extLst>
            </p:cNvPr>
            <p:cNvSpPr>
              <a:spLocks noGrp="1"/>
            </p:cNvSpPr>
            <p:nvPr/>
          </p:nvSpPr>
          <p:spPr>
            <a:xfrm>
              <a:off x="5653424" y="4627211"/>
              <a:ext cx="82608" cy="30210"/>
            </a:xfrm>
            <a:custGeom>
              <a:avLst/>
              <a:gdLst/>
              <a:ahLst/>
              <a:cxnLst/>
              <a:rect l="0" t="0" r="0" b="0"/>
              <a:pathLst>
                <a:path w="82608" h="30210">
                  <a:moveTo>
                    <a:pt x="82608" y="302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49" name="Candidate_receptor__2567">
              <a:extLst>
                <a:ext uri="{FF2B5EF4-FFF2-40B4-BE49-F238E27FC236}">
                  <a16:creationId xmlns:a16="http://schemas.microsoft.com/office/drawing/2014/main" id="{3E79A375-9AF4-5D4A-7828-DA31F2CAA5C8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739302"/>
              <a:ext cx="37035" cy="40771"/>
            </a:xfrm>
            <a:custGeom>
              <a:avLst/>
              <a:gdLst/>
              <a:ahLst/>
              <a:cxnLst/>
              <a:rect l="0" t="0" r="0" b="0"/>
              <a:pathLst>
                <a:path w="37035" h="40771">
                  <a:moveTo>
                    <a:pt x="37035" y="407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0" name="Candidate_receptor__2568">
              <a:extLst>
                <a:ext uri="{FF2B5EF4-FFF2-40B4-BE49-F238E27FC236}">
                  <a16:creationId xmlns:a16="http://schemas.microsoft.com/office/drawing/2014/main" id="{DE9B0F53-C204-EB00-08DE-D21A6E640E0B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482695"/>
              <a:ext cx="51659" cy="96956"/>
            </a:xfrm>
            <a:custGeom>
              <a:avLst/>
              <a:gdLst/>
              <a:ahLst/>
              <a:cxnLst/>
              <a:rect l="0" t="0" r="0" b="0"/>
              <a:pathLst>
                <a:path w="51659" h="96956">
                  <a:moveTo>
                    <a:pt x="51659" y="0"/>
                  </a:moveTo>
                  <a:lnTo>
                    <a:pt x="0" y="9695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1" name="Candidate_receptor__2569">
              <a:extLst>
                <a:ext uri="{FF2B5EF4-FFF2-40B4-BE49-F238E27FC236}">
                  <a16:creationId xmlns:a16="http://schemas.microsoft.com/office/drawing/2014/main" id="{445E0DF9-EADD-DF94-B054-D198A4E2733E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48658"/>
              <a:ext cx="29378" cy="11527"/>
            </a:xfrm>
            <a:custGeom>
              <a:avLst/>
              <a:gdLst/>
              <a:ahLst/>
              <a:cxnLst/>
              <a:rect l="0" t="0" r="0" b="0"/>
              <a:pathLst>
                <a:path w="29378" h="11527">
                  <a:moveTo>
                    <a:pt x="0" y="0"/>
                  </a:moveTo>
                  <a:lnTo>
                    <a:pt x="29378" y="11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2" name="Candidate_receptor__2570">
              <a:extLst>
                <a:ext uri="{FF2B5EF4-FFF2-40B4-BE49-F238E27FC236}">
                  <a16:creationId xmlns:a16="http://schemas.microsoft.com/office/drawing/2014/main" id="{D2E3D06B-4ACD-4361-D114-85205B726875}"/>
                </a:ext>
              </a:extLst>
            </p:cNvPr>
            <p:cNvSpPr>
              <a:spLocks noGrp="1"/>
            </p:cNvSpPr>
            <p:nvPr/>
          </p:nvSpPr>
          <p:spPr>
            <a:xfrm>
              <a:off x="6279163" y="4131076"/>
              <a:ext cx="111249" cy="25913"/>
            </a:xfrm>
            <a:custGeom>
              <a:avLst/>
              <a:gdLst/>
              <a:ahLst/>
              <a:cxnLst/>
              <a:rect l="0" t="0" r="0" b="0"/>
              <a:pathLst>
                <a:path w="111249" h="25913">
                  <a:moveTo>
                    <a:pt x="0" y="0"/>
                  </a:moveTo>
                  <a:lnTo>
                    <a:pt x="111249" y="2591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3" name="Candidate_receptor__2571">
              <a:extLst>
                <a:ext uri="{FF2B5EF4-FFF2-40B4-BE49-F238E27FC236}">
                  <a16:creationId xmlns:a16="http://schemas.microsoft.com/office/drawing/2014/main" id="{EB83FA1B-0A1E-0F6C-8AF6-D8F33CF41BCE}"/>
                </a:ext>
              </a:extLst>
            </p:cNvPr>
            <p:cNvSpPr>
              <a:spLocks noGrp="1"/>
            </p:cNvSpPr>
            <p:nvPr/>
          </p:nvSpPr>
          <p:spPr>
            <a:xfrm>
              <a:off x="4915892" y="4289862"/>
              <a:ext cx="113483" cy="17045"/>
            </a:xfrm>
            <a:custGeom>
              <a:avLst/>
              <a:gdLst/>
              <a:ahLst/>
              <a:cxnLst/>
              <a:rect l="0" t="0" r="0" b="0"/>
              <a:pathLst>
                <a:path w="113483" h="17045">
                  <a:moveTo>
                    <a:pt x="0" y="0"/>
                  </a:moveTo>
                  <a:lnTo>
                    <a:pt x="113483" y="170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4" name="Candidate_receptor__2572">
              <a:extLst>
                <a:ext uri="{FF2B5EF4-FFF2-40B4-BE49-F238E27FC236}">
                  <a16:creationId xmlns:a16="http://schemas.microsoft.com/office/drawing/2014/main" id="{DBEE9819-7100-BFB9-9A4D-A944410FFF04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9690" cy="38238"/>
            </a:xfrm>
            <a:custGeom>
              <a:avLst/>
              <a:gdLst/>
              <a:ahLst/>
              <a:cxnLst/>
              <a:rect l="0" t="0" r="0" b="0"/>
              <a:pathLst>
                <a:path w="9690" h="38238">
                  <a:moveTo>
                    <a:pt x="0" y="0"/>
                  </a:moveTo>
                  <a:lnTo>
                    <a:pt x="9690" y="3823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5" name="Candidate_receptor__2573">
              <a:extLst>
                <a:ext uri="{FF2B5EF4-FFF2-40B4-BE49-F238E27FC236}">
                  <a16:creationId xmlns:a16="http://schemas.microsoft.com/office/drawing/2014/main" id="{B97FB3FC-9C77-C0D3-0C7F-91F1E0EB45D9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3981461"/>
              <a:ext cx="67173" cy="31152"/>
            </a:xfrm>
            <a:custGeom>
              <a:avLst/>
              <a:gdLst/>
              <a:ahLst/>
              <a:cxnLst/>
              <a:rect l="0" t="0" r="0" b="0"/>
              <a:pathLst>
                <a:path w="67173" h="31152">
                  <a:moveTo>
                    <a:pt x="67173" y="0"/>
                  </a:moveTo>
                  <a:lnTo>
                    <a:pt x="0" y="3115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6" name="Candidate_receptor__2574">
              <a:extLst>
                <a:ext uri="{FF2B5EF4-FFF2-40B4-BE49-F238E27FC236}">
                  <a16:creationId xmlns:a16="http://schemas.microsoft.com/office/drawing/2014/main" id="{E4907E39-2D5D-3EC7-FDA6-D2D148726888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909419"/>
              <a:ext cx="77065" cy="58093"/>
            </a:xfrm>
            <a:custGeom>
              <a:avLst/>
              <a:gdLst/>
              <a:ahLst/>
              <a:cxnLst/>
              <a:rect l="0" t="0" r="0" b="0"/>
              <a:pathLst>
                <a:path w="77065" h="58093">
                  <a:moveTo>
                    <a:pt x="77065" y="0"/>
                  </a:moveTo>
                  <a:lnTo>
                    <a:pt x="0" y="5809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7" name="Candidate_receptor__2575">
              <a:extLst>
                <a:ext uri="{FF2B5EF4-FFF2-40B4-BE49-F238E27FC236}">
                  <a16:creationId xmlns:a16="http://schemas.microsoft.com/office/drawing/2014/main" id="{D468E4AC-035F-EF1F-421B-2FC734B9EB71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690607"/>
              <a:ext cx="16012" cy="14341"/>
            </a:xfrm>
            <a:custGeom>
              <a:avLst/>
              <a:gdLst/>
              <a:ahLst/>
              <a:cxnLst/>
              <a:rect l="0" t="0" r="0" b="0"/>
              <a:pathLst>
                <a:path w="16012" h="14341">
                  <a:moveTo>
                    <a:pt x="0" y="0"/>
                  </a:moveTo>
                  <a:lnTo>
                    <a:pt x="16012" y="1434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8" name="Candidate_receptor__2576">
              <a:extLst>
                <a:ext uri="{FF2B5EF4-FFF2-40B4-BE49-F238E27FC236}">
                  <a16:creationId xmlns:a16="http://schemas.microsoft.com/office/drawing/2014/main" id="{93183D75-EC0B-6238-5321-AFCDEF8511CF}"/>
                </a:ext>
              </a:extLst>
            </p:cNvPr>
            <p:cNvSpPr>
              <a:spLocks noGrp="1"/>
            </p:cNvSpPr>
            <p:nvPr/>
          </p:nvSpPr>
          <p:spPr>
            <a:xfrm>
              <a:off x="5040760" y="5225869"/>
              <a:ext cx="54946" cy="76789"/>
            </a:xfrm>
            <a:custGeom>
              <a:avLst/>
              <a:gdLst/>
              <a:ahLst/>
              <a:cxnLst/>
              <a:rect l="0" t="0" r="0" b="0"/>
              <a:pathLst>
                <a:path w="54946" h="76789">
                  <a:moveTo>
                    <a:pt x="54946" y="767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9" name="Candidate_receptor__2577">
              <a:extLst>
                <a:ext uri="{FF2B5EF4-FFF2-40B4-BE49-F238E27FC236}">
                  <a16:creationId xmlns:a16="http://schemas.microsoft.com/office/drawing/2014/main" id="{BCED36F7-1A3A-C488-5F55-7513B4B5F617}"/>
                </a:ext>
              </a:extLst>
            </p:cNvPr>
            <p:cNvSpPr>
              <a:spLocks noGrp="1"/>
            </p:cNvSpPr>
            <p:nvPr/>
          </p:nvSpPr>
          <p:spPr>
            <a:xfrm>
              <a:off x="6616793" y="4354007"/>
              <a:ext cx="97278" cy="35185"/>
            </a:xfrm>
            <a:custGeom>
              <a:avLst/>
              <a:gdLst/>
              <a:ahLst/>
              <a:cxnLst/>
              <a:rect l="0" t="0" r="0" b="0"/>
              <a:pathLst>
                <a:path w="97278" h="35185">
                  <a:moveTo>
                    <a:pt x="97278" y="351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60" name="Candidate_receptor__2578">
              <a:extLst>
                <a:ext uri="{FF2B5EF4-FFF2-40B4-BE49-F238E27FC236}">
                  <a16:creationId xmlns:a16="http://schemas.microsoft.com/office/drawing/2014/main" id="{A34313A0-CDBC-995D-93DE-DC05130DEEFC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158419"/>
              <a:ext cx="111170" cy="24493"/>
            </a:xfrm>
            <a:custGeom>
              <a:avLst/>
              <a:gdLst/>
              <a:ahLst/>
              <a:cxnLst/>
              <a:rect l="0" t="0" r="0" b="0"/>
              <a:pathLst>
                <a:path w="111170" h="24493">
                  <a:moveTo>
                    <a:pt x="111170" y="24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61" name="Candidate_receptor__2579">
              <a:extLst>
                <a:ext uri="{FF2B5EF4-FFF2-40B4-BE49-F238E27FC236}">
                  <a16:creationId xmlns:a16="http://schemas.microsoft.com/office/drawing/2014/main" id="{0AC0CAAE-04BC-4ACD-C83E-31131D490E13}"/>
                </a:ext>
              </a:extLst>
            </p:cNvPr>
            <p:cNvSpPr>
              <a:spLocks noGrp="1"/>
            </p:cNvSpPr>
            <p:nvPr/>
          </p:nvSpPr>
          <p:spPr>
            <a:xfrm>
              <a:off x="6340248" y="3372065"/>
              <a:ext cx="80938" cy="48990"/>
            </a:xfrm>
            <a:custGeom>
              <a:avLst/>
              <a:gdLst/>
              <a:ahLst/>
              <a:cxnLst/>
              <a:rect l="0" t="0" r="0" b="0"/>
              <a:pathLst>
                <a:path w="80938" h="48990">
                  <a:moveTo>
                    <a:pt x="80938" y="489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62" name="Candidate_receptor__2580">
              <a:extLst>
                <a:ext uri="{FF2B5EF4-FFF2-40B4-BE49-F238E27FC236}">
                  <a16:creationId xmlns:a16="http://schemas.microsoft.com/office/drawing/2014/main" id="{AE11904E-21BC-388A-9293-6A3AD7789271}"/>
                </a:ext>
              </a:extLst>
            </p:cNvPr>
            <p:cNvSpPr>
              <a:spLocks noGrp="1"/>
            </p:cNvSpPr>
            <p:nvPr/>
          </p:nvSpPr>
          <p:spPr>
            <a:xfrm>
              <a:off x="5160340" y="5052191"/>
              <a:ext cx="38887" cy="16427"/>
            </a:xfrm>
            <a:custGeom>
              <a:avLst/>
              <a:gdLst/>
              <a:ahLst/>
              <a:cxnLst/>
              <a:rect l="0" t="0" r="0" b="0"/>
              <a:pathLst>
                <a:path w="38887" h="16427">
                  <a:moveTo>
                    <a:pt x="38887" y="0"/>
                  </a:moveTo>
                  <a:lnTo>
                    <a:pt x="0" y="164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63" name="Candidate_receptor__2581">
              <a:extLst>
                <a:ext uri="{FF2B5EF4-FFF2-40B4-BE49-F238E27FC236}">
                  <a16:creationId xmlns:a16="http://schemas.microsoft.com/office/drawing/2014/main" id="{FC384680-8A01-C8D4-D3BE-FD923E4B6B08}"/>
                </a:ext>
              </a:extLst>
            </p:cNvPr>
            <p:cNvSpPr>
              <a:spLocks noGrp="1"/>
            </p:cNvSpPr>
            <p:nvPr/>
          </p:nvSpPr>
          <p:spPr>
            <a:xfrm>
              <a:off x="6061912" y="3916096"/>
              <a:ext cx="61023" cy="65365"/>
            </a:xfrm>
            <a:custGeom>
              <a:avLst/>
              <a:gdLst/>
              <a:ahLst/>
              <a:cxnLst/>
              <a:rect l="0" t="0" r="0" b="0"/>
              <a:pathLst>
                <a:path w="61023" h="65365">
                  <a:moveTo>
                    <a:pt x="61023" y="0"/>
                  </a:moveTo>
                  <a:lnTo>
                    <a:pt x="0" y="653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64" name="Candidate_receptor__2582">
              <a:extLst>
                <a:ext uri="{FF2B5EF4-FFF2-40B4-BE49-F238E27FC236}">
                  <a16:creationId xmlns:a16="http://schemas.microsoft.com/office/drawing/2014/main" id="{83F4F7F5-C2D3-D891-9FF0-EFEDFB3398D4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354007"/>
              <a:ext cx="63060" cy="78845"/>
            </a:xfrm>
            <a:custGeom>
              <a:avLst/>
              <a:gdLst/>
              <a:ahLst/>
              <a:cxnLst/>
              <a:rect l="0" t="0" r="0" b="0"/>
              <a:pathLst>
                <a:path w="63060" h="78845">
                  <a:moveTo>
                    <a:pt x="63060" y="0"/>
                  </a:moveTo>
                  <a:lnTo>
                    <a:pt x="0" y="788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65" name="Candidate_receptor__2583">
              <a:extLst>
                <a:ext uri="{FF2B5EF4-FFF2-40B4-BE49-F238E27FC236}">
                  <a16:creationId xmlns:a16="http://schemas.microsoft.com/office/drawing/2014/main" id="{3B1B4862-5D84-8731-6712-6287DF54C45A}"/>
                </a:ext>
              </a:extLst>
            </p:cNvPr>
            <p:cNvSpPr>
              <a:spLocks noGrp="1"/>
            </p:cNvSpPr>
            <p:nvPr/>
          </p:nvSpPr>
          <p:spPr>
            <a:xfrm>
              <a:off x="5458091" y="5360781"/>
              <a:ext cx="18116" cy="111508"/>
            </a:xfrm>
            <a:custGeom>
              <a:avLst/>
              <a:gdLst/>
              <a:ahLst/>
              <a:cxnLst/>
              <a:rect l="0" t="0" r="0" b="0"/>
              <a:pathLst>
                <a:path w="18116" h="111508">
                  <a:moveTo>
                    <a:pt x="0" y="0"/>
                  </a:moveTo>
                  <a:lnTo>
                    <a:pt x="18116" y="111508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66" name="Candidate_receptor__2584">
              <a:extLst>
                <a:ext uri="{FF2B5EF4-FFF2-40B4-BE49-F238E27FC236}">
                  <a16:creationId xmlns:a16="http://schemas.microsoft.com/office/drawing/2014/main" id="{0587F089-8662-3F0F-FE8C-DC7EAD9D3DD6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226248"/>
              <a:ext cx="41326" cy="35209"/>
            </a:xfrm>
            <a:custGeom>
              <a:avLst/>
              <a:gdLst/>
              <a:ahLst/>
              <a:cxnLst/>
              <a:rect l="0" t="0" r="0" b="0"/>
              <a:pathLst>
                <a:path w="41326" h="35209">
                  <a:moveTo>
                    <a:pt x="41326" y="35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67" name="Candidate_receptor__2585">
              <a:extLst>
                <a:ext uri="{FF2B5EF4-FFF2-40B4-BE49-F238E27FC236}">
                  <a16:creationId xmlns:a16="http://schemas.microsoft.com/office/drawing/2014/main" id="{05F5536E-F903-615E-FF52-E8CAE1B70BEC}"/>
                </a:ext>
              </a:extLst>
            </p:cNvPr>
            <p:cNvSpPr>
              <a:spLocks noGrp="1"/>
            </p:cNvSpPr>
            <p:nvPr/>
          </p:nvSpPr>
          <p:spPr>
            <a:xfrm>
              <a:off x="5820183" y="3631851"/>
              <a:ext cx="3079" cy="42777"/>
            </a:xfrm>
            <a:custGeom>
              <a:avLst/>
              <a:gdLst/>
              <a:ahLst/>
              <a:cxnLst/>
              <a:rect l="0" t="0" r="0" b="0"/>
              <a:pathLst>
                <a:path w="3079" h="42777">
                  <a:moveTo>
                    <a:pt x="0" y="42777"/>
                  </a:moveTo>
                  <a:lnTo>
                    <a:pt x="3079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68" name="Candidate_receptor__2586">
              <a:extLst>
                <a:ext uri="{FF2B5EF4-FFF2-40B4-BE49-F238E27FC236}">
                  <a16:creationId xmlns:a16="http://schemas.microsoft.com/office/drawing/2014/main" id="{092F5A67-4158-1C69-BC65-7D1C3220C5DF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62970"/>
              <a:ext cx="35634" cy="90571"/>
            </a:xfrm>
            <a:custGeom>
              <a:avLst/>
              <a:gdLst/>
              <a:ahLst/>
              <a:cxnLst/>
              <a:rect l="0" t="0" r="0" b="0"/>
              <a:pathLst>
                <a:path w="35634" h="90571">
                  <a:moveTo>
                    <a:pt x="35634" y="0"/>
                  </a:moveTo>
                  <a:lnTo>
                    <a:pt x="0" y="9057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69" name="Candidate_receptor__2587">
              <a:extLst>
                <a:ext uri="{FF2B5EF4-FFF2-40B4-BE49-F238E27FC236}">
                  <a16:creationId xmlns:a16="http://schemas.microsoft.com/office/drawing/2014/main" id="{9DED1530-38DA-933E-5E00-73367F9016CC}"/>
                </a:ext>
              </a:extLst>
            </p:cNvPr>
            <p:cNvSpPr>
              <a:spLocks noGrp="1"/>
            </p:cNvSpPr>
            <p:nvPr/>
          </p:nvSpPr>
          <p:spPr>
            <a:xfrm>
              <a:off x="5199689" y="4693597"/>
              <a:ext cx="70950" cy="69373"/>
            </a:xfrm>
            <a:custGeom>
              <a:avLst/>
              <a:gdLst/>
              <a:ahLst/>
              <a:cxnLst/>
              <a:rect l="0" t="0" r="0" b="0"/>
              <a:pathLst>
                <a:path w="70950" h="69373">
                  <a:moveTo>
                    <a:pt x="0" y="0"/>
                  </a:moveTo>
                  <a:lnTo>
                    <a:pt x="70950" y="6937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0" name="Candidate_receptor__2588">
              <a:extLst>
                <a:ext uri="{FF2B5EF4-FFF2-40B4-BE49-F238E27FC236}">
                  <a16:creationId xmlns:a16="http://schemas.microsoft.com/office/drawing/2014/main" id="{EB9A23CA-43E5-941E-599E-A0F183FDE6B2}"/>
                </a:ext>
              </a:extLst>
            </p:cNvPr>
            <p:cNvSpPr>
              <a:spLocks noGrp="1"/>
            </p:cNvSpPr>
            <p:nvPr/>
          </p:nvSpPr>
          <p:spPr>
            <a:xfrm>
              <a:off x="4924630" y="4875169"/>
              <a:ext cx="63387" cy="34250"/>
            </a:xfrm>
            <a:custGeom>
              <a:avLst/>
              <a:gdLst/>
              <a:ahLst/>
              <a:cxnLst/>
              <a:rect l="0" t="0" r="0" b="0"/>
              <a:pathLst>
                <a:path w="63387" h="34250">
                  <a:moveTo>
                    <a:pt x="63387" y="0"/>
                  </a:moveTo>
                  <a:lnTo>
                    <a:pt x="0" y="3425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1" name="Candidate_receptor__2589">
              <a:extLst>
                <a:ext uri="{FF2B5EF4-FFF2-40B4-BE49-F238E27FC236}">
                  <a16:creationId xmlns:a16="http://schemas.microsoft.com/office/drawing/2014/main" id="{C120A020-CC30-226B-9C39-6CA77110C3F9}"/>
                </a:ext>
              </a:extLst>
            </p:cNvPr>
            <p:cNvSpPr>
              <a:spLocks noGrp="1"/>
            </p:cNvSpPr>
            <p:nvPr/>
          </p:nvSpPr>
          <p:spPr>
            <a:xfrm>
              <a:off x="6420332" y="4567122"/>
              <a:ext cx="92832" cy="9511"/>
            </a:xfrm>
            <a:custGeom>
              <a:avLst/>
              <a:gdLst/>
              <a:ahLst/>
              <a:cxnLst/>
              <a:rect l="0" t="0" r="0" b="0"/>
              <a:pathLst>
                <a:path w="92832" h="9511">
                  <a:moveTo>
                    <a:pt x="0" y="0"/>
                  </a:moveTo>
                  <a:lnTo>
                    <a:pt x="92832" y="951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2" name="Candidate_receptor__2590">
              <a:extLst>
                <a:ext uri="{FF2B5EF4-FFF2-40B4-BE49-F238E27FC236}">
                  <a16:creationId xmlns:a16="http://schemas.microsoft.com/office/drawing/2014/main" id="{F43C1432-2E49-BDFE-5C51-72FB4C4499DF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556564"/>
              <a:ext cx="15406" cy="51220"/>
            </a:xfrm>
            <a:custGeom>
              <a:avLst/>
              <a:gdLst/>
              <a:ahLst/>
              <a:cxnLst/>
              <a:rect l="0" t="0" r="0" b="0"/>
              <a:pathLst>
                <a:path w="15406" h="51220">
                  <a:moveTo>
                    <a:pt x="0" y="51220"/>
                  </a:moveTo>
                  <a:lnTo>
                    <a:pt x="154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3" name="Candidate_receptor__2591">
              <a:extLst>
                <a:ext uri="{FF2B5EF4-FFF2-40B4-BE49-F238E27FC236}">
                  <a16:creationId xmlns:a16="http://schemas.microsoft.com/office/drawing/2014/main" id="{4A3CB4B7-69DE-CD38-6D5D-7D7828F27C06}"/>
                </a:ext>
              </a:extLst>
            </p:cNvPr>
            <p:cNvSpPr>
              <a:spLocks noGrp="1"/>
            </p:cNvSpPr>
            <p:nvPr/>
          </p:nvSpPr>
          <p:spPr>
            <a:xfrm>
              <a:off x="5917420" y="4114677"/>
              <a:ext cx="16092" cy="34882"/>
            </a:xfrm>
            <a:custGeom>
              <a:avLst/>
              <a:gdLst/>
              <a:ahLst/>
              <a:cxnLst/>
              <a:rect l="0" t="0" r="0" b="0"/>
              <a:pathLst>
                <a:path w="16092" h="34882">
                  <a:moveTo>
                    <a:pt x="16092" y="348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4" name="Candidate_receptor__2592">
              <a:extLst>
                <a:ext uri="{FF2B5EF4-FFF2-40B4-BE49-F238E27FC236}">
                  <a16:creationId xmlns:a16="http://schemas.microsoft.com/office/drawing/2014/main" id="{753F44BB-E36D-72AF-6E99-F78180F295D6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67122"/>
              <a:ext cx="62635" cy="58961"/>
            </a:xfrm>
            <a:custGeom>
              <a:avLst/>
              <a:gdLst/>
              <a:ahLst/>
              <a:cxnLst/>
              <a:rect l="0" t="0" r="0" b="0"/>
              <a:pathLst>
                <a:path w="62635" h="58961">
                  <a:moveTo>
                    <a:pt x="0" y="58961"/>
                  </a:moveTo>
                  <a:lnTo>
                    <a:pt x="62635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5" name="Candidate_receptor__2593">
              <a:extLst>
                <a:ext uri="{FF2B5EF4-FFF2-40B4-BE49-F238E27FC236}">
                  <a16:creationId xmlns:a16="http://schemas.microsoft.com/office/drawing/2014/main" id="{EB458785-6D63-E0F9-D83E-0CFB877A6E9F}"/>
                </a:ext>
              </a:extLst>
            </p:cNvPr>
            <p:cNvSpPr>
              <a:spLocks noGrp="1"/>
            </p:cNvSpPr>
            <p:nvPr/>
          </p:nvSpPr>
          <p:spPr>
            <a:xfrm>
              <a:off x="6367800" y="4156989"/>
              <a:ext cx="22612" cy="106665"/>
            </a:xfrm>
            <a:custGeom>
              <a:avLst/>
              <a:gdLst/>
              <a:ahLst/>
              <a:cxnLst/>
              <a:rect l="0" t="0" r="0" b="0"/>
              <a:pathLst>
                <a:path w="22612" h="106665">
                  <a:moveTo>
                    <a:pt x="22612" y="0"/>
                  </a:moveTo>
                  <a:lnTo>
                    <a:pt x="0" y="1066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6" name="Candidate_receptor__2594">
              <a:extLst>
                <a:ext uri="{FF2B5EF4-FFF2-40B4-BE49-F238E27FC236}">
                  <a16:creationId xmlns:a16="http://schemas.microsoft.com/office/drawing/2014/main" id="{F07D3031-BD86-F173-CDFD-4B05517B1F25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02658"/>
              <a:ext cx="70273" cy="85253"/>
            </a:xfrm>
            <a:custGeom>
              <a:avLst/>
              <a:gdLst/>
              <a:ahLst/>
              <a:cxnLst/>
              <a:rect l="0" t="0" r="0" b="0"/>
              <a:pathLst>
                <a:path w="70273" h="85253">
                  <a:moveTo>
                    <a:pt x="0" y="85253"/>
                  </a:moveTo>
                  <a:lnTo>
                    <a:pt x="70273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7" name="Candidate_receptor__2595">
              <a:extLst>
                <a:ext uri="{FF2B5EF4-FFF2-40B4-BE49-F238E27FC236}">
                  <a16:creationId xmlns:a16="http://schemas.microsoft.com/office/drawing/2014/main" id="{2EAF6F23-34E7-D198-8902-7AD30E47513E}"/>
                </a:ext>
              </a:extLst>
            </p:cNvPr>
            <p:cNvSpPr>
              <a:spLocks noGrp="1"/>
            </p:cNvSpPr>
            <p:nvPr/>
          </p:nvSpPr>
          <p:spPr>
            <a:xfrm>
              <a:off x="5004959" y="4306906"/>
              <a:ext cx="24416" cy="108923"/>
            </a:xfrm>
            <a:custGeom>
              <a:avLst/>
              <a:gdLst/>
              <a:ahLst/>
              <a:cxnLst/>
              <a:rect l="0" t="0" r="0" b="0"/>
              <a:pathLst>
                <a:path w="24416" h="108923">
                  <a:moveTo>
                    <a:pt x="24416" y="0"/>
                  </a:moveTo>
                  <a:lnTo>
                    <a:pt x="0" y="10892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8" name="Candidate_receptor__2596">
              <a:extLst>
                <a:ext uri="{FF2B5EF4-FFF2-40B4-BE49-F238E27FC236}">
                  <a16:creationId xmlns:a16="http://schemas.microsoft.com/office/drawing/2014/main" id="{A7A040A2-8DB3-664C-D9E5-0F16A83544AF}"/>
                </a:ext>
              </a:extLst>
            </p:cNvPr>
            <p:cNvSpPr>
              <a:spLocks noGrp="1"/>
            </p:cNvSpPr>
            <p:nvPr/>
          </p:nvSpPr>
          <p:spPr>
            <a:xfrm>
              <a:off x="4745471" y="4802260"/>
              <a:ext cx="80504" cy="64778"/>
            </a:xfrm>
            <a:custGeom>
              <a:avLst/>
              <a:gdLst/>
              <a:ahLst/>
              <a:cxnLst/>
              <a:rect l="0" t="0" r="0" b="0"/>
              <a:pathLst>
                <a:path w="80504" h="64778">
                  <a:moveTo>
                    <a:pt x="80504" y="0"/>
                  </a:moveTo>
                  <a:lnTo>
                    <a:pt x="0" y="6477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9" name="Candidate_receptor__2597">
              <a:extLst>
                <a:ext uri="{FF2B5EF4-FFF2-40B4-BE49-F238E27FC236}">
                  <a16:creationId xmlns:a16="http://schemas.microsoft.com/office/drawing/2014/main" id="{266FC88E-14D2-C199-8C63-DE692690E592}"/>
                </a:ext>
              </a:extLst>
            </p:cNvPr>
            <p:cNvSpPr>
              <a:spLocks noGrp="1"/>
            </p:cNvSpPr>
            <p:nvPr/>
          </p:nvSpPr>
          <p:spPr>
            <a:xfrm>
              <a:off x="6692225" y="4389191"/>
              <a:ext cx="21846" cy="111910"/>
            </a:xfrm>
            <a:custGeom>
              <a:avLst/>
              <a:gdLst/>
              <a:ahLst/>
              <a:cxnLst/>
              <a:rect l="0" t="0" r="0" b="0"/>
              <a:pathLst>
                <a:path w="21846" h="111910">
                  <a:moveTo>
                    <a:pt x="0" y="111910"/>
                  </a:moveTo>
                  <a:lnTo>
                    <a:pt x="2184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80" name="Candidate_receptor__2598">
              <a:extLst>
                <a:ext uri="{FF2B5EF4-FFF2-40B4-BE49-F238E27FC236}">
                  <a16:creationId xmlns:a16="http://schemas.microsoft.com/office/drawing/2014/main" id="{6A767927-4281-2074-E61E-B3B0C896F0AD}"/>
                </a:ext>
              </a:extLst>
            </p:cNvPr>
            <p:cNvSpPr>
              <a:spLocks noGrp="1"/>
            </p:cNvSpPr>
            <p:nvPr/>
          </p:nvSpPr>
          <p:spPr>
            <a:xfrm>
              <a:off x="5450571" y="5033582"/>
              <a:ext cx="18223" cy="106242"/>
            </a:xfrm>
            <a:custGeom>
              <a:avLst/>
              <a:gdLst/>
              <a:ahLst/>
              <a:cxnLst/>
              <a:rect l="0" t="0" r="0" b="0"/>
              <a:pathLst>
                <a:path w="18223" h="106242">
                  <a:moveTo>
                    <a:pt x="18223" y="1062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81" name="Candidate_receptor__2599">
              <a:extLst>
                <a:ext uri="{FF2B5EF4-FFF2-40B4-BE49-F238E27FC236}">
                  <a16:creationId xmlns:a16="http://schemas.microsoft.com/office/drawing/2014/main" id="{E8E5B531-5279-F24A-4BCA-D1F19A8F50BC}"/>
                </a:ext>
              </a:extLst>
            </p:cNvPr>
            <p:cNvSpPr>
              <a:spLocks noGrp="1"/>
            </p:cNvSpPr>
            <p:nvPr/>
          </p:nvSpPr>
          <p:spPr>
            <a:xfrm>
              <a:off x="4757039" y="2311095"/>
              <a:ext cx="34105" cy="19428"/>
            </a:xfrm>
            <a:custGeom>
              <a:avLst/>
              <a:gdLst/>
              <a:ahLst/>
              <a:cxnLst/>
              <a:rect l="0" t="0" r="0" b="0"/>
              <a:pathLst>
                <a:path w="34105" h="19428">
                  <a:moveTo>
                    <a:pt x="0" y="0"/>
                  </a:moveTo>
                  <a:lnTo>
                    <a:pt x="34105" y="194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82" name="Candidate_receptor__2600">
              <a:extLst>
                <a:ext uri="{FF2B5EF4-FFF2-40B4-BE49-F238E27FC236}">
                  <a16:creationId xmlns:a16="http://schemas.microsoft.com/office/drawing/2014/main" id="{A535575F-344B-12DF-1196-FC1D102D11BF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60781"/>
              <a:ext cx="114463" cy="19675"/>
            </a:xfrm>
            <a:custGeom>
              <a:avLst/>
              <a:gdLst/>
              <a:ahLst/>
              <a:cxnLst/>
              <a:rect l="0" t="0" r="0" b="0"/>
              <a:pathLst>
                <a:path w="114463" h="19675">
                  <a:moveTo>
                    <a:pt x="0" y="19675"/>
                  </a:moveTo>
                  <a:lnTo>
                    <a:pt x="114463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83" name="Candidate_receptor__2601">
              <a:extLst>
                <a:ext uri="{FF2B5EF4-FFF2-40B4-BE49-F238E27FC236}">
                  <a16:creationId xmlns:a16="http://schemas.microsoft.com/office/drawing/2014/main" id="{0D9436D9-F463-8339-82BA-0C7ED226250D}"/>
                </a:ext>
              </a:extLst>
            </p:cNvPr>
            <p:cNvSpPr>
              <a:spLocks noGrp="1"/>
            </p:cNvSpPr>
            <p:nvPr/>
          </p:nvSpPr>
          <p:spPr>
            <a:xfrm>
              <a:off x="6096244" y="3735075"/>
              <a:ext cx="3710" cy="65030"/>
            </a:xfrm>
            <a:custGeom>
              <a:avLst/>
              <a:gdLst/>
              <a:ahLst/>
              <a:cxnLst/>
              <a:rect l="0" t="0" r="0" b="0"/>
              <a:pathLst>
                <a:path w="3710" h="65030">
                  <a:moveTo>
                    <a:pt x="0" y="0"/>
                  </a:moveTo>
                  <a:lnTo>
                    <a:pt x="3710" y="6503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84" name="Candidate_receptor__2602">
              <a:extLst>
                <a:ext uri="{FF2B5EF4-FFF2-40B4-BE49-F238E27FC236}">
                  <a16:creationId xmlns:a16="http://schemas.microsoft.com/office/drawing/2014/main" id="{234A896A-9B07-EBD2-A4DF-22B4ED55804D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96999"/>
              <a:ext cx="100181" cy="58422"/>
            </a:xfrm>
            <a:custGeom>
              <a:avLst/>
              <a:gdLst/>
              <a:ahLst/>
              <a:cxnLst/>
              <a:rect l="0" t="0" r="0" b="0"/>
              <a:pathLst>
                <a:path w="100181" h="58422">
                  <a:moveTo>
                    <a:pt x="100181" y="584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85" name="Candidate_receptor__2603">
              <a:extLst>
                <a:ext uri="{FF2B5EF4-FFF2-40B4-BE49-F238E27FC236}">
                  <a16:creationId xmlns:a16="http://schemas.microsoft.com/office/drawing/2014/main" id="{BB8CD27B-2D2D-A144-D38F-91D6E256D704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46995"/>
              <a:ext cx="18475" cy="77089"/>
            </a:xfrm>
            <a:custGeom>
              <a:avLst/>
              <a:gdLst/>
              <a:ahLst/>
              <a:cxnLst/>
              <a:rect l="0" t="0" r="0" b="0"/>
              <a:pathLst>
                <a:path w="18475" h="77089">
                  <a:moveTo>
                    <a:pt x="0" y="0"/>
                  </a:moveTo>
                  <a:lnTo>
                    <a:pt x="18475" y="7708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86" name="Candidate_receptor__2604">
              <a:extLst>
                <a:ext uri="{FF2B5EF4-FFF2-40B4-BE49-F238E27FC236}">
                  <a16:creationId xmlns:a16="http://schemas.microsoft.com/office/drawing/2014/main" id="{F2760BF1-9444-7E80-F7B4-3EE3B880AE9F}"/>
                </a:ext>
              </a:extLst>
            </p:cNvPr>
            <p:cNvSpPr>
              <a:spLocks noGrp="1"/>
            </p:cNvSpPr>
            <p:nvPr/>
          </p:nvSpPr>
          <p:spPr>
            <a:xfrm>
              <a:off x="5162528" y="4055421"/>
              <a:ext cx="15183" cy="115197"/>
            </a:xfrm>
            <a:custGeom>
              <a:avLst/>
              <a:gdLst/>
              <a:ahLst/>
              <a:cxnLst/>
              <a:rect l="0" t="0" r="0" b="0"/>
              <a:pathLst>
                <a:path w="15183" h="115197">
                  <a:moveTo>
                    <a:pt x="15183" y="115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87" name="Candidate_receptor__2605">
              <a:extLst>
                <a:ext uri="{FF2B5EF4-FFF2-40B4-BE49-F238E27FC236}">
                  <a16:creationId xmlns:a16="http://schemas.microsoft.com/office/drawing/2014/main" id="{2E247C6D-A82B-5FD8-87B5-70ED1BFEA909}"/>
                </a:ext>
              </a:extLst>
            </p:cNvPr>
            <p:cNvSpPr>
              <a:spLocks noGrp="1"/>
            </p:cNvSpPr>
            <p:nvPr/>
          </p:nvSpPr>
          <p:spPr>
            <a:xfrm>
              <a:off x="5104236" y="4937005"/>
              <a:ext cx="45309" cy="18887"/>
            </a:xfrm>
            <a:custGeom>
              <a:avLst/>
              <a:gdLst/>
              <a:ahLst/>
              <a:cxnLst/>
              <a:rect l="0" t="0" r="0" b="0"/>
              <a:pathLst>
                <a:path w="45309" h="18887">
                  <a:moveTo>
                    <a:pt x="45309" y="188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88" name="Candidate_receptor__2606">
              <a:extLst>
                <a:ext uri="{FF2B5EF4-FFF2-40B4-BE49-F238E27FC236}">
                  <a16:creationId xmlns:a16="http://schemas.microsoft.com/office/drawing/2014/main" id="{DBEC6C7D-2A48-DC54-1684-E9AEE2C8241A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40900"/>
              <a:ext cx="20884" cy="55690"/>
            </a:xfrm>
            <a:custGeom>
              <a:avLst/>
              <a:gdLst/>
              <a:ahLst/>
              <a:cxnLst/>
              <a:rect l="0" t="0" r="0" b="0"/>
              <a:pathLst>
                <a:path w="20884" h="55690">
                  <a:moveTo>
                    <a:pt x="0" y="55690"/>
                  </a:moveTo>
                  <a:lnTo>
                    <a:pt x="2088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89" name="Candidate_receptor__2607">
              <a:extLst>
                <a:ext uri="{FF2B5EF4-FFF2-40B4-BE49-F238E27FC236}">
                  <a16:creationId xmlns:a16="http://schemas.microsoft.com/office/drawing/2014/main" id="{5A8A6408-066B-B2C4-59A2-9AE6575F8BE1}"/>
                </a:ext>
              </a:extLst>
            </p:cNvPr>
            <p:cNvSpPr>
              <a:spLocks noGrp="1"/>
            </p:cNvSpPr>
            <p:nvPr/>
          </p:nvSpPr>
          <p:spPr>
            <a:xfrm>
              <a:off x="5652201" y="3072059"/>
              <a:ext cx="9528" cy="110853"/>
            </a:xfrm>
            <a:custGeom>
              <a:avLst/>
              <a:gdLst/>
              <a:ahLst/>
              <a:cxnLst/>
              <a:rect l="0" t="0" r="0" b="0"/>
              <a:pathLst>
                <a:path w="9528" h="110853">
                  <a:moveTo>
                    <a:pt x="9528" y="0"/>
                  </a:moveTo>
                  <a:lnTo>
                    <a:pt x="0" y="11085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90" name="Candidate_receptor__2608">
              <a:extLst>
                <a:ext uri="{FF2B5EF4-FFF2-40B4-BE49-F238E27FC236}">
                  <a16:creationId xmlns:a16="http://schemas.microsoft.com/office/drawing/2014/main" id="{CA28577B-AEF5-1DB9-8AC5-2BF526558803}"/>
                </a:ext>
              </a:extLst>
            </p:cNvPr>
            <p:cNvSpPr>
              <a:spLocks noGrp="1"/>
            </p:cNvSpPr>
            <p:nvPr/>
          </p:nvSpPr>
          <p:spPr>
            <a:xfrm>
              <a:off x="5817692" y="3804176"/>
              <a:ext cx="50837" cy="50317"/>
            </a:xfrm>
            <a:custGeom>
              <a:avLst/>
              <a:gdLst/>
              <a:ahLst/>
              <a:cxnLst/>
              <a:rect l="0" t="0" r="0" b="0"/>
              <a:pathLst>
                <a:path w="50837" h="50317">
                  <a:moveTo>
                    <a:pt x="0" y="50317"/>
                  </a:moveTo>
                  <a:lnTo>
                    <a:pt x="50837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91" name="Candidate_receptor__2609">
              <a:extLst>
                <a:ext uri="{FF2B5EF4-FFF2-40B4-BE49-F238E27FC236}">
                  <a16:creationId xmlns:a16="http://schemas.microsoft.com/office/drawing/2014/main" id="{683F6B7B-18A5-FE0B-0592-0A606C503EAE}"/>
                </a:ext>
              </a:extLst>
            </p:cNvPr>
            <p:cNvSpPr>
              <a:spLocks noGrp="1"/>
            </p:cNvSpPr>
            <p:nvPr/>
          </p:nvSpPr>
          <p:spPr>
            <a:xfrm>
              <a:off x="5695364" y="4657421"/>
              <a:ext cx="40668" cy="107743"/>
            </a:xfrm>
            <a:custGeom>
              <a:avLst/>
              <a:gdLst/>
              <a:ahLst/>
              <a:cxnLst/>
              <a:rect l="0" t="0" r="0" b="0"/>
              <a:pathLst>
                <a:path w="40668" h="107743">
                  <a:moveTo>
                    <a:pt x="0" y="107743"/>
                  </a:moveTo>
                  <a:lnTo>
                    <a:pt x="406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92" name="Candidate_receptor__2610">
              <a:extLst>
                <a:ext uri="{FF2B5EF4-FFF2-40B4-BE49-F238E27FC236}">
                  <a16:creationId xmlns:a16="http://schemas.microsoft.com/office/drawing/2014/main" id="{22306439-1AE5-60FB-2FD2-6480C382089D}"/>
                </a:ext>
              </a:extLst>
            </p:cNvPr>
            <p:cNvSpPr>
              <a:spLocks noGrp="1"/>
            </p:cNvSpPr>
            <p:nvPr/>
          </p:nvSpPr>
          <p:spPr>
            <a:xfrm>
              <a:off x="5278193" y="4978485"/>
              <a:ext cx="33664" cy="72960"/>
            </a:xfrm>
            <a:custGeom>
              <a:avLst/>
              <a:gdLst/>
              <a:ahLst/>
              <a:cxnLst/>
              <a:rect l="0" t="0" r="0" b="0"/>
              <a:pathLst>
                <a:path w="33664" h="72960">
                  <a:moveTo>
                    <a:pt x="33664" y="72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93" name="Candidate_receptor__2611">
              <a:extLst>
                <a:ext uri="{FF2B5EF4-FFF2-40B4-BE49-F238E27FC236}">
                  <a16:creationId xmlns:a16="http://schemas.microsoft.com/office/drawing/2014/main" id="{F29704B3-B81C-3F21-12C8-48E1B7BF24D0}"/>
                </a:ext>
              </a:extLst>
            </p:cNvPr>
            <p:cNvSpPr>
              <a:spLocks noGrp="1"/>
            </p:cNvSpPr>
            <p:nvPr/>
          </p:nvSpPr>
          <p:spPr>
            <a:xfrm>
              <a:off x="4573085" y="4741368"/>
              <a:ext cx="86447" cy="74024"/>
            </a:xfrm>
            <a:custGeom>
              <a:avLst/>
              <a:gdLst/>
              <a:ahLst/>
              <a:cxnLst/>
              <a:rect l="0" t="0" r="0" b="0"/>
              <a:pathLst>
                <a:path w="86447" h="74024">
                  <a:moveTo>
                    <a:pt x="86447" y="0"/>
                  </a:moveTo>
                  <a:lnTo>
                    <a:pt x="0" y="74024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94" name="Candidate_receptor__2612">
              <a:extLst>
                <a:ext uri="{FF2B5EF4-FFF2-40B4-BE49-F238E27FC236}">
                  <a16:creationId xmlns:a16="http://schemas.microsoft.com/office/drawing/2014/main" id="{30DB9987-6BA6-03DC-1972-34A4DE735398}"/>
                </a:ext>
              </a:extLst>
            </p:cNvPr>
            <p:cNvSpPr>
              <a:spLocks noGrp="1"/>
            </p:cNvSpPr>
            <p:nvPr/>
          </p:nvSpPr>
          <p:spPr>
            <a:xfrm>
              <a:off x="5311857" y="5051445"/>
              <a:ext cx="9041" cy="87156"/>
            </a:xfrm>
            <a:custGeom>
              <a:avLst/>
              <a:gdLst/>
              <a:ahLst/>
              <a:cxnLst/>
              <a:rect l="0" t="0" r="0" b="0"/>
              <a:pathLst>
                <a:path w="9041" h="87156">
                  <a:moveTo>
                    <a:pt x="9041" y="871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95" name="Candidate_receptor__2613">
              <a:extLst>
                <a:ext uri="{FF2B5EF4-FFF2-40B4-BE49-F238E27FC236}">
                  <a16:creationId xmlns:a16="http://schemas.microsoft.com/office/drawing/2014/main" id="{EDD24142-1114-E88E-BF36-B3B28619E71A}"/>
                </a:ext>
              </a:extLst>
            </p:cNvPr>
            <p:cNvSpPr>
              <a:spLocks noGrp="1"/>
            </p:cNvSpPr>
            <p:nvPr/>
          </p:nvSpPr>
          <p:spPr>
            <a:xfrm>
              <a:off x="5518061" y="4520036"/>
              <a:ext cx="104142" cy="2642"/>
            </a:xfrm>
            <a:custGeom>
              <a:avLst/>
              <a:gdLst/>
              <a:ahLst/>
              <a:cxnLst/>
              <a:rect l="0" t="0" r="0" b="0"/>
              <a:pathLst>
                <a:path w="104142" h="2642">
                  <a:moveTo>
                    <a:pt x="104142" y="0"/>
                  </a:moveTo>
                  <a:lnTo>
                    <a:pt x="0" y="264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96" name="Candidate_receptor__2614">
              <a:extLst>
                <a:ext uri="{FF2B5EF4-FFF2-40B4-BE49-F238E27FC236}">
                  <a16:creationId xmlns:a16="http://schemas.microsoft.com/office/drawing/2014/main" id="{460CEA61-C181-7DEB-3BCF-B2D9225B1EFF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68880"/>
              <a:ext cx="74243" cy="36275"/>
            </a:xfrm>
            <a:custGeom>
              <a:avLst/>
              <a:gdLst/>
              <a:ahLst/>
              <a:cxnLst/>
              <a:rect l="0" t="0" r="0" b="0"/>
              <a:pathLst>
                <a:path w="74243" h="36275">
                  <a:moveTo>
                    <a:pt x="74243" y="0"/>
                  </a:moveTo>
                  <a:lnTo>
                    <a:pt x="0" y="36275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97" name="Candidate_receptor__2615">
              <a:extLst>
                <a:ext uri="{FF2B5EF4-FFF2-40B4-BE49-F238E27FC236}">
                  <a16:creationId xmlns:a16="http://schemas.microsoft.com/office/drawing/2014/main" id="{3B140AAD-B87E-4147-11FD-9C1DA055591E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531334"/>
              <a:ext cx="44173" cy="86169"/>
            </a:xfrm>
            <a:custGeom>
              <a:avLst/>
              <a:gdLst/>
              <a:ahLst/>
              <a:cxnLst/>
              <a:rect l="0" t="0" r="0" b="0"/>
              <a:pathLst>
                <a:path w="44173" h="86169">
                  <a:moveTo>
                    <a:pt x="0" y="0"/>
                  </a:moveTo>
                  <a:lnTo>
                    <a:pt x="44173" y="8616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98" name="Candidate_receptor__2616">
              <a:extLst>
                <a:ext uri="{FF2B5EF4-FFF2-40B4-BE49-F238E27FC236}">
                  <a16:creationId xmlns:a16="http://schemas.microsoft.com/office/drawing/2014/main" id="{636A56AE-81CD-1CFA-D4C6-1D8165499876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09380"/>
              <a:ext cx="15394" cy="60741"/>
            </a:xfrm>
            <a:custGeom>
              <a:avLst/>
              <a:gdLst/>
              <a:ahLst/>
              <a:cxnLst/>
              <a:rect l="0" t="0" r="0" b="0"/>
              <a:pathLst>
                <a:path w="15394" h="60741">
                  <a:moveTo>
                    <a:pt x="0" y="60741"/>
                  </a:moveTo>
                  <a:lnTo>
                    <a:pt x="153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99" name="Candidate_receptor__2617">
              <a:extLst>
                <a:ext uri="{FF2B5EF4-FFF2-40B4-BE49-F238E27FC236}">
                  <a16:creationId xmlns:a16="http://schemas.microsoft.com/office/drawing/2014/main" id="{9EA15628-CBE1-7EAD-E08A-3D23ADCE4E31}"/>
                </a:ext>
              </a:extLst>
            </p:cNvPr>
            <p:cNvSpPr>
              <a:spLocks noGrp="1"/>
            </p:cNvSpPr>
            <p:nvPr/>
          </p:nvSpPr>
          <p:spPr>
            <a:xfrm>
              <a:off x="4998191" y="4984209"/>
              <a:ext cx="25578" cy="34347"/>
            </a:xfrm>
            <a:custGeom>
              <a:avLst/>
              <a:gdLst/>
              <a:ahLst/>
              <a:cxnLst/>
              <a:rect l="0" t="0" r="0" b="0"/>
              <a:pathLst>
                <a:path w="25578" h="34347">
                  <a:moveTo>
                    <a:pt x="25578" y="34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300" name="Candidate_receptor__2618">
              <a:extLst>
                <a:ext uri="{FF2B5EF4-FFF2-40B4-BE49-F238E27FC236}">
                  <a16:creationId xmlns:a16="http://schemas.microsoft.com/office/drawing/2014/main" id="{23D03095-0AC7-4A59-7568-ED7BF45BA67B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854492"/>
              <a:ext cx="63284" cy="66761"/>
            </a:xfrm>
            <a:custGeom>
              <a:avLst/>
              <a:gdLst/>
              <a:ahLst/>
              <a:cxnLst/>
              <a:rect l="0" t="0" r="0" b="0"/>
              <a:pathLst>
                <a:path w="63284" h="66761">
                  <a:moveTo>
                    <a:pt x="0" y="66761"/>
                  </a:moveTo>
                  <a:lnTo>
                    <a:pt x="6328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01" name="Candidate_receptor__2619">
              <a:extLst>
                <a:ext uri="{FF2B5EF4-FFF2-40B4-BE49-F238E27FC236}">
                  <a16:creationId xmlns:a16="http://schemas.microsoft.com/office/drawing/2014/main" id="{71F220A7-0CF1-B8B7-AAB7-286DADC3571F}"/>
                </a:ext>
              </a:extLst>
            </p:cNvPr>
            <p:cNvSpPr>
              <a:spLocks noGrp="1"/>
            </p:cNvSpPr>
            <p:nvPr/>
          </p:nvSpPr>
          <p:spPr>
            <a:xfrm>
              <a:off x="5726123" y="3487985"/>
              <a:ext cx="79785" cy="68579"/>
            </a:xfrm>
            <a:custGeom>
              <a:avLst/>
              <a:gdLst/>
              <a:ahLst/>
              <a:cxnLst/>
              <a:rect l="0" t="0" r="0" b="0"/>
              <a:pathLst>
                <a:path w="79785" h="68579">
                  <a:moveTo>
                    <a:pt x="0" y="68579"/>
                  </a:moveTo>
                  <a:lnTo>
                    <a:pt x="797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02" name="Candidate_receptor__2620">
              <a:extLst>
                <a:ext uri="{FF2B5EF4-FFF2-40B4-BE49-F238E27FC236}">
                  <a16:creationId xmlns:a16="http://schemas.microsoft.com/office/drawing/2014/main" id="{0D9873CF-F413-9CED-7438-A325B579C282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89862"/>
              <a:ext cx="32242" cy="37273"/>
            </a:xfrm>
            <a:custGeom>
              <a:avLst/>
              <a:gdLst/>
              <a:ahLst/>
              <a:cxnLst/>
              <a:rect l="0" t="0" r="0" b="0"/>
              <a:pathLst>
                <a:path w="32242" h="37273">
                  <a:moveTo>
                    <a:pt x="0" y="37273"/>
                  </a:moveTo>
                  <a:lnTo>
                    <a:pt x="3224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03" name="Candidate_receptor__2621">
              <a:extLst>
                <a:ext uri="{FF2B5EF4-FFF2-40B4-BE49-F238E27FC236}">
                  <a16:creationId xmlns:a16="http://schemas.microsoft.com/office/drawing/2014/main" id="{3901D4C6-1A82-C17E-1854-EA8CBCAC0BD1}"/>
                </a:ext>
              </a:extLst>
            </p:cNvPr>
            <p:cNvSpPr>
              <a:spLocks noGrp="1"/>
            </p:cNvSpPr>
            <p:nvPr/>
          </p:nvSpPr>
          <p:spPr>
            <a:xfrm>
              <a:off x="6413669" y="3753346"/>
              <a:ext cx="808" cy="105041"/>
            </a:xfrm>
            <a:custGeom>
              <a:avLst/>
              <a:gdLst/>
              <a:ahLst/>
              <a:cxnLst/>
              <a:rect l="0" t="0" r="0" b="0"/>
              <a:pathLst>
                <a:path w="808" h="105041">
                  <a:moveTo>
                    <a:pt x="808" y="105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04" name="Candidate_receptor__2622">
              <a:extLst>
                <a:ext uri="{FF2B5EF4-FFF2-40B4-BE49-F238E27FC236}">
                  <a16:creationId xmlns:a16="http://schemas.microsoft.com/office/drawing/2014/main" id="{2E005F2A-673E-340C-C317-CDE1540F7F80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450832"/>
              <a:ext cx="42854" cy="80503"/>
            </a:xfrm>
            <a:custGeom>
              <a:avLst/>
              <a:gdLst/>
              <a:ahLst/>
              <a:cxnLst/>
              <a:rect l="0" t="0" r="0" b="0"/>
              <a:pathLst>
                <a:path w="42854" h="80503">
                  <a:moveTo>
                    <a:pt x="42854" y="0"/>
                  </a:moveTo>
                  <a:lnTo>
                    <a:pt x="0" y="8050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05" name="Candidate_receptor__2623">
              <a:extLst>
                <a:ext uri="{FF2B5EF4-FFF2-40B4-BE49-F238E27FC236}">
                  <a16:creationId xmlns:a16="http://schemas.microsoft.com/office/drawing/2014/main" id="{2CBE3D03-EE80-88D8-A472-987B8DE218DA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867038"/>
              <a:ext cx="53953" cy="19508"/>
            </a:xfrm>
            <a:custGeom>
              <a:avLst/>
              <a:gdLst/>
              <a:ahLst/>
              <a:cxnLst/>
              <a:rect l="0" t="0" r="0" b="0"/>
              <a:pathLst>
                <a:path w="53953" h="19508">
                  <a:moveTo>
                    <a:pt x="53953" y="0"/>
                  </a:moveTo>
                  <a:lnTo>
                    <a:pt x="0" y="195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06" name="Candidate_receptor__2624">
              <a:extLst>
                <a:ext uri="{FF2B5EF4-FFF2-40B4-BE49-F238E27FC236}">
                  <a16:creationId xmlns:a16="http://schemas.microsoft.com/office/drawing/2014/main" id="{AF87CF07-AF17-0B14-30E4-F2D5283E0351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31076"/>
              <a:ext cx="20910" cy="35381"/>
            </a:xfrm>
            <a:custGeom>
              <a:avLst/>
              <a:gdLst/>
              <a:ahLst/>
              <a:cxnLst/>
              <a:rect l="0" t="0" r="0" b="0"/>
              <a:pathLst>
                <a:path w="20910" h="35381">
                  <a:moveTo>
                    <a:pt x="0" y="35381"/>
                  </a:moveTo>
                  <a:lnTo>
                    <a:pt x="209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07" name="Candidate_receptor__2625">
              <a:extLst>
                <a:ext uri="{FF2B5EF4-FFF2-40B4-BE49-F238E27FC236}">
                  <a16:creationId xmlns:a16="http://schemas.microsoft.com/office/drawing/2014/main" id="{23325A49-2F52-A0DE-94A8-6E6370D44F4A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100234" cy="25656"/>
            </a:xfrm>
            <a:custGeom>
              <a:avLst/>
              <a:gdLst/>
              <a:ahLst/>
              <a:cxnLst/>
              <a:rect l="0" t="0" r="0" b="0"/>
              <a:pathLst>
                <a:path w="100234" h="25656">
                  <a:moveTo>
                    <a:pt x="100234" y="256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08" name="Candidate_receptor__2626">
              <a:extLst>
                <a:ext uri="{FF2B5EF4-FFF2-40B4-BE49-F238E27FC236}">
                  <a16:creationId xmlns:a16="http://schemas.microsoft.com/office/drawing/2014/main" id="{F8F236EA-6519-02A4-8CD6-A7A71E31B056}"/>
                </a:ext>
              </a:extLst>
            </p:cNvPr>
            <p:cNvSpPr>
              <a:spLocks noGrp="1"/>
            </p:cNvSpPr>
            <p:nvPr/>
          </p:nvSpPr>
          <p:spPr>
            <a:xfrm>
              <a:off x="4867454" y="2530398"/>
              <a:ext cx="26036" cy="103778"/>
            </a:xfrm>
            <a:custGeom>
              <a:avLst/>
              <a:gdLst/>
              <a:ahLst/>
              <a:cxnLst/>
              <a:rect l="0" t="0" r="0" b="0"/>
              <a:pathLst>
                <a:path w="26036" h="103778">
                  <a:moveTo>
                    <a:pt x="26036" y="1037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52309" name="Candidate_receptor__2627">
              <a:extLst>
                <a:ext uri="{FF2B5EF4-FFF2-40B4-BE49-F238E27FC236}">
                  <a16:creationId xmlns:a16="http://schemas.microsoft.com/office/drawing/2014/main" id="{B23FABD4-4394-95DD-4AA3-F83AFD411007}"/>
                </a:ext>
              </a:extLst>
            </p:cNvPr>
            <p:cNvSpPr>
              <a:spLocks noGrp="1"/>
            </p:cNvSpPr>
            <p:nvPr/>
          </p:nvSpPr>
          <p:spPr>
            <a:xfrm>
              <a:off x="5952862" y="4275645"/>
              <a:ext cx="41193" cy="58431"/>
            </a:xfrm>
            <a:custGeom>
              <a:avLst/>
              <a:gdLst/>
              <a:ahLst/>
              <a:cxnLst/>
              <a:rect l="0" t="0" r="0" b="0"/>
              <a:pathLst>
                <a:path w="41193" h="58431">
                  <a:moveTo>
                    <a:pt x="0" y="58431"/>
                  </a:moveTo>
                  <a:lnTo>
                    <a:pt x="4119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0" name="Candidate_receptor__2628">
              <a:extLst>
                <a:ext uri="{FF2B5EF4-FFF2-40B4-BE49-F238E27FC236}">
                  <a16:creationId xmlns:a16="http://schemas.microsoft.com/office/drawing/2014/main" id="{01DCA8A3-3DE1-3513-BBD6-2F5A97D6C83B}"/>
                </a:ext>
              </a:extLst>
            </p:cNvPr>
            <p:cNvSpPr>
              <a:spLocks noGrp="1"/>
            </p:cNvSpPr>
            <p:nvPr/>
          </p:nvSpPr>
          <p:spPr>
            <a:xfrm>
              <a:off x="5632529" y="4120555"/>
              <a:ext cx="63423" cy="86087"/>
            </a:xfrm>
            <a:custGeom>
              <a:avLst/>
              <a:gdLst/>
              <a:ahLst/>
              <a:cxnLst/>
              <a:rect l="0" t="0" r="0" b="0"/>
              <a:pathLst>
                <a:path w="63423" h="86087">
                  <a:moveTo>
                    <a:pt x="63423" y="860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1" name="Candidate_receptor__2629">
              <a:extLst>
                <a:ext uri="{FF2B5EF4-FFF2-40B4-BE49-F238E27FC236}">
                  <a16:creationId xmlns:a16="http://schemas.microsoft.com/office/drawing/2014/main" id="{8980A56C-52DB-4A00-DB85-1491962DAC15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576634"/>
              <a:ext cx="11644" cy="113974"/>
            </a:xfrm>
            <a:custGeom>
              <a:avLst/>
              <a:gdLst/>
              <a:ahLst/>
              <a:cxnLst/>
              <a:rect l="0" t="0" r="0" b="0"/>
              <a:pathLst>
                <a:path w="11644" h="113974">
                  <a:moveTo>
                    <a:pt x="11644" y="0"/>
                  </a:moveTo>
                  <a:lnTo>
                    <a:pt x="0" y="11397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2" name="Candidate_receptor__2630">
              <a:extLst>
                <a:ext uri="{FF2B5EF4-FFF2-40B4-BE49-F238E27FC236}">
                  <a16:creationId xmlns:a16="http://schemas.microsoft.com/office/drawing/2014/main" id="{ACBC1D27-1F09-4901-6E34-6A527277C6C8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58387"/>
              <a:ext cx="111128" cy="12566"/>
            </a:xfrm>
            <a:custGeom>
              <a:avLst/>
              <a:gdLst/>
              <a:ahLst/>
              <a:cxnLst/>
              <a:rect l="0" t="0" r="0" b="0"/>
              <a:pathLst>
                <a:path w="111128" h="12566">
                  <a:moveTo>
                    <a:pt x="0" y="12566"/>
                  </a:moveTo>
                  <a:lnTo>
                    <a:pt x="11112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3" name="Candidate_receptor__2631">
              <a:extLst>
                <a:ext uri="{FF2B5EF4-FFF2-40B4-BE49-F238E27FC236}">
                  <a16:creationId xmlns:a16="http://schemas.microsoft.com/office/drawing/2014/main" id="{E95E7E0C-DFAB-F15E-3926-CB30A8263913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674628"/>
              <a:ext cx="93041" cy="64674"/>
            </a:xfrm>
            <a:custGeom>
              <a:avLst/>
              <a:gdLst/>
              <a:ahLst/>
              <a:cxnLst/>
              <a:rect l="0" t="0" r="0" b="0"/>
              <a:pathLst>
                <a:path w="93041" h="64674">
                  <a:moveTo>
                    <a:pt x="0" y="64674"/>
                  </a:moveTo>
                  <a:lnTo>
                    <a:pt x="930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4" name="Candidate_receptor__2632">
              <a:extLst>
                <a:ext uri="{FF2B5EF4-FFF2-40B4-BE49-F238E27FC236}">
                  <a16:creationId xmlns:a16="http://schemas.microsoft.com/office/drawing/2014/main" id="{4E62AF11-EC50-D315-E9FE-8C3197823E64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765705"/>
              <a:ext cx="19902" cy="8719"/>
            </a:xfrm>
            <a:custGeom>
              <a:avLst/>
              <a:gdLst/>
              <a:ahLst/>
              <a:cxnLst/>
              <a:rect l="0" t="0" r="0" b="0"/>
              <a:pathLst>
                <a:path w="19902" h="8719">
                  <a:moveTo>
                    <a:pt x="19902" y="87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5" name="Candidate_receptor__2633">
              <a:extLst>
                <a:ext uri="{FF2B5EF4-FFF2-40B4-BE49-F238E27FC236}">
                  <a16:creationId xmlns:a16="http://schemas.microsoft.com/office/drawing/2014/main" id="{E220DB66-C3BB-95A9-F4B0-A491F2216E6A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74902"/>
              <a:ext cx="33290" cy="19408"/>
            </a:xfrm>
            <a:custGeom>
              <a:avLst/>
              <a:gdLst/>
              <a:ahLst/>
              <a:cxnLst/>
              <a:rect l="0" t="0" r="0" b="0"/>
              <a:pathLst>
                <a:path w="33290" h="19408">
                  <a:moveTo>
                    <a:pt x="33290" y="0"/>
                  </a:moveTo>
                  <a:lnTo>
                    <a:pt x="0" y="194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6" name="Candidate_receptor__2634">
              <a:extLst>
                <a:ext uri="{FF2B5EF4-FFF2-40B4-BE49-F238E27FC236}">
                  <a16:creationId xmlns:a16="http://schemas.microsoft.com/office/drawing/2014/main" id="{6F459D3B-F18E-BE73-E5B0-A961B18BFC81}"/>
                </a:ext>
              </a:extLst>
            </p:cNvPr>
            <p:cNvSpPr>
              <a:spLocks noGrp="1"/>
            </p:cNvSpPr>
            <p:nvPr/>
          </p:nvSpPr>
          <p:spPr>
            <a:xfrm>
              <a:off x="5826128" y="3975072"/>
              <a:ext cx="82410" cy="65828"/>
            </a:xfrm>
            <a:custGeom>
              <a:avLst/>
              <a:gdLst/>
              <a:ahLst/>
              <a:cxnLst/>
              <a:rect l="0" t="0" r="0" b="0"/>
              <a:pathLst>
                <a:path w="82410" h="65828">
                  <a:moveTo>
                    <a:pt x="0" y="65828"/>
                  </a:moveTo>
                  <a:lnTo>
                    <a:pt x="824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7" name="Candidate_receptor__2635">
              <a:extLst>
                <a:ext uri="{FF2B5EF4-FFF2-40B4-BE49-F238E27FC236}">
                  <a16:creationId xmlns:a16="http://schemas.microsoft.com/office/drawing/2014/main" id="{3C8A4171-16F9-11F6-1F33-75D3A7DF829F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58096"/>
              <a:ext cx="32938" cy="2679"/>
            </a:xfrm>
            <a:custGeom>
              <a:avLst/>
              <a:gdLst/>
              <a:ahLst/>
              <a:cxnLst/>
              <a:rect l="0" t="0" r="0" b="0"/>
              <a:pathLst>
                <a:path w="32938" h="2679">
                  <a:moveTo>
                    <a:pt x="0" y="2679"/>
                  </a:moveTo>
                  <a:lnTo>
                    <a:pt x="3293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8" name="Candidate_receptor__2636">
              <a:extLst>
                <a:ext uri="{FF2B5EF4-FFF2-40B4-BE49-F238E27FC236}">
                  <a16:creationId xmlns:a16="http://schemas.microsoft.com/office/drawing/2014/main" id="{7D0B1DEF-0868-13FB-AB7C-E8EB0A594FE7}"/>
                </a:ext>
              </a:extLst>
            </p:cNvPr>
            <p:cNvSpPr>
              <a:spLocks noGrp="1"/>
            </p:cNvSpPr>
            <p:nvPr/>
          </p:nvSpPr>
          <p:spPr>
            <a:xfrm>
              <a:off x="5991705" y="4436197"/>
              <a:ext cx="64441" cy="73184"/>
            </a:xfrm>
            <a:custGeom>
              <a:avLst/>
              <a:gdLst/>
              <a:ahLst/>
              <a:cxnLst/>
              <a:rect l="0" t="0" r="0" b="0"/>
              <a:pathLst>
                <a:path w="64441" h="73184">
                  <a:moveTo>
                    <a:pt x="0" y="73184"/>
                  </a:moveTo>
                  <a:lnTo>
                    <a:pt x="644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9" name="Candidate_receptor__2637">
              <a:extLst>
                <a:ext uri="{FF2B5EF4-FFF2-40B4-BE49-F238E27FC236}">
                  <a16:creationId xmlns:a16="http://schemas.microsoft.com/office/drawing/2014/main" id="{4B6D3DC3-C104-D900-BD80-C99D4A8F1F2C}"/>
                </a:ext>
              </a:extLst>
            </p:cNvPr>
            <p:cNvSpPr>
              <a:spLocks noGrp="1"/>
            </p:cNvSpPr>
            <p:nvPr/>
          </p:nvSpPr>
          <p:spPr>
            <a:xfrm>
              <a:off x="6117972" y="3450832"/>
              <a:ext cx="106304" cy="20715"/>
            </a:xfrm>
            <a:custGeom>
              <a:avLst/>
              <a:gdLst/>
              <a:ahLst/>
              <a:cxnLst/>
              <a:rect l="0" t="0" r="0" b="0"/>
              <a:pathLst>
                <a:path w="106304" h="20715">
                  <a:moveTo>
                    <a:pt x="106304" y="207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52320" name="Candidate_receptor__2638">
              <a:extLst>
                <a:ext uri="{FF2B5EF4-FFF2-40B4-BE49-F238E27FC236}">
                  <a16:creationId xmlns:a16="http://schemas.microsoft.com/office/drawing/2014/main" id="{77060E23-75B4-153D-337E-7A36718ECB8C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334076"/>
              <a:ext cx="63491" cy="71922"/>
            </a:xfrm>
            <a:custGeom>
              <a:avLst/>
              <a:gdLst/>
              <a:ahLst/>
              <a:cxnLst/>
              <a:rect l="0" t="0" r="0" b="0"/>
              <a:pathLst>
                <a:path w="63491" h="71922">
                  <a:moveTo>
                    <a:pt x="0" y="71922"/>
                  </a:moveTo>
                  <a:lnTo>
                    <a:pt x="6349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21" name="Candidate_receptor__2639">
              <a:extLst>
                <a:ext uri="{FF2B5EF4-FFF2-40B4-BE49-F238E27FC236}">
                  <a16:creationId xmlns:a16="http://schemas.microsoft.com/office/drawing/2014/main" id="{226D531B-C30E-2516-781B-6E5289AC411C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00105"/>
              <a:ext cx="102455" cy="48553"/>
            </a:xfrm>
            <a:custGeom>
              <a:avLst/>
              <a:gdLst/>
              <a:ahLst/>
              <a:cxnLst/>
              <a:rect l="0" t="0" r="0" b="0"/>
              <a:pathLst>
                <a:path w="102455" h="48553">
                  <a:moveTo>
                    <a:pt x="102455" y="0"/>
                  </a:moveTo>
                  <a:lnTo>
                    <a:pt x="0" y="4855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22" name="Candidate_receptor__2640">
              <a:extLst>
                <a:ext uri="{FF2B5EF4-FFF2-40B4-BE49-F238E27FC236}">
                  <a16:creationId xmlns:a16="http://schemas.microsoft.com/office/drawing/2014/main" id="{89B44D61-A105-16AF-01CE-724B3F062D65}"/>
                </a:ext>
              </a:extLst>
            </p:cNvPr>
            <p:cNvSpPr>
              <a:spLocks noGrp="1"/>
            </p:cNvSpPr>
            <p:nvPr/>
          </p:nvSpPr>
          <p:spPr>
            <a:xfrm>
              <a:off x="4404621" y="4689854"/>
              <a:ext cx="85251" cy="36964"/>
            </a:xfrm>
            <a:custGeom>
              <a:avLst/>
              <a:gdLst/>
              <a:ahLst/>
              <a:cxnLst/>
              <a:rect l="0" t="0" r="0" b="0"/>
              <a:pathLst>
                <a:path w="85251" h="36964">
                  <a:moveTo>
                    <a:pt x="85251" y="0"/>
                  </a:moveTo>
                  <a:lnTo>
                    <a:pt x="0" y="3696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23" name="Candidate_receptor__2641">
              <a:extLst>
                <a:ext uri="{FF2B5EF4-FFF2-40B4-BE49-F238E27FC236}">
                  <a16:creationId xmlns:a16="http://schemas.microsoft.com/office/drawing/2014/main" id="{A1D6D0E2-8856-19F1-C9D6-31B10A6B2173}"/>
                </a:ext>
              </a:extLst>
            </p:cNvPr>
            <p:cNvSpPr>
              <a:spLocks noGrp="1"/>
            </p:cNvSpPr>
            <p:nvPr/>
          </p:nvSpPr>
          <p:spPr>
            <a:xfrm>
              <a:off x="5612098" y="4206641"/>
              <a:ext cx="83854" cy="75544"/>
            </a:xfrm>
            <a:custGeom>
              <a:avLst/>
              <a:gdLst/>
              <a:ahLst/>
              <a:cxnLst/>
              <a:rect l="0" t="0" r="0" b="0"/>
              <a:pathLst>
                <a:path w="83854" h="75544">
                  <a:moveTo>
                    <a:pt x="0" y="75544"/>
                  </a:moveTo>
                  <a:lnTo>
                    <a:pt x="8385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24" name="Candidate_receptor__2642">
              <a:extLst>
                <a:ext uri="{FF2B5EF4-FFF2-40B4-BE49-F238E27FC236}">
                  <a16:creationId xmlns:a16="http://schemas.microsoft.com/office/drawing/2014/main" id="{FDB99D3E-C321-86CB-D0CC-A9F0E0A42573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522677"/>
              <a:ext cx="47338" cy="23363"/>
            </a:xfrm>
            <a:custGeom>
              <a:avLst/>
              <a:gdLst/>
              <a:ahLst/>
              <a:cxnLst/>
              <a:rect l="0" t="0" r="0" b="0"/>
              <a:pathLst>
                <a:path w="47338" h="23363">
                  <a:moveTo>
                    <a:pt x="47338" y="0"/>
                  </a:moveTo>
                  <a:lnTo>
                    <a:pt x="0" y="2336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25" name="Candidate_receptor__2643">
              <a:extLst>
                <a:ext uri="{FF2B5EF4-FFF2-40B4-BE49-F238E27FC236}">
                  <a16:creationId xmlns:a16="http://schemas.microsoft.com/office/drawing/2014/main" id="{42F10919-A195-1FB7-6412-27A72F4DB07B}"/>
                </a:ext>
              </a:extLst>
            </p:cNvPr>
            <p:cNvSpPr>
              <a:spLocks noGrp="1"/>
            </p:cNvSpPr>
            <p:nvPr/>
          </p:nvSpPr>
          <p:spPr>
            <a:xfrm>
              <a:off x="6263432" y="4466385"/>
              <a:ext cx="109319" cy="33850"/>
            </a:xfrm>
            <a:custGeom>
              <a:avLst/>
              <a:gdLst/>
              <a:ahLst/>
              <a:cxnLst/>
              <a:rect l="0" t="0" r="0" b="0"/>
              <a:pathLst>
                <a:path w="109319" h="33850">
                  <a:moveTo>
                    <a:pt x="0" y="33850"/>
                  </a:moveTo>
                  <a:lnTo>
                    <a:pt x="109319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26" name="Candidate_receptor__2644">
              <a:extLst>
                <a:ext uri="{FF2B5EF4-FFF2-40B4-BE49-F238E27FC236}">
                  <a16:creationId xmlns:a16="http://schemas.microsoft.com/office/drawing/2014/main" id="{52D4E956-14C7-08EC-2A57-8392EB75F831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20555"/>
              <a:ext cx="88764" cy="29439"/>
            </a:xfrm>
            <a:custGeom>
              <a:avLst/>
              <a:gdLst/>
              <a:ahLst/>
              <a:cxnLst/>
              <a:rect l="0" t="0" r="0" b="0"/>
              <a:pathLst>
                <a:path w="88764" h="29439">
                  <a:moveTo>
                    <a:pt x="88764" y="0"/>
                  </a:moveTo>
                  <a:lnTo>
                    <a:pt x="0" y="2943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27" name="Candidate_receptor__2645">
              <a:extLst>
                <a:ext uri="{FF2B5EF4-FFF2-40B4-BE49-F238E27FC236}">
                  <a16:creationId xmlns:a16="http://schemas.microsoft.com/office/drawing/2014/main" id="{673AFB4C-894F-639B-0CDD-473ED9507DEC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149558"/>
              <a:ext cx="85583" cy="76690"/>
            </a:xfrm>
            <a:custGeom>
              <a:avLst/>
              <a:gdLst/>
              <a:ahLst/>
              <a:cxnLst/>
              <a:rect l="0" t="0" r="0" b="0"/>
              <a:pathLst>
                <a:path w="85583" h="76690">
                  <a:moveTo>
                    <a:pt x="0" y="76690"/>
                  </a:moveTo>
                  <a:lnTo>
                    <a:pt x="8558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28" name="Candidate_receptor__2646">
              <a:extLst>
                <a:ext uri="{FF2B5EF4-FFF2-40B4-BE49-F238E27FC236}">
                  <a16:creationId xmlns:a16="http://schemas.microsoft.com/office/drawing/2014/main" id="{724D204C-8A5B-9D95-1FC2-2ACD50970FCD}"/>
                </a:ext>
              </a:extLst>
            </p:cNvPr>
            <p:cNvSpPr>
              <a:spLocks noGrp="1"/>
            </p:cNvSpPr>
            <p:nvPr/>
          </p:nvSpPr>
          <p:spPr>
            <a:xfrm>
              <a:off x="6369354" y="4900693"/>
              <a:ext cx="104792" cy="19829"/>
            </a:xfrm>
            <a:custGeom>
              <a:avLst/>
              <a:gdLst/>
              <a:ahLst/>
              <a:cxnLst/>
              <a:rect l="0" t="0" r="0" b="0"/>
              <a:pathLst>
                <a:path w="104792" h="19829">
                  <a:moveTo>
                    <a:pt x="0" y="19829"/>
                  </a:moveTo>
                  <a:lnTo>
                    <a:pt x="104792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52329" name="Candidate_receptor__2647">
              <a:extLst>
                <a:ext uri="{FF2B5EF4-FFF2-40B4-BE49-F238E27FC236}">
                  <a16:creationId xmlns:a16="http://schemas.microsoft.com/office/drawing/2014/main" id="{CAF1601F-6947-B636-0FA3-E677AE893CCE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18065"/>
              <a:ext cx="31608" cy="56309"/>
            </a:xfrm>
            <a:custGeom>
              <a:avLst/>
              <a:gdLst/>
              <a:ahLst/>
              <a:cxnLst/>
              <a:rect l="0" t="0" r="0" b="0"/>
              <a:pathLst>
                <a:path w="31608" h="56309">
                  <a:moveTo>
                    <a:pt x="0" y="56309"/>
                  </a:moveTo>
                  <a:lnTo>
                    <a:pt x="3160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30" name="Candidate_receptor__2648">
              <a:extLst>
                <a:ext uri="{FF2B5EF4-FFF2-40B4-BE49-F238E27FC236}">
                  <a16:creationId xmlns:a16="http://schemas.microsoft.com/office/drawing/2014/main" id="{2F96208B-1854-1D05-271E-99E6BE7AEAE5}"/>
                </a:ext>
              </a:extLst>
            </p:cNvPr>
            <p:cNvSpPr>
              <a:spLocks noGrp="1"/>
            </p:cNvSpPr>
            <p:nvPr/>
          </p:nvSpPr>
          <p:spPr>
            <a:xfrm>
              <a:off x="5149545" y="4955891"/>
              <a:ext cx="10795" cy="112727"/>
            </a:xfrm>
            <a:custGeom>
              <a:avLst/>
              <a:gdLst/>
              <a:ahLst/>
              <a:cxnLst/>
              <a:rect l="0" t="0" r="0" b="0"/>
              <a:pathLst>
                <a:path w="10795" h="112727">
                  <a:moveTo>
                    <a:pt x="10795" y="112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31" name="Candidate_receptor__2649">
              <a:extLst>
                <a:ext uri="{FF2B5EF4-FFF2-40B4-BE49-F238E27FC236}">
                  <a16:creationId xmlns:a16="http://schemas.microsoft.com/office/drawing/2014/main" id="{B8D908AF-2F9E-CD3E-C2A6-E3A4A190ADFF}"/>
                </a:ext>
              </a:extLst>
            </p:cNvPr>
            <p:cNvSpPr>
              <a:spLocks noGrp="1"/>
            </p:cNvSpPr>
            <p:nvPr/>
          </p:nvSpPr>
          <p:spPr>
            <a:xfrm>
              <a:off x="4903447" y="3486277"/>
              <a:ext cx="102268" cy="43567"/>
            </a:xfrm>
            <a:custGeom>
              <a:avLst/>
              <a:gdLst/>
              <a:ahLst/>
              <a:cxnLst/>
              <a:rect l="0" t="0" r="0" b="0"/>
              <a:pathLst>
                <a:path w="102268" h="43567">
                  <a:moveTo>
                    <a:pt x="102268" y="435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52332" name="Candidate_receptor__2650">
              <a:extLst>
                <a:ext uri="{FF2B5EF4-FFF2-40B4-BE49-F238E27FC236}">
                  <a16:creationId xmlns:a16="http://schemas.microsoft.com/office/drawing/2014/main" id="{B2EA4128-25EA-08C5-1620-FB7F29DD1B20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889872"/>
              <a:ext cx="927" cy="77640"/>
            </a:xfrm>
            <a:custGeom>
              <a:avLst/>
              <a:gdLst/>
              <a:ahLst/>
              <a:cxnLst/>
              <a:rect l="0" t="0" r="0" b="0"/>
              <a:pathLst>
                <a:path w="927" h="77640">
                  <a:moveTo>
                    <a:pt x="0" y="77640"/>
                  </a:moveTo>
                  <a:lnTo>
                    <a:pt x="927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33" name="Candidate_receptor__2651">
              <a:extLst>
                <a:ext uri="{FF2B5EF4-FFF2-40B4-BE49-F238E27FC236}">
                  <a16:creationId xmlns:a16="http://schemas.microsoft.com/office/drawing/2014/main" id="{AE29F65D-519E-5B1B-6C8D-B46F0E1DBBBE}"/>
                </a:ext>
              </a:extLst>
            </p:cNvPr>
            <p:cNvSpPr>
              <a:spLocks noGrp="1"/>
            </p:cNvSpPr>
            <p:nvPr/>
          </p:nvSpPr>
          <p:spPr>
            <a:xfrm>
              <a:off x="4489872" y="4662530"/>
              <a:ext cx="67866" cy="27324"/>
            </a:xfrm>
            <a:custGeom>
              <a:avLst/>
              <a:gdLst/>
              <a:ahLst/>
              <a:cxnLst/>
              <a:rect l="0" t="0" r="0" b="0"/>
              <a:pathLst>
                <a:path w="67866" h="27324">
                  <a:moveTo>
                    <a:pt x="67866" y="0"/>
                  </a:moveTo>
                  <a:lnTo>
                    <a:pt x="0" y="2732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34" name="Candidate_receptor__2652">
              <a:extLst>
                <a:ext uri="{FF2B5EF4-FFF2-40B4-BE49-F238E27FC236}">
                  <a16:creationId xmlns:a16="http://schemas.microsoft.com/office/drawing/2014/main" id="{D798C2B0-4579-EA30-65B0-6220B7DC7867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726819"/>
              <a:ext cx="3431" cy="107932"/>
            </a:xfrm>
            <a:custGeom>
              <a:avLst/>
              <a:gdLst/>
              <a:ahLst/>
              <a:cxnLst/>
              <a:rect l="0" t="0" r="0" b="0"/>
              <a:pathLst>
                <a:path w="3431" h="107932">
                  <a:moveTo>
                    <a:pt x="3431" y="0"/>
                  </a:moveTo>
                  <a:lnTo>
                    <a:pt x="0" y="107932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52335" name="Candidate_receptor__2653">
              <a:extLst>
                <a:ext uri="{FF2B5EF4-FFF2-40B4-BE49-F238E27FC236}">
                  <a16:creationId xmlns:a16="http://schemas.microsoft.com/office/drawing/2014/main" id="{D1F1B06B-56C9-A4FA-2D16-AEE49352A58E}"/>
                </a:ext>
              </a:extLst>
            </p:cNvPr>
            <p:cNvSpPr>
              <a:spLocks noGrp="1"/>
            </p:cNvSpPr>
            <p:nvPr/>
          </p:nvSpPr>
          <p:spPr>
            <a:xfrm>
              <a:off x="6474145" y="4803684"/>
              <a:ext cx="21914" cy="97008"/>
            </a:xfrm>
            <a:custGeom>
              <a:avLst/>
              <a:gdLst/>
              <a:ahLst/>
              <a:cxnLst/>
              <a:rect l="0" t="0" r="0" b="0"/>
              <a:pathLst>
                <a:path w="21914" h="97008">
                  <a:moveTo>
                    <a:pt x="0" y="97008"/>
                  </a:moveTo>
                  <a:lnTo>
                    <a:pt x="21914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52336" name="Candidate_receptor__2654">
              <a:extLst>
                <a:ext uri="{FF2B5EF4-FFF2-40B4-BE49-F238E27FC236}">
                  <a16:creationId xmlns:a16="http://schemas.microsoft.com/office/drawing/2014/main" id="{B99387D3-0236-BB2E-BEBA-63728A07E59D}"/>
                </a:ext>
              </a:extLst>
            </p:cNvPr>
            <p:cNvSpPr>
              <a:spLocks noGrp="1"/>
            </p:cNvSpPr>
            <p:nvPr/>
          </p:nvSpPr>
          <p:spPr>
            <a:xfrm>
              <a:off x="4988017" y="4875169"/>
              <a:ext cx="10174" cy="109040"/>
            </a:xfrm>
            <a:custGeom>
              <a:avLst/>
              <a:gdLst/>
              <a:ahLst/>
              <a:cxnLst/>
              <a:rect l="0" t="0" r="0" b="0"/>
              <a:pathLst>
                <a:path w="10174" h="109040">
                  <a:moveTo>
                    <a:pt x="10174" y="1090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37" name="Candidate_receptor__2655">
              <a:extLst>
                <a:ext uri="{FF2B5EF4-FFF2-40B4-BE49-F238E27FC236}">
                  <a16:creationId xmlns:a16="http://schemas.microsoft.com/office/drawing/2014/main" id="{2386E659-234D-365C-5FB8-7D486FBC1859}"/>
                </a:ext>
              </a:extLst>
            </p:cNvPr>
            <p:cNvSpPr>
              <a:spLocks noGrp="1"/>
            </p:cNvSpPr>
            <p:nvPr/>
          </p:nvSpPr>
          <p:spPr>
            <a:xfrm>
              <a:off x="4905996" y="5120655"/>
              <a:ext cx="101643" cy="29779"/>
            </a:xfrm>
            <a:custGeom>
              <a:avLst/>
              <a:gdLst/>
              <a:ahLst/>
              <a:cxnLst/>
              <a:rect l="0" t="0" r="0" b="0"/>
              <a:pathLst>
                <a:path w="101643" h="29779">
                  <a:moveTo>
                    <a:pt x="101643" y="29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38" name="Candidate_receptor__2656">
              <a:extLst>
                <a:ext uri="{FF2B5EF4-FFF2-40B4-BE49-F238E27FC236}">
                  <a16:creationId xmlns:a16="http://schemas.microsoft.com/office/drawing/2014/main" id="{6F0797AA-0D6C-90A3-98AA-066998156F9C}"/>
                </a:ext>
              </a:extLst>
            </p:cNvPr>
            <p:cNvSpPr>
              <a:spLocks noGrp="1"/>
            </p:cNvSpPr>
            <p:nvPr/>
          </p:nvSpPr>
          <p:spPr>
            <a:xfrm>
              <a:off x="4659532" y="4741368"/>
              <a:ext cx="44801" cy="35188"/>
            </a:xfrm>
            <a:custGeom>
              <a:avLst/>
              <a:gdLst/>
              <a:ahLst/>
              <a:cxnLst/>
              <a:rect l="0" t="0" r="0" b="0"/>
              <a:pathLst>
                <a:path w="44801" h="35188">
                  <a:moveTo>
                    <a:pt x="44801" y="35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39" name="Candidate_receptor__2657">
              <a:extLst>
                <a:ext uri="{FF2B5EF4-FFF2-40B4-BE49-F238E27FC236}">
                  <a16:creationId xmlns:a16="http://schemas.microsoft.com/office/drawing/2014/main" id="{959B674F-9F06-9A7D-F6B5-0C39D47465B2}"/>
                </a:ext>
              </a:extLst>
            </p:cNvPr>
            <p:cNvSpPr>
              <a:spLocks noGrp="1"/>
            </p:cNvSpPr>
            <p:nvPr/>
          </p:nvSpPr>
          <p:spPr>
            <a:xfrm>
              <a:off x="5379747" y="4389774"/>
              <a:ext cx="108034" cy="36649"/>
            </a:xfrm>
            <a:custGeom>
              <a:avLst/>
              <a:gdLst/>
              <a:ahLst/>
              <a:cxnLst/>
              <a:rect l="0" t="0" r="0" b="0"/>
              <a:pathLst>
                <a:path w="108034" h="36649">
                  <a:moveTo>
                    <a:pt x="108034" y="0"/>
                  </a:moveTo>
                  <a:lnTo>
                    <a:pt x="0" y="3664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40" name="Candidate_receptor__2658">
              <a:extLst>
                <a:ext uri="{FF2B5EF4-FFF2-40B4-BE49-F238E27FC236}">
                  <a16:creationId xmlns:a16="http://schemas.microsoft.com/office/drawing/2014/main" id="{B11F9C4A-6E7C-7CD2-1E28-09CD133D43CB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80456"/>
              <a:ext cx="9719" cy="37860"/>
            </a:xfrm>
            <a:custGeom>
              <a:avLst/>
              <a:gdLst/>
              <a:ahLst/>
              <a:cxnLst/>
              <a:rect l="0" t="0" r="0" b="0"/>
              <a:pathLst>
                <a:path w="9719" h="37860">
                  <a:moveTo>
                    <a:pt x="9719" y="37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41" name="Candidate_receptor__2659">
              <a:extLst>
                <a:ext uri="{FF2B5EF4-FFF2-40B4-BE49-F238E27FC236}">
                  <a16:creationId xmlns:a16="http://schemas.microsoft.com/office/drawing/2014/main" id="{0952F012-033E-BAA0-4E32-92CBE29A70B5}"/>
                </a:ext>
              </a:extLst>
            </p:cNvPr>
            <p:cNvSpPr>
              <a:spLocks noGrp="1"/>
            </p:cNvSpPr>
            <p:nvPr/>
          </p:nvSpPr>
          <p:spPr>
            <a:xfrm>
              <a:off x="4825975" y="4802260"/>
              <a:ext cx="22518" cy="87612"/>
            </a:xfrm>
            <a:custGeom>
              <a:avLst/>
              <a:gdLst/>
              <a:ahLst/>
              <a:cxnLst/>
              <a:rect l="0" t="0" r="0" b="0"/>
              <a:pathLst>
                <a:path w="22518" h="87612">
                  <a:moveTo>
                    <a:pt x="22518" y="87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42" name="Candidate_receptor__2660">
              <a:extLst>
                <a:ext uri="{FF2B5EF4-FFF2-40B4-BE49-F238E27FC236}">
                  <a16:creationId xmlns:a16="http://schemas.microsoft.com/office/drawing/2014/main" id="{0C221124-A229-9951-088F-832C30180AC7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405538"/>
              <a:ext cx="47655" cy="27314"/>
            </a:xfrm>
            <a:custGeom>
              <a:avLst/>
              <a:gdLst/>
              <a:ahLst/>
              <a:cxnLst/>
              <a:rect l="0" t="0" r="0" b="0"/>
              <a:pathLst>
                <a:path w="47655" h="27314">
                  <a:moveTo>
                    <a:pt x="0" y="27314"/>
                  </a:moveTo>
                  <a:lnTo>
                    <a:pt x="4765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43" name="Candidate_receptor__2661">
              <a:extLst>
                <a:ext uri="{FF2B5EF4-FFF2-40B4-BE49-F238E27FC236}">
                  <a16:creationId xmlns:a16="http://schemas.microsoft.com/office/drawing/2014/main" id="{B159B744-EAD3-C419-9D8A-D21A01C274DB}"/>
                </a:ext>
              </a:extLst>
            </p:cNvPr>
            <p:cNvSpPr>
              <a:spLocks noGrp="1"/>
            </p:cNvSpPr>
            <p:nvPr/>
          </p:nvSpPr>
          <p:spPr>
            <a:xfrm>
              <a:off x="6421186" y="3421055"/>
              <a:ext cx="24684" cy="57039"/>
            </a:xfrm>
            <a:custGeom>
              <a:avLst/>
              <a:gdLst/>
              <a:ahLst/>
              <a:cxnLst/>
              <a:rect l="0" t="0" r="0" b="0"/>
              <a:pathLst>
                <a:path w="24684" h="57039">
                  <a:moveTo>
                    <a:pt x="24684" y="570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52344" name="Candidate_receptor__2662">
              <a:extLst>
                <a:ext uri="{FF2B5EF4-FFF2-40B4-BE49-F238E27FC236}">
                  <a16:creationId xmlns:a16="http://schemas.microsoft.com/office/drawing/2014/main" id="{B9729AB3-9C63-F32E-0A85-07BE8A9E5C4D}"/>
                </a:ext>
              </a:extLst>
            </p:cNvPr>
            <p:cNvSpPr>
              <a:spLocks noGrp="1"/>
            </p:cNvSpPr>
            <p:nvPr/>
          </p:nvSpPr>
          <p:spPr>
            <a:xfrm>
              <a:off x="5604518" y="4520036"/>
              <a:ext cx="17685" cy="98029"/>
            </a:xfrm>
            <a:custGeom>
              <a:avLst/>
              <a:gdLst/>
              <a:ahLst/>
              <a:cxnLst/>
              <a:rect l="0" t="0" r="0" b="0"/>
              <a:pathLst>
                <a:path w="17685" h="98029">
                  <a:moveTo>
                    <a:pt x="0" y="98029"/>
                  </a:moveTo>
                  <a:lnTo>
                    <a:pt x="176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45" name="Candidate_receptor__2663">
              <a:extLst>
                <a:ext uri="{FF2B5EF4-FFF2-40B4-BE49-F238E27FC236}">
                  <a16:creationId xmlns:a16="http://schemas.microsoft.com/office/drawing/2014/main" id="{DEF37498-8A72-5B2D-D84B-ADA2528D4B69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342768"/>
              <a:ext cx="56576" cy="100105"/>
            </a:xfrm>
            <a:custGeom>
              <a:avLst/>
              <a:gdLst/>
              <a:ahLst/>
              <a:cxnLst/>
              <a:rect l="0" t="0" r="0" b="0"/>
              <a:pathLst>
                <a:path w="56576" h="100105">
                  <a:moveTo>
                    <a:pt x="0" y="0"/>
                  </a:moveTo>
                  <a:lnTo>
                    <a:pt x="56576" y="10010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46" name="Candidate_receptor__2664">
              <a:extLst>
                <a:ext uri="{FF2B5EF4-FFF2-40B4-BE49-F238E27FC236}">
                  <a16:creationId xmlns:a16="http://schemas.microsoft.com/office/drawing/2014/main" id="{A6B7559F-D9E2-F948-3C02-B6B0E726DBC8}"/>
                </a:ext>
              </a:extLst>
            </p:cNvPr>
            <p:cNvSpPr>
              <a:spLocks noGrp="1"/>
            </p:cNvSpPr>
            <p:nvPr/>
          </p:nvSpPr>
          <p:spPr>
            <a:xfrm>
              <a:off x="6024623" y="3617503"/>
              <a:ext cx="94667" cy="57399"/>
            </a:xfrm>
            <a:custGeom>
              <a:avLst/>
              <a:gdLst/>
              <a:ahLst/>
              <a:cxnLst/>
              <a:rect l="0" t="0" r="0" b="0"/>
              <a:pathLst>
                <a:path w="94667" h="57399">
                  <a:moveTo>
                    <a:pt x="94667" y="0"/>
                  </a:moveTo>
                  <a:lnTo>
                    <a:pt x="0" y="5739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47" name="Candidate_receptor__2665">
              <a:extLst>
                <a:ext uri="{FF2B5EF4-FFF2-40B4-BE49-F238E27FC236}">
                  <a16:creationId xmlns:a16="http://schemas.microsoft.com/office/drawing/2014/main" id="{E4005C5B-0CF9-9973-9EA3-37DB807E7EBD}"/>
                </a:ext>
              </a:extLst>
            </p:cNvPr>
            <p:cNvSpPr>
              <a:spLocks noGrp="1"/>
            </p:cNvSpPr>
            <p:nvPr/>
          </p:nvSpPr>
          <p:spPr>
            <a:xfrm>
              <a:off x="5039608" y="4647638"/>
              <a:ext cx="99636" cy="12144"/>
            </a:xfrm>
            <a:custGeom>
              <a:avLst/>
              <a:gdLst/>
              <a:ahLst/>
              <a:cxnLst/>
              <a:rect l="0" t="0" r="0" b="0"/>
              <a:pathLst>
                <a:path w="99636" h="12144">
                  <a:moveTo>
                    <a:pt x="0" y="0"/>
                  </a:moveTo>
                  <a:lnTo>
                    <a:pt x="99636" y="1214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48" name="Candidate_receptor__2666">
              <a:extLst>
                <a:ext uri="{FF2B5EF4-FFF2-40B4-BE49-F238E27FC236}">
                  <a16:creationId xmlns:a16="http://schemas.microsoft.com/office/drawing/2014/main" id="{1E4D8C0F-0C98-15CE-BAFF-7CE44BD9A3EE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072059"/>
              <a:ext cx="51873" cy="30865"/>
            </a:xfrm>
            <a:custGeom>
              <a:avLst/>
              <a:gdLst/>
              <a:ahLst/>
              <a:cxnLst/>
              <a:rect l="0" t="0" r="0" b="0"/>
              <a:pathLst>
                <a:path w="51873" h="30865">
                  <a:moveTo>
                    <a:pt x="0" y="30865"/>
                  </a:moveTo>
                  <a:lnTo>
                    <a:pt x="5187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49" name="Candidate_receptor__2667">
              <a:extLst>
                <a:ext uri="{FF2B5EF4-FFF2-40B4-BE49-F238E27FC236}">
                  <a16:creationId xmlns:a16="http://schemas.microsoft.com/office/drawing/2014/main" id="{94515643-E177-A4F8-0503-A2D0C62893D6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56343"/>
              <a:ext cx="40021" cy="69741"/>
            </a:xfrm>
            <a:custGeom>
              <a:avLst/>
              <a:gdLst/>
              <a:ahLst/>
              <a:cxnLst/>
              <a:rect l="0" t="0" r="0" b="0"/>
              <a:pathLst>
                <a:path w="40021" h="69741">
                  <a:moveTo>
                    <a:pt x="40021" y="0"/>
                  </a:moveTo>
                  <a:lnTo>
                    <a:pt x="0" y="69741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50" name="Candidate_receptor__2668">
              <a:extLst>
                <a:ext uri="{FF2B5EF4-FFF2-40B4-BE49-F238E27FC236}">
                  <a16:creationId xmlns:a16="http://schemas.microsoft.com/office/drawing/2014/main" id="{75351747-D761-9C70-9A25-62729FCA49E0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20655"/>
              <a:ext cx="54674" cy="51055"/>
            </a:xfrm>
            <a:custGeom>
              <a:avLst/>
              <a:gdLst/>
              <a:ahLst/>
              <a:cxnLst/>
              <a:rect l="0" t="0" r="0" b="0"/>
              <a:pathLst>
                <a:path w="54674" h="51055">
                  <a:moveTo>
                    <a:pt x="54674" y="0"/>
                  </a:moveTo>
                  <a:lnTo>
                    <a:pt x="0" y="5105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51" name="Candidate_receptor__2669">
              <a:extLst>
                <a:ext uri="{FF2B5EF4-FFF2-40B4-BE49-F238E27FC236}">
                  <a16:creationId xmlns:a16="http://schemas.microsoft.com/office/drawing/2014/main" id="{C366D581-A1B6-E3A9-DE77-EE3A4DFBB8AE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772567"/>
              <a:ext cx="15689" cy="42825"/>
            </a:xfrm>
            <a:custGeom>
              <a:avLst/>
              <a:gdLst/>
              <a:ahLst/>
              <a:cxnLst/>
              <a:rect l="0" t="0" r="0" b="0"/>
              <a:pathLst>
                <a:path w="15689" h="42825">
                  <a:moveTo>
                    <a:pt x="15689" y="428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52" name="Candidate_receptor__2670">
              <a:extLst>
                <a:ext uri="{FF2B5EF4-FFF2-40B4-BE49-F238E27FC236}">
                  <a16:creationId xmlns:a16="http://schemas.microsoft.com/office/drawing/2014/main" id="{3B424285-C7F2-F56D-851E-EE8E3EECB1C7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47638"/>
              <a:ext cx="43658" cy="83761"/>
            </a:xfrm>
            <a:custGeom>
              <a:avLst/>
              <a:gdLst/>
              <a:ahLst/>
              <a:cxnLst/>
              <a:rect l="0" t="0" r="0" b="0"/>
              <a:pathLst>
                <a:path w="43658" h="83761">
                  <a:moveTo>
                    <a:pt x="0" y="83761"/>
                  </a:moveTo>
                  <a:lnTo>
                    <a:pt x="436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53" name="Candidate_receptor__2671">
              <a:extLst>
                <a:ext uri="{FF2B5EF4-FFF2-40B4-BE49-F238E27FC236}">
                  <a16:creationId xmlns:a16="http://schemas.microsoft.com/office/drawing/2014/main" id="{ADFEF41C-FCD0-1BC2-5F67-0BAFD6435FAB}"/>
                </a:ext>
              </a:extLst>
            </p:cNvPr>
            <p:cNvSpPr>
              <a:spLocks noGrp="1"/>
            </p:cNvSpPr>
            <p:nvPr/>
          </p:nvSpPr>
          <p:spPr>
            <a:xfrm>
              <a:off x="4835059" y="3486277"/>
              <a:ext cx="68387" cy="30537"/>
            </a:xfrm>
            <a:custGeom>
              <a:avLst/>
              <a:gdLst/>
              <a:ahLst/>
              <a:cxnLst/>
              <a:rect l="0" t="0" r="0" b="0"/>
              <a:pathLst>
                <a:path w="68387" h="30537">
                  <a:moveTo>
                    <a:pt x="68387" y="0"/>
                  </a:moveTo>
                  <a:lnTo>
                    <a:pt x="0" y="30537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52354" name="Candidate_receptor__2672">
              <a:extLst>
                <a:ext uri="{FF2B5EF4-FFF2-40B4-BE49-F238E27FC236}">
                  <a16:creationId xmlns:a16="http://schemas.microsoft.com/office/drawing/2014/main" id="{8AE28DCC-B466-15FD-076B-02765EAA0B36}"/>
                </a:ext>
              </a:extLst>
            </p:cNvPr>
            <p:cNvSpPr>
              <a:spLocks noGrp="1"/>
            </p:cNvSpPr>
            <p:nvPr/>
          </p:nvSpPr>
          <p:spPr>
            <a:xfrm>
              <a:off x="6468219" y="4294326"/>
              <a:ext cx="108396" cy="26308"/>
            </a:xfrm>
            <a:custGeom>
              <a:avLst/>
              <a:gdLst/>
              <a:ahLst/>
              <a:cxnLst/>
              <a:rect l="0" t="0" r="0" b="0"/>
              <a:pathLst>
                <a:path w="108396" h="26308">
                  <a:moveTo>
                    <a:pt x="108396" y="0"/>
                  </a:moveTo>
                  <a:lnTo>
                    <a:pt x="0" y="263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55" name="Candidate_receptor__2673">
              <a:extLst>
                <a:ext uri="{FF2B5EF4-FFF2-40B4-BE49-F238E27FC236}">
                  <a16:creationId xmlns:a16="http://schemas.microsoft.com/office/drawing/2014/main" id="{EC1E5A63-CD0E-193F-A910-AB2BBDC399C5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834751"/>
              <a:ext cx="59428" cy="32255"/>
            </a:xfrm>
            <a:custGeom>
              <a:avLst/>
              <a:gdLst/>
              <a:ahLst/>
              <a:cxnLst/>
              <a:rect l="0" t="0" r="0" b="0"/>
              <a:pathLst>
                <a:path w="59428" h="32255">
                  <a:moveTo>
                    <a:pt x="0" y="0"/>
                  </a:moveTo>
                  <a:lnTo>
                    <a:pt x="59428" y="32255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52356" name="Candidate_receptor__2674">
              <a:extLst>
                <a:ext uri="{FF2B5EF4-FFF2-40B4-BE49-F238E27FC236}">
                  <a16:creationId xmlns:a16="http://schemas.microsoft.com/office/drawing/2014/main" id="{61EE0322-DBAF-B5D6-4158-EE57F28FC38F}"/>
                </a:ext>
              </a:extLst>
            </p:cNvPr>
            <p:cNvSpPr>
              <a:spLocks noGrp="1"/>
            </p:cNvSpPr>
            <p:nvPr/>
          </p:nvSpPr>
          <p:spPr>
            <a:xfrm>
              <a:off x="6372751" y="4466385"/>
              <a:ext cx="24967" cy="89957"/>
            </a:xfrm>
            <a:custGeom>
              <a:avLst/>
              <a:gdLst/>
              <a:ahLst/>
              <a:cxnLst/>
              <a:rect l="0" t="0" r="0" b="0"/>
              <a:pathLst>
                <a:path w="24967" h="89957">
                  <a:moveTo>
                    <a:pt x="0" y="0"/>
                  </a:moveTo>
                  <a:lnTo>
                    <a:pt x="24967" y="89957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57" name="Candidate_receptor__2675">
              <a:extLst>
                <a:ext uri="{FF2B5EF4-FFF2-40B4-BE49-F238E27FC236}">
                  <a16:creationId xmlns:a16="http://schemas.microsoft.com/office/drawing/2014/main" id="{48BDEEF0-F0F9-5878-204A-EF2051DA8D87}"/>
                </a:ext>
              </a:extLst>
            </p:cNvPr>
            <p:cNvSpPr>
              <a:spLocks noGrp="1"/>
            </p:cNvSpPr>
            <p:nvPr/>
          </p:nvSpPr>
          <p:spPr>
            <a:xfrm>
              <a:off x="5258723" y="4548748"/>
              <a:ext cx="54445" cy="75335"/>
            </a:xfrm>
            <a:custGeom>
              <a:avLst/>
              <a:gdLst/>
              <a:ahLst/>
              <a:cxnLst/>
              <a:rect l="0" t="0" r="0" b="0"/>
              <a:pathLst>
                <a:path w="54445" h="75335">
                  <a:moveTo>
                    <a:pt x="0" y="75335"/>
                  </a:moveTo>
                  <a:lnTo>
                    <a:pt x="5444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58" name="Candidate_receptor__2676">
              <a:extLst>
                <a:ext uri="{FF2B5EF4-FFF2-40B4-BE49-F238E27FC236}">
                  <a16:creationId xmlns:a16="http://schemas.microsoft.com/office/drawing/2014/main" id="{E3CD79A7-706A-2A23-148F-C33E18245441}"/>
                </a:ext>
              </a:extLst>
            </p:cNvPr>
            <p:cNvSpPr>
              <a:spLocks noGrp="1"/>
            </p:cNvSpPr>
            <p:nvPr/>
          </p:nvSpPr>
          <p:spPr>
            <a:xfrm>
              <a:off x="4700646" y="2287584"/>
              <a:ext cx="90498" cy="42939"/>
            </a:xfrm>
            <a:custGeom>
              <a:avLst/>
              <a:gdLst/>
              <a:ahLst/>
              <a:cxnLst/>
              <a:rect l="0" t="0" r="0" b="0"/>
              <a:pathLst>
                <a:path w="90498" h="42939">
                  <a:moveTo>
                    <a:pt x="90498" y="429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59" name="Candidate_receptor__2677">
              <a:extLst>
                <a:ext uri="{FF2B5EF4-FFF2-40B4-BE49-F238E27FC236}">
                  <a16:creationId xmlns:a16="http://schemas.microsoft.com/office/drawing/2014/main" id="{157D322B-19E5-1A24-37E4-2BEA48BF645E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3511"/>
              <a:ext cx="107552" cy="5106"/>
            </a:xfrm>
            <a:custGeom>
              <a:avLst/>
              <a:gdLst/>
              <a:ahLst/>
              <a:cxnLst/>
              <a:rect l="0" t="0" r="0" b="0"/>
              <a:pathLst>
                <a:path w="107552" h="5106">
                  <a:moveTo>
                    <a:pt x="0" y="5106"/>
                  </a:moveTo>
                  <a:lnTo>
                    <a:pt x="10755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60" name="Candidate_receptor__2678">
              <a:extLst>
                <a:ext uri="{FF2B5EF4-FFF2-40B4-BE49-F238E27FC236}">
                  <a16:creationId xmlns:a16="http://schemas.microsoft.com/office/drawing/2014/main" id="{DB441B83-18C7-5564-4D16-D57704A842E3}"/>
                </a:ext>
              </a:extLst>
            </p:cNvPr>
            <p:cNvSpPr>
              <a:spLocks noGrp="1"/>
            </p:cNvSpPr>
            <p:nvPr/>
          </p:nvSpPr>
          <p:spPr>
            <a:xfrm>
              <a:off x="4969081" y="5150434"/>
              <a:ext cx="38558" cy="107662"/>
            </a:xfrm>
            <a:custGeom>
              <a:avLst/>
              <a:gdLst/>
              <a:ahLst/>
              <a:cxnLst/>
              <a:rect l="0" t="0" r="0" b="0"/>
              <a:pathLst>
                <a:path w="38558" h="107662">
                  <a:moveTo>
                    <a:pt x="0" y="107662"/>
                  </a:moveTo>
                  <a:lnTo>
                    <a:pt x="385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61" name="Candidate_receptor__2679">
              <a:extLst>
                <a:ext uri="{FF2B5EF4-FFF2-40B4-BE49-F238E27FC236}">
                  <a16:creationId xmlns:a16="http://schemas.microsoft.com/office/drawing/2014/main" id="{1EE05836-617C-FFBE-E411-AEBD7FFA4304}"/>
                </a:ext>
              </a:extLst>
            </p:cNvPr>
            <p:cNvSpPr>
              <a:spLocks noGrp="1"/>
            </p:cNvSpPr>
            <p:nvPr/>
          </p:nvSpPr>
          <p:spPr>
            <a:xfrm>
              <a:off x="5005715" y="3425738"/>
              <a:ext cx="31704" cy="104106"/>
            </a:xfrm>
            <a:custGeom>
              <a:avLst/>
              <a:gdLst/>
              <a:ahLst/>
              <a:cxnLst/>
              <a:rect l="0" t="0" r="0" b="0"/>
              <a:pathLst>
                <a:path w="31704" h="104106">
                  <a:moveTo>
                    <a:pt x="31704" y="0"/>
                  </a:moveTo>
                  <a:lnTo>
                    <a:pt x="0" y="104106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62" name="Candidate_receptor__2680">
              <a:extLst>
                <a:ext uri="{FF2B5EF4-FFF2-40B4-BE49-F238E27FC236}">
                  <a16:creationId xmlns:a16="http://schemas.microsoft.com/office/drawing/2014/main" id="{295C4061-3CEB-69A9-EC1F-03C94824D7DC}"/>
                </a:ext>
              </a:extLst>
            </p:cNvPr>
            <p:cNvSpPr>
              <a:spLocks noGrp="1"/>
            </p:cNvSpPr>
            <p:nvPr/>
          </p:nvSpPr>
          <p:spPr>
            <a:xfrm>
              <a:off x="5168818" y="2462899"/>
              <a:ext cx="28112" cy="107279"/>
            </a:xfrm>
            <a:custGeom>
              <a:avLst/>
              <a:gdLst/>
              <a:ahLst/>
              <a:cxnLst/>
              <a:rect l="0" t="0" r="0" b="0"/>
              <a:pathLst>
                <a:path w="28112" h="107279">
                  <a:moveTo>
                    <a:pt x="0" y="0"/>
                  </a:moveTo>
                  <a:lnTo>
                    <a:pt x="28112" y="10727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63" name="Candidate_receptor__2681">
              <a:extLst>
                <a:ext uri="{FF2B5EF4-FFF2-40B4-BE49-F238E27FC236}">
                  <a16:creationId xmlns:a16="http://schemas.microsoft.com/office/drawing/2014/main" id="{F37E77C5-8C33-41A3-A92B-43757E88114F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776555"/>
              <a:ext cx="12815" cy="109991"/>
            </a:xfrm>
            <a:custGeom>
              <a:avLst/>
              <a:gdLst/>
              <a:ahLst/>
              <a:cxnLst/>
              <a:rect l="0" t="0" r="0" b="0"/>
              <a:pathLst>
                <a:path w="12815" h="109991">
                  <a:moveTo>
                    <a:pt x="0" y="109991"/>
                  </a:moveTo>
                  <a:lnTo>
                    <a:pt x="12815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64" name="Candidate_receptor__2682">
              <a:extLst>
                <a:ext uri="{FF2B5EF4-FFF2-40B4-BE49-F238E27FC236}">
                  <a16:creationId xmlns:a16="http://schemas.microsoft.com/office/drawing/2014/main" id="{380CF18A-86D1-CA93-616B-742F63E6E82A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287584"/>
              <a:ext cx="90485" cy="55184"/>
            </a:xfrm>
            <a:custGeom>
              <a:avLst/>
              <a:gdLst/>
              <a:ahLst/>
              <a:cxnLst/>
              <a:rect l="0" t="0" r="0" b="0"/>
              <a:pathLst>
                <a:path w="90485" h="55184">
                  <a:moveTo>
                    <a:pt x="90485" y="0"/>
                  </a:moveTo>
                  <a:lnTo>
                    <a:pt x="0" y="5518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65" name="Candidate_receptor__2683">
              <a:extLst>
                <a:ext uri="{FF2B5EF4-FFF2-40B4-BE49-F238E27FC236}">
                  <a16:creationId xmlns:a16="http://schemas.microsoft.com/office/drawing/2014/main" id="{ECF76BA7-0EBC-909C-05A9-6080B906CF1E}"/>
                </a:ext>
              </a:extLst>
            </p:cNvPr>
            <p:cNvSpPr>
              <a:spLocks noGrp="1"/>
            </p:cNvSpPr>
            <p:nvPr/>
          </p:nvSpPr>
          <p:spPr>
            <a:xfrm>
              <a:off x="6496059" y="4768475"/>
              <a:ext cx="108531" cy="35210"/>
            </a:xfrm>
            <a:custGeom>
              <a:avLst/>
              <a:gdLst/>
              <a:ahLst/>
              <a:cxnLst/>
              <a:rect l="0" t="0" r="0" b="0"/>
              <a:pathLst>
                <a:path w="108531" h="35210">
                  <a:moveTo>
                    <a:pt x="0" y="35210"/>
                  </a:moveTo>
                  <a:lnTo>
                    <a:pt x="108531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52366" name="Candidate_receptor__2684">
              <a:extLst>
                <a:ext uri="{FF2B5EF4-FFF2-40B4-BE49-F238E27FC236}">
                  <a16:creationId xmlns:a16="http://schemas.microsoft.com/office/drawing/2014/main" id="{DB6DBC66-A985-1419-C4C9-132AB761D1FD}"/>
                </a:ext>
              </a:extLst>
            </p:cNvPr>
            <p:cNvSpPr>
              <a:spLocks noGrp="1"/>
            </p:cNvSpPr>
            <p:nvPr/>
          </p:nvSpPr>
          <p:spPr>
            <a:xfrm>
              <a:off x="6321502" y="4013511"/>
              <a:ext cx="27416" cy="97051"/>
            </a:xfrm>
            <a:custGeom>
              <a:avLst/>
              <a:gdLst/>
              <a:ahLst/>
              <a:cxnLst/>
              <a:rect l="0" t="0" r="0" b="0"/>
              <a:pathLst>
                <a:path w="27416" h="97051">
                  <a:moveTo>
                    <a:pt x="0" y="0"/>
                  </a:moveTo>
                  <a:lnTo>
                    <a:pt x="27416" y="9705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67" name="Candidate_receptor__2685">
              <a:extLst>
                <a:ext uri="{FF2B5EF4-FFF2-40B4-BE49-F238E27FC236}">
                  <a16:creationId xmlns:a16="http://schemas.microsoft.com/office/drawing/2014/main" id="{0703E690-A6F8-8BE8-E0C4-8BD1E49ED954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500236"/>
              <a:ext cx="8209" cy="14739"/>
            </a:xfrm>
            <a:custGeom>
              <a:avLst/>
              <a:gdLst/>
              <a:ahLst/>
              <a:cxnLst/>
              <a:rect l="0" t="0" r="0" b="0"/>
              <a:pathLst>
                <a:path w="8209" h="14739">
                  <a:moveTo>
                    <a:pt x="0" y="14739"/>
                  </a:moveTo>
                  <a:lnTo>
                    <a:pt x="820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68" name="Candidate_receptor__2686">
              <a:extLst>
                <a:ext uri="{FF2B5EF4-FFF2-40B4-BE49-F238E27FC236}">
                  <a16:creationId xmlns:a16="http://schemas.microsoft.com/office/drawing/2014/main" id="{E9F73790-96C7-90E3-9222-FFB8DAE616E7}"/>
                </a:ext>
              </a:extLst>
            </p:cNvPr>
            <p:cNvSpPr>
              <a:spLocks noGrp="1"/>
            </p:cNvSpPr>
            <p:nvPr/>
          </p:nvSpPr>
          <p:spPr>
            <a:xfrm>
              <a:off x="5487781" y="4389774"/>
              <a:ext cx="32801" cy="63680"/>
            </a:xfrm>
            <a:custGeom>
              <a:avLst/>
              <a:gdLst/>
              <a:ahLst/>
              <a:cxnLst/>
              <a:rect l="0" t="0" r="0" b="0"/>
              <a:pathLst>
                <a:path w="32801" h="63680">
                  <a:moveTo>
                    <a:pt x="32801" y="636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69" name="Candidate_receptor__2687">
              <a:extLst>
                <a:ext uri="{FF2B5EF4-FFF2-40B4-BE49-F238E27FC236}">
                  <a16:creationId xmlns:a16="http://schemas.microsoft.com/office/drawing/2014/main" id="{E4158FAA-2A38-AD87-0CB4-312CF35CE49A}"/>
                </a:ext>
              </a:extLst>
            </p:cNvPr>
            <p:cNvSpPr>
              <a:spLocks noGrp="1"/>
            </p:cNvSpPr>
            <p:nvPr/>
          </p:nvSpPr>
          <p:spPr>
            <a:xfrm>
              <a:off x="5131030" y="4659781"/>
              <a:ext cx="8213" cy="114643"/>
            </a:xfrm>
            <a:custGeom>
              <a:avLst/>
              <a:gdLst/>
              <a:ahLst/>
              <a:cxnLst/>
              <a:rect l="0" t="0" r="0" b="0"/>
              <a:pathLst>
                <a:path w="8213" h="114643">
                  <a:moveTo>
                    <a:pt x="8213" y="0"/>
                  </a:moveTo>
                  <a:lnTo>
                    <a:pt x="0" y="11464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70" name="Candidate_receptor__2688">
              <a:extLst>
                <a:ext uri="{FF2B5EF4-FFF2-40B4-BE49-F238E27FC236}">
                  <a16:creationId xmlns:a16="http://schemas.microsoft.com/office/drawing/2014/main" id="{1AD8FD0E-471D-B1E6-5223-EDC090582744}"/>
                </a:ext>
              </a:extLst>
            </p:cNvPr>
            <p:cNvSpPr>
              <a:spLocks noGrp="1"/>
            </p:cNvSpPr>
            <p:nvPr/>
          </p:nvSpPr>
          <p:spPr>
            <a:xfrm>
              <a:off x="6317746" y="4835541"/>
              <a:ext cx="51607" cy="84980"/>
            </a:xfrm>
            <a:custGeom>
              <a:avLst/>
              <a:gdLst/>
              <a:ahLst/>
              <a:cxnLst/>
              <a:rect l="0" t="0" r="0" b="0"/>
              <a:pathLst>
                <a:path w="51607" h="84980">
                  <a:moveTo>
                    <a:pt x="0" y="0"/>
                  </a:moveTo>
                  <a:lnTo>
                    <a:pt x="51607" y="8498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52371" name="Candidate_receptor__2689">
              <a:extLst>
                <a:ext uri="{FF2B5EF4-FFF2-40B4-BE49-F238E27FC236}">
                  <a16:creationId xmlns:a16="http://schemas.microsoft.com/office/drawing/2014/main" id="{6C2F2B7D-EE14-708C-09C7-BACB5DB8F856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10562"/>
              <a:ext cx="90666" cy="55894"/>
            </a:xfrm>
            <a:custGeom>
              <a:avLst/>
              <a:gdLst/>
              <a:ahLst/>
              <a:cxnLst/>
              <a:rect l="0" t="0" r="0" b="0"/>
              <a:pathLst>
                <a:path w="90666" h="55894">
                  <a:moveTo>
                    <a:pt x="90666" y="0"/>
                  </a:moveTo>
                  <a:lnTo>
                    <a:pt x="0" y="5589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72" name="Candidate_receptor__2690">
              <a:extLst>
                <a:ext uri="{FF2B5EF4-FFF2-40B4-BE49-F238E27FC236}">
                  <a16:creationId xmlns:a16="http://schemas.microsoft.com/office/drawing/2014/main" id="{F3951D0B-5854-3F28-7262-26C53D9A18BE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43548" cy="29792"/>
            </a:xfrm>
            <a:custGeom>
              <a:avLst/>
              <a:gdLst/>
              <a:ahLst/>
              <a:cxnLst/>
              <a:rect l="0" t="0" r="0" b="0"/>
              <a:pathLst>
                <a:path w="43548" h="29792">
                  <a:moveTo>
                    <a:pt x="0" y="0"/>
                  </a:moveTo>
                  <a:lnTo>
                    <a:pt x="43548" y="2979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73" name="Candidate_receptor__2691">
              <a:extLst>
                <a:ext uri="{FF2B5EF4-FFF2-40B4-BE49-F238E27FC236}">
                  <a16:creationId xmlns:a16="http://schemas.microsoft.com/office/drawing/2014/main" id="{0BC1B85A-47D9-7091-CCCF-C489DF960CAB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31025"/>
              <a:ext cx="4663" cy="74130"/>
            </a:xfrm>
            <a:custGeom>
              <a:avLst/>
              <a:gdLst/>
              <a:ahLst/>
              <a:cxnLst/>
              <a:rect l="0" t="0" r="0" b="0"/>
              <a:pathLst>
                <a:path w="4663" h="74130">
                  <a:moveTo>
                    <a:pt x="0" y="74130"/>
                  </a:moveTo>
                  <a:lnTo>
                    <a:pt x="4663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52374" name="Candidate_receptor__2692">
              <a:extLst>
                <a:ext uri="{FF2B5EF4-FFF2-40B4-BE49-F238E27FC236}">
                  <a16:creationId xmlns:a16="http://schemas.microsoft.com/office/drawing/2014/main" id="{1F7C3522-23DF-7742-9554-3D052DC077CB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30228" cy="2384"/>
            </a:xfrm>
            <a:custGeom>
              <a:avLst/>
              <a:gdLst/>
              <a:ahLst/>
              <a:cxnLst/>
              <a:rect l="0" t="0" r="0" b="0"/>
              <a:pathLst>
                <a:path w="30228" h="2384">
                  <a:moveTo>
                    <a:pt x="0" y="0"/>
                  </a:moveTo>
                  <a:lnTo>
                    <a:pt x="30228" y="2384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52375" name="Candidate_receptor__2693">
              <a:extLst>
                <a:ext uri="{FF2B5EF4-FFF2-40B4-BE49-F238E27FC236}">
                  <a16:creationId xmlns:a16="http://schemas.microsoft.com/office/drawing/2014/main" id="{4BBFBCA5-626D-5F30-5258-C18D306C2C5E}"/>
                </a:ext>
              </a:extLst>
            </p:cNvPr>
            <p:cNvSpPr>
              <a:spLocks noGrp="1"/>
            </p:cNvSpPr>
            <p:nvPr/>
          </p:nvSpPr>
          <p:spPr>
            <a:xfrm>
              <a:off x="5235508" y="4467845"/>
              <a:ext cx="77660" cy="80903"/>
            </a:xfrm>
            <a:custGeom>
              <a:avLst/>
              <a:gdLst/>
              <a:ahLst/>
              <a:cxnLst/>
              <a:rect l="0" t="0" r="0" b="0"/>
              <a:pathLst>
                <a:path w="77660" h="80903">
                  <a:moveTo>
                    <a:pt x="77660" y="809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76" name="Candidate_receptor__2694">
              <a:extLst>
                <a:ext uri="{FF2B5EF4-FFF2-40B4-BE49-F238E27FC236}">
                  <a16:creationId xmlns:a16="http://schemas.microsoft.com/office/drawing/2014/main" id="{6C2413E6-8F3E-2EC8-5DA6-1CCE6F996EA6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467845"/>
              <a:ext cx="87496" cy="68806"/>
            </a:xfrm>
            <a:custGeom>
              <a:avLst/>
              <a:gdLst/>
              <a:ahLst/>
              <a:cxnLst/>
              <a:rect l="0" t="0" r="0" b="0"/>
              <a:pathLst>
                <a:path w="87496" h="68806">
                  <a:moveTo>
                    <a:pt x="87496" y="0"/>
                  </a:moveTo>
                  <a:lnTo>
                    <a:pt x="0" y="68806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77" name="Candidate_receptor__2695">
              <a:extLst>
                <a:ext uri="{FF2B5EF4-FFF2-40B4-BE49-F238E27FC236}">
                  <a16:creationId xmlns:a16="http://schemas.microsoft.com/office/drawing/2014/main" id="{84D97A5D-4D06-F92B-A51B-AE22391B6317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71218"/>
              <a:ext cx="89421" cy="23965"/>
            </a:xfrm>
            <a:custGeom>
              <a:avLst/>
              <a:gdLst/>
              <a:ahLst/>
              <a:cxnLst/>
              <a:rect l="0" t="0" r="0" b="0"/>
              <a:pathLst>
                <a:path w="89421" h="23965">
                  <a:moveTo>
                    <a:pt x="89421" y="0"/>
                  </a:moveTo>
                  <a:lnTo>
                    <a:pt x="0" y="23965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78" name="Candidate_receptor__2696">
              <a:extLst>
                <a:ext uri="{FF2B5EF4-FFF2-40B4-BE49-F238E27FC236}">
                  <a16:creationId xmlns:a16="http://schemas.microsoft.com/office/drawing/2014/main" id="{1D3435D3-B112-F00B-A1A5-67F2C98156C1}"/>
                </a:ext>
              </a:extLst>
            </p:cNvPr>
            <p:cNvSpPr>
              <a:spLocks noGrp="1"/>
            </p:cNvSpPr>
            <p:nvPr/>
          </p:nvSpPr>
          <p:spPr>
            <a:xfrm>
              <a:off x="6576615" y="4294326"/>
              <a:ext cx="24772" cy="111212"/>
            </a:xfrm>
            <a:custGeom>
              <a:avLst/>
              <a:gdLst/>
              <a:ahLst/>
              <a:cxnLst/>
              <a:rect l="0" t="0" r="0" b="0"/>
              <a:pathLst>
                <a:path w="24772" h="111212">
                  <a:moveTo>
                    <a:pt x="24772" y="111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79" name="Candidate_receptor__2697">
              <a:extLst>
                <a:ext uri="{FF2B5EF4-FFF2-40B4-BE49-F238E27FC236}">
                  <a16:creationId xmlns:a16="http://schemas.microsoft.com/office/drawing/2014/main" id="{54A419F7-BA77-B2E6-05EA-D151ECB57B82}"/>
                </a:ext>
              </a:extLst>
            </p:cNvPr>
            <p:cNvSpPr>
              <a:spLocks noGrp="1"/>
            </p:cNvSpPr>
            <p:nvPr/>
          </p:nvSpPr>
          <p:spPr>
            <a:xfrm>
              <a:off x="5196931" y="2570178"/>
              <a:ext cx="85818" cy="34749"/>
            </a:xfrm>
            <a:custGeom>
              <a:avLst/>
              <a:gdLst/>
              <a:ahLst/>
              <a:cxnLst/>
              <a:rect l="0" t="0" r="0" b="0"/>
              <a:pathLst>
                <a:path w="85818" h="34749">
                  <a:moveTo>
                    <a:pt x="0" y="0"/>
                  </a:moveTo>
                  <a:lnTo>
                    <a:pt x="85818" y="3474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80" name="Candidate_receptor__2698">
              <a:extLst>
                <a:ext uri="{FF2B5EF4-FFF2-40B4-BE49-F238E27FC236}">
                  <a16:creationId xmlns:a16="http://schemas.microsoft.com/office/drawing/2014/main" id="{EA792AF7-BC1D-CA00-D28E-D16140E6C7AD}"/>
                </a:ext>
              </a:extLst>
            </p:cNvPr>
            <p:cNvSpPr>
              <a:spLocks noGrp="1"/>
            </p:cNvSpPr>
            <p:nvPr/>
          </p:nvSpPr>
          <p:spPr>
            <a:xfrm>
              <a:off x="5341444" y="4271218"/>
              <a:ext cx="83085" cy="21111"/>
            </a:xfrm>
            <a:custGeom>
              <a:avLst/>
              <a:gdLst/>
              <a:ahLst/>
              <a:cxnLst/>
              <a:rect l="0" t="0" r="0" b="0"/>
              <a:pathLst>
                <a:path w="83085" h="21111">
                  <a:moveTo>
                    <a:pt x="83085" y="211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81" name="Candidate_receptor__2699">
              <a:extLst>
                <a:ext uri="{FF2B5EF4-FFF2-40B4-BE49-F238E27FC236}">
                  <a16:creationId xmlns:a16="http://schemas.microsoft.com/office/drawing/2014/main" id="{8C8E6332-B243-37CC-5028-FC818AFA242E}"/>
                </a:ext>
              </a:extLst>
            </p:cNvPr>
            <p:cNvSpPr>
              <a:spLocks noGrp="1"/>
            </p:cNvSpPr>
            <p:nvPr/>
          </p:nvSpPr>
          <p:spPr>
            <a:xfrm>
              <a:off x="5064863" y="2413811"/>
              <a:ext cx="103956" cy="49089"/>
            </a:xfrm>
            <a:custGeom>
              <a:avLst/>
              <a:gdLst/>
              <a:ahLst/>
              <a:cxnLst/>
              <a:rect l="0" t="0" r="0" b="0"/>
              <a:pathLst>
                <a:path w="103956" h="49089">
                  <a:moveTo>
                    <a:pt x="0" y="0"/>
                  </a:moveTo>
                  <a:lnTo>
                    <a:pt x="103956" y="49089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52382" name="Candidate_receptor__2700">
              <a:extLst>
                <a:ext uri="{FF2B5EF4-FFF2-40B4-BE49-F238E27FC236}">
                  <a16:creationId xmlns:a16="http://schemas.microsoft.com/office/drawing/2014/main" id="{C0DDA62F-06CC-00D4-431D-287852A4AA5B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79666"/>
              <a:ext cx="77550" cy="47469"/>
            </a:xfrm>
            <a:custGeom>
              <a:avLst/>
              <a:gdLst/>
              <a:ahLst/>
              <a:cxnLst/>
              <a:rect l="0" t="0" r="0" b="0"/>
              <a:pathLst>
                <a:path w="77550" h="47469">
                  <a:moveTo>
                    <a:pt x="77550" y="0"/>
                  </a:moveTo>
                  <a:lnTo>
                    <a:pt x="0" y="4746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83" name="Candidate_receptor__2701">
              <a:extLst>
                <a:ext uri="{FF2B5EF4-FFF2-40B4-BE49-F238E27FC236}">
                  <a16:creationId xmlns:a16="http://schemas.microsoft.com/office/drawing/2014/main" id="{E1B508F9-2F4B-D10F-8033-011285AA2A15}"/>
                </a:ext>
              </a:extLst>
            </p:cNvPr>
            <p:cNvSpPr>
              <a:spLocks noGrp="1"/>
            </p:cNvSpPr>
            <p:nvPr/>
          </p:nvSpPr>
          <p:spPr>
            <a:xfrm>
              <a:off x="6445870" y="3478094"/>
              <a:ext cx="98878" cy="58864"/>
            </a:xfrm>
            <a:custGeom>
              <a:avLst/>
              <a:gdLst/>
              <a:ahLst/>
              <a:cxnLst/>
              <a:rect l="0" t="0" r="0" b="0"/>
              <a:pathLst>
                <a:path w="98878" h="58864">
                  <a:moveTo>
                    <a:pt x="98878" y="588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52384" name="Candidate_receptor__2702">
              <a:extLst>
                <a:ext uri="{FF2B5EF4-FFF2-40B4-BE49-F238E27FC236}">
                  <a16:creationId xmlns:a16="http://schemas.microsoft.com/office/drawing/2014/main" id="{BACBDBE3-1FE3-001E-D8E7-FCBEF654736C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662530"/>
              <a:ext cx="343" cy="110037"/>
            </a:xfrm>
            <a:custGeom>
              <a:avLst/>
              <a:gdLst/>
              <a:ahLst/>
              <a:cxnLst/>
              <a:rect l="0" t="0" r="0" b="0"/>
              <a:pathLst>
                <a:path w="343" h="110037">
                  <a:moveTo>
                    <a:pt x="0" y="110037"/>
                  </a:moveTo>
                  <a:lnTo>
                    <a:pt x="343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85" name="Candidate_receptor__2703">
              <a:extLst>
                <a:ext uri="{FF2B5EF4-FFF2-40B4-BE49-F238E27FC236}">
                  <a16:creationId xmlns:a16="http://schemas.microsoft.com/office/drawing/2014/main" id="{66A03AE7-A9A3-A291-30D4-590BEAD049DF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280157"/>
              <a:ext cx="53854" cy="91297"/>
            </a:xfrm>
            <a:custGeom>
              <a:avLst/>
              <a:gdLst/>
              <a:ahLst/>
              <a:cxnLst/>
              <a:rect l="0" t="0" r="0" b="0"/>
              <a:pathLst>
                <a:path w="53854" h="91297">
                  <a:moveTo>
                    <a:pt x="0" y="91297"/>
                  </a:moveTo>
                  <a:lnTo>
                    <a:pt x="53854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86" name="Candidate_receptor__2704">
              <a:extLst>
                <a:ext uri="{FF2B5EF4-FFF2-40B4-BE49-F238E27FC236}">
                  <a16:creationId xmlns:a16="http://schemas.microsoft.com/office/drawing/2014/main" id="{09409D40-2BC6-92E4-6326-54688ACDBE02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320633"/>
              <a:ext cx="16425" cy="66100"/>
            </a:xfrm>
            <a:custGeom>
              <a:avLst/>
              <a:gdLst/>
              <a:ahLst/>
              <a:cxnLst/>
              <a:rect l="0" t="0" r="0" b="0"/>
              <a:pathLst>
                <a:path w="16425" h="66100">
                  <a:moveTo>
                    <a:pt x="16425" y="0"/>
                  </a:moveTo>
                  <a:lnTo>
                    <a:pt x="0" y="6610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87" name="Candidate_receptor__2705">
              <a:extLst>
                <a:ext uri="{FF2B5EF4-FFF2-40B4-BE49-F238E27FC236}">
                  <a16:creationId xmlns:a16="http://schemas.microsoft.com/office/drawing/2014/main" id="{DCA6218C-3C07-8E03-63D8-4357BD464617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453454"/>
              <a:ext cx="49859" cy="92586"/>
            </a:xfrm>
            <a:custGeom>
              <a:avLst/>
              <a:gdLst/>
              <a:ahLst/>
              <a:cxnLst/>
              <a:rect l="0" t="0" r="0" b="0"/>
              <a:pathLst>
                <a:path w="49859" h="92586">
                  <a:moveTo>
                    <a:pt x="0" y="92586"/>
                  </a:moveTo>
                  <a:lnTo>
                    <a:pt x="4985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88" name="Candidate_receptor__2706">
              <a:extLst>
                <a:ext uri="{FF2B5EF4-FFF2-40B4-BE49-F238E27FC236}">
                  <a16:creationId xmlns:a16="http://schemas.microsoft.com/office/drawing/2014/main" id="{26BFF400-449D-C94C-C3E9-65D63F24B39C}"/>
                </a:ext>
              </a:extLst>
            </p:cNvPr>
            <p:cNvSpPr>
              <a:spLocks noGrp="1"/>
            </p:cNvSpPr>
            <p:nvPr/>
          </p:nvSpPr>
          <p:spPr>
            <a:xfrm>
              <a:off x="6383991" y="3603101"/>
              <a:ext cx="66556" cy="91283"/>
            </a:xfrm>
            <a:custGeom>
              <a:avLst/>
              <a:gdLst/>
              <a:ahLst/>
              <a:cxnLst/>
              <a:rect l="0" t="0" r="0" b="0"/>
              <a:pathLst>
                <a:path w="66556" h="91283">
                  <a:moveTo>
                    <a:pt x="66556" y="912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89" name="Candidate_receptor__2707">
              <a:extLst>
                <a:ext uri="{FF2B5EF4-FFF2-40B4-BE49-F238E27FC236}">
                  <a16:creationId xmlns:a16="http://schemas.microsoft.com/office/drawing/2014/main" id="{9293A1FC-928F-2579-2B7B-3551E227953D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393928"/>
              <a:ext cx="1058" cy="32495"/>
            </a:xfrm>
            <a:custGeom>
              <a:avLst/>
              <a:gdLst/>
              <a:ahLst/>
              <a:cxnLst/>
              <a:rect l="0" t="0" r="0" b="0"/>
              <a:pathLst>
                <a:path w="1058" h="32495">
                  <a:moveTo>
                    <a:pt x="1058" y="32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90" name="Candidate_receptor__2708">
              <a:extLst>
                <a:ext uri="{FF2B5EF4-FFF2-40B4-BE49-F238E27FC236}">
                  <a16:creationId xmlns:a16="http://schemas.microsoft.com/office/drawing/2014/main" id="{3D320A33-AEE8-90FB-EFB2-1801A360241B}"/>
                </a:ext>
              </a:extLst>
            </p:cNvPr>
            <p:cNvSpPr>
              <a:spLocks noGrp="1"/>
            </p:cNvSpPr>
            <p:nvPr/>
          </p:nvSpPr>
          <p:spPr>
            <a:xfrm>
              <a:off x="4961200" y="4178533"/>
              <a:ext cx="2323" cy="101133"/>
            </a:xfrm>
            <a:custGeom>
              <a:avLst/>
              <a:gdLst/>
              <a:ahLst/>
              <a:cxnLst/>
              <a:rect l="0" t="0" r="0" b="0"/>
              <a:pathLst>
                <a:path w="2323" h="101133">
                  <a:moveTo>
                    <a:pt x="2323" y="0"/>
                  </a:moveTo>
                  <a:lnTo>
                    <a:pt x="0" y="10113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91" name="Candidate_receptor__2709">
              <a:extLst>
                <a:ext uri="{FF2B5EF4-FFF2-40B4-BE49-F238E27FC236}">
                  <a16:creationId xmlns:a16="http://schemas.microsoft.com/office/drawing/2014/main" id="{12511C15-DED8-AB69-33FF-3F1096214871}"/>
                </a:ext>
              </a:extLst>
            </p:cNvPr>
            <p:cNvSpPr>
              <a:spLocks noGrp="1"/>
            </p:cNvSpPr>
            <p:nvPr/>
          </p:nvSpPr>
          <p:spPr>
            <a:xfrm>
              <a:off x="5270068" y="5280157"/>
              <a:ext cx="96640" cy="28752"/>
            </a:xfrm>
            <a:custGeom>
              <a:avLst/>
              <a:gdLst/>
              <a:ahLst/>
              <a:cxnLst/>
              <a:rect l="0" t="0" r="0" b="0"/>
              <a:pathLst>
                <a:path w="96640" h="28752">
                  <a:moveTo>
                    <a:pt x="0" y="0"/>
                  </a:moveTo>
                  <a:lnTo>
                    <a:pt x="96640" y="2875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92" name="Candidate_receptor__2710">
              <a:extLst>
                <a:ext uri="{FF2B5EF4-FFF2-40B4-BE49-F238E27FC236}">
                  <a16:creationId xmlns:a16="http://schemas.microsoft.com/office/drawing/2014/main" id="{75E6632B-114E-D97A-8F3A-C4E896CC4482}"/>
                </a:ext>
              </a:extLst>
            </p:cNvPr>
            <p:cNvSpPr>
              <a:spLocks noGrp="1"/>
            </p:cNvSpPr>
            <p:nvPr/>
          </p:nvSpPr>
          <p:spPr>
            <a:xfrm>
              <a:off x="4784581" y="3713182"/>
              <a:ext cx="80922" cy="67040"/>
            </a:xfrm>
            <a:custGeom>
              <a:avLst/>
              <a:gdLst/>
              <a:ahLst/>
              <a:cxnLst/>
              <a:rect l="0" t="0" r="0" b="0"/>
              <a:pathLst>
                <a:path w="80922" h="67040">
                  <a:moveTo>
                    <a:pt x="80922" y="670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52393" name="Candidate_receptor__2711">
              <a:extLst>
                <a:ext uri="{FF2B5EF4-FFF2-40B4-BE49-F238E27FC236}">
                  <a16:creationId xmlns:a16="http://schemas.microsoft.com/office/drawing/2014/main" id="{69E785D6-2D15-A2CB-C428-E2F8A84F88E5}"/>
                </a:ext>
              </a:extLst>
            </p:cNvPr>
            <p:cNvSpPr>
              <a:spLocks noGrp="1"/>
            </p:cNvSpPr>
            <p:nvPr/>
          </p:nvSpPr>
          <p:spPr>
            <a:xfrm>
              <a:off x="4666737" y="2429131"/>
              <a:ext cx="35207" cy="13741"/>
            </a:xfrm>
            <a:custGeom>
              <a:avLst/>
              <a:gdLst/>
              <a:ahLst/>
              <a:cxnLst/>
              <a:rect l="0" t="0" r="0" b="0"/>
              <a:pathLst>
                <a:path w="35207" h="13741">
                  <a:moveTo>
                    <a:pt x="0" y="13741"/>
                  </a:moveTo>
                  <a:lnTo>
                    <a:pt x="35207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94" name="Candidate_receptor__2712">
              <a:extLst>
                <a:ext uri="{FF2B5EF4-FFF2-40B4-BE49-F238E27FC236}">
                  <a16:creationId xmlns:a16="http://schemas.microsoft.com/office/drawing/2014/main" id="{BF2DD600-941F-411B-CE0F-C2DB8D531CF5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49994"/>
              <a:ext cx="67388" cy="8901"/>
            </a:xfrm>
            <a:custGeom>
              <a:avLst/>
              <a:gdLst/>
              <a:ahLst/>
              <a:cxnLst/>
              <a:rect l="0" t="0" r="0" b="0"/>
              <a:pathLst>
                <a:path w="67388" h="8901">
                  <a:moveTo>
                    <a:pt x="0" y="0"/>
                  </a:moveTo>
                  <a:lnTo>
                    <a:pt x="67388" y="890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95" name="Candidate_receptor__2713">
              <a:extLst>
                <a:ext uri="{FF2B5EF4-FFF2-40B4-BE49-F238E27FC236}">
                  <a16:creationId xmlns:a16="http://schemas.microsoft.com/office/drawing/2014/main" id="{8E562850-68CC-114E-4110-048CDE0AD115}"/>
                </a:ext>
              </a:extLst>
            </p:cNvPr>
            <p:cNvSpPr>
              <a:spLocks noGrp="1"/>
            </p:cNvSpPr>
            <p:nvPr/>
          </p:nvSpPr>
          <p:spPr>
            <a:xfrm>
              <a:off x="4728590" y="3621550"/>
              <a:ext cx="55991" cy="91632"/>
            </a:xfrm>
            <a:custGeom>
              <a:avLst/>
              <a:gdLst/>
              <a:ahLst/>
              <a:cxnLst/>
              <a:rect l="0" t="0" r="0" b="0"/>
              <a:pathLst>
                <a:path w="55991" h="91632">
                  <a:moveTo>
                    <a:pt x="55991" y="91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52396" name="Candidate_receptor__2714">
              <a:extLst>
                <a:ext uri="{FF2B5EF4-FFF2-40B4-BE49-F238E27FC236}">
                  <a16:creationId xmlns:a16="http://schemas.microsoft.com/office/drawing/2014/main" id="{AA5C0AB2-A0DA-2DE0-B571-4B7DAFC5261A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370632"/>
              <a:ext cx="82072" cy="31534"/>
            </a:xfrm>
            <a:custGeom>
              <a:avLst/>
              <a:gdLst/>
              <a:ahLst/>
              <a:cxnLst/>
              <a:rect l="0" t="0" r="0" b="0"/>
              <a:pathLst>
                <a:path w="82072" h="31534">
                  <a:moveTo>
                    <a:pt x="0" y="31534"/>
                  </a:moveTo>
                  <a:lnTo>
                    <a:pt x="82072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97" name="Candidate_receptor__2715">
              <a:extLst>
                <a:ext uri="{FF2B5EF4-FFF2-40B4-BE49-F238E27FC236}">
                  <a16:creationId xmlns:a16="http://schemas.microsoft.com/office/drawing/2014/main" id="{7C729EE4-552E-00FD-7A3F-C10FDDFC65C9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70549" cy="50584"/>
            </a:xfrm>
            <a:custGeom>
              <a:avLst/>
              <a:gdLst/>
              <a:ahLst/>
              <a:cxnLst/>
              <a:rect l="0" t="0" r="0" b="0"/>
              <a:pathLst>
                <a:path w="70549" h="50584">
                  <a:moveTo>
                    <a:pt x="0" y="0"/>
                  </a:moveTo>
                  <a:lnTo>
                    <a:pt x="70549" y="50584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398" name="Candidate_receptor__2716">
              <a:extLst>
                <a:ext uri="{FF2B5EF4-FFF2-40B4-BE49-F238E27FC236}">
                  <a16:creationId xmlns:a16="http://schemas.microsoft.com/office/drawing/2014/main" id="{5FDD9796-3466-A783-B6A7-6DA2C6381F9E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942397"/>
              <a:ext cx="35969" cy="8290"/>
            </a:xfrm>
            <a:custGeom>
              <a:avLst/>
              <a:gdLst/>
              <a:ahLst/>
              <a:cxnLst/>
              <a:rect l="0" t="0" r="0" b="0"/>
              <a:pathLst>
                <a:path w="35969" h="8290">
                  <a:moveTo>
                    <a:pt x="35969" y="0"/>
                  </a:moveTo>
                  <a:lnTo>
                    <a:pt x="0" y="8290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52399" name="Candidate_receptor__2717">
              <a:extLst>
                <a:ext uri="{FF2B5EF4-FFF2-40B4-BE49-F238E27FC236}">
                  <a16:creationId xmlns:a16="http://schemas.microsoft.com/office/drawing/2014/main" id="{F73C6E89-40FB-5DD4-9043-2937483123DC}"/>
                </a:ext>
              </a:extLst>
            </p:cNvPr>
            <p:cNvSpPr>
              <a:spLocks noGrp="1"/>
            </p:cNvSpPr>
            <p:nvPr/>
          </p:nvSpPr>
          <p:spPr>
            <a:xfrm>
              <a:off x="6227278" y="4370632"/>
              <a:ext cx="73044" cy="39440"/>
            </a:xfrm>
            <a:custGeom>
              <a:avLst/>
              <a:gdLst/>
              <a:ahLst/>
              <a:cxnLst/>
              <a:rect l="0" t="0" r="0" b="0"/>
              <a:pathLst>
                <a:path w="73044" h="39440">
                  <a:moveTo>
                    <a:pt x="0" y="0"/>
                  </a:moveTo>
                  <a:lnTo>
                    <a:pt x="73044" y="3944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00" name="Candidate_receptor__2718">
              <a:extLst>
                <a:ext uri="{FF2B5EF4-FFF2-40B4-BE49-F238E27FC236}">
                  <a16:creationId xmlns:a16="http://schemas.microsoft.com/office/drawing/2014/main" id="{BB16BBB5-24C8-0F29-CB9E-80D817BBAE62}"/>
                </a:ext>
              </a:extLst>
            </p:cNvPr>
            <p:cNvSpPr>
              <a:spLocks noGrp="1"/>
            </p:cNvSpPr>
            <p:nvPr/>
          </p:nvSpPr>
          <p:spPr>
            <a:xfrm>
              <a:off x="4865503" y="3746004"/>
              <a:ext cx="89750" cy="34219"/>
            </a:xfrm>
            <a:custGeom>
              <a:avLst/>
              <a:gdLst/>
              <a:ahLst/>
              <a:cxnLst/>
              <a:rect l="0" t="0" r="0" b="0"/>
              <a:pathLst>
                <a:path w="89750" h="34219">
                  <a:moveTo>
                    <a:pt x="89750" y="0"/>
                  </a:moveTo>
                  <a:lnTo>
                    <a:pt x="0" y="34219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01" name="Candidate_receptor__2719">
              <a:extLst>
                <a:ext uri="{FF2B5EF4-FFF2-40B4-BE49-F238E27FC236}">
                  <a16:creationId xmlns:a16="http://schemas.microsoft.com/office/drawing/2014/main" id="{7DBA3EAA-3487-BF9C-DB7D-ACA8E369944C}"/>
                </a:ext>
              </a:extLst>
            </p:cNvPr>
            <p:cNvSpPr>
              <a:spLocks noGrp="1"/>
            </p:cNvSpPr>
            <p:nvPr/>
          </p:nvSpPr>
          <p:spPr>
            <a:xfrm>
              <a:off x="5353346" y="5308908"/>
              <a:ext cx="13362" cy="109408"/>
            </a:xfrm>
            <a:custGeom>
              <a:avLst/>
              <a:gdLst/>
              <a:ahLst/>
              <a:cxnLst/>
              <a:rect l="0" t="0" r="0" b="0"/>
              <a:pathLst>
                <a:path w="13362" h="109408">
                  <a:moveTo>
                    <a:pt x="13362" y="0"/>
                  </a:moveTo>
                  <a:lnTo>
                    <a:pt x="0" y="109408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02" name="Candidate_receptor__2720">
              <a:extLst>
                <a:ext uri="{FF2B5EF4-FFF2-40B4-BE49-F238E27FC236}">
                  <a16:creationId xmlns:a16="http://schemas.microsoft.com/office/drawing/2014/main" id="{321AE612-7F08-6A7F-72C0-141C45745050}"/>
                </a:ext>
              </a:extLst>
            </p:cNvPr>
            <p:cNvSpPr>
              <a:spLocks noGrp="1"/>
            </p:cNvSpPr>
            <p:nvPr/>
          </p:nvSpPr>
          <p:spPr>
            <a:xfrm>
              <a:off x="6604591" y="4690996"/>
              <a:ext cx="52890" cy="77478"/>
            </a:xfrm>
            <a:custGeom>
              <a:avLst/>
              <a:gdLst/>
              <a:ahLst/>
              <a:cxnLst/>
              <a:rect l="0" t="0" r="0" b="0"/>
              <a:pathLst>
                <a:path w="52890" h="77478">
                  <a:moveTo>
                    <a:pt x="0" y="77478"/>
                  </a:moveTo>
                  <a:lnTo>
                    <a:pt x="5289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03" name="Candidate_receptor__2721">
              <a:extLst>
                <a:ext uri="{FF2B5EF4-FFF2-40B4-BE49-F238E27FC236}">
                  <a16:creationId xmlns:a16="http://schemas.microsoft.com/office/drawing/2014/main" id="{262CBAF1-BE38-90AB-31C2-EC53B68CB639}"/>
                </a:ext>
              </a:extLst>
            </p:cNvPr>
            <p:cNvSpPr>
              <a:spLocks noGrp="1"/>
            </p:cNvSpPr>
            <p:nvPr/>
          </p:nvSpPr>
          <p:spPr>
            <a:xfrm>
              <a:off x="5813374" y="2963803"/>
              <a:ext cx="87624" cy="44824"/>
            </a:xfrm>
            <a:custGeom>
              <a:avLst/>
              <a:gdLst/>
              <a:ahLst/>
              <a:cxnLst/>
              <a:rect l="0" t="0" r="0" b="0"/>
              <a:pathLst>
                <a:path w="87624" h="44824">
                  <a:moveTo>
                    <a:pt x="87624" y="0"/>
                  </a:moveTo>
                  <a:lnTo>
                    <a:pt x="0" y="44824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52404" name="Candidate_receptor__2722">
              <a:extLst>
                <a:ext uri="{FF2B5EF4-FFF2-40B4-BE49-F238E27FC236}">
                  <a16:creationId xmlns:a16="http://schemas.microsoft.com/office/drawing/2014/main" id="{971353DB-32CE-4611-54BB-5ECA58BC8E0A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94560" cy="4852"/>
            </a:xfrm>
            <a:custGeom>
              <a:avLst/>
              <a:gdLst/>
              <a:ahLst/>
              <a:cxnLst/>
              <a:rect l="0" t="0" r="0" b="0"/>
              <a:pathLst>
                <a:path w="94560" h="4852">
                  <a:moveTo>
                    <a:pt x="0" y="0"/>
                  </a:moveTo>
                  <a:lnTo>
                    <a:pt x="94560" y="4852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05" name="Candidate_receptor__2723">
              <a:extLst>
                <a:ext uri="{FF2B5EF4-FFF2-40B4-BE49-F238E27FC236}">
                  <a16:creationId xmlns:a16="http://schemas.microsoft.com/office/drawing/2014/main" id="{408DFD3E-6E9E-0821-6069-6B7242CD2BAC}"/>
                </a:ext>
              </a:extLst>
            </p:cNvPr>
            <p:cNvSpPr>
              <a:spLocks noGrp="1"/>
            </p:cNvSpPr>
            <p:nvPr/>
          </p:nvSpPr>
          <p:spPr>
            <a:xfrm>
              <a:off x="6356983" y="3694383"/>
              <a:ext cx="93564" cy="63099"/>
            </a:xfrm>
            <a:custGeom>
              <a:avLst/>
              <a:gdLst/>
              <a:ahLst/>
              <a:cxnLst/>
              <a:rect l="0" t="0" r="0" b="0"/>
              <a:pathLst>
                <a:path w="93564" h="63099">
                  <a:moveTo>
                    <a:pt x="0" y="63099"/>
                  </a:moveTo>
                  <a:lnTo>
                    <a:pt x="93564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06" name="Candidate_receptor__2724">
              <a:extLst>
                <a:ext uri="{FF2B5EF4-FFF2-40B4-BE49-F238E27FC236}">
                  <a16:creationId xmlns:a16="http://schemas.microsoft.com/office/drawing/2014/main" id="{081DE8D3-24BD-1FF7-6231-6A9272AD0569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102924"/>
              <a:ext cx="102623" cy="40479"/>
            </a:xfrm>
            <a:custGeom>
              <a:avLst/>
              <a:gdLst/>
              <a:ahLst/>
              <a:cxnLst/>
              <a:rect l="0" t="0" r="0" b="0"/>
              <a:pathLst>
                <a:path w="102623" h="40479">
                  <a:moveTo>
                    <a:pt x="102623" y="404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07" name="Candidate_receptor__2725">
              <a:extLst>
                <a:ext uri="{FF2B5EF4-FFF2-40B4-BE49-F238E27FC236}">
                  <a16:creationId xmlns:a16="http://schemas.microsoft.com/office/drawing/2014/main" id="{12AE332B-8199-965E-8604-AFC2CF84C200}"/>
                </a:ext>
              </a:extLst>
            </p:cNvPr>
            <p:cNvSpPr>
              <a:spLocks noGrp="1"/>
            </p:cNvSpPr>
            <p:nvPr/>
          </p:nvSpPr>
          <p:spPr>
            <a:xfrm>
              <a:off x="5572409" y="3996179"/>
              <a:ext cx="94686" cy="63432"/>
            </a:xfrm>
            <a:custGeom>
              <a:avLst/>
              <a:gdLst/>
              <a:ahLst/>
              <a:cxnLst/>
              <a:rect l="0" t="0" r="0" b="0"/>
              <a:pathLst>
                <a:path w="94686" h="63432">
                  <a:moveTo>
                    <a:pt x="94686" y="634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08" name="Candidate_receptor__2726">
              <a:extLst>
                <a:ext uri="{FF2B5EF4-FFF2-40B4-BE49-F238E27FC236}">
                  <a16:creationId xmlns:a16="http://schemas.microsoft.com/office/drawing/2014/main" id="{5044CF38-503C-1A20-ADA4-2840A007CC5F}"/>
                </a:ext>
              </a:extLst>
            </p:cNvPr>
            <p:cNvSpPr>
              <a:spLocks noGrp="1"/>
            </p:cNvSpPr>
            <p:nvPr/>
          </p:nvSpPr>
          <p:spPr>
            <a:xfrm>
              <a:off x="4881444" y="4573648"/>
              <a:ext cx="97505" cy="57088"/>
            </a:xfrm>
            <a:custGeom>
              <a:avLst/>
              <a:gdLst/>
              <a:ahLst/>
              <a:cxnLst/>
              <a:rect l="0" t="0" r="0" b="0"/>
              <a:pathLst>
                <a:path w="97505" h="57088">
                  <a:moveTo>
                    <a:pt x="0" y="57088"/>
                  </a:moveTo>
                  <a:lnTo>
                    <a:pt x="97505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09" name="Candidate_receptor__2727">
              <a:extLst>
                <a:ext uri="{FF2B5EF4-FFF2-40B4-BE49-F238E27FC236}">
                  <a16:creationId xmlns:a16="http://schemas.microsoft.com/office/drawing/2014/main" id="{F4A1EE56-754D-6CBA-4FA3-9D422982310A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15636"/>
              <a:ext cx="112954" cy="22983"/>
            </a:xfrm>
            <a:custGeom>
              <a:avLst/>
              <a:gdLst/>
              <a:ahLst/>
              <a:cxnLst/>
              <a:rect l="0" t="0" r="0" b="0"/>
              <a:pathLst>
                <a:path w="112954" h="22983">
                  <a:moveTo>
                    <a:pt x="112954" y="0"/>
                  </a:moveTo>
                  <a:lnTo>
                    <a:pt x="0" y="2298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10" name="Candidate_receptor__2728">
              <a:extLst>
                <a:ext uri="{FF2B5EF4-FFF2-40B4-BE49-F238E27FC236}">
                  <a16:creationId xmlns:a16="http://schemas.microsoft.com/office/drawing/2014/main" id="{278003AF-195C-4825-6643-AB56BC8D0203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6261"/>
              <a:ext cx="67414" cy="80553"/>
            </a:xfrm>
            <a:custGeom>
              <a:avLst/>
              <a:gdLst/>
              <a:ahLst/>
              <a:cxnLst/>
              <a:rect l="0" t="0" r="0" b="0"/>
              <a:pathLst>
                <a:path w="67414" h="80553">
                  <a:moveTo>
                    <a:pt x="67414" y="805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11" name="Candidate_receptor__2729">
              <a:extLst>
                <a:ext uri="{FF2B5EF4-FFF2-40B4-BE49-F238E27FC236}">
                  <a16:creationId xmlns:a16="http://schemas.microsoft.com/office/drawing/2014/main" id="{EF897079-8749-0B15-CAD2-F604AC0D0974}"/>
                </a:ext>
              </a:extLst>
            </p:cNvPr>
            <p:cNvSpPr>
              <a:spLocks noGrp="1"/>
            </p:cNvSpPr>
            <p:nvPr/>
          </p:nvSpPr>
          <p:spPr>
            <a:xfrm>
              <a:off x="5178404" y="3792131"/>
              <a:ext cx="90922" cy="13073"/>
            </a:xfrm>
            <a:custGeom>
              <a:avLst/>
              <a:gdLst/>
              <a:ahLst/>
              <a:cxnLst/>
              <a:rect l="0" t="0" r="0" b="0"/>
              <a:pathLst>
                <a:path w="90922" h="13073">
                  <a:moveTo>
                    <a:pt x="90922" y="0"/>
                  </a:moveTo>
                  <a:lnTo>
                    <a:pt x="0" y="1307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12" name="Candidate_receptor__2730">
              <a:extLst>
                <a:ext uri="{FF2B5EF4-FFF2-40B4-BE49-F238E27FC236}">
                  <a16:creationId xmlns:a16="http://schemas.microsoft.com/office/drawing/2014/main" id="{BBC62C47-569C-A1BF-4F01-D232F4A8DBCF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03101"/>
              <a:ext cx="68111" cy="15156"/>
            </a:xfrm>
            <a:custGeom>
              <a:avLst/>
              <a:gdLst/>
              <a:ahLst/>
              <a:cxnLst/>
              <a:rect l="0" t="0" r="0" b="0"/>
              <a:pathLst>
                <a:path w="68111" h="15156">
                  <a:moveTo>
                    <a:pt x="68111" y="0"/>
                  </a:moveTo>
                  <a:lnTo>
                    <a:pt x="0" y="15156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13" name="Candidate_receptor__2731">
              <a:extLst>
                <a:ext uri="{FF2B5EF4-FFF2-40B4-BE49-F238E27FC236}">
                  <a16:creationId xmlns:a16="http://schemas.microsoft.com/office/drawing/2014/main" id="{DC560AF4-664B-8F16-64A6-76AC78D8EE07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43924" cy="42390"/>
            </a:xfrm>
            <a:custGeom>
              <a:avLst/>
              <a:gdLst/>
              <a:ahLst/>
              <a:cxnLst/>
              <a:rect l="0" t="0" r="0" b="0"/>
              <a:pathLst>
                <a:path w="43924" h="42390">
                  <a:moveTo>
                    <a:pt x="43924" y="42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14" name="Candidate_receptor__2732">
              <a:extLst>
                <a:ext uri="{FF2B5EF4-FFF2-40B4-BE49-F238E27FC236}">
                  <a16:creationId xmlns:a16="http://schemas.microsoft.com/office/drawing/2014/main" id="{82C4883C-1381-305E-5862-92E34B927737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70113"/>
              <a:ext cx="26599" cy="61286"/>
            </a:xfrm>
            <a:custGeom>
              <a:avLst/>
              <a:gdLst/>
              <a:ahLst/>
              <a:cxnLst/>
              <a:rect l="0" t="0" r="0" b="0"/>
              <a:pathLst>
                <a:path w="26599" h="61286">
                  <a:moveTo>
                    <a:pt x="26599" y="0"/>
                  </a:moveTo>
                  <a:lnTo>
                    <a:pt x="0" y="61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15" name="Candidate_receptor__2733">
              <a:extLst>
                <a:ext uri="{FF2B5EF4-FFF2-40B4-BE49-F238E27FC236}">
                  <a16:creationId xmlns:a16="http://schemas.microsoft.com/office/drawing/2014/main" id="{B836CCA8-EB6E-7EE0-FAAC-F820C7DDF529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8617"/>
              <a:ext cx="44450" cy="14702"/>
            </a:xfrm>
            <a:custGeom>
              <a:avLst/>
              <a:gdLst/>
              <a:ahLst/>
              <a:cxnLst/>
              <a:rect l="0" t="0" r="0" b="0"/>
              <a:pathLst>
                <a:path w="44450" h="14702">
                  <a:moveTo>
                    <a:pt x="44450" y="147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16" name="Candidate_receptor__2734">
              <a:extLst>
                <a:ext uri="{FF2B5EF4-FFF2-40B4-BE49-F238E27FC236}">
                  <a16:creationId xmlns:a16="http://schemas.microsoft.com/office/drawing/2014/main" id="{3C9DD07D-4BC8-9C4B-5248-E8ADF0B1CAFD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15121"/>
              <a:ext cx="65634" cy="56589"/>
            </a:xfrm>
            <a:custGeom>
              <a:avLst/>
              <a:gdLst/>
              <a:ahLst/>
              <a:cxnLst/>
              <a:rect l="0" t="0" r="0" b="0"/>
              <a:pathLst>
                <a:path w="65634" h="56589">
                  <a:moveTo>
                    <a:pt x="0" y="56589"/>
                  </a:moveTo>
                  <a:lnTo>
                    <a:pt x="65634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17" name="Candidate_receptor__2735">
              <a:extLst>
                <a:ext uri="{FF2B5EF4-FFF2-40B4-BE49-F238E27FC236}">
                  <a16:creationId xmlns:a16="http://schemas.microsoft.com/office/drawing/2014/main" id="{8A060200-8618-5906-3A2D-481227B9A172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292329"/>
              <a:ext cx="45841" cy="101599"/>
            </a:xfrm>
            <a:custGeom>
              <a:avLst/>
              <a:gdLst/>
              <a:ahLst/>
              <a:cxnLst/>
              <a:rect l="0" t="0" r="0" b="0"/>
              <a:pathLst>
                <a:path w="45841" h="101599">
                  <a:moveTo>
                    <a:pt x="0" y="101599"/>
                  </a:moveTo>
                  <a:lnTo>
                    <a:pt x="4584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18" name="Candidate_receptor__2736">
              <a:extLst>
                <a:ext uri="{FF2B5EF4-FFF2-40B4-BE49-F238E27FC236}">
                  <a16:creationId xmlns:a16="http://schemas.microsoft.com/office/drawing/2014/main" id="{19AC8ECD-6B31-0880-D874-975ECA61F370}"/>
                </a:ext>
              </a:extLst>
            </p:cNvPr>
            <p:cNvSpPr>
              <a:spLocks noGrp="1"/>
            </p:cNvSpPr>
            <p:nvPr/>
          </p:nvSpPr>
          <p:spPr>
            <a:xfrm>
              <a:off x="6012425" y="4775110"/>
              <a:ext cx="92685" cy="19801"/>
            </a:xfrm>
            <a:custGeom>
              <a:avLst/>
              <a:gdLst/>
              <a:ahLst/>
              <a:cxnLst/>
              <a:rect l="0" t="0" r="0" b="0"/>
              <a:pathLst>
                <a:path w="92685" h="19801">
                  <a:moveTo>
                    <a:pt x="92685" y="198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19" name="Candidate_receptor__2737">
              <a:extLst>
                <a:ext uri="{FF2B5EF4-FFF2-40B4-BE49-F238E27FC236}">
                  <a16:creationId xmlns:a16="http://schemas.microsoft.com/office/drawing/2014/main" id="{94E2C101-E026-A7F4-B785-32BE7B2BE21D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410073"/>
              <a:ext cx="45099" cy="104902"/>
            </a:xfrm>
            <a:custGeom>
              <a:avLst/>
              <a:gdLst/>
              <a:ahLst/>
              <a:cxnLst/>
              <a:rect l="0" t="0" r="0" b="0"/>
              <a:pathLst>
                <a:path w="45099" h="104902">
                  <a:moveTo>
                    <a:pt x="45099" y="0"/>
                  </a:moveTo>
                  <a:lnTo>
                    <a:pt x="0" y="10490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20" name="Candidate_receptor__2738">
              <a:extLst>
                <a:ext uri="{FF2B5EF4-FFF2-40B4-BE49-F238E27FC236}">
                  <a16:creationId xmlns:a16="http://schemas.microsoft.com/office/drawing/2014/main" id="{6D447373-D462-34D9-4191-28383B890933}"/>
                </a:ext>
              </a:extLst>
            </p:cNvPr>
            <p:cNvSpPr>
              <a:spLocks noGrp="1"/>
            </p:cNvSpPr>
            <p:nvPr/>
          </p:nvSpPr>
          <p:spPr>
            <a:xfrm>
              <a:off x="5611153" y="4059611"/>
              <a:ext cx="55943" cy="99284"/>
            </a:xfrm>
            <a:custGeom>
              <a:avLst/>
              <a:gdLst/>
              <a:ahLst/>
              <a:cxnLst/>
              <a:rect l="0" t="0" r="0" b="0"/>
              <a:pathLst>
                <a:path w="55943" h="99284">
                  <a:moveTo>
                    <a:pt x="0" y="99284"/>
                  </a:moveTo>
                  <a:lnTo>
                    <a:pt x="55943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21" name="Candidate_receptor__2739">
              <a:extLst>
                <a:ext uri="{FF2B5EF4-FFF2-40B4-BE49-F238E27FC236}">
                  <a16:creationId xmlns:a16="http://schemas.microsoft.com/office/drawing/2014/main" id="{F647FBCD-1CF9-497B-0AD5-A67E8D730EE5}"/>
                </a:ext>
              </a:extLst>
            </p:cNvPr>
            <p:cNvSpPr>
              <a:spLocks noGrp="1"/>
            </p:cNvSpPr>
            <p:nvPr/>
          </p:nvSpPr>
          <p:spPr>
            <a:xfrm>
              <a:off x="5039160" y="2413811"/>
              <a:ext cx="25703" cy="57050"/>
            </a:xfrm>
            <a:custGeom>
              <a:avLst/>
              <a:gdLst/>
              <a:ahLst/>
              <a:cxnLst/>
              <a:rect l="0" t="0" r="0" b="0"/>
              <a:pathLst>
                <a:path w="25703" h="57050">
                  <a:moveTo>
                    <a:pt x="0" y="57050"/>
                  </a:moveTo>
                  <a:lnTo>
                    <a:pt x="25703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22" name="Candidate_receptor__2740">
              <a:extLst>
                <a:ext uri="{FF2B5EF4-FFF2-40B4-BE49-F238E27FC236}">
                  <a16:creationId xmlns:a16="http://schemas.microsoft.com/office/drawing/2014/main" id="{490BA0CC-0992-F681-0953-607B4EC7A383}"/>
                </a:ext>
              </a:extLst>
            </p:cNvPr>
            <p:cNvSpPr>
              <a:spLocks noGrp="1"/>
            </p:cNvSpPr>
            <p:nvPr/>
          </p:nvSpPr>
          <p:spPr>
            <a:xfrm>
              <a:off x="6544749" y="3536958"/>
              <a:ext cx="12884" cy="36892"/>
            </a:xfrm>
            <a:custGeom>
              <a:avLst/>
              <a:gdLst/>
              <a:ahLst/>
              <a:cxnLst/>
              <a:rect l="0" t="0" r="0" b="0"/>
              <a:pathLst>
                <a:path w="12884" h="36892">
                  <a:moveTo>
                    <a:pt x="12884" y="368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23" name="Candidate_receptor__2741">
              <a:extLst>
                <a:ext uri="{FF2B5EF4-FFF2-40B4-BE49-F238E27FC236}">
                  <a16:creationId xmlns:a16="http://schemas.microsoft.com/office/drawing/2014/main" id="{9599D851-B727-59AF-03E7-8D7D2C7C3154}"/>
                </a:ext>
              </a:extLst>
            </p:cNvPr>
            <p:cNvSpPr>
              <a:spLocks noGrp="1"/>
            </p:cNvSpPr>
            <p:nvPr/>
          </p:nvSpPr>
          <p:spPr>
            <a:xfrm>
              <a:off x="5718198" y="2944656"/>
              <a:ext cx="95176" cy="63971"/>
            </a:xfrm>
            <a:custGeom>
              <a:avLst/>
              <a:gdLst/>
              <a:ahLst/>
              <a:cxnLst/>
              <a:rect l="0" t="0" r="0" b="0"/>
              <a:pathLst>
                <a:path w="95176" h="63971">
                  <a:moveTo>
                    <a:pt x="95176" y="6397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24" name="Candidate_receptor__2742">
              <a:extLst>
                <a:ext uri="{FF2B5EF4-FFF2-40B4-BE49-F238E27FC236}">
                  <a16:creationId xmlns:a16="http://schemas.microsoft.com/office/drawing/2014/main" id="{EC833562-CF66-CBBD-2945-5534A4EC4DBE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536651"/>
              <a:ext cx="49150" cy="30000"/>
            </a:xfrm>
            <a:custGeom>
              <a:avLst/>
              <a:gdLst/>
              <a:ahLst/>
              <a:cxnLst/>
              <a:rect l="0" t="0" r="0" b="0"/>
              <a:pathLst>
                <a:path w="49150" h="30000">
                  <a:moveTo>
                    <a:pt x="0" y="0"/>
                  </a:moveTo>
                  <a:lnTo>
                    <a:pt x="49150" y="3000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25" name="Candidate_receptor__2743">
              <a:extLst>
                <a:ext uri="{FF2B5EF4-FFF2-40B4-BE49-F238E27FC236}">
                  <a16:creationId xmlns:a16="http://schemas.microsoft.com/office/drawing/2014/main" id="{4A493096-5721-B56A-E3F2-1A0ECCB3C002}"/>
                </a:ext>
              </a:extLst>
            </p:cNvPr>
            <p:cNvSpPr>
              <a:spLocks noGrp="1"/>
            </p:cNvSpPr>
            <p:nvPr/>
          </p:nvSpPr>
          <p:spPr>
            <a:xfrm>
              <a:off x="6076925" y="4251502"/>
              <a:ext cx="79274" cy="44178"/>
            </a:xfrm>
            <a:custGeom>
              <a:avLst/>
              <a:gdLst/>
              <a:ahLst/>
              <a:cxnLst/>
              <a:rect l="0" t="0" r="0" b="0"/>
              <a:pathLst>
                <a:path w="79274" h="44178">
                  <a:moveTo>
                    <a:pt x="0" y="0"/>
                  </a:moveTo>
                  <a:lnTo>
                    <a:pt x="79274" y="4417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26" name="Candidate_receptor__2744">
              <a:extLst>
                <a:ext uri="{FF2B5EF4-FFF2-40B4-BE49-F238E27FC236}">
                  <a16:creationId xmlns:a16="http://schemas.microsoft.com/office/drawing/2014/main" id="{2BD9C132-227E-0362-7BDE-D3B094017FCF}"/>
                </a:ext>
              </a:extLst>
            </p:cNvPr>
            <p:cNvSpPr>
              <a:spLocks noGrp="1"/>
            </p:cNvSpPr>
            <p:nvPr/>
          </p:nvSpPr>
          <p:spPr>
            <a:xfrm>
              <a:off x="4892405" y="5015636"/>
              <a:ext cx="24551" cy="99485"/>
            </a:xfrm>
            <a:custGeom>
              <a:avLst/>
              <a:gdLst/>
              <a:ahLst/>
              <a:cxnLst/>
              <a:rect l="0" t="0" r="0" b="0"/>
              <a:pathLst>
                <a:path w="24551" h="99485">
                  <a:moveTo>
                    <a:pt x="24551" y="994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27" name="Candidate_receptor__2745">
              <a:extLst>
                <a:ext uri="{FF2B5EF4-FFF2-40B4-BE49-F238E27FC236}">
                  <a16:creationId xmlns:a16="http://schemas.microsoft.com/office/drawing/2014/main" id="{43C4B5DB-1F63-EEE9-2337-CCD9EEB42B1A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75110"/>
              <a:ext cx="69915" cy="9286"/>
            </a:xfrm>
            <a:custGeom>
              <a:avLst/>
              <a:gdLst/>
              <a:ahLst/>
              <a:cxnLst/>
              <a:rect l="0" t="0" r="0" b="0"/>
              <a:pathLst>
                <a:path w="69915" h="9286">
                  <a:moveTo>
                    <a:pt x="69915" y="0"/>
                  </a:moveTo>
                  <a:lnTo>
                    <a:pt x="0" y="9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28" name="Candidate_receptor__2746">
              <a:extLst>
                <a:ext uri="{FF2B5EF4-FFF2-40B4-BE49-F238E27FC236}">
                  <a16:creationId xmlns:a16="http://schemas.microsoft.com/office/drawing/2014/main" id="{98F1F270-248B-A3AB-1F15-8EA9D6C3946D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251502"/>
              <a:ext cx="74966" cy="1782"/>
            </a:xfrm>
            <a:custGeom>
              <a:avLst/>
              <a:gdLst/>
              <a:ahLst/>
              <a:cxnLst/>
              <a:rect l="0" t="0" r="0" b="0"/>
              <a:pathLst>
                <a:path w="74966" h="1782">
                  <a:moveTo>
                    <a:pt x="0" y="1782"/>
                  </a:moveTo>
                  <a:lnTo>
                    <a:pt x="7496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29" name="Candidate_receptor__2747">
              <a:extLst>
                <a:ext uri="{FF2B5EF4-FFF2-40B4-BE49-F238E27FC236}">
                  <a16:creationId xmlns:a16="http://schemas.microsoft.com/office/drawing/2014/main" id="{BC34937E-8F60-2D38-F583-7A153F5189B5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24310"/>
              <a:ext cx="92800" cy="67729"/>
            </a:xfrm>
            <a:custGeom>
              <a:avLst/>
              <a:gdLst/>
              <a:ahLst/>
              <a:cxnLst/>
              <a:rect l="0" t="0" r="0" b="0"/>
              <a:pathLst>
                <a:path w="92800" h="67729">
                  <a:moveTo>
                    <a:pt x="92800" y="0"/>
                  </a:moveTo>
                  <a:lnTo>
                    <a:pt x="0" y="6772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30" name="Candidate_receptor__2748">
              <a:extLst>
                <a:ext uri="{FF2B5EF4-FFF2-40B4-BE49-F238E27FC236}">
                  <a16:creationId xmlns:a16="http://schemas.microsoft.com/office/drawing/2014/main" id="{DDE771C3-43DA-D538-E17E-1E4C94A9856C}"/>
                </a:ext>
              </a:extLst>
            </p:cNvPr>
            <p:cNvSpPr>
              <a:spLocks noGrp="1"/>
            </p:cNvSpPr>
            <p:nvPr/>
          </p:nvSpPr>
          <p:spPr>
            <a:xfrm>
              <a:off x="5883713" y="4635045"/>
              <a:ext cx="114008" cy="16448"/>
            </a:xfrm>
            <a:custGeom>
              <a:avLst/>
              <a:gdLst/>
              <a:ahLst/>
              <a:cxnLst/>
              <a:rect l="0" t="0" r="0" b="0"/>
              <a:pathLst>
                <a:path w="114008" h="16448">
                  <a:moveTo>
                    <a:pt x="114008" y="0"/>
                  </a:moveTo>
                  <a:lnTo>
                    <a:pt x="0" y="1644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31" name="Candidate_receptor__2749">
              <a:extLst>
                <a:ext uri="{FF2B5EF4-FFF2-40B4-BE49-F238E27FC236}">
                  <a16:creationId xmlns:a16="http://schemas.microsoft.com/office/drawing/2014/main" id="{949546B1-AD1C-0A29-78E2-682E4696B219}"/>
                </a:ext>
              </a:extLst>
            </p:cNvPr>
            <p:cNvSpPr>
              <a:spLocks noGrp="1"/>
            </p:cNvSpPr>
            <p:nvPr/>
          </p:nvSpPr>
          <p:spPr>
            <a:xfrm>
              <a:off x="6233944" y="3877859"/>
              <a:ext cx="90797" cy="61872"/>
            </a:xfrm>
            <a:custGeom>
              <a:avLst/>
              <a:gdLst/>
              <a:ahLst/>
              <a:cxnLst/>
              <a:rect l="0" t="0" r="0" b="0"/>
              <a:pathLst>
                <a:path w="90797" h="61872">
                  <a:moveTo>
                    <a:pt x="0" y="0"/>
                  </a:moveTo>
                  <a:lnTo>
                    <a:pt x="90797" y="6187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32" name="Candidate_receptor__2750">
              <a:extLst>
                <a:ext uri="{FF2B5EF4-FFF2-40B4-BE49-F238E27FC236}">
                  <a16:creationId xmlns:a16="http://schemas.microsoft.com/office/drawing/2014/main" id="{80E6676F-C24A-15A7-5A15-7CBE6BD1A14E}"/>
                </a:ext>
              </a:extLst>
            </p:cNvPr>
            <p:cNvSpPr>
              <a:spLocks noGrp="1"/>
            </p:cNvSpPr>
            <p:nvPr/>
          </p:nvSpPr>
          <p:spPr>
            <a:xfrm>
              <a:off x="5765665" y="3231841"/>
              <a:ext cx="77975" cy="72644"/>
            </a:xfrm>
            <a:custGeom>
              <a:avLst/>
              <a:gdLst/>
              <a:ahLst/>
              <a:cxnLst/>
              <a:rect l="0" t="0" r="0" b="0"/>
              <a:pathLst>
                <a:path w="77975" h="72644">
                  <a:moveTo>
                    <a:pt x="77975" y="0"/>
                  </a:moveTo>
                  <a:lnTo>
                    <a:pt x="0" y="7264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33" name="Candidate_receptor__2751">
              <a:extLst>
                <a:ext uri="{FF2B5EF4-FFF2-40B4-BE49-F238E27FC236}">
                  <a16:creationId xmlns:a16="http://schemas.microsoft.com/office/drawing/2014/main" id="{62E07EB4-2A35-23E2-3F79-0AE696A12871}"/>
                </a:ext>
              </a:extLst>
            </p:cNvPr>
            <p:cNvSpPr>
              <a:spLocks noGrp="1"/>
            </p:cNvSpPr>
            <p:nvPr/>
          </p:nvSpPr>
          <p:spPr>
            <a:xfrm>
              <a:off x="4978949" y="4573648"/>
              <a:ext cx="43600" cy="96465"/>
            </a:xfrm>
            <a:custGeom>
              <a:avLst/>
              <a:gdLst/>
              <a:ahLst/>
              <a:cxnLst/>
              <a:rect l="0" t="0" r="0" b="0"/>
              <a:pathLst>
                <a:path w="43600" h="96465">
                  <a:moveTo>
                    <a:pt x="0" y="0"/>
                  </a:moveTo>
                  <a:lnTo>
                    <a:pt x="43600" y="9646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34" name="Candidate_receptor__2752">
              <a:extLst>
                <a:ext uri="{FF2B5EF4-FFF2-40B4-BE49-F238E27FC236}">
                  <a16:creationId xmlns:a16="http://schemas.microsoft.com/office/drawing/2014/main" id="{3B2686B9-0F39-3B25-38FC-AAEBAE4BA60B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85273" cy="60082"/>
            </a:xfrm>
            <a:custGeom>
              <a:avLst/>
              <a:gdLst/>
              <a:ahLst/>
              <a:cxnLst/>
              <a:rect l="0" t="0" r="0" b="0"/>
              <a:pathLst>
                <a:path w="85273" h="60082">
                  <a:moveTo>
                    <a:pt x="85273" y="6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35" name="Candidate_receptor__2753">
              <a:extLst>
                <a:ext uri="{FF2B5EF4-FFF2-40B4-BE49-F238E27FC236}">
                  <a16:creationId xmlns:a16="http://schemas.microsoft.com/office/drawing/2014/main" id="{170737C7-AE01-6995-85CD-DB912191C885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837072"/>
              <a:ext cx="25221" cy="29933"/>
            </a:xfrm>
            <a:custGeom>
              <a:avLst/>
              <a:gdLst/>
              <a:ahLst/>
              <a:cxnLst/>
              <a:rect l="0" t="0" r="0" b="0"/>
              <a:pathLst>
                <a:path w="25221" h="29933">
                  <a:moveTo>
                    <a:pt x="25221" y="299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36" name="Candidate_receptor__2754">
              <a:extLst>
                <a:ext uri="{FF2B5EF4-FFF2-40B4-BE49-F238E27FC236}">
                  <a16:creationId xmlns:a16="http://schemas.microsoft.com/office/drawing/2014/main" id="{CE69B768-AE79-7426-AC54-376096D7851C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646468"/>
              <a:ext cx="75288" cy="86668"/>
            </a:xfrm>
            <a:custGeom>
              <a:avLst/>
              <a:gdLst/>
              <a:ahLst/>
              <a:cxnLst/>
              <a:rect l="0" t="0" r="0" b="0"/>
              <a:pathLst>
                <a:path w="75288" h="86668">
                  <a:moveTo>
                    <a:pt x="0" y="0"/>
                  </a:moveTo>
                  <a:lnTo>
                    <a:pt x="75288" y="8666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37" name="Candidate_receptor__2755">
              <a:extLst>
                <a:ext uri="{FF2B5EF4-FFF2-40B4-BE49-F238E27FC236}">
                  <a16:creationId xmlns:a16="http://schemas.microsoft.com/office/drawing/2014/main" id="{66C103F4-56A4-ADA1-7826-6C2E7E92F71E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96179"/>
              <a:ext cx="41336" cy="27018"/>
            </a:xfrm>
            <a:custGeom>
              <a:avLst/>
              <a:gdLst/>
              <a:ahLst/>
              <a:cxnLst/>
              <a:rect l="0" t="0" r="0" b="0"/>
              <a:pathLst>
                <a:path w="41336" h="27018">
                  <a:moveTo>
                    <a:pt x="41336" y="0"/>
                  </a:moveTo>
                  <a:lnTo>
                    <a:pt x="0" y="2701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38" name="Candidate_receptor__2756">
              <a:extLst>
                <a:ext uri="{FF2B5EF4-FFF2-40B4-BE49-F238E27FC236}">
                  <a16:creationId xmlns:a16="http://schemas.microsoft.com/office/drawing/2014/main" id="{5A7FDDC5-3051-47CD-0717-23D5ED3D7420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295680"/>
              <a:ext cx="10994" cy="106486"/>
            </a:xfrm>
            <a:custGeom>
              <a:avLst/>
              <a:gdLst/>
              <a:ahLst/>
              <a:cxnLst/>
              <a:rect l="0" t="0" r="0" b="0"/>
              <a:pathLst>
                <a:path w="10994" h="106486">
                  <a:moveTo>
                    <a:pt x="10994" y="0"/>
                  </a:moveTo>
                  <a:lnTo>
                    <a:pt x="0" y="1064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39" name="Candidate_receptor__2757">
              <a:extLst>
                <a:ext uri="{FF2B5EF4-FFF2-40B4-BE49-F238E27FC236}">
                  <a16:creationId xmlns:a16="http://schemas.microsoft.com/office/drawing/2014/main" id="{1D2AB521-50F5-3A15-FE10-9475739CFEC7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835541"/>
              <a:ext cx="7639" cy="29803"/>
            </a:xfrm>
            <a:custGeom>
              <a:avLst/>
              <a:gdLst/>
              <a:ahLst/>
              <a:cxnLst/>
              <a:rect l="0" t="0" r="0" b="0"/>
              <a:pathLst>
                <a:path w="7639" h="29803">
                  <a:moveTo>
                    <a:pt x="0" y="29803"/>
                  </a:moveTo>
                  <a:lnTo>
                    <a:pt x="7639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40" name="Candidate_receptor__2758">
              <a:extLst>
                <a:ext uri="{FF2B5EF4-FFF2-40B4-BE49-F238E27FC236}">
                  <a16:creationId xmlns:a16="http://schemas.microsoft.com/office/drawing/2014/main" id="{9193D210-C4B0-54D5-F57C-3ADA3423AFC2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37629"/>
              <a:ext cx="28147" cy="57553"/>
            </a:xfrm>
            <a:custGeom>
              <a:avLst/>
              <a:gdLst/>
              <a:ahLst/>
              <a:cxnLst/>
              <a:rect l="0" t="0" r="0" b="0"/>
              <a:pathLst>
                <a:path w="28147" h="57553">
                  <a:moveTo>
                    <a:pt x="0" y="57553"/>
                  </a:moveTo>
                  <a:lnTo>
                    <a:pt x="2814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41" name="Candidate_receptor__2759">
              <a:extLst>
                <a:ext uri="{FF2B5EF4-FFF2-40B4-BE49-F238E27FC236}">
                  <a16:creationId xmlns:a16="http://schemas.microsoft.com/office/drawing/2014/main" id="{AC32C36E-3627-214C-C1C1-303492852123}"/>
                </a:ext>
              </a:extLst>
            </p:cNvPr>
            <p:cNvSpPr>
              <a:spLocks noGrp="1"/>
            </p:cNvSpPr>
            <p:nvPr/>
          </p:nvSpPr>
          <p:spPr>
            <a:xfrm>
              <a:off x="5219656" y="2583858"/>
              <a:ext cx="63092" cy="21069"/>
            </a:xfrm>
            <a:custGeom>
              <a:avLst/>
              <a:gdLst/>
              <a:ahLst/>
              <a:cxnLst/>
              <a:rect l="0" t="0" r="0" b="0"/>
              <a:pathLst>
                <a:path w="63092" h="21069">
                  <a:moveTo>
                    <a:pt x="63092" y="210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42" name="Candidate_receptor__2760">
              <a:extLst>
                <a:ext uri="{FF2B5EF4-FFF2-40B4-BE49-F238E27FC236}">
                  <a16:creationId xmlns:a16="http://schemas.microsoft.com/office/drawing/2014/main" id="{57CCC33C-26D3-C632-FD78-C63041A16650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630735"/>
              <a:ext cx="1997" cy="43729"/>
            </a:xfrm>
            <a:custGeom>
              <a:avLst/>
              <a:gdLst/>
              <a:ahLst/>
              <a:cxnLst/>
              <a:rect l="0" t="0" r="0" b="0"/>
              <a:pathLst>
                <a:path w="1997" h="43729">
                  <a:moveTo>
                    <a:pt x="0" y="43729"/>
                  </a:moveTo>
                  <a:lnTo>
                    <a:pt x="199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43" name="Candidate_receptor__2761">
              <a:extLst>
                <a:ext uri="{FF2B5EF4-FFF2-40B4-BE49-F238E27FC236}">
                  <a16:creationId xmlns:a16="http://schemas.microsoft.com/office/drawing/2014/main" id="{FA67BBEB-552E-56CB-42D3-BA6C07ACD582}"/>
                </a:ext>
              </a:extLst>
            </p:cNvPr>
            <p:cNvSpPr>
              <a:spLocks noGrp="1"/>
            </p:cNvSpPr>
            <p:nvPr/>
          </p:nvSpPr>
          <p:spPr>
            <a:xfrm>
              <a:off x="5663510" y="2701165"/>
              <a:ext cx="6181" cy="20440"/>
            </a:xfrm>
            <a:custGeom>
              <a:avLst/>
              <a:gdLst/>
              <a:ahLst/>
              <a:cxnLst/>
              <a:rect l="0" t="0" r="0" b="0"/>
              <a:pathLst>
                <a:path w="6181" h="20440">
                  <a:moveTo>
                    <a:pt x="0" y="20440"/>
                  </a:moveTo>
                  <a:lnTo>
                    <a:pt x="618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44" name="Candidate_receptor__2762">
              <a:extLst>
                <a:ext uri="{FF2B5EF4-FFF2-40B4-BE49-F238E27FC236}">
                  <a16:creationId xmlns:a16="http://schemas.microsoft.com/office/drawing/2014/main" id="{C02CE6D1-51B8-146D-A6C4-356D2404C34D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340569"/>
              <a:ext cx="32925" cy="30885"/>
            </a:xfrm>
            <a:custGeom>
              <a:avLst/>
              <a:gdLst/>
              <a:ahLst/>
              <a:cxnLst/>
              <a:rect l="0" t="0" r="0" b="0"/>
              <a:pathLst>
                <a:path w="32925" h="30885">
                  <a:moveTo>
                    <a:pt x="32925" y="0"/>
                  </a:moveTo>
                  <a:lnTo>
                    <a:pt x="0" y="3088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45" name="Candidate_receptor__2763">
              <a:extLst>
                <a:ext uri="{FF2B5EF4-FFF2-40B4-BE49-F238E27FC236}">
                  <a16:creationId xmlns:a16="http://schemas.microsoft.com/office/drawing/2014/main" id="{9E3E84A0-878A-D302-9905-756CAE557489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299638"/>
              <a:ext cx="41455" cy="87095"/>
            </a:xfrm>
            <a:custGeom>
              <a:avLst/>
              <a:gdLst/>
              <a:ahLst/>
              <a:cxnLst/>
              <a:rect l="0" t="0" r="0" b="0"/>
              <a:pathLst>
                <a:path w="41455" h="87095">
                  <a:moveTo>
                    <a:pt x="0" y="87095"/>
                  </a:moveTo>
                  <a:lnTo>
                    <a:pt x="414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46" name="Candidate_receptor__2764">
              <a:extLst>
                <a:ext uri="{FF2B5EF4-FFF2-40B4-BE49-F238E27FC236}">
                  <a16:creationId xmlns:a16="http://schemas.microsoft.com/office/drawing/2014/main" id="{5E1D8A25-F632-86EE-0B84-E735D996E153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27438" cy="102186"/>
            </a:xfrm>
            <a:custGeom>
              <a:avLst/>
              <a:gdLst/>
              <a:ahLst/>
              <a:cxnLst/>
              <a:rect l="0" t="0" r="0" b="0"/>
              <a:pathLst>
                <a:path w="27438" h="102186">
                  <a:moveTo>
                    <a:pt x="27438" y="1021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47" name="Candidate_receptor__2765">
              <a:extLst>
                <a:ext uri="{FF2B5EF4-FFF2-40B4-BE49-F238E27FC236}">
                  <a16:creationId xmlns:a16="http://schemas.microsoft.com/office/drawing/2014/main" id="{8E0BE0F3-4BAB-B107-682D-FAF3AD4134E3}"/>
                </a:ext>
              </a:extLst>
            </p:cNvPr>
            <p:cNvSpPr>
              <a:spLocks noGrp="1"/>
            </p:cNvSpPr>
            <p:nvPr/>
          </p:nvSpPr>
          <p:spPr>
            <a:xfrm>
              <a:off x="5048223" y="4103615"/>
              <a:ext cx="97619" cy="51338"/>
            </a:xfrm>
            <a:custGeom>
              <a:avLst/>
              <a:gdLst/>
              <a:ahLst/>
              <a:cxnLst/>
              <a:rect l="0" t="0" r="0" b="0"/>
              <a:pathLst>
                <a:path w="97619" h="51338">
                  <a:moveTo>
                    <a:pt x="97619" y="51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48" name="Candidate_receptor__2766">
              <a:extLst>
                <a:ext uri="{FF2B5EF4-FFF2-40B4-BE49-F238E27FC236}">
                  <a16:creationId xmlns:a16="http://schemas.microsoft.com/office/drawing/2014/main" id="{8BCF89F2-585B-93C4-A725-EDD051B87217}"/>
                </a:ext>
              </a:extLst>
            </p:cNvPr>
            <p:cNvSpPr>
              <a:spLocks noGrp="1"/>
            </p:cNvSpPr>
            <p:nvPr/>
          </p:nvSpPr>
          <p:spPr>
            <a:xfrm>
              <a:off x="4596543" y="2397951"/>
              <a:ext cx="105401" cy="31181"/>
            </a:xfrm>
            <a:custGeom>
              <a:avLst/>
              <a:gdLst/>
              <a:ahLst/>
              <a:cxnLst/>
              <a:rect l="0" t="0" r="0" b="0"/>
              <a:pathLst>
                <a:path w="105401" h="31181">
                  <a:moveTo>
                    <a:pt x="105401" y="31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49" name="Candidate_receptor__2767">
              <a:extLst>
                <a:ext uri="{FF2B5EF4-FFF2-40B4-BE49-F238E27FC236}">
                  <a16:creationId xmlns:a16="http://schemas.microsoft.com/office/drawing/2014/main" id="{8CDBB7AA-BE77-45F4-4683-EBF161494487}"/>
                </a:ext>
              </a:extLst>
            </p:cNvPr>
            <p:cNvSpPr>
              <a:spLocks noGrp="1"/>
            </p:cNvSpPr>
            <p:nvPr/>
          </p:nvSpPr>
          <p:spPr>
            <a:xfrm>
              <a:off x="6420976" y="4224310"/>
              <a:ext cx="72273" cy="75328"/>
            </a:xfrm>
            <a:custGeom>
              <a:avLst/>
              <a:gdLst/>
              <a:ahLst/>
              <a:cxnLst/>
              <a:rect l="0" t="0" r="0" b="0"/>
              <a:pathLst>
                <a:path w="72273" h="75328">
                  <a:moveTo>
                    <a:pt x="72273" y="753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50" name="Candidate_receptor__2768">
              <a:extLst>
                <a:ext uri="{FF2B5EF4-FFF2-40B4-BE49-F238E27FC236}">
                  <a16:creationId xmlns:a16="http://schemas.microsoft.com/office/drawing/2014/main" id="{AC4F05FF-31AD-173F-962F-857E4CC78D14}"/>
                </a:ext>
              </a:extLst>
            </p:cNvPr>
            <p:cNvSpPr>
              <a:spLocks noGrp="1"/>
            </p:cNvSpPr>
            <p:nvPr/>
          </p:nvSpPr>
          <p:spPr>
            <a:xfrm>
              <a:off x="5586201" y="3322570"/>
              <a:ext cx="25081" cy="8455"/>
            </a:xfrm>
            <a:custGeom>
              <a:avLst/>
              <a:gdLst/>
              <a:ahLst/>
              <a:cxnLst/>
              <a:rect l="0" t="0" r="0" b="0"/>
              <a:pathLst>
                <a:path w="25081" h="8455">
                  <a:moveTo>
                    <a:pt x="25081" y="84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51" name="Candidate_receptor__2769">
              <a:extLst>
                <a:ext uri="{FF2B5EF4-FFF2-40B4-BE49-F238E27FC236}">
                  <a16:creationId xmlns:a16="http://schemas.microsoft.com/office/drawing/2014/main" id="{9E4FCDF4-689A-A23D-D00D-E7F8A5330D6C}"/>
                </a:ext>
              </a:extLst>
            </p:cNvPr>
            <p:cNvSpPr>
              <a:spLocks noGrp="1"/>
            </p:cNvSpPr>
            <p:nvPr/>
          </p:nvSpPr>
          <p:spPr>
            <a:xfrm>
              <a:off x="5228963" y="3690476"/>
              <a:ext cx="40363" cy="101655"/>
            </a:xfrm>
            <a:custGeom>
              <a:avLst/>
              <a:gdLst/>
              <a:ahLst/>
              <a:cxnLst/>
              <a:rect l="0" t="0" r="0" b="0"/>
              <a:pathLst>
                <a:path w="40363" h="101655">
                  <a:moveTo>
                    <a:pt x="0" y="0"/>
                  </a:moveTo>
                  <a:lnTo>
                    <a:pt x="40363" y="1016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52" name="Candidate_receptor__2770">
              <a:extLst>
                <a:ext uri="{FF2B5EF4-FFF2-40B4-BE49-F238E27FC236}">
                  <a16:creationId xmlns:a16="http://schemas.microsoft.com/office/drawing/2014/main" id="{FDA5A282-6264-50DC-1EE2-D2A1AD07491D}"/>
                </a:ext>
              </a:extLst>
            </p:cNvPr>
            <p:cNvSpPr>
              <a:spLocks noGrp="1"/>
            </p:cNvSpPr>
            <p:nvPr/>
          </p:nvSpPr>
          <p:spPr>
            <a:xfrm>
              <a:off x="6258400" y="3939731"/>
              <a:ext cx="66340" cy="93588"/>
            </a:xfrm>
            <a:custGeom>
              <a:avLst/>
              <a:gdLst/>
              <a:ahLst/>
              <a:cxnLst/>
              <a:rect l="0" t="0" r="0" b="0"/>
              <a:pathLst>
                <a:path w="66340" h="93588">
                  <a:moveTo>
                    <a:pt x="66340" y="0"/>
                  </a:moveTo>
                  <a:lnTo>
                    <a:pt x="0" y="9358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53" name="Candidate_receptor__2771">
              <a:extLst>
                <a:ext uri="{FF2B5EF4-FFF2-40B4-BE49-F238E27FC236}">
                  <a16:creationId xmlns:a16="http://schemas.microsoft.com/office/drawing/2014/main" id="{6BDE3FC3-8F60-01B8-500E-014FF98FF0E4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143404"/>
              <a:ext cx="4436" cy="71926"/>
            </a:xfrm>
            <a:custGeom>
              <a:avLst/>
              <a:gdLst/>
              <a:ahLst/>
              <a:cxnLst/>
              <a:rect l="0" t="0" r="0" b="0"/>
              <a:pathLst>
                <a:path w="4436" h="71926">
                  <a:moveTo>
                    <a:pt x="0" y="71926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54" name="Candidate_receptor__2772">
              <a:extLst>
                <a:ext uri="{FF2B5EF4-FFF2-40B4-BE49-F238E27FC236}">
                  <a16:creationId xmlns:a16="http://schemas.microsoft.com/office/drawing/2014/main" id="{03A17DB2-4A81-E8A3-E2C7-77DCF55FC5B2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38619"/>
              <a:ext cx="6424" cy="30955"/>
            </a:xfrm>
            <a:custGeom>
              <a:avLst/>
              <a:gdLst/>
              <a:ahLst/>
              <a:cxnLst/>
              <a:rect l="0" t="0" r="0" b="0"/>
              <a:pathLst>
                <a:path w="6424" h="30955">
                  <a:moveTo>
                    <a:pt x="0" y="0"/>
                  </a:moveTo>
                  <a:lnTo>
                    <a:pt x="6424" y="309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55" name="Candidate_receptor__2773">
              <a:extLst>
                <a:ext uri="{FF2B5EF4-FFF2-40B4-BE49-F238E27FC236}">
                  <a16:creationId xmlns:a16="http://schemas.microsoft.com/office/drawing/2014/main" id="{243479FF-C30A-EA29-EBA9-04114C0666E6}"/>
                </a:ext>
              </a:extLst>
            </p:cNvPr>
            <p:cNvSpPr>
              <a:spLocks noGrp="1"/>
            </p:cNvSpPr>
            <p:nvPr/>
          </p:nvSpPr>
          <p:spPr>
            <a:xfrm>
              <a:off x="5115856" y="5229782"/>
              <a:ext cx="103635" cy="30664"/>
            </a:xfrm>
            <a:custGeom>
              <a:avLst/>
              <a:gdLst/>
              <a:ahLst/>
              <a:cxnLst/>
              <a:rect l="0" t="0" r="0" b="0"/>
              <a:pathLst>
                <a:path w="103635" h="30664">
                  <a:moveTo>
                    <a:pt x="0" y="30664"/>
                  </a:moveTo>
                  <a:lnTo>
                    <a:pt x="10363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56" name="Candidate_receptor__2774">
              <a:extLst>
                <a:ext uri="{FF2B5EF4-FFF2-40B4-BE49-F238E27FC236}">
                  <a16:creationId xmlns:a16="http://schemas.microsoft.com/office/drawing/2014/main" id="{93ADABF4-BB4C-0067-59DF-DFD6E1C36DFC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77859"/>
              <a:ext cx="63400" cy="31362"/>
            </a:xfrm>
            <a:custGeom>
              <a:avLst/>
              <a:gdLst/>
              <a:ahLst/>
              <a:cxnLst/>
              <a:rect l="0" t="0" r="0" b="0"/>
              <a:pathLst>
                <a:path w="63400" h="31362">
                  <a:moveTo>
                    <a:pt x="0" y="31362"/>
                  </a:moveTo>
                  <a:lnTo>
                    <a:pt x="6340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57" name="Candidate_receptor__2775">
              <a:extLst>
                <a:ext uri="{FF2B5EF4-FFF2-40B4-BE49-F238E27FC236}">
                  <a16:creationId xmlns:a16="http://schemas.microsoft.com/office/drawing/2014/main" id="{BDB98F84-8547-3A81-BE62-4DEC87084E2E}"/>
                </a:ext>
              </a:extLst>
            </p:cNvPr>
            <p:cNvSpPr>
              <a:spLocks noGrp="1"/>
            </p:cNvSpPr>
            <p:nvPr/>
          </p:nvSpPr>
          <p:spPr>
            <a:xfrm>
              <a:off x="5843640" y="3182285"/>
              <a:ext cx="31726" cy="49556"/>
            </a:xfrm>
            <a:custGeom>
              <a:avLst/>
              <a:gdLst/>
              <a:ahLst/>
              <a:cxnLst/>
              <a:rect l="0" t="0" r="0" b="0"/>
              <a:pathLst>
                <a:path w="31726" h="49556">
                  <a:moveTo>
                    <a:pt x="31726" y="0"/>
                  </a:moveTo>
                  <a:lnTo>
                    <a:pt x="0" y="4955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58" name="Candidate_receptor__2776">
              <a:extLst>
                <a:ext uri="{FF2B5EF4-FFF2-40B4-BE49-F238E27FC236}">
                  <a16:creationId xmlns:a16="http://schemas.microsoft.com/office/drawing/2014/main" id="{DD6A14EB-9C4C-161F-0CD5-AEAAD5F2BD34}"/>
                </a:ext>
              </a:extLst>
            </p:cNvPr>
            <p:cNvSpPr>
              <a:spLocks noGrp="1"/>
            </p:cNvSpPr>
            <p:nvPr/>
          </p:nvSpPr>
          <p:spPr>
            <a:xfrm>
              <a:off x="5145841" y="4128676"/>
              <a:ext cx="94569" cy="26276"/>
            </a:xfrm>
            <a:custGeom>
              <a:avLst/>
              <a:gdLst/>
              <a:ahLst/>
              <a:cxnLst/>
              <a:rect l="0" t="0" r="0" b="0"/>
              <a:pathLst>
                <a:path w="94569" h="26276">
                  <a:moveTo>
                    <a:pt x="94569" y="0"/>
                  </a:moveTo>
                  <a:lnTo>
                    <a:pt x="0" y="26276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59" name="Candidate_receptor__2777">
              <a:extLst>
                <a:ext uri="{FF2B5EF4-FFF2-40B4-BE49-F238E27FC236}">
                  <a16:creationId xmlns:a16="http://schemas.microsoft.com/office/drawing/2014/main" id="{C8FF8920-83E0-B964-B21C-245F7D90E790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67039" cy="37451"/>
            </a:xfrm>
            <a:custGeom>
              <a:avLst/>
              <a:gdLst/>
              <a:ahLst/>
              <a:cxnLst/>
              <a:rect l="0" t="0" r="0" b="0"/>
              <a:pathLst>
                <a:path w="67039" h="37451">
                  <a:moveTo>
                    <a:pt x="67039" y="374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60" name="Candidate_receptor__2778">
              <a:extLst>
                <a:ext uri="{FF2B5EF4-FFF2-40B4-BE49-F238E27FC236}">
                  <a16:creationId xmlns:a16="http://schemas.microsoft.com/office/drawing/2014/main" id="{6E64B971-FD6A-E7DC-EA3E-A263C65A0963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90996"/>
              <a:ext cx="64096" cy="14876"/>
            </a:xfrm>
            <a:custGeom>
              <a:avLst/>
              <a:gdLst/>
              <a:ahLst/>
              <a:cxnLst/>
              <a:rect l="0" t="0" r="0" b="0"/>
              <a:pathLst>
                <a:path w="64096" h="14876">
                  <a:moveTo>
                    <a:pt x="64096" y="0"/>
                  </a:moveTo>
                  <a:lnTo>
                    <a:pt x="0" y="1487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61" name="Candidate_receptor__2779">
              <a:extLst>
                <a:ext uri="{FF2B5EF4-FFF2-40B4-BE49-F238E27FC236}">
                  <a16:creationId xmlns:a16="http://schemas.microsoft.com/office/drawing/2014/main" id="{054FE9D7-EEBE-B71F-5D9E-B9E50F3FCCEC}"/>
                </a:ext>
              </a:extLst>
            </p:cNvPr>
            <p:cNvSpPr>
              <a:spLocks noGrp="1"/>
            </p:cNvSpPr>
            <p:nvPr/>
          </p:nvSpPr>
          <p:spPr>
            <a:xfrm>
              <a:off x="4896175" y="3746004"/>
              <a:ext cx="59078" cy="6258"/>
            </a:xfrm>
            <a:custGeom>
              <a:avLst/>
              <a:gdLst/>
              <a:ahLst/>
              <a:cxnLst/>
              <a:rect l="0" t="0" r="0" b="0"/>
              <a:pathLst>
                <a:path w="59078" h="6258">
                  <a:moveTo>
                    <a:pt x="0" y="6258"/>
                  </a:moveTo>
                  <a:lnTo>
                    <a:pt x="5907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62" name="Candidate_receptor__2780">
              <a:extLst>
                <a:ext uri="{FF2B5EF4-FFF2-40B4-BE49-F238E27FC236}">
                  <a16:creationId xmlns:a16="http://schemas.microsoft.com/office/drawing/2014/main" id="{ED816DF7-1724-21A2-2590-CEF28FFBE544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583858"/>
              <a:ext cx="83702" cy="62610"/>
            </a:xfrm>
            <a:custGeom>
              <a:avLst/>
              <a:gdLst/>
              <a:ahLst/>
              <a:cxnLst/>
              <a:rect l="0" t="0" r="0" b="0"/>
              <a:pathLst>
                <a:path w="83702" h="62610">
                  <a:moveTo>
                    <a:pt x="83702" y="0"/>
                  </a:moveTo>
                  <a:lnTo>
                    <a:pt x="0" y="626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63" name="Candidate_receptor__2781">
              <a:extLst>
                <a:ext uri="{FF2B5EF4-FFF2-40B4-BE49-F238E27FC236}">
                  <a16:creationId xmlns:a16="http://schemas.microsoft.com/office/drawing/2014/main" id="{6E665067-98B3-25DE-6153-6C810C213B46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397951"/>
              <a:ext cx="44717" cy="106207"/>
            </a:xfrm>
            <a:custGeom>
              <a:avLst/>
              <a:gdLst/>
              <a:ahLst/>
              <a:cxnLst/>
              <a:rect l="0" t="0" r="0" b="0"/>
              <a:pathLst>
                <a:path w="44717" h="106207">
                  <a:moveTo>
                    <a:pt x="44717" y="0"/>
                  </a:moveTo>
                  <a:lnTo>
                    <a:pt x="0" y="10620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64" name="Candidate_receptor__2782">
              <a:extLst>
                <a:ext uri="{FF2B5EF4-FFF2-40B4-BE49-F238E27FC236}">
                  <a16:creationId xmlns:a16="http://schemas.microsoft.com/office/drawing/2014/main" id="{7E297332-4B23-36DC-9503-0D0B8549C25D}"/>
                </a:ext>
              </a:extLst>
            </p:cNvPr>
            <p:cNvSpPr>
              <a:spLocks noGrp="1"/>
            </p:cNvSpPr>
            <p:nvPr/>
          </p:nvSpPr>
          <p:spPr>
            <a:xfrm>
              <a:off x="5753271" y="3525307"/>
              <a:ext cx="93111" cy="57604"/>
            </a:xfrm>
            <a:custGeom>
              <a:avLst/>
              <a:gdLst/>
              <a:ahLst/>
              <a:cxnLst/>
              <a:rect l="0" t="0" r="0" b="0"/>
              <a:pathLst>
                <a:path w="93111" h="57604">
                  <a:moveTo>
                    <a:pt x="0" y="57604"/>
                  </a:moveTo>
                  <a:lnTo>
                    <a:pt x="9311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65" name="Candidate_receptor__2783">
              <a:extLst>
                <a:ext uri="{FF2B5EF4-FFF2-40B4-BE49-F238E27FC236}">
                  <a16:creationId xmlns:a16="http://schemas.microsoft.com/office/drawing/2014/main" id="{05430125-AE2C-FCA1-D61A-1C815BB6CF59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44656"/>
              <a:ext cx="33985" cy="50928"/>
            </a:xfrm>
            <a:custGeom>
              <a:avLst/>
              <a:gdLst/>
              <a:ahLst/>
              <a:cxnLst/>
              <a:rect l="0" t="0" r="0" b="0"/>
              <a:pathLst>
                <a:path w="33985" h="50928">
                  <a:moveTo>
                    <a:pt x="33985" y="0"/>
                  </a:moveTo>
                  <a:lnTo>
                    <a:pt x="0" y="5092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66" name="Candidate_receptor__2784">
              <a:extLst>
                <a:ext uri="{FF2B5EF4-FFF2-40B4-BE49-F238E27FC236}">
                  <a16:creationId xmlns:a16="http://schemas.microsoft.com/office/drawing/2014/main" id="{F98B4CD4-85A4-85E6-2FEC-D4D8EE7070FA}"/>
                </a:ext>
              </a:extLst>
            </p:cNvPr>
            <p:cNvSpPr>
              <a:spLocks noGrp="1"/>
            </p:cNvSpPr>
            <p:nvPr/>
          </p:nvSpPr>
          <p:spPr>
            <a:xfrm>
              <a:off x="5970400" y="4108464"/>
              <a:ext cx="113808" cy="7184"/>
            </a:xfrm>
            <a:custGeom>
              <a:avLst/>
              <a:gdLst/>
              <a:ahLst/>
              <a:cxnLst/>
              <a:rect l="0" t="0" r="0" b="0"/>
              <a:pathLst>
                <a:path w="113808" h="7184">
                  <a:moveTo>
                    <a:pt x="0" y="7184"/>
                  </a:moveTo>
                  <a:lnTo>
                    <a:pt x="11380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67" name="Candidate_receptor__2785">
              <a:extLst>
                <a:ext uri="{FF2B5EF4-FFF2-40B4-BE49-F238E27FC236}">
                  <a16:creationId xmlns:a16="http://schemas.microsoft.com/office/drawing/2014/main" id="{366F2253-1EED-C392-0F0F-7016FD5A7FF8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96080"/>
              <a:ext cx="93772" cy="19937"/>
            </a:xfrm>
            <a:custGeom>
              <a:avLst/>
              <a:gdLst/>
              <a:ahLst/>
              <a:cxnLst/>
              <a:rect l="0" t="0" r="0" b="0"/>
              <a:pathLst>
                <a:path w="93772" h="19937">
                  <a:moveTo>
                    <a:pt x="93772" y="0"/>
                  </a:moveTo>
                  <a:lnTo>
                    <a:pt x="0" y="1993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68" name="Candidate_receptor__2786">
              <a:extLst>
                <a:ext uri="{FF2B5EF4-FFF2-40B4-BE49-F238E27FC236}">
                  <a16:creationId xmlns:a16="http://schemas.microsoft.com/office/drawing/2014/main" id="{DAA7F1D4-84C1-6A35-E3FF-6C3AA7BFFAB7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885583"/>
              <a:ext cx="62761" cy="65103"/>
            </a:xfrm>
            <a:custGeom>
              <a:avLst/>
              <a:gdLst/>
              <a:ahLst/>
              <a:cxnLst/>
              <a:rect l="0" t="0" r="0" b="0"/>
              <a:pathLst>
                <a:path w="62761" h="65103">
                  <a:moveTo>
                    <a:pt x="0" y="65103"/>
                  </a:moveTo>
                  <a:lnTo>
                    <a:pt x="6276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69" name="Candidate_receptor__2787">
              <a:extLst>
                <a:ext uri="{FF2B5EF4-FFF2-40B4-BE49-F238E27FC236}">
                  <a16:creationId xmlns:a16="http://schemas.microsoft.com/office/drawing/2014/main" id="{D2ED7BCC-E6A9-3E29-D50C-FDCB1D680E46}"/>
                </a:ext>
              </a:extLst>
            </p:cNvPr>
            <p:cNvSpPr>
              <a:spLocks noGrp="1"/>
            </p:cNvSpPr>
            <p:nvPr/>
          </p:nvSpPr>
          <p:spPr>
            <a:xfrm>
              <a:off x="6071288" y="4794911"/>
              <a:ext cx="33822" cy="90673"/>
            </a:xfrm>
            <a:custGeom>
              <a:avLst/>
              <a:gdLst/>
              <a:ahLst/>
              <a:cxnLst/>
              <a:rect l="0" t="0" r="0" b="0"/>
              <a:pathLst>
                <a:path w="33822" h="90673">
                  <a:moveTo>
                    <a:pt x="0" y="90673"/>
                  </a:moveTo>
                  <a:lnTo>
                    <a:pt x="3382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70" name="Candidate_receptor__2788">
              <a:extLst>
                <a:ext uri="{FF2B5EF4-FFF2-40B4-BE49-F238E27FC236}">
                  <a16:creationId xmlns:a16="http://schemas.microsoft.com/office/drawing/2014/main" id="{A8BB3FE7-6D9F-DF67-0F81-B22A3A92C9A2}"/>
                </a:ext>
              </a:extLst>
            </p:cNvPr>
            <p:cNvSpPr>
              <a:spLocks noGrp="1"/>
            </p:cNvSpPr>
            <p:nvPr/>
          </p:nvSpPr>
          <p:spPr>
            <a:xfrm>
              <a:off x="5997721" y="4635045"/>
              <a:ext cx="8304" cy="69486"/>
            </a:xfrm>
            <a:custGeom>
              <a:avLst/>
              <a:gdLst/>
              <a:ahLst/>
              <a:cxnLst/>
              <a:rect l="0" t="0" r="0" b="0"/>
              <a:pathLst>
                <a:path w="8304" h="69486">
                  <a:moveTo>
                    <a:pt x="8304" y="69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71" name="Candidate_receptor__2789">
              <a:extLst>
                <a:ext uri="{FF2B5EF4-FFF2-40B4-BE49-F238E27FC236}">
                  <a16:creationId xmlns:a16="http://schemas.microsoft.com/office/drawing/2014/main" id="{39EE3870-9C64-516B-152C-1435F1DF9AD8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215329"/>
              <a:ext cx="57623" cy="89155"/>
            </a:xfrm>
            <a:custGeom>
              <a:avLst/>
              <a:gdLst/>
              <a:ahLst/>
              <a:cxnLst/>
              <a:rect l="0" t="0" r="0" b="0"/>
              <a:pathLst>
                <a:path w="57623" h="89155">
                  <a:moveTo>
                    <a:pt x="57623" y="891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72" name="Candidate_receptor__2790">
              <a:extLst>
                <a:ext uri="{FF2B5EF4-FFF2-40B4-BE49-F238E27FC236}">
                  <a16:creationId xmlns:a16="http://schemas.microsoft.com/office/drawing/2014/main" id="{AB4CA6DD-016E-C0FC-96E4-46405AC83F58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470861"/>
              <a:ext cx="96697" cy="53301"/>
            </a:xfrm>
            <a:custGeom>
              <a:avLst/>
              <a:gdLst/>
              <a:ahLst/>
              <a:cxnLst/>
              <a:rect l="0" t="0" r="0" b="0"/>
              <a:pathLst>
                <a:path w="96697" h="53301">
                  <a:moveTo>
                    <a:pt x="0" y="53301"/>
                  </a:moveTo>
                  <a:lnTo>
                    <a:pt x="9669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73" name="Candidate_receptor__2791">
              <a:extLst>
                <a:ext uri="{FF2B5EF4-FFF2-40B4-BE49-F238E27FC236}">
                  <a16:creationId xmlns:a16="http://schemas.microsoft.com/office/drawing/2014/main" id="{C0FBFD47-168C-AEA9-7881-B55BCF5F1B8F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5791"/>
              <a:ext cx="17355" cy="470"/>
            </a:xfrm>
            <a:custGeom>
              <a:avLst/>
              <a:gdLst/>
              <a:ahLst/>
              <a:cxnLst/>
              <a:rect l="0" t="0" r="0" b="0"/>
              <a:pathLst>
                <a:path w="17355" h="470">
                  <a:moveTo>
                    <a:pt x="0" y="470"/>
                  </a:moveTo>
                  <a:lnTo>
                    <a:pt x="173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74" name="Candidate_receptor__2792">
              <a:extLst>
                <a:ext uri="{FF2B5EF4-FFF2-40B4-BE49-F238E27FC236}">
                  <a16:creationId xmlns:a16="http://schemas.microsoft.com/office/drawing/2014/main" id="{2140027A-39A8-AEB7-CBAF-20DC8C0B595B}"/>
                </a:ext>
              </a:extLst>
            </p:cNvPr>
            <p:cNvSpPr>
              <a:spLocks noGrp="1"/>
            </p:cNvSpPr>
            <p:nvPr/>
          </p:nvSpPr>
          <p:spPr>
            <a:xfrm>
              <a:off x="5868481" y="4496080"/>
              <a:ext cx="70905" cy="34759"/>
            </a:xfrm>
            <a:custGeom>
              <a:avLst/>
              <a:gdLst/>
              <a:ahLst/>
              <a:cxnLst/>
              <a:rect l="0" t="0" r="0" b="0"/>
              <a:pathLst>
                <a:path w="70905" h="34759">
                  <a:moveTo>
                    <a:pt x="70905" y="347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75" name="Candidate_receptor__2793">
              <a:extLst>
                <a:ext uri="{FF2B5EF4-FFF2-40B4-BE49-F238E27FC236}">
                  <a16:creationId xmlns:a16="http://schemas.microsoft.com/office/drawing/2014/main" id="{A036820A-97A2-9A54-2F10-C96054CEA407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60446"/>
              <a:ext cx="15172" cy="71138"/>
            </a:xfrm>
            <a:custGeom>
              <a:avLst/>
              <a:gdLst/>
              <a:ahLst/>
              <a:cxnLst/>
              <a:rect l="0" t="0" r="0" b="0"/>
              <a:pathLst>
                <a:path w="15172" h="71138">
                  <a:moveTo>
                    <a:pt x="0" y="71138"/>
                  </a:moveTo>
                  <a:lnTo>
                    <a:pt x="1517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76" name="Candidate_receptor__2794">
              <a:extLst>
                <a:ext uri="{FF2B5EF4-FFF2-40B4-BE49-F238E27FC236}">
                  <a16:creationId xmlns:a16="http://schemas.microsoft.com/office/drawing/2014/main" id="{823AFB4B-ABEA-2C82-2876-C6FF0065E912}"/>
                </a:ext>
              </a:extLst>
            </p:cNvPr>
            <p:cNvSpPr>
              <a:spLocks noGrp="1"/>
            </p:cNvSpPr>
            <p:nvPr/>
          </p:nvSpPr>
          <p:spPr>
            <a:xfrm>
              <a:off x="4970297" y="3484758"/>
              <a:ext cx="105761" cy="38314"/>
            </a:xfrm>
            <a:custGeom>
              <a:avLst/>
              <a:gdLst/>
              <a:ahLst/>
              <a:cxnLst/>
              <a:rect l="0" t="0" r="0" b="0"/>
              <a:pathLst>
                <a:path w="105761" h="38314">
                  <a:moveTo>
                    <a:pt x="105761" y="0"/>
                  </a:moveTo>
                  <a:lnTo>
                    <a:pt x="0" y="3831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77" name="Candidate_receptor__2795">
              <a:extLst>
                <a:ext uri="{FF2B5EF4-FFF2-40B4-BE49-F238E27FC236}">
                  <a16:creationId xmlns:a16="http://schemas.microsoft.com/office/drawing/2014/main" id="{3BB6FA46-B947-51B4-B1C6-BD43EF8ABFAD}"/>
                </a:ext>
              </a:extLst>
            </p:cNvPr>
            <p:cNvSpPr>
              <a:spLocks noGrp="1"/>
            </p:cNvSpPr>
            <p:nvPr/>
          </p:nvSpPr>
          <p:spPr>
            <a:xfrm>
              <a:off x="5103671" y="4431818"/>
              <a:ext cx="106799" cy="24847"/>
            </a:xfrm>
            <a:custGeom>
              <a:avLst/>
              <a:gdLst/>
              <a:ahLst/>
              <a:cxnLst/>
              <a:rect l="0" t="0" r="0" b="0"/>
              <a:pathLst>
                <a:path w="106799" h="24847">
                  <a:moveTo>
                    <a:pt x="106799" y="248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78" name="Candidate_receptor__2796">
              <a:extLst>
                <a:ext uri="{FF2B5EF4-FFF2-40B4-BE49-F238E27FC236}">
                  <a16:creationId xmlns:a16="http://schemas.microsoft.com/office/drawing/2014/main" id="{83591241-5362-BAE5-9DA0-759FED8AF7BA}"/>
                </a:ext>
              </a:extLst>
            </p:cNvPr>
            <p:cNvSpPr>
              <a:spLocks noGrp="1"/>
            </p:cNvSpPr>
            <p:nvPr/>
          </p:nvSpPr>
          <p:spPr>
            <a:xfrm>
              <a:off x="6453608" y="3533149"/>
              <a:ext cx="104025" cy="40702"/>
            </a:xfrm>
            <a:custGeom>
              <a:avLst/>
              <a:gdLst/>
              <a:ahLst/>
              <a:cxnLst/>
              <a:rect l="0" t="0" r="0" b="0"/>
              <a:pathLst>
                <a:path w="104025" h="40702">
                  <a:moveTo>
                    <a:pt x="0" y="0"/>
                  </a:moveTo>
                  <a:lnTo>
                    <a:pt x="104025" y="40702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79" name="Candidate_receptor__2797">
              <a:extLst>
                <a:ext uri="{FF2B5EF4-FFF2-40B4-BE49-F238E27FC236}">
                  <a16:creationId xmlns:a16="http://schemas.microsoft.com/office/drawing/2014/main" id="{E89E5322-2243-0CE2-8281-682106F2E985}"/>
                </a:ext>
              </a:extLst>
            </p:cNvPr>
            <p:cNvSpPr>
              <a:spLocks noGrp="1"/>
            </p:cNvSpPr>
            <p:nvPr/>
          </p:nvSpPr>
          <p:spPr>
            <a:xfrm>
              <a:off x="5211242" y="2720884"/>
              <a:ext cx="31839" cy="12251"/>
            </a:xfrm>
            <a:custGeom>
              <a:avLst/>
              <a:gdLst/>
              <a:ahLst/>
              <a:cxnLst/>
              <a:rect l="0" t="0" r="0" b="0"/>
              <a:pathLst>
                <a:path w="31839" h="12251">
                  <a:moveTo>
                    <a:pt x="0" y="12251"/>
                  </a:moveTo>
                  <a:lnTo>
                    <a:pt x="3183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80" name="Candidate_receptor__2798">
              <a:extLst>
                <a:ext uri="{FF2B5EF4-FFF2-40B4-BE49-F238E27FC236}">
                  <a16:creationId xmlns:a16="http://schemas.microsoft.com/office/drawing/2014/main" id="{1368F135-4606-015C-21B1-51D1607F863E}"/>
                </a:ext>
              </a:extLst>
            </p:cNvPr>
            <p:cNvSpPr>
              <a:spLocks noGrp="1"/>
            </p:cNvSpPr>
            <p:nvPr/>
          </p:nvSpPr>
          <p:spPr>
            <a:xfrm>
              <a:off x="4960012" y="4103615"/>
              <a:ext cx="88210" cy="61786"/>
            </a:xfrm>
            <a:custGeom>
              <a:avLst/>
              <a:gdLst/>
              <a:ahLst/>
              <a:cxnLst/>
              <a:rect l="0" t="0" r="0" b="0"/>
              <a:pathLst>
                <a:path w="88210" h="61786">
                  <a:moveTo>
                    <a:pt x="88210" y="0"/>
                  </a:moveTo>
                  <a:lnTo>
                    <a:pt x="0" y="617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81" name="Candidate_receptor__2799">
              <a:extLst>
                <a:ext uri="{FF2B5EF4-FFF2-40B4-BE49-F238E27FC236}">
                  <a16:creationId xmlns:a16="http://schemas.microsoft.com/office/drawing/2014/main" id="{7962A4A1-0BA2-483B-C83C-C4DF5D833C50}"/>
                </a:ext>
              </a:extLst>
            </p:cNvPr>
            <p:cNvSpPr>
              <a:spLocks noGrp="1"/>
            </p:cNvSpPr>
            <p:nvPr/>
          </p:nvSpPr>
          <p:spPr>
            <a:xfrm>
              <a:off x="5197162" y="4456665"/>
              <a:ext cx="13309" cy="109986"/>
            </a:xfrm>
            <a:custGeom>
              <a:avLst/>
              <a:gdLst/>
              <a:ahLst/>
              <a:cxnLst/>
              <a:rect l="0" t="0" r="0" b="0"/>
              <a:pathLst>
                <a:path w="13309" h="109986">
                  <a:moveTo>
                    <a:pt x="0" y="109986"/>
                  </a:moveTo>
                  <a:lnTo>
                    <a:pt x="1330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82" name="Candidate_receptor__2800">
              <a:extLst>
                <a:ext uri="{FF2B5EF4-FFF2-40B4-BE49-F238E27FC236}">
                  <a16:creationId xmlns:a16="http://schemas.microsoft.com/office/drawing/2014/main" id="{C88E5B44-5B3C-9677-5933-D13BF9CB4080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691874"/>
              <a:ext cx="20476" cy="99232"/>
            </a:xfrm>
            <a:custGeom>
              <a:avLst/>
              <a:gdLst/>
              <a:ahLst/>
              <a:cxnLst/>
              <a:rect l="0" t="0" r="0" b="0"/>
              <a:pathLst>
                <a:path w="20476" h="99232">
                  <a:moveTo>
                    <a:pt x="0" y="99232"/>
                  </a:moveTo>
                  <a:lnTo>
                    <a:pt x="2047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83" name="Candidate_receptor__2801">
              <a:extLst>
                <a:ext uri="{FF2B5EF4-FFF2-40B4-BE49-F238E27FC236}">
                  <a16:creationId xmlns:a16="http://schemas.microsoft.com/office/drawing/2014/main" id="{85139FEA-40D4-D5BD-A730-2039880150C7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625930"/>
              <a:ext cx="7449" cy="25563"/>
            </a:xfrm>
            <a:custGeom>
              <a:avLst/>
              <a:gdLst/>
              <a:ahLst/>
              <a:cxnLst/>
              <a:rect l="0" t="0" r="0" b="0"/>
              <a:pathLst>
                <a:path w="7449" h="25563">
                  <a:moveTo>
                    <a:pt x="7449" y="255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84" name="Candidate_receptor__2802">
              <a:extLst>
                <a:ext uri="{FF2B5EF4-FFF2-40B4-BE49-F238E27FC236}">
                  <a16:creationId xmlns:a16="http://schemas.microsoft.com/office/drawing/2014/main" id="{FA272042-90F5-3C29-848B-C9FD55D24743}"/>
                </a:ext>
              </a:extLst>
            </p:cNvPr>
            <p:cNvSpPr>
              <a:spLocks noGrp="1"/>
            </p:cNvSpPr>
            <p:nvPr/>
          </p:nvSpPr>
          <p:spPr>
            <a:xfrm>
              <a:off x="5219491" y="5229782"/>
              <a:ext cx="29647" cy="110787"/>
            </a:xfrm>
            <a:custGeom>
              <a:avLst/>
              <a:gdLst/>
              <a:ahLst/>
              <a:cxnLst/>
              <a:rect l="0" t="0" r="0" b="0"/>
              <a:pathLst>
                <a:path w="29647" h="110787">
                  <a:moveTo>
                    <a:pt x="0" y="0"/>
                  </a:moveTo>
                  <a:lnTo>
                    <a:pt x="29647" y="11078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85" name="Candidate_receptor__2803">
              <a:extLst>
                <a:ext uri="{FF2B5EF4-FFF2-40B4-BE49-F238E27FC236}">
                  <a16:creationId xmlns:a16="http://schemas.microsoft.com/office/drawing/2014/main" id="{71C8A51E-61CF-0B86-DB3B-94D37D6F812F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504158"/>
              <a:ext cx="96657" cy="47803"/>
            </a:xfrm>
            <a:custGeom>
              <a:avLst/>
              <a:gdLst/>
              <a:ahLst/>
              <a:cxnLst/>
              <a:rect l="0" t="0" r="0" b="0"/>
              <a:pathLst>
                <a:path w="96657" h="47803">
                  <a:moveTo>
                    <a:pt x="0" y="0"/>
                  </a:moveTo>
                  <a:lnTo>
                    <a:pt x="96657" y="47803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86" name="Candidate_receptor__2804">
              <a:extLst>
                <a:ext uri="{FF2B5EF4-FFF2-40B4-BE49-F238E27FC236}">
                  <a16:creationId xmlns:a16="http://schemas.microsoft.com/office/drawing/2014/main" id="{5A3D5519-1089-1FBB-A8E7-0D33E0753A3E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18257"/>
              <a:ext cx="86559" cy="14311"/>
            </a:xfrm>
            <a:custGeom>
              <a:avLst/>
              <a:gdLst/>
              <a:ahLst/>
              <a:cxnLst/>
              <a:rect l="0" t="0" r="0" b="0"/>
              <a:pathLst>
                <a:path w="86559" h="14311">
                  <a:moveTo>
                    <a:pt x="0" y="0"/>
                  </a:moveTo>
                  <a:lnTo>
                    <a:pt x="86559" y="1431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87" name="Candidate_receptor__2805">
              <a:extLst>
                <a:ext uri="{FF2B5EF4-FFF2-40B4-BE49-F238E27FC236}">
                  <a16:creationId xmlns:a16="http://schemas.microsoft.com/office/drawing/2014/main" id="{638BE50F-2F5A-E442-8078-FF1E138A90F9}"/>
                </a:ext>
              </a:extLst>
            </p:cNvPr>
            <p:cNvSpPr>
              <a:spLocks noGrp="1"/>
            </p:cNvSpPr>
            <p:nvPr/>
          </p:nvSpPr>
          <p:spPr>
            <a:xfrm>
              <a:off x="5889894" y="3680881"/>
              <a:ext cx="104833" cy="47337"/>
            </a:xfrm>
            <a:custGeom>
              <a:avLst/>
              <a:gdLst/>
              <a:ahLst/>
              <a:cxnLst/>
              <a:rect l="0" t="0" r="0" b="0"/>
              <a:pathLst>
                <a:path w="104833" h="47337">
                  <a:moveTo>
                    <a:pt x="104833" y="0"/>
                  </a:moveTo>
                  <a:lnTo>
                    <a:pt x="0" y="4733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88" name="Candidate_receptor__2806">
              <a:extLst>
                <a:ext uri="{FF2B5EF4-FFF2-40B4-BE49-F238E27FC236}">
                  <a16:creationId xmlns:a16="http://schemas.microsoft.com/office/drawing/2014/main" id="{78A11218-18E9-F905-06D5-C8317E2D812D}"/>
                </a:ext>
              </a:extLst>
            </p:cNvPr>
            <p:cNvSpPr>
              <a:spLocks noGrp="1"/>
            </p:cNvSpPr>
            <p:nvPr/>
          </p:nvSpPr>
          <p:spPr>
            <a:xfrm>
              <a:off x="5240410" y="4128676"/>
              <a:ext cx="39760" cy="108953"/>
            </a:xfrm>
            <a:custGeom>
              <a:avLst/>
              <a:gdLst/>
              <a:ahLst/>
              <a:cxnLst/>
              <a:rect l="0" t="0" r="0" b="0"/>
              <a:pathLst>
                <a:path w="39760" h="108953">
                  <a:moveTo>
                    <a:pt x="39760" y="1089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89" name="Candidate_receptor__2807">
              <a:extLst>
                <a:ext uri="{FF2B5EF4-FFF2-40B4-BE49-F238E27FC236}">
                  <a16:creationId xmlns:a16="http://schemas.microsoft.com/office/drawing/2014/main" id="{316B2B2D-958D-64BA-341C-89D2DB0130A5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865081"/>
              <a:ext cx="108372" cy="23566"/>
            </a:xfrm>
            <a:custGeom>
              <a:avLst/>
              <a:gdLst/>
              <a:ahLst/>
              <a:cxnLst/>
              <a:rect l="0" t="0" r="0" b="0"/>
              <a:pathLst>
                <a:path w="108372" h="23566">
                  <a:moveTo>
                    <a:pt x="108372" y="23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90" name="Candidate_receptor__2808">
              <a:extLst>
                <a:ext uri="{FF2B5EF4-FFF2-40B4-BE49-F238E27FC236}">
                  <a16:creationId xmlns:a16="http://schemas.microsoft.com/office/drawing/2014/main" id="{6501E114-7496-896E-5751-3BC87C1BB4F2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92039"/>
              <a:ext cx="20192" cy="31949"/>
            </a:xfrm>
            <a:custGeom>
              <a:avLst/>
              <a:gdLst/>
              <a:ahLst/>
              <a:cxnLst/>
              <a:rect l="0" t="0" r="0" b="0"/>
              <a:pathLst>
                <a:path w="20192" h="31949">
                  <a:moveTo>
                    <a:pt x="0" y="0"/>
                  </a:moveTo>
                  <a:lnTo>
                    <a:pt x="20192" y="3194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91" name="Candidate_receptor__2809">
              <a:extLst>
                <a:ext uri="{FF2B5EF4-FFF2-40B4-BE49-F238E27FC236}">
                  <a16:creationId xmlns:a16="http://schemas.microsoft.com/office/drawing/2014/main" id="{E8261157-FBBE-4EA2-18BC-C7CF610CD915}"/>
                </a:ext>
              </a:extLst>
            </p:cNvPr>
            <p:cNvSpPr>
              <a:spLocks noGrp="1"/>
            </p:cNvSpPr>
            <p:nvPr/>
          </p:nvSpPr>
          <p:spPr>
            <a:xfrm>
              <a:off x="4743509" y="4534456"/>
              <a:ext cx="63185" cy="88360"/>
            </a:xfrm>
            <a:custGeom>
              <a:avLst/>
              <a:gdLst/>
              <a:ahLst/>
              <a:cxnLst/>
              <a:rect l="0" t="0" r="0" b="0"/>
              <a:pathLst>
                <a:path w="63185" h="88360">
                  <a:moveTo>
                    <a:pt x="0" y="88360"/>
                  </a:moveTo>
                  <a:lnTo>
                    <a:pt x="6318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92" name="Candidate_receptor__2810">
              <a:extLst>
                <a:ext uri="{FF2B5EF4-FFF2-40B4-BE49-F238E27FC236}">
                  <a16:creationId xmlns:a16="http://schemas.microsoft.com/office/drawing/2014/main" id="{FAEC9B5F-E75C-FE3E-1D64-628538C953E8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690476"/>
              <a:ext cx="98012" cy="47625"/>
            </a:xfrm>
            <a:custGeom>
              <a:avLst/>
              <a:gdLst/>
              <a:ahLst/>
              <a:cxnLst/>
              <a:rect l="0" t="0" r="0" b="0"/>
              <a:pathLst>
                <a:path w="98012" h="47625">
                  <a:moveTo>
                    <a:pt x="0" y="47625"/>
                  </a:moveTo>
                  <a:lnTo>
                    <a:pt x="9801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93" name="Candidate_receptor__2811">
              <a:extLst>
                <a:ext uri="{FF2B5EF4-FFF2-40B4-BE49-F238E27FC236}">
                  <a16:creationId xmlns:a16="http://schemas.microsoft.com/office/drawing/2014/main" id="{51EFE814-CE78-3FA8-0C39-F9F4C2618756}"/>
                </a:ext>
              </a:extLst>
            </p:cNvPr>
            <p:cNvSpPr>
              <a:spLocks noGrp="1"/>
            </p:cNvSpPr>
            <p:nvPr/>
          </p:nvSpPr>
          <p:spPr>
            <a:xfrm>
              <a:off x="4472355" y="3620026"/>
              <a:ext cx="96619" cy="8867"/>
            </a:xfrm>
            <a:custGeom>
              <a:avLst/>
              <a:gdLst/>
              <a:ahLst/>
              <a:cxnLst/>
              <a:rect l="0" t="0" r="0" b="0"/>
              <a:pathLst>
                <a:path w="96619" h="8867">
                  <a:moveTo>
                    <a:pt x="0" y="0"/>
                  </a:moveTo>
                  <a:lnTo>
                    <a:pt x="96619" y="886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94" name="Candidate_receptor__2812">
              <a:extLst>
                <a:ext uri="{FF2B5EF4-FFF2-40B4-BE49-F238E27FC236}">
                  <a16:creationId xmlns:a16="http://schemas.microsoft.com/office/drawing/2014/main" id="{A313BAE9-0427-2B56-86D0-4EB67609AB16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31818"/>
              <a:ext cx="39611" cy="88734"/>
            </a:xfrm>
            <a:custGeom>
              <a:avLst/>
              <a:gdLst/>
              <a:ahLst/>
              <a:cxnLst/>
              <a:rect l="0" t="0" r="0" b="0"/>
              <a:pathLst>
                <a:path w="39611" h="88734">
                  <a:moveTo>
                    <a:pt x="39611" y="0"/>
                  </a:moveTo>
                  <a:lnTo>
                    <a:pt x="0" y="8873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95" name="Candidate_receptor__2813">
              <a:extLst>
                <a:ext uri="{FF2B5EF4-FFF2-40B4-BE49-F238E27FC236}">
                  <a16:creationId xmlns:a16="http://schemas.microsoft.com/office/drawing/2014/main" id="{C0EB37D9-C13B-E07A-A040-560DC5F361FA}"/>
                </a:ext>
              </a:extLst>
            </p:cNvPr>
            <p:cNvSpPr>
              <a:spLocks noGrp="1"/>
            </p:cNvSpPr>
            <p:nvPr/>
          </p:nvSpPr>
          <p:spPr>
            <a:xfrm>
              <a:off x="5994726" y="3578342"/>
              <a:ext cx="51910" cy="102539"/>
            </a:xfrm>
            <a:custGeom>
              <a:avLst/>
              <a:gdLst/>
              <a:ahLst/>
              <a:cxnLst/>
              <a:rect l="0" t="0" r="0" b="0"/>
              <a:pathLst>
                <a:path w="51910" h="102539">
                  <a:moveTo>
                    <a:pt x="51910" y="0"/>
                  </a:moveTo>
                  <a:lnTo>
                    <a:pt x="0" y="102539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96" name="Candidate_receptor__2814">
              <a:extLst>
                <a:ext uri="{FF2B5EF4-FFF2-40B4-BE49-F238E27FC236}">
                  <a16:creationId xmlns:a16="http://schemas.microsoft.com/office/drawing/2014/main" id="{222426B1-A97F-9417-4BB5-A899CCE37930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04531"/>
              <a:ext cx="63515" cy="79866"/>
            </a:xfrm>
            <a:custGeom>
              <a:avLst/>
              <a:gdLst/>
              <a:ahLst/>
              <a:cxnLst/>
              <a:rect l="0" t="0" r="0" b="0"/>
              <a:pathLst>
                <a:path w="63515" h="79866">
                  <a:moveTo>
                    <a:pt x="0" y="79866"/>
                  </a:moveTo>
                  <a:lnTo>
                    <a:pt x="6351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97" name="Candidate_receptor__2815">
              <a:extLst>
                <a:ext uri="{FF2B5EF4-FFF2-40B4-BE49-F238E27FC236}">
                  <a16:creationId xmlns:a16="http://schemas.microsoft.com/office/drawing/2014/main" id="{69860145-113B-D5FF-E4FA-4B725E46890C}"/>
                </a:ext>
              </a:extLst>
            </p:cNvPr>
            <p:cNvSpPr>
              <a:spLocks noGrp="1"/>
            </p:cNvSpPr>
            <p:nvPr/>
          </p:nvSpPr>
          <p:spPr>
            <a:xfrm>
              <a:off x="5846382" y="3487622"/>
              <a:ext cx="28885" cy="37685"/>
            </a:xfrm>
            <a:custGeom>
              <a:avLst/>
              <a:gdLst/>
              <a:ahLst/>
              <a:cxnLst/>
              <a:rect l="0" t="0" r="0" b="0"/>
              <a:pathLst>
                <a:path w="28885" h="37685">
                  <a:moveTo>
                    <a:pt x="0" y="37685"/>
                  </a:moveTo>
                  <a:lnTo>
                    <a:pt x="28885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98" name="Candidate_receptor__2816">
              <a:extLst>
                <a:ext uri="{FF2B5EF4-FFF2-40B4-BE49-F238E27FC236}">
                  <a16:creationId xmlns:a16="http://schemas.microsoft.com/office/drawing/2014/main" id="{645F4860-06BF-6232-37DE-4050C6A2534C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620026"/>
              <a:ext cx="59257" cy="53976"/>
            </a:xfrm>
            <a:custGeom>
              <a:avLst/>
              <a:gdLst/>
              <a:ahLst/>
              <a:cxnLst/>
              <a:rect l="0" t="0" r="0" b="0"/>
              <a:pathLst>
                <a:path w="59257" h="53976">
                  <a:moveTo>
                    <a:pt x="0" y="53976"/>
                  </a:moveTo>
                  <a:lnTo>
                    <a:pt x="5925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99" name="Candidate_receptor__2817">
              <a:extLst>
                <a:ext uri="{FF2B5EF4-FFF2-40B4-BE49-F238E27FC236}">
                  <a16:creationId xmlns:a16="http://schemas.microsoft.com/office/drawing/2014/main" id="{3D40B563-0DEB-212B-9E98-258E7BFB1BE5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736357"/>
              <a:ext cx="46438" cy="100716"/>
            </a:xfrm>
            <a:custGeom>
              <a:avLst/>
              <a:gdLst/>
              <a:ahLst/>
              <a:cxnLst/>
              <a:rect l="0" t="0" r="0" b="0"/>
              <a:pathLst>
                <a:path w="46438" h="100716">
                  <a:moveTo>
                    <a:pt x="0" y="100716"/>
                  </a:moveTo>
                  <a:lnTo>
                    <a:pt x="46438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500" name="Candidate_receptor__2818">
              <a:extLst>
                <a:ext uri="{FF2B5EF4-FFF2-40B4-BE49-F238E27FC236}">
                  <a16:creationId xmlns:a16="http://schemas.microsoft.com/office/drawing/2014/main" id="{29DD55F1-7B95-FD40-DC70-AB11616F9CE7}"/>
                </a:ext>
              </a:extLst>
            </p:cNvPr>
            <p:cNvSpPr>
              <a:spLocks noGrp="1"/>
            </p:cNvSpPr>
            <p:nvPr/>
          </p:nvSpPr>
          <p:spPr>
            <a:xfrm>
              <a:off x="6257246" y="4709436"/>
              <a:ext cx="94971" cy="53126"/>
            </a:xfrm>
            <a:custGeom>
              <a:avLst/>
              <a:gdLst/>
              <a:ahLst/>
              <a:cxnLst/>
              <a:rect l="0" t="0" r="0" b="0"/>
              <a:pathLst>
                <a:path w="94971" h="53126">
                  <a:moveTo>
                    <a:pt x="0" y="0"/>
                  </a:moveTo>
                  <a:lnTo>
                    <a:pt x="94971" y="5312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501" name="Candidate_receptor__2819">
              <a:extLst>
                <a:ext uri="{FF2B5EF4-FFF2-40B4-BE49-F238E27FC236}">
                  <a16:creationId xmlns:a16="http://schemas.microsoft.com/office/drawing/2014/main" id="{4BAAE61C-4ADC-5D2B-EC5F-67981119FAA2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57111" cy="6110"/>
            </a:xfrm>
            <a:custGeom>
              <a:avLst/>
              <a:gdLst/>
              <a:ahLst/>
              <a:cxnLst/>
              <a:rect l="0" t="0" r="0" b="0"/>
              <a:pathLst>
                <a:path w="57111" h="6110">
                  <a:moveTo>
                    <a:pt x="0" y="0"/>
                  </a:moveTo>
                  <a:lnTo>
                    <a:pt x="57111" y="61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502" name="Candidate_receptor__2820">
              <a:extLst>
                <a:ext uri="{FF2B5EF4-FFF2-40B4-BE49-F238E27FC236}">
                  <a16:creationId xmlns:a16="http://schemas.microsoft.com/office/drawing/2014/main" id="{1CB0A805-35C3-9B2C-4002-1430A73FAF0B}"/>
                </a:ext>
              </a:extLst>
            </p:cNvPr>
            <p:cNvSpPr>
              <a:spLocks noGrp="1"/>
            </p:cNvSpPr>
            <p:nvPr/>
          </p:nvSpPr>
          <p:spPr>
            <a:xfrm>
              <a:off x="4806694" y="4534456"/>
              <a:ext cx="84478" cy="34709"/>
            </a:xfrm>
            <a:custGeom>
              <a:avLst/>
              <a:gdLst/>
              <a:ahLst/>
              <a:cxnLst/>
              <a:rect l="0" t="0" r="0" b="0"/>
              <a:pathLst>
                <a:path w="84478" h="34709">
                  <a:moveTo>
                    <a:pt x="0" y="0"/>
                  </a:moveTo>
                  <a:lnTo>
                    <a:pt x="84478" y="3470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503" name="Candidate_receptor__2821">
              <a:extLst>
                <a:ext uri="{FF2B5EF4-FFF2-40B4-BE49-F238E27FC236}">
                  <a16:creationId xmlns:a16="http://schemas.microsoft.com/office/drawing/2014/main" id="{A0CF694C-E00E-75FB-2CD3-6C80D0A84AA9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5711"/>
              <a:ext cx="115530" cy="4081"/>
            </a:xfrm>
            <a:custGeom>
              <a:avLst/>
              <a:gdLst/>
              <a:ahLst/>
              <a:cxnLst/>
              <a:rect l="0" t="0" r="0" b="0"/>
              <a:pathLst>
                <a:path w="115530" h="4081">
                  <a:moveTo>
                    <a:pt x="115530" y="0"/>
                  </a:moveTo>
                  <a:lnTo>
                    <a:pt x="0" y="408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504" name="Candidate_receptor__2822">
              <a:extLst>
                <a:ext uri="{FF2B5EF4-FFF2-40B4-BE49-F238E27FC236}">
                  <a16:creationId xmlns:a16="http://schemas.microsoft.com/office/drawing/2014/main" id="{EEFB7C8F-02DD-A16A-049A-28D1E6DFBBA9}"/>
                </a:ext>
              </a:extLst>
            </p:cNvPr>
            <p:cNvSpPr>
              <a:spLocks noGrp="1"/>
            </p:cNvSpPr>
            <p:nvPr/>
          </p:nvSpPr>
          <p:spPr>
            <a:xfrm>
              <a:off x="4568974" y="3628894"/>
              <a:ext cx="66772" cy="87361"/>
            </a:xfrm>
            <a:custGeom>
              <a:avLst/>
              <a:gdLst/>
              <a:ahLst/>
              <a:cxnLst/>
              <a:rect l="0" t="0" r="0" b="0"/>
              <a:pathLst>
                <a:path w="66772" h="87361">
                  <a:moveTo>
                    <a:pt x="0" y="0"/>
                  </a:moveTo>
                  <a:lnTo>
                    <a:pt x="66772" y="87361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52505" name="Candidate_receptor__2823">
              <a:extLst>
                <a:ext uri="{FF2B5EF4-FFF2-40B4-BE49-F238E27FC236}">
                  <a16:creationId xmlns:a16="http://schemas.microsoft.com/office/drawing/2014/main" id="{5594E798-EF34-552D-2111-3D1B6ACD6624}"/>
                </a:ext>
              </a:extLst>
            </p:cNvPr>
            <p:cNvSpPr>
              <a:spLocks noGrp="1"/>
            </p:cNvSpPr>
            <p:nvPr/>
          </p:nvSpPr>
          <p:spPr>
            <a:xfrm>
              <a:off x="5741034" y="4360343"/>
              <a:ext cx="108154" cy="9852"/>
            </a:xfrm>
            <a:custGeom>
              <a:avLst/>
              <a:gdLst/>
              <a:ahLst/>
              <a:cxnLst/>
              <a:rect l="0" t="0" r="0" b="0"/>
              <a:pathLst>
                <a:path w="108154" h="9852">
                  <a:moveTo>
                    <a:pt x="108154" y="98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06" name="Candidate_receptor__2824">
              <a:extLst>
                <a:ext uri="{FF2B5EF4-FFF2-40B4-BE49-F238E27FC236}">
                  <a16:creationId xmlns:a16="http://schemas.microsoft.com/office/drawing/2014/main" id="{3987677A-80EA-6466-37E7-A1BAD528DD2C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762561"/>
              <a:ext cx="42109" cy="102783"/>
            </a:xfrm>
            <a:custGeom>
              <a:avLst/>
              <a:gdLst/>
              <a:ahLst/>
              <a:cxnLst/>
              <a:rect l="0" t="0" r="0" b="0"/>
              <a:pathLst>
                <a:path w="42109" h="102783">
                  <a:moveTo>
                    <a:pt x="42109" y="0"/>
                  </a:moveTo>
                  <a:lnTo>
                    <a:pt x="0" y="102783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52507" name="Candidate_receptor__2825">
              <a:extLst>
                <a:ext uri="{FF2B5EF4-FFF2-40B4-BE49-F238E27FC236}">
                  <a16:creationId xmlns:a16="http://schemas.microsoft.com/office/drawing/2014/main" id="{DAC6CA1F-B943-D6E8-A429-02B37B9B84BC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199189"/>
              <a:ext cx="69560" cy="54095"/>
            </a:xfrm>
            <a:custGeom>
              <a:avLst/>
              <a:gdLst/>
              <a:ahLst/>
              <a:cxnLst/>
              <a:rect l="0" t="0" r="0" b="0"/>
              <a:pathLst>
                <a:path w="69560" h="54095">
                  <a:moveTo>
                    <a:pt x="69560" y="0"/>
                  </a:moveTo>
                  <a:lnTo>
                    <a:pt x="0" y="54095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08" name="Candidate_receptor__2826">
              <a:extLst>
                <a:ext uri="{FF2B5EF4-FFF2-40B4-BE49-F238E27FC236}">
                  <a16:creationId xmlns:a16="http://schemas.microsoft.com/office/drawing/2014/main" id="{B0369F88-C78F-9E74-8005-31D279014FEF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752261"/>
              <a:ext cx="23055" cy="112820"/>
            </a:xfrm>
            <a:custGeom>
              <a:avLst/>
              <a:gdLst/>
              <a:ahLst/>
              <a:cxnLst/>
              <a:rect l="0" t="0" r="0" b="0"/>
              <a:pathLst>
                <a:path w="23055" h="112820">
                  <a:moveTo>
                    <a:pt x="0" y="112820"/>
                  </a:moveTo>
                  <a:lnTo>
                    <a:pt x="23055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09" name="Candidate_receptor__2827">
              <a:extLst>
                <a:ext uri="{FF2B5EF4-FFF2-40B4-BE49-F238E27FC236}">
                  <a16:creationId xmlns:a16="http://schemas.microsoft.com/office/drawing/2014/main" id="{84E4C43B-4115-9044-D74F-1E9A7FD8A689}"/>
                </a:ext>
              </a:extLst>
            </p:cNvPr>
            <p:cNvSpPr>
              <a:spLocks noGrp="1"/>
            </p:cNvSpPr>
            <p:nvPr/>
          </p:nvSpPr>
          <p:spPr>
            <a:xfrm>
              <a:off x="6071519" y="4108464"/>
              <a:ext cx="12689" cy="90726"/>
            </a:xfrm>
            <a:custGeom>
              <a:avLst/>
              <a:gdLst/>
              <a:ahLst/>
              <a:cxnLst/>
              <a:rect l="0" t="0" r="0" b="0"/>
              <a:pathLst>
                <a:path w="12689" h="90726">
                  <a:moveTo>
                    <a:pt x="12689" y="0"/>
                  </a:moveTo>
                  <a:lnTo>
                    <a:pt x="0" y="90726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10" name="Candidate_receptor__2828">
              <a:extLst>
                <a:ext uri="{FF2B5EF4-FFF2-40B4-BE49-F238E27FC236}">
                  <a16:creationId xmlns:a16="http://schemas.microsoft.com/office/drawing/2014/main" id="{20591CA8-6C60-3DB1-B73A-F84CA2A5C9B0}"/>
                </a:ext>
              </a:extLst>
            </p:cNvPr>
            <p:cNvSpPr>
              <a:spLocks noGrp="1"/>
            </p:cNvSpPr>
            <p:nvPr/>
          </p:nvSpPr>
          <p:spPr>
            <a:xfrm>
              <a:off x="6402439" y="3533149"/>
              <a:ext cx="51168" cy="99419"/>
            </a:xfrm>
            <a:custGeom>
              <a:avLst/>
              <a:gdLst/>
              <a:ahLst/>
              <a:cxnLst/>
              <a:rect l="0" t="0" r="0" b="0"/>
              <a:pathLst>
                <a:path w="51168" h="99419">
                  <a:moveTo>
                    <a:pt x="0" y="99419"/>
                  </a:moveTo>
                  <a:lnTo>
                    <a:pt x="51168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11" name="Candidate_receptor__2829">
              <a:extLst>
                <a:ext uri="{FF2B5EF4-FFF2-40B4-BE49-F238E27FC236}">
                  <a16:creationId xmlns:a16="http://schemas.microsoft.com/office/drawing/2014/main" id="{21E0B339-A80F-5C71-B8F0-13E86652C4EE}"/>
                </a:ext>
              </a:extLst>
            </p:cNvPr>
            <p:cNvSpPr>
              <a:spLocks noGrp="1"/>
            </p:cNvSpPr>
            <p:nvPr/>
          </p:nvSpPr>
          <p:spPr>
            <a:xfrm>
              <a:off x="4772212" y="4905600"/>
              <a:ext cx="77190" cy="70785"/>
            </a:xfrm>
            <a:custGeom>
              <a:avLst/>
              <a:gdLst/>
              <a:ahLst/>
              <a:cxnLst/>
              <a:rect l="0" t="0" r="0" b="0"/>
              <a:pathLst>
                <a:path w="77190" h="70785">
                  <a:moveTo>
                    <a:pt x="77190" y="707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12" name="Candidate_receptor__2830">
              <a:extLst>
                <a:ext uri="{FF2B5EF4-FFF2-40B4-BE49-F238E27FC236}">
                  <a16:creationId xmlns:a16="http://schemas.microsoft.com/office/drawing/2014/main" id="{0D9D2946-B951-0BED-82D1-77289907F654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5600"/>
              <a:ext cx="90670" cy="53630"/>
            </a:xfrm>
            <a:custGeom>
              <a:avLst/>
              <a:gdLst/>
              <a:ahLst/>
              <a:cxnLst/>
              <a:rect l="0" t="0" r="0" b="0"/>
              <a:pathLst>
                <a:path w="90670" h="53630">
                  <a:moveTo>
                    <a:pt x="90670" y="0"/>
                  </a:moveTo>
                  <a:lnTo>
                    <a:pt x="0" y="5363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13" name="Candidate_receptor__2831">
              <a:extLst>
                <a:ext uri="{FF2B5EF4-FFF2-40B4-BE49-F238E27FC236}">
                  <a16:creationId xmlns:a16="http://schemas.microsoft.com/office/drawing/2014/main" id="{6EA5041D-A0A0-4EE5-D173-54FC9F775432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569165"/>
              <a:ext cx="11725" cy="105299"/>
            </a:xfrm>
            <a:custGeom>
              <a:avLst/>
              <a:gdLst/>
              <a:ahLst/>
              <a:cxnLst/>
              <a:rect l="0" t="0" r="0" b="0"/>
              <a:pathLst>
                <a:path w="11725" h="105299">
                  <a:moveTo>
                    <a:pt x="11725" y="0"/>
                  </a:moveTo>
                  <a:lnTo>
                    <a:pt x="0" y="10529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14" name="Candidate_receptor__2832">
              <a:extLst>
                <a:ext uri="{FF2B5EF4-FFF2-40B4-BE49-F238E27FC236}">
                  <a16:creationId xmlns:a16="http://schemas.microsoft.com/office/drawing/2014/main" id="{2F3B9F6F-E74C-E91E-08DA-E2C2DED788E9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80703"/>
              <a:ext cx="88343" cy="42494"/>
            </a:xfrm>
            <a:custGeom>
              <a:avLst/>
              <a:gdLst/>
              <a:ahLst/>
              <a:cxnLst/>
              <a:rect l="0" t="0" r="0" b="0"/>
              <a:pathLst>
                <a:path w="88343" h="42494">
                  <a:moveTo>
                    <a:pt x="0" y="42494"/>
                  </a:moveTo>
                  <a:lnTo>
                    <a:pt x="88343" y="0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52515" name="Candidate_receptor__2833">
              <a:extLst>
                <a:ext uri="{FF2B5EF4-FFF2-40B4-BE49-F238E27FC236}">
                  <a16:creationId xmlns:a16="http://schemas.microsoft.com/office/drawing/2014/main" id="{75B0A26F-B57C-7BB8-3DA9-32B093052150}"/>
                </a:ext>
              </a:extLst>
            </p:cNvPr>
            <p:cNvSpPr>
              <a:spLocks noGrp="1"/>
            </p:cNvSpPr>
            <p:nvPr/>
          </p:nvSpPr>
          <p:spPr>
            <a:xfrm>
              <a:off x="5033230" y="3387915"/>
              <a:ext cx="42829" cy="96843"/>
            </a:xfrm>
            <a:custGeom>
              <a:avLst/>
              <a:gdLst/>
              <a:ahLst/>
              <a:cxnLst/>
              <a:rect l="0" t="0" r="0" b="0"/>
              <a:pathLst>
                <a:path w="42829" h="96843">
                  <a:moveTo>
                    <a:pt x="0" y="0"/>
                  </a:moveTo>
                  <a:lnTo>
                    <a:pt x="42829" y="96843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16" name="Candidate_receptor__2834">
              <a:extLst>
                <a:ext uri="{FF2B5EF4-FFF2-40B4-BE49-F238E27FC236}">
                  <a16:creationId xmlns:a16="http://schemas.microsoft.com/office/drawing/2014/main" id="{20FA8729-40AE-3CFC-6251-822666DC899E}"/>
                </a:ext>
              </a:extLst>
            </p:cNvPr>
            <p:cNvSpPr>
              <a:spLocks noGrp="1"/>
            </p:cNvSpPr>
            <p:nvPr/>
          </p:nvSpPr>
          <p:spPr>
            <a:xfrm>
              <a:off x="4981491" y="3828519"/>
              <a:ext cx="34106" cy="60129"/>
            </a:xfrm>
            <a:custGeom>
              <a:avLst/>
              <a:gdLst/>
              <a:ahLst/>
              <a:cxnLst/>
              <a:rect l="0" t="0" r="0" b="0"/>
              <a:pathLst>
                <a:path w="34106" h="60129">
                  <a:moveTo>
                    <a:pt x="34106" y="0"/>
                  </a:moveTo>
                  <a:lnTo>
                    <a:pt x="0" y="6012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17" name="Candidate_receptor__2835">
              <a:extLst>
                <a:ext uri="{FF2B5EF4-FFF2-40B4-BE49-F238E27FC236}">
                  <a16:creationId xmlns:a16="http://schemas.microsoft.com/office/drawing/2014/main" id="{B4BFB174-4DA1-3EEB-B93B-BF759B87FC82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245775"/>
              <a:ext cx="84061" cy="76795"/>
            </a:xfrm>
            <a:custGeom>
              <a:avLst/>
              <a:gdLst/>
              <a:ahLst/>
              <a:cxnLst/>
              <a:rect l="0" t="0" r="0" b="0"/>
              <a:pathLst>
                <a:path w="84061" h="76795">
                  <a:moveTo>
                    <a:pt x="84061" y="767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18" name="Candidate_receptor__2836">
              <a:extLst>
                <a:ext uri="{FF2B5EF4-FFF2-40B4-BE49-F238E27FC236}">
                  <a16:creationId xmlns:a16="http://schemas.microsoft.com/office/drawing/2014/main" id="{18DDDB63-A298-0926-21DF-63BDC8C1F533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111008"/>
              <a:ext cx="11975" cy="4640"/>
            </a:xfrm>
            <a:custGeom>
              <a:avLst/>
              <a:gdLst/>
              <a:ahLst/>
              <a:cxnLst/>
              <a:rect l="0" t="0" r="0" b="0"/>
              <a:pathLst>
                <a:path w="11975" h="4640">
                  <a:moveTo>
                    <a:pt x="0" y="0"/>
                  </a:moveTo>
                  <a:lnTo>
                    <a:pt x="11975" y="464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19" name="Candidate_receptor__2837">
              <a:extLst>
                <a:ext uri="{FF2B5EF4-FFF2-40B4-BE49-F238E27FC236}">
                  <a16:creationId xmlns:a16="http://schemas.microsoft.com/office/drawing/2014/main" id="{756377D5-EA09-0379-1D67-C89DDD419269}"/>
                </a:ext>
              </a:extLst>
            </p:cNvPr>
            <p:cNvSpPr>
              <a:spLocks noGrp="1"/>
            </p:cNvSpPr>
            <p:nvPr/>
          </p:nvSpPr>
          <p:spPr>
            <a:xfrm>
              <a:off x="5726473" y="3492476"/>
              <a:ext cx="26798" cy="90434"/>
            </a:xfrm>
            <a:custGeom>
              <a:avLst/>
              <a:gdLst/>
              <a:ahLst/>
              <a:cxnLst/>
              <a:rect l="0" t="0" r="0" b="0"/>
              <a:pathLst>
                <a:path w="26798" h="90434">
                  <a:moveTo>
                    <a:pt x="0" y="0"/>
                  </a:moveTo>
                  <a:lnTo>
                    <a:pt x="26798" y="90434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52520" name="Candidate_receptor__2838">
              <a:extLst>
                <a:ext uri="{FF2B5EF4-FFF2-40B4-BE49-F238E27FC236}">
                  <a16:creationId xmlns:a16="http://schemas.microsoft.com/office/drawing/2014/main" id="{DC674A6A-DE2C-E9F9-FE4C-D74EE70D1828}"/>
                </a:ext>
              </a:extLst>
            </p:cNvPr>
            <p:cNvSpPr>
              <a:spLocks noGrp="1"/>
            </p:cNvSpPr>
            <p:nvPr/>
          </p:nvSpPr>
          <p:spPr>
            <a:xfrm>
              <a:off x="4785875" y="4976386"/>
              <a:ext cx="63527" cy="93188"/>
            </a:xfrm>
            <a:custGeom>
              <a:avLst/>
              <a:gdLst/>
              <a:ahLst/>
              <a:cxnLst/>
              <a:rect l="0" t="0" r="0" b="0"/>
              <a:pathLst>
                <a:path w="63527" h="93188">
                  <a:moveTo>
                    <a:pt x="0" y="93188"/>
                  </a:moveTo>
                  <a:lnTo>
                    <a:pt x="63527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21" name="Candidate_receptor__2839">
              <a:extLst>
                <a:ext uri="{FF2B5EF4-FFF2-40B4-BE49-F238E27FC236}">
                  <a16:creationId xmlns:a16="http://schemas.microsoft.com/office/drawing/2014/main" id="{1230B7A1-991D-9457-E236-1EC77B0A99BF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709436"/>
              <a:ext cx="60276" cy="39577"/>
            </a:xfrm>
            <a:custGeom>
              <a:avLst/>
              <a:gdLst/>
              <a:ahLst/>
              <a:cxnLst/>
              <a:rect l="0" t="0" r="0" b="0"/>
              <a:pathLst>
                <a:path w="60276" h="39577">
                  <a:moveTo>
                    <a:pt x="0" y="39577"/>
                  </a:moveTo>
                  <a:lnTo>
                    <a:pt x="60276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22" name="Candidate_receptor__2840">
              <a:extLst>
                <a:ext uri="{FF2B5EF4-FFF2-40B4-BE49-F238E27FC236}">
                  <a16:creationId xmlns:a16="http://schemas.microsoft.com/office/drawing/2014/main" id="{A4B52CC1-F97A-5E42-5718-6D7657ECEE12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816856"/>
              <a:ext cx="87841" cy="52351"/>
            </a:xfrm>
            <a:custGeom>
              <a:avLst/>
              <a:gdLst/>
              <a:ahLst/>
              <a:cxnLst/>
              <a:rect l="0" t="0" r="0" b="0"/>
              <a:pathLst>
                <a:path w="87841" h="52351">
                  <a:moveTo>
                    <a:pt x="0" y="0"/>
                  </a:moveTo>
                  <a:lnTo>
                    <a:pt x="87841" y="52351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23" name="Candidate_receptor__2841">
              <a:extLst>
                <a:ext uri="{FF2B5EF4-FFF2-40B4-BE49-F238E27FC236}">
                  <a16:creationId xmlns:a16="http://schemas.microsoft.com/office/drawing/2014/main" id="{65F8F233-9DD9-C0E5-9C48-20DA46C85F94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530839"/>
              <a:ext cx="63123" cy="95091"/>
            </a:xfrm>
            <a:custGeom>
              <a:avLst/>
              <a:gdLst/>
              <a:ahLst/>
              <a:cxnLst/>
              <a:rect l="0" t="0" r="0" b="0"/>
              <a:pathLst>
                <a:path w="63123" h="95091">
                  <a:moveTo>
                    <a:pt x="0" y="95091"/>
                  </a:moveTo>
                  <a:lnTo>
                    <a:pt x="63123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24" name="Candidate_receptor__2842">
              <a:extLst>
                <a:ext uri="{FF2B5EF4-FFF2-40B4-BE49-F238E27FC236}">
                  <a16:creationId xmlns:a16="http://schemas.microsoft.com/office/drawing/2014/main" id="{885A692D-2A1E-DB23-F182-DD845B2708CE}"/>
                </a:ext>
              </a:extLst>
            </p:cNvPr>
            <p:cNvSpPr>
              <a:spLocks noGrp="1"/>
            </p:cNvSpPr>
            <p:nvPr/>
          </p:nvSpPr>
          <p:spPr>
            <a:xfrm>
              <a:off x="6156010" y="3766000"/>
              <a:ext cx="114141" cy="15439"/>
            </a:xfrm>
            <a:custGeom>
              <a:avLst/>
              <a:gdLst/>
              <a:ahLst/>
              <a:cxnLst/>
              <a:rect l="0" t="0" r="0" b="0"/>
              <a:pathLst>
                <a:path w="114141" h="15439">
                  <a:moveTo>
                    <a:pt x="0" y="0"/>
                  </a:moveTo>
                  <a:lnTo>
                    <a:pt x="114141" y="1543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25" name="Candidate_receptor__2843">
              <a:extLst>
                <a:ext uri="{FF2B5EF4-FFF2-40B4-BE49-F238E27FC236}">
                  <a16:creationId xmlns:a16="http://schemas.microsoft.com/office/drawing/2014/main" id="{E0643D08-0C4B-11FA-0451-5C10A5311909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524162"/>
              <a:ext cx="13704" cy="83502"/>
            </a:xfrm>
            <a:custGeom>
              <a:avLst/>
              <a:gdLst/>
              <a:ahLst/>
              <a:cxnLst/>
              <a:rect l="0" t="0" r="0" b="0"/>
              <a:pathLst>
                <a:path w="13704" h="83502">
                  <a:moveTo>
                    <a:pt x="13704" y="835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26" name="Candidate_receptor__2844">
              <a:extLst>
                <a:ext uri="{FF2B5EF4-FFF2-40B4-BE49-F238E27FC236}">
                  <a16:creationId xmlns:a16="http://schemas.microsoft.com/office/drawing/2014/main" id="{CCA059A9-660B-6EAB-1897-EA213C0BC259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6592"/>
              <a:ext cx="94167" cy="34666"/>
            </a:xfrm>
            <a:custGeom>
              <a:avLst/>
              <a:gdLst/>
              <a:ahLst/>
              <a:cxnLst/>
              <a:rect l="0" t="0" r="0" b="0"/>
              <a:pathLst>
                <a:path w="94167" h="34666">
                  <a:moveTo>
                    <a:pt x="0" y="34666"/>
                  </a:moveTo>
                  <a:lnTo>
                    <a:pt x="94167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27" name="Candidate_receptor__2845">
              <a:extLst>
                <a:ext uri="{FF2B5EF4-FFF2-40B4-BE49-F238E27FC236}">
                  <a16:creationId xmlns:a16="http://schemas.microsoft.com/office/drawing/2014/main" id="{C6221AE7-6B9B-66DA-588D-BC16987E5260}"/>
                </a:ext>
              </a:extLst>
            </p:cNvPr>
            <p:cNvSpPr>
              <a:spLocks noGrp="1"/>
            </p:cNvSpPr>
            <p:nvPr/>
          </p:nvSpPr>
          <p:spPr>
            <a:xfrm>
              <a:off x="5669691" y="2696519"/>
              <a:ext cx="87450" cy="4646"/>
            </a:xfrm>
            <a:custGeom>
              <a:avLst/>
              <a:gdLst/>
              <a:ahLst/>
              <a:cxnLst/>
              <a:rect l="0" t="0" r="0" b="0"/>
              <a:pathLst>
                <a:path w="87450" h="4646">
                  <a:moveTo>
                    <a:pt x="0" y="4646"/>
                  </a:moveTo>
                  <a:lnTo>
                    <a:pt x="8745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28" name="Candidate_receptor__2846">
              <a:extLst>
                <a:ext uri="{FF2B5EF4-FFF2-40B4-BE49-F238E27FC236}">
                  <a16:creationId xmlns:a16="http://schemas.microsoft.com/office/drawing/2014/main" id="{0E7B0563-382D-2DC0-FA43-495CDA2FD928}"/>
                </a:ext>
              </a:extLst>
            </p:cNvPr>
            <p:cNvSpPr>
              <a:spLocks noGrp="1"/>
            </p:cNvSpPr>
            <p:nvPr/>
          </p:nvSpPr>
          <p:spPr>
            <a:xfrm>
              <a:off x="5459825" y="3495179"/>
              <a:ext cx="99642" cy="46473"/>
            </a:xfrm>
            <a:custGeom>
              <a:avLst/>
              <a:gdLst/>
              <a:ahLst/>
              <a:cxnLst/>
              <a:rect l="0" t="0" r="0" b="0"/>
              <a:pathLst>
                <a:path w="99642" h="46473">
                  <a:moveTo>
                    <a:pt x="99642" y="0"/>
                  </a:moveTo>
                  <a:lnTo>
                    <a:pt x="0" y="46473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29" name="Candidate_receptor__2847">
              <a:extLst>
                <a:ext uri="{FF2B5EF4-FFF2-40B4-BE49-F238E27FC236}">
                  <a16:creationId xmlns:a16="http://schemas.microsoft.com/office/drawing/2014/main" id="{33B50843-7900-4231-5505-BC424F6C3A74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717693"/>
              <a:ext cx="49109" cy="10526"/>
            </a:xfrm>
            <a:custGeom>
              <a:avLst/>
              <a:gdLst/>
              <a:ahLst/>
              <a:cxnLst/>
              <a:rect l="0" t="0" r="0" b="0"/>
              <a:pathLst>
                <a:path w="49109" h="10526">
                  <a:moveTo>
                    <a:pt x="49109" y="10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30" name="Candidate_receptor__2848">
              <a:extLst>
                <a:ext uri="{FF2B5EF4-FFF2-40B4-BE49-F238E27FC236}">
                  <a16:creationId xmlns:a16="http://schemas.microsoft.com/office/drawing/2014/main" id="{F9FC7322-30F8-EA24-C5E1-094B2C4B7520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724295"/>
              <a:ext cx="14904" cy="92561"/>
            </a:xfrm>
            <a:custGeom>
              <a:avLst/>
              <a:gdLst/>
              <a:ahLst/>
              <a:cxnLst/>
              <a:rect l="0" t="0" r="0" b="0"/>
              <a:pathLst>
                <a:path w="14904" h="92561">
                  <a:moveTo>
                    <a:pt x="14904" y="0"/>
                  </a:moveTo>
                  <a:lnTo>
                    <a:pt x="0" y="9256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31" name="Candidate_receptor__2849">
              <a:extLst>
                <a:ext uri="{FF2B5EF4-FFF2-40B4-BE49-F238E27FC236}">
                  <a16:creationId xmlns:a16="http://schemas.microsoft.com/office/drawing/2014/main" id="{6F01DFC0-FE6C-7859-1F09-E204A1E46D3A}"/>
                </a:ext>
              </a:extLst>
            </p:cNvPr>
            <p:cNvSpPr>
              <a:spLocks noGrp="1"/>
            </p:cNvSpPr>
            <p:nvPr/>
          </p:nvSpPr>
          <p:spPr>
            <a:xfrm>
              <a:off x="4635746" y="3716254"/>
              <a:ext cx="66834" cy="5657"/>
            </a:xfrm>
            <a:custGeom>
              <a:avLst/>
              <a:gdLst/>
              <a:ahLst/>
              <a:cxnLst/>
              <a:rect l="0" t="0" r="0" b="0"/>
              <a:pathLst>
                <a:path w="66834" h="5657">
                  <a:moveTo>
                    <a:pt x="0" y="0"/>
                  </a:moveTo>
                  <a:lnTo>
                    <a:pt x="66834" y="565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32" name="Candidate_receptor__2850">
              <a:extLst>
                <a:ext uri="{FF2B5EF4-FFF2-40B4-BE49-F238E27FC236}">
                  <a16:creationId xmlns:a16="http://schemas.microsoft.com/office/drawing/2014/main" id="{FED9CE9D-D023-1FCE-F1D8-F4D8B2A9B1CC}"/>
                </a:ext>
              </a:extLst>
            </p:cNvPr>
            <p:cNvSpPr>
              <a:spLocks noGrp="1"/>
            </p:cNvSpPr>
            <p:nvPr/>
          </p:nvSpPr>
          <p:spPr>
            <a:xfrm>
              <a:off x="6660278" y="4555711"/>
              <a:ext cx="7094" cy="90276"/>
            </a:xfrm>
            <a:custGeom>
              <a:avLst/>
              <a:gdLst/>
              <a:ahLst/>
              <a:cxnLst/>
              <a:rect l="0" t="0" r="0" b="0"/>
              <a:pathLst>
                <a:path w="7094" h="90276">
                  <a:moveTo>
                    <a:pt x="7094" y="90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33" name="Candidate_receptor__2851">
              <a:extLst>
                <a:ext uri="{FF2B5EF4-FFF2-40B4-BE49-F238E27FC236}">
                  <a16:creationId xmlns:a16="http://schemas.microsoft.com/office/drawing/2014/main" id="{86B7CC53-D6C5-21F2-ADC3-CE37E7F22868}"/>
                </a:ext>
              </a:extLst>
            </p:cNvPr>
            <p:cNvSpPr>
              <a:spLocks noGrp="1"/>
            </p:cNvSpPr>
            <p:nvPr/>
          </p:nvSpPr>
          <p:spPr>
            <a:xfrm>
              <a:off x="5979402" y="3526906"/>
              <a:ext cx="67234" cy="51436"/>
            </a:xfrm>
            <a:custGeom>
              <a:avLst/>
              <a:gdLst/>
              <a:ahLst/>
              <a:cxnLst/>
              <a:rect l="0" t="0" r="0" b="0"/>
              <a:pathLst>
                <a:path w="67234" h="51436">
                  <a:moveTo>
                    <a:pt x="0" y="0"/>
                  </a:moveTo>
                  <a:lnTo>
                    <a:pt x="67234" y="51436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34" name="Candidate_receptor__2852">
              <a:extLst>
                <a:ext uri="{FF2B5EF4-FFF2-40B4-BE49-F238E27FC236}">
                  <a16:creationId xmlns:a16="http://schemas.microsoft.com/office/drawing/2014/main" id="{AC154AC8-36E6-5DAF-6488-CE5D5CB1D713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86406"/>
              <a:ext cx="88364" cy="22815"/>
            </a:xfrm>
            <a:custGeom>
              <a:avLst/>
              <a:gdLst/>
              <a:ahLst/>
              <a:cxnLst/>
              <a:rect l="0" t="0" r="0" b="0"/>
              <a:pathLst>
                <a:path w="88364" h="22815">
                  <a:moveTo>
                    <a:pt x="88364" y="0"/>
                  </a:moveTo>
                  <a:lnTo>
                    <a:pt x="0" y="2281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35" name="Candidate_receptor__2853">
              <a:extLst>
                <a:ext uri="{FF2B5EF4-FFF2-40B4-BE49-F238E27FC236}">
                  <a16:creationId xmlns:a16="http://schemas.microsoft.com/office/drawing/2014/main" id="{28752216-6257-C9FD-4D35-CEEA6F21D569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738101"/>
              <a:ext cx="60930" cy="75616"/>
            </a:xfrm>
            <a:custGeom>
              <a:avLst/>
              <a:gdLst/>
              <a:ahLst/>
              <a:cxnLst/>
              <a:rect l="0" t="0" r="0" b="0"/>
              <a:pathLst>
                <a:path w="60930" h="75616">
                  <a:moveTo>
                    <a:pt x="60930" y="756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36" name="Candidate_receptor__2854">
              <a:extLst>
                <a:ext uri="{FF2B5EF4-FFF2-40B4-BE49-F238E27FC236}">
                  <a16:creationId xmlns:a16="http://schemas.microsoft.com/office/drawing/2014/main" id="{2E49E7DD-0A34-18C8-A001-EE7634869398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360343"/>
              <a:ext cx="39878" cy="14807"/>
            </a:xfrm>
            <a:custGeom>
              <a:avLst/>
              <a:gdLst/>
              <a:ahLst/>
              <a:cxnLst/>
              <a:rect l="0" t="0" r="0" b="0"/>
              <a:pathLst>
                <a:path w="39878" h="14807">
                  <a:moveTo>
                    <a:pt x="39878" y="0"/>
                  </a:moveTo>
                  <a:lnTo>
                    <a:pt x="0" y="1480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37" name="Candidate_receptor__2855">
              <a:extLst>
                <a:ext uri="{FF2B5EF4-FFF2-40B4-BE49-F238E27FC236}">
                  <a16:creationId xmlns:a16="http://schemas.microsoft.com/office/drawing/2014/main" id="{1B38FB4F-111B-379D-2F4A-754FF9FCFB22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45987"/>
              <a:ext cx="73988" cy="59886"/>
            </a:xfrm>
            <a:custGeom>
              <a:avLst/>
              <a:gdLst/>
              <a:ahLst/>
              <a:cxnLst/>
              <a:rect l="0" t="0" r="0" b="0"/>
              <a:pathLst>
                <a:path w="73988" h="59886">
                  <a:moveTo>
                    <a:pt x="0" y="59886"/>
                  </a:moveTo>
                  <a:lnTo>
                    <a:pt x="7398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38" name="Candidate_receptor__2856">
              <a:extLst>
                <a:ext uri="{FF2B5EF4-FFF2-40B4-BE49-F238E27FC236}">
                  <a16:creationId xmlns:a16="http://schemas.microsoft.com/office/drawing/2014/main" id="{498A44A3-060B-021F-5F3E-DCC1B6612B66}"/>
                </a:ext>
              </a:extLst>
            </p:cNvPr>
            <p:cNvSpPr>
              <a:spLocks noGrp="1"/>
            </p:cNvSpPr>
            <p:nvPr/>
          </p:nvSpPr>
          <p:spPr>
            <a:xfrm>
              <a:off x="5960110" y="3966592"/>
              <a:ext cx="66792" cy="52290"/>
            </a:xfrm>
            <a:custGeom>
              <a:avLst/>
              <a:gdLst/>
              <a:ahLst/>
              <a:cxnLst/>
              <a:rect l="0" t="0" r="0" b="0"/>
              <a:pathLst>
                <a:path w="66792" h="52290">
                  <a:moveTo>
                    <a:pt x="0" y="0"/>
                  </a:moveTo>
                  <a:lnTo>
                    <a:pt x="66792" y="5229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39" name="Candidate_receptor__2857">
              <a:extLst>
                <a:ext uri="{FF2B5EF4-FFF2-40B4-BE49-F238E27FC236}">
                  <a16:creationId xmlns:a16="http://schemas.microsoft.com/office/drawing/2014/main" id="{8ECFCD3D-510A-3DEE-87C7-A34DEF579F38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181382"/>
              <a:ext cx="65845" cy="80732"/>
            </a:xfrm>
            <a:custGeom>
              <a:avLst/>
              <a:gdLst/>
              <a:ahLst/>
              <a:cxnLst/>
              <a:rect l="0" t="0" r="0" b="0"/>
              <a:pathLst>
                <a:path w="65845" h="80732">
                  <a:moveTo>
                    <a:pt x="65845" y="0"/>
                  </a:moveTo>
                  <a:lnTo>
                    <a:pt x="0" y="80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40" name="Candidate_receptor__2858">
              <a:extLst>
                <a:ext uri="{FF2B5EF4-FFF2-40B4-BE49-F238E27FC236}">
                  <a16:creationId xmlns:a16="http://schemas.microsoft.com/office/drawing/2014/main" id="{5EEC8879-C98F-4945-A355-4F37790467DB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59773"/>
              <a:ext cx="44180" cy="56244"/>
            </a:xfrm>
            <a:custGeom>
              <a:avLst/>
              <a:gdLst/>
              <a:ahLst/>
              <a:cxnLst/>
              <a:rect l="0" t="0" r="0" b="0"/>
              <a:pathLst>
                <a:path w="44180" h="56244">
                  <a:moveTo>
                    <a:pt x="0" y="56244"/>
                  </a:moveTo>
                  <a:lnTo>
                    <a:pt x="4418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41" name="Candidate_receptor__2859">
              <a:extLst>
                <a:ext uri="{FF2B5EF4-FFF2-40B4-BE49-F238E27FC236}">
                  <a16:creationId xmlns:a16="http://schemas.microsoft.com/office/drawing/2014/main" id="{8CABEFE6-DCAE-B065-4D26-97DBEB2F8033}"/>
                </a:ext>
              </a:extLst>
            </p:cNvPr>
            <p:cNvSpPr>
              <a:spLocks noGrp="1"/>
            </p:cNvSpPr>
            <p:nvPr/>
          </p:nvSpPr>
          <p:spPr>
            <a:xfrm>
              <a:off x="5596114" y="2833299"/>
              <a:ext cx="107243" cy="28067"/>
            </a:xfrm>
            <a:custGeom>
              <a:avLst/>
              <a:gdLst/>
              <a:ahLst/>
              <a:cxnLst/>
              <a:rect l="0" t="0" r="0" b="0"/>
              <a:pathLst>
                <a:path w="107243" h="28067">
                  <a:moveTo>
                    <a:pt x="107243" y="0"/>
                  </a:moveTo>
                  <a:lnTo>
                    <a:pt x="0" y="28067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42" name="Candidate_receptor__2860">
              <a:extLst>
                <a:ext uri="{FF2B5EF4-FFF2-40B4-BE49-F238E27FC236}">
                  <a16:creationId xmlns:a16="http://schemas.microsoft.com/office/drawing/2014/main" id="{45BBBF1B-9092-B0E0-3697-C62AE4253E3A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26930"/>
              <a:ext cx="67094" cy="68654"/>
            </a:xfrm>
            <a:custGeom>
              <a:avLst/>
              <a:gdLst/>
              <a:ahLst/>
              <a:cxnLst/>
              <a:rect l="0" t="0" r="0" b="0"/>
              <a:pathLst>
                <a:path w="67094" h="68654">
                  <a:moveTo>
                    <a:pt x="0" y="68654"/>
                  </a:moveTo>
                  <a:lnTo>
                    <a:pt x="67094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43" name="Candidate_receptor__2861">
              <a:extLst>
                <a:ext uri="{FF2B5EF4-FFF2-40B4-BE49-F238E27FC236}">
                  <a16:creationId xmlns:a16="http://schemas.microsoft.com/office/drawing/2014/main" id="{9205FDAF-63A8-EFF6-8894-F41F8D9591E9}"/>
                </a:ext>
              </a:extLst>
            </p:cNvPr>
            <p:cNvSpPr>
              <a:spLocks noGrp="1"/>
            </p:cNvSpPr>
            <p:nvPr/>
          </p:nvSpPr>
          <p:spPr>
            <a:xfrm>
              <a:off x="6270938" y="4181382"/>
              <a:ext cx="95188" cy="34257"/>
            </a:xfrm>
            <a:custGeom>
              <a:avLst/>
              <a:gdLst/>
              <a:ahLst/>
              <a:cxnLst/>
              <a:rect l="0" t="0" r="0" b="0"/>
              <a:pathLst>
                <a:path w="95188" h="34257">
                  <a:moveTo>
                    <a:pt x="95188" y="342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44" name="Candidate_receptor__2862">
              <a:extLst>
                <a:ext uri="{FF2B5EF4-FFF2-40B4-BE49-F238E27FC236}">
                  <a16:creationId xmlns:a16="http://schemas.microsoft.com/office/drawing/2014/main" id="{8DD3C8F1-F571-0925-CEFE-5DCFB335CFA1}"/>
                </a:ext>
              </a:extLst>
            </p:cNvPr>
            <p:cNvSpPr>
              <a:spLocks noGrp="1"/>
            </p:cNvSpPr>
            <p:nvPr/>
          </p:nvSpPr>
          <p:spPr>
            <a:xfrm>
              <a:off x="4648482" y="2476987"/>
              <a:ext cx="4953" cy="74973"/>
            </a:xfrm>
            <a:custGeom>
              <a:avLst/>
              <a:gdLst/>
              <a:ahLst/>
              <a:cxnLst/>
              <a:rect l="0" t="0" r="0" b="0"/>
              <a:pathLst>
                <a:path w="4953" h="74973">
                  <a:moveTo>
                    <a:pt x="0" y="74973"/>
                  </a:moveTo>
                  <a:lnTo>
                    <a:pt x="4953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45" name="Candidate_receptor__2863">
              <a:extLst>
                <a:ext uri="{FF2B5EF4-FFF2-40B4-BE49-F238E27FC236}">
                  <a16:creationId xmlns:a16="http://schemas.microsoft.com/office/drawing/2014/main" id="{045196D5-11B6-35AA-91F3-362C26335A87}"/>
                </a:ext>
              </a:extLst>
            </p:cNvPr>
            <p:cNvSpPr>
              <a:spLocks noGrp="1"/>
            </p:cNvSpPr>
            <p:nvPr/>
          </p:nvSpPr>
          <p:spPr>
            <a:xfrm>
              <a:off x="6258908" y="3781439"/>
              <a:ext cx="11243" cy="104967"/>
            </a:xfrm>
            <a:custGeom>
              <a:avLst/>
              <a:gdLst/>
              <a:ahLst/>
              <a:cxnLst/>
              <a:rect l="0" t="0" r="0" b="0"/>
              <a:pathLst>
                <a:path w="11243" h="104967">
                  <a:moveTo>
                    <a:pt x="11243" y="0"/>
                  </a:moveTo>
                  <a:lnTo>
                    <a:pt x="0" y="10496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46" name="Candidate_receptor__2864">
              <a:extLst>
                <a:ext uri="{FF2B5EF4-FFF2-40B4-BE49-F238E27FC236}">
                  <a16:creationId xmlns:a16="http://schemas.microsoft.com/office/drawing/2014/main" id="{92BD84AD-F652-D6D0-A726-7B644ACC44B3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173770"/>
              <a:ext cx="85495" cy="77762"/>
            </a:xfrm>
            <a:custGeom>
              <a:avLst/>
              <a:gdLst/>
              <a:ahLst/>
              <a:cxnLst/>
              <a:rect l="0" t="0" r="0" b="0"/>
              <a:pathLst>
                <a:path w="85495" h="77762">
                  <a:moveTo>
                    <a:pt x="0" y="77762"/>
                  </a:moveTo>
                  <a:lnTo>
                    <a:pt x="8549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47" name="Candidate_receptor__2865">
              <a:extLst>
                <a:ext uri="{FF2B5EF4-FFF2-40B4-BE49-F238E27FC236}">
                  <a16:creationId xmlns:a16="http://schemas.microsoft.com/office/drawing/2014/main" id="{600C12A7-7C12-1AD6-EB57-7FE30A200BD2}"/>
                </a:ext>
              </a:extLst>
            </p:cNvPr>
            <p:cNvSpPr>
              <a:spLocks noGrp="1"/>
            </p:cNvSpPr>
            <p:nvPr/>
          </p:nvSpPr>
          <p:spPr>
            <a:xfrm>
              <a:off x="5132445" y="2720884"/>
              <a:ext cx="110636" cy="3411"/>
            </a:xfrm>
            <a:custGeom>
              <a:avLst/>
              <a:gdLst/>
              <a:ahLst/>
              <a:cxnLst/>
              <a:rect l="0" t="0" r="0" b="0"/>
              <a:pathLst>
                <a:path w="110636" h="3411">
                  <a:moveTo>
                    <a:pt x="110636" y="0"/>
                  </a:moveTo>
                  <a:lnTo>
                    <a:pt x="0" y="341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48" name="Candidate_receptor__2866">
              <a:extLst>
                <a:ext uri="{FF2B5EF4-FFF2-40B4-BE49-F238E27FC236}">
                  <a16:creationId xmlns:a16="http://schemas.microsoft.com/office/drawing/2014/main" id="{AD31ED16-32AD-BA89-2954-56F7566F2A26}"/>
                </a:ext>
              </a:extLst>
            </p:cNvPr>
            <p:cNvSpPr>
              <a:spLocks noGrp="1"/>
            </p:cNvSpPr>
            <p:nvPr/>
          </p:nvSpPr>
          <p:spPr>
            <a:xfrm>
              <a:off x="5703357" y="2833299"/>
              <a:ext cx="47950" cy="93632"/>
            </a:xfrm>
            <a:custGeom>
              <a:avLst/>
              <a:gdLst/>
              <a:ahLst/>
              <a:cxnLst/>
              <a:rect l="0" t="0" r="0" b="0"/>
              <a:pathLst>
                <a:path w="47950" h="93632">
                  <a:moveTo>
                    <a:pt x="47950" y="93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49" name="Candidate_receptor__2867">
              <a:extLst>
                <a:ext uri="{FF2B5EF4-FFF2-40B4-BE49-F238E27FC236}">
                  <a16:creationId xmlns:a16="http://schemas.microsoft.com/office/drawing/2014/main" id="{EAEE905B-F1AA-8598-590D-03BF9275C397}"/>
                </a:ext>
              </a:extLst>
            </p:cNvPr>
            <p:cNvSpPr>
              <a:spLocks noGrp="1"/>
            </p:cNvSpPr>
            <p:nvPr/>
          </p:nvSpPr>
          <p:spPr>
            <a:xfrm>
              <a:off x="5875366" y="3182285"/>
              <a:ext cx="344" cy="67855"/>
            </a:xfrm>
            <a:custGeom>
              <a:avLst/>
              <a:gdLst/>
              <a:ahLst/>
              <a:cxnLst/>
              <a:rect l="0" t="0" r="0" b="0"/>
              <a:pathLst>
                <a:path w="344" h="67855">
                  <a:moveTo>
                    <a:pt x="344" y="678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50" name="Candidate_receptor__2868">
              <a:extLst>
                <a:ext uri="{FF2B5EF4-FFF2-40B4-BE49-F238E27FC236}">
                  <a16:creationId xmlns:a16="http://schemas.microsoft.com/office/drawing/2014/main" id="{FFFE633D-00A7-1688-4594-5A7DA115EFB6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791105"/>
              <a:ext cx="70448" cy="375"/>
            </a:xfrm>
            <a:custGeom>
              <a:avLst/>
              <a:gdLst/>
              <a:ahLst/>
              <a:cxnLst/>
              <a:rect l="0" t="0" r="0" b="0"/>
              <a:pathLst>
                <a:path w="70448" h="375">
                  <a:moveTo>
                    <a:pt x="70448" y="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51" name="Candidate_receptor__2869">
              <a:extLst>
                <a:ext uri="{FF2B5EF4-FFF2-40B4-BE49-F238E27FC236}">
                  <a16:creationId xmlns:a16="http://schemas.microsoft.com/office/drawing/2014/main" id="{68C98B6B-CDF1-3789-B4D5-4FB96F373BAD}"/>
                </a:ext>
              </a:extLst>
            </p:cNvPr>
            <p:cNvSpPr>
              <a:spLocks noGrp="1"/>
            </p:cNvSpPr>
            <p:nvPr/>
          </p:nvSpPr>
          <p:spPr>
            <a:xfrm>
              <a:off x="5818889" y="4370195"/>
              <a:ext cx="30298" cy="89578"/>
            </a:xfrm>
            <a:custGeom>
              <a:avLst/>
              <a:gdLst/>
              <a:ahLst/>
              <a:cxnLst/>
              <a:rect l="0" t="0" r="0" b="0"/>
              <a:pathLst>
                <a:path w="30298" h="89578">
                  <a:moveTo>
                    <a:pt x="0" y="89578"/>
                  </a:moveTo>
                  <a:lnTo>
                    <a:pt x="3029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52" name="Candidate_receptor__2870">
              <a:extLst>
                <a:ext uri="{FF2B5EF4-FFF2-40B4-BE49-F238E27FC236}">
                  <a16:creationId xmlns:a16="http://schemas.microsoft.com/office/drawing/2014/main" id="{4E7DE4E8-7B58-77B7-8751-9F99CF9D7BB1}"/>
                </a:ext>
              </a:extLst>
            </p:cNvPr>
            <p:cNvSpPr>
              <a:spLocks noGrp="1"/>
            </p:cNvSpPr>
            <p:nvPr/>
          </p:nvSpPr>
          <p:spPr>
            <a:xfrm>
              <a:off x="6348368" y="4215640"/>
              <a:ext cx="17758" cy="108348"/>
            </a:xfrm>
            <a:custGeom>
              <a:avLst/>
              <a:gdLst/>
              <a:ahLst/>
              <a:cxnLst/>
              <a:rect l="0" t="0" r="0" b="0"/>
              <a:pathLst>
                <a:path w="17758" h="108348">
                  <a:moveTo>
                    <a:pt x="0" y="108348"/>
                  </a:moveTo>
                  <a:lnTo>
                    <a:pt x="1775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53" name="Candidate_receptor__2871">
              <a:extLst>
                <a:ext uri="{FF2B5EF4-FFF2-40B4-BE49-F238E27FC236}">
                  <a16:creationId xmlns:a16="http://schemas.microsoft.com/office/drawing/2014/main" id="{A35DF337-E51D-9C67-D9B5-FF8A9BB39EFA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48852"/>
              <a:ext cx="30451" cy="82732"/>
            </a:xfrm>
            <a:custGeom>
              <a:avLst/>
              <a:gdLst/>
              <a:ahLst/>
              <a:cxnLst/>
              <a:rect l="0" t="0" r="0" b="0"/>
              <a:pathLst>
                <a:path w="30451" h="82732">
                  <a:moveTo>
                    <a:pt x="30451" y="0"/>
                  </a:moveTo>
                  <a:lnTo>
                    <a:pt x="0" y="82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54" name="Candidate_receptor__2872">
              <a:extLst>
                <a:ext uri="{FF2B5EF4-FFF2-40B4-BE49-F238E27FC236}">
                  <a16:creationId xmlns:a16="http://schemas.microsoft.com/office/drawing/2014/main" id="{956A1963-3EDA-778A-F5CF-2B6202594EDF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9791"/>
              <a:ext cx="2093" cy="4765"/>
            </a:xfrm>
            <a:custGeom>
              <a:avLst/>
              <a:gdLst/>
              <a:ahLst/>
              <a:cxnLst/>
              <a:rect l="0" t="0" r="0" b="0"/>
              <a:pathLst>
                <a:path w="2093" h="4765">
                  <a:moveTo>
                    <a:pt x="0" y="0"/>
                  </a:moveTo>
                  <a:lnTo>
                    <a:pt x="2093" y="476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55" name="Candidate_receptor__2873">
              <a:extLst>
                <a:ext uri="{FF2B5EF4-FFF2-40B4-BE49-F238E27FC236}">
                  <a16:creationId xmlns:a16="http://schemas.microsoft.com/office/drawing/2014/main" id="{0CBF40EA-90FA-779F-39DD-08233BBCE69F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1012"/>
              <a:ext cx="110029" cy="21387"/>
            </a:xfrm>
            <a:custGeom>
              <a:avLst/>
              <a:gdLst/>
              <a:ahLst/>
              <a:cxnLst/>
              <a:rect l="0" t="0" r="0" b="0"/>
              <a:pathLst>
                <a:path w="110029" h="21387">
                  <a:moveTo>
                    <a:pt x="110029" y="0"/>
                  </a:moveTo>
                  <a:lnTo>
                    <a:pt x="0" y="2138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56" name="Candidate_receptor__2874">
              <a:extLst>
                <a:ext uri="{FF2B5EF4-FFF2-40B4-BE49-F238E27FC236}">
                  <a16:creationId xmlns:a16="http://schemas.microsoft.com/office/drawing/2014/main" id="{FC2D1E47-B5B6-A4EA-F77D-5DC6189B95F7}"/>
                </a:ext>
              </a:extLst>
            </p:cNvPr>
            <p:cNvSpPr>
              <a:spLocks noGrp="1"/>
            </p:cNvSpPr>
            <p:nvPr/>
          </p:nvSpPr>
          <p:spPr>
            <a:xfrm>
              <a:off x="5875267" y="3487622"/>
              <a:ext cx="104136" cy="39284"/>
            </a:xfrm>
            <a:custGeom>
              <a:avLst/>
              <a:gdLst/>
              <a:ahLst/>
              <a:cxnLst/>
              <a:rect l="0" t="0" r="0" b="0"/>
              <a:pathLst>
                <a:path w="104136" h="39284">
                  <a:moveTo>
                    <a:pt x="0" y="0"/>
                  </a:moveTo>
                  <a:lnTo>
                    <a:pt x="104136" y="39284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57" name="Candidate_receptor__2875">
              <a:extLst>
                <a:ext uri="{FF2B5EF4-FFF2-40B4-BE49-F238E27FC236}">
                  <a16:creationId xmlns:a16="http://schemas.microsoft.com/office/drawing/2014/main" id="{A64925E6-C225-DFF0-FEE9-3BA99229575E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541652"/>
              <a:ext cx="49773" cy="13100"/>
            </a:xfrm>
            <a:custGeom>
              <a:avLst/>
              <a:gdLst/>
              <a:ahLst/>
              <a:cxnLst/>
              <a:rect l="0" t="0" r="0" b="0"/>
              <a:pathLst>
                <a:path w="49773" h="13100">
                  <a:moveTo>
                    <a:pt x="49773" y="0"/>
                  </a:moveTo>
                  <a:lnTo>
                    <a:pt x="0" y="1310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58" name="Candidate_receptor__2876">
              <a:extLst>
                <a:ext uri="{FF2B5EF4-FFF2-40B4-BE49-F238E27FC236}">
                  <a16:creationId xmlns:a16="http://schemas.microsoft.com/office/drawing/2014/main" id="{EFB1F857-D8DD-8F41-188D-33BC494D2C31}"/>
                </a:ext>
              </a:extLst>
            </p:cNvPr>
            <p:cNvSpPr>
              <a:spLocks noGrp="1"/>
            </p:cNvSpPr>
            <p:nvPr/>
          </p:nvSpPr>
          <p:spPr>
            <a:xfrm>
              <a:off x="4742977" y="4601445"/>
              <a:ext cx="532" cy="21371"/>
            </a:xfrm>
            <a:custGeom>
              <a:avLst/>
              <a:gdLst/>
              <a:ahLst/>
              <a:cxnLst/>
              <a:rect l="0" t="0" r="0" b="0"/>
              <a:pathLst>
                <a:path w="532" h="21371">
                  <a:moveTo>
                    <a:pt x="0" y="0"/>
                  </a:moveTo>
                  <a:lnTo>
                    <a:pt x="532" y="2137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59" name="Candidate_receptor__2877">
              <a:extLst>
                <a:ext uri="{FF2B5EF4-FFF2-40B4-BE49-F238E27FC236}">
                  <a16:creationId xmlns:a16="http://schemas.microsoft.com/office/drawing/2014/main" id="{4AA30DC8-6994-2810-6AF2-8B1EBEEE957B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36357"/>
              <a:ext cx="3124" cy="37752"/>
            </a:xfrm>
            <a:custGeom>
              <a:avLst/>
              <a:gdLst/>
              <a:ahLst/>
              <a:cxnLst/>
              <a:rect l="0" t="0" r="0" b="0"/>
              <a:pathLst>
                <a:path w="3124" h="37752">
                  <a:moveTo>
                    <a:pt x="3124" y="0"/>
                  </a:moveTo>
                  <a:lnTo>
                    <a:pt x="0" y="3775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60" name="Candidate_receptor__2878">
              <a:extLst>
                <a:ext uri="{FF2B5EF4-FFF2-40B4-BE49-F238E27FC236}">
                  <a16:creationId xmlns:a16="http://schemas.microsoft.com/office/drawing/2014/main" id="{39989B22-3B0A-7C63-8B71-096B4342E652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387915"/>
              <a:ext cx="72090" cy="61958"/>
            </a:xfrm>
            <a:custGeom>
              <a:avLst/>
              <a:gdLst/>
              <a:ahLst/>
              <a:cxnLst/>
              <a:rect l="0" t="0" r="0" b="0"/>
              <a:pathLst>
                <a:path w="72090" h="61958">
                  <a:moveTo>
                    <a:pt x="0" y="61958"/>
                  </a:moveTo>
                  <a:lnTo>
                    <a:pt x="7209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61" name="Candidate_receptor__2879">
              <a:extLst>
                <a:ext uri="{FF2B5EF4-FFF2-40B4-BE49-F238E27FC236}">
                  <a16:creationId xmlns:a16="http://schemas.microsoft.com/office/drawing/2014/main" id="{2A1621A6-ACE0-3CFE-0E51-52AE0A88D61B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78221"/>
              <a:ext cx="53426" cy="42331"/>
            </a:xfrm>
            <a:custGeom>
              <a:avLst/>
              <a:gdLst/>
              <a:ahLst/>
              <a:cxnLst/>
              <a:rect l="0" t="0" r="0" b="0"/>
              <a:pathLst>
                <a:path w="53426" h="42331">
                  <a:moveTo>
                    <a:pt x="0" y="42331"/>
                  </a:moveTo>
                  <a:lnTo>
                    <a:pt x="53426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62" name="Candidate_receptor__2880">
              <a:extLst>
                <a:ext uri="{FF2B5EF4-FFF2-40B4-BE49-F238E27FC236}">
                  <a16:creationId xmlns:a16="http://schemas.microsoft.com/office/drawing/2014/main" id="{714C70BB-6327-33E5-D8D5-085F234E1FF3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198431"/>
              <a:ext cx="48378" cy="47344"/>
            </a:xfrm>
            <a:custGeom>
              <a:avLst/>
              <a:gdLst/>
              <a:ahLst/>
              <a:cxnLst/>
              <a:rect l="0" t="0" r="0" b="0"/>
              <a:pathLst>
                <a:path w="48378" h="47344">
                  <a:moveTo>
                    <a:pt x="0" y="47344"/>
                  </a:moveTo>
                  <a:lnTo>
                    <a:pt x="4837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63" name="Candidate_receptor__2881">
              <a:extLst>
                <a:ext uri="{FF2B5EF4-FFF2-40B4-BE49-F238E27FC236}">
                  <a16:creationId xmlns:a16="http://schemas.microsoft.com/office/drawing/2014/main" id="{42E2CC5B-083E-6B7A-25B8-86C73515EC65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880305"/>
              <a:ext cx="13343" cy="100398"/>
            </a:xfrm>
            <a:custGeom>
              <a:avLst/>
              <a:gdLst/>
              <a:ahLst/>
              <a:cxnLst/>
              <a:rect l="0" t="0" r="0" b="0"/>
              <a:pathLst>
                <a:path w="13343" h="100398">
                  <a:moveTo>
                    <a:pt x="13343" y="1003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64" name="Candidate_receptor__2882">
              <a:extLst>
                <a:ext uri="{FF2B5EF4-FFF2-40B4-BE49-F238E27FC236}">
                  <a16:creationId xmlns:a16="http://schemas.microsoft.com/office/drawing/2014/main" id="{63ADDCB8-3F10-8B74-4655-517020C1A261}"/>
                </a:ext>
              </a:extLst>
            </p:cNvPr>
            <p:cNvSpPr>
              <a:spLocks noGrp="1"/>
            </p:cNvSpPr>
            <p:nvPr/>
          </p:nvSpPr>
          <p:spPr>
            <a:xfrm>
              <a:off x="5058790" y="5173770"/>
              <a:ext cx="72345" cy="75082"/>
            </a:xfrm>
            <a:custGeom>
              <a:avLst/>
              <a:gdLst/>
              <a:ahLst/>
              <a:cxnLst/>
              <a:rect l="0" t="0" r="0" b="0"/>
              <a:pathLst>
                <a:path w="72345" h="75082">
                  <a:moveTo>
                    <a:pt x="0" y="0"/>
                  </a:moveTo>
                  <a:lnTo>
                    <a:pt x="72345" y="7508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65" name="Candidate_receptor__2883">
              <a:extLst>
                <a:ext uri="{FF2B5EF4-FFF2-40B4-BE49-F238E27FC236}">
                  <a16:creationId xmlns:a16="http://schemas.microsoft.com/office/drawing/2014/main" id="{8EA8B2B2-9D46-E227-D89E-32CF4EDD3B89}"/>
                </a:ext>
              </a:extLst>
            </p:cNvPr>
            <p:cNvSpPr>
              <a:spLocks noGrp="1"/>
            </p:cNvSpPr>
            <p:nvPr/>
          </p:nvSpPr>
          <p:spPr>
            <a:xfrm>
              <a:off x="6125739" y="4586578"/>
              <a:ext cx="109325" cy="31572"/>
            </a:xfrm>
            <a:custGeom>
              <a:avLst/>
              <a:gdLst/>
              <a:ahLst/>
              <a:cxnLst/>
              <a:rect l="0" t="0" r="0" b="0"/>
              <a:pathLst>
                <a:path w="109325" h="31572">
                  <a:moveTo>
                    <a:pt x="0" y="31572"/>
                  </a:moveTo>
                  <a:lnTo>
                    <a:pt x="10932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66" name="Candidate_receptor__2884">
              <a:extLst>
                <a:ext uri="{FF2B5EF4-FFF2-40B4-BE49-F238E27FC236}">
                  <a16:creationId xmlns:a16="http://schemas.microsoft.com/office/drawing/2014/main" id="{F0FBD24D-82F6-18FB-6BFF-0F0FC9167B2B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91396"/>
              <a:ext cx="68653" cy="44395"/>
            </a:xfrm>
            <a:custGeom>
              <a:avLst/>
              <a:gdLst/>
              <a:ahLst/>
              <a:cxnLst/>
              <a:rect l="0" t="0" r="0" b="0"/>
              <a:pathLst>
                <a:path w="68653" h="44395">
                  <a:moveTo>
                    <a:pt x="68653" y="4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67" name="Candidate_receptor__2885">
              <a:extLst>
                <a:ext uri="{FF2B5EF4-FFF2-40B4-BE49-F238E27FC236}">
                  <a16:creationId xmlns:a16="http://schemas.microsoft.com/office/drawing/2014/main" id="{305ABC9D-1C4A-2C9B-05B7-5F3D0EA8BC6F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835302"/>
              <a:ext cx="112192" cy="6821"/>
            </a:xfrm>
            <a:custGeom>
              <a:avLst/>
              <a:gdLst/>
              <a:ahLst/>
              <a:cxnLst/>
              <a:rect l="0" t="0" r="0" b="0"/>
              <a:pathLst>
                <a:path w="112192" h="6821">
                  <a:moveTo>
                    <a:pt x="112192" y="68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68" name="Candidate_receptor__2886">
              <a:extLst>
                <a:ext uri="{FF2B5EF4-FFF2-40B4-BE49-F238E27FC236}">
                  <a16:creationId xmlns:a16="http://schemas.microsoft.com/office/drawing/2014/main" id="{32C923B9-F50C-89F4-5CB4-FE56787A442B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161557"/>
              <a:ext cx="69350" cy="91198"/>
            </a:xfrm>
            <a:custGeom>
              <a:avLst/>
              <a:gdLst/>
              <a:ahLst/>
              <a:cxnLst/>
              <a:rect l="0" t="0" r="0" b="0"/>
              <a:pathLst>
                <a:path w="69350" h="91198">
                  <a:moveTo>
                    <a:pt x="0" y="0"/>
                  </a:moveTo>
                  <a:lnTo>
                    <a:pt x="69350" y="91198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69" name="Candidate_receptor__2887">
              <a:extLst>
                <a:ext uri="{FF2B5EF4-FFF2-40B4-BE49-F238E27FC236}">
                  <a16:creationId xmlns:a16="http://schemas.microsoft.com/office/drawing/2014/main" id="{893E7F0A-3F63-A1B0-E097-06D5788B0FDB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596121"/>
              <a:ext cx="48357" cy="77882"/>
            </a:xfrm>
            <a:custGeom>
              <a:avLst/>
              <a:gdLst/>
              <a:ahLst/>
              <a:cxnLst/>
              <a:rect l="0" t="0" r="0" b="0"/>
              <a:pathLst>
                <a:path w="48357" h="77882">
                  <a:moveTo>
                    <a:pt x="48357" y="0"/>
                  </a:moveTo>
                  <a:lnTo>
                    <a:pt x="0" y="7788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70" name="Candidate_receptor__2888">
              <a:extLst>
                <a:ext uri="{FF2B5EF4-FFF2-40B4-BE49-F238E27FC236}">
                  <a16:creationId xmlns:a16="http://schemas.microsoft.com/office/drawing/2014/main" id="{A59C0D0C-A46D-CC35-132A-62FBD0BF8E3D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018881"/>
              <a:ext cx="68477" cy="92126"/>
            </a:xfrm>
            <a:custGeom>
              <a:avLst/>
              <a:gdLst/>
              <a:ahLst/>
              <a:cxnLst/>
              <a:rect l="0" t="0" r="0" b="0"/>
              <a:pathLst>
                <a:path w="68477" h="92126">
                  <a:moveTo>
                    <a:pt x="68477" y="0"/>
                  </a:moveTo>
                  <a:lnTo>
                    <a:pt x="0" y="92126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71" name="Candidate_receptor__2889">
              <a:extLst>
                <a:ext uri="{FF2B5EF4-FFF2-40B4-BE49-F238E27FC236}">
                  <a16:creationId xmlns:a16="http://schemas.microsoft.com/office/drawing/2014/main" id="{D82A5985-F20F-6192-8979-F4A59D08582B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464"/>
              <a:ext cx="98939" cy="22206"/>
            </a:xfrm>
            <a:custGeom>
              <a:avLst/>
              <a:gdLst/>
              <a:ahLst/>
              <a:cxnLst/>
              <a:rect l="0" t="0" r="0" b="0"/>
              <a:pathLst>
                <a:path w="98939" h="22206">
                  <a:moveTo>
                    <a:pt x="98939" y="0"/>
                  </a:moveTo>
                  <a:lnTo>
                    <a:pt x="0" y="222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72" name="Candidate_receptor__2890">
              <a:extLst>
                <a:ext uri="{FF2B5EF4-FFF2-40B4-BE49-F238E27FC236}">
                  <a16:creationId xmlns:a16="http://schemas.microsoft.com/office/drawing/2014/main" id="{01D4A3B6-2833-2A37-2E73-8AE03E071DD1}"/>
                </a:ext>
              </a:extLst>
            </p:cNvPr>
            <p:cNvSpPr>
              <a:spLocks noGrp="1"/>
            </p:cNvSpPr>
            <p:nvPr/>
          </p:nvSpPr>
          <p:spPr>
            <a:xfrm>
              <a:off x="5806855" y="3862527"/>
              <a:ext cx="108375" cy="11779"/>
            </a:xfrm>
            <a:custGeom>
              <a:avLst/>
              <a:gdLst/>
              <a:ahLst/>
              <a:cxnLst/>
              <a:rect l="0" t="0" r="0" b="0"/>
              <a:pathLst>
                <a:path w="108375" h="11779">
                  <a:moveTo>
                    <a:pt x="0" y="11779"/>
                  </a:moveTo>
                  <a:lnTo>
                    <a:pt x="108375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73" name="Candidate_receptor__2891">
              <a:extLst>
                <a:ext uri="{FF2B5EF4-FFF2-40B4-BE49-F238E27FC236}">
                  <a16:creationId xmlns:a16="http://schemas.microsoft.com/office/drawing/2014/main" id="{EB722368-1BA7-2991-A977-E4583DC0D21A}"/>
                </a:ext>
              </a:extLst>
            </p:cNvPr>
            <p:cNvSpPr>
              <a:spLocks noGrp="1"/>
            </p:cNvSpPr>
            <p:nvPr/>
          </p:nvSpPr>
          <p:spPr>
            <a:xfrm>
              <a:off x="5559467" y="3495179"/>
              <a:ext cx="26604" cy="87601"/>
            </a:xfrm>
            <a:custGeom>
              <a:avLst/>
              <a:gdLst/>
              <a:ahLst/>
              <a:cxnLst/>
              <a:rect l="0" t="0" r="0" b="0"/>
              <a:pathLst>
                <a:path w="26604" h="87601">
                  <a:moveTo>
                    <a:pt x="26604" y="87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74" name="Candidate_receptor__2892">
              <a:extLst>
                <a:ext uri="{FF2B5EF4-FFF2-40B4-BE49-F238E27FC236}">
                  <a16:creationId xmlns:a16="http://schemas.microsoft.com/office/drawing/2014/main" id="{70A3C4E9-EF1E-B01D-51A8-4730B347A3C5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538483"/>
              <a:ext cx="51976" cy="87655"/>
            </a:xfrm>
            <a:custGeom>
              <a:avLst/>
              <a:gdLst/>
              <a:ahLst/>
              <a:cxnLst/>
              <a:rect l="0" t="0" r="0" b="0"/>
              <a:pathLst>
                <a:path w="51976" h="87655">
                  <a:moveTo>
                    <a:pt x="0" y="87655"/>
                  </a:moveTo>
                  <a:lnTo>
                    <a:pt x="51976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75" name="Candidate_receptor__2893">
              <a:extLst>
                <a:ext uri="{FF2B5EF4-FFF2-40B4-BE49-F238E27FC236}">
                  <a16:creationId xmlns:a16="http://schemas.microsoft.com/office/drawing/2014/main" id="{8FF3F3BA-CD19-77BD-9A81-4E95BA283ED3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07664"/>
              <a:ext cx="72154" cy="83405"/>
            </a:xfrm>
            <a:custGeom>
              <a:avLst/>
              <a:gdLst/>
              <a:ahLst/>
              <a:cxnLst/>
              <a:rect l="0" t="0" r="0" b="0"/>
              <a:pathLst>
                <a:path w="72154" h="83405">
                  <a:moveTo>
                    <a:pt x="0" y="83405"/>
                  </a:moveTo>
                  <a:lnTo>
                    <a:pt x="7215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76" name="Candidate_receptor__2894">
              <a:extLst>
                <a:ext uri="{FF2B5EF4-FFF2-40B4-BE49-F238E27FC236}">
                  <a16:creationId xmlns:a16="http://schemas.microsoft.com/office/drawing/2014/main" id="{35267082-8E62-C647-23AD-5842C8FAC922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76295"/>
              <a:ext cx="114233" cy="5435"/>
            </a:xfrm>
            <a:custGeom>
              <a:avLst/>
              <a:gdLst/>
              <a:ahLst/>
              <a:cxnLst/>
              <a:rect l="0" t="0" r="0" b="0"/>
              <a:pathLst>
                <a:path w="114233" h="5435">
                  <a:moveTo>
                    <a:pt x="114233" y="54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77" name="Candidate_receptor__2895">
              <a:extLst>
                <a:ext uri="{FF2B5EF4-FFF2-40B4-BE49-F238E27FC236}">
                  <a16:creationId xmlns:a16="http://schemas.microsoft.com/office/drawing/2014/main" id="{838F8715-6D20-E279-7BBB-3E538B8DE46D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371922"/>
              <a:ext cx="107906" cy="36136"/>
            </a:xfrm>
            <a:custGeom>
              <a:avLst/>
              <a:gdLst/>
              <a:ahLst/>
              <a:cxnLst/>
              <a:rect l="0" t="0" r="0" b="0"/>
              <a:pathLst>
                <a:path w="107906" h="36136">
                  <a:moveTo>
                    <a:pt x="107906" y="0"/>
                  </a:moveTo>
                  <a:lnTo>
                    <a:pt x="0" y="361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78" name="Candidate_receptor__2896">
              <a:extLst>
                <a:ext uri="{FF2B5EF4-FFF2-40B4-BE49-F238E27FC236}">
                  <a16:creationId xmlns:a16="http://schemas.microsoft.com/office/drawing/2014/main" id="{5EAA9A30-AAE4-8466-EDB6-53CFF1F0F1A9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626138"/>
              <a:ext cx="25671" cy="94900"/>
            </a:xfrm>
            <a:custGeom>
              <a:avLst/>
              <a:gdLst/>
              <a:ahLst/>
              <a:cxnLst/>
              <a:rect l="0" t="0" r="0" b="0"/>
              <a:pathLst>
                <a:path w="25671" h="94900">
                  <a:moveTo>
                    <a:pt x="25671" y="949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79" name="Candidate_receptor__2897">
              <a:extLst>
                <a:ext uri="{FF2B5EF4-FFF2-40B4-BE49-F238E27FC236}">
                  <a16:creationId xmlns:a16="http://schemas.microsoft.com/office/drawing/2014/main" id="{C7AA941E-988C-F5C0-F1E1-684B7E4A3098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8601"/>
              <a:ext cx="1044" cy="50628"/>
            </a:xfrm>
            <a:custGeom>
              <a:avLst/>
              <a:gdLst/>
              <a:ahLst/>
              <a:cxnLst/>
              <a:rect l="0" t="0" r="0" b="0"/>
              <a:pathLst>
                <a:path w="1044" h="50628">
                  <a:moveTo>
                    <a:pt x="0" y="50628"/>
                  </a:moveTo>
                  <a:lnTo>
                    <a:pt x="1044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80" name="Candidate_receptor__2898">
              <a:extLst>
                <a:ext uri="{FF2B5EF4-FFF2-40B4-BE49-F238E27FC236}">
                  <a16:creationId xmlns:a16="http://schemas.microsoft.com/office/drawing/2014/main" id="{C701AF1C-5359-93B4-7C78-388E7FAEFD2E}"/>
                </a:ext>
              </a:extLst>
            </p:cNvPr>
            <p:cNvSpPr>
              <a:spLocks noGrp="1"/>
            </p:cNvSpPr>
            <p:nvPr/>
          </p:nvSpPr>
          <p:spPr>
            <a:xfrm>
              <a:off x="4847453" y="2097241"/>
              <a:ext cx="18348" cy="103702"/>
            </a:xfrm>
            <a:custGeom>
              <a:avLst/>
              <a:gdLst/>
              <a:ahLst/>
              <a:cxnLst/>
              <a:rect l="0" t="0" r="0" b="0"/>
              <a:pathLst>
                <a:path w="18348" h="103702">
                  <a:moveTo>
                    <a:pt x="18348" y="0"/>
                  </a:moveTo>
                  <a:lnTo>
                    <a:pt x="0" y="1037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81" name="Candidate_receptor__2899">
              <a:extLst>
                <a:ext uri="{FF2B5EF4-FFF2-40B4-BE49-F238E27FC236}">
                  <a16:creationId xmlns:a16="http://schemas.microsoft.com/office/drawing/2014/main" id="{E8B93BB7-68CE-9CAA-16B2-64D71B18229B}"/>
                </a:ext>
              </a:extLst>
            </p:cNvPr>
            <p:cNvSpPr>
              <a:spLocks noGrp="1"/>
            </p:cNvSpPr>
            <p:nvPr/>
          </p:nvSpPr>
          <p:spPr>
            <a:xfrm>
              <a:off x="4428045" y="3496639"/>
              <a:ext cx="33409" cy="99482"/>
            </a:xfrm>
            <a:custGeom>
              <a:avLst/>
              <a:gdLst/>
              <a:ahLst/>
              <a:cxnLst/>
              <a:rect l="0" t="0" r="0" b="0"/>
              <a:pathLst>
                <a:path w="33409" h="99482">
                  <a:moveTo>
                    <a:pt x="0" y="0"/>
                  </a:moveTo>
                  <a:lnTo>
                    <a:pt x="33409" y="9948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82" name="Candidate_receptor__2900">
              <a:extLst>
                <a:ext uri="{FF2B5EF4-FFF2-40B4-BE49-F238E27FC236}">
                  <a16:creationId xmlns:a16="http://schemas.microsoft.com/office/drawing/2014/main" id="{AAE60E2E-5553-4179-75E5-4B573472F3DC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103134" cy="20938"/>
            </a:xfrm>
            <a:custGeom>
              <a:avLst/>
              <a:gdLst/>
              <a:ahLst/>
              <a:cxnLst/>
              <a:rect l="0" t="0" r="0" b="0"/>
              <a:pathLst>
                <a:path w="103134" h="20938">
                  <a:moveTo>
                    <a:pt x="0" y="0"/>
                  </a:moveTo>
                  <a:lnTo>
                    <a:pt x="103134" y="209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83" name="Candidate_receptor__2901">
              <a:extLst>
                <a:ext uri="{FF2B5EF4-FFF2-40B4-BE49-F238E27FC236}">
                  <a16:creationId xmlns:a16="http://schemas.microsoft.com/office/drawing/2014/main" id="{6343EC2B-CCB6-1813-1A7A-40132254B66B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66000"/>
              <a:ext cx="747" cy="22933"/>
            </a:xfrm>
            <a:custGeom>
              <a:avLst/>
              <a:gdLst/>
              <a:ahLst/>
              <a:cxnLst/>
              <a:rect l="0" t="0" r="0" b="0"/>
              <a:pathLst>
                <a:path w="747" h="22933">
                  <a:moveTo>
                    <a:pt x="0" y="22933"/>
                  </a:moveTo>
                  <a:lnTo>
                    <a:pt x="74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84" name="Candidate_receptor__2902">
              <a:extLst>
                <a:ext uri="{FF2B5EF4-FFF2-40B4-BE49-F238E27FC236}">
                  <a16:creationId xmlns:a16="http://schemas.microsoft.com/office/drawing/2014/main" id="{433CC79D-1854-839B-A729-A155966EEB5E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790859"/>
              <a:ext cx="68339" cy="89446"/>
            </a:xfrm>
            <a:custGeom>
              <a:avLst/>
              <a:gdLst/>
              <a:ahLst/>
              <a:cxnLst/>
              <a:rect l="0" t="0" r="0" b="0"/>
              <a:pathLst>
                <a:path w="68339" h="89446">
                  <a:moveTo>
                    <a:pt x="0" y="89446"/>
                  </a:moveTo>
                  <a:lnTo>
                    <a:pt x="6833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85" name="Candidate_receptor__2903">
              <a:extLst>
                <a:ext uri="{FF2B5EF4-FFF2-40B4-BE49-F238E27FC236}">
                  <a16:creationId xmlns:a16="http://schemas.microsoft.com/office/drawing/2014/main" id="{609A7F32-E03A-0EE9-C7E3-1C6A742897C3}"/>
                </a:ext>
              </a:extLst>
            </p:cNvPr>
            <p:cNvSpPr>
              <a:spLocks noGrp="1"/>
            </p:cNvSpPr>
            <p:nvPr/>
          </p:nvSpPr>
          <p:spPr>
            <a:xfrm>
              <a:off x="5191880" y="3725435"/>
              <a:ext cx="61343" cy="88283"/>
            </a:xfrm>
            <a:custGeom>
              <a:avLst/>
              <a:gdLst/>
              <a:ahLst/>
              <a:cxnLst/>
              <a:rect l="0" t="0" r="0" b="0"/>
              <a:pathLst>
                <a:path w="61343" h="88283">
                  <a:moveTo>
                    <a:pt x="61343" y="0"/>
                  </a:moveTo>
                  <a:lnTo>
                    <a:pt x="0" y="8828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86" name="Candidate_receptor__2904">
              <a:extLst>
                <a:ext uri="{FF2B5EF4-FFF2-40B4-BE49-F238E27FC236}">
                  <a16:creationId xmlns:a16="http://schemas.microsoft.com/office/drawing/2014/main" id="{EAC7F518-8AA0-4FA2-F765-DAC575AABC8F}"/>
                </a:ext>
              </a:extLst>
            </p:cNvPr>
            <p:cNvSpPr>
              <a:spLocks noGrp="1"/>
            </p:cNvSpPr>
            <p:nvPr/>
          </p:nvSpPr>
          <p:spPr>
            <a:xfrm>
              <a:off x="6563911" y="4411464"/>
              <a:ext cx="59952" cy="67566"/>
            </a:xfrm>
            <a:custGeom>
              <a:avLst/>
              <a:gdLst/>
              <a:ahLst/>
              <a:cxnLst/>
              <a:rect l="0" t="0" r="0" b="0"/>
              <a:pathLst>
                <a:path w="59952" h="67566">
                  <a:moveTo>
                    <a:pt x="59952" y="67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87" name="Candidate_receptor__2905">
              <a:extLst>
                <a:ext uri="{FF2B5EF4-FFF2-40B4-BE49-F238E27FC236}">
                  <a16:creationId xmlns:a16="http://schemas.microsoft.com/office/drawing/2014/main" id="{65189114-19DF-A1B4-4A04-AD1BC1A7B821}"/>
                </a:ext>
              </a:extLst>
            </p:cNvPr>
            <p:cNvSpPr>
              <a:spLocks noGrp="1"/>
            </p:cNvSpPr>
            <p:nvPr/>
          </p:nvSpPr>
          <p:spPr>
            <a:xfrm>
              <a:off x="5738716" y="4221012"/>
              <a:ext cx="31270" cy="71331"/>
            </a:xfrm>
            <a:custGeom>
              <a:avLst/>
              <a:gdLst/>
              <a:ahLst/>
              <a:cxnLst/>
              <a:rect l="0" t="0" r="0" b="0"/>
              <a:pathLst>
                <a:path w="31270" h="71331">
                  <a:moveTo>
                    <a:pt x="31270" y="71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88" name="Candidate_receptor__2906">
              <a:extLst>
                <a:ext uri="{FF2B5EF4-FFF2-40B4-BE49-F238E27FC236}">
                  <a16:creationId xmlns:a16="http://schemas.microsoft.com/office/drawing/2014/main" id="{56E8958E-734A-35F1-27DB-A3351E6B5196}"/>
                </a:ext>
              </a:extLst>
            </p:cNvPr>
            <p:cNvSpPr>
              <a:spLocks noGrp="1"/>
            </p:cNvSpPr>
            <p:nvPr/>
          </p:nvSpPr>
          <p:spPr>
            <a:xfrm>
              <a:off x="5659460" y="2420072"/>
              <a:ext cx="27724" cy="105457"/>
            </a:xfrm>
            <a:custGeom>
              <a:avLst/>
              <a:gdLst/>
              <a:ahLst/>
              <a:cxnLst/>
              <a:rect l="0" t="0" r="0" b="0"/>
              <a:pathLst>
                <a:path w="27724" h="105457">
                  <a:moveTo>
                    <a:pt x="0" y="0"/>
                  </a:moveTo>
                  <a:lnTo>
                    <a:pt x="27724" y="105457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89" name="Candidate_receptor__2907">
              <a:extLst>
                <a:ext uri="{FF2B5EF4-FFF2-40B4-BE49-F238E27FC236}">
                  <a16:creationId xmlns:a16="http://schemas.microsoft.com/office/drawing/2014/main" id="{CCC63B32-ECC7-F253-B17D-7151441A38EB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092887"/>
              <a:ext cx="110142" cy="25368"/>
            </a:xfrm>
            <a:custGeom>
              <a:avLst/>
              <a:gdLst/>
              <a:ahLst/>
              <a:cxnLst/>
              <a:rect l="0" t="0" r="0" b="0"/>
              <a:pathLst>
                <a:path w="110142" h="25368">
                  <a:moveTo>
                    <a:pt x="110142" y="0"/>
                  </a:moveTo>
                  <a:lnTo>
                    <a:pt x="0" y="2536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90" name="Candidate_receptor__2908">
              <a:extLst>
                <a:ext uri="{FF2B5EF4-FFF2-40B4-BE49-F238E27FC236}">
                  <a16:creationId xmlns:a16="http://schemas.microsoft.com/office/drawing/2014/main" id="{48FE822E-0214-340B-D163-8B1CA849FB09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28519"/>
              <a:ext cx="72851" cy="59496"/>
            </a:xfrm>
            <a:custGeom>
              <a:avLst/>
              <a:gdLst/>
              <a:ahLst/>
              <a:cxnLst/>
              <a:rect l="0" t="0" r="0" b="0"/>
              <a:pathLst>
                <a:path w="72851" h="59496">
                  <a:moveTo>
                    <a:pt x="0" y="59496"/>
                  </a:moveTo>
                  <a:lnTo>
                    <a:pt x="7285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91" name="Candidate_receptor__2909">
              <a:extLst>
                <a:ext uri="{FF2B5EF4-FFF2-40B4-BE49-F238E27FC236}">
                  <a16:creationId xmlns:a16="http://schemas.microsoft.com/office/drawing/2014/main" id="{88B9D2A7-DC11-4868-2836-6FD51029B65F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359648"/>
              <a:ext cx="88466" cy="60424"/>
            </a:xfrm>
            <a:custGeom>
              <a:avLst/>
              <a:gdLst/>
              <a:ahLst/>
              <a:cxnLst/>
              <a:rect l="0" t="0" r="0" b="0"/>
              <a:pathLst>
                <a:path w="88466" h="60424">
                  <a:moveTo>
                    <a:pt x="0" y="0"/>
                  </a:moveTo>
                  <a:lnTo>
                    <a:pt x="88466" y="6042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92" name="Candidate_receptor__2910">
              <a:extLst>
                <a:ext uri="{FF2B5EF4-FFF2-40B4-BE49-F238E27FC236}">
                  <a16:creationId xmlns:a16="http://schemas.microsoft.com/office/drawing/2014/main" id="{783F36B4-9338-3AB0-1DCD-15D86C8A827C}"/>
                </a:ext>
              </a:extLst>
            </p:cNvPr>
            <p:cNvSpPr>
              <a:spLocks noGrp="1"/>
            </p:cNvSpPr>
            <p:nvPr/>
          </p:nvSpPr>
          <p:spPr>
            <a:xfrm>
              <a:off x="4749958" y="2200942"/>
              <a:ext cx="97495" cy="14018"/>
            </a:xfrm>
            <a:custGeom>
              <a:avLst/>
              <a:gdLst/>
              <a:ahLst/>
              <a:cxnLst/>
              <a:rect l="0" t="0" r="0" b="0"/>
              <a:pathLst>
                <a:path w="97495" h="14018">
                  <a:moveTo>
                    <a:pt x="97495" y="0"/>
                  </a:moveTo>
                  <a:lnTo>
                    <a:pt x="0" y="1401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93" name="Candidate_receptor__2911">
              <a:extLst>
                <a:ext uri="{FF2B5EF4-FFF2-40B4-BE49-F238E27FC236}">
                  <a16:creationId xmlns:a16="http://schemas.microsoft.com/office/drawing/2014/main" id="{CC078ED4-2EE6-01D3-FB81-C8977148F0AB}"/>
                </a:ext>
              </a:extLst>
            </p:cNvPr>
            <p:cNvSpPr>
              <a:spLocks noGrp="1"/>
            </p:cNvSpPr>
            <p:nvPr/>
          </p:nvSpPr>
          <p:spPr>
            <a:xfrm>
              <a:off x="4549821" y="3825927"/>
              <a:ext cx="93431" cy="19978"/>
            </a:xfrm>
            <a:custGeom>
              <a:avLst/>
              <a:gdLst/>
              <a:ahLst/>
              <a:cxnLst/>
              <a:rect l="0" t="0" r="0" b="0"/>
              <a:pathLst>
                <a:path w="93431" h="19978">
                  <a:moveTo>
                    <a:pt x="0" y="0"/>
                  </a:moveTo>
                  <a:lnTo>
                    <a:pt x="93431" y="1997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94" name="Candidate_receptor__2912">
              <a:extLst>
                <a:ext uri="{FF2B5EF4-FFF2-40B4-BE49-F238E27FC236}">
                  <a16:creationId xmlns:a16="http://schemas.microsoft.com/office/drawing/2014/main" id="{BB4E8CB7-D953-C953-97B9-0A817065D7C0}"/>
                </a:ext>
              </a:extLst>
            </p:cNvPr>
            <p:cNvSpPr>
              <a:spLocks noGrp="1"/>
            </p:cNvSpPr>
            <p:nvPr/>
          </p:nvSpPr>
          <p:spPr>
            <a:xfrm>
              <a:off x="4982379" y="3952939"/>
              <a:ext cx="108200" cy="34879"/>
            </a:xfrm>
            <a:custGeom>
              <a:avLst/>
              <a:gdLst/>
              <a:ahLst/>
              <a:cxnLst/>
              <a:rect l="0" t="0" r="0" b="0"/>
              <a:pathLst>
                <a:path w="108200" h="34879">
                  <a:moveTo>
                    <a:pt x="108200" y="0"/>
                  </a:moveTo>
                  <a:lnTo>
                    <a:pt x="0" y="3487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95" name="Candidate_receptor__2913">
              <a:extLst>
                <a:ext uri="{FF2B5EF4-FFF2-40B4-BE49-F238E27FC236}">
                  <a16:creationId xmlns:a16="http://schemas.microsoft.com/office/drawing/2014/main" id="{97E92ACB-2D65-01EA-81BE-93DE805367DD}"/>
                </a:ext>
              </a:extLst>
            </p:cNvPr>
            <p:cNvSpPr>
              <a:spLocks noGrp="1"/>
            </p:cNvSpPr>
            <p:nvPr/>
          </p:nvSpPr>
          <p:spPr>
            <a:xfrm>
              <a:off x="4512099" y="3742992"/>
              <a:ext cx="37722" cy="82935"/>
            </a:xfrm>
            <a:custGeom>
              <a:avLst/>
              <a:gdLst/>
              <a:ahLst/>
              <a:cxnLst/>
              <a:rect l="0" t="0" r="0" b="0"/>
              <a:pathLst>
                <a:path w="37722" h="82935">
                  <a:moveTo>
                    <a:pt x="0" y="0"/>
                  </a:moveTo>
                  <a:lnTo>
                    <a:pt x="37722" y="8293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96" name="Candidate_receptor__2914">
              <a:extLst>
                <a:ext uri="{FF2B5EF4-FFF2-40B4-BE49-F238E27FC236}">
                  <a16:creationId xmlns:a16="http://schemas.microsoft.com/office/drawing/2014/main" id="{41FFA59A-C416-BFD5-BE00-DD7943F1730F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7814"/>
              <a:ext cx="39572" cy="47455"/>
            </a:xfrm>
            <a:custGeom>
              <a:avLst/>
              <a:gdLst/>
              <a:ahLst/>
              <a:cxnLst/>
              <a:rect l="0" t="0" r="0" b="0"/>
              <a:pathLst>
                <a:path w="39572" h="47455">
                  <a:moveTo>
                    <a:pt x="39572" y="474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97" name="Candidate_receptor__2915">
              <a:extLst>
                <a:ext uri="{FF2B5EF4-FFF2-40B4-BE49-F238E27FC236}">
                  <a16:creationId xmlns:a16="http://schemas.microsoft.com/office/drawing/2014/main" id="{28718801-4218-3466-77E0-72B6CC93FEAA}"/>
                </a:ext>
              </a:extLst>
            </p:cNvPr>
            <p:cNvSpPr>
              <a:spLocks noGrp="1"/>
            </p:cNvSpPr>
            <p:nvPr/>
          </p:nvSpPr>
          <p:spPr>
            <a:xfrm>
              <a:off x="5518950" y="3092887"/>
              <a:ext cx="31569" cy="105544"/>
            </a:xfrm>
            <a:custGeom>
              <a:avLst/>
              <a:gdLst/>
              <a:ahLst/>
              <a:cxnLst/>
              <a:rect l="0" t="0" r="0" b="0"/>
              <a:pathLst>
                <a:path w="31569" h="105544">
                  <a:moveTo>
                    <a:pt x="31569" y="1055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98" name="Candidate_receptor__2916">
              <a:extLst>
                <a:ext uri="{FF2B5EF4-FFF2-40B4-BE49-F238E27FC236}">
                  <a16:creationId xmlns:a16="http://schemas.microsoft.com/office/drawing/2014/main" id="{C326798E-8627-8088-726A-C511DB623E86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76987"/>
              <a:ext cx="112618" cy="17192"/>
            </a:xfrm>
            <a:custGeom>
              <a:avLst/>
              <a:gdLst/>
              <a:ahLst/>
              <a:cxnLst/>
              <a:rect l="0" t="0" r="0" b="0"/>
              <a:pathLst>
                <a:path w="112618" h="17192">
                  <a:moveTo>
                    <a:pt x="112618" y="0"/>
                  </a:moveTo>
                  <a:lnTo>
                    <a:pt x="0" y="1719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99" name="Candidate_receptor__2917">
              <a:extLst>
                <a:ext uri="{FF2B5EF4-FFF2-40B4-BE49-F238E27FC236}">
                  <a16:creationId xmlns:a16="http://schemas.microsoft.com/office/drawing/2014/main" id="{C4386290-EB02-BD19-CD7C-80974EB93661}"/>
                </a:ext>
              </a:extLst>
            </p:cNvPr>
            <p:cNvSpPr>
              <a:spLocks noGrp="1"/>
            </p:cNvSpPr>
            <p:nvPr/>
          </p:nvSpPr>
          <p:spPr>
            <a:xfrm>
              <a:off x="5536250" y="2803925"/>
              <a:ext cx="59864" cy="57440"/>
            </a:xfrm>
            <a:custGeom>
              <a:avLst/>
              <a:gdLst/>
              <a:ahLst/>
              <a:cxnLst/>
              <a:rect l="0" t="0" r="0" b="0"/>
              <a:pathLst>
                <a:path w="59864" h="57440">
                  <a:moveTo>
                    <a:pt x="59864" y="574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00" name="Candidate_receptor__2918">
              <a:extLst>
                <a:ext uri="{FF2B5EF4-FFF2-40B4-BE49-F238E27FC236}">
                  <a16:creationId xmlns:a16="http://schemas.microsoft.com/office/drawing/2014/main" id="{B99B2C9C-4ED3-7CE6-F09E-60912C8B7400}"/>
                </a:ext>
              </a:extLst>
            </p:cNvPr>
            <p:cNvSpPr>
              <a:spLocks noGrp="1"/>
            </p:cNvSpPr>
            <p:nvPr/>
          </p:nvSpPr>
          <p:spPr>
            <a:xfrm>
              <a:off x="4865802" y="2096230"/>
              <a:ext cx="113972" cy="1011"/>
            </a:xfrm>
            <a:custGeom>
              <a:avLst/>
              <a:gdLst/>
              <a:ahLst/>
              <a:cxnLst/>
              <a:rect l="0" t="0" r="0" b="0"/>
              <a:pathLst>
                <a:path w="113972" h="1011">
                  <a:moveTo>
                    <a:pt x="113972" y="0"/>
                  </a:moveTo>
                  <a:lnTo>
                    <a:pt x="0" y="101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01" name="Candidate_receptor__2919">
              <a:extLst>
                <a:ext uri="{FF2B5EF4-FFF2-40B4-BE49-F238E27FC236}">
                  <a16:creationId xmlns:a16="http://schemas.microsoft.com/office/drawing/2014/main" id="{1DDA30F5-0356-1156-68F8-CFF76FF3D78E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097568"/>
              <a:ext cx="66345" cy="63989"/>
            </a:xfrm>
            <a:custGeom>
              <a:avLst/>
              <a:gdLst/>
              <a:ahLst/>
              <a:cxnLst/>
              <a:rect l="0" t="0" r="0" b="0"/>
              <a:pathLst>
                <a:path w="66345" h="63989">
                  <a:moveTo>
                    <a:pt x="66345" y="0"/>
                  </a:moveTo>
                  <a:lnTo>
                    <a:pt x="0" y="6398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02" name="Candidate_receptor__2920">
              <a:extLst>
                <a:ext uri="{FF2B5EF4-FFF2-40B4-BE49-F238E27FC236}">
                  <a16:creationId xmlns:a16="http://schemas.microsoft.com/office/drawing/2014/main" id="{6B4CB891-332A-8628-8A6B-1128D54DC947}"/>
                </a:ext>
              </a:extLst>
            </p:cNvPr>
            <p:cNvSpPr>
              <a:spLocks noGrp="1"/>
            </p:cNvSpPr>
            <p:nvPr/>
          </p:nvSpPr>
          <p:spPr>
            <a:xfrm>
              <a:off x="5162872" y="2842547"/>
              <a:ext cx="42510" cy="26660"/>
            </a:xfrm>
            <a:custGeom>
              <a:avLst/>
              <a:gdLst/>
              <a:ahLst/>
              <a:cxnLst/>
              <a:rect l="0" t="0" r="0" b="0"/>
              <a:pathLst>
                <a:path w="42510" h="26660">
                  <a:moveTo>
                    <a:pt x="42510" y="266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03" name="Candidate_receptor__2921">
              <a:extLst>
                <a:ext uri="{FF2B5EF4-FFF2-40B4-BE49-F238E27FC236}">
                  <a16:creationId xmlns:a16="http://schemas.microsoft.com/office/drawing/2014/main" id="{BCD67F03-6441-1858-BC01-CAB2F8C5BB8A}"/>
                </a:ext>
              </a:extLst>
            </p:cNvPr>
            <p:cNvSpPr>
              <a:spLocks noGrp="1"/>
            </p:cNvSpPr>
            <p:nvPr/>
          </p:nvSpPr>
          <p:spPr>
            <a:xfrm>
              <a:off x="5757141" y="2696519"/>
              <a:ext cx="48250" cy="72150"/>
            </a:xfrm>
            <a:custGeom>
              <a:avLst/>
              <a:gdLst/>
              <a:ahLst/>
              <a:cxnLst/>
              <a:rect l="0" t="0" r="0" b="0"/>
              <a:pathLst>
                <a:path w="48250" h="72150">
                  <a:moveTo>
                    <a:pt x="0" y="0"/>
                  </a:moveTo>
                  <a:lnTo>
                    <a:pt x="48250" y="7215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04" name="Candidate_receptor__2922">
              <a:extLst>
                <a:ext uri="{FF2B5EF4-FFF2-40B4-BE49-F238E27FC236}">
                  <a16:creationId xmlns:a16="http://schemas.microsoft.com/office/drawing/2014/main" id="{2527A798-2C93-BB31-CE1F-4E09E3B3FFBA}"/>
                </a:ext>
              </a:extLst>
            </p:cNvPr>
            <p:cNvSpPr>
              <a:spLocks noGrp="1"/>
            </p:cNvSpPr>
            <p:nvPr/>
          </p:nvSpPr>
          <p:spPr>
            <a:xfrm>
              <a:off x="5704916" y="3492476"/>
              <a:ext cx="21557" cy="17633"/>
            </a:xfrm>
            <a:custGeom>
              <a:avLst/>
              <a:gdLst/>
              <a:ahLst/>
              <a:cxnLst/>
              <a:rect l="0" t="0" r="0" b="0"/>
              <a:pathLst>
                <a:path w="21557" h="17633">
                  <a:moveTo>
                    <a:pt x="0" y="17633"/>
                  </a:moveTo>
                  <a:lnTo>
                    <a:pt x="21557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05" name="Candidate_receptor__2923">
              <a:extLst>
                <a:ext uri="{FF2B5EF4-FFF2-40B4-BE49-F238E27FC236}">
                  <a16:creationId xmlns:a16="http://schemas.microsoft.com/office/drawing/2014/main" id="{81C04037-2E51-9F15-4F14-DEBE7014AA6E}"/>
                </a:ext>
              </a:extLst>
            </p:cNvPr>
            <p:cNvSpPr>
              <a:spLocks noGrp="1"/>
            </p:cNvSpPr>
            <p:nvPr/>
          </p:nvSpPr>
          <p:spPr>
            <a:xfrm>
              <a:off x="4678223" y="2133746"/>
              <a:ext cx="71735" cy="81215"/>
            </a:xfrm>
            <a:custGeom>
              <a:avLst/>
              <a:gdLst/>
              <a:ahLst/>
              <a:cxnLst/>
              <a:rect l="0" t="0" r="0" b="0"/>
              <a:pathLst>
                <a:path w="71735" h="81215">
                  <a:moveTo>
                    <a:pt x="71735" y="81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06" name="Candidate_receptor__2924">
              <a:extLst>
                <a:ext uri="{FF2B5EF4-FFF2-40B4-BE49-F238E27FC236}">
                  <a16:creationId xmlns:a16="http://schemas.microsoft.com/office/drawing/2014/main" id="{D6FA4313-C72A-4CD0-AD62-2970A9551E00}"/>
                </a:ext>
              </a:extLst>
            </p:cNvPr>
            <p:cNvSpPr>
              <a:spLocks noGrp="1"/>
            </p:cNvSpPr>
            <p:nvPr/>
          </p:nvSpPr>
          <p:spPr>
            <a:xfrm>
              <a:off x="5077233" y="4371922"/>
              <a:ext cx="40253" cy="106299"/>
            </a:xfrm>
            <a:custGeom>
              <a:avLst/>
              <a:gdLst/>
              <a:ahLst/>
              <a:cxnLst/>
              <a:rect l="0" t="0" r="0" b="0"/>
              <a:pathLst>
                <a:path w="40253" h="106299">
                  <a:moveTo>
                    <a:pt x="40253" y="1062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07" name="Candidate_receptor__2925">
              <a:extLst>
                <a:ext uri="{FF2B5EF4-FFF2-40B4-BE49-F238E27FC236}">
                  <a16:creationId xmlns:a16="http://schemas.microsoft.com/office/drawing/2014/main" id="{597E8B86-CE49-A307-9FE0-C3BF0FD88BB6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88015"/>
              <a:ext cx="39632" cy="99803"/>
            </a:xfrm>
            <a:custGeom>
              <a:avLst/>
              <a:gdLst/>
              <a:ahLst/>
              <a:cxnLst/>
              <a:rect l="0" t="0" r="0" b="0"/>
              <a:pathLst>
                <a:path w="39632" h="99803">
                  <a:moveTo>
                    <a:pt x="39632" y="99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08" name="Candidate_receptor__2926">
              <a:extLst>
                <a:ext uri="{FF2B5EF4-FFF2-40B4-BE49-F238E27FC236}">
                  <a16:creationId xmlns:a16="http://schemas.microsoft.com/office/drawing/2014/main" id="{3C616C60-17B4-B27C-16B6-AD6512F6BFB8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251532"/>
              <a:ext cx="24462" cy="22288"/>
            </a:xfrm>
            <a:custGeom>
              <a:avLst/>
              <a:gdLst/>
              <a:ahLst/>
              <a:cxnLst/>
              <a:rect l="0" t="0" r="0" b="0"/>
              <a:pathLst>
                <a:path w="24462" h="22288">
                  <a:moveTo>
                    <a:pt x="24462" y="22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09" name="Candidate_receptor__2927">
              <a:extLst>
                <a:ext uri="{FF2B5EF4-FFF2-40B4-BE49-F238E27FC236}">
                  <a16:creationId xmlns:a16="http://schemas.microsoft.com/office/drawing/2014/main" id="{F2C3E76B-0272-EF77-0503-6932CF51EA7B}"/>
                </a:ext>
              </a:extLst>
            </p:cNvPr>
            <p:cNvSpPr>
              <a:spLocks noGrp="1"/>
            </p:cNvSpPr>
            <p:nvPr/>
          </p:nvSpPr>
          <p:spPr>
            <a:xfrm>
              <a:off x="4950962" y="2412891"/>
              <a:ext cx="99550" cy="50815"/>
            </a:xfrm>
            <a:custGeom>
              <a:avLst/>
              <a:gdLst/>
              <a:ahLst/>
              <a:cxnLst/>
              <a:rect l="0" t="0" r="0" b="0"/>
              <a:pathLst>
                <a:path w="99550" h="50815">
                  <a:moveTo>
                    <a:pt x="0" y="50815"/>
                  </a:moveTo>
                  <a:lnTo>
                    <a:pt x="9955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10" name="Candidate_receptor__2928">
              <a:extLst>
                <a:ext uri="{FF2B5EF4-FFF2-40B4-BE49-F238E27FC236}">
                  <a16:creationId xmlns:a16="http://schemas.microsoft.com/office/drawing/2014/main" id="{4CE7144D-566C-AF01-0861-B5262FC8F9F6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4515"/>
              <a:ext cx="49527" cy="36742"/>
            </a:xfrm>
            <a:custGeom>
              <a:avLst/>
              <a:gdLst/>
              <a:ahLst/>
              <a:cxnLst/>
              <a:rect l="0" t="0" r="0" b="0"/>
              <a:pathLst>
                <a:path w="49527" h="36742">
                  <a:moveTo>
                    <a:pt x="49527" y="0"/>
                  </a:moveTo>
                  <a:lnTo>
                    <a:pt x="0" y="3674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11" name="Candidate_receptor__2929">
              <a:extLst>
                <a:ext uri="{FF2B5EF4-FFF2-40B4-BE49-F238E27FC236}">
                  <a16:creationId xmlns:a16="http://schemas.microsoft.com/office/drawing/2014/main" id="{5E38E966-138A-345D-91AB-48BD714613FC}"/>
                </a:ext>
              </a:extLst>
            </p:cNvPr>
            <p:cNvSpPr>
              <a:spLocks noGrp="1"/>
            </p:cNvSpPr>
            <p:nvPr/>
          </p:nvSpPr>
          <p:spPr>
            <a:xfrm>
              <a:off x="5576178" y="1842123"/>
              <a:ext cx="43291" cy="45382"/>
            </a:xfrm>
            <a:custGeom>
              <a:avLst/>
              <a:gdLst/>
              <a:ahLst/>
              <a:cxnLst/>
              <a:rect l="0" t="0" r="0" b="0"/>
              <a:pathLst>
                <a:path w="43291" h="45382">
                  <a:moveTo>
                    <a:pt x="43291" y="453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12" name="Candidate_receptor__2930">
              <a:extLst>
                <a:ext uri="{FF2B5EF4-FFF2-40B4-BE49-F238E27FC236}">
                  <a16:creationId xmlns:a16="http://schemas.microsoft.com/office/drawing/2014/main" id="{7AEEB984-D59D-CE39-5ADE-DF1BD10F02D1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680669"/>
              <a:ext cx="52700" cy="68344"/>
            </a:xfrm>
            <a:custGeom>
              <a:avLst/>
              <a:gdLst/>
              <a:ahLst/>
              <a:cxnLst/>
              <a:rect l="0" t="0" r="0" b="0"/>
              <a:pathLst>
                <a:path w="52700" h="68344">
                  <a:moveTo>
                    <a:pt x="52700" y="0"/>
                  </a:moveTo>
                  <a:lnTo>
                    <a:pt x="0" y="6834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13" name="Candidate_receptor__2931">
              <a:extLst>
                <a:ext uri="{FF2B5EF4-FFF2-40B4-BE49-F238E27FC236}">
                  <a16:creationId xmlns:a16="http://schemas.microsoft.com/office/drawing/2014/main" id="{3BF861B8-B352-74A0-B8B7-6774D5D16169}"/>
                </a:ext>
              </a:extLst>
            </p:cNvPr>
            <p:cNvSpPr>
              <a:spLocks noGrp="1"/>
            </p:cNvSpPr>
            <p:nvPr/>
          </p:nvSpPr>
          <p:spPr>
            <a:xfrm>
              <a:off x="5050512" y="2412891"/>
              <a:ext cx="72189" cy="83225"/>
            </a:xfrm>
            <a:custGeom>
              <a:avLst/>
              <a:gdLst/>
              <a:ahLst/>
              <a:cxnLst/>
              <a:rect l="0" t="0" r="0" b="0"/>
              <a:pathLst>
                <a:path w="72189" h="83225">
                  <a:moveTo>
                    <a:pt x="0" y="0"/>
                  </a:moveTo>
                  <a:lnTo>
                    <a:pt x="72189" y="8322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14" name="Candidate_receptor__2932">
              <a:extLst>
                <a:ext uri="{FF2B5EF4-FFF2-40B4-BE49-F238E27FC236}">
                  <a16:creationId xmlns:a16="http://schemas.microsoft.com/office/drawing/2014/main" id="{82B2D51C-2877-98ED-185D-36D0D9605F41}"/>
                </a:ext>
              </a:extLst>
            </p:cNvPr>
            <p:cNvSpPr>
              <a:spLocks noGrp="1"/>
            </p:cNvSpPr>
            <p:nvPr/>
          </p:nvSpPr>
          <p:spPr>
            <a:xfrm>
              <a:off x="4621873" y="4721038"/>
              <a:ext cx="82745" cy="79190"/>
            </a:xfrm>
            <a:custGeom>
              <a:avLst/>
              <a:gdLst/>
              <a:ahLst/>
              <a:cxnLst/>
              <a:rect l="0" t="0" r="0" b="0"/>
              <a:pathLst>
                <a:path w="82745" h="79190">
                  <a:moveTo>
                    <a:pt x="82745" y="791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15" name="Candidate_receptor__2933">
              <a:extLst>
                <a:ext uri="{FF2B5EF4-FFF2-40B4-BE49-F238E27FC236}">
                  <a16:creationId xmlns:a16="http://schemas.microsoft.com/office/drawing/2014/main" id="{3C1C7E5D-F78D-616C-EB2F-CBAC6B7B526B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678401"/>
              <a:ext cx="93083" cy="39292"/>
            </a:xfrm>
            <a:custGeom>
              <a:avLst/>
              <a:gdLst/>
              <a:ahLst/>
              <a:cxnLst/>
              <a:rect l="0" t="0" r="0" b="0"/>
              <a:pathLst>
                <a:path w="93083" h="39292">
                  <a:moveTo>
                    <a:pt x="0" y="39292"/>
                  </a:moveTo>
                  <a:lnTo>
                    <a:pt x="9308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16" name="Candidate_receptor__2934">
              <a:extLst>
                <a:ext uri="{FF2B5EF4-FFF2-40B4-BE49-F238E27FC236}">
                  <a16:creationId xmlns:a16="http://schemas.microsoft.com/office/drawing/2014/main" id="{7FDDEB01-6C23-3339-2C6F-8109607B0DA6}"/>
                </a:ext>
              </a:extLst>
            </p:cNvPr>
            <p:cNvSpPr>
              <a:spLocks noGrp="1"/>
            </p:cNvSpPr>
            <p:nvPr/>
          </p:nvSpPr>
          <p:spPr>
            <a:xfrm>
              <a:off x="5473014" y="1685568"/>
              <a:ext cx="87469" cy="32841"/>
            </a:xfrm>
            <a:custGeom>
              <a:avLst/>
              <a:gdLst/>
              <a:ahLst/>
              <a:cxnLst/>
              <a:rect l="0" t="0" r="0" b="0"/>
              <a:pathLst>
                <a:path w="87469" h="32841">
                  <a:moveTo>
                    <a:pt x="87469" y="32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17" name="Candidate_receptor__2935">
              <a:extLst>
                <a:ext uri="{FF2B5EF4-FFF2-40B4-BE49-F238E27FC236}">
                  <a16:creationId xmlns:a16="http://schemas.microsoft.com/office/drawing/2014/main" id="{D70ADD7F-50C2-CE46-CE4C-D44628D74657}"/>
                </a:ext>
              </a:extLst>
            </p:cNvPr>
            <p:cNvSpPr>
              <a:spLocks noGrp="1"/>
            </p:cNvSpPr>
            <p:nvPr/>
          </p:nvSpPr>
          <p:spPr>
            <a:xfrm>
              <a:off x="4580854" y="2097568"/>
              <a:ext cx="97369" cy="36178"/>
            </a:xfrm>
            <a:custGeom>
              <a:avLst/>
              <a:gdLst/>
              <a:ahLst/>
              <a:cxnLst/>
              <a:rect l="0" t="0" r="0" b="0"/>
              <a:pathLst>
                <a:path w="97369" h="36178">
                  <a:moveTo>
                    <a:pt x="97369" y="361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18" name="Candidate_receptor__2936">
              <a:extLst>
                <a:ext uri="{FF2B5EF4-FFF2-40B4-BE49-F238E27FC236}">
                  <a16:creationId xmlns:a16="http://schemas.microsoft.com/office/drawing/2014/main" id="{44A0ABF1-9FB8-C13E-ECBD-D900FDB9C910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292343"/>
              <a:ext cx="68830" cy="82807"/>
            </a:xfrm>
            <a:custGeom>
              <a:avLst/>
              <a:gdLst/>
              <a:ahLst/>
              <a:cxnLst/>
              <a:rect l="0" t="0" r="0" b="0"/>
              <a:pathLst>
                <a:path w="68830" h="82807">
                  <a:moveTo>
                    <a:pt x="0" y="82807"/>
                  </a:moveTo>
                  <a:lnTo>
                    <a:pt x="6883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19" name="Candidate_receptor__2937">
              <a:extLst>
                <a:ext uri="{FF2B5EF4-FFF2-40B4-BE49-F238E27FC236}">
                  <a16:creationId xmlns:a16="http://schemas.microsoft.com/office/drawing/2014/main" id="{960379F5-D147-207D-4F4E-9CB5C81D18D9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94179"/>
              <a:ext cx="15587" cy="113606"/>
            </a:xfrm>
            <a:custGeom>
              <a:avLst/>
              <a:gdLst/>
              <a:ahLst/>
              <a:cxnLst/>
              <a:rect l="0" t="0" r="0" b="0"/>
              <a:pathLst>
                <a:path w="15587" h="113606">
                  <a:moveTo>
                    <a:pt x="0" y="0"/>
                  </a:moveTo>
                  <a:lnTo>
                    <a:pt x="15587" y="1136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20" name="Candidate_receptor__2938">
              <a:extLst>
                <a:ext uri="{FF2B5EF4-FFF2-40B4-BE49-F238E27FC236}">
                  <a16:creationId xmlns:a16="http://schemas.microsoft.com/office/drawing/2014/main" id="{D846731B-238F-EBF9-F5BA-6398800031AD}"/>
                </a:ext>
              </a:extLst>
            </p:cNvPr>
            <p:cNvSpPr>
              <a:spLocks noGrp="1"/>
            </p:cNvSpPr>
            <p:nvPr/>
          </p:nvSpPr>
          <p:spPr>
            <a:xfrm>
              <a:off x="6235063" y="4586578"/>
              <a:ext cx="14606" cy="94090"/>
            </a:xfrm>
            <a:custGeom>
              <a:avLst/>
              <a:gdLst/>
              <a:ahLst/>
              <a:cxnLst/>
              <a:rect l="0" t="0" r="0" b="0"/>
              <a:pathLst>
                <a:path w="14606" h="94090">
                  <a:moveTo>
                    <a:pt x="0" y="0"/>
                  </a:moveTo>
                  <a:lnTo>
                    <a:pt x="14606" y="9409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21" name="Candidate_receptor__2939">
              <a:extLst>
                <a:ext uri="{FF2B5EF4-FFF2-40B4-BE49-F238E27FC236}">
                  <a16:creationId xmlns:a16="http://schemas.microsoft.com/office/drawing/2014/main" id="{3B2A68C2-3571-8910-46C4-6B37BBE0DEC4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45266"/>
              <a:ext cx="24801" cy="108630"/>
            </a:xfrm>
            <a:custGeom>
              <a:avLst/>
              <a:gdLst/>
              <a:ahLst/>
              <a:cxnLst/>
              <a:rect l="0" t="0" r="0" b="0"/>
              <a:pathLst>
                <a:path w="24801" h="108630">
                  <a:moveTo>
                    <a:pt x="0" y="0"/>
                  </a:moveTo>
                  <a:lnTo>
                    <a:pt x="24801" y="10863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22" name="Candidate_receptor__2940">
              <a:extLst>
                <a:ext uri="{FF2B5EF4-FFF2-40B4-BE49-F238E27FC236}">
                  <a16:creationId xmlns:a16="http://schemas.microsoft.com/office/drawing/2014/main" id="{5484F439-2C39-FE30-CCBC-F3A04FE0FB02}"/>
                </a:ext>
              </a:extLst>
            </p:cNvPr>
            <p:cNvSpPr>
              <a:spLocks noGrp="1"/>
            </p:cNvSpPr>
            <p:nvPr/>
          </p:nvSpPr>
          <p:spPr>
            <a:xfrm>
              <a:off x="4998508" y="2791481"/>
              <a:ext cx="59950" cy="92340"/>
            </a:xfrm>
            <a:custGeom>
              <a:avLst/>
              <a:gdLst/>
              <a:ahLst/>
              <a:cxnLst/>
              <a:rect l="0" t="0" r="0" b="0"/>
              <a:pathLst>
                <a:path w="59950" h="92340">
                  <a:moveTo>
                    <a:pt x="59950" y="923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23" name="Candidate_receptor__2941">
              <a:extLst>
                <a:ext uri="{FF2B5EF4-FFF2-40B4-BE49-F238E27FC236}">
                  <a16:creationId xmlns:a16="http://schemas.microsoft.com/office/drawing/2014/main" id="{57F37C2E-F323-359C-6FBE-C4992468A203}"/>
                </a:ext>
              </a:extLst>
            </p:cNvPr>
            <p:cNvSpPr>
              <a:spLocks noGrp="1"/>
            </p:cNvSpPr>
            <p:nvPr/>
          </p:nvSpPr>
          <p:spPr>
            <a:xfrm>
              <a:off x="5763582" y="3874306"/>
              <a:ext cx="43273" cy="22080"/>
            </a:xfrm>
            <a:custGeom>
              <a:avLst/>
              <a:gdLst/>
              <a:ahLst/>
              <a:cxnLst/>
              <a:rect l="0" t="0" r="0" b="0"/>
              <a:pathLst>
                <a:path w="43273" h="22080">
                  <a:moveTo>
                    <a:pt x="0" y="22080"/>
                  </a:moveTo>
                  <a:lnTo>
                    <a:pt x="4327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24" name="Candidate_receptor__2942">
              <a:extLst>
                <a:ext uri="{FF2B5EF4-FFF2-40B4-BE49-F238E27FC236}">
                  <a16:creationId xmlns:a16="http://schemas.microsoft.com/office/drawing/2014/main" id="{36697998-6E19-FDFC-A3F8-1EDB1B8766A6}"/>
                </a:ext>
              </a:extLst>
            </p:cNvPr>
            <p:cNvSpPr>
              <a:spLocks noGrp="1"/>
            </p:cNvSpPr>
            <p:nvPr/>
          </p:nvSpPr>
          <p:spPr>
            <a:xfrm>
              <a:off x="4648178" y="4538483"/>
              <a:ext cx="94799" cy="62962"/>
            </a:xfrm>
            <a:custGeom>
              <a:avLst/>
              <a:gdLst/>
              <a:ahLst/>
              <a:cxnLst/>
              <a:rect l="0" t="0" r="0" b="0"/>
              <a:pathLst>
                <a:path w="94799" h="62962">
                  <a:moveTo>
                    <a:pt x="0" y="0"/>
                  </a:moveTo>
                  <a:lnTo>
                    <a:pt x="94799" y="6296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25" name="Candidate_receptor__2943">
              <a:extLst>
                <a:ext uri="{FF2B5EF4-FFF2-40B4-BE49-F238E27FC236}">
                  <a16:creationId xmlns:a16="http://schemas.microsoft.com/office/drawing/2014/main" id="{1792D176-7361-0173-AA90-F3CDAC261ACB}"/>
                </a:ext>
              </a:extLst>
            </p:cNvPr>
            <p:cNvSpPr>
              <a:spLocks noGrp="1"/>
            </p:cNvSpPr>
            <p:nvPr/>
          </p:nvSpPr>
          <p:spPr>
            <a:xfrm>
              <a:off x="5418662" y="3381731"/>
              <a:ext cx="24353" cy="71486"/>
            </a:xfrm>
            <a:custGeom>
              <a:avLst/>
              <a:gdLst/>
              <a:ahLst/>
              <a:cxnLst/>
              <a:rect l="0" t="0" r="0" b="0"/>
              <a:pathLst>
                <a:path w="24353" h="71486">
                  <a:moveTo>
                    <a:pt x="24353" y="71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26" name="Candidate_receptor__2944">
              <a:extLst>
                <a:ext uri="{FF2B5EF4-FFF2-40B4-BE49-F238E27FC236}">
                  <a16:creationId xmlns:a16="http://schemas.microsoft.com/office/drawing/2014/main" id="{4D365C55-32AC-AAE0-F97D-3608BB38D04F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449873"/>
              <a:ext cx="86528" cy="69094"/>
            </a:xfrm>
            <a:custGeom>
              <a:avLst/>
              <a:gdLst/>
              <a:ahLst/>
              <a:cxnLst/>
              <a:rect l="0" t="0" r="0" b="0"/>
              <a:pathLst>
                <a:path w="86528" h="69094">
                  <a:moveTo>
                    <a:pt x="86528" y="690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27" name="Candidate_receptor__2945">
              <a:extLst>
                <a:ext uri="{FF2B5EF4-FFF2-40B4-BE49-F238E27FC236}">
                  <a16:creationId xmlns:a16="http://schemas.microsoft.com/office/drawing/2014/main" id="{D1D772F0-2593-FDF9-33CE-E72983E5AD62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618151"/>
              <a:ext cx="22546" cy="13419"/>
            </a:xfrm>
            <a:custGeom>
              <a:avLst/>
              <a:gdLst/>
              <a:ahLst/>
              <a:cxnLst/>
              <a:rect l="0" t="0" r="0" b="0"/>
              <a:pathLst>
                <a:path w="22546" h="13419">
                  <a:moveTo>
                    <a:pt x="0" y="13419"/>
                  </a:moveTo>
                  <a:lnTo>
                    <a:pt x="2254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28" name="Candidate_receptor__2946">
              <a:extLst>
                <a:ext uri="{FF2B5EF4-FFF2-40B4-BE49-F238E27FC236}">
                  <a16:creationId xmlns:a16="http://schemas.microsoft.com/office/drawing/2014/main" id="{E4C8D56D-8286-6BDF-A845-49D5158FBCBE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251649"/>
              <a:ext cx="40823" cy="10465"/>
            </a:xfrm>
            <a:custGeom>
              <a:avLst/>
              <a:gdLst/>
              <a:ahLst/>
              <a:cxnLst/>
              <a:rect l="0" t="0" r="0" b="0"/>
              <a:pathLst>
                <a:path w="40823" h="10465">
                  <a:moveTo>
                    <a:pt x="0" y="10465"/>
                  </a:moveTo>
                  <a:lnTo>
                    <a:pt x="4082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29" name="Candidate_receptor__2947">
              <a:extLst>
                <a:ext uri="{FF2B5EF4-FFF2-40B4-BE49-F238E27FC236}">
                  <a16:creationId xmlns:a16="http://schemas.microsoft.com/office/drawing/2014/main" id="{1D89AB73-A8C9-173B-3B25-1E9AFAB12A78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84627"/>
              <a:ext cx="77986" cy="941"/>
            </a:xfrm>
            <a:custGeom>
              <a:avLst/>
              <a:gdLst/>
              <a:ahLst/>
              <a:cxnLst/>
              <a:rect l="0" t="0" r="0" b="0"/>
              <a:pathLst>
                <a:path w="77986" h="941">
                  <a:moveTo>
                    <a:pt x="77986" y="9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30" name="Candidate_receptor__2948">
              <a:extLst>
                <a:ext uri="{FF2B5EF4-FFF2-40B4-BE49-F238E27FC236}">
                  <a16:creationId xmlns:a16="http://schemas.microsoft.com/office/drawing/2014/main" id="{300F1968-A8A1-E7D9-9A19-B7CBDF4B4081}"/>
                </a:ext>
              </a:extLst>
            </p:cNvPr>
            <p:cNvSpPr>
              <a:spLocks noGrp="1"/>
            </p:cNvSpPr>
            <p:nvPr/>
          </p:nvSpPr>
          <p:spPr>
            <a:xfrm>
              <a:off x="6546841" y="4479030"/>
              <a:ext cx="77022" cy="85527"/>
            </a:xfrm>
            <a:custGeom>
              <a:avLst/>
              <a:gdLst/>
              <a:ahLst/>
              <a:cxnLst/>
              <a:rect l="0" t="0" r="0" b="0"/>
              <a:pathLst>
                <a:path w="77022" h="85527">
                  <a:moveTo>
                    <a:pt x="0" y="85527"/>
                  </a:moveTo>
                  <a:lnTo>
                    <a:pt x="7702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31" name="Candidate_receptor__2949">
              <a:extLst>
                <a:ext uri="{FF2B5EF4-FFF2-40B4-BE49-F238E27FC236}">
                  <a16:creationId xmlns:a16="http://schemas.microsoft.com/office/drawing/2014/main" id="{CE9D5970-078B-84FC-3EC8-2DD8DB6659F4}"/>
                </a:ext>
              </a:extLst>
            </p:cNvPr>
            <p:cNvSpPr>
              <a:spLocks noGrp="1"/>
            </p:cNvSpPr>
            <p:nvPr/>
          </p:nvSpPr>
          <p:spPr>
            <a:xfrm>
              <a:off x="4682586" y="4800228"/>
              <a:ext cx="22033" cy="108373"/>
            </a:xfrm>
            <a:custGeom>
              <a:avLst/>
              <a:gdLst/>
              <a:ahLst/>
              <a:cxnLst/>
              <a:rect l="0" t="0" r="0" b="0"/>
              <a:pathLst>
                <a:path w="22033" h="108373">
                  <a:moveTo>
                    <a:pt x="0" y="108373"/>
                  </a:moveTo>
                  <a:lnTo>
                    <a:pt x="22033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32" name="Candidate_receptor__2950">
              <a:extLst>
                <a:ext uri="{FF2B5EF4-FFF2-40B4-BE49-F238E27FC236}">
                  <a16:creationId xmlns:a16="http://schemas.microsoft.com/office/drawing/2014/main" id="{059FB771-88BD-3A83-F33E-36B1C3AFC7D5}"/>
                </a:ext>
              </a:extLst>
            </p:cNvPr>
            <p:cNvSpPr>
              <a:spLocks noGrp="1"/>
            </p:cNvSpPr>
            <p:nvPr/>
          </p:nvSpPr>
          <p:spPr>
            <a:xfrm>
              <a:off x="5160301" y="3661514"/>
              <a:ext cx="92921" cy="63920"/>
            </a:xfrm>
            <a:custGeom>
              <a:avLst/>
              <a:gdLst/>
              <a:ahLst/>
              <a:cxnLst/>
              <a:rect l="0" t="0" r="0" b="0"/>
              <a:pathLst>
                <a:path w="92921" h="63920">
                  <a:moveTo>
                    <a:pt x="0" y="0"/>
                  </a:moveTo>
                  <a:lnTo>
                    <a:pt x="92921" y="6392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33" name="Candidate_receptor__2951">
              <a:extLst>
                <a:ext uri="{FF2B5EF4-FFF2-40B4-BE49-F238E27FC236}">
                  <a16:creationId xmlns:a16="http://schemas.microsoft.com/office/drawing/2014/main" id="{787DC7A3-7005-2A4E-3F4C-187232F08616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408057"/>
              <a:ext cx="95" cy="64924"/>
            </a:xfrm>
            <a:custGeom>
              <a:avLst/>
              <a:gdLst/>
              <a:ahLst/>
              <a:cxnLst/>
              <a:rect l="0" t="0" r="0" b="0"/>
              <a:pathLst>
                <a:path w="95" h="64924">
                  <a:moveTo>
                    <a:pt x="0" y="0"/>
                  </a:moveTo>
                  <a:lnTo>
                    <a:pt x="93" y="6492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34" name="Candidate_receptor__2952">
              <a:extLst>
                <a:ext uri="{FF2B5EF4-FFF2-40B4-BE49-F238E27FC236}">
                  <a16:creationId xmlns:a16="http://schemas.microsoft.com/office/drawing/2014/main" id="{80309D2D-8703-92A1-A931-E1DA39EAA93A}"/>
                </a:ext>
              </a:extLst>
            </p:cNvPr>
            <p:cNvSpPr>
              <a:spLocks noGrp="1"/>
            </p:cNvSpPr>
            <p:nvPr/>
          </p:nvSpPr>
          <p:spPr>
            <a:xfrm>
              <a:off x="6071504" y="2918879"/>
              <a:ext cx="31164" cy="15369"/>
            </a:xfrm>
            <a:custGeom>
              <a:avLst/>
              <a:gdLst/>
              <a:ahLst/>
              <a:cxnLst/>
              <a:rect l="0" t="0" r="0" b="0"/>
              <a:pathLst>
                <a:path w="31164" h="15369">
                  <a:moveTo>
                    <a:pt x="31164" y="153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35" name="Candidate_receptor__2953">
              <a:extLst>
                <a:ext uri="{FF2B5EF4-FFF2-40B4-BE49-F238E27FC236}">
                  <a16:creationId xmlns:a16="http://schemas.microsoft.com/office/drawing/2014/main" id="{07C5003C-F6FF-E2FB-CE5C-985DBDB0E463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267945"/>
              <a:ext cx="65987" cy="91703"/>
            </a:xfrm>
            <a:custGeom>
              <a:avLst/>
              <a:gdLst/>
              <a:ahLst/>
              <a:cxnLst/>
              <a:rect l="0" t="0" r="0" b="0"/>
              <a:pathLst>
                <a:path w="65987" h="91703">
                  <a:moveTo>
                    <a:pt x="65987" y="0"/>
                  </a:moveTo>
                  <a:lnTo>
                    <a:pt x="0" y="9170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36" name="Candidate_receptor__2954">
              <a:extLst>
                <a:ext uri="{FF2B5EF4-FFF2-40B4-BE49-F238E27FC236}">
                  <a16:creationId xmlns:a16="http://schemas.microsoft.com/office/drawing/2014/main" id="{41F8ACF6-5546-88BC-6E0B-FC91A01F293C}"/>
                </a:ext>
              </a:extLst>
            </p:cNvPr>
            <p:cNvSpPr>
              <a:spLocks noGrp="1"/>
            </p:cNvSpPr>
            <p:nvPr/>
          </p:nvSpPr>
          <p:spPr>
            <a:xfrm>
              <a:off x="5915230" y="3862527"/>
              <a:ext cx="240" cy="101988"/>
            </a:xfrm>
            <a:custGeom>
              <a:avLst/>
              <a:gdLst/>
              <a:ahLst/>
              <a:cxnLst/>
              <a:rect l="0" t="0" r="0" b="0"/>
              <a:pathLst>
                <a:path w="240" h="101988">
                  <a:moveTo>
                    <a:pt x="0" y="0"/>
                  </a:moveTo>
                  <a:lnTo>
                    <a:pt x="240" y="10198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37" name="Candidate_receptor__2955">
              <a:extLst>
                <a:ext uri="{FF2B5EF4-FFF2-40B4-BE49-F238E27FC236}">
                  <a16:creationId xmlns:a16="http://schemas.microsoft.com/office/drawing/2014/main" id="{9968595C-C7C8-A58B-8344-42FD383A8C1E}"/>
                </a:ext>
              </a:extLst>
            </p:cNvPr>
            <p:cNvSpPr>
              <a:spLocks noGrp="1"/>
            </p:cNvSpPr>
            <p:nvPr/>
          </p:nvSpPr>
          <p:spPr>
            <a:xfrm>
              <a:off x="5687184" y="2483902"/>
              <a:ext cx="98132" cy="41628"/>
            </a:xfrm>
            <a:custGeom>
              <a:avLst/>
              <a:gdLst/>
              <a:ahLst/>
              <a:cxnLst/>
              <a:rect l="0" t="0" r="0" b="0"/>
              <a:pathLst>
                <a:path w="98132" h="41628">
                  <a:moveTo>
                    <a:pt x="0" y="41628"/>
                  </a:moveTo>
                  <a:lnTo>
                    <a:pt x="98132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38" name="Candidate_receptor__2956">
              <a:extLst>
                <a:ext uri="{FF2B5EF4-FFF2-40B4-BE49-F238E27FC236}">
                  <a16:creationId xmlns:a16="http://schemas.microsoft.com/office/drawing/2014/main" id="{9EC55A74-DD92-430F-52F1-E79FDEE9D215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22166" cy="48342"/>
            </a:xfrm>
            <a:custGeom>
              <a:avLst/>
              <a:gdLst/>
              <a:ahLst/>
              <a:cxnLst/>
              <a:rect l="0" t="0" r="0" b="0"/>
              <a:pathLst>
                <a:path w="22166" h="48342">
                  <a:moveTo>
                    <a:pt x="22166" y="483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39" name="Candidate_receptor__2957">
              <a:extLst>
                <a:ext uri="{FF2B5EF4-FFF2-40B4-BE49-F238E27FC236}">
                  <a16:creationId xmlns:a16="http://schemas.microsoft.com/office/drawing/2014/main" id="{620BB16D-D613-556A-68FC-6668B65ED0D2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7600"/>
              <a:ext cx="20680" cy="14799"/>
            </a:xfrm>
            <a:custGeom>
              <a:avLst/>
              <a:gdLst/>
              <a:ahLst/>
              <a:cxnLst/>
              <a:rect l="0" t="0" r="0" b="0"/>
              <a:pathLst>
                <a:path w="20680" h="14799">
                  <a:moveTo>
                    <a:pt x="0" y="14799"/>
                  </a:moveTo>
                  <a:lnTo>
                    <a:pt x="2068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40" name="Candidate_receptor__2958">
              <a:extLst>
                <a:ext uri="{FF2B5EF4-FFF2-40B4-BE49-F238E27FC236}">
                  <a16:creationId xmlns:a16="http://schemas.microsoft.com/office/drawing/2014/main" id="{D2327D6C-048F-0363-5BC2-06584C0BDB31}"/>
                </a:ext>
              </a:extLst>
            </p:cNvPr>
            <p:cNvSpPr>
              <a:spLocks noGrp="1"/>
            </p:cNvSpPr>
            <p:nvPr/>
          </p:nvSpPr>
          <p:spPr>
            <a:xfrm>
              <a:off x="5674413" y="3790859"/>
              <a:ext cx="34660" cy="5536"/>
            </a:xfrm>
            <a:custGeom>
              <a:avLst/>
              <a:gdLst/>
              <a:ahLst/>
              <a:cxnLst/>
              <a:rect l="0" t="0" r="0" b="0"/>
              <a:pathLst>
                <a:path w="34660" h="5536">
                  <a:moveTo>
                    <a:pt x="0" y="0"/>
                  </a:moveTo>
                  <a:lnTo>
                    <a:pt x="34660" y="55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41" name="Candidate_receptor__2959">
              <a:extLst>
                <a:ext uri="{FF2B5EF4-FFF2-40B4-BE49-F238E27FC236}">
                  <a16:creationId xmlns:a16="http://schemas.microsoft.com/office/drawing/2014/main" id="{D763F214-95A0-F069-9C39-0542F4B94E2C}"/>
                </a:ext>
              </a:extLst>
            </p:cNvPr>
            <p:cNvSpPr>
              <a:spLocks noGrp="1"/>
            </p:cNvSpPr>
            <p:nvPr/>
          </p:nvSpPr>
          <p:spPr>
            <a:xfrm>
              <a:off x="5882684" y="2209281"/>
              <a:ext cx="95109" cy="4102"/>
            </a:xfrm>
            <a:custGeom>
              <a:avLst/>
              <a:gdLst/>
              <a:ahLst/>
              <a:cxnLst/>
              <a:rect l="0" t="0" r="0" b="0"/>
              <a:pathLst>
                <a:path w="95109" h="4102">
                  <a:moveTo>
                    <a:pt x="95109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42" name="Candidate_receptor__2960">
              <a:extLst>
                <a:ext uri="{FF2B5EF4-FFF2-40B4-BE49-F238E27FC236}">
                  <a16:creationId xmlns:a16="http://schemas.microsoft.com/office/drawing/2014/main" id="{503A50D1-3B4D-75B4-4BC9-07F4FBCC08D8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74108"/>
              <a:ext cx="85513" cy="70986"/>
            </a:xfrm>
            <a:custGeom>
              <a:avLst/>
              <a:gdLst/>
              <a:ahLst/>
              <a:cxnLst/>
              <a:rect l="0" t="0" r="0" b="0"/>
              <a:pathLst>
                <a:path w="85513" h="70986">
                  <a:moveTo>
                    <a:pt x="0" y="0"/>
                  </a:moveTo>
                  <a:lnTo>
                    <a:pt x="85513" y="7098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43" name="Candidate_receptor__2961">
              <a:extLst>
                <a:ext uri="{FF2B5EF4-FFF2-40B4-BE49-F238E27FC236}">
                  <a16:creationId xmlns:a16="http://schemas.microsoft.com/office/drawing/2014/main" id="{86FE585E-DB4B-D958-16DF-C46AD5327797}"/>
                </a:ext>
              </a:extLst>
            </p:cNvPr>
            <p:cNvSpPr>
              <a:spLocks noGrp="1"/>
            </p:cNvSpPr>
            <p:nvPr/>
          </p:nvSpPr>
          <p:spPr>
            <a:xfrm>
              <a:off x="4560095" y="2252754"/>
              <a:ext cx="23764" cy="8426"/>
            </a:xfrm>
            <a:custGeom>
              <a:avLst/>
              <a:gdLst/>
              <a:ahLst/>
              <a:cxnLst/>
              <a:rect l="0" t="0" r="0" b="0"/>
              <a:pathLst>
                <a:path w="23764" h="8426">
                  <a:moveTo>
                    <a:pt x="23764" y="0"/>
                  </a:moveTo>
                  <a:lnTo>
                    <a:pt x="0" y="842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44" name="Candidate_receptor__2962">
              <a:extLst>
                <a:ext uri="{FF2B5EF4-FFF2-40B4-BE49-F238E27FC236}">
                  <a16:creationId xmlns:a16="http://schemas.microsoft.com/office/drawing/2014/main" id="{D401E64E-8E83-8BEA-DE76-BB940C29B154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453217"/>
              <a:ext cx="32964" cy="101535"/>
            </a:xfrm>
            <a:custGeom>
              <a:avLst/>
              <a:gdLst/>
              <a:ahLst/>
              <a:cxnLst/>
              <a:rect l="0" t="0" r="0" b="0"/>
              <a:pathLst>
                <a:path w="32964" h="101535">
                  <a:moveTo>
                    <a:pt x="0" y="101535"/>
                  </a:moveTo>
                  <a:lnTo>
                    <a:pt x="3296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45" name="Candidate_receptor__2963">
              <a:extLst>
                <a:ext uri="{FF2B5EF4-FFF2-40B4-BE49-F238E27FC236}">
                  <a16:creationId xmlns:a16="http://schemas.microsoft.com/office/drawing/2014/main" id="{C0FFB75F-A41E-6743-9ADE-4171AE09260B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799795"/>
              <a:ext cx="29884" cy="35507"/>
            </a:xfrm>
            <a:custGeom>
              <a:avLst/>
              <a:gdLst/>
              <a:ahLst/>
              <a:cxnLst/>
              <a:rect l="0" t="0" r="0" b="0"/>
              <a:pathLst>
                <a:path w="29884" h="35507">
                  <a:moveTo>
                    <a:pt x="0" y="35507"/>
                  </a:moveTo>
                  <a:lnTo>
                    <a:pt x="2988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46" name="Candidate_receptor__2964">
              <a:extLst>
                <a:ext uri="{FF2B5EF4-FFF2-40B4-BE49-F238E27FC236}">
                  <a16:creationId xmlns:a16="http://schemas.microsoft.com/office/drawing/2014/main" id="{5F93404C-E6C1-2106-60C4-1C1F9AD33893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845094"/>
              <a:ext cx="20122" cy="110814"/>
            </a:xfrm>
            <a:custGeom>
              <a:avLst/>
              <a:gdLst/>
              <a:ahLst/>
              <a:cxnLst/>
              <a:rect l="0" t="0" r="0" b="0"/>
              <a:pathLst>
                <a:path w="20122" h="110814">
                  <a:moveTo>
                    <a:pt x="20122" y="0"/>
                  </a:moveTo>
                  <a:lnTo>
                    <a:pt x="0" y="11081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47" name="Candidate_receptor__2965">
              <a:extLst>
                <a:ext uri="{FF2B5EF4-FFF2-40B4-BE49-F238E27FC236}">
                  <a16:creationId xmlns:a16="http://schemas.microsoft.com/office/drawing/2014/main" id="{1F003C15-1E2A-FF36-D6F7-D4F2E30344E6}"/>
                </a:ext>
              </a:extLst>
            </p:cNvPr>
            <p:cNvSpPr>
              <a:spLocks noGrp="1"/>
            </p:cNvSpPr>
            <p:nvPr/>
          </p:nvSpPr>
          <p:spPr>
            <a:xfrm>
              <a:off x="4979773" y="2066594"/>
              <a:ext cx="57015" cy="29636"/>
            </a:xfrm>
            <a:custGeom>
              <a:avLst/>
              <a:gdLst/>
              <a:ahLst/>
              <a:cxnLst/>
              <a:rect l="0" t="0" r="0" b="0"/>
              <a:pathLst>
                <a:path w="57015" h="29636">
                  <a:moveTo>
                    <a:pt x="57015" y="0"/>
                  </a:moveTo>
                  <a:lnTo>
                    <a:pt x="0" y="2963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48" name="Candidate_receptor__2966">
              <a:extLst>
                <a:ext uri="{FF2B5EF4-FFF2-40B4-BE49-F238E27FC236}">
                  <a16:creationId xmlns:a16="http://schemas.microsoft.com/office/drawing/2014/main" id="{69BAE8C5-1082-419F-E1DF-85F2D8220F96}"/>
                </a:ext>
              </a:extLst>
            </p:cNvPr>
            <p:cNvSpPr>
              <a:spLocks noGrp="1"/>
            </p:cNvSpPr>
            <p:nvPr/>
          </p:nvSpPr>
          <p:spPr>
            <a:xfrm>
              <a:off x="5875710" y="3242567"/>
              <a:ext cx="71903" cy="7573"/>
            </a:xfrm>
            <a:custGeom>
              <a:avLst/>
              <a:gdLst/>
              <a:ahLst/>
              <a:cxnLst/>
              <a:rect l="0" t="0" r="0" b="0"/>
              <a:pathLst>
                <a:path w="71903" h="7573">
                  <a:moveTo>
                    <a:pt x="71903" y="0"/>
                  </a:moveTo>
                  <a:lnTo>
                    <a:pt x="0" y="757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49" name="Candidate_receptor__2967">
              <a:extLst>
                <a:ext uri="{FF2B5EF4-FFF2-40B4-BE49-F238E27FC236}">
                  <a16:creationId xmlns:a16="http://schemas.microsoft.com/office/drawing/2014/main" id="{9095B409-9A7A-FDC4-E794-91E49F0CC68B}"/>
                </a:ext>
              </a:extLst>
            </p:cNvPr>
            <p:cNvSpPr>
              <a:spLocks noGrp="1"/>
            </p:cNvSpPr>
            <p:nvPr/>
          </p:nvSpPr>
          <p:spPr>
            <a:xfrm>
              <a:off x="5058458" y="2842547"/>
              <a:ext cx="104414" cy="41274"/>
            </a:xfrm>
            <a:custGeom>
              <a:avLst/>
              <a:gdLst/>
              <a:ahLst/>
              <a:cxnLst/>
              <a:rect l="0" t="0" r="0" b="0"/>
              <a:pathLst>
                <a:path w="104414" h="41274">
                  <a:moveTo>
                    <a:pt x="104414" y="0"/>
                  </a:moveTo>
                  <a:lnTo>
                    <a:pt x="0" y="4127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50" name="Candidate_receptor__2968">
              <a:extLst>
                <a:ext uri="{FF2B5EF4-FFF2-40B4-BE49-F238E27FC236}">
                  <a16:creationId xmlns:a16="http://schemas.microsoft.com/office/drawing/2014/main" id="{00ECC752-77C1-981E-32A2-FBD4A06AD4A0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81336"/>
              <a:ext cx="92752" cy="52876"/>
            </a:xfrm>
            <a:custGeom>
              <a:avLst/>
              <a:gdLst/>
              <a:ahLst/>
              <a:cxnLst/>
              <a:rect l="0" t="0" r="0" b="0"/>
              <a:pathLst>
                <a:path w="92752" h="52876">
                  <a:moveTo>
                    <a:pt x="0" y="52876"/>
                  </a:moveTo>
                  <a:lnTo>
                    <a:pt x="9275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51" name="Candidate_receptor__2969">
              <a:extLst>
                <a:ext uri="{FF2B5EF4-FFF2-40B4-BE49-F238E27FC236}">
                  <a16:creationId xmlns:a16="http://schemas.microsoft.com/office/drawing/2014/main" id="{F7D40F07-632E-87C2-66E5-D0473A79526B}"/>
                </a:ext>
              </a:extLst>
            </p:cNvPr>
            <p:cNvSpPr>
              <a:spLocks noGrp="1"/>
            </p:cNvSpPr>
            <p:nvPr/>
          </p:nvSpPr>
          <p:spPr>
            <a:xfrm>
              <a:off x="5122701" y="2464207"/>
              <a:ext cx="103832" cy="31909"/>
            </a:xfrm>
            <a:custGeom>
              <a:avLst/>
              <a:gdLst/>
              <a:ahLst/>
              <a:cxnLst/>
              <a:rect l="0" t="0" r="0" b="0"/>
              <a:pathLst>
                <a:path w="103832" h="31909">
                  <a:moveTo>
                    <a:pt x="0" y="31909"/>
                  </a:moveTo>
                  <a:lnTo>
                    <a:pt x="10383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52" name="Candidate_receptor__2970">
              <a:extLst>
                <a:ext uri="{FF2B5EF4-FFF2-40B4-BE49-F238E27FC236}">
                  <a16:creationId xmlns:a16="http://schemas.microsoft.com/office/drawing/2014/main" id="{34B9A83E-FAC4-0AA5-0F9D-D7CAA74F64BE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04764"/>
              <a:ext cx="51854" cy="40502"/>
            </a:xfrm>
            <a:custGeom>
              <a:avLst/>
              <a:gdLst/>
              <a:ahLst/>
              <a:cxnLst/>
              <a:rect l="0" t="0" r="0" b="0"/>
              <a:pathLst>
                <a:path w="51854" h="40502">
                  <a:moveTo>
                    <a:pt x="51854" y="0"/>
                  </a:moveTo>
                  <a:lnTo>
                    <a:pt x="0" y="405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53" name="Candidate_receptor__2971">
              <a:extLst>
                <a:ext uri="{FF2B5EF4-FFF2-40B4-BE49-F238E27FC236}">
                  <a16:creationId xmlns:a16="http://schemas.microsoft.com/office/drawing/2014/main" id="{9D1FE49D-7AFE-13B5-5761-D9B5774F6921}"/>
                </a:ext>
              </a:extLst>
            </p:cNvPr>
            <p:cNvSpPr>
              <a:spLocks noGrp="1"/>
            </p:cNvSpPr>
            <p:nvPr/>
          </p:nvSpPr>
          <p:spPr>
            <a:xfrm>
              <a:off x="5903941" y="3378447"/>
              <a:ext cx="110292" cy="28332"/>
            </a:xfrm>
            <a:custGeom>
              <a:avLst/>
              <a:gdLst/>
              <a:ahLst/>
              <a:cxnLst/>
              <a:rect l="0" t="0" r="0" b="0"/>
              <a:pathLst>
                <a:path w="110292" h="28332">
                  <a:moveTo>
                    <a:pt x="0" y="0"/>
                  </a:moveTo>
                  <a:lnTo>
                    <a:pt x="110292" y="2833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54" name="Candidate_receptor__2972">
              <a:extLst>
                <a:ext uri="{FF2B5EF4-FFF2-40B4-BE49-F238E27FC236}">
                  <a16:creationId xmlns:a16="http://schemas.microsoft.com/office/drawing/2014/main" id="{342118E0-B099-DBE2-05D5-CF83287FEFBC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91069"/>
              <a:ext cx="4535" cy="64209"/>
            </a:xfrm>
            <a:custGeom>
              <a:avLst/>
              <a:gdLst/>
              <a:ahLst/>
              <a:cxnLst/>
              <a:rect l="0" t="0" r="0" b="0"/>
              <a:pathLst>
                <a:path w="4535" h="64209">
                  <a:moveTo>
                    <a:pt x="4535" y="64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55" name="Candidate_receptor__2973">
              <a:extLst>
                <a:ext uri="{FF2B5EF4-FFF2-40B4-BE49-F238E27FC236}">
                  <a16:creationId xmlns:a16="http://schemas.microsoft.com/office/drawing/2014/main" id="{44B7CF22-1CBA-9B5C-5850-0380CD2C511A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209281"/>
              <a:ext cx="70030" cy="21808"/>
            </a:xfrm>
            <a:custGeom>
              <a:avLst/>
              <a:gdLst/>
              <a:ahLst/>
              <a:cxnLst/>
              <a:rect l="0" t="0" r="0" b="0"/>
              <a:pathLst>
                <a:path w="70030" h="21808">
                  <a:moveTo>
                    <a:pt x="70030" y="0"/>
                  </a:moveTo>
                  <a:lnTo>
                    <a:pt x="0" y="2180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56" name="Candidate_receptor__2974">
              <a:extLst>
                <a:ext uri="{FF2B5EF4-FFF2-40B4-BE49-F238E27FC236}">
                  <a16:creationId xmlns:a16="http://schemas.microsoft.com/office/drawing/2014/main" id="{8C4BE458-5044-32AF-B3D4-715AAD64C6AD}"/>
                </a:ext>
              </a:extLst>
            </p:cNvPr>
            <p:cNvSpPr>
              <a:spLocks noGrp="1"/>
            </p:cNvSpPr>
            <p:nvPr/>
          </p:nvSpPr>
          <p:spPr>
            <a:xfrm>
              <a:off x="5745724" y="2077175"/>
              <a:ext cx="110230" cy="20848"/>
            </a:xfrm>
            <a:custGeom>
              <a:avLst/>
              <a:gdLst/>
              <a:ahLst/>
              <a:cxnLst/>
              <a:rect l="0" t="0" r="0" b="0"/>
              <a:pathLst>
                <a:path w="110230" h="20848">
                  <a:moveTo>
                    <a:pt x="110230" y="0"/>
                  </a:moveTo>
                  <a:lnTo>
                    <a:pt x="0" y="2084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57" name="Candidate_receptor__2975">
              <a:extLst>
                <a:ext uri="{FF2B5EF4-FFF2-40B4-BE49-F238E27FC236}">
                  <a16:creationId xmlns:a16="http://schemas.microsoft.com/office/drawing/2014/main" id="{CBEB68EF-35D1-FC69-6111-C53860BDBA17}"/>
                </a:ext>
              </a:extLst>
            </p:cNvPr>
            <p:cNvSpPr>
              <a:spLocks noGrp="1"/>
            </p:cNvSpPr>
            <p:nvPr/>
          </p:nvSpPr>
          <p:spPr>
            <a:xfrm>
              <a:off x="5047668" y="3428764"/>
              <a:ext cx="65718" cy="90203"/>
            </a:xfrm>
            <a:custGeom>
              <a:avLst/>
              <a:gdLst/>
              <a:ahLst/>
              <a:cxnLst/>
              <a:rect l="0" t="0" r="0" b="0"/>
              <a:pathLst>
                <a:path w="65718" h="90203">
                  <a:moveTo>
                    <a:pt x="65718" y="0"/>
                  </a:moveTo>
                  <a:lnTo>
                    <a:pt x="0" y="9020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58" name="Candidate_receptor__2976">
              <a:extLst>
                <a:ext uri="{FF2B5EF4-FFF2-40B4-BE49-F238E27FC236}">
                  <a16:creationId xmlns:a16="http://schemas.microsoft.com/office/drawing/2014/main" id="{543D4531-65B0-8058-80D3-10BAEE0C5A7F}"/>
                </a:ext>
              </a:extLst>
            </p:cNvPr>
            <p:cNvSpPr>
              <a:spLocks noGrp="1"/>
            </p:cNvSpPr>
            <p:nvPr/>
          </p:nvSpPr>
          <p:spPr>
            <a:xfrm>
              <a:off x="6145900" y="4126236"/>
              <a:ext cx="103986" cy="10416"/>
            </a:xfrm>
            <a:custGeom>
              <a:avLst/>
              <a:gdLst/>
              <a:ahLst/>
              <a:cxnLst/>
              <a:rect l="0" t="0" r="0" b="0"/>
              <a:pathLst>
                <a:path w="103986" h="10416">
                  <a:moveTo>
                    <a:pt x="103986" y="104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59" name="Candidate_receptor__2977">
              <a:extLst>
                <a:ext uri="{FF2B5EF4-FFF2-40B4-BE49-F238E27FC236}">
                  <a16:creationId xmlns:a16="http://schemas.microsoft.com/office/drawing/2014/main" id="{85AC921D-183C-B946-57EB-D770117CBF7E}"/>
                </a:ext>
              </a:extLst>
            </p:cNvPr>
            <p:cNvSpPr>
              <a:spLocks noGrp="1"/>
            </p:cNvSpPr>
            <p:nvPr/>
          </p:nvSpPr>
          <p:spPr>
            <a:xfrm>
              <a:off x="6473583" y="4271761"/>
              <a:ext cx="90722" cy="44556"/>
            </a:xfrm>
            <a:custGeom>
              <a:avLst/>
              <a:gdLst/>
              <a:ahLst/>
              <a:cxnLst/>
              <a:rect l="0" t="0" r="0" b="0"/>
              <a:pathLst>
                <a:path w="90722" h="44556">
                  <a:moveTo>
                    <a:pt x="90722" y="445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60" name="Candidate_receptor__2978">
              <a:extLst>
                <a:ext uri="{FF2B5EF4-FFF2-40B4-BE49-F238E27FC236}">
                  <a16:creationId xmlns:a16="http://schemas.microsoft.com/office/drawing/2014/main" id="{B7D3E5FB-895B-0D2A-D0B3-9F4BD1E948A4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6591" cy="106929"/>
            </a:xfrm>
            <a:custGeom>
              <a:avLst/>
              <a:gdLst/>
              <a:ahLst/>
              <a:cxnLst/>
              <a:rect l="0" t="0" r="0" b="0"/>
              <a:pathLst>
                <a:path w="6591" h="106929">
                  <a:moveTo>
                    <a:pt x="0" y="0"/>
                  </a:moveTo>
                  <a:lnTo>
                    <a:pt x="6591" y="10692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61" name="Candidate_receptor__2979">
              <a:extLst>
                <a:ext uri="{FF2B5EF4-FFF2-40B4-BE49-F238E27FC236}">
                  <a16:creationId xmlns:a16="http://schemas.microsoft.com/office/drawing/2014/main" id="{6732E5B8-D9A9-A498-5DB3-A989BD58A7FF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69325"/>
              <a:ext cx="25649" cy="6970"/>
            </a:xfrm>
            <a:custGeom>
              <a:avLst/>
              <a:gdLst/>
              <a:ahLst/>
              <a:cxnLst/>
              <a:rect l="0" t="0" r="0" b="0"/>
              <a:pathLst>
                <a:path w="25649" h="6970">
                  <a:moveTo>
                    <a:pt x="0" y="6970"/>
                  </a:moveTo>
                  <a:lnTo>
                    <a:pt x="2564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62" name="Candidate_receptor__2980">
              <a:extLst>
                <a:ext uri="{FF2B5EF4-FFF2-40B4-BE49-F238E27FC236}">
                  <a16:creationId xmlns:a16="http://schemas.microsoft.com/office/drawing/2014/main" id="{A4136FE9-1AE6-796B-5F9D-0996F313A5B4}"/>
                </a:ext>
              </a:extLst>
            </p:cNvPr>
            <p:cNvSpPr>
              <a:spLocks noGrp="1"/>
            </p:cNvSpPr>
            <p:nvPr/>
          </p:nvSpPr>
          <p:spPr>
            <a:xfrm>
              <a:off x="5593546" y="4081462"/>
              <a:ext cx="105726" cy="43779"/>
            </a:xfrm>
            <a:custGeom>
              <a:avLst/>
              <a:gdLst/>
              <a:ahLst/>
              <a:cxnLst/>
              <a:rect l="0" t="0" r="0" b="0"/>
              <a:pathLst>
                <a:path w="105726" h="43779">
                  <a:moveTo>
                    <a:pt x="105726" y="437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63" name="Candidate_receptor__2981">
              <a:extLst>
                <a:ext uri="{FF2B5EF4-FFF2-40B4-BE49-F238E27FC236}">
                  <a16:creationId xmlns:a16="http://schemas.microsoft.com/office/drawing/2014/main" id="{684ABF88-1EC7-950B-F7CF-54D99B943860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2607360"/>
              <a:ext cx="81301" cy="425"/>
            </a:xfrm>
            <a:custGeom>
              <a:avLst/>
              <a:gdLst/>
              <a:ahLst/>
              <a:cxnLst/>
              <a:rect l="0" t="0" r="0" b="0"/>
              <a:pathLst>
                <a:path w="81301" h="425">
                  <a:moveTo>
                    <a:pt x="0" y="425"/>
                  </a:moveTo>
                  <a:lnTo>
                    <a:pt x="8130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64" name="Candidate_receptor__2982">
              <a:extLst>
                <a:ext uri="{FF2B5EF4-FFF2-40B4-BE49-F238E27FC236}">
                  <a16:creationId xmlns:a16="http://schemas.microsoft.com/office/drawing/2014/main" id="{4FD6DD13-B006-F76C-5CB2-586FF561DD90}"/>
                </a:ext>
              </a:extLst>
            </p:cNvPr>
            <p:cNvSpPr>
              <a:spLocks noGrp="1"/>
            </p:cNvSpPr>
            <p:nvPr/>
          </p:nvSpPr>
          <p:spPr>
            <a:xfrm>
              <a:off x="5067402" y="3922009"/>
              <a:ext cx="23177" cy="30930"/>
            </a:xfrm>
            <a:custGeom>
              <a:avLst/>
              <a:gdLst/>
              <a:ahLst/>
              <a:cxnLst/>
              <a:rect l="0" t="0" r="0" b="0"/>
              <a:pathLst>
                <a:path w="23177" h="30930">
                  <a:moveTo>
                    <a:pt x="0" y="0"/>
                  </a:moveTo>
                  <a:lnTo>
                    <a:pt x="23177" y="3093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65" name="Candidate_receptor__2983">
              <a:extLst>
                <a:ext uri="{FF2B5EF4-FFF2-40B4-BE49-F238E27FC236}">
                  <a16:creationId xmlns:a16="http://schemas.microsoft.com/office/drawing/2014/main" id="{4A3A6624-CD2F-5655-F3CC-7D4C05B974D9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661514"/>
              <a:ext cx="52669" cy="90215"/>
            </a:xfrm>
            <a:custGeom>
              <a:avLst/>
              <a:gdLst/>
              <a:ahLst/>
              <a:cxnLst/>
              <a:rect l="0" t="0" r="0" b="0"/>
              <a:pathLst>
                <a:path w="52669" h="90215">
                  <a:moveTo>
                    <a:pt x="0" y="90215"/>
                  </a:moveTo>
                  <a:lnTo>
                    <a:pt x="5266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66" name="Candidate_receptor__2984">
              <a:extLst>
                <a:ext uri="{FF2B5EF4-FFF2-40B4-BE49-F238E27FC236}">
                  <a16:creationId xmlns:a16="http://schemas.microsoft.com/office/drawing/2014/main" id="{2BFF4DCA-F951-BCCA-B426-EF68A287A6AA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42992"/>
              <a:ext cx="99630" cy="7887"/>
            </a:xfrm>
            <a:custGeom>
              <a:avLst/>
              <a:gdLst/>
              <a:ahLst/>
              <a:cxnLst/>
              <a:rect l="0" t="0" r="0" b="0"/>
              <a:pathLst>
                <a:path w="99630" h="7887">
                  <a:moveTo>
                    <a:pt x="0" y="7887"/>
                  </a:moveTo>
                  <a:lnTo>
                    <a:pt x="9963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67" name="Candidate_receptor__2985">
              <a:extLst>
                <a:ext uri="{FF2B5EF4-FFF2-40B4-BE49-F238E27FC236}">
                  <a16:creationId xmlns:a16="http://schemas.microsoft.com/office/drawing/2014/main" id="{F039BA5C-13EF-61D9-17F2-6A65BB5B8EC9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544"/>
              <a:ext cx="43563" cy="22126"/>
            </a:xfrm>
            <a:custGeom>
              <a:avLst/>
              <a:gdLst/>
              <a:ahLst/>
              <a:cxnLst/>
              <a:rect l="0" t="0" r="0" b="0"/>
              <a:pathLst>
                <a:path w="43563" h="22126">
                  <a:moveTo>
                    <a:pt x="0" y="22126"/>
                  </a:moveTo>
                  <a:lnTo>
                    <a:pt x="4356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68" name="Candidate_receptor__2986">
              <a:extLst>
                <a:ext uri="{FF2B5EF4-FFF2-40B4-BE49-F238E27FC236}">
                  <a16:creationId xmlns:a16="http://schemas.microsoft.com/office/drawing/2014/main" id="{305F8E47-5236-9FF2-E8AD-5E80643E467C}"/>
                </a:ext>
              </a:extLst>
            </p:cNvPr>
            <p:cNvSpPr>
              <a:spLocks noGrp="1"/>
            </p:cNvSpPr>
            <p:nvPr/>
          </p:nvSpPr>
          <p:spPr>
            <a:xfrm>
              <a:off x="4943252" y="2463706"/>
              <a:ext cx="7710" cy="78609"/>
            </a:xfrm>
            <a:custGeom>
              <a:avLst/>
              <a:gdLst/>
              <a:ahLst/>
              <a:cxnLst/>
              <a:rect l="0" t="0" r="0" b="0"/>
              <a:pathLst>
                <a:path w="7710" h="78609">
                  <a:moveTo>
                    <a:pt x="0" y="78609"/>
                  </a:moveTo>
                  <a:lnTo>
                    <a:pt x="771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69" name="Candidate_receptor__2987">
              <a:extLst>
                <a:ext uri="{FF2B5EF4-FFF2-40B4-BE49-F238E27FC236}">
                  <a16:creationId xmlns:a16="http://schemas.microsoft.com/office/drawing/2014/main" id="{955F716C-82E9-80FB-D86E-7A62F4334ED0}"/>
                </a:ext>
              </a:extLst>
            </p:cNvPr>
            <p:cNvSpPr>
              <a:spLocks noGrp="1"/>
            </p:cNvSpPr>
            <p:nvPr/>
          </p:nvSpPr>
          <p:spPr>
            <a:xfrm>
              <a:off x="6085996" y="4481336"/>
              <a:ext cx="67681" cy="49738"/>
            </a:xfrm>
            <a:custGeom>
              <a:avLst/>
              <a:gdLst/>
              <a:ahLst/>
              <a:cxnLst/>
              <a:rect l="0" t="0" r="0" b="0"/>
              <a:pathLst>
                <a:path w="67681" h="49738">
                  <a:moveTo>
                    <a:pt x="0" y="0"/>
                  </a:moveTo>
                  <a:lnTo>
                    <a:pt x="67681" y="497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0" name="Candidate_receptor__2988">
              <a:extLst>
                <a:ext uri="{FF2B5EF4-FFF2-40B4-BE49-F238E27FC236}">
                  <a16:creationId xmlns:a16="http://schemas.microsoft.com/office/drawing/2014/main" id="{9EBC19B1-4360-7619-BCA0-FFF0BD1AA051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118255"/>
              <a:ext cx="23893" cy="477"/>
            </a:xfrm>
            <a:custGeom>
              <a:avLst/>
              <a:gdLst/>
              <a:ahLst/>
              <a:cxnLst/>
              <a:rect l="0" t="0" r="0" b="0"/>
              <a:pathLst>
                <a:path w="23893" h="477">
                  <a:moveTo>
                    <a:pt x="0" y="0"/>
                  </a:moveTo>
                  <a:lnTo>
                    <a:pt x="23893" y="47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1" name="Candidate_receptor__2989">
              <a:extLst>
                <a:ext uri="{FF2B5EF4-FFF2-40B4-BE49-F238E27FC236}">
                  <a16:creationId xmlns:a16="http://schemas.microsoft.com/office/drawing/2014/main" id="{86F2D94F-B678-03D3-99CC-5C9B4F7BA4D1}"/>
                </a:ext>
              </a:extLst>
            </p:cNvPr>
            <p:cNvSpPr>
              <a:spLocks noGrp="1"/>
            </p:cNvSpPr>
            <p:nvPr/>
          </p:nvSpPr>
          <p:spPr>
            <a:xfrm>
              <a:off x="5977792" y="2125466"/>
              <a:ext cx="74128" cy="87917"/>
            </a:xfrm>
            <a:custGeom>
              <a:avLst/>
              <a:gdLst/>
              <a:ahLst/>
              <a:cxnLst/>
              <a:rect l="0" t="0" r="0" b="0"/>
              <a:pathLst>
                <a:path w="74128" h="87917">
                  <a:moveTo>
                    <a:pt x="74128" y="0"/>
                  </a:moveTo>
                  <a:lnTo>
                    <a:pt x="0" y="879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2" name="Candidate_receptor__2990">
              <a:extLst>
                <a:ext uri="{FF2B5EF4-FFF2-40B4-BE49-F238E27FC236}">
                  <a16:creationId xmlns:a16="http://schemas.microsoft.com/office/drawing/2014/main" id="{809AA11E-431F-476C-D8D8-63D86CAB1E87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142285"/>
              <a:ext cx="50106" cy="91951"/>
            </a:xfrm>
            <a:custGeom>
              <a:avLst/>
              <a:gdLst/>
              <a:ahLst/>
              <a:cxnLst/>
              <a:rect l="0" t="0" r="0" b="0"/>
              <a:pathLst>
                <a:path w="50106" h="91951">
                  <a:moveTo>
                    <a:pt x="0" y="91951"/>
                  </a:moveTo>
                  <a:lnTo>
                    <a:pt x="5010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3" name="Candidate_receptor__2991">
              <a:extLst>
                <a:ext uri="{FF2B5EF4-FFF2-40B4-BE49-F238E27FC236}">
                  <a16:creationId xmlns:a16="http://schemas.microsoft.com/office/drawing/2014/main" id="{C3061AB8-8120-51F9-2F3B-15DDAD31F35C}"/>
                </a:ext>
              </a:extLst>
            </p:cNvPr>
            <p:cNvSpPr>
              <a:spLocks noGrp="1"/>
            </p:cNvSpPr>
            <p:nvPr/>
          </p:nvSpPr>
          <p:spPr>
            <a:xfrm>
              <a:off x="4900199" y="5142285"/>
              <a:ext cx="102022" cy="19340"/>
            </a:xfrm>
            <a:custGeom>
              <a:avLst/>
              <a:gdLst/>
              <a:ahLst/>
              <a:cxnLst/>
              <a:rect l="0" t="0" r="0" b="0"/>
              <a:pathLst>
                <a:path w="102022" h="19340">
                  <a:moveTo>
                    <a:pt x="0" y="0"/>
                  </a:moveTo>
                  <a:lnTo>
                    <a:pt x="102022" y="1934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4" name="Candidate_receptor__2992">
              <a:extLst>
                <a:ext uri="{FF2B5EF4-FFF2-40B4-BE49-F238E27FC236}">
                  <a16:creationId xmlns:a16="http://schemas.microsoft.com/office/drawing/2014/main" id="{A287CE8C-0853-53DF-4C0B-861EC645A771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52154" cy="2060"/>
            </a:xfrm>
            <a:custGeom>
              <a:avLst/>
              <a:gdLst/>
              <a:ahLst/>
              <a:cxnLst/>
              <a:rect l="0" t="0" r="0" b="0"/>
              <a:pathLst>
                <a:path w="52154" h="2060">
                  <a:moveTo>
                    <a:pt x="52154" y="20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5" name="Candidate_receptor__2993">
              <a:extLst>
                <a:ext uri="{FF2B5EF4-FFF2-40B4-BE49-F238E27FC236}">
                  <a16:creationId xmlns:a16="http://schemas.microsoft.com/office/drawing/2014/main" id="{E37F41AD-C67D-A3C6-683E-2B4ED93F73B9}"/>
                </a:ext>
              </a:extLst>
            </p:cNvPr>
            <p:cNvSpPr>
              <a:spLocks noGrp="1"/>
            </p:cNvSpPr>
            <p:nvPr/>
          </p:nvSpPr>
          <p:spPr>
            <a:xfrm>
              <a:off x="5619469" y="1840087"/>
              <a:ext cx="103707" cy="47417"/>
            </a:xfrm>
            <a:custGeom>
              <a:avLst/>
              <a:gdLst/>
              <a:ahLst/>
              <a:cxnLst/>
              <a:rect l="0" t="0" r="0" b="0"/>
              <a:pathLst>
                <a:path w="103707" h="47417">
                  <a:moveTo>
                    <a:pt x="103707" y="0"/>
                  </a:moveTo>
                  <a:lnTo>
                    <a:pt x="0" y="474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6" name="Candidate_receptor__2994">
              <a:extLst>
                <a:ext uri="{FF2B5EF4-FFF2-40B4-BE49-F238E27FC236}">
                  <a16:creationId xmlns:a16="http://schemas.microsoft.com/office/drawing/2014/main" id="{928DD7BA-5046-3A7B-A4FB-802E85EB4BC7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26236"/>
              <a:ext cx="43714" cy="70912"/>
            </a:xfrm>
            <a:custGeom>
              <a:avLst/>
              <a:gdLst/>
              <a:ahLst/>
              <a:cxnLst/>
              <a:rect l="0" t="0" r="0" b="0"/>
              <a:pathLst>
                <a:path w="43714" h="70912">
                  <a:moveTo>
                    <a:pt x="43714" y="0"/>
                  </a:moveTo>
                  <a:lnTo>
                    <a:pt x="0" y="7091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7" name="Candidate_receptor__2995">
              <a:extLst>
                <a:ext uri="{FF2B5EF4-FFF2-40B4-BE49-F238E27FC236}">
                  <a16:creationId xmlns:a16="http://schemas.microsoft.com/office/drawing/2014/main" id="{D7A65E56-EE57-1600-E0ED-D2BB348C57EE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20233"/>
              <a:ext cx="83467" cy="68700"/>
            </a:xfrm>
            <a:custGeom>
              <a:avLst/>
              <a:gdLst/>
              <a:ahLst/>
              <a:cxnLst/>
              <a:rect l="0" t="0" r="0" b="0"/>
              <a:pathLst>
                <a:path w="83467" h="68700">
                  <a:moveTo>
                    <a:pt x="83467" y="0"/>
                  </a:moveTo>
                  <a:lnTo>
                    <a:pt x="0" y="6870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8" name="Candidate_receptor__2996">
              <a:extLst>
                <a:ext uri="{FF2B5EF4-FFF2-40B4-BE49-F238E27FC236}">
                  <a16:creationId xmlns:a16="http://schemas.microsoft.com/office/drawing/2014/main" id="{26DAD160-EE18-A4D3-3435-C7A7D1E49974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71761"/>
              <a:ext cx="72254" cy="24737"/>
            </a:xfrm>
            <a:custGeom>
              <a:avLst/>
              <a:gdLst/>
              <a:ahLst/>
              <a:cxnLst/>
              <a:rect l="0" t="0" r="0" b="0"/>
              <a:pathLst>
                <a:path w="72254" h="24737">
                  <a:moveTo>
                    <a:pt x="72254" y="0"/>
                  </a:moveTo>
                  <a:lnTo>
                    <a:pt x="0" y="2473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9" name="Candidate_receptor__2997">
              <a:extLst>
                <a:ext uri="{FF2B5EF4-FFF2-40B4-BE49-F238E27FC236}">
                  <a16:creationId xmlns:a16="http://schemas.microsoft.com/office/drawing/2014/main" id="{78C27B44-3D20-80AA-AFB0-7D0C87771713}"/>
                </a:ext>
              </a:extLst>
            </p:cNvPr>
            <p:cNvSpPr>
              <a:spLocks noGrp="1"/>
            </p:cNvSpPr>
            <p:nvPr/>
          </p:nvSpPr>
          <p:spPr>
            <a:xfrm>
              <a:off x="5493871" y="1718409"/>
              <a:ext cx="66612" cy="81386"/>
            </a:xfrm>
            <a:custGeom>
              <a:avLst/>
              <a:gdLst/>
              <a:ahLst/>
              <a:cxnLst/>
              <a:rect l="0" t="0" r="0" b="0"/>
              <a:pathLst>
                <a:path w="66612" h="81386">
                  <a:moveTo>
                    <a:pt x="0" y="81386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80" name="Candidate_receptor__2998">
              <a:extLst>
                <a:ext uri="{FF2B5EF4-FFF2-40B4-BE49-F238E27FC236}">
                  <a16:creationId xmlns:a16="http://schemas.microsoft.com/office/drawing/2014/main" id="{3D3C5694-D018-321A-11F8-97A90182A35D}"/>
                </a:ext>
              </a:extLst>
            </p:cNvPr>
            <p:cNvSpPr>
              <a:spLocks noGrp="1"/>
            </p:cNvSpPr>
            <p:nvPr/>
          </p:nvSpPr>
          <p:spPr>
            <a:xfrm>
              <a:off x="6014233" y="3312105"/>
              <a:ext cx="36097" cy="94674"/>
            </a:xfrm>
            <a:custGeom>
              <a:avLst/>
              <a:gdLst/>
              <a:ahLst/>
              <a:cxnLst/>
              <a:rect l="0" t="0" r="0" b="0"/>
              <a:pathLst>
                <a:path w="36097" h="94674">
                  <a:moveTo>
                    <a:pt x="0" y="94674"/>
                  </a:moveTo>
                  <a:lnTo>
                    <a:pt x="3609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81" name="Candidate_receptor__2999">
              <a:extLst>
                <a:ext uri="{FF2B5EF4-FFF2-40B4-BE49-F238E27FC236}">
                  <a16:creationId xmlns:a16="http://schemas.microsoft.com/office/drawing/2014/main" id="{155B2A8C-287E-2A90-EB41-1A71303DAA5A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88593"/>
              <a:ext cx="4806" cy="2803"/>
            </a:xfrm>
            <a:custGeom>
              <a:avLst/>
              <a:gdLst/>
              <a:ahLst/>
              <a:cxnLst/>
              <a:rect l="0" t="0" r="0" b="0"/>
              <a:pathLst>
                <a:path w="4806" h="2803">
                  <a:moveTo>
                    <a:pt x="0" y="2803"/>
                  </a:moveTo>
                  <a:lnTo>
                    <a:pt x="4806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52682" name="Candidate_receptor__3000">
              <a:extLst>
                <a:ext uri="{FF2B5EF4-FFF2-40B4-BE49-F238E27FC236}">
                  <a16:creationId xmlns:a16="http://schemas.microsoft.com/office/drawing/2014/main" id="{BD48A61E-F0C1-FC6C-B444-743D48EB3BA4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2780"/>
              <a:ext cx="22631" cy="6274"/>
            </a:xfrm>
            <a:custGeom>
              <a:avLst/>
              <a:gdLst/>
              <a:ahLst/>
              <a:cxnLst/>
              <a:rect l="0" t="0" r="0" b="0"/>
              <a:pathLst>
                <a:path w="22631" h="6274">
                  <a:moveTo>
                    <a:pt x="0" y="6274"/>
                  </a:moveTo>
                  <a:lnTo>
                    <a:pt x="22631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52683" name="Candidate_receptor__3001">
              <a:extLst>
                <a:ext uri="{FF2B5EF4-FFF2-40B4-BE49-F238E27FC236}">
                  <a16:creationId xmlns:a16="http://schemas.microsoft.com/office/drawing/2014/main" id="{521F57C0-D4EC-02DA-C46E-CEC16CA8FD24}"/>
                </a:ext>
              </a:extLst>
            </p:cNvPr>
            <p:cNvSpPr>
              <a:spLocks noGrp="1"/>
            </p:cNvSpPr>
            <p:nvPr/>
          </p:nvSpPr>
          <p:spPr>
            <a:xfrm>
              <a:off x="6245916" y="4136652"/>
              <a:ext cx="3970" cy="114997"/>
            </a:xfrm>
            <a:custGeom>
              <a:avLst/>
              <a:gdLst/>
              <a:ahLst/>
              <a:cxnLst/>
              <a:rect l="0" t="0" r="0" b="0"/>
              <a:pathLst>
                <a:path w="3970" h="114997">
                  <a:moveTo>
                    <a:pt x="0" y="114997"/>
                  </a:moveTo>
                  <a:lnTo>
                    <a:pt x="397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52684" name="Candidate_receptor__3002">
              <a:extLst>
                <a:ext uri="{FF2B5EF4-FFF2-40B4-BE49-F238E27FC236}">
                  <a16:creationId xmlns:a16="http://schemas.microsoft.com/office/drawing/2014/main" id="{BD2E77DF-9D11-7CB8-1137-F560ACCB0AEE}"/>
                </a:ext>
              </a:extLst>
            </p:cNvPr>
            <p:cNvSpPr>
              <a:spLocks noGrp="1"/>
            </p:cNvSpPr>
            <p:nvPr/>
          </p:nvSpPr>
          <p:spPr>
            <a:xfrm>
              <a:off x="5883437" y="3604555"/>
              <a:ext cx="50430" cy="73846"/>
            </a:xfrm>
            <a:custGeom>
              <a:avLst/>
              <a:gdLst/>
              <a:ahLst/>
              <a:cxnLst/>
              <a:rect l="0" t="0" r="0" b="0"/>
              <a:pathLst>
                <a:path w="50430" h="73846">
                  <a:moveTo>
                    <a:pt x="50430" y="73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52685" name="Candidate_receptor__3003">
              <a:extLst>
                <a:ext uri="{FF2B5EF4-FFF2-40B4-BE49-F238E27FC236}">
                  <a16:creationId xmlns:a16="http://schemas.microsoft.com/office/drawing/2014/main" id="{D887CAAF-9A2F-C095-036B-27118CC51CE2}"/>
                </a:ext>
              </a:extLst>
            </p:cNvPr>
            <p:cNvSpPr>
              <a:spLocks noGrp="1"/>
            </p:cNvSpPr>
            <p:nvPr/>
          </p:nvSpPr>
          <p:spPr>
            <a:xfrm>
              <a:off x="4997756" y="5161625"/>
              <a:ext cx="4465" cy="112195"/>
            </a:xfrm>
            <a:custGeom>
              <a:avLst/>
              <a:gdLst/>
              <a:ahLst/>
              <a:cxnLst/>
              <a:rect l="0" t="0" r="0" b="0"/>
              <a:pathLst>
                <a:path w="4465" h="112195">
                  <a:moveTo>
                    <a:pt x="4465" y="0"/>
                  </a:moveTo>
                  <a:lnTo>
                    <a:pt x="0" y="112195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52686" name="Candidate_receptor__3004">
              <a:extLst>
                <a:ext uri="{FF2B5EF4-FFF2-40B4-BE49-F238E27FC236}">
                  <a16:creationId xmlns:a16="http://schemas.microsoft.com/office/drawing/2014/main" id="{9FD4C860-2209-ADA7-87EE-0B0123BBFE88}"/>
                </a:ext>
              </a:extLst>
            </p:cNvPr>
            <p:cNvSpPr>
              <a:spLocks noGrp="1"/>
            </p:cNvSpPr>
            <p:nvPr/>
          </p:nvSpPr>
          <p:spPr>
            <a:xfrm>
              <a:off x="4766652" y="3104764"/>
              <a:ext cx="104685" cy="28860"/>
            </a:xfrm>
            <a:custGeom>
              <a:avLst/>
              <a:gdLst/>
              <a:ahLst/>
              <a:cxnLst/>
              <a:rect l="0" t="0" r="0" b="0"/>
              <a:pathLst>
                <a:path w="104685" h="28860">
                  <a:moveTo>
                    <a:pt x="104685" y="2886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52687" name="Candidate_receptor__3005">
              <a:extLst>
                <a:ext uri="{FF2B5EF4-FFF2-40B4-BE49-F238E27FC236}">
                  <a16:creationId xmlns:a16="http://schemas.microsoft.com/office/drawing/2014/main" id="{CBF4158C-2887-7E55-98F6-9747D409E210}"/>
                </a:ext>
              </a:extLst>
            </p:cNvPr>
            <p:cNvSpPr>
              <a:spLocks noGrp="1"/>
            </p:cNvSpPr>
            <p:nvPr/>
          </p:nvSpPr>
          <p:spPr>
            <a:xfrm>
              <a:off x="5649367" y="4125241"/>
              <a:ext cx="49905" cy="102359"/>
            </a:xfrm>
            <a:custGeom>
              <a:avLst/>
              <a:gdLst/>
              <a:ahLst/>
              <a:cxnLst/>
              <a:rect l="0" t="0" r="0" b="0"/>
              <a:pathLst>
                <a:path w="49905" h="102359">
                  <a:moveTo>
                    <a:pt x="0" y="102359"/>
                  </a:moveTo>
                  <a:lnTo>
                    <a:pt x="49905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52688" name="Candidate_receptor__3006">
              <a:extLst>
                <a:ext uri="{FF2B5EF4-FFF2-40B4-BE49-F238E27FC236}">
                  <a16:creationId xmlns:a16="http://schemas.microsoft.com/office/drawing/2014/main" id="{105672B2-B1A6-5896-4277-876366002C40}"/>
                </a:ext>
              </a:extLst>
            </p:cNvPr>
            <p:cNvSpPr>
              <a:spLocks noGrp="1"/>
            </p:cNvSpPr>
            <p:nvPr/>
          </p:nvSpPr>
          <p:spPr>
            <a:xfrm>
              <a:off x="5709073" y="3796396"/>
              <a:ext cx="54509" cy="99990"/>
            </a:xfrm>
            <a:custGeom>
              <a:avLst/>
              <a:gdLst/>
              <a:ahLst/>
              <a:cxnLst/>
              <a:rect l="0" t="0" r="0" b="0"/>
              <a:pathLst>
                <a:path w="54509" h="99990">
                  <a:moveTo>
                    <a:pt x="0" y="0"/>
                  </a:moveTo>
                  <a:lnTo>
                    <a:pt x="54509" y="9999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52689" name="Candidate_receptor__3007">
              <a:extLst>
                <a:ext uri="{FF2B5EF4-FFF2-40B4-BE49-F238E27FC236}">
                  <a16:creationId xmlns:a16="http://schemas.microsoft.com/office/drawing/2014/main" id="{C509972A-A24D-401C-EBA1-B76031F14BDF}"/>
                </a:ext>
              </a:extLst>
            </p:cNvPr>
            <p:cNvSpPr>
              <a:spLocks noGrp="1"/>
            </p:cNvSpPr>
            <p:nvPr/>
          </p:nvSpPr>
          <p:spPr>
            <a:xfrm>
              <a:off x="4453511" y="2365762"/>
              <a:ext cx="57694" cy="37238"/>
            </a:xfrm>
            <a:custGeom>
              <a:avLst/>
              <a:gdLst/>
              <a:ahLst/>
              <a:cxnLst/>
              <a:rect l="0" t="0" r="0" b="0"/>
              <a:pathLst>
                <a:path w="57694" h="37238">
                  <a:moveTo>
                    <a:pt x="0" y="0"/>
                  </a:moveTo>
                  <a:lnTo>
                    <a:pt x="57694" y="37238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52690" name="Candidate_receptor__3008">
              <a:extLst>
                <a:ext uri="{FF2B5EF4-FFF2-40B4-BE49-F238E27FC236}">
                  <a16:creationId xmlns:a16="http://schemas.microsoft.com/office/drawing/2014/main" id="{489921D9-C157-D5D3-5AA9-10D4000B434F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955909"/>
              <a:ext cx="30509" cy="52566"/>
            </a:xfrm>
            <a:custGeom>
              <a:avLst/>
              <a:gdLst/>
              <a:ahLst/>
              <a:cxnLst/>
              <a:rect l="0" t="0" r="0" b="0"/>
              <a:pathLst>
                <a:path w="30509" h="52566">
                  <a:moveTo>
                    <a:pt x="0" y="0"/>
                  </a:moveTo>
                  <a:lnTo>
                    <a:pt x="30509" y="52566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52691" name="Candidate_receptor__3009">
              <a:extLst>
                <a:ext uri="{FF2B5EF4-FFF2-40B4-BE49-F238E27FC236}">
                  <a16:creationId xmlns:a16="http://schemas.microsoft.com/office/drawing/2014/main" id="{ADE42C12-ABB3-8F5A-352A-D4849413C50C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03925"/>
              <a:ext cx="12224" cy="83629"/>
            </a:xfrm>
            <a:custGeom>
              <a:avLst/>
              <a:gdLst/>
              <a:ahLst/>
              <a:cxnLst/>
              <a:rect l="0" t="0" r="0" b="0"/>
              <a:pathLst>
                <a:path w="12224" h="83629">
                  <a:moveTo>
                    <a:pt x="12224" y="0"/>
                  </a:moveTo>
                  <a:lnTo>
                    <a:pt x="0" y="83629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52692" name="Candidate_receptor__3010">
              <a:extLst>
                <a:ext uri="{FF2B5EF4-FFF2-40B4-BE49-F238E27FC236}">
                  <a16:creationId xmlns:a16="http://schemas.microsoft.com/office/drawing/2014/main" id="{F1124C18-5C1F-012C-DF24-6FCC75FC8B9E}"/>
                </a:ext>
              </a:extLst>
            </p:cNvPr>
            <p:cNvSpPr>
              <a:spLocks noGrp="1"/>
            </p:cNvSpPr>
            <p:nvPr/>
          </p:nvSpPr>
          <p:spPr>
            <a:xfrm>
              <a:off x="5072348" y="2184438"/>
              <a:ext cx="50641" cy="101346"/>
            </a:xfrm>
            <a:custGeom>
              <a:avLst/>
              <a:gdLst/>
              <a:ahLst/>
              <a:cxnLst/>
              <a:rect l="0" t="0" r="0" b="0"/>
              <a:pathLst>
                <a:path w="50641" h="101346">
                  <a:moveTo>
                    <a:pt x="0" y="101346"/>
                  </a:moveTo>
                  <a:lnTo>
                    <a:pt x="50641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52693" name="Candidate_receptor__3011">
              <a:extLst>
                <a:ext uri="{FF2B5EF4-FFF2-40B4-BE49-F238E27FC236}">
                  <a16:creationId xmlns:a16="http://schemas.microsoft.com/office/drawing/2014/main" id="{9ECA0036-E53C-BD79-2ED2-EAAAA27526C5}"/>
                </a:ext>
              </a:extLst>
            </p:cNvPr>
            <p:cNvSpPr>
              <a:spLocks noGrp="1"/>
            </p:cNvSpPr>
            <p:nvPr/>
          </p:nvSpPr>
          <p:spPr>
            <a:xfrm>
              <a:off x="4643252" y="3816953"/>
              <a:ext cx="30594" cy="28952"/>
            </a:xfrm>
            <a:custGeom>
              <a:avLst/>
              <a:gdLst/>
              <a:ahLst/>
              <a:cxnLst/>
              <a:rect l="0" t="0" r="0" b="0"/>
              <a:pathLst>
                <a:path w="30594" h="28952">
                  <a:moveTo>
                    <a:pt x="0" y="28952"/>
                  </a:moveTo>
                  <a:lnTo>
                    <a:pt x="30594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52694" name="Candidate_receptor__3012">
              <a:extLst>
                <a:ext uri="{FF2B5EF4-FFF2-40B4-BE49-F238E27FC236}">
                  <a16:creationId xmlns:a16="http://schemas.microsoft.com/office/drawing/2014/main" id="{E182734E-D483-4F12-1258-CC9A2F505967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68156" cy="89092"/>
            </a:xfrm>
            <a:custGeom>
              <a:avLst/>
              <a:gdLst/>
              <a:ahLst/>
              <a:cxnLst/>
              <a:rect l="0" t="0" r="0" b="0"/>
              <a:pathLst>
                <a:path w="68156" h="89092">
                  <a:moveTo>
                    <a:pt x="0" y="0"/>
                  </a:moveTo>
                  <a:lnTo>
                    <a:pt x="68156" y="89092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52695" name="Candidate_receptor__3013">
              <a:extLst>
                <a:ext uri="{FF2B5EF4-FFF2-40B4-BE49-F238E27FC236}">
                  <a16:creationId xmlns:a16="http://schemas.microsoft.com/office/drawing/2014/main" id="{6CA1B744-61D8-3B5A-B43B-D94C540E1B9B}"/>
                </a:ext>
              </a:extLst>
            </p:cNvPr>
            <p:cNvSpPr>
              <a:spLocks noGrp="1"/>
            </p:cNvSpPr>
            <p:nvPr/>
          </p:nvSpPr>
          <p:spPr>
            <a:xfrm>
              <a:off x="4702957" y="3244104"/>
              <a:ext cx="36641" cy="9791"/>
            </a:xfrm>
            <a:custGeom>
              <a:avLst/>
              <a:gdLst/>
              <a:ahLst/>
              <a:cxnLst/>
              <a:rect l="0" t="0" r="0" b="0"/>
              <a:pathLst>
                <a:path w="36641" h="9791">
                  <a:moveTo>
                    <a:pt x="36641" y="97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696" name="Candidate_receptor__3014">
              <a:extLst>
                <a:ext uri="{FF2B5EF4-FFF2-40B4-BE49-F238E27FC236}">
                  <a16:creationId xmlns:a16="http://schemas.microsoft.com/office/drawing/2014/main" id="{53B2AA23-B821-4177-E2D7-A88971F663F3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113175" cy="2348"/>
            </a:xfrm>
            <a:custGeom>
              <a:avLst/>
              <a:gdLst/>
              <a:ahLst/>
              <a:cxnLst/>
              <a:rect l="0" t="0" r="0" b="0"/>
              <a:pathLst>
                <a:path w="113175" h="2348">
                  <a:moveTo>
                    <a:pt x="113175" y="23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697" name="Candidate_receptor__3015">
              <a:extLst>
                <a:ext uri="{FF2B5EF4-FFF2-40B4-BE49-F238E27FC236}">
                  <a16:creationId xmlns:a16="http://schemas.microsoft.com/office/drawing/2014/main" id="{2A8F502A-DEA7-A927-10ED-1215EED61B8A}"/>
                </a:ext>
              </a:extLst>
            </p:cNvPr>
            <p:cNvSpPr>
              <a:spLocks noGrp="1"/>
            </p:cNvSpPr>
            <p:nvPr/>
          </p:nvSpPr>
          <p:spPr>
            <a:xfrm>
              <a:off x="4401248" y="3302420"/>
              <a:ext cx="56223" cy="100182"/>
            </a:xfrm>
            <a:custGeom>
              <a:avLst/>
              <a:gdLst/>
              <a:ahLst/>
              <a:cxnLst/>
              <a:rect l="0" t="0" r="0" b="0"/>
              <a:pathLst>
                <a:path w="56223" h="100182">
                  <a:moveTo>
                    <a:pt x="0" y="0"/>
                  </a:moveTo>
                  <a:lnTo>
                    <a:pt x="56223" y="100182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698" name="Candidate_receptor__3016">
              <a:extLst>
                <a:ext uri="{FF2B5EF4-FFF2-40B4-BE49-F238E27FC236}">
                  <a16:creationId xmlns:a16="http://schemas.microsoft.com/office/drawing/2014/main" id="{AAC65326-F271-12B1-B76A-1DD359D159FE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531075"/>
              <a:ext cx="50484" cy="100495"/>
            </a:xfrm>
            <a:custGeom>
              <a:avLst/>
              <a:gdLst/>
              <a:ahLst/>
              <a:cxnLst/>
              <a:rect l="0" t="0" r="0" b="0"/>
              <a:pathLst>
                <a:path w="50484" h="100495">
                  <a:moveTo>
                    <a:pt x="50484" y="0"/>
                  </a:moveTo>
                  <a:lnTo>
                    <a:pt x="0" y="100495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699" name="Candidate_receptor__3017">
              <a:extLst>
                <a:ext uri="{FF2B5EF4-FFF2-40B4-BE49-F238E27FC236}">
                  <a16:creationId xmlns:a16="http://schemas.microsoft.com/office/drawing/2014/main" id="{0D73888C-6FF7-0808-C751-8FAFC4079D93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04750"/>
              <a:ext cx="96341" cy="62144"/>
            </a:xfrm>
            <a:custGeom>
              <a:avLst/>
              <a:gdLst/>
              <a:ahLst/>
              <a:cxnLst/>
              <a:rect l="0" t="0" r="0" b="0"/>
              <a:pathLst>
                <a:path w="96341" h="62144">
                  <a:moveTo>
                    <a:pt x="96341" y="0"/>
                  </a:moveTo>
                  <a:lnTo>
                    <a:pt x="0" y="62144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00" name="Candidate_receptor__3018">
              <a:extLst>
                <a:ext uri="{FF2B5EF4-FFF2-40B4-BE49-F238E27FC236}">
                  <a16:creationId xmlns:a16="http://schemas.microsoft.com/office/drawing/2014/main" id="{4DB3D896-ED42-8ED3-988A-831A0B89CC2C}"/>
                </a:ext>
              </a:extLst>
            </p:cNvPr>
            <p:cNvSpPr>
              <a:spLocks noGrp="1"/>
            </p:cNvSpPr>
            <p:nvPr/>
          </p:nvSpPr>
          <p:spPr>
            <a:xfrm>
              <a:off x="5722191" y="2418823"/>
              <a:ext cx="63125" cy="65079"/>
            </a:xfrm>
            <a:custGeom>
              <a:avLst/>
              <a:gdLst/>
              <a:ahLst/>
              <a:cxnLst/>
              <a:rect l="0" t="0" r="0" b="0"/>
              <a:pathLst>
                <a:path w="63125" h="65079">
                  <a:moveTo>
                    <a:pt x="63125" y="650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701" name="Candidate_receptor__3019">
              <a:extLst>
                <a:ext uri="{FF2B5EF4-FFF2-40B4-BE49-F238E27FC236}">
                  <a16:creationId xmlns:a16="http://schemas.microsoft.com/office/drawing/2014/main" id="{3BFE63AF-9288-54AE-5D4E-FE31CCF5087F}"/>
                </a:ext>
              </a:extLst>
            </p:cNvPr>
            <p:cNvSpPr>
              <a:spLocks noGrp="1"/>
            </p:cNvSpPr>
            <p:nvPr/>
          </p:nvSpPr>
          <p:spPr>
            <a:xfrm>
              <a:off x="4871337" y="3133624"/>
              <a:ext cx="60892" cy="72477"/>
            </a:xfrm>
            <a:custGeom>
              <a:avLst/>
              <a:gdLst/>
              <a:ahLst/>
              <a:cxnLst/>
              <a:rect l="0" t="0" r="0" b="0"/>
              <a:pathLst>
                <a:path w="60892" h="72477">
                  <a:moveTo>
                    <a:pt x="60892" y="7247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702" name="Candidate_receptor__3020">
              <a:extLst>
                <a:ext uri="{FF2B5EF4-FFF2-40B4-BE49-F238E27FC236}">
                  <a16:creationId xmlns:a16="http://schemas.microsoft.com/office/drawing/2014/main" id="{85B1E35C-9C1B-DA2F-D4C2-E4D3E3266380}"/>
                </a:ext>
              </a:extLst>
            </p:cNvPr>
            <p:cNvSpPr>
              <a:spLocks noGrp="1"/>
            </p:cNvSpPr>
            <p:nvPr/>
          </p:nvSpPr>
          <p:spPr>
            <a:xfrm>
              <a:off x="5036788" y="2066594"/>
              <a:ext cx="86201" cy="117844"/>
            </a:xfrm>
            <a:custGeom>
              <a:avLst/>
              <a:gdLst/>
              <a:ahLst/>
              <a:cxnLst/>
              <a:rect l="0" t="0" r="0" b="0"/>
              <a:pathLst>
                <a:path w="86201" h="117844">
                  <a:moveTo>
                    <a:pt x="86201" y="1178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703" name="Candidate_receptor__3021">
              <a:extLst>
                <a:ext uri="{FF2B5EF4-FFF2-40B4-BE49-F238E27FC236}">
                  <a16:creationId xmlns:a16="http://schemas.microsoft.com/office/drawing/2014/main" id="{730119A5-6E2F-6317-8359-DB476C1A97A7}"/>
                </a:ext>
              </a:extLst>
            </p:cNvPr>
            <p:cNvSpPr>
              <a:spLocks noGrp="1"/>
            </p:cNvSpPr>
            <p:nvPr/>
          </p:nvSpPr>
          <p:spPr>
            <a:xfrm>
              <a:off x="5633865" y="2223884"/>
              <a:ext cx="3116" cy="44061"/>
            </a:xfrm>
            <a:custGeom>
              <a:avLst/>
              <a:gdLst/>
              <a:ahLst/>
              <a:cxnLst/>
              <a:rect l="0" t="0" r="0" b="0"/>
              <a:pathLst>
                <a:path w="3116" h="44061">
                  <a:moveTo>
                    <a:pt x="0" y="0"/>
                  </a:moveTo>
                  <a:lnTo>
                    <a:pt x="3116" y="4406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704" name="Candidate_receptor__3022">
              <a:extLst>
                <a:ext uri="{FF2B5EF4-FFF2-40B4-BE49-F238E27FC236}">
                  <a16:creationId xmlns:a16="http://schemas.microsoft.com/office/drawing/2014/main" id="{714CF83B-68BE-FFD4-22A0-BB7E4FA18010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76025" cy="61541"/>
            </a:xfrm>
            <a:custGeom>
              <a:avLst/>
              <a:gdLst/>
              <a:ahLst/>
              <a:cxnLst/>
              <a:rect l="0" t="0" r="0" b="0"/>
              <a:pathLst>
                <a:path w="76025" h="61541">
                  <a:moveTo>
                    <a:pt x="0" y="0"/>
                  </a:moveTo>
                  <a:lnTo>
                    <a:pt x="76025" y="6154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705" name="Candidate_receptor__3023">
              <a:extLst>
                <a:ext uri="{FF2B5EF4-FFF2-40B4-BE49-F238E27FC236}">
                  <a16:creationId xmlns:a16="http://schemas.microsoft.com/office/drawing/2014/main" id="{99C1E606-7BC8-8503-E638-1D2B60CEA50D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98022"/>
              <a:ext cx="35663" cy="1493"/>
            </a:xfrm>
            <a:custGeom>
              <a:avLst/>
              <a:gdLst/>
              <a:ahLst/>
              <a:cxnLst/>
              <a:rect l="0" t="0" r="0" b="0"/>
              <a:pathLst>
                <a:path w="35663" h="1493">
                  <a:moveTo>
                    <a:pt x="35663" y="0"/>
                  </a:moveTo>
                  <a:lnTo>
                    <a:pt x="0" y="1493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06" name="Candidate_receptor__3024">
              <a:extLst>
                <a:ext uri="{FF2B5EF4-FFF2-40B4-BE49-F238E27FC236}">
                  <a16:creationId xmlns:a16="http://schemas.microsoft.com/office/drawing/2014/main" id="{D630CDFD-60A4-FA48-EC3F-7CD44FFA1DB2}"/>
                </a:ext>
              </a:extLst>
            </p:cNvPr>
            <p:cNvSpPr>
              <a:spLocks noGrp="1"/>
            </p:cNvSpPr>
            <p:nvPr/>
          </p:nvSpPr>
          <p:spPr>
            <a:xfrm>
              <a:off x="4840334" y="2542315"/>
              <a:ext cx="102918" cy="46686"/>
            </a:xfrm>
            <a:custGeom>
              <a:avLst/>
              <a:gdLst/>
              <a:ahLst/>
              <a:cxnLst/>
              <a:rect l="0" t="0" r="0" b="0"/>
              <a:pathLst>
                <a:path w="102918" h="46686">
                  <a:moveTo>
                    <a:pt x="0" y="46686"/>
                  </a:moveTo>
                  <a:lnTo>
                    <a:pt x="10291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07" name="Candidate_receptor__3025">
              <a:extLst>
                <a:ext uri="{FF2B5EF4-FFF2-40B4-BE49-F238E27FC236}">
                  <a16:creationId xmlns:a16="http://schemas.microsoft.com/office/drawing/2014/main" id="{36B752F4-82F2-5E25-0628-75E1D4C0A7ED}"/>
                </a:ext>
              </a:extLst>
            </p:cNvPr>
            <p:cNvSpPr>
              <a:spLocks noGrp="1"/>
            </p:cNvSpPr>
            <p:nvPr/>
          </p:nvSpPr>
          <p:spPr>
            <a:xfrm>
              <a:off x="5026150" y="3378518"/>
              <a:ext cx="87235" cy="50246"/>
            </a:xfrm>
            <a:custGeom>
              <a:avLst/>
              <a:gdLst/>
              <a:ahLst/>
              <a:cxnLst/>
              <a:rect l="0" t="0" r="0" b="0"/>
              <a:pathLst>
                <a:path w="87235" h="50246">
                  <a:moveTo>
                    <a:pt x="0" y="0"/>
                  </a:moveTo>
                  <a:lnTo>
                    <a:pt x="87235" y="5024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08" name="Candidate_receptor__3026">
              <a:extLst>
                <a:ext uri="{FF2B5EF4-FFF2-40B4-BE49-F238E27FC236}">
                  <a16:creationId xmlns:a16="http://schemas.microsoft.com/office/drawing/2014/main" id="{C549F2A4-6F0A-34CD-17CE-A30975D1C1F5}"/>
                </a:ext>
              </a:extLst>
            </p:cNvPr>
            <p:cNvSpPr>
              <a:spLocks noGrp="1"/>
            </p:cNvSpPr>
            <p:nvPr/>
          </p:nvSpPr>
          <p:spPr>
            <a:xfrm>
              <a:off x="6508535" y="4316316"/>
              <a:ext cx="55770" cy="95228"/>
            </a:xfrm>
            <a:custGeom>
              <a:avLst/>
              <a:gdLst/>
              <a:ahLst/>
              <a:cxnLst/>
              <a:rect l="0" t="0" r="0" b="0"/>
              <a:pathLst>
                <a:path w="55770" h="95228">
                  <a:moveTo>
                    <a:pt x="0" y="95228"/>
                  </a:moveTo>
                  <a:lnTo>
                    <a:pt x="5577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09" name="Candidate_receptor__3027">
              <a:extLst>
                <a:ext uri="{FF2B5EF4-FFF2-40B4-BE49-F238E27FC236}">
                  <a16:creationId xmlns:a16="http://schemas.microsoft.com/office/drawing/2014/main" id="{7AFED3E9-15B7-2F9A-4D90-DF3C631E3CA9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4346"/>
              <a:ext cx="60508" cy="3468"/>
            </a:xfrm>
            <a:custGeom>
              <a:avLst/>
              <a:gdLst/>
              <a:ahLst/>
              <a:cxnLst/>
              <a:rect l="0" t="0" r="0" b="0"/>
              <a:pathLst>
                <a:path w="60508" h="3468">
                  <a:moveTo>
                    <a:pt x="0" y="3468"/>
                  </a:moveTo>
                  <a:lnTo>
                    <a:pt x="6050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10" name="Candidate_receptor__3028">
              <a:extLst>
                <a:ext uri="{FF2B5EF4-FFF2-40B4-BE49-F238E27FC236}">
                  <a16:creationId xmlns:a16="http://schemas.microsoft.com/office/drawing/2014/main" id="{DA637D8E-B0BD-B6B1-6740-DB04BB3A5298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33445" cy="11287"/>
            </a:xfrm>
            <a:custGeom>
              <a:avLst/>
              <a:gdLst/>
              <a:ahLst/>
              <a:cxnLst/>
              <a:rect l="0" t="0" r="0" b="0"/>
              <a:pathLst>
                <a:path w="33445" h="11287">
                  <a:moveTo>
                    <a:pt x="33445" y="11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711" name="Candidate_receptor__3029">
              <a:extLst>
                <a:ext uri="{FF2B5EF4-FFF2-40B4-BE49-F238E27FC236}">
                  <a16:creationId xmlns:a16="http://schemas.microsoft.com/office/drawing/2014/main" id="{85DC77F3-141C-D0F1-40AF-94783C200031}"/>
                </a:ext>
              </a:extLst>
            </p:cNvPr>
            <p:cNvSpPr>
              <a:spLocks noGrp="1"/>
            </p:cNvSpPr>
            <p:nvPr/>
          </p:nvSpPr>
          <p:spPr>
            <a:xfrm>
              <a:off x="5303241" y="3194540"/>
              <a:ext cx="87205" cy="76996"/>
            </a:xfrm>
            <a:custGeom>
              <a:avLst/>
              <a:gdLst/>
              <a:ahLst/>
              <a:cxnLst/>
              <a:rect l="0" t="0" r="0" b="0"/>
              <a:pathLst>
                <a:path w="87205" h="76996">
                  <a:moveTo>
                    <a:pt x="87205" y="76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12" name="Candidate_receptor__3030">
              <a:extLst>
                <a:ext uri="{FF2B5EF4-FFF2-40B4-BE49-F238E27FC236}">
                  <a16:creationId xmlns:a16="http://schemas.microsoft.com/office/drawing/2014/main" id="{693C735B-C6D0-B7AB-AB0D-46A59912216B}"/>
                </a:ext>
              </a:extLst>
            </p:cNvPr>
            <p:cNvSpPr>
              <a:spLocks noGrp="1"/>
            </p:cNvSpPr>
            <p:nvPr/>
          </p:nvSpPr>
          <p:spPr>
            <a:xfrm>
              <a:off x="4377065" y="3402602"/>
              <a:ext cx="80406" cy="75159"/>
            </a:xfrm>
            <a:custGeom>
              <a:avLst/>
              <a:gdLst/>
              <a:ahLst/>
              <a:cxnLst/>
              <a:rect l="0" t="0" r="0" b="0"/>
              <a:pathLst>
                <a:path w="80406" h="75159">
                  <a:moveTo>
                    <a:pt x="80406" y="0"/>
                  </a:moveTo>
                  <a:lnTo>
                    <a:pt x="0" y="7515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13" name="Candidate_receptor__3031">
              <a:extLst>
                <a:ext uri="{FF2B5EF4-FFF2-40B4-BE49-F238E27FC236}">
                  <a16:creationId xmlns:a16="http://schemas.microsoft.com/office/drawing/2014/main" id="{249F2A59-0E39-0FD6-F31B-C21A6479C5C6}"/>
                </a:ext>
              </a:extLst>
            </p:cNvPr>
            <p:cNvSpPr>
              <a:spLocks noGrp="1"/>
            </p:cNvSpPr>
            <p:nvPr/>
          </p:nvSpPr>
          <p:spPr>
            <a:xfrm>
              <a:off x="5834623" y="3374479"/>
              <a:ext cx="69318" cy="3968"/>
            </a:xfrm>
            <a:custGeom>
              <a:avLst/>
              <a:gdLst/>
              <a:ahLst/>
              <a:cxnLst/>
              <a:rect l="0" t="0" r="0" b="0"/>
              <a:pathLst>
                <a:path w="69318" h="3968">
                  <a:moveTo>
                    <a:pt x="0" y="0"/>
                  </a:moveTo>
                  <a:lnTo>
                    <a:pt x="69318" y="3968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14" name="Candidate_receptor__3032">
              <a:extLst>
                <a:ext uri="{FF2B5EF4-FFF2-40B4-BE49-F238E27FC236}">
                  <a16:creationId xmlns:a16="http://schemas.microsoft.com/office/drawing/2014/main" id="{F152F3EC-E01E-F07B-67FB-5A7EA44C98BB}"/>
                </a:ext>
              </a:extLst>
            </p:cNvPr>
            <p:cNvSpPr>
              <a:spLocks noGrp="1"/>
            </p:cNvSpPr>
            <p:nvPr/>
          </p:nvSpPr>
          <p:spPr>
            <a:xfrm>
              <a:off x="4969421" y="4380807"/>
              <a:ext cx="37806" cy="92174"/>
            </a:xfrm>
            <a:custGeom>
              <a:avLst/>
              <a:gdLst/>
              <a:ahLst/>
              <a:cxnLst/>
              <a:rect l="0" t="0" r="0" b="0"/>
              <a:pathLst>
                <a:path w="37806" h="92174">
                  <a:moveTo>
                    <a:pt x="0" y="92174"/>
                  </a:moveTo>
                  <a:lnTo>
                    <a:pt x="3780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15" name="Candidate_receptor__3033">
              <a:extLst>
                <a:ext uri="{FF2B5EF4-FFF2-40B4-BE49-F238E27FC236}">
                  <a16:creationId xmlns:a16="http://schemas.microsoft.com/office/drawing/2014/main" id="{2B30296A-91B4-36D7-8054-E1CD5C4C9E7B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32576"/>
              <a:ext cx="71795" cy="52051"/>
            </a:xfrm>
            <a:custGeom>
              <a:avLst/>
              <a:gdLst/>
              <a:ahLst/>
              <a:cxnLst/>
              <a:rect l="0" t="0" r="0" b="0"/>
              <a:pathLst>
                <a:path w="71795" h="52051">
                  <a:moveTo>
                    <a:pt x="0" y="52051"/>
                  </a:moveTo>
                  <a:lnTo>
                    <a:pt x="7179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16" name="Candidate_receptor__3034">
              <a:extLst>
                <a:ext uri="{FF2B5EF4-FFF2-40B4-BE49-F238E27FC236}">
                  <a16:creationId xmlns:a16="http://schemas.microsoft.com/office/drawing/2014/main" id="{C2862F5C-25EB-1502-A684-19C1D77CDA3C}"/>
                </a:ext>
              </a:extLst>
            </p:cNvPr>
            <p:cNvSpPr>
              <a:spLocks noGrp="1"/>
            </p:cNvSpPr>
            <p:nvPr/>
          </p:nvSpPr>
          <p:spPr>
            <a:xfrm>
              <a:off x="5927376" y="4390751"/>
              <a:ext cx="101266" cy="11437"/>
            </a:xfrm>
            <a:custGeom>
              <a:avLst/>
              <a:gdLst/>
              <a:ahLst/>
              <a:cxnLst/>
              <a:rect l="0" t="0" r="0" b="0"/>
              <a:pathLst>
                <a:path w="101266" h="11437">
                  <a:moveTo>
                    <a:pt x="0" y="11437"/>
                  </a:moveTo>
                  <a:lnTo>
                    <a:pt x="10126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17" name="Candidate_receptor__3035">
              <a:extLst>
                <a:ext uri="{FF2B5EF4-FFF2-40B4-BE49-F238E27FC236}">
                  <a16:creationId xmlns:a16="http://schemas.microsoft.com/office/drawing/2014/main" id="{E12993D1-3FB7-ED85-0340-F9EE270490AA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53447"/>
              <a:ext cx="16204" cy="28015"/>
            </a:xfrm>
            <a:custGeom>
              <a:avLst/>
              <a:gdLst/>
              <a:ahLst/>
              <a:cxnLst/>
              <a:rect l="0" t="0" r="0" b="0"/>
              <a:pathLst>
                <a:path w="16204" h="28015">
                  <a:moveTo>
                    <a:pt x="16204" y="28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718" name="Candidate_receptor__3036">
              <a:extLst>
                <a:ext uri="{FF2B5EF4-FFF2-40B4-BE49-F238E27FC236}">
                  <a16:creationId xmlns:a16="http://schemas.microsoft.com/office/drawing/2014/main" id="{031E6B45-B2B5-6EE8-7EA9-1402D949DBE5}"/>
                </a:ext>
              </a:extLst>
            </p:cNvPr>
            <p:cNvSpPr>
              <a:spLocks noGrp="1"/>
            </p:cNvSpPr>
            <p:nvPr/>
          </p:nvSpPr>
          <p:spPr>
            <a:xfrm>
              <a:off x="5330078" y="3271536"/>
              <a:ext cx="60368" cy="97788"/>
            </a:xfrm>
            <a:custGeom>
              <a:avLst/>
              <a:gdLst/>
              <a:ahLst/>
              <a:cxnLst/>
              <a:rect l="0" t="0" r="0" b="0"/>
              <a:pathLst>
                <a:path w="60368" h="97788">
                  <a:moveTo>
                    <a:pt x="0" y="97788"/>
                  </a:moveTo>
                  <a:lnTo>
                    <a:pt x="6036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19" name="Candidate_receptor__3037">
              <a:extLst>
                <a:ext uri="{FF2B5EF4-FFF2-40B4-BE49-F238E27FC236}">
                  <a16:creationId xmlns:a16="http://schemas.microsoft.com/office/drawing/2014/main" id="{9C34C871-3EC8-5E69-F475-9BE1441B6EC8}"/>
                </a:ext>
              </a:extLst>
            </p:cNvPr>
            <p:cNvSpPr>
              <a:spLocks noGrp="1"/>
            </p:cNvSpPr>
            <p:nvPr/>
          </p:nvSpPr>
          <p:spPr>
            <a:xfrm>
              <a:off x="4874423" y="4804211"/>
              <a:ext cx="56032" cy="69089"/>
            </a:xfrm>
            <a:custGeom>
              <a:avLst/>
              <a:gdLst/>
              <a:ahLst/>
              <a:cxnLst/>
              <a:rect l="0" t="0" r="0" b="0"/>
              <a:pathLst>
                <a:path w="56032" h="69089">
                  <a:moveTo>
                    <a:pt x="56032" y="0"/>
                  </a:moveTo>
                  <a:lnTo>
                    <a:pt x="0" y="6908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20" name="Candidate_receptor__3038">
              <a:extLst>
                <a:ext uri="{FF2B5EF4-FFF2-40B4-BE49-F238E27FC236}">
                  <a16:creationId xmlns:a16="http://schemas.microsoft.com/office/drawing/2014/main" id="{99660EE4-9826-594C-B20F-644EEB20CCDC}"/>
                </a:ext>
              </a:extLst>
            </p:cNvPr>
            <p:cNvSpPr>
              <a:spLocks noGrp="1"/>
            </p:cNvSpPr>
            <p:nvPr/>
          </p:nvSpPr>
          <p:spPr>
            <a:xfrm>
              <a:off x="4934884" y="4304750"/>
              <a:ext cx="72343" cy="76057"/>
            </a:xfrm>
            <a:custGeom>
              <a:avLst/>
              <a:gdLst/>
              <a:ahLst/>
              <a:cxnLst/>
              <a:rect l="0" t="0" r="0" b="0"/>
              <a:pathLst>
                <a:path w="72343" h="76057">
                  <a:moveTo>
                    <a:pt x="72343" y="760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21" name="Candidate_receptor__3039">
              <a:extLst>
                <a:ext uri="{FF2B5EF4-FFF2-40B4-BE49-F238E27FC236}">
                  <a16:creationId xmlns:a16="http://schemas.microsoft.com/office/drawing/2014/main" id="{B6443A2A-14DC-6E3B-EA5B-8D9F9606EE87}"/>
                </a:ext>
              </a:extLst>
            </p:cNvPr>
            <p:cNvSpPr>
              <a:spLocks noGrp="1"/>
            </p:cNvSpPr>
            <p:nvPr/>
          </p:nvSpPr>
          <p:spPr>
            <a:xfrm>
              <a:off x="5226533" y="2464207"/>
              <a:ext cx="56386" cy="43930"/>
            </a:xfrm>
            <a:custGeom>
              <a:avLst/>
              <a:gdLst/>
              <a:ahLst/>
              <a:cxnLst/>
              <a:rect l="0" t="0" r="0" b="0"/>
              <a:pathLst>
                <a:path w="56386" h="43930">
                  <a:moveTo>
                    <a:pt x="0" y="0"/>
                  </a:moveTo>
                  <a:lnTo>
                    <a:pt x="56386" y="4393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22" name="Candidate_receptor__3040">
              <a:extLst>
                <a:ext uri="{FF2B5EF4-FFF2-40B4-BE49-F238E27FC236}">
                  <a16:creationId xmlns:a16="http://schemas.microsoft.com/office/drawing/2014/main" id="{9A7230D4-9C47-7EA5-B76B-CEC24927CA3F}"/>
                </a:ext>
              </a:extLst>
            </p:cNvPr>
            <p:cNvSpPr>
              <a:spLocks noGrp="1"/>
            </p:cNvSpPr>
            <p:nvPr/>
          </p:nvSpPr>
          <p:spPr>
            <a:xfrm>
              <a:off x="5854856" y="2077175"/>
              <a:ext cx="1098" cy="67052"/>
            </a:xfrm>
            <a:custGeom>
              <a:avLst/>
              <a:gdLst/>
              <a:ahLst/>
              <a:cxnLst/>
              <a:rect l="0" t="0" r="0" b="0"/>
              <a:pathLst>
                <a:path w="1098" h="67052">
                  <a:moveTo>
                    <a:pt x="0" y="67052"/>
                  </a:moveTo>
                  <a:lnTo>
                    <a:pt x="109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23" name="Candidate_receptor__3041">
              <a:extLst>
                <a:ext uri="{FF2B5EF4-FFF2-40B4-BE49-F238E27FC236}">
                  <a16:creationId xmlns:a16="http://schemas.microsoft.com/office/drawing/2014/main" id="{C2609A30-4545-8512-1F31-56057AFA1FA7}"/>
                </a:ext>
              </a:extLst>
            </p:cNvPr>
            <p:cNvSpPr>
              <a:spLocks noGrp="1"/>
            </p:cNvSpPr>
            <p:nvPr/>
          </p:nvSpPr>
          <p:spPr>
            <a:xfrm>
              <a:off x="5458960" y="1531829"/>
              <a:ext cx="7863" cy="100747"/>
            </a:xfrm>
            <a:custGeom>
              <a:avLst/>
              <a:gdLst/>
              <a:ahLst/>
              <a:cxnLst/>
              <a:rect l="0" t="0" r="0" b="0"/>
              <a:pathLst>
                <a:path w="7863" h="100747">
                  <a:moveTo>
                    <a:pt x="7863" y="100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24" name="Candidate_receptor__3042">
              <a:extLst>
                <a:ext uri="{FF2B5EF4-FFF2-40B4-BE49-F238E27FC236}">
                  <a16:creationId xmlns:a16="http://schemas.microsoft.com/office/drawing/2014/main" id="{FDF71E1A-26E1-1C97-3FC8-78A90E6D1CAE}"/>
                </a:ext>
              </a:extLst>
            </p:cNvPr>
            <p:cNvSpPr>
              <a:spLocks noGrp="1"/>
            </p:cNvSpPr>
            <p:nvPr/>
          </p:nvSpPr>
          <p:spPr>
            <a:xfrm>
              <a:off x="6162461" y="3647867"/>
              <a:ext cx="76269" cy="72366"/>
            </a:xfrm>
            <a:custGeom>
              <a:avLst/>
              <a:gdLst/>
              <a:ahLst/>
              <a:cxnLst/>
              <a:rect l="0" t="0" r="0" b="0"/>
              <a:pathLst>
                <a:path w="76269" h="72366">
                  <a:moveTo>
                    <a:pt x="0" y="0"/>
                  </a:moveTo>
                  <a:lnTo>
                    <a:pt x="76269" y="7236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25" name="Candidate_receptor__3043">
              <a:extLst>
                <a:ext uri="{FF2B5EF4-FFF2-40B4-BE49-F238E27FC236}">
                  <a16:creationId xmlns:a16="http://schemas.microsoft.com/office/drawing/2014/main" id="{1F55D798-5E4E-F89F-B4F2-2B4EE27D98A2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3344" cy="37003"/>
            </a:xfrm>
            <a:custGeom>
              <a:avLst/>
              <a:gdLst/>
              <a:ahLst/>
              <a:cxnLst/>
              <a:rect l="0" t="0" r="0" b="0"/>
              <a:pathLst>
                <a:path w="13344" h="37003">
                  <a:moveTo>
                    <a:pt x="0" y="0"/>
                  </a:moveTo>
                  <a:lnTo>
                    <a:pt x="13344" y="37003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726" name="Candidate_receptor__3044">
              <a:extLst>
                <a:ext uri="{FF2B5EF4-FFF2-40B4-BE49-F238E27FC236}">
                  <a16:creationId xmlns:a16="http://schemas.microsoft.com/office/drawing/2014/main" id="{51FEF820-774D-F5BF-0333-2BBEF830CAFE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755278"/>
              <a:ext cx="70385" cy="84337"/>
            </a:xfrm>
            <a:custGeom>
              <a:avLst/>
              <a:gdLst/>
              <a:ahLst/>
              <a:cxnLst/>
              <a:rect l="0" t="0" r="0" b="0"/>
              <a:pathLst>
                <a:path w="70385" h="84337">
                  <a:moveTo>
                    <a:pt x="0" y="84337"/>
                  </a:moveTo>
                  <a:lnTo>
                    <a:pt x="7038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27" name="Candidate_receptor__3045">
              <a:extLst>
                <a:ext uri="{FF2B5EF4-FFF2-40B4-BE49-F238E27FC236}">
                  <a16:creationId xmlns:a16="http://schemas.microsoft.com/office/drawing/2014/main" id="{9BC565A0-0EF0-4768-8921-979E011A3676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758316"/>
              <a:ext cx="23871" cy="81771"/>
            </a:xfrm>
            <a:custGeom>
              <a:avLst/>
              <a:gdLst/>
              <a:ahLst/>
              <a:cxnLst/>
              <a:rect l="0" t="0" r="0" b="0"/>
              <a:pathLst>
                <a:path w="23871" h="81771">
                  <a:moveTo>
                    <a:pt x="0" y="0"/>
                  </a:moveTo>
                  <a:lnTo>
                    <a:pt x="23871" y="8177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728" name="Candidate_receptor__3046">
              <a:extLst>
                <a:ext uri="{FF2B5EF4-FFF2-40B4-BE49-F238E27FC236}">
                  <a16:creationId xmlns:a16="http://schemas.microsoft.com/office/drawing/2014/main" id="{EEBDB4FA-B62D-31D6-E07C-33F20A95179A}"/>
                </a:ext>
              </a:extLst>
            </p:cNvPr>
            <p:cNvSpPr>
              <a:spLocks noGrp="1"/>
            </p:cNvSpPr>
            <p:nvPr/>
          </p:nvSpPr>
          <p:spPr>
            <a:xfrm>
              <a:off x="5056435" y="2285784"/>
              <a:ext cx="15913" cy="73658"/>
            </a:xfrm>
            <a:custGeom>
              <a:avLst/>
              <a:gdLst/>
              <a:ahLst/>
              <a:cxnLst/>
              <a:rect l="0" t="0" r="0" b="0"/>
              <a:pathLst>
                <a:path w="15913" h="73658">
                  <a:moveTo>
                    <a:pt x="0" y="73658"/>
                  </a:moveTo>
                  <a:lnTo>
                    <a:pt x="159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29" name="Candidate_receptor__3047">
              <a:extLst>
                <a:ext uri="{FF2B5EF4-FFF2-40B4-BE49-F238E27FC236}">
                  <a16:creationId xmlns:a16="http://schemas.microsoft.com/office/drawing/2014/main" id="{4897E09F-5522-DBEA-5D47-34757EAF21B9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87554"/>
              <a:ext cx="107898" cy="40798"/>
            </a:xfrm>
            <a:custGeom>
              <a:avLst/>
              <a:gdLst/>
              <a:ahLst/>
              <a:cxnLst/>
              <a:rect l="0" t="0" r="0" b="0"/>
              <a:pathLst>
                <a:path w="107898" h="40798">
                  <a:moveTo>
                    <a:pt x="0" y="0"/>
                  </a:moveTo>
                  <a:lnTo>
                    <a:pt x="107898" y="4079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30" name="Candidate_receptor__3048">
              <a:extLst>
                <a:ext uri="{FF2B5EF4-FFF2-40B4-BE49-F238E27FC236}">
                  <a16:creationId xmlns:a16="http://schemas.microsoft.com/office/drawing/2014/main" id="{1140F47E-18BE-CAAF-0AA6-F03BDC1D43D4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751730"/>
              <a:ext cx="95018" cy="19954"/>
            </a:xfrm>
            <a:custGeom>
              <a:avLst/>
              <a:gdLst/>
              <a:ahLst/>
              <a:cxnLst/>
              <a:rect l="0" t="0" r="0" b="0"/>
              <a:pathLst>
                <a:path w="95018" h="19954">
                  <a:moveTo>
                    <a:pt x="95018" y="19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31" name="Candidate_receptor__3049">
              <a:extLst>
                <a:ext uri="{FF2B5EF4-FFF2-40B4-BE49-F238E27FC236}">
                  <a16:creationId xmlns:a16="http://schemas.microsoft.com/office/drawing/2014/main" id="{031776EB-382A-208C-708E-F66E8384CF53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93177" cy="8963"/>
            </a:xfrm>
            <a:custGeom>
              <a:avLst/>
              <a:gdLst/>
              <a:ahLst/>
              <a:cxnLst/>
              <a:rect l="0" t="0" r="0" b="0"/>
              <a:pathLst>
                <a:path w="93177" h="8963">
                  <a:moveTo>
                    <a:pt x="0" y="0"/>
                  </a:moveTo>
                  <a:lnTo>
                    <a:pt x="93177" y="89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32" name="Candidate_receptor__3050">
              <a:extLst>
                <a:ext uri="{FF2B5EF4-FFF2-40B4-BE49-F238E27FC236}">
                  <a16:creationId xmlns:a16="http://schemas.microsoft.com/office/drawing/2014/main" id="{0E5B01AF-EDD5-3D08-1B05-B84CF28B488A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96355"/>
              <a:ext cx="25947" cy="37857"/>
            </a:xfrm>
            <a:custGeom>
              <a:avLst/>
              <a:gdLst/>
              <a:ahLst/>
              <a:cxnLst/>
              <a:rect l="0" t="0" r="0" b="0"/>
              <a:pathLst>
                <a:path w="25947" h="37857">
                  <a:moveTo>
                    <a:pt x="25947" y="0"/>
                  </a:moveTo>
                  <a:lnTo>
                    <a:pt x="0" y="378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33" name="Candidate_receptor__3051">
              <a:extLst>
                <a:ext uri="{FF2B5EF4-FFF2-40B4-BE49-F238E27FC236}">
                  <a16:creationId xmlns:a16="http://schemas.microsoft.com/office/drawing/2014/main" id="{39142BDA-EF00-18E2-1F61-580110A1D210}"/>
                </a:ext>
              </a:extLst>
            </p:cNvPr>
            <p:cNvSpPr>
              <a:spLocks noGrp="1"/>
            </p:cNvSpPr>
            <p:nvPr/>
          </p:nvSpPr>
          <p:spPr>
            <a:xfrm>
              <a:off x="6389733" y="4135537"/>
              <a:ext cx="107544" cy="22830"/>
            </a:xfrm>
            <a:custGeom>
              <a:avLst/>
              <a:gdLst/>
              <a:ahLst/>
              <a:cxnLst/>
              <a:rect l="0" t="0" r="0" b="0"/>
              <a:pathLst>
                <a:path w="107544" h="22830">
                  <a:moveTo>
                    <a:pt x="107544" y="228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34" name="Candidate_receptor__3052">
              <a:extLst>
                <a:ext uri="{FF2B5EF4-FFF2-40B4-BE49-F238E27FC236}">
                  <a16:creationId xmlns:a16="http://schemas.microsoft.com/office/drawing/2014/main" id="{2897ADF8-A401-28A4-E8DD-F470951481C8}"/>
                </a:ext>
              </a:extLst>
            </p:cNvPr>
            <p:cNvSpPr>
              <a:spLocks noGrp="1"/>
            </p:cNvSpPr>
            <p:nvPr/>
          </p:nvSpPr>
          <p:spPr>
            <a:xfrm>
              <a:off x="6095337" y="2934248"/>
              <a:ext cx="7331" cy="81117"/>
            </a:xfrm>
            <a:custGeom>
              <a:avLst/>
              <a:gdLst/>
              <a:ahLst/>
              <a:cxnLst/>
              <a:rect l="0" t="0" r="0" b="0"/>
              <a:pathLst>
                <a:path w="7331" h="81117">
                  <a:moveTo>
                    <a:pt x="0" y="81117"/>
                  </a:moveTo>
                  <a:lnTo>
                    <a:pt x="733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35" name="Candidate_receptor__3053">
              <a:extLst>
                <a:ext uri="{FF2B5EF4-FFF2-40B4-BE49-F238E27FC236}">
                  <a16:creationId xmlns:a16="http://schemas.microsoft.com/office/drawing/2014/main" id="{190E1665-9FAA-4546-EB14-32A88B791682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402187"/>
              <a:ext cx="50451" cy="27556"/>
            </a:xfrm>
            <a:custGeom>
              <a:avLst/>
              <a:gdLst/>
              <a:ahLst/>
              <a:cxnLst/>
              <a:rect l="0" t="0" r="0" b="0"/>
              <a:pathLst>
                <a:path w="50451" h="27556">
                  <a:moveTo>
                    <a:pt x="0" y="27556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36" name="Candidate_receptor__3054">
              <a:extLst>
                <a:ext uri="{FF2B5EF4-FFF2-40B4-BE49-F238E27FC236}">
                  <a16:creationId xmlns:a16="http://schemas.microsoft.com/office/drawing/2014/main" id="{2ED00F75-51BE-3889-D826-97E28E5C3307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144226"/>
              <a:ext cx="42202" cy="86863"/>
            </a:xfrm>
            <a:custGeom>
              <a:avLst/>
              <a:gdLst/>
              <a:ahLst/>
              <a:cxnLst/>
              <a:rect l="0" t="0" r="0" b="0"/>
              <a:pathLst>
                <a:path w="42202" h="86863">
                  <a:moveTo>
                    <a:pt x="0" y="86863"/>
                  </a:moveTo>
                  <a:lnTo>
                    <a:pt x="4220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37" name="Candidate_receptor__3055">
              <a:extLst>
                <a:ext uri="{FF2B5EF4-FFF2-40B4-BE49-F238E27FC236}">
                  <a16:creationId xmlns:a16="http://schemas.microsoft.com/office/drawing/2014/main" id="{2D3D4464-DFFB-2660-AA9C-C05A48A452E7}"/>
                </a:ext>
              </a:extLst>
            </p:cNvPr>
            <p:cNvSpPr>
              <a:spLocks noGrp="1"/>
            </p:cNvSpPr>
            <p:nvPr/>
          </p:nvSpPr>
          <p:spPr>
            <a:xfrm>
              <a:off x="4542033" y="3970967"/>
              <a:ext cx="41724" cy="96572"/>
            </a:xfrm>
            <a:custGeom>
              <a:avLst/>
              <a:gdLst/>
              <a:ahLst/>
              <a:cxnLst/>
              <a:rect l="0" t="0" r="0" b="0"/>
              <a:pathLst>
                <a:path w="41724" h="96572">
                  <a:moveTo>
                    <a:pt x="0" y="96572"/>
                  </a:moveTo>
                  <a:lnTo>
                    <a:pt x="41724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38" name="Candidate_receptor__3056">
              <a:extLst>
                <a:ext uri="{FF2B5EF4-FFF2-40B4-BE49-F238E27FC236}">
                  <a16:creationId xmlns:a16="http://schemas.microsoft.com/office/drawing/2014/main" id="{172DD76B-24F9-5C46-47E2-182B687AC346}"/>
                </a:ext>
              </a:extLst>
            </p:cNvPr>
            <p:cNvSpPr>
              <a:spLocks noGrp="1"/>
            </p:cNvSpPr>
            <p:nvPr/>
          </p:nvSpPr>
          <p:spPr>
            <a:xfrm>
              <a:off x="4807847" y="2589001"/>
              <a:ext cx="32487" cy="69366"/>
            </a:xfrm>
            <a:custGeom>
              <a:avLst/>
              <a:gdLst/>
              <a:ahLst/>
              <a:cxnLst/>
              <a:rect l="0" t="0" r="0" b="0"/>
              <a:pathLst>
                <a:path w="32487" h="69366">
                  <a:moveTo>
                    <a:pt x="0" y="69366"/>
                  </a:moveTo>
                  <a:lnTo>
                    <a:pt x="3248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39" name="Candidate_receptor__3057">
              <a:extLst>
                <a:ext uri="{FF2B5EF4-FFF2-40B4-BE49-F238E27FC236}">
                  <a16:creationId xmlns:a16="http://schemas.microsoft.com/office/drawing/2014/main" id="{508B3BC5-1470-9C09-55DE-82A976F1E2D3}"/>
                </a:ext>
              </a:extLst>
            </p:cNvPr>
            <p:cNvSpPr>
              <a:spLocks noGrp="1"/>
            </p:cNvSpPr>
            <p:nvPr/>
          </p:nvSpPr>
          <p:spPr>
            <a:xfrm>
              <a:off x="5028001" y="3922009"/>
              <a:ext cx="39401" cy="105254"/>
            </a:xfrm>
            <a:custGeom>
              <a:avLst/>
              <a:gdLst/>
              <a:ahLst/>
              <a:cxnLst/>
              <a:rect l="0" t="0" r="0" b="0"/>
              <a:pathLst>
                <a:path w="39401" h="105254">
                  <a:moveTo>
                    <a:pt x="0" y="105254"/>
                  </a:moveTo>
                  <a:lnTo>
                    <a:pt x="3940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40" name="Candidate_receptor__3058">
              <a:extLst>
                <a:ext uri="{FF2B5EF4-FFF2-40B4-BE49-F238E27FC236}">
                  <a16:creationId xmlns:a16="http://schemas.microsoft.com/office/drawing/2014/main" id="{1ABD2BBE-2F26-1629-9E15-F7FBFA6BAF5F}"/>
                </a:ext>
              </a:extLst>
            </p:cNvPr>
            <p:cNvSpPr>
              <a:spLocks noGrp="1"/>
            </p:cNvSpPr>
            <p:nvPr/>
          </p:nvSpPr>
          <p:spPr>
            <a:xfrm>
              <a:off x="5871405" y="3237844"/>
              <a:ext cx="76209" cy="4723"/>
            </a:xfrm>
            <a:custGeom>
              <a:avLst/>
              <a:gdLst/>
              <a:ahLst/>
              <a:cxnLst/>
              <a:rect l="0" t="0" r="0" b="0"/>
              <a:pathLst>
                <a:path w="76209" h="4723">
                  <a:moveTo>
                    <a:pt x="0" y="0"/>
                  </a:moveTo>
                  <a:lnTo>
                    <a:pt x="76209" y="472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41" name="Candidate_receptor__3059">
              <a:extLst>
                <a:ext uri="{FF2B5EF4-FFF2-40B4-BE49-F238E27FC236}">
                  <a16:creationId xmlns:a16="http://schemas.microsoft.com/office/drawing/2014/main" id="{8CC6DAC1-37AA-0972-42A7-7E47B3F9E1A0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04555"/>
              <a:ext cx="70764" cy="81566"/>
            </a:xfrm>
            <a:custGeom>
              <a:avLst/>
              <a:gdLst/>
              <a:ahLst/>
              <a:cxnLst/>
              <a:rect l="0" t="0" r="0" b="0"/>
              <a:pathLst>
                <a:path w="70764" h="81566">
                  <a:moveTo>
                    <a:pt x="70764" y="0"/>
                  </a:moveTo>
                  <a:lnTo>
                    <a:pt x="0" y="815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42" name="Candidate_receptor__3060">
              <a:extLst>
                <a:ext uri="{FF2B5EF4-FFF2-40B4-BE49-F238E27FC236}">
                  <a16:creationId xmlns:a16="http://schemas.microsoft.com/office/drawing/2014/main" id="{6690F398-A8BF-D025-155D-0631BE9FFF39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418823"/>
              <a:ext cx="80577" cy="81205"/>
            </a:xfrm>
            <a:custGeom>
              <a:avLst/>
              <a:gdLst/>
              <a:ahLst/>
              <a:cxnLst/>
              <a:rect l="0" t="0" r="0" b="0"/>
              <a:pathLst>
                <a:path w="80577" h="81205">
                  <a:moveTo>
                    <a:pt x="80577" y="0"/>
                  </a:moveTo>
                  <a:lnTo>
                    <a:pt x="0" y="8120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43" name="Candidate_receptor__3061">
              <a:extLst>
                <a:ext uri="{FF2B5EF4-FFF2-40B4-BE49-F238E27FC236}">
                  <a16:creationId xmlns:a16="http://schemas.microsoft.com/office/drawing/2014/main" id="{299EAFD7-EF60-8475-31D9-EF3B39E590FF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50879"/>
              <a:ext cx="57840" cy="31402"/>
            </a:xfrm>
            <a:custGeom>
              <a:avLst/>
              <a:gdLst/>
              <a:ahLst/>
              <a:cxnLst/>
              <a:rect l="0" t="0" r="0" b="0"/>
              <a:pathLst>
                <a:path w="57840" h="31402">
                  <a:moveTo>
                    <a:pt x="57840" y="314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44" name="Candidate_receptor__3062">
              <a:extLst>
                <a:ext uri="{FF2B5EF4-FFF2-40B4-BE49-F238E27FC236}">
                  <a16:creationId xmlns:a16="http://schemas.microsoft.com/office/drawing/2014/main" id="{7EA5300B-A03D-72DA-79F2-39A05F3A0A64}"/>
                </a:ext>
              </a:extLst>
            </p:cNvPr>
            <p:cNvSpPr>
              <a:spLocks noGrp="1"/>
            </p:cNvSpPr>
            <p:nvPr/>
          </p:nvSpPr>
          <p:spPr>
            <a:xfrm>
              <a:off x="4785361" y="2166187"/>
              <a:ext cx="109776" cy="9628"/>
            </a:xfrm>
            <a:custGeom>
              <a:avLst/>
              <a:gdLst/>
              <a:ahLst/>
              <a:cxnLst/>
              <a:rect l="0" t="0" r="0" b="0"/>
              <a:pathLst>
                <a:path w="109776" h="9628">
                  <a:moveTo>
                    <a:pt x="109776" y="96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45" name="Candidate_receptor__3063">
              <a:extLst>
                <a:ext uri="{FF2B5EF4-FFF2-40B4-BE49-F238E27FC236}">
                  <a16:creationId xmlns:a16="http://schemas.microsoft.com/office/drawing/2014/main" id="{1CD94BCF-0400-D689-AD39-E0118D01A56B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524739"/>
              <a:ext cx="55542" cy="99967"/>
            </a:xfrm>
            <a:custGeom>
              <a:avLst/>
              <a:gdLst/>
              <a:ahLst/>
              <a:cxnLst/>
              <a:rect l="0" t="0" r="0" b="0"/>
              <a:pathLst>
                <a:path w="55542" h="99967">
                  <a:moveTo>
                    <a:pt x="0" y="0"/>
                  </a:moveTo>
                  <a:lnTo>
                    <a:pt x="55542" y="9996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46" name="Candidate_receptor__3064">
              <a:extLst>
                <a:ext uri="{FF2B5EF4-FFF2-40B4-BE49-F238E27FC236}">
                  <a16:creationId xmlns:a16="http://schemas.microsoft.com/office/drawing/2014/main" id="{A37545B0-50D5-B403-8C62-3157CDF5FE9B}"/>
                </a:ext>
              </a:extLst>
            </p:cNvPr>
            <p:cNvSpPr>
              <a:spLocks noGrp="1"/>
            </p:cNvSpPr>
            <p:nvPr/>
          </p:nvSpPr>
          <p:spPr>
            <a:xfrm>
              <a:off x="4589631" y="3244104"/>
              <a:ext cx="113326" cy="21312"/>
            </a:xfrm>
            <a:custGeom>
              <a:avLst/>
              <a:gdLst/>
              <a:ahLst/>
              <a:cxnLst/>
              <a:rect l="0" t="0" r="0" b="0"/>
              <a:pathLst>
                <a:path w="113326" h="21312">
                  <a:moveTo>
                    <a:pt x="113326" y="0"/>
                  </a:moveTo>
                  <a:lnTo>
                    <a:pt x="0" y="2131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47" name="Candidate_receptor__3065">
              <a:extLst>
                <a:ext uri="{FF2B5EF4-FFF2-40B4-BE49-F238E27FC236}">
                  <a16:creationId xmlns:a16="http://schemas.microsoft.com/office/drawing/2014/main" id="{0D8D2D9D-D6AE-AF60-9F1C-6C6B929F7562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209246"/>
              <a:ext cx="41653" cy="24990"/>
            </a:xfrm>
            <a:custGeom>
              <a:avLst/>
              <a:gdLst/>
              <a:ahLst/>
              <a:cxnLst/>
              <a:rect l="0" t="0" r="0" b="0"/>
              <a:pathLst>
                <a:path w="41653" h="24990">
                  <a:moveTo>
                    <a:pt x="41653" y="0"/>
                  </a:moveTo>
                  <a:lnTo>
                    <a:pt x="0" y="2499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48" name="Candidate_receptor__3066">
              <a:extLst>
                <a:ext uri="{FF2B5EF4-FFF2-40B4-BE49-F238E27FC236}">
                  <a16:creationId xmlns:a16="http://schemas.microsoft.com/office/drawing/2014/main" id="{90942DDE-23EA-E225-FDDD-22D84ADCB334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71539"/>
              <a:ext cx="105903" cy="43292"/>
            </a:xfrm>
            <a:custGeom>
              <a:avLst/>
              <a:gdLst/>
              <a:ahLst/>
              <a:cxnLst/>
              <a:rect l="0" t="0" r="0" b="0"/>
              <a:pathLst>
                <a:path w="105903" h="43292">
                  <a:moveTo>
                    <a:pt x="0" y="43292"/>
                  </a:moveTo>
                  <a:lnTo>
                    <a:pt x="10590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49" name="Candidate_receptor__3067">
              <a:extLst>
                <a:ext uri="{FF2B5EF4-FFF2-40B4-BE49-F238E27FC236}">
                  <a16:creationId xmlns:a16="http://schemas.microsoft.com/office/drawing/2014/main" id="{68CC08ED-9E5A-1449-6E66-30D4995BF40C}"/>
                </a:ext>
              </a:extLst>
            </p:cNvPr>
            <p:cNvSpPr>
              <a:spLocks noGrp="1"/>
            </p:cNvSpPr>
            <p:nvPr/>
          </p:nvSpPr>
          <p:spPr>
            <a:xfrm>
              <a:off x="5578551" y="2122401"/>
              <a:ext cx="55314" cy="101483"/>
            </a:xfrm>
            <a:custGeom>
              <a:avLst/>
              <a:gdLst/>
              <a:ahLst/>
              <a:cxnLst/>
              <a:rect l="0" t="0" r="0" b="0"/>
              <a:pathLst>
                <a:path w="55314" h="101483">
                  <a:moveTo>
                    <a:pt x="0" y="0"/>
                  </a:moveTo>
                  <a:lnTo>
                    <a:pt x="55314" y="1014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50" name="Candidate_receptor__3068">
              <a:extLst>
                <a:ext uri="{FF2B5EF4-FFF2-40B4-BE49-F238E27FC236}">
                  <a16:creationId xmlns:a16="http://schemas.microsoft.com/office/drawing/2014/main" id="{ABCF6AFA-34B8-6699-C507-47FD9E80083E}"/>
                </a:ext>
              </a:extLst>
            </p:cNvPr>
            <p:cNvSpPr>
              <a:spLocks noGrp="1"/>
            </p:cNvSpPr>
            <p:nvPr/>
          </p:nvSpPr>
          <p:spPr>
            <a:xfrm>
              <a:off x="5725319" y="3336286"/>
              <a:ext cx="109305" cy="38193"/>
            </a:xfrm>
            <a:custGeom>
              <a:avLst/>
              <a:gdLst/>
              <a:ahLst/>
              <a:cxnLst/>
              <a:rect l="0" t="0" r="0" b="0"/>
              <a:pathLst>
                <a:path w="109305" h="38193">
                  <a:moveTo>
                    <a:pt x="0" y="0"/>
                  </a:moveTo>
                  <a:lnTo>
                    <a:pt x="109305" y="3819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51" name="Candidate_receptor__3069">
              <a:extLst>
                <a:ext uri="{FF2B5EF4-FFF2-40B4-BE49-F238E27FC236}">
                  <a16:creationId xmlns:a16="http://schemas.microsoft.com/office/drawing/2014/main" id="{AE8333CA-81A6-2DC4-9101-463E758CAB00}"/>
                </a:ext>
              </a:extLst>
            </p:cNvPr>
            <p:cNvSpPr>
              <a:spLocks noGrp="1"/>
            </p:cNvSpPr>
            <p:nvPr/>
          </p:nvSpPr>
          <p:spPr>
            <a:xfrm>
              <a:off x="6008375" y="4035899"/>
              <a:ext cx="109506" cy="28013"/>
            </a:xfrm>
            <a:custGeom>
              <a:avLst/>
              <a:gdLst/>
              <a:ahLst/>
              <a:cxnLst/>
              <a:rect l="0" t="0" r="0" b="0"/>
              <a:pathLst>
                <a:path w="109506" h="28013">
                  <a:moveTo>
                    <a:pt x="109506" y="0"/>
                  </a:moveTo>
                  <a:lnTo>
                    <a:pt x="0" y="280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52" name="Candidate_receptor__3070">
              <a:extLst>
                <a:ext uri="{FF2B5EF4-FFF2-40B4-BE49-F238E27FC236}">
                  <a16:creationId xmlns:a16="http://schemas.microsoft.com/office/drawing/2014/main" id="{360E0121-7A91-EB83-8BCE-F3F24D32CD24}"/>
                </a:ext>
              </a:extLst>
            </p:cNvPr>
            <p:cNvSpPr>
              <a:spLocks noGrp="1"/>
            </p:cNvSpPr>
            <p:nvPr/>
          </p:nvSpPr>
          <p:spPr>
            <a:xfrm>
              <a:off x="4574611" y="5008475"/>
              <a:ext cx="4552" cy="110100"/>
            </a:xfrm>
            <a:custGeom>
              <a:avLst/>
              <a:gdLst/>
              <a:ahLst/>
              <a:cxnLst/>
              <a:rect l="0" t="0" r="0" b="0"/>
              <a:pathLst>
                <a:path w="4552" h="110100">
                  <a:moveTo>
                    <a:pt x="0" y="0"/>
                  </a:moveTo>
                  <a:lnTo>
                    <a:pt x="4552" y="11010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53" name="Candidate_receptor__3071">
              <a:extLst>
                <a:ext uri="{FF2B5EF4-FFF2-40B4-BE49-F238E27FC236}">
                  <a16:creationId xmlns:a16="http://schemas.microsoft.com/office/drawing/2014/main" id="{CE497890-719C-5DC5-F826-EA089ED1E479}"/>
                </a:ext>
              </a:extLst>
            </p:cNvPr>
            <p:cNvSpPr>
              <a:spLocks noGrp="1"/>
            </p:cNvSpPr>
            <p:nvPr/>
          </p:nvSpPr>
          <p:spPr>
            <a:xfrm>
              <a:off x="4768249" y="4829304"/>
              <a:ext cx="106174" cy="43996"/>
            </a:xfrm>
            <a:custGeom>
              <a:avLst/>
              <a:gdLst/>
              <a:ahLst/>
              <a:cxnLst/>
              <a:rect l="0" t="0" r="0" b="0"/>
              <a:pathLst>
                <a:path w="106174" h="43996">
                  <a:moveTo>
                    <a:pt x="106174" y="43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54" name="Candidate_receptor__3072">
              <a:extLst>
                <a:ext uri="{FF2B5EF4-FFF2-40B4-BE49-F238E27FC236}">
                  <a16:creationId xmlns:a16="http://schemas.microsoft.com/office/drawing/2014/main" id="{B73D5CA9-C4C7-5C04-5E27-D361BB93934E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02420"/>
              <a:ext cx="43859" cy="22061"/>
            </a:xfrm>
            <a:custGeom>
              <a:avLst/>
              <a:gdLst/>
              <a:ahLst/>
              <a:cxnLst/>
              <a:rect l="0" t="0" r="0" b="0"/>
              <a:pathLst>
                <a:path w="43859" h="22061">
                  <a:moveTo>
                    <a:pt x="0" y="22061"/>
                  </a:moveTo>
                  <a:lnTo>
                    <a:pt x="43859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55" name="Candidate_receptor__3073">
              <a:extLst>
                <a:ext uri="{FF2B5EF4-FFF2-40B4-BE49-F238E27FC236}">
                  <a16:creationId xmlns:a16="http://schemas.microsoft.com/office/drawing/2014/main" id="{95F20E75-3CF0-708F-7CB8-131D7EA93692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12105"/>
              <a:ext cx="35770" cy="45763"/>
            </a:xfrm>
            <a:custGeom>
              <a:avLst/>
              <a:gdLst/>
              <a:ahLst/>
              <a:cxnLst/>
              <a:rect l="0" t="0" r="0" b="0"/>
              <a:pathLst>
                <a:path w="35770" h="45763">
                  <a:moveTo>
                    <a:pt x="35770" y="0"/>
                  </a:moveTo>
                  <a:lnTo>
                    <a:pt x="0" y="457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56" name="Candidate_receptor__3074">
              <a:extLst>
                <a:ext uri="{FF2B5EF4-FFF2-40B4-BE49-F238E27FC236}">
                  <a16:creationId xmlns:a16="http://schemas.microsoft.com/office/drawing/2014/main" id="{2031D6F1-17D4-D508-F9C7-113B2CB347D6}"/>
                </a:ext>
              </a:extLst>
            </p:cNvPr>
            <p:cNvSpPr>
              <a:spLocks noGrp="1"/>
            </p:cNvSpPr>
            <p:nvPr/>
          </p:nvSpPr>
          <p:spPr>
            <a:xfrm>
              <a:off x="4583758" y="3941974"/>
              <a:ext cx="62246" cy="28992"/>
            </a:xfrm>
            <a:custGeom>
              <a:avLst/>
              <a:gdLst/>
              <a:ahLst/>
              <a:cxnLst/>
              <a:rect l="0" t="0" r="0" b="0"/>
              <a:pathLst>
                <a:path w="62246" h="28992">
                  <a:moveTo>
                    <a:pt x="0" y="28992"/>
                  </a:moveTo>
                  <a:lnTo>
                    <a:pt x="6224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57" name="Candidate_receptor__3075">
              <a:extLst>
                <a:ext uri="{FF2B5EF4-FFF2-40B4-BE49-F238E27FC236}">
                  <a16:creationId xmlns:a16="http://schemas.microsoft.com/office/drawing/2014/main" id="{E7D2FBB9-33DC-87EE-AA25-0B54B99ED766}"/>
                </a:ext>
              </a:extLst>
            </p:cNvPr>
            <p:cNvSpPr>
              <a:spLocks noGrp="1"/>
            </p:cNvSpPr>
            <p:nvPr/>
          </p:nvSpPr>
          <p:spPr>
            <a:xfrm>
              <a:off x="6019190" y="4390751"/>
              <a:ext cx="9452" cy="105604"/>
            </a:xfrm>
            <a:custGeom>
              <a:avLst/>
              <a:gdLst/>
              <a:ahLst/>
              <a:cxnLst/>
              <a:rect l="0" t="0" r="0" b="0"/>
              <a:pathLst>
                <a:path w="9452" h="105604">
                  <a:moveTo>
                    <a:pt x="9452" y="0"/>
                  </a:moveTo>
                  <a:lnTo>
                    <a:pt x="0" y="10560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58" name="Candidate_receptor__3076">
              <a:extLst>
                <a:ext uri="{FF2B5EF4-FFF2-40B4-BE49-F238E27FC236}">
                  <a16:creationId xmlns:a16="http://schemas.microsoft.com/office/drawing/2014/main" id="{682E76AE-B924-9B1B-017E-4694A9DBC750}"/>
                </a:ext>
              </a:extLst>
            </p:cNvPr>
            <p:cNvSpPr>
              <a:spLocks noGrp="1"/>
            </p:cNvSpPr>
            <p:nvPr/>
          </p:nvSpPr>
          <p:spPr>
            <a:xfrm>
              <a:off x="5631925" y="2898691"/>
              <a:ext cx="78478" cy="29662"/>
            </a:xfrm>
            <a:custGeom>
              <a:avLst/>
              <a:gdLst/>
              <a:ahLst/>
              <a:cxnLst/>
              <a:rect l="0" t="0" r="0" b="0"/>
              <a:pathLst>
                <a:path w="78478" h="29662">
                  <a:moveTo>
                    <a:pt x="0" y="29662"/>
                  </a:moveTo>
                  <a:lnTo>
                    <a:pt x="7847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59" name="Candidate_receptor__3077">
              <a:extLst>
                <a:ext uri="{FF2B5EF4-FFF2-40B4-BE49-F238E27FC236}">
                  <a16:creationId xmlns:a16="http://schemas.microsoft.com/office/drawing/2014/main" id="{D335D76E-1920-22D2-8879-24567C81B34E}"/>
                </a:ext>
              </a:extLst>
            </p:cNvPr>
            <p:cNvSpPr>
              <a:spLocks noGrp="1"/>
            </p:cNvSpPr>
            <p:nvPr/>
          </p:nvSpPr>
          <p:spPr>
            <a:xfrm>
              <a:off x="4932229" y="3165181"/>
              <a:ext cx="92620" cy="40920"/>
            </a:xfrm>
            <a:custGeom>
              <a:avLst/>
              <a:gdLst/>
              <a:ahLst/>
              <a:cxnLst/>
              <a:rect l="0" t="0" r="0" b="0"/>
              <a:pathLst>
                <a:path w="92620" h="40920">
                  <a:moveTo>
                    <a:pt x="92620" y="0"/>
                  </a:moveTo>
                  <a:lnTo>
                    <a:pt x="0" y="4092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60" name="Candidate_receptor__3078">
              <a:extLst>
                <a:ext uri="{FF2B5EF4-FFF2-40B4-BE49-F238E27FC236}">
                  <a16:creationId xmlns:a16="http://schemas.microsoft.com/office/drawing/2014/main" id="{391C9D19-EFD3-66BB-1509-38D6DFFDC969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39499"/>
              <a:ext cx="47941" cy="57649"/>
            </a:xfrm>
            <a:custGeom>
              <a:avLst/>
              <a:gdLst/>
              <a:ahLst/>
              <a:cxnLst/>
              <a:rect l="0" t="0" r="0" b="0"/>
              <a:pathLst>
                <a:path w="47941" h="57649">
                  <a:moveTo>
                    <a:pt x="0" y="57649"/>
                  </a:moveTo>
                  <a:lnTo>
                    <a:pt x="4794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61" name="Candidate_receptor__3079">
              <a:extLst>
                <a:ext uri="{FF2B5EF4-FFF2-40B4-BE49-F238E27FC236}">
                  <a16:creationId xmlns:a16="http://schemas.microsoft.com/office/drawing/2014/main" id="{7CC07F48-ADA9-968E-DB9E-4F55570EF8D7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378518"/>
              <a:ext cx="18197" cy="98369"/>
            </a:xfrm>
            <a:custGeom>
              <a:avLst/>
              <a:gdLst/>
              <a:ahLst/>
              <a:cxnLst/>
              <a:rect l="0" t="0" r="0" b="0"/>
              <a:pathLst>
                <a:path w="18197" h="98369">
                  <a:moveTo>
                    <a:pt x="0" y="98369"/>
                  </a:moveTo>
                  <a:lnTo>
                    <a:pt x="1819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62" name="Candidate_receptor__3080">
              <a:extLst>
                <a:ext uri="{FF2B5EF4-FFF2-40B4-BE49-F238E27FC236}">
                  <a16:creationId xmlns:a16="http://schemas.microsoft.com/office/drawing/2014/main" id="{D74D0790-9CCC-ACE8-E59B-1860BA26A7A0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22799" cy="12407"/>
            </a:xfrm>
            <a:custGeom>
              <a:avLst/>
              <a:gdLst/>
              <a:ahLst/>
              <a:cxnLst/>
              <a:rect l="0" t="0" r="0" b="0"/>
              <a:pathLst>
                <a:path w="22799" h="12407">
                  <a:moveTo>
                    <a:pt x="22799" y="124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63" name="Candidate_receptor__3081">
              <a:extLst>
                <a:ext uri="{FF2B5EF4-FFF2-40B4-BE49-F238E27FC236}">
                  <a16:creationId xmlns:a16="http://schemas.microsoft.com/office/drawing/2014/main" id="{BA2AD836-83DA-2FB0-443B-3BF2970EAB1A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66895"/>
              <a:ext cx="25699" cy="27619"/>
            </a:xfrm>
            <a:custGeom>
              <a:avLst/>
              <a:gdLst/>
              <a:ahLst/>
              <a:cxnLst/>
              <a:rect l="0" t="0" r="0" b="0"/>
              <a:pathLst>
                <a:path w="25699" h="27619">
                  <a:moveTo>
                    <a:pt x="0" y="0"/>
                  </a:moveTo>
                  <a:lnTo>
                    <a:pt x="25699" y="27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64" name="Candidate_receptor__3082">
              <a:extLst>
                <a:ext uri="{FF2B5EF4-FFF2-40B4-BE49-F238E27FC236}">
                  <a16:creationId xmlns:a16="http://schemas.microsoft.com/office/drawing/2014/main" id="{D9968A79-200B-E63F-1D79-8F82C204BD82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31536"/>
              <a:ext cx="33062" cy="87197"/>
            </a:xfrm>
            <a:custGeom>
              <a:avLst/>
              <a:gdLst/>
              <a:ahLst/>
              <a:cxnLst/>
              <a:rect l="0" t="0" r="0" b="0"/>
              <a:pathLst>
                <a:path w="33062" h="87197">
                  <a:moveTo>
                    <a:pt x="33062" y="87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65" name="Candidate_receptor__3083">
              <a:extLst>
                <a:ext uri="{FF2B5EF4-FFF2-40B4-BE49-F238E27FC236}">
                  <a16:creationId xmlns:a16="http://schemas.microsoft.com/office/drawing/2014/main" id="{A9E51F92-8741-914D-8F39-DB9746A31169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53257"/>
              <a:ext cx="64600" cy="43241"/>
            </a:xfrm>
            <a:custGeom>
              <a:avLst/>
              <a:gdLst/>
              <a:ahLst/>
              <a:cxnLst/>
              <a:rect l="0" t="0" r="0" b="0"/>
              <a:pathLst>
                <a:path w="64600" h="43241">
                  <a:moveTo>
                    <a:pt x="0" y="43241"/>
                  </a:moveTo>
                  <a:lnTo>
                    <a:pt x="6460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66" name="Candidate_receptor__3084">
              <a:extLst>
                <a:ext uri="{FF2B5EF4-FFF2-40B4-BE49-F238E27FC236}">
                  <a16:creationId xmlns:a16="http://schemas.microsoft.com/office/drawing/2014/main" id="{40E1A221-8CC0-CAE0-B343-86FB89382EA3}"/>
                </a:ext>
              </a:extLst>
            </p:cNvPr>
            <p:cNvSpPr>
              <a:spLocks noGrp="1"/>
            </p:cNvSpPr>
            <p:nvPr/>
          </p:nvSpPr>
          <p:spPr>
            <a:xfrm>
              <a:off x="4919473" y="4027263"/>
              <a:ext cx="108528" cy="15749"/>
            </a:xfrm>
            <a:custGeom>
              <a:avLst/>
              <a:gdLst/>
              <a:ahLst/>
              <a:cxnLst/>
              <a:rect l="0" t="0" r="0" b="0"/>
              <a:pathLst>
                <a:path w="108528" h="15749">
                  <a:moveTo>
                    <a:pt x="0" y="15749"/>
                  </a:moveTo>
                  <a:lnTo>
                    <a:pt x="10852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67" name="Candidate_receptor__3085">
              <a:extLst>
                <a:ext uri="{FF2B5EF4-FFF2-40B4-BE49-F238E27FC236}">
                  <a16:creationId xmlns:a16="http://schemas.microsoft.com/office/drawing/2014/main" id="{A8EA4815-52BA-E964-FE80-02FEA755455F}"/>
                </a:ext>
              </a:extLst>
            </p:cNvPr>
            <p:cNvSpPr>
              <a:spLocks noGrp="1"/>
            </p:cNvSpPr>
            <p:nvPr/>
          </p:nvSpPr>
          <p:spPr>
            <a:xfrm>
              <a:off x="5992724" y="3015365"/>
              <a:ext cx="102613" cy="49296"/>
            </a:xfrm>
            <a:custGeom>
              <a:avLst/>
              <a:gdLst/>
              <a:ahLst/>
              <a:cxnLst/>
              <a:rect l="0" t="0" r="0" b="0"/>
              <a:pathLst>
                <a:path w="102613" h="49296">
                  <a:moveTo>
                    <a:pt x="0" y="49296"/>
                  </a:moveTo>
                  <a:lnTo>
                    <a:pt x="1026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68" name="Candidate_receptor__3086">
              <a:extLst>
                <a:ext uri="{FF2B5EF4-FFF2-40B4-BE49-F238E27FC236}">
                  <a16:creationId xmlns:a16="http://schemas.microsoft.com/office/drawing/2014/main" id="{5E52E988-A887-3154-CCF0-708C650E6A03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135537"/>
              <a:ext cx="44423" cy="19809"/>
            </a:xfrm>
            <a:custGeom>
              <a:avLst/>
              <a:gdLst/>
              <a:ahLst/>
              <a:cxnLst/>
              <a:rect l="0" t="0" r="0" b="0"/>
              <a:pathLst>
                <a:path w="44423" h="19809">
                  <a:moveTo>
                    <a:pt x="44423" y="0"/>
                  </a:moveTo>
                  <a:lnTo>
                    <a:pt x="0" y="1980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69" name="Candidate_receptor__3087">
              <a:extLst>
                <a:ext uri="{FF2B5EF4-FFF2-40B4-BE49-F238E27FC236}">
                  <a16:creationId xmlns:a16="http://schemas.microsoft.com/office/drawing/2014/main" id="{E59F0917-AA4A-F21B-47BF-2F623BE1DA0D}"/>
                </a:ext>
              </a:extLst>
            </p:cNvPr>
            <p:cNvSpPr>
              <a:spLocks noGrp="1"/>
            </p:cNvSpPr>
            <p:nvPr/>
          </p:nvSpPr>
          <p:spPr>
            <a:xfrm>
              <a:off x="4673846" y="3816953"/>
              <a:ext cx="108123" cy="7559"/>
            </a:xfrm>
            <a:custGeom>
              <a:avLst/>
              <a:gdLst/>
              <a:ahLst/>
              <a:cxnLst/>
              <a:rect l="0" t="0" r="0" b="0"/>
              <a:pathLst>
                <a:path w="108123" h="7559">
                  <a:moveTo>
                    <a:pt x="0" y="0"/>
                  </a:moveTo>
                  <a:lnTo>
                    <a:pt x="108123" y="755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70" name="Candidate_receptor__3088">
              <a:extLst>
                <a:ext uri="{FF2B5EF4-FFF2-40B4-BE49-F238E27FC236}">
                  <a16:creationId xmlns:a16="http://schemas.microsoft.com/office/drawing/2014/main" id="{B934080E-64CE-E1E6-1979-8E0C31791DBF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194540"/>
              <a:ext cx="22198" cy="42094"/>
            </a:xfrm>
            <a:custGeom>
              <a:avLst/>
              <a:gdLst/>
              <a:ahLst/>
              <a:cxnLst/>
              <a:rect l="0" t="0" r="0" b="0"/>
              <a:pathLst>
                <a:path w="22198" h="42094">
                  <a:moveTo>
                    <a:pt x="22198" y="0"/>
                  </a:moveTo>
                  <a:lnTo>
                    <a:pt x="0" y="4209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71" name="Candidate_receptor__3089">
              <a:extLst>
                <a:ext uri="{FF2B5EF4-FFF2-40B4-BE49-F238E27FC236}">
                  <a16:creationId xmlns:a16="http://schemas.microsoft.com/office/drawing/2014/main" id="{94304F3C-7AD2-8F37-95A4-E0E1D53E8AD5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607360"/>
              <a:ext cx="2992" cy="2183"/>
            </a:xfrm>
            <a:custGeom>
              <a:avLst/>
              <a:gdLst/>
              <a:ahLst/>
              <a:cxnLst/>
              <a:rect l="0" t="0" r="0" b="0"/>
              <a:pathLst>
                <a:path w="2992" h="2183">
                  <a:moveTo>
                    <a:pt x="2992" y="0"/>
                  </a:moveTo>
                  <a:lnTo>
                    <a:pt x="0" y="21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72" name="Candidate_receptor__3090">
              <a:extLst>
                <a:ext uri="{FF2B5EF4-FFF2-40B4-BE49-F238E27FC236}">
                  <a16:creationId xmlns:a16="http://schemas.microsoft.com/office/drawing/2014/main" id="{90FD12FF-B31F-4435-A4D0-2C8DF199BBBE}"/>
                </a:ext>
              </a:extLst>
            </p:cNvPr>
            <p:cNvSpPr>
              <a:spLocks noGrp="1"/>
            </p:cNvSpPr>
            <p:nvPr/>
          </p:nvSpPr>
          <p:spPr>
            <a:xfrm>
              <a:off x="4442655" y="2402999"/>
              <a:ext cx="68550" cy="67206"/>
            </a:xfrm>
            <a:custGeom>
              <a:avLst/>
              <a:gdLst/>
              <a:ahLst/>
              <a:cxnLst/>
              <a:rect l="0" t="0" r="0" b="0"/>
              <a:pathLst>
                <a:path w="68550" h="67206">
                  <a:moveTo>
                    <a:pt x="68550" y="0"/>
                  </a:moveTo>
                  <a:lnTo>
                    <a:pt x="0" y="67206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73" name="Candidate_receptor__3091">
              <a:extLst>
                <a:ext uri="{FF2B5EF4-FFF2-40B4-BE49-F238E27FC236}">
                  <a16:creationId xmlns:a16="http://schemas.microsoft.com/office/drawing/2014/main" id="{D0881C8E-E0AF-7484-8614-9A06CA922FD0}"/>
                </a:ext>
              </a:extLst>
            </p:cNvPr>
            <p:cNvSpPr>
              <a:spLocks noGrp="1"/>
            </p:cNvSpPr>
            <p:nvPr/>
          </p:nvSpPr>
          <p:spPr>
            <a:xfrm>
              <a:off x="4941789" y="2359442"/>
              <a:ext cx="114646" cy="8976"/>
            </a:xfrm>
            <a:custGeom>
              <a:avLst/>
              <a:gdLst/>
              <a:ahLst/>
              <a:cxnLst/>
              <a:rect l="0" t="0" r="0" b="0"/>
              <a:pathLst>
                <a:path w="114646" h="8976">
                  <a:moveTo>
                    <a:pt x="0" y="8976"/>
                  </a:moveTo>
                  <a:lnTo>
                    <a:pt x="114646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74" name="Candidate_receptor__3092">
              <a:extLst>
                <a:ext uri="{FF2B5EF4-FFF2-40B4-BE49-F238E27FC236}">
                  <a16:creationId xmlns:a16="http://schemas.microsoft.com/office/drawing/2014/main" id="{BFDB9572-00FA-4B64-A44E-E3E960AF37E0}"/>
                </a:ext>
              </a:extLst>
            </p:cNvPr>
            <p:cNvSpPr>
              <a:spLocks noGrp="1"/>
            </p:cNvSpPr>
            <p:nvPr/>
          </p:nvSpPr>
          <p:spPr>
            <a:xfrm>
              <a:off x="4995448" y="4654603"/>
              <a:ext cx="18564" cy="98535"/>
            </a:xfrm>
            <a:custGeom>
              <a:avLst/>
              <a:gdLst/>
              <a:ahLst/>
              <a:cxnLst/>
              <a:rect l="0" t="0" r="0" b="0"/>
              <a:pathLst>
                <a:path w="18564" h="98535">
                  <a:moveTo>
                    <a:pt x="18564" y="0"/>
                  </a:moveTo>
                  <a:lnTo>
                    <a:pt x="0" y="9853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75" name="Candidate_receptor__3093">
              <a:extLst>
                <a:ext uri="{FF2B5EF4-FFF2-40B4-BE49-F238E27FC236}">
                  <a16:creationId xmlns:a16="http://schemas.microsoft.com/office/drawing/2014/main" id="{FB5530B5-564E-8906-7F14-DEC152D29DE3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647867"/>
              <a:ext cx="47234" cy="91777"/>
            </a:xfrm>
            <a:custGeom>
              <a:avLst/>
              <a:gdLst/>
              <a:ahLst/>
              <a:cxnLst/>
              <a:rect l="0" t="0" r="0" b="0"/>
              <a:pathLst>
                <a:path w="47234" h="91777">
                  <a:moveTo>
                    <a:pt x="0" y="91777"/>
                  </a:moveTo>
                  <a:lnTo>
                    <a:pt x="4723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76" name="Candidate_receptor__3094">
              <a:extLst>
                <a:ext uri="{FF2B5EF4-FFF2-40B4-BE49-F238E27FC236}">
                  <a16:creationId xmlns:a16="http://schemas.microsoft.com/office/drawing/2014/main" id="{2F2268CE-8CD9-C33E-41A3-0F7800AA06E4}"/>
                </a:ext>
              </a:extLst>
            </p:cNvPr>
            <p:cNvSpPr>
              <a:spLocks noGrp="1"/>
            </p:cNvSpPr>
            <p:nvPr/>
          </p:nvSpPr>
          <p:spPr>
            <a:xfrm>
              <a:off x="4895137" y="2097583"/>
              <a:ext cx="26082" cy="78233"/>
            </a:xfrm>
            <a:custGeom>
              <a:avLst/>
              <a:gdLst/>
              <a:ahLst/>
              <a:cxnLst/>
              <a:rect l="0" t="0" r="0" b="0"/>
              <a:pathLst>
                <a:path w="26082" h="78233">
                  <a:moveTo>
                    <a:pt x="26082" y="0"/>
                  </a:moveTo>
                  <a:lnTo>
                    <a:pt x="0" y="7823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77" name="Candidate_receptor__3095">
              <a:extLst>
                <a:ext uri="{FF2B5EF4-FFF2-40B4-BE49-F238E27FC236}">
                  <a16:creationId xmlns:a16="http://schemas.microsoft.com/office/drawing/2014/main" id="{6CF429B0-C39A-E3FF-EDD5-16ADBD6DFC98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88593"/>
              <a:ext cx="92267" cy="20917"/>
            </a:xfrm>
            <a:custGeom>
              <a:avLst/>
              <a:gdLst/>
              <a:ahLst/>
              <a:cxnLst/>
              <a:rect l="0" t="0" r="0" b="0"/>
              <a:pathLst>
                <a:path w="92267" h="20917">
                  <a:moveTo>
                    <a:pt x="92267" y="0"/>
                  </a:moveTo>
                  <a:lnTo>
                    <a:pt x="0" y="209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78" name="Candidate_receptor__3096">
              <a:extLst>
                <a:ext uri="{FF2B5EF4-FFF2-40B4-BE49-F238E27FC236}">
                  <a16:creationId xmlns:a16="http://schemas.microsoft.com/office/drawing/2014/main" id="{F2747A80-5C07-7CD1-79C7-AD8B7F2DE341}"/>
                </a:ext>
              </a:extLst>
            </p:cNvPr>
            <p:cNvSpPr>
              <a:spLocks noGrp="1"/>
            </p:cNvSpPr>
            <p:nvPr/>
          </p:nvSpPr>
          <p:spPr>
            <a:xfrm>
              <a:off x="4721754" y="2658367"/>
              <a:ext cx="86093" cy="75191"/>
            </a:xfrm>
            <a:custGeom>
              <a:avLst/>
              <a:gdLst/>
              <a:ahLst/>
              <a:cxnLst/>
              <a:rect l="0" t="0" r="0" b="0"/>
              <a:pathLst>
                <a:path w="86093" h="75191">
                  <a:moveTo>
                    <a:pt x="0" y="75191"/>
                  </a:moveTo>
                  <a:lnTo>
                    <a:pt x="8609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79" name="Candidate_receptor__3097">
              <a:extLst>
                <a:ext uri="{FF2B5EF4-FFF2-40B4-BE49-F238E27FC236}">
                  <a16:creationId xmlns:a16="http://schemas.microsoft.com/office/drawing/2014/main" id="{2A4E02ED-0F14-F188-27EC-B1AD1CCF4557}"/>
                </a:ext>
              </a:extLst>
            </p:cNvPr>
            <p:cNvSpPr>
              <a:spLocks noGrp="1"/>
            </p:cNvSpPr>
            <p:nvPr/>
          </p:nvSpPr>
          <p:spPr>
            <a:xfrm>
              <a:off x="4722991" y="2070674"/>
              <a:ext cx="62371" cy="95513"/>
            </a:xfrm>
            <a:custGeom>
              <a:avLst/>
              <a:gdLst/>
              <a:ahLst/>
              <a:cxnLst/>
              <a:rect l="0" t="0" r="0" b="0"/>
              <a:pathLst>
                <a:path w="62371" h="95513">
                  <a:moveTo>
                    <a:pt x="62371" y="955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80" name="Candidate_receptor__3098">
              <a:extLst>
                <a:ext uri="{FF2B5EF4-FFF2-40B4-BE49-F238E27FC236}">
                  <a16:creationId xmlns:a16="http://schemas.microsoft.com/office/drawing/2014/main" id="{553F2095-DBD0-96D1-AC9A-A2EFA628B993}"/>
                </a:ext>
              </a:extLst>
            </p:cNvPr>
            <p:cNvSpPr>
              <a:spLocks noGrp="1"/>
            </p:cNvSpPr>
            <p:nvPr/>
          </p:nvSpPr>
          <p:spPr>
            <a:xfrm>
              <a:off x="6073347" y="3394345"/>
              <a:ext cx="94424" cy="60266"/>
            </a:xfrm>
            <a:custGeom>
              <a:avLst/>
              <a:gdLst/>
              <a:ahLst/>
              <a:cxnLst/>
              <a:rect l="0" t="0" r="0" b="0"/>
              <a:pathLst>
                <a:path w="94424" h="60266">
                  <a:moveTo>
                    <a:pt x="0" y="60266"/>
                  </a:moveTo>
                  <a:lnTo>
                    <a:pt x="9442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81" name="Candidate_receptor__3099">
              <a:extLst>
                <a:ext uri="{FF2B5EF4-FFF2-40B4-BE49-F238E27FC236}">
                  <a16:creationId xmlns:a16="http://schemas.microsoft.com/office/drawing/2014/main" id="{110441FE-4386-64DF-B7DE-9572D0DBF8C9}"/>
                </a:ext>
              </a:extLst>
            </p:cNvPr>
            <p:cNvSpPr>
              <a:spLocks noGrp="1"/>
            </p:cNvSpPr>
            <p:nvPr/>
          </p:nvSpPr>
          <p:spPr>
            <a:xfrm>
              <a:off x="5763559" y="3203464"/>
              <a:ext cx="107846" cy="34379"/>
            </a:xfrm>
            <a:custGeom>
              <a:avLst/>
              <a:gdLst/>
              <a:ahLst/>
              <a:cxnLst/>
              <a:rect l="0" t="0" r="0" b="0"/>
              <a:pathLst>
                <a:path w="107846" h="34379">
                  <a:moveTo>
                    <a:pt x="0" y="0"/>
                  </a:moveTo>
                  <a:lnTo>
                    <a:pt x="107846" y="3437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82" name="Candidate_receptor__3100">
              <a:extLst>
                <a:ext uri="{FF2B5EF4-FFF2-40B4-BE49-F238E27FC236}">
                  <a16:creationId xmlns:a16="http://schemas.microsoft.com/office/drawing/2014/main" id="{CDEC819F-10CF-BCDE-80DF-F844AAAEE54C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00910"/>
              <a:ext cx="46555" cy="98606"/>
            </a:xfrm>
            <a:custGeom>
              <a:avLst/>
              <a:gdLst/>
              <a:ahLst/>
              <a:cxnLst/>
              <a:rect l="0" t="0" r="0" b="0"/>
              <a:pathLst>
                <a:path w="46555" h="98606">
                  <a:moveTo>
                    <a:pt x="0" y="98606"/>
                  </a:moveTo>
                  <a:lnTo>
                    <a:pt x="465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83" name="Candidate_receptor__3101">
              <a:extLst>
                <a:ext uri="{FF2B5EF4-FFF2-40B4-BE49-F238E27FC236}">
                  <a16:creationId xmlns:a16="http://schemas.microsoft.com/office/drawing/2014/main" id="{614A6061-4576-99FB-35EC-923152E34AE3}"/>
                </a:ext>
              </a:extLst>
            </p:cNvPr>
            <p:cNvSpPr>
              <a:spLocks noGrp="1"/>
            </p:cNvSpPr>
            <p:nvPr/>
          </p:nvSpPr>
          <p:spPr>
            <a:xfrm>
              <a:off x="5200482" y="3662388"/>
              <a:ext cx="2168" cy="109295"/>
            </a:xfrm>
            <a:custGeom>
              <a:avLst/>
              <a:gdLst/>
              <a:ahLst/>
              <a:cxnLst/>
              <a:rect l="0" t="0" r="0" b="0"/>
              <a:pathLst>
                <a:path w="2168" h="109295">
                  <a:moveTo>
                    <a:pt x="0" y="0"/>
                  </a:moveTo>
                  <a:lnTo>
                    <a:pt x="2168" y="10929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84" name="Candidate_receptor__3102">
              <a:extLst>
                <a:ext uri="{FF2B5EF4-FFF2-40B4-BE49-F238E27FC236}">
                  <a16:creationId xmlns:a16="http://schemas.microsoft.com/office/drawing/2014/main" id="{9189F4B6-AE57-14AE-7246-FDDC99758ABF}"/>
                </a:ext>
              </a:extLst>
            </p:cNvPr>
            <p:cNvSpPr>
              <a:spLocks noGrp="1"/>
            </p:cNvSpPr>
            <p:nvPr/>
          </p:nvSpPr>
          <p:spPr>
            <a:xfrm>
              <a:off x="6465929" y="4158367"/>
              <a:ext cx="31348" cy="94890"/>
            </a:xfrm>
            <a:custGeom>
              <a:avLst/>
              <a:gdLst/>
              <a:ahLst/>
              <a:cxnLst/>
              <a:rect l="0" t="0" r="0" b="0"/>
              <a:pathLst>
                <a:path w="31348" h="94890">
                  <a:moveTo>
                    <a:pt x="0" y="94890"/>
                  </a:moveTo>
                  <a:lnTo>
                    <a:pt x="3134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85" name="Candidate_receptor__3103">
              <a:extLst>
                <a:ext uri="{FF2B5EF4-FFF2-40B4-BE49-F238E27FC236}">
                  <a16:creationId xmlns:a16="http://schemas.microsoft.com/office/drawing/2014/main" id="{1111489D-C739-AFB7-7668-118780FDB8B9}"/>
                </a:ext>
              </a:extLst>
            </p:cNvPr>
            <p:cNvSpPr>
              <a:spLocks noGrp="1"/>
            </p:cNvSpPr>
            <p:nvPr/>
          </p:nvSpPr>
          <p:spPr>
            <a:xfrm>
              <a:off x="4959121" y="4588539"/>
              <a:ext cx="54891" cy="66064"/>
            </a:xfrm>
            <a:custGeom>
              <a:avLst/>
              <a:gdLst/>
              <a:ahLst/>
              <a:cxnLst/>
              <a:rect l="0" t="0" r="0" b="0"/>
              <a:pathLst>
                <a:path w="54891" h="66064">
                  <a:moveTo>
                    <a:pt x="0" y="0"/>
                  </a:moveTo>
                  <a:lnTo>
                    <a:pt x="54891" y="6606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86" name="Candidate_receptor__3104">
              <a:extLst>
                <a:ext uri="{FF2B5EF4-FFF2-40B4-BE49-F238E27FC236}">
                  <a16:creationId xmlns:a16="http://schemas.microsoft.com/office/drawing/2014/main" id="{0EEF8430-7814-A35B-7305-50836CBE5C00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688774"/>
              <a:ext cx="85318" cy="69542"/>
            </a:xfrm>
            <a:custGeom>
              <a:avLst/>
              <a:gdLst/>
              <a:ahLst/>
              <a:cxnLst/>
              <a:rect l="0" t="0" r="0" b="0"/>
              <a:pathLst>
                <a:path w="85318" h="69542">
                  <a:moveTo>
                    <a:pt x="85318" y="0"/>
                  </a:moveTo>
                  <a:lnTo>
                    <a:pt x="0" y="695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87" name="Candidate_receptor__3105">
              <a:extLst>
                <a:ext uri="{FF2B5EF4-FFF2-40B4-BE49-F238E27FC236}">
                  <a16:creationId xmlns:a16="http://schemas.microsoft.com/office/drawing/2014/main" id="{E8D0650C-1570-1DC9-BEB7-7DC3B0C0E478}"/>
                </a:ext>
              </a:extLst>
            </p:cNvPr>
            <p:cNvSpPr>
              <a:spLocks noGrp="1"/>
            </p:cNvSpPr>
            <p:nvPr/>
          </p:nvSpPr>
          <p:spPr>
            <a:xfrm>
              <a:off x="4757147" y="5097493"/>
              <a:ext cx="107712" cy="26504"/>
            </a:xfrm>
            <a:custGeom>
              <a:avLst/>
              <a:gdLst/>
              <a:ahLst/>
              <a:cxnLst/>
              <a:rect l="0" t="0" r="0" b="0"/>
              <a:pathLst>
                <a:path w="107712" h="26504">
                  <a:moveTo>
                    <a:pt x="0" y="26504"/>
                  </a:moveTo>
                  <a:lnTo>
                    <a:pt x="10771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88" name="Candidate_receptor__3106">
              <a:extLst>
                <a:ext uri="{FF2B5EF4-FFF2-40B4-BE49-F238E27FC236}">
                  <a16:creationId xmlns:a16="http://schemas.microsoft.com/office/drawing/2014/main" id="{8C797DFF-CFCE-A3B4-F6CC-DF8CC18FB2B9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86120"/>
              <a:ext cx="87524" cy="64468"/>
            </a:xfrm>
            <a:custGeom>
              <a:avLst/>
              <a:gdLst/>
              <a:ahLst/>
              <a:cxnLst/>
              <a:rect l="0" t="0" r="0" b="0"/>
              <a:pathLst>
                <a:path w="87524" h="64468">
                  <a:moveTo>
                    <a:pt x="0" y="0"/>
                  </a:moveTo>
                  <a:lnTo>
                    <a:pt x="87524" y="6446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89" name="Candidate_receptor__3107">
              <a:extLst>
                <a:ext uri="{FF2B5EF4-FFF2-40B4-BE49-F238E27FC236}">
                  <a16:creationId xmlns:a16="http://schemas.microsoft.com/office/drawing/2014/main" id="{E04DE048-998B-1ABD-F905-C9DBB54630DC}"/>
                </a:ext>
              </a:extLst>
            </p:cNvPr>
            <p:cNvSpPr>
              <a:spLocks noGrp="1"/>
            </p:cNvSpPr>
            <p:nvPr/>
          </p:nvSpPr>
          <p:spPr>
            <a:xfrm>
              <a:off x="6117882" y="4035899"/>
              <a:ext cx="32244" cy="103601"/>
            </a:xfrm>
            <a:custGeom>
              <a:avLst/>
              <a:gdLst/>
              <a:ahLst/>
              <a:cxnLst/>
              <a:rect l="0" t="0" r="0" b="0"/>
              <a:pathLst>
                <a:path w="32244" h="103601">
                  <a:moveTo>
                    <a:pt x="32244" y="103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90" name="Candidate_receptor__3108">
              <a:extLst>
                <a:ext uri="{FF2B5EF4-FFF2-40B4-BE49-F238E27FC236}">
                  <a16:creationId xmlns:a16="http://schemas.microsoft.com/office/drawing/2014/main" id="{0B0C85C0-CE13-31C1-20F6-5A66A2A7543C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9054"/>
              <a:ext cx="65691" cy="34688"/>
            </a:xfrm>
            <a:custGeom>
              <a:avLst/>
              <a:gdLst/>
              <a:ahLst/>
              <a:cxnLst/>
              <a:rect l="0" t="0" r="0" b="0"/>
              <a:pathLst>
                <a:path w="65691" h="34688">
                  <a:moveTo>
                    <a:pt x="65691" y="346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91" name="Candidate_receptor__3109">
              <a:extLst>
                <a:ext uri="{FF2B5EF4-FFF2-40B4-BE49-F238E27FC236}">
                  <a16:creationId xmlns:a16="http://schemas.microsoft.com/office/drawing/2014/main" id="{52A17CF4-9EB6-5297-C9C6-8F15AEEE7086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6342" cy="20800"/>
            </a:xfrm>
            <a:custGeom>
              <a:avLst/>
              <a:gdLst/>
              <a:ahLst/>
              <a:cxnLst/>
              <a:rect l="0" t="0" r="0" b="0"/>
              <a:pathLst>
                <a:path w="6342" h="20800">
                  <a:moveTo>
                    <a:pt x="6342" y="20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92" name="Candidate_receptor__3110">
              <a:extLst>
                <a:ext uri="{FF2B5EF4-FFF2-40B4-BE49-F238E27FC236}">
                  <a16:creationId xmlns:a16="http://schemas.microsoft.com/office/drawing/2014/main" id="{15AEC8FF-F148-FB37-B574-F4C7AB390E63}"/>
                </a:ext>
              </a:extLst>
            </p:cNvPr>
            <p:cNvSpPr>
              <a:spLocks noGrp="1"/>
            </p:cNvSpPr>
            <p:nvPr/>
          </p:nvSpPr>
          <p:spPr>
            <a:xfrm>
              <a:off x="5887499" y="4271539"/>
              <a:ext cx="37539" cy="65948"/>
            </a:xfrm>
            <a:custGeom>
              <a:avLst/>
              <a:gdLst/>
              <a:ahLst/>
              <a:cxnLst/>
              <a:rect l="0" t="0" r="0" b="0"/>
              <a:pathLst>
                <a:path w="37539" h="65948">
                  <a:moveTo>
                    <a:pt x="0" y="0"/>
                  </a:moveTo>
                  <a:lnTo>
                    <a:pt x="37539" y="65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93" name="Candidate_receptor__3111">
              <a:extLst>
                <a:ext uri="{FF2B5EF4-FFF2-40B4-BE49-F238E27FC236}">
                  <a16:creationId xmlns:a16="http://schemas.microsoft.com/office/drawing/2014/main" id="{12D18513-E62D-D87B-AFE9-7BC12FEAE087}"/>
                </a:ext>
              </a:extLst>
            </p:cNvPr>
            <p:cNvSpPr>
              <a:spLocks noGrp="1"/>
            </p:cNvSpPr>
            <p:nvPr/>
          </p:nvSpPr>
          <p:spPr>
            <a:xfrm>
              <a:off x="5901207" y="3064662"/>
              <a:ext cx="91517" cy="20281"/>
            </a:xfrm>
            <a:custGeom>
              <a:avLst/>
              <a:gdLst/>
              <a:ahLst/>
              <a:cxnLst/>
              <a:rect l="0" t="0" r="0" b="0"/>
              <a:pathLst>
                <a:path w="91517" h="20281">
                  <a:moveTo>
                    <a:pt x="0" y="20281"/>
                  </a:moveTo>
                  <a:lnTo>
                    <a:pt x="91517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94" name="Candidate_receptor__3112">
              <a:extLst>
                <a:ext uri="{FF2B5EF4-FFF2-40B4-BE49-F238E27FC236}">
                  <a16:creationId xmlns:a16="http://schemas.microsoft.com/office/drawing/2014/main" id="{38E8CEEE-5716-F82F-AC2B-95FD101E41CB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22401"/>
              <a:ext cx="79583" cy="22877"/>
            </a:xfrm>
            <a:custGeom>
              <a:avLst/>
              <a:gdLst/>
              <a:ahLst/>
              <a:cxnLst/>
              <a:rect l="0" t="0" r="0" b="0"/>
              <a:pathLst>
                <a:path w="79583" h="22877">
                  <a:moveTo>
                    <a:pt x="0" y="22877"/>
                  </a:moveTo>
                  <a:lnTo>
                    <a:pt x="7958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95" name="Candidate_receptor__3113">
              <a:extLst>
                <a:ext uri="{FF2B5EF4-FFF2-40B4-BE49-F238E27FC236}">
                  <a16:creationId xmlns:a16="http://schemas.microsoft.com/office/drawing/2014/main" id="{47FFE158-04AB-BC45-28F2-42F77EB785FC}"/>
                </a:ext>
              </a:extLst>
            </p:cNvPr>
            <p:cNvSpPr>
              <a:spLocks noGrp="1"/>
            </p:cNvSpPr>
            <p:nvPr/>
          </p:nvSpPr>
          <p:spPr>
            <a:xfrm>
              <a:off x="4896852" y="2368418"/>
              <a:ext cx="44937" cy="89851"/>
            </a:xfrm>
            <a:custGeom>
              <a:avLst/>
              <a:gdLst/>
              <a:ahLst/>
              <a:cxnLst/>
              <a:rect l="0" t="0" r="0" b="0"/>
              <a:pathLst>
                <a:path w="44937" h="89851">
                  <a:moveTo>
                    <a:pt x="0" y="89851"/>
                  </a:moveTo>
                  <a:lnTo>
                    <a:pt x="4493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96" name="Candidate_receptor__3114">
              <a:extLst>
                <a:ext uri="{FF2B5EF4-FFF2-40B4-BE49-F238E27FC236}">
                  <a16:creationId xmlns:a16="http://schemas.microsoft.com/office/drawing/2014/main" id="{922C9E0D-07F4-FFDE-6448-8573FAF79B4B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484034"/>
              <a:ext cx="74379" cy="40705"/>
            </a:xfrm>
            <a:custGeom>
              <a:avLst/>
              <a:gdLst/>
              <a:ahLst/>
              <a:cxnLst/>
              <a:rect l="0" t="0" r="0" b="0"/>
              <a:pathLst>
                <a:path w="74379" h="40705">
                  <a:moveTo>
                    <a:pt x="74379" y="0"/>
                  </a:moveTo>
                  <a:lnTo>
                    <a:pt x="0" y="4070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97" name="Candidate_receptor__3115">
              <a:extLst>
                <a:ext uri="{FF2B5EF4-FFF2-40B4-BE49-F238E27FC236}">
                  <a16:creationId xmlns:a16="http://schemas.microsoft.com/office/drawing/2014/main" id="{F89DD118-E3F0-67C6-6916-427CD4899499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63912"/>
              <a:ext cx="9808" cy="57415"/>
            </a:xfrm>
            <a:custGeom>
              <a:avLst/>
              <a:gdLst/>
              <a:ahLst/>
              <a:cxnLst/>
              <a:rect l="0" t="0" r="0" b="0"/>
              <a:pathLst>
                <a:path w="9808" h="57415">
                  <a:moveTo>
                    <a:pt x="9808" y="0"/>
                  </a:moveTo>
                  <a:lnTo>
                    <a:pt x="0" y="5741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98" name="Candidate_receptor__3116">
              <a:extLst>
                <a:ext uri="{FF2B5EF4-FFF2-40B4-BE49-F238E27FC236}">
                  <a16:creationId xmlns:a16="http://schemas.microsoft.com/office/drawing/2014/main" id="{AE194608-2A55-7405-48F7-55D9905A0496}"/>
                </a:ext>
              </a:extLst>
            </p:cNvPr>
            <p:cNvSpPr>
              <a:spLocks noGrp="1"/>
            </p:cNvSpPr>
            <p:nvPr/>
          </p:nvSpPr>
          <p:spPr>
            <a:xfrm>
              <a:off x="4516846" y="3265416"/>
              <a:ext cx="72785" cy="16451"/>
            </a:xfrm>
            <a:custGeom>
              <a:avLst/>
              <a:gdLst/>
              <a:ahLst/>
              <a:cxnLst/>
              <a:rect l="0" t="0" r="0" b="0"/>
              <a:pathLst>
                <a:path w="72785" h="16451">
                  <a:moveTo>
                    <a:pt x="72785" y="0"/>
                  </a:moveTo>
                  <a:lnTo>
                    <a:pt x="0" y="1645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99" name="Candidate_receptor__3117">
              <a:extLst>
                <a:ext uri="{FF2B5EF4-FFF2-40B4-BE49-F238E27FC236}">
                  <a16:creationId xmlns:a16="http://schemas.microsoft.com/office/drawing/2014/main" id="{577059DB-AB24-E548-9807-CDA43F81C522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57869"/>
              <a:ext cx="58787" cy="96742"/>
            </a:xfrm>
            <a:custGeom>
              <a:avLst/>
              <a:gdLst/>
              <a:ahLst/>
              <a:cxnLst/>
              <a:rect l="0" t="0" r="0" b="0"/>
              <a:pathLst>
                <a:path w="58787" h="96742">
                  <a:moveTo>
                    <a:pt x="0" y="0"/>
                  </a:moveTo>
                  <a:lnTo>
                    <a:pt x="58787" y="967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00" name="Candidate_receptor__3118">
              <a:extLst>
                <a:ext uri="{FF2B5EF4-FFF2-40B4-BE49-F238E27FC236}">
                  <a16:creationId xmlns:a16="http://schemas.microsoft.com/office/drawing/2014/main" id="{3D99A0C8-ABA1-6623-3207-5F374AAC0400}"/>
                </a:ext>
              </a:extLst>
            </p:cNvPr>
            <p:cNvSpPr>
              <a:spLocks noGrp="1"/>
            </p:cNvSpPr>
            <p:nvPr/>
          </p:nvSpPr>
          <p:spPr>
            <a:xfrm>
              <a:off x="5193197" y="2484034"/>
              <a:ext cx="89722" cy="24103"/>
            </a:xfrm>
            <a:custGeom>
              <a:avLst/>
              <a:gdLst/>
              <a:ahLst/>
              <a:cxnLst/>
              <a:rect l="0" t="0" r="0" b="0"/>
              <a:pathLst>
                <a:path w="89722" h="24103">
                  <a:moveTo>
                    <a:pt x="89722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01" name="Candidate_receptor__3119">
              <a:extLst>
                <a:ext uri="{FF2B5EF4-FFF2-40B4-BE49-F238E27FC236}">
                  <a16:creationId xmlns:a16="http://schemas.microsoft.com/office/drawing/2014/main" id="{E9745097-E789-9311-0157-8AC8F83D3B3B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839615"/>
              <a:ext cx="15684" cy="1817"/>
            </a:xfrm>
            <a:custGeom>
              <a:avLst/>
              <a:gdLst/>
              <a:ahLst/>
              <a:cxnLst/>
              <a:rect l="0" t="0" r="0" b="0"/>
              <a:pathLst>
                <a:path w="15684" h="1817">
                  <a:moveTo>
                    <a:pt x="15684" y="18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02" name="Candidate_receptor__3120">
              <a:extLst>
                <a:ext uri="{FF2B5EF4-FFF2-40B4-BE49-F238E27FC236}">
                  <a16:creationId xmlns:a16="http://schemas.microsoft.com/office/drawing/2014/main" id="{F0B4EEFE-6736-7A68-F53E-230585BECC28}"/>
                </a:ext>
              </a:extLst>
            </p:cNvPr>
            <p:cNvSpPr>
              <a:spLocks noGrp="1"/>
            </p:cNvSpPr>
            <p:nvPr/>
          </p:nvSpPr>
          <p:spPr>
            <a:xfrm>
              <a:off x="5710403" y="2898691"/>
              <a:ext cx="112810" cy="20383"/>
            </a:xfrm>
            <a:custGeom>
              <a:avLst/>
              <a:gdLst/>
              <a:ahLst/>
              <a:cxnLst/>
              <a:rect l="0" t="0" r="0" b="0"/>
              <a:pathLst>
                <a:path w="112810" h="20383">
                  <a:moveTo>
                    <a:pt x="0" y="0"/>
                  </a:moveTo>
                  <a:lnTo>
                    <a:pt x="112810" y="2038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03" name="Candidate_receptor__3121">
              <a:extLst>
                <a:ext uri="{FF2B5EF4-FFF2-40B4-BE49-F238E27FC236}">
                  <a16:creationId xmlns:a16="http://schemas.microsoft.com/office/drawing/2014/main" id="{8CC09FA3-626B-4FBE-7578-AFFB23B39071}"/>
                </a:ext>
              </a:extLst>
            </p:cNvPr>
            <p:cNvSpPr>
              <a:spLocks noGrp="1"/>
            </p:cNvSpPr>
            <p:nvPr/>
          </p:nvSpPr>
          <p:spPr>
            <a:xfrm>
              <a:off x="5800854" y="3065518"/>
              <a:ext cx="100353" cy="19424"/>
            </a:xfrm>
            <a:custGeom>
              <a:avLst/>
              <a:gdLst/>
              <a:ahLst/>
              <a:cxnLst/>
              <a:rect l="0" t="0" r="0" b="0"/>
              <a:pathLst>
                <a:path w="100353" h="19424">
                  <a:moveTo>
                    <a:pt x="0" y="0"/>
                  </a:moveTo>
                  <a:lnTo>
                    <a:pt x="100353" y="1942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04" name="Candidate_receptor__3122">
              <a:extLst>
                <a:ext uri="{FF2B5EF4-FFF2-40B4-BE49-F238E27FC236}">
                  <a16:creationId xmlns:a16="http://schemas.microsoft.com/office/drawing/2014/main" id="{1E0DF83C-923E-AF9E-59CE-A8B6B136C162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4068"/>
              <a:ext cx="114934" cy="7565"/>
            </a:xfrm>
            <a:custGeom>
              <a:avLst/>
              <a:gdLst/>
              <a:ahLst/>
              <a:cxnLst/>
              <a:rect l="0" t="0" r="0" b="0"/>
              <a:pathLst>
                <a:path w="114934" h="7565">
                  <a:moveTo>
                    <a:pt x="114934" y="0"/>
                  </a:moveTo>
                  <a:lnTo>
                    <a:pt x="0" y="756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05" name="Candidate_receptor__3123">
              <a:extLst>
                <a:ext uri="{FF2B5EF4-FFF2-40B4-BE49-F238E27FC236}">
                  <a16:creationId xmlns:a16="http://schemas.microsoft.com/office/drawing/2014/main" id="{3246AC34-ED8B-99D2-F232-A173FC04382F}"/>
                </a:ext>
              </a:extLst>
            </p:cNvPr>
            <p:cNvSpPr>
              <a:spLocks noGrp="1"/>
            </p:cNvSpPr>
            <p:nvPr/>
          </p:nvSpPr>
          <p:spPr>
            <a:xfrm>
              <a:off x="4864859" y="5097493"/>
              <a:ext cx="26887" cy="111753"/>
            </a:xfrm>
            <a:custGeom>
              <a:avLst/>
              <a:gdLst/>
              <a:ahLst/>
              <a:cxnLst/>
              <a:rect l="0" t="0" r="0" b="0"/>
              <a:pathLst>
                <a:path w="26887" h="111753">
                  <a:moveTo>
                    <a:pt x="0" y="0"/>
                  </a:moveTo>
                  <a:lnTo>
                    <a:pt x="26887" y="11175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06" name="Candidate_receptor__3124">
              <a:extLst>
                <a:ext uri="{FF2B5EF4-FFF2-40B4-BE49-F238E27FC236}">
                  <a16:creationId xmlns:a16="http://schemas.microsoft.com/office/drawing/2014/main" id="{3606E3E6-D2C0-F75E-D5A0-D8EA2B6F6E20}"/>
                </a:ext>
              </a:extLst>
            </p:cNvPr>
            <p:cNvSpPr>
              <a:spLocks noGrp="1"/>
            </p:cNvSpPr>
            <p:nvPr/>
          </p:nvSpPr>
          <p:spPr>
            <a:xfrm>
              <a:off x="4470308" y="3674570"/>
              <a:ext cx="40640" cy="107711"/>
            </a:xfrm>
            <a:custGeom>
              <a:avLst/>
              <a:gdLst/>
              <a:ahLst/>
              <a:cxnLst/>
              <a:rect l="0" t="0" r="0" b="0"/>
              <a:pathLst>
                <a:path w="40640" h="107711">
                  <a:moveTo>
                    <a:pt x="40640" y="0"/>
                  </a:moveTo>
                  <a:lnTo>
                    <a:pt x="0" y="107711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07" name="Candidate_receptor__3125">
              <a:extLst>
                <a:ext uri="{FF2B5EF4-FFF2-40B4-BE49-F238E27FC236}">
                  <a16:creationId xmlns:a16="http://schemas.microsoft.com/office/drawing/2014/main" id="{2824AD9B-34FC-3147-08F8-A8F330E3FB27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476886"/>
              <a:ext cx="112719" cy="9202"/>
            </a:xfrm>
            <a:custGeom>
              <a:avLst/>
              <a:gdLst/>
              <a:ahLst/>
              <a:cxnLst/>
              <a:rect l="0" t="0" r="0" b="0"/>
              <a:pathLst>
                <a:path w="112719" h="9202">
                  <a:moveTo>
                    <a:pt x="112719" y="9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08" name="Candidate_receptor__3126">
              <a:extLst>
                <a:ext uri="{FF2B5EF4-FFF2-40B4-BE49-F238E27FC236}">
                  <a16:creationId xmlns:a16="http://schemas.microsoft.com/office/drawing/2014/main" id="{7FED936F-E5C7-98CF-C321-0FBDEF035710}"/>
                </a:ext>
              </a:extLst>
            </p:cNvPr>
            <p:cNvSpPr>
              <a:spLocks noGrp="1"/>
            </p:cNvSpPr>
            <p:nvPr/>
          </p:nvSpPr>
          <p:spPr>
            <a:xfrm>
              <a:off x="5174360" y="2624706"/>
              <a:ext cx="9490" cy="10688"/>
            </a:xfrm>
            <a:custGeom>
              <a:avLst/>
              <a:gdLst/>
              <a:ahLst/>
              <a:cxnLst/>
              <a:rect l="0" t="0" r="0" b="0"/>
              <a:pathLst>
                <a:path w="9490" h="10688">
                  <a:moveTo>
                    <a:pt x="0" y="0"/>
                  </a:moveTo>
                  <a:lnTo>
                    <a:pt x="9490" y="1068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09" name="Candidate_receptor__3127">
              <a:extLst>
                <a:ext uri="{FF2B5EF4-FFF2-40B4-BE49-F238E27FC236}">
                  <a16:creationId xmlns:a16="http://schemas.microsoft.com/office/drawing/2014/main" id="{F371A859-D6AE-0537-184E-2B74EFF38546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0594" cy="103751"/>
            </a:xfrm>
            <a:custGeom>
              <a:avLst/>
              <a:gdLst/>
              <a:ahLst/>
              <a:cxnLst/>
              <a:rect l="0" t="0" r="0" b="0"/>
              <a:pathLst>
                <a:path w="10594" h="103751">
                  <a:moveTo>
                    <a:pt x="10594" y="1037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10" name="Candidate_receptor__3128">
              <a:extLst>
                <a:ext uri="{FF2B5EF4-FFF2-40B4-BE49-F238E27FC236}">
                  <a16:creationId xmlns:a16="http://schemas.microsoft.com/office/drawing/2014/main" id="{632C4633-3B77-37BC-6201-B694CB4DBDF6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500028"/>
              <a:ext cx="34662" cy="30922"/>
            </a:xfrm>
            <a:custGeom>
              <a:avLst/>
              <a:gdLst/>
              <a:ahLst/>
              <a:cxnLst/>
              <a:rect l="0" t="0" r="0" b="0"/>
              <a:pathLst>
                <a:path w="34662" h="30922">
                  <a:moveTo>
                    <a:pt x="0" y="0"/>
                  </a:moveTo>
                  <a:lnTo>
                    <a:pt x="34662" y="3092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11" name="Candidate_receptor__3129">
              <a:extLst>
                <a:ext uri="{FF2B5EF4-FFF2-40B4-BE49-F238E27FC236}">
                  <a16:creationId xmlns:a16="http://schemas.microsoft.com/office/drawing/2014/main" id="{FD4E1B40-A186-A9C5-8A05-929EF6EA0ADC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77359" cy="28660"/>
            </a:xfrm>
            <a:custGeom>
              <a:avLst/>
              <a:gdLst/>
              <a:ahLst/>
              <a:cxnLst/>
              <a:rect l="0" t="0" r="0" b="0"/>
              <a:pathLst>
                <a:path w="77359" h="28660">
                  <a:moveTo>
                    <a:pt x="0" y="0"/>
                  </a:moveTo>
                  <a:lnTo>
                    <a:pt x="77359" y="2866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12" name="Candidate_receptor__3130">
              <a:extLst>
                <a:ext uri="{FF2B5EF4-FFF2-40B4-BE49-F238E27FC236}">
                  <a16:creationId xmlns:a16="http://schemas.microsoft.com/office/drawing/2014/main" id="{F686CD14-76D3-706B-6C79-A753AA2B1353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921398"/>
              <a:ext cx="80580" cy="79511"/>
            </a:xfrm>
            <a:custGeom>
              <a:avLst/>
              <a:gdLst/>
              <a:ahLst/>
              <a:cxnLst/>
              <a:rect l="0" t="0" r="0" b="0"/>
              <a:pathLst>
                <a:path w="80580" h="79511">
                  <a:moveTo>
                    <a:pt x="80580" y="795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13" name="Candidate_receptor__3131">
              <a:extLst>
                <a:ext uri="{FF2B5EF4-FFF2-40B4-BE49-F238E27FC236}">
                  <a16:creationId xmlns:a16="http://schemas.microsoft.com/office/drawing/2014/main" id="{2049FB3F-9341-FC31-3FFE-91F459C86FB0}"/>
                </a:ext>
              </a:extLst>
            </p:cNvPr>
            <p:cNvSpPr>
              <a:spLocks noGrp="1"/>
            </p:cNvSpPr>
            <p:nvPr/>
          </p:nvSpPr>
          <p:spPr>
            <a:xfrm>
              <a:off x="4646003" y="3941974"/>
              <a:ext cx="110091" cy="32171"/>
            </a:xfrm>
            <a:custGeom>
              <a:avLst/>
              <a:gdLst/>
              <a:ahLst/>
              <a:cxnLst/>
              <a:rect l="0" t="0" r="0" b="0"/>
              <a:pathLst>
                <a:path w="110091" h="32171">
                  <a:moveTo>
                    <a:pt x="0" y="0"/>
                  </a:moveTo>
                  <a:lnTo>
                    <a:pt x="110091" y="3217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14" name="Candidate_receptor__3132">
              <a:extLst>
                <a:ext uri="{FF2B5EF4-FFF2-40B4-BE49-F238E27FC236}">
                  <a16:creationId xmlns:a16="http://schemas.microsoft.com/office/drawing/2014/main" id="{3266D007-0D61-3275-9F4F-B9F8DA9959C2}"/>
                </a:ext>
              </a:extLst>
            </p:cNvPr>
            <p:cNvSpPr>
              <a:spLocks noGrp="1"/>
            </p:cNvSpPr>
            <p:nvPr/>
          </p:nvSpPr>
          <p:spPr>
            <a:xfrm>
              <a:off x="4739348" y="5123997"/>
              <a:ext cx="17799" cy="77009"/>
            </a:xfrm>
            <a:custGeom>
              <a:avLst/>
              <a:gdLst/>
              <a:ahLst/>
              <a:cxnLst/>
              <a:rect l="0" t="0" r="0" b="0"/>
              <a:pathLst>
                <a:path w="17799" h="77009">
                  <a:moveTo>
                    <a:pt x="0" y="77009"/>
                  </a:moveTo>
                  <a:lnTo>
                    <a:pt x="1779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15" name="Candidate_receptor__3133">
              <a:extLst>
                <a:ext uri="{FF2B5EF4-FFF2-40B4-BE49-F238E27FC236}">
                  <a16:creationId xmlns:a16="http://schemas.microsoft.com/office/drawing/2014/main" id="{1C64352C-A78D-8CB3-C1B4-2B5EA2283494}"/>
                </a:ext>
              </a:extLst>
            </p:cNvPr>
            <p:cNvSpPr>
              <a:spLocks noGrp="1"/>
            </p:cNvSpPr>
            <p:nvPr/>
          </p:nvSpPr>
          <p:spPr>
            <a:xfrm>
              <a:off x="5709957" y="3043571"/>
              <a:ext cx="90897" cy="21948"/>
            </a:xfrm>
            <a:custGeom>
              <a:avLst/>
              <a:gdLst/>
              <a:ahLst/>
              <a:cxnLst/>
              <a:rect l="0" t="0" r="0" b="0"/>
              <a:pathLst>
                <a:path w="90897" h="21948">
                  <a:moveTo>
                    <a:pt x="0" y="0"/>
                  </a:moveTo>
                  <a:lnTo>
                    <a:pt x="90897" y="21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16" name="Candidate_receptor__3134">
              <a:extLst>
                <a:ext uri="{FF2B5EF4-FFF2-40B4-BE49-F238E27FC236}">
                  <a16:creationId xmlns:a16="http://schemas.microsoft.com/office/drawing/2014/main" id="{73330409-86E0-E594-FFDB-DA5806148B31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2388"/>
              <a:ext cx="113552" cy="4827"/>
            </a:xfrm>
            <a:custGeom>
              <a:avLst/>
              <a:gdLst/>
              <a:ahLst/>
              <a:cxnLst/>
              <a:rect l="0" t="0" r="0" b="0"/>
              <a:pathLst>
                <a:path w="113552" h="4827">
                  <a:moveTo>
                    <a:pt x="0" y="4827"/>
                  </a:moveTo>
                  <a:lnTo>
                    <a:pt x="11355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17" name="Candidate_receptor__3135">
              <a:extLst>
                <a:ext uri="{FF2B5EF4-FFF2-40B4-BE49-F238E27FC236}">
                  <a16:creationId xmlns:a16="http://schemas.microsoft.com/office/drawing/2014/main" id="{3C519CEC-3D6B-52EE-BD7D-002B9593E7E9}"/>
                </a:ext>
              </a:extLst>
            </p:cNvPr>
            <p:cNvSpPr>
              <a:spLocks noGrp="1"/>
            </p:cNvSpPr>
            <p:nvPr/>
          </p:nvSpPr>
          <p:spPr>
            <a:xfrm>
              <a:off x="4881370" y="4506222"/>
              <a:ext cx="77752" cy="82317"/>
            </a:xfrm>
            <a:custGeom>
              <a:avLst/>
              <a:gdLst/>
              <a:ahLst/>
              <a:cxnLst/>
              <a:rect l="0" t="0" r="0" b="0"/>
              <a:pathLst>
                <a:path w="77752" h="82317">
                  <a:moveTo>
                    <a:pt x="0" y="0"/>
                  </a:moveTo>
                  <a:lnTo>
                    <a:pt x="77752" y="823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18" name="Candidate_receptor__3136">
              <a:extLst>
                <a:ext uri="{FF2B5EF4-FFF2-40B4-BE49-F238E27FC236}">
                  <a16:creationId xmlns:a16="http://schemas.microsoft.com/office/drawing/2014/main" id="{3AC666C8-6CAB-906A-171E-686FF557B422}"/>
                </a:ext>
              </a:extLst>
            </p:cNvPr>
            <p:cNvSpPr>
              <a:spLocks noGrp="1"/>
            </p:cNvSpPr>
            <p:nvPr/>
          </p:nvSpPr>
          <p:spPr>
            <a:xfrm>
              <a:off x="5680710" y="3335129"/>
              <a:ext cx="44609" cy="1157"/>
            </a:xfrm>
            <a:custGeom>
              <a:avLst/>
              <a:gdLst/>
              <a:ahLst/>
              <a:cxnLst/>
              <a:rect l="0" t="0" r="0" b="0"/>
              <a:pathLst>
                <a:path w="44609" h="1157">
                  <a:moveTo>
                    <a:pt x="0" y="0"/>
                  </a:moveTo>
                  <a:lnTo>
                    <a:pt x="44609" y="11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19" name="Candidate_receptor__3137">
              <a:extLst>
                <a:ext uri="{FF2B5EF4-FFF2-40B4-BE49-F238E27FC236}">
                  <a16:creationId xmlns:a16="http://schemas.microsoft.com/office/drawing/2014/main" id="{7B010307-7AE6-2A19-00F3-87007B92E98C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34346"/>
              <a:ext cx="52981" cy="4831"/>
            </a:xfrm>
            <a:custGeom>
              <a:avLst/>
              <a:gdLst/>
              <a:ahLst/>
              <a:cxnLst/>
              <a:rect l="0" t="0" r="0" b="0"/>
              <a:pathLst>
                <a:path w="52981" h="4831">
                  <a:moveTo>
                    <a:pt x="52981" y="0"/>
                  </a:moveTo>
                  <a:lnTo>
                    <a:pt x="0" y="483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20" name="Candidate_receptor__3138">
              <a:extLst>
                <a:ext uri="{FF2B5EF4-FFF2-40B4-BE49-F238E27FC236}">
                  <a16:creationId xmlns:a16="http://schemas.microsoft.com/office/drawing/2014/main" id="{0C4BCED9-11C7-005A-C799-D95A3FBD37DC}"/>
                </a:ext>
              </a:extLst>
            </p:cNvPr>
            <p:cNvSpPr>
              <a:spLocks noGrp="1"/>
            </p:cNvSpPr>
            <p:nvPr/>
          </p:nvSpPr>
          <p:spPr>
            <a:xfrm>
              <a:off x="4787172" y="2458269"/>
              <a:ext cx="109680" cy="22654"/>
            </a:xfrm>
            <a:custGeom>
              <a:avLst/>
              <a:gdLst/>
              <a:ahLst/>
              <a:cxnLst/>
              <a:rect l="0" t="0" r="0" b="0"/>
              <a:pathLst>
                <a:path w="109680" h="22654">
                  <a:moveTo>
                    <a:pt x="0" y="22654"/>
                  </a:moveTo>
                  <a:lnTo>
                    <a:pt x="10968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21" name="Candidate_receptor__3139">
              <a:extLst>
                <a:ext uri="{FF2B5EF4-FFF2-40B4-BE49-F238E27FC236}">
                  <a16:creationId xmlns:a16="http://schemas.microsoft.com/office/drawing/2014/main" id="{2F030380-28FF-0218-1BC2-0FDE03C2A52A}"/>
                </a:ext>
              </a:extLst>
            </p:cNvPr>
            <p:cNvSpPr>
              <a:spLocks noGrp="1"/>
            </p:cNvSpPr>
            <p:nvPr/>
          </p:nvSpPr>
          <p:spPr>
            <a:xfrm>
              <a:off x="4864242" y="4394513"/>
              <a:ext cx="17128" cy="111709"/>
            </a:xfrm>
            <a:custGeom>
              <a:avLst/>
              <a:gdLst/>
              <a:ahLst/>
              <a:cxnLst/>
              <a:rect l="0" t="0" r="0" b="0"/>
              <a:pathLst>
                <a:path w="17128" h="111709">
                  <a:moveTo>
                    <a:pt x="0" y="0"/>
                  </a:moveTo>
                  <a:lnTo>
                    <a:pt x="17128" y="11170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22" name="Candidate_receptor__3140">
              <a:extLst>
                <a:ext uri="{FF2B5EF4-FFF2-40B4-BE49-F238E27FC236}">
                  <a16:creationId xmlns:a16="http://schemas.microsoft.com/office/drawing/2014/main" id="{DE265BD3-730A-BC90-3637-FFCDA8E14CC4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09647"/>
              <a:ext cx="74252" cy="43800"/>
            </a:xfrm>
            <a:custGeom>
              <a:avLst/>
              <a:gdLst/>
              <a:ahLst/>
              <a:cxnLst/>
              <a:rect l="0" t="0" r="0" b="0"/>
              <a:pathLst>
                <a:path w="74252" h="43800">
                  <a:moveTo>
                    <a:pt x="0" y="43800"/>
                  </a:moveTo>
                  <a:lnTo>
                    <a:pt x="74252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23" name="Candidate_receptor__3141">
              <a:extLst>
                <a:ext uri="{FF2B5EF4-FFF2-40B4-BE49-F238E27FC236}">
                  <a16:creationId xmlns:a16="http://schemas.microsoft.com/office/drawing/2014/main" id="{181831D9-5D20-AEFE-3940-3BD0BB7BECE6}"/>
                </a:ext>
              </a:extLst>
            </p:cNvPr>
            <p:cNvSpPr>
              <a:spLocks noGrp="1"/>
            </p:cNvSpPr>
            <p:nvPr/>
          </p:nvSpPr>
          <p:spPr>
            <a:xfrm>
              <a:off x="4743558" y="4829304"/>
              <a:ext cx="24691" cy="50824"/>
            </a:xfrm>
            <a:custGeom>
              <a:avLst/>
              <a:gdLst/>
              <a:ahLst/>
              <a:cxnLst/>
              <a:rect l="0" t="0" r="0" b="0"/>
              <a:pathLst>
                <a:path w="24691" h="50824">
                  <a:moveTo>
                    <a:pt x="24691" y="0"/>
                  </a:moveTo>
                  <a:lnTo>
                    <a:pt x="0" y="50824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24" name="Candidate_receptor__3142">
              <a:extLst>
                <a:ext uri="{FF2B5EF4-FFF2-40B4-BE49-F238E27FC236}">
                  <a16:creationId xmlns:a16="http://schemas.microsoft.com/office/drawing/2014/main" id="{29B6A75B-8D97-F5A2-5C51-E452B145BC9B}"/>
                </a:ext>
              </a:extLst>
            </p:cNvPr>
            <p:cNvSpPr>
              <a:spLocks noGrp="1"/>
            </p:cNvSpPr>
            <p:nvPr/>
          </p:nvSpPr>
          <p:spPr>
            <a:xfrm>
              <a:off x="4885098" y="4727526"/>
              <a:ext cx="110350" cy="25612"/>
            </a:xfrm>
            <a:custGeom>
              <a:avLst/>
              <a:gdLst/>
              <a:ahLst/>
              <a:cxnLst/>
              <a:rect l="0" t="0" r="0" b="0"/>
              <a:pathLst>
                <a:path w="110350" h="25612">
                  <a:moveTo>
                    <a:pt x="110350" y="25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25" name="Candidate_receptor__3143">
              <a:extLst>
                <a:ext uri="{FF2B5EF4-FFF2-40B4-BE49-F238E27FC236}">
                  <a16:creationId xmlns:a16="http://schemas.microsoft.com/office/drawing/2014/main" id="{8EBB9C63-BCAE-AF9B-5903-730A07202E45}"/>
                </a:ext>
              </a:extLst>
            </p:cNvPr>
            <p:cNvSpPr>
              <a:spLocks noGrp="1"/>
            </p:cNvSpPr>
            <p:nvPr/>
          </p:nvSpPr>
          <p:spPr>
            <a:xfrm>
              <a:off x="5508509" y="3011906"/>
              <a:ext cx="99370" cy="38947"/>
            </a:xfrm>
            <a:custGeom>
              <a:avLst/>
              <a:gdLst/>
              <a:ahLst/>
              <a:cxnLst/>
              <a:rect l="0" t="0" r="0" b="0"/>
              <a:pathLst>
                <a:path w="99370" h="38947">
                  <a:moveTo>
                    <a:pt x="0" y="0"/>
                  </a:moveTo>
                  <a:lnTo>
                    <a:pt x="99370" y="3894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26" name="Candidate_receptor__3144">
              <a:extLst>
                <a:ext uri="{FF2B5EF4-FFF2-40B4-BE49-F238E27FC236}">
                  <a16:creationId xmlns:a16="http://schemas.microsoft.com/office/drawing/2014/main" id="{AC7178CF-B49D-CBC1-2121-2A00CEFA8BE2}"/>
                </a:ext>
              </a:extLst>
            </p:cNvPr>
            <p:cNvSpPr>
              <a:spLocks noGrp="1"/>
            </p:cNvSpPr>
            <p:nvPr/>
          </p:nvSpPr>
          <p:spPr>
            <a:xfrm>
              <a:off x="6160364" y="3330511"/>
              <a:ext cx="7408" cy="63834"/>
            </a:xfrm>
            <a:custGeom>
              <a:avLst/>
              <a:gdLst/>
              <a:ahLst/>
              <a:cxnLst/>
              <a:rect l="0" t="0" r="0" b="0"/>
              <a:pathLst>
                <a:path w="7408" h="63834">
                  <a:moveTo>
                    <a:pt x="7408" y="638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27" name="Candidate_receptor__3145">
              <a:extLst>
                <a:ext uri="{FF2B5EF4-FFF2-40B4-BE49-F238E27FC236}">
                  <a16:creationId xmlns:a16="http://schemas.microsoft.com/office/drawing/2014/main" id="{19CDCA04-19E6-72B2-ABC7-CF18C9E9ABE1}"/>
                </a:ext>
              </a:extLst>
            </p:cNvPr>
            <p:cNvSpPr>
              <a:spLocks noGrp="1"/>
            </p:cNvSpPr>
            <p:nvPr/>
          </p:nvSpPr>
          <p:spPr>
            <a:xfrm>
              <a:off x="5696233" y="3185789"/>
              <a:ext cx="67326" cy="17676"/>
            </a:xfrm>
            <a:custGeom>
              <a:avLst/>
              <a:gdLst/>
              <a:ahLst/>
              <a:cxnLst/>
              <a:rect l="0" t="0" r="0" b="0"/>
              <a:pathLst>
                <a:path w="67326" h="17676">
                  <a:moveTo>
                    <a:pt x="0" y="0"/>
                  </a:moveTo>
                  <a:lnTo>
                    <a:pt x="67326" y="1767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28" name="Candidate_receptor__3146">
              <a:extLst>
                <a:ext uri="{FF2B5EF4-FFF2-40B4-BE49-F238E27FC236}">
                  <a16:creationId xmlns:a16="http://schemas.microsoft.com/office/drawing/2014/main" id="{CDDC7845-D2F1-8492-BC51-153A0375B8F9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337487"/>
              <a:ext cx="48113" cy="92256"/>
            </a:xfrm>
            <a:custGeom>
              <a:avLst/>
              <a:gdLst/>
              <a:ahLst/>
              <a:cxnLst/>
              <a:rect l="0" t="0" r="0" b="0"/>
              <a:pathLst>
                <a:path w="48113" h="92256">
                  <a:moveTo>
                    <a:pt x="48113" y="0"/>
                  </a:moveTo>
                  <a:lnTo>
                    <a:pt x="0" y="9225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29" name="Candidate_receptor__3147">
              <a:extLst>
                <a:ext uri="{FF2B5EF4-FFF2-40B4-BE49-F238E27FC236}">
                  <a16:creationId xmlns:a16="http://schemas.microsoft.com/office/drawing/2014/main" id="{E36D02BB-F5FB-D2A4-0A7D-9ACC2A8A58FC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626294"/>
              <a:ext cx="103242" cy="48275"/>
            </a:xfrm>
            <a:custGeom>
              <a:avLst/>
              <a:gdLst/>
              <a:ahLst/>
              <a:cxnLst/>
              <a:rect l="0" t="0" r="0" b="0"/>
              <a:pathLst>
                <a:path w="103242" h="48275">
                  <a:moveTo>
                    <a:pt x="0" y="0"/>
                  </a:moveTo>
                  <a:lnTo>
                    <a:pt x="103242" y="4827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30" name="Candidate_receptor__3148">
              <a:extLst>
                <a:ext uri="{FF2B5EF4-FFF2-40B4-BE49-F238E27FC236}">
                  <a16:creationId xmlns:a16="http://schemas.microsoft.com/office/drawing/2014/main" id="{7219A3E8-7A2A-0866-38F8-2BDC3CB076EA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24413" cy="38982"/>
            </a:xfrm>
            <a:custGeom>
              <a:avLst/>
              <a:gdLst/>
              <a:ahLst/>
              <a:cxnLst/>
              <a:rect l="0" t="0" r="0" b="0"/>
              <a:pathLst>
                <a:path w="24413" h="38982">
                  <a:moveTo>
                    <a:pt x="0" y="0"/>
                  </a:moveTo>
                  <a:lnTo>
                    <a:pt x="24413" y="3898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31" name="Candidate_receptor__3149">
              <a:extLst>
                <a:ext uri="{FF2B5EF4-FFF2-40B4-BE49-F238E27FC236}">
                  <a16:creationId xmlns:a16="http://schemas.microsoft.com/office/drawing/2014/main" id="{C3D98302-7342-4C85-07DB-8B22C7257073}"/>
                </a:ext>
              </a:extLst>
            </p:cNvPr>
            <p:cNvSpPr>
              <a:spLocks noGrp="1"/>
            </p:cNvSpPr>
            <p:nvPr/>
          </p:nvSpPr>
          <p:spPr>
            <a:xfrm>
              <a:off x="5607879" y="3043571"/>
              <a:ext cx="102079" cy="7282"/>
            </a:xfrm>
            <a:custGeom>
              <a:avLst/>
              <a:gdLst/>
              <a:ahLst/>
              <a:cxnLst/>
              <a:rect l="0" t="0" r="0" b="0"/>
              <a:pathLst>
                <a:path w="102079" h="7282">
                  <a:moveTo>
                    <a:pt x="0" y="7282"/>
                  </a:moveTo>
                  <a:lnTo>
                    <a:pt x="10207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32" name="Candidate_receptor__3150">
              <a:extLst>
                <a:ext uri="{FF2B5EF4-FFF2-40B4-BE49-F238E27FC236}">
                  <a16:creationId xmlns:a16="http://schemas.microsoft.com/office/drawing/2014/main" id="{D596687D-BC33-1E3B-FEC2-0E2B9F08C5C0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11906"/>
              <a:ext cx="108871" cy="19630"/>
            </a:xfrm>
            <a:custGeom>
              <a:avLst/>
              <a:gdLst/>
              <a:ahLst/>
              <a:cxnLst/>
              <a:rect l="0" t="0" r="0" b="0"/>
              <a:pathLst>
                <a:path w="108871" h="19630">
                  <a:moveTo>
                    <a:pt x="0" y="19630"/>
                  </a:moveTo>
                  <a:lnTo>
                    <a:pt x="1088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33" name="Candidate_receptor__3151">
              <a:extLst>
                <a:ext uri="{FF2B5EF4-FFF2-40B4-BE49-F238E27FC236}">
                  <a16:creationId xmlns:a16="http://schemas.microsoft.com/office/drawing/2014/main" id="{DDEEEC8F-CE10-4875-D89D-A8910D68D6F6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33558"/>
              <a:ext cx="39972" cy="46716"/>
            </a:xfrm>
            <a:custGeom>
              <a:avLst/>
              <a:gdLst/>
              <a:ahLst/>
              <a:cxnLst/>
              <a:rect l="0" t="0" r="0" b="0"/>
              <a:pathLst>
                <a:path w="39972" h="46716">
                  <a:moveTo>
                    <a:pt x="0" y="46716"/>
                  </a:moveTo>
                  <a:lnTo>
                    <a:pt x="3997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34" name="Candidate_receptor__3152">
              <a:extLst>
                <a:ext uri="{FF2B5EF4-FFF2-40B4-BE49-F238E27FC236}">
                  <a16:creationId xmlns:a16="http://schemas.microsoft.com/office/drawing/2014/main" id="{E8E2B9F7-A1F6-A414-8F24-55048E088119}"/>
                </a:ext>
              </a:extLst>
            </p:cNvPr>
            <p:cNvSpPr>
              <a:spLocks noGrp="1"/>
            </p:cNvSpPr>
            <p:nvPr/>
          </p:nvSpPr>
          <p:spPr>
            <a:xfrm>
              <a:off x="4579163" y="5118574"/>
              <a:ext cx="48963" cy="56619"/>
            </a:xfrm>
            <a:custGeom>
              <a:avLst/>
              <a:gdLst/>
              <a:ahLst/>
              <a:cxnLst/>
              <a:rect l="0" t="0" r="0" b="0"/>
              <a:pathLst>
                <a:path w="48963" h="56619">
                  <a:moveTo>
                    <a:pt x="0" y="0"/>
                  </a:moveTo>
                  <a:lnTo>
                    <a:pt x="48963" y="56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35" name="Candidate_receptor__3153">
              <a:extLst>
                <a:ext uri="{FF2B5EF4-FFF2-40B4-BE49-F238E27FC236}">
                  <a16:creationId xmlns:a16="http://schemas.microsoft.com/office/drawing/2014/main" id="{D208D16E-AF4B-966A-6892-9671272ACA3C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94198"/>
              <a:ext cx="246" cy="20633"/>
            </a:xfrm>
            <a:custGeom>
              <a:avLst/>
              <a:gdLst/>
              <a:ahLst/>
              <a:cxnLst/>
              <a:rect l="0" t="0" r="0" b="0"/>
              <a:pathLst>
                <a:path w="246" h="20633">
                  <a:moveTo>
                    <a:pt x="246" y="0"/>
                  </a:moveTo>
                  <a:lnTo>
                    <a:pt x="0" y="2063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36" name="Candidate_receptor__3154">
              <a:extLst>
                <a:ext uri="{FF2B5EF4-FFF2-40B4-BE49-F238E27FC236}">
                  <a16:creationId xmlns:a16="http://schemas.microsoft.com/office/drawing/2014/main" id="{F20BE70F-8A97-A666-5EF7-CE4943DD9D4D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96346"/>
              <a:ext cx="68140" cy="75026"/>
            </a:xfrm>
            <a:custGeom>
              <a:avLst/>
              <a:gdLst/>
              <a:ahLst/>
              <a:cxnLst/>
              <a:rect l="0" t="0" r="0" b="0"/>
              <a:pathLst>
                <a:path w="68140" h="75026">
                  <a:moveTo>
                    <a:pt x="0" y="0"/>
                  </a:moveTo>
                  <a:lnTo>
                    <a:pt x="68140" y="7502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37" name="Candidate_receptor__3155">
              <a:extLst>
                <a:ext uri="{FF2B5EF4-FFF2-40B4-BE49-F238E27FC236}">
                  <a16:creationId xmlns:a16="http://schemas.microsoft.com/office/drawing/2014/main" id="{B798C1C5-1482-AD31-ADCC-DA92FAA7DF72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75588"/>
              <a:ext cx="22625" cy="6944"/>
            </a:xfrm>
            <a:custGeom>
              <a:avLst/>
              <a:gdLst/>
              <a:ahLst/>
              <a:cxnLst/>
              <a:rect l="0" t="0" r="0" b="0"/>
              <a:pathLst>
                <a:path w="22625" h="6944">
                  <a:moveTo>
                    <a:pt x="22625" y="69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38" name="Candidate_receptor__3156">
              <a:extLst>
                <a:ext uri="{FF2B5EF4-FFF2-40B4-BE49-F238E27FC236}">
                  <a16:creationId xmlns:a16="http://schemas.microsoft.com/office/drawing/2014/main" id="{8DA609C5-3B23-E13A-6961-4AD3304F4A2D}"/>
                </a:ext>
              </a:extLst>
            </p:cNvPr>
            <p:cNvSpPr>
              <a:spLocks noGrp="1"/>
            </p:cNvSpPr>
            <p:nvPr/>
          </p:nvSpPr>
          <p:spPr>
            <a:xfrm>
              <a:off x="5900197" y="3655312"/>
              <a:ext cx="55471" cy="95276"/>
            </a:xfrm>
            <a:custGeom>
              <a:avLst/>
              <a:gdLst/>
              <a:ahLst/>
              <a:cxnLst/>
              <a:rect l="0" t="0" r="0" b="0"/>
              <a:pathLst>
                <a:path w="55471" h="95276">
                  <a:moveTo>
                    <a:pt x="0" y="95276"/>
                  </a:moveTo>
                  <a:lnTo>
                    <a:pt x="554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39" name="Candidate_receptor__3157">
              <a:extLst>
                <a:ext uri="{FF2B5EF4-FFF2-40B4-BE49-F238E27FC236}">
                  <a16:creationId xmlns:a16="http://schemas.microsoft.com/office/drawing/2014/main" id="{EE6ACDCC-4BD0-3F21-6C9A-A1E709747172}"/>
                </a:ext>
              </a:extLst>
            </p:cNvPr>
            <p:cNvSpPr>
              <a:spLocks noGrp="1"/>
            </p:cNvSpPr>
            <p:nvPr/>
          </p:nvSpPr>
          <p:spPr>
            <a:xfrm>
              <a:off x="4921220" y="2005764"/>
              <a:ext cx="65193" cy="91819"/>
            </a:xfrm>
            <a:custGeom>
              <a:avLst/>
              <a:gdLst/>
              <a:ahLst/>
              <a:cxnLst/>
              <a:rect l="0" t="0" r="0" b="0"/>
              <a:pathLst>
                <a:path w="65193" h="91819">
                  <a:moveTo>
                    <a:pt x="65193" y="0"/>
                  </a:moveTo>
                  <a:lnTo>
                    <a:pt x="0" y="918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40" name="Candidate_receptor__3158">
              <a:extLst>
                <a:ext uri="{FF2B5EF4-FFF2-40B4-BE49-F238E27FC236}">
                  <a16:creationId xmlns:a16="http://schemas.microsoft.com/office/drawing/2014/main" id="{FEDA2186-FEEE-7829-4E45-A1F1F5AE5166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739643"/>
              <a:ext cx="98016" cy="26101"/>
            </a:xfrm>
            <a:custGeom>
              <a:avLst/>
              <a:gdLst/>
              <a:ahLst/>
              <a:cxnLst/>
              <a:rect l="0" t="0" r="0" b="0"/>
              <a:pathLst>
                <a:path w="98016" h="26101">
                  <a:moveTo>
                    <a:pt x="98016" y="26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41" name="Candidate_receptor__3159">
              <a:extLst>
                <a:ext uri="{FF2B5EF4-FFF2-40B4-BE49-F238E27FC236}">
                  <a16:creationId xmlns:a16="http://schemas.microsoft.com/office/drawing/2014/main" id="{29E7CDBD-A3CD-619D-C256-82FF269B5B7F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839871"/>
              <a:ext cx="77718" cy="81528"/>
            </a:xfrm>
            <a:custGeom>
              <a:avLst/>
              <a:gdLst/>
              <a:ahLst/>
              <a:cxnLst/>
              <a:rect l="0" t="0" r="0" b="0"/>
              <a:pathLst>
                <a:path w="77718" h="81528">
                  <a:moveTo>
                    <a:pt x="0" y="81528"/>
                  </a:moveTo>
                  <a:lnTo>
                    <a:pt x="7771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42" name="Candidate_receptor__3160">
              <a:extLst>
                <a:ext uri="{FF2B5EF4-FFF2-40B4-BE49-F238E27FC236}">
                  <a16:creationId xmlns:a16="http://schemas.microsoft.com/office/drawing/2014/main" id="{7A9A2AE7-DF4B-08E4-BCB3-5B69141BF958}"/>
                </a:ext>
              </a:extLst>
            </p:cNvPr>
            <p:cNvSpPr>
              <a:spLocks noGrp="1"/>
            </p:cNvSpPr>
            <p:nvPr/>
          </p:nvSpPr>
          <p:spPr>
            <a:xfrm>
              <a:off x="4735707" y="2480923"/>
              <a:ext cx="51465" cy="82038"/>
            </a:xfrm>
            <a:custGeom>
              <a:avLst/>
              <a:gdLst/>
              <a:ahLst/>
              <a:cxnLst/>
              <a:rect l="0" t="0" r="0" b="0"/>
              <a:pathLst>
                <a:path w="51465" h="82038">
                  <a:moveTo>
                    <a:pt x="0" y="82038"/>
                  </a:moveTo>
                  <a:lnTo>
                    <a:pt x="5146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43" name="Candidate_receptor__3161">
              <a:extLst>
                <a:ext uri="{FF2B5EF4-FFF2-40B4-BE49-F238E27FC236}">
                  <a16:creationId xmlns:a16="http://schemas.microsoft.com/office/drawing/2014/main" id="{2016A6EC-CF46-5DDC-EB2E-9F9FD519D3A9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24481"/>
              <a:ext cx="96261" cy="52763"/>
            </a:xfrm>
            <a:custGeom>
              <a:avLst/>
              <a:gdLst/>
              <a:ahLst/>
              <a:cxnLst/>
              <a:rect l="0" t="0" r="0" b="0"/>
              <a:pathLst>
                <a:path w="96261" h="52763">
                  <a:moveTo>
                    <a:pt x="96261" y="5276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44" name="Candidate_receptor__3162">
              <a:extLst>
                <a:ext uri="{FF2B5EF4-FFF2-40B4-BE49-F238E27FC236}">
                  <a16:creationId xmlns:a16="http://schemas.microsoft.com/office/drawing/2014/main" id="{71C3E290-2474-A412-D68A-B4E90C121B58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15524"/>
              <a:ext cx="18054" cy="80822"/>
            </a:xfrm>
            <a:custGeom>
              <a:avLst/>
              <a:gdLst/>
              <a:ahLst/>
              <a:cxnLst/>
              <a:rect l="0" t="0" r="0" b="0"/>
              <a:pathLst>
                <a:path w="18054" h="80822">
                  <a:moveTo>
                    <a:pt x="18054" y="0"/>
                  </a:moveTo>
                  <a:lnTo>
                    <a:pt x="0" y="8082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45" name="Candidate_receptor__3163">
              <a:extLst>
                <a:ext uri="{FF2B5EF4-FFF2-40B4-BE49-F238E27FC236}">
                  <a16:creationId xmlns:a16="http://schemas.microsoft.com/office/drawing/2014/main" id="{FCC74B15-3CD3-0369-E3EF-88BD86BD42E4}"/>
                </a:ext>
              </a:extLst>
            </p:cNvPr>
            <p:cNvSpPr>
              <a:spLocks noGrp="1"/>
            </p:cNvSpPr>
            <p:nvPr/>
          </p:nvSpPr>
          <p:spPr>
            <a:xfrm>
              <a:off x="5024850" y="3165181"/>
              <a:ext cx="25855" cy="75065"/>
            </a:xfrm>
            <a:custGeom>
              <a:avLst/>
              <a:gdLst/>
              <a:ahLst/>
              <a:cxnLst/>
              <a:rect l="0" t="0" r="0" b="0"/>
              <a:pathLst>
                <a:path w="25855" h="75065">
                  <a:moveTo>
                    <a:pt x="25855" y="750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46" name="Candidate_receptor__3164">
              <a:extLst>
                <a:ext uri="{FF2B5EF4-FFF2-40B4-BE49-F238E27FC236}">
                  <a16:creationId xmlns:a16="http://schemas.microsoft.com/office/drawing/2014/main" id="{6DE9397F-B4A5-C689-F431-3BF34E92B0D3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070674"/>
              <a:ext cx="37651" cy="36188"/>
            </a:xfrm>
            <a:custGeom>
              <a:avLst/>
              <a:gdLst/>
              <a:ahLst/>
              <a:cxnLst/>
              <a:rect l="0" t="0" r="0" b="0"/>
              <a:pathLst>
                <a:path w="37651" h="36188">
                  <a:moveTo>
                    <a:pt x="37651" y="0"/>
                  </a:moveTo>
                  <a:lnTo>
                    <a:pt x="0" y="36188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47" name="Candidate_receptor__3165">
              <a:extLst>
                <a:ext uri="{FF2B5EF4-FFF2-40B4-BE49-F238E27FC236}">
                  <a16:creationId xmlns:a16="http://schemas.microsoft.com/office/drawing/2014/main" id="{D80762FD-EAA0-3F35-D31E-9E58FFF9C334}"/>
                </a:ext>
              </a:extLst>
            </p:cNvPr>
            <p:cNvSpPr>
              <a:spLocks noGrp="1"/>
            </p:cNvSpPr>
            <p:nvPr/>
          </p:nvSpPr>
          <p:spPr>
            <a:xfrm>
              <a:off x="4893152" y="4043012"/>
              <a:ext cx="26321" cy="43643"/>
            </a:xfrm>
            <a:custGeom>
              <a:avLst/>
              <a:gdLst/>
              <a:ahLst/>
              <a:cxnLst/>
              <a:rect l="0" t="0" r="0" b="0"/>
              <a:pathLst>
                <a:path w="26321" h="43643">
                  <a:moveTo>
                    <a:pt x="0" y="43643"/>
                  </a:moveTo>
                  <a:lnTo>
                    <a:pt x="2632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48" name="Candidate_receptor__3166">
              <a:extLst>
                <a:ext uri="{FF2B5EF4-FFF2-40B4-BE49-F238E27FC236}">
                  <a16:creationId xmlns:a16="http://schemas.microsoft.com/office/drawing/2014/main" id="{3FA9B5A2-FF5B-C986-EE86-588D20E9A220}"/>
                </a:ext>
              </a:extLst>
            </p:cNvPr>
            <p:cNvSpPr>
              <a:spLocks noGrp="1"/>
            </p:cNvSpPr>
            <p:nvPr/>
          </p:nvSpPr>
          <p:spPr>
            <a:xfrm>
              <a:off x="6412117" y="4004068"/>
              <a:ext cx="11099" cy="85861"/>
            </a:xfrm>
            <a:custGeom>
              <a:avLst/>
              <a:gdLst/>
              <a:ahLst/>
              <a:cxnLst/>
              <a:rect l="0" t="0" r="0" b="0"/>
              <a:pathLst>
                <a:path w="11099" h="85861">
                  <a:moveTo>
                    <a:pt x="11099" y="8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49" name="Candidate_receptor__3167">
              <a:extLst>
                <a:ext uri="{FF2B5EF4-FFF2-40B4-BE49-F238E27FC236}">
                  <a16:creationId xmlns:a16="http://schemas.microsoft.com/office/drawing/2014/main" id="{903DF48B-C3AF-AB2F-CC2A-C6221AC7D75B}"/>
                </a:ext>
              </a:extLst>
            </p:cNvPr>
            <p:cNvSpPr>
              <a:spLocks noGrp="1"/>
            </p:cNvSpPr>
            <p:nvPr/>
          </p:nvSpPr>
          <p:spPr>
            <a:xfrm>
              <a:off x="5116876" y="3379961"/>
              <a:ext cx="3796" cy="106128"/>
            </a:xfrm>
            <a:custGeom>
              <a:avLst/>
              <a:gdLst/>
              <a:ahLst/>
              <a:cxnLst/>
              <a:rect l="0" t="0" r="0" b="0"/>
              <a:pathLst>
                <a:path w="3796" h="106128">
                  <a:moveTo>
                    <a:pt x="0" y="0"/>
                  </a:moveTo>
                  <a:lnTo>
                    <a:pt x="3796" y="10612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50" name="Candidate_receptor__3168">
              <a:extLst>
                <a:ext uri="{FF2B5EF4-FFF2-40B4-BE49-F238E27FC236}">
                  <a16:creationId xmlns:a16="http://schemas.microsoft.com/office/drawing/2014/main" id="{2D646F94-C8CE-AF3E-C0C5-FE54F88C94D2}"/>
                </a:ext>
              </a:extLst>
            </p:cNvPr>
            <p:cNvSpPr>
              <a:spLocks noGrp="1"/>
            </p:cNvSpPr>
            <p:nvPr/>
          </p:nvSpPr>
          <p:spPr>
            <a:xfrm>
              <a:off x="5725586" y="4145931"/>
              <a:ext cx="91059" cy="38406"/>
            </a:xfrm>
            <a:custGeom>
              <a:avLst/>
              <a:gdLst/>
              <a:ahLst/>
              <a:cxnLst/>
              <a:rect l="0" t="0" r="0" b="0"/>
              <a:pathLst>
                <a:path w="91059" h="38406">
                  <a:moveTo>
                    <a:pt x="0" y="0"/>
                  </a:moveTo>
                  <a:lnTo>
                    <a:pt x="91059" y="3840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51" name="Candidate_receptor__3169">
              <a:extLst>
                <a:ext uri="{FF2B5EF4-FFF2-40B4-BE49-F238E27FC236}">
                  <a16:creationId xmlns:a16="http://schemas.microsoft.com/office/drawing/2014/main" id="{EFD938E4-5104-0B0D-38EE-A8EA39E9C552}"/>
                </a:ext>
              </a:extLst>
            </p:cNvPr>
            <p:cNvSpPr>
              <a:spLocks noGrp="1"/>
            </p:cNvSpPr>
            <p:nvPr/>
          </p:nvSpPr>
          <p:spPr>
            <a:xfrm>
              <a:off x="5634259" y="4145931"/>
              <a:ext cx="91326" cy="35855"/>
            </a:xfrm>
            <a:custGeom>
              <a:avLst/>
              <a:gdLst/>
              <a:ahLst/>
              <a:cxnLst/>
              <a:rect l="0" t="0" r="0" b="0"/>
              <a:pathLst>
                <a:path w="91326" h="35855">
                  <a:moveTo>
                    <a:pt x="0" y="35855"/>
                  </a:moveTo>
                  <a:lnTo>
                    <a:pt x="913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52" name="Candidate_receptor__3170">
              <a:extLst>
                <a:ext uri="{FF2B5EF4-FFF2-40B4-BE49-F238E27FC236}">
                  <a16:creationId xmlns:a16="http://schemas.microsoft.com/office/drawing/2014/main" id="{04958E58-FDD4-A29B-4AE7-6D224762953B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224796"/>
              <a:ext cx="109517" cy="11838"/>
            </a:xfrm>
            <a:custGeom>
              <a:avLst/>
              <a:gdLst/>
              <a:ahLst/>
              <a:cxnLst/>
              <a:rect l="0" t="0" r="0" b="0"/>
              <a:pathLst>
                <a:path w="109517" h="11838">
                  <a:moveTo>
                    <a:pt x="0" y="11838"/>
                  </a:moveTo>
                  <a:lnTo>
                    <a:pt x="10951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53" name="Candidate_receptor__3171">
              <a:extLst>
                <a:ext uri="{FF2B5EF4-FFF2-40B4-BE49-F238E27FC236}">
                  <a16:creationId xmlns:a16="http://schemas.microsoft.com/office/drawing/2014/main" id="{52B7C3E7-D500-3152-8ABD-4BB4F10BE0E9}"/>
                </a:ext>
              </a:extLst>
            </p:cNvPr>
            <p:cNvSpPr>
              <a:spLocks noGrp="1"/>
            </p:cNvSpPr>
            <p:nvPr/>
          </p:nvSpPr>
          <p:spPr>
            <a:xfrm>
              <a:off x="5823213" y="2919074"/>
              <a:ext cx="72827" cy="34108"/>
            </a:xfrm>
            <a:custGeom>
              <a:avLst/>
              <a:gdLst/>
              <a:ahLst/>
              <a:cxnLst/>
              <a:rect l="0" t="0" r="0" b="0"/>
              <a:pathLst>
                <a:path w="72827" h="34108">
                  <a:moveTo>
                    <a:pt x="0" y="0"/>
                  </a:moveTo>
                  <a:lnTo>
                    <a:pt x="72827" y="3410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54" name="Candidate_receptor__3172">
              <a:extLst>
                <a:ext uri="{FF2B5EF4-FFF2-40B4-BE49-F238E27FC236}">
                  <a16:creationId xmlns:a16="http://schemas.microsoft.com/office/drawing/2014/main" id="{5603878E-A501-260D-C6F6-4F5AE9A45844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562962"/>
              <a:ext cx="100995" cy="46581"/>
            </a:xfrm>
            <a:custGeom>
              <a:avLst/>
              <a:gdLst/>
              <a:ahLst/>
              <a:cxnLst/>
              <a:rect l="0" t="0" r="0" b="0"/>
              <a:pathLst>
                <a:path w="100995" h="46581">
                  <a:moveTo>
                    <a:pt x="0" y="46581"/>
                  </a:moveTo>
                  <a:lnTo>
                    <a:pt x="10099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55" name="Candidate_receptor__3173">
              <a:extLst>
                <a:ext uri="{FF2B5EF4-FFF2-40B4-BE49-F238E27FC236}">
                  <a16:creationId xmlns:a16="http://schemas.microsoft.com/office/drawing/2014/main" id="{6E3A3CC0-9F47-5E89-0810-9411775C81F5}"/>
                </a:ext>
              </a:extLst>
            </p:cNvPr>
            <p:cNvSpPr>
              <a:spLocks noGrp="1"/>
            </p:cNvSpPr>
            <p:nvPr/>
          </p:nvSpPr>
          <p:spPr>
            <a:xfrm>
              <a:off x="4781968" y="3809980"/>
              <a:ext cx="6026" cy="14532"/>
            </a:xfrm>
            <a:custGeom>
              <a:avLst/>
              <a:gdLst/>
              <a:ahLst/>
              <a:cxnLst/>
              <a:rect l="0" t="0" r="0" b="0"/>
              <a:pathLst>
                <a:path w="6026" h="14532">
                  <a:moveTo>
                    <a:pt x="0" y="14532"/>
                  </a:moveTo>
                  <a:lnTo>
                    <a:pt x="60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56" name="Candidate_receptor__3174">
              <a:extLst>
                <a:ext uri="{FF2B5EF4-FFF2-40B4-BE49-F238E27FC236}">
                  <a16:creationId xmlns:a16="http://schemas.microsoft.com/office/drawing/2014/main" id="{60E430A8-36D8-D480-552B-877D1B8BEA7E}"/>
                </a:ext>
              </a:extLst>
            </p:cNvPr>
            <p:cNvSpPr>
              <a:spLocks noGrp="1"/>
            </p:cNvSpPr>
            <p:nvPr/>
          </p:nvSpPr>
          <p:spPr>
            <a:xfrm>
              <a:off x="4453651" y="3281868"/>
              <a:ext cx="63195" cy="95377"/>
            </a:xfrm>
            <a:custGeom>
              <a:avLst/>
              <a:gdLst/>
              <a:ahLst/>
              <a:cxnLst/>
              <a:rect l="0" t="0" r="0" b="0"/>
              <a:pathLst>
                <a:path w="63195" h="95377">
                  <a:moveTo>
                    <a:pt x="63195" y="0"/>
                  </a:moveTo>
                  <a:lnTo>
                    <a:pt x="0" y="95377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57" name="Candidate_receptor__3175">
              <a:extLst>
                <a:ext uri="{FF2B5EF4-FFF2-40B4-BE49-F238E27FC236}">
                  <a16:creationId xmlns:a16="http://schemas.microsoft.com/office/drawing/2014/main" id="{A549771F-42E6-1A24-12B3-648D35CC3D99}"/>
                </a:ext>
              </a:extLst>
            </p:cNvPr>
            <p:cNvSpPr>
              <a:spLocks noGrp="1"/>
            </p:cNvSpPr>
            <p:nvPr/>
          </p:nvSpPr>
          <p:spPr>
            <a:xfrm>
              <a:off x="6213244" y="3765744"/>
              <a:ext cx="75054" cy="85793"/>
            </a:xfrm>
            <a:custGeom>
              <a:avLst/>
              <a:gdLst/>
              <a:ahLst/>
              <a:cxnLst/>
              <a:rect l="0" t="0" r="0" b="0"/>
              <a:pathLst>
                <a:path w="75054" h="85793">
                  <a:moveTo>
                    <a:pt x="75054" y="857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58" name="Candidate_receptor__3176">
              <a:extLst>
                <a:ext uri="{FF2B5EF4-FFF2-40B4-BE49-F238E27FC236}">
                  <a16:creationId xmlns:a16="http://schemas.microsoft.com/office/drawing/2014/main" id="{95D14984-7684-7997-9C62-DF93BA275A8F}"/>
                </a:ext>
              </a:extLst>
            </p:cNvPr>
            <p:cNvSpPr>
              <a:spLocks noGrp="1"/>
            </p:cNvSpPr>
            <p:nvPr/>
          </p:nvSpPr>
          <p:spPr>
            <a:xfrm>
              <a:off x="5753754" y="1825015"/>
              <a:ext cx="112655" cy="14856"/>
            </a:xfrm>
            <a:custGeom>
              <a:avLst/>
              <a:gdLst/>
              <a:ahLst/>
              <a:cxnLst/>
              <a:rect l="0" t="0" r="0" b="0"/>
              <a:pathLst>
                <a:path w="112655" h="14856">
                  <a:moveTo>
                    <a:pt x="0" y="14856"/>
                  </a:moveTo>
                  <a:lnTo>
                    <a:pt x="1126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59" name="Candidate_receptor__3177">
              <a:extLst>
                <a:ext uri="{FF2B5EF4-FFF2-40B4-BE49-F238E27FC236}">
                  <a16:creationId xmlns:a16="http://schemas.microsoft.com/office/drawing/2014/main" id="{6A1BDF91-89D8-E1A8-6C56-06E2E87A3233}"/>
                </a:ext>
              </a:extLst>
            </p:cNvPr>
            <p:cNvSpPr>
              <a:spLocks noGrp="1"/>
            </p:cNvSpPr>
            <p:nvPr/>
          </p:nvSpPr>
          <p:spPr>
            <a:xfrm>
              <a:off x="5583469" y="3185789"/>
              <a:ext cx="112764" cy="600"/>
            </a:xfrm>
            <a:custGeom>
              <a:avLst/>
              <a:gdLst/>
              <a:ahLst/>
              <a:cxnLst/>
              <a:rect l="0" t="0" r="0" b="0"/>
              <a:pathLst>
                <a:path w="112764" h="600">
                  <a:moveTo>
                    <a:pt x="0" y="600"/>
                  </a:moveTo>
                  <a:lnTo>
                    <a:pt x="11276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60" name="Candidate_receptor__3178">
              <a:extLst>
                <a:ext uri="{FF2B5EF4-FFF2-40B4-BE49-F238E27FC236}">
                  <a16:creationId xmlns:a16="http://schemas.microsoft.com/office/drawing/2014/main" id="{64E34969-E3C0-8F6F-7C46-FEB852CE2B89}"/>
                </a:ext>
              </a:extLst>
            </p:cNvPr>
            <p:cNvSpPr>
              <a:spLocks noGrp="1"/>
            </p:cNvSpPr>
            <p:nvPr/>
          </p:nvSpPr>
          <p:spPr>
            <a:xfrm>
              <a:off x="4986413" y="2005764"/>
              <a:ext cx="109528" cy="25106"/>
            </a:xfrm>
            <a:custGeom>
              <a:avLst/>
              <a:gdLst/>
              <a:ahLst/>
              <a:cxnLst/>
              <a:rect l="0" t="0" r="0" b="0"/>
              <a:pathLst>
                <a:path w="109528" h="25106">
                  <a:moveTo>
                    <a:pt x="109528" y="251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61" name="Candidate_receptor__3179">
              <a:extLst>
                <a:ext uri="{FF2B5EF4-FFF2-40B4-BE49-F238E27FC236}">
                  <a16:creationId xmlns:a16="http://schemas.microsoft.com/office/drawing/2014/main" id="{8371A584-6ED1-EEF8-5FE7-61DC4416FDEE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089929"/>
              <a:ext cx="77906" cy="65417"/>
            </a:xfrm>
            <a:custGeom>
              <a:avLst/>
              <a:gdLst/>
              <a:ahLst/>
              <a:cxnLst/>
              <a:rect l="0" t="0" r="0" b="0"/>
              <a:pathLst>
                <a:path w="77906" h="65417">
                  <a:moveTo>
                    <a:pt x="0" y="65417"/>
                  </a:moveTo>
                  <a:lnTo>
                    <a:pt x="7790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62" name="Candidate_receptor__3180">
              <a:extLst>
                <a:ext uri="{FF2B5EF4-FFF2-40B4-BE49-F238E27FC236}">
                  <a16:creationId xmlns:a16="http://schemas.microsoft.com/office/drawing/2014/main" id="{1CBA9D49-BE57-D668-46A6-9E0E990882C7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7215"/>
              <a:ext cx="16492" cy="96194"/>
            </a:xfrm>
            <a:custGeom>
              <a:avLst/>
              <a:gdLst/>
              <a:ahLst/>
              <a:cxnLst/>
              <a:rect l="0" t="0" r="0" b="0"/>
              <a:pathLst>
                <a:path w="16492" h="96194">
                  <a:moveTo>
                    <a:pt x="16492" y="96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63" name="Candidate_receptor__3181">
              <a:extLst>
                <a:ext uri="{FF2B5EF4-FFF2-40B4-BE49-F238E27FC236}">
                  <a16:creationId xmlns:a16="http://schemas.microsoft.com/office/drawing/2014/main" id="{D0084698-8F01-4111-780A-7B9080D28F08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3960666"/>
              <a:ext cx="92501" cy="64257"/>
            </a:xfrm>
            <a:custGeom>
              <a:avLst/>
              <a:gdLst/>
              <a:ahLst/>
              <a:cxnLst/>
              <a:rect l="0" t="0" r="0" b="0"/>
              <a:pathLst>
                <a:path w="92501" h="64257">
                  <a:moveTo>
                    <a:pt x="92501" y="0"/>
                  </a:moveTo>
                  <a:lnTo>
                    <a:pt x="0" y="642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64" name="Candidate_receptor__3182">
              <a:extLst>
                <a:ext uri="{FF2B5EF4-FFF2-40B4-BE49-F238E27FC236}">
                  <a16:creationId xmlns:a16="http://schemas.microsoft.com/office/drawing/2014/main" id="{60CDB216-B478-845A-075C-7EBDB2A2606B}"/>
                </a:ext>
              </a:extLst>
            </p:cNvPr>
            <p:cNvSpPr>
              <a:spLocks noGrp="1"/>
            </p:cNvSpPr>
            <p:nvPr/>
          </p:nvSpPr>
          <p:spPr>
            <a:xfrm>
              <a:off x="4756095" y="3959397"/>
              <a:ext cx="64189" cy="14749"/>
            </a:xfrm>
            <a:custGeom>
              <a:avLst/>
              <a:gdLst/>
              <a:ahLst/>
              <a:cxnLst/>
              <a:rect l="0" t="0" r="0" b="0"/>
              <a:pathLst>
                <a:path w="64189" h="14749">
                  <a:moveTo>
                    <a:pt x="0" y="14749"/>
                  </a:moveTo>
                  <a:lnTo>
                    <a:pt x="6418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65" name="Candidate_receptor__3183">
              <a:extLst>
                <a:ext uri="{FF2B5EF4-FFF2-40B4-BE49-F238E27FC236}">
                  <a16:creationId xmlns:a16="http://schemas.microsoft.com/office/drawing/2014/main" id="{AF61F158-E056-B369-9659-3DD3E3ABA98E}"/>
                </a:ext>
              </a:extLst>
            </p:cNvPr>
            <p:cNvSpPr>
              <a:spLocks noGrp="1"/>
            </p:cNvSpPr>
            <p:nvPr/>
          </p:nvSpPr>
          <p:spPr>
            <a:xfrm>
              <a:off x="5784624" y="1688774"/>
              <a:ext cx="8987" cy="5396"/>
            </a:xfrm>
            <a:custGeom>
              <a:avLst/>
              <a:gdLst/>
              <a:ahLst/>
              <a:cxnLst/>
              <a:rect l="0" t="0" r="0" b="0"/>
              <a:pathLst>
                <a:path w="8987" h="5396">
                  <a:moveTo>
                    <a:pt x="8987" y="53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66" name="Candidate_receptor__3184">
              <a:extLst>
                <a:ext uri="{FF2B5EF4-FFF2-40B4-BE49-F238E27FC236}">
                  <a16:creationId xmlns:a16="http://schemas.microsoft.com/office/drawing/2014/main" id="{DF5A068F-6AA6-6C64-B3CB-C1527668959B}"/>
                </a:ext>
              </a:extLst>
            </p:cNvPr>
            <p:cNvSpPr>
              <a:spLocks noGrp="1"/>
            </p:cNvSpPr>
            <p:nvPr/>
          </p:nvSpPr>
          <p:spPr>
            <a:xfrm>
              <a:off x="4628127" y="5175193"/>
              <a:ext cx="111222" cy="25813"/>
            </a:xfrm>
            <a:custGeom>
              <a:avLst/>
              <a:gdLst/>
              <a:ahLst/>
              <a:cxnLst/>
              <a:rect l="0" t="0" r="0" b="0"/>
              <a:pathLst>
                <a:path w="111222" h="25813">
                  <a:moveTo>
                    <a:pt x="0" y="0"/>
                  </a:moveTo>
                  <a:lnTo>
                    <a:pt x="111222" y="258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67" name="Candidate_receptor__3185">
              <a:extLst>
                <a:ext uri="{FF2B5EF4-FFF2-40B4-BE49-F238E27FC236}">
                  <a16:creationId xmlns:a16="http://schemas.microsoft.com/office/drawing/2014/main" id="{A8501F7A-398B-D540-2015-4371131E7A61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20091" cy="22731"/>
            </a:xfrm>
            <a:custGeom>
              <a:avLst/>
              <a:gdLst/>
              <a:ahLst/>
              <a:cxnLst/>
              <a:rect l="0" t="0" r="0" b="0"/>
              <a:pathLst>
                <a:path w="20091" h="22731">
                  <a:moveTo>
                    <a:pt x="20091" y="227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68" name="Candidate_receptor__3186">
              <a:extLst>
                <a:ext uri="{FF2B5EF4-FFF2-40B4-BE49-F238E27FC236}">
                  <a16:creationId xmlns:a16="http://schemas.microsoft.com/office/drawing/2014/main" id="{79E79569-4BBE-FBA7-667C-461959E0E097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55090"/>
              <a:ext cx="10592" cy="54420"/>
            </a:xfrm>
            <a:custGeom>
              <a:avLst/>
              <a:gdLst/>
              <a:ahLst/>
              <a:cxnLst/>
              <a:rect l="0" t="0" r="0" b="0"/>
              <a:pathLst>
                <a:path w="10592" h="54420">
                  <a:moveTo>
                    <a:pt x="0" y="54420"/>
                  </a:moveTo>
                  <a:lnTo>
                    <a:pt x="1059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69" name="Candidate_receptor__3187">
              <a:extLst>
                <a:ext uri="{FF2B5EF4-FFF2-40B4-BE49-F238E27FC236}">
                  <a16:creationId xmlns:a16="http://schemas.microsoft.com/office/drawing/2014/main" id="{10A0EAE3-286D-2744-EA4D-B5FFAEFAE94F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557942"/>
              <a:ext cx="35594" cy="68352"/>
            </a:xfrm>
            <a:custGeom>
              <a:avLst/>
              <a:gdLst/>
              <a:ahLst/>
              <a:cxnLst/>
              <a:rect l="0" t="0" r="0" b="0"/>
              <a:pathLst>
                <a:path w="35594" h="68352">
                  <a:moveTo>
                    <a:pt x="35594" y="0"/>
                  </a:moveTo>
                  <a:lnTo>
                    <a:pt x="0" y="6835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70" name="Candidate_receptor__3188">
              <a:extLst>
                <a:ext uri="{FF2B5EF4-FFF2-40B4-BE49-F238E27FC236}">
                  <a16:creationId xmlns:a16="http://schemas.microsoft.com/office/drawing/2014/main" id="{3265510B-612C-7304-D9D7-1648C66854B5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5886"/>
              <a:ext cx="6127" cy="5747"/>
            </a:xfrm>
            <a:custGeom>
              <a:avLst/>
              <a:gdLst/>
              <a:ahLst/>
              <a:cxnLst/>
              <a:rect l="0" t="0" r="0" b="0"/>
              <a:pathLst>
                <a:path w="6127" h="5747">
                  <a:moveTo>
                    <a:pt x="0" y="5747"/>
                  </a:moveTo>
                  <a:lnTo>
                    <a:pt x="612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71" name="Candidate_receptor__3189">
              <a:extLst>
                <a:ext uri="{FF2B5EF4-FFF2-40B4-BE49-F238E27FC236}">
                  <a16:creationId xmlns:a16="http://schemas.microsoft.com/office/drawing/2014/main" id="{292432EE-E2C8-DD7A-383D-894D69605B7D}"/>
                </a:ext>
              </a:extLst>
            </p:cNvPr>
            <p:cNvSpPr>
              <a:spLocks noGrp="1"/>
            </p:cNvSpPr>
            <p:nvPr/>
          </p:nvSpPr>
          <p:spPr>
            <a:xfrm>
              <a:off x="3966357" y="2656714"/>
              <a:ext cx="27178" cy="96714"/>
            </a:xfrm>
            <a:custGeom>
              <a:avLst/>
              <a:gdLst/>
              <a:ahLst/>
              <a:cxnLst/>
              <a:rect l="0" t="0" r="0" b="0"/>
              <a:pathLst>
                <a:path w="27178" h="96714">
                  <a:moveTo>
                    <a:pt x="0" y="0"/>
                  </a:moveTo>
                  <a:lnTo>
                    <a:pt x="27178" y="96714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72" name="Candidate_receptor__3190">
              <a:extLst>
                <a:ext uri="{FF2B5EF4-FFF2-40B4-BE49-F238E27FC236}">
                  <a16:creationId xmlns:a16="http://schemas.microsoft.com/office/drawing/2014/main" id="{937D1FF0-C056-26CB-6C8D-9DE325D9A25B}"/>
                </a:ext>
              </a:extLst>
            </p:cNvPr>
            <p:cNvSpPr>
              <a:spLocks noGrp="1"/>
            </p:cNvSpPr>
            <p:nvPr/>
          </p:nvSpPr>
          <p:spPr>
            <a:xfrm>
              <a:off x="5070760" y="2615524"/>
              <a:ext cx="113090" cy="19870"/>
            </a:xfrm>
            <a:custGeom>
              <a:avLst/>
              <a:gdLst/>
              <a:ahLst/>
              <a:cxnLst/>
              <a:rect l="0" t="0" r="0" b="0"/>
              <a:pathLst>
                <a:path w="113090" h="19870">
                  <a:moveTo>
                    <a:pt x="113090" y="1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73" name="Candidate_receptor__3191">
              <a:extLst>
                <a:ext uri="{FF2B5EF4-FFF2-40B4-BE49-F238E27FC236}">
                  <a16:creationId xmlns:a16="http://schemas.microsoft.com/office/drawing/2014/main" id="{F62CB632-F38F-901C-B293-F63E995CF431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80274"/>
              <a:ext cx="8228" cy="113951"/>
            </a:xfrm>
            <a:custGeom>
              <a:avLst/>
              <a:gdLst/>
              <a:ahLst/>
              <a:cxnLst/>
              <a:rect l="0" t="0" r="0" b="0"/>
              <a:pathLst>
                <a:path w="8228" h="113951">
                  <a:moveTo>
                    <a:pt x="8228" y="113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74" name="Candidate_receptor__3192">
              <a:extLst>
                <a:ext uri="{FF2B5EF4-FFF2-40B4-BE49-F238E27FC236}">
                  <a16:creationId xmlns:a16="http://schemas.microsoft.com/office/drawing/2014/main" id="{70482B49-D31B-E1A5-0746-E13C242EFF45}"/>
                </a:ext>
              </a:extLst>
            </p:cNvPr>
            <p:cNvSpPr>
              <a:spLocks noGrp="1"/>
            </p:cNvSpPr>
            <p:nvPr/>
          </p:nvSpPr>
          <p:spPr>
            <a:xfrm>
              <a:off x="5567000" y="3327341"/>
              <a:ext cx="113709" cy="7788"/>
            </a:xfrm>
            <a:custGeom>
              <a:avLst/>
              <a:gdLst/>
              <a:ahLst/>
              <a:cxnLst/>
              <a:rect l="0" t="0" r="0" b="0"/>
              <a:pathLst>
                <a:path w="113709" h="7788">
                  <a:moveTo>
                    <a:pt x="0" y="0"/>
                  </a:moveTo>
                  <a:lnTo>
                    <a:pt x="113709" y="7788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75" name="Candidate_receptor__3193">
              <a:extLst>
                <a:ext uri="{FF2B5EF4-FFF2-40B4-BE49-F238E27FC236}">
                  <a16:creationId xmlns:a16="http://schemas.microsoft.com/office/drawing/2014/main" id="{C7B63C2A-2805-B41B-4BA1-FBBE20FF4366}"/>
                </a:ext>
              </a:extLst>
            </p:cNvPr>
            <p:cNvSpPr>
              <a:spLocks noGrp="1"/>
            </p:cNvSpPr>
            <p:nvPr/>
          </p:nvSpPr>
          <p:spPr>
            <a:xfrm>
              <a:off x="5963848" y="3960666"/>
              <a:ext cx="69782" cy="66095"/>
            </a:xfrm>
            <a:custGeom>
              <a:avLst/>
              <a:gdLst/>
              <a:ahLst/>
              <a:cxnLst/>
              <a:rect l="0" t="0" r="0" b="0"/>
              <a:pathLst>
                <a:path w="69782" h="66095">
                  <a:moveTo>
                    <a:pt x="69782" y="66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76" name="Candidate_receptor__3194">
              <a:extLst>
                <a:ext uri="{FF2B5EF4-FFF2-40B4-BE49-F238E27FC236}">
                  <a16:creationId xmlns:a16="http://schemas.microsoft.com/office/drawing/2014/main" id="{C433DFA7-6317-F275-F260-5D34D90E23F1}"/>
                </a:ext>
              </a:extLst>
            </p:cNvPr>
            <p:cNvSpPr>
              <a:spLocks noGrp="1"/>
            </p:cNvSpPr>
            <p:nvPr/>
          </p:nvSpPr>
          <p:spPr>
            <a:xfrm>
              <a:off x="5781842" y="4184337"/>
              <a:ext cx="34803" cy="109860"/>
            </a:xfrm>
            <a:custGeom>
              <a:avLst/>
              <a:gdLst/>
              <a:ahLst/>
              <a:cxnLst/>
              <a:rect l="0" t="0" r="0" b="0"/>
              <a:pathLst>
                <a:path w="34803" h="109860">
                  <a:moveTo>
                    <a:pt x="34803" y="0"/>
                  </a:moveTo>
                  <a:lnTo>
                    <a:pt x="0" y="10986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77" name="Candidate_receptor__3195">
              <a:extLst>
                <a:ext uri="{FF2B5EF4-FFF2-40B4-BE49-F238E27FC236}">
                  <a16:creationId xmlns:a16="http://schemas.microsoft.com/office/drawing/2014/main" id="{E2FF58D4-B517-A91C-6C26-061EEB0AE827}"/>
                </a:ext>
              </a:extLst>
            </p:cNvPr>
            <p:cNvSpPr>
              <a:spLocks noGrp="1"/>
            </p:cNvSpPr>
            <p:nvPr/>
          </p:nvSpPr>
          <p:spPr>
            <a:xfrm>
              <a:off x="5868926" y="3620444"/>
              <a:ext cx="86742" cy="34867"/>
            </a:xfrm>
            <a:custGeom>
              <a:avLst/>
              <a:gdLst/>
              <a:ahLst/>
              <a:cxnLst/>
              <a:rect l="0" t="0" r="0" b="0"/>
              <a:pathLst>
                <a:path w="86742" h="34867">
                  <a:moveTo>
                    <a:pt x="86742" y="34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78" name="Candidate_receptor__3196">
              <a:extLst>
                <a:ext uri="{FF2B5EF4-FFF2-40B4-BE49-F238E27FC236}">
                  <a16:creationId xmlns:a16="http://schemas.microsoft.com/office/drawing/2014/main" id="{C534828B-3BC4-F25A-7ABB-17E3CD8DF423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323582"/>
              <a:ext cx="9521" cy="110436"/>
            </a:xfrm>
            <a:custGeom>
              <a:avLst/>
              <a:gdLst/>
              <a:ahLst/>
              <a:cxnLst/>
              <a:rect l="0" t="0" r="0" b="0"/>
              <a:pathLst>
                <a:path w="9521" h="110436">
                  <a:moveTo>
                    <a:pt x="9521" y="0"/>
                  </a:moveTo>
                  <a:lnTo>
                    <a:pt x="0" y="110436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79" name="Candidate_receptor__3197">
              <a:extLst>
                <a:ext uri="{FF2B5EF4-FFF2-40B4-BE49-F238E27FC236}">
                  <a16:creationId xmlns:a16="http://schemas.microsoft.com/office/drawing/2014/main" id="{501D5C04-87CB-2A17-E845-B35EF9273995}"/>
                </a:ext>
              </a:extLst>
            </p:cNvPr>
            <p:cNvSpPr>
              <a:spLocks noGrp="1"/>
            </p:cNvSpPr>
            <p:nvPr/>
          </p:nvSpPr>
          <p:spPr>
            <a:xfrm>
              <a:off x="5525074" y="3125625"/>
              <a:ext cx="58395" cy="60763"/>
            </a:xfrm>
            <a:custGeom>
              <a:avLst/>
              <a:gdLst/>
              <a:ahLst/>
              <a:cxnLst/>
              <a:rect l="0" t="0" r="0" b="0"/>
              <a:pathLst>
                <a:path w="58395" h="60763">
                  <a:moveTo>
                    <a:pt x="0" y="0"/>
                  </a:moveTo>
                  <a:lnTo>
                    <a:pt x="58395" y="6076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80" name="Candidate_receptor__3198">
              <a:extLst>
                <a:ext uri="{FF2B5EF4-FFF2-40B4-BE49-F238E27FC236}">
                  <a16:creationId xmlns:a16="http://schemas.microsoft.com/office/drawing/2014/main" id="{B75FD3C7-B65E-5181-5EE7-237638AF43B2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26761"/>
              <a:ext cx="35062" cy="94566"/>
            </a:xfrm>
            <a:custGeom>
              <a:avLst/>
              <a:gdLst/>
              <a:ahLst/>
              <a:cxnLst/>
              <a:rect l="0" t="0" r="0" b="0"/>
              <a:pathLst>
                <a:path w="35062" h="94566">
                  <a:moveTo>
                    <a:pt x="0" y="94566"/>
                  </a:moveTo>
                  <a:lnTo>
                    <a:pt x="3506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81" name="Candidate_receptor__3199">
              <a:extLst>
                <a:ext uri="{FF2B5EF4-FFF2-40B4-BE49-F238E27FC236}">
                  <a16:creationId xmlns:a16="http://schemas.microsoft.com/office/drawing/2014/main" id="{77A045CB-EA76-A8E9-3EFF-37274F05E023}"/>
                </a:ext>
              </a:extLst>
            </p:cNvPr>
            <p:cNvSpPr>
              <a:spLocks noGrp="1"/>
            </p:cNvSpPr>
            <p:nvPr/>
          </p:nvSpPr>
          <p:spPr>
            <a:xfrm>
              <a:off x="4589470" y="2894224"/>
              <a:ext cx="100541" cy="56473"/>
            </a:xfrm>
            <a:custGeom>
              <a:avLst/>
              <a:gdLst/>
              <a:ahLst/>
              <a:cxnLst/>
              <a:rect l="0" t="0" r="0" b="0"/>
              <a:pathLst>
                <a:path w="100541" h="56473">
                  <a:moveTo>
                    <a:pt x="0" y="56473"/>
                  </a:moveTo>
                  <a:lnTo>
                    <a:pt x="10054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82" name="Candidate_receptor__3200">
              <a:extLst>
                <a:ext uri="{FF2B5EF4-FFF2-40B4-BE49-F238E27FC236}">
                  <a16:creationId xmlns:a16="http://schemas.microsoft.com/office/drawing/2014/main" id="{5F442C69-95BC-8664-C9F0-F7FB4C9BAFEE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45278"/>
              <a:ext cx="78260" cy="24493"/>
            </a:xfrm>
            <a:custGeom>
              <a:avLst/>
              <a:gdLst/>
              <a:ahLst/>
              <a:cxnLst/>
              <a:rect l="0" t="0" r="0" b="0"/>
              <a:pathLst>
                <a:path w="78260" h="24493">
                  <a:moveTo>
                    <a:pt x="78260" y="244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83" name="Candidate_receptor__3201">
              <a:extLst>
                <a:ext uri="{FF2B5EF4-FFF2-40B4-BE49-F238E27FC236}">
                  <a16:creationId xmlns:a16="http://schemas.microsoft.com/office/drawing/2014/main" id="{9DC7648E-B421-5ECE-4159-936E0613259C}"/>
                </a:ext>
              </a:extLst>
            </p:cNvPr>
            <p:cNvSpPr>
              <a:spLocks noGrp="1"/>
            </p:cNvSpPr>
            <p:nvPr/>
          </p:nvSpPr>
          <p:spPr>
            <a:xfrm>
              <a:off x="5896040" y="2944876"/>
              <a:ext cx="114261" cy="8306"/>
            </a:xfrm>
            <a:custGeom>
              <a:avLst/>
              <a:gdLst/>
              <a:ahLst/>
              <a:cxnLst/>
              <a:rect l="0" t="0" r="0" b="0"/>
              <a:pathLst>
                <a:path w="114261" h="8306">
                  <a:moveTo>
                    <a:pt x="0" y="8306"/>
                  </a:moveTo>
                  <a:lnTo>
                    <a:pt x="11426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84" name="Candidate_receptor__3202">
              <a:extLst>
                <a:ext uri="{FF2B5EF4-FFF2-40B4-BE49-F238E27FC236}">
                  <a16:creationId xmlns:a16="http://schemas.microsoft.com/office/drawing/2014/main" id="{35424D48-BF57-8DF1-AC6A-BC16B6F948E8}"/>
                </a:ext>
              </a:extLst>
            </p:cNvPr>
            <p:cNvSpPr>
              <a:spLocks noGrp="1"/>
            </p:cNvSpPr>
            <p:nvPr/>
          </p:nvSpPr>
          <p:spPr>
            <a:xfrm>
              <a:off x="6288297" y="3851537"/>
              <a:ext cx="66610" cy="50906"/>
            </a:xfrm>
            <a:custGeom>
              <a:avLst/>
              <a:gdLst/>
              <a:ahLst/>
              <a:cxnLst/>
              <a:rect l="0" t="0" r="0" b="0"/>
              <a:pathLst>
                <a:path w="66610" h="50906">
                  <a:moveTo>
                    <a:pt x="66610" y="509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85" name="Candidate_receptor__3203">
              <a:extLst>
                <a:ext uri="{FF2B5EF4-FFF2-40B4-BE49-F238E27FC236}">
                  <a16:creationId xmlns:a16="http://schemas.microsoft.com/office/drawing/2014/main" id="{8C1E0628-B1EC-10A0-3B96-A202D504F726}"/>
                </a:ext>
              </a:extLst>
            </p:cNvPr>
            <p:cNvSpPr>
              <a:spLocks noGrp="1"/>
            </p:cNvSpPr>
            <p:nvPr/>
          </p:nvSpPr>
          <p:spPr>
            <a:xfrm>
              <a:off x="5676276" y="2423014"/>
              <a:ext cx="4685" cy="107936"/>
            </a:xfrm>
            <a:custGeom>
              <a:avLst/>
              <a:gdLst/>
              <a:ahLst/>
              <a:cxnLst/>
              <a:rect l="0" t="0" r="0" b="0"/>
              <a:pathLst>
                <a:path w="4685" h="107936">
                  <a:moveTo>
                    <a:pt x="0" y="107936"/>
                  </a:moveTo>
                  <a:lnTo>
                    <a:pt x="4685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86" name="Candidate_receptor__3204">
              <a:extLst>
                <a:ext uri="{FF2B5EF4-FFF2-40B4-BE49-F238E27FC236}">
                  <a16:creationId xmlns:a16="http://schemas.microsoft.com/office/drawing/2014/main" id="{224E959F-8BA0-CDAF-069F-17FA2D45C22C}"/>
                </a:ext>
              </a:extLst>
            </p:cNvPr>
            <p:cNvSpPr>
              <a:spLocks noGrp="1"/>
            </p:cNvSpPr>
            <p:nvPr/>
          </p:nvSpPr>
          <p:spPr>
            <a:xfrm>
              <a:off x="5579161" y="2386965"/>
              <a:ext cx="101801" cy="36049"/>
            </a:xfrm>
            <a:custGeom>
              <a:avLst/>
              <a:gdLst/>
              <a:ahLst/>
              <a:cxnLst/>
              <a:rect l="0" t="0" r="0" b="0"/>
              <a:pathLst>
                <a:path w="101801" h="36049">
                  <a:moveTo>
                    <a:pt x="101801" y="36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87" name="Candidate_receptor__3205">
              <a:extLst>
                <a:ext uri="{FF2B5EF4-FFF2-40B4-BE49-F238E27FC236}">
                  <a16:creationId xmlns:a16="http://schemas.microsoft.com/office/drawing/2014/main" id="{AC86B5AA-922E-ADB8-30F2-401A0E0561C1}"/>
                </a:ext>
              </a:extLst>
            </p:cNvPr>
            <p:cNvSpPr>
              <a:spLocks noGrp="1"/>
            </p:cNvSpPr>
            <p:nvPr/>
          </p:nvSpPr>
          <p:spPr>
            <a:xfrm>
              <a:off x="4783342" y="4086655"/>
              <a:ext cx="109811" cy="32624"/>
            </a:xfrm>
            <a:custGeom>
              <a:avLst/>
              <a:gdLst/>
              <a:ahLst/>
              <a:cxnLst/>
              <a:rect l="0" t="0" r="0" b="0"/>
              <a:pathLst>
                <a:path w="109811" h="32624">
                  <a:moveTo>
                    <a:pt x="0" y="32624"/>
                  </a:moveTo>
                  <a:lnTo>
                    <a:pt x="10981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88" name="Candidate_receptor__3206">
              <a:extLst>
                <a:ext uri="{FF2B5EF4-FFF2-40B4-BE49-F238E27FC236}">
                  <a16:creationId xmlns:a16="http://schemas.microsoft.com/office/drawing/2014/main" id="{527D34DA-6AE7-8A3E-1E57-1FE5AA2E4DA4}"/>
                </a:ext>
              </a:extLst>
            </p:cNvPr>
            <p:cNvSpPr>
              <a:spLocks noGrp="1"/>
            </p:cNvSpPr>
            <p:nvPr/>
          </p:nvSpPr>
          <p:spPr>
            <a:xfrm>
              <a:off x="5312781" y="1843858"/>
              <a:ext cx="110063" cy="15179"/>
            </a:xfrm>
            <a:custGeom>
              <a:avLst/>
              <a:gdLst/>
              <a:ahLst/>
              <a:cxnLst/>
              <a:rect l="0" t="0" r="0" b="0"/>
              <a:pathLst>
                <a:path w="110063" h="15179">
                  <a:moveTo>
                    <a:pt x="110063" y="1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89" name="Candidate_receptor__3207">
              <a:extLst>
                <a:ext uri="{FF2B5EF4-FFF2-40B4-BE49-F238E27FC236}">
                  <a16:creationId xmlns:a16="http://schemas.microsoft.com/office/drawing/2014/main" id="{75D0526B-59AD-22B3-FFF3-3078A38A9225}"/>
                </a:ext>
              </a:extLst>
            </p:cNvPr>
            <p:cNvSpPr>
              <a:spLocks noGrp="1"/>
            </p:cNvSpPr>
            <p:nvPr/>
          </p:nvSpPr>
          <p:spPr>
            <a:xfrm>
              <a:off x="5030445" y="2181969"/>
              <a:ext cx="3696" cy="103771"/>
            </a:xfrm>
            <a:custGeom>
              <a:avLst/>
              <a:gdLst/>
              <a:ahLst/>
              <a:cxnLst/>
              <a:rect l="0" t="0" r="0" b="0"/>
              <a:pathLst>
                <a:path w="3696" h="103771">
                  <a:moveTo>
                    <a:pt x="0" y="103771"/>
                  </a:moveTo>
                  <a:lnTo>
                    <a:pt x="3696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90" name="Candidate_receptor__3208">
              <a:extLst>
                <a:ext uri="{FF2B5EF4-FFF2-40B4-BE49-F238E27FC236}">
                  <a16:creationId xmlns:a16="http://schemas.microsoft.com/office/drawing/2014/main" id="{557FB470-10C6-EF52-97D5-B58B97E28DE0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8245"/>
              <a:ext cx="29826" cy="96830"/>
            </a:xfrm>
            <a:custGeom>
              <a:avLst/>
              <a:gdLst/>
              <a:ahLst/>
              <a:cxnLst/>
              <a:rect l="0" t="0" r="0" b="0"/>
              <a:pathLst>
                <a:path w="29826" h="96830">
                  <a:moveTo>
                    <a:pt x="0" y="0"/>
                  </a:moveTo>
                  <a:lnTo>
                    <a:pt x="29826" y="9683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91" name="Candidate_receptor__3209">
              <a:extLst>
                <a:ext uri="{FF2B5EF4-FFF2-40B4-BE49-F238E27FC236}">
                  <a16:creationId xmlns:a16="http://schemas.microsoft.com/office/drawing/2014/main" id="{75D2E98A-90F5-D247-9C5B-0DCD374F0401}"/>
                </a:ext>
              </a:extLst>
            </p:cNvPr>
            <p:cNvSpPr>
              <a:spLocks noGrp="1"/>
            </p:cNvSpPr>
            <p:nvPr/>
          </p:nvSpPr>
          <p:spPr>
            <a:xfrm>
              <a:off x="6049170" y="2156693"/>
              <a:ext cx="1108" cy="35522"/>
            </a:xfrm>
            <a:custGeom>
              <a:avLst/>
              <a:gdLst/>
              <a:ahLst/>
              <a:cxnLst/>
              <a:rect l="0" t="0" r="0" b="0"/>
              <a:pathLst>
                <a:path w="1108" h="35522">
                  <a:moveTo>
                    <a:pt x="1108" y="0"/>
                  </a:moveTo>
                  <a:lnTo>
                    <a:pt x="0" y="35522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92" name="Candidate_receptor__3210">
              <a:extLst>
                <a:ext uri="{FF2B5EF4-FFF2-40B4-BE49-F238E27FC236}">
                  <a16:creationId xmlns:a16="http://schemas.microsoft.com/office/drawing/2014/main" id="{0A5EB794-98F3-D695-1C81-3F4DE4EEAEDA}"/>
                </a:ext>
              </a:extLst>
            </p:cNvPr>
            <p:cNvSpPr>
              <a:spLocks noGrp="1"/>
            </p:cNvSpPr>
            <p:nvPr/>
          </p:nvSpPr>
          <p:spPr>
            <a:xfrm>
              <a:off x="5576330" y="3615921"/>
              <a:ext cx="52802" cy="7821"/>
            </a:xfrm>
            <a:custGeom>
              <a:avLst/>
              <a:gdLst/>
              <a:ahLst/>
              <a:cxnLst/>
              <a:rect l="0" t="0" r="0" b="0"/>
              <a:pathLst>
                <a:path w="52802" h="7821">
                  <a:moveTo>
                    <a:pt x="0" y="0"/>
                  </a:moveTo>
                  <a:lnTo>
                    <a:pt x="52802" y="7821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93" name="Candidate_receptor__3211">
              <a:extLst>
                <a:ext uri="{FF2B5EF4-FFF2-40B4-BE49-F238E27FC236}">
                  <a16:creationId xmlns:a16="http://schemas.microsoft.com/office/drawing/2014/main" id="{3727AAA3-2AEA-EDF8-C60C-D1B0ACF69A96}"/>
                </a:ext>
              </a:extLst>
            </p:cNvPr>
            <p:cNvSpPr>
              <a:spLocks noGrp="1"/>
            </p:cNvSpPr>
            <p:nvPr/>
          </p:nvSpPr>
          <p:spPr>
            <a:xfrm>
              <a:off x="5866409" y="1733081"/>
              <a:ext cx="35333" cy="91934"/>
            </a:xfrm>
            <a:custGeom>
              <a:avLst/>
              <a:gdLst/>
              <a:ahLst/>
              <a:cxnLst/>
              <a:rect l="0" t="0" r="0" b="0"/>
              <a:pathLst>
                <a:path w="35333" h="91934">
                  <a:moveTo>
                    <a:pt x="0" y="91934"/>
                  </a:moveTo>
                  <a:lnTo>
                    <a:pt x="35333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94" name="Candidate_receptor__3212">
              <a:extLst>
                <a:ext uri="{FF2B5EF4-FFF2-40B4-BE49-F238E27FC236}">
                  <a16:creationId xmlns:a16="http://schemas.microsoft.com/office/drawing/2014/main" id="{AB3542E4-83D2-31E9-8F47-0EC4A458C0ED}"/>
                </a:ext>
              </a:extLst>
            </p:cNvPr>
            <p:cNvSpPr>
              <a:spLocks noGrp="1"/>
            </p:cNvSpPr>
            <p:nvPr/>
          </p:nvSpPr>
          <p:spPr>
            <a:xfrm>
              <a:off x="5549517" y="3461261"/>
              <a:ext cx="85716" cy="8107"/>
            </a:xfrm>
            <a:custGeom>
              <a:avLst/>
              <a:gdLst/>
              <a:ahLst/>
              <a:cxnLst/>
              <a:rect l="0" t="0" r="0" b="0"/>
              <a:pathLst>
                <a:path w="85716" h="8107">
                  <a:moveTo>
                    <a:pt x="0" y="0"/>
                  </a:moveTo>
                  <a:lnTo>
                    <a:pt x="85716" y="8107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95" name="Candidate_receptor__3213">
              <a:extLst>
                <a:ext uri="{FF2B5EF4-FFF2-40B4-BE49-F238E27FC236}">
                  <a16:creationId xmlns:a16="http://schemas.microsoft.com/office/drawing/2014/main" id="{1FE247BA-361B-6F92-FF84-77F2CA8C08AC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32628" cy="46825"/>
            </a:xfrm>
            <a:custGeom>
              <a:avLst/>
              <a:gdLst/>
              <a:ahLst/>
              <a:cxnLst/>
              <a:rect l="0" t="0" r="0" b="0"/>
              <a:pathLst>
                <a:path w="32628" h="46825">
                  <a:moveTo>
                    <a:pt x="0" y="0"/>
                  </a:moveTo>
                  <a:lnTo>
                    <a:pt x="32628" y="46825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96" name="Candidate_receptor__3214">
              <a:extLst>
                <a:ext uri="{FF2B5EF4-FFF2-40B4-BE49-F238E27FC236}">
                  <a16:creationId xmlns:a16="http://schemas.microsoft.com/office/drawing/2014/main" id="{302C31AE-5902-4D12-9A69-A9C6D5BE38FD}"/>
                </a:ext>
              </a:extLst>
            </p:cNvPr>
            <p:cNvSpPr>
              <a:spLocks noGrp="1"/>
            </p:cNvSpPr>
            <p:nvPr/>
          </p:nvSpPr>
          <p:spPr>
            <a:xfrm>
              <a:off x="4833848" y="2841432"/>
              <a:ext cx="48503" cy="84775"/>
            </a:xfrm>
            <a:custGeom>
              <a:avLst/>
              <a:gdLst/>
              <a:ahLst/>
              <a:cxnLst/>
              <a:rect l="0" t="0" r="0" b="0"/>
              <a:pathLst>
                <a:path w="48503" h="84775">
                  <a:moveTo>
                    <a:pt x="48503" y="847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97" name="Candidate_receptor__3215">
              <a:extLst>
                <a:ext uri="{FF2B5EF4-FFF2-40B4-BE49-F238E27FC236}">
                  <a16:creationId xmlns:a16="http://schemas.microsoft.com/office/drawing/2014/main" id="{620620BF-9E80-C3EE-1B8F-91C7D8856B81}"/>
                </a:ext>
              </a:extLst>
            </p:cNvPr>
            <p:cNvSpPr>
              <a:spLocks noGrp="1"/>
            </p:cNvSpPr>
            <p:nvPr/>
          </p:nvSpPr>
          <p:spPr>
            <a:xfrm>
              <a:off x="6129519" y="3330511"/>
              <a:ext cx="30845" cy="94263"/>
            </a:xfrm>
            <a:custGeom>
              <a:avLst/>
              <a:gdLst/>
              <a:ahLst/>
              <a:cxnLst/>
              <a:rect l="0" t="0" r="0" b="0"/>
              <a:pathLst>
                <a:path w="30845" h="94263">
                  <a:moveTo>
                    <a:pt x="30845" y="0"/>
                  </a:moveTo>
                  <a:lnTo>
                    <a:pt x="0" y="94263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52898" name="Candidate_receptor__3216">
              <a:extLst>
                <a:ext uri="{FF2B5EF4-FFF2-40B4-BE49-F238E27FC236}">
                  <a16:creationId xmlns:a16="http://schemas.microsoft.com/office/drawing/2014/main" id="{D16C908A-3016-4ADD-68ED-FA0ABFFAE81A}"/>
                </a:ext>
              </a:extLst>
            </p:cNvPr>
            <p:cNvSpPr>
              <a:spLocks noGrp="1"/>
            </p:cNvSpPr>
            <p:nvPr/>
          </p:nvSpPr>
          <p:spPr>
            <a:xfrm>
              <a:off x="5390560" y="3132784"/>
              <a:ext cx="19563" cy="92013"/>
            </a:xfrm>
            <a:custGeom>
              <a:avLst/>
              <a:gdLst/>
              <a:ahLst/>
              <a:cxnLst/>
              <a:rect l="0" t="0" r="0" b="0"/>
              <a:pathLst>
                <a:path w="19563" h="92013">
                  <a:moveTo>
                    <a:pt x="0" y="92013"/>
                  </a:moveTo>
                  <a:lnTo>
                    <a:pt x="19563" y="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52899" name="Candidate_receptor__3217">
              <a:extLst>
                <a:ext uri="{FF2B5EF4-FFF2-40B4-BE49-F238E27FC236}">
                  <a16:creationId xmlns:a16="http://schemas.microsoft.com/office/drawing/2014/main" id="{5E26BE24-D6C8-1465-AA08-CD1B55E47640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09647"/>
              <a:ext cx="28952" cy="75560"/>
            </a:xfrm>
            <a:custGeom>
              <a:avLst/>
              <a:gdLst/>
              <a:ahLst/>
              <a:cxnLst/>
              <a:rect l="0" t="0" r="0" b="0"/>
              <a:pathLst>
                <a:path w="28952" h="75560">
                  <a:moveTo>
                    <a:pt x="28952" y="0"/>
                  </a:moveTo>
                  <a:lnTo>
                    <a:pt x="0" y="7556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52900" name="Candidate_receptor__3218">
              <a:extLst>
                <a:ext uri="{FF2B5EF4-FFF2-40B4-BE49-F238E27FC236}">
                  <a16:creationId xmlns:a16="http://schemas.microsoft.com/office/drawing/2014/main" id="{5B285CB7-A33F-02CE-B209-A1A90A42C127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79961"/>
              <a:ext cx="95225" cy="19876"/>
            </a:xfrm>
            <a:custGeom>
              <a:avLst/>
              <a:gdLst/>
              <a:ahLst/>
              <a:cxnLst/>
              <a:rect l="0" t="0" r="0" b="0"/>
              <a:pathLst>
                <a:path w="95225" h="19876">
                  <a:moveTo>
                    <a:pt x="0" y="19876"/>
                  </a:moveTo>
                  <a:lnTo>
                    <a:pt x="95225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52901" name="Candidate_receptor__3219">
              <a:extLst>
                <a:ext uri="{FF2B5EF4-FFF2-40B4-BE49-F238E27FC236}">
                  <a16:creationId xmlns:a16="http://schemas.microsoft.com/office/drawing/2014/main" id="{9CFC1D1D-9927-65DE-5E81-BD7F9B80718D}"/>
                </a:ext>
              </a:extLst>
            </p:cNvPr>
            <p:cNvSpPr>
              <a:spLocks noGrp="1"/>
            </p:cNvSpPr>
            <p:nvPr/>
          </p:nvSpPr>
          <p:spPr>
            <a:xfrm>
              <a:off x="6010300" y="2944876"/>
              <a:ext cx="79996" cy="69521"/>
            </a:xfrm>
            <a:custGeom>
              <a:avLst/>
              <a:gdLst/>
              <a:ahLst/>
              <a:cxnLst/>
              <a:rect l="0" t="0" r="0" b="0"/>
              <a:pathLst>
                <a:path w="79996" h="69521">
                  <a:moveTo>
                    <a:pt x="0" y="0"/>
                  </a:moveTo>
                  <a:lnTo>
                    <a:pt x="79996" y="695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02" name="Candidate_receptor__3220">
              <a:extLst>
                <a:ext uri="{FF2B5EF4-FFF2-40B4-BE49-F238E27FC236}">
                  <a16:creationId xmlns:a16="http://schemas.microsoft.com/office/drawing/2014/main" id="{514C4072-72AD-6659-24CD-92D37E0F9F5B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786042"/>
              <a:ext cx="43991" cy="36091"/>
            </a:xfrm>
            <a:custGeom>
              <a:avLst/>
              <a:gdLst/>
              <a:ahLst/>
              <a:cxnLst/>
              <a:rect l="0" t="0" r="0" b="0"/>
              <a:pathLst>
                <a:path w="43991" h="36091">
                  <a:moveTo>
                    <a:pt x="43991" y="0"/>
                  </a:moveTo>
                  <a:lnTo>
                    <a:pt x="0" y="3609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03" name="Candidate_receptor__3221">
              <a:extLst>
                <a:ext uri="{FF2B5EF4-FFF2-40B4-BE49-F238E27FC236}">
                  <a16:creationId xmlns:a16="http://schemas.microsoft.com/office/drawing/2014/main" id="{0F02CDE9-9346-E4AE-F0F2-4F0326885523}"/>
                </a:ext>
              </a:extLst>
            </p:cNvPr>
            <p:cNvSpPr>
              <a:spLocks noGrp="1"/>
            </p:cNvSpPr>
            <p:nvPr/>
          </p:nvSpPr>
          <p:spPr>
            <a:xfrm>
              <a:off x="5073438" y="2752923"/>
              <a:ext cx="47408" cy="18450"/>
            </a:xfrm>
            <a:custGeom>
              <a:avLst/>
              <a:gdLst/>
              <a:ahLst/>
              <a:cxnLst/>
              <a:rect l="0" t="0" r="0" b="0"/>
              <a:pathLst>
                <a:path w="47408" h="18450">
                  <a:moveTo>
                    <a:pt x="47408" y="18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04" name="Candidate_receptor__3222">
              <a:extLst>
                <a:ext uri="{FF2B5EF4-FFF2-40B4-BE49-F238E27FC236}">
                  <a16:creationId xmlns:a16="http://schemas.microsoft.com/office/drawing/2014/main" id="{A9D91020-0037-C742-938C-B83D45B0DF2F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123617"/>
              <a:ext cx="49134" cy="58352"/>
            </a:xfrm>
            <a:custGeom>
              <a:avLst/>
              <a:gdLst/>
              <a:ahLst/>
              <a:cxnLst/>
              <a:rect l="0" t="0" r="0" b="0"/>
              <a:pathLst>
                <a:path w="49134" h="58352">
                  <a:moveTo>
                    <a:pt x="49134" y="583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05" name="Candidate_receptor__3223">
              <a:extLst>
                <a:ext uri="{FF2B5EF4-FFF2-40B4-BE49-F238E27FC236}">
                  <a16:creationId xmlns:a16="http://schemas.microsoft.com/office/drawing/2014/main" id="{7506E952-F80B-50E3-AD3D-7B8FFC69E063}"/>
                </a:ext>
              </a:extLst>
            </p:cNvPr>
            <p:cNvSpPr>
              <a:spLocks noGrp="1"/>
            </p:cNvSpPr>
            <p:nvPr/>
          </p:nvSpPr>
          <p:spPr>
            <a:xfrm>
              <a:off x="4820284" y="3913609"/>
              <a:ext cx="105012" cy="45787"/>
            </a:xfrm>
            <a:custGeom>
              <a:avLst/>
              <a:gdLst/>
              <a:ahLst/>
              <a:cxnLst/>
              <a:rect l="0" t="0" r="0" b="0"/>
              <a:pathLst>
                <a:path w="105012" h="45787">
                  <a:moveTo>
                    <a:pt x="0" y="45787"/>
                  </a:moveTo>
                  <a:lnTo>
                    <a:pt x="1050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06" name="Candidate_receptor__3224">
              <a:extLst>
                <a:ext uri="{FF2B5EF4-FFF2-40B4-BE49-F238E27FC236}">
                  <a16:creationId xmlns:a16="http://schemas.microsoft.com/office/drawing/2014/main" id="{DFD72534-D060-05BE-7477-043AEFE692BC}"/>
                </a:ext>
              </a:extLst>
            </p:cNvPr>
            <p:cNvSpPr>
              <a:spLocks noGrp="1"/>
            </p:cNvSpPr>
            <p:nvPr/>
          </p:nvSpPr>
          <p:spPr>
            <a:xfrm>
              <a:off x="5512018" y="2650649"/>
              <a:ext cx="94159" cy="52531"/>
            </a:xfrm>
            <a:custGeom>
              <a:avLst/>
              <a:gdLst/>
              <a:ahLst/>
              <a:cxnLst/>
              <a:rect l="0" t="0" r="0" b="0"/>
              <a:pathLst>
                <a:path w="94159" h="52531">
                  <a:moveTo>
                    <a:pt x="0" y="52531"/>
                  </a:moveTo>
                  <a:lnTo>
                    <a:pt x="9415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07" name="Candidate_receptor__3225">
              <a:extLst>
                <a:ext uri="{FF2B5EF4-FFF2-40B4-BE49-F238E27FC236}">
                  <a16:creationId xmlns:a16="http://schemas.microsoft.com/office/drawing/2014/main" id="{E8EFE9A5-DE48-567C-28C0-99802E8BED6D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85208"/>
              <a:ext cx="11617" cy="96578"/>
            </a:xfrm>
            <a:custGeom>
              <a:avLst/>
              <a:gdLst/>
              <a:ahLst/>
              <a:cxnLst/>
              <a:rect l="0" t="0" r="0" b="0"/>
              <a:pathLst>
                <a:path w="11617" h="96578">
                  <a:moveTo>
                    <a:pt x="0" y="0"/>
                  </a:moveTo>
                  <a:lnTo>
                    <a:pt x="11617" y="9657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08" name="Candidate_receptor__3226">
              <a:extLst>
                <a:ext uri="{FF2B5EF4-FFF2-40B4-BE49-F238E27FC236}">
                  <a16:creationId xmlns:a16="http://schemas.microsoft.com/office/drawing/2014/main" id="{6A2B75A2-B5A7-BAF8-6DDD-F08B9FF67507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139140"/>
              <a:ext cx="19227" cy="113290"/>
            </a:xfrm>
            <a:custGeom>
              <a:avLst/>
              <a:gdLst/>
              <a:ahLst/>
              <a:cxnLst/>
              <a:rect l="0" t="0" r="0" b="0"/>
              <a:pathLst>
                <a:path w="19227" h="113290">
                  <a:moveTo>
                    <a:pt x="0" y="113290"/>
                  </a:moveTo>
                  <a:lnTo>
                    <a:pt x="1922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09" name="Candidate_receptor__3227">
              <a:extLst>
                <a:ext uri="{FF2B5EF4-FFF2-40B4-BE49-F238E27FC236}">
                  <a16:creationId xmlns:a16="http://schemas.microsoft.com/office/drawing/2014/main" id="{C9E29353-D2EB-A888-BF74-FEE14A7D8533}"/>
                </a:ext>
              </a:extLst>
            </p:cNvPr>
            <p:cNvSpPr>
              <a:spLocks noGrp="1"/>
            </p:cNvSpPr>
            <p:nvPr/>
          </p:nvSpPr>
          <p:spPr>
            <a:xfrm>
              <a:off x="4915859" y="2285740"/>
              <a:ext cx="114586" cy="3658"/>
            </a:xfrm>
            <a:custGeom>
              <a:avLst/>
              <a:gdLst/>
              <a:ahLst/>
              <a:cxnLst/>
              <a:rect l="0" t="0" r="0" b="0"/>
              <a:pathLst>
                <a:path w="114586" h="3658">
                  <a:moveTo>
                    <a:pt x="0" y="3658"/>
                  </a:moveTo>
                  <a:lnTo>
                    <a:pt x="11458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10" name="Candidate_receptor__3228">
              <a:extLst>
                <a:ext uri="{FF2B5EF4-FFF2-40B4-BE49-F238E27FC236}">
                  <a16:creationId xmlns:a16="http://schemas.microsoft.com/office/drawing/2014/main" id="{4B0D98DB-EDB4-E6C7-114C-40CCFA226DED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09054"/>
              <a:ext cx="71812" cy="30123"/>
            </a:xfrm>
            <a:custGeom>
              <a:avLst/>
              <a:gdLst/>
              <a:ahLst/>
              <a:cxnLst/>
              <a:rect l="0" t="0" r="0" b="0"/>
              <a:pathLst>
                <a:path w="71812" h="30123">
                  <a:moveTo>
                    <a:pt x="0" y="30123"/>
                  </a:moveTo>
                  <a:lnTo>
                    <a:pt x="718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11" name="Candidate_receptor__3229">
              <a:extLst>
                <a:ext uri="{FF2B5EF4-FFF2-40B4-BE49-F238E27FC236}">
                  <a16:creationId xmlns:a16="http://schemas.microsoft.com/office/drawing/2014/main" id="{389B8362-E328-E130-E340-48B2B051973C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501353"/>
              <a:ext cx="61150" cy="98112"/>
            </a:xfrm>
            <a:custGeom>
              <a:avLst/>
              <a:gdLst/>
              <a:ahLst/>
              <a:cxnLst/>
              <a:rect l="0" t="0" r="0" b="0"/>
              <a:pathLst>
                <a:path w="61150" h="98112">
                  <a:moveTo>
                    <a:pt x="0" y="0"/>
                  </a:moveTo>
                  <a:lnTo>
                    <a:pt x="61150" y="9811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12" name="Candidate_receptor__3230">
              <a:extLst>
                <a:ext uri="{FF2B5EF4-FFF2-40B4-BE49-F238E27FC236}">
                  <a16:creationId xmlns:a16="http://schemas.microsoft.com/office/drawing/2014/main" id="{9F9263A0-868E-ECA6-4C90-2B726F655FFA}"/>
                </a:ext>
              </a:extLst>
            </p:cNvPr>
            <p:cNvSpPr>
              <a:spLocks noGrp="1"/>
            </p:cNvSpPr>
            <p:nvPr/>
          </p:nvSpPr>
          <p:spPr>
            <a:xfrm>
              <a:off x="4995363" y="2855075"/>
              <a:ext cx="41135" cy="41869"/>
            </a:xfrm>
            <a:custGeom>
              <a:avLst/>
              <a:gdLst/>
              <a:ahLst/>
              <a:cxnLst/>
              <a:rect l="0" t="0" r="0" b="0"/>
              <a:pathLst>
                <a:path w="41135" h="41869">
                  <a:moveTo>
                    <a:pt x="0" y="0"/>
                  </a:moveTo>
                  <a:lnTo>
                    <a:pt x="41135" y="4186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13" name="Candidate_receptor__3231">
              <a:extLst>
                <a:ext uri="{FF2B5EF4-FFF2-40B4-BE49-F238E27FC236}">
                  <a16:creationId xmlns:a16="http://schemas.microsoft.com/office/drawing/2014/main" id="{FB5CDC83-F87C-FD77-6ABB-01297C455ABB}"/>
                </a:ext>
              </a:extLst>
            </p:cNvPr>
            <p:cNvSpPr>
              <a:spLocks noGrp="1"/>
            </p:cNvSpPr>
            <p:nvPr/>
          </p:nvSpPr>
          <p:spPr>
            <a:xfrm>
              <a:off x="5523193" y="2352513"/>
              <a:ext cx="55968" cy="34452"/>
            </a:xfrm>
            <a:custGeom>
              <a:avLst/>
              <a:gdLst/>
              <a:ahLst/>
              <a:cxnLst/>
              <a:rect l="0" t="0" r="0" b="0"/>
              <a:pathLst>
                <a:path w="55968" h="34452">
                  <a:moveTo>
                    <a:pt x="55968" y="344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14" name="Candidate_receptor__3232">
              <a:extLst>
                <a:ext uri="{FF2B5EF4-FFF2-40B4-BE49-F238E27FC236}">
                  <a16:creationId xmlns:a16="http://schemas.microsoft.com/office/drawing/2014/main" id="{63F58497-7999-0814-E2F1-B8F288ABA94F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41615"/>
              <a:ext cx="93493" cy="33973"/>
            </a:xfrm>
            <a:custGeom>
              <a:avLst/>
              <a:gdLst/>
              <a:ahLst/>
              <a:cxnLst/>
              <a:rect l="0" t="0" r="0" b="0"/>
              <a:pathLst>
                <a:path w="93493" h="33973">
                  <a:moveTo>
                    <a:pt x="0" y="33973"/>
                  </a:moveTo>
                  <a:lnTo>
                    <a:pt x="9349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15" name="Candidate_receptor__3233">
              <a:extLst>
                <a:ext uri="{FF2B5EF4-FFF2-40B4-BE49-F238E27FC236}">
                  <a16:creationId xmlns:a16="http://schemas.microsoft.com/office/drawing/2014/main" id="{BADEC147-CD12-2E85-13B4-6572C1874713}"/>
                </a:ext>
              </a:extLst>
            </p:cNvPr>
            <p:cNvSpPr>
              <a:spLocks noGrp="1"/>
            </p:cNvSpPr>
            <p:nvPr/>
          </p:nvSpPr>
          <p:spPr>
            <a:xfrm>
              <a:off x="5103423" y="3711386"/>
              <a:ext cx="87290" cy="52024"/>
            </a:xfrm>
            <a:custGeom>
              <a:avLst/>
              <a:gdLst/>
              <a:ahLst/>
              <a:cxnLst/>
              <a:rect l="0" t="0" r="0" b="0"/>
              <a:pathLst>
                <a:path w="87290" h="52024">
                  <a:moveTo>
                    <a:pt x="87290" y="0"/>
                  </a:moveTo>
                  <a:lnTo>
                    <a:pt x="0" y="5202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16" name="Candidate_receptor__3234">
              <a:extLst>
                <a:ext uri="{FF2B5EF4-FFF2-40B4-BE49-F238E27FC236}">
                  <a16:creationId xmlns:a16="http://schemas.microsoft.com/office/drawing/2014/main" id="{6D07C3EE-EE32-8AF9-E36D-F7DA72E145D2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106862"/>
              <a:ext cx="103119" cy="11938"/>
            </a:xfrm>
            <a:custGeom>
              <a:avLst/>
              <a:gdLst/>
              <a:ahLst/>
              <a:cxnLst/>
              <a:rect l="0" t="0" r="0" b="0"/>
              <a:pathLst>
                <a:path w="103119" h="11938">
                  <a:moveTo>
                    <a:pt x="0" y="0"/>
                  </a:moveTo>
                  <a:lnTo>
                    <a:pt x="103119" y="1193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17" name="Candidate_receptor__3235">
              <a:extLst>
                <a:ext uri="{FF2B5EF4-FFF2-40B4-BE49-F238E27FC236}">
                  <a16:creationId xmlns:a16="http://schemas.microsoft.com/office/drawing/2014/main" id="{40C822FC-6FB6-3426-2FA5-9AD53550D7BE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434018"/>
              <a:ext cx="4117" cy="38807"/>
            </a:xfrm>
            <a:custGeom>
              <a:avLst/>
              <a:gdLst/>
              <a:ahLst/>
              <a:cxnLst/>
              <a:rect l="0" t="0" r="0" b="0"/>
              <a:pathLst>
                <a:path w="4117" h="38807">
                  <a:moveTo>
                    <a:pt x="0" y="0"/>
                  </a:moveTo>
                  <a:lnTo>
                    <a:pt x="4117" y="3880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18" name="Candidate_receptor__3236">
              <a:extLst>
                <a:ext uri="{FF2B5EF4-FFF2-40B4-BE49-F238E27FC236}">
                  <a16:creationId xmlns:a16="http://schemas.microsoft.com/office/drawing/2014/main" id="{AE837187-D75D-A2FA-30C0-F5C180583389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53428"/>
              <a:ext cx="108291" cy="10082"/>
            </a:xfrm>
            <a:custGeom>
              <a:avLst/>
              <a:gdLst/>
              <a:ahLst/>
              <a:cxnLst/>
              <a:rect l="0" t="0" r="0" b="0"/>
              <a:pathLst>
                <a:path w="108291" h="10082">
                  <a:moveTo>
                    <a:pt x="108291" y="0"/>
                  </a:moveTo>
                  <a:lnTo>
                    <a:pt x="0" y="100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19" name="Candidate_receptor__3237">
              <a:extLst>
                <a:ext uri="{FF2B5EF4-FFF2-40B4-BE49-F238E27FC236}">
                  <a16:creationId xmlns:a16="http://schemas.microsoft.com/office/drawing/2014/main" id="{E9541250-D59F-6A7A-E586-5BC27A0CB710}"/>
                </a:ext>
              </a:extLst>
            </p:cNvPr>
            <p:cNvSpPr>
              <a:spLocks noGrp="1"/>
            </p:cNvSpPr>
            <p:nvPr/>
          </p:nvSpPr>
          <p:spPr>
            <a:xfrm>
              <a:off x="5084383" y="2030870"/>
              <a:ext cx="11557" cy="40010"/>
            </a:xfrm>
            <a:custGeom>
              <a:avLst/>
              <a:gdLst/>
              <a:ahLst/>
              <a:cxnLst/>
              <a:rect l="0" t="0" r="0" b="0"/>
              <a:pathLst>
                <a:path w="11557" h="40010">
                  <a:moveTo>
                    <a:pt x="0" y="40010"/>
                  </a:moveTo>
                  <a:lnTo>
                    <a:pt x="1155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20" name="Candidate_receptor__3238">
              <a:extLst>
                <a:ext uri="{FF2B5EF4-FFF2-40B4-BE49-F238E27FC236}">
                  <a16:creationId xmlns:a16="http://schemas.microsoft.com/office/drawing/2014/main" id="{528A5999-EA7F-CD77-1131-198C39830482}"/>
                </a:ext>
              </a:extLst>
            </p:cNvPr>
            <p:cNvSpPr>
              <a:spLocks noGrp="1"/>
            </p:cNvSpPr>
            <p:nvPr/>
          </p:nvSpPr>
          <p:spPr>
            <a:xfrm>
              <a:off x="5029870" y="3159116"/>
              <a:ext cx="20835" cy="81131"/>
            </a:xfrm>
            <a:custGeom>
              <a:avLst/>
              <a:gdLst/>
              <a:ahLst/>
              <a:cxnLst/>
              <a:rect l="0" t="0" r="0" b="0"/>
              <a:pathLst>
                <a:path w="20835" h="81131">
                  <a:moveTo>
                    <a:pt x="0" y="0"/>
                  </a:moveTo>
                  <a:lnTo>
                    <a:pt x="20835" y="8113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21" name="Candidate_receptor__3239">
              <a:extLst>
                <a:ext uri="{FF2B5EF4-FFF2-40B4-BE49-F238E27FC236}">
                  <a16:creationId xmlns:a16="http://schemas.microsoft.com/office/drawing/2014/main" id="{76EE7A05-705D-C96B-C788-BFE91156C07B}"/>
                </a:ext>
              </a:extLst>
            </p:cNvPr>
            <p:cNvSpPr>
              <a:spLocks noGrp="1"/>
            </p:cNvSpPr>
            <p:nvPr/>
          </p:nvSpPr>
          <p:spPr>
            <a:xfrm>
              <a:off x="6090296" y="3014398"/>
              <a:ext cx="33381" cy="109603"/>
            </a:xfrm>
            <a:custGeom>
              <a:avLst/>
              <a:gdLst/>
              <a:ahLst/>
              <a:cxnLst/>
              <a:rect l="0" t="0" r="0" b="0"/>
              <a:pathLst>
                <a:path w="33381" h="109603">
                  <a:moveTo>
                    <a:pt x="0" y="0"/>
                  </a:moveTo>
                  <a:lnTo>
                    <a:pt x="33381" y="109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22" name="Candidate_receptor__3240">
              <a:extLst>
                <a:ext uri="{FF2B5EF4-FFF2-40B4-BE49-F238E27FC236}">
                  <a16:creationId xmlns:a16="http://schemas.microsoft.com/office/drawing/2014/main" id="{1A03B9F0-12C9-7B8E-D802-C62381BFF5D8}"/>
                </a:ext>
              </a:extLst>
            </p:cNvPr>
            <p:cNvSpPr>
              <a:spLocks noGrp="1"/>
            </p:cNvSpPr>
            <p:nvPr/>
          </p:nvSpPr>
          <p:spPr>
            <a:xfrm>
              <a:off x="5793611" y="1694170"/>
              <a:ext cx="108131" cy="38910"/>
            </a:xfrm>
            <a:custGeom>
              <a:avLst/>
              <a:gdLst/>
              <a:ahLst/>
              <a:cxnLst/>
              <a:rect l="0" t="0" r="0" b="0"/>
              <a:pathLst>
                <a:path w="108131" h="38910">
                  <a:moveTo>
                    <a:pt x="108131" y="38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23" name="Candidate_receptor__3241">
              <a:extLst>
                <a:ext uri="{FF2B5EF4-FFF2-40B4-BE49-F238E27FC236}">
                  <a16:creationId xmlns:a16="http://schemas.microsoft.com/office/drawing/2014/main" id="{63DE283E-E646-6B13-8E75-C62A9D0B6F23}"/>
                </a:ext>
              </a:extLst>
            </p:cNvPr>
            <p:cNvSpPr>
              <a:spLocks noGrp="1"/>
            </p:cNvSpPr>
            <p:nvPr/>
          </p:nvSpPr>
          <p:spPr>
            <a:xfrm>
              <a:off x="5577229" y="2062341"/>
              <a:ext cx="39073" cy="107430"/>
            </a:xfrm>
            <a:custGeom>
              <a:avLst/>
              <a:gdLst/>
              <a:ahLst/>
              <a:cxnLst/>
              <a:rect l="0" t="0" r="0" b="0"/>
              <a:pathLst>
                <a:path w="39073" h="107430">
                  <a:moveTo>
                    <a:pt x="39073" y="0"/>
                  </a:moveTo>
                  <a:lnTo>
                    <a:pt x="0" y="10743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24" name="Candidate_receptor__3242">
              <a:extLst>
                <a:ext uri="{FF2B5EF4-FFF2-40B4-BE49-F238E27FC236}">
                  <a16:creationId xmlns:a16="http://schemas.microsoft.com/office/drawing/2014/main" id="{DA6689BD-27E5-7610-E2BC-6D1040840253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4024923"/>
              <a:ext cx="32870" cy="3182"/>
            </a:xfrm>
            <a:custGeom>
              <a:avLst/>
              <a:gdLst/>
              <a:ahLst/>
              <a:cxnLst/>
              <a:rect l="0" t="0" r="0" b="0"/>
              <a:pathLst>
                <a:path w="32870" h="3182">
                  <a:moveTo>
                    <a:pt x="0" y="0"/>
                  </a:moveTo>
                  <a:lnTo>
                    <a:pt x="32870" y="31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25" name="Candidate_receptor__3243">
              <a:extLst>
                <a:ext uri="{FF2B5EF4-FFF2-40B4-BE49-F238E27FC236}">
                  <a16:creationId xmlns:a16="http://schemas.microsoft.com/office/drawing/2014/main" id="{FFC7E77B-E075-44E7-61FA-FC4A6228FB42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124000"/>
              <a:ext cx="82761" cy="79206"/>
            </a:xfrm>
            <a:custGeom>
              <a:avLst/>
              <a:gdLst/>
              <a:ahLst/>
              <a:cxnLst/>
              <a:rect l="0" t="0" r="0" b="0"/>
              <a:pathLst>
                <a:path w="82761" h="79206">
                  <a:moveTo>
                    <a:pt x="82761" y="0"/>
                  </a:moveTo>
                  <a:lnTo>
                    <a:pt x="0" y="792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26" name="Candidate_receptor__3244">
              <a:extLst>
                <a:ext uri="{FF2B5EF4-FFF2-40B4-BE49-F238E27FC236}">
                  <a16:creationId xmlns:a16="http://schemas.microsoft.com/office/drawing/2014/main" id="{FB323796-D770-D05A-1393-5C68107E76F9}"/>
                </a:ext>
              </a:extLst>
            </p:cNvPr>
            <p:cNvSpPr>
              <a:spLocks noGrp="1"/>
            </p:cNvSpPr>
            <p:nvPr/>
          </p:nvSpPr>
          <p:spPr>
            <a:xfrm>
              <a:off x="5410122" y="3125625"/>
              <a:ext cx="114951" cy="7158"/>
            </a:xfrm>
            <a:custGeom>
              <a:avLst/>
              <a:gdLst/>
              <a:ahLst/>
              <a:cxnLst/>
              <a:rect l="0" t="0" r="0" b="0"/>
              <a:pathLst>
                <a:path w="114951" h="7158">
                  <a:moveTo>
                    <a:pt x="0" y="7158"/>
                  </a:moveTo>
                  <a:lnTo>
                    <a:pt x="11495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27" name="Candidate_receptor__3245">
              <a:extLst>
                <a:ext uri="{FF2B5EF4-FFF2-40B4-BE49-F238E27FC236}">
                  <a16:creationId xmlns:a16="http://schemas.microsoft.com/office/drawing/2014/main" id="{64F83DAE-7B78-6FFC-F9C6-CE304B007BD3}"/>
                </a:ext>
              </a:extLst>
            </p:cNvPr>
            <p:cNvSpPr>
              <a:spLocks noGrp="1"/>
            </p:cNvSpPr>
            <p:nvPr/>
          </p:nvSpPr>
          <p:spPr>
            <a:xfrm>
              <a:off x="6303310" y="3902443"/>
              <a:ext cx="51597" cy="103443"/>
            </a:xfrm>
            <a:custGeom>
              <a:avLst/>
              <a:gdLst/>
              <a:ahLst/>
              <a:cxnLst/>
              <a:rect l="0" t="0" r="0" b="0"/>
              <a:pathLst>
                <a:path w="51597" h="103443">
                  <a:moveTo>
                    <a:pt x="0" y="103443"/>
                  </a:moveTo>
                  <a:lnTo>
                    <a:pt x="5159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28" name="Candidate_receptor__3246">
              <a:extLst>
                <a:ext uri="{FF2B5EF4-FFF2-40B4-BE49-F238E27FC236}">
                  <a16:creationId xmlns:a16="http://schemas.microsoft.com/office/drawing/2014/main" id="{E87ADB64-715D-9CE6-79CB-FCBBBA2338A6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840284"/>
              <a:ext cx="33742" cy="3574"/>
            </a:xfrm>
            <a:custGeom>
              <a:avLst/>
              <a:gdLst/>
              <a:ahLst/>
              <a:cxnLst/>
              <a:rect l="0" t="0" r="0" b="0"/>
              <a:pathLst>
                <a:path w="33742" h="3574">
                  <a:moveTo>
                    <a:pt x="33742" y="35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29" name="Candidate_receptor__3247">
              <a:extLst>
                <a:ext uri="{FF2B5EF4-FFF2-40B4-BE49-F238E27FC236}">
                  <a16:creationId xmlns:a16="http://schemas.microsoft.com/office/drawing/2014/main" id="{F78B6B44-F244-1696-37E0-C9BDC534DB88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35868" cy="25325"/>
            </a:xfrm>
            <a:custGeom>
              <a:avLst/>
              <a:gdLst/>
              <a:ahLst/>
              <a:cxnLst/>
              <a:rect l="0" t="0" r="0" b="0"/>
              <a:pathLst>
                <a:path w="35868" h="25325">
                  <a:moveTo>
                    <a:pt x="35868" y="25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30" name="Candidate_receptor__3248">
              <a:extLst>
                <a:ext uri="{FF2B5EF4-FFF2-40B4-BE49-F238E27FC236}">
                  <a16:creationId xmlns:a16="http://schemas.microsoft.com/office/drawing/2014/main" id="{6A8E1B2E-9162-23A9-CB37-401930EA1C0D}"/>
                </a:ext>
              </a:extLst>
            </p:cNvPr>
            <p:cNvSpPr>
              <a:spLocks noGrp="1"/>
            </p:cNvSpPr>
            <p:nvPr/>
          </p:nvSpPr>
          <p:spPr>
            <a:xfrm>
              <a:off x="4862291" y="2289398"/>
              <a:ext cx="53568" cy="90516"/>
            </a:xfrm>
            <a:custGeom>
              <a:avLst/>
              <a:gdLst/>
              <a:ahLst/>
              <a:cxnLst/>
              <a:rect l="0" t="0" r="0" b="0"/>
              <a:pathLst>
                <a:path w="53568" h="90516">
                  <a:moveTo>
                    <a:pt x="0" y="90516"/>
                  </a:moveTo>
                  <a:lnTo>
                    <a:pt x="5356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31" name="Candidate_receptor__3249">
              <a:extLst>
                <a:ext uri="{FF2B5EF4-FFF2-40B4-BE49-F238E27FC236}">
                  <a16:creationId xmlns:a16="http://schemas.microsoft.com/office/drawing/2014/main" id="{2932C059-D930-1DF4-0DF8-3B36F0BE61EF}"/>
                </a:ext>
              </a:extLst>
            </p:cNvPr>
            <p:cNvSpPr>
              <a:spLocks noGrp="1"/>
            </p:cNvSpPr>
            <p:nvPr/>
          </p:nvSpPr>
          <p:spPr>
            <a:xfrm>
              <a:off x="5431114" y="2323582"/>
              <a:ext cx="92079" cy="28932"/>
            </a:xfrm>
            <a:custGeom>
              <a:avLst/>
              <a:gdLst/>
              <a:ahLst/>
              <a:cxnLst/>
              <a:rect l="0" t="0" r="0" b="0"/>
              <a:pathLst>
                <a:path w="92079" h="28932">
                  <a:moveTo>
                    <a:pt x="92079" y="28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32" name="Candidate_receptor__3250">
              <a:extLst>
                <a:ext uri="{FF2B5EF4-FFF2-40B4-BE49-F238E27FC236}">
                  <a16:creationId xmlns:a16="http://schemas.microsoft.com/office/drawing/2014/main" id="{5938746D-0F54-A857-FF31-D46287DAF87B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620444"/>
              <a:ext cx="19394" cy="107809"/>
            </a:xfrm>
            <a:custGeom>
              <a:avLst/>
              <a:gdLst/>
              <a:ahLst/>
              <a:cxnLst/>
              <a:rect l="0" t="0" r="0" b="0"/>
              <a:pathLst>
                <a:path w="19394" h="107809">
                  <a:moveTo>
                    <a:pt x="19394" y="0"/>
                  </a:moveTo>
                  <a:lnTo>
                    <a:pt x="0" y="10780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33" name="Candidate_receptor__3251">
              <a:extLst>
                <a:ext uri="{FF2B5EF4-FFF2-40B4-BE49-F238E27FC236}">
                  <a16:creationId xmlns:a16="http://schemas.microsoft.com/office/drawing/2014/main" id="{F345C2B8-C06B-B8BC-6810-F4E71897E38C}"/>
                </a:ext>
              </a:extLst>
            </p:cNvPr>
            <p:cNvSpPr>
              <a:spLocks noGrp="1"/>
            </p:cNvSpPr>
            <p:nvPr/>
          </p:nvSpPr>
          <p:spPr>
            <a:xfrm>
              <a:off x="4754577" y="2379914"/>
              <a:ext cx="107714" cy="4389"/>
            </a:xfrm>
            <a:custGeom>
              <a:avLst/>
              <a:gdLst/>
              <a:ahLst/>
              <a:cxnLst/>
              <a:rect l="0" t="0" r="0" b="0"/>
              <a:pathLst>
                <a:path w="107714" h="4389">
                  <a:moveTo>
                    <a:pt x="0" y="4389"/>
                  </a:moveTo>
                  <a:lnTo>
                    <a:pt x="10771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34" name="Candidate_receptor__3252">
              <a:extLst>
                <a:ext uri="{FF2B5EF4-FFF2-40B4-BE49-F238E27FC236}">
                  <a16:creationId xmlns:a16="http://schemas.microsoft.com/office/drawing/2014/main" id="{AAE948B8-7A3B-56C2-8C72-937BE155D443}"/>
                </a:ext>
              </a:extLst>
            </p:cNvPr>
            <p:cNvSpPr>
              <a:spLocks noGrp="1"/>
            </p:cNvSpPr>
            <p:nvPr/>
          </p:nvSpPr>
          <p:spPr>
            <a:xfrm>
              <a:off x="5526252" y="3274726"/>
              <a:ext cx="40748" cy="52615"/>
            </a:xfrm>
            <a:custGeom>
              <a:avLst/>
              <a:gdLst/>
              <a:ahLst/>
              <a:cxnLst/>
              <a:rect l="0" t="0" r="0" b="0"/>
              <a:pathLst>
                <a:path w="40748" h="52615">
                  <a:moveTo>
                    <a:pt x="0" y="0"/>
                  </a:moveTo>
                  <a:lnTo>
                    <a:pt x="40748" y="5261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35" name="Candidate_receptor__3253">
              <a:extLst>
                <a:ext uri="{FF2B5EF4-FFF2-40B4-BE49-F238E27FC236}">
                  <a16:creationId xmlns:a16="http://schemas.microsoft.com/office/drawing/2014/main" id="{CFC53E46-E3A0-75A4-2D43-F58E7E020F28}"/>
                </a:ext>
              </a:extLst>
            </p:cNvPr>
            <p:cNvSpPr>
              <a:spLocks noGrp="1"/>
            </p:cNvSpPr>
            <p:nvPr/>
          </p:nvSpPr>
          <p:spPr>
            <a:xfrm>
              <a:off x="4729565" y="4116460"/>
              <a:ext cx="53777" cy="2820"/>
            </a:xfrm>
            <a:custGeom>
              <a:avLst/>
              <a:gdLst/>
              <a:ahLst/>
              <a:cxnLst/>
              <a:rect l="0" t="0" r="0" b="0"/>
              <a:pathLst>
                <a:path w="53777" h="2820">
                  <a:moveTo>
                    <a:pt x="0" y="0"/>
                  </a:moveTo>
                  <a:lnTo>
                    <a:pt x="53777" y="28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36" name="Candidate_receptor__3254">
              <a:extLst>
                <a:ext uri="{FF2B5EF4-FFF2-40B4-BE49-F238E27FC236}">
                  <a16:creationId xmlns:a16="http://schemas.microsoft.com/office/drawing/2014/main" id="{277ABAA8-C525-8570-E5AA-313106AA8F4A}"/>
                </a:ext>
              </a:extLst>
            </p:cNvPr>
            <p:cNvSpPr>
              <a:spLocks noGrp="1"/>
            </p:cNvSpPr>
            <p:nvPr/>
          </p:nvSpPr>
          <p:spPr>
            <a:xfrm>
              <a:off x="4787995" y="3782187"/>
              <a:ext cx="101831" cy="27793"/>
            </a:xfrm>
            <a:custGeom>
              <a:avLst/>
              <a:gdLst/>
              <a:ahLst/>
              <a:cxnLst/>
              <a:rect l="0" t="0" r="0" b="0"/>
              <a:pathLst>
                <a:path w="101831" h="27793">
                  <a:moveTo>
                    <a:pt x="0" y="27793"/>
                  </a:moveTo>
                  <a:lnTo>
                    <a:pt x="10183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37" name="Candidate_receptor__3255">
              <a:extLst>
                <a:ext uri="{FF2B5EF4-FFF2-40B4-BE49-F238E27FC236}">
                  <a16:creationId xmlns:a16="http://schemas.microsoft.com/office/drawing/2014/main" id="{333D3391-1E1F-68E5-5293-7FC4C7ECEDFA}"/>
                </a:ext>
              </a:extLst>
            </p:cNvPr>
            <p:cNvSpPr>
              <a:spLocks noGrp="1"/>
            </p:cNvSpPr>
            <p:nvPr/>
          </p:nvSpPr>
          <p:spPr>
            <a:xfrm>
              <a:off x="4931096" y="3139140"/>
              <a:ext cx="98774" cy="19976"/>
            </a:xfrm>
            <a:custGeom>
              <a:avLst/>
              <a:gdLst/>
              <a:ahLst/>
              <a:cxnLst/>
              <a:rect l="0" t="0" r="0" b="0"/>
              <a:pathLst>
                <a:path w="98774" h="19976">
                  <a:moveTo>
                    <a:pt x="0" y="0"/>
                  </a:moveTo>
                  <a:lnTo>
                    <a:pt x="98774" y="199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38" name="Candidate_receptor__3256">
              <a:extLst>
                <a:ext uri="{FF2B5EF4-FFF2-40B4-BE49-F238E27FC236}">
                  <a16:creationId xmlns:a16="http://schemas.microsoft.com/office/drawing/2014/main" id="{CB8F2A82-4E70-8E30-45AE-2FAB5CAF580B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859037"/>
              <a:ext cx="25363" cy="97083"/>
            </a:xfrm>
            <a:custGeom>
              <a:avLst/>
              <a:gdLst/>
              <a:ahLst/>
              <a:cxnLst/>
              <a:rect l="0" t="0" r="0" b="0"/>
              <a:pathLst>
                <a:path w="25363" h="97083">
                  <a:moveTo>
                    <a:pt x="0" y="97083"/>
                  </a:moveTo>
                  <a:lnTo>
                    <a:pt x="2536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39" name="Candidate_receptor__3257">
              <a:extLst>
                <a:ext uri="{FF2B5EF4-FFF2-40B4-BE49-F238E27FC236}">
                  <a16:creationId xmlns:a16="http://schemas.microsoft.com/office/drawing/2014/main" id="{D3CDAA79-EF28-645C-8AAD-71267DA5B2C6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725137"/>
              <a:ext cx="110543" cy="30867"/>
            </a:xfrm>
            <a:custGeom>
              <a:avLst/>
              <a:gdLst/>
              <a:ahLst/>
              <a:cxnLst/>
              <a:rect l="0" t="0" r="0" b="0"/>
              <a:pathLst>
                <a:path w="110543" h="30867">
                  <a:moveTo>
                    <a:pt x="110543" y="30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40" name="Candidate_receptor__3258">
              <a:extLst>
                <a:ext uri="{FF2B5EF4-FFF2-40B4-BE49-F238E27FC236}">
                  <a16:creationId xmlns:a16="http://schemas.microsoft.com/office/drawing/2014/main" id="{AD0F70B5-B9E6-6D51-C5D7-E0BA8FBCFB8F}"/>
                </a:ext>
              </a:extLst>
            </p:cNvPr>
            <p:cNvSpPr>
              <a:spLocks noGrp="1"/>
            </p:cNvSpPr>
            <p:nvPr/>
          </p:nvSpPr>
          <p:spPr>
            <a:xfrm>
              <a:off x="5616301" y="2037055"/>
              <a:ext cx="109528" cy="25286"/>
            </a:xfrm>
            <a:custGeom>
              <a:avLst/>
              <a:gdLst/>
              <a:ahLst/>
              <a:cxnLst/>
              <a:rect l="0" t="0" r="0" b="0"/>
              <a:pathLst>
                <a:path w="109528" h="25286">
                  <a:moveTo>
                    <a:pt x="109528" y="0"/>
                  </a:moveTo>
                  <a:lnTo>
                    <a:pt x="0" y="252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41" name="Candidate_receptor__3259">
              <a:extLst>
                <a:ext uri="{FF2B5EF4-FFF2-40B4-BE49-F238E27FC236}">
                  <a16:creationId xmlns:a16="http://schemas.microsoft.com/office/drawing/2014/main" id="{F0650964-AB3A-D673-BF14-1A8DAE9C9BDE}"/>
                </a:ext>
              </a:extLst>
            </p:cNvPr>
            <p:cNvSpPr>
              <a:spLocks noGrp="1"/>
            </p:cNvSpPr>
            <p:nvPr/>
          </p:nvSpPr>
          <p:spPr>
            <a:xfrm>
              <a:off x="4549115" y="2950697"/>
              <a:ext cx="40354" cy="40854"/>
            </a:xfrm>
            <a:custGeom>
              <a:avLst/>
              <a:gdLst/>
              <a:ahLst/>
              <a:cxnLst/>
              <a:rect l="0" t="0" r="0" b="0"/>
              <a:pathLst>
                <a:path w="40354" h="40854">
                  <a:moveTo>
                    <a:pt x="0" y="40854"/>
                  </a:moveTo>
                  <a:lnTo>
                    <a:pt x="4035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42" name="Candidate_receptor__3260">
              <a:extLst>
                <a:ext uri="{FF2B5EF4-FFF2-40B4-BE49-F238E27FC236}">
                  <a16:creationId xmlns:a16="http://schemas.microsoft.com/office/drawing/2014/main" id="{7839CE4E-2907-3AD0-3B30-6DE3A1BAD4C1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2923"/>
              <a:ext cx="107901" cy="5323"/>
            </a:xfrm>
            <a:custGeom>
              <a:avLst/>
              <a:gdLst/>
              <a:ahLst/>
              <a:cxnLst/>
              <a:rect l="0" t="0" r="0" b="0"/>
              <a:pathLst>
                <a:path w="107901" h="5323">
                  <a:moveTo>
                    <a:pt x="107901" y="0"/>
                  </a:moveTo>
                  <a:lnTo>
                    <a:pt x="0" y="532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43" name="Candidate_receptor__3261">
              <a:extLst>
                <a:ext uri="{FF2B5EF4-FFF2-40B4-BE49-F238E27FC236}">
                  <a16:creationId xmlns:a16="http://schemas.microsoft.com/office/drawing/2014/main" id="{1762817F-2FB4-EC7F-776F-7C96EEDD4001}"/>
                </a:ext>
              </a:extLst>
            </p:cNvPr>
            <p:cNvSpPr>
              <a:spLocks noGrp="1"/>
            </p:cNvSpPr>
            <p:nvPr/>
          </p:nvSpPr>
          <p:spPr>
            <a:xfrm>
              <a:off x="4685189" y="2384303"/>
              <a:ext cx="69388" cy="76351"/>
            </a:xfrm>
            <a:custGeom>
              <a:avLst/>
              <a:gdLst/>
              <a:ahLst/>
              <a:cxnLst/>
              <a:rect l="0" t="0" r="0" b="0"/>
              <a:pathLst>
                <a:path w="69388" h="76351">
                  <a:moveTo>
                    <a:pt x="0" y="76351"/>
                  </a:moveTo>
                  <a:lnTo>
                    <a:pt x="6938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44" name="Candidate_receptor__3262">
              <a:extLst>
                <a:ext uri="{FF2B5EF4-FFF2-40B4-BE49-F238E27FC236}">
                  <a16:creationId xmlns:a16="http://schemas.microsoft.com/office/drawing/2014/main" id="{B0CCB7FA-32E5-C6CE-7925-AB5B4D07B0EB}"/>
                </a:ext>
              </a:extLst>
            </p:cNvPr>
            <p:cNvSpPr>
              <a:spLocks noGrp="1"/>
            </p:cNvSpPr>
            <p:nvPr/>
          </p:nvSpPr>
          <p:spPr>
            <a:xfrm>
              <a:off x="4584690" y="2460655"/>
              <a:ext cx="100499" cy="26262"/>
            </a:xfrm>
            <a:custGeom>
              <a:avLst/>
              <a:gdLst/>
              <a:ahLst/>
              <a:cxnLst/>
              <a:rect l="0" t="0" r="0" b="0"/>
              <a:pathLst>
                <a:path w="100499" h="26262">
                  <a:moveTo>
                    <a:pt x="0" y="26262"/>
                  </a:moveTo>
                  <a:lnTo>
                    <a:pt x="10049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45" name="Candidate_receptor__3263">
              <a:extLst>
                <a:ext uri="{FF2B5EF4-FFF2-40B4-BE49-F238E27FC236}">
                  <a16:creationId xmlns:a16="http://schemas.microsoft.com/office/drawing/2014/main" id="{B31B739C-028D-BFAA-A603-A97CC3863A08}"/>
                </a:ext>
              </a:extLst>
            </p:cNvPr>
            <p:cNvSpPr>
              <a:spLocks noGrp="1"/>
            </p:cNvSpPr>
            <p:nvPr/>
          </p:nvSpPr>
          <p:spPr>
            <a:xfrm>
              <a:off x="5606177" y="2604347"/>
              <a:ext cx="23789" cy="46301"/>
            </a:xfrm>
            <a:custGeom>
              <a:avLst/>
              <a:gdLst/>
              <a:ahLst/>
              <a:cxnLst/>
              <a:rect l="0" t="0" r="0" b="0"/>
              <a:pathLst>
                <a:path w="23789" h="46301">
                  <a:moveTo>
                    <a:pt x="0" y="46301"/>
                  </a:moveTo>
                  <a:lnTo>
                    <a:pt x="237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46" name="Candidate_receptor__3264">
              <a:extLst>
                <a:ext uri="{FF2B5EF4-FFF2-40B4-BE49-F238E27FC236}">
                  <a16:creationId xmlns:a16="http://schemas.microsoft.com/office/drawing/2014/main" id="{1E6A6C43-777B-D839-7FA6-7ED2D203374D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615921"/>
              <a:ext cx="37953" cy="109216"/>
            </a:xfrm>
            <a:custGeom>
              <a:avLst/>
              <a:gdLst/>
              <a:ahLst/>
              <a:cxnLst/>
              <a:rect l="0" t="0" r="0" b="0"/>
              <a:pathLst>
                <a:path w="37953" h="109216">
                  <a:moveTo>
                    <a:pt x="0" y="109216"/>
                  </a:moveTo>
                  <a:lnTo>
                    <a:pt x="3795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47" name="Candidate_receptor__3265">
              <a:extLst>
                <a:ext uri="{FF2B5EF4-FFF2-40B4-BE49-F238E27FC236}">
                  <a16:creationId xmlns:a16="http://schemas.microsoft.com/office/drawing/2014/main" id="{85AAF4CF-AD8C-D851-BCCF-05226013401F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415837"/>
              <a:ext cx="5139" cy="112186"/>
            </a:xfrm>
            <a:custGeom>
              <a:avLst/>
              <a:gdLst/>
              <a:ahLst/>
              <a:cxnLst/>
              <a:rect l="0" t="0" r="0" b="0"/>
              <a:pathLst>
                <a:path w="5139" h="112186">
                  <a:moveTo>
                    <a:pt x="0" y="0"/>
                  </a:moveTo>
                  <a:lnTo>
                    <a:pt x="5139" y="1121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48" name="Candidate_receptor__3266">
              <a:extLst>
                <a:ext uri="{FF2B5EF4-FFF2-40B4-BE49-F238E27FC236}">
                  <a16:creationId xmlns:a16="http://schemas.microsoft.com/office/drawing/2014/main" id="{A65E9DCE-BD80-EE68-8EC4-3DE376D568AD}"/>
                </a:ext>
              </a:extLst>
            </p:cNvPr>
            <p:cNvSpPr>
              <a:spLocks noGrp="1"/>
            </p:cNvSpPr>
            <p:nvPr/>
          </p:nvSpPr>
          <p:spPr>
            <a:xfrm>
              <a:off x="4497389" y="2486916"/>
              <a:ext cx="87301" cy="16272"/>
            </a:xfrm>
            <a:custGeom>
              <a:avLst/>
              <a:gdLst/>
              <a:ahLst/>
              <a:cxnLst/>
              <a:rect l="0" t="0" r="0" b="0"/>
              <a:pathLst>
                <a:path w="87301" h="16272">
                  <a:moveTo>
                    <a:pt x="0" y="16272"/>
                  </a:moveTo>
                  <a:lnTo>
                    <a:pt x="873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49" name="Candidate_receptor__3267">
              <a:extLst>
                <a:ext uri="{FF2B5EF4-FFF2-40B4-BE49-F238E27FC236}">
                  <a16:creationId xmlns:a16="http://schemas.microsoft.com/office/drawing/2014/main" id="{083EE221-DD9A-A73B-BEAF-675DE48728B1}"/>
                </a:ext>
              </a:extLst>
            </p:cNvPr>
            <p:cNvSpPr>
              <a:spLocks noGrp="1"/>
            </p:cNvSpPr>
            <p:nvPr/>
          </p:nvSpPr>
          <p:spPr>
            <a:xfrm>
              <a:off x="6036513" y="3379363"/>
              <a:ext cx="93006" cy="45411"/>
            </a:xfrm>
            <a:custGeom>
              <a:avLst/>
              <a:gdLst/>
              <a:ahLst/>
              <a:cxnLst/>
              <a:rect l="0" t="0" r="0" b="0"/>
              <a:pathLst>
                <a:path w="93006" h="45411">
                  <a:moveTo>
                    <a:pt x="93006" y="45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50" name="Candidate_receptor__3268">
              <a:extLst>
                <a:ext uri="{FF2B5EF4-FFF2-40B4-BE49-F238E27FC236}">
                  <a16:creationId xmlns:a16="http://schemas.microsoft.com/office/drawing/2014/main" id="{0FA0A823-3C9C-02A0-CC3E-0FCF48F0A637}"/>
                </a:ext>
              </a:extLst>
            </p:cNvPr>
            <p:cNvSpPr>
              <a:spLocks noGrp="1"/>
            </p:cNvSpPr>
            <p:nvPr/>
          </p:nvSpPr>
          <p:spPr>
            <a:xfrm>
              <a:off x="4925296" y="3913609"/>
              <a:ext cx="56923" cy="11049"/>
            </a:xfrm>
            <a:custGeom>
              <a:avLst/>
              <a:gdLst/>
              <a:ahLst/>
              <a:cxnLst/>
              <a:rect l="0" t="0" r="0" b="0"/>
              <a:pathLst>
                <a:path w="56923" h="11049">
                  <a:moveTo>
                    <a:pt x="0" y="0"/>
                  </a:moveTo>
                  <a:lnTo>
                    <a:pt x="56923" y="1104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51" name="Candidate_receptor__3269">
              <a:extLst>
                <a:ext uri="{FF2B5EF4-FFF2-40B4-BE49-F238E27FC236}">
                  <a16:creationId xmlns:a16="http://schemas.microsoft.com/office/drawing/2014/main" id="{227B9AD6-EEF1-56E1-ED2A-57E542F53409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74825" cy="55714"/>
            </a:xfrm>
            <a:custGeom>
              <a:avLst/>
              <a:gdLst/>
              <a:ahLst/>
              <a:cxnLst/>
              <a:rect l="0" t="0" r="0" b="0"/>
              <a:pathLst>
                <a:path w="74825" h="55714">
                  <a:moveTo>
                    <a:pt x="0" y="0"/>
                  </a:moveTo>
                  <a:lnTo>
                    <a:pt x="74825" y="5571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52" name="Candidate_receptor__3270">
              <a:extLst>
                <a:ext uri="{FF2B5EF4-FFF2-40B4-BE49-F238E27FC236}">
                  <a16:creationId xmlns:a16="http://schemas.microsoft.com/office/drawing/2014/main" id="{66355B85-B6C2-7BC2-CFAA-3B7F04016E3B}"/>
                </a:ext>
              </a:extLst>
            </p:cNvPr>
            <p:cNvSpPr>
              <a:spLocks noGrp="1"/>
            </p:cNvSpPr>
            <p:nvPr/>
          </p:nvSpPr>
          <p:spPr>
            <a:xfrm>
              <a:off x="4031115" y="2599465"/>
              <a:ext cx="62488" cy="44601"/>
            </a:xfrm>
            <a:custGeom>
              <a:avLst/>
              <a:gdLst/>
              <a:ahLst/>
              <a:cxnLst/>
              <a:rect l="0" t="0" r="0" b="0"/>
              <a:pathLst>
                <a:path w="62488" h="44601">
                  <a:moveTo>
                    <a:pt x="62488" y="0"/>
                  </a:moveTo>
                  <a:lnTo>
                    <a:pt x="0" y="4460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53" name="Candidate_receptor__3271">
              <a:extLst>
                <a:ext uri="{FF2B5EF4-FFF2-40B4-BE49-F238E27FC236}">
                  <a16:creationId xmlns:a16="http://schemas.microsoft.com/office/drawing/2014/main" id="{22375137-9019-5B8B-0C09-AE7D02165DE6}"/>
                </a:ext>
              </a:extLst>
            </p:cNvPr>
            <p:cNvSpPr>
              <a:spLocks noGrp="1"/>
            </p:cNvSpPr>
            <p:nvPr/>
          </p:nvSpPr>
          <p:spPr>
            <a:xfrm>
              <a:off x="3868077" y="3019298"/>
              <a:ext cx="14230" cy="82096"/>
            </a:xfrm>
            <a:custGeom>
              <a:avLst/>
              <a:gdLst/>
              <a:ahLst/>
              <a:cxnLst/>
              <a:rect l="0" t="0" r="0" b="0"/>
              <a:pathLst>
                <a:path w="14230" h="82096">
                  <a:moveTo>
                    <a:pt x="14230" y="0"/>
                  </a:moveTo>
                  <a:lnTo>
                    <a:pt x="0" y="8209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54" name="Candidate_receptor__3272">
              <a:extLst>
                <a:ext uri="{FF2B5EF4-FFF2-40B4-BE49-F238E27FC236}">
                  <a16:creationId xmlns:a16="http://schemas.microsoft.com/office/drawing/2014/main" id="{17E42990-B0F5-5146-85EB-F16E7C4787D2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89418"/>
              <a:ext cx="16876" cy="112433"/>
            </a:xfrm>
            <a:custGeom>
              <a:avLst/>
              <a:gdLst/>
              <a:ahLst/>
              <a:cxnLst/>
              <a:rect l="0" t="0" r="0" b="0"/>
              <a:pathLst>
                <a:path w="16876" h="112433">
                  <a:moveTo>
                    <a:pt x="0" y="0"/>
                  </a:moveTo>
                  <a:lnTo>
                    <a:pt x="16876" y="11243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55" name="Candidate_receptor__3273">
              <a:extLst>
                <a:ext uri="{FF2B5EF4-FFF2-40B4-BE49-F238E27FC236}">
                  <a16:creationId xmlns:a16="http://schemas.microsoft.com/office/drawing/2014/main" id="{7F0EEF52-E1BD-DBB3-519B-E11171F62E3C}"/>
                </a:ext>
              </a:extLst>
            </p:cNvPr>
            <p:cNvSpPr>
              <a:spLocks noGrp="1"/>
            </p:cNvSpPr>
            <p:nvPr/>
          </p:nvSpPr>
          <p:spPr>
            <a:xfrm>
              <a:off x="5126040" y="3619399"/>
              <a:ext cx="64673" cy="91987"/>
            </a:xfrm>
            <a:custGeom>
              <a:avLst/>
              <a:gdLst/>
              <a:ahLst/>
              <a:cxnLst/>
              <a:rect l="0" t="0" r="0" b="0"/>
              <a:pathLst>
                <a:path w="64673" h="91987">
                  <a:moveTo>
                    <a:pt x="0" y="0"/>
                  </a:moveTo>
                  <a:lnTo>
                    <a:pt x="64673" y="919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56" name="Candidate_receptor__3274">
              <a:extLst>
                <a:ext uri="{FF2B5EF4-FFF2-40B4-BE49-F238E27FC236}">
                  <a16:creationId xmlns:a16="http://schemas.microsoft.com/office/drawing/2014/main" id="{6756D349-7746-27F5-EBB9-1610C02A5B3E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99836"/>
              <a:ext cx="38858" cy="94638"/>
            </a:xfrm>
            <a:custGeom>
              <a:avLst/>
              <a:gdLst/>
              <a:ahLst/>
              <a:cxnLst/>
              <a:rect l="0" t="0" r="0" b="0"/>
              <a:pathLst>
                <a:path w="38858" h="94638">
                  <a:moveTo>
                    <a:pt x="38858" y="946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57" name="Candidate_receptor__3275">
              <a:extLst>
                <a:ext uri="{FF2B5EF4-FFF2-40B4-BE49-F238E27FC236}">
                  <a16:creationId xmlns:a16="http://schemas.microsoft.com/office/drawing/2014/main" id="{1EEF77D9-1C8F-22F2-B478-E10DE14E52DF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9188" cy="77636"/>
            </a:xfrm>
            <a:custGeom>
              <a:avLst/>
              <a:gdLst/>
              <a:ahLst/>
              <a:cxnLst/>
              <a:rect l="0" t="0" r="0" b="0"/>
              <a:pathLst>
                <a:path w="9188" h="77636">
                  <a:moveTo>
                    <a:pt x="0" y="0"/>
                  </a:moveTo>
                  <a:lnTo>
                    <a:pt x="9188" y="7763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58" name="Candidate_receptor__3276">
              <a:extLst>
                <a:ext uri="{FF2B5EF4-FFF2-40B4-BE49-F238E27FC236}">
                  <a16:creationId xmlns:a16="http://schemas.microsoft.com/office/drawing/2014/main" id="{95D28FC0-B939-A5FA-268A-E27D6748F26C}"/>
                </a:ext>
              </a:extLst>
            </p:cNvPr>
            <p:cNvSpPr>
              <a:spLocks noGrp="1"/>
            </p:cNvSpPr>
            <p:nvPr/>
          </p:nvSpPr>
          <p:spPr>
            <a:xfrm>
              <a:off x="5483220" y="2703179"/>
              <a:ext cx="28798" cy="92986"/>
            </a:xfrm>
            <a:custGeom>
              <a:avLst/>
              <a:gdLst/>
              <a:ahLst/>
              <a:cxnLst/>
              <a:rect l="0" t="0" r="0" b="0"/>
              <a:pathLst>
                <a:path w="28798" h="92986">
                  <a:moveTo>
                    <a:pt x="0" y="92986"/>
                  </a:moveTo>
                  <a:lnTo>
                    <a:pt x="28798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59" name="Candidate_receptor__3277">
              <a:extLst>
                <a:ext uri="{FF2B5EF4-FFF2-40B4-BE49-F238E27FC236}">
                  <a16:creationId xmlns:a16="http://schemas.microsoft.com/office/drawing/2014/main" id="{4FCC536A-56A1-2ED6-59F5-62C336417C7E}"/>
                </a:ext>
              </a:extLst>
            </p:cNvPr>
            <p:cNvSpPr>
              <a:spLocks noGrp="1"/>
            </p:cNvSpPr>
            <p:nvPr/>
          </p:nvSpPr>
          <p:spPr>
            <a:xfrm>
              <a:off x="4369410" y="3557942"/>
              <a:ext cx="73889" cy="1255"/>
            </a:xfrm>
            <a:custGeom>
              <a:avLst/>
              <a:gdLst/>
              <a:ahLst/>
              <a:cxnLst/>
              <a:rect l="0" t="0" r="0" b="0"/>
              <a:pathLst>
                <a:path w="73889" h="1255">
                  <a:moveTo>
                    <a:pt x="0" y="1255"/>
                  </a:moveTo>
                  <a:lnTo>
                    <a:pt x="738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60" name="Candidate_receptor__3278">
              <a:extLst>
                <a:ext uri="{FF2B5EF4-FFF2-40B4-BE49-F238E27FC236}">
                  <a16:creationId xmlns:a16="http://schemas.microsoft.com/office/drawing/2014/main" id="{F61930DA-7BEC-8089-AF2C-55E700CBF3F1}"/>
                </a:ext>
              </a:extLst>
            </p:cNvPr>
            <p:cNvSpPr>
              <a:spLocks noGrp="1"/>
            </p:cNvSpPr>
            <p:nvPr/>
          </p:nvSpPr>
          <p:spPr>
            <a:xfrm>
              <a:off x="4571793" y="3355090"/>
              <a:ext cx="67685" cy="38787"/>
            </a:xfrm>
            <a:custGeom>
              <a:avLst/>
              <a:gdLst/>
              <a:ahLst/>
              <a:cxnLst/>
              <a:rect l="0" t="0" r="0" b="0"/>
              <a:pathLst>
                <a:path w="67685" h="38787">
                  <a:moveTo>
                    <a:pt x="67685" y="0"/>
                  </a:moveTo>
                  <a:lnTo>
                    <a:pt x="0" y="3878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61" name="Candidate_receptor__3279">
              <a:extLst>
                <a:ext uri="{FF2B5EF4-FFF2-40B4-BE49-F238E27FC236}">
                  <a16:creationId xmlns:a16="http://schemas.microsoft.com/office/drawing/2014/main" id="{B1E4CAF9-C783-41CF-DDA4-A864792A3AFF}"/>
                </a:ext>
              </a:extLst>
            </p:cNvPr>
            <p:cNvSpPr>
              <a:spLocks noGrp="1"/>
            </p:cNvSpPr>
            <p:nvPr/>
          </p:nvSpPr>
          <p:spPr>
            <a:xfrm>
              <a:off x="5958757" y="2235455"/>
              <a:ext cx="24407" cy="80198"/>
            </a:xfrm>
            <a:custGeom>
              <a:avLst/>
              <a:gdLst/>
              <a:ahLst/>
              <a:cxnLst/>
              <a:rect l="0" t="0" r="0" b="0"/>
              <a:pathLst>
                <a:path w="24407" h="80198">
                  <a:moveTo>
                    <a:pt x="0" y="80198"/>
                  </a:moveTo>
                  <a:lnTo>
                    <a:pt x="2440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62" name="Candidate_receptor__3280">
              <a:extLst>
                <a:ext uri="{FF2B5EF4-FFF2-40B4-BE49-F238E27FC236}">
                  <a16:creationId xmlns:a16="http://schemas.microsoft.com/office/drawing/2014/main" id="{27BDBC9B-778C-8E24-AE00-32D50E496C87}"/>
                </a:ext>
              </a:extLst>
            </p:cNvPr>
            <p:cNvSpPr>
              <a:spLocks noGrp="1"/>
            </p:cNvSpPr>
            <p:nvPr/>
          </p:nvSpPr>
          <p:spPr>
            <a:xfrm>
              <a:off x="5952366" y="2315653"/>
              <a:ext cx="6392" cy="82056"/>
            </a:xfrm>
            <a:custGeom>
              <a:avLst/>
              <a:gdLst/>
              <a:ahLst/>
              <a:cxnLst/>
              <a:rect l="0" t="0" r="0" b="0"/>
              <a:pathLst>
                <a:path w="6392" h="82056">
                  <a:moveTo>
                    <a:pt x="0" y="82056"/>
                  </a:moveTo>
                  <a:lnTo>
                    <a:pt x="639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63" name="Candidate_receptor__3281">
              <a:extLst>
                <a:ext uri="{FF2B5EF4-FFF2-40B4-BE49-F238E27FC236}">
                  <a16:creationId xmlns:a16="http://schemas.microsoft.com/office/drawing/2014/main" id="{58BBA3B8-0CC1-621C-3F9D-37D0905289EF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070880"/>
              <a:ext cx="99377" cy="52737"/>
            </a:xfrm>
            <a:custGeom>
              <a:avLst/>
              <a:gdLst/>
              <a:ahLst/>
              <a:cxnLst/>
              <a:rect l="0" t="0" r="0" b="0"/>
              <a:pathLst>
                <a:path w="99377" h="52737">
                  <a:moveTo>
                    <a:pt x="0" y="52737"/>
                  </a:moveTo>
                  <a:lnTo>
                    <a:pt x="993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64" name="Candidate_receptor__3282">
              <a:extLst>
                <a:ext uri="{FF2B5EF4-FFF2-40B4-BE49-F238E27FC236}">
                  <a16:creationId xmlns:a16="http://schemas.microsoft.com/office/drawing/2014/main" id="{5C775EA5-A6E8-EDF1-DFBB-435D0CAFB8E6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728254"/>
              <a:ext cx="110848" cy="6506"/>
            </a:xfrm>
            <a:custGeom>
              <a:avLst/>
              <a:gdLst/>
              <a:ahLst/>
              <a:cxnLst/>
              <a:rect l="0" t="0" r="0" b="0"/>
              <a:pathLst>
                <a:path w="110848" h="6506">
                  <a:moveTo>
                    <a:pt x="0" y="0"/>
                  </a:moveTo>
                  <a:lnTo>
                    <a:pt x="110848" y="65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65" name="Candidate_receptor__3283">
              <a:extLst>
                <a:ext uri="{FF2B5EF4-FFF2-40B4-BE49-F238E27FC236}">
                  <a16:creationId xmlns:a16="http://schemas.microsoft.com/office/drawing/2014/main" id="{5043A0FE-34EB-335F-E4AA-AE8F44B312B1}"/>
                </a:ext>
              </a:extLst>
            </p:cNvPr>
            <p:cNvSpPr>
              <a:spLocks noGrp="1"/>
            </p:cNvSpPr>
            <p:nvPr/>
          </p:nvSpPr>
          <p:spPr>
            <a:xfrm>
              <a:off x="5725829" y="1929793"/>
              <a:ext cx="14364" cy="107262"/>
            </a:xfrm>
            <a:custGeom>
              <a:avLst/>
              <a:gdLst/>
              <a:ahLst/>
              <a:cxnLst/>
              <a:rect l="0" t="0" r="0" b="0"/>
              <a:pathLst>
                <a:path w="14364" h="107262">
                  <a:moveTo>
                    <a:pt x="14364" y="0"/>
                  </a:moveTo>
                  <a:lnTo>
                    <a:pt x="0" y="1072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66" name="Candidate_receptor__3284">
              <a:extLst>
                <a:ext uri="{FF2B5EF4-FFF2-40B4-BE49-F238E27FC236}">
                  <a16:creationId xmlns:a16="http://schemas.microsoft.com/office/drawing/2014/main" id="{8B86310A-7187-E8AE-280D-9D45F9BC34E0}"/>
                </a:ext>
              </a:extLst>
            </p:cNvPr>
            <p:cNvSpPr>
              <a:spLocks noGrp="1"/>
            </p:cNvSpPr>
            <p:nvPr/>
          </p:nvSpPr>
          <p:spPr>
            <a:xfrm>
              <a:off x="4526978" y="4183614"/>
              <a:ext cx="110176" cy="5690"/>
            </a:xfrm>
            <a:custGeom>
              <a:avLst/>
              <a:gdLst/>
              <a:ahLst/>
              <a:cxnLst/>
              <a:rect l="0" t="0" r="0" b="0"/>
              <a:pathLst>
                <a:path w="110176" h="5690">
                  <a:moveTo>
                    <a:pt x="0" y="5690"/>
                  </a:moveTo>
                  <a:lnTo>
                    <a:pt x="11017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67" name="Candidate_receptor__3285">
              <a:extLst>
                <a:ext uri="{FF2B5EF4-FFF2-40B4-BE49-F238E27FC236}">
                  <a16:creationId xmlns:a16="http://schemas.microsoft.com/office/drawing/2014/main" id="{F74AB0BD-C7E6-B8A0-2187-6F055AD08843}"/>
                </a:ext>
              </a:extLst>
            </p:cNvPr>
            <p:cNvSpPr>
              <a:spLocks noGrp="1"/>
            </p:cNvSpPr>
            <p:nvPr/>
          </p:nvSpPr>
          <p:spPr>
            <a:xfrm>
              <a:off x="4882350" y="2871452"/>
              <a:ext cx="53939" cy="54754"/>
            </a:xfrm>
            <a:custGeom>
              <a:avLst/>
              <a:gdLst/>
              <a:ahLst/>
              <a:cxnLst/>
              <a:rect l="0" t="0" r="0" b="0"/>
              <a:pathLst>
                <a:path w="53939" h="54754">
                  <a:moveTo>
                    <a:pt x="53939" y="0"/>
                  </a:moveTo>
                  <a:lnTo>
                    <a:pt x="0" y="5475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68" name="Candidate_receptor__3286">
              <a:extLst>
                <a:ext uri="{FF2B5EF4-FFF2-40B4-BE49-F238E27FC236}">
                  <a16:creationId xmlns:a16="http://schemas.microsoft.com/office/drawing/2014/main" id="{7AB31E6D-E0AA-71A5-F9E7-7BAAC3A6302D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252429"/>
              <a:ext cx="19372" cy="506"/>
            </a:xfrm>
            <a:custGeom>
              <a:avLst/>
              <a:gdLst/>
              <a:ahLst/>
              <a:cxnLst/>
              <a:rect l="0" t="0" r="0" b="0"/>
              <a:pathLst>
                <a:path w="19372" h="506">
                  <a:moveTo>
                    <a:pt x="19372" y="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69" name="Candidate_receptor__3287">
              <a:extLst>
                <a:ext uri="{FF2B5EF4-FFF2-40B4-BE49-F238E27FC236}">
                  <a16:creationId xmlns:a16="http://schemas.microsoft.com/office/drawing/2014/main" id="{010DAC84-CEE7-217B-344E-8D4C58751BBA}"/>
                </a:ext>
              </a:extLst>
            </p:cNvPr>
            <p:cNvSpPr>
              <a:spLocks noGrp="1"/>
            </p:cNvSpPr>
            <p:nvPr/>
          </p:nvSpPr>
          <p:spPr>
            <a:xfrm>
              <a:off x="5788279" y="3909100"/>
              <a:ext cx="111562" cy="3634"/>
            </a:xfrm>
            <a:custGeom>
              <a:avLst/>
              <a:gdLst/>
              <a:ahLst/>
              <a:cxnLst/>
              <a:rect l="0" t="0" r="0" b="0"/>
              <a:pathLst>
                <a:path w="111562" h="3634">
                  <a:moveTo>
                    <a:pt x="111562" y="3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70" name="Candidate_receptor__3288">
              <a:extLst>
                <a:ext uri="{FF2B5EF4-FFF2-40B4-BE49-F238E27FC236}">
                  <a16:creationId xmlns:a16="http://schemas.microsoft.com/office/drawing/2014/main" id="{8E8DF65C-FDB9-BF6C-FD63-7F49BE8D3EE3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495815"/>
              <a:ext cx="17745" cy="5537"/>
            </a:xfrm>
            <a:custGeom>
              <a:avLst/>
              <a:gdLst/>
              <a:ahLst/>
              <a:cxnLst/>
              <a:rect l="0" t="0" r="0" b="0"/>
              <a:pathLst>
                <a:path w="17745" h="5537">
                  <a:moveTo>
                    <a:pt x="17745" y="0"/>
                  </a:moveTo>
                  <a:lnTo>
                    <a:pt x="0" y="553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71" name="Candidate_receptor__3289">
              <a:extLst>
                <a:ext uri="{FF2B5EF4-FFF2-40B4-BE49-F238E27FC236}">
                  <a16:creationId xmlns:a16="http://schemas.microsoft.com/office/drawing/2014/main" id="{CAFF3B83-6E49-4493-8613-AC55C2C42ADD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97386" cy="34176"/>
            </a:xfrm>
            <a:custGeom>
              <a:avLst/>
              <a:gdLst/>
              <a:ahLst/>
              <a:cxnLst/>
              <a:rect l="0" t="0" r="0" b="0"/>
              <a:pathLst>
                <a:path w="97386" h="34176">
                  <a:moveTo>
                    <a:pt x="97386" y="34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72" name="Candidate_receptor__3290">
              <a:extLst>
                <a:ext uri="{FF2B5EF4-FFF2-40B4-BE49-F238E27FC236}">
                  <a16:creationId xmlns:a16="http://schemas.microsoft.com/office/drawing/2014/main" id="{EC0D25AB-6AE0-409B-65AA-47E63EFA6B62}"/>
                </a:ext>
              </a:extLst>
            </p:cNvPr>
            <p:cNvSpPr>
              <a:spLocks noGrp="1"/>
            </p:cNvSpPr>
            <p:nvPr/>
          </p:nvSpPr>
          <p:spPr>
            <a:xfrm>
              <a:off x="4703869" y="2942536"/>
              <a:ext cx="74682" cy="76721"/>
            </a:xfrm>
            <a:custGeom>
              <a:avLst/>
              <a:gdLst/>
              <a:ahLst/>
              <a:cxnLst/>
              <a:rect l="0" t="0" r="0" b="0"/>
              <a:pathLst>
                <a:path w="74682" h="76721">
                  <a:moveTo>
                    <a:pt x="74682" y="0"/>
                  </a:moveTo>
                  <a:lnTo>
                    <a:pt x="0" y="767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73" name="Candidate_receptor__3291">
              <a:extLst>
                <a:ext uri="{FF2B5EF4-FFF2-40B4-BE49-F238E27FC236}">
                  <a16:creationId xmlns:a16="http://schemas.microsoft.com/office/drawing/2014/main" id="{3C3998AB-54B2-C48D-26A8-C4820D61B48F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394632"/>
              <a:ext cx="68769" cy="21204"/>
            </a:xfrm>
            <a:custGeom>
              <a:avLst/>
              <a:gdLst/>
              <a:ahLst/>
              <a:cxnLst/>
              <a:rect l="0" t="0" r="0" b="0"/>
              <a:pathLst>
                <a:path w="68769" h="21204">
                  <a:moveTo>
                    <a:pt x="68769" y="0"/>
                  </a:moveTo>
                  <a:lnTo>
                    <a:pt x="0" y="212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74" name="Candidate_receptor__3292">
              <a:extLst>
                <a:ext uri="{FF2B5EF4-FFF2-40B4-BE49-F238E27FC236}">
                  <a16:creationId xmlns:a16="http://schemas.microsoft.com/office/drawing/2014/main" id="{5E5190A2-D0C2-3381-1ABE-CEDC7FE6CC90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60703"/>
              <a:ext cx="34922" cy="98357"/>
            </a:xfrm>
            <a:custGeom>
              <a:avLst/>
              <a:gdLst/>
              <a:ahLst/>
              <a:cxnLst/>
              <a:rect l="0" t="0" r="0" b="0"/>
              <a:pathLst>
                <a:path w="34922" h="98357">
                  <a:moveTo>
                    <a:pt x="0" y="0"/>
                  </a:moveTo>
                  <a:lnTo>
                    <a:pt x="34922" y="9835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75" name="Candidate_receptor__3293">
              <a:extLst>
                <a:ext uri="{FF2B5EF4-FFF2-40B4-BE49-F238E27FC236}">
                  <a16:creationId xmlns:a16="http://schemas.microsoft.com/office/drawing/2014/main" id="{9CF6D280-4C39-CFEF-10E0-73F5C5BEC9A5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05321"/>
              <a:ext cx="88092" cy="55382"/>
            </a:xfrm>
            <a:custGeom>
              <a:avLst/>
              <a:gdLst/>
              <a:ahLst/>
              <a:cxnLst/>
              <a:rect l="0" t="0" r="0" b="0"/>
              <a:pathLst>
                <a:path w="88092" h="55382">
                  <a:moveTo>
                    <a:pt x="88092" y="0"/>
                  </a:moveTo>
                  <a:lnTo>
                    <a:pt x="0" y="55382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76" name="Candidate_receptor__3294">
              <a:extLst>
                <a:ext uri="{FF2B5EF4-FFF2-40B4-BE49-F238E27FC236}">
                  <a16:creationId xmlns:a16="http://schemas.microsoft.com/office/drawing/2014/main" id="{03BFBACE-D3C0-CB3B-3CA1-B435EEACEF53}"/>
                </a:ext>
              </a:extLst>
            </p:cNvPr>
            <p:cNvSpPr>
              <a:spLocks noGrp="1"/>
            </p:cNvSpPr>
            <p:nvPr/>
          </p:nvSpPr>
          <p:spPr>
            <a:xfrm>
              <a:off x="4438652" y="2348458"/>
              <a:ext cx="106994" cy="10602"/>
            </a:xfrm>
            <a:custGeom>
              <a:avLst/>
              <a:gdLst/>
              <a:ahLst/>
              <a:cxnLst/>
              <a:rect l="0" t="0" r="0" b="0"/>
              <a:pathLst>
                <a:path w="106994" h="10602">
                  <a:moveTo>
                    <a:pt x="0" y="10602"/>
                  </a:moveTo>
                  <a:lnTo>
                    <a:pt x="1069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77" name="Candidate_receptor__3295">
              <a:extLst>
                <a:ext uri="{FF2B5EF4-FFF2-40B4-BE49-F238E27FC236}">
                  <a16:creationId xmlns:a16="http://schemas.microsoft.com/office/drawing/2014/main" id="{2F4621CF-E466-E953-9D74-D19FD03B2785}"/>
                </a:ext>
              </a:extLst>
            </p:cNvPr>
            <p:cNvSpPr>
              <a:spLocks noGrp="1"/>
            </p:cNvSpPr>
            <p:nvPr/>
          </p:nvSpPr>
          <p:spPr>
            <a:xfrm>
              <a:off x="6050278" y="2155784"/>
              <a:ext cx="94923" cy="909"/>
            </a:xfrm>
            <a:custGeom>
              <a:avLst/>
              <a:gdLst/>
              <a:ahLst/>
              <a:cxnLst/>
              <a:rect l="0" t="0" r="0" b="0"/>
              <a:pathLst>
                <a:path w="94923" h="909">
                  <a:moveTo>
                    <a:pt x="94923" y="0"/>
                  </a:moveTo>
                  <a:lnTo>
                    <a:pt x="0" y="909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78" name="Candidate_receptor__3296">
              <a:extLst>
                <a:ext uri="{FF2B5EF4-FFF2-40B4-BE49-F238E27FC236}">
                  <a16:creationId xmlns:a16="http://schemas.microsoft.com/office/drawing/2014/main" id="{BFE5A697-6893-D772-C502-650508918B90}"/>
                </a:ext>
              </a:extLst>
            </p:cNvPr>
            <p:cNvSpPr>
              <a:spLocks noGrp="1"/>
            </p:cNvSpPr>
            <p:nvPr/>
          </p:nvSpPr>
          <p:spPr>
            <a:xfrm>
              <a:off x="4497721" y="2991551"/>
              <a:ext cx="51394" cy="102072"/>
            </a:xfrm>
            <a:custGeom>
              <a:avLst/>
              <a:gdLst/>
              <a:ahLst/>
              <a:cxnLst/>
              <a:rect l="0" t="0" r="0" b="0"/>
              <a:pathLst>
                <a:path w="51394" h="102072">
                  <a:moveTo>
                    <a:pt x="0" y="102072"/>
                  </a:moveTo>
                  <a:lnTo>
                    <a:pt x="513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79" name="Candidate_receptor__3297">
              <a:extLst>
                <a:ext uri="{FF2B5EF4-FFF2-40B4-BE49-F238E27FC236}">
                  <a16:creationId xmlns:a16="http://schemas.microsoft.com/office/drawing/2014/main" id="{CE622E3A-4845-D986-D106-7435BD2ED161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203206"/>
              <a:ext cx="30383" cy="52734"/>
            </a:xfrm>
            <a:custGeom>
              <a:avLst/>
              <a:gdLst/>
              <a:ahLst/>
              <a:cxnLst/>
              <a:rect l="0" t="0" r="0" b="0"/>
              <a:pathLst>
                <a:path w="30383" h="52734">
                  <a:moveTo>
                    <a:pt x="0" y="0"/>
                  </a:moveTo>
                  <a:lnTo>
                    <a:pt x="30383" y="5273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80" name="Candidate_receptor__3298">
              <a:extLst>
                <a:ext uri="{FF2B5EF4-FFF2-40B4-BE49-F238E27FC236}">
                  <a16:creationId xmlns:a16="http://schemas.microsoft.com/office/drawing/2014/main" id="{2DD33680-6F54-1769-9204-5D37C95CEDE3}"/>
                </a:ext>
              </a:extLst>
            </p:cNvPr>
            <p:cNvSpPr>
              <a:spLocks noGrp="1"/>
            </p:cNvSpPr>
            <p:nvPr/>
          </p:nvSpPr>
          <p:spPr>
            <a:xfrm>
              <a:off x="4427997" y="4184092"/>
              <a:ext cx="98981" cy="5211"/>
            </a:xfrm>
            <a:custGeom>
              <a:avLst/>
              <a:gdLst/>
              <a:ahLst/>
              <a:cxnLst/>
              <a:rect l="0" t="0" r="0" b="0"/>
              <a:pathLst>
                <a:path w="98981" h="5211">
                  <a:moveTo>
                    <a:pt x="0" y="0"/>
                  </a:moveTo>
                  <a:lnTo>
                    <a:pt x="98981" y="521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81" name="Candidate_receptor__3299">
              <a:extLst>
                <a:ext uri="{FF2B5EF4-FFF2-40B4-BE49-F238E27FC236}">
                  <a16:creationId xmlns:a16="http://schemas.microsoft.com/office/drawing/2014/main" id="{449BA67B-94CF-5982-441B-BE482F024EB4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379363"/>
              <a:ext cx="70006" cy="91551"/>
            </a:xfrm>
            <a:custGeom>
              <a:avLst/>
              <a:gdLst/>
              <a:ahLst/>
              <a:cxnLst/>
              <a:rect l="0" t="0" r="0" b="0"/>
              <a:pathLst>
                <a:path w="70006" h="91551">
                  <a:moveTo>
                    <a:pt x="70006" y="0"/>
                  </a:moveTo>
                  <a:lnTo>
                    <a:pt x="0" y="9155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82" name="Candidate_receptor__3300">
              <a:extLst>
                <a:ext uri="{FF2B5EF4-FFF2-40B4-BE49-F238E27FC236}">
                  <a16:creationId xmlns:a16="http://schemas.microsoft.com/office/drawing/2014/main" id="{5D30CF06-C0FC-C79A-0AC0-32C597C4BC1F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29583" cy="98688"/>
            </a:xfrm>
            <a:custGeom>
              <a:avLst/>
              <a:gdLst/>
              <a:ahLst/>
              <a:cxnLst/>
              <a:rect l="0" t="0" r="0" b="0"/>
              <a:pathLst>
                <a:path w="29583" h="98688">
                  <a:moveTo>
                    <a:pt x="0" y="0"/>
                  </a:moveTo>
                  <a:lnTo>
                    <a:pt x="29583" y="9868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83" name="Candidate_receptor__3301">
              <a:extLst>
                <a:ext uri="{FF2B5EF4-FFF2-40B4-BE49-F238E27FC236}">
                  <a16:creationId xmlns:a16="http://schemas.microsoft.com/office/drawing/2014/main" id="{FD73C94D-E98D-6D87-935B-EAE0CDA1157E}"/>
                </a:ext>
              </a:extLst>
            </p:cNvPr>
            <p:cNvSpPr>
              <a:spLocks noGrp="1"/>
            </p:cNvSpPr>
            <p:nvPr/>
          </p:nvSpPr>
          <p:spPr>
            <a:xfrm>
              <a:off x="5899841" y="3912734"/>
              <a:ext cx="4376" cy="115370"/>
            </a:xfrm>
            <a:custGeom>
              <a:avLst/>
              <a:gdLst/>
              <a:ahLst/>
              <a:cxnLst/>
              <a:rect l="0" t="0" r="0" b="0"/>
              <a:pathLst>
                <a:path w="4376" h="115370">
                  <a:moveTo>
                    <a:pt x="4376" y="115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84" name="Candidate_receptor__3302">
              <a:extLst>
                <a:ext uri="{FF2B5EF4-FFF2-40B4-BE49-F238E27FC236}">
                  <a16:creationId xmlns:a16="http://schemas.microsoft.com/office/drawing/2014/main" id="{369FBA5E-1F74-AE72-EC48-EFC8E5E0EFE2}"/>
                </a:ext>
              </a:extLst>
            </p:cNvPr>
            <p:cNvSpPr>
              <a:spLocks noGrp="1"/>
            </p:cNvSpPr>
            <p:nvPr/>
          </p:nvSpPr>
          <p:spPr>
            <a:xfrm>
              <a:off x="4637153" y="4116460"/>
              <a:ext cx="92412" cy="67154"/>
            </a:xfrm>
            <a:custGeom>
              <a:avLst/>
              <a:gdLst/>
              <a:ahLst/>
              <a:cxnLst/>
              <a:rect l="0" t="0" r="0" b="0"/>
              <a:pathLst>
                <a:path w="92412" h="67154">
                  <a:moveTo>
                    <a:pt x="0" y="67154"/>
                  </a:moveTo>
                  <a:lnTo>
                    <a:pt x="9241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85" name="Candidate_receptor__3303">
              <a:extLst>
                <a:ext uri="{FF2B5EF4-FFF2-40B4-BE49-F238E27FC236}">
                  <a16:creationId xmlns:a16="http://schemas.microsoft.com/office/drawing/2014/main" id="{3D653E92-9521-D646-BA78-7312D5064299}"/>
                </a:ext>
              </a:extLst>
            </p:cNvPr>
            <p:cNvSpPr>
              <a:spLocks noGrp="1"/>
            </p:cNvSpPr>
            <p:nvPr/>
          </p:nvSpPr>
          <p:spPr>
            <a:xfrm>
              <a:off x="5539131" y="3412132"/>
              <a:ext cx="10386" cy="49129"/>
            </a:xfrm>
            <a:custGeom>
              <a:avLst/>
              <a:gdLst/>
              <a:ahLst/>
              <a:cxnLst/>
              <a:rect l="0" t="0" r="0" b="0"/>
              <a:pathLst>
                <a:path w="10386" h="49129">
                  <a:moveTo>
                    <a:pt x="0" y="0"/>
                  </a:moveTo>
                  <a:lnTo>
                    <a:pt x="10386" y="4912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86" name="Candidate_receptor__3304">
              <a:extLst>
                <a:ext uri="{FF2B5EF4-FFF2-40B4-BE49-F238E27FC236}">
                  <a16:creationId xmlns:a16="http://schemas.microsoft.com/office/drawing/2014/main" id="{3146C90D-2C76-3EC0-2F1C-4ADCC9A9ACAC}"/>
                </a:ext>
              </a:extLst>
            </p:cNvPr>
            <p:cNvSpPr>
              <a:spLocks noGrp="1"/>
            </p:cNvSpPr>
            <p:nvPr/>
          </p:nvSpPr>
          <p:spPr>
            <a:xfrm>
              <a:off x="5648920" y="3722537"/>
              <a:ext cx="24527" cy="33467"/>
            </a:xfrm>
            <a:custGeom>
              <a:avLst/>
              <a:gdLst/>
              <a:ahLst/>
              <a:cxnLst/>
              <a:rect l="0" t="0" r="0" b="0"/>
              <a:pathLst>
                <a:path w="24527" h="33467">
                  <a:moveTo>
                    <a:pt x="24527" y="0"/>
                  </a:moveTo>
                  <a:lnTo>
                    <a:pt x="0" y="3346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87" name="Candidate_receptor__3305">
              <a:extLst>
                <a:ext uri="{FF2B5EF4-FFF2-40B4-BE49-F238E27FC236}">
                  <a16:creationId xmlns:a16="http://schemas.microsoft.com/office/drawing/2014/main" id="{D4AB7033-DCF8-AADB-32D5-05B38495485B}"/>
                </a:ext>
              </a:extLst>
            </p:cNvPr>
            <p:cNvSpPr>
              <a:spLocks noGrp="1"/>
            </p:cNvSpPr>
            <p:nvPr/>
          </p:nvSpPr>
          <p:spPr>
            <a:xfrm>
              <a:off x="4553489" y="3960638"/>
              <a:ext cx="68411" cy="93244"/>
            </a:xfrm>
            <a:custGeom>
              <a:avLst/>
              <a:gdLst/>
              <a:ahLst/>
              <a:cxnLst/>
              <a:rect l="0" t="0" r="0" b="0"/>
              <a:pathLst>
                <a:path w="68411" h="93244">
                  <a:moveTo>
                    <a:pt x="68411" y="0"/>
                  </a:moveTo>
                  <a:lnTo>
                    <a:pt x="0" y="9324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88" name="Candidate_receptor__3306">
              <a:extLst>
                <a:ext uri="{FF2B5EF4-FFF2-40B4-BE49-F238E27FC236}">
                  <a16:creationId xmlns:a16="http://schemas.microsoft.com/office/drawing/2014/main" id="{A8861936-DF6A-0000-572E-33B009BDA281}"/>
                </a:ext>
              </a:extLst>
            </p:cNvPr>
            <p:cNvSpPr>
              <a:spLocks noGrp="1"/>
            </p:cNvSpPr>
            <p:nvPr/>
          </p:nvSpPr>
          <p:spPr>
            <a:xfrm>
              <a:off x="4532320" y="3889061"/>
              <a:ext cx="89580" cy="71576"/>
            </a:xfrm>
            <a:custGeom>
              <a:avLst/>
              <a:gdLst/>
              <a:ahLst/>
              <a:cxnLst/>
              <a:rect l="0" t="0" r="0" b="0"/>
              <a:pathLst>
                <a:path w="89580" h="71576">
                  <a:moveTo>
                    <a:pt x="0" y="0"/>
                  </a:moveTo>
                  <a:lnTo>
                    <a:pt x="89580" y="71576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89" name="Candidate_receptor__3307">
              <a:extLst>
                <a:ext uri="{FF2B5EF4-FFF2-40B4-BE49-F238E27FC236}">
                  <a16:creationId xmlns:a16="http://schemas.microsoft.com/office/drawing/2014/main" id="{656F6364-7633-1028-6E8F-590427EE1453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19399"/>
              <a:ext cx="92481" cy="59583"/>
            </a:xfrm>
            <a:custGeom>
              <a:avLst/>
              <a:gdLst/>
              <a:ahLst/>
              <a:cxnLst/>
              <a:rect l="0" t="0" r="0" b="0"/>
              <a:pathLst>
                <a:path w="92481" h="59583">
                  <a:moveTo>
                    <a:pt x="0" y="59583"/>
                  </a:moveTo>
                  <a:lnTo>
                    <a:pt x="9248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90" name="Candidate_receptor__3308">
              <a:extLst>
                <a:ext uri="{FF2B5EF4-FFF2-40B4-BE49-F238E27FC236}">
                  <a16:creationId xmlns:a16="http://schemas.microsoft.com/office/drawing/2014/main" id="{1776BE2A-A671-F9E3-D5DE-3E666FF82439}"/>
                </a:ext>
              </a:extLst>
            </p:cNvPr>
            <p:cNvSpPr>
              <a:spLocks noGrp="1"/>
            </p:cNvSpPr>
            <p:nvPr/>
          </p:nvSpPr>
          <p:spPr>
            <a:xfrm>
              <a:off x="4936289" y="2871452"/>
              <a:ext cx="100209" cy="25492"/>
            </a:xfrm>
            <a:custGeom>
              <a:avLst/>
              <a:gdLst/>
              <a:ahLst/>
              <a:cxnLst/>
              <a:rect l="0" t="0" r="0" b="0"/>
              <a:pathLst>
                <a:path w="100209" h="25492">
                  <a:moveTo>
                    <a:pt x="100209" y="254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91" name="Candidate_receptor__3309">
              <a:extLst>
                <a:ext uri="{FF2B5EF4-FFF2-40B4-BE49-F238E27FC236}">
                  <a16:creationId xmlns:a16="http://schemas.microsoft.com/office/drawing/2014/main" id="{A801D9EB-1AFE-2C75-B151-D5176CE421A3}"/>
                </a:ext>
              </a:extLst>
            </p:cNvPr>
            <p:cNvSpPr>
              <a:spLocks noGrp="1"/>
            </p:cNvSpPr>
            <p:nvPr/>
          </p:nvSpPr>
          <p:spPr>
            <a:xfrm>
              <a:off x="5740194" y="1868318"/>
              <a:ext cx="97115" cy="61475"/>
            </a:xfrm>
            <a:custGeom>
              <a:avLst/>
              <a:gdLst/>
              <a:ahLst/>
              <a:cxnLst/>
              <a:rect l="0" t="0" r="0" b="0"/>
              <a:pathLst>
                <a:path w="97115" h="61475">
                  <a:moveTo>
                    <a:pt x="97115" y="0"/>
                  </a:moveTo>
                  <a:lnTo>
                    <a:pt x="0" y="6147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92" name="Candidate_receptor__3310">
              <a:extLst>
                <a:ext uri="{FF2B5EF4-FFF2-40B4-BE49-F238E27FC236}">
                  <a16:creationId xmlns:a16="http://schemas.microsoft.com/office/drawing/2014/main" id="{7CC6E636-02A0-1D6B-22EA-A5554F18C766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433744"/>
              <a:ext cx="40275" cy="79680"/>
            </a:xfrm>
            <a:custGeom>
              <a:avLst/>
              <a:gdLst/>
              <a:ahLst/>
              <a:cxnLst/>
              <a:rect l="0" t="0" r="0" b="0"/>
              <a:pathLst>
                <a:path w="40275" h="79680">
                  <a:moveTo>
                    <a:pt x="40275" y="0"/>
                  </a:moveTo>
                  <a:lnTo>
                    <a:pt x="0" y="7968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93" name="Candidate_receptor__3311">
              <a:extLst>
                <a:ext uri="{FF2B5EF4-FFF2-40B4-BE49-F238E27FC236}">
                  <a16:creationId xmlns:a16="http://schemas.microsoft.com/office/drawing/2014/main" id="{E5432CF1-38C5-1057-6B0C-27F3F9B45C3A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956120"/>
              <a:ext cx="101470" cy="17222"/>
            </a:xfrm>
            <a:custGeom>
              <a:avLst/>
              <a:gdLst/>
              <a:ahLst/>
              <a:cxnLst/>
              <a:rect l="0" t="0" r="0" b="0"/>
              <a:pathLst>
                <a:path w="101470" h="17222">
                  <a:moveTo>
                    <a:pt x="101470" y="172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94" name="Candidate_receptor__3312">
              <a:extLst>
                <a:ext uri="{FF2B5EF4-FFF2-40B4-BE49-F238E27FC236}">
                  <a16:creationId xmlns:a16="http://schemas.microsoft.com/office/drawing/2014/main" id="{372BA675-ED10-970F-27C6-1EFD8F26885C}"/>
                </a:ext>
              </a:extLst>
            </p:cNvPr>
            <p:cNvSpPr>
              <a:spLocks noGrp="1"/>
            </p:cNvSpPr>
            <p:nvPr/>
          </p:nvSpPr>
          <p:spPr>
            <a:xfrm>
              <a:off x="5803609" y="2337510"/>
              <a:ext cx="4213" cy="112188"/>
            </a:xfrm>
            <a:custGeom>
              <a:avLst/>
              <a:gdLst/>
              <a:ahLst/>
              <a:cxnLst/>
              <a:rect l="0" t="0" r="0" b="0"/>
              <a:pathLst>
                <a:path w="4213" h="112188">
                  <a:moveTo>
                    <a:pt x="0" y="112188"/>
                  </a:moveTo>
                  <a:lnTo>
                    <a:pt x="421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95" name="Candidate_receptor__3313">
              <a:extLst>
                <a:ext uri="{FF2B5EF4-FFF2-40B4-BE49-F238E27FC236}">
                  <a16:creationId xmlns:a16="http://schemas.microsoft.com/office/drawing/2014/main" id="{C7A81DCE-47FF-A422-C623-47A9209DC4C4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513424"/>
              <a:ext cx="95" cy="83604"/>
            </a:xfrm>
            <a:custGeom>
              <a:avLst/>
              <a:gdLst/>
              <a:ahLst/>
              <a:cxnLst/>
              <a:rect l="0" t="0" r="0" b="0"/>
              <a:pathLst>
                <a:path w="95" h="83604">
                  <a:moveTo>
                    <a:pt x="0" y="0"/>
                  </a:moveTo>
                  <a:lnTo>
                    <a:pt x="51" y="836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96" name="Candidate_receptor__3314">
              <a:extLst>
                <a:ext uri="{FF2B5EF4-FFF2-40B4-BE49-F238E27FC236}">
                  <a16:creationId xmlns:a16="http://schemas.microsoft.com/office/drawing/2014/main" id="{D39D4E40-3CD5-D64F-499E-90BFB3ED6ACA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18959"/>
              <a:ext cx="2684" cy="44550"/>
            </a:xfrm>
            <a:custGeom>
              <a:avLst/>
              <a:gdLst/>
              <a:ahLst/>
              <a:cxnLst/>
              <a:rect l="0" t="0" r="0" b="0"/>
              <a:pathLst>
                <a:path w="2684" h="44550">
                  <a:moveTo>
                    <a:pt x="0" y="44550"/>
                  </a:moveTo>
                  <a:lnTo>
                    <a:pt x="268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97" name="Candidate_receptor__3315">
              <a:extLst>
                <a:ext uri="{FF2B5EF4-FFF2-40B4-BE49-F238E27FC236}">
                  <a16:creationId xmlns:a16="http://schemas.microsoft.com/office/drawing/2014/main" id="{7571E780-3213-1AB7-415F-132509513038}"/>
                </a:ext>
              </a:extLst>
            </p:cNvPr>
            <p:cNvSpPr>
              <a:spLocks noGrp="1"/>
            </p:cNvSpPr>
            <p:nvPr/>
          </p:nvSpPr>
          <p:spPr>
            <a:xfrm>
              <a:off x="4657341" y="3019257"/>
              <a:ext cx="46528" cy="64495"/>
            </a:xfrm>
            <a:custGeom>
              <a:avLst/>
              <a:gdLst/>
              <a:ahLst/>
              <a:cxnLst/>
              <a:rect l="0" t="0" r="0" b="0"/>
              <a:pathLst>
                <a:path w="46528" h="64495">
                  <a:moveTo>
                    <a:pt x="46528" y="0"/>
                  </a:moveTo>
                  <a:lnTo>
                    <a:pt x="0" y="6449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98" name="Candidate_receptor__3316">
              <a:extLst>
                <a:ext uri="{FF2B5EF4-FFF2-40B4-BE49-F238E27FC236}">
                  <a16:creationId xmlns:a16="http://schemas.microsoft.com/office/drawing/2014/main" id="{103EF6DC-456E-8219-1AD2-4A97BFC007BE}"/>
                </a:ext>
              </a:extLst>
            </p:cNvPr>
            <p:cNvSpPr>
              <a:spLocks noGrp="1"/>
            </p:cNvSpPr>
            <p:nvPr/>
          </p:nvSpPr>
          <p:spPr>
            <a:xfrm>
              <a:off x="4788458" y="2061997"/>
              <a:ext cx="16840" cy="56804"/>
            </a:xfrm>
            <a:custGeom>
              <a:avLst/>
              <a:gdLst/>
              <a:ahLst/>
              <a:cxnLst/>
              <a:rect l="0" t="0" r="0" b="0"/>
              <a:pathLst>
                <a:path w="16840" h="56804">
                  <a:moveTo>
                    <a:pt x="0" y="56804"/>
                  </a:moveTo>
                  <a:lnTo>
                    <a:pt x="1684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99" name="Candidate_receptor__3317">
              <a:extLst>
                <a:ext uri="{FF2B5EF4-FFF2-40B4-BE49-F238E27FC236}">
                  <a16:creationId xmlns:a16="http://schemas.microsoft.com/office/drawing/2014/main" id="{F375C3F7-74E4-DF77-1463-F4E7F4959FBC}"/>
                </a:ext>
              </a:extLst>
            </p:cNvPr>
            <p:cNvSpPr>
              <a:spLocks noGrp="1"/>
            </p:cNvSpPr>
            <p:nvPr/>
          </p:nvSpPr>
          <p:spPr>
            <a:xfrm>
              <a:off x="4545646" y="2343130"/>
              <a:ext cx="85838" cy="5329"/>
            </a:xfrm>
            <a:custGeom>
              <a:avLst/>
              <a:gdLst/>
              <a:ahLst/>
              <a:cxnLst/>
              <a:rect l="0" t="0" r="0" b="0"/>
              <a:pathLst>
                <a:path w="85838" h="5329">
                  <a:moveTo>
                    <a:pt x="0" y="5329"/>
                  </a:moveTo>
                  <a:lnTo>
                    <a:pt x="8583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00" name="Candidate_receptor__3318">
              <a:extLst>
                <a:ext uri="{FF2B5EF4-FFF2-40B4-BE49-F238E27FC236}">
                  <a16:creationId xmlns:a16="http://schemas.microsoft.com/office/drawing/2014/main" id="{F686A5DD-9094-5F19-F83A-29FC8946B727}"/>
                </a:ext>
              </a:extLst>
            </p:cNvPr>
            <p:cNvSpPr>
              <a:spLocks noGrp="1"/>
            </p:cNvSpPr>
            <p:nvPr/>
          </p:nvSpPr>
          <p:spPr>
            <a:xfrm>
              <a:off x="5541405" y="1614107"/>
              <a:ext cx="19592" cy="113490"/>
            </a:xfrm>
            <a:custGeom>
              <a:avLst/>
              <a:gdLst/>
              <a:ahLst/>
              <a:cxnLst/>
              <a:rect l="0" t="0" r="0" b="0"/>
              <a:pathLst>
                <a:path w="19592" h="113490">
                  <a:moveTo>
                    <a:pt x="0" y="113490"/>
                  </a:moveTo>
                  <a:lnTo>
                    <a:pt x="1959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01" name="Candidate_receptor__3319">
              <a:extLst>
                <a:ext uri="{FF2B5EF4-FFF2-40B4-BE49-F238E27FC236}">
                  <a16:creationId xmlns:a16="http://schemas.microsoft.com/office/drawing/2014/main" id="{DB062B9F-001A-D839-C3F0-0528EDD76BF3}"/>
                </a:ext>
              </a:extLst>
            </p:cNvPr>
            <p:cNvSpPr>
              <a:spLocks noGrp="1"/>
            </p:cNvSpPr>
            <p:nvPr/>
          </p:nvSpPr>
          <p:spPr>
            <a:xfrm>
              <a:off x="5416103" y="3274726"/>
              <a:ext cx="110149" cy="5201"/>
            </a:xfrm>
            <a:custGeom>
              <a:avLst/>
              <a:gdLst/>
              <a:ahLst/>
              <a:cxnLst/>
              <a:rect l="0" t="0" r="0" b="0"/>
              <a:pathLst>
                <a:path w="110149" h="5201">
                  <a:moveTo>
                    <a:pt x="0" y="5201"/>
                  </a:moveTo>
                  <a:lnTo>
                    <a:pt x="11014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02" name="Candidate_receptor__3320">
              <a:extLst>
                <a:ext uri="{FF2B5EF4-FFF2-40B4-BE49-F238E27FC236}">
                  <a16:creationId xmlns:a16="http://schemas.microsoft.com/office/drawing/2014/main" id="{E22D11DE-9B5D-0B7C-FD14-4305509C500E}"/>
                </a:ext>
              </a:extLst>
            </p:cNvPr>
            <p:cNvSpPr>
              <a:spLocks noGrp="1"/>
            </p:cNvSpPr>
            <p:nvPr/>
          </p:nvSpPr>
          <p:spPr>
            <a:xfrm>
              <a:off x="5353116" y="2394632"/>
              <a:ext cx="72594" cy="78192"/>
            </a:xfrm>
            <a:custGeom>
              <a:avLst/>
              <a:gdLst/>
              <a:ahLst/>
              <a:cxnLst/>
              <a:rect l="0" t="0" r="0" b="0"/>
              <a:pathLst>
                <a:path w="72594" h="78192">
                  <a:moveTo>
                    <a:pt x="72594" y="7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03" name="Candidate_receptor__3321">
              <a:extLst>
                <a:ext uri="{FF2B5EF4-FFF2-40B4-BE49-F238E27FC236}">
                  <a16:creationId xmlns:a16="http://schemas.microsoft.com/office/drawing/2014/main" id="{6AC3D360-41C6-7BE3-65A6-05B91D649D72}"/>
                </a:ext>
              </a:extLst>
            </p:cNvPr>
            <p:cNvSpPr>
              <a:spLocks noGrp="1"/>
            </p:cNvSpPr>
            <p:nvPr/>
          </p:nvSpPr>
          <p:spPr>
            <a:xfrm>
              <a:off x="4764424" y="2826952"/>
              <a:ext cx="14127" cy="115584"/>
            </a:xfrm>
            <a:custGeom>
              <a:avLst/>
              <a:gdLst/>
              <a:ahLst/>
              <a:cxnLst/>
              <a:rect l="0" t="0" r="0" b="0"/>
              <a:pathLst>
                <a:path w="14127" h="115584">
                  <a:moveTo>
                    <a:pt x="0" y="0"/>
                  </a:moveTo>
                  <a:lnTo>
                    <a:pt x="14127" y="11558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04" name="Candidate_receptor__3322">
              <a:extLst>
                <a:ext uri="{FF2B5EF4-FFF2-40B4-BE49-F238E27FC236}">
                  <a16:creationId xmlns:a16="http://schemas.microsoft.com/office/drawing/2014/main" id="{DEE2367F-2FB4-CE53-3A8E-4857226D5A95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63254"/>
              <a:ext cx="27179" cy="26165"/>
            </a:xfrm>
            <a:custGeom>
              <a:avLst/>
              <a:gdLst/>
              <a:ahLst/>
              <a:cxnLst/>
              <a:rect l="0" t="0" r="0" b="0"/>
              <a:pathLst>
                <a:path w="27179" h="26165">
                  <a:moveTo>
                    <a:pt x="27179" y="0"/>
                  </a:moveTo>
                  <a:lnTo>
                    <a:pt x="0" y="2616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05" name="Candidate_receptor__3323">
              <a:extLst>
                <a:ext uri="{FF2B5EF4-FFF2-40B4-BE49-F238E27FC236}">
                  <a16:creationId xmlns:a16="http://schemas.microsoft.com/office/drawing/2014/main" id="{4109162D-8F23-E0E8-D0D3-C7601BCED97B}"/>
                </a:ext>
              </a:extLst>
            </p:cNvPr>
            <p:cNvSpPr>
              <a:spLocks noGrp="1"/>
            </p:cNvSpPr>
            <p:nvPr/>
          </p:nvSpPr>
          <p:spPr>
            <a:xfrm>
              <a:off x="5754283" y="3909100"/>
              <a:ext cx="33996" cy="64520"/>
            </a:xfrm>
            <a:custGeom>
              <a:avLst/>
              <a:gdLst/>
              <a:ahLst/>
              <a:cxnLst/>
              <a:rect l="0" t="0" r="0" b="0"/>
              <a:pathLst>
                <a:path w="33996" h="64520">
                  <a:moveTo>
                    <a:pt x="33996" y="0"/>
                  </a:moveTo>
                  <a:lnTo>
                    <a:pt x="0" y="645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06" name="Candidate_receptor__3324">
              <a:extLst>
                <a:ext uri="{FF2B5EF4-FFF2-40B4-BE49-F238E27FC236}">
                  <a16:creationId xmlns:a16="http://schemas.microsoft.com/office/drawing/2014/main" id="{98DF7C43-AF23-2AEB-84B9-99F5D41C7471}"/>
                </a:ext>
              </a:extLst>
            </p:cNvPr>
            <p:cNvSpPr>
              <a:spLocks noGrp="1"/>
            </p:cNvSpPr>
            <p:nvPr/>
          </p:nvSpPr>
          <p:spPr>
            <a:xfrm>
              <a:off x="4841904" y="3641615"/>
              <a:ext cx="2554" cy="14383"/>
            </a:xfrm>
            <a:custGeom>
              <a:avLst/>
              <a:gdLst/>
              <a:ahLst/>
              <a:cxnLst/>
              <a:rect l="0" t="0" r="0" b="0"/>
              <a:pathLst>
                <a:path w="2554" h="14383">
                  <a:moveTo>
                    <a:pt x="2554" y="0"/>
                  </a:moveTo>
                  <a:lnTo>
                    <a:pt x="0" y="1438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07" name="Candidate_receptor__3325">
              <a:extLst>
                <a:ext uri="{FF2B5EF4-FFF2-40B4-BE49-F238E27FC236}">
                  <a16:creationId xmlns:a16="http://schemas.microsoft.com/office/drawing/2014/main" id="{D7D1553C-9A90-9681-47D7-D4EA21580636}"/>
                </a:ext>
              </a:extLst>
            </p:cNvPr>
            <p:cNvSpPr>
              <a:spLocks noGrp="1"/>
            </p:cNvSpPr>
            <p:nvPr/>
          </p:nvSpPr>
          <p:spPr>
            <a:xfrm>
              <a:off x="5369035" y="1702412"/>
              <a:ext cx="31972" cy="87467"/>
            </a:xfrm>
            <a:custGeom>
              <a:avLst/>
              <a:gdLst/>
              <a:ahLst/>
              <a:cxnLst/>
              <a:rect l="0" t="0" r="0" b="0"/>
              <a:pathLst>
                <a:path w="31972" h="87467">
                  <a:moveTo>
                    <a:pt x="0" y="87467"/>
                  </a:moveTo>
                  <a:lnTo>
                    <a:pt x="3197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08" name="Candidate_receptor__3326">
              <a:extLst>
                <a:ext uri="{FF2B5EF4-FFF2-40B4-BE49-F238E27FC236}">
                  <a16:creationId xmlns:a16="http://schemas.microsoft.com/office/drawing/2014/main" id="{7DF11FCF-E9C7-645A-B103-1B50E9655A6E}"/>
                </a:ext>
              </a:extLst>
            </p:cNvPr>
            <p:cNvSpPr>
              <a:spLocks noGrp="1"/>
            </p:cNvSpPr>
            <p:nvPr/>
          </p:nvSpPr>
          <p:spPr>
            <a:xfrm>
              <a:off x="4124244" y="2872008"/>
              <a:ext cx="32795" cy="61087"/>
            </a:xfrm>
            <a:custGeom>
              <a:avLst/>
              <a:gdLst/>
              <a:ahLst/>
              <a:cxnLst/>
              <a:rect l="0" t="0" r="0" b="0"/>
              <a:pathLst>
                <a:path w="32795" h="61087">
                  <a:moveTo>
                    <a:pt x="32795" y="0"/>
                  </a:moveTo>
                  <a:lnTo>
                    <a:pt x="0" y="610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09" name="Candidate_receptor__3327">
              <a:extLst>
                <a:ext uri="{FF2B5EF4-FFF2-40B4-BE49-F238E27FC236}">
                  <a16:creationId xmlns:a16="http://schemas.microsoft.com/office/drawing/2014/main" id="{20F98FD1-C316-F64E-14BF-D762DE72CB8B}"/>
                </a:ext>
              </a:extLst>
            </p:cNvPr>
            <p:cNvSpPr>
              <a:spLocks noGrp="1"/>
            </p:cNvSpPr>
            <p:nvPr/>
          </p:nvSpPr>
          <p:spPr>
            <a:xfrm>
              <a:off x="5944262" y="3635627"/>
              <a:ext cx="16118" cy="99132"/>
            </a:xfrm>
            <a:custGeom>
              <a:avLst/>
              <a:gdLst/>
              <a:ahLst/>
              <a:cxnLst/>
              <a:rect l="0" t="0" r="0" b="0"/>
              <a:pathLst>
                <a:path w="16118" h="99132">
                  <a:moveTo>
                    <a:pt x="16118" y="991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0" name="Candidate_receptor__3328">
              <a:extLst>
                <a:ext uri="{FF2B5EF4-FFF2-40B4-BE49-F238E27FC236}">
                  <a16:creationId xmlns:a16="http://schemas.microsoft.com/office/drawing/2014/main" id="{C3DB1FFB-8971-B710-043B-45E100862CC9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3052558"/>
              <a:ext cx="100113" cy="48835"/>
            </a:xfrm>
            <a:custGeom>
              <a:avLst/>
              <a:gdLst/>
              <a:ahLst/>
              <a:cxnLst/>
              <a:rect l="0" t="0" r="0" b="0"/>
              <a:pathLst>
                <a:path w="100113" h="48835">
                  <a:moveTo>
                    <a:pt x="100113" y="488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1" name="Candidate_receptor__3329">
              <a:extLst>
                <a:ext uri="{FF2B5EF4-FFF2-40B4-BE49-F238E27FC236}">
                  <a16:creationId xmlns:a16="http://schemas.microsoft.com/office/drawing/2014/main" id="{1932805A-C888-2DE3-FBDA-9277F3F9FADB}"/>
                </a:ext>
              </a:extLst>
            </p:cNvPr>
            <p:cNvSpPr>
              <a:spLocks noGrp="1"/>
            </p:cNvSpPr>
            <p:nvPr/>
          </p:nvSpPr>
          <p:spPr>
            <a:xfrm>
              <a:off x="4415876" y="3093624"/>
              <a:ext cx="81846" cy="32387"/>
            </a:xfrm>
            <a:custGeom>
              <a:avLst/>
              <a:gdLst/>
              <a:ahLst/>
              <a:cxnLst/>
              <a:rect l="0" t="0" r="0" b="0"/>
              <a:pathLst>
                <a:path w="81846" h="32387">
                  <a:moveTo>
                    <a:pt x="0" y="32387"/>
                  </a:moveTo>
                  <a:lnTo>
                    <a:pt x="8184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2" name="Candidate_receptor__3330">
              <a:extLst>
                <a:ext uri="{FF2B5EF4-FFF2-40B4-BE49-F238E27FC236}">
                  <a16:creationId xmlns:a16="http://schemas.microsoft.com/office/drawing/2014/main" id="{E5B82273-68DA-FE7B-DE41-2C44C146D1B9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822133"/>
              <a:ext cx="34956" cy="11305"/>
            </a:xfrm>
            <a:custGeom>
              <a:avLst/>
              <a:gdLst/>
              <a:ahLst/>
              <a:cxnLst/>
              <a:rect l="0" t="0" r="0" b="0"/>
              <a:pathLst>
                <a:path w="34956" h="11305">
                  <a:moveTo>
                    <a:pt x="0" y="0"/>
                  </a:moveTo>
                  <a:lnTo>
                    <a:pt x="34956" y="1130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3" name="Candidate_receptor__3331">
              <a:extLst>
                <a:ext uri="{FF2B5EF4-FFF2-40B4-BE49-F238E27FC236}">
                  <a16:creationId xmlns:a16="http://schemas.microsoft.com/office/drawing/2014/main" id="{2EE0A7B1-01BE-382D-AB8E-7BE1110D039A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789879"/>
              <a:ext cx="89996" cy="50405"/>
            </a:xfrm>
            <a:custGeom>
              <a:avLst/>
              <a:gdLst/>
              <a:ahLst/>
              <a:cxnLst/>
              <a:rect l="0" t="0" r="0" b="0"/>
              <a:pathLst>
                <a:path w="89996" h="50405">
                  <a:moveTo>
                    <a:pt x="0" y="50405"/>
                  </a:moveTo>
                  <a:lnTo>
                    <a:pt x="8999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4" name="Candidate_receptor__3332">
              <a:extLst>
                <a:ext uri="{FF2B5EF4-FFF2-40B4-BE49-F238E27FC236}">
                  <a16:creationId xmlns:a16="http://schemas.microsoft.com/office/drawing/2014/main" id="{FFAA8E85-8601-205B-2C14-9B19C85EFB79}"/>
                </a:ext>
              </a:extLst>
            </p:cNvPr>
            <p:cNvSpPr>
              <a:spLocks noGrp="1"/>
            </p:cNvSpPr>
            <p:nvPr/>
          </p:nvSpPr>
          <p:spPr>
            <a:xfrm>
              <a:off x="5258331" y="2504114"/>
              <a:ext cx="31154" cy="23909"/>
            </a:xfrm>
            <a:custGeom>
              <a:avLst/>
              <a:gdLst/>
              <a:ahLst/>
              <a:cxnLst/>
              <a:rect l="0" t="0" r="0" b="0"/>
              <a:pathLst>
                <a:path w="31154" h="23909">
                  <a:moveTo>
                    <a:pt x="31154" y="239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5" name="Candidate_receptor__3333">
              <a:extLst>
                <a:ext uri="{FF2B5EF4-FFF2-40B4-BE49-F238E27FC236}">
                  <a16:creationId xmlns:a16="http://schemas.microsoft.com/office/drawing/2014/main" id="{C3F80C88-DA65-36B1-EE45-106763FB4C64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201417"/>
              <a:ext cx="10983" cy="104516"/>
            </a:xfrm>
            <a:custGeom>
              <a:avLst/>
              <a:gdLst/>
              <a:ahLst/>
              <a:cxnLst/>
              <a:rect l="0" t="0" r="0" b="0"/>
              <a:pathLst>
                <a:path w="10983" h="104516">
                  <a:moveTo>
                    <a:pt x="10983" y="1045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6" name="Candidate_receptor__3334">
              <a:extLst>
                <a:ext uri="{FF2B5EF4-FFF2-40B4-BE49-F238E27FC236}">
                  <a16:creationId xmlns:a16="http://schemas.microsoft.com/office/drawing/2014/main" id="{3F481D0A-6EB7-4F6A-B698-B0EFD0B95106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09054"/>
              <a:ext cx="17491" cy="13217"/>
            </a:xfrm>
            <a:custGeom>
              <a:avLst/>
              <a:gdLst/>
              <a:ahLst/>
              <a:cxnLst/>
              <a:rect l="0" t="0" r="0" b="0"/>
              <a:pathLst>
                <a:path w="17491" h="13217">
                  <a:moveTo>
                    <a:pt x="17491" y="0"/>
                  </a:moveTo>
                  <a:lnTo>
                    <a:pt x="0" y="1321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7" name="Candidate_receptor__3335">
              <a:extLst>
                <a:ext uri="{FF2B5EF4-FFF2-40B4-BE49-F238E27FC236}">
                  <a16:creationId xmlns:a16="http://schemas.microsoft.com/office/drawing/2014/main" id="{165A663C-14A7-3328-D66D-2150C41325E5}"/>
                </a:ext>
              </a:extLst>
            </p:cNvPr>
            <p:cNvSpPr>
              <a:spLocks noGrp="1"/>
            </p:cNvSpPr>
            <p:nvPr/>
          </p:nvSpPr>
          <p:spPr>
            <a:xfrm>
              <a:off x="3955105" y="2997164"/>
              <a:ext cx="66956" cy="4687"/>
            </a:xfrm>
            <a:custGeom>
              <a:avLst/>
              <a:gdLst/>
              <a:ahLst/>
              <a:cxnLst/>
              <a:rect l="0" t="0" r="0" b="0"/>
              <a:pathLst>
                <a:path w="66956" h="4687">
                  <a:moveTo>
                    <a:pt x="66956" y="4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8" name="Candidate_receptor__3336">
              <a:extLst>
                <a:ext uri="{FF2B5EF4-FFF2-40B4-BE49-F238E27FC236}">
                  <a16:creationId xmlns:a16="http://schemas.microsoft.com/office/drawing/2014/main" id="{924CD88B-406F-BFE1-4995-D9B390D3E172}"/>
                </a:ext>
              </a:extLst>
            </p:cNvPr>
            <p:cNvSpPr>
              <a:spLocks noGrp="1"/>
            </p:cNvSpPr>
            <p:nvPr/>
          </p:nvSpPr>
          <p:spPr>
            <a:xfrm>
              <a:off x="4889826" y="3782187"/>
              <a:ext cx="11041" cy="17062"/>
            </a:xfrm>
            <a:custGeom>
              <a:avLst/>
              <a:gdLst/>
              <a:ahLst/>
              <a:cxnLst/>
              <a:rect l="0" t="0" r="0" b="0"/>
              <a:pathLst>
                <a:path w="11041" h="17062">
                  <a:moveTo>
                    <a:pt x="0" y="0"/>
                  </a:moveTo>
                  <a:lnTo>
                    <a:pt x="11041" y="170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9" name="Candidate_receptor__3337">
              <a:extLst>
                <a:ext uri="{FF2B5EF4-FFF2-40B4-BE49-F238E27FC236}">
                  <a16:creationId xmlns:a16="http://schemas.microsoft.com/office/drawing/2014/main" id="{0C01F6C9-2AE0-7000-3A07-795EDDDC2DC8}"/>
                </a:ext>
              </a:extLst>
            </p:cNvPr>
            <p:cNvSpPr>
              <a:spLocks noGrp="1"/>
            </p:cNvSpPr>
            <p:nvPr/>
          </p:nvSpPr>
          <p:spPr>
            <a:xfrm>
              <a:off x="5401008" y="1637307"/>
              <a:ext cx="21998" cy="65105"/>
            </a:xfrm>
            <a:custGeom>
              <a:avLst/>
              <a:gdLst/>
              <a:ahLst/>
              <a:cxnLst/>
              <a:rect l="0" t="0" r="0" b="0"/>
              <a:pathLst>
                <a:path w="21998" h="65105">
                  <a:moveTo>
                    <a:pt x="0" y="65105"/>
                  </a:moveTo>
                  <a:lnTo>
                    <a:pt x="2199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0" name="Candidate_receptor__3338">
              <a:extLst>
                <a:ext uri="{FF2B5EF4-FFF2-40B4-BE49-F238E27FC236}">
                  <a16:creationId xmlns:a16="http://schemas.microsoft.com/office/drawing/2014/main" id="{8D769FA6-2FD5-8486-9561-9EFAF1C93A38}"/>
                </a:ext>
              </a:extLst>
            </p:cNvPr>
            <p:cNvSpPr>
              <a:spLocks noGrp="1"/>
            </p:cNvSpPr>
            <p:nvPr/>
          </p:nvSpPr>
          <p:spPr>
            <a:xfrm>
              <a:off x="4631484" y="2277101"/>
              <a:ext cx="85991" cy="66028"/>
            </a:xfrm>
            <a:custGeom>
              <a:avLst/>
              <a:gdLst/>
              <a:ahLst/>
              <a:cxnLst/>
              <a:rect l="0" t="0" r="0" b="0"/>
              <a:pathLst>
                <a:path w="85991" h="66028">
                  <a:moveTo>
                    <a:pt x="0" y="66028"/>
                  </a:moveTo>
                  <a:lnTo>
                    <a:pt x="8599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1" name="Candidate_receptor__3339">
              <a:extLst>
                <a:ext uri="{FF2B5EF4-FFF2-40B4-BE49-F238E27FC236}">
                  <a16:creationId xmlns:a16="http://schemas.microsoft.com/office/drawing/2014/main" id="{4125CEB5-8E63-DCEF-6ED7-7DBF4830F6CA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157289"/>
              <a:ext cx="88884" cy="44127"/>
            </a:xfrm>
            <a:custGeom>
              <a:avLst/>
              <a:gdLst/>
              <a:ahLst/>
              <a:cxnLst/>
              <a:rect l="0" t="0" r="0" b="0"/>
              <a:pathLst>
                <a:path w="88884" h="44127">
                  <a:moveTo>
                    <a:pt x="0" y="44127"/>
                  </a:moveTo>
                  <a:lnTo>
                    <a:pt x="8888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2" name="Candidate_receptor__3340">
              <a:extLst>
                <a:ext uri="{FF2B5EF4-FFF2-40B4-BE49-F238E27FC236}">
                  <a16:creationId xmlns:a16="http://schemas.microsoft.com/office/drawing/2014/main" id="{E16FD7C2-863E-2DBF-33EE-6D4A8A82B095}"/>
                </a:ext>
              </a:extLst>
            </p:cNvPr>
            <p:cNvSpPr>
              <a:spLocks noGrp="1"/>
            </p:cNvSpPr>
            <p:nvPr/>
          </p:nvSpPr>
          <p:spPr>
            <a:xfrm>
              <a:off x="4975759" y="2493546"/>
              <a:ext cx="34011" cy="108203"/>
            </a:xfrm>
            <a:custGeom>
              <a:avLst/>
              <a:gdLst/>
              <a:ahLst/>
              <a:cxnLst/>
              <a:rect l="0" t="0" r="0" b="0"/>
              <a:pathLst>
                <a:path w="34011" h="108203">
                  <a:moveTo>
                    <a:pt x="34011" y="0"/>
                  </a:moveTo>
                  <a:lnTo>
                    <a:pt x="0" y="1082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3" name="Candidate_receptor__3341">
              <a:extLst>
                <a:ext uri="{FF2B5EF4-FFF2-40B4-BE49-F238E27FC236}">
                  <a16:creationId xmlns:a16="http://schemas.microsoft.com/office/drawing/2014/main" id="{556AD691-7E26-D077-B82C-01013FC29684}"/>
                </a:ext>
              </a:extLst>
            </p:cNvPr>
            <p:cNvSpPr>
              <a:spLocks noGrp="1"/>
            </p:cNvSpPr>
            <p:nvPr/>
          </p:nvSpPr>
          <p:spPr>
            <a:xfrm>
              <a:off x="5807822" y="2316224"/>
              <a:ext cx="84219" cy="21286"/>
            </a:xfrm>
            <a:custGeom>
              <a:avLst/>
              <a:gdLst/>
              <a:ahLst/>
              <a:cxnLst/>
              <a:rect l="0" t="0" r="0" b="0"/>
              <a:pathLst>
                <a:path w="84219" h="21286">
                  <a:moveTo>
                    <a:pt x="0" y="21286"/>
                  </a:moveTo>
                  <a:lnTo>
                    <a:pt x="8421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4" name="Candidate_receptor__3342">
              <a:extLst>
                <a:ext uri="{FF2B5EF4-FFF2-40B4-BE49-F238E27FC236}">
                  <a16:creationId xmlns:a16="http://schemas.microsoft.com/office/drawing/2014/main" id="{10AD8F13-132A-977E-AEC7-236A0C097540}"/>
                </a:ext>
              </a:extLst>
            </p:cNvPr>
            <p:cNvSpPr>
              <a:spLocks noGrp="1"/>
            </p:cNvSpPr>
            <p:nvPr/>
          </p:nvSpPr>
          <p:spPr>
            <a:xfrm>
              <a:off x="4050198" y="2492122"/>
              <a:ext cx="112876" cy="3694"/>
            </a:xfrm>
            <a:custGeom>
              <a:avLst/>
              <a:gdLst/>
              <a:ahLst/>
              <a:cxnLst/>
              <a:rect l="0" t="0" r="0" b="0"/>
              <a:pathLst>
                <a:path w="112876" h="3694">
                  <a:moveTo>
                    <a:pt x="112876" y="0"/>
                  </a:moveTo>
                  <a:lnTo>
                    <a:pt x="0" y="369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5" name="Candidate_receptor__3343">
              <a:extLst>
                <a:ext uri="{FF2B5EF4-FFF2-40B4-BE49-F238E27FC236}">
                  <a16:creationId xmlns:a16="http://schemas.microsoft.com/office/drawing/2014/main" id="{CB4F921D-76D9-FBD2-60B7-B47FF3FB7414}"/>
                </a:ext>
              </a:extLst>
            </p:cNvPr>
            <p:cNvSpPr>
              <a:spLocks noGrp="1"/>
            </p:cNvSpPr>
            <p:nvPr/>
          </p:nvSpPr>
          <p:spPr>
            <a:xfrm>
              <a:off x="5709538" y="1557659"/>
              <a:ext cx="13166" cy="91597"/>
            </a:xfrm>
            <a:custGeom>
              <a:avLst/>
              <a:gdLst/>
              <a:ahLst/>
              <a:cxnLst/>
              <a:rect l="0" t="0" r="0" b="0"/>
              <a:pathLst>
                <a:path w="13166" h="91597">
                  <a:moveTo>
                    <a:pt x="0" y="91597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6" name="Candidate_receptor__3344">
              <a:extLst>
                <a:ext uri="{FF2B5EF4-FFF2-40B4-BE49-F238E27FC236}">
                  <a16:creationId xmlns:a16="http://schemas.microsoft.com/office/drawing/2014/main" id="{67331AF3-7568-D66F-A09B-DABDB23D69AA}"/>
                </a:ext>
              </a:extLst>
            </p:cNvPr>
            <p:cNvSpPr>
              <a:spLocks noGrp="1"/>
            </p:cNvSpPr>
            <p:nvPr/>
          </p:nvSpPr>
          <p:spPr>
            <a:xfrm>
              <a:off x="4163074" y="2492122"/>
              <a:ext cx="73768" cy="86332"/>
            </a:xfrm>
            <a:custGeom>
              <a:avLst/>
              <a:gdLst/>
              <a:ahLst/>
              <a:cxnLst/>
              <a:rect l="0" t="0" r="0" b="0"/>
              <a:pathLst>
                <a:path w="73768" h="86332">
                  <a:moveTo>
                    <a:pt x="73768" y="863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7" name="Candidate_receptor__3345">
              <a:extLst>
                <a:ext uri="{FF2B5EF4-FFF2-40B4-BE49-F238E27FC236}">
                  <a16:creationId xmlns:a16="http://schemas.microsoft.com/office/drawing/2014/main" id="{C96D7D64-37C1-FD25-DE76-83005065749E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774698"/>
              <a:ext cx="10746" cy="93620"/>
            </a:xfrm>
            <a:custGeom>
              <a:avLst/>
              <a:gdLst/>
              <a:ahLst/>
              <a:cxnLst/>
              <a:rect l="0" t="0" r="0" b="0"/>
              <a:pathLst>
                <a:path w="10746" h="93620">
                  <a:moveTo>
                    <a:pt x="0" y="0"/>
                  </a:moveTo>
                  <a:lnTo>
                    <a:pt x="10746" y="9362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8" name="Candidate_receptor__3346">
              <a:extLst>
                <a:ext uri="{FF2B5EF4-FFF2-40B4-BE49-F238E27FC236}">
                  <a16:creationId xmlns:a16="http://schemas.microsoft.com/office/drawing/2014/main" id="{75421299-91A6-BDD3-9325-B375846D3C3C}"/>
                </a:ext>
              </a:extLst>
            </p:cNvPr>
            <p:cNvSpPr>
              <a:spLocks noGrp="1"/>
            </p:cNvSpPr>
            <p:nvPr/>
          </p:nvSpPr>
          <p:spPr>
            <a:xfrm>
              <a:off x="5391857" y="2781006"/>
              <a:ext cx="91363" cy="15159"/>
            </a:xfrm>
            <a:custGeom>
              <a:avLst/>
              <a:gdLst/>
              <a:ahLst/>
              <a:cxnLst/>
              <a:rect l="0" t="0" r="0" b="0"/>
              <a:pathLst>
                <a:path w="91363" h="15159">
                  <a:moveTo>
                    <a:pt x="0" y="0"/>
                  </a:moveTo>
                  <a:lnTo>
                    <a:pt x="91363" y="1515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9" name="Candidate_receptor__3347">
              <a:extLst>
                <a:ext uri="{FF2B5EF4-FFF2-40B4-BE49-F238E27FC236}">
                  <a16:creationId xmlns:a16="http://schemas.microsoft.com/office/drawing/2014/main" id="{2E2A0337-820E-B0A6-CC47-7CA058460703}"/>
                </a:ext>
              </a:extLst>
            </p:cNvPr>
            <p:cNvSpPr>
              <a:spLocks noGrp="1"/>
            </p:cNvSpPr>
            <p:nvPr/>
          </p:nvSpPr>
          <p:spPr>
            <a:xfrm>
              <a:off x="5624476" y="2604347"/>
              <a:ext cx="5491" cy="93813"/>
            </a:xfrm>
            <a:custGeom>
              <a:avLst/>
              <a:gdLst/>
              <a:ahLst/>
              <a:cxnLst/>
              <a:rect l="0" t="0" r="0" b="0"/>
              <a:pathLst>
                <a:path w="5491" h="93813">
                  <a:moveTo>
                    <a:pt x="5491" y="0"/>
                  </a:moveTo>
                  <a:lnTo>
                    <a:pt x="0" y="9381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30" name="Candidate_receptor__3348">
              <a:extLst>
                <a:ext uri="{FF2B5EF4-FFF2-40B4-BE49-F238E27FC236}">
                  <a16:creationId xmlns:a16="http://schemas.microsoft.com/office/drawing/2014/main" id="{12DC2CB9-FD47-C739-B7EC-5C7EEAFAEA84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1973342"/>
              <a:ext cx="877" cy="113907"/>
            </a:xfrm>
            <a:custGeom>
              <a:avLst/>
              <a:gdLst/>
              <a:ahLst/>
              <a:cxnLst/>
              <a:rect l="0" t="0" r="0" b="0"/>
              <a:pathLst>
                <a:path w="877" h="113907">
                  <a:moveTo>
                    <a:pt x="0" y="113907"/>
                  </a:moveTo>
                  <a:lnTo>
                    <a:pt x="8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31" name="Candidate_receptor__3349">
              <a:extLst>
                <a:ext uri="{FF2B5EF4-FFF2-40B4-BE49-F238E27FC236}">
                  <a16:creationId xmlns:a16="http://schemas.microsoft.com/office/drawing/2014/main" id="{92EA5F2F-825F-96E7-79F0-43035045958C}"/>
                </a:ext>
              </a:extLst>
            </p:cNvPr>
            <p:cNvSpPr>
              <a:spLocks noGrp="1"/>
            </p:cNvSpPr>
            <p:nvPr/>
          </p:nvSpPr>
          <p:spPr>
            <a:xfrm>
              <a:off x="4982219" y="3857520"/>
              <a:ext cx="81501" cy="67138"/>
            </a:xfrm>
            <a:custGeom>
              <a:avLst/>
              <a:gdLst/>
              <a:ahLst/>
              <a:cxnLst/>
              <a:rect l="0" t="0" r="0" b="0"/>
              <a:pathLst>
                <a:path w="81501" h="67138">
                  <a:moveTo>
                    <a:pt x="0" y="67138"/>
                  </a:moveTo>
                  <a:lnTo>
                    <a:pt x="815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32" name="Candidate_receptor__3350">
              <a:extLst>
                <a:ext uri="{FF2B5EF4-FFF2-40B4-BE49-F238E27FC236}">
                  <a16:creationId xmlns:a16="http://schemas.microsoft.com/office/drawing/2014/main" id="{2F745EF5-B021-D5B0-A6F9-9EC45FA702E2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9061"/>
              <a:ext cx="49050" cy="56531"/>
            </a:xfrm>
            <a:custGeom>
              <a:avLst/>
              <a:gdLst/>
              <a:ahLst/>
              <a:cxnLst/>
              <a:rect l="0" t="0" r="0" b="0"/>
              <a:pathLst>
                <a:path w="49050" h="56531">
                  <a:moveTo>
                    <a:pt x="0" y="56531"/>
                  </a:moveTo>
                  <a:lnTo>
                    <a:pt x="4905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33" name="Candidate_receptor__3351">
              <a:extLst>
                <a:ext uri="{FF2B5EF4-FFF2-40B4-BE49-F238E27FC236}">
                  <a16:creationId xmlns:a16="http://schemas.microsoft.com/office/drawing/2014/main" id="{64B906C0-88F3-D98F-751F-912557C3246F}"/>
                </a:ext>
              </a:extLst>
            </p:cNvPr>
            <p:cNvSpPr>
              <a:spLocks noGrp="1"/>
            </p:cNvSpPr>
            <p:nvPr/>
          </p:nvSpPr>
          <p:spPr>
            <a:xfrm>
              <a:off x="4585705" y="3083752"/>
              <a:ext cx="71636" cy="89006"/>
            </a:xfrm>
            <a:custGeom>
              <a:avLst/>
              <a:gdLst/>
              <a:ahLst/>
              <a:cxnLst/>
              <a:rect l="0" t="0" r="0" b="0"/>
              <a:pathLst>
                <a:path w="71636" h="89006">
                  <a:moveTo>
                    <a:pt x="71636" y="0"/>
                  </a:moveTo>
                  <a:lnTo>
                    <a:pt x="0" y="890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34" name="Candidate_receptor__3352">
              <a:extLst>
                <a:ext uri="{FF2B5EF4-FFF2-40B4-BE49-F238E27FC236}">
                  <a16:creationId xmlns:a16="http://schemas.microsoft.com/office/drawing/2014/main" id="{CADF22D5-BE3E-509C-AE06-60AC7451B59A}"/>
                </a:ext>
              </a:extLst>
            </p:cNvPr>
            <p:cNvSpPr>
              <a:spLocks noGrp="1"/>
            </p:cNvSpPr>
            <p:nvPr/>
          </p:nvSpPr>
          <p:spPr>
            <a:xfrm>
              <a:off x="5892041" y="2316224"/>
              <a:ext cx="60325" cy="81485"/>
            </a:xfrm>
            <a:custGeom>
              <a:avLst/>
              <a:gdLst/>
              <a:ahLst/>
              <a:cxnLst/>
              <a:rect l="0" t="0" r="0" b="0"/>
              <a:pathLst>
                <a:path w="60325" h="81485">
                  <a:moveTo>
                    <a:pt x="0" y="0"/>
                  </a:moveTo>
                  <a:lnTo>
                    <a:pt x="60325" y="8148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35" name="Candidate_receptor__3353">
              <a:extLst>
                <a:ext uri="{FF2B5EF4-FFF2-40B4-BE49-F238E27FC236}">
                  <a16:creationId xmlns:a16="http://schemas.microsoft.com/office/drawing/2014/main" id="{3ABC536A-FE4E-E158-0B0B-7D10663F359B}"/>
                </a:ext>
              </a:extLst>
            </p:cNvPr>
            <p:cNvSpPr>
              <a:spLocks noGrp="1"/>
            </p:cNvSpPr>
            <p:nvPr/>
          </p:nvSpPr>
          <p:spPr>
            <a:xfrm>
              <a:off x="4717475" y="2277101"/>
              <a:ext cx="92017" cy="8603"/>
            </a:xfrm>
            <a:custGeom>
              <a:avLst/>
              <a:gdLst/>
              <a:ahLst/>
              <a:cxnLst/>
              <a:rect l="0" t="0" r="0" b="0"/>
              <a:pathLst>
                <a:path w="92017" h="8603">
                  <a:moveTo>
                    <a:pt x="0" y="0"/>
                  </a:moveTo>
                  <a:lnTo>
                    <a:pt x="92017" y="8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36" name="Candidate_receptor__3354">
              <a:extLst>
                <a:ext uri="{FF2B5EF4-FFF2-40B4-BE49-F238E27FC236}">
                  <a16:creationId xmlns:a16="http://schemas.microsoft.com/office/drawing/2014/main" id="{636FBB50-57B1-7BD4-A9BB-D57966B95501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81986" cy="55503"/>
            </a:xfrm>
            <a:custGeom>
              <a:avLst/>
              <a:gdLst/>
              <a:ahLst/>
              <a:cxnLst/>
              <a:rect l="0" t="0" r="0" b="0"/>
              <a:pathLst>
                <a:path w="81986" h="55503">
                  <a:moveTo>
                    <a:pt x="81986" y="55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37" name="Candidate_receptor__3355">
              <a:extLst>
                <a:ext uri="{FF2B5EF4-FFF2-40B4-BE49-F238E27FC236}">
                  <a16:creationId xmlns:a16="http://schemas.microsoft.com/office/drawing/2014/main" id="{16F65A3A-C591-E49C-09D2-DB5640ABA7A1}"/>
                </a:ext>
              </a:extLst>
            </p:cNvPr>
            <p:cNvSpPr>
              <a:spLocks noGrp="1"/>
            </p:cNvSpPr>
            <p:nvPr/>
          </p:nvSpPr>
          <p:spPr>
            <a:xfrm>
              <a:off x="5670777" y="1649255"/>
              <a:ext cx="38761" cy="59757"/>
            </a:xfrm>
            <a:custGeom>
              <a:avLst/>
              <a:gdLst/>
              <a:ahLst/>
              <a:cxnLst/>
              <a:rect l="0" t="0" r="0" b="0"/>
              <a:pathLst>
                <a:path w="38761" h="59757">
                  <a:moveTo>
                    <a:pt x="0" y="59757"/>
                  </a:moveTo>
                  <a:lnTo>
                    <a:pt x="3876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38" name="Candidate_receptor__3356">
              <a:extLst>
                <a:ext uri="{FF2B5EF4-FFF2-40B4-BE49-F238E27FC236}">
                  <a16:creationId xmlns:a16="http://schemas.microsoft.com/office/drawing/2014/main" id="{C2320676-9A70-BEC5-B121-535A74D9AEF2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34094" cy="89408"/>
            </a:xfrm>
            <a:custGeom>
              <a:avLst/>
              <a:gdLst/>
              <a:ahLst/>
              <a:cxnLst/>
              <a:rect l="0" t="0" r="0" b="0"/>
              <a:pathLst>
                <a:path w="34094" h="89408">
                  <a:moveTo>
                    <a:pt x="0" y="0"/>
                  </a:moveTo>
                  <a:lnTo>
                    <a:pt x="34094" y="8940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39" name="Candidate_receptor__3357">
              <a:extLst>
                <a:ext uri="{FF2B5EF4-FFF2-40B4-BE49-F238E27FC236}">
                  <a16:creationId xmlns:a16="http://schemas.microsoft.com/office/drawing/2014/main" id="{9BA6CC27-4E88-C75A-5373-CF1155401D98}"/>
                </a:ext>
              </a:extLst>
            </p:cNvPr>
            <p:cNvSpPr>
              <a:spLocks noGrp="1"/>
            </p:cNvSpPr>
            <p:nvPr/>
          </p:nvSpPr>
          <p:spPr>
            <a:xfrm>
              <a:off x="5060509" y="3451199"/>
              <a:ext cx="25854" cy="43276"/>
            </a:xfrm>
            <a:custGeom>
              <a:avLst/>
              <a:gdLst/>
              <a:ahLst/>
              <a:cxnLst/>
              <a:rect l="0" t="0" r="0" b="0"/>
              <a:pathLst>
                <a:path w="25854" h="43276">
                  <a:moveTo>
                    <a:pt x="25854" y="0"/>
                  </a:moveTo>
                  <a:lnTo>
                    <a:pt x="0" y="432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40" name="Candidate_receptor__3358">
              <a:extLst>
                <a:ext uri="{FF2B5EF4-FFF2-40B4-BE49-F238E27FC236}">
                  <a16:creationId xmlns:a16="http://schemas.microsoft.com/office/drawing/2014/main" id="{BDAB8146-B708-DDAA-EF68-ED8652986856}"/>
                </a:ext>
              </a:extLst>
            </p:cNvPr>
            <p:cNvSpPr>
              <a:spLocks noGrp="1"/>
            </p:cNvSpPr>
            <p:nvPr/>
          </p:nvSpPr>
          <p:spPr>
            <a:xfrm>
              <a:off x="4869237" y="3157289"/>
              <a:ext cx="62004" cy="95646"/>
            </a:xfrm>
            <a:custGeom>
              <a:avLst/>
              <a:gdLst/>
              <a:ahLst/>
              <a:cxnLst/>
              <a:rect l="0" t="0" r="0" b="0"/>
              <a:pathLst>
                <a:path w="62004" h="95646">
                  <a:moveTo>
                    <a:pt x="0" y="0"/>
                  </a:moveTo>
                  <a:lnTo>
                    <a:pt x="62004" y="9564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41" name="Candidate_receptor__3359">
              <a:extLst>
                <a:ext uri="{FF2B5EF4-FFF2-40B4-BE49-F238E27FC236}">
                  <a16:creationId xmlns:a16="http://schemas.microsoft.com/office/drawing/2014/main" id="{AB9E23C5-48D8-BA81-47E8-AB1FC708C369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39135" cy="79228"/>
            </a:xfrm>
            <a:custGeom>
              <a:avLst/>
              <a:gdLst/>
              <a:ahLst/>
              <a:cxnLst/>
              <a:rect l="0" t="0" r="0" b="0"/>
              <a:pathLst>
                <a:path w="39135" h="79228">
                  <a:moveTo>
                    <a:pt x="39135" y="792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42" name="Candidate_receptor__3360">
              <a:extLst>
                <a:ext uri="{FF2B5EF4-FFF2-40B4-BE49-F238E27FC236}">
                  <a16:creationId xmlns:a16="http://schemas.microsoft.com/office/drawing/2014/main" id="{A7EBEBE7-03D4-FB02-BBC9-C7FFFE07042B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470914"/>
              <a:ext cx="19705" cy="22454"/>
            </a:xfrm>
            <a:custGeom>
              <a:avLst/>
              <a:gdLst/>
              <a:ahLst/>
              <a:cxnLst/>
              <a:rect l="0" t="0" r="0" b="0"/>
              <a:pathLst>
                <a:path w="19705" h="22454">
                  <a:moveTo>
                    <a:pt x="0" y="0"/>
                  </a:moveTo>
                  <a:lnTo>
                    <a:pt x="19705" y="2245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43" name="Candidate_receptor__3361">
              <a:extLst>
                <a:ext uri="{FF2B5EF4-FFF2-40B4-BE49-F238E27FC236}">
                  <a16:creationId xmlns:a16="http://schemas.microsoft.com/office/drawing/2014/main" id="{920CEBF8-36BC-32C1-4596-F108F6A7BAFA}"/>
                </a:ext>
              </a:extLst>
            </p:cNvPr>
            <p:cNvSpPr>
              <a:spLocks noGrp="1"/>
            </p:cNvSpPr>
            <p:nvPr/>
          </p:nvSpPr>
          <p:spPr>
            <a:xfrm>
              <a:off x="5983165" y="2235455"/>
              <a:ext cx="71211" cy="47904"/>
            </a:xfrm>
            <a:custGeom>
              <a:avLst/>
              <a:gdLst/>
              <a:ahLst/>
              <a:cxnLst/>
              <a:rect l="0" t="0" r="0" b="0"/>
              <a:pathLst>
                <a:path w="71211" h="47904">
                  <a:moveTo>
                    <a:pt x="0" y="0"/>
                  </a:moveTo>
                  <a:lnTo>
                    <a:pt x="71211" y="479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44" name="Candidate_receptor__3362">
              <a:extLst>
                <a:ext uri="{FF2B5EF4-FFF2-40B4-BE49-F238E27FC236}">
                  <a16:creationId xmlns:a16="http://schemas.microsoft.com/office/drawing/2014/main" id="{7D425407-85CF-6793-BCC8-B60EA146512E}"/>
                </a:ext>
              </a:extLst>
            </p:cNvPr>
            <p:cNvSpPr>
              <a:spLocks noGrp="1"/>
            </p:cNvSpPr>
            <p:nvPr/>
          </p:nvSpPr>
          <p:spPr>
            <a:xfrm>
              <a:off x="5673447" y="3648212"/>
              <a:ext cx="87574" cy="74325"/>
            </a:xfrm>
            <a:custGeom>
              <a:avLst/>
              <a:gdLst/>
              <a:ahLst/>
              <a:cxnLst/>
              <a:rect l="0" t="0" r="0" b="0"/>
              <a:pathLst>
                <a:path w="87574" h="74325">
                  <a:moveTo>
                    <a:pt x="87574" y="0"/>
                  </a:moveTo>
                  <a:lnTo>
                    <a:pt x="0" y="7432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45" name="Candidate_receptor__3363">
              <a:extLst>
                <a:ext uri="{FF2B5EF4-FFF2-40B4-BE49-F238E27FC236}">
                  <a16:creationId xmlns:a16="http://schemas.microsoft.com/office/drawing/2014/main" id="{5208F5AE-36FE-8F3F-87C2-984AD861BFC3}"/>
                </a:ext>
              </a:extLst>
            </p:cNvPr>
            <p:cNvSpPr>
              <a:spLocks noGrp="1"/>
            </p:cNvSpPr>
            <p:nvPr/>
          </p:nvSpPr>
          <p:spPr>
            <a:xfrm>
              <a:off x="4674605" y="2826952"/>
              <a:ext cx="89819" cy="1702"/>
            </a:xfrm>
            <a:custGeom>
              <a:avLst/>
              <a:gdLst/>
              <a:ahLst/>
              <a:cxnLst/>
              <a:rect l="0" t="0" r="0" b="0"/>
              <a:pathLst>
                <a:path w="89819" h="1702">
                  <a:moveTo>
                    <a:pt x="0" y="1702"/>
                  </a:moveTo>
                  <a:lnTo>
                    <a:pt x="8981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46" name="Candidate_receptor__3364">
              <a:extLst>
                <a:ext uri="{FF2B5EF4-FFF2-40B4-BE49-F238E27FC236}">
                  <a16:creationId xmlns:a16="http://schemas.microsoft.com/office/drawing/2014/main" id="{EB4D0D09-5BC0-3791-22FA-37AF51F845B3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664841"/>
              <a:ext cx="10534" cy="109858"/>
            </a:xfrm>
            <a:custGeom>
              <a:avLst/>
              <a:gdLst/>
              <a:ahLst/>
              <a:cxnLst/>
              <a:rect l="0" t="0" r="0" b="0"/>
              <a:pathLst>
                <a:path w="10534" h="109858">
                  <a:moveTo>
                    <a:pt x="10534" y="0"/>
                  </a:moveTo>
                  <a:lnTo>
                    <a:pt x="0" y="10985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47" name="Candidate_receptor__3365">
              <a:extLst>
                <a:ext uri="{FF2B5EF4-FFF2-40B4-BE49-F238E27FC236}">
                  <a16:creationId xmlns:a16="http://schemas.microsoft.com/office/drawing/2014/main" id="{4D4A3A78-4753-9382-A553-17E5D45DC0CD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78982"/>
              <a:ext cx="53546" cy="70908"/>
            </a:xfrm>
            <a:custGeom>
              <a:avLst/>
              <a:gdLst/>
              <a:ahLst/>
              <a:cxnLst/>
              <a:rect l="0" t="0" r="0" b="0"/>
              <a:pathLst>
                <a:path w="53546" h="70908">
                  <a:moveTo>
                    <a:pt x="53546" y="70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48" name="Candidate_receptor__3366">
              <a:extLst>
                <a:ext uri="{FF2B5EF4-FFF2-40B4-BE49-F238E27FC236}">
                  <a16:creationId xmlns:a16="http://schemas.microsoft.com/office/drawing/2014/main" id="{EB9E1206-7953-63C6-2C8D-9ABB3370E24D}"/>
                </a:ext>
              </a:extLst>
            </p:cNvPr>
            <p:cNvSpPr>
              <a:spLocks noGrp="1"/>
            </p:cNvSpPr>
            <p:nvPr/>
          </p:nvSpPr>
          <p:spPr>
            <a:xfrm>
              <a:off x="5175298" y="2433744"/>
              <a:ext cx="83033" cy="70370"/>
            </a:xfrm>
            <a:custGeom>
              <a:avLst/>
              <a:gdLst/>
              <a:ahLst/>
              <a:cxnLst/>
              <a:rect l="0" t="0" r="0" b="0"/>
              <a:pathLst>
                <a:path w="83033" h="70370">
                  <a:moveTo>
                    <a:pt x="83033" y="70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49" name="Candidate_receptor__3367">
              <a:extLst>
                <a:ext uri="{FF2B5EF4-FFF2-40B4-BE49-F238E27FC236}">
                  <a16:creationId xmlns:a16="http://schemas.microsoft.com/office/drawing/2014/main" id="{407BF6C4-3943-512F-17E3-8E34B5DAAEE2}"/>
                </a:ext>
              </a:extLst>
            </p:cNvPr>
            <p:cNvSpPr>
              <a:spLocks noGrp="1"/>
            </p:cNvSpPr>
            <p:nvPr/>
          </p:nvSpPr>
          <p:spPr>
            <a:xfrm>
              <a:off x="5490361" y="1722648"/>
              <a:ext cx="51044" cy="4949"/>
            </a:xfrm>
            <a:custGeom>
              <a:avLst/>
              <a:gdLst/>
              <a:ahLst/>
              <a:cxnLst/>
              <a:rect l="0" t="0" r="0" b="0"/>
              <a:pathLst>
                <a:path w="51044" h="4949">
                  <a:moveTo>
                    <a:pt x="0" y="0"/>
                  </a:moveTo>
                  <a:lnTo>
                    <a:pt x="51044" y="494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53050" name="Candidate_receptor__3368">
              <a:extLst>
                <a:ext uri="{FF2B5EF4-FFF2-40B4-BE49-F238E27FC236}">
                  <a16:creationId xmlns:a16="http://schemas.microsoft.com/office/drawing/2014/main" id="{A65E3151-4DEC-053A-D5B0-A82D6F273786}"/>
                </a:ext>
              </a:extLst>
            </p:cNvPr>
            <p:cNvSpPr>
              <a:spLocks noGrp="1"/>
            </p:cNvSpPr>
            <p:nvPr/>
          </p:nvSpPr>
          <p:spPr>
            <a:xfrm>
              <a:off x="4491822" y="2205321"/>
              <a:ext cx="58812" cy="47589"/>
            </a:xfrm>
            <a:custGeom>
              <a:avLst/>
              <a:gdLst/>
              <a:ahLst/>
              <a:cxnLst/>
              <a:rect l="0" t="0" r="0" b="0"/>
              <a:pathLst>
                <a:path w="58812" h="47589">
                  <a:moveTo>
                    <a:pt x="58812" y="475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53051" name="Candidate_receptor__3369">
              <a:extLst>
                <a:ext uri="{FF2B5EF4-FFF2-40B4-BE49-F238E27FC236}">
                  <a16:creationId xmlns:a16="http://schemas.microsoft.com/office/drawing/2014/main" id="{A8E14CDD-1C4D-8687-4358-70CDDE699E2A}"/>
                </a:ext>
              </a:extLst>
            </p:cNvPr>
            <p:cNvSpPr>
              <a:spLocks noGrp="1"/>
            </p:cNvSpPr>
            <p:nvPr/>
          </p:nvSpPr>
          <p:spPr>
            <a:xfrm>
              <a:off x="4236843" y="2538071"/>
              <a:ext cx="101896" cy="40382"/>
            </a:xfrm>
            <a:custGeom>
              <a:avLst/>
              <a:gdLst/>
              <a:ahLst/>
              <a:cxnLst/>
              <a:rect l="0" t="0" r="0" b="0"/>
              <a:pathLst>
                <a:path w="101896" h="40382">
                  <a:moveTo>
                    <a:pt x="101896" y="0"/>
                  </a:moveTo>
                  <a:lnTo>
                    <a:pt x="0" y="40382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53052" name="Candidate_receptor__3370">
              <a:extLst>
                <a:ext uri="{FF2B5EF4-FFF2-40B4-BE49-F238E27FC236}">
                  <a16:creationId xmlns:a16="http://schemas.microsoft.com/office/drawing/2014/main" id="{B3096264-EA6E-5714-5A0D-C54BF2185350}"/>
                </a:ext>
              </a:extLst>
            </p:cNvPr>
            <p:cNvSpPr>
              <a:spLocks noGrp="1"/>
            </p:cNvSpPr>
            <p:nvPr/>
          </p:nvSpPr>
          <p:spPr>
            <a:xfrm>
              <a:off x="4484641" y="3667296"/>
              <a:ext cx="57994" cy="71855"/>
            </a:xfrm>
            <a:custGeom>
              <a:avLst/>
              <a:gdLst/>
              <a:ahLst/>
              <a:cxnLst/>
              <a:rect l="0" t="0" r="0" b="0"/>
              <a:pathLst>
                <a:path w="57994" h="71855">
                  <a:moveTo>
                    <a:pt x="57994" y="0"/>
                  </a:moveTo>
                  <a:lnTo>
                    <a:pt x="0" y="71855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53053" name="Candidate_receptor__3371">
              <a:extLst>
                <a:ext uri="{FF2B5EF4-FFF2-40B4-BE49-F238E27FC236}">
                  <a16:creationId xmlns:a16="http://schemas.microsoft.com/office/drawing/2014/main" id="{4983D3E4-76AF-AD46-FAC0-1CDE7FCB9912}"/>
                </a:ext>
              </a:extLst>
            </p:cNvPr>
            <p:cNvSpPr>
              <a:spLocks noGrp="1"/>
            </p:cNvSpPr>
            <p:nvPr/>
          </p:nvSpPr>
          <p:spPr>
            <a:xfrm>
              <a:off x="4809493" y="2223155"/>
              <a:ext cx="90621" cy="62549"/>
            </a:xfrm>
            <a:custGeom>
              <a:avLst/>
              <a:gdLst/>
              <a:ahLst/>
              <a:cxnLst/>
              <a:rect l="0" t="0" r="0" b="0"/>
              <a:pathLst>
                <a:path w="90621" h="62549">
                  <a:moveTo>
                    <a:pt x="0" y="62549"/>
                  </a:moveTo>
                  <a:lnTo>
                    <a:pt x="90621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53054" name="Candidate_receptor__3372">
              <a:extLst>
                <a:ext uri="{FF2B5EF4-FFF2-40B4-BE49-F238E27FC236}">
                  <a16:creationId xmlns:a16="http://schemas.microsoft.com/office/drawing/2014/main" id="{88D2469A-B9FC-8546-63DA-2A1B0D30DD4B}"/>
                </a:ext>
              </a:extLst>
            </p:cNvPr>
            <p:cNvSpPr>
              <a:spLocks noGrp="1"/>
            </p:cNvSpPr>
            <p:nvPr/>
          </p:nvSpPr>
          <p:spPr>
            <a:xfrm>
              <a:off x="4032365" y="2863254"/>
              <a:ext cx="91880" cy="69841"/>
            </a:xfrm>
            <a:custGeom>
              <a:avLst/>
              <a:gdLst/>
              <a:ahLst/>
              <a:cxnLst/>
              <a:rect l="0" t="0" r="0" b="0"/>
              <a:pathLst>
                <a:path w="91880" h="69841">
                  <a:moveTo>
                    <a:pt x="91880" y="69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55" name="Candidate_receptor__3373">
              <a:extLst>
                <a:ext uri="{FF2B5EF4-FFF2-40B4-BE49-F238E27FC236}">
                  <a16:creationId xmlns:a16="http://schemas.microsoft.com/office/drawing/2014/main" id="{E55FB5B1-DBA6-C314-E0B2-AE4D54D92620}"/>
                </a:ext>
              </a:extLst>
            </p:cNvPr>
            <p:cNvSpPr>
              <a:spLocks noGrp="1"/>
            </p:cNvSpPr>
            <p:nvPr/>
          </p:nvSpPr>
          <p:spPr>
            <a:xfrm>
              <a:off x="5560998" y="1614107"/>
              <a:ext cx="38871" cy="9137"/>
            </a:xfrm>
            <a:custGeom>
              <a:avLst/>
              <a:gdLst/>
              <a:ahLst/>
              <a:cxnLst/>
              <a:rect l="0" t="0" r="0" b="0"/>
              <a:pathLst>
                <a:path w="38871" h="9137">
                  <a:moveTo>
                    <a:pt x="0" y="0"/>
                  </a:moveTo>
                  <a:lnTo>
                    <a:pt x="38871" y="913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56" name="Candidate_receptor__3374">
              <a:extLst>
                <a:ext uri="{FF2B5EF4-FFF2-40B4-BE49-F238E27FC236}">
                  <a16:creationId xmlns:a16="http://schemas.microsoft.com/office/drawing/2014/main" id="{112C9DD1-077C-6F4D-F96A-AF3415ED8776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70598" cy="17690"/>
            </a:xfrm>
            <a:custGeom>
              <a:avLst/>
              <a:gdLst/>
              <a:ahLst/>
              <a:cxnLst/>
              <a:rect l="0" t="0" r="0" b="0"/>
              <a:pathLst>
                <a:path w="70598" h="17690">
                  <a:moveTo>
                    <a:pt x="70598" y="176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57" name="Candidate_receptor__3375">
              <a:extLst>
                <a:ext uri="{FF2B5EF4-FFF2-40B4-BE49-F238E27FC236}">
                  <a16:creationId xmlns:a16="http://schemas.microsoft.com/office/drawing/2014/main" id="{85E39659-20D6-9044-7CEF-325EABDDC282}"/>
                </a:ext>
              </a:extLst>
            </p:cNvPr>
            <p:cNvSpPr>
              <a:spLocks noGrp="1"/>
            </p:cNvSpPr>
            <p:nvPr/>
          </p:nvSpPr>
          <p:spPr>
            <a:xfrm>
              <a:off x="4542635" y="3583724"/>
              <a:ext cx="5136" cy="83572"/>
            </a:xfrm>
            <a:custGeom>
              <a:avLst/>
              <a:gdLst/>
              <a:ahLst/>
              <a:cxnLst/>
              <a:rect l="0" t="0" r="0" b="0"/>
              <a:pathLst>
                <a:path w="5136" h="83572">
                  <a:moveTo>
                    <a:pt x="5136" y="0"/>
                  </a:moveTo>
                  <a:lnTo>
                    <a:pt x="0" y="83572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53058" name="Candidate_receptor__3376">
              <a:extLst>
                <a:ext uri="{FF2B5EF4-FFF2-40B4-BE49-F238E27FC236}">
                  <a16:creationId xmlns:a16="http://schemas.microsoft.com/office/drawing/2014/main" id="{A8ACE845-3CB6-23E5-3D2D-7B3628B774E8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2087249"/>
              <a:ext cx="101783" cy="28528"/>
            </a:xfrm>
            <a:custGeom>
              <a:avLst/>
              <a:gdLst/>
              <a:ahLst/>
              <a:cxnLst/>
              <a:rect l="0" t="0" r="0" b="0"/>
              <a:pathLst>
                <a:path w="101783" h="28528">
                  <a:moveTo>
                    <a:pt x="101783" y="285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53059" name="Candidate_receptor__3377">
              <a:extLst>
                <a:ext uri="{FF2B5EF4-FFF2-40B4-BE49-F238E27FC236}">
                  <a16:creationId xmlns:a16="http://schemas.microsoft.com/office/drawing/2014/main" id="{4DD464ED-AB1C-A662-2DE0-A5862437B42E}"/>
                </a:ext>
              </a:extLst>
            </p:cNvPr>
            <p:cNvSpPr>
              <a:spLocks noGrp="1"/>
            </p:cNvSpPr>
            <p:nvPr/>
          </p:nvSpPr>
          <p:spPr>
            <a:xfrm>
              <a:off x="6071299" y="3157083"/>
              <a:ext cx="31336" cy="98857"/>
            </a:xfrm>
            <a:custGeom>
              <a:avLst/>
              <a:gdLst/>
              <a:ahLst/>
              <a:cxnLst/>
              <a:rect l="0" t="0" r="0" b="0"/>
              <a:pathLst>
                <a:path w="31336" h="98857">
                  <a:moveTo>
                    <a:pt x="0" y="98857"/>
                  </a:moveTo>
                  <a:lnTo>
                    <a:pt x="3133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60" name="Candidate_receptor__3378">
              <a:extLst>
                <a:ext uri="{FF2B5EF4-FFF2-40B4-BE49-F238E27FC236}">
                  <a16:creationId xmlns:a16="http://schemas.microsoft.com/office/drawing/2014/main" id="{807C2063-90DF-14F0-E3F5-629051AF2AC7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223359"/>
              <a:ext cx="47747" cy="56569"/>
            </a:xfrm>
            <a:custGeom>
              <a:avLst/>
              <a:gdLst/>
              <a:ahLst/>
              <a:cxnLst/>
              <a:rect l="0" t="0" r="0" b="0"/>
              <a:pathLst>
                <a:path w="47747" h="56569">
                  <a:moveTo>
                    <a:pt x="0" y="0"/>
                  </a:moveTo>
                  <a:lnTo>
                    <a:pt x="47747" y="5656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61" name="Candidate_receptor__3379">
              <a:extLst>
                <a:ext uri="{FF2B5EF4-FFF2-40B4-BE49-F238E27FC236}">
                  <a16:creationId xmlns:a16="http://schemas.microsoft.com/office/drawing/2014/main" id="{51DA5B41-4413-A5BF-93CD-48C8E07AAF25}"/>
                </a:ext>
              </a:extLst>
            </p:cNvPr>
            <p:cNvSpPr>
              <a:spLocks noGrp="1"/>
            </p:cNvSpPr>
            <p:nvPr/>
          </p:nvSpPr>
          <p:spPr>
            <a:xfrm>
              <a:off x="5802140" y="2424249"/>
              <a:ext cx="1469" cy="25449"/>
            </a:xfrm>
            <a:custGeom>
              <a:avLst/>
              <a:gdLst/>
              <a:ahLst/>
              <a:cxnLst/>
              <a:rect l="0" t="0" r="0" b="0"/>
              <a:pathLst>
                <a:path w="1469" h="25449">
                  <a:moveTo>
                    <a:pt x="0" y="0"/>
                  </a:moveTo>
                  <a:lnTo>
                    <a:pt x="1469" y="2544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62" name="Candidate_receptor__3380">
              <a:extLst>
                <a:ext uri="{FF2B5EF4-FFF2-40B4-BE49-F238E27FC236}">
                  <a16:creationId xmlns:a16="http://schemas.microsoft.com/office/drawing/2014/main" id="{3EB0F179-BA2C-E376-556B-28E7456BDC5A}"/>
                </a:ext>
              </a:extLst>
            </p:cNvPr>
            <p:cNvSpPr>
              <a:spLocks noGrp="1"/>
            </p:cNvSpPr>
            <p:nvPr/>
          </p:nvSpPr>
          <p:spPr>
            <a:xfrm>
              <a:off x="4383049" y="3739151"/>
              <a:ext cx="101592" cy="34761"/>
            </a:xfrm>
            <a:custGeom>
              <a:avLst/>
              <a:gdLst/>
              <a:ahLst/>
              <a:cxnLst/>
              <a:rect l="0" t="0" r="0" b="0"/>
              <a:pathLst>
                <a:path w="101592" h="34761">
                  <a:moveTo>
                    <a:pt x="101592" y="0"/>
                  </a:moveTo>
                  <a:lnTo>
                    <a:pt x="0" y="3476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63" name="Candidate_receptor__3381">
              <a:extLst>
                <a:ext uri="{FF2B5EF4-FFF2-40B4-BE49-F238E27FC236}">
                  <a16:creationId xmlns:a16="http://schemas.microsoft.com/office/drawing/2014/main" id="{ADF53C4E-1BC8-5535-4D57-B9CFE7FA0F87}"/>
                </a:ext>
              </a:extLst>
            </p:cNvPr>
            <p:cNvSpPr>
              <a:spLocks noGrp="1"/>
            </p:cNvSpPr>
            <p:nvPr/>
          </p:nvSpPr>
          <p:spPr>
            <a:xfrm>
              <a:off x="4805298" y="2061997"/>
              <a:ext cx="108735" cy="20673"/>
            </a:xfrm>
            <a:custGeom>
              <a:avLst/>
              <a:gdLst/>
              <a:ahLst/>
              <a:cxnLst/>
              <a:rect l="0" t="0" r="0" b="0"/>
              <a:pathLst>
                <a:path w="108735" h="20673">
                  <a:moveTo>
                    <a:pt x="0" y="0"/>
                  </a:moveTo>
                  <a:lnTo>
                    <a:pt x="108735" y="20673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53064" name="Candidate_receptor__3382">
              <a:extLst>
                <a:ext uri="{FF2B5EF4-FFF2-40B4-BE49-F238E27FC236}">
                  <a16:creationId xmlns:a16="http://schemas.microsoft.com/office/drawing/2014/main" id="{4D88E376-C2A1-A796-B3EC-C61FA7842CFE}"/>
                </a:ext>
              </a:extLst>
            </p:cNvPr>
            <p:cNvSpPr>
              <a:spLocks noGrp="1"/>
            </p:cNvSpPr>
            <p:nvPr/>
          </p:nvSpPr>
          <p:spPr>
            <a:xfrm>
              <a:off x="5063719" y="3749890"/>
              <a:ext cx="23386" cy="107630"/>
            </a:xfrm>
            <a:custGeom>
              <a:avLst/>
              <a:gdLst/>
              <a:ahLst/>
              <a:cxnLst/>
              <a:rect l="0" t="0" r="0" b="0"/>
              <a:pathLst>
                <a:path w="23386" h="107630">
                  <a:moveTo>
                    <a:pt x="0" y="107630"/>
                  </a:moveTo>
                  <a:lnTo>
                    <a:pt x="2338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65" name="Candidate_receptor__3383">
              <a:extLst>
                <a:ext uri="{FF2B5EF4-FFF2-40B4-BE49-F238E27FC236}">
                  <a16:creationId xmlns:a16="http://schemas.microsoft.com/office/drawing/2014/main" id="{6D8002C1-3D4D-391C-45B8-A4CAA42F64D4}"/>
                </a:ext>
              </a:extLst>
            </p:cNvPr>
            <p:cNvSpPr>
              <a:spLocks noGrp="1"/>
            </p:cNvSpPr>
            <p:nvPr/>
          </p:nvSpPr>
          <p:spPr>
            <a:xfrm>
              <a:off x="4728474" y="3639605"/>
              <a:ext cx="113430" cy="16393"/>
            </a:xfrm>
            <a:custGeom>
              <a:avLst/>
              <a:gdLst/>
              <a:ahLst/>
              <a:cxnLst/>
              <a:rect l="0" t="0" r="0" b="0"/>
              <a:pathLst>
                <a:path w="113430" h="16393">
                  <a:moveTo>
                    <a:pt x="113430" y="163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53066" name="Candidate_receptor__3384">
              <a:extLst>
                <a:ext uri="{FF2B5EF4-FFF2-40B4-BE49-F238E27FC236}">
                  <a16:creationId xmlns:a16="http://schemas.microsoft.com/office/drawing/2014/main" id="{1C3B37AA-6FF3-D6E2-50A7-891117F74EA0}"/>
                </a:ext>
              </a:extLst>
            </p:cNvPr>
            <p:cNvSpPr>
              <a:spLocks noGrp="1"/>
            </p:cNvSpPr>
            <p:nvPr/>
          </p:nvSpPr>
          <p:spPr>
            <a:xfrm>
              <a:off x="5856407" y="3635627"/>
              <a:ext cx="87854" cy="50705"/>
            </a:xfrm>
            <a:custGeom>
              <a:avLst/>
              <a:gdLst/>
              <a:ahLst/>
              <a:cxnLst/>
              <a:rect l="0" t="0" r="0" b="0"/>
              <a:pathLst>
                <a:path w="87854" h="50705">
                  <a:moveTo>
                    <a:pt x="87854" y="0"/>
                  </a:moveTo>
                  <a:lnTo>
                    <a:pt x="0" y="5070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67" name="Candidate_receptor__3385">
              <a:extLst>
                <a:ext uri="{FF2B5EF4-FFF2-40B4-BE49-F238E27FC236}">
                  <a16:creationId xmlns:a16="http://schemas.microsoft.com/office/drawing/2014/main" id="{A191D4C0-6BCF-B454-2447-B06A3E7D2881}"/>
                </a:ext>
              </a:extLst>
            </p:cNvPr>
            <p:cNvSpPr>
              <a:spLocks noGrp="1"/>
            </p:cNvSpPr>
            <p:nvPr/>
          </p:nvSpPr>
          <p:spPr>
            <a:xfrm>
              <a:off x="4971061" y="2601749"/>
              <a:ext cx="4698" cy="18134"/>
            </a:xfrm>
            <a:custGeom>
              <a:avLst/>
              <a:gdLst/>
              <a:ahLst/>
              <a:cxnLst/>
              <a:rect l="0" t="0" r="0" b="0"/>
              <a:pathLst>
                <a:path w="4698" h="18134">
                  <a:moveTo>
                    <a:pt x="4698" y="0"/>
                  </a:moveTo>
                  <a:lnTo>
                    <a:pt x="0" y="1813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68" name="Candidate_receptor__3386">
              <a:extLst>
                <a:ext uri="{FF2B5EF4-FFF2-40B4-BE49-F238E27FC236}">
                  <a16:creationId xmlns:a16="http://schemas.microsoft.com/office/drawing/2014/main" id="{C6476E16-A4AD-5E2B-7D1D-B297B2241C38}"/>
                </a:ext>
              </a:extLst>
            </p:cNvPr>
            <p:cNvSpPr>
              <a:spLocks noGrp="1"/>
            </p:cNvSpPr>
            <p:nvPr/>
          </p:nvSpPr>
          <p:spPr>
            <a:xfrm>
              <a:off x="5761021" y="3648212"/>
              <a:ext cx="95386" cy="38120"/>
            </a:xfrm>
            <a:custGeom>
              <a:avLst/>
              <a:gdLst/>
              <a:ahLst/>
              <a:cxnLst/>
              <a:rect l="0" t="0" r="0" b="0"/>
              <a:pathLst>
                <a:path w="95386" h="38120">
                  <a:moveTo>
                    <a:pt x="95386" y="381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53069" name="Candidate_receptor__3387">
              <a:extLst>
                <a:ext uri="{FF2B5EF4-FFF2-40B4-BE49-F238E27FC236}">
                  <a16:creationId xmlns:a16="http://schemas.microsoft.com/office/drawing/2014/main" id="{0EE63A5C-FA15-D818-5B14-1CDA669255C8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97132"/>
              <a:ext cx="97684" cy="15000"/>
            </a:xfrm>
            <a:custGeom>
              <a:avLst/>
              <a:gdLst/>
              <a:ahLst/>
              <a:cxnLst/>
              <a:rect l="0" t="0" r="0" b="0"/>
              <a:pathLst>
                <a:path w="97684" h="15000">
                  <a:moveTo>
                    <a:pt x="0" y="0"/>
                  </a:moveTo>
                  <a:lnTo>
                    <a:pt x="97684" y="1500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70" name="Candidate_receptor__3388">
              <a:extLst>
                <a:ext uri="{FF2B5EF4-FFF2-40B4-BE49-F238E27FC236}">
                  <a16:creationId xmlns:a16="http://schemas.microsoft.com/office/drawing/2014/main" id="{2EAFBE46-2C4E-32E4-96A7-96B3BEB13AB7}"/>
                </a:ext>
              </a:extLst>
            </p:cNvPr>
            <p:cNvSpPr>
              <a:spLocks noGrp="1"/>
            </p:cNvSpPr>
            <p:nvPr/>
          </p:nvSpPr>
          <p:spPr>
            <a:xfrm>
              <a:off x="6001573" y="3107328"/>
              <a:ext cx="101062" cy="49755"/>
            </a:xfrm>
            <a:custGeom>
              <a:avLst/>
              <a:gdLst/>
              <a:ahLst/>
              <a:cxnLst/>
              <a:rect l="0" t="0" r="0" b="0"/>
              <a:pathLst>
                <a:path w="101062" h="49755">
                  <a:moveTo>
                    <a:pt x="101062" y="49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71" name="Candidate_receptor__3389">
              <a:extLst>
                <a:ext uri="{FF2B5EF4-FFF2-40B4-BE49-F238E27FC236}">
                  <a16:creationId xmlns:a16="http://schemas.microsoft.com/office/drawing/2014/main" id="{46588B4A-ACC0-8B41-5D33-85A6C0163AE3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2983403"/>
              <a:ext cx="23368" cy="69155"/>
            </a:xfrm>
            <a:custGeom>
              <a:avLst/>
              <a:gdLst/>
              <a:ahLst/>
              <a:cxnLst/>
              <a:rect l="0" t="0" r="0" b="0"/>
              <a:pathLst>
                <a:path w="23368" h="69155">
                  <a:moveTo>
                    <a:pt x="0" y="69155"/>
                  </a:moveTo>
                  <a:lnTo>
                    <a:pt x="23368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53072" name="Candidate_receptor__3390">
              <a:extLst>
                <a:ext uri="{FF2B5EF4-FFF2-40B4-BE49-F238E27FC236}">
                  <a16:creationId xmlns:a16="http://schemas.microsoft.com/office/drawing/2014/main" id="{B82004AB-F877-B265-41AC-DD775312B640}"/>
                </a:ext>
              </a:extLst>
            </p:cNvPr>
            <p:cNvSpPr>
              <a:spLocks noGrp="1"/>
            </p:cNvSpPr>
            <p:nvPr/>
          </p:nvSpPr>
          <p:spPr>
            <a:xfrm>
              <a:off x="5009770" y="2493546"/>
              <a:ext cx="72023" cy="36721"/>
            </a:xfrm>
            <a:custGeom>
              <a:avLst/>
              <a:gdLst/>
              <a:ahLst/>
              <a:cxnLst/>
              <a:rect l="0" t="0" r="0" b="0"/>
              <a:pathLst>
                <a:path w="72023" h="36721">
                  <a:moveTo>
                    <a:pt x="72023" y="367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73" name="Candidate_receptor__3391">
              <a:extLst>
                <a:ext uri="{FF2B5EF4-FFF2-40B4-BE49-F238E27FC236}">
                  <a16:creationId xmlns:a16="http://schemas.microsoft.com/office/drawing/2014/main" id="{83ABD06A-DE26-7B42-8D3A-A8F5CB318532}"/>
                </a:ext>
              </a:extLst>
            </p:cNvPr>
            <p:cNvSpPr>
              <a:spLocks noGrp="1"/>
            </p:cNvSpPr>
            <p:nvPr/>
          </p:nvSpPr>
          <p:spPr>
            <a:xfrm>
              <a:off x="6054376" y="2283359"/>
              <a:ext cx="99978" cy="54011"/>
            </a:xfrm>
            <a:custGeom>
              <a:avLst/>
              <a:gdLst/>
              <a:ahLst/>
              <a:cxnLst/>
              <a:rect l="0" t="0" r="0" b="0"/>
              <a:pathLst>
                <a:path w="99978" h="54011">
                  <a:moveTo>
                    <a:pt x="0" y="0"/>
                  </a:moveTo>
                  <a:lnTo>
                    <a:pt x="99978" y="5401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74" name="Candidate_receptor__3392">
              <a:extLst>
                <a:ext uri="{FF2B5EF4-FFF2-40B4-BE49-F238E27FC236}">
                  <a16:creationId xmlns:a16="http://schemas.microsoft.com/office/drawing/2014/main" id="{3244290E-00DF-91DD-794D-B7636F3B032D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17286" cy="22268"/>
            </a:xfrm>
            <a:custGeom>
              <a:avLst/>
              <a:gdLst/>
              <a:ahLst/>
              <a:cxnLst/>
              <a:rect l="0" t="0" r="0" b="0"/>
              <a:pathLst>
                <a:path w="17286" h="22268">
                  <a:moveTo>
                    <a:pt x="0" y="0"/>
                  </a:moveTo>
                  <a:lnTo>
                    <a:pt x="17286" y="22268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53075" name="Candidate_receptor__3393">
              <a:extLst>
                <a:ext uri="{FF2B5EF4-FFF2-40B4-BE49-F238E27FC236}">
                  <a16:creationId xmlns:a16="http://schemas.microsoft.com/office/drawing/2014/main" id="{35275BC2-1880-1F87-25D9-6000B1D3D5E8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635216"/>
              <a:ext cx="64520" cy="83744"/>
            </a:xfrm>
            <a:custGeom>
              <a:avLst/>
              <a:gdLst/>
              <a:ahLst/>
              <a:cxnLst/>
              <a:rect l="0" t="0" r="0" b="0"/>
              <a:pathLst>
                <a:path w="64520" h="83744">
                  <a:moveTo>
                    <a:pt x="64520" y="8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76" name="Candidate_receptor__3394">
              <a:extLst>
                <a:ext uri="{FF2B5EF4-FFF2-40B4-BE49-F238E27FC236}">
                  <a16:creationId xmlns:a16="http://schemas.microsoft.com/office/drawing/2014/main" id="{EB05731F-A5DC-67BF-786C-984E87BE3B60}"/>
                </a:ext>
              </a:extLst>
            </p:cNvPr>
            <p:cNvSpPr>
              <a:spLocks noGrp="1"/>
            </p:cNvSpPr>
            <p:nvPr/>
          </p:nvSpPr>
          <p:spPr>
            <a:xfrm>
              <a:off x="4602880" y="2739906"/>
              <a:ext cx="71725" cy="88749"/>
            </a:xfrm>
            <a:custGeom>
              <a:avLst/>
              <a:gdLst/>
              <a:ahLst/>
              <a:cxnLst/>
              <a:rect l="0" t="0" r="0" b="0"/>
              <a:pathLst>
                <a:path w="71725" h="88749">
                  <a:moveTo>
                    <a:pt x="0" y="0"/>
                  </a:moveTo>
                  <a:lnTo>
                    <a:pt x="71725" y="88749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077" name="Candidate_receptor__3395">
              <a:extLst>
                <a:ext uri="{FF2B5EF4-FFF2-40B4-BE49-F238E27FC236}">
                  <a16:creationId xmlns:a16="http://schemas.microsoft.com/office/drawing/2014/main" id="{A8503F9A-F247-9668-13D2-C32B1992971E}"/>
                </a:ext>
              </a:extLst>
            </p:cNvPr>
            <p:cNvSpPr>
              <a:spLocks noGrp="1"/>
            </p:cNvSpPr>
            <p:nvPr/>
          </p:nvSpPr>
          <p:spPr>
            <a:xfrm>
              <a:off x="5081793" y="2530266"/>
              <a:ext cx="53281" cy="66762"/>
            </a:xfrm>
            <a:custGeom>
              <a:avLst/>
              <a:gdLst/>
              <a:ahLst/>
              <a:cxnLst/>
              <a:rect l="0" t="0" r="0" b="0"/>
              <a:pathLst>
                <a:path w="53281" h="66762">
                  <a:moveTo>
                    <a:pt x="53281" y="667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78" name="Candidate_receptor__3396">
              <a:extLst>
                <a:ext uri="{FF2B5EF4-FFF2-40B4-BE49-F238E27FC236}">
                  <a16:creationId xmlns:a16="http://schemas.microsoft.com/office/drawing/2014/main" id="{4A1F2DA5-7C5D-DC71-AF7E-5D227E08F519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107328"/>
              <a:ext cx="55712" cy="95351"/>
            </a:xfrm>
            <a:custGeom>
              <a:avLst/>
              <a:gdLst/>
              <a:ahLst/>
              <a:cxnLst/>
              <a:rect l="0" t="0" r="0" b="0"/>
              <a:pathLst>
                <a:path w="55712" h="95351">
                  <a:moveTo>
                    <a:pt x="55712" y="0"/>
                  </a:moveTo>
                  <a:lnTo>
                    <a:pt x="0" y="9535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79" name="Candidate_receptor__3397">
              <a:extLst>
                <a:ext uri="{FF2B5EF4-FFF2-40B4-BE49-F238E27FC236}">
                  <a16:creationId xmlns:a16="http://schemas.microsoft.com/office/drawing/2014/main" id="{6BBF1681-3275-8C6C-A783-F49DF271A3DA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345083"/>
              <a:ext cx="62440" cy="80410"/>
            </a:xfrm>
            <a:custGeom>
              <a:avLst/>
              <a:gdLst/>
              <a:ahLst/>
              <a:cxnLst/>
              <a:rect l="0" t="0" r="0" b="0"/>
              <a:pathLst>
                <a:path w="62440" h="80410">
                  <a:moveTo>
                    <a:pt x="0" y="80410"/>
                  </a:moveTo>
                  <a:lnTo>
                    <a:pt x="6244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80" name="Candidate_receptor__3398">
              <a:extLst>
                <a:ext uri="{FF2B5EF4-FFF2-40B4-BE49-F238E27FC236}">
                  <a16:creationId xmlns:a16="http://schemas.microsoft.com/office/drawing/2014/main" id="{97092C9F-3E5E-CFB1-723B-A63EF2668D09}"/>
                </a:ext>
              </a:extLst>
            </p:cNvPr>
            <p:cNvSpPr>
              <a:spLocks noGrp="1"/>
            </p:cNvSpPr>
            <p:nvPr/>
          </p:nvSpPr>
          <p:spPr>
            <a:xfrm>
              <a:off x="5786302" y="1626119"/>
              <a:ext cx="50795" cy="38721"/>
            </a:xfrm>
            <a:custGeom>
              <a:avLst/>
              <a:gdLst/>
              <a:ahLst/>
              <a:cxnLst/>
              <a:rect l="0" t="0" r="0" b="0"/>
              <a:pathLst>
                <a:path w="50795" h="38721">
                  <a:moveTo>
                    <a:pt x="0" y="0"/>
                  </a:moveTo>
                  <a:lnTo>
                    <a:pt x="50795" y="387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81" name="Candidate_receptor__3399">
              <a:extLst>
                <a:ext uri="{FF2B5EF4-FFF2-40B4-BE49-F238E27FC236}">
                  <a16:creationId xmlns:a16="http://schemas.microsoft.com/office/drawing/2014/main" id="{DF1CCB4E-8954-D72A-AA51-081DBF7B057A}"/>
                </a:ext>
              </a:extLst>
            </p:cNvPr>
            <p:cNvSpPr>
              <a:spLocks noGrp="1"/>
            </p:cNvSpPr>
            <p:nvPr/>
          </p:nvSpPr>
          <p:spPr>
            <a:xfrm>
              <a:off x="4900114" y="2223155"/>
              <a:ext cx="79749" cy="21736"/>
            </a:xfrm>
            <a:custGeom>
              <a:avLst/>
              <a:gdLst/>
              <a:ahLst/>
              <a:cxnLst/>
              <a:rect l="0" t="0" r="0" b="0"/>
              <a:pathLst>
                <a:path w="79749" h="21736">
                  <a:moveTo>
                    <a:pt x="0" y="0"/>
                  </a:moveTo>
                  <a:lnTo>
                    <a:pt x="79749" y="2173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082" name="Candidate_receptor__3400">
              <a:extLst>
                <a:ext uri="{FF2B5EF4-FFF2-40B4-BE49-F238E27FC236}">
                  <a16:creationId xmlns:a16="http://schemas.microsoft.com/office/drawing/2014/main" id="{96D66FE2-B524-8F7D-AC86-3553115F078B}"/>
                </a:ext>
              </a:extLst>
            </p:cNvPr>
            <p:cNvSpPr>
              <a:spLocks noGrp="1"/>
            </p:cNvSpPr>
            <p:nvPr/>
          </p:nvSpPr>
          <p:spPr>
            <a:xfrm>
              <a:off x="4821145" y="2554575"/>
              <a:ext cx="21348" cy="102250"/>
            </a:xfrm>
            <a:custGeom>
              <a:avLst/>
              <a:gdLst/>
              <a:ahLst/>
              <a:cxnLst/>
              <a:rect l="0" t="0" r="0" b="0"/>
              <a:pathLst>
                <a:path w="21348" h="102250">
                  <a:moveTo>
                    <a:pt x="21348" y="0"/>
                  </a:moveTo>
                  <a:lnTo>
                    <a:pt x="0" y="1022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83" name="Candidate_receptor__3401">
              <a:extLst>
                <a:ext uri="{FF2B5EF4-FFF2-40B4-BE49-F238E27FC236}">
                  <a16:creationId xmlns:a16="http://schemas.microsoft.com/office/drawing/2014/main" id="{9A13EB72-884B-93B9-AE37-26BFC95671AD}"/>
                </a:ext>
              </a:extLst>
            </p:cNvPr>
            <p:cNvSpPr>
              <a:spLocks noGrp="1"/>
            </p:cNvSpPr>
            <p:nvPr/>
          </p:nvSpPr>
          <p:spPr>
            <a:xfrm>
              <a:off x="5599857" y="2089095"/>
              <a:ext cx="110898" cy="26683"/>
            </a:xfrm>
            <a:custGeom>
              <a:avLst/>
              <a:gdLst/>
              <a:ahLst/>
              <a:cxnLst/>
              <a:rect l="0" t="0" r="0" b="0"/>
              <a:pathLst>
                <a:path w="110898" h="26683">
                  <a:moveTo>
                    <a:pt x="110898" y="0"/>
                  </a:moveTo>
                  <a:lnTo>
                    <a:pt x="0" y="2668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84" name="Candidate_receptor__3402">
              <a:extLst>
                <a:ext uri="{FF2B5EF4-FFF2-40B4-BE49-F238E27FC236}">
                  <a16:creationId xmlns:a16="http://schemas.microsoft.com/office/drawing/2014/main" id="{721FAF55-E079-7306-ABC9-DAC05B00E9EB}"/>
                </a:ext>
              </a:extLst>
            </p:cNvPr>
            <p:cNvSpPr>
              <a:spLocks noGrp="1"/>
            </p:cNvSpPr>
            <p:nvPr/>
          </p:nvSpPr>
          <p:spPr>
            <a:xfrm>
              <a:off x="4545149" y="3170705"/>
              <a:ext cx="40556" cy="2053"/>
            </a:xfrm>
            <a:custGeom>
              <a:avLst/>
              <a:gdLst/>
              <a:ahLst/>
              <a:cxnLst/>
              <a:rect l="0" t="0" r="0" b="0"/>
              <a:pathLst>
                <a:path w="40556" h="2053">
                  <a:moveTo>
                    <a:pt x="40556" y="20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85" name="Candidate_receptor__3403">
              <a:extLst>
                <a:ext uri="{FF2B5EF4-FFF2-40B4-BE49-F238E27FC236}">
                  <a16:creationId xmlns:a16="http://schemas.microsoft.com/office/drawing/2014/main" id="{30ABE7F5-5E96-EE5A-FD4C-A53CD2274B5B}"/>
                </a:ext>
              </a:extLst>
            </p:cNvPr>
            <p:cNvSpPr>
              <a:spLocks noGrp="1"/>
            </p:cNvSpPr>
            <p:nvPr/>
          </p:nvSpPr>
          <p:spPr>
            <a:xfrm>
              <a:off x="5563734" y="2698161"/>
              <a:ext cx="60742" cy="88219"/>
            </a:xfrm>
            <a:custGeom>
              <a:avLst/>
              <a:gdLst/>
              <a:ahLst/>
              <a:cxnLst/>
              <a:rect l="0" t="0" r="0" b="0"/>
              <a:pathLst>
                <a:path w="60742" h="88219">
                  <a:moveTo>
                    <a:pt x="60742" y="0"/>
                  </a:moveTo>
                  <a:lnTo>
                    <a:pt x="0" y="8821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86" name="Candidate_receptor__3404">
              <a:extLst>
                <a:ext uri="{FF2B5EF4-FFF2-40B4-BE49-F238E27FC236}">
                  <a16:creationId xmlns:a16="http://schemas.microsoft.com/office/drawing/2014/main" id="{7D8D2FC5-E0FB-C256-E23D-D834A65DD547}"/>
                </a:ext>
              </a:extLst>
            </p:cNvPr>
            <p:cNvSpPr>
              <a:spLocks noGrp="1"/>
            </p:cNvSpPr>
            <p:nvPr/>
          </p:nvSpPr>
          <p:spPr>
            <a:xfrm>
              <a:off x="5423006" y="1637307"/>
              <a:ext cx="67355" cy="85341"/>
            </a:xfrm>
            <a:custGeom>
              <a:avLst/>
              <a:gdLst/>
              <a:ahLst/>
              <a:cxnLst/>
              <a:rect l="0" t="0" r="0" b="0"/>
              <a:pathLst>
                <a:path w="67355" h="85341">
                  <a:moveTo>
                    <a:pt x="0" y="0"/>
                  </a:moveTo>
                  <a:lnTo>
                    <a:pt x="67355" y="8534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87" name="Candidate_receptor__3405">
              <a:extLst>
                <a:ext uri="{FF2B5EF4-FFF2-40B4-BE49-F238E27FC236}">
                  <a16:creationId xmlns:a16="http://schemas.microsoft.com/office/drawing/2014/main" id="{AB0D2DAF-C9B2-E08A-3FFF-B049C00EFCA2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391479"/>
              <a:ext cx="34873" cy="96249"/>
            </a:xfrm>
            <a:custGeom>
              <a:avLst/>
              <a:gdLst/>
              <a:ahLst/>
              <a:cxnLst/>
              <a:rect l="0" t="0" r="0" b="0"/>
              <a:pathLst>
                <a:path w="34873" h="96249">
                  <a:moveTo>
                    <a:pt x="34873" y="0"/>
                  </a:moveTo>
                  <a:lnTo>
                    <a:pt x="0" y="9624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88" name="Candidate_receptor__3406">
              <a:extLst>
                <a:ext uri="{FF2B5EF4-FFF2-40B4-BE49-F238E27FC236}">
                  <a16:creationId xmlns:a16="http://schemas.microsoft.com/office/drawing/2014/main" id="{85099A9F-DD90-9D53-7652-579FE7FF4CE0}"/>
                </a:ext>
              </a:extLst>
            </p:cNvPr>
            <p:cNvSpPr>
              <a:spLocks noGrp="1"/>
            </p:cNvSpPr>
            <p:nvPr/>
          </p:nvSpPr>
          <p:spPr>
            <a:xfrm>
              <a:off x="5722705" y="1557659"/>
              <a:ext cx="63597" cy="68461"/>
            </a:xfrm>
            <a:custGeom>
              <a:avLst/>
              <a:gdLst/>
              <a:ahLst/>
              <a:cxnLst/>
              <a:rect l="0" t="0" r="0" b="0"/>
              <a:pathLst>
                <a:path w="63597" h="68461">
                  <a:moveTo>
                    <a:pt x="0" y="0"/>
                  </a:moveTo>
                  <a:lnTo>
                    <a:pt x="63597" y="6846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89" name="Candidate_receptor__3407">
              <a:extLst>
                <a:ext uri="{FF2B5EF4-FFF2-40B4-BE49-F238E27FC236}">
                  <a16:creationId xmlns:a16="http://schemas.microsoft.com/office/drawing/2014/main" id="{D2CD46E9-1DA1-469A-0673-20EE18C9BF8F}"/>
                </a:ext>
              </a:extLst>
            </p:cNvPr>
            <p:cNvSpPr>
              <a:spLocks noGrp="1"/>
            </p:cNvSpPr>
            <p:nvPr/>
          </p:nvSpPr>
          <p:spPr>
            <a:xfrm>
              <a:off x="4779984" y="3263012"/>
              <a:ext cx="11351" cy="42921"/>
            </a:xfrm>
            <a:custGeom>
              <a:avLst/>
              <a:gdLst/>
              <a:ahLst/>
              <a:cxnLst/>
              <a:rect l="0" t="0" r="0" b="0"/>
              <a:pathLst>
                <a:path w="11351" h="42921">
                  <a:moveTo>
                    <a:pt x="0" y="0"/>
                  </a:moveTo>
                  <a:lnTo>
                    <a:pt x="11351" y="429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90" name="Candidate_receptor__3408">
              <a:extLst>
                <a:ext uri="{FF2B5EF4-FFF2-40B4-BE49-F238E27FC236}">
                  <a16:creationId xmlns:a16="http://schemas.microsoft.com/office/drawing/2014/main" id="{E58A4AEB-B0F1-0EF2-533B-4C675162D27D}"/>
                </a:ext>
              </a:extLst>
            </p:cNvPr>
            <p:cNvSpPr>
              <a:spLocks noGrp="1"/>
            </p:cNvSpPr>
            <p:nvPr/>
          </p:nvSpPr>
          <p:spPr>
            <a:xfrm>
              <a:off x="5356559" y="2781006"/>
              <a:ext cx="35298" cy="89531"/>
            </a:xfrm>
            <a:custGeom>
              <a:avLst/>
              <a:gdLst/>
              <a:ahLst/>
              <a:cxnLst/>
              <a:rect l="0" t="0" r="0" b="0"/>
              <a:pathLst>
                <a:path w="35298" h="89531">
                  <a:moveTo>
                    <a:pt x="0" y="89531"/>
                  </a:moveTo>
                  <a:lnTo>
                    <a:pt x="3529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91" name="Candidate_receptor__3409">
              <a:extLst>
                <a:ext uri="{FF2B5EF4-FFF2-40B4-BE49-F238E27FC236}">
                  <a16:creationId xmlns:a16="http://schemas.microsoft.com/office/drawing/2014/main" id="{F1FE1E16-7514-E3EB-E869-2954EFE3333E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425493"/>
              <a:ext cx="19164" cy="72245"/>
            </a:xfrm>
            <a:custGeom>
              <a:avLst/>
              <a:gdLst/>
              <a:ahLst/>
              <a:cxnLst/>
              <a:rect l="0" t="0" r="0" b="0"/>
              <a:pathLst>
                <a:path w="19164" h="72245">
                  <a:moveTo>
                    <a:pt x="19164" y="7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92" name="Candidate_receptor__3410">
              <a:extLst>
                <a:ext uri="{FF2B5EF4-FFF2-40B4-BE49-F238E27FC236}">
                  <a16:creationId xmlns:a16="http://schemas.microsoft.com/office/drawing/2014/main" id="{2358F431-984F-0474-8445-A9E3B1557833}"/>
                </a:ext>
              </a:extLst>
            </p:cNvPr>
            <p:cNvSpPr>
              <a:spLocks noGrp="1"/>
            </p:cNvSpPr>
            <p:nvPr/>
          </p:nvSpPr>
          <p:spPr>
            <a:xfrm>
              <a:off x="5840270" y="2833438"/>
              <a:ext cx="15176" cy="100547"/>
            </a:xfrm>
            <a:custGeom>
              <a:avLst/>
              <a:gdLst/>
              <a:ahLst/>
              <a:cxnLst/>
              <a:rect l="0" t="0" r="0" b="0"/>
              <a:pathLst>
                <a:path w="15176" h="100547">
                  <a:moveTo>
                    <a:pt x="0" y="0"/>
                  </a:moveTo>
                  <a:lnTo>
                    <a:pt x="15176" y="100547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93" name="Candidate_receptor__3411">
              <a:extLst>
                <a:ext uri="{FF2B5EF4-FFF2-40B4-BE49-F238E27FC236}">
                  <a16:creationId xmlns:a16="http://schemas.microsoft.com/office/drawing/2014/main" id="{FB620332-724B-F133-C423-DCA5754F7502}"/>
                </a:ext>
              </a:extLst>
            </p:cNvPr>
            <p:cNvSpPr>
              <a:spLocks noGrp="1"/>
            </p:cNvSpPr>
            <p:nvPr/>
          </p:nvSpPr>
          <p:spPr>
            <a:xfrm>
              <a:off x="5599868" y="1623244"/>
              <a:ext cx="70909" cy="85769"/>
            </a:xfrm>
            <a:custGeom>
              <a:avLst/>
              <a:gdLst/>
              <a:ahLst/>
              <a:cxnLst/>
              <a:rect l="0" t="0" r="0" b="0"/>
              <a:pathLst>
                <a:path w="70909" h="85769">
                  <a:moveTo>
                    <a:pt x="0" y="0"/>
                  </a:moveTo>
                  <a:lnTo>
                    <a:pt x="70909" y="8576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94" name="Candidate_receptor__3412">
              <a:extLst>
                <a:ext uri="{FF2B5EF4-FFF2-40B4-BE49-F238E27FC236}">
                  <a16:creationId xmlns:a16="http://schemas.microsoft.com/office/drawing/2014/main" id="{3E695744-DA4C-ACBB-EC38-C0BEFF18E0D2}"/>
                </a:ext>
              </a:extLst>
            </p:cNvPr>
            <p:cNvSpPr>
              <a:spLocks noGrp="1"/>
            </p:cNvSpPr>
            <p:nvPr/>
          </p:nvSpPr>
          <p:spPr>
            <a:xfrm>
              <a:off x="4344004" y="3773911"/>
              <a:ext cx="39045" cy="15686"/>
            </a:xfrm>
            <a:custGeom>
              <a:avLst/>
              <a:gdLst/>
              <a:ahLst/>
              <a:cxnLst/>
              <a:rect l="0" t="0" r="0" b="0"/>
              <a:pathLst>
                <a:path w="39045" h="15686">
                  <a:moveTo>
                    <a:pt x="39045" y="0"/>
                  </a:moveTo>
                  <a:lnTo>
                    <a:pt x="0" y="1568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95" name="Candidate_receptor__3413">
              <a:extLst>
                <a:ext uri="{FF2B5EF4-FFF2-40B4-BE49-F238E27FC236}">
                  <a16:creationId xmlns:a16="http://schemas.microsoft.com/office/drawing/2014/main" id="{C2197C32-B553-921F-07CD-A28192E0288E}"/>
                </a:ext>
              </a:extLst>
            </p:cNvPr>
            <p:cNvSpPr>
              <a:spLocks noGrp="1"/>
            </p:cNvSpPr>
            <p:nvPr/>
          </p:nvSpPr>
          <p:spPr>
            <a:xfrm>
              <a:off x="5868150" y="3387517"/>
              <a:ext cx="89437" cy="3963"/>
            </a:xfrm>
            <a:custGeom>
              <a:avLst/>
              <a:gdLst/>
              <a:ahLst/>
              <a:cxnLst/>
              <a:rect l="0" t="0" r="0" b="0"/>
              <a:pathLst>
                <a:path w="89437" h="3963">
                  <a:moveTo>
                    <a:pt x="89437" y="0"/>
                  </a:moveTo>
                  <a:lnTo>
                    <a:pt x="0" y="396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96" name="Candidate_receptor__3414">
              <a:extLst>
                <a:ext uri="{FF2B5EF4-FFF2-40B4-BE49-F238E27FC236}">
                  <a16:creationId xmlns:a16="http://schemas.microsoft.com/office/drawing/2014/main" id="{11DB82A0-21B1-CEDA-E8FB-F97534B59FE5}"/>
                </a:ext>
              </a:extLst>
            </p:cNvPr>
            <p:cNvSpPr>
              <a:spLocks noGrp="1"/>
            </p:cNvSpPr>
            <p:nvPr/>
          </p:nvSpPr>
          <p:spPr>
            <a:xfrm>
              <a:off x="4842493" y="2525937"/>
              <a:ext cx="63887" cy="28638"/>
            </a:xfrm>
            <a:custGeom>
              <a:avLst/>
              <a:gdLst/>
              <a:ahLst/>
              <a:cxnLst/>
              <a:rect l="0" t="0" r="0" b="0"/>
              <a:pathLst>
                <a:path w="63887" h="28638">
                  <a:moveTo>
                    <a:pt x="63887" y="0"/>
                  </a:moveTo>
                  <a:lnTo>
                    <a:pt x="0" y="2863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97" name="Candidate_receptor__3415">
              <a:extLst>
                <a:ext uri="{FF2B5EF4-FFF2-40B4-BE49-F238E27FC236}">
                  <a16:creationId xmlns:a16="http://schemas.microsoft.com/office/drawing/2014/main" id="{B6F522EB-E926-FA07-0AF8-9B82CCA85ECB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647279"/>
              <a:ext cx="25630" cy="92627"/>
            </a:xfrm>
            <a:custGeom>
              <a:avLst/>
              <a:gdLst/>
              <a:ahLst/>
              <a:cxnLst/>
              <a:rect l="0" t="0" r="0" b="0"/>
              <a:pathLst>
                <a:path w="25630" h="92627">
                  <a:moveTo>
                    <a:pt x="0" y="0"/>
                  </a:moveTo>
                  <a:lnTo>
                    <a:pt x="25630" y="9262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098" name="Candidate_receptor__3416">
              <a:extLst>
                <a:ext uri="{FF2B5EF4-FFF2-40B4-BE49-F238E27FC236}">
                  <a16:creationId xmlns:a16="http://schemas.microsoft.com/office/drawing/2014/main" id="{1871C56B-E4B8-3700-E0DE-0DB09CF22E75}"/>
                </a:ext>
              </a:extLst>
            </p:cNvPr>
            <p:cNvSpPr>
              <a:spLocks noGrp="1"/>
            </p:cNvSpPr>
            <p:nvPr/>
          </p:nvSpPr>
          <p:spPr>
            <a:xfrm>
              <a:off x="5710755" y="1987611"/>
              <a:ext cx="30781" cy="101484"/>
            </a:xfrm>
            <a:custGeom>
              <a:avLst/>
              <a:gdLst/>
              <a:ahLst/>
              <a:cxnLst/>
              <a:rect l="0" t="0" r="0" b="0"/>
              <a:pathLst>
                <a:path w="30781" h="101484">
                  <a:moveTo>
                    <a:pt x="30781" y="0"/>
                  </a:moveTo>
                  <a:lnTo>
                    <a:pt x="0" y="10148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99" name="Candidate_receptor__3417">
              <a:extLst>
                <a:ext uri="{FF2B5EF4-FFF2-40B4-BE49-F238E27FC236}">
                  <a16:creationId xmlns:a16="http://schemas.microsoft.com/office/drawing/2014/main" id="{18A78CF4-54EE-8513-C82C-C25282ABEDA5}"/>
                </a:ext>
              </a:extLst>
            </p:cNvPr>
            <p:cNvSpPr>
              <a:spLocks noGrp="1"/>
            </p:cNvSpPr>
            <p:nvPr/>
          </p:nvSpPr>
          <p:spPr>
            <a:xfrm>
              <a:off x="4550634" y="2192218"/>
              <a:ext cx="96161" cy="60692"/>
            </a:xfrm>
            <a:custGeom>
              <a:avLst/>
              <a:gdLst/>
              <a:ahLst/>
              <a:cxnLst/>
              <a:rect l="0" t="0" r="0" b="0"/>
              <a:pathLst>
                <a:path w="96161" h="60692">
                  <a:moveTo>
                    <a:pt x="96161" y="0"/>
                  </a:moveTo>
                  <a:lnTo>
                    <a:pt x="0" y="606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00" name="Candidate_receptor__3418">
              <a:extLst>
                <a:ext uri="{FF2B5EF4-FFF2-40B4-BE49-F238E27FC236}">
                  <a16:creationId xmlns:a16="http://schemas.microsoft.com/office/drawing/2014/main" id="{88BE484E-658F-B191-E07C-D9378BA58EB9}"/>
                </a:ext>
              </a:extLst>
            </p:cNvPr>
            <p:cNvSpPr>
              <a:spLocks noGrp="1"/>
            </p:cNvSpPr>
            <p:nvPr/>
          </p:nvSpPr>
          <p:spPr>
            <a:xfrm>
              <a:off x="5725331" y="3943007"/>
              <a:ext cx="28952" cy="30614"/>
            </a:xfrm>
            <a:custGeom>
              <a:avLst/>
              <a:gdLst/>
              <a:ahLst/>
              <a:cxnLst/>
              <a:rect l="0" t="0" r="0" b="0"/>
              <a:pathLst>
                <a:path w="28952" h="30614">
                  <a:moveTo>
                    <a:pt x="28952" y="306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01" name="Candidate_receptor__3419">
              <a:extLst>
                <a:ext uri="{FF2B5EF4-FFF2-40B4-BE49-F238E27FC236}">
                  <a16:creationId xmlns:a16="http://schemas.microsoft.com/office/drawing/2014/main" id="{5B8F7ED1-9B9E-98D8-42A3-BD789F05A4C1}"/>
                </a:ext>
              </a:extLst>
            </p:cNvPr>
            <p:cNvSpPr>
              <a:spLocks noGrp="1"/>
            </p:cNvSpPr>
            <p:nvPr/>
          </p:nvSpPr>
          <p:spPr>
            <a:xfrm>
              <a:off x="4662291" y="3639605"/>
              <a:ext cx="66183" cy="70776"/>
            </a:xfrm>
            <a:custGeom>
              <a:avLst/>
              <a:gdLst/>
              <a:ahLst/>
              <a:cxnLst/>
              <a:rect l="0" t="0" r="0" b="0"/>
              <a:pathLst>
                <a:path w="66183" h="70776">
                  <a:moveTo>
                    <a:pt x="66183" y="0"/>
                  </a:moveTo>
                  <a:lnTo>
                    <a:pt x="0" y="7077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02" name="Candidate_receptor__3420">
              <a:extLst>
                <a:ext uri="{FF2B5EF4-FFF2-40B4-BE49-F238E27FC236}">
                  <a16:creationId xmlns:a16="http://schemas.microsoft.com/office/drawing/2014/main" id="{FF6A91A1-CEB4-245D-C20C-BF28AB4ED1F0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26010"/>
              <a:ext cx="23962" cy="8569"/>
            </a:xfrm>
            <a:custGeom>
              <a:avLst/>
              <a:gdLst/>
              <a:ahLst/>
              <a:cxnLst/>
              <a:rect l="0" t="0" r="0" b="0"/>
              <a:pathLst>
                <a:path w="23962" h="8569">
                  <a:moveTo>
                    <a:pt x="0" y="8569"/>
                  </a:moveTo>
                  <a:lnTo>
                    <a:pt x="23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03" name="Candidate_receptor__3421">
              <a:extLst>
                <a:ext uri="{FF2B5EF4-FFF2-40B4-BE49-F238E27FC236}">
                  <a16:creationId xmlns:a16="http://schemas.microsoft.com/office/drawing/2014/main" id="{3E8BCE79-D100-9999-395E-8C86D15D3D14}"/>
                </a:ext>
              </a:extLst>
            </p:cNvPr>
            <p:cNvSpPr>
              <a:spLocks noGrp="1"/>
            </p:cNvSpPr>
            <p:nvPr/>
          </p:nvSpPr>
          <p:spPr>
            <a:xfrm>
              <a:off x="4890729" y="3528920"/>
              <a:ext cx="49318" cy="68742"/>
            </a:xfrm>
            <a:custGeom>
              <a:avLst/>
              <a:gdLst/>
              <a:ahLst/>
              <a:cxnLst/>
              <a:rect l="0" t="0" r="0" b="0"/>
              <a:pathLst>
                <a:path w="49318" h="68742">
                  <a:moveTo>
                    <a:pt x="0" y="68742"/>
                  </a:moveTo>
                  <a:lnTo>
                    <a:pt x="4931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04" name="Candidate_receptor__3422">
              <a:extLst>
                <a:ext uri="{FF2B5EF4-FFF2-40B4-BE49-F238E27FC236}">
                  <a16:creationId xmlns:a16="http://schemas.microsoft.com/office/drawing/2014/main" id="{E5A09BC5-8149-49AD-372C-E9045D48FEE4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15412" cy="101495"/>
            </a:xfrm>
            <a:custGeom>
              <a:avLst/>
              <a:gdLst/>
              <a:ahLst/>
              <a:cxnLst/>
              <a:rect l="0" t="0" r="0" b="0"/>
              <a:pathLst>
                <a:path w="15412" h="101495">
                  <a:moveTo>
                    <a:pt x="0" y="0"/>
                  </a:moveTo>
                  <a:lnTo>
                    <a:pt x="15412" y="10149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05" name="Candidate_receptor__3423">
              <a:extLst>
                <a:ext uri="{FF2B5EF4-FFF2-40B4-BE49-F238E27FC236}">
                  <a16:creationId xmlns:a16="http://schemas.microsoft.com/office/drawing/2014/main" id="{A3496514-65B8-EFE3-4485-515761A237B4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130899"/>
              <a:ext cx="67123" cy="92460"/>
            </a:xfrm>
            <a:custGeom>
              <a:avLst/>
              <a:gdLst/>
              <a:ahLst/>
              <a:cxnLst/>
              <a:rect l="0" t="0" r="0" b="0"/>
              <a:pathLst>
                <a:path w="67123" h="92460">
                  <a:moveTo>
                    <a:pt x="67123" y="0"/>
                  </a:moveTo>
                  <a:lnTo>
                    <a:pt x="0" y="9246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06" name="Candidate_receptor__3424">
              <a:extLst>
                <a:ext uri="{FF2B5EF4-FFF2-40B4-BE49-F238E27FC236}">
                  <a16:creationId xmlns:a16="http://schemas.microsoft.com/office/drawing/2014/main" id="{58459F1C-5FC0-EE8E-1D5D-6C7CCCC1A43B}"/>
                </a:ext>
              </a:extLst>
            </p:cNvPr>
            <p:cNvSpPr>
              <a:spLocks noGrp="1"/>
            </p:cNvSpPr>
            <p:nvPr/>
          </p:nvSpPr>
          <p:spPr>
            <a:xfrm>
              <a:off x="6154354" y="2337370"/>
              <a:ext cx="41214" cy="54328"/>
            </a:xfrm>
            <a:custGeom>
              <a:avLst/>
              <a:gdLst/>
              <a:ahLst/>
              <a:cxnLst/>
              <a:rect l="0" t="0" r="0" b="0"/>
              <a:pathLst>
                <a:path w="41214" h="54328">
                  <a:moveTo>
                    <a:pt x="0" y="0"/>
                  </a:moveTo>
                  <a:lnTo>
                    <a:pt x="41214" y="5432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07" name="Candidate_receptor__3425">
              <a:extLst>
                <a:ext uri="{FF2B5EF4-FFF2-40B4-BE49-F238E27FC236}">
                  <a16:creationId xmlns:a16="http://schemas.microsoft.com/office/drawing/2014/main" id="{C5FE5724-B891-3813-8934-E9A721A1B37F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1944" cy="81752"/>
            </a:xfrm>
            <a:custGeom>
              <a:avLst/>
              <a:gdLst/>
              <a:ahLst/>
              <a:cxnLst/>
              <a:rect l="0" t="0" r="0" b="0"/>
              <a:pathLst>
                <a:path w="1944" h="81752">
                  <a:moveTo>
                    <a:pt x="1944" y="817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08" name="Candidate_receptor__3426">
              <a:extLst>
                <a:ext uri="{FF2B5EF4-FFF2-40B4-BE49-F238E27FC236}">
                  <a16:creationId xmlns:a16="http://schemas.microsoft.com/office/drawing/2014/main" id="{4648EA37-55AB-A703-756B-3993DD0989AC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3003342"/>
              <a:ext cx="28217" cy="110740"/>
            </a:xfrm>
            <a:custGeom>
              <a:avLst/>
              <a:gdLst/>
              <a:ahLst/>
              <a:cxnLst/>
              <a:rect l="0" t="0" r="0" b="0"/>
              <a:pathLst>
                <a:path w="28217" h="110740">
                  <a:moveTo>
                    <a:pt x="0" y="0"/>
                  </a:moveTo>
                  <a:lnTo>
                    <a:pt x="28217" y="1107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09" name="Candidate_receptor__3427">
              <a:extLst>
                <a:ext uri="{FF2B5EF4-FFF2-40B4-BE49-F238E27FC236}">
                  <a16:creationId xmlns:a16="http://schemas.microsoft.com/office/drawing/2014/main" id="{BC4CBC07-23CD-B86D-3084-258AB1C13BA2}"/>
                </a:ext>
              </a:extLst>
            </p:cNvPr>
            <p:cNvSpPr>
              <a:spLocks noGrp="1"/>
            </p:cNvSpPr>
            <p:nvPr/>
          </p:nvSpPr>
          <p:spPr>
            <a:xfrm>
              <a:off x="4900866" y="3799249"/>
              <a:ext cx="74984" cy="47705"/>
            </a:xfrm>
            <a:custGeom>
              <a:avLst/>
              <a:gdLst/>
              <a:ahLst/>
              <a:cxnLst/>
              <a:rect l="0" t="0" r="0" b="0"/>
              <a:pathLst>
                <a:path w="74984" h="47705">
                  <a:moveTo>
                    <a:pt x="0" y="0"/>
                  </a:moveTo>
                  <a:lnTo>
                    <a:pt x="74984" y="477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10" name="Candidate_receptor__3428">
              <a:extLst>
                <a:ext uri="{FF2B5EF4-FFF2-40B4-BE49-F238E27FC236}">
                  <a16:creationId xmlns:a16="http://schemas.microsoft.com/office/drawing/2014/main" id="{A434BA69-E1CA-73AF-1313-682FB0006E24}"/>
                </a:ext>
              </a:extLst>
            </p:cNvPr>
            <p:cNvSpPr>
              <a:spLocks noGrp="1"/>
            </p:cNvSpPr>
            <p:nvPr/>
          </p:nvSpPr>
          <p:spPr>
            <a:xfrm>
              <a:off x="5741535" y="1968441"/>
              <a:ext cx="110500" cy="19170"/>
            </a:xfrm>
            <a:custGeom>
              <a:avLst/>
              <a:gdLst/>
              <a:ahLst/>
              <a:cxnLst/>
              <a:rect l="0" t="0" r="0" b="0"/>
              <a:pathLst>
                <a:path w="110500" h="19170">
                  <a:moveTo>
                    <a:pt x="110500" y="0"/>
                  </a:moveTo>
                  <a:lnTo>
                    <a:pt x="0" y="191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11" name="Candidate_receptor__3429">
              <a:extLst>
                <a:ext uri="{FF2B5EF4-FFF2-40B4-BE49-F238E27FC236}">
                  <a16:creationId xmlns:a16="http://schemas.microsoft.com/office/drawing/2014/main" id="{FFC1BB2B-958A-4488-1355-E7E1674BD2D6}"/>
                </a:ext>
              </a:extLst>
            </p:cNvPr>
            <p:cNvSpPr>
              <a:spLocks noGrp="1"/>
            </p:cNvSpPr>
            <p:nvPr/>
          </p:nvSpPr>
          <p:spPr>
            <a:xfrm>
              <a:off x="5720175" y="2345083"/>
              <a:ext cx="81965" cy="79166"/>
            </a:xfrm>
            <a:custGeom>
              <a:avLst/>
              <a:gdLst/>
              <a:ahLst/>
              <a:cxnLst/>
              <a:rect l="0" t="0" r="0" b="0"/>
              <a:pathLst>
                <a:path w="81965" h="79166">
                  <a:moveTo>
                    <a:pt x="0" y="0"/>
                  </a:moveTo>
                  <a:lnTo>
                    <a:pt x="81965" y="7916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12" name="Candidate_receptor__3430">
              <a:extLst>
                <a:ext uri="{FF2B5EF4-FFF2-40B4-BE49-F238E27FC236}">
                  <a16:creationId xmlns:a16="http://schemas.microsoft.com/office/drawing/2014/main" id="{7675486D-F30E-1BAB-81A4-479F4FF3A96C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596149"/>
              <a:ext cx="95512" cy="51130"/>
            </a:xfrm>
            <a:custGeom>
              <a:avLst/>
              <a:gdLst/>
              <a:ahLst/>
              <a:cxnLst/>
              <a:rect l="0" t="0" r="0" b="0"/>
              <a:pathLst>
                <a:path w="95512" h="51130">
                  <a:moveTo>
                    <a:pt x="95512" y="0"/>
                  </a:moveTo>
                  <a:lnTo>
                    <a:pt x="0" y="5113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13" name="Candidate_receptor__3431">
              <a:extLst>
                <a:ext uri="{FF2B5EF4-FFF2-40B4-BE49-F238E27FC236}">
                  <a16:creationId xmlns:a16="http://schemas.microsoft.com/office/drawing/2014/main" id="{A8B97972-720E-E1FD-9022-C7D54928C9DC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6140"/>
              <a:ext cx="59175" cy="59452"/>
            </a:xfrm>
            <a:custGeom>
              <a:avLst/>
              <a:gdLst/>
              <a:ahLst/>
              <a:cxnLst/>
              <a:rect l="0" t="0" r="0" b="0"/>
              <a:pathLst>
                <a:path w="59175" h="59452">
                  <a:moveTo>
                    <a:pt x="59175" y="0"/>
                  </a:moveTo>
                  <a:lnTo>
                    <a:pt x="0" y="5945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14" name="Candidate_receptor__3432">
              <a:extLst>
                <a:ext uri="{FF2B5EF4-FFF2-40B4-BE49-F238E27FC236}">
                  <a16:creationId xmlns:a16="http://schemas.microsoft.com/office/drawing/2014/main" id="{5534BEDA-9280-5894-3A62-065444A874C0}"/>
                </a:ext>
              </a:extLst>
            </p:cNvPr>
            <p:cNvSpPr>
              <a:spLocks noGrp="1"/>
            </p:cNvSpPr>
            <p:nvPr/>
          </p:nvSpPr>
          <p:spPr>
            <a:xfrm>
              <a:off x="4338739" y="2538071"/>
              <a:ext cx="5070" cy="71825"/>
            </a:xfrm>
            <a:custGeom>
              <a:avLst/>
              <a:gdLst/>
              <a:ahLst/>
              <a:cxnLst/>
              <a:rect l="0" t="0" r="0" b="0"/>
              <a:pathLst>
                <a:path w="5070" h="71825">
                  <a:moveTo>
                    <a:pt x="5070" y="71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15" name="Candidate_receptor__3433">
              <a:extLst>
                <a:ext uri="{FF2B5EF4-FFF2-40B4-BE49-F238E27FC236}">
                  <a16:creationId xmlns:a16="http://schemas.microsoft.com/office/drawing/2014/main" id="{8A3816E7-F215-8F1B-E1E4-8C84451056E5}"/>
                </a:ext>
              </a:extLst>
            </p:cNvPr>
            <p:cNvSpPr>
              <a:spLocks noGrp="1"/>
            </p:cNvSpPr>
            <p:nvPr/>
          </p:nvSpPr>
          <p:spPr>
            <a:xfrm>
              <a:off x="5957587" y="3387517"/>
              <a:ext cx="28625" cy="105851"/>
            </a:xfrm>
            <a:custGeom>
              <a:avLst/>
              <a:gdLst/>
              <a:ahLst/>
              <a:cxnLst/>
              <a:rect l="0" t="0" r="0" b="0"/>
              <a:pathLst>
                <a:path w="28625" h="105851">
                  <a:moveTo>
                    <a:pt x="28625" y="105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16" name="Candidate_receptor__3434">
              <a:extLst>
                <a:ext uri="{FF2B5EF4-FFF2-40B4-BE49-F238E27FC236}">
                  <a16:creationId xmlns:a16="http://schemas.microsoft.com/office/drawing/2014/main" id="{ECB61116-42A2-BE0E-8108-8D76E2221B96}"/>
                </a:ext>
              </a:extLst>
            </p:cNvPr>
            <p:cNvSpPr>
              <a:spLocks noGrp="1"/>
            </p:cNvSpPr>
            <p:nvPr/>
          </p:nvSpPr>
          <p:spPr>
            <a:xfrm>
              <a:off x="5069330" y="3451199"/>
              <a:ext cx="17033" cy="102637"/>
            </a:xfrm>
            <a:custGeom>
              <a:avLst/>
              <a:gdLst/>
              <a:ahLst/>
              <a:cxnLst/>
              <a:rect l="0" t="0" r="0" b="0"/>
              <a:pathLst>
                <a:path w="17033" h="102637">
                  <a:moveTo>
                    <a:pt x="0" y="102637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17" name="Candidate_receptor__3435">
              <a:extLst>
                <a:ext uri="{FF2B5EF4-FFF2-40B4-BE49-F238E27FC236}">
                  <a16:creationId xmlns:a16="http://schemas.microsoft.com/office/drawing/2014/main" id="{59FF4868-7767-D321-F413-99686B6B8509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550218"/>
              <a:ext cx="62466" cy="84997"/>
            </a:xfrm>
            <a:custGeom>
              <a:avLst/>
              <a:gdLst/>
              <a:ahLst/>
              <a:cxnLst/>
              <a:rect l="0" t="0" r="0" b="0"/>
              <a:pathLst>
                <a:path w="62466" h="84997">
                  <a:moveTo>
                    <a:pt x="0" y="84997"/>
                  </a:moveTo>
                  <a:lnTo>
                    <a:pt x="62466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18" name="Candidate_receptor__3436">
              <a:extLst>
                <a:ext uri="{FF2B5EF4-FFF2-40B4-BE49-F238E27FC236}">
                  <a16:creationId xmlns:a16="http://schemas.microsoft.com/office/drawing/2014/main" id="{CD77EAC8-AED3-1464-37B3-A0D7E623EDD8}"/>
                </a:ext>
              </a:extLst>
            </p:cNvPr>
            <p:cNvSpPr>
              <a:spLocks noGrp="1"/>
            </p:cNvSpPr>
            <p:nvPr/>
          </p:nvSpPr>
          <p:spPr>
            <a:xfrm>
              <a:off x="4232067" y="3675614"/>
              <a:ext cx="93246" cy="27550"/>
            </a:xfrm>
            <a:custGeom>
              <a:avLst/>
              <a:gdLst/>
              <a:ahLst/>
              <a:cxnLst/>
              <a:rect l="0" t="0" r="0" b="0"/>
              <a:pathLst>
                <a:path w="93246" h="27550">
                  <a:moveTo>
                    <a:pt x="93246" y="0"/>
                  </a:moveTo>
                  <a:lnTo>
                    <a:pt x="0" y="275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19" name="Candidate_receptor__3437">
              <a:extLst>
                <a:ext uri="{FF2B5EF4-FFF2-40B4-BE49-F238E27FC236}">
                  <a16:creationId xmlns:a16="http://schemas.microsoft.com/office/drawing/2014/main" id="{C786E7EA-CDE7-6231-317B-6A749C4E60DE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18152"/>
              <a:ext cx="48390" cy="4119"/>
            </a:xfrm>
            <a:custGeom>
              <a:avLst/>
              <a:gdLst/>
              <a:ahLst/>
              <a:cxnLst/>
              <a:rect l="0" t="0" r="0" b="0"/>
              <a:pathLst>
                <a:path w="48390" h="4119">
                  <a:moveTo>
                    <a:pt x="0" y="4119"/>
                  </a:moveTo>
                  <a:lnTo>
                    <a:pt x="4839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20" name="Candidate_receptor__3438">
              <a:extLst>
                <a:ext uri="{FF2B5EF4-FFF2-40B4-BE49-F238E27FC236}">
                  <a16:creationId xmlns:a16="http://schemas.microsoft.com/office/drawing/2014/main" id="{DC2B5058-2B85-D77B-D709-403E17EFF163}"/>
                </a:ext>
              </a:extLst>
            </p:cNvPr>
            <p:cNvSpPr>
              <a:spLocks noGrp="1"/>
            </p:cNvSpPr>
            <p:nvPr/>
          </p:nvSpPr>
          <p:spPr>
            <a:xfrm>
              <a:off x="3736127" y="3116210"/>
              <a:ext cx="23610" cy="99536"/>
            </a:xfrm>
            <a:custGeom>
              <a:avLst/>
              <a:gdLst/>
              <a:ahLst/>
              <a:cxnLst/>
              <a:rect l="0" t="0" r="0" b="0"/>
              <a:pathLst>
                <a:path w="23610" h="99536">
                  <a:moveTo>
                    <a:pt x="23610" y="995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21" name="Candidate_receptor__3439">
              <a:extLst>
                <a:ext uri="{FF2B5EF4-FFF2-40B4-BE49-F238E27FC236}">
                  <a16:creationId xmlns:a16="http://schemas.microsoft.com/office/drawing/2014/main" id="{1227D625-BFC0-6769-6927-52358E392D3F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10710" cy="23510"/>
            </a:xfrm>
            <a:custGeom>
              <a:avLst/>
              <a:gdLst/>
              <a:ahLst/>
              <a:cxnLst/>
              <a:rect l="0" t="0" r="0" b="0"/>
              <a:pathLst>
                <a:path w="10710" h="23510">
                  <a:moveTo>
                    <a:pt x="10710" y="235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22" name="Candidate_receptor__3440">
              <a:extLst>
                <a:ext uri="{FF2B5EF4-FFF2-40B4-BE49-F238E27FC236}">
                  <a16:creationId xmlns:a16="http://schemas.microsoft.com/office/drawing/2014/main" id="{09625C42-27E0-AF1D-BFB8-C73628096D3C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71587"/>
              <a:ext cx="13453" cy="111816"/>
            </a:xfrm>
            <a:custGeom>
              <a:avLst/>
              <a:gdLst/>
              <a:ahLst/>
              <a:cxnLst/>
              <a:rect l="0" t="0" r="0" b="0"/>
              <a:pathLst>
                <a:path w="13453" h="111816">
                  <a:moveTo>
                    <a:pt x="13453" y="1118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23" name="Candidate_receptor__3441">
              <a:extLst>
                <a:ext uri="{FF2B5EF4-FFF2-40B4-BE49-F238E27FC236}">
                  <a16:creationId xmlns:a16="http://schemas.microsoft.com/office/drawing/2014/main" id="{E2C5ECDA-FABA-BC37-FEA3-2142A1C67887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23745" cy="57544"/>
            </a:xfrm>
            <a:custGeom>
              <a:avLst/>
              <a:gdLst/>
              <a:ahLst/>
              <a:cxnLst/>
              <a:rect l="0" t="0" r="0" b="0"/>
              <a:pathLst>
                <a:path w="23745" h="57544">
                  <a:moveTo>
                    <a:pt x="0" y="0"/>
                  </a:moveTo>
                  <a:lnTo>
                    <a:pt x="23745" y="57544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24" name="Candidate_receptor__3442">
              <a:extLst>
                <a:ext uri="{FF2B5EF4-FFF2-40B4-BE49-F238E27FC236}">
                  <a16:creationId xmlns:a16="http://schemas.microsoft.com/office/drawing/2014/main" id="{5C4F1B87-CA9E-0483-60C9-253EDF24860C}"/>
                </a:ext>
              </a:extLst>
            </p:cNvPr>
            <p:cNvSpPr>
              <a:spLocks noGrp="1"/>
            </p:cNvSpPr>
            <p:nvPr/>
          </p:nvSpPr>
          <p:spPr>
            <a:xfrm>
              <a:off x="4672762" y="2525309"/>
              <a:ext cx="57796" cy="70840"/>
            </a:xfrm>
            <a:custGeom>
              <a:avLst/>
              <a:gdLst/>
              <a:ahLst/>
              <a:cxnLst/>
              <a:rect l="0" t="0" r="0" b="0"/>
              <a:pathLst>
                <a:path w="57796" h="70840">
                  <a:moveTo>
                    <a:pt x="57796" y="0"/>
                  </a:moveTo>
                  <a:lnTo>
                    <a:pt x="0" y="708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25" name="Candidate_receptor__3443">
              <a:extLst>
                <a:ext uri="{FF2B5EF4-FFF2-40B4-BE49-F238E27FC236}">
                  <a16:creationId xmlns:a16="http://schemas.microsoft.com/office/drawing/2014/main" id="{95853D12-DA35-B465-811A-53EDC4586AEC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721945"/>
              <a:ext cx="43446" cy="106194"/>
            </a:xfrm>
            <a:custGeom>
              <a:avLst/>
              <a:gdLst/>
              <a:ahLst/>
              <a:cxnLst/>
              <a:rect l="0" t="0" r="0" b="0"/>
              <a:pathLst>
                <a:path w="43446" h="106194">
                  <a:moveTo>
                    <a:pt x="0" y="0"/>
                  </a:moveTo>
                  <a:lnTo>
                    <a:pt x="43446" y="10619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26" name="Candidate_receptor__3444">
              <a:extLst>
                <a:ext uri="{FF2B5EF4-FFF2-40B4-BE49-F238E27FC236}">
                  <a16:creationId xmlns:a16="http://schemas.microsoft.com/office/drawing/2014/main" id="{AAAEDF9A-CF7D-E202-8B03-3F97E2FB2302}"/>
                </a:ext>
              </a:extLst>
            </p:cNvPr>
            <p:cNvSpPr>
              <a:spLocks noGrp="1"/>
            </p:cNvSpPr>
            <p:nvPr/>
          </p:nvSpPr>
          <p:spPr>
            <a:xfrm>
              <a:off x="4191390" y="3703163"/>
              <a:ext cx="40677" cy="69853"/>
            </a:xfrm>
            <a:custGeom>
              <a:avLst/>
              <a:gdLst/>
              <a:ahLst/>
              <a:cxnLst/>
              <a:rect l="0" t="0" r="0" b="0"/>
              <a:pathLst>
                <a:path w="40677" h="69853">
                  <a:moveTo>
                    <a:pt x="40677" y="0"/>
                  </a:moveTo>
                  <a:lnTo>
                    <a:pt x="0" y="69853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27" name="Candidate_receptor__3445">
              <a:extLst>
                <a:ext uri="{FF2B5EF4-FFF2-40B4-BE49-F238E27FC236}">
                  <a16:creationId xmlns:a16="http://schemas.microsoft.com/office/drawing/2014/main" id="{1E438CBD-3A0B-DC8D-B990-61688AC4966B}"/>
                </a:ext>
              </a:extLst>
            </p:cNvPr>
            <p:cNvSpPr>
              <a:spLocks noGrp="1"/>
            </p:cNvSpPr>
            <p:nvPr/>
          </p:nvSpPr>
          <p:spPr>
            <a:xfrm>
              <a:off x="5852035" y="1900237"/>
              <a:ext cx="65685" cy="68204"/>
            </a:xfrm>
            <a:custGeom>
              <a:avLst/>
              <a:gdLst/>
              <a:ahLst/>
              <a:cxnLst/>
              <a:rect l="0" t="0" r="0" b="0"/>
              <a:pathLst>
                <a:path w="65685" h="68204">
                  <a:moveTo>
                    <a:pt x="65685" y="0"/>
                  </a:moveTo>
                  <a:lnTo>
                    <a:pt x="0" y="6820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28" name="Candidate_receptor__3446">
              <a:extLst>
                <a:ext uri="{FF2B5EF4-FFF2-40B4-BE49-F238E27FC236}">
                  <a16:creationId xmlns:a16="http://schemas.microsoft.com/office/drawing/2014/main" id="{AD1F94C5-DC6A-2A35-56D5-AD6C3100CD4B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2901352"/>
              <a:ext cx="49962" cy="101521"/>
            </a:xfrm>
            <a:custGeom>
              <a:avLst/>
              <a:gdLst/>
              <a:ahLst/>
              <a:cxnLst/>
              <a:rect l="0" t="0" r="0" b="0"/>
              <a:pathLst>
                <a:path w="49962" h="101521">
                  <a:moveTo>
                    <a:pt x="0" y="101521"/>
                  </a:moveTo>
                  <a:lnTo>
                    <a:pt x="49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29" name="Candidate_receptor__3447">
              <a:extLst>
                <a:ext uri="{FF2B5EF4-FFF2-40B4-BE49-F238E27FC236}">
                  <a16:creationId xmlns:a16="http://schemas.microsoft.com/office/drawing/2014/main" id="{DCB0FCE5-82C0-3FD0-BCD1-7C21E60A5775}"/>
                </a:ext>
              </a:extLst>
            </p:cNvPr>
            <p:cNvSpPr>
              <a:spLocks noGrp="1"/>
            </p:cNvSpPr>
            <p:nvPr/>
          </p:nvSpPr>
          <p:spPr>
            <a:xfrm>
              <a:off x="5710326" y="2977778"/>
              <a:ext cx="5665" cy="50470"/>
            </a:xfrm>
            <a:custGeom>
              <a:avLst/>
              <a:gdLst/>
              <a:ahLst/>
              <a:cxnLst/>
              <a:rect l="0" t="0" r="0" b="0"/>
              <a:pathLst>
                <a:path w="5665" h="50470">
                  <a:moveTo>
                    <a:pt x="5665" y="0"/>
                  </a:moveTo>
                  <a:lnTo>
                    <a:pt x="0" y="504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30" name="Candidate_receptor__3448">
              <a:extLst>
                <a:ext uri="{FF2B5EF4-FFF2-40B4-BE49-F238E27FC236}">
                  <a16:creationId xmlns:a16="http://schemas.microsoft.com/office/drawing/2014/main" id="{9FA90F08-B389-A092-07AD-B6EDE3D29CC3}"/>
                </a:ext>
              </a:extLst>
            </p:cNvPr>
            <p:cNvSpPr>
              <a:spLocks noGrp="1"/>
            </p:cNvSpPr>
            <p:nvPr/>
          </p:nvSpPr>
          <p:spPr>
            <a:xfrm>
              <a:off x="4979862" y="2174503"/>
              <a:ext cx="83147" cy="70388"/>
            </a:xfrm>
            <a:custGeom>
              <a:avLst/>
              <a:gdLst/>
              <a:ahLst/>
              <a:cxnLst/>
              <a:rect l="0" t="0" r="0" b="0"/>
              <a:pathLst>
                <a:path w="83147" h="70388">
                  <a:moveTo>
                    <a:pt x="0" y="70388"/>
                  </a:moveTo>
                  <a:lnTo>
                    <a:pt x="83147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31" name="Candidate_receptor__3449">
              <a:extLst>
                <a:ext uri="{FF2B5EF4-FFF2-40B4-BE49-F238E27FC236}">
                  <a16:creationId xmlns:a16="http://schemas.microsoft.com/office/drawing/2014/main" id="{1E30B407-588D-6E4B-107B-86C9847F2CDC}"/>
                </a:ext>
              </a:extLst>
            </p:cNvPr>
            <p:cNvSpPr>
              <a:spLocks noGrp="1"/>
            </p:cNvSpPr>
            <p:nvPr/>
          </p:nvSpPr>
          <p:spPr>
            <a:xfrm>
              <a:off x="4914033" y="2082670"/>
              <a:ext cx="6703" cy="51221"/>
            </a:xfrm>
            <a:custGeom>
              <a:avLst/>
              <a:gdLst/>
              <a:ahLst/>
              <a:cxnLst/>
              <a:rect l="0" t="0" r="0" b="0"/>
              <a:pathLst>
                <a:path w="6703" h="51221">
                  <a:moveTo>
                    <a:pt x="0" y="0"/>
                  </a:moveTo>
                  <a:lnTo>
                    <a:pt x="6703" y="5122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32" name="Candidate_receptor__3450">
              <a:extLst>
                <a:ext uri="{FF2B5EF4-FFF2-40B4-BE49-F238E27FC236}">
                  <a16:creationId xmlns:a16="http://schemas.microsoft.com/office/drawing/2014/main" id="{244425DE-209C-762F-9AED-34AAF4339ABD}"/>
                </a:ext>
              </a:extLst>
            </p:cNvPr>
            <p:cNvSpPr>
              <a:spLocks noGrp="1"/>
            </p:cNvSpPr>
            <p:nvPr/>
          </p:nvSpPr>
          <p:spPr>
            <a:xfrm>
              <a:off x="5245405" y="2856645"/>
              <a:ext cx="111154" cy="13892"/>
            </a:xfrm>
            <a:custGeom>
              <a:avLst/>
              <a:gdLst/>
              <a:ahLst/>
              <a:cxnLst/>
              <a:rect l="0" t="0" r="0" b="0"/>
              <a:pathLst>
                <a:path w="111154" h="13892">
                  <a:moveTo>
                    <a:pt x="0" y="0"/>
                  </a:moveTo>
                  <a:lnTo>
                    <a:pt x="111154" y="1389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33" name="Candidate_receptor__3451">
              <a:extLst>
                <a:ext uri="{FF2B5EF4-FFF2-40B4-BE49-F238E27FC236}">
                  <a16:creationId xmlns:a16="http://schemas.microsoft.com/office/drawing/2014/main" id="{9481FB13-1F6D-137B-B85F-55159E6DCFBE}"/>
                </a:ext>
              </a:extLst>
            </p:cNvPr>
            <p:cNvSpPr>
              <a:spLocks noGrp="1"/>
            </p:cNvSpPr>
            <p:nvPr/>
          </p:nvSpPr>
          <p:spPr>
            <a:xfrm>
              <a:off x="4906380" y="2525937"/>
              <a:ext cx="64680" cy="93945"/>
            </a:xfrm>
            <a:custGeom>
              <a:avLst/>
              <a:gdLst/>
              <a:ahLst/>
              <a:cxnLst/>
              <a:rect l="0" t="0" r="0" b="0"/>
              <a:pathLst>
                <a:path w="64680" h="93945">
                  <a:moveTo>
                    <a:pt x="64680" y="939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34" name="Candidate_receptor__3452">
              <a:extLst>
                <a:ext uri="{FF2B5EF4-FFF2-40B4-BE49-F238E27FC236}">
                  <a16:creationId xmlns:a16="http://schemas.microsoft.com/office/drawing/2014/main" id="{CF46F2EC-07B4-6D6D-4B90-66248AD49EAE}"/>
                </a:ext>
              </a:extLst>
            </p:cNvPr>
            <p:cNvSpPr>
              <a:spLocks noGrp="1"/>
            </p:cNvSpPr>
            <p:nvPr/>
          </p:nvSpPr>
          <p:spPr>
            <a:xfrm>
              <a:off x="4699335" y="3182597"/>
              <a:ext cx="80649" cy="80415"/>
            </a:xfrm>
            <a:custGeom>
              <a:avLst/>
              <a:gdLst/>
              <a:ahLst/>
              <a:cxnLst/>
              <a:rect l="0" t="0" r="0" b="0"/>
              <a:pathLst>
                <a:path w="80649" h="80415">
                  <a:moveTo>
                    <a:pt x="0" y="0"/>
                  </a:moveTo>
                  <a:lnTo>
                    <a:pt x="80649" y="8041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35" name="Candidate_receptor__3453">
              <a:extLst>
                <a:ext uri="{FF2B5EF4-FFF2-40B4-BE49-F238E27FC236}">
                  <a16:creationId xmlns:a16="http://schemas.microsoft.com/office/drawing/2014/main" id="{DE13F8FE-6F45-6AAA-DFA3-B21A17978F17}"/>
                </a:ext>
              </a:extLst>
            </p:cNvPr>
            <p:cNvSpPr>
              <a:spLocks noGrp="1"/>
            </p:cNvSpPr>
            <p:nvPr/>
          </p:nvSpPr>
          <p:spPr>
            <a:xfrm>
              <a:off x="5917721" y="1824820"/>
              <a:ext cx="67913" cy="75417"/>
            </a:xfrm>
            <a:custGeom>
              <a:avLst/>
              <a:gdLst/>
              <a:ahLst/>
              <a:cxnLst/>
              <a:rect l="0" t="0" r="0" b="0"/>
              <a:pathLst>
                <a:path w="67913" h="75417">
                  <a:moveTo>
                    <a:pt x="67913" y="0"/>
                  </a:moveTo>
                  <a:lnTo>
                    <a:pt x="0" y="7541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36" name="Candidate_receptor__3454">
              <a:extLst>
                <a:ext uri="{FF2B5EF4-FFF2-40B4-BE49-F238E27FC236}">
                  <a16:creationId xmlns:a16="http://schemas.microsoft.com/office/drawing/2014/main" id="{E838F151-1F11-45B3-7D05-07F0E016D61F}"/>
                </a:ext>
              </a:extLst>
            </p:cNvPr>
            <p:cNvSpPr>
              <a:spLocks noGrp="1"/>
            </p:cNvSpPr>
            <p:nvPr/>
          </p:nvSpPr>
          <p:spPr>
            <a:xfrm>
              <a:off x="4547771" y="3583724"/>
              <a:ext cx="19062" cy="78988"/>
            </a:xfrm>
            <a:custGeom>
              <a:avLst/>
              <a:gdLst/>
              <a:ahLst/>
              <a:cxnLst/>
              <a:rect l="0" t="0" r="0" b="0"/>
              <a:pathLst>
                <a:path w="19062" h="78988">
                  <a:moveTo>
                    <a:pt x="19062" y="789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37" name="Candidate_receptor__3455">
              <a:extLst>
                <a:ext uri="{FF2B5EF4-FFF2-40B4-BE49-F238E27FC236}">
                  <a16:creationId xmlns:a16="http://schemas.microsoft.com/office/drawing/2014/main" id="{B2EAFFD1-F5A5-6C18-6C9D-A4EF9682219A}"/>
                </a:ext>
              </a:extLst>
            </p:cNvPr>
            <p:cNvSpPr>
              <a:spLocks noGrp="1"/>
            </p:cNvSpPr>
            <p:nvPr/>
          </p:nvSpPr>
          <p:spPr>
            <a:xfrm>
              <a:off x="4646795" y="2192218"/>
              <a:ext cx="86887" cy="48962"/>
            </a:xfrm>
            <a:custGeom>
              <a:avLst/>
              <a:gdLst/>
              <a:ahLst/>
              <a:cxnLst/>
              <a:rect l="0" t="0" r="0" b="0"/>
              <a:pathLst>
                <a:path w="86887" h="48962">
                  <a:moveTo>
                    <a:pt x="86887" y="4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38" name="Candidate_receptor__3456">
              <a:extLst>
                <a:ext uri="{FF2B5EF4-FFF2-40B4-BE49-F238E27FC236}">
                  <a16:creationId xmlns:a16="http://schemas.microsoft.com/office/drawing/2014/main" id="{48C5E342-904C-A6D9-DD99-EA307F4F2C03}"/>
                </a:ext>
              </a:extLst>
            </p:cNvPr>
            <p:cNvSpPr>
              <a:spLocks noGrp="1"/>
            </p:cNvSpPr>
            <p:nvPr/>
          </p:nvSpPr>
          <p:spPr>
            <a:xfrm>
              <a:off x="5480745" y="2776611"/>
              <a:ext cx="82989" cy="9768"/>
            </a:xfrm>
            <a:custGeom>
              <a:avLst/>
              <a:gdLst/>
              <a:ahLst/>
              <a:cxnLst/>
              <a:rect l="0" t="0" r="0" b="0"/>
              <a:pathLst>
                <a:path w="82989" h="9768">
                  <a:moveTo>
                    <a:pt x="82989" y="97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39" name="Candidate_receptor__3457">
              <a:extLst>
                <a:ext uri="{FF2B5EF4-FFF2-40B4-BE49-F238E27FC236}">
                  <a16:creationId xmlns:a16="http://schemas.microsoft.com/office/drawing/2014/main" id="{893DCB32-7B72-BFC9-CB7A-2DEA0F4709C2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20854"/>
              <a:ext cx="19074" cy="76278"/>
            </a:xfrm>
            <a:custGeom>
              <a:avLst/>
              <a:gdLst/>
              <a:ahLst/>
              <a:cxnLst/>
              <a:rect l="0" t="0" r="0" b="0"/>
              <a:pathLst>
                <a:path w="19074" h="76278">
                  <a:moveTo>
                    <a:pt x="19074" y="0"/>
                  </a:moveTo>
                  <a:lnTo>
                    <a:pt x="0" y="7627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40" name="Candidate_receptor__3458">
              <a:extLst>
                <a:ext uri="{FF2B5EF4-FFF2-40B4-BE49-F238E27FC236}">
                  <a16:creationId xmlns:a16="http://schemas.microsoft.com/office/drawing/2014/main" id="{D6845F32-3CA1-4E30-1125-3F947977FB2B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202679"/>
              <a:ext cx="51924" cy="3165"/>
            </a:xfrm>
            <a:custGeom>
              <a:avLst/>
              <a:gdLst/>
              <a:ahLst/>
              <a:cxnLst/>
              <a:rect l="0" t="0" r="0" b="0"/>
              <a:pathLst>
                <a:path w="51924" h="3165">
                  <a:moveTo>
                    <a:pt x="0" y="0"/>
                  </a:moveTo>
                  <a:lnTo>
                    <a:pt x="51924" y="31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41" name="Candidate_receptor__3459">
              <a:extLst>
                <a:ext uri="{FF2B5EF4-FFF2-40B4-BE49-F238E27FC236}">
                  <a16:creationId xmlns:a16="http://schemas.microsoft.com/office/drawing/2014/main" id="{7AB19D79-A763-7C3C-436D-6F4D0EE9A4EA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398420"/>
              <a:ext cx="23100" cy="112955"/>
            </a:xfrm>
            <a:custGeom>
              <a:avLst/>
              <a:gdLst/>
              <a:ahLst/>
              <a:cxnLst/>
              <a:rect l="0" t="0" r="0" b="0"/>
              <a:pathLst>
                <a:path w="23100" h="112955">
                  <a:moveTo>
                    <a:pt x="0" y="112955"/>
                  </a:moveTo>
                  <a:lnTo>
                    <a:pt x="2310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42" name="Candidate_receptor__3460">
              <a:extLst>
                <a:ext uri="{FF2B5EF4-FFF2-40B4-BE49-F238E27FC236}">
                  <a16:creationId xmlns:a16="http://schemas.microsoft.com/office/drawing/2014/main" id="{405FF1F0-2367-161B-A787-E156A0C463A6}"/>
                </a:ext>
              </a:extLst>
            </p:cNvPr>
            <p:cNvSpPr>
              <a:spLocks noGrp="1"/>
            </p:cNvSpPr>
            <p:nvPr/>
          </p:nvSpPr>
          <p:spPr>
            <a:xfrm>
              <a:off x="3759738" y="3215747"/>
              <a:ext cx="51425" cy="42094"/>
            </a:xfrm>
            <a:custGeom>
              <a:avLst/>
              <a:gdLst/>
              <a:ahLst/>
              <a:cxnLst/>
              <a:rect l="0" t="0" r="0" b="0"/>
              <a:pathLst>
                <a:path w="51425" h="42094">
                  <a:moveTo>
                    <a:pt x="51425" y="4209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43" name="Candidate_receptor__3461">
              <a:extLst>
                <a:ext uri="{FF2B5EF4-FFF2-40B4-BE49-F238E27FC236}">
                  <a16:creationId xmlns:a16="http://schemas.microsoft.com/office/drawing/2014/main" id="{EF391BA1-79D9-5D82-7F3B-46B05D4D4B0F}"/>
                </a:ext>
              </a:extLst>
            </p:cNvPr>
            <p:cNvSpPr>
              <a:spLocks noGrp="1"/>
            </p:cNvSpPr>
            <p:nvPr/>
          </p:nvSpPr>
          <p:spPr>
            <a:xfrm>
              <a:off x="5965745" y="1741222"/>
              <a:ext cx="19889" cy="83597"/>
            </a:xfrm>
            <a:custGeom>
              <a:avLst/>
              <a:gdLst/>
              <a:ahLst/>
              <a:cxnLst/>
              <a:rect l="0" t="0" r="0" b="0"/>
              <a:pathLst>
                <a:path w="19889" h="83597">
                  <a:moveTo>
                    <a:pt x="0" y="0"/>
                  </a:moveTo>
                  <a:lnTo>
                    <a:pt x="19889" y="8359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44" name="Candidate_receptor__3462">
              <a:extLst>
                <a:ext uri="{FF2B5EF4-FFF2-40B4-BE49-F238E27FC236}">
                  <a16:creationId xmlns:a16="http://schemas.microsoft.com/office/drawing/2014/main" id="{8B10FADB-D7F2-489F-B017-EB5F554B262F}"/>
                </a:ext>
              </a:extLst>
            </p:cNvPr>
            <p:cNvSpPr>
              <a:spLocks noGrp="1"/>
            </p:cNvSpPr>
            <p:nvPr/>
          </p:nvSpPr>
          <p:spPr>
            <a:xfrm>
              <a:off x="5078727" y="2901352"/>
              <a:ext cx="99805" cy="56025"/>
            </a:xfrm>
            <a:custGeom>
              <a:avLst/>
              <a:gdLst/>
              <a:ahLst/>
              <a:cxnLst/>
              <a:rect l="0" t="0" r="0" b="0"/>
              <a:pathLst>
                <a:path w="99805" h="56025">
                  <a:moveTo>
                    <a:pt x="0" y="0"/>
                  </a:moveTo>
                  <a:lnTo>
                    <a:pt x="99805" y="5602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45" name="Candidate_receptor__3463">
              <a:extLst>
                <a:ext uri="{FF2B5EF4-FFF2-40B4-BE49-F238E27FC236}">
                  <a16:creationId xmlns:a16="http://schemas.microsoft.com/office/drawing/2014/main" id="{155677D8-156C-54CD-76F9-D8D44C6229C2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63092" cy="83930"/>
            </a:xfrm>
            <a:custGeom>
              <a:avLst/>
              <a:gdLst/>
              <a:ahLst/>
              <a:cxnLst/>
              <a:rect l="0" t="0" r="0" b="0"/>
              <a:pathLst>
                <a:path w="63092" h="83930">
                  <a:moveTo>
                    <a:pt x="63092" y="839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46" name="Candidate_receptor__3464">
              <a:extLst>
                <a:ext uri="{FF2B5EF4-FFF2-40B4-BE49-F238E27FC236}">
                  <a16:creationId xmlns:a16="http://schemas.microsoft.com/office/drawing/2014/main" id="{DF5154B4-3773-EF4B-54A0-1F637838784B}"/>
                </a:ext>
              </a:extLst>
            </p:cNvPr>
            <p:cNvSpPr>
              <a:spLocks noGrp="1"/>
            </p:cNvSpPr>
            <p:nvPr/>
          </p:nvSpPr>
          <p:spPr>
            <a:xfrm>
              <a:off x="4325313" y="3675614"/>
              <a:ext cx="18691" cy="113983"/>
            </a:xfrm>
            <a:custGeom>
              <a:avLst/>
              <a:gdLst/>
              <a:ahLst/>
              <a:cxnLst/>
              <a:rect l="0" t="0" r="0" b="0"/>
              <a:pathLst>
                <a:path w="18691" h="113983">
                  <a:moveTo>
                    <a:pt x="18691" y="1139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47" name="Candidate_receptor__3465">
              <a:extLst>
                <a:ext uri="{FF2B5EF4-FFF2-40B4-BE49-F238E27FC236}">
                  <a16:creationId xmlns:a16="http://schemas.microsoft.com/office/drawing/2014/main" id="{4D137296-5E5B-C70A-A1D3-E23AFC3A48AF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791009"/>
              <a:ext cx="50501" cy="32758"/>
            </a:xfrm>
            <a:custGeom>
              <a:avLst/>
              <a:gdLst/>
              <a:ahLst/>
              <a:cxnLst/>
              <a:rect l="0" t="0" r="0" b="0"/>
              <a:pathLst>
                <a:path w="50501" h="32758">
                  <a:moveTo>
                    <a:pt x="0" y="32758"/>
                  </a:moveTo>
                  <a:lnTo>
                    <a:pt x="50501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48" name="Candidate_receptor__3466">
              <a:extLst>
                <a:ext uri="{FF2B5EF4-FFF2-40B4-BE49-F238E27FC236}">
                  <a16:creationId xmlns:a16="http://schemas.microsoft.com/office/drawing/2014/main" id="{5A61D760-2177-2189-4EAC-76FBCDED1EA3}"/>
                </a:ext>
              </a:extLst>
            </p:cNvPr>
            <p:cNvSpPr>
              <a:spLocks noGrp="1"/>
            </p:cNvSpPr>
            <p:nvPr/>
          </p:nvSpPr>
          <p:spPr>
            <a:xfrm>
              <a:off x="4801707" y="2606994"/>
              <a:ext cx="19437" cy="49831"/>
            </a:xfrm>
            <a:custGeom>
              <a:avLst/>
              <a:gdLst/>
              <a:ahLst/>
              <a:cxnLst/>
              <a:rect l="0" t="0" r="0" b="0"/>
              <a:pathLst>
                <a:path w="19437" h="49831">
                  <a:moveTo>
                    <a:pt x="19437" y="49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49" name="Candidate_receptor__3467">
              <a:extLst>
                <a:ext uri="{FF2B5EF4-FFF2-40B4-BE49-F238E27FC236}">
                  <a16:creationId xmlns:a16="http://schemas.microsoft.com/office/drawing/2014/main" id="{43F2F312-7818-C202-DE73-D3425D170B80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09100"/>
              <a:ext cx="91725" cy="62487"/>
            </a:xfrm>
            <a:custGeom>
              <a:avLst/>
              <a:gdLst/>
              <a:ahLst/>
              <a:cxnLst/>
              <a:rect l="0" t="0" r="0" b="0"/>
              <a:pathLst>
                <a:path w="91725" h="62487">
                  <a:moveTo>
                    <a:pt x="0" y="62487"/>
                  </a:moveTo>
                  <a:lnTo>
                    <a:pt x="91725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50" name="Candidate_receptor__3468">
              <a:extLst>
                <a:ext uri="{FF2B5EF4-FFF2-40B4-BE49-F238E27FC236}">
                  <a16:creationId xmlns:a16="http://schemas.microsoft.com/office/drawing/2014/main" id="{8D15DA3D-EB9C-9215-B5CC-E29DE20C0A26}"/>
                </a:ext>
              </a:extLst>
            </p:cNvPr>
            <p:cNvSpPr>
              <a:spLocks noGrp="1"/>
            </p:cNvSpPr>
            <p:nvPr/>
          </p:nvSpPr>
          <p:spPr>
            <a:xfrm>
              <a:off x="4456409" y="3170705"/>
              <a:ext cx="88740" cy="58802"/>
            </a:xfrm>
            <a:custGeom>
              <a:avLst/>
              <a:gdLst/>
              <a:ahLst/>
              <a:cxnLst/>
              <a:rect l="0" t="0" r="0" b="0"/>
              <a:pathLst>
                <a:path w="88740" h="58802">
                  <a:moveTo>
                    <a:pt x="88740" y="0"/>
                  </a:moveTo>
                  <a:lnTo>
                    <a:pt x="0" y="5880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51" name="Candidate_receptor__3469">
              <a:extLst>
                <a:ext uri="{FF2B5EF4-FFF2-40B4-BE49-F238E27FC236}">
                  <a16:creationId xmlns:a16="http://schemas.microsoft.com/office/drawing/2014/main" id="{039D00C3-5AE1-6BBA-5BCC-D43F1615871A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2975834"/>
              <a:ext cx="40140" cy="27508"/>
            </a:xfrm>
            <a:custGeom>
              <a:avLst/>
              <a:gdLst/>
              <a:ahLst/>
              <a:cxnLst/>
              <a:rect l="0" t="0" r="0" b="0"/>
              <a:pathLst>
                <a:path w="40140" h="27508">
                  <a:moveTo>
                    <a:pt x="40140" y="0"/>
                  </a:moveTo>
                  <a:lnTo>
                    <a:pt x="0" y="2750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52" name="Candidate_receptor__3470">
              <a:extLst>
                <a:ext uri="{FF2B5EF4-FFF2-40B4-BE49-F238E27FC236}">
                  <a16:creationId xmlns:a16="http://schemas.microsoft.com/office/drawing/2014/main" id="{182B9E2A-D8B3-0623-6208-649E25B2C895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3372194"/>
              <a:ext cx="93930" cy="52805"/>
            </a:xfrm>
            <a:custGeom>
              <a:avLst/>
              <a:gdLst/>
              <a:ahLst/>
              <a:cxnLst/>
              <a:rect l="0" t="0" r="0" b="0"/>
              <a:pathLst>
                <a:path w="93930" h="52805">
                  <a:moveTo>
                    <a:pt x="0" y="0"/>
                  </a:moveTo>
                  <a:lnTo>
                    <a:pt x="93930" y="528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53" name="Candidate_receptor__3471">
              <a:extLst>
                <a:ext uri="{FF2B5EF4-FFF2-40B4-BE49-F238E27FC236}">
                  <a16:creationId xmlns:a16="http://schemas.microsoft.com/office/drawing/2014/main" id="{F34BD42A-F437-E844-7D42-8123D54B776F}"/>
                </a:ext>
              </a:extLst>
            </p:cNvPr>
            <p:cNvSpPr>
              <a:spLocks noGrp="1"/>
            </p:cNvSpPr>
            <p:nvPr/>
          </p:nvSpPr>
          <p:spPr>
            <a:xfrm>
              <a:off x="4566833" y="3662712"/>
              <a:ext cx="95458" cy="47669"/>
            </a:xfrm>
            <a:custGeom>
              <a:avLst/>
              <a:gdLst/>
              <a:ahLst/>
              <a:cxnLst/>
              <a:rect l="0" t="0" r="0" b="0"/>
              <a:pathLst>
                <a:path w="95458" h="47669">
                  <a:moveTo>
                    <a:pt x="95458" y="476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54" name="Candidate_receptor__3472">
              <a:extLst>
                <a:ext uri="{FF2B5EF4-FFF2-40B4-BE49-F238E27FC236}">
                  <a16:creationId xmlns:a16="http://schemas.microsoft.com/office/drawing/2014/main" id="{E9D7CB70-F599-25BE-20D3-621094DC57C0}"/>
                </a:ext>
              </a:extLst>
            </p:cNvPr>
            <p:cNvSpPr>
              <a:spLocks noGrp="1"/>
            </p:cNvSpPr>
            <p:nvPr/>
          </p:nvSpPr>
          <p:spPr>
            <a:xfrm>
              <a:off x="5702520" y="3344697"/>
              <a:ext cx="82576" cy="70723"/>
            </a:xfrm>
            <a:custGeom>
              <a:avLst/>
              <a:gdLst/>
              <a:ahLst/>
              <a:cxnLst/>
              <a:rect l="0" t="0" r="0" b="0"/>
              <a:pathLst>
                <a:path w="82576" h="70723">
                  <a:moveTo>
                    <a:pt x="82576" y="0"/>
                  </a:moveTo>
                  <a:lnTo>
                    <a:pt x="0" y="7072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55" name="Candidate_receptor__3473">
              <a:extLst>
                <a:ext uri="{FF2B5EF4-FFF2-40B4-BE49-F238E27FC236}">
                  <a16:creationId xmlns:a16="http://schemas.microsoft.com/office/drawing/2014/main" id="{057DC9BE-6AC7-B4C6-9C27-B7FB9182FEAD}"/>
                </a:ext>
              </a:extLst>
            </p:cNvPr>
            <p:cNvSpPr>
              <a:spLocks noGrp="1"/>
            </p:cNvSpPr>
            <p:nvPr/>
          </p:nvSpPr>
          <p:spPr>
            <a:xfrm>
              <a:off x="4812444" y="3518152"/>
              <a:ext cx="78285" cy="79510"/>
            </a:xfrm>
            <a:custGeom>
              <a:avLst/>
              <a:gdLst/>
              <a:ahLst/>
              <a:cxnLst/>
              <a:rect l="0" t="0" r="0" b="0"/>
              <a:pathLst>
                <a:path w="78285" h="79510">
                  <a:moveTo>
                    <a:pt x="0" y="0"/>
                  </a:moveTo>
                  <a:lnTo>
                    <a:pt x="78285" y="7951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56" name="Candidate_receptor__3474">
              <a:extLst>
                <a:ext uri="{FF2B5EF4-FFF2-40B4-BE49-F238E27FC236}">
                  <a16:creationId xmlns:a16="http://schemas.microsoft.com/office/drawing/2014/main" id="{24374E67-4563-7F42-3929-EDED8819B10D}"/>
                </a:ext>
              </a:extLst>
            </p:cNvPr>
            <p:cNvSpPr>
              <a:spLocks noGrp="1"/>
            </p:cNvSpPr>
            <p:nvPr/>
          </p:nvSpPr>
          <p:spPr>
            <a:xfrm>
              <a:off x="5435479" y="3079022"/>
              <a:ext cx="19162" cy="51878"/>
            </a:xfrm>
            <a:custGeom>
              <a:avLst/>
              <a:gdLst/>
              <a:ahLst/>
              <a:cxnLst/>
              <a:rect l="0" t="0" r="0" b="0"/>
              <a:pathLst>
                <a:path w="19162" h="51878">
                  <a:moveTo>
                    <a:pt x="19162" y="0"/>
                  </a:moveTo>
                  <a:lnTo>
                    <a:pt x="0" y="5187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57" name="Candidate_receptor__3475">
              <a:extLst>
                <a:ext uri="{FF2B5EF4-FFF2-40B4-BE49-F238E27FC236}">
                  <a16:creationId xmlns:a16="http://schemas.microsoft.com/office/drawing/2014/main" id="{9FF736E3-A341-E51B-4615-3A6022471FE0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326846"/>
              <a:ext cx="109739" cy="36753"/>
            </a:xfrm>
            <a:custGeom>
              <a:avLst/>
              <a:gdLst/>
              <a:ahLst/>
              <a:cxnLst/>
              <a:rect l="0" t="0" r="0" b="0"/>
              <a:pathLst>
                <a:path w="109739" h="36753">
                  <a:moveTo>
                    <a:pt x="0" y="0"/>
                  </a:moveTo>
                  <a:lnTo>
                    <a:pt x="109739" y="3675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58" name="Candidate_receptor__3476">
              <a:extLst>
                <a:ext uri="{FF2B5EF4-FFF2-40B4-BE49-F238E27FC236}">
                  <a16:creationId xmlns:a16="http://schemas.microsoft.com/office/drawing/2014/main" id="{05613E7A-553F-EB4E-30EF-618149FAFE83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434978"/>
              <a:ext cx="13794" cy="52750"/>
            </a:xfrm>
            <a:custGeom>
              <a:avLst/>
              <a:gdLst/>
              <a:ahLst/>
              <a:cxnLst/>
              <a:rect l="0" t="0" r="0" b="0"/>
              <a:pathLst>
                <a:path w="13794" h="52750">
                  <a:moveTo>
                    <a:pt x="0" y="52750"/>
                  </a:moveTo>
                  <a:lnTo>
                    <a:pt x="13794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59" name="Candidate_receptor__3477">
              <a:extLst>
                <a:ext uri="{FF2B5EF4-FFF2-40B4-BE49-F238E27FC236}">
                  <a16:creationId xmlns:a16="http://schemas.microsoft.com/office/drawing/2014/main" id="{01A9203D-A5F2-36E2-6E16-F2525507A1C9}"/>
                </a:ext>
              </a:extLst>
            </p:cNvPr>
            <p:cNvSpPr>
              <a:spLocks noGrp="1"/>
            </p:cNvSpPr>
            <p:nvPr/>
          </p:nvSpPr>
          <p:spPr>
            <a:xfrm>
              <a:off x="5063010" y="2174503"/>
              <a:ext cx="102610" cy="45450"/>
            </a:xfrm>
            <a:custGeom>
              <a:avLst/>
              <a:gdLst/>
              <a:ahLst/>
              <a:cxnLst/>
              <a:rect l="0" t="0" r="0" b="0"/>
              <a:pathLst>
                <a:path w="102610" h="45450">
                  <a:moveTo>
                    <a:pt x="0" y="0"/>
                  </a:moveTo>
                  <a:lnTo>
                    <a:pt x="102610" y="454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60" name="Candidate_receptor__3478">
              <a:extLst>
                <a:ext uri="{FF2B5EF4-FFF2-40B4-BE49-F238E27FC236}">
                  <a16:creationId xmlns:a16="http://schemas.microsoft.com/office/drawing/2014/main" id="{028A760A-4E10-EA35-308A-239BD32D0114}"/>
                </a:ext>
              </a:extLst>
            </p:cNvPr>
            <p:cNvSpPr>
              <a:spLocks noGrp="1"/>
            </p:cNvSpPr>
            <p:nvPr/>
          </p:nvSpPr>
          <p:spPr>
            <a:xfrm>
              <a:off x="5783335" y="2906852"/>
              <a:ext cx="72112" cy="27133"/>
            </a:xfrm>
            <a:custGeom>
              <a:avLst/>
              <a:gdLst/>
              <a:ahLst/>
              <a:cxnLst/>
              <a:rect l="0" t="0" r="0" b="0"/>
              <a:pathLst>
                <a:path w="72112" h="27133">
                  <a:moveTo>
                    <a:pt x="72112" y="271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61" name="Candidate_receptor__3479">
              <a:extLst>
                <a:ext uri="{FF2B5EF4-FFF2-40B4-BE49-F238E27FC236}">
                  <a16:creationId xmlns:a16="http://schemas.microsoft.com/office/drawing/2014/main" id="{D7BCE398-18BC-0942-215C-173ED9D13392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219954"/>
              <a:ext cx="32987" cy="106892"/>
            </a:xfrm>
            <a:custGeom>
              <a:avLst/>
              <a:gdLst/>
              <a:ahLst/>
              <a:cxnLst/>
              <a:rect l="0" t="0" r="0" b="0"/>
              <a:pathLst>
                <a:path w="32987" h="106892">
                  <a:moveTo>
                    <a:pt x="32987" y="0"/>
                  </a:moveTo>
                  <a:lnTo>
                    <a:pt x="0" y="1068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62" name="Candidate_receptor__3480">
              <a:extLst>
                <a:ext uri="{FF2B5EF4-FFF2-40B4-BE49-F238E27FC236}">
                  <a16:creationId xmlns:a16="http://schemas.microsoft.com/office/drawing/2014/main" id="{9B0718A3-DFDC-9A49-FF84-2C7D2780DE45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34579"/>
              <a:ext cx="64496" cy="94929"/>
            </a:xfrm>
            <a:custGeom>
              <a:avLst/>
              <a:gdLst/>
              <a:ahLst/>
              <a:cxnLst/>
              <a:rect l="0" t="0" r="0" b="0"/>
              <a:pathLst>
                <a:path w="64496" h="94929">
                  <a:moveTo>
                    <a:pt x="64496" y="949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63" name="Candidate_receptor__3481">
              <a:extLst>
                <a:ext uri="{FF2B5EF4-FFF2-40B4-BE49-F238E27FC236}">
                  <a16:creationId xmlns:a16="http://schemas.microsoft.com/office/drawing/2014/main" id="{A646EC08-BDC1-CD35-8FD8-B98AF7762D6F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86859"/>
              <a:ext cx="43299" cy="86348"/>
            </a:xfrm>
            <a:custGeom>
              <a:avLst/>
              <a:gdLst/>
              <a:ahLst/>
              <a:cxnLst/>
              <a:rect l="0" t="0" r="0" b="0"/>
              <a:pathLst>
                <a:path w="43299" h="86348">
                  <a:moveTo>
                    <a:pt x="0" y="0"/>
                  </a:moveTo>
                  <a:lnTo>
                    <a:pt x="43299" y="8634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64" name="Candidate_receptor__3482">
              <a:extLst>
                <a:ext uri="{FF2B5EF4-FFF2-40B4-BE49-F238E27FC236}">
                  <a16:creationId xmlns:a16="http://schemas.microsoft.com/office/drawing/2014/main" id="{42790B49-9163-8C17-BB36-A78DC4916D4B}"/>
                </a:ext>
              </a:extLst>
            </p:cNvPr>
            <p:cNvSpPr>
              <a:spLocks noGrp="1"/>
            </p:cNvSpPr>
            <p:nvPr/>
          </p:nvSpPr>
          <p:spPr>
            <a:xfrm>
              <a:off x="4205882" y="2474852"/>
              <a:ext cx="54807" cy="100820"/>
            </a:xfrm>
            <a:custGeom>
              <a:avLst/>
              <a:gdLst/>
              <a:ahLst/>
              <a:cxnLst/>
              <a:rect l="0" t="0" r="0" b="0"/>
              <a:pathLst>
                <a:path w="54807" h="100820">
                  <a:moveTo>
                    <a:pt x="0" y="100820"/>
                  </a:moveTo>
                  <a:lnTo>
                    <a:pt x="54807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65" name="Candidate_receptor__3483">
              <a:extLst>
                <a:ext uri="{FF2B5EF4-FFF2-40B4-BE49-F238E27FC236}">
                  <a16:creationId xmlns:a16="http://schemas.microsoft.com/office/drawing/2014/main" id="{123DC662-D91D-DDBF-E57E-CCF6D937B24C}"/>
                </a:ext>
              </a:extLst>
            </p:cNvPr>
            <p:cNvSpPr>
              <a:spLocks noGrp="1"/>
            </p:cNvSpPr>
            <p:nvPr/>
          </p:nvSpPr>
          <p:spPr>
            <a:xfrm>
              <a:off x="4926214" y="3846953"/>
              <a:ext cx="49636" cy="91191"/>
            </a:xfrm>
            <a:custGeom>
              <a:avLst/>
              <a:gdLst/>
              <a:ahLst/>
              <a:cxnLst/>
              <a:rect l="0" t="0" r="0" b="0"/>
              <a:pathLst>
                <a:path w="49636" h="91191">
                  <a:moveTo>
                    <a:pt x="49636" y="0"/>
                  </a:moveTo>
                  <a:lnTo>
                    <a:pt x="0" y="9119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66" name="Candidate_receptor__3484">
              <a:extLst>
                <a:ext uri="{FF2B5EF4-FFF2-40B4-BE49-F238E27FC236}">
                  <a16:creationId xmlns:a16="http://schemas.microsoft.com/office/drawing/2014/main" id="{15FD4EB3-CEC2-68B2-35FB-BF306BC82B0E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3002873"/>
              <a:ext cx="47344" cy="43475"/>
            </a:xfrm>
            <a:custGeom>
              <a:avLst/>
              <a:gdLst/>
              <a:ahLst/>
              <a:cxnLst/>
              <a:rect l="0" t="0" r="0" b="0"/>
              <a:pathLst>
                <a:path w="47344" h="43475">
                  <a:moveTo>
                    <a:pt x="47344" y="434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67" name="Candidate_receptor__3485">
              <a:extLst>
                <a:ext uri="{FF2B5EF4-FFF2-40B4-BE49-F238E27FC236}">
                  <a16:creationId xmlns:a16="http://schemas.microsoft.com/office/drawing/2014/main" id="{FB2D5607-65D1-5E78-8C5E-A7F5CFBDB803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82756" cy="30570"/>
            </a:xfrm>
            <a:custGeom>
              <a:avLst/>
              <a:gdLst/>
              <a:ahLst/>
              <a:cxnLst/>
              <a:rect l="0" t="0" r="0" b="0"/>
              <a:pathLst>
                <a:path w="82756" h="30570">
                  <a:moveTo>
                    <a:pt x="82756" y="305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68" name="Candidate_receptor__3486">
              <a:extLst>
                <a:ext uri="{FF2B5EF4-FFF2-40B4-BE49-F238E27FC236}">
                  <a16:creationId xmlns:a16="http://schemas.microsoft.com/office/drawing/2014/main" id="{2F1AA807-CF9A-425D-C8AF-4E484F9824AC}"/>
                </a:ext>
              </a:extLst>
            </p:cNvPr>
            <p:cNvSpPr>
              <a:spLocks noGrp="1"/>
            </p:cNvSpPr>
            <p:nvPr/>
          </p:nvSpPr>
          <p:spPr>
            <a:xfrm>
              <a:off x="5562698" y="3114082"/>
              <a:ext cx="34995" cy="95"/>
            </a:xfrm>
            <a:custGeom>
              <a:avLst/>
              <a:gdLst/>
              <a:ahLst/>
              <a:cxnLst/>
              <a:rect l="0" t="0" r="0" b="0"/>
              <a:pathLst>
                <a:path w="34995" h="95">
                  <a:moveTo>
                    <a:pt x="34995" y="0"/>
                  </a:moveTo>
                  <a:lnTo>
                    <a:pt x="0" y="9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69" name="Candidate_receptor__3487">
              <a:extLst>
                <a:ext uri="{FF2B5EF4-FFF2-40B4-BE49-F238E27FC236}">
                  <a16:creationId xmlns:a16="http://schemas.microsoft.com/office/drawing/2014/main" id="{CB6C4723-BA04-773F-67A2-6CC466D171FA}"/>
                </a:ext>
              </a:extLst>
            </p:cNvPr>
            <p:cNvSpPr>
              <a:spLocks noGrp="1"/>
            </p:cNvSpPr>
            <p:nvPr/>
          </p:nvSpPr>
          <p:spPr>
            <a:xfrm>
              <a:off x="5637743" y="2416667"/>
              <a:ext cx="39156" cy="81072"/>
            </a:xfrm>
            <a:custGeom>
              <a:avLst/>
              <a:gdLst/>
              <a:ahLst/>
              <a:cxnLst/>
              <a:rect l="0" t="0" r="0" b="0"/>
              <a:pathLst>
                <a:path w="39156" h="81072">
                  <a:moveTo>
                    <a:pt x="0" y="0"/>
                  </a:moveTo>
                  <a:lnTo>
                    <a:pt x="39156" y="8107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70" name="Candidate_receptor__3488">
              <a:extLst>
                <a:ext uri="{FF2B5EF4-FFF2-40B4-BE49-F238E27FC236}">
                  <a16:creationId xmlns:a16="http://schemas.microsoft.com/office/drawing/2014/main" id="{89416CC5-1107-C0AE-03A7-CD8633B0C9F8}"/>
                </a:ext>
              </a:extLst>
            </p:cNvPr>
            <p:cNvSpPr>
              <a:spLocks noGrp="1"/>
            </p:cNvSpPr>
            <p:nvPr/>
          </p:nvSpPr>
          <p:spPr>
            <a:xfrm>
              <a:off x="5545044" y="2398420"/>
              <a:ext cx="92699" cy="18246"/>
            </a:xfrm>
            <a:custGeom>
              <a:avLst/>
              <a:gdLst/>
              <a:ahLst/>
              <a:cxnLst/>
              <a:rect l="0" t="0" r="0" b="0"/>
              <a:pathLst>
                <a:path w="92699" h="18246">
                  <a:moveTo>
                    <a:pt x="0" y="0"/>
                  </a:moveTo>
                  <a:lnTo>
                    <a:pt x="92699" y="1824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71" name="Candidate_receptor__3489">
              <a:extLst>
                <a:ext uri="{FF2B5EF4-FFF2-40B4-BE49-F238E27FC236}">
                  <a16:creationId xmlns:a16="http://schemas.microsoft.com/office/drawing/2014/main" id="{D67D2578-C836-924A-7DDF-0AEE9973DA44}"/>
                </a:ext>
              </a:extLst>
            </p:cNvPr>
            <p:cNvSpPr>
              <a:spLocks noGrp="1"/>
            </p:cNvSpPr>
            <p:nvPr/>
          </p:nvSpPr>
          <p:spPr>
            <a:xfrm>
              <a:off x="4650334" y="3417913"/>
              <a:ext cx="85118" cy="7086"/>
            </a:xfrm>
            <a:custGeom>
              <a:avLst/>
              <a:gdLst/>
              <a:ahLst/>
              <a:cxnLst/>
              <a:rect l="0" t="0" r="0" b="0"/>
              <a:pathLst>
                <a:path w="85118" h="7086">
                  <a:moveTo>
                    <a:pt x="0" y="7086"/>
                  </a:moveTo>
                  <a:lnTo>
                    <a:pt x="85118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72" name="Candidate_receptor__3490">
              <a:extLst>
                <a:ext uri="{FF2B5EF4-FFF2-40B4-BE49-F238E27FC236}">
                  <a16:creationId xmlns:a16="http://schemas.microsoft.com/office/drawing/2014/main" id="{F43EEB01-B427-9D7D-7DFF-38EA22CA9FF0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82597"/>
              <a:ext cx="57963" cy="15948"/>
            </a:xfrm>
            <a:custGeom>
              <a:avLst/>
              <a:gdLst/>
              <a:ahLst/>
              <a:cxnLst/>
              <a:rect l="0" t="0" r="0" b="0"/>
              <a:pathLst>
                <a:path w="57963" h="15948">
                  <a:moveTo>
                    <a:pt x="0" y="15948"/>
                  </a:moveTo>
                  <a:lnTo>
                    <a:pt x="5796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73" name="Candidate_receptor__3491">
              <a:extLst>
                <a:ext uri="{FF2B5EF4-FFF2-40B4-BE49-F238E27FC236}">
                  <a16:creationId xmlns:a16="http://schemas.microsoft.com/office/drawing/2014/main" id="{C606B752-8839-A200-1692-7BA0D98E20A7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1963699"/>
              <a:ext cx="48686" cy="99512"/>
            </a:xfrm>
            <a:custGeom>
              <a:avLst/>
              <a:gdLst/>
              <a:ahLst/>
              <a:cxnLst/>
              <a:rect l="0" t="0" r="0" b="0"/>
              <a:pathLst>
                <a:path w="48686" h="99512">
                  <a:moveTo>
                    <a:pt x="0" y="99512"/>
                  </a:moveTo>
                  <a:lnTo>
                    <a:pt x="48686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74" name="Candidate_receptor__3492">
              <a:extLst>
                <a:ext uri="{FF2B5EF4-FFF2-40B4-BE49-F238E27FC236}">
                  <a16:creationId xmlns:a16="http://schemas.microsoft.com/office/drawing/2014/main" id="{DF947517-1D99-46F1-7A31-14956C39804A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13124"/>
              <a:ext cx="3948" cy="73735"/>
            </a:xfrm>
            <a:custGeom>
              <a:avLst/>
              <a:gdLst/>
              <a:ahLst/>
              <a:cxnLst/>
              <a:rect l="0" t="0" r="0" b="0"/>
              <a:pathLst>
                <a:path w="3948" h="73735">
                  <a:moveTo>
                    <a:pt x="3948" y="0"/>
                  </a:moveTo>
                  <a:lnTo>
                    <a:pt x="0" y="7373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75" name="Candidate_receptor__3493">
              <a:extLst>
                <a:ext uri="{FF2B5EF4-FFF2-40B4-BE49-F238E27FC236}">
                  <a16:creationId xmlns:a16="http://schemas.microsoft.com/office/drawing/2014/main" id="{23F5C833-424A-2714-5ACF-05F0152A87EF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686980"/>
              <a:ext cx="25897" cy="34965"/>
            </a:xfrm>
            <a:custGeom>
              <a:avLst/>
              <a:gdLst/>
              <a:ahLst/>
              <a:cxnLst/>
              <a:rect l="0" t="0" r="0" b="0"/>
              <a:pathLst>
                <a:path w="25897" h="34965">
                  <a:moveTo>
                    <a:pt x="25897" y="0"/>
                  </a:moveTo>
                  <a:lnTo>
                    <a:pt x="0" y="349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76" name="Candidate_receptor__3494">
              <a:extLst>
                <a:ext uri="{FF2B5EF4-FFF2-40B4-BE49-F238E27FC236}">
                  <a16:creationId xmlns:a16="http://schemas.microsoft.com/office/drawing/2014/main" id="{F028DCAE-84DC-D0BB-D3D2-30594EAEFB1F}"/>
                </a:ext>
              </a:extLst>
            </p:cNvPr>
            <p:cNvSpPr>
              <a:spLocks noGrp="1"/>
            </p:cNvSpPr>
            <p:nvPr/>
          </p:nvSpPr>
          <p:spPr>
            <a:xfrm>
              <a:off x="4994927" y="3515955"/>
              <a:ext cx="74403" cy="37880"/>
            </a:xfrm>
            <a:custGeom>
              <a:avLst/>
              <a:gdLst/>
              <a:ahLst/>
              <a:cxnLst/>
              <a:rect l="0" t="0" r="0" b="0"/>
              <a:pathLst>
                <a:path w="74403" h="37880">
                  <a:moveTo>
                    <a:pt x="0" y="0"/>
                  </a:moveTo>
                  <a:lnTo>
                    <a:pt x="74403" y="3788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77" name="Candidate_receptor__3495">
              <a:extLst>
                <a:ext uri="{FF2B5EF4-FFF2-40B4-BE49-F238E27FC236}">
                  <a16:creationId xmlns:a16="http://schemas.microsoft.com/office/drawing/2014/main" id="{70C13FF5-B9B9-AD85-41C4-37BE7A2FA655}"/>
                </a:ext>
              </a:extLst>
            </p:cNvPr>
            <p:cNvSpPr>
              <a:spLocks noGrp="1"/>
            </p:cNvSpPr>
            <p:nvPr/>
          </p:nvSpPr>
          <p:spPr>
            <a:xfrm>
              <a:off x="4730558" y="2525309"/>
              <a:ext cx="71149" cy="81685"/>
            </a:xfrm>
            <a:custGeom>
              <a:avLst/>
              <a:gdLst/>
              <a:ahLst/>
              <a:cxnLst/>
              <a:rect l="0" t="0" r="0" b="0"/>
              <a:pathLst>
                <a:path w="71149" h="81685">
                  <a:moveTo>
                    <a:pt x="71149" y="816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78" name="Candidate_receptor__3496">
              <a:extLst>
                <a:ext uri="{FF2B5EF4-FFF2-40B4-BE49-F238E27FC236}">
                  <a16:creationId xmlns:a16="http://schemas.microsoft.com/office/drawing/2014/main" id="{2DBB7290-29F9-C9FB-D2F0-D6AAC4A6A8D1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56825" cy="68786"/>
            </a:xfrm>
            <a:custGeom>
              <a:avLst/>
              <a:gdLst/>
              <a:ahLst/>
              <a:cxnLst/>
              <a:rect l="0" t="0" r="0" b="0"/>
              <a:pathLst>
                <a:path w="56825" h="68786">
                  <a:moveTo>
                    <a:pt x="0" y="0"/>
                  </a:moveTo>
                  <a:lnTo>
                    <a:pt x="56825" y="6878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79" name="Candidate_receptor__3497">
              <a:extLst>
                <a:ext uri="{FF2B5EF4-FFF2-40B4-BE49-F238E27FC236}">
                  <a16:creationId xmlns:a16="http://schemas.microsoft.com/office/drawing/2014/main" id="{08C57EC0-AC5E-CDCD-9B78-B248DC270433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505489"/>
              <a:ext cx="54021" cy="44730"/>
            </a:xfrm>
            <a:custGeom>
              <a:avLst/>
              <a:gdLst/>
              <a:ahLst/>
              <a:cxnLst/>
              <a:rect l="0" t="0" r="0" b="0"/>
              <a:pathLst>
                <a:path w="54021" h="44730">
                  <a:moveTo>
                    <a:pt x="54021" y="44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80" name="Candidate_receptor__3498">
              <a:extLst>
                <a:ext uri="{FF2B5EF4-FFF2-40B4-BE49-F238E27FC236}">
                  <a16:creationId xmlns:a16="http://schemas.microsoft.com/office/drawing/2014/main" id="{786B443F-7DAB-F2FF-1761-35E13E48CF23}"/>
                </a:ext>
              </a:extLst>
            </p:cNvPr>
            <p:cNvSpPr>
              <a:spLocks noGrp="1"/>
            </p:cNvSpPr>
            <p:nvPr/>
          </p:nvSpPr>
          <p:spPr>
            <a:xfrm>
              <a:off x="4733681" y="2166848"/>
              <a:ext cx="78924" cy="74332"/>
            </a:xfrm>
            <a:custGeom>
              <a:avLst/>
              <a:gdLst/>
              <a:ahLst/>
              <a:cxnLst/>
              <a:rect l="0" t="0" r="0" b="0"/>
              <a:pathLst>
                <a:path w="78924" h="74332">
                  <a:moveTo>
                    <a:pt x="78924" y="0"/>
                  </a:moveTo>
                  <a:lnTo>
                    <a:pt x="0" y="74332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81" name="Candidate_receptor__3499">
              <a:extLst>
                <a:ext uri="{FF2B5EF4-FFF2-40B4-BE49-F238E27FC236}">
                  <a16:creationId xmlns:a16="http://schemas.microsoft.com/office/drawing/2014/main" id="{A0760EAF-8967-DCE8-E8CD-C36CEBEE005F}"/>
                </a:ext>
              </a:extLst>
            </p:cNvPr>
            <p:cNvSpPr>
              <a:spLocks noGrp="1"/>
            </p:cNvSpPr>
            <p:nvPr/>
          </p:nvSpPr>
          <p:spPr>
            <a:xfrm>
              <a:off x="4455339" y="2828139"/>
              <a:ext cx="18990" cy="11419"/>
            </a:xfrm>
            <a:custGeom>
              <a:avLst/>
              <a:gdLst/>
              <a:ahLst/>
              <a:cxnLst/>
              <a:rect l="0" t="0" r="0" b="0"/>
              <a:pathLst>
                <a:path w="18990" h="11419">
                  <a:moveTo>
                    <a:pt x="18990" y="0"/>
                  </a:moveTo>
                  <a:lnTo>
                    <a:pt x="0" y="1141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82" name="Candidate_receptor__3500">
              <a:extLst>
                <a:ext uri="{FF2B5EF4-FFF2-40B4-BE49-F238E27FC236}">
                  <a16:creationId xmlns:a16="http://schemas.microsoft.com/office/drawing/2014/main" id="{C6B2ABB3-32EE-8FB9-24D4-3F4B1E5A0FDD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806665"/>
              <a:ext cx="48352" cy="49980"/>
            </a:xfrm>
            <a:custGeom>
              <a:avLst/>
              <a:gdLst/>
              <a:ahLst/>
              <a:cxnLst/>
              <a:rect l="0" t="0" r="0" b="0"/>
              <a:pathLst>
                <a:path w="48352" h="49980">
                  <a:moveTo>
                    <a:pt x="0" y="0"/>
                  </a:moveTo>
                  <a:lnTo>
                    <a:pt x="48352" y="4998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53183" name="Candidate_receptor__3501">
              <a:extLst>
                <a:ext uri="{FF2B5EF4-FFF2-40B4-BE49-F238E27FC236}">
                  <a16:creationId xmlns:a16="http://schemas.microsoft.com/office/drawing/2014/main" id="{ECC4743B-2FD3-BD43-E2B8-808033F7106D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311961"/>
              <a:ext cx="43488" cy="79737"/>
            </a:xfrm>
            <a:custGeom>
              <a:avLst/>
              <a:gdLst/>
              <a:ahLst/>
              <a:cxnLst/>
              <a:rect l="0" t="0" r="0" b="0"/>
              <a:pathLst>
                <a:path w="43488" h="79737">
                  <a:moveTo>
                    <a:pt x="43488" y="79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53184" name="Candidate_receptor__3502">
              <a:extLst>
                <a:ext uri="{FF2B5EF4-FFF2-40B4-BE49-F238E27FC236}">
                  <a16:creationId xmlns:a16="http://schemas.microsoft.com/office/drawing/2014/main" id="{5A9E024B-60BD-80EE-1092-A7E21CF122ED}"/>
                </a:ext>
              </a:extLst>
            </p:cNvPr>
            <p:cNvSpPr>
              <a:spLocks noGrp="1"/>
            </p:cNvSpPr>
            <p:nvPr/>
          </p:nvSpPr>
          <p:spPr>
            <a:xfrm>
              <a:off x="5701875" y="3415421"/>
              <a:ext cx="646" cy="51183"/>
            </a:xfrm>
            <a:custGeom>
              <a:avLst/>
              <a:gdLst/>
              <a:ahLst/>
              <a:cxnLst/>
              <a:rect l="0" t="0" r="0" b="0"/>
              <a:pathLst>
                <a:path w="646" h="51183">
                  <a:moveTo>
                    <a:pt x="646" y="0"/>
                  </a:moveTo>
                  <a:lnTo>
                    <a:pt x="0" y="5118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85" name="Candidate_receptor__3503">
              <a:extLst>
                <a:ext uri="{FF2B5EF4-FFF2-40B4-BE49-F238E27FC236}">
                  <a16:creationId xmlns:a16="http://schemas.microsoft.com/office/drawing/2014/main" id="{C7481BD9-5397-0894-B61C-FAE68CCB31F0}"/>
                </a:ext>
              </a:extLst>
            </p:cNvPr>
            <p:cNvSpPr>
              <a:spLocks noGrp="1"/>
            </p:cNvSpPr>
            <p:nvPr/>
          </p:nvSpPr>
          <p:spPr>
            <a:xfrm>
              <a:off x="4343808" y="2518307"/>
              <a:ext cx="1370" cy="91589"/>
            </a:xfrm>
            <a:custGeom>
              <a:avLst/>
              <a:gdLst/>
              <a:ahLst/>
              <a:cxnLst/>
              <a:rect l="0" t="0" r="0" b="0"/>
              <a:pathLst>
                <a:path w="1370" h="91589">
                  <a:moveTo>
                    <a:pt x="1370" y="0"/>
                  </a:moveTo>
                  <a:lnTo>
                    <a:pt x="0" y="9158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53186" name="Candidate_receptor__3504">
              <a:extLst>
                <a:ext uri="{FF2B5EF4-FFF2-40B4-BE49-F238E27FC236}">
                  <a16:creationId xmlns:a16="http://schemas.microsoft.com/office/drawing/2014/main" id="{DF1B944B-5B35-598F-3E0D-9923B77955BE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16210"/>
              <a:ext cx="57034" cy="42703"/>
            </a:xfrm>
            <a:custGeom>
              <a:avLst/>
              <a:gdLst/>
              <a:ahLst/>
              <a:cxnLst/>
              <a:rect l="0" t="0" r="0" b="0"/>
              <a:pathLst>
                <a:path w="57034" h="42703">
                  <a:moveTo>
                    <a:pt x="57034" y="0"/>
                  </a:moveTo>
                  <a:lnTo>
                    <a:pt x="0" y="42703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53187" name="Candidate_receptor__3505">
              <a:extLst>
                <a:ext uri="{FF2B5EF4-FFF2-40B4-BE49-F238E27FC236}">
                  <a16:creationId xmlns:a16="http://schemas.microsoft.com/office/drawing/2014/main" id="{29F88028-31C6-5079-E33D-4C4B4B213303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091926"/>
              <a:ext cx="111532" cy="20854"/>
            </a:xfrm>
            <a:custGeom>
              <a:avLst/>
              <a:gdLst/>
              <a:ahLst/>
              <a:cxnLst/>
              <a:rect l="0" t="0" r="0" b="0"/>
              <a:pathLst>
                <a:path w="111532" h="20854">
                  <a:moveTo>
                    <a:pt x="111532" y="0"/>
                  </a:moveTo>
                  <a:lnTo>
                    <a:pt x="0" y="2085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88" name="Candidate_receptor__3506">
              <a:extLst>
                <a:ext uri="{FF2B5EF4-FFF2-40B4-BE49-F238E27FC236}">
                  <a16:creationId xmlns:a16="http://schemas.microsoft.com/office/drawing/2014/main" id="{ECD7B174-9A7E-CB9B-AAB2-1870B3357714}"/>
                </a:ext>
              </a:extLst>
            </p:cNvPr>
            <p:cNvSpPr>
              <a:spLocks noGrp="1"/>
            </p:cNvSpPr>
            <p:nvPr/>
          </p:nvSpPr>
          <p:spPr>
            <a:xfrm>
              <a:off x="5609615" y="2975834"/>
              <a:ext cx="100711" cy="52414"/>
            </a:xfrm>
            <a:custGeom>
              <a:avLst/>
              <a:gdLst/>
              <a:ahLst/>
              <a:cxnLst/>
              <a:rect l="0" t="0" r="0" b="0"/>
              <a:pathLst>
                <a:path w="100711" h="52414">
                  <a:moveTo>
                    <a:pt x="100711" y="52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89" name="Candidate_receptor__3507">
              <a:extLst>
                <a:ext uri="{FF2B5EF4-FFF2-40B4-BE49-F238E27FC236}">
                  <a16:creationId xmlns:a16="http://schemas.microsoft.com/office/drawing/2014/main" id="{6679ACC2-1D87-16DD-2C01-884F1F061F98}"/>
                </a:ext>
              </a:extLst>
            </p:cNvPr>
            <p:cNvSpPr>
              <a:spLocks noGrp="1"/>
            </p:cNvSpPr>
            <p:nvPr/>
          </p:nvSpPr>
          <p:spPr>
            <a:xfrm>
              <a:off x="4812606" y="2133890"/>
              <a:ext cx="108130" cy="32958"/>
            </a:xfrm>
            <a:custGeom>
              <a:avLst/>
              <a:gdLst/>
              <a:ahLst/>
              <a:cxnLst/>
              <a:rect l="0" t="0" r="0" b="0"/>
              <a:pathLst>
                <a:path w="108130" h="32958">
                  <a:moveTo>
                    <a:pt x="108130" y="0"/>
                  </a:moveTo>
                  <a:lnTo>
                    <a:pt x="0" y="32958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53190" name="Candidate_receptor__3508">
              <a:extLst>
                <a:ext uri="{FF2B5EF4-FFF2-40B4-BE49-F238E27FC236}">
                  <a16:creationId xmlns:a16="http://schemas.microsoft.com/office/drawing/2014/main" id="{E9967D21-1B80-16B3-437E-A8E17B0E50C8}"/>
                </a:ext>
              </a:extLst>
            </p:cNvPr>
            <p:cNvSpPr>
              <a:spLocks noGrp="1"/>
            </p:cNvSpPr>
            <p:nvPr/>
          </p:nvSpPr>
          <p:spPr>
            <a:xfrm>
              <a:off x="5785096" y="3344697"/>
              <a:ext cx="61976" cy="90281"/>
            </a:xfrm>
            <a:custGeom>
              <a:avLst/>
              <a:gdLst/>
              <a:ahLst/>
              <a:cxnLst/>
              <a:rect l="0" t="0" r="0" b="0"/>
              <a:pathLst>
                <a:path w="61976" h="90281">
                  <a:moveTo>
                    <a:pt x="61976" y="902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91" name="Candidate_receptor__3509">
              <a:extLst>
                <a:ext uri="{FF2B5EF4-FFF2-40B4-BE49-F238E27FC236}">
                  <a16:creationId xmlns:a16="http://schemas.microsoft.com/office/drawing/2014/main" id="{8FC6904C-79CA-5096-037B-9282091A3D6A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2063211"/>
              <a:ext cx="64951" cy="94143"/>
            </a:xfrm>
            <a:custGeom>
              <a:avLst/>
              <a:gdLst/>
              <a:ahLst/>
              <a:cxnLst/>
              <a:rect l="0" t="0" r="0" b="0"/>
              <a:pathLst>
                <a:path w="64951" h="94143">
                  <a:moveTo>
                    <a:pt x="64951" y="941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53192" name="Candidate_receptor__3510">
              <a:extLst>
                <a:ext uri="{FF2B5EF4-FFF2-40B4-BE49-F238E27FC236}">
                  <a16:creationId xmlns:a16="http://schemas.microsoft.com/office/drawing/2014/main" id="{9BBB02ED-0AD3-ED2B-8EE5-6E57994C45C8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709433"/>
              <a:ext cx="12269" cy="99667"/>
            </a:xfrm>
            <a:custGeom>
              <a:avLst/>
              <a:gdLst/>
              <a:ahLst/>
              <a:cxnLst/>
              <a:rect l="0" t="0" r="0" b="0"/>
              <a:pathLst>
                <a:path w="12269" h="99667">
                  <a:moveTo>
                    <a:pt x="12269" y="99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93" name="Candidate_receptor__3511">
              <a:extLst>
                <a:ext uri="{FF2B5EF4-FFF2-40B4-BE49-F238E27FC236}">
                  <a16:creationId xmlns:a16="http://schemas.microsoft.com/office/drawing/2014/main" id="{D2A035D1-AAC9-CB90-B6A2-596C9BF2FF3B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24317" cy="103223"/>
            </a:xfrm>
            <a:custGeom>
              <a:avLst/>
              <a:gdLst/>
              <a:ahLst/>
              <a:cxnLst/>
              <a:rect l="0" t="0" r="0" b="0"/>
              <a:pathLst>
                <a:path w="24317" h="103223">
                  <a:moveTo>
                    <a:pt x="0" y="0"/>
                  </a:moveTo>
                  <a:lnTo>
                    <a:pt x="24317" y="10322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94" name="Candidate_receptor__3512">
              <a:extLst>
                <a:ext uri="{FF2B5EF4-FFF2-40B4-BE49-F238E27FC236}">
                  <a16:creationId xmlns:a16="http://schemas.microsoft.com/office/drawing/2014/main" id="{2702B810-62A7-3A5C-1F0D-4F7326E5B0E5}"/>
                </a:ext>
              </a:extLst>
            </p:cNvPr>
            <p:cNvSpPr>
              <a:spLocks noGrp="1"/>
            </p:cNvSpPr>
            <p:nvPr/>
          </p:nvSpPr>
          <p:spPr>
            <a:xfrm>
              <a:off x="4260689" y="2474852"/>
              <a:ext cx="84489" cy="43455"/>
            </a:xfrm>
            <a:custGeom>
              <a:avLst/>
              <a:gdLst/>
              <a:ahLst/>
              <a:cxnLst/>
              <a:rect l="0" t="0" r="0" b="0"/>
              <a:pathLst>
                <a:path w="84489" h="43455">
                  <a:moveTo>
                    <a:pt x="0" y="0"/>
                  </a:moveTo>
                  <a:lnTo>
                    <a:pt x="84489" y="4345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95" name="Candidate_receptor__3513">
              <a:extLst>
                <a:ext uri="{FF2B5EF4-FFF2-40B4-BE49-F238E27FC236}">
                  <a16:creationId xmlns:a16="http://schemas.microsoft.com/office/drawing/2014/main" id="{72286935-6DA0-1D32-8FEA-D9B62A0B639B}"/>
                </a:ext>
              </a:extLst>
            </p:cNvPr>
            <p:cNvSpPr>
              <a:spLocks noGrp="1"/>
            </p:cNvSpPr>
            <p:nvPr/>
          </p:nvSpPr>
          <p:spPr>
            <a:xfrm>
              <a:off x="5981043" y="3091926"/>
              <a:ext cx="16743" cy="113918"/>
            </a:xfrm>
            <a:custGeom>
              <a:avLst/>
              <a:gdLst/>
              <a:ahLst/>
              <a:cxnLst/>
              <a:rect l="0" t="0" r="0" b="0"/>
              <a:pathLst>
                <a:path w="16743" h="113918">
                  <a:moveTo>
                    <a:pt x="16743" y="1139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96" name="Candidate_receptor__3514">
              <a:extLst>
                <a:ext uri="{FF2B5EF4-FFF2-40B4-BE49-F238E27FC236}">
                  <a16:creationId xmlns:a16="http://schemas.microsoft.com/office/drawing/2014/main" id="{532D19DE-8A51-7E20-08EE-45D6EC53A386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217446"/>
              <a:ext cx="38927" cy="94515"/>
            </a:xfrm>
            <a:custGeom>
              <a:avLst/>
              <a:gdLst/>
              <a:ahLst/>
              <a:cxnLst/>
              <a:rect l="0" t="0" r="0" b="0"/>
              <a:pathLst>
                <a:path w="38927" h="94515">
                  <a:moveTo>
                    <a:pt x="0" y="94515"/>
                  </a:moveTo>
                  <a:lnTo>
                    <a:pt x="3892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97" name="Candidate_receptor__3515">
              <a:extLst>
                <a:ext uri="{FF2B5EF4-FFF2-40B4-BE49-F238E27FC236}">
                  <a16:creationId xmlns:a16="http://schemas.microsoft.com/office/drawing/2014/main" id="{51C2BEC3-FA38-E5A4-4767-35B99600D968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511376"/>
              <a:ext cx="13784" cy="4814"/>
            </a:xfrm>
            <a:custGeom>
              <a:avLst/>
              <a:gdLst/>
              <a:ahLst/>
              <a:cxnLst/>
              <a:rect l="0" t="0" r="0" b="0"/>
              <a:pathLst>
                <a:path w="13784" h="4814">
                  <a:moveTo>
                    <a:pt x="13784" y="48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98" name="Candidate_receptor__3516">
              <a:extLst>
                <a:ext uri="{FF2B5EF4-FFF2-40B4-BE49-F238E27FC236}">
                  <a16:creationId xmlns:a16="http://schemas.microsoft.com/office/drawing/2014/main" id="{9B133412-DB76-27DD-B368-A3D6A1E26104}"/>
                </a:ext>
              </a:extLst>
            </p:cNvPr>
            <p:cNvSpPr>
              <a:spLocks noGrp="1"/>
            </p:cNvSpPr>
            <p:nvPr/>
          </p:nvSpPr>
          <p:spPr>
            <a:xfrm>
              <a:off x="4542445" y="3886140"/>
              <a:ext cx="7144" cy="44603"/>
            </a:xfrm>
            <a:custGeom>
              <a:avLst/>
              <a:gdLst/>
              <a:ahLst/>
              <a:cxnLst/>
              <a:rect l="0" t="0" r="0" b="0"/>
              <a:pathLst>
                <a:path w="7144" h="44603">
                  <a:moveTo>
                    <a:pt x="7144" y="446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53199" name="Candidate_receptor__3517">
              <a:extLst>
                <a:ext uri="{FF2B5EF4-FFF2-40B4-BE49-F238E27FC236}">
                  <a16:creationId xmlns:a16="http://schemas.microsoft.com/office/drawing/2014/main" id="{27565352-5B27-662F-E605-0F9D4F64BAC4}"/>
                </a:ext>
              </a:extLst>
            </p:cNvPr>
            <p:cNvSpPr>
              <a:spLocks noGrp="1"/>
            </p:cNvSpPr>
            <p:nvPr/>
          </p:nvSpPr>
          <p:spPr>
            <a:xfrm>
              <a:off x="5475012" y="1914883"/>
              <a:ext cx="49960" cy="48817"/>
            </a:xfrm>
            <a:custGeom>
              <a:avLst/>
              <a:gdLst/>
              <a:ahLst/>
              <a:cxnLst/>
              <a:rect l="0" t="0" r="0" b="0"/>
              <a:pathLst>
                <a:path w="49960" h="48817">
                  <a:moveTo>
                    <a:pt x="0" y="48817"/>
                  </a:moveTo>
                  <a:lnTo>
                    <a:pt x="4996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53200" name="Candidate_receptor__3518">
              <a:extLst>
                <a:ext uri="{FF2B5EF4-FFF2-40B4-BE49-F238E27FC236}">
                  <a16:creationId xmlns:a16="http://schemas.microsoft.com/office/drawing/2014/main" id="{BF98A40A-63E1-20C0-AF2A-21D6385A72B2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493299"/>
              <a:ext cx="100473" cy="9630"/>
            </a:xfrm>
            <a:custGeom>
              <a:avLst/>
              <a:gdLst/>
              <a:ahLst/>
              <a:cxnLst/>
              <a:rect l="0" t="0" r="0" b="0"/>
              <a:pathLst>
                <a:path w="100473" h="9630">
                  <a:moveTo>
                    <a:pt x="0" y="9630"/>
                  </a:moveTo>
                  <a:lnTo>
                    <a:pt x="100473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01" name="Candidate_receptor__3519">
              <a:extLst>
                <a:ext uri="{FF2B5EF4-FFF2-40B4-BE49-F238E27FC236}">
                  <a16:creationId xmlns:a16="http://schemas.microsoft.com/office/drawing/2014/main" id="{DCA8E521-B2B7-A5D1-B003-619A08538421}"/>
                </a:ext>
              </a:extLst>
            </p:cNvPr>
            <p:cNvSpPr>
              <a:spLocks noGrp="1"/>
            </p:cNvSpPr>
            <p:nvPr/>
          </p:nvSpPr>
          <p:spPr>
            <a:xfrm>
              <a:off x="5447121" y="2776611"/>
              <a:ext cx="33624" cy="90324"/>
            </a:xfrm>
            <a:custGeom>
              <a:avLst/>
              <a:gdLst/>
              <a:ahLst/>
              <a:cxnLst/>
              <a:rect l="0" t="0" r="0" b="0"/>
              <a:pathLst>
                <a:path w="33624" h="90324">
                  <a:moveTo>
                    <a:pt x="33624" y="0"/>
                  </a:moveTo>
                  <a:lnTo>
                    <a:pt x="0" y="90324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02" name="Candidate_receptor__3520">
              <a:extLst>
                <a:ext uri="{FF2B5EF4-FFF2-40B4-BE49-F238E27FC236}">
                  <a16:creationId xmlns:a16="http://schemas.microsoft.com/office/drawing/2014/main" id="{48425118-B67F-5E24-D28F-BFD02524DA3A}"/>
                </a:ext>
              </a:extLst>
            </p:cNvPr>
            <p:cNvSpPr>
              <a:spLocks noGrp="1"/>
            </p:cNvSpPr>
            <p:nvPr/>
          </p:nvSpPr>
          <p:spPr>
            <a:xfrm>
              <a:off x="5178532" y="2955963"/>
              <a:ext cx="19890" cy="1414"/>
            </a:xfrm>
            <a:custGeom>
              <a:avLst/>
              <a:gdLst/>
              <a:ahLst/>
              <a:cxnLst/>
              <a:rect l="0" t="0" r="0" b="0"/>
              <a:pathLst>
                <a:path w="19890" h="1414">
                  <a:moveTo>
                    <a:pt x="0" y="1414"/>
                  </a:moveTo>
                  <a:lnTo>
                    <a:pt x="1989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03" name="Candidate_receptor__3521">
              <a:extLst>
                <a:ext uri="{FF2B5EF4-FFF2-40B4-BE49-F238E27FC236}">
                  <a16:creationId xmlns:a16="http://schemas.microsoft.com/office/drawing/2014/main" id="{165A859A-6AB3-AF0E-48E4-40C945C80903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59513" cy="52299"/>
            </a:xfrm>
            <a:custGeom>
              <a:avLst/>
              <a:gdLst/>
              <a:ahLst/>
              <a:cxnLst/>
              <a:rect l="0" t="0" r="0" b="0"/>
              <a:pathLst>
                <a:path w="59513" h="52299">
                  <a:moveTo>
                    <a:pt x="59513" y="522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04" name="Candidate_receptor__3522">
              <a:extLst>
                <a:ext uri="{FF2B5EF4-FFF2-40B4-BE49-F238E27FC236}">
                  <a16:creationId xmlns:a16="http://schemas.microsoft.com/office/drawing/2014/main" id="{8D88C17A-23F9-8DB9-7D62-1BBD75C6A27F}"/>
                </a:ext>
              </a:extLst>
            </p:cNvPr>
            <p:cNvSpPr>
              <a:spLocks noGrp="1"/>
            </p:cNvSpPr>
            <p:nvPr/>
          </p:nvSpPr>
          <p:spPr>
            <a:xfrm>
              <a:off x="5491278" y="2114297"/>
              <a:ext cx="101946" cy="43058"/>
            </a:xfrm>
            <a:custGeom>
              <a:avLst/>
              <a:gdLst/>
              <a:ahLst/>
              <a:cxnLst/>
              <a:rect l="0" t="0" r="0" b="0"/>
              <a:pathLst>
                <a:path w="101946" h="43058">
                  <a:moveTo>
                    <a:pt x="101946" y="0"/>
                  </a:moveTo>
                  <a:lnTo>
                    <a:pt x="0" y="43058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05" name="Candidate_receptor__3523">
              <a:extLst>
                <a:ext uri="{FF2B5EF4-FFF2-40B4-BE49-F238E27FC236}">
                  <a16:creationId xmlns:a16="http://schemas.microsoft.com/office/drawing/2014/main" id="{ABD948F5-5251-0813-E493-20C193B6D1AF}"/>
                </a:ext>
              </a:extLst>
            </p:cNvPr>
            <p:cNvSpPr>
              <a:spLocks noGrp="1"/>
            </p:cNvSpPr>
            <p:nvPr/>
          </p:nvSpPr>
          <p:spPr>
            <a:xfrm>
              <a:off x="4137114" y="2549157"/>
              <a:ext cx="68768" cy="26515"/>
            </a:xfrm>
            <a:custGeom>
              <a:avLst/>
              <a:gdLst/>
              <a:ahLst/>
              <a:cxnLst/>
              <a:rect l="0" t="0" r="0" b="0"/>
              <a:pathLst>
                <a:path w="68768" h="26515">
                  <a:moveTo>
                    <a:pt x="0" y="0"/>
                  </a:moveTo>
                  <a:lnTo>
                    <a:pt x="68768" y="2651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06" name="Candidate_receptor__3524">
              <a:extLst>
                <a:ext uri="{FF2B5EF4-FFF2-40B4-BE49-F238E27FC236}">
                  <a16:creationId xmlns:a16="http://schemas.microsoft.com/office/drawing/2014/main" id="{BD43306D-A2CD-ACF0-03F1-AD2B0F9047E3}"/>
                </a:ext>
              </a:extLst>
            </p:cNvPr>
            <p:cNvSpPr>
              <a:spLocks noGrp="1"/>
            </p:cNvSpPr>
            <p:nvPr/>
          </p:nvSpPr>
          <p:spPr>
            <a:xfrm>
              <a:off x="5454641" y="3079022"/>
              <a:ext cx="108056" cy="35151"/>
            </a:xfrm>
            <a:custGeom>
              <a:avLst/>
              <a:gdLst/>
              <a:ahLst/>
              <a:cxnLst/>
              <a:rect l="0" t="0" r="0" b="0"/>
              <a:pathLst>
                <a:path w="108056" h="35151">
                  <a:moveTo>
                    <a:pt x="108056" y="351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07" name="Candidate_receptor__3525">
              <a:extLst>
                <a:ext uri="{FF2B5EF4-FFF2-40B4-BE49-F238E27FC236}">
                  <a16:creationId xmlns:a16="http://schemas.microsoft.com/office/drawing/2014/main" id="{67C1961F-315E-75FE-508F-BDAA9FC34C6F}"/>
                </a:ext>
              </a:extLst>
            </p:cNvPr>
            <p:cNvSpPr>
              <a:spLocks noGrp="1"/>
            </p:cNvSpPr>
            <p:nvPr/>
          </p:nvSpPr>
          <p:spPr>
            <a:xfrm>
              <a:off x="4829664" y="3938144"/>
              <a:ext cx="96550" cy="31439"/>
            </a:xfrm>
            <a:custGeom>
              <a:avLst/>
              <a:gdLst/>
              <a:ahLst/>
              <a:cxnLst/>
              <a:rect l="0" t="0" r="0" b="0"/>
              <a:pathLst>
                <a:path w="96550" h="31439">
                  <a:moveTo>
                    <a:pt x="96550" y="0"/>
                  </a:moveTo>
                  <a:lnTo>
                    <a:pt x="0" y="3143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08" name="Candidate_receptor__3526">
              <a:extLst>
                <a:ext uri="{FF2B5EF4-FFF2-40B4-BE49-F238E27FC236}">
                  <a16:creationId xmlns:a16="http://schemas.microsoft.com/office/drawing/2014/main" id="{68D7FCDC-E9E7-B746-06A1-54CF219B983B}"/>
                </a:ext>
              </a:extLst>
            </p:cNvPr>
            <p:cNvSpPr>
              <a:spLocks noGrp="1"/>
            </p:cNvSpPr>
            <p:nvPr/>
          </p:nvSpPr>
          <p:spPr>
            <a:xfrm>
              <a:off x="5237186" y="2321767"/>
              <a:ext cx="5186" cy="41831"/>
            </a:xfrm>
            <a:custGeom>
              <a:avLst/>
              <a:gdLst/>
              <a:ahLst/>
              <a:cxnLst/>
              <a:rect l="0" t="0" r="0" b="0"/>
              <a:pathLst>
                <a:path w="5186" h="41831">
                  <a:moveTo>
                    <a:pt x="5186" y="41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09" name="Candidate_receptor__3527">
              <a:extLst>
                <a:ext uri="{FF2B5EF4-FFF2-40B4-BE49-F238E27FC236}">
                  <a16:creationId xmlns:a16="http://schemas.microsoft.com/office/drawing/2014/main" id="{35F5CBDA-C137-09C2-232C-A317A4CA7AA2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90177"/>
              <a:ext cx="41332" cy="104372"/>
            </a:xfrm>
            <a:custGeom>
              <a:avLst/>
              <a:gdLst/>
              <a:ahLst/>
              <a:cxnLst/>
              <a:rect l="0" t="0" r="0" b="0"/>
              <a:pathLst>
                <a:path w="41332" h="104372">
                  <a:moveTo>
                    <a:pt x="0" y="0"/>
                  </a:moveTo>
                  <a:lnTo>
                    <a:pt x="41332" y="10437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10" name="Candidate_receptor__3528">
              <a:extLst>
                <a:ext uri="{FF2B5EF4-FFF2-40B4-BE49-F238E27FC236}">
                  <a16:creationId xmlns:a16="http://schemas.microsoft.com/office/drawing/2014/main" id="{B478BA43-0881-91D3-F7B7-163FC1B3D073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112780"/>
              <a:ext cx="5238" cy="84363"/>
            </a:xfrm>
            <a:custGeom>
              <a:avLst/>
              <a:gdLst/>
              <a:ahLst/>
              <a:cxnLst/>
              <a:rect l="0" t="0" r="0" b="0"/>
              <a:pathLst>
                <a:path w="5238" h="84363">
                  <a:moveTo>
                    <a:pt x="0" y="0"/>
                  </a:moveTo>
                  <a:lnTo>
                    <a:pt x="5238" y="84363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11" name="Candidate_receptor__3529">
              <a:extLst>
                <a:ext uri="{FF2B5EF4-FFF2-40B4-BE49-F238E27FC236}">
                  <a16:creationId xmlns:a16="http://schemas.microsoft.com/office/drawing/2014/main" id="{C770B103-1049-F5F6-3331-4FDDD3BEBCF3}"/>
                </a:ext>
              </a:extLst>
            </p:cNvPr>
            <p:cNvSpPr>
              <a:spLocks noGrp="1"/>
            </p:cNvSpPr>
            <p:nvPr/>
          </p:nvSpPr>
          <p:spPr>
            <a:xfrm>
              <a:off x="5593224" y="2114297"/>
              <a:ext cx="110499" cy="31312"/>
            </a:xfrm>
            <a:custGeom>
              <a:avLst/>
              <a:gdLst/>
              <a:ahLst/>
              <a:cxnLst/>
              <a:rect l="0" t="0" r="0" b="0"/>
              <a:pathLst>
                <a:path w="110499" h="31312">
                  <a:moveTo>
                    <a:pt x="110499" y="313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12" name="Candidate_receptor__3530">
              <a:extLst>
                <a:ext uri="{FF2B5EF4-FFF2-40B4-BE49-F238E27FC236}">
                  <a16:creationId xmlns:a16="http://schemas.microsoft.com/office/drawing/2014/main" id="{DD74EA9D-3D78-8AFF-AE07-C167B84A306D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648130"/>
              <a:ext cx="97374" cy="61303"/>
            </a:xfrm>
            <a:custGeom>
              <a:avLst/>
              <a:gdLst/>
              <a:ahLst/>
              <a:cxnLst/>
              <a:rect l="0" t="0" r="0" b="0"/>
              <a:pathLst>
                <a:path w="97374" h="61303">
                  <a:moveTo>
                    <a:pt x="0" y="61303"/>
                  </a:moveTo>
                  <a:lnTo>
                    <a:pt x="97374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13" name="Candidate_receptor__3531">
              <a:extLst>
                <a:ext uri="{FF2B5EF4-FFF2-40B4-BE49-F238E27FC236}">
                  <a16:creationId xmlns:a16="http://schemas.microsoft.com/office/drawing/2014/main" id="{D4D56E66-AACE-39F9-E0E9-F9ACACDB7196}"/>
                </a:ext>
              </a:extLst>
            </p:cNvPr>
            <p:cNvSpPr>
              <a:spLocks noGrp="1"/>
            </p:cNvSpPr>
            <p:nvPr/>
          </p:nvSpPr>
          <p:spPr>
            <a:xfrm>
              <a:off x="4248156" y="3046362"/>
              <a:ext cx="12106" cy="39840"/>
            </a:xfrm>
            <a:custGeom>
              <a:avLst/>
              <a:gdLst/>
              <a:ahLst/>
              <a:cxnLst/>
              <a:rect l="0" t="0" r="0" b="0"/>
              <a:pathLst>
                <a:path w="12106" h="39840">
                  <a:moveTo>
                    <a:pt x="0" y="0"/>
                  </a:moveTo>
                  <a:lnTo>
                    <a:pt x="12106" y="3984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14" name="Candidate_receptor__3532">
              <a:extLst>
                <a:ext uri="{FF2B5EF4-FFF2-40B4-BE49-F238E27FC236}">
                  <a16:creationId xmlns:a16="http://schemas.microsoft.com/office/drawing/2014/main" id="{C4056FFB-D780-471F-9AC6-41325973F152}"/>
                </a:ext>
              </a:extLst>
            </p:cNvPr>
            <p:cNvSpPr>
              <a:spLocks noGrp="1"/>
            </p:cNvSpPr>
            <p:nvPr/>
          </p:nvSpPr>
          <p:spPr>
            <a:xfrm>
              <a:off x="3999106" y="2444180"/>
              <a:ext cx="112878" cy="12532"/>
            </a:xfrm>
            <a:custGeom>
              <a:avLst/>
              <a:gdLst/>
              <a:ahLst/>
              <a:cxnLst/>
              <a:rect l="0" t="0" r="0" b="0"/>
              <a:pathLst>
                <a:path w="112878" h="12532">
                  <a:moveTo>
                    <a:pt x="0" y="12532"/>
                  </a:moveTo>
                  <a:lnTo>
                    <a:pt x="11287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15" name="Candidate_receptor__3533">
              <a:extLst>
                <a:ext uri="{FF2B5EF4-FFF2-40B4-BE49-F238E27FC236}">
                  <a16:creationId xmlns:a16="http://schemas.microsoft.com/office/drawing/2014/main" id="{22CDB87C-D9E3-7496-1B86-E4D80A2F9C11}"/>
                </a:ext>
              </a:extLst>
            </p:cNvPr>
            <p:cNvSpPr>
              <a:spLocks noGrp="1"/>
            </p:cNvSpPr>
            <p:nvPr/>
          </p:nvSpPr>
          <p:spPr>
            <a:xfrm>
              <a:off x="5872966" y="2007964"/>
              <a:ext cx="93623" cy="60378"/>
            </a:xfrm>
            <a:custGeom>
              <a:avLst/>
              <a:gdLst/>
              <a:ahLst/>
              <a:cxnLst/>
              <a:rect l="0" t="0" r="0" b="0"/>
              <a:pathLst>
                <a:path w="93623" h="60378">
                  <a:moveTo>
                    <a:pt x="93623" y="0"/>
                  </a:moveTo>
                  <a:lnTo>
                    <a:pt x="0" y="6037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16" name="Candidate_receptor__3534">
              <a:extLst>
                <a:ext uri="{FF2B5EF4-FFF2-40B4-BE49-F238E27FC236}">
                  <a16:creationId xmlns:a16="http://schemas.microsoft.com/office/drawing/2014/main" id="{E8F1367A-4FC3-B5EC-AD5C-7F1D244A2C90}"/>
                </a:ext>
              </a:extLst>
            </p:cNvPr>
            <p:cNvSpPr>
              <a:spLocks noGrp="1"/>
            </p:cNvSpPr>
            <p:nvPr/>
          </p:nvSpPr>
          <p:spPr>
            <a:xfrm>
              <a:off x="5918916" y="1741222"/>
              <a:ext cx="46829" cy="49921"/>
            </a:xfrm>
            <a:custGeom>
              <a:avLst/>
              <a:gdLst/>
              <a:ahLst/>
              <a:cxnLst/>
              <a:rect l="0" t="0" r="0" b="0"/>
              <a:pathLst>
                <a:path w="46829" h="49921">
                  <a:moveTo>
                    <a:pt x="0" y="49921"/>
                  </a:moveTo>
                  <a:lnTo>
                    <a:pt x="46829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17" name="Candidate_receptor__3535">
              <a:extLst>
                <a:ext uri="{FF2B5EF4-FFF2-40B4-BE49-F238E27FC236}">
                  <a16:creationId xmlns:a16="http://schemas.microsoft.com/office/drawing/2014/main" id="{C665A414-351A-D5AA-992D-A6F56513506A}"/>
                </a:ext>
              </a:extLst>
            </p:cNvPr>
            <p:cNvSpPr>
              <a:spLocks noGrp="1"/>
            </p:cNvSpPr>
            <p:nvPr/>
          </p:nvSpPr>
          <p:spPr>
            <a:xfrm>
              <a:off x="5764656" y="2051600"/>
              <a:ext cx="108310" cy="16743"/>
            </a:xfrm>
            <a:custGeom>
              <a:avLst/>
              <a:gdLst/>
              <a:ahLst/>
              <a:cxnLst/>
              <a:rect l="0" t="0" r="0" b="0"/>
              <a:pathLst>
                <a:path w="108310" h="16743">
                  <a:moveTo>
                    <a:pt x="108310" y="16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18" name="Candidate_receptor__3536">
              <a:extLst>
                <a:ext uri="{FF2B5EF4-FFF2-40B4-BE49-F238E27FC236}">
                  <a16:creationId xmlns:a16="http://schemas.microsoft.com/office/drawing/2014/main" id="{22163032-258F-EE85-5EB8-E195A502B7B5}"/>
                </a:ext>
              </a:extLst>
            </p:cNvPr>
            <p:cNvSpPr>
              <a:spLocks noGrp="1"/>
            </p:cNvSpPr>
            <p:nvPr/>
          </p:nvSpPr>
          <p:spPr>
            <a:xfrm>
              <a:off x="3601423" y="3000431"/>
              <a:ext cx="94175" cy="30108"/>
            </a:xfrm>
            <a:custGeom>
              <a:avLst/>
              <a:gdLst/>
              <a:ahLst/>
              <a:cxnLst/>
              <a:rect l="0" t="0" r="0" b="0"/>
              <a:pathLst>
                <a:path w="94175" h="30108">
                  <a:moveTo>
                    <a:pt x="0" y="30108"/>
                  </a:moveTo>
                  <a:lnTo>
                    <a:pt x="94175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19" name="Candidate_receptor__3537">
              <a:extLst>
                <a:ext uri="{FF2B5EF4-FFF2-40B4-BE49-F238E27FC236}">
                  <a16:creationId xmlns:a16="http://schemas.microsoft.com/office/drawing/2014/main" id="{AE7F464C-49A5-0BA4-448E-E4B793C722A5}"/>
                </a:ext>
              </a:extLst>
            </p:cNvPr>
            <p:cNvSpPr>
              <a:spLocks noGrp="1"/>
            </p:cNvSpPr>
            <p:nvPr/>
          </p:nvSpPr>
          <p:spPr>
            <a:xfrm>
              <a:off x="3811163" y="3187696"/>
              <a:ext cx="32760" cy="70145"/>
            </a:xfrm>
            <a:custGeom>
              <a:avLst/>
              <a:gdLst/>
              <a:ahLst/>
              <a:cxnLst/>
              <a:rect l="0" t="0" r="0" b="0"/>
              <a:pathLst>
                <a:path w="32760" h="70145">
                  <a:moveTo>
                    <a:pt x="32760" y="0"/>
                  </a:moveTo>
                  <a:lnTo>
                    <a:pt x="0" y="7014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20" name="Candidate_receptor__3538">
              <a:extLst>
                <a:ext uri="{FF2B5EF4-FFF2-40B4-BE49-F238E27FC236}">
                  <a16:creationId xmlns:a16="http://schemas.microsoft.com/office/drawing/2014/main" id="{EBEEE168-E104-754F-CBD8-C6E054A78449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708630"/>
              <a:ext cx="57728" cy="98035"/>
            </a:xfrm>
            <a:custGeom>
              <a:avLst/>
              <a:gdLst/>
              <a:ahLst/>
              <a:cxnLst/>
              <a:rect l="0" t="0" r="0" b="0"/>
              <a:pathLst>
                <a:path w="57728" h="98035">
                  <a:moveTo>
                    <a:pt x="57728" y="0"/>
                  </a:moveTo>
                  <a:lnTo>
                    <a:pt x="0" y="9803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21" name="Candidate_receptor__3539">
              <a:extLst>
                <a:ext uri="{FF2B5EF4-FFF2-40B4-BE49-F238E27FC236}">
                  <a16:creationId xmlns:a16="http://schemas.microsoft.com/office/drawing/2014/main" id="{0E818D26-5171-6032-8838-B38736F3B054}"/>
                </a:ext>
              </a:extLst>
            </p:cNvPr>
            <p:cNvSpPr>
              <a:spLocks noGrp="1"/>
            </p:cNvSpPr>
            <p:nvPr/>
          </p:nvSpPr>
          <p:spPr>
            <a:xfrm>
              <a:off x="4345107" y="2813124"/>
              <a:ext cx="110231" cy="26435"/>
            </a:xfrm>
            <a:custGeom>
              <a:avLst/>
              <a:gdLst/>
              <a:ahLst/>
              <a:cxnLst/>
              <a:rect l="0" t="0" r="0" b="0"/>
              <a:pathLst>
                <a:path w="110231" h="26435">
                  <a:moveTo>
                    <a:pt x="110231" y="264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22" name="Candidate_receptor__3540">
              <a:extLst>
                <a:ext uri="{FF2B5EF4-FFF2-40B4-BE49-F238E27FC236}">
                  <a16:creationId xmlns:a16="http://schemas.microsoft.com/office/drawing/2014/main" id="{F4441A70-14F0-C9A1-602C-2840C8FE1F50}"/>
                </a:ext>
              </a:extLst>
            </p:cNvPr>
            <p:cNvSpPr>
              <a:spLocks noGrp="1"/>
            </p:cNvSpPr>
            <p:nvPr/>
          </p:nvSpPr>
          <p:spPr>
            <a:xfrm>
              <a:off x="4456780" y="2686980"/>
              <a:ext cx="112671" cy="19629"/>
            </a:xfrm>
            <a:custGeom>
              <a:avLst/>
              <a:gdLst/>
              <a:ahLst/>
              <a:cxnLst/>
              <a:rect l="0" t="0" r="0" b="0"/>
              <a:pathLst>
                <a:path w="112671" h="19629">
                  <a:moveTo>
                    <a:pt x="112671" y="19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23" name="Candidate_receptor__3541">
              <a:extLst>
                <a:ext uri="{FF2B5EF4-FFF2-40B4-BE49-F238E27FC236}">
                  <a16:creationId xmlns:a16="http://schemas.microsoft.com/office/drawing/2014/main" id="{F6CFC3D6-D51F-29BA-CFD1-12E3C2417CE2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328588"/>
              <a:ext cx="56680" cy="98814"/>
            </a:xfrm>
            <a:custGeom>
              <a:avLst/>
              <a:gdLst/>
              <a:ahLst/>
              <a:cxnLst/>
              <a:rect l="0" t="0" r="0" b="0"/>
              <a:pathLst>
                <a:path w="56680" h="98814">
                  <a:moveTo>
                    <a:pt x="56680" y="0"/>
                  </a:moveTo>
                  <a:lnTo>
                    <a:pt x="0" y="9881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24" name="Candidate_receptor__3542">
              <a:extLst>
                <a:ext uri="{FF2B5EF4-FFF2-40B4-BE49-F238E27FC236}">
                  <a16:creationId xmlns:a16="http://schemas.microsoft.com/office/drawing/2014/main" id="{5BAA0129-D97A-FD47-C16F-D9C54EDBEC66}"/>
                </a:ext>
              </a:extLst>
            </p:cNvPr>
            <p:cNvSpPr>
              <a:spLocks noGrp="1"/>
            </p:cNvSpPr>
            <p:nvPr/>
          </p:nvSpPr>
          <p:spPr>
            <a:xfrm>
              <a:off x="5703723" y="2051600"/>
              <a:ext cx="60933" cy="94008"/>
            </a:xfrm>
            <a:custGeom>
              <a:avLst/>
              <a:gdLst/>
              <a:ahLst/>
              <a:cxnLst/>
              <a:rect l="0" t="0" r="0" b="0"/>
              <a:pathLst>
                <a:path w="60933" h="94008">
                  <a:moveTo>
                    <a:pt x="60933" y="0"/>
                  </a:moveTo>
                  <a:lnTo>
                    <a:pt x="0" y="9400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25" name="Candidate_receptor__3543">
              <a:extLst>
                <a:ext uri="{FF2B5EF4-FFF2-40B4-BE49-F238E27FC236}">
                  <a16:creationId xmlns:a16="http://schemas.microsoft.com/office/drawing/2014/main" id="{FA439849-B2ED-3E07-D778-4B1703FC4A72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67718"/>
              <a:ext cx="11665" cy="97202"/>
            </a:xfrm>
            <a:custGeom>
              <a:avLst/>
              <a:gdLst/>
              <a:ahLst/>
              <a:cxnLst/>
              <a:rect l="0" t="0" r="0" b="0"/>
              <a:pathLst>
                <a:path w="11665" h="97202">
                  <a:moveTo>
                    <a:pt x="11665" y="97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26" name="Candidate_receptor__3544">
              <a:extLst>
                <a:ext uri="{FF2B5EF4-FFF2-40B4-BE49-F238E27FC236}">
                  <a16:creationId xmlns:a16="http://schemas.microsoft.com/office/drawing/2014/main" id="{8EA2495B-F4FC-2803-6483-BE2F2B580E59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78109"/>
              <a:ext cx="2046" cy="113118"/>
            </a:xfrm>
            <a:custGeom>
              <a:avLst/>
              <a:gdLst/>
              <a:ahLst/>
              <a:cxnLst/>
              <a:rect l="0" t="0" r="0" b="0"/>
              <a:pathLst>
                <a:path w="2046" h="113118">
                  <a:moveTo>
                    <a:pt x="2046" y="1131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27" name="Candidate_receptor__3545">
              <a:extLst>
                <a:ext uri="{FF2B5EF4-FFF2-40B4-BE49-F238E27FC236}">
                  <a16:creationId xmlns:a16="http://schemas.microsoft.com/office/drawing/2014/main" id="{E44A5A3D-E0C3-8BA3-59E0-9FFF9A7D0749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20854"/>
              <a:ext cx="27378" cy="20988"/>
            </a:xfrm>
            <a:custGeom>
              <a:avLst/>
              <a:gdLst/>
              <a:ahLst/>
              <a:cxnLst/>
              <a:rect l="0" t="0" r="0" b="0"/>
              <a:pathLst>
                <a:path w="27378" h="20988">
                  <a:moveTo>
                    <a:pt x="0" y="20988"/>
                  </a:moveTo>
                  <a:lnTo>
                    <a:pt x="27378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28" name="Candidate_receptor__3546">
              <a:extLst>
                <a:ext uri="{FF2B5EF4-FFF2-40B4-BE49-F238E27FC236}">
                  <a16:creationId xmlns:a16="http://schemas.microsoft.com/office/drawing/2014/main" id="{E7799A2B-5C3E-EED6-991D-A8C37E162A77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22704"/>
              <a:ext cx="82292" cy="45014"/>
            </a:xfrm>
            <a:custGeom>
              <a:avLst/>
              <a:gdLst/>
              <a:ahLst/>
              <a:cxnLst/>
              <a:rect l="0" t="0" r="0" b="0"/>
              <a:pathLst>
                <a:path w="82292" h="45014">
                  <a:moveTo>
                    <a:pt x="0" y="45014"/>
                  </a:moveTo>
                  <a:lnTo>
                    <a:pt x="82292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29" name="Candidate_receptor__3547">
              <a:extLst>
                <a:ext uri="{FF2B5EF4-FFF2-40B4-BE49-F238E27FC236}">
                  <a16:creationId xmlns:a16="http://schemas.microsoft.com/office/drawing/2014/main" id="{A710F917-5638-8E22-14CF-1DC339319C8F}"/>
                </a:ext>
              </a:extLst>
            </p:cNvPr>
            <p:cNvSpPr>
              <a:spLocks noGrp="1"/>
            </p:cNvSpPr>
            <p:nvPr/>
          </p:nvSpPr>
          <p:spPr>
            <a:xfrm>
              <a:off x="4111985" y="2444180"/>
              <a:ext cx="25129" cy="104977"/>
            </a:xfrm>
            <a:custGeom>
              <a:avLst/>
              <a:gdLst/>
              <a:ahLst/>
              <a:cxnLst/>
              <a:rect l="0" t="0" r="0" b="0"/>
              <a:pathLst>
                <a:path w="25129" h="104977">
                  <a:moveTo>
                    <a:pt x="0" y="0"/>
                  </a:moveTo>
                  <a:lnTo>
                    <a:pt x="25129" y="10497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30" name="Candidate_receptor__3548">
              <a:extLst>
                <a:ext uri="{FF2B5EF4-FFF2-40B4-BE49-F238E27FC236}">
                  <a16:creationId xmlns:a16="http://schemas.microsoft.com/office/drawing/2014/main" id="{2F110772-6268-1156-A7F6-8D3E9D760952}"/>
                </a:ext>
              </a:extLst>
            </p:cNvPr>
            <p:cNvSpPr>
              <a:spLocks noGrp="1"/>
            </p:cNvSpPr>
            <p:nvPr/>
          </p:nvSpPr>
          <p:spPr>
            <a:xfrm>
              <a:off x="4315298" y="2948369"/>
              <a:ext cx="69160" cy="24838"/>
            </a:xfrm>
            <a:custGeom>
              <a:avLst/>
              <a:gdLst/>
              <a:ahLst/>
              <a:cxnLst/>
              <a:rect l="0" t="0" r="0" b="0"/>
              <a:pathLst>
                <a:path w="69160" h="24838">
                  <a:moveTo>
                    <a:pt x="69160" y="24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31" name="Candidate_receptor__3549">
              <a:extLst>
                <a:ext uri="{FF2B5EF4-FFF2-40B4-BE49-F238E27FC236}">
                  <a16:creationId xmlns:a16="http://schemas.microsoft.com/office/drawing/2014/main" id="{C2BA2C8A-8888-D106-57ED-BF73CAA50DBF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502929"/>
              <a:ext cx="15165" cy="111786"/>
            </a:xfrm>
            <a:custGeom>
              <a:avLst/>
              <a:gdLst/>
              <a:ahLst/>
              <a:cxnLst/>
              <a:rect l="0" t="0" r="0" b="0"/>
              <a:pathLst>
                <a:path w="15165" h="111786">
                  <a:moveTo>
                    <a:pt x="15165" y="11178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32" name="Candidate_receptor__3550">
              <a:extLst>
                <a:ext uri="{FF2B5EF4-FFF2-40B4-BE49-F238E27FC236}">
                  <a16:creationId xmlns:a16="http://schemas.microsoft.com/office/drawing/2014/main" id="{B19502A6-CAC9-C549-456C-314E11EE90D8}"/>
                </a:ext>
              </a:extLst>
            </p:cNvPr>
            <p:cNvSpPr>
              <a:spLocks noGrp="1"/>
            </p:cNvSpPr>
            <p:nvPr/>
          </p:nvSpPr>
          <p:spPr>
            <a:xfrm>
              <a:off x="5032007" y="2958045"/>
              <a:ext cx="44101" cy="88304"/>
            </a:xfrm>
            <a:custGeom>
              <a:avLst/>
              <a:gdLst/>
              <a:ahLst/>
              <a:cxnLst/>
              <a:rect l="0" t="0" r="0" b="0"/>
              <a:pathLst>
                <a:path w="44101" h="88304">
                  <a:moveTo>
                    <a:pt x="0" y="0"/>
                  </a:moveTo>
                  <a:lnTo>
                    <a:pt x="44101" y="8830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33" name="Candidate_receptor__3551">
              <a:extLst>
                <a:ext uri="{FF2B5EF4-FFF2-40B4-BE49-F238E27FC236}">
                  <a16:creationId xmlns:a16="http://schemas.microsoft.com/office/drawing/2014/main" id="{77A53E7F-6CE0-2CDD-1BBC-808151D735AE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58045"/>
              <a:ext cx="101644" cy="20065"/>
            </a:xfrm>
            <a:custGeom>
              <a:avLst/>
              <a:gdLst/>
              <a:ahLst/>
              <a:cxnLst/>
              <a:rect l="0" t="0" r="0" b="0"/>
              <a:pathLst>
                <a:path w="101644" h="20065">
                  <a:moveTo>
                    <a:pt x="0" y="20065"/>
                  </a:moveTo>
                  <a:lnTo>
                    <a:pt x="10164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34" name="Candidate_receptor__3552">
              <a:extLst>
                <a:ext uri="{FF2B5EF4-FFF2-40B4-BE49-F238E27FC236}">
                  <a16:creationId xmlns:a16="http://schemas.microsoft.com/office/drawing/2014/main" id="{72015C97-6EEF-8D67-0F19-4FB24C17C8A4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91458" cy="5229"/>
            </a:xfrm>
            <a:custGeom>
              <a:avLst/>
              <a:gdLst/>
              <a:ahLst/>
              <a:cxnLst/>
              <a:rect l="0" t="0" r="0" b="0"/>
              <a:pathLst>
                <a:path w="91458" h="5229">
                  <a:moveTo>
                    <a:pt x="91458" y="52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35" name="Candidate_receptor__3553">
              <a:extLst>
                <a:ext uri="{FF2B5EF4-FFF2-40B4-BE49-F238E27FC236}">
                  <a16:creationId xmlns:a16="http://schemas.microsoft.com/office/drawing/2014/main" id="{00118BCB-1DA1-3509-D38E-7DC2FB2C43B5}"/>
                </a:ext>
              </a:extLst>
            </p:cNvPr>
            <p:cNvSpPr>
              <a:spLocks noGrp="1"/>
            </p:cNvSpPr>
            <p:nvPr/>
          </p:nvSpPr>
          <p:spPr>
            <a:xfrm>
              <a:off x="5335186" y="2866935"/>
              <a:ext cx="111935" cy="20497"/>
            </a:xfrm>
            <a:custGeom>
              <a:avLst/>
              <a:gdLst/>
              <a:ahLst/>
              <a:cxnLst/>
              <a:rect l="0" t="0" r="0" b="0"/>
              <a:pathLst>
                <a:path w="111935" h="20497">
                  <a:moveTo>
                    <a:pt x="111935" y="0"/>
                  </a:moveTo>
                  <a:lnTo>
                    <a:pt x="0" y="2049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36" name="Candidate_receptor__3554">
              <a:extLst>
                <a:ext uri="{FF2B5EF4-FFF2-40B4-BE49-F238E27FC236}">
                  <a16:creationId xmlns:a16="http://schemas.microsoft.com/office/drawing/2014/main" id="{A455BFBD-B2C8-C70F-C82E-CEEC4DDCEBF8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809496"/>
              <a:ext cx="31615" cy="14271"/>
            </a:xfrm>
            <a:custGeom>
              <a:avLst/>
              <a:gdLst/>
              <a:ahLst/>
              <a:cxnLst/>
              <a:rect l="0" t="0" r="0" b="0"/>
              <a:pathLst>
                <a:path w="31615" h="14271">
                  <a:moveTo>
                    <a:pt x="31615" y="0"/>
                  </a:moveTo>
                  <a:lnTo>
                    <a:pt x="0" y="1427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37" name="Candidate_receptor__3555">
              <a:extLst>
                <a:ext uri="{FF2B5EF4-FFF2-40B4-BE49-F238E27FC236}">
                  <a16:creationId xmlns:a16="http://schemas.microsoft.com/office/drawing/2014/main" id="{6221C7EF-C1E8-F3F5-68D2-C6CEF4B17A1E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43798"/>
              <a:ext cx="42965" cy="46380"/>
            </a:xfrm>
            <a:custGeom>
              <a:avLst/>
              <a:gdLst/>
              <a:ahLst/>
              <a:cxnLst/>
              <a:rect l="0" t="0" r="0" b="0"/>
              <a:pathLst>
                <a:path w="42965" h="46380">
                  <a:moveTo>
                    <a:pt x="42965" y="0"/>
                  </a:moveTo>
                  <a:lnTo>
                    <a:pt x="0" y="4638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38" name="Candidate_receptor__3556">
              <a:extLst>
                <a:ext uri="{FF2B5EF4-FFF2-40B4-BE49-F238E27FC236}">
                  <a16:creationId xmlns:a16="http://schemas.microsoft.com/office/drawing/2014/main" id="{723BB6E7-96C6-5FF8-E81E-B349FF0A9661}"/>
                </a:ext>
              </a:extLst>
            </p:cNvPr>
            <p:cNvSpPr>
              <a:spLocks noGrp="1"/>
            </p:cNvSpPr>
            <p:nvPr/>
          </p:nvSpPr>
          <p:spPr>
            <a:xfrm>
              <a:off x="3954708" y="2552808"/>
              <a:ext cx="13978" cy="95323"/>
            </a:xfrm>
            <a:custGeom>
              <a:avLst/>
              <a:gdLst/>
              <a:ahLst/>
              <a:cxnLst/>
              <a:rect l="0" t="0" r="0" b="0"/>
              <a:pathLst>
                <a:path w="13978" h="95323">
                  <a:moveTo>
                    <a:pt x="0" y="95323"/>
                  </a:moveTo>
                  <a:lnTo>
                    <a:pt x="1397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39" name="Candidate_receptor__3557">
              <a:extLst>
                <a:ext uri="{FF2B5EF4-FFF2-40B4-BE49-F238E27FC236}">
                  <a16:creationId xmlns:a16="http://schemas.microsoft.com/office/drawing/2014/main" id="{EDF6163F-8901-1A23-50DC-761EEDB2DCCE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98545"/>
              <a:ext cx="63636" cy="61280"/>
            </a:xfrm>
            <a:custGeom>
              <a:avLst/>
              <a:gdLst/>
              <a:ahLst/>
              <a:cxnLst/>
              <a:rect l="0" t="0" r="0" b="0"/>
              <a:pathLst>
                <a:path w="63636" h="61280">
                  <a:moveTo>
                    <a:pt x="63636" y="6128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40" name="Candidate_receptor__3558">
              <a:extLst>
                <a:ext uri="{FF2B5EF4-FFF2-40B4-BE49-F238E27FC236}">
                  <a16:creationId xmlns:a16="http://schemas.microsoft.com/office/drawing/2014/main" id="{617C0E49-1266-7ABC-8227-DC68A69FAD37}"/>
                </a:ext>
              </a:extLst>
            </p:cNvPr>
            <p:cNvSpPr>
              <a:spLocks noGrp="1"/>
            </p:cNvSpPr>
            <p:nvPr/>
          </p:nvSpPr>
          <p:spPr>
            <a:xfrm>
              <a:off x="5609683" y="3328588"/>
              <a:ext cx="85855" cy="35755"/>
            </a:xfrm>
            <a:custGeom>
              <a:avLst/>
              <a:gdLst/>
              <a:ahLst/>
              <a:cxnLst/>
              <a:rect l="0" t="0" r="0" b="0"/>
              <a:pathLst>
                <a:path w="85855" h="35755">
                  <a:moveTo>
                    <a:pt x="85855" y="35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41" name="Candidate_receptor__3559">
              <a:extLst>
                <a:ext uri="{FF2B5EF4-FFF2-40B4-BE49-F238E27FC236}">
                  <a16:creationId xmlns:a16="http://schemas.microsoft.com/office/drawing/2014/main" id="{54370374-36FF-BA4F-81C7-E40119A9968B}"/>
                </a:ext>
              </a:extLst>
            </p:cNvPr>
            <p:cNvSpPr>
              <a:spLocks noGrp="1"/>
            </p:cNvSpPr>
            <p:nvPr/>
          </p:nvSpPr>
          <p:spPr>
            <a:xfrm>
              <a:off x="3968687" y="2456713"/>
              <a:ext cx="30420" cy="96095"/>
            </a:xfrm>
            <a:custGeom>
              <a:avLst/>
              <a:gdLst/>
              <a:ahLst/>
              <a:cxnLst/>
              <a:rect l="0" t="0" r="0" b="0"/>
              <a:pathLst>
                <a:path w="30420" h="96095">
                  <a:moveTo>
                    <a:pt x="0" y="96095"/>
                  </a:moveTo>
                  <a:lnTo>
                    <a:pt x="3042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42" name="Candidate_receptor__3560">
              <a:extLst>
                <a:ext uri="{FF2B5EF4-FFF2-40B4-BE49-F238E27FC236}">
                  <a16:creationId xmlns:a16="http://schemas.microsoft.com/office/drawing/2014/main" id="{A4E06DEC-5BE0-2E1B-1A0B-6CEC5B31638D}"/>
                </a:ext>
              </a:extLst>
            </p:cNvPr>
            <p:cNvSpPr>
              <a:spLocks noGrp="1"/>
            </p:cNvSpPr>
            <p:nvPr/>
          </p:nvSpPr>
          <p:spPr>
            <a:xfrm>
              <a:off x="4722450" y="3372221"/>
              <a:ext cx="13002" cy="45691"/>
            </a:xfrm>
            <a:custGeom>
              <a:avLst/>
              <a:gdLst/>
              <a:ahLst/>
              <a:cxnLst/>
              <a:rect l="0" t="0" r="0" b="0"/>
              <a:pathLst>
                <a:path w="13002" h="45691">
                  <a:moveTo>
                    <a:pt x="13002" y="456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43" name="Candidate_receptor__3561">
              <a:extLst>
                <a:ext uri="{FF2B5EF4-FFF2-40B4-BE49-F238E27FC236}">
                  <a16:creationId xmlns:a16="http://schemas.microsoft.com/office/drawing/2014/main" id="{39D96308-A7E2-0BB0-FACB-8AE05C403FFA}"/>
                </a:ext>
              </a:extLst>
            </p:cNvPr>
            <p:cNvSpPr>
              <a:spLocks noGrp="1"/>
            </p:cNvSpPr>
            <p:nvPr/>
          </p:nvSpPr>
          <p:spPr>
            <a:xfrm>
              <a:off x="3695597" y="2902112"/>
              <a:ext cx="59400" cy="98319"/>
            </a:xfrm>
            <a:custGeom>
              <a:avLst/>
              <a:gdLst/>
              <a:ahLst/>
              <a:cxnLst/>
              <a:rect l="0" t="0" r="0" b="0"/>
              <a:pathLst>
                <a:path w="59400" h="98319">
                  <a:moveTo>
                    <a:pt x="0" y="98319"/>
                  </a:moveTo>
                  <a:lnTo>
                    <a:pt x="5940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44" name="Candidate_receptor__3562">
              <a:extLst>
                <a:ext uri="{FF2B5EF4-FFF2-40B4-BE49-F238E27FC236}">
                  <a16:creationId xmlns:a16="http://schemas.microsoft.com/office/drawing/2014/main" id="{9945049F-BB70-8763-F8FE-87825F844887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59369"/>
              <a:ext cx="113902" cy="19324"/>
            </a:xfrm>
            <a:custGeom>
              <a:avLst/>
              <a:gdLst/>
              <a:ahLst/>
              <a:cxnLst/>
              <a:rect l="0" t="0" r="0" b="0"/>
              <a:pathLst>
                <a:path w="113902" h="19324">
                  <a:moveTo>
                    <a:pt x="0" y="19324"/>
                  </a:moveTo>
                  <a:lnTo>
                    <a:pt x="113902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45" name="Candidate_receptor__3563">
              <a:extLst>
                <a:ext uri="{FF2B5EF4-FFF2-40B4-BE49-F238E27FC236}">
                  <a16:creationId xmlns:a16="http://schemas.microsoft.com/office/drawing/2014/main" id="{458BE859-4574-787B-A9F4-AC93C26A0FE6}"/>
                </a:ext>
              </a:extLst>
            </p:cNvPr>
            <p:cNvSpPr>
              <a:spLocks noGrp="1"/>
            </p:cNvSpPr>
            <p:nvPr/>
          </p:nvSpPr>
          <p:spPr>
            <a:xfrm>
              <a:off x="5469883" y="2422704"/>
              <a:ext cx="65845" cy="93486"/>
            </a:xfrm>
            <a:custGeom>
              <a:avLst/>
              <a:gdLst/>
              <a:ahLst/>
              <a:cxnLst/>
              <a:rect l="0" t="0" r="0" b="0"/>
              <a:pathLst>
                <a:path w="65845" h="93486">
                  <a:moveTo>
                    <a:pt x="0" y="0"/>
                  </a:moveTo>
                  <a:lnTo>
                    <a:pt x="65845" y="93486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46" name="Candidate_receptor__3564">
              <a:extLst>
                <a:ext uri="{FF2B5EF4-FFF2-40B4-BE49-F238E27FC236}">
                  <a16:creationId xmlns:a16="http://schemas.microsoft.com/office/drawing/2014/main" id="{DFC99FEB-00A0-47A7-1461-61067ACD9D8D}"/>
                </a:ext>
              </a:extLst>
            </p:cNvPr>
            <p:cNvSpPr>
              <a:spLocks noGrp="1"/>
            </p:cNvSpPr>
            <p:nvPr/>
          </p:nvSpPr>
          <p:spPr>
            <a:xfrm>
              <a:off x="5695537" y="3364343"/>
              <a:ext cx="6337" cy="102261"/>
            </a:xfrm>
            <a:custGeom>
              <a:avLst/>
              <a:gdLst/>
              <a:ahLst/>
              <a:cxnLst/>
              <a:rect l="0" t="0" r="0" b="0"/>
              <a:pathLst>
                <a:path w="6337" h="102261">
                  <a:moveTo>
                    <a:pt x="6337" y="102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47" name="Candidate_receptor__3565">
              <a:extLst>
                <a:ext uri="{FF2B5EF4-FFF2-40B4-BE49-F238E27FC236}">
                  <a16:creationId xmlns:a16="http://schemas.microsoft.com/office/drawing/2014/main" id="{DEE088F7-DB84-223F-2A4F-97058B9F179C}"/>
                </a:ext>
              </a:extLst>
            </p:cNvPr>
            <p:cNvSpPr>
              <a:spLocks noGrp="1"/>
            </p:cNvSpPr>
            <p:nvPr/>
          </p:nvSpPr>
          <p:spPr>
            <a:xfrm>
              <a:off x="4260717" y="3614715"/>
              <a:ext cx="105705" cy="33649"/>
            </a:xfrm>
            <a:custGeom>
              <a:avLst/>
              <a:gdLst/>
              <a:ahLst/>
              <a:cxnLst/>
              <a:rect l="0" t="0" r="0" b="0"/>
              <a:pathLst>
                <a:path w="105705" h="33649">
                  <a:moveTo>
                    <a:pt x="105705" y="336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48" name="Candidate_receptor__3566">
              <a:extLst>
                <a:ext uri="{FF2B5EF4-FFF2-40B4-BE49-F238E27FC236}">
                  <a16:creationId xmlns:a16="http://schemas.microsoft.com/office/drawing/2014/main" id="{40F1773F-4BBD-4E40-FEB5-09844DB2572B}"/>
                </a:ext>
              </a:extLst>
            </p:cNvPr>
            <p:cNvSpPr>
              <a:spLocks noGrp="1"/>
            </p:cNvSpPr>
            <p:nvPr/>
          </p:nvSpPr>
          <p:spPr>
            <a:xfrm>
              <a:off x="4007357" y="3147994"/>
              <a:ext cx="3964" cy="98683"/>
            </a:xfrm>
            <a:custGeom>
              <a:avLst/>
              <a:gdLst/>
              <a:ahLst/>
              <a:cxnLst/>
              <a:rect l="0" t="0" r="0" b="0"/>
              <a:pathLst>
                <a:path w="3964" h="98683">
                  <a:moveTo>
                    <a:pt x="3964" y="0"/>
                  </a:moveTo>
                  <a:lnTo>
                    <a:pt x="0" y="9868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49" name="Candidate_receptor__3567">
              <a:extLst>
                <a:ext uri="{FF2B5EF4-FFF2-40B4-BE49-F238E27FC236}">
                  <a16:creationId xmlns:a16="http://schemas.microsoft.com/office/drawing/2014/main" id="{4CA2D851-5840-6101-309B-A93916285FE0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78693"/>
              <a:ext cx="13375" cy="112725"/>
            </a:xfrm>
            <a:custGeom>
              <a:avLst/>
              <a:gdLst/>
              <a:ahLst/>
              <a:cxnLst/>
              <a:rect l="0" t="0" r="0" b="0"/>
              <a:pathLst>
                <a:path w="13375" h="112725">
                  <a:moveTo>
                    <a:pt x="13375" y="1127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50" name="Candidate_receptor__3568">
              <a:extLst>
                <a:ext uri="{FF2B5EF4-FFF2-40B4-BE49-F238E27FC236}">
                  <a16:creationId xmlns:a16="http://schemas.microsoft.com/office/drawing/2014/main" id="{2044C055-8B07-36E3-05EC-713BA915601C}"/>
                </a:ext>
              </a:extLst>
            </p:cNvPr>
            <p:cNvSpPr>
              <a:spLocks noGrp="1"/>
            </p:cNvSpPr>
            <p:nvPr/>
          </p:nvSpPr>
          <p:spPr>
            <a:xfrm>
              <a:off x="4569452" y="2628713"/>
              <a:ext cx="19148" cy="77897"/>
            </a:xfrm>
            <a:custGeom>
              <a:avLst/>
              <a:gdLst/>
              <a:ahLst/>
              <a:cxnLst/>
              <a:rect l="0" t="0" r="0" b="0"/>
              <a:pathLst>
                <a:path w="19148" h="77897">
                  <a:moveTo>
                    <a:pt x="19148" y="0"/>
                  </a:moveTo>
                  <a:lnTo>
                    <a:pt x="0" y="7789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51" name="Candidate_receptor__3569">
              <a:extLst>
                <a:ext uri="{FF2B5EF4-FFF2-40B4-BE49-F238E27FC236}">
                  <a16:creationId xmlns:a16="http://schemas.microsoft.com/office/drawing/2014/main" id="{FE5DA2F4-D8AA-14D2-8046-AC137B71A414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439125"/>
              <a:ext cx="24538" cy="66364"/>
            </a:xfrm>
            <a:custGeom>
              <a:avLst/>
              <a:gdLst/>
              <a:ahLst/>
              <a:cxnLst/>
              <a:rect l="0" t="0" r="0" b="0"/>
              <a:pathLst>
                <a:path w="24538" h="66364">
                  <a:moveTo>
                    <a:pt x="0" y="66364"/>
                  </a:moveTo>
                  <a:lnTo>
                    <a:pt x="24538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52" name="Candidate_receptor__3570">
              <a:extLst>
                <a:ext uri="{FF2B5EF4-FFF2-40B4-BE49-F238E27FC236}">
                  <a16:creationId xmlns:a16="http://schemas.microsoft.com/office/drawing/2014/main" id="{8C19525E-AF27-3E96-461F-94BF39356D24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825882"/>
              <a:ext cx="51157" cy="89001"/>
            </a:xfrm>
            <a:custGeom>
              <a:avLst/>
              <a:gdLst/>
              <a:ahLst/>
              <a:cxnLst/>
              <a:rect l="0" t="0" r="0" b="0"/>
              <a:pathLst>
                <a:path w="51157" h="89001">
                  <a:moveTo>
                    <a:pt x="51157" y="890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53" name="Candidate_receptor__3571">
              <a:extLst>
                <a:ext uri="{FF2B5EF4-FFF2-40B4-BE49-F238E27FC236}">
                  <a16:creationId xmlns:a16="http://schemas.microsoft.com/office/drawing/2014/main" id="{6A5C4695-6564-9276-E76C-482D39ED775F}"/>
                </a:ext>
              </a:extLst>
            </p:cNvPr>
            <p:cNvSpPr>
              <a:spLocks noGrp="1"/>
            </p:cNvSpPr>
            <p:nvPr/>
          </p:nvSpPr>
          <p:spPr>
            <a:xfrm>
              <a:off x="3754998" y="2878322"/>
              <a:ext cx="109579" cy="23791"/>
            </a:xfrm>
            <a:custGeom>
              <a:avLst/>
              <a:gdLst/>
              <a:ahLst/>
              <a:cxnLst/>
              <a:rect l="0" t="0" r="0" b="0"/>
              <a:pathLst>
                <a:path w="109579" h="23791">
                  <a:moveTo>
                    <a:pt x="0" y="23791"/>
                  </a:moveTo>
                  <a:lnTo>
                    <a:pt x="109579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54" name="Candidate_receptor__3572">
              <a:extLst>
                <a:ext uri="{FF2B5EF4-FFF2-40B4-BE49-F238E27FC236}">
                  <a16:creationId xmlns:a16="http://schemas.microsoft.com/office/drawing/2014/main" id="{463D6B68-D168-51BA-E25F-E1C8BB246E8F}"/>
                </a:ext>
              </a:extLst>
            </p:cNvPr>
            <p:cNvSpPr>
              <a:spLocks noGrp="1"/>
            </p:cNvSpPr>
            <p:nvPr/>
          </p:nvSpPr>
          <p:spPr>
            <a:xfrm>
              <a:off x="5254781" y="2653858"/>
              <a:ext cx="15251" cy="54772"/>
            </a:xfrm>
            <a:custGeom>
              <a:avLst/>
              <a:gdLst/>
              <a:ahLst/>
              <a:cxnLst/>
              <a:rect l="0" t="0" r="0" b="0"/>
              <a:pathLst>
                <a:path w="15251" h="54772">
                  <a:moveTo>
                    <a:pt x="15251" y="0"/>
                  </a:moveTo>
                  <a:lnTo>
                    <a:pt x="0" y="5477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55" name="Candidate_receptor__3573">
              <a:extLst>
                <a:ext uri="{FF2B5EF4-FFF2-40B4-BE49-F238E27FC236}">
                  <a16:creationId xmlns:a16="http://schemas.microsoft.com/office/drawing/2014/main" id="{2C2AF852-FB14-5D9D-132E-D169B24965EC}"/>
                </a:ext>
              </a:extLst>
            </p:cNvPr>
            <p:cNvSpPr>
              <a:spLocks noGrp="1"/>
            </p:cNvSpPr>
            <p:nvPr/>
          </p:nvSpPr>
          <p:spPr>
            <a:xfrm>
              <a:off x="4821748" y="3878785"/>
              <a:ext cx="7916" cy="90798"/>
            </a:xfrm>
            <a:custGeom>
              <a:avLst/>
              <a:gdLst/>
              <a:ahLst/>
              <a:cxnLst/>
              <a:rect l="0" t="0" r="0" b="0"/>
              <a:pathLst>
                <a:path w="7916" h="90798">
                  <a:moveTo>
                    <a:pt x="7916" y="9079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56" name="Candidate_receptor__3574">
              <a:extLst>
                <a:ext uri="{FF2B5EF4-FFF2-40B4-BE49-F238E27FC236}">
                  <a16:creationId xmlns:a16="http://schemas.microsoft.com/office/drawing/2014/main" id="{4B010A4C-97CE-694D-755B-1372ED490B31}"/>
                </a:ext>
              </a:extLst>
            </p:cNvPr>
            <p:cNvSpPr>
              <a:spLocks noGrp="1"/>
            </p:cNvSpPr>
            <p:nvPr/>
          </p:nvSpPr>
          <p:spPr>
            <a:xfrm>
              <a:off x="5806487" y="1791144"/>
              <a:ext cx="112429" cy="6015"/>
            </a:xfrm>
            <a:custGeom>
              <a:avLst/>
              <a:gdLst/>
              <a:ahLst/>
              <a:cxnLst/>
              <a:rect l="0" t="0" r="0" b="0"/>
              <a:pathLst>
                <a:path w="112429" h="6015">
                  <a:moveTo>
                    <a:pt x="0" y="6015"/>
                  </a:moveTo>
                  <a:lnTo>
                    <a:pt x="11242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57" name="Candidate_receptor__3575">
              <a:extLst>
                <a:ext uri="{FF2B5EF4-FFF2-40B4-BE49-F238E27FC236}">
                  <a16:creationId xmlns:a16="http://schemas.microsoft.com/office/drawing/2014/main" id="{AC905E53-EB3A-F05E-CEB0-D6F0C0B6BE54}"/>
                </a:ext>
              </a:extLst>
            </p:cNvPr>
            <p:cNvSpPr>
              <a:spLocks noGrp="1"/>
            </p:cNvSpPr>
            <p:nvPr/>
          </p:nvSpPr>
          <p:spPr>
            <a:xfrm>
              <a:off x="4114049" y="3182833"/>
              <a:ext cx="40678" cy="11716"/>
            </a:xfrm>
            <a:custGeom>
              <a:avLst/>
              <a:gdLst/>
              <a:ahLst/>
              <a:cxnLst/>
              <a:rect l="0" t="0" r="0" b="0"/>
              <a:pathLst>
                <a:path w="40678" h="11716">
                  <a:moveTo>
                    <a:pt x="40678" y="117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58" name="Candidate_receptor__3576">
              <a:extLst>
                <a:ext uri="{FF2B5EF4-FFF2-40B4-BE49-F238E27FC236}">
                  <a16:creationId xmlns:a16="http://schemas.microsoft.com/office/drawing/2014/main" id="{C57E366A-0E92-B636-1DA4-ABC581ABCC51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21767"/>
              <a:ext cx="81114" cy="75640"/>
            </a:xfrm>
            <a:custGeom>
              <a:avLst/>
              <a:gdLst/>
              <a:ahLst/>
              <a:cxnLst/>
              <a:rect l="0" t="0" r="0" b="0"/>
              <a:pathLst>
                <a:path w="81114" h="75640">
                  <a:moveTo>
                    <a:pt x="81114" y="0"/>
                  </a:moveTo>
                  <a:lnTo>
                    <a:pt x="0" y="7564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59" name="Candidate_receptor__3577">
              <a:extLst>
                <a:ext uri="{FF2B5EF4-FFF2-40B4-BE49-F238E27FC236}">
                  <a16:creationId xmlns:a16="http://schemas.microsoft.com/office/drawing/2014/main" id="{AEC48C03-C559-F8E5-9185-C1D4EC794A79}"/>
                </a:ext>
              </a:extLst>
            </p:cNvPr>
            <p:cNvSpPr>
              <a:spLocks noGrp="1"/>
            </p:cNvSpPr>
            <p:nvPr/>
          </p:nvSpPr>
          <p:spPr>
            <a:xfrm>
              <a:off x="4156360" y="3043798"/>
              <a:ext cx="103903" cy="42405"/>
            </a:xfrm>
            <a:custGeom>
              <a:avLst/>
              <a:gdLst/>
              <a:ahLst/>
              <a:cxnLst/>
              <a:rect l="0" t="0" r="0" b="0"/>
              <a:pathLst>
                <a:path w="103903" h="42405">
                  <a:moveTo>
                    <a:pt x="103903" y="424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60" name="Candidate_receptor__3578">
              <a:extLst>
                <a:ext uri="{FF2B5EF4-FFF2-40B4-BE49-F238E27FC236}">
                  <a16:creationId xmlns:a16="http://schemas.microsoft.com/office/drawing/2014/main" id="{C3DE49F8-A519-956B-A6E5-3A66570507F1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45575"/>
              <a:ext cx="28540" cy="13338"/>
            </a:xfrm>
            <a:custGeom>
              <a:avLst/>
              <a:gdLst/>
              <a:ahLst/>
              <a:cxnLst/>
              <a:rect l="0" t="0" r="0" b="0"/>
              <a:pathLst>
                <a:path w="28540" h="13338">
                  <a:moveTo>
                    <a:pt x="0" y="13338"/>
                  </a:moveTo>
                  <a:lnTo>
                    <a:pt x="2854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61" name="Candidate_receptor__3579">
              <a:extLst>
                <a:ext uri="{FF2B5EF4-FFF2-40B4-BE49-F238E27FC236}">
                  <a16:creationId xmlns:a16="http://schemas.microsoft.com/office/drawing/2014/main" id="{8F44E483-FBB6-5CE3-518A-02993FD04582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33040" cy="74549"/>
            </a:xfrm>
            <a:custGeom>
              <a:avLst/>
              <a:gdLst/>
              <a:ahLst/>
              <a:cxnLst/>
              <a:rect l="0" t="0" r="0" b="0"/>
              <a:pathLst>
                <a:path w="33040" h="74549">
                  <a:moveTo>
                    <a:pt x="0" y="0"/>
                  </a:moveTo>
                  <a:lnTo>
                    <a:pt x="33040" y="74549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62" name="Candidate_receptor__3580">
              <a:extLst>
                <a:ext uri="{FF2B5EF4-FFF2-40B4-BE49-F238E27FC236}">
                  <a16:creationId xmlns:a16="http://schemas.microsoft.com/office/drawing/2014/main" id="{DB869EDC-0E36-6190-5E13-0971D6010BB8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97407"/>
              <a:ext cx="69914" cy="89384"/>
            </a:xfrm>
            <a:custGeom>
              <a:avLst/>
              <a:gdLst/>
              <a:ahLst/>
              <a:cxnLst/>
              <a:rect l="0" t="0" r="0" b="0"/>
              <a:pathLst>
                <a:path w="69914" h="89384">
                  <a:moveTo>
                    <a:pt x="0" y="0"/>
                  </a:moveTo>
                  <a:lnTo>
                    <a:pt x="69914" y="8938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63" name="Candidate_receptor__3581">
              <a:extLst>
                <a:ext uri="{FF2B5EF4-FFF2-40B4-BE49-F238E27FC236}">
                  <a16:creationId xmlns:a16="http://schemas.microsoft.com/office/drawing/2014/main" id="{9DA0358B-A763-27EE-A993-A064C1452155}"/>
                </a:ext>
              </a:extLst>
            </p:cNvPr>
            <p:cNvSpPr>
              <a:spLocks noGrp="1"/>
            </p:cNvSpPr>
            <p:nvPr/>
          </p:nvSpPr>
          <p:spPr>
            <a:xfrm>
              <a:off x="3983707" y="3246677"/>
              <a:ext cx="23649" cy="42561"/>
            </a:xfrm>
            <a:custGeom>
              <a:avLst/>
              <a:gdLst/>
              <a:ahLst/>
              <a:cxnLst/>
              <a:rect l="0" t="0" r="0" b="0"/>
              <a:pathLst>
                <a:path w="23649" h="42561">
                  <a:moveTo>
                    <a:pt x="23649" y="0"/>
                  </a:moveTo>
                  <a:lnTo>
                    <a:pt x="0" y="4256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64" name="Candidate_receptor__3582">
              <a:extLst>
                <a:ext uri="{FF2B5EF4-FFF2-40B4-BE49-F238E27FC236}">
                  <a16:creationId xmlns:a16="http://schemas.microsoft.com/office/drawing/2014/main" id="{2BFF02DE-DE70-66AC-722A-7391E9D8E83C}"/>
                </a:ext>
              </a:extLst>
            </p:cNvPr>
            <p:cNvSpPr>
              <a:spLocks noGrp="1"/>
            </p:cNvSpPr>
            <p:nvPr/>
          </p:nvSpPr>
          <p:spPr>
            <a:xfrm>
              <a:off x="5198421" y="2955963"/>
              <a:ext cx="49085" cy="85281"/>
            </a:xfrm>
            <a:custGeom>
              <a:avLst/>
              <a:gdLst/>
              <a:ahLst/>
              <a:cxnLst/>
              <a:rect l="0" t="0" r="0" b="0"/>
              <a:pathLst>
                <a:path w="49085" h="85281">
                  <a:moveTo>
                    <a:pt x="0" y="0"/>
                  </a:moveTo>
                  <a:lnTo>
                    <a:pt x="49085" y="85281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65" name="Candidate_receptor__3583">
              <a:extLst>
                <a:ext uri="{FF2B5EF4-FFF2-40B4-BE49-F238E27FC236}">
                  <a16:creationId xmlns:a16="http://schemas.microsoft.com/office/drawing/2014/main" id="{B1324BF5-C515-6FFD-5479-42C8846603EB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857633"/>
              <a:ext cx="15935" cy="73110"/>
            </a:xfrm>
            <a:custGeom>
              <a:avLst/>
              <a:gdLst/>
              <a:ahLst/>
              <a:cxnLst/>
              <a:rect l="0" t="0" r="0" b="0"/>
              <a:pathLst>
                <a:path w="15935" h="73110">
                  <a:moveTo>
                    <a:pt x="0" y="0"/>
                  </a:moveTo>
                  <a:lnTo>
                    <a:pt x="15935" y="7311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66" name="Candidate_receptor__3584">
              <a:extLst>
                <a:ext uri="{FF2B5EF4-FFF2-40B4-BE49-F238E27FC236}">
                  <a16:creationId xmlns:a16="http://schemas.microsoft.com/office/drawing/2014/main" id="{C6BE54C7-CF69-9106-ADE1-AEB74F00C808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97552"/>
              <a:ext cx="13472" cy="10413"/>
            </a:xfrm>
            <a:custGeom>
              <a:avLst/>
              <a:gdLst/>
              <a:ahLst/>
              <a:cxnLst/>
              <a:rect l="0" t="0" r="0" b="0"/>
              <a:pathLst>
                <a:path w="13472" h="10413">
                  <a:moveTo>
                    <a:pt x="0" y="0"/>
                  </a:moveTo>
                  <a:lnTo>
                    <a:pt x="13472" y="10413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67" name="Candidate_receptor__3585">
              <a:extLst>
                <a:ext uri="{FF2B5EF4-FFF2-40B4-BE49-F238E27FC236}">
                  <a16:creationId xmlns:a16="http://schemas.microsoft.com/office/drawing/2014/main" id="{63B836B1-0799-AC4A-34C1-0C3532170ABE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414309"/>
              <a:ext cx="13975" cy="13094"/>
            </a:xfrm>
            <a:custGeom>
              <a:avLst/>
              <a:gdLst/>
              <a:ahLst/>
              <a:cxnLst/>
              <a:rect l="0" t="0" r="0" b="0"/>
              <a:pathLst>
                <a:path w="13975" h="13094">
                  <a:moveTo>
                    <a:pt x="0" y="13094"/>
                  </a:moveTo>
                  <a:lnTo>
                    <a:pt x="139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68" name="Candidate_receptor__3586">
              <a:extLst>
                <a:ext uri="{FF2B5EF4-FFF2-40B4-BE49-F238E27FC236}">
                  <a16:creationId xmlns:a16="http://schemas.microsoft.com/office/drawing/2014/main" id="{891CDA61-1010-54C0-9AA2-867D92E307BA}"/>
                </a:ext>
              </a:extLst>
            </p:cNvPr>
            <p:cNvSpPr>
              <a:spLocks noGrp="1"/>
            </p:cNvSpPr>
            <p:nvPr/>
          </p:nvSpPr>
          <p:spPr>
            <a:xfrm>
              <a:off x="5874749" y="3123909"/>
              <a:ext cx="45075" cy="73234"/>
            </a:xfrm>
            <a:custGeom>
              <a:avLst/>
              <a:gdLst/>
              <a:ahLst/>
              <a:cxnLst/>
              <a:rect l="0" t="0" r="0" b="0"/>
              <a:pathLst>
                <a:path w="45075" h="73234">
                  <a:moveTo>
                    <a:pt x="0" y="73234"/>
                  </a:moveTo>
                  <a:lnTo>
                    <a:pt x="450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69" name="Candidate_receptor__3587">
              <a:extLst>
                <a:ext uri="{FF2B5EF4-FFF2-40B4-BE49-F238E27FC236}">
                  <a16:creationId xmlns:a16="http://schemas.microsoft.com/office/drawing/2014/main" id="{E6F3BDFF-472C-EDB8-1F8E-FF727AE8E768}"/>
                </a:ext>
              </a:extLst>
            </p:cNvPr>
            <p:cNvSpPr>
              <a:spLocks noGrp="1"/>
            </p:cNvSpPr>
            <p:nvPr/>
          </p:nvSpPr>
          <p:spPr>
            <a:xfrm>
              <a:off x="4179167" y="2710329"/>
              <a:ext cx="55399" cy="99167"/>
            </a:xfrm>
            <a:custGeom>
              <a:avLst/>
              <a:gdLst/>
              <a:ahLst/>
              <a:cxnLst/>
              <a:rect l="0" t="0" r="0" b="0"/>
              <a:pathLst>
                <a:path w="55399" h="99167">
                  <a:moveTo>
                    <a:pt x="55399" y="0"/>
                  </a:moveTo>
                  <a:lnTo>
                    <a:pt x="0" y="9916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70" name="Candidate_receptor__3588">
              <a:extLst>
                <a:ext uri="{FF2B5EF4-FFF2-40B4-BE49-F238E27FC236}">
                  <a16:creationId xmlns:a16="http://schemas.microsoft.com/office/drawing/2014/main" id="{93E22C76-99E4-B849-1268-1CE50F4D819B}"/>
                </a:ext>
              </a:extLst>
            </p:cNvPr>
            <p:cNvSpPr>
              <a:spLocks noGrp="1"/>
            </p:cNvSpPr>
            <p:nvPr/>
          </p:nvSpPr>
          <p:spPr>
            <a:xfrm>
              <a:off x="4343735" y="3261517"/>
              <a:ext cx="40229" cy="75624"/>
            </a:xfrm>
            <a:custGeom>
              <a:avLst/>
              <a:gdLst/>
              <a:ahLst/>
              <a:cxnLst/>
              <a:rect l="0" t="0" r="0" b="0"/>
              <a:pathLst>
                <a:path w="40229" h="75624">
                  <a:moveTo>
                    <a:pt x="40229" y="75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71" name="Candidate_receptor__3589">
              <a:extLst>
                <a:ext uri="{FF2B5EF4-FFF2-40B4-BE49-F238E27FC236}">
                  <a16:creationId xmlns:a16="http://schemas.microsoft.com/office/drawing/2014/main" id="{D22FCE8D-4D5E-7DA9-6FF9-CB4934B97E1E}"/>
                </a:ext>
              </a:extLst>
            </p:cNvPr>
            <p:cNvSpPr>
              <a:spLocks noGrp="1"/>
            </p:cNvSpPr>
            <p:nvPr/>
          </p:nvSpPr>
          <p:spPr>
            <a:xfrm>
              <a:off x="5658648" y="1679951"/>
              <a:ext cx="35514" cy="86548"/>
            </a:xfrm>
            <a:custGeom>
              <a:avLst/>
              <a:gdLst/>
              <a:ahLst/>
              <a:cxnLst/>
              <a:rect l="0" t="0" r="0" b="0"/>
              <a:pathLst>
                <a:path w="35514" h="86548">
                  <a:moveTo>
                    <a:pt x="0" y="86548"/>
                  </a:moveTo>
                  <a:lnTo>
                    <a:pt x="3551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72" name="Candidate_receptor__3590">
              <a:extLst>
                <a:ext uri="{FF2B5EF4-FFF2-40B4-BE49-F238E27FC236}">
                  <a16:creationId xmlns:a16="http://schemas.microsoft.com/office/drawing/2014/main" id="{20DBF49E-DB1C-DA2D-73F3-8248633F389F}"/>
                </a:ext>
              </a:extLst>
            </p:cNvPr>
            <p:cNvSpPr>
              <a:spLocks noGrp="1"/>
            </p:cNvSpPr>
            <p:nvPr/>
          </p:nvSpPr>
          <p:spPr>
            <a:xfrm>
              <a:off x="4932409" y="3078935"/>
              <a:ext cx="34909" cy="12293"/>
            </a:xfrm>
            <a:custGeom>
              <a:avLst/>
              <a:gdLst/>
              <a:ahLst/>
              <a:cxnLst/>
              <a:rect l="0" t="0" r="0" b="0"/>
              <a:pathLst>
                <a:path w="34909" h="12293">
                  <a:moveTo>
                    <a:pt x="34909" y="0"/>
                  </a:moveTo>
                  <a:lnTo>
                    <a:pt x="0" y="1229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73" name="Candidate_receptor__3591">
              <a:extLst>
                <a:ext uri="{FF2B5EF4-FFF2-40B4-BE49-F238E27FC236}">
                  <a16:creationId xmlns:a16="http://schemas.microsoft.com/office/drawing/2014/main" id="{7EDACAFC-9144-68BB-A2DD-EE33D0589999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210107"/>
              <a:ext cx="65880" cy="51409"/>
            </a:xfrm>
            <a:custGeom>
              <a:avLst/>
              <a:gdLst/>
              <a:ahLst/>
              <a:cxnLst/>
              <a:rect l="0" t="0" r="0" b="0"/>
              <a:pathLst>
                <a:path w="65880" h="51409">
                  <a:moveTo>
                    <a:pt x="65880" y="5140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74" name="Candidate_receptor__3592">
              <a:extLst>
                <a:ext uri="{FF2B5EF4-FFF2-40B4-BE49-F238E27FC236}">
                  <a16:creationId xmlns:a16="http://schemas.microsoft.com/office/drawing/2014/main" id="{C47AF038-7F88-DA30-1CC2-BCCAD8EC6C0D}"/>
                </a:ext>
              </a:extLst>
            </p:cNvPr>
            <p:cNvSpPr>
              <a:spLocks noGrp="1"/>
            </p:cNvSpPr>
            <p:nvPr/>
          </p:nvSpPr>
          <p:spPr>
            <a:xfrm>
              <a:off x="6090531" y="2159746"/>
              <a:ext cx="110940" cy="20285"/>
            </a:xfrm>
            <a:custGeom>
              <a:avLst/>
              <a:gdLst/>
              <a:ahLst/>
              <a:cxnLst/>
              <a:rect l="0" t="0" r="0" b="0"/>
              <a:pathLst>
                <a:path w="110940" h="20285">
                  <a:moveTo>
                    <a:pt x="110940" y="202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75" name="Candidate_receptor__3593">
              <a:extLst>
                <a:ext uri="{FF2B5EF4-FFF2-40B4-BE49-F238E27FC236}">
                  <a16:creationId xmlns:a16="http://schemas.microsoft.com/office/drawing/2014/main" id="{6C54579D-55CF-87FE-B6FB-E455CB0B9F89}"/>
                </a:ext>
              </a:extLst>
            </p:cNvPr>
            <p:cNvSpPr>
              <a:spLocks noGrp="1"/>
            </p:cNvSpPr>
            <p:nvPr/>
          </p:nvSpPr>
          <p:spPr>
            <a:xfrm>
              <a:off x="4705008" y="3259825"/>
              <a:ext cx="17442" cy="112397"/>
            </a:xfrm>
            <a:custGeom>
              <a:avLst/>
              <a:gdLst/>
              <a:ahLst/>
              <a:cxnLst/>
              <a:rect l="0" t="0" r="0" b="0"/>
              <a:pathLst>
                <a:path w="17442" h="112397">
                  <a:moveTo>
                    <a:pt x="17442" y="1123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76" name="Candidate_receptor__3594">
              <a:extLst>
                <a:ext uri="{FF2B5EF4-FFF2-40B4-BE49-F238E27FC236}">
                  <a16:creationId xmlns:a16="http://schemas.microsoft.com/office/drawing/2014/main" id="{0175B65A-C6FD-E362-5EC6-5B42CFC55D6F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720477"/>
              <a:ext cx="44033" cy="105405"/>
            </a:xfrm>
            <a:custGeom>
              <a:avLst/>
              <a:gdLst/>
              <a:ahLst/>
              <a:cxnLst/>
              <a:rect l="0" t="0" r="0" b="0"/>
              <a:pathLst>
                <a:path w="44033" h="105405">
                  <a:moveTo>
                    <a:pt x="0" y="105405"/>
                  </a:moveTo>
                  <a:lnTo>
                    <a:pt x="4403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77" name="Candidate_receptor__3595">
              <a:extLst>
                <a:ext uri="{FF2B5EF4-FFF2-40B4-BE49-F238E27FC236}">
                  <a16:creationId xmlns:a16="http://schemas.microsoft.com/office/drawing/2014/main" id="{33E6B3BD-E04D-AB43-A9E2-630742859DAC}"/>
                </a:ext>
              </a:extLst>
            </p:cNvPr>
            <p:cNvSpPr>
              <a:spLocks noGrp="1"/>
            </p:cNvSpPr>
            <p:nvPr/>
          </p:nvSpPr>
          <p:spPr>
            <a:xfrm>
              <a:off x="5581589" y="2278494"/>
              <a:ext cx="70901" cy="78875"/>
            </a:xfrm>
            <a:custGeom>
              <a:avLst/>
              <a:gdLst/>
              <a:ahLst/>
              <a:cxnLst/>
              <a:rect l="0" t="0" r="0" b="0"/>
              <a:pathLst>
                <a:path w="70901" h="78875">
                  <a:moveTo>
                    <a:pt x="0" y="0"/>
                  </a:moveTo>
                  <a:lnTo>
                    <a:pt x="70901" y="78875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78" name="Candidate_receptor__3596">
              <a:extLst>
                <a:ext uri="{FF2B5EF4-FFF2-40B4-BE49-F238E27FC236}">
                  <a16:creationId xmlns:a16="http://schemas.microsoft.com/office/drawing/2014/main" id="{BCC63EB1-7DED-B8D8-9861-56987E908413}"/>
                </a:ext>
              </a:extLst>
            </p:cNvPr>
            <p:cNvSpPr>
              <a:spLocks noGrp="1"/>
            </p:cNvSpPr>
            <p:nvPr/>
          </p:nvSpPr>
          <p:spPr>
            <a:xfrm>
              <a:off x="4234566" y="2676847"/>
              <a:ext cx="104217" cy="33482"/>
            </a:xfrm>
            <a:custGeom>
              <a:avLst/>
              <a:gdLst/>
              <a:ahLst/>
              <a:cxnLst/>
              <a:rect l="0" t="0" r="0" b="0"/>
              <a:pathLst>
                <a:path w="104217" h="33482">
                  <a:moveTo>
                    <a:pt x="104217" y="0"/>
                  </a:moveTo>
                  <a:lnTo>
                    <a:pt x="0" y="3348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79" name="Candidate_receptor__3597">
              <a:extLst>
                <a:ext uri="{FF2B5EF4-FFF2-40B4-BE49-F238E27FC236}">
                  <a16:creationId xmlns:a16="http://schemas.microsoft.com/office/drawing/2014/main" id="{D63EDCC5-FD86-8FA8-603F-FDC0D82E1F55}"/>
                </a:ext>
              </a:extLst>
            </p:cNvPr>
            <p:cNvSpPr>
              <a:spLocks noGrp="1"/>
            </p:cNvSpPr>
            <p:nvPr/>
          </p:nvSpPr>
          <p:spPr>
            <a:xfrm>
              <a:off x="5290065" y="2855415"/>
              <a:ext cx="45121" cy="32017"/>
            </a:xfrm>
            <a:custGeom>
              <a:avLst/>
              <a:gdLst/>
              <a:ahLst/>
              <a:cxnLst/>
              <a:rect l="0" t="0" r="0" b="0"/>
              <a:pathLst>
                <a:path w="45121" h="32017">
                  <a:moveTo>
                    <a:pt x="45121" y="3201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80" name="Candidate_receptor__3598">
              <a:extLst>
                <a:ext uri="{FF2B5EF4-FFF2-40B4-BE49-F238E27FC236}">
                  <a16:creationId xmlns:a16="http://schemas.microsoft.com/office/drawing/2014/main" id="{02ED65F2-583D-C31F-7032-9D02D291EC57}"/>
                </a:ext>
              </a:extLst>
            </p:cNvPr>
            <p:cNvSpPr>
              <a:spLocks noGrp="1"/>
            </p:cNvSpPr>
            <p:nvPr/>
          </p:nvSpPr>
          <p:spPr>
            <a:xfrm>
              <a:off x="5225985" y="2431313"/>
              <a:ext cx="83038" cy="55478"/>
            </a:xfrm>
            <a:custGeom>
              <a:avLst/>
              <a:gdLst/>
              <a:ahLst/>
              <a:cxnLst/>
              <a:rect l="0" t="0" r="0" b="0"/>
              <a:pathLst>
                <a:path w="83038" h="55478">
                  <a:moveTo>
                    <a:pt x="0" y="55478"/>
                  </a:moveTo>
                  <a:lnTo>
                    <a:pt x="8303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81" name="Candidate_receptor__3599">
              <a:extLst>
                <a:ext uri="{FF2B5EF4-FFF2-40B4-BE49-F238E27FC236}">
                  <a16:creationId xmlns:a16="http://schemas.microsoft.com/office/drawing/2014/main" id="{A345512E-BBCD-2E55-62A8-3EB65710385D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12187" cy="107797"/>
            </a:xfrm>
            <a:custGeom>
              <a:avLst/>
              <a:gdLst/>
              <a:ahLst/>
              <a:cxnLst/>
              <a:rect l="0" t="0" r="0" b="0"/>
              <a:pathLst>
                <a:path w="12187" h="107797">
                  <a:moveTo>
                    <a:pt x="12187" y="1077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82" name="Candidate_receptor__3600">
              <a:extLst>
                <a:ext uri="{FF2B5EF4-FFF2-40B4-BE49-F238E27FC236}">
                  <a16:creationId xmlns:a16="http://schemas.microsoft.com/office/drawing/2014/main" id="{963CF4D4-86C9-E152-1C81-2686E17C38DB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601506"/>
              <a:ext cx="41407" cy="107508"/>
            </a:xfrm>
            <a:custGeom>
              <a:avLst/>
              <a:gdLst/>
              <a:ahLst/>
              <a:cxnLst/>
              <a:rect l="0" t="0" r="0" b="0"/>
              <a:pathLst>
                <a:path w="41407" h="107508">
                  <a:moveTo>
                    <a:pt x="41407" y="107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83" name="Candidate_receptor__3601">
              <a:extLst>
                <a:ext uri="{FF2B5EF4-FFF2-40B4-BE49-F238E27FC236}">
                  <a16:creationId xmlns:a16="http://schemas.microsoft.com/office/drawing/2014/main" id="{074F2F7A-909F-4EA3-E0E8-5B698BE280F1}"/>
                </a:ext>
              </a:extLst>
            </p:cNvPr>
            <p:cNvSpPr>
              <a:spLocks noGrp="1"/>
            </p:cNvSpPr>
            <p:nvPr/>
          </p:nvSpPr>
          <p:spPr>
            <a:xfrm>
              <a:off x="4699843" y="3709535"/>
              <a:ext cx="22279" cy="112572"/>
            </a:xfrm>
            <a:custGeom>
              <a:avLst/>
              <a:gdLst/>
              <a:ahLst/>
              <a:cxnLst/>
              <a:rect l="0" t="0" r="0" b="0"/>
              <a:pathLst>
                <a:path w="22279" h="112572">
                  <a:moveTo>
                    <a:pt x="22279" y="1125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84" name="Candidate_receptor__3602">
              <a:extLst>
                <a:ext uri="{FF2B5EF4-FFF2-40B4-BE49-F238E27FC236}">
                  <a16:creationId xmlns:a16="http://schemas.microsoft.com/office/drawing/2014/main" id="{BAED3869-ACF4-7C54-0008-F59002ED169B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043341"/>
              <a:ext cx="86082" cy="76548"/>
            </a:xfrm>
            <a:custGeom>
              <a:avLst/>
              <a:gdLst/>
              <a:ahLst/>
              <a:cxnLst/>
              <a:rect l="0" t="0" r="0" b="0"/>
              <a:pathLst>
                <a:path w="86082" h="76548">
                  <a:moveTo>
                    <a:pt x="86082" y="0"/>
                  </a:moveTo>
                  <a:lnTo>
                    <a:pt x="0" y="76548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85" name="Candidate_receptor__3603">
              <a:extLst>
                <a:ext uri="{FF2B5EF4-FFF2-40B4-BE49-F238E27FC236}">
                  <a16:creationId xmlns:a16="http://schemas.microsoft.com/office/drawing/2014/main" id="{ACDAEEE7-7362-7EE2-D446-684D62200457}"/>
                </a:ext>
              </a:extLst>
            </p:cNvPr>
            <p:cNvSpPr>
              <a:spLocks noGrp="1"/>
            </p:cNvSpPr>
            <p:nvPr/>
          </p:nvSpPr>
          <p:spPr>
            <a:xfrm>
              <a:off x="3864576" y="2780031"/>
              <a:ext cx="34120" cy="98291"/>
            </a:xfrm>
            <a:custGeom>
              <a:avLst/>
              <a:gdLst/>
              <a:ahLst/>
              <a:cxnLst/>
              <a:rect l="0" t="0" r="0" b="0"/>
              <a:pathLst>
                <a:path w="34120" h="98291">
                  <a:moveTo>
                    <a:pt x="0" y="98291"/>
                  </a:moveTo>
                  <a:lnTo>
                    <a:pt x="3412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86" name="Candidate_receptor__3604">
              <a:extLst>
                <a:ext uri="{FF2B5EF4-FFF2-40B4-BE49-F238E27FC236}">
                  <a16:creationId xmlns:a16="http://schemas.microsoft.com/office/drawing/2014/main" id="{598D14C1-98B1-3217-6955-44987D5313D8}"/>
                </a:ext>
              </a:extLst>
            </p:cNvPr>
            <p:cNvSpPr>
              <a:spLocks noGrp="1"/>
            </p:cNvSpPr>
            <p:nvPr/>
          </p:nvSpPr>
          <p:spPr>
            <a:xfrm>
              <a:off x="5634805" y="1766499"/>
              <a:ext cx="23843" cy="60972"/>
            </a:xfrm>
            <a:custGeom>
              <a:avLst/>
              <a:gdLst/>
              <a:ahLst/>
              <a:cxnLst/>
              <a:rect l="0" t="0" r="0" b="0"/>
              <a:pathLst>
                <a:path w="23843" h="60972">
                  <a:moveTo>
                    <a:pt x="0" y="60972"/>
                  </a:moveTo>
                  <a:lnTo>
                    <a:pt x="2384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87" name="Candidate_receptor__3605">
              <a:extLst>
                <a:ext uri="{FF2B5EF4-FFF2-40B4-BE49-F238E27FC236}">
                  <a16:creationId xmlns:a16="http://schemas.microsoft.com/office/drawing/2014/main" id="{D8EE625C-D601-3C30-100C-76956F9A11A6}"/>
                </a:ext>
              </a:extLst>
            </p:cNvPr>
            <p:cNvSpPr>
              <a:spLocks noGrp="1"/>
            </p:cNvSpPr>
            <p:nvPr/>
          </p:nvSpPr>
          <p:spPr>
            <a:xfrm>
              <a:off x="4722122" y="3822107"/>
              <a:ext cx="99625" cy="56678"/>
            </a:xfrm>
            <a:custGeom>
              <a:avLst/>
              <a:gdLst/>
              <a:ahLst/>
              <a:cxnLst/>
              <a:rect l="0" t="0" r="0" b="0"/>
              <a:pathLst>
                <a:path w="99625" h="56678">
                  <a:moveTo>
                    <a:pt x="99625" y="566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88" name="Candidate_receptor__3606">
              <a:extLst>
                <a:ext uri="{FF2B5EF4-FFF2-40B4-BE49-F238E27FC236}">
                  <a16:creationId xmlns:a16="http://schemas.microsoft.com/office/drawing/2014/main" id="{85E7A30A-3E68-5B07-1B9F-2684A1EDB100}"/>
                </a:ext>
              </a:extLst>
            </p:cNvPr>
            <p:cNvSpPr>
              <a:spLocks noGrp="1"/>
            </p:cNvSpPr>
            <p:nvPr/>
          </p:nvSpPr>
          <p:spPr>
            <a:xfrm>
              <a:off x="6084862" y="2402133"/>
              <a:ext cx="45034" cy="90599"/>
            </a:xfrm>
            <a:custGeom>
              <a:avLst/>
              <a:gdLst/>
              <a:ahLst/>
              <a:cxnLst/>
              <a:rect l="0" t="0" r="0" b="0"/>
              <a:pathLst>
                <a:path w="45034" h="90599">
                  <a:moveTo>
                    <a:pt x="0" y="90599"/>
                  </a:moveTo>
                  <a:lnTo>
                    <a:pt x="45034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89" name="Candidate_receptor__3607">
              <a:extLst>
                <a:ext uri="{FF2B5EF4-FFF2-40B4-BE49-F238E27FC236}">
                  <a16:creationId xmlns:a16="http://schemas.microsoft.com/office/drawing/2014/main" id="{5B920827-9496-4F7C-7B9F-0151DF71C931}"/>
                </a:ext>
              </a:extLst>
            </p:cNvPr>
            <p:cNvSpPr>
              <a:spLocks noGrp="1"/>
            </p:cNvSpPr>
            <p:nvPr/>
          </p:nvSpPr>
          <p:spPr>
            <a:xfrm>
              <a:off x="5384367" y="2515010"/>
              <a:ext cx="14889" cy="49910"/>
            </a:xfrm>
            <a:custGeom>
              <a:avLst/>
              <a:gdLst/>
              <a:ahLst/>
              <a:cxnLst/>
              <a:rect l="0" t="0" r="0" b="0"/>
              <a:pathLst>
                <a:path w="14889" h="49910">
                  <a:moveTo>
                    <a:pt x="0" y="0"/>
                  </a:moveTo>
                  <a:lnTo>
                    <a:pt x="14889" y="4991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90" name="Candidate_receptor__3608">
              <a:extLst>
                <a:ext uri="{FF2B5EF4-FFF2-40B4-BE49-F238E27FC236}">
                  <a16:creationId xmlns:a16="http://schemas.microsoft.com/office/drawing/2014/main" id="{A9C84B12-9958-01C3-8B80-4813A8A66A61}"/>
                </a:ext>
              </a:extLst>
            </p:cNvPr>
            <p:cNvSpPr>
              <a:spLocks noGrp="1"/>
            </p:cNvSpPr>
            <p:nvPr/>
          </p:nvSpPr>
          <p:spPr>
            <a:xfrm>
              <a:off x="5100635" y="3223592"/>
              <a:ext cx="19679" cy="35777"/>
            </a:xfrm>
            <a:custGeom>
              <a:avLst/>
              <a:gdLst/>
              <a:ahLst/>
              <a:cxnLst/>
              <a:rect l="0" t="0" r="0" b="0"/>
              <a:pathLst>
                <a:path w="19679" h="35777">
                  <a:moveTo>
                    <a:pt x="0" y="35777"/>
                  </a:moveTo>
                  <a:lnTo>
                    <a:pt x="1967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91" name="Candidate_receptor__3609">
              <a:extLst>
                <a:ext uri="{FF2B5EF4-FFF2-40B4-BE49-F238E27FC236}">
                  <a16:creationId xmlns:a16="http://schemas.microsoft.com/office/drawing/2014/main" id="{03BBE1FB-981A-D8F6-25B0-AB297A5CE886}"/>
                </a:ext>
              </a:extLst>
            </p:cNvPr>
            <p:cNvSpPr>
              <a:spLocks noGrp="1"/>
            </p:cNvSpPr>
            <p:nvPr/>
          </p:nvSpPr>
          <p:spPr>
            <a:xfrm>
              <a:off x="5903770" y="2439315"/>
              <a:ext cx="31436" cy="110690"/>
            </a:xfrm>
            <a:custGeom>
              <a:avLst/>
              <a:gdLst/>
              <a:ahLst/>
              <a:cxnLst/>
              <a:rect l="0" t="0" r="0" b="0"/>
              <a:pathLst>
                <a:path w="31436" h="110690">
                  <a:moveTo>
                    <a:pt x="0" y="110690"/>
                  </a:moveTo>
                  <a:lnTo>
                    <a:pt x="31436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92" name="Candidate_receptor__3610">
              <a:extLst>
                <a:ext uri="{FF2B5EF4-FFF2-40B4-BE49-F238E27FC236}">
                  <a16:creationId xmlns:a16="http://schemas.microsoft.com/office/drawing/2014/main" id="{59FBD9D8-69AB-6D89-2FE3-A6FC7290E388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06257"/>
              <a:ext cx="94227" cy="35585"/>
            </a:xfrm>
            <a:custGeom>
              <a:avLst/>
              <a:gdLst/>
              <a:ahLst/>
              <a:cxnLst/>
              <a:rect l="0" t="0" r="0" b="0"/>
              <a:pathLst>
                <a:path w="94227" h="35585">
                  <a:moveTo>
                    <a:pt x="94227" y="0"/>
                  </a:moveTo>
                  <a:lnTo>
                    <a:pt x="0" y="3558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293" name="Candidate_receptor__3611">
              <a:extLst>
                <a:ext uri="{FF2B5EF4-FFF2-40B4-BE49-F238E27FC236}">
                  <a16:creationId xmlns:a16="http://schemas.microsoft.com/office/drawing/2014/main" id="{55BB1B9E-3F24-CD9A-C10B-14B57CDA443C}"/>
                </a:ext>
              </a:extLst>
            </p:cNvPr>
            <p:cNvSpPr>
              <a:spLocks noGrp="1"/>
            </p:cNvSpPr>
            <p:nvPr/>
          </p:nvSpPr>
          <p:spPr>
            <a:xfrm>
              <a:off x="4900229" y="2752875"/>
              <a:ext cx="23219" cy="91381"/>
            </a:xfrm>
            <a:custGeom>
              <a:avLst/>
              <a:gdLst/>
              <a:ahLst/>
              <a:cxnLst/>
              <a:rect l="0" t="0" r="0" b="0"/>
              <a:pathLst>
                <a:path w="23219" h="91381">
                  <a:moveTo>
                    <a:pt x="23219" y="913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294" name="Candidate_receptor__3612">
              <a:extLst>
                <a:ext uri="{FF2B5EF4-FFF2-40B4-BE49-F238E27FC236}">
                  <a16:creationId xmlns:a16="http://schemas.microsoft.com/office/drawing/2014/main" id="{0A08764C-C21D-C8A3-831A-03F8653E010D}"/>
                </a:ext>
              </a:extLst>
            </p:cNvPr>
            <p:cNvSpPr>
              <a:spLocks noGrp="1"/>
            </p:cNvSpPr>
            <p:nvPr/>
          </p:nvSpPr>
          <p:spPr>
            <a:xfrm>
              <a:off x="3843923" y="3187696"/>
              <a:ext cx="59748" cy="21030"/>
            </a:xfrm>
            <a:custGeom>
              <a:avLst/>
              <a:gdLst/>
              <a:ahLst/>
              <a:cxnLst/>
              <a:rect l="0" t="0" r="0" b="0"/>
              <a:pathLst>
                <a:path w="59748" h="21030">
                  <a:moveTo>
                    <a:pt x="59748" y="210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295" name="Candidate_receptor__3613">
              <a:extLst>
                <a:ext uri="{FF2B5EF4-FFF2-40B4-BE49-F238E27FC236}">
                  <a16:creationId xmlns:a16="http://schemas.microsoft.com/office/drawing/2014/main" id="{CE9FEC59-220F-569B-D949-8437AA657D1E}"/>
                </a:ext>
              </a:extLst>
            </p:cNvPr>
            <p:cNvSpPr>
              <a:spLocks noGrp="1"/>
            </p:cNvSpPr>
            <p:nvPr/>
          </p:nvSpPr>
          <p:spPr>
            <a:xfrm>
              <a:off x="4011321" y="3147994"/>
              <a:ext cx="102728" cy="34839"/>
            </a:xfrm>
            <a:custGeom>
              <a:avLst/>
              <a:gdLst/>
              <a:ahLst/>
              <a:cxnLst/>
              <a:rect l="0" t="0" r="0" b="0"/>
              <a:pathLst>
                <a:path w="102728" h="34839">
                  <a:moveTo>
                    <a:pt x="102728" y="34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296" name="Candidate_receptor__3614">
              <a:extLst>
                <a:ext uri="{FF2B5EF4-FFF2-40B4-BE49-F238E27FC236}">
                  <a16:creationId xmlns:a16="http://schemas.microsoft.com/office/drawing/2014/main" id="{424EBCE3-791D-80A9-89B2-4A567B8F8456}"/>
                </a:ext>
              </a:extLst>
            </p:cNvPr>
            <p:cNvSpPr>
              <a:spLocks noGrp="1"/>
            </p:cNvSpPr>
            <p:nvPr/>
          </p:nvSpPr>
          <p:spPr>
            <a:xfrm>
              <a:off x="5995755" y="2135748"/>
              <a:ext cx="94776" cy="23998"/>
            </a:xfrm>
            <a:custGeom>
              <a:avLst/>
              <a:gdLst/>
              <a:ahLst/>
              <a:cxnLst/>
              <a:rect l="0" t="0" r="0" b="0"/>
              <a:pathLst>
                <a:path w="94776" h="23998">
                  <a:moveTo>
                    <a:pt x="94776" y="23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297" name="Candidate_receptor__3615">
              <a:extLst>
                <a:ext uri="{FF2B5EF4-FFF2-40B4-BE49-F238E27FC236}">
                  <a16:creationId xmlns:a16="http://schemas.microsoft.com/office/drawing/2014/main" id="{D7DF6BEF-0CCA-9875-AC8E-9732F294D36A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905982"/>
              <a:ext cx="18333" cy="112267"/>
            </a:xfrm>
            <a:custGeom>
              <a:avLst/>
              <a:gdLst/>
              <a:ahLst/>
              <a:cxnLst/>
              <a:rect l="0" t="0" r="0" b="0"/>
              <a:pathLst>
                <a:path w="18333" h="112267">
                  <a:moveTo>
                    <a:pt x="18333" y="1122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298" name="Candidate_receptor__3616">
              <a:extLst>
                <a:ext uri="{FF2B5EF4-FFF2-40B4-BE49-F238E27FC236}">
                  <a16:creationId xmlns:a16="http://schemas.microsoft.com/office/drawing/2014/main" id="{0D1334C9-370F-E4A9-9B41-CC6404ECE6FE}"/>
                </a:ext>
              </a:extLst>
            </p:cNvPr>
            <p:cNvSpPr>
              <a:spLocks noGrp="1"/>
            </p:cNvSpPr>
            <p:nvPr/>
          </p:nvSpPr>
          <p:spPr>
            <a:xfrm>
              <a:off x="5841407" y="3043341"/>
              <a:ext cx="78417" cy="80568"/>
            </a:xfrm>
            <a:custGeom>
              <a:avLst/>
              <a:gdLst/>
              <a:ahLst/>
              <a:cxnLst/>
              <a:rect l="0" t="0" r="0" b="0"/>
              <a:pathLst>
                <a:path w="78417" h="80568">
                  <a:moveTo>
                    <a:pt x="78417" y="805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299" name="Candidate_receptor__3617">
              <a:extLst>
                <a:ext uri="{FF2B5EF4-FFF2-40B4-BE49-F238E27FC236}">
                  <a16:creationId xmlns:a16="http://schemas.microsoft.com/office/drawing/2014/main" id="{1BCAFFF5-113E-44D3-1138-42A6D8F30D79}"/>
                </a:ext>
              </a:extLst>
            </p:cNvPr>
            <p:cNvSpPr>
              <a:spLocks noGrp="1"/>
            </p:cNvSpPr>
            <p:nvPr/>
          </p:nvSpPr>
          <p:spPr>
            <a:xfrm>
              <a:off x="5500244" y="2278494"/>
              <a:ext cx="81345" cy="13750"/>
            </a:xfrm>
            <a:custGeom>
              <a:avLst/>
              <a:gdLst/>
              <a:ahLst/>
              <a:cxnLst/>
              <a:rect l="0" t="0" r="0" b="0"/>
              <a:pathLst>
                <a:path w="81345" h="13750">
                  <a:moveTo>
                    <a:pt x="0" y="13750"/>
                  </a:moveTo>
                  <a:lnTo>
                    <a:pt x="81345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00" name="Candidate_receptor__3618">
              <a:extLst>
                <a:ext uri="{FF2B5EF4-FFF2-40B4-BE49-F238E27FC236}">
                  <a16:creationId xmlns:a16="http://schemas.microsoft.com/office/drawing/2014/main" id="{E0BD84A2-C7DF-ABBB-C10B-5180A6F7FABD}"/>
                </a:ext>
              </a:extLst>
            </p:cNvPr>
            <p:cNvSpPr>
              <a:spLocks noGrp="1"/>
            </p:cNvSpPr>
            <p:nvPr/>
          </p:nvSpPr>
          <p:spPr>
            <a:xfrm>
              <a:off x="5000108" y="3365027"/>
              <a:ext cx="72499" cy="26391"/>
            </a:xfrm>
            <a:custGeom>
              <a:avLst/>
              <a:gdLst/>
              <a:ahLst/>
              <a:cxnLst/>
              <a:rect l="0" t="0" r="0" b="0"/>
              <a:pathLst>
                <a:path w="72499" h="26391">
                  <a:moveTo>
                    <a:pt x="72499" y="0"/>
                  </a:moveTo>
                  <a:lnTo>
                    <a:pt x="0" y="2639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01" name="Candidate_receptor__3619">
              <a:extLst>
                <a:ext uri="{FF2B5EF4-FFF2-40B4-BE49-F238E27FC236}">
                  <a16:creationId xmlns:a16="http://schemas.microsoft.com/office/drawing/2014/main" id="{4D6D9737-C61E-DA98-1343-3BDDF045492A}"/>
                </a:ext>
              </a:extLst>
            </p:cNvPr>
            <p:cNvSpPr>
              <a:spLocks noGrp="1"/>
            </p:cNvSpPr>
            <p:nvPr/>
          </p:nvSpPr>
          <p:spPr>
            <a:xfrm>
              <a:off x="4164917" y="3782708"/>
              <a:ext cx="113579" cy="12560"/>
            </a:xfrm>
            <a:custGeom>
              <a:avLst/>
              <a:gdLst/>
              <a:ahLst/>
              <a:cxnLst/>
              <a:rect l="0" t="0" r="0" b="0"/>
              <a:pathLst>
                <a:path w="113579" h="12560">
                  <a:moveTo>
                    <a:pt x="0" y="12560"/>
                  </a:moveTo>
                  <a:lnTo>
                    <a:pt x="11357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02" name="Candidate_receptor__3620">
              <a:extLst>
                <a:ext uri="{FF2B5EF4-FFF2-40B4-BE49-F238E27FC236}">
                  <a16:creationId xmlns:a16="http://schemas.microsoft.com/office/drawing/2014/main" id="{54198506-4495-F08A-9501-CECE023DFFA1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" cy="73096"/>
            </a:xfrm>
            <a:custGeom>
              <a:avLst/>
              <a:gdLst/>
              <a:ahLst/>
              <a:cxnLst/>
              <a:rect l="0" t="0" r="0" b="0"/>
              <a:pathLst>
                <a:path w="95" h="73096">
                  <a:moveTo>
                    <a:pt x="73" y="730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03" name="Candidate_receptor__3621">
              <a:extLst>
                <a:ext uri="{FF2B5EF4-FFF2-40B4-BE49-F238E27FC236}">
                  <a16:creationId xmlns:a16="http://schemas.microsoft.com/office/drawing/2014/main" id="{3B216AE9-EA40-9823-2D0C-B80948D902BD}"/>
                </a:ext>
              </a:extLst>
            </p:cNvPr>
            <p:cNvSpPr>
              <a:spLocks noGrp="1"/>
            </p:cNvSpPr>
            <p:nvPr/>
          </p:nvSpPr>
          <p:spPr>
            <a:xfrm>
              <a:off x="4342213" y="3648364"/>
              <a:ext cx="24208" cy="58576"/>
            </a:xfrm>
            <a:custGeom>
              <a:avLst/>
              <a:gdLst/>
              <a:ahLst/>
              <a:cxnLst/>
              <a:rect l="0" t="0" r="0" b="0"/>
              <a:pathLst>
                <a:path w="24208" h="58576">
                  <a:moveTo>
                    <a:pt x="0" y="58576"/>
                  </a:moveTo>
                  <a:lnTo>
                    <a:pt x="2420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04" name="Candidate_receptor__3622">
              <a:extLst>
                <a:ext uri="{FF2B5EF4-FFF2-40B4-BE49-F238E27FC236}">
                  <a16:creationId xmlns:a16="http://schemas.microsoft.com/office/drawing/2014/main" id="{B04E6566-A7FE-0D01-6ED2-9632E368681F}"/>
                </a:ext>
              </a:extLst>
            </p:cNvPr>
            <p:cNvSpPr>
              <a:spLocks noGrp="1"/>
            </p:cNvSpPr>
            <p:nvPr/>
          </p:nvSpPr>
          <p:spPr>
            <a:xfrm>
              <a:off x="4338783" y="2570655"/>
              <a:ext cx="39469" cy="106192"/>
            </a:xfrm>
            <a:custGeom>
              <a:avLst/>
              <a:gdLst/>
              <a:ahLst/>
              <a:cxnLst/>
              <a:rect l="0" t="0" r="0" b="0"/>
              <a:pathLst>
                <a:path w="39469" h="106192">
                  <a:moveTo>
                    <a:pt x="39469" y="0"/>
                  </a:moveTo>
                  <a:lnTo>
                    <a:pt x="0" y="10619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05" name="Candidate_receptor__3623">
              <a:extLst>
                <a:ext uri="{FF2B5EF4-FFF2-40B4-BE49-F238E27FC236}">
                  <a16:creationId xmlns:a16="http://schemas.microsoft.com/office/drawing/2014/main" id="{1BB153B7-11C0-8C31-B2AA-DE84F5640B0B}"/>
                </a:ext>
              </a:extLst>
            </p:cNvPr>
            <p:cNvSpPr>
              <a:spLocks noGrp="1"/>
            </p:cNvSpPr>
            <p:nvPr/>
          </p:nvSpPr>
          <p:spPr>
            <a:xfrm>
              <a:off x="6046638" y="2492732"/>
              <a:ext cx="38224" cy="45998"/>
            </a:xfrm>
            <a:custGeom>
              <a:avLst/>
              <a:gdLst/>
              <a:ahLst/>
              <a:cxnLst/>
              <a:rect l="0" t="0" r="0" b="0"/>
              <a:pathLst>
                <a:path w="38224" h="45998">
                  <a:moveTo>
                    <a:pt x="0" y="45998"/>
                  </a:moveTo>
                  <a:lnTo>
                    <a:pt x="382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06" name="Candidate_receptor__3624">
              <a:extLst>
                <a:ext uri="{FF2B5EF4-FFF2-40B4-BE49-F238E27FC236}">
                  <a16:creationId xmlns:a16="http://schemas.microsoft.com/office/drawing/2014/main" id="{B426DC2C-87CE-A563-8741-8A48B1F1BB61}"/>
                </a:ext>
              </a:extLst>
            </p:cNvPr>
            <p:cNvSpPr>
              <a:spLocks noGrp="1"/>
            </p:cNvSpPr>
            <p:nvPr/>
          </p:nvSpPr>
          <p:spPr>
            <a:xfrm>
              <a:off x="3898696" y="2736541"/>
              <a:ext cx="106173" cy="43490"/>
            </a:xfrm>
            <a:custGeom>
              <a:avLst/>
              <a:gdLst/>
              <a:ahLst/>
              <a:cxnLst/>
              <a:rect l="0" t="0" r="0" b="0"/>
              <a:pathLst>
                <a:path w="106173" h="43490">
                  <a:moveTo>
                    <a:pt x="0" y="43490"/>
                  </a:moveTo>
                  <a:lnTo>
                    <a:pt x="10617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07" name="Candidate_receptor__3625">
              <a:extLst>
                <a:ext uri="{FF2B5EF4-FFF2-40B4-BE49-F238E27FC236}">
                  <a16:creationId xmlns:a16="http://schemas.microsoft.com/office/drawing/2014/main" id="{2BDDE976-501C-820F-CB09-21B3459266BA}"/>
                </a:ext>
              </a:extLst>
            </p:cNvPr>
            <p:cNvSpPr>
              <a:spLocks noGrp="1"/>
            </p:cNvSpPr>
            <p:nvPr/>
          </p:nvSpPr>
          <p:spPr>
            <a:xfrm>
              <a:off x="5887114" y="2135748"/>
              <a:ext cx="108642" cy="28858"/>
            </a:xfrm>
            <a:custGeom>
              <a:avLst/>
              <a:gdLst/>
              <a:ahLst/>
              <a:cxnLst/>
              <a:rect l="0" t="0" r="0" b="0"/>
              <a:pathLst>
                <a:path w="108642" h="28858">
                  <a:moveTo>
                    <a:pt x="108642" y="0"/>
                  </a:moveTo>
                  <a:lnTo>
                    <a:pt x="0" y="2885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08" name="Candidate_receptor__3626">
              <a:extLst>
                <a:ext uri="{FF2B5EF4-FFF2-40B4-BE49-F238E27FC236}">
                  <a16:creationId xmlns:a16="http://schemas.microsoft.com/office/drawing/2014/main" id="{F81EE85F-9A9B-0D0E-0B52-3A27FED93FA0}"/>
                </a:ext>
              </a:extLst>
            </p:cNvPr>
            <p:cNvSpPr>
              <a:spLocks noGrp="1"/>
            </p:cNvSpPr>
            <p:nvPr/>
          </p:nvSpPr>
          <p:spPr>
            <a:xfrm>
              <a:off x="6046203" y="2322508"/>
              <a:ext cx="83694" cy="79625"/>
            </a:xfrm>
            <a:custGeom>
              <a:avLst/>
              <a:gdLst/>
              <a:ahLst/>
              <a:cxnLst/>
              <a:rect l="0" t="0" r="0" b="0"/>
              <a:pathLst>
                <a:path w="83694" h="79625">
                  <a:moveTo>
                    <a:pt x="83694" y="796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09" name="Candidate_receptor__3627">
              <a:extLst>
                <a:ext uri="{FF2B5EF4-FFF2-40B4-BE49-F238E27FC236}">
                  <a16:creationId xmlns:a16="http://schemas.microsoft.com/office/drawing/2014/main" id="{91820D5F-A38F-BC7B-11DC-8DA33501BFD1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28713"/>
              <a:ext cx="92111" cy="34249"/>
            </a:xfrm>
            <a:custGeom>
              <a:avLst/>
              <a:gdLst/>
              <a:ahLst/>
              <a:cxnLst/>
              <a:rect l="0" t="0" r="0" b="0"/>
              <a:pathLst>
                <a:path w="92111" h="34249">
                  <a:moveTo>
                    <a:pt x="0" y="34249"/>
                  </a:moveTo>
                  <a:lnTo>
                    <a:pt x="92111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10" name="Candidate_receptor__3628">
              <a:extLst>
                <a:ext uri="{FF2B5EF4-FFF2-40B4-BE49-F238E27FC236}">
                  <a16:creationId xmlns:a16="http://schemas.microsoft.com/office/drawing/2014/main" id="{B7B58BB3-9E38-03BB-D36D-05C319A2F006}"/>
                </a:ext>
              </a:extLst>
            </p:cNvPr>
            <p:cNvSpPr>
              <a:spLocks noGrp="1"/>
            </p:cNvSpPr>
            <p:nvPr/>
          </p:nvSpPr>
          <p:spPr>
            <a:xfrm>
              <a:off x="4653660" y="3632660"/>
              <a:ext cx="46183" cy="76875"/>
            </a:xfrm>
            <a:custGeom>
              <a:avLst/>
              <a:gdLst/>
              <a:ahLst/>
              <a:cxnLst/>
              <a:rect l="0" t="0" r="0" b="0"/>
              <a:pathLst>
                <a:path w="46183" h="76875">
                  <a:moveTo>
                    <a:pt x="46183" y="768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11" name="Candidate_receptor__3629">
              <a:extLst>
                <a:ext uri="{FF2B5EF4-FFF2-40B4-BE49-F238E27FC236}">
                  <a16:creationId xmlns:a16="http://schemas.microsoft.com/office/drawing/2014/main" id="{D18B1F41-8D9B-EA15-EA67-0A60C1A8DC06}"/>
                </a:ext>
              </a:extLst>
            </p:cNvPr>
            <p:cNvSpPr>
              <a:spLocks noGrp="1"/>
            </p:cNvSpPr>
            <p:nvPr/>
          </p:nvSpPr>
          <p:spPr>
            <a:xfrm>
              <a:off x="4767060" y="2900156"/>
              <a:ext cx="16249" cy="42561"/>
            </a:xfrm>
            <a:custGeom>
              <a:avLst/>
              <a:gdLst/>
              <a:ahLst/>
              <a:cxnLst/>
              <a:rect l="0" t="0" r="0" b="0"/>
              <a:pathLst>
                <a:path w="16249" h="42561">
                  <a:moveTo>
                    <a:pt x="0" y="42561"/>
                  </a:moveTo>
                  <a:lnTo>
                    <a:pt x="1624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12" name="Candidate_receptor__3630">
              <a:extLst>
                <a:ext uri="{FF2B5EF4-FFF2-40B4-BE49-F238E27FC236}">
                  <a16:creationId xmlns:a16="http://schemas.microsoft.com/office/drawing/2014/main" id="{FAAF5CE7-3DC8-9550-75A2-7C9D58101680}"/>
                </a:ext>
              </a:extLst>
            </p:cNvPr>
            <p:cNvSpPr>
              <a:spLocks noGrp="1"/>
            </p:cNvSpPr>
            <p:nvPr/>
          </p:nvSpPr>
          <p:spPr>
            <a:xfrm>
              <a:off x="5753766" y="1759034"/>
              <a:ext cx="52721" cy="38125"/>
            </a:xfrm>
            <a:custGeom>
              <a:avLst/>
              <a:gdLst/>
              <a:ahLst/>
              <a:cxnLst/>
              <a:rect l="0" t="0" r="0" b="0"/>
              <a:pathLst>
                <a:path w="52721" h="38125">
                  <a:moveTo>
                    <a:pt x="0" y="0"/>
                  </a:moveTo>
                  <a:lnTo>
                    <a:pt x="52721" y="3812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13" name="Candidate_receptor__3631">
              <a:extLst>
                <a:ext uri="{FF2B5EF4-FFF2-40B4-BE49-F238E27FC236}">
                  <a16:creationId xmlns:a16="http://schemas.microsoft.com/office/drawing/2014/main" id="{7CE56F85-60E2-4324-89E3-8A35CDF41A61}"/>
                </a:ext>
              </a:extLst>
            </p:cNvPr>
            <p:cNvSpPr>
              <a:spLocks noGrp="1"/>
            </p:cNvSpPr>
            <p:nvPr/>
          </p:nvSpPr>
          <p:spPr>
            <a:xfrm>
              <a:off x="5390085" y="2292244"/>
              <a:ext cx="110159" cy="6001"/>
            </a:xfrm>
            <a:custGeom>
              <a:avLst/>
              <a:gdLst/>
              <a:ahLst/>
              <a:cxnLst/>
              <a:rect l="0" t="0" r="0" b="0"/>
              <a:pathLst>
                <a:path w="110159" h="6001">
                  <a:moveTo>
                    <a:pt x="0" y="6001"/>
                  </a:moveTo>
                  <a:lnTo>
                    <a:pt x="11015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14" name="Candidate_receptor__3632">
              <a:extLst>
                <a:ext uri="{FF2B5EF4-FFF2-40B4-BE49-F238E27FC236}">
                  <a16:creationId xmlns:a16="http://schemas.microsoft.com/office/drawing/2014/main" id="{7EC74FC4-1001-F737-2940-57B4E429C5B7}"/>
                </a:ext>
              </a:extLst>
            </p:cNvPr>
            <p:cNvSpPr>
              <a:spLocks noGrp="1"/>
            </p:cNvSpPr>
            <p:nvPr/>
          </p:nvSpPr>
          <p:spPr>
            <a:xfrm>
              <a:off x="4278496" y="3706940"/>
              <a:ext cx="63718" cy="75768"/>
            </a:xfrm>
            <a:custGeom>
              <a:avLst/>
              <a:gdLst/>
              <a:ahLst/>
              <a:cxnLst/>
              <a:rect l="0" t="0" r="0" b="0"/>
              <a:pathLst>
                <a:path w="63718" h="75768">
                  <a:moveTo>
                    <a:pt x="0" y="75768"/>
                  </a:moveTo>
                  <a:lnTo>
                    <a:pt x="6371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15" name="Candidate_receptor__3633">
              <a:extLst>
                <a:ext uri="{FF2B5EF4-FFF2-40B4-BE49-F238E27FC236}">
                  <a16:creationId xmlns:a16="http://schemas.microsoft.com/office/drawing/2014/main" id="{B8A6008B-C500-6A07-4124-D0D9B977D70D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2996948"/>
              <a:ext cx="78633" cy="71044"/>
            </a:xfrm>
            <a:custGeom>
              <a:avLst/>
              <a:gdLst/>
              <a:ahLst/>
              <a:cxnLst/>
              <a:rect l="0" t="0" r="0" b="0"/>
              <a:pathLst>
                <a:path w="78633" h="71044">
                  <a:moveTo>
                    <a:pt x="0" y="71044"/>
                  </a:moveTo>
                  <a:lnTo>
                    <a:pt x="7863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16" name="Candidate_receptor__3634">
              <a:extLst>
                <a:ext uri="{FF2B5EF4-FFF2-40B4-BE49-F238E27FC236}">
                  <a16:creationId xmlns:a16="http://schemas.microsoft.com/office/drawing/2014/main" id="{AA6D6E8A-4300-0366-5DE7-8A4DC6E3A9BE}"/>
                </a:ext>
              </a:extLst>
            </p:cNvPr>
            <p:cNvSpPr>
              <a:spLocks noGrp="1"/>
            </p:cNvSpPr>
            <p:nvPr/>
          </p:nvSpPr>
          <p:spPr>
            <a:xfrm>
              <a:off x="5527370" y="3306257"/>
              <a:ext cx="39607" cy="108052"/>
            </a:xfrm>
            <a:custGeom>
              <a:avLst/>
              <a:gdLst/>
              <a:ahLst/>
              <a:cxnLst/>
              <a:rect l="0" t="0" r="0" b="0"/>
              <a:pathLst>
                <a:path w="39607" h="108052">
                  <a:moveTo>
                    <a:pt x="39607" y="1080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17" name="Candidate_receptor__3635">
              <a:extLst>
                <a:ext uri="{FF2B5EF4-FFF2-40B4-BE49-F238E27FC236}">
                  <a16:creationId xmlns:a16="http://schemas.microsoft.com/office/drawing/2014/main" id="{0323558A-1ED6-89C1-FC17-799A2D6D6A33}"/>
                </a:ext>
              </a:extLst>
            </p:cNvPr>
            <p:cNvSpPr>
              <a:spLocks noGrp="1"/>
            </p:cNvSpPr>
            <p:nvPr/>
          </p:nvSpPr>
          <p:spPr>
            <a:xfrm>
              <a:off x="5798205" y="2113263"/>
              <a:ext cx="88909" cy="51343"/>
            </a:xfrm>
            <a:custGeom>
              <a:avLst/>
              <a:gdLst/>
              <a:ahLst/>
              <a:cxnLst/>
              <a:rect l="0" t="0" r="0" b="0"/>
              <a:pathLst>
                <a:path w="88909" h="51343">
                  <a:moveTo>
                    <a:pt x="88909" y="513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18" name="Candidate_receptor__3636">
              <a:extLst>
                <a:ext uri="{FF2B5EF4-FFF2-40B4-BE49-F238E27FC236}">
                  <a16:creationId xmlns:a16="http://schemas.microsoft.com/office/drawing/2014/main" id="{3ECC4FCA-3CF4-9A38-286A-C2754D321821}"/>
                </a:ext>
              </a:extLst>
            </p:cNvPr>
            <p:cNvSpPr>
              <a:spLocks noGrp="1"/>
            </p:cNvSpPr>
            <p:nvPr/>
          </p:nvSpPr>
          <p:spPr>
            <a:xfrm>
              <a:off x="5229175" y="2558936"/>
              <a:ext cx="40857" cy="94922"/>
            </a:xfrm>
            <a:custGeom>
              <a:avLst/>
              <a:gdLst/>
              <a:ahLst/>
              <a:cxnLst/>
              <a:rect l="0" t="0" r="0" b="0"/>
              <a:pathLst>
                <a:path w="40857" h="94922">
                  <a:moveTo>
                    <a:pt x="0" y="0"/>
                  </a:moveTo>
                  <a:lnTo>
                    <a:pt x="40857" y="9492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19" name="Candidate_receptor__3637">
              <a:extLst>
                <a:ext uri="{FF2B5EF4-FFF2-40B4-BE49-F238E27FC236}">
                  <a16:creationId xmlns:a16="http://schemas.microsoft.com/office/drawing/2014/main" id="{0EE391CC-C9E4-519F-AB28-9B655D7145A4}"/>
                </a:ext>
              </a:extLst>
            </p:cNvPr>
            <p:cNvSpPr>
              <a:spLocks noGrp="1"/>
            </p:cNvSpPr>
            <p:nvPr/>
          </p:nvSpPr>
          <p:spPr>
            <a:xfrm>
              <a:off x="5309024" y="2431313"/>
              <a:ext cx="75343" cy="83697"/>
            </a:xfrm>
            <a:custGeom>
              <a:avLst/>
              <a:gdLst/>
              <a:ahLst/>
              <a:cxnLst/>
              <a:rect l="0" t="0" r="0" b="0"/>
              <a:pathLst>
                <a:path w="75343" h="83697">
                  <a:moveTo>
                    <a:pt x="0" y="0"/>
                  </a:moveTo>
                  <a:lnTo>
                    <a:pt x="75343" y="8369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20" name="Candidate_receptor__3638">
              <a:extLst>
                <a:ext uri="{FF2B5EF4-FFF2-40B4-BE49-F238E27FC236}">
                  <a16:creationId xmlns:a16="http://schemas.microsoft.com/office/drawing/2014/main" id="{41827681-5FBA-A2A1-F054-175B8FCABA3B}"/>
                </a:ext>
              </a:extLst>
            </p:cNvPr>
            <p:cNvSpPr>
              <a:spLocks noGrp="1"/>
            </p:cNvSpPr>
            <p:nvPr/>
          </p:nvSpPr>
          <p:spPr>
            <a:xfrm>
              <a:off x="5762441" y="2442393"/>
              <a:ext cx="44738" cy="68288"/>
            </a:xfrm>
            <a:custGeom>
              <a:avLst/>
              <a:gdLst/>
              <a:ahLst/>
              <a:cxnLst/>
              <a:rect l="0" t="0" r="0" b="0"/>
              <a:pathLst>
                <a:path w="44738" h="68288">
                  <a:moveTo>
                    <a:pt x="0" y="68288"/>
                  </a:moveTo>
                  <a:lnTo>
                    <a:pt x="44738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21" name="Candidate_receptor__3639">
              <a:extLst>
                <a:ext uri="{FF2B5EF4-FFF2-40B4-BE49-F238E27FC236}">
                  <a16:creationId xmlns:a16="http://schemas.microsoft.com/office/drawing/2014/main" id="{4878AA7B-6BEE-7356-1A45-22D12DC4E8A7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41243"/>
              <a:ext cx="88149" cy="37739"/>
            </a:xfrm>
            <a:custGeom>
              <a:avLst/>
              <a:gdLst/>
              <a:ahLst/>
              <a:cxnLst/>
              <a:rect l="0" t="0" r="0" b="0"/>
              <a:pathLst>
                <a:path w="88149" h="37739">
                  <a:moveTo>
                    <a:pt x="88149" y="0"/>
                  </a:moveTo>
                  <a:lnTo>
                    <a:pt x="0" y="377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22" name="Candidate_receptor__3640">
              <a:extLst>
                <a:ext uri="{FF2B5EF4-FFF2-40B4-BE49-F238E27FC236}">
                  <a16:creationId xmlns:a16="http://schemas.microsoft.com/office/drawing/2014/main" id="{C3454595-4EF0-0F34-DA86-AE941D5C944E}"/>
                </a:ext>
              </a:extLst>
            </p:cNvPr>
            <p:cNvSpPr>
              <a:spLocks noGrp="1"/>
            </p:cNvSpPr>
            <p:nvPr/>
          </p:nvSpPr>
          <p:spPr>
            <a:xfrm>
              <a:off x="5732317" y="2510681"/>
              <a:ext cx="30124" cy="72694"/>
            </a:xfrm>
            <a:custGeom>
              <a:avLst/>
              <a:gdLst/>
              <a:ahLst/>
              <a:cxnLst/>
              <a:rect l="0" t="0" r="0" b="0"/>
              <a:pathLst>
                <a:path w="30124" h="72694">
                  <a:moveTo>
                    <a:pt x="0" y="72694"/>
                  </a:moveTo>
                  <a:lnTo>
                    <a:pt x="301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23" name="Candidate_receptor__3641">
              <a:extLst>
                <a:ext uri="{FF2B5EF4-FFF2-40B4-BE49-F238E27FC236}">
                  <a16:creationId xmlns:a16="http://schemas.microsoft.com/office/drawing/2014/main" id="{506522D5-355D-B20F-329F-4D5E731BFB08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458108"/>
              <a:ext cx="110718" cy="26639"/>
            </a:xfrm>
            <a:custGeom>
              <a:avLst/>
              <a:gdLst/>
              <a:ahLst/>
              <a:cxnLst/>
              <a:rect l="0" t="0" r="0" b="0"/>
              <a:pathLst>
                <a:path w="110718" h="26639">
                  <a:moveTo>
                    <a:pt x="110718" y="26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24" name="Candidate_receptor__3642">
              <a:extLst>
                <a:ext uri="{FF2B5EF4-FFF2-40B4-BE49-F238E27FC236}">
                  <a16:creationId xmlns:a16="http://schemas.microsoft.com/office/drawing/2014/main" id="{83B04D25-68BD-A46C-F324-28C334F047F8}"/>
                </a:ext>
              </a:extLst>
            </p:cNvPr>
            <p:cNvSpPr>
              <a:spLocks noGrp="1"/>
            </p:cNvSpPr>
            <p:nvPr/>
          </p:nvSpPr>
          <p:spPr>
            <a:xfrm>
              <a:off x="3903671" y="3208726"/>
              <a:ext cx="80036" cy="80511"/>
            </a:xfrm>
            <a:custGeom>
              <a:avLst/>
              <a:gdLst/>
              <a:ahLst/>
              <a:cxnLst/>
              <a:rect l="0" t="0" r="0" b="0"/>
              <a:pathLst>
                <a:path w="80036" h="80511">
                  <a:moveTo>
                    <a:pt x="80036" y="805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25" name="Candidate_receptor__3643">
              <a:extLst>
                <a:ext uri="{FF2B5EF4-FFF2-40B4-BE49-F238E27FC236}">
                  <a16:creationId xmlns:a16="http://schemas.microsoft.com/office/drawing/2014/main" id="{BC6870B4-2CCB-6020-F2EA-C63F09ED5EA7}"/>
                </a:ext>
              </a:extLst>
            </p:cNvPr>
            <p:cNvSpPr>
              <a:spLocks noGrp="1"/>
            </p:cNvSpPr>
            <p:nvPr/>
          </p:nvSpPr>
          <p:spPr>
            <a:xfrm>
              <a:off x="5517849" y="1720477"/>
              <a:ext cx="57565" cy="19439"/>
            </a:xfrm>
            <a:custGeom>
              <a:avLst/>
              <a:gdLst/>
              <a:ahLst/>
              <a:cxnLst/>
              <a:rect l="0" t="0" r="0" b="0"/>
              <a:pathLst>
                <a:path w="57565" h="19439">
                  <a:moveTo>
                    <a:pt x="0" y="0"/>
                  </a:moveTo>
                  <a:lnTo>
                    <a:pt x="57565" y="194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26" name="Candidate_receptor__3644">
              <a:extLst>
                <a:ext uri="{FF2B5EF4-FFF2-40B4-BE49-F238E27FC236}">
                  <a16:creationId xmlns:a16="http://schemas.microsoft.com/office/drawing/2014/main" id="{38B17447-8D22-2BE1-E02E-67468632B960}"/>
                </a:ext>
              </a:extLst>
            </p:cNvPr>
            <p:cNvSpPr>
              <a:spLocks noGrp="1"/>
            </p:cNvSpPr>
            <p:nvPr/>
          </p:nvSpPr>
          <p:spPr>
            <a:xfrm>
              <a:off x="5174868" y="2008970"/>
              <a:ext cx="112899" cy="6808"/>
            </a:xfrm>
            <a:custGeom>
              <a:avLst/>
              <a:gdLst/>
              <a:ahLst/>
              <a:cxnLst/>
              <a:rect l="0" t="0" r="0" b="0"/>
              <a:pathLst>
                <a:path w="112899" h="6808">
                  <a:moveTo>
                    <a:pt x="112899" y="0"/>
                  </a:moveTo>
                  <a:lnTo>
                    <a:pt x="0" y="680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27" name="Candidate_receptor__3645">
              <a:extLst>
                <a:ext uri="{FF2B5EF4-FFF2-40B4-BE49-F238E27FC236}">
                  <a16:creationId xmlns:a16="http://schemas.microsoft.com/office/drawing/2014/main" id="{637F0BD3-9D3F-796C-FA00-0851CE1F3782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357369"/>
              <a:ext cx="31154" cy="94083"/>
            </a:xfrm>
            <a:custGeom>
              <a:avLst/>
              <a:gdLst/>
              <a:ahLst/>
              <a:cxnLst/>
              <a:rect l="0" t="0" r="0" b="0"/>
              <a:pathLst>
                <a:path w="31154" h="94083">
                  <a:moveTo>
                    <a:pt x="31154" y="0"/>
                  </a:moveTo>
                  <a:lnTo>
                    <a:pt x="0" y="94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28" name="Candidate_receptor__3646">
              <a:extLst>
                <a:ext uri="{FF2B5EF4-FFF2-40B4-BE49-F238E27FC236}">
                  <a16:creationId xmlns:a16="http://schemas.microsoft.com/office/drawing/2014/main" id="{90FAD8C7-3DC7-5FEE-8A90-9BBD30472BC3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129909"/>
              <a:ext cx="105291" cy="40897"/>
            </a:xfrm>
            <a:custGeom>
              <a:avLst/>
              <a:gdLst/>
              <a:ahLst/>
              <a:cxnLst/>
              <a:rect l="0" t="0" r="0" b="0"/>
              <a:pathLst>
                <a:path w="105291" h="40897">
                  <a:moveTo>
                    <a:pt x="0" y="0"/>
                  </a:moveTo>
                  <a:lnTo>
                    <a:pt x="105291" y="4089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29" name="Candidate_receptor__3647">
              <a:extLst>
                <a:ext uri="{FF2B5EF4-FFF2-40B4-BE49-F238E27FC236}">
                  <a16:creationId xmlns:a16="http://schemas.microsoft.com/office/drawing/2014/main" id="{39156340-3DFA-3A1F-91BF-55C1C344589F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3067992"/>
              <a:ext cx="35569" cy="85241"/>
            </a:xfrm>
            <a:custGeom>
              <a:avLst/>
              <a:gdLst/>
              <a:ahLst/>
              <a:cxnLst/>
              <a:rect l="0" t="0" r="0" b="0"/>
              <a:pathLst>
                <a:path w="35569" h="85241">
                  <a:moveTo>
                    <a:pt x="35569" y="852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30" name="Candidate_receptor__3648">
              <a:extLst>
                <a:ext uri="{FF2B5EF4-FFF2-40B4-BE49-F238E27FC236}">
                  <a16:creationId xmlns:a16="http://schemas.microsoft.com/office/drawing/2014/main" id="{4A9A8AF9-B67E-1B4B-7BB0-51992CAB52D7}"/>
                </a:ext>
              </a:extLst>
            </p:cNvPr>
            <p:cNvSpPr>
              <a:spLocks noGrp="1"/>
            </p:cNvSpPr>
            <p:nvPr/>
          </p:nvSpPr>
          <p:spPr>
            <a:xfrm>
              <a:off x="5935207" y="2439315"/>
              <a:ext cx="56452" cy="1356"/>
            </a:xfrm>
            <a:custGeom>
              <a:avLst/>
              <a:gdLst/>
              <a:ahLst/>
              <a:cxnLst/>
              <a:rect l="0" t="0" r="0" b="0"/>
              <a:pathLst>
                <a:path w="56452" h="1356">
                  <a:moveTo>
                    <a:pt x="0" y="0"/>
                  </a:moveTo>
                  <a:lnTo>
                    <a:pt x="56452" y="13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31" name="Candidate_receptor__3649">
              <a:extLst>
                <a:ext uri="{FF2B5EF4-FFF2-40B4-BE49-F238E27FC236}">
                  <a16:creationId xmlns:a16="http://schemas.microsoft.com/office/drawing/2014/main" id="{554EBCF2-28B6-399F-BA7E-305C0B4B9C2B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2958322"/>
              <a:ext cx="11189" cy="91758"/>
            </a:xfrm>
            <a:custGeom>
              <a:avLst/>
              <a:gdLst/>
              <a:ahLst/>
              <a:cxnLst/>
              <a:rect l="0" t="0" r="0" b="0"/>
              <a:pathLst>
                <a:path w="11189" h="91758">
                  <a:moveTo>
                    <a:pt x="0" y="91758"/>
                  </a:moveTo>
                  <a:lnTo>
                    <a:pt x="1118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32" name="Candidate_receptor__3650">
              <a:extLst>
                <a:ext uri="{FF2B5EF4-FFF2-40B4-BE49-F238E27FC236}">
                  <a16:creationId xmlns:a16="http://schemas.microsoft.com/office/drawing/2014/main" id="{42B4F5FF-2D33-F812-FE21-259BF246F4A2}"/>
                </a:ext>
              </a:extLst>
            </p:cNvPr>
            <p:cNvSpPr>
              <a:spLocks noGrp="1"/>
            </p:cNvSpPr>
            <p:nvPr/>
          </p:nvSpPr>
          <p:spPr>
            <a:xfrm>
              <a:off x="4995780" y="2709014"/>
              <a:ext cx="49957" cy="20379"/>
            </a:xfrm>
            <a:custGeom>
              <a:avLst/>
              <a:gdLst/>
              <a:ahLst/>
              <a:cxnLst/>
              <a:rect l="0" t="0" r="0" b="0"/>
              <a:pathLst>
                <a:path w="49957" h="20379">
                  <a:moveTo>
                    <a:pt x="0" y="20379"/>
                  </a:moveTo>
                  <a:lnTo>
                    <a:pt x="49957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33" name="Candidate_receptor__3651">
              <a:extLst>
                <a:ext uri="{FF2B5EF4-FFF2-40B4-BE49-F238E27FC236}">
                  <a16:creationId xmlns:a16="http://schemas.microsoft.com/office/drawing/2014/main" id="{890158A6-0454-E85F-1F25-402DED2201A7}"/>
                </a:ext>
              </a:extLst>
            </p:cNvPr>
            <p:cNvSpPr>
              <a:spLocks noGrp="1"/>
            </p:cNvSpPr>
            <p:nvPr/>
          </p:nvSpPr>
          <p:spPr>
            <a:xfrm>
              <a:off x="5694162" y="1679951"/>
              <a:ext cx="59604" cy="79083"/>
            </a:xfrm>
            <a:custGeom>
              <a:avLst/>
              <a:gdLst/>
              <a:ahLst/>
              <a:cxnLst/>
              <a:rect l="0" t="0" r="0" b="0"/>
              <a:pathLst>
                <a:path w="59604" h="79083">
                  <a:moveTo>
                    <a:pt x="0" y="0"/>
                  </a:moveTo>
                  <a:lnTo>
                    <a:pt x="59604" y="79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34" name="Candidate_receptor__3652">
              <a:extLst>
                <a:ext uri="{FF2B5EF4-FFF2-40B4-BE49-F238E27FC236}">
                  <a16:creationId xmlns:a16="http://schemas.microsoft.com/office/drawing/2014/main" id="{77FB4626-D521-5271-FB55-0E443789C0B1}"/>
                </a:ext>
              </a:extLst>
            </p:cNvPr>
            <p:cNvSpPr>
              <a:spLocks noGrp="1"/>
            </p:cNvSpPr>
            <p:nvPr/>
          </p:nvSpPr>
          <p:spPr>
            <a:xfrm>
              <a:off x="4887687" y="2996948"/>
              <a:ext cx="79631" cy="81986"/>
            </a:xfrm>
            <a:custGeom>
              <a:avLst/>
              <a:gdLst/>
              <a:ahLst/>
              <a:cxnLst/>
              <a:rect l="0" t="0" r="0" b="0"/>
              <a:pathLst>
                <a:path w="79631" h="81986">
                  <a:moveTo>
                    <a:pt x="0" y="0"/>
                  </a:moveTo>
                  <a:lnTo>
                    <a:pt x="79631" y="8198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35" name="Candidate_receptor__3653">
              <a:extLst>
                <a:ext uri="{FF2B5EF4-FFF2-40B4-BE49-F238E27FC236}">
                  <a16:creationId xmlns:a16="http://schemas.microsoft.com/office/drawing/2014/main" id="{DCC35714-0ADA-C231-2377-4BE5158C70EF}"/>
                </a:ext>
              </a:extLst>
            </p:cNvPr>
            <p:cNvSpPr>
              <a:spLocks noGrp="1"/>
            </p:cNvSpPr>
            <p:nvPr/>
          </p:nvSpPr>
          <p:spPr>
            <a:xfrm>
              <a:off x="4004869" y="2636799"/>
              <a:ext cx="24438" cy="99742"/>
            </a:xfrm>
            <a:custGeom>
              <a:avLst/>
              <a:gdLst/>
              <a:ahLst/>
              <a:cxnLst/>
              <a:rect l="0" t="0" r="0" b="0"/>
              <a:pathLst>
                <a:path w="24438" h="99742">
                  <a:moveTo>
                    <a:pt x="0" y="99742"/>
                  </a:moveTo>
                  <a:lnTo>
                    <a:pt x="2443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36" name="Candidate_receptor__3654">
              <a:extLst>
                <a:ext uri="{FF2B5EF4-FFF2-40B4-BE49-F238E27FC236}">
                  <a16:creationId xmlns:a16="http://schemas.microsoft.com/office/drawing/2014/main" id="{F5B9E568-D64B-8CF6-A6B2-991DCD37C457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879737"/>
              <a:ext cx="45474" cy="26245"/>
            </a:xfrm>
            <a:custGeom>
              <a:avLst/>
              <a:gdLst/>
              <a:ahLst/>
              <a:cxnLst/>
              <a:rect l="0" t="0" r="0" b="0"/>
              <a:pathLst>
                <a:path w="45474" h="26245">
                  <a:moveTo>
                    <a:pt x="0" y="26245"/>
                  </a:moveTo>
                  <a:lnTo>
                    <a:pt x="4547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37" name="Candidate_receptor__3655">
              <a:extLst>
                <a:ext uri="{FF2B5EF4-FFF2-40B4-BE49-F238E27FC236}">
                  <a16:creationId xmlns:a16="http://schemas.microsoft.com/office/drawing/2014/main" id="{3E4D46DC-0438-A267-5159-F2A0EAA26A27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119888"/>
              <a:ext cx="29072" cy="43103"/>
            </a:xfrm>
            <a:custGeom>
              <a:avLst/>
              <a:gdLst/>
              <a:ahLst/>
              <a:cxnLst/>
              <a:rect l="0" t="0" r="0" b="0"/>
              <a:pathLst>
                <a:path w="29072" h="43103">
                  <a:moveTo>
                    <a:pt x="0" y="0"/>
                  </a:moveTo>
                  <a:lnTo>
                    <a:pt x="29072" y="4310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38" name="Candidate_receptor__3656">
              <a:extLst>
                <a:ext uri="{FF2B5EF4-FFF2-40B4-BE49-F238E27FC236}">
                  <a16:creationId xmlns:a16="http://schemas.microsoft.com/office/drawing/2014/main" id="{031DCFFE-2759-E900-8270-241EEFB7955E}"/>
                </a:ext>
              </a:extLst>
            </p:cNvPr>
            <p:cNvSpPr>
              <a:spLocks noGrp="1"/>
            </p:cNvSpPr>
            <p:nvPr/>
          </p:nvSpPr>
          <p:spPr>
            <a:xfrm>
              <a:off x="3707633" y="3145575"/>
              <a:ext cx="26175" cy="104561"/>
            </a:xfrm>
            <a:custGeom>
              <a:avLst/>
              <a:gdLst/>
              <a:ahLst/>
              <a:cxnLst/>
              <a:rect l="0" t="0" r="0" b="0"/>
              <a:pathLst>
                <a:path w="26175" h="104561">
                  <a:moveTo>
                    <a:pt x="0" y="0"/>
                  </a:moveTo>
                  <a:lnTo>
                    <a:pt x="26175" y="104561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39" name="Candidate_receptor__3657">
              <a:extLst>
                <a:ext uri="{FF2B5EF4-FFF2-40B4-BE49-F238E27FC236}">
                  <a16:creationId xmlns:a16="http://schemas.microsoft.com/office/drawing/2014/main" id="{BB25FDED-5D78-0B43-C862-D95A0A0B2E5F}"/>
                </a:ext>
              </a:extLst>
            </p:cNvPr>
            <p:cNvSpPr>
              <a:spLocks noGrp="1"/>
            </p:cNvSpPr>
            <p:nvPr/>
          </p:nvSpPr>
          <p:spPr>
            <a:xfrm>
              <a:off x="4286007" y="3337140"/>
              <a:ext cx="97956" cy="17861"/>
            </a:xfrm>
            <a:custGeom>
              <a:avLst/>
              <a:gdLst/>
              <a:ahLst/>
              <a:cxnLst/>
              <a:rect l="0" t="0" r="0" b="0"/>
              <a:pathLst>
                <a:path w="97956" h="17861">
                  <a:moveTo>
                    <a:pt x="0" y="17861"/>
                  </a:moveTo>
                  <a:lnTo>
                    <a:pt x="9795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40" name="Candidate_receptor__3658">
              <a:extLst>
                <a:ext uri="{FF2B5EF4-FFF2-40B4-BE49-F238E27FC236}">
                  <a16:creationId xmlns:a16="http://schemas.microsoft.com/office/drawing/2014/main" id="{59B6A77F-9592-8193-BC14-773F855BFE41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575512"/>
              <a:ext cx="30713" cy="25994"/>
            </a:xfrm>
            <a:custGeom>
              <a:avLst/>
              <a:gdLst/>
              <a:ahLst/>
              <a:cxnLst/>
              <a:rect l="0" t="0" r="0" b="0"/>
              <a:pathLst>
                <a:path w="30713" h="25994">
                  <a:moveTo>
                    <a:pt x="0" y="25994"/>
                  </a:moveTo>
                  <a:lnTo>
                    <a:pt x="3071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41" name="Candidate_receptor__3659">
              <a:extLst>
                <a:ext uri="{FF2B5EF4-FFF2-40B4-BE49-F238E27FC236}">
                  <a16:creationId xmlns:a16="http://schemas.microsoft.com/office/drawing/2014/main" id="{B600F6A0-B34C-9097-4CCE-384153318C53}"/>
                </a:ext>
              </a:extLst>
            </p:cNvPr>
            <p:cNvSpPr>
              <a:spLocks noGrp="1"/>
            </p:cNvSpPr>
            <p:nvPr/>
          </p:nvSpPr>
          <p:spPr>
            <a:xfrm>
              <a:off x="5305937" y="2264977"/>
              <a:ext cx="84148" cy="33268"/>
            </a:xfrm>
            <a:custGeom>
              <a:avLst/>
              <a:gdLst/>
              <a:ahLst/>
              <a:cxnLst/>
              <a:rect l="0" t="0" r="0" b="0"/>
              <a:pathLst>
                <a:path w="84148" h="33268">
                  <a:moveTo>
                    <a:pt x="0" y="0"/>
                  </a:moveTo>
                  <a:lnTo>
                    <a:pt x="84148" y="3326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42" name="Candidate_receptor__3660">
              <a:extLst>
                <a:ext uri="{FF2B5EF4-FFF2-40B4-BE49-F238E27FC236}">
                  <a16:creationId xmlns:a16="http://schemas.microsoft.com/office/drawing/2014/main" id="{3ACDEC95-33EB-D384-B265-C98E9F81B986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3050080"/>
              <a:ext cx="20853" cy="78437"/>
            </a:xfrm>
            <a:custGeom>
              <a:avLst/>
              <a:gdLst/>
              <a:ahLst/>
              <a:cxnLst/>
              <a:rect l="0" t="0" r="0" b="0"/>
              <a:pathLst>
                <a:path w="20853" h="78437">
                  <a:moveTo>
                    <a:pt x="20853" y="784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43" name="Candidate_receptor__3661">
              <a:extLst>
                <a:ext uri="{FF2B5EF4-FFF2-40B4-BE49-F238E27FC236}">
                  <a16:creationId xmlns:a16="http://schemas.microsoft.com/office/drawing/2014/main" id="{206AEE9D-18DF-48D3-CE55-CD2607ACB2A8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015778"/>
              <a:ext cx="11025" cy="114132"/>
            </a:xfrm>
            <a:custGeom>
              <a:avLst/>
              <a:gdLst/>
              <a:ahLst/>
              <a:cxnLst/>
              <a:rect l="0" t="0" r="0" b="0"/>
              <a:pathLst>
                <a:path w="11025" h="114132">
                  <a:moveTo>
                    <a:pt x="11025" y="0"/>
                  </a:moveTo>
                  <a:lnTo>
                    <a:pt x="0" y="11413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44" name="Candidate_receptor__3662">
              <a:extLst>
                <a:ext uri="{FF2B5EF4-FFF2-40B4-BE49-F238E27FC236}">
                  <a16:creationId xmlns:a16="http://schemas.microsoft.com/office/drawing/2014/main" id="{E2114067-C601-752A-BCFF-D6D91759C290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790896"/>
              <a:ext cx="67880" cy="66737"/>
            </a:xfrm>
            <a:custGeom>
              <a:avLst/>
              <a:gdLst/>
              <a:ahLst/>
              <a:cxnLst/>
              <a:rect l="0" t="0" r="0" b="0"/>
              <a:pathLst>
                <a:path w="67880" h="66737">
                  <a:moveTo>
                    <a:pt x="67880" y="0"/>
                  </a:moveTo>
                  <a:lnTo>
                    <a:pt x="0" y="6673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45" name="Candidate_receptor__3663">
              <a:extLst>
                <a:ext uri="{FF2B5EF4-FFF2-40B4-BE49-F238E27FC236}">
                  <a16:creationId xmlns:a16="http://schemas.microsoft.com/office/drawing/2014/main" id="{D7147A98-8FD7-FB93-84AD-B56B845E4E3A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355002"/>
              <a:ext cx="22396" cy="103107"/>
            </a:xfrm>
            <a:custGeom>
              <a:avLst/>
              <a:gdLst/>
              <a:ahLst/>
              <a:cxnLst/>
              <a:rect l="0" t="0" r="0" b="0"/>
              <a:pathLst>
                <a:path w="22396" h="103107">
                  <a:moveTo>
                    <a:pt x="0" y="103107"/>
                  </a:moveTo>
                  <a:lnTo>
                    <a:pt x="2239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46" name="Candidate_receptor__3664">
              <a:extLst>
                <a:ext uri="{FF2B5EF4-FFF2-40B4-BE49-F238E27FC236}">
                  <a16:creationId xmlns:a16="http://schemas.microsoft.com/office/drawing/2014/main" id="{EB5EAC46-4702-0CD3-344D-03D62F0A0DB8}"/>
                </a:ext>
              </a:extLst>
            </p:cNvPr>
            <p:cNvSpPr>
              <a:spLocks noGrp="1"/>
            </p:cNvSpPr>
            <p:nvPr/>
          </p:nvSpPr>
          <p:spPr>
            <a:xfrm>
              <a:off x="3856392" y="2439125"/>
              <a:ext cx="25246" cy="26255"/>
            </a:xfrm>
            <a:custGeom>
              <a:avLst/>
              <a:gdLst/>
              <a:ahLst/>
              <a:cxnLst/>
              <a:rect l="0" t="0" r="0" b="0"/>
              <a:pathLst>
                <a:path w="25246" h="26255">
                  <a:moveTo>
                    <a:pt x="0" y="0"/>
                  </a:moveTo>
                  <a:lnTo>
                    <a:pt x="25246" y="2625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47" name="Candidate_receptor__3665">
              <a:extLst>
                <a:ext uri="{FF2B5EF4-FFF2-40B4-BE49-F238E27FC236}">
                  <a16:creationId xmlns:a16="http://schemas.microsoft.com/office/drawing/2014/main" id="{D0AD5B8E-5498-2A2D-CEF3-D2CE2A6C7B2B}"/>
                </a:ext>
              </a:extLst>
            </p:cNvPr>
            <p:cNvSpPr>
              <a:spLocks noGrp="1"/>
            </p:cNvSpPr>
            <p:nvPr/>
          </p:nvSpPr>
          <p:spPr>
            <a:xfrm>
              <a:off x="5872387" y="2531537"/>
              <a:ext cx="31383" cy="18467"/>
            </a:xfrm>
            <a:custGeom>
              <a:avLst/>
              <a:gdLst/>
              <a:ahLst/>
              <a:cxnLst/>
              <a:rect l="0" t="0" r="0" b="0"/>
              <a:pathLst>
                <a:path w="31383" h="18467">
                  <a:moveTo>
                    <a:pt x="0" y="0"/>
                  </a:moveTo>
                  <a:lnTo>
                    <a:pt x="31383" y="184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48" name="Candidate_receptor__3666">
              <a:extLst>
                <a:ext uri="{FF2B5EF4-FFF2-40B4-BE49-F238E27FC236}">
                  <a16:creationId xmlns:a16="http://schemas.microsoft.com/office/drawing/2014/main" id="{DCDEA842-7F10-6FB7-E0A1-BC0352894BAE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187363"/>
              <a:ext cx="89020" cy="22744"/>
            </a:xfrm>
            <a:custGeom>
              <a:avLst/>
              <a:gdLst/>
              <a:ahLst/>
              <a:cxnLst/>
              <a:rect l="0" t="0" r="0" b="0"/>
              <a:pathLst>
                <a:path w="89020" h="22744">
                  <a:moveTo>
                    <a:pt x="0" y="22744"/>
                  </a:moveTo>
                  <a:lnTo>
                    <a:pt x="8902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49" name="Candidate_receptor__3667">
              <a:extLst>
                <a:ext uri="{FF2B5EF4-FFF2-40B4-BE49-F238E27FC236}">
                  <a16:creationId xmlns:a16="http://schemas.microsoft.com/office/drawing/2014/main" id="{C41FBB4C-8A7B-64E0-5100-2DECB4522301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65998" cy="22634"/>
            </a:xfrm>
            <a:custGeom>
              <a:avLst/>
              <a:gdLst/>
              <a:ahLst/>
              <a:cxnLst/>
              <a:rect l="0" t="0" r="0" b="0"/>
              <a:pathLst>
                <a:path w="65998" h="22634">
                  <a:moveTo>
                    <a:pt x="0" y="0"/>
                  </a:moveTo>
                  <a:lnTo>
                    <a:pt x="65998" y="2263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50" name="Candidate_receptor__3668">
              <a:extLst>
                <a:ext uri="{FF2B5EF4-FFF2-40B4-BE49-F238E27FC236}">
                  <a16:creationId xmlns:a16="http://schemas.microsoft.com/office/drawing/2014/main" id="{7E7AEFA2-9842-6D59-EB1F-5B4109BB765A}"/>
                </a:ext>
              </a:extLst>
            </p:cNvPr>
            <p:cNvSpPr>
              <a:spLocks noGrp="1"/>
            </p:cNvSpPr>
            <p:nvPr/>
          </p:nvSpPr>
          <p:spPr>
            <a:xfrm>
              <a:off x="5269135" y="2170806"/>
              <a:ext cx="36802" cy="94170"/>
            </a:xfrm>
            <a:custGeom>
              <a:avLst/>
              <a:gdLst/>
              <a:ahLst/>
              <a:cxnLst/>
              <a:rect l="0" t="0" r="0" b="0"/>
              <a:pathLst>
                <a:path w="36802" h="94170">
                  <a:moveTo>
                    <a:pt x="0" y="0"/>
                  </a:moveTo>
                  <a:lnTo>
                    <a:pt x="36802" y="9417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51" name="Candidate_receptor__3669">
              <a:extLst>
                <a:ext uri="{FF2B5EF4-FFF2-40B4-BE49-F238E27FC236}">
                  <a16:creationId xmlns:a16="http://schemas.microsoft.com/office/drawing/2014/main" id="{C5E53949-DCA4-BC7E-35D9-C7843823972B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62962"/>
              <a:ext cx="40678" cy="107624"/>
            </a:xfrm>
            <a:custGeom>
              <a:avLst/>
              <a:gdLst/>
              <a:ahLst/>
              <a:cxnLst/>
              <a:rect l="0" t="0" r="0" b="0"/>
              <a:pathLst>
                <a:path w="40678" h="107624">
                  <a:moveTo>
                    <a:pt x="40678" y="107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52" name="Candidate_receptor__3670">
              <a:extLst>
                <a:ext uri="{FF2B5EF4-FFF2-40B4-BE49-F238E27FC236}">
                  <a16:creationId xmlns:a16="http://schemas.microsoft.com/office/drawing/2014/main" id="{B9355F07-3783-F70B-E051-7FE527FB26A0}"/>
                </a:ext>
              </a:extLst>
            </p:cNvPr>
            <p:cNvSpPr>
              <a:spLocks noGrp="1"/>
            </p:cNvSpPr>
            <p:nvPr/>
          </p:nvSpPr>
          <p:spPr>
            <a:xfrm>
              <a:off x="5692506" y="2113263"/>
              <a:ext cx="105699" cy="45567"/>
            </a:xfrm>
            <a:custGeom>
              <a:avLst/>
              <a:gdLst/>
              <a:ahLst/>
              <a:cxnLst/>
              <a:rect l="0" t="0" r="0" b="0"/>
              <a:pathLst>
                <a:path w="105699" h="45567">
                  <a:moveTo>
                    <a:pt x="105699" y="0"/>
                  </a:moveTo>
                  <a:lnTo>
                    <a:pt x="0" y="455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53" name="Candidate_receptor__3671">
              <a:extLst>
                <a:ext uri="{FF2B5EF4-FFF2-40B4-BE49-F238E27FC236}">
                  <a16:creationId xmlns:a16="http://schemas.microsoft.com/office/drawing/2014/main" id="{28D89007-FFEF-76E7-BE1C-802348D6AF30}"/>
                </a:ext>
              </a:extLst>
            </p:cNvPr>
            <p:cNvSpPr>
              <a:spLocks noGrp="1"/>
            </p:cNvSpPr>
            <p:nvPr/>
          </p:nvSpPr>
          <p:spPr>
            <a:xfrm>
              <a:off x="5575414" y="1739916"/>
              <a:ext cx="59391" cy="87555"/>
            </a:xfrm>
            <a:custGeom>
              <a:avLst/>
              <a:gdLst/>
              <a:ahLst/>
              <a:cxnLst/>
              <a:rect l="0" t="0" r="0" b="0"/>
              <a:pathLst>
                <a:path w="59391" h="87555">
                  <a:moveTo>
                    <a:pt x="0" y="0"/>
                  </a:moveTo>
                  <a:lnTo>
                    <a:pt x="59391" y="8755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54" name="Candidate_receptor__3672">
              <a:extLst>
                <a:ext uri="{FF2B5EF4-FFF2-40B4-BE49-F238E27FC236}">
                  <a16:creationId xmlns:a16="http://schemas.microsoft.com/office/drawing/2014/main" id="{17757483-7109-78FF-CFF5-11F87017C127}"/>
                </a:ext>
              </a:extLst>
            </p:cNvPr>
            <p:cNvSpPr>
              <a:spLocks noGrp="1"/>
            </p:cNvSpPr>
            <p:nvPr/>
          </p:nvSpPr>
          <p:spPr>
            <a:xfrm>
              <a:off x="4029307" y="2560735"/>
              <a:ext cx="83670" cy="76064"/>
            </a:xfrm>
            <a:custGeom>
              <a:avLst/>
              <a:gdLst/>
              <a:ahLst/>
              <a:cxnLst/>
              <a:rect l="0" t="0" r="0" b="0"/>
              <a:pathLst>
                <a:path w="83670" h="76064">
                  <a:moveTo>
                    <a:pt x="0" y="76064"/>
                  </a:moveTo>
                  <a:lnTo>
                    <a:pt x="8367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55" name="Candidate_receptor__3673">
              <a:extLst>
                <a:ext uri="{FF2B5EF4-FFF2-40B4-BE49-F238E27FC236}">
                  <a16:creationId xmlns:a16="http://schemas.microsoft.com/office/drawing/2014/main" id="{B3EAF342-DC1A-9FB7-4BDD-28B9ABB1759D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38974"/>
              <a:ext cx="74606" cy="58578"/>
            </a:xfrm>
            <a:custGeom>
              <a:avLst/>
              <a:gdLst/>
              <a:ahLst/>
              <a:cxnLst/>
              <a:rect l="0" t="0" r="0" b="0"/>
              <a:pathLst>
                <a:path w="74606" h="58578">
                  <a:moveTo>
                    <a:pt x="74606" y="0"/>
                  </a:moveTo>
                  <a:lnTo>
                    <a:pt x="0" y="5857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56" name="Candidate_receptor__3674">
              <a:extLst>
                <a:ext uri="{FF2B5EF4-FFF2-40B4-BE49-F238E27FC236}">
                  <a16:creationId xmlns:a16="http://schemas.microsoft.com/office/drawing/2014/main" id="{B75996C6-FCC7-5FEC-3374-62FB1D883971}"/>
                </a:ext>
              </a:extLst>
            </p:cNvPr>
            <p:cNvSpPr>
              <a:spLocks noGrp="1"/>
            </p:cNvSpPr>
            <p:nvPr/>
          </p:nvSpPr>
          <p:spPr>
            <a:xfrm>
              <a:off x="4837120" y="2814993"/>
              <a:ext cx="86327" cy="29264"/>
            </a:xfrm>
            <a:custGeom>
              <a:avLst/>
              <a:gdLst/>
              <a:ahLst/>
              <a:cxnLst/>
              <a:rect l="0" t="0" r="0" b="0"/>
              <a:pathLst>
                <a:path w="86327" h="29264">
                  <a:moveTo>
                    <a:pt x="0" y="0"/>
                  </a:moveTo>
                  <a:lnTo>
                    <a:pt x="86327" y="2926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57" name="Candidate_receptor__3675">
              <a:extLst>
                <a:ext uri="{FF2B5EF4-FFF2-40B4-BE49-F238E27FC236}">
                  <a16:creationId xmlns:a16="http://schemas.microsoft.com/office/drawing/2014/main" id="{E02B9E2E-AEB0-9A62-6527-8C556460CF8A}"/>
                </a:ext>
              </a:extLst>
            </p:cNvPr>
            <p:cNvSpPr>
              <a:spLocks noGrp="1"/>
            </p:cNvSpPr>
            <p:nvPr/>
          </p:nvSpPr>
          <p:spPr>
            <a:xfrm>
              <a:off x="4605674" y="3006437"/>
              <a:ext cx="39341" cy="11812"/>
            </a:xfrm>
            <a:custGeom>
              <a:avLst/>
              <a:gdLst/>
              <a:ahLst/>
              <a:cxnLst/>
              <a:rect l="0" t="0" r="0" b="0"/>
              <a:pathLst>
                <a:path w="39341" h="11812">
                  <a:moveTo>
                    <a:pt x="0" y="0"/>
                  </a:moveTo>
                  <a:lnTo>
                    <a:pt x="39341" y="1181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58" name="Candidate_receptor__3676">
              <a:extLst>
                <a:ext uri="{FF2B5EF4-FFF2-40B4-BE49-F238E27FC236}">
                  <a16:creationId xmlns:a16="http://schemas.microsoft.com/office/drawing/2014/main" id="{26D3A9E9-1423-C7E0-553C-DFCE1445180D}"/>
                </a:ext>
              </a:extLst>
            </p:cNvPr>
            <p:cNvSpPr>
              <a:spLocks noGrp="1"/>
            </p:cNvSpPr>
            <p:nvPr/>
          </p:nvSpPr>
          <p:spPr>
            <a:xfrm>
              <a:off x="5998619" y="2260197"/>
              <a:ext cx="47583" cy="62311"/>
            </a:xfrm>
            <a:custGeom>
              <a:avLst/>
              <a:gdLst/>
              <a:ahLst/>
              <a:cxnLst/>
              <a:rect l="0" t="0" r="0" b="0"/>
              <a:pathLst>
                <a:path w="47583" h="62311">
                  <a:moveTo>
                    <a:pt x="47583" y="623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59" name="Candidate_receptor__3677">
              <a:extLst>
                <a:ext uri="{FF2B5EF4-FFF2-40B4-BE49-F238E27FC236}">
                  <a16:creationId xmlns:a16="http://schemas.microsoft.com/office/drawing/2014/main" id="{840FB27B-E464-BB3E-095A-DB15782710E1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32660"/>
              <a:ext cx="100463" cy="54413"/>
            </a:xfrm>
            <a:custGeom>
              <a:avLst/>
              <a:gdLst/>
              <a:ahLst/>
              <a:cxnLst/>
              <a:rect l="0" t="0" r="0" b="0"/>
              <a:pathLst>
                <a:path w="100463" h="54413">
                  <a:moveTo>
                    <a:pt x="100463" y="0"/>
                  </a:moveTo>
                  <a:lnTo>
                    <a:pt x="0" y="54413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60" name="Candidate_receptor__3678">
              <a:extLst>
                <a:ext uri="{FF2B5EF4-FFF2-40B4-BE49-F238E27FC236}">
                  <a16:creationId xmlns:a16="http://schemas.microsoft.com/office/drawing/2014/main" id="{E011F689-AA14-4520-32A4-F27BC7E5062C}"/>
                </a:ext>
              </a:extLst>
            </p:cNvPr>
            <p:cNvSpPr>
              <a:spLocks noGrp="1"/>
            </p:cNvSpPr>
            <p:nvPr/>
          </p:nvSpPr>
          <p:spPr>
            <a:xfrm>
              <a:off x="4990336" y="3296928"/>
              <a:ext cx="82271" cy="68099"/>
            </a:xfrm>
            <a:custGeom>
              <a:avLst/>
              <a:gdLst/>
              <a:ahLst/>
              <a:cxnLst/>
              <a:rect l="0" t="0" r="0" b="0"/>
              <a:pathLst>
                <a:path w="82271" h="68099">
                  <a:moveTo>
                    <a:pt x="0" y="0"/>
                  </a:moveTo>
                  <a:lnTo>
                    <a:pt x="82271" y="6809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61" name="Candidate_receptor__3679">
              <a:extLst>
                <a:ext uri="{FF2B5EF4-FFF2-40B4-BE49-F238E27FC236}">
                  <a16:creationId xmlns:a16="http://schemas.microsoft.com/office/drawing/2014/main" id="{53EE8624-B335-DAB5-3BE1-E6C29B9B7A7B}"/>
                </a:ext>
              </a:extLst>
            </p:cNvPr>
            <p:cNvSpPr>
              <a:spLocks noGrp="1"/>
            </p:cNvSpPr>
            <p:nvPr/>
          </p:nvSpPr>
          <p:spPr>
            <a:xfrm>
              <a:off x="5287768" y="2008970"/>
              <a:ext cx="69728" cy="805"/>
            </a:xfrm>
            <a:custGeom>
              <a:avLst/>
              <a:gdLst/>
              <a:ahLst/>
              <a:cxnLst/>
              <a:rect l="0" t="0" r="0" b="0"/>
              <a:pathLst>
                <a:path w="69728" h="805">
                  <a:moveTo>
                    <a:pt x="69728" y="8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62" name="Candidate_receptor__3680">
              <a:extLst>
                <a:ext uri="{FF2B5EF4-FFF2-40B4-BE49-F238E27FC236}">
                  <a16:creationId xmlns:a16="http://schemas.microsoft.com/office/drawing/2014/main" id="{9EFA918A-ED26-60D4-7433-108E194D6E73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624" cy="49613"/>
            </a:xfrm>
            <a:custGeom>
              <a:avLst/>
              <a:gdLst/>
              <a:ahLst/>
              <a:cxnLst/>
              <a:rect l="0" t="0" r="0" b="0"/>
              <a:pathLst>
                <a:path w="95624" h="49613">
                  <a:moveTo>
                    <a:pt x="0" y="0"/>
                  </a:moveTo>
                  <a:lnTo>
                    <a:pt x="95624" y="4961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63" name="Candidate_receptor__3681">
              <a:extLst>
                <a:ext uri="{FF2B5EF4-FFF2-40B4-BE49-F238E27FC236}">
                  <a16:creationId xmlns:a16="http://schemas.microsoft.com/office/drawing/2014/main" id="{F43D361D-08B5-9BA7-96C4-11E59231A100}"/>
                </a:ext>
              </a:extLst>
            </p:cNvPr>
            <p:cNvSpPr>
              <a:spLocks noGrp="1"/>
            </p:cNvSpPr>
            <p:nvPr/>
          </p:nvSpPr>
          <p:spPr>
            <a:xfrm>
              <a:off x="5139806" y="2558936"/>
              <a:ext cx="89368" cy="62885"/>
            </a:xfrm>
            <a:custGeom>
              <a:avLst/>
              <a:gdLst/>
              <a:ahLst/>
              <a:cxnLst/>
              <a:rect l="0" t="0" r="0" b="0"/>
              <a:pathLst>
                <a:path w="89368" h="62885">
                  <a:moveTo>
                    <a:pt x="0" y="62885"/>
                  </a:moveTo>
                  <a:lnTo>
                    <a:pt x="89368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64" name="Candidate_receptor__3682">
              <a:extLst>
                <a:ext uri="{FF2B5EF4-FFF2-40B4-BE49-F238E27FC236}">
                  <a16:creationId xmlns:a16="http://schemas.microsoft.com/office/drawing/2014/main" id="{6A5938EB-1F35-07E6-9663-A5CCDD630F92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520007"/>
              <a:ext cx="80704" cy="75679"/>
            </a:xfrm>
            <a:custGeom>
              <a:avLst/>
              <a:gdLst/>
              <a:ahLst/>
              <a:cxnLst/>
              <a:rect l="0" t="0" r="0" b="0"/>
              <a:pathLst>
                <a:path w="80704" h="75679">
                  <a:moveTo>
                    <a:pt x="0" y="0"/>
                  </a:moveTo>
                  <a:lnTo>
                    <a:pt x="80704" y="7567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65" name="Candidate_receptor__3683">
              <a:extLst>
                <a:ext uri="{FF2B5EF4-FFF2-40B4-BE49-F238E27FC236}">
                  <a16:creationId xmlns:a16="http://schemas.microsoft.com/office/drawing/2014/main" id="{EB0B7968-1AC7-9653-8D3A-F1EBA0D19909}"/>
                </a:ext>
              </a:extLst>
            </p:cNvPr>
            <p:cNvSpPr>
              <a:spLocks noGrp="1"/>
            </p:cNvSpPr>
            <p:nvPr/>
          </p:nvSpPr>
          <p:spPr>
            <a:xfrm>
              <a:off x="5269479" y="2855415"/>
              <a:ext cx="20585" cy="83720"/>
            </a:xfrm>
            <a:custGeom>
              <a:avLst/>
              <a:gdLst/>
              <a:ahLst/>
              <a:cxnLst/>
              <a:rect l="0" t="0" r="0" b="0"/>
              <a:pathLst>
                <a:path w="20585" h="83720">
                  <a:moveTo>
                    <a:pt x="20585" y="0"/>
                  </a:moveTo>
                  <a:lnTo>
                    <a:pt x="0" y="8372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66" name="Candidate_receptor__3684">
              <a:extLst>
                <a:ext uri="{FF2B5EF4-FFF2-40B4-BE49-F238E27FC236}">
                  <a16:creationId xmlns:a16="http://schemas.microsoft.com/office/drawing/2014/main" id="{17ABAA0F-68EE-B71D-3BFD-83EF1086C9C7}"/>
                </a:ext>
              </a:extLst>
            </p:cNvPr>
            <p:cNvSpPr>
              <a:spLocks noGrp="1"/>
            </p:cNvSpPr>
            <p:nvPr/>
          </p:nvSpPr>
          <p:spPr>
            <a:xfrm>
              <a:off x="5991659" y="2440671"/>
              <a:ext cx="54979" cy="98059"/>
            </a:xfrm>
            <a:custGeom>
              <a:avLst/>
              <a:gdLst/>
              <a:ahLst/>
              <a:cxnLst/>
              <a:rect l="0" t="0" r="0" b="0"/>
              <a:pathLst>
                <a:path w="54979" h="98059">
                  <a:moveTo>
                    <a:pt x="0" y="0"/>
                  </a:moveTo>
                  <a:lnTo>
                    <a:pt x="54979" y="9805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67" name="Candidate_receptor__3685">
              <a:extLst>
                <a:ext uri="{FF2B5EF4-FFF2-40B4-BE49-F238E27FC236}">
                  <a16:creationId xmlns:a16="http://schemas.microsoft.com/office/drawing/2014/main" id="{AEBFFECD-BA16-2212-ECE3-A245E7F02D9E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87073"/>
              <a:ext cx="48338" cy="103823"/>
            </a:xfrm>
            <a:custGeom>
              <a:avLst/>
              <a:gdLst/>
              <a:ahLst/>
              <a:cxnLst/>
              <a:rect l="0" t="0" r="0" b="0"/>
              <a:pathLst>
                <a:path w="48338" h="103823">
                  <a:moveTo>
                    <a:pt x="0" y="0"/>
                  </a:moveTo>
                  <a:lnTo>
                    <a:pt x="48338" y="103823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68" name="Candidate_receptor__3686">
              <a:extLst>
                <a:ext uri="{FF2B5EF4-FFF2-40B4-BE49-F238E27FC236}">
                  <a16:creationId xmlns:a16="http://schemas.microsoft.com/office/drawing/2014/main" id="{296269A1-65C6-D5C6-3FE9-6ED024AE24A3}"/>
                </a:ext>
              </a:extLst>
            </p:cNvPr>
            <p:cNvSpPr>
              <a:spLocks noGrp="1"/>
            </p:cNvSpPr>
            <p:nvPr/>
          </p:nvSpPr>
          <p:spPr>
            <a:xfrm>
              <a:off x="5120314" y="3223592"/>
              <a:ext cx="80097" cy="47672"/>
            </a:xfrm>
            <a:custGeom>
              <a:avLst/>
              <a:gdLst/>
              <a:ahLst/>
              <a:cxnLst/>
              <a:rect l="0" t="0" r="0" b="0"/>
              <a:pathLst>
                <a:path w="80097" h="47672">
                  <a:moveTo>
                    <a:pt x="0" y="0"/>
                  </a:moveTo>
                  <a:lnTo>
                    <a:pt x="80097" y="47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69" name="Candidate_receptor__3687">
              <a:extLst>
                <a:ext uri="{FF2B5EF4-FFF2-40B4-BE49-F238E27FC236}">
                  <a16:creationId xmlns:a16="http://schemas.microsoft.com/office/drawing/2014/main" id="{C19569FF-5BA1-6D0C-10C8-5ECCCC550D82}"/>
                </a:ext>
              </a:extLst>
            </p:cNvPr>
            <p:cNvSpPr>
              <a:spLocks noGrp="1"/>
            </p:cNvSpPr>
            <p:nvPr/>
          </p:nvSpPr>
          <p:spPr>
            <a:xfrm>
              <a:off x="4378251" y="2570655"/>
              <a:ext cx="8765" cy="9006"/>
            </a:xfrm>
            <a:custGeom>
              <a:avLst/>
              <a:gdLst/>
              <a:ahLst/>
              <a:cxnLst/>
              <a:rect l="0" t="0" r="0" b="0"/>
              <a:pathLst>
                <a:path w="8765" h="9006">
                  <a:moveTo>
                    <a:pt x="8765" y="9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70" name="Candidate_receptor__3688">
              <a:extLst>
                <a:ext uri="{FF2B5EF4-FFF2-40B4-BE49-F238E27FC236}">
                  <a16:creationId xmlns:a16="http://schemas.microsoft.com/office/drawing/2014/main" id="{BA92437B-2C55-9E80-5047-710313EBB5F6}"/>
                </a:ext>
              </a:extLst>
            </p:cNvPr>
            <p:cNvSpPr>
              <a:spLocks noGrp="1"/>
            </p:cNvSpPr>
            <p:nvPr/>
          </p:nvSpPr>
          <p:spPr>
            <a:xfrm>
              <a:off x="5615300" y="2082837"/>
              <a:ext cx="77205" cy="75993"/>
            </a:xfrm>
            <a:custGeom>
              <a:avLst/>
              <a:gdLst/>
              <a:ahLst/>
              <a:cxnLst/>
              <a:rect l="0" t="0" r="0" b="0"/>
              <a:pathLst>
                <a:path w="77205" h="75993">
                  <a:moveTo>
                    <a:pt x="77205" y="759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71" name="Candidate_receptor__3689">
              <a:extLst>
                <a:ext uri="{FF2B5EF4-FFF2-40B4-BE49-F238E27FC236}">
                  <a16:creationId xmlns:a16="http://schemas.microsoft.com/office/drawing/2014/main" id="{ADC9BA86-2BD8-DBDA-B46F-31D0D66AB207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760720"/>
              <a:ext cx="99087" cy="58644"/>
            </a:xfrm>
            <a:custGeom>
              <a:avLst/>
              <a:gdLst/>
              <a:ahLst/>
              <a:cxnLst/>
              <a:rect l="0" t="0" r="0" b="0"/>
              <a:pathLst>
                <a:path w="99087" h="58644">
                  <a:moveTo>
                    <a:pt x="0" y="0"/>
                  </a:moveTo>
                  <a:lnTo>
                    <a:pt x="99087" y="5864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72" name="Candidate_receptor__3690">
              <a:extLst>
                <a:ext uri="{FF2B5EF4-FFF2-40B4-BE49-F238E27FC236}">
                  <a16:creationId xmlns:a16="http://schemas.microsoft.com/office/drawing/2014/main" id="{9CAB2DD5-17D7-90D5-A46E-85E366A2FD70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296928"/>
              <a:ext cx="76788" cy="85166"/>
            </a:xfrm>
            <a:custGeom>
              <a:avLst/>
              <a:gdLst/>
              <a:ahLst/>
              <a:cxnLst/>
              <a:rect l="0" t="0" r="0" b="0"/>
              <a:pathLst>
                <a:path w="76788" h="85166">
                  <a:moveTo>
                    <a:pt x="0" y="85166"/>
                  </a:moveTo>
                  <a:lnTo>
                    <a:pt x="76788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73" name="Candidate_receptor__3691">
              <a:extLst>
                <a:ext uri="{FF2B5EF4-FFF2-40B4-BE49-F238E27FC236}">
                  <a16:creationId xmlns:a16="http://schemas.microsoft.com/office/drawing/2014/main" id="{6E755E8F-9654-8887-6BE6-E1764A150B92}"/>
                </a:ext>
              </a:extLst>
            </p:cNvPr>
            <p:cNvSpPr>
              <a:spLocks noGrp="1"/>
            </p:cNvSpPr>
            <p:nvPr/>
          </p:nvSpPr>
          <p:spPr>
            <a:xfrm>
              <a:off x="4672157" y="2879737"/>
              <a:ext cx="94903" cy="62980"/>
            </a:xfrm>
            <a:custGeom>
              <a:avLst/>
              <a:gdLst/>
              <a:ahLst/>
              <a:cxnLst/>
              <a:rect l="0" t="0" r="0" b="0"/>
              <a:pathLst>
                <a:path w="94903" h="62980">
                  <a:moveTo>
                    <a:pt x="0" y="0"/>
                  </a:moveTo>
                  <a:lnTo>
                    <a:pt x="94903" y="6298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74" name="Candidate_receptor__3692">
              <a:extLst>
                <a:ext uri="{FF2B5EF4-FFF2-40B4-BE49-F238E27FC236}">
                  <a16:creationId xmlns:a16="http://schemas.microsoft.com/office/drawing/2014/main" id="{4F4DA640-E655-B6E7-C9CD-1B4AD5BDB454}"/>
                </a:ext>
              </a:extLst>
            </p:cNvPr>
            <p:cNvSpPr>
              <a:spLocks noGrp="1"/>
            </p:cNvSpPr>
            <p:nvPr/>
          </p:nvSpPr>
          <p:spPr>
            <a:xfrm>
              <a:off x="4366876" y="3072618"/>
              <a:ext cx="1363" cy="114745"/>
            </a:xfrm>
            <a:custGeom>
              <a:avLst/>
              <a:gdLst/>
              <a:ahLst/>
              <a:cxnLst/>
              <a:rect l="0" t="0" r="0" b="0"/>
              <a:pathLst>
                <a:path w="1363" h="114745">
                  <a:moveTo>
                    <a:pt x="0" y="114745"/>
                  </a:moveTo>
                  <a:lnTo>
                    <a:pt x="136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75" name="Candidate_receptor__3693">
              <a:extLst>
                <a:ext uri="{FF2B5EF4-FFF2-40B4-BE49-F238E27FC236}">
                  <a16:creationId xmlns:a16="http://schemas.microsoft.com/office/drawing/2014/main" id="{167DF411-A712-CC0C-EDCE-3E3A9E8CDBF4}"/>
                </a:ext>
              </a:extLst>
            </p:cNvPr>
            <p:cNvSpPr>
              <a:spLocks noGrp="1"/>
            </p:cNvSpPr>
            <p:nvPr/>
          </p:nvSpPr>
          <p:spPr>
            <a:xfrm>
              <a:off x="5807179" y="2442393"/>
              <a:ext cx="65208" cy="89145"/>
            </a:xfrm>
            <a:custGeom>
              <a:avLst/>
              <a:gdLst/>
              <a:ahLst/>
              <a:cxnLst/>
              <a:rect l="0" t="0" r="0" b="0"/>
              <a:pathLst>
                <a:path w="65208" h="89145">
                  <a:moveTo>
                    <a:pt x="0" y="0"/>
                  </a:moveTo>
                  <a:lnTo>
                    <a:pt x="65208" y="8914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76" name="Candidate_receptor__3694">
              <a:extLst>
                <a:ext uri="{FF2B5EF4-FFF2-40B4-BE49-F238E27FC236}">
                  <a16:creationId xmlns:a16="http://schemas.microsoft.com/office/drawing/2014/main" id="{2CDE5D4D-43DB-6830-4402-8A83030434DB}"/>
                </a:ext>
              </a:extLst>
            </p:cNvPr>
            <p:cNvSpPr>
              <a:spLocks noGrp="1"/>
            </p:cNvSpPr>
            <p:nvPr/>
          </p:nvSpPr>
          <p:spPr>
            <a:xfrm>
              <a:off x="5035042" y="2575512"/>
              <a:ext cx="104764" cy="46309"/>
            </a:xfrm>
            <a:custGeom>
              <a:avLst/>
              <a:gdLst/>
              <a:ahLst/>
              <a:cxnLst/>
              <a:rect l="0" t="0" r="0" b="0"/>
              <a:pathLst>
                <a:path w="104764" h="46309">
                  <a:moveTo>
                    <a:pt x="0" y="0"/>
                  </a:moveTo>
                  <a:lnTo>
                    <a:pt x="104764" y="4630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77" name="Candidate_receptor__3695">
              <a:extLst>
                <a:ext uri="{FF2B5EF4-FFF2-40B4-BE49-F238E27FC236}">
                  <a16:creationId xmlns:a16="http://schemas.microsoft.com/office/drawing/2014/main" id="{E698D53A-E233-6530-4273-D7607539E993}"/>
                </a:ext>
              </a:extLst>
            </p:cNvPr>
            <p:cNvSpPr>
              <a:spLocks noGrp="1"/>
            </p:cNvSpPr>
            <p:nvPr/>
          </p:nvSpPr>
          <p:spPr>
            <a:xfrm>
              <a:off x="5357495" y="2009774"/>
              <a:ext cx="80426" cy="71791"/>
            </a:xfrm>
            <a:custGeom>
              <a:avLst/>
              <a:gdLst/>
              <a:ahLst/>
              <a:cxnLst/>
              <a:rect l="0" t="0" r="0" b="0"/>
              <a:pathLst>
                <a:path w="80426" h="71791">
                  <a:moveTo>
                    <a:pt x="80426" y="717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78" name="Candidate_receptor__3696">
              <a:extLst>
                <a:ext uri="{FF2B5EF4-FFF2-40B4-BE49-F238E27FC236}">
                  <a16:creationId xmlns:a16="http://schemas.microsoft.com/office/drawing/2014/main" id="{EB6D42CD-B404-DE1D-8664-B2B62552471D}"/>
                </a:ext>
              </a:extLst>
            </p:cNvPr>
            <p:cNvSpPr>
              <a:spLocks noGrp="1"/>
            </p:cNvSpPr>
            <p:nvPr/>
          </p:nvSpPr>
          <p:spPr>
            <a:xfrm>
              <a:off x="4510359" y="2958322"/>
              <a:ext cx="95316" cy="48114"/>
            </a:xfrm>
            <a:custGeom>
              <a:avLst/>
              <a:gdLst/>
              <a:ahLst/>
              <a:cxnLst/>
              <a:rect l="0" t="0" r="0" b="0"/>
              <a:pathLst>
                <a:path w="95316" h="48114">
                  <a:moveTo>
                    <a:pt x="0" y="0"/>
                  </a:moveTo>
                  <a:lnTo>
                    <a:pt x="95316" y="4811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79" name="Candidate_receptor__3697">
              <a:extLst>
                <a:ext uri="{FF2B5EF4-FFF2-40B4-BE49-F238E27FC236}">
                  <a16:creationId xmlns:a16="http://schemas.microsoft.com/office/drawing/2014/main" id="{8BD81CE2-9923-79AF-7FD8-F6FDC6FBEB45}"/>
                </a:ext>
              </a:extLst>
            </p:cNvPr>
            <p:cNvSpPr>
              <a:spLocks noGrp="1"/>
            </p:cNvSpPr>
            <p:nvPr/>
          </p:nvSpPr>
          <p:spPr>
            <a:xfrm>
              <a:off x="3783033" y="2595686"/>
              <a:ext cx="21823" cy="80204"/>
            </a:xfrm>
            <a:custGeom>
              <a:avLst/>
              <a:gdLst/>
              <a:ahLst/>
              <a:cxnLst/>
              <a:rect l="0" t="0" r="0" b="0"/>
              <a:pathLst>
                <a:path w="21823" h="80204">
                  <a:moveTo>
                    <a:pt x="21823" y="0"/>
                  </a:moveTo>
                  <a:lnTo>
                    <a:pt x="0" y="8020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80" name="Candidate_receptor__3698">
              <a:extLst>
                <a:ext uri="{FF2B5EF4-FFF2-40B4-BE49-F238E27FC236}">
                  <a16:creationId xmlns:a16="http://schemas.microsoft.com/office/drawing/2014/main" id="{E8FAB902-77B3-E75E-D94F-750E25E0E078}"/>
                </a:ext>
              </a:extLst>
            </p:cNvPr>
            <p:cNvSpPr>
              <a:spLocks noGrp="1"/>
            </p:cNvSpPr>
            <p:nvPr/>
          </p:nvSpPr>
          <p:spPr>
            <a:xfrm>
              <a:off x="3725824" y="2819364"/>
              <a:ext cx="15619" cy="109018"/>
            </a:xfrm>
            <a:custGeom>
              <a:avLst/>
              <a:gdLst/>
              <a:ahLst/>
              <a:cxnLst/>
              <a:rect l="0" t="0" r="0" b="0"/>
              <a:pathLst>
                <a:path w="15619" h="109018">
                  <a:moveTo>
                    <a:pt x="0" y="0"/>
                  </a:moveTo>
                  <a:lnTo>
                    <a:pt x="15619" y="10901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81" name="Candidate_receptor__3699">
              <a:extLst>
                <a:ext uri="{FF2B5EF4-FFF2-40B4-BE49-F238E27FC236}">
                  <a16:creationId xmlns:a16="http://schemas.microsoft.com/office/drawing/2014/main" id="{E037736C-51B1-BC04-F1CC-03B4CE6E2F2E}"/>
                </a:ext>
              </a:extLst>
            </p:cNvPr>
            <p:cNvSpPr>
              <a:spLocks noGrp="1"/>
            </p:cNvSpPr>
            <p:nvPr/>
          </p:nvSpPr>
          <p:spPr>
            <a:xfrm>
              <a:off x="4537167" y="2728047"/>
              <a:ext cx="86494" cy="42538"/>
            </a:xfrm>
            <a:custGeom>
              <a:avLst/>
              <a:gdLst/>
              <a:ahLst/>
              <a:cxnLst/>
              <a:rect l="0" t="0" r="0" b="0"/>
              <a:pathLst>
                <a:path w="86494" h="42538">
                  <a:moveTo>
                    <a:pt x="86494" y="0"/>
                  </a:moveTo>
                  <a:lnTo>
                    <a:pt x="0" y="4253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82" name="Candidate_receptor__3700">
              <a:extLst>
                <a:ext uri="{FF2B5EF4-FFF2-40B4-BE49-F238E27FC236}">
                  <a16:creationId xmlns:a16="http://schemas.microsoft.com/office/drawing/2014/main" id="{C7966EE0-F50B-38A9-BFD6-F1DAE8816B92}"/>
                </a:ext>
              </a:extLst>
            </p:cNvPr>
            <p:cNvSpPr>
              <a:spLocks noGrp="1"/>
            </p:cNvSpPr>
            <p:nvPr/>
          </p:nvSpPr>
          <p:spPr>
            <a:xfrm>
              <a:off x="4112977" y="2560735"/>
              <a:ext cx="74991" cy="22109"/>
            </a:xfrm>
            <a:custGeom>
              <a:avLst/>
              <a:gdLst/>
              <a:ahLst/>
              <a:cxnLst/>
              <a:rect l="0" t="0" r="0" b="0"/>
              <a:pathLst>
                <a:path w="74991" h="22109">
                  <a:moveTo>
                    <a:pt x="0" y="0"/>
                  </a:moveTo>
                  <a:lnTo>
                    <a:pt x="74991" y="2210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83" name="Candidate_receptor__3701">
              <a:extLst>
                <a:ext uri="{FF2B5EF4-FFF2-40B4-BE49-F238E27FC236}">
                  <a16:creationId xmlns:a16="http://schemas.microsoft.com/office/drawing/2014/main" id="{104D3D13-A6C2-CA36-D352-E3AB7855EECD}"/>
                </a:ext>
              </a:extLst>
            </p:cNvPr>
            <p:cNvSpPr>
              <a:spLocks noGrp="1"/>
            </p:cNvSpPr>
            <p:nvPr/>
          </p:nvSpPr>
          <p:spPr>
            <a:xfrm>
              <a:off x="3733808" y="3250136"/>
              <a:ext cx="95402" cy="6089"/>
            </a:xfrm>
            <a:custGeom>
              <a:avLst/>
              <a:gdLst/>
              <a:ahLst/>
              <a:cxnLst/>
              <a:rect l="0" t="0" r="0" b="0"/>
              <a:pathLst>
                <a:path w="95402" h="6089">
                  <a:moveTo>
                    <a:pt x="0" y="0"/>
                  </a:moveTo>
                  <a:lnTo>
                    <a:pt x="95402" y="608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84" name="Candidate_receptor__3702">
              <a:extLst>
                <a:ext uri="{FF2B5EF4-FFF2-40B4-BE49-F238E27FC236}">
                  <a16:creationId xmlns:a16="http://schemas.microsoft.com/office/drawing/2014/main" id="{0F4449BA-D415-467C-07C9-1FEDCEEE1C0B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469061"/>
              <a:ext cx="7059" cy="15686"/>
            </a:xfrm>
            <a:custGeom>
              <a:avLst/>
              <a:gdLst/>
              <a:ahLst/>
              <a:cxnLst/>
              <a:rect l="0" t="0" r="0" b="0"/>
              <a:pathLst>
                <a:path w="7059" h="15686">
                  <a:moveTo>
                    <a:pt x="0" y="0"/>
                  </a:moveTo>
                  <a:lnTo>
                    <a:pt x="7059" y="1568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85" name="Candidate_receptor__3703">
              <a:extLst>
                <a:ext uri="{FF2B5EF4-FFF2-40B4-BE49-F238E27FC236}">
                  <a16:creationId xmlns:a16="http://schemas.microsoft.com/office/drawing/2014/main" id="{20531795-36BA-9DCA-A797-D16FE45CC532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382094"/>
              <a:ext cx="71525" cy="74673"/>
            </a:xfrm>
            <a:custGeom>
              <a:avLst/>
              <a:gdLst/>
              <a:ahLst/>
              <a:cxnLst/>
              <a:rect l="0" t="0" r="0" b="0"/>
              <a:pathLst>
                <a:path w="71525" h="74673">
                  <a:moveTo>
                    <a:pt x="71525" y="746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86" name="Candidate_receptor__3704">
              <a:extLst>
                <a:ext uri="{FF2B5EF4-FFF2-40B4-BE49-F238E27FC236}">
                  <a16:creationId xmlns:a16="http://schemas.microsoft.com/office/drawing/2014/main" id="{431B0F96-2E2F-CE85-C9FE-522C2AC86A51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451452"/>
              <a:ext cx="74665" cy="45976"/>
            </a:xfrm>
            <a:custGeom>
              <a:avLst/>
              <a:gdLst/>
              <a:ahLst/>
              <a:cxnLst/>
              <a:rect l="0" t="0" r="0" b="0"/>
              <a:pathLst>
                <a:path w="74665" h="45976">
                  <a:moveTo>
                    <a:pt x="0" y="0"/>
                  </a:moveTo>
                  <a:lnTo>
                    <a:pt x="74665" y="4597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87" name="Candidate_receptor__3705">
              <a:extLst>
                <a:ext uri="{FF2B5EF4-FFF2-40B4-BE49-F238E27FC236}">
                  <a16:creationId xmlns:a16="http://schemas.microsoft.com/office/drawing/2014/main" id="{F645B77F-0A39-6500-4CA8-0CEB8034F2A4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666603"/>
              <a:ext cx="41228" cy="94117"/>
            </a:xfrm>
            <a:custGeom>
              <a:avLst/>
              <a:gdLst/>
              <a:ahLst/>
              <a:cxnLst/>
              <a:rect l="0" t="0" r="0" b="0"/>
              <a:pathLst>
                <a:path w="41228" h="94117">
                  <a:moveTo>
                    <a:pt x="41228" y="0"/>
                  </a:moveTo>
                  <a:lnTo>
                    <a:pt x="0" y="94117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88" name="Candidate_receptor__3706">
              <a:extLst>
                <a:ext uri="{FF2B5EF4-FFF2-40B4-BE49-F238E27FC236}">
                  <a16:creationId xmlns:a16="http://schemas.microsoft.com/office/drawing/2014/main" id="{5CA6BD7A-BC86-4F0E-9882-270C22267B09}"/>
                </a:ext>
              </a:extLst>
            </p:cNvPr>
            <p:cNvSpPr>
              <a:spLocks noGrp="1"/>
            </p:cNvSpPr>
            <p:nvPr/>
          </p:nvSpPr>
          <p:spPr>
            <a:xfrm>
              <a:off x="5696001" y="2497428"/>
              <a:ext cx="36316" cy="85947"/>
            </a:xfrm>
            <a:custGeom>
              <a:avLst/>
              <a:gdLst/>
              <a:ahLst/>
              <a:cxnLst/>
              <a:rect l="0" t="0" r="0" b="0"/>
              <a:pathLst>
                <a:path w="36316" h="85947">
                  <a:moveTo>
                    <a:pt x="0" y="0"/>
                  </a:moveTo>
                  <a:lnTo>
                    <a:pt x="36316" y="859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89" name="Candidate_receptor__3707">
              <a:extLst>
                <a:ext uri="{FF2B5EF4-FFF2-40B4-BE49-F238E27FC236}">
                  <a16:creationId xmlns:a16="http://schemas.microsoft.com/office/drawing/2014/main" id="{B1F4F810-DB50-E2C2-17FE-3F69B57E7179}"/>
                </a:ext>
              </a:extLst>
            </p:cNvPr>
            <p:cNvSpPr>
              <a:spLocks noGrp="1"/>
            </p:cNvSpPr>
            <p:nvPr/>
          </p:nvSpPr>
          <p:spPr>
            <a:xfrm>
              <a:off x="5883732" y="2256924"/>
              <a:ext cx="114888" cy="3272"/>
            </a:xfrm>
            <a:custGeom>
              <a:avLst/>
              <a:gdLst/>
              <a:ahLst/>
              <a:cxnLst/>
              <a:rect l="0" t="0" r="0" b="0"/>
              <a:pathLst>
                <a:path w="114888" h="3272">
                  <a:moveTo>
                    <a:pt x="114888" y="32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90" name="Candidate_receptor__3708">
              <a:extLst>
                <a:ext uri="{FF2B5EF4-FFF2-40B4-BE49-F238E27FC236}">
                  <a16:creationId xmlns:a16="http://schemas.microsoft.com/office/drawing/2014/main" id="{9EB2C745-0727-F0B7-B6C7-CC185EA06045}"/>
                </a:ext>
              </a:extLst>
            </p:cNvPr>
            <p:cNvSpPr>
              <a:spLocks noGrp="1"/>
            </p:cNvSpPr>
            <p:nvPr/>
          </p:nvSpPr>
          <p:spPr>
            <a:xfrm>
              <a:off x="3741443" y="2928382"/>
              <a:ext cx="115510" cy="2933"/>
            </a:xfrm>
            <a:custGeom>
              <a:avLst/>
              <a:gdLst/>
              <a:ahLst/>
              <a:cxnLst/>
              <a:rect l="0" t="0" r="0" b="0"/>
              <a:pathLst>
                <a:path w="115510" h="2933">
                  <a:moveTo>
                    <a:pt x="0" y="0"/>
                  </a:moveTo>
                  <a:lnTo>
                    <a:pt x="115510" y="2933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91" name="Candidate_receptor__3709">
              <a:extLst>
                <a:ext uri="{FF2B5EF4-FFF2-40B4-BE49-F238E27FC236}">
                  <a16:creationId xmlns:a16="http://schemas.microsoft.com/office/drawing/2014/main" id="{110DFF1F-B490-BACC-0E5E-A7229138C75E}"/>
                </a:ext>
              </a:extLst>
            </p:cNvPr>
            <p:cNvSpPr>
              <a:spLocks noGrp="1"/>
            </p:cNvSpPr>
            <p:nvPr/>
          </p:nvSpPr>
          <p:spPr>
            <a:xfrm>
              <a:off x="3938356" y="2854842"/>
              <a:ext cx="102407" cy="11324"/>
            </a:xfrm>
            <a:custGeom>
              <a:avLst/>
              <a:gdLst/>
              <a:ahLst/>
              <a:cxnLst/>
              <a:rect l="0" t="0" r="0" b="0"/>
              <a:pathLst>
                <a:path w="102407" h="11324">
                  <a:moveTo>
                    <a:pt x="0" y="0"/>
                  </a:moveTo>
                  <a:lnTo>
                    <a:pt x="102407" y="1132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92" name="Candidate_receptor__3710">
              <a:extLst>
                <a:ext uri="{FF2B5EF4-FFF2-40B4-BE49-F238E27FC236}">
                  <a16:creationId xmlns:a16="http://schemas.microsoft.com/office/drawing/2014/main" id="{936A3B41-227A-699D-26FA-7127E1F19E4B}"/>
                </a:ext>
              </a:extLst>
            </p:cNvPr>
            <p:cNvSpPr>
              <a:spLocks noGrp="1"/>
            </p:cNvSpPr>
            <p:nvPr/>
          </p:nvSpPr>
          <p:spPr>
            <a:xfrm>
              <a:off x="5437921" y="2081566"/>
              <a:ext cx="78975" cy="27951"/>
            </a:xfrm>
            <a:custGeom>
              <a:avLst/>
              <a:gdLst/>
              <a:ahLst/>
              <a:cxnLst/>
              <a:rect l="0" t="0" r="0" b="0"/>
              <a:pathLst>
                <a:path w="78975" h="27951">
                  <a:moveTo>
                    <a:pt x="78975" y="27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93" name="Candidate_receptor__3711">
              <a:extLst>
                <a:ext uri="{FF2B5EF4-FFF2-40B4-BE49-F238E27FC236}">
                  <a16:creationId xmlns:a16="http://schemas.microsoft.com/office/drawing/2014/main" id="{DE20BEA9-9F76-36D3-1F36-F4B4BF35C653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78983"/>
              <a:ext cx="13076" cy="54672"/>
            </a:xfrm>
            <a:custGeom>
              <a:avLst/>
              <a:gdLst/>
              <a:ahLst/>
              <a:cxnLst/>
              <a:rect l="0" t="0" r="0" b="0"/>
              <a:pathLst>
                <a:path w="13076" h="54672">
                  <a:moveTo>
                    <a:pt x="0" y="0"/>
                  </a:moveTo>
                  <a:lnTo>
                    <a:pt x="13076" y="54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94" name="Candidate_receptor__3712">
              <a:extLst>
                <a:ext uri="{FF2B5EF4-FFF2-40B4-BE49-F238E27FC236}">
                  <a16:creationId xmlns:a16="http://schemas.microsoft.com/office/drawing/2014/main" id="{D4A2FEF4-E624-4DC7-6E18-1E70E07F1DC6}"/>
                </a:ext>
              </a:extLst>
            </p:cNvPr>
            <p:cNvSpPr>
              <a:spLocks noGrp="1"/>
            </p:cNvSpPr>
            <p:nvPr/>
          </p:nvSpPr>
          <p:spPr>
            <a:xfrm>
              <a:off x="4040762" y="2800383"/>
              <a:ext cx="76602" cy="65783"/>
            </a:xfrm>
            <a:custGeom>
              <a:avLst/>
              <a:gdLst/>
              <a:ahLst/>
              <a:cxnLst/>
              <a:rect l="0" t="0" r="0" b="0"/>
              <a:pathLst>
                <a:path w="76602" h="65783">
                  <a:moveTo>
                    <a:pt x="0" y="65783"/>
                  </a:moveTo>
                  <a:lnTo>
                    <a:pt x="76602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95" name="Candidate_receptor__3713">
              <a:extLst>
                <a:ext uri="{FF2B5EF4-FFF2-40B4-BE49-F238E27FC236}">
                  <a16:creationId xmlns:a16="http://schemas.microsoft.com/office/drawing/2014/main" id="{C54D3D8C-3ACC-8F8E-E9E2-B57A6D37147A}"/>
                </a:ext>
              </a:extLst>
            </p:cNvPr>
            <p:cNvSpPr>
              <a:spLocks noGrp="1"/>
            </p:cNvSpPr>
            <p:nvPr/>
          </p:nvSpPr>
          <p:spPr>
            <a:xfrm>
              <a:off x="5776880" y="3055128"/>
              <a:ext cx="7517" cy="107863"/>
            </a:xfrm>
            <a:custGeom>
              <a:avLst/>
              <a:gdLst/>
              <a:ahLst/>
              <a:cxnLst/>
              <a:rect l="0" t="0" r="0" b="0"/>
              <a:pathLst>
                <a:path w="7517" h="107863">
                  <a:moveTo>
                    <a:pt x="7517" y="107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96" name="Candidate_receptor__3714">
              <a:extLst>
                <a:ext uri="{FF2B5EF4-FFF2-40B4-BE49-F238E27FC236}">
                  <a16:creationId xmlns:a16="http://schemas.microsoft.com/office/drawing/2014/main" id="{22019142-B713-41C0-282D-17C16B76FE4C}"/>
                </a:ext>
              </a:extLst>
            </p:cNvPr>
            <p:cNvSpPr>
              <a:spLocks noGrp="1"/>
            </p:cNvSpPr>
            <p:nvPr/>
          </p:nvSpPr>
          <p:spPr>
            <a:xfrm>
              <a:off x="5668513" y="3033963"/>
              <a:ext cx="108367" cy="21166"/>
            </a:xfrm>
            <a:custGeom>
              <a:avLst/>
              <a:gdLst/>
              <a:ahLst/>
              <a:cxnLst/>
              <a:rect l="0" t="0" r="0" b="0"/>
              <a:pathLst>
                <a:path w="108367" h="21166">
                  <a:moveTo>
                    <a:pt x="108367" y="2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97" name="Candidate_receptor__3715">
              <a:extLst>
                <a:ext uri="{FF2B5EF4-FFF2-40B4-BE49-F238E27FC236}">
                  <a16:creationId xmlns:a16="http://schemas.microsoft.com/office/drawing/2014/main" id="{EA9B7B12-3A78-2A8A-52D5-8B70D7DAE0ED}"/>
                </a:ext>
              </a:extLst>
            </p:cNvPr>
            <p:cNvSpPr>
              <a:spLocks noGrp="1"/>
            </p:cNvSpPr>
            <p:nvPr/>
          </p:nvSpPr>
          <p:spPr>
            <a:xfrm>
              <a:off x="4841582" y="3085075"/>
              <a:ext cx="3041" cy="68158"/>
            </a:xfrm>
            <a:custGeom>
              <a:avLst/>
              <a:gdLst/>
              <a:ahLst/>
              <a:cxnLst/>
              <a:rect l="0" t="0" r="0" b="0"/>
              <a:pathLst>
                <a:path w="3041" h="68158">
                  <a:moveTo>
                    <a:pt x="0" y="0"/>
                  </a:moveTo>
                  <a:lnTo>
                    <a:pt x="3041" y="68158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98" name="Candidate_receptor__3716">
              <a:extLst>
                <a:ext uri="{FF2B5EF4-FFF2-40B4-BE49-F238E27FC236}">
                  <a16:creationId xmlns:a16="http://schemas.microsoft.com/office/drawing/2014/main" id="{E445F650-9029-DF3B-F7A4-4FEF9E3C00D7}"/>
                </a:ext>
              </a:extLst>
            </p:cNvPr>
            <p:cNvSpPr>
              <a:spLocks noGrp="1"/>
            </p:cNvSpPr>
            <p:nvPr/>
          </p:nvSpPr>
          <p:spPr>
            <a:xfrm>
              <a:off x="3856953" y="2854842"/>
              <a:ext cx="81403" cy="76473"/>
            </a:xfrm>
            <a:custGeom>
              <a:avLst/>
              <a:gdLst/>
              <a:ahLst/>
              <a:cxnLst/>
              <a:rect l="0" t="0" r="0" b="0"/>
              <a:pathLst>
                <a:path w="81403" h="76473">
                  <a:moveTo>
                    <a:pt x="0" y="76473"/>
                  </a:moveTo>
                  <a:lnTo>
                    <a:pt x="81403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53399" name="Candidate_receptor__3717">
              <a:extLst>
                <a:ext uri="{FF2B5EF4-FFF2-40B4-BE49-F238E27FC236}">
                  <a16:creationId xmlns:a16="http://schemas.microsoft.com/office/drawing/2014/main" id="{D83E5B7B-D0F6-2439-8F8C-D74E686C47A2}"/>
                </a:ext>
              </a:extLst>
            </p:cNvPr>
            <p:cNvSpPr>
              <a:spLocks noGrp="1"/>
            </p:cNvSpPr>
            <p:nvPr/>
          </p:nvSpPr>
          <p:spPr>
            <a:xfrm>
              <a:off x="5157937" y="2939135"/>
              <a:ext cx="111543" cy="11279"/>
            </a:xfrm>
            <a:custGeom>
              <a:avLst/>
              <a:gdLst/>
              <a:ahLst/>
              <a:cxnLst/>
              <a:rect l="0" t="0" r="0" b="0"/>
              <a:pathLst>
                <a:path w="111543" h="11279">
                  <a:moveTo>
                    <a:pt x="111543" y="0"/>
                  </a:moveTo>
                  <a:lnTo>
                    <a:pt x="0" y="11279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53400" name="Candidate_receptor__3718">
              <a:extLst>
                <a:ext uri="{FF2B5EF4-FFF2-40B4-BE49-F238E27FC236}">
                  <a16:creationId xmlns:a16="http://schemas.microsoft.com/office/drawing/2014/main" id="{B368DE5F-6097-9EB2-35E6-DE6EA63DD591}"/>
                </a:ext>
              </a:extLst>
            </p:cNvPr>
            <p:cNvSpPr>
              <a:spLocks noGrp="1"/>
            </p:cNvSpPr>
            <p:nvPr/>
          </p:nvSpPr>
          <p:spPr>
            <a:xfrm>
              <a:off x="5516896" y="2082837"/>
              <a:ext cx="98404" cy="26679"/>
            </a:xfrm>
            <a:custGeom>
              <a:avLst/>
              <a:gdLst/>
              <a:ahLst/>
              <a:cxnLst/>
              <a:rect l="0" t="0" r="0" b="0"/>
              <a:pathLst>
                <a:path w="98404" h="26679">
                  <a:moveTo>
                    <a:pt x="98404" y="0"/>
                  </a:moveTo>
                  <a:lnTo>
                    <a:pt x="0" y="26679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01" name="Candidate_receptor__3719">
              <a:extLst>
                <a:ext uri="{FF2B5EF4-FFF2-40B4-BE49-F238E27FC236}">
                  <a16:creationId xmlns:a16="http://schemas.microsoft.com/office/drawing/2014/main" id="{6EBEF17C-BCCA-5F94-E528-2ACBB8BADF67}"/>
                </a:ext>
              </a:extLst>
            </p:cNvPr>
            <p:cNvSpPr>
              <a:spLocks noGrp="1"/>
            </p:cNvSpPr>
            <p:nvPr/>
          </p:nvSpPr>
          <p:spPr>
            <a:xfrm>
              <a:off x="4452898" y="3078210"/>
              <a:ext cx="67125" cy="50306"/>
            </a:xfrm>
            <a:custGeom>
              <a:avLst/>
              <a:gdLst/>
              <a:ahLst/>
              <a:cxnLst/>
              <a:rect l="0" t="0" r="0" b="0"/>
              <a:pathLst>
                <a:path w="67125" h="50306">
                  <a:moveTo>
                    <a:pt x="0" y="0"/>
                  </a:moveTo>
                  <a:lnTo>
                    <a:pt x="67125" y="5030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53402" name="Candidate_receptor__3720">
              <a:extLst>
                <a:ext uri="{FF2B5EF4-FFF2-40B4-BE49-F238E27FC236}">
                  <a16:creationId xmlns:a16="http://schemas.microsoft.com/office/drawing/2014/main" id="{0E50464F-24FA-8CFD-58B4-69ECF5EE0004}"/>
                </a:ext>
              </a:extLst>
            </p:cNvPr>
            <p:cNvSpPr>
              <a:spLocks noGrp="1"/>
            </p:cNvSpPr>
            <p:nvPr/>
          </p:nvSpPr>
          <p:spPr>
            <a:xfrm>
              <a:off x="4368239" y="3072618"/>
              <a:ext cx="84659" cy="5592"/>
            </a:xfrm>
            <a:custGeom>
              <a:avLst/>
              <a:gdLst/>
              <a:ahLst/>
              <a:cxnLst/>
              <a:rect l="0" t="0" r="0" b="0"/>
              <a:pathLst>
                <a:path w="84659" h="5592">
                  <a:moveTo>
                    <a:pt x="0" y="0"/>
                  </a:moveTo>
                  <a:lnTo>
                    <a:pt x="84659" y="5592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53403" name="Candidate_receptor__3721">
              <a:extLst>
                <a:ext uri="{FF2B5EF4-FFF2-40B4-BE49-F238E27FC236}">
                  <a16:creationId xmlns:a16="http://schemas.microsoft.com/office/drawing/2014/main" id="{4B3A3B19-2DDE-7E93-9136-CB30D2AD6D13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049233"/>
              <a:ext cx="40079" cy="107257"/>
            </a:xfrm>
            <a:custGeom>
              <a:avLst/>
              <a:gdLst/>
              <a:ahLst/>
              <a:cxnLst/>
              <a:rect l="0" t="0" r="0" b="0"/>
              <a:pathLst>
                <a:path w="40079" h="107257">
                  <a:moveTo>
                    <a:pt x="0" y="107257"/>
                  </a:moveTo>
                  <a:lnTo>
                    <a:pt x="40079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53404" name="Candidate_receptor__3722">
              <a:extLst>
                <a:ext uri="{FF2B5EF4-FFF2-40B4-BE49-F238E27FC236}">
                  <a16:creationId xmlns:a16="http://schemas.microsoft.com/office/drawing/2014/main" id="{B14A58D9-006F-823F-205C-F0C41918C3C9}"/>
                </a:ext>
              </a:extLst>
            </p:cNvPr>
            <p:cNvSpPr>
              <a:spLocks noGrp="1"/>
            </p:cNvSpPr>
            <p:nvPr/>
          </p:nvSpPr>
          <p:spPr>
            <a:xfrm>
              <a:off x="5944832" y="1905520"/>
              <a:ext cx="82890" cy="33454"/>
            </a:xfrm>
            <a:custGeom>
              <a:avLst/>
              <a:gdLst/>
              <a:ahLst/>
              <a:cxnLst/>
              <a:rect l="0" t="0" r="0" b="0"/>
              <a:pathLst>
                <a:path w="82890" h="33454">
                  <a:moveTo>
                    <a:pt x="0" y="0"/>
                  </a:moveTo>
                  <a:lnTo>
                    <a:pt x="82890" y="33454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05" name="Candidate_receptor__3723">
              <a:extLst>
                <a:ext uri="{FF2B5EF4-FFF2-40B4-BE49-F238E27FC236}">
                  <a16:creationId xmlns:a16="http://schemas.microsoft.com/office/drawing/2014/main" id="{4B5D613F-D8E2-0771-3C98-804DA463AAC2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487888"/>
              <a:ext cx="69694" cy="32118"/>
            </a:xfrm>
            <a:custGeom>
              <a:avLst/>
              <a:gdLst/>
              <a:ahLst/>
              <a:cxnLst/>
              <a:rect l="0" t="0" r="0" b="0"/>
              <a:pathLst>
                <a:path w="69694" h="32118">
                  <a:moveTo>
                    <a:pt x="69694" y="0"/>
                  </a:moveTo>
                  <a:lnTo>
                    <a:pt x="0" y="3211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06" name="Candidate_receptor__3724">
              <a:extLst>
                <a:ext uri="{FF2B5EF4-FFF2-40B4-BE49-F238E27FC236}">
                  <a16:creationId xmlns:a16="http://schemas.microsoft.com/office/drawing/2014/main" id="{21FA372C-FE59-BA8B-E254-2103328A5454}"/>
                </a:ext>
              </a:extLst>
            </p:cNvPr>
            <p:cNvSpPr>
              <a:spLocks noGrp="1"/>
            </p:cNvSpPr>
            <p:nvPr/>
          </p:nvSpPr>
          <p:spPr>
            <a:xfrm>
              <a:off x="3667965" y="2666603"/>
              <a:ext cx="115068" cy="9287"/>
            </a:xfrm>
            <a:custGeom>
              <a:avLst/>
              <a:gdLst/>
              <a:ahLst/>
              <a:cxnLst/>
              <a:rect l="0" t="0" r="0" b="0"/>
              <a:pathLst>
                <a:path w="115068" h="9287">
                  <a:moveTo>
                    <a:pt x="115068" y="9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07" name="Candidate_receptor__3725">
              <a:extLst>
                <a:ext uri="{FF2B5EF4-FFF2-40B4-BE49-F238E27FC236}">
                  <a16:creationId xmlns:a16="http://schemas.microsoft.com/office/drawing/2014/main" id="{A9AD63F2-4D60-5AA8-8D67-D5C70613C85B}"/>
                </a:ext>
              </a:extLst>
            </p:cNvPr>
            <p:cNvSpPr>
              <a:spLocks noGrp="1"/>
            </p:cNvSpPr>
            <p:nvPr/>
          </p:nvSpPr>
          <p:spPr>
            <a:xfrm>
              <a:off x="3829210" y="3256226"/>
              <a:ext cx="40004" cy="106348"/>
            </a:xfrm>
            <a:custGeom>
              <a:avLst/>
              <a:gdLst/>
              <a:ahLst/>
              <a:cxnLst/>
              <a:rect l="0" t="0" r="0" b="0"/>
              <a:pathLst>
                <a:path w="40004" h="106348">
                  <a:moveTo>
                    <a:pt x="0" y="0"/>
                  </a:moveTo>
                  <a:lnTo>
                    <a:pt x="40004" y="10634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08" name="Candidate_receptor__3726">
              <a:extLst>
                <a:ext uri="{FF2B5EF4-FFF2-40B4-BE49-F238E27FC236}">
                  <a16:creationId xmlns:a16="http://schemas.microsoft.com/office/drawing/2014/main" id="{C8D3315E-1020-3A02-C5EA-5DC6BDABEEA8}"/>
                </a:ext>
              </a:extLst>
            </p:cNvPr>
            <p:cNvSpPr>
              <a:spLocks noGrp="1"/>
            </p:cNvSpPr>
            <p:nvPr/>
          </p:nvSpPr>
          <p:spPr>
            <a:xfrm>
              <a:off x="3793846" y="2465381"/>
              <a:ext cx="87792" cy="22508"/>
            </a:xfrm>
            <a:custGeom>
              <a:avLst/>
              <a:gdLst/>
              <a:ahLst/>
              <a:cxnLst/>
              <a:rect l="0" t="0" r="0" b="0"/>
              <a:pathLst>
                <a:path w="87792" h="22508">
                  <a:moveTo>
                    <a:pt x="87792" y="0"/>
                  </a:moveTo>
                  <a:lnTo>
                    <a:pt x="0" y="2250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09" name="Candidate_receptor__3727">
              <a:extLst>
                <a:ext uri="{FF2B5EF4-FFF2-40B4-BE49-F238E27FC236}">
                  <a16:creationId xmlns:a16="http://schemas.microsoft.com/office/drawing/2014/main" id="{FAD583E1-C272-150A-ECA5-90ED0D5B2509}"/>
                </a:ext>
              </a:extLst>
            </p:cNvPr>
            <p:cNvSpPr>
              <a:spLocks noGrp="1"/>
            </p:cNvSpPr>
            <p:nvPr/>
          </p:nvSpPr>
          <p:spPr>
            <a:xfrm>
              <a:off x="5840151" y="1905520"/>
              <a:ext cx="104681" cy="16332"/>
            </a:xfrm>
            <a:custGeom>
              <a:avLst/>
              <a:gdLst/>
              <a:ahLst/>
              <a:cxnLst/>
              <a:rect l="0" t="0" r="0" b="0"/>
              <a:pathLst>
                <a:path w="104681" h="16332">
                  <a:moveTo>
                    <a:pt x="0" y="16332"/>
                  </a:moveTo>
                  <a:lnTo>
                    <a:pt x="104681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10" name="Candidate_receptor__3728">
              <a:extLst>
                <a:ext uri="{FF2B5EF4-FFF2-40B4-BE49-F238E27FC236}">
                  <a16:creationId xmlns:a16="http://schemas.microsoft.com/office/drawing/2014/main" id="{045D42D4-6E12-1308-6592-FAFCBCBA9B14}"/>
                </a:ext>
              </a:extLst>
            </p:cNvPr>
            <p:cNvSpPr>
              <a:spLocks noGrp="1"/>
            </p:cNvSpPr>
            <p:nvPr/>
          </p:nvSpPr>
          <p:spPr>
            <a:xfrm>
              <a:off x="4117364" y="2795300"/>
              <a:ext cx="114076" cy="5083"/>
            </a:xfrm>
            <a:custGeom>
              <a:avLst/>
              <a:gdLst/>
              <a:ahLst/>
              <a:cxnLst/>
              <a:rect l="0" t="0" r="0" b="0"/>
              <a:pathLst>
                <a:path w="114076" h="5083">
                  <a:moveTo>
                    <a:pt x="0" y="5083"/>
                  </a:moveTo>
                  <a:lnTo>
                    <a:pt x="114076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11" name="Candidate_receptor__3729">
              <a:extLst>
                <a:ext uri="{FF2B5EF4-FFF2-40B4-BE49-F238E27FC236}">
                  <a16:creationId xmlns:a16="http://schemas.microsoft.com/office/drawing/2014/main" id="{2D49EFEA-EBB3-CBBE-6718-1B6FDA17EE77}"/>
                </a:ext>
              </a:extLst>
            </p:cNvPr>
            <p:cNvSpPr>
              <a:spLocks noGrp="1"/>
            </p:cNvSpPr>
            <p:nvPr/>
          </p:nvSpPr>
          <p:spPr>
            <a:xfrm>
              <a:off x="5834983" y="2175801"/>
              <a:ext cx="48749" cy="81124"/>
            </a:xfrm>
            <a:custGeom>
              <a:avLst/>
              <a:gdLst/>
              <a:ahLst/>
              <a:cxnLst/>
              <a:rect l="0" t="0" r="0" b="0"/>
              <a:pathLst>
                <a:path w="48749" h="81124">
                  <a:moveTo>
                    <a:pt x="48749" y="811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53412" name="Candidate_receptor__3730">
              <a:extLst>
                <a:ext uri="{FF2B5EF4-FFF2-40B4-BE49-F238E27FC236}">
                  <a16:creationId xmlns:a16="http://schemas.microsoft.com/office/drawing/2014/main" id="{A162D6F4-7A89-CE12-4076-E88EEE894541}"/>
                </a:ext>
              </a:extLst>
            </p:cNvPr>
            <p:cNvSpPr>
              <a:spLocks noGrp="1"/>
            </p:cNvSpPr>
            <p:nvPr/>
          </p:nvSpPr>
          <p:spPr>
            <a:xfrm>
              <a:off x="4735859" y="3049233"/>
              <a:ext cx="105723" cy="35841"/>
            </a:xfrm>
            <a:custGeom>
              <a:avLst/>
              <a:gdLst/>
              <a:ahLst/>
              <a:cxnLst/>
              <a:rect l="0" t="0" r="0" b="0"/>
              <a:pathLst>
                <a:path w="105723" h="35841">
                  <a:moveTo>
                    <a:pt x="0" y="0"/>
                  </a:moveTo>
                  <a:lnTo>
                    <a:pt x="105723" y="35841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53413" name="Candidate_receptor__3731">
              <a:extLst>
                <a:ext uri="{FF2B5EF4-FFF2-40B4-BE49-F238E27FC236}">
                  <a16:creationId xmlns:a16="http://schemas.microsoft.com/office/drawing/2014/main" id="{50286DB6-5045-6A58-74AB-5DA0F67C0309}"/>
                </a:ext>
              </a:extLst>
            </p:cNvPr>
            <p:cNvSpPr>
              <a:spLocks noGrp="1"/>
            </p:cNvSpPr>
            <p:nvPr/>
          </p:nvSpPr>
          <p:spPr>
            <a:xfrm>
              <a:off x="4387017" y="2498900"/>
              <a:ext cx="65836" cy="80761"/>
            </a:xfrm>
            <a:custGeom>
              <a:avLst/>
              <a:gdLst/>
              <a:ahLst/>
              <a:cxnLst/>
              <a:rect l="0" t="0" r="0" b="0"/>
              <a:pathLst>
                <a:path w="65836" h="80761">
                  <a:moveTo>
                    <a:pt x="65836" y="0"/>
                  </a:moveTo>
                  <a:lnTo>
                    <a:pt x="0" y="80761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14" name="Candidate_receptor__3732">
              <a:extLst>
                <a:ext uri="{FF2B5EF4-FFF2-40B4-BE49-F238E27FC236}">
                  <a16:creationId xmlns:a16="http://schemas.microsoft.com/office/drawing/2014/main" id="{DB28BC05-39DB-1B05-6929-F34F1B4A280A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1263"/>
              <a:ext cx="49756" cy="27726"/>
            </a:xfrm>
            <a:custGeom>
              <a:avLst/>
              <a:gdLst/>
              <a:ahLst/>
              <a:cxnLst/>
              <a:rect l="0" t="0" r="0" b="0"/>
              <a:pathLst>
                <a:path w="49756" h="27726">
                  <a:moveTo>
                    <a:pt x="49756" y="0"/>
                  </a:moveTo>
                  <a:lnTo>
                    <a:pt x="0" y="2772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53415" name="Candidate_receptor__3733">
              <a:extLst>
                <a:ext uri="{FF2B5EF4-FFF2-40B4-BE49-F238E27FC236}">
                  <a16:creationId xmlns:a16="http://schemas.microsoft.com/office/drawing/2014/main" id="{E22AEA65-E688-483F-A064-1D6878BBBF4A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21852"/>
              <a:ext cx="55774" cy="58216"/>
            </a:xfrm>
            <a:custGeom>
              <a:avLst/>
              <a:gdLst/>
              <a:ahLst/>
              <a:cxnLst/>
              <a:rect l="0" t="0" r="0" b="0"/>
              <a:pathLst>
                <a:path w="55774" h="58216">
                  <a:moveTo>
                    <a:pt x="0" y="58216"/>
                  </a:moveTo>
                  <a:lnTo>
                    <a:pt x="55774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16" name="Candidate_receptor__3734">
              <a:extLst>
                <a:ext uri="{FF2B5EF4-FFF2-40B4-BE49-F238E27FC236}">
                  <a16:creationId xmlns:a16="http://schemas.microsoft.com/office/drawing/2014/main" id="{AC41C726-6A26-28BE-77C7-1DD01B15AC2E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62296" cy="86798"/>
            </a:xfrm>
            <a:custGeom>
              <a:avLst/>
              <a:gdLst/>
              <a:ahLst/>
              <a:cxnLst/>
              <a:rect l="0" t="0" r="0" b="0"/>
              <a:pathLst>
                <a:path w="62296" h="86798">
                  <a:moveTo>
                    <a:pt x="0" y="0"/>
                  </a:moveTo>
                  <a:lnTo>
                    <a:pt x="62296" y="8679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3417" name="Candidate_receptor__3735">
              <a:extLst>
                <a:ext uri="{FF2B5EF4-FFF2-40B4-BE49-F238E27FC236}">
                  <a16:creationId xmlns:a16="http://schemas.microsoft.com/office/drawing/2014/main" id="{40BBA107-73C2-D3B0-A8E1-49D6B1E57BB7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80495"/>
              <a:ext cx="66378" cy="47553"/>
            </a:xfrm>
            <a:custGeom>
              <a:avLst/>
              <a:gdLst/>
              <a:ahLst/>
              <a:cxnLst/>
              <a:rect l="0" t="0" r="0" b="0"/>
              <a:pathLst>
                <a:path w="66378" h="47553">
                  <a:moveTo>
                    <a:pt x="0" y="0"/>
                  </a:moveTo>
                  <a:lnTo>
                    <a:pt x="66378" y="4755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3418" name="Candidate_receptor__3736">
              <a:extLst>
                <a:ext uri="{FF2B5EF4-FFF2-40B4-BE49-F238E27FC236}">
                  <a16:creationId xmlns:a16="http://schemas.microsoft.com/office/drawing/2014/main" id="{1AED692B-9DCF-63D5-4213-23E14B448C09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156490"/>
              <a:ext cx="51103" cy="34371"/>
            </a:xfrm>
            <a:custGeom>
              <a:avLst/>
              <a:gdLst/>
              <a:ahLst/>
              <a:cxnLst/>
              <a:rect l="0" t="0" r="0" b="0"/>
              <a:pathLst>
                <a:path w="51103" h="34371">
                  <a:moveTo>
                    <a:pt x="51103" y="34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3419" name="Candidate_receptor__3737">
              <a:extLst>
                <a:ext uri="{FF2B5EF4-FFF2-40B4-BE49-F238E27FC236}">
                  <a16:creationId xmlns:a16="http://schemas.microsoft.com/office/drawing/2014/main" id="{BEFEF0CD-44F2-FF61-554E-4CD93283523C}"/>
                </a:ext>
              </a:extLst>
            </p:cNvPr>
            <p:cNvSpPr>
              <a:spLocks noGrp="1"/>
            </p:cNvSpPr>
            <p:nvPr/>
          </p:nvSpPr>
          <p:spPr>
            <a:xfrm>
              <a:off x="4985073" y="3379954"/>
              <a:ext cx="17832" cy="76813"/>
            </a:xfrm>
            <a:custGeom>
              <a:avLst/>
              <a:gdLst/>
              <a:ahLst/>
              <a:cxnLst/>
              <a:rect l="0" t="0" r="0" b="0"/>
              <a:pathLst>
                <a:path w="17832" h="76813">
                  <a:moveTo>
                    <a:pt x="17832" y="0"/>
                  </a:moveTo>
                  <a:lnTo>
                    <a:pt x="0" y="7681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3420" name="Candidate_receptor__3738">
              <a:extLst>
                <a:ext uri="{FF2B5EF4-FFF2-40B4-BE49-F238E27FC236}">
                  <a16:creationId xmlns:a16="http://schemas.microsoft.com/office/drawing/2014/main" id="{A2732C63-341A-5B06-52CF-8C89B566F3F0}"/>
                </a:ext>
              </a:extLst>
            </p:cNvPr>
            <p:cNvSpPr>
              <a:spLocks noGrp="1"/>
            </p:cNvSpPr>
            <p:nvPr/>
          </p:nvSpPr>
          <p:spPr>
            <a:xfrm>
              <a:off x="4187968" y="2498968"/>
              <a:ext cx="3496" cy="83876"/>
            </a:xfrm>
            <a:custGeom>
              <a:avLst/>
              <a:gdLst/>
              <a:ahLst/>
              <a:cxnLst/>
              <a:rect l="0" t="0" r="0" b="0"/>
              <a:pathLst>
                <a:path w="3496" h="83876">
                  <a:moveTo>
                    <a:pt x="0" y="83876"/>
                  </a:moveTo>
                  <a:lnTo>
                    <a:pt x="3496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3421" name="Candidate_receptor__3739">
              <a:extLst>
                <a:ext uri="{FF2B5EF4-FFF2-40B4-BE49-F238E27FC236}">
                  <a16:creationId xmlns:a16="http://schemas.microsoft.com/office/drawing/2014/main" id="{2B727B78-0D82-92DA-ED68-C0D1617FE7C7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377183"/>
              <a:ext cx="51548" cy="91878"/>
            </a:xfrm>
            <a:custGeom>
              <a:avLst/>
              <a:gdLst/>
              <a:ahLst/>
              <a:cxnLst/>
              <a:rect l="0" t="0" r="0" b="0"/>
              <a:pathLst>
                <a:path w="51548" h="91878">
                  <a:moveTo>
                    <a:pt x="51548" y="0"/>
                  </a:moveTo>
                  <a:lnTo>
                    <a:pt x="0" y="9187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3422" name="Candidate_receptor__3740">
              <a:extLst>
                <a:ext uri="{FF2B5EF4-FFF2-40B4-BE49-F238E27FC236}">
                  <a16:creationId xmlns:a16="http://schemas.microsoft.com/office/drawing/2014/main" id="{6B258440-6CBC-1437-F344-77C6DDEB532B}"/>
                </a:ext>
              </a:extLst>
            </p:cNvPr>
            <p:cNvSpPr>
              <a:spLocks noGrp="1"/>
            </p:cNvSpPr>
            <p:nvPr/>
          </p:nvSpPr>
          <p:spPr>
            <a:xfrm>
              <a:off x="5123463" y="2950414"/>
              <a:ext cx="34474" cy="63220"/>
            </a:xfrm>
            <a:custGeom>
              <a:avLst/>
              <a:gdLst/>
              <a:ahLst/>
              <a:cxnLst/>
              <a:rect l="0" t="0" r="0" b="0"/>
              <a:pathLst>
                <a:path w="34474" h="63220">
                  <a:moveTo>
                    <a:pt x="34474" y="0"/>
                  </a:moveTo>
                  <a:lnTo>
                    <a:pt x="0" y="6322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3423" name="Candidate_receptor__3741">
              <a:extLst>
                <a:ext uri="{FF2B5EF4-FFF2-40B4-BE49-F238E27FC236}">
                  <a16:creationId xmlns:a16="http://schemas.microsoft.com/office/drawing/2014/main" id="{9A0D79AC-9D7D-4DEF-23D2-0E67600C7692}"/>
                </a:ext>
              </a:extLst>
            </p:cNvPr>
            <p:cNvSpPr>
              <a:spLocks noGrp="1"/>
            </p:cNvSpPr>
            <p:nvPr/>
          </p:nvSpPr>
          <p:spPr>
            <a:xfrm>
              <a:off x="5723618" y="2175801"/>
              <a:ext cx="111364" cy="16077"/>
            </a:xfrm>
            <a:custGeom>
              <a:avLst/>
              <a:gdLst/>
              <a:ahLst/>
              <a:cxnLst/>
              <a:rect l="0" t="0" r="0" b="0"/>
              <a:pathLst>
                <a:path w="111364" h="16077">
                  <a:moveTo>
                    <a:pt x="111364" y="0"/>
                  </a:moveTo>
                  <a:lnTo>
                    <a:pt x="0" y="1607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3424" name="Candidate_receptor__3742">
              <a:extLst>
                <a:ext uri="{FF2B5EF4-FFF2-40B4-BE49-F238E27FC236}">
                  <a16:creationId xmlns:a16="http://schemas.microsoft.com/office/drawing/2014/main" id="{7772FE17-1F65-CF14-049C-836746A8C37B}"/>
                </a:ext>
              </a:extLst>
            </p:cNvPr>
            <p:cNvSpPr>
              <a:spLocks noGrp="1"/>
            </p:cNvSpPr>
            <p:nvPr/>
          </p:nvSpPr>
          <p:spPr>
            <a:xfrm>
              <a:off x="5085248" y="3133655"/>
              <a:ext cx="87186" cy="47115"/>
            </a:xfrm>
            <a:custGeom>
              <a:avLst/>
              <a:gdLst/>
              <a:ahLst/>
              <a:cxnLst/>
              <a:rect l="0" t="0" r="0" b="0"/>
              <a:pathLst>
                <a:path w="87186" h="47115">
                  <a:moveTo>
                    <a:pt x="87186" y="0"/>
                  </a:moveTo>
                  <a:lnTo>
                    <a:pt x="0" y="4711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3425" name="Candidate_receptor__3743">
              <a:extLst>
                <a:ext uri="{FF2B5EF4-FFF2-40B4-BE49-F238E27FC236}">
                  <a16:creationId xmlns:a16="http://schemas.microsoft.com/office/drawing/2014/main" id="{59598B14-C5AF-CA7F-6349-791A5280923E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20395"/>
              <a:ext cx="5604" cy="52903"/>
            </a:xfrm>
            <a:custGeom>
              <a:avLst/>
              <a:gdLst/>
              <a:ahLst/>
              <a:cxnLst/>
              <a:rect l="0" t="0" r="0" b="0"/>
              <a:pathLst>
                <a:path w="5604" h="52903">
                  <a:moveTo>
                    <a:pt x="5604" y="0"/>
                  </a:moveTo>
                  <a:lnTo>
                    <a:pt x="0" y="5290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3426" name="Candidate_receptor__3744">
              <a:extLst>
                <a:ext uri="{FF2B5EF4-FFF2-40B4-BE49-F238E27FC236}">
                  <a16:creationId xmlns:a16="http://schemas.microsoft.com/office/drawing/2014/main" id="{A9125041-445B-6798-66A7-D7B04E7892D3}"/>
                </a:ext>
              </a:extLst>
            </p:cNvPr>
            <p:cNvSpPr>
              <a:spLocks noGrp="1"/>
            </p:cNvSpPr>
            <p:nvPr/>
          </p:nvSpPr>
          <p:spPr>
            <a:xfrm>
              <a:off x="4231440" y="2748188"/>
              <a:ext cx="12395" cy="47112"/>
            </a:xfrm>
            <a:custGeom>
              <a:avLst/>
              <a:gdLst/>
              <a:ahLst/>
              <a:cxnLst/>
              <a:rect l="0" t="0" r="0" b="0"/>
              <a:pathLst>
                <a:path w="12395" h="47112">
                  <a:moveTo>
                    <a:pt x="0" y="47112"/>
                  </a:moveTo>
                  <a:lnTo>
                    <a:pt x="12395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3427" name="Candidate_receptor__3745">
              <a:extLst>
                <a:ext uri="{FF2B5EF4-FFF2-40B4-BE49-F238E27FC236}">
                  <a16:creationId xmlns:a16="http://schemas.microsoft.com/office/drawing/2014/main" id="{32CFC05F-BEE7-6F7A-D29F-36D97B0B9A6D}"/>
                </a:ext>
              </a:extLst>
            </p:cNvPr>
            <p:cNvSpPr>
              <a:spLocks noGrp="1"/>
            </p:cNvSpPr>
            <p:nvPr/>
          </p:nvSpPr>
          <p:spPr>
            <a:xfrm>
              <a:off x="4053316" y="2928826"/>
              <a:ext cx="105161" cy="43928"/>
            </a:xfrm>
            <a:custGeom>
              <a:avLst/>
              <a:gdLst/>
              <a:ahLst/>
              <a:cxnLst/>
              <a:rect l="0" t="0" r="0" b="0"/>
              <a:pathLst>
                <a:path w="105161" h="43928">
                  <a:moveTo>
                    <a:pt x="0" y="43928"/>
                  </a:moveTo>
                  <a:lnTo>
                    <a:pt x="105161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3428" name="Candidate_receptor__3746">
              <a:extLst>
                <a:ext uri="{FF2B5EF4-FFF2-40B4-BE49-F238E27FC236}">
                  <a16:creationId xmlns:a16="http://schemas.microsoft.com/office/drawing/2014/main" id="{BD9E6529-9D92-9590-1335-418A39FB894C}"/>
                </a:ext>
              </a:extLst>
            </p:cNvPr>
            <p:cNvSpPr>
              <a:spLocks noGrp="1"/>
            </p:cNvSpPr>
            <p:nvPr/>
          </p:nvSpPr>
          <p:spPr>
            <a:xfrm>
              <a:off x="5146757" y="2814031"/>
              <a:ext cx="114220" cy="10751"/>
            </a:xfrm>
            <a:custGeom>
              <a:avLst/>
              <a:gdLst/>
              <a:ahLst/>
              <a:cxnLst/>
              <a:rect l="0" t="0" r="0" b="0"/>
              <a:pathLst>
                <a:path w="114220" h="10751">
                  <a:moveTo>
                    <a:pt x="114220" y="0"/>
                  </a:moveTo>
                  <a:lnTo>
                    <a:pt x="0" y="1075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3429" name="Candidate_receptor__3747">
              <a:extLst>
                <a:ext uri="{FF2B5EF4-FFF2-40B4-BE49-F238E27FC236}">
                  <a16:creationId xmlns:a16="http://schemas.microsoft.com/office/drawing/2014/main" id="{2829A55A-8612-B3CA-5869-B8E209AC3605}"/>
                </a:ext>
              </a:extLst>
            </p:cNvPr>
            <p:cNvSpPr>
              <a:spLocks noGrp="1"/>
            </p:cNvSpPr>
            <p:nvPr/>
          </p:nvSpPr>
          <p:spPr>
            <a:xfrm>
              <a:off x="3869214" y="3362574"/>
              <a:ext cx="11129" cy="4076"/>
            </a:xfrm>
            <a:custGeom>
              <a:avLst/>
              <a:gdLst/>
              <a:ahLst/>
              <a:cxnLst/>
              <a:rect l="0" t="0" r="0" b="0"/>
              <a:pathLst>
                <a:path w="11129" h="4076">
                  <a:moveTo>
                    <a:pt x="0" y="0"/>
                  </a:moveTo>
                  <a:lnTo>
                    <a:pt x="11129" y="4076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3430" name="Candidate_receptor__3748">
              <a:extLst>
                <a:ext uri="{FF2B5EF4-FFF2-40B4-BE49-F238E27FC236}">
                  <a16:creationId xmlns:a16="http://schemas.microsoft.com/office/drawing/2014/main" id="{8C67E3F4-70F7-101D-E527-62A76BA75FDB}"/>
                </a:ext>
              </a:extLst>
            </p:cNvPr>
            <p:cNvSpPr>
              <a:spLocks noGrp="1"/>
            </p:cNvSpPr>
            <p:nvPr/>
          </p:nvSpPr>
          <p:spPr>
            <a:xfrm>
              <a:off x="5499003" y="2219372"/>
              <a:ext cx="19727" cy="112520"/>
            </a:xfrm>
            <a:custGeom>
              <a:avLst/>
              <a:gdLst/>
              <a:ahLst/>
              <a:cxnLst/>
              <a:rect l="0" t="0" r="0" b="0"/>
              <a:pathLst>
                <a:path w="19727" h="112520">
                  <a:moveTo>
                    <a:pt x="19727" y="0"/>
                  </a:moveTo>
                  <a:lnTo>
                    <a:pt x="0" y="11252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3431" name="Candidate_receptor__3749">
              <a:extLst>
                <a:ext uri="{FF2B5EF4-FFF2-40B4-BE49-F238E27FC236}">
                  <a16:creationId xmlns:a16="http://schemas.microsoft.com/office/drawing/2014/main" id="{37BAD115-218F-45D4-C6D2-84498936A721}"/>
                </a:ext>
              </a:extLst>
            </p:cNvPr>
            <p:cNvSpPr>
              <a:spLocks noGrp="1"/>
            </p:cNvSpPr>
            <p:nvPr/>
          </p:nvSpPr>
          <p:spPr>
            <a:xfrm>
              <a:off x="4888391" y="3368597"/>
              <a:ext cx="114514" cy="11356"/>
            </a:xfrm>
            <a:custGeom>
              <a:avLst/>
              <a:gdLst/>
              <a:ahLst/>
              <a:cxnLst/>
              <a:rect l="0" t="0" r="0" b="0"/>
              <a:pathLst>
                <a:path w="114514" h="11356">
                  <a:moveTo>
                    <a:pt x="0" y="0"/>
                  </a:moveTo>
                  <a:lnTo>
                    <a:pt x="114514" y="11356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3432" name="Candidate_receptor__3750">
              <a:extLst>
                <a:ext uri="{FF2B5EF4-FFF2-40B4-BE49-F238E27FC236}">
                  <a16:creationId xmlns:a16="http://schemas.microsoft.com/office/drawing/2014/main" id="{B085C76E-94C1-DD6D-3099-90068FA34910}"/>
                </a:ext>
              </a:extLst>
            </p:cNvPr>
            <p:cNvSpPr>
              <a:spLocks noGrp="1"/>
            </p:cNvSpPr>
            <p:nvPr/>
          </p:nvSpPr>
          <p:spPr>
            <a:xfrm>
              <a:off x="3962631" y="2931517"/>
              <a:ext cx="90684" cy="41237"/>
            </a:xfrm>
            <a:custGeom>
              <a:avLst/>
              <a:gdLst/>
              <a:ahLst/>
              <a:cxnLst/>
              <a:rect l="0" t="0" r="0" b="0"/>
              <a:pathLst>
                <a:path w="90684" h="41237">
                  <a:moveTo>
                    <a:pt x="0" y="0"/>
                  </a:moveTo>
                  <a:lnTo>
                    <a:pt x="90684" y="4123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33" name="Candidate_receptor__3751">
              <a:extLst>
                <a:ext uri="{FF2B5EF4-FFF2-40B4-BE49-F238E27FC236}">
                  <a16:creationId xmlns:a16="http://schemas.microsoft.com/office/drawing/2014/main" id="{F8AB290E-454C-68D6-379B-1263E2E01AC6}"/>
                </a:ext>
              </a:extLst>
            </p:cNvPr>
            <p:cNvSpPr>
              <a:spLocks noGrp="1"/>
            </p:cNvSpPr>
            <p:nvPr/>
          </p:nvSpPr>
          <p:spPr>
            <a:xfrm>
              <a:off x="4376376" y="2464477"/>
              <a:ext cx="76477" cy="34423"/>
            </a:xfrm>
            <a:custGeom>
              <a:avLst/>
              <a:gdLst/>
              <a:ahLst/>
              <a:cxnLst/>
              <a:rect l="0" t="0" r="0" b="0"/>
              <a:pathLst>
                <a:path w="76477" h="34423">
                  <a:moveTo>
                    <a:pt x="0" y="0"/>
                  </a:moveTo>
                  <a:lnTo>
                    <a:pt x="76477" y="34423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34" name="Candidate_receptor__3752">
              <a:extLst>
                <a:ext uri="{FF2B5EF4-FFF2-40B4-BE49-F238E27FC236}">
                  <a16:creationId xmlns:a16="http://schemas.microsoft.com/office/drawing/2014/main" id="{D213916E-BD57-2FF1-D4D2-3DC29C15C2C4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368597"/>
              <a:ext cx="11764" cy="114041"/>
            </a:xfrm>
            <a:custGeom>
              <a:avLst/>
              <a:gdLst/>
              <a:ahLst/>
              <a:cxnLst/>
              <a:rect l="0" t="0" r="0" b="0"/>
              <a:pathLst>
                <a:path w="11764" h="114041">
                  <a:moveTo>
                    <a:pt x="0" y="114041"/>
                  </a:moveTo>
                  <a:lnTo>
                    <a:pt x="1176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35" name="Candidate_receptor__3753">
              <a:extLst>
                <a:ext uri="{FF2B5EF4-FFF2-40B4-BE49-F238E27FC236}">
                  <a16:creationId xmlns:a16="http://schemas.microsoft.com/office/drawing/2014/main" id="{EB86A4B8-1B04-E83C-21D2-A84737DCE6F8}"/>
                </a:ext>
              </a:extLst>
            </p:cNvPr>
            <p:cNvSpPr>
              <a:spLocks noGrp="1"/>
            </p:cNvSpPr>
            <p:nvPr/>
          </p:nvSpPr>
          <p:spPr>
            <a:xfrm>
              <a:off x="5650508" y="2118339"/>
              <a:ext cx="73110" cy="73538"/>
            </a:xfrm>
            <a:custGeom>
              <a:avLst/>
              <a:gdLst/>
              <a:ahLst/>
              <a:cxnLst/>
              <a:rect l="0" t="0" r="0" b="0"/>
              <a:pathLst>
                <a:path w="73110" h="73538">
                  <a:moveTo>
                    <a:pt x="73110" y="735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36" name="Candidate_receptor__3754">
              <a:extLst>
                <a:ext uri="{FF2B5EF4-FFF2-40B4-BE49-F238E27FC236}">
                  <a16:creationId xmlns:a16="http://schemas.microsoft.com/office/drawing/2014/main" id="{98229010-E4C3-6A7D-9C53-E840CEB59A4F}"/>
                </a:ext>
              </a:extLst>
            </p:cNvPr>
            <p:cNvSpPr>
              <a:spLocks noGrp="1"/>
            </p:cNvSpPr>
            <p:nvPr/>
          </p:nvSpPr>
          <p:spPr>
            <a:xfrm>
              <a:off x="4746883" y="3190237"/>
              <a:ext cx="112780" cy="624"/>
            </a:xfrm>
            <a:custGeom>
              <a:avLst/>
              <a:gdLst/>
              <a:ahLst/>
              <a:cxnLst/>
              <a:rect l="0" t="0" r="0" b="0"/>
              <a:pathLst>
                <a:path w="112780" h="624">
                  <a:moveTo>
                    <a:pt x="112780" y="0"/>
                  </a:moveTo>
                  <a:lnTo>
                    <a:pt x="0" y="624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37" name="Candidate_receptor__3755">
              <a:extLst>
                <a:ext uri="{FF2B5EF4-FFF2-40B4-BE49-F238E27FC236}">
                  <a16:creationId xmlns:a16="http://schemas.microsoft.com/office/drawing/2014/main" id="{4DBE0DBF-330A-CC90-3205-74A443F8D5C2}"/>
                </a:ext>
              </a:extLst>
            </p:cNvPr>
            <p:cNvSpPr>
              <a:spLocks noGrp="1"/>
            </p:cNvSpPr>
            <p:nvPr/>
          </p:nvSpPr>
          <p:spPr>
            <a:xfrm>
              <a:off x="5012265" y="3013633"/>
              <a:ext cx="111199" cy="28286"/>
            </a:xfrm>
            <a:custGeom>
              <a:avLst/>
              <a:gdLst/>
              <a:ahLst/>
              <a:cxnLst/>
              <a:rect l="0" t="0" r="0" b="0"/>
              <a:pathLst>
                <a:path w="111199" h="28286">
                  <a:moveTo>
                    <a:pt x="111199" y="0"/>
                  </a:moveTo>
                  <a:lnTo>
                    <a:pt x="0" y="2828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38" name="Candidate_receptor__3756">
              <a:extLst>
                <a:ext uri="{FF2B5EF4-FFF2-40B4-BE49-F238E27FC236}">
                  <a16:creationId xmlns:a16="http://schemas.microsoft.com/office/drawing/2014/main" id="{7B9DA46E-9D98-4F1A-1516-88F0F7006DB1}"/>
                </a:ext>
              </a:extLst>
            </p:cNvPr>
            <p:cNvSpPr>
              <a:spLocks noGrp="1"/>
            </p:cNvSpPr>
            <p:nvPr/>
          </p:nvSpPr>
          <p:spPr>
            <a:xfrm>
              <a:off x="3911689" y="3458441"/>
              <a:ext cx="99407" cy="19309"/>
            </a:xfrm>
            <a:custGeom>
              <a:avLst/>
              <a:gdLst/>
              <a:ahLst/>
              <a:cxnLst/>
              <a:rect l="0" t="0" r="0" b="0"/>
              <a:pathLst>
                <a:path w="99407" h="19309">
                  <a:moveTo>
                    <a:pt x="0" y="19309"/>
                  </a:moveTo>
                  <a:lnTo>
                    <a:pt x="9940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39" name="Candidate_receptor__3757">
              <a:extLst>
                <a:ext uri="{FF2B5EF4-FFF2-40B4-BE49-F238E27FC236}">
                  <a16:creationId xmlns:a16="http://schemas.microsoft.com/office/drawing/2014/main" id="{BED7705E-B068-0B59-AA52-14E32F56C756}"/>
                </a:ext>
              </a:extLst>
            </p:cNvPr>
            <p:cNvSpPr>
              <a:spLocks noGrp="1"/>
            </p:cNvSpPr>
            <p:nvPr/>
          </p:nvSpPr>
          <p:spPr>
            <a:xfrm>
              <a:off x="4011097" y="3458441"/>
              <a:ext cx="99775" cy="7781"/>
            </a:xfrm>
            <a:custGeom>
              <a:avLst/>
              <a:gdLst/>
              <a:ahLst/>
              <a:cxnLst/>
              <a:rect l="0" t="0" r="0" b="0"/>
              <a:pathLst>
                <a:path w="99775" h="7781">
                  <a:moveTo>
                    <a:pt x="0" y="0"/>
                  </a:moveTo>
                  <a:lnTo>
                    <a:pt x="99775" y="778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40" name="Candidate_receptor__3758">
              <a:extLst>
                <a:ext uri="{FF2B5EF4-FFF2-40B4-BE49-F238E27FC236}">
                  <a16:creationId xmlns:a16="http://schemas.microsoft.com/office/drawing/2014/main" id="{4FA6F493-3F86-867C-7D66-1DA818918B9C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71186" cy="4825"/>
            </a:xfrm>
            <a:custGeom>
              <a:avLst/>
              <a:gdLst/>
              <a:ahLst/>
              <a:cxnLst/>
              <a:rect l="0" t="0" r="0" b="0"/>
              <a:pathLst>
                <a:path w="71186" h="4825">
                  <a:moveTo>
                    <a:pt x="71186" y="4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41" name="Candidate_receptor__3759">
              <a:extLst>
                <a:ext uri="{FF2B5EF4-FFF2-40B4-BE49-F238E27FC236}">
                  <a16:creationId xmlns:a16="http://schemas.microsoft.com/office/drawing/2014/main" id="{22287563-D163-8A9F-B4C3-69FD5F1B8C1B}"/>
                </a:ext>
              </a:extLst>
            </p:cNvPr>
            <p:cNvSpPr>
              <a:spLocks noGrp="1"/>
            </p:cNvSpPr>
            <p:nvPr/>
          </p:nvSpPr>
          <p:spPr>
            <a:xfrm>
              <a:off x="4330345" y="3343096"/>
              <a:ext cx="88474" cy="34087"/>
            </a:xfrm>
            <a:custGeom>
              <a:avLst/>
              <a:gdLst/>
              <a:ahLst/>
              <a:cxnLst/>
              <a:rect l="0" t="0" r="0" b="0"/>
              <a:pathLst>
                <a:path w="88474" h="34087">
                  <a:moveTo>
                    <a:pt x="0" y="0"/>
                  </a:moveTo>
                  <a:lnTo>
                    <a:pt x="88474" y="34087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42" name="Candidate_receptor__3760">
              <a:extLst>
                <a:ext uri="{FF2B5EF4-FFF2-40B4-BE49-F238E27FC236}">
                  <a16:creationId xmlns:a16="http://schemas.microsoft.com/office/drawing/2014/main" id="{A2BDE790-F760-D54F-1ADF-4DFC7285B8A1}"/>
                </a:ext>
              </a:extLst>
            </p:cNvPr>
            <p:cNvSpPr>
              <a:spLocks noGrp="1"/>
            </p:cNvSpPr>
            <p:nvPr/>
          </p:nvSpPr>
          <p:spPr>
            <a:xfrm>
              <a:off x="5260977" y="2814031"/>
              <a:ext cx="29685" cy="96670"/>
            </a:xfrm>
            <a:custGeom>
              <a:avLst/>
              <a:gdLst/>
              <a:ahLst/>
              <a:cxnLst/>
              <a:rect l="0" t="0" r="0" b="0"/>
              <a:pathLst>
                <a:path w="29685" h="96670">
                  <a:moveTo>
                    <a:pt x="29685" y="966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43" name="Candidate_receptor__3761">
              <a:extLst>
                <a:ext uri="{FF2B5EF4-FFF2-40B4-BE49-F238E27FC236}">
                  <a16:creationId xmlns:a16="http://schemas.microsoft.com/office/drawing/2014/main" id="{BB102EE2-8189-56F8-A234-78F0B65A1432}"/>
                </a:ext>
              </a:extLst>
            </p:cNvPr>
            <p:cNvSpPr>
              <a:spLocks noGrp="1"/>
            </p:cNvSpPr>
            <p:nvPr/>
          </p:nvSpPr>
          <p:spPr>
            <a:xfrm>
              <a:off x="4052900" y="3311549"/>
              <a:ext cx="97118" cy="53337"/>
            </a:xfrm>
            <a:custGeom>
              <a:avLst/>
              <a:gdLst/>
              <a:ahLst/>
              <a:cxnLst/>
              <a:rect l="0" t="0" r="0" b="0"/>
              <a:pathLst>
                <a:path w="97118" h="53337">
                  <a:moveTo>
                    <a:pt x="97118" y="533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44" name="Candidate_receptor__3762">
              <a:extLst>
                <a:ext uri="{FF2B5EF4-FFF2-40B4-BE49-F238E27FC236}">
                  <a16:creationId xmlns:a16="http://schemas.microsoft.com/office/drawing/2014/main" id="{DE2863CA-E6FD-F700-53BE-751BD60F5617}"/>
                </a:ext>
              </a:extLst>
            </p:cNvPr>
            <p:cNvSpPr>
              <a:spLocks noGrp="1"/>
            </p:cNvSpPr>
            <p:nvPr/>
          </p:nvSpPr>
          <p:spPr>
            <a:xfrm>
              <a:off x="5084739" y="2824782"/>
              <a:ext cx="62018" cy="52165"/>
            </a:xfrm>
            <a:custGeom>
              <a:avLst/>
              <a:gdLst/>
              <a:ahLst/>
              <a:cxnLst/>
              <a:rect l="0" t="0" r="0" b="0"/>
              <a:pathLst>
                <a:path w="62018" h="52165">
                  <a:moveTo>
                    <a:pt x="62018" y="0"/>
                  </a:moveTo>
                  <a:lnTo>
                    <a:pt x="0" y="5216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45" name="Candidate_receptor__3763">
              <a:extLst>
                <a:ext uri="{FF2B5EF4-FFF2-40B4-BE49-F238E27FC236}">
                  <a16:creationId xmlns:a16="http://schemas.microsoft.com/office/drawing/2014/main" id="{08F42CC7-6206-0811-E126-E7483019FF13}"/>
                </a:ext>
              </a:extLst>
            </p:cNvPr>
            <p:cNvSpPr>
              <a:spLocks noGrp="1"/>
            </p:cNvSpPr>
            <p:nvPr/>
          </p:nvSpPr>
          <p:spPr>
            <a:xfrm>
              <a:off x="4110872" y="3364886"/>
              <a:ext cx="39147" cy="101336"/>
            </a:xfrm>
            <a:custGeom>
              <a:avLst/>
              <a:gdLst/>
              <a:ahLst/>
              <a:cxnLst/>
              <a:rect l="0" t="0" r="0" b="0"/>
              <a:pathLst>
                <a:path w="39147" h="101336">
                  <a:moveTo>
                    <a:pt x="0" y="101336"/>
                  </a:moveTo>
                  <a:lnTo>
                    <a:pt x="3914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46" name="Candidate_receptor__3764">
              <a:extLst>
                <a:ext uri="{FF2B5EF4-FFF2-40B4-BE49-F238E27FC236}">
                  <a16:creationId xmlns:a16="http://schemas.microsoft.com/office/drawing/2014/main" id="{BF1A2C73-B9AF-8D0D-518F-53F46D1B2EC1}"/>
                </a:ext>
              </a:extLst>
            </p:cNvPr>
            <p:cNvSpPr>
              <a:spLocks noGrp="1"/>
            </p:cNvSpPr>
            <p:nvPr/>
          </p:nvSpPr>
          <p:spPr>
            <a:xfrm>
              <a:off x="5407714" y="2331892"/>
              <a:ext cx="91289" cy="6530"/>
            </a:xfrm>
            <a:custGeom>
              <a:avLst/>
              <a:gdLst/>
              <a:ahLst/>
              <a:cxnLst/>
              <a:rect l="0" t="0" r="0" b="0"/>
              <a:pathLst>
                <a:path w="91289" h="6530">
                  <a:moveTo>
                    <a:pt x="91289" y="0"/>
                  </a:moveTo>
                  <a:lnTo>
                    <a:pt x="0" y="653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47" name="Candidate_receptor__3765">
              <a:extLst>
                <a:ext uri="{FF2B5EF4-FFF2-40B4-BE49-F238E27FC236}">
                  <a16:creationId xmlns:a16="http://schemas.microsoft.com/office/drawing/2014/main" id="{11A434AF-B6B4-D466-E3B7-4F3BD8C5A0FB}"/>
                </a:ext>
              </a:extLst>
            </p:cNvPr>
            <p:cNvSpPr>
              <a:spLocks noGrp="1"/>
            </p:cNvSpPr>
            <p:nvPr/>
          </p:nvSpPr>
          <p:spPr>
            <a:xfrm>
              <a:off x="4191465" y="2498968"/>
              <a:ext cx="94951" cy="38206"/>
            </a:xfrm>
            <a:custGeom>
              <a:avLst/>
              <a:gdLst/>
              <a:ahLst/>
              <a:cxnLst/>
              <a:rect l="0" t="0" r="0" b="0"/>
              <a:pathLst>
                <a:path w="94951" h="38206">
                  <a:moveTo>
                    <a:pt x="0" y="0"/>
                  </a:moveTo>
                  <a:lnTo>
                    <a:pt x="94951" y="3820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48" name="Candidate_receptor__3766">
              <a:extLst>
                <a:ext uri="{FF2B5EF4-FFF2-40B4-BE49-F238E27FC236}">
                  <a16:creationId xmlns:a16="http://schemas.microsoft.com/office/drawing/2014/main" id="{D8EF7D54-4C61-4817-34DE-8EB5334B76D4}"/>
                </a:ext>
              </a:extLst>
            </p:cNvPr>
            <p:cNvSpPr>
              <a:spLocks noGrp="1"/>
            </p:cNvSpPr>
            <p:nvPr/>
          </p:nvSpPr>
          <p:spPr>
            <a:xfrm>
              <a:off x="4158477" y="2915916"/>
              <a:ext cx="87717" cy="12910"/>
            </a:xfrm>
            <a:custGeom>
              <a:avLst/>
              <a:gdLst/>
              <a:ahLst/>
              <a:cxnLst/>
              <a:rect l="0" t="0" r="0" b="0"/>
              <a:pathLst>
                <a:path w="87717" h="12910">
                  <a:moveTo>
                    <a:pt x="0" y="12910"/>
                  </a:moveTo>
                  <a:lnTo>
                    <a:pt x="87717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49" name="Candidate_receptor__3767">
              <a:extLst>
                <a:ext uri="{FF2B5EF4-FFF2-40B4-BE49-F238E27FC236}">
                  <a16:creationId xmlns:a16="http://schemas.microsoft.com/office/drawing/2014/main" id="{F6DFDEC1-51AA-BFD5-A72D-ACD845420CD1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339222"/>
              <a:ext cx="60554" cy="96745"/>
            </a:xfrm>
            <a:custGeom>
              <a:avLst/>
              <a:gdLst/>
              <a:ahLst/>
              <a:cxnLst/>
              <a:rect l="0" t="0" r="0" b="0"/>
              <a:pathLst>
                <a:path w="60554" h="96745">
                  <a:moveTo>
                    <a:pt x="60554" y="967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50" name="Candidate_receptor__3768">
              <a:extLst>
                <a:ext uri="{FF2B5EF4-FFF2-40B4-BE49-F238E27FC236}">
                  <a16:creationId xmlns:a16="http://schemas.microsoft.com/office/drawing/2014/main" id="{6EF1A21C-E258-6ECF-90B1-D36A596413B0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435967"/>
              <a:ext cx="80516" cy="81834"/>
            </a:xfrm>
            <a:custGeom>
              <a:avLst/>
              <a:gdLst/>
              <a:ahLst/>
              <a:cxnLst/>
              <a:rect l="0" t="0" r="0" b="0"/>
              <a:pathLst>
                <a:path w="80516" h="81834">
                  <a:moveTo>
                    <a:pt x="0" y="81834"/>
                  </a:moveTo>
                  <a:lnTo>
                    <a:pt x="80516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51" name="Candidate_receptor__3769">
              <a:extLst>
                <a:ext uri="{FF2B5EF4-FFF2-40B4-BE49-F238E27FC236}">
                  <a16:creationId xmlns:a16="http://schemas.microsoft.com/office/drawing/2014/main" id="{29F24AFB-99A4-60DC-7C30-818C84D1F546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18071"/>
              <a:ext cx="29944" cy="61998"/>
            </a:xfrm>
            <a:custGeom>
              <a:avLst/>
              <a:gdLst/>
              <a:ahLst/>
              <a:cxnLst/>
              <a:rect l="0" t="0" r="0" b="0"/>
              <a:pathLst>
                <a:path w="29944" h="61998">
                  <a:moveTo>
                    <a:pt x="29944" y="0"/>
                  </a:moveTo>
                  <a:lnTo>
                    <a:pt x="0" y="61998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52" name="Candidate_receptor__3770">
              <a:extLst>
                <a:ext uri="{FF2B5EF4-FFF2-40B4-BE49-F238E27FC236}">
                  <a16:creationId xmlns:a16="http://schemas.microsoft.com/office/drawing/2014/main" id="{1C7ECE06-9B38-610F-5EE6-10E237322CF0}"/>
                </a:ext>
              </a:extLst>
            </p:cNvPr>
            <p:cNvSpPr>
              <a:spLocks noGrp="1"/>
            </p:cNvSpPr>
            <p:nvPr/>
          </p:nvSpPr>
          <p:spPr>
            <a:xfrm>
              <a:off x="3868413" y="2931517"/>
              <a:ext cx="94219" cy="66045"/>
            </a:xfrm>
            <a:custGeom>
              <a:avLst/>
              <a:gdLst/>
              <a:ahLst/>
              <a:cxnLst/>
              <a:rect l="0" t="0" r="0" b="0"/>
              <a:pathLst>
                <a:path w="94219" h="66045">
                  <a:moveTo>
                    <a:pt x="0" y="66045"/>
                  </a:moveTo>
                  <a:lnTo>
                    <a:pt x="9421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53" name="Candidate_receptor__3771">
              <a:extLst>
                <a:ext uri="{FF2B5EF4-FFF2-40B4-BE49-F238E27FC236}">
                  <a16:creationId xmlns:a16="http://schemas.microsoft.com/office/drawing/2014/main" id="{81FC81D0-01F2-C886-24CD-F63D48B9C2AF}"/>
                </a:ext>
              </a:extLst>
            </p:cNvPr>
            <p:cNvSpPr>
              <a:spLocks noGrp="1"/>
            </p:cNvSpPr>
            <p:nvPr/>
          </p:nvSpPr>
          <p:spPr>
            <a:xfrm>
              <a:off x="3761199" y="2956305"/>
              <a:ext cx="107214" cy="41257"/>
            </a:xfrm>
            <a:custGeom>
              <a:avLst/>
              <a:gdLst/>
              <a:ahLst/>
              <a:cxnLst/>
              <a:rect l="0" t="0" r="0" b="0"/>
              <a:pathLst>
                <a:path w="107214" h="41257">
                  <a:moveTo>
                    <a:pt x="0" y="0"/>
                  </a:moveTo>
                  <a:lnTo>
                    <a:pt x="107214" y="4125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54" name="Candidate_receptor__3772">
              <a:extLst>
                <a:ext uri="{FF2B5EF4-FFF2-40B4-BE49-F238E27FC236}">
                  <a16:creationId xmlns:a16="http://schemas.microsoft.com/office/drawing/2014/main" id="{7B13A7D1-04BC-04DD-B4C3-5EAFA3B24A1F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72446"/>
              <a:ext cx="113544" cy="852"/>
            </a:xfrm>
            <a:custGeom>
              <a:avLst/>
              <a:gdLst/>
              <a:ahLst/>
              <a:cxnLst/>
              <a:rect l="0" t="0" r="0" b="0"/>
              <a:pathLst>
                <a:path w="113544" h="852">
                  <a:moveTo>
                    <a:pt x="0" y="852"/>
                  </a:moveTo>
                  <a:lnTo>
                    <a:pt x="113544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55" name="Candidate_receptor__3773">
              <a:extLst>
                <a:ext uri="{FF2B5EF4-FFF2-40B4-BE49-F238E27FC236}">
                  <a16:creationId xmlns:a16="http://schemas.microsoft.com/office/drawing/2014/main" id="{92AC320B-5767-E4DB-5FE3-5CA267518BDD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240368"/>
              <a:ext cx="51048" cy="102729"/>
            </a:xfrm>
            <a:custGeom>
              <a:avLst/>
              <a:gdLst/>
              <a:ahLst/>
              <a:cxnLst/>
              <a:rect l="0" t="0" r="0" b="0"/>
              <a:pathLst>
                <a:path w="51048" h="102729">
                  <a:moveTo>
                    <a:pt x="0" y="0"/>
                  </a:moveTo>
                  <a:lnTo>
                    <a:pt x="51048" y="10272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56" name="Candidate_receptor__3774">
              <a:extLst>
                <a:ext uri="{FF2B5EF4-FFF2-40B4-BE49-F238E27FC236}">
                  <a16:creationId xmlns:a16="http://schemas.microsoft.com/office/drawing/2014/main" id="{84930B93-BA29-6E8C-B0AF-F51302E50AF8}"/>
                </a:ext>
              </a:extLst>
            </p:cNvPr>
            <p:cNvSpPr>
              <a:spLocks noGrp="1"/>
            </p:cNvSpPr>
            <p:nvPr/>
          </p:nvSpPr>
          <p:spPr>
            <a:xfrm>
              <a:off x="3880343" y="3366650"/>
              <a:ext cx="31347" cy="111100"/>
            </a:xfrm>
            <a:custGeom>
              <a:avLst/>
              <a:gdLst/>
              <a:ahLst/>
              <a:cxnLst/>
              <a:rect l="0" t="0" r="0" b="0"/>
              <a:pathLst>
                <a:path w="31347" h="111100">
                  <a:moveTo>
                    <a:pt x="0" y="0"/>
                  </a:moveTo>
                  <a:lnTo>
                    <a:pt x="31347" y="11110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57" name="Candidate_receptor__3775">
              <a:extLst>
                <a:ext uri="{FF2B5EF4-FFF2-40B4-BE49-F238E27FC236}">
                  <a16:creationId xmlns:a16="http://schemas.microsoft.com/office/drawing/2014/main" id="{74CD5C45-173F-09C6-C97F-7A807F7B16AE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45615"/>
              <a:ext cx="36909" cy="34880"/>
            </a:xfrm>
            <a:custGeom>
              <a:avLst/>
              <a:gdLst/>
              <a:ahLst/>
              <a:cxnLst/>
              <a:rect l="0" t="0" r="0" b="0"/>
              <a:pathLst>
                <a:path w="36909" h="34880">
                  <a:moveTo>
                    <a:pt x="36909" y="0"/>
                  </a:moveTo>
                  <a:lnTo>
                    <a:pt x="0" y="3488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58" name="Candidate_receptor__3776">
              <a:extLst>
                <a:ext uri="{FF2B5EF4-FFF2-40B4-BE49-F238E27FC236}">
                  <a16:creationId xmlns:a16="http://schemas.microsoft.com/office/drawing/2014/main" id="{F81CE627-CA4E-9D62-9B8B-977A4E7D33FC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5117"/>
              <a:ext cx="52369" cy="23872"/>
            </a:xfrm>
            <a:custGeom>
              <a:avLst/>
              <a:gdLst/>
              <a:ahLst/>
              <a:cxnLst/>
              <a:rect l="0" t="0" r="0" b="0"/>
              <a:pathLst>
                <a:path w="52369" h="23872">
                  <a:moveTo>
                    <a:pt x="0" y="23872"/>
                  </a:moveTo>
                  <a:lnTo>
                    <a:pt x="52369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59" name="Candidate_receptor__3777">
              <a:extLst>
                <a:ext uri="{FF2B5EF4-FFF2-40B4-BE49-F238E27FC236}">
                  <a16:creationId xmlns:a16="http://schemas.microsoft.com/office/drawing/2014/main" id="{A4A28F33-3DF6-EE77-ACEF-9429E496D2C0}"/>
                </a:ext>
              </a:extLst>
            </p:cNvPr>
            <p:cNvSpPr>
              <a:spLocks noGrp="1"/>
            </p:cNvSpPr>
            <p:nvPr/>
          </p:nvSpPr>
          <p:spPr>
            <a:xfrm>
              <a:off x="4286416" y="2464477"/>
              <a:ext cx="89960" cy="72698"/>
            </a:xfrm>
            <a:custGeom>
              <a:avLst/>
              <a:gdLst/>
              <a:ahLst/>
              <a:cxnLst/>
              <a:rect l="0" t="0" r="0" b="0"/>
              <a:pathLst>
                <a:path w="89960" h="72698">
                  <a:moveTo>
                    <a:pt x="0" y="72698"/>
                  </a:moveTo>
                  <a:lnTo>
                    <a:pt x="8996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60" name="Candidate_receptor__3778">
              <a:extLst>
                <a:ext uri="{FF2B5EF4-FFF2-40B4-BE49-F238E27FC236}">
                  <a16:creationId xmlns:a16="http://schemas.microsoft.com/office/drawing/2014/main" id="{D0343AEA-2CDC-DA7F-757A-D8AB4749EE8C}"/>
                </a:ext>
              </a:extLst>
            </p:cNvPr>
            <p:cNvSpPr>
              <a:spLocks noGrp="1"/>
            </p:cNvSpPr>
            <p:nvPr/>
          </p:nvSpPr>
          <p:spPr>
            <a:xfrm>
              <a:off x="5104165" y="2690725"/>
              <a:ext cx="111144" cy="2245"/>
            </a:xfrm>
            <a:custGeom>
              <a:avLst/>
              <a:gdLst/>
              <a:ahLst/>
              <a:cxnLst/>
              <a:rect l="0" t="0" r="0" b="0"/>
              <a:pathLst>
                <a:path w="111144" h="2245">
                  <a:moveTo>
                    <a:pt x="111144" y="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61" name="Candidate_receptor__3779">
              <a:extLst>
                <a:ext uri="{FF2B5EF4-FFF2-40B4-BE49-F238E27FC236}">
                  <a16:creationId xmlns:a16="http://schemas.microsoft.com/office/drawing/2014/main" id="{02EDD8F8-2017-ACAB-F381-CE8349C15948}"/>
                </a:ext>
              </a:extLst>
            </p:cNvPr>
            <p:cNvSpPr>
              <a:spLocks noGrp="1"/>
            </p:cNvSpPr>
            <p:nvPr/>
          </p:nvSpPr>
          <p:spPr>
            <a:xfrm>
              <a:off x="4974470" y="2876947"/>
              <a:ext cx="110269" cy="24826"/>
            </a:xfrm>
            <a:custGeom>
              <a:avLst/>
              <a:gdLst/>
              <a:ahLst/>
              <a:cxnLst/>
              <a:rect l="0" t="0" r="0" b="0"/>
              <a:pathLst>
                <a:path w="110269" h="24826">
                  <a:moveTo>
                    <a:pt x="110269" y="0"/>
                  </a:moveTo>
                  <a:lnTo>
                    <a:pt x="0" y="2482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62" name="Candidate_receptor__3780">
              <a:extLst>
                <a:ext uri="{FF2B5EF4-FFF2-40B4-BE49-F238E27FC236}">
                  <a16:creationId xmlns:a16="http://schemas.microsoft.com/office/drawing/2014/main" id="{E9FF8328-D003-DCAA-821E-39860DB689DA}"/>
                </a:ext>
              </a:extLst>
            </p:cNvPr>
            <p:cNvSpPr>
              <a:spLocks noGrp="1"/>
            </p:cNvSpPr>
            <p:nvPr/>
          </p:nvSpPr>
          <p:spPr>
            <a:xfrm>
              <a:off x="5215310" y="2590754"/>
              <a:ext cx="48413" cy="102216"/>
            </a:xfrm>
            <a:custGeom>
              <a:avLst/>
              <a:gdLst/>
              <a:ahLst/>
              <a:cxnLst/>
              <a:rect l="0" t="0" r="0" b="0"/>
              <a:pathLst>
                <a:path w="48413" h="102216">
                  <a:moveTo>
                    <a:pt x="48413" y="0"/>
                  </a:moveTo>
                  <a:lnTo>
                    <a:pt x="0" y="10221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63" name="Candidate_receptor__3781">
              <a:extLst>
                <a:ext uri="{FF2B5EF4-FFF2-40B4-BE49-F238E27FC236}">
                  <a16:creationId xmlns:a16="http://schemas.microsoft.com/office/drawing/2014/main" id="{E1BCA392-8A66-D6E1-7D1C-9B4D755F649C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482638"/>
              <a:ext cx="79670" cy="2273"/>
            </a:xfrm>
            <a:custGeom>
              <a:avLst/>
              <a:gdLst/>
              <a:ahLst/>
              <a:cxnLst/>
              <a:rect l="0" t="0" r="0" b="0"/>
              <a:pathLst>
                <a:path w="79670" h="2273">
                  <a:moveTo>
                    <a:pt x="79670" y="2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64" name="Candidate_receptor__3782">
              <a:extLst>
                <a:ext uri="{FF2B5EF4-FFF2-40B4-BE49-F238E27FC236}">
                  <a16:creationId xmlns:a16="http://schemas.microsoft.com/office/drawing/2014/main" id="{646A763F-5A0C-225B-BED4-59223AE52CF9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244733"/>
              <a:ext cx="13405" cy="94489"/>
            </a:xfrm>
            <a:custGeom>
              <a:avLst/>
              <a:gdLst/>
              <a:ahLst/>
              <a:cxnLst/>
              <a:rect l="0" t="0" r="0" b="0"/>
              <a:pathLst>
                <a:path w="13405" h="94489">
                  <a:moveTo>
                    <a:pt x="0" y="94489"/>
                  </a:moveTo>
                  <a:lnTo>
                    <a:pt x="13405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65" name="Candidate_receptor__3783">
              <a:extLst>
                <a:ext uri="{FF2B5EF4-FFF2-40B4-BE49-F238E27FC236}">
                  <a16:creationId xmlns:a16="http://schemas.microsoft.com/office/drawing/2014/main" id="{113209CB-02CE-9FE2-51A8-0CF6E1CFDF14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213303"/>
              <a:ext cx="13935" cy="6069"/>
            </a:xfrm>
            <a:custGeom>
              <a:avLst/>
              <a:gdLst/>
              <a:ahLst/>
              <a:cxnLst/>
              <a:rect l="0" t="0" r="0" b="0"/>
              <a:pathLst>
                <a:path w="13935" h="6069">
                  <a:moveTo>
                    <a:pt x="0" y="0"/>
                  </a:moveTo>
                  <a:lnTo>
                    <a:pt x="13935" y="606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66" name="Candidate_receptor__3784">
              <a:extLst>
                <a:ext uri="{FF2B5EF4-FFF2-40B4-BE49-F238E27FC236}">
                  <a16:creationId xmlns:a16="http://schemas.microsoft.com/office/drawing/2014/main" id="{1A615BF9-F21D-CE79-A568-9EAB787FA730}"/>
                </a:ext>
              </a:extLst>
            </p:cNvPr>
            <p:cNvSpPr>
              <a:spLocks noGrp="1"/>
            </p:cNvSpPr>
            <p:nvPr/>
          </p:nvSpPr>
          <p:spPr>
            <a:xfrm>
              <a:off x="5066174" y="3180769"/>
              <a:ext cx="19074" cy="21861"/>
            </a:xfrm>
            <a:custGeom>
              <a:avLst/>
              <a:gdLst/>
              <a:ahLst/>
              <a:cxnLst/>
              <a:rect l="0" t="0" r="0" b="0"/>
              <a:pathLst>
                <a:path w="19074" h="21861">
                  <a:moveTo>
                    <a:pt x="19074" y="0"/>
                  </a:moveTo>
                  <a:lnTo>
                    <a:pt x="0" y="2186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67" name="Candidate_receptor__3785">
              <a:extLst>
                <a:ext uri="{FF2B5EF4-FFF2-40B4-BE49-F238E27FC236}">
                  <a16:creationId xmlns:a16="http://schemas.microsoft.com/office/drawing/2014/main" id="{226377B3-1233-3A51-6937-FC9FCA60298A}"/>
                </a:ext>
              </a:extLst>
            </p:cNvPr>
            <p:cNvSpPr>
              <a:spLocks noGrp="1"/>
            </p:cNvSpPr>
            <p:nvPr/>
          </p:nvSpPr>
          <p:spPr>
            <a:xfrm>
              <a:off x="4242570" y="3070081"/>
              <a:ext cx="90065" cy="20820"/>
            </a:xfrm>
            <a:custGeom>
              <a:avLst/>
              <a:gdLst/>
              <a:ahLst/>
              <a:cxnLst/>
              <a:rect l="0" t="0" r="0" b="0"/>
              <a:pathLst>
                <a:path w="90065" h="20820">
                  <a:moveTo>
                    <a:pt x="0" y="0"/>
                  </a:moveTo>
                  <a:lnTo>
                    <a:pt x="90065" y="2082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68" name="Candidate_receptor__3786">
              <a:extLst>
                <a:ext uri="{FF2B5EF4-FFF2-40B4-BE49-F238E27FC236}">
                  <a16:creationId xmlns:a16="http://schemas.microsoft.com/office/drawing/2014/main" id="{EB560D69-87F1-CBA6-02F4-639D060C8C08}"/>
                </a:ext>
              </a:extLst>
            </p:cNvPr>
            <p:cNvSpPr>
              <a:spLocks noGrp="1"/>
            </p:cNvSpPr>
            <p:nvPr/>
          </p:nvSpPr>
          <p:spPr>
            <a:xfrm>
              <a:off x="3674078" y="2956305"/>
              <a:ext cx="87121" cy="51031"/>
            </a:xfrm>
            <a:custGeom>
              <a:avLst/>
              <a:gdLst/>
              <a:ahLst/>
              <a:cxnLst/>
              <a:rect l="0" t="0" r="0" b="0"/>
              <a:pathLst>
                <a:path w="87121" h="51031">
                  <a:moveTo>
                    <a:pt x="0" y="51031"/>
                  </a:moveTo>
                  <a:lnTo>
                    <a:pt x="87121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69" name="Candidate_receptor__3787">
              <a:extLst>
                <a:ext uri="{FF2B5EF4-FFF2-40B4-BE49-F238E27FC236}">
                  <a16:creationId xmlns:a16="http://schemas.microsoft.com/office/drawing/2014/main" id="{A11D3F2F-75DA-E10F-0331-1F00B25FD31B}"/>
                </a:ext>
              </a:extLst>
            </p:cNvPr>
            <p:cNvSpPr>
              <a:spLocks noGrp="1"/>
            </p:cNvSpPr>
            <p:nvPr/>
          </p:nvSpPr>
          <p:spPr>
            <a:xfrm>
              <a:off x="5030397" y="2690725"/>
              <a:ext cx="73768" cy="60805"/>
            </a:xfrm>
            <a:custGeom>
              <a:avLst/>
              <a:gdLst/>
              <a:ahLst/>
              <a:cxnLst/>
              <a:rect l="0" t="0" r="0" b="0"/>
              <a:pathLst>
                <a:path w="73768" h="60805">
                  <a:moveTo>
                    <a:pt x="73768" y="0"/>
                  </a:moveTo>
                  <a:lnTo>
                    <a:pt x="0" y="6080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70" name="Candidate_receptor__3788">
              <a:extLst>
                <a:ext uri="{FF2B5EF4-FFF2-40B4-BE49-F238E27FC236}">
                  <a16:creationId xmlns:a16="http://schemas.microsoft.com/office/drawing/2014/main" id="{1CA0E673-DDF6-9494-3093-B0AD3030F86A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852959"/>
              <a:ext cx="66048" cy="93192"/>
            </a:xfrm>
            <a:custGeom>
              <a:avLst/>
              <a:gdLst/>
              <a:ahLst/>
              <a:cxnLst/>
              <a:rect l="0" t="0" r="0" b="0"/>
              <a:pathLst>
                <a:path w="66048" h="93192">
                  <a:moveTo>
                    <a:pt x="0" y="93192"/>
                  </a:moveTo>
                  <a:lnTo>
                    <a:pt x="66048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71" name="Candidate_receptor__3789">
              <a:extLst>
                <a:ext uri="{FF2B5EF4-FFF2-40B4-BE49-F238E27FC236}">
                  <a16:creationId xmlns:a16="http://schemas.microsoft.com/office/drawing/2014/main" id="{FA565FBB-5F0F-D3EA-FFBE-3B940C8232BC}"/>
                </a:ext>
              </a:extLst>
            </p:cNvPr>
            <p:cNvSpPr>
              <a:spLocks noGrp="1"/>
            </p:cNvSpPr>
            <p:nvPr/>
          </p:nvSpPr>
          <p:spPr>
            <a:xfrm>
              <a:off x="4978548" y="3041920"/>
              <a:ext cx="33716" cy="26000"/>
            </a:xfrm>
            <a:custGeom>
              <a:avLst/>
              <a:gdLst/>
              <a:ahLst/>
              <a:cxnLst/>
              <a:rect l="0" t="0" r="0" b="0"/>
              <a:pathLst>
                <a:path w="33716" h="26000">
                  <a:moveTo>
                    <a:pt x="33716" y="0"/>
                  </a:moveTo>
                  <a:lnTo>
                    <a:pt x="0" y="2600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72" name="Candidate_receptor__3790">
              <a:extLst>
                <a:ext uri="{FF2B5EF4-FFF2-40B4-BE49-F238E27FC236}">
                  <a16:creationId xmlns:a16="http://schemas.microsoft.com/office/drawing/2014/main" id="{EB540246-5CA6-C737-0AF5-B36EE7926F8A}"/>
                </a:ext>
              </a:extLst>
            </p:cNvPr>
            <p:cNvSpPr>
              <a:spLocks noGrp="1"/>
            </p:cNvSpPr>
            <p:nvPr/>
          </p:nvSpPr>
          <p:spPr>
            <a:xfrm>
              <a:off x="4170103" y="3051602"/>
              <a:ext cx="72466" cy="18480"/>
            </a:xfrm>
            <a:custGeom>
              <a:avLst/>
              <a:gdLst/>
              <a:ahLst/>
              <a:cxnLst/>
              <a:rect l="0" t="0" r="0" b="0"/>
              <a:pathLst>
                <a:path w="72466" h="18480">
                  <a:moveTo>
                    <a:pt x="0" y="0"/>
                  </a:moveTo>
                  <a:lnTo>
                    <a:pt x="72466" y="1848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53473" name="Candidate_receptor__3791">
              <a:extLst>
                <a:ext uri="{FF2B5EF4-FFF2-40B4-BE49-F238E27FC236}">
                  <a16:creationId xmlns:a16="http://schemas.microsoft.com/office/drawing/2014/main" id="{C2B90F26-1690-99FD-E911-8B06ACEE2018}"/>
                </a:ext>
              </a:extLst>
            </p:cNvPr>
            <p:cNvSpPr>
              <a:spLocks noGrp="1"/>
            </p:cNvSpPr>
            <p:nvPr/>
          </p:nvSpPr>
          <p:spPr>
            <a:xfrm>
              <a:off x="4859663" y="3133865"/>
              <a:ext cx="25202" cy="56372"/>
            </a:xfrm>
            <a:custGeom>
              <a:avLst/>
              <a:gdLst/>
              <a:ahLst/>
              <a:cxnLst/>
              <a:rect l="0" t="0" r="0" b="0"/>
              <a:pathLst>
                <a:path w="25202" h="56372">
                  <a:moveTo>
                    <a:pt x="25202" y="0"/>
                  </a:moveTo>
                  <a:lnTo>
                    <a:pt x="0" y="5637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53474" name="Candidate_receptor__3792">
              <a:extLst>
                <a:ext uri="{FF2B5EF4-FFF2-40B4-BE49-F238E27FC236}">
                  <a16:creationId xmlns:a16="http://schemas.microsoft.com/office/drawing/2014/main" id="{0F41D947-AEDD-BF89-C408-364801D1F47E}"/>
                </a:ext>
              </a:extLst>
            </p:cNvPr>
            <p:cNvSpPr>
              <a:spLocks noGrp="1"/>
            </p:cNvSpPr>
            <p:nvPr/>
          </p:nvSpPr>
          <p:spPr>
            <a:xfrm>
              <a:off x="5290662" y="2910701"/>
              <a:ext cx="95028" cy="29202"/>
            </a:xfrm>
            <a:custGeom>
              <a:avLst/>
              <a:gdLst/>
              <a:ahLst/>
              <a:cxnLst/>
              <a:rect l="0" t="0" r="0" b="0"/>
              <a:pathLst>
                <a:path w="95028" h="29202">
                  <a:moveTo>
                    <a:pt x="95028" y="292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53475" name="Candidate_receptor__3793">
              <a:extLst>
                <a:ext uri="{FF2B5EF4-FFF2-40B4-BE49-F238E27FC236}">
                  <a16:creationId xmlns:a16="http://schemas.microsoft.com/office/drawing/2014/main" id="{7F4B94E9-6C78-F469-61AA-35278DF8B7C3}"/>
                </a:ext>
              </a:extLst>
            </p:cNvPr>
            <p:cNvSpPr>
              <a:spLocks noGrp="1"/>
            </p:cNvSpPr>
            <p:nvPr/>
          </p:nvSpPr>
          <p:spPr>
            <a:xfrm>
              <a:off x="5719197" y="1852959"/>
              <a:ext cx="95125" cy="65112"/>
            </a:xfrm>
            <a:custGeom>
              <a:avLst/>
              <a:gdLst/>
              <a:ahLst/>
              <a:cxnLst/>
              <a:rect l="0" t="0" r="0" b="0"/>
              <a:pathLst>
                <a:path w="95125" h="65112">
                  <a:moveTo>
                    <a:pt x="0" y="0"/>
                  </a:moveTo>
                  <a:lnTo>
                    <a:pt x="95125" y="6511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53476" name="Candidate_receptor__3794">
              <a:extLst>
                <a:ext uri="{FF2B5EF4-FFF2-40B4-BE49-F238E27FC236}">
                  <a16:creationId xmlns:a16="http://schemas.microsoft.com/office/drawing/2014/main" id="{F059F7C6-CE00-0C5B-81F7-C999E63534B7}"/>
                </a:ext>
              </a:extLst>
            </p:cNvPr>
            <p:cNvSpPr>
              <a:spLocks noGrp="1"/>
            </p:cNvSpPr>
            <p:nvPr/>
          </p:nvSpPr>
          <p:spPr>
            <a:xfrm>
              <a:off x="4594192" y="2645615"/>
              <a:ext cx="108488" cy="5552"/>
            </a:xfrm>
            <a:custGeom>
              <a:avLst/>
              <a:gdLst/>
              <a:ahLst/>
              <a:cxnLst/>
              <a:rect l="0" t="0" r="0" b="0"/>
              <a:pathLst>
                <a:path w="108488" h="5552">
                  <a:moveTo>
                    <a:pt x="108488" y="55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53477" name="Candidate_receptor__3795">
              <a:extLst>
                <a:ext uri="{FF2B5EF4-FFF2-40B4-BE49-F238E27FC236}">
                  <a16:creationId xmlns:a16="http://schemas.microsoft.com/office/drawing/2014/main" id="{693D76B3-B667-4B33-2226-B0738A4BAD04}"/>
                </a:ext>
              </a:extLst>
            </p:cNvPr>
            <p:cNvSpPr>
              <a:spLocks noGrp="1"/>
            </p:cNvSpPr>
            <p:nvPr/>
          </p:nvSpPr>
          <p:spPr>
            <a:xfrm>
              <a:off x="4923621" y="2751529"/>
              <a:ext cx="106776" cy="16035"/>
            </a:xfrm>
            <a:custGeom>
              <a:avLst/>
              <a:gdLst/>
              <a:ahLst/>
              <a:cxnLst/>
              <a:rect l="0" t="0" r="0" b="0"/>
              <a:pathLst>
                <a:path w="106776" h="16035">
                  <a:moveTo>
                    <a:pt x="106776" y="0"/>
                  </a:moveTo>
                  <a:lnTo>
                    <a:pt x="0" y="16035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53478" name="Candidate_receptor__3796">
              <a:extLst>
                <a:ext uri="{FF2B5EF4-FFF2-40B4-BE49-F238E27FC236}">
                  <a16:creationId xmlns:a16="http://schemas.microsoft.com/office/drawing/2014/main" id="{C8EB6478-863C-3F35-35E0-B1BA760CB5A0}"/>
                </a:ext>
              </a:extLst>
            </p:cNvPr>
            <p:cNvSpPr>
              <a:spLocks noGrp="1"/>
            </p:cNvSpPr>
            <p:nvPr/>
          </p:nvSpPr>
          <p:spPr>
            <a:xfrm>
              <a:off x="4174456" y="2748188"/>
              <a:ext cx="69380" cy="21120"/>
            </a:xfrm>
            <a:custGeom>
              <a:avLst/>
              <a:gdLst/>
              <a:ahLst/>
              <a:cxnLst/>
              <a:rect l="0" t="0" r="0" b="0"/>
              <a:pathLst>
                <a:path w="69380" h="21120">
                  <a:moveTo>
                    <a:pt x="69380" y="0"/>
                  </a:moveTo>
                  <a:lnTo>
                    <a:pt x="0" y="2112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53479" name="Candidate_receptor__3797">
              <a:extLst>
                <a:ext uri="{FF2B5EF4-FFF2-40B4-BE49-F238E27FC236}">
                  <a16:creationId xmlns:a16="http://schemas.microsoft.com/office/drawing/2014/main" id="{5F6007A3-FA12-5586-2F9F-3F758CB5F518}"/>
                </a:ext>
              </a:extLst>
            </p:cNvPr>
            <p:cNvSpPr>
              <a:spLocks noGrp="1"/>
            </p:cNvSpPr>
            <p:nvPr/>
          </p:nvSpPr>
          <p:spPr>
            <a:xfrm>
              <a:off x="4910420" y="2901773"/>
              <a:ext cx="64050" cy="41669"/>
            </a:xfrm>
            <a:custGeom>
              <a:avLst/>
              <a:gdLst/>
              <a:ahLst/>
              <a:cxnLst/>
              <a:rect l="0" t="0" r="0" b="0"/>
              <a:pathLst>
                <a:path w="64050" h="41669">
                  <a:moveTo>
                    <a:pt x="64050" y="0"/>
                  </a:moveTo>
                  <a:lnTo>
                    <a:pt x="0" y="41669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53480" name="Candidate_receptor__3798">
              <a:extLst>
                <a:ext uri="{FF2B5EF4-FFF2-40B4-BE49-F238E27FC236}">
                  <a16:creationId xmlns:a16="http://schemas.microsoft.com/office/drawing/2014/main" id="{AA02DD9B-E0B1-2EE2-FBE4-BD399BBDC67B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517801"/>
              <a:ext cx="2620" cy="8470"/>
            </a:xfrm>
            <a:custGeom>
              <a:avLst/>
              <a:gdLst/>
              <a:ahLst/>
              <a:cxnLst/>
              <a:rect l="0" t="0" r="0" b="0"/>
              <a:pathLst>
                <a:path w="2620" h="8470">
                  <a:moveTo>
                    <a:pt x="2620" y="84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53481" name="Candidate_receptor__3799">
              <a:extLst>
                <a:ext uri="{FF2B5EF4-FFF2-40B4-BE49-F238E27FC236}">
                  <a16:creationId xmlns:a16="http://schemas.microsoft.com/office/drawing/2014/main" id="{F60554E2-730E-2CC0-9A8F-48A9E8138866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187580"/>
              <a:ext cx="3331" cy="52788"/>
            </a:xfrm>
            <a:custGeom>
              <a:avLst/>
              <a:gdLst/>
              <a:ahLst/>
              <a:cxnLst/>
              <a:rect l="0" t="0" r="0" b="0"/>
              <a:pathLst>
                <a:path w="3331" h="52788">
                  <a:moveTo>
                    <a:pt x="3331" y="0"/>
                  </a:moveTo>
                  <a:lnTo>
                    <a:pt x="0" y="5278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82" name="Candidate_receptor__3800">
              <a:extLst>
                <a:ext uri="{FF2B5EF4-FFF2-40B4-BE49-F238E27FC236}">
                  <a16:creationId xmlns:a16="http://schemas.microsoft.com/office/drawing/2014/main" id="{2176977A-7FDE-6C7A-AA3B-43C8502D1912}"/>
                </a:ext>
              </a:extLst>
            </p:cNvPr>
            <p:cNvSpPr>
              <a:spLocks noGrp="1"/>
            </p:cNvSpPr>
            <p:nvPr/>
          </p:nvSpPr>
          <p:spPr>
            <a:xfrm>
              <a:off x="5599001" y="2118339"/>
              <a:ext cx="51507" cy="31466"/>
            </a:xfrm>
            <a:custGeom>
              <a:avLst/>
              <a:gdLst/>
              <a:ahLst/>
              <a:cxnLst/>
              <a:rect l="0" t="0" r="0" b="0"/>
              <a:pathLst>
                <a:path w="51507" h="31466">
                  <a:moveTo>
                    <a:pt x="51507" y="0"/>
                  </a:moveTo>
                  <a:lnTo>
                    <a:pt x="0" y="3146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83" name="Candidate_receptor__3801">
              <a:extLst>
                <a:ext uri="{FF2B5EF4-FFF2-40B4-BE49-F238E27FC236}">
                  <a16:creationId xmlns:a16="http://schemas.microsoft.com/office/drawing/2014/main" id="{D68738AA-CB09-D355-83C7-C8C9C2AB7606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11549"/>
              <a:ext cx="2092" cy="54186"/>
            </a:xfrm>
            <a:custGeom>
              <a:avLst/>
              <a:gdLst/>
              <a:ahLst/>
              <a:cxnLst/>
              <a:rect l="0" t="0" r="0" b="0"/>
              <a:pathLst>
                <a:path w="2092" h="54186">
                  <a:moveTo>
                    <a:pt x="2092" y="0"/>
                  </a:moveTo>
                  <a:lnTo>
                    <a:pt x="0" y="5418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84" name="Candidate_receptor__3802">
              <a:extLst>
                <a:ext uri="{FF2B5EF4-FFF2-40B4-BE49-F238E27FC236}">
                  <a16:creationId xmlns:a16="http://schemas.microsoft.com/office/drawing/2014/main" id="{9E6A653C-ED57-7B32-9BB6-34705EA7B89D}"/>
                </a:ext>
              </a:extLst>
            </p:cNvPr>
            <p:cNvSpPr>
              <a:spLocks noGrp="1"/>
            </p:cNvSpPr>
            <p:nvPr/>
          </p:nvSpPr>
          <p:spPr>
            <a:xfrm>
              <a:off x="5263723" y="2590754"/>
              <a:ext cx="63490" cy="1676"/>
            </a:xfrm>
            <a:custGeom>
              <a:avLst/>
              <a:gdLst/>
              <a:ahLst/>
              <a:cxnLst/>
              <a:rect l="0" t="0" r="0" b="0"/>
              <a:pathLst>
                <a:path w="63490" h="1676">
                  <a:moveTo>
                    <a:pt x="63490" y="1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85" name="Candidate_receptor__3803">
              <a:extLst>
                <a:ext uri="{FF2B5EF4-FFF2-40B4-BE49-F238E27FC236}">
                  <a16:creationId xmlns:a16="http://schemas.microsoft.com/office/drawing/2014/main" id="{468DCE25-114E-1B87-B95C-85E7A27D5695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23681"/>
              <a:ext cx="50451" cy="84099"/>
            </a:xfrm>
            <a:custGeom>
              <a:avLst/>
              <a:gdLst/>
              <a:ahLst/>
              <a:cxnLst/>
              <a:rect l="0" t="0" r="0" b="0"/>
              <a:pathLst>
                <a:path w="50451" h="84099">
                  <a:moveTo>
                    <a:pt x="0" y="84099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86" name="Candidate_receptor__3804">
              <a:extLst>
                <a:ext uri="{FF2B5EF4-FFF2-40B4-BE49-F238E27FC236}">
                  <a16:creationId xmlns:a16="http://schemas.microsoft.com/office/drawing/2014/main" id="{EC3752D5-E2ED-91E9-59BE-1B785D749E42}"/>
                </a:ext>
              </a:extLst>
            </p:cNvPr>
            <p:cNvSpPr>
              <a:spLocks noGrp="1"/>
            </p:cNvSpPr>
            <p:nvPr/>
          </p:nvSpPr>
          <p:spPr>
            <a:xfrm>
              <a:off x="5506763" y="2425460"/>
              <a:ext cx="27861" cy="46986"/>
            </a:xfrm>
            <a:custGeom>
              <a:avLst/>
              <a:gdLst/>
              <a:ahLst/>
              <a:cxnLst/>
              <a:rect l="0" t="0" r="0" b="0"/>
              <a:pathLst>
                <a:path w="27861" h="46986">
                  <a:moveTo>
                    <a:pt x="0" y="46986"/>
                  </a:moveTo>
                  <a:lnTo>
                    <a:pt x="2786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87" name="Candidate_receptor__3805">
              <a:extLst>
                <a:ext uri="{FF2B5EF4-FFF2-40B4-BE49-F238E27FC236}">
                  <a16:creationId xmlns:a16="http://schemas.microsoft.com/office/drawing/2014/main" id="{42292B7B-DA80-F669-8CF9-8F209DFBD5C0}"/>
                </a:ext>
              </a:extLst>
            </p:cNvPr>
            <p:cNvSpPr>
              <a:spLocks noGrp="1"/>
            </p:cNvSpPr>
            <p:nvPr/>
          </p:nvSpPr>
          <p:spPr>
            <a:xfrm>
              <a:off x="4702680" y="2651167"/>
              <a:ext cx="84308" cy="7006"/>
            </a:xfrm>
            <a:custGeom>
              <a:avLst/>
              <a:gdLst/>
              <a:ahLst/>
              <a:cxnLst/>
              <a:rect l="0" t="0" r="0" b="0"/>
              <a:pathLst>
                <a:path w="84308" h="7006">
                  <a:moveTo>
                    <a:pt x="84308" y="7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88" name="Candidate_receptor__3806">
              <a:extLst>
                <a:ext uri="{FF2B5EF4-FFF2-40B4-BE49-F238E27FC236}">
                  <a16:creationId xmlns:a16="http://schemas.microsoft.com/office/drawing/2014/main" id="{2410381A-D05A-0841-4B70-E54A6039405D}"/>
                </a:ext>
              </a:extLst>
            </p:cNvPr>
            <p:cNvSpPr>
              <a:spLocks noGrp="1"/>
            </p:cNvSpPr>
            <p:nvPr/>
          </p:nvSpPr>
          <p:spPr>
            <a:xfrm>
              <a:off x="4849969" y="2767564"/>
              <a:ext cx="73653" cy="33325"/>
            </a:xfrm>
            <a:custGeom>
              <a:avLst/>
              <a:gdLst/>
              <a:ahLst/>
              <a:cxnLst/>
              <a:rect l="0" t="0" r="0" b="0"/>
              <a:pathLst>
                <a:path w="73653" h="33325">
                  <a:moveTo>
                    <a:pt x="73653" y="0"/>
                  </a:moveTo>
                  <a:lnTo>
                    <a:pt x="0" y="3332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89" name="Candidate_receptor__3807">
              <a:extLst>
                <a:ext uri="{FF2B5EF4-FFF2-40B4-BE49-F238E27FC236}">
                  <a16:creationId xmlns:a16="http://schemas.microsoft.com/office/drawing/2014/main" id="{07821002-3898-7C40-6492-92F39BE5FF7E}"/>
                </a:ext>
              </a:extLst>
            </p:cNvPr>
            <p:cNvSpPr>
              <a:spLocks noGrp="1"/>
            </p:cNvSpPr>
            <p:nvPr/>
          </p:nvSpPr>
          <p:spPr>
            <a:xfrm>
              <a:off x="3667044" y="2758794"/>
              <a:ext cx="98845" cy="56355"/>
            </a:xfrm>
            <a:custGeom>
              <a:avLst/>
              <a:gdLst/>
              <a:ahLst/>
              <a:cxnLst/>
              <a:rect l="0" t="0" r="0" b="0"/>
              <a:pathLst>
                <a:path w="98845" h="56355">
                  <a:moveTo>
                    <a:pt x="98845" y="0"/>
                  </a:moveTo>
                  <a:lnTo>
                    <a:pt x="0" y="5635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90" name="Candidate_receptor__3808">
              <a:extLst>
                <a:ext uri="{FF2B5EF4-FFF2-40B4-BE49-F238E27FC236}">
                  <a16:creationId xmlns:a16="http://schemas.microsoft.com/office/drawing/2014/main" id="{128ED638-2BF9-04D3-6378-0C1CF1E37967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946151"/>
              <a:ext cx="45438" cy="59564"/>
            </a:xfrm>
            <a:custGeom>
              <a:avLst/>
              <a:gdLst/>
              <a:ahLst/>
              <a:cxnLst/>
              <a:rect l="0" t="0" r="0" b="0"/>
              <a:pathLst>
                <a:path w="45438" h="59564">
                  <a:moveTo>
                    <a:pt x="45438" y="595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91" name="Candidate_receptor__3809">
              <a:extLst>
                <a:ext uri="{FF2B5EF4-FFF2-40B4-BE49-F238E27FC236}">
                  <a16:creationId xmlns:a16="http://schemas.microsoft.com/office/drawing/2014/main" id="{F1E3B5DE-F401-479F-7637-19713FA1CEF9}"/>
                </a:ext>
              </a:extLst>
            </p:cNvPr>
            <p:cNvSpPr>
              <a:spLocks noGrp="1"/>
            </p:cNvSpPr>
            <p:nvPr/>
          </p:nvSpPr>
          <p:spPr>
            <a:xfrm>
              <a:off x="5721739" y="2414959"/>
              <a:ext cx="78545" cy="8722"/>
            </a:xfrm>
            <a:custGeom>
              <a:avLst/>
              <a:gdLst/>
              <a:ahLst/>
              <a:cxnLst/>
              <a:rect l="0" t="0" r="0" b="0"/>
              <a:pathLst>
                <a:path w="78545" h="8722">
                  <a:moveTo>
                    <a:pt x="0" y="8722"/>
                  </a:moveTo>
                  <a:lnTo>
                    <a:pt x="7854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92" name="Candidate_receptor__3810">
              <a:extLst>
                <a:ext uri="{FF2B5EF4-FFF2-40B4-BE49-F238E27FC236}">
                  <a16:creationId xmlns:a16="http://schemas.microsoft.com/office/drawing/2014/main" id="{AACC64D7-9531-34C5-13F1-CF492DD2F79B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3462"/>
              <a:ext cx="619" cy="115331"/>
            </a:xfrm>
            <a:custGeom>
              <a:avLst/>
              <a:gdLst/>
              <a:ahLst/>
              <a:cxnLst/>
              <a:rect l="0" t="0" r="0" b="0"/>
              <a:pathLst>
                <a:path w="619" h="115331">
                  <a:moveTo>
                    <a:pt x="0" y="0"/>
                  </a:moveTo>
                  <a:lnTo>
                    <a:pt x="619" y="1153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93" name="Candidate_receptor__3811">
              <a:extLst>
                <a:ext uri="{FF2B5EF4-FFF2-40B4-BE49-F238E27FC236}">
                  <a16:creationId xmlns:a16="http://schemas.microsoft.com/office/drawing/2014/main" id="{5661C737-AC5E-F5EB-0338-CBB89A997E35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210374"/>
              <a:ext cx="102914" cy="34358"/>
            </a:xfrm>
            <a:custGeom>
              <a:avLst/>
              <a:gdLst/>
              <a:ahLst/>
              <a:cxnLst/>
              <a:rect l="0" t="0" r="0" b="0"/>
              <a:pathLst>
                <a:path w="102914" h="34358">
                  <a:moveTo>
                    <a:pt x="102914" y="343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94" name="Candidate_receptor__3812">
              <a:extLst>
                <a:ext uri="{FF2B5EF4-FFF2-40B4-BE49-F238E27FC236}">
                  <a16:creationId xmlns:a16="http://schemas.microsoft.com/office/drawing/2014/main" id="{5ADAEF73-DDD7-AEAD-8303-381FA200FB91}"/>
                </a:ext>
              </a:extLst>
            </p:cNvPr>
            <p:cNvSpPr>
              <a:spLocks noGrp="1"/>
            </p:cNvSpPr>
            <p:nvPr/>
          </p:nvSpPr>
          <p:spPr>
            <a:xfrm>
              <a:off x="4060222" y="3051602"/>
              <a:ext cx="109881" cy="30605"/>
            </a:xfrm>
            <a:custGeom>
              <a:avLst/>
              <a:gdLst/>
              <a:ahLst/>
              <a:cxnLst/>
              <a:rect l="0" t="0" r="0" b="0"/>
              <a:pathLst>
                <a:path w="109881" h="30605">
                  <a:moveTo>
                    <a:pt x="0" y="30605"/>
                  </a:moveTo>
                  <a:lnTo>
                    <a:pt x="10988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95" name="Candidate_receptor__3813">
              <a:extLst>
                <a:ext uri="{FF2B5EF4-FFF2-40B4-BE49-F238E27FC236}">
                  <a16:creationId xmlns:a16="http://schemas.microsoft.com/office/drawing/2014/main" id="{17803923-795E-2937-8087-85763079A2D3}"/>
                </a:ext>
              </a:extLst>
            </p:cNvPr>
            <p:cNvSpPr>
              <a:spLocks noGrp="1"/>
            </p:cNvSpPr>
            <p:nvPr/>
          </p:nvSpPr>
          <p:spPr>
            <a:xfrm>
              <a:off x="4812692" y="2943442"/>
              <a:ext cx="97728" cy="52122"/>
            </a:xfrm>
            <a:custGeom>
              <a:avLst/>
              <a:gdLst/>
              <a:ahLst/>
              <a:cxnLst/>
              <a:rect l="0" t="0" r="0" b="0"/>
              <a:pathLst>
                <a:path w="97728" h="52122">
                  <a:moveTo>
                    <a:pt x="97728" y="0"/>
                  </a:moveTo>
                  <a:lnTo>
                    <a:pt x="0" y="521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96" name="Candidate_receptor__3814">
              <a:extLst>
                <a:ext uri="{FF2B5EF4-FFF2-40B4-BE49-F238E27FC236}">
                  <a16:creationId xmlns:a16="http://schemas.microsoft.com/office/drawing/2014/main" id="{C79FF474-6566-5F44-2996-55736FEFC834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31095" cy="18687"/>
            </a:xfrm>
            <a:custGeom>
              <a:avLst/>
              <a:gdLst/>
              <a:ahLst/>
              <a:cxnLst/>
              <a:rect l="0" t="0" r="0" b="0"/>
              <a:pathLst>
                <a:path w="31095" h="18687">
                  <a:moveTo>
                    <a:pt x="31095" y="186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97" name="Candidate_receptor__3815">
              <a:extLst>
                <a:ext uri="{FF2B5EF4-FFF2-40B4-BE49-F238E27FC236}">
                  <a16:creationId xmlns:a16="http://schemas.microsoft.com/office/drawing/2014/main" id="{D8ED7BEF-1B58-5545-67DB-9E931858241D}"/>
                </a:ext>
              </a:extLst>
            </p:cNvPr>
            <p:cNvSpPr>
              <a:spLocks noGrp="1"/>
            </p:cNvSpPr>
            <p:nvPr/>
          </p:nvSpPr>
          <p:spPr>
            <a:xfrm>
              <a:off x="4282627" y="3090902"/>
              <a:ext cx="50007" cy="96678"/>
            </a:xfrm>
            <a:custGeom>
              <a:avLst/>
              <a:gdLst/>
              <a:ahLst/>
              <a:cxnLst/>
              <a:rect l="0" t="0" r="0" b="0"/>
              <a:pathLst>
                <a:path w="50007" h="96678">
                  <a:moveTo>
                    <a:pt x="50007" y="0"/>
                  </a:moveTo>
                  <a:lnTo>
                    <a:pt x="0" y="9667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98" name="Candidate_receptor__3816">
              <a:extLst>
                <a:ext uri="{FF2B5EF4-FFF2-40B4-BE49-F238E27FC236}">
                  <a16:creationId xmlns:a16="http://schemas.microsoft.com/office/drawing/2014/main" id="{D4817D34-A44F-1398-C8C4-FDE08BCA40A7}"/>
                </a:ext>
              </a:extLst>
            </p:cNvPr>
            <p:cNvSpPr>
              <a:spLocks noGrp="1"/>
            </p:cNvSpPr>
            <p:nvPr/>
          </p:nvSpPr>
          <p:spPr>
            <a:xfrm>
              <a:off x="4786987" y="2625403"/>
              <a:ext cx="101862" cy="32770"/>
            </a:xfrm>
            <a:custGeom>
              <a:avLst/>
              <a:gdLst/>
              <a:ahLst/>
              <a:cxnLst/>
              <a:rect l="0" t="0" r="0" b="0"/>
              <a:pathLst>
                <a:path w="101862" h="32770">
                  <a:moveTo>
                    <a:pt x="101862" y="0"/>
                  </a:moveTo>
                  <a:lnTo>
                    <a:pt x="0" y="3277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99" name="Candidate_receptor__3817">
              <a:extLst>
                <a:ext uri="{FF2B5EF4-FFF2-40B4-BE49-F238E27FC236}">
                  <a16:creationId xmlns:a16="http://schemas.microsoft.com/office/drawing/2014/main" id="{1B8C1060-D248-91B4-5B76-1B13409A7556}"/>
                </a:ext>
              </a:extLst>
            </p:cNvPr>
            <p:cNvSpPr>
              <a:spLocks noGrp="1"/>
            </p:cNvSpPr>
            <p:nvPr/>
          </p:nvSpPr>
          <p:spPr>
            <a:xfrm>
              <a:off x="4081922" y="2701555"/>
              <a:ext cx="92534" cy="67752"/>
            </a:xfrm>
            <a:custGeom>
              <a:avLst/>
              <a:gdLst/>
              <a:ahLst/>
              <a:cxnLst/>
              <a:rect l="0" t="0" r="0" b="0"/>
              <a:pathLst>
                <a:path w="92534" h="67752">
                  <a:moveTo>
                    <a:pt x="92534" y="677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00" name="Candidate_receptor__3818">
              <a:extLst>
                <a:ext uri="{FF2B5EF4-FFF2-40B4-BE49-F238E27FC236}">
                  <a16:creationId xmlns:a16="http://schemas.microsoft.com/office/drawing/2014/main" id="{C525E1B0-AA9F-66F6-83B1-4966931C8BE2}"/>
                </a:ext>
              </a:extLst>
            </p:cNvPr>
            <p:cNvSpPr>
              <a:spLocks noGrp="1"/>
            </p:cNvSpPr>
            <p:nvPr/>
          </p:nvSpPr>
          <p:spPr>
            <a:xfrm>
              <a:off x="4757244" y="2800890"/>
              <a:ext cx="92725" cy="52422"/>
            </a:xfrm>
            <a:custGeom>
              <a:avLst/>
              <a:gdLst/>
              <a:ahLst/>
              <a:cxnLst/>
              <a:rect l="0" t="0" r="0" b="0"/>
              <a:pathLst>
                <a:path w="92725" h="52422">
                  <a:moveTo>
                    <a:pt x="92725" y="0"/>
                  </a:moveTo>
                  <a:lnTo>
                    <a:pt x="0" y="524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01" name="Candidate_receptor__3819">
              <a:extLst>
                <a:ext uri="{FF2B5EF4-FFF2-40B4-BE49-F238E27FC236}">
                  <a16:creationId xmlns:a16="http://schemas.microsoft.com/office/drawing/2014/main" id="{ECDE38CE-54C5-69F1-E3F2-53E4DC9A3898}"/>
                </a:ext>
              </a:extLst>
            </p:cNvPr>
            <p:cNvSpPr>
              <a:spLocks noGrp="1"/>
            </p:cNvSpPr>
            <p:nvPr/>
          </p:nvSpPr>
          <p:spPr>
            <a:xfrm>
              <a:off x="4884864" y="3067920"/>
              <a:ext cx="93684" cy="65946"/>
            </a:xfrm>
            <a:custGeom>
              <a:avLst/>
              <a:gdLst/>
              <a:ahLst/>
              <a:cxnLst/>
              <a:rect l="0" t="0" r="0" b="0"/>
              <a:pathLst>
                <a:path w="93684" h="65946">
                  <a:moveTo>
                    <a:pt x="93684" y="0"/>
                  </a:moveTo>
                  <a:lnTo>
                    <a:pt x="0" y="6594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02" name="Candidate_receptor__3820">
              <a:extLst>
                <a:ext uri="{FF2B5EF4-FFF2-40B4-BE49-F238E27FC236}">
                  <a16:creationId xmlns:a16="http://schemas.microsoft.com/office/drawing/2014/main" id="{3E59221C-9D01-E843-2CA5-0E9AFF702F9D}"/>
                </a:ext>
              </a:extLst>
            </p:cNvPr>
            <p:cNvSpPr>
              <a:spLocks noGrp="1"/>
            </p:cNvSpPr>
            <p:nvPr/>
          </p:nvSpPr>
          <p:spPr>
            <a:xfrm>
              <a:off x="4776120" y="2491080"/>
              <a:ext cx="109143" cy="10312"/>
            </a:xfrm>
            <a:custGeom>
              <a:avLst/>
              <a:gdLst/>
              <a:ahLst/>
              <a:cxnLst/>
              <a:rect l="0" t="0" r="0" b="0"/>
              <a:pathLst>
                <a:path w="109143" h="10312">
                  <a:moveTo>
                    <a:pt x="0" y="0"/>
                  </a:moveTo>
                  <a:lnTo>
                    <a:pt x="109143" y="1031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03" name="Candidate_receptor__3821">
              <a:extLst>
                <a:ext uri="{FF2B5EF4-FFF2-40B4-BE49-F238E27FC236}">
                  <a16:creationId xmlns:a16="http://schemas.microsoft.com/office/drawing/2014/main" id="{16C6EAC4-4EA9-72B3-E11A-EA98B265E904}"/>
                </a:ext>
              </a:extLst>
            </p:cNvPr>
            <p:cNvSpPr>
              <a:spLocks noGrp="1"/>
            </p:cNvSpPr>
            <p:nvPr/>
          </p:nvSpPr>
          <p:spPr>
            <a:xfrm>
              <a:off x="5203024" y="3275117"/>
              <a:ext cx="10470" cy="98414"/>
            </a:xfrm>
            <a:custGeom>
              <a:avLst/>
              <a:gdLst/>
              <a:ahLst/>
              <a:cxnLst/>
              <a:rect l="0" t="0" r="0" b="0"/>
              <a:pathLst>
                <a:path w="10470" h="98414">
                  <a:moveTo>
                    <a:pt x="0" y="0"/>
                  </a:moveTo>
                  <a:lnTo>
                    <a:pt x="10470" y="98414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04" name="Candidate_receptor__3822">
              <a:extLst>
                <a:ext uri="{FF2B5EF4-FFF2-40B4-BE49-F238E27FC236}">
                  <a16:creationId xmlns:a16="http://schemas.microsoft.com/office/drawing/2014/main" id="{CF052EE0-2143-119E-1124-9EDFAF8847E4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913867"/>
              <a:ext cx="23091" cy="93469"/>
            </a:xfrm>
            <a:custGeom>
              <a:avLst/>
              <a:gdLst/>
              <a:ahLst/>
              <a:cxnLst/>
              <a:rect l="0" t="0" r="0" b="0"/>
              <a:pathLst>
                <a:path w="23091" h="93469">
                  <a:moveTo>
                    <a:pt x="0" y="0"/>
                  </a:moveTo>
                  <a:lnTo>
                    <a:pt x="23091" y="93469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05" name="Candidate_receptor__3823">
              <a:extLst>
                <a:ext uri="{FF2B5EF4-FFF2-40B4-BE49-F238E27FC236}">
                  <a16:creationId xmlns:a16="http://schemas.microsoft.com/office/drawing/2014/main" id="{74896249-7CA8-5071-B456-2CC91FE32454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149805"/>
              <a:ext cx="94204" cy="63498"/>
            </a:xfrm>
            <a:custGeom>
              <a:avLst/>
              <a:gdLst/>
              <a:ahLst/>
              <a:cxnLst/>
              <a:rect l="0" t="0" r="0" b="0"/>
              <a:pathLst>
                <a:path w="94204" h="63498">
                  <a:moveTo>
                    <a:pt x="94204" y="0"/>
                  </a:moveTo>
                  <a:lnTo>
                    <a:pt x="0" y="6349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06" name="Candidate_receptor__3824">
              <a:extLst>
                <a:ext uri="{FF2B5EF4-FFF2-40B4-BE49-F238E27FC236}">
                  <a16:creationId xmlns:a16="http://schemas.microsoft.com/office/drawing/2014/main" id="{900AAAB0-D480-2E41-0DF7-36B821B5746D}"/>
                </a:ext>
              </a:extLst>
            </p:cNvPr>
            <p:cNvSpPr>
              <a:spLocks noGrp="1"/>
            </p:cNvSpPr>
            <p:nvPr/>
          </p:nvSpPr>
          <p:spPr>
            <a:xfrm>
              <a:off x="3981647" y="3015698"/>
              <a:ext cx="78575" cy="66509"/>
            </a:xfrm>
            <a:custGeom>
              <a:avLst/>
              <a:gdLst/>
              <a:ahLst/>
              <a:cxnLst/>
              <a:rect l="0" t="0" r="0" b="0"/>
              <a:pathLst>
                <a:path w="78575" h="66509">
                  <a:moveTo>
                    <a:pt x="0" y="0"/>
                  </a:moveTo>
                  <a:lnTo>
                    <a:pt x="78575" y="6650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07" name="Candidate_receptor__3825">
              <a:extLst>
                <a:ext uri="{FF2B5EF4-FFF2-40B4-BE49-F238E27FC236}">
                  <a16:creationId xmlns:a16="http://schemas.microsoft.com/office/drawing/2014/main" id="{8FE6A2A4-DB81-2338-B9E2-C7C1D27B83A5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815149"/>
              <a:ext cx="16058" cy="98718"/>
            </a:xfrm>
            <a:custGeom>
              <a:avLst/>
              <a:gdLst/>
              <a:ahLst/>
              <a:cxnLst/>
              <a:rect l="0" t="0" r="0" b="0"/>
              <a:pathLst>
                <a:path w="16058" h="98718">
                  <a:moveTo>
                    <a:pt x="16058" y="0"/>
                  </a:moveTo>
                  <a:lnTo>
                    <a:pt x="0" y="9871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08" name="Candidate_receptor__3826">
              <a:extLst>
                <a:ext uri="{FF2B5EF4-FFF2-40B4-BE49-F238E27FC236}">
                  <a16:creationId xmlns:a16="http://schemas.microsoft.com/office/drawing/2014/main" id="{9FF2D2CF-04DA-C8E3-2389-A52642D76E8C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5985" cy="95437"/>
            </a:xfrm>
            <a:custGeom>
              <a:avLst/>
              <a:gdLst/>
              <a:ahLst/>
              <a:cxnLst/>
              <a:rect l="0" t="0" r="0" b="0"/>
              <a:pathLst>
                <a:path w="5985" h="95437">
                  <a:moveTo>
                    <a:pt x="0" y="0"/>
                  </a:moveTo>
                  <a:lnTo>
                    <a:pt x="5985" y="95437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09" name="Candidate_receptor__3827">
              <a:extLst>
                <a:ext uri="{FF2B5EF4-FFF2-40B4-BE49-F238E27FC236}">
                  <a16:creationId xmlns:a16="http://schemas.microsoft.com/office/drawing/2014/main" id="{156597E6-3A45-0CD8-76DF-20288A2F7EC4}"/>
                </a:ext>
              </a:extLst>
            </p:cNvPr>
            <p:cNvSpPr>
              <a:spLocks noGrp="1"/>
            </p:cNvSpPr>
            <p:nvPr/>
          </p:nvSpPr>
          <p:spPr>
            <a:xfrm>
              <a:off x="4888850" y="2625403"/>
              <a:ext cx="96122" cy="5292"/>
            </a:xfrm>
            <a:custGeom>
              <a:avLst/>
              <a:gdLst/>
              <a:ahLst/>
              <a:cxnLst/>
              <a:rect l="0" t="0" r="0" b="0"/>
              <a:pathLst>
                <a:path w="96122" h="5292">
                  <a:moveTo>
                    <a:pt x="96122" y="52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10" name="Candidate_receptor__3828">
              <a:extLst>
                <a:ext uri="{FF2B5EF4-FFF2-40B4-BE49-F238E27FC236}">
                  <a16:creationId xmlns:a16="http://schemas.microsoft.com/office/drawing/2014/main" id="{AE4F4076-B440-9F51-CB1A-B01AF177B637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412667"/>
              <a:ext cx="59767" cy="72244"/>
            </a:xfrm>
            <a:custGeom>
              <a:avLst/>
              <a:gdLst/>
              <a:ahLst/>
              <a:cxnLst/>
              <a:rect l="0" t="0" r="0" b="0"/>
              <a:pathLst>
                <a:path w="59767" h="72244">
                  <a:moveTo>
                    <a:pt x="0" y="0"/>
                  </a:moveTo>
                  <a:lnTo>
                    <a:pt x="59767" y="722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11" name="Candidate_receptor__3829">
              <a:extLst>
                <a:ext uri="{FF2B5EF4-FFF2-40B4-BE49-F238E27FC236}">
                  <a16:creationId xmlns:a16="http://schemas.microsoft.com/office/drawing/2014/main" id="{A92896B1-5D33-B16F-6CFC-DFB205874257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096410"/>
              <a:ext cx="11256" cy="113964"/>
            </a:xfrm>
            <a:custGeom>
              <a:avLst/>
              <a:gdLst/>
              <a:ahLst/>
              <a:cxnLst/>
              <a:rect l="0" t="0" r="0" b="0"/>
              <a:pathLst>
                <a:path w="11256" h="113964">
                  <a:moveTo>
                    <a:pt x="0" y="113964"/>
                  </a:moveTo>
                  <a:lnTo>
                    <a:pt x="1125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12" name="Candidate_receptor__3830">
              <a:extLst>
                <a:ext uri="{FF2B5EF4-FFF2-40B4-BE49-F238E27FC236}">
                  <a16:creationId xmlns:a16="http://schemas.microsoft.com/office/drawing/2014/main" id="{7882163A-1947-4CD9-4C46-7D1FFD9D965F}"/>
                </a:ext>
              </a:extLst>
            </p:cNvPr>
            <p:cNvSpPr>
              <a:spLocks noGrp="1"/>
            </p:cNvSpPr>
            <p:nvPr/>
          </p:nvSpPr>
          <p:spPr>
            <a:xfrm>
              <a:off x="4978445" y="3202630"/>
              <a:ext cx="87729" cy="63231"/>
            </a:xfrm>
            <a:custGeom>
              <a:avLst/>
              <a:gdLst/>
              <a:ahLst/>
              <a:cxnLst/>
              <a:rect l="0" t="0" r="0" b="0"/>
              <a:pathLst>
                <a:path w="87729" h="63231">
                  <a:moveTo>
                    <a:pt x="87729" y="0"/>
                  </a:moveTo>
                  <a:lnTo>
                    <a:pt x="0" y="632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13" name="Candidate_receptor__3831">
              <a:extLst>
                <a:ext uri="{FF2B5EF4-FFF2-40B4-BE49-F238E27FC236}">
                  <a16:creationId xmlns:a16="http://schemas.microsoft.com/office/drawing/2014/main" id="{3155A286-7C26-ADA3-EF2C-9037AE6B7FE6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491080"/>
              <a:ext cx="103393" cy="48993"/>
            </a:xfrm>
            <a:custGeom>
              <a:avLst/>
              <a:gdLst/>
              <a:ahLst/>
              <a:cxnLst/>
              <a:rect l="0" t="0" r="0" b="0"/>
              <a:pathLst>
                <a:path w="103393" h="48993">
                  <a:moveTo>
                    <a:pt x="0" y="48993"/>
                  </a:moveTo>
                  <a:lnTo>
                    <a:pt x="103393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14" name="Candidate_receptor__3832">
              <a:extLst>
                <a:ext uri="{FF2B5EF4-FFF2-40B4-BE49-F238E27FC236}">
                  <a16:creationId xmlns:a16="http://schemas.microsoft.com/office/drawing/2014/main" id="{FC83AE3A-2B6C-4BFD-43AB-157B9119518F}"/>
                </a:ext>
              </a:extLst>
            </p:cNvPr>
            <p:cNvSpPr>
              <a:spLocks noGrp="1"/>
            </p:cNvSpPr>
            <p:nvPr/>
          </p:nvSpPr>
          <p:spPr>
            <a:xfrm>
              <a:off x="4984972" y="2572272"/>
              <a:ext cx="87909" cy="58423"/>
            </a:xfrm>
            <a:custGeom>
              <a:avLst/>
              <a:gdLst/>
              <a:ahLst/>
              <a:cxnLst/>
              <a:rect l="0" t="0" r="0" b="0"/>
              <a:pathLst>
                <a:path w="87909" h="58423">
                  <a:moveTo>
                    <a:pt x="87909" y="0"/>
                  </a:moveTo>
                  <a:lnTo>
                    <a:pt x="0" y="5842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15" name="Candidate_receptor__3833">
              <a:extLst>
                <a:ext uri="{FF2B5EF4-FFF2-40B4-BE49-F238E27FC236}">
                  <a16:creationId xmlns:a16="http://schemas.microsoft.com/office/drawing/2014/main" id="{8127A2A8-B59A-DF33-8001-2BD9E69429A3}"/>
                </a:ext>
              </a:extLst>
            </p:cNvPr>
            <p:cNvSpPr>
              <a:spLocks noGrp="1"/>
            </p:cNvSpPr>
            <p:nvPr/>
          </p:nvSpPr>
          <p:spPr>
            <a:xfrm>
              <a:off x="3895452" y="2634984"/>
              <a:ext cx="22796" cy="66344"/>
            </a:xfrm>
            <a:custGeom>
              <a:avLst/>
              <a:gdLst/>
              <a:ahLst/>
              <a:cxnLst/>
              <a:rect l="0" t="0" r="0" b="0"/>
              <a:pathLst>
                <a:path w="22796" h="66344">
                  <a:moveTo>
                    <a:pt x="22796" y="0"/>
                  </a:moveTo>
                  <a:lnTo>
                    <a:pt x="0" y="663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16" name="Candidate_receptor__3834">
              <a:extLst>
                <a:ext uri="{FF2B5EF4-FFF2-40B4-BE49-F238E27FC236}">
                  <a16:creationId xmlns:a16="http://schemas.microsoft.com/office/drawing/2014/main" id="{F9D55E48-D647-FB5C-1FF4-D684B1250AC9}"/>
                </a:ext>
              </a:extLst>
            </p:cNvPr>
            <p:cNvSpPr>
              <a:spLocks noGrp="1"/>
            </p:cNvSpPr>
            <p:nvPr/>
          </p:nvSpPr>
          <p:spPr>
            <a:xfrm>
              <a:off x="4788154" y="2995564"/>
              <a:ext cx="24538" cy="58081"/>
            </a:xfrm>
            <a:custGeom>
              <a:avLst/>
              <a:gdLst/>
              <a:ahLst/>
              <a:cxnLst/>
              <a:rect l="0" t="0" r="0" b="0"/>
              <a:pathLst>
                <a:path w="24538" h="58081">
                  <a:moveTo>
                    <a:pt x="24538" y="0"/>
                  </a:moveTo>
                  <a:lnTo>
                    <a:pt x="0" y="5808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17" name="Candidate_receptor__3835">
              <a:extLst>
                <a:ext uri="{FF2B5EF4-FFF2-40B4-BE49-F238E27FC236}">
                  <a16:creationId xmlns:a16="http://schemas.microsoft.com/office/drawing/2014/main" id="{CB0B6737-5CA3-14F9-E8A0-3944B25E24D6}"/>
                </a:ext>
              </a:extLst>
            </p:cNvPr>
            <p:cNvSpPr>
              <a:spLocks noGrp="1"/>
            </p:cNvSpPr>
            <p:nvPr/>
          </p:nvSpPr>
          <p:spPr>
            <a:xfrm>
              <a:off x="5698587" y="2005715"/>
              <a:ext cx="70422" cy="90695"/>
            </a:xfrm>
            <a:custGeom>
              <a:avLst/>
              <a:gdLst/>
              <a:ahLst/>
              <a:cxnLst/>
              <a:rect l="0" t="0" r="0" b="0"/>
              <a:pathLst>
                <a:path w="70422" h="90695">
                  <a:moveTo>
                    <a:pt x="70422" y="906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18" name="Candidate_receptor__3836">
              <a:extLst>
                <a:ext uri="{FF2B5EF4-FFF2-40B4-BE49-F238E27FC236}">
                  <a16:creationId xmlns:a16="http://schemas.microsoft.com/office/drawing/2014/main" id="{14013DF5-F736-8362-7A4C-9E07F949EEB1}"/>
                </a:ext>
              </a:extLst>
            </p:cNvPr>
            <p:cNvSpPr>
              <a:spLocks noGrp="1"/>
            </p:cNvSpPr>
            <p:nvPr/>
          </p:nvSpPr>
          <p:spPr>
            <a:xfrm>
              <a:off x="5800284" y="2414959"/>
              <a:ext cx="29637" cy="111311"/>
            </a:xfrm>
            <a:custGeom>
              <a:avLst/>
              <a:gdLst/>
              <a:ahLst/>
              <a:cxnLst/>
              <a:rect l="0" t="0" r="0" b="0"/>
              <a:pathLst>
                <a:path w="29637" h="111311">
                  <a:moveTo>
                    <a:pt x="0" y="0"/>
                  </a:moveTo>
                  <a:lnTo>
                    <a:pt x="29637" y="11131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19" name="Candidate_receptor__3837">
              <a:extLst>
                <a:ext uri="{FF2B5EF4-FFF2-40B4-BE49-F238E27FC236}">
                  <a16:creationId xmlns:a16="http://schemas.microsoft.com/office/drawing/2014/main" id="{0EEEBADA-12DC-C5F8-63E4-526940B2A494}"/>
                </a:ext>
              </a:extLst>
            </p:cNvPr>
            <p:cNvSpPr>
              <a:spLocks noGrp="1"/>
            </p:cNvSpPr>
            <p:nvPr/>
          </p:nvSpPr>
          <p:spPr>
            <a:xfrm>
              <a:off x="5072881" y="2572272"/>
              <a:ext cx="93421" cy="27474"/>
            </a:xfrm>
            <a:custGeom>
              <a:avLst/>
              <a:gdLst/>
              <a:ahLst/>
              <a:cxnLst/>
              <a:rect l="0" t="0" r="0" b="0"/>
              <a:pathLst>
                <a:path w="93421" h="27474">
                  <a:moveTo>
                    <a:pt x="93421" y="274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20" name="Candidate_receptor__3838">
              <a:extLst>
                <a:ext uri="{FF2B5EF4-FFF2-40B4-BE49-F238E27FC236}">
                  <a16:creationId xmlns:a16="http://schemas.microsoft.com/office/drawing/2014/main" id="{31725837-8D0C-9B99-62E6-59CBABBF8B80}"/>
                </a:ext>
              </a:extLst>
            </p:cNvPr>
            <p:cNvSpPr>
              <a:spLocks noGrp="1"/>
            </p:cNvSpPr>
            <p:nvPr/>
          </p:nvSpPr>
          <p:spPr>
            <a:xfrm>
              <a:off x="4151881" y="3230206"/>
              <a:ext cx="8983" cy="111269"/>
            </a:xfrm>
            <a:custGeom>
              <a:avLst/>
              <a:gdLst/>
              <a:ahLst/>
              <a:cxnLst/>
              <a:rect l="0" t="0" r="0" b="0"/>
              <a:pathLst>
                <a:path w="8983" h="111269">
                  <a:moveTo>
                    <a:pt x="8983" y="1112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21" name="Candidate_receptor__3839">
              <a:extLst>
                <a:ext uri="{FF2B5EF4-FFF2-40B4-BE49-F238E27FC236}">
                  <a16:creationId xmlns:a16="http://schemas.microsoft.com/office/drawing/2014/main" id="{D338CDF7-FA94-0B9E-6384-857786163022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96742"/>
              <a:ext cx="106168" cy="33464"/>
            </a:xfrm>
            <a:custGeom>
              <a:avLst/>
              <a:gdLst/>
              <a:ahLst/>
              <a:cxnLst/>
              <a:rect l="0" t="0" r="0" b="0"/>
              <a:pathLst>
                <a:path w="106168" h="33464">
                  <a:moveTo>
                    <a:pt x="106168" y="334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22" name="Candidate_receptor__3840">
              <a:extLst>
                <a:ext uri="{FF2B5EF4-FFF2-40B4-BE49-F238E27FC236}">
                  <a16:creationId xmlns:a16="http://schemas.microsoft.com/office/drawing/2014/main" id="{4C034E0D-6BD6-39DC-2512-08C4B2C2490F}"/>
                </a:ext>
              </a:extLst>
            </p:cNvPr>
            <p:cNvSpPr>
              <a:spLocks noGrp="1"/>
            </p:cNvSpPr>
            <p:nvPr/>
          </p:nvSpPr>
          <p:spPr>
            <a:xfrm>
              <a:off x="4065448" y="2608529"/>
              <a:ext cx="16474" cy="93027"/>
            </a:xfrm>
            <a:custGeom>
              <a:avLst/>
              <a:gdLst/>
              <a:ahLst/>
              <a:cxnLst/>
              <a:rect l="0" t="0" r="0" b="0"/>
              <a:pathLst>
                <a:path w="16474" h="93027">
                  <a:moveTo>
                    <a:pt x="16474" y="93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23" name="Candidate_receptor__3841">
              <a:extLst>
                <a:ext uri="{FF2B5EF4-FFF2-40B4-BE49-F238E27FC236}">
                  <a16:creationId xmlns:a16="http://schemas.microsoft.com/office/drawing/2014/main" id="{089E382C-A427-C45A-96CE-B70B9CAD0A6E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41474"/>
              <a:ext cx="110055" cy="24260"/>
            </a:xfrm>
            <a:custGeom>
              <a:avLst/>
              <a:gdLst/>
              <a:ahLst/>
              <a:cxnLst/>
              <a:rect l="0" t="0" r="0" b="0"/>
              <a:pathLst>
                <a:path w="110055" h="24260">
                  <a:moveTo>
                    <a:pt x="0" y="24260"/>
                  </a:moveTo>
                  <a:lnTo>
                    <a:pt x="11005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24" name="Candidate_receptor__3842">
              <a:extLst>
                <a:ext uri="{FF2B5EF4-FFF2-40B4-BE49-F238E27FC236}">
                  <a16:creationId xmlns:a16="http://schemas.microsoft.com/office/drawing/2014/main" id="{D898AE88-BEEB-A64D-4B25-95035BC4FB2C}"/>
                </a:ext>
              </a:extLst>
            </p:cNvPr>
            <p:cNvSpPr>
              <a:spLocks noGrp="1"/>
            </p:cNvSpPr>
            <p:nvPr/>
          </p:nvSpPr>
          <p:spPr>
            <a:xfrm>
              <a:off x="4885263" y="2475183"/>
              <a:ext cx="71415" cy="26208"/>
            </a:xfrm>
            <a:custGeom>
              <a:avLst/>
              <a:gdLst/>
              <a:ahLst/>
              <a:cxnLst/>
              <a:rect l="0" t="0" r="0" b="0"/>
              <a:pathLst>
                <a:path w="71415" h="26208">
                  <a:moveTo>
                    <a:pt x="0" y="26208"/>
                  </a:moveTo>
                  <a:lnTo>
                    <a:pt x="7141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25" name="Candidate_receptor__3843">
              <a:extLst>
                <a:ext uri="{FF2B5EF4-FFF2-40B4-BE49-F238E27FC236}">
                  <a16:creationId xmlns:a16="http://schemas.microsoft.com/office/drawing/2014/main" id="{32AF9AD3-FA52-F433-99E9-0C2A5B5A783F}"/>
                </a:ext>
              </a:extLst>
            </p:cNvPr>
            <p:cNvSpPr>
              <a:spLocks noGrp="1"/>
            </p:cNvSpPr>
            <p:nvPr/>
          </p:nvSpPr>
          <p:spPr>
            <a:xfrm>
              <a:off x="4715254" y="2853312"/>
              <a:ext cx="41990" cy="22721"/>
            </a:xfrm>
            <a:custGeom>
              <a:avLst/>
              <a:gdLst/>
              <a:ahLst/>
              <a:cxnLst/>
              <a:rect l="0" t="0" r="0" b="0"/>
              <a:pathLst>
                <a:path w="41990" h="22721">
                  <a:moveTo>
                    <a:pt x="41990" y="0"/>
                  </a:moveTo>
                  <a:lnTo>
                    <a:pt x="0" y="2272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26" name="Candidate_receptor__3844">
              <a:extLst>
                <a:ext uri="{FF2B5EF4-FFF2-40B4-BE49-F238E27FC236}">
                  <a16:creationId xmlns:a16="http://schemas.microsoft.com/office/drawing/2014/main" id="{AB984059-8391-8501-D316-6DB4B2A9CCB2}"/>
                </a:ext>
              </a:extLst>
            </p:cNvPr>
            <p:cNvSpPr>
              <a:spLocks noGrp="1"/>
            </p:cNvSpPr>
            <p:nvPr/>
          </p:nvSpPr>
          <p:spPr>
            <a:xfrm>
              <a:off x="5327213" y="2592430"/>
              <a:ext cx="43449" cy="103813"/>
            </a:xfrm>
            <a:custGeom>
              <a:avLst/>
              <a:gdLst/>
              <a:ahLst/>
              <a:cxnLst/>
              <a:rect l="0" t="0" r="0" b="0"/>
              <a:pathLst>
                <a:path w="43449" h="103813">
                  <a:moveTo>
                    <a:pt x="43449" y="1038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27" name="Candidate_receptor__3845">
              <a:extLst>
                <a:ext uri="{FF2B5EF4-FFF2-40B4-BE49-F238E27FC236}">
                  <a16:creationId xmlns:a16="http://schemas.microsoft.com/office/drawing/2014/main" id="{B620CFA4-BF85-28C4-D314-EF0E149F74F8}"/>
                </a:ext>
              </a:extLst>
            </p:cNvPr>
            <p:cNvSpPr>
              <a:spLocks noGrp="1"/>
            </p:cNvSpPr>
            <p:nvPr/>
          </p:nvSpPr>
          <p:spPr>
            <a:xfrm>
              <a:off x="5346095" y="2906146"/>
              <a:ext cx="39595" cy="33757"/>
            </a:xfrm>
            <a:custGeom>
              <a:avLst/>
              <a:gdLst/>
              <a:ahLst/>
              <a:cxnLst/>
              <a:rect l="0" t="0" r="0" b="0"/>
              <a:pathLst>
                <a:path w="39595" h="33757">
                  <a:moveTo>
                    <a:pt x="0" y="0"/>
                  </a:moveTo>
                  <a:lnTo>
                    <a:pt x="39595" y="3375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28" name="Candidate_receptor__3846">
              <a:extLst>
                <a:ext uri="{FF2B5EF4-FFF2-40B4-BE49-F238E27FC236}">
                  <a16:creationId xmlns:a16="http://schemas.microsoft.com/office/drawing/2014/main" id="{185D0103-F7C5-1C3F-9CC0-6EA93C571C38}"/>
                </a:ext>
              </a:extLst>
            </p:cNvPr>
            <p:cNvSpPr>
              <a:spLocks noGrp="1"/>
            </p:cNvSpPr>
            <p:nvPr/>
          </p:nvSpPr>
          <p:spPr>
            <a:xfrm>
              <a:off x="5534624" y="2357735"/>
              <a:ext cx="90557" cy="67725"/>
            </a:xfrm>
            <a:custGeom>
              <a:avLst/>
              <a:gdLst/>
              <a:ahLst/>
              <a:cxnLst/>
              <a:rect l="0" t="0" r="0" b="0"/>
              <a:pathLst>
                <a:path w="90557" h="67725">
                  <a:moveTo>
                    <a:pt x="0" y="67725"/>
                  </a:moveTo>
                  <a:lnTo>
                    <a:pt x="9055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29" name="Candidate_receptor__3847">
              <a:extLst>
                <a:ext uri="{FF2B5EF4-FFF2-40B4-BE49-F238E27FC236}">
                  <a16:creationId xmlns:a16="http://schemas.microsoft.com/office/drawing/2014/main" id="{AEE93F08-4352-EE55-EFC8-1A78AE0D4F8A}"/>
                </a:ext>
              </a:extLst>
            </p:cNvPr>
            <p:cNvSpPr>
              <a:spLocks noGrp="1"/>
            </p:cNvSpPr>
            <p:nvPr/>
          </p:nvSpPr>
          <p:spPr>
            <a:xfrm>
              <a:off x="3869176" y="3015698"/>
              <a:ext cx="112472" cy="17882"/>
            </a:xfrm>
            <a:custGeom>
              <a:avLst/>
              <a:gdLst/>
              <a:ahLst/>
              <a:cxnLst/>
              <a:rect l="0" t="0" r="0" b="0"/>
              <a:pathLst>
                <a:path w="112472" h="17882">
                  <a:moveTo>
                    <a:pt x="0" y="17882"/>
                  </a:moveTo>
                  <a:lnTo>
                    <a:pt x="112472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30" name="Candidate_receptor__3848">
              <a:extLst>
                <a:ext uri="{FF2B5EF4-FFF2-40B4-BE49-F238E27FC236}">
                  <a16:creationId xmlns:a16="http://schemas.microsoft.com/office/drawing/2014/main" id="{A4B141C2-3EB1-D2FD-3338-483B0C9CB5A5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2611"/>
              <a:ext cx="35454" cy="852"/>
            </a:xfrm>
            <a:custGeom>
              <a:avLst/>
              <a:gdLst/>
              <a:ahLst/>
              <a:cxnLst/>
              <a:rect l="0" t="0" r="0" b="0"/>
              <a:pathLst>
                <a:path w="35454" h="852">
                  <a:moveTo>
                    <a:pt x="35454" y="0"/>
                  </a:moveTo>
                  <a:lnTo>
                    <a:pt x="0" y="85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31" name="Candidate_receptor__3849">
              <a:extLst>
                <a:ext uri="{FF2B5EF4-FFF2-40B4-BE49-F238E27FC236}">
                  <a16:creationId xmlns:a16="http://schemas.microsoft.com/office/drawing/2014/main" id="{0649A68A-99A2-D050-FE34-67C5DA62D9F2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43567"/>
              <a:ext cx="11873" cy="64213"/>
            </a:xfrm>
            <a:custGeom>
              <a:avLst/>
              <a:gdLst/>
              <a:ahLst/>
              <a:cxnLst/>
              <a:rect l="0" t="0" r="0" b="0"/>
              <a:pathLst>
                <a:path w="11873" h="64213">
                  <a:moveTo>
                    <a:pt x="11873" y="0"/>
                  </a:moveTo>
                  <a:lnTo>
                    <a:pt x="0" y="64213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32" name="Candidate_receptor__3850">
              <a:extLst>
                <a:ext uri="{FF2B5EF4-FFF2-40B4-BE49-F238E27FC236}">
                  <a16:creationId xmlns:a16="http://schemas.microsoft.com/office/drawing/2014/main" id="{1D1B048F-08F0-F6EA-1E8F-2F5E46218ACF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540073"/>
              <a:ext cx="24382" cy="64830"/>
            </a:xfrm>
            <a:custGeom>
              <a:avLst/>
              <a:gdLst/>
              <a:ahLst/>
              <a:cxnLst/>
              <a:rect l="0" t="0" r="0" b="0"/>
              <a:pathLst>
                <a:path w="24382" h="64830">
                  <a:moveTo>
                    <a:pt x="24382" y="648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533" name="Candidate_receptor__3851">
              <a:extLst>
                <a:ext uri="{FF2B5EF4-FFF2-40B4-BE49-F238E27FC236}">
                  <a16:creationId xmlns:a16="http://schemas.microsoft.com/office/drawing/2014/main" id="{2385C349-4401-8BB5-0868-D2B345546013}"/>
                </a:ext>
              </a:extLst>
            </p:cNvPr>
            <p:cNvSpPr>
              <a:spLocks noGrp="1"/>
            </p:cNvSpPr>
            <p:nvPr/>
          </p:nvSpPr>
          <p:spPr>
            <a:xfrm>
              <a:off x="5166303" y="2517282"/>
              <a:ext cx="80471" cy="82464"/>
            </a:xfrm>
            <a:custGeom>
              <a:avLst/>
              <a:gdLst/>
              <a:ahLst/>
              <a:cxnLst/>
              <a:rect l="0" t="0" r="0" b="0"/>
              <a:pathLst>
                <a:path w="80471" h="82464">
                  <a:moveTo>
                    <a:pt x="80471" y="0"/>
                  </a:moveTo>
                  <a:lnTo>
                    <a:pt x="0" y="8246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34" name="Candidate_receptor__3852">
              <a:extLst>
                <a:ext uri="{FF2B5EF4-FFF2-40B4-BE49-F238E27FC236}">
                  <a16:creationId xmlns:a16="http://schemas.microsoft.com/office/drawing/2014/main" id="{7B4FE69B-B38A-62E2-8557-BAD305C3469B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75189"/>
              <a:ext cx="66846" cy="94230"/>
            </a:xfrm>
            <a:custGeom>
              <a:avLst/>
              <a:gdLst/>
              <a:ahLst/>
              <a:cxnLst/>
              <a:rect l="0" t="0" r="0" b="0"/>
              <a:pathLst>
                <a:path w="66846" h="94230">
                  <a:moveTo>
                    <a:pt x="66846" y="942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35" name="Candidate_receptor__3853">
              <a:extLst>
                <a:ext uri="{FF2B5EF4-FFF2-40B4-BE49-F238E27FC236}">
                  <a16:creationId xmlns:a16="http://schemas.microsoft.com/office/drawing/2014/main" id="{8302ED8D-1C03-8E4C-9788-5D6A0C60D0FD}"/>
                </a:ext>
              </a:extLst>
            </p:cNvPr>
            <p:cNvSpPr>
              <a:spLocks noGrp="1"/>
            </p:cNvSpPr>
            <p:nvPr/>
          </p:nvSpPr>
          <p:spPr>
            <a:xfrm>
              <a:off x="5625181" y="2357735"/>
              <a:ext cx="57980" cy="85832"/>
            </a:xfrm>
            <a:custGeom>
              <a:avLst/>
              <a:gdLst/>
              <a:ahLst/>
              <a:cxnLst/>
              <a:rect l="0" t="0" r="0" b="0"/>
              <a:pathLst>
                <a:path w="57980" h="85832">
                  <a:moveTo>
                    <a:pt x="0" y="0"/>
                  </a:moveTo>
                  <a:lnTo>
                    <a:pt x="57980" y="8583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36" name="Candidate_receptor__3854">
              <a:extLst>
                <a:ext uri="{FF2B5EF4-FFF2-40B4-BE49-F238E27FC236}">
                  <a16:creationId xmlns:a16="http://schemas.microsoft.com/office/drawing/2014/main" id="{862F4920-FF59-2DD7-94EF-E9DA25517D52}"/>
                </a:ext>
              </a:extLst>
            </p:cNvPr>
            <p:cNvSpPr>
              <a:spLocks noGrp="1"/>
            </p:cNvSpPr>
            <p:nvPr/>
          </p:nvSpPr>
          <p:spPr>
            <a:xfrm>
              <a:off x="4958578" y="3265861"/>
              <a:ext cx="19867" cy="79987"/>
            </a:xfrm>
            <a:custGeom>
              <a:avLst/>
              <a:gdLst/>
              <a:ahLst/>
              <a:cxnLst/>
              <a:rect l="0" t="0" r="0" b="0"/>
              <a:pathLst>
                <a:path w="19867" h="79987">
                  <a:moveTo>
                    <a:pt x="19867" y="0"/>
                  </a:moveTo>
                  <a:lnTo>
                    <a:pt x="0" y="79987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537" name="Candidate_receptor__3855">
              <a:extLst>
                <a:ext uri="{FF2B5EF4-FFF2-40B4-BE49-F238E27FC236}">
                  <a16:creationId xmlns:a16="http://schemas.microsoft.com/office/drawing/2014/main" id="{0E9D7DD3-AD6F-048D-E42D-071C808F4416}"/>
                </a:ext>
              </a:extLst>
            </p:cNvPr>
            <p:cNvSpPr>
              <a:spLocks noGrp="1"/>
            </p:cNvSpPr>
            <p:nvPr/>
          </p:nvSpPr>
          <p:spPr>
            <a:xfrm>
              <a:off x="4956678" y="2471532"/>
              <a:ext cx="114693" cy="3651"/>
            </a:xfrm>
            <a:custGeom>
              <a:avLst/>
              <a:gdLst/>
              <a:ahLst/>
              <a:cxnLst/>
              <a:rect l="0" t="0" r="0" b="0"/>
              <a:pathLst>
                <a:path w="114693" h="3651">
                  <a:moveTo>
                    <a:pt x="0" y="3651"/>
                  </a:moveTo>
                  <a:lnTo>
                    <a:pt x="114693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38" name="Candidate_receptor__3856">
              <a:extLst>
                <a:ext uri="{FF2B5EF4-FFF2-40B4-BE49-F238E27FC236}">
                  <a16:creationId xmlns:a16="http://schemas.microsoft.com/office/drawing/2014/main" id="{CAA385CC-19CF-E4FD-39B6-A7B48A750882}"/>
                </a:ext>
              </a:extLst>
            </p:cNvPr>
            <p:cNvSpPr>
              <a:spLocks noGrp="1"/>
            </p:cNvSpPr>
            <p:nvPr/>
          </p:nvSpPr>
          <p:spPr>
            <a:xfrm>
              <a:off x="3826444" y="2941272"/>
              <a:ext cx="42732" cy="92307"/>
            </a:xfrm>
            <a:custGeom>
              <a:avLst/>
              <a:gdLst/>
              <a:ahLst/>
              <a:cxnLst/>
              <a:rect l="0" t="0" r="0" b="0"/>
              <a:pathLst>
                <a:path w="42732" h="92307">
                  <a:moveTo>
                    <a:pt x="0" y="0"/>
                  </a:moveTo>
                  <a:lnTo>
                    <a:pt x="42732" y="92307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39" name="Candidate_receptor__3857">
              <a:extLst>
                <a:ext uri="{FF2B5EF4-FFF2-40B4-BE49-F238E27FC236}">
                  <a16:creationId xmlns:a16="http://schemas.microsoft.com/office/drawing/2014/main" id="{41F02C72-0ADC-175D-8472-51764B12C982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06146"/>
              <a:ext cx="91302" cy="69043"/>
            </a:xfrm>
            <a:custGeom>
              <a:avLst/>
              <a:gdLst/>
              <a:ahLst/>
              <a:cxnLst/>
              <a:rect l="0" t="0" r="0" b="0"/>
              <a:pathLst>
                <a:path w="91302" h="69043">
                  <a:moveTo>
                    <a:pt x="0" y="69043"/>
                  </a:moveTo>
                  <a:lnTo>
                    <a:pt x="9130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40" name="Candidate_receptor__3858">
              <a:extLst>
                <a:ext uri="{FF2B5EF4-FFF2-40B4-BE49-F238E27FC236}">
                  <a16:creationId xmlns:a16="http://schemas.microsoft.com/office/drawing/2014/main" id="{7505AB50-AB2A-C8F2-3B41-0B573F2FD14F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345849"/>
              <a:ext cx="62046" cy="66819"/>
            </a:xfrm>
            <a:custGeom>
              <a:avLst/>
              <a:gdLst/>
              <a:ahLst/>
              <a:cxnLst/>
              <a:rect l="0" t="0" r="0" b="0"/>
              <a:pathLst>
                <a:path w="62046" h="66819">
                  <a:moveTo>
                    <a:pt x="62046" y="0"/>
                  </a:moveTo>
                  <a:lnTo>
                    <a:pt x="0" y="66819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41" name="Candidate_receptor__3859">
              <a:extLst>
                <a:ext uri="{FF2B5EF4-FFF2-40B4-BE49-F238E27FC236}">
                  <a16:creationId xmlns:a16="http://schemas.microsoft.com/office/drawing/2014/main" id="{7488F73D-7B02-7E95-D26B-A078F191B2F1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696243"/>
              <a:ext cx="58942" cy="68116"/>
            </a:xfrm>
            <a:custGeom>
              <a:avLst/>
              <a:gdLst/>
              <a:ahLst/>
              <a:cxnLst/>
              <a:rect l="0" t="0" r="0" b="0"/>
              <a:pathLst>
                <a:path w="58942" h="68116">
                  <a:moveTo>
                    <a:pt x="0" y="68116"/>
                  </a:moveTo>
                  <a:lnTo>
                    <a:pt x="58942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542" name="Candidate_receptor__3860">
              <a:extLst>
                <a:ext uri="{FF2B5EF4-FFF2-40B4-BE49-F238E27FC236}">
                  <a16:creationId xmlns:a16="http://schemas.microsoft.com/office/drawing/2014/main" id="{F31266F6-B9E0-2605-5A11-494ED6F7ED1A}"/>
                </a:ext>
              </a:extLst>
            </p:cNvPr>
            <p:cNvSpPr>
              <a:spLocks noGrp="1"/>
            </p:cNvSpPr>
            <p:nvPr/>
          </p:nvSpPr>
          <p:spPr>
            <a:xfrm>
              <a:off x="3800724" y="2642611"/>
              <a:ext cx="94727" cy="58717"/>
            </a:xfrm>
            <a:custGeom>
              <a:avLst/>
              <a:gdLst/>
              <a:ahLst/>
              <a:cxnLst/>
              <a:rect l="0" t="0" r="0" b="0"/>
              <a:pathLst>
                <a:path w="94727" h="58717">
                  <a:moveTo>
                    <a:pt x="94727" y="587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43" name="Candidate_receptor__3861">
              <a:extLst>
                <a:ext uri="{FF2B5EF4-FFF2-40B4-BE49-F238E27FC236}">
                  <a16:creationId xmlns:a16="http://schemas.microsoft.com/office/drawing/2014/main" id="{30128386-0A23-79CB-9247-6A2080F5F11C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60568" cy="48898"/>
            </a:xfrm>
            <a:custGeom>
              <a:avLst/>
              <a:gdLst/>
              <a:ahLst/>
              <a:cxnLst/>
              <a:rect l="0" t="0" r="0" b="0"/>
              <a:pathLst>
                <a:path w="60568" h="48898">
                  <a:moveTo>
                    <a:pt x="60568" y="488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44" name="Candidate_receptor__3862">
              <a:extLst>
                <a:ext uri="{FF2B5EF4-FFF2-40B4-BE49-F238E27FC236}">
                  <a16:creationId xmlns:a16="http://schemas.microsoft.com/office/drawing/2014/main" id="{10D611B5-C1A9-9E21-766D-C8BE74DCB135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94545" cy="10275"/>
            </a:xfrm>
            <a:custGeom>
              <a:avLst/>
              <a:gdLst/>
              <a:ahLst/>
              <a:cxnLst/>
              <a:rect l="0" t="0" r="0" b="0"/>
              <a:pathLst>
                <a:path w="94545" h="10275">
                  <a:moveTo>
                    <a:pt x="0" y="0"/>
                  </a:moveTo>
                  <a:lnTo>
                    <a:pt x="94545" y="10275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545" name="Candidate_receptor__3863">
              <a:extLst>
                <a:ext uri="{FF2B5EF4-FFF2-40B4-BE49-F238E27FC236}">
                  <a16:creationId xmlns:a16="http://schemas.microsoft.com/office/drawing/2014/main" id="{279E2297-F658-6300-FDD9-52CA24493AEC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24086"/>
              <a:ext cx="23844" cy="72656"/>
            </a:xfrm>
            <a:custGeom>
              <a:avLst/>
              <a:gdLst/>
              <a:ahLst/>
              <a:cxnLst/>
              <a:rect l="0" t="0" r="0" b="0"/>
              <a:pathLst>
                <a:path w="23844" h="72656">
                  <a:moveTo>
                    <a:pt x="0" y="72656"/>
                  </a:moveTo>
                  <a:lnTo>
                    <a:pt x="23844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46" name="Candidate_receptor__3864">
              <a:extLst>
                <a:ext uri="{FF2B5EF4-FFF2-40B4-BE49-F238E27FC236}">
                  <a16:creationId xmlns:a16="http://schemas.microsoft.com/office/drawing/2014/main" id="{15FC77CA-8DA7-2243-4D9A-6F3BBCF89063}"/>
                </a:ext>
              </a:extLst>
            </p:cNvPr>
            <p:cNvSpPr>
              <a:spLocks noGrp="1"/>
            </p:cNvSpPr>
            <p:nvPr/>
          </p:nvSpPr>
          <p:spPr>
            <a:xfrm>
              <a:off x="5213494" y="3353509"/>
              <a:ext cx="16447" cy="20022"/>
            </a:xfrm>
            <a:custGeom>
              <a:avLst/>
              <a:gdLst/>
              <a:ahLst/>
              <a:cxnLst/>
              <a:rect l="0" t="0" r="0" b="0"/>
              <a:pathLst>
                <a:path w="16447" h="20022">
                  <a:moveTo>
                    <a:pt x="0" y="20022"/>
                  </a:moveTo>
                  <a:lnTo>
                    <a:pt x="16447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547" name="Candidate_receptor__3865">
              <a:extLst>
                <a:ext uri="{FF2B5EF4-FFF2-40B4-BE49-F238E27FC236}">
                  <a16:creationId xmlns:a16="http://schemas.microsoft.com/office/drawing/2014/main" id="{FC649854-AB88-DF7C-D03D-295ECAB9BEF5}"/>
                </a:ext>
              </a:extLst>
            </p:cNvPr>
            <p:cNvSpPr>
              <a:spLocks noGrp="1"/>
            </p:cNvSpPr>
            <p:nvPr/>
          </p:nvSpPr>
          <p:spPr>
            <a:xfrm>
              <a:off x="3972831" y="2588445"/>
              <a:ext cx="92617" cy="20083"/>
            </a:xfrm>
            <a:custGeom>
              <a:avLst/>
              <a:gdLst/>
              <a:ahLst/>
              <a:cxnLst/>
              <a:rect l="0" t="0" r="0" b="0"/>
              <a:pathLst>
                <a:path w="92617" h="20083">
                  <a:moveTo>
                    <a:pt x="92617" y="200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48" name="Candidate_receptor__3866">
              <a:extLst>
                <a:ext uri="{FF2B5EF4-FFF2-40B4-BE49-F238E27FC236}">
                  <a16:creationId xmlns:a16="http://schemas.microsoft.com/office/drawing/2014/main" id="{E643ACC4-5A8F-F0DB-B9E8-F53AA6483248}"/>
                </a:ext>
              </a:extLst>
            </p:cNvPr>
            <p:cNvSpPr>
              <a:spLocks noGrp="1"/>
            </p:cNvSpPr>
            <p:nvPr/>
          </p:nvSpPr>
          <p:spPr>
            <a:xfrm>
              <a:off x="4694383" y="2765535"/>
              <a:ext cx="20870" cy="110497"/>
            </a:xfrm>
            <a:custGeom>
              <a:avLst/>
              <a:gdLst/>
              <a:ahLst/>
              <a:cxnLst/>
              <a:rect l="0" t="0" r="0" b="0"/>
              <a:pathLst>
                <a:path w="20870" h="110497">
                  <a:moveTo>
                    <a:pt x="20870" y="110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549" name="Candidate_receptor__3867">
              <a:extLst>
                <a:ext uri="{FF2B5EF4-FFF2-40B4-BE49-F238E27FC236}">
                  <a16:creationId xmlns:a16="http://schemas.microsoft.com/office/drawing/2014/main" id="{FAA9F85C-579B-2D49-A9C6-98884B3E93AD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65535"/>
              <a:ext cx="113609" cy="16362"/>
            </a:xfrm>
            <a:custGeom>
              <a:avLst/>
              <a:gdLst/>
              <a:ahLst/>
              <a:cxnLst/>
              <a:rect l="0" t="0" r="0" b="0"/>
              <a:pathLst>
                <a:path w="113609" h="16362">
                  <a:moveTo>
                    <a:pt x="113609" y="0"/>
                  </a:moveTo>
                  <a:lnTo>
                    <a:pt x="0" y="16362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3550" name="Candidate_receptor__3868">
              <a:extLst>
                <a:ext uri="{FF2B5EF4-FFF2-40B4-BE49-F238E27FC236}">
                  <a16:creationId xmlns:a16="http://schemas.microsoft.com/office/drawing/2014/main" id="{1F8121B5-C42B-D3F4-BE8A-C958B696F895}"/>
                </a:ext>
              </a:extLst>
            </p:cNvPr>
            <p:cNvSpPr>
              <a:spLocks noGrp="1"/>
            </p:cNvSpPr>
            <p:nvPr/>
          </p:nvSpPr>
          <p:spPr>
            <a:xfrm>
              <a:off x="5321639" y="3045564"/>
              <a:ext cx="64958" cy="23855"/>
            </a:xfrm>
            <a:custGeom>
              <a:avLst/>
              <a:gdLst/>
              <a:ahLst/>
              <a:cxnLst/>
              <a:rect l="0" t="0" r="0" b="0"/>
              <a:pathLst>
                <a:path w="64958" h="23855">
                  <a:moveTo>
                    <a:pt x="64958" y="0"/>
                  </a:moveTo>
                  <a:lnTo>
                    <a:pt x="0" y="2385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3551" name="Candidate_receptor__3869">
              <a:extLst>
                <a:ext uri="{FF2B5EF4-FFF2-40B4-BE49-F238E27FC236}">
                  <a16:creationId xmlns:a16="http://schemas.microsoft.com/office/drawing/2014/main" id="{53E156D2-B091-4E19-A1F4-67779BFF9546}"/>
                </a:ext>
              </a:extLst>
            </p:cNvPr>
            <p:cNvSpPr>
              <a:spLocks noGrp="1"/>
            </p:cNvSpPr>
            <p:nvPr/>
          </p:nvSpPr>
          <p:spPr>
            <a:xfrm>
              <a:off x="5242687" y="2516756"/>
              <a:ext cx="4086" cy="526"/>
            </a:xfrm>
            <a:custGeom>
              <a:avLst/>
              <a:gdLst/>
              <a:ahLst/>
              <a:cxnLst/>
              <a:rect l="0" t="0" r="0" b="0"/>
              <a:pathLst>
                <a:path w="4086" h="526">
                  <a:moveTo>
                    <a:pt x="0" y="0"/>
                  </a:moveTo>
                  <a:lnTo>
                    <a:pt x="4086" y="52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52" name="Candidate_receptor__3870">
              <a:extLst>
                <a:ext uri="{FF2B5EF4-FFF2-40B4-BE49-F238E27FC236}">
                  <a16:creationId xmlns:a16="http://schemas.microsoft.com/office/drawing/2014/main" id="{0A78E2D1-C229-A065-AF97-6DF5EB9B10FB}"/>
                </a:ext>
              </a:extLst>
            </p:cNvPr>
            <p:cNvSpPr>
              <a:spLocks noGrp="1"/>
            </p:cNvSpPr>
            <p:nvPr/>
          </p:nvSpPr>
          <p:spPr>
            <a:xfrm>
              <a:off x="5071371" y="2471532"/>
              <a:ext cx="56221" cy="30996"/>
            </a:xfrm>
            <a:custGeom>
              <a:avLst/>
              <a:gdLst/>
              <a:ahLst/>
              <a:cxnLst/>
              <a:rect l="0" t="0" r="0" b="0"/>
              <a:pathLst>
                <a:path w="56221" h="30996">
                  <a:moveTo>
                    <a:pt x="0" y="0"/>
                  </a:moveTo>
                  <a:lnTo>
                    <a:pt x="56221" y="3099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3553" name="Candidate_receptor__3871">
              <a:extLst>
                <a:ext uri="{FF2B5EF4-FFF2-40B4-BE49-F238E27FC236}">
                  <a16:creationId xmlns:a16="http://schemas.microsoft.com/office/drawing/2014/main" id="{8A05215F-7C9A-EE71-E030-F39AC437AC3F}"/>
                </a:ext>
              </a:extLst>
            </p:cNvPr>
            <p:cNvSpPr>
              <a:spLocks noGrp="1"/>
            </p:cNvSpPr>
            <p:nvPr/>
          </p:nvSpPr>
          <p:spPr>
            <a:xfrm>
              <a:off x="4697109" y="2577302"/>
              <a:ext cx="82815" cy="27601"/>
            </a:xfrm>
            <a:custGeom>
              <a:avLst/>
              <a:gdLst/>
              <a:ahLst/>
              <a:cxnLst/>
              <a:rect l="0" t="0" r="0" b="0"/>
              <a:pathLst>
                <a:path w="82815" h="27601">
                  <a:moveTo>
                    <a:pt x="82815" y="0"/>
                  </a:moveTo>
                  <a:lnTo>
                    <a:pt x="0" y="27601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54" name="Candidate_receptor__3872">
              <a:extLst>
                <a:ext uri="{FF2B5EF4-FFF2-40B4-BE49-F238E27FC236}">
                  <a16:creationId xmlns:a16="http://schemas.microsoft.com/office/drawing/2014/main" id="{F857F503-8D81-BA3D-8B48-B16FB2D504CF}"/>
                </a:ext>
              </a:extLst>
            </p:cNvPr>
            <p:cNvSpPr>
              <a:spLocks noGrp="1"/>
            </p:cNvSpPr>
            <p:nvPr/>
          </p:nvSpPr>
          <p:spPr>
            <a:xfrm>
              <a:off x="3959615" y="3105492"/>
              <a:ext cx="109941" cy="18594"/>
            </a:xfrm>
            <a:custGeom>
              <a:avLst/>
              <a:gdLst/>
              <a:ahLst/>
              <a:cxnLst/>
              <a:rect l="0" t="0" r="0" b="0"/>
              <a:pathLst>
                <a:path w="109941" h="18594">
                  <a:moveTo>
                    <a:pt x="109941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3555" name="Candidate_receptor__3873">
              <a:extLst>
                <a:ext uri="{FF2B5EF4-FFF2-40B4-BE49-F238E27FC236}">
                  <a16:creationId xmlns:a16="http://schemas.microsoft.com/office/drawing/2014/main" id="{1D5557F3-0DEE-5F33-5BB7-55980D68E19F}"/>
                </a:ext>
              </a:extLst>
            </p:cNvPr>
            <p:cNvSpPr>
              <a:spLocks noGrp="1"/>
            </p:cNvSpPr>
            <p:nvPr/>
          </p:nvSpPr>
          <p:spPr>
            <a:xfrm>
              <a:off x="3855971" y="3105492"/>
              <a:ext cx="103644" cy="41975"/>
            </a:xfrm>
            <a:custGeom>
              <a:avLst/>
              <a:gdLst/>
              <a:ahLst/>
              <a:cxnLst/>
              <a:rect l="0" t="0" r="0" b="0"/>
              <a:pathLst>
                <a:path w="103644" h="41975">
                  <a:moveTo>
                    <a:pt x="103644" y="0"/>
                  </a:moveTo>
                  <a:lnTo>
                    <a:pt x="0" y="41975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56" name="Candidate_receptor__3874">
              <a:extLst>
                <a:ext uri="{FF2B5EF4-FFF2-40B4-BE49-F238E27FC236}">
                  <a16:creationId xmlns:a16="http://schemas.microsoft.com/office/drawing/2014/main" id="{1631DE88-B72E-5285-B086-278A0C6CC01C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81897"/>
              <a:ext cx="1939" cy="68517"/>
            </a:xfrm>
            <a:custGeom>
              <a:avLst/>
              <a:gdLst/>
              <a:ahLst/>
              <a:cxnLst/>
              <a:rect l="0" t="0" r="0" b="0"/>
              <a:pathLst>
                <a:path w="1939" h="68517">
                  <a:moveTo>
                    <a:pt x="0" y="0"/>
                  </a:moveTo>
                  <a:lnTo>
                    <a:pt x="1939" y="6851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57" name="Candidate_receptor__3875">
              <a:extLst>
                <a:ext uri="{FF2B5EF4-FFF2-40B4-BE49-F238E27FC236}">
                  <a16:creationId xmlns:a16="http://schemas.microsoft.com/office/drawing/2014/main" id="{D1D961C7-0521-5623-CFD5-CD875FDC3EC3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63472"/>
              <a:ext cx="70891" cy="83995"/>
            </a:xfrm>
            <a:custGeom>
              <a:avLst/>
              <a:gdLst/>
              <a:ahLst/>
              <a:cxnLst/>
              <a:rect l="0" t="0" r="0" b="0"/>
              <a:pathLst>
                <a:path w="70891" h="83995">
                  <a:moveTo>
                    <a:pt x="70891" y="839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58" name="Candidate_receptor__3876">
              <a:extLst>
                <a:ext uri="{FF2B5EF4-FFF2-40B4-BE49-F238E27FC236}">
                  <a16:creationId xmlns:a16="http://schemas.microsoft.com/office/drawing/2014/main" id="{8D15C2D7-81BF-A761-2356-F084CA8F7BF5}"/>
                </a:ext>
              </a:extLst>
            </p:cNvPr>
            <p:cNvSpPr>
              <a:spLocks noGrp="1"/>
            </p:cNvSpPr>
            <p:nvPr/>
          </p:nvSpPr>
          <p:spPr>
            <a:xfrm>
              <a:off x="3785853" y="2941272"/>
              <a:ext cx="40590" cy="176"/>
            </a:xfrm>
            <a:custGeom>
              <a:avLst/>
              <a:gdLst/>
              <a:ahLst/>
              <a:cxnLst/>
              <a:rect l="0" t="0" r="0" b="0"/>
              <a:pathLst>
                <a:path w="40590" h="176">
                  <a:moveTo>
                    <a:pt x="0" y="176"/>
                  </a:moveTo>
                  <a:lnTo>
                    <a:pt x="4059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59" name="Candidate_receptor__3877">
              <a:extLst>
                <a:ext uri="{FF2B5EF4-FFF2-40B4-BE49-F238E27FC236}">
                  <a16:creationId xmlns:a16="http://schemas.microsoft.com/office/drawing/2014/main" id="{A92AF68E-FD22-B538-A12C-3E2D17DB87C6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764359"/>
              <a:ext cx="59719" cy="25261"/>
            </a:xfrm>
            <a:custGeom>
              <a:avLst/>
              <a:gdLst/>
              <a:ahLst/>
              <a:cxnLst/>
              <a:rect l="0" t="0" r="0" b="0"/>
              <a:pathLst>
                <a:path w="59719" h="25261">
                  <a:moveTo>
                    <a:pt x="59719" y="25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3560" name="Candidate_receptor__3878">
              <a:extLst>
                <a:ext uri="{FF2B5EF4-FFF2-40B4-BE49-F238E27FC236}">
                  <a16:creationId xmlns:a16="http://schemas.microsoft.com/office/drawing/2014/main" id="{633E77E8-772A-11C7-A03E-EC0BCAA533DC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7504"/>
              <a:ext cx="58505" cy="12820"/>
            </a:xfrm>
            <a:custGeom>
              <a:avLst/>
              <a:gdLst/>
              <a:ahLst/>
              <a:cxnLst/>
              <a:rect l="0" t="0" r="0" b="0"/>
              <a:pathLst>
                <a:path w="58505" h="12820">
                  <a:moveTo>
                    <a:pt x="58505" y="0"/>
                  </a:moveTo>
                  <a:lnTo>
                    <a:pt x="0" y="1282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61" name="Candidate_receptor__3879">
              <a:extLst>
                <a:ext uri="{FF2B5EF4-FFF2-40B4-BE49-F238E27FC236}">
                  <a16:creationId xmlns:a16="http://schemas.microsoft.com/office/drawing/2014/main" id="{56CF2403-B987-0782-957F-26519EA7594C}"/>
                </a:ext>
              </a:extLst>
            </p:cNvPr>
            <p:cNvSpPr>
              <a:spLocks noGrp="1"/>
            </p:cNvSpPr>
            <p:nvPr/>
          </p:nvSpPr>
          <p:spPr>
            <a:xfrm>
              <a:off x="5229941" y="3353509"/>
              <a:ext cx="69115" cy="72446"/>
            </a:xfrm>
            <a:custGeom>
              <a:avLst/>
              <a:gdLst/>
              <a:ahLst/>
              <a:cxnLst/>
              <a:rect l="0" t="0" r="0" b="0"/>
              <a:pathLst>
                <a:path w="69115" h="72446">
                  <a:moveTo>
                    <a:pt x="0" y="0"/>
                  </a:moveTo>
                  <a:lnTo>
                    <a:pt x="69115" y="7244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62" name="Candidate_receptor__3880">
              <a:extLst>
                <a:ext uri="{FF2B5EF4-FFF2-40B4-BE49-F238E27FC236}">
                  <a16:creationId xmlns:a16="http://schemas.microsoft.com/office/drawing/2014/main" id="{18B31A9D-CCB4-2F61-DC28-CDFA277D23D5}"/>
                </a:ext>
              </a:extLst>
            </p:cNvPr>
            <p:cNvSpPr>
              <a:spLocks noGrp="1"/>
            </p:cNvSpPr>
            <p:nvPr/>
          </p:nvSpPr>
          <p:spPr>
            <a:xfrm>
              <a:off x="5127592" y="2502528"/>
              <a:ext cx="115096" cy="14227"/>
            </a:xfrm>
            <a:custGeom>
              <a:avLst/>
              <a:gdLst/>
              <a:ahLst/>
              <a:cxnLst/>
              <a:rect l="0" t="0" r="0" b="0"/>
              <a:pathLst>
                <a:path w="115096" h="14227">
                  <a:moveTo>
                    <a:pt x="0" y="0"/>
                  </a:moveTo>
                  <a:lnTo>
                    <a:pt x="115096" y="1422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63" name="Candidate_receptor__3881">
              <a:extLst>
                <a:ext uri="{FF2B5EF4-FFF2-40B4-BE49-F238E27FC236}">
                  <a16:creationId xmlns:a16="http://schemas.microsoft.com/office/drawing/2014/main" id="{E181AA23-49F3-E6DC-5FA0-E33CA78BD189}"/>
                </a:ext>
              </a:extLst>
            </p:cNvPr>
            <p:cNvSpPr>
              <a:spLocks noGrp="1"/>
            </p:cNvSpPr>
            <p:nvPr/>
          </p:nvSpPr>
          <p:spPr>
            <a:xfrm>
              <a:off x="4779925" y="2577302"/>
              <a:ext cx="78466" cy="83654"/>
            </a:xfrm>
            <a:custGeom>
              <a:avLst/>
              <a:gdLst/>
              <a:ahLst/>
              <a:cxnLst/>
              <a:rect l="0" t="0" r="0" b="0"/>
              <a:pathLst>
                <a:path w="78466" h="83654">
                  <a:moveTo>
                    <a:pt x="78466" y="83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64" name="Candidate_receptor__3882">
              <a:extLst>
                <a:ext uri="{FF2B5EF4-FFF2-40B4-BE49-F238E27FC236}">
                  <a16:creationId xmlns:a16="http://schemas.microsoft.com/office/drawing/2014/main" id="{F7E4FF1E-90BC-5F85-3C55-BFEC19A80D75}"/>
                </a:ext>
              </a:extLst>
            </p:cNvPr>
            <p:cNvSpPr>
              <a:spLocks noGrp="1"/>
            </p:cNvSpPr>
            <p:nvPr/>
          </p:nvSpPr>
          <p:spPr>
            <a:xfrm>
              <a:off x="5293202" y="3017199"/>
              <a:ext cx="93396" cy="28365"/>
            </a:xfrm>
            <a:custGeom>
              <a:avLst/>
              <a:gdLst/>
              <a:ahLst/>
              <a:cxnLst/>
              <a:rect l="0" t="0" r="0" b="0"/>
              <a:pathLst>
                <a:path w="93396" h="28365">
                  <a:moveTo>
                    <a:pt x="0" y="0"/>
                  </a:moveTo>
                  <a:lnTo>
                    <a:pt x="93396" y="2836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3565" name="Candidate_receptor__3883">
              <a:extLst>
                <a:ext uri="{FF2B5EF4-FFF2-40B4-BE49-F238E27FC236}">
                  <a16:creationId xmlns:a16="http://schemas.microsoft.com/office/drawing/2014/main" id="{875EBD32-DD1C-6689-9455-E35C1E236761}"/>
                </a:ext>
              </a:extLst>
            </p:cNvPr>
            <p:cNvSpPr>
              <a:spLocks noGrp="1"/>
            </p:cNvSpPr>
            <p:nvPr/>
          </p:nvSpPr>
          <p:spPr>
            <a:xfrm>
              <a:off x="4766523" y="2807290"/>
              <a:ext cx="85441" cy="76609"/>
            </a:xfrm>
            <a:custGeom>
              <a:avLst/>
              <a:gdLst/>
              <a:ahLst/>
              <a:cxnLst/>
              <a:rect l="0" t="0" r="0" b="0"/>
              <a:pathLst>
                <a:path w="85441" h="76609">
                  <a:moveTo>
                    <a:pt x="0" y="0"/>
                  </a:moveTo>
                  <a:lnTo>
                    <a:pt x="85441" y="76609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66" name="Candidate_receptor__3884">
              <a:extLst>
                <a:ext uri="{FF2B5EF4-FFF2-40B4-BE49-F238E27FC236}">
                  <a16:creationId xmlns:a16="http://schemas.microsoft.com/office/drawing/2014/main" id="{2F6B5E8E-185B-7E17-31D9-CF9A886386EC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017199"/>
              <a:ext cx="50855" cy="98301"/>
            </a:xfrm>
            <a:custGeom>
              <a:avLst/>
              <a:gdLst/>
              <a:ahLst/>
              <a:cxnLst/>
              <a:rect l="0" t="0" r="0" b="0"/>
              <a:pathLst>
                <a:path w="50855" h="98301">
                  <a:moveTo>
                    <a:pt x="0" y="98301"/>
                  </a:moveTo>
                  <a:lnTo>
                    <a:pt x="50855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3567" name="Candidate_receptor__3885">
              <a:extLst>
                <a:ext uri="{FF2B5EF4-FFF2-40B4-BE49-F238E27FC236}">
                  <a16:creationId xmlns:a16="http://schemas.microsoft.com/office/drawing/2014/main" id="{77A32990-835F-38DD-777E-96352901D427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115500"/>
              <a:ext cx="92873" cy="57910"/>
            </a:xfrm>
            <a:custGeom>
              <a:avLst/>
              <a:gdLst/>
              <a:ahLst/>
              <a:cxnLst/>
              <a:rect l="0" t="0" r="0" b="0"/>
              <a:pathLst>
                <a:path w="92873" h="57910">
                  <a:moveTo>
                    <a:pt x="92873" y="5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3568" name="Candidate_receptor__3886">
              <a:extLst>
                <a:ext uri="{FF2B5EF4-FFF2-40B4-BE49-F238E27FC236}">
                  <a16:creationId xmlns:a16="http://schemas.microsoft.com/office/drawing/2014/main" id="{35C6EE9B-4CE0-AEC2-1B3D-4985324DAF3C}"/>
                </a:ext>
              </a:extLst>
            </p:cNvPr>
            <p:cNvSpPr>
              <a:spLocks noGrp="1"/>
            </p:cNvSpPr>
            <p:nvPr/>
          </p:nvSpPr>
          <p:spPr>
            <a:xfrm>
              <a:off x="4851964" y="2806645"/>
              <a:ext cx="82152" cy="77254"/>
            </a:xfrm>
            <a:custGeom>
              <a:avLst/>
              <a:gdLst/>
              <a:ahLst/>
              <a:cxnLst/>
              <a:rect l="0" t="0" r="0" b="0"/>
              <a:pathLst>
                <a:path w="82152" h="77254">
                  <a:moveTo>
                    <a:pt x="0" y="77254"/>
                  </a:moveTo>
                  <a:lnTo>
                    <a:pt x="82152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69" name="Candidate_receptor__3887">
              <a:extLst>
                <a:ext uri="{FF2B5EF4-FFF2-40B4-BE49-F238E27FC236}">
                  <a16:creationId xmlns:a16="http://schemas.microsoft.com/office/drawing/2014/main" id="{FE3E25D6-AE5F-656A-3982-F8CC9CD3B5D1}"/>
                </a:ext>
              </a:extLst>
            </p:cNvPr>
            <p:cNvSpPr>
              <a:spLocks noGrp="1"/>
            </p:cNvSpPr>
            <p:nvPr/>
          </p:nvSpPr>
          <p:spPr>
            <a:xfrm>
              <a:off x="4858391" y="2648599"/>
              <a:ext cx="92042" cy="12357"/>
            </a:xfrm>
            <a:custGeom>
              <a:avLst/>
              <a:gdLst/>
              <a:ahLst/>
              <a:cxnLst/>
              <a:rect l="0" t="0" r="0" b="0"/>
              <a:pathLst>
                <a:path w="92042" h="12357">
                  <a:moveTo>
                    <a:pt x="92042" y="0"/>
                  </a:moveTo>
                  <a:lnTo>
                    <a:pt x="0" y="1235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70" name="Candidate_receptor__3888">
              <a:extLst>
                <a:ext uri="{FF2B5EF4-FFF2-40B4-BE49-F238E27FC236}">
                  <a16:creationId xmlns:a16="http://schemas.microsoft.com/office/drawing/2014/main" id="{01344754-B8E0-9537-3D34-B7592A45D42B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30315"/>
              <a:ext cx="42371" cy="33157"/>
            </a:xfrm>
            <a:custGeom>
              <a:avLst/>
              <a:gdLst/>
              <a:ahLst/>
              <a:cxnLst/>
              <a:rect l="0" t="0" r="0" b="0"/>
              <a:pathLst>
                <a:path w="42371" h="33157">
                  <a:moveTo>
                    <a:pt x="0" y="33157"/>
                  </a:moveTo>
                  <a:lnTo>
                    <a:pt x="42371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71" name="Candidate_receptor__3889">
              <a:extLst>
                <a:ext uri="{FF2B5EF4-FFF2-40B4-BE49-F238E27FC236}">
                  <a16:creationId xmlns:a16="http://schemas.microsoft.com/office/drawing/2014/main" id="{9BBBB724-AD49-0E01-FBF0-0443BAF653A0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12918" cy="114989"/>
            </a:xfrm>
            <a:custGeom>
              <a:avLst/>
              <a:gdLst/>
              <a:ahLst/>
              <a:cxnLst/>
              <a:rect l="0" t="0" r="0" b="0"/>
              <a:pathLst>
                <a:path w="12918" h="114989">
                  <a:moveTo>
                    <a:pt x="0" y="0"/>
                  </a:moveTo>
                  <a:lnTo>
                    <a:pt x="12918" y="114989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3572" name="Candidate_receptor__3890">
              <a:extLst>
                <a:ext uri="{FF2B5EF4-FFF2-40B4-BE49-F238E27FC236}">
                  <a16:creationId xmlns:a16="http://schemas.microsoft.com/office/drawing/2014/main" id="{B49AD896-FEDC-E984-6939-1171D0673037}"/>
                </a:ext>
              </a:extLst>
            </p:cNvPr>
            <p:cNvSpPr>
              <a:spLocks noGrp="1"/>
            </p:cNvSpPr>
            <p:nvPr/>
          </p:nvSpPr>
          <p:spPr>
            <a:xfrm>
              <a:off x="4670839" y="2807290"/>
              <a:ext cx="95684" cy="227"/>
            </a:xfrm>
            <a:custGeom>
              <a:avLst/>
              <a:gdLst/>
              <a:ahLst/>
              <a:cxnLst/>
              <a:rect l="0" t="0" r="0" b="0"/>
              <a:pathLst>
                <a:path w="95684" h="227">
                  <a:moveTo>
                    <a:pt x="0" y="227"/>
                  </a:moveTo>
                  <a:lnTo>
                    <a:pt x="95684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73" name="Candidate_receptor__3891">
              <a:extLst>
                <a:ext uri="{FF2B5EF4-FFF2-40B4-BE49-F238E27FC236}">
                  <a16:creationId xmlns:a16="http://schemas.microsoft.com/office/drawing/2014/main" id="{C8E0F43C-DF70-5167-1C46-4CD65FC1D8EA}"/>
                </a:ext>
              </a:extLst>
            </p:cNvPr>
            <p:cNvSpPr>
              <a:spLocks noGrp="1"/>
            </p:cNvSpPr>
            <p:nvPr/>
          </p:nvSpPr>
          <p:spPr>
            <a:xfrm>
              <a:off x="4582714" y="2807517"/>
              <a:ext cx="88126" cy="42897"/>
            </a:xfrm>
            <a:custGeom>
              <a:avLst/>
              <a:gdLst/>
              <a:ahLst/>
              <a:cxnLst/>
              <a:rect l="0" t="0" r="0" b="0"/>
              <a:pathLst>
                <a:path w="88126" h="42897">
                  <a:moveTo>
                    <a:pt x="0" y="42897"/>
                  </a:moveTo>
                  <a:lnTo>
                    <a:pt x="88126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74" name="Candidate_receptor__3892">
              <a:extLst>
                <a:ext uri="{FF2B5EF4-FFF2-40B4-BE49-F238E27FC236}">
                  <a16:creationId xmlns:a16="http://schemas.microsoft.com/office/drawing/2014/main" id="{D679DD0E-49D8-CCDA-8270-59A60CBA7DC0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49924"/>
              <a:ext cx="27988" cy="109499"/>
            </a:xfrm>
            <a:custGeom>
              <a:avLst/>
              <a:gdLst/>
              <a:ahLst/>
              <a:cxnLst/>
              <a:rect l="0" t="0" r="0" b="0"/>
              <a:pathLst>
                <a:path w="27988" h="109499">
                  <a:moveTo>
                    <a:pt x="27988" y="1094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53575" name="Candidate_receptor__3893">
              <a:extLst>
                <a:ext uri="{FF2B5EF4-FFF2-40B4-BE49-F238E27FC236}">
                  <a16:creationId xmlns:a16="http://schemas.microsoft.com/office/drawing/2014/main" id="{853E7B28-7FF7-1E17-4B24-01A1CF11F0DE}"/>
                </a:ext>
              </a:extLst>
            </p:cNvPr>
            <p:cNvSpPr>
              <a:spLocks noGrp="1"/>
            </p:cNvSpPr>
            <p:nvPr/>
          </p:nvSpPr>
          <p:spPr>
            <a:xfrm>
              <a:off x="5213743" y="3425954"/>
              <a:ext cx="85313" cy="32411"/>
            </a:xfrm>
            <a:custGeom>
              <a:avLst/>
              <a:gdLst/>
              <a:ahLst/>
              <a:cxnLst/>
              <a:rect l="0" t="0" r="0" b="0"/>
              <a:pathLst>
                <a:path w="85313" h="32411">
                  <a:moveTo>
                    <a:pt x="85313" y="0"/>
                  </a:moveTo>
                  <a:lnTo>
                    <a:pt x="0" y="32411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53576" name="Candidate_receptor__3894">
              <a:extLst>
                <a:ext uri="{FF2B5EF4-FFF2-40B4-BE49-F238E27FC236}">
                  <a16:creationId xmlns:a16="http://schemas.microsoft.com/office/drawing/2014/main" id="{7C026C7C-C560-3A60-C7D7-6DDB194DB9EF}"/>
                </a:ext>
              </a:extLst>
            </p:cNvPr>
            <p:cNvSpPr>
              <a:spLocks noGrp="1"/>
            </p:cNvSpPr>
            <p:nvPr/>
          </p:nvSpPr>
          <p:spPr>
            <a:xfrm>
              <a:off x="4065048" y="2749896"/>
              <a:ext cx="17972" cy="110065"/>
            </a:xfrm>
            <a:custGeom>
              <a:avLst/>
              <a:gdLst/>
              <a:ahLst/>
              <a:cxnLst/>
              <a:rect l="0" t="0" r="0" b="0"/>
              <a:pathLst>
                <a:path w="17972" h="110065">
                  <a:moveTo>
                    <a:pt x="17972" y="0"/>
                  </a:moveTo>
                  <a:lnTo>
                    <a:pt x="0" y="110065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53577" name="Candidate_receptor__3895">
              <a:extLst>
                <a:ext uri="{FF2B5EF4-FFF2-40B4-BE49-F238E27FC236}">
                  <a16:creationId xmlns:a16="http://schemas.microsoft.com/office/drawing/2014/main" id="{AC31B767-15FE-1DD0-655C-B9FD78AD0C92}"/>
                </a:ext>
              </a:extLst>
            </p:cNvPr>
            <p:cNvSpPr>
              <a:spLocks noGrp="1"/>
            </p:cNvSpPr>
            <p:nvPr/>
          </p:nvSpPr>
          <p:spPr>
            <a:xfrm>
              <a:off x="5311075" y="2712069"/>
              <a:ext cx="60365" cy="77550"/>
            </a:xfrm>
            <a:custGeom>
              <a:avLst/>
              <a:gdLst/>
              <a:ahLst/>
              <a:cxnLst/>
              <a:rect l="0" t="0" r="0" b="0"/>
              <a:pathLst>
                <a:path w="60365" h="77550">
                  <a:moveTo>
                    <a:pt x="0" y="0"/>
                  </a:moveTo>
                  <a:lnTo>
                    <a:pt x="60365" y="775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53578" name="Candidate_receptor__3896">
              <a:extLst>
                <a:ext uri="{FF2B5EF4-FFF2-40B4-BE49-F238E27FC236}">
                  <a16:creationId xmlns:a16="http://schemas.microsoft.com/office/drawing/2014/main" id="{694B6523-71B2-CA39-25BE-91947836F05C}"/>
                </a:ext>
              </a:extLst>
            </p:cNvPr>
            <p:cNvSpPr>
              <a:spLocks noGrp="1"/>
            </p:cNvSpPr>
            <p:nvPr/>
          </p:nvSpPr>
          <p:spPr>
            <a:xfrm>
              <a:off x="4235888" y="2773386"/>
              <a:ext cx="114037" cy="18574"/>
            </a:xfrm>
            <a:custGeom>
              <a:avLst/>
              <a:gdLst/>
              <a:ahLst/>
              <a:cxnLst/>
              <a:rect l="0" t="0" r="0" b="0"/>
              <a:pathLst>
                <a:path w="114037" h="18574">
                  <a:moveTo>
                    <a:pt x="114037" y="185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53579" name="Candidate_receptor__3897">
              <a:extLst>
                <a:ext uri="{FF2B5EF4-FFF2-40B4-BE49-F238E27FC236}">
                  <a16:creationId xmlns:a16="http://schemas.microsoft.com/office/drawing/2014/main" id="{1917EAD7-CE1A-5762-561F-4443129D4ADB}"/>
                </a:ext>
              </a:extLst>
            </p:cNvPr>
            <p:cNvSpPr>
              <a:spLocks noGrp="1"/>
            </p:cNvSpPr>
            <p:nvPr/>
          </p:nvSpPr>
          <p:spPr>
            <a:xfrm>
              <a:off x="4967999" y="2900059"/>
              <a:ext cx="78127" cy="84649"/>
            </a:xfrm>
            <a:custGeom>
              <a:avLst/>
              <a:gdLst/>
              <a:ahLst/>
              <a:cxnLst/>
              <a:rect l="0" t="0" r="0" b="0"/>
              <a:pathLst>
                <a:path w="78127" h="84649">
                  <a:moveTo>
                    <a:pt x="0" y="84649"/>
                  </a:moveTo>
                  <a:lnTo>
                    <a:pt x="7812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53580" name="Candidate_receptor__3898">
              <a:extLst>
                <a:ext uri="{FF2B5EF4-FFF2-40B4-BE49-F238E27FC236}">
                  <a16:creationId xmlns:a16="http://schemas.microsoft.com/office/drawing/2014/main" id="{8A844A39-EB85-ADF8-24DB-F74F179D6E66}"/>
                </a:ext>
              </a:extLst>
            </p:cNvPr>
            <p:cNvSpPr>
              <a:spLocks noGrp="1"/>
            </p:cNvSpPr>
            <p:nvPr/>
          </p:nvSpPr>
          <p:spPr>
            <a:xfrm>
              <a:off x="4036787" y="3209820"/>
              <a:ext cx="113708" cy="20019"/>
            </a:xfrm>
            <a:custGeom>
              <a:avLst/>
              <a:gdLst/>
              <a:ahLst/>
              <a:cxnLst/>
              <a:rect l="0" t="0" r="0" b="0"/>
              <a:pathLst>
                <a:path w="113708" h="20019">
                  <a:moveTo>
                    <a:pt x="0" y="20019"/>
                  </a:moveTo>
                  <a:lnTo>
                    <a:pt x="113708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53581" name="Candidate_receptor__3899">
              <a:extLst>
                <a:ext uri="{FF2B5EF4-FFF2-40B4-BE49-F238E27FC236}">
                  <a16:creationId xmlns:a16="http://schemas.microsoft.com/office/drawing/2014/main" id="{C0B82681-58F6-7F83-8959-534BEF2CA5D5}"/>
                </a:ext>
              </a:extLst>
            </p:cNvPr>
            <p:cNvSpPr>
              <a:spLocks noGrp="1"/>
            </p:cNvSpPr>
            <p:nvPr/>
          </p:nvSpPr>
          <p:spPr>
            <a:xfrm>
              <a:off x="3924946" y="2757517"/>
              <a:ext cx="15554" cy="90750"/>
            </a:xfrm>
            <a:custGeom>
              <a:avLst/>
              <a:gdLst/>
              <a:ahLst/>
              <a:cxnLst/>
              <a:rect l="0" t="0" r="0" b="0"/>
              <a:pathLst>
                <a:path w="15554" h="90750">
                  <a:moveTo>
                    <a:pt x="15554" y="0"/>
                  </a:moveTo>
                  <a:lnTo>
                    <a:pt x="0" y="907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53582" name="Candidate_receptor__3900">
              <a:extLst>
                <a:ext uri="{FF2B5EF4-FFF2-40B4-BE49-F238E27FC236}">
                  <a16:creationId xmlns:a16="http://schemas.microsoft.com/office/drawing/2014/main" id="{AC374920-40F6-865D-2A68-125675F23BF3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12069"/>
              <a:ext cx="97780" cy="37855"/>
            </a:xfrm>
            <a:custGeom>
              <a:avLst/>
              <a:gdLst/>
              <a:ahLst/>
              <a:cxnLst/>
              <a:rect l="0" t="0" r="0" b="0"/>
              <a:pathLst>
                <a:path w="97780" h="37855">
                  <a:moveTo>
                    <a:pt x="0" y="37855"/>
                  </a:moveTo>
                  <a:lnTo>
                    <a:pt x="9778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53583" name="Candidate_receptor__3901">
              <a:extLst>
                <a:ext uri="{FF2B5EF4-FFF2-40B4-BE49-F238E27FC236}">
                  <a16:creationId xmlns:a16="http://schemas.microsoft.com/office/drawing/2014/main" id="{7E9B6ACD-9E88-881C-2646-D5D7F9AC1CD7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0837"/>
              <a:ext cx="91777" cy="19487"/>
            </a:xfrm>
            <a:custGeom>
              <a:avLst/>
              <a:gdLst/>
              <a:ahLst/>
              <a:cxnLst/>
              <a:rect l="0" t="0" r="0" b="0"/>
              <a:pathLst>
                <a:path w="91777" h="19487">
                  <a:moveTo>
                    <a:pt x="0" y="19487"/>
                  </a:moveTo>
                  <a:lnTo>
                    <a:pt x="9177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53584" name="Candidate_receptor__3902">
              <a:extLst>
                <a:ext uri="{FF2B5EF4-FFF2-40B4-BE49-F238E27FC236}">
                  <a16:creationId xmlns:a16="http://schemas.microsoft.com/office/drawing/2014/main" id="{A858494D-010F-E018-443F-D0809F021B09}"/>
                </a:ext>
              </a:extLst>
            </p:cNvPr>
            <p:cNvSpPr>
              <a:spLocks noGrp="1"/>
            </p:cNvSpPr>
            <p:nvPr/>
          </p:nvSpPr>
          <p:spPr>
            <a:xfrm>
              <a:off x="3898350" y="2848267"/>
              <a:ext cx="26596" cy="61549"/>
            </a:xfrm>
            <a:custGeom>
              <a:avLst/>
              <a:gdLst/>
              <a:ahLst/>
              <a:cxnLst/>
              <a:rect l="0" t="0" r="0" b="0"/>
              <a:pathLst>
                <a:path w="26596" h="61549">
                  <a:moveTo>
                    <a:pt x="26596" y="0"/>
                  </a:moveTo>
                  <a:lnTo>
                    <a:pt x="0" y="6154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53585" name="Candidate_receptor__3903">
              <a:extLst>
                <a:ext uri="{FF2B5EF4-FFF2-40B4-BE49-F238E27FC236}">
                  <a16:creationId xmlns:a16="http://schemas.microsoft.com/office/drawing/2014/main" id="{3CCF513A-69A2-A4D3-8F99-2C0E894E4DD3}"/>
                </a:ext>
              </a:extLst>
            </p:cNvPr>
            <p:cNvSpPr>
              <a:spLocks noGrp="1"/>
            </p:cNvSpPr>
            <p:nvPr/>
          </p:nvSpPr>
          <p:spPr>
            <a:xfrm>
              <a:off x="4934116" y="2743914"/>
              <a:ext cx="2228" cy="62731"/>
            </a:xfrm>
            <a:custGeom>
              <a:avLst/>
              <a:gdLst/>
              <a:ahLst/>
              <a:cxnLst/>
              <a:rect l="0" t="0" r="0" b="0"/>
              <a:pathLst>
                <a:path w="2228" h="62731">
                  <a:moveTo>
                    <a:pt x="0" y="62731"/>
                  </a:moveTo>
                  <a:lnTo>
                    <a:pt x="222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53586" name="Candidate_receptor__3904">
              <a:extLst>
                <a:ext uri="{FF2B5EF4-FFF2-40B4-BE49-F238E27FC236}">
                  <a16:creationId xmlns:a16="http://schemas.microsoft.com/office/drawing/2014/main" id="{D1FEF253-32B8-B77C-73A4-AEB7A3B6D70D}"/>
                </a:ext>
              </a:extLst>
            </p:cNvPr>
            <p:cNvSpPr>
              <a:spLocks noGrp="1"/>
            </p:cNvSpPr>
            <p:nvPr/>
          </p:nvSpPr>
          <p:spPr>
            <a:xfrm>
              <a:off x="4342916" y="2791960"/>
              <a:ext cx="7008" cy="108877"/>
            </a:xfrm>
            <a:custGeom>
              <a:avLst/>
              <a:gdLst/>
              <a:ahLst/>
              <a:cxnLst/>
              <a:rect l="0" t="0" r="0" b="0"/>
              <a:pathLst>
                <a:path w="7008" h="108877">
                  <a:moveTo>
                    <a:pt x="0" y="108877"/>
                  </a:moveTo>
                  <a:lnTo>
                    <a:pt x="700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53587" name="Candidate_receptor__3905">
              <a:extLst>
                <a:ext uri="{FF2B5EF4-FFF2-40B4-BE49-F238E27FC236}">
                  <a16:creationId xmlns:a16="http://schemas.microsoft.com/office/drawing/2014/main" id="{2F54A6AD-EB2C-D549-06E2-AADE91EDF90C}"/>
                </a:ext>
              </a:extLst>
            </p:cNvPr>
            <p:cNvSpPr>
              <a:spLocks noGrp="1"/>
            </p:cNvSpPr>
            <p:nvPr/>
          </p:nvSpPr>
          <p:spPr>
            <a:xfrm>
              <a:off x="4003300" y="3128755"/>
              <a:ext cx="33487" cy="101084"/>
            </a:xfrm>
            <a:custGeom>
              <a:avLst/>
              <a:gdLst/>
              <a:ahLst/>
              <a:cxnLst/>
              <a:rect l="0" t="0" r="0" b="0"/>
              <a:pathLst>
                <a:path w="33487" h="101084">
                  <a:moveTo>
                    <a:pt x="0" y="0"/>
                  </a:moveTo>
                  <a:lnTo>
                    <a:pt x="33487" y="101084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53588" name="Candidate_receptor__3906">
              <a:extLst>
                <a:ext uri="{FF2B5EF4-FFF2-40B4-BE49-F238E27FC236}">
                  <a16:creationId xmlns:a16="http://schemas.microsoft.com/office/drawing/2014/main" id="{532AAFFE-3B93-E463-5513-57DC162D3AEE}"/>
                </a:ext>
              </a:extLst>
            </p:cNvPr>
            <p:cNvSpPr>
              <a:spLocks noGrp="1"/>
            </p:cNvSpPr>
            <p:nvPr/>
          </p:nvSpPr>
          <p:spPr>
            <a:xfrm>
              <a:off x="5326016" y="3115452"/>
              <a:ext cx="9203" cy="57959"/>
            </a:xfrm>
            <a:custGeom>
              <a:avLst/>
              <a:gdLst/>
              <a:ahLst/>
              <a:cxnLst/>
              <a:rect l="0" t="0" r="0" b="0"/>
              <a:pathLst>
                <a:path w="9203" h="57959">
                  <a:moveTo>
                    <a:pt x="0" y="0"/>
                  </a:moveTo>
                  <a:lnTo>
                    <a:pt x="9203" y="5795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53589" name="Candidate_receptor__3907">
              <a:extLst>
                <a:ext uri="{FF2B5EF4-FFF2-40B4-BE49-F238E27FC236}">
                  <a16:creationId xmlns:a16="http://schemas.microsoft.com/office/drawing/2014/main" id="{AC74AF60-AA97-9112-B780-7B9910AC6759}"/>
                </a:ext>
              </a:extLst>
            </p:cNvPr>
            <p:cNvSpPr>
              <a:spLocks noGrp="1"/>
            </p:cNvSpPr>
            <p:nvPr/>
          </p:nvSpPr>
          <p:spPr>
            <a:xfrm>
              <a:off x="4890515" y="2948027"/>
              <a:ext cx="77484" cy="36681"/>
            </a:xfrm>
            <a:custGeom>
              <a:avLst/>
              <a:gdLst/>
              <a:ahLst/>
              <a:cxnLst/>
              <a:rect l="0" t="0" r="0" b="0"/>
              <a:pathLst>
                <a:path w="77484" h="36681">
                  <a:moveTo>
                    <a:pt x="0" y="0"/>
                  </a:moveTo>
                  <a:lnTo>
                    <a:pt x="77484" y="3668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3590" name="Candidate_receptor__3908">
              <a:extLst>
                <a:ext uri="{FF2B5EF4-FFF2-40B4-BE49-F238E27FC236}">
                  <a16:creationId xmlns:a16="http://schemas.microsoft.com/office/drawing/2014/main" id="{CCC0B4A1-95D4-4824-8F95-F01078221185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47125" cy="3075"/>
            </a:xfrm>
            <a:custGeom>
              <a:avLst/>
              <a:gdLst/>
              <a:ahLst/>
              <a:cxnLst/>
              <a:rect l="0" t="0" r="0" b="0"/>
              <a:pathLst>
                <a:path w="47125" h="3075">
                  <a:moveTo>
                    <a:pt x="47125" y="30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591" name="Candidate_receptor__3909">
              <a:extLst>
                <a:ext uri="{FF2B5EF4-FFF2-40B4-BE49-F238E27FC236}">
                  <a16:creationId xmlns:a16="http://schemas.microsoft.com/office/drawing/2014/main" id="{C98D4283-5DF4-27B1-D941-8A8DD20E2A81}"/>
                </a:ext>
              </a:extLst>
            </p:cNvPr>
            <p:cNvSpPr>
              <a:spLocks noGrp="1"/>
            </p:cNvSpPr>
            <p:nvPr/>
          </p:nvSpPr>
          <p:spPr>
            <a:xfrm>
              <a:off x="4936344" y="2648599"/>
              <a:ext cx="14089" cy="95315"/>
            </a:xfrm>
            <a:custGeom>
              <a:avLst/>
              <a:gdLst/>
              <a:ahLst/>
              <a:cxnLst/>
              <a:rect l="0" t="0" r="0" b="0"/>
              <a:pathLst>
                <a:path w="14089" h="95315">
                  <a:moveTo>
                    <a:pt x="0" y="95315"/>
                  </a:moveTo>
                  <a:lnTo>
                    <a:pt x="1408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3592" name="Candidate_receptor__3910">
              <a:extLst>
                <a:ext uri="{FF2B5EF4-FFF2-40B4-BE49-F238E27FC236}">
                  <a16:creationId xmlns:a16="http://schemas.microsoft.com/office/drawing/2014/main" id="{B34867A5-BFCC-9DB5-3486-1D34A52F62D8}"/>
                </a:ext>
              </a:extLst>
            </p:cNvPr>
            <p:cNvSpPr>
              <a:spLocks noGrp="1"/>
            </p:cNvSpPr>
            <p:nvPr/>
          </p:nvSpPr>
          <p:spPr>
            <a:xfrm>
              <a:off x="4083020" y="2720549"/>
              <a:ext cx="29901" cy="29347"/>
            </a:xfrm>
            <a:custGeom>
              <a:avLst/>
              <a:gdLst/>
              <a:ahLst/>
              <a:cxnLst/>
              <a:rect l="0" t="0" r="0" b="0"/>
              <a:pathLst>
                <a:path w="29901" h="29347">
                  <a:moveTo>
                    <a:pt x="29901" y="0"/>
                  </a:moveTo>
                  <a:lnTo>
                    <a:pt x="0" y="2934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593" name="Candidate_receptor__3911">
              <a:extLst>
                <a:ext uri="{FF2B5EF4-FFF2-40B4-BE49-F238E27FC236}">
                  <a16:creationId xmlns:a16="http://schemas.microsoft.com/office/drawing/2014/main" id="{D5D2A253-CA58-6494-A19C-E2CEDD02332D}"/>
                </a:ext>
              </a:extLst>
            </p:cNvPr>
            <p:cNvSpPr>
              <a:spLocks noGrp="1"/>
            </p:cNvSpPr>
            <p:nvPr/>
          </p:nvSpPr>
          <p:spPr>
            <a:xfrm>
              <a:off x="3827452" y="3030315"/>
              <a:ext cx="62622" cy="89503"/>
            </a:xfrm>
            <a:custGeom>
              <a:avLst/>
              <a:gdLst/>
              <a:ahLst/>
              <a:cxnLst/>
              <a:rect l="0" t="0" r="0" b="0"/>
              <a:pathLst>
                <a:path w="62622" h="89503">
                  <a:moveTo>
                    <a:pt x="0" y="0"/>
                  </a:moveTo>
                  <a:lnTo>
                    <a:pt x="62622" y="8950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3594" name="Candidate_receptor__3912">
              <a:extLst>
                <a:ext uri="{FF2B5EF4-FFF2-40B4-BE49-F238E27FC236}">
                  <a16:creationId xmlns:a16="http://schemas.microsoft.com/office/drawing/2014/main" id="{06A0ED25-4C9C-6785-015E-ED6829AC5529}"/>
                </a:ext>
              </a:extLst>
            </p:cNvPr>
            <p:cNvSpPr>
              <a:spLocks noGrp="1"/>
            </p:cNvSpPr>
            <p:nvPr/>
          </p:nvSpPr>
          <p:spPr>
            <a:xfrm>
              <a:off x="4150495" y="3209820"/>
              <a:ext cx="55273" cy="51543"/>
            </a:xfrm>
            <a:custGeom>
              <a:avLst/>
              <a:gdLst/>
              <a:ahLst/>
              <a:cxnLst/>
              <a:rect l="0" t="0" r="0" b="0"/>
              <a:pathLst>
                <a:path w="55273" h="51543">
                  <a:moveTo>
                    <a:pt x="0" y="0"/>
                  </a:moveTo>
                  <a:lnTo>
                    <a:pt x="55273" y="5154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595" name="Candidate_receptor__3913">
              <a:extLst>
                <a:ext uri="{FF2B5EF4-FFF2-40B4-BE49-F238E27FC236}">
                  <a16:creationId xmlns:a16="http://schemas.microsoft.com/office/drawing/2014/main" id="{CCEF8F56-7328-325D-84EF-D655B2D9ED04}"/>
                </a:ext>
              </a:extLst>
            </p:cNvPr>
            <p:cNvSpPr>
              <a:spLocks noGrp="1"/>
            </p:cNvSpPr>
            <p:nvPr/>
          </p:nvSpPr>
          <p:spPr>
            <a:xfrm>
              <a:off x="4187640" y="2773386"/>
              <a:ext cx="48247" cy="34803"/>
            </a:xfrm>
            <a:custGeom>
              <a:avLst/>
              <a:gdLst/>
              <a:ahLst/>
              <a:cxnLst/>
              <a:rect l="0" t="0" r="0" b="0"/>
              <a:pathLst>
                <a:path w="48247" h="34803">
                  <a:moveTo>
                    <a:pt x="48247" y="0"/>
                  </a:moveTo>
                  <a:lnTo>
                    <a:pt x="0" y="3480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596" name="Candidate_receptor__3914">
              <a:extLst>
                <a:ext uri="{FF2B5EF4-FFF2-40B4-BE49-F238E27FC236}">
                  <a16:creationId xmlns:a16="http://schemas.microsoft.com/office/drawing/2014/main" id="{C14E122F-DB80-9251-FAEC-3F0D6468433A}"/>
                </a:ext>
              </a:extLst>
            </p:cNvPr>
            <p:cNvSpPr>
              <a:spLocks noGrp="1"/>
            </p:cNvSpPr>
            <p:nvPr/>
          </p:nvSpPr>
          <p:spPr>
            <a:xfrm>
              <a:off x="3890074" y="3119818"/>
              <a:ext cx="113226" cy="8937"/>
            </a:xfrm>
            <a:custGeom>
              <a:avLst/>
              <a:gdLst/>
              <a:ahLst/>
              <a:cxnLst/>
              <a:rect l="0" t="0" r="0" b="0"/>
              <a:pathLst>
                <a:path w="113226" h="8937">
                  <a:moveTo>
                    <a:pt x="0" y="0"/>
                  </a:moveTo>
                  <a:lnTo>
                    <a:pt x="113226" y="8937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3597" name="Candidate_receptor__3915">
              <a:extLst>
                <a:ext uri="{FF2B5EF4-FFF2-40B4-BE49-F238E27FC236}">
                  <a16:creationId xmlns:a16="http://schemas.microsoft.com/office/drawing/2014/main" id="{24221600-AD1D-E5DF-78D4-F02D6818DFA6}"/>
                </a:ext>
              </a:extLst>
            </p:cNvPr>
            <p:cNvSpPr>
              <a:spLocks noGrp="1"/>
            </p:cNvSpPr>
            <p:nvPr/>
          </p:nvSpPr>
          <p:spPr>
            <a:xfrm>
              <a:off x="5046126" y="2870053"/>
              <a:ext cx="57987" cy="30006"/>
            </a:xfrm>
            <a:custGeom>
              <a:avLst/>
              <a:gdLst/>
              <a:ahLst/>
              <a:cxnLst/>
              <a:rect l="0" t="0" r="0" b="0"/>
              <a:pathLst>
                <a:path w="57987" h="30006">
                  <a:moveTo>
                    <a:pt x="0" y="30006"/>
                  </a:moveTo>
                  <a:lnTo>
                    <a:pt x="5798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598" name="Candidate_receptor__3916">
              <a:extLst>
                <a:ext uri="{FF2B5EF4-FFF2-40B4-BE49-F238E27FC236}">
                  <a16:creationId xmlns:a16="http://schemas.microsoft.com/office/drawing/2014/main" id="{94E3DBF8-1DCF-DFD8-2E0E-5D544614BAA4}"/>
                </a:ext>
              </a:extLst>
            </p:cNvPr>
            <p:cNvSpPr>
              <a:spLocks noGrp="1"/>
            </p:cNvSpPr>
            <p:nvPr/>
          </p:nvSpPr>
          <p:spPr>
            <a:xfrm>
              <a:off x="4006758" y="2823790"/>
              <a:ext cx="58290" cy="36172"/>
            </a:xfrm>
            <a:custGeom>
              <a:avLst/>
              <a:gdLst/>
              <a:ahLst/>
              <a:cxnLst/>
              <a:rect l="0" t="0" r="0" b="0"/>
              <a:pathLst>
                <a:path w="58290" h="36172">
                  <a:moveTo>
                    <a:pt x="58290" y="361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599" name="Candidate_receptor__3917">
              <a:extLst>
                <a:ext uri="{FF2B5EF4-FFF2-40B4-BE49-F238E27FC236}">
                  <a16:creationId xmlns:a16="http://schemas.microsoft.com/office/drawing/2014/main" id="{D930F9F6-2E6E-A336-29FE-79A6A3FF7FB4}"/>
                </a:ext>
              </a:extLst>
            </p:cNvPr>
            <p:cNvSpPr>
              <a:spLocks noGrp="1"/>
            </p:cNvSpPr>
            <p:nvPr/>
          </p:nvSpPr>
          <p:spPr>
            <a:xfrm>
              <a:off x="5241284" y="2832063"/>
              <a:ext cx="27461" cy="27359"/>
            </a:xfrm>
            <a:custGeom>
              <a:avLst/>
              <a:gdLst/>
              <a:ahLst/>
              <a:cxnLst/>
              <a:rect l="0" t="0" r="0" b="0"/>
              <a:pathLst>
                <a:path w="27461" h="27359">
                  <a:moveTo>
                    <a:pt x="27461" y="0"/>
                  </a:moveTo>
                  <a:lnTo>
                    <a:pt x="0" y="2735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600" name="Candidate_receptor__3918">
              <a:extLst>
                <a:ext uri="{FF2B5EF4-FFF2-40B4-BE49-F238E27FC236}">
                  <a16:creationId xmlns:a16="http://schemas.microsoft.com/office/drawing/2014/main" id="{6371A514-504B-C246-A91B-FBFA43D8D2A0}"/>
                </a:ext>
              </a:extLst>
            </p:cNvPr>
            <p:cNvSpPr>
              <a:spLocks noGrp="1"/>
            </p:cNvSpPr>
            <p:nvPr/>
          </p:nvSpPr>
          <p:spPr>
            <a:xfrm>
              <a:off x="4793320" y="2948027"/>
              <a:ext cx="97195" cy="58321"/>
            </a:xfrm>
            <a:custGeom>
              <a:avLst/>
              <a:gdLst/>
              <a:ahLst/>
              <a:cxnLst/>
              <a:rect l="0" t="0" r="0" b="0"/>
              <a:pathLst>
                <a:path w="97195" h="58321">
                  <a:moveTo>
                    <a:pt x="0" y="58321"/>
                  </a:moveTo>
                  <a:lnTo>
                    <a:pt x="97195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3601" name="Candidate_receptor__3919">
              <a:extLst>
                <a:ext uri="{FF2B5EF4-FFF2-40B4-BE49-F238E27FC236}">
                  <a16:creationId xmlns:a16="http://schemas.microsoft.com/office/drawing/2014/main" id="{5D9C5CEB-9EDE-1C62-7AC9-E91A3431E144}"/>
                </a:ext>
              </a:extLst>
            </p:cNvPr>
            <p:cNvSpPr>
              <a:spLocks noGrp="1"/>
            </p:cNvSpPr>
            <p:nvPr/>
          </p:nvSpPr>
          <p:spPr>
            <a:xfrm>
              <a:off x="3940501" y="2757517"/>
              <a:ext cx="66258" cy="66273"/>
            </a:xfrm>
            <a:custGeom>
              <a:avLst/>
              <a:gdLst/>
              <a:ahLst/>
              <a:cxnLst/>
              <a:rect l="0" t="0" r="0" b="0"/>
              <a:pathLst>
                <a:path w="66258" h="66273">
                  <a:moveTo>
                    <a:pt x="66258" y="66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602" name="Candidate_receptor__3920">
              <a:extLst>
                <a:ext uri="{FF2B5EF4-FFF2-40B4-BE49-F238E27FC236}">
                  <a16:creationId xmlns:a16="http://schemas.microsoft.com/office/drawing/2014/main" id="{6D344410-4A5B-149A-061C-19489AFF061B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43920"/>
              <a:ext cx="16972" cy="111129"/>
            </a:xfrm>
            <a:custGeom>
              <a:avLst/>
              <a:gdLst/>
              <a:ahLst/>
              <a:cxnLst/>
              <a:rect l="0" t="0" r="0" b="0"/>
              <a:pathLst>
                <a:path w="16972" h="111129">
                  <a:moveTo>
                    <a:pt x="16972" y="1111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603" name="Candidate_receptor__3921">
              <a:extLst>
                <a:ext uri="{FF2B5EF4-FFF2-40B4-BE49-F238E27FC236}">
                  <a16:creationId xmlns:a16="http://schemas.microsoft.com/office/drawing/2014/main" id="{05631A0A-890E-C62F-9BE8-24E1B05C54FA}"/>
                </a:ext>
              </a:extLst>
            </p:cNvPr>
            <p:cNvSpPr>
              <a:spLocks noGrp="1"/>
            </p:cNvSpPr>
            <p:nvPr/>
          </p:nvSpPr>
          <p:spPr>
            <a:xfrm>
              <a:off x="3820060" y="2829534"/>
              <a:ext cx="78290" cy="80282"/>
            </a:xfrm>
            <a:custGeom>
              <a:avLst/>
              <a:gdLst/>
              <a:ahLst/>
              <a:cxnLst/>
              <a:rect l="0" t="0" r="0" b="0"/>
              <a:pathLst>
                <a:path w="78290" h="80282">
                  <a:moveTo>
                    <a:pt x="78290" y="802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604" name="Candidate_receptor__3922">
              <a:extLst>
                <a:ext uri="{FF2B5EF4-FFF2-40B4-BE49-F238E27FC236}">
                  <a16:creationId xmlns:a16="http://schemas.microsoft.com/office/drawing/2014/main" id="{B0DEA8AD-D87A-DE58-4430-B01EC3EF8198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15452"/>
              <a:ext cx="111377" cy="28468"/>
            </a:xfrm>
            <a:custGeom>
              <a:avLst/>
              <a:gdLst/>
              <a:ahLst/>
              <a:cxnLst/>
              <a:rect l="0" t="0" r="0" b="0"/>
              <a:pathLst>
                <a:path w="111377" h="28468">
                  <a:moveTo>
                    <a:pt x="0" y="28468"/>
                  </a:moveTo>
                  <a:lnTo>
                    <a:pt x="11137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605" name="Candidate_receptor__3923">
              <a:extLst>
                <a:ext uri="{FF2B5EF4-FFF2-40B4-BE49-F238E27FC236}">
                  <a16:creationId xmlns:a16="http://schemas.microsoft.com/office/drawing/2014/main" id="{010B4639-7D82-631E-39ED-500F38A1D5F8}"/>
                </a:ext>
              </a:extLst>
            </p:cNvPr>
            <p:cNvSpPr>
              <a:spLocks noGrp="1"/>
            </p:cNvSpPr>
            <p:nvPr/>
          </p:nvSpPr>
          <p:spPr>
            <a:xfrm>
              <a:off x="4112922" y="2720549"/>
              <a:ext cx="74718" cy="87639"/>
            </a:xfrm>
            <a:custGeom>
              <a:avLst/>
              <a:gdLst/>
              <a:ahLst/>
              <a:cxnLst/>
              <a:rect l="0" t="0" r="0" b="0"/>
              <a:pathLst>
                <a:path w="74718" h="87639">
                  <a:moveTo>
                    <a:pt x="74718" y="87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3606" name="Candidate_receptor__3924">
              <a:extLst>
                <a:ext uri="{FF2B5EF4-FFF2-40B4-BE49-F238E27FC236}">
                  <a16:creationId xmlns:a16="http://schemas.microsoft.com/office/drawing/2014/main" id="{94277C5F-9625-3299-1977-212C0E643CE3}"/>
                </a:ext>
              </a:extLst>
            </p:cNvPr>
            <p:cNvSpPr>
              <a:spLocks noGrp="1"/>
            </p:cNvSpPr>
            <p:nvPr/>
          </p:nvSpPr>
          <p:spPr>
            <a:xfrm>
              <a:off x="4205768" y="3185506"/>
              <a:ext cx="85260" cy="75857"/>
            </a:xfrm>
            <a:custGeom>
              <a:avLst/>
              <a:gdLst/>
              <a:ahLst/>
              <a:cxnLst/>
              <a:rect l="0" t="0" r="0" b="0"/>
              <a:pathLst>
                <a:path w="85260" h="75857">
                  <a:moveTo>
                    <a:pt x="0" y="75857"/>
                  </a:moveTo>
                  <a:lnTo>
                    <a:pt x="8526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3607" name="Candidate_receptor__3925">
              <a:extLst>
                <a:ext uri="{FF2B5EF4-FFF2-40B4-BE49-F238E27FC236}">
                  <a16:creationId xmlns:a16="http://schemas.microsoft.com/office/drawing/2014/main" id="{99050264-A183-9CD5-21D2-CEC4537F9F96}"/>
                </a:ext>
              </a:extLst>
            </p:cNvPr>
            <p:cNvSpPr>
              <a:spLocks noGrp="1"/>
            </p:cNvSpPr>
            <p:nvPr/>
          </p:nvSpPr>
          <p:spPr>
            <a:xfrm>
              <a:off x="5231611" y="3255049"/>
              <a:ext cx="88380" cy="9148"/>
            </a:xfrm>
            <a:custGeom>
              <a:avLst/>
              <a:gdLst/>
              <a:ahLst/>
              <a:cxnLst/>
              <a:rect l="0" t="0" r="0" b="0"/>
              <a:pathLst>
                <a:path w="88380" h="9148">
                  <a:moveTo>
                    <a:pt x="88380" y="9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3608" name="Candidate_receptor__3926">
              <a:extLst>
                <a:ext uri="{FF2B5EF4-FFF2-40B4-BE49-F238E27FC236}">
                  <a16:creationId xmlns:a16="http://schemas.microsoft.com/office/drawing/2014/main" id="{40ED70B8-CDF3-F95F-DA00-1BE8FAD123FA}"/>
                </a:ext>
              </a:extLst>
            </p:cNvPr>
            <p:cNvSpPr>
              <a:spLocks noGrp="1"/>
            </p:cNvSpPr>
            <p:nvPr/>
          </p:nvSpPr>
          <p:spPr>
            <a:xfrm>
              <a:off x="4216115" y="3098123"/>
              <a:ext cx="74913" cy="87383"/>
            </a:xfrm>
            <a:custGeom>
              <a:avLst/>
              <a:gdLst/>
              <a:ahLst/>
              <a:cxnLst/>
              <a:rect l="0" t="0" r="0" b="0"/>
              <a:pathLst>
                <a:path w="74913" h="87383">
                  <a:moveTo>
                    <a:pt x="74913" y="8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3609" name="Candidate_receptor__3927">
              <a:extLst>
                <a:ext uri="{FF2B5EF4-FFF2-40B4-BE49-F238E27FC236}">
                  <a16:creationId xmlns:a16="http://schemas.microsoft.com/office/drawing/2014/main" id="{19913784-8E6E-5D28-38A6-6521F7868452}"/>
                </a:ext>
              </a:extLst>
            </p:cNvPr>
            <p:cNvSpPr>
              <a:spLocks noGrp="1"/>
            </p:cNvSpPr>
            <p:nvPr/>
          </p:nvSpPr>
          <p:spPr>
            <a:xfrm>
              <a:off x="5104112" y="2777524"/>
              <a:ext cx="63554" cy="92529"/>
            </a:xfrm>
            <a:custGeom>
              <a:avLst/>
              <a:gdLst/>
              <a:ahLst/>
              <a:cxnLst/>
              <a:rect l="0" t="0" r="0" b="0"/>
              <a:pathLst>
                <a:path w="63554" h="92529">
                  <a:moveTo>
                    <a:pt x="0" y="92529"/>
                  </a:moveTo>
                  <a:lnTo>
                    <a:pt x="63554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3610" name="Candidate_receptor__3928">
              <a:extLst>
                <a:ext uri="{FF2B5EF4-FFF2-40B4-BE49-F238E27FC236}">
                  <a16:creationId xmlns:a16="http://schemas.microsoft.com/office/drawing/2014/main" id="{03BEFF11-3A72-6BF2-CC6B-B15BF60B32AF}"/>
                </a:ext>
              </a:extLst>
            </p:cNvPr>
            <p:cNvSpPr>
              <a:spLocks noGrp="1"/>
            </p:cNvSpPr>
            <p:nvPr/>
          </p:nvSpPr>
          <p:spPr>
            <a:xfrm>
              <a:off x="5167666" y="2777524"/>
              <a:ext cx="101078" cy="54539"/>
            </a:xfrm>
            <a:custGeom>
              <a:avLst/>
              <a:gdLst/>
              <a:ahLst/>
              <a:cxnLst/>
              <a:rect l="0" t="0" r="0" b="0"/>
              <a:pathLst>
                <a:path w="101078" h="54539">
                  <a:moveTo>
                    <a:pt x="0" y="0"/>
                  </a:moveTo>
                  <a:lnTo>
                    <a:pt x="101078" y="54539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3611" name="Candidate_receptor__3929">
              <a:extLst>
                <a:ext uri="{FF2B5EF4-FFF2-40B4-BE49-F238E27FC236}">
                  <a16:creationId xmlns:a16="http://schemas.microsoft.com/office/drawing/2014/main" id="{92CBA509-7516-6FB1-A943-72688A646A99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098123"/>
              <a:ext cx="62509" cy="48674"/>
            </a:xfrm>
            <a:custGeom>
              <a:avLst/>
              <a:gdLst/>
              <a:ahLst/>
              <a:cxnLst/>
              <a:rect l="0" t="0" r="0" b="0"/>
              <a:pathLst>
                <a:path w="62509" h="48674">
                  <a:moveTo>
                    <a:pt x="62509" y="0"/>
                  </a:moveTo>
                  <a:lnTo>
                    <a:pt x="0" y="48674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3612" name="Candidate_receptor__3930">
              <a:extLst>
                <a:ext uri="{FF2B5EF4-FFF2-40B4-BE49-F238E27FC236}">
                  <a16:creationId xmlns:a16="http://schemas.microsoft.com/office/drawing/2014/main" id="{40E72478-BB55-E0E3-45AC-674D54C4BFAF}"/>
                </a:ext>
              </a:extLst>
            </p:cNvPr>
            <p:cNvSpPr>
              <a:spLocks noGrp="1"/>
            </p:cNvSpPr>
            <p:nvPr/>
          </p:nvSpPr>
          <p:spPr>
            <a:xfrm>
              <a:off x="5266933" y="3205219"/>
              <a:ext cx="53058" cy="58978"/>
            </a:xfrm>
            <a:custGeom>
              <a:avLst/>
              <a:gdLst/>
              <a:ahLst/>
              <a:cxnLst/>
              <a:rect l="0" t="0" r="0" b="0"/>
              <a:pathLst>
                <a:path w="53058" h="58978">
                  <a:moveTo>
                    <a:pt x="0" y="0"/>
                  </a:moveTo>
                  <a:lnTo>
                    <a:pt x="53058" y="5897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3613" name="Candidate_receptor__3931">
              <a:extLst>
                <a:ext uri="{FF2B5EF4-FFF2-40B4-BE49-F238E27FC236}">
                  <a16:creationId xmlns:a16="http://schemas.microsoft.com/office/drawing/2014/main" id="{EDBFB6E6-4A3E-93F0-182F-BEF0C247F3FB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146798"/>
              <a:ext cx="98419" cy="16470"/>
            </a:xfrm>
            <a:custGeom>
              <a:avLst/>
              <a:gdLst/>
              <a:ahLst/>
              <a:cxnLst/>
              <a:rect l="0" t="0" r="0" b="0"/>
              <a:pathLst>
                <a:path w="98419" h="16470">
                  <a:moveTo>
                    <a:pt x="0" y="0"/>
                  </a:moveTo>
                  <a:lnTo>
                    <a:pt x="98419" y="1647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3614" name="Candidate_receptor__3932">
              <a:extLst>
                <a:ext uri="{FF2B5EF4-FFF2-40B4-BE49-F238E27FC236}">
                  <a16:creationId xmlns:a16="http://schemas.microsoft.com/office/drawing/2014/main" id="{6839DBC5-7C97-8D14-A428-5490B66E5295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05219"/>
              <a:ext cx="91055" cy="69640"/>
            </a:xfrm>
            <a:custGeom>
              <a:avLst/>
              <a:gdLst/>
              <a:ahLst/>
              <a:cxnLst/>
              <a:rect l="0" t="0" r="0" b="0"/>
              <a:pathLst>
                <a:path w="91055" h="69640">
                  <a:moveTo>
                    <a:pt x="0" y="69640"/>
                  </a:moveTo>
                  <a:lnTo>
                    <a:pt x="9105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3615" name="Candidate_receptor__3933">
              <a:extLst>
                <a:ext uri="{FF2B5EF4-FFF2-40B4-BE49-F238E27FC236}">
                  <a16:creationId xmlns:a16="http://schemas.microsoft.com/office/drawing/2014/main" id="{E79DBC1E-3F97-1B2C-3C76-A8BED3F1250D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74859"/>
              <a:ext cx="69726" cy="91188"/>
            </a:xfrm>
            <a:custGeom>
              <a:avLst/>
              <a:gdLst/>
              <a:ahLst/>
              <a:cxnLst/>
              <a:rect l="0" t="0" r="0" b="0"/>
              <a:pathLst>
                <a:path w="69726" h="91188">
                  <a:moveTo>
                    <a:pt x="69726" y="91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3616" name="Candidate_receptor__3934">
              <a:extLst>
                <a:ext uri="{FF2B5EF4-FFF2-40B4-BE49-F238E27FC236}">
                  <a16:creationId xmlns:a16="http://schemas.microsoft.com/office/drawing/2014/main" id="{41016342-F687-5CFF-EF21-42F74FD67638}"/>
                </a:ext>
              </a:extLst>
            </p:cNvPr>
            <p:cNvSpPr>
              <a:spLocks noGrp="1"/>
            </p:cNvSpPr>
            <p:nvPr/>
          </p:nvSpPr>
          <p:spPr>
            <a:xfrm>
              <a:off x="4252025" y="3051927"/>
              <a:ext cx="29894" cy="111341"/>
            </a:xfrm>
            <a:custGeom>
              <a:avLst/>
              <a:gdLst/>
              <a:ahLst/>
              <a:cxnLst/>
              <a:rect l="0" t="0" r="0" b="0"/>
              <a:pathLst>
                <a:path w="29894" h="111341">
                  <a:moveTo>
                    <a:pt x="0" y="111341"/>
                  </a:moveTo>
                  <a:lnTo>
                    <a:pt x="2989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3617" name="Candidate_receptor__3935">
              <a:extLst>
                <a:ext uri="{FF2B5EF4-FFF2-40B4-BE49-F238E27FC236}">
                  <a16:creationId xmlns:a16="http://schemas.microsoft.com/office/drawing/2014/main" id="{6B779E84-10EA-C2D7-7116-F7BC9C36AE58}"/>
                </a:ext>
              </a:extLst>
            </p:cNvPr>
            <p:cNvSpPr>
              <a:spLocks noGrp="1"/>
            </p:cNvSpPr>
            <p:nvPr/>
          </p:nvSpPr>
          <p:spPr>
            <a:xfrm>
              <a:off x="4182436" y="3017153"/>
              <a:ext cx="99483" cy="34774"/>
            </a:xfrm>
            <a:custGeom>
              <a:avLst/>
              <a:gdLst/>
              <a:ahLst/>
              <a:cxnLst/>
              <a:rect l="0" t="0" r="0" b="0"/>
              <a:pathLst>
                <a:path w="99483" h="34774">
                  <a:moveTo>
                    <a:pt x="99483" y="34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53618" name="Candidate_receptor__3936">
              <a:extLst>
                <a:ext uri="{FF2B5EF4-FFF2-40B4-BE49-F238E27FC236}">
                  <a16:creationId xmlns:a16="http://schemas.microsoft.com/office/drawing/2014/main" id="{9A60ADE4-026A-307A-DF3F-402795BF89E3}"/>
                </a:ext>
              </a:extLst>
            </p:cNvPr>
            <p:cNvSpPr>
              <a:spLocks noGrp="1"/>
            </p:cNvSpPr>
            <p:nvPr/>
          </p:nvSpPr>
          <p:spPr>
            <a:xfrm>
              <a:off x="5245605" y="3355075"/>
              <a:ext cx="29656" cy="10973"/>
            </a:xfrm>
            <a:custGeom>
              <a:avLst/>
              <a:gdLst/>
              <a:ahLst/>
              <a:cxnLst/>
              <a:rect l="0" t="0" r="0" b="0"/>
              <a:pathLst>
                <a:path w="29656" h="10973">
                  <a:moveTo>
                    <a:pt x="29656" y="0"/>
                  </a:moveTo>
                  <a:lnTo>
                    <a:pt x="0" y="10973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53619" name="Candidate_receptor__3937">
              <a:extLst>
                <a:ext uri="{FF2B5EF4-FFF2-40B4-BE49-F238E27FC236}">
                  <a16:creationId xmlns:a16="http://schemas.microsoft.com/office/drawing/2014/main" id="{CC0311B1-13FD-AEFC-8BFB-CF9D1C785E59}"/>
                </a:ext>
              </a:extLst>
            </p:cNvPr>
            <p:cNvSpPr>
              <a:spLocks noGrp="1"/>
            </p:cNvSpPr>
            <p:nvPr/>
          </p:nvSpPr>
          <p:spPr>
            <a:xfrm>
              <a:off x="5110865" y="3312613"/>
              <a:ext cx="66151" cy="79192"/>
            </a:xfrm>
            <a:custGeom>
              <a:avLst/>
              <a:gdLst/>
              <a:ahLst/>
              <a:cxnLst/>
              <a:rect l="0" t="0" r="0" b="0"/>
              <a:pathLst>
                <a:path w="66151" h="79192">
                  <a:moveTo>
                    <a:pt x="0" y="79192"/>
                  </a:moveTo>
                  <a:lnTo>
                    <a:pt x="66151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3620" name="Candidate_receptor__3938">
              <a:extLst>
                <a:ext uri="{FF2B5EF4-FFF2-40B4-BE49-F238E27FC236}">
                  <a16:creationId xmlns:a16="http://schemas.microsoft.com/office/drawing/2014/main" id="{E3CE34E4-313E-0518-3881-F42F461AF1F5}"/>
                </a:ext>
              </a:extLst>
            </p:cNvPr>
            <p:cNvSpPr>
              <a:spLocks noGrp="1"/>
            </p:cNvSpPr>
            <p:nvPr/>
          </p:nvSpPr>
          <p:spPr>
            <a:xfrm>
              <a:off x="5177016" y="3312613"/>
              <a:ext cx="98245" cy="42462"/>
            </a:xfrm>
            <a:custGeom>
              <a:avLst/>
              <a:gdLst/>
              <a:ahLst/>
              <a:cxnLst/>
              <a:rect l="0" t="0" r="0" b="0"/>
              <a:pathLst>
                <a:path w="98245" h="42462">
                  <a:moveTo>
                    <a:pt x="0" y="0"/>
                  </a:moveTo>
                  <a:lnTo>
                    <a:pt x="98245" y="42462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</p:grpSp>
      <p:pic>
        <p:nvPicPr>
          <p:cNvPr id="53700" name="图片 53699">
            <a:extLst>
              <a:ext uri="{FF2B5EF4-FFF2-40B4-BE49-F238E27FC236}">
                <a16:creationId xmlns:a16="http://schemas.microsoft.com/office/drawing/2014/main" id="{422BA0C2-B42E-D30A-4281-623EB02B6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 rot="13902787">
            <a:off x="10697339" y="2418831"/>
            <a:ext cx="416383" cy="401039"/>
          </a:xfrm>
          <a:prstGeom prst="rect">
            <a:avLst/>
          </a:prstGeom>
        </p:spPr>
      </p:pic>
      <p:pic>
        <p:nvPicPr>
          <p:cNvPr id="53702" name="图片 53701">
            <a:extLst>
              <a:ext uri="{FF2B5EF4-FFF2-40B4-BE49-F238E27FC236}">
                <a16:creationId xmlns:a16="http://schemas.microsoft.com/office/drawing/2014/main" id="{592D6656-F7FA-DFDD-6850-F020348C8F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 rot="13902787">
            <a:off x="9849175" y="2455050"/>
            <a:ext cx="416383" cy="401039"/>
          </a:xfrm>
          <a:prstGeom prst="rect">
            <a:avLst/>
          </a:prstGeom>
        </p:spPr>
      </p:pic>
      <p:pic>
        <p:nvPicPr>
          <p:cNvPr id="53704" name="图片 53703">
            <a:extLst>
              <a:ext uri="{FF2B5EF4-FFF2-40B4-BE49-F238E27FC236}">
                <a16:creationId xmlns:a16="http://schemas.microsoft.com/office/drawing/2014/main" id="{837928DD-4EAA-5D40-FD7B-7CDA64FD87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 rot="13902787">
            <a:off x="10124565" y="1153936"/>
            <a:ext cx="416383" cy="401039"/>
          </a:xfrm>
          <a:prstGeom prst="rect">
            <a:avLst/>
          </a:prstGeom>
        </p:spPr>
      </p:pic>
      <p:pic>
        <p:nvPicPr>
          <p:cNvPr id="53706" name="图片 53705">
            <a:extLst>
              <a:ext uri="{FF2B5EF4-FFF2-40B4-BE49-F238E27FC236}">
                <a16:creationId xmlns:a16="http://schemas.microsoft.com/office/drawing/2014/main" id="{F249D959-7563-741F-1C96-4A43813FFD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 rot="13902787">
            <a:off x="9490927" y="1428256"/>
            <a:ext cx="416383" cy="401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43795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B10E1-6A66-9846-CC78-02942104C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42" name="F1-Find-input-frame">
            <a:extLst>
              <a:ext uri="{FF2B5EF4-FFF2-40B4-BE49-F238E27FC236}">
                <a16:creationId xmlns:a16="http://schemas.microsoft.com/office/drawing/2014/main" id="{8F90A078-057E-CA44-F718-BCBE50A0B1B6}"/>
              </a:ext>
            </a:extLst>
          </p:cNvPr>
          <p:cNvSpPr>
            <a:spLocks noGrp="1"/>
          </p:cNvSpPr>
          <p:nvPr/>
        </p:nvSpPr>
        <p:spPr>
          <a:xfrm>
            <a:off x="471055" y="552450"/>
            <a:ext cx="1270048" cy="2771775"/>
          </a:xfrm>
          <a:prstGeom prst="roundRect">
            <a:avLst>
              <a:gd name="adj" fmla="val 4494"/>
            </a:avLst>
          </a:prstGeom>
          <a:noFill/>
          <a:ln w="9525">
            <a:solidFill>
              <a:srgbClr val="BAC8D1"/>
            </a:solidFill>
          </a:ln>
        </p:spPr>
      </p:sp>
      <p:sp>
        <p:nvSpPr>
          <p:cNvPr id="50043" name="F1-SMILES-input-frame">
            <a:extLst>
              <a:ext uri="{FF2B5EF4-FFF2-40B4-BE49-F238E27FC236}">
                <a16:creationId xmlns:a16="http://schemas.microsoft.com/office/drawing/2014/main" id="{00F7480C-537A-F860-02FE-BB5CA95718AE}"/>
              </a:ext>
            </a:extLst>
          </p:cNvPr>
          <p:cNvSpPr>
            <a:spLocks noGrp="1"/>
          </p:cNvSpPr>
          <p:nvPr/>
        </p:nvSpPr>
        <p:spPr>
          <a:xfrm>
            <a:off x="471054" y="3409950"/>
            <a:ext cx="1270048" cy="987052"/>
          </a:xfrm>
          <a:prstGeom prst="roundRect">
            <a:avLst>
              <a:gd name="adj" fmla="val 6723"/>
            </a:avLst>
          </a:prstGeom>
          <a:noFill/>
          <a:ln w="9525">
            <a:solidFill>
              <a:srgbClr val="BAC8D1"/>
            </a:solidFill>
          </a:ln>
        </p:spPr>
      </p:sp>
      <p:grpSp>
        <p:nvGrpSpPr>
          <p:cNvPr id="50001" name="Original label 3">
            <a:extLst>
              <a:ext uri="{FF2B5EF4-FFF2-40B4-BE49-F238E27FC236}">
                <a16:creationId xmlns:a16="http://schemas.microsoft.com/office/drawing/2014/main" id="{FC44B950-C0E7-7F82-7D92-D089839932EC}"/>
              </a:ext>
            </a:extLst>
          </p:cNvPr>
          <p:cNvGrpSpPr/>
          <p:nvPr/>
        </p:nvGrpSpPr>
        <p:grpSpPr>
          <a:xfrm>
            <a:off x="199161" y="161925"/>
            <a:ext cx="1695450" cy="285750"/>
            <a:chOff x="21315" y="0"/>
            <a:chExt cx="1304192" cy="219808"/>
          </a:xfrm>
        </p:grpSpPr>
        <p:sp>
          <p:nvSpPr>
            <p:cNvPr id="3" name="label__2">
              <a:extLst>
                <a:ext uri="{FF2B5EF4-FFF2-40B4-BE49-F238E27FC236}">
                  <a16:creationId xmlns:a16="http://schemas.microsoft.com/office/drawing/2014/main" id="{14E6A1B3-1201-254F-C1DA-F8C0AEE677D8}"/>
                </a:ext>
              </a:extLst>
            </p:cNvPr>
            <p:cNvSpPr>
              <a:spLocks noGrp="1"/>
            </p:cNvSpPr>
            <p:nvPr/>
          </p:nvSpPr>
          <p:spPr>
            <a:xfrm>
              <a:off x="21315" y="0"/>
              <a:ext cx="1304192" cy="21980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242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I</a:t>
              </a:r>
              <a:r>
                <a:rPr lang="en-US" altLang="zh-CN"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nput</a:t>
              </a:r>
              <a:endParaRPr sz="1560" b="1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50002" name="Original label 4">
            <a:extLst>
              <a:ext uri="{FF2B5EF4-FFF2-40B4-BE49-F238E27FC236}">
                <a16:creationId xmlns:a16="http://schemas.microsoft.com/office/drawing/2014/main" id="{365F4F98-9988-D287-6A51-91A966A74FC9}"/>
              </a:ext>
            </a:extLst>
          </p:cNvPr>
          <p:cNvGrpSpPr/>
          <p:nvPr/>
        </p:nvGrpSpPr>
        <p:grpSpPr>
          <a:xfrm>
            <a:off x="2209800" y="161925"/>
            <a:ext cx="2333625" cy="285750"/>
            <a:chOff x="0" y="0"/>
            <a:chExt cx="1795096" cy="219808"/>
          </a:xfrm>
        </p:grpSpPr>
        <p:sp>
          <p:nvSpPr>
            <p:cNvPr id="4" name="label__3">
              <a:extLst>
                <a:ext uri="{FF2B5EF4-FFF2-40B4-BE49-F238E27FC236}">
                  <a16:creationId xmlns:a16="http://schemas.microsoft.com/office/drawing/2014/main" id="{22205E8F-EDCD-9019-C035-8B9226ED0DC5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795096" cy="21980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242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Candidate </a:t>
              </a:r>
              <a:r>
                <a:rPr lang="en-US"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blob</a:t>
              </a:r>
              <a:endParaRPr sz="1560" b="1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50003" name="Original label 5">
            <a:extLst>
              <a:ext uri="{FF2B5EF4-FFF2-40B4-BE49-F238E27FC236}">
                <a16:creationId xmlns:a16="http://schemas.microsoft.com/office/drawing/2014/main" id="{30901A85-71E0-315C-9971-A4C04ACD8901}"/>
              </a:ext>
            </a:extLst>
          </p:cNvPr>
          <p:cNvGrpSpPr/>
          <p:nvPr/>
        </p:nvGrpSpPr>
        <p:grpSpPr>
          <a:xfrm>
            <a:off x="5156527" y="161925"/>
            <a:ext cx="3133725" cy="285750"/>
            <a:chOff x="383694" y="0"/>
            <a:chExt cx="2410558" cy="219808"/>
          </a:xfrm>
        </p:grpSpPr>
        <p:sp>
          <p:nvSpPr>
            <p:cNvPr id="5" name="label__4">
              <a:extLst>
                <a:ext uri="{FF2B5EF4-FFF2-40B4-BE49-F238E27FC236}">
                  <a16:creationId xmlns:a16="http://schemas.microsoft.com/office/drawing/2014/main" id="{2E184B02-EC37-0653-A7F9-52924E386D80}"/>
                </a:ext>
              </a:extLst>
            </p:cNvPr>
            <p:cNvSpPr>
              <a:spLocks noGrp="1"/>
            </p:cNvSpPr>
            <p:nvPr/>
          </p:nvSpPr>
          <p:spPr>
            <a:xfrm>
              <a:off x="383694" y="0"/>
              <a:ext cx="2410558" cy="21980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242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identity assignment</a:t>
              </a:r>
            </a:p>
          </p:txBody>
        </p:sp>
      </p:grpSp>
      <p:grpSp>
        <p:nvGrpSpPr>
          <p:cNvPr id="6211" name="输入：实验密度表面">
            <a:extLst>
              <a:ext uri="{FF2B5EF4-FFF2-40B4-BE49-F238E27FC236}">
                <a16:creationId xmlns:a16="http://schemas.microsoft.com/office/drawing/2014/main" id="{E75E647F-FAA5-9EC6-A1C3-0D689AC7E2EB}"/>
              </a:ext>
            </a:extLst>
          </p:cNvPr>
          <p:cNvGrpSpPr/>
          <p:nvPr/>
        </p:nvGrpSpPr>
        <p:grpSpPr>
          <a:xfrm>
            <a:off x="609296" y="616102"/>
            <a:ext cx="896081" cy="1065742"/>
            <a:chOff x="496477" y="1485900"/>
            <a:chExt cx="1521646" cy="1809750"/>
          </a:xfrm>
        </p:grpSpPr>
        <p:sp>
          <p:nvSpPr>
            <p:cNvPr id="8" name="Input_density__7">
              <a:extLst>
                <a:ext uri="{FF2B5EF4-FFF2-40B4-BE49-F238E27FC236}">
                  <a16:creationId xmlns:a16="http://schemas.microsoft.com/office/drawing/2014/main" id="{F889FA79-6DEB-F262-3955-7B6FE206E9B6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" name="Input_density__8">
              <a:extLst>
                <a:ext uri="{FF2B5EF4-FFF2-40B4-BE49-F238E27FC236}">
                  <a16:creationId xmlns:a16="http://schemas.microsoft.com/office/drawing/2014/main" id="{89B9C1B6-ED85-F7AD-4860-D6DF1EBFAB83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" name="Input_density__9">
              <a:extLst>
                <a:ext uri="{FF2B5EF4-FFF2-40B4-BE49-F238E27FC236}">
                  <a16:creationId xmlns:a16="http://schemas.microsoft.com/office/drawing/2014/main" id="{6A9A4926-6F27-D976-C7FC-2499F9DA33D7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" name="Input_density__10">
              <a:extLst>
                <a:ext uri="{FF2B5EF4-FFF2-40B4-BE49-F238E27FC236}">
                  <a16:creationId xmlns:a16="http://schemas.microsoft.com/office/drawing/2014/main" id="{ABDE6DAC-E137-29E3-2954-03CAD5055861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" name="Input_density__11">
              <a:extLst>
                <a:ext uri="{FF2B5EF4-FFF2-40B4-BE49-F238E27FC236}">
                  <a16:creationId xmlns:a16="http://schemas.microsoft.com/office/drawing/2014/main" id="{C410561D-1604-4EEE-DCCB-228396606ECA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" name="Input_density__12">
              <a:extLst>
                <a:ext uri="{FF2B5EF4-FFF2-40B4-BE49-F238E27FC236}">
                  <a16:creationId xmlns:a16="http://schemas.microsoft.com/office/drawing/2014/main" id="{08AB882A-D964-9E3E-0B79-8BD446183B72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" name="Input_density__13">
              <a:extLst>
                <a:ext uri="{FF2B5EF4-FFF2-40B4-BE49-F238E27FC236}">
                  <a16:creationId xmlns:a16="http://schemas.microsoft.com/office/drawing/2014/main" id="{78598DEF-8AA1-15DF-4C0B-72E93C8921A1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" name="Input_density__14">
              <a:extLst>
                <a:ext uri="{FF2B5EF4-FFF2-40B4-BE49-F238E27FC236}">
                  <a16:creationId xmlns:a16="http://schemas.microsoft.com/office/drawing/2014/main" id="{3F897EDF-AFE3-3D2E-3705-CAE58293F2B4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" name="Input_density__15">
              <a:extLst>
                <a:ext uri="{FF2B5EF4-FFF2-40B4-BE49-F238E27FC236}">
                  <a16:creationId xmlns:a16="http://schemas.microsoft.com/office/drawing/2014/main" id="{B843943E-8068-F952-E147-105017ACC99C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" name="Input_density__16">
              <a:extLst>
                <a:ext uri="{FF2B5EF4-FFF2-40B4-BE49-F238E27FC236}">
                  <a16:creationId xmlns:a16="http://schemas.microsoft.com/office/drawing/2014/main" id="{C3D0F307-B2A5-E637-A147-A0F3EA44A948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" name="Input_density__17">
              <a:extLst>
                <a:ext uri="{FF2B5EF4-FFF2-40B4-BE49-F238E27FC236}">
                  <a16:creationId xmlns:a16="http://schemas.microsoft.com/office/drawing/2014/main" id="{3FABC568-B6D7-B5B1-1192-C4F3F12EF8E1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" name="Input_density__18">
              <a:extLst>
                <a:ext uri="{FF2B5EF4-FFF2-40B4-BE49-F238E27FC236}">
                  <a16:creationId xmlns:a16="http://schemas.microsoft.com/office/drawing/2014/main" id="{34191F5E-79F7-EC70-82DE-832D715CFB76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" name="Input_density__19">
              <a:extLst>
                <a:ext uri="{FF2B5EF4-FFF2-40B4-BE49-F238E27FC236}">
                  <a16:creationId xmlns:a16="http://schemas.microsoft.com/office/drawing/2014/main" id="{A5A7AABF-6A04-44F2-B829-BA48831AAF50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" name="Input_density__20">
              <a:extLst>
                <a:ext uri="{FF2B5EF4-FFF2-40B4-BE49-F238E27FC236}">
                  <a16:creationId xmlns:a16="http://schemas.microsoft.com/office/drawing/2014/main" id="{3E02E18A-47C2-F1AF-A0F8-527C6EE17AFE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" name="Input_density__21">
              <a:extLst>
                <a:ext uri="{FF2B5EF4-FFF2-40B4-BE49-F238E27FC236}">
                  <a16:creationId xmlns:a16="http://schemas.microsoft.com/office/drawing/2014/main" id="{F0B42BF7-C9B7-A20D-C2A2-9C9B0F636F27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3" name="Input_density__22">
              <a:extLst>
                <a:ext uri="{FF2B5EF4-FFF2-40B4-BE49-F238E27FC236}">
                  <a16:creationId xmlns:a16="http://schemas.microsoft.com/office/drawing/2014/main" id="{6A1B7DCA-FF11-450F-16D5-9DC5560673D0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4" name="Input_density__23">
              <a:extLst>
                <a:ext uri="{FF2B5EF4-FFF2-40B4-BE49-F238E27FC236}">
                  <a16:creationId xmlns:a16="http://schemas.microsoft.com/office/drawing/2014/main" id="{7C52823C-E0F0-A408-E0EE-51D72DD79A4F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5" name="Input_density__24">
              <a:extLst>
                <a:ext uri="{FF2B5EF4-FFF2-40B4-BE49-F238E27FC236}">
                  <a16:creationId xmlns:a16="http://schemas.microsoft.com/office/drawing/2014/main" id="{66E0E8AE-4D60-F1E3-F717-E37E073F6A7B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6" name="Input_density__25">
              <a:extLst>
                <a:ext uri="{FF2B5EF4-FFF2-40B4-BE49-F238E27FC236}">
                  <a16:creationId xmlns:a16="http://schemas.microsoft.com/office/drawing/2014/main" id="{3B556D1C-BE38-B8DA-0CE1-75B209AC9824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7" name="Input_density__26">
              <a:extLst>
                <a:ext uri="{FF2B5EF4-FFF2-40B4-BE49-F238E27FC236}">
                  <a16:creationId xmlns:a16="http://schemas.microsoft.com/office/drawing/2014/main" id="{0D0A6D2B-8B21-7495-0F88-8DEAA81E5579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8" name="Input_density__27">
              <a:extLst>
                <a:ext uri="{FF2B5EF4-FFF2-40B4-BE49-F238E27FC236}">
                  <a16:creationId xmlns:a16="http://schemas.microsoft.com/office/drawing/2014/main" id="{D1CE59B6-4FB0-C846-E94C-C95C3B380814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9" name="Input_density__28">
              <a:extLst>
                <a:ext uri="{FF2B5EF4-FFF2-40B4-BE49-F238E27FC236}">
                  <a16:creationId xmlns:a16="http://schemas.microsoft.com/office/drawing/2014/main" id="{FC10C7AD-6089-FF32-DD11-8DA7D4CE1461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0" name="Input_density__29">
              <a:extLst>
                <a:ext uri="{FF2B5EF4-FFF2-40B4-BE49-F238E27FC236}">
                  <a16:creationId xmlns:a16="http://schemas.microsoft.com/office/drawing/2014/main" id="{3573350A-796D-07C4-D44E-B360FC75AB92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1" name="Input_density__30">
              <a:extLst>
                <a:ext uri="{FF2B5EF4-FFF2-40B4-BE49-F238E27FC236}">
                  <a16:creationId xmlns:a16="http://schemas.microsoft.com/office/drawing/2014/main" id="{154169AC-D59B-9862-AA1E-A25657568D45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2" name="Input_density__31">
              <a:extLst>
                <a:ext uri="{FF2B5EF4-FFF2-40B4-BE49-F238E27FC236}">
                  <a16:creationId xmlns:a16="http://schemas.microsoft.com/office/drawing/2014/main" id="{94B914D6-8A1D-94A2-5555-2CF6A652E4ED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3" name="Input_density__32">
              <a:extLst>
                <a:ext uri="{FF2B5EF4-FFF2-40B4-BE49-F238E27FC236}">
                  <a16:creationId xmlns:a16="http://schemas.microsoft.com/office/drawing/2014/main" id="{AD013F08-D27D-F716-FC66-EA4E9CDC742F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4" name="Input_density__33">
              <a:extLst>
                <a:ext uri="{FF2B5EF4-FFF2-40B4-BE49-F238E27FC236}">
                  <a16:creationId xmlns:a16="http://schemas.microsoft.com/office/drawing/2014/main" id="{079D1C12-7EDD-7151-6D4F-1EC4C376AC41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5" name="Input_density__34">
              <a:extLst>
                <a:ext uri="{FF2B5EF4-FFF2-40B4-BE49-F238E27FC236}">
                  <a16:creationId xmlns:a16="http://schemas.microsoft.com/office/drawing/2014/main" id="{43911B8A-34E0-2A02-71B9-728D9BD40476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6" name="Input_density__35">
              <a:extLst>
                <a:ext uri="{FF2B5EF4-FFF2-40B4-BE49-F238E27FC236}">
                  <a16:creationId xmlns:a16="http://schemas.microsoft.com/office/drawing/2014/main" id="{31254A04-FFC3-4C33-ADBD-85CE6BF7EA13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7" name="Input_density__36">
              <a:extLst>
                <a:ext uri="{FF2B5EF4-FFF2-40B4-BE49-F238E27FC236}">
                  <a16:creationId xmlns:a16="http://schemas.microsoft.com/office/drawing/2014/main" id="{BD17B0A1-03A6-EC6E-486E-A8B41DF0586B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" name="Input_density__37">
              <a:extLst>
                <a:ext uri="{FF2B5EF4-FFF2-40B4-BE49-F238E27FC236}">
                  <a16:creationId xmlns:a16="http://schemas.microsoft.com/office/drawing/2014/main" id="{8054E1F3-D37D-AC3F-73A2-393FAC307A57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" name="Input_density__38">
              <a:extLst>
                <a:ext uri="{FF2B5EF4-FFF2-40B4-BE49-F238E27FC236}">
                  <a16:creationId xmlns:a16="http://schemas.microsoft.com/office/drawing/2014/main" id="{608D2A0C-6E51-5F16-A804-9E1223986DB0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0" name="Input_density__39">
              <a:extLst>
                <a:ext uri="{FF2B5EF4-FFF2-40B4-BE49-F238E27FC236}">
                  <a16:creationId xmlns:a16="http://schemas.microsoft.com/office/drawing/2014/main" id="{7922C9BB-102E-F7FF-BCF9-BF48F4D1F4C7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1" name="Input_density__40">
              <a:extLst>
                <a:ext uri="{FF2B5EF4-FFF2-40B4-BE49-F238E27FC236}">
                  <a16:creationId xmlns:a16="http://schemas.microsoft.com/office/drawing/2014/main" id="{F10CD622-AA5F-D0DE-6750-4D495B9101A4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2" name="Input_density__41">
              <a:extLst>
                <a:ext uri="{FF2B5EF4-FFF2-40B4-BE49-F238E27FC236}">
                  <a16:creationId xmlns:a16="http://schemas.microsoft.com/office/drawing/2014/main" id="{742E98F7-EA0A-0514-023E-19FAD7880E8B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3" name="Input_density__42">
              <a:extLst>
                <a:ext uri="{FF2B5EF4-FFF2-40B4-BE49-F238E27FC236}">
                  <a16:creationId xmlns:a16="http://schemas.microsoft.com/office/drawing/2014/main" id="{D7144483-EA2F-F9FC-D844-9581A1DE95A8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4" name="Input_density__43">
              <a:extLst>
                <a:ext uri="{FF2B5EF4-FFF2-40B4-BE49-F238E27FC236}">
                  <a16:creationId xmlns:a16="http://schemas.microsoft.com/office/drawing/2014/main" id="{568F0501-3E53-28C8-BB0D-3B75B0F7B497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5" name="Input_density__44">
              <a:extLst>
                <a:ext uri="{FF2B5EF4-FFF2-40B4-BE49-F238E27FC236}">
                  <a16:creationId xmlns:a16="http://schemas.microsoft.com/office/drawing/2014/main" id="{E84CFAE4-9F84-428D-CCFC-5F6134AE0F4B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" name="Input_density__45">
              <a:extLst>
                <a:ext uri="{FF2B5EF4-FFF2-40B4-BE49-F238E27FC236}">
                  <a16:creationId xmlns:a16="http://schemas.microsoft.com/office/drawing/2014/main" id="{8A1C2853-1F68-2E53-05F3-02B110163D94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" name="Input_density__46">
              <a:extLst>
                <a:ext uri="{FF2B5EF4-FFF2-40B4-BE49-F238E27FC236}">
                  <a16:creationId xmlns:a16="http://schemas.microsoft.com/office/drawing/2014/main" id="{56131ED0-A869-B527-E612-AEDB0B17CD30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8" name="Input_density__47">
              <a:extLst>
                <a:ext uri="{FF2B5EF4-FFF2-40B4-BE49-F238E27FC236}">
                  <a16:creationId xmlns:a16="http://schemas.microsoft.com/office/drawing/2014/main" id="{8B6CC636-0879-48E3-AF6D-A51A2DABB256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9" name="Input_density__48">
              <a:extLst>
                <a:ext uri="{FF2B5EF4-FFF2-40B4-BE49-F238E27FC236}">
                  <a16:creationId xmlns:a16="http://schemas.microsoft.com/office/drawing/2014/main" id="{02694CE9-914C-20E5-EBC7-8854A59F02C8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0" name="Input_density__49">
              <a:extLst>
                <a:ext uri="{FF2B5EF4-FFF2-40B4-BE49-F238E27FC236}">
                  <a16:creationId xmlns:a16="http://schemas.microsoft.com/office/drawing/2014/main" id="{1D65E26E-EF52-74D9-7474-3B832CF6DEAC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1" name="Input_density__50">
              <a:extLst>
                <a:ext uri="{FF2B5EF4-FFF2-40B4-BE49-F238E27FC236}">
                  <a16:creationId xmlns:a16="http://schemas.microsoft.com/office/drawing/2014/main" id="{F0A0BEED-C189-C854-ACD0-9190E247B9D1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2" name="Input_density__51">
              <a:extLst>
                <a:ext uri="{FF2B5EF4-FFF2-40B4-BE49-F238E27FC236}">
                  <a16:creationId xmlns:a16="http://schemas.microsoft.com/office/drawing/2014/main" id="{CF2576DF-2430-6561-E63B-5E41C44968D7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3" name="Input_density__52">
              <a:extLst>
                <a:ext uri="{FF2B5EF4-FFF2-40B4-BE49-F238E27FC236}">
                  <a16:creationId xmlns:a16="http://schemas.microsoft.com/office/drawing/2014/main" id="{8A397B51-DD3F-4B5B-B363-CC40487E1013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4" name="Input_density__53">
              <a:extLst>
                <a:ext uri="{FF2B5EF4-FFF2-40B4-BE49-F238E27FC236}">
                  <a16:creationId xmlns:a16="http://schemas.microsoft.com/office/drawing/2014/main" id="{07074743-F081-4121-52A7-9FBD5E956A30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5" name="Input_density__54">
              <a:extLst>
                <a:ext uri="{FF2B5EF4-FFF2-40B4-BE49-F238E27FC236}">
                  <a16:creationId xmlns:a16="http://schemas.microsoft.com/office/drawing/2014/main" id="{1EA1BBE2-246B-FB58-26F8-B7A686BE7894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6" name="Input_density__55">
              <a:extLst>
                <a:ext uri="{FF2B5EF4-FFF2-40B4-BE49-F238E27FC236}">
                  <a16:creationId xmlns:a16="http://schemas.microsoft.com/office/drawing/2014/main" id="{2FA410BC-3FB3-B08A-C113-5DB49959D347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7" name="Input_density__56">
              <a:extLst>
                <a:ext uri="{FF2B5EF4-FFF2-40B4-BE49-F238E27FC236}">
                  <a16:creationId xmlns:a16="http://schemas.microsoft.com/office/drawing/2014/main" id="{AE7B8DE3-E9EE-2335-84B9-6A6487C69199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8" name="Input_density__57">
              <a:extLst>
                <a:ext uri="{FF2B5EF4-FFF2-40B4-BE49-F238E27FC236}">
                  <a16:creationId xmlns:a16="http://schemas.microsoft.com/office/drawing/2014/main" id="{E66BDBB0-B372-3DE3-6553-8A705864BA04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9" name="Input_density__58">
              <a:extLst>
                <a:ext uri="{FF2B5EF4-FFF2-40B4-BE49-F238E27FC236}">
                  <a16:creationId xmlns:a16="http://schemas.microsoft.com/office/drawing/2014/main" id="{E3486D06-86F0-EF33-0E88-0FEB8B87123A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0" name="Input_density__59">
              <a:extLst>
                <a:ext uri="{FF2B5EF4-FFF2-40B4-BE49-F238E27FC236}">
                  <a16:creationId xmlns:a16="http://schemas.microsoft.com/office/drawing/2014/main" id="{418F5A28-FD72-ADA5-D09B-BC3F0A8429FE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1" name="Input_density__60">
              <a:extLst>
                <a:ext uri="{FF2B5EF4-FFF2-40B4-BE49-F238E27FC236}">
                  <a16:creationId xmlns:a16="http://schemas.microsoft.com/office/drawing/2014/main" id="{6EF7CD02-606B-F355-7A0A-9EA1481C869B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2" name="Input_density__61">
              <a:extLst>
                <a:ext uri="{FF2B5EF4-FFF2-40B4-BE49-F238E27FC236}">
                  <a16:creationId xmlns:a16="http://schemas.microsoft.com/office/drawing/2014/main" id="{BDE3D1E3-54A6-35A6-19B3-A6617030147F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3" name="Input_density__62">
              <a:extLst>
                <a:ext uri="{FF2B5EF4-FFF2-40B4-BE49-F238E27FC236}">
                  <a16:creationId xmlns:a16="http://schemas.microsoft.com/office/drawing/2014/main" id="{F1EDC9A0-0A62-6B0C-199C-1C02B705FDFB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4" name="Input_density__63">
              <a:extLst>
                <a:ext uri="{FF2B5EF4-FFF2-40B4-BE49-F238E27FC236}">
                  <a16:creationId xmlns:a16="http://schemas.microsoft.com/office/drawing/2014/main" id="{0D3374C8-0DA9-30A5-BADE-9E9F91AC76D2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5" name="Input_density__64">
              <a:extLst>
                <a:ext uri="{FF2B5EF4-FFF2-40B4-BE49-F238E27FC236}">
                  <a16:creationId xmlns:a16="http://schemas.microsoft.com/office/drawing/2014/main" id="{84678088-4CCC-79EE-0FFC-0EC77CC8032B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6" name="Input_density__65">
              <a:extLst>
                <a:ext uri="{FF2B5EF4-FFF2-40B4-BE49-F238E27FC236}">
                  <a16:creationId xmlns:a16="http://schemas.microsoft.com/office/drawing/2014/main" id="{9372C870-D335-11E6-FCCC-71B46D4D9D55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7" name="Input_density__66">
              <a:extLst>
                <a:ext uri="{FF2B5EF4-FFF2-40B4-BE49-F238E27FC236}">
                  <a16:creationId xmlns:a16="http://schemas.microsoft.com/office/drawing/2014/main" id="{FDF5E645-AD85-0313-62EF-89584F081E2F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8" name="Input_density__67">
              <a:extLst>
                <a:ext uri="{FF2B5EF4-FFF2-40B4-BE49-F238E27FC236}">
                  <a16:creationId xmlns:a16="http://schemas.microsoft.com/office/drawing/2014/main" id="{3E9FBABD-A847-1934-B278-F73CB0D3D9D4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9" name="Input_density__68">
              <a:extLst>
                <a:ext uri="{FF2B5EF4-FFF2-40B4-BE49-F238E27FC236}">
                  <a16:creationId xmlns:a16="http://schemas.microsoft.com/office/drawing/2014/main" id="{17A2A954-B2D2-3CF1-3BCA-0B6486C5A9D3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0" name="Input_density__69">
              <a:extLst>
                <a:ext uri="{FF2B5EF4-FFF2-40B4-BE49-F238E27FC236}">
                  <a16:creationId xmlns:a16="http://schemas.microsoft.com/office/drawing/2014/main" id="{D89690CD-BDFD-5075-BB47-7191DBBB8254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1" name="Input_density__70">
              <a:extLst>
                <a:ext uri="{FF2B5EF4-FFF2-40B4-BE49-F238E27FC236}">
                  <a16:creationId xmlns:a16="http://schemas.microsoft.com/office/drawing/2014/main" id="{12D76B7A-3B7A-D265-A690-0AC0D45BA905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72" name="Input_density__71">
              <a:extLst>
                <a:ext uri="{FF2B5EF4-FFF2-40B4-BE49-F238E27FC236}">
                  <a16:creationId xmlns:a16="http://schemas.microsoft.com/office/drawing/2014/main" id="{10F89EDB-F204-0985-704E-A8275F63CAB2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73" name="Input_density__72">
              <a:extLst>
                <a:ext uri="{FF2B5EF4-FFF2-40B4-BE49-F238E27FC236}">
                  <a16:creationId xmlns:a16="http://schemas.microsoft.com/office/drawing/2014/main" id="{C2961017-1CDC-BE36-2EDE-0967FA08846A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74" name="Input_density__73">
              <a:extLst>
                <a:ext uri="{FF2B5EF4-FFF2-40B4-BE49-F238E27FC236}">
                  <a16:creationId xmlns:a16="http://schemas.microsoft.com/office/drawing/2014/main" id="{AFAC52A4-91CD-6CA9-B877-64F74B1DE604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75" name="Input_density__74">
              <a:extLst>
                <a:ext uri="{FF2B5EF4-FFF2-40B4-BE49-F238E27FC236}">
                  <a16:creationId xmlns:a16="http://schemas.microsoft.com/office/drawing/2014/main" id="{A2F83417-13AF-1168-4A8F-1863555E8796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6" name="Input_density__75">
              <a:extLst>
                <a:ext uri="{FF2B5EF4-FFF2-40B4-BE49-F238E27FC236}">
                  <a16:creationId xmlns:a16="http://schemas.microsoft.com/office/drawing/2014/main" id="{2B309BBA-0C78-CCE7-4AA6-7EE6388EB0D5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77" name="Input_density__76">
              <a:extLst>
                <a:ext uri="{FF2B5EF4-FFF2-40B4-BE49-F238E27FC236}">
                  <a16:creationId xmlns:a16="http://schemas.microsoft.com/office/drawing/2014/main" id="{C9A3AB37-A865-9FB6-3082-DA83270312B2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78" name="Input_density__77">
              <a:extLst>
                <a:ext uri="{FF2B5EF4-FFF2-40B4-BE49-F238E27FC236}">
                  <a16:creationId xmlns:a16="http://schemas.microsoft.com/office/drawing/2014/main" id="{413DF841-D7DA-2DB3-930B-7DD84DBF1F44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9" name="Input_density__78">
              <a:extLst>
                <a:ext uri="{FF2B5EF4-FFF2-40B4-BE49-F238E27FC236}">
                  <a16:creationId xmlns:a16="http://schemas.microsoft.com/office/drawing/2014/main" id="{A6562877-8049-634B-2E2C-D661784F07B5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80" name="Input_density__79">
              <a:extLst>
                <a:ext uri="{FF2B5EF4-FFF2-40B4-BE49-F238E27FC236}">
                  <a16:creationId xmlns:a16="http://schemas.microsoft.com/office/drawing/2014/main" id="{66BEC7DD-4519-F722-7554-FC6AADC7EF72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1" name="Input_density__80">
              <a:extLst>
                <a:ext uri="{FF2B5EF4-FFF2-40B4-BE49-F238E27FC236}">
                  <a16:creationId xmlns:a16="http://schemas.microsoft.com/office/drawing/2014/main" id="{63FF82B6-3102-E770-DA2D-37F128ACBAC9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2" name="Input_density__81">
              <a:extLst>
                <a:ext uri="{FF2B5EF4-FFF2-40B4-BE49-F238E27FC236}">
                  <a16:creationId xmlns:a16="http://schemas.microsoft.com/office/drawing/2014/main" id="{3849F461-D894-C651-357B-CD69EC40FFCD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83" name="Input_density__82">
              <a:extLst>
                <a:ext uri="{FF2B5EF4-FFF2-40B4-BE49-F238E27FC236}">
                  <a16:creationId xmlns:a16="http://schemas.microsoft.com/office/drawing/2014/main" id="{4C72B7BF-2F46-E29E-E31F-6BAEA06482A6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84" name="Input_density__83">
              <a:extLst>
                <a:ext uri="{FF2B5EF4-FFF2-40B4-BE49-F238E27FC236}">
                  <a16:creationId xmlns:a16="http://schemas.microsoft.com/office/drawing/2014/main" id="{F6BEE43D-B2BC-A2EB-2DA3-8C0112414AFC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5" name="Input_density__84">
              <a:extLst>
                <a:ext uri="{FF2B5EF4-FFF2-40B4-BE49-F238E27FC236}">
                  <a16:creationId xmlns:a16="http://schemas.microsoft.com/office/drawing/2014/main" id="{72AD4D74-33BA-647D-0B01-F329A34D28A1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86" name="Input_density__85">
              <a:extLst>
                <a:ext uri="{FF2B5EF4-FFF2-40B4-BE49-F238E27FC236}">
                  <a16:creationId xmlns:a16="http://schemas.microsoft.com/office/drawing/2014/main" id="{1A632120-9186-C70A-37C8-0C3B2538C9C9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7" name="Input_density__86">
              <a:extLst>
                <a:ext uri="{FF2B5EF4-FFF2-40B4-BE49-F238E27FC236}">
                  <a16:creationId xmlns:a16="http://schemas.microsoft.com/office/drawing/2014/main" id="{DCDB70BE-54E5-B9B1-42FF-62393D9E3867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8" name="Input_density__87">
              <a:extLst>
                <a:ext uri="{FF2B5EF4-FFF2-40B4-BE49-F238E27FC236}">
                  <a16:creationId xmlns:a16="http://schemas.microsoft.com/office/drawing/2014/main" id="{5C013B02-18DA-D4C2-F8E2-C73CFCA4193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9" name="Input_density__88">
              <a:extLst>
                <a:ext uri="{FF2B5EF4-FFF2-40B4-BE49-F238E27FC236}">
                  <a16:creationId xmlns:a16="http://schemas.microsoft.com/office/drawing/2014/main" id="{F8ADEB91-57C5-EB27-2AB7-8FF884AE1D2D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0" name="Input_density__89">
              <a:extLst>
                <a:ext uri="{FF2B5EF4-FFF2-40B4-BE49-F238E27FC236}">
                  <a16:creationId xmlns:a16="http://schemas.microsoft.com/office/drawing/2014/main" id="{E2ABDB56-5201-A078-9924-326E41822E1F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1" name="Input_density__90">
              <a:extLst>
                <a:ext uri="{FF2B5EF4-FFF2-40B4-BE49-F238E27FC236}">
                  <a16:creationId xmlns:a16="http://schemas.microsoft.com/office/drawing/2014/main" id="{7742C51F-079D-DB8A-2204-A0389AAC28F7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2" name="Input_density__91">
              <a:extLst>
                <a:ext uri="{FF2B5EF4-FFF2-40B4-BE49-F238E27FC236}">
                  <a16:creationId xmlns:a16="http://schemas.microsoft.com/office/drawing/2014/main" id="{A7A3B770-7E38-2EAF-72D6-CA978A032C97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3" name="Input_density__92">
              <a:extLst>
                <a:ext uri="{FF2B5EF4-FFF2-40B4-BE49-F238E27FC236}">
                  <a16:creationId xmlns:a16="http://schemas.microsoft.com/office/drawing/2014/main" id="{79792E52-3A36-B6C3-8CB8-A58CE584D9D3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4" name="Input_density__93">
              <a:extLst>
                <a:ext uri="{FF2B5EF4-FFF2-40B4-BE49-F238E27FC236}">
                  <a16:creationId xmlns:a16="http://schemas.microsoft.com/office/drawing/2014/main" id="{9588E4D2-DB18-7892-0C84-3971610AA301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5" name="Input_density__94">
              <a:extLst>
                <a:ext uri="{FF2B5EF4-FFF2-40B4-BE49-F238E27FC236}">
                  <a16:creationId xmlns:a16="http://schemas.microsoft.com/office/drawing/2014/main" id="{61F5B1E7-60C4-B680-EC97-8704BF803441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6" name="Input_density__95">
              <a:extLst>
                <a:ext uri="{FF2B5EF4-FFF2-40B4-BE49-F238E27FC236}">
                  <a16:creationId xmlns:a16="http://schemas.microsoft.com/office/drawing/2014/main" id="{A372B305-3BA1-2D02-CE10-F4E806E1D11F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7" name="Input_density__96">
              <a:extLst>
                <a:ext uri="{FF2B5EF4-FFF2-40B4-BE49-F238E27FC236}">
                  <a16:creationId xmlns:a16="http://schemas.microsoft.com/office/drawing/2014/main" id="{A56EFC86-12FC-D8AB-6182-90C41408D370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8" name="Input_density__97">
              <a:extLst>
                <a:ext uri="{FF2B5EF4-FFF2-40B4-BE49-F238E27FC236}">
                  <a16:creationId xmlns:a16="http://schemas.microsoft.com/office/drawing/2014/main" id="{7CD21E47-F5A1-4EFE-03F0-7DF0B87944C4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9" name="Input_density__98">
              <a:extLst>
                <a:ext uri="{FF2B5EF4-FFF2-40B4-BE49-F238E27FC236}">
                  <a16:creationId xmlns:a16="http://schemas.microsoft.com/office/drawing/2014/main" id="{A6132F91-1994-4646-7AE5-BD20A1F623CF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" name="Input_density__99">
              <a:extLst>
                <a:ext uri="{FF2B5EF4-FFF2-40B4-BE49-F238E27FC236}">
                  <a16:creationId xmlns:a16="http://schemas.microsoft.com/office/drawing/2014/main" id="{74833DF9-25AB-39CA-FD3F-CCC67E231C00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1" name="Input_density__100">
              <a:extLst>
                <a:ext uri="{FF2B5EF4-FFF2-40B4-BE49-F238E27FC236}">
                  <a16:creationId xmlns:a16="http://schemas.microsoft.com/office/drawing/2014/main" id="{45D9A461-63FE-80FC-0938-2A4F112484F8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2" name="Input_density__101">
              <a:extLst>
                <a:ext uri="{FF2B5EF4-FFF2-40B4-BE49-F238E27FC236}">
                  <a16:creationId xmlns:a16="http://schemas.microsoft.com/office/drawing/2014/main" id="{A879C8D3-C682-9846-F239-6E37792E52CB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3" name="Input_density__102">
              <a:extLst>
                <a:ext uri="{FF2B5EF4-FFF2-40B4-BE49-F238E27FC236}">
                  <a16:creationId xmlns:a16="http://schemas.microsoft.com/office/drawing/2014/main" id="{BB221B11-3ED9-6E7C-5DF8-4FF6597EED4C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4" name="Input_density__103">
              <a:extLst>
                <a:ext uri="{FF2B5EF4-FFF2-40B4-BE49-F238E27FC236}">
                  <a16:creationId xmlns:a16="http://schemas.microsoft.com/office/drawing/2014/main" id="{9636BB19-6775-1986-BF4C-B1790B6D8746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5" name="Input_density__104">
              <a:extLst>
                <a:ext uri="{FF2B5EF4-FFF2-40B4-BE49-F238E27FC236}">
                  <a16:creationId xmlns:a16="http://schemas.microsoft.com/office/drawing/2014/main" id="{2A0630F7-26E2-25CE-7238-C394DB09C124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6" name="Input_density__105">
              <a:extLst>
                <a:ext uri="{FF2B5EF4-FFF2-40B4-BE49-F238E27FC236}">
                  <a16:creationId xmlns:a16="http://schemas.microsoft.com/office/drawing/2014/main" id="{DDBF0296-79EB-2AFA-B898-B68F6603EFE5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7" name="Input_density__106">
              <a:extLst>
                <a:ext uri="{FF2B5EF4-FFF2-40B4-BE49-F238E27FC236}">
                  <a16:creationId xmlns:a16="http://schemas.microsoft.com/office/drawing/2014/main" id="{4B852C1C-3D35-2FC0-772D-6324BD206911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8" name="Input_density__107">
              <a:extLst>
                <a:ext uri="{FF2B5EF4-FFF2-40B4-BE49-F238E27FC236}">
                  <a16:creationId xmlns:a16="http://schemas.microsoft.com/office/drawing/2014/main" id="{2A317461-005E-3DB4-9332-2700B08F6D2B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9" name="Input_density__108">
              <a:extLst>
                <a:ext uri="{FF2B5EF4-FFF2-40B4-BE49-F238E27FC236}">
                  <a16:creationId xmlns:a16="http://schemas.microsoft.com/office/drawing/2014/main" id="{5430F143-7FCC-0210-FE6D-DB2F2709345F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0" name="Input_density__109">
              <a:extLst>
                <a:ext uri="{FF2B5EF4-FFF2-40B4-BE49-F238E27FC236}">
                  <a16:creationId xmlns:a16="http://schemas.microsoft.com/office/drawing/2014/main" id="{CE996658-9BB9-3D09-12D7-EFCFD482706B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1" name="Input_density__110">
              <a:extLst>
                <a:ext uri="{FF2B5EF4-FFF2-40B4-BE49-F238E27FC236}">
                  <a16:creationId xmlns:a16="http://schemas.microsoft.com/office/drawing/2014/main" id="{7E714749-BF19-D93F-0A27-09D5297F18DE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2" name="Input_density__111">
              <a:extLst>
                <a:ext uri="{FF2B5EF4-FFF2-40B4-BE49-F238E27FC236}">
                  <a16:creationId xmlns:a16="http://schemas.microsoft.com/office/drawing/2014/main" id="{71D0245C-A1C4-2DBC-D927-D00E87A2AA62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3" name="Input_density__112">
              <a:extLst>
                <a:ext uri="{FF2B5EF4-FFF2-40B4-BE49-F238E27FC236}">
                  <a16:creationId xmlns:a16="http://schemas.microsoft.com/office/drawing/2014/main" id="{C02223D9-B053-39B2-8647-9D8B04E264D1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4" name="Input_density__113">
              <a:extLst>
                <a:ext uri="{FF2B5EF4-FFF2-40B4-BE49-F238E27FC236}">
                  <a16:creationId xmlns:a16="http://schemas.microsoft.com/office/drawing/2014/main" id="{94C0D2C6-6249-A2E6-188F-0310F13AE85E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15" name="Input_density__114">
              <a:extLst>
                <a:ext uri="{FF2B5EF4-FFF2-40B4-BE49-F238E27FC236}">
                  <a16:creationId xmlns:a16="http://schemas.microsoft.com/office/drawing/2014/main" id="{454D1DE6-AD5A-D7FD-BB5B-2DCA00E805A9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6" name="Input_density__115">
              <a:extLst>
                <a:ext uri="{FF2B5EF4-FFF2-40B4-BE49-F238E27FC236}">
                  <a16:creationId xmlns:a16="http://schemas.microsoft.com/office/drawing/2014/main" id="{4BF0856B-60DA-3BA4-7606-93E1EB3E6C97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7" name="Input_density__116">
              <a:extLst>
                <a:ext uri="{FF2B5EF4-FFF2-40B4-BE49-F238E27FC236}">
                  <a16:creationId xmlns:a16="http://schemas.microsoft.com/office/drawing/2014/main" id="{E79945DF-A1E3-43D8-4028-5357C7B1720B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8" name="Input_density__117">
              <a:extLst>
                <a:ext uri="{FF2B5EF4-FFF2-40B4-BE49-F238E27FC236}">
                  <a16:creationId xmlns:a16="http://schemas.microsoft.com/office/drawing/2014/main" id="{B98A393E-F61F-D1D2-81EA-C3D289930989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9" name="Input_density__118">
              <a:extLst>
                <a:ext uri="{FF2B5EF4-FFF2-40B4-BE49-F238E27FC236}">
                  <a16:creationId xmlns:a16="http://schemas.microsoft.com/office/drawing/2014/main" id="{82203086-2477-890E-B76B-84A0F4FC2F8E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0" name="Input_density__119">
              <a:extLst>
                <a:ext uri="{FF2B5EF4-FFF2-40B4-BE49-F238E27FC236}">
                  <a16:creationId xmlns:a16="http://schemas.microsoft.com/office/drawing/2014/main" id="{36AAE335-46A6-2865-4F26-13105B0578D8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1" name="Input_density__120">
              <a:extLst>
                <a:ext uri="{FF2B5EF4-FFF2-40B4-BE49-F238E27FC236}">
                  <a16:creationId xmlns:a16="http://schemas.microsoft.com/office/drawing/2014/main" id="{3C52BF99-6776-78AF-E833-17CB53477C90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2" name="Input_density__121">
              <a:extLst>
                <a:ext uri="{FF2B5EF4-FFF2-40B4-BE49-F238E27FC236}">
                  <a16:creationId xmlns:a16="http://schemas.microsoft.com/office/drawing/2014/main" id="{D487FB41-6E15-382F-895E-2FBFAF697FDE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3" name="Input_density__122">
              <a:extLst>
                <a:ext uri="{FF2B5EF4-FFF2-40B4-BE49-F238E27FC236}">
                  <a16:creationId xmlns:a16="http://schemas.microsoft.com/office/drawing/2014/main" id="{4C5A62AE-E502-59EC-832D-0CD6F526C3B9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24" name="Input_density__123">
              <a:extLst>
                <a:ext uri="{FF2B5EF4-FFF2-40B4-BE49-F238E27FC236}">
                  <a16:creationId xmlns:a16="http://schemas.microsoft.com/office/drawing/2014/main" id="{DC178E12-9494-0EBE-7C93-D2304142BBEB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25" name="Input_density__124">
              <a:extLst>
                <a:ext uri="{FF2B5EF4-FFF2-40B4-BE49-F238E27FC236}">
                  <a16:creationId xmlns:a16="http://schemas.microsoft.com/office/drawing/2014/main" id="{612000CC-827C-093F-523B-57700E16EFAB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26" name="Input_density__125">
              <a:extLst>
                <a:ext uri="{FF2B5EF4-FFF2-40B4-BE49-F238E27FC236}">
                  <a16:creationId xmlns:a16="http://schemas.microsoft.com/office/drawing/2014/main" id="{69F79885-DF4B-EF04-2C3B-90D22F07F56B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7" name="Input_density__126">
              <a:extLst>
                <a:ext uri="{FF2B5EF4-FFF2-40B4-BE49-F238E27FC236}">
                  <a16:creationId xmlns:a16="http://schemas.microsoft.com/office/drawing/2014/main" id="{06375288-77D8-F1E9-54C7-0B3C71E69EC6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8" name="Input_density__127">
              <a:extLst>
                <a:ext uri="{FF2B5EF4-FFF2-40B4-BE49-F238E27FC236}">
                  <a16:creationId xmlns:a16="http://schemas.microsoft.com/office/drawing/2014/main" id="{3BA29475-E88D-1595-21C3-2CBCE84BB204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9" name="Input_density__128">
              <a:extLst>
                <a:ext uri="{FF2B5EF4-FFF2-40B4-BE49-F238E27FC236}">
                  <a16:creationId xmlns:a16="http://schemas.microsoft.com/office/drawing/2014/main" id="{7747544D-3836-0CFA-953E-94E5B2F4834F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30" name="Input_density__129">
              <a:extLst>
                <a:ext uri="{FF2B5EF4-FFF2-40B4-BE49-F238E27FC236}">
                  <a16:creationId xmlns:a16="http://schemas.microsoft.com/office/drawing/2014/main" id="{59FDF329-1D64-F86D-8FE8-16639D886E55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1" name="Input_density__130">
              <a:extLst>
                <a:ext uri="{FF2B5EF4-FFF2-40B4-BE49-F238E27FC236}">
                  <a16:creationId xmlns:a16="http://schemas.microsoft.com/office/drawing/2014/main" id="{454C18BD-B0EB-C046-1DA6-D6CF5135478F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2" name="Input_density__131">
              <a:extLst>
                <a:ext uri="{FF2B5EF4-FFF2-40B4-BE49-F238E27FC236}">
                  <a16:creationId xmlns:a16="http://schemas.microsoft.com/office/drawing/2014/main" id="{0E299486-5840-5483-0343-3C79E1369F9E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33" name="Input_density__132">
              <a:extLst>
                <a:ext uri="{FF2B5EF4-FFF2-40B4-BE49-F238E27FC236}">
                  <a16:creationId xmlns:a16="http://schemas.microsoft.com/office/drawing/2014/main" id="{891FDB1B-6EF0-B1E2-4A93-70B77209A408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4" name="Input_density__133">
              <a:extLst>
                <a:ext uri="{FF2B5EF4-FFF2-40B4-BE49-F238E27FC236}">
                  <a16:creationId xmlns:a16="http://schemas.microsoft.com/office/drawing/2014/main" id="{1987A49D-1015-EF1D-02B9-0D4044C04544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35" name="Input_density__134">
              <a:extLst>
                <a:ext uri="{FF2B5EF4-FFF2-40B4-BE49-F238E27FC236}">
                  <a16:creationId xmlns:a16="http://schemas.microsoft.com/office/drawing/2014/main" id="{89DDD30A-C464-0112-651D-E1D9120D269E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36" name="Input_density__135">
              <a:extLst>
                <a:ext uri="{FF2B5EF4-FFF2-40B4-BE49-F238E27FC236}">
                  <a16:creationId xmlns:a16="http://schemas.microsoft.com/office/drawing/2014/main" id="{44BD76C5-374B-F037-F1F2-684FC97FB6DE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7" name="Input_density__136">
              <a:extLst>
                <a:ext uri="{FF2B5EF4-FFF2-40B4-BE49-F238E27FC236}">
                  <a16:creationId xmlns:a16="http://schemas.microsoft.com/office/drawing/2014/main" id="{40798A3B-0548-5666-9CD4-3BA170483F58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8" name="Input_density__137">
              <a:extLst>
                <a:ext uri="{FF2B5EF4-FFF2-40B4-BE49-F238E27FC236}">
                  <a16:creationId xmlns:a16="http://schemas.microsoft.com/office/drawing/2014/main" id="{770B5D5F-F170-70B7-EF14-BD308753BD0A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9" name="Input_density__138">
              <a:extLst>
                <a:ext uri="{FF2B5EF4-FFF2-40B4-BE49-F238E27FC236}">
                  <a16:creationId xmlns:a16="http://schemas.microsoft.com/office/drawing/2014/main" id="{A7D71BC6-C8B6-5B47-B0E3-5B393786D13E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0" name="Input_density__139">
              <a:extLst>
                <a:ext uri="{FF2B5EF4-FFF2-40B4-BE49-F238E27FC236}">
                  <a16:creationId xmlns:a16="http://schemas.microsoft.com/office/drawing/2014/main" id="{65EB798F-7031-6B47-B408-67E5E147ACF1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41" name="Input_density__140">
              <a:extLst>
                <a:ext uri="{FF2B5EF4-FFF2-40B4-BE49-F238E27FC236}">
                  <a16:creationId xmlns:a16="http://schemas.microsoft.com/office/drawing/2014/main" id="{1A18CB42-E664-A554-AF07-DC585F72CFD4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2" name="Input_density__141">
              <a:extLst>
                <a:ext uri="{FF2B5EF4-FFF2-40B4-BE49-F238E27FC236}">
                  <a16:creationId xmlns:a16="http://schemas.microsoft.com/office/drawing/2014/main" id="{C0D8C1A7-B1F0-D693-1837-9B017EB22E71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3" name="Input_density__142">
              <a:extLst>
                <a:ext uri="{FF2B5EF4-FFF2-40B4-BE49-F238E27FC236}">
                  <a16:creationId xmlns:a16="http://schemas.microsoft.com/office/drawing/2014/main" id="{87A7BD76-94D1-319D-57E9-FFECA09B1A12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44" name="Input_density__143">
              <a:extLst>
                <a:ext uri="{FF2B5EF4-FFF2-40B4-BE49-F238E27FC236}">
                  <a16:creationId xmlns:a16="http://schemas.microsoft.com/office/drawing/2014/main" id="{D70552CA-4260-41B0-F92A-0145CD6CE9A3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45" name="Input_density__144">
              <a:extLst>
                <a:ext uri="{FF2B5EF4-FFF2-40B4-BE49-F238E27FC236}">
                  <a16:creationId xmlns:a16="http://schemas.microsoft.com/office/drawing/2014/main" id="{54520FCA-1B1B-B42E-9E49-E5D1E5A05D6F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46" name="Input_density__145">
              <a:extLst>
                <a:ext uri="{FF2B5EF4-FFF2-40B4-BE49-F238E27FC236}">
                  <a16:creationId xmlns:a16="http://schemas.microsoft.com/office/drawing/2014/main" id="{C671F615-82FB-1B65-D643-2FDEBD47FDE6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7" name="Input_density__146">
              <a:extLst>
                <a:ext uri="{FF2B5EF4-FFF2-40B4-BE49-F238E27FC236}">
                  <a16:creationId xmlns:a16="http://schemas.microsoft.com/office/drawing/2014/main" id="{78AB81B9-03CA-0F8A-3082-7C60DCA24619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8" name="Input_density__147">
              <a:extLst>
                <a:ext uri="{FF2B5EF4-FFF2-40B4-BE49-F238E27FC236}">
                  <a16:creationId xmlns:a16="http://schemas.microsoft.com/office/drawing/2014/main" id="{3A62EF27-9A95-6671-D9B2-EA9278C0BE4F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9" name="Input_density__148">
              <a:extLst>
                <a:ext uri="{FF2B5EF4-FFF2-40B4-BE49-F238E27FC236}">
                  <a16:creationId xmlns:a16="http://schemas.microsoft.com/office/drawing/2014/main" id="{4F8C502B-4159-0103-8AF9-49180AE58274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0" name="Input_density__149">
              <a:extLst>
                <a:ext uri="{FF2B5EF4-FFF2-40B4-BE49-F238E27FC236}">
                  <a16:creationId xmlns:a16="http://schemas.microsoft.com/office/drawing/2014/main" id="{07069AE1-BE72-DFC9-3AF8-800BE048BF1F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1" name="Input_density__150">
              <a:extLst>
                <a:ext uri="{FF2B5EF4-FFF2-40B4-BE49-F238E27FC236}">
                  <a16:creationId xmlns:a16="http://schemas.microsoft.com/office/drawing/2014/main" id="{336E32DA-C764-0A0F-CD78-D7CE9EF0E22D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52" name="Input_density__151">
              <a:extLst>
                <a:ext uri="{FF2B5EF4-FFF2-40B4-BE49-F238E27FC236}">
                  <a16:creationId xmlns:a16="http://schemas.microsoft.com/office/drawing/2014/main" id="{99D25BDD-DF2F-0160-9F32-96E48511BA98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53" name="Input_density__152">
              <a:extLst>
                <a:ext uri="{FF2B5EF4-FFF2-40B4-BE49-F238E27FC236}">
                  <a16:creationId xmlns:a16="http://schemas.microsoft.com/office/drawing/2014/main" id="{2C82C4D0-A1E9-0B74-4DDD-1EA4BF86BA4F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4" name="Input_density__153">
              <a:extLst>
                <a:ext uri="{FF2B5EF4-FFF2-40B4-BE49-F238E27FC236}">
                  <a16:creationId xmlns:a16="http://schemas.microsoft.com/office/drawing/2014/main" id="{471E9986-4FDD-3E6E-7C00-1234EC47E769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55" name="Input_density__154">
              <a:extLst>
                <a:ext uri="{FF2B5EF4-FFF2-40B4-BE49-F238E27FC236}">
                  <a16:creationId xmlns:a16="http://schemas.microsoft.com/office/drawing/2014/main" id="{39474799-B2A5-003E-CE6B-96A20AA97E65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56" name="Input_density__155">
              <a:extLst>
                <a:ext uri="{FF2B5EF4-FFF2-40B4-BE49-F238E27FC236}">
                  <a16:creationId xmlns:a16="http://schemas.microsoft.com/office/drawing/2014/main" id="{33D338C6-CA7E-7E3D-61E0-C36C2AF4A918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57" name="Input_density__156">
              <a:extLst>
                <a:ext uri="{FF2B5EF4-FFF2-40B4-BE49-F238E27FC236}">
                  <a16:creationId xmlns:a16="http://schemas.microsoft.com/office/drawing/2014/main" id="{5CD3D939-534C-23AA-B09A-8F382F9787DF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8" name="Input_density__157">
              <a:extLst>
                <a:ext uri="{FF2B5EF4-FFF2-40B4-BE49-F238E27FC236}">
                  <a16:creationId xmlns:a16="http://schemas.microsoft.com/office/drawing/2014/main" id="{CE800451-5A0D-7761-69E8-1D59D199FE80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9" name="Input_density__158">
              <a:extLst>
                <a:ext uri="{FF2B5EF4-FFF2-40B4-BE49-F238E27FC236}">
                  <a16:creationId xmlns:a16="http://schemas.microsoft.com/office/drawing/2014/main" id="{16C2BF38-1DB9-79B2-6AA1-2662F7B39554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0" name="Input_density__159">
              <a:extLst>
                <a:ext uri="{FF2B5EF4-FFF2-40B4-BE49-F238E27FC236}">
                  <a16:creationId xmlns:a16="http://schemas.microsoft.com/office/drawing/2014/main" id="{3D8357B4-3B78-F5FE-25F5-D4DE43274DB9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61" name="Input_density__160">
              <a:extLst>
                <a:ext uri="{FF2B5EF4-FFF2-40B4-BE49-F238E27FC236}">
                  <a16:creationId xmlns:a16="http://schemas.microsoft.com/office/drawing/2014/main" id="{CAF1294A-ED01-1390-5F4A-133AC998EBD0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2" name="Input_density__161">
              <a:extLst>
                <a:ext uri="{FF2B5EF4-FFF2-40B4-BE49-F238E27FC236}">
                  <a16:creationId xmlns:a16="http://schemas.microsoft.com/office/drawing/2014/main" id="{07E35B53-09BE-369C-EBFC-57995997FDA0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63" name="Input_density__162">
              <a:extLst>
                <a:ext uri="{FF2B5EF4-FFF2-40B4-BE49-F238E27FC236}">
                  <a16:creationId xmlns:a16="http://schemas.microsoft.com/office/drawing/2014/main" id="{5B99B8FE-CC54-23AB-9A84-815CB20E6CAD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64" name="Input_density__163">
              <a:extLst>
                <a:ext uri="{FF2B5EF4-FFF2-40B4-BE49-F238E27FC236}">
                  <a16:creationId xmlns:a16="http://schemas.microsoft.com/office/drawing/2014/main" id="{0C6AFBD6-6F71-4184-B163-893DE8484082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5" name="Input_density__164">
              <a:extLst>
                <a:ext uri="{FF2B5EF4-FFF2-40B4-BE49-F238E27FC236}">
                  <a16:creationId xmlns:a16="http://schemas.microsoft.com/office/drawing/2014/main" id="{01F1398F-64DE-2186-6D3F-81C426E9B020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66" name="Input_density__165">
              <a:extLst>
                <a:ext uri="{FF2B5EF4-FFF2-40B4-BE49-F238E27FC236}">
                  <a16:creationId xmlns:a16="http://schemas.microsoft.com/office/drawing/2014/main" id="{9A6D3553-0F35-4E96-4204-7903FEEF71D8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67" name="Input_density__166">
              <a:extLst>
                <a:ext uri="{FF2B5EF4-FFF2-40B4-BE49-F238E27FC236}">
                  <a16:creationId xmlns:a16="http://schemas.microsoft.com/office/drawing/2014/main" id="{DCEFA30B-9D69-AB54-55E2-C5FC3935F2CE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8" name="Input_density__167">
              <a:extLst>
                <a:ext uri="{FF2B5EF4-FFF2-40B4-BE49-F238E27FC236}">
                  <a16:creationId xmlns:a16="http://schemas.microsoft.com/office/drawing/2014/main" id="{D56A5107-13A9-26D6-E244-7E87AB550162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9" name="Input_density__168">
              <a:extLst>
                <a:ext uri="{FF2B5EF4-FFF2-40B4-BE49-F238E27FC236}">
                  <a16:creationId xmlns:a16="http://schemas.microsoft.com/office/drawing/2014/main" id="{9E17D7D0-6CB5-6C22-7BD0-409B0BB158D0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0" name="Input_density__169">
              <a:extLst>
                <a:ext uri="{FF2B5EF4-FFF2-40B4-BE49-F238E27FC236}">
                  <a16:creationId xmlns:a16="http://schemas.microsoft.com/office/drawing/2014/main" id="{2988F340-8FD0-66C8-AAA7-59410B760FA3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1" name="Input_density__170">
              <a:extLst>
                <a:ext uri="{FF2B5EF4-FFF2-40B4-BE49-F238E27FC236}">
                  <a16:creationId xmlns:a16="http://schemas.microsoft.com/office/drawing/2014/main" id="{24DBD52D-8D00-A323-FE6C-F7AE0E12725F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72" name="Input_density__171">
              <a:extLst>
                <a:ext uri="{FF2B5EF4-FFF2-40B4-BE49-F238E27FC236}">
                  <a16:creationId xmlns:a16="http://schemas.microsoft.com/office/drawing/2014/main" id="{AE5CDC2D-DCE2-859F-0589-184B8EB35566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3" name="Input_density__172">
              <a:extLst>
                <a:ext uri="{FF2B5EF4-FFF2-40B4-BE49-F238E27FC236}">
                  <a16:creationId xmlns:a16="http://schemas.microsoft.com/office/drawing/2014/main" id="{46C7AD23-AD1E-86A0-43B5-8D004FE3B4BE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4" name="Input_density__173">
              <a:extLst>
                <a:ext uri="{FF2B5EF4-FFF2-40B4-BE49-F238E27FC236}">
                  <a16:creationId xmlns:a16="http://schemas.microsoft.com/office/drawing/2014/main" id="{C5C342D5-A995-A1A1-12B5-6FF51EA0EEE0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75" name="Input_density__174">
              <a:extLst>
                <a:ext uri="{FF2B5EF4-FFF2-40B4-BE49-F238E27FC236}">
                  <a16:creationId xmlns:a16="http://schemas.microsoft.com/office/drawing/2014/main" id="{B5A0F3D7-F3C4-208B-B4EC-7286021FFC14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76" name="Input_density__175">
              <a:extLst>
                <a:ext uri="{FF2B5EF4-FFF2-40B4-BE49-F238E27FC236}">
                  <a16:creationId xmlns:a16="http://schemas.microsoft.com/office/drawing/2014/main" id="{9525B07E-F7BE-9A91-EBD8-2C38CE04E110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7" name="Input_density__176">
              <a:extLst>
                <a:ext uri="{FF2B5EF4-FFF2-40B4-BE49-F238E27FC236}">
                  <a16:creationId xmlns:a16="http://schemas.microsoft.com/office/drawing/2014/main" id="{082DFFB3-3BCB-E3BF-1CE9-3A5FA5EBC039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8" name="Input_density__177">
              <a:extLst>
                <a:ext uri="{FF2B5EF4-FFF2-40B4-BE49-F238E27FC236}">
                  <a16:creationId xmlns:a16="http://schemas.microsoft.com/office/drawing/2014/main" id="{48A6186C-0163-CF7F-15B0-0B56FC4780EE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9" name="Input_density__178">
              <a:extLst>
                <a:ext uri="{FF2B5EF4-FFF2-40B4-BE49-F238E27FC236}">
                  <a16:creationId xmlns:a16="http://schemas.microsoft.com/office/drawing/2014/main" id="{478DC605-7B0B-B2C3-F331-E357E3766C12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0" name="Input_density__179">
              <a:extLst>
                <a:ext uri="{FF2B5EF4-FFF2-40B4-BE49-F238E27FC236}">
                  <a16:creationId xmlns:a16="http://schemas.microsoft.com/office/drawing/2014/main" id="{FD06B079-6F28-E4D1-63D9-23D67B0676E9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1" name="Input_density__180">
              <a:extLst>
                <a:ext uri="{FF2B5EF4-FFF2-40B4-BE49-F238E27FC236}">
                  <a16:creationId xmlns:a16="http://schemas.microsoft.com/office/drawing/2014/main" id="{2920F3DE-639C-E253-19B1-DE363EA83BF1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82" name="Input_density__181">
              <a:extLst>
                <a:ext uri="{FF2B5EF4-FFF2-40B4-BE49-F238E27FC236}">
                  <a16:creationId xmlns:a16="http://schemas.microsoft.com/office/drawing/2014/main" id="{AF24FEBE-D087-66CC-79E0-ECBDE468D65B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3" name="Input_density__182">
              <a:extLst>
                <a:ext uri="{FF2B5EF4-FFF2-40B4-BE49-F238E27FC236}">
                  <a16:creationId xmlns:a16="http://schemas.microsoft.com/office/drawing/2014/main" id="{49C64B05-1F2C-4165-FAD2-DB84EBFA8173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84" name="Input_density__183">
              <a:extLst>
                <a:ext uri="{FF2B5EF4-FFF2-40B4-BE49-F238E27FC236}">
                  <a16:creationId xmlns:a16="http://schemas.microsoft.com/office/drawing/2014/main" id="{F4D5C1E5-B9BF-1932-3A81-1E01EE8D05D3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5" name="Input_density__184">
              <a:extLst>
                <a:ext uri="{FF2B5EF4-FFF2-40B4-BE49-F238E27FC236}">
                  <a16:creationId xmlns:a16="http://schemas.microsoft.com/office/drawing/2014/main" id="{CC4A90AA-87FD-96EE-CFFB-76CD3B2BF797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6" name="Input_density__185">
              <a:extLst>
                <a:ext uri="{FF2B5EF4-FFF2-40B4-BE49-F238E27FC236}">
                  <a16:creationId xmlns:a16="http://schemas.microsoft.com/office/drawing/2014/main" id="{AAB6C2AD-C24A-B104-8F48-A1414A616190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87" name="Input_density__186">
              <a:extLst>
                <a:ext uri="{FF2B5EF4-FFF2-40B4-BE49-F238E27FC236}">
                  <a16:creationId xmlns:a16="http://schemas.microsoft.com/office/drawing/2014/main" id="{C573D7A6-DFDE-0699-DFC2-1E6C34457CA3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8" name="Input_density__187">
              <a:extLst>
                <a:ext uri="{FF2B5EF4-FFF2-40B4-BE49-F238E27FC236}">
                  <a16:creationId xmlns:a16="http://schemas.microsoft.com/office/drawing/2014/main" id="{5AF663E3-AEE2-A999-AC8C-7A70AB38247B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9" name="Input_density__188">
              <a:extLst>
                <a:ext uri="{FF2B5EF4-FFF2-40B4-BE49-F238E27FC236}">
                  <a16:creationId xmlns:a16="http://schemas.microsoft.com/office/drawing/2014/main" id="{C2F82EBE-7115-CE76-C109-3FA144279C70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0" name="Input_density__189">
              <a:extLst>
                <a:ext uri="{FF2B5EF4-FFF2-40B4-BE49-F238E27FC236}">
                  <a16:creationId xmlns:a16="http://schemas.microsoft.com/office/drawing/2014/main" id="{42C2390C-7AB6-D8BD-E172-5C99A000A29A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1" name="Input_density__190">
              <a:extLst>
                <a:ext uri="{FF2B5EF4-FFF2-40B4-BE49-F238E27FC236}">
                  <a16:creationId xmlns:a16="http://schemas.microsoft.com/office/drawing/2014/main" id="{AA5F1606-8910-1274-5D0F-579E470D3960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2" name="Input_density__191">
              <a:extLst>
                <a:ext uri="{FF2B5EF4-FFF2-40B4-BE49-F238E27FC236}">
                  <a16:creationId xmlns:a16="http://schemas.microsoft.com/office/drawing/2014/main" id="{3A0A7141-889B-556D-DC3C-F1C682B4CF0F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93" name="Input_density__192">
              <a:extLst>
                <a:ext uri="{FF2B5EF4-FFF2-40B4-BE49-F238E27FC236}">
                  <a16:creationId xmlns:a16="http://schemas.microsoft.com/office/drawing/2014/main" id="{23B81769-CEEB-FB75-448E-6B6F2054362E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94" name="Input_density__193">
              <a:extLst>
                <a:ext uri="{FF2B5EF4-FFF2-40B4-BE49-F238E27FC236}">
                  <a16:creationId xmlns:a16="http://schemas.microsoft.com/office/drawing/2014/main" id="{C6F894E0-EF39-28A1-8F71-2686DF78D7E9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95" name="Input_density__194">
              <a:extLst>
                <a:ext uri="{FF2B5EF4-FFF2-40B4-BE49-F238E27FC236}">
                  <a16:creationId xmlns:a16="http://schemas.microsoft.com/office/drawing/2014/main" id="{AC1CFDD1-8814-114C-D9D2-FE268E35DF63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6" name="Input_density__195">
              <a:extLst>
                <a:ext uri="{FF2B5EF4-FFF2-40B4-BE49-F238E27FC236}">
                  <a16:creationId xmlns:a16="http://schemas.microsoft.com/office/drawing/2014/main" id="{9A08CC06-506D-ECE4-32F4-8A6DD57F15B3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7" name="Input_density__196">
              <a:extLst>
                <a:ext uri="{FF2B5EF4-FFF2-40B4-BE49-F238E27FC236}">
                  <a16:creationId xmlns:a16="http://schemas.microsoft.com/office/drawing/2014/main" id="{92EB723A-E444-1F96-4287-EB3541740382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8" name="Input_density__197">
              <a:extLst>
                <a:ext uri="{FF2B5EF4-FFF2-40B4-BE49-F238E27FC236}">
                  <a16:creationId xmlns:a16="http://schemas.microsoft.com/office/drawing/2014/main" id="{2B0C05D5-DC2E-EFC5-D0B1-929CACB949F3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9" name="Input_density__198">
              <a:extLst>
                <a:ext uri="{FF2B5EF4-FFF2-40B4-BE49-F238E27FC236}">
                  <a16:creationId xmlns:a16="http://schemas.microsoft.com/office/drawing/2014/main" id="{1BF07E47-D45D-CDE6-E307-96AAF8F5DF00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0" name="Input_density__199">
              <a:extLst>
                <a:ext uri="{FF2B5EF4-FFF2-40B4-BE49-F238E27FC236}">
                  <a16:creationId xmlns:a16="http://schemas.microsoft.com/office/drawing/2014/main" id="{9442F7B9-D724-BF00-D73E-C09D74045825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1" name="Input_density__200">
              <a:extLst>
                <a:ext uri="{FF2B5EF4-FFF2-40B4-BE49-F238E27FC236}">
                  <a16:creationId xmlns:a16="http://schemas.microsoft.com/office/drawing/2014/main" id="{5A67B79B-B6AB-C2E6-FF7E-B159D1289F29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2" name="Input_density__201">
              <a:extLst>
                <a:ext uri="{FF2B5EF4-FFF2-40B4-BE49-F238E27FC236}">
                  <a16:creationId xmlns:a16="http://schemas.microsoft.com/office/drawing/2014/main" id="{C4235930-29FA-F354-7502-B2A29DC2ACB9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3" name="Input_density__202">
              <a:extLst>
                <a:ext uri="{FF2B5EF4-FFF2-40B4-BE49-F238E27FC236}">
                  <a16:creationId xmlns:a16="http://schemas.microsoft.com/office/drawing/2014/main" id="{C19770BB-5A0E-F428-B2A5-908D979D263C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4" name="Input_density__203">
              <a:extLst>
                <a:ext uri="{FF2B5EF4-FFF2-40B4-BE49-F238E27FC236}">
                  <a16:creationId xmlns:a16="http://schemas.microsoft.com/office/drawing/2014/main" id="{9E8817D6-0D6D-6EE3-6685-65C539D3A118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05" name="Input_density__204">
              <a:extLst>
                <a:ext uri="{FF2B5EF4-FFF2-40B4-BE49-F238E27FC236}">
                  <a16:creationId xmlns:a16="http://schemas.microsoft.com/office/drawing/2014/main" id="{8B6F9864-24A8-F55A-C511-C3855DE402DF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06" name="Input_density__205">
              <a:extLst>
                <a:ext uri="{FF2B5EF4-FFF2-40B4-BE49-F238E27FC236}">
                  <a16:creationId xmlns:a16="http://schemas.microsoft.com/office/drawing/2014/main" id="{A9216C1F-3F59-4FF7-0D51-6115856D41AB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07" name="Input_density__206">
              <a:extLst>
                <a:ext uri="{FF2B5EF4-FFF2-40B4-BE49-F238E27FC236}">
                  <a16:creationId xmlns:a16="http://schemas.microsoft.com/office/drawing/2014/main" id="{F0BAE5FA-64E7-DE93-D951-C88EDBEC557E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8" name="Input_density__207">
              <a:extLst>
                <a:ext uri="{FF2B5EF4-FFF2-40B4-BE49-F238E27FC236}">
                  <a16:creationId xmlns:a16="http://schemas.microsoft.com/office/drawing/2014/main" id="{6FE7E7DB-3755-440C-3466-7AB7A4A5FC41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9" name="Input_density__208">
              <a:extLst>
                <a:ext uri="{FF2B5EF4-FFF2-40B4-BE49-F238E27FC236}">
                  <a16:creationId xmlns:a16="http://schemas.microsoft.com/office/drawing/2014/main" id="{B574754B-6D2E-053A-17E9-6785257D1203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0" name="Input_density__209">
              <a:extLst>
                <a:ext uri="{FF2B5EF4-FFF2-40B4-BE49-F238E27FC236}">
                  <a16:creationId xmlns:a16="http://schemas.microsoft.com/office/drawing/2014/main" id="{D2153991-1050-F483-A8B0-1DDE60AC6E12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1" name="Input_density__210">
              <a:extLst>
                <a:ext uri="{FF2B5EF4-FFF2-40B4-BE49-F238E27FC236}">
                  <a16:creationId xmlns:a16="http://schemas.microsoft.com/office/drawing/2014/main" id="{ABB64F6E-10CD-C1D4-158B-015C496611F6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2" name="Input_density__211">
              <a:extLst>
                <a:ext uri="{FF2B5EF4-FFF2-40B4-BE49-F238E27FC236}">
                  <a16:creationId xmlns:a16="http://schemas.microsoft.com/office/drawing/2014/main" id="{441854BC-0E33-7782-7DBF-BAF54D871CEE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13" name="Input_density__212">
              <a:extLst>
                <a:ext uri="{FF2B5EF4-FFF2-40B4-BE49-F238E27FC236}">
                  <a16:creationId xmlns:a16="http://schemas.microsoft.com/office/drawing/2014/main" id="{C119E7B7-2AED-1598-A765-A26E766C455E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14" name="Input_density__213">
              <a:extLst>
                <a:ext uri="{FF2B5EF4-FFF2-40B4-BE49-F238E27FC236}">
                  <a16:creationId xmlns:a16="http://schemas.microsoft.com/office/drawing/2014/main" id="{B7249537-D649-6542-522A-960AB2788661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15" name="Input_density__214">
              <a:extLst>
                <a:ext uri="{FF2B5EF4-FFF2-40B4-BE49-F238E27FC236}">
                  <a16:creationId xmlns:a16="http://schemas.microsoft.com/office/drawing/2014/main" id="{029212E8-ECF8-4A52-0199-EE664C9D8D58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16" name="Input_density__215">
              <a:extLst>
                <a:ext uri="{FF2B5EF4-FFF2-40B4-BE49-F238E27FC236}">
                  <a16:creationId xmlns:a16="http://schemas.microsoft.com/office/drawing/2014/main" id="{9CC4D4BF-6F06-3C5F-6518-80ED0FD4FDB3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7" name="Input_density__216">
              <a:extLst>
                <a:ext uri="{FF2B5EF4-FFF2-40B4-BE49-F238E27FC236}">
                  <a16:creationId xmlns:a16="http://schemas.microsoft.com/office/drawing/2014/main" id="{8B6A40E8-1042-EB60-0921-1BAB9CED4BF8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8" name="Input_density__217">
              <a:extLst>
                <a:ext uri="{FF2B5EF4-FFF2-40B4-BE49-F238E27FC236}">
                  <a16:creationId xmlns:a16="http://schemas.microsoft.com/office/drawing/2014/main" id="{257328F6-75F7-79DA-8B68-26D76D1BAE8F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9" name="Input_density__218">
              <a:extLst>
                <a:ext uri="{FF2B5EF4-FFF2-40B4-BE49-F238E27FC236}">
                  <a16:creationId xmlns:a16="http://schemas.microsoft.com/office/drawing/2014/main" id="{9E5B3C65-9A1E-A7CB-90FC-F878B66F0F50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20" name="Input_density__219">
              <a:extLst>
                <a:ext uri="{FF2B5EF4-FFF2-40B4-BE49-F238E27FC236}">
                  <a16:creationId xmlns:a16="http://schemas.microsoft.com/office/drawing/2014/main" id="{82EFC668-8878-CF6C-4D57-0ADB45D82D68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1" name="Input_density__220">
              <a:extLst>
                <a:ext uri="{FF2B5EF4-FFF2-40B4-BE49-F238E27FC236}">
                  <a16:creationId xmlns:a16="http://schemas.microsoft.com/office/drawing/2014/main" id="{846BC743-2DD5-A10A-3AB0-031165DEB51F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2" name="Input_density__221">
              <a:extLst>
                <a:ext uri="{FF2B5EF4-FFF2-40B4-BE49-F238E27FC236}">
                  <a16:creationId xmlns:a16="http://schemas.microsoft.com/office/drawing/2014/main" id="{51F58E3B-5F37-2831-D322-ACEBFD437F3F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23" name="Input_density__222">
              <a:extLst>
                <a:ext uri="{FF2B5EF4-FFF2-40B4-BE49-F238E27FC236}">
                  <a16:creationId xmlns:a16="http://schemas.microsoft.com/office/drawing/2014/main" id="{773605F0-DDDE-3212-B9D5-CE162F59D9B9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24" name="Input_density__223">
              <a:extLst>
                <a:ext uri="{FF2B5EF4-FFF2-40B4-BE49-F238E27FC236}">
                  <a16:creationId xmlns:a16="http://schemas.microsoft.com/office/drawing/2014/main" id="{6568C93D-6468-774B-8A8E-DA90093BD389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25" name="Input_density__224">
              <a:extLst>
                <a:ext uri="{FF2B5EF4-FFF2-40B4-BE49-F238E27FC236}">
                  <a16:creationId xmlns:a16="http://schemas.microsoft.com/office/drawing/2014/main" id="{5294D35F-7DA9-7A05-29C3-6CE7A2E2266A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6" name="Input_density__225">
              <a:extLst>
                <a:ext uri="{FF2B5EF4-FFF2-40B4-BE49-F238E27FC236}">
                  <a16:creationId xmlns:a16="http://schemas.microsoft.com/office/drawing/2014/main" id="{12CF7579-E80F-33AF-FEC7-5267474DD2FB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grpSp>
        <p:nvGrpSpPr>
          <p:cNvPr id="6212" name="输入：受体主链">
            <a:extLst>
              <a:ext uri="{FF2B5EF4-FFF2-40B4-BE49-F238E27FC236}">
                <a16:creationId xmlns:a16="http://schemas.microsoft.com/office/drawing/2014/main" id="{CEB5F967-55D5-0774-A795-962F25DBE56A}"/>
              </a:ext>
            </a:extLst>
          </p:cNvPr>
          <p:cNvGrpSpPr/>
          <p:nvPr/>
        </p:nvGrpSpPr>
        <p:grpSpPr>
          <a:xfrm>
            <a:off x="686144" y="2200435"/>
            <a:ext cx="712020" cy="882392"/>
            <a:chOff x="599474" y="4025272"/>
            <a:chExt cx="1349091" cy="1671901"/>
          </a:xfrm>
        </p:grpSpPr>
        <p:sp>
          <p:nvSpPr>
            <p:cNvPr id="228" name="Input_receptor__227">
              <a:extLst>
                <a:ext uri="{FF2B5EF4-FFF2-40B4-BE49-F238E27FC236}">
                  <a16:creationId xmlns:a16="http://schemas.microsoft.com/office/drawing/2014/main" id="{DF605D5A-95BE-6B7B-4CE7-8B09C362405D}"/>
                </a:ext>
              </a:extLst>
            </p:cNvPr>
            <p:cNvSpPr>
              <a:spLocks noGrp="1"/>
            </p:cNvSpPr>
            <p:nvPr/>
          </p:nvSpPr>
          <p:spPr>
            <a:xfrm>
              <a:off x="1204795" y="5436667"/>
              <a:ext cx="45919" cy="2373"/>
            </a:xfrm>
            <a:custGeom>
              <a:avLst/>
              <a:gdLst/>
              <a:ahLst/>
              <a:cxnLst/>
              <a:rect l="0" t="0" r="0" b="0"/>
              <a:pathLst>
                <a:path w="45919" h="2373">
                  <a:moveTo>
                    <a:pt x="45919" y="0"/>
                  </a:moveTo>
                  <a:lnTo>
                    <a:pt x="0" y="2373"/>
                  </a:lnTo>
                </a:path>
              </a:pathLst>
            </a:custGeom>
            <a:noFill/>
            <a:ln w="20003">
              <a:solidFill>
                <a:srgbClr val="667B8B"/>
              </a:solidFill>
            </a:ln>
          </p:spPr>
        </p:sp>
        <p:sp>
          <p:nvSpPr>
            <p:cNvPr id="229" name="Input_receptor__228">
              <a:extLst>
                <a:ext uri="{FF2B5EF4-FFF2-40B4-BE49-F238E27FC236}">
                  <a16:creationId xmlns:a16="http://schemas.microsoft.com/office/drawing/2014/main" id="{F08A2A93-D4BC-1C80-BE55-E7898FDA1B9E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39040"/>
              <a:ext cx="14630" cy="20003"/>
            </a:xfrm>
            <a:custGeom>
              <a:avLst/>
              <a:gdLst/>
              <a:ahLst/>
              <a:cxnLst/>
              <a:rect l="0" t="0" r="0" b="0"/>
              <a:pathLst>
                <a:path w="14630" h="20003">
                  <a:moveTo>
                    <a:pt x="14630" y="0"/>
                  </a:moveTo>
                  <a:lnTo>
                    <a:pt x="0" y="20003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0" name="Input_receptor__229">
              <a:extLst>
                <a:ext uri="{FF2B5EF4-FFF2-40B4-BE49-F238E27FC236}">
                  <a16:creationId xmlns:a16="http://schemas.microsoft.com/office/drawing/2014/main" id="{7A040779-C9D1-54F0-1C54-B81CD26F8361}"/>
                </a:ext>
              </a:extLst>
            </p:cNvPr>
            <p:cNvSpPr>
              <a:spLocks noGrp="1"/>
            </p:cNvSpPr>
            <p:nvPr/>
          </p:nvSpPr>
          <p:spPr>
            <a:xfrm>
              <a:off x="1250714" y="5436667"/>
              <a:ext cx="1355" cy="46603"/>
            </a:xfrm>
            <a:custGeom>
              <a:avLst/>
              <a:gdLst/>
              <a:ahLst/>
              <a:cxnLst/>
              <a:rect l="0" t="0" r="0" b="0"/>
              <a:pathLst>
                <a:path w="1355" h="46603">
                  <a:moveTo>
                    <a:pt x="1355" y="46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1" name="Input_receptor__230">
              <a:extLst>
                <a:ext uri="{FF2B5EF4-FFF2-40B4-BE49-F238E27FC236}">
                  <a16:creationId xmlns:a16="http://schemas.microsoft.com/office/drawing/2014/main" id="{EE731E4D-A46D-C63F-3714-60A8B4ED771C}"/>
                </a:ext>
              </a:extLst>
            </p:cNvPr>
            <p:cNvSpPr>
              <a:spLocks noGrp="1"/>
            </p:cNvSpPr>
            <p:nvPr/>
          </p:nvSpPr>
          <p:spPr>
            <a:xfrm>
              <a:off x="1252069" y="5483270"/>
              <a:ext cx="48291" cy="2695"/>
            </a:xfrm>
            <a:custGeom>
              <a:avLst/>
              <a:gdLst/>
              <a:ahLst/>
              <a:cxnLst/>
              <a:rect l="0" t="0" r="0" b="0"/>
              <a:pathLst>
                <a:path w="48291" h="2695">
                  <a:moveTo>
                    <a:pt x="48291" y="26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2" name="Input_receptor__231">
              <a:extLst>
                <a:ext uri="{FF2B5EF4-FFF2-40B4-BE49-F238E27FC236}">
                  <a16:creationId xmlns:a16="http://schemas.microsoft.com/office/drawing/2014/main" id="{59354855-CFAC-6614-96DB-EEBBAE3C46BC}"/>
                </a:ext>
              </a:extLst>
            </p:cNvPr>
            <p:cNvSpPr>
              <a:spLocks noGrp="1"/>
            </p:cNvSpPr>
            <p:nvPr/>
          </p:nvSpPr>
          <p:spPr>
            <a:xfrm>
              <a:off x="1300361" y="5464303"/>
              <a:ext cx="38533" cy="21662"/>
            </a:xfrm>
            <a:custGeom>
              <a:avLst/>
              <a:gdLst/>
              <a:ahLst/>
              <a:cxnLst/>
              <a:rect l="0" t="0" r="0" b="0"/>
              <a:pathLst>
                <a:path w="38533" h="21662">
                  <a:moveTo>
                    <a:pt x="38533" y="0"/>
                  </a:moveTo>
                  <a:lnTo>
                    <a:pt x="0" y="21662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3" name="Input_receptor__232">
              <a:extLst>
                <a:ext uri="{FF2B5EF4-FFF2-40B4-BE49-F238E27FC236}">
                  <a16:creationId xmlns:a16="http://schemas.microsoft.com/office/drawing/2014/main" id="{6D9704CF-D47F-8DF2-17D5-915469075EF0}"/>
                </a:ext>
              </a:extLst>
            </p:cNvPr>
            <p:cNvSpPr>
              <a:spLocks noGrp="1"/>
            </p:cNvSpPr>
            <p:nvPr/>
          </p:nvSpPr>
          <p:spPr>
            <a:xfrm>
              <a:off x="1385235" y="5429290"/>
              <a:ext cx="14321" cy="45025"/>
            </a:xfrm>
            <a:custGeom>
              <a:avLst/>
              <a:gdLst/>
              <a:ahLst/>
              <a:cxnLst/>
              <a:rect l="0" t="0" r="0" b="0"/>
              <a:pathLst>
                <a:path w="14321" h="45025">
                  <a:moveTo>
                    <a:pt x="14321" y="0"/>
                  </a:moveTo>
                  <a:lnTo>
                    <a:pt x="0" y="45025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4" name="Input_receptor__233">
              <a:extLst>
                <a:ext uri="{FF2B5EF4-FFF2-40B4-BE49-F238E27FC236}">
                  <a16:creationId xmlns:a16="http://schemas.microsoft.com/office/drawing/2014/main" id="{474BE7FC-817A-6B82-61EC-F032089580BE}"/>
                </a:ext>
              </a:extLst>
            </p:cNvPr>
            <p:cNvSpPr>
              <a:spLocks noGrp="1"/>
            </p:cNvSpPr>
            <p:nvPr/>
          </p:nvSpPr>
          <p:spPr>
            <a:xfrm>
              <a:off x="1338894" y="5464303"/>
              <a:ext cx="46341" cy="10012"/>
            </a:xfrm>
            <a:custGeom>
              <a:avLst/>
              <a:gdLst/>
              <a:ahLst/>
              <a:cxnLst/>
              <a:rect l="0" t="0" r="0" b="0"/>
              <a:pathLst>
                <a:path w="46341" h="10012">
                  <a:moveTo>
                    <a:pt x="46341" y="100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5" name="Input_receptor__234">
              <a:extLst>
                <a:ext uri="{FF2B5EF4-FFF2-40B4-BE49-F238E27FC236}">
                  <a16:creationId xmlns:a16="http://schemas.microsoft.com/office/drawing/2014/main" id="{8A0C1E3D-2201-7B27-F108-021D2F971F2A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390352"/>
              <a:ext cx="43211" cy="20489"/>
            </a:xfrm>
            <a:custGeom>
              <a:avLst/>
              <a:gdLst/>
              <a:ahLst/>
              <a:cxnLst/>
              <a:rect l="0" t="0" r="0" b="0"/>
              <a:pathLst>
                <a:path w="43211" h="20489">
                  <a:moveTo>
                    <a:pt x="43211" y="0"/>
                  </a:moveTo>
                  <a:lnTo>
                    <a:pt x="0" y="20489"/>
                  </a:lnTo>
                </a:path>
              </a:pathLst>
            </a:custGeom>
            <a:noFill/>
            <a:ln w="20003">
              <a:solidFill>
                <a:srgbClr val="697D8D"/>
              </a:solidFill>
            </a:ln>
          </p:spPr>
        </p:sp>
        <p:sp>
          <p:nvSpPr>
            <p:cNvPr id="236" name="Input_receptor__235">
              <a:extLst>
                <a:ext uri="{FF2B5EF4-FFF2-40B4-BE49-F238E27FC236}">
                  <a16:creationId xmlns:a16="http://schemas.microsoft.com/office/drawing/2014/main" id="{9D1CF1FB-3E60-2A57-606E-0B51DF85D365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61228"/>
              <a:ext cx="45373" cy="390"/>
            </a:xfrm>
            <a:custGeom>
              <a:avLst/>
              <a:gdLst/>
              <a:ahLst/>
              <a:cxnLst/>
              <a:rect l="0" t="0" r="0" b="0"/>
              <a:pathLst>
                <a:path w="45373" h="390">
                  <a:moveTo>
                    <a:pt x="0" y="0"/>
                  </a:moveTo>
                  <a:lnTo>
                    <a:pt x="45373" y="390"/>
                  </a:lnTo>
                </a:path>
              </a:pathLst>
            </a:custGeom>
            <a:noFill/>
            <a:ln w="8096">
              <a:solidFill>
                <a:srgbClr val="697E8D"/>
              </a:solidFill>
            </a:ln>
          </p:spPr>
        </p:sp>
        <p:sp>
          <p:nvSpPr>
            <p:cNvPr id="237" name="Input_receptor__236">
              <a:extLst>
                <a:ext uri="{FF2B5EF4-FFF2-40B4-BE49-F238E27FC236}">
                  <a16:creationId xmlns:a16="http://schemas.microsoft.com/office/drawing/2014/main" id="{6E645D9D-47D3-4F3A-9373-C1675B7F1662}"/>
                </a:ext>
              </a:extLst>
            </p:cNvPr>
            <p:cNvSpPr>
              <a:spLocks noGrp="1"/>
            </p:cNvSpPr>
            <p:nvPr/>
          </p:nvSpPr>
          <p:spPr>
            <a:xfrm>
              <a:off x="1193701" y="5390352"/>
              <a:ext cx="20749" cy="35198"/>
            </a:xfrm>
            <a:custGeom>
              <a:avLst/>
              <a:gdLst/>
              <a:ahLst/>
              <a:cxnLst/>
              <a:rect l="0" t="0" r="0" b="0"/>
              <a:pathLst>
                <a:path w="20749" h="35198">
                  <a:moveTo>
                    <a:pt x="20749" y="351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8" name="Input_receptor__237">
              <a:extLst>
                <a:ext uri="{FF2B5EF4-FFF2-40B4-BE49-F238E27FC236}">
                  <a16:creationId xmlns:a16="http://schemas.microsoft.com/office/drawing/2014/main" id="{F0CF4B9A-8295-CE25-4288-CC8131FE056B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25549"/>
              <a:ext cx="24285" cy="33494"/>
            </a:xfrm>
            <a:custGeom>
              <a:avLst/>
              <a:gdLst/>
              <a:ahLst/>
              <a:cxnLst/>
              <a:rect l="0" t="0" r="0" b="0"/>
              <a:pathLst>
                <a:path w="24285" h="33494">
                  <a:moveTo>
                    <a:pt x="0" y="33494"/>
                  </a:moveTo>
                  <a:lnTo>
                    <a:pt x="24285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9" name="Input_receptor__238">
              <a:extLst>
                <a:ext uri="{FF2B5EF4-FFF2-40B4-BE49-F238E27FC236}">
                  <a16:creationId xmlns:a16="http://schemas.microsoft.com/office/drawing/2014/main" id="{371C3470-5F17-E737-368A-DA3DB1B15ED3}"/>
                </a:ext>
              </a:extLst>
            </p:cNvPr>
            <p:cNvSpPr>
              <a:spLocks noGrp="1"/>
            </p:cNvSpPr>
            <p:nvPr/>
          </p:nvSpPr>
          <p:spPr>
            <a:xfrm>
              <a:off x="1355097" y="5361619"/>
              <a:ext cx="16869" cy="35627"/>
            </a:xfrm>
            <a:custGeom>
              <a:avLst/>
              <a:gdLst/>
              <a:ahLst/>
              <a:cxnLst/>
              <a:rect l="0" t="0" r="0" b="0"/>
              <a:pathLst>
                <a:path w="16869" h="35627">
                  <a:moveTo>
                    <a:pt x="0" y="0"/>
                  </a:moveTo>
                  <a:lnTo>
                    <a:pt x="16869" y="35627"/>
                  </a:lnTo>
                </a:path>
              </a:pathLst>
            </a:custGeom>
            <a:noFill/>
            <a:ln w="8096">
              <a:solidFill>
                <a:srgbClr val="697E8E"/>
              </a:solidFill>
            </a:ln>
          </p:spPr>
        </p:sp>
        <p:sp>
          <p:nvSpPr>
            <p:cNvPr id="240" name="Input_receptor__239">
              <a:extLst>
                <a:ext uri="{FF2B5EF4-FFF2-40B4-BE49-F238E27FC236}">
                  <a16:creationId xmlns:a16="http://schemas.microsoft.com/office/drawing/2014/main" id="{3A2CB67E-13B9-D35C-C877-FC800B2CA89D}"/>
                </a:ext>
              </a:extLst>
            </p:cNvPr>
            <p:cNvSpPr>
              <a:spLocks noGrp="1"/>
            </p:cNvSpPr>
            <p:nvPr/>
          </p:nvSpPr>
          <p:spPr>
            <a:xfrm>
              <a:off x="1371966" y="5397246"/>
              <a:ext cx="27590" cy="32045"/>
            </a:xfrm>
            <a:custGeom>
              <a:avLst/>
              <a:gdLst/>
              <a:ahLst/>
              <a:cxnLst/>
              <a:rect l="0" t="0" r="0" b="0"/>
              <a:pathLst>
                <a:path w="27590" h="32045">
                  <a:moveTo>
                    <a:pt x="0" y="0"/>
                  </a:moveTo>
                  <a:lnTo>
                    <a:pt x="27590" y="32045"/>
                  </a:lnTo>
                </a:path>
              </a:pathLst>
            </a:custGeom>
            <a:noFill/>
            <a:ln w="8096">
              <a:solidFill>
                <a:srgbClr val="6A7E8E"/>
              </a:solidFill>
            </a:ln>
          </p:spPr>
        </p:sp>
        <p:sp>
          <p:nvSpPr>
            <p:cNvPr id="241" name="Input_receptor__240">
              <a:extLst>
                <a:ext uri="{FF2B5EF4-FFF2-40B4-BE49-F238E27FC236}">
                  <a16:creationId xmlns:a16="http://schemas.microsoft.com/office/drawing/2014/main" id="{1F35C6EC-75E0-906E-24F5-204C3A44CD20}"/>
                </a:ext>
              </a:extLst>
            </p:cNvPr>
            <p:cNvSpPr>
              <a:spLocks noGrp="1"/>
            </p:cNvSpPr>
            <p:nvPr/>
          </p:nvSpPr>
          <p:spPr>
            <a:xfrm>
              <a:off x="1784423" y="5244633"/>
              <a:ext cx="44050" cy="7414"/>
            </a:xfrm>
            <a:custGeom>
              <a:avLst/>
              <a:gdLst/>
              <a:ahLst/>
              <a:cxnLst/>
              <a:rect l="0" t="0" r="0" b="0"/>
              <a:pathLst>
                <a:path w="44050" h="7414">
                  <a:moveTo>
                    <a:pt x="0" y="7414"/>
                  </a:moveTo>
                  <a:lnTo>
                    <a:pt x="44050" y="0"/>
                  </a:lnTo>
                </a:path>
              </a:pathLst>
            </a:custGeom>
            <a:noFill/>
            <a:ln w="8096">
              <a:solidFill>
                <a:srgbClr val="6A7F8E"/>
              </a:solidFill>
            </a:ln>
          </p:spPr>
        </p:sp>
        <p:sp>
          <p:nvSpPr>
            <p:cNvPr id="242" name="Input_receptor__241">
              <a:extLst>
                <a:ext uri="{FF2B5EF4-FFF2-40B4-BE49-F238E27FC236}">
                  <a16:creationId xmlns:a16="http://schemas.microsoft.com/office/drawing/2014/main" id="{58B21098-7E3D-5F8F-B81D-C1FEAEC440F3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410841"/>
              <a:ext cx="7410" cy="4222"/>
            </a:xfrm>
            <a:custGeom>
              <a:avLst/>
              <a:gdLst/>
              <a:ahLst/>
              <a:cxnLst/>
              <a:rect l="0" t="0" r="0" b="0"/>
              <a:pathLst>
                <a:path w="7410" h="4222">
                  <a:moveTo>
                    <a:pt x="0" y="0"/>
                  </a:moveTo>
                  <a:lnTo>
                    <a:pt x="7410" y="4222"/>
                  </a:lnTo>
                </a:path>
              </a:pathLst>
            </a:custGeom>
            <a:noFill/>
            <a:ln w="20003">
              <a:solidFill>
                <a:srgbClr val="6A7F8E"/>
              </a:solidFill>
            </a:ln>
          </p:spPr>
        </p:sp>
        <p:sp>
          <p:nvSpPr>
            <p:cNvPr id="243" name="Input_receptor__242">
              <a:extLst>
                <a:ext uri="{FF2B5EF4-FFF2-40B4-BE49-F238E27FC236}">
                  <a16:creationId xmlns:a16="http://schemas.microsoft.com/office/drawing/2014/main" id="{9B477D17-18B0-8202-DB6A-62B53FCCC49E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31243"/>
              <a:ext cx="27639" cy="20804"/>
            </a:xfrm>
            <a:custGeom>
              <a:avLst/>
              <a:gdLst/>
              <a:ahLst/>
              <a:cxnLst/>
              <a:rect l="0" t="0" r="0" b="0"/>
              <a:pathLst>
                <a:path w="27639" h="20804">
                  <a:moveTo>
                    <a:pt x="0" y="0"/>
                  </a:moveTo>
                  <a:lnTo>
                    <a:pt x="27639" y="20804"/>
                  </a:lnTo>
                </a:path>
              </a:pathLst>
            </a:custGeom>
            <a:noFill/>
            <a:ln w="8096">
              <a:solidFill>
                <a:srgbClr val="6B7F8E"/>
              </a:solidFill>
            </a:ln>
          </p:spPr>
        </p:sp>
        <p:sp>
          <p:nvSpPr>
            <p:cNvPr id="244" name="Input_receptor__243">
              <a:extLst>
                <a:ext uri="{FF2B5EF4-FFF2-40B4-BE49-F238E27FC236}">
                  <a16:creationId xmlns:a16="http://schemas.microsoft.com/office/drawing/2014/main" id="{498E3AB2-3698-0D17-FDD8-C16EA8187507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60842"/>
              <a:ext cx="43402" cy="14230"/>
            </a:xfrm>
            <a:custGeom>
              <a:avLst/>
              <a:gdLst/>
              <a:ahLst/>
              <a:cxnLst/>
              <a:rect l="0" t="0" r="0" b="0"/>
              <a:pathLst>
                <a:path w="43402" h="14230">
                  <a:moveTo>
                    <a:pt x="0" y="0"/>
                  </a:moveTo>
                  <a:lnTo>
                    <a:pt x="43402" y="14230"/>
                  </a:lnTo>
                </a:path>
              </a:pathLst>
            </a:custGeom>
            <a:noFill/>
            <a:ln w="20003">
              <a:solidFill>
                <a:srgbClr val="6B7F8E"/>
              </a:solidFill>
            </a:ln>
          </p:spPr>
        </p:sp>
        <p:sp>
          <p:nvSpPr>
            <p:cNvPr id="245" name="Input_receptor__244">
              <a:extLst>
                <a:ext uri="{FF2B5EF4-FFF2-40B4-BE49-F238E27FC236}">
                  <a16:creationId xmlns:a16="http://schemas.microsoft.com/office/drawing/2014/main" id="{2E0638FE-A47F-4445-9A66-6555ED189FD7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54561"/>
              <a:ext cx="20367" cy="6668"/>
            </a:xfrm>
            <a:custGeom>
              <a:avLst/>
              <a:gdLst/>
              <a:ahLst/>
              <a:cxnLst/>
              <a:rect l="0" t="0" r="0" b="0"/>
              <a:pathLst>
                <a:path w="20367" h="6668">
                  <a:moveTo>
                    <a:pt x="20367" y="0"/>
                  </a:moveTo>
                  <a:lnTo>
                    <a:pt x="0" y="6668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6" name="Input_receptor__245">
              <a:extLst>
                <a:ext uri="{FF2B5EF4-FFF2-40B4-BE49-F238E27FC236}">
                  <a16:creationId xmlns:a16="http://schemas.microsoft.com/office/drawing/2014/main" id="{700A6240-A689-0920-8055-A71A05B18A57}"/>
                </a:ext>
              </a:extLst>
            </p:cNvPr>
            <p:cNvSpPr>
              <a:spLocks noGrp="1"/>
            </p:cNvSpPr>
            <p:nvPr/>
          </p:nvSpPr>
          <p:spPr>
            <a:xfrm>
              <a:off x="1300998" y="5295829"/>
              <a:ext cx="42734" cy="14197"/>
            </a:xfrm>
            <a:custGeom>
              <a:avLst/>
              <a:gdLst/>
              <a:ahLst/>
              <a:cxnLst/>
              <a:rect l="0" t="0" r="0" b="0"/>
              <a:pathLst>
                <a:path w="42734" h="14197">
                  <a:moveTo>
                    <a:pt x="0" y="0"/>
                  </a:moveTo>
                  <a:lnTo>
                    <a:pt x="42734" y="14197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7" name="Input_receptor__246">
              <a:extLst>
                <a:ext uri="{FF2B5EF4-FFF2-40B4-BE49-F238E27FC236}">
                  <a16:creationId xmlns:a16="http://schemas.microsoft.com/office/drawing/2014/main" id="{089806BF-D54C-4615-87F0-9DEC6BD69D3E}"/>
                </a:ext>
              </a:extLst>
            </p:cNvPr>
            <p:cNvSpPr>
              <a:spLocks noGrp="1"/>
            </p:cNvSpPr>
            <p:nvPr/>
          </p:nvSpPr>
          <p:spPr>
            <a:xfrm>
              <a:off x="1446368" y="5304861"/>
              <a:ext cx="35008" cy="26310"/>
            </a:xfrm>
            <a:custGeom>
              <a:avLst/>
              <a:gdLst/>
              <a:ahLst/>
              <a:cxnLst/>
              <a:rect l="0" t="0" r="0" b="0"/>
              <a:pathLst>
                <a:path w="35008" h="26310">
                  <a:moveTo>
                    <a:pt x="35008" y="263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8" name="Input_receptor__247">
              <a:extLst>
                <a:ext uri="{FF2B5EF4-FFF2-40B4-BE49-F238E27FC236}">
                  <a16:creationId xmlns:a16="http://schemas.microsoft.com/office/drawing/2014/main" id="{9C40BBD3-736E-977D-810A-A97729F9F17D}"/>
                </a:ext>
              </a:extLst>
            </p:cNvPr>
            <p:cNvSpPr>
              <a:spLocks noGrp="1"/>
            </p:cNvSpPr>
            <p:nvPr/>
          </p:nvSpPr>
          <p:spPr>
            <a:xfrm>
              <a:off x="1136333" y="5353368"/>
              <a:ext cx="38187" cy="16423"/>
            </a:xfrm>
            <a:custGeom>
              <a:avLst/>
              <a:gdLst/>
              <a:ahLst/>
              <a:cxnLst/>
              <a:rect l="0" t="0" r="0" b="0"/>
              <a:pathLst>
                <a:path w="38187" h="16423">
                  <a:moveTo>
                    <a:pt x="38187" y="16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9" name="Input_receptor__248">
              <a:extLst>
                <a:ext uri="{FF2B5EF4-FFF2-40B4-BE49-F238E27FC236}">
                  <a16:creationId xmlns:a16="http://schemas.microsoft.com/office/drawing/2014/main" id="{EA3945F0-1BAD-8C18-E649-CDD56032D0BD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53368"/>
              <a:ext cx="31388" cy="25623"/>
            </a:xfrm>
            <a:custGeom>
              <a:avLst/>
              <a:gdLst/>
              <a:ahLst/>
              <a:cxnLst/>
              <a:rect l="0" t="0" r="0" b="0"/>
              <a:pathLst>
                <a:path w="31388" h="25623">
                  <a:moveTo>
                    <a:pt x="31388" y="0"/>
                  </a:moveTo>
                  <a:lnTo>
                    <a:pt x="0" y="25623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0" name="Input_receptor__249">
              <a:extLst>
                <a:ext uri="{FF2B5EF4-FFF2-40B4-BE49-F238E27FC236}">
                  <a16:creationId xmlns:a16="http://schemas.microsoft.com/office/drawing/2014/main" id="{12D37FD8-F890-E3F5-3B4C-3E2726F964E0}"/>
                </a:ext>
              </a:extLst>
            </p:cNvPr>
            <p:cNvSpPr>
              <a:spLocks noGrp="1"/>
            </p:cNvSpPr>
            <p:nvPr/>
          </p:nvSpPr>
          <p:spPr>
            <a:xfrm>
              <a:off x="1461598" y="5331171"/>
              <a:ext cx="19778" cy="40696"/>
            </a:xfrm>
            <a:custGeom>
              <a:avLst/>
              <a:gdLst/>
              <a:ahLst/>
              <a:cxnLst/>
              <a:rect l="0" t="0" r="0" b="0"/>
              <a:pathLst>
                <a:path w="19778" h="40696">
                  <a:moveTo>
                    <a:pt x="0" y="40696"/>
                  </a:moveTo>
                  <a:lnTo>
                    <a:pt x="1977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1" name="Input_receptor__250">
              <a:extLst>
                <a:ext uri="{FF2B5EF4-FFF2-40B4-BE49-F238E27FC236}">
                  <a16:creationId xmlns:a16="http://schemas.microsoft.com/office/drawing/2014/main" id="{309EAE39-8E7A-7606-8E3E-28F4341B724C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04861"/>
              <a:ext cx="33419" cy="22160"/>
            </a:xfrm>
            <a:custGeom>
              <a:avLst/>
              <a:gdLst/>
              <a:ahLst/>
              <a:cxnLst/>
              <a:rect l="0" t="0" r="0" b="0"/>
              <a:pathLst>
                <a:path w="33419" h="22160">
                  <a:moveTo>
                    <a:pt x="33419" y="0"/>
                  </a:moveTo>
                  <a:lnTo>
                    <a:pt x="0" y="2216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2" name="Input_receptor__251">
              <a:extLst>
                <a:ext uri="{FF2B5EF4-FFF2-40B4-BE49-F238E27FC236}">
                  <a16:creationId xmlns:a16="http://schemas.microsoft.com/office/drawing/2014/main" id="{51AE21E9-D5DC-0882-002D-E251FC515891}"/>
                </a:ext>
              </a:extLst>
            </p:cNvPr>
            <p:cNvSpPr>
              <a:spLocks noGrp="1"/>
            </p:cNvSpPr>
            <p:nvPr/>
          </p:nvSpPr>
          <p:spPr>
            <a:xfrm>
              <a:off x="1787594" y="5175073"/>
              <a:ext cx="2531" cy="25509"/>
            </a:xfrm>
            <a:custGeom>
              <a:avLst/>
              <a:gdLst/>
              <a:ahLst/>
              <a:cxnLst/>
              <a:rect l="0" t="0" r="0" b="0"/>
              <a:pathLst>
                <a:path w="2531" h="25509">
                  <a:moveTo>
                    <a:pt x="0" y="0"/>
                  </a:moveTo>
                  <a:lnTo>
                    <a:pt x="2531" y="25509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3" name="Input_receptor__252">
              <a:extLst>
                <a:ext uri="{FF2B5EF4-FFF2-40B4-BE49-F238E27FC236}">
                  <a16:creationId xmlns:a16="http://schemas.microsoft.com/office/drawing/2014/main" id="{A52E9DAB-BC92-112F-25BB-30484060901F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95829"/>
              <a:ext cx="20208" cy="15256"/>
            </a:xfrm>
            <a:custGeom>
              <a:avLst/>
              <a:gdLst/>
              <a:ahLst/>
              <a:cxnLst/>
              <a:rect l="0" t="0" r="0" b="0"/>
              <a:pathLst>
                <a:path w="20208" h="15256">
                  <a:moveTo>
                    <a:pt x="0" y="15256"/>
                  </a:moveTo>
                  <a:lnTo>
                    <a:pt x="2020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4" name="Input_receptor__253">
              <a:extLst>
                <a:ext uri="{FF2B5EF4-FFF2-40B4-BE49-F238E27FC236}">
                  <a16:creationId xmlns:a16="http://schemas.microsoft.com/office/drawing/2014/main" id="{B199D3C3-4E18-C517-3397-9958B1171BC1}"/>
                </a:ext>
              </a:extLst>
            </p:cNvPr>
            <p:cNvSpPr>
              <a:spLocks noGrp="1"/>
            </p:cNvSpPr>
            <p:nvPr/>
          </p:nvSpPr>
          <p:spPr>
            <a:xfrm>
              <a:off x="1302662" y="5480836"/>
              <a:ext cx="25108" cy="33835"/>
            </a:xfrm>
            <a:custGeom>
              <a:avLst/>
              <a:gdLst/>
              <a:ahLst/>
              <a:cxnLst/>
              <a:rect l="0" t="0" r="0" b="0"/>
              <a:pathLst>
                <a:path w="25108" h="33835">
                  <a:moveTo>
                    <a:pt x="0" y="0"/>
                  </a:moveTo>
                  <a:lnTo>
                    <a:pt x="25108" y="33835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5" name="Input_receptor__254">
              <a:extLst>
                <a:ext uri="{FF2B5EF4-FFF2-40B4-BE49-F238E27FC236}">
                  <a16:creationId xmlns:a16="http://schemas.microsoft.com/office/drawing/2014/main" id="{C2DD49FC-FD64-BFBF-5CA1-4CCC352DD632}"/>
                </a:ext>
              </a:extLst>
            </p:cNvPr>
            <p:cNvSpPr>
              <a:spLocks noGrp="1"/>
            </p:cNvSpPr>
            <p:nvPr/>
          </p:nvSpPr>
          <p:spPr>
            <a:xfrm>
              <a:off x="1766760" y="5100812"/>
              <a:ext cx="31448" cy="23942"/>
            </a:xfrm>
            <a:custGeom>
              <a:avLst/>
              <a:gdLst/>
              <a:ahLst/>
              <a:cxnLst/>
              <a:rect l="0" t="0" r="0" b="0"/>
              <a:pathLst>
                <a:path w="31448" h="23942">
                  <a:moveTo>
                    <a:pt x="0" y="0"/>
                  </a:moveTo>
                  <a:lnTo>
                    <a:pt x="31448" y="23942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6" name="Input_receptor__255">
              <a:extLst>
                <a:ext uri="{FF2B5EF4-FFF2-40B4-BE49-F238E27FC236}">
                  <a16:creationId xmlns:a16="http://schemas.microsoft.com/office/drawing/2014/main" id="{8613C6EE-BE52-712F-97FC-EAC220C5D60D}"/>
                </a:ext>
              </a:extLst>
            </p:cNvPr>
            <p:cNvSpPr>
              <a:spLocks noGrp="1"/>
            </p:cNvSpPr>
            <p:nvPr/>
          </p:nvSpPr>
          <p:spPr>
            <a:xfrm>
              <a:off x="1330091" y="5310026"/>
              <a:ext cx="13640" cy="44535"/>
            </a:xfrm>
            <a:custGeom>
              <a:avLst/>
              <a:gdLst/>
              <a:ahLst/>
              <a:cxnLst/>
              <a:rect l="0" t="0" r="0" b="0"/>
              <a:pathLst>
                <a:path w="13640" h="44535">
                  <a:moveTo>
                    <a:pt x="13640" y="0"/>
                  </a:moveTo>
                  <a:lnTo>
                    <a:pt x="0" y="44535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7" name="Input_receptor__256">
              <a:extLst>
                <a:ext uri="{FF2B5EF4-FFF2-40B4-BE49-F238E27FC236}">
                  <a16:creationId xmlns:a16="http://schemas.microsoft.com/office/drawing/2014/main" id="{A55EF8CE-BE1C-FE09-A16E-153C7B0F775B}"/>
                </a:ext>
              </a:extLst>
            </p:cNvPr>
            <p:cNvSpPr>
              <a:spLocks noGrp="1"/>
            </p:cNvSpPr>
            <p:nvPr/>
          </p:nvSpPr>
          <p:spPr>
            <a:xfrm>
              <a:off x="1157900" y="5369790"/>
              <a:ext cx="16621" cy="45272"/>
            </a:xfrm>
            <a:custGeom>
              <a:avLst/>
              <a:gdLst/>
              <a:ahLst/>
              <a:cxnLst/>
              <a:rect l="0" t="0" r="0" b="0"/>
              <a:pathLst>
                <a:path w="16621" h="45272">
                  <a:moveTo>
                    <a:pt x="0" y="45272"/>
                  </a:moveTo>
                  <a:lnTo>
                    <a:pt x="16621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8" name="Input_receptor__257">
              <a:extLst>
                <a:ext uri="{FF2B5EF4-FFF2-40B4-BE49-F238E27FC236}">
                  <a16:creationId xmlns:a16="http://schemas.microsoft.com/office/drawing/2014/main" id="{3A43C9A9-297E-A2AE-99D2-406C8269F452}"/>
                </a:ext>
              </a:extLst>
            </p:cNvPr>
            <p:cNvSpPr>
              <a:spLocks noGrp="1"/>
            </p:cNvSpPr>
            <p:nvPr/>
          </p:nvSpPr>
          <p:spPr>
            <a:xfrm>
              <a:off x="1213516" y="5605801"/>
              <a:ext cx="46574" cy="10776"/>
            </a:xfrm>
            <a:custGeom>
              <a:avLst/>
              <a:gdLst/>
              <a:ahLst/>
              <a:cxnLst/>
              <a:rect l="0" t="0" r="0" b="0"/>
              <a:pathLst>
                <a:path w="46574" h="10776">
                  <a:moveTo>
                    <a:pt x="46574" y="10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9" name="Input_receptor__258">
              <a:extLst>
                <a:ext uri="{FF2B5EF4-FFF2-40B4-BE49-F238E27FC236}">
                  <a16:creationId xmlns:a16="http://schemas.microsoft.com/office/drawing/2014/main" id="{83BCCE7B-6352-9365-83E2-D89F18DACBCC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0836"/>
              <a:ext cx="33696" cy="5148"/>
            </a:xfrm>
            <a:custGeom>
              <a:avLst/>
              <a:gdLst/>
              <a:ahLst/>
              <a:cxnLst/>
              <a:rect l="0" t="0" r="0" b="0"/>
              <a:pathLst>
                <a:path w="33696" h="5148">
                  <a:moveTo>
                    <a:pt x="0" y="5148"/>
                  </a:moveTo>
                  <a:lnTo>
                    <a:pt x="33696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0" name="Input_receptor__259">
              <a:extLst>
                <a:ext uri="{FF2B5EF4-FFF2-40B4-BE49-F238E27FC236}">
                  <a16:creationId xmlns:a16="http://schemas.microsoft.com/office/drawing/2014/main" id="{3DEEA3CC-9364-9093-4AE0-8BFA335290C2}"/>
                </a:ext>
              </a:extLst>
            </p:cNvPr>
            <p:cNvSpPr>
              <a:spLocks noGrp="1"/>
            </p:cNvSpPr>
            <p:nvPr/>
          </p:nvSpPr>
          <p:spPr>
            <a:xfrm>
              <a:off x="1260090" y="5594593"/>
              <a:ext cx="43037" cy="21984"/>
            </a:xfrm>
            <a:custGeom>
              <a:avLst/>
              <a:gdLst/>
              <a:ahLst/>
              <a:cxnLst/>
              <a:rect l="0" t="0" r="0" b="0"/>
              <a:pathLst>
                <a:path w="43037" h="21984">
                  <a:moveTo>
                    <a:pt x="43037" y="0"/>
                  </a:moveTo>
                  <a:lnTo>
                    <a:pt x="0" y="21984"/>
                  </a:lnTo>
                </a:path>
              </a:pathLst>
            </a:custGeom>
            <a:noFill/>
            <a:ln w="8096">
              <a:solidFill>
                <a:srgbClr val="6C818F"/>
              </a:solidFill>
            </a:ln>
          </p:spPr>
        </p:sp>
        <p:sp>
          <p:nvSpPr>
            <p:cNvPr id="261" name="Input_receptor__260">
              <a:extLst>
                <a:ext uri="{FF2B5EF4-FFF2-40B4-BE49-F238E27FC236}">
                  <a16:creationId xmlns:a16="http://schemas.microsoft.com/office/drawing/2014/main" id="{0AB8DFFB-0A92-6A40-BD48-705317EAC09B}"/>
                </a:ext>
              </a:extLst>
            </p:cNvPr>
            <p:cNvSpPr>
              <a:spLocks noGrp="1"/>
            </p:cNvSpPr>
            <p:nvPr/>
          </p:nvSpPr>
          <p:spPr>
            <a:xfrm>
              <a:off x="1741938" y="5031548"/>
              <a:ext cx="45107" cy="15054"/>
            </a:xfrm>
            <a:custGeom>
              <a:avLst/>
              <a:gdLst/>
              <a:ahLst/>
              <a:cxnLst/>
              <a:rect l="0" t="0" r="0" b="0"/>
              <a:pathLst>
                <a:path w="45107" h="15054">
                  <a:moveTo>
                    <a:pt x="0" y="0"/>
                  </a:moveTo>
                  <a:lnTo>
                    <a:pt x="45107" y="15054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2" name="Input_receptor__261">
              <a:extLst>
                <a:ext uri="{FF2B5EF4-FFF2-40B4-BE49-F238E27FC236}">
                  <a16:creationId xmlns:a16="http://schemas.microsoft.com/office/drawing/2014/main" id="{B03F13C9-730A-13EF-1B30-C8DCDB37AABD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47951"/>
              <a:ext cx="10202" cy="46642"/>
            </a:xfrm>
            <a:custGeom>
              <a:avLst/>
              <a:gdLst/>
              <a:ahLst/>
              <a:cxnLst/>
              <a:rect l="0" t="0" r="0" b="0"/>
              <a:pathLst>
                <a:path w="10202" h="46642">
                  <a:moveTo>
                    <a:pt x="0" y="0"/>
                  </a:moveTo>
                  <a:lnTo>
                    <a:pt x="10202" y="46642"/>
                  </a:lnTo>
                </a:path>
              </a:pathLst>
            </a:custGeom>
            <a:noFill/>
            <a:ln w="8096">
              <a:solidFill>
                <a:srgbClr val="6D818F"/>
              </a:solidFill>
            </a:ln>
          </p:spPr>
        </p:sp>
        <p:sp>
          <p:nvSpPr>
            <p:cNvPr id="263" name="Input_receptor__262">
              <a:extLst>
                <a:ext uri="{FF2B5EF4-FFF2-40B4-BE49-F238E27FC236}">
                  <a16:creationId xmlns:a16="http://schemas.microsoft.com/office/drawing/2014/main" id="{22DF9812-CAA9-F703-4420-4DFBBD3F9CBB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93558"/>
              <a:ext cx="29043" cy="7254"/>
            </a:xfrm>
            <a:custGeom>
              <a:avLst/>
              <a:gdLst/>
              <a:ahLst/>
              <a:cxnLst/>
              <a:rect l="0" t="0" r="0" b="0"/>
              <a:pathLst>
                <a:path w="29043" h="7254">
                  <a:moveTo>
                    <a:pt x="0" y="0"/>
                  </a:moveTo>
                  <a:lnTo>
                    <a:pt x="29043" y="7254"/>
                  </a:lnTo>
                </a:path>
              </a:pathLst>
            </a:custGeom>
            <a:noFill/>
            <a:ln w="20003">
              <a:solidFill>
                <a:srgbClr val="6D818F"/>
              </a:solidFill>
            </a:ln>
          </p:spPr>
        </p:sp>
        <p:sp>
          <p:nvSpPr>
            <p:cNvPr id="264" name="Input_receptor__263">
              <a:extLst>
                <a:ext uri="{FF2B5EF4-FFF2-40B4-BE49-F238E27FC236}">
                  <a16:creationId xmlns:a16="http://schemas.microsoft.com/office/drawing/2014/main" id="{EA416DE9-188A-0CC6-0F32-B456E44325ED}"/>
                </a:ext>
              </a:extLst>
            </p:cNvPr>
            <p:cNvSpPr>
              <a:spLocks noGrp="1"/>
            </p:cNvSpPr>
            <p:nvPr/>
          </p:nvSpPr>
          <p:spPr>
            <a:xfrm>
              <a:off x="1828473" y="5244633"/>
              <a:ext cx="5956" cy="11345"/>
            </a:xfrm>
            <a:custGeom>
              <a:avLst/>
              <a:gdLst/>
              <a:ahLst/>
              <a:cxnLst/>
              <a:rect l="0" t="0" r="0" b="0"/>
              <a:pathLst>
                <a:path w="5956" h="11345">
                  <a:moveTo>
                    <a:pt x="0" y="0"/>
                  </a:moveTo>
                  <a:lnTo>
                    <a:pt x="5956" y="11345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5" name="Input_receptor__264">
              <a:extLst>
                <a:ext uri="{FF2B5EF4-FFF2-40B4-BE49-F238E27FC236}">
                  <a16:creationId xmlns:a16="http://schemas.microsoft.com/office/drawing/2014/main" id="{C16397FA-4608-EFC5-F294-8C7BBA4443F3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00582"/>
              <a:ext cx="33341" cy="30662"/>
            </a:xfrm>
            <a:custGeom>
              <a:avLst/>
              <a:gdLst/>
              <a:ahLst/>
              <a:cxnLst/>
              <a:rect l="0" t="0" r="0" b="0"/>
              <a:pathLst>
                <a:path w="33341" h="30662">
                  <a:moveTo>
                    <a:pt x="33341" y="0"/>
                  </a:moveTo>
                  <a:lnTo>
                    <a:pt x="0" y="30662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6" name="Input_receptor__265">
              <a:extLst>
                <a:ext uri="{FF2B5EF4-FFF2-40B4-BE49-F238E27FC236}">
                  <a16:creationId xmlns:a16="http://schemas.microsoft.com/office/drawing/2014/main" id="{7A34DB50-B53D-93D2-D54A-E2353872EA1E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14671"/>
              <a:ext cx="34846" cy="33280"/>
            </a:xfrm>
            <a:custGeom>
              <a:avLst/>
              <a:gdLst/>
              <a:ahLst/>
              <a:cxnLst/>
              <a:rect l="0" t="0" r="0" b="0"/>
              <a:pathLst>
                <a:path w="34846" h="33280">
                  <a:moveTo>
                    <a:pt x="34846" y="0"/>
                  </a:moveTo>
                  <a:lnTo>
                    <a:pt x="0" y="33280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7" name="Input_receptor__266">
              <a:extLst>
                <a:ext uri="{FF2B5EF4-FFF2-40B4-BE49-F238E27FC236}">
                  <a16:creationId xmlns:a16="http://schemas.microsoft.com/office/drawing/2014/main" id="{C4B61182-E2A2-2895-B621-23C3F4026F34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47823"/>
              <a:ext cx="16865" cy="13019"/>
            </a:xfrm>
            <a:custGeom>
              <a:avLst/>
              <a:gdLst/>
              <a:ahLst/>
              <a:cxnLst/>
              <a:rect l="0" t="0" r="0" b="0"/>
              <a:pathLst>
                <a:path w="16865" h="13019">
                  <a:moveTo>
                    <a:pt x="16865" y="0"/>
                  </a:moveTo>
                  <a:lnTo>
                    <a:pt x="0" y="13019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8" name="Input_receptor__267">
              <a:extLst>
                <a:ext uri="{FF2B5EF4-FFF2-40B4-BE49-F238E27FC236}">
                  <a16:creationId xmlns:a16="http://schemas.microsoft.com/office/drawing/2014/main" id="{ED90FCEA-5599-A4A1-0AA7-234AE031180E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61026"/>
              <a:ext cx="42863" cy="10741"/>
            </a:xfrm>
            <a:custGeom>
              <a:avLst/>
              <a:gdLst/>
              <a:ahLst/>
              <a:cxnLst/>
              <a:rect l="0" t="0" r="0" b="0"/>
              <a:pathLst>
                <a:path w="42863" h="10741">
                  <a:moveTo>
                    <a:pt x="0" y="0"/>
                  </a:moveTo>
                  <a:lnTo>
                    <a:pt x="42863" y="10741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9" name="Input_receptor__268">
              <a:extLst>
                <a:ext uri="{FF2B5EF4-FFF2-40B4-BE49-F238E27FC236}">
                  <a16:creationId xmlns:a16="http://schemas.microsoft.com/office/drawing/2014/main" id="{F1228FF9-E6D9-5028-76FB-168D94F6B7A8}"/>
                </a:ext>
              </a:extLst>
            </p:cNvPr>
            <p:cNvSpPr>
              <a:spLocks noGrp="1"/>
            </p:cNvSpPr>
            <p:nvPr/>
          </p:nvSpPr>
          <p:spPr>
            <a:xfrm>
              <a:off x="1738609" y="4899031"/>
              <a:ext cx="37453" cy="19900"/>
            </a:xfrm>
            <a:custGeom>
              <a:avLst/>
              <a:gdLst/>
              <a:ahLst/>
              <a:cxnLst/>
              <a:rect l="0" t="0" r="0" b="0"/>
              <a:pathLst>
                <a:path w="37453" h="19900">
                  <a:moveTo>
                    <a:pt x="0" y="0"/>
                  </a:moveTo>
                  <a:lnTo>
                    <a:pt x="37453" y="19900"/>
                  </a:lnTo>
                </a:path>
              </a:pathLst>
            </a:custGeom>
            <a:noFill/>
            <a:ln w="20003">
              <a:solidFill>
                <a:srgbClr val="6D8290"/>
              </a:solidFill>
            </a:ln>
          </p:spPr>
        </p:sp>
        <p:sp>
          <p:nvSpPr>
            <p:cNvPr id="270" name="Input_receptor__269">
              <a:extLst>
                <a:ext uri="{FF2B5EF4-FFF2-40B4-BE49-F238E27FC236}">
                  <a16:creationId xmlns:a16="http://schemas.microsoft.com/office/drawing/2014/main" id="{21A59D66-85D6-465D-7399-0C8E92B16363}"/>
                </a:ext>
              </a:extLst>
            </p:cNvPr>
            <p:cNvSpPr>
              <a:spLocks noGrp="1"/>
            </p:cNvSpPr>
            <p:nvPr/>
          </p:nvSpPr>
          <p:spPr>
            <a:xfrm>
              <a:off x="1765174" y="4971767"/>
              <a:ext cx="15884" cy="23748"/>
            </a:xfrm>
            <a:custGeom>
              <a:avLst/>
              <a:gdLst/>
              <a:ahLst/>
              <a:cxnLst/>
              <a:rect l="0" t="0" r="0" b="0"/>
              <a:pathLst>
                <a:path w="15884" h="23748">
                  <a:moveTo>
                    <a:pt x="0" y="0"/>
                  </a:moveTo>
                  <a:lnTo>
                    <a:pt x="15884" y="23748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1" name="Input_receptor__270">
              <a:extLst>
                <a:ext uri="{FF2B5EF4-FFF2-40B4-BE49-F238E27FC236}">
                  <a16:creationId xmlns:a16="http://schemas.microsoft.com/office/drawing/2014/main" id="{22039EFA-A712-A5A4-D77A-9A45BB4D3A87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5017552"/>
              <a:ext cx="3737" cy="13997"/>
            </a:xfrm>
            <a:custGeom>
              <a:avLst/>
              <a:gdLst/>
              <a:ahLst/>
              <a:cxnLst/>
              <a:rect l="0" t="0" r="0" b="0"/>
              <a:pathLst>
                <a:path w="3737" h="13997">
                  <a:moveTo>
                    <a:pt x="0" y="0"/>
                  </a:moveTo>
                  <a:lnTo>
                    <a:pt x="3737" y="13997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2" name="Input_receptor__271">
              <a:extLst>
                <a:ext uri="{FF2B5EF4-FFF2-40B4-BE49-F238E27FC236}">
                  <a16:creationId xmlns:a16="http://schemas.microsoft.com/office/drawing/2014/main" id="{8298815C-8D54-B641-2DDE-F9E05638892B}"/>
                </a:ext>
              </a:extLst>
            </p:cNvPr>
            <p:cNvSpPr>
              <a:spLocks noGrp="1"/>
            </p:cNvSpPr>
            <p:nvPr/>
          </p:nvSpPr>
          <p:spPr>
            <a:xfrm>
              <a:off x="1761057" y="5124754"/>
              <a:ext cx="37150" cy="23069"/>
            </a:xfrm>
            <a:custGeom>
              <a:avLst/>
              <a:gdLst/>
              <a:ahLst/>
              <a:cxnLst/>
              <a:rect l="0" t="0" r="0" b="0"/>
              <a:pathLst>
                <a:path w="37150" h="23069">
                  <a:moveTo>
                    <a:pt x="37150" y="0"/>
                  </a:moveTo>
                  <a:lnTo>
                    <a:pt x="0" y="23069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3" name="Input_receptor__272">
              <a:extLst>
                <a:ext uri="{FF2B5EF4-FFF2-40B4-BE49-F238E27FC236}">
                  <a16:creationId xmlns:a16="http://schemas.microsoft.com/office/drawing/2014/main" id="{0BD1265F-B591-94D4-6B5E-3B2B5890B8C0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089"/>
              <a:ext cx="48132" cy="742"/>
            </a:xfrm>
            <a:custGeom>
              <a:avLst/>
              <a:gdLst/>
              <a:ahLst/>
              <a:cxnLst/>
              <a:rect l="0" t="0" r="0" b="0"/>
              <a:pathLst>
                <a:path w="48132" h="742">
                  <a:moveTo>
                    <a:pt x="0" y="742"/>
                  </a:moveTo>
                  <a:lnTo>
                    <a:pt x="48132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4" name="Input_receptor__273">
              <a:extLst>
                <a:ext uri="{FF2B5EF4-FFF2-40B4-BE49-F238E27FC236}">
                  <a16:creationId xmlns:a16="http://schemas.microsoft.com/office/drawing/2014/main" id="{7874CD39-A2E4-7B94-7966-7634526B6239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603401"/>
              <a:ext cx="11582" cy="2400"/>
            </a:xfrm>
            <a:custGeom>
              <a:avLst/>
              <a:gdLst/>
              <a:ahLst/>
              <a:cxnLst/>
              <a:rect l="0" t="0" r="0" b="0"/>
              <a:pathLst>
                <a:path w="11582" h="2400">
                  <a:moveTo>
                    <a:pt x="11582" y="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5" name="Input_receptor__274">
              <a:extLst>
                <a:ext uri="{FF2B5EF4-FFF2-40B4-BE49-F238E27FC236}">
                  <a16:creationId xmlns:a16="http://schemas.microsoft.com/office/drawing/2014/main" id="{1BFC832B-4A05-1621-776E-D4AD56F7B405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66546"/>
              <a:ext cx="19216" cy="12444"/>
            </a:xfrm>
            <a:custGeom>
              <a:avLst/>
              <a:gdLst/>
              <a:ahLst/>
              <a:cxnLst/>
              <a:rect l="0" t="0" r="0" b="0"/>
              <a:pathLst>
                <a:path w="19216" h="12444">
                  <a:moveTo>
                    <a:pt x="0" y="12444"/>
                  </a:moveTo>
                  <a:lnTo>
                    <a:pt x="19216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6" name="Input_receptor__275">
              <a:extLst>
                <a:ext uri="{FF2B5EF4-FFF2-40B4-BE49-F238E27FC236}">
                  <a16:creationId xmlns:a16="http://schemas.microsoft.com/office/drawing/2014/main" id="{7D29E76B-8BE4-B4D4-FD2B-7DE107DA293A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89221"/>
              <a:ext cx="24603" cy="9810"/>
            </a:xfrm>
            <a:custGeom>
              <a:avLst/>
              <a:gdLst/>
              <a:ahLst/>
              <a:cxnLst/>
              <a:rect l="0" t="0" r="0" b="0"/>
              <a:pathLst>
                <a:path w="24603" h="9810">
                  <a:moveTo>
                    <a:pt x="0" y="0"/>
                  </a:moveTo>
                  <a:lnTo>
                    <a:pt x="24603" y="981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7" name="Input_receptor__276">
              <a:extLst>
                <a:ext uri="{FF2B5EF4-FFF2-40B4-BE49-F238E27FC236}">
                  <a16:creationId xmlns:a16="http://schemas.microsoft.com/office/drawing/2014/main" id="{A60AF3B4-CF2D-F5AC-A94F-5708420086D8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21780"/>
              <a:ext cx="27619" cy="5241"/>
            </a:xfrm>
            <a:custGeom>
              <a:avLst/>
              <a:gdLst/>
              <a:ahLst/>
              <a:cxnLst/>
              <a:rect l="0" t="0" r="0" b="0"/>
              <a:pathLst>
                <a:path w="27619" h="5241">
                  <a:moveTo>
                    <a:pt x="0" y="5241"/>
                  </a:moveTo>
                  <a:lnTo>
                    <a:pt x="27619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8" name="Input_receptor__277">
              <a:extLst>
                <a:ext uri="{FF2B5EF4-FFF2-40B4-BE49-F238E27FC236}">
                  <a16:creationId xmlns:a16="http://schemas.microsoft.com/office/drawing/2014/main" id="{90B5C460-9C56-D14B-49EF-38AF6CF7CD5F}"/>
                </a:ext>
              </a:extLst>
            </p:cNvPr>
            <p:cNvSpPr>
              <a:spLocks noGrp="1"/>
            </p:cNvSpPr>
            <p:nvPr/>
          </p:nvSpPr>
          <p:spPr>
            <a:xfrm>
              <a:off x="1084584" y="5316226"/>
              <a:ext cx="44418" cy="3526"/>
            </a:xfrm>
            <a:custGeom>
              <a:avLst/>
              <a:gdLst/>
              <a:ahLst/>
              <a:cxnLst/>
              <a:rect l="0" t="0" r="0" b="0"/>
              <a:pathLst>
                <a:path w="44418" h="3526">
                  <a:moveTo>
                    <a:pt x="44418" y="3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9" name="Input_receptor__278">
              <a:extLst>
                <a:ext uri="{FF2B5EF4-FFF2-40B4-BE49-F238E27FC236}">
                  <a16:creationId xmlns:a16="http://schemas.microsoft.com/office/drawing/2014/main" id="{B7761134-3422-1AEA-5179-A3A44A23FC9C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45121"/>
              <a:ext cx="44264" cy="2818"/>
            </a:xfrm>
            <a:custGeom>
              <a:avLst/>
              <a:gdLst/>
              <a:ahLst/>
              <a:cxnLst/>
              <a:rect l="0" t="0" r="0" b="0"/>
              <a:pathLst>
                <a:path w="44264" h="2818">
                  <a:moveTo>
                    <a:pt x="44264" y="2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0" name="Input_receptor__279">
              <a:extLst>
                <a:ext uri="{FF2B5EF4-FFF2-40B4-BE49-F238E27FC236}">
                  <a16:creationId xmlns:a16="http://schemas.microsoft.com/office/drawing/2014/main" id="{D4B727D1-9AEB-7359-63FB-DCC04DC9382C}"/>
                </a:ext>
              </a:extLst>
            </p:cNvPr>
            <p:cNvSpPr>
              <a:spLocks noGrp="1"/>
            </p:cNvSpPr>
            <p:nvPr/>
          </p:nvSpPr>
          <p:spPr>
            <a:xfrm>
              <a:off x="1773803" y="5046603"/>
              <a:ext cx="13241" cy="25721"/>
            </a:xfrm>
            <a:custGeom>
              <a:avLst/>
              <a:gdLst/>
              <a:ahLst/>
              <a:cxnLst/>
              <a:rect l="0" t="0" r="0" b="0"/>
              <a:pathLst>
                <a:path w="13241" h="25721">
                  <a:moveTo>
                    <a:pt x="13241" y="0"/>
                  </a:moveTo>
                  <a:lnTo>
                    <a:pt x="0" y="25721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1" name="Input_receptor__280">
              <a:extLst>
                <a:ext uri="{FF2B5EF4-FFF2-40B4-BE49-F238E27FC236}">
                  <a16:creationId xmlns:a16="http://schemas.microsoft.com/office/drawing/2014/main" id="{13A7301F-3E0E-38B0-830A-7E9EC5FEB0F2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89436"/>
              <a:ext cx="32586" cy="21650"/>
            </a:xfrm>
            <a:custGeom>
              <a:avLst/>
              <a:gdLst/>
              <a:ahLst/>
              <a:cxnLst/>
              <a:rect l="0" t="0" r="0" b="0"/>
              <a:pathLst>
                <a:path w="32586" h="21650">
                  <a:moveTo>
                    <a:pt x="32586" y="0"/>
                  </a:moveTo>
                  <a:lnTo>
                    <a:pt x="0" y="2165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2" name="Input_receptor__281">
              <a:extLst>
                <a:ext uri="{FF2B5EF4-FFF2-40B4-BE49-F238E27FC236}">
                  <a16:creationId xmlns:a16="http://schemas.microsoft.com/office/drawing/2014/main" id="{0647B2A5-2982-699C-A197-797B916F301C}"/>
                </a:ext>
              </a:extLst>
            </p:cNvPr>
            <p:cNvSpPr>
              <a:spLocks noGrp="1"/>
            </p:cNvSpPr>
            <p:nvPr/>
          </p:nvSpPr>
          <p:spPr>
            <a:xfrm>
              <a:off x="1310334" y="5248089"/>
              <a:ext cx="3042" cy="41346"/>
            </a:xfrm>
            <a:custGeom>
              <a:avLst/>
              <a:gdLst/>
              <a:ahLst/>
              <a:cxnLst/>
              <a:rect l="0" t="0" r="0" b="0"/>
              <a:pathLst>
                <a:path w="3042" h="41346">
                  <a:moveTo>
                    <a:pt x="0" y="0"/>
                  </a:moveTo>
                  <a:lnTo>
                    <a:pt x="3042" y="41346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3" name="Input_receptor__282">
              <a:extLst>
                <a:ext uri="{FF2B5EF4-FFF2-40B4-BE49-F238E27FC236}">
                  <a16:creationId xmlns:a16="http://schemas.microsoft.com/office/drawing/2014/main" id="{9438C743-65FB-E8F0-4528-1812AE149115}"/>
                </a:ext>
              </a:extLst>
            </p:cNvPr>
            <p:cNvSpPr>
              <a:spLocks noGrp="1"/>
            </p:cNvSpPr>
            <p:nvPr/>
          </p:nvSpPr>
          <p:spPr>
            <a:xfrm>
              <a:off x="1272083" y="5429699"/>
              <a:ext cx="46986" cy="10958"/>
            </a:xfrm>
            <a:custGeom>
              <a:avLst/>
              <a:gdLst/>
              <a:ahLst/>
              <a:cxnLst/>
              <a:rect l="0" t="0" r="0" b="0"/>
              <a:pathLst>
                <a:path w="46986" h="10958">
                  <a:moveTo>
                    <a:pt x="0" y="0"/>
                  </a:moveTo>
                  <a:lnTo>
                    <a:pt x="46986" y="10958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4" name="Input_receptor__283">
              <a:extLst>
                <a:ext uri="{FF2B5EF4-FFF2-40B4-BE49-F238E27FC236}">
                  <a16:creationId xmlns:a16="http://schemas.microsoft.com/office/drawing/2014/main" id="{9CA81D65-10CF-D85C-A853-FDD7A0B1B6B3}"/>
                </a:ext>
              </a:extLst>
            </p:cNvPr>
            <p:cNvSpPr>
              <a:spLocks noGrp="1"/>
            </p:cNvSpPr>
            <p:nvPr/>
          </p:nvSpPr>
          <p:spPr>
            <a:xfrm>
              <a:off x="1834429" y="5240184"/>
              <a:ext cx="44783" cy="15795"/>
            </a:xfrm>
            <a:custGeom>
              <a:avLst/>
              <a:gdLst/>
              <a:ahLst/>
              <a:cxnLst/>
              <a:rect l="0" t="0" r="0" b="0"/>
              <a:pathLst>
                <a:path w="44783" h="15795">
                  <a:moveTo>
                    <a:pt x="0" y="15795"/>
                  </a:moveTo>
                  <a:lnTo>
                    <a:pt x="44783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5" name="Input_receptor__284">
              <a:extLst>
                <a:ext uri="{FF2B5EF4-FFF2-40B4-BE49-F238E27FC236}">
                  <a16:creationId xmlns:a16="http://schemas.microsoft.com/office/drawing/2014/main" id="{F370066B-FB66-21F2-4878-C5556AFD1AE3}"/>
                </a:ext>
              </a:extLst>
            </p:cNvPr>
            <p:cNvSpPr>
              <a:spLocks noGrp="1"/>
            </p:cNvSpPr>
            <p:nvPr/>
          </p:nvSpPr>
          <p:spPr>
            <a:xfrm>
              <a:off x="1399141" y="5269127"/>
              <a:ext cx="47383" cy="5571"/>
            </a:xfrm>
            <a:custGeom>
              <a:avLst/>
              <a:gdLst/>
              <a:ahLst/>
              <a:cxnLst/>
              <a:rect l="0" t="0" r="0" b="0"/>
              <a:pathLst>
                <a:path w="47383" h="5571">
                  <a:moveTo>
                    <a:pt x="47383" y="5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6" name="Input_receptor__285">
              <a:extLst>
                <a:ext uri="{FF2B5EF4-FFF2-40B4-BE49-F238E27FC236}">
                  <a16:creationId xmlns:a16="http://schemas.microsoft.com/office/drawing/2014/main" id="{C78E2E9F-3976-F9C1-89A2-A3D77C2EDD8B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72324"/>
              <a:ext cx="36087" cy="21235"/>
            </a:xfrm>
            <a:custGeom>
              <a:avLst/>
              <a:gdLst/>
              <a:ahLst/>
              <a:cxnLst/>
              <a:rect l="0" t="0" r="0" b="0"/>
              <a:pathLst>
                <a:path w="36087" h="21235">
                  <a:moveTo>
                    <a:pt x="36087" y="0"/>
                  </a:moveTo>
                  <a:lnTo>
                    <a:pt x="0" y="2123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7" name="Input_receptor__286">
              <a:extLst>
                <a:ext uri="{FF2B5EF4-FFF2-40B4-BE49-F238E27FC236}">
                  <a16:creationId xmlns:a16="http://schemas.microsoft.com/office/drawing/2014/main" id="{33CBC753-936C-A4FF-0A18-5FAB07BA1850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35325" cy="21764"/>
            </a:xfrm>
            <a:custGeom>
              <a:avLst/>
              <a:gdLst/>
              <a:ahLst/>
              <a:cxnLst/>
              <a:rect l="0" t="0" r="0" b="0"/>
              <a:pathLst>
                <a:path w="35325" h="21764">
                  <a:moveTo>
                    <a:pt x="35325" y="21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8" name="Input_receptor__287">
              <a:extLst>
                <a:ext uri="{FF2B5EF4-FFF2-40B4-BE49-F238E27FC236}">
                  <a16:creationId xmlns:a16="http://schemas.microsoft.com/office/drawing/2014/main" id="{D1121998-0FF3-DFAD-047E-A2E5411BF001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6226"/>
              <a:ext cx="22278" cy="22255"/>
            </a:xfrm>
            <a:custGeom>
              <a:avLst/>
              <a:gdLst/>
              <a:ahLst/>
              <a:cxnLst/>
              <a:rect l="0" t="0" r="0" b="0"/>
              <a:pathLst>
                <a:path w="22278" h="22255">
                  <a:moveTo>
                    <a:pt x="22278" y="0"/>
                  </a:moveTo>
                  <a:lnTo>
                    <a:pt x="0" y="2225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9" name="Input_receptor__288">
              <a:extLst>
                <a:ext uri="{FF2B5EF4-FFF2-40B4-BE49-F238E27FC236}">
                  <a16:creationId xmlns:a16="http://schemas.microsoft.com/office/drawing/2014/main" id="{3089C412-CBD0-639E-42D3-7C92EB759714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287668"/>
              <a:ext cx="2800" cy="40760"/>
            </a:xfrm>
            <a:custGeom>
              <a:avLst/>
              <a:gdLst/>
              <a:ahLst/>
              <a:cxnLst/>
              <a:rect l="0" t="0" r="0" b="0"/>
              <a:pathLst>
                <a:path w="2800" h="40760">
                  <a:moveTo>
                    <a:pt x="0" y="40760"/>
                  </a:moveTo>
                  <a:lnTo>
                    <a:pt x="280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0" name="Input_receptor__289">
              <a:extLst>
                <a:ext uri="{FF2B5EF4-FFF2-40B4-BE49-F238E27FC236}">
                  <a16:creationId xmlns:a16="http://schemas.microsoft.com/office/drawing/2014/main" id="{6FDF3E40-9924-D10D-D68B-0DDA26BF011B}"/>
                </a:ext>
              </a:extLst>
            </p:cNvPr>
            <p:cNvSpPr>
              <a:spLocks noGrp="1"/>
            </p:cNvSpPr>
            <p:nvPr/>
          </p:nvSpPr>
          <p:spPr>
            <a:xfrm>
              <a:off x="1224316" y="5547938"/>
              <a:ext cx="15015" cy="26067"/>
            </a:xfrm>
            <a:custGeom>
              <a:avLst/>
              <a:gdLst/>
              <a:ahLst/>
              <a:cxnLst/>
              <a:rect l="0" t="0" r="0" b="0"/>
              <a:pathLst>
                <a:path w="15015" h="26067">
                  <a:moveTo>
                    <a:pt x="15015" y="26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1" name="Input_receptor__290">
              <a:extLst>
                <a:ext uri="{FF2B5EF4-FFF2-40B4-BE49-F238E27FC236}">
                  <a16:creationId xmlns:a16="http://schemas.microsoft.com/office/drawing/2014/main" id="{19A6C5BF-C078-0AA2-C826-299A9396827F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1864"/>
              <a:ext cx="33557" cy="4120"/>
            </a:xfrm>
            <a:custGeom>
              <a:avLst/>
              <a:gdLst/>
              <a:ahLst/>
              <a:cxnLst/>
              <a:rect l="0" t="0" r="0" b="0"/>
              <a:pathLst>
                <a:path w="33557" h="4120">
                  <a:moveTo>
                    <a:pt x="33557" y="0"/>
                  </a:moveTo>
                  <a:lnTo>
                    <a:pt x="0" y="412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2" name="Input_receptor__291">
              <a:extLst>
                <a:ext uri="{FF2B5EF4-FFF2-40B4-BE49-F238E27FC236}">
                  <a16:creationId xmlns:a16="http://schemas.microsoft.com/office/drawing/2014/main" id="{EE71C5BA-F86C-DEB3-2549-F557DEEB7A77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42286"/>
              <a:ext cx="23870" cy="18740"/>
            </a:xfrm>
            <a:custGeom>
              <a:avLst/>
              <a:gdLst/>
              <a:ahLst/>
              <a:cxnLst/>
              <a:rect l="0" t="0" r="0" b="0"/>
              <a:pathLst>
                <a:path w="23870" h="18740">
                  <a:moveTo>
                    <a:pt x="23870" y="0"/>
                  </a:moveTo>
                  <a:lnTo>
                    <a:pt x="0" y="1874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3" name="Input_receptor__292">
              <a:extLst>
                <a:ext uri="{FF2B5EF4-FFF2-40B4-BE49-F238E27FC236}">
                  <a16:creationId xmlns:a16="http://schemas.microsoft.com/office/drawing/2014/main" id="{418D0C2A-8925-E424-6C65-6395626619CA}"/>
                </a:ext>
              </a:extLst>
            </p:cNvPr>
            <p:cNvSpPr>
              <a:spLocks noGrp="1"/>
            </p:cNvSpPr>
            <p:nvPr/>
          </p:nvSpPr>
          <p:spPr>
            <a:xfrm>
              <a:off x="1124160" y="5319753"/>
              <a:ext cx="4842" cy="46794"/>
            </a:xfrm>
            <a:custGeom>
              <a:avLst/>
              <a:gdLst/>
              <a:ahLst/>
              <a:cxnLst/>
              <a:rect l="0" t="0" r="0" b="0"/>
              <a:pathLst>
                <a:path w="4842" h="46794">
                  <a:moveTo>
                    <a:pt x="0" y="46794"/>
                  </a:moveTo>
                  <a:lnTo>
                    <a:pt x="4842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4" name="Input_receptor__293">
              <a:extLst>
                <a:ext uri="{FF2B5EF4-FFF2-40B4-BE49-F238E27FC236}">
                  <a16:creationId xmlns:a16="http://schemas.microsoft.com/office/drawing/2014/main" id="{0E85D464-81A7-2D81-1731-614957369E95}"/>
                </a:ext>
              </a:extLst>
            </p:cNvPr>
            <p:cNvSpPr>
              <a:spLocks noGrp="1"/>
            </p:cNvSpPr>
            <p:nvPr/>
          </p:nvSpPr>
          <p:spPr>
            <a:xfrm>
              <a:off x="1440569" y="5274698"/>
              <a:ext cx="5954" cy="47082"/>
            </a:xfrm>
            <a:custGeom>
              <a:avLst/>
              <a:gdLst/>
              <a:ahLst/>
              <a:cxnLst/>
              <a:rect l="0" t="0" r="0" b="0"/>
              <a:pathLst>
                <a:path w="5954" h="47082">
                  <a:moveTo>
                    <a:pt x="0" y="47082"/>
                  </a:moveTo>
                  <a:lnTo>
                    <a:pt x="5954" y="0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5" name="Input_receptor__294">
              <a:extLst>
                <a:ext uri="{FF2B5EF4-FFF2-40B4-BE49-F238E27FC236}">
                  <a16:creationId xmlns:a16="http://schemas.microsoft.com/office/drawing/2014/main" id="{D69125B9-5256-772B-EA66-9110E3F747F9}"/>
                </a:ext>
              </a:extLst>
            </p:cNvPr>
            <p:cNvSpPr>
              <a:spLocks noGrp="1"/>
            </p:cNvSpPr>
            <p:nvPr/>
          </p:nvSpPr>
          <p:spPr>
            <a:xfrm>
              <a:off x="1759889" y="4799715"/>
              <a:ext cx="7334" cy="38194"/>
            </a:xfrm>
            <a:custGeom>
              <a:avLst/>
              <a:gdLst/>
              <a:ahLst/>
              <a:cxnLst/>
              <a:rect l="0" t="0" r="0" b="0"/>
              <a:pathLst>
                <a:path w="7334" h="38194">
                  <a:moveTo>
                    <a:pt x="7334" y="0"/>
                  </a:moveTo>
                  <a:lnTo>
                    <a:pt x="0" y="38194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6" name="Input_receptor__295">
              <a:extLst>
                <a:ext uri="{FF2B5EF4-FFF2-40B4-BE49-F238E27FC236}">
                  <a16:creationId xmlns:a16="http://schemas.microsoft.com/office/drawing/2014/main" id="{DF55B066-A06F-65F0-C25B-82E7EABE80AB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4995516"/>
              <a:ext cx="42857" cy="22036"/>
            </a:xfrm>
            <a:custGeom>
              <a:avLst/>
              <a:gdLst/>
              <a:ahLst/>
              <a:cxnLst/>
              <a:rect l="0" t="0" r="0" b="0"/>
              <a:pathLst>
                <a:path w="42857" h="22036">
                  <a:moveTo>
                    <a:pt x="42857" y="0"/>
                  </a:moveTo>
                  <a:lnTo>
                    <a:pt x="0" y="22036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7" name="Input_receptor__296">
              <a:extLst>
                <a:ext uri="{FF2B5EF4-FFF2-40B4-BE49-F238E27FC236}">
                  <a16:creationId xmlns:a16="http://schemas.microsoft.com/office/drawing/2014/main" id="{6515D475-3BE4-9600-F631-F9B4D19F6506}"/>
                </a:ext>
              </a:extLst>
            </p:cNvPr>
            <p:cNvSpPr>
              <a:spLocks noGrp="1"/>
            </p:cNvSpPr>
            <p:nvPr/>
          </p:nvSpPr>
          <p:spPr>
            <a:xfrm>
              <a:off x="1746180" y="4918931"/>
              <a:ext cx="29881" cy="23355"/>
            </a:xfrm>
            <a:custGeom>
              <a:avLst/>
              <a:gdLst/>
              <a:ahLst/>
              <a:cxnLst/>
              <a:rect l="0" t="0" r="0" b="0"/>
              <a:pathLst>
                <a:path w="29881" h="23355">
                  <a:moveTo>
                    <a:pt x="29881" y="0"/>
                  </a:moveTo>
                  <a:lnTo>
                    <a:pt x="0" y="23355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8" name="Input_receptor__297">
              <a:extLst>
                <a:ext uri="{FF2B5EF4-FFF2-40B4-BE49-F238E27FC236}">
                  <a16:creationId xmlns:a16="http://schemas.microsoft.com/office/drawing/2014/main" id="{5FC8A676-857D-44F6-6331-BECCE49EA99D}"/>
                </a:ext>
              </a:extLst>
            </p:cNvPr>
            <p:cNvSpPr>
              <a:spLocks noGrp="1"/>
            </p:cNvSpPr>
            <p:nvPr/>
          </p:nvSpPr>
          <p:spPr>
            <a:xfrm>
              <a:off x="1302524" y="5440657"/>
              <a:ext cx="16546" cy="41207"/>
            </a:xfrm>
            <a:custGeom>
              <a:avLst/>
              <a:gdLst/>
              <a:ahLst/>
              <a:cxnLst/>
              <a:rect l="0" t="0" r="0" b="0"/>
              <a:pathLst>
                <a:path w="16546" h="41207">
                  <a:moveTo>
                    <a:pt x="16546" y="0"/>
                  </a:moveTo>
                  <a:lnTo>
                    <a:pt x="0" y="41207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9" name="Input_receptor__298">
              <a:extLst>
                <a:ext uri="{FF2B5EF4-FFF2-40B4-BE49-F238E27FC236}">
                  <a16:creationId xmlns:a16="http://schemas.microsoft.com/office/drawing/2014/main" id="{AA1D9223-56A0-3220-8CBA-B8E6A983251A}"/>
                </a:ext>
              </a:extLst>
            </p:cNvPr>
            <p:cNvSpPr>
              <a:spLocks noGrp="1"/>
            </p:cNvSpPr>
            <p:nvPr/>
          </p:nvSpPr>
          <p:spPr>
            <a:xfrm>
              <a:off x="1751960" y="4837908"/>
              <a:ext cx="7928" cy="28841"/>
            </a:xfrm>
            <a:custGeom>
              <a:avLst/>
              <a:gdLst/>
              <a:ahLst/>
              <a:cxnLst/>
              <a:rect l="0" t="0" r="0" b="0"/>
              <a:pathLst>
                <a:path w="7928" h="28841">
                  <a:moveTo>
                    <a:pt x="7928" y="0"/>
                  </a:moveTo>
                  <a:lnTo>
                    <a:pt x="0" y="28841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0" name="Input_receptor__299">
              <a:extLst>
                <a:ext uri="{FF2B5EF4-FFF2-40B4-BE49-F238E27FC236}">
                  <a16:creationId xmlns:a16="http://schemas.microsoft.com/office/drawing/2014/main" id="{F9C89B91-4485-A27E-C9D0-3B7010E1107A}"/>
                </a:ext>
              </a:extLst>
            </p:cNvPr>
            <p:cNvSpPr>
              <a:spLocks noGrp="1"/>
            </p:cNvSpPr>
            <p:nvPr/>
          </p:nvSpPr>
          <p:spPr>
            <a:xfrm>
              <a:off x="1186769" y="5483024"/>
              <a:ext cx="37976" cy="17383"/>
            </a:xfrm>
            <a:custGeom>
              <a:avLst/>
              <a:gdLst/>
              <a:ahLst/>
              <a:cxnLst/>
              <a:rect l="0" t="0" r="0" b="0"/>
              <a:pathLst>
                <a:path w="37976" h="17383">
                  <a:moveTo>
                    <a:pt x="37976" y="1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1" name="Input_receptor__300">
              <a:extLst>
                <a:ext uri="{FF2B5EF4-FFF2-40B4-BE49-F238E27FC236}">
                  <a16:creationId xmlns:a16="http://schemas.microsoft.com/office/drawing/2014/main" id="{16B76BD6-4DA8-C20A-CB93-50D9B330CBD6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831"/>
              <a:ext cx="5231" cy="7353"/>
            </a:xfrm>
            <a:custGeom>
              <a:avLst/>
              <a:gdLst/>
              <a:ahLst/>
              <a:cxnLst/>
              <a:rect l="0" t="0" r="0" b="0"/>
              <a:pathLst>
                <a:path w="5231" h="7353">
                  <a:moveTo>
                    <a:pt x="5231" y="7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2" name="Input_receptor__301">
              <a:extLst>
                <a:ext uri="{FF2B5EF4-FFF2-40B4-BE49-F238E27FC236}">
                  <a16:creationId xmlns:a16="http://schemas.microsoft.com/office/drawing/2014/main" id="{B02FCDB1-4786-6026-1E53-C0C7E341B2D9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574005"/>
              <a:ext cx="37397" cy="29396"/>
            </a:xfrm>
            <a:custGeom>
              <a:avLst/>
              <a:gdLst/>
              <a:ahLst/>
              <a:cxnLst/>
              <a:rect l="0" t="0" r="0" b="0"/>
              <a:pathLst>
                <a:path w="37397" h="29396">
                  <a:moveTo>
                    <a:pt x="0" y="29396"/>
                  </a:moveTo>
                  <a:lnTo>
                    <a:pt x="37397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3" name="Input_receptor__302">
              <a:extLst>
                <a:ext uri="{FF2B5EF4-FFF2-40B4-BE49-F238E27FC236}">
                  <a16:creationId xmlns:a16="http://schemas.microsoft.com/office/drawing/2014/main" id="{4FFF6902-A2BC-5A7F-1F45-900C0AAAF0B1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9127"/>
              <a:ext cx="8009" cy="23048"/>
            </a:xfrm>
            <a:custGeom>
              <a:avLst/>
              <a:gdLst/>
              <a:ahLst/>
              <a:cxnLst/>
              <a:rect l="0" t="0" r="0" b="0"/>
              <a:pathLst>
                <a:path w="8009" h="23048">
                  <a:moveTo>
                    <a:pt x="8009" y="0"/>
                  </a:moveTo>
                  <a:lnTo>
                    <a:pt x="0" y="23048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4" name="Input_receptor__303">
              <a:extLst>
                <a:ext uri="{FF2B5EF4-FFF2-40B4-BE49-F238E27FC236}">
                  <a16:creationId xmlns:a16="http://schemas.microsoft.com/office/drawing/2014/main" id="{3411089F-CA3B-5464-1CE5-BCA1B8EFB3B4}"/>
                </a:ext>
              </a:extLst>
            </p:cNvPr>
            <p:cNvSpPr>
              <a:spLocks noGrp="1"/>
            </p:cNvSpPr>
            <p:nvPr/>
          </p:nvSpPr>
          <p:spPr>
            <a:xfrm>
              <a:off x="1868969" y="5174865"/>
              <a:ext cx="43100" cy="8671"/>
            </a:xfrm>
            <a:custGeom>
              <a:avLst/>
              <a:gdLst/>
              <a:ahLst/>
              <a:cxnLst/>
              <a:rect l="0" t="0" r="0" b="0"/>
              <a:pathLst>
                <a:path w="43100" h="8671">
                  <a:moveTo>
                    <a:pt x="43100" y="8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5" name="Input_receptor__304">
              <a:extLst>
                <a:ext uri="{FF2B5EF4-FFF2-40B4-BE49-F238E27FC236}">
                  <a16:creationId xmlns:a16="http://schemas.microsoft.com/office/drawing/2014/main" id="{831F1B25-CAD0-2CCD-314B-2DBBB6EE56DD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66749"/>
              <a:ext cx="37954" cy="22472"/>
            </a:xfrm>
            <a:custGeom>
              <a:avLst/>
              <a:gdLst/>
              <a:ahLst/>
              <a:cxnLst/>
              <a:rect l="0" t="0" r="0" b="0"/>
              <a:pathLst>
                <a:path w="37954" h="22472">
                  <a:moveTo>
                    <a:pt x="37954" y="0"/>
                  </a:moveTo>
                  <a:lnTo>
                    <a:pt x="0" y="22472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6" name="Input_receptor__305">
              <a:extLst>
                <a:ext uri="{FF2B5EF4-FFF2-40B4-BE49-F238E27FC236}">
                  <a16:creationId xmlns:a16="http://schemas.microsoft.com/office/drawing/2014/main" id="{0F50F27D-BF85-66C7-DECD-77C461E21BCC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29699"/>
              <a:ext cx="5985" cy="7934"/>
            </a:xfrm>
            <a:custGeom>
              <a:avLst/>
              <a:gdLst/>
              <a:ahLst/>
              <a:cxnLst/>
              <a:rect l="0" t="0" r="0" b="0"/>
              <a:pathLst>
                <a:path w="5985" h="7934">
                  <a:moveTo>
                    <a:pt x="0" y="7934"/>
                  </a:moveTo>
                  <a:lnTo>
                    <a:pt x="5985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7" name="Input_receptor__306">
              <a:extLst>
                <a:ext uri="{FF2B5EF4-FFF2-40B4-BE49-F238E27FC236}">
                  <a16:creationId xmlns:a16="http://schemas.microsoft.com/office/drawing/2014/main" id="{C265AB8F-B360-8FBE-1FE7-BC27512C1D41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78922"/>
              <a:ext cx="24503" cy="4102"/>
            </a:xfrm>
            <a:custGeom>
              <a:avLst/>
              <a:gdLst/>
              <a:ahLst/>
              <a:cxnLst/>
              <a:rect l="0" t="0" r="0" b="0"/>
              <a:pathLst>
                <a:path w="24503" h="4102">
                  <a:moveTo>
                    <a:pt x="24503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8" name="Input_receptor__307">
              <a:extLst>
                <a:ext uri="{FF2B5EF4-FFF2-40B4-BE49-F238E27FC236}">
                  <a16:creationId xmlns:a16="http://schemas.microsoft.com/office/drawing/2014/main" id="{2E4D3648-1731-1D64-B3F6-E744E277CC06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328428"/>
              <a:ext cx="31499" cy="31269"/>
            </a:xfrm>
            <a:custGeom>
              <a:avLst/>
              <a:gdLst/>
              <a:ahLst/>
              <a:cxnLst/>
              <a:rect l="0" t="0" r="0" b="0"/>
              <a:pathLst>
                <a:path w="31499" h="31269">
                  <a:moveTo>
                    <a:pt x="31499" y="312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9" name="Input_receptor__308">
              <a:extLst>
                <a:ext uri="{FF2B5EF4-FFF2-40B4-BE49-F238E27FC236}">
                  <a16:creationId xmlns:a16="http://schemas.microsoft.com/office/drawing/2014/main" id="{E63F1138-9CB5-6D5B-4556-4EB84E86E8D7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32514"/>
              <a:ext cx="14721" cy="12607"/>
            </a:xfrm>
            <a:custGeom>
              <a:avLst/>
              <a:gdLst/>
              <a:ahLst/>
              <a:cxnLst/>
              <a:rect l="0" t="0" r="0" b="0"/>
              <a:pathLst>
                <a:path w="14721" h="12607">
                  <a:moveTo>
                    <a:pt x="0" y="12607"/>
                  </a:moveTo>
                  <a:lnTo>
                    <a:pt x="14721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0" name="Input_receptor__309">
              <a:extLst>
                <a:ext uri="{FF2B5EF4-FFF2-40B4-BE49-F238E27FC236}">
                  <a16:creationId xmlns:a16="http://schemas.microsoft.com/office/drawing/2014/main" id="{0B5B5373-9FCA-F95C-8871-BDF17116FDB4}"/>
                </a:ext>
              </a:extLst>
            </p:cNvPr>
            <p:cNvSpPr>
              <a:spLocks noGrp="1"/>
            </p:cNvSpPr>
            <p:nvPr/>
          </p:nvSpPr>
          <p:spPr>
            <a:xfrm>
              <a:off x="1879212" y="5226691"/>
              <a:ext cx="17434" cy="13493"/>
            </a:xfrm>
            <a:custGeom>
              <a:avLst/>
              <a:gdLst/>
              <a:ahLst/>
              <a:cxnLst/>
              <a:rect l="0" t="0" r="0" b="0"/>
              <a:pathLst>
                <a:path w="17434" h="13493">
                  <a:moveTo>
                    <a:pt x="0" y="13493"/>
                  </a:moveTo>
                  <a:lnTo>
                    <a:pt x="17434" y="0"/>
                  </a:lnTo>
                </a:path>
              </a:pathLst>
            </a:custGeom>
            <a:noFill/>
            <a:ln w="20003">
              <a:solidFill>
                <a:srgbClr val="6F8493"/>
              </a:solidFill>
            </a:ln>
          </p:spPr>
        </p:sp>
        <p:sp>
          <p:nvSpPr>
            <p:cNvPr id="311" name="Input_receptor__310">
              <a:extLst>
                <a:ext uri="{FF2B5EF4-FFF2-40B4-BE49-F238E27FC236}">
                  <a16:creationId xmlns:a16="http://schemas.microsoft.com/office/drawing/2014/main" id="{A2BEF88D-CF37-C39B-235E-FB661370CE25}"/>
                </a:ext>
              </a:extLst>
            </p:cNvPr>
            <p:cNvSpPr>
              <a:spLocks noGrp="1"/>
            </p:cNvSpPr>
            <p:nvPr/>
          </p:nvSpPr>
          <p:spPr>
            <a:xfrm>
              <a:off x="1033448" y="5270893"/>
              <a:ext cx="47228" cy="8065"/>
            </a:xfrm>
            <a:custGeom>
              <a:avLst/>
              <a:gdLst/>
              <a:ahLst/>
              <a:cxnLst/>
              <a:rect l="0" t="0" r="0" b="0"/>
              <a:pathLst>
                <a:path w="47228" h="8065">
                  <a:moveTo>
                    <a:pt x="47228" y="0"/>
                  </a:moveTo>
                  <a:lnTo>
                    <a:pt x="0" y="8065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2" name="Input_receptor__311">
              <a:extLst>
                <a:ext uri="{FF2B5EF4-FFF2-40B4-BE49-F238E27FC236}">
                  <a16:creationId xmlns:a16="http://schemas.microsoft.com/office/drawing/2014/main" id="{4BAFB0DE-BB4B-67FF-421E-BB46D3588D6F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16022"/>
              <a:ext cx="47390" cy="9745"/>
            </a:xfrm>
            <a:custGeom>
              <a:avLst/>
              <a:gdLst/>
              <a:ahLst/>
              <a:cxnLst/>
              <a:rect l="0" t="0" r="0" b="0"/>
              <a:pathLst>
                <a:path w="47390" h="9745">
                  <a:moveTo>
                    <a:pt x="47390" y="9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3" name="Input_receptor__312">
              <a:extLst>
                <a:ext uri="{FF2B5EF4-FFF2-40B4-BE49-F238E27FC236}">
                  <a16:creationId xmlns:a16="http://schemas.microsoft.com/office/drawing/2014/main" id="{75F7E2DA-6969-8987-4F72-092043477182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74865"/>
              <a:ext cx="22543" cy="9027"/>
            </a:xfrm>
            <a:custGeom>
              <a:avLst/>
              <a:gdLst/>
              <a:ahLst/>
              <a:cxnLst/>
              <a:rect l="0" t="0" r="0" b="0"/>
              <a:pathLst>
                <a:path w="22543" h="9027">
                  <a:moveTo>
                    <a:pt x="22543" y="0"/>
                  </a:moveTo>
                  <a:lnTo>
                    <a:pt x="0" y="9027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4" name="Input_receptor__313">
              <a:extLst>
                <a:ext uri="{FF2B5EF4-FFF2-40B4-BE49-F238E27FC236}">
                  <a16:creationId xmlns:a16="http://schemas.microsoft.com/office/drawing/2014/main" id="{2D856C16-2281-B1A0-F051-6CE3B4AF3AA8}"/>
                </a:ext>
              </a:extLst>
            </p:cNvPr>
            <p:cNvSpPr>
              <a:spLocks noGrp="1"/>
            </p:cNvSpPr>
            <p:nvPr/>
          </p:nvSpPr>
          <p:spPr>
            <a:xfrm>
              <a:off x="1274872" y="5190135"/>
              <a:ext cx="26256" cy="32110"/>
            </a:xfrm>
            <a:custGeom>
              <a:avLst/>
              <a:gdLst/>
              <a:ahLst/>
              <a:cxnLst/>
              <a:rect l="0" t="0" r="0" b="0"/>
              <a:pathLst>
                <a:path w="26256" h="32110">
                  <a:moveTo>
                    <a:pt x="0" y="0"/>
                  </a:moveTo>
                  <a:lnTo>
                    <a:pt x="26256" y="3211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5" name="Input_receptor__314">
              <a:extLst>
                <a:ext uri="{FF2B5EF4-FFF2-40B4-BE49-F238E27FC236}">
                  <a16:creationId xmlns:a16="http://schemas.microsoft.com/office/drawing/2014/main" id="{BF1CD4EA-1E9E-CE7C-E8F7-A00DAAA2E9F1}"/>
                </a:ext>
              </a:extLst>
            </p:cNvPr>
            <p:cNvSpPr>
              <a:spLocks noGrp="1"/>
            </p:cNvSpPr>
            <p:nvPr/>
          </p:nvSpPr>
          <p:spPr>
            <a:xfrm>
              <a:off x="1689187" y="5217366"/>
              <a:ext cx="25311" cy="39109"/>
            </a:xfrm>
            <a:custGeom>
              <a:avLst/>
              <a:gdLst/>
              <a:ahLst/>
              <a:cxnLst/>
              <a:rect l="0" t="0" r="0" b="0"/>
              <a:pathLst>
                <a:path w="25311" h="39109">
                  <a:moveTo>
                    <a:pt x="25311" y="39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6" name="Input_receptor__315">
              <a:extLst>
                <a:ext uri="{FF2B5EF4-FFF2-40B4-BE49-F238E27FC236}">
                  <a16:creationId xmlns:a16="http://schemas.microsoft.com/office/drawing/2014/main" id="{E9B16945-6CD4-5EA8-9034-3963925ACD0C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19783" cy="10859"/>
            </a:xfrm>
            <a:custGeom>
              <a:avLst/>
              <a:gdLst/>
              <a:ahLst/>
              <a:cxnLst/>
              <a:rect l="0" t="0" r="0" b="0"/>
              <a:pathLst>
                <a:path w="19783" h="10859">
                  <a:moveTo>
                    <a:pt x="0" y="0"/>
                  </a:moveTo>
                  <a:lnTo>
                    <a:pt x="19783" y="10859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7" name="Input_receptor__316">
              <a:extLst>
                <a:ext uri="{FF2B5EF4-FFF2-40B4-BE49-F238E27FC236}">
                  <a16:creationId xmlns:a16="http://schemas.microsoft.com/office/drawing/2014/main" id="{5932A74A-5AB9-54C9-06CE-43CD1B93507E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0135"/>
              <a:ext cx="36502" cy="9790"/>
            </a:xfrm>
            <a:custGeom>
              <a:avLst/>
              <a:gdLst/>
              <a:ahLst/>
              <a:cxnLst/>
              <a:rect l="0" t="0" r="0" b="0"/>
              <a:pathLst>
                <a:path w="36502" h="9790">
                  <a:moveTo>
                    <a:pt x="0" y="9790"/>
                  </a:moveTo>
                  <a:lnTo>
                    <a:pt x="3650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8" name="Input_receptor__317">
              <a:extLst>
                <a:ext uri="{FF2B5EF4-FFF2-40B4-BE49-F238E27FC236}">
                  <a16:creationId xmlns:a16="http://schemas.microsoft.com/office/drawing/2014/main" id="{E54C10F7-331E-6BE2-2BEA-E86AA068538B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3968"/>
              <a:ext cx="25504" cy="24514"/>
            </a:xfrm>
            <a:custGeom>
              <a:avLst/>
              <a:gdLst/>
              <a:ahLst/>
              <a:cxnLst/>
              <a:rect l="0" t="0" r="0" b="0"/>
              <a:pathLst>
                <a:path w="25504" h="24514">
                  <a:moveTo>
                    <a:pt x="0" y="24514"/>
                  </a:moveTo>
                  <a:lnTo>
                    <a:pt x="25504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9" name="Input_receptor__318">
              <a:extLst>
                <a:ext uri="{FF2B5EF4-FFF2-40B4-BE49-F238E27FC236}">
                  <a16:creationId xmlns:a16="http://schemas.microsoft.com/office/drawing/2014/main" id="{E046B2A6-9319-2D44-AC2A-FD8E74193041}"/>
                </a:ext>
              </a:extLst>
            </p:cNvPr>
            <p:cNvSpPr>
              <a:spLocks noGrp="1"/>
            </p:cNvSpPr>
            <p:nvPr/>
          </p:nvSpPr>
          <p:spPr>
            <a:xfrm>
              <a:off x="1194773" y="5500407"/>
              <a:ext cx="29972" cy="32107"/>
            </a:xfrm>
            <a:custGeom>
              <a:avLst/>
              <a:gdLst/>
              <a:ahLst/>
              <a:cxnLst/>
              <a:rect l="0" t="0" r="0" b="0"/>
              <a:pathLst>
                <a:path w="29972" h="32107">
                  <a:moveTo>
                    <a:pt x="0" y="32107"/>
                  </a:moveTo>
                  <a:lnTo>
                    <a:pt x="2997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0" name="Input_receptor__319">
              <a:extLst>
                <a:ext uri="{FF2B5EF4-FFF2-40B4-BE49-F238E27FC236}">
                  <a16:creationId xmlns:a16="http://schemas.microsoft.com/office/drawing/2014/main" id="{C9D273BC-4885-4F15-5BF6-B477103A87A6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110"/>
              <a:ext cx="45901" cy="293"/>
            </a:xfrm>
            <a:custGeom>
              <a:avLst/>
              <a:gdLst/>
              <a:ahLst/>
              <a:cxnLst/>
              <a:rect l="0" t="0" r="0" b="0"/>
              <a:pathLst>
                <a:path w="45901" h="293">
                  <a:moveTo>
                    <a:pt x="0" y="293"/>
                  </a:moveTo>
                  <a:lnTo>
                    <a:pt x="45901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1" name="Input_receptor__320">
              <a:extLst>
                <a:ext uri="{FF2B5EF4-FFF2-40B4-BE49-F238E27FC236}">
                  <a16:creationId xmlns:a16="http://schemas.microsoft.com/office/drawing/2014/main" id="{A9717A40-D02A-695A-9E65-36DF1F3E19E4}"/>
                </a:ext>
              </a:extLst>
            </p:cNvPr>
            <p:cNvSpPr>
              <a:spLocks noGrp="1"/>
            </p:cNvSpPr>
            <p:nvPr/>
          </p:nvSpPr>
          <p:spPr>
            <a:xfrm>
              <a:off x="1896646" y="5183536"/>
              <a:ext cx="15423" cy="43155"/>
            </a:xfrm>
            <a:custGeom>
              <a:avLst/>
              <a:gdLst/>
              <a:ahLst/>
              <a:cxnLst/>
              <a:rect l="0" t="0" r="0" b="0"/>
              <a:pathLst>
                <a:path w="15423" h="43155">
                  <a:moveTo>
                    <a:pt x="0" y="43155"/>
                  </a:moveTo>
                  <a:lnTo>
                    <a:pt x="15423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2" name="Input_receptor__321">
              <a:extLst>
                <a:ext uri="{FF2B5EF4-FFF2-40B4-BE49-F238E27FC236}">
                  <a16:creationId xmlns:a16="http://schemas.microsoft.com/office/drawing/2014/main" id="{1580F8E3-4579-E625-F429-69DA64CB22EF}"/>
                </a:ext>
              </a:extLst>
            </p:cNvPr>
            <p:cNvSpPr>
              <a:spLocks noGrp="1"/>
            </p:cNvSpPr>
            <p:nvPr/>
          </p:nvSpPr>
          <p:spPr>
            <a:xfrm>
              <a:off x="1267433" y="5222245"/>
              <a:ext cx="33695" cy="33939"/>
            </a:xfrm>
            <a:custGeom>
              <a:avLst/>
              <a:gdLst/>
              <a:ahLst/>
              <a:cxnLst/>
              <a:rect l="0" t="0" r="0" b="0"/>
              <a:pathLst>
                <a:path w="33695" h="33939">
                  <a:moveTo>
                    <a:pt x="33695" y="0"/>
                  </a:moveTo>
                  <a:lnTo>
                    <a:pt x="0" y="33939"/>
                  </a:lnTo>
                </a:path>
              </a:pathLst>
            </a:custGeom>
            <a:noFill/>
            <a:ln w="20003">
              <a:solidFill>
                <a:srgbClr val="718593"/>
              </a:solidFill>
            </a:ln>
          </p:spPr>
        </p:sp>
        <p:sp>
          <p:nvSpPr>
            <p:cNvPr id="323" name="Input_receptor__322">
              <a:extLst>
                <a:ext uri="{FF2B5EF4-FFF2-40B4-BE49-F238E27FC236}">
                  <a16:creationId xmlns:a16="http://schemas.microsoft.com/office/drawing/2014/main" id="{2F25AECB-D34E-7477-477A-0086C5F2DA7D}"/>
                </a:ext>
              </a:extLst>
            </p:cNvPr>
            <p:cNvSpPr>
              <a:spLocks noGrp="1"/>
            </p:cNvSpPr>
            <p:nvPr/>
          </p:nvSpPr>
          <p:spPr>
            <a:xfrm>
              <a:off x="1080675" y="5270893"/>
              <a:ext cx="7136" cy="43074"/>
            </a:xfrm>
            <a:custGeom>
              <a:avLst/>
              <a:gdLst/>
              <a:ahLst/>
              <a:cxnLst/>
              <a:rect l="0" t="0" r="0" b="0"/>
              <a:pathLst>
                <a:path w="7136" h="43074">
                  <a:moveTo>
                    <a:pt x="7136" y="43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4" name="Input_receptor__323">
              <a:extLst>
                <a:ext uri="{FF2B5EF4-FFF2-40B4-BE49-F238E27FC236}">
                  <a16:creationId xmlns:a16="http://schemas.microsoft.com/office/drawing/2014/main" id="{EC6A1684-814B-460F-26E8-FA91C5F38648}"/>
                </a:ext>
              </a:extLst>
            </p:cNvPr>
            <p:cNvSpPr>
              <a:spLocks noGrp="1"/>
            </p:cNvSpPr>
            <p:nvPr/>
          </p:nvSpPr>
          <p:spPr>
            <a:xfrm>
              <a:off x="1293797" y="5375110"/>
              <a:ext cx="12316" cy="38573"/>
            </a:xfrm>
            <a:custGeom>
              <a:avLst/>
              <a:gdLst/>
              <a:ahLst/>
              <a:cxnLst/>
              <a:rect l="0" t="0" r="0" b="0"/>
              <a:pathLst>
                <a:path w="12316" h="38573">
                  <a:moveTo>
                    <a:pt x="0" y="0"/>
                  </a:moveTo>
                  <a:lnTo>
                    <a:pt x="12316" y="38573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5" name="Input_receptor__324">
              <a:extLst>
                <a:ext uri="{FF2B5EF4-FFF2-40B4-BE49-F238E27FC236}">
                  <a16:creationId xmlns:a16="http://schemas.microsoft.com/office/drawing/2014/main" id="{D05D35AB-AAD7-8F5F-90E7-D8EB81504916}"/>
                </a:ext>
              </a:extLst>
            </p:cNvPr>
            <p:cNvSpPr>
              <a:spLocks noGrp="1"/>
            </p:cNvSpPr>
            <p:nvPr/>
          </p:nvSpPr>
          <p:spPr>
            <a:xfrm>
              <a:off x="1767222" y="4799715"/>
              <a:ext cx="14309" cy="6543"/>
            </a:xfrm>
            <a:custGeom>
              <a:avLst/>
              <a:gdLst/>
              <a:ahLst/>
              <a:cxnLst/>
              <a:rect l="0" t="0" r="0" b="0"/>
              <a:pathLst>
                <a:path w="14309" h="6543">
                  <a:moveTo>
                    <a:pt x="14309" y="65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18594"/>
              </a:solidFill>
            </a:ln>
          </p:spPr>
        </p:sp>
        <p:sp>
          <p:nvSpPr>
            <p:cNvPr id="326" name="Input_receptor__325">
              <a:extLst>
                <a:ext uri="{FF2B5EF4-FFF2-40B4-BE49-F238E27FC236}">
                  <a16:creationId xmlns:a16="http://schemas.microsoft.com/office/drawing/2014/main" id="{A3A89A00-E0E5-A477-C78F-868A90A35D4A}"/>
                </a:ext>
              </a:extLst>
            </p:cNvPr>
            <p:cNvSpPr>
              <a:spLocks noGrp="1"/>
            </p:cNvSpPr>
            <p:nvPr/>
          </p:nvSpPr>
          <p:spPr>
            <a:xfrm>
              <a:off x="1199909" y="5425768"/>
              <a:ext cx="4179" cy="31445"/>
            </a:xfrm>
            <a:custGeom>
              <a:avLst/>
              <a:gdLst/>
              <a:ahLst/>
              <a:cxnLst/>
              <a:rect l="0" t="0" r="0" b="0"/>
              <a:pathLst>
                <a:path w="4179" h="31445">
                  <a:moveTo>
                    <a:pt x="0" y="31445"/>
                  </a:moveTo>
                  <a:lnTo>
                    <a:pt x="4179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7" name="Input_receptor__326">
              <a:extLst>
                <a:ext uri="{FF2B5EF4-FFF2-40B4-BE49-F238E27FC236}">
                  <a16:creationId xmlns:a16="http://schemas.microsoft.com/office/drawing/2014/main" id="{2AD2C3DA-18F2-2CE2-D821-C0270842EA41}"/>
                </a:ext>
              </a:extLst>
            </p:cNvPr>
            <p:cNvSpPr>
              <a:spLocks noGrp="1"/>
            </p:cNvSpPr>
            <p:nvPr/>
          </p:nvSpPr>
          <p:spPr>
            <a:xfrm>
              <a:off x="1824696" y="5120306"/>
              <a:ext cx="48069" cy="5221"/>
            </a:xfrm>
            <a:custGeom>
              <a:avLst/>
              <a:gdLst/>
              <a:ahLst/>
              <a:cxnLst/>
              <a:rect l="0" t="0" r="0" b="0"/>
              <a:pathLst>
                <a:path w="48069" h="5221">
                  <a:moveTo>
                    <a:pt x="48069" y="0"/>
                  </a:moveTo>
                  <a:lnTo>
                    <a:pt x="0" y="5221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8" name="Input_receptor__327">
              <a:extLst>
                <a:ext uri="{FF2B5EF4-FFF2-40B4-BE49-F238E27FC236}">
                  <a16:creationId xmlns:a16="http://schemas.microsoft.com/office/drawing/2014/main" id="{1CA1E1ED-215F-A8A0-E7F7-E367C3DD55AF}"/>
                </a:ext>
              </a:extLst>
            </p:cNvPr>
            <p:cNvSpPr>
              <a:spLocks noGrp="1"/>
            </p:cNvSpPr>
            <p:nvPr/>
          </p:nvSpPr>
          <p:spPr>
            <a:xfrm>
              <a:off x="1673709" y="5256475"/>
              <a:ext cx="40788" cy="20288"/>
            </a:xfrm>
            <a:custGeom>
              <a:avLst/>
              <a:gdLst/>
              <a:ahLst/>
              <a:cxnLst/>
              <a:rect l="0" t="0" r="0" b="0"/>
              <a:pathLst>
                <a:path w="40788" h="20288">
                  <a:moveTo>
                    <a:pt x="0" y="20288"/>
                  </a:moveTo>
                  <a:lnTo>
                    <a:pt x="40788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9" name="Input_receptor__328">
              <a:extLst>
                <a:ext uri="{FF2B5EF4-FFF2-40B4-BE49-F238E27FC236}">
                  <a16:creationId xmlns:a16="http://schemas.microsoft.com/office/drawing/2014/main" id="{4215B52E-0FE0-B753-E232-30348BEACCF9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24750"/>
              <a:ext cx="41987" cy="17188"/>
            </a:xfrm>
            <a:custGeom>
              <a:avLst/>
              <a:gdLst/>
              <a:ahLst/>
              <a:cxnLst/>
              <a:rect l="0" t="0" r="0" b="0"/>
              <a:pathLst>
                <a:path w="41987" h="17188">
                  <a:moveTo>
                    <a:pt x="41987" y="0"/>
                  </a:moveTo>
                  <a:lnTo>
                    <a:pt x="0" y="17188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0" name="Input_receptor__329">
              <a:extLst>
                <a:ext uri="{FF2B5EF4-FFF2-40B4-BE49-F238E27FC236}">
                  <a16:creationId xmlns:a16="http://schemas.microsoft.com/office/drawing/2014/main" id="{3034F978-D58B-FC16-285C-C0599E5A954D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78959"/>
              <a:ext cx="5244" cy="17110"/>
            </a:xfrm>
            <a:custGeom>
              <a:avLst/>
              <a:gdLst/>
              <a:ahLst/>
              <a:cxnLst/>
              <a:rect l="0" t="0" r="0" b="0"/>
              <a:pathLst>
                <a:path w="5244" h="17110">
                  <a:moveTo>
                    <a:pt x="5244" y="0"/>
                  </a:moveTo>
                  <a:lnTo>
                    <a:pt x="0" y="1711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1" name="Input_receptor__330">
              <a:extLst>
                <a:ext uri="{FF2B5EF4-FFF2-40B4-BE49-F238E27FC236}">
                  <a16:creationId xmlns:a16="http://schemas.microsoft.com/office/drawing/2014/main" id="{8BFA5FD1-78F4-BDF1-9619-422AC41E98BF}"/>
                </a:ext>
              </a:extLst>
            </p:cNvPr>
            <p:cNvSpPr>
              <a:spLocks noGrp="1"/>
            </p:cNvSpPr>
            <p:nvPr/>
          </p:nvSpPr>
          <p:spPr>
            <a:xfrm>
              <a:off x="1717950" y="5328967"/>
              <a:ext cx="22758" cy="30730"/>
            </a:xfrm>
            <a:custGeom>
              <a:avLst/>
              <a:gdLst/>
              <a:ahLst/>
              <a:cxnLst/>
              <a:rect l="0" t="0" r="0" b="0"/>
              <a:pathLst>
                <a:path w="22758" h="30730">
                  <a:moveTo>
                    <a:pt x="22758" y="0"/>
                  </a:moveTo>
                  <a:lnTo>
                    <a:pt x="0" y="30730"/>
                  </a:lnTo>
                </a:path>
              </a:pathLst>
            </a:custGeom>
            <a:noFill/>
            <a:ln w="8096">
              <a:solidFill>
                <a:srgbClr val="718694"/>
              </a:solidFill>
            </a:ln>
          </p:spPr>
        </p:sp>
        <p:sp>
          <p:nvSpPr>
            <p:cNvPr id="332" name="Input_receptor__331">
              <a:extLst>
                <a:ext uri="{FF2B5EF4-FFF2-40B4-BE49-F238E27FC236}">
                  <a16:creationId xmlns:a16="http://schemas.microsoft.com/office/drawing/2014/main" id="{5C656760-1F54-7107-01B9-F1A12C398DC2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21892" cy="1975"/>
            </a:xfrm>
            <a:custGeom>
              <a:avLst/>
              <a:gdLst/>
              <a:ahLst/>
              <a:cxnLst/>
              <a:rect l="0" t="0" r="0" b="0"/>
              <a:pathLst>
                <a:path w="21892" h="1975">
                  <a:moveTo>
                    <a:pt x="21892" y="1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3" name="Input_receptor__332">
              <a:extLst>
                <a:ext uri="{FF2B5EF4-FFF2-40B4-BE49-F238E27FC236}">
                  <a16:creationId xmlns:a16="http://schemas.microsoft.com/office/drawing/2014/main" id="{4480D1E5-4F14-58AA-4420-A48581F15EE9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1208"/>
              <a:ext cx="30927" cy="30967"/>
            </a:xfrm>
            <a:custGeom>
              <a:avLst/>
              <a:gdLst/>
              <a:ahLst/>
              <a:cxnLst/>
              <a:rect l="0" t="0" r="0" b="0"/>
              <a:pathLst>
                <a:path w="30927" h="30967">
                  <a:moveTo>
                    <a:pt x="0" y="30967"/>
                  </a:moveTo>
                  <a:lnTo>
                    <a:pt x="30927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4" name="Input_receptor__333">
              <a:extLst>
                <a:ext uri="{FF2B5EF4-FFF2-40B4-BE49-F238E27FC236}">
                  <a16:creationId xmlns:a16="http://schemas.microsoft.com/office/drawing/2014/main" id="{55A163C4-C14F-4F77-1043-B4709E2C16D3}"/>
                </a:ext>
              </a:extLst>
            </p:cNvPr>
            <p:cNvSpPr>
              <a:spLocks noGrp="1"/>
            </p:cNvSpPr>
            <p:nvPr/>
          </p:nvSpPr>
          <p:spPr>
            <a:xfrm>
              <a:off x="1396455" y="5224750"/>
              <a:ext cx="25604" cy="36458"/>
            </a:xfrm>
            <a:custGeom>
              <a:avLst/>
              <a:gdLst/>
              <a:ahLst/>
              <a:cxnLst/>
              <a:rect l="0" t="0" r="0" b="0"/>
              <a:pathLst>
                <a:path w="25604" h="36458">
                  <a:moveTo>
                    <a:pt x="25604" y="364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5" name="Input_receptor__334">
              <a:extLst>
                <a:ext uri="{FF2B5EF4-FFF2-40B4-BE49-F238E27FC236}">
                  <a16:creationId xmlns:a16="http://schemas.microsoft.com/office/drawing/2014/main" id="{A492E5F0-CA93-2A47-BA77-B5A52A5A7916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48504"/>
              <a:ext cx="41111" cy="5335"/>
            </a:xfrm>
            <a:custGeom>
              <a:avLst/>
              <a:gdLst/>
              <a:ahLst/>
              <a:cxnLst/>
              <a:rect l="0" t="0" r="0" b="0"/>
              <a:pathLst>
                <a:path w="41111" h="5335">
                  <a:moveTo>
                    <a:pt x="41111" y="5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6" name="Input_receptor__335">
              <a:extLst>
                <a:ext uri="{FF2B5EF4-FFF2-40B4-BE49-F238E27FC236}">
                  <a16:creationId xmlns:a16="http://schemas.microsoft.com/office/drawing/2014/main" id="{F5CA2C8C-1A27-E76E-5D8C-79A6C8DC1FC6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13683"/>
              <a:ext cx="40015" cy="23950"/>
            </a:xfrm>
            <a:custGeom>
              <a:avLst/>
              <a:gdLst/>
              <a:ahLst/>
              <a:cxnLst/>
              <a:rect l="0" t="0" r="0" b="0"/>
              <a:pathLst>
                <a:path w="40015" h="23950">
                  <a:moveTo>
                    <a:pt x="40015" y="0"/>
                  </a:moveTo>
                  <a:lnTo>
                    <a:pt x="0" y="2395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7" name="Input_receptor__336">
              <a:extLst>
                <a:ext uri="{FF2B5EF4-FFF2-40B4-BE49-F238E27FC236}">
                  <a16:creationId xmlns:a16="http://schemas.microsoft.com/office/drawing/2014/main" id="{C1591B4C-9D34-CBFC-9C23-FF8D40AD2AD2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57212"/>
              <a:ext cx="37644" cy="21710"/>
            </a:xfrm>
            <a:custGeom>
              <a:avLst/>
              <a:gdLst/>
              <a:ahLst/>
              <a:cxnLst/>
              <a:rect l="0" t="0" r="0" b="0"/>
              <a:pathLst>
                <a:path w="37644" h="21710">
                  <a:moveTo>
                    <a:pt x="0" y="21710"/>
                  </a:moveTo>
                  <a:lnTo>
                    <a:pt x="37644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8" name="Input_receptor__337">
              <a:extLst>
                <a:ext uri="{FF2B5EF4-FFF2-40B4-BE49-F238E27FC236}">
                  <a16:creationId xmlns:a16="http://schemas.microsoft.com/office/drawing/2014/main" id="{782F43CE-31C7-31C3-BB8E-89571916BEDC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08391"/>
              <a:ext cx="3555" cy="7631"/>
            </a:xfrm>
            <a:custGeom>
              <a:avLst/>
              <a:gdLst/>
              <a:ahLst/>
              <a:cxnLst/>
              <a:rect l="0" t="0" r="0" b="0"/>
              <a:pathLst>
                <a:path w="3555" h="7631">
                  <a:moveTo>
                    <a:pt x="0" y="7631"/>
                  </a:moveTo>
                  <a:lnTo>
                    <a:pt x="3555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9" name="Input_receptor__338">
              <a:extLst>
                <a:ext uri="{FF2B5EF4-FFF2-40B4-BE49-F238E27FC236}">
                  <a16:creationId xmlns:a16="http://schemas.microsoft.com/office/drawing/2014/main" id="{B614D5E6-0F2B-2E6E-B79A-B6D0C271F79A}"/>
                </a:ext>
              </a:extLst>
            </p:cNvPr>
            <p:cNvSpPr>
              <a:spLocks noGrp="1"/>
            </p:cNvSpPr>
            <p:nvPr/>
          </p:nvSpPr>
          <p:spPr>
            <a:xfrm>
              <a:off x="1181161" y="5353839"/>
              <a:ext cx="18170" cy="26413"/>
            </a:xfrm>
            <a:custGeom>
              <a:avLst/>
              <a:gdLst/>
              <a:ahLst/>
              <a:cxnLst/>
              <a:rect l="0" t="0" r="0" b="0"/>
              <a:pathLst>
                <a:path w="18170" h="26413">
                  <a:moveTo>
                    <a:pt x="18170" y="26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694"/>
              </a:solidFill>
            </a:ln>
          </p:spPr>
        </p:sp>
        <p:sp>
          <p:nvSpPr>
            <p:cNvPr id="340" name="Input_receptor__339">
              <a:extLst>
                <a:ext uri="{FF2B5EF4-FFF2-40B4-BE49-F238E27FC236}">
                  <a16:creationId xmlns:a16="http://schemas.microsoft.com/office/drawing/2014/main" id="{07FD4E7E-9021-EB52-75F7-5FA0BF1B8C49}"/>
                </a:ext>
              </a:extLst>
            </p:cNvPr>
            <p:cNvSpPr>
              <a:spLocks noGrp="1"/>
            </p:cNvSpPr>
            <p:nvPr/>
          </p:nvSpPr>
          <p:spPr>
            <a:xfrm>
              <a:off x="1872765" y="5120306"/>
              <a:ext cx="5030" cy="36239"/>
            </a:xfrm>
            <a:custGeom>
              <a:avLst/>
              <a:gdLst/>
              <a:ahLst/>
              <a:cxnLst/>
              <a:rect l="0" t="0" r="0" b="0"/>
              <a:pathLst>
                <a:path w="5030" h="36239">
                  <a:moveTo>
                    <a:pt x="5030" y="36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1" name="Input_receptor__340">
              <a:extLst>
                <a:ext uri="{FF2B5EF4-FFF2-40B4-BE49-F238E27FC236}">
                  <a16:creationId xmlns:a16="http://schemas.microsoft.com/office/drawing/2014/main" id="{27CCB887-69A4-2883-9ACC-B6F5184140B3}"/>
                </a:ext>
              </a:extLst>
            </p:cNvPr>
            <p:cNvSpPr>
              <a:spLocks noGrp="1"/>
            </p:cNvSpPr>
            <p:nvPr/>
          </p:nvSpPr>
          <p:spPr>
            <a:xfrm>
              <a:off x="1153146" y="5282492"/>
              <a:ext cx="37121" cy="18751"/>
            </a:xfrm>
            <a:custGeom>
              <a:avLst/>
              <a:gdLst/>
              <a:ahLst/>
              <a:cxnLst/>
              <a:rect l="0" t="0" r="0" b="0"/>
              <a:pathLst>
                <a:path w="37121" h="18751">
                  <a:moveTo>
                    <a:pt x="37121" y="18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2" name="Input_receptor__341">
              <a:extLst>
                <a:ext uri="{FF2B5EF4-FFF2-40B4-BE49-F238E27FC236}">
                  <a16:creationId xmlns:a16="http://schemas.microsoft.com/office/drawing/2014/main" id="{52DDC886-FFC1-A4C2-8D7B-515ACBFB91E3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56545"/>
              <a:ext cx="31368" cy="27346"/>
            </a:xfrm>
            <a:custGeom>
              <a:avLst/>
              <a:gdLst/>
              <a:ahLst/>
              <a:cxnLst/>
              <a:rect l="0" t="0" r="0" b="0"/>
              <a:pathLst>
                <a:path w="31368" h="27346">
                  <a:moveTo>
                    <a:pt x="0" y="27346"/>
                  </a:moveTo>
                  <a:lnTo>
                    <a:pt x="31368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3" name="Input_receptor__342">
              <a:extLst>
                <a:ext uri="{FF2B5EF4-FFF2-40B4-BE49-F238E27FC236}">
                  <a16:creationId xmlns:a16="http://schemas.microsoft.com/office/drawing/2014/main" id="{3F6F645F-FD56-53BF-B8B9-ABA01325977B}"/>
                </a:ext>
              </a:extLst>
            </p:cNvPr>
            <p:cNvSpPr>
              <a:spLocks noGrp="1"/>
            </p:cNvSpPr>
            <p:nvPr/>
          </p:nvSpPr>
          <p:spPr>
            <a:xfrm>
              <a:off x="988148" y="5223787"/>
              <a:ext cx="46318" cy="13831"/>
            </a:xfrm>
            <a:custGeom>
              <a:avLst/>
              <a:gdLst/>
              <a:ahLst/>
              <a:cxnLst/>
              <a:rect l="0" t="0" r="0" b="0"/>
              <a:pathLst>
                <a:path w="46318" h="13831">
                  <a:moveTo>
                    <a:pt x="46318" y="0"/>
                  </a:moveTo>
                  <a:lnTo>
                    <a:pt x="0" y="13831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4" name="Input_receptor__343">
              <a:extLst>
                <a:ext uri="{FF2B5EF4-FFF2-40B4-BE49-F238E27FC236}">
                  <a16:creationId xmlns:a16="http://schemas.microsoft.com/office/drawing/2014/main" id="{BB9743AF-A091-6DC0-ADE2-C0CC2C0CD477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403"/>
              <a:ext cx="14244" cy="6092"/>
            </a:xfrm>
            <a:custGeom>
              <a:avLst/>
              <a:gdLst/>
              <a:ahLst/>
              <a:cxnLst/>
              <a:rect l="0" t="0" r="0" b="0"/>
              <a:pathLst>
                <a:path w="14244" h="6092">
                  <a:moveTo>
                    <a:pt x="14244" y="6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5" name="Input_receptor__344">
              <a:extLst>
                <a:ext uri="{FF2B5EF4-FFF2-40B4-BE49-F238E27FC236}">
                  <a16:creationId xmlns:a16="http://schemas.microsoft.com/office/drawing/2014/main" id="{146A2BF3-2CC9-F07A-B011-9586517B9CE4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4559"/>
              <a:ext cx="29282" cy="5366"/>
            </a:xfrm>
            <a:custGeom>
              <a:avLst/>
              <a:gdLst/>
              <a:ahLst/>
              <a:cxnLst/>
              <a:rect l="0" t="0" r="0" b="0"/>
              <a:pathLst>
                <a:path w="29282" h="5366">
                  <a:moveTo>
                    <a:pt x="29282" y="0"/>
                  </a:moveTo>
                  <a:lnTo>
                    <a:pt x="0" y="5366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6" name="Input_receptor__345">
              <a:extLst>
                <a:ext uri="{FF2B5EF4-FFF2-40B4-BE49-F238E27FC236}">
                  <a16:creationId xmlns:a16="http://schemas.microsoft.com/office/drawing/2014/main" id="{8852C657-CE28-D493-7FC9-B1CDEE819F29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37616" cy="29496"/>
            </a:xfrm>
            <a:custGeom>
              <a:avLst/>
              <a:gdLst/>
              <a:ahLst/>
              <a:cxnLst/>
              <a:rect l="0" t="0" r="0" b="0"/>
              <a:pathLst>
                <a:path w="37616" h="29496">
                  <a:moveTo>
                    <a:pt x="37616" y="294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7" name="Input_receptor__346">
              <a:extLst>
                <a:ext uri="{FF2B5EF4-FFF2-40B4-BE49-F238E27FC236}">
                  <a16:creationId xmlns:a16="http://schemas.microsoft.com/office/drawing/2014/main" id="{8C6C8E9D-A899-56E8-7D6A-0247F84FD62A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82492"/>
              <a:ext cx="31239" cy="402"/>
            </a:xfrm>
            <a:custGeom>
              <a:avLst/>
              <a:gdLst/>
              <a:ahLst/>
              <a:cxnLst/>
              <a:rect l="0" t="0" r="0" b="0"/>
              <a:pathLst>
                <a:path w="31239" h="402">
                  <a:moveTo>
                    <a:pt x="31239" y="0"/>
                  </a:moveTo>
                  <a:lnTo>
                    <a:pt x="0" y="402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8" name="Input_receptor__347">
              <a:extLst>
                <a:ext uri="{FF2B5EF4-FFF2-40B4-BE49-F238E27FC236}">
                  <a16:creationId xmlns:a16="http://schemas.microsoft.com/office/drawing/2014/main" id="{4F7CD45E-5158-2C7D-750E-51FA0366B1BA}"/>
                </a:ext>
              </a:extLst>
            </p:cNvPr>
            <p:cNvSpPr>
              <a:spLocks noGrp="1"/>
            </p:cNvSpPr>
            <p:nvPr/>
          </p:nvSpPr>
          <p:spPr>
            <a:xfrm>
              <a:off x="1233444" y="5139293"/>
              <a:ext cx="46905" cy="11115"/>
            </a:xfrm>
            <a:custGeom>
              <a:avLst/>
              <a:gdLst/>
              <a:ahLst/>
              <a:cxnLst/>
              <a:rect l="0" t="0" r="0" b="0"/>
              <a:pathLst>
                <a:path w="46905" h="11115">
                  <a:moveTo>
                    <a:pt x="0" y="0"/>
                  </a:moveTo>
                  <a:lnTo>
                    <a:pt x="46905" y="111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9" name="Input_receptor__348">
              <a:extLst>
                <a:ext uri="{FF2B5EF4-FFF2-40B4-BE49-F238E27FC236}">
                  <a16:creationId xmlns:a16="http://schemas.microsoft.com/office/drawing/2014/main" id="{BE53077C-6AC4-D948-D697-AC4B1A3C45F3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7847" cy="95"/>
            </a:xfrm>
            <a:custGeom>
              <a:avLst/>
              <a:gdLst/>
              <a:ahLst/>
              <a:cxnLst/>
              <a:rect l="0" t="0" r="0" b="0"/>
              <a:pathLst>
                <a:path w="47847" h="95">
                  <a:moveTo>
                    <a:pt x="47847" y="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0" name="Input_receptor__349">
              <a:extLst>
                <a:ext uri="{FF2B5EF4-FFF2-40B4-BE49-F238E27FC236}">
                  <a16:creationId xmlns:a16="http://schemas.microsoft.com/office/drawing/2014/main" id="{670CA054-0066-EA9C-FBF0-93CC1A253593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121676"/>
              <a:ext cx="1483" cy="3851"/>
            </a:xfrm>
            <a:custGeom>
              <a:avLst/>
              <a:gdLst/>
              <a:ahLst/>
              <a:cxnLst/>
              <a:rect l="0" t="0" r="0" b="0"/>
              <a:pathLst>
                <a:path w="1483" h="3851">
                  <a:moveTo>
                    <a:pt x="1483" y="3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1" name="Input_receptor__350">
              <a:extLst>
                <a:ext uri="{FF2B5EF4-FFF2-40B4-BE49-F238E27FC236}">
                  <a16:creationId xmlns:a16="http://schemas.microsoft.com/office/drawing/2014/main" id="{664CD060-2E82-C4A1-E564-6D9F3B1979A2}"/>
                </a:ext>
              </a:extLst>
            </p:cNvPr>
            <p:cNvSpPr>
              <a:spLocks noGrp="1"/>
            </p:cNvSpPr>
            <p:nvPr/>
          </p:nvSpPr>
          <p:spPr>
            <a:xfrm>
              <a:off x="1459912" y="5423884"/>
              <a:ext cx="44492" cy="3648"/>
            </a:xfrm>
            <a:custGeom>
              <a:avLst/>
              <a:gdLst/>
              <a:ahLst/>
              <a:cxnLst/>
              <a:rect l="0" t="0" r="0" b="0"/>
              <a:pathLst>
                <a:path w="44492" h="3648">
                  <a:moveTo>
                    <a:pt x="0" y="0"/>
                  </a:moveTo>
                  <a:lnTo>
                    <a:pt x="44492" y="3648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2" name="Input_receptor__351">
              <a:extLst>
                <a:ext uri="{FF2B5EF4-FFF2-40B4-BE49-F238E27FC236}">
                  <a16:creationId xmlns:a16="http://schemas.microsoft.com/office/drawing/2014/main" id="{916E8E67-9D5C-EE3C-5D44-9E1A9EC6EDB1}"/>
                </a:ext>
              </a:extLst>
            </p:cNvPr>
            <p:cNvSpPr>
              <a:spLocks noGrp="1"/>
            </p:cNvSpPr>
            <p:nvPr/>
          </p:nvSpPr>
          <p:spPr>
            <a:xfrm>
              <a:off x="1740708" y="5328967"/>
              <a:ext cx="39005" cy="13437"/>
            </a:xfrm>
            <a:custGeom>
              <a:avLst/>
              <a:gdLst/>
              <a:ahLst/>
              <a:cxnLst/>
              <a:rect l="0" t="0" r="0" b="0"/>
              <a:pathLst>
                <a:path w="39005" h="13437">
                  <a:moveTo>
                    <a:pt x="39005" y="13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3" name="Input_receptor__352">
              <a:extLst>
                <a:ext uri="{FF2B5EF4-FFF2-40B4-BE49-F238E27FC236}">
                  <a16:creationId xmlns:a16="http://schemas.microsoft.com/office/drawing/2014/main" id="{9FAC5873-A4B2-B085-BA0B-40D5D059B084}"/>
                </a:ext>
              </a:extLst>
            </p:cNvPr>
            <p:cNvSpPr>
              <a:spLocks noGrp="1"/>
            </p:cNvSpPr>
            <p:nvPr/>
          </p:nvSpPr>
          <p:spPr>
            <a:xfrm>
              <a:off x="1160253" y="5380252"/>
              <a:ext cx="39079" cy="28139"/>
            </a:xfrm>
            <a:custGeom>
              <a:avLst/>
              <a:gdLst/>
              <a:ahLst/>
              <a:cxnLst/>
              <a:rect l="0" t="0" r="0" b="0"/>
              <a:pathLst>
                <a:path w="39079" h="28139">
                  <a:moveTo>
                    <a:pt x="0" y="28139"/>
                  </a:moveTo>
                  <a:lnTo>
                    <a:pt x="39079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4" name="Input_receptor__353">
              <a:extLst>
                <a:ext uri="{FF2B5EF4-FFF2-40B4-BE49-F238E27FC236}">
                  <a16:creationId xmlns:a16="http://schemas.microsoft.com/office/drawing/2014/main" id="{3B0983BC-A155-33B4-6A4A-A7390A0F89E0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62336"/>
              <a:ext cx="39339" cy="8615"/>
            </a:xfrm>
            <a:custGeom>
              <a:avLst/>
              <a:gdLst/>
              <a:ahLst/>
              <a:cxnLst/>
              <a:rect l="0" t="0" r="0" b="0"/>
              <a:pathLst>
                <a:path w="39339" h="8615">
                  <a:moveTo>
                    <a:pt x="39339" y="0"/>
                  </a:moveTo>
                  <a:lnTo>
                    <a:pt x="0" y="86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5" name="Input_receptor__354">
              <a:extLst>
                <a:ext uri="{FF2B5EF4-FFF2-40B4-BE49-F238E27FC236}">
                  <a16:creationId xmlns:a16="http://schemas.microsoft.com/office/drawing/2014/main" id="{6177274D-AE16-0C08-5195-0B8F126AD5AF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41939"/>
              <a:ext cx="19820" cy="6350"/>
            </a:xfrm>
            <a:custGeom>
              <a:avLst/>
              <a:gdLst/>
              <a:ahLst/>
              <a:cxnLst/>
              <a:rect l="0" t="0" r="0" b="0"/>
              <a:pathLst>
                <a:path w="19820" h="6350">
                  <a:moveTo>
                    <a:pt x="0" y="0"/>
                  </a:moveTo>
                  <a:lnTo>
                    <a:pt x="19820" y="635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6" name="Input_receptor__355">
              <a:extLst>
                <a:ext uri="{FF2B5EF4-FFF2-40B4-BE49-F238E27FC236}">
                  <a16:creationId xmlns:a16="http://schemas.microsoft.com/office/drawing/2014/main" id="{D32C5E67-B0DD-9DD2-A7AC-339FDBC18091}"/>
                </a:ext>
              </a:extLst>
            </p:cNvPr>
            <p:cNvSpPr>
              <a:spLocks noGrp="1"/>
            </p:cNvSpPr>
            <p:nvPr/>
          </p:nvSpPr>
          <p:spPr>
            <a:xfrm>
              <a:off x="1779713" y="5314526"/>
              <a:ext cx="34185" cy="27878"/>
            </a:xfrm>
            <a:custGeom>
              <a:avLst/>
              <a:gdLst/>
              <a:ahLst/>
              <a:cxnLst/>
              <a:rect l="0" t="0" r="0" b="0"/>
              <a:pathLst>
                <a:path w="34185" h="27878">
                  <a:moveTo>
                    <a:pt x="34185" y="0"/>
                  </a:moveTo>
                  <a:lnTo>
                    <a:pt x="0" y="27878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57" name="Input_receptor__356">
              <a:extLst>
                <a:ext uri="{FF2B5EF4-FFF2-40B4-BE49-F238E27FC236}">
                  <a16:creationId xmlns:a16="http://schemas.microsoft.com/office/drawing/2014/main" id="{14ECE4BA-4B7C-DAFB-2933-F56B5951CE60}"/>
                </a:ext>
              </a:extLst>
            </p:cNvPr>
            <p:cNvSpPr>
              <a:spLocks noGrp="1"/>
            </p:cNvSpPr>
            <p:nvPr/>
          </p:nvSpPr>
          <p:spPr>
            <a:xfrm>
              <a:off x="1034465" y="5223787"/>
              <a:ext cx="18152" cy="36546"/>
            </a:xfrm>
            <a:custGeom>
              <a:avLst/>
              <a:gdLst/>
              <a:ahLst/>
              <a:cxnLst/>
              <a:rect l="0" t="0" r="0" b="0"/>
              <a:pathLst>
                <a:path w="18152" h="36546">
                  <a:moveTo>
                    <a:pt x="18152" y="36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8" name="Input_receptor__357">
              <a:extLst>
                <a:ext uri="{FF2B5EF4-FFF2-40B4-BE49-F238E27FC236}">
                  <a16:creationId xmlns:a16="http://schemas.microsoft.com/office/drawing/2014/main" id="{6789EBA9-C0E9-0EE8-F459-7A8B3C4C6822}"/>
                </a:ext>
              </a:extLst>
            </p:cNvPr>
            <p:cNvSpPr>
              <a:spLocks noGrp="1"/>
            </p:cNvSpPr>
            <p:nvPr/>
          </p:nvSpPr>
          <p:spPr>
            <a:xfrm>
              <a:off x="1709487" y="5184679"/>
              <a:ext cx="18950" cy="35193"/>
            </a:xfrm>
            <a:custGeom>
              <a:avLst/>
              <a:gdLst/>
              <a:ahLst/>
              <a:cxnLst/>
              <a:rect l="0" t="0" r="0" b="0"/>
              <a:pathLst>
                <a:path w="18950" h="35193">
                  <a:moveTo>
                    <a:pt x="0" y="35193"/>
                  </a:moveTo>
                  <a:lnTo>
                    <a:pt x="1895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9" name="Input_receptor__358">
              <a:extLst>
                <a:ext uri="{FF2B5EF4-FFF2-40B4-BE49-F238E27FC236}">
                  <a16:creationId xmlns:a16="http://schemas.microsoft.com/office/drawing/2014/main" id="{4BEC00BD-CC9F-A3C4-B400-5C41DE4F4653}"/>
                </a:ext>
              </a:extLst>
            </p:cNvPr>
            <p:cNvSpPr>
              <a:spLocks noGrp="1"/>
            </p:cNvSpPr>
            <p:nvPr/>
          </p:nvSpPr>
          <p:spPr>
            <a:xfrm>
              <a:off x="1827627" y="5062336"/>
              <a:ext cx="26696" cy="22411"/>
            </a:xfrm>
            <a:custGeom>
              <a:avLst/>
              <a:gdLst/>
              <a:ahLst/>
              <a:cxnLst/>
              <a:rect l="0" t="0" r="0" b="0"/>
              <a:pathLst>
                <a:path w="26696" h="22411">
                  <a:moveTo>
                    <a:pt x="26696" y="22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0" name="Input_receptor__359">
              <a:extLst>
                <a:ext uri="{FF2B5EF4-FFF2-40B4-BE49-F238E27FC236}">
                  <a16:creationId xmlns:a16="http://schemas.microsoft.com/office/drawing/2014/main" id="{976856F6-F5E2-CF2B-E9F3-1E93D061C9E5}"/>
                </a:ext>
              </a:extLst>
            </p:cNvPr>
            <p:cNvSpPr>
              <a:spLocks noGrp="1"/>
            </p:cNvSpPr>
            <p:nvPr/>
          </p:nvSpPr>
          <p:spPr>
            <a:xfrm>
              <a:off x="1267652" y="5150408"/>
              <a:ext cx="12697" cy="44151"/>
            </a:xfrm>
            <a:custGeom>
              <a:avLst/>
              <a:gdLst/>
              <a:ahLst/>
              <a:cxnLst/>
              <a:rect l="0" t="0" r="0" b="0"/>
              <a:pathLst>
                <a:path w="12697" h="44151">
                  <a:moveTo>
                    <a:pt x="12697" y="0"/>
                  </a:moveTo>
                  <a:lnTo>
                    <a:pt x="0" y="4415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1" name="Input_receptor__360">
              <a:extLst>
                <a:ext uri="{FF2B5EF4-FFF2-40B4-BE49-F238E27FC236}">
                  <a16:creationId xmlns:a16="http://schemas.microsoft.com/office/drawing/2014/main" id="{451BD10C-5775-1DF4-F742-4FD550413321}"/>
                </a:ext>
              </a:extLst>
            </p:cNvPr>
            <p:cNvSpPr>
              <a:spLocks noGrp="1"/>
            </p:cNvSpPr>
            <p:nvPr/>
          </p:nvSpPr>
          <p:spPr>
            <a:xfrm>
              <a:off x="1559138" y="5313424"/>
              <a:ext cx="6048" cy="40414"/>
            </a:xfrm>
            <a:custGeom>
              <a:avLst/>
              <a:gdLst/>
              <a:ahLst/>
              <a:cxnLst/>
              <a:rect l="0" t="0" r="0" b="0"/>
              <a:pathLst>
                <a:path w="6048" h="40414">
                  <a:moveTo>
                    <a:pt x="6048" y="40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2" name="Input_receptor__361">
              <a:extLst>
                <a:ext uri="{FF2B5EF4-FFF2-40B4-BE49-F238E27FC236}">
                  <a16:creationId xmlns:a16="http://schemas.microsoft.com/office/drawing/2014/main" id="{CB3F4BAC-786A-2F77-2A74-C687731405B3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60333"/>
              <a:ext cx="24413" cy="35736"/>
            </a:xfrm>
            <a:custGeom>
              <a:avLst/>
              <a:gdLst/>
              <a:ahLst/>
              <a:cxnLst/>
              <a:rect l="0" t="0" r="0" b="0"/>
              <a:pathLst>
                <a:path w="24413" h="35736">
                  <a:moveTo>
                    <a:pt x="0" y="35736"/>
                  </a:moveTo>
                  <a:lnTo>
                    <a:pt x="24413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3" name="Input_receptor__362">
              <a:extLst>
                <a:ext uri="{FF2B5EF4-FFF2-40B4-BE49-F238E27FC236}">
                  <a16:creationId xmlns:a16="http://schemas.microsoft.com/office/drawing/2014/main" id="{698FB07E-5B46-FB86-D627-544CCE1F4456}"/>
                </a:ext>
              </a:extLst>
            </p:cNvPr>
            <p:cNvSpPr>
              <a:spLocks noGrp="1"/>
            </p:cNvSpPr>
            <p:nvPr/>
          </p:nvSpPr>
          <p:spPr>
            <a:xfrm>
              <a:off x="1329418" y="5603012"/>
              <a:ext cx="36460" cy="4185"/>
            </a:xfrm>
            <a:custGeom>
              <a:avLst/>
              <a:gdLst/>
              <a:ahLst/>
              <a:cxnLst/>
              <a:rect l="0" t="0" r="0" b="0"/>
              <a:pathLst>
                <a:path w="36460" h="4185">
                  <a:moveTo>
                    <a:pt x="0" y="0"/>
                  </a:moveTo>
                  <a:lnTo>
                    <a:pt x="36460" y="4185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4" name="Input_receptor__363">
              <a:extLst>
                <a:ext uri="{FF2B5EF4-FFF2-40B4-BE49-F238E27FC236}">
                  <a16:creationId xmlns:a16="http://schemas.microsoft.com/office/drawing/2014/main" id="{173B7331-CBEF-A637-7846-F4F3F898D430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42192" cy="4481"/>
            </a:xfrm>
            <a:custGeom>
              <a:avLst/>
              <a:gdLst/>
              <a:ahLst/>
              <a:cxnLst/>
              <a:rect l="0" t="0" r="0" b="0"/>
              <a:pathLst>
                <a:path w="42192" h="4481">
                  <a:moveTo>
                    <a:pt x="0" y="0"/>
                  </a:moveTo>
                  <a:lnTo>
                    <a:pt x="42192" y="448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5" name="Input_receptor__364">
              <a:extLst>
                <a:ext uri="{FF2B5EF4-FFF2-40B4-BE49-F238E27FC236}">
                  <a16:creationId xmlns:a16="http://schemas.microsoft.com/office/drawing/2014/main" id="{4B2C6155-A967-F7D7-82F1-2F73D44E60EC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603012"/>
              <a:ext cx="34866" cy="6599"/>
            </a:xfrm>
            <a:custGeom>
              <a:avLst/>
              <a:gdLst/>
              <a:ahLst/>
              <a:cxnLst/>
              <a:rect l="0" t="0" r="0" b="0"/>
              <a:pathLst>
                <a:path w="34866" h="6599">
                  <a:moveTo>
                    <a:pt x="0" y="6599"/>
                  </a:moveTo>
                  <a:lnTo>
                    <a:pt x="34866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6" name="Input_receptor__365">
              <a:extLst>
                <a:ext uri="{FF2B5EF4-FFF2-40B4-BE49-F238E27FC236}">
                  <a16:creationId xmlns:a16="http://schemas.microsoft.com/office/drawing/2014/main" id="{1A66B36C-9F72-EEC2-8026-12DF6A949BE0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34385"/>
              <a:ext cx="25802" cy="14119"/>
            </a:xfrm>
            <a:custGeom>
              <a:avLst/>
              <a:gdLst/>
              <a:ahLst/>
              <a:cxnLst/>
              <a:rect l="0" t="0" r="0" b="0"/>
              <a:pathLst>
                <a:path w="25802" h="14119">
                  <a:moveTo>
                    <a:pt x="0" y="14119"/>
                  </a:moveTo>
                  <a:lnTo>
                    <a:pt x="25802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7" name="Input_receptor__366">
              <a:extLst>
                <a:ext uri="{FF2B5EF4-FFF2-40B4-BE49-F238E27FC236}">
                  <a16:creationId xmlns:a16="http://schemas.microsoft.com/office/drawing/2014/main" id="{A62FE9B0-EB5F-96C2-C9F1-553328BA325B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35160" cy="2391"/>
            </a:xfrm>
            <a:custGeom>
              <a:avLst/>
              <a:gdLst/>
              <a:ahLst/>
              <a:cxnLst/>
              <a:rect l="0" t="0" r="0" b="0"/>
              <a:pathLst>
                <a:path w="35160" h="2391">
                  <a:moveTo>
                    <a:pt x="0" y="0"/>
                  </a:moveTo>
                  <a:lnTo>
                    <a:pt x="35160" y="2391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68" name="Input_receptor__367">
              <a:extLst>
                <a:ext uri="{FF2B5EF4-FFF2-40B4-BE49-F238E27FC236}">
                  <a16:creationId xmlns:a16="http://schemas.microsoft.com/office/drawing/2014/main" id="{EB546F68-5111-8E3F-F963-A8D4FB61355C}"/>
                </a:ext>
              </a:extLst>
            </p:cNvPr>
            <p:cNvSpPr>
              <a:spLocks noGrp="1"/>
            </p:cNvSpPr>
            <p:nvPr/>
          </p:nvSpPr>
          <p:spPr>
            <a:xfrm>
              <a:off x="1365878" y="5581372"/>
              <a:ext cx="31322" cy="25825"/>
            </a:xfrm>
            <a:custGeom>
              <a:avLst/>
              <a:gdLst/>
              <a:ahLst/>
              <a:cxnLst/>
              <a:rect l="0" t="0" r="0" b="0"/>
              <a:pathLst>
                <a:path w="31322" h="25825">
                  <a:moveTo>
                    <a:pt x="0" y="25825"/>
                  </a:moveTo>
                  <a:lnTo>
                    <a:pt x="31322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69" name="Input_receptor__368">
              <a:extLst>
                <a:ext uri="{FF2B5EF4-FFF2-40B4-BE49-F238E27FC236}">
                  <a16:creationId xmlns:a16="http://schemas.microsoft.com/office/drawing/2014/main" id="{23C333F5-3572-9D04-16DC-8D9958D430A0}"/>
                </a:ext>
              </a:extLst>
            </p:cNvPr>
            <p:cNvSpPr>
              <a:spLocks noGrp="1"/>
            </p:cNvSpPr>
            <p:nvPr/>
          </p:nvSpPr>
          <p:spPr>
            <a:xfrm>
              <a:off x="1116502" y="5218793"/>
              <a:ext cx="46784" cy="10041"/>
            </a:xfrm>
            <a:custGeom>
              <a:avLst/>
              <a:gdLst/>
              <a:ahLst/>
              <a:cxnLst/>
              <a:rect l="0" t="0" r="0" b="0"/>
              <a:pathLst>
                <a:path w="46784" h="10041">
                  <a:moveTo>
                    <a:pt x="46784" y="10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0" name="Input_receptor__369">
              <a:extLst>
                <a:ext uri="{FF2B5EF4-FFF2-40B4-BE49-F238E27FC236}">
                  <a16:creationId xmlns:a16="http://schemas.microsoft.com/office/drawing/2014/main" id="{76B6F399-5036-5AF2-4877-5B5AAF7A1AEE}"/>
                </a:ext>
              </a:extLst>
            </p:cNvPr>
            <p:cNvSpPr>
              <a:spLocks noGrp="1"/>
            </p:cNvSpPr>
            <p:nvPr/>
          </p:nvSpPr>
          <p:spPr>
            <a:xfrm>
              <a:off x="1165852" y="5301243"/>
              <a:ext cx="24415" cy="33142"/>
            </a:xfrm>
            <a:custGeom>
              <a:avLst/>
              <a:gdLst/>
              <a:ahLst/>
              <a:cxnLst/>
              <a:rect l="0" t="0" r="0" b="0"/>
              <a:pathLst>
                <a:path w="24415" h="33142">
                  <a:moveTo>
                    <a:pt x="0" y="33142"/>
                  </a:moveTo>
                  <a:lnTo>
                    <a:pt x="24415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1" name="Input_receptor__370">
              <a:extLst>
                <a:ext uri="{FF2B5EF4-FFF2-40B4-BE49-F238E27FC236}">
                  <a16:creationId xmlns:a16="http://schemas.microsoft.com/office/drawing/2014/main" id="{022E5DC4-C943-79D4-41B8-8580ACA0F703}"/>
                </a:ext>
              </a:extLst>
            </p:cNvPr>
            <p:cNvSpPr>
              <a:spLocks noGrp="1"/>
            </p:cNvSpPr>
            <p:nvPr/>
          </p:nvSpPr>
          <p:spPr>
            <a:xfrm>
              <a:off x="980896" y="5237618"/>
              <a:ext cx="7252" cy="3241"/>
            </a:xfrm>
            <a:custGeom>
              <a:avLst/>
              <a:gdLst/>
              <a:ahLst/>
              <a:cxnLst/>
              <a:rect l="0" t="0" r="0" b="0"/>
              <a:pathLst>
                <a:path w="7252" h="3241">
                  <a:moveTo>
                    <a:pt x="7252" y="0"/>
                  </a:moveTo>
                  <a:lnTo>
                    <a:pt x="0" y="3241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2" name="Input_receptor__371">
              <a:extLst>
                <a:ext uri="{FF2B5EF4-FFF2-40B4-BE49-F238E27FC236}">
                  <a16:creationId xmlns:a16="http://schemas.microsoft.com/office/drawing/2014/main" id="{EC715D67-1DDF-7803-AB4F-098E812817CD}"/>
                </a:ext>
              </a:extLst>
            </p:cNvPr>
            <p:cNvSpPr>
              <a:spLocks noGrp="1"/>
            </p:cNvSpPr>
            <p:nvPr/>
          </p:nvSpPr>
          <p:spPr>
            <a:xfrm>
              <a:off x="1813898" y="5310567"/>
              <a:ext cx="24021" cy="3959"/>
            </a:xfrm>
            <a:custGeom>
              <a:avLst/>
              <a:gdLst/>
              <a:ahLst/>
              <a:cxnLst/>
              <a:rect l="0" t="0" r="0" b="0"/>
              <a:pathLst>
                <a:path w="24021" h="3959">
                  <a:moveTo>
                    <a:pt x="24021" y="0"/>
                  </a:moveTo>
                  <a:lnTo>
                    <a:pt x="0" y="3959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3" name="Input_receptor__372">
              <a:extLst>
                <a:ext uri="{FF2B5EF4-FFF2-40B4-BE49-F238E27FC236}">
                  <a16:creationId xmlns:a16="http://schemas.microsoft.com/office/drawing/2014/main" id="{0637B47D-3ED8-5588-17DC-5AC41448DBDF}"/>
                </a:ext>
              </a:extLst>
            </p:cNvPr>
            <p:cNvSpPr>
              <a:spLocks noGrp="1"/>
            </p:cNvSpPr>
            <p:nvPr/>
          </p:nvSpPr>
          <p:spPr>
            <a:xfrm>
              <a:off x="1397200" y="5560717"/>
              <a:ext cx="22497" cy="20654"/>
            </a:xfrm>
            <a:custGeom>
              <a:avLst/>
              <a:gdLst/>
              <a:ahLst/>
              <a:cxnLst/>
              <a:rect l="0" t="0" r="0" b="0"/>
              <a:pathLst>
                <a:path w="22497" h="20654">
                  <a:moveTo>
                    <a:pt x="0" y="20654"/>
                  </a:moveTo>
                  <a:lnTo>
                    <a:pt x="22497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4" name="Input_receptor__373">
              <a:extLst>
                <a:ext uri="{FF2B5EF4-FFF2-40B4-BE49-F238E27FC236}">
                  <a16:creationId xmlns:a16="http://schemas.microsoft.com/office/drawing/2014/main" id="{AF913A80-1CE7-713F-80DE-A509E9CFF794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39293"/>
              <a:ext cx="7928" cy="15653"/>
            </a:xfrm>
            <a:custGeom>
              <a:avLst/>
              <a:gdLst/>
              <a:ahLst/>
              <a:cxnLst/>
              <a:rect l="0" t="0" r="0" b="0"/>
              <a:pathLst>
                <a:path w="7928" h="15653">
                  <a:moveTo>
                    <a:pt x="0" y="15653"/>
                  </a:moveTo>
                  <a:lnTo>
                    <a:pt x="7928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5" name="Input_receptor__374">
              <a:extLst>
                <a:ext uri="{FF2B5EF4-FFF2-40B4-BE49-F238E27FC236}">
                  <a16:creationId xmlns:a16="http://schemas.microsoft.com/office/drawing/2014/main" id="{FF89DCB3-F95E-A8B5-A18B-3A5526AD91DF}"/>
                </a:ext>
              </a:extLst>
            </p:cNvPr>
            <p:cNvSpPr>
              <a:spLocks noGrp="1"/>
            </p:cNvSpPr>
            <p:nvPr/>
          </p:nvSpPr>
          <p:spPr>
            <a:xfrm>
              <a:off x="1262140" y="5335739"/>
              <a:ext cx="14582" cy="45756"/>
            </a:xfrm>
            <a:custGeom>
              <a:avLst/>
              <a:gdLst/>
              <a:ahLst/>
              <a:cxnLst/>
              <a:rect l="0" t="0" r="0" b="0"/>
              <a:pathLst>
                <a:path w="14582" h="45756">
                  <a:moveTo>
                    <a:pt x="14582" y="0"/>
                  </a:moveTo>
                  <a:lnTo>
                    <a:pt x="0" y="45756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6" name="Input_receptor__375">
              <a:extLst>
                <a:ext uri="{FF2B5EF4-FFF2-40B4-BE49-F238E27FC236}">
                  <a16:creationId xmlns:a16="http://schemas.microsoft.com/office/drawing/2014/main" id="{6A95B454-EB7E-C6F8-E3A0-D42FEC897767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49173"/>
              <a:ext cx="16902" cy="43153"/>
            </a:xfrm>
            <a:custGeom>
              <a:avLst/>
              <a:gdLst/>
              <a:ahLst/>
              <a:cxnLst/>
              <a:rect l="0" t="0" r="0" b="0"/>
              <a:pathLst>
                <a:path w="16902" h="43153">
                  <a:moveTo>
                    <a:pt x="0" y="43153"/>
                  </a:moveTo>
                  <a:lnTo>
                    <a:pt x="1690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7" name="Input_receptor__376">
              <a:extLst>
                <a:ext uri="{FF2B5EF4-FFF2-40B4-BE49-F238E27FC236}">
                  <a16:creationId xmlns:a16="http://schemas.microsoft.com/office/drawing/2014/main" id="{59A66723-18D7-B669-8E4C-8F86FC15EC90}"/>
                </a:ext>
              </a:extLst>
            </p:cNvPr>
            <p:cNvSpPr>
              <a:spLocks noGrp="1"/>
            </p:cNvSpPr>
            <p:nvPr/>
          </p:nvSpPr>
          <p:spPr>
            <a:xfrm>
              <a:off x="1279060" y="5544970"/>
              <a:ext cx="44662" cy="3714"/>
            </a:xfrm>
            <a:custGeom>
              <a:avLst/>
              <a:gdLst/>
              <a:ahLst/>
              <a:cxnLst/>
              <a:rect l="0" t="0" r="0" b="0"/>
              <a:pathLst>
                <a:path w="44662" h="3714">
                  <a:moveTo>
                    <a:pt x="0" y="3714"/>
                  </a:moveTo>
                  <a:lnTo>
                    <a:pt x="4466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8" name="Input_receptor__377">
              <a:extLst>
                <a:ext uri="{FF2B5EF4-FFF2-40B4-BE49-F238E27FC236}">
                  <a16:creationId xmlns:a16="http://schemas.microsoft.com/office/drawing/2014/main" id="{A66B106F-423C-3596-C9AC-A1C644B72A3C}"/>
                </a:ext>
              </a:extLst>
            </p:cNvPr>
            <p:cNvSpPr>
              <a:spLocks noGrp="1"/>
            </p:cNvSpPr>
            <p:nvPr/>
          </p:nvSpPr>
          <p:spPr>
            <a:xfrm>
              <a:off x="1774285" y="5008057"/>
              <a:ext cx="46675" cy="5285"/>
            </a:xfrm>
            <a:custGeom>
              <a:avLst/>
              <a:gdLst/>
              <a:ahLst/>
              <a:cxnLst/>
              <a:rect l="0" t="0" r="0" b="0"/>
              <a:pathLst>
                <a:path w="46675" h="5285">
                  <a:moveTo>
                    <a:pt x="46675" y="52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9" name="Input_receptor__378">
              <a:extLst>
                <a:ext uri="{FF2B5EF4-FFF2-40B4-BE49-F238E27FC236}">
                  <a16:creationId xmlns:a16="http://schemas.microsoft.com/office/drawing/2014/main" id="{067EC559-03B5-1F84-55FF-0AB6C4433769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92326"/>
              <a:ext cx="27665" cy="35331"/>
            </a:xfrm>
            <a:custGeom>
              <a:avLst/>
              <a:gdLst/>
              <a:ahLst/>
              <a:cxnLst/>
              <a:rect l="0" t="0" r="0" b="0"/>
              <a:pathLst>
                <a:path w="27665" h="35331">
                  <a:moveTo>
                    <a:pt x="27665" y="35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0" name="Input_receptor__379">
              <a:extLst>
                <a:ext uri="{FF2B5EF4-FFF2-40B4-BE49-F238E27FC236}">
                  <a16:creationId xmlns:a16="http://schemas.microsoft.com/office/drawing/2014/main" id="{D0534D9F-D9EF-FBD1-1AB1-5A72DB562BA6}"/>
                </a:ext>
              </a:extLst>
            </p:cNvPr>
            <p:cNvSpPr>
              <a:spLocks noGrp="1"/>
            </p:cNvSpPr>
            <p:nvPr/>
          </p:nvSpPr>
          <p:spPr>
            <a:xfrm>
              <a:off x="1342400" y="5189180"/>
              <a:ext cx="44477" cy="12429"/>
            </a:xfrm>
            <a:custGeom>
              <a:avLst/>
              <a:gdLst/>
              <a:ahLst/>
              <a:cxnLst/>
              <a:rect l="0" t="0" r="0" b="0"/>
              <a:pathLst>
                <a:path w="44477" h="12429">
                  <a:moveTo>
                    <a:pt x="44477" y="12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1" name="Input_receptor__380">
              <a:extLst>
                <a:ext uri="{FF2B5EF4-FFF2-40B4-BE49-F238E27FC236}">
                  <a16:creationId xmlns:a16="http://schemas.microsoft.com/office/drawing/2014/main" id="{AD269641-3280-C9BD-F208-3C0658FABD45}"/>
                </a:ext>
              </a:extLst>
            </p:cNvPr>
            <p:cNvSpPr>
              <a:spLocks noGrp="1"/>
            </p:cNvSpPr>
            <p:nvPr/>
          </p:nvSpPr>
          <p:spPr>
            <a:xfrm>
              <a:off x="1801432" y="5256257"/>
              <a:ext cx="46693" cy="8568"/>
            </a:xfrm>
            <a:custGeom>
              <a:avLst/>
              <a:gdLst/>
              <a:ahLst/>
              <a:cxnLst/>
              <a:rect l="0" t="0" r="0" b="0"/>
              <a:pathLst>
                <a:path w="46693" h="8568">
                  <a:moveTo>
                    <a:pt x="0" y="0"/>
                  </a:moveTo>
                  <a:lnTo>
                    <a:pt x="46693" y="8568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2" name="Input_receptor__381">
              <a:extLst>
                <a:ext uri="{FF2B5EF4-FFF2-40B4-BE49-F238E27FC236}">
                  <a16:creationId xmlns:a16="http://schemas.microsoft.com/office/drawing/2014/main" id="{386A1617-5659-A408-9E35-4E72F938EB7B}"/>
                </a:ext>
              </a:extLst>
            </p:cNvPr>
            <p:cNvSpPr>
              <a:spLocks noGrp="1"/>
            </p:cNvSpPr>
            <p:nvPr/>
          </p:nvSpPr>
          <p:spPr>
            <a:xfrm>
              <a:off x="1363887" y="5322248"/>
              <a:ext cx="39881" cy="26924"/>
            </a:xfrm>
            <a:custGeom>
              <a:avLst/>
              <a:gdLst/>
              <a:ahLst/>
              <a:cxnLst/>
              <a:rect l="0" t="0" r="0" b="0"/>
              <a:pathLst>
                <a:path w="39881" h="26924">
                  <a:moveTo>
                    <a:pt x="39881" y="269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3" name="Input_receptor__382">
              <a:extLst>
                <a:ext uri="{FF2B5EF4-FFF2-40B4-BE49-F238E27FC236}">
                  <a16:creationId xmlns:a16="http://schemas.microsoft.com/office/drawing/2014/main" id="{611F112E-9A61-423C-921C-562326E303B6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084747"/>
              <a:ext cx="31111" cy="36930"/>
            </a:xfrm>
            <a:custGeom>
              <a:avLst/>
              <a:gdLst/>
              <a:ahLst/>
              <a:cxnLst/>
              <a:rect l="0" t="0" r="0" b="0"/>
              <a:pathLst>
                <a:path w="31111" h="36930">
                  <a:moveTo>
                    <a:pt x="0" y="36930"/>
                  </a:moveTo>
                  <a:lnTo>
                    <a:pt x="31111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4" name="Input_receptor__383">
              <a:extLst>
                <a:ext uri="{FF2B5EF4-FFF2-40B4-BE49-F238E27FC236}">
                  <a16:creationId xmlns:a16="http://schemas.microsoft.com/office/drawing/2014/main" id="{857E7CFB-1814-2957-6E8F-FBA701C9E4AB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172" cy="8960"/>
            </a:xfrm>
            <a:custGeom>
              <a:avLst/>
              <a:gdLst/>
              <a:ahLst/>
              <a:cxnLst/>
              <a:rect l="0" t="0" r="0" b="0"/>
              <a:pathLst>
                <a:path w="172" h="8960">
                  <a:moveTo>
                    <a:pt x="0" y="0"/>
                  </a:moveTo>
                  <a:lnTo>
                    <a:pt x="172" y="896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5" name="Input_receptor__384">
              <a:extLst>
                <a:ext uri="{FF2B5EF4-FFF2-40B4-BE49-F238E27FC236}">
                  <a16:creationId xmlns:a16="http://schemas.microsoft.com/office/drawing/2014/main" id="{F08B877E-40A7-FD55-22BE-1172619A9DC3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230" cy="11351"/>
            </a:xfrm>
            <a:custGeom>
              <a:avLst/>
              <a:gdLst/>
              <a:ahLst/>
              <a:cxnLst/>
              <a:rect l="0" t="0" r="0" b="0"/>
              <a:pathLst>
                <a:path w="4230" h="11351">
                  <a:moveTo>
                    <a:pt x="0" y="0"/>
                  </a:moveTo>
                  <a:lnTo>
                    <a:pt x="4230" y="1135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6" name="Input_receptor__385">
              <a:extLst>
                <a:ext uri="{FF2B5EF4-FFF2-40B4-BE49-F238E27FC236}">
                  <a16:creationId xmlns:a16="http://schemas.microsoft.com/office/drawing/2014/main" id="{3F4A35CF-683C-E766-FF14-302BFC82CC3E}"/>
                </a:ext>
              </a:extLst>
            </p:cNvPr>
            <p:cNvSpPr>
              <a:spLocks noGrp="1"/>
            </p:cNvSpPr>
            <p:nvPr/>
          </p:nvSpPr>
          <p:spPr>
            <a:xfrm>
              <a:off x="1580235" y="4860019"/>
              <a:ext cx="14404" cy="43714"/>
            </a:xfrm>
            <a:custGeom>
              <a:avLst/>
              <a:gdLst/>
              <a:ahLst/>
              <a:cxnLst/>
              <a:rect l="0" t="0" r="0" b="0"/>
              <a:pathLst>
                <a:path w="14404" h="43714">
                  <a:moveTo>
                    <a:pt x="0" y="43714"/>
                  </a:moveTo>
                  <a:lnTo>
                    <a:pt x="14404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87" name="Input_receptor__386">
              <a:extLst>
                <a:ext uri="{FF2B5EF4-FFF2-40B4-BE49-F238E27FC236}">
                  <a16:creationId xmlns:a16="http://schemas.microsoft.com/office/drawing/2014/main" id="{D8607A78-A9CC-9A84-5FE4-B8B81DAECE83}"/>
                </a:ext>
              </a:extLst>
            </p:cNvPr>
            <p:cNvSpPr>
              <a:spLocks noGrp="1"/>
            </p:cNvSpPr>
            <p:nvPr/>
          </p:nvSpPr>
          <p:spPr>
            <a:xfrm>
              <a:off x="1374288" y="5201609"/>
              <a:ext cx="12589" cy="46680"/>
            </a:xfrm>
            <a:custGeom>
              <a:avLst/>
              <a:gdLst/>
              <a:ahLst/>
              <a:cxnLst/>
              <a:rect l="0" t="0" r="0" b="0"/>
              <a:pathLst>
                <a:path w="12589" h="46680">
                  <a:moveTo>
                    <a:pt x="0" y="46680"/>
                  </a:moveTo>
                  <a:lnTo>
                    <a:pt x="12589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8" name="Input_receptor__387">
              <a:extLst>
                <a:ext uri="{FF2B5EF4-FFF2-40B4-BE49-F238E27FC236}">
                  <a16:creationId xmlns:a16="http://schemas.microsoft.com/office/drawing/2014/main" id="{DDACD930-3FE3-C6CD-8773-C734040BF0F3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26513"/>
              <a:ext cx="41587" cy="9226"/>
            </a:xfrm>
            <a:custGeom>
              <a:avLst/>
              <a:gdLst/>
              <a:ahLst/>
              <a:cxnLst/>
              <a:rect l="0" t="0" r="0" b="0"/>
              <a:pathLst>
                <a:path w="41587" h="9226">
                  <a:moveTo>
                    <a:pt x="0" y="0"/>
                  </a:moveTo>
                  <a:lnTo>
                    <a:pt x="41587" y="9226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9" name="Input_receptor__388">
              <a:extLst>
                <a:ext uri="{FF2B5EF4-FFF2-40B4-BE49-F238E27FC236}">
                  <a16:creationId xmlns:a16="http://schemas.microsoft.com/office/drawing/2014/main" id="{F557D2F1-196D-8994-704A-759487DFE829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27656"/>
              <a:ext cx="33475" cy="34540"/>
            </a:xfrm>
            <a:custGeom>
              <a:avLst/>
              <a:gdLst/>
              <a:ahLst/>
              <a:cxnLst/>
              <a:rect l="0" t="0" r="0" b="0"/>
              <a:pathLst>
                <a:path w="33475" h="34540">
                  <a:moveTo>
                    <a:pt x="0" y="34540"/>
                  </a:moveTo>
                  <a:lnTo>
                    <a:pt x="33475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0" name="Input_receptor__389">
              <a:extLst>
                <a:ext uri="{FF2B5EF4-FFF2-40B4-BE49-F238E27FC236}">
                  <a16:creationId xmlns:a16="http://schemas.microsoft.com/office/drawing/2014/main" id="{8B39955F-5C05-0F07-0321-2089E8827CC7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89180"/>
              <a:ext cx="21090" cy="26121"/>
            </a:xfrm>
            <a:custGeom>
              <a:avLst/>
              <a:gdLst/>
              <a:ahLst/>
              <a:cxnLst/>
              <a:rect l="0" t="0" r="0" b="0"/>
              <a:pathLst>
                <a:path w="21090" h="26121">
                  <a:moveTo>
                    <a:pt x="21090" y="0"/>
                  </a:moveTo>
                  <a:lnTo>
                    <a:pt x="0" y="2612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1" name="Input_receptor__390">
              <a:extLst>
                <a:ext uri="{FF2B5EF4-FFF2-40B4-BE49-F238E27FC236}">
                  <a16:creationId xmlns:a16="http://schemas.microsoft.com/office/drawing/2014/main" id="{71C621F3-B890-7AE9-FF56-F6944BFA4BB8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64840"/>
              <a:ext cx="31537" cy="18055"/>
            </a:xfrm>
            <a:custGeom>
              <a:avLst/>
              <a:gdLst/>
              <a:ahLst/>
              <a:cxnLst/>
              <a:rect l="0" t="0" r="0" b="0"/>
              <a:pathLst>
                <a:path w="31537" h="18055">
                  <a:moveTo>
                    <a:pt x="0" y="18055"/>
                  </a:moveTo>
                  <a:lnTo>
                    <a:pt x="31537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2" name="Input_receptor__391">
              <a:extLst>
                <a:ext uri="{FF2B5EF4-FFF2-40B4-BE49-F238E27FC236}">
                  <a16:creationId xmlns:a16="http://schemas.microsoft.com/office/drawing/2014/main" id="{1C41F747-D168-F769-713C-4CA448E848C0}"/>
                </a:ext>
              </a:extLst>
            </p:cNvPr>
            <p:cNvSpPr>
              <a:spLocks noGrp="1"/>
            </p:cNvSpPr>
            <p:nvPr/>
          </p:nvSpPr>
          <p:spPr>
            <a:xfrm>
              <a:off x="1153444" y="5228834"/>
              <a:ext cx="9842" cy="36005"/>
            </a:xfrm>
            <a:custGeom>
              <a:avLst/>
              <a:gdLst/>
              <a:ahLst/>
              <a:cxnLst/>
              <a:rect l="0" t="0" r="0" b="0"/>
              <a:pathLst>
                <a:path w="9842" h="36005">
                  <a:moveTo>
                    <a:pt x="0" y="36005"/>
                  </a:moveTo>
                  <a:lnTo>
                    <a:pt x="984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3" name="Input_receptor__392">
              <a:extLst>
                <a:ext uri="{FF2B5EF4-FFF2-40B4-BE49-F238E27FC236}">
                  <a16:creationId xmlns:a16="http://schemas.microsoft.com/office/drawing/2014/main" id="{3E81530B-030E-727F-A789-4BA83B9ACAC5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47095"/>
              <a:ext cx="18900" cy="1589"/>
            </a:xfrm>
            <a:custGeom>
              <a:avLst/>
              <a:gdLst/>
              <a:ahLst/>
              <a:cxnLst/>
              <a:rect l="0" t="0" r="0" b="0"/>
              <a:pathLst>
                <a:path w="18900" h="1589">
                  <a:moveTo>
                    <a:pt x="0" y="0"/>
                  </a:moveTo>
                  <a:lnTo>
                    <a:pt x="18900" y="1589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4" name="Input_receptor__393">
              <a:extLst>
                <a:ext uri="{FF2B5EF4-FFF2-40B4-BE49-F238E27FC236}">
                  <a16:creationId xmlns:a16="http://schemas.microsoft.com/office/drawing/2014/main" id="{0CADA191-2211-26EF-851B-35B3FFB1D366}"/>
                </a:ext>
              </a:extLst>
            </p:cNvPr>
            <p:cNvSpPr>
              <a:spLocks noGrp="1"/>
            </p:cNvSpPr>
            <p:nvPr/>
          </p:nvSpPr>
          <p:spPr>
            <a:xfrm>
              <a:off x="1837918" y="5264825"/>
              <a:ext cx="10207" cy="45742"/>
            </a:xfrm>
            <a:custGeom>
              <a:avLst/>
              <a:gdLst/>
              <a:ahLst/>
              <a:cxnLst/>
              <a:rect l="0" t="0" r="0" b="0"/>
              <a:pathLst>
                <a:path w="10207" h="45742">
                  <a:moveTo>
                    <a:pt x="10207" y="0"/>
                  </a:moveTo>
                  <a:lnTo>
                    <a:pt x="0" y="4574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5" name="Input_receptor__394">
              <a:extLst>
                <a:ext uri="{FF2B5EF4-FFF2-40B4-BE49-F238E27FC236}">
                  <a16:creationId xmlns:a16="http://schemas.microsoft.com/office/drawing/2014/main" id="{2C2ABAA5-5CD6-2930-D8DA-7323B6E6C90F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22248"/>
              <a:ext cx="24739" cy="34502"/>
            </a:xfrm>
            <a:custGeom>
              <a:avLst/>
              <a:gdLst/>
              <a:ahLst/>
              <a:cxnLst/>
              <a:rect l="0" t="0" r="0" b="0"/>
              <a:pathLst>
                <a:path w="24739" h="34502">
                  <a:moveTo>
                    <a:pt x="24739" y="0"/>
                  </a:moveTo>
                  <a:lnTo>
                    <a:pt x="0" y="3450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6" name="Input_receptor__395">
              <a:extLst>
                <a:ext uri="{FF2B5EF4-FFF2-40B4-BE49-F238E27FC236}">
                  <a16:creationId xmlns:a16="http://schemas.microsoft.com/office/drawing/2014/main" id="{4E5C110B-C1A4-1F21-424B-06CA91607DC4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218793"/>
              <a:ext cx="11344" cy="2087"/>
            </a:xfrm>
            <a:custGeom>
              <a:avLst/>
              <a:gdLst/>
              <a:ahLst/>
              <a:cxnLst/>
              <a:rect l="0" t="0" r="0" b="0"/>
              <a:pathLst>
                <a:path w="11344" h="2087">
                  <a:moveTo>
                    <a:pt x="11344" y="0"/>
                  </a:moveTo>
                  <a:lnTo>
                    <a:pt x="0" y="2087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7" name="Input_receptor__396">
              <a:extLst>
                <a:ext uri="{FF2B5EF4-FFF2-40B4-BE49-F238E27FC236}">
                  <a16:creationId xmlns:a16="http://schemas.microsoft.com/office/drawing/2014/main" id="{11EF382E-7C9E-62F5-9259-8172F2C7BC71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6386" cy="17651"/>
            </a:xfrm>
            <a:custGeom>
              <a:avLst/>
              <a:gdLst/>
              <a:ahLst/>
              <a:cxnLst/>
              <a:rect l="0" t="0" r="0" b="0"/>
              <a:pathLst>
                <a:path w="6386" h="17651">
                  <a:moveTo>
                    <a:pt x="6386" y="176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98" name="Input_receptor__397">
              <a:extLst>
                <a:ext uri="{FF2B5EF4-FFF2-40B4-BE49-F238E27FC236}">
                  <a16:creationId xmlns:a16="http://schemas.microsoft.com/office/drawing/2014/main" id="{A2A36BF5-4A80-010C-2055-1E423B2969D7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50145"/>
              <a:ext cx="22502" cy="20807"/>
            </a:xfrm>
            <a:custGeom>
              <a:avLst/>
              <a:gdLst/>
              <a:ahLst/>
              <a:cxnLst/>
              <a:rect l="0" t="0" r="0" b="0"/>
              <a:pathLst>
                <a:path w="22502" h="20807">
                  <a:moveTo>
                    <a:pt x="0" y="20807"/>
                  </a:moveTo>
                  <a:lnTo>
                    <a:pt x="2250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9" name="Input_receptor__398">
              <a:extLst>
                <a:ext uri="{FF2B5EF4-FFF2-40B4-BE49-F238E27FC236}">
                  <a16:creationId xmlns:a16="http://schemas.microsoft.com/office/drawing/2014/main" id="{74A65AD1-6D50-14AA-D2C4-DCD6036F5880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47767"/>
              <a:ext cx="46871" cy="6980"/>
            </a:xfrm>
            <a:custGeom>
              <a:avLst/>
              <a:gdLst/>
              <a:ahLst/>
              <a:cxnLst/>
              <a:rect l="0" t="0" r="0" b="0"/>
              <a:pathLst>
                <a:path w="46871" h="6980">
                  <a:moveTo>
                    <a:pt x="46871" y="0"/>
                  </a:moveTo>
                  <a:lnTo>
                    <a:pt x="0" y="698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400" name="Input_receptor__399">
              <a:extLst>
                <a:ext uri="{FF2B5EF4-FFF2-40B4-BE49-F238E27FC236}">
                  <a16:creationId xmlns:a16="http://schemas.microsoft.com/office/drawing/2014/main" id="{3C360758-F8F3-395B-70B1-B3EE3B3B6986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4257"/>
              <a:ext cx="45066" cy="14119"/>
            </a:xfrm>
            <a:custGeom>
              <a:avLst/>
              <a:gdLst/>
              <a:ahLst/>
              <a:cxnLst/>
              <a:rect l="0" t="0" r="0" b="0"/>
              <a:pathLst>
                <a:path w="45066" h="14119">
                  <a:moveTo>
                    <a:pt x="0" y="14119"/>
                  </a:moveTo>
                  <a:lnTo>
                    <a:pt x="45066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1" name="Input_receptor__400">
              <a:extLst>
                <a:ext uri="{FF2B5EF4-FFF2-40B4-BE49-F238E27FC236}">
                  <a16:creationId xmlns:a16="http://schemas.microsoft.com/office/drawing/2014/main" id="{689BCC32-6BD9-6101-BCDE-02259731A774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5008057"/>
              <a:ext cx="10318" cy="2271"/>
            </a:xfrm>
            <a:custGeom>
              <a:avLst/>
              <a:gdLst/>
              <a:ahLst/>
              <a:cxnLst/>
              <a:rect l="0" t="0" r="0" b="0"/>
              <a:pathLst>
                <a:path w="10318" h="2271">
                  <a:moveTo>
                    <a:pt x="10318" y="0"/>
                  </a:moveTo>
                  <a:lnTo>
                    <a:pt x="0" y="2271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2" name="Input_receptor__401">
              <a:extLst>
                <a:ext uri="{FF2B5EF4-FFF2-40B4-BE49-F238E27FC236}">
                  <a16:creationId xmlns:a16="http://schemas.microsoft.com/office/drawing/2014/main" id="{DAD8E8CA-D6BA-6034-AC33-05CEC365682A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6257"/>
              <a:ext cx="15765" cy="20452"/>
            </a:xfrm>
            <a:custGeom>
              <a:avLst/>
              <a:gdLst/>
              <a:ahLst/>
              <a:cxnLst/>
              <a:rect l="0" t="0" r="0" b="0"/>
              <a:pathLst>
                <a:path w="15765" h="20452">
                  <a:moveTo>
                    <a:pt x="0" y="20452"/>
                  </a:moveTo>
                  <a:lnTo>
                    <a:pt x="15765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3" name="Input_receptor__402">
              <a:extLst>
                <a:ext uri="{FF2B5EF4-FFF2-40B4-BE49-F238E27FC236}">
                  <a16:creationId xmlns:a16="http://schemas.microsoft.com/office/drawing/2014/main" id="{C8C8879C-5917-0D66-9F68-C04CF794D36F}"/>
                </a:ext>
              </a:extLst>
            </p:cNvPr>
            <p:cNvSpPr>
              <a:spLocks noGrp="1"/>
            </p:cNvSpPr>
            <p:nvPr/>
          </p:nvSpPr>
          <p:spPr>
            <a:xfrm>
              <a:off x="1734635" y="5114089"/>
              <a:ext cx="3731" cy="42146"/>
            </a:xfrm>
            <a:custGeom>
              <a:avLst/>
              <a:gdLst/>
              <a:ahLst/>
              <a:cxnLst/>
              <a:rect l="0" t="0" r="0" b="0"/>
              <a:pathLst>
                <a:path w="3731" h="42146">
                  <a:moveTo>
                    <a:pt x="3731" y="42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4" name="Input_receptor__403">
              <a:extLst>
                <a:ext uri="{FF2B5EF4-FFF2-40B4-BE49-F238E27FC236}">
                  <a16:creationId xmlns:a16="http://schemas.microsoft.com/office/drawing/2014/main" id="{2C95F450-61E3-4FF0-BBED-4D6673DD3B60}"/>
                </a:ext>
              </a:extLst>
            </p:cNvPr>
            <p:cNvSpPr>
              <a:spLocks noGrp="1"/>
            </p:cNvSpPr>
            <p:nvPr/>
          </p:nvSpPr>
          <p:spPr>
            <a:xfrm>
              <a:off x="1560550" y="4903733"/>
              <a:ext cx="19685" cy="14991"/>
            </a:xfrm>
            <a:custGeom>
              <a:avLst/>
              <a:gdLst/>
              <a:ahLst/>
              <a:cxnLst/>
              <a:rect l="0" t="0" r="0" b="0"/>
              <a:pathLst>
                <a:path w="19685" h="14991">
                  <a:moveTo>
                    <a:pt x="0" y="14991"/>
                  </a:moveTo>
                  <a:lnTo>
                    <a:pt x="19685" y="0"/>
                  </a:lnTo>
                </a:path>
              </a:pathLst>
            </a:custGeom>
            <a:noFill/>
            <a:ln w="8096">
              <a:solidFill>
                <a:srgbClr val="758A98"/>
              </a:solidFill>
            </a:ln>
          </p:spPr>
        </p:sp>
        <p:sp>
          <p:nvSpPr>
            <p:cNvPr id="405" name="Input_receptor__404">
              <a:extLst>
                <a:ext uri="{FF2B5EF4-FFF2-40B4-BE49-F238E27FC236}">
                  <a16:creationId xmlns:a16="http://schemas.microsoft.com/office/drawing/2014/main" id="{F2466AE1-256E-1FD6-1399-5A2E33651A5E}"/>
                </a:ext>
              </a:extLst>
            </p:cNvPr>
            <p:cNvSpPr>
              <a:spLocks noGrp="1"/>
            </p:cNvSpPr>
            <p:nvPr/>
          </p:nvSpPr>
          <p:spPr>
            <a:xfrm>
              <a:off x="1810790" y="5013342"/>
              <a:ext cx="10170" cy="36803"/>
            </a:xfrm>
            <a:custGeom>
              <a:avLst/>
              <a:gdLst/>
              <a:ahLst/>
              <a:cxnLst/>
              <a:rect l="0" t="0" r="0" b="0"/>
              <a:pathLst>
                <a:path w="10170" h="36803">
                  <a:moveTo>
                    <a:pt x="0" y="36803"/>
                  </a:moveTo>
                  <a:lnTo>
                    <a:pt x="10170" y="0"/>
                  </a:lnTo>
                </a:path>
              </a:pathLst>
            </a:custGeom>
            <a:noFill/>
            <a:ln w="20003">
              <a:solidFill>
                <a:srgbClr val="758A98"/>
              </a:solidFill>
            </a:ln>
          </p:spPr>
        </p:sp>
        <p:sp>
          <p:nvSpPr>
            <p:cNvPr id="406" name="Input_receptor__405">
              <a:extLst>
                <a:ext uri="{FF2B5EF4-FFF2-40B4-BE49-F238E27FC236}">
                  <a16:creationId xmlns:a16="http://schemas.microsoft.com/office/drawing/2014/main" id="{BA19095E-9187-EED7-F365-267511598608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37109" cy="14923"/>
            </a:xfrm>
            <a:custGeom>
              <a:avLst/>
              <a:gdLst/>
              <a:ahLst/>
              <a:cxnLst/>
              <a:rect l="0" t="0" r="0" b="0"/>
              <a:pathLst>
                <a:path w="37109" h="14923">
                  <a:moveTo>
                    <a:pt x="37109" y="149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7" name="Input_receptor__406">
              <a:extLst>
                <a:ext uri="{FF2B5EF4-FFF2-40B4-BE49-F238E27FC236}">
                  <a16:creationId xmlns:a16="http://schemas.microsoft.com/office/drawing/2014/main" id="{9E85B8BC-1DB9-4854-7AD4-936D715B3C45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87735"/>
              <a:ext cx="43195" cy="6392"/>
            </a:xfrm>
            <a:custGeom>
              <a:avLst/>
              <a:gdLst/>
              <a:ahLst/>
              <a:cxnLst/>
              <a:rect l="0" t="0" r="0" b="0"/>
              <a:pathLst>
                <a:path w="43195" h="6392">
                  <a:moveTo>
                    <a:pt x="0" y="6392"/>
                  </a:moveTo>
                  <a:lnTo>
                    <a:pt x="43195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8" name="Input_receptor__407">
              <a:extLst>
                <a:ext uri="{FF2B5EF4-FFF2-40B4-BE49-F238E27FC236}">
                  <a16:creationId xmlns:a16="http://schemas.microsoft.com/office/drawing/2014/main" id="{9BFA94C3-379A-CDF6-95B8-4985C86B3213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580725"/>
              <a:ext cx="20722" cy="28885"/>
            </a:xfrm>
            <a:custGeom>
              <a:avLst/>
              <a:gdLst/>
              <a:ahLst/>
              <a:cxnLst/>
              <a:rect l="0" t="0" r="0" b="0"/>
              <a:pathLst>
                <a:path w="20722" h="28885">
                  <a:moveTo>
                    <a:pt x="20722" y="0"/>
                  </a:moveTo>
                  <a:lnTo>
                    <a:pt x="0" y="2888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9" name="Input_receptor__408">
              <a:extLst>
                <a:ext uri="{FF2B5EF4-FFF2-40B4-BE49-F238E27FC236}">
                  <a16:creationId xmlns:a16="http://schemas.microsoft.com/office/drawing/2014/main" id="{608BF6D9-6361-5AB9-3D30-CEAF9AA7B55A}"/>
                </a:ext>
              </a:extLst>
            </p:cNvPr>
            <p:cNvSpPr>
              <a:spLocks noGrp="1"/>
            </p:cNvSpPr>
            <p:nvPr/>
          </p:nvSpPr>
          <p:spPr>
            <a:xfrm>
              <a:off x="1514510" y="5258443"/>
              <a:ext cx="30874" cy="28753"/>
            </a:xfrm>
            <a:custGeom>
              <a:avLst/>
              <a:gdLst/>
              <a:ahLst/>
              <a:cxnLst/>
              <a:rect l="0" t="0" r="0" b="0"/>
              <a:pathLst>
                <a:path w="30874" h="28753">
                  <a:moveTo>
                    <a:pt x="30874" y="28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0" name="Input_receptor__409">
              <a:extLst>
                <a:ext uri="{FF2B5EF4-FFF2-40B4-BE49-F238E27FC236}">
                  <a16:creationId xmlns:a16="http://schemas.microsoft.com/office/drawing/2014/main" id="{10E1FD2C-94F0-8B0F-1385-09F387242FC2}"/>
                </a:ext>
              </a:extLst>
            </p:cNvPr>
            <p:cNvSpPr>
              <a:spLocks noGrp="1"/>
            </p:cNvSpPr>
            <p:nvPr/>
          </p:nvSpPr>
          <p:spPr>
            <a:xfrm>
              <a:off x="1315273" y="5544970"/>
              <a:ext cx="8449" cy="35755"/>
            </a:xfrm>
            <a:custGeom>
              <a:avLst/>
              <a:gdLst/>
              <a:ahLst/>
              <a:cxnLst/>
              <a:rect l="0" t="0" r="0" b="0"/>
              <a:pathLst>
                <a:path w="8449" h="35755">
                  <a:moveTo>
                    <a:pt x="8449" y="0"/>
                  </a:moveTo>
                  <a:lnTo>
                    <a:pt x="0" y="3575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1" name="Input_receptor__410">
              <a:extLst>
                <a:ext uri="{FF2B5EF4-FFF2-40B4-BE49-F238E27FC236}">
                  <a16:creationId xmlns:a16="http://schemas.microsoft.com/office/drawing/2014/main" id="{5C16F1B1-4FCA-EC3C-1715-3FBC185A71BB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9122"/>
              <a:ext cx="44970" cy="2178"/>
            </a:xfrm>
            <a:custGeom>
              <a:avLst/>
              <a:gdLst/>
              <a:ahLst/>
              <a:cxnLst/>
              <a:rect l="0" t="0" r="0" b="0"/>
              <a:pathLst>
                <a:path w="44970" h="2178">
                  <a:moveTo>
                    <a:pt x="44970" y="21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2" name="Input_receptor__411">
              <a:extLst>
                <a:ext uri="{FF2B5EF4-FFF2-40B4-BE49-F238E27FC236}">
                  <a16:creationId xmlns:a16="http://schemas.microsoft.com/office/drawing/2014/main" id="{DA1D31AE-5D00-C208-512E-60F11DCE226D}"/>
                </a:ext>
              </a:extLst>
            </p:cNvPr>
            <p:cNvSpPr>
              <a:spLocks noGrp="1"/>
            </p:cNvSpPr>
            <p:nvPr/>
          </p:nvSpPr>
          <p:spPr>
            <a:xfrm>
              <a:off x="1244685" y="5087735"/>
              <a:ext cx="16065" cy="38482"/>
            </a:xfrm>
            <a:custGeom>
              <a:avLst/>
              <a:gdLst/>
              <a:ahLst/>
              <a:cxnLst/>
              <a:rect l="0" t="0" r="0" b="0"/>
              <a:pathLst>
                <a:path w="16065" h="38482">
                  <a:moveTo>
                    <a:pt x="0" y="0"/>
                  </a:moveTo>
                  <a:lnTo>
                    <a:pt x="16065" y="38482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3" name="Input_receptor__412">
              <a:extLst>
                <a:ext uri="{FF2B5EF4-FFF2-40B4-BE49-F238E27FC236}">
                  <a16:creationId xmlns:a16="http://schemas.microsoft.com/office/drawing/2014/main" id="{F1519887-0C85-3B7A-8B57-F02EF4ACD03A}"/>
                </a:ext>
              </a:extLst>
            </p:cNvPr>
            <p:cNvSpPr>
              <a:spLocks noGrp="1"/>
            </p:cNvSpPr>
            <p:nvPr/>
          </p:nvSpPr>
          <p:spPr>
            <a:xfrm>
              <a:off x="1565186" y="5353838"/>
              <a:ext cx="11718" cy="4450"/>
            </a:xfrm>
            <a:custGeom>
              <a:avLst/>
              <a:gdLst/>
              <a:ahLst/>
              <a:cxnLst/>
              <a:rect l="0" t="0" r="0" b="0"/>
              <a:pathLst>
                <a:path w="11718" h="4450">
                  <a:moveTo>
                    <a:pt x="11718" y="4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4" name="Input_receptor__413">
              <a:extLst>
                <a:ext uri="{FF2B5EF4-FFF2-40B4-BE49-F238E27FC236}">
                  <a16:creationId xmlns:a16="http://schemas.microsoft.com/office/drawing/2014/main" id="{C4B498DA-7F0D-7A67-A6E3-F4C883D9CDC7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58443"/>
              <a:ext cx="37271" cy="13496"/>
            </a:xfrm>
            <a:custGeom>
              <a:avLst/>
              <a:gdLst/>
              <a:ahLst/>
              <a:cxnLst/>
              <a:rect l="0" t="0" r="0" b="0"/>
              <a:pathLst>
                <a:path w="37271" h="13496">
                  <a:moveTo>
                    <a:pt x="37271" y="0"/>
                  </a:moveTo>
                  <a:lnTo>
                    <a:pt x="0" y="13496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5" name="Input_receptor__414">
              <a:extLst>
                <a:ext uri="{FF2B5EF4-FFF2-40B4-BE49-F238E27FC236}">
                  <a16:creationId xmlns:a16="http://schemas.microsoft.com/office/drawing/2014/main" id="{38CB0028-9B69-1181-7239-0B81508E1667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27656" cy="5821"/>
            </a:xfrm>
            <a:custGeom>
              <a:avLst/>
              <a:gdLst/>
              <a:ahLst/>
              <a:cxnLst/>
              <a:rect l="0" t="0" r="0" b="0"/>
              <a:pathLst>
                <a:path w="27656" h="5821">
                  <a:moveTo>
                    <a:pt x="27656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6" name="Input_receptor__415">
              <a:extLst>
                <a:ext uri="{FF2B5EF4-FFF2-40B4-BE49-F238E27FC236}">
                  <a16:creationId xmlns:a16="http://schemas.microsoft.com/office/drawing/2014/main" id="{26101701-DC0B-74B7-5170-6B7258B994EE}"/>
                </a:ext>
              </a:extLst>
            </p:cNvPr>
            <p:cNvSpPr>
              <a:spLocks noGrp="1"/>
            </p:cNvSpPr>
            <p:nvPr/>
          </p:nvSpPr>
          <p:spPr>
            <a:xfrm>
              <a:off x="1625297" y="4879740"/>
              <a:ext cx="23162" cy="21331"/>
            </a:xfrm>
            <a:custGeom>
              <a:avLst/>
              <a:gdLst/>
              <a:ahLst/>
              <a:cxnLst/>
              <a:rect l="0" t="0" r="0" b="0"/>
              <a:pathLst>
                <a:path w="23162" h="21331">
                  <a:moveTo>
                    <a:pt x="0" y="0"/>
                  </a:moveTo>
                  <a:lnTo>
                    <a:pt x="23162" y="2133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7" name="Input_receptor__416">
              <a:extLst>
                <a:ext uri="{FF2B5EF4-FFF2-40B4-BE49-F238E27FC236}">
                  <a16:creationId xmlns:a16="http://schemas.microsoft.com/office/drawing/2014/main" id="{8C222A37-F48A-4D15-FAF0-43FC260CBAED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26217"/>
              <a:ext cx="35234" cy="28728"/>
            </a:xfrm>
            <a:custGeom>
              <a:avLst/>
              <a:gdLst/>
              <a:ahLst/>
              <a:cxnLst/>
              <a:rect l="0" t="0" r="0" b="0"/>
              <a:pathLst>
                <a:path w="35234" h="28728">
                  <a:moveTo>
                    <a:pt x="35234" y="0"/>
                  </a:moveTo>
                  <a:lnTo>
                    <a:pt x="0" y="28728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8" name="Input_receptor__417">
              <a:extLst>
                <a:ext uri="{FF2B5EF4-FFF2-40B4-BE49-F238E27FC236}">
                  <a16:creationId xmlns:a16="http://schemas.microsoft.com/office/drawing/2014/main" id="{186AA11E-0966-7615-E46C-624F3CD3ED65}"/>
                </a:ext>
              </a:extLst>
            </p:cNvPr>
            <p:cNvSpPr>
              <a:spLocks noGrp="1"/>
            </p:cNvSpPr>
            <p:nvPr/>
          </p:nvSpPr>
          <p:spPr>
            <a:xfrm>
              <a:off x="1690992" y="5156234"/>
              <a:ext cx="47373" cy="7909"/>
            </a:xfrm>
            <a:custGeom>
              <a:avLst/>
              <a:gdLst/>
              <a:ahLst/>
              <a:cxnLst/>
              <a:rect l="0" t="0" r="0" b="0"/>
              <a:pathLst>
                <a:path w="47373" h="7909">
                  <a:moveTo>
                    <a:pt x="0" y="7909"/>
                  </a:moveTo>
                  <a:lnTo>
                    <a:pt x="4737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9" name="Input_receptor__418">
              <a:extLst>
                <a:ext uri="{FF2B5EF4-FFF2-40B4-BE49-F238E27FC236}">
                  <a16:creationId xmlns:a16="http://schemas.microsoft.com/office/drawing/2014/main" id="{4561B50B-F4DE-189C-38E7-ED3953C627E0}"/>
                </a:ext>
              </a:extLst>
            </p:cNvPr>
            <p:cNvSpPr>
              <a:spLocks noGrp="1"/>
            </p:cNvSpPr>
            <p:nvPr/>
          </p:nvSpPr>
          <p:spPr>
            <a:xfrm>
              <a:off x="1594639" y="4860019"/>
              <a:ext cx="30657" cy="19721"/>
            </a:xfrm>
            <a:custGeom>
              <a:avLst/>
              <a:gdLst/>
              <a:ahLst/>
              <a:cxnLst/>
              <a:rect l="0" t="0" r="0" b="0"/>
              <a:pathLst>
                <a:path w="30657" h="19721">
                  <a:moveTo>
                    <a:pt x="0" y="0"/>
                  </a:moveTo>
                  <a:lnTo>
                    <a:pt x="30657" y="1972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0" name="Input_receptor__419">
              <a:extLst>
                <a:ext uri="{FF2B5EF4-FFF2-40B4-BE49-F238E27FC236}">
                  <a16:creationId xmlns:a16="http://schemas.microsoft.com/office/drawing/2014/main" id="{569A7A6D-E11C-0F36-079A-A919B5797BAF}"/>
                </a:ext>
              </a:extLst>
            </p:cNvPr>
            <p:cNvSpPr>
              <a:spLocks noGrp="1"/>
            </p:cNvSpPr>
            <p:nvPr/>
          </p:nvSpPr>
          <p:spPr>
            <a:xfrm>
              <a:off x="1778229" y="4947767"/>
              <a:ext cx="16276" cy="25966"/>
            </a:xfrm>
            <a:custGeom>
              <a:avLst/>
              <a:gdLst/>
              <a:ahLst/>
              <a:cxnLst/>
              <a:rect l="0" t="0" r="0" b="0"/>
              <a:pathLst>
                <a:path w="16276" h="25966">
                  <a:moveTo>
                    <a:pt x="16276" y="25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1" name="Input_receptor__420">
              <a:extLst>
                <a:ext uri="{FF2B5EF4-FFF2-40B4-BE49-F238E27FC236}">
                  <a16:creationId xmlns:a16="http://schemas.microsoft.com/office/drawing/2014/main" id="{6D41878A-08E7-1F3F-D7B3-2B078EC3CCCE}"/>
                </a:ext>
              </a:extLst>
            </p:cNvPr>
            <p:cNvSpPr>
              <a:spLocks noGrp="1"/>
            </p:cNvSpPr>
            <p:nvPr/>
          </p:nvSpPr>
          <p:spPr>
            <a:xfrm>
              <a:off x="1419697" y="5560717"/>
              <a:ext cx="24948" cy="29897"/>
            </a:xfrm>
            <a:custGeom>
              <a:avLst/>
              <a:gdLst/>
              <a:ahLst/>
              <a:cxnLst/>
              <a:rect l="0" t="0" r="0" b="0"/>
              <a:pathLst>
                <a:path w="24948" h="29897">
                  <a:moveTo>
                    <a:pt x="0" y="0"/>
                  </a:moveTo>
                  <a:lnTo>
                    <a:pt x="24948" y="29897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2" name="Input_receptor__421">
              <a:extLst>
                <a:ext uri="{FF2B5EF4-FFF2-40B4-BE49-F238E27FC236}">
                  <a16:creationId xmlns:a16="http://schemas.microsoft.com/office/drawing/2014/main" id="{CCC0DC9D-AF00-FE77-ED5F-6EFAA2C20D87}"/>
                </a:ext>
              </a:extLst>
            </p:cNvPr>
            <p:cNvSpPr>
              <a:spLocks noGrp="1"/>
            </p:cNvSpPr>
            <p:nvPr/>
          </p:nvSpPr>
          <p:spPr>
            <a:xfrm>
              <a:off x="1272977" y="5484257"/>
              <a:ext cx="15235" cy="26353"/>
            </a:xfrm>
            <a:custGeom>
              <a:avLst/>
              <a:gdLst/>
              <a:ahLst/>
              <a:cxnLst/>
              <a:rect l="0" t="0" r="0" b="0"/>
              <a:pathLst>
                <a:path w="15235" h="26353">
                  <a:moveTo>
                    <a:pt x="0" y="0"/>
                  </a:moveTo>
                  <a:lnTo>
                    <a:pt x="15235" y="26353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3" name="Input_receptor__422">
              <a:extLst>
                <a:ext uri="{FF2B5EF4-FFF2-40B4-BE49-F238E27FC236}">
                  <a16:creationId xmlns:a16="http://schemas.microsoft.com/office/drawing/2014/main" id="{1729C48D-24DD-6530-2605-663E1BA03FD3}"/>
                </a:ext>
              </a:extLst>
            </p:cNvPr>
            <p:cNvSpPr>
              <a:spLocks noGrp="1"/>
            </p:cNvSpPr>
            <p:nvPr/>
          </p:nvSpPr>
          <p:spPr>
            <a:xfrm>
              <a:off x="1131874" y="5161300"/>
              <a:ext cx="11248" cy="32233"/>
            </a:xfrm>
            <a:custGeom>
              <a:avLst/>
              <a:gdLst/>
              <a:ahLst/>
              <a:cxnLst/>
              <a:rect l="0" t="0" r="0" b="0"/>
              <a:pathLst>
                <a:path w="11248" h="32233">
                  <a:moveTo>
                    <a:pt x="11248" y="322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4" name="Input_receptor__423">
              <a:extLst>
                <a:ext uri="{FF2B5EF4-FFF2-40B4-BE49-F238E27FC236}">
                  <a16:creationId xmlns:a16="http://schemas.microsoft.com/office/drawing/2014/main" id="{4E00507E-7CD1-5D54-32CA-F134F837C8ED}"/>
                </a:ext>
              </a:extLst>
            </p:cNvPr>
            <p:cNvSpPr>
              <a:spLocks noGrp="1"/>
            </p:cNvSpPr>
            <p:nvPr/>
          </p:nvSpPr>
          <p:spPr>
            <a:xfrm>
              <a:off x="1515521" y="5287196"/>
              <a:ext cx="29863" cy="37487"/>
            </a:xfrm>
            <a:custGeom>
              <a:avLst/>
              <a:gdLst/>
              <a:ahLst/>
              <a:cxnLst/>
              <a:rect l="0" t="0" r="0" b="0"/>
              <a:pathLst>
                <a:path w="29863" h="37487">
                  <a:moveTo>
                    <a:pt x="0" y="37487"/>
                  </a:moveTo>
                  <a:lnTo>
                    <a:pt x="2986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5" name="Input_receptor__424">
              <a:extLst>
                <a:ext uri="{FF2B5EF4-FFF2-40B4-BE49-F238E27FC236}">
                  <a16:creationId xmlns:a16="http://schemas.microsoft.com/office/drawing/2014/main" id="{CE1B1327-3292-2B3D-BDA4-E93DB68E5F26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60515"/>
              <a:ext cx="43122" cy="9308"/>
            </a:xfrm>
            <a:custGeom>
              <a:avLst/>
              <a:gdLst/>
              <a:ahLst/>
              <a:cxnLst/>
              <a:rect l="0" t="0" r="0" b="0"/>
              <a:pathLst>
                <a:path w="43122" h="9308">
                  <a:moveTo>
                    <a:pt x="0" y="0"/>
                  </a:moveTo>
                  <a:lnTo>
                    <a:pt x="43122" y="9308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6" name="Input_receptor__425">
              <a:extLst>
                <a:ext uri="{FF2B5EF4-FFF2-40B4-BE49-F238E27FC236}">
                  <a16:creationId xmlns:a16="http://schemas.microsoft.com/office/drawing/2014/main" id="{134E876C-2E4A-6284-21EB-EEBF2DE9CA4D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62196"/>
              <a:ext cx="3846" cy="7082"/>
            </a:xfrm>
            <a:custGeom>
              <a:avLst/>
              <a:gdLst/>
              <a:ahLst/>
              <a:cxnLst/>
              <a:rect l="0" t="0" r="0" b="0"/>
              <a:pathLst>
                <a:path w="3846" h="7082">
                  <a:moveTo>
                    <a:pt x="3846" y="7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7" name="Input_receptor__426">
              <a:extLst>
                <a:ext uri="{FF2B5EF4-FFF2-40B4-BE49-F238E27FC236}">
                  <a16:creationId xmlns:a16="http://schemas.microsoft.com/office/drawing/2014/main" id="{5B1C534A-DECF-3E44-9DDF-10BD4DD0270A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209210"/>
              <a:ext cx="13965" cy="31648"/>
            </a:xfrm>
            <a:custGeom>
              <a:avLst/>
              <a:gdLst/>
              <a:ahLst/>
              <a:cxnLst/>
              <a:rect l="0" t="0" r="0" b="0"/>
              <a:pathLst>
                <a:path w="13965" h="31648">
                  <a:moveTo>
                    <a:pt x="13965" y="316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8"/>
              </a:solidFill>
            </a:ln>
          </p:spPr>
        </p:sp>
        <p:sp>
          <p:nvSpPr>
            <p:cNvPr id="428" name="Input_receptor__427">
              <a:extLst>
                <a:ext uri="{FF2B5EF4-FFF2-40B4-BE49-F238E27FC236}">
                  <a16:creationId xmlns:a16="http://schemas.microsoft.com/office/drawing/2014/main" id="{E8CDD518-CC77-294B-E5DD-6F442B585210}"/>
                </a:ext>
              </a:extLst>
            </p:cNvPr>
            <p:cNvSpPr>
              <a:spLocks noGrp="1"/>
            </p:cNvSpPr>
            <p:nvPr/>
          </p:nvSpPr>
          <p:spPr>
            <a:xfrm>
              <a:off x="1211242" y="5435679"/>
              <a:ext cx="38493" cy="4464"/>
            </a:xfrm>
            <a:custGeom>
              <a:avLst/>
              <a:gdLst/>
              <a:ahLst/>
              <a:cxnLst/>
              <a:rect l="0" t="0" r="0" b="0"/>
              <a:pathLst>
                <a:path w="38493" h="4464">
                  <a:moveTo>
                    <a:pt x="0" y="0"/>
                  </a:moveTo>
                  <a:lnTo>
                    <a:pt x="38493" y="4464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29" name="Input_receptor__428">
              <a:extLst>
                <a:ext uri="{FF2B5EF4-FFF2-40B4-BE49-F238E27FC236}">
                  <a16:creationId xmlns:a16="http://schemas.microsoft.com/office/drawing/2014/main" id="{5113D3DA-3622-5EF8-C337-3C060AD5E137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14085"/>
              <a:ext cx="22841" cy="12428"/>
            </a:xfrm>
            <a:custGeom>
              <a:avLst/>
              <a:gdLst/>
              <a:ahLst/>
              <a:cxnLst/>
              <a:rect l="0" t="0" r="0" b="0"/>
              <a:pathLst>
                <a:path w="22841" h="12428">
                  <a:moveTo>
                    <a:pt x="22841" y="0"/>
                  </a:moveTo>
                  <a:lnTo>
                    <a:pt x="0" y="12428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0" name="Input_receptor__429">
              <a:extLst>
                <a:ext uri="{FF2B5EF4-FFF2-40B4-BE49-F238E27FC236}">
                  <a16:creationId xmlns:a16="http://schemas.microsoft.com/office/drawing/2014/main" id="{0114896D-295D-EB6C-120E-5213C9177BE7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35679"/>
              <a:ext cx="29746" cy="12887"/>
            </a:xfrm>
            <a:custGeom>
              <a:avLst/>
              <a:gdLst/>
              <a:ahLst/>
              <a:cxnLst/>
              <a:rect l="0" t="0" r="0" b="0"/>
              <a:pathLst>
                <a:path w="29746" h="12887">
                  <a:moveTo>
                    <a:pt x="0" y="12887"/>
                  </a:moveTo>
                  <a:lnTo>
                    <a:pt x="29746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1" name="Input_receptor__430">
              <a:extLst>
                <a:ext uri="{FF2B5EF4-FFF2-40B4-BE49-F238E27FC236}">
                  <a16:creationId xmlns:a16="http://schemas.microsoft.com/office/drawing/2014/main" id="{3DBAF405-3A46-9223-B490-31BB964B7DE6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10610"/>
              <a:ext cx="28052" cy="36486"/>
            </a:xfrm>
            <a:custGeom>
              <a:avLst/>
              <a:gdLst/>
              <a:ahLst/>
              <a:cxnLst/>
              <a:rect l="0" t="0" r="0" b="0"/>
              <a:pathLst>
                <a:path w="28052" h="36486">
                  <a:moveTo>
                    <a:pt x="28052" y="0"/>
                  </a:moveTo>
                  <a:lnTo>
                    <a:pt x="0" y="3648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2" name="Input_receptor__431">
              <a:extLst>
                <a:ext uri="{FF2B5EF4-FFF2-40B4-BE49-F238E27FC236}">
                  <a16:creationId xmlns:a16="http://schemas.microsoft.com/office/drawing/2014/main" id="{5C68EFE9-545E-1E2E-72FF-3F9E568C4136}"/>
                </a:ext>
              </a:extLst>
            </p:cNvPr>
            <p:cNvSpPr>
              <a:spLocks noGrp="1"/>
            </p:cNvSpPr>
            <p:nvPr/>
          </p:nvSpPr>
          <p:spPr>
            <a:xfrm>
              <a:off x="1667104" y="5269823"/>
              <a:ext cx="17822" cy="27981"/>
            </a:xfrm>
            <a:custGeom>
              <a:avLst/>
              <a:gdLst/>
              <a:ahLst/>
              <a:cxnLst/>
              <a:rect l="0" t="0" r="0" b="0"/>
              <a:pathLst>
                <a:path w="17822" h="27981">
                  <a:moveTo>
                    <a:pt x="0" y="0"/>
                  </a:moveTo>
                  <a:lnTo>
                    <a:pt x="17822" y="2798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3" name="Input_receptor__432">
              <a:extLst>
                <a:ext uri="{FF2B5EF4-FFF2-40B4-BE49-F238E27FC236}">
                  <a16:creationId xmlns:a16="http://schemas.microsoft.com/office/drawing/2014/main" id="{F197396E-8C56-C5F7-63A6-90DAA861552E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193533"/>
              <a:ext cx="37963" cy="27348"/>
            </a:xfrm>
            <a:custGeom>
              <a:avLst/>
              <a:gdLst/>
              <a:ahLst/>
              <a:cxnLst/>
              <a:rect l="0" t="0" r="0" b="0"/>
              <a:pathLst>
                <a:path w="37963" h="27348">
                  <a:moveTo>
                    <a:pt x="0" y="27348"/>
                  </a:moveTo>
                  <a:lnTo>
                    <a:pt x="37963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4" name="Input_receptor__433">
              <a:extLst>
                <a:ext uri="{FF2B5EF4-FFF2-40B4-BE49-F238E27FC236}">
                  <a16:creationId xmlns:a16="http://schemas.microsoft.com/office/drawing/2014/main" id="{24199B52-BAD5-6EB2-EEA3-BD986E49EC41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33583"/>
              <a:ext cx="490" cy="21164"/>
            </a:xfrm>
            <a:custGeom>
              <a:avLst/>
              <a:gdLst/>
              <a:ahLst/>
              <a:cxnLst/>
              <a:rect l="0" t="0" r="0" b="0"/>
              <a:pathLst>
                <a:path w="490" h="21164">
                  <a:moveTo>
                    <a:pt x="0" y="21164"/>
                  </a:moveTo>
                  <a:lnTo>
                    <a:pt x="490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5" name="Input_receptor__434">
              <a:extLst>
                <a:ext uri="{FF2B5EF4-FFF2-40B4-BE49-F238E27FC236}">
                  <a16:creationId xmlns:a16="http://schemas.microsoft.com/office/drawing/2014/main" id="{B6C54B3E-60BC-0E5F-2459-2F696790A29D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56750"/>
              <a:ext cx="29830" cy="2533"/>
            </a:xfrm>
            <a:custGeom>
              <a:avLst/>
              <a:gdLst/>
              <a:ahLst/>
              <a:cxnLst/>
              <a:rect l="0" t="0" r="0" b="0"/>
              <a:pathLst>
                <a:path w="29830" h="2533">
                  <a:moveTo>
                    <a:pt x="0" y="0"/>
                  </a:moveTo>
                  <a:lnTo>
                    <a:pt x="29830" y="2533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6" name="Input_receptor__435">
              <a:extLst>
                <a:ext uri="{FF2B5EF4-FFF2-40B4-BE49-F238E27FC236}">
                  <a16:creationId xmlns:a16="http://schemas.microsoft.com/office/drawing/2014/main" id="{E0990CE6-A5EB-4025-5122-E92AD681AF59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77690"/>
              <a:ext cx="23988" cy="41034"/>
            </a:xfrm>
            <a:custGeom>
              <a:avLst/>
              <a:gdLst/>
              <a:ahLst/>
              <a:cxnLst/>
              <a:rect l="0" t="0" r="0" b="0"/>
              <a:pathLst>
                <a:path w="23988" h="41034">
                  <a:moveTo>
                    <a:pt x="0" y="0"/>
                  </a:moveTo>
                  <a:lnTo>
                    <a:pt x="23988" y="41034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7" name="Input_receptor__436">
              <a:extLst>
                <a:ext uri="{FF2B5EF4-FFF2-40B4-BE49-F238E27FC236}">
                  <a16:creationId xmlns:a16="http://schemas.microsoft.com/office/drawing/2014/main" id="{A7490517-5755-F1FF-1F0C-FED45713BD59}"/>
                </a:ext>
              </a:extLst>
            </p:cNvPr>
            <p:cNvSpPr>
              <a:spLocks noGrp="1"/>
            </p:cNvSpPr>
            <p:nvPr/>
          </p:nvSpPr>
          <p:spPr>
            <a:xfrm>
              <a:off x="1206970" y="5264267"/>
              <a:ext cx="47817" cy="3401"/>
            </a:xfrm>
            <a:custGeom>
              <a:avLst/>
              <a:gdLst/>
              <a:ahLst/>
              <a:cxnLst/>
              <a:rect l="0" t="0" r="0" b="0"/>
              <a:pathLst>
                <a:path w="47817" h="3401">
                  <a:moveTo>
                    <a:pt x="0" y="0"/>
                  </a:moveTo>
                  <a:lnTo>
                    <a:pt x="47817" y="340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8" name="Input_receptor__437">
              <a:extLst>
                <a:ext uri="{FF2B5EF4-FFF2-40B4-BE49-F238E27FC236}">
                  <a16:creationId xmlns:a16="http://schemas.microsoft.com/office/drawing/2014/main" id="{DEB71E7D-E0E2-6B75-EE81-E1B57C8340D9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4973732"/>
              <a:ext cx="30538" cy="36595"/>
            </a:xfrm>
            <a:custGeom>
              <a:avLst/>
              <a:gdLst/>
              <a:ahLst/>
              <a:cxnLst/>
              <a:rect l="0" t="0" r="0" b="0"/>
              <a:pathLst>
                <a:path w="30538" h="36595">
                  <a:moveTo>
                    <a:pt x="0" y="36595"/>
                  </a:moveTo>
                  <a:lnTo>
                    <a:pt x="3053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9" name="Input_receptor__438">
              <a:extLst>
                <a:ext uri="{FF2B5EF4-FFF2-40B4-BE49-F238E27FC236}">
                  <a16:creationId xmlns:a16="http://schemas.microsoft.com/office/drawing/2014/main" id="{64CCDFD5-0DD3-95F4-A3BA-27841C392DFA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3047"/>
              <a:ext cx="5723" cy="15329"/>
            </a:xfrm>
            <a:custGeom>
              <a:avLst/>
              <a:gdLst/>
              <a:ahLst/>
              <a:cxnLst/>
              <a:rect l="0" t="0" r="0" b="0"/>
              <a:pathLst>
                <a:path w="5723" h="15329">
                  <a:moveTo>
                    <a:pt x="5723" y="0"/>
                  </a:moveTo>
                  <a:lnTo>
                    <a:pt x="0" y="15329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0" name="Input_receptor__439">
              <a:extLst>
                <a:ext uri="{FF2B5EF4-FFF2-40B4-BE49-F238E27FC236}">
                  <a16:creationId xmlns:a16="http://schemas.microsoft.com/office/drawing/2014/main" id="{895F1CD9-F5B9-58D8-0645-186E879E62A2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96417"/>
              <a:ext cx="28388" cy="18884"/>
            </a:xfrm>
            <a:custGeom>
              <a:avLst/>
              <a:gdLst/>
              <a:ahLst/>
              <a:cxnLst/>
              <a:rect l="0" t="0" r="0" b="0"/>
              <a:pathLst>
                <a:path w="28388" h="18884">
                  <a:moveTo>
                    <a:pt x="0" y="18884"/>
                  </a:moveTo>
                  <a:lnTo>
                    <a:pt x="283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1" name="Input_receptor__440">
              <a:extLst>
                <a:ext uri="{FF2B5EF4-FFF2-40B4-BE49-F238E27FC236}">
                  <a16:creationId xmlns:a16="http://schemas.microsoft.com/office/drawing/2014/main" id="{923CFABE-20E2-6AC0-2E1D-07FAD8DF60C2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1070"/>
              <a:ext cx="47988" cy="5575"/>
            </a:xfrm>
            <a:custGeom>
              <a:avLst/>
              <a:gdLst/>
              <a:ahLst/>
              <a:cxnLst/>
              <a:rect l="0" t="0" r="0" b="0"/>
              <a:pathLst>
                <a:path w="47988" h="5575">
                  <a:moveTo>
                    <a:pt x="0" y="5575"/>
                  </a:moveTo>
                  <a:lnTo>
                    <a:pt x="479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2" name="Input_receptor__441">
              <a:extLst>
                <a:ext uri="{FF2B5EF4-FFF2-40B4-BE49-F238E27FC236}">
                  <a16:creationId xmlns:a16="http://schemas.microsoft.com/office/drawing/2014/main" id="{4C6EB72F-0DF3-B683-BF5D-C1F2419E6ED0}"/>
                </a:ext>
              </a:extLst>
            </p:cNvPr>
            <p:cNvSpPr>
              <a:spLocks noGrp="1"/>
            </p:cNvSpPr>
            <p:nvPr/>
          </p:nvSpPr>
          <p:spPr>
            <a:xfrm>
              <a:off x="1294005" y="5151256"/>
              <a:ext cx="47154" cy="9756"/>
            </a:xfrm>
            <a:custGeom>
              <a:avLst/>
              <a:gdLst/>
              <a:ahLst/>
              <a:cxnLst/>
              <a:rect l="0" t="0" r="0" b="0"/>
              <a:pathLst>
                <a:path w="47154" h="9756">
                  <a:moveTo>
                    <a:pt x="47154" y="0"/>
                  </a:moveTo>
                  <a:lnTo>
                    <a:pt x="0" y="975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3" name="Input_receptor__442">
              <a:extLst>
                <a:ext uri="{FF2B5EF4-FFF2-40B4-BE49-F238E27FC236}">
                  <a16:creationId xmlns:a16="http://schemas.microsoft.com/office/drawing/2014/main" id="{90D9C69E-08AE-FCBD-3C5D-CE5121975280}"/>
                </a:ext>
              </a:extLst>
            </p:cNvPr>
            <p:cNvSpPr>
              <a:spLocks noGrp="1"/>
            </p:cNvSpPr>
            <p:nvPr/>
          </p:nvSpPr>
          <p:spPr>
            <a:xfrm>
              <a:off x="1721340" y="4863309"/>
              <a:ext cx="35243" cy="30007"/>
            </a:xfrm>
            <a:custGeom>
              <a:avLst/>
              <a:gdLst/>
              <a:ahLst/>
              <a:cxnLst/>
              <a:rect l="0" t="0" r="0" b="0"/>
              <a:pathLst>
                <a:path w="35243" h="30007">
                  <a:moveTo>
                    <a:pt x="35243" y="30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4" name="Input_receptor__443">
              <a:extLst>
                <a:ext uri="{FF2B5EF4-FFF2-40B4-BE49-F238E27FC236}">
                  <a16:creationId xmlns:a16="http://schemas.microsoft.com/office/drawing/2014/main" id="{7A866847-40EB-737B-47FB-0BA8ECE6F638}"/>
                </a:ext>
              </a:extLst>
            </p:cNvPr>
            <p:cNvSpPr>
              <a:spLocks noGrp="1"/>
            </p:cNvSpPr>
            <p:nvPr/>
          </p:nvSpPr>
          <p:spPr>
            <a:xfrm>
              <a:off x="1434370" y="4658347"/>
              <a:ext cx="34276" cy="33004"/>
            </a:xfrm>
            <a:custGeom>
              <a:avLst/>
              <a:gdLst/>
              <a:ahLst/>
              <a:cxnLst/>
              <a:rect l="0" t="0" r="0" b="0"/>
              <a:pathLst>
                <a:path w="34276" h="33004">
                  <a:moveTo>
                    <a:pt x="0" y="33004"/>
                  </a:moveTo>
                  <a:lnTo>
                    <a:pt x="34276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5" name="Input_receptor__444">
              <a:extLst>
                <a:ext uri="{FF2B5EF4-FFF2-40B4-BE49-F238E27FC236}">
                  <a16:creationId xmlns:a16="http://schemas.microsoft.com/office/drawing/2014/main" id="{41C0406E-A697-ED0D-5E3A-93ABA6060099}"/>
                </a:ext>
              </a:extLst>
            </p:cNvPr>
            <p:cNvSpPr>
              <a:spLocks noGrp="1"/>
            </p:cNvSpPr>
            <p:nvPr/>
          </p:nvSpPr>
          <p:spPr>
            <a:xfrm>
              <a:off x="1106686" y="5093642"/>
              <a:ext cx="29182" cy="25318"/>
            </a:xfrm>
            <a:custGeom>
              <a:avLst/>
              <a:gdLst/>
              <a:ahLst/>
              <a:cxnLst/>
              <a:rect l="0" t="0" r="0" b="0"/>
              <a:pathLst>
                <a:path w="29182" h="25318">
                  <a:moveTo>
                    <a:pt x="29182" y="25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6" name="Input_receptor__445">
              <a:extLst>
                <a:ext uri="{FF2B5EF4-FFF2-40B4-BE49-F238E27FC236}">
                  <a16:creationId xmlns:a16="http://schemas.microsoft.com/office/drawing/2014/main" id="{6D86714D-6255-4580-6713-C246D06E4AA2}"/>
                </a:ext>
              </a:extLst>
            </p:cNvPr>
            <p:cNvSpPr>
              <a:spLocks noGrp="1"/>
            </p:cNvSpPr>
            <p:nvPr/>
          </p:nvSpPr>
          <p:spPr>
            <a:xfrm>
              <a:off x="1148875" y="5381821"/>
              <a:ext cx="45801" cy="13954"/>
            </a:xfrm>
            <a:custGeom>
              <a:avLst/>
              <a:gdLst/>
              <a:ahLst/>
              <a:cxnLst/>
              <a:rect l="0" t="0" r="0" b="0"/>
              <a:pathLst>
                <a:path w="45801" h="13954">
                  <a:moveTo>
                    <a:pt x="0" y="13954"/>
                  </a:moveTo>
                  <a:lnTo>
                    <a:pt x="4580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7" name="Input_receptor__446">
              <a:extLst>
                <a:ext uri="{FF2B5EF4-FFF2-40B4-BE49-F238E27FC236}">
                  <a16:creationId xmlns:a16="http://schemas.microsoft.com/office/drawing/2014/main" id="{60A282AA-A41E-FF8B-0569-286C2155D11D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24303" cy="28072"/>
            </a:xfrm>
            <a:custGeom>
              <a:avLst/>
              <a:gdLst/>
              <a:ahLst/>
              <a:cxnLst/>
              <a:rect l="0" t="0" r="0" b="0"/>
              <a:pathLst>
                <a:path w="24303" h="28072">
                  <a:moveTo>
                    <a:pt x="0" y="0"/>
                  </a:moveTo>
                  <a:lnTo>
                    <a:pt x="24303" y="28072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48" name="Input_receptor__447">
              <a:extLst>
                <a:ext uri="{FF2B5EF4-FFF2-40B4-BE49-F238E27FC236}">
                  <a16:creationId xmlns:a16="http://schemas.microsoft.com/office/drawing/2014/main" id="{B2EB19A4-F46B-89E2-2B06-B6E9C89C766F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3284"/>
              <a:ext cx="33707" cy="23425"/>
            </a:xfrm>
            <a:custGeom>
              <a:avLst/>
              <a:gdLst/>
              <a:ahLst/>
              <a:cxnLst/>
              <a:rect l="0" t="0" r="0" b="0"/>
              <a:pathLst>
                <a:path w="33707" h="23425">
                  <a:moveTo>
                    <a:pt x="33707" y="0"/>
                  </a:moveTo>
                  <a:lnTo>
                    <a:pt x="0" y="23425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9" name="Input_receptor__448">
              <a:extLst>
                <a:ext uri="{FF2B5EF4-FFF2-40B4-BE49-F238E27FC236}">
                  <a16:creationId xmlns:a16="http://schemas.microsoft.com/office/drawing/2014/main" id="{AEBEDA73-A4FF-8DFF-01E5-5762CE51536F}"/>
                </a:ext>
              </a:extLst>
            </p:cNvPr>
            <p:cNvSpPr>
              <a:spLocks noGrp="1"/>
            </p:cNvSpPr>
            <p:nvPr/>
          </p:nvSpPr>
          <p:spPr>
            <a:xfrm>
              <a:off x="1576904" y="5358287"/>
              <a:ext cx="14384" cy="45013"/>
            </a:xfrm>
            <a:custGeom>
              <a:avLst/>
              <a:gdLst/>
              <a:ahLst/>
              <a:cxnLst/>
              <a:rect l="0" t="0" r="0" b="0"/>
              <a:pathLst>
                <a:path w="14384" h="45013">
                  <a:moveTo>
                    <a:pt x="14384" y="45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50" name="Input_receptor__449">
              <a:extLst>
                <a:ext uri="{FF2B5EF4-FFF2-40B4-BE49-F238E27FC236}">
                  <a16:creationId xmlns:a16="http://schemas.microsoft.com/office/drawing/2014/main" id="{F44E5512-ED2E-2D73-9BBA-D9579EBD04AE}"/>
                </a:ext>
              </a:extLst>
            </p:cNvPr>
            <p:cNvSpPr>
              <a:spLocks noGrp="1"/>
            </p:cNvSpPr>
            <p:nvPr/>
          </p:nvSpPr>
          <p:spPr>
            <a:xfrm>
              <a:off x="1254787" y="5267668"/>
              <a:ext cx="3189" cy="46417"/>
            </a:xfrm>
            <a:custGeom>
              <a:avLst/>
              <a:gdLst/>
              <a:ahLst/>
              <a:cxnLst/>
              <a:rect l="0" t="0" r="0" b="0"/>
              <a:pathLst>
                <a:path w="3189" h="46417">
                  <a:moveTo>
                    <a:pt x="0" y="0"/>
                  </a:moveTo>
                  <a:lnTo>
                    <a:pt x="3189" y="46417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1" name="Input_receptor__450">
              <a:extLst>
                <a:ext uri="{FF2B5EF4-FFF2-40B4-BE49-F238E27FC236}">
                  <a16:creationId xmlns:a16="http://schemas.microsoft.com/office/drawing/2014/main" id="{43F9D653-6A99-F029-B5A9-3B45646AEFBE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94127"/>
              <a:ext cx="18652" cy="2430"/>
            </a:xfrm>
            <a:custGeom>
              <a:avLst/>
              <a:gdLst/>
              <a:ahLst/>
              <a:cxnLst/>
              <a:rect l="0" t="0" r="0" b="0"/>
              <a:pathLst>
                <a:path w="18652" h="2430">
                  <a:moveTo>
                    <a:pt x="18652" y="24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2" name="Input_receptor__451">
              <a:extLst>
                <a:ext uri="{FF2B5EF4-FFF2-40B4-BE49-F238E27FC236}">
                  <a16:creationId xmlns:a16="http://schemas.microsoft.com/office/drawing/2014/main" id="{6E2358DA-A2F1-8B7D-704B-4E0A367319B7}"/>
                </a:ext>
              </a:extLst>
            </p:cNvPr>
            <p:cNvSpPr>
              <a:spLocks noGrp="1"/>
            </p:cNvSpPr>
            <p:nvPr/>
          </p:nvSpPr>
          <p:spPr>
            <a:xfrm>
              <a:off x="1807087" y="5211070"/>
              <a:ext cx="12287" cy="42214"/>
            </a:xfrm>
            <a:custGeom>
              <a:avLst/>
              <a:gdLst/>
              <a:ahLst/>
              <a:cxnLst/>
              <a:rect l="0" t="0" r="0" b="0"/>
              <a:pathLst>
                <a:path w="12287" h="42214">
                  <a:moveTo>
                    <a:pt x="0" y="0"/>
                  </a:moveTo>
                  <a:lnTo>
                    <a:pt x="12287" y="42214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3" name="Input_receptor__452">
              <a:extLst>
                <a:ext uri="{FF2B5EF4-FFF2-40B4-BE49-F238E27FC236}">
                  <a16:creationId xmlns:a16="http://schemas.microsoft.com/office/drawing/2014/main" id="{1BDC273D-E6E7-3EAD-6D05-02EFF90FD0B7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83666"/>
              <a:ext cx="29716" cy="9976"/>
            </a:xfrm>
            <a:custGeom>
              <a:avLst/>
              <a:gdLst/>
              <a:ahLst/>
              <a:cxnLst/>
              <a:rect l="0" t="0" r="0" b="0"/>
              <a:pathLst>
                <a:path w="29716" h="9976">
                  <a:moveTo>
                    <a:pt x="29716" y="99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4" name="Input_receptor__453">
              <a:extLst>
                <a:ext uri="{FF2B5EF4-FFF2-40B4-BE49-F238E27FC236}">
                  <a16:creationId xmlns:a16="http://schemas.microsoft.com/office/drawing/2014/main" id="{0E50DCD1-351C-EC65-0127-23662DDD27A5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3954"/>
              <a:ext cx="17961" cy="5168"/>
            </a:xfrm>
            <a:custGeom>
              <a:avLst/>
              <a:gdLst/>
              <a:ahLst/>
              <a:cxnLst/>
              <a:rect l="0" t="0" r="0" b="0"/>
              <a:pathLst>
                <a:path w="17961" h="5168">
                  <a:moveTo>
                    <a:pt x="0" y="5168"/>
                  </a:moveTo>
                  <a:lnTo>
                    <a:pt x="1796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5" name="Input_receptor__454">
              <a:extLst>
                <a:ext uri="{FF2B5EF4-FFF2-40B4-BE49-F238E27FC236}">
                  <a16:creationId xmlns:a16="http://schemas.microsoft.com/office/drawing/2014/main" id="{D7EDAE2E-F672-ABC1-6BE7-3F4ADF0F4565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22349" cy="14222"/>
            </a:xfrm>
            <a:custGeom>
              <a:avLst/>
              <a:gdLst/>
              <a:ahLst/>
              <a:cxnLst/>
              <a:rect l="0" t="0" r="0" b="0"/>
              <a:pathLst>
                <a:path w="22349" h="14222">
                  <a:moveTo>
                    <a:pt x="0" y="0"/>
                  </a:moveTo>
                  <a:lnTo>
                    <a:pt x="22349" y="14222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6" name="Input_receptor__455">
              <a:extLst>
                <a:ext uri="{FF2B5EF4-FFF2-40B4-BE49-F238E27FC236}">
                  <a16:creationId xmlns:a16="http://schemas.microsoft.com/office/drawing/2014/main" id="{FA65989C-0FF9-1C24-0408-268E792191D7}"/>
                </a:ext>
              </a:extLst>
            </p:cNvPr>
            <p:cNvSpPr>
              <a:spLocks noGrp="1"/>
            </p:cNvSpPr>
            <p:nvPr/>
          </p:nvSpPr>
          <p:spPr>
            <a:xfrm>
              <a:off x="1341159" y="5151256"/>
              <a:ext cx="8540" cy="45161"/>
            </a:xfrm>
            <a:custGeom>
              <a:avLst/>
              <a:gdLst/>
              <a:ahLst/>
              <a:cxnLst/>
              <a:rect l="0" t="0" r="0" b="0"/>
              <a:pathLst>
                <a:path w="8540" h="45161">
                  <a:moveTo>
                    <a:pt x="8540" y="45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7" name="Input_receptor__456">
              <a:extLst>
                <a:ext uri="{FF2B5EF4-FFF2-40B4-BE49-F238E27FC236}">
                  <a16:creationId xmlns:a16="http://schemas.microsoft.com/office/drawing/2014/main" id="{E6A06ADB-65BE-B977-DF0C-FB5F844F6149}"/>
                </a:ext>
              </a:extLst>
            </p:cNvPr>
            <p:cNvSpPr>
              <a:spLocks noGrp="1"/>
            </p:cNvSpPr>
            <p:nvPr/>
          </p:nvSpPr>
          <p:spPr>
            <a:xfrm>
              <a:off x="1640849" y="5199226"/>
              <a:ext cx="36560" cy="23361"/>
            </a:xfrm>
            <a:custGeom>
              <a:avLst/>
              <a:gdLst/>
              <a:ahLst/>
              <a:cxnLst/>
              <a:rect l="0" t="0" r="0" b="0"/>
              <a:pathLst>
                <a:path w="36560" h="23361">
                  <a:moveTo>
                    <a:pt x="0" y="0"/>
                  </a:moveTo>
                  <a:lnTo>
                    <a:pt x="36560" y="23361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58" name="Input_receptor__457">
              <a:extLst>
                <a:ext uri="{FF2B5EF4-FFF2-40B4-BE49-F238E27FC236}">
                  <a16:creationId xmlns:a16="http://schemas.microsoft.com/office/drawing/2014/main" id="{53F6D0A9-38BF-59A9-8353-B29ECEB5EB23}"/>
                </a:ext>
              </a:extLst>
            </p:cNvPr>
            <p:cNvSpPr>
              <a:spLocks noGrp="1"/>
            </p:cNvSpPr>
            <p:nvPr/>
          </p:nvSpPr>
          <p:spPr>
            <a:xfrm>
              <a:off x="1689969" y="4863309"/>
              <a:ext cx="31371" cy="12671"/>
            </a:xfrm>
            <a:custGeom>
              <a:avLst/>
              <a:gdLst/>
              <a:ahLst/>
              <a:cxnLst/>
              <a:rect l="0" t="0" r="0" b="0"/>
              <a:pathLst>
                <a:path w="31371" h="12671">
                  <a:moveTo>
                    <a:pt x="31371" y="0"/>
                  </a:moveTo>
                  <a:lnTo>
                    <a:pt x="0" y="12671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59" name="Input_receptor__458">
              <a:extLst>
                <a:ext uri="{FF2B5EF4-FFF2-40B4-BE49-F238E27FC236}">
                  <a16:creationId xmlns:a16="http://schemas.microsoft.com/office/drawing/2014/main" id="{A20EA67A-0693-D3B7-935A-8F37447D1407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08417"/>
              <a:ext cx="27040" cy="33989"/>
            </a:xfrm>
            <a:custGeom>
              <a:avLst/>
              <a:gdLst/>
              <a:ahLst/>
              <a:cxnLst/>
              <a:rect l="0" t="0" r="0" b="0"/>
              <a:pathLst>
                <a:path w="27040" h="33989">
                  <a:moveTo>
                    <a:pt x="0" y="33989"/>
                  </a:moveTo>
                  <a:lnTo>
                    <a:pt x="2704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0" name="Input_receptor__459">
              <a:extLst>
                <a:ext uri="{FF2B5EF4-FFF2-40B4-BE49-F238E27FC236}">
                  <a16:creationId xmlns:a16="http://schemas.microsoft.com/office/drawing/2014/main" id="{ACA2DEED-45A4-3B7C-6395-4AA3EFBCCC52}"/>
                </a:ext>
              </a:extLst>
            </p:cNvPr>
            <p:cNvSpPr>
              <a:spLocks noGrp="1"/>
            </p:cNvSpPr>
            <p:nvPr/>
          </p:nvSpPr>
          <p:spPr>
            <a:xfrm>
              <a:off x="1737939" y="5050434"/>
              <a:ext cx="23192" cy="40966"/>
            </a:xfrm>
            <a:custGeom>
              <a:avLst/>
              <a:gdLst/>
              <a:ahLst/>
              <a:cxnLst/>
              <a:rect l="0" t="0" r="0" b="0"/>
              <a:pathLst>
                <a:path w="23192" h="40966">
                  <a:moveTo>
                    <a:pt x="23192" y="40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1" name="Input_receptor__460">
              <a:extLst>
                <a:ext uri="{FF2B5EF4-FFF2-40B4-BE49-F238E27FC236}">
                  <a16:creationId xmlns:a16="http://schemas.microsoft.com/office/drawing/2014/main" id="{D26BFABA-6544-B685-AEF1-9D67D1AEF121}"/>
                </a:ext>
              </a:extLst>
            </p:cNvPr>
            <p:cNvSpPr>
              <a:spLocks noGrp="1"/>
            </p:cNvSpPr>
            <p:nvPr/>
          </p:nvSpPr>
          <p:spPr>
            <a:xfrm>
              <a:off x="1357813" y="5408417"/>
              <a:ext cx="38116" cy="15245"/>
            </a:xfrm>
            <a:custGeom>
              <a:avLst/>
              <a:gdLst/>
              <a:ahLst/>
              <a:cxnLst/>
              <a:rect l="0" t="0" r="0" b="0"/>
              <a:pathLst>
                <a:path w="38116" h="15245">
                  <a:moveTo>
                    <a:pt x="0" y="0"/>
                  </a:moveTo>
                  <a:lnTo>
                    <a:pt x="38116" y="1524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2" name="Input_receptor__461">
              <a:extLst>
                <a:ext uri="{FF2B5EF4-FFF2-40B4-BE49-F238E27FC236}">
                  <a16:creationId xmlns:a16="http://schemas.microsoft.com/office/drawing/2014/main" id="{B41FC2D6-6E9C-5287-D253-46E8A3857F69}"/>
                </a:ext>
              </a:extLst>
            </p:cNvPr>
            <p:cNvSpPr>
              <a:spLocks noGrp="1"/>
            </p:cNvSpPr>
            <p:nvPr/>
          </p:nvSpPr>
          <p:spPr>
            <a:xfrm>
              <a:off x="1253392" y="5676661"/>
              <a:ext cx="40439" cy="17213"/>
            </a:xfrm>
            <a:custGeom>
              <a:avLst/>
              <a:gdLst/>
              <a:ahLst/>
              <a:cxnLst/>
              <a:rect l="0" t="0" r="0" b="0"/>
              <a:pathLst>
                <a:path w="40439" h="17213">
                  <a:moveTo>
                    <a:pt x="40439" y="1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3" name="Input_receptor__462">
              <a:extLst>
                <a:ext uri="{FF2B5EF4-FFF2-40B4-BE49-F238E27FC236}">
                  <a16:creationId xmlns:a16="http://schemas.microsoft.com/office/drawing/2014/main" id="{DAB2296D-78A1-6725-A692-8A2EBB335E53}"/>
                </a:ext>
              </a:extLst>
            </p:cNvPr>
            <p:cNvSpPr>
              <a:spLocks noGrp="1"/>
            </p:cNvSpPr>
            <p:nvPr/>
          </p:nvSpPr>
          <p:spPr>
            <a:xfrm>
              <a:off x="1591288" y="5389804"/>
              <a:ext cx="46274" cy="13496"/>
            </a:xfrm>
            <a:custGeom>
              <a:avLst/>
              <a:gdLst/>
              <a:ahLst/>
              <a:cxnLst/>
              <a:rect l="0" t="0" r="0" b="0"/>
              <a:pathLst>
                <a:path w="46274" h="13496">
                  <a:moveTo>
                    <a:pt x="46274" y="0"/>
                  </a:moveTo>
                  <a:lnTo>
                    <a:pt x="0" y="13496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4" name="Input_receptor__463">
              <a:extLst>
                <a:ext uri="{FF2B5EF4-FFF2-40B4-BE49-F238E27FC236}">
                  <a16:creationId xmlns:a16="http://schemas.microsoft.com/office/drawing/2014/main" id="{AEEF33F9-2908-2920-E612-5C3EF4780902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66906"/>
              <a:ext cx="25559" cy="5032"/>
            </a:xfrm>
            <a:custGeom>
              <a:avLst/>
              <a:gdLst/>
              <a:ahLst/>
              <a:cxnLst/>
              <a:rect l="0" t="0" r="0" b="0"/>
              <a:pathLst>
                <a:path w="25559" h="5032">
                  <a:moveTo>
                    <a:pt x="0" y="5032"/>
                  </a:moveTo>
                  <a:lnTo>
                    <a:pt x="2555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5" name="Input_receptor__464">
              <a:extLst>
                <a:ext uri="{FF2B5EF4-FFF2-40B4-BE49-F238E27FC236}">
                  <a16:creationId xmlns:a16="http://schemas.microsoft.com/office/drawing/2014/main" id="{B69733C8-D832-EEE9-2350-CC36E7439545}"/>
                </a:ext>
              </a:extLst>
            </p:cNvPr>
            <p:cNvSpPr>
              <a:spLocks noGrp="1"/>
            </p:cNvSpPr>
            <p:nvPr/>
          </p:nvSpPr>
          <p:spPr>
            <a:xfrm>
              <a:off x="1731848" y="4893315"/>
              <a:ext cx="24735" cy="40268"/>
            </a:xfrm>
            <a:custGeom>
              <a:avLst/>
              <a:gdLst/>
              <a:ahLst/>
              <a:cxnLst/>
              <a:rect l="0" t="0" r="0" b="0"/>
              <a:pathLst>
                <a:path w="24735" h="40268">
                  <a:moveTo>
                    <a:pt x="0" y="40268"/>
                  </a:moveTo>
                  <a:lnTo>
                    <a:pt x="24735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6" name="Input_receptor__465">
              <a:extLst>
                <a:ext uri="{FF2B5EF4-FFF2-40B4-BE49-F238E27FC236}">
                  <a16:creationId xmlns:a16="http://schemas.microsoft.com/office/drawing/2014/main" id="{A556239A-508C-25B4-1093-3FBCE6C470CB}"/>
                </a:ext>
              </a:extLst>
            </p:cNvPr>
            <p:cNvSpPr>
              <a:spLocks noGrp="1"/>
            </p:cNvSpPr>
            <p:nvPr/>
          </p:nvSpPr>
          <p:spPr>
            <a:xfrm>
              <a:off x="1473826" y="5206151"/>
              <a:ext cx="43871" cy="17034"/>
            </a:xfrm>
            <a:custGeom>
              <a:avLst/>
              <a:gdLst/>
              <a:ahLst/>
              <a:cxnLst/>
              <a:rect l="0" t="0" r="0" b="0"/>
              <a:pathLst>
                <a:path w="43871" h="17034">
                  <a:moveTo>
                    <a:pt x="43871" y="17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7" name="Input_receptor__466">
              <a:extLst>
                <a:ext uri="{FF2B5EF4-FFF2-40B4-BE49-F238E27FC236}">
                  <a16:creationId xmlns:a16="http://schemas.microsoft.com/office/drawing/2014/main" id="{5D993450-CC9D-E7A3-6E7C-76959A39AD11}"/>
                </a:ext>
              </a:extLst>
            </p:cNvPr>
            <p:cNvSpPr>
              <a:spLocks noGrp="1"/>
            </p:cNvSpPr>
            <p:nvPr/>
          </p:nvSpPr>
          <p:spPr>
            <a:xfrm>
              <a:off x="1233634" y="5440143"/>
              <a:ext cx="16102" cy="42905"/>
            </a:xfrm>
            <a:custGeom>
              <a:avLst/>
              <a:gdLst/>
              <a:ahLst/>
              <a:cxnLst/>
              <a:rect l="0" t="0" r="0" b="0"/>
              <a:pathLst>
                <a:path w="16102" h="42905">
                  <a:moveTo>
                    <a:pt x="16102" y="0"/>
                  </a:moveTo>
                  <a:lnTo>
                    <a:pt x="0" y="4290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8" name="Input_receptor__467">
              <a:extLst>
                <a:ext uri="{FF2B5EF4-FFF2-40B4-BE49-F238E27FC236}">
                  <a16:creationId xmlns:a16="http://schemas.microsoft.com/office/drawing/2014/main" id="{5592988F-F7FD-66B7-AECC-4118E6972C3C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37483"/>
              <a:ext cx="4762" cy="40207"/>
            </a:xfrm>
            <a:custGeom>
              <a:avLst/>
              <a:gdLst/>
              <a:ahLst/>
              <a:cxnLst/>
              <a:rect l="0" t="0" r="0" b="0"/>
              <a:pathLst>
                <a:path w="4762" h="40207">
                  <a:moveTo>
                    <a:pt x="4762" y="0"/>
                  </a:moveTo>
                  <a:lnTo>
                    <a:pt x="0" y="40207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9" name="Input_receptor__468">
              <a:extLst>
                <a:ext uri="{FF2B5EF4-FFF2-40B4-BE49-F238E27FC236}">
                  <a16:creationId xmlns:a16="http://schemas.microsoft.com/office/drawing/2014/main" id="{333280A3-74EF-05AC-42CD-9F76184419A8}"/>
                </a:ext>
              </a:extLst>
            </p:cNvPr>
            <p:cNvSpPr>
              <a:spLocks noGrp="1"/>
            </p:cNvSpPr>
            <p:nvPr/>
          </p:nvSpPr>
          <p:spPr>
            <a:xfrm>
              <a:off x="1444646" y="5561811"/>
              <a:ext cx="18139" cy="28803"/>
            </a:xfrm>
            <a:custGeom>
              <a:avLst/>
              <a:gdLst/>
              <a:ahLst/>
              <a:cxnLst/>
              <a:rect l="0" t="0" r="0" b="0"/>
              <a:pathLst>
                <a:path w="18139" h="28803">
                  <a:moveTo>
                    <a:pt x="0" y="28803"/>
                  </a:moveTo>
                  <a:lnTo>
                    <a:pt x="1813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70" name="Input_receptor__469">
              <a:extLst>
                <a:ext uri="{FF2B5EF4-FFF2-40B4-BE49-F238E27FC236}">
                  <a16:creationId xmlns:a16="http://schemas.microsoft.com/office/drawing/2014/main" id="{F279954F-898D-F659-BB5C-8DD17B33EAA0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809686"/>
              <a:ext cx="38370" cy="2916"/>
            </a:xfrm>
            <a:custGeom>
              <a:avLst/>
              <a:gdLst/>
              <a:ahLst/>
              <a:cxnLst/>
              <a:rect l="0" t="0" r="0" b="0"/>
              <a:pathLst>
                <a:path w="38370" h="2916">
                  <a:moveTo>
                    <a:pt x="0" y="2916"/>
                  </a:moveTo>
                  <a:lnTo>
                    <a:pt x="38370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1" name="Input_receptor__470">
              <a:extLst>
                <a:ext uri="{FF2B5EF4-FFF2-40B4-BE49-F238E27FC236}">
                  <a16:creationId xmlns:a16="http://schemas.microsoft.com/office/drawing/2014/main" id="{8ED6A848-B00E-18E3-ED35-43304B20870D}"/>
                </a:ext>
              </a:extLst>
            </p:cNvPr>
            <p:cNvSpPr>
              <a:spLocks noGrp="1"/>
            </p:cNvSpPr>
            <p:nvPr/>
          </p:nvSpPr>
          <p:spPr>
            <a:xfrm>
              <a:off x="1468646" y="4658347"/>
              <a:ext cx="29183" cy="14334"/>
            </a:xfrm>
            <a:custGeom>
              <a:avLst/>
              <a:gdLst/>
              <a:ahLst/>
              <a:cxnLst/>
              <a:rect l="0" t="0" r="0" b="0"/>
              <a:pathLst>
                <a:path w="29183" h="14334">
                  <a:moveTo>
                    <a:pt x="0" y="0"/>
                  </a:moveTo>
                  <a:lnTo>
                    <a:pt x="29183" y="14334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2" name="Input_receptor__471">
              <a:extLst>
                <a:ext uri="{FF2B5EF4-FFF2-40B4-BE49-F238E27FC236}">
                  <a16:creationId xmlns:a16="http://schemas.microsoft.com/office/drawing/2014/main" id="{C3CE5942-348F-F3E2-8A78-5722B55C58E7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64267"/>
              <a:ext cx="10385" cy="17103"/>
            </a:xfrm>
            <a:custGeom>
              <a:avLst/>
              <a:gdLst/>
              <a:ahLst/>
              <a:cxnLst/>
              <a:rect l="0" t="0" r="0" b="0"/>
              <a:pathLst>
                <a:path w="10385" h="17103">
                  <a:moveTo>
                    <a:pt x="0" y="17103"/>
                  </a:moveTo>
                  <a:lnTo>
                    <a:pt x="10385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3" name="Input_receptor__472">
              <a:extLst>
                <a:ext uri="{FF2B5EF4-FFF2-40B4-BE49-F238E27FC236}">
                  <a16:creationId xmlns:a16="http://schemas.microsoft.com/office/drawing/2014/main" id="{058FABBA-A18D-47AF-BE67-933096A6B4EC}"/>
                </a:ext>
              </a:extLst>
            </p:cNvPr>
            <p:cNvSpPr>
              <a:spLocks noGrp="1"/>
            </p:cNvSpPr>
            <p:nvPr/>
          </p:nvSpPr>
          <p:spPr>
            <a:xfrm>
              <a:off x="1368978" y="5311507"/>
              <a:ext cx="6627" cy="47776"/>
            </a:xfrm>
            <a:custGeom>
              <a:avLst/>
              <a:gdLst/>
              <a:ahLst/>
              <a:cxnLst/>
              <a:rect l="0" t="0" r="0" b="0"/>
              <a:pathLst>
                <a:path w="6627" h="47776">
                  <a:moveTo>
                    <a:pt x="0" y="47776"/>
                  </a:moveTo>
                  <a:lnTo>
                    <a:pt x="6627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4" name="Input_receptor__473">
              <a:extLst>
                <a:ext uri="{FF2B5EF4-FFF2-40B4-BE49-F238E27FC236}">
                  <a16:creationId xmlns:a16="http://schemas.microsoft.com/office/drawing/2014/main" id="{FEDA5FA8-CCE3-6478-6F53-D1B715C5D103}"/>
                </a:ext>
              </a:extLst>
            </p:cNvPr>
            <p:cNvSpPr>
              <a:spLocks noGrp="1"/>
            </p:cNvSpPr>
            <p:nvPr/>
          </p:nvSpPr>
          <p:spPr>
            <a:xfrm>
              <a:off x="1328992" y="5299454"/>
              <a:ext cx="46613" cy="12054"/>
            </a:xfrm>
            <a:custGeom>
              <a:avLst/>
              <a:gdLst/>
              <a:ahLst/>
              <a:cxnLst/>
              <a:rect l="0" t="0" r="0" b="0"/>
              <a:pathLst>
                <a:path w="46613" h="12054">
                  <a:moveTo>
                    <a:pt x="46613" y="120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5" name="Input_receptor__474">
              <a:extLst>
                <a:ext uri="{FF2B5EF4-FFF2-40B4-BE49-F238E27FC236}">
                  <a16:creationId xmlns:a16="http://schemas.microsoft.com/office/drawing/2014/main" id="{92184F80-D5B8-EB03-6A1E-FA75D2065CE0}"/>
                </a:ext>
              </a:extLst>
            </p:cNvPr>
            <p:cNvSpPr>
              <a:spLocks noGrp="1"/>
            </p:cNvSpPr>
            <p:nvPr/>
          </p:nvSpPr>
          <p:spPr>
            <a:xfrm>
              <a:off x="1087881" y="4988047"/>
              <a:ext cx="27851" cy="38587"/>
            </a:xfrm>
            <a:custGeom>
              <a:avLst/>
              <a:gdLst/>
              <a:ahLst/>
              <a:cxnLst/>
              <a:rect l="0" t="0" r="0" b="0"/>
              <a:pathLst>
                <a:path w="27851" h="38587">
                  <a:moveTo>
                    <a:pt x="27851" y="385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76" name="Input_receptor__475">
              <a:extLst>
                <a:ext uri="{FF2B5EF4-FFF2-40B4-BE49-F238E27FC236}">
                  <a16:creationId xmlns:a16="http://schemas.microsoft.com/office/drawing/2014/main" id="{A42DC39A-490F-95EC-AD73-1896F3737DCF}"/>
                </a:ext>
              </a:extLst>
            </p:cNvPr>
            <p:cNvSpPr>
              <a:spLocks noGrp="1"/>
            </p:cNvSpPr>
            <p:nvPr/>
          </p:nvSpPr>
          <p:spPr>
            <a:xfrm>
              <a:off x="1384902" y="5423661"/>
              <a:ext cx="11027" cy="45617"/>
            </a:xfrm>
            <a:custGeom>
              <a:avLst/>
              <a:gdLst/>
              <a:ahLst/>
              <a:cxnLst/>
              <a:rect l="0" t="0" r="0" b="0"/>
              <a:pathLst>
                <a:path w="11027" h="45617">
                  <a:moveTo>
                    <a:pt x="11027" y="0"/>
                  </a:moveTo>
                  <a:lnTo>
                    <a:pt x="0" y="45617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7" name="Input_receptor__476">
              <a:extLst>
                <a:ext uri="{FF2B5EF4-FFF2-40B4-BE49-F238E27FC236}">
                  <a16:creationId xmlns:a16="http://schemas.microsoft.com/office/drawing/2014/main" id="{A84B7555-10F9-85A6-54C9-DC6F543E732F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50913"/>
              <a:ext cx="20813" cy="9602"/>
            </a:xfrm>
            <a:custGeom>
              <a:avLst/>
              <a:gdLst/>
              <a:ahLst/>
              <a:cxnLst/>
              <a:rect l="0" t="0" r="0" b="0"/>
              <a:pathLst>
                <a:path w="20813" h="9602">
                  <a:moveTo>
                    <a:pt x="20813" y="0"/>
                  </a:moveTo>
                  <a:lnTo>
                    <a:pt x="0" y="960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8" name="Input_receptor__477">
              <a:extLst>
                <a:ext uri="{FF2B5EF4-FFF2-40B4-BE49-F238E27FC236}">
                  <a16:creationId xmlns:a16="http://schemas.microsoft.com/office/drawing/2014/main" id="{20A096A5-3D2E-E96E-BBE0-90D587C2B42A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93778"/>
              <a:ext cx="22609" cy="5448"/>
            </a:xfrm>
            <a:custGeom>
              <a:avLst/>
              <a:gdLst/>
              <a:ahLst/>
              <a:cxnLst/>
              <a:rect l="0" t="0" r="0" b="0"/>
              <a:pathLst>
                <a:path w="22609" h="5448">
                  <a:moveTo>
                    <a:pt x="0" y="0"/>
                  </a:moveTo>
                  <a:lnTo>
                    <a:pt x="22609" y="5448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9" name="Input_receptor__478">
              <a:extLst>
                <a:ext uri="{FF2B5EF4-FFF2-40B4-BE49-F238E27FC236}">
                  <a16:creationId xmlns:a16="http://schemas.microsoft.com/office/drawing/2014/main" id="{5BB14DF4-E679-53FD-71DD-3AFF780D2A18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61013"/>
              <a:ext cx="3172" cy="16351"/>
            </a:xfrm>
            <a:custGeom>
              <a:avLst/>
              <a:gdLst/>
              <a:ahLst/>
              <a:cxnLst/>
              <a:rect l="0" t="0" r="0" b="0"/>
              <a:pathLst>
                <a:path w="3172" h="16351">
                  <a:moveTo>
                    <a:pt x="3172" y="0"/>
                  </a:moveTo>
                  <a:lnTo>
                    <a:pt x="0" y="1635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0" name="Input_receptor__479">
              <a:extLst>
                <a:ext uri="{FF2B5EF4-FFF2-40B4-BE49-F238E27FC236}">
                  <a16:creationId xmlns:a16="http://schemas.microsoft.com/office/drawing/2014/main" id="{1CB7A85E-8140-ACA4-3878-B23C2BB9BC44}"/>
                </a:ext>
              </a:extLst>
            </p:cNvPr>
            <p:cNvSpPr>
              <a:spLocks noGrp="1"/>
            </p:cNvSpPr>
            <p:nvPr/>
          </p:nvSpPr>
          <p:spPr>
            <a:xfrm>
              <a:off x="1644412" y="5297803"/>
              <a:ext cx="40515" cy="22381"/>
            </a:xfrm>
            <a:custGeom>
              <a:avLst/>
              <a:gdLst/>
              <a:ahLst/>
              <a:cxnLst/>
              <a:rect l="0" t="0" r="0" b="0"/>
              <a:pathLst>
                <a:path w="40515" h="22381">
                  <a:moveTo>
                    <a:pt x="40515" y="0"/>
                  </a:moveTo>
                  <a:lnTo>
                    <a:pt x="0" y="2238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1" name="Input_receptor__480">
              <a:extLst>
                <a:ext uri="{FF2B5EF4-FFF2-40B4-BE49-F238E27FC236}">
                  <a16:creationId xmlns:a16="http://schemas.microsoft.com/office/drawing/2014/main" id="{D77C2835-0E58-AD74-E38D-D47DFF05FCFA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76661"/>
              <a:ext cx="28064" cy="14773"/>
            </a:xfrm>
            <a:custGeom>
              <a:avLst/>
              <a:gdLst/>
              <a:ahLst/>
              <a:cxnLst/>
              <a:rect l="0" t="0" r="0" b="0"/>
              <a:pathLst>
                <a:path w="28064" h="14773">
                  <a:moveTo>
                    <a:pt x="28064" y="0"/>
                  </a:moveTo>
                  <a:lnTo>
                    <a:pt x="0" y="14773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2" name="Input_receptor__481">
              <a:extLst>
                <a:ext uri="{FF2B5EF4-FFF2-40B4-BE49-F238E27FC236}">
                  <a16:creationId xmlns:a16="http://schemas.microsoft.com/office/drawing/2014/main" id="{46698146-FF41-0E13-F0BF-1C89FAD27D4D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186122"/>
              <a:ext cx="31094" cy="23089"/>
            </a:xfrm>
            <a:custGeom>
              <a:avLst/>
              <a:gdLst/>
              <a:ahLst/>
              <a:cxnLst/>
              <a:rect l="0" t="0" r="0" b="0"/>
              <a:pathLst>
                <a:path w="31094" h="23089">
                  <a:moveTo>
                    <a:pt x="0" y="23089"/>
                  </a:moveTo>
                  <a:lnTo>
                    <a:pt x="31094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83" name="Input_receptor__482">
              <a:extLst>
                <a:ext uri="{FF2B5EF4-FFF2-40B4-BE49-F238E27FC236}">
                  <a16:creationId xmlns:a16="http://schemas.microsoft.com/office/drawing/2014/main" id="{D182C096-FFE0-30A3-D4AA-90BBC93B20D0}"/>
                </a:ext>
              </a:extLst>
            </p:cNvPr>
            <p:cNvSpPr>
              <a:spLocks noGrp="1"/>
            </p:cNvSpPr>
            <p:nvPr/>
          </p:nvSpPr>
          <p:spPr>
            <a:xfrm>
              <a:off x="1719875" y="5091400"/>
              <a:ext cx="41256" cy="21987"/>
            </a:xfrm>
            <a:custGeom>
              <a:avLst/>
              <a:gdLst/>
              <a:ahLst/>
              <a:cxnLst/>
              <a:rect l="0" t="0" r="0" b="0"/>
              <a:pathLst>
                <a:path w="41256" h="21987">
                  <a:moveTo>
                    <a:pt x="0" y="21987"/>
                  </a:moveTo>
                  <a:lnTo>
                    <a:pt x="41256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4" name="Input_receptor__483">
              <a:extLst>
                <a:ext uri="{FF2B5EF4-FFF2-40B4-BE49-F238E27FC236}">
                  <a16:creationId xmlns:a16="http://schemas.microsoft.com/office/drawing/2014/main" id="{4BB8AF34-00E6-51E2-5699-5394A3CCC4D2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6645"/>
              <a:ext cx="2331" cy="12400"/>
            </a:xfrm>
            <a:custGeom>
              <a:avLst/>
              <a:gdLst/>
              <a:ahLst/>
              <a:cxnLst/>
              <a:rect l="0" t="0" r="0" b="0"/>
              <a:pathLst>
                <a:path w="2331" h="12400">
                  <a:moveTo>
                    <a:pt x="2331" y="1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5" name="Input_receptor__484">
              <a:extLst>
                <a:ext uri="{FF2B5EF4-FFF2-40B4-BE49-F238E27FC236}">
                  <a16:creationId xmlns:a16="http://schemas.microsoft.com/office/drawing/2014/main" id="{AC4DE9BC-26A1-DD94-1CBF-E640325378EC}"/>
                </a:ext>
              </a:extLst>
            </p:cNvPr>
            <p:cNvSpPr>
              <a:spLocks noGrp="1"/>
            </p:cNvSpPr>
            <p:nvPr/>
          </p:nvSpPr>
          <p:spPr>
            <a:xfrm>
              <a:off x="1104866" y="5118960"/>
              <a:ext cx="31003" cy="34994"/>
            </a:xfrm>
            <a:custGeom>
              <a:avLst/>
              <a:gdLst/>
              <a:ahLst/>
              <a:cxnLst/>
              <a:rect l="0" t="0" r="0" b="0"/>
              <a:pathLst>
                <a:path w="31003" h="34994">
                  <a:moveTo>
                    <a:pt x="0" y="34994"/>
                  </a:moveTo>
                  <a:lnTo>
                    <a:pt x="31003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6" name="Input_receptor__485">
              <a:extLst>
                <a:ext uri="{FF2B5EF4-FFF2-40B4-BE49-F238E27FC236}">
                  <a16:creationId xmlns:a16="http://schemas.microsoft.com/office/drawing/2014/main" id="{E0F7FDB5-9089-64A7-3F88-04F704A9D82A}"/>
                </a:ext>
              </a:extLst>
            </p:cNvPr>
            <p:cNvSpPr>
              <a:spLocks noGrp="1"/>
            </p:cNvSpPr>
            <p:nvPr/>
          </p:nvSpPr>
          <p:spPr>
            <a:xfrm>
              <a:off x="1194676" y="5381821"/>
              <a:ext cx="6327" cy="33782"/>
            </a:xfrm>
            <a:custGeom>
              <a:avLst/>
              <a:gdLst/>
              <a:ahLst/>
              <a:cxnLst/>
              <a:rect l="0" t="0" r="0" b="0"/>
              <a:pathLst>
                <a:path w="6327" h="33782">
                  <a:moveTo>
                    <a:pt x="0" y="0"/>
                  </a:moveTo>
                  <a:lnTo>
                    <a:pt x="6327" y="3378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7" name="Input_receptor__486">
              <a:extLst>
                <a:ext uri="{FF2B5EF4-FFF2-40B4-BE49-F238E27FC236}">
                  <a16:creationId xmlns:a16="http://schemas.microsoft.com/office/drawing/2014/main" id="{D76AF9DD-CE8A-93D2-0BB5-0831A00F6D21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92870"/>
              <a:ext cx="7668" cy="2905"/>
            </a:xfrm>
            <a:custGeom>
              <a:avLst/>
              <a:gdLst/>
              <a:ahLst/>
              <a:cxnLst/>
              <a:rect l="0" t="0" r="0" b="0"/>
              <a:pathLst>
                <a:path w="7668" h="2905">
                  <a:moveTo>
                    <a:pt x="0" y="0"/>
                  </a:moveTo>
                  <a:lnTo>
                    <a:pt x="7668" y="2905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8" name="Input_receptor__487">
              <a:extLst>
                <a:ext uri="{FF2B5EF4-FFF2-40B4-BE49-F238E27FC236}">
                  <a16:creationId xmlns:a16="http://schemas.microsoft.com/office/drawing/2014/main" id="{3D0DD8B9-EDA3-4272-CF82-9FAA042DB400}"/>
                </a:ext>
              </a:extLst>
            </p:cNvPr>
            <p:cNvSpPr>
              <a:spLocks noGrp="1"/>
            </p:cNvSpPr>
            <p:nvPr/>
          </p:nvSpPr>
          <p:spPr>
            <a:xfrm>
              <a:off x="1502798" y="5223185"/>
              <a:ext cx="14899" cy="43721"/>
            </a:xfrm>
            <a:custGeom>
              <a:avLst/>
              <a:gdLst/>
              <a:ahLst/>
              <a:cxnLst/>
              <a:rect l="0" t="0" r="0" b="0"/>
              <a:pathLst>
                <a:path w="14899" h="43721">
                  <a:moveTo>
                    <a:pt x="0" y="43721"/>
                  </a:moveTo>
                  <a:lnTo>
                    <a:pt x="14899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9" name="Input_receptor__488">
              <a:extLst>
                <a:ext uri="{FF2B5EF4-FFF2-40B4-BE49-F238E27FC236}">
                  <a16:creationId xmlns:a16="http://schemas.microsoft.com/office/drawing/2014/main" id="{96815C9F-F16B-E88E-4F28-27F87C26C544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0434"/>
              <a:ext cx="25705" cy="1654"/>
            </a:xfrm>
            <a:custGeom>
              <a:avLst/>
              <a:gdLst/>
              <a:ahLst/>
              <a:cxnLst/>
              <a:rect l="0" t="0" r="0" b="0"/>
              <a:pathLst>
                <a:path w="25705" h="1654">
                  <a:moveTo>
                    <a:pt x="25705" y="0"/>
                  </a:moveTo>
                  <a:lnTo>
                    <a:pt x="0" y="1654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0" name="Input_receptor__489">
              <a:extLst>
                <a:ext uri="{FF2B5EF4-FFF2-40B4-BE49-F238E27FC236}">
                  <a16:creationId xmlns:a16="http://schemas.microsoft.com/office/drawing/2014/main" id="{75427CB1-B350-D85C-0D02-D64ED928C2C5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15603"/>
              <a:ext cx="19508" cy="32963"/>
            </a:xfrm>
            <a:custGeom>
              <a:avLst/>
              <a:gdLst/>
              <a:ahLst/>
              <a:cxnLst/>
              <a:rect l="0" t="0" r="0" b="0"/>
              <a:pathLst>
                <a:path w="19508" h="32963">
                  <a:moveTo>
                    <a:pt x="19508" y="0"/>
                  </a:moveTo>
                  <a:lnTo>
                    <a:pt x="0" y="32963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1" name="Input_receptor__490">
              <a:extLst>
                <a:ext uri="{FF2B5EF4-FFF2-40B4-BE49-F238E27FC236}">
                  <a16:creationId xmlns:a16="http://schemas.microsoft.com/office/drawing/2014/main" id="{177611C2-AC38-626B-629B-F0E460FA7147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37773"/>
              <a:ext cx="36716" cy="17761"/>
            </a:xfrm>
            <a:custGeom>
              <a:avLst/>
              <a:gdLst/>
              <a:ahLst/>
              <a:cxnLst/>
              <a:rect l="0" t="0" r="0" b="0"/>
              <a:pathLst>
                <a:path w="36716" h="17761">
                  <a:moveTo>
                    <a:pt x="0" y="17761"/>
                  </a:moveTo>
                  <a:lnTo>
                    <a:pt x="36716" y="0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2" name="Input_receptor__491">
              <a:extLst>
                <a:ext uri="{FF2B5EF4-FFF2-40B4-BE49-F238E27FC236}">
                  <a16:creationId xmlns:a16="http://schemas.microsoft.com/office/drawing/2014/main" id="{BA8FEBD0-F393-A890-AB40-7837E35576DF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6151"/>
              <a:ext cx="21305" cy="19598"/>
            </a:xfrm>
            <a:custGeom>
              <a:avLst/>
              <a:gdLst/>
              <a:ahLst/>
              <a:cxnLst/>
              <a:rect l="0" t="0" r="0" b="0"/>
              <a:pathLst>
                <a:path w="21305" h="19598">
                  <a:moveTo>
                    <a:pt x="21305" y="0"/>
                  </a:moveTo>
                  <a:lnTo>
                    <a:pt x="0" y="19598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3" name="Input_receptor__492">
              <a:extLst>
                <a:ext uri="{FF2B5EF4-FFF2-40B4-BE49-F238E27FC236}">
                  <a16:creationId xmlns:a16="http://schemas.microsoft.com/office/drawing/2014/main" id="{178E9035-CDD4-A6D0-5970-9C31772AC67B}"/>
                </a:ext>
              </a:extLst>
            </p:cNvPr>
            <p:cNvSpPr>
              <a:spLocks noGrp="1"/>
            </p:cNvSpPr>
            <p:nvPr/>
          </p:nvSpPr>
          <p:spPr>
            <a:xfrm>
              <a:off x="1419937" y="4673835"/>
              <a:ext cx="14433" cy="17516"/>
            </a:xfrm>
            <a:custGeom>
              <a:avLst/>
              <a:gdLst/>
              <a:ahLst/>
              <a:cxnLst/>
              <a:rect l="0" t="0" r="0" b="0"/>
              <a:pathLst>
                <a:path w="14433" h="17516">
                  <a:moveTo>
                    <a:pt x="0" y="0"/>
                  </a:moveTo>
                  <a:lnTo>
                    <a:pt x="14433" y="17516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4" name="Input_receptor__493">
              <a:extLst>
                <a:ext uri="{FF2B5EF4-FFF2-40B4-BE49-F238E27FC236}">
                  <a16:creationId xmlns:a16="http://schemas.microsoft.com/office/drawing/2014/main" id="{B3DB8385-8564-C63E-5215-D2C09E280338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30884"/>
              <a:ext cx="46036" cy="14749"/>
            </a:xfrm>
            <a:custGeom>
              <a:avLst/>
              <a:gdLst/>
              <a:ahLst/>
              <a:cxnLst/>
              <a:rect l="0" t="0" r="0" b="0"/>
              <a:pathLst>
                <a:path w="46036" h="14749">
                  <a:moveTo>
                    <a:pt x="0" y="0"/>
                  </a:moveTo>
                  <a:lnTo>
                    <a:pt x="46036" y="1474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5" name="Input_receptor__494">
              <a:extLst>
                <a:ext uri="{FF2B5EF4-FFF2-40B4-BE49-F238E27FC236}">
                  <a16:creationId xmlns:a16="http://schemas.microsoft.com/office/drawing/2014/main" id="{FA2C05E8-8EA3-99E7-3126-5A17CD6512ED}"/>
                </a:ext>
              </a:extLst>
            </p:cNvPr>
            <p:cNvSpPr>
              <a:spLocks noGrp="1"/>
            </p:cNvSpPr>
            <p:nvPr/>
          </p:nvSpPr>
          <p:spPr>
            <a:xfrm>
              <a:off x="1220142" y="5057366"/>
              <a:ext cx="28272" cy="39191"/>
            </a:xfrm>
            <a:custGeom>
              <a:avLst/>
              <a:gdLst/>
              <a:ahLst/>
              <a:cxnLst/>
              <a:rect l="0" t="0" r="0" b="0"/>
              <a:pathLst>
                <a:path w="28272" h="39191">
                  <a:moveTo>
                    <a:pt x="28272" y="0"/>
                  </a:moveTo>
                  <a:lnTo>
                    <a:pt x="0" y="3919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6" name="Input_receptor__495">
              <a:extLst>
                <a:ext uri="{FF2B5EF4-FFF2-40B4-BE49-F238E27FC236}">
                  <a16:creationId xmlns:a16="http://schemas.microsoft.com/office/drawing/2014/main" id="{33A2BFAD-A9DF-7229-6EE5-C1F2B4511F21}"/>
                </a:ext>
              </a:extLst>
            </p:cNvPr>
            <p:cNvSpPr>
              <a:spLocks noGrp="1"/>
            </p:cNvSpPr>
            <p:nvPr/>
          </p:nvSpPr>
          <p:spPr>
            <a:xfrm>
              <a:off x="1497829" y="4672681"/>
              <a:ext cx="30410" cy="37348"/>
            </a:xfrm>
            <a:custGeom>
              <a:avLst/>
              <a:gdLst/>
              <a:ahLst/>
              <a:cxnLst/>
              <a:rect l="0" t="0" r="0" b="0"/>
              <a:pathLst>
                <a:path w="30410" h="37348">
                  <a:moveTo>
                    <a:pt x="0" y="0"/>
                  </a:moveTo>
                  <a:lnTo>
                    <a:pt x="30410" y="37348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7" name="Input_receptor__496">
              <a:extLst>
                <a:ext uri="{FF2B5EF4-FFF2-40B4-BE49-F238E27FC236}">
                  <a16:creationId xmlns:a16="http://schemas.microsoft.com/office/drawing/2014/main" id="{4200C2E9-89F0-145E-164A-4C4711005197}"/>
                </a:ext>
              </a:extLst>
            </p:cNvPr>
            <p:cNvSpPr>
              <a:spLocks noGrp="1"/>
            </p:cNvSpPr>
            <p:nvPr/>
          </p:nvSpPr>
          <p:spPr>
            <a:xfrm>
              <a:off x="1644795" y="5222587"/>
              <a:ext cx="32613" cy="28326"/>
            </a:xfrm>
            <a:custGeom>
              <a:avLst/>
              <a:gdLst/>
              <a:ahLst/>
              <a:cxnLst/>
              <a:rect l="0" t="0" r="0" b="0"/>
              <a:pathLst>
                <a:path w="32613" h="28326">
                  <a:moveTo>
                    <a:pt x="32613" y="0"/>
                  </a:moveTo>
                  <a:lnTo>
                    <a:pt x="0" y="28326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8" name="Input_receptor__497">
              <a:extLst>
                <a:ext uri="{FF2B5EF4-FFF2-40B4-BE49-F238E27FC236}">
                  <a16:creationId xmlns:a16="http://schemas.microsoft.com/office/drawing/2014/main" id="{D3B74D37-0AD9-F0A8-195A-48AFEAC074E3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299454"/>
              <a:ext cx="13197" cy="36941"/>
            </a:xfrm>
            <a:custGeom>
              <a:avLst/>
              <a:gdLst/>
              <a:ahLst/>
              <a:cxnLst/>
              <a:rect l="0" t="0" r="0" b="0"/>
              <a:pathLst>
                <a:path w="13197" h="36941">
                  <a:moveTo>
                    <a:pt x="13197" y="0"/>
                  </a:moveTo>
                  <a:lnTo>
                    <a:pt x="0" y="3694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9" name="Input_receptor__498">
              <a:extLst>
                <a:ext uri="{FF2B5EF4-FFF2-40B4-BE49-F238E27FC236}">
                  <a16:creationId xmlns:a16="http://schemas.microsoft.com/office/drawing/2014/main" id="{12771781-A7D1-29D3-369E-4E343A83D203}"/>
                </a:ext>
              </a:extLst>
            </p:cNvPr>
            <p:cNvSpPr>
              <a:spLocks noGrp="1"/>
            </p:cNvSpPr>
            <p:nvPr/>
          </p:nvSpPr>
          <p:spPr>
            <a:xfrm>
              <a:off x="1293831" y="5666635"/>
              <a:ext cx="36004" cy="27239"/>
            </a:xfrm>
            <a:custGeom>
              <a:avLst/>
              <a:gdLst/>
              <a:ahLst/>
              <a:cxnLst/>
              <a:rect l="0" t="0" r="0" b="0"/>
              <a:pathLst>
                <a:path w="36004" h="27239">
                  <a:moveTo>
                    <a:pt x="36004" y="0"/>
                  </a:moveTo>
                  <a:lnTo>
                    <a:pt x="0" y="2723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500" name="Input_receptor__499">
              <a:extLst>
                <a:ext uri="{FF2B5EF4-FFF2-40B4-BE49-F238E27FC236}">
                  <a16:creationId xmlns:a16="http://schemas.microsoft.com/office/drawing/2014/main" id="{59B4DE50-B427-E73E-2BC8-A1E23A197CAE}"/>
                </a:ext>
              </a:extLst>
            </p:cNvPr>
            <p:cNvSpPr>
              <a:spLocks noGrp="1"/>
            </p:cNvSpPr>
            <p:nvPr/>
          </p:nvSpPr>
          <p:spPr>
            <a:xfrm>
              <a:off x="1129576" y="5337773"/>
              <a:ext cx="30111" cy="10691"/>
            </a:xfrm>
            <a:custGeom>
              <a:avLst/>
              <a:gdLst/>
              <a:ahLst/>
              <a:cxnLst/>
              <a:rect l="0" t="0" r="0" b="0"/>
              <a:pathLst>
                <a:path w="30111" h="10691">
                  <a:moveTo>
                    <a:pt x="0" y="0"/>
                  </a:moveTo>
                  <a:lnTo>
                    <a:pt x="30111" y="10691"/>
                  </a:lnTo>
                </a:path>
              </a:pathLst>
            </a:custGeom>
            <a:noFill/>
            <a:ln w="20003">
              <a:solidFill>
                <a:srgbClr val="7A8D9B"/>
              </a:solidFill>
            </a:ln>
          </p:spPr>
        </p:sp>
        <p:sp>
          <p:nvSpPr>
            <p:cNvPr id="501" name="Input_receptor__500">
              <a:extLst>
                <a:ext uri="{FF2B5EF4-FFF2-40B4-BE49-F238E27FC236}">
                  <a16:creationId xmlns:a16="http://schemas.microsoft.com/office/drawing/2014/main" id="{D03E83C9-647C-91C8-997D-4A378CBD0C9D}"/>
                </a:ext>
              </a:extLst>
            </p:cNvPr>
            <p:cNvSpPr>
              <a:spLocks noGrp="1"/>
            </p:cNvSpPr>
            <p:nvPr/>
          </p:nvSpPr>
          <p:spPr>
            <a:xfrm>
              <a:off x="1113455" y="5026634"/>
              <a:ext cx="2277" cy="38221"/>
            </a:xfrm>
            <a:custGeom>
              <a:avLst/>
              <a:gdLst/>
              <a:ahLst/>
              <a:cxnLst/>
              <a:rect l="0" t="0" r="0" b="0"/>
              <a:pathLst>
                <a:path w="2277" h="38221">
                  <a:moveTo>
                    <a:pt x="0" y="38221"/>
                  </a:moveTo>
                  <a:lnTo>
                    <a:pt x="2277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2" name="Input_receptor__501">
              <a:extLst>
                <a:ext uri="{FF2B5EF4-FFF2-40B4-BE49-F238E27FC236}">
                  <a16:creationId xmlns:a16="http://schemas.microsoft.com/office/drawing/2014/main" id="{4CED9D40-2C71-28FC-A9F5-2A22A8617ADB}"/>
                </a:ext>
              </a:extLst>
            </p:cNvPr>
            <p:cNvSpPr>
              <a:spLocks noGrp="1"/>
            </p:cNvSpPr>
            <p:nvPr/>
          </p:nvSpPr>
          <p:spPr>
            <a:xfrm>
              <a:off x="1901024" y="5309020"/>
              <a:ext cx="31398" cy="34965"/>
            </a:xfrm>
            <a:custGeom>
              <a:avLst/>
              <a:gdLst/>
              <a:ahLst/>
              <a:cxnLst/>
              <a:rect l="0" t="0" r="0" b="0"/>
              <a:pathLst>
                <a:path w="31398" h="34965">
                  <a:moveTo>
                    <a:pt x="0" y="34965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3" name="Input_receptor__502">
              <a:extLst>
                <a:ext uri="{FF2B5EF4-FFF2-40B4-BE49-F238E27FC236}">
                  <a16:creationId xmlns:a16="http://schemas.microsoft.com/office/drawing/2014/main" id="{8F8C602A-4252-ED93-CD9C-30F1D878C75A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64854"/>
              <a:ext cx="36485" cy="18812"/>
            </a:xfrm>
            <a:custGeom>
              <a:avLst/>
              <a:gdLst/>
              <a:ahLst/>
              <a:cxnLst/>
              <a:rect l="0" t="0" r="0" b="0"/>
              <a:pathLst>
                <a:path w="36485" h="18812">
                  <a:moveTo>
                    <a:pt x="0" y="18812"/>
                  </a:moveTo>
                  <a:lnTo>
                    <a:pt x="36485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4" name="Input_receptor__503">
              <a:extLst>
                <a:ext uri="{FF2B5EF4-FFF2-40B4-BE49-F238E27FC236}">
                  <a16:creationId xmlns:a16="http://schemas.microsoft.com/office/drawing/2014/main" id="{7F9ED65E-DC9F-117B-B180-93C663915E77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37599"/>
              <a:ext cx="40243" cy="24863"/>
            </a:xfrm>
            <a:custGeom>
              <a:avLst/>
              <a:gdLst/>
              <a:ahLst/>
              <a:cxnLst/>
              <a:rect l="0" t="0" r="0" b="0"/>
              <a:pathLst>
                <a:path w="40243" h="24863">
                  <a:moveTo>
                    <a:pt x="40243" y="0"/>
                  </a:moveTo>
                  <a:lnTo>
                    <a:pt x="0" y="24863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5" name="Input_receptor__504">
              <a:extLst>
                <a:ext uri="{FF2B5EF4-FFF2-40B4-BE49-F238E27FC236}">
                  <a16:creationId xmlns:a16="http://schemas.microsoft.com/office/drawing/2014/main" id="{8DB346EC-C2D7-3AED-1AA4-88862E807EE8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39899"/>
              <a:ext cx="14166" cy="45788"/>
            </a:xfrm>
            <a:custGeom>
              <a:avLst/>
              <a:gdLst/>
              <a:ahLst/>
              <a:cxnLst/>
              <a:rect l="0" t="0" r="0" b="0"/>
              <a:pathLst>
                <a:path w="14166" h="45788">
                  <a:moveTo>
                    <a:pt x="14166" y="0"/>
                  </a:moveTo>
                  <a:lnTo>
                    <a:pt x="0" y="457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6" name="Input_receptor__505">
              <a:extLst>
                <a:ext uri="{FF2B5EF4-FFF2-40B4-BE49-F238E27FC236}">
                  <a16:creationId xmlns:a16="http://schemas.microsoft.com/office/drawing/2014/main" id="{86EA6BA9-7EB1-3CEE-3FA1-770D83D4C44D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26084"/>
              <a:ext cx="13648" cy="16322"/>
            </a:xfrm>
            <a:custGeom>
              <a:avLst/>
              <a:gdLst/>
              <a:ahLst/>
              <a:cxnLst/>
              <a:rect l="0" t="0" r="0" b="0"/>
              <a:pathLst>
                <a:path w="13648" h="16322">
                  <a:moveTo>
                    <a:pt x="13648" y="0"/>
                  </a:moveTo>
                  <a:lnTo>
                    <a:pt x="0" y="16322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7" name="Input_receptor__506">
              <a:extLst>
                <a:ext uri="{FF2B5EF4-FFF2-40B4-BE49-F238E27FC236}">
                  <a16:creationId xmlns:a16="http://schemas.microsoft.com/office/drawing/2014/main" id="{8581B3D6-2CB1-1649-0A27-55171776D02F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40407"/>
              <a:ext cx="8330" cy="35573"/>
            </a:xfrm>
            <a:custGeom>
              <a:avLst/>
              <a:gdLst/>
              <a:ahLst/>
              <a:cxnLst/>
              <a:rect l="0" t="0" r="0" b="0"/>
              <a:pathLst>
                <a:path w="8330" h="35573">
                  <a:moveTo>
                    <a:pt x="8330" y="355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8" name="Input_receptor__507">
              <a:extLst>
                <a:ext uri="{FF2B5EF4-FFF2-40B4-BE49-F238E27FC236}">
                  <a16:creationId xmlns:a16="http://schemas.microsoft.com/office/drawing/2014/main" id="{263863F1-F976-D9B4-8FB7-AFBAC38E86F4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29658" cy="23188"/>
            </a:xfrm>
            <a:custGeom>
              <a:avLst/>
              <a:gdLst/>
              <a:ahLst/>
              <a:cxnLst/>
              <a:rect l="0" t="0" r="0" b="0"/>
              <a:pathLst>
                <a:path w="29658" h="23188">
                  <a:moveTo>
                    <a:pt x="0" y="0"/>
                  </a:moveTo>
                  <a:lnTo>
                    <a:pt x="29658" y="231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9" name="Input_receptor__508">
              <a:extLst>
                <a:ext uri="{FF2B5EF4-FFF2-40B4-BE49-F238E27FC236}">
                  <a16:creationId xmlns:a16="http://schemas.microsoft.com/office/drawing/2014/main" id="{B263A1B7-1B5B-FFB6-0F05-5FDA08F540B4}"/>
                </a:ext>
              </a:extLst>
            </p:cNvPr>
            <p:cNvSpPr>
              <a:spLocks noGrp="1"/>
            </p:cNvSpPr>
            <p:nvPr/>
          </p:nvSpPr>
          <p:spPr>
            <a:xfrm>
              <a:off x="1203204" y="5627970"/>
              <a:ext cx="47869" cy="731"/>
            </a:xfrm>
            <a:custGeom>
              <a:avLst/>
              <a:gdLst/>
              <a:ahLst/>
              <a:cxnLst/>
              <a:rect l="0" t="0" r="0" b="0"/>
              <a:pathLst>
                <a:path w="47869" h="731">
                  <a:moveTo>
                    <a:pt x="47869" y="7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0" name="Input_receptor__509">
              <a:extLst>
                <a:ext uri="{FF2B5EF4-FFF2-40B4-BE49-F238E27FC236}">
                  <a16:creationId xmlns:a16="http://schemas.microsoft.com/office/drawing/2014/main" id="{9192287E-A5C1-2A34-4181-ABE933873709}"/>
                </a:ext>
              </a:extLst>
            </p:cNvPr>
            <p:cNvSpPr>
              <a:spLocks noGrp="1"/>
            </p:cNvSpPr>
            <p:nvPr/>
          </p:nvSpPr>
          <p:spPr>
            <a:xfrm>
              <a:off x="1290962" y="5380487"/>
              <a:ext cx="44271" cy="11569"/>
            </a:xfrm>
            <a:custGeom>
              <a:avLst/>
              <a:gdLst/>
              <a:ahLst/>
              <a:cxnLst/>
              <a:rect l="0" t="0" r="0" b="0"/>
              <a:pathLst>
                <a:path w="44271" h="11569">
                  <a:moveTo>
                    <a:pt x="0" y="11569"/>
                  </a:moveTo>
                  <a:lnTo>
                    <a:pt x="44271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1" name="Input_receptor__510">
              <a:extLst>
                <a:ext uri="{FF2B5EF4-FFF2-40B4-BE49-F238E27FC236}">
                  <a16:creationId xmlns:a16="http://schemas.microsoft.com/office/drawing/2014/main" id="{3670400D-CA92-7BD3-A0C9-F4B79BF32CBA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437048"/>
              <a:ext cx="10630" cy="905"/>
            </a:xfrm>
            <a:custGeom>
              <a:avLst/>
              <a:gdLst/>
              <a:ahLst/>
              <a:cxnLst/>
              <a:rect l="0" t="0" r="0" b="0"/>
              <a:pathLst>
                <a:path w="10630" h="905">
                  <a:moveTo>
                    <a:pt x="10630" y="9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2" name="Input_receptor__511">
              <a:extLst>
                <a:ext uri="{FF2B5EF4-FFF2-40B4-BE49-F238E27FC236}">
                  <a16:creationId xmlns:a16="http://schemas.microsoft.com/office/drawing/2014/main" id="{0610B374-2E05-BD13-9506-9D67FD782E7A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08228"/>
              <a:ext cx="40681" cy="23517"/>
            </a:xfrm>
            <a:custGeom>
              <a:avLst/>
              <a:gdLst/>
              <a:ahLst/>
              <a:cxnLst/>
              <a:rect l="0" t="0" r="0" b="0"/>
              <a:pathLst>
                <a:path w="40681" h="23517">
                  <a:moveTo>
                    <a:pt x="40681" y="0"/>
                  </a:moveTo>
                  <a:lnTo>
                    <a:pt x="0" y="23517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3" name="Input_receptor__512">
              <a:extLst>
                <a:ext uri="{FF2B5EF4-FFF2-40B4-BE49-F238E27FC236}">
                  <a16:creationId xmlns:a16="http://schemas.microsoft.com/office/drawing/2014/main" id="{008324F1-3FF9-8BA3-CF7A-64475361C1D3}"/>
                </a:ext>
              </a:extLst>
            </p:cNvPr>
            <p:cNvSpPr>
              <a:spLocks noGrp="1"/>
            </p:cNvSpPr>
            <p:nvPr/>
          </p:nvSpPr>
          <p:spPr>
            <a:xfrm>
              <a:off x="1068561" y="5288738"/>
              <a:ext cx="42478" cy="6983"/>
            </a:xfrm>
            <a:custGeom>
              <a:avLst/>
              <a:gdLst/>
              <a:ahLst/>
              <a:cxnLst/>
              <a:rect l="0" t="0" r="0" b="0"/>
              <a:pathLst>
                <a:path w="42478" h="6983">
                  <a:moveTo>
                    <a:pt x="0" y="6983"/>
                  </a:moveTo>
                  <a:lnTo>
                    <a:pt x="42478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4" name="Input_receptor__513">
              <a:extLst>
                <a:ext uri="{FF2B5EF4-FFF2-40B4-BE49-F238E27FC236}">
                  <a16:creationId xmlns:a16="http://schemas.microsoft.com/office/drawing/2014/main" id="{011CAD11-6559-E776-8358-9A656DB015A8}"/>
                </a:ext>
              </a:extLst>
            </p:cNvPr>
            <p:cNvSpPr>
              <a:spLocks noGrp="1"/>
            </p:cNvSpPr>
            <p:nvPr/>
          </p:nvSpPr>
          <p:spPr>
            <a:xfrm>
              <a:off x="1761543" y="5161311"/>
              <a:ext cx="30106" cy="30765"/>
            </a:xfrm>
            <a:custGeom>
              <a:avLst/>
              <a:gdLst/>
              <a:ahLst/>
              <a:cxnLst/>
              <a:rect l="0" t="0" r="0" b="0"/>
              <a:pathLst>
                <a:path w="30106" h="30765">
                  <a:moveTo>
                    <a:pt x="0" y="0"/>
                  </a:moveTo>
                  <a:lnTo>
                    <a:pt x="30106" y="30765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5" name="Input_receptor__514">
              <a:extLst>
                <a:ext uri="{FF2B5EF4-FFF2-40B4-BE49-F238E27FC236}">
                  <a16:creationId xmlns:a16="http://schemas.microsoft.com/office/drawing/2014/main" id="{3FC1C44E-A332-1787-475F-84D7279A7FB2}"/>
                </a:ext>
              </a:extLst>
            </p:cNvPr>
            <p:cNvSpPr>
              <a:spLocks noGrp="1"/>
            </p:cNvSpPr>
            <p:nvPr/>
          </p:nvSpPr>
          <p:spPr>
            <a:xfrm>
              <a:off x="1227792" y="5027522"/>
              <a:ext cx="20622" cy="29844"/>
            </a:xfrm>
            <a:custGeom>
              <a:avLst/>
              <a:gdLst/>
              <a:ahLst/>
              <a:cxnLst/>
              <a:rect l="0" t="0" r="0" b="0"/>
              <a:pathLst>
                <a:path w="20622" h="29844">
                  <a:moveTo>
                    <a:pt x="0" y="0"/>
                  </a:moveTo>
                  <a:lnTo>
                    <a:pt x="20622" y="29844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6" name="Input_receptor__515">
              <a:extLst>
                <a:ext uri="{FF2B5EF4-FFF2-40B4-BE49-F238E27FC236}">
                  <a16:creationId xmlns:a16="http://schemas.microsoft.com/office/drawing/2014/main" id="{2520F1F8-A391-5E09-910A-BFAC344AA8D3}"/>
                </a:ext>
              </a:extLst>
            </p:cNvPr>
            <p:cNvSpPr>
              <a:spLocks noGrp="1"/>
            </p:cNvSpPr>
            <p:nvPr/>
          </p:nvSpPr>
          <p:spPr>
            <a:xfrm>
              <a:off x="1658188" y="5145634"/>
              <a:ext cx="6192" cy="32373"/>
            </a:xfrm>
            <a:custGeom>
              <a:avLst/>
              <a:gdLst/>
              <a:ahLst/>
              <a:cxnLst/>
              <a:rect l="0" t="0" r="0" b="0"/>
              <a:pathLst>
                <a:path w="6192" h="32373">
                  <a:moveTo>
                    <a:pt x="6192" y="0"/>
                  </a:moveTo>
                  <a:lnTo>
                    <a:pt x="0" y="32373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7" name="Input_receptor__516">
              <a:extLst>
                <a:ext uri="{FF2B5EF4-FFF2-40B4-BE49-F238E27FC236}">
                  <a16:creationId xmlns:a16="http://schemas.microsoft.com/office/drawing/2014/main" id="{F0633E3B-B7E5-CBB1-0DE3-6CAED008EC4E}"/>
                </a:ext>
              </a:extLst>
            </p:cNvPr>
            <p:cNvSpPr>
              <a:spLocks noGrp="1"/>
            </p:cNvSpPr>
            <p:nvPr/>
          </p:nvSpPr>
          <p:spPr>
            <a:xfrm>
              <a:off x="1932421" y="5271606"/>
              <a:ext cx="16144" cy="37414"/>
            </a:xfrm>
            <a:custGeom>
              <a:avLst/>
              <a:gdLst/>
              <a:ahLst/>
              <a:cxnLst/>
              <a:rect l="0" t="0" r="0" b="0"/>
              <a:pathLst>
                <a:path w="16144" h="37414">
                  <a:moveTo>
                    <a:pt x="0" y="37414"/>
                  </a:moveTo>
                  <a:lnTo>
                    <a:pt x="16144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18" name="Input_receptor__517">
              <a:extLst>
                <a:ext uri="{FF2B5EF4-FFF2-40B4-BE49-F238E27FC236}">
                  <a16:creationId xmlns:a16="http://schemas.microsoft.com/office/drawing/2014/main" id="{B7E5A9B6-3229-CAD4-7806-2EF5DCC89552}"/>
                </a:ext>
              </a:extLst>
            </p:cNvPr>
            <p:cNvSpPr>
              <a:spLocks noGrp="1"/>
            </p:cNvSpPr>
            <p:nvPr/>
          </p:nvSpPr>
          <p:spPr>
            <a:xfrm>
              <a:off x="1507562" y="4710029"/>
              <a:ext cx="20677" cy="22648"/>
            </a:xfrm>
            <a:custGeom>
              <a:avLst/>
              <a:gdLst/>
              <a:ahLst/>
              <a:cxnLst/>
              <a:rect l="0" t="0" r="0" b="0"/>
              <a:pathLst>
                <a:path w="20677" h="22648">
                  <a:moveTo>
                    <a:pt x="20677" y="0"/>
                  </a:moveTo>
                  <a:lnTo>
                    <a:pt x="0" y="22648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19" name="Input_receptor__518">
              <a:extLst>
                <a:ext uri="{FF2B5EF4-FFF2-40B4-BE49-F238E27FC236}">
                  <a16:creationId xmlns:a16="http://schemas.microsoft.com/office/drawing/2014/main" id="{7D90BE9F-17C2-2CD3-A0D3-A7DE5B9A35BD}"/>
                </a:ext>
              </a:extLst>
            </p:cNvPr>
            <p:cNvSpPr>
              <a:spLocks noGrp="1"/>
            </p:cNvSpPr>
            <p:nvPr/>
          </p:nvSpPr>
          <p:spPr>
            <a:xfrm>
              <a:off x="1202138" y="5215595"/>
              <a:ext cx="27348" cy="34887"/>
            </a:xfrm>
            <a:custGeom>
              <a:avLst/>
              <a:gdLst/>
              <a:ahLst/>
              <a:cxnLst/>
              <a:rect l="0" t="0" r="0" b="0"/>
              <a:pathLst>
                <a:path w="27348" h="34887">
                  <a:moveTo>
                    <a:pt x="0" y="0"/>
                  </a:moveTo>
                  <a:lnTo>
                    <a:pt x="27348" y="3488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0" name="Input_receptor__519">
              <a:extLst>
                <a:ext uri="{FF2B5EF4-FFF2-40B4-BE49-F238E27FC236}">
                  <a16:creationId xmlns:a16="http://schemas.microsoft.com/office/drawing/2014/main" id="{3B268F4D-CBFD-082D-E402-A805EFD7F542}"/>
                </a:ext>
              </a:extLst>
            </p:cNvPr>
            <p:cNvSpPr>
              <a:spLocks noGrp="1"/>
            </p:cNvSpPr>
            <p:nvPr/>
          </p:nvSpPr>
          <p:spPr>
            <a:xfrm>
              <a:off x="1923911" y="5237599"/>
              <a:ext cx="24654" cy="34007"/>
            </a:xfrm>
            <a:custGeom>
              <a:avLst/>
              <a:gdLst/>
              <a:ahLst/>
              <a:cxnLst/>
              <a:rect l="0" t="0" r="0" b="0"/>
              <a:pathLst>
                <a:path w="24654" h="34007">
                  <a:moveTo>
                    <a:pt x="24654" y="34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1" name="Input_receptor__520">
              <a:extLst>
                <a:ext uri="{FF2B5EF4-FFF2-40B4-BE49-F238E27FC236}">
                  <a16:creationId xmlns:a16="http://schemas.microsoft.com/office/drawing/2014/main" id="{ADEA5C5E-5599-5A15-4698-01074091B5E1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50482"/>
              <a:ext cx="32901" cy="30888"/>
            </a:xfrm>
            <a:custGeom>
              <a:avLst/>
              <a:gdLst/>
              <a:ahLst/>
              <a:cxnLst/>
              <a:rect l="0" t="0" r="0" b="0"/>
              <a:pathLst>
                <a:path w="32901" h="30888">
                  <a:moveTo>
                    <a:pt x="32901" y="0"/>
                  </a:moveTo>
                  <a:lnTo>
                    <a:pt x="0" y="3088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2" name="Input_receptor__521">
              <a:extLst>
                <a:ext uri="{FF2B5EF4-FFF2-40B4-BE49-F238E27FC236}">
                  <a16:creationId xmlns:a16="http://schemas.microsoft.com/office/drawing/2014/main" id="{B39B64B5-05CC-8BA0-6A45-AC2EC78782AC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15595"/>
              <a:ext cx="38583" cy="20340"/>
            </a:xfrm>
            <a:custGeom>
              <a:avLst/>
              <a:gdLst/>
              <a:ahLst/>
              <a:cxnLst/>
              <a:rect l="0" t="0" r="0" b="0"/>
              <a:pathLst>
                <a:path w="38583" h="20340">
                  <a:moveTo>
                    <a:pt x="0" y="20340"/>
                  </a:moveTo>
                  <a:lnTo>
                    <a:pt x="38583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3" name="Input_receptor__522">
              <a:extLst>
                <a:ext uri="{FF2B5EF4-FFF2-40B4-BE49-F238E27FC236}">
                  <a16:creationId xmlns:a16="http://schemas.microsoft.com/office/drawing/2014/main" id="{7E569149-E270-F2B1-1D8E-64B574126C05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1311"/>
              <a:ext cx="34408" cy="14932"/>
            </a:xfrm>
            <a:custGeom>
              <a:avLst/>
              <a:gdLst/>
              <a:ahLst/>
              <a:cxnLst/>
              <a:rect l="0" t="0" r="0" b="0"/>
              <a:pathLst>
                <a:path w="34408" h="14932">
                  <a:moveTo>
                    <a:pt x="0" y="14932"/>
                  </a:moveTo>
                  <a:lnTo>
                    <a:pt x="34408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4" name="Input_receptor__523">
              <a:extLst>
                <a:ext uri="{FF2B5EF4-FFF2-40B4-BE49-F238E27FC236}">
                  <a16:creationId xmlns:a16="http://schemas.microsoft.com/office/drawing/2014/main" id="{4175C045-BE02-5D4C-4554-0E91B9BBA890}"/>
                </a:ext>
              </a:extLst>
            </p:cNvPr>
            <p:cNvSpPr>
              <a:spLocks noGrp="1"/>
            </p:cNvSpPr>
            <p:nvPr/>
          </p:nvSpPr>
          <p:spPr>
            <a:xfrm>
              <a:off x="1288784" y="5108228"/>
              <a:ext cx="28727" cy="32280"/>
            </a:xfrm>
            <a:custGeom>
              <a:avLst/>
              <a:gdLst/>
              <a:ahLst/>
              <a:cxnLst/>
              <a:rect l="0" t="0" r="0" b="0"/>
              <a:pathLst>
                <a:path w="28727" h="32280">
                  <a:moveTo>
                    <a:pt x="28727" y="322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5" name="Input_receptor__524">
              <a:extLst>
                <a:ext uri="{FF2B5EF4-FFF2-40B4-BE49-F238E27FC236}">
                  <a16:creationId xmlns:a16="http://schemas.microsoft.com/office/drawing/2014/main" id="{C0EFF468-6D13-4A8F-29CA-A065962BFBBC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48463"/>
              <a:ext cx="18480" cy="44407"/>
            </a:xfrm>
            <a:custGeom>
              <a:avLst/>
              <a:gdLst/>
              <a:ahLst/>
              <a:cxnLst/>
              <a:rect l="0" t="0" r="0" b="0"/>
              <a:pathLst>
                <a:path w="18480" h="44407">
                  <a:moveTo>
                    <a:pt x="18480" y="0"/>
                  </a:moveTo>
                  <a:lnTo>
                    <a:pt x="0" y="4440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6" name="Input_receptor__525">
              <a:extLst>
                <a:ext uri="{FF2B5EF4-FFF2-40B4-BE49-F238E27FC236}">
                  <a16:creationId xmlns:a16="http://schemas.microsoft.com/office/drawing/2014/main" id="{2055DA04-8040-D992-8629-90A3495C6E4D}"/>
                </a:ext>
              </a:extLst>
            </p:cNvPr>
            <p:cNvSpPr>
              <a:spLocks noGrp="1"/>
            </p:cNvSpPr>
            <p:nvPr/>
          </p:nvSpPr>
          <p:spPr>
            <a:xfrm>
              <a:off x="1640764" y="5306559"/>
              <a:ext cx="3647" cy="13625"/>
            </a:xfrm>
            <a:custGeom>
              <a:avLst/>
              <a:gdLst/>
              <a:ahLst/>
              <a:cxnLst/>
              <a:rect l="0" t="0" r="0" b="0"/>
              <a:pathLst>
                <a:path w="3647" h="13625">
                  <a:moveTo>
                    <a:pt x="3647" y="13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7" name="Input_receptor__526">
              <a:extLst>
                <a:ext uri="{FF2B5EF4-FFF2-40B4-BE49-F238E27FC236}">
                  <a16:creationId xmlns:a16="http://schemas.microsoft.com/office/drawing/2014/main" id="{E3DACC4E-2E2B-2F59-CED0-5EB8328D69D3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40508"/>
              <a:ext cx="26679" cy="36856"/>
            </a:xfrm>
            <a:custGeom>
              <a:avLst/>
              <a:gdLst/>
              <a:ahLst/>
              <a:cxnLst/>
              <a:rect l="0" t="0" r="0" b="0"/>
              <a:pathLst>
                <a:path w="26679" h="36856">
                  <a:moveTo>
                    <a:pt x="0" y="36856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8" name="Input_receptor__527">
              <a:extLst>
                <a:ext uri="{FF2B5EF4-FFF2-40B4-BE49-F238E27FC236}">
                  <a16:creationId xmlns:a16="http://schemas.microsoft.com/office/drawing/2014/main" id="{E9A86A84-A21F-49F4-16E1-00D19D0009E6}"/>
                </a:ext>
              </a:extLst>
            </p:cNvPr>
            <p:cNvSpPr>
              <a:spLocks noGrp="1"/>
            </p:cNvSpPr>
            <p:nvPr/>
          </p:nvSpPr>
          <p:spPr>
            <a:xfrm>
              <a:off x="1761431" y="5192076"/>
              <a:ext cx="30218" cy="36969"/>
            </a:xfrm>
            <a:custGeom>
              <a:avLst/>
              <a:gdLst/>
              <a:ahLst/>
              <a:cxnLst/>
              <a:rect l="0" t="0" r="0" b="0"/>
              <a:pathLst>
                <a:path w="30218" h="36969">
                  <a:moveTo>
                    <a:pt x="30218" y="0"/>
                  </a:moveTo>
                  <a:lnTo>
                    <a:pt x="0" y="3696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9" name="Input_receptor__528">
              <a:extLst>
                <a:ext uri="{FF2B5EF4-FFF2-40B4-BE49-F238E27FC236}">
                  <a16:creationId xmlns:a16="http://schemas.microsoft.com/office/drawing/2014/main" id="{EC5594C2-B47F-4855-B686-3DCB6B3D14ED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66753"/>
              <a:ext cx="46158" cy="13744"/>
            </a:xfrm>
            <a:custGeom>
              <a:avLst/>
              <a:gdLst/>
              <a:ahLst/>
              <a:cxnLst/>
              <a:rect l="0" t="0" r="0" b="0"/>
              <a:pathLst>
                <a:path w="46158" h="13744">
                  <a:moveTo>
                    <a:pt x="46158" y="0"/>
                  </a:moveTo>
                  <a:lnTo>
                    <a:pt x="0" y="13744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0" name="Input_receptor__529">
              <a:extLst>
                <a:ext uri="{FF2B5EF4-FFF2-40B4-BE49-F238E27FC236}">
                  <a16:creationId xmlns:a16="http://schemas.microsoft.com/office/drawing/2014/main" id="{BB3645BF-9726-22D4-67C2-8A1C9AB27901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796006"/>
              <a:ext cx="10902" cy="16597"/>
            </a:xfrm>
            <a:custGeom>
              <a:avLst/>
              <a:gdLst/>
              <a:ahLst/>
              <a:cxnLst/>
              <a:rect l="0" t="0" r="0" b="0"/>
              <a:pathLst>
                <a:path w="10902" h="16597">
                  <a:moveTo>
                    <a:pt x="10902" y="0"/>
                  </a:moveTo>
                  <a:lnTo>
                    <a:pt x="0" y="16597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1" name="Input_receptor__530">
              <a:extLst>
                <a:ext uri="{FF2B5EF4-FFF2-40B4-BE49-F238E27FC236}">
                  <a16:creationId xmlns:a16="http://schemas.microsoft.com/office/drawing/2014/main" id="{B4317CA6-3098-C060-A4B8-4AE7C01274A1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78007"/>
              <a:ext cx="39947" cy="15772"/>
            </a:xfrm>
            <a:custGeom>
              <a:avLst/>
              <a:gdLst/>
              <a:ahLst/>
              <a:cxnLst/>
              <a:rect l="0" t="0" r="0" b="0"/>
              <a:pathLst>
                <a:path w="39947" h="15772">
                  <a:moveTo>
                    <a:pt x="39947" y="0"/>
                  </a:moveTo>
                  <a:lnTo>
                    <a:pt x="0" y="15772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2" name="Input_receptor__531">
              <a:extLst>
                <a:ext uri="{FF2B5EF4-FFF2-40B4-BE49-F238E27FC236}">
                  <a16:creationId xmlns:a16="http://schemas.microsoft.com/office/drawing/2014/main" id="{49389BE6-4F68-7955-D521-6204AABFEE23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25264"/>
              <a:ext cx="1372" cy="5621"/>
            </a:xfrm>
            <a:custGeom>
              <a:avLst/>
              <a:gdLst/>
              <a:ahLst/>
              <a:cxnLst/>
              <a:rect l="0" t="0" r="0" b="0"/>
              <a:pathLst>
                <a:path w="1372" h="5621">
                  <a:moveTo>
                    <a:pt x="1372" y="0"/>
                  </a:moveTo>
                  <a:lnTo>
                    <a:pt x="0" y="562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3" name="Input_receptor__532">
              <a:extLst>
                <a:ext uri="{FF2B5EF4-FFF2-40B4-BE49-F238E27FC236}">
                  <a16:creationId xmlns:a16="http://schemas.microsoft.com/office/drawing/2014/main" id="{A35CA588-11BE-9A3F-A07A-9319CF27A931}"/>
                </a:ext>
              </a:extLst>
            </p:cNvPr>
            <p:cNvSpPr>
              <a:spLocks noGrp="1"/>
            </p:cNvSpPr>
            <p:nvPr/>
          </p:nvSpPr>
          <p:spPr>
            <a:xfrm>
              <a:off x="1859412" y="5325282"/>
              <a:ext cx="41611" cy="18704"/>
            </a:xfrm>
            <a:custGeom>
              <a:avLst/>
              <a:gdLst/>
              <a:ahLst/>
              <a:cxnLst/>
              <a:rect l="0" t="0" r="0" b="0"/>
              <a:pathLst>
                <a:path w="41611" h="18704">
                  <a:moveTo>
                    <a:pt x="0" y="0"/>
                  </a:moveTo>
                  <a:lnTo>
                    <a:pt x="41611" y="18704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4" name="Input_receptor__533">
              <a:extLst>
                <a:ext uri="{FF2B5EF4-FFF2-40B4-BE49-F238E27FC236}">
                  <a16:creationId xmlns:a16="http://schemas.microsoft.com/office/drawing/2014/main" id="{B010250E-2145-3D29-94A7-A70A3E542227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64282"/>
              <a:ext cx="39491" cy="7700"/>
            </a:xfrm>
            <a:custGeom>
              <a:avLst/>
              <a:gdLst/>
              <a:ahLst/>
              <a:cxnLst/>
              <a:rect l="0" t="0" r="0" b="0"/>
              <a:pathLst>
                <a:path w="39491" h="7700">
                  <a:moveTo>
                    <a:pt x="0" y="0"/>
                  </a:moveTo>
                  <a:lnTo>
                    <a:pt x="39491" y="770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5" name="Input_receptor__534">
              <a:extLst>
                <a:ext uri="{FF2B5EF4-FFF2-40B4-BE49-F238E27FC236}">
                  <a16:creationId xmlns:a16="http://schemas.microsoft.com/office/drawing/2014/main" id="{75091565-D7DB-290F-BA23-F045E2910CFF}"/>
                </a:ext>
              </a:extLst>
            </p:cNvPr>
            <p:cNvSpPr>
              <a:spLocks noGrp="1"/>
            </p:cNvSpPr>
            <p:nvPr/>
          </p:nvSpPr>
          <p:spPr>
            <a:xfrm>
              <a:off x="1466067" y="4732677"/>
              <a:ext cx="41495" cy="7222"/>
            </a:xfrm>
            <a:custGeom>
              <a:avLst/>
              <a:gdLst/>
              <a:ahLst/>
              <a:cxnLst/>
              <a:rect l="0" t="0" r="0" b="0"/>
              <a:pathLst>
                <a:path w="41495" h="7222">
                  <a:moveTo>
                    <a:pt x="41495" y="0"/>
                  </a:moveTo>
                  <a:lnTo>
                    <a:pt x="0" y="7222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6" name="Input_receptor__535">
              <a:extLst>
                <a:ext uri="{FF2B5EF4-FFF2-40B4-BE49-F238E27FC236}">
                  <a16:creationId xmlns:a16="http://schemas.microsoft.com/office/drawing/2014/main" id="{AA81A115-B89D-A16C-D70B-C94B05686907}"/>
                </a:ext>
              </a:extLst>
            </p:cNvPr>
            <p:cNvSpPr>
              <a:spLocks noGrp="1"/>
            </p:cNvSpPr>
            <p:nvPr/>
          </p:nvSpPr>
          <p:spPr>
            <a:xfrm>
              <a:off x="1004295" y="5239258"/>
              <a:ext cx="45541" cy="15411"/>
            </a:xfrm>
            <a:custGeom>
              <a:avLst/>
              <a:gdLst/>
              <a:ahLst/>
              <a:cxnLst/>
              <a:rect l="0" t="0" r="0" b="0"/>
              <a:pathLst>
                <a:path w="45541" h="15411">
                  <a:moveTo>
                    <a:pt x="0" y="15411"/>
                  </a:moveTo>
                  <a:lnTo>
                    <a:pt x="4554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7" name="Input_receptor__536">
              <a:extLst>
                <a:ext uri="{FF2B5EF4-FFF2-40B4-BE49-F238E27FC236}">
                  <a16:creationId xmlns:a16="http://schemas.microsoft.com/office/drawing/2014/main" id="{EECA1519-E298-99B8-060C-4E0E04E5CF41}"/>
                </a:ext>
              </a:extLst>
            </p:cNvPr>
            <p:cNvSpPr>
              <a:spLocks noGrp="1"/>
            </p:cNvSpPr>
            <p:nvPr/>
          </p:nvSpPr>
          <p:spPr>
            <a:xfrm>
              <a:off x="1445357" y="5561811"/>
              <a:ext cx="17428" cy="10990"/>
            </a:xfrm>
            <a:custGeom>
              <a:avLst/>
              <a:gdLst/>
              <a:ahLst/>
              <a:cxnLst/>
              <a:rect l="0" t="0" r="0" b="0"/>
              <a:pathLst>
                <a:path w="17428" h="10990">
                  <a:moveTo>
                    <a:pt x="17428" y="0"/>
                  </a:moveTo>
                  <a:lnTo>
                    <a:pt x="0" y="1099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8" name="Input_receptor__537">
              <a:extLst>
                <a:ext uri="{FF2B5EF4-FFF2-40B4-BE49-F238E27FC236}">
                  <a16:creationId xmlns:a16="http://schemas.microsoft.com/office/drawing/2014/main" id="{F8BEDF78-879F-B42D-8C22-CEA738B7FB5C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95722"/>
              <a:ext cx="22071" cy="6050"/>
            </a:xfrm>
            <a:custGeom>
              <a:avLst/>
              <a:gdLst/>
              <a:ahLst/>
              <a:cxnLst/>
              <a:rect l="0" t="0" r="0" b="0"/>
              <a:pathLst>
                <a:path w="22071" h="6050">
                  <a:moveTo>
                    <a:pt x="0" y="6050"/>
                  </a:moveTo>
                  <a:lnTo>
                    <a:pt x="2207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9" name="Input_receptor__538">
              <a:extLst>
                <a:ext uri="{FF2B5EF4-FFF2-40B4-BE49-F238E27FC236}">
                  <a16:creationId xmlns:a16="http://schemas.microsoft.com/office/drawing/2014/main" id="{8B22DEB4-CA11-BA1A-2CC8-A3D540239991}"/>
                </a:ext>
              </a:extLst>
            </p:cNvPr>
            <p:cNvSpPr>
              <a:spLocks noGrp="1"/>
            </p:cNvSpPr>
            <p:nvPr/>
          </p:nvSpPr>
          <p:spPr>
            <a:xfrm>
              <a:off x="1390449" y="5515433"/>
              <a:ext cx="28151" cy="38159"/>
            </a:xfrm>
            <a:custGeom>
              <a:avLst/>
              <a:gdLst/>
              <a:ahLst/>
              <a:cxnLst/>
              <a:rect l="0" t="0" r="0" b="0"/>
              <a:pathLst>
                <a:path w="28151" h="38159">
                  <a:moveTo>
                    <a:pt x="28151" y="0"/>
                  </a:moveTo>
                  <a:lnTo>
                    <a:pt x="0" y="3815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0" name="Input_receptor__539">
              <a:extLst>
                <a:ext uri="{FF2B5EF4-FFF2-40B4-BE49-F238E27FC236}">
                  <a16:creationId xmlns:a16="http://schemas.microsoft.com/office/drawing/2014/main" id="{E99D1793-DE4D-313F-C2AC-FE43D0EA5403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186122"/>
              <a:ext cx="10942" cy="27286"/>
            </a:xfrm>
            <a:custGeom>
              <a:avLst/>
              <a:gdLst/>
              <a:ahLst/>
              <a:cxnLst/>
              <a:rect l="0" t="0" r="0" b="0"/>
              <a:pathLst>
                <a:path w="10942" h="27286">
                  <a:moveTo>
                    <a:pt x="10942" y="0"/>
                  </a:moveTo>
                  <a:lnTo>
                    <a:pt x="0" y="27286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1" name="Input_receptor__540">
              <a:extLst>
                <a:ext uri="{FF2B5EF4-FFF2-40B4-BE49-F238E27FC236}">
                  <a16:creationId xmlns:a16="http://schemas.microsoft.com/office/drawing/2014/main" id="{97C78E1C-9257-580C-64A0-999FF0EE2ECE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68993"/>
              <a:ext cx="26679" cy="22442"/>
            </a:xfrm>
            <a:custGeom>
              <a:avLst/>
              <a:gdLst/>
              <a:ahLst/>
              <a:cxnLst/>
              <a:rect l="0" t="0" r="0" b="0"/>
              <a:pathLst>
                <a:path w="26679" h="22442">
                  <a:moveTo>
                    <a:pt x="0" y="22442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2" name="Input_receptor__541">
              <a:extLst>
                <a:ext uri="{FF2B5EF4-FFF2-40B4-BE49-F238E27FC236}">
                  <a16:creationId xmlns:a16="http://schemas.microsoft.com/office/drawing/2014/main" id="{545DA7C3-9C45-0BD2-3CA4-2B882751F233}"/>
                </a:ext>
              </a:extLst>
            </p:cNvPr>
            <p:cNvSpPr>
              <a:spLocks noGrp="1"/>
            </p:cNvSpPr>
            <p:nvPr/>
          </p:nvSpPr>
          <p:spPr>
            <a:xfrm>
              <a:off x="1641343" y="5071982"/>
              <a:ext cx="19484" cy="28431"/>
            </a:xfrm>
            <a:custGeom>
              <a:avLst/>
              <a:gdLst/>
              <a:ahLst/>
              <a:cxnLst/>
              <a:rect l="0" t="0" r="0" b="0"/>
              <a:pathLst>
                <a:path w="19484" h="28431">
                  <a:moveTo>
                    <a:pt x="0" y="0"/>
                  </a:moveTo>
                  <a:lnTo>
                    <a:pt x="19484" y="2843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3" name="Input_receptor__542">
              <a:extLst>
                <a:ext uri="{FF2B5EF4-FFF2-40B4-BE49-F238E27FC236}">
                  <a16:creationId xmlns:a16="http://schemas.microsoft.com/office/drawing/2014/main" id="{79046EFA-596A-8E1D-1A29-FECAC29EEC4C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92056"/>
              <a:ext cx="7305" cy="24427"/>
            </a:xfrm>
            <a:custGeom>
              <a:avLst/>
              <a:gdLst/>
              <a:ahLst/>
              <a:cxnLst/>
              <a:rect l="0" t="0" r="0" b="0"/>
              <a:pathLst>
                <a:path w="7305" h="24427">
                  <a:moveTo>
                    <a:pt x="0" y="24427"/>
                  </a:moveTo>
                  <a:lnTo>
                    <a:pt x="7305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4" name="Input_receptor__543">
              <a:extLst>
                <a:ext uri="{FF2B5EF4-FFF2-40B4-BE49-F238E27FC236}">
                  <a16:creationId xmlns:a16="http://schemas.microsoft.com/office/drawing/2014/main" id="{17F40B4A-F284-1039-4377-D3D497FDEF12}"/>
                </a:ext>
              </a:extLst>
            </p:cNvPr>
            <p:cNvSpPr>
              <a:spLocks noGrp="1"/>
            </p:cNvSpPr>
            <p:nvPr/>
          </p:nvSpPr>
          <p:spPr>
            <a:xfrm>
              <a:off x="1742481" y="4994943"/>
              <a:ext cx="36089" cy="32097"/>
            </a:xfrm>
            <a:custGeom>
              <a:avLst/>
              <a:gdLst/>
              <a:ahLst/>
              <a:cxnLst/>
              <a:rect l="0" t="0" r="0" b="0"/>
              <a:pathLst>
                <a:path w="36089" h="32097">
                  <a:moveTo>
                    <a:pt x="36089" y="32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5" name="Input_receptor__544">
              <a:extLst>
                <a:ext uri="{FF2B5EF4-FFF2-40B4-BE49-F238E27FC236}">
                  <a16:creationId xmlns:a16="http://schemas.microsoft.com/office/drawing/2014/main" id="{F1842CDC-6EAE-A8F7-297C-A1F115248F38}"/>
                </a:ext>
              </a:extLst>
            </p:cNvPr>
            <p:cNvSpPr>
              <a:spLocks noGrp="1"/>
            </p:cNvSpPr>
            <p:nvPr/>
          </p:nvSpPr>
          <p:spPr>
            <a:xfrm>
              <a:off x="1329835" y="5666635"/>
              <a:ext cx="12641" cy="30538"/>
            </a:xfrm>
            <a:custGeom>
              <a:avLst/>
              <a:gdLst/>
              <a:ahLst/>
              <a:cxnLst/>
              <a:rect l="0" t="0" r="0" b="0"/>
              <a:pathLst>
                <a:path w="12641" h="30538">
                  <a:moveTo>
                    <a:pt x="12641" y="305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6" name="Input_receptor__545">
              <a:extLst>
                <a:ext uri="{FF2B5EF4-FFF2-40B4-BE49-F238E27FC236}">
                  <a16:creationId xmlns:a16="http://schemas.microsoft.com/office/drawing/2014/main" id="{31AD1594-59CB-0848-AB83-D925945DCB0D}"/>
                </a:ext>
              </a:extLst>
            </p:cNvPr>
            <p:cNvSpPr>
              <a:spLocks noGrp="1"/>
            </p:cNvSpPr>
            <p:nvPr/>
          </p:nvSpPr>
          <p:spPr>
            <a:xfrm>
              <a:off x="1335233" y="5380487"/>
              <a:ext cx="9188" cy="45598"/>
            </a:xfrm>
            <a:custGeom>
              <a:avLst/>
              <a:gdLst/>
              <a:ahLst/>
              <a:cxnLst/>
              <a:rect l="0" t="0" r="0" b="0"/>
              <a:pathLst>
                <a:path w="9188" h="45598">
                  <a:moveTo>
                    <a:pt x="0" y="0"/>
                  </a:moveTo>
                  <a:lnTo>
                    <a:pt x="9188" y="4559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7" name="Input_receptor__546">
              <a:extLst>
                <a:ext uri="{FF2B5EF4-FFF2-40B4-BE49-F238E27FC236}">
                  <a16:creationId xmlns:a16="http://schemas.microsoft.com/office/drawing/2014/main" id="{DEB96794-9142-EE55-B753-8F71D9D877F1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7678" cy="4998"/>
            </a:xfrm>
            <a:custGeom>
              <a:avLst/>
              <a:gdLst/>
              <a:ahLst/>
              <a:cxnLst/>
              <a:rect l="0" t="0" r="0" b="0"/>
              <a:pathLst>
                <a:path w="47678" h="4998">
                  <a:moveTo>
                    <a:pt x="47678" y="4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8" name="Input_receptor__547">
              <a:extLst>
                <a:ext uri="{FF2B5EF4-FFF2-40B4-BE49-F238E27FC236}">
                  <a16:creationId xmlns:a16="http://schemas.microsoft.com/office/drawing/2014/main" id="{E9A70A42-391D-D3BD-F955-7C6E74229285}"/>
                </a:ext>
              </a:extLst>
            </p:cNvPr>
            <p:cNvSpPr>
              <a:spLocks noGrp="1"/>
            </p:cNvSpPr>
            <p:nvPr/>
          </p:nvSpPr>
          <p:spPr>
            <a:xfrm>
              <a:off x="1251073" y="5628701"/>
              <a:ext cx="933" cy="40291"/>
            </a:xfrm>
            <a:custGeom>
              <a:avLst/>
              <a:gdLst/>
              <a:ahLst/>
              <a:cxnLst/>
              <a:rect l="0" t="0" r="0" b="0"/>
              <a:pathLst>
                <a:path w="933" h="40291">
                  <a:moveTo>
                    <a:pt x="933" y="40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9" name="Input_receptor__548">
              <a:extLst>
                <a:ext uri="{FF2B5EF4-FFF2-40B4-BE49-F238E27FC236}">
                  <a16:creationId xmlns:a16="http://schemas.microsoft.com/office/drawing/2014/main" id="{1D95237B-85E7-1993-3289-6A3B3360EEEF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29942"/>
              <a:ext cx="11180" cy="25591"/>
            </a:xfrm>
            <a:custGeom>
              <a:avLst/>
              <a:gdLst/>
              <a:ahLst/>
              <a:cxnLst/>
              <a:rect l="0" t="0" r="0" b="0"/>
              <a:pathLst>
                <a:path w="11180" h="25591">
                  <a:moveTo>
                    <a:pt x="11180" y="0"/>
                  </a:moveTo>
                  <a:lnTo>
                    <a:pt x="0" y="25591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0" name="Input_receptor__549">
              <a:extLst>
                <a:ext uri="{FF2B5EF4-FFF2-40B4-BE49-F238E27FC236}">
                  <a16:creationId xmlns:a16="http://schemas.microsoft.com/office/drawing/2014/main" id="{53574297-1DD9-0264-C629-CDFBB581EC95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2089"/>
              <a:ext cx="38437" cy="10228"/>
            </a:xfrm>
            <a:custGeom>
              <a:avLst/>
              <a:gdLst/>
              <a:ahLst/>
              <a:cxnLst/>
              <a:rect l="0" t="0" r="0" b="0"/>
              <a:pathLst>
                <a:path w="38437" h="10228">
                  <a:moveTo>
                    <a:pt x="0" y="0"/>
                  </a:moveTo>
                  <a:lnTo>
                    <a:pt x="38437" y="10228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1" name="Input_receptor__550">
              <a:extLst>
                <a:ext uri="{FF2B5EF4-FFF2-40B4-BE49-F238E27FC236}">
                  <a16:creationId xmlns:a16="http://schemas.microsoft.com/office/drawing/2014/main" id="{C855E458-BE8C-27A5-FD2F-4DF558537364}"/>
                </a:ext>
              </a:extLst>
            </p:cNvPr>
            <p:cNvSpPr>
              <a:spLocks noGrp="1"/>
            </p:cNvSpPr>
            <p:nvPr/>
          </p:nvSpPr>
          <p:spPr>
            <a:xfrm>
              <a:off x="1820809" y="5325282"/>
              <a:ext cx="38603" cy="28967"/>
            </a:xfrm>
            <a:custGeom>
              <a:avLst/>
              <a:gdLst/>
              <a:ahLst/>
              <a:cxnLst/>
              <a:rect l="0" t="0" r="0" b="0"/>
              <a:pathLst>
                <a:path w="38603" h="28967">
                  <a:moveTo>
                    <a:pt x="0" y="28967"/>
                  </a:moveTo>
                  <a:lnTo>
                    <a:pt x="38603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2" name="Input_receptor__551">
              <a:extLst>
                <a:ext uri="{FF2B5EF4-FFF2-40B4-BE49-F238E27FC236}">
                  <a16:creationId xmlns:a16="http://schemas.microsoft.com/office/drawing/2014/main" id="{BAB7145C-C731-1825-199A-B55B233C6256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324976"/>
              <a:ext cx="29867" cy="11419"/>
            </a:xfrm>
            <a:custGeom>
              <a:avLst/>
              <a:gdLst/>
              <a:ahLst/>
              <a:cxnLst/>
              <a:rect l="0" t="0" r="0" b="0"/>
              <a:pathLst>
                <a:path w="29867" h="11419">
                  <a:moveTo>
                    <a:pt x="0" y="11419"/>
                  </a:moveTo>
                  <a:lnTo>
                    <a:pt x="29867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3" name="Input_receptor__552">
              <a:extLst>
                <a:ext uri="{FF2B5EF4-FFF2-40B4-BE49-F238E27FC236}">
                  <a16:creationId xmlns:a16="http://schemas.microsoft.com/office/drawing/2014/main" id="{770D23FC-E516-ADAA-7793-228A842391DA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85687"/>
              <a:ext cx="18491" cy="8985"/>
            </a:xfrm>
            <a:custGeom>
              <a:avLst/>
              <a:gdLst/>
              <a:ahLst/>
              <a:cxnLst/>
              <a:rect l="0" t="0" r="0" b="0"/>
              <a:pathLst>
                <a:path w="18491" h="8985">
                  <a:moveTo>
                    <a:pt x="0" y="0"/>
                  </a:moveTo>
                  <a:lnTo>
                    <a:pt x="18491" y="8985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4" name="Input_receptor__553">
              <a:extLst>
                <a:ext uri="{FF2B5EF4-FFF2-40B4-BE49-F238E27FC236}">
                  <a16:creationId xmlns:a16="http://schemas.microsoft.com/office/drawing/2014/main" id="{4AB1C73C-FD61-2E95-B078-D75575A12FB1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8638"/>
              <a:ext cx="31054" cy="17111"/>
            </a:xfrm>
            <a:custGeom>
              <a:avLst/>
              <a:gdLst/>
              <a:ahLst/>
              <a:cxnLst/>
              <a:rect l="0" t="0" r="0" b="0"/>
              <a:pathLst>
                <a:path w="31054" h="17111">
                  <a:moveTo>
                    <a:pt x="0" y="17111"/>
                  </a:moveTo>
                  <a:lnTo>
                    <a:pt x="31054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5" name="Input_receptor__554">
              <a:extLst>
                <a:ext uri="{FF2B5EF4-FFF2-40B4-BE49-F238E27FC236}">
                  <a16:creationId xmlns:a16="http://schemas.microsoft.com/office/drawing/2014/main" id="{976E4176-B42C-1604-3F2B-9323350F3F21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27970"/>
              <a:ext cx="7321" cy="12319"/>
            </a:xfrm>
            <a:custGeom>
              <a:avLst/>
              <a:gdLst/>
              <a:ahLst/>
              <a:cxnLst/>
              <a:rect l="0" t="0" r="0" b="0"/>
              <a:pathLst>
                <a:path w="7321" h="12319">
                  <a:moveTo>
                    <a:pt x="7321" y="0"/>
                  </a:moveTo>
                  <a:lnTo>
                    <a:pt x="0" y="12319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6" name="Input_receptor__555">
              <a:extLst>
                <a:ext uri="{FF2B5EF4-FFF2-40B4-BE49-F238E27FC236}">
                  <a16:creationId xmlns:a16="http://schemas.microsoft.com/office/drawing/2014/main" id="{CE8D2312-D722-284F-A99A-57BB8341CC20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213407"/>
              <a:ext cx="17212" cy="41262"/>
            </a:xfrm>
            <a:custGeom>
              <a:avLst/>
              <a:gdLst/>
              <a:ahLst/>
              <a:cxnLst/>
              <a:rect l="0" t="0" r="0" b="0"/>
              <a:pathLst>
                <a:path w="17212" h="41262">
                  <a:moveTo>
                    <a:pt x="0" y="0"/>
                  </a:moveTo>
                  <a:lnTo>
                    <a:pt x="17212" y="41262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7" name="Input_receptor__556">
              <a:extLst>
                <a:ext uri="{FF2B5EF4-FFF2-40B4-BE49-F238E27FC236}">
                  <a16:creationId xmlns:a16="http://schemas.microsoft.com/office/drawing/2014/main" id="{1FA986A5-A388-64DC-CB39-8ED8C517AC24}"/>
                </a:ext>
              </a:extLst>
            </p:cNvPr>
            <p:cNvSpPr>
              <a:spLocks noGrp="1"/>
            </p:cNvSpPr>
            <p:nvPr/>
          </p:nvSpPr>
          <p:spPr>
            <a:xfrm>
              <a:off x="1750671" y="5027040"/>
              <a:ext cx="27899" cy="35277"/>
            </a:xfrm>
            <a:custGeom>
              <a:avLst/>
              <a:gdLst/>
              <a:ahLst/>
              <a:cxnLst/>
              <a:rect l="0" t="0" r="0" b="0"/>
              <a:pathLst>
                <a:path w="27899" h="35277">
                  <a:moveTo>
                    <a:pt x="0" y="35277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8" name="Input_receptor__557">
              <a:extLst>
                <a:ext uri="{FF2B5EF4-FFF2-40B4-BE49-F238E27FC236}">
                  <a16:creationId xmlns:a16="http://schemas.microsoft.com/office/drawing/2014/main" id="{1FF141F1-3F28-4892-A504-304750930B8E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673835"/>
              <a:ext cx="8110" cy="32691"/>
            </a:xfrm>
            <a:custGeom>
              <a:avLst/>
              <a:gdLst/>
              <a:ahLst/>
              <a:cxnLst/>
              <a:rect l="0" t="0" r="0" b="0"/>
              <a:pathLst>
                <a:path w="8110" h="32691">
                  <a:moveTo>
                    <a:pt x="0" y="32691"/>
                  </a:moveTo>
                  <a:lnTo>
                    <a:pt x="8110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9" name="Input_receptor__558">
              <a:extLst>
                <a:ext uri="{FF2B5EF4-FFF2-40B4-BE49-F238E27FC236}">
                  <a16:creationId xmlns:a16="http://schemas.microsoft.com/office/drawing/2014/main" id="{38801054-7CA3-A56B-C52E-262C46C60055}"/>
                </a:ext>
              </a:extLst>
            </p:cNvPr>
            <p:cNvSpPr>
              <a:spLocks noGrp="1"/>
            </p:cNvSpPr>
            <p:nvPr/>
          </p:nvSpPr>
          <p:spPr>
            <a:xfrm>
              <a:off x="1615311" y="5000442"/>
              <a:ext cx="40231" cy="23417"/>
            </a:xfrm>
            <a:custGeom>
              <a:avLst/>
              <a:gdLst/>
              <a:ahLst/>
              <a:cxnLst/>
              <a:rect l="0" t="0" r="0" b="0"/>
              <a:pathLst>
                <a:path w="40231" h="23417">
                  <a:moveTo>
                    <a:pt x="0" y="0"/>
                  </a:moveTo>
                  <a:lnTo>
                    <a:pt x="40231" y="23417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60" name="Input_receptor__559">
              <a:extLst>
                <a:ext uri="{FF2B5EF4-FFF2-40B4-BE49-F238E27FC236}">
                  <a16:creationId xmlns:a16="http://schemas.microsoft.com/office/drawing/2014/main" id="{518BF9DB-8404-9CF8-CF20-61461C90FF12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62462"/>
              <a:ext cx="10307" cy="6411"/>
            </a:xfrm>
            <a:custGeom>
              <a:avLst/>
              <a:gdLst/>
              <a:ahLst/>
              <a:cxnLst/>
              <a:rect l="0" t="0" r="0" b="0"/>
              <a:pathLst>
                <a:path w="10307" h="6411">
                  <a:moveTo>
                    <a:pt x="0" y="0"/>
                  </a:moveTo>
                  <a:lnTo>
                    <a:pt x="10307" y="6411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1" name="Input_receptor__560">
              <a:extLst>
                <a:ext uri="{FF2B5EF4-FFF2-40B4-BE49-F238E27FC236}">
                  <a16:creationId xmlns:a16="http://schemas.microsoft.com/office/drawing/2014/main" id="{6C367DC5-B48E-BED8-E811-8E4F8A6B32BF}"/>
                </a:ext>
              </a:extLst>
            </p:cNvPr>
            <p:cNvSpPr>
              <a:spLocks noGrp="1"/>
            </p:cNvSpPr>
            <p:nvPr/>
          </p:nvSpPr>
          <p:spPr>
            <a:xfrm>
              <a:off x="1483575" y="5166169"/>
              <a:ext cx="1636" cy="42469"/>
            </a:xfrm>
            <a:custGeom>
              <a:avLst/>
              <a:gdLst/>
              <a:ahLst/>
              <a:cxnLst/>
              <a:rect l="0" t="0" r="0" b="0"/>
              <a:pathLst>
                <a:path w="1636" h="42469">
                  <a:moveTo>
                    <a:pt x="0" y="42469"/>
                  </a:moveTo>
                  <a:lnTo>
                    <a:pt x="1636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2" name="Input_receptor__561">
              <a:extLst>
                <a:ext uri="{FF2B5EF4-FFF2-40B4-BE49-F238E27FC236}">
                  <a16:creationId xmlns:a16="http://schemas.microsoft.com/office/drawing/2014/main" id="{3C01BC0A-1600-29EF-20E0-7CECCD79DF99}"/>
                </a:ext>
              </a:extLst>
            </p:cNvPr>
            <p:cNvSpPr>
              <a:spLocks noGrp="1"/>
            </p:cNvSpPr>
            <p:nvPr/>
          </p:nvSpPr>
          <p:spPr>
            <a:xfrm>
              <a:off x="1104040" y="5288738"/>
              <a:ext cx="6999" cy="41204"/>
            </a:xfrm>
            <a:custGeom>
              <a:avLst/>
              <a:gdLst/>
              <a:ahLst/>
              <a:cxnLst/>
              <a:rect l="0" t="0" r="0" b="0"/>
              <a:pathLst>
                <a:path w="6999" h="41204">
                  <a:moveTo>
                    <a:pt x="6999" y="0"/>
                  </a:moveTo>
                  <a:lnTo>
                    <a:pt x="0" y="41204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3" name="Input_receptor__562">
              <a:extLst>
                <a:ext uri="{FF2B5EF4-FFF2-40B4-BE49-F238E27FC236}">
                  <a16:creationId xmlns:a16="http://schemas.microsoft.com/office/drawing/2014/main" id="{737B2F88-BB90-D9B2-23AD-C270BAEEA6D2}"/>
                </a:ext>
              </a:extLst>
            </p:cNvPr>
            <p:cNvSpPr>
              <a:spLocks noGrp="1"/>
            </p:cNvSpPr>
            <p:nvPr/>
          </p:nvSpPr>
          <p:spPr>
            <a:xfrm>
              <a:off x="1319630" y="5508443"/>
              <a:ext cx="23689" cy="27430"/>
            </a:xfrm>
            <a:custGeom>
              <a:avLst/>
              <a:gdLst/>
              <a:ahLst/>
              <a:cxnLst/>
              <a:rect l="0" t="0" r="0" b="0"/>
              <a:pathLst>
                <a:path w="23689" h="27430">
                  <a:moveTo>
                    <a:pt x="23689" y="0"/>
                  </a:moveTo>
                  <a:lnTo>
                    <a:pt x="0" y="2743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4" name="Input_receptor__563">
              <a:extLst>
                <a:ext uri="{FF2B5EF4-FFF2-40B4-BE49-F238E27FC236}">
                  <a16:creationId xmlns:a16="http://schemas.microsoft.com/office/drawing/2014/main" id="{9EA33D6C-30BC-06EA-88D5-1284E72F8369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94731"/>
              <a:ext cx="47137" cy="10080"/>
            </a:xfrm>
            <a:custGeom>
              <a:avLst/>
              <a:gdLst/>
              <a:ahLst/>
              <a:cxnLst/>
              <a:rect l="0" t="0" r="0" b="0"/>
              <a:pathLst>
                <a:path w="47137" h="10080">
                  <a:moveTo>
                    <a:pt x="47137" y="100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5" name="Input_receptor__564">
              <a:extLst>
                <a:ext uri="{FF2B5EF4-FFF2-40B4-BE49-F238E27FC236}">
                  <a16:creationId xmlns:a16="http://schemas.microsoft.com/office/drawing/2014/main" id="{3BBE7CA9-DBCE-E68D-5174-6575CDCEF9EB}"/>
                </a:ext>
              </a:extLst>
            </p:cNvPr>
            <p:cNvSpPr>
              <a:spLocks noGrp="1"/>
            </p:cNvSpPr>
            <p:nvPr/>
          </p:nvSpPr>
          <p:spPr>
            <a:xfrm>
              <a:off x="1521171" y="5366753"/>
              <a:ext cx="10682" cy="30818"/>
            </a:xfrm>
            <a:custGeom>
              <a:avLst/>
              <a:gdLst/>
              <a:ahLst/>
              <a:cxnLst/>
              <a:rect l="0" t="0" r="0" b="0"/>
              <a:pathLst>
                <a:path w="10682" h="30818">
                  <a:moveTo>
                    <a:pt x="10682" y="30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6" name="Input_receptor__565">
              <a:extLst>
                <a:ext uri="{FF2B5EF4-FFF2-40B4-BE49-F238E27FC236}">
                  <a16:creationId xmlns:a16="http://schemas.microsoft.com/office/drawing/2014/main" id="{F671A0F9-ADE7-A352-34DA-A7458317A6FE}"/>
                </a:ext>
              </a:extLst>
            </p:cNvPr>
            <p:cNvSpPr>
              <a:spLocks noGrp="1"/>
            </p:cNvSpPr>
            <p:nvPr/>
          </p:nvSpPr>
          <p:spPr>
            <a:xfrm>
              <a:off x="1343319" y="5491888"/>
              <a:ext cx="30622" cy="16555"/>
            </a:xfrm>
            <a:custGeom>
              <a:avLst/>
              <a:gdLst/>
              <a:ahLst/>
              <a:cxnLst/>
              <a:rect l="0" t="0" r="0" b="0"/>
              <a:pathLst>
                <a:path w="30622" h="16555">
                  <a:moveTo>
                    <a:pt x="30622" y="0"/>
                  </a:moveTo>
                  <a:lnTo>
                    <a:pt x="0" y="165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7" name="Input_receptor__566">
              <a:extLst>
                <a:ext uri="{FF2B5EF4-FFF2-40B4-BE49-F238E27FC236}">
                  <a16:creationId xmlns:a16="http://schemas.microsoft.com/office/drawing/2014/main" id="{9CE44E91-8B3D-0660-3275-2F129AAAAC6F}"/>
                </a:ext>
              </a:extLst>
            </p:cNvPr>
            <p:cNvSpPr>
              <a:spLocks noGrp="1"/>
            </p:cNvSpPr>
            <p:nvPr/>
          </p:nvSpPr>
          <p:spPr>
            <a:xfrm>
              <a:off x="1418600" y="5515433"/>
              <a:ext cx="25171" cy="11187"/>
            </a:xfrm>
            <a:custGeom>
              <a:avLst/>
              <a:gdLst/>
              <a:ahLst/>
              <a:cxnLst/>
              <a:rect l="0" t="0" r="0" b="0"/>
              <a:pathLst>
                <a:path w="25171" h="11187">
                  <a:moveTo>
                    <a:pt x="25171" y="111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8" name="Input_receptor__567">
              <a:extLst>
                <a:ext uri="{FF2B5EF4-FFF2-40B4-BE49-F238E27FC236}">
                  <a16:creationId xmlns:a16="http://schemas.microsoft.com/office/drawing/2014/main" id="{5E8924B4-5229-4E59-B929-36F5C2F87571}"/>
                </a:ext>
              </a:extLst>
            </p:cNvPr>
            <p:cNvSpPr>
              <a:spLocks noGrp="1"/>
            </p:cNvSpPr>
            <p:nvPr/>
          </p:nvSpPr>
          <p:spPr>
            <a:xfrm>
              <a:off x="1505286" y="4966889"/>
              <a:ext cx="43705" cy="10095"/>
            </a:xfrm>
            <a:custGeom>
              <a:avLst/>
              <a:gdLst/>
              <a:ahLst/>
              <a:cxnLst/>
              <a:rect l="0" t="0" r="0" b="0"/>
              <a:pathLst>
                <a:path w="43705" h="10095">
                  <a:moveTo>
                    <a:pt x="43705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9" name="Input_receptor__568">
              <a:extLst>
                <a:ext uri="{FF2B5EF4-FFF2-40B4-BE49-F238E27FC236}">
                  <a16:creationId xmlns:a16="http://schemas.microsoft.com/office/drawing/2014/main" id="{328A82B6-20B2-8405-48B0-E2BDA762E997}"/>
                </a:ext>
              </a:extLst>
            </p:cNvPr>
            <p:cNvSpPr>
              <a:spLocks noGrp="1"/>
            </p:cNvSpPr>
            <p:nvPr/>
          </p:nvSpPr>
          <p:spPr>
            <a:xfrm>
              <a:off x="1049835" y="5239258"/>
              <a:ext cx="18290" cy="21906"/>
            </a:xfrm>
            <a:custGeom>
              <a:avLst/>
              <a:gdLst/>
              <a:ahLst/>
              <a:cxnLst/>
              <a:rect l="0" t="0" r="0" b="0"/>
              <a:pathLst>
                <a:path w="18290" h="21906">
                  <a:moveTo>
                    <a:pt x="0" y="0"/>
                  </a:moveTo>
                  <a:lnTo>
                    <a:pt x="18290" y="21906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0" name="Input_receptor__569">
              <a:extLst>
                <a:ext uri="{FF2B5EF4-FFF2-40B4-BE49-F238E27FC236}">
                  <a16:creationId xmlns:a16="http://schemas.microsoft.com/office/drawing/2014/main" id="{7F7F1389-F798-E27D-39ED-A6EFAD79890E}"/>
                </a:ext>
              </a:extLst>
            </p:cNvPr>
            <p:cNvSpPr>
              <a:spLocks noGrp="1"/>
            </p:cNvSpPr>
            <p:nvPr/>
          </p:nvSpPr>
          <p:spPr>
            <a:xfrm>
              <a:off x="1068995" y="4305692"/>
              <a:ext cx="14478" cy="45955"/>
            </a:xfrm>
            <a:custGeom>
              <a:avLst/>
              <a:gdLst/>
              <a:ahLst/>
              <a:cxnLst/>
              <a:rect l="0" t="0" r="0" b="0"/>
              <a:pathLst>
                <a:path w="14478" h="45955">
                  <a:moveTo>
                    <a:pt x="0" y="0"/>
                  </a:moveTo>
                  <a:lnTo>
                    <a:pt x="14478" y="459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1" name="Input_receptor__570">
              <a:extLst>
                <a:ext uri="{FF2B5EF4-FFF2-40B4-BE49-F238E27FC236}">
                  <a16:creationId xmlns:a16="http://schemas.microsoft.com/office/drawing/2014/main" id="{3E9545EA-1003-870F-4CCF-77A395BBB6D1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99454"/>
              <a:ext cx="46982" cy="7575"/>
            </a:xfrm>
            <a:custGeom>
              <a:avLst/>
              <a:gdLst/>
              <a:ahLst/>
              <a:cxnLst/>
              <a:rect l="0" t="0" r="0" b="0"/>
              <a:pathLst>
                <a:path w="46982" h="7575">
                  <a:moveTo>
                    <a:pt x="46982" y="7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2" name="Input_receptor__571">
              <a:extLst>
                <a:ext uri="{FF2B5EF4-FFF2-40B4-BE49-F238E27FC236}">
                  <a16:creationId xmlns:a16="http://schemas.microsoft.com/office/drawing/2014/main" id="{3325EA07-28F8-9202-C7E5-1878ECC71E11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30459"/>
              <a:ext cx="11557" cy="1287"/>
            </a:xfrm>
            <a:custGeom>
              <a:avLst/>
              <a:gdLst/>
              <a:ahLst/>
              <a:cxnLst/>
              <a:rect l="0" t="0" r="0" b="0"/>
              <a:pathLst>
                <a:path w="11557" h="1287">
                  <a:moveTo>
                    <a:pt x="0" y="1287"/>
                  </a:moveTo>
                  <a:lnTo>
                    <a:pt x="11557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3" name="Input_receptor__572">
              <a:extLst>
                <a:ext uri="{FF2B5EF4-FFF2-40B4-BE49-F238E27FC236}">
                  <a16:creationId xmlns:a16="http://schemas.microsoft.com/office/drawing/2014/main" id="{EB36A199-9171-AE37-75D7-23E533EBF81B}"/>
                </a:ext>
              </a:extLst>
            </p:cNvPr>
            <p:cNvSpPr>
              <a:spLocks noGrp="1"/>
            </p:cNvSpPr>
            <p:nvPr/>
          </p:nvSpPr>
          <p:spPr>
            <a:xfrm>
              <a:off x="1268672" y="5468812"/>
              <a:ext cx="33073" cy="30870"/>
            </a:xfrm>
            <a:custGeom>
              <a:avLst/>
              <a:gdLst/>
              <a:ahLst/>
              <a:cxnLst/>
              <a:rect l="0" t="0" r="0" b="0"/>
              <a:pathLst>
                <a:path w="33073" h="30870">
                  <a:moveTo>
                    <a:pt x="33073" y="0"/>
                  </a:moveTo>
                  <a:lnTo>
                    <a:pt x="0" y="3087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4" name="Input_receptor__573">
              <a:extLst>
                <a:ext uri="{FF2B5EF4-FFF2-40B4-BE49-F238E27FC236}">
                  <a16:creationId xmlns:a16="http://schemas.microsoft.com/office/drawing/2014/main" id="{47D161CB-6223-82CC-CC33-5F0559AB7A2C}"/>
                </a:ext>
              </a:extLst>
            </p:cNvPr>
            <p:cNvSpPr>
              <a:spLocks noGrp="1"/>
            </p:cNvSpPr>
            <p:nvPr/>
          </p:nvSpPr>
          <p:spPr>
            <a:xfrm>
              <a:off x="1619715" y="5100414"/>
              <a:ext cx="41111" cy="24850"/>
            </a:xfrm>
            <a:custGeom>
              <a:avLst/>
              <a:gdLst/>
              <a:ahLst/>
              <a:cxnLst/>
              <a:rect l="0" t="0" r="0" b="0"/>
              <a:pathLst>
                <a:path w="41111" h="24850">
                  <a:moveTo>
                    <a:pt x="41111" y="0"/>
                  </a:moveTo>
                  <a:lnTo>
                    <a:pt x="0" y="2485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5" name="Input_receptor__574">
              <a:extLst>
                <a:ext uri="{FF2B5EF4-FFF2-40B4-BE49-F238E27FC236}">
                  <a16:creationId xmlns:a16="http://schemas.microsoft.com/office/drawing/2014/main" id="{216E7571-2D57-A11D-0D75-0C76268C97F5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5026019"/>
              <a:ext cx="37583" cy="11878"/>
            </a:xfrm>
            <a:custGeom>
              <a:avLst/>
              <a:gdLst/>
              <a:ahLst/>
              <a:cxnLst/>
              <a:rect l="0" t="0" r="0" b="0"/>
              <a:pathLst>
                <a:path w="37583" h="11878">
                  <a:moveTo>
                    <a:pt x="37583" y="118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6" name="Input_receptor__575">
              <a:extLst>
                <a:ext uri="{FF2B5EF4-FFF2-40B4-BE49-F238E27FC236}">
                  <a16:creationId xmlns:a16="http://schemas.microsoft.com/office/drawing/2014/main" id="{AA96194E-8A9E-685E-B31B-953747470102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11097" cy="30261"/>
            </a:xfrm>
            <a:custGeom>
              <a:avLst/>
              <a:gdLst/>
              <a:ahLst/>
              <a:cxnLst/>
              <a:rect l="0" t="0" r="0" b="0"/>
              <a:pathLst>
                <a:path w="11097" h="30261">
                  <a:moveTo>
                    <a:pt x="11097" y="302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77" name="Input_receptor__576">
              <a:extLst>
                <a:ext uri="{FF2B5EF4-FFF2-40B4-BE49-F238E27FC236}">
                  <a16:creationId xmlns:a16="http://schemas.microsoft.com/office/drawing/2014/main" id="{550123C4-D23E-B68E-B90F-F0D94160D43F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79469"/>
              <a:ext cx="1453" cy="1028"/>
            </a:xfrm>
            <a:custGeom>
              <a:avLst/>
              <a:gdLst/>
              <a:ahLst/>
              <a:cxnLst/>
              <a:rect l="0" t="0" r="0" b="0"/>
              <a:pathLst>
                <a:path w="1453" h="1028">
                  <a:moveTo>
                    <a:pt x="0" y="1028"/>
                  </a:moveTo>
                  <a:lnTo>
                    <a:pt x="1453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8" name="Input_receptor__577">
              <a:extLst>
                <a:ext uri="{FF2B5EF4-FFF2-40B4-BE49-F238E27FC236}">
                  <a16:creationId xmlns:a16="http://schemas.microsoft.com/office/drawing/2014/main" id="{D2F4CD2D-ADA3-4911-452E-E706138F196E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397571"/>
              <a:ext cx="20162" cy="39477"/>
            </a:xfrm>
            <a:custGeom>
              <a:avLst/>
              <a:gdLst/>
              <a:ahLst/>
              <a:cxnLst/>
              <a:rect l="0" t="0" r="0" b="0"/>
              <a:pathLst>
                <a:path w="20162" h="39477">
                  <a:moveTo>
                    <a:pt x="0" y="39477"/>
                  </a:moveTo>
                  <a:lnTo>
                    <a:pt x="20162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9" name="Input_receptor__578">
              <a:extLst>
                <a:ext uri="{FF2B5EF4-FFF2-40B4-BE49-F238E27FC236}">
                  <a16:creationId xmlns:a16="http://schemas.microsoft.com/office/drawing/2014/main" id="{683A3421-8165-E033-2635-576402D119B1}"/>
                </a:ext>
              </a:extLst>
            </p:cNvPr>
            <p:cNvSpPr>
              <a:spLocks noGrp="1"/>
            </p:cNvSpPr>
            <p:nvPr/>
          </p:nvSpPr>
          <p:spPr>
            <a:xfrm>
              <a:off x="1557672" y="5168505"/>
              <a:ext cx="43893" cy="5942"/>
            </a:xfrm>
            <a:custGeom>
              <a:avLst/>
              <a:gdLst/>
              <a:ahLst/>
              <a:cxnLst/>
              <a:rect l="0" t="0" r="0" b="0"/>
              <a:pathLst>
                <a:path w="43893" h="5942">
                  <a:moveTo>
                    <a:pt x="43893" y="5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0" name="Input_receptor__579">
              <a:extLst>
                <a:ext uri="{FF2B5EF4-FFF2-40B4-BE49-F238E27FC236}">
                  <a16:creationId xmlns:a16="http://schemas.microsoft.com/office/drawing/2014/main" id="{062328C6-9321-ACA6-5E62-656F17393F0F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97780"/>
              <a:ext cx="46631" cy="8779"/>
            </a:xfrm>
            <a:custGeom>
              <a:avLst/>
              <a:gdLst/>
              <a:ahLst/>
              <a:cxnLst/>
              <a:rect l="0" t="0" r="0" b="0"/>
              <a:pathLst>
                <a:path w="46631" h="8779">
                  <a:moveTo>
                    <a:pt x="46631" y="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1" name="Input_receptor__580">
              <a:extLst>
                <a:ext uri="{FF2B5EF4-FFF2-40B4-BE49-F238E27FC236}">
                  <a16:creationId xmlns:a16="http://schemas.microsoft.com/office/drawing/2014/main" id="{BC2630EA-2629-33E6-5110-3406E3856753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27522"/>
              <a:ext cx="16449" cy="30221"/>
            </a:xfrm>
            <a:custGeom>
              <a:avLst/>
              <a:gdLst/>
              <a:ahLst/>
              <a:cxnLst/>
              <a:rect l="0" t="0" r="0" b="0"/>
              <a:pathLst>
                <a:path w="16449" h="30221">
                  <a:moveTo>
                    <a:pt x="0" y="30221"/>
                  </a:moveTo>
                  <a:lnTo>
                    <a:pt x="16449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82" name="Input_receptor__581">
              <a:extLst>
                <a:ext uri="{FF2B5EF4-FFF2-40B4-BE49-F238E27FC236}">
                  <a16:creationId xmlns:a16="http://schemas.microsoft.com/office/drawing/2014/main" id="{4CB0D027-7B6D-06B7-1530-D8F45AD91F36}"/>
                </a:ext>
              </a:extLst>
            </p:cNvPr>
            <p:cNvSpPr>
              <a:spLocks noGrp="1"/>
            </p:cNvSpPr>
            <p:nvPr/>
          </p:nvSpPr>
          <p:spPr>
            <a:xfrm>
              <a:off x="1195186" y="5451440"/>
              <a:ext cx="33701" cy="34156"/>
            </a:xfrm>
            <a:custGeom>
              <a:avLst/>
              <a:gdLst/>
              <a:ahLst/>
              <a:cxnLst/>
              <a:rect l="0" t="0" r="0" b="0"/>
              <a:pathLst>
                <a:path w="33701" h="34156">
                  <a:moveTo>
                    <a:pt x="33701" y="0"/>
                  </a:moveTo>
                  <a:lnTo>
                    <a:pt x="0" y="3415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3" name="Input_receptor__582">
              <a:extLst>
                <a:ext uri="{FF2B5EF4-FFF2-40B4-BE49-F238E27FC236}">
                  <a16:creationId xmlns:a16="http://schemas.microsoft.com/office/drawing/2014/main" id="{E1716B79-A591-184D-F6BF-8965CDE73B8D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78359"/>
              <a:ext cx="47289" cy="9735"/>
            </a:xfrm>
            <a:custGeom>
              <a:avLst/>
              <a:gdLst/>
              <a:ahLst/>
              <a:cxnLst/>
              <a:rect l="0" t="0" r="0" b="0"/>
              <a:pathLst>
                <a:path w="47289" h="9735">
                  <a:moveTo>
                    <a:pt x="47289" y="0"/>
                  </a:moveTo>
                  <a:lnTo>
                    <a:pt x="0" y="9735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4" name="Input_receptor__583">
              <a:extLst>
                <a:ext uri="{FF2B5EF4-FFF2-40B4-BE49-F238E27FC236}">
                  <a16:creationId xmlns:a16="http://schemas.microsoft.com/office/drawing/2014/main" id="{07B481E3-C489-F3C5-E0A7-A5A23A7483DF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33159"/>
              <a:ext cx="23754" cy="2776"/>
            </a:xfrm>
            <a:custGeom>
              <a:avLst/>
              <a:gdLst/>
              <a:ahLst/>
              <a:cxnLst/>
              <a:rect l="0" t="0" r="0" b="0"/>
              <a:pathLst>
                <a:path w="23754" h="2776">
                  <a:moveTo>
                    <a:pt x="23754" y="0"/>
                  </a:moveTo>
                  <a:lnTo>
                    <a:pt x="0" y="277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5" name="Input_receptor__584">
              <a:extLst>
                <a:ext uri="{FF2B5EF4-FFF2-40B4-BE49-F238E27FC236}">
                  <a16:creationId xmlns:a16="http://schemas.microsoft.com/office/drawing/2014/main" id="{0256CDEC-1825-2A97-E7E3-66D983B5081D}"/>
                </a:ext>
              </a:extLst>
            </p:cNvPr>
            <p:cNvSpPr>
              <a:spLocks noGrp="1"/>
            </p:cNvSpPr>
            <p:nvPr/>
          </p:nvSpPr>
          <p:spPr>
            <a:xfrm>
              <a:off x="1333142" y="5278359"/>
              <a:ext cx="12520" cy="46617"/>
            </a:xfrm>
            <a:custGeom>
              <a:avLst/>
              <a:gdLst/>
              <a:ahLst/>
              <a:cxnLst/>
              <a:rect l="0" t="0" r="0" b="0"/>
              <a:pathLst>
                <a:path w="12520" h="46617">
                  <a:moveTo>
                    <a:pt x="12520" y="466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6" name="Input_receptor__585">
              <a:extLst>
                <a:ext uri="{FF2B5EF4-FFF2-40B4-BE49-F238E27FC236}">
                  <a16:creationId xmlns:a16="http://schemas.microsoft.com/office/drawing/2014/main" id="{4A0FE56D-A64E-B91F-F18F-11B5319C91BB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4943"/>
              <a:ext cx="11377" cy="10010"/>
            </a:xfrm>
            <a:custGeom>
              <a:avLst/>
              <a:gdLst/>
              <a:ahLst/>
              <a:cxnLst/>
              <a:rect l="0" t="0" r="0" b="0"/>
              <a:pathLst>
                <a:path w="11377" h="10010">
                  <a:moveTo>
                    <a:pt x="11377" y="0"/>
                  </a:moveTo>
                  <a:lnTo>
                    <a:pt x="0" y="1001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7" name="Input_receptor__586">
              <a:extLst>
                <a:ext uri="{FF2B5EF4-FFF2-40B4-BE49-F238E27FC236}">
                  <a16:creationId xmlns:a16="http://schemas.microsoft.com/office/drawing/2014/main" id="{9ED3844B-1E54-3720-61B4-C67108CF07FD}"/>
                </a:ext>
              </a:extLst>
            </p:cNvPr>
            <p:cNvSpPr>
              <a:spLocks noGrp="1"/>
            </p:cNvSpPr>
            <p:nvPr/>
          </p:nvSpPr>
          <p:spPr>
            <a:xfrm>
              <a:off x="1342476" y="5675629"/>
              <a:ext cx="42202" cy="21544"/>
            </a:xfrm>
            <a:custGeom>
              <a:avLst/>
              <a:gdLst/>
              <a:ahLst/>
              <a:cxnLst/>
              <a:rect l="0" t="0" r="0" b="0"/>
              <a:pathLst>
                <a:path w="42202" h="21544">
                  <a:moveTo>
                    <a:pt x="42202" y="0"/>
                  </a:moveTo>
                  <a:lnTo>
                    <a:pt x="0" y="21544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88" name="Input_receptor__587">
              <a:extLst>
                <a:ext uri="{FF2B5EF4-FFF2-40B4-BE49-F238E27FC236}">
                  <a16:creationId xmlns:a16="http://schemas.microsoft.com/office/drawing/2014/main" id="{E2CF7D60-3ECE-D74D-4FFB-F015C7F17548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72423"/>
              <a:ext cx="43816" cy="14619"/>
            </a:xfrm>
            <a:custGeom>
              <a:avLst/>
              <a:gdLst/>
              <a:ahLst/>
              <a:cxnLst/>
              <a:rect l="0" t="0" r="0" b="0"/>
              <a:pathLst>
                <a:path w="43816" h="14619">
                  <a:moveTo>
                    <a:pt x="43816" y="0"/>
                  </a:moveTo>
                  <a:lnTo>
                    <a:pt x="0" y="146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9" name="Input_receptor__588">
              <a:extLst>
                <a:ext uri="{FF2B5EF4-FFF2-40B4-BE49-F238E27FC236}">
                  <a16:creationId xmlns:a16="http://schemas.microsoft.com/office/drawing/2014/main" id="{D3FCD236-DAF5-B5B2-D8D4-3CBC1EE822DF}"/>
                </a:ext>
              </a:extLst>
            </p:cNvPr>
            <p:cNvSpPr>
              <a:spLocks noGrp="1"/>
            </p:cNvSpPr>
            <p:nvPr/>
          </p:nvSpPr>
          <p:spPr>
            <a:xfrm>
              <a:off x="1538778" y="5037896"/>
              <a:ext cx="26970" cy="10663"/>
            </a:xfrm>
            <a:custGeom>
              <a:avLst/>
              <a:gdLst/>
              <a:ahLst/>
              <a:cxnLst/>
              <a:rect l="0" t="0" r="0" b="0"/>
              <a:pathLst>
                <a:path w="26970" h="10663">
                  <a:moveTo>
                    <a:pt x="26970" y="1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0" name="Input_receptor__589">
              <a:extLst>
                <a:ext uri="{FF2B5EF4-FFF2-40B4-BE49-F238E27FC236}">
                  <a16:creationId xmlns:a16="http://schemas.microsoft.com/office/drawing/2014/main" id="{0461FED4-77A9-DBC0-4F34-A54C1A882F0F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37671"/>
              <a:ext cx="16347" cy="2735"/>
            </a:xfrm>
            <a:custGeom>
              <a:avLst/>
              <a:gdLst/>
              <a:ahLst/>
              <a:cxnLst/>
              <a:rect l="0" t="0" r="0" b="0"/>
              <a:pathLst>
                <a:path w="16347" h="2735">
                  <a:moveTo>
                    <a:pt x="0" y="2735"/>
                  </a:moveTo>
                  <a:lnTo>
                    <a:pt x="16347" y="0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91" name="Input_receptor__590">
              <a:extLst>
                <a:ext uri="{FF2B5EF4-FFF2-40B4-BE49-F238E27FC236}">
                  <a16:creationId xmlns:a16="http://schemas.microsoft.com/office/drawing/2014/main" id="{8A431BD4-E249-EAB8-1A43-C4010DE87874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30970"/>
              <a:ext cx="43940" cy="17073"/>
            </a:xfrm>
            <a:custGeom>
              <a:avLst/>
              <a:gdLst/>
              <a:ahLst/>
              <a:cxnLst/>
              <a:rect l="0" t="0" r="0" b="0"/>
              <a:pathLst>
                <a:path w="43940" h="17073">
                  <a:moveTo>
                    <a:pt x="0" y="0"/>
                  </a:moveTo>
                  <a:lnTo>
                    <a:pt x="43940" y="1707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2" name="Input_receptor__591">
              <a:extLst>
                <a:ext uri="{FF2B5EF4-FFF2-40B4-BE49-F238E27FC236}">
                  <a16:creationId xmlns:a16="http://schemas.microsoft.com/office/drawing/2014/main" id="{C5B083AE-1548-0AC9-F0C6-92C9A2D1B149}"/>
                </a:ext>
              </a:extLst>
            </p:cNvPr>
            <p:cNvSpPr>
              <a:spLocks noGrp="1"/>
            </p:cNvSpPr>
            <p:nvPr/>
          </p:nvSpPr>
          <p:spPr>
            <a:xfrm>
              <a:off x="1592051" y="5237729"/>
              <a:ext cx="35519" cy="3961"/>
            </a:xfrm>
            <a:custGeom>
              <a:avLst/>
              <a:gdLst/>
              <a:ahLst/>
              <a:cxnLst/>
              <a:rect l="0" t="0" r="0" b="0"/>
              <a:pathLst>
                <a:path w="35519" h="3961">
                  <a:moveTo>
                    <a:pt x="35519" y="3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3" name="Input_receptor__592">
              <a:extLst>
                <a:ext uri="{FF2B5EF4-FFF2-40B4-BE49-F238E27FC236}">
                  <a16:creationId xmlns:a16="http://schemas.microsoft.com/office/drawing/2014/main" id="{C4651124-28B8-B9B8-BC80-BBA759421BF8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229042"/>
              <a:ext cx="34331" cy="8687"/>
            </a:xfrm>
            <a:custGeom>
              <a:avLst/>
              <a:gdLst/>
              <a:ahLst/>
              <a:cxnLst/>
              <a:rect l="0" t="0" r="0" b="0"/>
              <a:pathLst>
                <a:path w="34331" h="8687">
                  <a:moveTo>
                    <a:pt x="34331" y="8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4" name="Input_receptor__593">
              <a:extLst>
                <a:ext uri="{FF2B5EF4-FFF2-40B4-BE49-F238E27FC236}">
                  <a16:creationId xmlns:a16="http://schemas.microsoft.com/office/drawing/2014/main" id="{D21983A1-66C8-6459-63DD-6861B50A6A2E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21691"/>
              <a:ext cx="33721" cy="19753"/>
            </a:xfrm>
            <a:custGeom>
              <a:avLst/>
              <a:gdLst/>
              <a:ahLst/>
              <a:cxnLst/>
              <a:rect l="0" t="0" r="0" b="0"/>
              <a:pathLst>
                <a:path w="33721" h="19753">
                  <a:moveTo>
                    <a:pt x="33721" y="0"/>
                  </a:moveTo>
                  <a:lnTo>
                    <a:pt x="0" y="1975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5" name="Input_receptor__594">
              <a:extLst>
                <a:ext uri="{FF2B5EF4-FFF2-40B4-BE49-F238E27FC236}">
                  <a16:creationId xmlns:a16="http://schemas.microsoft.com/office/drawing/2014/main" id="{9D795FD7-3ECD-499C-5ED6-313607F8D0C0}"/>
                </a:ext>
              </a:extLst>
            </p:cNvPr>
            <p:cNvSpPr>
              <a:spLocks noGrp="1"/>
            </p:cNvSpPr>
            <p:nvPr/>
          </p:nvSpPr>
          <p:spPr>
            <a:xfrm>
              <a:off x="1381573" y="5536385"/>
              <a:ext cx="8876" cy="17207"/>
            </a:xfrm>
            <a:custGeom>
              <a:avLst/>
              <a:gdLst/>
              <a:ahLst/>
              <a:cxnLst/>
              <a:rect l="0" t="0" r="0" b="0"/>
              <a:pathLst>
                <a:path w="8876" h="17207">
                  <a:moveTo>
                    <a:pt x="8876" y="17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6" name="Input_receptor__595">
              <a:extLst>
                <a:ext uri="{FF2B5EF4-FFF2-40B4-BE49-F238E27FC236}">
                  <a16:creationId xmlns:a16="http://schemas.microsoft.com/office/drawing/2014/main" id="{6AEFADEA-4BD8-2098-1187-3A03F37248BD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49495"/>
              <a:ext cx="37091" cy="30201"/>
            </a:xfrm>
            <a:custGeom>
              <a:avLst/>
              <a:gdLst/>
              <a:ahLst/>
              <a:cxnLst/>
              <a:rect l="0" t="0" r="0" b="0"/>
              <a:pathLst>
                <a:path w="37091" h="30201">
                  <a:moveTo>
                    <a:pt x="0" y="30201"/>
                  </a:moveTo>
                  <a:lnTo>
                    <a:pt x="37091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7" name="Input_receptor__596">
              <a:extLst>
                <a:ext uri="{FF2B5EF4-FFF2-40B4-BE49-F238E27FC236}">
                  <a16:creationId xmlns:a16="http://schemas.microsoft.com/office/drawing/2014/main" id="{FB2951E3-23F3-8FD3-32A3-F0D1B63B5A32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9425"/>
              <a:ext cx="30963" cy="6819"/>
            </a:xfrm>
            <a:custGeom>
              <a:avLst/>
              <a:gdLst/>
              <a:ahLst/>
              <a:cxnLst/>
              <a:rect l="0" t="0" r="0" b="0"/>
              <a:pathLst>
                <a:path w="30963" h="6819">
                  <a:moveTo>
                    <a:pt x="30963" y="0"/>
                  </a:moveTo>
                  <a:lnTo>
                    <a:pt x="0" y="68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8" name="Input_receptor__597">
              <a:extLst>
                <a:ext uri="{FF2B5EF4-FFF2-40B4-BE49-F238E27FC236}">
                  <a16:creationId xmlns:a16="http://schemas.microsoft.com/office/drawing/2014/main" id="{7ACBDC1A-FE74-8493-3DDC-D79A5784B499}"/>
                </a:ext>
              </a:extLst>
            </p:cNvPr>
            <p:cNvSpPr>
              <a:spLocks noGrp="1"/>
            </p:cNvSpPr>
            <p:nvPr/>
          </p:nvSpPr>
          <p:spPr>
            <a:xfrm>
              <a:off x="1443771" y="5526620"/>
              <a:ext cx="1586" cy="46181"/>
            </a:xfrm>
            <a:custGeom>
              <a:avLst/>
              <a:gdLst/>
              <a:ahLst/>
              <a:cxnLst/>
              <a:rect l="0" t="0" r="0" b="0"/>
              <a:pathLst>
                <a:path w="1586" h="46181">
                  <a:moveTo>
                    <a:pt x="1586" y="46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9" name="Input_receptor__598">
              <a:extLst>
                <a:ext uri="{FF2B5EF4-FFF2-40B4-BE49-F238E27FC236}">
                  <a16:creationId xmlns:a16="http://schemas.microsoft.com/office/drawing/2014/main" id="{A6663D99-7BCC-008B-6306-9E3328C7FE03}"/>
                </a:ext>
              </a:extLst>
            </p:cNvPr>
            <p:cNvSpPr>
              <a:spLocks noGrp="1"/>
            </p:cNvSpPr>
            <p:nvPr/>
          </p:nvSpPr>
          <p:spPr>
            <a:xfrm>
              <a:off x="1458900" y="5321691"/>
              <a:ext cx="34598" cy="12653"/>
            </a:xfrm>
            <a:custGeom>
              <a:avLst/>
              <a:gdLst/>
              <a:ahLst/>
              <a:cxnLst/>
              <a:rect l="0" t="0" r="0" b="0"/>
              <a:pathLst>
                <a:path w="34598" h="12653">
                  <a:moveTo>
                    <a:pt x="34598" y="126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0" name="Input_receptor__599">
              <a:extLst>
                <a:ext uri="{FF2B5EF4-FFF2-40B4-BE49-F238E27FC236}">
                  <a16:creationId xmlns:a16="http://schemas.microsoft.com/office/drawing/2014/main" id="{1D5DAF5C-16E5-2B0C-03AE-12AE1DCBF3ED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49813"/>
              <a:ext cx="15511" cy="17076"/>
            </a:xfrm>
            <a:custGeom>
              <a:avLst/>
              <a:gdLst/>
              <a:ahLst/>
              <a:cxnLst/>
              <a:rect l="0" t="0" r="0" b="0"/>
              <a:pathLst>
                <a:path w="15511" h="17076">
                  <a:moveTo>
                    <a:pt x="15511" y="170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1" name="Input_receptor__600">
              <a:extLst>
                <a:ext uri="{FF2B5EF4-FFF2-40B4-BE49-F238E27FC236}">
                  <a16:creationId xmlns:a16="http://schemas.microsoft.com/office/drawing/2014/main" id="{053483BB-7A9C-FECC-2BB2-338A7F9EBDE5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61164"/>
              <a:ext cx="21636" cy="40607"/>
            </a:xfrm>
            <a:custGeom>
              <a:avLst/>
              <a:gdLst/>
              <a:ahLst/>
              <a:cxnLst/>
              <a:rect l="0" t="0" r="0" b="0"/>
              <a:pathLst>
                <a:path w="21636" h="40607">
                  <a:moveTo>
                    <a:pt x="21636" y="0"/>
                  </a:moveTo>
                  <a:lnTo>
                    <a:pt x="0" y="4060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2" name="Input_receptor__601">
              <a:extLst>
                <a:ext uri="{FF2B5EF4-FFF2-40B4-BE49-F238E27FC236}">
                  <a16:creationId xmlns:a16="http://schemas.microsoft.com/office/drawing/2014/main" id="{16FD1E32-837B-0587-A865-A6FBCDB79A54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95614"/>
              <a:ext cx="12304" cy="4828"/>
            </a:xfrm>
            <a:custGeom>
              <a:avLst/>
              <a:gdLst/>
              <a:ahLst/>
              <a:cxnLst/>
              <a:rect l="0" t="0" r="0" b="0"/>
              <a:pathLst>
                <a:path w="12304" h="4828">
                  <a:moveTo>
                    <a:pt x="0" y="0"/>
                  </a:moveTo>
                  <a:lnTo>
                    <a:pt x="12304" y="4828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3" name="Input_receptor__602">
              <a:extLst>
                <a:ext uri="{FF2B5EF4-FFF2-40B4-BE49-F238E27FC236}">
                  <a16:creationId xmlns:a16="http://schemas.microsoft.com/office/drawing/2014/main" id="{9C4E6D0A-E754-E5FF-C60E-E660B0960226}"/>
                </a:ext>
              </a:extLst>
            </p:cNvPr>
            <p:cNvSpPr>
              <a:spLocks noGrp="1"/>
            </p:cNvSpPr>
            <p:nvPr/>
          </p:nvSpPr>
          <p:spPr>
            <a:xfrm>
              <a:off x="1720975" y="5113898"/>
              <a:ext cx="46594" cy="10853"/>
            </a:xfrm>
            <a:custGeom>
              <a:avLst/>
              <a:gdLst/>
              <a:ahLst/>
              <a:cxnLst/>
              <a:rect l="0" t="0" r="0" b="0"/>
              <a:pathLst>
                <a:path w="46594" h="10853">
                  <a:moveTo>
                    <a:pt x="0" y="0"/>
                  </a:moveTo>
                  <a:lnTo>
                    <a:pt x="46594" y="10853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4" name="Input_receptor__603">
              <a:extLst>
                <a:ext uri="{FF2B5EF4-FFF2-40B4-BE49-F238E27FC236}">
                  <a16:creationId xmlns:a16="http://schemas.microsoft.com/office/drawing/2014/main" id="{02CF6C1D-5AC5-A84A-EAE7-C632FCD11FFE}"/>
                </a:ext>
              </a:extLst>
            </p:cNvPr>
            <p:cNvSpPr>
              <a:spLocks noGrp="1"/>
            </p:cNvSpPr>
            <p:nvPr/>
          </p:nvSpPr>
          <p:spPr>
            <a:xfrm>
              <a:off x="1150005" y="5180401"/>
              <a:ext cx="47529" cy="7139"/>
            </a:xfrm>
            <a:custGeom>
              <a:avLst/>
              <a:gdLst/>
              <a:ahLst/>
              <a:cxnLst/>
              <a:rect l="0" t="0" r="0" b="0"/>
              <a:pathLst>
                <a:path w="47529" h="7139">
                  <a:moveTo>
                    <a:pt x="0" y="0"/>
                  </a:moveTo>
                  <a:lnTo>
                    <a:pt x="47529" y="7139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5" name="Input_receptor__604">
              <a:extLst>
                <a:ext uri="{FF2B5EF4-FFF2-40B4-BE49-F238E27FC236}">
                  <a16:creationId xmlns:a16="http://schemas.microsoft.com/office/drawing/2014/main" id="{216411B3-C280-66AB-8569-771361B8E23A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059" cy="16015"/>
            </a:xfrm>
            <a:custGeom>
              <a:avLst/>
              <a:gdLst/>
              <a:ahLst/>
              <a:cxnLst/>
              <a:rect l="0" t="0" r="0" b="0"/>
              <a:pathLst>
                <a:path w="4059" h="16015">
                  <a:moveTo>
                    <a:pt x="0" y="0"/>
                  </a:moveTo>
                  <a:lnTo>
                    <a:pt x="4059" y="16015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6" name="Input_receptor__605">
              <a:extLst>
                <a:ext uri="{FF2B5EF4-FFF2-40B4-BE49-F238E27FC236}">
                  <a16:creationId xmlns:a16="http://schemas.microsoft.com/office/drawing/2014/main" id="{DB002C6F-2994-4A66-3741-90C468F41673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51235"/>
              <a:ext cx="28133" cy="13047"/>
            </a:xfrm>
            <a:custGeom>
              <a:avLst/>
              <a:gdLst/>
              <a:ahLst/>
              <a:cxnLst/>
              <a:rect l="0" t="0" r="0" b="0"/>
              <a:pathLst>
                <a:path w="28133" h="13047">
                  <a:moveTo>
                    <a:pt x="28133" y="0"/>
                  </a:moveTo>
                  <a:lnTo>
                    <a:pt x="0" y="1304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7" name="Input_receptor__606">
              <a:extLst>
                <a:ext uri="{FF2B5EF4-FFF2-40B4-BE49-F238E27FC236}">
                  <a16:creationId xmlns:a16="http://schemas.microsoft.com/office/drawing/2014/main" id="{CA713EC2-456E-7133-E1C2-EB4D7A128709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9886"/>
              <a:ext cx="32277" cy="24331"/>
            </a:xfrm>
            <a:custGeom>
              <a:avLst/>
              <a:gdLst/>
              <a:ahLst/>
              <a:cxnLst/>
              <a:rect l="0" t="0" r="0" b="0"/>
              <a:pathLst>
                <a:path w="32277" h="24331">
                  <a:moveTo>
                    <a:pt x="32277" y="0"/>
                  </a:moveTo>
                  <a:lnTo>
                    <a:pt x="0" y="24331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8" name="Input_receptor__607">
              <a:extLst>
                <a:ext uri="{FF2B5EF4-FFF2-40B4-BE49-F238E27FC236}">
                  <a16:creationId xmlns:a16="http://schemas.microsoft.com/office/drawing/2014/main" id="{753AF6F8-A377-5170-0D2F-A0E6C011C413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48242"/>
              <a:ext cx="6706" cy="6006"/>
            </a:xfrm>
            <a:custGeom>
              <a:avLst/>
              <a:gdLst/>
              <a:ahLst/>
              <a:cxnLst/>
              <a:rect l="0" t="0" r="0" b="0"/>
              <a:pathLst>
                <a:path w="6706" h="6006">
                  <a:moveTo>
                    <a:pt x="0" y="0"/>
                  </a:moveTo>
                  <a:lnTo>
                    <a:pt x="6706" y="600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9" name="Input_receptor__608">
              <a:extLst>
                <a:ext uri="{FF2B5EF4-FFF2-40B4-BE49-F238E27FC236}">
                  <a16:creationId xmlns:a16="http://schemas.microsoft.com/office/drawing/2014/main" id="{5CF70E92-10E6-93F7-5E9A-7391679D2920}"/>
                </a:ext>
              </a:extLst>
            </p:cNvPr>
            <p:cNvSpPr>
              <a:spLocks noGrp="1"/>
            </p:cNvSpPr>
            <p:nvPr/>
          </p:nvSpPr>
          <p:spPr>
            <a:xfrm>
              <a:off x="1202302" y="5572423"/>
              <a:ext cx="23013" cy="32161"/>
            </a:xfrm>
            <a:custGeom>
              <a:avLst/>
              <a:gdLst/>
              <a:ahLst/>
              <a:cxnLst/>
              <a:rect l="0" t="0" r="0" b="0"/>
              <a:pathLst>
                <a:path w="23013" h="32161">
                  <a:moveTo>
                    <a:pt x="23013" y="32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0" name="Input_receptor__609">
              <a:extLst>
                <a:ext uri="{FF2B5EF4-FFF2-40B4-BE49-F238E27FC236}">
                  <a16:creationId xmlns:a16="http://schemas.microsoft.com/office/drawing/2014/main" id="{87FAE4B7-F41F-97D5-3958-1AE871D74915}"/>
                </a:ext>
              </a:extLst>
            </p:cNvPr>
            <p:cNvSpPr>
              <a:spLocks noGrp="1"/>
            </p:cNvSpPr>
            <p:nvPr/>
          </p:nvSpPr>
          <p:spPr>
            <a:xfrm>
              <a:off x="1862382" y="5207266"/>
              <a:ext cx="40742" cy="14736"/>
            </a:xfrm>
            <a:custGeom>
              <a:avLst/>
              <a:gdLst/>
              <a:ahLst/>
              <a:cxnLst/>
              <a:rect l="0" t="0" r="0" b="0"/>
              <a:pathLst>
                <a:path w="40742" h="14736">
                  <a:moveTo>
                    <a:pt x="40742" y="147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1" name="Input_receptor__610">
              <a:extLst>
                <a:ext uri="{FF2B5EF4-FFF2-40B4-BE49-F238E27FC236}">
                  <a16:creationId xmlns:a16="http://schemas.microsoft.com/office/drawing/2014/main" id="{BB2CD1AA-3439-27A9-CE20-B65646492657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706526"/>
              <a:ext cx="46561" cy="10258"/>
            </a:xfrm>
            <a:custGeom>
              <a:avLst/>
              <a:gdLst/>
              <a:ahLst/>
              <a:cxnLst/>
              <a:rect l="0" t="0" r="0" b="0"/>
              <a:pathLst>
                <a:path w="46561" h="10258">
                  <a:moveTo>
                    <a:pt x="46561" y="1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2" name="Input_receptor__611">
              <a:extLst>
                <a:ext uri="{FF2B5EF4-FFF2-40B4-BE49-F238E27FC236}">
                  <a16:creationId xmlns:a16="http://schemas.microsoft.com/office/drawing/2014/main" id="{EE73F2ED-0BBA-7FE1-B771-2D3CFEEED84A}"/>
                </a:ext>
              </a:extLst>
            </p:cNvPr>
            <p:cNvSpPr>
              <a:spLocks noGrp="1"/>
            </p:cNvSpPr>
            <p:nvPr/>
          </p:nvSpPr>
          <p:spPr>
            <a:xfrm>
              <a:off x="1746558" y="4796006"/>
              <a:ext cx="33899" cy="20518"/>
            </a:xfrm>
            <a:custGeom>
              <a:avLst/>
              <a:gdLst/>
              <a:ahLst/>
              <a:cxnLst/>
              <a:rect l="0" t="0" r="0" b="0"/>
              <a:pathLst>
                <a:path w="33899" h="20518">
                  <a:moveTo>
                    <a:pt x="33899" y="205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909E"/>
              </a:solidFill>
            </a:ln>
          </p:spPr>
        </p:sp>
        <p:sp>
          <p:nvSpPr>
            <p:cNvPr id="613" name="Input_receptor__612">
              <a:extLst>
                <a:ext uri="{FF2B5EF4-FFF2-40B4-BE49-F238E27FC236}">
                  <a16:creationId xmlns:a16="http://schemas.microsoft.com/office/drawing/2014/main" id="{74FA57D6-B155-FAF1-526C-943C218C5899}"/>
                </a:ext>
              </a:extLst>
            </p:cNvPr>
            <p:cNvSpPr>
              <a:spLocks noGrp="1"/>
            </p:cNvSpPr>
            <p:nvPr/>
          </p:nvSpPr>
          <p:spPr>
            <a:xfrm>
              <a:off x="1252385" y="5499682"/>
              <a:ext cx="16287" cy="6880"/>
            </a:xfrm>
            <a:custGeom>
              <a:avLst/>
              <a:gdLst/>
              <a:ahLst/>
              <a:cxnLst/>
              <a:rect l="0" t="0" r="0" b="0"/>
              <a:pathLst>
                <a:path w="16287" h="6880">
                  <a:moveTo>
                    <a:pt x="16287" y="0"/>
                  </a:moveTo>
                  <a:lnTo>
                    <a:pt x="0" y="688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4" name="Input_receptor__613">
              <a:extLst>
                <a:ext uri="{FF2B5EF4-FFF2-40B4-BE49-F238E27FC236}">
                  <a16:creationId xmlns:a16="http://schemas.microsoft.com/office/drawing/2014/main" id="{8E910ADE-B528-B697-3FD9-9A05119737A9}"/>
                </a:ext>
              </a:extLst>
            </p:cNvPr>
            <p:cNvSpPr>
              <a:spLocks noGrp="1"/>
            </p:cNvSpPr>
            <p:nvPr/>
          </p:nvSpPr>
          <p:spPr>
            <a:xfrm>
              <a:off x="1629985" y="5023859"/>
              <a:ext cx="25558" cy="27376"/>
            </a:xfrm>
            <a:custGeom>
              <a:avLst/>
              <a:gdLst/>
              <a:ahLst/>
              <a:cxnLst/>
              <a:rect l="0" t="0" r="0" b="0"/>
              <a:pathLst>
                <a:path w="25558" h="27376">
                  <a:moveTo>
                    <a:pt x="25558" y="0"/>
                  </a:moveTo>
                  <a:lnTo>
                    <a:pt x="0" y="2737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5" name="Input_receptor__614">
              <a:extLst>
                <a:ext uri="{FF2B5EF4-FFF2-40B4-BE49-F238E27FC236}">
                  <a16:creationId xmlns:a16="http://schemas.microsoft.com/office/drawing/2014/main" id="{5389D4C1-EAD2-2686-2B17-3DE6FD8A4FD4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07266"/>
              <a:ext cx="26411" cy="33022"/>
            </a:xfrm>
            <a:custGeom>
              <a:avLst/>
              <a:gdLst/>
              <a:ahLst/>
              <a:cxnLst/>
              <a:rect l="0" t="0" r="0" b="0"/>
              <a:pathLst>
                <a:path w="26411" h="33022">
                  <a:moveTo>
                    <a:pt x="26411" y="0"/>
                  </a:moveTo>
                  <a:lnTo>
                    <a:pt x="0" y="33022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6" name="Input_receptor__615">
              <a:extLst>
                <a:ext uri="{FF2B5EF4-FFF2-40B4-BE49-F238E27FC236}">
                  <a16:creationId xmlns:a16="http://schemas.microsoft.com/office/drawing/2014/main" id="{94F57328-E55C-0578-AEC1-B1BEB7BF5A5B}"/>
                </a:ext>
              </a:extLst>
            </p:cNvPr>
            <p:cNvSpPr>
              <a:spLocks noGrp="1"/>
            </p:cNvSpPr>
            <p:nvPr/>
          </p:nvSpPr>
          <p:spPr>
            <a:xfrm>
              <a:off x="1377090" y="5628927"/>
              <a:ext cx="7588" cy="46702"/>
            </a:xfrm>
            <a:custGeom>
              <a:avLst/>
              <a:gdLst/>
              <a:ahLst/>
              <a:cxnLst/>
              <a:rect l="0" t="0" r="0" b="0"/>
              <a:pathLst>
                <a:path w="7588" h="46702">
                  <a:moveTo>
                    <a:pt x="0" y="0"/>
                  </a:moveTo>
                  <a:lnTo>
                    <a:pt x="7588" y="46702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17" name="Input_receptor__616">
              <a:extLst>
                <a:ext uri="{FF2B5EF4-FFF2-40B4-BE49-F238E27FC236}">
                  <a16:creationId xmlns:a16="http://schemas.microsoft.com/office/drawing/2014/main" id="{82C1CCD3-973F-25E8-9133-B64C72E78D12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53758"/>
              <a:ext cx="17308" cy="14747"/>
            </a:xfrm>
            <a:custGeom>
              <a:avLst/>
              <a:gdLst/>
              <a:ahLst/>
              <a:cxnLst/>
              <a:rect l="0" t="0" r="0" b="0"/>
              <a:pathLst>
                <a:path w="17308" h="14747">
                  <a:moveTo>
                    <a:pt x="17308" y="14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8" name="Input_receptor__617">
              <a:extLst>
                <a:ext uri="{FF2B5EF4-FFF2-40B4-BE49-F238E27FC236}">
                  <a16:creationId xmlns:a16="http://schemas.microsoft.com/office/drawing/2014/main" id="{33FCE1AE-985A-24FA-77E4-640D6BDF3AB3}"/>
                </a:ext>
              </a:extLst>
            </p:cNvPr>
            <p:cNvSpPr>
              <a:spLocks noGrp="1"/>
            </p:cNvSpPr>
            <p:nvPr/>
          </p:nvSpPr>
          <p:spPr>
            <a:xfrm>
              <a:off x="1528743" y="4904810"/>
              <a:ext cx="1290" cy="17916"/>
            </a:xfrm>
            <a:custGeom>
              <a:avLst/>
              <a:gdLst/>
              <a:ahLst/>
              <a:cxnLst/>
              <a:rect l="0" t="0" r="0" b="0"/>
              <a:pathLst>
                <a:path w="1290" h="17916">
                  <a:moveTo>
                    <a:pt x="0" y="17916"/>
                  </a:moveTo>
                  <a:lnTo>
                    <a:pt x="129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9" name="Input_receptor__618">
              <a:extLst>
                <a:ext uri="{FF2B5EF4-FFF2-40B4-BE49-F238E27FC236}">
                  <a16:creationId xmlns:a16="http://schemas.microsoft.com/office/drawing/2014/main" id="{23EB0AA4-1875-7C9E-9E90-8CF82F9C68E3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78550"/>
              <a:ext cx="14924" cy="37933"/>
            </a:xfrm>
            <a:custGeom>
              <a:avLst/>
              <a:gdLst/>
              <a:ahLst/>
              <a:cxnLst/>
              <a:rect l="0" t="0" r="0" b="0"/>
              <a:pathLst>
                <a:path w="14924" h="37933">
                  <a:moveTo>
                    <a:pt x="14924" y="0"/>
                  </a:moveTo>
                  <a:lnTo>
                    <a:pt x="0" y="37933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0" name="Input_receptor__619">
              <a:extLst>
                <a:ext uri="{FF2B5EF4-FFF2-40B4-BE49-F238E27FC236}">
                  <a16:creationId xmlns:a16="http://schemas.microsoft.com/office/drawing/2014/main" id="{4D23459F-9095-DE61-D4DE-7442851C1080}"/>
                </a:ext>
              </a:extLst>
            </p:cNvPr>
            <p:cNvSpPr>
              <a:spLocks noGrp="1"/>
            </p:cNvSpPr>
            <p:nvPr/>
          </p:nvSpPr>
          <p:spPr>
            <a:xfrm>
              <a:off x="1268865" y="5349495"/>
              <a:ext cx="29716" cy="29055"/>
            </a:xfrm>
            <a:custGeom>
              <a:avLst/>
              <a:gdLst/>
              <a:ahLst/>
              <a:cxnLst/>
              <a:rect l="0" t="0" r="0" b="0"/>
              <a:pathLst>
                <a:path w="29716" h="29055">
                  <a:moveTo>
                    <a:pt x="0" y="0"/>
                  </a:moveTo>
                  <a:lnTo>
                    <a:pt x="29716" y="2905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1" name="Input_receptor__620">
              <a:extLst>
                <a:ext uri="{FF2B5EF4-FFF2-40B4-BE49-F238E27FC236}">
                  <a16:creationId xmlns:a16="http://schemas.microsoft.com/office/drawing/2014/main" id="{202D57B9-D558-CC25-648C-0F0C4E2FE201}"/>
                </a:ext>
              </a:extLst>
            </p:cNvPr>
            <p:cNvSpPr>
              <a:spLocks noGrp="1"/>
            </p:cNvSpPr>
            <p:nvPr/>
          </p:nvSpPr>
          <p:spPr>
            <a:xfrm>
              <a:off x="1153664" y="5425541"/>
              <a:ext cx="26548" cy="14345"/>
            </a:xfrm>
            <a:custGeom>
              <a:avLst/>
              <a:gdLst/>
              <a:ahLst/>
              <a:cxnLst/>
              <a:rect l="0" t="0" r="0" b="0"/>
              <a:pathLst>
                <a:path w="26548" h="14345">
                  <a:moveTo>
                    <a:pt x="26548" y="0"/>
                  </a:moveTo>
                  <a:lnTo>
                    <a:pt x="0" y="1434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2" name="Input_receptor__621">
              <a:extLst>
                <a:ext uri="{FF2B5EF4-FFF2-40B4-BE49-F238E27FC236}">
                  <a16:creationId xmlns:a16="http://schemas.microsoft.com/office/drawing/2014/main" id="{9DF8A610-11C8-91C2-5E78-744DE67FF64B}"/>
                </a:ext>
              </a:extLst>
            </p:cNvPr>
            <p:cNvSpPr>
              <a:spLocks noGrp="1"/>
            </p:cNvSpPr>
            <p:nvPr/>
          </p:nvSpPr>
          <p:spPr>
            <a:xfrm>
              <a:off x="1780100" y="5296524"/>
              <a:ext cx="38880" cy="3984"/>
            </a:xfrm>
            <a:custGeom>
              <a:avLst/>
              <a:gdLst/>
              <a:ahLst/>
              <a:cxnLst/>
              <a:rect l="0" t="0" r="0" b="0"/>
              <a:pathLst>
                <a:path w="38880" h="3984">
                  <a:moveTo>
                    <a:pt x="0" y="0"/>
                  </a:moveTo>
                  <a:lnTo>
                    <a:pt x="38880" y="398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3" name="Input_receptor__622">
              <a:extLst>
                <a:ext uri="{FF2B5EF4-FFF2-40B4-BE49-F238E27FC236}">
                  <a16:creationId xmlns:a16="http://schemas.microsoft.com/office/drawing/2014/main" id="{1E3A6E2F-8D73-74BD-B2AB-592FF56D4435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73279"/>
              <a:ext cx="6452" cy="21452"/>
            </a:xfrm>
            <a:custGeom>
              <a:avLst/>
              <a:gdLst/>
              <a:ahLst/>
              <a:cxnLst/>
              <a:rect l="0" t="0" r="0" b="0"/>
              <a:pathLst>
                <a:path w="6452" h="21452">
                  <a:moveTo>
                    <a:pt x="0" y="21452"/>
                  </a:moveTo>
                  <a:lnTo>
                    <a:pt x="645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4" name="Input_receptor__623">
              <a:extLst>
                <a:ext uri="{FF2B5EF4-FFF2-40B4-BE49-F238E27FC236}">
                  <a16:creationId xmlns:a16="http://schemas.microsoft.com/office/drawing/2014/main" id="{08ACDB59-BE7C-D6D0-6947-2644445E2F48}"/>
                </a:ext>
              </a:extLst>
            </p:cNvPr>
            <p:cNvSpPr>
              <a:spLocks noGrp="1"/>
            </p:cNvSpPr>
            <p:nvPr/>
          </p:nvSpPr>
          <p:spPr>
            <a:xfrm>
              <a:off x="1569468" y="5107029"/>
              <a:ext cx="6740" cy="14609"/>
            </a:xfrm>
            <a:custGeom>
              <a:avLst/>
              <a:gdLst/>
              <a:ahLst/>
              <a:cxnLst/>
              <a:rect l="0" t="0" r="0" b="0"/>
              <a:pathLst>
                <a:path w="6740" h="14609">
                  <a:moveTo>
                    <a:pt x="6740" y="146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5" name="Input_receptor__624">
              <a:extLst>
                <a:ext uri="{FF2B5EF4-FFF2-40B4-BE49-F238E27FC236}">
                  <a16:creationId xmlns:a16="http://schemas.microsoft.com/office/drawing/2014/main" id="{ED642513-0C18-EB28-7957-222E56537419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6524"/>
              <a:ext cx="26233" cy="24694"/>
            </a:xfrm>
            <a:custGeom>
              <a:avLst/>
              <a:gdLst/>
              <a:ahLst/>
              <a:cxnLst/>
              <a:rect l="0" t="0" r="0" b="0"/>
              <a:pathLst>
                <a:path w="26233" h="24694">
                  <a:moveTo>
                    <a:pt x="0" y="24694"/>
                  </a:moveTo>
                  <a:lnTo>
                    <a:pt x="26233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6" name="Input_receptor__625">
              <a:extLst>
                <a:ext uri="{FF2B5EF4-FFF2-40B4-BE49-F238E27FC236}">
                  <a16:creationId xmlns:a16="http://schemas.microsoft.com/office/drawing/2014/main" id="{5E419B3F-A2BE-998E-C16D-C747BC101114}"/>
                </a:ext>
              </a:extLst>
            </p:cNvPr>
            <p:cNvSpPr>
              <a:spLocks noGrp="1"/>
            </p:cNvSpPr>
            <p:nvPr/>
          </p:nvSpPr>
          <p:spPr>
            <a:xfrm>
              <a:off x="1758098" y="5124751"/>
              <a:ext cx="9471" cy="44674"/>
            </a:xfrm>
            <a:custGeom>
              <a:avLst/>
              <a:gdLst/>
              <a:ahLst/>
              <a:cxnLst/>
              <a:rect l="0" t="0" r="0" b="0"/>
              <a:pathLst>
                <a:path w="9471" h="44674">
                  <a:moveTo>
                    <a:pt x="9471" y="0"/>
                  </a:moveTo>
                  <a:lnTo>
                    <a:pt x="0" y="4467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7" name="Input_receptor__626">
              <a:extLst>
                <a:ext uri="{FF2B5EF4-FFF2-40B4-BE49-F238E27FC236}">
                  <a16:creationId xmlns:a16="http://schemas.microsoft.com/office/drawing/2014/main" id="{3B1AECBF-3BEA-99A4-7011-0BBCD90DDD80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04584"/>
              <a:ext cx="29432" cy="35706"/>
            </a:xfrm>
            <a:custGeom>
              <a:avLst/>
              <a:gdLst/>
              <a:ahLst/>
              <a:cxnLst/>
              <a:rect l="0" t="0" r="0" b="0"/>
              <a:pathLst>
                <a:path w="29432" h="35706">
                  <a:moveTo>
                    <a:pt x="0" y="35706"/>
                  </a:moveTo>
                  <a:lnTo>
                    <a:pt x="2943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8" name="Input_receptor__627">
              <a:extLst>
                <a:ext uri="{FF2B5EF4-FFF2-40B4-BE49-F238E27FC236}">
                  <a16:creationId xmlns:a16="http://schemas.microsoft.com/office/drawing/2014/main" id="{7B2F6C20-65AE-7130-5A08-69E2F6F96385}"/>
                </a:ext>
              </a:extLst>
            </p:cNvPr>
            <p:cNvSpPr>
              <a:spLocks noGrp="1"/>
            </p:cNvSpPr>
            <p:nvPr/>
          </p:nvSpPr>
          <p:spPr>
            <a:xfrm>
              <a:off x="1187308" y="5187540"/>
              <a:ext cx="10226" cy="45619"/>
            </a:xfrm>
            <a:custGeom>
              <a:avLst/>
              <a:gdLst/>
              <a:ahLst/>
              <a:cxnLst/>
              <a:rect l="0" t="0" r="0" b="0"/>
              <a:pathLst>
                <a:path w="10226" h="45619">
                  <a:moveTo>
                    <a:pt x="10226" y="0"/>
                  </a:moveTo>
                  <a:lnTo>
                    <a:pt x="0" y="45619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9" name="Input_receptor__628">
              <a:extLst>
                <a:ext uri="{FF2B5EF4-FFF2-40B4-BE49-F238E27FC236}">
                  <a16:creationId xmlns:a16="http://schemas.microsoft.com/office/drawing/2014/main" id="{8C2DBF0A-026B-6E30-D6DB-880733170CDE}"/>
                </a:ext>
              </a:extLst>
            </p:cNvPr>
            <p:cNvSpPr>
              <a:spLocks noGrp="1"/>
            </p:cNvSpPr>
            <p:nvPr/>
          </p:nvSpPr>
          <p:spPr>
            <a:xfrm>
              <a:off x="1078628" y="5395005"/>
              <a:ext cx="33717" cy="27131"/>
            </a:xfrm>
            <a:custGeom>
              <a:avLst/>
              <a:gdLst/>
              <a:ahLst/>
              <a:cxnLst/>
              <a:rect l="0" t="0" r="0" b="0"/>
              <a:pathLst>
                <a:path w="33717" h="27131">
                  <a:moveTo>
                    <a:pt x="33717" y="0"/>
                  </a:moveTo>
                  <a:lnTo>
                    <a:pt x="0" y="27131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0" name="Input_receptor__629">
              <a:extLst>
                <a:ext uri="{FF2B5EF4-FFF2-40B4-BE49-F238E27FC236}">
                  <a16:creationId xmlns:a16="http://schemas.microsoft.com/office/drawing/2014/main" id="{23279532-B57E-C41D-FE5C-D9D8031ADC62}"/>
                </a:ext>
              </a:extLst>
            </p:cNvPr>
            <p:cNvSpPr>
              <a:spLocks noGrp="1"/>
            </p:cNvSpPr>
            <p:nvPr/>
          </p:nvSpPr>
          <p:spPr>
            <a:xfrm>
              <a:off x="1893975" y="5222002"/>
              <a:ext cx="9150" cy="46870"/>
            </a:xfrm>
            <a:custGeom>
              <a:avLst/>
              <a:gdLst/>
              <a:ahLst/>
              <a:cxnLst/>
              <a:rect l="0" t="0" r="0" b="0"/>
              <a:pathLst>
                <a:path w="9150" h="46870">
                  <a:moveTo>
                    <a:pt x="0" y="46870"/>
                  </a:moveTo>
                  <a:lnTo>
                    <a:pt x="915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1" name="Input_receptor__630">
              <a:extLst>
                <a:ext uri="{FF2B5EF4-FFF2-40B4-BE49-F238E27FC236}">
                  <a16:creationId xmlns:a16="http://schemas.microsoft.com/office/drawing/2014/main" id="{5FA4F595-D4AF-91B0-0C35-B46F00EF8DE4}"/>
                </a:ext>
              </a:extLst>
            </p:cNvPr>
            <p:cNvSpPr>
              <a:spLocks noGrp="1"/>
            </p:cNvSpPr>
            <p:nvPr/>
          </p:nvSpPr>
          <p:spPr>
            <a:xfrm>
              <a:off x="1373941" y="5491888"/>
              <a:ext cx="7632" cy="44497"/>
            </a:xfrm>
            <a:custGeom>
              <a:avLst/>
              <a:gdLst/>
              <a:ahLst/>
              <a:cxnLst/>
              <a:rect l="0" t="0" r="0" b="0"/>
              <a:pathLst>
                <a:path w="7632" h="44497">
                  <a:moveTo>
                    <a:pt x="7632" y="444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2" name="Input_receptor__631">
              <a:extLst>
                <a:ext uri="{FF2B5EF4-FFF2-40B4-BE49-F238E27FC236}">
                  <a16:creationId xmlns:a16="http://schemas.microsoft.com/office/drawing/2014/main" id="{BDE7077F-FFA1-887E-96DC-FDBFCCBA8E6E}"/>
                </a:ext>
              </a:extLst>
            </p:cNvPr>
            <p:cNvSpPr>
              <a:spLocks noGrp="1"/>
            </p:cNvSpPr>
            <p:nvPr/>
          </p:nvSpPr>
          <p:spPr>
            <a:xfrm>
              <a:off x="1083473" y="4351647"/>
              <a:ext cx="14284" cy="8137"/>
            </a:xfrm>
            <a:custGeom>
              <a:avLst/>
              <a:gdLst/>
              <a:ahLst/>
              <a:cxnLst/>
              <a:rect l="0" t="0" r="0" b="0"/>
              <a:pathLst>
                <a:path w="14284" h="8137">
                  <a:moveTo>
                    <a:pt x="0" y="0"/>
                  </a:moveTo>
                  <a:lnTo>
                    <a:pt x="14284" y="8137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3" name="Input_receptor__632">
              <a:extLst>
                <a:ext uri="{FF2B5EF4-FFF2-40B4-BE49-F238E27FC236}">
                  <a16:creationId xmlns:a16="http://schemas.microsoft.com/office/drawing/2014/main" id="{6D7287DC-10EB-CE5E-49F9-6B89A99E23AF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28927"/>
              <a:ext cx="47940" cy="8241"/>
            </a:xfrm>
            <a:custGeom>
              <a:avLst/>
              <a:gdLst/>
              <a:ahLst/>
              <a:cxnLst/>
              <a:rect l="0" t="0" r="0" b="0"/>
              <a:pathLst>
                <a:path w="47940" h="8241">
                  <a:moveTo>
                    <a:pt x="0" y="8241"/>
                  </a:moveTo>
                  <a:lnTo>
                    <a:pt x="47940" y="0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34" name="Input_receptor__633">
              <a:extLst>
                <a:ext uri="{FF2B5EF4-FFF2-40B4-BE49-F238E27FC236}">
                  <a16:creationId xmlns:a16="http://schemas.microsoft.com/office/drawing/2014/main" id="{40793DF4-2101-0D39-D236-DC91B3BE3113}"/>
                </a:ext>
              </a:extLst>
            </p:cNvPr>
            <p:cNvSpPr>
              <a:spLocks noGrp="1"/>
            </p:cNvSpPr>
            <p:nvPr/>
          </p:nvSpPr>
          <p:spPr>
            <a:xfrm>
              <a:off x="1644364" y="4948043"/>
              <a:ext cx="1554" cy="27236"/>
            </a:xfrm>
            <a:custGeom>
              <a:avLst/>
              <a:gdLst/>
              <a:ahLst/>
              <a:cxnLst/>
              <a:rect l="0" t="0" r="0" b="0"/>
              <a:pathLst>
                <a:path w="1554" h="27236">
                  <a:moveTo>
                    <a:pt x="0" y="0"/>
                  </a:moveTo>
                  <a:lnTo>
                    <a:pt x="1554" y="27236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5" name="Input_receptor__634">
              <a:extLst>
                <a:ext uri="{FF2B5EF4-FFF2-40B4-BE49-F238E27FC236}">
                  <a16:creationId xmlns:a16="http://schemas.microsoft.com/office/drawing/2014/main" id="{467E9C80-0C1D-35DD-0874-2E129C6CFED1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57743"/>
              <a:ext cx="41958" cy="24468"/>
            </a:xfrm>
            <a:custGeom>
              <a:avLst/>
              <a:gdLst/>
              <a:ahLst/>
              <a:cxnLst/>
              <a:rect l="0" t="0" r="0" b="0"/>
              <a:pathLst>
                <a:path w="41958" h="24468">
                  <a:moveTo>
                    <a:pt x="41958" y="244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6" name="Input_receptor__635">
              <a:extLst>
                <a:ext uri="{FF2B5EF4-FFF2-40B4-BE49-F238E27FC236}">
                  <a16:creationId xmlns:a16="http://schemas.microsoft.com/office/drawing/2014/main" id="{07FDDC4A-B47E-1B3B-2293-5986C4DAE8C9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88094"/>
              <a:ext cx="7738" cy="32287"/>
            </a:xfrm>
            <a:custGeom>
              <a:avLst/>
              <a:gdLst/>
              <a:ahLst/>
              <a:cxnLst/>
              <a:rect l="0" t="0" r="0" b="0"/>
              <a:pathLst>
                <a:path w="7738" h="32287">
                  <a:moveTo>
                    <a:pt x="0" y="0"/>
                  </a:moveTo>
                  <a:lnTo>
                    <a:pt x="7738" y="32287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7" name="Input_receptor__636">
              <a:extLst>
                <a:ext uri="{FF2B5EF4-FFF2-40B4-BE49-F238E27FC236}">
                  <a16:creationId xmlns:a16="http://schemas.microsoft.com/office/drawing/2014/main" id="{A09E15A4-8474-5EE6-F3E6-35F8672B6393}"/>
                </a:ext>
              </a:extLst>
            </p:cNvPr>
            <p:cNvSpPr>
              <a:spLocks noGrp="1"/>
            </p:cNvSpPr>
            <p:nvPr/>
          </p:nvSpPr>
          <p:spPr>
            <a:xfrm>
              <a:off x="1253301" y="5082211"/>
              <a:ext cx="6359" cy="48247"/>
            </a:xfrm>
            <a:custGeom>
              <a:avLst/>
              <a:gdLst/>
              <a:ahLst/>
              <a:cxnLst/>
              <a:rect l="0" t="0" r="0" b="0"/>
              <a:pathLst>
                <a:path w="6359" h="48247">
                  <a:moveTo>
                    <a:pt x="6359" y="4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8" name="Input_receptor__637">
              <a:extLst>
                <a:ext uri="{FF2B5EF4-FFF2-40B4-BE49-F238E27FC236}">
                  <a16:creationId xmlns:a16="http://schemas.microsoft.com/office/drawing/2014/main" id="{23E5498A-D279-14FC-26CE-92EB4C478392}"/>
                </a:ext>
              </a:extLst>
            </p:cNvPr>
            <p:cNvSpPr>
              <a:spLocks noGrp="1"/>
            </p:cNvSpPr>
            <p:nvPr/>
          </p:nvSpPr>
          <p:spPr>
            <a:xfrm>
              <a:off x="1228888" y="5451440"/>
              <a:ext cx="18976" cy="7910"/>
            </a:xfrm>
            <a:custGeom>
              <a:avLst/>
              <a:gdLst/>
              <a:ahLst/>
              <a:cxnLst/>
              <a:rect l="0" t="0" r="0" b="0"/>
              <a:pathLst>
                <a:path w="18976" h="7910">
                  <a:moveTo>
                    <a:pt x="18976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9" name="Input_receptor__638">
              <a:extLst>
                <a:ext uri="{FF2B5EF4-FFF2-40B4-BE49-F238E27FC236}">
                  <a16:creationId xmlns:a16="http://schemas.microsoft.com/office/drawing/2014/main" id="{317B4CD2-F4A8-99B8-A848-BF1D76A39407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76130"/>
              <a:ext cx="8747" cy="23324"/>
            </a:xfrm>
            <a:custGeom>
              <a:avLst/>
              <a:gdLst/>
              <a:ahLst/>
              <a:cxnLst/>
              <a:rect l="0" t="0" r="0" b="0"/>
              <a:pathLst>
                <a:path w="8747" h="23324">
                  <a:moveTo>
                    <a:pt x="0" y="23324"/>
                  </a:moveTo>
                  <a:lnTo>
                    <a:pt x="8747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0" name="Input_receptor__639">
              <a:extLst>
                <a:ext uri="{FF2B5EF4-FFF2-40B4-BE49-F238E27FC236}">
                  <a16:creationId xmlns:a16="http://schemas.microsoft.com/office/drawing/2014/main" id="{DCEFBA2D-6A85-8747-746F-C86A7C1174DE}"/>
                </a:ext>
              </a:extLst>
            </p:cNvPr>
            <p:cNvSpPr>
              <a:spLocks noGrp="1"/>
            </p:cNvSpPr>
            <p:nvPr/>
          </p:nvSpPr>
          <p:spPr>
            <a:xfrm>
              <a:off x="1458388" y="4670356"/>
              <a:ext cx="3991" cy="46428"/>
            </a:xfrm>
            <a:custGeom>
              <a:avLst/>
              <a:gdLst/>
              <a:ahLst/>
              <a:cxnLst/>
              <a:rect l="0" t="0" r="0" b="0"/>
              <a:pathLst>
                <a:path w="3991" h="46428">
                  <a:moveTo>
                    <a:pt x="3991" y="0"/>
                  </a:moveTo>
                  <a:lnTo>
                    <a:pt x="0" y="46428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1" name="Input_receptor__640">
              <a:extLst>
                <a:ext uri="{FF2B5EF4-FFF2-40B4-BE49-F238E27FC236}">
                  <a16:creationId xmlns:a16="http://schemas.microsoft.com/office/drawing/2014/main" id="{E97292BB-5E06-C6AB-831E-A40A3C15F359}"/>
                </a:ext>
              </a:extLst>
            </p:cNvPr>
            <p:cNvSpPr>
              <a:spLocks noGrp="1"/>
            </p:cNvSpPr>
            <p:nvPr/>
          </p:nvSpPr>
          <p:spPr>
            <a:xfrm>
              <a:off x="1527700" y="4976984"/>
              <a:ext cx="21292" cy="21074"/>
            </a:xfrm>
            <a:custGeom>
              <a:avLst/>
              <a:gdLst/>
              <a:ahLst/>
              <a:cxnLst/>
              <a:rect l="0" t="0" r="0" b="0"/>
              <a:pathLst>
                <a:path w="21292" h="21074">
                  <a:moveTo>
                    <a:pt x="0" y="21074"/>
                  </a:moveTo>
                  <a:lnTo>
                    <a:pt x="21292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2" name="Input_receptor__641">
              <a:extLst>
                <a:ext uri="{FF2B5EF4-FFF2-40B4-BE49-F238E27FC236}">
                  <a16:creationId xmlns:a16="http://schemas.microsoft.com/office/drawing/2014/main" id="{CB0B2F56-EFD0-0190-32A3-30C1645E8BAE}"/>
                </a:ext>
              </a:extLst>
            </p:cNvPr>
            <p:cNvSpPr>
              <a:spLocks noGrp="1"/>
            </p:cNvSpPr>
            <p:nvPr/>
          </p:nvSpPr>
          <p:spPr>
            <a:xfrm>
              <a:off x="1476466" y="5334343"/>
              <a:ext cx="17033" cy="45125"/>
            </a:xfrm>
            <a:custGeom>
              <a:avLst/>
              <a:gdLst/>
              <a:ahLst/>
              <a:cxnLst/>
              <a:rect l="0" t="0" r="0" b="0"/>
              <a:pathLst>
                <a:path w="17033" h="45125">
                  <a:moveTo>
                    <a:pt x="0" y="45125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3" name="Input_receptor__642">
              <a:extLst>
                <a:ext uri="{FF2B5EF4-FFF2-40B4-BE49-F238E27FC236}">
                  <a16:creationId xmlns:a16="http://schemas.microsoft.com/office/drawing/2014/main" id="{8DE0BEBB-A75B-18ED-FF37-B54962D51644}"/>
                </a:ext>
              </a:extLst>
            </p:cNvPr>
            <p:cNvSpPr>
              <a:spLocks noGrp="1"/>
            </p:cNvSpPr>
            <p:nvPr/>
          </p:nvSpPr>
          <p:spPr>
            <a:xfrm>
              <a:off x="1301745" y="5468812"/>
              <a:ext cx="14099" cy="30558"/>
            </a:xfrm>
            <a:custGeom>
              <a:avLst/>
              <a:gdLst/>
              <a:ahLst/>
              <a:cxnLst/>
              <a:rect l="0" t="0" r="0" b="0"/>
              <a:pathLst>
                <a:path w="14099" h="30558">
                  <a:moveTo>
                    <a:pt x="14099" y="30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4" name="Input_receptor__643">
              <a:extLst>
                <a:ext uri="{FF2B5EF4-FFF2-40B4-BE49-F238E27FC236}">
                  <a16:creationId xmlns:a16="http://schemas.microsoft.com/office/drawing/2014/main" id="{171E22B9-D119-1719-2BB3-110EA20C3E11}"/>
                </a:ext>
              </a:extLst>
            </p:cNvPr>
            <p:cNvSpPr>
              <a:spLocks noGrp="1"/>
            </p:cNvSpPr>
            <p:nvPr/>
          </p:nvSpPr>
          <p:spPr>
            <a:xfrm>
              <a:off x="1006429" y="5369502"/>
              <a:ext cx="36206" cy="31003"/>
            </a:xfrm>
            <a:custGeom>
              <a:avLst/>
              <a:gdLst/>
              <a:ahLst/>
              <a:cxnLst/>
              <a:rect l="0" t="0" r="0" b="0"/>
              <a:pathLst>
                <a:path w="36206" h="31003">
                  <a:moveTo>
                    <a:pt x="36206" y="0"/>
                  </a:moveTo>
                  <a:lnTo>
                    <a:pt x="0" y="31003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5" name="Input_receptor__644">
              <a:extLst>
                <a:ext uri="{FF2B5EF4-FFF2-40B4-BE49-F238E27FC236}">
                  <a16:creationId xmlns:a16="http://schemas.microsoft.com/office/drawing/2014/main" id="{5DBC202A-113E-436C-370D-28727EBFD9A5}"/>
                </a:ext>
              </a:extLst>
            </p:cNvPr>
            <p:cNvSpPr>
              <a:spLocks noGrp="1"/>
            </p:cNvSpPr>
            <p:nvPr/>
          </p:nvSpPr>
          <p:spPr>
            <a:xfrm>
              <a:off x="1315844" y="5499370"/>
              <a:ext cx="3787" cy="36503"/>
            </a:xfrm>
            <a:custGeom>
              <a:avLst/>
              <a:gdLst/>
              <a:ahLst/>
              <a:cxnLst/>
              <a:rect l="0" t="0" r="0" b="0"/>
              <a:pathLst>
                <a:path w="3787" h="36503">
                  <a:moveTo>
                    <a:pt x="3787" y="36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6" name="Input_receptor__645">
              <a:extLst>
                <a:ext uri="{FF2B5EF4-FFF2-40B4-BE49-F238E27FC236}">
                  <a16:creationId xmlns:a16="http://schemas.microsoft.com/office/drawing/2014/main" id="{47535668-4B70-E54A-0C2A-94DC0CFF70CB}"/>
                </a:ext>
              </a:extLst>
            </p:cNvPr>
            <p:cNvSpPr>
              <a:spLocks noGrp="1"/>
            </p:cNvSpPr>
            <p:nvPr/>
          </p:nvSpPr>
          <p:spPr>
            <a:xfrm>
              <a:off x="1402207" y="5276803"/>
              <a:ext cx="43617" cy="1106"/>
            </a:xfrm>
            <a:custGeom>
              <a:avLst/>
              <a:gdLst/>
              <a:ahLst/>
              <a:cxnLst/>
              <a:rect l="0" t="0" r="0" b="0"/>
              <a:pathLst>
                <a:path w="43617" h="1106">
                  <a:moveTo>
                    <a:pt x="43617" y="0"/>
                  </a:moveTo>
                  <a:lnTo>
                    <a:pt x="0" y="1106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7" name="Input_receptor__646">
              <a:extLst>
                <a:ext uri="{FF2B5EF4-FFF2-40B4-BE49-F238E27FC236}">
                  <a16:creationId xmlns:a16="http://schemas.microsoft.com/office/drawing/2014/main" id="{10B8F2E0-F4F2-78D0-9527-F80DEACF3345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94672"/>
              <a:ext cx="31095" cy="15193"/>
            </a:xfrm>
            <a:custGeom>
              <a:avLst/>
              <a:gdLst/>
              <a:ahLst/>
              <a:cxnLst/>
              <a:rect l="0" t="0" r="0" b="0"/>
              <a:pathLst>
                <a:path w="31095" h="15193">
                  <a:moveTo>
                    <a:pt x="31095" y="0"/>
                  </a:moveTo>
                  <a:lnTo>
                    <a:pt x="0" y="15193"/>
                  </a:lnTo>
                </a:path>
              </a:pathLst>
            </a:custGeom>
            <a:noFill/>
            <a:ln w="8096">
              <a:solidFill>
                <a:srgbClr val="7E919F"/>
              </a:solidFill>
            </a:ln>
          </p:spPr>
        </p:sp>
        <p:sp>
          <p:nvSpPr>
            <p:cNvPr id="648" name="Input_receptor__647">
              <a:extLst>
                <a:ext uri="{FF2B5EF4-FFF2-40B4-BE49-F238E27FC236}">
                  <a16:creationId xmlns:a16="http://schemas.microsoft.com/office/drawing/2014/main" id="{D5BB65FC-8168-D098-771A-D479A9CA46BB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62712"/>
              <a:ext cx="18501" cy="36089"/>
            </a:xfrm>
            <a:custGeom>
              <a:avLst/>
              <a:gdLst/>
              <a:ahLst/>
              <a:cxnLst/>
              <a:rect l="0" t="0" r="0" b="0"/>
              <a:pathLst>
                <a:path w="18501" h="36089">
                  <a:moveTo>
                    <a:pt x="0" y="0"/>
                  </a:moveTo>
                  <a:lnTo>
                    <a:pt x="18501" y="36089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9" name="Input_receptor__648">
              <a:extLst>
                <a:ext uri="{FF2B5EF4-FFF2-40B4-BE49-F238E27FC236}">
                  <a16:creationId xmlns:a16="http://schemas.microsoft.com/office/drawing/2014/main" id="{29B9E21C-F09B-CB97-16F2-C8DA948FF9F9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72340"/>
              <a:ext cx="6447" cy="25440"/>
            </a:xfrm>
            <a:custGeom>
              <a:avLst/>
              <a:gdLst/>
              <a:ahLst/>
              <a:cxnLst/>
              <a:rect l="0" t="0" r="0" b="0"/>
              <a:pathLst>
                <a:path w="6447" h="25440">
                  <a:moveTo>
                    <a:pt x="0" y="25440"/>
                  </a:moveTo>
                  <a:lnTo>
                    <a:pt x="6447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0" name="Input_receptor__649">
              <a:extLst>
                <a:ext uri="{FF2B5EF4-FFF2-40B4-BE49-F238E27FC236}">
                  <a16:creationId xmlns:a16="http://schemas.microsoft.com/office/drawing/2014/main" id="{8CEA812A-8C65-20EB-57D6-E51F24C7EA55}"/>
                </a:ext>
              </a:extLst>
            </p:cNvPr>
            <p:cNvSpPr>
              <a:spLocks noGrp="1"/>
            </p:cNvSpPr>
            <p:nvPr/>
          </p:nvSpPr>
          <p:spPr>
            <a:xfrm>
              <a:off x="1184473" y="5471210"/>
              <a:ext cx="10713" cy="14385"/>
            </a:xfrm>
            <a:custGeom>
              <a:avLst/>
              <a:gdLst/>
              <a:ahLst/>
              <a:cxnLst/>
              <a:rect l="0" t="0" r="0" b="0"/>
              <a:pathLst>
                <a:path w="10713" h="14385">
                  <a:moveTo>
                    <a:pt x="10713" y="143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1" name="Input_receptor__650">
              <a:extLst>
                <a:ext uri="{FF2B5EF4-FFF2-40B4-BE49-F238E27FC236}">
                  <a16:creationId xmlns:a16="http://schemas.microsoft.com/office/drawing/2014/main" id="{29A3029A-C25D-D975-594B-5C01B59879EF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4998058"/>
              <a:ext cx="26505" cy="27961"/>
            </a:xfrm>
            <a:custGeom>
              <a:avLst/>
              <a:gdLst/>
              <a:ahLst/>
              <a:cxnLst/>
              <a:rect l="0" t="0" r="0" b="0"/>
              <a:pathLst>
                <a:path w="26505" h="27961">
                  <a:moveTo>
                    <a:pt x="0" y="27961"/>
                  </a:moveTo>
                  <a:lnTo>
                    <a:pt x="2650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2" name="Input_receptor__651">
              <a:extLst>
                <a:ext uri="{FF2B5EF4-FFF2-40B4-BE49-F238E27FC236}">
                  <a16:creationId xmlns:a16="http://schemas.microsoft.com/office/drawing/2014/main" id="{2BE278A3-7013-8274-F385-F0BCB76792DB}"/>
                </a:ext>
              </a:extLst>
            </p:cNvPr>
            <p:cNvSpPr>
              <a:spLocks noGrp="1"/>
            </p:cNvSpPr>
            <p:nvPr/>
          </p:nvSpPr>
          <p:spPr>
            <a:xfrm>
              <a:off x="1489348" y="4844556"/>
              <a:ext cx="33416" cy="28723"/>
            </a:xfrm>
            <a:custGeom>
              <a:avLst/>
              <a:gdLst/>
              <a:ahLst/>
              <a:cxnLst/>
              <a:rect l="0" t="0" r="0" b="0"/>
              <a:pathLst>
                <a:path w="33416" h="28723">
                  <a:moveTo>
                    <a:pt x="0" y="28723"/>
                  </a:moveTo>
                  <a:lnTo>
                    <a:pt x="3341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3" name="Input_receptor__652">
              <a:extLst>
                <a:ext uri="{FF2B5EF4-FFF2-40B4-BE49-F238E27FC236}">
                  <a16:creationId xmlns:a16="http://schemas.microsoft.com/office/drawing/2014/main" id="{DAC924E3-E765-4F24-32F8-2108670DFB65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80401"/>
              <a:ext cx="13504" cy="15611"/>
            </a:xfrm>
            <a:custGeom>
              <a:avLst/>
              <a:gdLst/>
              <a:ahLst/>
              <a:cxnLst/>
              <a:rect l="0" t="0" r="0" b="0"/>
              <a:pathLst>
                <a:path w="13504" h="15611">
                  <a:moveTo>
                    <a:pt x="0" y="15611"/>
                  </a:moveTo>
                  <a:lnTo>
                    <a:pt x="1350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4" name="Input_receptor__653">
              <a:extLst>
                <a:ext uri="{FF2B5EF4-FFF2-40B4-BE49-F238E27FC236}">
                  <a16:creationId xmlns:a16="http://schemas.microsoft.com/office/drawing/2014/main" id="{DAA14823-567B-3764-7D5E-BB76F0B29873}"/>
                </a:ext>
              </a:extLst>
            </p:cNvPr>
            <p:cNvSpPr>
              <a:spLocks noGrp="1"/>
            </p:cNvSpPr>
            <p:nvPr/>
          </p:nvSpPr>
          <p:spPr>
            <a:xfrm>
              <a:off x="1777309" y="4955696"/>
              <a:ext cx="339" cy="43994"/>
            </a:xfrm>
            <a:custGeom>
              <a:avLst/>
              <a:gdLst/>
              <a:ahLst/>
              <a:cxnLst/>
              <a:rect l="0" t="0" r="0" b="0"/>
              <a:pathLst>
                <a:path w="339" h="43994">
                  <a:moveTo>
                    <a:pt x="339" y="439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5" name="Input_receptor__654">
              <a:extLst>
                <a:ext uri="{FF2B5EF4-FFF2-40B4-BE49-F238E27FC236}">
                  <a16:creationId xmlns:a16="http://schemas.microsoft.com/office/drawing/2014/main" id="{F04632F0-1442-86D2-4CBB-10CB3173E79E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28995"/>
              <a:ext cx="17948" cy="33716"/>
            </a:xfrm>
            <a:custGeom>
              <a:avLst/>
              <a:gdLst/>
              <a:ahLst/>
              <a:cxnLst/>
              <a:rect l="0" t="0" r="0" b="0"/>
              <a:pathLst>
                <a:path w="17948" h="33716">
                  <a:moveTo>
                    <a:pt x="17948" y="0"/>
                  </a:moveTo>
                  <a:lnTo>
                    <a:pt x="0" y="33716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6" name="Input_receptor__655">
              <a:extLst>
                <a:ext uri="{FF2B5EF4-FFF2-40B4-BE49-F238E27FC236}">
                  <a16:creationId xmlns:a16="http://schemas.microsoft.com/office/drawing/2014/main" id="{02F8031C-0DD6-0EFE-45B3-088ABEF23FF8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422136"/>
              <a:ext cx="22597" cy="8171"/>
            </a:xfrm>
            <a:custGeom>
              <a:avLst/>
              <a:gdLst/>
              <a:ahLst/>
              <a:cxnLst/>
              <a:rect l="0" t="0" r="0" b="0"/>
              <a:pathLst>
                <a:path w="22597" h="8171">
                  <a:moveTo>
                    <a:pt x="22597" y="0"/>
                  </a:moveTo>
                  <a:lnTo>
                    <a:pt x="0" y="8171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7" name="Input_receptor__656">
              <a:extLst>
                <a:ext uri="{FF2B5EF4-FFF2-40B4-BE49-F238E27FC236}">
                  <a16:creationId xmlns:a16="http://schemas.microsoft.com/office/drawing/2014/main" id="{DA7181F3-AAD0-5497-F818-1376D14281E9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13898"/>
              <a:ext cx="8758" cy="14818"/>
            </a:xfrm>
            <a:custGeom>
              <a:avLst/>
              <a:gdLst/>
              <a:ahLst/>
              <a:cxnLst/>
              <a:rect l="0" t="0" r="0" b="0"/>
              <a:pathLst>
                <a:path w="8758" h="14818">
                  <a:moveTo>
                    <a:pt x="0" y="14818"/>
                  </a:moveTo>
                  <a:lnTo>
                    <a:pt x="875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8" name="Input_receptor__657">
              <a:extLst>
                <a:ext uri="{FF2B5EF4-FFF2-40B4-BE49-F238E27FC236}">
                  <a16:creationId xmlns:a16="http://schemas.microsoft.com/office/drawing/2014/main" id="{72B20B5E-5845-D66E-BC35-CBF1635A8F3D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41980" cy="10745"/>
            </a:xfrm>
            <a:custGeom>
              <a:avLst/>
              <a:gdLst/>
              <a:ahLst/>
              <a:cxnLst/>
              <a:rect l="0" t="0" r="0" b="0"/>
              <a:pathLst>
                <a:path w="41980" h="10745">
                  <a:moveTo>
                    <a:pt x="41980" y="10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9" name="Input_receptor__658">
              <a:extLst>
                <a:ext uri="{FF2B5EF4-FFF2-40B4-BE49-F238E27FC236}">
                  <a16:creationId xmlns:a16="http://schemas.microsoft.com/office/drawing/2014/main" id="{76193286-F657-A2A0-D2B3-A50D2C02F269}"/>
                </a:ext>
              </a:extLst>
            </p:cNvPr>
            <p:cNvSpPr>
              <a:spLocks noGrp="1"/>
            </p:cNvSpPr>
            <p:nvPr/>
          </p:nvSpPr>
          <p:spPr>
            <a:xfrm>
              <a:off x="1129718" y="4443496"/>
              <a:ext cx="10905" cy="43465"/>
            </a:xfrm>
            <a:custGeom>
              <a:avLst/>
              <a:gdLst/>
              <a:ahLst/>
              <a:cxnLst/>
              <a:rect l="0" t="0" r="0" b="0"/>
              <a:pathLst>
                <a:path w="10905" h="43465">
                  <a:moveTo>
                    <a:pt x="10905" y="434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60" name="Input_receptor__659">
              <a:extLst>
                <a:ext uri="{FF2B5EF4-FFF2-40B4-BE49-F238E27FC236}">
                  <a16:creationId xmlns:a16="http://schemas.microsoft.com/office/drawing/2014/main" id="{2AEBC115-93BD-99D1-5383-40032E5416C1}"/>
                </a:ext>
              </a:extLst>
            </p:cNvPr>
            <p:cNvSpPr>
              <a:spLocks noGrp="1"/>
            </p:cNvSpPr>
            <p:nvPr/>
          </p:nvSpPr>
          <p:spPr>
            <a:xfrm>
              <a:off x="1584312" y="5174447"/>
              <a:ext cx="17253" cy="24472"/>
            </a:xfrm>
            <a:custGeom>
              <a:avLst/>
              <a:gdLst/>
              <a:ahLst/>
              <a:cxnLst/>
              <a:rect l="0" t="0" r="0" b="0"/>
              <a:pathLst>
                <a:path w="17253" h="24472">
                  <a:moveTo>
                    <a:pt x="0" y="24472"/>
                  </a:moveTo>
                  <a:lnTo>
                    <a:pt x="1725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1" name="Input_receptor__660">
              <a:extLst>
                <a:ext uri="{FF2B5EF4-FFF2-40B4-BE49-F238E27FC236}">
                  <a16:creationId xmlns:a16="http://schemas.microsoft.com/office/drawing/2014/main" id="{F5E7E746-AB4D-26DE-C47B-01EE60CBF0E4}"/>
                </a:ext>
              </a:extLst>
            </p:cNvPr>
            <p:cNvSpPr>
              <a:spLocks noGrp="1"/>
            </p:cNvSpPr>
            <p:nvPr/>
          </p:nvSpPr>
          <p:spPr>
            <a:xfrm>
              <a:off x="1450149" y="5109491"/>
              <a:ext cx="26563" cy="36055"/>
            </a:xfrm>
            <a:custGeom>
              <a:avLst/>
              <a:gdLst/>
              <a:ahLst/>
              <a:cxnLst/>
              <a:rect l="0" t="0" r="0" b="0"/>
              <a:pathLst>
                <a:path w="26563" h="36055">
                  <a:moveTo>
                    <a:pt x="26563" y="3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2" name="Input_receptor__661">
              <a:extLst>
                <a:ext uri="{FF2B5EF4-FFF2-40B4-BE49-F238E27FC236}">
                  <a16:creationId xmlns:a16="http://schemas.microsoft.com/office/drawing/2014/main" id="{0BE4CE74-5EEA-D9E8-E0DF-3B6AA0C5C4F9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00508"/>
              <a:ext cx="4877" cy="47735"/>
            </a:xfrm>
            <a:custGeom>
              <a:avLst/>
              <a:gdLst/>
              <a:ahLst/>
              <a:cxnLst/>
              <a:rect l="0" t="0" r="0" b="0"/>
              <a:pathLst>
                <a:path w="4877" h="47735">
                  <a:moveTo>
                    <a:pt x="4877" y="0"/>
                  </a:moveTo>
                  <a:lnTo>
                    <a:pt x="0" y="477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3" name="Input_receptor__662">
              <a:extLst>
                <a:ext uri="{FF2B5EF4-FFF2-40B4-BE49-F238E27FC236}">
                  <a16:creationId xmlns:a16="http://schemas.microsoft.com/office/drawing/2014/main" id="{49379C21-FA01-D89A-0F35-E4EAABE012AD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9689"/>
              <a:ext cx="46543" cy="5263"/>
            </a:xfrm>
            <a:custGeom>
              <a:avLst/>
              <a:gdLst/>
              <a:ahLst/>
              <a:cxnLst/>
              <a:rect l="0" t="0" r="0" b="0"/>
              <a:pathLst>
                <a:path w="46543" h="5263">
                  <a:moveTo>
                    <a:pt x="0" y="5263"/>
                  </a:moveTo>
                  <a:lnTo>
                    <a:pt x="4654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4" name="Input_receptor__663">
              <a:extLst>
                <a:ext uri="{FF2B5EF4-FFF2-40B4-BE49-F238E27FC236}">
                  <a16:creationId xmlns:a16="http://schemas.microsoft.com/office/drawing/2014/main" id="{C102E512-48BD-521D-3082-B96A13FB81A4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22726"/>
              <a:ext cx="38968" cy="27087"/>
            </a:xfrm>
            <a:custGeom>
              <a:avLst/>
              <a:gdLst/>
              <a:ahLst/>
              <a:cxnLst/>
              <a:rect l="0" t="0" r="0" b="0"/>
              <a:pathLst>
                <a:path w="38968" h="27087">
                  <a:moveTo>
                    <a:pt x="0" y="27087"/>
                  </a:moveTo>
                  <a:lnTo>
                    <a:pt x="3896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5" name="Input_receptor__664">
              <a:extLst>
                <a:ext uri="{FF2B5EF4-FFF2-40B4-BE49-F238E27FC236}">
                  <a16:creationId xmlns:a16="http://schemas.microsoft.com/office/drawing/2014/main" id="{E3820D44-E74B-7C19-0CE1-63FFCF969CC4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79695"/>
              <a:ext cx="8335" cy="3652"/>
            </a:xfrm>
            <a:custGeom>
              <a:avLst/>
              <a:gdLst/>
              <a:ahLst/>
              <a:cxnLst/>
              <a:rect l="0" t="0" r="0" b="0"/>
              <a:pathLst>
                <a:path w="8335" h="3652">
                  <a:moveTo>
                    <a:pt x="8335" y="3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6" name="Input_receptor__665">
              <a:extLst>
                <a:ext uri="{FF2B5EF4-FFF2-40B4-BE49-F238E27FC236}">
                  <a16:creationId xmlns:a16="http://schemas.microsoft.com/office/drawing/2014/main" id="{5AACC236-39C2-87E6-AAA4-9B8B7B84D5FB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22841"/>
              <a:ext cx="13943" cy="8129"/>
            </a:xfrm>
            <a:custGeom>
              <a:avLst/>
              <a:gdLst/>
              <a:ahLst/>
              <a:cxnLst/>
              <a:rect l="0" t="0" r="0" b="0"/>
              <a:pathLst>
                <a:path w="13943" h="8129">
                  <a:moveTo>
                    <a:pt x="13943" y="0"/>
                  </a:moveTo>
                  <a:lnTo>
                    <a:pt x="0" y="8129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7" name="Input_receptor__666">
              <a:extLst>
                <a:ext uri="{FF2B5EF4-FFF2-40B4-BE49-F238E27FC236}">
                  <a16:creationId xmlns:a16="http://schemas.microsoft.com/office/drawing/2014/main" id="{476373FE-6E96-96F6-683E-093BBC52D703}"/>
                </a:ext>
              </a:extLst>
            </p:cNvPr>
            <p:cNvSpPr>
              <a:spLocks noGrp="1"/>
            </p:cNvSpPr>
            <p:nvPr/>
          </p:nvSpPr>
          <p:spPr>
            <a:xfrm>
              <a:off x="1531233" y="5048559"/>
              <a:ext cx="34515" cy="27570"/>
            </a:xfrm>
            <a:custGeom>
              <a:avLst/>
              <a:gdLst/>
              <a:ahLst/>
              <a:cxnLst/>
              <a:rect l="0" t="0" r="0" b="0"/>
              <a:pathLst>
                <a:path w="34515" h="27570">
                  <a:moveTo>
                    <a:pt x="0" y="27570"/>
                  </a:moveTo>
                  <a:lnTo>
                    <a:pt x="3451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8" name="Input_receptor__667">
              <a:extLst>
                <a:ext uri="{FF2B5EF4-FFF2-40B4-BE49-F238E27FC236}">
                  <a16:creationId xmlns:a16="http://schemas.microsoft.com/office/drawing/2014/main" id="{FF27C451-3B85-5C1B-27C3-C3EB4F282C1E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85920"/>
              <a:ext cx="13795" cy="1122"/>
            </a:xfrm>
            <a:custGeom>
              <a:avLst/>
              <a:gdLst/>
              <a:ahLst/>
              <a:cxnLst/>
              <a:rect l="0" t="0" r="0" b="0"/>
              <a:pathLst>
                <a:path w="13795" h="1122">
                  <a:moveTo>
                    <a:pt x="0" y="1122"/>
                  </a:moveTo>
                  <a:lnTo>
                    <a:pt x="1379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9" name="Input_receptor__668">
              <a:extLst>
                <a:ext uri="{FF2B5EF4-FFF2-40B4-BE49-F238E27FC236}">
                  <a16:creationId xmlns:a16="http://schemas.microsoft.com/office/drawing/2014/main" id="{D59C6552-C594-DE3F-CFDD-84B16AB3A2A4}"/>
                </a:ext>
              </a:extLst>
            </p:cNvPr>
            <p:cNvSpPr>
              <a:spLocks noGrp="1"/>
            </p:cNvSpPr>
            <p:nvPr/>
          </p:nvSpPr>
          <p:spPr>
            <a:xfrm>
              <a:off x="1600580" y="5241689"/>
              <a:ext cx="26990" cy="30651"/>
            </a:xfrm>
            <a:custGeom>
              <a:avLst/>
              <a:gdLst/>
              <a:ahLst/>
              <a:cxnLst/>
              <a:rect l="0" t="0" r="0" b="0"/>
              <a:pathLst>
                <a:path w="26990" h="30651">
                  <a:moveTo>
                    <a:pt x="0" y="30651"/>
                  </a:moveTo>
                  <a:lnTo>
                    <a:pt x="2699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0" name="Input_receptor__669">
              <a:extLst>
                <a:ext uri="{FF2B5EF4-FFF2-40B4-BE49-F238E27FC236}">
                  <a16:creationId xmlns:a16="http://schemas.microsoft.com/office/drawing/2014/main" id="{25D6A91F-89B2-5A77-64D9-3764C152DCED}"/>
                </a:ext>
              </a:extLst>
            </p:cNvPr>
            <p:cNvSpPr>
              <a:spLocks noGrp="1"/>
            </p:cNvSpPr>
            <p:nvPr/>
          </p:nvSpPr>
          <p:spPr>
            <a:xfrm>
              <a:off x="1653464" y="4828995"/>
              <a:ext cx="44522" cy="8676"/>
            </a:xfrm>
            <a:custGeom>
              <a:avLst/>
              <a:gdLst/>
              <a:ahLst/>
              <a:cxnLst/>
              <a:rect l="0" t="0" r="0" b="0"/>
              <a:pathLst>
                <a:path w="44522" h="8676">
                  <a:moveTo>
                    <a:pt x="44522" y="8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71" name="Input_receptor__670">
              <a:extLst>
                <a:ext uri="{FF2B5EF4-FFF2-40B4-BE49-F238E27FC236}">
                  <a16:creationId xmlns:a16="http://schemas.microsoft.com/office/drawing/2014/main" id="{5D474870-B958-71DA-8F31-EDAC6CC1FAD2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198919"/>
              <a:ext cx="26591" cy="30123"/>
            </a:xfrm>
            <a:custGeom>
              <a:avLst/>
              <a:gdLst/>
              <a:ahLst/>
              <a:cxnLst/>
              <a:rect l="0" t="0" r="0" b="0"/>
              <a:pathLst>
                <a:path w="26591" h="30123">
                  <a:moveTo>
                    <a:pt x="0" y="30123"/>
                  </a:moveTo>
                  <a:lnTo>
                    <a:pt x="26591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2" name="Input_receptor__671">
              <a:extLst>
                <a:ext uri="{FF2B5EF4-FFF2-40B4-BE49-F238E27FC236}">
                  <a16:creationId xmlns:a16="http://schemas.microsoft.com/office/drawing/2014/main" id="{DAC4CFDD-C12D-650D-0F3F-4DEFE6D58493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75279"/>
              <a:ext cx="42911" cy="20335"/>
            </a:xfrm>
            <a:custGeom>
              <a:avLst/>
              <a:gdLst/>
              <a:ahLst/>
              <a:cxnLst/>
              <a:rect l="0" t="0" r="0" b="0"/>
              <a:pathLst>
                <a:path w="42911" h="20335">
                  <a:moveTo>
                    <a:pt x="42911" y="0"/>
                  </a:moveTo>
                  <a:lnTo>
                    <a:pt x="0" y="203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3" name="Input_receptor__672">
              <a:extLst>
                <a:ext uri="{FF2B5EF4-FFF2-40B4-BE49-F238E27FC236}">
                  <a16:creationId xmlns:a16="http://schemas.microsoft.com/office/drawing/2014/main" id="{4FD3D245-2E95-DAF5-F55D-E990011DB3B8}"/>
                </a:ext>
              </a:extLst>
            </p:cNvPr>
            <p:cNvSpPr>
              <a:spLocks noGrp="1"/>
            </p:cNvSpPr>
            <p:nvPr/>
          </p:nvSpPr>
          <p:spPr>
            <a:xfrm>
              <a:off x="935872" y="5347927"/>
              <a:ext cx="35705" cy="15482"/>
            </a:xfrm>
            <a:custGeom>
              <a:avLst/>
              <a:gdLst/>
              <a:ahLst/>
              <a:cxnLst/>
              <a:rect l="0" t="0" r="0" b="0"/>
              <a:pathLst>
                <a:path w="35705" h="15482">
                  <a:moveTo>
                    <a:pt x="35705" y="0"/>
                  </a:moveTo>
                  <a:lnTo>
                    <a:pt x="0" y="15482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4" name="Input_receptor__673">
              <a:extLst>
                <a:ext uri="{FF2B5EF4-FFF2-40B4-BE49-F238E27FC236}">
                  <a16:creationId xmlns:a16="http://schemas.microsoft.com/office/drawing/2014/main" id="{6561AC48-3FD6-C297-F7E6-A01128141527}"/>
                </a:ext>
              </a:extLst>
            </p:cNvPr>
            <p:cNvSpPr>
              <a:spLocks noGrp="1"/>
            </p:cNvSpPr>
            <p:nvPr/>
          </p:nvSpPr>
          <p:spPr>
            <a:xfrm>
              <a:off x="1441592" y="5145546"/>
              <a:ext cx="35120" cy="31640"/>
            </a:xfrm>
            <a:custGeom>
              <a:avLst/>
              <a:gdLst/>
              <a:ahLst/>
              <a:cxnLst/>
              <a:rect l="0" t="0" r="0" b="0"/>
              <a:pathLst>
                <a:path w="35120" h="31640">
                  <a:moveTo>
                    <a:pt x="0" y="31640"/>
                  </a:moveTo>
                  <a:lnTo>
                    <a:pt x="3512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5" name="Input_receptor__674">
              <a:extLst>
                <a:ext uri="{FF2B5EF4-FFF2-40B4-BE49-F238E27FC236}">
                  <a16:creationId xmlns:a16="http://schemas.microsoft.com/office/drawing/2014/main" id="{485D0E81-6898-3580-199C-FFA7DB3D9D7E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77910"/>
              <a:ext cx="19826" cy="9785"/>
            </a:xfrm>
            <a:custGeom>
              <a:avLst/>
              <a:gdLst/>
              <a:ahLst/>
              <a:cxnLst/>
              <a:rect l="0" t="0" r="0" b="0"/>
              <a:pathLst>
                <a:path w="19826" h="9785">
                  <a:moveTo>
                    <a:pt x="19826" y="0"/>
                  </a:moveTo>
                  <a:lnTo>
                    <a:pt x="0" y="978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6" name="Input_receptor__675">
              <a:extLst>
                <a:ext uri="{FF2B5EF4-FFF2-40B4-BE49-F238E27FC236}">
                  <a16:creationId xmlns:a16="http://schemas.microsoft.com/office/drawing/2014/main" id="{36948FFD-CC65-FE79-33F5-A1D2439E11A4}"/>
                </a:ext>
              </a:extLst>
            </p:cNvPr>
            <p:cNvSpPr>
              <a:spLocks noGrp="1"/>
            </p:cNvSpPr>
            <p:nvPr/>
          </p:nvSpPr>
          <p:spPr>
            <a:xfrm>
              <a:off x="1714386" y="5254333"/>
              <a:ext cx="45786" cy="14177"/>
            </a:xfrm>
            <a:custGeom>
              <a:avLst/>
              <a:gdLst/>
              <a:ahLst/>
              <a:cxnLst/>
              <a:rect l="0" t="0" r="0" b="0"/>
              <a:pathLst>
                <a:path w="45786" h="14177">
                  <a:moveTo>
                    <a:pt x="0" y="14177"/>
                  </a:moveTo>
                  <a:lnTo>
                    <a:pt x="4578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7" name="Input_receptor__676">
              <a:extLst>
                <a:ext uri="{FF2B5EF4-FFF2-40B4-BE49-F238E27FC236}">
                  <a16:creationId xmlns:a16="http://schemas.microsoft.com/office/drawing/2014/main" id="{D8098E88-5FE9-D52A-1717-3D721C7CB8CD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09491"/>
              <a:ext cx="37176" cy="12330"/>
            </a:xfrm>
            <a:custGeom>
              <a:avLst/>
              <a:gdLst/>
              <a:ahLst/>
              <a:cxnLst/>
              <a:rect l="0" t="0" r="0" b="0"/>
              <a:pathLst>
                <a:path w="37176" h="12330">
                  <a:moveTo>
                    <a:pt x="37176" y="0"/>
                  </a:moveTo>
                  <a:lnTo>
                    <a:pt x="0" y="1233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8" name="Input_receptor__677">
              <a:extLst>
                <a:ext uri="{FF2B5EF4-FFF2-40B4-BE49-F238E27FC236}">
                  <a16:creationId xmlns:a16="http://schemas.microsoft.com/office/drawing/2014/main" id="{61E8FC9A-86AF-1433-103E-A5E2B6D2FED9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21638"/>
              <a:ext cx="35844" cy="32120"/>
            </a:xfrm>
            <a:custGeom>
              <a:avLst/>
              <a:gdLst/>
              <a:ahLst/>
              <a:cxnLst/>
              <a:rect l="0" t="0" r="0" b="0"/>
              <a:pathLst>
                <a:path w="35844" h="32120">
                  <a:moveTo>
                    <a:pt x="0" y="32120"/>
                  </a:moveTo>
                  <a:lnTo>
                    <a:pt x="3584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9" name="Input_receptor__678">
              <a:extLst>
                <a:ext uri="{FF2B5EF4-FFF2-40B4-BE49-F238E27FC236}">
                  <a16:creationId xmlns:a16="http://schemas.microsoft.com/office/drawing/2014/main" id="{51640F3E-BF90-470B-B8EB-174F9088EB20}"/>
                </a:ext>
              </a:extLst>
            </p:cNvPr>
            <p:cNvSpPr>
              <a:spLocks noGrp="1"/>
            </p:cNvSpPr>
            <p:nvPr/>
          </p:nvSpPr>
          <p:spPr>
            <a:xfrm>
              <a:off x="1758748" y="5436231"/>
              <a:ext cx="43889" cy="8305"/>
            </a:xfrm>
            <a:custGeom>
              <a:avLst/>
              <a:gdLst/>
              <a:ahLst/>
              <a:cxnLst/>
              <a:rect l="0" t="0" r="0" b="0"/>
              <a:pathLst>
                <a:path w="43889" h="8305">
                  <a:moveTo>
                    <a:pt x="0" y="8305"/>
                  </a:moveTo>
                  <a:lnTo>
                    <a:pt x="43889" y="0"/>
                  </a:lnTo>
                </a:path>
              </a:pathLst>
            </a:custGeom>
            <a:noFill/>
            <a:ln w="8096">
              <a:solidFill>
                <a:srgbClr val="7F91A0"/>
              </a:solidFill>
            </a:ln>
          </p:spPr>
        </p:sp>
        <p:sp>
          <p:nvSpPr>
            <p:cNvPr id="680" name="Input_receptor__679">
              <a:extLst>
                <a:ext uri="{FF2B5EF4-FFF2-40B4-BE49-F238E27FC236}">
                  <a16:creationId xmlns:a16="http://schemas.microsoft.com/office/drawing/2014/main" id="{35DFEB9A-7158-5314-0698-3CA9CEBF5FE8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17860"/>
              <a:ext cx="13238" cy="23583"/>
            </a:xfrm>
            <a:custGeom>
              <a:avLst/>
              <a:gdLst/>
              <a:ahLst/>
              <a:cxnLst/>
              <a:rect l="0" t="0" r="0" b="0"/>
              <a:pathLst>
                <a:path w="13238" h="23583">
                  <a:moveTo>
                    <a:pt x="0" y="23583"/>
                  </a:moveTo>
                  <a:lnTo>
                    <a:pt x="13238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1" name="Input_receptor__680">
              <a:extLst>
                <a:ext uri="{FF2B5EF4-FFF2-40B4-BE49-F238E27FC236}">
                  <a16:creationId xmlns:a16="http://schemas.microsoft.com/office/drawing/2014/main" id="{0C18C1DD-85CB-BDDC-004B-373FEF654C95}"/>
                </a:ext>
              </a:extLst>
            </p:cNvPr>
            <p:cNvSpPr>
              <a:spLocks noGrp="1"/>
            </p:cNvSpPr>
            <p:nvPr/>
          </p:nvSpPr>
          <p:spPr>
            <a:xfrm>
              <a:off x="1247864" y="5459350"/>
              <a:ext cx="4521" cy="47213"/>
            </a:xfrm>
            <a:custGeom>
              <a:avLst/>
              <a:gdLst/>
              <a:ahLst/>
              <a:cxnLst/>
              <a:rect l="0" t="0" r="0" b="0"/>
              <a:pathLst>
                <a:path w="4521" h="47213">
                  <a:moveTo>
                    <a:pt x="4521" y="4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2" name="Input_receptor__681">
              <a:extLst>
                <a:ext uri="{FF2B5EF4-FFF2-40B4-BE49-F238E27FC236}">
                  <a16:creationId xmlns:a16="http://schemas.microsoft.com/office/drawing/2014/main" id="{6264D55E-1D33-B924-A08F-DF05B4CA5E0D}"/>
                </a:ext>
              </a:extLst>
            </p:cNvPr>
            <p:cNvSpPr>
              <a:spLocks noGrp="1"/>
            </p:cNvSpPr>
            <p:nvPr/>
          </p:nvSpPr>
          <p:spPr>
            <a:xfrm>
              <a:off x="1144792" y="4843841"/>
              <a:ext cx="42832" cy="18247"/>
            </a:xfrm>
            <a:custGeom>
              <a:avLst/>
              <a:gdLst/>
              <a:ahLst/>
              <a:cxnLst/>
              <a:rect l="0" t="0" r="0" b="0"/>
              <a:pathLst>
                <a:path w="42832" h="18247">
                  <a:moveTo>
                    <a:pt x="42832" y="1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2A0"/>
              </a:solidFill>
            </a:ln>
          </p:spPr>
        </p:sp>
        <p:sp>
          <p:nvSpPr>
            <p:cNvPr id="683" name="Input_receptor__682">
              <a:extLst>
                <a:ext uri="{FF2B5EF4-FFF2-40B4-BE49-F238E27FC236}">
                  <a16:creationId xmlns:a16="http://schemas.microsoft.com/office/drawing/2014/main" id="{3C889D66-EB7B-BC65-1FF1-2377C580BD1B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1699"/>
              <a:ext cx="388" cy="32517"/>
            </a:xfrm>
            <a:custGeom>
              <a:avLst/>
              <a:gdLst/>
              <a:ahLst/>
              <a:cxnLst/>
              <a:rect l="0" t="0" r="0" b="0"/>
              <a:pathLst>
                <a:path w="388" h="32517">
                  <a:moveTo>
                    <a:pt x="0" y="32517"/>
                  </a:moveTo>
                  <a:lnTo>
                    <a:pt x="388" y="0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4" name="Input_receptor__683">
              <a:extLst>
                <a:ext uri="{FF2B5EF4-FFF2-40B4-BE49-F238E27FC236}">
                  <a16:creationId xmlns:a16="http://schemas.microsoft.com/office/drawing/2014/main" id="{49351910-40BF-345D-657F-17B6DD17997C}"/>
                </a:ext>
              </a:extLst>
            </p:cNvPr>
            <p:cNvSpPr>
              <a:spLocks noGrp="1"/>
            </p:cNvSpPr>
            <p:nvPr/>
          </p:nvSpPr>
          <p:spPr>
            <a:xfrm>
              <a:off x="971577" y="5336483"/>
              <a:ext cx="28424" cy="11444"/>
            </a:xfrm>
            <a:custGeom>
              <a:avLst/>
              <a:gdLst/>
              <a:ahLst/>
              <a:cxnLst/>
              <a:rect l="0" t="0" r="0" b="0"/>
              <a:pathLst>
                <a:path w="28424" h="11444">
                  <a:moveTo>
                    <a:pt x="28424" y="0"/>
                  </a:moveTo>
                  <a:lnTo>
                    <a:pt x="0" y="11444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5" name="Input_receptor__684">
              <a:extLst>
                <a:ext uri="{FF2B5EF4-FFF2-40B4-BE49-F238E27FC236}">
                  <a16:creationId xmlns:a16="http://schemas.microsoft.com/office/drawing/2014/main" id="{3DE418B6-BFEF-1503-5B10-65F8E7B1CF65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363409"/>
              <a:ext cx="1437" cy="45205"/>
            </a:xfrm>
            <a:custGeom>
              <a:avLst/>
              <a:gdLst/>
              <a:ahLst/>
              <a:cxnLst/>
              <a:rect l="0" t="0" r="0" b="0"/>
              <a:pathLst>
                <a:path w="1437" h="45205">
                  <a:moveTo>
                    <a:pt x="1437" y="0"/>
                  </a:moveTo>
                  <a:lnTo>
                    <a:pt x="0" y="45205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6" name="Input_receptor__685">
              <a:extLst>
                <a:ext uri="{FF2B5EF4-FFF2-40B4-BE49-F238E27FC236}">
                  <a16:creationId xmlns:a16="http://schemas.microsoft.com/office/drawing/2014/main" id="{92D63743-37C8-EB82-D819-12E73D07DB9C}"/>
                </a:ext>
              </a:extLst>
            </p:cNvPr>
            <p:cNvSpPr>
              <a:spLocks noGrp="1"/>
            </p:cNvSpPr>
            <p:nvPr/>
          </p:nvSpPr>
          <p:spPr>
            <a:xfrm>
              <a:off x="1802638" y="5395602"/>
              <a:ext cx="9178" cy="40629"/>
            </a:xfrm>
            <a:custGeom>
              <a:avLst/>
              <a:gdLst/>
              <a:ahLst/>
              <a:cxnLst/>
              <a:rect l="0" t="0" r="0" b="0"/>
              <a:pathLst>
                <a:path w="9178" h="40629">
                  <a:moveTo>
                    <a:pt x="0" y="40629"/>
                  </a:moveTo>
                  <a:lnTo>
                    <a:pt x="9178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7" name="Input_receptor__686">
              <a:extLst>
                <a:ext uri="{FF2B5EF4-FFF2-40B4-BE49-F238E27FC236}">
                  <a16:creationId xmlns:a16="http://schemas.microsoft.com/office/drawing/2014/main" id="{9FEEA0E7-4803-1079-81EB-5F3946BA4187}"/>
                </a:ext>
              </a:extLst>
            </p:cNvPr>
            <p:cNvSpPr>
              <a:spLocks noGrp="1"/>
            </p:cNvSpPr>
            <p:nvPr/>
          </p:nvSpPr>
          <p:spPr>
            <a:xfrm>
              <a:off x="1180212" y="5425541"/>
              <a:ext cx="4261" cy="45669"/>
            </a:xfrm>
            <a:custGeom>
              <a:avLst/>
              <a:gdLst/>
              <a:ahLst/>
              <a:cxnLst/>
              <a:rect l="0" t="0" r="0" b="0"/>
              <a:pathLst>
                <a:path w="4261" h="45669">
                  <a:moveTo>
                    <a:pt x="4261" y="456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8" name="Input_receptor__687">
              <a:extLst>
                <a:ext uri="{FF2B5EF4-FFF2-40B4-BE49-F238E27FC236}">
                  <a16:creationId xmlns:a16="http://schemas.microsoft.com/office/drawing/2014/main" id="{A361977A-1AE1-8059-8D25-AD87C628A7FF}"/>
                </a:ext>
              </a:extLst>
            </p:cNvPr>
            <p:cNvSpPr>
              <a:spLocks noGrp="1"/>
            </p:cNvSpPr>
            <p:nvPr/>
          </p:nvSpPr>
          <p:spPr>
            <a:xfrm>
              <a:off x="1145860" y="5528357"/>
              <a:ext cx="42571" cy="12472"/>
            </a:xfrm>
            <a:custGeom>
              <a:avLst/>
              <a:gdLst/>
              <a:ahLst/>
              <a:cxnLst/>
              <a:rect l="0" t="0" r="0" b="0"/>
              <a:pathLst>
                <a:path w="42571" h="12472">
                  <a:moveTo>
                    <a:pt x="42571" y="12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9" name="Input_receptor__688">
              <a:extLst>
                <a:ext uri="{FF2B5EF4-FFF2-40B4-BE49-F238E27FC236}">
                  <a16:creationId xmlns:a16="http://schemas.microsoft.com/office/drawing/2014/main" id="{2FD4D48E-8302-E8AF-0F90-A4F85E4DBB0E}"/>
                </a:ext>
              </a:extLst>
            </p:cNvPr>
            <p:cNvSpPr>
              <a:spLocks noGrp="1"/>
            </p:cNvSpPr>
            <p:nvPr/>
          </p:nvSpPr>
          <p:spPr>
            <a:xfrm>
              <a:off x="1042635" y="5369502"/>
              <a:ext cx="18764" cy="14737"/>
            </a:xfrm>
            <a:custGeom>
              <a:avLst/>
              <a:gdLst/>
              <a:ahLst/>
              <a:cxnLst/>
              <a:rect l="0" t="0" r="0" b="0"/>
              <a:pathLst>
                <a:path w="18764" h="14737">
                  <a:moveTo>
                    <a:pt x="18764" y="14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0" name="Input_receptor__689">
              <a:extLst>
                <a:ext uri="{FF2B5EF4-FFF2-40B4-BE49-F238E27FC236}">
                  <a16:creationId xmlns:a16="http://schemas.microsoft.com/office/drawing/2014/main" id="{574199C0-6BA7-2090-3DF4-F4A53EE5E267}"/>
                </a:ext>
              </a:extLst>
            </p:cNvPr>
            <p:cNvSpPr>
              <a:spLocks noGrp="1"/>
            </p:cNvSpPr>
            <p:nvPr/>
          </p:nvSpPr>
          <p:spPr>
            <a:xfrm>
              <a:off x="1344278" y="5222246"/>
              <a:ext cx="45247" cy="15350"/>
            </a:xfrm>
            <a:custGeom>
              <a:avLst/>
              <a:gdLst/>
              <a:ahLst/>
              <a:cxnLst/>
              <a:rect l="0" t="0" r="0" b="0"/>
              <a:pathLst>
                <a:path w="45247" h="15350">
                  <a:moveTo>
                    <a:pt x="45247" y="0"/>
                  </a:moveTo>
                  <a:lnTo>
                    <a:pt x="0" y="1535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1" name="Input_receptor__690">
              <a:extLst>
                <a:ext uri="{FF2B5EF4-FFF2-40B4-BE49-F238E27FC236}">
                  <a16:creationId xmlns:a16="http://schemas.microsoft.com/office/drawing/2014/main" id="{D0A7FF56-B830-A057-9F2D-890C73A0E8A5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37168"/>
              <a:ext cx="4070" cy="15857"/>
            </a:xfrm>
            <a:custGeom>
              <a:avLst/>
              <a:gdLst/>
              <a:ahLst/>
              <a:cxnLst/>
              <a:rect l="0" t="0" r="0" b="0"/>
              <a:pathLst>
                <a:path w="4070" h="15857">
                  <a:moveTo>
                    <a:pt x="4070" y="15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2" name="Input_receptor__691">
              <a:extLst>
                <a:ext uri="{FF2B5EF4-FFF2-40B4-BE49-F238E27FC236}">
                  <a16:creationId xmlns:a16="http://schemas.microsoft.com/office/drawing/2014/main" id="{C692DF2B-2AF5-E54E-E6EB-618B76DF223F}"/>
                </a:ext>
              </a:extLst>
            </p:cNvPr>
            <p:cNvSpPr>
              <a:spLocks noGrp="1"/>
            </p:cNvSpPr>
            <p:nvPr/>
          </p:nvSpPr>
          <p:spPr>
            <a:xfrm>
              <a:off x="1112345" y="5395005"/>
              <a:ext cx="9431" cy="36694"/>
            </a:xfrm>
            <a:custGeom>
              <a:avLst/>
              <a:gdLst/>
              <a:ahLst/>
              <a:cxnLst/>
              <a:rect l="0" t="0" r="0" b="0"/>
              <a:pathLst>
                <a:path w="9431" h="36694">
                  <a:moveTo>
                    <a:pt x="9431" y="366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3" name="Input_receptor__692">
              <a:extLst>
                <a:ext uri="{FF2B5EF4-FFF2-40B4-BE49-F238E27FC236}">
                  <a16:creationId xmlns:a16="http://schemas.microsoft.com/office/drawing/2014/main" id="{89A7E3A7-BBC3-1F76-DFF4-83194B6B815C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28849"/>
              <a:ext cx="19959" cy="11440"/>
            </a:xfrm>
            <a:custGeom>
              <a:avLst/>
              <a:gdLst/>
              <a:ahLst/>
              <a:cxnLst/>
              <a:rect l="0" t="0" r="0" b="0"/>
              <a:pathLst>
                <a:path w="19959" h="11440">
                  <a:moveTo>
                    <a:pt x="0" y="11440"/>
                  </a:moveTo>
                  <a:lnTo>
                    <a:pt x="1995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4" name="Input_receptor__693">
              <a:extLst>
                <a:ext uri="{FF2B5EF4-FFF2-40B4-BE49-F238E27FC236}">
                  <a16:creationId xmlns:a16="http://schemas.microsoft.com/office/drawing/2014/main" id="{E421BA76-15FD-FEF1-9B98-AE49238B4146}"/>
                </a:ext>
              </a:extLst>
            </p:cNvPr>
            <p:cNvSpPr>
              <a:spLocks noGrp="1"/>
            </p:cNvSpPr>
            <p:nvPr/>
          </p:nvSpPr>
          <p:spPr>
            <a:xfrm>
              <a:off x="1780457" y="4816524"/>
              <a:ext cx="10338" cy="23889"/>
            </a:xfrm>
            <a:custGeom>
              <a:avLst/>
              <a:gdLst/>
              <a:ahLst/>
              <a:cxnLst/>
              <a:rect l="0" t="0" r="0" b="0"/>
              <a:pathLst>
                <a:path w="10338" h="23889">
                  <a:moveTo>
                    <a:pt x="10338" y="238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95" name="Input_receptor__694">
              <a:extLst>
                <a:ext uri="{FF2B5EF4-FFF2-40B4-BE49-F238E27FC236}">
                  <a16:creationId xmlns:a16="http://schemas.microsoft.com/office/drawing/2014/main" id="{68E2195D-C0C6-45AA-E605-8175DAEE9D85}"/>
                </a:ext>
              </a:extLst>
            </p:cNvPr>
            <p:cNvSpPr>
              <a:spLocks noGrp="1"/>
            </p:cNvSpPr>
            <p:nvPr/>
          </p:nvSpPr>
          <p:spPr>
            <a:xfrm>
              <a:off x="1438417" y="5276803"/>
              <a:ext cx="7407" cy="41057"/>
            </a:xfrm>
            <a:custGeom>
              <a:avLst/>
              <a:gdLst/>
              <a:ahLst/>
              <a:cxnLst/>
              <a:rect l="0" t="0" r="0" b="0"/>
              <a:pathLst>
                <a:path w="7407" h="41057">
                  <a:moveTo>
                    <a:pt x="0" y="41057"/>
                  </a:moveTo>
                  <a:lnTo>
                    <a:pt x="7407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6" name="Input_receptor__695">
              <a:extLst>
                <a:ext uri="{FF2B5EF4-FFF2-40B4-BE49-F238E27FC236}">
                  <a16:creationId xmlns:a16="http://schemas.microsoft.com/office/drawing/2014/main" id="{B90BE7A2-1AF0-4938-3726-D8F28716E262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64912"/>
              <a:ext cx="23695" cy="41926"/>
            </a:xfrm>
            <a:custGeom>
              <a:avLst/>
              <a:gdLst/>
              <a:ahLst/>
              <a:cxnLst/>
              <a:rect l="0" t="0" r="0" b="0"/>
              <a:pathLst>
                <a:path w="23695" h="41926">
                  <a:moveTo>
                    <a:pt x="0" y="0"/>
                  </a:moveTo>
                  <a:lnTo>
                    <a:pt x="23695" y="4192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7" name="Input_receptor__696">
              <a:extLst>
                <a:ext uri="{FF2B5EF4-FFF2-40B4-BE49-F238E27FC236}">
                  <a16:creationId xmlns:a16="http://schemas.microsoft.com/office/drawing/2014/main" id="{60B802CF-E1E8-9818-8C7A-44C4ED2A5860}"/>
                </a:ext>
              </a:extLst>
            </p:cNvPr>
            <p:cNvSpPr>
              <a:spLocks noGrp="1"/>
            </p:cNvSpPr>
            <p:nvPr/>
          </p:nvSpPr>
          <p:spPr>
            <a:xfrm>
              <a:off x="1614367" y="4898801"/>
              <a:ext cx="39649" cy="24040"/>
            </a:xfrm>
            <a:custGeom>
              <a:avLst/>
              <a:gdLst/>
              <a:ahLst/>
              <a:cxnLst/>
              <a:rect l="0" t="0" r="0" b="0"/>
              <a:pathLst>
                <a:path w="39649" h="24040">
                  <a:moveTo>
                    <a:pt x="39649" y="0"/>
                  </a:moveTo>
                  <a:lnTo>
                    <a:pt x="0" y="2404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8" name="Input_receptor__697">
              <a:extLst>
                <a:ext uri="{FF2B5EF4-FFF2-40B4-BE49-F238E27FC236}">
                  <a16:creationId xmlns:a16="http://schemas.microsoft.com/office/drawing/2014/main" id="{603BE169-BA5E-D310-1726-6BE6CD10D18D}"/>
                </a:ext>
              </a:extLst>
            </p:cNvPr>
            <p:cNvSpPr>
              <a:spLocks noGrp="1"/>
            </p:cNvSpPr>
            <p:nvPr/>
          </p:nvSpPr>
          <p:spPr>
            <a:xfrm>
              <a:off x="1201820" y="5330246"/>
              <a:ext cx="41730" cy="5086"/>
            </a:xfrm>
            <a:custGeom>
              <a:avLst/>
              <a:gdLst/>
              <a:ahLst/>
              <a:cxnLst/>
              <a:rect l="0" t="0" r="0" b="0"/>
              <a:pathLst>
                <a:path w="41730" h="5086">
                  <a:moveTo>
                    <a:pt x="0" y="0"/>
                  </a:moveTo>
                  <a:lnTo>
                    <a:pt x="41730" y="508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9" name="Input_receptor__698">
              <a:extLst>
                <a:ext uri="{FF2B5EF4-FFF2-40B4-BE49-F238E27FC236}">
                  <a16:creationId xmlns:a16="http://schemas.microsoft.com/office/drawing/2014/main" id="{494C8654-2957-14F7-9027-4E195A8AA5B4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70356"/>
              <a:ext cx="21726" cy="12927"/>
            </a:xfrm>
            <a:custGeom>
              <a:avLst/>
              <a:gdLst/>
              <a:ahLst/>
              <a:cxnLst/>
              <a:rect l="0" t="0" r="0" b="0"/>
              <a:pathLst>
                <a:path w="21726" h="12927">
                  <a:moveTo>
                    <a:pt x="0" y="12927"/>
                  </a:moveTo>
                  <a:lnTo>
                    <a:pt x="21726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0" name="Input_receptor__699">
              <a:extLst>
                <a:ext uri="{FF2B5EF4-FFF2-40B4-BE49-F238E27FC236}">
                  <a16:creationId xmlns:a16="http://schemas.microsoft.com/office/drawing/2014/main" id="{ABA7C6F1-3F1C-F592-7338-D51E37F17D32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2009"/>
              <a:ext cx="16762" cy="29209"/>
            </a:xfrm>
            <a:custGeom>
              <a:avLst/>
              <a:gdLst/>
              <a:ahLst/>
              <a:cxnLst/>
              <a:rect l="0" t="0" r="0" b="0"/>
              <a:pathLst>
                <a:path w="16762" h="29209">
                  <a:moveTo>
                    <a:pt x="16762" y="0"/>
                  </a:moveTo>
                  <a:lnTo>
                    <a:pt x="0" y="29209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1" name="Input_receptor__700">
              <a:extLst>
                <a:ext uri="{FF2B5EF4-FFF2-40B4-BE49-F238E27FC236}">
                  <a16:creationId xmlns:a16="http://schemas.microsoft.com/office/drawing/2014/main" id="{CC1DE4DC-85C3-15FE-F95F-018F94D57A83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8357"/>
              <a:ext cx="22899" cy="21383"/>
            </a:xfrm>
            <a:custGeom>
              <a:avLst/>
              <a:gdLst/>
              <a:ahLst/>
              <a:cxnLst/>
              <a:rect l="0" t="0" r="0" b="0"/>
              <a:pathLst>
                <a:path w="22899" h="21383">
                  <a:moveTo>
                    <a:pt x="22899" y="0"/>
                  </a:moveTo>
                  <a:lnTo>
                    <a:pt x="0" y="21383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2" name="Input_receptor__701">
              <a:extLst>
                <a:ext uri="{FF2B5EF4-FFF2-40B4-BE49-F238E27FC236}">
                  <a16:creationId xmlns:a16="http://schemas.microsoft.com/office/drawing/2014/main" id="{CDC6DC08-5A7B-5180-BF38-024B757E94CB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82569"/>
              <a:ext cx="6571" cy="17936"/>
            </a:xfrm>
            <a:custGeom>
              <a:avLst/>
              <a:gdLst/>
              <a:ahLst/>
              <a:cxnLst/>
              <a:rect l="0" t="0" r="0" b="0"/>
              <a:pathLst>
                <a:path w="6571" h="17936">
                  <a:moveTo>
                    <a:pt x="6571" y="179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3" name="Input_receptor__702">
              <a:extLst>
                <a:ext uri="{FF2B5EF4-FFF2-40B4-BE49-F238E27FC236}">
                  <a16:creationId xmlns:a16="http://schemas.microsoft.com/office/drawing/2014/main" id="{6A6B7382-0681-6A86-C462-3F007496537D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0246"/>
              <a:ext cx="18285" cy="35081"/>
            </a:xfrm>
            <a:custGeom>
              <a:avLst/>
              <a:gdLst/>
              <a:ahLst/>
              <a:cxnLst/>
              <a:rect l="0" t="0" r="0" b="0"/>
              <a:pathLst>
                <a:path w="18285" h="35081">
                  <a:moveTo>
                    <a:pt x="0" y="35081"/>
                  </a:moveTo>
                  <a:lnTo>
                    <a:pt x="1828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4" name="Input_receptor__703">
              <a:extLst>
                <a:ext uri="{FF2B5EF4-FFF2-40B4-BE49-F238E27FC236}">
                  <a16:creationId xmlns:a16="http://schemas.microsoft.com/office/drawing/2014/main" id="{1C4CC13C-BC53-CDCB-B4C4-2C60A3E1D0D8}"/>
                </a:ext>
              </a:extLst>
            </p:cNvPr>
            <p:cNvSpPr>
              <a:spLocks noGrp="1"/>
            </p:cNvSpPr>
            <p:nvPr/>
          </p:nvSpPr>
          <p:spPr>
            <a:xfrm>
              <a:off x="1116150" y="4843841"/>
              <a:ext cx="28642" cy="12789"/>
            </a:xfrm>
            <a:custGeom>
              <a:avLst/>
              <a:gdLst/>
              <a:ahLst/>
              <a:cxnLst/>
              <a:rect l="0" t="0" r="0" b="0"/>
              <a:pathLst>
                <a:path w="28642" h="12789">
                  <a:moveTo>
                    <a:pt x="28642" y="0"/>
                  </a:moveTo>
                  <a:lnTo>
                    <a:pt x="0" y="1278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5" name="Input_receptor__704">
              <a:extLst>
                <a:ext uri="{FF2B5EF4-FFF2-40B4-BE49-F238E27FC236}">
                  <a16:creationId xmlns:a16="http://schemas.microsoft.com/office/drawing/2014/main" id="{FB34ED7B-5803-33F0-CBCD-5A107F18F3D4}"/>
                </a:ext>
              </a:extLst>
            </p:cNvPr>
            <p:cNvSpPr>
              <a:spLocks noGrp="1"/>
            </p:cNvSpPr>
            <p:nvPr/>
          </p:nvSpPr>
          <p:spPr>
            <a:xfrm>
              <a:off x="1800156" y="5182270"/>
              <a:ext cx="45399" cy="11018"/>
            </a:xfrm>
            <a:custGeom>
              <a:avLst/>
              <a:gdLst/>
              <a:ahLst/>
              <a:cxnLst/>
              <a:rect l="0" t="0" r="0" b="0"/>
              <a:pathLst>
                <a:path w="45399" h="11018">
                  <a:moveTo>
                    <a:pt x="45399" y="0"/>
                  </a:moveTo>
                  <a:lnTo>
                    <a:pt x="0" y="11018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6" name="Input_receptor__705">
              <a:extLst>
                <a:ext uri="{FF2B5EF4-FFF2-40B4-BE49-F238E27FC236}">
                  <a16:creationId xmlns:a16="http://schemas.microsoft.com/office/drawing/2014/main" id="{91042476-B2F6-017A-9E36-4705E56A2CD3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408613"/>
              <a:ext cx="24890" cy="13509"/>
            </a:xfrm>
            <a:custGeom>
              <a:avLst/>
              <a:gdLst/>
              <a:ahLst/>
              <a:cxnLst/>
              <a:rect l="0" t="0" r="0" b="0"/>
              <a:pathLst>
                <a:path w="24890" h="13509">
                  <a:moveTo>
                    <a:pt x="0" y="0"/>
                  </a:moveTo>
                  <a:lnTo>
                    <a:pt x="24890" y="1350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7" name="Input_receptor__706">
              <a:extLst>
                <a:ext uri="{FF2B5EF4-FFF2-40B4-BE49-F238E27FC236}">
                  <a16:creationId xmlns:a16="http://schemas.microsoft.com/office/drawing/2014/main" id="{5F23D325-2808-D3C1-F88D-E9F278FAB2D7}"/>
                </a:ext>
              </a:extLst>
            </p:cNvPr>
            <p:cNvSpPr>
              <a:spLocks noGrp="1"/>
            </p:cNvSpPr>
            <p:nvPr/>
          </p:nvSpPr>
          <p:spPr>
            <a:xfrm>
              <a:off x="1760171" y="5254333"/>
              <a:ext cx="10457" cy="37676"/>
            </a:xfrm>
            <a:custGeom>
              <a:avLst/>
              <a:gdLst/>
              <a:ahLst/>
              <a:cxnLst/>
              <a:rect l="0" t="0" r="0" b="0"/>
              <a:pathLst>
                <a:path w="10457" h="37676">
                  <a:moveTo>
                    <a:pt x="0" y="0"/>
                  </a:moveTo>
                  <a:lnTo>
                    <a:pt x="10457" y="3767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8" name="Input_receptor__707">
              <a:extLst>
                <a:ext uri="{FF2B5EF4-FFF2-40B4-BE49-F238E27FC236}">
                  <a16:creationId xmlns:a16="http://schemas.microsoft.com/office/drawing/2014/main" id="{FC9E9ED4-9DE4-D88F-E86C-AAAA619C2FFB}"/>
                </a:ext>
              </a:extLst>
            </p:cNvPr>
            <p:cNvSpPr>
              <a:spLocks noGrp="1"/>
            </p:cNvSpPr>
            <p:nvPr/>
          </p:nvSpPr>
          <p:spPr>
            <a:xfrm>
              <a:off x="1293590" y="5288829"/>
              <a:ext cx="22803" cy="31552"/>
            </a:xfrm>
            <a:custGeom>
              <a:avLst/>
              <a:gdLst/>
              <a:ahLst/>
              <a:cxnLst/>
              <a:rect l="0" t="0" r="0" b="0"/>
              <a:pathLst>
                <a:path w="22803" h="31552">
                  <a:moveTo>
                    <a:pt x="0" y="31552"/>
                  </a:moveTo>
                  <a:lnTo>
                    <a:pt x="22803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9" name="Input_receptor__708">
              <a:extLst>
                <a:ext uri="{FF2B5EF4-FFF2-40B4-BE49-F238E27FC236}">
                  <a16:creationId xmlns:a16="http://schemas.microsoft.com/office/drawing/2014/main" id="{000C5F50-AD12-274A-53F3-D7B1B64391CC}"/>
                </a:ext>
              </a:extLst>
            </p:cNvPr>
            <p:cNvSpPr>
              <a:spLocks noGrp="1"/>
            </p:cNvSpPr>
            <p:nvPr/>
          </p:nvSpPr>
          <p:spPr>
            <a:xfrm>
              <a:off x="1059855" y="4341800"/>
              <a:ext cx="37903" cy="17984"/>
            </a:xfrm>
            <a:custGeom>
              <a:avLst/>
              <a:gdLst/>
              <a:ahLst/>
              <a:cxnLst/>
              <a:rect l="0" t="0" r="0" b="0"/>
              <a:pathLst>
                <a:path w="37903" h="17984">
                  <a:moveTo>
                    <a:pt x="37903" y="179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0" name="Input_receptor__709">
              <a:extLst>
                <a:ext uri="{FF2B5EF4-FFF2-40B4-BE49-F238E27FC236}">
                  <a16:creationId xmlns:a16="http://schemas.microsoft.com/office/drawing/2014/main" id="{3131435D-074D-7AB8-8313-F5F35CB4D5C1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4659"/>
              <a:ext cx="45045" cy="2139"/>
            </a:xfrm>
            <a:custGeom>
              <a:avLst/>
              <a:gdLst/>
              <a:ahLst/>
              <a:cxnLst/>
              <a:rect l="0" t="0" r="0" b="0"/>
              <a:pathLst>
                <a:path w="45045" h="2139">
                  <a:moveTo>
                    <a:pt x="0" y="2139"/>
                  </a:moveTo>
                  <a:lnTo>
                    <a:pt x="4504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1" name="Input_receptor__710">
              <a:extLst>
                <a:ext uri="{FF2B5EF4-FFF2-40B4-BE49-F238E27FC236}">
                  <a16:creationId xmlns:a16="http://schemas.microsoft.com/office/drawing/2014/main" id="{E38EF572-80C6-A2C4-C1A4-B15AEB4A34C7}"/>
                </a:ext>
              </a:extLst>
            </p:cNvPr>
            <p:cNvSpPr>
              <a:spLocks noGrp="1"/>
            </p:cNvSpPr>
            <p:nvPr/>
          </p:nvSpPr>
          <p:spPr>
            <a:xfrm>
              <a:off x="1172281" y="5540829"/>
              <a:ext cx="16149" cy="45091"/>
            </a:xfrm>
            <a:custGeom>
              <a:avLst/>
              <a:gdLst/>
              <a:ahLst/>
              <a:cxnLst/>
              <a:rect l="0" t="0" r="0" b="0"/>
              <a:pathLst>
                <a:path w="16149" h="45091">
                  <a:moveTo>
                    <a:pt x="0" y="45091"/>
                  </a:moveTo>
                  <a:lnTo>
                    <a:pt x="1614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2" name="Input_receptor__711">
              <a:extLst>
                <a:ext uri="{FF2B5EF4-FFF2-40B4-BE49-F238E27FC236}">
                  <a16:creationId xmlns:a16="http://schemas.microsoft.com/office/drawing/2014/main" id="{B7EB28B8-70DB-EC3D-69BA-DE58B5C032A6}"/>
                </a:ext>
              </a:extLst>
            </p:cNvPr>
            <p:cNvSpPr>
              <a:spLocks noGrp="1"/>
            </p:cNvSpPr>
            <p:nvPr/>
          </p:nvSpPr>
          <p:spPr>
            <a:xfrm>
              <a:off x="1187624" y="4818486"/>
              <a:ext cx="13278" cy="43602"/>
            </a:xfrm>
            <a:custGeom>
              <a:avLst/>
              <a:gdLst/>
              <a:ahLst/>
              <a:cxnLst/>
              <a:rect l="0" t="0" r="0" b="0"/>
              <a:pathLst>
                <a:path w="13278" h="43602">
                  <a:moveTo>
                    <a:pt x="13278" y="0"/>
                  </a:moveTo>
                  <a:lnTo>
                    <a:pt x="0" y="43602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3" name="Input_receptor__712">
              <a:extLst>
                <a:ext uri="{FF2B5EF4-FFF2-40B4-BE49-F238E27FC236}">
                  <a16:creationId xmlns:a16="http://schemas.microsoft.com/office/drawing/2014/main" id="{804831FF-B89C-10F3-4E1E-7FB67B776707}"/>
                </a:ext>
              </a:extLst>
            </p:cNvPr>
            <p:cNvSpPr>
              <a:spLocks noGrp="1"/>
            </p:cNvSpPr>
            <p:nvPr/>
          </p:nvSpPr>
          <p:spPr>
            <a:xfrm>
              <a:off x="1255936" y="4415226"/>
              <a:ext cx="11774" cy="44931"/>
            </a:xfrm>
            <a:custGeom>
              <a:avLst/>
              <a:gdLst/>
              <a:ahLst/>
              <a:cxnLst/>
              <a:rect l="0" t="0" r="0" b="0"/>
              <a:pathLst>
                <a:path w="11774" h="44931">
                  <a:moveTo>
                    <a:pt x="0" y="0"/>
                  </a:moveTo>
                  <a:lnTo>
                    <a:pt x="11774" y="44931"/>
                  </a:lnTo>
                </a:path>
              </a:pathLst>
            </a:custGeom>
            <a:noFill/>
            <a:ln w="20003">
              <a:solidFill>
                <a:srgbClr val="8092A1"/>
              </a:solidFill>
            </a:ln>
          </p:spPr>
        </p:sp>
        <p:sp>
          <p:nvSpPr>
            <p:cNvPr id="714" name="Input_receptor__713">
              <a:extLst>
                <a:ext uri="{FF2B5EF4-FFF2-40B4-BE49-F238E27FC236}">
                  <a16:creationId xmlns:a16="http://schemas.microsoft.com/office/drawing/2014/main" id="{29E9F971-2DB7-AC43-2092-9D02B39D4D5D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384240"/>
              <a:ext cx="5367" cy="46067"/>
            </a:xfrm>
            <a:custGeom>
              <a:avLst/>
              <a:gdLst/>
              <a:ahLst/>
              <a:cxnLst/>
              <a:rect l="0" t="0" r="0" b="0"/>
              <a:pathLst>
                <a:path w="5367" h="46067">
                  <a:moveTo>
                    <a:pt x="0" y="46067"/>
                  </a:moveTo>
                  <a:lnTo>
                    <a:pt x="5367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5" name="Input_receptor__714">
              <a:extLst>
                <a:ext uri="{FF2B5EF4-FFF2-40B4-BE49-F238E27FC236}">
                  <a16:creationId xmlns:a16="http://schemas.microsoft.com/office/drawing/2014/main" id="{8550E544-3AA5-C8B9-F196-BC0A63812663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41800"/>
              <a:ext cx="37897" cy="23112"/>
            </a:xfrm>
            <a:custGeom>
              <a:avLst/>
              <a:gdLst/>
              <a:ahLst/>
              <a:cxnLst/>
              <a:rect l="0" t="0" r="0" b="0"/>
              <a:pathLst>
                <a:path w="37897" h="23112">
                  <a:moveTo>
                    <a:pt x="37897" y="0"/>
                  </a:moveTo>
                  <a:lnTo>
                    <a:pt x="0" y="2311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6" name="Input_receptor__715">
              <a:extLst>
                <a:ext uri="{FF2B5EF4-FFF2-40B4-BE49-F238E27FC236}">
                  <a16:creationId xmlns:a16="http://schemas.microsoft.com/office/drawing/2014/main" id="{786A8BB3-283D-ABE6-13FB-143ABF4EB835}"/>
                </a:ext>
              </a:extLst>
            </p:cNvPr>
            <p:cNvSpPr>
              <a:spLocks noGrp="1"/>
            </p:cNvSpPr>
            <p:nvPr/>
          </p:nvSpPr>
          <p:spPr>
            <a:xfrm>
              <a:off x="1811816" y="5380855"/>
              <a:ext cx="45455" cy="14747"/>
            </a:xfrm>
            <a:custGeom>
              <a:avLst/>
              <a:gdLst/>
              <a:ahLst/>
              <a:cxnLst/>
              <a:rect l="0" t="0" r="0" b="0"/>
              <a:pathLst>
                <a:path w="45455" h="14747">
                  <a:moveTo>
                    <a:pt x="0" y="14747"/>
                  </a:moveTo>
                  <a:lnTo>
                    <a:pt x="45455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17" name="Input_receptor__716">
              <a:extLst>
                <a:ext uri="{FF2B5EF4-FFF2-40B4-BE49-F238E27FC236}">
                  <a16:creationId xmlns:a16="http://schemas.microsoft.com/office/drawing/2014/main" id="{62DFD11C-9DA0-48CA-A343-5E344A35D3D7}"/>
                </a:ext>
              </a:extLst>
            </p:cNvPr>
            <p:cNvSpPr>
              <a:spLocks noGrp="1"/>
            </p:cNvSpPr>
            <p:nvPr/>
          </p:nvSpPr>
          <p:spPr>
            <a:xfrm>
              <a:off x="1738707" y="5064659"/>
              <a:ext cx="11483" cy="40647"/>
            </a:xfrm>
            <a:custGeom>
              <a:avLst/>
              <a:gdLst/>
              <a:ahLst/>
              <a:cxnLst/>
              <a:rect l="0" t="0" r="0" b="0"/>
              <a:pathLst>
                <a:path w="11483" h="40647">
                  <a:moveTo>
                    <a:pt x="0" y="0"/>
                  </a:moveTo>
                  <a:lnTo>
                    <a:pt x="11483" y="4064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8" name="Input_receptor__717">
              <a:extLst>
                <a:ext uri="{FF2B5EF4-FFF2-40B4-BE49-F238E27FC236}">
                  <a16:creationId xmlns:a16="http://schemas.microsoft.com/office/drawing/2014/main" id="{9722550A-3329-EA97-9EC1-363FC9D70536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68511"/>
              <a:ext cx="3438" cy="6173"/>
            </a:xfrm>
            <a:custGeom>
              <a:avLst/>
              <a:gdLst/>
              <a:ahLst/>
              <a:cxnLst/>
              <a:rect l="0" t="0" r="0" b="0"/>
              <a:pathLst>
                <a:path w="3438" h="6173">
                  <a:moveTo>
                    <a:pt x="0" y="6173"/>
                  </a:moveTo>
                  <a:lnTo>
                    <a:pt x="3438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9" name="Input_receptor__718">
              <a:extLst>
                <a:ext uri="{FF2B5EF4-FFF2-40B4-BE49-F238E27FC236}">
                  <a16:creationId xmlns:a16="http://schemas.microsoft.com/office/drawing/2014/main" id="{4ADF7979-949C-8C9C-15FB-0EFCC1143A50}"/>
                </a:ext>
              </a:extLst>
            </p:cNvPr>
            <p:cNvSpPr>
              <a:spLocks noGrp="1"/>
            </p:cNvSpPr>
            <p:nvPr/>
          </p:nvSpPr>
          <p:spPr>
            <a:xfrm>
              <a:off x="1389525" y="5222246"/>
              <a:ext cx="13738" cy="26671"/>
            </a:xfrm>
            <a:custGeom>
              <a:avLst/>
              <a:gdLst/>
              <a:ahLst/>
              <a:cxnLst/>
              <a:rect l="0" t="0" r="0" b="0"/>
              <a:pathLst>
                <a:path w="13738" h="26671">
                  <a:moveTo>
                    <a:pt x="13738" y="26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0" name="Input_receptor__719">
              <a:extLst>
                <a:ext uri="{FF2B5EF4-FFF2-40B4-BE49-F238E27FC236}">
                  <a16:creationId xmlns:a16="http://schemas.microsoft.com/office/drawing/2014/main" id="{E42DA101-7F69-73C8-ABF2-E9A6710CAC58}"/>
                </a:ext>
              </a:extLst>
            </p:cNvPr>
            <p:cNvSpPr>
              <a:spLocks noGrp="1"/>
            </p:cNvSpPr>
            <p:nvPr/>
          </p:nvSpPr>
          <p:spPr>
            <a:xfrm>
              <a:off x="1240110" y="5335332"/>
              <a:ext cx="3440" cy="48015"/>
            </a:xfrm>
            <a:custGeom>
              <a:avLst/>
              <a:gdLst/>
              <a:ahLst/>
              <a:cxnLst/>
              <a:rect l="0" t="0" r="0" b="0"/>
              <a:pathLst>
                <a:path w="3440" h="48015">
                  <a:moveTo>
                    <a:pt x="3440" y="0"/>
                  </a:moveTo>
                  <a:lnTo>
                    <a:pt x="0" y="48015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1" name="Input_receptor__720">
              <a:extLst>
                <a:ext uri="{FF2B5EF4-FFF2-40B4-BE49-F238E27FC236}">
                  <a16:creationId xmlns:a16="http://schemas.microsoft.com/office/drawing/2014/main" id="{65E57D47-9E00-1037-FE61-38D130780ABF}"/>
                </a:ext>
              </a:extLst>
            </p:cNvPr>
            <p:cNvSpPr>
              <a:spLocks noGrp="1"/>
            </p:cNvSpPr>
            <p:nvPr/>
          </p:nvSpPr>
          <p:spPr>
            <a:xfrm>
              <a:off x="1737134" y="5408944"/>
              <a:ext cx="21614" cy="35592"/>
            </a:xfrm>
            <a:custGeom>
              <a:avLst/>
              <a:gdLst/>
              <a:ahLst/>
              <a:cxnLst/>
              <a:rect l="0" t="0" r="0" b="0"/>
              <a:pathLst>
                <a:path w="21614" h="35592">
                  <a:moveTo>
                    <a:pt x="0" y="0"/>
                  </a:moveTo>
                  <a:lnTo>
                    <a:pt x="21614" y="35592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2" name="Input_receptor__721">
              <a:extLst>
                <a:ext uri="{FF2B5EF4-FFF2-40B4-BE49-F238E27FC236}">
                  <a16:creationId xmlns:a16="http://schemas.microsoft.com/office/drawing/2014/main" id="{F10218D3-FB67-EF1C-520A-5CC85D4A8978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05306"/>
              <a:ext cx="37973" cy="23410"/>
            </a:xfrm>
            <a:custGeom>
              <a:avLst/>
              <a:gdLst/>
              <a:ahLst/>
              <a:cxnLst/>
              <a:rect l="0" t="0" r="0" b="0"/>
              <a:pathLst>
                <a:path w="37973" h="23410">
                  <a:moveTo>
                    <a:pt x="37973" y="0"/>
                  </a:moveTo>
                  <a:lnTo>
                    <a:pt x="0" y="2341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3" name="Input_receptor__722">
              <a:extLst>
                <a:ext uri="{FF2B5EF4-FFF2-40B4-BE49-F238E27FC236}">
                  <a16:creationId xmlns:a16="http://schemas.microsoft.com/office/drawing/2014/main" id="{C816817F-7830-6CB5-1A97-1C88E25AF90B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18239" cy="12477"/>
            </a:xfrm>
            <a:custGeom>
              <a:avLst/>
              <a:gdLst/>
              <a:ahLst/>
              <a:cxnLst/>
              <a:rect l="0" t="0" r="0" b="0"/>
              <a:pathLst>
                <a:path w="18239" h="12477">
                  <a:moveTo>
                    <a:pt x="0" y="0"/>
                  </a:moveTo>
                  <a:lnTo>
                    <a:pt x="18239" y="1247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4" name="Input_receptor__723">
              <a:extLst>
                <a:ext uri="{FF2B5EF4-FFF2-40B4-BE49-F238E27FC236}">
                  <a16:creationId xmlns:a16="http://schemas.microsoft.com/office/drawing/2014/main" id="{3FA4916E-C6E6-35BA-9F12-BB31EE72E40B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78818"/>
              <a:ext cx="1953" cy="31047"/>
            </a:xfrm>
            <a:custGeom>
              <a:avLst/>
              <a:gdLst/>
              <a:ahLst/>
              <a:cxnLst/>
              <a:rect l="0" t="0" r="0" b="0"/>
              <a:pathLst>
                <a:path w="1953" h="31047">
                  <a:moveTo>
                    <a:pt x="0" y="31047"/>
                  </a:moveTo>
                  <a:lnTo>
                    <a:pt x="1953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5" name="Input_receptor__724">
              <a:extLst>
                <a:ext uri="{FF2B5EF4-FFF2-40B4-BE49-F238E27FC236}">
                  <a16:creationId xmlns:a16="http://schemas.microsoft.com/office/drawing/2014/main" id="{6E9E6AAB-6D4B-F56F-FC13-D13BCC962791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12660" cy="999"/>
            </a:xfrm>
            <a:custGeom>
              <a:avLst/>
              <a:gdLst/>
              <a:ahLst/>
              <a:cxnLst/>
              <a:rect l="0" t="0" r="0" b="0"/>
              <a:pathLst>
                <a:path w="12660" h="999">
                  <a:moveTo>
                    <a:pt x="0" y="0"/>
                  </a:moveTo>
                  <a:lnTo>
                    <a:pt x="12660" y="99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6" name="Input_receptor__725">
              <a:extLst>
                <a:ext uri="{FF2B5EF4-FFF2-40B4-BE49-F238E27FC236}">
                  <a16:creationId xmlns:a16="http://schemas.microsoft.com/office/drawing/2014/main" id="{A4BE4EF2-A5DB-CB5C-A7AC-DDEC16D34025}"/>
                </a:ext>
              </a:extLst>
            </p:cNvPr>
            <p:cNvSpPr>
              <a:spLocks noGrp="1"/>
            </p:cNvSpPr>
            <p:nvPr/>
          </p:nvSpPr>
          <p:spPr>
            <a:xfrm>
              <a:off x="1283867" y="5254945"/>
              <a:ext cx="32526" cy="33884"/>
            </a:xfrm>
            <a:custGeom>
              <a:avLst/>
              <a:gdLst/>
              <a:ahLst/>
              <a:cxnLst/>
              <a:rect l="0" t="0" r="0" b="0"/>
              <a:pathLst>
                <a:path w="32526" h="33884">
                  <a:moveTo>
                    <a:pt x="32526" y="338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7" name="Input_receptor__726">
              <a:extLst>
                <a:ext uri="{FF2B5EF4-FFF2-40B4-BE49-F238E27FC236}">
                  <a16:creationId xmlns:a16="http://schemas.microsoft.com/office/drawing/2014/main" id="{CB2982F3-5E7D-65FF-29D6-E0D49EAD503B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54945"/>
              <a:ext cx="36645" cy="28817"/>
            </a:xfrm>
            <a:custGeom>
              <a:avLst/>
              <a:gdLst/>
              <a:ahLst/>
              <a:cxnLst/>
              <a:rect l="0" t="0" r="0" b="0"/>
              <a:pathLst>
                <a:path w="36645" h="28817">
                  <a:moveTo>
                    <a:pt x="36645" y="0"/>
                  </a:moveTo>
                  <a:lnTo>
                    <a:pt x="0" y="2881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8" name="Input_receptor__727">
              <a:extLst>
                <a:ext uri="{FF2B5EF4-FFF2-40B4-BE49-F238E27FC236}">
                  <a16:creationId xmlns:a16="http://schemas.microsoft.com/office/drawing/2014/main" id="{350755E0-9272-FF6A-8E08-4E40E0DCD439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72592"/>
              <a:ext cx="37452" cy="10037"/>
            </a:xfrm>
            <a:custGeom>
              <a:avLst/>
              <a:gdLst/>
              <a:ahLst/>
              <a:cxnLst/>
              <a:rect l="0" t="0" r="0" b="0"/>
              <a:pathLst>
                <a:path w="37452" h="10037">
                  <a:moveTo>
                    <a:pt x="37452" y="0"/>
                  </a:moveTo>
                  <a:lnTo>
                    <a:pt x="0" y="1003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9" name="Input_receptor__728">
              <a:extLst>
                <a:ext uri="{FF2B5EF4-FFF2-40B4-BE49-F238E27FC236}">
                  <a16:creationId xmlns:a16="http://schemas.microsoft.com/office/drawing/2014/main" id="{EBD244F7-F530-B001-9357-B4585F4851D2}"/>
                </a:ext>
              </a:extLst>
            </p:cNvPr>
            <p:cNvSpPr>
              <a:spLocks noGrp="1"/>
            </p:cNvSpPr>
            <p:nvPr/>
          </p:nvSpPr>
          <p:spPr>
            <a:xfrm>
              <a:off x="1845555" y="5182270"/>
              <a:ext cx="10375" cy="46578"/>
            </a:xfrm>
            <a:custGeom>
              <a:avLst/>
              <a:gdLst/>
              <a:ahLst/>
              <a:cxnLst/>
              <a:rect l="0" t="0" r="0" b="0"/>
              <a:pathLst>
                <a:path w="10375" h="46578">
                  <a:moveTo>
                    <a:pt x="10375" y="465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0" name="Input_receptor__729">
              <a:extLst>
                <a:ext uri="{FF2B5EF4-FFF2-40B4-BE49-F238E27FC236}">
                  <a16:creationId xmlns:a16="http://schemas.microsoft.com/office/drawing/2014/main" id="{1ADE5754-D972-94CA-DE9A-2F9A6B2B0620}"/>
                </a:ext>
              </a:extLst>
            </p:cNvPr>
            <p:cNvSpPr>
              <a:spLocks noGrp="1"/>
            </p:cNvSpPr>
            <p:nvPr/>
          </p:nvSpPr>
          <p:spPr>
            <a:xfrm>
              <a:off x="1267710" y="4460157"/>
              <a:ext cx="35942" cy="14554"/>
            </a:xfrm>
            <a:custGeom>
              <a:avLst/>
              <a:gdLst/>
              <a:ahLst/>
              <a:cxnLst/>
              <a:rect l="0" t="0" r="0" b="0"/>
              <a:pathLst>
                <a:path w="35942" h="14554">
                  <a:moveTo>
                    <a:pt x="0" y="0"/>
                  </a:moveTo>
                  <a:lnTo>
                    <a:pt x="35942" y="1455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1" name="Input_receptor__730">
              <a:extLst>
                <a:ext uri="{FF2B5EF4-FFF2-40B4-BE49-F238E27FC236}">
                  <a16:creationId xmlns:a16="http://schemas.microsoft.com/office/drawing/2014/main" id="{EC0D7CD1-438A-63B5-6746-3DB95BD2C099}"/>
                </a:ext>
              </a:extLst>
            </p:cNvPr>
            <p:cNvSpPr>
              <a:spLocks noGrp="1"/>
            </p:cNvSpPr>
            <p:nvPr/>
          </p:nvSpPr>
          <p:spPr>
            <a:xfrm>
              <a:off x="1328236" y="5172592"/>
              <a:ext cx="34798" cy="8842"/>
            </a:xfrm>
            <a:custGeom>
              <a:avLst/>
              <a:gdLst/>
              <a:ahLst/>
              <a:cxnLst/>
              <a:rect l="0" t="0" r="0" b="0"/>
              <a:pathLst>
                <a:path w="34798" h="8842">
                  <a:moveTo>
                    <a:pt x="34798" y="8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2" name="Input_receptor__731">
              <a:extLst>
                <a:ext uri="{FF2B5EF4-FFF2-40B4-BE49-F238E27FC236}">
                  <a16:creationId xmlns:a16="http://schemas.microsoft.com/office/drawing/2014/main" id="{15F40F45-53DC-C505-FF94-22A4EC3EA310}"/>
                </a:ext>
              </a:extLst>
            </p:cNvPr>
            <p:cNvSpPr>
              <a:spLocks noGrp="1"/>
            </p:cNvSpPr>
            <p:nvPr/>
          </p:nvSpPr>
          <p:spPr>
            <a:xfrm>
              <a:off x="1212397" y="4394667"/>
              <a:ext cx="43539" cy="20559"/>
            </a:xfrm>
            <a:custGeom>
              <a:avLst/>
              <a:gdLst/>
              <a:ahLst/>
              <a:cxnLst/>
              <a:rect l="0" t="0" r="0" b="0"/>
              <a:pathLst>
                <a:path w="43539" h="20559">
                  <a:moveTo>
                    <a:pt x="0" y="0"/>
                  </a:moveTo>
                  <a:lnTo>
                    <a:pt x="43539" y="2055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3" name="Input_receptor__732">
              <a:extLst>
                <a:ext uri="{FF2B5EF4-FFF2-40B4-BE49-F238E27FC236}">
                  <a16:creationId xmlns:a16="http://schemas.microsoft.com/office/drawing/2014/main" id="{C5CCB385-4C30-982C-AE88-197C9A34A474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76131"/>
              <a:ext cx="32480" cy="19881"/>
            </a:xfrm>
            <a:custGeom>
              <a:avLst/>
              <a:gdLst/>
              <a:ahLst/>
              <a:cxnLst/>
              <a:rect l="0" t="0" r="0" b="0"/>
              <a:pathLst>
                <a:path w="32480" h="19881">
                  <a:moveTo>
                    <a:pt x="32480" y="0"/>
                  </a:moveTo>
                  <a:lnTo>
                    <a:pt x="0" y="19881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4" name="Input_receptor__733">
              <a:extLst>
                <a:ext uri="{FF2B5EF4-FFF2-40B4-BE49-F238E27FC236}">
                  <a16:creationId xmlns:a16="http://schemas.microsoft.com/office/drawing/2014/main" id="{38FB427B-2630-8C7D-309B-7B017E81753C}"/>
                </a:ext>
              </a:extLst>
            </p:cNvPr>
            <p:cNvSpPr>
              <a:spLocks noGrp="1"/>
            </p:cNvSpPr>
            <p:nvPr/>
          </p:nvSpPr>
          <p:spPr>
            <a:xfrm>
              <a:off x="1790795" y="4840413"/>
              <a:ext cx="41413" cy="24654"/>
            </a:xfrm>
            <a:custGeom>
              <a:avLst/>
              <a:gdLst/>
              <a:ahLst/>
              <a:cxnLst/>
              <a:rect l="0" t="0" r="0" b="0"/>
              <a:pathLst>
                <a:path w="41413" h="24654">
                  <a:moveTo>
                    <a:pt x="41413" y="24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5" name="Input_receptor__734">
              <a:extLst>
                <a:ext uri="{FF2B5EF4-FFF2-40B4-BE49-F238E27FC236}">
                  <a16:creationId xmlns:a16="http://schemas.microsoft.com/office/drawing/2014/main" id="{BD4FE92F-8475-DFAA-9338-340E2B68C57E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36483"/>
              <a:ext cx="144" cy="46086"/>
            </a:xfrm>
            <a:custGeom>
              <a:avLst/>
              <a:gdLst/>
              <a:ahLst/>
              <a:cxnLst/>
              <a:rect l="0" t="0" r="0" b="0"/>
              <a:pathLst>
                <a:path w="144" h="46086">
                  <a:moveTo>
                    <a:pt x="0" y="46086"/>
                  </a:moveTo>
                  <a:lnTo>
                    <a:pt x="144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6" name="Input_receptor__735">
              <a:extLst>
                <a:ext uri="{FF2B5EF4-FFF2-40B4-BE49-F238E27FC236}">
                  <a16:creationId xmlns:a16="http://schemas.microsoft.com/office/drawing/2014/main" id="{9136CF38-3D77-B091-A73F-231735728AAC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595160"/>
              <a:ext cx="22555" cy="38238"/>
            </a:xfrm>
            <a:custGeom>
              <a:avLst/>
              <a:gdLst/>
              <a:ahLst/>
              <a:cxnLst/>
              <a:rect l="0" t="0" r="0" b="0"/>
              <a:pathLst>
                <a:path w="22555" h="38238">
                  <a:moveTo>
                    <a:pt x="0" y="38238"/>
                  </a:moveTo>
                  <a:lnTo>
                    <a:pt x="22555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7" name="Input_receptor__736">
              <a:extLst>
                <a:ext uri="{FF2B5EF4-FFF2-40B4-BE49-F238E27FC236}">
                  <a16:creationId xmlns:a16="http://schemas.microsoft.com/office/drawing/2014/main" id="{63C26745-0A5A-0761-2034-F4D624FB6230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93289"/>
              <a:ext cx="6879" cy="27684"/>
            </a:xfrm>
            <a:custGeom>
              <a:avLst/>
              <a:gdLst/>
              <a:ahLst/>
              <a:cxnLst/>
              <a:rect l="0" t="0" r="0" b="0"/>
              <a:pathLst>
                <a:path w="6879" h="27684">
                  <a:moveTo>
                    <a:pt x="6879" y="0"/>
                  </a:moveTo>
                  <a:lnTo>
                    <a:pt x="0" y="2768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8" name="Input_receptor__737">
              <a:extLst>
                <a:ext uri="{FF2B5EF4-FFF2-40B4-BE49-F238E27FC236}">
                  <a16:creationId xmlns:a16="http://schemas.microsoft.com/office/drawing/2014/main" id="{31A9BCF3-8994-C0E6-1706-DF4275A75021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48917"/>
              <a:ext cx="20882" cy="38777"/>
            </a:xfrm>
            <a:custGeom>
              <a:avLst/>
              <a:gdLst/>
              <a:ahLst/>
              <a:cxnLst/>
              <a:rect l="0" t="0" r="0" b="0"/>
              <a:pathLst>
                <a:path w="20882" h="38777">
                  <a:moveTo>
                    <a:pt x="0" y="38777"/>
                  </a:moveTo>
                  <a:lnTo>
                    <a:pt x="20882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9" name="Input_receptor__738">
              <a:extLst>
                <a:ext uri="{FF2B5EF4-FFF2-40B4-BE49-F238E27FC236}">
                  <a16:creationId xmlns:a16="http://schemas.microsoft.com/office/drawing/2014/main" id="{2623969F-C499-739C-5980-6D9396F61BD7}"/>
                </a:ext>
              </a:extLst>
            </p:cNvPr>
            <p:cNvSpPr>
              <a:spLocks noGrp="1"/>
            </p:cNvSpPr>
            <p:nvPr/>
          </p:nvSpPr>
          <p:spPr>
            <a:xfrm>
              <a:off x="1764879" y="4892769"/>
              <a:ext cx="27875" cy="38231"/>
            </a:xfrm>
            <a:custGeom>
              <a:avLst/>
              <a:gdLst/>
              <a:ahLst/>
              <a:cxnLst/>
              <a:rect l="0" t="0" r="0" b="0"/>
              <a:pathLst>
                <a:path w="27875" h="38231">
                  <a:moveTo>
                    <a:pt x="27875" y="382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0" name="Input_receptor__739">
              <a:extLst>
                <a:ext uri="{FF2B5EF4-FFF2-40B4-BE49-F238E27FC236}">
                  <a16:creationId xmlns:a16="http://schemas.microsoft.com/office/drawing/2014/main" id="{3B6DA7BC-7187-F595-D6B2-7D825453D01C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223986"/>
              <a:ext cx="443" cy="13610"/>
            </a:xfrm>
            <a:custGeom>
              <a:avLst/>
              <a:gdLst/>
              <a:ahLst/>
              <a:cxnLst/>
              <a:rect l="0" t="0" r="0" b="0"/>
              <a:pathLst>
                <a:path w="443" h="13610">
                  <a:moveTo>
                    <a:pt x="443" y="136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1" name="Input_receptor__740">
              <a:extLst>
                <a:ext uri="{FF2B5EF4-FFF2-40B4-BE49-F238E27FC236}">
                  <a16:creationId xmlns:a16="http://schemas.microsoft.com/office/drawing/2014/main" id="{57BA8396-6309-1B5E-20F9-11540F58F4E6}"/>
                </a:ext>
              </a:extLst>
            </p:cNvPr>
            <p:cNvSpPr>
              <a:spLocks noGrp="1"/>
            </p:cNvSpPr>
            <p:nvPr/>
          </p:nvSpPr>
          <p:spPr>
            <a:xfrm>
              <a:off x="1168981" y="5133774"/>
              <a:ext cx="973" cy="42357"/>
            </a:xfrm>
            <a:custGeom>
              <a:avLst/>
              <a:gdLst/>
              <a:ahLst/>
              <a:cxnLst/>
              <a:rect l="0" t="0" r="0" b="0"/>
              <a:pathLst>
                <a:path w="973" h="42357">
                  <a:moveTo>
                    <a:pt x="973" y="0"/>
                  </a:moveTo>
                  <a:lnTo>
                    <a:pt x="0" y="4235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2" name="Input_receptor__741">
              <a:extLst>
                <a:ext uri="{FF2B5EF4-FFF2-40B4-BE49-F238E27FC236}">
                  <a16:creationId xmlns:a16="http://schemas.microsoft.com/office/drawing/2014/main" id="{657F4CE0-3AE2-7659-369F-7AC3B00A9F07}"/>
                </a:ext>
              </a:extLst>
            </p:cNvPr>
            <p:cNvSpPr>
              <a:spLocks noGrp="1"/>
            </p:cNvSpPr>
            <p:nvPr/>
          </p:nvSpPr>
          <p:spPr>
            <a:xfrm>
              <a:off x="1298342" y="5595160"/>
              <a:ext cx="40475" cy="12042"/>
            </a:xfrm>
            <a:custGeom>
              <a:avLst/>
              <a:gdLst/>
              <a:ahLst/>
              <a:cxnLst/>
              <a:rect l="0" t="0" r="0" b="0"/>
              <a:pathLst>
                <a:path w="40475" h="12042">
                  <a:moveTo>
                    <a:pt x="0" y="0"/>
                  </a:moveTo>
                  <a:lnTo>
                    <a:pt x="40475" y="1204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3" name="Input_receptor__742">
              <a:extLst>
                <a:ext uri="{FF2B5EF4-FFF2-40B4-BE49-F238E27FC236}">
                  <a16:creationId xmlns:a16="http://schemas.microsoft.com/office/drawing/2014/main" id="{6AC07400-2D58-BD71-C718-CF67F1BE9145}"/>
                </a:ext>
              </a:extLst>
            </p:cNvPr>
            <p:cNvSpPr>
              <a:spLocks noGrp="1"/>
            </p:cNvSpPr>
            <p:nvPr/>
          </p:nvSpPr>
          <p:spPr>
            <a:xfrm>
              <a:off x="1095008" y="4938874"/>
              <a:ext cx="33892" cy="28078"/>
            </a:xfrm>
            <a:custGeom>
              <a:avLst/>
              <a:gdLst/>
              <a:ahLst/>
              <a:cxnLst/>
              <a:rect l="0" t="0" r="0" b="0"/>
              <a:pathLst>
                <a:path w="33892" h="28078">
                  <a:moveTo>
                    <a:pt x="33892" y="280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44" name="Input_receptor__743">
              <a:extLst>
                <a:ext uri="{FF2B5EF4-FFF2-40B4-BE49-F238E27FC236}">
                  <a16:creationId xmlns:a16="http://schemas.microsoft.com/office/drawing/2014/main" id="{5F4F4C45-77B5-8D4B-B17D-46E95385B94B}"/>
                </a:ext>
              </a:extLst>
            </p:cNvPr>
            <p:cNvSpPr>
              <a:spLocks noGrp="1"/>
            </p:cNvSpPr>
            <p:nvPr/>
          </p:nvSpPr>
          <p:spPr>
            <a:xfrm>
              <a:off x="1045652" y="4401083"/>
              <a:ext cx="14746" cy="5755"/>
            </a:xfrm>
            <a:custGeom>
              <a:avLst/>
              <a:gdLst/>
              <a:ahLst/>
              <a:cxnLst/>
              <a:rect l="0" t="0" r="0" b="0"/>
              <a:pathLst>
                <a:path w="14746" h="5755">
                  <a:moveTo>
                    <a:pt x="0" y="5755"/>
                  </a:moveTo>
                  <a:lnTo>
                    <a:pt x="14746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5" name="Input_receptor__744">
              <a:extLst>
                <a:ext uri="{FF2B5EF4-FFF2-40B4-BE49-F238E27FC236}">
                  <a16:creationId xmlns:a16="http://schemas.microsoft.com/office/drawing/2014/main" id="{E9EDD32D-4B4A-6AE7-8BA5-788F5BB89C08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21821"/>
              <a:ext cx="28224" cy="3728"/>
            </a:xfrm>
            <a:custGeom>
              <a:avLst/>
              <a:gdLst/>
              <a:ahLst/>
              <a:cxnLst/>
              <a:rect l="0" t="0" r="0" b="0"/>
              <a:pathLst>
                <a:path w="28224" h="3728">
                  <a:moveTo>
                    <a:pt x="0" y="0"/>
                  </a:moveTo>
                  <a:lnTo>
                    <a:pt x="28224" y="3728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6" name="Input_receptor__745">
              <a:extLst>
                <a:ext uri="{FF2B5EF4-FFF2-40B4-BE49-F238E27FC236}">
                  <a16:creationId xmlns:a16="http://schemas.microsoft.com/office/drawing/2014/main" id="{F95D8FC0-22BB-1C60-949B-47AA9D7B2BF1}"/>
                </a:ext>
              </a:extLst>
            </p:cNvPr>
            <p:cNvSpPr>
              <a:spLocks noGrp="1"/>
            </p:cNvSpPr>
            <p:nvPr/>
          </p:nvSpPr>
          <p:spPr>
            <a:xfrm>
              <a:off x="1071558" y="4900496"/>
              <a:ext cx="23450" cy="38378"/>
            </a:xfrm>
            <a:custGeom>
              <a:avLst/>
              <a:gdLst/>
              <a:ahLst/>
              <a:cxnLst/>
              <a:rect l="0" t="0" r="0" b="0"/>
              <a:pathLst>
                <a:path w="23450" h="38378">
                  <a:moveTo>
                    <a:pt x="23450" y="383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293A1"/>
              </a:solidFill>
            </a:ln>
          </p:spPr>
        </p:sp>
        <p:sp>
          <p:nvSpPr>
            <p:cNvPr id="747" name="Input_receptor__746">
              <a:extLst>
                <a:ext uri="{FF2B5EF4-FFF2-40B4-BE49-F238E27FC236}">
                  <a16:creationId xmlns:a16="http://schemas.microsoft.com/office/drawing/2014/main" id="{A32B71D5-0268-F459-A006-2E1F77089FEF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214229"/>
              <a:ext cx="34374" cy="13207"/>
            </a:xfrm>
            <a:custGeom>
              <a:avLst/>
              <a:gdLst/>
              <a:ahLst/>
              <a:cxnLst/>
              <a:rect l="0" t="0" r="0" b="0"/>
              <a:pathLst>
                <a:path w="34374" h="13207">
                  <a:moveTo>
                    <a:pt x="0" y="13207"/>
                  </a:moveTo>
                  <a:lnTo>
                    <a:pt x="34374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8" name="Input_receptor__747">
              <a:extLst>
                <a:ext uri="{FF2B5EF4-FFF2-40B4-BE49-F238E27FC236}">
                  <a16:creationId xmlns:a16="http://schemas.microsoft.com/office/drawing/2014/main" id="{0D430313-5F86-477F-7331-C7F75109B9F8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9548" cy="21186"/>
            </a:xfrm>
            <a:custGeom>
              <a:avLst/>
              <a:gdLst/>
              <a:ahLst/>
              <a:cxnLst/>
              <a:rect l="0" t="0" r="0" b="0"/>
              <a:pathLst>
                <a:path w="29548" h="21186">
                  <a:moveTo>
                    <a:pt x="0" y="0"/>
                  </a:moveTo>
                  <a:lnTo>
                    <a:pt x="29548" y="21186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49" name="Input_receptor__748">
              <a:extLst>
                <a:ext uri="{FF2B5EF4-FFF2-40B4-BE49-F238E27FC236}">
                  <a16:creationId xmlns:a16="http://schemas.microsoft.com/office/drawing/2014/main" id="{68AE1609-F275-BEAB-B403-5F250E649A8F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53698"/>
              <a:ext cx="15065" cy="3472"/>
            </a:xfrm>
            <a:custGeom>
              <a:avLst/>
              <a:gdLst/>
              <a:ahLst/>
              <a:cxnLst/>
              <a:rect l="0" t="0" r="0" b="0"/>
              <a:pathLst>
                <a:path w="15065" h="3472">
                  <a:moveTo>
                    <a:pt x="15065" y="0"/>
                  </a:moveTo>
                  <a:lnTo>
                    <a:pt x="0" y="3472"/>
                  </a:lnTo>
                </a:path>
              </a:pathLst>
            </a:custGeom>
            <a:noFill/>
            <a:ln w="8096">
              <a:solidFill>
                <a:srgbClr val="8294A1"/>
              </a:solidFill>
            </a:ln>
          </p:spPr>
        </p:sp>
        <p:sp>
          <p:nvSpPr>
            <p:cNvPr id="750" name="Input_receptor__749">
              <a:extLst>
                <a:ext uri="{FF2B5EF4-FFF2-40B4-BE49-F238E27FC236}">
                  <a16:creationId xmlns:a16="http://schemas.microsoft.com/office/drawing/2014/main" id="{BAC806B0-0DCA-6D15-01B2-DF3428D10B1E}"/>
                </a:ext>
              </a:extLst>
            </p:cNvPr>
            <p:cNvSpPr>
              <a:spLocks noGrp="1"/>
            </p:cNvSpPr>
            <p:nvPr/>
          </p:nvSpPr>
          <p:spPr>
            <a:xfrm>
              <a:off x="1699244" y="5214229"/>
              <a:ext cx="30592" cy="16519"/>
            </a:xfrm>
            <a:custGeom>
              <a:avLst/>
              <a:gdLst/>
              <a:ahLst/>
              <a:cxnLst/>
              <a:rect l="0" t="0" r="0" b="0"/>
              <a:pathLst>
                <a:path w="30592" h="16519">
                  <a:moveTo>
                    <a:pt x="0" y="0"/>
                  </a:moveTo>
                  <a:lnTo>
                    <a:pt x="30592" y="16519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1" name="Input_receptor__750">
              <a:extLst>
                <a:ext uri="{FF2B5EF4-FFF2-40B4-BE49-F238E27FC236}">
                  <a16:creationId xmlns:a16="http://schemas.microsoft.com/office/drawing/2014/main" id="{B64B49DC-6E3B-9BFF-DAFF-C3AA201490B4}"/>
                </a:ext>
              </a:extLst>
            </p:cNvPr>
            <p:cNvSpPr>
              <a:spLocks noGrp="1"/>
            </p:cNvSpPr>
            <p:nvPr/>
          </p:nvSpPr>
          <p:spPr>
            <a:xfrm>
              <a:off x="1128901" y="4952620"/>
              <a:ext cx="37589" cy="14332"/>
            </a:xfrm>
            <a:custGeom>
              <a:avLst/>
              <a:gdLst/>
              <a:ahLst/>
              <a:cxnLst/>
              <a:rect l="0" t="0" r="0" b="0"/>
              <a:pathLst>
                <a:path w="37589" h="14332">
                  <a:moveTo>
                    <a:pt x="37589" y="0"/>
                  </a:moveTo>
                  <a:lnTo>
                    <a:pt x="0" y="14332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2" name="Input_receptor__751">
              <a:extLst>
                <a:ext uri="{FF2B5EF4-FFF2-40B4-BE49-F238E27FC236}">
                  <a16:creationId xmlns:a16="http://schemas.microsoft.com/office/drawing/2014/main" id="{66B95FE2-1C82-5557-FAC7-18D6B7420105}"/>
                </a:ext>
              </a:extLst>
            </p:cNvPr>
            <p:cNvSpPr>
              <a:spLocks noGrp="1"/>
            </p:cNvSpPr>
            <p:nvPr/>
          </p:nvSpPr>
          <p:spPr>
            <a:xfrm>
              <a:off x="1333221" y="5607201"/>
              <a:ext cx="5596" cy="45823"/>
            </a:xfrm>
            <a:custGeom>
              <a:avLst/>
              <a:gdLst/>
              <a:ahLst/>
              <a:cxnLst/>
              <a:rect l="0" t="0" r="0" b="0"/>
              <a:pathLst>
                <a:path w="5596" h="45823">
                  <a:moveTo>
                    <a:pt x="5596" y="0"/>
                  </a:moveTo>
                  <a:lnTo>
                    <a:pt x="0" y="45823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3" name="Input_receptor__752">
              <a:extLst>
                <a:ext uri="{FF2B5EF4-FFF2-40B4-BE49-F238E27FC236}">
                  <a16:creationId xmlns:a16="http://schemas.microsoft.com/office/drawing/2014/main" id="{02398DF7-F913-E126-A21F-798E7E6297E6}"/>
                </a:ext>
              </a:extLst>
            </p:cNvPr>
            <p:cNvSpPr>
              <a:spLocks noGrp="1"/>
            </p:cNvSpPr>
            <p:nvPr/>
          </p:nvSpPr>
          <p:spPr>
            <a:xfrm>
              <a:off x="1857271" y="5348405"/>
              <a:ext cx="22151" cy="32450"/>
            </a:xfrm>
            <a:custGeom>
              <a:avLst/>
              <a:gdLst/>
              <a:ahLst/>
              <a:cxnLst/>
              <a:rect l="0" t="0" r="0" b="0"/>
              <a:pathLst>
                <a:path w="22151" h="32450">
                  <a:moveTo>
                    <a:pt x="0" y="32450"/>
                  </a:moveTo>
                  <a:lnTo>
                    <a:pt x="22151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4" name="Input_receptor__753">
              <a:extLst>
                <a:ext uri="{FF2B5EF4-FFF2-40B4-BE49-F238E27FC236}">
                  <a16:creationId xmlns:a16="http://schemas.microsoft.com/office/drawing/2014/main" id="{AB7A379C-6E46-D1F7-90E4-944450651D9E}"/>
                </a:ext>
              </a:extLst>
            </p:cNvPr>
            <p:cNvSpPr>
              <a:spLocks noGrp="1"/>
            </p:cNvSpPr>
            <p:nvPr/>
          </p:nvSpPr>
          <p:spPr>
            <a:xfrm>
              <a:off x="1525891" y="4625016"/>
              <a:ext cx="36699" cy="18773"/>
            </a:xfrm>
            <a:custGeom>
              <a:avLst/>
              <a:gdLst/>
              <a:ahLst/>
              <a:cxnLst/>
              <a:rect l="0" t="0" r="0" b="0"/>
              <a:pathLst>
                <a:path w="36699" h="18773">
                  <a:moveTo>
                    <a:pt x="36699" y="0"/>
                  </a:moveTo>
                  <a:lnTo>
                    <a:pt x="0" y="18773"/>
                  </a:lnTo>
                </a:path>
              </a:pathLst>
            </a:custGeom>
            <a:noFill/>
            <a:ln w="8096">
              <a:solidFill>
                <a:srgbClr val="8294A2"/>
              </a:solidFill>
            </a:ln>
          </p:spPr>
        </p:sp>
        <p:sp>
          <p:nvSpPr>
            <p:cNvPr id="755" name="Input_receptor__754">
              <a:extLst>
                <a:ext uri="{FF2B5EF4-FFF2-40B4-BE49-F238E27FC236}">
                  <a16:creationId xmlns:a16="http://schemas.microsoft.com/office/drawing/2014/main" id="{B840BF0E-F97E-9945-DB32-508F0CB4133A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39604" cy="2032"/>
            </a:xfrm>
            <a:custGeom>
              <a:avLst/>
              <a:gdLst/>
              <a:ahLst/>
              <a:cxnLst/>
              <a:rect l="0" t="0" r="0" b="0"/>
              <a:pathLst>
                <a:path w="39604" h="2032">
                  <a:moveTo>
                    <a:pt x="0" y="0"/>
                  </a:moveTo>
                  <a:lnTo>
                    <a:pt x="39604" y="2032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6" name="Input_receptor__755">
              <a:extLst>
                <a:ext uri="{FF2B5EF4-FFF2-40B4-BE49-F238E27FC236}">
                  <a16:creationId xmlns:a16="http://schemas.microsoft.com/office/drawing/2014/main" id="{1CB14EA5-1A42-9473-D2DD-990FDC828EB8}"/>
                </a:ext>
              </a:extLst>
            </p:cNvPr>
            <p:cNvSpPr>
              <a:spLocks noGrp="1"/>
            </p:cNvSpPr>
            <p:nvPr/>
          </p:nvSpPr>
          <p:spPr>
            <a:xfrm>
              <a:off x="1753567" y="4931001"/>
              <a:ext cx="39187" cy="26427"/>
            </a:xfrm>
            <a:custGeom>
              <a:avLst/>
              <a:gdLst/>
              <a:ahLst/>
              <a:cxnLst/>
              <a:rect l="0" t="0" r="0" b="0"/>
              <a:pathLst>
                <a:path w="39187" h="26427">
                  <a:moveTo>
                    <a:pt x="0" y="26427"/>
                  </a:moveTo>
                  <a:lnTo>
                    <a:pt x="3918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7" name="Input_receptor__756">
              <a:extLst>
                <a:ext uri="{FF2B5EF4-FFF2-40B4-BE49-F238E27FC236}">
                  <a16:creationId xmlns:a16="http://schemas.microsoft.com/office/drawing/2014/main" id="{F4D1F572-19D0-38E1-C8D2-FE9BE8BE56F5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83284"/>
              <a:ext cx="42981" cy="16954"/>
            </a:xfrm>
            <a:custGeom>
              <a:avLst/>
              <a:gdLst/>
              <a:ahLst/>
              <a:cxnLst/>
              <a:rect l="0" t="0" r="0" b="0"/>
              <a:pathLst>
                <a:path w="42981" h="16954">
                  <a:moveTo>
                    <a:pt x="42981" y="16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8" name="Input_receptor__757">
              <a:extLst>
                <a:ext uri="{FF2B5EF4-FFF2-40B4-BE49-F238E27FC236}">
                  <a16:creationId xmlns:a16="http://schemas.microsoft.com/office/drawing/2014/main" id="{45D49AED-52BE-310B-6FBC-05682C0D5972}"/>
                </a:ext>
              </a:extLst>
            </p:cNvPr>
            <p:cNvSpPr>
              <a:spLocks noGrp="1"/>
            </p:cNvSpPr>
            <p:nvPr/>
          </p:nvSpPr>
          <p:spPr>
            <a:xfrm>
              <a:off x="1424970" y="5057400"/>
              <a:ext cx="39657" cy="26567"/>
            </a:xfrm>
            <a:custGeom>
              <a:avLst/>
              <a:gdLst/>
              <a:ahLst/>
              <a:cxnLst/>
              <a:rect l="0" t="0" r="0" b="0"/>
              <a:pathLst>
                <a:path w="39657" h="26567">
                  <a:moveTo>
                    <a:pt x="39657" y="265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9" name="Input_receptor__758">
              <a:extLst>
                <a:ext uri="{FF2B5EF4-FFF2-40B4-BE49-F238E27FC236}">
                  <a16:creationId xmlns:a16="http://schemas.microsoft.com/office/drawing/2014/main" id="{7D247D14-8DBB-2E75-00F5-3130C77EB688}"/>
                </a:ext>
              </a:extLst>
            </p:cNvPr>
            <p:cNvSpPr>
              <a:spLocks noGrp="1"/>
            </p:cNvSpPr>
            <p:nvPr/>
          </p:nvSpPr>
          <p:spPr>
            <a:xfrm>
              <a:off x="1135577" y="5299257"/>
              <a:ext cx="40837" cy="23910"/>
            </a:xfrm>
            <a:custGeom>
              <a:avLst/>
              <a:gdLst/>
              <a:ahLst/>
              <a:cxnLst/>
              <a:rect l="0" t="0" r="0" b="0"/>
              <a:pathLst>
                <a:path w="40837" h="23910">
                  <a:moveTo>
                    <a:pt x="0" y="23910"/>
                  </a:moveTo>
                  <a:lnTo>
                    <a:pt x="4083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0" name="Input_receptor__759">
              <a:extLst>
                <a:ext uri="{FF2B5EF4-FFF2-40B4-BE49-F238E27FC236}">
                  <a16:creationId xmlns:a16="http://schemas.microsoft.com/office/drawing/2014/main" id="{0E6392AB-B9BD-E638-58E9-EB87B8A157DE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84372"/>
              <a:ext cx="47308" cy="9626"/>
            </a:xfrm>
            <a:custGeom>
              <a:avLst/>
              <a:gdLst/>
              <a:ahLst/>
              <a:cxnLst/>
              <a:rect l="0" t="0" r="0" b="0"/>
              <a:pathLst>
                <a:path w="47308" h="9626">
                  <a:moveTo>
                    <a:pt x="47308" y="0"/>
                  </a:moveTo>
                  <a:lnTo>
                    <a:pt x="0" y="9626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1" name="Input_receptor__760">
              <a:extLst>
                <a:ext uri="{FF2B5EF4-FFF2-40B4-BE49-F238E27FC236}">
                  <a16:creationId xmlns:a16="http://schemas.microsoft.com/office/drawing/2014/main" id="{531C7960-E8BF-25B0-0788-F414387F29FE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893"/>
              <a:ext cx="28235" cy="33737"/>
            </a:xfrm>
            <a:custGeom>
              <a:avLst/>
              <a:gdLst/>
              <a:ahLst/>
              <a:cxnLst/>
              <a:rect l="0" t="0" r="0" b="0"/>
              <a:pathLst>
                <a:path w="28235" h="33737">
                  <a:moveTo>
                    <a:pt x="28235" y="33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2" name="Input_receptor__761">
              <a:extLst>
                <a:ext uri="{FF2B5EF4-FFF2-40B4-BE49-F238E27FC236}">
                  <a16:creationId xmlns:a16="http://schemas.microsoft.com/office/drawing/2014/main" id="{C9231D4D-70BD-E529-60FC-8DC3E479DDFE}"/>
                </a:ext>
              </a:extLst>
            </p:cNvPr>
            <p:cNvSpPr>
              <a:spLocks noGrp="1"/>
            </p:cNvSpPr>
            <p:nvPr/>
          </p:nvSpPr>
          <p:spPr>
            <a:xfrm>
              <a:off x="1259951" y="4971940"/>
              <a:ext cx="38080" cy="5475"/>
            </a:xfrm>
            <a:custGeom>
              <a:avLst/>
              <a:gdLst/>
              <a:ahLst/>
              <a:cxnLst/>
              <a:rect l="0" t="0" r="0" b="0"/>
              <a:pathLst>
                <a:path w="38080" h="5475">
                  <a:moveTo>
                    <a:pt x="38080" y="0"/>
                  </a:moveTo>
                  <a:lnTo>
                    <a:pt x="0" y="5475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3" name="Input_receptor__762">
              <a:extLst>
                <a:ext uri="{FF2B5EF4-FFF2-40B4-BE49-F238E27FC236}">
                  <a16:creationId xmlns:a16="http://schemas.microsoft.com/office/drawing/2014/main" id="{82FE81FE-107D-611B-650A-7FA873A1B399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2769"/>
              <a:ext cx="28526" cy="6348"/>
            </a:xfrm>
            <a:custGeom>
              <a:avLst/>
              <a:gdLst/>
              <a:ahLst/>
              <a:cxnLst/>
              <a:rect l="0" t="0" r="0" b="0"/>
              <a:pathLst>
                <a:path w="28526" h="6348">
                  <a:moveTo>
                    <a:pt x="28526" y="0"/>
                  </a:moveTo>
                  <a:lnTo>
                    <a:pt x="0" y="6348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4" name="Input_receptor__763">
              <a:extLst>
                <a:ext uri="{FF2B5EF4-FFF2-40B4-BE49-F238E27FC236}">
                  <a16:creationId xmlns:a16="http://schemas.microsoft.com/office/drawing/2014/main" id="{46EF2DAF-1FE6-B7B8-D020-190D1841DB58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18396" cy="17754"/>
            </a:xfrm>
            <a:custGeom>
              <a:avLst/>
              <a:gdLst/>
              <a:ahLst/>
              <a:cxnLst/>
              <a:rect l="0" t="0" r="0" b="0"/>
              <a:pathLst>
                <a:path w="18396" h="17754">
                  <a:moveTo>
                    <a:pt x="18396" y="177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5" name="Input_receptor__764">
              <a:extLst>
                <a:ext uri="{FF2B5EF4-FFF2-40B4-BE49-F238E27FC236}">
                  <a16:creationId xmlns:a16="http://schemas.microsoft.com/office/drawing/2014/main" id="{6D4A9CDA-F32A-FC56-388F-56E29F6D6DF1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9659"/>
              <a:ext cx="11140" cy="25668"/>
            </a:xfrm>
            <a:custGeom>
              <a:avLst/>
              <a:gdLst/>
              <a:ahLst/>
              <a:cxnLst/>
              <a:rect l="0" t="0" r="0" b="0"/>
              <a:pathLst>
                <a:path w="11140" h="25668">
                  <a:moveTo>
                    <a:pt x="11140" y="0"/>
                  </a:moveTo>
                  <a:lnTo>
                    <a:pt x="0" y="25668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6" name="Input_receptor__765">
              <a:extLst>
                <a:ext uri="{FF2B5EF4-FFF2-40B4-BE49-F238E27FC236}">
                  <a16:creationId xmlns:a16="http://schemas.microsoft.com/office/drawing/2014/main" id="{3BED11FC-ADA6-5535-ECC3-48DCDE653CA2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6797"/>
              <a:ext cx="18617" cy="6157"/>
            </a:xfrm>
            <a:custGeom>
              <a:avLst/>
              <a:gdLst/>
              <a:ahLst/>
              <a:cxnLst/>
              <a:rect l="0" t="0" r="0" b="0"/>
              <a:pathLst>
                <a:path w="18617" h="6157">
                  <a:moveTo>
                    <a:pt x="18617" y="6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7" name="Input_receptor__766">
              <a:extLst>
                <a:ext uri="{FF2B5EF4-FFF2-40B4-BE49-F238E27FC236}">
                  <a16:creationId xmlns:a16="http://schemas.microsoft.com/office/drawing/2014/main" id="{FF78D416-E326-58A2-2D6D-9663AE6B6D0C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6039"/>
              <a:ext cx="27489" cy="23701"/>
            </a:xfrm>
            <a:custGeom>
              <a:avLst/>
              <a:gdLst/>
              <a:ahLst/>
              <a:cxnLst/>
              <a:rect l="0" t="0" r="0" b="0"/>
              <a:pathLst>
                <a:path w="27489" h="23701">
                  <a:moveTo>
                    <a:pt x="0" y="23701"/>
                  </a:moveTo>
                  <a:lnTo>
                    <a:pt x="2748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8" name="Input_receptor__767">
              <a:extLst>
                <a:ext uri="{FF2B5EF4-FFF2-40B4-BE49-F238E27FC236}">
                  <a16:creationId xmlns:a16="http://schemas.microsoft.com/office/drawing/2014/main" id="{6CB0C1EF-178D-90D8-1242-792AFCF5FCE9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181434"/>
              <a:ext cx="19199" cy="42552"/>
            </a:xfrm>
            <a:custGeom>
              <a:avLst/>
              <a:gdLst/>
              <a:ahLst/>
              <a:cxnLst/>
              <a:rect l="0" t="0" r="0" b="0"/>
              <a:pathLst>
                <a:path w="19199" h="42552">
                  <a:moveTo>
                    <a:pt x="0" y="42552"/>
                  </a:moveTo>
                  <a:lnTo>
                    <a:pt x="1919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9" name="Input_receptor__768">
              <a:extLst>
                <a:ext uri="{FF2B5EF4-FFF2-40B4-BE49-F238E27FC236}">
                  <a16:creationId xmlns:a16="http://schemas.microsoft.com/office/drawing/2014/main" id="{5B32765A-8FAD-C7ED-FA40-EAC973F4C117}"/>
                </a:ext>
              </a:extLst>
            </p:cNvPr>
            <p:cNvSpPr>
              <a:spLocks noGrp="1"/>
            </p:cNvSpPr>
            <p:nvPr/>
          </p:nvSpPr>
          <p:spPr>
            <a:xfrm>
              <a:off x="1609258" y="5383634"/>
              <a:ext cx="38819" cy="8293"/>
            </a:xfrm>
            <a:custGeom>
              <a:avLst/>
              <a:gdLst/>
              <a:ahLst/>
              <a:cxnLst/>
              <a:rect l="0" t="0" r="0" b="0"/>
              <a:pathLst>
                <a:path w="38819" h="8293">
                  <a:moveTo>
                    <a:pt x="38819" y="82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0" name="Input_receptor__769">
              <a:extLst>
                <a:ext uri="{FF2B5EF4-FFF2-40B4-BE49-F238E27FC236}">
                  <a16:creationId xmlns:a16="http://schemas.microsoft.com/office/drawing/2014/main" id="{FDCC0CE6-66DD-DB5F-1177-1F637A176E96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30748"/>
              <a:ext cx="18888" cy="43935"/>
            </a:xfrm>
            <a:custGeom>
              <a:avLst/>
              <a:gdLst/>
              <a:ahLst/>
              <a:cxnLst/>
              <a:rect l="0" t="0" r="0" b="0"/>
              <a:pathLst>
                <a:path w="18888" h="43935">
                  <a:moveTo>
                    <a:pt x="18888" y="0"/>
                  </a:moveTo>
                  <a:lnTo>
                    <a:pt x="0" y="43935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1" name="Input_receptor__770">
              <a:extLst>
                <a:ext uri="{FF2B5EF4-FFF2-40B4-BE49-F238E27FC236}">
                  <a16:creationId xmlns:a16="http://schemas.microsoft.com/office/drawing/2014/main" id="{3D9534C5-C7E2-E59B-E8AD-0B624C75C806}"/>
                </a:ext>
              </a:extLst>
            </p:cNvPr>
            <p:cNvSpPr>
              <a:spLocks noGrp="1"/>
            </p:cNvSpPr>
            <p:nvPr/>
          </p:nvSpPr>
          <p:spPr>
            <a:xfrm>
              <a:off x="1441196" y="5083966"/>
              <a:ext cx="23430" cy="41583"/>
            </a:xfrm>
            <a:custGeom>
              <a:avLst/>
              <a:gdLst/>
              <a:ahLst/>
              <a:cxnLst/>
              <a:rect l="0" t="0" r="0" b="0"/>
              <a:pathLst>
                <a:path w="23430" h="41583">
                  <a:moveTo>
                    <a:pt x="0" y="41583"/>
                  </a:moveTo>
                  <a:lnTo>
                    <a:pt x="2343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2" name="Input_receptor__771">
              <a:extLst>
                <a:ext uri="{FF2B5EF4-FFF2-40B4-BE49-F238E27FC236}">
                  <a16:creationId xmlns:a16="http://schemas.microsoft.com/office/drawing/2014/main" id="{F16D98BC-415F-C0AE-CF31-018D4E59EACA}"/>
                </a:ext>
              </a:extLst>
            </p:cNvPr>
            <p:cNvSpPr>
              <a:spLocks noGrp="1"/>
            </p:cNvSpPr>
            <p:nvPr/>
          </p:nvSpPr>
          <p:spPr>
            <a:xfrm>
              <a:off x="1201632" y="4394667"/>
              <a:ext cx="10765" cy="23894"/>
            </a:xfrm>
            <a:custGeom>
              <a:avLst/>
              <a:gdLst/>
              <a:ahLst/>
              <a:cxnLst/>
              <a:rect l="0" t="0" r="0" b="0"/>
              <a:pathLst>
                <a:path w="10765" h="23894">
                  <a:moveTo>
                    <a:pt x="0" y="23894"/>
                  </a:moveTo>
                  <a:lnTo>
                    <a:pt x="10765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3" name="Input_receptor__772">
              <a:extLst>
                <a:ext uri="{FF2B5EF4-FFF2-40B4-BE49-F238E27FC236}">
                  <a16:creationId xmlns:a16="http://schemas.microsoft.com/office/drawing/2014/main" id="{0CD193BE-D054-A2FC-950A-D070E7139AC8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4865067"/>
              <a:ext cx="5396" cy="15451"/>
            </a:xfrm>
            <a:custGeom>
              <a:avLst/>
              <a:gdLst/>
              <a:ahLst/>
              <a:cxnLst/>
              <a:rect l="0" t="0" r="0" b="0"/>
              <a:pathLst>
                <a:path w="5396" h="15451">
                  <a:moveTo>
                    <a:pt x="5396" y="154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4" name="Input_receptor__773">
              <a:extLst>
                <a:ext uri="{FF2B5EF4-FFF2-40B4-BE49-F238E27FC236}">
                  <a16:creationId xmlns:a16="http://schemas.microsoft.com/office/drawing/2014/main" id="{4DFA94D6-1714-3EA6-FE65-D4DDD0BE6F41}"/>
                </a:ext>
              </a:extLst>
            </p:cNvPr>
            <p:cNvSpPr>
              <a:spLocks noGrp="1"/>
            </p:cNvSpPr>
            <p:nvPr/>
          </p:nvSpPr>
          <p:spPr>
            <a:xfrm>
              <a:off x="1486029" y="4616997"/>
              <a:ext cx="39862" cy="26793"/>
            </a:xfrm>
            <a:custGeom>
              <a:avLst/>
              <a:gdLst/>
              <a:ahLst/>
              <a:cxnLst/>
              <a:rect l="0" t="0" r="0" b="0"/>
              <a:pathLst>
                <a:path w="39862" h="26793">
                  <a:moveTo>
                    <a:pt x="39862" y="267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5" name="Input_receptor__774">
              <a:extLst>
                <a:ext uri="{FF2B5EF4-FFF2-40B4-BE49-F238E27FC236}">
                  <a16:creationId xmlns:a16="http://schemas.microsoft.com/office/drawing/2014/main" id="{470BC901-A0A5-D03D-C4AD-BCD513E20650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83762"/>
              <a:ext cx="20585" cy="12565"/>
            </a:xfrm>
            <a:custGeom>
              <a:avLst/>
              <a:gdLst/>
              <a:ahLst/>
              <a:cxnLst/>
              <a:rect l="0" t="0" r="0" b="0"/>
              <a:pathLst>
                <a:path w="20585" h="12565">
                  <a:moveTo>
                    <a:pt x="0" y="0"/>
                  </a:moveTo>
                  <a:lnTo>
                    <a:pt x="20585" y="12565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6" name="Input_receptor__775">
              <a:extLst>
                <a:ext uri="{FF2B5EF4-FFF2-40B4-BE49-F238E27FC236}">
                  <a16:creationId xmlns:a16="http://schemas.microsoft.com/office/drawing/2014/main" id="{9B394E2F-A01E-580D-0303-31A0D0D85C58}"/>
                </a:ext>
              </a:extLst>
            </p:cNvPr>
            <p:cNvSpPr>
              <a:spLocks noGrp="1"/>
            </p:cNvSpPr>
            <p:nvPr/>
          </p:nvSpPr>
          <p:spPr>
            <a:xfrm>
              <a:off x="1636273" y="5164335"/>
              <a:ext cx="33202" cy="18503"/>
            </a:xfrm>
            <a:custGeom>
              <a:avLst/>
              <a:gdLst/>
              <a:ahLst/>
              <a:cxnLst/>
              <a:rect l="0" t="0" r="0" b="0"/>
              <a:pathLst>
                <a:path w="33202" h="18503">
                  <a:moveTo>
                    <a:pt x="0" y="0"/>
                  </a:moveTo>
                  <a:lnTo>
                    <a:pt x="33202" y="18503"/>
                  </a:lnTo>
                </a:path>
              </a:pathLst>
            </a:custGeom>
            <a:noFill/>
            <a:ln w="8096">
              <a:solidFill>
                <a:srgbClr val="8395A2"/>
              </a:solidFill>
            </a:ln>
          </p:spPr>
        </p:sp>
        <p:sp>
          <p:nvSpPr>
            <p:cNvPr id="777" name="Input_receptor__776">
              <a:extLst>
                <a:ext uri="{FF2B5EF4-FFF2-40B4-BE49-F238E27FC236}">
                  <a16:creationId xmlns:a16="http://schemas.microsoft.com/office/drawing/2014/main" id="{FBABFB87-6F88-8D95-01E1-8BC35CD7EA7F}"/>
                </a:ext>
              </a:extLst>
            </p:cNvPr>
            <p:cNvSpPr>
              <a:spLocks noGrp="1"/>
            </p:cNvSpPr>
            <p:nvPr/>
          </p:nvSpPr>
          <p:spPr>
            <a:xfrm>
              <a:off x="1140168" y="5484372"/>
              <a:ext cx="10282" cy="41667"/>
            </a:xfrm>
            <a:custGeom>
              <a:avLst/>
              <a:gdLst/>
              <a:ahLst/>
              <a:cxnLst/>
              <a:rect l="0" t="0" r="0" b="0"/>
              <a:pathLst>
                <a:path w="10282" h="41667">
                  <a:moveTo>
                    <a:pt x="10282" y="41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8" name="Input_receptor__777">
              <a:extLst>
                <a:ext uri="{FF2B5EF4-FFF2-40B4-BE49-F238E27FC236}">
                  <a16:creationId xmlns:a16="http://schemas.microsoft.com/office/drawing/2014/main" id="{796A182D-0804-FE33-6B33-9347D0468534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83634"/>
              <a:ext cx="29282" cy="3889"/>
            </a:xfrm>
            <a:custGeom>
              <a:avLst/>
              <a:gdLst/>
              <a:ahLst/>
              <a:cxnLst/>
              <a:rect l="0" t="0" r="0" b="0"/>
              <a:pathLst>
                <a:path w="29282" h="3889">
                  <a:moveTo>
                    <a:pt x="29282" y="0"/>
                  </a:moveTo>
                  <a:lnTo>
                    <a:pt x="0" y="3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79" name="Input_receptor__778">
              <a:extLst>
                <a:ext uri="{FF2B5EF4-FFF2-40B4-BE49-F238E27FC236}">
                  <a16:creationId xmlns:a16="http://schemas.microsoft.com/office/drawing/2014/main" id="{45FDF7D9-A8C5-897E-4715-EB063EC46D91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64335"/>
              <a:ext cx="31398" cy="746"/>
            </a:xfrm>
            <a:custGeom>
              <a:avLst/>
              <a:gdLst/>
              <a:ahLst/>
              <a:cxnLst/>
              <a:rect l="0" t="0" r="0" b="0"/>
              <a:pathLst>
                <a:path w="31398" h="746">
                  <a:moveTo>
                    <a:pt x="0" y="746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0" name="Input_receptor__779">
              <a:extLst>
                <a:ext uri="{FF2B5EF4-FFF2-40B4-BE49-F238E27FC236}">
                  <a16:creationId xmlns:a16="http://schemas.microsoft.com/office/drawing/2014/main" id="{1EAA5E11-1ADD-34D6-03F1-A753004FFC76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52946"/>
              <a:ext cx="38867" cy="28367"/>
            </a:xfrm>
            <a:custGeom>
              <a:avLst/>
              <a:gdLst/>
              <a:ahLst/>
              <a:cxnLst/>
              <a:rect l="0" t="0" r="0" b="0"/>
              <a:pathLst>
                <a:path w="38867" h="28367">
                  <a:moveTo>
                    <a:pt x="38867" y="0"/>
                  </a:moveTo>
                  <a:lnTo>
                    <a:pt x="0" y="28367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1" name="Input_receptor__780">
              <a:extLst>
                <a:ext uri="{FF2B5EF4-FFF2-40B4-BE49-F238E27FC236}">
                  <a16:creationId xmlns:a16="http://schemas.microsoft.com/office/drawing/2014/main" id="{3A8548BD-21A4-98E1-CC15-1E9F91D42050}"/>
                </a:ext>
              </a:extLst>
            </p:cNvPr>
            <p:cNvSpPr>
              <a:spLocks noGrp="1"/>
            </p:cNvSpPr>
            <p:nvPr/>
          </p:nvSpPr>
          <p:spPr>
            <a:xfrm>
              <a:off x="1555351" y="5324972"/>
              <a:ext cx="47749" cy="6889"/>
            </a:xfrm>
            <a:custGeom>
              <a:avLst/>
              <a:gdLst/>
              <a:ahLst/>
              <a:cxnLst/>
              <a:rect l="0" t="0" r="0" b="0"/>
              <a:pathLst>
                <a:path w="47749" h="6889">
                  <a:moveTo>
                    <a:pt x="47749" y="0"/>
                  </a:moveTo>
                  <a:lnTo>
                    <a:pt x="0" y="6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2" name="Input_receptor__781">
              <a:extLst>
                <a:ext uri="{FF2B5EF4-FFF2-40B4-BE49-F238E27FC236}">
                  <a16:creationId xmlns:a16="http://schemas.microsoft.com/office/drawing/2014/main" id="{F37F3D12-E938-4598-E36C-492B4030EB8C}"/>
                </a:ext>
              </a:extLst>
            </p:cNvPr>
            <p:cNvSpPr>
              <a:spLocks noGrp="1"/>
            </p:cNvSpPr>
            <p:nvPr/>
          </p:nvSpPr>
          <p:spPr>
            <a:xfrm>
              <a:off x="1702036" y="5007845"/>
              <a:ext cx="38028" cy="25913"/>
            </a:xfrm>
            <a:custGeom>
              <a:avLst/>
              <a:gdLst/>
              <a:ahLst/>
              <a:cxnLst/>
              <a:rect l="0" t="0" r="0" b="0"/>
              <a:pathLst>
                <a:path w="38028" h="25913">
                  <a:moveTo>
                    <a:pt x="0" y="0"/>
                  </a:moveTo>
                  <a:lnTo>
                    <a:pt x="38028" y="25913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3" name="Input_receptor__782">
              <a:extLst>
                <a:ext uri="{FF2B5EF4-FFF2-40B4-BE49-F238E27FC236}">
                  <a16:creationId xmlns:a16="http://schemas.microsoft.com/office/drawing/2014/main" id="{5F4C8E29-DE56-3501-E91D-F122259F84F5}"/>
                </a:ext>
              </a:extLst>
            </p:cNvPr>
            <p:cNvSpPr>
              <a:spLocks noGrp="1"/>
            </p:cNvSpPr>
            <p:nvPr/>
          </p:nvSpPr>
          <p:spPr>
            <a:xfrm>
              <a:off x="1505910" y="4737277"/>
              <a:ext cx="32658" cy="30425"/>
            </a:xfrm>
            <a:custGeom>
              <a:avLst/>
              <a:gdLst/>
              <a:ahLst/>
              <a:cxnLst/>
              <a:rect l="0" t="0" r="0" b="0"/>
              <a:pathLst>
                <a:path w="32658" h="30425">
                  <a:moveTo>
                    <a:pt x="32658" y="0"/>
                  </a:moveTo>
                  <a:lnTo>
                    <a:pt x="0" y="3042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4" name="Input_receptor__783">
              <a:extLst>
                <a:ext uri="{FF2B5EF4-FFF2-40B4-BE49-F238E27FC236}">
                  <a16:creationId xmlns:a16="http://schemas.microsoft.com/office/drawing/2014/main" id="{96A8FAFF-C510-96E3-E286-3CB8D2C14ADF}"/>
                </a:ext>
              </a:extLst>
            </p:cNvPr>
            <p:cNvSpPr>
              <a:spLocks noGrp="1"/>
            </p:cNvSpPr>
            <p:nvPr/>
          </p:nvSpPr>
          <p:spPr>
            <a:xfrm>
              <a:off x="1176414" y="5299257"/>
              <a:ext cx="18261" cy="40402"/>
            </a:xfrm>
            <a:custGeom>
              <a:avLst/>
              <a:gdLst/>
              <a:ahLst/>
              <a:cxnLst/>
              <a:rect l="0" t="0" r="0" b="0"/>
              <a:pathLst>
                <a:path w="18261" h="40402">
                  <a:moveTo>
                    <a:pt x="0" y="0"/>
                  </a:moveTo>
                  <a:lnTo>
                    <a:pt x="18261" y="40402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5" name="Input_receptor__784">
              <a:extLst>
                <a:ext uri="{FF2B5EF4-FFF2-40B4-BE49-F238E27FC236}">
                  <a16:creationId xmlns:a16="http://schemas.microsoft.com/office/drawing/2014/main" id="{7BE59B3D-A396-46DB-E6BF-44A88708D177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35715" cy="25164"/>
            </a:xfrm>
            <a:custGeom>
              <a:avLst/>
              <a:gdLst/>
              <a:ahLst/>
              <a:cxnLst/>
              <a:rect l="0" t="0" r="0" b="0"/>
              <a:pathLst>
                <a:path w="35715" h="25164">
                  <a:moveTo>
                    <a:pt x="35715" y="251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6" name="Input_receptor__785">
              <a:extLst>
                <a:ext uri="{FF2B5EF4-FFF2-40B4-BE49-F238E27FC236}">
                  <a16:creationId xmlns:a16="http://schemas.microsoft.com/office/drawing/2014/main" id="{8E041D72-FF31-17C3-3392-A220490DD59E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409586"/>
              <a:ext cx="10563" cy="12537"/>
            </a:xfrm>
            <a:custGeom>
              <a:avLst/>
              <a:gdLst/>
              <a:ahLst/>
              <a:cxnLst/>
              <a:rect l="0" t="0" r="0" b="0"/>
              <a:pathLst>
                <a:path w="10563" h="12537">
                  <a:moveTo>
                    <a:pt x="10563" y="125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7" name="Input_receptor__786">
              <a:extLst>
                <a:ext uri="{FF2B5EF4-FFF2-40B4-BE49-F238E27FC236}">
                  <a16:creationId xmlns:a16="http://schemas.microsoft.com/office/drawing/2014/main" id="{588F0313-FDF4-BB95-EF1F-DB9F886BBE63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92109"/>
              <a:ext cx="31533" cy="36298"/>
            </a:xfrm>
            <a:custGeom>
              <a:avLst/>
              <a:gdLst/>
              <a:ahLst/>
              <a:cxnLst/>
              <a:rect l="0" t="0" r="0" b="0"/>
              <a:pathLst>
                <a:path w="31533" h="36298">
                  <a:moveTo>
                    <a:pt x="0" y="0"/>
                  </a:moveTo>
                  <a:lnTo>
                    <a:pt x="31533" y="36298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8" name="Input_receptor__787">
              <a:extLst>
                <a:ext uri="{FF2B5EF4-FFF2-40B4-BE49-F238E27FC236}">
                  <a16:creationId xmlns:a16="http://schemas.microsoft.com/office/drawing/2014/main" id="{52523768-ECD9-E040-1F7E-82AD643194C5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7400"/>
              <a:ext cx="17313" cy="11316"/>
            </a:xfrm>
            <a:custGeom>
              <a:avLst/>
              <a:gdLst/>
              <a:ahLst/>
              <a:cxnLst/>
              <a:rect l="0" t="0" r="0" b="0"/>
              <a:pathLst>
                <a:path w="17313" h="11316">
                  <a:moveTo>
                    <a:pt x="17313" y="0"/>
                  </a:moveTo>
                  <a:lnTo>
                    <a:pt x="0" y="11316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9" name="Input_receptor__788">
              <a:extLst>
                <a:ext uri="{FF2B5EF4-FFF2-40B4-BE49-F238E27FC236}">
                  <a16:creationId xmlns:a16="http://schemas.microsoft.com/office/drawing/2014/main" id="{E6FA1D95-BEA2-E5DB-AECB-4F01CCC8BD90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182838"/>
              <a:ext cx="4605" cy="44599"/>
            </a:xfrm>
            <a:custGeom>
              <a:avLst/>
              <a:gdLst/>
              <a:ahLst/>
              <a:cxnLst/>
              <a:rect l="0" t="0" r="0" b="0"/>
              <a:pathLst>
                <a:path w="4605" h="44599">
                  <a:moveTo>
                    <a:pt x="4605" y="0"/>
                  </a:moveTo>
                  <a:lnTo>
                    <a:pt x="0" y="4459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0" name="Input_receptor__789">
              <a:extLst>
                <a:ext uri="{FF2B5EF4-FFF2-40B4-BE49-F238E27FC236}">
                  <a16:creationId xmlns:a16="http://schemas.microsoft.com/office/drawing/2014/main" id="{99000C47-4D12-C21A-A52E-14B0B54C4FCF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408944"/>
              <a:ext cx="3199" cy="12482"/>
            </a:xfrm>
            <a:custGeom>
              <a:avLst/>
              <a:gdLst/>
              <a:ahLst/>
              <a:cxnLst/>
              <a:rect l="0" t="0" r="0" b="0"/>
              <a:pathLst>
                <a:path w="3199" h="12482">
                  <a:moveTo>
                    <a:pt x="0" y="12482"/>
                  </a:moveTo>
                  <a:lnTo>
                    <a:pt x="319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1" name="Input_receptor__790">
              <a:extLst>
                <a:ext uri="{FF2B5EF4-FFF2-40B4-BE49-F238E27FC236}">
                  <a16:creationId xmlns:a16="http://schemas.microsoft.com/office/drawing/2014/main" id="{079E37BE-0622-7D69-67EC-C06ACA196A9A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58525"/>
              <a:ext cx="11789" cy="24105"/>
            </a:xfrm>
            <a:custGeom>
              <a:avLst/>
              <a:gdLst/>
              <a:ahLst/>
              <a:cxnLst/>
              <a:rect l="0" t="0" r="0" b="0"/>
              <a:pathLst>
                <a:path w="11789" h="24105">
                  <a:moveTo>
                    <a:pt x="0" y="24105"/>
                  </a:moveTo>
                  <a:lnTo>
                    <a:pt x="11789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2" name="Input_receptor__791">
              <a:extLst>
                <a:ext uri="{FF2B5EF4-FFF2-40B4-BE49-F238E27FC236}">
                  <a16:creationId xmlns:a16="http://schemas.microsoft.com/office/drawing/2014/main" id="{FB7918BA-B8FA-288F-5E47-0B241B13D099}"/>
                </a:ext>
              </a:extLst>
            </p:cNvPr>
            <p:cNvSpPr>
              <a:spLocks noGrp="1"/>
            </p:cNvSpPr>
            <p:nvPr/>
          </p:nvSpPr>
          <p:spPr>
            <a:xfrm>
              <a:off x="1277228" y="4465886"/>
              <a:ext cx="26424" cy="8824"/>
            </a:xfrm>
            <a:custGeom>
              <a:avLst/>
              <a:gdLst/>
              <a:ahLst/>
              <a:cxnLst/>
              <a:rect l="0" t="0" r="0" b="0"/>
              <a:pathLst>
                <a:path w="26424" h="8824">
                  <a:moveTo>
                    <a:pt x="26424" y="88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3" name="Input_receptor__792">
              <a:extLst>
                <a:ext uri="{FF2B5EF4-FFF2-40B4-BE49-F238E27FC236}">
                  <a16:creationId xmlns:a16="http://schemas.microsoft.com/office/drawing/2014/main" id="{4B88DC26-2705-6574-AFF4-30BB1D18B17A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323167"/>
              <a:ext cx="836" cy="18315"/>
            </a:xfrm>
            <a:custGeom>
              <a:avLst/>
              <a:gdLst/>
              <a:ahLst/>
              <a:cxnLst/>
              <a:rect l="0" t="0" r="0" b="0"/>
              <a:pathLst>
                <a:path w="836" h="18315">
                  <a:moveTo>
                    <a:pt x="0" y="18315"/>
                  </a:moveTo>
                  <a:lnTo>
                    <a:pt x="836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4" name="Input_receptor__793">
              <a:extLst>
                <a:ext uri="{FF2B5EF4-FFF2-40B4-BE49-F238E27FC236}">
                  <a16:creationId xmlns:a16="http://schemas.microsoft.com/office/drawing/2014/main" id="{60EA057C-6B7C-9397-0EC0-70F6231B2E06}"/>
                </a:ext>
              </a:extLst>
            </p:cNvPr>
            <p:cNvSpPr>
              <a:spLocks noGrp="1"/>
            </p:cNvSpPr>
            <p:nvPr/>
          </p:nvSpPr>
          <p:spPr>
            <a:xfrm>
              <a:off x="1463125" y="4515017"/>
              <a:ext cx="2589" cy="8561"/>
            </a:xfrm>
            <a:custGeom>
              <a:avLst/>
              <a:gdLst/>
              <a:ahLst/>
              <a:cxnLst/>
              <a:rect l="0" t="0" r="0" b="0"/>
              <a:pathLst>
                <a:path w="2589" h="8561">
                  <a:moveTo>
                    <a:pt x="0" y="8561"/>
                  </a:moveTo>
                  <a:lnTo>
                    <a:pt x="258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5" name="Input_receptor__794">
              <a:extLst>
                <a:ext uri="{FF2B5EF4-FFF2-40B4-BE49-F238E27FC236}">
                  <a16:creationId xmlns:a16="http://schemas.microsoft.com/office/drawing/2014/main" id="{9DEF9841-81CB-2021-2703-6B0B9ECC91E2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620462"/>
              <a:ext cx="13790" cy="12935"/>
            </a:xfrm>
            <a:custGeom>
              <a:avLst/>
              <a:gdLst/>
              <a:ahLst/>
              <a:cxnLst/>
              <a:rect l="0" t="0" r="0" b="0"/>
              <a:pathLst>
                <a:path w="13790" h="12935">
                  <a:moveTo>
                    <a:pt x="13790" y="0"/>
                  </a:moveTo>
                  <a:lnTo>
                    <a:pt x="0" y="1293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6" name="Input_receptor__795">
              <a:extLst>
                <a:ext uri="{FF2B5EF4-FFF2-40B4-BE49-F238E27FC236}">
                  <a16:creationId xmlns:a16="http://schemas.microsoft.com/office/drawing/2014/main" id="{780B9DB4-40A9-3297-2D9D-2CAFBD462FB0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84496"/>
              <a:ext cx="17362" cy="36478"/>
            </a:xfrm>
            <a:custGeom>
              <a:avLst/>
              <a:gdLst/>
              <a:ahLst/>
              <a:cxnLst/>
              <a:rect l="0" t="0" r="0" b="0"/>
              <a:pathLst>
                <a:path w="17362" h="36478">
                  <a:moveTo>
                    <a:pt x="0" y="36478"/>
                  </a:moveTo>
                  <a:lnTo>
                    <a:pt x="17362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7" name="Input_receptor__796">
              <a:extLst>
                <a:ext uri="{FF2B5EF4-FFF2-40B4-BE49-F238E27FC236}">
                  <a16:creationId xmlns:a16="http://schemas.microsoft.com/office/drawing/2014/main" id="{EA6F0AE3-DB92-A1A7-D88B-418E84BD9289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11492" cy="42798"/>
            </a:xfrm>
            <a:custGeom>
              <a:avLst/>
              <a:gdLst/>
              <a:ahLst/>
              <a:cxnLst/>
              <a:rect l="0" t="0" r="0" b="0"/>
              <a:pathLst>
                <a:path w="11492" h="42798">
                  <a:moveTo>
                    <a:pt x="11492" y="42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8" name="Input_receptor__797">
              <a:extLst>
                <a:ext uri="{FF2B5EF4-FFF2-40B4-BE49-F238E27FC236}">
                  <a16:creationId xmlns:a16="http://schemas.microsoft.com/office/drawing/2014/main" id="{618176F5-A8B9-057F-D7A2-82D2BA0AD1C4}"/>
                </a:ext>
              </a:extLst>
            </p:cNvPr>
            <p:cNvSpPr>
              <a:spLocks noGrp="1"/>
            </p:cNvSpPr>
            <p:nvPr/>
          </p:nvSpPr>
          <p:spPr>
            <a:xfrm>
              <a:off x="1205428" y="5102396"/>
              <a:ext cx="40885" cy="21502"/>
            </a:xfrm>
            <a:custGeom>
              <a:avLst/>
              <a:gdLst/>
              <a:ahLst/>
              <a:cxnLst/>
              <a:rect l="0" t="0" r="0" b="0"/>
              <a:pathLst>
                <a:path w="40885" h="21502">
                  <a:moveTo>
                    <a:pt x="40885" y="215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9" name="Input_receptor__798">
              <a:extLst>
                <a:ext uri="{FF2B5EF4-FFF2-40B4-BE49-F238E27FC236}">
                  <a16:creationId xmlns:a16="http://schemas.microsoft.com/office/drawing/2014/main" id="{86C5A563-EC69-D7E1-DC96-0A21C0A5AAD5}"/>
                </a:ext>
              </a:extLst>
            </p:cNvPr>
            <p:cNvSpPr>
              <a:spLocks noGrp="1"/>
            </p:cNvSpPr>
            <p:nvPr/>
          </p:nvSpPr>
          <p:spPr>
            <a:xfrm>
              <a:off x="1016254" y="4388024"/>
              <a:ext cx="44144" cy="13059"/>
            </a:xfrm>
            <a:custGeom>
              <a:avLst/>
              <a:gdLst/>
              <a:ahLst/>
              <a:cxnLst/>
              <a:rect l="0" t="0" r="0" b="0"/>
              <a:pathLst>
                <a:path w="44144" h="13059">
                  <a:moveTo>
                    <a:pt x="44144" y="130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0" name="Input_receptor__799">
              <a:extLst>
                <a:ext uri="{FF2B5EF4-FFF2-40B4-BE49-F238E27FC236}">
                  <a16:creationId xmlns:a16="http://schemas.microsoft.com/office/drawing/2014/main" id="{1F0447AB-FF31-8DF9-9058-6735EF1F5B2B}"/>
                </a:ext>
              </a:extLst>
            </p:cNvPr>
            <p:cNvSpPr>
              <a:spLocks noGrp="1"/>
            </p:cNvSpPr>
            <p:nvPr/>
          </p:nvSpPr>
          <p:spPr>
            <a:xfrm>
              <a:off x="1780369" y="5152946"/>
              <a:ext cx="30270" cy="31549"/>
            </a:xfrm>
            <a:custGeom>
              <a:avLst/>
              <a:gdLst/>
              <a:ahLst/>
              <a:cxnLst/>
              <a:rect l="0" t="0" r="0" b="0"/>
              <a:pathLst>
                <a:path w="30270" h="31549">
                  <a:moveTo>
                    <a:pt x="30270" y="315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1" name="Input_receptor__800">
              <a:extLst>
                <a:ext uri="{FF2B5EF4-FFF2-40B4-BE49-F238E27FC236}">
                  <a16:creationId xmlns:a16="http://schemas.microsoft.com/office/drawing/2014/main" id="{C5067D12-3B91-001A-3551-C39DFABA2737}"/>
                </a:ext>
              </a:extLst>
            </p:cNvPr>
            <p:cNvSpPr>
              <a:spLocks noGrp="1"/>
            </p:cNvSpPr>
            <p:nvPr/>
          </p:nvSpPr>
          <p:spPr>
            <a:xfrm>
              <a:off x="1430746" y="4775276"/>
              <a:ext cx="10505" cy="3541"/>
            </a:xfrm>
            <a:custGeom>
              <a:avLst/>
              <a:gdLst/>
              <a:ahLst/>
              <a:cxnLst/>
              <a:rect l="0" t="0" r="0" b="0"/>
              <a:pathLst>
                <a:path w="10505" h="3541">
                  <a:moveTo>
                    <a:pt x="10505" y="35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495A3"/>
              </a:solidFill>
            </a:ln>
          </p:spPr>
        </p:sp>
        <p:sp>
          <p:nvSpPr>
            <p:cNvPr id="802" name="Input_receptor__801">
              <a:extLst>
                <a:ext uri="{FF2B5EF4-FFF2-40B4-BE49-F238E27FC236}">
                  <a16:creationId xmlns:a16="http://schemas.microsoft.com/office/drawing/2014/main" id="{E742DEFA-DC84-B939-62B5-24E9F17B1D9D}"/>
                </a:ext>
              </a:extLst>
            </p:cNvPr>
            <p:cNvSpPr>
              <a:spLocks noGrp="1"/>
            </p:cNvSpPr>
            <p:nvPr/>
          </p:nvSpPr>
          <p:spPr>
            <a:xfrm>
              <a:off x="1281126" y="4929364"/>
              <a:ext cx="16905" cy="42575"/>
            </a:xfrm>
            <a:custGeom>
              <a:avLst/>
              <a:gdLst/>
              <a:ahLst/>
              <a:cxnLst/>
              <a:rect l="0" t="0" r="0" b="0"/>
              <a:pathLst>
                <a:path w="16905" h="42575">
                  <a:moveTo>
                    <a:pt x="0" y="0"/>
                  </a:moveTo>
                  <a:lnTo>
                    <a:pt x="16905" y="42575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3" name="Input_receptor__802">
              <a:extLst>
                <a:ext uri="{FF2B5EF4-FFF2-40B4-BE49-F238E27FC236}">
                  <a16:creationId xmlns:a16="http://schemas.microsoft.com/office/drawing/2014/main" id="{E7B2F9ED-D04B-ED90-3986-9FFEC0B2B262}"/>
                </a:ext>
              </a:extLst>
            </p:cNvPr>
            <p:cNvSpPr>
              <a:spLocks noGrp="1"/>
            </p:cNvSpPr>
            <p:nvPr/>
          </p:nvSpPr>
          <p:spPr>
            <a:xfrm>
              <a:off x="1712279" y="5033758"/>
              <a:ext cx="27785" cy="39197"/>
            </a:xfrm>
            <a:custGeom>
              <a:avLst/>
              <a:gdLst/>
              <a:ahLst/>
              <a:cxnLst/>
              <a:rect l="0" t="0" r="0" b="0"/>
              <a:pathLst>
                <a:path w="27785" h="39197">
                  <a:moveTo>
                    <a:pt x="27785" y="0"/>
                  </a:moveTo>
                  <a:lnTo>
                    <a:pt x="0" y="39197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4" name="Input_receptor__803">
              <a:extLst>
                <a:ext uri="{FF2B5EF4-FFF2-40B4-BE49-F238E27FC236}">
                  <a16:creationId xmlns:a16="http://schemas.microsoft.com/office/drawing/2014/main" id="{7691ACD6-B24B-AB8F-053C-7ECF8040F62A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00237"/>
              <a:ext cx="1858" cy="30124"/>
            </a:xfrm>
            <a:custGeom>
              <a:avLst/>
              <a:gdLst/>
              <a:ahLst/>
              <a:cxnLst/>
              <a:rect l="0" t="0" r="0" b="0"/>
              <a:pathLst>
                <a:path w="1858" h="30124">
                  <a:moveTo>
                    <a:pt x="0" y="30124"/>
                  </a:moveTo>
                  <a:lnTo>
                    <a:pt x="1858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5" name="Input_receptor__804">
              <a:extLst>
                <a:ext uri="{FF2B5EF4-FFF2-40B4-BE49-F238E27FC236}">
                  <a16:creationId xmlns:a16="http://schemas.microsoft.com/office/drawing/2014/main" id="{386E5EEA-D12B-B86E-F455-2116C575D7E5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93998"/>
              <a:ext cx="2690" cy="12965"/>
            </a:xfrm>
            <a:custGeom>
              <a:avLst/>
              <a:gdLst/>
              <a:ahLst/>
              <a:cxnLst/>
              <a:rect l="0" t="0" r="0" b="0"/>
              <a:pathLst>
                <a:path w="2690" h="12965">
                  <a:moveTo>
                    <a:pt x="0" y="0"/>
                  </a:moveTo>
                  <a:lnTo>
                    <a:pt x="2690" y="1296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6" name="Input_receptor__805">
              <a:extLst>
                <a:ext uri="{FF2B5EF4-FFF2-40B4-BE49-F238E27FC236}">
                  <a16:creationId xmlns:a16="http://schemas.microsoft.com/office/drawing/2014/main" id="{3B2BFC39-B157-C62B-1187-6FFFB33A90AD}"/>
                </a:ext>
              </a:extLst>
            </p:cNvPr>
            <p:cNvSpPr>
              <a:spLocks noGrp="1"/>
            </p:cNvSpPr>
            <p:nvPr/>
          </p:nvSpPr>
          <p:spPr>
            <a:xfrm>
              <a:off x="1233754" y="5574062"/>
              <a:ext cx="43405" cy="12843"/>
            </a:xfrm>
            <a:custGeom>
              <a:avLst/>
              <a:gdLst/>
              <a:ahLst/>
              <a:cxnLst/>
              <a:rect l="0" t="0" r="0" b="0"/>
              <a:pathLst>
                <a:path w="43405" h="12843">
                  <a:moveTo>
                    <a:pt x="0" y="12843"/>
                  </a:moveTo>
                  <a:lnTo>
                    <a:pt x="43405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7" name="Input_receptor__806">
              <a:extLst>
                <a:ext uri="{FF2B5EF4-FFF2-40B4-BE49-F238E27FC236}">
                  <a16:creationId xmlns:a16="http://schemas.microsoft.com/office/drawing/2014/main" id="{E638EC35-13E3-A580-25EC-82711A4F26FB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07845"/>
              <a:ext cx="26553" cy="13135"/>
            </a:xfrm>
            <a:custGeom>
              <a:avLst/>
              <a:gdLst/>
              <a:ahLst/>
              <a:cxnLst/>
              <a:rect l="0" t="0" r="0" b="0"/>
              <a:pathLst>
                <a:path w="26553" h="13135">
                  <a:moveTo>
                    <a:pt x="0" y="13135"/>
                  </a:moveTo>
                  <a:lnTo>
                    <a:pt x="2655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8" name="Input_receptor__807">
              <a:extLst>
                <a:ext uri="{FF2B5EF4-FFF2-40B4-BE49-F238E27FC236}">
                  <a16:creationId xmlns:a16="http://schemas.microsoft.com/office/drawing/2014/main" id="{3D91BC2F-1533-975A-977D-5EA682ACA0AF}"/>
                </a:ext>
              </a:extLst>
            </p:cNvPr>
            <p:cNvSpPr>
              <a:spLocks noGrp="1"/>
            </p:cNvSpPr>
            <p:nvPr/>
          </p:nvSpPr>
          <p:spPr>
            <a:xfrm>
              <a:off x="1538567" y="4716522"/>
              <a:ext cx="13288" cy="20755"/>
            </a:xfrm>
            <a:custGeom>
              <a:avLst/>
              <a:gdLst/>
              <a:ahLst/>
              <a:cxnLst/>
              <a:rect l="0" t="0" r="0" b="0"/>
              <a:pathLst>
                <a:path w="13288" h="20755">
                  <a:moveTo>
                    <a:pt x="13288" y="0"/>
                  </a:moveTo>
                  <a:lnTo>
                    <a:pt x="0" y="2075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9" name="Input_receptor__808">
              <a:extLst>
                <a:ext uri="{FF2B5EF4-FFF2-40B4-BE49-F238E27FC236}">
                  <a16:creationId xmlns:a16="http://schemas.microsoft.com/office/drawing/2014/main" id="{6E988786-85B9-EB57-E94A-8B29C01FD825}"/>
                </a:ext>
              </a:extLst>
            </p:cNvPr>
            <p:cNvSpPr>
              <a:spLocks noGrp="1"/>
            </p:cNvSpPr>
            <p:nvPr/>
          </p:nvSpPr>
          <p:spPr>
            <a:xfrm>
              <a:off x="1246313" y="5112893"/>
              <a:ext cx="39608" cy="11005"/>
            </a:xfrm>
            <a:custGeom>
              <a:avLst/>
              <a:gdLst/>
              <a:ahLst/>
              <a:cxnLst/>
              <a:rect l="0" t="0" r="0" b="0"/>
              <a:pathLst>
                <a:path w="39608" h="11005">
                  <a:moveTo>
                    <a:pt x="39608" y="0"/>
                  </a:moveTo>
                  <a:lnTo>
                    <a:pt x="0" y="11005"/>
                  </a:lnTo>
                </a:path>
              </a:pathLst>
            </a:custGeom>
            <a:noFill/>
            <a:ln w="8096">
              <a:solidFill>
                <a:srgbClr val="8496A3"/>
              </a:solidFill>
            </a:ln>
          </p:spPr>
        </p:sp>
        <p:sp>
          <p:nvSpPr>
            <p:cNvPr id="810" name="Input_receptor__809">
              <a:extLst>
                <a:ext uri="{FF2B5EF4-FFF2-40B4-BE49-F238E27FC236}">
                  <a16:creationId xmlns:a16="http://schemas.microsoft.com/office/drawing/2014/main" id="{16CD7B95-D7C1-DCD5-198A-DE4E960447D9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8077" cy="15686"/>
            </a:xfrm>
            <a:custGeom>
              <a:avLst/>
              <a:gdLst/>
              <a:ahLst/>
              <a:cxnLst/>
              <a:rect l="0" t="0" r="0" b="0"/>
              <a:pathLst>
                <a:path w="28077" h="15686">
                  <a:moveTo>
                    <a:pt x="28077" y="156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1" name="Input_receptor__810">
              <a:extLst>
                <a:ext uri="{FF2B5EF4-FFF2-40B4-BE49-F238E27FC236}">
                  <a16:creationId xmlns:a16="http://schemas.microsoft.com/office/drawing/2014/main" id="{DF20C641-0011-74CA-439C-C3D2A981692C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48405"/>
              <a:ext cx="26845" cy="6231"/>
            </a:xfrm>
            <a:custGeom>
              <a:avLst/>
              <a:gdLst/>
              <a:ahLst/>
              <a:cxnLst/>
              <a:rect l="0" t="0" r="0" b="0"/>
              <a:pathLst>
                <a:path w="26845" h="6231">
                  <a:moveTo>
                    <a:pt x="26845" y="0"/>
                  </a:moveTo>
                  <a:lnTo>
                    <a:pt x="0" y="6231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2" name="Input_receptor__811">
              <a:extLst>
                <a:ext uri="{FF2B5EF4-FFF2-40B4-BE49-F238E27FC236}">
                  <a16:creationId xmlns:a16="http://schemas.microsoft.com/office/drawing/2014/main" id="{1559F049-D647-D565-8EFC-CF35ED9321DA}"/>
                </a:ext>
              </a:extLst>
            </p:cNvPr>
            <p:cNvSpPr>
              <a:spLocks noGrp="1"/>
            </p:cNvSpPr>
            <p:nvPr/>
          </p:nvSpPr>
          <p:spPr>
            <a:xfrm>
              <a:off x="1141747" y="4952620"/>
              <a:ext cx="24743" cy="2621"/>
            </a:xfrm>
            <a:custGeom>
              <a:avLst/>
              <a:gdLst/>
              <a:ahLst/>
              <a:cxnLst/>
              <a:rect l="0" t="0" r="0" b="0"/>
              <a:pathLst>
                <a:path w="24743" h="2621">
                  <a:moveTo>
                    <a:pt x="0" y="2621"/>
                  </a:moveTo>
                  <a:lnTo>
                    <a:pt x="2474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3" name="Input_receptor__812">
              <a:extLst>
                <a:ext uri="{FF2B5EF4-FFF2-40B4-BE49-F238E27FC236}">
                  <a16:creationId xmlns:a16="http://schemas.microsoft.com/office/drawing/2014/main" id="{539F078C-8944-C064-D8DA-B547DE624770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65886"/>
              <a:ext cx="35057" cy="26222"/>
            </a:xfrm>
            <a:custGeom>
              <a:avLst/>
              <a:gdLst/>
              <a:ahLst/>
              <a:cxnLst/>
              <a:rect l="0" t="0" r="0" b="0"/>
              <a:pathLst>
                <a:path w="35057" h="26222">
                  <a:moveTo>
                    <a:pt x="35057" y="0"/>
                  </a:moveTo>
                  <a:lnTo>
                    <a:pt x="0" y="26222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4" name="Input_receptor__813">
              <a:extLst>
                <a:ext uri="{FF2B5EF4-FFF2-40B4-BE49-F238E27FC236}">
                  <a16:creationId xmlns:a16="http://schemas.microsoft.com/office/drawing/2014/main" id="{12446EA6-7F5C-0A4B-7547-B9C67674297F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388024"/>
              <a:ext cx="18729" cy="44482"/>
            </a:xfrm>
            <a:custGeom>
              <a:avLst/>
              <a:gdLst/>
              <a:ahLst/>
              <a:cxnLst/>
              <a:rect l="0" t="0" r="0" b="0"/>
              <a:pathLst>
                <a:path w="18729" h="44482">
                  <a:moveTo>
                    <a:pt x="18729" y="0"/>
                  </a:moveTo>
                  <a:lnTo>
                    <a:pt x="0" y="44482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5" name="Input_receptor__814">
              <a:extLst>
                <a:ext uri="{FF2B5EF4-FFF2-40B4-BE49-F238E27FC236}">
                  <a16:creationId xmlns:a16="http://schemas.microsoft.com/office/drawing/2014/main" id="{1D2614CE-DFEE-C7DC-92A0-D66A73C8FEB1}"/>
                </a:ext>
              </a:extLst>
            </p:cNvPr>
            <p:cNvSpPr>
              <a:spLocks noGrp="1"/>
            </p:cNvSpPr>
            <p:nvPr/>
          </p:nvSpPr>
          <p:spPr>
            <a:xfrm>
              <a:off x="1500719" y="4860187"/>
              <a:ext cx="38997" cy="24126"/>
            </a:xfrm>
            <a:custGeom>
              <a:avLst/>
              <a:gdLst/>
              <a:ahLst/>
              <a:cxnLst/>
              <a:rect l="0" t="0" r="0" b="0"/>
              <a:pathLst>
                <a:path w="38997" h="24126">
                  <a:moveTo>
                    <a:pt x="0" y="24126"/>
                  </a:moveTo>
                  <a:lnTo>
                    <a:pt x="38997" y="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6" name="Input_receptor__815">
              <a:extLst>
                <a:ext uri="{FF2B5EF4-FFF2-40B4-BE49-F238E27FC236}">
                  <a16:creationId xmlns:a16="http://schemas.microsoft.com/office/drawing/2014/main" id="{9BE763B8-8DFB-2154-DB36-FD07897BFAEF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16997"/>
              <a:ext cx="14234" cy="21330"/>
            </a:xfrm>
            <a:custGeom>
              <a:avLst/>
              <a:gdLst/>
              <a:ahLst/>
              <a:cxnLst/>
              <a:rect l="0" t="0" r="0" b="0"/>
              <a:pathLst>
                <a:path w="14234" h="21330">
                  <a:moveTo>
                    <a:pt x="14234" y="0"/>
                  </a:moveTo>
                  <a:lnTo>
                    <a:pt x="0" y="2133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7" name="Input_receptor__816">
              <a:extLst>
                <a:ext uri="{FF2B5EF4-FFF2-40B4-BE49-F238E27FC236}">
                  <a16:creationId xmlns:a16="http://schemas.microsoft.com/office/drawing/2014/main" id="{F8ACB09D-0D99-43DC-7584-4E811D84EB48}"/>
                </a:ext>
              </a:extLst>
            </p:cNvPr>
            <p:cNvSpPr>
              <a:spLocks noGrp="1"/>
            </p:cNvSpPr>
            <p:nvPr/>
          </p:nvSpPr>
          <p:spPr>
            <a:xfrm>
              <a:off x="1591657" y="5104427"/>
              <a:ext cx="47665" cy="3009"/>
            </a:xfrm>
            <a:custGeom>
              <a:avLst/>
              <a:gdLst/>
              <a:ahLst/>
              <a:cxnLst/>
              <a:rect l="0" t="0" r="0" b="0"/>
              <a:pathLst>
                <a:path w="47665" h="3009">
                  <a:moveTo>
                    <a:pt x="0" y="3009"/>
                  </a:moveTo>
                  <a:lnTo>
                    <a:pt x="476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8" name="Input_receptor__817">
              <a:extLst>
                <a:ext uri="{FF2B5EF4-FFF2-40B4-BE49-F238E27FC236}">
                  <a16:creationId xmlns:a16="http://schemas.microsoft.com/office/drawing/2014/main" id="{01AE110C-A50D-E38C-4989-030F49E9CAC6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66770"/>
              <a:ext cx="39274" cy="8350"/>
            </a:xfrm>
            <a:custGeom>
              <a:avLst/>
              <a:gdLst/>
              <a:ahLst/>
              <a:cxnLst/>
              <a:rect l="0" t="0" r="0" b="0"/>
              <a:pathLst>
                <a:path w="39274" h="8350">
                  <a:moveTo>
                    <a:pt x="39274" y="0"/>
                  </a:moveTo>
                  <a:lnTo>
                    <a:pt x="0" y="835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9" name="Input_receptor__818">
              <a:extLst>
                <a:ext uri="{FF2B5EF4-FFF2-40B4-BE49-F238E27FC236}">
                  <a16:creationId xmlns:a16="http://schemas.microsoft.com/office/drawing/2014/main" id="{30CDA5E9-6914-810C-890F-0B1E04257C6A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29903"/>
              <a:ext cx="26286" cy="27267"/>
            </a:xfrm>
            <a:custGeom>
              <a:avLst/>
              <a:gdLst/>
              <a:ahLst/>
              <a:cxnLst/>
              <a:rect l="0" t="0" r="0" b="0"/>
              <a:pathLst>
                <a:path w="26286" h="27267">
                  <a:moveTo>
                    <a:pt x="0" y="27267"/>
                  </a:moveTo>
                  <a:lnTo>
                    <a:pt x="26286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0" name="Input_receptor__819">
              <a:extLst>
                <a:ext uri="{FF2B5EF4-FFF2-40B4-BE49-F238E27FC236}">
                  <a16:creationId xmlns:a16="http://schemas.microsoft.com/office/drawing/2014/main" id="{BAD07B21-E2E8-06B2-20DE-208D9219421C}"/>
                </a:ext>
              </a:extLst>
            </p:cNvPr>
            <p:cNvSpPr>
              <a:spLocks noGrp="1"/>
            </p:cNvSpPr>
            <p:nvPr/>
          </p:nvSpPr>
          <p:spPr>
            <a:xfrm>
              <a:off x="1633911" y="5391927"/>
              <a:ext cx="14165" cy="37976"/>
            </a:xfrm>
            <a:custGeom>
              <a:avLst/>
              <a:gdLst/>
              <a:ahLst/>
              <a:cxnLst/>
              <a:rect l="0" t="0" r="0" b="0"/>
              <a:pathLst>
                <a:path w="14165" h="37976">
                  <a:moveTo>
                    <a:pt x="0" y="37976"/>
                  </a:moveTo>
                  <a:lnTo>
                    <a:pt x="141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1" name="Input_receptor__820">
              <a:extLst>
                <a:ext uri="{FF2B5EF4-FFF2-40B4-BE49-F238E27FC236}">
                  <a16:creationId xmlns:a16="http://schemas.microsoft.com/office/drawing/2014/main" id="{DA66F417-8A76-7CC5-3491-C4AA68A772BC}"/>
                </a:ext>
              </a:extLst>
            </p:cNvPr>
            <p:cNvSpPr>
              <a:spLocks noGrp="1"/>
            </p:cNvSpPr>
            <p:nvPr/>
          </p:nvSpPr>
          <p:spPr>
            <a:xfrm>
              <a:off x="1603100" y="5324972"/>
              <a:ext cx="3478" cy="29102"/>
            </a:xfrm>
            <a:custGeom>
              <a:avLst/>
              <a:gdLst/>
              <a:ahLst/>
              <a:cxnLst/>
              <a:rect l="0" t="0" r="0" b="0"/>
              <a:pathLst>
                <a:path w="3478" h="29102">
                  <a:moveTo>
                    <a:pt x="3478" y="29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2" name="Input_receptor__821">
              <a:extLst>
                <a:ext uri="{FF2B5EF4-FFF2-40B4-BE49-F238E27FC236}">
                  <a16:creationId xmlns:a16="http://schemas.microsoft.com/office/drawing/2014/main" id="{C70AB55B-BC36-14BC-1DC1-B67C6EF05276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30361"/>
              <a:ext cx="24134" cy="37340"/>
            </a:xfrm>
            <a:custGeom>
              <a:avLst/>
              <a:gdLst/>
              <a:ahLst/>
              <a:cxnLst/>
              <a:rect l="0" t="0" r="0" b="0"/>
              <a:pathLst>
                <a:path w="24134" h="37340">
                  <a:moveTo>
                    <a:pt x="24134" y="373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3" name="Input_receptor__822">
              <a:extLst>
                <a:ext uri="{FF2B5EF4-FFF2-40B4-BE49-F238E27FC236}">
                  <a16:creationId xmlns:a16="http://schemas.microsoft.com/office/drawing/2014/main" id="{99E6048D-FF31-2C93-E338-37C684D8FFB8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18560"/>
              <a:ext cx="40499" cy="22324"/>
            </a:xfrm>
            <a:custGeom>
              <a:avLst/>
              <a:gdLst/>
              <a:ahLst/>
              <a:cxnLst/>
              <a:rect l="0" t="0" r="0" b="0"/>
              <a:pathLst>
                <a:path w="40499" h="22324">
                  <a:moveTo>
                    <a:pt x="0" y="22324"/>
                  </a:moveTo>
                  <a:lnTo>
                    <a:pt x="40499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24" name="Input_receptor__823">
              <a:extLst>
                <a:ext uri="{FF2B5EF4-FFF2-40B4-BE49-F238E27FC236}">
                  <a16:creationId xmlns:a16="http://schemas.microsoft.com/office/drawing/2014/main" id="{F9C83FA2-FC48-1E0E-BE83-B63D4DE8E849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696"/>
              <a:ext cx="7269" cy="197"/>
            </a:xfrm>
            <a:custGeom>
              <a:avLst/>
              <a:gdLst/>
              <a:ahLst/>
              <a:cxnLst/>
              <a:rect l="0" t="0" r="0" b="0"/>
              <a:pathLst>
                <a:path w="7269" h="197">
                  <a:moveTo>
                    <a:pt x="0" y="197"/>
                  </a:moveTo>
                  <a:lnTo>
                    <a:pt x="7269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5" name="Input_receptor__824">
              <a:extLst>
                <a:ext uri="{FF2B5EF4-FFF2-40B4-BE49-F238E27FC236}">
                  <a16:creationId xmlns:a16="http://schemas.microsoft.com/office/drawing/2014/main" id="{3E4B7AFE-2226-C4CD-BE02-B010681ED23E}"/>
                </a:ext>
              </a:extLst>
            </p:cNvPr>
            <p:cNvSpPr>
              <a:spLocks noGrp="1"/>
            </p:cNvSpPr>
            <p:nvPr/>
          </p:nvSpPr>
          <p:spPr>
            <a:xfrm>
              <a:off x="1548971" y="5266770"/>
              <a:ext cx="29697" cy="14558"/>
            </a:xfrm>
            <a:custGeom>
              <a:avLst/>
              <a:gdLst/>
              <a:ahLst/>
              <a:cxnLst/>
              <a:rect l="0" t="0" r="0" b="0"/>
              <a:pathLst>
                <a:path w="29697" h="14558">
                  <a:moveTo>
                    <a:pt x="29697" y="14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6" name="Input_receptor__825">
              <a:extLst>
                <a:ext uri="{FF2B5EF4-FFF2-40B4-BE49-F238E27FC236}">
                  <a16:creationId xmlns:a16="http://schemas.microsoft.com/office/drawing/2014/main" id="{E87C083D-C17D-23EB-54E2-3665C3EDD3CA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6904"/>
              <a:ext cx="6354" cy="29794"/>
            </a:xfrm>
            <a:custGeom>
              <a:avLst/>
              <a:gdLst/>
              <a:ahLst/>
              <a:cxnLst/>
              <a:rect l="0" t="0" r="0" b="0"/>
              <a:pathLst>
                <a:path w="6354" h="29794">
                  <a:moveTo>
                    <a:pt x="0" y="29794"/>
                  </a:moveTo>
                  <a:lnTo>
                    <a:pt x="635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7" name="Input_receptor__826">
              <a:extLst>
                <a:ext uri="{FF2B5EF4-FFF2-40B4-BE49-F238E27FC236}">
                  <a16:creationId xmlns:a16="http://schemas.microsoft.com/office/drawing/2014/main" id="{66110767-BEC6-2DB8-5430-9346AE2177E5}"/>
                </a:ext>
              </a:extLst>
            </p:cNvPr>
            <p:cNvSpPr>
              <a:spLocks noGrp="1"/>
            </p:cNvSpPr>
            <p:nvPr/>
          </p:nvSpPr>
          <p:spPr>
            <a:xfrm>
              <a:off x="1172791" y="4843205"/>
              <a:ext cx="44295" cy="16047"/>
            </a:xfrm>
            <a:custGeom>
              <a:avLst/>
              <a:gdLst/>
              <a:ahLst/>
              <a:cxnLst/>
              <a:rect l="0" t="0" r="0" b="0"/>
              <a:pathLst>
                <a:path w="44295" h="16047">
                  <a:moveTo>
                    <a:pt x="44295" y="0"/>
                  </a:moveTo>
                  <a:lnTo>
                    <a:pt x="0" y="16047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8" name="Input_receptor__827">
              <a:extLst>
                <a:ext uri="{FF2B5EF4-FFF2-40B4-BE49-F238E27FC236}">
                  <a16:creationId xmlns:a16="http://schemas.microsoft.com/office/drawing/2014/main" id="{2D7B4472-22E0-68FB-05DD-6162550F744E}"/>
                </a:ext>
              </a:extLst>
            </p:cNvPr>
            <p:cNvSpPr>
              <a:spLocks noGrp="1"/>
            </p:cNvSpPr>
            <p:nvPr/>
          </p:nvSpPr>
          <p:spPr>
            <a:xfrm>
              <a:off x="1228651" y="5239856"/>
              <a:ext cx="44730" cy="10406"/>
            </a:xfrm>
            <a:custGeom>
              <a:avLst/>
              <a:gdLst/>
              <a:ahLst/>
              <a:cxnLst/>
              <a:rect l="0" t="0" r="0" b="0"/>
              <a:pathLst>
                <a:path w="44730" h="10406">
                  <a:moveTo>
                    <a:pt x="44730" y="104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9" name="Input_receptor__828">
              <a:extLst>
                <a:ext uri="{FF2B5EF4-FFF2-40B4-BE49-F238E27FC236}">
                  <a16:creationId xmlns:a16="http://schemas.microsoft.com/office/drawing/2014/main" id="{2F85CDFF-37C1-3449-EC01-1B5AB5987FCB}"/>
                </a:ext>
              </a:extLst>
            </p:cNvPr>
            <p:cNvSpPr>
              <a:spLocks noGrp="1"/>
            </p:cNvSpPr>
            <p:nvPr/>
          </p:nvSpPr>
          <p:spPr>
            <a:xfrm>
              <a:off x="1794036" y="4863472"/>
              <a:ext cx="43568" cy="17047"/>
            </a:xfrm>
            <a:custGeom>
              <a:avLst/>
              <a:gdLst/>
              <a:ahLst/>
              <a:cxnLst/>
              <a:rect l="0" t="0" r="0" b="0"/>
              <a:pathLst>
                <a:path w="43568" h="17047">
                  <a:moveTo>
                    <a:pt x="0" y="0"/>
                  </a:moveTo>
                  <a:lnTo>
                    <a:pt x="43568" y="17047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0" name="Input_receptor__829">
              <a:extLst>
                <a:ext uri="{FF2B5EF4-FFF2-40B4-BE49-F238E27FC236}">
                  <a16:creationId xmlns:a16="http://schemas.microsoft.com/office/drawing/2014/main" id="{53FE9DEB-4B40-BC4C-7B36-7450B1B4369F}"/>
                </a:ext>
              </a:extLst>
            </p:cNvPr>
            <p:cNvSpPr>
              <a:spLocks noGrp="1"/>
            </p:cNvSpPr>
            <p:nvPr/>
          </p:nvSpPr>
          <p:spPr>
            <a:xfrm>
              <a:off x="1273704" y="4523276"/>
              <a:ext cx="13335" cy="5131"/>
            </a:xfrm>
            <a:custGeom>
              <a:avLst/>
              <a:gdLst/>
              <a:ahLst/>
              <a:cxnLst/>
              <a:rect l="0" t="0" r="0" b="0"/>
              <a:pathLst>
                <a:path w="13335" h="5131">
                  <a:moveTo>
                    <a:pt x="0" y="5131"/>
                  </a:moveTo>
                  <a:lnTo>
                    <a:pt x="13335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1" name="Input_receptor__830">
              <a:extLst>
                <a:ext uri="{FF2B5EF4-FFF2-40B4-BE49-F238E27FC236}">
                  <a16:creationId xmlns:a16="http://schemas.microsoft.com/office/drawing/2014/main" id="{DC42523B-261E-2E86-C1EF-AED5F5C79CB1}"/>
                </a:ext>
              </a:extLst>
            </p:cNvPr>
            <p:cNvSpPr>
              <a:spLocks noGrp="1"/>
            </p:cNvSpPr>
            <p:nvPr/>
          </p:nvSpPr>
          <p:spPr>
            <a:xfrm>
              <a:off x="1168483" y="5102396"/>
              <a:ext cx="36945" cy="25878"/>
            </a:xfrm>
            <a:custGeom>
              <a:avLst/>
              <a:gdLst/>
              <a:ahLst/>
              <a:cxnLst/>
              <a:rect l="0" t="0" r="0" b="0"/>
              <a:pathLst>
                <a:path w="36945" h="25878">
                  <a:moveTo>
                    <a:pt x="36945" y="0"/>
                  </a:moveTo>
                  <a:lnTo>
                    <a:pt x="0" y="25878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2" name="Input_receptor__831">
              <a:extLst>
                <a:ext uri="{FF2B5EF4-FFF2-40B4-BE49-F238E27FC236}">
                  <a16:creationId xmlns:a16="http://schemas.microsoft.com/office/drawing/2014/main" id="{F598C73D-06FA-192B-5675-7520F5ABD7E6}"/>
                </a:ext>
              </a:extLst>
            </p:cNvPr>
            <p:cNvSpPr>
              <a:spLocks noGrp="1"/>
            </p:cNvSpPr>
            <p:nvPr/>
          </p:nvSpPr>
          <p:spPr>
            <a:xfrm>
              <a:off x="1267807" y="5250262"/>
              <a:ext cx="5574" cy="46065"/>
            </a:xfrm>
            <a:custGeom>
              <a:avLst/>
              <a:gdLst/>
              <a:ahLst/>
              <a:cxnLst/>
              <a:rect l="0" t="0" r="0" b="0"/>
              <a:pathLst>
                <a:path w="5574" h="46065">
                  <a:moveTo>
                    <a:pt x="0" y="46065"/>
                  </a:moveTo>
                  <a:lnTo>
                    <a:pt x="557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3" name="Input_receptor__832">
              <a:extLst>
                <a:ext uri="{FF2B5EF4-FFF2-40B4-BE49-F238E27FC236}">
                  <a16:creationId xmlns:a16="http://schemas.microsoft.com/office/drawing/2014/main" id="{FFD12420-BAF7-B31F-56AA-FB5482880135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11126"/>
              <a:ext cx="8576" cy="41561"/>
            </a:xfrm>
            <a:custGeom>
              <a:avLst/>
              <a:gdLst/>
              <a:ahLst/>
              <a:cxnLst/>
              <a:rect l="0" t="0" r="0" b="0"/>
              <a:pathLst>
                <a:path w="8576" h="41561">
                  <a:moveTo>
                    <a:pt x="0" y="41561"/>
                  </a:moveTo>
                  <a:lnTo>
                    <a:pt x="8576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4" name="Input_receptor__833">
              <a:extLst>
                <a:ext uri="{FF2B5EF4-FFF2-40B4-BE49-F238E27FC236}">
                  <a16:creationId xmlns:a16="http://schemas.microsoft.com/office/drawing/2014/main" id="{68F520BA-4D2A-2956-4605-651F30089F74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321154"/>
              <a:ext cx="3120" cy="10706"/>
            </a:xfrm>
            <a:custGeom>
              <a:avLst/>
              <a:gdLst/>
              <a:ahLst/>
              <a:cxnLst/>
              <a:rect l="0" t="0" r="0" b="0"/>
              <a:pathLst>
                <a:path w="3120" h="10706">
                  <a:moveTo>
                    <a:pt x="3120" y="107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5" name="Input_receptor__834">
              <a:extLst>
                <a:ext uri="{FF2B5EF4-FFF2-40B4-BE49-F238E27FC236}">
                  <a16:creationId xmlns:a16="http://schemas.microsoft.com/office/drawing/2014/main" id="{8EB4C082-0047-D1EF-3C94-5EF437476BE3}"/>
                </a:ext>
              </a:extLst>
            </p:cNvPr>
            <p:cNvSpPr>
              <a:spLocks noGrp="1"/>
            </p:cNvSpPr>
            <p:nvPr/>
          </p:nvSpPr>
          <p:spPr>
            <a:xfrm>
              <a:off x="1277159" y="5574062"/>
              <a:ext cx="12417" cy="46400"/>
            </a:xfrm>
            <a:custGeom>
              <a:avLst/>
              <a:gdLst/>
              <a:ahLst/>
              <a:cxnLst/>
              <a:rect l="0" t="0" r="0" b="0"/>
              <a:pathLst>
                <a:path w="12417" h="46400">
                  <a:moveTo>
                    <a:pt x="0" y="0"/>
                  </a:moveTo>
                  <a:lnTo>
                    <a:pt x="12417" y="4640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6" name="Input_receptor__835">
              <a:extLst>
                <a:ext uri="{FF2B5EF4-FFF2-40B4-BE49-F238E27FC236}">
                  <a16:creationId xmlns:a16="http://schemas.microsoft.com/office/drawing/2014/main" id="{E1B618C9-FB34-815F-5518-33FA3EB8B4EE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432506"/>
              <a:ext cx="40482" cy="20021"/>
            </a:xfrm>
            <a:custGeom>
              <a:avLst/>
              <a:gdLst/>
              <a:ahLst/>
              <a:cxnLst/>
              <a:rect l="0" t="0" r="0" b="0"/>
              <a:pathLst>
                <a:path w="40482" h="20021">
                  <a:moveTo>
                    <a:pt x="0" y="0"/>
                  </a:moveTo>
                  <a:lnTo>
                    <a:pt x="40482" y="2002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7" name="Input_receptor__836">
              <a:extLst>
                <a:ext uri="{FF2B5EF4-FFF2-40B4-BE49-F238E27FC236}">
                  <a16:creationId xmlns:a16="http://schemas.microsoft.com/office/drawing/2014/main" id="{3D057F92-B0B0-97F6-2193-D8CC279D83EE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9117"/>
              <a:ext cx="36253" cy="5994"/>
            </a:xfrm>
            <a:custGeom>
              <a:avLst/>
              <a:gdLst/>
              <a:ahLst/>
              <a:cxnLst/>
              <a:rect l="0" t="0" r="0" b="0"/>
              <a:pathLst>
                <a:path w="36253" h="5994">
                  <a:moveTo>
                    <a:pt x="0" y="0"/>
                  </a:moveTo>
                  <a:lnTo>
                    <a:pt x="36253" y="5994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8" name="Input_receptor__837">
              <a:extLst>
                <a:ext uri="{FF2B5EF4-FFF2-40B4-BE49-F238E27FC236}">
                  <a16:creationId xmlns:a16="http://schemas.microsoft.com/office/drawing/2014/main" id="{1206952D-768D-0947-CBAC-EFE399035277}"/>
                </a:ext>
              </a:extLst>
            </p:cNvPr>
            <p:cNvSpPr>
              <a:spLocks noGrp="1"/>
            </p:cNvSpPr>
            <p:nvPr/>
          </p:nvSpPr>
          <p:spPr>
            <a:xfrm>
              <a:off x="1557939" y="4925345"/>
              <a:ext cx="43906" cy="19826"/>
            </a:xfrm>
            <a:custGeom>
              <a:avLst/>
              <a:gdLst/>
              <a:ahLst/>
              <a:cxnLst/>
              <a:rect l="0" t="0" r="0" b="0"/>
              <a:pathLst>
                <a:path w="43906" h="19826">
                  <a:moveTo>
                    <a:pt x="43906" y="0"/>
                  </a:moveTo>
                  <a:lnTo>
                    <a:pt x="0" y="19826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9" name="Input_receptor__838">
              <a:extLst>
                <a:ext uri="{FF2B5EF4-FFF2-40B4-BE49-F238E27FC236}">
                  <a16:creationId xmlns:a16="http://schemas.microsoft.com/office/drawing/2014/main" id="{11FC468C-1218-59FC-5AA7-87CE6B6601A0}"/>
                </a:ext>
              </a:extLst>
            </p:cNvPr>
            <p:cNvSpPr>
              <a:spLocks noGrp="1"/>
            </p:cNvSpPr>
            <p:nvPr/>
          </p:nvSpPr>
          <p:spPr>
            <a:xfrm>
              <a:off x="1285920" y="5112893"/>
              <a:ext cx="16652" cy="45632"/>
            </a:xfrm>
            <a:custGeom>
              <a:avLst/>
              <a:gdLst/>
              <a:ahLst/>
              <a:cxnLst/>
              <a:rect l="0" t="0" r="0" b="0"/>
              <a:pathLst>
                <a:path w="16652" h="45632">
                  <a:moveTo>
                    <a:pt x="16652" y="45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0" name="Input_receptor__839">
              <a:extLst>
                <a:ext uri="{FF2B5EF4-FFF2-40B4-BE49-F238E27FC236}">
                  <a16:creationId xmlns:a16="http://schemas.microsoft.com/office/drawing/2014/main" id="{178516E4-D1D9-250E-78BE-7393232AE36A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5002493"/>
              <a:ext cx="45389" cy="9870"/>
            </a:xfrm>
            <a:custGeom>
              <a:avLst/>
              <a:gdLst/>
              <a:ahLst/>
              <a:cxnLst/>
              <a:rect l="0" t="0" r="0" b="0"/>
              <a:pathLst>
                <a:path w="45389" h="9870">
                  <a:moveTo>
                    <a:pt x="45389" y="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1" name="Input_receptor__840">
              <a:extLst>
                <a:ext uri="{FF2B5EF4-FFF2-40B4-BE49-F238E27FC236}">
                  <a16:creationId xmlns:a16="http://schemas.microsoft.com/office/drawing/2014/main" id="{43F21B0B-D690-48F3-7648-504F129DE512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81313"/>
              <a:ext cx="8457" cy="13381"/>
            </a:xfrm>
            <a:custGeom>
              <a:avLst/>
              <a:gdLst/>
              <a:ahLst/>
              <a:cxnLst/>
              <a:rect l="0" t="0" r="0" b="0"/>
              <a:pathLst>
                <a:path w="8457" h="13381">
                  <a:moveTo>
                    <a:pt x="0" y="0"/>
                  </a:moveTo>
                  <a:lnTo>
                    <a:pt x="8457" y="1338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2" name="Input_receptor__841">
              <a:extLst>
                <a:ext uri="{FF2B5EF4-FFF2-40B4-BE49-F238E27FC236}">
                  <a16:creationId xmlns:a16="http://schemas.microsoft.com/office/drawing/2014/main" id="{0F59C1DC-E16A-AD43-C584-EEAA69A9F1C2}"/>
                </a:ext>
              </a:extLst>
            </p:cNvPr>
            <p:cNvSpPr>
              <a:spLocks noGrp="1"/>
            </p:cNvSpPr>
            <p:nvPr/>
          </p:nvSpPr>
          <p:spPr>
            <a:xfrm>
              <a:off x="1077807" y="5282843"/>
              <a:ext cx="26463" cy="37007"/>
            </a:xfrm>
            <a:custGeom>
              <a:avLst/>
              <a:gdLst/>
              <a:ahLst/>
              <a:cxnLst/>
              <a:rect l="0" t="0" r="0" b="0"/>
              <a:pathLst>
                <a:path w="26463" h="37007">
                  <a:moveTo>
                    <a:pt x="0" y="37007"/>
                  </a:moveTo>
                  <a:lnTo>
                    <a:pt x="26463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3" name="Input_receptor__842">
              <a:extLst>
                <a:ext uri="{FF2B5EF4-FFF2-40B4-BE49-F238E27FC236}">
                  <a16:creationId xmlns:a16="http://schemas.microsoft.com/office/drawing/2014/main" id="{00330D2E-4290-F39F-BF3C-58BE9E40C61A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29364"/>
              <a:ext cx="41050" cy="19947"/>
            </a:xfrm>
            <a:custGeom>
              <a:avLst/>
              <a:gdLst/>
              <a:ahLst/>
              <a:cxnLst/>
              <a:rect l="0" t="0" r="0" b="0"/>
              <a:pathLst>
                <a:path w="41050" h="19947">
                  <a:moveTo>
                    <a:pt x="0" y="19947"/>
                  </a:moveTo>
                  <a:lnTo>
                    <a:pt x="4105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4" name="Input_receptor__843">
              <a:extLst>
                <a:ext uri="{FF2B5EF4-FFF2-40B4-BE49-F238E27FC236}">
                  <a16:creationId xmlns:a16="http://schemas.microsoft.com/office/drawing/2014/main" id="{882BE06E-EB6F-E259-959B-BAFE93F37391}"/>
                </a:ext>
              </a:extLst>
            </p:cNvPr>
            <p:cNvSpPr>
              <a:spLocks noGrp="1"/>
            </p:cNvSpPr>
            <p:nvPr/>
          </p:nvSpPr>
          <p:spPr>
            <a:xfrm>
              <a:off x="964241" y="4899858"/>
              <a:ext cx="40466" cy="3714"/>
            </a:xfrm>
            <a:custGeom>
              <a:avLst/>
              <a:gdLst/>
              <a:ahLst/>
              <a:cxnLst/>
              <a:rect l="0" t="0" r="0" b="0"/>
              <a:pathLst>
                <a:path w="40466" h="3714">
                  <a:moveTo>
                    <a:pt x="0" y="0"/>
                  </a:moveTo>
                  <a:lnTo>
                    <a:pt x="40466" y="3714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5" name="Input_receptor__844">
              <a:extLst>
                <a:ext uri="{FF2B5EF4-FFF2-40B4-BE49-F238E27FC236}">
                  <a16:creationId xmlns:a16="http://schemas.microsoft.com/office/drawing/2014/main" id="{4B40F811-26F4-7E9E-918A-102AE4A1672C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39856"/>
              <a:ext cx="16590" cy="37164"/>
            </a:xfrm>
            <a:custGeom>
              <a:avLst/>
              <a:gdLst/>
              <a:ahLst/>
              <a:cxnLst/>
              <a:rect l="0" t="0" r="0" b="0"/>
              <a:pathLst>
                <a:path w="16590" h="37164">
                  <a:moveTo>
                    <a:pt x="16590" y="0"/>
                  </a:moveTo>
                  <a:lnTo>
                    <a:pt x="0" y="37164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6" name="Input_receptor__845">
              <a:extLst>
                <a:ext uri="{FF2B5EF4-FFF2-40B4-BE49-F238E27FC236}">
                  <a16:creationId xmlns:a16="http://schemas.microsoft.com/office/drawing/2014/main" id="{76A40630-D087-DBBE-B489-8A177EB4630B}"/>
                </a:ext>
              </a:extLst>
            </p:cNvPr>
            <p:cNvSpPr>
              <a:spLocks noGrp="1"/>
            </p:cNvSpPr>
            <p:nvPr/>
          </p:nvSpPr>
          <p:spPr>
            <a:xfrm>
              <a:off x="1601846" y="4882400"/>
              <a:ext cx="21741" cy="42946"/>
            </a:xfrm>
            <a:custGeom>
              <a:avLst/>
              <a:gdLst/>
              <a:ahLst/>
              <a:cxnLst/>
              <a:rect l="0" t="0" r="0" b="0"/>
              <a:pathLst>
                <a:path w="21741" h="42946">
                  <a:moveTo>
                    <a:pt x="21741" y="0"/>
                  </a:moveTo>
                  <a:lnTo>
                    <a:pt x="0" y="42946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7" name="Input_receptor__846">
              <a:extLst>
                <a:ext uri="{FF2B5EF4-FFF2-40B4-BE49-F238E27FC236}">
                  <a16:creationId xmlns:a16="http://schemas.microsoft.com/office/drawing/2014/main" id="{5A392B12-0DF1-212F-7BC3-75C32C9FC32C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54074"/>
              <a:ext cx="26602" cy="33450"/>
            </a:xfrm>
            <a:custGeom>
              <a:avLst/>
              <a:gdLst/>
              <a:ahLst/>
              <a:cxnLst/>
              <a:rect l="0" t="0" r="0" b="0"/>
              <a:pathLst>
                <a:path w="26602" h="33450">
                  <a:moveTo>
                    <a:pt x="0" y="33450"/>
                  </a:moveTo>
                  <a:lnTo>
                    <a:pt x="26602" y="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8" name="Input_receptor__847">
              <a:extLst>
                <a:ext uri="{FF2B5EF4-FFF2-40B4-BE49-F238E27FC236}">
                  <a16:creationId xmlns:a16="http://schemas.microsoft.com/office/drawing/2014/main" id="{7FE2C964-DBA0-B502-9C8F-8E6634D0573C}"/>
                </a:ext>
              </a:extLst>
            </p:cNvPr>
            <p:cNvSpPr>
              <a:spLocks noGrp="1"/>
            </p:cNvSpPr>
            <p:nvPr/>
          </p:nvSpPr>
          <p:spPr>
            <a:xfrm>
              <a:off x="1539716" y="4844404"/>
              <a:ext cx="12098" cy="15783"/>
            </a:xfrm>
            <a:custGeom>
              <a:avLst/>
              <a:gdLst/>
              <a:ahLst/>
              <a:cxnLst/>
              <a:rect l="0" t="0" r="0" b="0"/>
              <a:pathLst>
                <a:path w="12098" h="15783">
                  <a:moveTo>
                    <a:pt x="0" y="15783"/>
                  </a:moveTo>
                  <a:lnTo>
                    <a:pt x="1209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9" name="Input_receptor__848">
              <a:extLst>
                <a:ext uri="{FF2B5EF4-FFF2-40B4-BE49-F238E27FC236}">
                  <a16:creationId xmlns:a16="http://schemas.microsoft.com/office/drawing/2014/main" id="{A37FF527-6EE4-6756-5E4A-8C597701C8BC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99858"/>
              <a:ext cx="24818" cy="22606"/>
            </a:xfrm>
            <a:custGeom>
              <a:avLst/>
              <a:gdLst/>
              <a:ahLst/>
              <a:cxnLst/>
              <a:rect l="0" t="0" r="0" b="0"/>
              <a:pathLst>
                <a:path w="24818" h="22606">
                  <a:moveTo>
                    <a:pt x="0" y="22606"/>
                  </a:moveTo>
                  <a:lnTo>
                    <a:pt x="2481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0" name="Input_receptor__849">
              <a:extLst>
                <a:ext uri="{FF2B5EF4-FFF2-40B4-BE49-F238E27FC236}">
                  <a16:creationId xmlns:a16="http://schemas.microsoft.com/office/drawing/2014/main" id="{213CA786-0B9C-138A-F13A-499BBA546A82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367403"/>
              <a:ext cx="19449" cy="42182"/>
            </a:xfrm>
            <a:custGeom>
              <a:avLst/>
              <a:gdLst/>
              <a:ahLst/>
              <a:cxnLst/>
              <a:rect l="0" t="0" r="0" b="0"/>
              <a:pathLst>
                <a:path w="19449" h="42182">
                  <a:moveTo>
                    <a:pt x="0" y="42182"/>
                  </a:moveTo>
                  <a:lnTo>
                    <a:pt x="19449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1" name="Input_receptor__850">
              <a:extLst>
                <a:ext uri="{FF2B5EF4-FFF2-40B4-BE49-F238E27FC236}">
                  <a16:creationId xmlns:a16="http://schemas.microsoft.com/office/drawing/2014/main" id="{7B3E83A8-9F95-666A-D0C3-2C1B187D2A93}"/>
                </a:ext>
              </a:extLst>
            </p:cNvPr>
            <p:cNvSpPr>
              <a:spLocks noGrp="1"/>
            </p:cNvSpPr>
            <p:nvPr/>
          </p:nvSpPr>
          <p:spPr>
            <a:xfrm>
              <a:off x="1711795" y="5356128"/>
              <a:ext cx="39776" cy="22250"/>
            </a:xfrm>
            <a:custGeom>
              <a:avLst/>
              <a:gdLst/>
              <a:ahLst/>
              <a:cxnLst/>
              <a:rect l="0" t="0" r="0" b="0"/>
              <a:pathLst>
                <a:path w="39776" h="22250">
                  <a:moveTo>
                    <a:pt x="0" y="0"/>
                  </a:moveTo>
                  <a:lnTo>
                    <a:pt x="39776" y="2225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2" name="Input_receptor__851">
              <a:extLst>
                <a:ext uri="{FF2B5EF4-FFF2-40B4-BE49-F238E27FC236}">
                  <a16:creationId xmlns:a16="http://schemas.microsoft.com/office/drawing/2014/main" id="{A313CA9E-7C71-98F2-8B68-6A4FCE04A427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23920" cy="2559"/>
            </a:xfrm>
            <a:custGeom>
              <a:avLst/>
              <a:gdLst/>
              <a:ahLst/>
              <a:cxnLst/>
              <a:rect l="0" t="0" r="0" b="0"/>
              <a:pathLst>
                <a:path w="23920" h="2559">
                  <a:moveTo>
                    <a:pt x="0" y="0"/>
                  </a:moveTo>
                  <a:lnTo>
                    <a:pt x="23920" y="255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3" name="Input_receptor__852">
              <a:extLst>
                <a:ext uri="{FF2B5EF4-FFF2-40B4-BE49-F238E27FC236}">
                  <a16:creationId xmlns:a16="http://schemas.microsoft.com/office/drawing/2014/main" id="{67E4D39E-44C7-E379-5250-602C904AAB0F}"/>
                </a:ext>
              </a:extLst>
            </p:cNvPr>
            <p:cNvSpPr>
              <a:spLocks noGrp="1"/>
            </p:cNvSpPr>
            <p:nvPr/>
          </p:nvSpPr>
          <p:spPr>
            <a:xfrm>
              <a:off x="1104270" y="5282843"/>
              <a:ext cx="35381" cy="14537"/>
            </a:xfrm>
            <a:custGeom>
              <a:avLst/>
              <a:gdLst/>
              <a:ahLst/>
              <a:cxnLst/>
              <a:rect l="0" t="0" r="0" b="0"/>
              <a:pathLst>
                <a:path w="35381" h="14537">
                  <a:moveTo>
                    <a:pt x="0" y="0"/>
                  </a:moveTo>
                  <a:lnTo>
                    <a:pt x="35381" y="14537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4" name="Input_receptor__853">
              <a:extLst>
                <a:ext uri="{FF2B5EF4-FFF2-40B4-BE49-F238E27FC236}">
                  <a16:creationId xmlns:a16="http://schemas.microsoft.com/office/drawing/2014/main" id="{D2EDF885-8C09-12CE-CC7B-60BE42A07B22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1745"/>
              <a:ext cx="48387" cy="1709"/>
            </a:xfrm>
            <a:custGeom>
              <a:avLst/>
              <a:gdLst/>
              <a:ahLst/>
              <a:cxnLst/>
              <a:rect l="0" t="0" r="0" b="0"/>
              <a:pathLst>
                <a:path w="48387" h="1709">
                  <a:moveTo>
                    <a:pt x="48387" y="0"/>
                  </a:moveTo>
                  <a:lnTo>
                    <a:pt x="0" y="170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5" name="Input_receptor__854">
              <a:extLst>
                <a:ext uri="{FF2B5EF4-FFF2-40B4-BE49-F238E27FC236}">
                  <a16:creationId xmlns:a16="http://schemas.microsoft.com/office/drawing/2014/main" id="{E1C928BB-3E5A-AED0-6962-53D138775553}"/>
                </a:ext>
              </a:extLst>
            </p:cNvPr>
            <p:cNvSpPr>
              <a:spLocks noGrp="1"/>
            </p:cNvSpPr>
            <p:nvPr/>
          </p:nvSpPr>
          <p:spPr>
            <a:xfrm>
              <a:off x="1004707" y="4903572"/>
              <a:ext cx="27966" cy="36589"/>
            </a:xfrm>
            <a:custGeom>
              <a:avLst/>
              <a:gdLst/>
              <a:ahLst/>
              <a:cxnLst/>
              <a:rect l="0" t="0" r="0" b="0"/>
              <a:pathLst>
                <a:path w="27966" h="36589">
                  <a:moveTo>
                    <a:pt x="0" y="0"/>
                  </a:moveTo>
                  <a:lnTo>
                    <a:pt x="27966" y="36589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6" name="Input_receptor__855">
              <a:extLst>
                <a:ext uri="{FF2B5EF4-FFF2-40B4-BE49-F238E27FC236}">
                  <a16:creationId xmlns:a16="http://schemas.microsoft.com/office/drawing/2014/main" id="{B247A754-BCAB-BE4E-013F-8B9A7781D204}"/>
                </a:ext>
              </a:extLst>
            </p:cNvPr>
            <p:cNvSpPr>
              <a:spLocks noGrp="1"/>
            </p:cNvSpPr>
            <p:nvPr/>
          </p:nvSpPr>
          <p:spPr>
            <a:xfrm>
              <a:off x="1495593" y="5209920"/>
              <a:ext cx="45297" cy="4126"/>
            </a:xfrm>
            <a:custGeom>
              <a:avLst/>
              <a:gdLst/>
              <a:ahLst/>
              <a:cxnLst/>
              <a:rect l="0" t="0" r="0" b="0"/>
              <a:pathLst>
                <a:path w="45297" h="4126">
                  <a:moveTo>
                    <a:pt x="45297" y="41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7" name="Input_receptor__856">
              <a:extLst>
                <a:ext uri="{FF2B5EF4-FFF2-40B4-BE49-F238E27FC236}">
                  <a16:creationId xmlns:a16="http://schemas.microsoft.com/office/drawing/2014/main" id="{4317F823-7BB2-C5AF-DF95-FB430B0FD816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378379"/>
              <a:ext cx="17636" cy="43048"/>
            </a:xfrm>
            <a:custGeom>
              <a:avLst/>
              <a:gdLst/>
              <a:ahLst/>
              <a:cxnLst/>
              <a:rect l="0" t="0" r="0" b="0"/>
              <a:pathLst>
                <a:path w="17636" h="43048">
                  <a:moveTo>
                    <a:pt x="17636" y="0"/>
                  </a:moveTo>
                  <a:lnTo>
                    <a:pt x="0" y="43048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8" name="Input_receptor__857">
              <a:extLst>
                <a:ext uri="{FF2B5EF4-FFF2-40B4-BE49-F238E27FC236}">
                  <a16:creationId xmlns:a16="http://schemas.microsoft.com/office/drawing/2014/main" id="{CCE00C5D-85DB-4966-7443-F4DFF221B7FE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42425"/>
              <a:ext cx="29133" cy="22656"/>
            </a:xfrm>
            <a:custGeom>
              <a:avLst/>
              <a:gdLst/>
              <a:ahLst/>
              <a:cxnLst/>
              <a:rect l="0" t="0" r="0" b="0"/>
              <a:pathLst>
                <a:path w="29133" h="22656">
                  <a:moveTo>
                    <a:pt x="29133" y="0"/>
                  </a:moveTo>
                  <a:lnTo>
                    <a:pt x="0" y="22656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9" name="Input_receptor__858">
              <a:extLst>
                <a:ext uri="{FF2B5EF4-FFF2-40B4-BE49-F238E27FC236}">
                  <a16:creationId xmlns:a16="http://schemas.microsoft.com/office/drawing/2014/main" id="{8990DCD5-569A-C881-1C0E-7D7C54763C45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4955241"/>
              <a:ext cx="9656" cy="47252"/>
            </a:xfrm>
            <a:custGeom>
              <a:avLst/>
              <a:gdLst/>
              <a:ahLst/>
              <a:cxnLst/>
              <a:rect l="0" t="0" r="0" b="0"/>
              <a:pathLst>
                <a:path w="9656" h="47252">
                  <a:moveTo>
                    <a:pt x="0" y="47252"/>
                  </a:moveTo>
                  <a:lnTo>
                    <a:pt x="9656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0" name="Input_receptor__859">
              <a:extLst>
                <a:ext uri="{FF2B5EF4-FFF2-40B4-BE49-F238E27FC236}">
                  <a16:creationId xmlns:a16="http://schemas.microsoft.com/office/drawing/2014/main" id="{BB8436E8-2643-6B83-6E60-6F36AF58AABC}"/>
                </a:ext>
              </a:extLst>
            </p:cNvPr>
            <p:cNvSpPr>
              <a:spLocks noGrp="1"/>
            </p:cNvSpPr>
            <p:nvPr/>
          </p:nvSpPr>
          <p:spPr>
            <a:xfrm>
              <a:off x="1634008" y="5104427"/>
              <a:ext cx="5314" cy="37998"/>
            </a:xfrm>
            <a:custGeom>
              <a:avLst/>
              <a:gdLst/>
              <a:ahLst/>
              <a:cxnLst/>
              <a:rect l="0" t="0" r="0" b="0"/>
              <a:pathLst>
                <a:path w="5314" h="37998">
                  <a:moveTo>
                    <a:pt x="5314" y="0"/>
                  </a:moveTo>
                  <a:lnTo>
                    <a:pt x="0" y="37998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1" name="Input_receptor__860">
              <a:extLst>
                <a:ext uri="{FF2B5EF4-FFF2-40B4-BE49-F238E27FC236}">
                  <a16:creationId xmlns:a16="http://schemas.microsoft.com/office/drawing/2014/main" id="{270F4DC9-B268-8BBF-E8C5-208318FD461B}"/>
                </a:ext>
              </a:extLst>
            </p:cNvPr>
            <p:cNvSpPr>
              <a:spLocks noGrp="1"/>
            </p:cNvSpPr>
            <p:nvPr/>
          </p:nvSpPr>
          <p:spPr>
            <a:xfrm>
              <a:off x="1772606" y="4863472"/>
              <a:ext cx="21430" cy="41639"/>
            </a:xfrm>
            <a:custGeom>
              <a:avLst/>
              <a:gdLst/>
              <a:ahLst/>
              <a:cxnLst/>
              <a:rect l="0" t="0" r="0" b="0"/>
              <a:pathLst>
                <a:path w="21430" h="41639">
                  <a:moveTo>
                    <a:pt x="0" y="41639"/>
                  </a:moveTo>
                  <a:lnTo>
                    <a:pt x="2143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2" name="Input_receptor__861">
              <a:extLst>
                <a:ext uri="{FF2B5EF4-FFF2-40B4-BE49-F238E27FC236}">
                  <a16:creationId xmlns:a16="http://schemas.microsoft.com/office/drawing/2014/main" id="{7138B998-EC6D-95C7-37F7-9F3B3D08BE2D}"/>
                </a:ext>
              </a:extLst>
            </p:cNvPr>
            <p:cNvSpPr>
              <a:spLocks noGrp="1"/>
            </p:cNvSpPr>
            <p:nvPr/>
          </p:nvSpPr>
          <p:spPr>
            <a:xfrm>
              <a:off x="1089828" y="5438287"/>
              <a:ext cx="32329" cy="29647"/>
            </a:xfrm>
            <a:custGeom>
              <a:avLst/>
              <a:gdLst/>
              <a:ahLst/>
              <a:cxnLst/>
              <a:rect l="0" t="0" r="0" b="0"/>
              <a:pathLst>
                <a:path w="32329" h="29647">
                  <a:moveTo>
                    <a:pt x="32329" y="296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3" name="Input_receptor__862">
              <a:extLst>
                <a:ext uri="{FF2B5EF4-FFF2-40B4-BE49-F238E27FC236}">
                  <a16:creationId xmlns:a16="http://schemas.microsoft.com/office/drawing/2014/main" id="{BA47D921-140B-79CA-257F-487408AA6FA7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8287"/>
              <a:ext cx="37975" cy="22461"/>
            </a:xfrm>
            <a:custGeom>
              <a:avLst/>
              <a:gdLst/>
              <a:ahLst/>
              <a:cxnLst/>
              <a:rect l="0" t="0" r="0" b="0"/>
              <a:pathLst>
                <a:path w="37975" h="22461">
                  <a:moveTo>
                    <a:pt x="37975" y="0"/>
                  </a:moveTo>
                  <a:lnTo>
                    <a:pt x="0" y="22461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4" name="Input_receptor__863">
              <a:extLst>
                <a:ext uri="{FF2B5EF4-FFF2-40B4-BE49-F238E27FC236}">
                  <a16:creationId xmlns:a16="http://schemas.microsoft.com/office/drawing/2014/main" id="{201761A1-9F17-6ABF-9236-0DD8939D4A83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297380"/>
              <a:ext cx="4911" cy="44102"/>
            </a:xfrm>
            <a:custGeom>
              <a:avLst/>
              <a:gdLst/>
              <a:ahLst/>
              <a:cxnLst/>
              <a:rect l="0" t="0" r="0" b="0"/>
              <a:pathLst>
                <a:path w="4911" h="44102">
                  <a:moveTo>
                    <a:pt x="4911" y="0"/>
                  </a:moveTo>
                  <a:lnTo>
                    <a:pt x="0" y="44102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5" name="Input_receptor__864">
              <a:extLst>
                <a:ext uri="{FF2B5EF4-FFF2-40B4-BE49-F238E27FC236}">
                  <a16:creationId xmlns:a16="http://schemas.microsoft.com/office/drawing/2014/main" id="{D0958334-FD6E-BBD3-FEB6-C5D4DF1F1C7E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0918"/>
              <a:ext cx="37000" cy="17797"/>
            </a:xfrm>
            <a:custGeom>
              <a:avLst/>
              <a:gdLst/>
              <a:ahLst/>
              <a:cxnLst/>
              <a:rect l="0" t="0" r="0" b="0"/>
              <a:pathLst>
                <a:path w="37000" h="17797">
                  <a:moveTo>
                    <a:pt x="0" y="17797"/>
                  </a:moveTo>
                  <a:lnTo>
                    <a:pt x="37000" y="0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66" name="Input_receptor__865">
              <a:extLst>
                <a:ext uri="{FF2B5EF4-FFF2-40B4-BE49-F238E27FC236}">
                  <a16:creationId xmlns:a16="http://schemas.microsoft.com/office/drawing/2014/main" id="{FBA7D18A-D0DE-80DF-44D2-2EDD4315B868}"/>
                </a:ext>
              </a:extLst>
            </p:cNvPr>
            <p:cNvSpPr>
              <a:spLocks noGrp="1"/>
            </p:cNvSpPr>
            <p:nvPr/>
          </p:nvSpPr>
          <p:spPr>
            <a:xfrm>
              <a:off x="1199148" y="4802644"/>
              <a:ext cx="17938" cy="40560"/>
            </a:xfrm>
            <a:custGeom>
              <a:avLst/>
              <a:gdLst/>
              <a:ahLst/>
              <a:cxnLst/>
              <a:rect l="0" t="0" r="0" b="0"/>
              <a:pathLst>
                <a:path w="17938" h="40560">
                  <a:moveTo>
                    <a:pt x="0" y="0"/>
                  </a:moveTo>
                  <a:lnTo>
                    <a:pt x="17938" y="4056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7" name="Input_receptor__866">
              <a:extLst>
                <a:ext uri="{FF2B5EF4-FFF2-40B4-BE49-F238E27FC236}">
                  <a16:creationId xmlns:a16="http://schemas.microsoft.com/office/drawing/2014/main" id="{0C112749-195B-1B05-EF66-BDCBB7E00C31}"/>
                </a:ext>
              </a:extLst>
            </p:cNvPr>
            <p:cNvSpPr>
              <a:spLocks noGrp="1"/>
            </p:cNvSpPr>
            <p:nvPr/>
          </p:nvSpPr>
          <p:spPr>
            <a:xfrm>
              <a:off x="1177479" y="4987180"/>
              <a:ext cx="14284" cy="25183"/>
            </a:xfrm>
            <a:custGeom>
              <a:avLst/>
              <a:gdLst/>
              <a:ahLst/>
              <a:cxnLst/>
              <a:rect l="0" t="0" r="0" b="0"/>
              <a:pathLst>
                <a:path w="14284" h="25183">
                  <a:moveTo>
                    <a:pt x="14284" y="0"/>
                  </a:moveTo>
                  <a:lnTo>
                    <a:pt x="0" y="2518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8" name="Input_receptor__867">
              <a:extLst>
                <a:ext uri="{FF2B5EF4-FFF2-40B4-BE49-F238E27FC236}">
                  <a16:creationId xmlns:a16="http://schemas.microsoft.com/office/drawing/2014/main" id="{C7466AC9-16B7-F567-5118-BAD6BF7EF2BF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43113"/>
              <a:ext cx="35207" cy="32164"/>
            </a:xfrm>
            <a:custGeom>
              <a:avLst/>
              <a:gdLst/>
              <a:ahLst/>
              <a:cxnLst/>
              <a:rect l="0" t="0" r="0" b="0"/>
              <a:pathLst>
                <a:path w="35207" h="32164">
                  <a:moveTo>
                    <a:pt x="35207" y="321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9" name="Input_receptor__868">
              <a:extLst>
                <a:ext uri="{FF2B5EF4-FFF2-40B4-BE49-F238E27FC236}">
                  <a16:creationId xmlns:a16="http://schemas.microsoft.com/office/drawing/2014/main" id="{3EEBF0B5-9D49-5DBF-13B5-7CE0E89A5159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105493"/>
              <a:ext cx="5015" cy="1943"/>
            </a:xfrm>
            <a:custGeom>
              <a:avLst/>
              <a:gdLst/>
              <a:ahLst/>
              <a:cxnLst/>
              <a:rect l="0" t="0" r="0" b="0"/>
              <a:pathLst>
                <a:path w="5015" h="1943">
                  <a:moveTo>
                    <a:pt x="0" y="0"/>
                  </a:moveTo>
                  <a:lnTo>
                    <a:pt x="5015" y="194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0" name="Input_receptor__869">
              <a:extLst>
                <a:ext uri="{FF2B5EF4-FFF2-40B4-BE49-F238E27FC236}">
                  <a16:creationId xmlns:a16="http://schemas.microsoft.com/office/drawing/2014/main" id="{D28A8692-6113-7DE2-3FF5-6C39616865FE}"/>
                </a:ext>
              </a:extLst>
            </p:cNvPr>
            <p:cNvSpPr>
              <a:spLocks noGrp="1"/>
            </p:cNvSpPr>
            <p:nvPr/>
          </p:nvSpPr>
          <p:spPr>
            <a:xfrm>
              <a:off x="1489495" y="4846437"/>
              <a:ext cx="11224" cy="37876"/>
            </a:xfrm>
            <a:custGeom>
              <a:avLst/>
              <a:gdLst/>
              <a:ahLst/>
              <a:cxnLst/>
              <a:rect l="0" t="0" r="0" b="0"/>
              <a:pathLst>
                <a:path w="11224" h="37876">
                  <a:moveTo>
                    <a:pt x="0" y="0"/>
                  </a:moveTo>
                  <a:lnTo>
                    <a:pt x="11224" y="37876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71" name="Input_receptor__870">
              <a:extLst>
                <a:ext uri="{FF2B5EF4-FFF2-40B4-BE49-F238E27FC236}">
                  <a16:creationId xmlns:a16="http://schemas.microsoft.com/office/drawing/2014/main" id="{CE36D43C-5B60-7200-C04C-BE4310F6AB03}"/>
                </a:ext>
              </a:extLst>
            </p:cNvPr>
            <p:cNvSpPr>
              <a:spLocks noGrp="1"/>
            </p:cNvSpPr>
            <p:nvPr/>
          </p:nvSpPr>
          <p:spPr>
            <a:xfrm>
              <a:off x="1095550" y="5467933"/>
              <a:ext cx="26607" cy="39029"/>
            </a:xfrm>
            <a:custGeom>
              <a:avLst/>
              <a:gdLst/>
              <a:ahLst/>
              <a:cxnLst/>
              <a:rect l="0" t="0" r="0" b="0"/>
              <a:pathLst>
                <a:path w="26607" h="39029">
                  <a:moveTo>
                    <a:pt x="0" y="39029"/>
                  </a:moveTo>
                  <a:lnTo>
                    <a:pt x="2660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2" name="Input_receptor__871">
              <a:extLst>
                <a:ext uri="{FF2B5EF4-FFF2-40B4-BE49-F238E27FC236}">
                  <a16:creationId xmlns:a16="http://schemas.microsoft.com/office/drawing/2014/main" id="{44A7501C-84F5-AAB4-3634-D7206EDD3E13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56128"/>
              <a:ext cx="25245" cy="16576"/>
            </a:xfrm>
            <a:custGeom>
              <a:avLst/>
              <a:gdLst/>
              <a:ahLst/>
              <a:cxnLst/>
              <a:rect l="0" t="0" r="0" b="0"/>
              <a:pathLst>
                <a:path w="25245" h="16576">
                  <a:moveTo>
                    <a:pt x="0" y="16576"/>
                  </a:moveTo>
                  <a:lnTo>
                    <a:pt x="25245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3" name="Input_receptor__872">
              <a:extLst>
                <a:ext uri="{FF2B5EF4-FFF2-40B4-BE49-F238E27FC236}">
                  <a16:creationId xmlns:a16="http://schemas.microsoft.com/office/drawing/2014/main" id="{1961119B-C262-C8FB-98D9-827CC5BDC389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63471"/>
              <a:ext cx="36790" cy="21926"/>
            </a:xfrm>
            <a:custGeom>
              <a:avLst/>
              <a:gdLst/>
              <a:ahLst/>
              <a:cxnLst/>
              <a:rect l="0" t="0" r="0" b="0"/>
              <a:pathLst>
                <a:path w="36790" h="21926">
                  <a:moveTo>
                    <a:pt x="0" y="0"/>
                  </a:moveTo>
                  <a:lnTo>
                    <a:pt x="36790" y="2192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4" name="Input_receptor__873">
              <a:extLst>
                <a:ext uri="{FF2B5EF4-FFF2-40B4-BE49-F238E27FC236}">
                  <a16:creationId xmlns:a16="http://schemas.microsoft.com/office/drawing/2014/main" id="{7288D035-1E77-5B62-78CC-E985409ABE7B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281328"/>
              <a:ext cx="26437" cy="39826"/>
            </a:xfrm>
            <a:custGeom>
              <a:avLst/>
              <a:gdLst/>
              <a:ahLst/>
              <a:cxnLst/>
              <a:rect l="0" t="0" r="0" b="0"/>
              <a:pathLst>
                <a:path w="26437" h="39826">
                  <a:moveTo>
                    <a:pt x="0" y="39826"/>
                  </a:moveTo>
                  <a:lnTo>
                    <a:pt x="2643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5" name="Input_receptor__874">
              <a:extLst>
                <a:ext uri="{FF2B5EF4-FFF2-40B4-BE49-F238E27FC236}">
                  <a16:creationId xmlns:a16="http://schemas.microsoft.com/office/drawing/2014/main" id="{46E305AF-23A9-7809-804C-0D241A81FA41}"/>
                </a:ext>
              </a:extLst>
            </p:cNvPr>
            <p:cNvSpPr>
              <a:spLocks noGrp="1"/>
            </p:cNvSpPr>
            <p:nvPr/>
          </p:nvSpPr>
          <p:spPr>
            <a:xfrm>
              <a:off x="1669395" y="4960995"/>
              <a:ext cx="47805" cy="6466"/>
            </a:xfrm>
            <a:custGeom>
              <a:avLst/>
              <a:gdLst/>
              <a:ahLst/>
              <a:cxnLst/>
              <a:rect l="0" t="0" r="0" b="0"/>
              <a:pathLst>
                <a:path w="47805" h="6466">
                  <a:moveTo>
                    <a:pt x="0" y="0"/>
                  </a:moveTo>
                  <a:lnTo>
                    <a:pt x="47805" y="646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6" name="Input_receptor__875">
              <a:extLst>
                <a:ext uri="{FF2B5EF4-FFF2-40B4-BE49-F238E27FC236}">
                  <a16:creationId xmlns:a16="http://schemas.microsoft.com/office/drawing/2014/main" id="{4FE2E515-3144-CD5A-4105-2FB83FF2FE89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40884"/>
              <a:ext cx="5739" cy="34973"/>
            </a:xfrm>
            <a:custGeom>
              <a:avLst/>
              <a:gdLst/>
              <a:ahLst/>
              <a:cxnLst/>
              <a:rect l="0" t="0" r="0" b="0"/>
              <a:pathLst>
                <a:path w="5739" h="34973">
                  <a:moveTo>
                    <a:pt x="5739" y="349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7" name="Input_receptor__876">
              <a:extLst>
                <a:ext uri="{FF2B5EF4-FFF2-40B4-BE49-F238E27FC236}">
                  <a16:creationId xmlns:a16="http://schemas.microsoft.com/office/drawing/2014/main" id="{8AC99D44-C6EB-F8D5-88C2-FC432A8F817C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5008"/>
              <a:ext cx="39439" cy="14519"/>
            </a:xfrm>
            <a:custGeom>
              <a:avLst/>
              <a:gdLst/>
              <a:ahLst/>
              <a:cxnLst/>
              <a:rect l="0" t="0" r="0" b="0"/>
              <a:pathLst>
                <a:path w="39439" h="14519">
                  <a:moveTo>
                    <a:pt x="0" y="14519"/>
                  </a:moveTo>
                  <a:lnTo>
                    <a:pt x="39439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78" name="Input_receptor__877">
              <a:extLst>
                <a:ext uri="{FF2B5EF4-FFF2-40B4-BE49-F238E27FC236}">
                  <a16:creationId xmlns:a16="http://schemas.microsoft.com/office/drawing/2014/main" id="{D5F1C8DA-70C9-E675-0DF7-405EAFF08D08}"/>
                </a:ext>
              </a:extLst>
            </p:cNvPr>
            <p:cNvSpPr>
              <a:spLocks noGrp="1"/>
            </p:cNvSpPr>
            <p:nvPr/>
          </p:nvSpPr>
          <p:spPr>
            <a:xfrm>
              <a:off x="1465713" y="4513071"/>
              <a:ext cx="36626" cy="1946"/>
            </a:xfrm>
            <a:custGeom>
              <a:avLst/>
              <a:gdLst/>
              <a:ahLst/>
              <a:cxnLst/>
              <a:rect l="0" t="0" r="0" b="0"/>
              <a:pathLst>
                <a:path w="36626" h="1946">
                  <a:moveTo>
                    <a:pt x="0" y="1946"/>
                  </a:moveTo>
                  <a:lnTo>
                    <a:pt x="36626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9" name="Input_receptor__878">
              <a:extLst>
                <a:ext uri="{FF2B5EF4-FFF2-40B4-BE49-F238E27FC236}">
                  <a16:creationId xmlns:a16="http://schemas.microsoft.com/office/drawing/2014/main" id="{37BCC39C-586B-5E76-5CBC-281A8CE874B8}"/>
                </a:ext>
              </a:extLst>
            </p:cNvPr>
            <p:cNvSpPr>
              <a:spLocks noGrp="1"/>
            </p:cNvSpPr>
            <p:nvPr/>
          </p:nvSpPr>
          <p:spPr>
            <a:xfrm>
              <a:off x="1377816" y="4847569"/>
              <a:ext cx="41732" cy="19464"/>
            </a:xfrm>
            <a:custGeom>
              <a:avLst/>
              <a:gdLst/>
              <a:ahLst/>
              <a:cxnLst/>
              <a:rect l="0" t="0" r="0" b="0"/>
              <a:pathLst>
                <a:path w="41732" h="19464">
                  <a:moveTo>
                    <a:pt x="41732" y="0"/>
                  </a:moveTo>
                  <a:lnTo>
                    <a:pt x="0" y="19464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0" name="Input_receptor__879">
              <a:extLst>
                <a:ext uri="{FF2B5EF4-FFF2-40B4-BE49-F238E27FC236}">
                  <a16:creationId xmlns:a16="http://schemas.microsoft.com/office/drawing/2014/main" id="{6C482DC4-6C48-1EC6-DC64-4CA38727A7F5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40763"/>
              <a:ext cx="20568" cy="4408"/>
            </a:xfrm>
            <a:custGeom>
              <a:avLst/>
              <a:gdLst/>
              <a:ahLst/>
              <a:cxnLst/>
              <a:rect l="0" t="0" r="0" b="0"/>
              <a:pathLst>
                <a:path w="20568" h="4408">
                  <a:moveTo>
                    <a:pt x="20568" y="44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1" name="Input_receptor__880">
              <a:extLst>
                <a:ext uri="{FF2B5EF4-FFF2-40B4-BE49-F238E27FC236}">
                  <a16:creationId xmlns:a16="http://schemas.microsoft.com/office/drawing/2014/main" id="{FB7F3EA2-6B83-62C6-056E-102D919DA497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24705"/>
              <a:ext cx="6242" cy="38767"/>
            </a:xfrm>
            <a:custGeom>
              <a:avLst/>
              <a:gdLst/>
              <a:ahLst/>
              <a:cxnLst/>
              <a:rect l="0" t="0" r="0" b="0"/>
              <a:pathLst>
                <a:path w="6242" h="38767">
                  <a:moveTo>
                    <a:pt x="6242" y="0"/>
                  </a:moveTo>
                  <a:lnTo>
                    <a:pt x="0" y="38767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2" name="Input_receptor__881">
              <a:extLst>
                <a:ext uri="{FF2B5EF4-FFF2-40B4-BE49-F238E27FC236}">
                  <a16:creationId xmlns:a16="http://schemas.microsoft.com/office/drawing/2014/main" id="{6FD739BC-3D5B-C846-118B-AB2ACAC6B55F}"/>
                </a:ext>
              </a:extLst>
            </p:cNvPr>
            <p:cNvSpPr>
              <a:spLocks noGrp="1"/>
            </p:cNvSpPr>
            <p:nvPr/>
          </p:nvSpPr>
          <p:spPr>
            <a:xfrm>
              <a:off x="1032673" y="4940161"/>
              <a:ext cx="27992" cy="2369"/>
            </a:xfrm>
            <a:custGeom>
              <a:avLst/>
              <a:gdLst/>
              <a:ahLst/>
              <a:cxnLst/>
              <a:rect l="0" t="0" r="0" b="0"/>
              <a:pathLst>
                <a:path w="27992" h="2369">
                  <a:moveTo>
                    <a:pt x="0" y="0"/>
                  </a:moveTo>
                  <a:lnTo>
                    <a:pt x="27992" y="2369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3" name="Input_receptor__882">
              <a:extLst>
                <a:ext uri="{FF2B5EF4-FFF2-40B4-BE49-F238E27FC236}">
                  <a16:creationId xmlns:a16="http://schemas.microsoft.com/office/drawing/2014/main" id="{0F5A0190-8F6E-9AE5-6DE3-32F89F3D21EB}"/>
                </a:ext>
              </a:extLst>
            </p:cNvPr>
            <p:cNvSpPr>
              <a:spLocks noGrp="1"/>
            </p:cNvSpPr>
            <p:nvPr/>
          </p:nvSpPr>
          <p:spPr>
            <a:xfrm>
              <a:off x="1880594" y="5291745"/>
              <a:ext cx="2971" cy="37810"/>
            </a:xfrm>
            <a:custGeom>
              <a:avLst/>
              <a:gdLst/>
              <a:ahLst/>
              <a:cxnLst/>
              <a:rect l="0" t="0" r="0" b="0"/>
              <a:pathLst>
                <a:path w="2971" h="37810">
                  <a:moveTo>
                    <a:pt x="2971" y="378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4" name="Input_receptor__883">
              <a:extLst>
                <a:ext uri="{FF2B5EF4-FFF2-40B4-BE49-F238E27FC236}">
                  <a16:creationId xmlns:a16="http://schemas.microsoft.com/office/drawing/2014/main" id="{4CE37D72-0FA7-4142-9D38-58B8849889CC}"/>
                </a:ext>
              </a:extLst>
            </p:cNvPr>
            <p:cNvSpPr>
              <a:spLocks noGrp="1"/>
            </p:cNvSpPr>
            <p:nvPr/>
          </p:nvSpPr>
          <p:spPr>
            <a:xfrm>
              <a:off x="1595428" y="4860857"/>
              <a:ext cx="28159" cy="21542"/>
            </a:xfrm>
            <a:custGeom>
              <a:avLst/>
              <a:gdLst/>
              <a:ahLst/>
              <a:cxnLst/>
              <a:rect l="0" t="0" r="0" b="0"/>
              <a:pathLst>
                <a:path w="28159" h="21542">
                  <a:moveTo>
                    <a:pt x="0" y="0"/>
                  </a:moveTo>
                  <a:lnTo>
                    <a:pt x="28159" y="21542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85" name="Input_receptor__884">
              <a:extLst>
                <a:ext uri="{FF2B5EF4-FFF2-40B4-BE49-F238E27FC236}">
                  <a16:creationId xmlns:a16="http://schemas.microsoft.com/office/drawing/2014/main" id="{371DD8FF-B99A-EBCA-CB8E-DDB515BC0C32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11424"/>
              <a:ext cx="37009" cy="9556"/>
            </a:xfrm>
            <a:custGeom>
              <a:avLst/>
              <a:gdLst/>
              <a:ahLst/>
              <a:cxnLst/>
              <a:rect l="0" t="0" r="0" b="0"/>
              <a:pathLst>
                <a:path w="37009" h="9556">
                  <a:moveTo>
                    <a:pt x="37009" y="0"/>
                  </a:moveTo>
                  <a:lnTo>
                    <a:pt x="0" y="9556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6" name="Input_receptor__885">
              <a:extLst>
                <a:ext uri="{FF2B5EF4-FFF2-40B4-BE49-F238E27FC236}">
                  <a16:creationId xmlns:a16="http://schemas.microsoft.com/office/drawing/2014/main" id="{51D277BE-8152-F028-6D4A-A02671618937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49311"/>
              <a:ext cx="25519" cy="31670"/>
            </a:xfrm>
            <a:custGeom>
              <a:avLst/>
              <a:gdLst/>
              <a:ahLst/>
              <a:cxnLst/>
              <a:rect l="0" t="0" r="0" b="0"/>
              <a:pathLst>
                <a:path w="25519" h="31670">
                  <a:moveTo>
                    <a:pt x="25519" y="316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7" name="Input_receptor__886">
              <a:extLst>
                <a:ext uri="{FF2B5EF4-FFF2-40B4-BE49-F238E27FC236}">
                  <a16:creationId xmlns:a16="http://schemas.microsoft.com/office/drawing/2014/main" id="{09E8BBD2-2582-8B05-593B-94C6EF9D3BAB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209920"/>
              <a:ext cx="16702" cy="6201"/>
            </a:xfrm>
            <a:custGeom>
              <a:avLst/>
              <a:gdLst/>
              <a:ahLst/>
              <a:cxnLst/>
              <a:rect l="0" t="0" r="0" b="0"/>
              <a:pathLst>
                <a:path w="16702" h="6201">
                  <a:moveTo>
                    <a:pt x="16702" y="0"/>
                  </a:moveTo>
                  <a:lnTo>
                    <a:pt x="0" y="6201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8" name="Input_receptor__887">
              <a:extLst>
                <a:ext uri="{FF2B5EF4-FFF2-40B4-BE49-F238E27FC236}">
                  <a16:creationId xmlns:a16="http://schemas.microsoft.com/office/drawing/2014/main" id="{36D04E30-59A5-6830-612C-81D851F89EFC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29554"/>
              <a:ext cx="30988" cy="25081"/>
            </a:xfrm>
            <a:custGeom>
              <a:avLst/>
              <a:gdLst/>
              <a:ahLst/>
              <a:cxnLst/>
              <a:rect l="0" t="0" r="0" b="0"/>
              <a:pathLst>
                <a:path w="30988" h="25081">
                  <a:moveTo>
                    <a:pt x="0" y="25081"/>
                  </a:moveTo>
                  <a:lnTo>
                    <a:pt x="30988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9" name="Input_receptor__888">
              <a:extLst>
                <a:ext uri="{FF2B5EF4-FFF2-40B4-BE49-F238E27FC236}">
                  <a16:creationId xmlns:a16="http://schemas.microsoft.com/office/drawing/2014/main" id="{5B910D48-C5B7-D1B7-E162-3F09CFC4EB73}"/>
                </a:ext>
              </a:extLst>
            </p:cNvPr>
            <p:cNvSpPr>
              <a:spLocks noGrp="1"/>
            </p:cNvSpPr>
            <p:nvPr/>
          </p:nvSpPr>
          <p:spPr>
            <a:xfrm>
              <a:off x="1587347" y="5045008"/>
              <a:ext cx="27974" cy="21900"/>
            </a:xfrm>
            <a:custGeom>
              <a:avLst/>
              <a:gdLst/>
              <a:ahLst/>
              <a:cxnLst/>
              <a:rect l="0" t="0" r="0" b="0"/>
              <a:pathLst>
                <a:path w="27974" h="21900">
                  <a:moveTo>
                    <a:pt x="0" y="0"/>
                  </a:moveTo>
                  <a:lnTo>
                    <a:pt x="27974" y="2190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0" name="Input_receptor__889">
              <a:extLst>
                <a:ext uri="{FF2B5EF4-FFF2-40B4-BE49-F238E27FC236}">
                  <a16:creationId xmlns:a16="http://schemas.microsoft.com/office/drawing/2014/main" id="{DBD60633-A424-512E-40D9-E109AB2600F2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34967"/>
              <a:ext cx="27577" cy="33813"/>
            </a:xfrm>
            <a:custGeom>
              <a:avLst/>
              <a:gdLst/>
              <a:ahLst/>
              <a:cxnLst/>
              <a:rect l="0" t="0" r="0" b="0"/>
              <a:pathLst>
                <a:path w="27577" h="33813">
                  <a:moveTo>
                    <a:pt x="27577" y="0"/>
                  </a:moveTo>
                  <a:lnTo>
                    <a:pt x="0" y="33813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1" name="Input_receptor__890">
              <a:extLst>
                <a:ext uri="{FF2B5EF4-FFF2-40B4-BE49-F238E27FC236}">
                  <a16:creationId xmlns:a16="http://schemas.microsoft.com/office/drawing/2014/main" id="{5E4ED1C5-872F-6627-0757-B04E19201E0D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51564"/>
              <a:ext cx="18504" cy="23556"/>
            </a:xfrm>
            <a:custGeom>
              <a:avLst/>
              <a:gdLst/>
              <a:ahLst/>
              <a:cxnLst/>
              <a:rect l="0" t="0" r="0" b="0"/>
              <a:pathLst>
                <a:path w="18504" h="23556">
                  <a:moveTo>
                    <a:pt x="0" y="23556"/>
                  </a:moveTo>
                  <a:lnTo>
                    <a:pt x="18504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2" name="Input_receptor__891">
              <a:extLst>
                <a:ext uri="{FF2B5EF4-FFF2-40B4-BE49-F238E27FC236}">
                  <a16:creationId xmlns:a16="http://schemas.microsoft.com/office/drawing/2014/main" id="{73A79B8B-F11A-3913-49E0-84F1251D6A7A}"/>
                </a:ext>
              </a:extLst>
            </p:cNvPr>
            <p:cNvSpPr>
              <a:spLocks noGrp="1"/>
            </p:cNvSpPr>
            <p:nvPr/>
          </p:nvSpPr>
          <p:spPr>
            <a:xfrm>
              <a:off x="1434898" y="4570358"/>
              <a:ext cx="44916" cy="11755"/>
            </a:xfrm>
            <a:custGeom>
              <a:avLst/>
              <a:gdLst/>
              <a:ahLst/>
              <a:cxnLst/>
              <a:rect l="0" t="0" r="0" b="0"/>
              <a:pathLst>
                <a:path w="44916" h="11755">
                  <a:moveTo>
                    <a:pt x="44916" y="0"/>
                  </a:moveTo>
                  <a:lnTo>
                    <a:pt x="0" y="11755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3" name="Input_receptor__892">
              <a:extLst>
                <a:ext uri="{FF2B5EF4-FFF2-40B4-BE49-F238E27FC236}">
                  <a16:creationId xmlns:a16="http://schemas.microsoft.com/office/drawing/2014/main" id="{53A47E78-E979-39FA-6F33-17D711ED52CC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09573"/>
              <a:ext cx="28101" cy="28754"/>
            </a:xfrm>
            <a:custGeom>
              <a:avLst/>
              <a:gdLst/>
              <a:ahLst/>
              <a:cxnLst/>
              <a:rect l="0" t="0" r="0" b="0"/>
              <a:pathLst>
                <a:path w="28101" h="28754">
                  <a:moveTo>
                    <a:pt x="0" y="28754"/>
                  </a:moveTo>
                  <a:lnTo>
                    <a:pt x="28101" y="0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4" name="Input_receptor__893">
              <a:extLst>
                <a:ext uri="{FF2B5EF4-FFF2-40B4-BE49-F238E27FC236}">
                  <a16:creationId xmlns:a16="http://schemas.microsoft.com/office/drawing/2014/main" id="{F6A756C8-6248-372E-AEBE-9DC8FFA24EB5}"/>
                </a:ext>
              </a:extLst>
            </p:cNvPr>
            <p:cNvSpPr>
              <a:spLocks noGrp="1"/>
            </p:cNvSpPr>
            <p:nvPr/>
          </p:nvSpPr>
          <p:spPr>
            <a:xfrm>
              <a:off x="1717530" y="5134967"/>
              <a:ext cx="39867" cy="14348"/>
            </a:xfrm>
            <a:custGeom>
              <a:avLst/>
              <a:gdLst/>
              <a:ahLst/>
              <a:cxnLst/>
              <a:rect l="0" t="0" r="0" b="0"/>
              <a:pathLst>
                <a:path w="39867" h="14348">
                  <a:moveTo>
                    <a:pt x="39867" y="143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5" name="Input_receptor__894">
              <a:extLst>
                <a:ext uri="{FF2B5EF4-FFF2-40B4-BE49-F238E27FC236}">
                  <a16:creationId xmlns:a16="http://schemas.microsoft.com/office/drawing/2014/main" id="{638A67F6-9CA7-2CDC-A37A-E18E1920B0B8}"/>
                </a:ext>
              </a:extLst>
            </p:cNvPr>
            <p:cNvSpPr>
              <a:spLocks noGrp="1"/>
            </p:cNvSpPr>
            <p:nvPr/>
          </p:nvSpPr>
          <p:spPr>
            <a:xfrm>
              <a:off x="1038007" y="4421126"/>
              <a:ext cx="2074" cy="31401"/>
            </a:xfrm>
            <a:custGeom>
              <a:avLst/>
              <a:gdLst/>
              <a:ahLst/>
              <a:cxnLst/>
              <a:rect l="0" t="0" r="0" b="0"/>
              <a:pathLst>
                <a:path w="2074" h="31401">
                  <a:moveTo>
                    <a:pt x="0" y="31401"/>
                  </a:moveTo>
                  <a:lnTo>
                    <a:pt x="2074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6" name="Input_receptor__895">
              <a:extLst>
                <a:ext uri="{FF2B5EF4-FFF2-40B4-BE49-F238E27FC236}">
                  <a16:creationId xmlns:a16="http://schemas.microsoft.com/office/drawing/2014/main" id="{433BC5B5-E771-F35A-D6F1-BC37D5CD51AE}"/>
                </a:ext>
              </a:extLst>
            </p:cNvPr>
            <p:cNvSpPr>
              <a:spLocks noGrp="1"/>
            </p:cNvSpPr>
            <p:nvPr/>
          </p:nvSpPr>
          <p:spPr>
            <a:xfrm>
              <a:off x="1712491" y="4967461"/>
              <a:ext cx="4709" cy="43963"/>
            </a:xfrm>
            <a:custGeom>
              <a:avLst/>
              <a:gdLst/>
              <a:ahLst/>
              <a:cxnLst/>
              <a:rect l="0" t="0" r="0" b="0"/>
              <a:pathLst>
                <a:path w="4709" h="43963">
                  <a:moveTo>
                    <a:pt x="4709" y="0"/>
                  </a:moveTo>
                  <a:lnTo>
                    <a:pt x="0" y="43963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7" name="Input_receptor__896">
              <a:extLst>
                <a:ext uri="{FF2B5EF4-FFF2-40B4-BE49-F238E27FC236}">
                  <a16:creationId xmlns:a16="http://schemas.microsoft.com/office/drawing/2014/main" id="{3428CACD-B35A-027D-A18A-31BE9E480C01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50602"/>
              <a:ext cx="35808" cy="32569"/>
            </a:xfrm>
            <a:custGeom>
              <a:avLst/>
              <a:gdLst/>
              <a:ahLst/>
              <a:cxnLst/>
              <a:rect l="0" t="0" r="0" b="0"/>
              <a:pathLst>
                <a:path w="35808" h="32569">
                  <a:moveTo>
                    <a:pt x="0" y="32569"/>
                  </a:moveTo>
                  <a:lnTo>
                    <a:pt x="35808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8" name="Input_receptor__897">
              <a:extLst>
                <a:ext uri="{FF2B5EF4-FFF2-40B4-BE49-F238E27FC236}">
                  <a16:creationId xmlns:a16="http://schemas.microsoft.com/office/drawing/2014/main" id="{EC632C76-2538-E189-FE75-9B65961BD4DB}"/>
                </a:ext>
              </a:extLst>
            </p:cNvPr>
            <p:cNvSpPr>
              <a:spLocks noGrp="1"/>
            </p:cNvSpPr>
            <p:nvPr/>
          </p:nvSpPr>
          <p:spPr>
            <a:xfrm>
              <a:off x="1240702" y="4523276"/>
              <a:ext cx="46337" cy="1428"/>
            </a:xfrm>
            <a:custGeom>
              <a:avLst/>
              <a:gdLst/>
              <a:ahLst/>
              <a:cxnLst/>
              <a:rect l="0" t="0" r="0" b="0"/>
              <a:pathLst>
                <a:path w="46337" h="1428">
                  <a:moveTo>
                    <a:pt x="46337" y="0"/>
                  </a:moveTo>
                  <a:lnTo>
                    <a:pt x="0" y="1428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9" name="Input_receptor__898">
              <a:extLst>
                <a:ext uri="{FF2B5EF4-FFF2-40B4-BE49-F238E27FC236}">
                  <a16:creationId xmlns:a16="http://schemas.microsoft.com/office/drawing/2014/main" id="{F76B52D6-A793-E503-11EB-F9FBEFD775EE}"/>
                </a:ext>
              </a:extLst>
            </p:cNvPr>
            <p:cNvSpPr>
              <a:spLocks noGrp="1"/>
            </p:cNvSpPr>
            <p:nvPr/>
          </p:nvSpPr>
          <p:spPr>
            <a:xfrm>
              <a:off x="1479813" y="4570358"/>
              <a:ext cx="20083" cy="39215"/>
            </a:xfrm>
            <a:custGeom>
              <a:avLst/>
              <a:gdLst/>
              <a:ahLst/>
              <a:cxnLst/>
              <a:rect l="0" t="0" r="0" b="0"/>
              <a:pathLst>
                <a:path w="20083" h="39215">
                  <a:moveTo>
                    <a:pt x="20083" y="39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0" name="Input_receptor__899">
              <a:extLst>
                <a:ext uri="{FF2B5EF4-FFF2-40B4-BE49-F238E27FC236}">
                  <a16:creationId xmlns:a16="http://schemas.microsoft.com/office/drawing/2014/main" id="{3CE09848-7941-8005-C2B3-61A1278C7EF8}"/>
                </a:ext>
              </a:extLst>
            </p:cNvPr>
            <p:cNvSpPr>
              <a:spLocks noGrp="1"/>
            </p:cNvSpPr>
            <p:nvPr/>
          </p:nvSpPr>
          <p:spPr>
            <a:xfrm>
              <a:off x="1551855" y="4716522"/>
              <a:ext cx="144" cy="28419"/>
            </a:xfrm>
            <a:custGeom>
              <a:avLst/>
              <a:gdLst/>
              <a:ahLst/>
              <a:cxnLst/>
              <a:rect l="0" t="0" r="0" b="0"/>
              <a:pathLst>
                <a:path w="144" h="28419">
                  <a:moveTo>
                    <a:pt x="144" y="2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1" name="Input_receptor__900">
              <a:extLst>
                <a:ext uri="{FF2B5EF4-FFF2-40B4-BE49-F238E27FC236}">
                  <a16:creationId xmlns:a16="http://schemas.microsoft.com/office/drawing/2014/main" id="{60A56528-3F1C-03CC-3AFE-B4C1B1CDA19D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52686"/>
              <a:ext cx="29505" cy="157"/>
            </a:xfrm>
            <a:custGeom>
              <a:avLst/>
              <a:gdLst/>
              <a:ahLst/>
              <a:cxnLst/>
              <a:rect l="0" t="0" r="0" b="0"/>
              <a:pathLst>
                <a:path w="29505" h="157">
                  <a:moveTo>
                    <a:pt x="29505" y="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2" name="Input_receptor__901">
              <a:extLst>
                <a:ext uri="{FF2B5EF4-FFF2-40B4-BE49-F238E27FC236}">
                  <a16:creationId xmlns:a16="http://schemas.microsoft.com/office/drawing/2014/main" id="{034C0FD4-6364-D57B-C3CD-9D136B519EEF}"/>
                </a:ext>
              </a:extLst>
            </p:cNvPr>
            <p:cNvSpPr>
              <a:spLocks noGrp="1"/>
            </p:cNvSpPr>
            <p:nvPr/>
          </p:nvSpPr>
          <p:spPr>
            <a:xfrm>
              <a:off x="1528201" y="5214046"/>
              <a:ext cx="12690" cy="37518"/>
            </a:xfrm>
            <a:custGeom>
              <a:avLst/>
              <a:gdLst/>
              <a:ahLst/>
              <a:cxnLst/>
              <a:rect l="0" t="0" r="0" b="0"/>
              <a:pathLst>
                <a:path w="12690" h="37518">
                  <a:moveTo>
                    <a:pt x="0" y="37518"/>
                  </a:moveTo>
                  <a:lnTo>
                    <a:pt x="1269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3" name="Input_receptor__902">
              <a:extLst>
                <a:ext uri="{FF2B5EF4-FFF2-40B4-BE49-F238E27FC236}">
                  <a16:creationId xmlns:a16="http://schemas.microsoft.com/office/drawing/2014/main" id="{8BCFF1E3-44C3-655C-A7FA-A302D681A149}"/>
                </a:ext>
              </a:extLst>
            </p:cNvPr>
            <p:cNvSpPr>
              <a:spLocks noGrp="1"/>
            </p:cNvSpPr>
            <p:nvPr/>
          </p:nvSpPr>
          <p:spPr>
            <a:xfrm>
              <a:off x="1749959" y="5149315"/>
              <a:ext cx="7437" cy="45379"/>
            </a:xfrm>
            <a:custGeom>
              <a:avLst/>
              <a:gdLst/>
              <a:ahLst/>
              <a:cxnLst/>
              <a:rect l="0" t="0" r="0" b="0"/>
              <a:pathLst>
                <a:path w="7437" h="45379">
                  <a:moveTo>
                    <a:pt x="0" y="45379"/>
                  </a:moveTo>
                  <a:lnTo>
                    <a:pt x="7437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4" name="Input_receptor__903">
              <a:extLst>
                <a:ext uri="{FF2B5EF4-FFF2-40B4-BE49-F238E27FC236}">
                  <a16:creationId xmlns:a16="http://schemas.microsoft.com/office/drawing/2014/main" id="{8C7182EF-9580-58A9-C4D1-E0E5804B889F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2049"/>
              <a:ext cx="12754" cy="34650"/>
            </a:xfrm>
            <a:custGeom>
              <a:avLst/>
              <a:gdLst/>
              <a:ahLst/>
              <a:cxnLst/>
              <a:rect l="0" t="0" r="0" b="0"/>
              <a:pathLst>
                <a:path w="12754" h="34650">
                  <a:moveTo>
                    <a:pt x="12754" y="0"/>
                  </a:moveTo>
                  <a:lnTo>
                    <a:pt x="0" y="3465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5" name="Input_receptor__904">
              <a:extLst>
                <a:ext uri="{FF2B5EF4-FFF2-40B4-BE49-F238E27FC236}">
                  <a16:creationId xmlns:a16="http://schemas.microsoft.com/office/drawing/2014/main" id="{0A9DAC86-A1FE-E55C-05CD-C0102FE04F9B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3454"/>
              <a:ext cx="876" cy="1996"/>
            </a:xfrm>
            <a:custGeom>
              <a:avLst/>
              <a:gdLst/>
              <a:ahLst/>
              <a:cxnLst/>
              <a:rect l="0" t="0" r="0" b="0"/>
              <a:pathLst>
                <a:path w="876" h="1996">
                  <a:moveTo>
                    <a:pt x="0" y="0"/>
                  </a:moveTo>
                  <a:lnTo>
                    <a:pt x="876" y="199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6" name="Input_receptor__905">
              <a:extLst>
                <a:ext uri="{FF2B5EF4-FFF2-40B4-BE49-F238E27FC236}">
                  <a16:creationId xmlns:a16="http://schemas.microsoft.com/office/drawing/2014/main" id="{F87798A5-AD31-126F-6325-DE3CF6995669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1565"/>
              <a:ext cx="46083" cy="8957"/>
            </a:xfrm>
            <a:custGeom>
              <a:avLst/>
              <a:gdLst/>
              <a:ahLst/>
              <a:cxnLst/>
              <a:rect l="0" t="0" r="0" b="0"/>
              <a:pathLst>
                <a:path w="46083" h="8957">
                  <a:moveTo>
                    <a:pt x="46083" y="0"/>
                  </a:moveTo>
                  <a:lnTo>
                    <a:pt x="0" y="8957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7" name="Input_receptor__906">
              <a:extLst>
                <a:ext uri="{FF2B5EF4-FFF2-40B4-BE49-F238E27FC236}">
                  <a16:creationId xmlns:a16="http://schemas.microsoft.com/office/drawing/2014/main" id="{0BC78BF4-802C-B353-C81C-1BFAE2C2C875}"/>
                </a:ext>
              </a:extLst>
            </p:cNvPr>
            <p:cNvSpPr>
              <a:spLocks noGrp="1"/>
            </p:cNvSpPr>
            <p:nvPr/>
          </p:nvSpPr>
          <p:spPr>
            <a:xfrm>
              <a:off x="1551813" y="4844404"/>
              <a:ext cx="43614" cy="16453"/>
            </a:xfrm>
            <a:custGeom>
              <a:avLst/>
              <a:gdLst/>
              <a:ahLst/>
              <a:cxnLst/>
              <a:rect l="0" t="0" r="0" b="0"/>
              <a:pathLst>
                <a:path w="43614" h="16453">
                  <a:moveTo>
                    <a:pt x="0" y="0"/>
                  </a:moveTo>
                  <a:lnTo>
                    <a:pt x="43614" y="16453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8" name="Input_receptor__907">
              <a:extLst>
                <a:ext uri="{FF2B5EF4-FFF2-40B4-BE49-F238E27FC236}">
                  <a16:creationId xmlns:a16="http://schemas.microsoft.com/office/drawing/2014/main" id="{1B820226-E18A-B2D0-910B-75ECAFA56484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67033"/>
              <a:ext cx="20846" cy="5486"/>
            </a:xfrm>
            <a:custGeom>
              <a:avLst/>
              <a:gdLst/>
              <a:ahLst/>
              <a:cxnLst/>
              <a:rect l="0" t="0" r="0" b="0"/>
              <a:pathLst>
                <a:path w="20846" h="5486">
                  <a:moveTo>
                    <a:pt x="20846" y="0"/>
                  </a:moveTo>
                  <a:lnTo>
                    <a:pt x="0" y="548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9" name="Input_receptor__908">
              <a:extLst>
                <a:ext uri="{FF2B5EF4-FFF2-40B4-BE49-F238E27FC236}">
                  <a16:creationId xmlns:a16="http://schemas.microsoft.com/office/drawing/2014/main" id="{CBC8967B-2EAC-6C1D-4E7C-E9FC9499B9AF}"/>
                </a:ext>
              </a:extLst>
            </p:cNvPr>
            <p:cNvSpPr>
              <a:spLocks noGrp="1"/>
            </p:cNvSpPr>
            <p:nvPr/>
          </p:nvSpPr>
          <p:spPr>
            <a:xfrm>
              <a:off x="1077584" y="5310899"/>
              <a:ext cx="223" cy="8951"/>
            </a:xfrm>
            <a:custGeom>
              <a:avLst/>
              <a:gdLst/>
              <a:ahLst/>
              <a:cxnLst/>
              <a:rect l="0" t="0" r="0" b="0"/>
              <a:pathLst>
                <a:path w="223" h="8951">
                  <a:moveTo>
                    <a:pt x="0" y="0"/>
                  </a:moveTo>
                  <a:lnTo>
                    <a:pt x="223" y="8951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10" name="Input_receptor__909">
              <a:extLst>
                <a:ext uri="{FF2B5EF4-FFF2-40B4-BE49-F238E27FC236}">
                  <a16:creationId xmlns:a16="http://schemas.microsoft.com/office/drawing/2014/main" id="{3DB40393-5881-434F-B045-3C761965461C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67403"/>
              <a:ext cx="1309" cy="15811"/>
            </a:xfrm>
            <a:custGeom>
              <a:avLst/>
              <a:gdLst/>
              <a:ahLst/>
              <a:cxnLst/>
              <a:rect l="0" t="0" r="0" b="0"/>
              <a:pathLst>
                <a:path w="1309" h="15811">
                  <a:moveTo>
                    <a:pt x="1309" y="0"/>
                  </a:moveTo>
                  <a:lnTo>
                    <a:pt x="0" y="15811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11" name="Input_receptor__910">
              <a:extLst>
                <a:ext uri="{FF2B5EF4-FFF2-40B4-BE49-F238E27FC236}">
                  <a16:creationId xmlns:a16="http://schemas.microsoft.com/office/drawing/2014/main" id="{C84E21F5-E763-A5AF-783B-66DA8A8A8616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02644"/>
              <a:ext cx="30193" cy="25949"/>
            </a:xfrm>
            <a:custGeom>
              <a:avLst/>
              <a:gdLst/>
              <a:ahLst/>
              <a:cxnLst/>
              <a:rect l="0" t="0" r="0" b="0"/>
              <a:pathLst>
                <a:path w="30193" h="25949">
                  <a:moveTo>
                    <a:pt x="0" y="25949"/>
                  </a:moveTo>
                  <a:lnTo>
                    <a:pt x="30193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2" name="Input_receptor__911">
              <a:extLst>
                <a:ext uri="{FF2B5EF4-FFF2-40B4-BE49-F238E27FC236}">
                  <a16:creationId xmlns:a16="http://schemas.microsoft.com/office/drawing/2014/main" id="{6A768EE8-2892-3550-7659-36AA3CBA28A9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59290"/>
              <a:ext cx="22376" cy="17729"/>
            </a:xfrm>
            <a:custGeom>
              <a:avLst/>
              <a:gdLst/>
              <a:ahLst/>
              <a:cxnLst/>
              <a:rect l="0" t="0" r="0" b="0"/>
              <a:pathLst>
                <a:path w="22376" h="17729">
                  <a:moveTo>
                    <a:pt x="0" y="17729"/>
                  </a:moveTo>
                  <a:lnTo>
                    <a:pt x="22376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3" name="Input_receptor__912">
              <a:extLst>
                <a:ext uri="{FF2B5EF4-FFF2-40B4-BE49-F238E27FC236}">
                  <a16:creationId xmlns:a16="http://schemas.microsoft.com/office/drawing/2014/main" id="{C63A45B6-2DDD-1A7E-EC0B-280CE924295A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23284"/>
              <a:ext cx="20262" cy="19829"/>
            </a:xfrm>
            <a:custGeom>
              <a:avLst/>
              <a:gdLst/>
              <a:ahLst/>
              <a:cxnLst/>
              <a:rect l="0" t="0" r="0" b="0"/>
              <a:pathLst>
                <a:path w="20262" h="19829">
                  <a:moveTo>
                    <a:pt x="0" y="19829"/>
                  </a:moveTo>
                  <a:lnTo>
                    <a:pt x="20262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4" name="Input_receptor__913">
              <a:extLst>
                <a:ext uri="{FF2B5EF4-FFF2-40B4-BE49-F238E27FC236}">
                  <a16:creationId xmlns:a16="http://schemas.microsoft.com/office/drawing/2014/main" id="{D61E7322-E41D-7C96-2BF6-86BC0B85E677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5008869"/>
              <a:ext cx="5588" cy="42049"/>
            </a:xfrm>
            <a:custGeom>
              <a:avLst/>
              <a:gdLst/>
              <a:ahLst/>
              <a:cxnLst/>
              <a:rect l="0" t="0" r="0" b="0"/>
              <a:pathLst>
                <a:path w="5588" h="42049">
                  <a:moveTo>
                    <a:pt x="5588" y="42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5" name="Input_receptor__914">
              <a:extLst>
                <a:ext uri="{FF2B5EF4-FFF2-40B4-BE49-F238E27FC236}">
                  <a16:creationId xmlns:a16="http://schemas.microsoft.com/office/drawing/2014/main" id="{8413E2C7-1138-C3CE-9BA0-1A169EF99F9C}"/>
                </a:ext>
              </a:extLst>
            </p:cNvPr>
            <p:cNvSpPr>
              <a:spLocks noGrp="1"/>
            </p:cNvSpPr>
            <p:nvPr/>
          </p:nvSpPr>
          <p:spPr>
            <a:xfrm>
              <a:off x="1209854" y="5550602"/>
              <a:ext cx="30300" cy="31446"/>
            </a:xfrm>
            <a:custGeom>
              <a:avLst/>
              <a:gdLst/>
              <a:ahLst/>
              <a:cxnLst/>
              <a:rect l="0" t="0" r="0" b="0"/>
              <a:pathLst>
                <a:path w="30300" h="31446">
                  <a:moveTo>
                    <a:pt x="0" y="0"/>
                  </a:moveTo>
                  <a:lnTo>
                    <a:pt x="30300" y="31446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6" name="Input_receptor__915">
              <a:extLst>
                <a:ext uri="{FF2B5EF4-FFF2-40B4-BE49-F238E27FC236}">
                  <a16:creationId xmlns:a16="http://schemas.microsoft.com/office/drawing/2014/main" id="{E0C6D865-756B-3316-7060-6101AA2D108E}"/>
                </a:ext>
              </a:extLst>
            </p:cNvPr>
            <p:cNvSpPr>
              <a:spLocks noGrp="1"/>
            </p:cNvSpPr>
            <p:nvPr/>
          </p:nvSpPr>
          <p:spPr>
            <a:xfrm>
              <a:off x="1656717" y="5304673"/>
              <a:ext cx="45788" cy="13223"/>
            </a:xfrm>
            <a:custGeom>
              <a:avLst/>
              <a:gdLst/>
              <a:ahLst/>
              <a:cxnLst/>
              <a:rect l="0" t="0" r="0" b="0"/>
              <a:pathLst>
                <a:path w="45788" h="13223">
                  <a:moveTo>
                    <a:pt x="0" y="13223"/>
                  </a:moveTo>
                  <a:lnTo>
                    <a:pt x="45788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7" name="Input_receptor__916">
              <a:extLst>
                <a:ext uri="{FF2B5EF4-FFF2-40B4-BE49-F238E27FC236}">
                  <a16:creationId xmlns:a16="http://schemas.microsoft.com/office/drawing/2014/main" id="{5F50C5D0-F099-5D5F-D73E-C080DB3608DA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4102"/>
              <a:ext cx="28753" cy="18594"/>
            </a:xfrm>
            <a:custGeom>
              <a:avLst/>
              <a:gdLst/>
              <a:ahLst/>
              <a:cxnLst/>
              <a:rect l="0" t="0" r="0" b="0"/>
              <a:pathLst>
                <a:path w="28753" h="18594">
                  <a:moveTo>
                    <a:pt x="28753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8" name="Input_receptor__917">
              <a:extLst>
                <a:ext uri="{FF2B5EF4-FFF2-40B4-BE49-F238E27FC236}">
                  <a16:creationId xmlns:a16="http://schemas.microsoft.com/office/drawing/2014/main" id="{A9D97528-6CC7-54D5-5CC6-525D5897B9FF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52373"/>
              <a:ext cx="46988" cy="2857"/>
            </a:xfrm>
            <a:custGeom>
              <a:avLst/>
              <a:gdLst/>
              <a:ahLst/>
              <a:cxnLst/>
              <a:rect l="0" t="0" r="0" b="0"/>
              <a:pathLst>
                <a:path w="46988" h="2857">
                  <a:moveTo>
                    <a:pt x="46988" y="2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9" name="Input_receptor__918">
              <a:extLst>
                <a:ext uri="{FF2B5EF4-FFF2-40B4-BE49-F238E27FC236}">
                  <a16:creationId xmlns:a16="http://schemas.microsoft.com/office/drawing/2014/main" id="{C8EFC690-BBEE-CE47-62C1-EF75CB85B834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89017"/>
              <a:ext cx="29045" cy="38196"/>
            </a:xfrm>
            <a:custGeom>
              <a:avLst/>
              <a:gdLst/>
              <a:ahLst/>
              <a:cxnLst/>
              <a:rect l="0" t="0" r="0" b="0"/>
              <a:pathLst>
                <a:path w="29045" h="38196">
                  <a:moveTo>
                    <a:pt x="0" y="0"/>
                  </a:moveTo>
                  <a:lnTo>
                    <a:pt x="29045" y="38196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0" name="Input_receptor__919">
              <a:extLst>
                <a:ext uri="{FF2B5EF4-FFF2-40B4-BE49-F238E27FC236}">
                  <a16:creationId xmlns:a16="http://schemas.microsoft.com/office/drawing/2014/main" id="{5A627047-D229-6F83-EC97-E8FAEBDE9120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89846"/>
              <a:ext cx="20253" cy="32619"/>
            </a:xfrm>
            <a:custGeom>
              <a:avLst/>
              <a:gdLst/>
              <a:ahLst/>
              <a:cxnLst/>
              <a:rect l="0" t="0" r="0" b="0"/>
              <a:pathLst>
                <a:path w="20253" h="32619">
                  <a:moveTo>
                    <a:pt x="20253" y="0"/>
                  </a:moveTo>
                  <a:lnTo>
                    <a:pt x="0" y="32619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1" name="Input_receptor__920">
              <a:extLst>
                <a:ext uri="{FF2B5EF4-FFF2-40B4-BE49-F238E27FC236}">
                  <a16:creationId xmlns:a16="http://schemas.microsoft.com/office/drawing/2014/main" id="{0D61F5DC-2C60-3842-0E2D-EC99F3835DB1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066908"/>
              <a:ext cx="28680" cy="38585"/>
            </a:xfrm>
            <a:custGeom>
              <a:avLst/>
              <a:gdLst/>
              <a:ahLst/>
              <a:cxnLst/>
              <a:rect l="0" t="0" r="0" b="0"/>
              <a:pathLst>
                <a:path w="28680" h="38585">
                  <a:moveTo>
                    <a:pt x="28680" y="0"/>
                  </a:moveTo>
                  <a:lnTo>
                    <a:pt x="0" y="38585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22" name="Input_receptor__921">
              <a:extLst>
                <a:ext uri="{FF2B5EF4-FFF2-40B4-BE49-F238E27FC236}">
                  <a16:creationId xmlns:a16="http://schemas.microsoft.com/office/drawing/2014/main" id="{961745EA-A954-8DAA-1970-793DD9AC7D20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31"/>
              <a:ext cx="41438" cy="9300"/>
            </a:xfrm>
            <a:custGeom>
              <a:avLst/>
              <a:gdLst/>
              <a:ahLst/>
              <a:cxnLst/>
              <a:rect l="0" t="0" r="0" b="0"/>
              <a:pathLst>
                <a:path w="41438" h="9300">
                  <a:moveTo>
                    <a:pt x="41438" y="0"/>
                  </a:moveTo>
                  <a:lnTo>
                    <a:pt x="0" y="930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3" name="Input_receptor__922">
              <a:extLst>
                <a:ext uri="{FF2B5EF4-FFF2-40B4-BE49-F238E27FC236}">
                  <a16:creationId xmlns:a16="http://schemas.microsoft.com/office/drawing/2014/main" id="{F256F1C8-352D-EC74-DB69-0F47694A0AC2}"/>
                </a:ext>
              </a:extLst>
            </p:cNvPr>
            <p:cNvSpPr>
              <a:spLocks noGrp="1"/>
            </p:cNvSpPr>
            <p:nvPr/>
          </p:nvSpPr>
          <p:spPr>
            <a:xfrm>
              <a:off x="1523161" y="5001423"/>
              <a:ext cx="45390" cy="4933"/>
            </a:xfrm>
            <a:custGeom>
              <a:avLst/>
              <a:gdLst/>
              <a:ahLst/>
              <a:cxnLst/>
              <a:rect l="0" t="0" r="0" b="0"/>
              <a:pathLst>
                <a:path w="45390" h="4933">
                  <a:moveTo>
                    <a:pt x="0" y="4933"/>
                  </a:moveTo>
                  <a:lnTo>
                    <a:pt x="4539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4" name="Input_receptor__923">
              <a:extLst>
                <a:ext uri="{FF2B5EF4-FFF2-40B4-BE49-F238E27FC236}">
                  <a16:creationId xmlns:a16="http://schemas.microsoft.com/office/drawing/2014/main" id="{886FC1E2-F2CE-BC3D-01BF-F620E60A946A}"/>
                </a:ext>
              </a:extLst>
            </p:cNvPr>
            <p:cNvSpPr>
              <a:spLocks noGrp="1"/>
            </p:cNvSpPr>
            <p:nvPr/>
          </p:nvSpPr>
          <p:spPr>
            <a:xfrm>
              <a:off x="1419549" y="4847569"/>
              <a:ext cx="11142" cy="36689"/>
            </a:xfrm>
            <a:custGeom>
              <a:avLst/>
              <a:gdLst/>
              <a:ahLst/>
              <a:cxnLst/>
              <a:rect l="0" t="0" r="0" b="0"/>
              <a:pathLst>
                <a:path w="11142" h="36689">
                  <a:moveTo>
                    <a:pt x="11142" y="366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5" name="Input_receptor__924">
              <a:extLst>
                <a:ext uri="{FF2B5EF4-FFF2-40B4-BE49-F238E27FC236}">
                  <a16:creationId xmlns:a16="http://schemas.microsoft.com/office/drawing/2014/main" id="{8C435957-3C06-D414-53B0-16F6A446B337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284529"/>
              <a:ext cx="21769" cy="36712"/>
            </a:xfrm>
            <a:custGeom>
              <a:avLst/>
              <a:gdLst/>
              <a:ahLst/>
              <a:cxnLst/>
              <a:rect l="0" t="0" r="0" b="0"/>
              <a:pathLst>
                <a:path w="21769" h="36712">
                  <a:moveTo>
                    <a:pt x="0" y="36712"/>
                  </a:moveTo>
                  <a:lnTo>
                    <a:pt x="21769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6" name="Input_receptor__925">
              <a:extLst>
                <a:ext uri="{FF2B5EF4-FFF2-40B4-BE49-F238E27FC236}">
                  <a16:creationId xmlns:a16="http://schemas.microsoft.com/office/drawing/2014/main" id="{EF0BFD1A-C1FC-5F64-7EB8-F5A6414537A8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475857"/>
              <a:ext cx="30220" cy="34932"/>
            </a:xfrm>
            <a:custGeom>
              <a:avLst/>
              <a:gdLst/>
              <a:ahLst/>
              <a:cxnLst/>
              <a:rect l="0" t="0" r="0" b="0"/>
              <a:pathLst>
                <a:path w="30220" h="34932">
                  <a:moveTo>
                    <a:pt x="0" y="34932"/>
                  </a:moveTo>
                  <a:lnTo>
                    <a:pt x="3022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7" name="Input_receptor__926">
              <a:extLst>
                <a:ext uri="{FF2B5EF4-FFF2-40B4-BE49-F238E27FC236}">
                  <a16:creationId xmlns:a16="http://schemas.microsoft.com/office/drawing/2014/main" id="{AA74C43D-A48A-59AE-6B4E-E0F6B1F9B032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7778"/>
              <a:ext cx="47844" cy="2276"/>
            </a:xfrm>
            <a:custGeom>
              <a:avLst/>
              <a:gdLst/>
              <a:ahLst/>
              <a:cxnLst/>
              <a:rect l="0" t="0" r="0" b="0"/>
              <a:pathLst>
                <a:path w="47844" h="2276">
                  <a:moveTo>
                    <a:pt x="47844" y="2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8" name="Input_receptor__927">
              <a:extLst>
                <a:ext uri="{FF2B5EF4-FFF2-40B4-BE49-F238E27FC236}">
                  <a16:creationId xmlns:a16="http://schemas.microsoft.com/office/drawing/2014/main" id="{50FD58B8-24C7-196D-DA15-652670DFAB0B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14769"/>
              <a:ext cx="45193" cy="15134"/>
            </a:xfrm>
            <a:custGeom>
              <a:avLst/>
              <a:gdLst/>
              <a:ahLst/>
              <a:cxnLst/>
              <a:rect l="0" t="0" r="0" b="0"/>
              <a:pathLst>
                <a:path w="45193" h="15134">
                  <a:moveTo>
                    <a:pt x="45193" y="0"/>
                  </a:moveTo>
                  <a:lnTo>
                    <a:pt x="0" y="15134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9" name="Input_receptor__928">
              <a:extLst>
                <a:ext uri="{FF2B5EF4-FFF2-40B4-BE49-F238E27FC236}">
                  <a16:creationId xmlns:a16="http://schemas.microsoft.com/office/drawing/2014/main" id="{BD077C76-C01B-5F74-5DB9-82B11E583E57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321241"/>
              <a:ext cx="10752" cy="39746"/>
            </a:xfrm>
            <a:custGeom>
              <a:avLst/>
              <a:gdLst/>
              <a:ahLst/>
              <a:cxnLst/>
              <a:rect l="0" t="0" r="0" b="0"/>
              <a:pathLst>
                <a:path w="10752" h="39746">
                  <a:moveTo>
                    <a:pt x="10752" y="3974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0" name="Input_receptor__929">
              <a:extLst>
                <a:ext uri="{FF2B5EF4-FFF2-40B4-BE49-F238E27FC236}">
                  <a16:creationId xmlns:a16="http://schemas.microsoft.com/office/drawing/2014/main" id="{CB6AA703-2680-6B35-AA4F-DE4D76A8A915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9544"/>
              <a:ext cx="437" cy="21204"/>
            </a:xfrm>
            <a:custGeom>
              <a:avLst/>
              <a:gdLst/>
              <a:ahLst/>
              <a:cxnLst/>
              <a:rect l="0" t="0" r="0" b="0"/>
              <a:pathLst>
                <a:path w="437" h="21204">
                  <a:moveTo>
                    <a:pt x="0" y="21204"/>
                  </a:moveTo>
                  <a:lnTo>
                    <a:pt x="437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1" name="Input_receptor__930">
              <a:extLst>
                <a:ext uri="{FF2B5EF4-FFF2-40B4-BE49-F238E27FC236}">
                  <a16:creationId xmlns:a16="http://schemas.microsoft.com/office/drawing/2014/main" id="{FE0618A3-9452-302A-46CB-7DAEAEC66342}"/>
                </a:ext>
              </a:extLst>
            </p:cNvPr>
            <p:cNvSpPr>
              <a:spLocks noGrp="1"/>
            </p:cNvSpPr>
            <p:nvPr/>
          </p:nvSpPr>
          <p:spPr>
            <a:xfrm>
              <a:off x="1121341" y="4262080"/>
              <a:ext cx="7685" cy="43433"/>
            </a:xfrm>
            <a:custGeom>
              <a:avLst/>
              <a:gdLst/>
              <a:ahLst/>
              <a:cxnLst/>
              <a:rect l="0" t="0" r="0" b="0"/>
              <a:pathLst>
                <a:path w="7685" h="43433">
                  <a:moveTo>
                    <a:pt x="7685" y="0"/>
                  </a:moveTo>
                  <a:lnTo>
                    <a:pt x="0" y="4343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2" name="Input_receptor__931">
              <a:extLst>
                <a:ext uri="{FF2B5EF4-FFF2-40B4-BE49-F238E27FC236}">
                  <a16:creationId xmlns:a16="http://schemas.microsoft.com/office/drawing/2014/main" id="{D88D7289-7494-F391-1F68-9DA99936BF0E}"/>
                </a:ext>
              </a:extLst>
            </p:cNvPr>
            <p:cNvSpPr>
              <a:spLocks noGrp="1"/>
            </p:cNvSpPr>
            <p:nvPr/>
          </p:nvSpPr>
          <p:spPr>
            <a:xfrm>
              <a:off x="945683" y="4848180"/>
              <a:ext cx="13993" cy="41665"/>
            </a:xfrm>
            <a:custGeom>
              <a:avLst/>
              <a:gdLst/>
              <a:ahLst/>
              <a:cxnLst/>
              <a:rect l="0" t="0" r="0" b="0"/>
              <a:pathLst>
                <a:path w="13993" h="41665">
                  <a:moveTo>
                    <a:pt x="0" y="0"/>
                  </a:moveTo>
                  <a:lnTo>
                    <a:pt x="13993" y="4166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3" name="Input_receptor__932">
              <a:extLst>
                <a:ext uri="{FF2B5EF4-FFF2-40B4-BE49-F238E27FC236}">
                  <a16:creationId xmlns:a16="http://schemas.microsoft.com/office/drawing/2014/main" id="{7F737BFE-7864-7D26-8692-B748DBC404A9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43195" cy="8769"/>
            </a:xfrm>
            <a:custGeom>
              <a:avLst/>
              <a:gdLst/>
              <a:ahLst/>
              <a:cxnLst/>
              <a:rect l="0" t="0" r="0" b="0"/>
              <a:pathLst>
                <a:path w="43195" h="8769">
                  <a:moveTo>
                    <a:pt x="0" y="0"/>
                  </a:moveTo>
                  <a:lnTo>
                    <a:pt x="43195" y="8769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4" name="Input_receptor__933">
              <a:extLst>
                <a:ext uri="{FF2B5EF4-FFF2-40B4-BE49-F238E27FC236}">
                  <a16:creationId xmlns:a16="http://schemas.microsoft.com/office/drawing/2014/main" id="{C39E08C1-60FF-F354-8849-82D2E8E10D95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60995"/>
              <a:ext cx="313" cy="9605"/>
            </a:xfrm>
            <a:custGeom>
              <a:avLst/>
              <a:gdLst/>
              <a:ahLst/>
              <a:cxnLst/>
              <a:rect l="0" t="0" r="0" b="0"/>
              <a:pathLst>
                <a:path w="313" h="9605">
                  <a:moveTo>
                    <a:pt x="0" y="9605"/>
                  </a:moveTo>
                  <a:lnTo>
                    <a:pt x="313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5" name="Input_receptor__934">
              <a:extLst>
                <a:ext uri="{FF2B5EF4-FFF2-40B4-BE49-F238E27FC236}">
                  <a16:creationId xmlns:a16="http://schemas.microsoft.com/office/drawing/2014/main" id="{580045AA-0FAB-E65E-A968-537D3CFBE39E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4971407"/>
              <a:ext cx="28622" cy="37462"/>
            </a:xfrm>
            <a:custGeom>
              <a:avLst/>
              <a:gdLst/>
              <a:ahLst/>
              <a:cxnLst/>
              <a:rect l="0" t="0" r="0" b="0"/>
              <a:pathLst>
                <a:path w="28622" h="37462">
                  <a:moveTo>
                    <a:pt x="0" y="37462"/>
                  </a:moveTo>
                  <a:lnTo>
                    <a:pt x="2862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6" name="Input_receptor__935">
              <a:extLst>
                <a:ext uri="{FF2B5EF4-FFF2-40B4-BE49-F238E27FC236}">
                  <a16:creationId xmlns:a16="http://schemas.microsoft.com/office/drawing/2014/main" id="{556FE5AA-92F7-BDA2-5501-A172112502D3}"/>
                </a:ext>
              </a:extLst>
            </p:cNvPr>
            <p:cNvSpPr>
              <a:spLocks noGrp="1"/>
            </p:cNvSpPr>
            <p:nvPr/>
          </p:nvSpPr>
          <p:spPr>
            <a:xfrm>
              <a:off x="1265595" y="4944006"/>
              <a:ext cx="25692" cy="36975"/>
            </a:xfrm>
            <a:custGeom>
              <a:avLst/>
              <a:gdLst/>
              <a:ahLst/>
              <a:cxnLst/>
              <a:rect l="0" t="0" r="0" b="0"/>
              <a:pathLst>
                <a:path w="25692" h="36975">
                  <a:moveTo>
                    <a:pt x="25692" y="0"/>
                  </a:moveTo>
                  <a:lnTo>
                    <a:pt x="0" y="3697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7" name="Input_receptor__936">
              <a:extLst>
                <a:ext uri="{FF2B5EF4-FFF2-40B4-BE49-F238E27FC236}">
                  <a16:creationId xmlns:a16="http://schemas.microsoft.com/office/drawing/2014/main" id="{B091FA7D-E9F7-D0CD-7448-C2B90E0F9437}"/>
                </a:ext>
              </a:extLst>
            </p:cNvPr>
            <p:cNvSpPr>
              <a:spLocks noGrp="1"/>
            </p:cNvSpPr>
            <p:nvPr/>
          </p:nvSpPr>
          <p:spPr>
            <a:xfrm>
              <a:off x="1840234" y="5231331"/>
              <a:ext cx="25109" cy="28298"/>
            </a:xfrm>
            <a:custGeom>
              <a:avLst/>
              <a:gdLst/>
              <a:ahLst/>
              <a:cxnLst/>
              <a:rect l="0" t="0" r="0" b="0"/>
              <a:pathLst>
                <a:path w="25109" h="28298">
                  <a:moveTo>
                    <a:pt x="25109" y="282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8" name="Input_receptor__937">
              <a:extLst>
                <a:ext uri="{FF2B5EF4-FFF2-40B4-BE49-F238E27FC236}">
                  <a16:creationId xmlns:a16="http://schemas.microsoft.com/office/drawing/2014/main" id="{2BC9B164-9E2C-7FDE-8CBC-0C5C59654B10}"/>
                </a:ext>
              </a:extLst>
            </p:cNvPr>
            <p:cNvSpPr>
              <a:spLocks noGrp="1"/>
            </p:cNvSpPr>
            <p:nvPr/>
          </p:nvSpPr>
          <p:spPr>
            <a:xfrm>
              <a:off x="1494623" y="5151565"/>
              <a:ext cx="13097" cy="29875"/>
            </a:xfrm>
            <a:custGeom>
              <a:avLst/>
              <a:gdLst/>
              <a:ahLst/>
              <a:cxnLst/>
              <a:rect l="0" t="0" r="0" b="0"/>
              <a:pathLst>
                <a:path w="13097" h="29875">
                  <a:moveTo>
                    <a:pt x="13097" y="2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9" name="Input_receptor__938">
              <a:extLst>
                <a:ext uri="{FF2B5EF4-FFF2-40B4-BE49-F238E27FC236}">
                  <a16:creationId xmlns:a16="http://schemas.microsoft.com/office/drawing/2014/main" id="{B80F72A2-386A-70FC-78E5-CB989EEC3167}"/>
                </a:ext>
              </a:extLst>
            </p:cNvPr>
            <p:cNvSpPr>
              <a:spLocks noGrp="1"/>
            </p:cNvSpPr>
            <p:nvPr/>
          </p:nvSpPr>
          <p:spPr>
            <a:xfrm>
              <a:off x="1461428" y="4397289"/>
              <a:ext cx="11612" cy="44168"/>
            </a:xfrm>
            <a:custGeom>
              <a:avLst/>
              <a:gdLst/>
              <a:ahLst/>
              <a:cxnLst/>
              <a:rect l="0" t="0" r="0" b="0"/>
              <a:pathLst>
                <a:path w="11612" h="44168">
                  <a:moveTo>
                    <a:pt x="0" y="0"/>
                  </a:moveTo>
                  <a:lnTo>
                    <a:pt x="11612" y="4416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0" name="Input_receptor__939">
              <a:extLst>
                <a:ext uri="{FF2B5EF4-FFF2-40B4-BE49-F238E27FC236}">
                  <a16:creationId xmlns:a16="http://schemas.microsoft.com/office/drawing/2014/main" id="{43D00DD8-AA85-4DA5-EAC3-5E203B9C6FC3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79080"/>
              <a:ext cx="46130" cy="10625"/>
            </a:xfrm>
            <a:custGeom>
              <a:avLst/>
              <a:gdLst/>
              <a:ahLst/>
              <a:cxnLst/>
              <a:rect l="0" t="0" r="0" b="0"/>
              <a:pathLst>
                <a:path w="46130" h="10625">
                  <a:moveTo>
                    <a:pt x="46130" y="0"/>
                  </a:moveTo>
                  <a:lnTo>
                    <a:pt x="0" y="1062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1" name="Input_receptor__940">
              <a:extLst>
                <a:ext uri="{FF2B5EF4-FFF2-40B4-BE49-F238E27FC236}">
                  <a16:creationId xmlns:a16="http://schemas.microsoft.com/office/drawing/2014/main" id="{65FEDEFB-46FF-BF0B-5657-C4209B236B4B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4987180"/>
              <a:ext cx="30512" cy="24918"/>
            </a:xfrm>
            <a:custGeom>
              <a:avLst/>
              <a:gdLst/>
              <a:ahLst/>
              <a:cxnLst/>
              <a:rect l="0" t="0" r="0" b="0"/>
              <a:pathLst>
                <a:path w="30512" h="24918">
                  <a:moveTo>
                    <a:pt x="0" y="24918"/>
                  </a:moveTo>
                  <a:lnTo>
                    <a:pt x="3051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2" name="Input_receptor__941">
              <a:extLst>
                <a:ext uri="{FF2B5EF4-FFF2-40B4-BE49-F238E27FC236}">
                  <a16:creationId xmlns:a16="http://schemas.microsoft.com/office/drawing/2014/main" id="{4D1F7263-10E1-8BF3-116B-71A07FA8A36E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71982"/>
              <a:ext cx="37052" cy="25307"/>
            </a:xfrm>
            <a:custGeom>
              <a:avLst/>
              <a:gdLst/>
              <a:ahLst/>
              <a:cxnLst/>
              <a:rect l="0" t="0" r="0" b="0"/>
              <a:pathLst>
                <a:path w="37052" h="25307">
                  <a:moveTo>
                    <a:pt x="0" y="0"/>
                  </a:moveTo>
                  <a:lnTo>
                    <a:pt x="37052" y="2530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3" name="Input_receptor__942">
              <a:extLst>
                <a:ext uri="{FF2B5EF4-FFF2-40B4-BE49-F238E27FC236}">
                  <a16:creationId xmlns:a16="http://schemas.microsoft.com/office/drawing/2014/main" id="{6045FF73-57EF-F2F2-B09E-FB5AE53730C8}"/>
                </a:ext>
              </a:extLst>
            </p:cNvPr>
            <p:cNvSpPr>
              <a:spLocks noGrp="1"/>
            </p:cNvSpPr>
            <p:nvPr/>
          </p:nvSpPr>
          <p:spPr>
            <a:xfrm>
              <a:off x="1080508" y="4305512"/>
              <a:ext cx="40833" cy="5871"/>
            </a:xfrm>
            <a:custGeom>
              <a:avLst/>
              <a:gdLst/>
              <a:ahLst/>
              <a:cxnLst/>
              <a:rect l="0" t="0" r="0" b="0"/>
              <a:pathLst>
                <a:path w="40833" h="5871">
                  <a:moveTo>
                    <a:pt x="40833" y="0"/>
                  </a:moveTo>
                  <a:lnTo>
                    <a:pt x="0" y="5871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4" name="Input_receptor__943">
              <a:extLst>
                <a:ext uri="{FF2B5EF4-FFF2-40B4-BE49-F238E27FC236}">
                  <a16:creationId xmlns:a16="http://schemas.microsoft.com/office/drawing/2014/main" id="{5E13FBE2-17E1-12D4-98C8-9AE2CC80B06E}"/>
                </a:ext>
              </a:extLst>
            </p:cNvPr>
            <p:cNvSpPr>
              <a:spLocks noGrp="1"/>
            </p:cNvSpPr>
            <p:nvPr/>
          </p:nvSpPr>
          <p:spPr>
            <a:xfrm>
              <a:off x="996685" y="4986094"/>
              <a:ext cx="39131" cy="8367"/>
            </a:xfrm>
            <a:custGeom>
              <a:avLst/>
              <a:gdLst/>
              <a:ahLst/>
              <a:cxnLst/>
              <a:rect l="0" t="0" r="0" b="0"/>
              <a:pathLst>
                <a:path w="39131" h="8367">
                  <a:moveTo>
                    <a:pt x="0" y="0"/>
                  </a:moveTo>
                  <a:lnTo>
                    <a:pt x="39131" y="836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5" name="Input_receptor__944">
              <a:extLst>
                <a:ext uri="{FF2B5EF4-FFF2-40B4-BE49-F238E27FC236}">
                  <a16:creationId xmlns:a16="http://schemas.microsoft.com/office/drawing/2014/main" id="{108CA75D-CD44-D8E5-ED3F-80FA2FC792BA}"/>
                </a:ext>
              </a:extLst>
            </p:cNvPr>
            <p:cNvSpPr>
              <a:spLocks noGrp="1"/>
            </p:cNvSpPr>
            <p:nvPr/>
          </p:nvSpPr>
          <p:spPr>
            <a:xfrm>
              <a:off x="1177851" y="5039290"/>
              <a:ext cx="45317" cy="14608"/>
            </a:xfrm>
            <a:custGeom>
              <a:avLst/>
              <a:gdLst/>
              <a:ahLst/>
              <a:cxnLst/>
              <a:rect l="0" t="0" r="0" b="0"/>
              <a:pathLst>
                <a:path w="45317" h="14608">
                  <a:moveTo>
                    <a:pt x="45317" y="0"/>
                  </a:moveTo>
                  <a:lnTo>
                    <a:pt x="0" y="14608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6" name="Input_receptor__945">
              <a:extLst>
                <a:ext uri="{FF2B5EF4-FFF2-40B4-BE49-F238E27FC236}">
                  <a16:creationId xmlns:a16="http://schemas.microsoft.com/office/drawing/2014/main" id="{9672447F-DB12-7032-0A89-AA185E6E69D0}"/>
                </a:ext>
              </a:extLst>
            </p:cNvPr>
            <p:cNvSpPr>
              <a:spLocks noGrp="1"/>
            </p:cNvSpPr>
            <p:nvPr/>
          </p:nvSpPr>
          <p:spPr>
            <a:xfrm>
              <a:off x="980886" y="4951359"/>
              <a:ext cx="15799" cy="34735"/>
            </a:xfrm>
            <a:custGeom>
              <a:avLst/>
              <a:gdLst/>
              <a:ahLst/>
              <a:cxnLst/>
              <a:rect l="0" t="0" r="0" b="0"/>
              <a:pathLst>
                <a:path w="15799" h="34735">
                  <a:moveTo>
                    <a:pt x="0" y="0"/>
                  </a:moveTo>
                  <a:lnTo>
                    <a:pt x="15799" y="34735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7" name="Input_receptor__946">
              <a:extLst>
                <a:ext uri="{FF2B5EF4-FFF2-40B4-BE49-F238E27FC236}">
                  <a16:creationId xmlns:a16="http://schemas.microsoft.com/office/drawing/2014/main" id="{64D9AF5C-0ED5-52A9-0385-29D6FF8C4BA6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5426"/>
              <a:ext cx="16574" cy="19875"/>
            </a:xfrm>
            <a:custGeom>
              <a:avLst/>
              <a:gdLst/>
              <a:ahLst/>
              <a:cxnLst/>
              <a:rect l="0" t="0" r="0" b="0"/>
              <a:pathLst>
                <a:path w="16574" h="19875">
                  <a:moveTo>
                    <a:pt x="16574" y="1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8" name="Input_receptor__947">
              <a:extLst>
                <a:ext uri="{FF2B5EF4-FFF2-40B4-BE49-F238E27FC236}">
                  <a16:creationId xmlns:a16="http://schemas.microsoft.com/office/drawing/2014/main" id="{5BAA2909-D4F1-3985-5FAA-7EDD71FAD4A8}"/>
                </a:ext>
              </a:extLst>
            </p:cNvPr>
            <p:cNvSpPr>
              <a:spLocks noGrp="1"/>
            </p:cNvSpPr>
            <p:nvPr/>
          </p:nvSpPr>
          <p:spPr>
            <a:xfrm>
              <a:off x="1402579" y="4679080"/>
              <a:ext cx="13222" cy="44204"/>
            </a:xfrm>
            <a:custGeom>
              <a:avLst/>
              <a:gdLst/>
              <a:ahLst/>
              <a:cxnLst/>
              <a:rect l="0" t="0" r="0" b="0"/>
              <a:pathLst>
                <a:path w="13222" h="44204">
                  <a:moveTo>
                    <a:pt x="13222" y="44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9" name="Input_receptor__948">
              <a:extLst>
                <a:ext uri="{FF2B5EF4-FFF2-40B4-BE49-F238E27FC236}">
                  <a16:creationId xmlns:a16="http://schemas.microsoft.com/office/drawing/2014/main" id="{09DB7B94-EE53-5AC3-232E-7CCC3D6F2D1E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1126"/>
              <a:ext cx="47167" cy="7200"/>
            </a:xfrm>
            <a:custGeom>
              <a:avLst/>
              <a:gdLst/>
              <a:ahLst/>
              <a:cxnLst/>
              <a:rect l="0" t="0" r="0" b="0"/>
              <a:pathLst>
                <a:path w="47167" h="7200">
                  <a:moveTo>
                    <a:pt x="47167" y="0"/>
                  </a:moveTo>
                  <a:lnTo>
                    <a:pt x="0" y="720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0" name="Input_receptor__949">
              <a:extLst>
                <a:ext uri="{FF2B5EF4-FFF2-40B4-BE49-F238E27FC236}">
                  <a16:creationId xmlns:a16="http://schemas.microsoft.com/office/drawing/2014/main" id="{0F8574AE-020E-7358-00A1-262AFF9C472C}"/>
                </a:ext>
              </a:extLst>
            </p:cNvPr>
            <p:cNvSpPr>
              <a:spLocks noGrp="1"/>
            </p:cNvSpPr>
            <p:nvPr/>
          </p:nvSpPr>
          <p:spPr>
            <a:xfrm>
              <a:off x="1409825" y="4558056"/>
              <a:ext cx="25073" cy="24057"/>
            </a:xfrm>
            <a:custGeom>
              <a:avLst/>
              <a:gdLst/>
              <a:ahLst/>
              <a:cxnLst/>
              <a:rect l="0" t="0" r="0" b="0"/>
              <a:pathLst>
                <a:path w="25073" h="24057">
                  <a:moveTo>
                    <a:pt x="25073" y="240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1" name="Input_receptor__950">
              <a:extLst>
                <a:ext uri="{FF2B5EF4-FFF2-40B4-BE49-F238E27FC236}">
                  <a16:creationId xmlns:a16="http://schemas.microsoft.com/office/drawing/2014/main" id="{01C13155-D650-BF2C-CF95-D31AB7653C19}"/>
                </a:ext>
              </a:extLst>
            </p:cNvPr>
            <p:cNvSpPr>
              <a:spLocks noGrp="1"/>
            </p:cNvSpPr>
            <p:nvPr/>
          </p:nvSpPr>
          <p:spPr>
            <a:xfrm>
              <a:off x="1129025" y="4261656"/>
              <a:ext cx="47734" cy="423"/>
            </a:xfrm>
            <a:custGeom>
              <a:avLst/>
              <a:gdLst/>
              <a:ahLst/>
              <a:cxnLst/>
              <a:rect l="0" t="0" r="0" b="0"/>
              <a:pathLst>
                <a:path w="47734" h="423">
                  <a:moveTo>
                    <a:pt x="47734" y="0"/>
                  </a:moveTo>
                  <a:lnTo>
                    <a:pt x="0" y="42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2" name="Input_receptor__951">
              <a:extLst>
                <a:ext uri="{FF2B5EF4-FFF2-40B4-BE49-F238E27FC236}">
                  <a16:creationId xmlns:a16="http://schemas.microsoft.com/office/drawing/2014/main" id="{83277FDA-5433-1707-E5EF-CD74D6226669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62217"/>
              <a:ext cx="27787" cy="26800"/>
            </a:xfrm>
            <a:custGeom>
              <a:avLst/>
              <a:gdLst/>
              <a:ahLst/>
              <a:cxnLst/>
              <a:rect l="0" t="0" r="0" b="0"/>
              <a:pathLst>
                <a:path w="27787" h="26800">
                  <a:moveTo>
                    <a:pt x="27787" y="0"/>
                  </a:moveTo>
                  <a:lnTo>
                    <a:pt x="0" y="2680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3" name="Input_receptor__952">
              <a:extLst>
                <a:ext uri="{FF2B5EF4-FFF2-40B4-BE49-F238E27FC236}">
                  <a16:creationId xmlns:a16="http://schemas.microsoft.com/office/drawing/2014/main" id="{CFA1B594-210A-AA99-D1FB-6FBEB8EC3C21}"/>
                </a:ext>
              </a:extLst>
            </p:cNvPr>
            <p:cNvSpPr>
              <a:spLocks noGrp="1"/>
            </p:cNvSpPr>
            <p:nvPr/>
          </p:nvSpPr>
          <p:spPr>
            <a:xfrm>
              <a:off x="1253446" y="4574231"/>
              <a:ext cx="17804" cy="11166"/>
            </a:xfrm>
            <a:custGeom>
              <a:avLst/>
              <a:gdLst/>
              <a:ahLst/>
              <a:cxnLst/>
              <a:rect l="0" t="0" r="0" b="0"/>
              <a:pathLst>
                <a:path w="17804" h="11166">
                  <a:moveTo>
                    <a:pt x="17804" y="1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4" name="Input_receptor__953">
              <a:extLst>
                <a:ext uri="{FF2B5EF4-FFF2-40B4-BE49-F238E27FC236}">
                  <a16:creationId xmlns:a16="http://schemas.microsoft.com/office/drawing/2014/main" id="{ECA495B7-142B-CBDB-1EC9-6EF57F6F2CDB}"/>
                </a:ext>
              </a:extLst>
            </p:cNvPr>
            <p:cNvSpPr>
              <a:spLocks noGrp="1"/>
            </p:cNvSpPr>
            <p:nvPr/>
          </p:nvSpPr>
          <p:spPr>
            <a:xfrm>
              <a:off x="1502339" y="4513071"/>
              <a:ext cx="20208" cy="30218"/>
            </a:xfrm>
            <a:custGeom>
              <a:avLst/>
              <a:gdLst/>
              <a:ahLst/>
              <a:cxnLst/>
              <a:rect l="0" t="0" r="0" b="0"/>
              <a:pathLst>
                <a:path w="20208" h="30218">
                  <a:moveTo>
                    <a:pt x="0" y="0"/>
                  </a:moveTo>
                  <a:lnTo>
                    <a:pt x="20208" y="3021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5" name="Input_receptor__954">
              <a:extLst>
                <a:ext uri="{FF2B5EF4-FFF2-40B4-BE49-F238E27FC236}">
                  <a16:creationId xmlns:a16="http://schemas.microsoft.com/office/drawing/2014/main" id="{B0C4BF4B-D3D2-E557-2465-EFD3F9ED68BA}"/>
                </a:ext>
              </a:extLst>
            </p:cNvPr>
            <p:cNvSpPr>
              <a:spLocks noGrp="1"/>
            </p:cNvSpPr>
            <p:nvPr/>
          </p:nvSpPr>
          <p:spPr>
            <a:xfrm>
              <a:off x="1480467" y="4846437"/>
              <a:ext cx="9028" cy="7385"/>
            </a:xfrm>
            <a:custGeom>
              <a:avLst/>
              <a:gdLst/>
              <a:ahLst/>
              <a:cxnLst/>
              <a:rect l="0" t="0" r="0" b="0"/>
              <a:pathLst>
                <a:path w="9028" h="7385">
                  <a:moveTo>
                    <a:pt x="0" y="7385"/>
                  </a:moveTo>
                  <a:lnTo>
                    <a:pt x="9028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6" name="Input_receptor__955">
              <a:extLst>
                <a:ext uri="{FF2B5EF4-FFF2-40B4-BE49-F238E27FC236}">
                  <a16:creationId xmlns:a16="http://schemas.microsoft.com/office/drawing/2014/main" id="{21A0F78D-D206-6961-DBFB-ABAC3AE5B69D}"/>
                </a:ext>
              </a:extLst>
            </p:cNvPr>
            <p:cNvSpPr>
              <a:spLocks noGrp="1"/>
            </p:cNvSpPr>
            <p:nvPr/>
          </p:nvSpPr>
          <p:spPr>
            <a:xfrm>
              <a:off x="1050463" y="4277369"/>
              <a:ext cx="30044" cy="34015"/>
            </a:xfrm>
            <a:custGeom>
              <a:avLst/>
              <a:gdLst/>
              <a:ahLst/>
              <a:cxnLst/>
              <a:rect l="0" t="0" r="0" b="0"/>
              <a:pathLst>
                <a:path w="30044" h="34015">
                  <a:moveTo>
                    <a:pt x="30044" y="34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57" name="Input_receptor__956">
              <a:extLst>
                <a:ext uri="{FF2B5EF4-FFF2-40B4-BE49-F238E27FC236}">
                  <a16:creationId xmlns:a16="http://schemas.microsoft.com/office/drawing/2014/main" id="{C3E4A893-DEC2-6251-C213-D11015D93DC9}"/>
                </a:ext>
              </a:extLst>
            </p:cNvPr>
            <p:cNvSpPr>
              <a:spLocks noGrp="1"/>
            </p:cNvSpPr>
            <p:nvPr/>
          </p:nvSpPr>
          <p:spPr>
            <a:xfrm>
              <a:off x="1217578" y="5214769"/>
              <a:ext cx="16859" cy="44521"/>
            </a:xfrm>
            <a:custGeom>
              <a:avLst/>
              <a:gdLst/>
              <a:ahLst/>
              <a:cxnLst/>
              <a:rect l="0" t="0" r="0" b="0"/>
              <a:pathLst>
                <a:path w="16859" h="44521">
                  <a:moveTo>
                    <a:pt x="16859" y="445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8" name="Input_receptor__957">
              <a:extLst>
                <a:ext uri="{FF2B5EF4-FFF2-40B4-BE49-F238E27FC236}">
                  <a16:creationId xmlns:a16="http://schemas.microsoft.com/office/drawing/2014/main" id="{56FB754D-D4CE-3F23-E3D4-E14958B6A9AD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5012098"/>
              <a:ext cx="16599" cy="41800"/>
            </a:xfrm>
            <a:custGeom>
              <a:avLst/>
              <a:gdLst/>
              <a:ahLst/>
              <a:cxnLst/>
              <a:rect l="0" t="0" r="0" b="0"/>
              <a:pathLst>
                <a:path w="16599" h="41800">
                  <a:moveTo>
                    <a:pt x="16599" y="41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9" name="Input_receptor__958">
              <a:extLst>
                <a:ext uri="{FF2B5EF4-FFF2-40B4-BE49-F238E27FC236}">
                  <a16:creationId xmlns:a16="http://schemas.microsoft.com/office/drawing/2014/main" id="{5AD81F64-67AC-18FA-D363-F0E62BD60F10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83171"/>
              <a:ext cx="10245" cy="9335"/>
            </a:xfrm>
            <a:custGeom>
              <a:avLst/>
              <a:gdLst/>
              <a:ahLst/>
              <a:cxnLst/>
              <a:rect l="0" t="0" r="0" b="0"/>
              <a:pathLst>
                <a:path w="10245" h="9335">
                  <a:moveTo>
                    <a:pt x="10245" y="9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0" name="Input_receptor__959">
              <a:extLst>
                <a:ext uri="{FF2B5EF4-FFF2-40B4-BE49-F238E27FC236}">
                  <a16:creationId xmlns:a16="http://schemas.microsoft.com/office/drawing/2014/main" id="{6C93C744-848D-20B5-53D0-243F9BFAFDD0}"/>
                </a:ext>
              </a:extLst>
            </p:cNvPr>
            <p:cNvSpPr>
              <a:spLocks noGrp="1"/>
            </p:cNvSpPr>
            <p:nvPr/>
          </p:nvSpPr>
          <p:spPr>
            <a:xfrm>
              <a:off x="1164693" y="4394281"/>
              <a:ext cx="41694" cy="21282"/>
            </a:xfrm>
            <a:custGeom>
              <a:avLst/>
              <a:gdLst/>
              <a:ahLst/>
              <a:cxnLst/>
              <a:rect l="0" t="0" r="0" b="0"/>
              <a:pathLst>
                <a:path w="41694" h="21282">
                  <a:moveTo>
                    <a:pt x="0" y="21282"/>
                  </a:moveTo>
                  <a:lnTo>
                    <a:pt x="41694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1" name="Input_receptor__960">
              <a:extLst>
                <a:ext uri="{FF2B5EF4-FFF2-40B4-BE49-F238E27FC236}">
                  <a16:creationId xmlns:a16="http://schemas.microsoft.com/office/drawing/2014/main" id="{E2C22256-877E-A0E2-474A-B28900FEAE30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4138"/>
              <a:ext cx="20743" cy="15389"/>
            </a:xfrm>
            <a:custGeom>
              <a:avLst/>
              <a:gdLst/>
              <a:ahLst/>
              <a:cxnLst/>
              <a:rect l="0" t="0" r="0" b="0"/>
              <a:pathLst>
                <a:path w="20743" h="15389">
                  <a:moveTo>
                    <a:pt x="20743" y="0"/>
                  </a:moveTo>
                  <a:lnTo>
                    <a:pt x="0" y="15389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2" name="Input_receptor__961">
              <a:extLst>
                <a:ext uri="{FF2B5EF4-FFF2-40B4-BE49-F238E27FC236}">
                  <a16:creationId xmlns:a16="http://schemas.microsoft.com/office/drawing/2014/main" id="{74BE2B30-2547-A6D4-5C75-E9AF855D37EE}"/>
                </a:ext>
              </a:extLst>
            </p:cNvPr>
            <p:cNvSpPr>
              <a:spLocks noGrp="1"/>
            </p:cNvSpPr>
            <p:nvPr/>
          </p:nvSpPr>
          <p:spPr>
            <a:xfrm>
              <a:off x="1426548" y="4155230"/>
              <a:ext cx="18131" cy="19007"/>
            </a:xfrm>
            <a:custGeom>
              <a:avLst/>
              <a:gdLst/>
              <a:ahLst/>
              <a:cxnLst/>
              <a:rect l="0" t="0" r="0" b="0"/>
              <a:pathLst>
                <a:path w="18131" h="19007">
                  <a:moveTo>
                    <a:pt x="18131" y="19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3" name="Input_receptor__962">
              <a:extLst>
                <a:ext uri="{FF2B5EF4-FFF2-40B4-BE49-F238E27FC236}">
                  <a16:creationId xmlns:a16="http://schemas.microsoft.com/office/drawing/2014/main" id="{EDF18C9A-4111-B6E8-543C-128178458591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44080"/>
              <a:ext cx="22072" cy="28624"/>
            </a:xfrm>
            <a:custGeom>
              <a:avLst/>
              <a:gdLst/>
              <a:ahLst/>
              <a:cxnLst/>
              <a:rect l="0" t="0" r="0" b="0"/>
              <a:pathLst>
                <a:path w="22072" h="28624">
                  <a:moveTo>
                    <a:pt x="22072" y="0"/>
                  </a:moveTo>
                  <a:lnTo>
                    <a:pt x="0" y="28624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4" name="Input_receptor__963">
              <a:extLst>
                <a:ext uri="{FF2B5EF4-FFF2-40B4-BE49-F238E27FC236}">
                  <a16:creationId xmlns:a16="http://schemas.microsoft.com/office/drawing/2014/main" id="{418AE836-6D7D-954A-2571-8368ED33BBF2}"/>
                </a:ext>
              </a:extLst>
            </p:cNvPr>
            <p:cNvSpPr>
              <a:spLocks noGrp="1"/>
            </p:cNvSpPr>
            <p:nvPr/>
          </p:nvSpPr>
          <p:spPr>
            <a:xfrm>
              <a:off x="1206387" y="4394281"/>
              <a:ext cx="30234" cy="34856"/>
            </a:xfrm>
            <a:custGeom>
              <a:avLst/>
              <a:gdLst/>
              <a:ahLst/>
              <a:cxnLst/>
              <a:rect l="0" t="0" r="0" b="0"/>
              <a:pathLst>
                <a:path w="30234" h="34856">
                  <a:moveTo>
                    <a:pt x="0" y="0"/>
                  </a:moveTo>
                  <a:lnTo>
                    <a:pt x="30234" y="34856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5" name="Input_receptor__964">
              <a:extLst>
                <a:ext uri="{FF2B5EF4-FFF2-40B4-BE49-F238E27FC236}">
                  <a16:creationId xmlns:a16="http://schemas.microsoft.com/office/drawing/2014/main" id="{BB7AF22A-9FBB-58FA-AC95-6839F3C0D4E2}"/>
                </a:ext>
              </a:extLst>
            </p:cNvPr>
            <p:cNvSpPr>
              <a:spLocks noGrp="1"/>
            </p:cNvSpPr>
            <p:nvPr/>
          </p:nvSpPr>
          <p:spPr>
            <a:xfrm>
              <a:off x="1026863" y="5360988"/>
              <a:ext cx="34656" cy="33167"/>
            </a:xfrm>
            <a:custGeom>
              <a:avLst/>
              <a:gdLst/>
              <a:ahLst/>
              <a:cxnLst/>
              <a:rect l="0" t="0" r="0" b="0"/>
              <a:pathLst>
                <a:path w="34656" h="33167">
                  <a:moveTo>
                    <a:pt x="34656" y="331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6" name="Input_receptor__965">
              <a:extLst>
                <a:ext uri="{FF2B5EF4-FFF2-40B4-BE49-F238E27FC236}">
                  <a16:creationId xmlns:a16="http://schemas.microsoft.com/office/drawing/2014/main" id="{3E0EE380-2A12-53BE-C5A0-28F5327D4AEE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24307"/>
              <a:ext cx="38985" cy="16456"/>
            </a:xfrm>
            <a:custGeom>
              <a:avLst/>
              <a:gdLst/>
              <a:ahLst/>
              <a:cxnLst/>
              <a:rect l="0" t="0" r="0" b="0"/>
              <a:pathLst>
                <a:path w="38985" h="16456">
                  <a:moveTo>
                    <a:pt x="0" y="16456"/>
                  </a:moveTo>
                  <a:lnTo>
                    <a:pt x="38985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7" name="Input_receptor__966">
              <a:extLst>
                <a:ext uri="{FF2B5EF4-FFF2-40B4-BE49-F238E27FC236}">
                  <a16:creationId xmlns:a16="http://schemas.microsoft.com/office/drawing/2014/main" id="{2935AD07-6D03-CBB8-0CE6-71BD93152912}"/>
                </a:ext>
              </a:extLst>
            </p:cNvPr>
            <p:cNvSpPr>
              <a:spLocks noGrp="1"/>
            </p:cNvSpPr>
            <p:nvPr/>
          </p:nvSpPr>
          <p:spPr>
            <a:xfrm>
              <a:off x="1383340" y="4089661"/>
              <a:ext cx="36634" cy="13755"/>
            </a:xfrm>
            <a:custGeom>
              <a:avLst/>
              <a:gdLst/>
              <a:ahLst/>
              <a:cxnLst/>
              <a:rect l="0" t="0" r="0" b="0"/>
              <a:pathLst>
                <a:path w="36634" h="13755">
                  <a:moveTo>
                    <a:pt x="36634" y="13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8" name="Input_receptor__967">
              <a:extLst>
                <a:ext uri="{FF2B5EF4-FFF2-40B4-BE49-F238E27FC236}">
                  <a16:creationId xmlns:a16="http://schemas.microsoft.com/office/drawing/2014/main" id="{5D6DC7C8-BC11-3677-7096-E82106058A0B}"/>
                </a:ext>
              </a:extLst>
            </p:cNvPr>
            <p:cNvSpPr>
              <a:spLocks noGrp="1"/>
            </p:cNvSpPr>
            <p:nvPr/>
          </p:nvSpPr>
          <p:spPr>
            <a:xfrm>
              <a:off x="1009683" y="4262217"/>
              <a:ext cx="40780" cy="15152"/>
            </a:xfrm>
            <a:custGeom>
              <a:avLst/>
              <a:gdLst/>
              <a:ahLst/>
              <a:cxnLst/>
              <a:rect l="0" t="0" r="0" b="0"/>
              <a:pathLst>
                <a:path w="40780" h="15152">
                  <a:moveTo>
                    <a:pt x="40780" y="15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69" name="Input_receptor__968">
              <a:extLst>
                <a:ext uri="{FF2B5EF4-FFF2-40B4-BE49-F238E27FC236}">
                  <a16:creationId xmlns:a16="http://schemas.microsoft.com/office/drawing/2014/main" id="{1317DD78-F443-1BE6-70FB-C6F06850FE3A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181440"/>
              <a:ext cx="28828" cy="34682"/>
            </a:xfrm>
            <a:custGeom>
              <a:avLst/>
              <a:gdLst/>
              <a:ahLst/>
              <a:cxnLst/>
              <a:rect l="0" t="0" r="0" b="0"/>
              <a:pathLst>
                <a:path w="28828" h="34682">
                  <a:moveTo>
                    <a:pt x="0" y="34682"/>
                  </a:moveTo>
                  <a:lnTo>
                    <a:pt x="2882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0" name="Input_receptor__969">
              <a:extLst>
                <a:ext uri="{FF2B5EF4-FFF2-40B4-BE49-F238E27FC236}">
                  <a16:creationId xmlns:a16="http://schemas.microsoft.com/office/drawing/2014/main" id="{7E2025C3-70FA-19A6-EB21-E4629B6DF449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8327"/>
              <a:ext cx="6528" cy="47581"/>
            </a:xfrm>
            <a:custGeom>
              <a:avLst/>
              <a:gdLst/>
              <a:ahLst/>
              <a:cxnLst/>
              <a:rect l="0" t="0" r="0" b="0"/>
              <a:pathLst>
                <a:path w="6528" h="47581">
                  <a:moveTo>
                    <a:pt x="0" y="0"/>
                  </a:moveTo>
                  <a:lnTo>
                    <a:pt x="6528" y="4758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1" name="Input_receptor__970">
              <a:extLst>
                <a:ext uri="{FF2B5EF4-FFF2-40B4-BE49-F238E27FC236}">
                  <a16:creationId xmlns:a16="http://schemas.microsoft.com/office/drawing/2014/main" id="{B42A52BA-D522-D29D-EBCE-781B53B36F5E}"/>
                </a:ext>
              </a:extLst>
            </p:cNvPr>
            <p:cNvSpPr>
              <a:spLocks noGrp="1"/>
            </p:cNvSpPr>
            <p:nvPr/>
          </p:nvSpPr>
          <p:spPr>
            <a:xfrm>
              <a:off x="1702505" y="5304673"/>
              <a:ext cx="6118" cy="39407"/>
            </a:xfrm>
            <a:custGeom>
              <a:avLst/>
              <a:gdLst/>
              <a:ahLst/>
              <a:cxnLst/>
              <a:rect l="0" t="0" r="0" b="0"/>
              <a:pathLst>
                <a:path w="6118" h="39407">
                  <a:moveTo>
                    <a:pt x="0" y="0"/>
                  </a:moveTo>
                  <a:lnTo>
                    <a:pt x="6118" y="39407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2" name="Input_receptor__971">
              <a:extLst>
                <a:ext uri="{FF2B5EF4-FFF2-40B4-BE49-F238E27FC236}">
                  <a16:creationId xmlns:a16="http://schemas.microsoft.com/office/drawing/2014/main" id="{12223034-AAA9-F226-7F6F-B9A58A54742E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701017"/>
              <a:ext cx="10387" cy="45497"/>
            </a:xfrm>
            <a:custGeom>
              <a:avLst/>
              <a:gdLst/>
              <a:ahLst/>
              <a:cxnLst/>
              <a:rect l="0" t="0" r="0" b="0"/>
              <a:pathLst>
                <a:path w="10387" h="45497">
                  <a:moveTo>
                    <a:pt x="0" y="0"/>
                  </a:moveTo>
                  <a:lnTo>
                    <a:pt x="10387" y="4549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3" name="Input_receptor__972">
              <a:extLst>
                <a:ext uri="{FF2B5EF4-FFF2-40B4-BE49-F238E27FC236}">
                  <a16:creationId xmlns:a16="http://schemas.microsoft.com/office/drawing/2014/main" id="{82A56BEF-8B2B-173A-03EC-DBA33A0AB65D}"/>
                </a:ext>
              </a:extLst>
            </p:cNvPr>
            <p:cNvSpPr>
              <a:spLocks noGrp="1"/>
            </p:cNvSpPr>
            <p:nvPr/>
          </p:nvSpPr>
          <p:spPr>
            <a:xfrm>
              <a:off x="1184606" y="4552844"/>
              <a:ext cx="25108" cy="38674"/>
            </a:xfrm>
            <a:custGeom>
              <a:avLst/>
              <a:gdLst/>
              <a:ahLst/>
              <a:cxnLst/>
              <a:rect l="0" t="0" r="0" b="0"/>
              <a:pathLst>
                <a:path w="25108" h="38674">
                  <a:moveTo>
                    <a:pt x="25108" y="386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4" name="Input_receptor__973">
              <a:extLst>
                <a:ext uri="{FF2B5EF4-FFF2-40B4-BE49-F238E27FC236}">
                  <a16:creationId xmlns:a16="http://schemas.microsoft.com/office/drawing/2014/main" id="{6B69C18D-662C-4A32-5A38-9D1843E29BD0}"/>
                </a:ext>
              </a:extLst>
            </p:cNvPr>
            <p:cNvSpPr>
              <a:spLocks noGrp="1"/>
            </p:cNvSpPr>
            <p:nvPr/>
          </p:nvSpPr>
          <p:spPr>
            <a:xfrm>
              <a:off x="1505037" y="5006356"/>
              <a:ext cx="18124" cy="9247"/>
            </a:xfrm>
            <a:custGeom>
              <a:avLst/>
              <a:gdLst/>
              <a:ahLst/>
              <a:cxnLst/>
              <a:rect l="0" t="0" r="0" b="0"/>
              <a:pathLst>
                <a:path w="18124" h="9247">
                  <a:moveTo>
                    <a:pt x="0" y="9247"/>
                  </a:moveTo>
                  <a:lnTo>
                    <a:pt x="18124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5" name="Input_receptor__974">
              <a:extLst>
                <a:ext uri="{FF2B5EF4-FFF2-40B4-BE49-F238E27FC236}">
                  <a16:creationId xmlns:a16="http://schemas.microsoft.com/office/drawing/2014/main" id="{4BF7B982-0B03-8D3C-40BE-206E92F464D4}"/>
                </a:ext>
              </a:extLst>
            </p:cNvPr>
            <p:cNvSpPr>
              <a:spLocks noGrp="1"/>
            </p:cNvSpPr>
            <p:nvPr/>
          </p:nvSpPr>
          <p:spPr>
            <a:xfrm>
              <a:off x="1037880" y="5284529"/>
              <a:ext cx="39704" cy="26370"/>
            </a:xfrm>
            <a:custGeom>
              <a:avLst/>
              <a:gdLst/>
              <a:ahLst/>
              <a:cxnLst/>
              <a:rect l="0" t="0" r="0" b="0"/>
              <a:pathLst>
                <a:path w="39704" h="26370">
                  <a:moveTo>
                    <a:pt x="0" y="0"/>
                  </a:moveTo>
                  <a:lnTo>
                    <a:pt x="39704" y="2637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6" name="Input_receptor__975">
              <a:extLst>
                <a:ext uri="{FF2B5EF4-FFF2-40B4-BE49-F238E27FC236}">
                  <a16:creationId xmlns:a16="http://schemas.microsoft.com/office/drawing/2014/main" id="{8984F228-44C6-C09A-493D-4CE7953C90F4}"/>
                </a:ext>
              </a:extLst>
            </p:cNvPr>
            <p:cNvSpPr>
              <a:spLocks noGrp="1"/>
            </p:cNvSpPr>
            <p:nvPr/>
          </p:nvSpPr>
          <p:spPr>
            <a:xfrm>
              <a:off x="1360577" y="4800054"/>
              <a:ext cx="10200" cy="29940"/>
            </a:xfrm>
            <a:custGeom>
              <a:avLst/>
              <a:gdLst/>
              <a:ahLst/>
              <a:cxnLst/>
              <a:rect l="0" t="0" r="0" b="0"/>
              <a:pathLst>
                <a:path w="10200" h="29940">
                  <a:moveTo>
                    <a:pt x="10200" y="29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7" name="Input_receptor__976">
              <a:extLst>
                <a:ext uri="{FF2B5EF4-FFF2-40B4-BE49-F238E27FC236}">
                  <a16:creationId xmlns:a16="http://schemas.microsoft.com/office/drawing/2014/main" id="{F65ABD85-B2BE-E2B1-BEFC-506907F1EA04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28594"/>
              <a:ext cx="36240" cy="28938"/>
            </a:xfrm>
            <a:custGeom>
              <a:avLst/>
              <a:gdLst/>
              <a:ahLst/>
              <a:cxnLst/>
              <a:rect l="0" t="0" r="0" b="0"/>
              <a:pathLst>
                <a:path w="36240" h="28938">
                  <a:moveTo>
                    <a:pt x="36240" y="28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8" name="Input_receptor__977">
              <a:extLst>
                <a:ext uri="{FF2B5EF4-FFF2-40B4-BE49-F238E27FC236}">
                  <a16:creationId xmlns:a16="http://schemas.microsoft.com/office/drawing/2014/main" id="{A5F58E37-A734-DC82-1867-1DA6A4FCBBF6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317896"/>
              <a:ext cx="9443" cy="5620"/>
            </a:xfrm>
            <a:custGeom>
              <a:avLst/>
              <a:gdLst/>
              <a:ahLst/>
              <a:cxnLst/>
              <a:rect l="0" t="0" r="0" b="0"/>
              <a:pathLst>
                <a:path w="9443" h="5620">
                  <a:moveTo>
                    <a:pt x="0" y="5620"/>
                  </a:moveTo>
                  <a:lnTo>
                    <a:pt x="9443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9" name="Input_receptor__978">
              <a:extLst>
                <a:ext uri="{FF2B5EF4-FFF2-40B4-BE49-F238E27FC236}">
                  <a16:creationId xmlns:a16="http://schemas.microsoft.com/office/drawing/2014/main" id="{3453AE37-B643-5D62-1D69-A498BEC7AAA1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64397"/>
              <a:ext cx="17098" cy="4383"/>
            </a:xfrm>
            <a:custGeom>
              <a:avLst/>
              <a:gdLst/>
              <a:ahLst/>
              <a:cxnLst/>
              <a:rect l="0" t="0" r="0" b="0"/>
              <a:pathLst>
                <a:path w="17098" h="4383">
                  <a:moveTo>
                    <a:pt x="0" y="4383"/>
                  </a:moveTo>
                  <a:lnTo>
                    <a:pt x="1709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0" name="Input_receptor__979">
              <a:extLst>
                <a:ext uri="{FF2B5EF4-FFF2-40B4-BE49-F238E27FC236}">
                  <a16:creationId xmlns:a16="http://schemas.microsoft.com/office/drawing/2014/main" id="{B76F6CFF-70BD-7A5B-8B46-E1DA33BA0242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89267"/>
              <a:ext cx="32662" cy="394"/>
            </a:xfrm>
            <a:custGeom>
              <a:avLst/>
              <a:gdLst/>
              <a:ahLst/>
              <a:cxnLst/>
              <a:rect l="0" t="0" r="0" b="0"/>
              <a:pathLst>
                <a:path w="32662" h="394">
                  <a:moveTo>
                    <a:pt x="32662" y="3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1" name="Input_receptor__980">
              <a:extLst>
                <a:ext uri="{FF2B5EF4-FFF2-40B4-BE49-F238E27FC236}">
                  <a16:creationId xmlns:a16="http://schemas.microsoft.com/office/drawing/2014/main" id="{9C299440-4CCA-28DD-06CB-BB954E5EE8EC}"/>
                </a:ext>
              </a:extLst>
            </p:cNvPr>
            <p:cNvSpPr>
              <a:spLocks noGrp="1"/>
            </p:cNvSpPr>
            <p:nvPr/>
          </p:nvSpPr>
          <p:spPr>
            <a:xfrm>
              <a:off x="1833084" y="5259629"/>
              <a:ext cx="32259" cy="35821"/>
            </a:xfrm>
            <a:custGeom>
              <a:avLst/>
              <a:gdLst/>
              <a:ahLst/>
              <a:cxnLst/>
              <a:rect l="0" t="0" r="0" b="0"/>
              <a:pathLst>
                <a:path w="32259" h="35821">
                  <a:moveTo>
                    <a:pt x="0" y="35821"/>
                  </a:moveTo>
                  <a:lnTo>
                    <a:pt x="32259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2" name="Input_receptor__981">
              <a:extLst>
                <a:ext uri="{FF2B5EF4-FFF2-40B4-BE49-F238E27FC236}">
                  <a16:creationId xmlns:a16="http://schemas.microsoft.com/office/drawing/2014/main" id="{71FCE9FF-2766-1EEF-65FC-A5C578F3FE0A}"/>
                </a:ext>
              </a:extLst>
            </p:cNvPr>
            <p:cNvSpPr>
              <a:spLocks noGrp="1"/>
            </p:cNvSpPr>
            <p:nvPr/>
          </p:nvSpPr>
          <p:spPr>
            <a:xfrm>
              <a:off x="1052290" y="5394154"/>
              <a:ext cx="9228" cy="45389"/>
            </a:xfrm>
            <a:custGeom>
              <a:avLst/>
              <a:gdLst/>
              <a:ahLst/>
              <a:cxnLst/>
              <a:rect l="0" t="0" r="0" b="0"/>
              <a:pathLst>
                <a:path w="9228" h="45389">
                  <a:moveTo>
                    <a:pt x="0" y="45389"/>
                  </a:moveTo>
                  <a:lnTo>
                    <a:pt x="9228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3" name="Input_receptor__982">
              <a:extLst>
                <a:ext uri="{FF2B5EF4-FFF2-40B4-BE49-F238E27FC236}">
                  <a16:creationId xmlns:a16="http://schemas.microsoft.com/office/drawing/2014/main" id="{B1EF9360-ED6D-4717-0B46-058E97FC562D}"/>
                </a:ext>
              </a:extLst>
            </p:cNvPr>
            <p:cNvSpPr>
              <a:spLocks noGrp="1"/>
            </p:cNvSpPr>
            <p:nvPr/>
          </p:nvSpPr>
          <p:spPr>
            <a:xfrm>
              <a:off x="1252369" y="4917234"/>
              <a:ext cx="38918" cy="26771"/>
            </a:xfrm>
            <a:custGeom>
              <a:avLst/>
              <a:gdLst/>
              <a:ahLst/>
              <a:cxnLst/>
              <a:rect l="0" t="0" r="0" b="0"/>
              <a:pathLst>
                <a:path w="38918" h="26771">
                  <a:moveTo>
                    <a:pt x="0" y="0"/>
                  </a:moveTo>
                  <a:lnTo>
                    <a:pt x="38918" y="2677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4" name="Input_receptor__983">
              <a:extLst>
                <a:ext uri="{FF2B5EF4-FFF2-40B4-BE49-F238E27FC236}">
                  <a16:creationId xmlns:a16="http://schemas.microsoft.com/office/drawing/2014/main" id="{ABD7B52D-EA7A-469C-97E1-FCDAD28A57BB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29904"/>
              <a:ext cx="95" cy="27192"/>
            </a:xfrm>
            <a:custGeom>
              <a:avLst/>
              <a:gdLst/>
              <a:ahLst/>
              <a:cxnLst/>
              <a:rect l="0" t="0" r="0" b="0"/>
              <a:pathLst>
                <a:path w="95" h="27192">
                  <a:moveTo>
                    <a:pt x="0" y="0"/>
                  </a:moveTo>
                  <a:lnTo>
                    <a:pt x="39" y="27192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5" name="Input_receptor__984">
              <a:extLst>
                <a:ext uri="{FF2B5EF4-FFF2-40B4-BE49-F238E27FC236}">
                  <a16:creationId xmlns:a16="http://schemas.microsoft.com/office/drawing/2014/main" id="{B8900DF0-90BD-F067-79B9-73D3E97B1094}"/>
                </a:ext>
              </a:extLst>
            </p:cNvPr>
            <p:cNvSpPr>
              <a:spLocks noGrp="1"/>
            </p:cNvSpPr>
            <p:nvPr/>
          </p:nvSpPr>
          <p:spPr>
            <a:xfrm>
              <a:off x="1634002" y="4606201"/>
              <a:ext cx="13052" cy="6437"/>
            </a:xfrm>
            <a:custGeom>
              <a:avLst/>
              <a:gdLst/>
              <a:ahLst/>
              <a:cxnLst/>
              <a:rect l="0" t="0" r="0" b="0"/>
              <a:pathLst>
                <a:path w="13052" h="6437">
                  <a:moveTo>
                    <a:pt x="13052" y="6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6" name="Input_receptor__985">
              <a:extLst>
                <a:ext uri="{FF2B5EF4-FFF2-40B4-BE49-F238E27FC236}">
                  <a16:creationId xmlns:a16="http://schemas.microsoft.com/office/drawing/2014/main" id="{DE0CF931-A0BD-959F-D4E0-67270FF17C81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33575"/>
              <a:ext cx="27637" cy="38407"/>
            </a:xfrm>
            <a:custGeom>
              <a:avLst/>
              <a:gdLst/>
              <a:ahLst/>
              <a:cxnLst/>
              <a:rect l="0" t="0" r="0" b="0"/>
              <a:pathLst>
                <a:path w="27637" h="38407">
                  <a:moveTo>
                    <a:pt x="27637" y="0"/>
                  </a:moveTo>
                  <a:lnTo>
                    <a:pt x="0" y="3840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7" name="Input_receptor__986">
              <a:extLst>
                <a:ext uri="{FF2B5EF4-FFF2-40B4-BE49-F238E27FC236}">
                  <a16:creationId xmlns:a16="http://schemas.microsoft.com/office/drawing/2014/main" id="{806FC87C-74A9-7AAC-B230-BB49A2BD1771}"/>
                </a:ext>
              </a:extLst>
            </p:cNvPr>
            <p:cNvSpPr>
              <a:spLocks noGrp="1"/>
            </p:cNvSpPr>
            <p:nvPr/>
          </p:nvSpPr>
          <p:spPr>
            <a:xfrm>
              <a:off x="1568551" y="5001423"/>
              <a:ext cx="101" cy="42715"/>
            </a:xfrm>
            <a:custGeom>
              <a:avLst/>
              <a:gdLst/>
              <a:ahLst/>
              <a:cxnLst/>
              <a:rect l="0" t="0" r="0" b="0"/>
              <a:pathLst>
                <a:path w="101" h="42715">
                  <a:moveTo>
                    <a:pt x="0" y="0"/>
                  </a:moveTo>
                  <a:lnTo>
                    <a:pt x="101" y="42715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88" name="Input_receptor__987">
              <a:extLst>
                <a:ext uri="{FF2B5EF4-FFF2-40B4-BE49-F238E27FC236}">
                  <a16:creationId xmlns:a16="http://schemas.microsoft.com/office/drawing/2014/main" id="{38C170FF-4355-2C52-FA79-358F28A4E8F9}"/>
                </a:ext>
              </a:extLst>
            </p:cNvPr>
            <p:cNvSpPr>
              <a:spLocks noGrp="1"/>
            </p:cNvSpPr>
            <p:nvPr/>
          </p:nvSpPr>
          <p:spPr>
            <a:xfrm>
              <a:off x="1473040" y="4424022"/>
              <a:ext cx="41100" cy="17435"/>
            </a:xfrm>
            <a:custGeom>
              <a:avLst/>
              <a:gdLst/>
              <a:ahLst/>
              <a:cxnLst/>
              <a:rect l="0" t="0" r="0" b="0"/>
              <a:pathLst>
                <a:path w="41100" h="17435">
                  <a:moveTo>
                    <a:pt x="0" y="17435"/>
                  </a:moveTo>
                  <a:lnTo>
                    <a:pt x="41100" y="0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89" name="Input_receptor__988">
              <a:extLst>
                <a:ext uri="{FF2B5EF4-FFF2-40B4-BE49-F238E27FC236}">
                  <a16:creationId xmlns:a16="http://schemas.microsoft.com/office/drawing/2014/main" id="{50B9790E-150D-BE00-CF22-F77A9C53034D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9284" cy="20247"/>
            </a:xfrm>
            <a:custGeom>
              <a:avLst/>
              <a:gdLst/>
              <a:ahLst/>
              <a:cxnLst/>
              <a:rect l="0" t="0" r="0" b="0"/>
              <a:pathLst>
                <a:path w="9284" h="20247">
                  <a:moveTo>
                    <a:pt x="9284" y="202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0" name="Input_receptor__989">
              <a:extLst>
                <a:ext uri="{FF2B5EF4-FFF2-40B4-BE49-F238E27FC236}">
                  <a16:creationId xmlns:a16="http://schemas.microsoft.com/office/drawing/2014/main" id="{E10851E9-12AD-FFA7-5022-4D5DD0BAA22C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4324"/>
              <a:ext cx="8661" cy="6198"/>
            </a:xfrm>
            <a:custGeom>
              <a:avLst/>
              <a:gdLst/>
              <a:ahLst/>
              <a:cxnLst/>
              <a:rect l="0" t="0" r="0" b="0"/>
              <a:pathLst>
                <a:path w="8661" h="6198">
                  <a:moveTo>
                    <a:pt x="0" y="6198"/>
                  </a:moveTo>
                  <a:lnTo>
                    <a:pt x="8661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1" name="Input_receptor__990">
              <a:extLst>
                <a:ext uri="{FF2B5EF4-FFF2-40B4-BE49-F238E27FC236}">
                  <a16:creationId xmlns:a16="http://schemas.microsoft.com/office/drawing/2014/main" id="{82A5ECD2-2103-332C-4575-F56A1E456BA0}"/>
                </a:ext>
              </a:extLst>
            </p:cNvPr>
            <p:cNvSpPr>
              <a:spLocks noGrp="1"/>
            </p:cNvSpPr>
            <p:nvPr/>
          </p:nvSpPr>
          <p:spPr>
            <a:xfrm>
              <a:off x="1467691" y="4971407"/>
              <a:ext cx="14517" cy="2319"/>
            </a:xfrm>
            <a:custGeom>
              <a:avLst/>
              <a:gdLst/>
              <a:ahLst/>
              <a:cxnLst/>
              <a:rect l="0" t="0" r="0" b="0"/>
              <a:pathLst>
                <a:path w="14517" h="2319">
                  <a:moveTo>
                    <a:pt x="0" y="0"/>
                  </a:moveTo>
                  <a:lnTo>
                    <a:pt x="14517" y="2319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2" name="Input_receptor__991">
              <a:extLst>
                <a:ext uri="{FF2B5EF4-FFF2-40B4-BE49-F238E27FC236}">
                  <a16:creationId xmlns:a16="http://schemas.microsoft.com/office/drawing/2014/main" id="{C82E7EB5-6723-84B3-367C-44CE2035086F}"/>
                </a:ext>
              </a:extLst>
            </p:cNvPr>
            <p:cNvSpPr>
              <a:spLocks noGrp="1"/>
            </p:cNvSpPr>
            <p:nvPr/>
          </p:nvSpPr>
          <p:spPr>
            <a:xfrm>
              <a:off x="1554920" y="4309005"/>
              <a:ext cx="39834" cy="1718"/>
            </a:xfrm>
            <a:custGeom>
              <a:avLst/>
              <a:gdLst/>
              <a:ahLst/>
              <a:cxnLst/>
              <a:rect l="0" t="0" r="0" b="0"/>
              <a:pathLst>
                <a:path w="39834" h="1718">
                  <a:moveTo>
                    <a:pt x="39834" y="17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3" name="Input_receptor__992">
              <a:extLst>
                <a:ext uri="{FF2B5EF4-FFF2-40B4-BE49-F238E27FC236}">
                  <a16:creationId xmlns:a16="http://schemas.microsoft.com/office/drawing/2014/main" id="{A62343DB-8362-528B-9190-2349526B69AF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83215"/>
              <a:ext cx="35815" cy="29731"/>
            </a:xfrm>
            <a:custGeom>
              <a:avLst/>
              <a:gdLst/>
              <a:ahLst/>
              <a:cxnLst/>
              <a:rect l="0" t="0" r="0" b="0"/>
              <a:pathLst>
                <a:path w="35815" h="29731">
                  <a:moveTo>
                    <a:pt x="0" y="0"/>
                  </a:moveTo>
                  <a:lnTo>
                    <a:pt x="35815" y="29731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4" name="Input_receptor__993">
              <a:extLst>
                <a:ext uri="{FF2B5EF4-FFF2-40B4-BE49-F238E27FC236}">
                  <a16:creationId xmlns:a16="http://schemas.microsoft.com/office/drawing/2014/main" id="{63833280-3C6A-E828-7E2A-22A92ECECF60}"/>
                </a:ext>
              </a:extLst>
            </p:cNvPr>
            <p:cNvSpPr>
              <a:spLocks noGrp="1"/>
            </p:cNvSpPr>
            <p:nvPr/>
          </p:nvSpPr>
          <p:spPr>
            <a:xfrm>
              <a:off x="1000988" y="4327212"/>
              <a:ext cx="9953" cy="3529"/>
            </a:xfrm>
            <a:custGeom>
              <a:avLst/>
              <a:gdLst/>
              <a:ahLst/>
              <a:cxnLst/>
              <a:rect l="0" t="0" r="0" b="0"/>
              <a:pathLst>
                <a:path w="9953" h="3529">
                  <a:moveTo>
                    <a:pt x="9953" y="0"/>
                  </a:moveTo>
                  <a:lnTo>
                    <a:pt x="0" y="3529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5" name="Input_receptor__994">
              <a:extLst>
                <a:ext uri="{FF2B5EF4-FFF2-40B4-BE49-F238E27FC236}">
                  <a16:creationId xmlns:a16="http://schemas.microsoft.com/office/drawing/2014/main" id="{7B5146A2-EFD5-D18E-E683-379927E925C3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29994"/>
              <a:ext cx="13806" cy="42525"/>
            </a:xfrm>
            <a:custGeom>
              <a:avLst/>
              <a:gdLst/>
              <a:ahLst/>
              <a:cxnLst/>
              <a:rect l="0" t="0" r="0" b="0"/>
              <a:pathLst>
                <a:path w="13806" h="42525">
                  <a:moveTo>
                    <a:pt x="0" y="42525"/>
                  </a:moveTo>
                  <a:lnTo>
                    <a:pt x="1380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6" name="Input_receptor__995">
              <a:extLst>
                <a:ext uri="{FF2B5EF4-FFF2-40B4-BE49-F238E27FC236}">
                  <a16:creationId xmlns:a16="http://schemas.microsoft.com/office/drawing/2014/main" id="{3729FEFB-73F7-4B54-BD76-5EA62E86EE97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37502"/>
              <a:ext cx="12516" cy="14871"/>
            </a:xfrm>
            <a:custGeom>
              <a:avLst/>
              <a:gdLst/>
              <a:ahLst/>
              <a:cxnLst/>
              <a:rect l="0" t="0" r="0" b="0"/>
              <a:pathLst>
                <a:path w="12516" h="14871">
                  <a:moveTo>
                    <a:pt x="0" y="14871"/>
                  </a:moveTo>
                  <a:lnTo>
                    <a:pt x="1251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7" name="Input_receptor__996">
              <a:extLst>
                <a:ext uri="{FF2B5EF4-FFF2-40B4-BE49-F238E27FC236}">
                  <a16:creationId xmlns:a16="http://schemas.microsoft.com/office/drawing/2014/main" id="{4E86E2FC-F653-1910-3BB9-21EA676D259E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12945"/>
              <a:ext cx="8428" cy="46412"/>
            </a:xfrm>
            <a:custGeom>
              <a:avLst/>
              <a:gdLst/>
              <a:ahLst/>
              <a:cxnLst/>
              <a:rect l="0" t="0" r="0" b="0"/>
              <a:pathLst>
                <a:path w="8428" h="46412">
                  <a:moveTo>
                    <a:pt x="8428" y="0"/>
                  </a:moveTo>
                  <a:lnTo>
                    <a:pt x="0" y="46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8" name="Input_receptor__997">
              <a:extLst>
                <a:ext uri="{FF2B5EF4-FFF2-40B4-BE49-F238E27FC236}">
                  <a16:creationId xmlns:a16="http://schemas.microsoft.com/office/drawing/2014/main" id="{4FAC0B24-584F-2866-D6DB-5CFE367ADED9}"/>
                </a:ext>
              </a:extLst>
            </p:cNvPr>
            <p:cNvSpPr>
              <a:spLocks noGrp="1"/>
            </p:cNvSpPr>
            <p:nvPr/>
          </p:nvSpPr>
          <p:spPr>
            <a:xfrm>
              <a:off x="1176760" y="4249244"/>
              <a:ext cx="23879" cy="12412"/>
            </a:xfrm>
            <a:custGeom>
              <a:avLst/>
              <a:gdLst/>
              <a:ahLst/>
              <a:cxnLst/>
              <a:rect l="0" t="0" r="0" b="0"/>
              <a:pathLst>
                <a:path w="23879" h="12412">
                  <a:moveTo>
                    <a:pt x="23879" y="0"/>
                  </a:moveTo>
                  <a:lnTo>
                    <a:pt x="0" y="12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9" name="Input_receptor__998">
              <a:extLst>
                <a:ext uri="{FF2B5EF4-FFF2-40B4-BE49-F238E27FC236}">
                  <a16:creationId xmlns:a16="http://schemas.microsoft.com/office/drawing/2014/main" id="{B3139A7E-6D3D-45AF-7E3D-EC2C421C0839}"/>
                </a:ext>
              </a:extLst>
            </p:cNvPr>
            <p:cNvSpPr>
              <a:spLocks noGrp="1"/>
            </p:cNvSpPr>
            <p:nvPr/>
          </p:nvSpPr>
          <p:spPr>
            <a:xfrm>
              <a:off x="1551999" y="4741769"/>
              <a:ext cx="30115" cy="3172"/>
            </a:xfrm>
            <a:custGeom>
              <a:avLst/>
              <a:gdLst/>
              <a:ahLst/>
              <a:cxnLst/>
              <a:rect l="0" t="0" r="0" b="0"/>
              <a:pathLst>
                <a:path w="30115" h="3172">
                  <a:moveTo>
                    <a:pt x="30115" y="0"/>
                  </a:moveTo>
                  <a:lnTo>
                    <a:pt x="0" y="317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000" name="Input_receptor__999">
              <a:extLst>
                <a:ext uri="{FF2B5EF4-FFF2-40B4-BE49-F238E27FC236}">
                  <a16:creationId xmlns:a16="http://schemas.microsoft.com/office/drawing/2014/main" id="{201B9072-3B83-0928-A4EF-44FDB2BA67BA}"/>
                </a:ext>
              </a:extLst>
            </p:cNvPr>
            <p:cNvSpPr>
              <a:spLocks noGrp="1"/>
            </p:cNvSpPr>
            <p:nvPr/>
          </p:nvSpPr>
          <p:spPr>
            <a:xfrm>
              <a:off x="1209714" y="4574231"/>
              <a:ext cx="43731" cy="17286"/>
            </a:xfrm>
            <a:custGeom>
              <a:avLst/>
              <a:gdLst/>
              <a:ahLst/>
              <a:cxnLst/>
              <a:rect l="0" t="0" r="0" b="0"/>
              <a:pathLst>
                <a:path w="43731" h="17286">
                  <a:moveTo>
                    <a:pt x="43731" y="0"/>
                  </a:moveTo>
                  <a:lnTo>
                    <a:pt x="0" y="17286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1" name="Input_receptor__1000">
              <a:extLst>
                <a:ext uri="{FF2B5EF4-FFF2-40B4-BE49-F238E27FC236}">
                  <a16:creationId xmlns:a16="http://schemas.microsoft.com/office/drawing/2014/main" id="{EC675702-67DB-9C14-92C3-1CAB177D5F9A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0595"/>
              <a:ext cx="38847" cy="22146"/>
            </a:xfrm>
            <a:custGeom>
              <a:avLst/>
              <a:gdLst/>
              <a:ahLst/>
              <a:cxnLst/>
              <a:rect l="0" t="0" r="0" b="0"/>
              <a:pathLst>
                <a:path w="38847" h="22146">
                  <a:moveTo>
                    <a:pt x="0" y="22146"/>
                  </a:moveTo>
                  <a:lnTo>
                    <a:pt x="3884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2" name="Input_receptor__1001">
              <a:extLst>
                <a:ext uri="{FF2B5EF4-FFF2-40B4-BE49-F238E27FC236}">
                  <a16:creationId xmlns:a16="http://schemas.microsoft.com/office/drawing/2014/main" id="{7DC700A0-4A36-0C8A-C4CC-B2BA85A1B5B5}"/>
                </a:ext>
              </a:extLst>
            </p:cNvPr>
            <p:cNvSpPr>
              <a:spLocks noGrp="1"/>
            </p:cNvSpPr>
            <p:nvPr/>
          </p:nvSpPr>
          <p:spPr>
            <a:xfrm>
              <a:off x="1236621" y="4415774"/>
              <a:ext cx="43487" cy="13364"/>
            </a:xfrm>
            <a:custGeom>
              <a:avLst/>
              <a:gdLst/>
              <a:ahLst/>
              <a:cxnLst/>
              <a:rect l="0" t="0" r="0" b="0"/>
              <a:pathLst>
                <a:path w="43487" h="13364">
                  <a:moveTo>
                    <a:pt x="0" y="13364"/>
                  </a:moveTo>
                  <a:lnTo>
                    <a:pt x="4348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3" name="Input_receptor__1002">
              <a:extLst>
                <a:ext uri="{FF2B5EF4-FFF2-40B4-BE49-F238E27FC236}">
                  <a16:creationId xmlns:a16="http://schemas.microsoft.com/office/drawing/2014/main" id="{6375DE1A-54B2-3AB5-8B00-3E15040DCDF0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684054"/>
              <a:ext cx="21718" cy="16963"/>
            </a:xfrm>
            <a:custGeom>
              <a:avLst/>
              <a:gdLst/>
              <a:ahLst/>
              <a:cxnLst/>
              <a:rect l="0" t="0" r="0" b="0"/>
              <a:pathLst>
                <a:path w="21718" h="16963">
                  <a:moveTo>
                    <a:pt x="21718" y="0"/>
                  </a:moveTo>
                  <a:lnTo>
                    <a:pt x="0" y="16963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04" name="Input_receptor__1003">
              <a:extLst>
                <a:ext uri="{FF2B5EF4-FFF2-40B4-BE49-F238E27FC236}">
                  <a16:creationId xmlns:a16="http://schemas.microsoft.com/office/drawing/2014/main" id="{283B7876-4AE4-962A-512E-BE72C7678BD8}"/>
                </a:ext>
              </a:extLst>
            </p:cNvPr>
            <p:cNvSpPr>
              <a:spLocks noGrp="1"/>
            </p:cNvSpPr>
            <p:nvPr/>
          </p:nvSpPr>
          <p:spPr>
            <a:xfrm>
              <a:off x="1563823" y="4798679"/>
              <a:ext cx="46193" cy="11866"/>
            </a:xfrm>
            <a:custGeom>
              <a:avLst/>
              <a:gdLst/>
              <a:ahLst/>
              <a:cxnLst/>
              <a:rect l="0" t="0" r="0" b="0"/>
              <a:pathLst>
                <a:path w="46193" h="11866">
                  <a:moveTo>
                    <a:pt x="0" y="0"/>
                  </a:moveTo>
                  <a:lnTo>
                    <a:pt x="46193" y="11866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5" name="Input_receptor__1004">
              <a:extLst>
                <a:ext uri="{FF2B5EF4-FFF2-40B4-BE49-F238E27FC236}">
                  <a16:creationId xmlns:a16="http://schemas.microsoft.com/office/drawing/2014/main" id="{426027FE-31D2-4D35-DF06-C02C5DE4DA92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510789"/>
              <a:ext cx="1899" cy="26892"/>
            </a:xfrm>
            <a:custGeom>
              <a:avLst/>
              <a:gdLst/>
              <a:ahLst/>
              <a:cxnLst/>
              <a:rect l="0" t="0" r="0" b="0"/>
              <a:pathLst>
                <a:path w="1899" h="26892">
                  <a:moveTo>
                    <a:pt x="1899" y="268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6" name="Input_receptor__1005">
              <a:extLst>
                <a:ext uri="{FF2B5EF4-FFF2-40B4-BE49-F238E27FC236}">
                  <a16:creationId xmlns:a16="http://schemas.microsoft.com/office/drawing/2014/main" id="{1958DA11-C84B-8EFC-4ABF-0BF390F9C47A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309005"/>
              <a:ext cx="29330" cy="9134"/>
            </a:xfrm>
            <a:custGeom>
              <a:avLst/>
              <a:gdLst/>
              <a:ahLst/>
              <a:cxnLst/>
              <a:rect l="0" t="0" r="0" b="0"/>
              <a:pathLst>
                <a:path w="29330" h="9134">
                  <a:moveTo>
                    <a:pt x="29330" y="0"/>
                  </a:moveTo>
                  <a:lnTo>
                    <a:pt x="0" y="913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7" name="Input_receptor__1006">
              <a:extLst>
                <a:ext uri="{FF2B5EF4-FFF2-40B4-BE49-F238E27FC236}">
                  <a16:creationId xmlns:a16="http://schemas.microsoft.com/office/drawing/2014/main" id="{441D7688-9F2F-DA67-D6C1-8750635577BA}"/>
                </a:ext>
              </a:extLst>
            </p:cNvPr>
            <p:cNvSpPr>
              <a:spLocks noGrp="1"/>
            </p:cNvSpPr>
            <p:nvPr/>
          </p:nvSpPr>
          <p:spPr>
            <a:xfrm>
              <a:off x="1497558" y="4253675"/>
              <a:ext cx="46167" cy="8731"/>
            </a:xfrm>
            <a:custGeom>
              <a:avLst/>
              <a:gdLst/>
              <a:ahLst/>
              <a:cxnLst/>
              <a:rect l="0" t="0" r="0" b="0"/>
              <a:pathLst>
                <a:path w="46167" h="8731">
                  <a:moveTo>
                    <a:pt x="46167" y="0"/>
                  </a:moveTo>
                  <a:lnTo>
                    <a:pt x="0" y="873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8" name="Input_receptor__1007">
              <a:extLst>
                <a:ext uri="{FF2B5EF4-FFF2-40B4-BE49-F238E27FC236}">
                  <a16:creationId xmlns:a16="http://schemas.microsoft.com/office/drawing/2014/main" id="{2F387905-06FE-7899-7808-6C84B11080BB}"/>
                </a:ext>
              </a:extLst>
            </p:cNvPr>
            <p:cNvSpPr>
              <a:spLocks noGrp="1"/>
            </p:cNvSpPr>
            <p:nvPr/>
          </p:nvSpPr>
          <p:spPr>
            <a:xfrm>
              <a:off x="1205195" y="4819753"/>
              <a:ext cx="27524" cy="37779"/>
            </a:xfrm>
            <a:custGeom>
              <a:avLst/>
              <a:gdLst/>
              <a:ahLst/>
              <a:cxnLst/>
              <a:rect l="0" t="0" r="0" b="0"/>
              <a:pathLst>
                <a:path w="27524" h="37779">
                  <a:moveTo>
                    <a:pt x="27524" y="0"/>
                  </a:moveTo>
                  <a:lnTo>
                    <a:pt x="0" y="3777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9" name="Input_receptor__1008">
              <a:extLst>
                <a:ext uri="{FF2B5EF4-FFF2-40B4-BE49-F238E27FC236}">
                  <a16:creationId xmlns:a16="http://schemas.microsoft.com/office/drawing/2014/main" id="{3AF82429-5A46-CABD-9BFF-4E7D44DBF8E5}"/>
                </a:ext>
              </a:extLst>
            </p:cNvPr>
            <p:cNvSpPr>
              <a:spLocks noGrp="1"/>
            </p:cNvSpPr>
            <p:nvPr/>
          </p:nvSpPr>
          <p:spPr>
            <a:xfrm>
              <a:off x="1665161" y="5111871"/>
              <a:ext cx="43552" cy="4362"/>
            </a:xfrm>
            <a:custGeom>
              <a:avLst/>
              <a:gdLst/>
              <a:ahLst/>
              <a:cxnLst/>
              <a:rect l="0" t="0" r="0" b="0"/>
              <a:pathLst>
                <a:path w="43552" h="4362">
                  <a:moveTo>
                    <a:pt x="43552" y="4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0" name="Input_receptor__1009">
              <a:extLst>
                <a:ext uri="{FF2B5EF4-FFF2-40B4-BE49-F238E27FC236}">
                  <a16:creationId xmlns:a16="http://schemas.microsoft.com/office/drawing/2014/main" id="{59FEF106-C5FD-8944-7A64-0537230DFB74}"/>
                </a:ext>
              </a:extLst>
            </p:cNvPr>
            <p:cNvSpPr>
              <a:spLocks noGrp="1"/>
            </p:cNvSpPr>
            <p:nvPr/>
          </p:nvSpPr>
          <p:spPr>
            <a:xfrm>
              <a:off x="1802402" y="5172820"/>
              <a:ext cx="37996" cy="18661"/>
            </a:xfrm>
            <a:custGeom>
              <a:avLst/>
              <a:gdLst/>
              <a:ahLst/>
              <a:cxnLst/>
              <a:rect l="0" t="0" r="0" b="0"/>
              <a:pathLst>
                <a:path w="37996" h="18661">
                  <a:moveTo>
                    <a:pt x="37996" y="18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1" name="Input_receptor__1010">
              <a:extLst>
                <a:ext uri="{FF2B5EF4-FFF2-40B4-BE49-F238E27FC236}">
                  <a16:creationId xmlns:a16="http://schemas.microsoft.com/office/drawing/2014/main" id="{D8AA0131-937B-AADC-CA02-ED5F87235453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2760" cy="44784"/>
            </a:xfrm>
            <a:custGeom>
              <a:avLst/>
              <a:gdLst/>
              <a:ahLst/>
              <a:cxnLst/>
              <a:rect l="0" t="0" r="0" b="0"/>
              <a:pathLst>
                <a:path w="2760" h="44784">
                  <a:moveTo>
                    <a:pt x="0" y="0"/>
                  </a:moveTo>
                  <a:lnTo>
                    <a:pt x="2760" y="44784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2" name="Input_receptor__1011">
              <a:extLst>
                <a:ext uri="{FF2B5EF4-FFF2-40B4-BE49-F238E27FC236}">
                  <a16:creationId xmlns:a16="http://schemas.microsoft.com/office/drawing/2014/main" id="{B5AB245F-930A-58C4-09F0-8A79FADE0DCA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4858"/>
              <a:ext cx="10743" cy="2919"/>
            </a:xfrm>
            <a:custGeom>
              <a:avLst/>
              <a:gdLst/>
              <a:ahLst/>
              <a:cxnLst/>
              <a:rect l="0" t="0" r="0" b="0"/>
              <a:pathLst>
                <a:path w="10743" h="2919">
                  <a:moveTo>
                    <a:pt x="0" y="2919"/>
                  </a:moveTo>
                  <a:lnTo>
                    <a:pt x="10743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3" name="Input_receptor__1012">
              <a:extLst>
                <a:ext uri="{FF2B5EF4-FFF2-40B4-BE49-F238E27FC236}">
                  <a16:creationId xmlns:a16="http://schemas.microsoft.com/office/drawing/2014/main" id="{1633D82E-DEC3-D106-4ADC-CF9F1A39CB66}"/>
                </a:ext>
              </a:extLst>
            </p:cNvPr>
            <p:cNvSpPr>
              <a:spLocks noGrp="1"/>
            </p:cNvSpPr>
            <p:nvPr/>
          </p:nvSpPr>
          <p:spPr>
            <a:xfrm>
              <a:off x="1433822" y="5093118"/>
              <a:ext cx="44280" cy="18336"/>
            </a:xfrm>
            <a:custGeom>
              <a:avLst/>
              <a:gdLst/>
              <a:ahLst/>
              <a:cxnLst/>
              <a:rect l="0" t="0" r="0" b="0"/>
              <a:pathLst>
                <a:path w="44280" h="18336">
                  <a:moveTo>
                    <a:pt x="44280" y="183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4" name="Input_receptor__1013">
              <a:extLst>
                <a:ext uri="{FF2B5EF4-FFF2-40B4-BE49-F238E27FC236}">
                  <a16:creationId xmlns:a16="http://schemas.microsoft.com/office/drawing/2014/main" id="{94409E27-F3F0-EC5C-8566-833CE49D58EA}"/>
                </a:ext>
              </a:extLst>
            </p:cNvPr>
            <p:cNvSpPr>
              <a:spLocks noGrp="1"/>
            </p:cNvSpPr>
            <p:nvPr/>
          </p:nvSpPr>
          <p:spPr>
            <a:xfrm>
              <a:off x="999442" y="4475730"/>
              <a:ext cx="34051" cy="178"/>
            </a:xfrm>
            <a:custGeom>
              <a:avLst/>
              <a:gdLst/>
              <a:ahLst/>
              <a:cxnLst/>
              <a:rect l="0" t="0" r="0" b="0"/>
              <a:pathLst>
                <a:path w="34051" h="178">
                  <a:moveTo>
                    <a:pt x="0" y="178"/>
                  </a:moveTo>
                  <a:lnTo>
                    <a:pt x="34051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5" name="Input_receptor__1014">
              <a:extLst>
                <a:ext uri="{FF2B5EF4-FFF2-40B4-BE49-F238E27FC236}">
                  <a16:creationId xmlns:a16="http://schemas.microsoft.com/office/drawing/2014/main" id="{AA2B2CA1-9359-F0B1-63BB-263F49ABA0B8}"/>
                </a:ext>
              </a:extLst>
            </p:cNvPr>
            <p:cNvSpPr>
              <a:spLocks noGrp="1"/>
            </p:cNvSpPr>
            <p:nvPr/>
          </p:nvSpPr>
          <p:spPr>
            <a:xfrm>
              <a:off x="1213460" y="5026335"/>
              <a:ext cx="9707" cy="12954"/>
            </a:xfrm>
            <a:custGeom>
              <a:avLst/>
              <a:gdLst/>
              <a:ahLst/>
              <a:cxnLst/>
              <a:rect l="0" t="0" r="0" b="0"/>
              <a:pathLst>
                <a:path w="9707" h="12954">
                  <a:moveTo>
                    <a:pt x="0" y="0"/>
                  </a:moveTo>
                  <a:lnTo>
                    <a:pt x="9707" y="1295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6" name="Input_receptor__1015">
              <a:extLst>
                <a:ext uri="{FF2B5EF4-FFF2-40B4-BE49-F238E27FC236}">
                  <a16:creationId xmlns:a16="http://schemas.microsoft.com/office/drawing/2014/main" id="{07E7A847-406C-3AFB-FA3F-8E5CCD4CA6D6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17234"/>
              <a:ext cx="22059" cy="37784"/>
            </a:xfrm>
            <a:custGeom>
              <a:avLst/>
              <a:gdLst/>
              <a:ahLst/>
              <a:cxnLst/>
              <a:rect l="0" t="0" r="0" b="0"/>
              <a:pathLst>
                <a:path w="22059" h="37784">
                  <a:moveTo>
                    <a:pt x="0" y="37784"/>
                  </a:moveTo>
                  <a:lnTo>
                    <a:pt x="2205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7" name="Input_receptor__1016">
              <a:extLst>
                <a:ext uri="{FF2B5EF4-FFF2-40B4-BE49-F238E27FC236}">
                  <a16:creationId xmlns:a16="http://schemas.microsoft.com/office/drawing/2014/main" id="{4E653DAE-393D-0C60-BD32-90B35868C548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1359"/>
              <a:ext cx="41728" cy="3303"/>
            </a:xfrm>
            <a:custGeom>
              <a:avLst/>
              <a:gdLst/>
              <a:ahLst/>
              <a:cxnLst/>
              <a:rect l="0" t="0" r="0" b="0"/>
              <a:pathLst>
                <a:path w="41728" h="3303">
                  <a:moveTo>
                    <a:pt x="0" y="3303"/>
                  </a:moveTo>
                  <a:lnTo>
                    <a:pt x="41728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8" name="Input_receptor__1017">
              <a:extLst>
                <a:ext uri="{FF2B5EF4-FFF2-40B4-BE49-F238E27FC236}">
                  <a16:creationId xmlns:a16="http://schemas.microsoft.com/office/drawing/2014/main" id="{E5FA8872-528C-92EF-4069-7C0E9472AD2F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64"/>
              <a:ext cx="18245" cy="9267"/>
            </a:xfrm>
            <a:custGeom>
              <a:avLst/>
              <a:gdLst/>
              <a:ahLst/>
              <a:cxnLst/>
              <a:rect l="0" t="0" r="0" b="0"/>
              <a:pathLst>
                <a:path w="18245" h="9267">
                  <a:moveTo>
                    <a:pt x="0" y="9267"/>
                  </a:moveTo>
                  <a:lnTo>
                    <a:pt x="18245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9" name="Input_receptor__1018">
              <a:extLst>
                <a:ext uri="{FF2B5EF4-FFF2-40B4-BE49-F238E27FC236}">
                  <a16:creationId xmlns:a16="http://schemas.microsoft.com/office/drawing/2014/main" id="{29E566A1-A29C-3C72-F635-B716A7884327}"/>
                </a:ext>
              </a:extLst>
            </p:cNvPr>
            <p:cNvSpPr>
              <a:spLocks noGrp="1"/>
            </p:cNvSpPr>
            <p:nvPr/>
          </p:nvSpPr>
          <p:spPr>
            <a:xfrm>
              <a:off x="1161463" y="4415564"/>
              <a:ext cx="3229" cy="32923"/>
            </a:xfrm>
            <a:custGeom>
              <a:avLst/>
              <a:gdLst/>
              <a:ahLst/>
              <a:cxnLst/>
              <a:rect l="0" t="0" r="0" b="0"/>
              <a:pathLst>
                <a:path w="3229" h="32923">
                  <a:moveTo>
                    <a:pt x="0" y="32923"/>
                  </a:moveTo>
                  <a:lnTo>
                    <a:pt x="322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0" name="Input_receptor__1019">
              <a:extLst>
                <a:ext uri="{FF2B5EF4-FFF2-40B4-BE49-F238E27FC236}">
                  <a16:creationId xmlns:a16="http://schemas.microsoft.com/office/drawing/2014/main" id="{F0D63493-01A1-28CD-D81B-B9C398F40807}"/>
                </a:ext>
              </a:extLst>
            </p:cNvPr>
            <p:cNvSpPr>
              <a:spLocks noGrp="1"/>
            </p:cNvSpPr>
            <p:nvPr/>
          </p:nvSpPr>
          <p:spPr>
            <a:xfrm>
              <a:off x="1640072" y="5260595"/>
              <a:ext cx="28347" cy="20832"/>
            </a:xfrm>
            <a:custGeom>
              <a:avLst/>
              <a:gdLst/>
              <a:ahLst/>
              <a:cxnLst/>
              <a:rect l="0" t="0" r="0" b="0"/>
              <a:pathLst>
                <a:path w="28347" h="20832">
                  <a:moveTo>
                    <a:pt x="0" y="0"/>
                  </a:moveTo>
                  <a:lnTo>
                    <a:pt x="28347" y="2083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1" name="Input_receptor__1020">
              <a:extLst>
                <a:ext uri="{FF2B5EF4-FFF2-40B4-BE49-F238E27FC236}">
                  <a16:creationId xmlns:a16="http://schemas.microsoft.com/office/drawing/2014/main" id="{2ED7CC68-97C4-EA05-02FA-4DD7769DC5B2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89704"/>
              <a:ext cx="10007" cy="200"/>
            </a:xfrm>
            <a:custGeom>
              <a:avLst/>
              <a:gdLst/>
              <a:ahLst/>
              <a:cxnLst/>
              <a:rect l="0" t="0" r="0" b="0"/>
              <a:pathLst>
                <a:path w="10007" h="200">
                  <a:moveTo>
                    <a:pt x="0" y="0"/>
                  </a:moveTo>
                  <a:lnTo>
                    <a:pt x="10007" y="2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2" name="Input_receptor__1021">
              <a:extLst>
                <a:ext uri="{FF2B5EF4-FFF2-40B4-BE49-F238E27FC236}">
                  <a16:creationId xmlns:a16="http://schemas.microsoft.com/office/drawing/2014/main" id="{4BDE82D0-1BEF-CB0D-50E4-FFE6D4AD142F}"/>
                </a:ext>
              </a:extLst>
            </p:cNvPr>
            <p:cNvSpPr>
              <a:spLocks noGrp="1"/>
            </p:cNvSpPr>
            <p:nvPr/>
          </p:nvSpPr>
          <p:spPr>
            <a:xfrm>
              <a:off x="1594753" y="4273901"/>
              <a:ext cx="31046" cy="36822"/>
            </a:xfrm>
            <a:custGeom>
              <a:avLst/>
              <a:gdLst/>
              <a:ahLst/>
              <a:cxnLst/>
              <a:rect l="0" t="0" r="0" b="0"/>
              <a:pathLst>
                <a:path w="31046" h="36822">
                  <a:moveTo>
                    <a:pt x="31046" y="0"/>
                  </a:moveTo>
                  <a:lnTo>
                    <a:pt x="0" y="3682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3" name="Input_receptor__1022">
              <a:extLst>
                <a:ext uri="{FF2B5EF4-FFF2-40B4-BE49-F238E27FC236}">
                  <a16:creationId xmlns:a16="http://schemas.microsoft.com/office/drawing/2014/main" id="{43D65995-DF9B-88F0-3785-352B74BC3C38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37416"/>
              <a:ext cx="20986" cy="38511"/>
            </a:xfrm>
            <a:custGeom>
              <a:avLst/>
              <a:gdLst/>
              <a:ahLst/>
              <a:cxnLst/>
              <a:rect l="0" t="0" r="0" b="0"/>
              <a:pathLst>
                <a:path w="20986" h="38511">
                  <a:moveTo>
                    <a:pt x="0" y="38511"/>
                  </a:moveTo>
                  <a:lnTo>
                    <a:pt x="20986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4" name="Input_receptor__1023">
              <a:extLst>
                <a:ext uri="{FF2B5EF4-FFF2-40B4-BE49-F238E27FC236}">
                  <a16:creationId xmlns:a16="http://schemas.microsoft.com/office/drawing/2014/main" id="{14960E33-EF61-48A9-1950-2BA0B02261C1}"/>
                </a:ext>
              </a:extLst>
            </p:cNvPr>
            <p:cNvSpPr>
              <a:spLocks noGrp="1"/>
            </p:cNvSpPr>
            <p:nvPr/>
          </p:nvSpPr>
          <p:spPr>
            <a:xfrm>
              <a:off x="1143432" y="5537416"/>
              <a:ext cx="42729" cy="8100"/>
            </a:xfrm>
            <a:custGeom>
              <a:avLst/>
              <a:gdLst/>
              <a:ahLst/>
              <a:cxnLst/>
              <a:rect l="0" t="0" r="0" b="0"/>
              <a:pathLst>
                <a:path w="42729" h="8100">
                  <a:moveTo>
                    <a:pt x="0" y="0"/>
                  </a:moveTo>
                  <a:lnTo>
                    <a:pt x="42729" y="81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5" name="Input_receptor__1024">
              <a:extLst>
                <a:ext uri="{FF2B5EF4-FFF2-40B4-BE49-F238E27FC236}">
                  <a16:creationId xmlns:a16="http://schemas.microsoft.com/office/drawing/2014/main" id="{24FFF134-DDB4-B84C-2CC8-58CD832931E8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21843" cy="863"/>
            </a:xfrm>
            <a:custGeom>
              <a:avLst/>
              <a:gdLst/>
              <a:ahLst/>
              <a:cxnLst/>
              <a:rect l="0" t="0" r="0" b="0"/>
              <a:pathLst>
                <a:path w="21843" h="863">
                  <a:moveTo>
                    <a:pt x="21843" y="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6" name="Input_receptor__1025">
              <a:extLst>
                <a:ext uri="{FF2B5EF4-FFF2-40B4-BE49-F238E27FC236}">
                  <a16:creationId xmlns:a16="http://schemas.microsoft.com/office/drawing/2014/main" id="{6E4F0303-2775-8A39-2B3B-5834C90E9300}"/>
                </a:ext>
              </a:extLst>
            </p:cNvPr>
            <p:cNvSpPr>
              <a:spLocks noGrp="1"/>
            </p:cNvSpPr>
            <p:nvPr/>
          </p:nvSpPr>
          <p:spPr>
            <a:xfrm>
              <a:off x="1444679" y="4154378"/>
              <a:ext cx="43435" cy="19859"/>
            </a:xfrm>
            <a:custGeom>
              <a:avLst/>
              <a:gdLst/>
              <a:ahLst/>
              <a:cxnLst/>
              <a:rect l="0" t="0" r="0" b="0"/>
              <a:pathLst>
                <a:path w="43435" h="19859">
                  <a:moveTo>
                    <a:pt x="43435" y="0"/>
                  </a:moveTo>
                  <a:lnTo>
                    <a:pt x="0" y="1985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7" name="Input_receptor__1026">
              <a:extLst>
                <a:ext uri="{FF2B5EF4-FFF2-40B4-BE49-F238E27FC236}">
                  <a16:creationId xmlns:a16="http://schemas.microsoft.com/office/drawing/2014/main" id="{F67D08E8-1EAE-FA3B-93D2-414F65B13921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1871"/>
              <a:ext cx="18308" cy="29699"/>
            </a:xfrm>
            <a:custGeom>
              <a:avLst/>
              <a:gdLst/>
              <a:ahLst/>
              <a:cxnLst/>
              <a:rect l="0" t="0" r="0" b="0"/>
              <a:pathLst>
                <a:path w="18308" h="29699">
                  <a:moveTo>
                    <a:pt x="18308" y="0"/>
                  </a:moveTo>
                  <a:lnTo>
                    <a:pt x="0" y="2969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8" name="Input_receptor__1027">
              <a:extLst>
                <a:ext uri="{FF2B5EF4-FFF2-40B4-BE49-F238E27FC236}">
                  <a16:creationId xmlns:a16="http://schemas.microsoft.com/office/drawing/2014/main" id="{4AE31A01-BBDC-5B77-22B4-AEF863C07015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41827"/>
              <a:ext cx="34958" cy="28773"/>
            </a:xfrm>
            <a:custGeom>
              <a:avLst/>
              <a:gdLst/>
              <a:ahLst/>
              <a:cxnLst/>
              <a:rect l="0" t="0" r="0" b="0"/>
              <a:pathLst>
                <a:path w="34958" h="28773">
                  <a:moveTo>
                    <a:pt x="34958" y="0"/>
                  </a:moveTo>
                  <a:lnTo>
                    <a:pt x="0" y="28773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9" name="Input_receptor__1028">
              <a:extLst>
                <a:ext uri="{FF2B5EF4-FFF2-40B4-BE49-F238E27FC236}">
                  <a16:creationId xmlns:a16="http://schemas.microsoft.com/office/drawing/2014/main" id="{4C9294EA-DB06-5DF2-6305-466C2248A0EC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72820"/>
              <a:ext cx="30262" cy="10361"/>
            </a:xfrm>
            <a:custGeom>
              <a:avLst/>
              <a:gdLst/>
              <a:ahLst/>
              <a:cxnLst/>
              <a:rect l="0" t="0" r="0" b="0"/>
              <a:pathLst>
                <a:path w="30262" h="10361">
                  <a:moveTo>
                    <a:pt x="30262" y="0"/>
                  </a:moveTo>
                  <a:lnTo>
                    <a:pt x="0" y="1036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0" name="Input_receptor__1029">
              <a:extLst>
                <a:ext uri="{FF2B5EF4-FFF2-40B4-BE49-F238E27FC236}">
                  <a16:creationId xmlns:a16="http://schemas.microsoft.com/office/drawing/2014/main" id="{6876E660-A187-EBDB-F284-0C59C955A7DC}"/>
                </a:ext>
              </a:extLst>
            </p:cNvPr>
            <p:cNvSpPr>
              <a:spLocks noGrp="1"/>
            </p:cNvSpPr>
            <p:nvPr/>
          </p:nvSpPr>
          <p:spPr>
            <a:xfrm>
              <a:off x="1392076" y="4103416"/>
              <a:ext cx="27899" cy="34086"/>
            </a:xfrm>
            <a:custGeom>
              <a:avLst/>
              <a:gdLst/>
              <a:ahLst/>
              <a:cxnLst/>
              <a:rect l="0" t="0" r="0" b="0"/>
              <a:pathLst>
                <a:path w="27899" h="34086">
                  <a:moveTo>
                    <a:pt x="0" y="34086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1" name="Input_receptor__1030">
              <a:extLst>
                <a:ext uri="{FF2B5EF4-FFF2-40B4-BE49-F238E27FC236}">
                  <a16:creationId xmlns:a16="http://schemas.microsoft.com/office/drawing/2014/main" id="{77EC2EFB-0308-C787-9106-1ACCB6C86E7B}"/>
                </a:ext>
              </a:extLst>
            </p:cNvPr>
            <p:cNvSpPr>
              <a:spLocks noGrp="1"/>
            </p:cNvSpPr>
            <p:nvPr/>
          </p:nvSpPr>
          <p:spPr>
            <a:xfrm>
              <a:off x="1610016" y="4770893"/>
              <a:ext cx="15118" cy="39652"/>
            </a:xfrm>
            <a:custGeom>
              <a:avLst/>
              <a:gdLst/>
              <a:ahLst/>
              <a:cxnLst/>
              <a:rect l="0" t="0" r="0" b="0"/>
              <a:pathLst>
                <a:path w="15118" h="39652">
                  <a:moveTo>
                    <a:pt x="0" y="39652"/>
                  </a:moveTo>
                  <a:lnTo>
                    <a:pt x="15118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2" name="Input_receptor__1031">
              <a:extLst>
                <a:ext uri="{FF2B5EF4-FFF2-40B4-BE49-F238E27FC236}">
                  <a16:creationId xmlns:a16="http://schemas.microsoft.com/office/drawing/2014/main" id="{240CB101-C5C3-EF19-25CA-9C17A061674A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2928"/>
              <a:ext cx="2013" cy="1174"/>
            </a:xfrm>
            <a:custGeom>
              <a:avLst/>
              <a:gdLst/>
              <a:ahLst/>
              <a:cxnLst/>
              <a:rect l="0" t="0" r="0" b="0"/>
              <a:pathLst>
                <a:path w="2013" h="1174">
                  <a:moveTo>
                    <a:pt x="0" y="1174"/>
                  </a:moveTo>
                  <a:lnTo>
                    <a:pt x="201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3" name="Input_receptor__1032">
              <a:extLst>
                <a:ext uri="{FF2B5EF4-FFF2-40B4-BE49-F238E27FC236}">
                  <a16:creationId xmlns:a16="http://schemas.microsoft.com/office/drawing/2014/main" id="{8F1BF46C-852E-6361-F92C-DB6D4930F1D7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4258"/>
              <a:ext cx="9478" cy="2628"/>
            </a:xfrm>
            <a:custGeom>
              <a:avLst/>
              <a:gdLst/>
              <a:ahLst/>
              <a:cxnLst/>
              <a:rect l="0" t="0" r="0" b="0"/>
              <a:pathLst>
                <a:path w="9478" h="2628">
                  <a:moveTo>
                    <a:pt x="0" y="2628"/>
                  </a:moveTo>
                  <a:lnTo>
                    <a:pt x="9478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4" name="Input_receptor__1033">
              <a:extLst>
                <a:ext uri="{FF2B5EF4-FFF2-40B4-BE49-F238E27FC236}">
                  <a16:creationId xmlns:a16="http://schemas.microsoft.com/office/drawing/2014/main" id="{DA0575B0-8B29-1EA7-DAE0-210727964BA4}"/>
                </a:ext>
              </a:extLst>
            </p:cNvPr>
            <p:cNvSpPr>
              <a:spLocks noGrp="1"/>
            </p:cNvSpPr>
            <p:nvPr/>
          </p:nvSpPr>
          <p:spPr>
            <a:xfrm>
              <a:off x="1707050" y="5116233"/>
              <a:ext cx="1663" cy="48163"/>
            </a:xfrm>
            <a:custGeom>
              <a:avLst/>
              <a:gdLst/>
              <a:ahLst/>
              <a:cxnLst/>
              <a:rect l="0" t="0" r="0" b="0"/>
              <a:pathLst>
                <a:path w="1663" h="48163">
                  <a:moveTo>
                    <a:pt x="0" y="48163"/>
                  </a:moveTo>
                  <a:lnTo>
                    <a:pt x="166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5" name="Input_receptor__1034">
              <a:extLst>
                <a:ext uri="{FF2B5EF4-FFF2-40B4-BE49-F238E27FC236}">
                  <a16:creationId xmlns:a16="http://schemas.microsoft.com/office/drawing/2014/main" id="{A61DB5A7-CD79-C60F-F725-760C6B10282A}"/>
                </a:ext>
              </a:extLst>
            </p:cNvPr>
            <p:cNvSpPr>
              <a:spLocks noGrp="1"/>
            </p:cNvSpPr>
            <p:nvPr/>
          </p:nvSpPr>
          <p:spPr>
            <a:xfrm>
              <a:off x="1555235" y="4893378"/>
              <a:ext cx="21121" cy="30929"/>
            </a:xfrm>
            <a:custGeom>
              <a:avLst/>
              <a:gdLst/>
              <a:ahLst/>
              <a:cxnLst/>
              <a:rect l="0" t="0" r="0" b="0"/>
              <a:pathLst>
                <a:path w="21121" h="30929">
                  <a:moveTo>
                    <a:pt x="21121" y="309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6" name="Input_receptor__1035">
              <a:extLst>
                <a:ext uri="{FF2B5EF4-FFF2-40B4-BE49-F238E27FC236}">
                  <a16:creationId xmlns:a16="http://schemas.microsoft.com/office/drawing/2014/main" id="{410CFAFF-E76A-5A58-5FF4-D7DECC7146F7}"/>
                </a:ext>
              </a:extLst>
            </p:cNvPr>
            <p:cNvSpPr>
              <a:spLocks noGrp="1"/>
            </p:cNvSpPr>
            <p:nvPr/>
          </p:nvSpPr>
          <p:spPr>
            <a:xfrm>
              <a:off x="1184291" y="5545516"/>
              <a:ext cx="1870" cy="46990"/>
            </a:xfrm>
            <a:custGeom>
              <a:avLst/>
              <a:gdLst/>
              <a:ahLst/>
              <a:cxnLst/>
              <a:rect l="0" t="0" r="0" b="0"/>
              <a:pathLst>
                <a:path w="1870" h="46990">
                  <a:moveTo>
                    <a:pt x="1870" y="0"/>
                  </a:moveTo>
                  <a:lnTo>
                    <a:pt x="0" y="4699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7" name="Input_receptor__1036">
              <a:extLst>
                <a:ext uri="{FF2B5EF4-FFF2-40B4-BE49-F238E27FC236}">
                  <a16:creationId xmlns:a16="http://schemas.microsoft.com/office/drawing/2014/main" id="{83536672-CE70-16E8-94C9-0837C3AE054E}"/>
                </a:ext>
              </a:extLst>
            </p:cNvPr>
            <p:cNvSpPr>
              <a:spLocks noGrp="1"/>
            </p:cNvSpPr>
            <p:nvPr/>
          </p:nvSpPr>
          <p:spPr>
            <a:xfrm>
              <a:off x="1087499" y="4684054"/>
              <a:ext cx="43844" cy="12087"/>
            </a:xfrm>
            <a:custGeom>
              <a:avLst/>
              <a:gdLst/>
              <a:ahLst/>
              <a:cxnLst/>
              <a:rect l="0" t="0" r="0" b="0"/>
              <a:pathLst>
                <a:path w="43844" h="12087">
                  <a:moveTo>
                    <a:pt x="43844" y="120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38" name="Input_receptor__1037">
              <a:extLst>
                <a:ext uri="{FF2B5EF4-FFF2-40B4-BE49-F238E27FC236}">
                  <a16:creationId xmlns:a16="http://schemas.microsoft.com/office/drawing/2014/main" id="{97E276A9-02F3-9D18-4B5E-53A15A98F0BF}"/>
                </a:ext>
              </a:extLst>
            </p:cNvPr>
            <p:cNvSpPr>
              <a:spLocks noGrp="1"/>
            </p:cNvSpPr>
            <p:nvPr/>
          </p:nvSpPr>
          <p:spPr>
            <a:xfrm>
              <a:off x="1457201" y="5111454"/>
              <a:ext cx="20901" cy="42870"/>
            </a:xfrm>
            <a:custGeom>
              <a:avLst/>
              <a:gdLst/>
              <a:ahLst/>
              <a:cxnLst/>
              <a:rect l="0" t="0" r="0" b="0"/>
              <a:pathLst>
                <a:path w="20901" h="42870">
                  <a:moveTo>
                    <a:pt x="0" y="42870"/>
                  </a:moveTo>
                  <a:lnTo>
                    <a:pt x="20901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9" name="Input_receptor__1038">
              <a:extLst>
                <a:ext uri="{FF2B5EF4-FFF2-40B4-BE49-F238E27FC236}">
                  <a16:creationId xmlns:a16="http://schemas.microsoft.com/office/drawing/2014/main" id="{E52E1411-5D31-5269-9038-57968EC92B57}"/>
                </a:ext>
              </a:extLst>
            </p:cNvPr>
            <p:cNvSpPr>
              <a:spLocks noGrp="1"/>
            </p:cNvSpPr>
            <p:nvPr/>
          </p:nvSpPr>
          <p:spPr>
            <a:xfrm>
              <a:off x="1482207" y="4973726"/>
              <a:ext cx="22830" cy="41878"/>
            </a:xfrm>
            <a:custGeom>
              <a:avLst/>
              <a:gdLst/>
              <a:ahLst/>
              <a:cxnLst/>
              <a:rect l="0" t="0" r="0" b="0"/>
              <a:pathLst>
                <a:path w="22830" h="41878">
                  <a:moveTo>
                    <a:pt x="0" y="0"/>
                  </a:moveTo>
                  <a:lnTo>
                    <a:pt x="22830" y="41878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40" name="Input_receptor__1039">
              <a:extLst>
                <a:ext uri="{FF2B5EF4-FFF2-40B4-BE49-F238E27FC236}">
                  <a16:creationId xmlns:a16="http://schemas.microsoft.com/office/drawing/2014/main" id="{F7C58BB7-4354-2FD0-9219-7A1C9888078A}"/>
                </a:ext>
              </a:extLst>
            </p:cNvPr>
            <p:cNvSpPr>
              <a:spLocks noGrp="1"/>
            </p:cNvSpPr>
            <p:nvPr/>
          </p:nvSpPr>
          <p:spPr>
            <a:xfrm>
              <a:off x="956348" y="4374543"/>
              <a:ext cx="24164" cy="15596"/>
            </a:xfrm>
            <a:custGeom>
              <a:avLst/>
              <a:gdLst/>
              <a:ahLst/>
              <a:cxnLst/>
              <a:rect l="0" t="0" r="0" b="0"/>
              <a:pathLst>
                <a:path w="24164" h="15596">
                  <a:moveTo>
                    <a:pt x="0" y="0"/>
                  </a:moveTo>
                  <a:lnTo>
                    <a:pt x="24164" y="1559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1" name="Input_receptor__1040">
              <a:extLst>
                <a:ext uri="{FF2B5EF4-FFF2-40B4-BE49-F238E27FC236}">
                  <a16:creationId xmlns:a16="http://schemas.microsoft.com/office/drawing/2014/main" id="{E2435F19-7C56-44F8-D6B9-ADCDFD9D3E0B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59357"/>
              <a:ext cx="12778" cy="22016"/>
            </a:xfrm>
            <a:custGeom>
              <a:avLst/>
              <a:gdLst/>
              <a:ahLst/>
              <a:cxnLst/>
              <a:rect l="0" t="0" r="0" b="0"/>
              <a:pathLst>
                <a:path w="12778" h="22016">
                  <a:moveTo>
                    <a:pt x="0" y="0"/>
                  </a:moveTo>
                  <a:lnTo>
                    <a:pt x="12778" y="2201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2" name="Input_receptor__1041">
              <a:extLst>
                <a:ext uri="{FF2B5EF4-FFF2-40B4-BE49-F238E27FC236}">
                  <a16:creationId xmlns:a16="http://schemas.microsoft.com/office/drawing/2014/main" id="{2FD4AB49-C0F5-B278-67C4-D4D6C46E542D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58056"/>
              <a:ext cx="5120" cy="35026"/>
            </a:xfrm>
            <a:custGeom>
              <a:avLst/>
              <a:gdLst/>
              <a:ahLst/>
              <a:cxnLst/>
              <a:rect l="0" t="0" r="0" b="0"/>
              <a:pathLst>
                <a:path w="5120" h="35026">
                  <a:moveTo>
                    <a:pt x="5120" y="0"/>
                  </a:moveTo>
                  <a:lnTo>
                    <a:pt x="0" y="3502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3" name="Input_receptor__1042">
              <a:extLst>
                <a:ext uri="{FF2B5EF4-FFF2-40B4-BE49-F238E27FC236}">
                  <a16:creationId xmlns:a16="http://schemas.microsoft.com/office/drawing/2014/main" id="{18282976-5D62-5720-85FE-AAE6E32E3B2D}"/>
                </a:ext>
              </a:extLst>
            </p:cNvPr>
            <p:cNvSpPr>
              <a:spLocks noGrp="1"/>
            </p:cNvSpPr>
            <p:nvPr/>
          </p:nvSpPr>
          <p:spPr>
            <a:xfrm>
              <a:off x="1215532" y="4298600"/>
              <a:ext cx="21210" cy="42446"/>
            </a:xfrm>
            <a:custGeom>
              <a:avLst/>
              <a:gdLst/>
              <a:ahLst/>
              <a:cxnLst/>
              <a:rect l="0" t="0" r="0" b="0"/>
              <a:pathLst>
                <a:path w="21210" h="42446">
                  <a:moveTo>
                    <a:pt x="0" y="42446"/>
                  </a:moveTo>
                  <a:lnTo>
                    <a:pt x="21210" y="0"/>
                  </a:lnTo>
                </a:path>
              </a:pathLst>
            </a:custGeom>
            <a:noFill/>
            <a:ln w="8096">
              <a:solidFill>
                <a:srgbClr val="8B9BA9"/>
              </a:solidFill>
            </a:ln>
          </p:spPr>
        </p:sp>
        <p:sp>
          <p:nvSpPr>
            <p:cNvPr id="1044" name="Input_receptor__1043">
              <a:extLst>
                <a:ext uri="{FF2B5EF4-FFF2-40B4-BE49-F238E27FC236}">
                  <a16:creationId xmlns:a16="http://schemas.microsoft.com/office/drawing/2014/main" id="{01FE86F5-296E-27D5-E6C0-EAFF0EDCCB2F}"/>
                </a:ext>
              </a:extLst>
            </p:cNvPr>
            <p:cNvSpPr>
              <a:spLocks noGrp="1"/>
            </p:cNvSpPr>
            <p:nvPr/>
          </p:nvSpPr>
          <p:spPr>
            <a:xfrm>
              <a:off x="1035817" y="4982335"/>
              <a:ext cx="12813" cy="12126"/>
            </a:xfrm>
            <a:custGeom>
              <a:avLst/>
              <a:gdLst/>
              <a:ahLst/>
              <a:cxnLst/>
              <a:rect l="0" t="0" r="0" b="0"/>
              <a:pathLst>
                <a:path w="12813" h="12126">
                  <a:moveTo>
                    <a:pt x="0" y="12126"/>
                  </a:moveTo>
                  <a:lnTo>
                    <a:pt x="12813" y="0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5" name="Input_receptor__1044">
              <a:extLst>
                <a:ext uri="{FF2B5EF4-FFF2-40B4-BE49-F238E27FC236}">
                  <a16:creationId xmlns:a16="http://schemas.microsoft.com/office/drawing/2014/main" id="{D7D022EE-5773-F5E8-A20B-5B84709DC636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28546" cy="37314"/>
            </a:xfrm>
            <a:custGeom>
              <a:avLst/>
              <a:gdLst/>
              <a:ahLst/>
              <a:cxnLst/>
              <a:rect l="0" t="0" r="0" b="0"/>
              <a:pathLst>
                <a:path w="28546" h="37314">
                  <a:moveTo>
                    <a:pt x="0" y="0"/>
                  </a:moveTo>
                  <a:lnTo>
                    <a:pt x="28546" y="37314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6" name="Input_receptor__1045">
              <a:extLst>
                <a:ext uri="{FF2B5EF4-FFF2-40B4-BE49-F238E27FC236}">
                  <a16:creationId xmlns:a16="http://schemas.microsoft.com/office/drawing/2014/main" id="{78C3D2FA-5277-16D1-A883-FEC261A87BCC}"/>
                </a:ext>
              </a:extLst>
            </p:cNvPr>
            <p:cNvSpPr>
              <a:spLocks noGrp="1"/>
            </p:cNvSpPr>
            <p:nvPr/>
          </p:nvSpPr>
          <p:spPr>
            <a:xfrm>
              <a:off x="1060823" y="4742413"/>
              <a:ext cx="15346" cy="4101"/>
            </a:xfrm>
            <a:custGeom>
              <a:avLst/>
              <a:gdLst/>
              <a:ahLst/>
              <a:cxnLst/>
              <a:rect l="0" t="0" r="0" b="0"/>
              <a:pathLst>
                <a:path w="15346" h="4101">
                  <a:moveTo>
                    <a:pt x="15346" y="4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7" name="Input_receptor__1046">
              <a:extLst>
                <a:ext uri="{FF2B5EF4-FFF2-40B4-BE49-F238E27FC236}">
                  <a16:creationId xmlns:a16="http://schemas.microsoft.com/office/drawing/2014/main" id="{3B623FF5-D9A1-5D5F-1916-3ACE605B5328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47400" cy="983"/>
            </a:xfrm>
            <a:custGeom>
              <a:avLst/>
              <a:gdLst/>
              <a:ahLst/>
              <a:cxnLst/>
              <a:rect l="0" t="0" r="0" b="0"/>
              <a:pathLst>
                <a:path w="47400" h="983">
                  <a:moveTo>
                    <a:pt x="47400" y="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48" name="Input_receptor__1047">
              <a:extLst>
                <a:ext uri="{FF2B5EF4-FFF2-40B4-BE49-F238E27FC236}">
                  <a16:creationId xmlns:a16="http://schemas.microsoft.com/office/drawing/2014/main" id="{809AC9D9-5718-5B06-8D7C-C6F23A53E6F1}"/>
                </a:ext>
              </a:extLst>
            </p:cNvPr>
            <p:cNvSpPr>
              <a:spLocks noGrp="1"/>
            </p:cNvSpPr>
            <p:nvPr/>
          </p:nvSpPr>
          <p:spPr>
            <a:xfrm>
              <a:off x="934460" y="4766837"/>
              <a:ext cx="23547" cy="41959"/>
            </a:xfrm>
            <a:custGeom>
              <a:avLst/>
              <a:gdLst/>
              <a:ahLst/>
              <a:cxnLst/>
              <a:rect l="0" t="0" r="0" b="0"/>
              <a:pathLst>
                <a:path w="23547" h="41959">
                  <a:moveTo>
                    <a:pt x="0" y="0"/>
                  </a:moveTo>
                  <a:lnTo>
                    <a:pt x="23547" y="4195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9" name="Input_receptor__1048">
              <a:extLst>
                <a:ext uri="{FF2B5EF4-FFF2-40B4-BE49-F238E27FC236}">
                  <a16:creationId xmlns:a16="http://schemas.microsoft.com/office/drawing/2014/main" id="{EBFD548F-D304-02A6-7065-97DA92D07145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281427"/>
              <a:ext cx="21144" cy="42090"/>
            </a:xfrm>
            <a:custGeom>
              <a:avLst/>
              <a:gdLst/>
              <a:ahLst/>
              <a:cxnLst/>
              <a:rect l="0" t="0" r="0" b="0"/>
              <a:pathLst>
                <a:path w="21144" h="42090">
                  <a:moveTo>
                    <a:pt x="21144" y="0"/>
                  </a:moveTo>
                  <a:lnTo>
                    <a:pt x="0" y="4209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0" name="Input_receptor__1049">
              <a:extLst>
                <a:ext uri="{FF2B5EF4-FFF2-40B4-BE49-F238E27FC236}">
                  <a16:creationId xmlns:a16="http://schemas.microsoft.com/office/drawing/2014/main" id="{33577E83-A232-7D49-29DD-54D3898973BE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186637"/>
              <a:ext cx="40350" cy="26028"/>
            </a:xfrm>
            <a:custGeom>
              <a:avLst/>
              <a:gdLst/>
              <a:ahLst/>
              <a:cxnLst/>
              <a:rect l="0" t="0" r="0" b="0"/>
              <a:pathLst>
                <a:path w="40350" h="26028">
                  <a:moveTo>
                    <a:pt x="40350" y="0"/>
                  </a:moveTo>
                  <a:lnTo>
                    <a:pt x="0" y="2602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1" name="Input_receptor__1050">
              <a:extLst>
                <a:ext uri="{FF2B5EF4-FFF2-40B4-BE49-F238E27FC236}">
                  <a16:creationId xmlns:a16="http://schemas.microsoft.com/office/drawing/2014/main" id="{1764DE8B-3AFB-5237-CF3C-752072DF43AA}"/>
                </a:ext>
              </a:extLst>
            </p:cNvPr>
            <p:cNvSpPr>
              <a:spLocks noGrp="1"/>
            </p:cNvSpPr>
            <p:nvPr/>
          </p:nvSpPr>
          <p:spPr>
            <a:xfrm>
              <a:off x="1487702" y="4396766"/>
              <a:ext cx="26438" cy="27256"/>
            </a:xfrm>
            <a:custGeom>
              <a:avLst/>
              <a:gdLst/>
              <a:ahLst/>
              <a:cxnLst/>
              <a:rect l="0" t="0" r="0" b="0"/>
              <a:pathLst>
                <a:path w="26438" h="27256">
                  <a:moveTo>
                    <a:pt x="26438" y="272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2" name="Input_receptor__1051">
              <a:extLst>
                <a:ext uri="{FF2B5EF4-FFF2-40B4-BE49-F238E27FC236}">
                  <a16:creationId xmlns:a16="http://schemas.microsoft.com/office/drawing/2014/main" id="{8F77FE26-DB4A-817E-960E-A93D97F2FA08}"/>
                </a:ext>
              </a:extLst>
            </p:cNvPr>
            <p:cNvSpPr>
              <a:spLocks noGrp="1"/>
            </p:cNvSpPr>
            <p:nvPr/>
          </p:nvSpPr>
          <p:spPr>
            <a:xfrm>
              <a:off x="1131344" y="4696141"/>
              <a:ext cx="25503" cy="30355"/>
            </a:xfrm>
            <a:custGeom>
              <a:avLst/>
              <a:gdLst/>
              <a:ahLst/>
              <a:cxnLst/>
              <a:rect l="0" t="0" r="0" b="0"/>
              <a:pathLst>
                <a:path w="25503" h="30355">
                  <a:moveTo>
                    <a:pt x="25503" y="303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3" name="Input_receptor__1052">
              <a:extLst>
                <a:ext uri="{FF2B5EF4-FFF2-40B4-BE49-F238E27FC236}">
                  <a16:creationId xmlns:a16="http://schemas.microsoft.com/office/drawing/2014/main" id="{A683CC51-6C4C-51E3-B419-9CB497048F7A}"/>
                </a:ext>
              </a:extLst>
            </p:cNvPr>
            <p:cNvSpPr>
              <a:spLocks noGrp="1"/>
            </p:cNvSpPr>
            <p:nvPr/>
          </p:nvSpPr>
          <p:spPr>
            <a:xfrm>
              <a:off x="1200639" y="4249244"/>
              <a:ext cx="36103" cy="49356"/>
            </a:xfrm>
            <a:custGeom>
              <a:avLst/>
              <a:gdLst/>
              <a:ahLst/>
              <a:cxnLst/>
              <a:rect l="0" t="0" r="0" b="0"/>
              <a:pathLst>
                <a:path w="36103" h="49356">
                  <a:moveTo>
                    <a:pt x="36103" y="493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4" name="Input_receptor__1053">
              <a:extLst>
                <a:ext uri="{FF2B5EF4-FFF2-40B4-BE49-F238E27FC236}">
                  <a16:creationId xmlns:a16="http://schemas.microsoft.com/office/drawing/2014/main" id="{01E1D46E-1956-323B-1313-11BAD882C7B4}"/>
                </a:ext>
              </a:extLst>
            </p:cNvPr>
            <p:cNvSpPr>
              <a:spLocks noGrp="1"/>
            </p:cNvSpPr>
            <p:nvPr/>
          </p:nvSpPr>
          <p:spPr>
            <a:xfrm>
              <a:off x="1450708" y="4315121"/>
              <a:ext cx="1305" cy="18454"/>
            </a:xfrm>
            <a:custGeom>
              <a:avLst/>
              <a:gdLst/>
              <a:ahLst/>
              <a:cxnLst/>
              <a:rect l="0" t="0" r="0" b="0"/>
              <a:pathLst>
                <a:path w="1305" h="18454">
                  <a:moveTo>
                    <a:pt x="0" y="0"/>
                  </a:moveTo>
                  <a:lnTo>
                    <a:pt x="1305" y="18454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5" name="Input_receptor__1054">
              <a:extLst>
                <a:ext uri="{FF2B5EF4-FFF2-40B4-BE49-F238E27FC236}">
                  <a16:creationId xmlns:a16="http://schemas.microsoft.com/office/drawing/2014/main" id="{83A12892-6649-EEE9-30FA-BAA43D6189D7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31841" cy="25775"/>
            </a:xfrm>
            <a:custGeom>
              <a:avLst/>
              <a:gdLst/>
              <a:ahLst/>
              <a:cxnLst/>
              <a:rect l="0" t="0" r="0" b="0"/>
              <a:pathLst>
                <a:path w="31841" h="25775">
                  <a:moveTo>
                    <a:pt x="0" y="0"/>
                  </a:moveTo>
                  <a:lnTo>
                    <a:pt x="31841" y="25775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6" name="Input_receptor__1055">
              <a:extLst>
                <a:ext uri="{FF2B5EF4-FFF2-40B4-BE49-F238E27FC236}">
                  <a16:creationId xmlns:a16="http://schemas.microsoft.com/office/drawing/2014/main" id="{493F1F96-BE98-DE21-A39D-7BB0F611349F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62407"/>
              <a:ext cx="14937" cy="625"/>
            </a:xfrm>
            <a:custGeom>
              <a:avLst/>
              <a:gdLst/>
              <a:ahLst/>
              <a:cxnLst/>
              <a:rect l="0" t="0" r="0" b="0"/>
              <a:pathLst>
                <a:path w="14937" h="625">
                  <a:moveTo>
                    <a:pt x="14937" y="0"/>
                  </a:moveTo>
                  <a:lnTo>
                    <a:pt x="0" y="625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7" name="Input_receptor__1056">
              <a:extLst>
                <a:ext uri="{FF2B5EF4-FFF2-40B4-BE49-F238E27FC236}">
                  <a16:creationId xmlns:a16="http://schemas.microsoft.com/office/drawing/2014/main" id="{03FAFC01-AC94-7A49-99CE-6E7305025F72}"/>
                </a:ext>
              </a:extLst>
            </p:cNvPr>
            <p:cNvSpPr>
              <a:spLocks noGrp="1"/>
            </p:cNvSpPr>
            <p:nvPr/>
          </p:nvSpPr>
          <p:spPr>
            <a:xfrm>
              <a:off x="1118359" y="4448487"/>
              <a:ext cx="43104" cy="19553"/>
            </a:xfrm>
            <a:custGeom>
              <a:avLst/>
              <a:gdLst/>
              <a:ahLst/>
              <a:cxnLst/>
              <a:rect l="0" t="0" r="0" b="0"/>
              <a:pathLst>
                <a:path w="43104" h="19553">
                  <a:moveTo>
                    <a:pt x="0" y="19553"/>
                  </a:moveTo>
                  <a:lnTo>
                    <a:pt x="4310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8" name="Input_receptor__1057">
              <a:extLst>
                <a:ext uri="{FF2B5EF4-FFF2-40B4-BE49-F238E27FC236}">
                  <a16:creationId xmlns:a16="http://schemas.microsoft.com/office/drawing/2014/main" id="{BA0238A5-A2E1-C045-393D-57FD42D8B4C1}"/>
                </a:ext>
              </a:extLst>
            </p:cNvPr>
            <p:cNvSpPr>
              <a:spLocks noGrp="1"/>
            </p:cNvSpPr>
            <p:nvPr/>
          </p:nvSpPr>
          <p:spPr>
            <a:xfrm>
              <a:off x="1196183" y="4798709"/>
              <a:ext cx="36536" cy="21044"/>
            </a:xfrm>
            <a:custGeom>
              <a:avLst/>
              <a:gdLst/>
              <a:ahLst/>
              <a:cxnLst/>
              <a:rect l="0" t="0" r="0" b="0"/>
              <a:pathLst>
                <a:path w="36536" h="21044">
                  <a:moveTo>
                    <a:pt x="0" y="0"/>
                  </a:moveTo>
                  <a:lnTo>
                    <a:pt x="36536" y="21044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9" name="Input_receptor__1058">
              <a:extLst>
                <a:ext uri="{FF2B5EF4-FFF2-40B4-BE49-F238E27FC236}">
                  <a16:creationId xmlns:a16="http://schemas.microsoft.com/office/drawing/2014/main" id="{EE830742-B7C5-3AC9-67B7-E153E02CAD66}"/>
                </a:ext>
              </a:extLst>
            </p:cNvPr>
            <p:cNvSpPr>
              <a:spLocks noGrp="1"/>
            </p:cNvSpPr>
            <p:nvPr/>
          </p:nvSpPr>
          <p:spPr>
            <a:xfrm>
              <a:off x="1817041" y="5191481"/>
              <a:ext cx="23358" cy="39884"/>
            </a:xfrm>
            <a:custGeom>
              <a:avLst/>
              <a:gdLst/>
              <a:ahLst/>
              <a:cxnLst/>
              <a:rect l="0" t="0" r="0" b="0"/>
              <a:pathLst>
                <a:path w="23358" h="39884">
                  <a:moveTo>
                    <a:pt x="0" y="39884"/>
                  </a:moveTo>
                  <a:lnTo>
                    <a:pt x="23358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0" name="Input_receptor__1059">
              <a:extLst>
                <a:ext uri="{FF2B5EF4-FFF2-40B4-BE49-F238E27FC236}">
                  <a16:creationId xmlns:a16="http://schemas.microsoft.com/office/drawing/2014/main" id="{D313C3FB-80F7-C53C-A74C-86D24A504865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3973"/>
              <a:ext cx="25342" cy="1453"/>
            </a:xfrm>
            <a:custGeom>
              <a:avLst/>
              <a:gdLst/>
              <a:ahLst/>
              <a:cxnLst/>
              <a:rect l="0" t="0" r="0" b="0"/>
              <a:pathLst>
                <a:path w="25342" h="1453">
                  <a:moveTo>
                    <a:pt x="0" y="1453"/>
                  </a:moveTo>
                  <a:lnTo>
                    <a:pt x="2534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1" name="Input_receptor__1060">
              <a:extLst>
                <a:ext uri="{FF2B5EF4-FFF2-40B4-BE49-F238E27FC236}">
                  <a16:creationId xmlns:a16="http://schemas.microsoft.com/office/drawing/2014/main" id="{A531B68E-73E8-8F34-5376-B91997CB91F0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14007" cy="4727"/>
            </a:xfrm>
            <a:custGeom>
              <a:avLst/>
              <a:gdLst/>
              <a:ahLst/>
              <a:cxnLst/>
              <a:rect l="0" t="0" r="0" b="0"/>
              <a:pathLst>
                <a:path w="14007" h="4727">
                  <a:moveTo>
                    <a:pt x="14007" y="47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2" name="Input_receptor__1061">
              <a:extLst>
                <a:ext uri="{FF2B5EF4-FFF2-40B4-BE49-F238E27FC236}">
                  <a16:creationId xmlns:a16="http://schemas.microsoft.com/office/drawing/2014/main" id="{95751415-0B2E-B2C0-A82F-1D7B7223759B}"/>
                </a:ext>
              </a:extLst>
            </p:cNvPr>
            <p:cNvSpPr>
              <a:spLocks noGrp="1"/>
            </p:cNvSpPr>
            <p:nvPr/>
          </p:nvSpPr>
          <p:spPr>
            <a:xfrm>
              <a:off x="1312235" y="4721654"/>
              <a:ext cx="36524" cy="32248"/>
            </a:xfrm>
            <a:custGeom>
              <a:avLst/>
              <a:gdLst/>
              <a:ahLst/>
              <a:cxnLst/>
              <a:rect l="0" t="0" r="0" b="0"/>
              <a:pathLst>
                <a:path w="36524" h="32248">
                  <a:moveTo>
                    <a:pt x="36524" y="322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3" name="Input_receptor__1062">
              <a:extLst>
                <a:ext uri="{FF2B5EF4-FFF2-40B4-BE49-F238E27FC236}">
                  <a16:creationId xmlns:a16="http://schemas.microsoft.com/office/drawing/2014/main" id="{2D3854E9-500B-C5E5-7486-9B918F306303}"/>
                </a:ext>
              </a:extLst>
            </p:cNvPr>
            <p:cNvSpPr>
              <a:spLocks noGrp="1"/>
            </p:cNvSpPr>
            <p:nvPr/>
          </p:nvSpPr>
          <p:spPr>
            <a:xfrm>
              <a:off x="924331" y="4808795"/>
              <a:ext cx="33676" cy="31478"/>
            </a:xfrm>
            <a:custGeom>
              <a:avLst/>
              <a:gdLst/>
              <a:ahLst/>
              <a:cxnLst/>
              <a:rect l="0" t="0" r="0" b="0"/>
              <a:pathLst>
                <a:path w="33676" h="31478">
                  <a:moveTo>
                    <a:pt x="33676" y="0"/>
                  </a:moveTo>
                  <a:lnTo>
                    <a:pt x="0" y="3147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4" name="Input_receptor__1063">
              <a:extLst>
                <a:ext uri="{FF2B5EF4-FFF2-40B4-BE49-F238E27FC236}">
                  <a16:creationId xmlns:a16="http://schemas.microsoft.com/office/drawing/2014/main" id="{70B3A09B-469F-AFDB-E4E8-498F2F1A73D1}"/>
                </a:ext>
              </a:extLst>
            </p:cNvPr>
            <p:cNvSpPr>
              <a:spLocks noGrp="1"/>
            </p:cNvSpPr>
            <p:nvPr/>
          </p:nvSpPr>
          <p:spPr>
            <a:xfrm>
              <a:off x="1534791" y="4797017"/>
              <a:ext cx="29032" cy="1662"/>
            </a:xfrm>
            <a:custGeom>
              <a:avLst/>
              <a:gdLst/>
              <a:ahLst/>
              <a:cxnLst/>
              <a:rect l="0" t="0" r="0" b="0"/>
              <a:pathLst>
                <a:path w="29032" h="1662">
                  <a:moveTo>
                    <a:pt x="0" y="0"/>
                  </a:moveTo>
                  <a:lnTo>
                    <a:pt x="29032" y="1662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5" name="Input_receptor__1064">
              <a:extLst>
                <a:ext uri="{FF2B5EF4-FFF2-40B4-BE49-F238E27FC236}">
                  <a16:creationId xmlns:a16="http://schemas.microsoft.com/office/drawing/2014/main" id="{64ACB572-1DE5-FC28-37A2-8566D720E028}"/>
                </a:ext>
              </a:extLst>
            </p:cNvPr>
            <p:cNvSpPr>
              <a:spLocks noGrp="1"/>
            </p:cNvSpPr>
            <p:nvPr/>
          </p:nvSpPr>
          <p:spPr>
            <a:xfrm>
              <a:off x="1172424" y="5218491"/>
              <a:ext cx="15834" cy="38605"/>
            </a:xfrm>
            <a:custGeom>
              <a:avLst/>
              <a:gdLst/>
              <a:ahLst/>
              <a:cxnLst/>
              <a:rect l="0" t="0" r="0" b="0"/>
              <a:pathLst>
                <a:path w="15834" h="38605">
                  <a:moveTo>
                    <a:pt x="0" y="38605"/>
                  </a:moveTo>
                  <a:lnTo>
                    <a:pt x="1583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6" name="Input_receptor__1065">
              <a:extLst>
                <a:ext uri="{FF2B5EF4-FFF2-40B4-BE49-F238E27FC236}">
                  <a16:creationId xmlns:a16="http://schemas.microsoft.com/office/drawing/2014/main" id="{890E8B9C-DD7A-295C-327C-EE9B2C60CD0A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67467"/>
              <a:ext cx="30069" cy="21800"/>
            </a:xfrm>
            <a:custGeom>
              <a:avLst/>
              <a:gdLst/>
              <a:ahLst/>
              <a:cxnLst/>
              <a:rect l="0" t="0" r="0" b="0"/>
              <a:pathLst>
                <a:path w="30069" h="21800">
                  <a:moveTo>
                    <a:pt x="0" y="21800"/>
                  </a:moveTo>
                  <a:lnTo>
                    <a:pt x="30069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7" name="Input_receptor__1066">
              <a:extLst>
                <a:ext uri="{FF2B5EF4-FFF2-40B4-BE49-F238E27FC236}">
                  <a16:creationId xmlns:a16="http://schemas.microsoft.com/office/drawing/2014/main" id="{6DFA216F-F87D-B73B-264C-3C5C1A803867}"/>
                </a:ext>
              </a:extLst>
            </p:cNvPr>
            <p:cNvSpPr>
              <a:spLocks noGrp="1"/>
            </p:cNvSpPr>
            <p:nvPr/>
          </p:nvSpPr>
          <p:spPr>
            <a:xfrm>
              <a:off x="1573638" y="5222656"/>
              <a:ext cx="42412" cy="4790"/>
            </a:xfrm>
            <a:custGeom>
              <a:avLst/>
              <a:gdLst/>
              <a:ahLst/>
              <a:cxnLst/>
              <a:rect l="0" t="0" r="0" b="0"/>
              <a:pathLst>
                <a:path w="42412" h="4790">
                  <a:moveTo>
                    <a:pt x="0" y="4790"/>
                  </a:moveTo>
                  <a:lnTo>
                    <a:pt x="4241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8" name="Input_receptor__1067">
              <a:extLst>
                <a:ext uri="{FF2B5EF4-FFF2-40B4-BE49-F238E27FC236}">
                  <a16:creationId xmlns:a16="http://schemas.microsoft.com/office/drawing/2014/main" id="{A8AA2423-AF28-1BB7-87D0-DA37E8705C57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81385"/>
              <a:ext cx="6787" cy="11733"/>
            </a:xfrm>
            <a:custGeom>
              <a:avLst/>
              <a:gdLst/>
              <a:ahLst/>
              <a:cxnLst/>
              <a:rect l="0" t="0" r="0" b="0"/>
              <a:pathLst>
                <a:path w="6787" h="11733">
                  <a:moveTo>
                    <a:pt x="6787" y="117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9" name="Input_receptor__1068">
              <a:extLst>
                <a:ext uri="{FF2B5EF4-FFF2-40B4-BE49-F238E27FC236}">
                  <a16:creationId xmlns:a16="http://schemas.microsoft.com/office/drawing/2014/main" id="{A604D4AE-84D7-890F-2F12-060D90A07432}"/>
                </a:ext>
              </a:extLst>
            </p:cNvPr>
            <p:cNvSpPr>
              <a:spLocks noGrp="1"/>
            </p:cNvSpPr>
            <p:nvPr/>
          </p:nvSpPr>
          <p:spPr>
            <a:xfrm>
              <a:off x="1323476" y="4753902"/>
              <a:ext cx="25283" cy="40956"/>
            </a:xfrm>
            <a:custGeom>
              <a:avLst/>
              <a:gdLst/>
              <a:ahLst/>
              <a:cxnLst/>
              <a:rect l="0" t="0" r="0" b="0"/>
              <a:pathLst>
                <a:path w="25283" h="40956">
                  <a:moveTo>
                    <a:pt x="0" y="40956"/>
                  </a:moveTo>
                  <a:lnTo>
                    <a:pt x="25283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0" name="Input_receptor__1069">
              <a:extLst>
                <a:ext uri="{FF2B5EF4-FFF2-40B4-BE49-F238E27FC236}">
                  <a16:creationId xmlns:a16="http://schemas.microsoft.com/office/drawing/2014/main" id="{218D36AB-1504-109B-EFC3-7D90CE3F3C82}"/>
                </a:ext>
              </a:extLst>
            </p:cNvPr>
            <p:cNvSpPr>
              <a:spLocks noGrp="1"/>
            </p:cNvSpPr>
            <p:nvPr/>
          </p:nvSpPr>
          <p:spPr>
            <a:xfrm>
              <a:off x="1132637" y="5395822"/>
              <a:ext cx="23468" cy="28936"/>
            </a:xfrm>
            <a:custGeom>
              <a:avLst/>
              <a:gdLst/>
              <a:ahLst/>
              <a:cxnLst/>
              <a:rect l="0" t="0" r="0" b="0"/>
              <a:pathLst>
                <a:path w="23468" h="28936">
                  <a:moveTo>
                    <a:pt x="23468" y="0"/>
                  </a:moveTo>
                  <a:lnTo>
                    <a:pt x="0" y="28936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1" name="Input_receptor__1070">
              <a:extLst>
                <a:ext uri="{FF2B5EF4-FFF2-40B4-BE49-F238E27FC236}">
                  <a16:creationId xmlns:a16="http://schemas.microsoft.com/office/drawing/2014/main" id="{387B3073-5D67-46B7-C815-1FA3C33C5824}"/>
                </a:ext>
              </a:extLst>
            </p:cNvPr>
            <p:cNvSpPr>
              <a:spLocks noGrp="1"/>
            </p:cNvSpPr>
            <p:nvPr/>
          </p:nvSpPr>
          <p:spPr>
            <a:xfrm>
              <a:off x="1157959" y="5186637"/>
              <a:ext cx="30299" cy="31854"/>
            </a:xfrm>
            <a:custGeom>
              <a:avLst/>
              <a:gdLst/>
              <a:ahLst/>
              <a:cxnLst/>
              <a:rect l="0" t="0" r="0" b="0"/>
              <a:pathLst>
                <a:path w="30299" h="31854">
                  <a:moveTo>
                    <a:pt x="30299" y="31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2" name="Input_receptor__1071">
              <a:extLst>
                <a:ext uri="{FF2B5EF4-FFF2-40B4-BE49-F238E27FC236}">
                  <a16:creationId xmlns:a16="http://schemas.microsoft.com/office/drawing/2014/main" id="{DF3284C4-7905-B835-B0D4-1F42C99CC127}"/>
                </a:ext>
              </a:extLst>
            </p:cNvPr>
            <p:cNvSpPr>
              <a:spLocks noGrp="1"/>
            </p:cNvSpPr>
            <p:nvPr/>
          </p:nvSpPr>
          <p:spPr>
            <a:xfrm>
              <a:off x="1280108" y="4415774"/>
              <a:ext cx="23616" cy="18399"/>
            </a:xfrm>
            <a:custGeom>
              <a:avLst/>
              <a:gdLst/>
              <a:ahLst/>
              <a:cxnLst/>
              <a:rect l="0" t="0" r="0" b="0"/>
              <a:pathLst>
                <a:path w="23616" h="18399">
                  <a:moveTo>
                    <a:pt x="0" y="0"/>
                  </a:moveTo>
                  <a:lnTo>
                    <a:pt x="23616" y="1839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3" name="Input_receptor__1072">
              <a:extLst>
                <a:ext uri="{FF2B5EF4-FFF2-40B4-BE49-F238E27FC236}">
                  <a16:creationId xmlns:a16="http://schemas.microsoft.com/office/drawing/2014/main" id="{BA2EBBF9-C250-679F-8CF3-C7DFC4B2E620}"/>
                </a:ext>
              </a:extLst>
            </p:cNvPr>
            <p:cNvSpPr>
              <a:spLocks noGrp="1"/>
            </p:cNvSpPr>
            <p:nvPr/>
          </p:nvSpPr>
          <p:spPr>
            <a:xfrm>
              <a:off x="1543265" y="4253675"/>
              <a:ext cx="460" cy="28083"/>
            </a:xfrm>
            <a:custGeom>
              <a:avLst/>
              <a:gdLst/>
              <a:ahLst/>
              <a:cxnLst/>
              <a:rect l="0" t="0" r="0" b="0"/>
              <a:pathLst>
                <a:path w="460" h="28083">
                  <a:moveTo>
                    <a:pt x="0" y="28083"/>
                  </a:moveTo>
                  <a:lnTo>
                    <a:pt x="46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4" name="Input_receptor__1073">
              <a:extLst>
                <a:ext uri="{FF2B5EF4-FFF2-40B4-BE49-F238E27FC236}">
                  <a16:creationId xmlns:a16="http://schemas.microsoft.com/office/drawing/2014/main" id="{5F2BBAF3-1843-4351-F3CD-38506046C27E}"/>
                </a:ext>
              </a:extLst>
            </p:cNvPr>
            <p:cNvSpPr>
              <a:spLocks noGrp="1"/>
            </p:cNvSpPr>
            <p:nvPr/>
          </p:nvSpPr>
          <p:spPr>
            <a:xfrm>
              <a:off x="1377454" y="4025272"/>
              <a:ext cx="3293" cy="42195"/>
            </a:xfrm>
            <a:custGeom>
              <a:avLst/>
              <a:gdLst/>
              <a:ahLst/>
              <a:cxnLst/>
              <a:rect l="0" t="0" r="0" b="0"/>
              <a:pathLst>
                <a:path w="3293" h="42195">
                  <a:moveTo>
                    <a:pt x="3293" y="421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5" name="Input_receptor__1074">
              <a:extLst>
                <a:ext uri="{FF2B5EF4-FFF2-40B4-BE49-F238E27FC236}">
                  <a16:creationId xmlns:a16="http://schemas.microsoft.com/office/drawing/2014/main" id="{30430E85-81FB-060C-A285-7CBA6E3A58E2}"/>
                </a:ext>
              </a:extLst>
            </p:cNvPr>
            <p:cNvSpPr>
              <a:spLocks noGrp="1"/>
            </p:cNvSpPr>
            <p:nvPr/>
          </p:nvSpPr>
          <p:spPr>
            <a:xfrm>
              <a:off x="1672097" y="4911518"/>
              <a:ext cx="31943" cy="30309"/>
            </a:xfrm>
            <a:custGeom>
              <a:avLst/>
              <a:gdLst/>
              <a:ahLst/>
              <a:cxnLst/>
              <a:rect l="0" t="0" r="0" b="0"/>
              <a:pathLst>
                <a:path w="31943" h="30309">
                  <a:moveTo>
                    <a:pt x="0" y="0"/>
                  </a:moveTo>
                  <a:lnTo>
                    <a:pt x="31943" y="3030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6" name="Input_receptor__1075">
              <a:extLst>
                <a:ext uri="{FF2B5EF4-FFF2-40B4-BE49-F238E27FC236}">
                  <a16:creationId xmlns:a16="http://schemas.microsoft.com/office/drawing/2014/main" id="{4742D8A7-403C-36DA-5782-82F2A2721D61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5589" cy="15498"/>
            </a:xfrm>
            <a:custGeom>
              <a:avLst/>
              <a:gdLst/>
              <a:ahLst/>
              <a:cxnLst/>
              <a:rect l="0" t="0" r="0" b="0"/>
              <a:pathLst>
                <a:path w="5589" h="15498">
                  <a:moveTo>
                    <a:pt x="0" y="0"/>
                  </a:moveTo>
                  <a:lnTo>
                    <a:pt x="5589" y="1549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7" name="Input_receptor__1076">
              <a:extLst>
                <a:ext uri="{FF2B5EF4-FFF2-40B4-BE49-F238E27FC236}">
                  <a16:creationId xmlns:a16="http://schemas.microsoft.com/office/drawing/2014/main" id="{0B5CCE4A-3538-CECA-A8F9-9EFC6C3A2343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37681"/>
              <a:ext cx="29479" cy="35322"/>
            </a:xfrm>
            <a:custGeom>
              <a:avLst/>
              <a:gdLst/>
              <a:ahLst/>
              <a:cxnLst/>
              <a:rect l="0" t="0" r="0" b="0"/>
              <a:pathLst>
                <a:path w="29479" h="35322">
                  <a:moveTo>
                    <a:pt x="0" y="35322"/>
                  </a:moveTo>
                  <a:lnTo>
                    <a:pt x="29479" y="0"/>
                  </a:lnTo>
                </a:path>
              </a:pathLst>
            </a:custGeom>
            <a:noFill/>
            <a:ln w="20003">
              <a:solidFill>
                <a:srgbClr val="8B9CAA"/>
              </a:solidFill>
            </a:ln>
          </p:spPr>
        </p:sp>
        <p:sp>
          <p:nvSpPr>
            <p:cNvPr id="1078" name="Input_receptor__1077">
              <a:extLst>
                <a:ext uri="{FF2B5EF4-FFF2-40B4-BE49-F238E27FC236}">
                  <a16:creationId xmlns:a16="http://schemas.microsoft.com/office/drawing/2014/main" id="{EBC6407D-AE26-8FE2-E489-3ED4453F1D94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120130"/>
              <a:ext cx="9998" cy="34248"/>
            </a:xfrm>
            <a:custGeom>
              <a:avLst/>
              <a:gdLst/>
              <a:ahLst/>
              <a:cxnLst/>
              <a:rect l="0" t="0" r="0" b="0"/>
              <a:pathLst>
                <a:path w="9998" h="34248">
                  <a:moveTo>
                    <a:pt x="0" y="0"/>
                  </a:moveTo>
                  <a:lnTo>
                    <a:pt x="9998" y="3424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9" name="Input_receptor__1078">
              <a:extLst>
                <a:ext uri="{FF2B5EF4-FFF2-40B4-BE49-F238E27FC236}">
                  <a16:creationId xmlns:a16="http://schemas.microsoft.com/office/drawing/2014/main" id="{DD377F19-352C-76B0-AB5B-FC3D57D662A9}"/>
                </a:ext>
              </a:extLst>
            </p:cNvPr>
            <p:cNvSpPr>
              <a:spLocks noGrp="1"/>
            </p:cNvSpPr>
            <p:nvPr/>
          </p:nvSpPr>
          <p:spPr>
            <a:xfrm>
              <a:off x="1208867" y="4341046"/>
              <a:ext cx="6665" cy="30850"/>
            </a:xfrm>
            <a:custGeom>
              <a:avLst/>
              <a:gdLst/>
              <a:ahLst/>
              <a:cxnLst/>
              <a:rect l="0" t="0" r="0" b="0"/>
              <a:pathLst>
                <a:path w="6665" h="30850">
                  <a:moveTo>
                    <a:pt x="0" y="30850"/>
                  </a:moveTo>
                  <a:lnTo>
                    <a:pt x="6665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0" name="Input_receptor__1079">
              <a:extLst>
                <a:ext uri="{FF2B5EF4-FFF2-40B4-BE49-F238E27FC236}">
                  <a16:creationId xmlns:a16="http://schemas.microsoft.com/office/drawing/2014/main" id="{19FACCDC-16CF-31A3-0AC2-201D1A78CC53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93081"/>
              <a:ext cx="45190" cy="17087"/>
            </a:xfrm>
            <a:custGeom>
              <a:avLst/>
              <a:gdLst/>
              <a:ahLst/>
              <a:cxnLst/>
              <a:rect l="0" t="0" r="0" b="0"/>
              <a:pathLst>
                <a:path w="45190" h="17087">
                  <a:moveTo>
                    <a:pt x="0" y="0"/>
                  </a:moveTo>
                  <a:lnTo>
                    <a:pt x="45190" y="17087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1" name="Input_receptor__1080">
              <a:extLst>
                <a:ext uri="{FF2B5EF4-FFF2-40B4-BE49-F238E27FC236}">
                  <a16:creationId xmlns:a16="http://schemas.microsoft.com/office/drawing/2014/main" id="{809B7943-A7C2-AFA6-8D8D-D5E4BCD218F3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55019"/>
              <a:ext cx="39796" cy="8357"/>
            </a:xfrm>
            <a:custGeom>
              <a:avLst/>
              <a:gdLst/>
              <a:ahLst/>
              <a:cxnLst/>
              <a:rect l="0" t="0" r="0" b="0"/>
              <a:pathLst>
                <a:path w="39796" h="8357">
                  <a:moveTo>
                    <a:pt x="39796" y="8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2" name="Input_receptor__1081">
              <a:extLst>
                <a:ext uri="{FF2B5EF4-FFF2-40B4-BE49-F238E27FC236}">
                  <a16:creationId xmlns:a16="http://schemas.microsoft.com/office/drawing/2014/main" id="{651B1DC1-43A1-499C-76FD-0B9F2019F379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39025" cy="3754"/>
            </a:xfrm>
            <a:custGeom>
              <a:avLst/>
              <a:gdLst/>
              <a:ahLst/>
              <a:cxnLst/>
              <a:rect l="0" t="0" r="0" b="0"/>
              <a:pathLst>
                <a:path w="39025" h="3754">
                  <a:moveTo>
                    <a:pt x="0" y="0"/>
                  </a:moveTo>
                  <a:lnTo>
                    <a:pt x="39025" y="3754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3" name="Input_receptor__1082">
              <a:extLst>
                <a:ext uri="{FF2B5EF4-FFF2-40B4-BE49-F238E27FC236}">
                  <a16:creationId xmlns:a16="http://schemas.microsoft.com/office/drawing/2014/main" id="{71E8D892-5D30-3BB4-D36B-CAA18F4FCF63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6885"/>
              <a:ext cx="10867" cy="15855"/>
            </a:xfrm>
            <a:custGeom>
              <a:avLst/>
              <a:gdLst/>
              <a:ahLst/>
              <a:cxnLst/>
              <a:rect l="0" t="0" r="0" b="0"/>
              <a:pathLst>
                <a:path w="10867" h="15855">
                  <a:moveTo>
                    <a:pt x="10867" y="0"/>
                  </a:moveTo>
                  <a:lnTo>
                    <a:pt x="0" y="15855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4" name="Input_receptor__1083">
              <a:extLst>
                <a:ext uri="{FF2B5EF4-FFF2-40B4-BE49-F238E27FC236}">
                  <a16:creationId xmlns:a16="http://schemas.microsoft.com/office/drawing/2014/main" id="{7A8DD4F1-6DC4-161A-38C1-9595249BD74A}"/>
                </a:ext>
              </a:extLst>
            </p:cNvPr>
            <p:cNvSpPr>
              <a:spLocks noGrp="1"/>
            </p:cNvSpPr>
            <p:nvPr/>
          </p:nvSpPr>
          <p:spPr>
            <a:xfrm>
              <a:off x="1767284" y="5115766"/>
              <a:ext cx="45042" cy="9562"/>
            </a:xfrm>
            <a:custGeom>
              <a:avLst/>
              <a:gdLst/>
              <a:ahLst/>
              <a:cxnLst/>
              <a:rect l="0" t="0" r="0" b="0"/>
              <a:pathLst>
                <a:path w="45042" h="9562">
                  <a:moveTo>
                    <a:pt x="45042" y="9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5" name="Input_receptor__1084">
              <a:extLst>
                <a:ext uri="{FF2B5EF4-FFF2-40B4-BE49-F238E27FC236}">
                  <a16:creationId xmlns:a16="http://schemas.microsoft.com/office/drawing/2014/main" id="{56650D45-0AD5-5272-33A3-6908D760A940}"/>
                </a:ext>
              </a:extLst>
            </p:cNvPr>
            <p:cNvSpPr>
              <a:spLocks noGrp="1"/>
            </p:cNvSpPr>
            <p:nvPr/>
          </p:nvSpPr>
          <p:spPr>
            <a:xfrm>
              <a:off x="1643984" y="4612638"/>
              <a:ext cx="3070" cy="33974"/>
            </a:xfrm>
            <a:custGeom>
              <a:avLst/>
              <a:gdLst/>
              <a:ahLst/>
              <a:cxnLst/>
              <a:rect l="0" t="0" r="0" b="0"/>
              <a:pathLst>
                <a:path w="3070" h="33974">
                  <a:moveTo>
                    <a:pt x="0" y="33974"/>
                  </a:moveTo>
                  <a:lnTo>
                    <a:pt x="3070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6" name="Input_receptor__1085">
              <a:extLst>
                <a:ext uri="{FF2B5EF4-FFF2-40B4-BE49-F238E27FC236}">
                  <a16:creationId xmlns:a16="http://schemas.microsoft.com/office/drawing/2014/main" id="{4801E8F8-73EA-336D-6FE5-80B298BF572B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27445"/>
              <a:ext cx="21130" cy="11541"/>
            </a:xfrm>
            <a:custGeom>
              <a:avLst/>
              <a:gdLst/>
              <a:ahLst/>
              <a:cxnLst/>
              <a:rect l="0" t="0" r="0" b="0"/>
              <a:pathLst>
                <a:path w="21130" h="11541">
                  <a:moveTo>
                    <a:pt x="0" y="11541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7" name="Input_receptor__1086">
              <a:extLst>
                <a:ext uri="{FF2B5EF4-FFF2-40B4-BE49-F238E27FC236}">
                  <a16:creationId xmlns:a16="http://schemas.microsoft.com/office/drawing/2014/main" id="{1C2E7C21-BD8A-E3C1-22BC-B81FFA14179F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281758"/>
              <a:ext cx="17675" cy="36380"/>
            </a:xfrm>
            <a:custGeom>
              <a:avLst/>
              <a:gdLst/>
              <a:ahLst/>
              <a:cxnLst/>
              <a:rect l="0" t="0" r="0" b="0"/>
              <a:pathLst>
                <a:path w="17675" h="36380">
                  <a:moveTo>
                    <a:pt x="0" y="36380"/>
                  </a:moveTo>
                  <a:lnTo>
                    <a:pt x="1767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8" name="Input_receptor__1087">
              <a:extLst>
                <a:ext uri="{FF2B5EF4-FFF2-40B4-BE49-F238E27FC236}">
                  <a16:creationId xmlns:a16="http://schemas.microsoft.com/office/drawing/2014/main" id="{81E1550F-0BA9-2B19-8032-E62050541360}"/>
                </a:ext>
              </a:extLst>
            </p:cNvPr>
            <p:cNvSpPr>
              <a:spLocks noGrp="1"/>
            </p:cNvSpPr>
            <p:nvPr/>
          </p:nvSpPr>
          <p:spPr>
            <a:xfrm>
              <a:off x="993424" y="5046840"/>
              <a:ext cx="17475" cy="40447"/>
            </a:xfrm>
            <a:custGeom>
              <a:avLst/>
              <a:gdLst/>
              <a:ahLst/>
              <a:cxnLst/>
              <a:rect l="0" t="0" r="0" b="0"/>
              <a:pathLst>
                <a:path w="17475" h="40447">
                  <a:moveTo>
                    <a:pt x="0" y="40447"/>
                  </a:moveTo>
                  <a:lnTo>
                    <a:pt x="17475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89" name="Input_receptor__1088">
              <a:extLst>
                <a:ext uri="{FF2B5EF4-FFF2-40B4-BE49-F238E27FC236}">
                  <a16:creationId xmlns:a16="http://schemas.microsoft.com/office/drawing/2014/main" id="{DD8CA3C0-4266-E1D1-0653-5A55D57BD73F}"/>
                </a:ext>
              </a:extLst>
            </p:cNvPr>
            <p:cNvSpPr>
              <a:spLocks noGrp="1"/>
            </p:cNvSpPr>
            <p:nvPr/>
          </p:nvSpPr>
          <p:spPr>
            <a:xfrm>
              <a:off x="1104753" y="4468040"/>
              <a:ext cx="13606" cy="29052"/>
            </a:xfrm>
            <a:custGeom>
              <a:avLst/>
              <a:gdLst/>
              <a:ahLst/>
              <a:cxnLst/>
              <a:rect l="0" t="0" r="0" b="0"/>
              <a:pathLst>
                <a:path w="13606" h="29052">
                  <a:moveTo>
                    <a:pt x="0" y="29052"/>
                  </a:moveTo>
                  <a:lnTo>
                    <a:pt x="13606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0" name="Input_receptor__1089">
              <a:extLst>
                <a:ext uri="{FF2B5EF4-FFF2-40B4-BE49-F238E27FC236}">
                  <a16:creationId xmlns:a16="http://schemas.microsoft.com/office/drawing/2014/main" id="{C50FA264-71DF-D989-E943-6BD5C462E5EA}"/>
                </a:ext>
              </a:extLst>
            </p:cNvPr>
            <p:cNvSpPr>
              <a:spLocks noGrp="1"/>
            </p:cNvSpPr>
            <p:nvPr/>
          </p:nvSpPr>
          <p:spPr>
            <a:xfrm>
              <a:off x="1196958" y="5026335"/>
              <a:ext cx="16502" cy="44083"/>
            </a:xfrm>
            <a:custGeom>
              <a:avLst/>
              <a:gdLst/>
              <a:ahLst/>
              <a:cxnLst/>
              <a:rect l="0" t="0" r="0" b="0"/>
              <a:pathLst>
                <a:path w="16502" h="44083">
                  <a:moveTo>
                    <a:pt x="0" y="44083"/>
                  </a:moveTo>
                  <a:lnTo>
                    <a:pt x="16502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1" name="Input_receptor__1090">
              <a:extLst>
                <a:ext uri="{FF2B5EF4-FFF2-40B4-BE49-F238E27FC236}">
                  <a16:creationId xmlns:a16="http://schemas.microsoft.com/office/drawing/2014/main" id="{0DECF33E-27CD-5CE9-15A9-948CBA320B85}"/>
                </a:ext>
              </a:extLst>
            </p:cNvPr>
            <p:cNvSpPr>
              <a:spLocks noGrp="1"/>
            </p:cNvSpPr>
            <p:nvPr/>
          </p:nvSpPr>
          <p:spPr>
            <a:xfrm>
              <a:off x="1550196" y="4739791"/>
              <a:ext cx="31918" cy="1978"/>
            </a:xfrm>
            <a:custGeom>
              <a:avLst/>
              <a:gdLst/>
              <a:ahLst/>
              <a:cxnLst/>
              <a:rect l="0" t="0" r="0" b="0"/>
              <a:pathLst>
                <a:path w="31918" h="1978">
                  <a:moveTo>
                    <a:pt x="0" y="0"/>
                  </a:moveTo>
                  <a:lnTo>
                    <a:pt x="31918" y="1978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2" name="Input_receptor__1091">
              <a:extLst>
                <a:ext uri="{FF2B5EF4-FFF2-40B4-BE49-F238E27FC236}">
                  <a16:creationId xmlns:a16="http://schemas.microsoft.com/office/drawing/2014/main" id="{77855F6B-956D-CE3C-2270-DD4FD84A6C85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893378"/>
              <a:ext cx="29638" cy="34162"/>
            </a:xfrm>
            <a:custGeom>
              <a:avLst/>
              <a:gdLst/>
              <a:ahLst/>
              <a:cxnLst/>
              <a:rect l="0" t="0" r="0" b="0"/>
              <a:pathLst>
                <a:path w="29638" h="34162">
                  <a:moveTo>
                    <a:pt x="29638" y="0"/>
                  </a:moveTo>
                  <a:lnTo>
                    <a:pt x="0" y="34162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3" name="Input_receptor__1092">
              <a:extLst>
                <a:ext uri="{FF2B5EF4-FFF2-40B4-BE49-F238E27FC236}">
                  <a16:creationId xmlns:a16="http://schemas.microsoft.com/office/drawing/2014/main" id="{CE63BC31-74A1-8F51-82A7-CBB760A38610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396766"/>
              <a:ext cx="33748" cy="34011"/>
            </a:xfrm>
            <a:custGeom>
              <a:avLst/>
              <a:gdLst/>
              <a:ahLst/>
              <a:cxnLst/>
              <a:rect l="0" t="0" r="0" b="0"/>
              <a:pathLst>
                <a:path w="33748" h="34011">
                  <a:moveTo>
                    <a:pt x="33748" y="0"/>
                  </a:moveTo>
                  <a:lnTo>
                    <a:pt x="0" y="34011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4" name="Input_receptor__1093">
              <a:extLst>
                <a:ext uri="{FF2B5EF4-FFF2-40B4-BE49-F238E27FC236}">
                  <a16:creationId xmlns:a16="http://schemas.microsoft.com/office/drawing/2014/main" id="{5500C073-05E1-FD73-EB28-300CB0000439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4662"/>
              <a:ext cx="24225" cy="13152"/>
            </a:xfrm>
            <a:custGeom>
              <a:avLst/>
              <a:gdLst/>
              <a:ahLst/>
              <a:cxnLst/>
              <a:rect l="0" t="0" r="0" b="0"/>
              <a:pathLst>
                <a:path w="24225" h="13152">
                  <a:moveTo>
                    <a:pt x="24225" y="13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5" name="Input_receptor__1094">
              <a:extLst>
                <a:ext uri="{FF2B5EF4-FFF2-40B4-BE49-F238E27FC236}">
                  <a16:creationId xmlns:a16="http://schemas.microsoft.com/office/drawing/2014/main" id="{09908312-5374-698E-2736-0DC0E0022E54}"/>
                </a:ext>
              </a:extLst>
            </p:cNvPr>
            <p:cNvSpPr>
              <a:spLocks noGrp="1"/>
            </p:cNvSpPr>
            <p:nvPr/>
          </p:nvSpPr>
          <p:spPr>
            <a:xfrm>
              <a:off x="1095335" y="4290956"/>
              <a:ext cx="45977" cy="4033"/>
            </a:xfrm>
            <a:custGeom>
              <a:avLst/>
              <a:gdLst/>
              <a:ahLst/>
              <a:cxnLst/>
              <a:rect l="0" t="0" r="0" b="0"/>
              <a:pathLst>
                <a:path w="45977" h="4033">
                  <a:moveTo>
                    <a:pt x="45977" y="40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6" name="Input_receptor__1095">
              <a:extLst>
                <a:ext uri="{FF2B5EF4-FFF2-40B4-BE49-F238E27FC236}">
                  <a16:creationId xmlns:a16="http://schemas.microsoft.com/office/drawing/2014/main" id="{99E5412C-BF6A-A9F4-FA8C-DD18E681B641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41126"/>
              <a:ext cx="23262" cy="41868"/>
            </a:xfrm>
            <a:custGeom>
              <a:avLst/>
              <a:gdLst/>
              <a:ahLst/>
              <a:cxnLst/>
              <a:rect l="0" t="0" r="0" b="0"/>
              <a:pathLst>
                <a:path w="23262" h="41868">
                  <a:moveTo>
                    <a:pt x="0" y="0"/>
                  </a:moveTo>
                  <a:lnTo>
                    <a:pt x="23262" y="41868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7" name="Input_receptor__1096">
              <a:extLst>
                <a:ext uri="{FF2B5EF4-FFF2-40B4-BE49-F238E27FC236}">
                  <a16:creationId xmlns:a16="http://schemas.microsoft.com/office/drawing/2014/main" id="{7F404335-FC21-6DCD-9D64-593E858E03E2}"/>
                </a:ext>
              </a:extLst>
            </p:cNvPr>
            <p:cNvSpPr>
              <a:spLocks noGrp="1"/>
            </p:cNvSpPr>
            <p:nvPr/>
          </p:nvSpPr>
          <p:spPr>
            <a:xfrm>
              <a:off x="1013359" y="4742413"/>
              <a:ext cx="47464" cy="8926"/>
            </a:xfrm>
            <a:custGeom>
              <a:avLst/>
              <a:gdLst/>
              <a:ahLst/>
              <a:cxnLst/>
              <a:rect l="0" t="0" r="0" b="0"/>
              <a:pathLst>
                <a:path w="47464" h="8926">
                  <a:moveTo>
                    <a:pt x="47464" y="0"/>
                  </a:moveTo>
                  <a:lnTo>
                    <a:pt x="0" y="892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8" name="Input_receptor__1097">
              <a:extLst>
                <a:ext uri="{FF2B5EF4-FFF2-40B4-BE49-F238E27FC236}">
                  <a16:creationId xmlns:a16="http://schemas.microsoft.com/office/drawing/2014/main" id="{58B068A3-C29E-A3CB-3268-FA97609D7972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65460"/>
              <a:ext cx="17445" cy="10467"/>
            </a:xfrm>
            <a:custGeom>
              <a:avLst/>
              <a:gdLst/>
              <a:ahLst/>
              <a:cxnLst/>
              <a:rect l="0" t="0" r="0" b="0"/>
              <a:pathLst>
                <a:path w="17445" h="10467">
                  <a:moveTo>
                    <a:pt x="17445" y="0"/>
                  </a:moveTo>
                  <a:lnTo>
                    <a:pt x="0" y="104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9" name="Input_receptor__1098">
              <a:extLst>
                <a:ext uri="{FF2B5EF4-FFF2-40B4-BE49-F238E27FC236}">
                  <a16:creationId xmlns:a16="http://schemas.microsoft.com/office/drawing/2014/main" id="{75266196-E935-06D3-FF38-BC25DA3CDEFF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72727"/>
              <a:ext cx="44355" cy="18132"/>
            </a:xfrm>
            <a:custGeom>
              <a:avLst/>
              <a:gdLst/>
              <a:ahLst/>
              <a:cxnLst/>
              <a:rect l="0" t="0" r="0" b="0"/>
              <a:pathLst>
                <a:path w="44355" h="18132">
                  <a:moveTo>
                    <a:pt x="0" y="18132"/>
                  </a:moveTo>
                  <a:lnTo>
                    <a:pt x="4435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0" name="Input_receptor__1099">
              <a:extLst>
                <a:ext uri="{FF2B5EF4-FFF2-40B4-BE49-F238E27FC236}">
                  <a16:creationId xmlns:a16="http://schemas.microsoft.com/office/drawing/2014/main" id="{CD252F72-E07F-2CFD-863D-DEFB938A936B}"/>
                </a:ext>
              </a:extLst>
            </p:cNvPr>
            <p:cNvSpPr>
              <a:spLocks noGrp="1"/>
            </p:cNvSpPr>
            <p:nvPr/>
          </p:nvSpPr>
          <p:spPr>
            <a:xfrm>
              <a:off x="1427542" y="4272617"/>
              <a:ext cx="23167" cy="42503"/>
            </a:xfrm>
            <a:custGeom>
              <a:avLst/>
              <a:gdLst/>
              <a:ahLst/>
              <a:cxnLst/>
              <a:rect l="0" t="0" r="0" b="0"/>
              <a:pathLst>
                <a:path w="23167" h="42503">
                  <a:moveTo>
                    <a:pt x="0" y="0"/>
                  </a:moveTo>
                  <a:lnTo>
                    <a:pt x="23167" y="42503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1" name="Input_receptor__1100">
              <a:extLst>
                <a:ext uri="{FF2B5EF4-FFF2-40B4-BE49-F238E27FC236}">
                  <a16:creationId xmlns:a16="http://schemas.microsoft.com/office/drawing/2014/main" id="{1D1B2D69-5060-9E5A-D334-1DCAB7590D68}"/>
                </a:ext>
              </a:extLst>
            </p:cNvPr>
            <p:cNvSpPr>
              <a:spLocks noGrp="1"/>
            </p:cNvSpPr>
            <p:nvPr/>
          </p:nvSpPr>
          <p:spPr>
            <a:xfrm>
              <a:off x="1489012" y="4781021"/>
              <a:ext cx="45779" cy="15996"/>
            </a:xfrm>
            <a:custGeom>
              <a:avLst/>
              <a:gdLst/>
              <a:ahLst/>
              <a:cxnLst/>
              <a:rect l="0" t="0" r="0" b="0"/>
              <a:pathLst>
                <a:path w="45779" h="15996">
                  <a:moveTo>
                    <a:pt x="0" y="0"/>
                  </a:moveTo>
                  <a:lnTo>
                    <a:pt x="45779" y="1599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2" name="Input_receptor__1101">
              <a:extLst>
                <a:ext uri="{FF2B5EF4-FFF2-40B4-BE49-F238E27FC236}">
                  <a16:creationId xmlns:a16="http://schemas.microsoft.com/office/drawing/2014/main" id="{4DCD594B-D232-2869-2D3D-7201CC22B97E}"/>
                </a:ext>
              </a:extLst>
            </p:cNvPr>
            <p:cNvSpPr>
              <a:spLocks noGrp="1"/>
            </p:cNvSpPr>
            <p:nvPr/>
          </p:nvSpPr>
          <p:spPr>
            <a:xfrm>
              <a:off x="1607562" y="5074035"/>
              <a:ext cx="45864" cy="11733"/>
            </a:xfrm>
            <a:custGeom>
              <a:avLst/>
              <a:gdLst/>
              <a:ahLst/>
              <a:cxnLst/>
              <a:rect l="0" t="0" r="0" b="0"/>
              <a:pathLst>
                <a:path w="45864" h="11733">
                  <a:moveTo>
                    <a:pt x="45864" y="0"/>
                  </a:moveTo>
                  <a:lnTo>
                    <a:pt x="0" y="11733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3" name="Input_receptor__1102">
              <a:extLst>
                <a:ext uri="{FF2B5EF4-FFF2-40B4-BE49-F238E27FC236}">
                  <a16:creationId xmlns:a16="http://schemas.microsoft.com/office/drawing/2014/main" id="{EBB09DB4-9E92-8721-22B0-7CA1C9309893}"/>
                </a:ext>
              </a:extLst>
            </p:cNvPr>
            <p:cNvSpPr>
              <a:spLocks noGrp="1"/>
            </p:cNvSpPr>
            <p:nvPr/>
          </p:nvSpPr>
          <p:spPr>
            <a:xfrm>
              <a:off x="1007068" y="5481373"/>
              <a:ext cx="1906" cy="46112"/>
            </a:xfrm>
            <a:custGeom>
              <a:avLst/>
              <a:gdLst/>
              <a:ahLst/>
              <a:cxnLst/>
              <a:rect l="0" t="0" r="0" b="0"/>
              <a:pathLst>
                <a:path w="1906" h="46112">
                  <a:moveTo>
                    <a:pt x="0" y="0"/>
                  </a:moveTo>
                  <a:lnTo>
                    <a:pt x="1906" y="46112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4" name="Input_receptor__1103">
              <a:extLst>
                <a:ext uri="{FF2B5EF4-FFF2-40B4-BE49-F238E27FC236}">
                  <a16:creationId xmlns:a16="http://schemas.microsoft.com/office/drawing/2014/main" id="{645FA1FB-72D6-04F7-0DDA-BF8E5C4282E7}"/>
                </a:ext>
              </a:extLst>
            </p:cNvPr>
            <p:cNvSpPr>
              <a:spLocks noGrp="1"/>
            </p:cNvSpPr>
            <p:nvPr/>
          </p:nvSpPr>
          <p:spPr>
            <a:xfrm>
              <a:off x="1088168" y="5406332"/>
              <a:ext cx="44468" cy="18426"/>
            </a:xfrm>
            <a:custGeom>
              <a:avLst/>
              <a:gdLst/>
              <a:ahLst/>
              <a:cxnLst/>
              <a:rect l="0" t="0" r="0" b="0"/>
              <a:pathLst>
                <a:path w="44468" h="18426">
                  <a:moveTo>
                    <a:pt x="44468" y="184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5" name="Input_receptor__1104">
              <a:extLst>
                <a:ext uri="{FF2B5EF4-FFF2-40B4-BE49-F238E27FC236}">
                  <a16:creationId xmlns:a16="http://schemas.microsoft.com/office/drawing/2014/main" id="{24CEE423-49AE-2876-115F-C77931BFDB19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66837"/>
              <a:ext cx="18369" cy="9240"/>
            </a:xfrm>
            <a:custGeom>
              <a:avLst/>
              <a:gdLst/>
              <a:ahLst/>
              <a:cxnLst/>
              <a:rect l="0" t="0" r="0" b="0"/>
              <a:pathLst>
                <a:path w="18369" h="9240">
                  <a:moveTo>
                    <a:pt x="0" y="9240"/>
                  </a:moveTo>
                  <a:lnTo>
                    <a:pt x="18369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6" name="Input_receptor__1105">
              <a:extLst>
                <a:ext uri="{FF2B5EF4-FFF2-40B4-BE49-F238E27FC236}">
                  <a16:creationId xmlns:a16="http://schemas.microsoft.com/office/drawing/2014/main" id="{FF4F1D1C-D0D1-B907-0098-853047F929DC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70893"/>
              <a:ext cx="14981" cy="19167"/>
            </a:xfrm>
            <a:custGeom>
              <a:avLst/>
              <a:gdLst/>
              <a:ahLst/>
              <a:cxnLst/>
              <a:rect l="0" t="0" r="0" b="0"/>
              <a:pathLst>
                <a:path w="14981" h="19167">
                  <a:moveTo>
                    <a:pt x="14981" y="0"/>
                  </a:moveTo>
                  <a:lnTo>
                    <a:pt x="0" y="191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7" name="Input_receptor__1106">
              <a:extLst>
                <a:ext uri="{FF2B5EF4-FFF2-40B4-BE49-F238E27FC236}">
                  <a16:creationId xmlns:a16="http://schemas.microsoft.com/office/drawing/2014/main" id="{6A86ADCC-CAE0-B13B-68C2-51224D932EF5}"/>
                </a:ext>
              </a:extLst>
            </p:cNvPr>
            <p:cNvSpPr>
              <a:spLocks noGrp="1"/>
            </p:cNvSpPr>
            <p:nvPr/>
          </p:nvSpPr>
          <p:spPr>
            <a:xfrm>
              <a:off x="1010899" y="5034697"/>
              <a:ext cx="26070" cy="12143"/>
            </a:xfrm>
            <a:custGeom>
              <a:avLst/>
              <a:gdLst/>
              <a:ahLst/>
              <a:cxnLst/>
              <a:rect l="0" t="0" r="0" b="0"/>
              <a:pathLst>
                <a:path w="26070" h="12143">
                  <a:moveTo>
                    <a:pt x="0" y="12143"/>
                  </a:moveTo>
                  <a:lnTo>
                    <a:pt x="2607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8" name="Input_receptor__1107">
              <a:extLst>
                <a:ext uri="{FF2B5EF4-FFF2-40B4-BE49-F238E27FC236}">
                  <a16:creationId xmlns:a16="http://schemas.microsoft.com/office/drawing/2014/main" id="{94766023-E39D-25C0-776B-1FD148D0EC0C}"/>
                </a:ext>
              </a:extLst>
            </p:cNvPr>
            <p:cNvSpPr>
              <a:spLocks noGrp="1"/>
            </p:cNvSpPr>
            <p:nvPr/>
          </p:nvSpPr>
          <p:spPr>
            <a:xfrm>
              <a:off x="1612092" y="5222656"/>
              <a:ext cx="3959" cy="44230"/>
            </a:xfrm>
            <a:custGeom>
              <a:avLst/>
              <a:gdLst/>
              <a:ahLst/>
              <a:cxnLst/>
              <a:rect l="0" t="0" r="0" b="0"/>
              <a:pathLst>
                <a:path w="3959" h="44230">
                  <a:moveTo>
                    <a:pt x="3959" y="0"/>
                  </a:moveTo>
                  <a:lnTo>
                    <a:pt x="0" y="4423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09" name="Input_receptor__1108">
              <a:extLst>
                <a:ext uri="{FF2B5EF4-FFF2-40B4-BE49-F238E27FC236}">
                  <a16:creationId xmlns:a16="http://schemas.microsoft.com/office/drawing/2014/main" id="{25DB45B5-016D-98CD-7E12-CDA549FFAD91}"/>
                </a:ext>
              </a:extLst>
            </p:cNvPr>
            <p:cNvSpPr>
              <a:spLocks noGrp="1"/>
            </p:cNvSpPr>
            <p:nvPr/>
          </p:nvSpPr>
          <p:spPr>
            <a:xfrm>
              <a:off x="1449896" y="4597746"/>
              <a:ext cx="32868" cy="12423"/>
            </a:xfrm>
            <a:custGeom>
              <a:avLst/>
              <a:gdLst/>
              <a:ahLst/>
              <a:cxnLst/>
              <a:rect l="0" t="0" r="0" b="0"/>
              <a:pathLst>
                <a:path w="32868" h="12423">
                  <a:moveTo>
                    <a:pt x="0" y="12423"/>
                  </a:moveTo>
                  <a:lnTo>
                    <a:pt x="32868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0" name="Input_receptor__1109">
              <a:extLst>
                <a:ext uri="{FF2B5EF4-FFF2-40B4-BE49-F238E27FC236}">
                  <a16:creationId xmlns:a16="http://schemas.microsoft.com/office/drawing/2014/main" id="{03F5D6DE-A8FD-2F55-3905-E5D10F8CD5A3}"/>
                </a:ext>
              </a:extLst>
            </p:cNvPr>
            <p:cNvSpPr>
              <a:spLocks noGrp="1"/>
            </p:cNvSpPr>
            <p:nvPr/>
          </p:nvSpPr>
          <p:spPr>
            <a:xfrm>
              <a:off x="1156847" y="4709358"/>
              <a:ext cx="38792" cy="17138"/>
            </a:xfrm>
            <a:custGeom>
              <a:avLst/>
              <a:gdLst/>
              <a:ahLst/>
              <a:cxnLst/>
              <a:rect l="0" t="0" r="0" b="0"/>
              <a:pathLst>
                <a:path w="38792" h="17138">
                  <a:moveTo>
                    <a:pt x="38792" y="0"/>
                  </a:moveTo>
                  <a:lnTo>
                    <a:pt x="0" y="17138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1" name="Input_receptor__1110">
              <a:extLst>
                <a:ext uri="{FF2B5EF4-FFF2-40B4-BE49-F238E27FC236}">
                  <a16:creationId xmlns:a16="http://schemas.microsoft.com/office/drawing/2014/main" id="{CDDD2A76-F118-96FC-EEB5-44AB162DF68B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7426"/>
              <a:ext cx="20079" cy="24145"/>
            </a:xfrm>
            <a:custGeom>
              <a:avLst/>
              <a:gdLst/>
              <a:ahLst/>
              <a:cxnLst/>
              <a:rect l="0" t="0" r="0" b="0"/>
              <a:pathLst>
                <a:path w="20079" h="24145">
                  <a:moveTo>
                    <a:pt x="0" y="24145"/>
                  </a:moveTo>
                  <a:lnTo>
                    <a:pt x="20079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2" name="Input_receptor__1111">
              <a:extLst>
                <a:ext uri="{FF2B5EF4-FFF2-40B4-BE49-F238E27FC236}">
                  <a16:creationId xmlns:a16="http://schemas.microsoft.com/office/drawing/2014/main" id="{EAB08879-1ABB-92B0-D867-DEEB9D50E684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798709"/>
              <a:ext cx="7621" cy="41199"/>
            </a:xfrm>
            <a:custGeom>
              <a:avLst/>
              <a:gdLst/>
              <a:ahLst/>
              <a:cxnLst/>
              <a:rect l="0" t="0" r="0" b="0"/>
              <a:pathLst>
                <a:path w="7621" h="41199">
                  <a:moveTo>
                    <a:pt x="0" y="41199"/>
                  </a:moveTo>
                  <a:lnTo>
                    <a:pt x="7621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3" name="Input_receptor__1112">
              <a:extLst>
                <a:ext uri="{FF2B5EF4-FFF2-40B4-BE49-F238E27FC236}">
                  <a16:creationId xmlns:a16="http://schemas.microsoft.com/office/drawing/2014/main" id="{348E24EA-7D88-8473-A48B-39EA32167855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9549" cy="5196"/>
            </a:xfrm>
            <a:custGeom>
              <a:avLst/>
              <a:gdLst/>
              <a:ahLst/>
              <a:cxnLst/>
              <a:rect l="0" t="0" r="0" b="0"/>
              <a:pathLst>
                <a:path w="9549" h="5196">
                  <a:moveTo>
                    <a:pt x="9549" y="51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4" name="Input_receptor__1113">
              <a:extLst>
                <a:ext uri="{FF2B5EF4-FFF2-40B4-BE49-F238E27FC236}">
                  <a16:creationId xmlns:a16="http://schemas.microsoft.com/office/drawing/2014/main" id="{7408DFE1-AC6E-3A46-6A6C-6DF5741D7D5A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212664"/>
              <a:ext cx="10764" cy="11567"/>
            </a:xfrm>
            <a:custGeom>
              <a:avLst/>
              <a:gdLst/>
              <a:ahLst/>
              <a:cxnLst/>
              <a:rect l="0" t="0" r="0" b="0"/>
              <a:pathLst>
                <a:path w="10764" h="11567">
                  <a:moveTo>
                    <a:pt x="0" y="0"/>
                  </a:moveTo>
                  <a:lnTo>
                    <a:pt x="10764" y="11567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5" name="Input_receptor__1114">
              <a:extLst>
                <a:ext uri="{FF2B5EF4-FFF2-40B4-BE49-F238E27FC236}">
                  <a16:creationId xmlns:a16="http://schemas.microsoft.com/office/drawing/2014/main" id="{550AA8E9-A84B-3606-8A35-C0692926B464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53384"/>
              <a:ext cx="13847" cy="36520"/>
            </a:xfrm>
            <a:custGeom>
              <a:avLst/>
              <a:gdLst/>
              <a:ahLst/>
              <a:cxnLst/>
              <a:rect l="0" t="0" r="0" b="0"/>
              <a:pathLst>
                <a:path w="13847" h="36520">
                  <a:moveTo>
                    <a:pt x="13847" y="36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6" name="Input_receptor__1115">
              <a:extLst>
                <a:ext uri="{FF2B5EF4-FFF2-40B4-BE49-F238E27FC236}">
                  <a16:creationId xmlns:a16="http://schemas.microsoft.com/office/drawing/2014/main" id="{7FF0C080-5AD3-9BA8-5D33-497D5DD50144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65070"/>
              <a:ext cx="27056" cy="18110"/>
            </a:xfrm>
            <a:custGeom>
              <a:avLst/>
              <a:gdLst/>
              <a:ahLst/>
              <a:cxnLst/>
              <a:rect l="0" t="0" r="0" b="0"/>
              <a:pathLst>
                <a:path w="27056" h="18110">
                  <a:moveTo>
                    <a:pt x="0" y="18110"/>
                  </a:moveTo>
                  <a:lnTo>
                    <a:pt x="27056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7" name="Input_receptor__1116">
              <a:extLst>
                <a:ext uri="{FF2B5EF4-FFF2-40B4-BE49-F238E27FC236}">
                  <a16:creationId xmlns:a16="http://schemas.microsoft.com/office/drawing/2014/main" id="{D09A0480-99DF-AF74-3761-EB7F6F297DA2}"/>
                </a:ext>
              </a:extLst>
            </p:cNvPr>
            <p:cNvSpPr>
              <a:spLocks noGrp="1"/>
            </p:cNvSpPr>
            <p:nvPr/>
          </p:nvSpPr>
          <p:spPr>
            <a:xfrm>
              <a:off x="1151504" y="5070418"/>
              <a:ext cx="45454" cy="6596"/>
            </a:xfrm>
            <a:custGeom>
              <a:avLst/>
              <a:gdLst/>
              <a:ahLst/>
              <a:cxnLst/>
              <a:rect l="0" t="0" r="0" b="0"/>
              <a:pathLst>
                <a:path w="45454" h="6596">
                  <a:moveTo>
                    <a:pt x="0" y="6596"/>
                  </a:moveTo>
                  <a:lnTo>
                    <a:pt x="45454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8" name="Input_receptor__1117">
              <a:extLst>
                <a:ext uri="{FF2B5EF4-FFF2-40B4-BE49-F238E27FC236}">
                  <a16:creationId xmlns:a16="http://schemas.microsoft.com/office/drawing/2014/main" id="{CC2B4DD0-0FE2-4102-82AA-C0BBE1C62CDE}"/>
                </a:ext>
              </a:extLst>
            </p:cNvPr>
            <p:cNvSpPr>
              <a:spLocks noGrp="1"/>
            </p:cNvSpPr>
            <p:nvPr/>
          </p:nvSpPr>
          <p:spPr>
            <a:xfrm>
              <a:off x="1601007" y="4646612"/>
              <a:ext cx="42977" cy="20646"/>
            </a:xfrm>
            <a:custGeom>
              <a:avLst/>
              <a:gdLst/>
              <a:ahLst/>
              <a:cxnLst/>
              <a:rect l="0" t="0" r="0" b="0"/>
              <a:pathLst>
                <a:path w="42977" h="20646">
                  <a:moveTo>
                    <a:pt x="0" y="20646"/>
                  </a:moveTo>
                  <a:lnTo>
                    <a:pt x="42977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9" name="Input_receptor__1118">
              <a:extLst>
                <a:ext uri="{FF2B5EF4-FFF2-40B4-BE49-F238E27FC236}">
                  <a16:creationId xmlns:a16="http://schemas.microsoft.com/office/drawing/2014/main" id="{2A2867CF-B7CC-7C75-7BB3-7B7F93718C17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115766"/>
              <a:ext cx="18605" cy="8296"/>
            </a:xfrm>
            <a:custGeom>
              <a:avLst/>
              <a:gdLst/>
              <a:ahLst/>
              <a:cxnLst/>
              <a:rect l="0" t="0" r="0" b="0"/>
              <a:pathLst>
                <a:path w="18605" h="8296">
                  <a:moveTo>
                    <a:pt x="18605" y="0"/>
                  </a:moveTo>
                  <a:lnTo>
                    <a:pt x="0" y="8296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20" name="Input_receptor__1119">
              <a:extLst>
                <a:ext uri="{FF2B5EF4-FFF2-40B4-BE49-F238E27FC236}">
                  <a16:creationId xmlns:a16="http://schemas.microsoft.com/office/drawing/2014/main" id="{B20664C0-057B-3DF0-0DA5-2D7C51528F51}"/>
                </a:ext>
              </a:extLst>
            </p:cNvPr>
            <p:cNvSpPr>
              <a:spLocks noGrp="1"/>
            </p:cNvSpPr>
            <p:nvPr/>
          </p:nvSpPr>
          <p:spPr>
            <a:xfrm>
              <a:off x="1048630" y="4982335"/>
              <a:ext cx="45284" cy="3166"/>
            </a:xfrm>
            <a:custGeom>
              <a:avLst/>
              <a:gdLst/>
              <a:ahLst/>
              <a:cxnLst/>
              <a:rect l="0" t="0" r="0" b="0"/>
              <a:pathLst>
                <a:path w="45284" h="3166">
                  <a:moveTo>
                    <a:pt x="0" y="0"/>
                  </a:moveTo>
                  <a:lnTo>
                    <a:pt x="45284" y="3166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1" name="Input_receptor__1120">
              <a:extLst>
                <a:ext uri="{FF2B5EF4-FFF2-40B4-BE49-F238E27FC236}">
                  <a16:creationId xmlns:a16="http://schemas.microsoft.com/office/drawing/2014/main" id="{F7F1FAE8-40E1-B996-F208-85081BB6507A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21654"/>
              <a:ext cx="9297" cy="17630"/>
            </a:xfrm>
            <a:custGeom>
              <a:avLst/>
              <a:gdLst/>
              <a:ahLst/>
              <a:cxnLst/>
              <a:rect l="0" t="0" r="0" b="0"/>
              <a:pathLst>
                <a:path w="9297" h="17630">
                  <a:moveTo>
                    <a:pt x="9297" y="0"/>
                  </a:moveTo>
                  <a:lnTo>
                    <a:pt x="0" y="17630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2" name="Input_receptor__1121">
              <a:extLst>
                <a:ext uri="{FF2B5EF4-FFF2-40B4-BE49-F238E27FC236}">
                  <a16:creationId xmlns:a16="http://schemas.microsoft.com/office/drawing/2014/main" id="{735D9B6A-55B8-8F46-9868-1DBA88E324B5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75730"/>
              <a:ext cx="1253" cy="914"/>
            </a:xfrm>
            <a:custGeom>
              <a:avLst/>
              <a:gdLst/>
              <a:ahLst/>
              <a:cxnLst/>
              <a:rect l="0" t="0" r="0" b="0"/>
              <a:pathLst>
                <a:path w="1253" h="914">
                  <a:moveTo>
                    <a:pt x="1253" y="0"/>
                  </a:moveTo>
                  <a:lnTo>
                    <a:pt x="0" y="914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3" name="Input_receptor__1122">
              <a:extLst>
                <a:ext uri="{FF2B5EF4-FFF2-40B4-BE49-F238E27FC236}">
                  <a16:creationId xmlns:a16="http://schemas.microsoft.com/office/drawing/2014/main" id="{76B60392-8E64-5C81-81C3-19BDE1C3014A}"/>
                </a:ext>
              </a:extLst>
            </p:cNvPr>
            <p:cNvSpPr>
              <a:spLocks noGrp="1"/>
            </p:cNvSpPr>
            <p:nvPr/>
          </p:nvSpPr>
          <p:spPr>
            <a:xfrm>
              <a:off x="951802" y="4390138"/>
              <a:ext cx="28710" cy="28147"/>
            </a:xfrm>
            <a:custGeom>
              <a:avLst/>
              <a:gdLst/>
              <a:ahLst/>
              <a:cxnLst/>
              <a:rect l="0" t="0" r="0" b="0"/>
              <a:pathLst>
                <a:path w="28710" h="28147">
                  <a:moveTo>
                    <a:pt x="28710" y="0"/>
                  </a:moveTo>
                  <a:lnTo>
                    <a:pt x="0" y="28147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4" name="Input_receptor__1123">
              <a:extLst>
                <a:ext uri="{FF2B5EF4-FFF2-40B4-BE49-F238E27FC236}">
                  <a16:creationId xmlns:a16="http://schemas.microsoft.com/office/drawing/2014/main" id="{0C5E9FB7-374F-D269-2CC4-0819735BA2AA}"/>
                </a:ext>
              </a:extLst>
            </p:cNvPr>
            <p:cNvSpPr>
              <a:spLocks noGrp="1"/>
            </p:cNvSpPr>
            <p:nvPr/>
          </p:nvSpPr>
          <p:spPr>
            <a:xfrm>
              <a:off x="1160851" y="4371896"/>
              <a:ext cx="48017" cy="3759"/>
            </a:xfrm>
            <a:custGeom>
              <a:avLst/>
              <a:gdLst/>
              <a:ahLst/>
              <a:cxnLst/>
              <a:rect l="0" t="0" r="0" b="0"/>
              <a:pathLst>
                <a:path w="48017" h="3759">
                  <a:moveTo>
                    <a:pt x="0" y="3759"/>
                  </a:moveTo>
                  <a:lnTo>
                    <a:pt x="48017" y="0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5" name="Input_receptor__1124">
              <a:extLst>
                <a:ext uri="{FF2B5EF4-FFF2-40B4-BE49-F238E27FC236}">
                  <a16:creationId xmlns:a16="http://schemas.microsoft.com/office/drawing/2014/main" id="{25447F2D-DFA1-93C6-9648-08A88D9DB073}"/>
                </a:ext>
              </a:extLst>
            </p:cNvPr>
            <p:cNvSpPr>
              <a:spLocks noGrp="1"/>
            </p:cNvSpPr>
            <p:nvPr/>
          </p:nvSpPr>
          <p:spPr>
            <a:xfrm>
              <a:off x="1183325" y="5333163"/>
              <a:ext cx="7775" cy="41269"/>
            </a:xfrm>
            <a:custGeom>
              <a:avLst/>
              <a:gdLst/>
              <a:ahLst/>
              <a:cxnLst/>
              <a:rect l="0" t="0" r="0" b="0"/>
              <a:pathLst>
                <a:path w="7775" h="41269">
                  <a:moveTo>
                    <a:pt x="7775" y="0"/>
                  </a:moveTo>
                  <a:lnTo>
                    <a:pt x="0" y="41269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6" name="Input_receptor__1125">
              <a:extLst>
                <a:ext uri="{FF2B5EF4-FFF2-40B4-BE49-F238E27FC236}">
                  <a16:creationId xmlns:a16="http://schemas.microsoft.com/office/drawing/2014/main" id="{5E67B31E-A53E-F77A-7B64-AB74BCD1B19D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11518"/>
              <a:ext cx="19783" cy="38438"/>
            </a:xfrm>
            <a:custGeom>
              <a:avLst/>
              <a:gdLst/>
              <a:ahLst/>
              <a:cxnLst/>
              <a:rect l="0" t="0" r="0" b="0"/>
              <a:pathLst>
                <a:path w="19783" h="38438">
                  <a:moveTo>
                    <a:pt x="0" y="38438"/>
                  </a:moveTo>
                  <a:lnTo>
                    <a:pt x="19783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7" name="Input_receptor__1126">
              <a:extLst>
                <a:ext uri="{FF2B5EF4-FFF2-40B4-BE49-F238E27FC236}">
                  <a16:creationId xmlns:a16="http://schemas.microsoft.com/office/drawing/2014/main" id="{23F1FFE0-D919-7902-35A3-3B688858B545}"/>
                </a:ext>
              </a:extLst>
            </p:cNvPr>
            <p:cNvSpPr>
              <a:spLocks noGrp="1"/>
            </p:cNvSpPr>
            <p:nvPr/>
          </p:nvSpPr>
          <p:spPr>
            <a:xfrm>
              <a:off x="1141312" y="4262223"/>
              <a:ext cx="10924" cy="32766"/>
            </a:xfrm>
            <a:custGeom>
              <a:avLst/>
              <a:gdLst/>
              <a:ahLst/>
              <a:cxnLst/>
              <a:rect l="0" t="0" r="0" b="0"/>
              <a:pathLst>
                <a:path w="10924" h="32766">
                  <a:moveTo>
                    <a:pt x="10924" y="0"/>
                  </a:moveTo>
                  <a:lnTo>
                    <a:pt x="0" y="32766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28" name="Input_receptor__1127">
              <a:extLst>
                <a:ext uri="{FF2B5EF4-FFF2-40B4-BE49-F238E27FC236}">
                  <a16:creationId xmlns:a16="http://schemas.microsoft.com/office/drawing/2014/main" id="{CBBF7620-3FFF-ED7C-77BA-CA1AADF9CBA8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802928"/>
              <a:ext cx="38644" cy="8760"/>
            </a:xfrm>
            <a:custGeom>
              <a:avLst/>
              <a:gdLst/>
              <a:ahLst/>
              <a:cxnLst/>
              <a:rect l="0" t="0" r="0" b="0"/>
              <a:pathLst>
                <a:path w="38644" h="8760">
                  <a:moveTo>
                    <a:pt x="38644" y="0"/>
                  </a:moveTo>
                  <a:lnTo>
                    <a:pt x="0" y="876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9" name="Input_receptor__1128">
              <a:extLst>
                <a:ext uri="{FF2B5EF4-FFF2-40B4-BE49-F238E27FC236}">
                  <a16:creationId xmlns:a16="http://schemas.microsoft.com/office/drawing/2014/main" id="{05A06A8B-331E-8B92-7DB5-F9BAD60AEB43}"/>
                </a:ext>
              </a:extLst>
            </p:cNvPr>
            <p:cNvSpPr>
              <a:spLocks noGrp="1"/>
            </p:cNvSpPr>
            <p:nvPr/>
          </p:nvSpPr>
          <p:spPr>
            <a:xfrm>
              <a:off x="1068695" y="4497092"/>
              <a:ext cx="36058" cy="31492"/>
            </a:xfrm>
            <a:custGeom>
              <a:avLst/>
              <a:gdLst/>
              <a:ahLst/>
              <a:cxnLst/>
              <a:rect l="0" t="0" r="0" b="0"/>
              <a:pathLst>
                <a:path w="36058" h="31492">
                  <a:moveTo>
                    <a:pt x="0" y="31492"/>
                  </a:moveTo>
                  <a:lnTo>
                    <a:pt x="3605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0" name="Input_receptor__1129">
              <a:extLst>
                <a:ext uri="{FF2B5EF4-FFF2-40B4-BE49-F238E27FC236}">
                  <a16:creationId xmlns:a16="http://schemas.microsoft.com/office/drawing/2014/main" id="{A0D7EEBD-982A-1D3D-F263-B20B10FC83B3}"/>
                </a:ext>
              </a:extLst>
            </p:cNvPr>
            <p:cNvSpPr>
              <a:spLocks noGrp="1"/>
            </p:cNvSpPr>
            <p:nvPr/>
          </p:nvSpPr>
          <p:spPr>
            <a:xfrm>
              <a:off x="1069213" y="4250953"/>
              <a:ext cx="26122" cy="40003"/>
            </a:xfrm>
            <a:custGeom>
              <a:avLst/>
              <a:gdLst/>
              <a:ahLst/>
              <a:cxnLst/>
              <a:rect l="0" t="0" r="0" b="0"/>
              <a:pathLst>
                <a:path w="26122" h="40003">
                  <a:moveTo>
                    <a:pt x="26122" y="40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31" name="Input_receptor__1130">
              <a:extLst>
                <a:ext uri="{FF2B5EF4-FFF2-40B4-BE49-F238E27FC236}">
                  <a16:creationId xmlns:a16="http://schemas.microsoft.com/office/drawing/2014/main" id="{6F36C846-6D0C-C4FB-3914-12A6285DD43D}"/>
                </a:ext>
              </a:extLst>
            </p:cNvPr>
            <p:cNvSpPr>
              <a:spLocks noGrp="1"/>
            </p:cNvSpPr>
            <p:nvPr/>
          </p:nvSpPr>
          <p:spPr>
            <a:xfrm>
              <a:off x="1634774" y="4805337"/>
              <a:ext cx="39547" cy="25241"/>
            </a:xfrm>
            <a:custGeom>
              <a:avLst/>
              <a:gdLst/>
              <a:ahLst/>
              <a:cxnLst/>
              <a:rect l="0" t="0" r="0" b="0"/>
              <a:pathLst>
                <a:path w="39547" h="25241">
                  <a:moveTo>
                    <a:pt x="0" y="25241"/>
                  </a:moveTo>
                  <a:lnTo>
                    <a:pt x="39547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2" name="Input_receptor__1131">
              <a:extLst>
                <a:ext uri="{FF2B5EF4-FFF2-40B4-BE49-F238E27FC236}">
                  <a16:creationId xmlns:a16="http://schemas.microsoft.com/office/drawing/2014/main" id="{2A9B1576-2AAF-A3DE-2AF9-0444CFCD3568}"/>
                </a:ext>
              </a:extLst>
            </p:cNvPr>
            <p:cNvSpPr>
              <a:spLocks noGrp="1"/>
            </p:cNvSpPr>
            <p:nvPr/>
          </p:nvSpPr>
          <p:spPr>
            <a:xfrm>
              <a:off x="1505027" y="4725392"/>
              <a:ext cx="45169" cy="14399"/>
            </a:xfrm>
            <a:custGeom>
              <a:avLst/>
              <a:gdLst/>
              <a:ahLst/>
              <a:cxnLst/>
              <a:rect l="0" t="0" r="0" b="0"/>
              <a:pathLst>
                <a:path w="45169" h="14399">
                  <a:moveTo>
                    <a:pt x="0" y="0"/>
                  </a:moveTo>
                  <a:lnTo>
                    <a:pt x="45169" y="1439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3" name="Input_receptor__1132">
              <a:extLst>
                <a:ext uri="{FF2B5EF4-FFF2-40B4-BE49-F238E27FC236}">
                  <a16:creationId xmlns:a16="http://schemas.microsoft.com/office/drawing/2014/main" id="{924450A5-FF59-CB29-F3BC-376949DD426F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21734"/>
              <a:ext cx="19498" cy="41298"/>
            </a:xfrm>
            <a:custGeom>
              <a:avLst/>
              <a:gdLst/>
              <a:ahLst/>
              <a:cxnLst/>
              <a:rect l="0" t="0" r="0" b="0"/>
              <a:pathLst>
                <a:path w="19498" h="41298">
                  <a:moveTo>
                    <a:pt x="0" y="41298"/>
                  </a:moveTo>
                  <a:lnTo>
                    <a:pt x="1949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4" name="Input_receptor__1133">
              <a:extLst>
                <a:ext uri="{FF2B5EF4-FFF2-40B4-BE49-F238E27FC236}">
                  <a16:creationId xmlns:a16="http://schemas.microsoft.com/office/drawing/2014/main" id="{02520404-78AF-57D7-C871-B039FED23102}"/>
                </a:ext>
              </a:extLst>
            </p:cNvPr>
            <p:cNvSpPr>
              <a:spLocks noGrp="1"/>
            </p:cNvSpPr>
            <p:nvPr/>
          </p:nvSpPr>
          <p:spPr>
            <a:xfrm>
              <a:off x="1269198" y="4917600"/>
              <a:ext cx="908" cy="45775"/>
            </a:xfrm>
            <a:custGeom>
              <a:avLst/>
              <a:gdLst/>
              <a:ahLst/>
              <a:cxnLst/>
              <a:rect l="0" t="0" r="0" b="0"/>
              <a:pathLst>
                <a:path w="908" h="45775">
                  <a:moveTo>
                    <a:pt x="0" y="0"/>
                  </a:moveTo>
                  <a:lnTo>
                    <a:pt x="908" y="45775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5" name="Input_receptor__1134">
              <a:extLst>
                <a:ext uri="{FF2B5EF4-FFF2-40B4-BE49-F238E27FC236}">
                  <a16:creationId xmlns:a16="http://schemas.microsoft.com/office/drawing/2014/main" id="{04D40BE5-CA45-1DC5-A888-44FAB8F58E93}"/>
                </a:ext>
              </a:extLst>
            </p:cNvPr>
            <p:cNvSpPr>
              <a:spLocks noGrp="1"/>
            </p:cNvSpPr>
            <p:nvPr/>
          </p:nvSpPr>
          <p:spPr>
            <a:xfrm>
              <a:off x="1799197" y="5125328"/>
              <a:ext cx="13129" cy="39742"/>
            </a:xfrm>
            <a:custGeom>
              <a:avLst/>
              <a:gdLst/>
              <a:ahLst/>
              <a:cxnLst/>
              <a:rect l="0" t="0" r="0" b="0"/>
              <a:pathLst>
                <a:path w="13129" h="39742">
                  <a:moveTo>
                    <a:pt x="0" y="39742"/>
                  </a:moveTo>
                  <a:lnTo>
                    <a:pt x="13129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6" name="Input_receptor__1135">
              <a:extLst>
                <a:ext uri="{FF2B5EF4-FFF2-40B4-BE49-F238E27FC236}">
                  <a16:creationId xmlns:a16="http://schemas.microsoft.com/office/drawing/2014/main" id="{12C91FD4-0430-F71B-26DC-B7632B79112E}"/>
                </a:ext>
              </a:extLst>
            </p:cNvPr>
            <p:cNvSpPr>
              <a:spLocks noGrp="1"/>
            </p:cNvSpPr>
            <p:nvPr/>
          </p:nvSpPr>
          <p:spPr>
            <a:xfrm>
              <a:off x="1168110" y="5305494"/>
              <a:ext cx="22990" cy="27669"/>
            </a:xfrm>
            <a:custGeom>
              <a:avLst/>
              <a:gdLst/>
              <a:ahLst/>
              <a:cxnLst/>
              <a:rect l="0" t="0" r="0" b="0"/>
              <a:pathLst>
                <a:path w="22990" h="27669">
                  <a:moveTo>
                    <a:pt x="0" y="0"/>
                  </a:moveTo>
                  <a:lnTo>
                    <a:pt x="22990" y="2766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7" name="Input_receptor__1136">
              <a:extLst>
                <a:ext uri="{FF2B5EF4-FFF2-40B4-BE49-F238E27FC236}">
                  <a16:creationId xmlns:a16="http://schemas.microsoft.com/office/drawing/2014/main" id="{18098344-0ADC-A661-EDF1-E549F3C1E681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091004"/>
              <a:ext cx="35733" cy="29126"/>
            </a:xfrm>
            <a:custGeom>
              <a:avLst/>
              <a:gdLst/>
              <a:ahLst/>
              <a:cxnLst/>
              <a:rect l="0" t="0" r="0" b="0"/>
              <a:pathLst>
                <a:path w="35733" h="29126">
                  <a:moveTo>
                    <a:pt x="35733" y="0"/>
                  </a:moveTo>
                  <a:lnTo>
                    <a:pt x="0" y="29126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8" name="Input_receptor__1137">
              <a:extLst>
                <a:ext uri="{FF2B5EF4-FFF2-40B4-BE49-F238E27FC236}">
                  <a16:creationId xmlns:a16="http://schemas.microsoft.com/office/drawing/2014/main" id="{1A2B1599-F342-EC51-22F9-12B3F743E155}"/>
                </a:ext>
              </a:extLst>
            </p:cNvPr>
            <p:cNvSpPr>
              <a:spLocks noGrp="1"/>
            </p:cNvSpPr>
            <p:nvPr/>
          </p:nvSpPr>
          <p:spPr>
            <a:xfrm>
              <a:off x="1083519" y="5518656"/>
              <a:ext cx="45112" cy="11100"/>
            </a:xfrm>
            <a:custGeom>
              <a:avLst/>
              <a:gdLst/>
              <a:ahLst/>
              <a:cxnLst/>
              <a:rect l="0" t="0" r="0" b="0"/>
              <a:pathLst>
                <a:path w="45112" h="11100">
                  <a:moveTo>
                    <a:pt x="0" y="11100"/>
                  </a:moveTo>
                  <a:lnTo>
                    <a:pt x="45112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9" name="Input_receptor__1138">
              <a:extLst>
                <a:ext uri="{FF2B5EF4-FFF2-40B4-BE49-F238E27FC236}">
                  <a16:creationId xmlns:a16="http://schemas.microsoft.com/office/drawing/2014/main" id="{CB98F2AB-A77F-9384-F879-3CBF3D296B72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927540"/>
              <a:ext cx="36657" cy="27001"/>
            </a:xfrm>
            <a:custGeom>
              <a:avLst/>
              <a:gdLst/>
              <a:ahLst/>
              <a:cxnLst/>
              <a:rect l="0" t="0" r="0" b="0"/>
              <a:pathLst>
                <a:path w="36657" h="27001">
                  <a:moveTo>
                    <a:pt x="0" y="0"/>
                  </a:moveTo>
                  <a:lnTo>
                    <a:pt x="36657" y="27001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0" name="Input_receptor__1139">
              <a:extLst>
                <a:ext uri="{FF2B5EF4-FFF2-40B4-BE49-F238E27FC236}">
                  <a16:creationId xmlns:a16="http://schemas.microsoft.com/office/drawing/2014/main" id="{8E201E2A-92A5-C21A-09DE-94F4325512DC}"/>
                </a:ext>
              </a:extLst>
            </p:cNvPr>
            <p:cNvSpPr>
              <a:spLocks noGrp="1"/>
            </p:cNvSpPr>
            <p:nvPr/>
          </p:nvSpPr>
          <p:spPr>
            <a:xfrm>
              <a:off x="1653426" y="5074035"/>
              <a:ext cx="13505" cy="43390"/>
            </a:xfrm>
            <a:custGeom>
              <a:avLst/>
              <a:gdLst/>
              <a:ahLst/>
              <a:cxnLst/>
              <a:rect l="0" t="0" r="0" b="0"/>
              <a:pathLst>
                <a:path w="13505" h="43390">
                  <a:moveTo>
                    <a:pt x="13505" y="43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1" name="Input_receptor__1140">
              <a:extLst>
                <a:ext uri="{FF2B5EF4-FFF2-40B4-BE49-F238E27FC236}">
                  <a16:creationId xmlns:a16="http://schemas.microsoft.com/office/drawing/2014/main" id="{A6D0746C-E042-E13A-1DFA-36934254F51C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6886"/>
              <a:ext cx="27513" cy="14528"/>
            </a:xfrm>
            <a:custGeom>
              <a:avLst/>
              <a:gdLst/>
              <a:ahLst/>
              <a:cxnLst/>
              <a:rect l="0" t="0" r="0" b="0"/>
              <a:pathLst>
                <a:path w="27513" h="14528">
                  <a:moveTo>
                    <a:pt x="27513" y="145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2" name="Input_receptor__1141">
              <a:extLst>
                <a:ext uri="{FF2B5EF4-FFF2-40B4-BE49-F238E27FC236}">
                  <a16:creationId xmlns:a16="http://schemas.microsoft.com/office/drawing/2014/main" id="{D84BEDFE-3912-DA1F-CBD9-FA4D288A4C96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2656" cy="8712"/>
            </a:xfrm>
            <a:custGeom>
              <a:avLst/>
              <a:gdLst/>
              <a:ahLst/>
              <a:cxnLst/>
              <a:rect l="0" t="0" r="0" b="0"/>
              <a:pathLst>
                <a:path w="2656" h="8712">
                  <a:moveTo>
                    <a:pt x="2656" y="8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3" name="Input_receptor__1142">
              <a:extLst>
                <a:ext uri="{FF2B5EF4-FFF2-40B4-BE49-F238E27FC236}">
                  <a16:creationId xmlns:a16="http://schemas.microsoft.com/office/drawing/2014/main" id="{0C40862E-0ED6-77F5-01FD-8BC0458E6C20}"/>
                </a:ext>
              </a:extLst>
            </p:cNvPr>
            <p:cNvSpPr>
              <a:spLocks noGrp="1"/>
            </p:cNvSpPr>
            <p:nvPr/>
          </p:nvSpPr>
          <p:spPr>
            <a:xfrm>
              <a:off x="1556937" y="5172727"/>
              <a:ext cx="15722" cy="27620"/>
            </a:xfrm>
            <a:custGeom>
              <a:avLst/>
              <a:gdLst/>
              <a:ahLst/>
              <a:cxnLst/>
              <a:rect l="0" t="0" r="0" b="0"/>
              <a:pathLst>
                <a:path w="15722" h="27620">
                  <a:moveTo>
                    <a:pt x="0" y="0"/>
                  </a:moveTo>
                  <a:lnTo>
                    <a:pt x="15722" y="2762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4" name="Input_receptor__1143">
              <a:extLst>
                <a:ext uri="{FF2B5EF4-FFF2-40B4-BE49-F238E27FC236}">
                  <a16:creationId xmlns:a16="http://schemas.microsoft.com/office/drawing/2014/main" id="{DB7A5CBD-A96B-CE71-EEF5-178106FC3C2E}"/>
                </a:ext>
              </a:extLst>
            </p:cNvPr>
            <p:cNvSpPr>
              <a:spLocks noGrp="1"/>
            </p:cNvSpPr>
            <p:nvPr/>
          </p:nvSpPr>
          <p:spPr>
            <a:xfrm>
              <a:off x="1562678" y="4667258"/>
              <a:ext cx="38330" cy="8494"/>
            </a:xfrm>
            <a:custGeom>
              <a:avLst/>
              <a:gdLst/>
              <a:ahLst/>
              <a:cxnLst/>
              <a:rect l="0" t="0" r="0" b="0"/>
              <a:pathLst>
                <a:path w="38330" h="8494">
                  <a:moveTo>
                    <a:pt x="0" y="8494"/>
                  </a:moveTo>
                  <a:lnTo>
                    <a:pt x="3833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5" name="Input_receptor__1144">
              <a:extLst>
                <a:ext uri="{FF2B5EF4-FFF2-40B4-BE49-F238E27FC236}">
                  <a16:creationId xmlns:a16="http://schemas.microsoft.com/office/drawing/2014/main" id="{04DF2EB3-B667-7984-4953-A2B7A724B997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72617"/>
              <a:ext cx="33331" cy="9581"/>
            </a:xfrm>
            <a:custGeom>
              <a:avLst/>
              <a:gdLst/>
              <a:ahLst/>
              <a:cxnLst/>
              <a:rect l="0" t="0" r="0" b="0"/>
              <a:pathLst>
                <a:path w="33331" h="9581">
                  <a:moveTo>
                    <a:pt x="0" y="9581"/>
                  </a:moveTo>
                  <a:lnTo>
                    <a:pt x="33331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6" name="Input_receptor__1145">
              <a:extLst>
                <a:ext uri="{FF2B5EF4-FFF2-40B4-BE49-F238E27FC236}">
                  <a16:creationId xmlns:a16="http://schemas.microsoft.com/office/drawing/2014/main" id="{2DEF669B-8E78-D80A-711B-B11B8E59B921}"/>
                </a:ext>
              </a:extLst>
            </p:cNvPr>
            <p:cNvSpPr>
              <a:spLocks noGrp="1"/>
            </p:cNvSpPr>
            <p:nvPr/>
          </p:nvSpPr>
          <p:spPr>
            <a:xfrm>
              <a:off x="1142030" y="4375655"/>
              <a:ext cx="18821" cy="37632"/>
            </a:xfrm>
            <a:custGeom>
              <a:avLst/>
              <a:gdLst/>
              <a:ahLst/>
              <a:cxnLst/>
              <a:rect l="0" t="0" r="0" b="0"/>
              <a:pathLst>
                <a:path w="18821" h="37632">
                  <a:moveTo>
                    <a:pt x="0" y="37632"/>
                  </a:moveTo>
                  <a:lnTo>
                    <a:pt x="18821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7" name="Input_receptor__1146">
              <a:extLst>
                <a:ext uri="{FF2B5EF4-FFF2-40B4-BE49-F238E27FC236}">
                  <a16:creationId xmlns:a16="http://schemas.microsoft.com/office/drawing/2014/main" id="{9044C521-189C-4334-0847-CFA5AFFC9167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24078"/>
              <a:ext cx="31152" cy="17048"/>
            </a:xfrm>
            <a:custGeom>
              <a:avLst/>
              <a:gdLst/>
              <a:ahLst/>
              <a:cxnLst/>
              <a:rect l="0" t="0" r="0" b="0"/>
              <a:pathLst>
                <a:path w="31152" h="17048">
                  <a:moveTo>
                    <a:pt x="31152" y="0"/>
                  </a:moveTo>
                  <a:lnTo>
                    <a:pt x="0" y="17048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8" name="Input_receptor__1147">
              <a:extLst>
                <a:ext uri="{FF2B5EF4-FFF2-40B4-BE49-F238E27FC236}">
                  <a16:creationId xmlns:a16="http://schemas.microsoft.com/office/drawing/2014/main" id="{13403AC5-F853-BF6F-EAC3-FBBB337D63DA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85768"/>
              <a:ext cx="4108" cy="24047"/>
            </a:xfrm>
            <a:custGeom>
              <a:avLst/>
              <a:gdLst/>
              <a:ahLst/>
              <a:cxnLst/>
              <a:rect l="0" t="0" r="0" b="0"/>
              <a:pathLst>
                <a:path w="4108" h="24047">
                  <a:moveTo>
                    <a:pt x="4108" y="0"/>
                  </a:moveTo>
                  <a:lnTo>
                    <a:pt x="0" y="2404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49" name="Input_receptor__1148">
              <a:extLst>
                <a:ext uri="{FF2B5EF4-FFF2-40B4-BE49-F238E27FC236}">
                  <a16:creationId xmlns:a16="http://schemas.microsoft.com/office/drawing/2014/main" id="{E24CEBCA-A38E-51D1-E47E-08C7E8A5C806}"/>
                </a:ext>
              </a:extLst>
            </p:cNvPr>
            <p:cNvSpPr>
              <a:spLocks noGrp="1"/>
            </p:cNvSpPr>
            <p:nvPr/>
          </p:nvSpPr>
          <p:spPr>
            <a:xfrm>
              <a:off x="982875" y="4751339"/>
              <a:ext cx="30484" cy="6890"/>
            </a:xfrm>
            <a:custGeom>
              <a:avLst/>
              <a:gdLst/>
              <a:ahLst/>
              <a:cxnLst/>
              <a:rect l="0" t="0" r="0" b="0"/>
              <a:pathLst>
                <a:path w="30484" h="6890">
                  <a:moveTo>
                    <a:pt x="30484" y="0"/>
                  </a:moveTo>
                  <a:lnTo>
                    <a:pt x="0" y="689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0" name="Input_receptor__1149">
              <a:extLst>
                <a:ext uri="{FF2B5EF4-FFF2-40B4-BE49-F238E27FC236}">
                  <a16:creationId xmlns:a16="http://schemas.microsoft.com/office/drawing/2014/main" id="{4D33186B-57F5-9C55-328A-70CECD0CCD4F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90060"/>
              <a:ext cx="24621" cy="40518"/>
            </a:xfrm>
            <a:custGeom>
              <a:avLst/>
              <a:gdLst/>
              <a:ahLst/>
              <a:cxnLst/>
              <a:rect l="0" t="0" r="0" b="0"/>
              <a:pathLst>
                <a:path w="24621" h="40518">
                  <a:moveTo>
                    <a:pt x="0" y="0"/>
                  </a:moveTo>
                  <a:lnTo>
                    <a:pt x="24621" y="40518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1" name="Input_receptor__1150">
              <a:extLst>
                <a:ext uri="{FF2B5EF4-FFF2-40B4-BE49-F238E27FC236}">
                  <a16:creationId xmlns:a16="http://schemas.microsoft.com/office/drawing/2014/main" id="{230A8E39-58E2-F03B-2A0E-F63653BFC23A}"/>
                </a:ext>
              </a:extLst>
            </p:cNvPr>
            <p:cNvSpPr>
              <a:spLocks noGrp="1"/>
            </p:cNvSpPr>
            <p:nvPr/>
          </p:nvSpPr>
          <p:spPr>
            <a:xfrm>
              <a:off x="1266146" y="4424078"/>
              <a:ext cx="37578" cy="10095"/>
            </a:xfrm>
            <a:custGeom>
              <a:avLst/>
              <a:gdLst/>
              <a:ahLst/>
              <a:cxnLst/>
              <a:rect l="0" t="0" r="0" b="0"/>
              <a:pathLst>
                <a:path w="37578" h="10095">
                  <a:moveTo>
                    <a:pt x="37578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2" name="Input_receptor__1151">
              <a:extLst>
                <a:ext uri="{FF2B5EF4-FFF2-40B4-BE49-F238E27FC236}">
                  <a16:creationId xmlns:a16="http://schemas.microsoft.com/office/drawing/2014/main" id="{B937BF1C-F8A5-6AF4-005D-81A3712363DE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73003"/>
              <a:ext cx="6569" cy="761"/>
            </a:xfrm>
            <a:custGeom>
              <a:avLst/>
              <a:gdLst/>
              <a:ahLst/>
              <a:cxnLst/>
              <a:rect l="0" t="0" r="0" b="0"/>
              <a:pathLst>
                <a:path w="6569" h="761">
                  <a:moveTo>
                    <a:pt x="6569" y="7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3" name="Input_receptor__1152">
              <a:extLst>
                <a:ext uri="{FF2B5EF4-FFF2-40B4-BE49-F238E27FC236}">
                  <a16:creationId xmlns:a16="http://schemas.microsoft.com/office/drawing/2014/main" id="{C328E084-530B-B5CA-6F21-D5960F09DC9A}"/>
                </a:ext>
              </a:extLst>
            </p:cNvPr>
            <p:cNvSpPr>
              <a:spLocks noGrp="1"/>
            </p:cNvSpPr>
            <p:nvPr/>
          </p:nvSpPr>
          <p:spPr>
            <a:xfrm>
              <a:off x="1482764" y="4597746"/>
              <a:ext cx="47248" cy="8537"/>
            </a:xfrm>
            <a:custGeom>
              <a:avLst/>
              <a:gdLst/>
              <a:ahLst/>
              <a:cxnLst/>
              <a:rect l="0" t="0" r="0" b="0"/>
              <a:pathLst>
                <a:path w="47248" h="8537">
                  <a:moveTo>
                    <a:pt x="0" y="0"/>
                  </a:moveTo>
                  <a:lnTo>
                    <a:pt x="47248" y="853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4" name="Input_receptor__1153">
              <a:extLst>
                <a:ext uri="{FF2B5EF4-FFF2-40B4-BE49-F238E27FC236}">
                  <a16:creationId xmlns:a16="http://schemas.microsoft.com/office/drawing/2014/main" id="{49786A6F-46E8-9515-D3BA-BAB53437A292}"/>
                </a:ext>
              </a:extLst>
            </p:cNvPr>
            <p:cNvSpPr>
              <a:spLocks noGrp="1"/>
            </p:cNvSpPr>
            <p:nvPr/>
          </p:nvSpPr>
          <p:spPr>
            <a:xfrm>
              <a:off x="1520647" y="4667617"/>
              <a:ext cx="42030" cy="8135"/>
            </a:xfrm>
            <a:custGeom>
              <a:avLst/>
              <a:gdLst/>
              <a:ahLst/>
              <a:cxnLst/>
              <a:rect l="0" t="0" r="0" b="0"/>
              <a:pathLst>
                <a:path w="42030" h="8135">
                  <a:moveTo>
                    <a:pt x="0" y="0"/>
                  </a:moveTo>
                  <a:lnTo>
                    <a:pt x="42030" y="813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5" name="Input_receptor__1154">
              <a:extLst>
                <a:ext uri="{FF2B5EF4-FFF2-40B4-BE49-F238E27FC236}">
                  <a16:creationId xmlns:a16="http://schemas.microsoft.com/office/drawing/2014/main" id="{5C131D7F-9191-6479-39D8-E8C65C0B1405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0704"/>
              <a:ext cx="48137" cy="3169"/>
            </a:xfrm>
            <a:custGeom>
              <a:avLst/>
              <a:gdLst/>
              <a:ahLst/>
              <a:cxnLst/>
              <a:rect l="0" t="0" r="0" b="0"/>
              <a:pathLst>
                <a:path w="48137" h="3169">
                  <a:moveTo>
                    <a:pt x="48137" y="0"/>
                  </a:moveTo>
                  <a:lnTo>
                    <a:pt x="0" y="3169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6" name="Input_receptor__1155">
              <a:extLst>
                <a:ext uri="{FF2B5EF4-FFF2-40B4-BE49-F238E27FC236}">
                  <a16:creationId xmlns:a16="http://schemas.microsoft.com/office/drawing/2014/main" id="{986A30B7-CAD5-9219-DDE5-7BD796C01F8B}"/>
                </a:ext>
              </a:extLst>
            </p:cNvPr>
            <p:cNvSpPr>
              <a:spLocks noGrp="1"/>
            </p:cNvSpPr>
            <p:nvPr/>
          </p:nvSpPr>
          <p:spPr>
            <a:xfrm>
              <a:off x="1128631" y="5518656"/>
              <a:ext cx="11261" cy="46805"/>
            </a:xfrm>
            <a:custGeom>
              <a:avLst/>
              <a:gdLst/>
              <a:ahLst/>
              <a:cxnLst/>
              <a:rect l="0" t="0" r="0" b="0"/>
              <a:pathLst>
                <a:path w="11261" h="46805">
                  <a:moveTo>
                    <a:pt x="0" y="0"/>
                  </a:moveTo>
                  <a:lnTo>
                    <a:pt x="11261" y="4680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7" name="Input_receptor__1156">
              <a:extLst>
                <a:ext uri="{FF2B5EF4-FFF2-40B4-BE49-F238E27FC236}">
                  <a16:creationId xmlns:a16="http://schemas.microsoft.com/office/drawing/2014/main" id="{EA60A7F6-BC59-4AC1-F36A-17F26B69D526}"/>
                </a:ext>
              </a:extLst>
            </p:cNvPr>
            <p:cNvSpPr>
              <a:spLocks noGrp="1"/>
            </p:cNvSpPr>
            <p:nvPr/>
          </p:nvSpPr>
          <p:spPr>
            <a:xfrm>
              <a:off x="963383" y="4922702"/>
              <a:ext cx="17021" cy="45112"/>
            </a:xfrm>
            <a:custGeom>
              <a:avLst/>
              <a:gdLst/>
              <a:ahLst/>
              <a:cxnLst/>
              <a:rect l="0" t="0" r="0" b="0"/>
              <a:pathLst>
                <a:path w="17021" h="45112">
                  <a:moveTo>
                    <a:pt x="17021" y="0"/>
                  </a:moveTo>
                  <a:lnTo>
                    <a:pt x="0" y="45112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58" name="Input_receptor__1157">
              <a:extLst>
                <a:ext uri="{FF2B5EF4-FFF2-40B4-BE49-F238E27FC236}">
                  <a16:creationId xmlns:a16="http://schemas.microsoft.com/office/drawing/2014/main" id="{222B9D54-D8F4-09F6-96F3-4B7FCAE24CCE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839908"/>
              <a:ext cx="47209" cy="3854"/>
            </a:xfrm>
            <a:custGeom>
              <a:avLst/>
              <a:gdLst/>
              <a:ahLst/>
              <a:cxnLst/>
              <a:rect l="0" t="0" r="0" b="0"/>
              <a:pathLst>
                <a:path w="47209" h="3854">
                  <a:moveTo>
                    <a:pt x="47209" y="3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9" name="Input_receptor__1158">
              <a:extLst>
                <a:ext uri="{FF2B5EF4-FFF2-40B4-BE49-F238E27FC236}">
                  <a16:creationId xmlns:a16="http://schemas.microsoft.com/office/drawing/2014/main" id="{EE8808CA-BAB4-3CA6-A2DC-8A7468F7A4B1}"/>
                </a:ext>
              </a:extLst>
            </p:cNvPr>
            <p:cNvSpPr>
              <a:spLocks noGrp="1"/>
            </p:cNvSpPr>
            <p:nvPr/>
          </p:nvSpPr>
          <p:spPr>
            <a:xfrm>
              <a:off x="1258257" y="4482994"/>
              <a:ext cx="3975" cy="4477"/>
            </a:xfrm>
            <a:custGeom>
              <a:avLst/>
              <a:gdLst/>
              <a:ahLst/>
              <a:cxnLst/>
              <a:rect l="0" t="0" r="0" b="0"/>
              <a:pathLst>
                <a:path w="3975" h="4477">
                  <a:moveTo>
                    <a:pt x="0" y="0"/>
                  </a:moveTo>
                  <a:lnTo>
                    <a:pt x="3975" y="447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0" name="Input_receptor__1159">
              <a:extLst>
                <a:ext uri="{FF2B5EF4-FFF2-40B4-BE49-F238E27FC236}">
                  <a16:creationId xmlns:a16="http://schemas.microsoft.com/office/drawing/2014/main" id="{D7465FF1-C860-46B8-55D6-D14D82B32F24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4437" cy="43453"/>
            </a:xfrm>
            <a:custGeom>
              <a:avLst/>
              <a:gdLst/>
              <a:ahLst/>
              <a:cxnLst/>
              <a:rect l="0" t="0" r="0" b="0"/>
              <a:pathLst>
                <a:path w="4437" h="43453">
                  <a:moveTo>
                    <a:pt x="4437" y="434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1" name="Input_receptor__1160">
              <a:extLst>
                <a:ext uri="{FF2B5EF4-FFF2-40B4-BE49-F238E27FC236}">
                  <a16:creationId xmlns:a16="http://schemas.microsoft.com/office/drawing/2014/main" id="{11B8FFD9-1482-FF53-D649-89310A399B95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430776"/>
              <a:ext cx="14517" cy="12951"/>
            </a:xfrm>
            <a:custGeom>
              <a:avLst/>
              <a:gdLst/>
              <a:ahLst/>
              <a:cxnLst/>
              <a:rect l="0" t="0" r="0" b="0"/>
              <a:pathLst>
                <a:path w="14517" h="12951">
                  <a:moveTo>
                    <a:pt x="0" y="0"/>
                  </a:moveTo>
                  <a:lnTo>
                    <a:pt x="14517" y="12951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2" name="Input_receptor__1161">
              <a:extLst>
                <a:ext uri="{FF2B5EF4-FFF2-40B4-BE49-F238E27FC236}">
                  <a16:creationId xmlns:a16="http://schemas.microsoft.com/office/drawing/2014/main" id="{F23CF795-1B1C-F023-DF85-19FC752E9A87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32400" cy="12003"/>
            </a:xfrm>
            <a:custGeom>
              <a:avLst/>
              <a:gdLst/>
              <a:ahLst/>
              <a:cxnLst/>
              <a:rect l="0" t="0" r="0" b="0"/>
              <a:pathLst>
                <a:path w="32400" h="12003">
                  <a:moveTo>
                    <a:pt x="0" y="0"/>
                  </a:moveTo>
                  <a:lnTo>
                    <a:pt x="32400" y="12003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3" name="Input_receptor__1162">
              <a:extLst>
                <a:ext uri="{FF2B5EF4-FFF2-40B4-BE49-F238E27FC236}">
                  <a16:creationId xmlns:a16="http://schemas.microsoft.com/office/drawing/2014/main" id="{5BCE3DE5-E077-F443-8F21-AB4D27BFC6C9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88433"/>
              <a:ext cx="33749" cy="33301"/>
            </a:xfrm>
            <a:custGeom>
              <a:avLst/>
              <a:gdLst/>
              <a:ahLst/>
              <a:cxnLst/>
              <a:rect l="0" t="0" r="0" b="0"/>
              <a:pathLst>
                <a:path w="33749" h="33301">
                  <a:moveTo>
                    <a:pt x="33749" y="3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4" name="Input_receptor__1163">
              <a:extLst>
                <a:ext uri="{FF2B5EF4-FFF2-40B4-BE49-F238E27FC236}">
                  <a16:creationId xmlns:a16="http://schemas.microsoft.com/office/drawing/2014/main" id="{5F2403FE-6B5F-7BFE-8B7C-70FCE5E094D0}"/>
                </a:ext>
              </a:extLst>
            </p:cNvPr>
            <p:cNvSpPr>
              <a:spLocks noGrp="1"/>
            </p:cNvSpPr>
            <p:nvPr/>
          </p:nvSpPr>
          <p:spPr>
            <a:xfrm>
              <a:off x="1036969" y="5034697"/>
              <a:ext cx="46109" cy="13474"/>
            </a:xfrm>
            <a:custGeom>
              <a:avLst/>
              <a:gdLst/>
              <a:ahLst/>
              <a:cxnLst/>
              <a:rect l="0" t="0" r="0" b="0"/>
              <a:pathLst>
                <a:path w="46109" h="13474">
                  <a:moveTo>
                    <a:pt x="0" y="0"/>
                  </a:moveTo>
                  <a:lnTo>
                    <a:pt x="46109" y="1347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5" name="Input_receptor__1164">
              <a:extLst>
                <a:ext uri="{FF2B5EF4-FFF2-40B4-BE49-F238E27FC236}">
                  <a16:creationId xmlns:a16="http://schemas.microsoft.com/office/drawing/2014/main" id="{250BB041-E94A-9957-621D-050A05AF4281}"/>
                </a:ext>
              </a:extLst>
            </p:cNvPr>
            <p:cNvSpPr>
              <a:spLocks noGrp="1"/>
            </p:cNvSpPr>
            <p:nvPr/>
          </p:nvSpPr>
          <p:spPr>
            <a:xfrm>
              <a:off x="1076064" y="5529756"/>
              <a:ext cx="7455" cy="32253"/>
            </a:xfrm>
            <a:custGeom>
              <a:avLst/>
              <a:gdLst/>
              <a:ahLst/>
              <a:cxnLst/>
              <a:rect l="0" t="0" r="0" b="0"/>
              <a:pathLst>
                <a:path w="7455" h="32253">
                  <a:moveTo>
                    <a:pt x="0" y="32253"/>
                  </a:moveTo>
                  <a:lnTo>
                    <a:pt x="7455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6" name="Input_receptor__1165">
              <a:extLst>
                <a:ext uri="{FF2B5EF4-FFF2-40B4-BE49-F238E27FC236}">
                  <a16:creationId xmlns:a16="http://schemas.microsoft.com/office/drawing/2014/main" id="{720C5820-ECC5-8F66-9FD6-881C9242E34E}"/>
                </a:ext>
              </a:extLst>
            </p:cNvPr>
            <p:cNvSpPr>
              <a:spLocks noGrp="1"/>
            </p:cNvSpPr>
            <p:nvPr/>
          </p:nvSpPr>
          <p:spPr>
            <a:xfrm>
              <a:off x="1482578" y="4658425"/>
              <a:ext cx="38070" cy="9192"/>
            </a:xfrm>
            <a:custGeom>
              <a:avLst/>
              <a:gdLst/>
              <a:ahLst/>
              <a:cxnLst/>
              <a:rect l="0" t="0" r="0" b="0"/>
              <a:pathLst>
                <a:path w="38070" h="9192">
                  <a:moveTo>
                    <a:pt x="0" y="0"/>
                  </a:moveTo>
                  <a:lnTo>
                    <a:pt x="38070" y="9192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7" name="Input_receptor__1166">
              <a:extLst>
                <a:ext uri="{FF2B5EF4-FFF2-40B4-BE49-F238E27FC236}">
                  <a16:creationId xmlns:a16="http://schemas.microsoft.com/office/drawing/2014/main" id="{76049DE3-41E9-A0FD-8283-35C648ECEF36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7600"/>
              <a:ext cx="47558" cy="2022"/>
            </a:xfrm>
            <a:custGeom>
              <a:avLst/>
              <a:gdLst/>
              <a:ahLst/>
              <a:cxnLst/>
              <a:rect l="0" t="0" r="0" b="0"/>
              <a:pathLst>
                <a:path w="47558" h="2022">
                  <a:moveTo>
                    <a:pt x="0" y="2022"/>
                  </a:moveTo>
                  <a:lnTo>
                    <a:pt x="47558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8" name="Input_receptor__1167">
              <a:extLst>
                <a:ext uri="{FF2B5EF4-FFF2-40B4-BE49-F238E27FC236}">
                  <a16:creationId xmlns:a16="http://schemas.microsoft.com/office/drawing/2014/main" id="{08D53A08-C270-F8C4-043E-E2C72E024E95}"/>
                </a:ext>
              </a:extLst>
            </p:cNvPr>
            <p:cNvSpPr>
              <a:spLocks noGrp="1"/>
            </p:cNvSpPr>
            <p:nvPr/>
          </p:nvSpPr>
          <p:spPr>
            <a:xfrm>
              <a:off x="1135546" y="5271018"/>
              <a:ext cx="32564" cy="34476"/>
            </a:xfrm>
            <a:custGeom>
              <a:avLst/>
              <a:gdLst/>
              <a:ahLst/>
              <a:cxnLst/>
              <a:rect l="0" t="0" r="0" b="0"/>
              <a:pathLst>
                <a:path w="32564" h="34476">
                  <a:moveTo>
                    <a:pt x="0" y="0"/>
                  </a:moveTo>
                  <a:lnTo>
                    <a:pt x="32564" y="34476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9" name="Input_receptor__1168">
              <a:extLst>
                <a:ext uri="{FF2B5EF4-FFF2-40B4-BE49-F238E27FC236}">
                  <a16:creationId xmlns:a16="http://schemas.microsoft.com/office/drawing/2014/main" id="{FDFC74C0-1C62-C915-807D-982D59F2F391}"/>
                </a:ext>
              </a:extLst>
            </p:cNvPr>
            <p:cNvSpPr>
              <a:spLocks noGrp="1"/>
            </p:cNvSpPr>
            <p:nvPr/>
          </p:nvSpPr>
          <p:spPr>
            <a:xfrm>
              <a:off x="1470328" y="4780536"/>
              <a:ext cx="18683" cy="484"/>
            </a:xfrm>
            <a:custGeom>
              <a:avLst/>
              <a:gdLst/>
              <a:ahLst/>
              <a:cxnLst/>
              <a:rect l="0" t="0" r="0" b="0"/>
              <a:pathLst>
                <a:path w="18683" h="484">
                  <a:moveTo>
                    <a:pt x="0" y="0"/>
                  </a:moveTo>
                  <a:lnTo>
                    <a:pt x="18683" y="48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70" name="Input_receptor__1169">
              <a:extLst>
                <a:ext uri="{FF2B5EF4-FFF2-40B4-BE49-F238E27FC236}">
                  <a16:creationId xmlns:a16="http://schemas.microsoft.com/office/drawing/2014/main" id="{6CD1D19F-74F2-59FA-C602-34EFD542438C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63973"/>
              <a:ext cx="22190" cy="2023"/>
            </a:xfrm>
            <a:custGeom>
              <a:avLst/>
              <a:gdLst/>
              <a:ahLst/>
              <a:cxnLst/>
              <a:rect l="0" t="0" r="0" b="0"/>
              <a:pathLst>
                <a:path w="22190" h="2023">
                  <a:moveTo>
                    <a:pt x="22190" y="0"/>
                  </a:moveTo>
                  <a:lnTo>
                    <a:pt x="0" y="2023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1" name="Input_receptor__1170">
              <a:extLst>
                <a:ext uri="{FF2B5EF4-FFF2-40B4-BE49-F238E27FC236}">
                  <a16:creationId xmlns:a16="http://schemas.microsoft.com/office/drawing/2014/main" id="{A3DA5286-8580-E6CF-2593-546875EB8444}"/>
                </a:ext>
              </a:extLst>
            </p:cNvPr>
            <p:cNvSpPr>
              <a:spLocks noGrp="1"/>
            </p:cNvSpPr>
            <p:nvPr/>
          </p:nvSpPr>
          <p:spPr>
            <a:xfrm>
              <a:off x="1096094" y="4413287"/>
              <a:ext cx="45936" cy="9488"/>
            </a:xfrm>
            <a:custGeom>
              <a:avLst/>
              <a:gdLst/>
              <a:ahLst/>
              <a:cxnLst/>
              <a:rect l="0" t="0" r="0" b="0"/>
              <a:pathLst>
                <a:path w="45936" h="9488">
                  <a:moveTo>
                    <a:pt x="0" y="9488"/>
                  </a:moveTo>
                  <a:lnTo>
                    <a:pt x="45936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2" name="Input_receptor__1171">
              <a:extLst>
                <a:ext uri="{FF2B5EF4-FFF2-40B4-BE49-F238E27FC236}">
                  <a16:creationId xmlns:a16="http://schemas.microsoft.com/office/drawing/2014/main" id="{E1DABE63-7EDD-A543-1322-79E20FB523F5}"/>
                </a:ext>
              </a:extLst>
            </p:cNvPr>
            <p:cNvSpPr>
              <a:spLocks noGrp="1"/>
            </p:cNvSpPr>
            <p:nvPr/>
          </p:nvSpPr>
          <p:spPr>
            <a:xfrm>
              <a:off x="1128372" y="5224231"/>
              <a:ext cx="7173" cy="46786"/>
            </a:xfrm>
            <a:custGeom>
              <a:avLst/>
              <a:gdLst/>
              <a:ahLst/>
              <a:cxnLst/>
              <a:rect l="0" t="0" r="0" b="0"/>
              <a:pathLst>
                <a:path w="7173" h="46786">
                  <a:moveTo>
                    <a:pt x="0" y="0"/>
                  </a:moveTo>
                  <a:lnTo>
                    <a:pt x="7173" y="467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3" name="Input_receptor__1172">
              <a:extLst>
                <a:ext uri="{FF2B5EF4-FFF2-40B4-BE49-F238E27FC236}">
                  <a16:creationId xmlns:a16="http://schemas.microsoft.com/office/drawing/2014/main" id="{8706EEE0-1477-F03B-EAE9-2DB974976FAF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63040"/>
              <a:ext cx="31099" cy="18344"/>
            </a:xfrm>
            <a:custGeom>
              <a:avLst/>
              <a:gdLst/>
              <a:ahLst/>
              <a:cxnLst/>
              <a:rect l="0" t="0" r="0" b="0"/>
              <a:pathLst>
                <a:path w="31099" h="18344">
                  <a:moveTo>
                    <a:pt x="0" y="18344"/>
                  </a:moveTo>
                  <a:lnTo>
                    <a:pt x="31099" y="0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4" name="Input_receptor__1173">
              <a:extLst>
                <a:ext uri="{FF2B5EF4-FFF2-40B4-BE49-F238E27FC236}">
                  <a16:creationId xmlns:a16="http://schemas.microsoft.com/office/drawing/2014/main" id="{19A9E397-9958-FE8C-821D-F5B0D3147712}"/>
                </a:ext>
              </a:extLst>
            </p:cNvPr>
            <p:cNvSpPr>
              <a:spLocks noGrp="1"/>
            </p:cNvSpPr>
            <p:nvPr/>
          </p:nvSpPr>
          <p:spPr>
            <a:xfrm>
              <a:off x="1077827" y="5406332"/>
              <a:ext cx="10341" cy="21286"/>
            </a:xfrm>
            <a:custGeom>
              <a:avLst/>
              <a:gdLst/>
              <a:ahLst/>
              <a:cxnLst/>
              <a:rect l="0" t="0" r="0" b="0"/>
              <a:pathLst>
                <a:path w="10341" h="21286">
                  <a:moveTo>
                    <a:pt x="10341" y="0"/>
                  </a:moveTo>
                  <a:lnTo>
                    <a:pt x="0" y="212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5" name="Input_receptor__1174">
              <a:extLst>
                <a:ext uri="{FF2B5EF4-FFF2-40B4-BE49-F238E27FC236}">
                  <a16:creationId xmlns:a16="http://schemas.microsoft.com/office/drawing/2014/main" id="{F48C389E-2AFD-5AB2-3ADA-360A14334487}"/>
                </a:ext>
              </a:extLst>
            </p:cNvPr>
            <p:cNvSpPr>
              <a:spLocks noGrp="1"/>
            </p:cNvSpPr>
            <p:nvPr/>
          </p:nvSpPr>
          <p:spPr>
            <a:xfrm>
              <a:off x="1137107" y="5363705"/>
              <a:ext cx="46217" cy="10727"/>
            </a:xfrm>
            <a:custGeom>
              <a:avLst/>
              <a:gdLst/>
              <a:ahLst/>
              <a:cxnLst/>
              <a:rect l="0" t="0" r="0" b="0"/>
              <a:pathLst>
                <a:path w="46217" h="10727">
                  <a:moveTo>
                    <a:pt x="46217" y="10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6" name="Input_receptor__1175">
              <a:extLst>
                <a:ext uri="{FF2B5EF4-FFF2-40B4-BE49-F238E27FC236}">
                  <a16:creationId xmlns:a16="http://schemas.microsoft.com/office/drawing/2014/main" id="{1C1E9A6F-16BD-8C16-4AF4-29A678799401}"/>
                </a:ext>
              </a:extLst>
            </p:cNvPr>
            <p:cNvSpPr>
              <a:spLocks noGrp="1"/>
            </p:cNvSpPr>
            <p:nvPr/>
          </p:nvSpPr>
          <p:spPr>
            <a:xfrm>
              <a:off x="1398206" y="4645163"/>
              <a:ext cx="41618" cy="16312"/>
            </a:xfrm>
            <a:custGeom>
              <a:avLst/>
              <a:gdLst/>
              <a:ahLst/>
              <a:cxnLst/>
              <a:rect l="0" t="0" r="0" b="0"/>
              <a:pathLst>
                <a:path w="41618" h="16312">
                  <a:moveTo>
                    <a:pt x="0" y="0"/>
                  </a:moveTo>
                  <a:lnTo>
                    <a:pt x="41618" y="16312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7" name="Input_receptor__1176">
              <a:extLst>
                <a:ext uri="{FF2B5EF4-FFF2-40B4-BE49-F238E27FC236}">
                  <a16:creationId xmlns:a16="http://schemas.microsoft.com/office/drawing/2014/main" id="{3C06C01D-8693-C3CA-1210-0000EE1A3207}"/>
                </a:ext>
              </a:extLst>
            </p:cNvPr>
            <p:cNvSpPr>
              <a:spLocks noGrp="1"/>
            </p:cNvSpPr>
            <p:nvPr/>
          </p:nvSpPr>
          <p:spPr>
            <a:xfrm>
              <a:off x="1671219" y="4778602"/>
              <a:ext cx="3102" cy="26735"/>
            </a:xfrm>
            <a:custGeom>
              <a:avLst/>
              <a:gdLst/>
              <a:ahLst/>
              <a:cxnLst/>
              <a:rect l="0" t="0" r="0" b="0"/>
              <a:pathLst>
                <a:path w="3102" h="26735">
                  <a:moveTo>
                    <a:pt x="3102" y="26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8" name="Input_receptor__1177">
              <a:extLst>
                <a:ext uri="{FF2B5EF4-FFF2-40B4-BE49-F238E27FC236}">
                  <a16:creationId xmlns:a16="http://schemas.microsoft.com/office/drawing/2014/main" id="{138D8607-AF84-EF73-33A6-225B0EB001F0}"/>
                </a:ext>
              </a:extLst>
            </p:cNvPr>
            <p:cNvSpPr>
              <a:spLocks noGrp="1"/>
            </p:cNvSpPr>
            <p:nvPr/>
          </p:nvSpPr>
          <p:spPr>
            <a:xfrm>
              <a:off x="1476830" y="4717989"/>
              <a:ext cx="28198" cy="7403"/>
            </a:xfrm>
            <a:custGeom>
              <a:avLst/>
              <a:gdLst/>
              <a:ahLst/>
              <a:cxnLst/>
              <a:rect l="0" t="0" r="0" b="0"/>
              <a:pathLst>
                <a:path w="28198" h="7403">
                  <a:moveTo>
                    <a:pt x="0" y="0"/>
                  </a:moveTo>
                  <a:lnTo>
                    <a:pt x="28198" y="740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79" name="Input_receptor__1178">
              <a:extLst>
                <a:ext uri="{FF2B5EF4-FFF2-40B4-BE49-F238E27FC236}">
                  <a16:creationId xmlns:a16="http://schemas.microsoft.com/office/drawing/2014/main" id="{4623544A-0514-14CC-CE2B-003B06831D3D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00347"/>
              <a:ext cx="20151" cy="38639"/>
            </a:xfrm>
            <a:custGeom>
              <a:avLst/>
              <a:gdLst/>
              <a:ahLst/>
              <a:cxnLst/>
              <a:rect l="0" t="0" r="0" b="0"/>
              <a:pathLst>
                <a:path w="20151" h="38639">
                  <a:moveTo>
                    <a:pt x="20151" y="0"/>
                  </a:moveTo>
                  <a:lnTo>
                    <a:pt x="0" y="3863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0" name="Input_receptor__1179">
              <a:extLst>
                <a:ext uri="{FF2B5EF4-FFF2-40B4-BE49-F238E27FC236}">
                  <a16:creationId xmlns:a16="http://schemas.microsoft.com/office/drawing/2014/main" id="{E08ED8D3-6AB7-5099-5E2E-ACA1545C185E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902483"/>
              <a:ext cx="43240" cy="20219"/>
            </a:xfrm>
            <a:custGeom>
              <a:avLst/>
              <a:gdLst/>
              <a:ahLst/>
              <a:cxnLst/>
              <a:rect l="0" t="0" r="0" b="0"/>
              <a:pathLst>
                <a:path w="43240" h="20219">
                  <a:moveTo>
                    <a:pt x="0" y="0"/>
                  </a:moveTo>
                  <a:lnTo>
                    <a:pt x="43240" y="20219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1" name="Input_receptor__1180">
              <a:extLst>
                <a:ext uri="{FF2B5EF4-FFF2-40B4-BE49-F238E27FC236}">
                  <a16:creationId xmlns:a16="http://schemas.microsoft.com/office/drawing/2014/main" id="{4C890D21-B196-A754-47B4-A51138B02B02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0225" cy="16326"/>
            </a:xfrm>
            <a:custGeom>
              <a:avLst/>
              <a:gdLst/>
              <a:ahLst/>
              <a:cxnLst/>
              <a:rect l="0" t="0" r="0" b="0"/>
              <a:pathLst>
                <a:path w="10225" h="16326">
                  <a:moveTo>
                    <a:pt x="0" y="0"/>
                  </a:moveTo>
                  <a:lnTo>
                    <a:pt x="10225" y="1632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2" name="Input_receptor__1181">
              <a:extLst>
                <a:ext uri="{FF2B5EF4-FFF2-40B4-BE49-F238E27FC236}">
                  <a16:creationId xmlns:a16="http://schemas.microsoft.com/office/drawing/2014/main" id="{B48D62C9-73FC-01A5-DB4F-DE1510699012}"/>
                </a:ext>
              </a:extLst>
            </p:cNvPr>
            <p:cNvSpPr>
              <a:spLocks noGrp="1"/>
            </p:cNvSpPr>
            <p:nvPr/>
          </p:nvSpPr>
          <p:spPr>
            <a:xfrm>
              <a:off x="1439825" y="4658425"/>
              <a:ext cx="42753" cy="3050"/>
            </a:xfrm>
            <a:custGeom>
              <a:avLst/>
              <a:gdLst/>
              <a:ahLst/>
              <a:cxnLst/>
              <a:rect l="0" t="0" r="0" b="0"/>
              <a:pathLst>
                <a:path w="42753" h="3050">
                  <a:moveTo>
                    <a:pt x="0" y="3050"/>
                  </a:moveTo>
                  <a:lnTo>
                    <a:pt x="4275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3" name="Input_receptor__1182">
              <a:extLst>
                <a:ext uri="{FF2B5EF4-FFF2-40B4-BE49-F238E27FC236}">
                  <a16:creationId xmlns:a16="http://schemas.microsoft.com/office/drawing/2014/main" id="{D7DCD061-F22C-9008-76B2-FAA176609B38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45163"/>
              <a:ext cx="45598" cy="8221"/>
            </a:xfrm>
            <a:custGeom>
              <a:avLst/>
              <a:gdLst/>
              <a:ahLst/>
              <a:cxnLst/>
              <a:rect l="0" t="0" r="0" b="0"/>
              <a:pathLst>
                <a:path w="45598" h="8221">
                  <a:moveTo>
                    <a:pt x="0" y="8221"/>
                  </a:moveTo>
                  <a:lnTo>
                    <a:pt x="4559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4" name="Input_receptor__1183">
              <a:extLst>
                <a:ext uri="{FF2B5EF4-FFF2-40B4-BE49-F238E27FC236}">
                  <a16:creationId xmlns:a16="http://schemas.microsoft.com/office/drawing/2014/main" id="{E18DFBCA-C238-F9B2-2D7D-CA42A3E8D3DF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28584"/>
              <a:ext cx="16741" cy="19566"/>
            </a:xfrm>
            <a:custGeom>
              <a:avLst/>
              <a:gdLst/>
              <a:ahLst/>
              <a:cxnLst/>
              <a:rect l="0" t="0" r="0" b="0"/>
              <a:pathLst>
                <a:path w="16741" h="19566">
                  <a:moveTo>
                    <a:pt x="0" y="19566"/>
                  </a:moveTo>
                  <a:lnTo>
                    <a:pt x="16741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5" name="Input_receptor__1184">
              <a:extLst>
                <a:ext uri="{FF2B5EF4-FFF2-40B4-BE49-F238E27FC236}">
                  <a16:creationId xmlns:a16="http://schemas.microsoft.com/office/drawing/2014/main" id="{C8ED478E-4793-31DF-934B-15C8A31385FF}"/>
                </a:ext>
              </a:extLst>
            </p:cNvPr>
            <p:cNvSpPr>
              <a:spLocks noGrp="1"/>
            </p:cNvSpPr>
            <p:nvPr/>
          </p:nvSpPr>
          <p:spPr>
            <a:xfrm>
              <a:off x="1008975" y="5527485"/>
              <a:ext cx="20507" cy="23713"/>
            </a:xfrm>
            <a:custGeom>
              <a:avLst/>
              <a:gdLst/>
              <a:ahLst/>
              <a:cxnLst/>
              <a:rect l="0" t="0" r="0" b="0"/>
              <a:pathLst>
                <a:path w="20507" h="23713">
                  <a:moveTo>
                    <a:pt x="0" y="0"/>
                  </a:moveTo>
                  <a:lnTo>
                    <a:pt x="20507" y="23713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6" name="Input_receptor__1185">
              <a:extLst>
                <a:ext uri="{FF2B5EF4-FFF2-40B4-BE49-F238E27FC236}">
                  <a16:creationId xmlns:a16="http://schemas.microsoft.com/office/drawing/2014/main" id="{9051F4B5-27DE-9D88-DCD2-6A115D8BDADA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82217"/>
              <a:ext cx="103" cy="8642"/>
            </a:xfrm>
            <a:custGeom>
              <a:avLst/>
              <a:gdLst/>
              <a:ahLst/>
              <a:cxnLst/>
              <a:rect l="0" t="0" r="0" b="0"/>
              <a:pathLst>
                <a:path w="103" h="8642">
                  <a:moveTo>
                    <a:pt x="103" y="0"/>
                  </a:moveTo>
                  <a:lnTo>
                    <a:pt x="0" y="8642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7" name="Input_receptor__1186">
              <a:extLst>
                <a:ext uri="{FF2B5EF4-FFF2-40B4-BE49-F238E27FC236}">
                  <a16:creationId xmlns:a16="http://schemas.microsoft.com/office/drawing/2014/main" id="{85C749F7-AB5E-055E-E874-BE90C7BDD1DD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512999"/>
              <a:ext cx="28538" cy="31423"/>
            </a:xfrm>
            <a:custGeom>
              <a:avLst/>
              <a:gdLst/>
              <a:ahLst/>
              <a:cxnLst/>
              <a:rect l="0" t="0" r="0" b="0"/>
              <a:pathLst>
                <a:path w="28538" h="31423">
                  <a:moveTo>
                    <a:pt x="0" y="0"/>
                  </a:moveTo>
                  <a:lnTo>
                    <a:pt x="28538" y="3142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8" name="Input_receptor__1187">
              <a:extLst>
                <a:ext uri="{FF2B5EF4-FFF2-40B4-BE49-F238E27FC236}">
                  <a16:creationId xmlns:a16="http://schemas.microsoft.com/office/drawing/2014/main" id="{06EF31AF-EC99-2AE4-C4A4-0F34C64430AF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23129"/>
              <a:ext cx="9476" cy="2908"/>
            </a:xfrm>
            <a:custGeom>
              <a:avLst/>
              <a:gdLst/>
              <a:ahLst/>
              <a:cxnLst/>
              <a:rect l="0" t="0" r="0" b="0"/>
              <a:pathLst>
                <a:path w="9476" h="2908">
                  <a:moveTo>
                    <a:pt x="9476" y="2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9" name="Input_receptor__1188">
              <a:extLst>
                <a:ext uri="{FF2B5EF4-FFF2-40B4-BE49-F238E27FC236}">
                  <a16:creationId xmlns:a16="http://schemas.microsoft.com/office/drawing/2014/main" id="{6C45CB0A-2D08-438F-D612-748659F15458}"/>
                </a:ext>
              </a:extLst>
            </p:cNvPr>
            <p:cNvSpPr>
              <a:spLocks noGrp="1"/>
            </p:cNvSpPr>
            <p:nvPr/>
          </p:nvSpPr>
          <p:spPr>
            <a:xfrm>
              <a:off x="1562255" y="4914636"/>
              <a:ext cx="23232" cy="39904"/>
            </a:xfrm>
            <a:custGeom>
              <a:avLst/>
              <a:gdLst/>
              <a:ahLst/>
              <a:cxnLst/>
              <a:rect l="0" t="0" r="0" b="0"/>
              <a:pathLst>
                <a:path w="23232" h="39904">
                  <a:moveTo>
                    <a:pt x="0" y="39904"/>
                  </a:moveTo>
                  <a:lnTo>
                    <a:pt x="23232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0" name="Input_receptor__1189">
              <a:extLst>
                <a:ext uri="{FF2B5EF4-FFF2-40B4-BE49-F238E27FC236}">
                  <a16:creationId xmlns:a16="http://schemas.microsoft.com/office/drawing/2014/main" id="{8260911A-14DA-AEF9-C6A6-D989C8421A5F}"/>
                </a:ext>
              </a:extLst>
            </p:cNvPr>
            <p:cNvSpPr>
              <a:spLocks noGrp="1"/>
            </p:cNvSpPr>
            <p:nvPr/>
          </p:nvSpPr>
          <p:spPr>
            <a:xfrm>
              <a:off x="1152236" y="4223767"/>
              <a:ext cx="27304" cy="38456"/>
            </a:xfrm>
            <a:custGeom>
              <a:avLst/>
              <a:gdLst/>
              <a:ahLst/>
              <a:cxnLst/>
              <a:rect l="0" t="0" r="0" b="0"/>
              <a:pathLst>
                <a:path w="27304" h="38456">
                  <a:moveTo>
                    <a:pt x="27304" y="0"/>
                  </a:moveTo>
                  <a:lnTo>
                    <a:pt x="0" y="384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1" name="Input_receptor__1190">
              <a:extLst>
                <a:ext uri="{FF2B5EF4-FFF2-40B4-BE49-F238E27FC236}">
                  <a16:creationId xmlns:a16="http://schemas.microsoft.com/office/drawing/2014/main" id="{995DF48C-6019-0458-8EC2-5DE1D4E364E4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49956"/>
              <a:ext cx="41052" cy="10932"/>
            </a:xfrm>
            <a:custGeom>
              <a:avLst/>
              <a:gdLst/>
              <a:ahLst/>
              <a:cxnLst/>
              <a:rect l="0" t="0" r="0" b="0"/>
              <a:pathLst>
                <a:path w="41052" h="10932">
                  <a:moveTo>
                    <a:pt x="41052" y="10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2" name="Input_receptor__1191">
              <a:extLst>
                <a:ext uri="{FF2B5EF4-FFF2-40B4-BE49-F238E27FC236}">
                  <a16:creationId xmlns:a16="http://schemas.microsoft.com/office/drawing/2014/main" id="{5FD808A2-4CD0-1314-FDFC-A30EAD4A220F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54287"/>
              <a:ext cx="32550" cy="34146"/>
            </a:xfrm>
            <a:custGeom>
              <a:avLst/>
              <a:gdLst/>
              <a:ahLst/>
              <a:cxnLst/>
              <a:rect l="0" t="0" r="0" b="0"/>
              <a:pathLst>
                <a:path w="32550" h="34146">
                  <a:moveTo>
                    <a:pt x="0" y="34146"/>
                  </a:moveTo>
                  <a:lnTo>
                    <a:pt x="325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3" name="Input_receptor__1192">
              <a:extLst>
                <a:ext uri="{FF2B5EF4-FFF2-40B4-BE49-F238E27FC236}">
                  <a16:creationId xmlns:a16="http://schemas.microsoft.com/office/drawing/2014/main" id="{1F587003-78F7-957E-D1EF-82108676D303}"/>
                </a:ext>
              </a:extLst>
            </p:cNvPr>
            <p:cNvSpPr>
              <a:spLocks noGrp="1"/>
            </p:cNvSpPr>
            <p:nvPr/>
          </p:nvSpPr>
          <p:spPr>
            <a:xfrm>
              <a:off x="1074539" y="4422775"/>
              <a:ext cx="21555" cy="34360"/>
            </a:xfrm>
            <a:custGeom>
              <a:avLst/>
              <a:gdLst/>
              <a:ahLst/>
              <a:cxnLst/>
              <a:rect l="0" t="0" r="0" b="0"/>
              <a:pathLst>
                <a:path w="21555" h="34360">
                  <a:moveTo>
                    <a:pt x="0" y="34360"/>
                  </a:moveTo>
                  <a:lnTo>
                    <a:pt x="21555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4" name="Input_receptor__1193">
              <a:extLst>
                <a:ext uri="{FF2B5EF4-FFF2-40B4-BE49-F238E27FC236}">
                  <a16:creationId xmlns:a16="http://schemas.microsoft.com/office/drawing/2014/main" id="{FAC8B828-60D3-1428-7FC8-CEDE2F56143A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76077"/>
              <a:ext cx="40317" cy="22099"/>
            </a:xfrm>
            <a:custGeom>
              <a:avLst/>
              <a:gdLst/>
              <a:ahLst/>
              <a:cxnLst/>
              <a:rect l="0" t="0" r="0" b="0"/>
              <a:pathLst>
                <a:path w="40317" h="22099">
                  <a:moveTo>
                    <a:pt x="40317" y="220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5" name="Input_receptor__1194">
              <a:extLst>
                <a:ext uri="{FF2B5EF4-FFF2-40B4-BE49-F238E27FC236}">
                  <a16:creationId xmlns:a16="http://schemas.microsoft.com/office/drawing/2014/main" id="{282D9A27-3E4F-0699-FAF5-430548F1E31E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479149"/>
              <a:ext cx="7561" cy="33850"/>
            </a:xfrm>
            <a:custGeom>
              <a:avLst/>
              <a:gdLst/>
              <a:ahLst/>
              <a:cxnLst/>
              <a:rect l="0" t="0" r="0" b="0"/>
              <a:pathLst>
                <a:path w="7561" h="33850">
                  <a:moveTo>
                    <a:pt x="7561" y="0"/>
                  </a:moveTo>
                  <a:lnTo>
                    <a:pt x="0" y="3385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6" name="Input_receptor__1195">
              <a:extLst>
                <a:ext uri="{FF2B5EF4-FFF2-40B4-BE49-F238E27FC236}">
                  <a16:creationId xmlns:a16="http://schemas.microsoft.com/office/drawing/2014/main" id="{7566E6F7-D673-AECF-0A02-02315F34AD1A}"/>
                </a:ext>
              </a:extLst>
            </p:cNvPr>
            <p:cNvSpPr>
              <a:spLocks noGrp="1"/>
            </p:cNvSpPr>
            <p:nvPr/>
          </p:nvSpPr>
          <p:spPr>
            <a:xfrm>
              <a:off x="1195639" y="4709358"/>
              <a:ext cx="10829" cy="31439"/>
            </a:xfrm>
            <a:custGeom>
              <a:avLst/>
              <a:gdLst/>
              <a:ahLst/>
              <a:cxnLst/>
              <a:rect l="0" t="0" r="0" b="0"/>
              <a:pathLst>
                <a:path w="10829" h="31439">
                  <a:moveTo>
                    <a:pt x="10829" y="314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7" name="Input_receptor__1196">
              <a:extLst>
                <a:ext uri="{FF2B5EF4-FFF2-40B4-BE49-F238E27FC236}">
                  <a16:creationId xmlns:a16="http://schemas.microsoft.com/office/drawing/2014/main" id="{F1F84D28-6E3E-9BC6-4A41-861B7D1051B6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50953"/>
              <a:ext cx="15769" cy="15156"/>
            </a:xfrm>
            <a:custGeom>
              <a:avLst/>
              <a:gdLst/>
              <a:ahLst/>
              <a:cxnLst/>
              <a:rect l="0" t="0" r="0" b="0"/>
              <a:pathLst>
                <a:path w="15769" h="15156">
                  <a:moveTo>
                    <a:pt x="15769" y="0"/>
                  </a:moveTo>
                  <a:lnTo>
                    <a:pt x="0" y="151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8" name="Input_receptor__1197">
              <a:extLst>
                <a:ext uri="{FF2B5EF4-FFF2-40B4-BE49-F238E27FC236}">
                  <a16:creationId xmlns:a16="http://schemas.microsoft.com/office/drawing/2014/main" id="{1F5FC062-C5A7-460C-418E-3A4794C3AADB}"/>
                </a:ext>
              </a:extLst>
            </p:cNvPr>
            <p:cNvSpPr>
              <a:spLocks noGrp="1"/>
            </p:cNvSpPr>
            <p:nvPr/>
          </p:nvSpPr>
          <p:spPr>
            <a:xfrm>
              <a:off x="1140481" y="5077014"/>
              <a:ext cx="11024" cy="18279"/>
            </a:xfrm>
            <a:custGeom>
              <a:avLst/>
              <a:gdLst/>
              <a:ahLst/>
              <a:cxnLst/>
              <a:rect l="0" t="0" r="0" b="0"/>
              <a:pathLst>
                <a:path w="11024" h="18279">
                  <a:moveTo>
                    <a:pt x="0" y="18279"/>
                  </a:moveTo>
                  <a:lnTo>
                    <a:pt x="11024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9" name="Input_receptor__1198">
              <a:extLst>
                <a:ext uri="{FF2B5EF4-FFF2-40B4-BE49-F238E27FC236}">
                  <a16:creationId xmlns:a16="http://schemas.microsoft.com/office/drawing/2014/main" id="{50671D81-3D6F-500D-1C9D-609F9EA7DB37}"/>
                </a:ext>
              </a:extLst>
            </p:cNvPr>
            <p:cNvSpPr>
              <a:spLocks noGrp="1"/>
            </p:cNvSpPr>
            <p:nvPr/>
          </p:nvSpPr>
          <p:spPr>
            <a:xfrm>
              <a:off x="1776659" y="5060704"/>
              <a:ext cx="4649" cy="35961"/>
            </a:xfrm>
            <a:custGeom>
              <a:avLst/>
              <a:gdLst/>
              <a:ahLst/>
              <a:cxnLst/>
              <a:rect l="0" t="0" r="0" b="0"/>
              <a:pathLst>
                <a:path w="4649" h="35961">
                  <a:moveTo>
                    <a:pt x="4649" y="35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0" name="Input_receptor__1199">
              <a:extLst>
                <a:ext uri="{FF2B5EF4-FFF2-40B4-BE49-F238E27FC236}">
                  <a16:creationId xmlns:a16="http://schemas.microsoft.com/office/drawing/2014/main" id="{8B7FDC1B-60B3-2824-FD86-707611422713}"/>
                </a:ext>
              </a:extLst>
            </p:cNvPr>
            <p:cNvSpPr>
              <a:spLocks noGrp="1"/>
            </p:cNvSpPr>
            <p:nvPr/>
          </p:nvSpPr>
          <p:spPr>
            <a:xfrm>
              <a:off x="1234181" y="4799313"/>
              <a:ext cx="1590" cy="44449"/>
            </a:xfrm>
            <a:custGeom>
              <a:avLst/>
              <a:gdLst/>
              <a:ahLst/>
              <a:cxnLst/>
              <a:rect l="0" t="0" r="0" b="0"/>
              <a:pathLst>
                <a:path w="1590" h="44449">
                  <a:moveTo>
                    <a:pt x="0" y="0"/>
                  </a:moveTo>
                  <a:lnTo>
                    <a:pt x="1590" y="4444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1" name="Input_receptor__1200">
              <a:extLst>
                <a:ext uri="{FF2B5EF4-FFF2-40B4-BE49-F238E27FC236}">
                  <a16:creationId xmlns:a16="http://schemas.microsoft.com/office/drawing/2014/main" id="{D1BEE5B7-C423-D2C4-AE05-A6FAC6EE8F67}"/>
                </a:ext>
              </a:extLst>
            </p:cNvPr>
            <p:cNvSpPr>
              <a:spLocks noGrp="1"/>
            </p:cNvSpPr>
            <p:nvPr/>
          </p:nvSpPr>
          <p:spPr>
            <a:xfrm>
              <a:off x="1489123" y="5120119"/>
              <a:ext cx="38138" cy="16085"/>
            </a:xfrm>
            <a:custGeom>
              <a:avLst/>
              <a:gdLst/>
              <a:ahLst/>
              <a:cxnLst/>
              <a:rect l="0" t="0" r="0" b="0"/>
              <a:pathLst>
                <a:path w="38138" h="16085">
                  <a:moveTo>
                    <a:pt x="0" y="0"/>
                  </a:moveTo>
                  <a:lnTo>
                    <a:pt x="38138" y="160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2" name="Input_receptor__1201">
              <a:extLst>
                <a:ext uri="{FF2B5EF4-FFF2-40B4-BE49-F238E27FC236}">
                  <a16:creationId xmlns:a16="http://schemas.microsoft.com/office/drawing/2014/main" id="{6CC8263E-6312-F71C-FA38-B8864D76D783}"/>
                </a:ext>
              </a:extLst>
            </p:cNvPr>
            <p:cNvSpPr>
              <a:spLocks noGrp="1"/>
            </p:cNvSpPr>
            <p:nvPr/>
          </p:nvSpPr>
          <p:spPr>
            <a:xfrm>
              <a:off x="1450874" y="5120119"/>
              <a:ext cx="38250" cy="15017"/>
            </a:xfrm>
            <a:custGeom>
              <a:avLst/>
              <a:gdLst/>
              <a:ahLst/>
              <a:cxnLst/>
              <a:rect l="0" t="0" r="0" b="0"/>
              <a:pathLst>
                <a:path w="38250" h="15017">
                  <a:moveTo>
                    <a:pt x="0" y="15017"/>
                  </a:moveTo>
                  <a:lnTo>
                    <a:pt x="382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3" name="Input_receptor__1202">
              <a:extLst>
                <a:ext uri="{FF2B5EF4-FFF2-40B4-BE49-F238E27FC236}">
                  <a16:creationId xmlns:a16="http://schemas.microsoft.com/office/drawing/2014/main" id="{58A9C233-3605-2748-C38B-FB2DC7EA315B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34326"/>
              <a:ext cx="45868" cy="4958"/>
            </a:xfrm>
            <a:custGeom>
              <a:avLst/>
              <a:gdLst/>
              <a:ahLst/>
              <a:cxnLst/>
              <a:rect l="0" t="0" r="0" b="0"/>
              <a:pathLst>
                <a:path w="45868" h="4958">
                  <a:moveTo>
                    <a:pt x="0" y="4958"/>
                  </a:moveTo>
                  <a:lnTo>
                    <a:pt x="4586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4" name="Input_receptor__1203">
              <a:extLst>
                <a:ext uri="{FF2B5EF4-FFF2-40B4-BE49-F238E27FC236}">
                  <a16:creationId xmlns:a16="http://schemas.microsoft.com/office/drawing/2014/main" id="{D01AC5F0-5342-2C7A-8B4A-ABDC45A1B1D7}"/>
                </a:ext>
              </a:extLst>
            </p:cNvPr>
            <p:cNvSpPr>
              <a:spLocks noGrp="1"/>
            </p:cNvSpPr>
            <p:nvPr/>
          </p:nvSpPr>
          <p:spPr>
            <a:xfrm>
              <a:off x="1530012" y="4606283"/>
              <a:ext cx="30501" cy="14285"/>
            </a:xfrm>
            <a:custGeom>
              <a:avLst/>
              <a:gdLst/>
              <a:ahLst/>
              <a:cxnLst/>
              <a:rect l="0" t="0" r="0" b="0"/>
              <a:pathLst>
                <a:path w="30501" h="14285">
                  <a:moveTo>
                    <a:pt x="0" y="0"/>
                  </a:moveTo>
                  <a:lnTo>
                    <a:pt x="30501" y="142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5" name="Input_receptor__1204">
              <a:extLst>
                <a:ext uri="{FF2B5EF4-FFF2-40B4-BE49-F238E27FC236}">
                  <a16:creationId xmlns:a16="http://schemas.microsoft.com/office/drawing/2014/main" id="{609A4137-D100-58EF-FF91-C1691A4EBB03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57135"/>
              <a:ext cx="42299" cy="19509"/>
            </a:xfrm>
            <a:custGeom>
              <a:avLst/>
              <a:gdLst/>
              <a:ahLst/>
              <a:cxnLst/>
              <a:rect l="0" t="0" r="0" b="0"/>
              <a:pathLst>
                <a:path w="42299" h="19509">
                  <a:moveTo>
                    <a:pt x="0" y="19509"/>
                  </a:moveTo>
                  <a:lnTo>
                    <a:pt x="4229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6" name="Input_receptor__1205">
              <a:extLst>
                <a:ext uri="{FF2B5EF4-FFF2-40B4-BE49-F238E27FC236}">
                  <a16:creationId xmlns:a16="http://schemas.microsoft.com/office/drawing/2014/main" id="{7C5632F5-45C0-EDEA-2B37-C81CCD2FE83A}"/>
                </a:ext>
              </a:extLst>
            </p:cNvPr>
            <p:cNvSpPr>
              <a:spLocks noGrp="1"/>
            </p:cNvSpPr>
            <p:nvPr/>
          </p:nvSpPr>
          <p:spPr>
            <a:xfrm>
              <a:off x="1093914" y="4979415"/>
              <a:ext cx="2524" cy="6087"/>
            </a:xfrm>
            <a:custGeom>
              <a:avLst/>
              <a:gdLst/>
              <a:ahLst/>
              <a:cxnLst/>
              <a:rect l="0" t="0" r="0" b="0"/>
              <a:pathLst>
                <a:path w="2524" h="6087">
                  <a:moveTo>
                    <a:pt x="0" y="6087"/>
                  </a:moveTo>
                  <a:lnTo>
                    <a:pt x="2524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7" name="Input_receptor__1206">
              <a:extLst>
                <a:ext uri="{FF2B5EF4-FFF2-40B4-BE49-F238E27FC236}">
                  <a16:creationId xmlns:a16="http://schemas.microsoft.com/office/drawing/2014/main" id="{3D228BD6-27A7-BA66-FD95-C1F05A1D74F7}"/>
                </a:ext>
              </a:extLst>
            </p:cNvPr>
            <p:cNvSpPr>
              <a:spLocks noGrp="1"/>
            </p:cNvSpPr>
            <p:nvPr/>
          </p:nvSpPr>
          <p:spPr>
            <a:xfrm>
              <a:off x="956407" y="4758229"/>
              <a:ext cx="26468" cy="39946"/>
            </a:xfrm>
            <a:custGeom>
              <a:avLst/>
              <a:gdLst/>
              <a:ahLst/>
              <a:cxnLst/>
              <a:rect l="0" t="0" r="0" b="0"/>
              <a:pathLst>
                <a:path w="26468" h="39946">
                  <a:moveTo>
                    <a:pt x="26468" y="0"/>
                  </a:moveTo>
                  <a:lnTo>
                    <a:pt x="0" y="3994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08" name="Input_receptor__1207">
              <a:extLst>
                <a:ext uri="{FF2B5EF4-FFF2-40B4-BE49-F238E27FC236}">
                  <a16:creationId xmlns:a16="http://schemas.microsoft.com/office/drawing/2014/main" id="{3D3C1969-9E14-3315-439B-2E18ED5B49FB}"/>
                </a:ext>
              </a:extLst>
            </p:cNvPr>
            <p:cNvSpPr>
              <a:spLocks noGrp="1"/>
            </p:cNvSpPr>
            <p:nvPr/>
          </p:nvSpPr>
          <p:spPr>
            <a:xfrm>
              <a:off x="1693366" y="4960888"/>
              <a:ext cx="31434" cy="35932"/>
            </a:xfrm>
            <a:custGeom>
              <a:avLst/>
              <a:gdLst/>
              <a:ahLst/>
              <a:cxnLst/>
              <a:rect l="0" t="0" r="0" b="0"/>
              <a:pathLst>
                <a:path w="31434" h="35932">
                  <a:moveTo>
                    <a:pt x="31434" y="35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9" name="Input_receptor__1208">
              <a:extLst>
                <a:ext uri="{FF2B5EF4-FFF2-40B4-BE49-F238E27FC236}">
                  <a16:creationId xmlns:a16="http://schemas.microsoft.com/office/drawing/2014/main" id="{907BC1D8-DF0C-D96C-88C9-106807189E9B}"/>
                </a:ext>
              </a:extLst>
            </p:cNvPr>
            <p:cNvSpPr>
              <a:spLocks noGrp="1"/>
            </p:cNvSpPr>
            <p:nvPr/>
          </p:nvSpPr>
          <p:spPr>
            <a:xfrm>
              <a:off x="1500921" y="4148065"/>
              <a:ext cx="47183" cy="6222"/>
            </a:xfrm>
            <a:custGeom>
              <a:avLst/>
              <a:gdLst/>
              <a:ahLst/>
              <a:cxnLst/>
              <a:rect l="0" t="0" r="0" b="0"/>
              <a:pathLst>
                <a:path w="47183" h="6222">
                  <a:moveTo>
                    <a:pt x="0" y="6222"/>
                  </a:moveTo>
                  <a:lnTo>
                    <a:pt x="4718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0" name="Input_receptor__1209">
              <a:extLst>
                <a:ext uri="{FF2B5EF4-FFF2-40B4-BE49-F238E27FC236}">
                  <a16:creationId xmlns:a16="http://schemas.microsoft.com/office/drawing/2014/main" id="{078C3D88-9FE2-B2CC-0564-5BA6FDAD0FA3}"/>
                </a:ext>
              </a:extLst>
            </p:cNvPr>
            <p:cNvSpPr>
              <a:spLocks noGrp="1"/>
            </p:cNvSpPr>
            <p:nvPr/>
          </p:nvSpPr>
          <p:spPr>
            <a:xfrm>
              <a:off x="1429602" y="4717989"/>
              <a:ext cx="47228" cy="251"/>
            </a:xfrm>
            <a:custGeom>
              <a:avLst/>
              <a:gdLst/>
              <a:ahLst/>
              <a:cxnLst/>
              <a:rect l="0" t="0" r="0" b="0"/>
              <a:pathLst>
                <a:path w="47228" h="251">
                  <a:moveTo>
                    <a:pt x="0" y="251"/>
                  </a:moveTo>
                  <a:lnTo>
                    <a:pt x="4722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1" name="Input_receptor__1210">
              <a:extLst>
                <a:ext uri="{FF2B5EF4-FFF2-40B4-BE49-F238E27FC236}">
                  <a16:creationId xmlns:a16="http://schemas.microsoft.com/office/drawing/2014/main" id="{E7D87247-6201-CFC8-A926-015EBD36D9D9}"/>
                </a:ext>
              </a:extLst>
            </p:cNvPr>
            <p:cNvSpPr>
              <a:spLocks noGrp="1"/>
            </p:cNvSpPr>
            <p:nvPr/>
          </p:nvSpPr>
          <p:spPr>
            <a:xfrm>
              <a:off x="1179540" y="4223767"/>
              <a:ext cx="45873" cy="10515"/>
            </a:xfrm>
            <a:custGeom>
              <a:avLst/>
              <a:gdLst/>
              <a:ahLst/>
              <a:cxnLst/>
              <a:rect l="0" t="0" r="0" b="0"/>
              <a:pathLst>
                <a:path w="45873" h="10515">
                  <a:moveTo>
                    <a:pt x="45873" y="10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12" name="Input_receptor__1211">
              <a:extLst>
                <a:ext uri="{FF2B5EF4-FFF2-40B4-BE49-F238E27FC236}">
                  <a16:creationId xmlns:a16="http://schemas.microsoft.com/office/drawing/2014/main" id="{035F8F2F-72D1-B77D-1E43-02A66DAC95D5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096664"/>
              <a:ext cx="32629" cy="27398"/>
            </a:xfrm>
            <a:custGeom>
              <a:avLst/>
              <a:gdLst/>
              <a:ahLst/>
              <a:cxnLst/>
              <a:rect l="0" t="0" r="0" b="0"/>
              <a:pathLst>
                <a:path w="32629" h="27398">
                  <a:moveTo>
                    <a:pt x="0" y="27398"/>
                  </a:moveTo>
                  <a:lnTo>
                    <a:pt x="3262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3" name="Input_receptor__1212">
              <a:extLst>
                <a:ext uri="{FF2B5EF4-FFF2-40B4-BE49-F238E27FC236}">
                  <a16:creationId xmlns:a16="http://schemas.microsoft.com/office/drawing/2014/main" id="{3E37C3F1-5C04-C2C2-6DDD-3135CCF00D33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9622"/>
              <a:ext cx="6907" cy="40288"/>
            </a:xfrm>
            <a:custGeom>
              <a:avLst/>
              <a:gdLst/>
              <a:ahLst/>
              <a:cxnLst/>
              <a:rect l="0" t="0" r="0" b="0"/>
              <a:pathLst>
                <a:path w="6907" h="40288">
                  <a:moveTo>
                    <a:pt x="6907" y="40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4" name="Input_receptor__1213">
              <a:extLst>
                <a:ext uri="{FF2B5EF4-FFF2-40B4-BE49-F238E27FC236}">
                  <a16:creationId xmlns:a16="http://schemas.microsoft.com/office/drawing/2014/main" id="{0C0F64A4-0681-BA56-500F-ED3491A09B9F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42526"/>
              <a:ext cx="38741" cy="26912"/>
            </a:xfrm>
            <a:custGeom>
              <a:avLst/>
              <a:gdLst/>
              <a:ahLst/>
              <a:cxnLst/>
              <a:rect l="0" t="0" r="0" b="0"/>
              <a:pathLst>
                <a:path w="38741" h="26912">
                  <a:moveTo>
                    <a:pt x="38741" y="0"/>
                  </a:moveTo>
                  <a:lnTo>
                    <a:pt x="0" y="26912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5" name="Input_receptor__1214">
              <a:extLst>
                <a:ext uri="{FF2B5EF4-FFF2-40B4-BE49-F238E27FC236}">
                  <a16:creationId xmlns:a16="http://schemas.microsoft.com/office/drawing/2014/main" id="{B77559EE-87CE-54C0-E5C7-8ADCD826CA55}"/>
                </a:ext>
              </a:extLst>
            </p:cNvPr>
            <p:cNvSpPr>
              <a:spLocks noGrp="1"/>
            </p:cNvSpPr>
            <p:nvPr/>
          </p:nvSpPr>
          <p:spPr>
            <a:xfrm>
              <a:off x="1083078" y="5041994"/>
              <a:ext cx="26884" cy="6177"/>
            </a:xfrm>
            <a:custGeom>
              <a:avLst/>
              <a:gdLst/>
              <a:ahLst/>
              <a:cxnLst/>
              <a:rect l="0" t="0" r="0" b="0"/>
              <a:pathLst>
                <a:path w="26884" h="6177">
                  <a:moveTo>
                    <a:pt x="0" y="6177"/>
                  </a:moveTo>
                  <a:lnTo>
                    <a:pt x="26884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6" name="Input_receptor__1215">
              <a:extLst>
                <a:ext uri="{FF2B5EF4-FFF2-40B4-BE49-F238E27FC236}">
                  <a16:creationId xmlns:a16="http://schemas.microsoft.com/office/drawing/2014/main" id="{95CFD68A-019E-3577-8116-C85EB14CBD30}"/>
                </a:ext>
              </a:extLst>
            </p:cNvPr>
            <p:cNvSpPr>
              <a:spLocks noGrp="1"/>
            </p:cNvSpPr>
            <p:nvPr/>
          </p:nvSpPr>
          <p:spPr>
            <a:xfrm>
              <a:off x="1513850" y="4091004"/>
              <a:ext cx="3764" cy="2260"/>
            </a:xfrm>
            <a:custGeom>
              <a:avLst/>
              <a:gdLst/>
              <a:ahLst/>
              <a:cxnLst/>
              <a:rect l="0" t="0" r="0" b="0"/>
              <a:pathLst>
                <a:path w="3764" h="2260">
                  <a:moveTo>
                    <a:pt x="3764" y="22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7" name="Input_receptor__1216">
              <a:extLst>
                <a:ext uri="{FF2B5EF4-FFF2-40B4-BE49-F238E27FC236}">
                  <a16:creationId xmlns:a16="http://schemas.microsoft.com/office/drawing/2014/main" id="{6BD96124-3EE7-009A-4CD2-6BC11BE9E902}"/>
                </a:ext>
              </a:extLst>
            </p:cNvPr>
            <p:cNvSpPr>
              <a:spLocks noGrp="1"/>
            </p:cNvSpPr>
            <p:nvPr/>
          </p:nvSpPr>
          <p:spPr>
            <a:xfrm>
              <a:off x="1029482" y="5551199"/>
              <a:ext cx="46582" cy="10811"/>
            </a:xfrm>
            <a:custGeom>
              <a:avLst/>
              <a:gdLst/>
              <a:ahLst/>
              <a:cxnLst/>
              <a:rect l="0" t="0" r="0" b="0"/>
              <a:pathLst>
                <a:path w="46582" h="10811">
                  <a:moveTo>
                    <a:pt x="0" y="0"/>
                  </a:moveTo>
                  <a:lnTo>
                    <a:pt x="46582" y="10811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8" name="Input_receptor__1217">
              <a:extLst>
                <a:ext uri="{FF2B5EF4-FFF2-40B4-BE49-F238E27FC236}">
                  <a16:creationId xmlns:a16="http://schemas.microsoft.com/office/drawing/2014/main" id="{27CE66C4-2758-106A-576F-A12D2848A7DD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8415" cy="9520"/>
            </a:xfrm>
            <a:custGeom>
              <a:avLst/>
              <a:gdLst/>
              <a:ahLst/>
              <a:cxnLst/>
              <a:rect l="0" t="0" r="0" b="0"/>
              <a:pathLst>
                <a:path w="8415" h="9520">
                  <a:moveTo>
                    <a:pt x="8415" y="9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19" name="Input_receptor__1218">
              <a:extLst>
                <a:ext uri="{FF2B5EF4-FFF2-40B4-BE49-F238E27FC236}">
                  <a16:creationId xmlns:a16="http://schemas.microsoft.com/office/drawing/2014/main" id="{1A8D1A26-D21F-9657-7A5B-6B18EF54F5DB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788896"/>
              <a:ext cx="4436" cy="22792"/>
            </a:xfrm>
            <a:custGeom>
              <a:avLst/>
              <a:gdLst/>
              <a:ahLst/>
              <a:cxnLst/>
              <a:rect l="0" t="0" r="0" b="0"/>
              <a:pathLst>
                <a:path w="4436" h="22792">
                  <a:moveTo>
                    <a:pt x="0" y="22792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0" name="Input_receptor__1219">
              <a:extLst>
                <a:ext uri="{FF2B5EF4-FFF2-40B4-BE49-F238E27FC236}">
                  <a16:creationId xmlns:a16="http://schemas.microsoft.com/office/drawing/2014/main" id="{84B6098B-ED66-0648-A015-E959E695BC81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873856"/>
              <a:ext cx="14907" cy="28628"/>
            </a:xfrm>
            <a:custGeom>
              <a:avLst/>
              <a:gdLst/>
              <a:ahLst/>
              <a:cxnLst/>
              <a:rect l="0" t="0" r="0" b="0"/>
              <a:pathLst>
                <a:path w="14907" h="28628">
                  <a:moveTo>
                    <a:pt x="14907" y="0"/>
                  </a:moveTo>
                  <a:lnTo>
                    <a:pt x="0" y="28628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21" name="Input_receptor__1220">
              <a:extLst>
                <a:ext uri="{FF2B5EF4-FFF2-40B4-BE49-F238E27FC236}">
                  <a16:creationId xmlns:a16="http://schemas.microsoft.com/office/drawing/2014/main" id="{5A389C61-87BF-54BF-BB11-956C0581B6E5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1465"/>
              <a:ext cx="2566" cy="2407"/>
            </a:xfrm>
            <a:custGeom>
              <a:avLst/>
              <a:gdLst/>
              <a:ahLst/>
              <a:cxnLst/>
              <a:rect l="0" t="0" r="0" b="0"/>
              <a:pathLst>
                <a:path w="2566" h="2407">
                  <a:moveTo>
                    <a:pt x="0" y="2407"/>
                  </a:moveTo>
                  <a:lnTo>
                    <a:pt x="256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2" name="Input_receptor__1221">
              <a:extLst>
                <a:ext uri="{FF2B5EF4-FFF2-40B4-BE49-F238E27FC236}">
                  <a16:creationId xmlns:a16="http://schemas.microsoft.com/office/drawing/2014/main" id="{1FB63A62-8E5B-FB6A-5BE2-D49E2C285D8C}"/>
                </a:ext>
              </a:extLst>
            </p:cNvPr>
            <p:cNvSpPr>
              <a:spLocks noGrp="1"/>
            </p:cNvSpPr>
            <p:nvPr/>
          </p:nvSpPr>
          <p:spPr>
            <a:xfrm>
              <a:off x="752317" y="4496400"/>
              <a:ext cx="11383" cy="40506"/>
            </a:xfrm>
            <a:custGeom>
              <a:avLst/>
              <a:gdLst/>
              <a:ahLst/>
              <a:cxnLst/>
              <a:rect l="0" t="0" r="0" b="0"/>
              <a:pathLst>
                <a:path w="11383" h="40506">
                  <a:moveTo>
                    <a:pt x="0" y="0"/>
                  </a:moveTo>
                  <a:lnTo>
                    <a:pt x="11383" y="4050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3" name="Input_receptor__1222">
              <a:extLst>
                <a:ext uri="{FF2B5EF4-FFF2-40B4-BE49-F238E27FC236}">
                  <a16:creationId xmlns:a16="http://schemas.microsoft.com/office/drawing/2014/main" id="{61486614-CB39-8A2B-7639-D58A30524CF7}"/>
                </a:ext>
              </a:extLst>
            </p:cNvPr>
            <p:cNvSpPr>
              <a:spLocks noGrp="1"/>
            </p:cNvSpPr>
            <p:nvPr/>
          </p:nvSpPr>
          <p:spPr>
            <a:xfrm>
              <a:off x="1214867" y="4479149"/>
              <a:ext cx="47365" cy="8322"/>
            </a:xfrm>
            <a:custGeom>
              <a:avLst/>
              <a:gdLst/>
              <a:ahLst/>
              <a:cxnLst/>
              <a:rect l="0" t="0" r="0" b="0"/>
              <a:pathLst>
                <a:path w="47365" h="8322">
                  <a:moveTo>
                    <a:pt x="47365" y="83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4" name="Input_receptor__1223">
              <a:extLst>
                <a:ext uri="{FF2B5EF4-FFF2-40B4-BE49-F238E27FC236}">
                  <a16:creationId xmlns:a16="http://schemas.microsoft.com/office/drawing/2014/main" id="{1D528A0D-8F00-F6F2-A732-B7CB05A09DF7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48150"/>
              <a:ext cx="3446" cy="47725"/>
            </a:xfrm>
            <a:custGeom>
              <a:avLst/>
              <a:gdLst/>
              <a:ahLst/>
              <a:cxnLst/>
              <a:rect l="0" t="0" r="0" b="0"/>
              <a:pathLst>
                <a:path w="3446" h="47725">
                  <a:moveTo>
                    <a:pt x="3446" y="477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25" name="Input_receptor__1224">
              <a:extLst>
                <a:ext uri="{FF2B5EF4-FFF2-40B4-BE49-F238E27FC236}">
                  <a16:creationId xmlns:a16="http://schemas.microsoft.com/office/drawing/2014/main" id="{2B9E9FEB-154A-97F0-A3CF-1AA452CE7BCA}"/>
                </a:ext>
              </a:extLst>
            </p:cNvPr>
            <p:cNvSpPr>
              <a:spLocks noGrp="1"/>
            </p:cNvSpPr>
            <p:nvPr/>
          </p:nvSpPr>
          <p:spPr>
            <a:xfrm>
              <a:off x="1422704" y="4777274"/>
              <a:ext cx="47624" cy="3262"/>
            </a:xfrm>
            <a:custGeom>
              <a:avLst/>
              <a:gdLst/>
              <a:ahLst/>
              <a:cxnLst/>
              <a:rect l="0" t="0" r="0" b="0"/>
              <a:pathLst>
                <a:path w="47624" h="3262">
                  <a:moveTo>
                    <a:pt x="0" y="0"/>
                  </a:moveTo>
                  <a:lnTo>
                    <a:pt x="47624" y="326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6" name="Input_receptor__1225">
              <a:extLst>
                <a:ext uri="{FF2B5EF4-FFF2-40B4-BE49-F238E27FC236}">
                  <a16:creationId xmlns:a16="http://schemas.microsoft.com/office/drawing/2014/main" id="{F6982E64-5C86-9D31-93E4-8CBC53A17380}"/>
                </a:ext>
              </a:extLst>
            </p:cNvPr>
            <p:cNvSpPr>
              <a:spLocks noGrp="1"/>
            </p:cNvSpPr>
            <p:nvPr/>
          </p:nvSpPr>
          <p:spPr>
            <a:xfrm>
              <a:off x="1588913" y="5042526"/>
              <a:ext cx="29226" cy="27682"/>
            </a:xfrm>
            <a:custGeom>
              <a:avLst/>
              <a:gdLst/>
              <a:ahLst/>
              <a:cxnLst/>
              <a:rect l="0" t="0" r="0" b="0"/>
              <a:pathLst>
                <a:path w="29226" h="27682">
                  <a:moveTo>
                    <a:pt x="29226" y="276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7" name="Input_receptor__1226">
              <a:extLst>
                <a:ext uri="{FF2B5EF4-FFF2-40B4-BE49-F238E27FC236}">
                  <a16:creationId xmlns:a16="http://schemas.microsoft.com/office/drawing/2014/main" id="{81D5E9EA-D3AC-07B3-A334-2CBB4E470F9C}"/>
                </a:ext>
              </a:extLst>
            </p:cNvPr>
            <p:cNvSpPr>
              <a:spLocks noGrp="1"/>
            </p:cNvSpPr>
            <p:nvPr/>
          </p:nvSpPr>
          <p:spPr>
            <a:xfrm>
              <a:off x="1512685" y="5136205"/>
              <a:ext cx="14576" cy="46012"/>
            </a:xfrm>
            <a:custGeom>
              <a:avLst/>
              <a:gdLst/>
              <a:ahLst/>
              <a:cxnLst/>
              <a:rect l="0" t="0" r="0" b="0"/>
              <a:pathLst>
                <a:path w="14576" h="46012">
                  <a:moveTo>
                    <a:pt x="14576" y="0"/>
                  </a:moveTo>
                  <a:lnTo>
                    <a:pt x="0" y="4601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8" name="Input_receptor__1227">
              <a:extLst>
                <a:ext uri="{FF2B5EF4-FFF2-40B4-BE49-F238E27FC236}">
                  <a16:creationId xmlns:a16="http://schemas.microsoft.com/office/drawing/2014/main" id="{4A795F77-CED1-9A9D-8FA2-5D83B59DFDE9}"/>
                </a:ext>
              </a:extLst>
            </p:cNvPr>
            <p:cNvSpPr>
              <a:spLocks noGrp="1"/>
            </p:cNvSpPr>
            <p:nvPr/>
          </p:nvSpPr>
          <p:spPr>
            <a:xfrm>
              <a:off x="1549157" y="4900033"/>
              <a:ext cx="36330" cy="14603"/>
            </a:xfrm>
            <a:custGeom>
              <a:avLst/>
              <a:gdLst/>
              <a:ahLst/>
              <a:cxnLst/>
              <a:rect l="0" t="0" r="0" b="0"/>
              <a:pathLst>
                <a:path w="36330" h="14603">
                  <a:moveTo>
                    <a:pt x="36330" y="14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9" name="Input_receptor__1228">
              <a:extLst>
                <a:ext uri="{FF2B5EF4-FFF2-40B4-BE49-F238E27FC236}">
                  <a16:creationId xmlns:a16="http://schemas.microsoft.com/office/drawing/2014/main" id="{E798ED22-CB66-4119-AA29-C1CD72C6E4CF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356876"/>
              <a:ext cx="3988" cy="46253"/>
            </a:xfrm>
            <a:custGeom>
              <a:avLst/>
              <a:gdLst/>
              <a:ahLst/>
              <a:cxnLst/>
              <a:rect l="0" t="0" r="0" b="0"/>
              <a:pathLst>
                <a:path w="3988" h="46253">
                  <a:moveTo>
                    <a:pt x="3988" y="0"/>
                  </a:moveTo>
                  <a:lnTo>
                    <a:pt x="0" y="46253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0" name="Input_receptor__1229">
              <a:extLst>
                <a:ext uri="{FF2B5EF4-FFF2-40B4-BE49-F238E27FC236}">
                  <a16:creationId xmlns:a16="http://schemas.microsoft.com/office/drawing/2014/main" id="{6945C991-6698-CD11-1887-6914D4C7BF01}"/>
                </a:ext>
              </a:extLst>
            </p:cNvPr>
            <p:cNvSpPr>
              <a:spLocks noGrp="1"/>
            </p:cNvSpPr>
            <p:nvPr/>
          </p:nvSpPr>
          <p:spPr>
            <a:xfrm>
              <a:off x="1405144" y="4692791"/>
              <a:ext cx="24457" cy="25449"/>
            </a:xfrm>
            <a:custGeom>
              <a:avLst/>
              <a:gdLst/>
              <a:ahLst/>
              <a:cxnLst/>
              <a:rect l="0" t="0" r="0" b="0"/>
              <a:pathLst>
                <a:path w="24457" h="25449">
                  <a:moveTo>
                    <a:pt x="0" y="0"/>
                  </a:moveTo>
                  <a:lnTo>
                    <a:pt x="24457" y="25449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1" name="Input_receptor__1230">
              <a:extLst>
                <a:ext uri="{FF2B5EF4-FFF2-40B4-BE49-F238E27FC236}">
                  <a16:creationId xmlns:a16="http://schemas.microsoft.com/office/drawing/2014/main" id="{8C339BB1-61D7-E3BE-F200-F5FDB13FA580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70208"/>
              <a:ext cx="14685" cy="39606"/>
            </a:xfrm>
            <a:custGeom>
              <a:avLst/>
              <a:gdLst/>
              <a:ahLst/>
              <a:cxnLst/>
              <a:rect l="0" t="0" r="0" b="0"/>
              <a:pathLst>
                <a:path w="14685" h="39606">
                  <a:moveTo>
                    <a:pt x="0" y="39606"/>
                  </a:moveTo>
                  <a:lnTo>
                    <a:pt x="14685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2" name="Input_receptor__1231">
              <a:extLst>
                <a:ext uri="{FF2B5EF4-FFF2-40B4-BE49-F238E27FC236}">
                  <a16:creationId xmlns:a16="http://schemas.microsoft.com/office/drawing/2014/main" id="{66D87209-18E4-DE3C-554B-A1EC179E1F37}"/>
                </a:ext>
              </a:extLst>
            </p:cNvPr>
            <p:cNvSpPr>
              <a:spLocks noGrp="1"/>
            </p:cNvSpPr>
            <p:nvPr/>
          </p:nvSpPr>
          <p:spPr>
            <a:xfrm>
              <a:off x="1013291" y="4595875"/>
              <a:ext cx="42109" cy="23652"/>
            </a:xfrm>
            <a:custGeom>
              <a:avLst/>
              <a:gdLst/>
              <a:ahLst/>
              <a:cxnLst/>
              <a:rect l="0" t="0" r="0" b="0"/>
              <a:pathLst>
                <a:path w="42109" h="23652">
                  <a:moveTo>
                    <a:pt x="0" y="23652"/>
                  </a:moveTo>
                  <a:lnTo>
                    <a:pt x="42109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3" name="Input_receptor__1232">
              <a:extLst>
                <a:ext uri="{FF2B5EF4-FFF2-40B4-BE49-F238E27FC236}">
                  <a16:creationId xmlns:a16="http://schemas.microsoft.com/office/drawing/2014/main" id="{0B9713A1-C557-497F-1553-457AF804F059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82199"/>
              <a:ext cx="32777" cy="10258"/>
            </a:xfrm>
            <a:custGeom>
              <a:avLst/>
              <a:gdLst/>
              <a:ahLst/>
              <a:cxnLst/>
              <a:rect l="0" t="0" r="0" b="0"/>
              <a:pathLst>
                <a:path w="32777" h="10258">
                  <a:moveTo>
                    <a:pt x="32777" y="102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4" name="Input_receptor__1233">
              <a:extLst>
                <a:ext uri="{FF2B5EF4-FFF2-40B4-BE49-F238E27FC236}">
                  <a16:creationId xmlns:a16="http://schemas.microsoft.com/office/drawing/2014/main" id="{D417A9AC-11B2-F946-8E5B-EE0840AE3C4F}"/>
                </a:ext>
              </a:extLst>
            </p:cNvPr>
            <p:cNvSpPr>
              <a:spLocks noGrp="1"/>
            </p:cNvSpPr>
            <p:nvPr/>
          </p:nvSpPr>
          <p:spPr>
            <a:xfrm>
              <a:off x="1560513" y="4617089"/>
              <a:ext cx="47855" cy="3479"/>
            </a:xfrm>
            <a:custGeom>
              <a:avLst/>
              <a:gdLst/>
              <a:ahLst/>
              <a:cxnLst/>
              <a:rect l="0" t="0" r="0" b="0"/>
              <a:pathLst>
                <a:path w="47855" h="3479">
                  <a:moveTo>
                    <a:pt x="0" y="3479"/>
                  </a:moveTo>
                  <a:lnTo>
                    <a:pt x="47855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5" name="Input_receptor__1234">
              <a:extLst>
                <a:ext uri="{FF2B5EF4-FFF2-40B4-BE49-F238E27FC236}">
                  <a16:creationId xmlns:a16="http://schemas.microsoft.com/office/drawing/2014/main" id="{DDC7A25D-28C7-0A1C-94D5-B95B557028E3}"/>
                </a:ext>
              </a:extLst>
            </p:cNvPr>
            <p:cNvSpPr>
              <a:spLocks noGrp="1"/>
            </p:cNvSpPr>
            <p:nvPr/>
          </p:nvSpPr>
          <p:spPr>
            <a:xfrm>
              <a:off x="1724800" y="4996820"/>
              <a:ext cx="27898" cy="21320"/>
            </a:xfrm>
            <a:custGeom>
              <a:avLst/>
              <a:gdLst/>
              <a:ahLst/>
              <a:cxnLst/>
              <a:rect l="0" t="0" r="0" b="0"/>
              <a:pathLst>
                <a:path w="27898" h="21320">
                  <a:moveTo>
                    <a:pt x="27898" y="213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6" name="Input_receptor__1235">
              <a:extLst>
                <a:ext uri="{FF2B5EF4-FFF2-40B4-BE49-F238E27FC236}">
                  <a16:creationId xmlns:a16="http://schemas.microsoft.com/office/drawing/2014/main" id="{8F048A59-4D6E-6524-48DC-B127D1C049F6}"/>
                </a:ext>
              </a:extLst>
            </p:cNvPr>
            <p:cNvSpPr>
              <a:spLocks noGrp="1"/>
            </p:cNvSpPr>
            <p:nvPr/>
          </p:nvSpPr>
          <p:spPr>
            <a:xfrm>
              <a:off x="1468471" y="4398521"/>
              <a:ext cx="1962" cy="45206"/>
            </a:xfrm>
            <a:custGeom>
              <a:avLst/>
              <a:gdLst/>
              <a:ahLst/>
              <a:cxnLst/>
              <a:rect l="0" t="0" r="0" b="0"/>
              <a:pathLst>
                <a:path w="1962" h="45206">
                  <a:moveTo>
                    <a:pt x="0" y="45206"/>
                  </a:moveTo>
                  <a:lnTo>
                    <a:pt x="1962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7" name="Input_receptor__1236">
              <a:extLst>
                <a:ext uri="{FF2B5EF4-FFF2-40B4-BE49-F238E27FC236}">
                  <a16:creationId xmlns:a16="http://schemas.microsoft.com/office/drawing/2014/main" id="{9CE4F380-C085-ABC7-FFBB-2580171392EC}"/>
                </a:ext>
              </a:extLst>
            </p:cNvPr>
            <p:cNvSpPr>
              <a:spLocks noGrp="1"/>
            </p:cNvSpPr>
            <p:nvPr/>
          </p:nvSpPr>
          <p:spPr>
            <a:xfrm>
              <a:off x="1427797" y="4383423"/>
              <a:ext cx="42637" cy="15098"/>
            </a:xfrm>
            <a:custGeom>
              <a:avLst/>
              <a:gdLst/>
              <a:ahLst/>
              <a:cxnLst/>
              <a:rect l="0" t="0" r="0" b="0"/>
              <a:pathLst>
                <a:path w="42637" h="15098">
                  <a:moveTo>
                    <a:pt x="42637" y="150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8" name="Input_receptor__1237">
              <a:extLst>
                <a:ext uri="{FF2B5EF4-FFF2-40B4-BE49-F238E27FC236}">
                  <a16:creationId xmlns:a16="http://schemas.microsoft.com/office/drawing/2014/main" id="{5618C261-AE53-4147-5FA4-77373157F7F7}"/>
                </a:ext>
              </a:extLst>
            </p:cNvPr>
            <p:cNvSpPr>
              <a:spLocks noGrp="1"/>
            </p:cNvSpPr>
            <p:nvPr/>
          </p:nvSpPr>
          <p:spPr>
            <a:xfrm>
              <a:off x="1094489" y="5095293"/>
              <a:ext cx="45991" cy="13664"/>
            </a:xfrm>
            <a:custGeom>
              <a:avLst/>
              <a:gdLst/>
              <a:ahLst/>
              <a:cxnLst/>
              <a:rect l="0" t="0" r="0" b="0"/>
              <a:pathLst>
                <a:path w="45991" h="13664">
                  <a:moveTo>
                    <a:pt x="0" y="13664"/>
                  </a:moveTo>
                  <a:lnTo>
                    <a:pt x="45991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9" name="Input_receptor__1238">
              <a:extLst>
                <a:ext uri="{FF2B5EF4-FFF2-40B4-BE49-F238E27FC236}">
                  <a16:creationId xmlns:a16="http://schemas.microsoft.com/office/drawing/2014/main" id="{BCD53FA7-FF9F-6DC0-2186-143BB1223888}"/>
                </a:ext>
              </a:extLst>
            </p:cNvPr>
            <p:cNvSpPr>
              <a:spLocks noGrp="1"/>
            </p:cNvSpPr>
            <p:nvPr/>
          </p:nvSpPr>
          <p:spPr>
            <a:xfrm>
              <a:off x="1316231" y="4155957"/>
              <a:ext cx="46097" cy="6357"/>
            </a:xfrm>
            <a:custGeom>
              <a:avLst/>
              <a:gdLst/>
              <a:ahLst/>
              <a:cxnLst/>
              <a:rect l="0" t="0" r="0" b="0"/>
              <a:pathLst>
                <a:path w="46097" h="6357">
                  <a:moveTo>
                    <a:pt x="46097" y="63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0" name="Input_receptor__1239">
              <a:extLst>
                <a:ext uri="{FF2B5EF4-FFF2-40B4-BE49-F238E27FC236}">
                  <a16:creationId xmlns:a16="http://schemas.microsoft.com/office/drawing/2014/main" id="{7FC94A00-7EF5-BE27-F515-922628406C23}"/>
                </a:ext>
              </a:extLst>
            </p:cNvPr>
            <p:cNvSpPr>
              <a:spLocks noGrp="1"/>
            </p:cNvSpPr>
            <p:nvPr/>
          </p:nvSpPr>
          <p:spPr>
            <a:xfrm>
              <a:off x="1197982" y="4297566"/>
              <a:ext cx="1548" cy="43462"/>
            </a:xfrm>
            <a:custGeom>
              <a:avLst/>
              <a:gdLst/>
              <a:ahLst/>
              <a:cxnLst/>
              <a:rect l="0" t="0" r="0" b="0"/>
              <a:pathLst>
                <a:path w="1548" h="43462">
                  <a:moveTo>
                    <a:pt x="0" y="43462"/>
                  </a:moveTo>
                  <a:lnTo>
                    <a:pt x="154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1" name="Input_receptor__1240">
              <a:extLst>
                <a:ext uri="{FF2B5EF4-FFF2-40B4-BE49-F238E27FC236}">
                  <a16:creationId xmlns:a16="http://schemas.microsoft.com/office/drawing/2014/main" id="{6E2B0A2A-C3A7-B152-C0C1-C400D928DE37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8924"/>
              <a:ext cx="12492" cy="40555"/>
            </a:xfrm>
            <a:custGeom>
              <a:avLst/>
              <a:gdLst/>
              <a:ahLst/>
              <a:cxnLst/>
              <a:rect l="0" t="0" r="0" b="0"/>
              <a:pathLst>
                <a:path w="12492" h="40555">
                  <a:moveTo>
                    <a:pt x="0" y="0"/>
                  </a:moveTo>
                  <a:lnTo>
                    <a:pt x="12492" y="4055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2" name="Input_receptor__1241">
              <a:extLst>
                <a:ext uri="{FF2B5EF4-FFF2-40B4-BE49-F238E27FC236}">
                  <a16:creationId xmlns:a16="http://schemas.microsoft.com/office/drawing/2014/main" id="{3E05F208-9303-4B70-DFE0-E22E88CA7A4E}"/>
                </a:ext>
              </a:extLst>
            </p:cNvPr>
            <p:cNvSpPr>
              <a:spLocks noGrp="1"/>
            </p:cNvSpPr>
            <p:nvPr/>
          </p:nvSpPr>
          <p:spPr>
            <a:xfrm>
              <a:off x="1624648" y="4286979"/>
              <a:ext cx="464" cy="14877"/>
            </a:xfrm>
            <a:custGeom>
              <a:avLst/>
              <a:gdLst/>
              <a:ahLst/>
              <a:cxnLst/>
              <a:rect l="0" t="0" r="0" b="0"/>
              <a:pathLst>
                <a:path w="464" h="14877">
                  <a:moveTo>
                    <a:pt x="464" y="0"/>
                  </a:moveTo>
                  <a:lnTo>
                    <a:pt x="0" y="14877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3" name="Input_receptor__1242">
              <a:extLst>
                <a:ext uri="{FF2B5EF4-FFF2-40B4-BE49-F238E27FC236}">
                  <a16:creationId xmlns:a16="http://schemas.microsoft.com/office/drawing/2014/main" id="{F9063CBF-56CC-9059-305E-1665E0EB89E0}"/>
                </a:ext>
              </a:extLst>
            </p:cNvPr>
            <p:cNvSpPr>
              <a:spLocks noGrp="1"/>
            </p:cNvSpPr>
            <p:nvPr/>
          </p:nvSpPr>
          <p:spPr>
            <a:xfrm>
              <a:off x="1426611" y="4898139"/>
              <a:ext cx="22115" cy="3276"/>
            </a:xfrm>
            <a:custGeom>
              <a:avLst/>
              <a:gdLst/>
              <a:ahLst/>
              <a:cxnLst/>
              <a:rect l="0" t="0" r="0" b="0"/>
              <a:pathLst>
                <a:path w="22115" h="3276">
                  <a:moveTo>
                    <a:pt x="0" y="0"/>
                  </a:moveTo>
                  <a:lnTo>
                    <a:pt x="22115" y="327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4" name="Input_receptor__1243">
              <a:extLst>
                <a:ext uri="{FF2B5EF4-FFF2-40B4-BE49-F238E27FC236}">
                  <a16:creationId xmlns:a16="http://schemas.microsoft.com/office/drawing/2014/main" id="{2CC5C2DC-98E4-BEE4-92EF-90C1AA0661E2}"/>
                </a:ext>
              </a:extLst>
            </p:cNvPr>
            <p:cNvSpPr>
              <a:spLocks noGrp="1"/>
            </p:cNvSpPr>
            <p:nvPr/>
          </p:nvSpPr>
          <p:spPr>
            <a:xfrm>
              <a:off x="1548103" y="4109561"/>
              <a:ext cx="14798" cy="38504"/>
            </a:xfrm>
            <a:custGeom>
              <a:avLst/>
              <a:gdLst/>
              <a:ahLst/>
              <a:cxnLst/>
              <a:rect l="0" t="0" r="0" b="0"/>
              <a:pathLst>
                <a:path w="14798" h="38504">
                  <a:moveTo>
                    <a:pt x="0" y="38504"/>
                  </a:moveTo>
                  <a:lnTo>
                    <a:pt x="1479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5" name="Input_receptor__1244">
              <a:extLst>
                <a:ext uri="{FF2B5EF4-FFF2-40B4-BE49-F238E27FC236}">
                  <a16:creationId xmlns:a16="http://schemas.microsoft.com/office/drawing/2014/main" id="{2EFC906B-03A9-86B8-0ABC-6600E664E5B3}"/>
                </a:ext>
              </a:extLst>
            </p:cNvPr>
            <p:cNvSpPr>
              <a:spLocks noGrp="1"/>
            </p:cNvSpPr>
            <p:nvPr/>
          </p:nvSpPr>
          <p:spPr>
            <a:xfrm>
              <a:off x="1415382" y="4833363"/>
              <a:ext cx="35900" cy="3395"/>
            </a:xfrm>
            <a:custGeom>
              <a:avLst/>
              <a:gdLst/>
              <a:ahLst/>
              <a:cxnLst/>
              <a:rect l="0" t="0" r="0" b="0"/>
              <a:pathLst>
                <a:path w="35900" h="3395">
                  <a:moveTo>
                    <a:pt x="0" y="0"/>
                  </a:moveTo>
                  <a:lnTo>
                    <a:pt x="35900" y="339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6" name="Input_receptor__1245">
              <a:extLst>
                <a:ext uri="{FF2B5EF4-FFF2-40B4-BE49-F238E27FC236}">
                  <a16:creationId xmlns:a16="http://schemas.microsoft.com/office/drawing/2014/main" id="{948E2F9C-1CFE-F278-0259-41F226313A04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13666" cy="19611"/>
            </a:xfrm>
            <a:custGeom>
              <a:avLst/>
              <a:gdLst/>
              <a:ahLst/>
              <a:cxnLst/>
              <a:rect l="0" t="0" r="0" b="0"/>
              <a:pathLst>
                <a:path w="13666" h="19611">
                  <a:moveTo>
                    <a:pt x="0" y="0"/>
                  </a:moveTo>
                  <a:lnTo>
                    <a:pt x="13666" y="19611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7" name="Input_receptor__1246">
              <a:extLst>
                <a:ext uri="{FF2B5EF4-FFF2-40B4-BE49-F238E27FC236}">
                  <a16:creationId xmlns:a16="http://schemas.microsoft.com/office/drawing/2014/main" id="{2D190658-B867-1DBF-2551-BBFF0E42D5DD}"/>
                </a:ext>
              </a:extLst>
            </p:cNvPr>
            <p:cNvSpPr>
              <a:spLocks noGrp="1"/>
            </p:cNvSpPr>
            <p:nvPr/>
          </p:nvSpPr>
          <p:spPr>
            <a:xfrm>
              <a:off x="1115642" y="4573764"/>
              <a:ext cx="20314" cy="35506"/>
            </a:xfrm>
            <a:custGeom>
              <a:avLst/>
              <a:gdLst/>
              <a:ahLst/>
              <a:cxnLst/>
              <a:rect l="0" t="0" r="0" b="0"/>
              <a:pathLst>
                <a:path w="20314" h="35506">
                  <a:moveTo>
                    <a:pt x="20314" y="35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8" name="Input_receptor__1247">
              <a:extLst>
                <a:ext uri="{FF2B5EF4-FFF2-40B4-BE49-F238E27FC236}">
                  <a16:creationId xmlns:a16="http://schemas.microsoft.com/office/drawing/2014/main" id="{808D8703-43A0-125E-2181-1154653E045A}"/>
                </a:ext>
              </a:extLst>
            </p:cNvPr>
            <p:cNvSpPr>
              <a:spLocks noGrp="1"/>
            </p:cNvSpPr>
            <p:nvPr/>
          </p:nvSpPr>
          <p:spPr>
            <a:xfrm>
              <a:off x="1658300" y="4778602"/>
              <a:ext cx="12919" cy="39479"/>
            </a:xfrm>
            <a:custGeom>
              <a:avLst/>
              <a:gdLst/>
              <a:ahLst/>
              <a:cxnLst/>
              <a:rect l="0" t="0" r="0" b="0"/>
              <a:pathLst>
                <a:path w="12919" h="39479">
                  <a:moveTo>
                    <a:pt x="12919" y="0"/>
                  </a:moveTo>
                  <a:lnTo>
                    <a:pt x="0" y="39479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49" name="Input_receptor__1248">
              <a:extLst>
                <a:ext uri="{FF2B5EF4-FFF2-40B4-BE49-F238E27FC236}">
                  <a16:creationId xmlns:a16="http://schemas.microsoft.com/office/drawing/2014/main" id="{6AEE1CD4-2FEE-EA4A-7D65-A26DF82556DB}"/>
                </a:ext>
              </a:extLst>
            </p:cNvPr>
            <p:cNvSpPr>
              <a:spLocks noGrp="1"/>
            </p:cNvSpPr>
            <p:nvPr/>
          </p:nvSpPr>
          <p:spPr>
            <a:xfrm>
              <a:off x="1348807" y="4695789"/>
              <a:ext cx="8193" cy="38537"/>
            </a:xfrm>
            <a:custGeom>
              <a:avLst/>
              <a:gdLst/>
              <a:ahLst/>
              <a:cxnLst/>
              <a:rect l="0" t="0" r="0" b="0"/>
              <a:pathLst>
                <a:path w="8193" h="38537">
                  <a:moveTo>
                    <a:pt x="0" y="38537"/>
                  </a:moveTo>
                  <a:lnTo>
                    <a:pt x="8193" y="0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0" name="Input_receptor__1249">
              <a:extLst>
                <a:ext uri="{FF2B5EF4-FFF2-40B4-BE49-F238E27FC236}">
                  <a16:creationId xmlns:a16="http://schemas.microsoft.com/office/drawing/2014/main" id="{B3471EAE-FE4E-68D6-B0AB-911F398AE6E8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63040"/>
              <a:ext cx="12126" cy="31646"/>
            </a:xfrm>
            <a:custGeom>
              <a:avLst/>
              <a:gdLst/>
              <a:ahLst/>
              <a:cxnLst/>
              <a:rect l="0" t="0" r="0" b="0"/>
              <a:pathLst>
                <a:path w="12126" h="31646">
                  <a:moveTo>
                    <a:pt x="12126" y="0"/>
                  </a:moveTo>
                  <a:lnTo>
                    <a:pt x="0" y="31646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1" name="Input_receptor__1250">
              <a:extLst>
                <a:ext uri="{FF2B5EF4-FFF2-40B4-BE49-F238E27FC236}">
                  <a16:creationId xmlns:a16="http://schemas.microsoft.com/office/drawing/2014/main" id="{57C0B87C-DF83-8C05-7338-C11EFA65F06A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799313"/>
              <a:ext cx="39882" cy="8324"/>
            </a:xfrm>
            <a:custGeom>
              <a:avLst/>
              <a:gdLst/>
              <a:ahLst/>
              <a:cxnLst/>
              <a:rect l="0" t="0" r="0" b="0"/>
              <a:pathLst>
                <a:path w="39882" h="8324">
                  <a:moveTo>
                    <a:pt x="0" y="8324"/>
                  </a:moveTo>
                  <a:lnTo>
                    <a:pt x="39882" y="0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52" name="Input_receptor__1251">
              <a:extLst>
                <a:ext uri="{FF2B5EF4-FFF2-40B4-BE49-F238E27FC236}">
                  <a16:creationId xmlns:a16="http://schemas.microsoft.com/office/drawing/2014/main" id="{3146EB71-7939-AF43-75F0-D2CBE6C36ED6}"/>
                </a:ext>
              </a:extLst>
            </p:cNvPr>
            <p:cNvSpPr>
              <a:spLocks noGrp="1"/>
            </p:cNvSpPr>
            <p:nvPr/>
          </p:nvSpPr>
          <p:spPr>
            <a:xfrm>
              <a:off x="1608368" y="4617089"/>
              <a:ext cx="33504" cy="29117"/>
            </a:xfrm>
            <a:custGeom>
              <a:avLst/>
              <a:gdLst/>
              <a:ahLst/>
              <a:cxnLst/>
              <a:rect l="0" t="0" r="0" b="0"/>
              <a:pathLst>
                <a:path w="33504" h="29117">
                  <a:moveTo>
                    <a:pt x="0" y="0"/>
                  </a:moveTo>
                  <a:lnTo>
                    <a:pt x="33504" y="29117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3" name="Input_receptor__1252">
              <a:extLst>
                <a:ext uri="{FF2B5EF4-FFF2-40B4-BE49-F238E27FC236}">
                  <a16:creationId xmlns:a16="http://schemas.microsoft.com/office/drawing/2014/main" id="{909C1779-15EC-5DB6-1EC8-9C361A1FAE53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50566"/>
              <a:ext cx="18424" cy="15116"/>
            </a:xfrm>
            <a:custGeom>
              <a:avLst/>
              <a:gdLst/>
              <a:ahLst/>
              <a:cxnLst/>
              <a:rect l="0" t="0" r="0" b="0"/>
              <a:pathLst>
                <a:path w="18424" h="15116">
                  <a:moveTo>
                    <a:pt x="18424" y="0"/>
                  </a:moveTo>
                  <a:lnTo>
                    <a:pt x="0" y="15116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4" name="Input_receptor__1253">
              <a:extLst>
                <a:ext uri="{FF2B5EF4-FFF2-40B4-BE49-F238E27FC236}">
                  <a16:creationId xmlns:a16="http://schemas.microsoft.com/office/drawing/2014/main" id="{52CC96A4-7C9D-0C21-9148-DCFA96283C91}"/>
                </a:ext>
              </a:extLst>
            </p:cNvPr>
            <p:cNvSpPr>
              <a:spLocks noGrp="1"/>
            </p:cNvSpPr>
            <p:nvPr/>
          </p:nvSpPr>
          <p:spPr>
            <a:xfrm>
              <a:off x="1215988" y="4536695"/>
              <a:ext cx="19855" cy="7727"/>
            </a:xfrm>
            <a:custGeom>
              <a:avLst/>
              <a:gdLst/>
              <a:ahLst/>
              <a:cxnLst/>
              <a:rect l="0" t="0" r="0" b="0"/>
              <a:pathLst>
                <a:path w="19855" h="7727">
                  <a:moveTo>
                    <a:pt x="19855" y="7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5" name="Input_receptor__1254">
              <a:extLst>
                <a:ext uri="{FF2B5EF4-FFF2-40B4-BE49-F238E27FC236}">
                  <a16:creationId xmlns:a16="http://schemas.microsoft.com/office/drawing/2014/main" id="{045B8CB0-CE7D-758D-BBC6-012AF6AED654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73127"/>
              <a:ext cx="20578" cy="24439"/>
            </a:xfrm>
            <a:custGeom>
              <a:avLst/>
              <a:gdLst/>
              <a:ahLst/>
              <a:cxnLst/>
              <a:rect l="0" t="0" r="0" b="0"/>
              <a:pathLst>
                <a:path w="20578" h="24439">
                  <a:moveTo>
                    <a:pt x="20578" y="24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6" name="Input_receptor__1255">
              <a:extLst>
                <a:ext uri="{FF2B5EF4-FFF2-40B4-BE49-F238E27FC236}">
                  <a16:creationId xmlns:a16="http://schemas.microsoft.com/office/drawing/2014/main" id="{32FB1457-4E1E-2280-2468-1F763039B30D}"/>
                </a:ext>
              </a:extLst>
            </p:cNvPr>
            <p:cNvSpPr>
              <a:spLocks noGrp="1"/>
            </p:cNvSpPr>
            <p:nvPr/>
          </p:nvSpPr>
          <p:spPr>
            <a:xfrm>
              <a:off x="1109961" y="5022818"/>
              <a:ext cx="43981" cy="19177"/>
            </a:xfrm>
            <a:custGeom>
              <a:avLst/>
              <a:gdLst/>
              <a:ahLst/>
              <a:cxnLst/>
              <a:rect l="0" t="0" r="0" b="0"/>
              <a:pathLst>
                <a:path w="43981" h="19177">
                  <a:moveTo>
                    <a:pt x="0" y="19177"/>
                  </a:moveTo>
                  <a:lnTo>
                    <a:pt x="43981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7" name="Input_receptor__1256">
              <a:extLst>
                <a:ext uri="{FF2B5EF4-FFF2-40B4-BE49-F238E27FC236}">
                  <a16:creationId xmlns:a16="http://schemas.microsoft.com/office/drawing/2014/main" id="{5BA0BAA2-CBAF-A146-F23C-EC6D5296C552}"/>
                </a:ext>
              </a:extLst>
            </p:cNvPr>
            <p:cNvSpPr>
              <a:spLocks noGrp="1"/>
            </p:cNvSpPr>
            <p:nvPr/>
          </p:nvSpPr>
          <p:spPr>
            <a:xfrm>
              <a:off x="1399676" y="4493860"/>
              <a:ext cx="39436" cy="22001"/>
            </a:xfrm>
            <a:custGeom>
              <a:avLst/>
              <a:gdLst/>
              <a:ahLst/>
              <a:cxnLst/>
              <a:rect l="0" t="0" r="0" b="0"/>
              <a:pathLst>
                <a:path w="39436" h="22001">
                  <a:moveTo>
                    <a:pt x="0" y="22001"/>
                  </a:moveTo>
                  <a:lnTo>
                    <a:pt x="39436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58" name="Input_receptor__1257">
              <a:extLst>
                <a:ext uri="{FF2B5EF4-FFF2-40B4-BE49-F238E27FC236}">
                  <a16:creationId xmlns:a16="http://schemas.microsoft.com/office/drawing/2014/main" id="{DEA3E574-124A-829B-BD28-A08C3AB28882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94687"/>
              <a:ext cx="4865" cy="40449"/>
            </a:xfrm>
            <a:custGeom>
              <a:avLst/>
              <a:gdLst/>
              <a:ahLst/>
              <a:cxnLst/>
              <a:rect l="0" t="0" r="0" b="0"/>
              <a:pathLst>
                <a:path w="4865" h="40449">
                  <a:moveTo>
                    <a:pt x="0" y="0"/>
                  </a:moveTo>
                  <a:lnTo>
                    <a:pt x="4865" y="4044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59" name="Input_receptor__1258">
              <a:extLst>
                <a:ext uri="{FF2B5EF4-FFF2-40B4-BE49-F238E27FC236}">
                  <a16:creationId xmlns:a16="http://schemas.microsoft.com/office/drawing/2014/main" id="{ECFC21AA-CC59-27DE-17E0-385EB7AE82B6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698451"/>
              <a:ext cx="8053" cy="47448"/>
            </a:xfrm>
            <a:custGeom>
              <a:avLst/>
              <a:gdLst/>
              <a:ahLst/>
              <a:cxnLst/>
              <a:rect l="0" t="0" r="0" b="0"/>
              <a:pathLst>
                <a:path w="8053" h="47448">
                  <a:moveTo>
                    <a:pt x="0" y="47448"/>
                  </a:moveTo>
                  <a:lnTo>
                    <a:pt x="805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0" name="Input_receptor__1259">
              <a:extLst>
                <a:ext uri="{FF2B5EF4-FFF2-40B4-BE49-F238E27FC236}">
                  <a16:creationId xmlns:a16="http://schemas.microsoft.com/office/drawing/2014/main" id="{7FA43AC6-8432-8734-AB91-BD680484A82D}"/>
                </a:ext>
              </a:extLst>
            </p:cNvPr>
            <p:cNvSpPr>
              <a:spLocks noGrp="1"/>
            </p:cNvSpPr>
            <p:nvPr/>
          </p:nvSpPr>
          <p:spPr>
            <a:xfrm>
              <a:off x="1149991" y="4341028"/>
              <a:ext cx="47991" cy="1532"/>
            </a:xfrm>
            <a:custGeom>
              <a:avLst/>
              <a:gdLst/>
              <a:ahLst/>
              <a:cxnLst/>
              <a:rect l="0" t="0" r="0" b="0"/>
              <a:pathLst>
                <a:path w="47991" h="1532">
                  <a:moveTo>
                    <a:pt x="0" y="1532"/>
                  </a:moveTo>
                  <a:lnTo>
                    <a:pt x="47991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1" name="Input_receptor__1260">
              <a:extLst>
                <a:ext uri="{FF2B5EF4-FFF2-40B4-BE49-F238E27FC236}">
                  <a16:creationId xmlns:a16="http://schemas.microsoft.com/office/drawing/2014/main" id="{CDD10800-D0F0-F499-AE88-EE65997C02AC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53380"/>
              <a:ext cx="30076" cy="12616"/>
            </a:xfrm>
            <a:custGeom>
              <a:avLst/>
              <a:gdLst/>
              <a:ahLst/>
              <a:cxnLst/>
              <a:rect l="0" t="0" r="0" b="0"/>
              <a:pathLst>
                <a:path w="30076" h="12616">
                  <a:moveTo>
                    <a:pt x="0" y="12616"/>
                  </a:moveTo>
                  <a:lnTo>
                    <a:pt x="3007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2" name="Input_receptor__1261">
              <a:extLst>
                <a:ext uri="{FF2B5EF4-FFF2-40B4-BE49-F238E27FC236}">
                  <a16:creationId xmlns:a16="http://schemas.microsoft.com/office/drawing/2014/main" id="{E1EC3570-A8AF-175C-6A98-E9CDC150B0D3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31331"/>
              <a:ext cx="25611" cy="41091"/>
            </a:xfrm>
            <a:custGeom>
              <a:avLst/>
              <a:gdLst/>
              <a:ahLst/>
              <a:cxnLst/>
              <a:rect l="0" t="0" r="0" b="0"/>
              <a:pathLst>
                <a:path w="25611" h="41091">
                  <a:moveTo>
                    <a:pt x="0" y="0"/>
                  </a:moveTo>
                  <a:lnTo>
                    <a:pt x="25611" y="41091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3" name="Input_receptor__1262">
              <a:extLst>
                <a:ext uri="{FF2B5EF4-FFF2-40B4-BE49-F238E27FC236}">
                  <a16:creationId xmlns:a16="http://schemas.microsoft.com/office/drawing/2014/main" id="{0BD34292-C5E8-4BEA-83DA-80D32A1C0B31}"/>
                </a:ext>
              </a:extLst>
            </p:cNvPr>
            <p:cNvSpPr>
              <a:spLocks noGrp="1"/>
            </p:cNvSpPr>
            <p:nvPr/>
          </p:nvSpPr>
          <p:spPr>
            <a:xfrm>
              <a:off x="1183289" y="4579478"/>
              <a:ext cx="17228" cy="17536"/>
            </a:xfrm>
            <a:custGeom>
              <a:avLst/>
              <a:gdLst/>
              <a:ahLst/>
              <a:cxnLst/>
              <a:rect l="0" t="0" r="0" b="0"/>
              <a:pathLst>
                <a:path w="17228" h="17536">
                  <a:moveTo>
                    <a:pt x="0" y="0"/>
                  </a:moveTo>
                  <a:lnTo>
                    <a:pt x="17228" y="175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4" name="Input_receptor__1263">
              <a:extLst>
                <a:ext uri="{FF2B5EF4-FFF2-40B4-BE49-F238E27FC236}">
                  <a16:creationId xmlns:a16="http://schemas.microsoft.com/office/drawing/2014/main" id="{739E4D22-EBE3-7BC4-F1AD-A5FD698FBCA5}"/>
                </a:ext>
              </a:extLst>
            </p:cNvPr>
            <p:cNvSpPr>
              <a:spLocks noGrp="1"/>
            </p:cNvSpPr>
            <p:nvPr/>
          </p:nvSpPr>
          <p:spPr>
            <a:xfrm>
              <a:off x="1404356" y="4368994"/>
              <a:ext cx="23441" cy="14429"/>
            </a:xfrm>
            <a:custGeom>
              <a:avLst/>
              <a:gdLst/>
              <a:ahLst/>
              <a:cxnLst/>
              <a:rect l="0" t="0" r="0" b="0"/>
              <a:pathLst>
                <a:path w="23441" h="14429">
                  <a:moveTo>
                    <a:pt x="23441" y="14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5" name="Input_receptor__1264">
              <a:extLst>
                <a:ext uri="{FF2B5EF4-FFF2-40B4-BE49-F238E27FC236}">
                  <a16:creationId xmlns:a16="http://schemas.microsoft.com/office/drawing/2014/main" id="{D6A65D1E-2F9F-9610-8C4A-875AB57E2B5E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08900"/>
              <a:ext cx="39157" cy="14229"/>
            </a:xfrm>
            <a:custGeom>
              <a:avLst/>
              <a:gdLst/>
              <a:ahLst/>
              <a:cxnLst/>
              <a:rect l="0" t="0" r="0" b="0"/>
              <a:pathLst>
                <a:path w="39157" h="14229">
                  <a:moveTo>
                    <a:pt x="0" y="14229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6" name="Input_receptor__1265">
              <a:extLst>
                <a:ext uri="{FF2B5EF4-FFF2-40B4-BE49-F238E27FC236}">
                  <a16:creationId xmlns:a16="http://schemas.microsoft.com/office/drawing/2014/main" id="{551C4303-9A4B-9A66-674B-73C76C7F7B2D}"/>
                </a:ext>
              </a:extLst>
            </p:cNvPr>
            <p:cNvSpPr>
              <a:spLocks noGrp="1"/>
            </p:cNvSpPr>
            <p:nvPr/>
          </p:nvSpPr>
          <p:spPr>
            <a:xfrm>
              <a:off x="1228547" y="4938122"/>
              <a:ext cx="36559" cy="21789"/>
            </a:xfrm>
            <a:custGeom>
              <a:avLst/>
              <a:gdLst/>
              <a:ahLst/>
              <a:cxnLst/>
              <a:rect l="0" t="0" r="0" b="0"/>
              <a:pathLst>
                <a:path w="36559" h="21789">
                  <a:moveTo>
                    <a:pt x="36559" y="0"/>
                  </a:moveTo>
                  <a:lnTo>
                    <a:pt x="0" y="2178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7" name="Input_receptor__1266">
              <a:extLst>
                <a:ext uri="{FF2B5EF4-FFF2-40B4-BE49-F238E27FC236}">
                  <a16:creationId xmlns:a16="http://schemas.microsoft.com/office/drawing/2014/main" id="{A95C72A4-DF59-6B1D-15E6-08228E47799F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66109"/>
              <a:ext cx="43189" cy="5000"/>
            </a:xfrm>
            <a:custGeom>
              <a:avLst/>
              <a:gdLst/>
              <a:ahLst/>
              <a:cxnLst/>
              <a:rect l="0" t="0" r="0" b="0"/>
              <a:pathLst>
                <a:path w="43189" h="5000">
                  <a:moveTo>
                    <a:pt x="0" y="0"/>
                  </a:moveTo>
                  <a:lnTo>
                    <a:pt x="43189" y="500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8" name="Input_receptor__1267">
              <a:extLst>
                <a:ext uri="{FF2B5EF4-FFF2-40B4-BE49-F238E27FC236}">
                  <a16:creationId xmlns:a16="http://schemas.microsoft.com/office/drawing/2014/main" id="{4F963EAD-1381-E92D-2385-F7243E3DC51D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403130"/>
              <a:ext cx="1724" cy="16253"/>
            </a:xfrm>
            <a:custGeom>
              <a:avLst/>
              <a:gdLst/>
              <a:ahLst/>
              <a:cxnLst/>
              <a:rect l="0" t="0" r="0" b="0"/>
              <a:pathLst>
                <a:path w="1724" h="16253">
                  <a:moveTo>
                    <a:pt x="0" y="0"/>
                  </a:moveTo>
                  <a:lnTo>
                    <a:pt x="1724" y="162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9" name="Input_receptor__1268">
              <a:extLst>
                <a:ext uri="{FF2B5EF4-FFF2-40B4-BE49-F238E27FC236}">
                  <a16:creationId xmlns:a16="http://schemas.microsoft.com/office/drawing/2014/main" id="{7EC2A2D7-4480-705D-2FE8-44CE763CE0C5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36906"/>
              <a:ext cx="45355" cy="4222"/>
            </a:xfrm>
            <a:custGeom>
              <a:avLst/>
              <a:gdLst/>
              <a:ahLst/>
              <a:cxnLst/>
              <a:rect l="0" t="0" r="0" b="0"/>
              <a:pathLst>
                <a:path w="45355" h="4222">
                  <a:moveTo>
                    <a:pt x="45355" y="0"/>
                  </a:moveTo>
                  <a:lnTo>
                    <a:pt x="0" y="4222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0" name="Input_receptor__1269">
              <a:extLst>
                <a:ext uri="{FF2B5EF4-FFF2-40B4-BE49-F238E27FC236}">
                  <a16:creationId xmlns:a16="http://schemas.microsoft.com/office/drawing/2014/main" id="{1C7D713B-052C-2745-C61C-2F077F1B4441}"/>
                </a:ext>
              </a:extLst>
            </p:cNvPr>
            <p:cNvSpPr>
              <a:spLocks noGrp="1"/>
            </p:cNvSpPr>
            <p:nvPr/>
          </p:nvSpPr>
          <p:spPr>
            <a:xfrm>
              <a:off x="1220573" y="4234282"/>
              <a:ext cx="4840" cy="16757"/>
            </a:xfrm>
            <a:custGeom>
              <a:avLst/>
              <a:gdLst/>
              <a:ahLst/>
              <a:cxnLst/>
              <a:rect l="0" t="0" r="0" b="0"/>
              <a:pathLst>
                <a:path w="4840" h="16757">
                  <a:moveTo>
                    <a:pt x="0" y="16757"/>
                  </a:moveTo>
                  <a:lnTo>
                    <a:pt x="484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1" name="Input_receptor__1270">
              <a:extLst>
                <a:ext uri="{FF2B5EF4-FFF2-40B4-BE49-F238E27FC236}">
                  <a16:creationId xmlns:a16="http://schemas.microsoft.com/office/drawing/2014/main" id="{A35760B5-433A-8EBB-C279-892CD4600E4E}"/>
                </a:ext>
              </a:extLst>
            </p:cNvPr>
            <p:cNvSpPr>
              <a:spLocks noGrp="1"/>
            </p:cNvSpPr>
            <p:nvPr/>
          </p:nvSpPr>
          <p:spPr>
            <a:xfrm>
              <a:off x="1197741" y="4706818"/>
              <a:ext cx="8726" cy="33979"/>
            </a:xfrm>
            <a:custGeom>
              <a:avLst/>
              <a:gdLst/>
              <a:ahLst/>
              <a:cxnLst/>
              <a:rect l="0" t="0" r="0" b="0"/>
              <a:pathLst>
                <a:path w="8726" h="33979">
                  <a:moveTo>
                    <a:pt x="0" y="0"/>
                  </a:moveTo>
                  <a:lnTo>
                    <a:pt x="8726" y="3397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2" name="Input_receptor__1271">
              <a:extLst>
                <a:ext uri="{FF2B5EF4-FFF2-40B4-BE49-F238E27FC236}">
                  <a16:creationId xmlns:a16="http://schemas.microsoft.com/office/drawing/2014/main" id="{1ABD9365-6376-854F-0287-EBBB705DA122}"/>
                </a:ext>
              </a:extLst>
            </p:cNvPr>
            <p:cNvSpPr>
              <a:spLocks noGrp="1"/>
            </p:cNvSpPr>
            <p:nvPr/>
          </p:nvSpPr>
          <p:spPr>
            <a:xfrm>
              <a:off x="1641872" y="4646206"/>
              <a:ext cx="13981" cy="45904"/>
            </a:xfrm>
            <a:custGeom>
              <a:avLst/>
              <a:gdLst/>
              <a:ahLst/>
              <a:cxnLst/>
              <a:rect l="0" t="0" r="0" b="0"/>
              <a:pathLst>
                <a:path w="13981" h="45904">
                  <a:moveTo>
                    <a:pt x="0" y="0"/>
                  </a:moveTo>
                  <a:lnTo>
                    <a:pt x="13981" y="45904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3" name="Input_receptor__1272">
              <a:extLst>
                <a:ext uri="{FF2B5EF4-FFF2-40B4-BE49-F238E27FC236}">
                  <a16:creationId xmlns:a16="http://schemas.microsoft.com/office/drawing/2014/main" id="{D106A453-2E6C-E18D-16F2-C9E5A0747BF3}"/>
                </a:ext>
              </a:extLst>
            </p:cNvPr>
            <p:cNvSpPr>
              <a:spLocks noGrp="1"/>
            </p:cNvSpPr>
            <p:nvPr/>
          </p:nvSpPr>
          <p:spPr>
            <a:xfrm>
              <a:off x="1517614" y="4093264"/>
              <a:ext cx="45288" cy="16297"/>
            </a:xfrm>
            <a:custGeom>
              <a:avLst/>
              <a:gdLst/>
              <a:ahLst/>
              <a:cxnLst/>
              <a:rect l="0" t="0" r="0" b="0"/>
              <a:pathLst>
                <a:path w="45288" h="16297">
                  <a:moveTo>
                    <a:pt x="45288" y="16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4" name="Input_receptor__1273">
              <a:extLst>
                <a:ext uri="{FF2B5EF4-FFF2-40B4-BE49-F238E27FC236}">
                  <a16:creationId xmlns:a16="http://schemas.microsoft.com/office/drawing/2014/main" id="{2695E6D4-6595-DD58-9686-BDF1B523F805}"/>
                </a:ext>
              </a:extLst>
            </p:cNvPr>
            <p:cNvSpPr>
              <a:spLocks noGrp="1"/>
            </p:cNvSpPr>
            <p:nvPr/>
          </p:nvSpPr>
          <p:spPr>
            <a:xfrm>
              <a:off x="1426988" y="4247463"/>
              <a:ext cx="16365" cy="44994"/>
            </a:xfrm>
            <a:custGeom>
              <a:avLst/>
              <a:gdLst/>
              <a:ahLst/>
              <a:cxnLst/>
              <a:rect l="0" t="0" r="0" b="0"/>
              <a:pathLst>
                <a:path w="16365" h="44994">
                  <a:moveTo>
                    <a:pt x="16365" y="0"/>
                  </a:moveTo>
                  <a:lnTo>
                    <a:pt x="0" y="44994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5" name="Input_receptor__1274">
              <a:extLst>
                <a:ext uri="{FF2B5EF4-FFF2-40B4-BE49-F238E27FC236}">
                  <a16:creationId xmlns:a16="http://schemas.microsoft.com/office/drawing/2014/main" id="{10EEDCEF-2319-07EC-4114-14FA00406432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69438"/>
              <a:ext cx="13767" cy="1333"/>
            </a:xfrm>
            <a:custGeom>
              <a:avLst/>
              <a:gdLst/>
              <a:ahLst/>
              <a:cxnLst/>
              <a:rect l="0" t="0" r="0" b="0"/>
              <a:pathLst>
                <a:path w="13767" h="1333">
                  <a:moveTo>
                    <a:pt x="0" y="0"/>
                  </a:moveTo>
                  <a:lnTo>
                    <a:pt x="13767" y="133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6" name="Input_receptor__1275">
              <a:extLst>
                <a:ext uri="{FF2B5EF4-FFF2-40B4-BE49-F238E27FC236}">
                  <a16:creationId xmlns:a16="http://schemas.microsoft.com/office/drawing/2014/main" id="{613CA610-8687-9E91-0CA3-FF198A93AADE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692111"/>
              <a:ext cx="34662" cy="33173"/>
            </a:xfrm>
            <a:custGeom>
              <a:avLst/>
              <a:gdLst/>
              <a:ahLst/>
              <a:cxnLst/>
              <a:rect l="0" t="0" r="0" b="0"/>
              <a:pathLst>
                <a:path w="34662" h="33173">
                  <a:moveTo>
                    <a:pt x="34662" y="0"/>
                  </a:moveTo>
                  <a:lnTo>
                    <a:pt x="0" y="3317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7" name="Input_receptor__1276">
              <a:extLst>
                <a:ext uri="{FF2B5EF4-FFF2-40B4-BE49-F238E27FC236}">
                  <a16:creationId xmlns:a16="http://schemas.microsoft.com/office/drawing/2014/main" id="{47DBBA96-090D-052A-7E74-094FBEC8EBBA}"/>
                </a:ext>
              </a:extLst>
            </p:cNvPr>
            <p:cNvSpPr>
              <a:spLocks noGrp="1"/>
            </p:cNvSpPr>
            <p:nvPr/>
          </p:nvSpPr>
          <p:spPr>
            <a:xfrm>
              <a:off x="1357000" y="4692791"/>
              <a:ext cx="48144" cy="2998"/>
            </a:xfrm>
            <a:custGeom>
              <a:avLst/>
              <a:gdLst/>
              <a:ahLst/>
              <a:cxnLst/>
              <a:rect l="0" t="0" r="0" b="0"/>
              <a:pathLst>
                <a:path w="48144" h="2998">
                  <a:moveTo>
                    <a:pt x="0" y="2998"/>
                  </a:moveTo>
                  <a:lnTo>
                    <a:pt x="48144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8" name="Input_receptor__1277">
              <a:extLst>
                <a:ext uri="{FF2B5EF4-FFF2-40B4-BE49-F238E27FC236}">
                  <a16:creationId xmlns:a16="http://schemas.microsoft.com/office/drawing/2014/main" id="{5E14DFB2-256D-041F-A7D9-1FD800CCBAB1}"/>
                </a:ext>
              </a:extLst>
            </p:cNvPr>
            <p:cNvSpPr>
              <a:spLocks noGrp="1"/>
            </p:cNvSpPr>
            <p:nvPr/>
          </p:nvSpPr>
          <p:spPr>
            <a:xfrm>
              <a:off x="1731088" y="5018141"/>
              <a:ext cx="21610" cy="43324"/>
            </a:xfrm>
            <a:custGeom>
              <a:avLst/>
              <a:gdLst/>
              <a:ahLst/>
              <a:cxnLst/>
              <a:rect l="0" t="0" r="0" b="0"/>
              <a:pathLst>
                <a:path w="21610" h="43324">
                  <a:moveTo>
                    <a:pt x="0" y="43324"/>
                  </a:moveTo>
                  <a:lnTo>
                    <a:pt x="2161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9" name="Input_receptor__1278">
              <a:extLst>
                <a:ext uri="{FF2B5EF4-FFF2-40B4-BE49-F238E27FC236}">
                  <a16:creationId xmlns:a16="http://schemas.microsoft.com/office/drawing/2014/main" id="{A3880114-620B-F53F-B703-82788AE4F23A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54460"/>
              <a:ext cx="14132" cy="1497"/>
            </a:xfrm>
            <a:custGeom>
              <a:avLst/>
              <a:gdLst/>
              <a:ahLst/>
              <a:cxnLst/>
              <a:rect l="0" t="0" r="0" b="0"/>
              <a:pathLst>
                <a:path w="14132" h="1497">
                  <a:moveTo>
                    <a:pt x="14132" y="1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0" name="Input_receptor__1279">
              <a:extLst>
                <a:ext uri="{FF2B5EF4-FFF2-40B4-BE49-F238E27FC236}">
                  <a16:creationId xmlns:a16="http://schemas.microsoft.com/office/drawing/2014/main" id="{BC595E32-2180-F509-2529-EA945F273E9F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5022" cy="10607"/>
            </a:xfrm>
            <a:custGeom>
              <a:avLst/>
              <a:gdLst/>
              <a:ahLst/>
              <a:cxnLst/>
              <a:rect l="0" t="0" r="0" b="0"/>
              <a:pathLst>
                <a:path w="15022" h="10607">
                  <a:moveTo>
                    <a:pt x="15022" y="106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1" name="Input_receptor__1280">
              <a:extLst>
                <a:ext uri="{FF2B5EF4-FFF2-40B4-BE49-F238E27FC236}">
                  <a16:creationId xmlns:a16="http://schemas.microsoft.com/office/drawing/2014/main" id="{56CE0768-4A76-F045-EE28-E41EA9DFBDE9}"/>
                </a:ext>
              </a:extLst>
            </p:cNvPr>
            <p:cNvSpPr>
              <a:spLocks noGrp="1"/>
            </p:cNvSpPr>
            <p:nvPr/>
          </p:nvSpPr>
          <p:spPr>
            <a:xfrm>
              <a:off x="1127555" y="4342560"/>
              <a:ext cx="22436" cy="37910"/>
            </a:xfrm>
            <a:custGeom>
              <a:avLst/>
              <a:gdLst/>
              <a:ahLst/>
              <a:cxnLst/>
              <a:rect l="0" t="0" r="0" b="0"/>
              <a:pathLst>
                <a:path w="22436" h="37910">
                  <a:moveTo>
                    <a:pt x="0" y="37910"/>
                  </a:moveTo>
                  <a:lnTo>
                    <a:pt x="2243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2" name="Input_receptor__1281">
              <a:extLst>
                <a:ext uri="{FF2B5EF4-FFF2-40B4-BE49-F238E27FC236}">
                  <a16:creationId xmlns:a16="http://schemas.microsoft.com/office/drawing/2014/main" id="{5C0044B4-CFB7-B55D-0703-E811EF8C8BFD}"/>
                </a:ext>
              </a:extLst>
            </p:cNvPr>
            <p:cNvSpPr>
              <a:spLocks noGrp="1"/>
            </p:cNvSpPr>
            <p:nvPr/>
          </p:nvSpPr>
          <p:spPr>
            <a:xfrm>
              <a:off x="1365792" y="4356876"/>
              <a:ext cx="38565" cy="12117"/>
            </a:xfrm>
            <a:custGeom>
              <a:avLst/>
              <a:gdLst/>
              <a:ahLst/>
              <a:cxnLst/>
              <a:rect l="0" t="0" r="0" b="0"/>
              <a:pathLst>
                <a:path w="38565" h="12117">
                  <a:moveTo>
                    <a:pt x="38565" y="12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3" name="Input_receptor__1282">
              <a:extLst>
                <a:ext uri="{FF2B5EF4-FFF2-40B4-BE49-F238E27FC236}">
                  <a16:creationId xmlns:a16="http://schemas.microsoft.com/office/drawing/2014/main" id="{FA63A69E-A98A-E11B-46DD-CF3F0283DDAA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00033"/>
              <a:ext cx="8123" cy="45153"/>
            </a:xfrm>
            <a:custGeom>
              <a:avLst/>
              <a:gdLst/>
              <a:ahLst/>
              <a:cxnLst/>
              <a:rect l="0" t="0" r="0" b="0"/>
              <a:pathLst>
                <a:path w="8123" h="45153">
                  <a:moveTo>
                    <a:pt x="8123" y="0"/>
                  </a:moveTo>
                  <a:lnTo>
                    <a:pt x="0" y="451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4" name="Input_receptor__1283">
              <a:extLst>
                <a:ext uri="{FF2B5EF4-FFF2-40B4-BE49-F238E27FC236}">
                  <a16:creationId xmlns:a16="http://schemas.microsoft.com/office/drawing/2014/main" id="{85047644-03BA-24B3-1AD4-AD21C5DE509B}"/>
                </a:ext>
              </a:extLst>
            </p:cNvPr>
            <p:cNvSpPr>
              <a:spLocks noGrp="1"/>
            </p:cNvSpPr>
            <p:nvPr/>
          </p:nvSpPr>
          <p:spPr>
            <a:xfrm>
              <a:off x="1082442" y="4380470"/>
              <a:ext cx="45113" cy="1838"/>
            </a:xfrm>
            <a:custGeom>
              <a:avLst/>
              <a:gdLst/>
              <a:ahLst/>
              <a:cxnLst/>
              <a:rect l="0" t="0" r="0" b="0"/>
              <a:pathLst>
                <a:path w="45113" h="1838">
                  <a:moveTo>
                    <a:pt x="0" y="1838"/>
                  </a:moveTo>
                  <a:lnTo>
                    <a:pt x="4511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5" name="Input_receptor__1284">
              <a:extLst>
                <a:ext uri="{FF2B5EF4-FFF2-40B4-BE49-F238E27FC236}">
                  <a16:creationId xmlns:a16="http://schemas.microsoft.com/office/drawing/2014/main" id="{38562259-3555-727D-12E5-249780AAF02D}"/>
                </a:ext>
              </a:extLst>
            </p:cNvPr>
            <p:cNvSpPr>
              <a:spLocks noGrp="1"/>
            </p:cNvSpPr>
            <p:nvPr/>
          </p:nvSpPr>
          <p:spPr>
            <a:xfrm>
              <a:off x="1405638" y="4755238"/>
              <a:ext cx="17066" cy="22036"/>
            </a:xfrm>
            <a:custGeom>
              <a:avLst/>
              <a:gdLst/>
              <a:ahLst/>
              <a:cxnLst/>
              <a:rect l="0" t="0" r="0" b="0"/>
              <a:pathLst>
                <a:path w="17066" h="22036">
                  <a:moveTo>
                    <a:pt x="0" y="0"/>
                  </a:moveTo>
                  <a:lnTo>
                    <a:pt x="17066" y="220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6" name="Input_receptor__1285">
              <a:extLst>
                <a:ext uri="{FF2B5EF4-FFF2-40B4-BE49-F238E27FC236}">
                  <a16:creationId xmlns:a16="http://schemas.microsoft.com/office/drawing/2014/main" id="{2AECD4B5-0AD3-A7D0-3AF4-A5625C94EA30}"/>
                </a:ext>
              </a:extLst>
            </p:cNvPr>
            <p:cNvSpPr>
              <a:spLocks noGrp="1"/>
            </p:cNvSpPr>
            <p:nvPr/>
          </p:nvSpPr>
          <p:spPr>
            <a:xfrm>
              <a:off x="1071966" y="5107776"/>
              <a:ext cx="22523" cy="1181"/>
            </a:xfrm>
            <a:custGeom>
              <a:avLst/>
              <a:gdLst/>
              <a:ahLst/>
              <a:cxnLst/>
              <a:rect l="0" t="0" r="0" b="0"/>
              <a:pathLst>
                <a:path w="22523" h="1181">
                  <a:moveTo>
                    <a:pt x="0" y="0"/>
                  </a:moveTo>
                  <a:lnTo>
                    <a:pt x="22523" y="1181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7" name="Input_receptor__1286">
              <a:extLst>
                <a:ext uri="{FF2B5EF4-FFF2-40B4-BE49-F238E27FC236}">
                  <a16:creationId xmlns:a16="http://schemas.microsoft.com/office/drawing/2014/main" id="{E0853CD5-0095-EC2B-ADDE-A7DF4ECA32C9}"/>
                </a:ext>
              </a:extLst>
            </p:cNvPr>
            <p:cNvSpPr>
              <a:spLocks noGrp="1"/>
            </p:cNvSpPr>
            <p:nvPr/>
          </p:nvSpPr>
          <p:spPr>
            <a:xfrm>
              <a:off x="1096438" y="4967775"/>
              <a:ext cx="42649" cy="11640"/>
            </a:xfrm>
            <a:custGeom>
              <a:avLst/>
              <a:gdLst/>
              <a:ahLst/>
              <a:cxnLst/>
              <a:rect l="0" t="0" r="0" b="0"/>
              <a:pathLst>
                <a:path w="42649" h="11640">
                  <a:moveTo>
                    <a:pt x="0" y="11640"/>
                  </a:moveTo>
                  <a:lnTo>
                    <a:pt x="42649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8" name="Input_receptor__1287">
              <a:extLst>
                <a:ext uri="{FF2B5EF4-FFF2-40B4-BE49-F238E27FC236}">
                  <a16:creationId xmlns:a16="http://schemas.microsoft.com/office/drawing/2014/main" id="{0F4F199A-3919-6D9D-B4B0-942D534C8831}"/>
                </a:ext>
              </a:extLst>
            </p:cNvPr>
            <p:cNvSpPr>
              <a:spLocks noGrp="1"/>
            </p:cNvSpPr>
            <p:nvPr/>
          </p:nvSpPr>
          <p:spPr>
            <a:xfrm>
              <a:off x="1156372" y="4698451"/>
              <a:ext cx="41369" cy="8367"/>
            </a:xfrm>
            <a:custGeom>
              <a:avLst/>
              <a:gdLst/>
              <a:ahLst/>
              <a:cxnLst/>
              <a:rect l="0" t="0" r="0" b="0"/>
              <a:pathLst>
                <a:path w="41369" h="8367">
                  <a:moveTo>
                    <a:pt x="0" y="0"/>
                  </a:moveTo>
                  <a:lnTo>
                    <a:pt x="41369" y="8367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9" name="Input_receptor__1288">
              <a:extLst>
                <a:ext uri="{FF2B5EF4-FFF2-40B4-BE49-F238E27FC236}">
                  <a16:creationId xmlns:a16="http://schemas.microsoft.com/office/drawing/2014/main" id="{70006ADF-92DC-09C6-7CF6-4E100E5FC4B6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162314"/>
              <a:ext cx="10623" cy="40661"/>
            </a:xfrm>
            <a:custGeom>
              <a:avLst/>
              <a:gdLst/>
              <a:ahLst/>
              <a:cxnLst/>
              <a:rect l="0" t="0" r="0" b="0"/>
              <a:pathLst>
                <a:path w="10623" h="40661">
                  <a:moveTo>
                    <a:pt x="0" y="40661"/>
                  </a:moveTo>
                  <a:lnTo>
                    <a:pt x="10623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90" name="Input_receptor__1289">
              <a:extLst>
                <a:ext uri="{FF2B5EF4-FFF2-40B4-BE49-F238E27FC236}">
                  <a16:creationId xmlns:a16="http://schemas.microsoft.com/office/drawing/2014/main" id="{A8C407A1-BC89-44B8-D207-5AEB337980F3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943881"/>
              <a:ext cx="46298" cy="12928"/>
            </a:xfrm>
            <a:custGeom>
              <a:avLst/>
              <a:gdLst/>
              <a:ahLst/>
              <a:cxnLst/>
              <a:rect l="0" t="0" r="0" b="0"/>
              <a:pathLst>
                <a:path w="46298" h="12928">
                  <a:moveTo>
                    <a:pt x="46298" y="12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1" name="Input_receptor__1290">
              <a:extLst>
                <a:ext uri="{FF2B5EF4-FFF2-40B4-BE49-F238E27FC236}">
                  <a16:creationId xmlns:a16="http://schemas.microsoft.com/office/drawing/2014/main" id="{7CFCD4D6-D23E-1F46-905B-0F1945DFD108}"/>
                </a:ext>
              </a:extLst>
            </p:cNvPr>
            <p:cNvSpPr>
              <a:spLocks noGrp="1"/>
            </p:cNvSpPr>
            <p:nvPr/>
          </p:nvSpPr>
          <p:spPr>
            <a:xfrm>
              <a:off x="1443352" y="4236872"/>
              <a:ext cx="45873" cy="10590"/>
            </a:xfrm>
            <a:custGeom>
              <a:avLst/>
              <a:gdLst/>
              <a:ahLst/>
              <a:cxnLst/>
              <a:rect l="0" t="0" r="0" b="0"/>
              <a:pathLst>
                <a:path w="45873" h="10590">
                  <a:moveTo>
                    <a:pt x="45873" y="0"/>
                  </a:moveTo>
                  <a:lnTo>
                    <a:pt x="0" y="1059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2" name="Input_receptor__1291">
              <a:extLst>
                <a:ext uri="{FF2B5EF4-FFF2-40B4-BE49-F238E27FC236}">
                  <a16:creationId xmlns:a16="http://schemas.microsoft.com/office/drawing/2014/main" id="{B5F12DBB-356E-AA4C-EA48-5BB629AE1E67}"/>
                </a:ext>
              </a:extLst>
            </p:cNvPr>
            <p:cNvSpPr>
              <a:spLocks noGrp="1"/>
            </p:cNvSpPr>
            <p:nvPr/>
          </p:nvSpPr>
          <p:spPr>
            <a:xfrm>
              <a:off x="996390" y="4619527"/>
              <a:ext cx="16901" cy="17111"/>
            </a:xfrm>
            <a:custGeom>
              <a:avLst/>
              <a:gdLst/>
              <a:ahLst/>
              <a:cxnLst/>
              <a:rect l="0" t="0" r="0" b="0"/>
              <a:pathLst>
                <a:path w="16901" h="17111">
                  <a:moveTo>
                    <a:pt x="0" y="17111"/>
                  </a:moveTo>
                  <a:lnTo>
                    <a:pt x="16901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3" name="Input_receptor__1292">
              <a:extLst>
                <a:ext uri="{FF2B5EF4-FFF2-40B4-BE49-F238E27FC236}">
                  <a16:creationId xmlns:a16="http://schemas.microsoft.com/office/drawing/2014/main" id="{5B6DD961-0AEF-6F2C-FD5D-F1EA956F2F8D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6695"/>
              <a:ext cx="45191" cy="2229"/>
            </a:xfrm>
            <a:custGeom>
              <a:avLst/>
              <a:gdLst/>
              <a:ahLst/>
              <a:cxnLst/>
              <a:rect l="0" t="0" r="0" b="0"/>
              <a:pathLst>
                <a:path w="45191" h="2229">
                  <a:moveTo>
                    <a:pt x="45191" y="0"/>
                  </a:moveTo>
                  <a:lnTo>
                    <a:pt x="0" y="2229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4" name="Input_receptor__1293">
              <a:extLst>
                <a:ext uri="{FF2B5EF4-FFF2-40B4-BE49-F238E27FC236}">
                  <a16:creationId xmlns:a16="http://schemas.microsoft.com/office/drawing/2014/main" id="{B0BB91A3-4C3E-DEFB-1E7D-B86D9F309E6F}"/>
                </a:ext>
              </a:extLst>
            </p:cNvPr>
            <p:cNvSpPr>
              <a:spLocks noGrp="1"/>
            </p:cNvSpPr>
            <p:nvPr/>
          </p:nvSpPr>
          <p:spPr>
            <a:xfrm>
              <a:off x="1053381" y="4382308"/>
              <a:ext cx="29061" cy="31978"/>
            </a:xfrm>
            <a:custGeom>
              <a:avLst/>
              <a:gdLst/>
              <a:ahLst/>
              <a:cxnLst/>
              <a:rect l="0" t="0" r="0" b="0"/>
              <a:pathLst>
                <a:path w="29061" h="31978">
                  <a:moveTo>
                    <a:pt x="0" y="31978"/>
                  </a:moveTo>
                  <a:lnTo>
                    <a:pt x="2906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5" name="Input_receptor__1294">
              <a:extLst>
                <a:ext uri="{FF2B5EF4-FFF2-40B4-BE49-F238E27FC236}">
                  <a16:creationId xmlns:a16="http://schemas.microsoft.com/office/drawing/2014/main" id="{138E14A5-C630-D8A5-E76D-969CA7341B88}"/>
                </a:ext>
              </a:extLst>
            </p:cNvPr>
            <p:cNvSpPr>
              <a:spLocks noGrp="1"/>
            </p:cNvSpPr>
            <p:nvPr/>
          </p:nvSpPr>
          <p:spPr>
            <a:xfrm>
              <a:off x="1011289" y="4414286"/>
              <a:ext cx="42091" cy="10999"/>
            </a:xfrm>
            <a:custGeom>
              <a:avLst/>
              <a:gdLst/>
              <a:ahLst/>
              <a:cxnLst/>
              <a:rect l="0" t="0" r="0" b="0"/>
              <a:pathLst>
                <a:path w="42091" h="10999">
                  <a:moveTo>
                    <a:pt x="0" y="10999"/>
                  </a:moveTo>
                  <a:lnTo>
                    <a:pt x="4209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6" name="Input_receptor__1295">
              <a:extLst>
                <a:ext uri="{FF2B5EF4-FFF2-40B4-BE49-F238E27FC236}">
                  <a16:creationId xmlns:a16="http://schemas.microsoft.com/office/drawing/2014/main" id="{50CA49DA-B682-3614-9912-17FCF15CF817}"/>
                </a:ext>
              </a:extLst>
            </p:cNvPr>
            <p:cNvSpPr>
              <a:spLocks noGrp="1"/>
            </p:cNvSpPr>
            <p:nvPr/>
          </p:nvSpPr>
          <p:spPr>
            <a:xfrm>
              <a:off x="1439112" y="4474468"/>
              <a:ext cx="9964" cy="19392"/>
            </a:xfrm>
            <a:custGeom>
              <a:avLst/>
              <a:gdLst/>
              <a:ahLst/>
              <a:cxnLst/>
              <a:rect l="0" t="0" r="0" b="0"/>
              <a:pathLst>
                <a:path w="9964" h="19392">
                  <a:moveTo>
                    <a:pt x="0" y="19392"/>
                  </a:moveTo>
                  <a:lnTo>
                    <a:pt x="9964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7" name="Input_receptor__1296">
              <a:extLst>
                <a:ext uri="{FF2B5EF4-FFF2-40B4-BE49-F238E27FC236}">
                  <a16:creationId xmlns:a16="http://schemas.microsoft.com/office/drawing/2014/main" id="{E009CF04-DC94-D580-0BDF-DB00C7783872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898139"/>
              <a:ext cx="15896" cy="45742"/>
            </a:xfrm>
            <a:custGeom>
              <a:avLst/>
              <a:gdLst/>
              <a:ahLst/>
              <a:cxnLst/>
              <a:rect l="0" t="0" r="0" b="0"/>
              <a:pathLst>
                <a:path w="15896" h="45742">
                  <a:moveTo>
                    <a:pt x="0" y="45742"/>
                  </a:moveTo>
                  <a:lnTo>
                    <a:pt x="15896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8" name="Input_receptor__1297">
              <a:extLst>
                <a:ext uri="{FF2B5EF4-FFF2-40B4-BE49-F238E27FC236}">
                  <a16:creationId xmlns:a16="http://schemas.microsoft.com/office/drawing/2014/main" id="{284BF8D1-F4CC-90BB-8056-DB6B76BF1023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95515"/>
              <a:ext cx="2152" cy="46986"/>
            </a:xfrm>
            <a:custGeom>
              <a:avLst/>
              <a:gdLst/>
              <a:ahLst/>
              <a:cxnLst/>
              <a:rect l="0" t="0" r="0" b="0"/>
              <a:pathLst>
                <a:path w="2152" h="46986">
                  <a:moveTo>
                    <a:pt x="0" y="0"/>
                  </a:moveTo>
                  <a:lnTo>
                    <a:pt x="2152" y="4698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299" name="Input_receptor__1298">
              <a:extLst>
                <a:ext uri="{FF2B5EF4-FFF2-40B4-BE49-F238E27FC236}">
                  <a16:creationId xmlns:a16="http://schemas.microsoft.com/office/drawing/2014/main" id="{FFC4E0FD-298D-D079-75D6-911770409146}"/>
                </a:ext>
              </a:extLst>
            </p:cNvPr>
            <p:cNvSpPr>
              <a:spLocks noGrp="1"/>
            </p:cNvSpPr>
            <p:nvPr/>
          </p:nvSpPr>
          <p:spPr>
            <a:xfrm>
              <a:off x="974726" y="4425285"/>
              <a:ext cx="36564" cy="6815"/>
            </a:xfrm>
            <a:custGeom>
              <a:avLst/>
              <a:gdLst/>
              <a:ahLst/>
              <a:cxnLst/>
              <a:rect l="0" t="0" r="0" b="0"/>
              <a:pathLst>
                <a:path w="36564" h="6815">
                  <a:moveTo>
                    <a:pt x="0" y="6815"/>
                  </a:moveTo>
                  <a:lnTo>
                    <a:pt x="3656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0" name="Input_receptor__1299">
              <a:extLst>
                <a:ext uri="{FF2B5EF4-FFF2-40B4-BE49-F238E27FC236}">
                  <a16:creationId xmlns:a16="http://schemas.microsoft.com/office/drawing/2014/main" id="{74598D30-2432-BDD2-DF37-8232985C9EEF}"/>
                </a:ext>
              </a:extLst>
            </p:cNvPr>
            <p:cNvSpPr>
              <a:spLocks noGrp="1"/>
            </p:cNvSpPr>
            <p:nvPr/>
          </p:nvSpPr>
          <p:spPr>
            <a:xfrm>
              <a:off x="1619347" y="4799062"/>
              <a:ext cx="38953" cy="19019"/>
            </a:xfrm>
            <a:custGeom>
              <a:avLst/>
              <a:gdLst/>
              <a:ahLst/>
              <a:cxnLst/>
              <a:rect l="0" t="0" r="0" b="0"/>
              <a:pathLst>
                <a:path w="38953" h="19019">
                  <a:moveTo>
                    <a:pt x="38953" y="190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1" name="Input_receptor__1300">
              <a:extLst>
                <a:ext uri="{FF2B5EF4-FFF2-40B4-BE49-F238E27FC236}">
                  <a16:creationId xmlns:a16="http://schemas.microsoft.com/office/drawing/2014/main" id="{83146DFB-134E-E812-C9FE-DC38167150F5}"/>
                </a:ext>
              </a:extLst>
            </p:cNvPr>
            <p:cNvSpPr>
              <a:spLocks noGrp="1"/>
            </p:cNvSpPr>
            <p:nvPr/>
          </p:nvSpPr>
          <p:spPr>
            <a:xfrm>
              <a:off x="1153943" y="5022818"/>
              <a:ext cx="23841" cy="4628"/>
            </a:xfrm>
            <a:custGeom>
              <a:avLst/>
              <a:gdLst/>
              <a:ahLst/>
              <a:cxnLst/>
              <a:rect l="0" t="0" r="0" b="0"/>
              <a:pathLst>
                <a:path w="23841" h="4628">
                  <a:moveTo>
                    <a:pt x="0" y="0"/>
                  </a:moveTo>
                  <a:lnTo>
                    <a:pt x="23841" y="4628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2" name="Input_receptor__1301">
              <a:extLst>
                <a:ext uri="{FF2B5EF4-FFF2-40B4-BE49-F238E27FC236}">
                  <a16:creationId xmlns:a16="http://schemas.microsoft.com/office/drawing/2014/main" id="{4D5523E5-E096-1C3A-12B1-22430E89EEEE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31339" cy="23334"/>
            </a:xfrm>
            <a:custGeom>
              <a:avLst/>
              <a:gdLst/>
              <a:ahLst/>
              <a:cxnLst/>
              <a:rect l="0" t="0" r="0" b="0"/>
              <a:pathLst>
                <a:path w="31339" h="23334">
                  <a:moveTo>
                    <a:pt x="0" y="0"/>
                  </a:moveTo>
                  <a:lnTo>
                    <a:pt x="31339" y="23334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3" name="Input_receptor__1302">
              <a:extLst>
                <a:ext uri="{FF2B5EF4-FFF2-40B4-BE49-F238E27FC236}">
                  <a16:creationId xmlns:a16="http://schemas.microsoft.com/office/drawing/2014/main" id="{421CCB46-99E3-90F0-18BB-3424D60920F2}"/>
                </a:ext>
              </a:extLst>
            </p:cNvPr>
            <p:cNvSpPr>
              <a:spLocks noGrp="1"/>
            </p:cNvSpPr>
            <p:nvPr/>
          </p:nvSpPr>
          <p:spPr>
            <a:xfrm>
              <a:off x="779439" y="4472423"/>
              <a:ext cx="26171" cy="18680"/>
            </a:xfrm>
            <a:custGeom>
              <a:avLst/>
              <a:gdLst/>
              <a:ahLst/>
              <a:cxnLst/>
              <a:rect l="0" t="0" r="0" b="0"/>
              <a:pathLst>
                <a:path w="26171" h="18680">
                  <a:moveTo>
                    <a:pt x="26171" y="0"/>
                  </a:moveTo>
                  <a:lnTo>
                    <a:pt x="0" y="1868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4" name="Input_receptor__1303">
              <a:extLst>
                <a:ext uri="{FF2B5EF4-FFF2-40B4-BE49-F238E27FC236}">
                  <a16:creationId xmlns:a16="http://schemas.microsoft.com/office/drawing/2014/main" id="{14A57107-1C05-7C52-6AD9-1F7AD4024443}"/>
                </a:ext>
              </a:extLst>
            </p:cNvPr>
            <p:cNvSpPr>
              <a:spLocks noGrp="1"/>
            </p:cNvSpPr>
            <p:nvPr/>
          </p:nvSpPr>
          <p:spPr>
            <a:xfrm>
              <a:off x="711155" y="4648259"/>
              <a:ext cx="5960" cy="34384"/>
            </a:xfrm>
            <a:custGeom>
              <a:avLst/>
              <a:gdLst/>
              <a:ahLst/>
              <a:cxnLst/>
              <a:rect l="0" t="0" r="0" b="0"/>
              <a:pathLst>
                <a:path w="5960" h="34384">
                  <a:moveTo>
                    <a:pt x="5960" y="0"/>
                  </a:moveTo>
                  <a:lnTo>
                    <a:pt x="0" y="3438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5" name="Input_receptor__1304">
              <a:extLst>
                <a:ext uri="{FF2B5EF4-FFF2-40B4-BE49-F238E27FC236}">
                  <a16:creationId xmlns:a16="http://schemas.microsoft.com/office/drawing/2014/main" id="{4726313D-F232-57B8-B59D-D1B3AF0ED45A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93862"/>
              <a:ext cx="7068" cy="47090"/>
            </a:xfrm>
            <a:custGeom>
              <a:avLst/>
              <a:gdLst/>
              <a:ahLst/>
              <a:cxnLst/>
              <a:rect l="0" t="0" r="0" b="0"/>
              <a:pathLst>
                <a:path w="7068" h="47090">
                  <a:moveTo>
                    <a:pt x="0" y="0"/>
                  </a:moveTo>
                  <a:lnTo>
                    <a:pt x="7068" y="4709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6" name="Input_receptor__1305">
              <a:extLst>
                <a:ext uri="{FF2B5EF4-FFF2-40B4-BE49-F238E27FC236}">
                  <a16:creationId xmlns:a16="http://schemas.microsoft.com/office/drawing/2014/main" id="{7A44F000-045F-B576-FCDA-CD822BB6BEA4}"/>
                </a:ext>
              </a:extLst>
            </p:cNvPr>
            <p:cNvSpPr>
              <a:spLocks noGrp="1"/>
            </p:cNvSpPr>
            <p:nvPr/>
          </p:nvSpPr>
          <p:spPr>
            <a:xfrm>
              <a:off x="1238019" y="4899595"/>
              <a:ext cx="27087" cy="38526"/>
            </a:xfrm>
            <a:custGeom>
              <a:avLst/>
              <a:gdLst/>
              <a:ahLst/>
              <a:cxnLst/>
              <a:rect l="0" t="0" r="0" b="0"/>
              <a:pathLst>
                <a:path w="27087" h="38526">
                  <a:moveTo>
                    <a:pt x="0" y="0"/>
                  </a:moveTo>
                  <a:lnTo>
                    <a:pt x="27087" y="3852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7" name="Input_receptor__1306">
              <a:extLst>
                <a:ext uri="{FF2B5EF4-FFF2-40B4-BE49-F238E27FC236}">
                  <a16:creationId xmlns:a16="http://schemas.microsoft.com/office/drawing/2014/main" id="{807827D7-EA00-9DAD-2B21-74E2CAA8FC06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807637"/>
              <a:ext cx="16275" cy="39637"/>
            </a:xfrm>
            <a:custGeom>
              <a:avLst/>
              <a:gdLst/>
              <a:ahLst/>
              <a:cxnLst/>
              <a:rect l="0" t="0" r="0" b="0"/>
              <a:pathLst>
                <a:path w="16275" h="39637">
                  <a:moveTo>
                    <a:pt x="16275" y="39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8" name="Input_receptor__1307">
              <a:extLst>
                <a:ext uri="{FF2B5EF4-FFF2-40B4-BE49-F238E27FC236}">
                  <a16:creationId xmlns:a16="http://schemas.microsoft.com/office/drawing/2014/main" id="{FFFA1E34-D336-FB3B-6A60-1EE4BAF48E1A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848" cy="32516"/>
            </a:xfrm>
            <a:custGeom>
              <a:avLst/>
              <a:gdLst/>
              <a:ahLst/>
              <a:cxnLst/>
              <a:rect l="0" t="0" r="0" b="0"/>
              <a:pathLst>
                <a:path w="3848" h="32516">
                  <a:moveTo>
                    <a:pt x="0" y="0"/>
                  </a:moveTo>
                  <a:lnTo>
                    <a:pt x="3848" y="3251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9" name="Input_receptor__1308">
              <a:extLst>
                <a:ext uri="{FF2B5EF4-FFF2-40B4-BE49-F238E27FC236}">
                  <a16:creationId xmlns:a16="http://schemas.microsoft.com/office/drawing/2014/main" id="{151CC126-CF2C-905D-7CF0-B58F56E9E0EB}"/>
                </a:ext>
              </a:extLst>
            </p:cNvPr>
            <p:cNvSpPr>
              <a:spLocks noGrp="1"/>
            </p:cNvSpPr>
            <p:nvPr/>
          </p:nvSpPr>
          <p:spPr>
            <a:xfrm>
              <a:off x="1387615" y="4515861"/>
              <a:ext cx="12061" cy="38945"/>
            </a:xfrm>
            <a:custGeom>
              <a:avLst/>
              <a:gdLst/>
              <a:ahLst/>
              <a:cxnLst/>
              <a:rect l="0" t="0" r="0" b="0"/>
              <a:pathLst>
                <a:path w="12061" h="38945">
                  <a:moveTo>
                    <a:pt x="0" y="38945"/>
                  </a:moveTo>
                  <a:lnTo>
                    <a:pt x="1206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0" name="Input_receptor__1309">
              <a:extLst>
                <a:ext uri="{FF2B5EF4-FFF2-40B4-BE49-F238E27FC236}">
                  <a16:creationId xmlns:a16="http://schemas.microsoft.com/office/drawing/2014/main" id="{6E46C595-9408-2024-F225-2F64C6D96E72}"/>
                </a:ext>
              </a:extLst>
            </p:cNvPr>
            <p:cNvSpPr>
              <a:spLocks noGrp="1"/>
            </p:cNvSpPr>
            <p:nvPr/>
          </p:nvSpPr>
          <p:spPr>
            <a:xfrm>
              <a:off x="921125" y="4873856"/>
              <a:ext cx="30947" cy="525"/>
            </a:xfrm>
            <a:custGeom>
              <a:avLst/>
              <a:gdLst/>
              <a:ahLst/>
              <a:cxnLst/>
              <a:rect l="0" t="0" r="0" b="0"/>
              <a:pathLst>
                <a:path w="30947" h="525">
                  <a:moveTo>
                    <a:pt x="0" y="525"/>
                  </a:moveTo>
                  <a:lnTo>
                    <a:pt x="3094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1" name="Input_receptor__1310">
              <a:extLst>
                <a:ext uri="{FF2B5EF4-FFF2-40B4-BE49-F238E27FC236}">
                  <a16:creationId xmlns:a16="http://schemas.microsoft.com/office/drawing/2014/main" id="{E515250F-45A0-C1CA-D838-29627704725C}"/>
                </a:ext>
              </a:extLst>
            </p:cNvPr>
            <p:cNvSpPr>
              <a:spLocks noGrp="1"/>
            </p:cNvSpPr>
            <p:nvPr/>
          </p:nvSpPr>
          <p:spPr>
            <a:xfrm>
              <a:off x="1005888" y="4788896"/>
              <a:ext cx="28348" cy="16245"/>
            </a:xfrm>
            <a:custGeom>
              <a:avLst/>
              <a:gdLst/>
              <a:ahLst/>
              <a:cxnLst/>
              <a:rect l="0" t="0" r="0" b="0"/>
              <a:pathLst>
                <a:path w="28348" h="16245">
                  <a:moveTo>
                    <a:pt x="28348" y="0"/>
                  </a:moveTo>
                  <a:lnTo>
                    <a:pt x="0" y="16245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2" name="Input_receptor__1311">
              <a:extLst>
                <a:ext uri="{FF2B5EF4-FFF2-40B4-BE49-F238E27FC236}">
                  <a16:creationId xmlns:a16="http://schemas.microsoft.com/office/drawing/2014/main" id="{D443A82B-AE55-1D0F-18D0-EB93CCDDF720}"/>
                </a:ext>
              </a:extLst>
            </p:cNvPr>
            <p:cNvSpPr>
              <a:spLocks noGrp="1"/>
            </p:cNvSpPr>
            <p:nvPr/>
          </p:nvSpPr>
          <p:spPr>
            <a:xfrm>
              <a:off x="1586781" y="4319967"/>
              <a:ext cx="10222" cy="33589"/>
            </a:xfrm>
            <a:custGeom>
              <a:avLst/>
              <a:gdLst/>
              <a:ahLst/>
              <a:cxnLst/>
              <a:rect l="0" t="0" r="0" b="0"/>
              <a:pathLst>
                <a:path w="10222" h="33589">
                  <a:moveTo>
                    <a:pt x="0" y="33589"/>
                  </a:moveTo>
                  <a:lnTo>
                    <a:pt x="10222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3" name="Input_receptor__1312">
              <a:extLst>
                <a:ext uri="{FF2B5EF4-FFF2-40B4-BE49-F238E27FC236}">
                  <a16:creationId xmlns:a16="http://schemas.microsoft.com/office/drawing/2014/main" id="{AEFEBA5C-3102-AEBA-1AC3-03A50765277B}"/>
                </a:ext>
              </a:extLst>
            </p:cNvPr>
            <p:cNvSpPr>
              <a:spLocks noGrp="1"/>
            </p:cNvSpPr>
            <p:nvPr/>
          </p:nvSpPr>
          <p:spPr>
            <a:xfrm>
              <a:off x="1584104" y="4353556"/>
              <a:ext cx="2677" cy="34367"/>
            </a:xfrm>
            <a:custGeom>
              <a:avLst/>
              <a:gdLst/>
              <a:ahLst/>
              <a:cxnLst/>
              <a:rect l="0" t="0" r="0" b="0"/>
              <a:pathLst>
                <a:path w="2677" h="34367">
                  <a:moveTo>
                    <a:pt x="0" y="34367"/>
                  </a:moveTo>
                  <a:lnTo>
                    <a:pt x="267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4" name="Input_receptor__1313">
              <a:extLst>
                <a:ext uri="{FF2B5EF4-FFF2-40B4-BE49-F238E27FC236}">
                  <a16:creationId xmlns:a16="http://schemas.microsoft.com/office/drawing/2014/main" id="{297C7EFC-194F-1CA7-4661-DEA39718255F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51039"/>
              <a:ext cx="41621" cy="22088"/>
            </a:xfrm>
            <a:custGeom>
              <a:avLst/>
              <a:gdLst/>
              <a:ahLst/>
              <a:cxnLst/>
              <a:rect l="0" t="0" r="0" b="0"/>
              <a:pathLst>
                <a:path w="41621" h="22088">
                  <a:moveTo>
                    <a:pt x="0" y="22088"/>
                  </a:moveTo>
                  <a:lnTo>
                    <a:pt x="4162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5" name="Input_receptor__1314">
              <a:extLst>
                <a:ext uri="{FF2B5EF4-FFF2-40B4-BE49-F238E27FC236}">
                  <a16:creationId xmlns:a16="http://schemas.microsoft.com/office/drawing/2014/main" id="{5F11B8AC-E204-491D-4DFD-9CC579FA5A69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45186"/>
              <a:ext cx="46426" cy="2725"/>
            </a:xfrm>
            <a:custGeom>
              <a:avLst/>
              <a:gdLst/>
              <a:ahLst/>
              <a:cxnLst/>
              <a:rect l="0" t="0" r="0" b="0"/>
              <a:pathLst>
                <a:path w="46426" h="2725">
                  <a:moveTo>
                    <a:pt x="0" y="0"/>
                  </a:moveTo>
                  <a:lnTo>
                    <a:pt x="46426" y="2725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6" name="Input_receptor__1315">
              <a:extLst>
                <a:ext uri="{FF2B5EF4-FFF2-40B4-BE49-F238E27FC236}">
                  <a16:creationId xmlns:a16="http://schemas.microsoft.com/office/drawing/2014/main" id="{957291A0-65A1-8581-29DC-E06648910002}"/>
                </a:ext>
              </a:extLst>
            </p:cNvPr>
            <p:cNvSpPr>
              <a:spLocks noGrp="1"/>
            </p:cNvSpPr>
            <p:nvPr/>
          </p:nvSpPr>
          <p:spPr>
            <a:xfrm>
              <a:off x="1489225" y="4191948"/>
              <a:ext cx="6016" cy="44924"/>
            </a:xfrm>
            <a:custGeom>
              <a:avLst/>
              <a:gdLst/>
              <a:ahLst/>
              <a:cxnLst/>
              <a:rect l="0" t="0" r="0" b="0"/>
              <a:pathLst>
                <a:path w="6016" h="44924">
                  <a:moveTo>
                    <a:pt x="6016" y="0"/>
                  </a:moveTo>
                  <a:lnTo>
                    <a:pt x="0" y="4492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7" name="Input_receptor__1316">
              <a:extLst>
                <a:ext uri="{FF2B5EF4-FFF2-40B4-BE49-F238E27FC236}">
                  <a16:creationId xmlns:a16="http://schemas.microsoft.com/office/drawing/2014/main" id="{904B5559-8323-C7C7-F740-6E5484A82D65}"/>
                </a:ext>
              </a:extLst>
            </p:cNvPr>
            <p:cNvSpPr>
              <a:spLocks noGrp="1"/>
            </p:cNvSpPr>
            <p:nvPr/>
          </p:nvSpPr>
          <p:spPr>
            <a:xfrm>
              <a:off x="987118" y="5135902"/>
              <a:ext cx="46144" cy="2383"/>
            </a:xfrm>
            <a:custGeom>
              <a:avLst/>
              <a:gdLst/>
              <a:ahLst/>
              <a:cxnLst/>
              <a:rect l="0" t="0" r="0" b="0"/>
              <a:pathLst>
                <a:path w="46144" h="2383">
                  <a:moveTo>
                    <a:pt x="0" y="2383"/>
                  </a:moveTo>
                  <a:lnTo>
                    <a:pt x="4614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8" name="Input_receptor__1317">
              <a:extLst>
                <a:ext uri="{FF2B5EF4-FFF2-40B4-BE49-F238E27FC236}">
                  <a16:creationId xmlns:a16="http://schemas.microsoft.com/office/drawing/2014/main" id="{3E7AAA57-5985-58A1-5A57-94986B087234}"/>
                </a:ext>
              </a:extLst>
            </p:cNvPr>
            <p:cNvSpPr>
              <a:spLocks noGrp="1"/>
            </p:cNvSpPr>
            <p:nvPr/>
          </p:nvSpPr>
          <p:spPr>
            <a:xfrm>
              <a:off x="1135957" y="4586338"/>
              <a:ext cx="22591" cy="22932"/>
            </a:xfrm>
            <a:custGeom>
              <a:avLst/>
              <a:gdLst/>
              <a:ahLst/>
              <a:cxnLst/>
              <a:rect l="0" t="0" r="0" b="0"/>
              <a:pathLst>
                <a:path w="22591" h="22932">
                  <a:moveTo>
                    <a:pt x="22591" y="0"/>
                  </a:moveTo>
                  <a:lnTo>
                    <a:pt x="0" y="22932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9" name="Input_receptor__1318">
              <a:extLst>
                <a:ext uri="{FF2B5EF4-FFF2-40B4-BE49-F238E27FC236}">
                  <a16:creationId xmlns:a16="http://schemas.microsoft.com/office/drawing/2014/main" id="{7AF5E616-11E8-E9B1-5FF2-26AE29E092A0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745900"/>
              <a:ext cx="8113" cy="212"/>
            </a:xfrm>
            <a:custGeom>
              <a:avLst/>
              <a:gdLst/>
              <a:ahLst/>
              <a:cxnLst/>
              <a:rect l="0" t="0" r="0" b="0"/>
              <a:pathLst>
                <a:path w="8113" h="212">
                  <a:moveTo>
                    <a:pt x="8113" y="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0" name="Input_receptor__1319">
              <a:extLst>
                <a:ext uri="{FF2B5EF4-FFF2-40B4-BE49-F238E27FC236}">
                  <a16:creationId xmlns:a16="http://schemas.microsoft.com/office/drawing/2014/main" id="{75BBD76B-5257-A325-BEE9-005DBFB51BBD}"/>
                </a:ext>
              </a:extLst>
            </p:cNvPr>
            <p:cNvSpPr>
              <a:spLocks noGrp="1"/>
            </p:cNvSpPr>
            <p:nvPr/>
          </p:nvSpPr>
          <p:spPr>
            <a:xfrm>
              <a:off x="1515381" y="5020929"/>
              <a:ext cx="46725" cy="1522"/>
            </a:xfrm>
            <a:custGeom>
              <a:avLst/>
              <a:gdLst/>
              <a:ahLst/>
              <a:cxnLst/>
              <a:rect l="0" t="0" r="0" b="0"/>
              <a:pathLst>
                <a:path w="46725" h="1522">
                  <a:moveTo>
                    <a:pt x="46725" y="15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1" name="Input_receptor__1320">
              <a:extLst>
                <a:ext uri="{FF2B5EF4-FFF2-40B4-BE49-F238E27FC236}">
                  <a16:creationId xmlns:a16="http://schemas.microsoft.com/office/drawing/2014/main" id="{6EA99C50-D384-738A-2629-3D896F42A3DD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29012"/>
              <a:ext cx="7432" cy="2319"/>
            </a:xfrm>
            <a:custGeom>
              <a:avLst/>
              <a:gdLst/>
              <a:ahLst/>
              <a:cxnLst/>
              <a:rect l="0" t="0" r="0" b="0"/>
              <a:pathLst>
                <a:path w="7432" h="2319">
                  <a:moveTo>
                    <a:pt x="7432" y="0"/>
                  </a:moveTo>
                  <a:lnTo>
                    <a:pt x="0" y="2319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2" name="Input_receptor__1321">
              <a:extLst>
                <a:ext uri="{FF2B5EF4-FFF2-40B4-BE49-F238E27FC236}">
                  <a16:creationId xmlns:a16="http://schemas.microsoft.com/office/drawing/2014/main" id="{446BE58D-A85D-0C86-2CCD-EBFB80C5E3C8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40787" cy="14314"/>
            </a:xfrm>
            <a:custGeom>
              <a:avLst/>
              <a:gdLst/>
              <a:ahLst/>
              <a:cxnLst/>
              <a:rect l="0" t="0" r="0" b="0"/>
              <a:pathLst>
                <a:path w="40787" h="14314">
                  <a:moveTo>
                    <a:pt x="40787" y="14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3" name="Input_receptor__1322">
              <a:extLst>
                <a:ext uri="{FF2B5EF4-FFF2-40B4-BE49-F238E27FC236}">
                  <a16:creationId xmlns:a16="http://schemas.microsoft.com/office/drawing/2014/main" id="{3D67CCE0-8D3A-7383-ABD8-41CBEB6A9A36}"/>
                </a:ext>
              </a:extLst>
            </p:cNvPr>
            <p:cNvSpPr>
              <a:spLocks noGrp="1"/>
            </p:cNvSpPr>
            <p:nvPr/>
          </p:nvSpPr>
          <p:spPr>
            <a:xfrm>
              <a:off x="1061204" y="4616109"/>
              <a:ext cx="31279" cy="32133"/>
            </a:xfrm>
            <a:custGeom>
              <a:avLst/>
              <a:gdLst/>
              <a:ahLst/>
              <a:cxnLst/>
              <a:rect l="0" t="0" r="0" b="0"/>
              <a:pathLst>
                <a:path w="31279" h="32133">
                  <a:moveTo>
                    <a:pt x="31279" y="0"/>
                  </a:moveTo>
                  <a:lnTo>
                    <a:pt x="0" y="32133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24" name="Input_receptor__1323">
              <a:extLst>
                <a:ext uri="{FF2B5EF4-FFF2-40B4-BE49-F238E27FC236}">
                  <a16:creationId xmlns:a16="http://schemas.microsoft.com/office/drawing/2014/main" id="{3986E6BF-E219-86E8-629A-E6DA9A084F0C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86634"/>
              <a:ext cx="28802" cy="8881"/>
            </a:xfrm>
            <a:custGeom>
              <a:avLst/>
              <a:gdLst/>
              <a:ahLst/>
              <a:cxnLst/>
              <a:rect l="0" t="0" r="0" b="0"/>
              <a:pathLst>
                <a:path w="28802" h="8881">
                  <a:moveTo>
                    <a:pt x="28802" y="0"/>
                  </a:moveTo>
                  <a:lnTo>
                    <a:pt x="0" y="8881"/>
                  </a:lnTo>
                </a:path>
              </a:pathLst>
            </a:custGeom>
            <a:noFill/>
            <a:ln w="20003">
              <a:solidFill>
                <a:srgbClr val="91A3AE"/>
              </a:solidFill>
            </a:ln>
          </p:spPr>
        </p:sp>
        <p:sp>
          <p:nvSpPr>
            <p:cNvPr id="1325" name="Input_receptor__1324">
              <a:extLst>
                <a:ext uri="{FF2B5EF4-FFF2-40B4-BE49-F238E27FC236}">
                  <a16:creationId xmlns:a16="http://schemas.microsoft.com/office/drawing/2014/main" id="{AB910C23-FE74-FCA1-99F4-C1B332A99E0C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30541"/>
              <a:ext cx="14626" cy="41194"/>
            </a:xfrm>
            <a:custGeom>
              <a:avLst/>
              <a:gdLst/>
              <a:ahLst/>
              <a:cxnLst/>
              <a:rect l="0" t="0" r="0" b="0"/>
              <a:pathLst>
                <a:path w="14626" h="41194">
                  <a:moveTo>
                    <a:pt x="0" y="0"/>
                  </a:moveTo>
                  <a:lnTo>
                    <a:pt x="14626" y="41194"/>
                  </a:lnTo>
                </a:path>
              </a:pathLst>
            </a:custGeom>
            <a:noFill/>
            <a:ln w="8096">
              <a:solidFill>
                <a:srgbClr val="91A3AE"/>
              </a:solidFill>
            </a:ln>
          </p:spPr>
        </p:sp>
        <p:sp>
          <p:nvSpPr>
            <p:cNvPr id="1326" name="Input_receptor__1325">
              <a:extLst>
                <a:ext uri="{FF2B5EF4-FFF2-40B4-BE49-F238E27FC236}">
                  <a16:creationId xmlns:a16="http://schemas.microsoft.com/office/drawing/2014/main" id="{0E502187-C2C3-380F-FC1D-9B5419B454A8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07346"/>
              <a:ext cx="36895" cy="23195"/>
            </a:xfrm>
            <a:custGeom>
              <a:avLst/>
              <a:gdLst/>
              <a:ahLst/>
              <a:cxnLst/>
              <a:rect l="0" t="0" r="0" b="0"/>
              <a:pathLst>
                <a:path w="36895" h="23195">
                  <a:moveTo>
                    <a:pt x="36895" y="0"/>
                  </a:moveTo>
                  <a:lnTo>
                    <a:pt x="0" y="23195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7" name="Input_receptor__1326">
              <a:extLst>
                <a:ext uri="{FF2B5EF4-FFF2-40B4-BE49-F238E27FC236}">
                  <a16:creationId xmlns:a16="http://schemas.microsoft.com/office/drawing/2014/main" id="{5105C071-2DA8-19CE-FE8B-2F620FDDBB84}"/>
                </a:ext>
              </a:extLst>
            </p:cNvPr>
            <p:cNvSpPr>
              <a:spLocks noGrp="1"/>
            </p:cNvSpPr>
            <p:nvPr/>
          </p:nvSpPr>
          <p:spPr>
            <a:xfrm>
              <a:off x="950125" y="4367295"/>
              <a:ext cx="44812" cy="4440"/>
            </a:xfrm>
            <a:custGeom>
              <a:avLst/>
              <a:gdLst/>
              <a:ahLst/>
              <a:cxnLst/>
              <a:rect l="0" t="0" r="0" b="0"/>
              <a:pathLst>
                <a:path w="44812" h="4440">
                  <a:moveTo>
                    <a:pt x="0" y="4440"/>
                  </a:moveTo>
                  <a:lnTo>
                    <a:pt x="44812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28" name="Input_receptor__1327">
              <a:extLst>
                <a:ext uri="{FF2B5EF4-FFF2-40B4-BE49-F238E27FC236}">
                  <a16:creationId xmlns:a16="http://schemas.microsoft.com/office/drawing/2014/main" id="{9072F98C-2D44-EA80-D520-3E574B86FBE3}"/>
                </a:ext>
              </a:extLst>
            </p:cNvPr>
            <p:cNvSpPr>
              <a:spLocks noGrp="1"/>
            </p:cNvSpPr>
            <p:nvPr/>
          </p:nvSpPr>
          <p:spPr>
            <a:xfrm>
              <a:off x="1625112" y="4286599"/>
              <a:ext cx="39756" cy="381"/>
            </a:xfrm>
            <a:custGeom>
              <a:avLst/>
              <a:gdLst/>
              <a:ahLst/>
              <a:cxnLst/>
              <a:rect l="0" t="0" r="0" b="0"/>
              <a:pathLst>
                <a:path w="39756" h="381">
                  <a:moveTo>
                    <a:pt x="39756" y="0"/>
                  </a:moveTo>
                  <a:lnTo>
                    <a:pt x="0" y="381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9" name="Input_receptor__1328">
              <a:extLst>
                <a:ext uri="{FF2B5EF4-FFF2-40B4-BE49-F238E27FC236}">
                  <a16:creationId xmlns:a16="http://schemas.microsoft.com/office/drawing/2014/main" id="{7AE85A0C-4171-CDAA-86FA-00FE36CDA0BD}"/>
                </a:ext>
              </a:extLst>
            </p:cNvPr>
            <p:cNvSpPr>
              <a:spLocks noGrp="1"/>
            </p:cNvSpPr>
            <p:nvPr/>
          </p:nvSpPr>
          <p:spPr>
            <a:xfrm>
              <a:off x="974865" y="4636638"/>
              <a:ext cx="21525" cy="42750"/>
            </a:xfrm>
            <a:custGeom>
              <a:avLst/>
              <a:gdLst/>
              <a:ahLst/>
              <a:cxnLst/>
              <a:rect l="0" t="0" r="0" b="0"/>
              <a:pathLst>
                <a:path w="21525" h="42750">
                  <a:moveTo>
                    <a:pt x="0" y="42750"/>
                  </a:moveTo>
                  <a:lnTo>
                    <a:pt x="21525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0" name="Input_receptor__1329">
              <a:extLst>
                <a:ext uri="{FF2B5EF4-FFF2-40B4-BE49-F238E27FC236}">
                  <a16:creationId xmlns:a16="http://schemas.microsoft.com/office/drawing/2014/main" id="{347A8674-C1D4-37BF-7DB0-976080BD80A1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725284"/>
              <a:ext cx="12725" cy="22086"/>
            </a:xfrm>
            <a:custGeom>
              <a:avLst/>
              <a:gdLst/>
              <a:ahLst/>
              <a:cxnLst/>
              <a:rect l="0" t="0" r="0" b="0"/>
              <a:pathLst>
                <a:path w="12725" h="22086">
                  <a:moveTo>
                    <a:pt x="0" y="0"/>
                  </a:moveTo>
                  <a:lnTo>
                    <a:pt x="12725" y="2208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1" name="Input_receptor__1330">
              <a:extLst>
                <a:ext uri="{FF2B5EF4-FFF2-40B4-BE49-F238E27FC236}">
                  <a16:creationId xmlns:a16="http://schemas.microsoft.com/office/drawing/2014/main" id="{ABC51DD3-9101-8A5C-1FD4-8F4FB98967AE}"/>
                </a:ext>
              </a:extLst>
            </p:cNvPr>
            <p:cNvSpPr>
              <a:spLocks noGrp="1"/>
            </p:cNvSpPr>
            <p:nvPr/>
          </p:nvSpPr>
          <p:spPr>
            <a:xfrm>
              <a:off x="945663" y="5136102"/>
              <a:ext cx="41455" cy="2182"/>
            </a:xfrm>
            <a:custGeom>
              <a:avLst/>
              <a:gdLst/>
              <a:ahLst/>
              <a:cxnLst/>
              <a:rect l="0" t="0" r="0" b="0"/>
              <a:pathLst>
                <a:path w="41455" h="2182">
                  <a:moveTo>
                    <a:pt x="0" y="0"/>
                  </a:moveTo>
                  <a:lnTo>
                    <a:pt x="41455" y="2182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2" name="Input_receptor__1331">
              <a:extLst>
                <a:ext uri="{FF2B5EF4-FFF2-40B4-BE49-F238E27FC236}">
                  <a16:creationId xmlns:a16="http://schemas.microsoft.com/office/drawing/2014/main" id="{34DF55A8-26F4-9801-FFD5-F763A6BF8AA0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799062"/>
              <a:ext cx="29320" cy="38344"/>
            </a:xfrm>
            <a:custGeom>
              <a:avLst/>
              <a:gdLst/>
              <a:ahLst/>
              <a:cxnLst/>
              <a:rect l="0" t="0" r="0" b="0"/>
              <a:pathLst>
                <a:path w="29320" h="38344">
                  <a:moveTo>
                    <a:pt x="29320" y="0"/>
                  </a:moveTo>
                  <a:lnTo>
                    <a:pt x="0" y="38344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3" name="Input_receptor__1332">
              <a:extLst>
                <a:ext uri="{FF2B5EF4-FFF2-40B4-BE49-F238E27FC236}">
                  <a16:creationId xmlns:a16="http://schemas.microsoft.com/office/drawing/2014/main" id="{F6319189-9347-FB62-1D06-71D8C960F463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12390" cy="41333"/>
            </a:xfrm>
            <a:custGeom>
              <a:avLst/>
              <a:gdLst/>
              <a:ahLst/>
              <a:cxnLst/>
              <a:rect l="0" t="0" r="0" b="0"/>
              <a:pathLst>
                <a:path w="12390" h="41333">
                  <a:moveTo>
                    <a:pt x="0" y="0"/>
                  </a:moveTo>
                  <a:lnTo>
                    <a:pt x="12390" y="41333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4" name="Input_receptor__1333">
              <a:extLst>
                <a:ext uri="{FF2B5EF4-FFF2-40B4-BE49-F238E27FC236}">
                  <a16:creationId xmlns:a16="http://schemas.microsoft.com/office/drawing/2014/main" id="{F2D90CB4-EDB1-C872-10C3-F4B187AF96EF}"/>
                </a:ext>
              </a:extLst>
            </p:cNvPr>
            <p:cNvSpPr>
              <a:spLocks noGrp="1"/>
            </p:cNvSpPr>
            <p:nvPr/>
          </p:nvSpPr>
          <p:spPr>
            <a:xfrm>
              <a:off x="1562106" y="5022451"/>
              <a:ext cx="1833" cy="48320"/>
            </a:xfrm>
            <a:custGeom>
              <a:avLst/>
              <a:gdLst/>
              <a:ahLst/>
              <a:cxnLst/>
              <a:rect l="0" t="0" r="0" b="0"/>
              <a:pathLst>
                <a:path w="1833" h="48320">
                  <a:moveTo>
                    <a:pt x="1833" y="48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5" name="Input_receptor__1334">
              <a:extLst>
                <a:ext uri="{FF2B5EF4-FFF2-40B4-BE49-F238E27FC236}">
                  <a16:creationId xmlns:a16="http://schemas.microsoft.com/office/drawing/2014/main" id="{73BBA540-C5F5-5209-6D54-B9B29512E781}"/>
                </a:ext>
              </a:extLst>
            </p:cNvPr>
            <p:cNvSpPr>
              <a:spLocks noGrp="1"/>
            </p:cNvSpPr>
            <p:nvPr/>
          </p:nvSpPr>
          <p:spPr>
            <a:xfrm>
              <a:off x="1033262" y="5107776"/>
              <a:ext cx="38704" cy="28126"/>
            </a:xfrm>
            <a:custGeom>
              <a:avLst/>
              <a:gdLst/>
              <a:ahLst/>
              <a:cxnLst/>
              <a:rect l="0" t="0" r="0" b="0"/>
              <a:pathLst>
                <a:path w="38704" h="28126">
                  <a:moveTo>
                    <a:pt x="0" y="28126"/>
                  </a:moveTo>
                  <a:lnTo>
                    <a:pt x="38704" y="0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6" name="Input_receptor__1335">
              <a:extLst>
                <a:ext uri="{FF2B5EF4-FFF2-40B4-BE49-F238E27FC236}">
                  <a16:creationId xmlns:a16="http://schemas.microsoft.com/office/drawing/2014/main" id="{F94ECB92-70D9-02E5-2314-C1C44E5765C9}"/>
                </a:ext>
              </a:extLst>
            </p:cNvPr>
            <p:cNvSpPr>
              <a:spLocks noGrp="1"/>
            </p:cNvSpPr>
            <p:nvPr/>
          </p:nvSpPr>
          <p:spPr>
            <a:xfrm>
              <a:off x="1411032" y="4812787"/>
              <a:ext cx="4350" cy="20576"/>
            </a:xfrm>
            <a:custGeom>
              <a:avLst/>
              <a:gdLst/>
              <a:ahLst/>
              <a:cxnLst/>
              <a:rect l="0" t="0" r="0" b="0"/>
              <a:pathLst>
                <a:path w="4350" h="20576">
                  <a:moveTo>
                    <a:pt x="0" y="0"/>
                  </a:moveTo>
                  <a:lnTo>
                    <a:pt x="4350" y="2057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7" name="Input_receptor__1336">
              <a:extLst>
                <a:ext uri="{FF2B5EF4-FFF2-40B4-BE49-F238E27FC236}">
                  <a16:creationId xmlns:a16="http://schemas.microsoft.com/office/drawing/2014/main" id="{3D2CC190-505C-0442-9CDF-D738F80E1483}"/>
                </a:ext>
              </a:extLst>
            </p:cNvPr>
            <p:cNvSpPr>
              <a:spLocks noGrp="1"/>
            </p:cNvSpPr>
            <p:nvPr/>
          </p:nvSpPr>
          <p:spPr>
            <a:xfrm>
              <a:off x="1457014" y="4942792"/>
              <a:ext cx="10272" cy="14017"/>
            </a:xfrm>
            <a:custGeom>
              <a:avLst/>
              <a:gdLst/>
              <a:ahLst/>
              <a:cxnLst/>
              <a:rect l="0" t="0" r="0" b="0"/>
              <a:pathLst>
                <a:path w="10272" h="14017">
                  <a:moveTo>
                    <a:pt x="10272" y="0"/>
                  </a:moveTo>
                  <a:lnTo>
                    <a:pt x="0" y="14017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8" name="Input_receptor__1337">
              <a:extLst>
                <a:ext uri="{FF2B5EF4-FFF2-40B4-BE49-F238E27FC236}">
                  <a16:creationId xmlns:a16="http://schemas.microsoft.com/office/drawing/2014/main" id="{AA82B1CD-FDDD-F585-BEC1-B95C55BCEB22}"/>
                </a:ext>
              </a:extLst>
            </p:cNvPr>
            <p:cNvSpPr>
              <a:spLocks noGrp="1"/>
            </p:cNvSpPr>
            <p:nvPr/>
          </p:nvSpPr>
          <p:spPr>
            <a:xfrm>
              <a:off x="998221" y="5042514"/>
              <a:ext cx="28652" cy="39053"/>
            </a:xfrm>
            <a:custGeom>
              <a:avLst/>
              <a:gdLst/>
              <a:ahLst/>
              <a:cxnLst/>
              <a:rect l="0" t="0" r="0" b="0"/>
              <a:pathLst>
                <a:path w="28652" h="39053">
                  <a:moveTo>
                    <a:pt x="28652" y="0"/>
                  </a:moveTo>
                  <a:lnTo>
                    <a:pt x="0" y="3905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39" name="Input_receptor__1338">
              <a:extLst>
                <a:ext uri="{FF2B5EF4-FFF2-40B4-BE49-F238E27FC236}">
                  <a16:creationId xmlns:a16="http://schemas.microsoft.com/office/drawing/2014/main" id="{74778E01-79DB-90E7-3250-079532DAB69C}"/>
                </a:ext>
              </a:extLst>
            </p:cNvPr>
            <p:cNvSpPr>
              <a:spLocks noGrp="1"/>
            </p:cNvSpPr>
            <p:nvPr/>
          </p:nvSpPr>
          <p:spPr>
            <a:xfrm>
              <a:off x="989355" y="5012536"/>
              <a:ext cx="37518" cy="29978"/>
            </a:xfrm>
            <a:custGeom>
              <a:avLst/>
              <a:gdLst/>
              <a:ahLst/>
              <a:cxnLst/>
              <a:rect l="0" t="0" r="0" b="0"/>
              <a:pathLst>
                <a:path w="37518" h="29978">
                  <a:moveTo>
                    <a:pt x="0" y="0"/>
                  </a:moveTo>
                  <a:lnTo>
                    <a:pt x="37518" y="29978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0" name="Input_receptor__1339">
              <a:extLst>
                <a:ext uri="{FF2B5EF4-FFF2-40B4-BE49-F238E27FC236}">
                  <a16:creationId xmlns:a16="http://schemas.microsoft.com/office/drawing/2014/main" id="{BFF27AC4-29C9-7A2B-A53D-A09F0A88F2CB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899595"/>
              <a:ext cx="38733" cy="24955"/>
            </a:xfrm>
            <a:custGeom>
              <a:avLst/>
              <a:gdLst/>
              <a:ahLst/>
              <a:cxnLst/>
              <a:rect l="0" t="0" r="0" b="0"/>
              <a:pathLst>
                <a:path w="38733" h="24955">
                  <a:moveTo>
                    <a:pt x="0" y="24955"/>
                  </a:moveTo>
                  <a:lnTo>
                    <a:pt x="387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1" name="Input_receptor__1340">
              <a:extLst>
                <a:ext uri="{FF2B5EF4-FFF2-40B4-BE49-F238E27FC236}">
                  <a16:creationId xmlns:a16="http://schemas.microsoft.com/office/drawing/2014/main" id="{F74CBB15-EAC2-D437-CC50-FD7A350D7B50}"/>
                </a:ext>
              </a:extLst>
            </p:cNvPr>
            <p:cNvSpPr>
              <a:spLocks noGrp="1"/>
            </p:cNvSpPr>
            <p:nvPr/>
          </p:nvSpPr>
          <p:spPr>
            <a:xfrm>
              <a:off x="1158547" y="4586338"/>
              <a:ext cx="41970" cy="10677"/>
            </a:xfrm>
            <a:custGeom>
              <a:avLst/>
              <a:gdLst/>
              <a:ahLst/>
              <a:cxnLst/>
              <a:rect l="0" t="0" r="0" b="0"/>
              <a:pathLst>
                <a:path w="41970" h="10677">
                  <a:moveTo>
                    <a:pt x="41970" y="106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2" name="Input_receptor__1341">
              <a:extLst>
                <a:ext uri="{FF2B5EF4-FFF2-40B4-BE49-F238E27FC236}">
                  <a16:creationId xmlns:a16="http://schemas.microsoft.com/office/drawing/2014/main" id="{A051AE4E-FA87-69B7-894D-E1E5D3CD76BC}"/>
                </a:ext>
              </a:extLst>
            </p:cNvPr>
            <p:cNvSpPr>
              <a:spLocks noGrp="1"/>
            </p:cNvSpPr>
            <p:nvPr/>
          </p:nvSpPr>
          <p:spPr>
            <a:xfrm>
              <a:off x="1495241" y="4166201"/>
              <a:ext cx="40674" cy="25747"/>
            </a:xfrm>
            <a:custGeom>
              <a:avLst/>
              <a:gdLst/>
              <a:ahLst/>
              <a:cxnLst/>
              <a:rect l="0" t="0" r="0" b="0"/>
              <a:pathLst>
                <a:path w="40674" h="25747">
                  <a:moveTo>
                    <a:pt x="40674" y="0"/>
                  </a:moveTo>
                  <a:lnTo>
                    <a:pt x="0" y="25747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3" name="Input_receptor__1342">
              <a:extLst>
                <a:ext uri="{FF2B5EF4-FFF2-40B4-BE49-F238E27FC236}">
                  <a16:creationId xmlns:a16="http://schemas.microsoft.com/office/drawing/2014/main" id="{C9B7A9B7-EEB8-9D7B-D908-3856F7B8793F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03015"/>
              <a:ext cx="16868" cy="33372"/>
            </a:xfrm>
            <a:custGeom>
              <a:avLst/>
              <a:gdLst/>
              <a:ahLst/>
              <a:cxnLst/>
              <a:rect l="0" t="0" r="0" b="0"/>
              <a:pathLst>
                <a:path w="16868" h="33372">
                  <a:moveTo>
                    <a:pt x="16868" y="0"/>
                  </a:moveTo>
                  <a:lnTo>
                    <a:pt x="0" y="3337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4" name="Input_receptor__1343">
              <a:extLst>
                <a:ext uri="{FF2B5EF4-FFF2-40B4-BE49-F238E27FC236}">
                  <a16:creationId xmlns:a16="http://schemas.microsoft.com/office/drawing/2014/main" id="{C40098AC-7338-D939-A506-66457837BC56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202975"/>
              <a:ext cx="42498" cy="7213"/>
            </a:xfrm>
            <a:custGeom>
              <a:avLst/>
              <a:gdLst/>
              <a:ahLst/>
              <a:cxnLst/>
              <a:rect l="0" t="0" r="0" b="0"/>
              <a:pathLst>
                <a:path w="42498" h="7213">
                  <a:moveTo>
                    <a:pt x="42498" y="72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5" name="Input_receptor__1344">
              <a:extLst>
                <a:ext uri="{FF2B5EF4-FFF2-40B4-BE49-F238E27FC236}">
                  <a16:creationId xmlns:a16="http://schemas.microsoft.com/office/drawing/2014/main" id="{A55C74CF-FF35-1D98-E301-8A8FC8A69F75}"/>
                </a:ext>
              </a:extLst>
            </p:cNvPr>
            <p:cNvSpPr>
              <a:spLocks noGrp="1"/>
            </p:cNvSpPr>
            <p:nvPr/>
          </p:nvSpPr>
          <p:spPr>
            <a:xfrm>
              <a:off x="1521801" y="4362710"/>
              <a:ext cx="1765" cy="46987"/>
            </a:xfrm>
            <a:custGeom>
              <a:avLst/>
              <a:gdLst/>
              <a:ahLst/>
              <a:cxnLst/>
              <a:rect l="0" t="0" r="0" b="0"/>
              <a:pathLst>
                <a:path w="1765" h="46987">
                  <a:moveTo>
                    <a:pt x="0" y="46987"/>
                  </a:moveTo>
                  <a:lnTo>
                    <a:pt x="1765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6" name="Input_receptor__1345">
              <a:extLst>
                <a:ext uri="{FF2B5EF4-FFF2-40B4-BE49-F238E27FC236}">
                  <a16:creationId xmlns:a16="http://schemas.microsoft.com/office/drawing/2014/main" id="{EBFC4B17-EC8C-ED92-8AAD-A8A00AD26AD9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36387"/>
              <a:ext cx="95" cy="35015"/>
            </a:xfrm>
            <a:custGeom>
              <a:avLst/>
              <a:gdLst/>
              <a:ahLst/>
              <a:cxnLst/>
              <a:rect l="0" t="0" r="0" b="0"/>
              <a:pathLst>
                <a:path w="95" h="35015">
                  <a:moveTo>
                    <a:pt x="0" y="0"/>
                  </a:moveTo>
                  <a:lnTo>
                    <a:pt x="21" y="3501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7" name="Input_receptor__1346">
              <a:extLst>
                <a:ext uri="{FF2B5EF4-FFF2-40B4-BE49-F238E27FC236}">
                  <a16:creationId xmlns:a16="http://schemas.microsoft.com/office/drawing/2014/main" id="{FF97C521-866E-68AA-1B6C-BF62A93AA33A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22470"/>
              <a:ext cx="1124" cy="18659"/>
            </a:xfrm>
            <a:custGeom>
              <a:avLst/>
              <a:gdLst/>
              <a:ahLst/>
              <a:cxnLst/>
              <a:rect l="0" t="0" r="0" b="0"/>
              <a:pathLst>
                <a:path w="1124" h="18659">
                  <a:moveTo>
                    <a:pt x="0" y="18659"/>
                  </a:moveTo>
                  <a:lnTo>
                    <a:pt x="1124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8" name="Input_receptor__1347">
              <a:extLst>
                <a:ext uri="{FF2B5EF4-FFF2-40B4-BE49-F238E27FC236}">
                  <a16:creationId xmlns:a16="http://schemas.microsoft.com/office/drawing/2014/main" id="{C50137AC-1FC0-3AEA-45B4-279D639E33AC}"/>
                </a:ext>
              </a:extLst>
            </p:cNvPr>
            <p:cNvSpPr>
              <a:spLocks noGrp="1"/>
            </p:cNvSpPr>
            <p:nvPr/>
          </p:nvSpPr>
          <p:spPr>
            <a:xfrm>
              <a:off x="1041717" y="4648242"/>
              <a:ext cx="19487" cy="27012"/>
            </a:xfrm>
            <a:custGeom>
              <a:avLst/>
              <a:gdLst/>
              <a:ahLst/>
              <a:cxnLst/>
              <a:rect l="0" t="0" r="0" b="0"/>
              <a:pathLst>
                <a:path w="19487" h="27012">
                  <a:moveTo>
                    <a:pt x="19487" y="0"/>
                  </a:moveTo>
                  <a:lnTo>
                    <a:pt x="0" y="2701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9" name="Input_receptor__1348">
              <a:extLst>
                <a:ext uri="{FF2B5EF4-FFF2-40B4-BE49-F238E27FC236}">
                  <a16:creationId xmlns:a16="http://schemas.microsoft.com/office/drawing/2014/main" id="{A373CCCC-5392-5E7C-2019-4DEEE14E583C}"/>
                </a:ext>
              </a:extLst>
            </p:cNvPr>
            <p:cNvSpPr>
              <a:spLocks noGrp="1"/>
            </p:cNvSpPr>
            <p:nvPr/>
          </p:nvSpPr>
          <p:spPr>
            <a:xfrm>
              <a:off x="1096632" y="4247319"/>
              <a:ext cx="7053" cy="23791"/>
            </a:xfrm>
            <a:custGeom>
              <a:avLst/>
              <a:gdLst/>
              <a:ahLst/>
              <a:cxnLst/>
              <a:rect l="0" t="0" r="0" b="0"/>
              <a:pathLst>
                <a:path w="7053" h="23791">
                  <a:moveTo>
                    <a:pt x="0" y="23791"/>
                  </a:moveTo>
                  <a:lnTo>
                    <a:pt x="7053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0" name="Input_receptor__1349">
              <a:extLst>
                <a:ext uri="{FF2B5EF4-FFF2-40B4-BE49-F238E27FC236}">
                  <a16:creationId xmlns:a16="http://schemas.microsoft.com/office/drawing/2014/main" id="{BAFB18A9-4B07-41C9-F436-07739BE6764F}"/>
                </a:ext>
              </a:extLst>
            </p:cNvPr>
            <p:cNvSpPr>
              <a:spLocks noGrp="1"/>
            </p:cNvSpPr>
            <p:nvPr/>
          </p:nvSpPr>
          <p:spPr>
            <a:xfrm>
              <a:off x="994937" y="4365064"/>
              <a:ext cx="35951" cy="2232"/>
            </a:xfrm>
            <a:custGeom>
              <a:avLst/>
              <a:gdLst/>
              <a:ahLst/>
              <a:cxnLst/>
              <a:rect l="0" t="0" r="0" b="0"/>
              <a:pathLst>
                <a:path w="35951" h="2232">
                  <a:moveTo>
                    <a:pt x="0" y="2232"/>
                  </a:moveTo>
                  <a:lnTo>
                    <a:pt x="3595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1" name="Input_receptor__1350">
              <a:extLst>
                <a:ext uri="{FF2B5EF4-FFF2-40B4-BE49-F238E27FC236}">
                  <a16:creationId xmlns:a16="http://schemas.microsoft.com/office/drawing/2014/main" id="{BD3C3E2E-FED5-219E-D8BE-2957C678B2A1}"/>
                </a:ext>
              </a:extLst>
            </p:cNvPr>
            <p:cNvSpPr>
              <a:spLocks noGrp="1"/>
            </p:cNvSpPr>
            <p:nvPr/>
          </p:nvSpPr>
          <p:spPr>
            <a:xfrm>
              <a:off x="1411984" y="4059732"/>
              <a:ext cx="8206" cy="47532"/>
            </a:xfrm>
            <a:custGeom>
              <a:avLst/>
              <a:gdLst/>
              <a:ahLst/>
              <a:cxnLst/>
              <a:rect l="0" t="0" r="0" b="0"/>
              <a:pathLst>
                <a:path w="8206" h="47532">
                  <a:moveTo>
                    <a:pt x="0" y="47532"/>
                  </a:moveTo>
                  <a:lnTo>
                    <a:pt x="8206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2" name="Input_receptor__1351">
              <a:extLst>
                <a:ext uri="{FF2B5EF4-FFF2-40B4-BE49-F238E27FC236}">
                  <a16:creationId xmlns:a16="http://schemas.microsoft.com/office/drawing/2014/main" id="{EBB0657B-24D1-2056-9454-9C7A5BF1B577}"/>
                </a:ext>
              </a:extLst>
            </p:cNvPr>
            <p:cNvSpPr>
              <a:spLocks noGrp="1"/>
            </p:cNvSpPr>
            <p:nvPr/>
          </p:nvSpPr>
          <p:spPr>
            <a:xfrm>
              <a:off x="1359505" y="4755238"/>
              <a:ext cx="46133" cy="2178"/>
            </a:xfrm>
            <a:custGeom>
              <a:avLst/>
              <a:gdLst/>
              <a:ahLst/>
              <a:cxnLst/>
              <a:rect l="0" t="0" r="0" b="0"/>
              <a:pathLst>
                <a:path w="46133" h="2178">
                  <a:moveTo>
                    <a:pt x="0" y="2178"/>
                  </a:moveTo>
                  <a:lnTo>
                    <a:pt x="461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3" name="Input_receptor__1352">
              <a:extLst>
                <a:ext uri="{FF2B5EF4-FFF2-40B4-BE49-F238E27FC236}">
                  <a16:creationId xmlns:a16="http://schemas.microsoft.com/office/drawing/2014/main" id="{86100A0B-2F1B-1696-B644-DE0EF7735D17}"/>
                </a:ext>
              </a:extLst>
            </p:cNvPr>
            <p:cNvSpPr>
              <a:spLocks noGrp="1"/>
            </p:cNvSpPr>
            <p:nvPr/>
          </p:nvSpPr>
          <p:spPr>
            <a:xfrm>
              <a:off x="1333124" y="4386634"/>
              <a:ext cx="30404" cy="32749"/>
            </a:xfrm>
            <a:custGeom>
              <a:avLst/>
              <a:gdLst/>
              <a:ahLst/>
              <a:cxnLst/>
              <a:rect l="0" t="0" r="0" b="0"/>
              <a:pathLst>
                <a:path w="30404" h="32749">
                  <a:moveTo>
                    <a:pt x="30404" y="327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4" name="Input_receptor__1353">
              <a:extLst>
                <a:ext uri="{FF2B5EF4-FFF2-40B4-BE49-F238E27FC236}">
                  <a16:creationId xmlns:a16="http://schemas.microsoft.com/office/drawing/2014/main" id="{15DAFDB2-B403-F9D3-D97C-0C47E74E4F5F}"/>
                </a:ext>
              </a:extLst>
            </p:cNvPr>
            <p:cNvSpPr>
              <a:spLocks noGrp="1"/>
            </p:cNvSpPr>
            <p:nvPr/>
          </p:nvSpPr>
          <p:spPr>
            <a:xfrm>
              <a:off x="1086566" y="4567700"/>
              <a:ext cx="5917" cy="48409"/>
            </a:xfrm>
            <a:custGeom>
              <a:avLst/>
              <a:gdLst/>
              <a:ahLst/>
              <a:cxnLst/>
              <a:rect l="0" t="0" r="0" b="0"/>
              <a:pathLst>
                <a:path w="5917" h="48409">
                  <a:moveTo>
                    <a:pt x="0" y="0"/>
                  </a:moveTo>
                  <a:lnTo>
                    <a:pt x="5917" y="48409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5" name="Input_receptor__1354">
              <a:extLst>
                <a:ext uri="{FF2B5EF4-FFF2-40B4-BE49-F238E27FC236}">
                  <a16:creationId xmlns:a16="http://schemas.microsoft.com/office/drawing/2014/main" id="{2B16A1E2-F32E-ED83-381A-C783D85ACCD6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82904"/>
              <a:ext cx="11383" cy="10958"/>
            </a:xfrm>
            <a:custGeom>
              <a:avLst/>
              <a:gdLst/>
              <a:ahLst/>
              <a:cxnLst/>
              <a:rect l="0" t="0" r="0" b="0"/>
              <a:pathLst>
                <a:path w="11383" h="10958">
                  <a:moveTo>
                    <a:pt x="11383" y="0"/>
                  </a:moveTo>
                  <a:lnTo>
                    <a:pt x="0" y="10958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6" name="Input_receptor__1355">
              <a:extLst>
                <a:ext uri="{FF2B5EF4-FFF2-40B4-BE49-F238E27FC236}">
                  <a16:creationId xmlns:a16="http://schemas.microsoft.com/office/drawing/2014/main" id="{32E73D24-D701-8369-103A-7ADD360994E1}"/>
                </a:ext>
              </a:extLst>
            </p:cNvPr>
            <p:cNvSpPr>
              <a:spLocks noGrp="1"/>
            </p:cNvSpPr>
            <p:nvPr/>
          </p:nvSpPr>
          <p:spPr>
            <a:xfrm>
              <a:off x="1501142" y="5020929"/>
              <a:ext cx="14238" cy="27023"/>
            </a:xfrm>
            <a:custGeom>
              <a:avLst/>
              <a:gdLst/>
              <a:ahLst/>
              <a:cxnLst/>
              <a:rect l="0" t="0" r="0" b="0"/>
              <a:pathLst>
                <a:path w="14238" h="27023">
                  <a:moveTo>
                    <a:pt x="14238" y="0"/>
                  </a:moveTo>
                  <a:lnTo>
                    <a:pt x="0" y="2702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7" name="Input_receptor__1356">
              <a:extLst>
                <a:ext uri="{FF2B5EF4-FFF2-40B4-BE49-F238E27FC236}">
                  <a16:creationId xmlns:a16="http://schemas.microsoft.com/office/drawing/2014/main" id="{9BD29958-5090-DC97-770A-CEC74A85FBB3}"/>
                </a:ext>
              </a:extLst>
            </p:cNvPr>
            <p:cNvSpPr>
              <a:spLocks noGrp="1"/>
            </p:cNvSpPr>
            <p:nvPr/>
          </p:nvSpPr>
          <p:spPr>
            <a:xfrm>
              <a:off x="1119017" y="4908900"/>
              <a:ext cx="1070" cy="6024"/>
            </a:xfrm>
            <a:custGeom>
              <a:avLst/>
              <a:gdLst/>
              <a:ahLst/>
              <a:cxnLst/>
              <a:rect l="0" t="0" r="0" b="0"/>
              <a:pathLst>
                <a:path w="1070" h="6024">
                  <a:moveTo>
                    <a:pt x="1070" y="0"/>
                  </a:moveTo>
                  <a:lnTo>
                    <a:pt x="0" y="6024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8" name="Input_receptor__1357">
              <a:extLst>
                <a:ext uri="{FF2B5EF4-FFF2-40B4-BE49-F238E27FC236}">
                  <a16:creationId xmlns:a16="http://schemas.microsoft.com/office/drawing/2014/main" id="{2C61BD0F-1173-6C78-6772-35A73D14F91C}"/>
                </a:ext>
              </a:extLst>
            </p:cNvPr>
            <p:cNvSpPr>
              <a:spLocks noGrp="1"/>
            </p:cNvSpPr>
            <p:nvPr/>
          </p:nvSpPr>
          <p:spPr>
            <a:xfrm>
              <a:off x="1339792" y="4096716"/>
              <a:ext cx="13391" cy="36633"/>
            </a:xfrm>
            <a:custGeom>
              <a:avLst/>
              <a:gdLst/>
              <a:ahLst/>
              <a:cxnLst/>
              <a:rect l="0" t="0" r="0" b="0"/>
              <a:pathLst>
                <a:path w="13391" h="36633">
                  <a:moveTo>
                    <a:pt x="0" y="36633"/>
                  </a:moveTo>
                  <a:lnTo>
                    <a:pt x="1339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9" name="Input_receptor__1358">
              <a:extLst>
                <a:ext uri="{FF2B5EF4-FFF2-40B4-BE49-F238E27FC236}">
                  <a16:creationId xmlns:a16="http://schemas.microsoft.com/office/drawing/2014/main" id="{19A6D997-B34F-2967-7404-413A21B73E06}"/>
                </a:ext>
              </a:extLst>
            </p:cNvPr>
            <p:cNvSpPr>
              <a:spLocks noGrp="1"/>
            </p:cNvSpPr>
            <p:nvPr/>
          </p:nvSpPr>
          <p:spPr>
            <a:xfrm>
              <a:off x="818444" y="4586570"/>
              <a:ext cx="13735" cy="25585"/>
            </a:xfrm>
            <a:custGeom>
              <a:avLst/>
              <a:gdLst/>
              <a:ahLst/>
              <a:cxnLst/>
              <a:rect l="0" t="0" r="0" b="0"/>
              <a:pathLst>
                <a:path w="13735" h="25585">
                  <a:moveTo>
                    <a:pt x="13735" y="0"/>
                  </a:moveTo>
                  <a:lnTo>
                    <a:pt x="0" y="2558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0" name="Input_receptor__1359">
              <a:extLst>
                <a:ext uri="{FF2B5EF4-FFF2-40B4-BE49-F238E27FC236}">
                  <a16:creationId xmlns:a16="http://schemas.microsoft.com/office/drawing/2014/main" id="{3EBDC4CA-7A3D-0A03-22F0-B9E0CBD0C24D}"/>
                </a:ext>
              </a:extLst>
            </p:cNvPr>
            <p:cNvSpPr>
              <a:spLocks noGrp="1"/>
            </p:cNvSpPr>
            <p:nvPr/>
          </p:nvSpPr>
          <p:spPr>
            <a:xfrm>
              <a:off x="1580710" y="4906392"/>
              <a:ext cx="6751" cy="41519"/>
            </a:xfrm>
            <a:custGeom>
              <a:avLst/>
              <a:gdLst/>
              <a:ahLst/>
              <a:cxnLst/>
              <a:rect l="0" t="0" r="0" b="0"/>
              <a:pathLst>
                <a:path w="6751" h="41519">
                  <a:moveTo>
                    <a:pt x="6751" y="415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1" name="Input_receptor__1360">
              <a:extLst>
                <a:ext uri="{FF2B5EF4-FFF2-40B4-BE49-F238E27FC236}">
                  <a16:creationId xmlns:a16="http://schemas.microsoft.com/office/drawing/2014/main" id="{38D58A22-2739-4E27-ADB7-EDF8A7A757B6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62189"/>
              <a:ext cx="41930" cy="20453"/>
            </a:xfrm>
            <a:custGeom>
              <a:avLst/>
              <a:gdLst/>
              <a:ahLst/>
              <a:cxnLst/>
              <a:rect l="0" t="0" r="0" b="0"/>
              <a:pathLst>
                <a:path w="41930" h="20453">
                  <a:moveTo>
                    <a:pt x="41930" y="204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2" name="Input_receptor__1361">
              <a:extLst>
                <a:ext uri="{FF2B5EF4-FFF2-40B4-BE49-F238E27FC236}">
                  <a16:creationId xmlns:a16="http://schemas.microsoft.com/office/drawing/2014/main" id="{4069B1F0-0DE2-3C21-5FFC-FFC61713A074}"/>
                </a:ext>
              </a:extLst>
            </p:cNvPr>
            <p:cNvSpPr>
              <a:spLocks noGrp="1"/>
            </p:cNvSpPr>
            <p:nvPr/>
          </p:nvSpPr>
          <p:spPr>
            <a:xfrm>
              <a:off x="940586" y="4679388"/>
              <a:ext cx="34279" cy="13564"/>
            </a:xfrm>
            <a:custGeom>
              <a:avLst/>
              <a:gdLst/>
              <a:ahLst/>
              <a:cxnLst/>
              <a:rect l="0" t="0" r="0" b="0"/>
              <a:pathLst>
                <a:path w="34279" h="13564">
                  <a:moveTo>
                    <a:pt x="0" y="13564"/>
                  </a:moveTo>
                  <a:lnTo>
                    <a:pt x="34279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3" name="Input_receptor__1362">
              <a:extLst>
                <a:ext uri="{FF2B5EF4-FFF2-40B4-BE49-F238E27FC236}">
                  <a16:creationId xmlns:a16="http://schemas.microsoft.com/office/drawing/2014/main" id="{C1C24BDE-4C8C-24AA-307A-CE0769EBE3CD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65682"/>
              <a:ext cx="14640" cy="4735"/>
            </a:xfrm>
            <a:custGeom>
              <a:avLst/>
              <a:gdLst/>
              <a:ahLst/>
              <a:cxnLst/>
              <a:rect l="0" t="0" r="0" b="0"/>
              <a:pathLst>
                <a:path w="14640" h="4735">
                  <a:moveTo>
                    <a:pt x="0" y="0"/>
                  </a:moveTo>
                  <a:lnTo>
                    <a:pt x="14640" y="473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4" name="Input_receptor__1363">
              <a:extLst>
                <a:ext uri="{FF2B5EF4-FFF2-40B4-BE49-F238E27FC236}">
                  <a16:creationId xmlns:a16="http://schemas.microsoft.com/office/drawing/2014/main" id="{2CDD5394-5FE2-B872-9EF6-F666284E6FF9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33349"/>
              <a:ext cx="37693" cy="21111"/>
            </a:xfrm>
            <a:custGeom>
              <a:avLst/>
              <a:gdLst/>
              <a:ahLst/>
              <a:cxnLst/>
              <a:rect l="0" t="0" r="0" b="0"/>
              <a:pathLst>
                <a:path w="37693" h="21111">
                  <a:moveTo>
                    <a:pt x="0" y="21111"/>
                  </a:moveTo>
                  <a:lnTo>
                    <a:pt x="3769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5" name="Input_receptor__1364">
              <a:extLst>
                <a:ext uri="{FF2B5EF4-FFF2-40B4-BE49-F238E27FC236}">
                  <a16:creationId xmlns:a16="http://schemas.microsoft.com/office/drawing/2014/main" id="{01CF1CCE-E49F-22A1-256A-1203BE908125}"/>
                </a:ext>
              </a:extLst>
            </p:cNvPr>
            <p:cNvSpPr>
              <a:spLocks noGrp="1"/>
            </p:cNvSpPr>
            <p:nvPr/>
          </p:nvSpPr>
          <p:spPr>
            <a:xfrm>
              <a:off x="1293426" y="4432488"/>
              <a:ext cx="13048" cy="10014"/>
            </a:xfrm>
            <a:custGeom>
              <a:avLst/>
              <a:gdLst/>
              <a:ahLst/>
              <a:cxnLst/>
              <a:rect l="0" t="0" r="0" b="0"/>
              <a:pathLst>
                <a:path w="13048" h="10014">
                  <a:moveTo>
                    <a:pt x="13048" y="1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6" name="Input_receptor__1365">
              <a:extLst>
                <a:ext uri="{FF2B5EF4-FFF2-40B4-BE49-F238E27FC236}">
                  <a16:creationId xmlns:a16="http://schemas.microsoft.com/office/drawing/2014/main" id="{8C6EFC9B-8CEE-275A-F836-BD12B1548A3B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24534"/>
              <a:ext cx="4600" cy="43774"/>
            </a:xfrm>
            <a:custGeom>
              <a:avLst/>
              <a:gdLst/>
              <a:ahLst/>
              <a:cxnLst/>
              <a:rect l="0" t="0" r="0" b="0"/>
              <a:pathLst>
                <a:path w="4600" h="43774">
                  <a:moveTo>
                    <a:pt x="4600" y="43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7" name="Input_receptor__1366">
              <a:extLst>
                <a:ext uri="{FF2B5EF4-FFF2-40B4-BE49-F238E27FC236}">
                  <a16:creationId xmlns:a16="http://schemas.microsoft.com/office/drawing/2014/main" id="{E324CD34-034E-1D78-315F-86EDAFB8C729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3380"/>
              <a:ext cx="7325" cy="5536"/>
            </a:xfrm>
            <a:custGeom>
              <a:avLst/>
              <a:gdLst/>
              <a:ahLst/>
              <a:cxnLst/>
              <a:rect l="0" t="0" r="0" b="0"/>
              <a:pathLst>
                <a:path w="7325" h="5536">
                  <a:moveTo>
                    <a:pt x="7325" y="0"/>
                  </a:moveTo>
                  <a:lnTo>
                    <a:pt x="0" y="5536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8" name="Input_receptor__1367">
              <a:extLst>
                <a:ext uri="{FF2B5EF4-FFF2-40B4-BE49-F238E27FC236}">
                  <a16:creationId xmlns:a16="http://schemas.microsoft.com/office/drawing/2014/main" id="{B27FDBF2-F2A1-217F-BE53-5C7FC4031B78}"/>
                </a:ext>
              </a:extLst>
            </p:cNvPr>
            <p:cNvSpPr>
              <a:spLocks noGrp="1"/>
            </p:cNvSpPr>
            <p:nvPr/>
          </p:nvSpPr>
          <p:spPr>
            <a:xfrm>
              <a:off x="747604" y="4638989"/>
              <a:ext cx="28043" cy="1963"/>
            </a:xfrm>
            <a:custGeom>
              <a:avLst/>
              <a:gdLst/>
              <a:ahLst/>
              <a:cxnLst/>
              <a:rect l="0" t="0" r="0" b="0"/>
              <a:pathLst>
                <a:path w="28043" h="1963">
                  <a:moveTo>
                    <a:pt x="28043" y="1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69" name="Input_receptor__1368">
              <a:extLst>
                <a:ext uri="{FF2B5EF4-FFF2-40B4-BE49-F238E27FC236}">
                  <a16:creationId xmlns:a16="http://schemas.microsoft.com/office/drawing/2014/main" id="{BC81DC12-1F12-4E9E-0A9F-3CBCA1B642B9}"/>
                </a:ext>
              </a:extLst>
            </p:cNvPr>
            <p:cNvSpPr>
              <a:spLocks noGrp="1"/>
            </p:cNvSpPr>
            <p:nvPr/>
          </p:nvSpPr>
          <p:spPr>
            <a:xfrm>
              <a:off x="1139087" y="4967775"/>
              <a:ext cx="4624" cy="7146"/>
            </a:xfrm>
            <a:custGeom>
              <a:avLst/>
              <a:gdLst/>
              <a:ahLst/>
              <a:cxnLst/>
              <a:rect l="0" t="0" r="0" b="0"/>
              <a:pathLst>
                <a:path w="4624" h="7146">
                  <a:moveTo>
                    <a:pt x="0" y="0"/>
                  </a:moveTo>
                  <a:lnTo>
                    <a:pt x="4624" y="7146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0" name="Input_receptor__1369">
              <a:extLst>
                <a:ext uri="{FF2B5EF4-FFF2-40B4-BE49-F238E27FC236}">
                  <a16:creationId xmlns:a16="http://schemas.microsoft.com/office/drawing/2014/main" id="{5B3C9B89-8FDC-E104-A234-C1F24282F679}"/>
                </a:ext>
              </a:extLst>
            </p:cNvPr>
            <p:cNvSpPr>
              <a:spLocks noGrp="1"/>
            </p:cNvSpPr>
            <p:nvPr/>
          </p:nvSpPr>
          <p:spPr>
            <a:xfrm>
              <a:off x="1353182" y="4069448"/>
              <a:ext cx="9213" cy="27267"/>
            </a:xfrm>
            <a:custGeom>
              <a:avLst/>
              <a:gdLst/>
              <a:ahLst/>
              <a:cxnLst/>
              <a:rect l="0" t="0" r="0" b="0"/>
              <a:pathLst>
                <a:path w="9213" h="27267">
                  <a:moveTo>
                    <a:pt x="0" y="27267"/>
                  </a:moveTo>
                  <a:lnTo>
                    <a:pt x="921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1" name="Input_receptor__1370">
              <a:extLst>
                <a:ext uri="{FF2B5EF4-FFF2-40B4-BE49-F238E27FC236}">
                  <a16:creationId xmlns:a16="http://schemas.microsoft.com/office/drawing/2014/main" id="{32CA29AB-4AB3-666E-FBA9-DA6E8BB56E7D}"/>
                </a:ext>
              </a:extLst>
            </p:cNvPr>
            <p:cNvSpPr>
              <a:spLocks noGrp="1"/>
            </p:cNvSpPr>
            <p:nvPr/>
          </p:nvSpPr>
          <p:spPr>
            <a:xfrm>
              <a:off x="1030888" y="4337409"/>
              <a:ext cx="36015" cy="27654"/>
            </a:xfrm>
            <a:custGeom>
              <a:avLst/>
              <a:gdLst/>
              <a:ahLst/>
              <a:cxnLst/>
              <a:rect l="0" t="0" r="0" b="0"/>
              <a:pathLst>
                <a:path w="36015" h="27654">
                  <a:moveTo>
                    <a:pt x="0" y="27654"/>
                  </a:moveTo>
                  <a:lnTo>
                    <a:pt x="36015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2" name="Input_receptor__1371">
              <a:extLst>
                <a:ext uri="{FF2B5EF4-FFF2-40B4-BE49-F238E27FC236}">
                  <a16:creationId xmlns:a16="http://schemas.microsoft.com/office/drawing/2014/main" id="{1734CC22-482F-18FC-48C5-A0B46C2A2BAE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06053"/>
              <a:ext cx="37227" cy="18481"/>
            </a:xfrm>
            <a:custGeom>
              <a:avLst/>
              <a:gdLst/>
              <a:ahLst/>
              <a:cxnLst/>
              <a:rect l="0" t="0" r="0" b="0"/>
              <a:pathLst>
                <a:path w="37227" h="18481">
                  <a:moveTo>
                    <a:pt x="0" y="18481"/>
                  </a:moveTo>
                  <a:lnTo>
                    <a:pt x="37227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3" name="Input_receptor__1372">
              <a:extLst>
                <a:ext uri="{FF2B5EF4-FFF2-40B4-BE49-F238E27FC236}">
                  <a16:creationId xmlns:a16="http://schemas.microsoft.com/office/drawing/2014/main" id="{85DC2F70-2DF8-BD6A-DFBF-AFF358A9A641}"/>
                </a:ext>
              </a:extLst>
            </p:cNvPr>
            <p:cNvSpPr>
              <a:spLocks noGrp="1"/>
            </p:cNvSpPr>
            <p:nvPr/>
          </p:nvSpPr>
          <p:spPr>
            <a:xfrm>
              <a:off x="1175078" y="4428062"/>
              <a:ext cx="14245" cy="45318"/>
            </a:xfrm>
            <a:custGeom>
              <a:avLst/>
              <a:gdLst/>
              <a:ahLst/>
              <a:cxnLst/>
              <a:rect l="0" t="0" r="0" b="0"/>
              <a:pathLst>
                <a:path w="14245" h="45318">
                  <a:moveTo>
                    <a:pt x="14245" y="0"/>
                  </a:moveTo>
                  <a:lnTo>
                    <a:pt x="0" y="45318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4" name="Input_receptor__1373">
              <a:extLst>
                <a:ext uri="{FF2B5EF4-FFF2-40B4-BE49-F238E27FC236}">
                  <a16:creationId xmlns:a16="http://schemas.microsoft.com/office/drawing/2014/main" id="{4E13E3F4-26E1-C088-B410-A56146C99E6E}"/>
                </a:ext>
              </a:extLst>
            </p:cNvPr>
            <p:cNvSpPr>
              <a:spLocks noGrp="1"/>
            </p:cNvSpPr>
            <p:nvPr/>
          </p:nvSpPr>
          <p:spPr>
            <a:xfrm>
              <a:off x="1523566" y="4353795"/>
              <a:ext cx="35273" cy="8915"/>
            </a:xfrm>
            <a:custGeom>
              <a:avLst/>
              <a:gdLst/>
              <a:ahLst/>
              <a:cxnLst/>
              <a:rect l="0" t="0" r="0" b="0"/>
              <a:pathLst>
                <a:path w="35273" h="8915">
                  <a:moveTo>
                    <a:pt x="0" y="8915"/>
                  </a:moveTo>
                  <a:lnTo>
                    <a:pt x="3527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5" name="Input_receptor__1374">
              <a:extLst>
                <a:ext uri="{FF2B5EF4-FFF2-40B4-BE49-F238E27FC236}">
                  <a16:creationId xmlns:a16="http://schemas.microsoft.com/office/drawing/2014/main" id="{FE02E57E-CB01-89C5-D990-CF555FE11926}"/>
                </a:ext>
              </a:extLst>
            </p:cNvPr>
            <p:cNvSpPr>
              <a:spLocks noGrp="1"/>
            </p:cNvSpPr>
            <p:nvPr/>
          </p:nvSpPr>
          <p:spPr>
            <a:xfrm>
              <a:off x="787432" y="4427465"/>
              <a:ext cx="47275" cy="1547"/>
            </a:xfrm>
            <a:custGeom>
              <a:avLst/>
              <a:gdLst/>
              <a:ahLst/>
              <a:cxnLst/>
              <a:rect l="0" t="0" r="0" b="0"/>
              <a:pathLst>
                <a:path w="47275" h="1547">
                  <a:moveTo>
                    <a:pt x="47275" y="0"/>
                  </a:moveTo>
                  <a:lnTo>
                    <a:pt x="0" y="1547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6" name="Input_receptor__1375">
              <a:extLst>
                <a:ext uri="{FF2B5EF4-FFF2-40B4-BE49-F238E27FC236}">
                  <a16:creationId xmlns:a16="http://schemas.microsoft.com/office/drawing/2014/main" id="{079DCDD0-820A-57EB-7D80-A5ADA743FABC}"/>
                </a:ext>
              </a:extLst>
            </p:cNvPr>
            <p:cNvSpPr>
              <a:spLocks noGrp="1"/>
            </p:cNvSpPr>
            <p:nvPr/>
          </p:nvSpPr>
          <p:spPr>
            <a:xfrm>
              <a:off x="1482402" y="4036090"/>
              <a:ext cx="5514" cy="38363"/>
            </a:xfrm>
            <a:custGeom>
              <a:avLst/>
              <a:gdLst/>
              <a:ahLst/>
              <a:cxnLst/>
              <a:rect l="0" t="0" r="0" b="0"/>
              <a:pathLst>
                <a:path w="5514" h="38363">
                  <a:moveTo>
                    <a:pt x="0" y="38363"/>
                  </a:moveTo>
                  <a:lnTo>
                    <a:pt x="5514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7" name="Input_receptor__1376">
              <a:extLst>
                <a:ext uri="{FF2B5EF4-FFF2-40B4-BE49-F238E27FC236}">
                  <a16:creationId xmlns:a16="http://schemas.microsoft.com/office/drawing/2014/main" id="{352AC04E-9AEE-705B-D268-CD1162DA6B3D}"/>
                </a:ext>
              </a:extLst>
            </p:cNvPr>
            <p:cNvSpPr>
              <a:spLocks noGrp="1"/>
            </p:cNvSpPr>
            <p:nvPr/>
          </p:nvSpPr>
          <p:spPr>
            <a:xfrm>
              <a:off x="834707" y="4427465"/>
              <a:ext cx="30896" cy="36158"/>
            </a:xfrm>
            <a:custGeom>
              <a:avLst/>
              <a:gdLst/>
              <a:ahLst/>
              <a:cxnLst/>
              <a:rect l="0" t="0" r="0" b="0"/>
              <a:pathLst>
                <a:path w="30896" h="36158">
                  <a:moveTo>
                    <a:pt x="30896" y="361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8" name="Input_receptor__1377">
              <a:extLst>
                <a:ext uri="{FF2B5EF4-FFF2-40B4-BE49-F238E27FC236}">
                  <a16:creationId xmlns:a16="http://schemas.microsoft.com/office/drawing/2014/main" id="{3E9FC240-C210-E7DD-F0F7-78BA450C0665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126991"/>
              <a:ext cx="4500" cy="39210"/>
            </a:xfrm>
            <a:custGeom>
              <a:avLst/>
              <a:gdLst/>
              <a:ahLst/>
              <a:cxnLst/>
              <a:rect l="0" t="0" r="0" b="0"/>
              <a:pathLst>
                <a:path w="4500" h="39210">
                  <a:moveTo>
                    <a:pt x="0" y="0"/>
                  </a:moveTo>
                  <a:lnTo>
                    <a:pt x="4500" y="3921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9" name="Input_receptor__1378">
              <a:extLst>
                <a:ext uri="{FF2B5EF4-FFF2-40B4-BE49-F238E27FC236}">
                  <a16:creationId xmlns:a16="http://schemas.microsoft.com/office/drawing/2014/main" id="{74BBA8B7-0C41-444F-70A0-7D74A477B6F1}"/>
                </a:ext>
              </a:extLst>
            </p:cNvPr>
            <p:cNvSpPr>
              <a:spLocks noGrp="1"/>
            </p:cNvSpPr>
            <p:nvPr/>
          </p:nvSpPr>
          <p:spPr>
            <a:xfrm>
              <a:off x="1349350" y="4548457"/>
              <a:ext cx="38265" cy="6349"/>
            </a:xfrm>
            <a:custGeom>
              <a:avLst/>
              <a:gdLst/>
              <a:ahLst/>
              <a:cxnLst/>
              <a:rect l="0" t="0" r="0" b="0"/>
              <a:pathLst>
                <a:path w="38265" h="6349">
                  <a:moveTo>
                    <a:pt x="0" y="0"/>
                  </a:moveTo>
                  <a:lnTo>
                    <a:pt x="38265" y="6349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0" name="Input_receptor__1379">
              <a:extLst>
                <a:ext uri="{FF2B5EF4-FFF2-40B4-BE49-F238E27FC236}">
                  <a16:creationId xmlns:a16="http://schemas.microsoft.com/office/drawing/2014/main" id="{CF3D5DEF-8801-A231-04E2-438E6D475732}"/>
                </a:ext>
              </a:extLst>
            </p:cNvPr>
            <p:cNvSpPr>
              <a:spLocks noGrp="1"/>
            </p:cNvSpPr>
            <p:nvPr/>
          </p:nvSpPr>
          <p:spPr>
            <a:xfrm>
              <a:off x="1446776" y="4474468"/>
              <a:ext cx="2300" cy="39291"/>
            </a:xfrm>
            <a:custGeom>
              <a:avLst/>
              <a:gdLst/>
              <a:ahLst/>
              <a:cxnLst/>
              <a:rect l="0" t="0" r="0" b="0"/>
              <a:pathLst>
                <a:path w="2300" h="39291">
                  <a:moveTo>
                    <a:pt x="2300" y="0"/>
                  </a:moveTo>
                  <a:lnTo>
                    <a:pt x="0" y="39291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1" name="Input_receptor__1380">
              <a:extLst>
                <a:ext uri="{FF2B5EF4-FFF2-40B4-BE49-F238E27FC236}">
                  <a16:creationId xmlns:a16="http://schemas.microsoft.com/office/drawing/2014/main" id="{D206D826-8FC9-DA81-60DB-FB165C12A525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10188"/>
              <a:ext cx="367" cy="47707"/>
            </a:xfrm>
            <a:custGeom>
              <a:avLst/>
              <a:gdLst/>
              <a:ahLst/>
              <a:cxnLst/>
              <a:rect l="0" t="0" r="0" b="0"/>
              <a:pathLst>
                <a:path w="367" h="47707">
                  <a:moveTo>
                    <a:pt x="0" y="47707"/>
                  </a:moveTo>
                  <a:lnTo>
                    <a:pt x="367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2" name="Input_receptor__1381">
              <a:extLst>
                <a:ext uri="{FF2B5EF4-FFF2-40B4-BE49-F238E27FC236}">
                  <a16:creationId xmlns:a16="http://schemas.microsoft.com/office/drawing/2014/main" id="{49B4833B-FECC-5EE4-6549-444C7CA58693}"/>
                </a:ext>
              </a:extLst>
            </p:cNvPr>
            <p:cNvSpPr>
              <a:spLocks noGrp="1"/>
            </p:cNvSpPr>
            <p:nvPr/>
          </p:nvSpPr>
          <p:spPr>
            <a:xfrm>
              <a:off x="1177784" y="4999326"/>
              <a:ext cx="34134" cy="28119"/>
            </a:xfrm>
            <a:custGeom>
              <a:avLst/>
              <a:gdLst/>
              <a:ahLst/>
              <a:cxnLst/>
              <a:rect l="0" t="0" r="0" b="0"/>
              <a:pathLst>
                <a:path w="34134" h="28119">
                  <a:moveTo>
                    <a:pt x="0" y="28119"/>
                  </a:moveTo>
                  <a:lnTo>
                    <a:pt x="34134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3" name="Input_receptor__1382">
              <a:extLst>
                <a:ext uri="{FF2B5EF4-FFF2-40B4-BE49-F238E27FC236}">
                  <a16:creationId xmlns:a16="http://schemas.microsoft.com/office/drawing/2014/main" id="{8E73CE54-4B6F-0BD6-E051-D2438E50F866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2536"/>
              <a:ext cx="20543" cy="23676"/>
            </a:xfrm>
            <a:custGeom>
              <a:avLst/>
              <a:gdLst/>
              <a:ahLst/>
              <a:cxnLst/>
              <a:rect l="0" t="0" r="0" b="0"/>
              <a:pathLst>
                <a:path w="20543" h="23676">
                  <a:moveTo>
                    <a:pt x="0" y="23676"/>
                  </a:moveTo>
                  <a:lnTo>
                    <a:pt x="20543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4" name="Input_receptor__1383">
              <a:extLst>
                <a:ext uri="{FF2B5EF4-FFF2-40B4-BE49-F238E27FC236}">
                  <a16:creationId xmlns:a16="http://schemas.microsoft.com/office/drawing/2014/main" id="{AEFC1A94-E84C-57E4-C3DB-46EDFE9A1121}"/>
                </a:ext>
              </a:extLst>
            </p:cNvPr>
            <p:cNvSpPr>
              <a:spLocks noGrp="1"/>
            </p:cNvSpPr>
            <p:nvPr/>
          </p:nvSpPr>
          <p:spPr>
            <a:xfrm>
              <a:off x="1011715" y="4675254"/>
              <a:ext cx="30003" cy="37278"/>
            </a:xfrm>
            <a:custGeom>
              <a:avLst/>
              <a:gdLst/>
              <a:ahLst/>
              <a:cxnLst/>
              <a:rect l="0" t="0" r="0" b="0"/>
              <a:pathLst>
                <a:path w="30003" h="37278">
                  <a:moveTo>
                    <a:pt x="30003" y="0"/>
                  </a:moveTo>
                  <a:lnTo>
                    <a:pt x="0" y="3727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5" name="Input_receptor__1384">
              <a:extLst>
                <a:ext uri="{FF2B5EF4-FFF2-40B4-BE49-F238E27FC236}">
                  <a16:creationId xmlns:a16="http://schemas.microsoft.com/office/drawing/2014/main" id="{248C41BE-8C73-FBE6-024A-35DD7B904AEC}"/>
                </a:ext>
              </a:extLst>
            </p:cNvPr>
            <p:cNvSpPr>
              <a:spLocks noGrp="1"/>
            </p:cNvSpPr>
            <p:nvPr/>
          </p:nvSpPr>
          <p:spPr>
            <a:xfrm>
              <a:off x="1558839" y="4353795"/>
              <a:ext cx="25265" cy="34128"/>
            </a:xfrm>
            <a:custGeom>
              <a:avLst/>
              <a:gdLst/>
              <a:ahLst/>
              <a:cxnLst/>
              <a:rect l="0" t="0" r="0" b="0"/>
              <a:pathLst>
                <a:path w="25265" h="34128">
                  <a:moveTo>
                    <a:pt x="0" y="0"/>
                  </a:moveTo>
                  <a:lnTo>
                    <a:pt x="25265" y="3412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6" name="Input_receptor__1385">
              <a:extLst>
                <a:ext uri="{FF2B5EF4-FFF2-40B4-BE49-F238E27FC236}">
                  <a16:creationId xmlns:a16="http://schemas.microsoft.com/office/drawing/2014/main" id="{89DED6F5-F5EE-837C-9D4A-4B93D014D154}"/>
                </a:ext>
              </a:extLst>
            </p:cNvPr>
            <p:cNvSpPr>
              <a:spLocks noGrp="1"/>
            </p:cNvSpPr>
            <p:nvPr/>
          </p:nvSpPr>
          <p:spPr>
            <a:xfrm>
              <a:off x="1066903" y="4337409"/>
              <a:ext cx="38539" cy="3603"/>
            </a:xfrm>
            <a:custGeom>
              <a:avLst/>
              <a:gdLst/>
              <a:ahLst/>
              <a:cxnLst/>
              <a:rect l="0" t="0" r="0" b="0"/>
              <a:pathLst>
                <a:path w="38539" h="3603">
                  <a:moveTo>
                    <a:pt x="0" y="0"/>
                  </a:moveTo>
                  <a:lnTo>
                    <a:pt x="38539" y="3603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7" name="Input_receptor__1386">
              <a:extLst>
                <a:ext uri="{FF2B5EF4-FFF2-40B4-BE49-F238E27FC236}">
                  <a16:creationId xmlns:a16="http://schemas.microsoft.com/office/drawing/2014/main" id="{51E40F1F-1A98-4A97-4F20-479124086B9E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4338" cy="23246"/>
            </a:xfrm>
            <a:custGeom>
              <a:avLst/>
              <a:gdLst/>
              <a:ahLst/>
              <a:cxnLst/>
              <a:rect l="0" t="0" r="0" b="0"/>
              <a:pathLst>
                <a:path w="34338" h="23246">
                  <a:moveTo>
                    <a:pt x="34338" y="23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8" name="Input_receptor__1387">
              <a:extLst>
                <a:ext uri="{FF2B5EF4-FFF2-40B4-BE49-F238E27FC236}">
                  <a16:creationId xmlns:a16="http://schemas.microsoft.com/office/drawing/2014/main" id="{41B6D919-D4FB-545E-A90B-C7378D89C3CB}"/>
                </a:ext>
              </a:extLst>
            </p:cNvPr>
            <p:cNvSpPr>
              <a:spLocks noGrp="1"/>
            </p:cNvSpPr>
            <p:nvPr/>
          </p:nvSpPr>
          <p:spPr>
            <a:xfrm>
              <a:off x="1466168" y="4074453"/>
              <a:ext cx="16234" cy="25028"/>
            </a:xfrm>
            <a:custGeom>
              <a:avLst/>
              <a:gdLst/>
              <a:ahLst/>
              <a:cxnLst/>
              <a:rect l="0" t="0" r="0" b="0"/>
              <a:pathLst>
                <a:path w="16234" h="25028">
                  <a:moveTo>
                    <a:pt x="0" y="25028"/>
                  </a:moveTo>
                  <a:lnTo>
                    <a:pt x="16234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9" name="Input_receptor__1388">
              <a:extLst>
                <a:ext uri="{FF2B5EF4-FFF2-40B4-BE49-F238E27FC236}">
                  <a16:creationId xmlns:a16="http://schemas.microsoft.com/office/drawing/2014/main" id="{07681F8D-F065-B80A-FEB9-89B85DB5FBB7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14279" cy="37446"/>
            </a:xfrm>
            <a:custGeom>
              <a:avLst/>
              <a:gdLst/>
              <a:ahLst/>
              <a:cxnLst/>
              <a:rect l="0" t="0" r="0" b="0"/>
              <a:pathLst>
                <a:path w="14279" h="37446">
                  <a:moveTo>
                    <a:pt x="0" y="0"/>
                  </a:moveTo>
                  <a:lnTo>
                    <a:pt x="14279" y="37446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0" name="Input_receptor__1389">
              <a:extLst>
                <a:ext uri="{FF2B5EF4-FFF2-40B4-BE49-F238E27FC236}">
                  <a16:creationId xmlns:a16="http://schemas.microsoft.com/office/drawing/2014/main" id="{9BE7EC02-90FC-575C-D073-54357A403090}"/>
                </a:ext>
              </a:extLst>
            </p:cNvPr>
            <p:cNvSpPr>
              <a:spLocks noGrp="1"/>
            </p:cNvSpPr>
            <p:nvPr/>
          </p:nvSpPr>
          <p:spPr>
            <a:xfrm>
              <a:off x="1210574" y="4829149"/>
              <a:ext cx="10828" cy="18125"/>
            </a:xfrm>
            <a:custGeom>
              <a:avLst/>
              <a:gdLst/>
              <a:ahLst/>
              <a:cxnLst/>
              <a:rect l="0" t="0" r="0" b="0"/>
              <a:pathLst>
                <a:path w="10828" h="18125">
                  <a:moveTo>
                    <a:pt x="10828" y="0"/>
                  </a:moveTo>
                  <a:lnTo>
                    <a:pt x="0" y="18125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1" name="Input_receptor__1390">
              <a:extLst>
                <a:ext uri="{FF2B5EF4-FFF2-40B4-BE49-F238E27FC236}">
                  <a16:creationId xmlns:a16="http://schemas.microsoft.com/office/drawing/2014/main" id="{7EE7C728-5E19-2B7E-379A-C9183AD0A7A5}"/>
                </a:ext>
              </a:extLst>
            </p:cNvPr>
            <p:cNvSpPr>
              <a:spLocks noGrp="1"/>
            </p:cNvSpPr>
            <p:nvPr/>
          </p:nvSpPr>
          <p:spPr>
            <a:xfrm>
              <a:off x="1130464" y="4706053"/>
              <a:ext cx="25969" cy="40059"/>
            </a:xfrm>
            <a:custGeom>
              <a:avLst/>
              <a:gdLst/>
              <a:ahLst/>
              <a:cxnLst/>
              <a:rect l="0" t="0" r="0" b="0"/>
              <a:pathLst>
                <a:path w="25969" h="40059">
                  <a:moveTo>
                    <a:pt x="0" y="0"/>
                  </a:moveTo>
                  <a:lnTo>
                    <a:pt x="25969" y="4005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2" name="Input_receptor__1391">
              <a:extLst>
                <a:ext uri="{FF2B5EF4-FFF2-40B4-BE49-F238E27FC236}">
                  <a16:creationId xmlns:a16="http://schemas.microsoft.com/office/drawing/2014/main" id="{6B6199FD-ECC2-7E83-B66A-55655D89BB56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16390" cy="33182"/>
            </a:xfrm>
            <a:custGeom>
              <a:avLst/>
              <a:gdLst/>
              <a:ahLst/>
              <a:cxnLst/>
              <a:rect l="0" t="0" r="0" b="0"/>
              <a:pathLst>
                <a:path w="16390" h="33182">
                  <a:moveTo>
                    <a:pt x="16390" y="331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3" name="Input_receptor__1392">
              <a:extLst>
                <a:ext uri="{FF2B5EF4-FFF2-40B4-BE49-F238E27FC236}">
                  <a16:creationId xmlns:a16="http://schemas.microsoft.com/office/drawing/2014/main" id="{46017F88-0AA1-AFF5-2243-6BEB686ABDAE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837406"/>
              <a:ext cx="8253" cy="9404"/>
            </a:xfrm>
            <a:custGeom>
              <a:avLst/>
              <a:gdLst/>
              <a:ahLst/>
              <a:cxnLst/>
              <a:rect l="0" t="0" r="0" b="0"/>
              <a:pathLst>
                <a:path w="8253" h="9404">
                  <a:moveTo>
                    <a:pt x="0" y="0"/>
                  </a:moveTo>
                  <a:lnTo>
                    <a:pt x="8253" y="940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4" name="Input_receptor__1393">
              <a:extLst>
                <a:ext uri="{FF2B5EF4-FFF2-40B4-BE49-F238E27FC236}">
                  <a16:creationId xmlns:a16="http://schemas.microsoft.com/office/drawing/2014/main" id="{08547C68-C5F5-6F47-8614-71C5A3924655}"/>
                </a:ext>
              </a:extLst>
            </p:cNvPr>
            <p:cNvSpPr>
              <a:spLocks noGrp="1"/>
            </p:cNvSpPr>
            <p:nvPr/>
          </p:nvSpPr>
          <p:spPr>
            <a:xfrm>
              <a:off x="1597003" y="4319967"/>
              <a:ext cx="29825" cy="20064"/>
            </a:xfrm>
            <a:custGeom>
              <a:avLst/>
              <a:gdLst/>
              <a:ahLst/>
              <a:cxnLst/>
              <a:rect l="0" t="0" r="0" b="0"/>
              <a:pathLst>
                <a:path w="29825" h="20064">
                  <a:moveTo>
                    <a:pt x="0" y="0"/>
                  </a:moveTo>
                  <a:lnTo>
                    <a:pt x="29825" y="2006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5" name="Input_receptor__1394">
              <a:extLst>
                <a:ext uri="{FF2B5EF4-FFF2-40B4-BE49-F238E27FC236}">
                  <a16:creationId xmlns:a16="http://schemas.microsoft.com/office/drawing/2014/main" id="{202D932D-E059-04F4-D937-EEB0DAED760F}"/>
                </a:ext>
              </a:extLst>
            </p:cNvPr>
            <p:cNvSpPr>
              <a:spLocks noGrp="1"/>
            </p:cNvSpPr>
            <p:nvPr/>
          </p:nvSpPr>
          <p:spPr>
            <a:xfrm>
              <a:off x="1467286" y="4911663"/>
              <a:ext cx="36678" cy="31129"/>
            </a:xfrm>
            <a:custGeom>
              <a:avLst/>
              <a:gdLst/>
              <a:ahLst/>
              <a:cxnLst/>
              <a:rect l="0" t="0" r="0" b="0"/>
              <a:pathLst>
                <a:path w="36678" h="31129">
                  <a:moveTo>
                    <a:pt x="36678" y="0"/>
                  </a:moveTo>
                  <a:lnTo>
                    <a:pt x="0" y="3112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6" name="Input_receptor__1395">
              <a:extLst>
                <a:ext uri="{FF2B5EF4-FFF2-40B4-BE49-F238E27FC236}">
                  <a16:creationId xmlns:a16="http://schemas.microsoft.com/office/drawing/2014/main" id="{E3E7DBCC-CC3D-9AA3-2080-2B1609EB9F46}"/>
                </a:ext>
              </a:extLst>
            </p:cNvPr>
            <p:cNvSpPr>
              <a:spLocks noGrp="1"/>
            </p:cNvSpPr>
            <p:nvPr/>
          </p:nvSpPr>
          <p:spPr>
            <a:xfrm>
              <a:off x="1048948" y="4567700"/>
              <a:ext cx="37618" cy="713"/>
            </a:xfrm>
            <a:custGeom>
              <a:avLst/>
              <a:gdLst/>
              <a:ahLst/>
              <a:cxnLst/>
              <a:rect l="0" t="0" r="0" b="0"/>
              <a:pathLst>
                <a:path w="37618" h="713">
                  <a:moveTo>
                    <a:pt x="0" y="713"/>
                  </a:moveTo>
                  <a:lnTo>
                    <a:pt x="37618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7" name="Input_receptor__1396">
              <a:extLst>
                <a:ext uri="{FF2B5EF4-FFF2-40B4-BE49-F238E27FC236}">
                  <a16:creationId xmlns:a16="http://schemas.microsoft.com/office/drawing/2014/main" id="{FE093683-2CF2-7690-21DB-6C31067D7ED8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080980"/>
              <a:ext cx="4412" cy="46011"/>
            </a:xfrm>
            <a:custGeom>
              <a:avLst/>
              <a:gdLst/>
              <a:ahLst/>
              <a:cxnLst/>
              <a:rect l="0" t="0" r="0" b="0"/>
              <a:pathLst>
                <a:path w="4412" h="46011">
                  <a:moveTo>
                    <a:pt x="4412" y="0"/>
                  </a:moveTo>
                  <a:lnTo>
                    <a:pt x="0" y="46011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8" name="Input_receptor__1397">
              <a:extLst>
                <a:ext uri="{FF2B5EF4-FFF2-40B4-BE49-F238E27FC236}">
                  <a16:creationId xmlns:a16="http://schemas.microsoft.com/office/drawing/2014/main" id="{09389BA0-698F-39FB-A076-37880076D00E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924550"/>
              <a:ext cx="22426" cy="29698"/>
            </a:xfrm>
            <a:custGeom>
              <a:avLst/>
              <a:gdLst/>
              <a:ahLst/>
              <a:cxnLst/>
              <a:rect l="0" t="0" r="0" b="0"/>
              <a:pathLst>
                <a:path w="22426" h="29698">
                  <a:moveTo>
                    <a:pt x="22426" y="29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9" name="Input_receptor__1398">
              <a:extLst>
                <a:ext uri="{FF2B5EF4-FFF2-40B4-BE49-F238E27FC236}">
                  <a16:creationId xmlns:a16="http://schemas.microsoft.com/office/drawing/2014/main" id="{1A9E202B-299F-6CA0-3283-B87B9AE0A963}"/>
                </a:ext>
              </a:extLst>
            </p:cNvPr>
            <p:cNvSpPr>
              <a:spLocks noGrp="1"/>
            </p:cNvSpPr>
            <p:nvPr/>
          </p:nvSpPr>
          <p:spPr>
            <a:xfrm>
              <a:off x="1258650" y="4403015"/>
              <a:ext cx="34776" cy="29472"/>
            </a:xfrm>
            <a:custGeom>
              <a:avLst/>
              <a:gdLst/>
              <a:ahLst/>
              <a:cxnLst/>
              <a:rect l="0" t="0" r="0" b="0"/>
              <a:pathLst>
                <a:path w="34776" h="29472">
                  <a:moveTo>
                    <a:pt x="34776" y="29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400" name="Input_receptor__1399">
              <a:extLst>
                <a:ext uri="{FF2B5EF4-FFF2-40B4-BE49-F238E27FC236}">
                  <a16:creationId xmlns:a16="http://schemas.microsoft.com/office/drawing/2014/main" id="{567B8008-6EA9-0924-C82F-C6B315BCE8B2}"/>
                </a:ext>
              </a:extLst>
            </p:cNvPr>
            <p:cNvSpPr>
              <a:spLocks noGrp="1"/>
            </p:cNvSpPr>
            <p:nvPr/>
          </p:nvSpPr>
          <p:spPr>
            <a:xfrm>
              <a:off x="1390606" y="4105191"/>
              <a:ext cx="21379" cy="2073"/>
            </a:xfrm>
            <a:custGeom>
              <a:avLst/>
              <a:gdLst/>
              <a:ahLst/>
              <a:cxnLst/>
              <a:rect l="0" t="0" r="0" b="0"/>
              <a:pathLst>
                <a:path w="21379" h="2073">
                  <a:moveTo>
                    <a:pt x="0" y="0"/>
                  </a:moveTo>
                  <a:lnTo>
                    <a:pt x="21379" y="2073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1" name="Input_receptor__1400">
              <a:extLst>
                <a:ext uri="{FF2B5EF4-FFF2-40B4-BE49-F238E27FC236}">
                  <a16:creationId xmlns:a16="http://schemas.microsoft.com/office/drawing/2014/main" id="{11FB02D4-AB24-7B8F-9D18-9D2F77BE22BB}"/>
                </a:ext>
              </a:extLst>
            </p:cNvPr>
            <p:cNvSpPr>
              <a:spLocks noGrp="1"/>
            </p:cNvSpPr>
            <p:nvPr/>
          </p:nvSpPr>
          <p:spPr>
            <a:xfrm>
              <a:off x="972394" y="4307346"/>
              <a:ext cx="24632" cy="19931"/>
            </a:xfrm>
            <a:custGeom>
              <a:avLst/>
              <a:gdLst/>
              <a:ahLst/>
              <a:cxnLst/>
              <a:rect l="0" t="0" r="0" b="0"/>
              <a:pathLst>
                <a:path w="24632" h="19931">
                  <a:moveTo>
                    <a:pt x="24632" y="19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2" name="Input_receptor__1401">
              <a:extLst>
                <a:ext uri="{FF2B5EF4-FFF2-40B4-BE49-F238E27FC236}">
                  <a16:creationId xmlns:a16="http://schemas.microsoft.com/office/drawing/2014/main" id="{AFAD1465-30C8-DE4A-9E13-5ABEC595BD97}"/>
                </a:ext>
              </a:extLst>
            </p:cNvPr>
            <p:cNvSpPr>
              <a:spLocks noGrp="1"/>
            </p:cNvSpPr>
            <p:nvPr/>
          </p:nvSpPr>
          <p:spPr>
            <a:xfrm>
              <a:off x="865603" y="4446710"/>
              <a:ext cx="42677" cy="16913"/>
            </a:xfrm>
            <a:custGeom>
              <a:avLst/>
              <a:gdLst/>
              <a:ahLst/>
              <a:cxnLst/>
              <a:rect l="0" t="0" r="0" b="0"/>
              <a:pathLst>
                <a:path w="42677" h="16913">
                  <a:moveTo>
                    <a:pt x="42677" y="0"/>
                  </a:moveTo>
                  <a:lnTo>
                    <a:pt x="0" y="16913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3" name="Input_receptor__1402">
              <a:extLst>
                <a:ext uri="{FF2B5EF4-FFF2-40B4-BE49-F238E27FC236}">
                  <a16:creationId xmlns:a16="http://schemas.microsoft.com/office/drawing/2014/main" id="{16D592BF-F40F-745B-E3AF-CAB3D2831881}"/>
                </a:ext>
              </a:extLst>
            </p:cNvPr>
            <p:cNvSpPr>
              <a:spLocks noGrp="1"/>
            </p:cNvSpPr>
            <p:nvPr/>
          </p:nvSpPr>
          <p:spPr>
            <a:xfrm>
              <a:off x="969387" y="4919656"/>
              <a:ext cx="24289" cy="30095"/>
            </a:xfrm>
            <a:custGeom>
              <a:avLst/>
              <a:gdLst/>
              <a:ahLst/>
              <a:cxnLst/>
              <a:rect l="0" t="0" r="0" b="0"/>
              <a:pathLst>
                <a:path w="24289" h="30095">
                  <a:moveTo>
                    <a:pt x="24289" y="0"/>
                  </a:moveTo>
                  <a:lnTo>
                    <a:pt x="0" y="30095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4" name="Input_receptor__1403">
              <a:extLst>
                <a:ext uri="{FF2B5EF4-FFF2-40B4-BE49-F238E27FC236}">
                  <a16:creationId xmlns:a16="http://schemas.microsoft.com/office/drawing/2014/main" id="{EEFA2773-BA5C-CB1F-3402-4E5363DB0FB4}"/>
                </a:ext>
              </a:extLst>
            </p:cNvPr>
            <p:cNvSpPr>
              <a:spLocks noGrp="1"/>
            </p:cNvSpPr>
            <p:nvPr/>
          </p:nvSpPr>
          <p:spPr>
            <a:xfrm>
              <a:off x="1105442" y="4314816"/>
              <a:ext cx="37954" cy="26197"/>
            </a:xfrm>
            <a:custGeom>
              <a:avLst/>
              <a:gdLst/>
              <a:ahLst/>
              <a:cxnLst/>
              <a:rect l="0" t="0" r="0" b="0"/>
              <a:pathLst>
                <a:path w="37954" h="26197">
                  <a:moveTo>
                    <a:pt x="0" y="26197"/>
                  </a:moveTo>
                  <a:lnTo>
                    <a:pt x="37954" y="0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5" name="Input_receptor__1404">
              <a:extLst>
                <a:ext uri="{FF2B5EF4-FFF2-40B4-BE49-F238E27FC236}">
                  <a16:creationId xmlns:a16="http://schemas.microsoft.com/office/drawing/2014/main" id="{0D894424-73DD-A1DA-9386-DE0C5331A2D3}"/>
                </a:ext>
              </a:extLst>
            </p:cNvPr>
            <p:cNvSpPr>
              <a:spLocks noGrp="1"/>
            </p:cNvSpPr>
            <p:nvPr/>
          </p:nvSpPr>
          <p:spPr>
            <a:xfrm>
              <a:off x="779962" y="4582904"/>
              <a:ext cx="38481" cy="29251"/>
            </a:xfrm>
            <a:custGeom>
              <a:avLst/>
              <a:gdLst/>
              <a:ahLst/>
              <a:cxnLst/>
              <a:rect l="0" t="0" r="0" b="0"/>
              <a:pathLst>
                <a:path w="38481" h="29251">
                  <a:moveTo>
                    <a:pt x="38481" y="292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6" name="Input_receptor__1405">
              <a:extLst>
                <a:ext uri="{FF2B5EF4-FFF2-40B4-BE49-F238E27FC236}">
                  <a16:creationId xmlns:a16="http://schemas.microsoft.com/office/drawing/2014/main" id="{30898939-5747-8584-1082-FFC49784DDE1}"/>
                </a:ext>
              </a:extLst>
            </p:cNvPr>
            <p:cNvSpPr>
              <a:spLocks noGrp="1"/>
            </p:cNvSpPr>
            <p:nvPr/>
          </p:nvSpPr>
          <p:spPr>
            <a:xfrm>
              <a:off x="1420190" y="4059732"/>
              <a:ext cx="16280" cy="3827"/>
            </a:xfrm>
            <a:custGeom>
              <a:avLst/>
              <a:gdLst/>
              <a:ahLst/>
              <a:cxnLst/>
              <a:rect l="0" t="0" r="0" b="0"/>
              <a:pathLst>
                <a:path w="16280" h="3827">
                  <a:moveTo>
                    <a:pt x="0" y="0"/>
                  </a:moveTo>
                  <a:lnTo>
                    <a:pt x="16280" y="382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7" name="Input_receptor__1406">
              <a:extLst>
                <a:ext uri="{FF2B5EF4-FFF2-40B4-BE49-F238E27FC236}">
                  <a16:creationId xmlns:a16="http://schemas.microsoft.com/office/drawing/2014/main" id="{146B62B1-B218-7F5A-F7C1-AE3E64324C1F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29568" cy="7409"/>
            </a:xfrm>
            <a:custGeom>
              <a:avLst/>
              <a:gdLst/>
              <a:ahLst/>
              <a:cxnLst/>
              <a:rect l="0" t="0" r="0" b="0"/>
              <a:pathLst>
                <a:path w="29568" h="7409">
                  <a:moveTo>
                    <a:pt x="29568" y="74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8" name="Input_receptor__1407">
              <a:extLst>
                <a:ext uri="{FF2B5EF4-FFF2-40B4-BE49-F238E27FC236}">
                  <a16:creationId xmlns:a16="http://schemas.microsoft.com/office/drawing/2014/main" id="{1E61C4B5-5B67-966F-70CA-CFB9FF2456F9}"/>
                </a:ext>
              </a:extLst>
            </p:cNvPr>
            <p:cNvSpPr>
              <a:spLocks noGrp="1"/>
            </p:cNvSpPr>
            <p:nvPr/>
          </p:nvSpPr>
          <p:spPr>
            <a:xfrm>
              <a:off x="993676" y="4884654"/>
              <a:ext cx="2151" cy="35002"/>
            </a:xfrm>
            <a:custGeom>
              <a:avLst/>
              <a:gdLst/>
              <a:ahLst/>
              <a:cxnLst/>
              <a:rect l="0" t="0" r="0" b="0"/>
              <a:pathLst>
                <a:path w="2151" h="35002">
                  <a:moveTo>
                    <a:pt x="2151" y="0"/>
                  </a:moveTo>
                  <a:lnTo>
                    <a:pt x="0" y="35002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09" name="Input_receptor__1408">
              <a:extLst>
                <a:ext uri="{FF2B5EF4-FFF2-40B4-BE49-F238E27FC236}">
                  <a16:creationId xmlns:a16="http://schemas.microsoft.com/office/drawing/2014/main" id="{4BF08AB9-4DD3-E9B1-B2C2-6A8AAD30BED2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57895"/>
              <a:ext cx="42629" cy="11948"/>
            </a:xfrm>
            <a:custGeom>
              <a:avLst/>
              <a:gdLst/>
              <a:ahLst/>
              <a:cxnLst/>
              <a:rect l="0" t="0" r="0" b="0"/>
              <a:pathLst>
                <a:path w="42629" h="11948">
                  <a:moveTo>
                    <a:pt x="42629" y="119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0" name="Input_receptor__1409">
              <a:extLst>
                <a:ext uri="{FF2B5EF4-FFF2-40B4-BE49-F238E27FC236}">
                  <a16:creationId xmlns:a16="http://schemas.microsoft.com/office/drawing/2014/main" id="{3B9D3ED7-DD05-8912-CF83-A1FD6D9EB040}"/>
                </a:ext>
              </a:extLst>
            </p:cNvPr>
            <p:cNvSpPr>
              <a:spLocks noGrp="1"/>
            </p:cNvSpPr>
            <p:nvPr/>
          </p:nvSpPr>
          <p:spPr>
            <a:xfrm>
              <a:off x="1633916" y="4705966"/>
              <a:ext cx="13124" cy="41404"/>
            </a:xfrm>
            <a:custGeom>
              <a:avLst/>
              <a:gdLst/>
              <a:ahLst/>
              <a:cxnLst/>
              <a:rect l="0" t="0" r="0" b="0"/>
              <a:pathLst>
                <a:path w="13124" h="41404">
                  <a:moveTo>
                    <a:pt x="0" y="41404"/>
                  </a:moveTo>
                  <a:lnTo>
                    <a:pt x="13124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1" name="Input_receptor__1410">
              <a:extLst>
                <a:ext uri="{FF2B5EF4-FFF2-40B4-BE49-F238E27FC236}">
                  <a16:creationId xmlns:a16="http://schemas.microsoft.com/office/drawing/2014/main" id="{F7171942-CE70-75E2-2EC1-B0C45E56B251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733724"/>
              <a:ext cx="19998" cy="23692"/>
            </a:xfrm>
            <a:custGeom>
              <a:avLst/>
              <a:gdLst/>
              <a:ahLst/>
              <a:cxnLst/>
              <a:rect l="0" t="0" r="0" b="0"/>
              <a:pathLst>
                <a:path w="19998" h="23692">
                  <a:moveTo>
                    <a:pt x="0" y="0"/>
                  </a:moveTo>
                  <a:lnTo>
                    <a:pt x="19998" y="2369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2" name="Input_receptor__1411">
              <a:extLst>
                <a:ext uri="{FF2B5EF4-FFF2-40B4-BE49-F238E27FC236}">
                  <a16:creationId xmlns:a16="http://schemas.microsoft.com/office/drawing/2014/main" id="{BF444F45-A210-B240-23BB-FFBB9D4DC323}"/>
                </a:ext>
              </a:extLst>
            </p:cNvPr>
            <p:cNvSpPr>
              <a:spLocks noGrp="1"/>
            </p:cNvSpPr>
            <p:nvPr/>
          </p:nvSpPr>
          <p:spPr>
            <a:xfrm>
              <a:off x="1521186" y="4399038"/>
              <a:ext cx="615" cy="10659"/>
            </a:xfrm>
            <a:custGeom>
              <a:avLst/>
              <a:gdLst/>
              <a:ahLst/>
              <a:cxnLst/>
              <a:rect l="0" t="0" r="0" b="0"/>
              <a:pathLst>
                <a:path w="615" h="10659">
                  <a:moveTo>
                    <a:pt x="0" y="0"/>
                  </a:moveTo>
                  <a:lnTo>
                    <a:pt x="615" y="106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3" name="Input_receptor__1412">
              <a:extLst>
                <a:ext uri="{FF2B5EF4-FFF2-40B4-BE49-F238E27FC236}">
                  <a16:creationId xmlns:a16="http://schemas.microsoft.com/office/drawing/2014/main" id="{48D880DA-CCF6-79D2-4620-560E9FE48C28}"/>
                </a:ext>
              </a:extLst>
            </p:cNvPr>
            <p:cNvSpPr>
              <a:spLocks noGrp="1"/>
            </p:cNvSpPr>
            <p:nvPr/>
          </p:nvSpPr>
          <p:spPr>
            <a:xfrm>
              <a:off x="926837" y="4949750"/>
              <a:ext cx="42549" cy="14559"/>
            </a:xfrm>
            <a:custGeom>
              <a:avLst/>
              <a:gdLst/>
              <a:ahLst/>
              <a:cxnLst/>
              <a:rect l="0" t="0" r="0" b="0"/>
              <a:pathLst>
                <a:path w="42549" h="14559">
                  <a:moveTo>
                    <a:pt x="42549" y="0"/>
                  </a:moveTo>
                  <a:lnTo>
                    <a:pt x="0" y="145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4" name="Input_receptor__1413">
              <a:extLst>
                <a:ext uri="{FF2B5EF4-FFF2-40B4-BE49-F238E27FC236}">
                  <a16:creationId xmlns:a16="http://schemas.microsoft.com/office/drawing/2014/main" id="{24846601-7D47-6CE0-57D9-FA526335A793}"/>
                </a:ext>
              </a:extLst>
            </p:cNvPr>
            <p:cNvSpPr>
              <a:spLocks noGrp="1"/>
            </p:cNvSpPr>
            <p:nvPr/>
          </p:nvSpPr>
          <p:spPr>
            <a:xfrm>
              <a:off x="1103685" y="4247319"/>
              <a:ext cx="45541" cy="8658"/>
            </a:xfrm>
            <a:custGeom>
              <a:avLst/>
              <a:gdLst/>
              <a:ahLst/>
              <a:cxnLst/>
              <a:rect l="0" t="0" r="0" b="0"/>
              <a:pathLst>
                <a:path w="45541" h="8658">
                  <a:moveTo>
                    <a:pt x="0" y="0"/>
                  </a:moveTo>
                  <a:lnTo>
                    <a:pt x="45541" y="8658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5" name="Input_receptor__1414">
              <a:extLst>
                <a:ext uri="{FF2B5EF4-FFF2-40B4-BE49-F238E27FC236}">
                  <a16:creationId xmlns:a16="http://schemas.microsoft.com/office/drawing/2014/main" id="{04652CC1-A92A-E683-4330-59AC529ED72E}"/>
                </a:ext>
              </a:extLst>
            </p:cNvPr>
            <p:cNvSpPr>
              <a:spLocks noGrp="1"/>
            </p:cNvSpPr>
            <p:nvPr/>
          </p:nvSpPr>
          <p:spPr>
            <a:xfrm>
              <a:off x="1211918" y="4954248"/>
              <a:ext cx="9795" cy="45078"/>
            </a:xfrm>
            <a:custGeom>
              <a:avLst/>
              <a:gdLst/>
              <a:ahLst/>
              <a:cxnLst/>
              <a:rect l="0" t="0" r="0" b="0"/>
              <a:pathLst>
                <a:path w="9795" h="45078">
                  <a:moveTo>
                    <a:pt x="0" y="45078"/>
                  </a:moveTo>
                  <a:lnTo>
                    <a:pt x="9795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6" name="Input_receptor__1415">
              <a:extLst>
                <a:ext uri="{FF2B5EF4-FFF2-40B4-BE49-F238E27FC236}">
                  <a16:creationId xmlns:a16="http://schemas.microsoft.com/office/drawing/2014/main" id="{17E8507B-FC87-A121-E215-9C6F7B412C2E}"/>
                </a:ext>
              </a:extLst>
            </p:cNvPr>
            <p:cNvSpPr>
              <a:spLocks noGrp="1"/>
            </p:cNvSpPr>
            <p:nvPr/>
          </p:nvSpPr>
          <p:spPr>
            <a:xfrm>
              <a:off x="1071510" y="4908058"/>
              <a:ext cx="47507" cy="6866"/>
            </a:xfrm>
            <a:custGeom>
              <a:avLst/>
              <a:gdLst/>
              <a:ahLst/>
              <a:cxnLst/>
              <a:rect l="0" t="0" r="0" b="0"/>
              <a:pathLst>
                <a:path w="47507" h="6866">
                  <a:moveTo>
                    <a:pt x="47507" y="68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7" name="Input_receptor__1416">
              <a:extLst>
                <a:ext uri="{FF2B5EF4-FFF2-40B4-BE49-F238E27FC236}">
                  <a16:creationId xmlns:a16="http://schemas.microsoft.com/office/drawing/2014/main" id="{FD2EA68E-BB71-A576-169A-A72642CD973B}"/>
                </a:ext>
              </a:extLst>
            </p:cNvPr>
            <p:cNvSpPr>
              <a:spLocks noGrp="1"/>
            </p:cNvSpPr>
            <p:nvPr/>
          </p:nvSpPr>
          <p:spPr>
            <a:xfrm>
              <a:off x="1543915" y="4906392"/>
              <a:ext cx="36796" cy="21237"/>
            </a:xfrm>
            <a:custGeom>
              <a:avLst/>
              <a:gdLst/>
              <a:ahLst/>
              <a:cxnLst/>
              <a:rect l="0" t="0" r="0" b="0"/>
              <a:pathLst>
                <a:path w="36796" h="21237">
                  <a:moveTo>
                    <a:pt x="36796" y="0"/>
                  </a:moveTo>
                  <a:lnTo>
                    <a:pt x="0" y="2123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8" name="Input_receptor__1417">
              <a:extLst>
                <a:ext uri="{FF2B5EF4-FFF2-40B4-BE49-F238E27FC236}">
                  <a16:creationId xmlns:a16="http://schemas.microsoft.com/office/drawing/2014/main" id="{10594F49-0B33-0BB1-7177-8B8AEE55AA31}"/>
                </a:ext>
              </a:extLst>
            </p:cNvPr>
            <p:cNvSpPr>
              <a:spLocks noGrp="1"/>
            </p:cNvSpPr>
            <p:nvPr/>
          </p:nvSpPr>
          <p:spPr>
            <a:xfrm>
              <a:off x="1173111" y="4473379"/>
              <a:ext cx="1968" cy="7595"/>
            </a:xfrm>
            <a:custGeom>
              <a:avLst/>
              <a:gdLst/>
              <a:ahLst/>
              <a:cxnLst/>
              <a:rect l="0" t="0" r="0" b="0"/>
              <a:pathLst>
                <a:path w="1968" h="7595">
                  <a:moveTo>
                    <a:pt x="1968" y="0"/>
                  </a:moveTo>
                  <a:lnTo>
                    <a:pt x="0" y="7595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9" name="Input_receptor__1418">
              <a:extLst>
                <a:ext uri="{FF2B5EF4-FFF2-40B4-BE49-F238E27FC236}">
                  <a16:creationId xmlns:a16="http://schemas.microsoft.com/office/drawing/2014/main" id="{BD88C663-8036-2F1E-97B9-AEA99F35B13A}"/>
                </a:ext>
              </a:extLst>
            </p:cNvPr>
            <p:cNvSpPr>
              <a:spLocks noGrp="1"/>
            </p:cNvSpPr>
            <p:nvPr/>
          </p:nvSpPr>
          <p:spPr>
            <a:xfrm>
              <a:off x="1503965" y="4911663"/>
              <a:ext cx="39950" cy="15966"/>
            </a:xfrm>
            <a:custGeom>
              <a:avLst/>
              <a:gdLst/>
              <a:ahLst/>
              <a:cxnLst/>
              <a:rect l="0" t="0" r="0" b="0"/>
              <a:pathLst>
                <a:path w="39950" h="15966">
                  <a:moveTo>
                    <a:pt x="39950" y="159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0" name="Input_receptor__1419">
              <a:extLst>
                <a:ext uri="{FF2B5EF4-FFF2-40B4-BE49-F238E27FC236}">
                  <a16:creationId xmlns:a16="http://schemas.microsoft.com/office/drawing/2014/main" id="{CF87F44A-7918-3DA9-FC28-79BA26521425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806505"/>
              <a:ext cx="40912" cy="6282"/>
            </a:xfrm>
            <a:custGeom>
              <a:avLst/>
              <a:gdLst/>
              <a:ahLst/>
              <a:cxnLst/>
              <a:rect l="0" t="0" r="0" b="0"/>
              <a:pathLst>
                <a:path w="40912" h="6282">
                  <a:moveTo>
                    <a:pt x="0" y="0"/>
                  </a:moveTo>
                  <a:lnTo>
                    <a:pt x="40912" y="628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1" name="Input_receptor__1420">
              <a:extLst>
                <a:ext uri="{FF2B5EF4-FFF2-40B4-BE49-F238E27FC236}">
                  <a16:creationId xmlns:a16="http://schemas.microsoft.com/office/drawing/2014/main" id="{9EF5E6D9-BCD8-BCBC-F8DD-86A0A2093DCE}"/>
                </a:ext>
              </a:extLst>
            </p:cNvPr>
            <p:cNvSpPr>
              <a:spLocks noGrp="1"/>
            </p:cNvSpPr>
            <p:nvPr/>
          </p:nvSpPr>
          <p:spPr>
            <a:xfrm>
              <a:off x="1604713" y="4685128"/>
              <a:ext cx="42327" cy="20838"/>
            </a:xfrm>
            <a:custGeom>
              <a:avLst/>
              <a:gdLst/>
              <a:ahLst/>
              <a:cxnLst/>
              <a:rect l="0" t="0" r="0" b="0"/>
              <a:pathLst>
                <a:path w="42327" h="20838">
                  <a:moveTo>
                    <a:pt x="42327" y="20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2" name="Input_receptor__1421">
              <a:extLst>
                <a:ext uri="{FF2B5EF4-FFF2-40B4-BE49-F238E27FC236}">
                  <a16:creationId xmlns:a16="http://schemas.microsoft.com/office/drawing/2014/main" id="{5AB6FD54-8A4B-F837-CC3B-F8F6773AA096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33225"/>
              <a:ext cx="9787" cy="28964"/>
            </a:xfrm>
            <a:custGeom>
              <a:avLst/>
              <a:gdLst/>
              <a:ahLst/>
              <a:cxnLst/>
              <a:rect l="0" t="0" r="0" b="0"/>
              <a:pathLst>
                <a:path w="9787" h="28964">
                  <a:moveTo>
                    <a:pt x="0" y="28964"/>
                  </a:moveTo>
                  <a:lnTo>
                    <a:pt x="9787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3" name="Input_receptor__1422">
              <a:extLst>
                <a:ext uri="{FF2B5EF4-FFF2-40B4-BE49-F238E27FC236}">
                  <a16:creationId xmlns:a16="http://schemas.microsoft.com/office/drawing/2014/main" id="{FF947DAF-73DB-EDB4-61AB-1666486A1BB9}"/>
                </a:ext>
              </a:extLst>
            </p:cNvPr>
            <p:cNvSpPr>
              <a:spLocks noGrp="1"/>
            </p:cNvSpPr>
            <p:nvPr/>
          </p:nvSpPr>
          <p:spPr>
            <a:xfrm>
              <a:off x="1189323" y="4428062"/>
              <a:ext cx="30165" cy="15379"/>
            </a:xfrm>
            <a:custGeom>
              <a:avLst/>
              <a:gdLst/>
              <a:ahLst/>
              <a:cxnLst/>
              <a:rect l="0" t="0" r="0" b="0"/>
              <a:pathLst>
                <a:path w="30165" h="15379">
                  <a:moveTo>
                    <a:pt x="30165" y="15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4" name="Input_receptor__1423">
              <a:extLst>
                <a:ext uri="{FF2B5EF4-FFF2-40B4-BE49-F238E27FC236}">
                  <a16:creationId xmlns:a16="http://schemas.microsoft.com/office/drawing/2014/main" id="{2B5CDABD-8F00-FEE1-38D3-605633E7D56D}"/>
                </a:ext>
              </a:extLst>
            </p:cNvPr>
            <p:cNvSpPr>
              <a:spLocks noGrp="1"/>
            </p:cNvSpPr>
            <p:nvPr/>
          </p:nvSpPr>
          <p:spPr>
            <a:xfrm>
              <a:off x="1626828" y="4340030"/>
              <a:ext cx="41873" cy="22621"/>
            </a:xfrm>
            <a:custGeom>
              <a:avLst/>
              <a:gdLst/>
              <a:ahLst/>
              <a:cxnLst/>
              <a:rect l="0" t="0" r="0" b="0"/>
              <a:pathLst>
                <a:path w="41873" h="22621">
                  <a:moveTo>
                    <a:pt x="0" y="0"/>
                  </a:moveTo>
                  <a:lnTo>
                    <a:pt x="41873" y="22621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5" name="Input_receptor__1424">
              <a:extLst>
                <a:ext uri="{FF2B5EF4-FFF2-40B4-BE49-F238E27FC236}">
                  <a16:creationId xmlns:a16="http://schemas.microsoft.com/office/drawing/2014/main" id="{27BC1C06-7910-800E-B6C8-F12DB52F2987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7240" cy="9326"/>
            </a:xfrm>
            <a:custGeom>
              <a:avLst/>
              <a:gdLst/>
              <a:ahLst/>
              <a:cxnLst/>
              <a:rect l="0" t="0" r="0" b="0"/>
              <a:pathLst>
                <a:path w="7240" h="9326">
                  <a:moveTo>
                    <a:pt x="0" y="0"/>
                  </a:moveTo>
                  <a:lnTo>
                    <a:pt x="7240" y="9326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6" name="Input_receptor__1425">
              <a:extLst>
                <a:ext uri="{FF2B5EF4-FFF2-40B4-BE49-F238E27FC236}">
                  <a16:creationId xmlns:a16="http://schemas.microsoft.com/office/drawing/2014/main" id="{A8A85A44-9C57-B287-934E-BA74E7EC4C39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87396"/>
              <a:ext cx="27022" cy="35074"/>
            </a:xfrm>
            <a:custGeom>
              <a:avLst/>
              <a:gdLst/>
              <a:ahLst/>
              <a:cxnLst/>
              <a:rect l="0" t="0" r="0" b="0"/>
              <a:pathLst>
                <a:path w="27022" h="35074">
                  <a:moveTo>
                    <a:pt x="27022" y="35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7" name="Input_receptor__1426">
              <a:extLst>
                <a:ext uri="{FF2B5EF4-FFF2-40B4-BE49-F238E27FC236}">
                  <a16:creationId xmlns:a16="http://schemas.microsoft.com/office/drawing/2014/main" id="{18BC88C5-C46B-FE81-DCA3-88B491D02E2A}"/>
                </a:ext>
              </a:extLst>
            </p:cNvPr>
            <p:cNvSpPr>
              <a:spLocks noGrp="1"/>
            </p:cNvSpPr>
            <p:nvPr/>
          </p:nvSpPr>
          <p:spPr>
            <a:xfrm>
              <a:off x="1018908" y="4531243"/>
              <a:ext cx="30040" cy="37170"/>
            </a:xfrm>
            <a:custGeom>
              <a:avLst/>
              <a:gdLst/>
              <a:ahLst/>
              <a:cxnLst/>
              <a:rect l="0" t="0" r="0" b="0"/>
              <a:pathLst>
                <a:path w="30040" h="37170">
                  <a:moveTo>
                    <a:pt x="0" y="0"/>
                  </a:moveTo>
                  <a:lnTo>
                    <a:pt x="30040" y="37170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28" name="Input_receptor__1427">
              <a:extLst>
                <a:ext uri="{FF2B5EF4-FFF2-40B4-BE49-F238E27FC236}">
                  <a16:creationId xmlns:a16="http://schemas.microsoft.com/office/drawing/2014/main" id="{514C631D-667D-A6D8-2747-92F8F0A3AE93}"/>
                </a:ext>
              </a:extLst>
            </p:cNvPr>
            <p:cNvSpPr>
              <a:spLocks noGrp="1"/>
            </p:cNvSpPr>
            <p:nvPr/>
          </p:nvSpPr>
          <p:spPr>
            <a:xfrm>
              <a:off x="1219488" y="4443441"/>
              <a:ext cx="22315" cy="27961"/>
            </a:xfrm>
            <a:custGeom>
              <a:avLst/>
              <a:gdLst/>
              <a:ahLst/>
              <a:cxnLst/>
              <a:rect l="0" t="0" r="0" b="0"/>
              <a:pathLst>
                <a:path w="22315" h="27961">
                  <a:moveTo>
                    <a:pt x="22315" y="27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29" name="Input_receptor__1428">
              <a:extLst>
                <a:ext uri="{FF2B5EF4-FFF2-40B4-BE49-F238E27FC236}">
                  <a16:creationId xmlns:a16="http://schemas.microsoft.com/office/drawing/2014/main" id="{51B0BC54-BC88-0082-0988-E02B22C77987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685128"/>
              <a:ext cx="23333" cy="39935"/>
            </a:xfrm>
            <a:custGeom>
              <a:avLst/>
              <a:gdLst/>
              <a:ahLst/>
              <a:cxnLst/>
              <a:rect l="0" t="0" r="0" b="0"/>
              <a:pathLst>
                <a:path w="23333" h="39935">
                  <a:moveTo>
                    <a:pt x="23333" y="0"/>
                  </a:moveTo>
                  <a:lnTo>
                    <a:pt x="0" y="3993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0" name="Input_receptor__1429">
              <a:extLst>
                <a:ext uri="{FF2B5EF4-FFF2-40B4-BE49-F238E27FC236}">
                  <a16:creationId xmlns:a16="http://schemas.microsoft.com/office/drawing/2014/main" id="{3F362D18-93B9-00CD-FEA4-472CB1D9F578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65882"/>
              <a:ext cx="26152" cy="33678"/>
            </a:xfrm>
            <a:custGeom>
              <a:avLst/>
              <a:gdLst/>
              <a:ahLst/>
              <a:cxnLst/>
              <a:rect l="0" t="0" r="0" b="0"/>
              <a:pathLst>
                <a:path w="26152" h="33678">
                  <a:moveTo>
                    <a:pt x="0" y="33678"/>
                  </a:moveTo>
                  <a:lnTo>
                    <a:pt x="26152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1" name="Input_receptor__1430">
              <a:extLst>
                <a:ext uri="{FF2B5EF4-FFF2-40B4-BE49-F238E27FC236}">
                  <a16:creationId xmlns:a16="http://schemas.microsoft.com/office/drawing/2014/main" id="{062BA523-7F70-0E2B-3A51-B624FC11997D}"/>
                </a:ext>
              </a:extLst>
            </p:cNvPr>
            <p:cNvSpPr>
              <a:spLocks noGrp="1"/>
            </p:cNvSpPr>
            <p:nvPr/>
          </p:nvSpPr>
          <p:spPr>
            <a:xfrm>
              <a:off x="1514553" y="4064763"/>
              <a:ext cx="21274" cy="16217"/>
            </a:xfrm>
            <a:custGeom>
              <a:avLst/>
              <a:gdLst/>
              <a:ahLst/>
              <a:cxnLst/>
              <a:rect l="0" t="0" r="0" b="0"/>
              <a:pathLst>
                <a:path w="21274" h="16217">
                  <a:moveTo>
                    <a:pt x="0" y="0"/>
                  </a:moveTo>
                  <a:lnTo>
                    <a:pt x="21274" y="16217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2" name="Input_receptor__1431">
              <a:extLst>
                <a:ext uri="{FF2B5EF4-FFF2-40B4-BE49-F238E27FC236}">
                  <a16:creationId xmlns:a16="http://schemas.microsoft.com/office/drawing/2014/main" id="{1FA951DB-4F58-D8B5-ADA6-2FEE6128F0F0}"/>
                </a:ext>
              </a:extLst>
            </p:cNvPr>
            <p:cNvSpPr>
              <a:spLocks noGrp="1"/>
            </p:cNvSpPr>
            <p:nvPr/>
          </p:nvSpPr>
          <p:spPr>
            <a:xfrm>
              <a:off x="1143396" y="4314816"/>
              <a:ext cx="33401" cy="9104"/>
            </a:xfrm>
            <a:custGeom>
              <a:avLst/>
              <a:gdLst/>
              <a:ahLst/>
              <a:cxnLst/>
              <a:rect l="0" t="0" r="0" b="0"/>
              <a:pathLst>
                <a:path w="33401" h="9104">
                  <a:moveTo>
                    <a:pt x="0" y="0"/>
                  </a:moveTo>
                  <a:lnTo>
                    <a:pt x="33401" y="9104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33" name="Input_receptor__1432">
              <a:extLst>
                <a:ext uri="{FF2B5EF4-FFF2-40B4-BE49-F238E27FC236}">
                  <a16:creationId xmlns:a16="http://schemas.microsoft.com/office/drawing/2014/main" id="{2146B744-2FAD-9EA7-F2DD-1960401CCCAC}"/>
                </a:ext>
              </a:extLst>
            </p:cNvPr>
            <p:cNvSpPr>
              <a:spLocks noGrp="1"/>
            </p:cNvSpPr>
            <p:nvPr/>
          </p:nvSpPr>
          <p:spPr>
            <a:xfrm>
              <a:off x="1110322" y="4453622"/>
              <a:ext cx="8941" cy="42825"/>
            </a:xfrm>
            <a:custGeom>
              <a:avLst/>
              <a:gdLst/>
              <a:ahLst/>
              <a:cxnLst/>
              <a:rect l="0" t="0" r="0" b="0"/>
              <a:pathLst>
                <a:path w="8941" h="42825">
                  <a:moveTo>
                    <a:pt x="8941" y="0"/>
                  </a:moveTo>
                  <a:lnTo>
                    <a:pt x="0" y="4282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4" name="Input_receptor__1433">
              <a:extLst>
                <a:ext uri="{FF2B5EF4-FFF2-40B4-BE49-F238E27FC236}">
                  <a16:creationId xmlns:a16="http://schemas.microsoft.com/office/drawing/2014/main" id="{4CA44300-5032-3CD9-3212-3FFBEB39E21D}"/>
                </a:ext>
              </a:extLst>
            </p:cNvPr>
            <p:cNvSpPr>
              <a:spLocks noGrp="1"/>
            </p:cNvSpPr>
            <p:nvPr/>
          </p:nvSpPr>
          <p:spPr>
            <a:xfrm>
              <a:off x="1436465" y="4258668"/>
              <a:ext cx="46447" cy="11175"/>
            </a:xfrm>
            <a:custGeom>
              <a:avLst/>
              <a:gdLst/>
              <a:ahLst/>
              <a:cxnLst/>
              <a:rect l="0" t="0" r="0" b="0"/>
              <a:pathLst>
                <a:path w="46447" h="11175">
                  <a:moveTo>
                    <a:pt x="46447" y="0"/>
                  </a:moveTo>
                  <a:lnTo>
                    <a:pt x="0" y="1117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5" name="Input_receptor__1434">
              <a:extLst>
                <a:ext uri="{FF2B5EF4-FFF2-40B4-BE49-F238E27FC236}">
                  <a16:creationId xmlns:a16="http://schemas.microsoft.com/office/drawing/2014/main" id="{C3A066FE-D712-5B52-9D39-9FAEF25BEFC0}"/>
                </a:ext>
              </a:extLst>
            </p:cNvPr>
            <p:cNvSpPr>
              <a:spLocks noGrp="1"/>
            </p:cNvSpPr>
            <p:nvPr/>
          </p:nvSpPr>
          <p:spPr>
            <a:xfrm>
              <a:off x="994729" y="4711672"/>
              <a:ext cx="16986" cy="860"/>
            </a:xfrm>
            <a:custGeom>
              <a:avLst/>
              <a:gdLst/>
              <a:ahLst/>
              <a:cxnLst/>
              <a:rect l="0" t="0" r="0" b="0"/>
              <a:pathLst>
                <a:path w="16986" h="860">
                  <a:moveTo>
                    <a:pt x="16986" y="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6" name="Input_receptor__1435">
              <a:extLst>
                <a:ext uri="{FF2B5EF4-FFF2-40B4-BE49-F238E27FC236}">
                  <a16:creationId xmlns:a16="http://schemas.microsoft.com/office/drawing/2014/main" id="{DECB8960-2D75-295E-F2C9-774EC1B69CCC}"/>
                </a:ext>
              </a:extLst>
            </p:cNvPr>
            <p:cNvSpPr>
              <a:spLocks noGrp="1"/>
            </p:cNvSpPr>
            <p:nvPr/>
          </p:nvSpPr>
          <p:spPr>
            <a:xfrm>
              <a:off x="1421336" y="4513759"/>
              <a:ext cx="25440" cy="36948"/>
            </a:xfrm>
            <a:custGeom>
              <a:avLst/>
              <a:gdLst/>
              <a:ahLst/>
              <a:cxnLst/>
              <a:rect l="0" t="0" r="0" b="0"/>
              <a:pathLst>
                <a:path w="25440" h="36948">
                  <a:moveTo>
                    <a:pt x="25440" y="0"/>
                  </a:moveTo>
                  <a:lnTo>
                    <a:pt x="0" y="36948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7" name="Input_receptor__1436">
              <a:extLst>
                <a:ext uri="{FF2B5EF4-FFF2-40B4-BE49-F238E27FC236}">
                  <a16:creationId xmlns:a16="http://schemas.microsoft.com/office/drawing/2014/main" id="{A68C327E-BB22-7293-1D4C-EF0D8C49B3A6}"/>
                </a:ext>
              </a:extLst>
            </p:cNvPr>
            <p:cNvSpPr>
              <a:spLocks noGrp="1"/>
            </p:cNvSpPr>
            <p:nvPr/>
          </p:nvSpPr>
          <p:spPr>
            <a:xfrm>
              <a:off x="1362396" y="4069448"/>
              <a:ext cx="28210" cy="35743"/>
            </a:xfrm>
            <a:custGeom>
              <a:avLst/>
              <a:gdLst/>
              <a:ahLst/>
              <a:cxnLst/>
              <a:rect l="0" t="0" r="0" b="0"/>
              <a:pathLst>
                <a:path w="28210" h="35743">
                  <a:moveTo>
                    <a:pt x="0" y="0"/>
                  </a:moveTo>
                  <a:lnTo>
                    <a:pt x="28210" y="35743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8" name="Input_receptor__1437">
              <a:extLst>
                <a:ext uri="{FF2B5EF4-FFF2-40B4-BE49-F238E27FC236}">
                  <a16:creationId xmlns:a16="http://schemas.microsoft.com/office/drawing/2014/main" id="{BB99D283-97F3-48E0-761B-AB59F37246C4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04137"/>
              <a:ext cx="14606" cy="40311"/>
            </a:xfrm>
            <a:custGeom>
              <a:avLst/>
              <a:gdLst/>
              <a:ahLst/>
              <a:cxnLst/>
              <a:rect l="0" t="0" r="0" b="0"/>
              <a:pathLst>
                <a:path w="14606" h="40311">
                  <a:moveTo>
                    <a:pt x="14606" y="0"/>
                  </a:moveTo>
                  <a:lnTo>
                    <a:pt x="0" y="40311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39" name="Input_receptor__1438">
              <a:extLst>
                <a:ext uri="{FF2B5EF4-FFF2-40B4-BE49-F238E27FC236}">
                  <a16:creationId xmlns:a16="http://schemas.microsoft.com/office/drawing/2014/main" id="{00D9493A-7536-205D-24C6-5672B82203F1}"/>
                </a:ext>
              </a:extLst>
            </p:cNvPr>
            <p:cNvSpPr>
              <a:spLocks noGrp="1"/>
            </p:cNvSpPr>
            <p:nvPr/>
          </p:nvSpPr>
          <p:spPr>
            <a:xfrm>
              <a:off x="1487917" y="4036090"/>
              <a:ext cx="26636" cy="28673"/>
            </a:xfrm>
            <a:custGeom>
              <a:avLst/>
              <a:gdLst/>
              <a:ahLst/>
              <a:cxnLst/>
              <a:rect l="0" t="0" r="0" b="0"/>
              <a:pathLst>
                <a:path w="26636" h="28673">
                  <a:moveTo>
                    <a:pt x="0" y="0"/>
                  </a:moveTo>
                  <a:lnTo>
                    <a:pt x="26636" y="28673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0" name="Input_receptor__1439">
              <a:extLst>
                <a:ext uri="{FF2B5EF4-FFF2-40B4-BE49-F238E27FC236}">
                  <a16:creationId xmlns:a16="http://schemas.microsoft.com/office/drawing/2014/main" id="{89AEEE33-D910-87E0-BCF7-F9386402ED73}"/>
                </a:ext>
              </a:extLst>
            </p:cNvPr>
            <p:cNvSpPr>
              <a:spLocks noGrp="1"/>
            </p:cNvSpPr>
            <p:nvPr/>
          </p:nvSpPr>
          <p:spPr>
            <a:xfrm>
              <a:off x="1093083" y="4750332"/>
              <a:ext cx="4754" cy="17976"/>
            </a:xfrm>
            <a:custGeom>
              <a:avLst/>
              <a:gdLst/>
              <a:ahLst/>
              <a:cxnLst/>
              <a:rect l="0" t="0" r="0" b="0"/>
              <a:pathLst>
                <a:path w="4754" h="17976">
                  <a:moveTo>
                    <a:pt x="0" y="0"/>
                  </a:moveTo>
                  <a:lnTo>
                    <a:pt x="4754" y="17976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1" name="Input_receptor__1440">
              <a:extLst>
                <a:ext uri="{FF2B5EF4-FFF2-40B4-BE49-F238E27FC236}">
                  <a16:creationId xmlns:a16="http://schemas.microsoft.com/office/drawing/2014/main" id="{807523EC-1C07-5C84-014D-FF8D1579B328}"/>
                </a:ext>
              </a:extLst>
            </p:cNvPr>
            <p:cNvSpPr>
              <a:spLocks noGrp="1"/>
            </p:cNvSpPr>
            <p:nvPr/>
          </p:nvSpPr>
          <p:spPr>
            <a:xfrm>
              <a:off x="1334566" y="4548457"/>
              <a:ext cx="14784" cy="37498"/>
            </a:xfrm>
            <a:custGeom>
              <a:avLst/>
              <a:gdLst/>
              <a:ahLst/>
              <a:cxnLst/>
              <a:rect l="0" t="0" r="0" b="0"/>
              <a:pathLst>
                <a:path w="14784" h="37498">
                  <a:moveTo>
                    <a:pt x="0" y="37498"/>
                  </a:moveTo>
                  <a:lnTo>
                    <a:pt x="14784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2" name="Input_receptor__1441">
              <a:extLst>
                <a:ext uri="{FF2B5EF4-FFF2-40B4-BE49-F238E27FC236}">
                  <a16:creationId xmlns:a16="http://schemas.microsoft.com/office/drawing/2014/main" id="{33D1C81C-0251-4355-FA10-BB6E02E05B12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99559"/>
              <a:ext cx="8026" cy="30258"/>
            </a:xfrm>
            <a:custGeom>
              <a:avLst/>
              <a:gdLst/>
              <a:ahLst/>
              <a:cxnLst/>
              <a:rect l="0" t="0" r="0" b="0"/>
              <a:pathLst>
                <a:path w="8026" h="30258">
                  <a:moveTo>
                    <a:pt x="8026" y="3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3" name="Input_receptor__1442">
              <a:extLst>
                <a:ext uri="{FF2B5EF4-FFF2-40B4-BE49-F238E27FC236}">
                  <a16:creationId xmlns:a16="http://schemas.microsoft.com/office/drawing/2014/main" id="{06572250-C62F-8222-7C96-665D3B29A3F0}"/>
                </a:ext>
              </a:extLst>
            </p:cNvPr>
            <p:cNvSpPr>
              <a:spLocks noGrp="1"/>
            </p:cNvSpPr>
            <p:nvPr/>
          </p:nvSpPr>
          <p:spPr>
            <a:xfrm>
              <a:off x="1537156" y="4570416"/>
              <a:ext cx="6356" cy="42112"/>
            </a:xfrm>
            <a:custGeom>
              <a:avLst/>
              <a:gdLst/>
              <a:ahLst/>
              <a:cxnLst/>
              <a:rect l="0" t="0" r="0" b="0"/>
              <a:pathLst>
                <a:path w="6356" h="42112">
                  <a:moveTo>
                    <a:pt x="0" y="0"/>
                  </a:moveTo>
                  <a:lnTo>
                    <a:pt x="6356" y="4211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4" name="Input_receptor__1443">
              <a:extLst>
                <a:ext uri="{FF2B5EF4-FFF2-40B4-BE49-F238E27FC236}">
                  <a16:creationId xmlns:a16="http://schemas.microsoft.com/office/drawing/2014/main" id="{75003EEF-465F-A770-AD5A-44AD8403AF1D}"/>
                </a:ext>
              </a:extLst>
            </p:cNvPr>
            <p:cNvSpPr>
              <a:spLocks noGrp="1"/>
            </p:cNvSpPr>
            <p:nvPr/>
          </p:nvSpPr>
          <p:spPr>
            <a:xfrm>
              <a:off x="1436470" y="4063559"/>
              <a:ext cx="29698" cy="35922"/>
            </a:xfrm>
            <a:custGeom>
              <a:avLst/>
              <a:gdLst/>
              <a:ahLst/>
              <a:cxnLst/>
              <a:rect l="0" t="0" r="0" b="0"/>
              <a:pathLst>
                <a:path w="29698" h="35922">
                  <a:moveTo>
                    <a:pt x="0" y="0"/>
                  </a:moveTo>
                  <a:lnTo>
                    <a:pt x="29698" y="3592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5" name="Input_receptor__1444">
              <a:extLst>
                <a:ext uri="{FF2B5EF4-FFF2-40B4-BE49-F238E27FC236}">
                  <a16:creationId xmlns:a16="http://schemas.microsoft.com/office/drawing/2014/main" id="{A2B557CA-C3A6-2620-047E-ACE9E1DE1C97}"/>
                </a:ext>
              </a:extLst>
            </p:cNvPr>
            <p:cNvSpPr>
              <a:spLocks noGrp="1"/>
            </p:cNvSpPr>
            <p:nvPr/>
          </p:nvSpPr>
          <p:spPr>
            <a:xfrm>
              <a:off x="910485" y="4964309"/>
              <a:ext cx="16353" cy="6570"/>
            </a:xfrm>
            <a:custGeom>
              <a:avLst/>
              <a:gdLst/>
              <a:ahLst/>
              <a:cxnLst/>
              <a:rect l="0" t="0" r="0" b="0"/>
              <a:pathLst>
                <a:path w="16353" h="6570">
                  <a:moveTo>
                    <a:pt x="16353" y="0"/>
                  </a:moveTo>
                  <a:lnTo>
                    <a:pt x="0" y="657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6" name="Input_receptor__1445">
              <a:extLst>
                <a:ext uri="{FF2B5EF4-FFF2-40B4-BE49-F238E27FC236}">
                  <a16:creationId xmlns:a16="http://schemas.microsoft.com/office/drawing/2014/main" id="{BC246E0D-8688-BAEA-0EA9-99CAD97B8B44}"/>
                </a:ext>
              </a:extLst>
            </p:cNvPr>
            <p:cNvSpPr>
              <a:spLocks noGrp="1"/>
            </p:cNvSpPr>
            <p:nvPr/>
          </p:nvSpPr>
          <p:spPr>
            <a:xfrm>
              <a:off x="1548833" y="4802477"/>
              <a:ext cx="37458" cy="1660"/>
            </a:xfrm>
            <a:custGeom>
              <a:avLst/>
              <a:gdLst/>
              <a:ahLst/>
              <a:cxnLst/>
              <a:rect l="0" t="0" r="0" b="0"/>
              <a:pathLst>
                <a:path w="37458" h="1660">
                  <a:moveTo>
                    <a:pt x="37458" y="0"/>
                  </a:moveTo>
                  <a:lnTo>
                    <a:pt x="0" y="166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7" name="Input_receptor__1446">
              <a:extLst>
                <a:ext uri="{FF2B5EF4-FFF2-40B4-BE49-F238E27FC236}">
                  <a16:creationId xmlns:a16="http://schemas.microsoft.com/office/drawing/2014/main" id="{B46DD096-DEE7-7626-2206-58F05053851E}"/>
                </a:ext>
              </a:extLst>
            </p:cNvPr>
            <p:cNvSpPr>
              <a:spLocks noGrp="1"/>
            </p:cNvSpPr>
            <p:nvPr/>
          </p:nvSpPr>
          <p:spPr>
            <a:xfrm>
              <a:off x="1119263" y="4441628"/>
              <a:ext cx="26758" cy="11994"/>
            </a:xfrm>
            <a:custGeom>
              <a:avLst/>
              <a:gdLst/>
              <a:ahLst/>
              <a:cxnLst/>
              <a:rect l="0" t="0" r="0" b="0"/>
              <a:pathLst>
                <a:path w="26758" h="11994">
                  <a:moveTo>
                    <a:pt x="26758" y="0"/>
                  </a:moveTo>
                  <a:lnTo>
                    <a:pt x="0" y="1199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8" name="Input_receptor__1447">
              <a:extLst>
                <a:ext uri="{FF2B5EF4-FFF2-40B4-BE49-F238E27FC236}">
                  <a16:creationId xmlns:a16="http://schemas.microsoft.com/office/drawing/2014/main" id="{021428DD-1DDC-E274-F644-B5E629755BBE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92449"/>
              <a:ext cx="10735" cy="38794"/>
            </a:xfrm>
            <a:custGeom>
              <a:avLst/>
              <a:gdLst/>
              <a:ahLst/>
              <a:cxnLst/>
              <a:rect l="0" t="0" r="0" b="0"/>
              <a:pathLst>
                <a:path w="10735" h="38794">
                  <a:moveTo>
                    <a:pt x="0" y="0"/>
                  </a:moveTo>
                  <a:lnTo>
                    <a:pt x="10735" y="3879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49" name="Input_receptor__1448">
              <a:extLst>
                <a:ext uri="{FF2B5EF4-FFF2-40B4-BE49-F238E27FC236}">
                  <a16:creationId xmlns:a16="http://schemas.microsoft.com/office/drawing/2014/main" id="{0B95CE16-8128-0A59-3646-3DB654EBB96B}"/>
                </a:ext>
              </a:extLst>
            </p:cNvPr>
            <p:cNvSpPr>
              <a:spLocks noGrp="1"/>
            </p:cNvSpPr>
            <p:nvPr/>
          </p:nvSpPr>
          <p:spPr>
            <a:xfrm>
              <a:off x="1482912" y="4216164"/>
              <a:ext cx="12892" cy="42504"/>
            </a:xfrm>
            <a:custGeom>
              <a:avLst/>
              <a:gdLst/>
              <a:ahLst/>
              <a:cxnLst/>
              <a:rect l="0" t="0" r="0" b="0"/>
              <a:pathLst>
                <a:path w="12892" h="42504">
                  <a:moveTo>
                    <a:pt x="12892" y="0"/>
                  </a:moveTo>
                  <a:lnTo>
                    <a:pt x="0" y="4250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0" name="Input_receptor__1449">
              <a:extLst>
                <a:ext uri="{FF2B5EF4-FFF2-40B4-BE49-F238E27FC236}">
                  <a16:creationId xmlns:a16="http://schemas.microsoft.com/office/drawing/2014/main" id="{B0AFDB58-9FFB-4A4F-0DA7-B25393EDF92A}"/>
                </a:ext>
              </a:extLst>
            </p:cNvPr>
            <p:cNvSpPr>
              <a:spLocks noGrp="1"/>
            </p:cNvSpPr>
            <p:nvPr/>
          </p:nvSpPr>
          <p:spPr>
            <a:xfrm>
              <a:off x="997026" y="4301858"/>
              <a:ext cx="40274" cy="25419"/>
            </a:xfrm>
            <a:custGeom>
              <a:avLst/>
              <a:gdLst/>
              <a:ahLst/>
              <a:cxnLst/>
              <a:rect l="0" t="0" r="0" b="0"/>
              <a:pathLst>
                <a:path w="40274" h="25419">
                  <a:moveTo>
                    <a:pt x="40274" y="0"/>
                  </a:moveTo>
                  <a:lnTo>
                    <a:pt x="0" y="2541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1" name="Input_receptor__1450">
              <a:extLst>
                <a:ext uri="{FF2B5EF4-FFF2-40B4-BE49-F238E27FC236}">
                  <a16:creationId xmlns:a16="http://schemas.microsoft.com/office/drawing/2014/main" id="{6758BAD9-9B96-06CA-319A-6E2F90535AF1}"/>
                </a:ext>
              </a:extLst>
            </p:cNvPr>
            <p:cNvSpPr>
              <a:spLocks noGrp="1"/>
            </p:cNvSpPr>
            <p:nvPr/>
          </p:nvSpPr>
          <p:spPr>
            <a:xfrm>
              <a:off x="1489017" y="5035130"/>
              <a:ext cx="12126" cy="12822"/>
            </a:xfrm>
            <a:custGeom>
              <a:avLst/>
              <a:gdLst/>
              <a:ahLst/>
              <a:cxnLst/>
              <a:rect l="0" t="0" r="0" b="0"/>
              <a:pathLst>
                <a:path w="12126" h="12822">
                  <a:moveTo>
                    <a:pt x="12126" y="128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2" name="Input_receptor__1451">
              <a:extLst>
                <a:ext uri="{FF2B5EF4-FFF2-40B4-BE49-F238E27FC236}">
                  <a16:creationId xmlns:a16="http://schemas.microsoft.com/office/drawing/2014/main" id="{FAB60069-B7D7-907C-160F-368EA9716283}"/>
                </a:ext>
              </a:extLst>
            </p:cNvPr>
            <p:cNvSpPr>
              <a:spLocks noGrp="1"/>
            </p:cNvSpPr>
            <p:nvPr/>
          </p:nvSpPr>
          <p:spPr>
            <a:xfrm>
              <a:off x="1043790" y="4908058"/>
              <a:ext cx="27719" cy="29643"/>
            </a:xfrm>
            <a:custGeom>
              <a:avLst/>
              <a:gdLst/>
              <a:ahLst/>
              <a:cxnLst/>
              <a:rect l="0" t="0" r="0" b="0"/>
              <a:pathLst>
                <a:path w="27719" h="29643">
                  <a:moveTo>
                    <a:pt x="27719" y="0"/>
                  </a:moveTo>
                  <a:lnTo>
                    <a:pt x="0" y="29643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3" name="Input_receptor__1452">
              <a:extLst>
                <a:ext uri="{FF2B5EF4-FFF2-40B4-BE49-F238E27FC236}">
                  <a16:creationId xmlns:a16="http://schemas.microsoft.com/office/drawing/2014/main" id="{5EE1B563-C31E-E2A3-A9A2-D02A5DD42D4E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2952"/>
              <a:ext cx="10036" cy="3589"/>
            </a:xfrm>
            <a:custGeom>
              <a:avLst/>
              <a:gdLst/>
              <a:ahLst/>
              <a:cxnLst/>
              <a:rect l="0" t="0" r="0" b="0"/>
              <a:pathLst>
                <a:path w="10036" h="3589">
                  <a:moveTo>
                    <a:pt x="0" y="3589"/>
                  </a:moveTo>
                  <a:lnTo>
                    <a:pt x="10036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4" name="Input_receptor__1453">
              <a:extLst>
                <a:ext uri="{FF2B5EF4-FFF2-40B4-BE49-F238E27FC236}">
                  <a16:creationId xmlns:a16="http://schemas.microsoft.com/office/drawing/2014/main" id="{650F9ADA-F67D-BB18-7341-5C0D1CB4B631}"/>
                </a:ext>
              </a:extLst>
            </p:cNvPr>
            <p:cNvSpPr>
              <a:spLocks noGrp="1"/>
            </p:cNvSpPr>
            <p:nvPr/>
          </p:nvSpPr>
          <p:spPr>
            <a:xfrm>
              <a:off x="1139466" y="4861701"/>
              <a:ext cx="20655" cy="28791"/>
            </a:xfrm>
            <a:custGeom>
              <a:avLst/>
              <a:gdLst/>
              <a:ahLst/>
              <a:cxnLst/>
              <a:rect l="0" t="0" r="0" b="0"/>
              <a:pathLst>
                <a:path w="20655" h="28791">
                  <a:moveTo>
                    <a:pt x="0" y="28791"/>
                  </a:moveTo>
                  <a:lnTo>
                    <a:pt x="20655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5" name="Input_receptor__1454">
              <a:extLst>
                <a:ext uri="{FF2B5EF4-FFF2-40B4-BE49-F238E27FC236}">
                  <a16:creationId xmlns:a16="http://schemas.microsoft.com/office/drawing/2014/main" id="{288BF18E-8673-164C-E0DA-28BC31D01E27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6455" cy="42509"/>
            </a:xfrm>
            <a:custGeom>
              <a:avLst/>
              <a:gdLst/>
              <a:ahLst/>
              <a:cxnLst/>
              <a:rect l="0" t="0" r="0" b="0"/>
              <a:pathLst>
                <a:path w="6455" h="42509">
                  <a:moveTo>
                    <a:pt x="0" y="0"/>
                  </a:moveTo>
                  <a:lnTo>
                    <a:pt x="6455" y="4250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6" name="Input_receptor__1455">
              <a:extLst>
                <a:ext uri="{FF2B5EF4-FFF2-40B4-BE49-F238E27FC236}">
                  <a16:creationId xmlns:a16="http://schemas.microsoft.com/office/drawing/2014/main" id="{50E9BC9D-F247-5FBB-E5F9-CC091812EB43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695000"/>
              <a:ext cx="28113" cy="38724"/>
            </a:xfrm>
            <a:custGeom>
              <a:avLst/>
              <a:gdLst/>
              <a:ahLst/>
              <a:cxnLst/>
              <a:rect l="0" t="0" r="0" b="0"/>
              <a:pathLst>
                <a:path w="28113" h="38724">
                  <a:moveTo>
                    <a:pt x="28113" y="0"/>
                  </a:moveTo>
                  <a:lnTo>
                    <a:pt x="0" y="3872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7" name="Input_receptor__1456">
              <a:extLst>
                <a:ext uri="{FF2B5EF4-FFF2-40B4-BE49-F238E27FC236}">
                  <a16:creationId xmlns:a16="http://schemas.microsoft.com/office/drawing/2014/main" id="{21656187-CD41-8756-F8B3-65B946683AD3}"/>
                </a:ext>
              </a:extLst>
            </p:cNvPr>
            <p:cNvSpPr>
              <a:spLocks noGrp="1"/>
            </p:cNvSpPr>
            <p:nvPr/>
          </p:nvSpPr>
          <p:spPr>
            <a:xfrm>
              <a:off x="1668702" y="4362651"/>
              <a:ext cx="17261" cy="22754"/>
            </a:xfrm>
            <a:custGeom>
              <a:avLst/>
              <a:gdLst/>
              <a:ahLst/>
              <a:cxnLst/>
              <a:rect l="0" t="0" r="0" b="0"/>
              <a:pathLst>
                <a:path w="17261" h="22754">
                  <a:moveTo>
                    <a:pt x="0" y="0"/>
                  </a:moveTo>
                  <a:lnTo>
                    <a:pt x="17261" y="2275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8" name="Input_receptor__1457">
              <a:extLst>
                <a:ext uri="{FF2B5EF4-FFF2-40B4-BE49-F238E27FC236}">
                  <a16:creationId xmlns:a16="http://schemas.microsoft.com/office/drawing/2014/main" id="{D43705E8-1C5A-031D-5BDC-E7F840833200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814" cy="34239"/>
            </a:xfrm>
            <a:custGeom>
              <a:avLst/>
              <a:gdLst/>
              <a:ahLst/>
              <a:cxnLst/>
              <a:rect l="0" t="0" r="0" b="0"/>
              <a:pathLst>
                <a:path w="814" h="34239">
                  <a:moveTo>
                    <a:pt x="814" y="3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9" name="Input_receptor__1458">
              <a:extLst>
                <a:ext uri="{FF2B5EF4-FFF2-40B4-BE49-F238E27FC236}">
                  <a16:creationId xmlns:a16="http://schemas.microsoft.com/office/drawing/2014/main" id="{9E5CC6B3-5B1E-B4A7-480E-E730CAFA839D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41576"/>
              <a:ext cx="11818" cy="46381"/>
            </a:xfrm>
            <a:custGeom>
              <a:avLst/>
              <a:gdLst/>
              <a:ahLst/>
              <a:cxnLst/>
              <a:rect l="0" t="0" r="0" b="0"/>
              <a:pathLst>
                <a:path w="11818" h="46381">
                  <a:moveTo>
                    <a:pt x="0" y="0"/>
                  </a:moveTo>
                  <a:lnTo>
                    <a:pt x="11818" y="46381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0" name="Input_receptor__1459">
              <a:extLst>
                <a:ext uri="{FF2B5EF4-FFF2-40B4-BE49-F238E27FC236}">
                  <a16:creationId xmlns:a16="http://schemas.microsoft.com/office/drawing/2014/main" id="{8F1BFFF8-B706-FEC7-F5FC-1B7A4567232E}"/>
                </a:ext>
              </a:extLst>
            </p:cNvPr>
            <p:cNvSpPr>
              <a:spLocks noGrp="1"/>
            </p:cNvSpPr>
            <p:nvPr/>
          </p:nvSpPr>
          <p:spPr>
            <a:xfrm>
              <a:off x="1143711" y="4974921"/>
              <a:ext cx="31405" cy="19980"/>
            </a:xfrm>
            <a:custGeom>
              <a:avLst/>
              <a:gdLst/>
              <a:ahLst/>
              <a:cxnLst/>
              <a:rect l="0" t="0" r="0" b="0"/>
              <a:pathLst>
                <a:path w="31405" h="19980">
                  <a:moveTo>
                    <a:pt x="0" y="0"/>
                  </a:moveTo>
                  <a:lnTo>
                    <a:pt x="31405" y="1998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1" name="Input_receptor__1460">
              <a:extLst>
                <a:ext uri="{FF2B5EF4-FFF2-40B4-BE49-F238E27FC236}">
                  <a16:creationId xmlns:a16="http://schemas.microsoft.com/office/drawing/2014/main" id="{F43EBCA3-95A2-A1DA-F9B8-509C436D2EE3}"/>
                </a:ext>
              </a:extLst>
            </p:cNvPr>
            <p:cNvSpPr>
              <a:spLocks noGrp="1"/>
            </p:cNvSpPr>
            <p:nvPr/>
          </p:nvSpPr>
          <p:spPr>
            <a:xfrm>
              <a:off x="1495803" y="4208135"/>
              <a:ext cx="46280" cy="8029"/>
            </a:xfrm>
            <a:custGeom>
              <a:avLst/>
              <a:gdLst/>
              <a:ahLst/>
              <a:cxnLst/>
              <a:rect l="0" t="0" r="0" b="0"/>
              <a:pathLst>
                <a:path w="46280" h="8029">
                  <a:moveTo>
                    <a:pt x="46280" y="0"/>
                  </a:moveTo>
                  <a:lnTo>
                    <a:pt x="0" y="802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2" name="Input_receptor__1461">
              <a:extLst>
                <a:ext uri="{FF2B5EF4-FFF2-40B4-BE49-F238E27FC236}">
                  <a16:creationId xmlns:a16="http://schemas.microsoft.com/office/drawing/2014/main" id="{46889ADE-423A-001F-CE81-9FF0A91F1333}"/>
                </a:ext>
              </a:extLst>
            </p:cNvPr>
            <p:cNvSpPr>
              <a:spLocks noGrp="1"/>
            </p:cNvSpPr>
            <p:nvPr/>
          </p:nvSpPr>
          <p:spPr>
            <a:xfrm>
              <a:off x="1486857" y="4365882"/>
              <a:ext cx="34329" cy="33157"/>
            </a:xfrm>
            <a:custGeom>
              <a:avLst/>
              <a:gdLst/>
              <a:ahLst/>
              <a:cxnLst/>
              <a:rect l="0" t="0" r="0" b="0"/>
              <a:pathLst>
                <a:path w="34329" h="33157">
                  <a:moveTo>
                    <a:pt x="0" y="0"/>
                  </a:moveTo>
                  <a:lnTo>
                    <a:pt x="34329" y="33157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3" name="Input_receptor__1462">
              <a:extLst>
                <a:ext uri="{FF2B5EF4-FFF2-40B4-BE49-F238E27FC236}">
                  <a16:creationId xmlns:a16="http://schemas.microsoft.com/office/drawing/2014/main" id="{B55B0C05-997A-0CBC-C46E-C014B8D53D37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71034"/>
              <a:ext cx="40003" cy="21414"/>
            </a:xfrm>
            <a:custGeom>
              <a:avLst/>
              <a:gdLst/>
              <a:ahLst/>
              <a:cxnLst/>
              <a:rect l="0" t="0" r="0" b="0"/>
              <a:pathLst>
                <a:path w="40003" h="21414">
                  <a:moveTo>
                    <a:pt x="40003" y="0"/>
                  </a:moveTo>
                  <a:lnTo>
                    <a:pt x="0" y="2141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4" name="Input_receptor__1463">
              <a:extLst>
                <a:ext uri="{FF2B5EF4-FFF2-40B4-BE49-F238E27FC236}">
                  <a16:creationId xmlns:a16="http://schemas.microsoft.com/office/drawing/2014/main" id="{97DFA84B-660A-FDCF-200E-409B62538353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1313"/>
              <a:ext cx="24784" cy="24900"/>
            </a:xfrm>
            <a:custGeom>
              <a:avLst/>
              <a:gdLst/>
              <a:ahLst/>
              <a:cxnLst/>
              <a:rect l="0" t="0" r="0" b="0"/>
              <a:pathLst>
                <a:path w="24784" h="24900">
                  <a:moveTo>
                    <a:pt x="24784" y="0"/>
                  </a:moveTo>
                  <a:lnTo>
                    <a:pt x="0" y="2490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5" name="Input_receptor__1464">
              <a:extLst>
                <a:ext uri="{FF2B5EF4-FFF2-40B4-BE49-F238E27FC236}">
                  <a16:creationId xmlns:a16="http://schemas.microsoft.com/office/drawing/2014/main" id="{325F6809-5047-F6F8-B0FF-81FC03FD7C1A}"/>
                </a:ext>
              </a:extLst>
            </p:cNvPr>
            <p:cNvSpPr>
              <a:spLocks noGrp="1"/>
            </p:cNvSpPr>
            <p:nvPr/>
          </p:nvSpPr>
          <p:spPr>
            <a:xfrm>
              <a:off x="908279" y="4446710"/>
              <a:ext cx="2123" cy="30082"/>
            </a:xfrm>
            <a:custGeom>
              <a:avLst/>
              <a:gdLst/>
              <a:ahLst/>
              <a:cxnLst/>
              <a:rect l="0" t="0" r="0" b="0"/>
              <a:pathLst>
                <a:path w="2123" h="30082">
                  <a:moveTo>
                    <a:pt x="2123" y="3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6" name="Input_receptor__1465">
              <a:extLst>
                <a:ext uri="{FF2B5EF4-FFF2-40B4-BE49-F238E27FC236}">
                  <a16:creationId xmlns:a16="http://schemas.microsoft.com/office/drawing/2014/main" id="{98C6020C-82CC-CA8E-BE6C-43A581E61297}"/>
                </a:ext>
              </a:extLst>
            </p:cNvPr>
            <p:cNvSpPr>
              <a:spLocks noGrp="1"/>
            </p:cNvSpPr>
            <p:nvPr/>
          </p:nvSpPr>
          <p:spPr>
            <a:xfrm>
              <a:off x="1586291" y="4802477"/>
              <a:ext cx="11989" cy="44333"/>
            </a:xfrm>
            <a:custGeom>
              <a:avLst/>
              <a:gdLst/>
              <a:ahLst/>
              <a:cxnLst/>
              <a:rect l="0" t="0" r="0" b="0"/>
              <a:pathLst>
                <a:path w="11989" h="44333">
                  <a:moveTo>
                    <a:pt x="11989" y="443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2"/>
              </a:solidFill>
            </a:ln>
          </p:spPr>
        </p:sp>
        <p:sp>
          <p:nvSpPr>
            <p:cNvPr id="1467" name="Input_receptor__1466">
              <a:extLst>
                <a:ext uri="{FF2B5EF4-FFF2-40B4-BE49-F238E27FC236}">
                  <a16:creationId xmlns:a16="http://schemas.microsoft.com/office/drawing/2014/main" id="{62B56961-0098-64C4-1F07-EB592D747169}"/>
                </a:ext>
              </a:extLst>
            </p:cNvPr>
            <p:cNvSpPr>
              <a:spLocks noGrp="1"/>
            </p:cNvSpPr>
            <p:nvPr/>
          </p:nvSpPr>
          <p:spPr>
            <a:xfrm>
              <a:off x="1214268" y="4829149"/>
              <a:ext cx="7134" cy="42987"/>
            </a:xfrm>
            <a:custGeom>
              <a:avLst/>
              <a:gdLst/>
              <a:ahLst/>
              <a:cxnLst/>
              <a:rect l="0" t="0" r="0" b="0"/>
              <a:pathLst>
                <a:path w="7134" h="42987">
                  <a:moveTo>
                    <a:pt x="0" y="42987"/>
                  </a:moveTo>
                  <a:lnTo>
                    <a:pt x="7134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8" name="Input_receptor__1467">
              <a:extLst>
                <a:ext uri="{FF2B5EF4-FFF2-40B4-BE49-F238E27FC236}">
                  <a16:creationId xmlns:a16="http://schemas.microsoft.com/office/drawing/2014/main" id="{7ADC53B4-DBE9-5495-0044-0CBA96DB84F6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51797"/>
              <a:ext cx="26162" cy="35599"/>
            </a:xfrm>
            <a:custGeom>
              <a:avLst/>
              <a:gdLst/>
              <a:ahLst/>
              <a:cxnLst/>
              <a:rect l="0" t="0" r="0" b="0"/>
              <a:pathLst>
                <a:path w="26162" h="35599">
                  <a:moveTo>
                    <a:pt x="0" y="35599"/>
                  </a:moveTo>
                  <a:lnTo>
                    <a:pt x="26162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9" name="Input_receptor__1468">
              <a:extLst>
                <a:ext uri="{FF2B5EF4-FFF2-40B4-BE49-F238E27FC236}">
                  <a16:creationId xmlns:a16="http://schemas.microsoft.com/office/drawing/2014/main" id="{6D33BA26-A0AC-AF91-1893-D3644B6CD29D}"/>
                </a:ext>
              </a:extLst>
            </p:cNvPr>
            <p:cNvSpPr>
              <a:spLocks noGrp="1"/>
            </p:cNvSpPr>
            <p:nvPr/>
          </p:nvSpPr>
          <p:spPr>
            <a:xfrm>
              <a:off x="863602" y="4923139"/>
              <a:ext cx="39054" cy="11538"/>
            </a:xfrm>
            <a:custGeom>
              <a:avLst/>
              <a:gdLst/>
              <a:ahLst/>
              <a:cxnLst/>
              <a:rect l="0" t="0" r="0" b="0"/>
              <a:pathLst>
                <a:path w="39054" h="11538">
                  <a:moveTo>
                    <a:pt x="39054" y="0"/>
                  </a:moveTo>
                  <a:lnTo>
                    <a:pt x="0" y="11538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0" name="Input_receptor__1469">
              <a:extLst>
                <a:ext uri="{FF2B5EF4-FFF2-40B4-BE49-F238E27FC236}">
                  <a16:creationId xmlns:a16="http://schemas.microsoft.com/office/drawing/2014/main" id="{E76E1A1A-DB66-34BF-071F-10E389E80F2B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7191"/>
              <a:ext cx="20267" cy="1725"/>
            </a:xfrm>
            <a:custGeom>
              <a:avLst/>
              <a:gdLst/>
              <a:ahLst/>
              <a:cxnLst/>
              <a:rect l="0" t="0" r="0" b="0"/>
              <a:pathLst>
                <a:path w="20267" h="1725">
                  <a:moveTo>
                    <a:pt x="0" y="1725"/>
                  </a:moveTo>
                  <a:lnTo>
                    <a:pt x="20267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1" name="Input_receptor__1470">
              <a:extLst>
                <a:ext uri="{FF2B5EF4-FFF2-40B4-BE49-F238E27FC236}">
                  <a16:creationId xmlns:a16="http://schemas.microsoft.com/office/drawing/2014/main" id="{4508D8A2-740B-C272-73FF-5ADB497BD223}"/>
                </a:ext>
              </a:extLst>
            </p:cNvPr>
            <p:cNvSpPr>
              <a:spLocks noGrp="1"/>
            </p:cNvSpPr>
            <p:nvPr/>
          </p:nvSpPr>
          <p:spPr>
            <a:xfrm>
              <a:off x="655891" y="4688848"/>
              <a:ext cx="9889" cy="41688"/>
            </a:xfrm>
            <a:custGeom>
              <a:avLst/>
              <a:gdLst/>
              <a:ahLst/>
              <a:cxnLst/>
              <a:rect l="0" t="0" r="0" b="0"/>
              <a:pathLst>
                <a:path w="9889" h="41688">
                  <a:moveTo>
                    <a:pt x="9889" y="416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2" name="Input_receptor__1471">
              <a:extLst>
                <a:ext uri="{FF2B5EF4-FFF2-40B4-BE49-F238E27FC236}">
                  <a16:creationId xmlns:a16="http://schemas.microsoft.com/office/drawing/2014/main" id="{A77CB805-AB45-B89B-D25F-3FA9254A94D4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4486" cy="9847"/>
            </a:xfrm>
            <a:custGeom>
              <a:avLst/>
              <a:gdLst/>
              <a:ahLst/>
              <a:cxnLst/>
              <a:rect l="0" t="0" r="0" b="0"/>
              <a:pathLst>
                <a:path w="4486" h="9847">
                  <a:moveTo>
                    <a:pt x="4486" y="98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3" name="Input_receptor__1472">
              <a:extLst>
                <a:ext uri="{FF2B5EF4-FFF2-40B4-BE49-F238E27FC236}">
                  <a16:creationId xmlns:a16="http://schemas.microsoft.com/office/drawing/2014/main" id="{D83EBCE4-35D2-19F4-CEC0-E73BA57B28D0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86394"/>
              <a:ext cx="5635" cy="46831"/>
            </a:xfrm>
            <a:custGeom>
              <a:avLst/>
              <a:gdLst/>
              <a:ahLst/>
              <a:cxnLst/>
              <a:rect l="0" t="0" r="0" b="0"/>
              <a:pathLst>
                <a:path w="5635" h="46831">
                  <a:moveTo>
                    <a:pt x="5635" y="46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4" name="Input_receptor__1473">
              <a:extLst>
                <a:ext uri="{FF2B5EF4-FFF2-40B4-BE49-F238E27FC236}">
                  <a16:creationId xmlns:a16="http://schemas.microsoft.com/office/drawing/2014/main" id="{FFBAFFE2-8702-F878-2D2C-272474509400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9945" cy="24101"/>
            </a:xfrm>
            <a:custGeom>
              <a:avLst/>
              <a:gdLst/>
              <a:ahLst/>
              <a:cxnLst/>
              <a:rect l="0" t="0" r="0" b="0"/>
              <a:pathLst>
                <a:path w="9945" h="24101">
                  <a:moveTo>
                    <a:pt x="0" y="0"/>
                  </a:moveTo>
                  <a:lnTo>
                    <a:pt x="9945" y="24101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5" name="Input_receptor__1474">
              <a:extLst>
                <a:ext uri="{FF2B5EF4-FFF2-40B4-BE49-F238E27FC236}">
                  <a16:creationId xmlns:a16="http://schemas.microsoft.com/office/drawing/2014/main" id="{18ECB3D3-D3AA-2B85-6234-0A0291FB69B5}"/>
                </a:ext>
              </a:extLst>
            </p:cNvPr>
            <p:cNvSpPr>
              <a:spLocks noGrp="1"/>
            </p:cNvSpPr>
            <p:nvPr/>
          </p:nvSpPr>
          <p:spPr>
            <a:xfrm>
              <a:off x="1048176" y="4441365"/>
              <a:ext cx="24206" cy="29670"/>
            </a:xfrm>
            <a:custGeom>
              <a:avLst/>
              <a:gdLst/>
              <a:ahLst/>
              <a:cxnLst/>
              <a:rect l="0" t="0" r="0" b="0"/>
              <a:pathLst>
                <a:path w="24206" h="29670">
                  <a:moveTo>
                    <a:pt x="24206" y="0"/>
                  </a:moveTo>
                  <a:lnTo>
                    <a:pt x="0" y="2967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6" name="Input_receptor__1475">
              <a:extLst>
                <a:ext uri="{FF2B5EF4-FFF2-40B4-BE49-F238E27FC236}">
                  <a16:creationId xmlns:a16="http://schemas.microsoft.com/office/drawing/2014/main" id="{8138D9F5-0D3D-23B5-060B-3C4295DD5A66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23721"/>
              <a:ext cx="18196" cy="44476"/>
            </a:xfrm>
            <a:custGeom>
              <a:avLst/>
              <a:gdLst/>
              <a:ahLst/>
              <a:cxnLst/>
              <a:rect l="0" t="0" r="0" b="0"/>
              <a:pathLst>
                <a:path w="18196" h="44476">
                  <a:moveTo>
                    <a:pt x="0" y="0"/>
                  </a:moveTo>
                  <a:lnTo>
                    <a:pt x="18196" y="44476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7" name="Input_receptor__1476">
              <a:extLst>
                <a:ext uri="{FF2B5EF4-FFF2-40B4-BE49-F238E27FC236}">
                  <a16:creationId xmlns:a16="http://schemas.microsoft.com/office/drawing/2014/main" id="{19812E28-D638-C042-E040-D8039ED34AA1}"/>
                </a:ext>
              </a:extLst>
            </p:cNvPr>
            <p:cNvSpPr>
              <a:spLocks noGrp="1"/>
            </p:cNvSpPr>
            <p:nvPr/>
          </p:nvSpPr>
          <p:spPr>
            <a:xfrm>
              <a:off x="846566" y="4934678"/>
              <a:ext cx="17037" cy="29256"/>
            </a:xfrm>
            <a:custGeom>
              <a:avLst/>
              <a:gdLst/>
              <a:ahLst/>
              <a:cxnLst/>
              <a:rect l="0" t="0" r="0" b="0"/>
              <a:pathLst>
                <a:path w="17037" h="29256">
                  <a:moveTo>
                    <a:pt x="17037" y="0"/>
                  </a:moveTo>
                  <a:lnTo>
                    <a:pt x="0" y="29256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8" name="Input_receptor__1477">
              <a:extLst>
                <a:ext uri="{FF2B5EF4-FFF2-40B4-BE49-F238E27FC236}">
                  <a16:creationId xmlns:a16="http://schemas.microsoft.com/office/drawing/2014/main" id="{39368236-D75E-D163-2D3B-4C7EFDA19A95}"/>
                </a:ext>
              </a:extLst>
            </p:cNvPr>
            <p:cNvSpPr>
              <a:spLocks noGrp="1"/>
            </p:cNvSpPr>
            <p:nvPr/>
          </p:nvSpPr>
          <p:spPr>
            <a:xfrm>
              <a:off x="1542083" y="4179570"/>
              <a:ext cx="27511" cy="28565"/>
            </a:xfrm>
            <a:custGeom>
              <a:avLst/>
              <a:gdLst/>
              <a:ahLst/>
              <a:cxnLst/>
              <a:rect l="0" t="0" r="0" b="0"/>
              <a:pathLst>
                <a:path w="27511" h="28565">
                  <a:moveTo>
                    <a:pt x="27511" y="0"/>
                  </a:moveTo>
                  <a:lnTo>
                    <a:pt x="0" y="28565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9" name="Input_receptor__1478">
              <a:extLst>
                <a:ext uri="{FF2B5EF4-FFF2-40B4-BE49-F238E27FC236}">
                  <a16:creationId xmlns:a16="http://schemas.microsoft.com/office/drawing/2014/main" id="{44B18E28-3F40-F11E-A786-5A0F7EEA389F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598860"/>
              <a:ext cx="20925" cy="42519"/>
            </a:xfrm>
            <a:custGeom>
              <a:avLst/>
              <a:gdLst/>
              <a:ahLst/>
              <a:cxnLst/>
              <a:rect l="0" t="0" r="0" b="0"/>
              <a:pathLst>
                <a:path w="20925" h="42519">
                  <a:moveTo>
                    <a:pt x="0" y="42519"/>
                  </a:moveTo>
                  <a:lnTo>
                    <a:pt x="2092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0" name="Input_receptor__1479">
              <a:extLst>
                <a:ext uri="{FF2B5EF4-FFF2-40B4-BE49-F238E27FC236}">
                  <a16:creationId xmlns:a16="http://schemas.microsoft.com/office/drawing/2014/main" id="{26B82382-6B34-36DD-2DC7-FCF1A987673B}"/>
                </a:ext>
              </a:extLst>
            </p:cNvPr>
            <p:cNvSpPr>
              <a:spLocks noGrp="1"/>
            </p:cNvSpPr>
            <p:nvPr/>
          </p:nvSpPr>
          <p:spPr>
            <a:xfrm>
              <a:off x="1482732" y="4630869"/>
              <a:ext cx="2373" cy="21138"/>
            </a:xfrm>
            <a:custGeom>
              <a:avLst/>
              <a:gdLst/>
              <a:ahLst/>
              <a:cxnLst/>
              <a:rect l="0" t="0" r="0" b="0"/>
              <a:pathLst>
                <a:path w="2373" h="21138">
                  <a:moveTo>
                    <a:pt x="2373" y="0"/>
                  </a:moveTo>
                  <a:lnTo>
                    <a:pt x="0" y="21138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1" name="Input_receptor__1480">
              <a:extLst>
                <a:ext uri="{FF2B5EF4-FFF2-40B4-BE49-F238E27FC236}">
                  <a16:creationId xmlns:a16="http://schemas.microsoft.com/office/drawing/2014/main" id="{45855B5E-F604-B5C2-38C5-03668FBDF52D}"/>
                </a:ext>
              </a:extLst>
            </p:cNvPr>
            <p:cNvSpPr>
              <a:spLocks noGrp="1"/>
            </p:cNvSpPr>
            <p:nvPr/>
          </p:nvSpPr>
          <p:spPr>
            <a:xfrm>
              <a:off x="1176797" y="4294439"/>
              <a:ext cx="34824" cy="29480"/>
            </a:xfrm>
            <a:custGeom>
              <a:avLst/>
              <a:gdLst/>
              <a:ahLst/>
              <a:cxnLst/>
              <a:rect l="0" t="0" r="0" b="0"/>
              <a:pathLst>
                <a:path w="34824" h="29480">
                  <a:moveTo>
                    <a:pt x="0" y="29480"/>
                  </a:moveTo>
                  <a:lnTo>
                    <a:pt x="34824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2" name="Input_receptor__1481">
              <a:extLst>
                <a:ext uri="{FF2B5EF4-FFF2-40B4-BE49-F238E27FC236}">
                  <a16:creationId xmlns:a16="http://schemas.microsoft.com/office/drawing/2014/main" id="{BE75D90C-DB0C-7EA0-2724-F823D8B4C6F7}"/>
                </a:ext>
              </a:extLst>
            </p:cNvPr>
            <p:cNvSpPr>
              <a:spLocks noGrp="1"/>
            </p:cNvSpPr>
            <p:nvPr/>
          </p:nvSpPr>
          <p:spPr>
            <a:xfrm>
              <a:off x="1149226" y="4255977"/>
              <a:ext cx="2807" cy="21452"/>
            </a:xfrm>
            <a:custGeom>
              <a:avLst/>
              <a:gdLst/>
              <a:ahLst/>
              <a:cxnLst/>
              <a:rect l="0" t="0" r="0" b="0"/>
              <a:pathLst>
                <a:path w="2807" h="21452">
                  <a:moveTo>
                    <a:pt x="0" y="0"/>
                  </a:moveTo>
                  <a:lnTo>
                    <a:pt x="2807" y="21452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3" name="Input_receptor__1482">
              <a:extLst>
                <a:ext uri="{FF2B5EF4-FFF2-40B4-BE49-F238E27FC236}">
                  <a16:creationId xmlns:a16="http://schemas.microsoft.com/office/drawing/2014/main" id="{A571E1E2-0806-AE52-AEAD-1706707674F2}"/>
                </a:ext>
              </a:extLst>
            </p:cNvPr>
            <p:cNvSpPr>
              <a:spLocks noGrp="1"/>
            </p:cNvSpPr>
            <p:nvPr/>
          </p:nvSpPr>
          <p:spPr>
            <a:xfrm>
              <a:off x="1288012" y="4580136"/>
              <a:ext cx="46554" cy="5818"/>
            </a:xfrm>
            <a:custGeom>
              <a:avLst/>
              <a:gdLst/>
              <a:ahLst/>
              <a:cxnLst/>
              <a:rect l="0" t="0" r="0" b="0"/>
              <a:pathLst>
                <a:path w="46554" h="5818">
                  <a:moveTo>
                    <a:pt x="0" y="0"/>
                  </a:moveTo>
                  <a:lnTo>
                    <a:pt x="46554" y="5818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4" name="Input_receptor__1483">
              <a:extLst>
                <a:ext uri="{FF2B5EF4-FFF2-40B4-BE49-F238E27FC236}">
                  <a16:creationId xmlns:a16="http://schemas.microsoft.com/office/drawing/2014/main" id="{90DDF820-CCD2-CD9B-DB01-0ED88CE3ABDF}"/>
                </a:ext>
              </a:extLst>
            </p:cNvPr>
            <p:cNvSpPr>
              <a:spLocks noGrp="1"/>
            </p:cNvSpPr>
            <p:nvPr/>
          </p:nvSpPr>
          <p:spPr>
            <a:xfrm>
              <a:off x="1146021" y="4441628"/>
              <a:ext cx="27090" cy="39347"/>
            </a:xfrm>
            <a:custGeom>
              <a:avLst/>
              <a:gdLst/>
              <a:ahLst/>
              <a:cxnLst/>
              <a:rect l="0" t="0" r="0" b="0"/>
              <a:pathLst>
                <a:path w="27090" h="39347">
                  <a:moveTo>
                    <a:pt x="27090" y="39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5" name="Input_receptor__1484">
              <a:extLst>
                <a:ext uri="{FF2B5EF4-FFF2-40B4-BE49-F238E27FC236}">
                  <a16:creationId xmlns:a16="http://schemas.microsoft.com/office/drawing/2014/main" id="{74BD5DC5-526F-A3DC-D10A-0BDF2D349C08}"/>
                </a:ext>
              </a:extLst>
            </p:cNvPr>
            <p:cNvSpPr>
              <a:spLocks noGrp="1"/>
            </p:cNvSpPr>
            <p:nvPr/>
          </p:nvSpPr>
          <p:spPr>
            <a:xfrm>
              <a:off x="1059306" y="4716652"/>
              <a:ext cx="33778" cy="33680"/>
            </a:xfrm>
            <a:custGeom>
              <a:avLst/>
              <a:gdLst/>
              <a:ahLst/>
              <a:cxnLst/>
              <a:rect l="0" t="0" r="0" b="0"/>
              <a:pathLst>
                <a:path w="33778" h="33680">
                  <a:moveTo>
                    <a:pt x="0" y="0"/>
                  </a:moveTo>
                  <a:lnTo>
                    <a:pt x="33778" y="3368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6" name="Input_receptor__1485">
              <a:extLst>
                <a:ext uri="{FF2B5EF4-FFF2-40B4-BE49-F238E27FC236}">
                  <a16:creationId xmlns:a16="http://schemas.microsoft.com/office/drawing/2014/main" id="{06CF7FF6-2128-6724-E0FC-A58D32A683E8}"/>
                </a:ext>
              </a:extLst>
            </p:cNvPr>
            <p:cNvSpPr>
              <a:spLocks noGrp="1"/>
            </p:cNvSpPr>
            <p:nvPr/>
          </p:nvSpPr>
          <p:spPr>
            <a:xfrm>
              <a:off x="1569594" y="4147983"/>
              <a:ext cx="28444" cy="31586"/>
            </a:xfrm>
            <a:custGeom>
              <a:avLst/>
              <a:gdLst/>
              <a:ahLst/>
              <a:cxnLst/>
              <a:rect l="0" t="0" r="0" b="0"/>
              <a:pathLst>
                <a:path w="28444" h="31586">
                  <a:moveTo>
                    <a:pt x="28444" y="0"/>
                  </a:moveTo>
                  <a:lnTo>
                    <a:pt x="0" y="31586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7" name="Input_receptor__1486">
              <a:extLst>
                <a:ext uri="{FF2B5EF4-FFF2-40B4-BE49-F238E27FC236}">
                  <a16:creationId xmlns:a16="http://schemas.microsoft.com/office/drawing/2014/main" id="{7E4B2DAC-0CBF-35B6-B78A-2C882B49BB91}"/>
                </a:ext>
              </a:extLst>
            </p:cNvPr>
            <p:cNvSpPr>
              <a:spLocks noGrp="1"/>
            </p:cNvSpPr>
            <p:nvPr/>
          </p:nvSpPr>
          <p:spPr>
            <a:xfrm>
              <a:off x="995827" y="4884654"/>
              <a:ext cx="7984" cy="33082"/>
            </a:xfrm>
            <a:custGeom>
              <a:avLst/>
              <a:gdLst/>
              <a:ahLst/>
              <a:cxnLst/>
              <a:rect l="0" t="0" r="0" b="0"/>
              <a:pathLst>
                <a:path w="7984" h="33082">
                  <a:moveTo>
                    <a:pt x="7984" y="33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8" name="Input_receptor__1487">
              <a:extLst>
                <a:ext uri="{FF2B5EF4-FFF2-40B4-BE49-F238E27FC236}">
                  <a16:creationId xmlns:a16="http://schemas.microsoft.com/office/drawing/2014/main" id="{B798F5FD-3D1E-68F8-A2F4-D9884D0B645A}"/>
                </a:ext>
              </a:extLst>
            </p:cNvPr>
            <p:cNvSpPr>
              <a:spLocks noGrp="1"/>
            </p:cNvSpPr>
            <p:nvPr/>
          </p:nvSpPr>
          <p:spPr>
            <a:xfrm>
              <a:off x="1037300" y="4301858"/>
              <a:ext cx="36390" cy="20506"/>
            </a:xfrm>
            <a:custGeom>
              <a:avLst/>
              <a:gdLst/>
              <a:ahLst/>
              <a:cxnLst/>
              <a:rect l="0" t="0" r="0" b="0"/>
              <a:pathLst>
                <a:path w="36390" h="20506">
                  <a:moveTo>
                    <a:pt x="36390" y="20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9" name="Input_receptor__1488">
              <a:extLst>
                <a:ext uri="{FF2B5EF4-FFF2-40B4-BE49-F238E27FC236}">
                  <a16:creationId xmlns:a16="http://schemas.microsoft.com/office/drawing/2014/main" id="{F1043AD2-089B-7518-ABB0-31B9FCB29DB8}"/>
                </a:ext>
              </a:extLst>
            </p:cNvPr>
            <p:cNvSpPr>
              <a:spLocks noGrp="1"/>
            </p:cNvSpPr>
            <p:nvPr/>
          </p:nvSpPr>
          <p:spPr>
            <a:xfrm>
              <a:off x="1386578" y="4546616"/>
              <a:ext cx="34758" cy="4091"/>
            </a:xfrm>
            <a:custGeom>
              <a:avLst/>
              <a:gdLst/>
              <a:ahLst/>
              <a:cxnLst/>
              <a:rect l="0" t="0" r="0" b="0"/>
              <a:pathLst>
                <a:path w="34758" h="4091">
                  <a:moveTo>
                    <a:pt x="34758" y="40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0" name="Input_receptor__1489">
              <a:extLst>
                <a:ext uri="{FF2B5EF4-FFF2-40B4-BE49-F238E27FC236}">
                  <a16:creationId xmlns:a16="http://schemas.microsoft.com/office/drawing/2014/main" id="{0394BA5E-6B05-0708-4A6F-8675D71BBD7A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774558"/>
              <a:ext cx="7989" cy="31947"/>
            </a:xfrm>
            <a:custGeom>
              <a:avLst/>
              <a:gdLst/>
              <a:ahLst/>
              <a:cxnLst/>
              <a:rect l="0" t="0" r="0" b="0"/>
              <a:pathLst>
                <a:path w="7989" h="31947">
                  <a:moveTo>
                    <a:pt x="7989" y="0"/>
                  </a:moveTo>
                  <a:lnTo>
                    <a:pt x="0" y="31947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1" name="Input_receptor__1490">
              <a:extLst>
                <a:ext uri="{FF2B5EF4-FFF2-40B4-BE49-F238E27FC236}">
                  <a16:creationId xmlns:a16="http://schemas.microsoft.com/office/drawing/2014/main" id="{13728B81-6A58-90E8-A467-A286A8C82282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725063"/>
              <a:ext cx="21747" cy="1325"/>
            </a:xfrm>
            <a:custGeom>
              <a:avLst/>
              <a:gdLst/>
              <a:ahLst/>
              <a:cxnLst/>
              <a:rect l="0" t="0" r="0" b="0"/>
              <a:pathLst>
                <a:path w="21747" h="1325">
                  <a:moveTo>
                    <a:pt x="0" y="0"/>
                  </a:moveTo>
                  <a:lnTo>
                    <a:pt x="21747" y="1325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2" name="Input_receptor__1491">
              <a:extLst>
                <a:ext uri="{FF2B5EF4-FFF2-40B4-BE49-F238E27FC236}">
                  <a16:creationId xmlns:a16="http://schemas.microsoft.com/office/drawing/2014/main" id="{FEBC74A1-23BC-12E8-2CC6-FEA3F5BF0431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388221"/>
              <a:ext cx="9675" cy="47308"/>
            </a:xfrm>
            <a:custGeom>
              <a:avLst/>
              <a:gdLst/>
              <a:ahLst/>
              <a:cxnLst/>
              <a:rect l="0" t="0" r="0" b="0"/>
              <a:pathLst>
                <a:path w="9675" h="47308">
                  <a:moveTo>
                    <a:pt x="0" y="47308"/>
                  </a:moveTo>
                  <a:lnTo>
                    <a:pt x="967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3" name="Input_receptor__1492">
              <a:extLst>
                <a:ext uri="{FF2B5EF4-FFF2-40B4-BE49-F238E27FC236}">
                  <a16:creationId xmlns:a16="http://schemas.microsoft.com/office/drawing/2014/main" id="{8688277C-12C9-343C-2BF8-FF928986645A}"/>
                </a:ext>
              </a:extLst>
            </p:cNvPr>
            <p:cNvSpPr>
              <a:spLocks noGrp="1"/>
            </p:cNvSpPr>
            <p:nvPr/>
          </p:nvSpPr>
          <p:spPr>
            <a:xfrm>
              <a:off x="665780" y="4730536"/>
              <a:ext cx="21538" cy="17630"/>
            </a:xfrm>
            <a:custGeom>
              <a:avLst/>
              <a:gdLst/>
              <a:ahLst/>
              <a:cxnLst/>
              <a:rect l="0" t="0" r="0" b="0"/>
              <a:pathLst>
                <a:path w="21538" h="17630">
                  <a:moveTo>
                    <a:pt x="21538" y="176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4" name="Input_receptor__1493">
              <a:extLst>
                <a:ext uri="{FF2B5EF4-FFF2-40B4-BE49-F238E27FC236}">
                  <a16:creationId xmlns:a16="http://schemas.microsoft.com/office/drawing/2014/main" id="{79CB359C-3EEB-56ED-5E06-F2D5F7901FE5}"/>
                </a:ext>
              </a:extLst>
            </p:cNvPr>
            <p:cNvSpPr>
              <a:spLocks noGrp="1"/>
            </p:cNvSpPr>
            <p:nvPr/>
          </p:nvSpPr>
          <p:spPr>
            <a:xfrm>
              <a:off x="1589708" y="4112971"/>
              <a:ext cx="8330" cy="35013"/>
            </a:xfrm>
            <a:custGeom>
              <a:avLst/>
              <a:gdLst/>
              <a:ahLst/>
              <a:cxnLst/>
              <a:rect l="0" t="0" r="0" b="0"/>
              <a:pathLst>
                <a:path w="8330" h="35013">
                  <a:moveTo>
                    <a:pt x="0" y="0"/>
                  </a:moveTo>
                  <a:lnTo>
                    <a:pt x="8330" y="35013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5" name="Input_receptor__1494">
              <a:extLst>
                <a:ext uri="{FF2B5EF4-FFF2-40B4-BE49-F238E27FC236}">
                  <a16:creationId xmlns:a16="http://schemas.microsoft.com/office/drawing/2014/main" id="{D13C61FF-B948-B0D9-DDFF-E02F6F73EE2C}"/>
                </a:ext>
              </a:extLst>
            </p:cNvPr>
            <p:cNvSpPr>
              <a:spLocks noGrp="1"/>
            </p:cNvSpPr>
            <p:nvPr/>
          </p:nvSpPr>
          <p:spPr>
            <a:xfrm>
              <a:off x="1218203" y="4598860"/>
              <a:ext cx="41801" cy="23464"/>
            </a:xfrm>
            <a:custGeom>
              <a:avLst/>
              <a:gdLst/>
              <a:ahLst/>
              <a:cxnLst/>
              <a:rect l="0" t="0" r="0" b="0"/>
              <a:pathLst>
                <a:path w="41801" h="23464">
                  <a:moveTo>
                    <a:pt x="0" y="0"/>
                  </a:moveTo>
                  <a:lnTo>
                    <a:pt x="41801" y="23464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6" name="Input_receptor__1495">
              <a:extLst>
                <a:ext uri="{FF2B5EF4-FFF2-40B4-BE49-F238E27FC236}">
                  <a16:creationId xmlns:a16="http://schemas.microsoft.com/office/drawing/2014/main" id="{466D4F08-7639-AA92-2F96-209E46B67794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26424" cy="35152"/>
            </a:xfrm>
            <a:custGeom>
              <a:avLst/>
              <a:gdLst/>
              <a:ahLst/>
              <a:cxnLst/>
              <a:rect l="0" t="0" r="0" b="0"/>
              <a:pathLst>
                <a:path w="26424" h="35152">
                  <a:moveTo>
                    <a:pt x="26424" y="351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7" name="Input_receptor__1496">
              <a:extLst>
                <a:ext uri="{FF2B5EF4-FFF2-40B4-BE49-F238E27FC236}">
                  <a16:creationId xmlns:a16="http://schemas.microsoft.com/office/drawing/2014/main" id="{0B7F6B36-9C68-68BF-AF66-07184925DE6C}"/>
                </a:ext>
              </a:extLst>
            </p:cNvPr>
            <p:cNvSpPr>
              <a:spLocks noGrp="1"/>
            </p:cNvSpPr>
            <p:nvPr/>
          </p:nvSpPr>
          <p:spPr>
            <a:xfrm>
              <a:off x="902656" y="4923139"/>
              <a:ext cx="7828" cy="47739"/>
            </a:xfrm>
            <a:custGeom>
              <a:avLst/>
              <a:gdLst/>
              <a:ahLst/>
              <a:cxnLst/>
              <a:rect l="0" t="0" r="0" b="0"/>
              <a:pathLst>
                <a:path w="7828" h="47739">
                  <a:moveTo>
                    <a:pt x="7828" y="47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8" name="Input_receptor__1497">
              <a:extLst>
                <a:ext uri="{FF2B5EF4-FFF2-40B4-BE49-F238E27FC236}">
                  <a16:creationId xmlns:a16="http://schemas.microsoft.com/office/drawing/2014/main" id="{CE7A9476-170F-F067-8C2B-83C4D866C0B8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52646"/>
              <a:ext cx="21151" cy="13720"/>
            </a:xfrm>
            <a:custGeom>
              <a:avLst/>
              <a:gdLst/>
              <a:ahLst/>
              <a:cxnLst/>
              <a:rect l="0" t="0" r="0" b="0"/>
              <a:pathLst>
                <a:path w="21151" h="13720">
                  <a:moveTo>
                    <a:pt x="0" y="13720"/>
                  </a:moveTo>
                  <a:lnTo>
                    <a:pt x="21151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499" name="Input_receptor__1498">
              <a:extLst>
                <a:ext uri="{FF2B5EF4-FFF2-40B4-BE49-F238E27FC236}">
                  <a16:creationId xmlns:a16="http://schemas.microsoft.com/office/drawing/2014/main" id="{9D4903BD-FC4B-462A-7242-F2A8266C9BA1}"/>
                </a:ext>
              </a:extLst>
            </p:cNvPr>
            <p:cNvSpPr>
              <a:spLocks noGrp="1"/>
            </p:cNvSpPr>
            <p:nvPr/>
          </p:nvSpPr>
          <p:spPr>
            <a:xfrm>
              <a:off x="1102181" y="4475576"/>
              <a:ext cx="8141" cy="20870"/>
            </a:xfrm>
            <a:custGeom>
              <a:avLst/>
              <a:gdLst/>
              <a:ahLst/>
              <a:cxnLst/>
              <a:rect l="0" t="0" r="0" b="0"/>
              <a:pathLst>
                <a:path w="8141" h="20870">
                  <a:moveTo>
                    <a:pt x="8141" y="20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0" name="Input_receptor__1499">
              <a:extLst>
                <a:ext uri="{FF2B5EF4-FFF2-40B4-BE49-F238E27FC236}">
                  <a16:creationId xmlns:a16="http://schemas.microsoft.com/office/drawing/2014/main" id="{00C7B181-1A52-7B4A-BF18-B3E49F455CB8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60223"/>
              <a:ext cx="38416" cy="26171"/>
            </a:xfrm>
            <a:custGeom>
              <a:avLst/>
              <a:gdLst/>
              <a:ahLst/>
              <a:cxnLst/>
              <a:rect l="0" t="0" r="0" b="0"/>
              <a:pathLst>
                <a:path w="38416" h="26171">
                  <a:moveTo>
                    <a:pt x="0" y="26171"/>
                  </a:moveTo>
                  <a:lnTo>
                    <a:pt x="38416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1" name="Input_receptor__1500">
              <a:extLst>
                <a:ext uri="{FF2B5EF4-FFF2-40B4-BE49-F238E27FC236}">
                  <a16:creationId xmlns:a16="http://schemas.microsoft.com/office/drawing/2014/main" id="{4A7FAB5F-5B2A-D3B5-7054-71D92154EEE4}"/>
                </a:ext>
              </a:extLst>
            </p:cNvPr>
            <p:cNvSpPr>
              <a:spLocks noGrp="1"/>
            </p:cNvSpPr>
            <p:nvPr/>
          </p:nvSpPr>
          <p:spPr>
            <a:xfrm>
              <a:off x="957562" y="4711672"/>
              <a:ext cx="37166" cy="24628"/>
            </a:xfrm>
            <a:custGeom>
              <a:avLst/>
              <a:gdLst/>
              <a:ahLst/>
              <a:cxnLst/>
              <a:rect l="0" t="0" r="0" b="0"/>
              <a:pathLst>
                <a:path w="37166" h="24628">
                  <a:moveTo>
                    <a:pt x="37166" y="0"/>
                  </a:moveTo>
                  <a:lnTo>
                    <a:pt x="0" y="24628"/>
                  </a:lnTo>
                </a:path>
              </a:pathLst>
            </a:custGeom>
            <a:noFill/>
            <a:ln w="8096">
              <a:solidFill>
                <a:srgbClr val="97A7B2"/>
              </a:solidFill>
            </a:ln>
          </p:spPr>
        </p:sp>
        <p:sp>
          <p:nvSpPr>
            <p:cNvPr id="1502" name="Input_receptor__1501">
              <a:extLst>
                <a:ext uri="{FF2B5EF4-FFF2-40B4-BE49-F238E27FC236}">
                  <a16:creationId xmlns:a16="http://schemas.microsoft.com/office/drawing/2014/main" id="{C99420BD-0AF0-4B28-83BB-BE1D3F69559A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30055"/>
              <a:ext cx="16811" cy="11521"/>
            </a:xfrm>
            <a:custGeom>
              <a:avLst/>
              <a:gdLst/>
              <a:ahLst/>
              <a:cxnLst/>
              <a:rect l="0" t="0" r="0" b="0"/>
              <a:pathLst>
                <a:path w="16811" h="11521">
                  <a:moveTo>
                    <a:pt x="16811" y="0"/>
                  </a:moveTo>
                  <a:lnTo>
                    <a:pt x="0" y="11521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3" name="Input_receptor__1502">
              <a:extLst>
                <a:ext uri="{FF2B5EF4-FFF2-40B4-BE49-F238E27FC236}">
                  <a16:creationId xmlns:a16="http://schemas.microsoft.com/office/drawing/2014/main" id="{66AE0C37-DE2C-D926-5B0F-547E3C89249E}"/>
                </a:ext>
              </a:extLst>
            </p:cNvPr>
            <p:cNvSpPr>
              <a:spLocks noGrp="1"/>
            </p:cNvSpPr>
            <p:nvPr/>
          </p:nvSpPr>
          <p:spPr>
            <a:xfrm>
              <a:off x="999443" y="4796060"/>
              <a:ext cx="39340" cy="22116"/>
            </a:xfrm>
            <a:custGeom>
              <a:avLst/>
              <a:gdLst/>
              <a:ahLst/>
              <a:cxnLst/>
              <a:rect l="0" t="0" r="0" b="0"/>
              <a:pathLst>
                <a:path w="39340" h="22116">
                  <a:moveTo>
                    <a:pt x="0" y="0"/>
                  </a:moveTo>
                  <a:lnTo>
                    <a:pt x="39340" y="22116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4" name="Input_receptor__1503">
              <a:extLst>
                <a:ext uri="{FF2B5EF4-FFF2-40B4-BE49-F238E27FC236}">
                  <a16:creationId xmlns:a16="http://schemas.microsoft.com/office/drawing/2014/main" id="{C07274FC-9494-6661-975E-5F1C3544DF2F}"/>
                </a:ext>
              </a:extLst>
            </p:cNvPr>
            <p:cNvSpPr>
              <a:spLocks noGrp="1"/>
            </p:cNvSpPr>
            <p:nvPr/>
          </p:nvSpPr>
          <p:spPr>
            <a:xfrm>
              <a:off x="1003810" y="4917736"/>
              <a:ext cx="39980" cy="19965"/>
            </a:xfrm>
            <a:custGeom>
              <a:avLst/>
              <a:gdLst/>
              <a:ahLst/>
              <a:cxnLst/>
              <a:rect l="0" t="0" r="0" b="0"/>
              <a:pathLst>
                <a:path w="39980" h="19965">
                  <a:moveTo>
                    <a:pt x="39980" y="199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5" name="Input_receptor__1504">
              <a:extLst>
                <a:ext uri="{FF2B5EF4-FFF2-40B4-BE49-F238E27FC236}">
                  <a16:creationId xmlns:a16="http://schemas.microsoft.com/office/drawing/2014/main" id="{ECB68952-FEA8-5D24-A0D6-A9CF1A9928CB}"/>
                </a:ext>
              </a:extLst>
            </p:cNvPr>
            <p:cNvSpPr>
              <a:spLocks noGrp="1"/>
            </p:cNvSpPr>
            <p:nvPr/>
          </p:nvSpPr>
          <p:spPr>
            <a:xfrm>
              <a:off x="1479463" y="4784544"/>
              <a:ext cx="34585" cy="29621"/>
            </a:xfrm>
            <a:custGeom>
              <a:avLst/>
              <a:gdLst/>
              <a:ahLst/>
              <a:cxnLst/>
              <a:rect l="0" t="0" r="0" b="0"/>
              <a:pathLst>
                <a:path w="34585" h="29621">
                  <a:moveTo>
                    <a:pt x="34585" y="0"/>
                  </a:moveTo>
                  <a:lnTo>
                    <a:pt x="0" y="2962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6" name="Input_receptor__1505">
              <a:extLst>
                <a:ext uri="{FF2B5EF4-FFF2-40B4-BE49-F238E27FC236}">
                  <a16:creationId xmlns:a16="http://schemas.microsoft.com/office/drawing/2014/main" id="{10B35DBB-EFEB-8A05-64EB-AF97F9E62631}"/>
                </a:ext>
              </a:extLst>
            </p:cNvPr>
            <p:cNvSpPr>
              <a:spLocks noGrp="1"/>
            </p:cNvSpPr>
            <p:nvPr/>
          </p:nvSpPr>
          <p:spPr>
            <a:xfrm>
              <a:off x="1106678" y="4857191"/>
              <a:ext cx="32788" cy="33301"/>
            </a:xfrm>
            <a:custGeom>
              <a:avLst/>
              <a:gdLst/>
              <a:ahLst/>
              <a:cxnLst/>
              <a:rect l="0" t="0" r="0" b="0"/>
              <a:pathLst>
                <a:path w="32788" h="33301">
                  <a:moveTo>
                    <a:pt x="0" y="0"/>
                  </a:moveTo>
                  <a:lnTo>
                    <a:pt x="32788" y="3330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7" name="Input_receptor__1506">
              <a:extLst>
                <a:ext uri="{FF2B5EF4-FFF2-40B4-BE49-F238E27FC236}">
                  <a16:creationId xmlns:a16="http://schemas.microsoft.com/office/drawing/2014/main" id="{45B30762-2F73-E56B-1285-579E3AEDD3E5}"/>
                </a:ext>
              </a:extLst>
            </p:cNvPr>
            <p:cNvSpPr>
              <a:spLocks noGrp="1"/>
            </p:cNvSpPr>
            <p:nvPr/>
          </p:nvSpPr>
          <p:spPr>
            <a:xfrm>
              <a:off x="1367620" y="4673273"/>
              <a:ext cx="8026" cy="21728"/>
            </a:xfrm>
            <a:custGeom>
              <a:avLst/>
              <a:gdLst/>
              <a:ahLst/>
              <a:cxnLst/>
              <a:rect l="0" t="0" r="0" b="0"/>
              <a:pathLst>
                <a:path w="8026" h="21728">
                  <a:moveTo>
                    <a:pt x="8026" y="0"/>
                  </a:moveTo>
                  <a:lnTo>
                    <a:pt x="0" y="21728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8" name="Input_receptor__1507">
              <a:extLst>
                <a:ext uri="{FF2B5EF4-FFF2-40B4-BE49-F238E27FC236}">
                  <a16:creationId xmlns:a16="http://schemas.microsoft.com/office/drawing/2014/main" id="{DFD2AD56-DC09-AC1B-74D5-DBDA88187E37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58244"/>
              <a:ext cx="45961" cy="15393"/>
            </a:xfrm>
            <a:custGeom>
              <a:avLst/>
              <a:gdLst/>
              <a:ahLst/>
              <a:cxnLst/>
              <a:rect l="0" t="0" r="0" b="0"/>
              <a:pathLst>
                <a:path w="45961" h="15393">
                  <a:moveTo>
                    <a:pt x="0" y="0"/>
                  </a:moveTo>
                  <a:lnTo>
                    <a:pt x="45961" y="15393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9" name="Input_receptor__1508">
              <a:extLst>
                <a:ext uri="{FF2B5EF4-FFF2-40B4-BE49-F238E27FC236}">
                  <a16:creationId xmlns:a16="http://schemas.microsoft.com/office/drawing/2014/main" id="{3F1CC594-DB7E-1C27-4759-C7E91576343E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22356"/>
              <a:ext cx="5777" cy="22093"/>
            </a:xfrm>
            <a:custGeom>
              <a:avLst/>
              <a:gdLst/>
              <a:ahLst/>
              <a:cxnLst/>
              <a:rect l="0" t="0" r="0" b="0"/>
              <a:pathLst>
                <a:path w="5777" h="22093">
                  <a:moveTo>
                    <a:pt x="0" y="22093"/>
                  </a:moveTo>
                  <a:lnTo>
                    <a:pt x="5777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0" name="Input_receptor__1509">
              <a:extLst>
                <a:ext uri="{FF2B5EF4-FFF2-40B4-BE49-F238E27FC236}">
                  <a16:creationId xmlns:a16="http://schemas.microsoft.com/office/drawing/2014/main" id="{4A40EF56-F902-E24E-1733-02E9EDEFFA20}"/>
                </a:ext>
              </a:extLst>
            </p:cNvPr>
            <p:cNvSpPr>
              <a:spLocks noGrp="1"/>
            </p:cNvSpPr>
            <p:nvPr/>
          </p:nvSpPr>
          <p:spPr>
            <a:xfrm>
              <a:off x="1211621" y="4294439"/>
              <a:ext cx="42975" cy="19036"/>
            </a:xfrm>
            <a:custGeom>
              <a:avLst/>
              <a:gdLst/>
              <a:ahLst/>
              <a:cxnLst/>
              <a:rect l="0" t="0" r="0" b="0"/>
              <a:pathLst>
                <a:path w="42975" h="19036">
                  <a:moveTo>
                    <a:pt x="0" y="0"/>
                  </a:moveTo>
                  <a:lnTo>
                    <a:pt x="42975" y="19036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1" name="Input_receptor__1510">
              <a:extLst>
                <a:ext uri="{FF2B5EF4-FFF2-40B4-BE49-F238E27FC236}">
                  <a16:creationId xmlns:a16="http://schemas.microsoft.com/office/drawing/2014/main" id="{3B985C58-EC53-19D8-7956-040CD6A5CBEF}"/>
                </a:ext>
              </a:extLst>
            </p:cNvPr>
            <p:cNvSpPr>
              <a:spLocks noGrp="1"/>
            </p:cNvSpPr>
            <p:nvPr/>
          </p:nvSpPr>
          <p:spPr>
            <a:xfrm>
              <a:off x="1513310" y="4601164"/>
              <a:ext cx="30202" cy="11364"/>
            </a:xfrm>
            <a:custGeom>
              <a:avLst/>
              <a:gdLst/>
              <a:ahLst/>
              <a:cxnLst/>
              <a:rect l="0" t="0" r="0" b="0"/>
              <a:pathLst>
                <a:path w="30202" h="11364">
                  <a:moveTo>
                    <a:pt x="30202" y="113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2" name="Input_receptor__1511">
              <a:extLst>
                <a:ext uri="{FF2B5EF4-FFF2-40B4-BE49-F238E27FC236}">
                  <a16:creationId xmlns:a16="http://schemas.microsoft.com/office/drawing/2014/main" id="{239BEFA0-654C-31BE-400F-F3FB2968C8E2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13475"/>
              <a:ext cx="13816" cy="44769"/>
            </a:xfrm>
            <a:custGeom>
              <a:avLst/>
              <a:gdLst/>
              <a:ahLst/>
              <a:cxnLst/>
              <a:rect l="0" t="0" r="0" b="0"/>
              <a:pathLst>
                <a:path w="13816" h="44769">
                  <a:moveTo>
                    <a:pt x="13816" y="0"/>
                  </a:moveTo>
                  <a:lnTo>
                    <a:pt x="0" y="44769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3" name="Input_receptor__1512">
              <a:extLst>
                <a:ext uri="{FF2B5EF4-FFF2-40B4-BE49-F238E27FC236}">
                  <a16:creationId xmlns:a16="http://schemas.microsoft.com/office/drawing/2014/main" id="{02B0D9BD-838A-6C6E-0C2E-ED7351FA0E58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6541"/>
              <a:ext cx="27013" cy="39758"/>
            </a:xfrm>
            <a:custGeom>
              <a:avLst/>
              <a:gdLst/>
              <a:ahLst/>
              <a:cxnLst/>
              <a:rect l="0" t="0" r="0" b="0"/>
              <a:pathLst>
                <a:path w="27013" h="39758">
                  <a:moveTo>
                    <a:pt x="27013" y="397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14" name="Input_receptor__1513">
              <a:extLst>
                <a:ext uri="{FF2B5EF4-FFF2-40B4-BE49-F238E27FC236}">
                  <a16:creationId xmlns:a16="http://schemas.microsoft.com/office/drawing/2014/main" id="{69B7863D-9207-F69E-BCCB-026207EB0EAE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92790"/>
              <a:ext cx="18135" cy="36164"/>
            </a:xfrm>
            <a:custGeom>
              <a:avLst/>
              <a:gdLst/>
              <a:ahLst/>
              <a:cxnLst/>
              <a:rect l="0" t="0" r="0" b="0"/>
              <a:pathLst>
                <a:path w="18135" h="36164">
                  <a:moveTo>
                    <a:pt x="0" y="0"/>
                  </a:moveTo>
                  <a:lnTo>
                    <a:pt x="18135" y="36164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5" name="Input_receptor__1514">
              <a:extLst>
                <a:ext uri="{FF2B5EF4-FFF2-40B4-BE49-F238E27FC236}">
                  <a16:creationId xmlns:a16="http://schemas.microsoft.com/office/drawing/2014/main" id="{B2E9A676-1249-8930-8A3A-537803F34B5E}"/>
                </a:ext>
              </a:extLst>
            </p:cNvPr>
            <p:cNvSpPr>
              <a:spLocks noGrp="1"/>
            </p:cNvSpPr>
            <p:nvPr/>
          </p:nvSpPr>
          <p:spPr>
            <a:xfrm>
              <a:off x="852635" y="4420232"/>
              <a:ext cx="22955" cy="42226"/>
            </a:xfrm>
            <a:custGeom>
              <a:avLst/>
              <a:gdLst/>
              <a:ahLst/>
              <a:cxnLst/>
              <a:rect l="0" t="0" r="0" b="0"/>
              <a:pathLst>
                <a:path w="22955" h="42226">
                  <a:moveTo>
                    <a:pt x="0" y="42226"/>
                  </a:moveTo>
                  <a:lnTo>
                    <a:pt x="22955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6" name="Input_receptor__1515">
              <a:extLst>
                <a:ext uri="{FF2B5EF4-FFF2-40B4-BE49-F238E27FC236}">
                  <a16:creationId xmlns:a16="http://schemas.microsoft.com/office/drawing/2014/main" id="{2CA3A930-0F90-42C8-7CB3-1A07145FB639}"/>
                </a:ext>
              </a:extLst>
            </p:cNvPr>
            <p:cNvSpPr>
              <a:spLocks noGrp="1"/>
            </p:cNvSpPr>
            <p:nvPr/>
          </p:nvSpPr>
          <p:spPr>
            <a:xfrm>
              <a:off x="1154328" y="4994900"/>
              <a:ext cx="20789" cy="38193"/>
            </a:xfrm>
            <a:custGeom>
              <a:avLst/>
              <a:gdLst/>
              <a:ahLst/>
              <a:cxnLst/>
              <a:rect l="0" t="0" r="0" b="0"/>
              <a:pathLst>
                <a:path w="20789" h="38193">
                  <a:moveTo>
                    <a:pt x="20789" y="0"/>
                  </a:moveTo>
                  <a:lnTo>
                    <a:pt x="0" y="38193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17" name="Input_receptor__1516">
              <a:extLst>
                <a:ext uri="{FF2B5EF4-FFF2-40B4-BE49-F238E27FC236}">
                  <a16:creationId xmlns:a16="http://schemas.microsoft.com/office/drawing/2014/main" id="{3B48D4FD-DCF8-18E8-EF01-99D74AD23074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641380"/>
              <a:ext cx="19829" cy="18208"/>
            </a:xfrm>
            <a:custGeom>
              <a:avLst/>
              <a:gdLst/>
              <a:ahLst/>
              <a:cxnLst/>
              <a:rect l="0" t="0" r="0" b="0"/>
              <a:pathLst>
                <a:path w="19829" h="18208">
                  <a:moveTo>
                    <a:pt x="19829" y="182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8" name="Input_receptor__1517">
              <a:extLst>
                <a:ext uri="{FF2B5EF4-FFF2-40B4-BE49-F238E27FC236}">
                  <a16:creationId xmlns:a16="http://schemas.microsoft.com/office/drawing/2014/main" id="{39445B92-F8EF-D40D-3F4A-4458EF31B283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34660" cy="12803"/>
            </a:xfrm>
            <a:custGeom>
              <a:avLst/>
              <a:gdLst/>
              <a:ahLst/>
              <a:cxnLst/>
              <a:rect l="0" t="0" r="0" b="0"/>
              <a:pathLst>
                <a:path w="34660" h="12803">
                  <a:moveTo>
                    <a:pt x="34660" y="12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9" name="Input_receptor__1518">
              <a:extLst>
                <a:ext uri="{FF2B5EF4-FFF2-40B4-BE49-F238E27FC236}">
                  <a16:creationId xmlns:a16="http://schemas.microsoft.com/office/drawing/2014/main" id="{CD439EB0-FFA9-29B3-35E9-66FEA7498BB3}"/>
                </a:ext>
              </a:extLst>
            </p:cNvPr>
            <p:cNvSpPr>
              <a:spLocks noGrp="1"/>
            </p:cNvSpPr>
            <p:nvPr/>
          </p:nvSpPr>
          <p:spPr>
            <a:xfrm>
              <a:off x="1420902" y="4687957"/>
              <a:ext cx="14657" cy="95"/>
            </a:xfrm>
            <a:custGeom>
              <a:avLst/>
              <a:gdLst/>
              <a:ahLst/>
              <a:cxnLst/>
              <a:rect l="0" t="0" r="0" b="0"/>
              <a:pathLst>
                <a:path w="14657" h="95">
                  <a:moveTo>
                    <a:pt x="14657" y="0"/>
                  </a:moveTo>
                  <a:lnTo>
                    <a:pt x="0" y="38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0" name="Input_receptor__1519">
              <a:extLst>
                <a:ext uri="{FF2B5EF4-FFF2-40B4-BE49-F238E27FC236}">
                  <a16:creationId xmlns:a16="http://schemas.microsoft.com/office/drawing/2014/main" id="{D3A55212-4510-FE21-A929-DEF350FBEB8F}"/>
                </a:ext>
              </a:extLst>
            </p:cNvPr>
            <p:cNvSpPr>
              <a:spLocks noGrp="1"/>
            </p:cNvSpPr>
            <p:nvPr/>
          </p:nvSpPr>
          <p:spPr>
            <a:xfrm>
              <a:off x="1452333" y="4395863"/>
              <a:ext cx="16399" cy="33955"/>
            </a:xfrm>
            <a:custGeom>
              <a:avLst/>
              <a:gdLst/>
              <a:ahLst/>
              <a:cxnLst/>
              <a:rect l="0" t="0" r="0" b="0"/>
              <a:pathLst>
                <a:path w="16399" h="33955">
                  <a:moveTo>
                    <a:pt x="0" y="0"/>
                  </a:moveTo>
                  <a:lnTo>
                    <a:pt x="16399" y="3395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1" name="Input_receptor__1520">
              <a:extLst>
                <a:ext uri="{FF2B5EF4-FFF2-40B4-BE49-F238E27FC236}">
                  <a16:creationId xmlns:a16="http://schemas.microsoft.com/office/drawing/2014/main" id="{E3BC593C-2B17-B6A1-7C16-463F80ED4D60}"/>
                </a:ext>
              </a:extLst>
            </p:cNvPr>
            <p:cNvSpPr>
              <a:spLocks noGrp="1"/>
            </p:cNvSpPr>
            <p:nvPr/>
          </p:nvSpPr>
          <p:spPr>
            <a:xfrm>
              <a:off x="1413508" y="4388221"/>
              <a:ext cx="38824" cy="7642"/>
            </a:xfrm>
            <a:custGeom>
              <a:avLst/>
              <a:gdLst/>
              <a:ahLst/>
              <a:cxnLst/>
              <a:rect l="0" t="0" r="0" b="0"/>
              <a:pathLst>
                <a:path w="38824" h="7642">
                  <a:moveTo>
                    <a:pt x="0" y="0"/>
                  </a:moveTo>
                  <a:lnTo>
                    <a:pt x="38824" y="764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2" name="Input_receptor__1521">
              <a:extLst>
                <a:ext uri="{FF2B5EF4-FFF2-40B4-BE49-F238E27FC236}">
                  <a16:creationId xmlns:a16="http://schemas.microsoft.com/office/drawing/2014/main" id="{95C5098B-9495-D705-FFFD-0EDAD3F2A790}"/>
                </a:ext>
              </a:extLst>
            </p:cNvPr>
            <p:cNvSpPr>
              <a:spLocks noGrp="1"/>
            </p:cNvSpPr>
            <p:nvPr/>
          </p:nvSpPr>
          <p:spPr>
            <a:xfrm>
              <a:off x="1038783" y="4815208"/>
              <a:ext cx="35649" cy="2968"/>
            </a:xfrm>
            <a:custGeom>
              <a:avLst/>
              <a:gdLst/>
              <a:ahLst/>
              <a:cxnLst/>
              <a:rect l="0" t="0" r="0" b="0"/>
              <a:pathLst>
                <a:path w="35649" h="2968">
                  <a:moveTo>
                    <a:pt x="0" y="2968"/>
                  </a:moveTo>
                  <a:lnTo>
                    <a:pt x="35649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3" name="Input_receptor__1522">
              <a:extLst>
                <a:ext uri="{FF2B5EF4-FFF2-40B4-BE49-F238E27FC236}">
                  <a16:creationId xmlns:a16="http://schemas.microsoft.com/office/drawing/2014/main" id="{1013BF93-F835-9A06-5BD3-1C484B735D3D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16652"/>
              <a:ext cx="24276" cy="6680"/>
            </a:xfrm>
            <a:custGeom>
              <a:avLst/>
              <a:gdLst/>
              <a:ahLst/>
              <a:cxnLst/>
              <a:rect l="0" t="0" r="0" b="0"/>
              <a:pathLst>
                <a:path w="24276" h="6680">
                  <a:moveTo>
                    <a:pt x="0" y="6680"/>
                  </a:moveTo>
                  <a:lnTo>
                    <a:pt x="24276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4" name="Input_receptor__1523">
              <a:extLst>
                <a:ext uri="{FF2B5EF4-FFF2-40B4-BE49-F238E27FC236}">
                  <a16:creationId xmlns:a16="http://schemas.microsoft.com/office/drawing/2014/main" id="{819BB54F-48C3-7858-EB2B-BB5903510297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06149"/>
              <a:ext cx="20391" cy="41678"/>
            </a:xfrm>
            <a:custGeom>
              <a:avLst/>
              <a:gdLst/>
              <a:ahLst/>
              <a:cxnLst/>
              <a:rect l="0" t="0" r="0" b="0"/>
              <a:pathLst>
                <a:path w="20391" h="41678">
                  <a:moveTo>
                    <a:pt x="0" y="41678"/>
                  </a:moveTo>
                  <a:lnTo>
                    <a:pt x="20391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5" name="Input_receptor__1524">
              <a:extLst>
                <a:ext uri="{FF2B5EF4-FFF2-40B4-BE49-F238E27FC236}">
                  <a16:creationId xmlns:a16="http://schemas.microsoft.com/office/drawing/2014/main" id="{7217990C-EFA3-94C5-D21F-D728CCFB62FA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61908"/>
              <a:ext cx="1653" cy="30882"/>
            </a:xfrm>
            <a:custGeom>
              <a:avLst/>
              <a:gdLst/>
              <a:ahLst/>
              <a:cxnLst/>
              <a:rect l="0" t="0" r="0" b="0"/>
              <a:pathLst>
                <a:path w="1653" h="30882">
                  <a:moveTo>
                    <a:pt x="1653" y="0"/>
                  </a:moveTo>
                  <a:lnTo>
                    <a:pt x="0" y="3088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6" name="Input_receptor__1525">
              <a:extLst>
                <a:ext uri="{FF2B5EF4-FFF2-40B4-BE49-F238E27FC236}">
                  <a16:creationId xmlns:a16="http://schemas.microsoft.com/office/drawing/2014/main" id="{3B1D9C0C-B0C6-EBA2-79E2-35CD6B19F8A4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09076"/>
              <a:ext cx="10846" cy="14644"/>
            </a:xfrm>
            <a:custGeom>
              <a:avLst/>
              <a:gdLst/>
              <a:ahLst/>
              <a:cxnLst/>
              <a:rect l="0" t="0" r="0" b="0"/>
              <a:pathLst>
                <a:path w="10846" h="14644">
                  <a:moveTo>
                    <a:pt x="10846" y="0"/>
                  </a:moveTo>
                  <a:lnTo>
                    <a:pt x="0" y="14644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7" name="Input_receptor__1526">
              <a:extLst>
                <a:ext uri="{FF2B5EF4-FFF2-40B4-BE49-F238E27FC236}">
                  <a16:creationId xmlns:a16="http://schemas.microsoft.com/office/drawing/2014/main" id="{993C4F5C-BCD7-CFD1-EA7A-690CDD5FFB9B}"/>
                </a:ext>
              </a:extLst>
            </p:cNvPr>
            <p:cNvSpPr>
              <a:spLocks noGrp="1"/>
            </p:cNvSpPr>
            <p:nvPr/>
          </p:nvSpPr>
          <p:spPr>
            <a:xfrm>
              <a:off x="1183106" y="4856270"/>
              <a:ext cx="31162" cy="15865"/>
            </a:xfrm>
            <a:custGeom>
              <a:avLst/>
              <a:gdLst/>
              <a:ahLst/>
              <a:cxnLst/>
              <a:rect l="0" t="0" r="0" b="0"/>
              <a:pathLst>
                <a:path w="31162" h="15865">
                  <a:moveTo>
                    <a:pt x="0" y="0"/>
                  </a:moveTo>
                  <a:lnTo>
                    <a:pt x="31162" y="1586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8" name="Input_receptor__1527">
              <a:extLst>
                <a:ext uri="{FF2B5EF4-FFF2-40B4-BE49-F238E27FC236}">
                  <a16:creationId xmlns:a16="http://schemas.microsoft.com/office/drawing/2014/main" id="{05D3DCA8-1A6A-814B-56B2-8300818B1887}"/>
                </a:ext>
              </a:extLst>
            </p:cNvPr>
            <p:cNvSpPr>
              <a:spLocks noGrp="1"/>
            </p:cNvSpPr>
            <p:nvPr/>
          </p:nvSpPr>
          <p:spPr>
            <a:xfrm>
              <a:off x="1072382" y="4441365"/>
              <a:ext cx="29799" cy="34211"/>
            </a:xfrm>
            <a:custGeom>
              <a:avLst/>
              <a:gdLst/>
              <a:ahLst/>
              <a:cxnLst/>
              <a:rect l="0" t="0" r="0" b="0"/>
              <a:pathLst>
                <a:path w="29799" h="34211">
                  <a:moveTo>
                    <a:pt x="29799" y="342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9" name="Input_receptor__1528">
              <a:extLst>
                <a:ext uri="{FF2B5EF4-FFF2-40B4-BE49-F238E27FC236}">
                  <a16:creationId xmlns:a16="http://schemas.microsoft.com/office/drawing/2014/main" id="{733D0AC0-55B9-3F93-A40A-A204B48240FC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23800" cy="28809"/>
            </a:xfrm>
            <a:custGeom>
              <a:avLst/>
              <a:gdLst/>
              <a:ahLst/>
              <a:cxnLst/>
              <a:rect l="0" t="0" r="0" b="0"/>
              <a:pathLst>
                <a:path w="23800" h="28809">
                  <a:moveTo>
                    <a:pt x="0" y="0"/>
                  </a:moveTo>
                  <a:lnTo>
                    <a:pt x="23800" y="28809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0" name="Input_receptor__1529">
              <a:extLst>
                <a:ext uri="{FF2B5EF4-FFF2-40B4-BE49-F238E27FC236}">
                  <a16:creationId xmlns:a16="http://schemas.microsoft.com/office/drawing/2014/main" id="{2AEFF3EA-87EF-38F7-5881-8463FCC9B4D4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33063"/>
              <a:ext cx="22625" cy="18734"/>
            </a:xfrm>
            <a:custGeom>
              <a:avLst/>
              <a:gdLst/>
              <a:ahLst/>
              <a:cxnLst/>
              <a:rect l="0" t="0" r="0" b="0"/>
              <a:pathLst>
                <a:path w="22625" h="18734">
                  <a:moveTo>
                    <a:pt x="22625" y="187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1" name="Input_receptor__1530">
              <a:extLst>
                <a:ext uri="{FF2B5EF4-FFF2-40B4-BE49-F238E27FC236}">
                  <a16:creationId xmlns:a16="http://schemas.microsoft.com/office/drawing/2014/main" id="{EF7B3475-CD99-22DA-AC8E-77A36F34A3B3}"/>
                </a:ext>
              </a:extLst>
            </p:cNvPr>
            <p:cNvSpPr>
              <a:spLocks noGrp="1"/>
            </p:cNvSpPr>
            <p:nvPr/>
          </p:nvSpPr>
          <p:spPr>
            <a:xfrm>
              <a:off x="1073690" y="4291233"/>
              <a:ext cx="33055" cy="31132"/>
            </a:xfrm>
            <a:custGeom>
              <a:avLst/>
              <a:gdLst/>
              <a:ahLst/>
              <a:cxnLst/>
              <a:rect l="0" t="0" r="0" b="0"/>
              <a:pathLst>
                <a:path w="33055" h="31132">
                  <a:moveTo>
                    <a:pt x="33055" y="0"/>
                  </a:moveTo>
                  <a:lnTo>
                    <a:pt x="0" y="311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2" name="Input_receptor__1531">
              <a:extLst>
                <a:ext uri="{FF2B5EF4-FFF2-40B4-BE49-F238E27FC236}">
                  <a16:creationId xmlns:a16="http://schemas.microsoft.com/office/drawing/2014/main" id="{777D434C-C869-8327-1EAB-CC72B5383C52}"/>
                </a:ext>
              </a:extLst>
            </p:cNvPr>
            <p:cNvSpPr>
              <a:spLocks noGrp="1"/>
            </p:cNvSpPr>
            <p:nvPr/>
          </p:nvSpPr>
          <p:spPr>
            <a:xfrm>
              <a:off x="957114" y="4568197"/>
              <a:ext cx="7954" cy="4783"/>
            </a:xfrm>
            <a:custGeom>
              <a:avLst/>
              <a:gdLst/>
              <a:ahLst/>
              <a:cxnLst/>
              <a:rect l="0" t="0" r="0" b="0"/>
              <a:pathLst>
                <a:path w="7954" h="4783">
                  <a:moveTo>
                    <a:pt x="7954" y="0"/>
                  </a:moveTo>
                  <a:lnTo>
                    <a:pt x="0" y="4783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3" name="Input_receptor__1532">
              <a:extLst>
                <a:ext uri="{FF2B5EF4-FFF2-40B4-BE49-F238E27FC236}">
                  <a16:creationId xmlns:a16="http://schemas.microsoft.com/office/drawing/2014/main" id="{3B39C0D9-FAF6-A362-1661-9AD1C1EFCA2C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59203"/>
              <a:ext cx="20251" cy="20933"/>
            </a:xfrm>
            <a:custGeom>
              <a:avLst/>
              <a:gdLst/>
              <a:ahLst/>
              <a:cxnLst/>
              <a:rect l="0" t="0" r="0" b="0"/>
              <a:pathLst>
                <a:path w="20251" h="20933">
                  <a:moveTo>
                    <a:pt x="0" y="0"/>
                  </a:moveTo>
                  <a:lnTo>
                    <a:pt x="20251" y="20933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4" name="Input_receptor__1533">
              <a:extLst>
                <a:ext uri="{FF2B5EF4-FFF2-40B4-BE49-F238E27FC236}">
                  <a16:creationId xmlns:a16="http://schemas.microsoft.com/office/drawing/2014/main" id="{B3451A1C-096F-89AB-254F-62909AAAE54F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52009"/>
              <a:ext cx="18214" cy="33396"/>
            </a:xfrm>
            <a:custGeom>
              <a:avLst/>
              <a:gdLst/>
              <a:ahLst/>
              <a:cxnLst/>
              <a:rect l="0" t="0" r="0" b="0"/>
              <a:pathLst>
                <a:path w="18214" h="33396">
                  <a:moveTo>
                    <a:pt x="18214" y="333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5" name="Input_receptor__1534">
              <a:extLst>
                <a:ext uri="{FF2B5EF4-FFF2-40B4-BE49-F238E27FC236}">
                  <a16:creationId xmlns:a16="http://schemas.microsoft.com/office/drawing/2014/main" id="{BA141481-8CF7-97F9-32B5-262ABE9FCDE2}"/>
                </a:ext>
              </a:extLst>
            </p:cNvPr>
            <p:cNvSpPr>
              <a:spLocks noGrp="1"/>
            </p:cNvSpPr>
            <p:nvPr/>
          </p:nvSpPr>
          <p:spPr>
            <a:xfrm>
              <a:off x="1479192" y="4814164"/>
              <a:ext cx="270" cy="21437"/>
            </a:xfrm>
            <a:custGeom>
              <a:avLst/>
              <a:gdLst/>
              <a:ahLst/>
              <a:cxnLst/>
              <a:rect l="0" t="0" r="0" b="0"/>
              <a:pathLst>
                <a:path w="270" h="21437">
                  <a:moveTo>
                    <a:pt x="270" y="0"/>
                  </a:moveTo>
                  <a:lnTo>
                    <a:pt x="0" y="21437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6" name="Input_receptor__1535">
              <a:extLst>
                <a:ext uri="{FF2B5EF4-FFF2-40B4-BE49-F238E27FC236}">
                  <a16:creationId xmlns:a16="http://schemas.microsoft.com/office/drawing/2014/main" id="{D9B023D7-80BE-F482-F75B-0EB22777508B}"/>
                </a:ext>
              </a:extLst>
            </p:cNvPr>
            <p:cNvSpPr>
              <a:spLocks noGrp="1"/>
            </p:cNvSpPr>
            <p:nvPr/>
          </p:nvSpPr>
          <p:spPr>
            <a:xfrm>
              <a:off x="910402" y="4438432"/>
              <a:ext cx="574" cy="38360"/>
            </a:xfrm>
            <a:custGeom>
              <a:avLst/>
              <a:gdLst/>
              <a:ahLst/>
              <a:cxnLst/>
              <a:rect l="0" t="0" r="0" b="0"/>
              <a:pathLst>
                <a:path w="574" h="38360">
                  <a:moveTo>
                    <a:pt x="574" y="0"/>
                  </a:moveTo>
                  <a:lnTo>
                    <a:pt x="0" y="3836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7" name="Input_receptor__1536">
              <a:extLst>
                <a:ext uri="{FF2B5EF4-FFF2-40B4-BE49-F238E27FC236}">
                  <a16:creationId xmlns:a16="http://schemas.microsoft.com/office/drawing/2014/main" id="{2A28AB91-84E3-EC39-9C7D-709AC609B365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688848"/>
              <a:ext cx="23887" cy="17885"/>
            </a:xfrm>
            <a:custGeom>
              <a:avLst/>
              <a:gdLst/>
              <a:ahLst/>
              <a:cxnLst/>
              <a:rect l="0" t="0" r="0" b="0"/>
              <a:pathLst>
                <a:path w="23887" h="17885">
                  <a:moveTo>
                    <a:pt x="23887" y="0"/>
                  </a:moveTo>
                  <a:lnTo>
                    <a:pt x="0" y="17885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8" name="Input_receptor__1537">
              <a:extLst>
                <a:ext uri="{FF2B5EF4-FFF2-40B4-BE49-F238E27FC236}">
                  <a16:creationId xmlns:a16="http://schemas.microsoft.com/office/drawing/2014/main" id="{E52D203C-581C-34AE-3231-72327355DFD6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78677"/>
              <a:ext cx="46712" cy="8734"/>
            </a:xfrm>
            <a:custGeom>
              <a:avLst/>
              <a:gdLst/>
              <a:ahLst/>
              <a:cxnLst/>
              <a:rect l="0" t="0" r="0" b="0"/>
              <a:pathLst>
                <a:path w="46712" h="8734">
                  <a:moveTo>
                    <a:pt x="46712" y="0"/>
                  </a:moveTo>
                  <a:lnTo>
                    <a:pt x="0" y="8734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9" name="Input_receptor__1538">
              <a:extLst>
                <a:ext uri="{FF2B5EF4-FFF2-40B4-BE49-F238E27FC236}">
                  <a16:creationId xmlns:a16="http://schemas.microsoft.com/office/drawing/2014/main" id="{9A579148-05E0-F4CC-C663-99FAEE38FE0A}"/>
                </a:ext>
              </a:extLst>
            </p:cNvPr>
            <p:cNvSpPr>
              <a:spLocks noGrp="1"/>
            </p:cNvSpPr>
            <p:nvPr/>
          </p:nvSpPr>
          <p:spPr>
            <a:xfrm>
              <a:off x="1440552" y="4630055"/>
              <a:ext cx="42180" cy="21952"/>
            </a:xfrm>
            <a:custGeom>
              <a:avLst/>
              <a:gdLst/>
              <a:ahLst/>
              <a:cxnLst/>
              <a:rect l="0" t="0" r="0" b="0"/>
              <a:pathLst>
                <a:path w="42180" h="21952">
                  <a:moveTo>
                    <a:pt x="42180" y="21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0" name="Input_receptor__1539">
              <a:extLst>
                <a:ext uri="{FF2B5EF4-FFF2-40B4-BE49-F238E27FC236}">
                  <a16:creationId xmlns:a16="http://schemas.microsoft.com/office/drawing/2014/main" id="{5C736F7F-BA0C-68B8-C15E-E6B4ECDF587C}"/>
                </a:ext>
              </a:extLst>
            </p:cNvPr>
            <p:cNvSpPr>
              <a:spLocks noGrp="1"/>
            </p:cNvSpPr>
            <p:nvPr/>
          </p:nvSpPr>
          <p:spPr>
            <a:xfrm>
              <a:off x="1106746" y="4277429"/>
              <a:ext cx="45287" cy="13804"/>
            </a:xfrm>
            <a:custGeom>
              <a:avLst/>
              <a:gdLst/>
              <a:ahLst/>
              <a:cxnLst/>
              <a:rect l="0" t="0" r="0" b="0"/>
              <a:pathLst>
                <a:path w="45287" h="13804">
                  <a:moveTo>
                    <a:pt x="45287" y="0"/>
                  </a:moveTo>
                  <a:lnTo>
                    <a:pt x="0" y="13804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1" name="Input_receptor__1540">
              <a:extLst>
                <a:ext uri="{FF2B5EF4-FFF2-40B4-BE49-F238E27FC236}">
                  <a16:creationId xmlns:a16="http://schemas.microsoft.com/office/drawing/2014/main" id="{C7AB4644-0B03-9E3D-0996-BAF9809D30A7}"/>
                </a:ext>
              </a:extLst>
            </p:cNvPr>
            <p:cNvSpPr>
              <a:spLocks noGrp="1"/>
            </p:cNvSpPr>
            <p:nvPr/>
          </p:nvSpPr>
          <p:spPr>
            <a:xfrm>
              <a:off x="1514047" y="4784544"/>
              <a:ext cx="25957" cy="37812"/>
            </a:xfrm>
            <a:custGeom>
              <a:avLst/>
              <a:gdLst/>
              <a:ahLst/>
              <a:cxnLst/>
              <a:rect l="0" t="0" r="0" b="0"/>
              <a:pathLst>
                <a:path w="25957" h="37812">
                  <a:moveTo>
                    <a:pt x="25957" y="378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2" name="Input_receptor__1541">
              <a:extLst>
                <a:ext uri="{FF2B5EF4-FFF2-40B4-BE49-F238E27FC236}">
                  <a16:creationId xmlns:a16="http://schemas.microsoft.com/office/drawing/2014/main" id="{B893C8FB-5632-3D8E-25E3-AE0E89542F01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47827"/>
              <a:ext cx="27203" cy="39429"/>
            </a:xfrm>
            <a:custGeom>
              <a:avLst/>
              <a:gdLst/>
              <a:ahLst/>
              <a:cxnLst/>
              <a:rect l="0" t="0" r="0" b="0"/>
              <a:pathLst>
                <a:path w="27203" h="39429">
                  <a:moveTo>
                    <a:pt x="27203" y="394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3" name="Input_receptor__1542">
              <a:extLst>
                <a:ext uri="{FF2B5EF4-FFF2-40B4-BE49-F238E27FC236}">
                  <a16:creationId xmlns:a16="http://schemas.microsoft.com/office/drawing/2014/main" id="{73DAA737-A4A4-A7D5-29AF-25C32BBA6B15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518480"/>
              <a:ext cx="5139" cy="41743"/>
            </a:xfrm>
            <a:custGeom>
              <a:avLst/>
              <a:gdLst/>
              <a:ahLst/>
              <a:cxnLst/>
              <a:rect l="0" t="0" r="0" b="0"/>
              <a:pathLst>
                <a:path w="5139" h="41743">
                  <a:moveTo>
                    <a:pt x="5139" y="41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4" name="Input_receptor__1543">
              <a:extLst>
                <a:ext uri="{FF2B5EF4-FFF2-40B4-BE49-F238E27FC236}">
                  <a16:creationId xmlns:a16="http://schemas.microsoft.com/office/drawing/2014/main" id="{9185A7E3-5D6E-6665-08E9-25BC4C8E4631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10184" cy="43232"/>
            </a:xfrm>
            <a:custGeom>
              <a:avLst/>
              <a:gdLst/>
              <a:ahLst/>
              <a:cxnLst/>
              <a:rect l="0" t="0" r="0" b="0"/>
              <a:pathLst>
                <a:path w="10184" h="43232">
                  <a:moveTo>
                    <a:pt x="0" y="0"/>
                  </a:moveTo>
                  <a:lnTo>
                    <a:pt x="10184" y="432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5" name="Input_receptor__1544">
              <a:extLst>
                <a:ext uri="{FF2B5EF4-FFF2-40B4-BE49-F238E27FC236}">
                  <a16:creationId xmlns:a16="http://schemas.microsoft.com/office/drawing/2014/main" id="{C44DDCDA-4F0B-BC74-C171-92A0003DFA83}"/>
                </a:ext>
              </a:extLst>
            </p:cNvPr>
            <p:cNvSpPr>
              <a:spLocks noGrp="1"/>
            </p:cNvSpPr>
            <p:nvPr/>
          </p:nvSpPr>
          <p:spPr>
            <a:xfrm>
              <a:off x="875590" y="4420232"/>
              <a:ext cx="35386" cy="18200"/>
            </a:xfrm>
            <a:custGeom>
              <a:avLst/>
              <a:gdLst/>
              <a:ahLst/>
              <a:cxnLst/>
              <a:rect l="0" t="0" r="0" b="0"/>
              <a:pathLst>
                <a:path w="35386" h="18200">
                  <a:moveTo>
                    <a:pt x="0" y="0"/>
                  </a:moveTo>
                  <a:lnTo>
                    <a:pt x="35386" y="1820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6" name="Input_receptor__1545">
              <a:extLst>
                <a:ext uri="{FF2B5EF4-FFF2-40B4-BE49-F238E27FC236}">
                  <a16:creationId xmlns:a16="http://schemas.microsoft.com/office/drawing/2014/main" id="{09511384-C148-1892-6C20-05C569E23A65}"/>
                </a:ext>
              </a:extLst>
            </p:cNvPr>
            <p:cNvSpPr>
              <a:spLocks noGrp="1"/>
            </p:cNvSpPr>
            <p:nvPr/>
          </p:nvSpPr>
          <p:spPr>
            <a:xfrm>
              <a:off x="1596115" y="4678677"/>
              <a:ext cx="7012" cy="47712"/>
            </a:xfrm>
            <a:custGeom>
              <a:avLst/>
              <a:gdLst/>
              <a:ahLst/>
              <a:cxnLst/>
              <a:rect l="0" t="0" r="0" b="0"/>
              <a:pathLst>
                <a:path w="7012" h="47712">
                  <a:moveTo>
                    <a:pt x="7012" y="47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7" name="Input_receptor__1546">
              <a:extLst>
                <a:ext uri="{FF2B5EF4-FFF2-40B4-BE49-F238E27FC236}">
                  <a16:creationId xmlns:a16="http://schemas.microsoft.com/office/drawing/2014/main" id="{11D3DA46-2D14-5174-EF09-400957C46BAC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12424"/>
              <a:ext cx="16303" cy="39585"/>
            </a:xfrm>
            <a:custGeom>
              <a:avLst/>
              <a:gdLst/>
              <a:ahLst/>
              <a:cxnLst/>
              <a:rect l="0" t="0" r="0" b="0"/>
              <a:pathLst>
                <a:path w="16303" h="39585">
                  <a:moveTo>
                    <a:pt x="0" y="39585"/>
                  </a:moveTo>
                  <a:lnTo>
                    <a:pt x="16303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8" name="Input_receptor__1547">
              <a:extLst>
                <a:ext uri="{FF2B5EF4-FFF2-40B4-BE49-F238E27FC236}">
                  <a16:creationId xmlns:a16="http://schemas.microsoft.com/office/drawing/2014/main" id="{69421EDA-CB3F-8555-15A8-89613C499552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435529"/>
              <a:ext cx="5773" cy="2016"/>
            </a:xfrm>
            <a:custGeom>
              <a:avLst/>
              <a:gdLst/>
              <a:ahLst/>
              <a:cxnLst/>
              <a:rect l="0" t="0" r="0" b="0"/>
              <a:pathLst>
                <a:path w="5773" h="2016">
                  <a:moveTo>
                    <a:pt x="5773" y="20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9" name="Input_receptor__1548">
              <a:extLst>
                <a:ext uri="{FF2B5EF4-FFF2-40B4-BE49-F238E27FC236}">
                  <a16:creationId xmlns:a16="http://schemas.microsoft.com/office/drawing/2014/main" id="{BE3D5454-344C-74B0-3DFA-B75A541AA265}"/>
                </a:ext>
              </a:extLst>
            </p:cNvPr>
            <p:cNvSpPr>
              <a:spLocks noGrp="1"/>
            </p:cNvSpPr>
            <p:nvPr/>
          </p:nvSpPr>
          <p:spPr>
            <a:xfrm>
              <a:off x="993596" y="5011313"/>
              <a:ext cx="2992" cy="18681"/>
            </a:xfrm>
            <a:custGeom>
              <a:avLst/>
              <a:gdLst/>
              <a:ahLst/>
              <a:cxnLst/>
              <a:rect l="0" t="0" r="0" b="0"/>
              <a:pathLst>
                <a:path w="2992" h="18681">
                  <a:moveTo>
                    <a:pt x="2992" y="186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0" name="Input_receptor__1549">
              <a:extLst>
                <a:ext uri="{FF2B5EF4-FFF2-40B4-BE49-F238E27FC236}">
                  <a16:creationId xmlns:a16="http://schemas.microsoft.com/office/drawing/2014/main" id="{9331347F-4CA4-AFB6-5527-882B64FED043}"/>
                </a:ext>
              </a:extLst>
            </p:cNvPr>
            <p:cNvSpPr>
              <a:spLocks noGrp="1"/>
            </p:cNvSpPr>
            <p:nvPr/>
          </p:nvSpPr>
          <p:spPr>
            <a:xfrm>
              <a:off x="1384177" y="4185704"/>
              <a:ext cx="20925" cy="20446"/>
            </a:xfrm>
            <a:custGeom>
              <a:avLst/>
              <a:gdLst/>
              <a:ahLst/>
              <a:cxnLst/>
              <a:rect l="0" t="0" r="0" b="0"/>
              <a:pathLst>
                <a:path w="20925" h="20446">
                  <a:moveTo>
                    <a:pt x="0" y="20446"/>
                  </a:moveTo>
                  <a:lnTo>
                    <a:pt x="20925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1" name="Input_receptor__1550">
              <a:extLst>
                <a:ext uri="{FF2B5EF4-FFF2-40B4-BE49-F238E27FC236}">
                  <a16:creationId xmlns:a16="http://schemas.microsoft.com/office/drawing/2014/main" id="{0E0C145A-879D-1806-55AD-4503B82B0188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46782"/>
              <a:ext cx="42080" cy="4033"/>
            </a:xfrm>
            <a:custGeom>
              <a:avLst/>
              <a:gdLst/>
              <a:ahLst/>
              <a:cxnLst/>
              <a:rect l="0" t="0" r="0" b="0"/>
              <a:pathLst>
                <a:path w="42080" h="4033">
                  <a:moveTo>
                    <a:pt x="0" y="4033"/>
                  </a:moveTo>
                  <a:lnTo>
                    <a:pt x="4208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2" name="Input_receptor__1551">
              <a:extLst>
                <a:ext uri="{FF2B5EF4-FFF2-40B4-BE49-F238E27FC236}">
                  <a16:creationId xmlns:a16="http://schemas.microsoft.com/office/drawing/2014/main" id="{E93F6840-7F8E-0491-8547-84FD7CE8690F}"/>
                </a:ext>
              </a:extLst>
            </p:cNvPr>
            <p:cNvSpPr>
              <a:spLocks noGrp="1"/>
            </p:cNvSpPr>
            <p:nvPr/>
          </p:nvSpPr>
          <p:spPr>
            <a:xfrm>
              <a:off x="1372496" y="4546616"/>
              <a:ext cx="14082" cy="37830"/>
            </a:xfrm>
            <a:custGeom>
              <a:avLst/>
              <a:gdLst/>
              <a:ahLst/>
              <a:cxnLst/>
              <a:rect l="0" t="0" r="0" b="0"/>
              <a:pathLst>
                <a:path w="14082" h="37830">
                  <a:moveTo>
                    <a:pt x="14082" y="0"/>
                  </a:moveTo>
                  <a:lnTo>
                    <a:pt x="0" y="3783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3" name="Input_receptor__1552">
              <a:extLst>
                <a:ext uri="{FF2B5EF4-FFF2-40B4-BE49-F238E27FC236}">
                  <a16:creationId xmlns:a16="http://schemas.microsoft.com/office/drawing/2014/main" id="{9DB44EC5-21D2-5D43-0FAB-36B38A274224}"/>
                </a:ext>
              </a:extLst>
            </p:cNvPr>
            <p:cNvSpPr>
              <a:spLocks noGrp="1"/>
            </p:cNvSpPr>
            <p:nvPr/>
          </p:nvSpPr>
          <p:spPr>
            <a:xfrm>
              <a:off x="1260004" y="4621733"/>
              <a:ext cx="8330" cy="592"/>
            </a:xfrm>
            <a:custGeom>
              <a:avLst/>
              <a:gdLst/>
              <a:ahLst/>
              <a:cxnLst/>
              <a:rect l="0" t="0" r="0" b="0"/>
              <a:pathLst>
                <a:path w="8330" h="592">
                  <a:moveTo>
                    <a:pt x="0" y="592"/>
                  </a:moveTo>
                  <a:lnTo>
                    <a:pt x="833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4" name="Input_receptor__1553">
              <a:extLst>
                <a:ext uri="{FF2B5EF4-FFF2-40B4-BE49-F238E27FC236}">
                  <a16:creationId xmlns:a16="http://schemas.microsoft.com/office/drawing/2014/main" id="{21351FA2-EE4F-60BC-E342-A1E30079A0AA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24925" cy="21904"/>
            </a:xfrm>
            <a:custGeom>
              <a:avLst/>
              <a:gdLst/>
              <a:ahLst/>
              <a:cxnLst/>
              <a:rect l="0" t="0" r="0" b="0"/>
              <a:pathLst>
                <a:path w="24925" h="21904">
                  <a:moveTo>
                    <a:pt x="24925" y="21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5" name="Input_receptor__1554">
              <a:extLst>
                <a:ext uri="{FF2B5EF4-FFF2-40B4-BE49-F238E27FC236}">
                  <a16:creationId xmlns:a16="http://schemas.microsoft.com/office/drawing/2014/main" id="{0D7D36C9-0DEE-1CF6-FD54-C27F43F24C58}"/>
                </a:ext>
              </a:extLst>
            </p:cNvPr>
            <p:cNvSpPr>
              <a:spLocks noGrp="1"/>
            </p:cNvSpPr>
            <p:nvPr/>
          </p:nvSpPr>
          <p:spPr>
            <a:xfrm>
              <a:off x="1390990" y="4269223"/>
              <a:ext cx="42698" cy="18034"/>
            </a:xfrm>
            <a:custGeom>
              <a:avLst/>
              <a:gdLst/>
              <a:ahLst/>
              <a:cxnLst/>
              <a:rect l="0" t="0" r="0" b="0"/>
              <a:pathLst>
                <a:path w="42698" h="18034">
                  <a:moveTo>
                    <a:pt x="42698" y="0"/>
                  </a:moveTo>
                  <a:lnTo>
                    <a:pt x="0" y="18034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6" name="Input_receptor__1555">
              <a:extLst>
                <a:ext uri="{FF2B5EF4-FFF2-40B4-BE49-F238E27FC236}">
                  <a16:creationId xmlns:a16="http://schemas.microsoft.com/office/drawing/2014/main" id="{C9C8F8F4-7CC7-1A05-53F5-CEDA5C828012}"/>
                </a:ext>
              </a:extLst>
            </p:cNvPr>
            <p:cNvSpPr>
              <a:spLocks noGrp="1"/>
            </p:cNvSpPr>
            <p:nvPr/>
          </p:nvSpPr>
          <p:spPr>
            <a:xfrm>
              <a:off x="823834" y="4451353"/>
              <a:ext cx="28802" cy="11105"/>
            </a:xfrm>
            <a:custGeom>
              <a:avLst/>
              <a:gdLst/>
              <a:ahLst/>
              <a:cxnLst/>
              <a:rect l="0" t="0" r="0" b="0"/>
              <a:pathLst>
                <a:path w="28802" h="11105">
                  <a:moveTo>
                    <a:pt x="0" y="0"/>
                  </a:moveTo>
                  <a:lnTo>
                    <a:pt x="28802" y="11105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7" name="Input_receptor__1556">
              <a:extLst>
                <a:ext uri="{FF2B5EF4-FFF2-40B4-BE49-F238E27FC236}">
                  <a16:creationId xmlns:a16="http://schemas.microsoft.com/office/drawing/2014/main" id="{436E06B9-9C0E-03D0-BC41-1A1F52FC0CAC}"/>
                </a:ext>
              </a:extLst>
            </p:cNvPr>
            <p:cNvSpPr>
              <a:spLocks noGrp="1"/>
            </p:cNvSpPr>
            <p:nvPr/>
          </p:nvSpPr>
          <p:spPr>
            <a:xfrm>
              <a:off x="1375645" y="4673273"/>
              <a:ext cx="45257" cy="14722"/>
            </a:xfrm>
            <a:custGeom>
              <a:avLst/>
              <a:gdLst/>
              <a:ahLst/>
              <a:cxnLst/>
              <a:rect l="0" t="0" r="0" b="0"/>
              <a:pathLst>
                <a:path w="45257" h="14722">
                  <a:moveTo>
                    <a:pt x="45257" y="147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8" name="Input_receptor__1557">
              <a:extLst>
                <a:ext uri="{FF2B5EF4-FFF2-40B4-BE49-F238E27FC236}">
                  <a16:creationId xmlns:a16="http://schemas.microsoft.com/office/drawing/2014/main" id="{57B55C92-16CD-8810-EA58-FD0C0B6F9F81}"/>
                </a:ext>
              </a:extLst>
            </p:cNvPr>
            <p:cNvSpPr>
              <a:spLocks noGrp="1"/>
            </p:cNvSpPr>
            <p:nvPr/>
          </p:nvSpPr>
          <p:spPr>
            <a:xfrm>
              <a:off x="1113890" y="5033093"/>
              <a:ext cx="40437" cy="13167"/>
            </a:xfrm>
            <a:custGeom>
              <a:avLst/>
              <a:gdLst/>
              <a:ahLst/>
              <a:cxnLst/>
              <a:rect l="0" t="0" r="0" b="0"/>
              <a:pathLst>
                <a:path w="40437" h="13167">
                  <a:moveTo>
                    <a:pt x="40437" y="0"/>
                  </a:moveTo>
                  <a:lnTo>
                    <a:pt x="0" y="13167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59" name="Input_receptor__1558">
              <a:extLst>
                <a:ext uri="{FF2B5EF4-FFF2-40B4-BE49-F238E27FC236}">
                  <a16:creationId xmlns:a16="http://schemas.microsoft.com/office/drawing/2014/main" id="{32F24063-DA33-B153-BD5D-C02C09F29B4F}"/>
                </a:ext>
              </a:extLst>
            </p:cNvPr>
            <p:cNvSpPr>
              <a:spLocks noGrp="1"/>
            </p:cNvSpPr>
            <p:nvPr/>
          </p:nvSpPr>
          <p:spPr>
            <a:xfrm>
              <a:off x="1284570" y="4356116"/>
              <a:ext cx="2172" cy="17520"/>
            </a:xfrm>
            <a:custGeom>
              <a:avLst/>
              <a:gdLst/>
              <a:ahLst/>
              <a:cxnLst/>
              <a:rect l="0" t="0" r="0" b="0"/>
              <a:pathLst>
                <a:path w="2172" h="17520">
                  <a:moveTo>
                    <a:pt x="2172" y="175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0" name="Input_receptor__1559">
              <a:extLst>
                <a:ext uri="{FF2B5EF4-FFF2-40B4-BE49-F238E27FC236}">
                  <a16:creationId xmlns:a16="http://schemas.microsoft.com/office/drawing/2014/main" id="{1D1D6E41-84A2-C710-A8F1-82B7C4AE6DC2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77945"/>
              <a:ext cx="17311" cy="43713"/>
            </a:xfrm>
            <a:custGeom>
              <a:avLst/>
              <a:gdLst/>
              <a:ahLst/>
              <a:cxnLst/>
              <a:rect l="0" t="0" r="0" b="0"/>
              <a:pathLst>
                <a:path w="17311" h="43713">
                  <a:moveTo>
                    <a:pt x="0" y="0"/>
                  </a:moveTo>
                  <a:lnTo>
                    <a:pt x="17311" y="4371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1" name="Input_receptor__1560">
              <a:extLst>
                <a:ext uri="{FF2B5EF4-FFF2-40B4-BE49-F238E27FC236}">
                  <a16:creationId xmlns:a16="http://schemas.microsoft.com/office/drawing/2014/main" id="{F9FBFF94-5DAC-39FC-71DE-C0DD233C89E9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87411"/>
              <a:ext cx="2194" cy="35333"/>
            </a:xfrm>
            <a:custGeom>
              <a:avLst/>
              <a:gdLst/>
              <a:ahLst/>
              <a:cxnLst/>
              <a:rect l="0" t="0" r="0" b="0"/>
              <a:pathLst>
                <a:path w="2194" h="35333">
                  <a:moveTo>
                    <a:pt x="0" y="0"/>
                  </a:moveTo>
                  <a:lnTo>
                    <a:pt x="2194" y="3533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2" name="Input_receptor__1561">
              <a:extLst>
                <a:ext uri="{FF2B5EF4-FFF2-40B4-BE49-F238E27FC236}">
                  <a16:creationId xmlns:a16="http://schemas.microsoft.com/office/drawing/2014/main" id="{6E9E078E-0E8A-AFDB-9205-43D195542B27}"/>
                </a:ext>
              </a:extLst>
            </p:cNvPr>
            <p:cNvSpPr>
              <a:spLocks noGrp="1"/>
            </p:cNvSpPr>
            <p:nvPr/>
          </p:nvSpPr>
          <p:spPr>
            <a:xfrm>
              <a:off x="1433687" y="4269223"/>
              <a:ext cx="46279" cy="13114"/>
            </a:xfrm>
            <a:custGeom>
              <a:avLst/>
              <a:gdLst/>
              <a:ahLst/>
              <a:cxnLst/>
              <a:rect l="0" t="0" r="0" b="0"/>
              <a:pathLst>
                <a:path w="46279" h="13114">
                  <a:moveTo>
                    <a:pt x="46279" y="131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3" name="Input_receptor__1562">
              <a:extLst>
                <a:ext uri="{FF2B5EF4-FFF2-40B4-BE49-F238E27FC236}">
                  <a16:creationId xmlns:a16="http://schemas.microsoft.com/office/drawing/2014/main" id="{FB636588-AE2C-3D9F-ECBE-9A6C4FC8C3F3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492805"/>
              <a:ext cx="40783" cy="25675"/>
            </a:xfrm>
            <a:custGeom>
              <a:avLst/>
              <a:gdLst/>
              <a:ahLst/>
              <a:cxnLst/>
              <a:rect l="0" t="0" r="0" b="0"/>
              <a:pathLst>
                <a:path w="40783" h="25675">
                  <a:moveTo>
                    <a:pt x="0" y="25675"/>
                  </a:moveTo>
                  <a:lnTo>
                    <a:pt x="40783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4" name="Input_receptor__1563">
              <a:extLst>
                <a:ext uri="{FF2B5EF4-FFF2-40B4-BE49-F238E27FC236}">
                  <a16:creationId xmlns:a16="http://schemas.microsoft.com/office/drawing/2014/main" id="{94D01FBA-029B-B76A-7F8D-0C016BCACB19}"/>
                </a:ext>
              </a:extLst>
            </p:cNvPr>
            <p:cNvSpPr>
              <a:spLocks noGrp="1"/>
            </p:cNvSpPr>
            <p:nvPr/>
          </p:nvSpPr>
          <p:spPr>
            <a:xfrm>
              <a:off x="870341" y="4659594"/>
              <a:ext cx="5070" cy="16686"/>
            </a:xfrm>
            <a:custGeom>
              <a:avLst/>
              <a:gdLst/>
              <a:ahLst/>
              <a:cxnLst/>
              <a:rect l="0" t="0" r="0" b="0"/>
              <a:pathLst>
                <a:path w="5070" h="16686">
                  <a:moveTo>
                    <a:pt x="0" y="0"/>
                  </a:moveTo>
                  <a:lnTo>
                    <a:pt x="5070" y="166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5" name="Input_receptor__1564">
              <a:extLst>
                <a:ext uri="{FF2B5EF4-FFF2-40B4-BE49-F238E27FC236}">
                  <a16:creationId xmlns:a16="http://schemas.microsoft.com/office/drawing/2014/main" id="{DFB78713-24F2-6C20-AF4A-6E571BF35762}"/>
                </a:ext>
              </a:extLst>
            </p:cNvPr>
            <p:cNvSpPr>
              <a:spLocks noGrp="1"/>
            </p:cNvSpPr>
            <p:nvPr/>
          </p:nvSpPr>
          <p:spPr>
            <a:xfrm>
              <a:off x="766033" y="4407386"/>
              <a:ext cx="47276" cy="5249"/>
            </a:xfrm>
            <a:custGeom>
              <a:avLst/>
              <a:gdLst/>
              <a:ahLst/>
              <a:cxnLst/>
              <a:rect l="0" t="0" r="0" b="0"/>
              <a:pathLst>
                <a:path w="47276" h="5249">
                  <a:moveTo>
                    <a:pt x="0" y="5249"/>
                  </a:moveTo>
                  <a:lnTo>
                    <a:pt x="47276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6" name="Input_receptor__1565">
              <a:extLst>
                <a:ext uri="{FF2B5EF4-FFF2-40B4-BE49-F238E27FC236}">
                  <a16:creationId xmlns:a16="http://schemas.microsoft.com/office/drawing/2014/main" id="{157F538A-F520-881E-A219-B7818D32475D}"/>
                </a:ext>
              </a:extLst>
            </p:cNvPr>
            <p:cNvSpPr>
              <a:spLocks noGrp="1"/>
            </p:cNvSpPr>
            <p:nvPr/>
          </p:nvSpPr>
          <p:spPr>
            <a:xfrm>
              <a:off x="1550849" y="4224689"/>
              <a:ext cx="39211" cy="25288"/>
            </a:xfrm>
            <a:custGeom>
              <a:avLst/>
              <a:gdLst/>
              <a:ahLst/>
              <a:cxnLst/>
              <a:rect l="0" t="0" r="0" b="0"/>
              <a:pathLst>
                <a:path w="39211" h="25288">
                  <a:moveTo>
                    <a:pt x="39211" y="0"/>
                  </a:moveTo>
                  <a:lnTo>
                    <a:pt x="0" y="25288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7" name="Input_receptor__1566">
              <a:extLst>
                <a:ext uri="{FF2B5EF4-FFF2-40B4-BE49-F238E27FC236}">
                  <a16:creationId xmlns:a16="http://schemas.microsoft.com/office/drawing/2014/main" id="{07D21EC3-E4D4-172A-54F7-378711983FCF}"/>
                </a:ext>
              </a:extLst>
            </p:cNvPr>
            <p:cNvSpPr>
              <a:spLocks noGrp="1"/>
            </p:cNvSpPr>
            <p:nvPr/>
          </p:nvSpPr>
          <p:spPr>
            <a:xfrm>
              <a:off x="1570094" y="4112971"/>
              <a:ext cx="19613" cy="20908"/>
            </a:xfrm>
            <a:custGeom>
              <a:avLst/>
              <a:gdLst/>
              <a:ahLst/>
              <a:cxnLst/>
              <a:rect l="0" t="0" r="0" b="0"/>
              <a:pathLst>
                <a:path w="19613" h="20908">
                  <a:moveTo>
                    <a:pt x="0" y="20908"/>
                  </a:moveTo>
                  <a:lnTo>
                    <a:pt x="1961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8" name="Input_receptor__1567">
              <a:extLst>
                <a:ext uri="{FF2B5EF4-FFF2-40B4-BE49-F238E27FC236}">
                  <a16:creationId xmlns:a16="http://schemas.microsoft.com/office/drawing/2014/main" id="{9ED68A33-E566-0AEA-6927-1800DA46E3C4}"/>
                </a:ext>
              </a:extLst>
            </p:cNvPr>
            <p:cNvSpPr>
              <a:spLocks noGrp="1"/>
            </p:cNvSpPr>
            <p:nvPr/>
          </p:nvSpPr>
          <p:spPr>
            <a:xfrm>
              <a:off x="1505487" y="4242964"/>
              <a:ext cx="45363" cy="7012"/>
            </a:xfrm>
            <a:custGeom>
              <a:avLst/>
              <a:gdLst/>
              <a:ahLst/>
              <a:cxnLst/>
              <a:rect l="0" t="0" r="0" b="0"/>
              <a:pathLst>
                <a:path w="45363" h="7012">
                  <a:moveTo>
                    <a:pt x="45363" y="70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9" name="Input_receptor__1568">
              <a:extLst>
                <a:ext uri="{FF2B5EF4-FFF2-40B4-BE49-F238E27FC236}">
                  <a16:creationId xmlns:a16="http://schemas.microsoft.com/office/drawing/2014/main" id="{DAE6695E-D066-9FB4-FCE6-4CCE24482954}"/>
                </a:ext>
              </a:extLst>
            </p:cNvPr>
            <p:cNvSpPr>
              <a:spLocks noGrp="1"/>
            </p:cNvSpPr>
            <p:nvPr/>
          </p:nvSpPr>
          <p:spPr>
            <a:xfrm>
              <a:off x="599474" y="4640357"/>
              <a:ext cx="39443" cy="12610"/>
            </a:xfrm>
            <a:custGeom>
              <a:avLst/>
              <a:gdLst/>
              <a:ahLst/>
              <a:cxnLst/>
              <a:rect l="0" t="0" r="0" b="0"/>
              <a:pathLst>
                <a:path w="39443" h="12610">
                  <a:moveTo>
                    <a:pt x="0" y="12610"/>
                  </a:moveTo>
                  <a:lnTo>
                    <a:pt x="3944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0" name="Input_receptor__1569">
              <a:extLst>
                <a:ext uri="{FF2B5EF4-FFF2-40B4-BE49-F238E27FC236}">
                  <a16:creationId xmlns:a16="http://schemas.microsoft.com/office/drawing/2014/main" id="{DCB9D6B1-7343-34C7-3B91-442B0D09E8D2}"/>
                </a:ext>
              </a:extLst>
            </p:cNvPr>
            <p:cNvSpPr>
              <a:spLocks noGrp="1"/>
            </p:cNvSpPr>
            <p:nvPr/>
          </p:nvSpPr>
          <p:spPr>
            <a:xfrm>
              <a:off x="687318" y="4718788"/>
              <a:ext cx="13721" cy="29378"/>
            </a:xfrm>
            <a:custGeom>
              <a:avLst/>
              <a:gdLst/>
              <a:ahLst/>
              <a:cxnLst/>
              <a:rect l="0" t="0" r="0" b="0"/>
              <a:pathLst>
                <a:path w="13721" h="29378">
                  <a:moveTo>
                    <a:pt x="13721" y="0"/>
                  </a:moveTo>
                  <a:lnTo>
                    <a:pt x="0" y="29378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1" name="Input_receptor__1570">
              <a:extLst>
                <a:ext uri="{FF2B5EF4-FFF2-40B4-BE49-F238E27FC236}">
                  <a16:creationId xmlns:a16="http://schemas.microsoft.com/office/drawing/2014/main" id="{AB739163-8541-7F26-6D02-E17399426339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18144"/>
              <a:ext cx="24178" cy="41059"/>
            </a:xfrm>
            <a:custGeom>
              <a:avLst/>
              <a:gdLst/>
              <a:ahLst/>
              <a:cxnLst/>
              <a:rect l="0" t="0" r="0" b="0"/>
              <a:pathLst>
                <a:path w="24178" h="41059">
                  <a:moveTo>
                    <a:pt x="24178" y="0"/>
                  </a:moveTo>
                  <a:lnTo>
                    <a:pt x="0" y="41059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2" name="Input_receptor__1571">
              <a:extLst>
                <a:ext uri="{FF2B5EF4-FFF2-40B4-BE49-F238E27FC236}">
                  <a16:creationId xmlns:a16="http://schemas.microsoft.com/office/drawing/2014/main" id="{27EAB3E4-EB7F-E21B-8618-FD46037EBE71}"/>
                </a:ext>
              </a:extLst>
            </p:cNvPr>
            <p:cNvSpPr>
              <a:spLocks noGrp="1"/>
            </p:cNvSpPr>
            <p:nvPr/>
          </p:nvSpPr>
          <p:spPr>
            <a:xfrm>
              <a:off x="910946" y="4561908"/>
              <a:ext cx="46167" cy="11071"/>
            </a:xfrm>
            <a:custGeom>
              <a:avLst/>
              <a:gdLst/>
              <a:ahLst/>
              <a:cxnLst/>
              <a:rect l="0" t="0" r="0" b="0"/>
              <a:pathLst>
                <a:path w="46167" h="11071">
                  <a:moveTo>
                    <a:pt x="46167" y="11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3" name="Input_receptor__1572">
              <a:extLst>
                <a:ext uri="{FF2B5EF4-FFF2-40B4-BE49-F238E27FC236}">
                  <a16:creationId xmlns:a16="http://schemas.microsoft.com/office/drawing/2014/main" id="{33402254-34C7-C958-3F5D-C066F3290E76}"/>
                </a:ext>
              </a:extLst>
            </p:cNvPr>
            <p:cNvSpPr>
              <a:spLocks noGrp="1"/>
            </p:cNvSpPr>
            <p:nvPr/>
          </p:nvSpPr>
          <p:spPr>
            <a:xfrm>
              <a:off x="957718" y="4509076"/>
              <a:ext cx="47189" cy="8221"/>
            </a:xfrm>
            <a:custGeom>
              <a:avLst/>
              <a:gdLst/>
              <a:ahLst/>
              <a:cxnLst/>
              <a:rect l="0" t="0" r="0" b="0"/>
              <a:pathLst>
                <a:path w="47189" h="8221">
                  <a:moveTo>
                    <a:pt x="47189" y="8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4" name="Input_receptor__1573">
              <a:extLst>
                <a:ext uri="{FF2B5EF4-FFF2-40B4-BE49-F238E27FC236}">
                  <a16:creationId xmlns:a16="http://schemas.microsoft.com/office/drawing/2014/main" id="{1C84E8FE-CCE2-05E0-CB24-EFC2EFED5E90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777797"/>
              <a:ext cx="23739" cy="41386"/>
            </a:xfrm>
            <a:custGeom>
              <a:avLst/>
              <a:gdLst/>
              <a:ahLst/>
              <a:cxnLst/>
              <a:rect l="0" t="0" r="0" b="0"/>
              <a:pathLst>
                <a:path w="23739" h="41386">
                  <a:moveTo>
                    <a:pt x="23739" y="0"/>
                  </a:moveTo>
                  <a:lnTo>
                    <a:pt x="0" y="413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5" name="Input_receptor__1574">
              <a:extLst>
                <a:ext uri="{FF2B5EF4-FFF2-40B4-BE49-F238E27FC236}">
                  <a16:creationId xmlns:a16="http://schemas.microsoft.com/office/drawing/2014/main" id="{6EEA46EA-65C5-E7FD-E7EE-C2746CA6D75B}"/>
                </a:ext>
              </a:extLst>
            </p:cNvPr>
            <p:cNvSpPr>
              <a:spLocks noGrp="1"/>
            </p:cNvSpPr>
            <p:nvPr/>
          </p:nvSpPr>
          <p:spPr>
            <a:xfrm>
              <a:off x="1479967" y="4242964"/>
              <a:ext cx="25520" cy="39373"/>
            </a:xfrm>
            <a:custGeom>
              <a:avLst/>
              <a:gdLst/>
              <a:ahLst/>
              <a:cxnLst/>
              <a:rect l="0" t="0" r="0" b="0"/>
              <a:pathLst>
                <a:path w="25520" h="39373">
                  <a:moveTo>
                    <a:pt x="25520" y="0"/>
                  </a:moveTo>
                  <a:lnTo>
                    <a:pt x="0" y="3937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6" name="Input_receptor__1575">
              <a:extLst>
                <a:ext uri="{FF2B5EF4-FFF2-40B4-BE49-F238E27FC236}">
                  <a16:creationId xmlns:a16="http://schemas.microsoft.com/office/drawing/2014/main" id="{E33EAF69-F967-DF4E-35B7-D43BFF3D910F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417244"/>
              <a:ext cx="4886" cy="40710"/>
            </a:xfrm>
            <a:custGeom>
              <a:avLst/>
              <a:gdLst/>
              <a:ahLst/>
              <a:cxnLst/>
              <a:rect l="0" t="0" r="0" b="0"/>
              <a:pathLst>
                <a:path w="4886" h="40710">
                  <a:moveTo>
                    <a:pt x="4886" y="407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7" name="Input_receptor__1576">
              <a:extLst>
                <a:ext uri="{FF2B5EF4-FFF2-40B4-BE49-F238E27FC236}">
                  <a16:creationId xmlns:a16="http://schemas.microsoft.com/office/drawing/2014/main" id="{46C6079B-3DA9-133D-9E00-28978003DC16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31008"/>
              <a:ext cx="857" cy="47377"/>
            </a:xfrm>
            <a:custGeom>
              <a:avLst/>
              <a:gdLst/>
              <a:ahLst/>
              <a:cxnLst/>
              <a:rect l="0" t="0" r="0" b="0"/>
              <a:pathLst>
                <a:path w="857" h="47377">
                  <a:moveTo>
                    <a:pt x="857" y="473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8" name="Input_receptor__1577">
              <a:extLst>
                <a:ext uri="{FF2B5EF4-FFF2-40B4-BE49-F238E27FC236}">
                  <a16:creationId xmlns:a16="http://schemas.microsoft.com/office/drawing/2014/main" id="{ED3C8AEB-3C13-BB76-C571-BFFEE1E9143C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74558"/>
              <a:ext cx="11467" cy="8790"/>
            </a:xfrm>
            <a:custGeom>
              <a:avLst/>
              <a:gdLst/>
              <a:ahLst/>
              <a:cxnLst/>
              <a:rect l="0" t="0" r="0" b="0"/>
              <a:pathLst>
                <a:path w="11467" h="8790">
                  <a:moveTo>
                    <a:pt x="0" y="8790"/>
                  </a:moveTo>
                  <a:lnTo>
                    <a:pt x="11467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9" name="Input_receptor__1578">
              <a:extLst>
                <a:ext uri="{FF2B5EF4-FFF2-40B4-BE49-F238E27FC236}">
                  <a16:creationId xmlns:a16="http://schemas.microsoft.com/office/drawing/2014/main" id="{462E3007-96C5-237F-BB5B-EC9D4281C031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398391"/>
              <a:ext cx="34466" cy="18853"/>
            </a:xfrm>
            <a:custGeom>
              <a:avLst/>
              <a:gdLst/>
              <a:ahLst/>
              <a:cxnLst/>
              <a:rect l="0" t="0" r="0" b="0"/>
              <a:pathLst>
                <a:path w="34466" h="18853">
                  <a:moveTo>
                    <a:pt x="0" y="18853"/>
                  </a:moveTo>
                  <a:lnTo>
                    <a:pt x="34466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0" name="Input_receptor__1579">
              <a:extLst>
                <a:ext uri="{FF2B5EF4-FFF2-40B4-BE49-F238E27FC236}">
                  <a16:creationId xmlns:a16="http://schemas.microsoft.com/office/drawing/2014/main" id="{692B9FC1-94A6-DF3A-22C0-A2D743DA7566}"/>
                </a:ext>
              </a:extLst>
            </p:cNvPr>
            <p:cNvSpPr>
              <a:spLocks noGrp="1"/>
            </p:cNvSpPr>
            <p:nvPr/>
          </p:nvSpPr>
          <p:spPr>
            <a:xfrm>
              <a:off x="813309" y="4407386"/>
              <a:ext cx="10525" cy="43967"/>
            </a:xfrm>
            <a:custGeom>
              <a:avLst/>
              <a:gdLst/>
              <a:ahLst/>
              <a:cxnLst/>
              <a:rect l="0" t="0" r="0" b="0"/>
              <a:pathLst>
                <a:path w="10525" h="43967">
                  <a:moveTo>
                    <a:pt x="0" y="0"/>
                  </a:moveTo>
                  <a:lnTo>
                    <a:pt x="10525" y="43967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1" name="Input_receptor__1580">
              <a:extLst>
                <a:ext uri="{FF2B5EF4-FFF2-40B4-BE49-F238E27FC236}">
                  <a16:creationId xmlns:a16="http://schemas.microsoft.com/office/drawing/2014/main" id="{493BE869-3B4F-71DB-266A-36E3D2B6DE93}"/>
                </a:ext>
              </a:extLst>
            </p:cNvPr>
            <p:cNvSpPr>
              <a:spLocks noGrp="1"/>
            </p:cNvSpPr>
            <p:nvPr/>
          </p:nvSpPr>
          <p:spPr>
            <a:xfrm>
              <a:off x="898462" y="4618552"/>
              <a:ext cx="28966" cy="10403"/>
            </a:xfrm>
            <a:custGeom>
              <a:avLst/>
              <a:gdLst/>
              <a:ahLst/>
              <a:cxnLst/>
              <a:rect l="0" t="0" r="0" b="0"/>
              <a:pathLst>
                <a:path w="28966" h="10403">
                  <a:moveTo>
                    <a:pt x="28966" y="104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2" name="Input_receptor__1581">
              <a:extLst>
                <a:ext uri="{FF2B5EF4-FFF2-40B4-BE49-F238E27FC236}">
                  <a16:creationId xmlns:a16="http://schemas.microsoft.com/office/drawing/2014/main" id="{6754D52F-CC26-C466-3179-81DEABBB7D34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50815"/>
              <a:ext cx="6351" cy="46819"/>
            </a:xfrm>
            <a:custGeom>
              <a:avLst/>
              <a:gdLst/>
              <a:ahLst/>
              <a:cxnLst/>
              <a:rect l="0" t="0" r="0" b="0"/>
              <a:pathLst>
                <a:path w="6351" h="46819">
                  <a:moveTo>
                    <a:pt x="6351" y="468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5"/>
              </a:solidFill>
            </a:ln>
          </p:spPr>
        </p:sp>
        <p:sp>
          <p:nvSpPr>
            <p:cNvPr id="1583" name="Input_receptor__1582">
              <a:extLst>
                <a:ext uri="{FF2B5EF4-FFF2-40B4-BE49-F238E27FC236}">
                  <a16:creationId xmlns:a16="http://schemas.microsoft.com/office/drawing/2014/main" id="{1A04EC80-58F4-3C9D-D9DE-202950A07DA9}"/>
                </a:ext>
              </a:extLst>
            </p:cNvPr>
            <p:cNvSpPr>
              <a:spLocks noGrp="1"/>
            </p:cNvSpPr>
            <p:nvPr/>
          </p:nvSpPr>
          <p:spPr>
            <a:xfrm>
              <a:off x="1198636" y="4622605"/>
              <a:ext cx="18471" cy="36984"/>
            </a:xfrm>
            <a:custGeom>
              <a:avLst/>
              <a:gdLst/>
              <a:ahLst/>
              <a:cxnLst/>
              <a:rect l="0" t="0" r="0" b="0"/>
              <a:pathLst>
                <a:path w="18471" h="36984">
                  <a:moveTo>
                    <a:pt x="0" y="0"/>
                  </a:moveTo>
                  <a:lnTo>
                    <a:pt x="18471" y="36984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4" name="Input_receptor__1583">
              <a:extLst>
                <a:ext uri="{FF2B5EF4-FFF2-40B4-BE49-F238E27FC236}">
                  <a16:creationId xmlns:a16="http://schemas.microsoft.com/office/drawing/2014/main" id="{66076768-148D-A456-62BD-85577ADB2810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22605"/>
              <a:ext cx="42571" cy="8404"/>
            </a:xfrm>
            <a:custGeom>
              <a:avLst/>
              <a:gdLst/>
              <a:ahLst/>
              <a:cxnLst/>
              <a:rect l="0" t="0" r="0" b="0"/>
              <a:pathLst>
                <a:path w="42571" h="8404">
                  <a:moveTo>
                    <a:pt x="0" y="8404"/>
                  </a:moveTo>
                  <a:lnTo>
                    <a:pt x="42571" y="0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5" name="Input_receptor__1584">
              <a:extLst>
                <a:ext uri="{FF2B5EF4-FFF2-40B4-BE49-F238E27FC236}">
                  <a16:creationId xmlns:a16="http://schemas.microsoft.com/office/drawing/2014/main" id="{6E4BA190-8137-36FC-C92D-E9044D3FB1B9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38305" cy="2190"/>
            </a:xfrm>
            <a:custGeom>
              <a:avLst/>
              <a:gdLst/>
              <a:ahLst/>
              <a:cxnLst/>
              <a:rect l="0" t="0" r="0" b="0"/>
              <a:pathLst>
                <a:path w="38305" h="2190">
                  <a:moveTo>
                    <a:pt x="38305" y="21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6" name="Input_receptor__1585">
              <a:extLst>
                <a:ext uri="{FF2B5EF4-FFF2-40B4-BE49-F238E27FC236}">
                  <a16:creationId xmlns:a16="http://schemas.microsoft.com/office/drawing/2014/main" id="{C01F8840-7817-B71B-CA7F-DE98C6C87183}"/>
                </a:ext>
              </a:extLst>
            </p:cNvPr>
            <p:cNvSpPr>
              <a:spLocks noGrp="1"/>
            </p:cNvSpPr>
            <p:nvPr/>
          </p:nvSpPr>
          <p:spPr>
            <a:xfrm>
              <a:off x="1325615" y="4584446"/>
              <a:ext cx="46881" cy="8585"/>
            </a:xfrm>
            <a:custGeom>
              <a:avLst/>
              <a:gdLst/>
              <a:ahLst/>
              <a:cxnLst/>
              <a:rect l="0" t="0" r="0" b="0"/>
              <a:pathLst>
                <a:path w="46881" h="8585">
                  <a:moveTo>
                    <a:pt x="46881" y="0"/>
                  </a:moveTo>
                  <a:lnTo>
                    <a:pt x="0" y="8585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7" name="Input_receptor__1586">
              <a:extLst>
                <a:ext uri="{FF2B5EF4-FFF2-40B4-BE49-F238E27FC236}">
                  <a16:creationId xmlns:a16="http://schemas.microsoft.com/office/drawing/2014/main" id="{892C9FCD-84CA-A289-EE12-CA74E1761BFC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60389"/>
              <a:ext cx="13241" cy="5977"/>
            </a:xfrm>
            <a:custGeom>
              <a:avLst/>
              <a:gdLst/>
              <a:ahLst/>
              <a:cxnLst/>
              <a:rect l="0" t="0" r="0" b="0"/>
              <a:pathLst>
                <a:path w="13241" h="5977">
                  <a:moveTo>
                    <a:pt x="13241" y="0"/>
                  </a:moveTo>
                  <a:lnTo>
                    <a:pt x="0" y="5977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8" name="Input_receptor__1587">
              <a:extLst>
                <a:ext uri="{FF2B5EF4-FFF2-40B4-BE49-F238E27FC236}">
                  <a16:creationId xmlns:a16="http://schemas.microsoft.com/office/drawing/2014/main" id="{43398F7D-9658-4D46-3EAE-B896F1C9772B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58520"/>
              <a:ext cx="17995" cy="19425"/>
            </a:xfrm>
            <a:custGeom>
              <a:avLst/>
              <a:gdLst/>
              <a:ahLst/>
              <a:cxnLst/>
              <a:rect l="0" t="0" r="0" b="0"/>
              <a:pathLst>
                <a:path w="17995" h="19425">
                  <a:moveTo>
                    <a:pt x="17995" y="0"/>
                  </a:moveTo>
                  <a:lnTo>
                    <a:pt x="0" y="194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9" name="Input_receptor__1588">
              <a:extLst>
                <a:ext uri="{FF2B5EF4-FFF2-40B4-BE49-F238E27FC236}">
                  <a16:creationId xmlns:a16="http://schemas.microsoft.com/office/drawing/2014/main" id="{5A0AA1FF-B4D9-C328-7E84-5041A9037954}"/>
                </a:ext>
              </a:extLst>
            </p:cNvPr>
            <p:cNvSpPr>
              <a:spLocks noGrp="1"/>
            </p:cNvSpPr>
            <p:nvPr/>
          </p:nvSpPr>
          <p:spPr>
            <a:xfrm>
              <a:off x="747438" y="4452882"/>
              <a:ext cx="5854" cy="39923"/>
            </a:xfrm>
            <a:custGeom>
              <a:avLst/>
              <a:gdLst/>
              <a:ahLst/>
              <a:cxnLst/>
              <a:rect l="0" t="0" r="0" b="0"/>
              <a:pathLst>
                <a:path w="5854" h="39923">
                  <a:moveTo>
                    <a:pt x="0" y="39923"/>
                  </a:moveTo>
                  <a:lnTo>
                    <a:pt x="585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0" name="Input_receptor__1589">
              <a:extLst>
                <a:ext uri="{FF2B5EF4-FFF2-40B4-BE49-F238E27FC236}">
                  <a16:creationId xmlns:a16="http://schemas.microsoft.com/office/drawing/2014/main" id="{2292A119-BBE4-EDC2-28D5-103E7E58A5D6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23332"/>
              <a:ext cx="26652" cy="25665"/>
            </a:xfrm>
            <a:custGeom>
              <a:avLst/>
              <a:gdLst/>
              <a:ahLst/>
              <a:cxnLst/>
              <a:rect l="0" t="0" r="0" b="0"/>
              <a:pathLst>
                <a:path w="26652" h="25665">
                  <a:moveTo>
                    <a:pt x="26652" y="256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1" name="Input_receptor__1590">
              <a:extLst>
                <a:ext uri="{FF2B5EF4-FFF2-40B4-BE49-F238E27FC236}">
                  <a16:creationId xmlns:a16="http://schemas.microsoft.com/office/drawing/2014/main" id="{49BA39D7-55BD-3C10-F5C7-B1ECD7D3F5CE}"/>
                </a:ext>
              </a:extLst>
            </p:cNvPr>
            <p:cNvSpPr>
              <a:spLocks noGrp="1"/>
            </p:cNvSpPr>
            <p:nvPr/>
          </p:nvSpPr>
          <p:spPr>
            <a:xfrm>
              <a:off x="1440580" y="4777797"/>
              <a:ext cx="35958" cy="14975"/>
            </a:xfrm>
            <a:custGeom>
              <a:avLst/>
              <a:gdLst/>
              <a:ahLst/>
              <a:cxnLst/>
              <a:rect l="0" t="0" r="0" b="0"/>
              <a:pathLst>
                <a:path w="35958" h="14975">
                  <a:moveTo>
                    <a:pt x="35958" y="14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2" name="Input_receptor__1591">
              <a:extLst>
                <a:ext uri="{FF2B5EF4-FFF2-40B4-BE49-F238E27FC236}">
                  <a16:creationId xmlns:a16="http://schemas.microsoft.com/office/drawing/2014/main" id="{CF92467D-4F60-9240-2880-CDB9199E1FC2}"/>
                </a:ext>
              </a:extLst>
            </p:cNvPr>
            <p:cNvSpPr>
              <a:spLocks noGrp="1"/>
            </p:cNvSpPr>
            <p:nvPr/>
          </p:nvSpPr>
          <p:spPr>
            <a:xfrm>
              <a:off x="753293" y="4412635"/>
              <a:ext cx="12741" cy="40247"/>
            </a:xfrm>
            <a:custGeom>
              <a:avLst/>
              <a:gdLst/>
              <a:ahLst/>
              <a:cxnLst/>
              <a:rect l="0" t="0" r="0" b="0"/>
              <a:pathLst>
                <a:path w="12741" h="40247">
                  <a:moveTo>
                    <a:pt x="0" y="40247"/>
                  </a:moveTo>
                  <a:lnTo>
                    <a:pt x="12741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3" name="Input_receptor__1592">
              <a:extLst>
                <a:ext uri="{FF2B5EF4-FFF2-40B4-BE49-F238E27FC236}">
                  <a16:creationId xmlns:a16="http://schemas.microsoft.com/office/drawing/2014/main" id="{A559164D-7BAE-032C-DAA7-FD7103DF5A65}"/>
                </a:ext>
              </a:extLst>
            </p:cNvPr>
            <p:cNvSpPr>
              <a:spLocks noGrp="1"/>
            </p:cNvSpPr>
            <p:nvPr/>
          </p:nvSpPr>
          <p:spPr>
            <a:xfrm>
              <a:off x="1068987" y="4796071"/>
              <a:ext cx="5445" cy="19137"/>
            </a:xfrm>
            <a:custGeom>
              <a:avLst/>
              <a:gdLst/>
              <a:ahLst/>
              <a:cxnLst/>
              <a:rect l="0" t="0" r="0" b="0"/>
              <a:pathLst>
                <a:path w="5445" h="19137">
                  <a:moveTo>
                    <a:pt x="5445" y="191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4" name="Input_receptor__1593">
              <a:extLst>
                <a:ext uri="{FF2B5EF4-FFF2-40B4-BE49-F238E27FC236}">
                  <a16:creationId xmlns:a16="http://schemas.microsoft.com/office/drawing/2014/main" id="{8486E5ED-B18C-0D6A-F662-4A8B09CBF61F}"/>
                </a:ext>
              </a:extLst>
            </p:cNvPr>
            <p:cNvSpPr>
              <a:spLocks noGrp="1"/>
            </p:cNvSpPr>
            <p:nvPr/>
          </p:nvSpPr>
          <p:spPr>
            <a:xfrm>
              <a:off x="638916" y="4599179"/>
              <a:ext cx="24878" cy="41178"/>
            </a:xfrm>
            <a:custGeom>
              <a:avLst/>
              <a:gdLst/>
              <a:ahLst/>
              <a:cxnLst/>
              <a:rect l="0" t="0" r="0" b="0"/>
              <a:pathLst>
                <a:path w="24878" h="41178">
                  <a:moveTo>
                    <a:pt x="0" y="41178"/>
                  </a:moveTo>
                  <a:lnTo>
                    <a:pt x="24878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5" name="Input_receptor__1594">
              <a:extLst>
                <a:ext uri="{FF2B5EF4-FFF2-40B4-BE49-F238E27FC236}">
                  <a16:creationId xmlns:a16="http://schemas.microsoft.com/office/drawing/2014/main" id="{10248C13-596B-ADBF-5ECC-222F93509B7F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48806"/>
              <a:ext cx="47705" cy="8094"/>
            </a:xfrm>
            <a:custGeom>
              <a:avLst/>
              <a:gdLst/>
              <a:ahLst/>
              <a:cxnLst/>
              <a:rect l="0" t="0" r="0" b="0"/>
              <a:pathLst>
                <a:path w="47705" h="8094">
                  <a:moveTo>
                    <a:pt x="0" y="8094"/>
                  </a:moveTo>
                  <a:lnTo>
                    <a:pt x="47705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6" name="Input_receptor__1595">
              <a:extLst>
                <a:ext uri="{FF2B5EF4-FFF2-40B4-BE49-F238E27FC236}">
                  <a16:creationId xmlns:a16="http://schemas.microsoft.com/office/drawing/2014/main" id="{C2AD7058-3E1E-BA9D-D9B0-FED2A4D3E978}"/>
                </a:ext>
              </a:extLst>
            </p:cNvPr>
            <p:cNvSpPr>
              <a:spLocks noGrp="1"/>
            </p:cNvSpPr>
            <p:nvPr/>
          </p:nvSpPr>
          <p:spPr>
            <a:xfrm>
              <a:off x="1382029" y="4398391"/>
              <a:ext cx="27578" cy="39154"/>
            </a:xfrm>
            <a:custGeom>
              <a:avLst/>
              <a:gdLst/>
              <a:ahLst/>
              <a:cxnLst/>
              <a:rect l="0" t="0" r="0" b="0"/>
              <a:pathLst>
                <a:path w="27578" h="39154">
                  <a:moveTo>
                    <a:pt x="0" y="0"/>
                  </a:moveTo>
                  <a:lnTo>
                    <a:pt x="27578" y="39154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7" name="Input_receptor__1596">
              <a:extLst>
                <a:ext uri="{FF2B5EF4-FFF2-40B4-BE49-F238E27FC236}">
                  <a16:creationId xmlns:a16="http://schemas.microsoft.com/office/drawing/2014/main" id="{8667359A-4ADD-473F-A91B-6BA0C9928B3D}"/>
                </a:ext>
              </a:extLst>
            </p:cNvPr>
            <p:cNvSpPr>
              <a:spLocks noGrp="1"/>
            </p:cNvSpPr>
            <p:nvPr/>
          </p:nvSpPr>
          <p:spPr>
            <a:xfrm>
              <a:off x="1476538" y="4792772"/>
              <a:ext cx="2654" cy="42829"/>
            </a:xfrm>
            <a:custGeom>
              <a:avLst/>
              <a:gdLst/>
              <a:ahLst/>
              <a:cxnLst/>
              <a:rect l="0" t="0" r="0" b="0"/>
              <a:pathLst>
                <a:path w="2654" h="42829">
                  <a:moveTo>
                    <a:pt x="2654" y="42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8" name="Input_receptor__1597">
              <a:extLst>
                <a:ext uri="{FF2B5EF4-FFF2-40B4-BE49-F238E27FC236}">
                  <a16:creationId xmlns:a16="http://schemas.microsoft.com/office/drawing/2014/main" id="{6B1B0CAB-363A-8252-D4A5-BDCFAE996EDA}"/>
                </a:ext>
              </a:extLst>
            </p:cNvPr>
            <p:cNvSpPr>
              <a:spLocks noGrp="1"/>
            </p:cNvSpPr>
            <p:nvPr/>
          </p:nvSpPr>
          <p:spPr>
            <a:xfrm>
              <a:off x="875602" y="4897634"/>
              <a:ext cx="44272" cy="14093"/>
            </a:xfrm>
            <a:custGeom>
              <a:avLst/>
              <a:gdLst/>
              <a:ahLst/>
              <a:cxnLst/>
              <a:rect l="0" t="0" r="0" b="0"/>
              <a:pathLst>
                <a:path w="44272" h="14093">
                  <a:moveTo>
                    <a:pt x="44272" y="14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9" name="Input_receptor__1598">
              <a:extLst>
                <a:ext uri="{FF2B5EF4-FFF2-40B4-BE49-F238E27FC236}">
                  <a16:creationId xmlns:a16="http://schemas.microsoft.com/office/drawing/2014/main" id="{A65D8C99-122F-0BE6-E23B-580EA63C7BCF}"/>
                </a:ext>
              </a:extLst>
            </p:cNvPr>
            <p:cNvSpPr>
              <a:spLocks noGrp="1"/>
            </p:cNvSpPr>
            <p:nvPr/>
          </p:nvSpPr>
          <p:spPr>
            <a:xfrm>
              <a:off x="769489" y="4702160"/>
              <a:ext cx="1660" cy="41331"/>
            </a:xfrm>
            <a:custGeom>
              <a:avLst/>
              <a:gdLst/>
              <a:ahLst/>
              <a:cxnLst/>
              <a:rect l="0" t="0" r="0" b="0"/>
              <a:pathLst>
                <a:path w="1660" h="41331">
                  <a:moveTo>
                    <a:pt x="1660" y="0"/>
                  </a:moveTo>
                  <a:lnTo>
                    <a:pt x="0" y="41331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0" name="Input_receptor__1599">
              <a:extLst>
                <a:ext uri="{FF2B5EF4-FFF2-40B4-BE49-F238E27FC236}">
                  <a16:creationId xmlns:a16="http://schemas.microsoft.com/office/drawing/2014/main" id="{ACA81DA9-8DEC-AFAA-87F7-DDE3A16F775D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56900"/>
              <a:ext cx="5602" cy="47212"/>
            </a:xfrm>
            <a:custGeom>
              <a:avLst/>
              <a:gdLst/>
              <a:ahLst/>
              <a:cxnLst/>
              <a:rect l="0" t="0" r="0" b="0"/>
              <a:pathLst>
                <a:path w="5602" h="47212">
                  <a:moveTo>
                    <a:pt x="5602" y="47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1" name="Input_receptor__1600">
              <a:extLst>
                <a:ext uri="{FF2B5EF4-FFF2-40B4-BE49-F238E27FC236}">
                  <a16:creationId xmlns:a16="http://schemas.microsoft.com/office/drawing/2014/main" id="{DF9911B5-EB64-A708-D904-910C14DFD4F4}"/>
                </a:ext>
              </a:extLst>
            </p:cNvPr>
            <p:cNvSpPr>
              <a:spLocks noGrp="1"/>
            </p:cNvSpPr>
            <p:nvPr/>
          </p:nvSpPr>
          <p:spPr>
            <a:xfrm>
              <a:off x="1004907" y="4484673"/>
              <a:ext cx="8020" cy="32625"/>
            </a:xfrm>
            <a:custGeom>
              <a:avLst/>
              <a:gdLst/>
              <a:ahLst/>
              <a:cxnLst/>
              <a:rect l="0" t="0" r="0" b="0"/>
              <a:pathLst>
                <a:path w="8020" h="32625">
                  <a:moveTo>
                    <a:pt x="8020" y="0"/>
                  </a:moveTo>
                  <a:lnTo>
                    <a:pt x="0" y="326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2" name="Input_receptor__1601">
              <a:extLst>
                <a:ext uri="{FF2B5EF4-FFF2-40B4-BE49-F238E27FC236}">
                  <a16:creationId xmlns:a16="http://schemas.microsoft.com/office/drawing/2014/main" id="{DA608CC5-DA4D-7E26-6BBA-4FDEA392DCE6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05269"/>
              <a:ext cx="10277" cy="27795"/>
            </a:xfrm>
            <a:custGeom>
              <a:avLst/>
              <a:gdLst/>
              <a:ahLst/>
              <a:cxnLst/>
              <a:rect l="0" t="0" r="0" b="0"/>
              <a:pathLst>
                <a:path w="10277" h="27795">
                  <a:moveTo>
                    <a:pt x="0" y="27795"/>
                  </a:moveTo>
                  <a:lnTo>
                    <a:pt x="10277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3" name="Input_receptor__1602">
              <a:extLst>
                <a:ext uri="{FF2B5EF4-FFF2-40B4-BE49-F238E27FC236}">
                  <a16:creationId xmlns:a16="http://schemas.microsoft.com/office/drawing/2014/main" id="{EBB65E1A-3470-76B4-4534-CF7AC965A811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48428"/>
              <a:ext cx="21426" cy="37276"/>
            </a:xfrm>
            <a:custGeom>
              <a:avLst/>
              <a:gdLst/>
              <a:ahLst/>
              <a:cxnLst/>
              <a:rect l="0" t="0" r="0" b="0"/>
              <a:pathLst>
                <a:path w="21426" h="37276">
                  <a:moveTo>
                    <a:pt x="21426" y="37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4" name="Input_receptor__1603">
              <a:extLst>
                <a:ext uri="{FF2B5EF4-FFF2-40B4-BE49-F238E27FC236}">
                  <a16:creationId xmlns:a16="http://schemas.microsoft.com/office/drawing/2014/main" id="{75081FCF-0EE9-5450-5229-2BDFB286D56B}"/>
                </a:ext>
              </a:extLst>
            </p:cNvPr>
            <p:cNvSpPr>
              <a:spLocks noGrp="1"/>
            </p:cNvSpPr>
            <p:nvPr/>
          </p:nvSpPr>
          <p:spPr>
            <a:xfrm>
              <a:off x="663795" y="4589215"/>
              <a:ext cx="45894" cy="9964"/>
            </a:xfrm>
            <a:custGeom>
              <a:avLst/>
              <a:gdLst/>
              <a:ahLst/>
              <a:cxnLst/>
              <a:rect l="0" t="0" r="0" b="0"/>
              <a:pathLst>
                <a:path w="45894" h="9964">
                  <a:moveTo>
                    <a:pt x="0" y="9964"/>
                  </a:moveTo>
                  <a:lnTo>
                    <a:pt x="4589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5" name="Input_receptor__1604">
              <a:extLst>
                <a:ext uri="{FF2B5EF4-FFF2-40B4-BE49-F238E27FC236}">
                  <a16:creationId xmlns:a16="http://schemas.microsoft.com/office/drawing/2014/main" id="{D5738624-FDDE-66AD-FE0E-FF69D243E673}"/>
                </a:ext>
              </a:extLst>
            </p:cNvPr>
            <p:cNvSpPr>
              <a:spLocks noGrp="1"/>
            </p:cNvSpPr>
            <p:nvPr/>
          </p:nvSpPr>
          <p:spPr>
            <a:xfrm>
              <a:off x="1291939" y="4495204"/>
              <a:ext cx="6387" cy="22940"/>
            </a:xfrm>
            <a:custGeom>
              <a:avLst/>
              <a:gdLst/>
              <a:ahLst/>
              <a:cxnLst/>
              <a:rect l="0" t="0" r="0" b="0"/>
              <a:pathLst>
                <a:path w="6387" h="22940">
                  <a:moveTo>
                    <a:pt x="6387" y="0"/>
                  </a:moveTo>
                  <a:lnTo>
                    <a:pt x="0" y="2294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6" name="Input_receptor__1605">
              <a:extLst>
                <a:ext uri="{FF2B5EF4-FFF2-40B4-BE49-F238E27FC236}">
                  <a16:creationId xmlns:a16="http://schemas.microsoft.com/office/drawing/2014/main" id="{90D68CE0-75AE-F2CB-AE40-554FA57B3CB3}"/>
                </a:ext>
              </a:extLst>
            </p:cNvPr>
            <p:cNvSpPr>
              <a:spLocks noGrp="1"/>
            </p:cNvSpPr>
            <p:nvPr/>
          </p:nvSpPr>
          <p:spPr>
            <a:xfrm>
              <a:off x="1110575" y="5008232"/>
              <a:ext cx="3315" cy="38028"/>
            </a:xfrm>
            <a:custGeom>
              <a:avLst/>
              <a:gdLst/>
              <a:ahLst/>
              <a:cxnLst/>
              <a:rect l="0" t="0" r="0" b="0"/>
              <a:pathLst>
                <a:path w="3315" h="38028">
                  <a:moveTo>
                    <a:pt x="3315" y="380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6"/>
              </a:solidFill>
            </a:ln>
          </p:spPr>
        </p:sp>
        <p:sp>
          <p:nvSpPr>
            <p:cNvPr id="1607" name="Input_receptor__1606">
              <a:extLst>
                <a:ext uri="{FF2B5EF4-FFF2-40B4-BE49-F238E27FC236}">
                  <a16:creationId xmlns:a16="http://schemas.microsoft.com/office/drawing/2014/main" id="{E4F978D3-8705-577C-6D3F-B5A94EE8F4C9}"/>
                </a:ext>
              </a:extLst>
            </p:cNvPr>
            <p:cNvSpPr>
              <a:spLocks noGrp="1"/>
            </p:cNvSpPr>
            <p:nvPr/>
          </p:nvSpPr>
          <p:spPr>
            <a:xfrm>
              <a:off x="1523006" y="4133879"/>
              <a:ext cx="47088" cy="2519"/>
            </a:xfrm>
            <a:custGeom>
              <a:avLst/>
              <a:gdLst/>
              <a:ahLst/>
              <a:cxnLst/>
              <a:rect l="0" t="0" r="0" b="0"/>
              <a:pathLst>
                <a:path w="47088" h="2519">
                  <a:moveTo>
                    <a:pt x="0" y="2519"/>
                  </a:moveTo>
                  <a:lnTo>
                    <a:pt x="47088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08" name="Input_receptor__1607">
              <a:extLst>
                <a:ext uri="{FF2B5EF4-FFF2-40B4-BE49-F238E27FC236}">
                  <a16:creationId xmlns:a16="http://schemas.microsoft.com/office/drawing/2014/main" id="{5C31B87F-8E7C-3EC7-B314-FC61D99F0E74}"/>
                </a:ext>
              </a:extLst>
            </p:cNvPr>
            <p:cNvSpPr>
              <a:spLocks noGrp="1"/>
            </p:cNvSpPr>
            <p:nvPr/>
          </p:nvSpPr>
          <p:spPr>
            <a:xfrm>
              <a:off x="814174" y="4716751"/>
              <a:ext cx="17037" cy="4907"/>
            </a:xfrm>
            <a:custGeom>
              <a:avLst/>
              <a:gdLst/>
              <a:ahLst/>
              <a:cxnLst/>
              <a:rect l="0" t="0" r="0" b="0"/>
              <a:pathLst>
                <a:path w="17037" h="4907">
                  <a:moveTo>
                    <a:pt x="17037" y="49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09" name="Input_receptor__1608">
              <a:extLst>
                <a:ext uri="{FF2B5EF4-FFF2-40B4-BE49-F238E27FC236}">
                  <a16:creationId xmlns:a16="http://schemas.microsoft.com/office/drawing/2014/main" id="{AC36F633-82B8-ACC4-AA6B-A93E1F33C664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56116"/>
              <a:ext cx="33973" cy="31680"/>
            </a:xfrm>
            <a:custGeom>
              <a:avLst/>
              <a:gdLst/>
              <a:ahLst/>
              <a:cxnLst/>
              <a:rect l="0" t="0" r="0" b="0"/>
              <a:pathLst>
                <a:path w="33973" h="31680">
                  <a:moveTo>
                    <a:pt x="33973" y="0"/>
                  </a:moveTo>
                  <a:lnTo>
                    <a:pt x="0" y="3168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0" name="Input_receptor__1609">
              <a:extLst>
                <a:ext uri="{FF2B5EF4-FFF2-40B4-BE49-F238E27FC236}">
                  <a16:creationId xmlns:a16="http://schemas.microsoft.com/office/drawing/2014/main" id="{259CF48A-71D7-6AC5-299E-CFF263F320B8}"/>
                </a:ext>
              </a:extLst>
            </p:cNvPr>
            <p:cNvSpPr>
              <a:spLocks noGrp="1"/>
            </p:cNvSpPr>
            <p:nvPr/>
          </p:nvSpPr>
          <p:spPr>
            <a:xfrm>
              <a:off x="831895" y="4658520"/>
              <a:ext cx="43517" cy="17760"/>
            </a:xfrm>
            <a:custGeom>
              <a:avLst/>
              <a:gdLst/>
              <a:ahLst/>
              <a:cxnLst/>
              <a:rect l="0" t="0" r="0" b="0"/>
              <a:pathLst>
                <a:path w="43517" h="17760">
                  <a:moveTo>
                    <a:pt x="43517" y="177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1" name="Input_receptor__1610">
              <a:extLst>
                <a:ext uri="{FF2B5EF4-FFF2-40B4-BE49-F238E27FC236}">
                  <a16:creationId xmlns:a16="http://schemas.microsoft.com/office/drawing/2014/main" id="{033009BD-37C5-6111-FEE3-C94862BCDB96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701147"/>
              <a:ext cx="11953" cy="5586"/>
            </a:xfrm>
            <a:custGeom>
              <a:avLst/>
              <a:gdLst/>
              <a:ahLst/>
              <a:cxnLst/>
              <a:rect l="0" t="0" r="0" b="0"/>
              <a:pathLst>
                <a:path w="11953" h="5586">
                  <a:moveTo>
                    <a:pt x="0" y="5586"/>
                  </a:moveTo>
                  <a:lnTo>
                    <a:pt x="11953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2" name="Input_receptor__1611">
              <a:extLst>
                <a:ext uri="{FF2B5EF4-FFF2-40B4-BE49-F238E27FC236}">
                  <a16:creationId xmlns:a16="http://schemas.microsoft.com/office/drawing/2014/main" id="{70E47E2E-5B2A-B9B1-DB32-8271A93C9505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13838" cy="31223"/>
            </a:xfrm>
            <a:custGeom>
              <a:avLst/>
              <a:gdLst/>
              <a:ahLst/>
              <a:cxnLst/>
              <a:rect l="0" t="0" r="0" b="0"/>
              <a:pathLst>
                <a:path w="13838" h="31223">
                  <a:moveTo>
                    <a:pt x="0" y="0"/>
                  </a:moveTo>
                  <a:lnTo>
                    <a:pt x="13838" y="312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3" name="Input_receptor__1612">
              <a:extLst>
                <a:ext uri="{FF2B5EF4-FFF2-40B4-BE49-F238E27FC236}">
                  <a16:creationId xmlns:a16="http://schemas.microsoft.com/office/drawing/2014/main" id="{D14B2628-ED71-4070-2B17-594FC1DA850E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87796"/>
              <a:ext cx="29282" cy="37436"/>
            </a:xfrm>
            <a:custGeom>
              <a:avLst/>
              <a:gdLst/>
              <a:ahLst/>
              <a:cxnLst/>
              <a:rect l="0" t="0" r="0" b="0"/>
              <a:pathLst>
                <a:path w="29282" h="37436">
                  <a:moveTo>
                    <a:pt x="0" y="0"/>
                  </a:moveTo>
                  <a:lnTo>
                    <a:pt x="29282" y="37436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4" name="Input_receptor__1613">
              <a:extLst>
                <a:ext uri="{FF2B5EF4-FFF2-40B4-BE49-F238E27FC236}">
                  <a16:creationId xmlns:a16="http://schemas.microsoft.com/office/drawing/2014/main" id="{6E44C946-28B9-79E0-9BEC-32A777E60BC5}"/>
                </a:ext>
              </a:extLst>
            </p:cNvPr>
            <p:cNvSpPr>
              <a:spLocks noGrp="1"/>
            </p:cNvSpPr>
            <p:nvPr/>
          </p:nvSpPr>
          <p:spPr>
            <a:xfrm>
              <a:off x="759584" y="4743490"/>
              <a:ext cx="9905" cy="17826"/>
            </a:xfrm>
            <a:custGeom>
              <a:avLst/>
              <a:gdLst/>
              <a:ahLst/>
              <a:cxnLst/>
              <a:rect l="0" t="0" r="0" b="0"/>
              <a:pathLst>
                <a:path w="9905" h="17826">
                  <a:moveTo>
                    <a:pt x="9905" y="0"/>
                  </a:moveTo>
                  <a:lnTo>
                    <a:pt x="0" y="17826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5" name="Input_receptor__1614">
              <a:extLst>
                <a:ext uri="{FF2B5EF4-FFF2-40B4-BE49-F238E27FC236}">
                  <a16:creationId xmlns:a16="http://schemas.microsoft.com/office/drawing/2014/main" id="{0C48ECDC-931C-15AF-6A49-B242F7CE2E54}"/>
                </a:ext>
              </a:extLst>
            </p:cNvPr>
            <p:cNvSpPr>
              <a:spLocks noGrp="1"/>
            </p:cNvSpPr>
            <p:nvPr/>
          </p:nvSpPr>
          <p:spPr>
            <a:xfrm>
              <a:off x="1268334" y="4621733"/>
              <a:ext cx="20558" cy="35718"/>
            </a:xfrm>
            <a:custGeom>
              <a:avLst/>
              <a:gdLst/>
              <a:ahLst/>
              <a:cxnLst/>
              <a:rect l="0" t="0" r="0" b="0"/>
              <a:pathLst>
                <a:path w="20558" h="35718">
                  <a:moveTo>
                    <a:pt x="0" y="0"/>
                  </a:moveTo>
                  <a:lnTo>
                    <a:pt x="20558" y="35718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6" name="Input_receptor__1615">
              <a:extLst>
                <a:ext uri="{FF2B5EF4-FFF2-40B4-BE49-F238E27FC236}">
                  <a16:creationId xmlns:a16="http://schemas.microsoft.com/office/drawing/2014/main" id="{DAAB0A2D-BA16-7B83-1A2B-AFDE2D96B3EA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99373"/>
              <a:ext cx="6674" cy="30620"/>
            </a:xfrm>
            <a:custGeom>
              <a:avLst/>
              <a:gdLst/>
              <a:ahLst/>
              <a:cxnLst/>
              <a:rect l="0" t="0" r="0" b="0"/>
              <a:pathLst>
                <a:path w="6674" h="30620">
                  <a:moveTo>
                    <a:pt x="0" y="0"/>
                  </a:moveTo>
                  <a:lnTo>
                    <a:pt x="6674" y="3062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7" name="Input_receptor__1616">
              <a:extLst>
                <a:ext uri="{FF2B5EF4-FFF2-40B4-BE49-F238E27FC236}">
                  <a16:creationId xmlns:a16="http://schemas.microsoft.com/office/drawing/2014/main" id="{6B1A9F28-B156-76C9-D3CD-2A9FE7CDC02C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220327"/>
              <a:ext cx="5642" cy="4361"/>
            </a:xfrm>
            <a:custGeom>
              <a:avLst/>
              <a:gdLst/>
              <a:ahLst/>
              <a:cxnLst/>
              <a:rect l="0" t="0" r="0" b="0"/>
              <a:pathLst>
                <a:path w="5642" h="4361">
                  <a:moveTo>
                    <a:pt x="0" y="0"/>
                  </a:moveTo>
                  <a:lnTo>
                    <a:pt x="5642" y="4361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8" name="Input_receptor__1617">
              <a:extLst>
                <a:ext uri="{FF2B5EF4-FFF2-40B4-BE49-F238E27FC236}">
                  <a16:creationId xmlns:a16="http://schemas.microsoft.com/office/drawing/2014/main" id="{D7445190-FA77-DE99-C261-285F6842AE0B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813699"/>
              <a:ext cx="5853" cy="5484"/>
            </a:xfrm>
            <a:custGeom>
              <a:avLst/>
              <a:gdLst/>
              <a:ahLst/>
              <a:cxnLst/>
              <a:rect l="0" t="0" r="0" b="0"/>
              <a:pathLst>
                <a:path w="5853" h="5484">
                  <a:moveTo>
                    <a:pt x="0" y="5484"/>
                  </a:moveTo>
                  <a:lnTo>
                    <a:pt x="5853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9" name="Input_receptor__1618">
              <a:extLst>
                <a:ext uri="{FF2B5EF4-FFF2-40B4-BE49-F238E27FC236}">
                  <a16:creationId xmlns:a16="http://schemas.microsoft.com/office/drawing/2014/main" id="{F7D89AA6-BA5B-333E-DF2E-2824908E7C77}"/>
                </a:ext>
              </a:extLst>
            </p:cNvPr>
            <p:cNvSpPr>
              <a:spLocks noGrp="1"/>
            </p:cNvSpPr>
            <p:nvPr/>
          </p:nvSpPr>
          <p:spPr>
            <a:xfrm>
              <a:off x="1551596" y="4692072"/>
              <a:ext cx="18878" cy="30672"/>
            </a:xfrm>
            <a:custGeom>
              <a:avLst/>
              <a:gdLst/>
              <a:ahLst/>
              <a:cxnLst/>
              <a:rect l="0" t="0" r="0" b="0"/>
              <a:pathLst>
                <a:path w="18878" h="30672">
                  <a:moveTo>
                    <a:pt x="0" y="30672"/>
                  </a:moveTo>
                  <a:lnTo>
                    <a:pt x="188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0" name="Input_receptor__1619">
              <a:extLst>
                <a:ext uri="{FF2B5EF4-FFF2-40B4-BE49-F238E27FC236}">
                  <a16:creationId xmlns:a16="http://schemas.microsoft.com/office/drawing/2014/main" id="{A0F16C94-065A-DD4A-5AD4-BB9CDA92C887}"/>
                </a:ext>
              </a:extLst>
            </p:cNvPr>
            <p:cNvSpPr>
              <a:spLocks noGrp="1"/>
            </p:cNvSpPr>
            <p:nvPr/>
          </p:nvSpPr>
          <p:spPr>
            <a:xfrm>
              <a:off x="841447" y="4518855"/>
              <a:ext cx="23202" cy="41533"/>
            </a:xfrm>
            <a:custGeom>
              <a:avLst/>
              <a:gdLst/>
              <a:ahLst/>
              <a:cxnLst/>
              <a:rect l="0" t="0" r="0" b="0"/>
              <a:pathLst>
                <a:path w="23202" h="41533">
                  <a:moveTo>
                    <a:pt x="23202" y="0"/>
                  </a:moveTo>
                  <a:lnTo>
                    <a:pt x="0" y="4153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1" name="Input_receptor__1620">
              <a:extLst>
                <a:ext uri="{FF2B5EF4-FFF2-40B4-BE49-F238E27FC236}">
                  <a16:creationId xmlns:a16="http://schemas.microsoft.com/office/drawing/2014/main" id="{D2BE218E-5EC6-EDD2-52E8-77719B52CEA3}"/>
                </a:ext>
              </a:extLst>
            </p:cNvPr>
            <p:cNvSpPr>
              <a:spLocks noGrp="1"/>
            </p:cNvSpPr>
            <p:nvPr/>
          </p:nvSpPr>
          <p:spPr>
            <a:xfrm>
              <a:off x="910372" y="4749706"/>
              <a:ext cx="16849" cy="31673"/>
            </a:xfrm>
            <a:custGeom>
              <a:avLst/>
              <a:gdLst/>
              <a:ahLst/>
              <a:cxnLst/>
              <a:rect l="0" t="0" r="0" b="0"/>
              <a:pathLst>
                <a:path w="16849" h="31673">
                  <a:moveTo>
                    <a:pt x="16849" y="316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2" name="Input_receptor__1621">
              <a:extLst>
                <a:ext uri="{FF2B5EF4-FFF2-40B4-BE49-F238E27FC236}">
                  <a16:creationId xmlns:a16="http://schemas.microsoft.com/office/drawing/2014/main" id="{07FF70CE-751E-9A0B-F9C5-AB1B7E9786EF}"/>
                </a:ext>
              </a:extLst>
            </p:cNvPr>
            <p:cNvSpPr>
              <a:spLocks noGrp="1"/>
            </p:cNvSpPr>
            <p:nvPr/>
          </p:nvSpPr>
          <p:spPr>
            <a:xfrm>
              <a:off x="1461088" y="4087309"/>
              <a:ext cx="14874" cy="36248"/>
            </a:xfrm>
            <a:custGeom>
              <a:avLst/>
              <a:gdLst/>
              <a:ahLst/>
              <a:cxnLst/>
              <a:rect l="0" t="0" r="0" b="0"/>
              <a:pathLst>
                <a:path w="14874" h="36248">
                  <a:moveTo>
                    <a:pt x="0" y="36248"/>
                  </a:moveTo>
                  <a:lnTo>
                    <a:pt x="14874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3" name="Input_receptor__1622">
              <a:extLst>
                <a:ext uri="{FF2B5EF4-FFF2-40B4-BE49-F238E27FC236}">
                  <a16:creationId xmlns:a16="http://schemas.microsoft.com/office/drawing/2014/main" id="{7B496B04-552F-237B-7276-E76153B194B4}"/>
                </a:ext>
              </a:extLst>
            </p:cNvPr>
            <p:cNvSpPr>
              <a:spLocks noGrp="1"/>
            </p:cNvSpPr>
            <p:nvPr/>
          </p:nvSpPr>
          <p:spPr>
            <a:xfrm>
              <a:off x="1156922" y="4673236"/>
              <a:ext cx="14621" cy="5149"/>
            </a:xfrm>
            <a:custGeom>
              <a:avLst/>
              <a:gdLst/>
              <a:ahLst/>
              <a:cxnLst/>
              <a:rect l="0" t="0" r="0" b="0"/>
              <a:pathLst>
                <a:path w="14621" h="5149">
                  <a:moveTo>
                    <a:pt x="14621" y="0"/>
                  </a:moveTo>
                  <a:lnTo>
                    <a:pt x="0" y="5149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4" name="Input_receptor__1623">
              <a:extLst>
                <a:ext uri="{FF2B5EF4-FFF2-40B4-BE49-F238E27FC236}">
                  <a16:creationId xmlns:a16="http://schemas.microsoft.com/office/drawing/2014/main" id="{E268E7A7-DB16-9620-7926-C65E3BEDA4BF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28174"/>
              <a:ext cx="27592" cy="21531"/>
            </a:xfrm>
            <a:custGeom>
              <a:avLst/>
              <a:gdLst/>
              <a:ahLst/>
              <a:cxnLst/>
              <a:rect l="0" t="0" r="0" b="0"/>
              <a:pathLst>
                <a:path w="27592" h="21531">
                  <a:moveTo>
                    <a:pt x="27592" y="215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5" name="Input_receptor__1624">
              <a:extLst>
                <a:ext uri="{FF2B5EF4-FFF2-40B4-BE49-F238E27FC236}">
                  <a16:creationId xmlns:a16="http://schemas.microsoft.com/office/drawing/2014/main" id="{8FB8EC36-B7DF-C001-06BC-F95BB42C29EE}"/>
                </a:ext>
              </a:extLst>
            </p:cNvPr>
            <p:cNvSpPr>
              <a:spLocks noGrp="1"/>
            </p:cNvSpPr>
            <p:nvPr/>
          </p:nvSpPr>
          <p:spPr>
            <a:xfrm>
              <a:off x="1641971" y="4288258"/>
              <a:ext cx="46464" cy="8496"/>
            </a:xfrm>
            <a:custGeom>
              <a:avLst/>
              <a:gdLst/>
              <a:ahLst/>
              <a:cxnLst/>
              <a:rect l="0" t="0" r="0" b="0"/>
              <a:pathLst>
                <a:path w="46464" h="8496">
                  <a:moveTo>
                    <a:pt x="46464" y="84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6" name="Input_receptor__1625">
              <a:extLst>
                <a:ext uri="{FF2B5EF4-FFF2-40B4-BE49-F238E27FC236}">
                  <a16:creationId xmlns:a16="http://schemas.microsoft.com/office/drawing/2014/main" id="{E807F7FB-6FCE-C600-07AA-8788E21D3C7E}"/>
                </a:ext>
              </a:extLst>
            </p:cNvPr>
            <p:cNvSpPr>
              <a:spLocks noGrp="1"/>
            </p:cNvSpPr>
            <p:nvPr/>
          </p:nvSpPr>
          <p:spPr>
            <a:xfrm>
              <a:off x="1061681" y="4748997"/>
              <a:ext cx="7305" cy="47074"/>
            </a:xfrm>
            <a:custGeom>
              <a:avLst/>
              <a:gdLst/>
              <a:ahLst/>
              <a:cxnLst/>
              <a:rect l="0" t="0" r="0" b="0"/>
              <a:pathLst>
                <a:path w="7305" h="47074">
                  <a:moveTo>
                    <a:pt x="7305" y="470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7" name="Input_receptor__1626">
              <a:extLst>
                <a:ext uri="{FF2B5EF4-FFF2-40B4-BE49-F238E27FC236}">
                  <a16:creationId xmlns:a16="http://schemas.microsoft.com/office/drawing/2014/main" id="{F074B0E2-1AE8-694E-BAA0-BB453C65A093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04282"/>
              <a:ext cx="18442" cy="44146"/>
            </a:xfrm>
            <a:custGeom>
              <a:avLst/>
              <a:gdLst/>
              <a:ahLst/>
              <a:cxnLst/>
              <a:rect l="0" t="0" r="0" b="0"/>
              <a:pathLst>
                <a:path w="18442" h="44146">
                  <a:moveTo>
                    <a:pt x="0" y="44146"/>
                  </a:moveTo>
                  <a:lnTo>
                    <a:pt x="18442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8" name="Input_receptor__1627">
              <a:extLst>
                <a:ext uri="{FF2B5EF4-FFF2-40B4-BE49-F238E27FC236}">
                  <a16:creationId xmlns:a16="http://schemas.microsoft.com/office/drawing/2014/main" id="{1D62C426-FF3B-B769-20D8-235AD337246A}"/>
                </a:ext>
              </a:extLst>
            </p:cNvPr>
            <p:cNvSpPr>
              <a:spLocks noGrp="1"/>
            </p:cNvSpPr>
            <p:nvPr/>
          </p:nvSpPr>
          <p:spPr>
            <a:xfrm>
              <a:off x="1428814" y="4337993"/>
              <a:ext cx="29695" cy="33035"/>
            </a:xfrm>
            <a:custGeom>
              <a:avLst/>
              <a:gdLst/>
              <a:ahLst/>
              <a:cxnLst/>
              <a:rect l="0" t="0" r="0" b="0"/>
              <a:pathLst>
                <a:path w="29695" h="33035">
                  <a:moveTo>
                    <a:pt x="0" y="0"/>
                  </a:moveTo>
                  <a:lnTo>
                    <a:pt x="29695" y="33035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9" name="Input_receptor__1628">
              <a:extLst>
                <a:ext uri="{FF2B5EF4-FFF2-40B4-BE49-F238E27FC236}">
                  <a16:creationId xmlns:a16="http://schemas.microsoft.com/office/drawing/2014/main" id="{E3440FEF-612F-65BF-F6F3-70AFF3141C1F}"/>
                </a:ext>
              </a:extLst>
            </p:cNvPr>
            <p:cNvSpPr>
              <a:spLocks noGrp="1"/>
            </p:cNvSpPr>
            <p:nvPr/>
          </p:nvSpPr>
          <p:spPr>
            <a:xfrm>
              <a:off x="864649" y="4504832"/>
              <a:ext cx="43649" cy="14023"/>
            </a:xfrm>
            <a:custGeom>
              <a:avLst/>
              <a:gdLst/>
              <a:ahLst/>
              <a:cxnLst/>
              <a:rect l="0" t="0" r="0" b="0"/>
              <a:pathLst>
                <a:path w="43649" h="14023">
                  <a:moveTo>
                    <a:pt x="43649" y="0"/>
                  </a:moveTo>
                  <a:lnTo>
                    <a:pt x="0" y="140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0" name="Input_receptor__1629">
              <a:extLst>
                <a:ext uri="{FF2B5EF4-FFF2-40B4-BE49-F238E27FC236}">
                  <a16:creationId xmlns:a16="http://schemas.microsoft.com/office/drawing/2014/main" id="{5B4828F6-932E-5174-D153-AD401254A6B3}"/>
                </a:ext>
              </a:extLst>
            </p:cNvPr>
            <p:cNvSpPr>
              <a:spLocks noGrp="1"/>
            </p:cNvSpPr>
            <p:nvPr/>
          </p:nvSpPr>
          <p:spPr>
            <a:xfrm>
              <a:off x="1306717" y="4579621"/>
              <a:ext cx="18898" cy="13410"/>
            </a:xfrm>
            <a:custGeom>
              <a:avLst/>
              <a:gdLst/>
              <a:ahLst/>
              <a:cxnLst/>
              <a:rect l="0" t="0" r="0" b="0"/>
              <a:pathLst>
                <a:path w="18898" h="13410">
                  <a:moveTo>
                    <a:pt x="18898" y="134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1" name="Input_receptor__1630">
              <a:extLst>
                <a:ext uri="{FF2B5EF4-FFF2-40B4-BE49-F238E27FC236}">
                  <a16:creationId xmlns:a16="http://schemas.microsoft.com/office/drawing/2014/main" id="{21A1E0EE-16C1-7D1D-3958-378961959560}"/>
                </a:ext>
              </a:extLst>
            </p:cNvPr>
            <p:cNvSpPr>
              <a:spLocks noGrp="1"/>
            </p:cNvSpPr>
            <p:nvPr/>
          </p:nvSpPr>
          <p:spPr>
            <a:xfrm>
              <a:off x="1279879" y="4401997"/>
              <a:ext cx="34778" cy="23236"/>
            </a:xfrm>
            <a:custGeom>
              <a:avLst/>
              <a:gdLst/>
              <a:ahLst/>
              <a:cxnLst/>
              <a:rect l="0" t="0" r="0" b="0"/>
              <a:pathLst>
                <a:path w="34778" h="23236">
                  <a:moveTo>
                    <a:pt x="0" y="23236"/>
                  </a:moveTo>
                  <a:lnTo>
                    <a:pt x="347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2" name="Input_receptor__1631">
              <a:extLst>
                <a:ext uri="{FF2B5EF4-FFF2-40B4-BE49-F238E27FC236}">
                  <a16:creationId xmlns:a16="http://schemas.microsoft.com/office/drawing/2014/main" id="{675D180A-3553-E3AB-4F52-C655A46DC6BD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5104" cy="45148"/>
            </a:xfrm>
            <a:custGeom>
              <a:avLst/>
              <a:gdLst/>
              <a:ahLst/>
              <a:cxnLst/>
              <a:rect l="0" t="0" r="0" b="0"/>
              <a:pathLst>
                <a:path w="5104" h="45148">
                  <a:moveTo>
                    <a:pt x="5104" y="45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3" name="Input_receptor__1632">
              <a:extLst>
                <a:ext uri="{FF2B5EF4-FFF2-40B4-BE49-F238E27FC236}">
                  <a16:creationId xmlns:a16="http://schemas.microsoft.com/office/drawing/2014/main" id="{0EB4324E-9046-3EDB-6F82-46D84B2C4FDE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73278"/>
              <a:ext cx="17342" cy="45027"/>
            </a:xfrm>
            <a:custGeom>
              <a:avLst/>
              <a:gdLst/>
              <a:ahLst/>
              <a:cxnLst/>
              <a:rect l="0" t="0" r="0" b="0"/>
              <a:pathLst>
                <a:path w="17342" h="45027">
                  <a:moveTo>
                    <a:pt x="17342" y="45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4" name="Input_receptor__1633">
              <a:extLst>
                <a:ext uri="{FF2B5EF4-FFF2-40B4-BE49-F238E27FC236}">
                  <a16:creationId xmlns:a16="http://schemas.microsoft.com/office/drawing/2014/main" id="{E85B4D6B-6233-F3DF-3DA8-8B09607F20BD}"/>
                </a:ext>
              </a:extLst>
            </p:cNvPr>
            <p:cNvSpPr>
              <a:spLocks noGrp="1"/>
            </p:cNvSpPr>
            <p:nvPr/>
          </p:nvSpPr>
          <p:spPr>
            <a:xfrm>
              <a:off x="1059518" y="4937347"/>
              <a:ext cx="9331" cy="47148"/>
            </a:xfrm>
            <a:custGeom>
              <a:avLst/>
              <a:gdLst/>
              <a:ahLst/>
              <a:cxnLst/>
              <a:rect l="0" t="0" r="0" b="0"/>
              <a:pathLst>
                <a:path w="9331" h="47148">
                  <a:moveTo>
                    <a:pt x="9331" y="471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5" name="Input_receptor__1634">
              <a:extLst>
                <a:ext uri="{FF2B5EF4-FFF2-40B4-BE49-F238E27FC236}">
                  <a16:creationId xmlns:a16="http://schemas.microsoft.com/office/drawing/2014/main" id="{8223B449-49D2-E9B5-2D8D-5C7E8ED87759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58329"/>
              <a:ext cx="36053" cy="32060"/>
            </a:xfrm>
            <a:custGeom>
              <a:avLst/>
              <a:gdLst/>
              <a:ahLst/>
              <a:cxnLst/>
              <a:rect l="0" t="0" r="0" b="0"/>
              <a:pathLst>
                <a:path w="36053" h="32060">
                  <a:moveTo>
                    <a:pt x="36053" y="0"/>
                  </a:moveTo>
                  <a:lnTo>
                    <a:pt x="0" y="3206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6" name="Input_receptor__1635">
              <a:extLst>
                <a:ext uri="{FF2B5EF4-FFF2-40B4-BE49-F238E27FC236}">
                  <a16:creationId xmlns:a16="http://schemas.microsoft.com/office/drawing/2014/main" id="{5CD35E86-1627-01A8-81DE-E31E7539B8A4}"/>
                </a:ext>
              </a:extLst>
            </p:cNvPr>
            <p:cNvSpPr>
              <a:spLocks noGrp="1"/>
            </p:cNvSpPr>
            <p:nvPr/>
          </p:nvSpPr>
          <p:spPr>
            <a:xfrm>
              <a:off x="709689" y="4548048"/>
              <a:ext cx="14290" cy="41167"/>
            </a:xfrm>
            <a:custGeom>
              <a:avLst/>
              <a:gdLst/>
              <a:ahLst/>
              <a:cxnLst/>
              <a:rect l="0" t="0" r="0" b="0"/>
              <a:pathLst>
                <a:path w="14290" h="41167">
                  <a:moveTo>
                    <a:pt x="0" y="41167"/>
                  </a:moveTo>
                  <a:lnTo>
                    <a:pt x="1429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7" name="Input_receptor__1636">
              <a:extLst>
                <a:ext uri="{FF2B5EF4-FFF2-40B4-BE49-F238E27FC236}">
                  <a16:creationId xmlns:a16="http://schemas.microsoft.com/office/drawing/2014/main" id="{67D768F0-0B46-4B1A-BE46-AF0DCDC60D87}"/>
                </a:ext>
              </a:extLst>
            </p:cNvPr>
            <p:cNvSpPr>
              <a:spLocks noGrp="1"/>
            </p:cNvSpPr>
            <p:nvPr/>
          </p:nvSpPr>
          <p:spPr>
            <a:xfrm>
              <a:off x="1451102" y="4123557"/>
              <a:ext cx="9986" cy="25537"/>
            </a:xfrm>
            <a:custGeom>
              <a:avLst/>
              <a:gdLst/>
              <a:ahLst/>
              <a:cxnLst/>
              <a:rect l="0" t="0" r="0" b="0"/>
              <a:pathLst>
                <a:path w="9986" h="25537">
                  <a:moveTo>
                    <a:pt x="0" y="25537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8" name="Input_receptor__1637">
              <a:extLst>
                <a:ext uri="{FF2B5EF4-FFF2-40B4-BE49-F238E27FC236}">
                  <a16:creationId xmlns:a16="http://schemas.microsoft.com/office/drawing/2014/main" id="{244E260D-96DA-11B2-CFDC-72225FEA46D7}"/>
                </a:ext>
              </a:extLst>
            </p:cNvPr>
            <p:cNvSpPr>
              <a:spLocks noGrp="1"/>
            </p:cNvSpPr>
            <p:nvPr/>
          </p:nvSpPr>
          <p:spPr>
            <a:xfrm>
              <a:off x="1068849" y="4984494"/>
              <a:ext cx="41725" cy="23738"/>
            </a:xfrm>
            <a:custGeom>
              <a:avLst/>
              <a:gdLst/>
              <a:ahLst/>
              <a:cxnLst/>
              <a:rect l="0" t="0" r="0" b="0"/>
              <a:pathLst>
                <a:path w="41725" h="23738">
                  <a:moveTo>
                    <a:pt x="41725" y="237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9" name="Input_receptor__1638">
              <a:extLst>
                <a:ext uri="{FF2B5EF4-FFF2-40B4-BE49-F238E27FC236}">
                  <a16:creationId xmlns:a16="http://schemas.microsoft.com/office/drawing/2014/main" id="{973965EF-D0A1-E0F3-6C6A-5D263F91CEDE}"/>
                </a:ext>
              </a:extLst>
            </p:cNvPr>
            <p:cNvSpPr>
              <a:spLocks noGrp="1"/>
            </p:cNvSpPr>
            <p:nvPr/>
          </p:nvSpPr>
          <p:spPr>
            <a:xfrm>
              <a:off x="1639597" y="4389776"/>
              <a:ext cx="18861" cy="37945"/>
            </a:xfrm>
            <a:custGeom>
              <a:avLst/>
              <a:gdLst/>
              <a:ahLst/>
              <a:cxnLst/>
              <a:rect l="0" t="0" r="0" b="0"/>
              <a:pathLst>
                <a:path w="18861" h="37945">
                  <a:moveTo>
                    <a:pt x="0" y="37945"/>
                  </a:moveTo>
                  <a:lnTo>
                    <a:pt x="18861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0" name="Input_receptor__1639">
              <a:extLst>
                <a:ext uri="{FF2B5EF4-FFF2-40B4-BE49-F238E27FC236}">
                  <a16:creationId xmlns:a16="http://schemas.microsoft.com/office/drawing/2014/main" id="{8D6F27DD-A556-EC04-C5E6-5095F8F46AC4}"/>
                </a:ext>
              </a:extLst>
            </p:cNvPr>
            <p:cNvSpPr>
              <a:spLocks noGrp="1"/>
            </p:cNvSpPr>
            <p:nvPr/>
          </p:nvSpPr>
          <p:spPr>
            <a:xfrm>
              <a:off x="1346213" y="4437051"/>
              <a:ext cx="6236" cy="20904"/>
            </a:xfrm>
            <a:custGeom>
              <a:avLst/>
              <a:gdLst/>
              <a:ahLst/>
              <a:cxnLst/>
              <a:rect l="0" t="0" r="0" b="0"/>
              <a:pathLst>
                <a:path w="6236" h="20904">
                  <a:moveTo>
                    <a:pt x="0" y="0"/>
                  </a:moveTo>
                  <a:lnTo>
                    <a:pt x="6236" y="20904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1" name="Input_receptor__1640">
              <a:extLst>
                <a:ext uri="{FF2B5EF4-FFF2-40B4-BE49-F238E27FC236}">
                  <a16:creationId xmlns:a16="http://schemas.microsoft.com/office/drawing/2014/main" id="{417616FB-E1CC-39ED-2082-6C0552674CE5}"/>
                </a:ext>
              </a:extLst>
            </p:cNvPr>
            <p:cNvSpPr>
              <a:spLocks noGrp="1"/>
            </p:cNvSpPr>
            <p:nvPr/>
          </p:nvSpPr>
          <p:spPr>
            <a:xfrm>
              <a:off x="1227379" y="4733822"/>
              <a:ext cx="8242" cy="14984"/>
            </a:xfrm>
            <a:custGeom>
              <a:avLst/>
              <a:gdLst/>
              <a:ahLst/>
              <a:cxnLst/>
              <a:rect l="0" t="0" r="0" b="0"/>
              <a:pathLst>
                <a:path w="8242" h="14984">
                  <a:moveTo>
                    <a:pt x="0" y="14984"/>
                  </a:moveTo>
                  <a:lnTo>
                    <a:pt x="8242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2" name="Input_receptor__1641">
              <a:extLst>
                <a:ext uri="{FF2B5EF4-FFF2-40B4-BE49-F238E27FC236}">
                  <a16:creationId xmlns:a16="http://schemas.microsoft.com/office/drawing/2014/main" id="{FFF2F78E-FB4D-BC86-D294-E5161647BD89}"/>
                </a:ext>
              </a:extLst>
            </p:cNvPr>
            <p:cNvSpPr>
              <a:spLocks noGrp="1"/>
            </p:cNvSpPr>
            <p:nvPr/>
          </p:nvSpPr>
          <p:spPr>
            <a:xfrm>
              <a:off x="1563751" y="4405348"/>
              <a:ext cx="13166" cy="46360"/>
            </a:xfrm>
            <a:custGeom>
              <a:avLst/>
              <a:gdLst/>
              <a:ahLst/>
              <a:cxnLst/>
              <a:rect l="0" t="0" r="0" b="0"/>
              <a:pathLst>
                <a:path w="13166" h="46360">
                  <a:moveTo>
                    <a:pt x="0" y="46360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3" name="Input_receptor__1642">
              <a:extLst>
                <a:ext uri="{FF2B5EF4-FFF2-40B4-BE49-F238E27FC236}">
                  <a16:creationId xmlns:a16="http://schemas.microsoft.com/office/drawing/2014/main" id="{482C514F-B257-ED27-1A2E-C008F7D9A285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68444"/>
              <a:ext cx="39465" cy="14904"/>
            </a:xfrm>
            <a:custGeom>
              <a:avLst/>
              <a:gdLst/>
              <a:ahLst/>
              <a:cxnLst/>
              <a:rect l="0" t="0" r="0" b="0"/>
              <a:pathLst>
                <a:path w="39465" h="14904">
                  <a:moveTo>
                    <a:pt x="39465" y="0"/>
                  </a:moveTo>
                  <a:lnTo>
                    <a:pt x="0" y="14904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4" name="Input_receptor__1643">
              <a:extLst>
                <a:ext uri="{FF2B5EF4-FFF2-40B4-BE49-F238E27FC236}">
                  <a16:creationId xmlns:a16="http://schemas.microsoft.com/office/drawing/2014/main" id="{BC1E8487-8621-220D-F5BB-BA32B8C41D75}"/>
                </a:ext>
              </a:extLst>
            </p:cNvPr>
            <p:cNvSpPr>
              <a:spLocks noGrp="1"/>
            </p:cNvSpPr>
            <p:nvPr/>
          </p:nvSpPr>
          <p:spPr>
            <a:xfrm>
              <a:off x="1143444" y="4536675"/>
              <a:ext cx="9725" cy="38273"/>
            </a:xfrm>
            <a:custGeom>
              <a:avLst/>
              <a:gdLst/>
              <a:ahLst/>
              <a:cxnLst/>
              <a:rect l="0" t="0" r="0" b="0"/>
              <a:pathLst>
                <a:path w="9725" h="38273">
                  <a:moveTo>
                    <a:pt x="9725" y="38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5" name="Input_receptor__1644">
              <a:extLst>
                <a:ext uri="{FF2B5EF4-FFF2-40B4-BE49-F238E27FC236}">
                  <a16:creationId xmlns:a16="http://schemas.microsoft.com/office/drawing/2014/main" id="{35FB2EDC-A33F-FA78-FE23-07EA76DD9C16}"/>
                </a:ext>
              </a:extLst>
            </p:cNvPr>
            <p:cNvSpPr>
              <a:spLocks noGrp="1"/>
            </p:cNvSpPr>
            <p:nvPr/>
          </p:nvSpPr>
          <p:spPr>
            <a:xfrm>
              <a:off x="701039" y="4718788"/>
              <a:ext cx="25024" cy="8808"/>
            </a:xfrm>
            <a:custGeom>
              <a:avLst/>
              <a:gdLst/>
              <a:ahLst/>
              <a:cxnLst/>
              <a:rect l="0" t="0" r="0" b="0"/>
              <a:pathLst>
                <a:path w="25024" h="8808">
                  <a:moveTo>
                    <a:pt x="25024" y="880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46" name="Input_receptor__1645">
              <a:extLst>
                <a:ext uri="{FF2B5EF4-FFF2-40B4-BE49-F238E27FC236}">
                  <a16:creationId xmlns:a16="http://schemas.microsoft.com/office/drawing/2014/main" id="{F40362D2-6BCF-16E1-BAE9-58F265D77C7A}"/>
                </a:ext>
              </a:extLst>
            </p:cNvPr>
            <p:cNvSpPr>
              <a:spLocks noGrp="1"/>
            </p:cNvSpPr>
            <p:nvPr/>
          </p:nvSpPr>
          <p:spPr>
            <a:xfrm>
              <a:off x="771149" y="4702160"/>
              <a:ext cx="43025" cy="14592"/>
            </a:xfrm>
            <a:custGeom>
              <a:avLst/>
              <a:gdLst/>
              <a:ahLst/>
              <a:cxnLst/>
              <a:rect l="0" t="0" r="0" b="0"/>
              <a:pathLst>
                <a:path w="43025" h="14592">
                  <a:moveTo>
                    <a:pt x="43025" y="1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7" name="Input_receptor__1646">
              <a:extLst>
                <a:ext uri="{FF2B5EF4-FFF2-40B4-BE49-F238E27FC236}">
                  <a16:creationId xmlns:a16="http://schemas.microsoft.com/office/drawing/2014/main" id="{5D967655-531B-AF6F-8CD7-BC7C7F2C9F4D}"/>
                </a:ext>
              </a:extLst>
            </p:cNvPr>
            <p:cNvSpPr>
              <a:spLocks noGrp="1"/>
            </p:cNvSpPr>
            <p:nvPr/>
          </p:nvSpPr>
          <p:spPr>
            <a:xfrm>
              <a:off x="1602277" y="4278207"/>
              <a:ext cx="39694" cy="10051"/>
            </a:xfrm>
            <a:custGeom>
              <a:avLst/>
              <a:gdLst/>
              <a:ahLst/>
              <a:cxnLst/>
              <a:rect l="0" t="0" r="0" b="0"/>
              <a:pathLst>
                <a:path w="39694" h="10051">
                  <a:moveTo>
                    <a:pt x="39694" y="10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8" name="Input_receptor__1647">
              <a:extLst>
                <a:ext uri="{FF2B5EF4-FFF2-40B4-BE49-F238E27FC236}">
                  <a16:creationId xmlns:a16="http://schemas.microsoft.com/office/drawing/2014/main" id="{F4C42C25-666A-C405-8D78-FDE9720A8BFB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600799"/>
              <a:ext cx="7678" cy="47020"/>
            </a:xfrm>
            <a:custGeom>
              <a:avLst/>
              <a:gdLst/>
              <a:ahLst/>
              <a:cxnLst/>
              <a:rect l="0" t="0" r="0" b="0"/>
              <a:pathLst>
                <a:path w="7678" h="47020">
                  <a:moveTo>
                    <a:pt x="7678" y="470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9" name="Input_receptor__1648">
              <a:extLst>
                <a:ext uri="{FF2B5EF4-FFF2-40B4-BE49-F238E27FC236}">
                  <a16:creationId xmlns:a16="http://schemas.microsoft.com/office/drawing/2014/main" id="{CC39A7B4-6138-6075-0344-BA6027236E34}"/>
                </a:ext>
              </a:extLst>
            </p:cNvPr>
            <p:cNvSpPr>
              <a:spLocks noGrp="1"/>
            </p:cNvSpPr>
            <p:nvPr/>
          </p:nvSpPr>
          <p:spPr>
            <a:xfrm>
              <a:off x="1537632" y="4658329"/>
              <a:ext cx="32843" cy="33744"/>
            </a:xfrm>
            <a:custGeom>
              <a:avLst/>
              <a:gdLst/>
              <a:ahLst/>
              <a:cxnLst/>
              <a:rect l="0" t="0" r="0" b="0"/>
              <a:pathLst>
                <a:path w="32843" h="33744">
                  <a:moveTo>
                    <a:pt x="32843" y="3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0" name="Input_receptor__1649">
              <a:extLst>
                <a:ext uri="{FF2B5EF4-FFF2-40B4-BE49-F238E27FC236}">
                  <a16:creationId xmlns:a16="http://schemas.microsoft.com/office/drawing/2014/main" id="{645FA955-2861-2475-AAA8-F5EEEE903765}"/>
                </a:ext>
              </a:extLst>
            </p:cNvPr>
            <p:cNvSpPr>
              <a:spLocks noGrp="1"/>
            </p:cNvSpPr>
            <p:nvPr/>
          </p:nvSpPr>
          <p:spPr>
            <a:xfrm>
              <a:off x="1394745" y="4337993"/>
              <a:ext cx="34069" cy="5759"/>
            </a:xfrm>
            <a:custGeom>
              <a:avLst/>
              <a:gdLst/>
              <a:ahLst/>
              <a:cxnLst/>
              <a:rect l="0" t="0" r="0" b="0"/>
              <a:pathLst>
                <a:path w="34069" h="5759">
                  <a:moveTo>
                    <a:pt x="0" y="5759"/>
                  </a:moveTo>
                  <a:lnTo>
                    <a:pt x="3406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1" name="Input_receptor__1650">
              <a:extLst>
                <a:ext uri="{FF2B5EF4-FFF2-40B4-BE49-F238E27FC236}">
                  <a16:creationId xmlns:a16="http://schemas.microsoft.com/office/drawing/2014/main" id="{4ADB46FE-CD93-CCBC-D148-4E9E281FAE2B}"/>
                </a:ext>
              </a:extLst>
            </p:cNvPr>
            <p:cNvSpPr>
              <a:spLocks noGrp="1"/>
            </p:cNvSpPr>
            <p:nvPr/>
          </p:nvSpPr>
          <p:spPr>
            <a:xfrm>
              <a:off x="1185276" y="4793058"/>
              <a:ext cx="30364" cy="11053"/>
            </a:xfrm>
            <a:custGeom>
              <a:avLst/>
              <a:gdLst/>
              <a:ahLst/>
              <a:cxnLst/>
              <a:rect l="0" t="0" r="0" b="0"/>
              <a:pathLst>
                <a:path w="30364" h="11053">
                  <a:moveTo>
                    <a:pt x="30364" y="0"/>
                  </a:moveTo>
                  <a:lnTo>
                    <a:pt x="0" y="11053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2" name="Input_receptor__1651">
              <a:extLst>
                <a:ext uri="{FF2B5EF4-FFF2-40B4-BE49-F238E27FC236}">
                  <a16:creationId xmlns:a16="http://schemas.microsoft.com/office/drawing/2014/main" id="{AE45956B-ECA2-31F9-D201-BE83CA58960B}"/>
                </a:ext>
              </a:extLst>
            </p:cNvPr>
            <p:cNvSpPr>
              <a:spLocks noGrp="1"/>
            </p:cNvSpPr>
            <p:nvPr/>
          </p:nvSpPr>
          <p:spPr>
            <a:xfrm>
              <a:off x="835478" y="4967993"/>
              <a:ext cx="47570" cy="5260"/>
            </a:xfrm>
            <a:custGeom>
              <a:avLst/>
              <a:gdLst/>
              <a:ahLst/>
              <a:cxnLst/>
              <a:rect l="0" t="0" r="0" b="0"/>
              <a:pathLst>
                <a:path w="47570" h="5260">
                  <a:moveTo>
                    <a:pt x="0" y="5260"/>
                  </a:moveTo>
                  <a:lnTo>
                    <a:pt x="4757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3" name="Input_receptor__1652">
              <a:extLst>
                <a:ext uri="{FF2B5EF4-FFF2-40B4-BE49-F238E27FC236}">
                  <a16:creationId xmlns:a16="http://schemas.microsoft.com/office/drawing/2014/main" id="{DEB24687-0257-64C9-E952-48AA2455CC27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95" cy="30614"/>
            </a:xfrm>
            <a:custGeom>
              <a:avLst/>
              <a:gdLst/>
              <a:ahLst/>
              <a:cxnLst/>
              <a:rect l="0" t="0" r="0" b="0"/>
              <a:pathLst>
                <a:path w="95" h="30614">
                  <a:moveTo>
                    <a:pt x="31" y="30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4" name="Input_receptor__1653">
              <a:extLst>
                <a:ext uri="{FF2B5EF4-FFF2-40B4-BE49-F238E27FC236}">
                  <a16:creationId xmlns:a16="http://schemas.microsoft.com/office/drawing/2014/main" id="{5CC50929-6FEE-73CD-4438-D6C57BC0F284}"/>
                </a:ext>
              </a:extLst>
            </p:cNvPr>
            <p:cNvSpPr>
              <a:spLocks noGrp="1"/>
            </p:cNvSpPr>
            <p:nvPr/>
          </p:nvSpPr>
          <p:spPr>
            <a:xfrm>
              <a:off x="909734" y="4911727"/>
              <a:ext cx="10139" cy="24533"/>
            </a:xfrm>
            <a:custGeom>
              <a:avLst/>
              <a:gdLst/>
              <a:ahLst/>
              <a:cxnLst/>
              <a:rect l="0" t="0" r="0" b="0"/>
              <a:pathLst>
                <a:path w="10139" h="24533">
                  <a:moveTo>
                    <a:pt x="0" y="24533"/>
                  </a:moveTo>
                  <a:lnTo>
                    <a:pt x="1013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5" name="Input_receptor__1654">
              <a:extLst>
                <a:ext uri="{FF2B5EF4-FFF2-40B4-BE49-F238E27FC236}">
                  <a16:creationId xmlns:a16="http://schemas.microsoft.com/office/drawing/2014/main" id="{A17F446C-284F-EC35-8D86-C2F023821BFA}"/>
                </a:ext>
              </a:extLst>
            </p:cNvPr>
            <p:cNvSpPr>
              <a:spLocks noGrp="1"/>
            </p:cNvSpPr>
            <p:nvPr/>
          </p:nvSpPr>
          <p:spPr>
            <a:xfrm>
              <a:off x="908298" y="4460357"/>
              <a:ext cx="16530" cy="44476"/>
            </a:xfrm>
            <a:custGeom>
              <a:avLst/>
              <a:gdLst/>
              <a:ahLst/>
              <a:cxnLst/>
              <a:rect l="0" t="0" r="0" b="0"/>
              <a:pathLst>
                <a:path w="16530" h="44476">
                  <a:moveTo>
                    <a:pt x="16530" y="0"/>
                  </a:moveTo>
                  <a:lnTo>
                    <a:pt x="0" y="44476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6" name="Input_receptor__1655">
              <a:extLst>
                <a:ext uri="{FF2B5EF4-FFF2-40B4-BE49-F238E27FC236}">
                  <a16:creationId xmlns:a16="http://schemas.microsoft.com/office/drawing/2014/main" id="{DDE05A58-3DB9-DAC2-2837-967633E48A19}"/>
                </a:ext>
              </a:extLst>
            </p:cNvPr>
            <p:cNvSpPr>
              <a:spLocks noGrp="1"/>
            </p:cNvSpPr>
            <p:nvPr/>
          </p:nvSpPr>
          <p:spPr>
            <a:xfrm>
              <a:off x="1623588" y="4427720"/>
              <a:ext cx="16009" cy="19265"/>
            </a:xfrm>
            <a:custGeom>
              <a:avLst/>
              <a:gdLst/>
              <a:ahLst/>
              <a:cxnLst/>
              <a:rect l="0" t="0" r="0" b="0"/>
              <a:pathLst>
                <a:path w="16009" h="19265">
                  <a:moveTo>
                    <a:pt x="0" y="19265"/>
                  </a:moveTo>
                  <a:lnTo>
                    <a:pt x="16009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7" name="Input_receptor__1656">
              <a:extLst>
                <a:ext uri="{FF2B5EF4-FFF2-40B4-BE49-F238E27FC236}">
                  <a16:creationId xmlns:a16="http://schemas.microsoft.com/office/drawing/2014/main" id="{18621146-851D-5634-FE10-7037BED7F3EA}"/>
                </a:ext>
              </a:extLst>
            </p:cNvPr>
            <p:cNvSpPr>
              <a:spLocks noGrp="1"/>
            </p:cNvSpPr>
            <p:nvPr/>
          </p:nvSpPr>
          <p:spPr>
            <a:xfrm>
              <a:off x="723979" y="4529834"/>
              <a:ext cx="44468" cy="18215"/>
            </a:xfrm>
            <a:custGeom>
              <a:avLst/>
              <a:gdLst/>
              <a:ahLst/>
              <a:cxnLst/>
              <a:rect l="0" t="0" r="0" b="0"/>
              <a:pathLst>
                <a:path w="44468" h="18215">
                  <a:moveTo>
                    <a:pt x="0" y="18215"/>
                  </a:moveTo>
                  <a:lnTo>
                    <a:pt x="44468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8" name="Input_receptor__1657">
              <a:extLst>
                <a:ext uri="{FF2B5EF4-FFF2-40B4-BE49-F238E27FC236}">
                  <a16:creationId xmlns:a16="http://schemas.microsoft.com/office/drawing/2014/main" id="{490B8970-5EA7-6CE8-E339-2D3190E7756E}"/>
                </a:ext>
              </a:extLst>
            </p:cNvPr>
            <p:cNvSpPr>
              <a:spLocks noGrp="1"/>
            </p:cNvSpPr>
            <p:nvPr/>
          </p:nvSpPr>
          <p:spPr>
            <a:xfrm>
              <a:off x="1556775" y="4278207"/>
              <a:ext cx="45502" cy="12086"/>
            </a:xfrm>
            <a:custGeom>
              <a:avLst/>
              <a:gdLst/>
              <a:ahLst/>
              <a:cxnLst/>
              <a:rect l="0" t="0" r="0" b="0"/>
              <a:pathLst>
                <a:path w="45502" h="12086">
                  <a:moveTo>
                    <a:pt x="45502" y="0"/>
                  </a:moveTo>
                  <a:lnTo>
                    <a:pt x="0" y="12086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9" name="Input_receptor__1658">
              <a:extLst>
                <a:ext uri="{FF2B5EF4-FFF2-40B4-BE49-F238E27FC236}">
                  <a16:creationId xmlns:a16="http://schemas.microsoft.com/office/drawing/2014/main" id="{E9995B26-B57B-5E73-513F-750AEEF83467}"/>
                </a:ext>
              </a:extLst>
            </p:cNvPr>
            <p:cNvSpPr>
              <a:spLocks noGrp="1"/>
            </p:cNvSpPr>
            <p:nvPr/>
          </p:nvSpPr>
          <p:spPr>
            <a:xfrm>
              <a:off x="1623405" y="4356427"/>
              <a:ext cx="35053" cy="33349"/>
            </a:xfrm>
            <a:custGeom>
              <a:avLst/>
              <a:gdLst/>
              <a:ahLst/>
              <a:cxnLst/>
              <a:rect l="0" t="0" r="0" b="0"/>
              <a:pathLst>
                <a:path w="35053" h="33349">
                  <a:moveTo>
                    <a:pt x="35053" y="333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0" name="Input_receptor__1659">
              <a:extLst>
                <a:ext uri="{FF2B5EF4-FFF2-40B4-BE49-F238E27FC236}">
                  <a16:creationId xmlns:a16="http://schemas.microsoft.com/office/drawing/2014/main" id="{D3995793-0C42-AD6F-291F-A1D0180EFF4D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84673"/>
              <a:ext cx="38578" cy="14344"/>
            </a:xfrm>
            <a:custGeom>
              <a:avLst/>
              <a:gdLst/>
              <a:ahLst/>
              <a:cxnLst/>
              <a:rect l="0" t="0" r="0" b="0"/>
              <a:pathLst>
                <a:path w="38578" h="14344">
                  <a:moveTo>
                    <a:pt x="0" y="14344"/>
                  </a:moveTo>
                  <a:lnTo>
                    <a:pt x="38578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1" name="Input_receptor__1660">
              <a:extLst>
                <a:ext uri="{FF2B5EF4-FFF2-40B4-BE49-F238E27FC236}">
                  <a16:creationId xmlns:a16="http://schemas.microsoft.com/office/drawing/2014/main" id="{5928078C-FD98-729C-628F-4C57A6A043F1}"/>
                </a:ext>
              </a:extLst>
            </p:cNvPr>
            <p:cNvSpPr>
              <a:spLocks noGrp="1"/>
            </p:cNvSpPr>
            <p:nvPr/>
          </p:nvSpPr>
          <p:spPr>
            <a:xfrm>
              <a:off x="1040176" y="4905150"/>
              <a:ext cx="19343" cy="32197"/>
            </a:xfrm>
            <a:custGeom>
              <a:avLst/>
              <a:gdLst/>
              <a:ahLst/>
              <a:cxnLst/>
              <a:rect l="0" t="0" r="0" b="0"/>
              <a:pathLst>
                <a:path w="19343" h="32197">
                  <a:moveTo>
                    <a:pt x="19343" y="32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2" name="Input_receptor__1661">
              <a:extLst>
                <a:ext uri="{FF2B5EF4-FFF2-40B4-BE49-F238E27FC236}">
                  <a16:creationId xmlns:a16="http://schemas.microsoft.com/office/drawing/2014/main" id="{DF44DE14-99C0-8157-CF56-9BA564B1CB7F}"/>
                </a:ext>
              </a:extLst>
            </p:cNvPr>
            <p:cNvSpPr>
              <a:spLocks noGrp="1"/>
            </p:cNvSpPr>
            <p:nvPr/>
          </p:nvSpPr>
          <p:spPr>
            <a:xfrm>
              <a:off x="1087670" y="4598359"/>
              <a:ext cx="6806" cy="17825"/>
            </a:xfrm>
            <a:custGeom>
              <a:avLst/>
              <a:gdLst/>
              <a:ahLst/>
              <a:cxnLst/>
              <a:rect l="0" t="0" r="0" b="0"/>
              <a:pathLst>
                <a:path w="6806" h="17825">
                  <a:moveTo>
                    <a:pt x="0" y="17825"/>
                  </a:moveTo>
                  <a:lnTo>
                    <a:pt x="6806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3" name="Input_receptor__1662">
              <a:extLst>
                <a:ext uri="{FF2B5EF4-FFF2-40B4-BE49-F238E27FC236}">
                  <a16:creationId xmlns:a16="http://schemas.microsoft.com/office/drawing/2014/main" id="{62367DE0-13BB-87EB-6BEA-70106F27FF9F}"/>
                </a:ext>
              </a:extLst>
            </p:cNvPr>
            <p:cNvSpPr>
              <a:spLocks noGrp="1"/>
            </p:cNvSpPr>
            <p:nvPr/>
          </p:nvSpPr>
          <p:spPr>
            <a:xfrm>
              <a:off x="1500926" y="4120431"/>
              <a:ext cx="22081" cy="15968"/>
            </a:xfrm>
            <a:custGeom>
              <a:avLst/>
              <a:gdLst/>
              <a:ahLst/>
              <a:cxnLst/>
              <a:rect l="0" t="0" r="0" b="0"/>
              <a:pathLst>
                <a:path w="22081" h="15968">
                  <a:moveTo>
                    <a:pt x="0" y="0"/>
                  </a:moveTo>
                  <a:lnTo>
                    <a:pt x="22081" y="15968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4" name="Input_receptor__1663">
              <a:extLst>
                <a:ext uri="{FF2B5EF4-FFF2-40B4-BE49-F238E27FC236}">
                  <a16:creationId xmlns:a16="http://schemas.microsoft.com/office/drawing/2014/main" id="{D9797AC3-308B-2722-77E1-1300EFFAE50D}"/>
                </a:ext>
              </a:extLst>
            </p:cNvPr>
            <p:cNvSpPr>
              <a:spLocks noGrp="1"/>
            </p:cNvSpPr>
            <p:nvPr/>
          </p:nvSpPr>
          <p:spPr>
            <a:xfrm>
              <a:off x="1348608" y="4343751"/>
              <a:ext cx="46137" cy="2513"/>
            </a:xfrm>
            <a:custGeom>
              <a:avLst/>
              <a:gdLst/>
              <a:ahLst/>
              <a:cxnLst/>
              <a:rect l="0" t="0" r="0" b="0"/>
              <a:pathLst>
                <a:path w="46137" h="2513">
                  <a:moveTo>
                    <a:pt x="0" y="2513"/>
                  </a:moveTo>
                  <a:lnTo>
                    <a:pt x="46137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5" name="Input_receptor__1664">
              <a:extLst>
                <a:ext uri="{FF2B5EF4-FFF2-40B4-BE49-F238E27FC236}">
                  <a16:creationId xmlns:a16="http://schemas.microsoft.com/office/drawing/2014/main" id="{9B64B80C-061A-18DE-E8A4-4BA8AEBB46B2}"/>
                </a:ext>
              </a:extLst>
            </p:cNvPr>
            <p:cNvSpPr>
              <a:spLocks noGrp="1"/>
            </p:cNvSpPr>
            <p:nvPr/>
          </p:nvSpPr>
          <p:spPr>
            <a:xfrm>
              <a:off x="883048" y="4936259"/>
              <a:ext cx="26686" cy="31734"/>
            </a:xfrm>
            <a:custGeom>
              <a:avLst/>
              <a:gdLst/>
              <a:ahLst/>
              <a:cxnLst/>
              <a:rect l="0" t="0" r="0" b="0"/>
              <a:pathLst>
                <a:path w="26686" h="31734">
                  <a:moveTo>
                    <a:pt x="0" y="31734"/>
                  </a:moveTo>
                  <a:lnTo>
                    <a:pt x="26686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6" name="Input_receptor__1665">
              <a:extLst>
                <a:ext uri="{FF2B5EF4-FFF2-40B4-BE49-F238E27FC236}">
                  <a16:creationId xmlns:a16="http://schemas.microsoft.com/office/drawing/2014/main" id="{4EFD1FCB-836F-5DC5-2493-31E16AE86D83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38898"/>
              <a:ext cx="32933" cy="29755"/>
            </a:xfrm>
            <a:custGeom>
              <a:avLst/>
              <a:gdLst/>
              <a:ahLst/>
              <a:cxnLst/>
              <a:rect l="0" t="0" r="0" b="0"/>
              <a:pathLst>
                <a:path w="32933" h="29755">
                  <a:moveTo>
                    <a:pt x="0" y="29755"/>
                  </a:moveTo>
                  <a:lnTo>
                    <a:pt x="32933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7" name="Input_receptor__1666">
              <a:extLst>
                <a:ext uri="{FF2B5EF4-FFF2-40B4-BE49-F238E27FC236}">
                  <a16:creationId xmlns:a16="http://schemas.microsoft.com/office/drawing/2014/main" id="{048D54C0-F668-6F79-2553-0CC94E6FE7F7}"/>
                </a:ext>
              </a:extLst>
            </p:cNvPr>
            <p:cNvSpPr>
              <a:spLocks noGrp="1"/>
            </p:cNvSpPr>
            <p:nvPr/>
          </p:nvSpPr>
          <p:spPr>
            <a:xfrm>
              <a:off x="1406106" y="4768444"/>
              <a:ext cx="16588" cy="45255"/>
            </a:xfrm>
            <a:custGeom>
              <a:avLst/>
              <a:gdLst/>
              <a:ahLst/>
              <a:cxnLst/>
              <a:rect l="0" t="0" r="0" b="0"/>
              <a:pathLst>
                <a:path w="16588" h="45255">
                  <a:moveTo>
                    <a:pt x="16588" y="452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8" name="Input_receptor__1667">
              <a:extLst>
                <a:ext uri="{FF2B5EF4-FFF2-40B4-BE49-F238E27FC236}">
                  <a16:creationId xmlns:a16="http://schemas.microsoft.com/office/drawing/2014/main" id="{AEA9934F-0B03-6A29-596C-80CA3E1B86C4}"/>
                </a:ext>
              </a:extLst>
            </p:cNvPr>
            <p:cNvSpPr>
              <a:spLocks noGrp="1"/>
            </p:cNvSpPr>
            <p:nvPr/>
          </p:nvSpPr>
          <p:spPr>
            <a:xfrm>
              <a:off x="1519538" y="4268790"/>
              <a:ext cx="37237" cy="21504"/>
            </a:xfrm>
            <a:custGeom>
              <a:avLst/>
              <a:gdLst/>
              <a:ahLst/>
              <a:cxnLst/>
              <a:rect l="0" t="0" r="0" b="0"/>
              <a:pathLst>
                <a:path w="37237" h="21504">
                  <a:moveTo>
                    <a:pt x="37237" y="2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9" name="Input_receptor__1668">
              <a:extLst>
                <a:ext uri="{FF2B5EF4-FFF2-40B4-BE49-F238E27FC236}">
                  <a16:creationId xmlns:a16="http://schemas.microsoft.com/office/drawing/2014/main" id="{8A25EC29-11F4-B4D1-4D29-6638098593D2}"/>
                </a:ext>
              </a:extLst>
            </p:cNvPr>
            <p:cNvSpPr>
              <a:spLocks noGrp="1"/>
            </p:cNvSpPr>
            <p:nvPr/>
          </p:nvSpPr>
          <p:spPr>
            <a:xfrm>
              <a:off x="1281215" y="4455449"/>
              <a:ext cx="17112" cy="39755"/>
            </a:xfrm>
            <a:custGeom>
              <a:avLst/>
              <a:gdLst/>
              <a:ahLst/>
              <a:cxnLst/>
              <a:rect l="0" t="0" r="0" b="0"/>
              <a:pathLst>
                <a:path w="17112" h="39755">
                  <a:moveTo>
                    <a:pt x="0" y="0"/>
                  </a:moveTo>
                  <a:lnTo>
                    <a:pt x="17112" y="39755"/>
                  </a:lnTo>
                </a:path>
              </a:pathLst>
            </a:custGeom>
            <a:noFill/>
            <a:ln w="8096">
              <a:solidFill>
                <a:srgbClr val="9DACB7"/>
              </a:solidFill>
            </a:ln>
          </p:spPr>
        </p:sp>
        <p:sp>
          <p:nvSpPr>
            <p:cNvPr id="1670" name="Input_receptor__1669">
              <a:extLst>
                <a:ext uri="{FF2B5EF4-FFF2-40B4-BE49-F238E27FC236}">
                  <a16:creationId xmlns:a16="http://schemas.microsoft.com/office/drawing/2014/main" id="{C5757A44-8746-38FA-7A9C-BC5586AE5802}"/>
                </a:ext>
              </a:extLst>
            </p:cNvPr>
            <p:cNvSpPr>
              <a:spLocks noGrp="1"/>
            </p:cNvSpPr>
            <p:nvPr/>
          </p:nvSpPr>
          <p:spPr>
            <a:xfrm>
              <a:off x="1314657" y="4401997"/>
              <a:ext cx="31555" cy="35054"/>
            </a:xfrm>
            <a:custGeom>
              <a:avLst/>
              <a:gdLst/>
              <a:ahLst/>
              <a:cxnLst/>
              <a:rect l="0" t="0" r="0" b="0"/>
              <a:pathLst>
                <a:path w="31555" h="35054">
                  <a:moveTo>
                    <a:pt x="0" y="0"/>
                  </a:moveTo>
                  <a:lnTo>
                    <a:pt x="31555" y="35054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1" name="Input_receptor__1670">
              <a:extLst>
                <a:ext uri="{FF2B5EF4-FFF2-40B4-BE49-F238E27FC236}">
                  <a16:creationId xmlns:a16="http://schemas.microsoft.com/office/drawing/2014/main" id="{7C07A1F9-9AED-0EF5-814D-099EA6E0CE47}"/>
                </a:ext>
              </a:extLst>
            </p:cNvPr>
            <p:cNvSpPr>
              <a:spLocks noGrp="1"/>
            </p:cNvSpPr>
            <p:nvPr/>
          </p:nvSpPr>
          <p:spPr>
            <a:xfrm>
              <a:off x="1504559" y="4406637"/>
              <a:ext cx="18737" cy="28600"/>
            </a:xfrm>
            <a:custGeom>
              <a:avLst/>
              <a:gdLst/>
              <a:ahLst/>
              <a:cxnLst/>
              <a:rect l="0" t="0" r="0" b="0"/>
              <a:pathLst>
                <a:path w="18737" h="28600">
                  <a:moveTo>
                    <a:pt x="0" y="28600"/>
                  </a:moveTo>
                  <a:lnTo>
                    <a:pt x="1873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2" name="Input_receptor__1671">
              <a:extLst>
                <a:ext uri="{FF2B5EF4-FFF2-40B4-BE49-F238E27FC236}">
                  <a16:creationId xmlns:a16="http://schemas.microsoft.com/office/drawing/2014/main" id="{877E2416-0200-4F40-C0C6-E5D57FD2A2D8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57450"/>
              <a:ext cx="36919" cy="15806"/>
            </a:xfrm>
            <a:custGeom>
              <a:avLst/>
              <a:gdLst/>
              <a:ahLst/>
              <a:cxnLst/>
              <a:rect l="0" t="0" r="0" b="0"/>
              <a:pathLst>
                <a:path w="36919" h="15806">
                  <a:moveTo>
                    <a:pt x="36919" y="0"/>
                  </a:moveTo>
                  <a:lnTo>
                    <a:pt x="0" y="15806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3" name="Input_receptor__1672">
              <a:extLst>
                <a:ext uri="{FF2B5EF4-FFF2-40B4-BE49-F238E27FC236}">
                  <a16:creationId xmlns:a16="http://schemas.microsoft.com/office/drawing/2014/main" id="{9F6AFF0D-BC4A-5DB7-EDDD-DD116CEDBCDD}"/>
                </a:ext>
              </a:extLst>
            </p:cNvPr>
            <p:cNvSpPr>
              <a:spLocks noGrp="1"/>
            </p:cNvSpPr>
            <p:nvPr/>
          </p:nvSpPr>
          <p:spPr>
            <a:xfrm>
              <a:off x="1491943" y="4435238"/>
              <a:ext cx="12617" cy="30446"/>
            </a:xfrm>
            <a:custGeom>
              <a:avLst/>
              <a:gdLst/>
              <a:ahLst/>
              <a:cxnLst/>
              <a:rect l="0" t="0" r="0" b="0"/>
              <a:pathLst>
                <a:path w="12617" h="30446">
                  <a:moveTo>
                    <a:pt x="0" y="30446"/>
                  </a:moveTo>
                  <a:lnTo>
                    <a:pt x="1261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4" name="Input_receptor__1673">
              <a:extLst>
                <a:ext uri="{FF2B5EF4-FFF2-40B4-BE49-F238E27FC236}">
                  <a16:creationId xmlns:a16="http://schemas.microsoft.com/office/drawing/2014/main" id="{BE53103A-C1A0-98BF-9D2E-AB23B760C989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832043"/>
              <a:ext cx="46371" cy="11157"/>
            </a:xfrm>
            <a:custGeom>
              <a:avLst/>
              <a:gdLst/>
              <a:ahLst/>
              <a:cxnLst/>
              <a:rect l="0" t="0" r="0" b="0"/>
              <a:pathLst>
                <a:path w="46371" h="11157">
                  <a:moveTo>
                    <a:pt x="46371" y="11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5" name="Input_receptor__1674">
              <a:extLst>
                <a:ext uri="{FF2B5EF4-FFF2-40B4-BE49-F238E27FC236}">
                  <a16:creationId xmlns:a16="http://schemas.microsoft.com/office/drawing/2014/main" id="{BF477FDE-B49A-C0D3-91BB-AA961DFC3564}"/>
                </a:ext>
              </a:extLst>
            </p:cNvPr>
            <p:cNvSpPr>
              <a:spLocks noGrp="1"/>
            </p:cNvSpPr>
            <p:nvPr/>
          </p:nvSpPr>
          <p:spPr>
            <a:xfrm>
              <a:off x="726063" y="4727596"/>
              <a:ext cx="33521" cy="33720"/>
            </a:xfrm>
            <a:custGeom>
              <a:avLst/>
              <a:gdLst/>
              <a:ahLst/>
              <a:cxnLst/>
              <a:rect l="0" t="0" r="0" b="0"/>
              <a:pathLst>
                <a:path w="33521" h="33720">
                  <a:moveTo>
                    <a:pt x="33521" y="337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6" name="Input_receptor__1675">
              <a:extLst>
                <a:ext uri="{FF2B5EF4-FFF2-40B4-BE49-F238E27FC236}">
                  <a16:creationId xmlns:a16="http://schemas.microsoft.com/office/drawing/2014/main" id="{D76C1AD1-8B0D-D6B5-4AAC-7F1F123772C9}"/>
                </a:ext>
              </a:extLst>
            </p:cNvPr>
            <p:cNvSpPr>
              <a:spLocks noGrp="1"/>
            </p:cNvSpPr>
            <p:nvPr/>
          </p:nvSpPr>
          <p:spPr>
            <a:xfrm>
              <a:off x="1402118" y="4104282"/>
              <a:ext cx="24110" cy="8142"/>
            </a:xfrm>
            <a:custGeom>
              <a:avLst/>
              <a:gdLst/>
              <a:ahLst/>
              <a:cxnLst/>
              <a:rect l="0" t="0" r="0" b="0"/>
              <a:pathLst>
                <a:path w="24110" h="8142">
                  <a:moveTo>
                    <a:pt x="0" y="0"/>
                  </a:moveTo>
                  <a:lnTo>
                    <a:pt x="24110" y="8142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7" name="Input_receptor__1676">
              <a:extLst>
                <a:ext uri="{FF2B5EF4-FFF2-40B4-BE49-F238E27FC236}">
                  <a16:creationId xmlns:a16="http://schemas.microsoft.com/office/drawing/2014/main" id="{CCB36206-4D60-41F6-AD5C-779D86A2F18B}"/>
                </a:ext>
              </a:extLst>
            </p:cNvPr>
            <p:cNvSpPr>
              <a:spLocks noGrp="1"/>
            </p:cNvSpPr>
            <p:nvPr/>
          </p:nvSpPr>
          <p:spPr>
            <a:xfrm>
              <a:off x="1258470" y="4225110"/>
              <a:ext cx="47285" cy="2851"/>
            </a:xfrm>
            <a:custGeom>
              <a:avLst/>
              <a:gdLst/>
              <a:ahLst/>
              <a:cxnLst/>
              <a:rect l="0" t="0" r="0" b="0"/>
              <a:pathLst>
                <a:path w="47285" h="2851">
                  <a:moveTo>
                    <a:pt x="47285" y="0"/>
                  </a:moveTo>
                  <a:lnTo>
                    <a:pt x="0" y="2851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8" name="Input_receptor__1677">
              <a:extLst>
                <a:ext uri="{FF2B5EF4-FFF2-40B4-BE49-F238E27FC236}">
                  <a16:creationId xmlns:a16="http://schemas.microsoft.com/office/drawing/2014/main" id="{2AE700C1-50E5-2478-49BD-DCFDCF95F975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371027"/>
              <a:ext cx="13048" cy="39404"/>
            </a:xfrm>
            <a:custGeom>
              <a:avLst/>
              <a:gdLst/>
              <a:ahLst/>
              <a:cxnLst/>
              <a:rect l="0" t="0" r="0" b="0"/>
              <a:pathLst>
                <a:path w="13048" h="39404">
                  <a:moveTo>
                    <a:pt x="13048" y="0"/>
                  </a:moveTo>
                  <a:lnTo>
                    <a:pt x="0" y="39404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9" name="Input_receptor__1678">
              <a:extLst>
                <a:ext uri="{FF2B5EF4-FFF2-40B4-BE49-F238E27FC236}">
                  <a16:creationId xmlns:a16="http://schemas.microsoft.com/office/drawing/2014/main" id="{F1E9DDF0-B429-E8C4-3FC5-5ABC0AE9308A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75762"/>
              <a:ext cx="44099" cy="17129"/>
            </a:xfrm>
            <a:custGeom>
              <a:avLst/>
              <a:gdLst/>
              <a:ahLst/>
              <a:cxnLst/>
              <a:rect l="0" t="0" r="0" b="0"/>
              <a:pathLst>
                <a:path w="44099" h="17129">
                  <a:moveTo>
                    <a:pt x="0" y="0"/>
                  </a:moveTo>
                  <a:lnTo>
                    <a:pt x="44099" y="17129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80" name="Input_receptor__1679">
              <a:extLst>
                <a:ext uri="{FF2B5EF4-FFF2-40B4-BE49-F238E27FC236}">
                  <a16:creationId xmlns:a16="http://schemas.microsoft.com/office/drawing/2014/main" id="{76057835-4256-63A4-CD6B-F2FA418581DA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68653"/>
              <a:ext cx="14897" cy="35701"/>
            </a:xfrm>
            <a:custGeom>
              <a:avLst/>
              <a:gdLst/>
              <a:ahLst/>
              <a:cxnLst/>
              <a:rect l="0" t="0" r="0" b="0"/>
              <a:pathLst>
                <a:path w="14897" h="35701">
                  <a:moveTo>
                    <a:pt x="14897" y="357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1" name="Input_receptor__1680">
              <a:extLst>
                <a:ext uri="{FF2B5EF4-FFF2-40B4-BE49-F238E27FC236}">
                  <a16:creationId xmlns:a16="http://schemas.microsoft.com/office/drawing/2014/main" id="{D96D282A-4A9B-3B28-73AC-3AB0F9DE9A5F}"/>
                </a:ext>
              </a:extLst>
            </p:cNvPr>
            <p:cNvSpPr>
              <a:spLocks noGrp="1"/>
            </p:cNvSpPr>
            <p:nvPr/>
          </p:nvSpPr>
          <p:spPr>
            <a:xfrm>
              <a:off x="1576917" y="4405348"/>
              <a:ext cx="23644" cy="568"/>
            </a:xfrm>
            <a:custGeom>
              <a:avLst/>
              <a:gdLst/>
              <a:ahLst/>
              <a:cxnLst/>
              <a:rect l="0" t="0" r="0" b="0"/>
              <a:pathLst>
                <a:path w="23644" h="568">
                  <a:moveTo>
                    <a:pt x="0" y="0"/>
                  </a:moveTo>
                  <a:lnTo>
                    <a:pt x="23644" y="56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2" name="Input_receptor__1681">
              <a:extLst>
                <a:ext uri="{FF2B5EF4-FFF2-40B4-BE49-F238E27FC236}">
                  <a16:creationId xmlns:a16="http://schemas.microsoft.com/office/drawing/2014/main" id="{D5077A95-C0D7-73A4-9B4D-55ACCBF15F2E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22721"/>
              <a:ext cx="4686" cy="38430"/>
            </a:xfrm>
            <a:custGeom>
              <a:avLst/>
              <a:gdLst/>
              <a:ahLst/>
              <a:cxnLst/>
              <a:rect l="0" t="0" r="0" b="0"/>
              <a:pathLst>
                <a:path w="4686" h="38430">
                  <a:moveTo>
                    <a:pt x="0" y="38430"/>
                  </a:moveTo>
                  <a:lnTo>
                    <a:pt x="468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3" name="Input_receptor__1682">
              <a:extLst>
                <a:ext uri="{FF2B5EF4-FFF2-40B4-BE49-F238E27FC236}">
                  <a16:creationId xmlns:a16="http://schemas.microsoft.com/office/drawing/2014/main" id="{91F7DFE9-B25C-F83A-C873-21B01D982657}"/>
                </a:ext>
              </a:extLst>
            </p:cNvPr>
            <p:cNvSpPr>
              <a:spLocks noGrp="1"/>
            </p:cNvSpPr>
            <p:nvPr/>
          </p:nvSpPr>
          <p:spPr>
            <a:xfrm>
              <a:off x="1183463" y="4518304"/>
              <a:ext cx="20923" cy="8535"/>
            </a:xfrm>
            <a:custGeom>
              <a:avLst/>
              <a:gdLst/>
              <a:ahLst/>
              <a:cxnLst/>
              <a:rect l="0" t="0" r="0" b="0"/>
              <a:pathLst>
                <a:path w="20923" h="8535">
                  <a:moveTo>
                    <a:pt x="0" y="8535"/>
                  </a:moveTo>
                  <a:lnTo>
                    <a:pt x="2092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4" name="Input_receptor__1683">
              <a:extLst>
                <a:ext uri="{FF2B5EF4-FFF2-40B4-BE49-F238E27FC236}">
                  <a16:creationId xmlns:a16="http://schemas.microsoft.com/office/drawing/2014/main" id="{8DB8A18A-1887-1903-A97D-F195C1BC9E27}"/>
                </a:ext>
              </a:extLst>
            </p:cNvPr>
            <p:cNvSpPr>
              <a:spLocks noGrp="1"/>
            </p:cNvSpPr>
            <p:nvPr/>
          </p:nvSpPr>
          <p:spPr>
            <a:xfrm>
              <a:off x="1475962" y="4087309"/>
              <a:ext cx="24964" cy="33122"/>
            </a:xfrm>
            <a:custGeom>
              <a:avLst/>
              <a:gdLst/>
              <a:ahLst/>
              <a:cxnLst/>
              <a:rect l="0" t="0" r="0" b="0"/>
              <a:pathLst>
                <a:path w="24964" h="33122">
                  <a:moveTo>
                    <a:pt x="0" y="0"/>
                  </a:moveTo>
                  <a:lnTo>
                    <a:pt x="24964" y="3312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5" name="Input_receptor__1684">
              <a:extLst>
                <a:ext uri="{FF2B5EF4-FFF2-40B4-BE49-F238E27FC236}">
                  <a16:creationId xmlns:a16="http://schemas.microsoft.com/office/drawing/2014/main" id="{00865829-8F8C-C4FB-8449-6FF383F79549}"/>
                </a:ext>
              </a:extLst>
            </p:cNvPr>
            <p:cNvSpPr>
              <a:spLocks noGrp="1"/>
            </p:cNvSpPr>
            <p:nvPr/>
          </p:nvSpPr>
          <p:spPr>
            <a:xfrm>
              <a:off x="1138191" y="4638898"/>
              <a:ext cx="33351" cy="34338"/>
            </a:xfrm>
            <a:custGeom>
              <a:avLst/>
              <a:gdLst/>
              <a:ahLst/>
              <a:cxnLst/>
              <a:rect l="0" t="0" r="0" b="0"/>
              <a:pathLst>
                <a:path w="33351" h="34338">
                  <a:moveTo>
                    <a:pt x="0" y="0"/>
                  </a:moveTo>
                  <a:lnTo>
                    <a:pt x="33351" y="3433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6" name="Input_receptor__1685">
              <a:extLst>
                <a:ext uri="{FF2B5EF4-FFF2-40B4-BE49-F238E27FC236}">
                  <a16:creationId xmlns:a16="http://schemas.microsoft.com/office/drawing/2014/main" id="{94809109-2AF9-5109-8D2A-C33030E41E27}"/>
                </a:ext>
              </a:extLst>
            </p:cNvPr>
            <p:cNvSpPr>
              <a:spLocks noGrp="1"/>
            </p:cNvSpPr>
            <p:nvPr/>
          </p:nvSpPr>
          <p:spPr>
            <a:xfrm>
              <a:off x="768447" y="4488059"/>
              <a:ext cx="10235" cy="41774"/>
            </a:xfrm>
            <a:custGeom>
              <a:avLst/>
              <a:gdLst/>
              <a:ahLst/>
              <a:cxnLst/>
              <a:rect l="0" t="0" r="0" b="0"/>
              <a:pathLst>
                <a:path w="10235" h="41774">
                  <a:moveTo>
                    <a:pt x="0" y="41774"/>
                  </a:moveTo>
                  <a:lnTo>
                    <a:pt x="10235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87" name="Input_receptor__1686">
              <a:extLst>
                <a:ext uri="{FF2B5EF4-FFF2-40B4-BE49-F238E27FC236}">
                  <a16:creationId xmlns:a16="http://schemas.microsoft.com/office/drawing/2014/main" id="{ADCA24A0-3606-8C9B-7A3A-05FD791CC018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589807"/>
              <a:ext cx="19046" cy="10992"/>
            </a:xfrm>
            <a:custGeom>
              <a:avLst/>
              <a:gdLst/>
              <a:ahLst/>
              <a:cxnLst/>
              <a:rect l="0" t="0" r="0" b="0"/>
              <a:pathLst>
                <a:path w="19046" h="10992">
                  <a:moveTo>
                    <a:pt x="0" y="10992"/>
                  </a:moveTo>
                  <a:lnTo>
                    <a:pt x="1904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8" name="Input_receptor__1687">
              <a:extLst>
                <a:ext uri="{FF2B5EF4-FFF2-40B4-BE49-F238E27FC236}">
                  <a16:creationId xmlns:a16="http://schemas.microsoft.com/office/drawing/2014/main" id="{35D32A0A-BC21-1811-CAE3-923ACC22EEA4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90389"/>
              <a:ext cx="12176" cy="18052"/>
            </a:xfrm>
            <a:custGeom>
              <a:avLst/>
              <a:gdLst/>
              <a:ahLst/>
              <a:cxnLst/>
              <a:rect l="0" t="0" r="0" b="0"/>
              <a:pathLst>
                <a:path w="12176" h="18052">
                  <a:moveTo>
                    <a:pt x="0" y="0"/>
                  </a:moveTo>
                  <a:lnTo>
                    <a:pt x="12176" y="1805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9" name="Input_receptor__1688">
              <a:extLst>
                <a:ext uri="{FF2B5EF4-FFF2-40B4-BE49-F238E27FC236}">
                  <a16:creationId xmlns:a16="http://schemas.microsoft.com/office/drawing/2014/main" id="{F93CBFBF-48C8-46D1-C79E-32ABCB12162D}"/>
                </a:ext>
              </a:extLst>
            </p:cNvPr>
            <p:cNvSpPr>
              <a:spLocks noGrp="1"/>
            </p:cNvSpPr>
            <p:nvPr/>
          </p:nvSpPr>
          <p:spPr>
            <a:xfrm>
              <a:off x="643957" y="4701147"/>
              <a:ext cx="10963" cy="43793"/>
            </a:xfrm>
            <a:custGeom>
              <a:avLst/>
              <a:gdLst/>
              <a:ahLst/>
              <a:cxnLst/>
              <a:rect l="0" t="0" r="0" b="0"/>
              <a:pathLst>
                <a:path w="10963" h="43793">
                  <a:moveTo>
                    <a:pt x="0" y="0"/>
                  </a:moveTo>
                  <a:lnTo>
                    <a:pt x="10963" y="4379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0" name="Input_receptor__1689">
              <a:extLst>
                <a:ext uri="{FF2B5EF4-FFF2-40B4-BE49-F238E27FC236}">
                  <a16:creationId xmlns:a16="http://schemas.microsoft.com/office/drawing/2014/main" id="{30123035-EF41-BE12-1A2F-D166D513DB8D}"/>
                </a:ext>
              </a:extLst>
            </p:cNvPr>
            <p:cNvSpPr>
              <a:spLocks noGrp="1"/>
            </p:cNvSpPr>
            <p:nvPr/>
          </p:nvSpPr>
          <p:spPr>
            <a:xfrm>
              <a:off x="886194" y="4781379"/>
              <a:ext cx="41026" cy="7481"/>
            </a:xfrm>
            <a:custGeom>
              <a:avLst/>
              <a:gdLst/>
              <a:ahLst/>
              <a:cxnLst/>
              <a:rect l="0" t="0" r="0" b="0"/>
              <a:pathLst>
                <a:path w="41026" h="7481">
                  <a:moveTo>
                    <a:pt x="0" y="7481"/>
                  </a:moveTo>
                  <a:lnTo>
                    <a:pt x="4102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1" name="Input_receptor__1690">
              <a:extLst>
                <a:ext uri="{FF2B5EF4-FFF2-40B4-BE49-F238E27FC236}">
                  <a16:creationId xmlns:a16="http://schemas.microsoft.com/office/drawing/2014/main" id="{9B278E8B-B8B4-DE04-EB80-75A3CA864F5C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62391"/>
              <a:ext cx="12863" cy="10887"/>
            </a:xfrm>
            <a:custGeom>
              <a:avLst/>
              <a:gdLst/>
              <a:ahLst/>
              <a:cxnLst/>
              <a:rect l="0" t="0" r="0" b="0"/>
              <a:pathLst>
                <a:path w="12863" h="10887">
                  <a:moveTo>
                    <a:pt x="0" y="10887"/>
                  </a:moveTo>
                  <a:lnTo>
                    <a:pt x="1286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2" name="Input_receptor__1691">
              <a:extLst>
                <a:ext uri="{FF2B5EF4-FFF2-40B4-BE49-F238E27FC236}">
                  <a16:creationId xmlns:a16="http://schemas.microsoft.com/office/drawing/2014/main" id="{A0CEF832-9612-581A-4F87-2348E29F254D}"/>
                </a:ext>
              </a:extLst>
            </p:cNvPr>
            <p:cNvSpPr>
              <a:spLocks noGrp="1"/>
            </p:cNvSpPr>
            <p:nvPr/>
          </p:nvSpPr>
          <p:spPr>
            <a:xfrm>
              <a:off x="1313364" y="4332331"/>
              <a:ext cx="35243" cy="13933"/>
            </a:xfrm>
            <a:custGeom>
              <a:avLst/>
              <a:gdLst/>
              <a:ahLst/>
              <a:cxnLst/>
              <a:rect l="0" t="0" r="0" b="0"/>
              <a:pathLst>
                <a:path w="35243" h="13933">
                  <a:moveTo>
                    <a:pt x="0" y="0"/>
                  </a:moveTo>
                  <a:lnTo>
                    <a:pt x="35243" y="1393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3" name="Input_receptor__1692">
              <a:extLst>
                <a:ext uri="{FF2B5EF4-FFF2-40B4-BE49-F238E27FC236}">
                  <a16:creationId xmlns:a16="http://schemas.microsoft.com/office/drawing/2014/main" id="{E1FA306C-CA31-DC6D-8486-8BC683326762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61151"/>
              <a:ext cx="8734" cy="32851"/>
            </a:xfrm>
            <a:custGeom>
              <a:avLst/>
              <a:gdLst/>
              <a:ahLst/>
              <a:cxnLst/>
              <a:rect l="0" t="0" r="0" b="0"/>
              <a:pathLst>
                <a:path w="8734" h="32851">
                  <a:moveTo>
                    <a:pt x="8734" y="32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4" name="Input_receptor__1693">
              <a:extLst>
                <a:ext uri="{FF2B5EF4-FFF2-40B4-BE49-F238E27FC236}">
                  <a16:creationId xmlns:a16="http://schemas.microsoft.com/office/drawing/2014/main" id="{41479103-62F9-EB9D-1CC5-DC77858A00F0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27961"/>
              <a:ext cx="4617" cy="47801"/>
            </a:xfrm>
            <a:custGeom>
              <a:avLst/>
              <a:gdLst/>
              <a:ahLst/>
              <a:cxnLst/>
              <a:rect l="0" t="0" r="0" b="0"/>
              <a:pathLst>
                <a:path w="4617" h="47801">
                  <a:moveTo>
                    <a:pt x="4617" y="0"/>
                  </a:moveTo>
                  <a:lnTo>
                    <a:pt x="0" y="4780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5" name="Input_receptor__1694">
              <a:extLst>
                <a:ext uri="{FF2B5EF4-FFF2-40B4-BE49-F238E27FC236}">
                  <a16:creationId xmlns:a16="http://schemas.microsoft.com/office/drawing/2014/main" id="{A164C577-F61E-7DE6-E251-28D451F30CE3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71422"/>
              <a:ext cx="28430" cy="27951"/>
            </a:xfrm>
            <a:custGeom>
              <a:avLst/>
              <a:gdLst/>
              <a:ahLst/>
              <a:cxnLst/>
              <a:rect l="0" t="0" r="0" b="0"/>
              <a:pathLst>
                <a:path w="28430" h="27951">
                  <a:moveTo>
                    <a:pt x="28430" y="0"/>
                  </a:moveTo>
                  <a:lnTo>
                    <a:pt x="0" y="2795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6" name="Input_receptor__1695">
              <a:extLst>
                <a:ext uri="{FF2B5EF4-FFF2-40B4-BE49-F238E27FC236}">
                  <a16:creationId xmlns:a16="http://schemas.microsoft.com/office/drawing/2014/main" id="{A590E4C3-EEE5-346D-4821-496E80CA99ED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788859"/>
              <a:ext cx="9380" cy="43184"/>
            </a:xfrm>
            <a:custGeom>
              <a:avLst/>
              <a:gdLst/>
              <a:ahLst/>
              <a:cxnLst/>
              <a:rect l="0" t="0" r="0" b="0"/>
              <a:pathLst>
                <a:path w="9380" h="43184">
                  <a:moveTo>
                    <a:pt x="0" y="43184"/>
                  </a:moveTo>
                  <a:lnTo>
                    <a:pt x="938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7" name="Input_receptor__1696">
              <a:extLst>
                <a:ext uri="{FF2B5EF4-FFF2-40B4-BE49-F238E27FC236}">
                  <a16:creationId xmlns:a16="http://schemas.microsoft.com/office/drawing/2014/main" id="{D423AB9B-15BD-7001-B9EF-3952AECA9035}"/>
                </a:ext>
              </a:extLst>
            </p:cNvPr>
            <p:cNvSpPr>
              <a:spLocks noGrp="1"/>
            </p:cNvSpPr>
            <p:nvPr/>
          </p:nvSpPr>
          <p:spPr>
            <a:xfrm>
              <a:off x="706261" y="4405269"/>
              <a:ext cx="10574" cy="10996"/>
            </a:xfrm>
            <a:custGeom>
              <a:avLst/>
              <a:gdLst/>
              <a:ahLst/>
              <a:cxnLst/>
              <a:rect l="0" t="0" r="0" b="0"/>
              <a:pathLst>
                <a:path w="10574" h="10996">
                  <a:moveTo>
                    <a:pt x="0" y="0"/>
                  </a:moveTo>
                  <a:lnTo>
                    <a:pt x="10574" y="10996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8" name="Input_receptor__1697">
              <a:extLst>
                <a:ext uri="{FF2B5EF4-FFF2-40B4-BE49-F238E27FC236}">
                  <a16:creationId xmlns:a16="http://schemas.microsoft.com/office/drawing/2014/main" id="{A695DDAB-8A9A-E2B4-4937-5FF5DADF3831}"/>
                </a:ext>
              </a:extLst>
            </p:cNvPr>
            <p:cNvSpPr>
              <a:spLocks noGrp="1"/>
            </p:cNvSpPr>
            <p:nvPr/>
          </p:nvSpPr>
          <p:spPr>
            <a:xfrm>
              <a:off x="1550607" y="4443973"/>
              <a:ext cx="13144" cy="7735"/>
            </a:xfrm>
            <a:custGeom>
              <a:avLst/>
              <a:gdLst/>
              <a:ahLst/>
              <a:cxnLst/>
              <a:rect l="0" t="0" r="0" b="0"/>
              <a:pathLst>
                <a:path w="13144" h="7735">
                  <a:moveTo>
                    <a:pt x="0" y="0"/>
                  </a:moveTo>
                  <a:lnTo>
                    <a:pt x="13144" y="7735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9" name="Input_receptor__1698">
              <a:extLst>
                <a:ext uri="{FF2B5EF4-FFF2-40B4-BE49-F238E27FC236}">
                  <a16:creationId xmlns:a16="http://schemas.microsoft.com/office/drawing/2014/main" id="{EAF1BB29-A36B-9FE4-4E18-500A9654BF20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18649"/>
              <a:ext cx="37284" cy="9526"/>
            </a:xfrm>
            <a:custGeom>
              <a:avLst/>
              <a:gdLst/>
              <a:ahLst/>
              <a:cxnLst/>
              <a:rect l="0" t="0" r="0" b="0"/>
              <a:pathLst>
                <a:path w="37284" h="9526">
                  <a:moveTo>
                    <a:pt x="0" y="9526"/>
                  </a:moveTo>
                  <a:lnTo>
                    <a:pt x="37284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0" name="Input_receptor__1699">
              <a:extLst>
                <a:ext uri="{FF2B5EF4-FFF2-40B4-BE49-F238E27FC236}">
                  <a16:creationId xmlns:a16="http://schemas.microsoft.com/office/drawing/2014/main" id="{3045E8C8-2260-C4DE-5ABA-49251D34C7F2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27642" cy="9480"/>
            </a:xfrm>
            <a:custGeom>
              <a:avLst/>
              <a:gdLst/>
              <a:ahLst/>
              <a:cxnLst/>
              <a:rect l="0" t="0" r="0" b="0"/>
              <a:pathLst>
                <a:path w="27642" h="9480">
                  <a:moveTo>
                    <a:pt x="0" y="0"/>
                  </a:moveTo>
                  <a:lnTo>
                    <a:pt x="27642" y="948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1" name="Input_receptor__1700">
              <a:extLst>
                <a:ext uri="{FF2B5EF4-FFF2-40B4-BE49-F238E27FC236}">
                  <a16:creationId xmlns:a16="http://schemas.microsoft.com/office/drawing/2014/main" id="{357B416D-625F-F755-8EE8-112541599C3C}"/>
                </a:ext>
              </a:extLst>
            </p:cNvPr>
            <p:cNvSpPr>
              <a:spLocks noGrp="1"/>
            </p:cNvSpPr>
            <p:nvPr/>
          </p:nvSpPr>
          <p:spPr>
            <a:xfrm>
              <a:off x="1297951" y="4292891"/>
              <a:ext cx="15413" cy="39441"/>
            </a:xfrm>
            <a:custGeom>
              <a:avLst/>
              <a:gdLst/>
              <a:ahLst/>
              <a:cxnLst/>
              <a:rect l="0" t="0" r="0" b="0"/>
              <a:pathLst>
                <a:path w="15413" h="39441">
                  <a:moveTo>
                    <a:pt x="0" y="0"/>
                  </a:moveTo>
                  <a:lnTo>
                    <a:pt x="15413" y="3944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2" name="Input_receptor__1701">
              <a:extLst>
                <a:ext uri="{FF2B5EF4-FFF2-40B4-BE49-F238E27FC236}">
                  <a16:creationId xmlns:a16="http://schemas.microsoft.com/office/drawing/2014/main" id="{8FC0F0C4-EEF6-0458-7948-AE787364E101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99017"/>
              <a:ext cx="17037" cy="45075"/>
            </a:xfrm>
            <a:custGeom>
              <a:avLst/>
              <a:gdLst/>
              <a:ahLst/>
              <a:cxnLst/>
              <a:rect l="0" t="0" r="0" b="0"/>
              <a:pathLst>
                <a:path w="17037" h="45075">
                  <a:moveTo>
                    <a:pt x="17037" y="4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3" name="Input_receptor__1702">
              <a:extLst>
                <a:ext uri="{FF2B5EF4-FFF2-40B4-BE49-F238E27FC236}">
                  <a16:creationId xmlns:a16="http://schemas.microsoft.com/office/drawing/2014/main" id="{637A7BC0-DA15-8B39-0CFD-04BCC92987B0}"/>
                </a:ext>
              </a:extLst>
            </p:cNvPr>
            <p:cNvSpPr>
              <a:spLocks noGrp="1"/>
            </p:cNvSpPr>
            <p:nvPr/>
          </p:nvSpPr>
          <p:spPr>
            <a:xfrm>
              <a:off x="1475269" y="4268790"/>
              <a:ext cx="44269" cy="19084"/>
            </a:xfrm>
            <a:custGeom>
              <a:avLst/>
              <a:gdLst/>
              <a:ahLst/>
              <a:cxnLst/>
              <a:rect l="0" t="0" r="0" b="0"/>
              <a:pathLst>
                <a:path w="44269" h="19084">
                  <a:moveTo>
                    <a:pt x="44269" y="0"/>
                  </a:moveTo>
                  <a:lnTo>
                    <a:pt x="0" y="19084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4" name="Input_receptor__1703">
              <a:extLst>
                <a:ext uri="{FF2B5EF4-FFF2-40B4-BE49-F238E27FC236}">
                  <a16:creationId xmlns:a16="http://schemas.microsoft.com/office/drawing/2014/main" id="{F0DC5E43-1A5E-9B66-A1CE-F892CFDF3ADB}"/>
                </a:ext>
              </a:extLst>
            </p:cNvPr>
            <p:cNvSpPr>
              <a:spLocks noGrp="1"/>
            </p:cNvSpPr>
            <p:nvPr/>
          </p:nvSpPr>
          <p:spPr>
            <a:xfrm>
              <a:off x="1426228" y="4112424"/>
              <a:ext cx="24874" cy="36670"/>
            </a:xfrm>
            <a:custGeom>
              <a:avLst/>
              <a:gdLst/>
              <a:ahLst/>
              <a:cxnLst/>
              <a:rect l="0" t="0" r="0" b="0"/>
              <a:pathLst>
                <a:path w="24874" h="36670">
                  <a:moveTo>
                    <a:pt x="0" y="0"/>
                  </a:moveTo>
                  <a:lnTo>
                    <a:pt x="24874" y="3667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5" name="Input_receptor__1704">
              <a:extLst>
                <a:ext uri="{FF2B5EF4-FFF2-40B4-BE49-F238E27FC236}">
                  <a16:creationId xmlns:a16="http://schemas.microsoft.com/office/drawing/2014/main" id="{CEC43FF6-E164-1711-4941-EA9E52222DE3}"/>
                </a:ext>
              </a:extLst>
            </p:cNvPr>
            <p:cNvSpPr>
              <a:spLocks noGrp="1"/>
            </p:cNvSpPr>
            <p:nvPr/>
          </p:nvSpPr>
          <p:spPr>
            <a:xfrm>
              <a:off x="778682" y="4456202"/>
              <a:ext cx="35043" cy="31857"/>
            </a:xfrm>
            <a:custGeom>
              <a:avLst/>
              <a:gdLst/>
              <a:ahLst/>
              <a:cxnLst/>
              <a:rect l="0" t="0" r="0" b="0"/>
              <a:pathLst>
                <a:path w="35043" h="31857">
                  <a:moveTo>
                    <a:pt x="0" y="31857"/>
                  </a:moveTo>
                  <a:lnTo>
                    <a:pt x="35043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6" name="Input_receptor__1705">
              <a:extLst>
                <a:ext uri="{FF2B5EF4-FFF2-40B4-BE49-F238E27FC236}">
                  <a16:creationId xmlns:a16="http://schemas.microsoft.com/office/drawing/2014/main" id="{81B5D6F7-1521-9775-994C-D7315BA34A99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195794"/>
              <a:ext cx="31247" cy="24534"/>
            </a:xfrm>
            <a:custGeom>
              <a:avLst/>
              <a:gdLst/>
              <a:ahLst/>
              <a:cxnLst/>
              <a:rect l="0" t="0" r="0" b="0"/>
              <a:pathLst>
                <a:path w="31247" h="24534">
                  <a:moveTo>
                    <a:pt x="31247" y="0"/>
                  </a:moveTo>
                  <a:lnTo>
                    <a:pt x="0" y="24534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07" name="Input_receptor__1706">
              <a:extLst>
                <a:ext uri="{FF2B5EF4-FFF2-40B4-BE49-F238E27FC236}">
                  <a16:creationId xmlns:a16="http://schemas.microsoft.com/office/drawing/2014/main" id="{7938F447-CCF5-7DC5-B127-8DA8F8F8082A}"/>
                </a:ext>
              </a:extLst>
            </p:cNvPr>
            <p:cNvSpPr>
              <a:spLocks noGrp="1"/>
            </p:cNvSpPr>
            <p:nvPr/>
          </p:nvSpPr>
          <p:spPr>
            <a:xfrm>
              <a:off x="1117013" y="4562691"/>
              <a:ext cx="36156" cy="12256"/>
            </a:xfrm>
            <a:custGeom>
              <a:avLst/>
              <a:gdLst/>
              <a:ahLst/>
              <a:cxnLst/>
              <a:rect l="0" t="0" r="0" b="0"/>
              <a:pathLst>
                <a:path w="36156" h="12256">
                  <a:moveTo>
                    <a:pt x="0" y="0"/>
                  </a:moveTo>
                  <a:lnTo>
                    <a:pt x="36156" y="12256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8" name="Input_receptor__1707">
              <a:extLst>
                <a:ext uri="{FF2B5EF4-FFF2-40B4-BE49-F238E27FC236}">
                  <a16:creationId xmlns:a16="http://schemas.microsoft.com/office/drawing/2014/main" id="{E1CB6653-BFC4-2080-08FC-78F516BE2608}"/>
                </a:ext>
              </a:extLst>
            </p:cNvPr>
            <p:cNvSpPr>
              <a:spLocks noGrp="1"/>
            </p:cNvSpPr>
            <p:nvPr/>
          </p:nvSpPr>
          <p:spPr>
            <a:xfrm>
              <a:off x="1020078" y="4642872"/>
              <a:ext cx="16477" cy="4947"/>
            </a:xfrm>
            <a:custGeom>
              <a:avLst/>
              <a:gdLst/>
              <a:ahLst/>
              <a:cxnLst/>
              <a:rect l="0" t="0" r="0" b="0"/>
              <a:pathLst>
                <a:path w="16477" h="4947">
                  <a:moveTo>
                    <a:pt x="0" y="0"/>
                  </a:moveTo>
                  <a:lnTo>
                    <a:pt x="16477" y="4947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9" name="Input_receptor__1708">
              <a:extLst>
                <a:ext uri="{FF2B5EF4-FFF2-40B4-BE49-F238E27FC236}">
                  <a16:creationId xmlns:a16="http://schemas.microsoft.com/office/drawing/2014/main" id="{BE326873-9146-50C5-F8C8-A0A4551CDDEE}"/>
                </a:ext>
              </a:extLst>
            </p:cNvPr>
            <p:cNvSpPr>
              <a:spLocks noGrp="1"/>
            </p:cNvSpPr>
            <p:nvPr/>
          </p:nvSpPr>
          <p:spPr>
            <a:xfrm>
              <a:off x="1603476" y="4330329"/>
              <a:ext cx="19929" cy="26097"/>
            </a:xfrm>
            <a:custGeom>
              <a:avLst/>
              <a:gdLst/>
              <a:ahLst/>
              <a:cxnLst/>
              <a:rect l="0" t="0" r="0" b="0"/>
              <a:pathLst>
                <a:path w="19929" h="26097">
                  <a:moveTo>
                    <a:pt x="19929" y="2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0" name="Input_receptor__1709">
              <a:extLst>
                <a:ext uri="{FF2B5EF4-FFF2-40B4-BE49-F238E27FC236}">
                  <a16:creationId xmlns:a16="http://schemas.microsoft.com/office/drawing/2014/main" id="{0D954B45-DD91-500C-4EFD-D20B72BB12F9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05150"/>
              <a:ext cx="42076" cy="22789"/>
            </a:xfrm>
            <a:custGeom>
              <a:avLst/>
              <a:gdLst/>
              <a:ahLst/>
              <a:cxnLst/>
              <a:rect l="0" t="0" r="0" b="0"/>
              <a:pathLst>
                <a:path w="42076" h="22789">
                  <a:moveTo>
                    <a:pt x="42076" y="0"/>
                  </a:moveTo>
                  <a:lnTo>
                    <a:pt x="0" y="22789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1" name="Input_receptor__1710">
              <a:extLst>
                <a:ext uri="{FF2B5EF4-FFF2-40B4-BE49-F238E27FC236}">
                  <a16:creationId xmlns:a16="http://schemas.microsoft.com/office/drawing/2014/main" id="{ED572999-5F46-2964-B4CE-5DBC21E4AB3F}"/>
                </a:ext>
              </a:extLst>
            </p:cNvPr>
            <p:cNvSpPr>
              <a:spLocks noGrp="1"/>
            </p:cNvSpPr>
            <p:nvPr/>
          </p:nvSpPr>
          <p:spPr>
            <a:xfrm>
              <a:off x="1181183" y="4764537"/>
              <a:ext cx="34457" cy="28522"/>
            </a:xfrm>
            <a:custGeom>
              <a:avLst/>
              <a:gdLst/>
              <a:ahLst/>
              <a:cxnLst/>
              <a:rect l="0" t="0" r="0" b="0"/>
              <a:pathLst>
                <a:path w="34457" h="28522">
                  <a:moveTo>
                    <a:pt x="0" y="0"/>
                  </a:moveTo>
                  <a:lnTo>
                    <a:pt x="34457" y="28522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2" name="Input_receptor__1711">
              <a:extLst>
                <a:ext uri="{FF2B5EF4-FFF2-40B4-BE49-F238E27FC236}">
                  <a16:creationId xmlns:a16="http://schemas.microsoft.com/office/drawing/2014/main" id="{4F70BDB3-4DFA-63C8-0BF3-D2874B10028B}"/>
                </a:ext>
              </a:extLst>
            </p:cNvPr>
            <p:cNvSpPr>
              <a:spLocks noGrp="1"/>
            </p:cNvSpPr>
            <p:nvPr/>
          </p:nvSpPr>
          <p:spPr>
            <a:xfrm>
              <a:off x="1305755" y="4225110"/>
              <a:ext cx="29204" cy="337"/>
            </a:xfrm>
            <a:custGeom>
              <a:avLst/>
              <a:gdLst/>
              <a:ahLst/>
              <a:cxnLst/>
              <a:rect l="0" t="0" r="0" b="0"/>
              <a:pathLst>
                <a:path w="29204" h="337">
                  <a:moveTo>
                    <a:pt x="29204" y="3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3" name="Input_receptor__1712">
              <a:extLst>
                <a:ext uri="{FF2B5EF4-FFF2-40B4-BE49-F238E27FC236}">
                  <a16:creationId xmlns:a16="http://schemas.microsoft.com/office/drawing/2014/main" id="{9B69BBC4-D22B-898F-F41D-A9F013F923F9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40050" cy="20779"/>
            </a:xfrm>
            <a:custGeom>
              <a:avLst/>
              <a:gdLst/>
              <a:ahLst/>
              <a:cxnLst/>
              <a:rect l="0" t="0" r="0" b="0"/>
              <a:pathLst>
                <a:path w="40050" h="20779">
                  <a:moveTo>
                    <a:pt x="0" y="0"/>
                  </a:moveTo>
                  <a:lnTo>
                    <a:pt x="40050" y="20779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4" name="Input_receptor__1713">
              <a:extLst>
                <a:ext uri="{FF2B5EF4-FFF2-40B4-BE49-F238E27FC236}">
                  <a16:creationId xmlns:a16="http://schemas.microsoft.com/office/drawing/2014/main" id="{3801673A-5363-BAB9-B1D9-E0C674E9B93D}"/>
                </a:ext>
              </a:extLst>
            </p:cNvPr>
            <p:cNvSpPr>
              <a:spLocks noGrp="1"/>
            </p:cNvSpPr>
            <p:nvPr/>
          </p:nvSpPr>
          <p:spPr>
            <a:xfrm>
              <a:off x="1243785" y="4455449"/>
              <a:ext cx="37430" cy="26338"/>
            </a:xfrm>
            <a:custGeom>
              <a:avLst/>
              <a:gdLst/>
              <a:ahLst/>
              <a:cxnLst/>
              <a:rect l="0" t="0" r="0" b="0"/>
              <a:pathLst>
                <a:path w="37430" h="26338">
                  <a:moveTo>
                    <a:pt x="0" y="26338"/>
                  </a:moveTo>
                  <a:lnTo>
                    <a:pt x="37430" y="0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5" name="Input_receptor__1714">
              <a:extLst>
                <a:ext uri="{FF2B5EF4-FFF2-40B4-BE49-F238E27FC236}">
                  <a16:creationId xmlns:a16="http://schemas.microsoft.com/office/drawing/2014/main" id="{0CA0ED19-3540-08FD-3A21-157C61301F9B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39144"/>
              <a:ext cx="33801" cy="31696"/>
            </a:xfrm>
            <a:custGeom>
              <a:avLst/>
              <a:gdLst/>
              <a:ahLst/>
              <a:cxnLst/>
              <a:rect l="0" t="0" r="0" b="0"/>
              <a:pathLst>
                <a:path w="33801" h="31696">
                  <a:moveTo>
                    <a:pt x="0" y="0"/>
                  </a:moveTo>
                  <a:lnTo>
                    <a:pt x="33801" y="31696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6" name="Input_receptor__1715">
              <a:extLst>
                <a:ext uri="{FF2B5EF4-FFF2-40B4-BE49-F238E27FC236}">
                  <a16:creationId xmlns:a16="http://schemas.microsoft.com/office/drawing/2014/main" id="{035AEF7F-AD1E-51D4-A26A-6ED5EF50599A}"/>
                </a:ext>
              </a:extLst>
            </p:cNvPr>
            <p:cNvSpPr>
              <a:spLocks noGrp="1"/>
            </p:cNvSpPr>
            <p:nvPr/>
          </p:nvSpPr>
          <p:spPr>
            <a:xfrm>
              <a:off x="1298095" y="4579621"/>
              <a:ext cx="8622" cy="35064"/>
            </a:xfrm>
            <a:custGeom>
              <a:avLst/>
              <a:gdLst/>
              <a:ahLst/>
              <a:cxnLst/>
              <a:rect l="0" t="0" r="0" b="0"/>
              <a:pathLst>
                <a:path w="8622" h="35064">
                  <a:moveTo>
                    <a:pt x="8622" y="0"/>
                  </a:moveTo>
                  <a:lnTo>
                    <a:pt x="0" y="35064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7" name="Input_receptor__1716">
              <a:extLst>
                <a:ext uri="{FF2B5EF4-FFF2-40B4-BE49-F238E27FC236}">
                  <a16:creationId xmlns:a16="http://schemas.microsoft.com/office/drawing/2014/main" id="{F6C95A0E-517C-E5A8-6D0D-5D322167968C}"/>
                </a:ext>
              </a:extLst>
            </p:cNvPr>
            <p:cNvSpPr>
              <a:spLocks noGrp="1"/>
            </p:cNvSpPr>
            <p:nvPr/>
          </p:nvSpPr>
          <p:spPr>
            <a:xfrm>
              <a:off x="1600561" y="4405916"/>
              <a:ext cx="23027" cy="41069"/>
            </a:xfrm>
            <a:custGeom>
              <a:avLst/>
              <a:gdLst/>
              <a:ahLst/>
              <a:cxnLst/>
              <a:rect l="0" t="0" r="0" b="0"/>
              <a:pathLst>
                <a:path w="23027" h="41069">
                  <a:moveTo>
                    <a:pt x="0" y="0"/>
                  </a:moveTo>
                  <a:lnTo>
                    <a:pt x="23027" y="41069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8" name="Input_receptor__1717">
              <a:extLst>
                <a:ext uri="{FF2B5EF4-FFF2-40B4-BE49-F238E27FC236}">
                  <a16:creationId xmlns:a16="http://schemas.microsoft.com/office/drawing/2014/main" id="{527F87E9-68FA-E0C1-A67F-F044BF289AC7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27939"/>
              <a:ext cx="20245" cy="43483"/>
            </a:xfrm>
            <a:custGeom>
              <a:avLst/>
              <a:gdLst/>
              <a:ahLst/>
              <a:cxnLst/>
              <a:rect l="0" t="0" r="0" b="0"/>
              <a:pathLst>
                <a:path w="20245" h="43483">
                  <a:moveTo>
                    <a:pt x="0" y="0"/>
                  </a:moveTo>
                  <a:lnTo>
                    <a:pt x="20245" y="43483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9" name="Input_receptor__1718">
              <a:extLst>
                <a:ext uri="{FF2B5EF4-FFF2-40B4-BE49-F238E27FC236}">
                  <a16:creationId xmlns:a16="http://schemas.microsoft.com/office/drawing/2014/main" id="{184647CC-4242-88D3-B3D0-8AC6AD641B3F}"/>
                </a:ext>
              </a:extLst>
            </p:cNvPr>
            <p:cNvSpPr>
              <a:spLocks noGrp="1"/>
            </p:cNvSpPr>
            <p:nvPr/>
          </p:nvSpPr>
          <p:spPr>
            <a:xfrm>
              <a:off x="1235621" y="4733822"/>
              <a:ext cx="33546" cy="19966"/>
            </a:xfrm>
            <a:custGeom>
              <a:avLst/>
              <a:gdLst/>
              <a:ahLst/>
              <a:cxnLst/>
              <a:rect l="0" t="0" r="0" b="0"/>
              <a:pathLst>
                <a:path w="33546" h="19966">
                  <a:moveTo>
                    <a:pt x="0" y="0"/>
                  </a:moveTo>
                  <a:lnTo>
                    <a:pt x="33546" y="1996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0" name="Input_receptor__1719">
              <a:extLst>
                <a:ext uri="{FF2B5EF4-FFF2-40B4-BE49-F238E27FC236}">
                  <a16:creationId xmlns:a16="http://schemas.microsoft.com/office/drawing/2014/main" id="{8174CB4F-9B69-5140-7045-6029FECC2D3B}"/>
                </a:ext>
              </a:extLst>
            </p:cNvPr>
            <p:cNvSpPr>
              <a:spLocks noGrp="1"/>
            </p:cNvSpPr>
            <p:nvPr/>
          </p:nvSpPr>
          <p:spPr>
            <a:xfrm>
              <a:off x="924828" y="4460357"/>
              <a:ext cx="3671" cy="3772"/>
            </a:xfrm>
            <a:custGeom>
              <a:avLst/>
              <a:gdLst/>
              <a:ahLst/>
              <a:cxnLst/>
              <a:rect l="0" t="0" r="0" b="0"/>
              <a:pathLst>
                <a:path w="3671" h="3772">
                  <a:moveTo>
                    <a:pt x="3671" y="37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1" name="Input_receptor__1720">
              <a:extLst>
                <a:ext uri="{FF2B5EF4-FFF2-40B4-BE49-F238E27FC236}">
                  <a16:creationId xmlns:a16="http://schemas.microsoft.com/office/drawing/2014/main" id="{D7A9E8E9-D242-D75E-BF4B-2D1701A58028}"/>
                </a:ext>
              </a:extLst>
            </p:cNvPr>
            <p:cNvSpPr>
              <a:spLocks noGrp="1"/>
            </p:cNvSpPr>
            <p:nvPr/>
          </p:nvSpPr>
          <p:spPr>
            <a:xfrm>
              <a:off x="1442933" y="4256047"/>
              <a:ext cx="32335" cy="31827"/>
            </a:xfrm>
            <a:custGeom>
              <a:avLst/>
              <a:gdLst/>
              <a:ahLst/>
              <a:cxnLst/>
              <a:rect l="0" t="0" r="0" b="0"/>
              <a:pathLst>
                <a:path w="32335" h="31827">
                  <a:moveTo>
                    <a:pt x="32335" y="318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2" name="Input_receptor__1721">
              <a:extLst>
                <a:ext uri="{FF2B5EF4-FFF2-40B4-BE49-F238E27FC236}">
                  <a16:creationId xmlns:a16="http://schemas.microsoft.com/office/drawing/2014/main" id="{A1C100AA-34B8-1468-46E9-4C33855027DA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39960"/>
              <a:ext cx="41500" cy="24561"/>
            </a:xfrm>
            <a:custGeom>
              <a:avLst/>
              <a:gdLst/>
              <a:ahLst/>
              <a:cxnLst/>
              <a:rect l="0" t="0" r="0" b="0"/>
              <a:pathLst>
                <a:path w="41500" h="24561">
                  <a:moveTo>
                    <a:pt x="0" y="0"/>
                  </a:moveTo>
                  <a:lnTo>
                    <a:pt x="41500" y="2456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3" name="Input_receptor__1722">
              <a:extLst>
                <a:ext uri="{FF2B5EF4-FFF2-40B4-BE49-F238E27FC236}">
                  <a16:creationId xmlns:a16="http://schemas.microsoft.com/office/drawing/2014/main" id="{92E9B445-1F1C-4491-7689-33895E399662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764537"/>
              <a:ext cx="32161" cy="35670"/>
            </a:xfrm>
            <a:custGeom>
              <a:avLst/>
              <a:gdLst/>
              <a:ahLst/>
              <a:cxnLst/>
              <a:rect l="0" t="0" r="0" b="0"/>
              <a:pathLst>
                <a:path w="32161" h="35670">
                  <a:moveTo>
                    <a:pt x="0" y="35670"/>
                  </a:moveTo>
                  <a:lnTo>
                    <a:pt x="3216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4" name="Input_receptor__1723">
              <a:extLst>
                <a:ext uri="{FF2B5EF4-FFF2-40B4-BE49-F238E27FC236}">
                  <a16:creationId xmlns:a16="http://schemas.microsoft.com/office/drawing/2014/main" id="{C4FBB263-359D-8373-FBDD-B55E866D7815}"/>
                </a:ext>
              </a:extLst>
            </p:cNvPr>
            <p:cNvSpPr>
              <a:spLocks noGrp="1"/>
            </p:cNvSpPr>
            <p:nvPr/>
          </p:nvSpPr>
          <p:spPr>
            <a:xfrm>
              <a:off x="1047922" y="4589807"/>
              <a:ext cx="39748" cy="26377"/>
            </a:xfrm>
            <a:custGeom>
              <a:avLst/>
              <a:gdLst/>
              <a:ahLst/>
              <a:cxnLst/>
              <a:rect l="0" t="0" r="0" b="0"/>
              <a:pathLst>
                <a:path w="39748" h="26377">
                  <a:moveTo>
                    <a:pt x="0" y="0"/>
                  </a:moveTo>
                  <a:lnTo>
                    <a:pt x="39748" y="26377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5" name="Input_receptor__1724">
              <a:extLst>
                <a:ext uri="{FF2B5EF4-FFF2-40B4-BE49-F238E27FC236}">
                  <a16:creationId xmlns:a16="http://schemas.microsoft.com/office/drawing/2014/main" id="{48C5AED3-2B56-D4F2-4A0B-4175831E4304}"/>
                </a:ext>
              </a:extLst>
            </p:cNvPr>
            <p:cNvSpPr>
              <a:spLocks noGrp="1"/>
            </p:cNvSpPr>
            <p:nvPr/>
          </p:nvSpPr>
          <p:spPr>
            <a:xfrm>
              <a:off x="920064" y="4670591"/>
              <a:ext cx="571" cy="48058"/>
            </a:xfrm>
            <a:custGeom>
              <a:avLst/>
              <a:gdLst/>
              <a:ahLst/>
              <a:cxnLst/>
              <a:rect l="0" t="0" r="0" b="0"/>
              <a:pathLst>
                <a:path w="571" h="48058">
                  <a:moveTo>
                    <a:pt x="0" y="48058"/>
                  </a:moveTo>
                  <a:lnTo>
                    <a:pt x="57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6" name="Input_receptor__1725">
              <a:extLst>
                <a:ext uri="{FF2B5EF4-FFF2-40B4-BE49-F238E27FC236}">
                  <a16:creationId xmlns:a16="http://schemas.microsoft.com/office/drawing/2014/main" id="{00C6DB66-FE25-7B51-268C-0119090C28D6}"/>
                </a:ext>
              </a:extLst>
            </p:cNvPr>
            <p:cNvSpPr>
              <a:spLocks noGrp="1"/>
            </p:cNvSpPr>
            <p:nvPr/>
          </p:nvSpPr>
          <p:spPr>
            <a:xfrm>
              <a:off x="1523297" y="4406637"/>
              <a:ext cx="27311" cy="37336"/>
            </a:xfrm>
            <a:custGeom>
              <a:avLst/>
              <a:gdLst/>
              <a:ahLst/>
              <a:cxnLst/>
              <a:rect l="0" t="0" r="0" b="0"/>
              <a:pathLst>
                <a:path w="27311" h="37336">
                  <a:moveTo>
                    <a:pt x="0" y="0"/>
                  </a:moveTo>
                  <a:lnTo>
                    <a:pt x="27311" y="3733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7" name="Input_receptor__1726">
              <a:extLst>
                <a:ext uri="{FF2B5EF4-FFF2-40B4-BE49-F238E27FC236}">
                  <a16:creationId xmlns:a16="http://schemas.microsoft.com/office/drawing/2014/main" id="{9EF1E993-9085-FD13-841A-33D46E5626BA}"/>
                </a:ext>
              </a:extLst>
            </p:cNvPr>
            <p:cNvSpPr>
              <a:spLocks noGrp="1"/>
            </p:cNvSpPr>
            <p:nvPr/>
          </p:nvSpPr>
          <p:spPr>
            <a:xfrm>
              <a:off x="1199907" y="4462391"/>
              <a:ext cx="43878" cy="19395"/>
            </a:xfrm>
            <a:custGeom>
              <a:avLst/>
              <a:gdLst/>
              <a:ahLst/>
              <a:cxnLst/>
              <a:rect l="0" t="0" r="0" b="0"/>
              <a:pathLst>
                <a:path w="43878" h="19395">
                  <a:moveTo>
                    <a:pt x="0" y="0"/>
                  </a:moveTo>
                  <a:lnTo>
                    <a:pt x="43878" y="19395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8" name="Input_receptor__1727">
              <a:extLst>
                <a:ext uri="{FF2B5EF4-FFF2-40B4-BE49-F238E27FC236}">
                  <a16:creationId xmlns:a16="http://schemas.microsoft.com/office/drawing/2014/main" id="{1FEB89A3-0339-D747-0F70-8E7504B5B8A0}"/>
                </a:ext>
              </a:extLst>
            </p:cNvPr>
            <p:cNvSpPr>
              <a:spLocks noGrp="1"/>
            </p:cNvSpPr>
            <p:nvPr/>
          </p:nvSpPr>
          <p:spPr>
            <a:xfrm>
              <a:off x="1334958" y="4225447"/>
              <a:ext cx="33684" cy="30068"/>
            </a:xfrm>
            <a:custGeom>
              <a:avLst/>
              <a:gdLst/>
              <a:ahLst/>
              <a:cxnLst/>
              <a:rect l="0" t="0" r="0" b="0"/>
              <a:pathLst>
                <a:path w="33684" h="30068">
                  <a:moveTo>
                    <a:pt x="33684" y="300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9" name="Input_receptor__1728">
              <a:extLst>
                <a:ext uri="{FF2B5EF4-FFF2-40B4-BE49-F238E27FC236}">
                  <a16:creationId xmlns:a16="http://schemas.microsoft.com/office/drawing/2014/main" id="{07963B05-EDD1-5024-04F6-271717F49B9D}"/>
                </a:ext>
              </a:extLst>
            </p:cNvPr>
            <p:cNvSpPr>
              <a:spLocks noGrp="1"/>
            </p:cNvSpPr>
            <p:nvPr/>
          </p:nvSpPr>
          <p:spPr>
            <a:xfrm>
              <a:off x="980158" y="4622721"/>
              <a:ext cx="39920" cy="20151"/>
            </a:xfrm>
            <a:custGeom>
              <a:avLst/>
              <a:gdLst/>
              <a:ahLst/>
              <a:cxnLst/>
              <a:rect l="0" t="0" r="0" b="0"/>
              <a:pathLst>
                <a:path w="39920" h="20151">
                  <a:moveTo>
                    <a:pt x="0" y="0"/>
                  </a:moveTo>
                  <a:lnTo>
                    <a:pt x="39920" y="20151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30" name="Input_receptor__1729">
              <a:extLst>
                <a:ext uri="{FF2B5EF4-FFF2-40B4-BE49-F238E27FC236}">
                  <a16:creationId xmlns:a16="http://schemas.microsoft.com/office/drawing/2014/main" id="{41561B0E-79A7-7D09-E35C-CE072AC06E6F}"/>
                </a:ext>
              </a:extLst>
            </p:cNvPr>
            <p:cNvSpPr>
              <a:spLocks noGrp="1"/>
            </p:cNvSpPr>
            <p:nvPr/>
          </p:nvSpPr>
          <p:spPr>
            <a:xfrm>
              <a:off x="675536" y="4470840"/>
              <a:ext cx="9140" cy="33591"/>
            </a:xfrm>
            <a:custGeom>
              <a:avLst/>
              <a:gdLst/>
              <a:ahLst/>
              <a:cxnLst/>
              <a:rect l="0" t="0" r="0" b="0"/>
              <a:pathLst>
                <a:path w="9140" h="33591">
                  <a:moveTo>
                    <a:pt x="9140" y="0"/>
                  </a:moveTo>
                  <a:lnTo>
                    <a:pt x="0" y="3359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1" name="Input_receptor__1730">
              <a:extLst>
                <a:ext uri="{FF2B5EF4-FFF2-40B4-BE49-F238E27FC236}">
                  <a16:creationId xmlns:a16="http://schemas.microsoft.com/office/drawing/2014/main" id="{C8969B02-2858-EA2E-84CF-70395EB12776}"/>
                </a:ext>
              </a:extLst>
            </p:cNvPr>
            <p:cNvSpPr>
              <a:spLocks noGrp="1"/>
            </p:cNvSpPr>
            <p:nvPr/>
          </p:nvSpPr>
          <p:spPr>
            <a:xfrm>
              <a:off x="651576" y="4564522"/>
              <a:ext cx="6542" cy="45659"/>
            </a:xfrm>
            <a:custGeom>
              <a:avLst/>
              <a:gdLst/>
              <a:ahLst/>
              <a:cxnLst/>
              <a:rect l="0" t="0" r="0" b="0"/>
              <a:pathLst>
                <a:path w="6542" h="45659">
                  <a:moveTo>
                    <a:pt x="0" y="0"/>
                  </a:moveTo>
                  <a:lnTo>
                    <a:pt x="6542" y="45659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2" name="Input_receptor__1731">
              <a:extLst>
                <a:ext uri="{FF2B5EF4-FFF2-40B4-BE49-F238E27FC236}">
                  <a16:creationId xmlns:a16="http://schemas.microsoft.com/office/drawing/2014/main" id="{FECEE549-E8E9-8830-2E86-8199CDFC5031}"/>
                </a:ext>
              </a:extLst>
            </p:cNvPr>
            <p:cNvSpPr>
              <a:spLocks noGrp="1"/>
            </p:cNvSpPr>
            <p:nvPr/>
          </p:nvSpPr>
          <p:spPr>
            <a:xfrm>
              <a:off x="991385" y="4526276"/>
              <a:ext cx="36226" cy="17816"/>
            </a:xfrm>
            <a:custGeom>
              <a:avLst/>
              <a:gdLst/>
              <a:ahLst/>
              <a:cxnLst/>
              <a:rect l="0" t="0" r="0" b="0"/>
              <a:pathLst>
                <a:path w="36226" h="17816">
                  <a:moveTo>
                    <a:pt x="36226" y="0"/>
                  </a:moveTo>
                  <a:lnTo>
                    <a:pt x="0" y="17816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3" name="Input_receptor__1732">
              <a:extLst>
                <a:ext uri="{FF2B5EF4-FFF2-40B4-BE49-F238E27FC236}">
                  <a16:creationId xmlns:a16="http://schemas.microsoft.com/office/drawing/2014/main" id="{C01FA7D2-16BF-6F50-1CFF-0B1539E14930}"/>
                </a:ext>
              </a:extLst>
            </p:cNvPr>
            <p:cNvSpPr>
              <a:spLocks noGrp="1"/>
            </p:cNvSpPr>
            <p:nvPr/>
          </p:nvSpPr>
          <p:spPr>
            <a:xfrm>
              <a:off x="813725" y="4456202"/>
              <a:ext cx="31408" cy="9260"/>
            </a:xfrm>
            <a:custGeom>
              <a:avLst/>
              <a:gdLst/>
              <a:ahLst/>
              <a:cxnLst/>
              <a:rect l="0" t="0" r="0" b="0"/>
              <a:pathLst>
                <a:path w="31408" h="9260">
                  <a:moveTo>
                    <a:pt x="0" y="0"/>
                  </a:moveTo>
                  <a:lnTo>
                    <a:pt x="31408" y="926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4" name="Input_receptor__1733">
              <a:extLst>
                <a:ext uri="{FF2B5EF4-FFF2-40B4-BE49-F238E27FC236}">
                  <a16:creationId xmlns:a16="http://schemas.microsoft.com/office/drawing/2014/main" id="{0F30C61B-1662-A527-C418-E3A12293F207}"/>
                </a:ext>
              </a:extLst>
            </p:cNvPr>
            <p:cNvSpPr>
              <a:spLocks noGrp="1"/>
            </p:cNvSpPr>
            <p:nvPr/>
          </p:nvSpPr>
          <p:spPr>
            <a:xfrm>
              <a:off x="654920" y="4744939"/>
              <a:ext cx="39956" cy="2550"/>
            </a:xfrm>
            <a:custGeom>
              <a:avLst/>
              <a:gdLst/>
              <a:ahLst/>
              <a:cxnLst/>
              <a:rect l="0" t="0" r="0" b="0"/>
              <a:pathLst>
                <a:path w="39956" h="2550">
                  <a:moveTo>
                    <a:pt x="0" y="0"/>
                  </a:moveTo>
                  <a:lnTo>
                    <a:pt x="39956" y="255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5" name="Input_receptor__1734">
              <a:extLst>
                <a:ext uri="{FF2B5EF4-FFF2-40B4-BE49-F238E27FC236}">
                  <a16:creationId xmlns:a16="http://schemas.microsoft.com/office/drawing/2014/main" id="{BE9CC4F0-786B-CA63-A1A0-78E3FCA48DA0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836630"/>
              <a:ext cx="2956" cy="6570"/>
            </a:xfrm>
            <a:custGeom>
              <a:avLst/>
              <a:gdLst/>
              <a:ahLst/>
              <a:cxnLst/>
              <a:rect l="0" t="0" r="0" b="0"/>
              <a:pathLst>
                <a:path w="2956" h="6570">
                  <a:moveTo>
                    <a:pt x="0" y="0"/>
                  </a:moveTo>
                  <a:lnTo>
                    <a:pt x="2956" y="657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6" name="Input_receptor__1735">
              <a:extLst>
                <a:ext uri="{FF2B5EF4-FFF2-40B4-BE49-F238E27FC236}">
                  <a16:creationId xmlns:a16="http://schemas.microsoft.com/office/drawing/2014/main" id="{B02A4EC9-47D4-6F65-AC30-9B1EA361DE60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800206"/>
              <a:ext cx="29957" cy="31275"/>
            </a:xfrm>
            <a:custGeom>
              <a:avLst/>
              <a:gdLst/>
              <a:ahLst/>
              <a:cxnLst/>
              <a:rect l="0" t="0" r="0" b="0"/>
              <a:pathLst>
                <a:path w="29957" h="31275">
                  <a:moveTo>
                    <a:pt x="29957" y="312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7" name="Input_receptor__1736">
              <a:extLst>
                <a:ext uri="{FF2B5EF4-FFF2-40B4-BE49-F238E27FC236}">
                  <a16:creationId xmlns:a16="http://schemas.microsoft.com/office/drawing/2014/main" id="{2A427012-D4B4-AA02-46CF-9C0F7AA2EFE5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410431"/>
              <a:ext cx="31271" cy="19256"/>
            </a:xfrm>
            <a:custGeom>
              <a:avLst/>
              <a:gdLst/>
              <a:ahLst/>
              <a:cxnLst/>
              <a:rect l="0" t="0" r="0" b="0"/>
              <a:pathLst>
                <a:path w="31271" h="19256">
                  <a:moveTo>
                    <a:pt x="0" y="0"/>
                  </a:moveTo>
                  <a:lnTo>
                    <a:pt x="31271" y="1925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8" name="Input_receptor__1737">
              <a:extLst>
                <a:ext uri="{FF2B5EF4-FFF2-40B4-BE49-F238E27FC236}">
                  <a16:creationId xmlns:a16="http://schemas.microsoft.com/office/drawing/2014/main" id="{6C19EFC1-F855-D850-F07C-1BB1B92D9C52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00542"/>
              <a:ext cx="17267" cy="39418"/>
            </a:xfrm>
            <a:custGeom>
              <a:avLst/>
              <a:gdLst/>
              <a:ahLst/>
              <a:cxnLst/>
              <a:rect l="0" t="0" r="0" b="0"/>
              <a:pathLst>
                <a:path w="17267" h="39418">
                  <a:moveTo>
                    <a:pt x="17267" y="0"/>
                  </a:moveTo>
                  <a:lnTo>
                    <a:pt x="0" y="39418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39" name="Input_receptor__1738">
              <a:extLst>
                <a:ext uri="{FF2B5EF4-FFF2-40B4-BE49-F238E27FC236}">
                  <a16:creationId xmlns:a16="http://schemas.microsoft.com/office/drawing/2014/main" id="{8EF2543E-0343-B36F-7E98-D86E944C70A3}"/>
                </a:ext>
              </a:extLst>
            </p:cNvPr>
            <p:cNvSpPr>
              <a:spLocks noGrp="1"/>
            </p:cNvSpPr>
            <p:nvPr/>
          </p:nvSpPr>
          <p:spPr>
            <a:xfrm>
              <a:off x="1476733" y="4429687"/>
              <a:ext cx="15210" cy="35997"/>
            </a:xfrm>
            <a:custGeom>
              <a:avLst/>
              <a:gdLst/>
              <a:ahLst/>
              <a:cxnLst/>
              <a:rect l="0" t="0" r="0" b="0"/>
              <a:pathLst>
                <a:path w="15210" h="35997">
                  <a:moveTo>
                    <a:pt x="0" y="0"/>
                  </a:moveTo>
                  <a:lnTo>
                    <a:pt x="15210" y="35997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0" name="Input_receptor__1739">
              <a:extLst>
                <a:ext uri="{FF2B5EF4-FFF2-40B4-BE49-F238E27FC236}">
                  <a16:creationId xmlns:a16="http://schemas.microsoft.com/office/drawing/2014/main" id="{5EB397C0-F1D5-0B18-CD27-524C3AC15F9D}"/>
                </a:ext>
              </a:extLst>
            </p:cNvPr>
            <p:cNvSpPr>
              <a:spLocks noGrp="1"/>
            </p:cNvSpPr>
            <p:nvPr/>
          </p:nvSpPr>
          <p:spPr>
            <a:xfrm>
              <a:off x="1555359" y="4328959"/>
              <a:ext cx="48118" cy="1371"/>
            </a:xfrm>
            <a:custGeom>
              <a:avLst/>
              <a:gdLst/>
              <a:ahLst/>
              <a:cxnLst/>
              <a:rect l="0" t="0" r="0" b="0"/>
              <a:pathLst>
                <a:path w="48118" h="1371">
                  <a:moveTo>
                    <a:pt x="48118" y="1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1" name="Input_receptor__1740">
              <a:extLst>
                <a:ext uri="{FF2B5EF4-FFF2-40B4-BE49-F238E27FC236}">
                  <a16:creationId xmlns:a16="http://schemas.microsoft.com/office/drawing/2014/main" id="{5B7B2FDE-A1D7-A6E2-4D04-37544BF07107}"/>
                </a:ext>
              </a:extLst>
            </p:cNvPr>
            <p:cNvSpPr>
              <a:spLocks noGrp="1"/>
            </p:cNvSpPr>
            <p:nvPr/>
          </p:nvSpPr>
          <p:spPr>
            <a:xfrm>
              <a:off x="658118" y="4610181"/>
              <a:ext cx="48378" cy="1228"/>
            </a:xfrm>
            <a:custGeom>
              <a:avLst/>
              <a:gdLst/>
              <a:ahLst/>
              <a:cxnLst/>
              <a:rect l="0" t="0" r="0" b="0"/>
              <a:pathLst>
                <a:path w="48378" h="1228">
                  <a:moveTo>
                    <a:pt x="0" y="0"/>
                  </a:moveTo>
                  <a:lnTo>
                    <a:pt x="48378" y="122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2" name="Input_receptor__1741">
              <a:extLst>
                <a:ext uri="{FF2B5EF4-FFF2-40B4-BE49-F238E27FC236}">
                  <a16:creationId xmlns:a16="http://schemas.microsoft.com/office/drawing/2014/main" id="{80869F6C-42C9-6CFE-81EB-3AD2C2E9F614}"/>
                </a:ext>
              </a:extLst>
            </p:cNvPr>
            <p:cNvSpPr>
              <a:spLocks noGrp="1"/>
            </p:cNvSpPr>
            <p:nvPr/>
          </p:nvSpPr>
          <p:spPr>
            <a:xfrm>
              <a:off x="740589" y="4579381"/>
              <a:ext cx="42890" cy="4743"/>
            </a:xfrm>
            <a:custGeom>
              <a:avLst/>
              <a:gdLst/>
              <a:ahLst/>
              <a:cxnLst/>
              <a:rect l="0" t="0" r="0" b="0"/>
              <a:pathLst>
                <a:path w="42890" h="4743">
                  <a:moveTo>
                    <a:pt x="0" y="0"/>
                  </a:moveTo>
                  <a:lnTo>
                    <a:pt x="42890" y="4743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3" name="Input_receptor__1742">
              <a:extLst>
                <a:ext uri="{FF2B5EF4-FFF2-40B4-BE49-F238E27FC236}">
                  <a16:creationId xmlns:a16="http://schemas.microsoft.com/office/drawing/2014/main" id="{A953ABFE-1AFD-84DD-CEDA-BAEA7324D35C}"/>
                </a:ext>
              </a:extLst>
            </p:cNvPr>
            <p:cNvSpPr>
              <a:spLocks noGrp="1"/>
            </p:cNvSpPr>
            <p:nvPr/>
          </p:nvSpPr>
          <p:spPr>
            <a:xfrm>
              <a:off x="1368643" y="4255515"/>
              <a:ext cx="33077" cy="11706"/>
            </a:xfrm>
            <a:custGeom>
              <a:avLst/>
              <a:gdLst/>
              <a:ahLst/>
              <a:cxnLst/>
              <a:rect l="0" t="0" r="0" b="0"/>
              <a:pathLst>
                <a:path w="33077" h="11706">
                  <a:moveTo>
                    <a:pt x="33077" y="11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4" name="Input_receptor__1743">
              <a:extLst>
                <a:ext uri="{FF2B5EF4-FFF2-40B4-BE49-F238E27FC236}">
                  <a16:creationId xmlns:a16="http://schemas.microsoft.com/office/drawing/2014/main" id="{3FFAD3FE-DF4C-F57E-1DD4-8C9E48DDF6F3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73256"/>
              <a:ext cx="5477" cy="22898"/>
            </a:xfrm>
            <a:custGeom>
              <a:avLst/>
              <a:gdLst/>
              <a:ahLst/>
              <a:cxnLst/>
              <a:rect l="0" t="0" r="0" b="0"/>
              <a:pathLst>
                <a:path w="5477" h="22898">
                  <a:moveTo>
                    <a:pt x="0" y="0"/>
                  </a:moveTo>
                  <a:lnTo>
                    <a:pt x="5477" y="2289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5" name="Input_receptor__1744">
              <a:extLst>
                <a:ext uri="{FF2B5EF4-FFF2-40B4-BE49-F238E27FC236}">
                  <a16:creationId xmlns:a16="http://schemas.microsoft.com/office/drawing/2014/main" id="{FA2F5776-6EA0-395D-1637-B615AB926A2B}"/>
                </a:ext>
              </a:extLst>
            </p:cNvPr>
            <p:cNvSpPr>
              <a:spLocks noGrp="1"/>
            </p:cNvSpPr>
            <p:nvPr/>
          </p:nvSpPr>
          <p:spPr>
            <a:xfrm>
              <a:off x="783480" y="4556572"/>
              <a:ext cx="32083" cy="27551"/>
            </a:xfrm>
            <a:custGeom>
              <a:avLst/>
              <a:gdLst/>
              <a:ahLst/>
              <a:cxnLst/>
              <a:rect l="0" t="0" r="0" b="0"/>
              <a:pathLst>
                <a:path w="32083" h="27551">
                  <a:moveTo>
                    <a:pt x="0" y="27551"/>
                  </a:moveTo>
                  <a:lnTo>
                    <a:pt x="32083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6" name="Input_receptor__1745">
              <a:extLst>
                <a:ext uri="{FF2B5EF4-FFF2-40B4-BE49-F238E27FC236}">
                  <a16:creationId xmlns:a16="http://schemas.microsoft.com/office/drawing/2014/main" id="{9B9E3144-A13F-054B-6DEB-EC20D09757F4}"/>
                </a:ext>
              </a:extLst>
            </p:cNvPr>
            <p:cNvSpPr>
              <a:spLocks noGrp="1"/>
            </p:cNvSpPr>
            <p:nvPr/>
          </p:nvSpPr>
          <p:spPr>
            <a:xfrm>
              <a:off x="1510606" y="4663265"/>
              <a:ext cx="3148" cy="45176"/>
            </a:xfrm>
            <a:custGeom>
              <a:avLst/>
              <a:gdLst/>
              <a:ahLst/>
              <a:cxnLst/>
              <a:rect l="0" t="0" r="0" b="0"/>
              <a:pathLst>
                <a:path w="3148" h="45176">
                  <a:moveTo>
                    <a:pt x="3148" y="45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7" name="Input_receptor__1746">
              <a:extLst>
                <a:ext uri="{FF2B5EF4-FFF2-40B4-BE49-F238E27FC236}">
                  <a16:creationId xmlns:a16="http://schemas.microsoft.com/office/drawing/2014/main" id="{955C2D19-F20F-6F22-D888-FE6A1CC1062E}"/>
                </a:ext>
              </a:extLst>
            </p:cNvPr>
            <p:cNvSpPr>
              <a:spLocks noGrp="1"/>
            </p:cNvSpPr>
            <p:nvPr/>
          </p:nvSpPr>
          <p:spPr>
            <a:xfrm>
              <a:off x="1465220" y="4654401"/>
              <a:ext cx="45387" cy="8865"/>
            </a:xfrm>
            <a:custGeom>
              <a:avLst/>
              <a:gdLst/>
              <a:ahLst/>
              <a:cxnLst/>
              <a:rect l="0" t="0" r="0" b="0"/>
              <a:pathLst>
                <a:path w="45387" h="8865">
                  <a:moveTo>
                    <a:pt x="45387" y="88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8" name="Input_receptor__1747">
              <a:extLst>
                <a:ext uri="{FF2B5EF4-FFF2-40B4-BE49-F238E27FC236}">
                  <a16:creationId xmlns:a16="http://schemas.microsoft.com/office/drawing/2014/main" id="{B78BDD41-C85F-DF08-D7CF-40F08B806044}"/>
                </a:ext>
              </a:extLst>
            </p:cNvPr>
            <p:cNvSpPr>
              <a:spLocks noGrp="1"/>
            </p:cNvSpPr>
            <p:nvPr/>
          </p:nvSpPr>
          <p:spPr>
            <a:xfrm>
              <a:off x="1118882" y="4675808"/>
              <a:ext cx="1274" cy="28546"/>
            </a:xfrm>
            <a:custGeom>
              <a:avLst/>
              <a:gdLst/>
              <a:ahLst/>
              <a:cxnLst/>
              <a:rect l="0" t="0" r="0" b="0"/>
              <a:pathLst>
                <a:path w="1274" h="28546">
                  <a:moveTo>
                    <a:pt x="0" y="0"/>
                  </a:moveTo>
                  <a:lnTo>
                    <a:pt x="1274" y="2854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9" name="Input_receptor__1748">
              <a:extLst>
                <a:ext uri="{FF2B5EF4-FFF2-40B4-BE49-F238E27FC236}">
                  <a16:creationId xmlns:a16="http://schemas.microsoft.com/office/drawing/2014/main" id="{EA8C4315-3721-92D3-6779-8212574415CD}"/>
                </a:ext>
              </a:extLst>
            </p:cNvPr>
            <p:cNvSpPr>
              <a:spLocks noGrp="1"/>
            </p:cNvSpPr>
            <p:nvPr/>
          </p:nvSpPr>
          <p:spPr>
            <a:xfrm>
              <a:off x="706496" y="4579381"/>
              <a:ext cx="34094" cy="32029"/>
            </a:xfrm>
            <a:custGeom>
              <a:avLst/>
              <a:gdLst/>
              <a:ahLst/>
              <a:cxnLst/>
              <a:rect l="0" t="0" r="0" b="0"/>
              <a:pathLst>
                <a:path w="34094" h="32029">
                  <a:moveTo>
                    <a:pt x="0" y="32029"/>
                  </a:moveTo>
                  <a:lnTo>
                    <a:pt x="34094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0" name="Input_receptor__1749">
              <a:extLst>
                <a:ext uri="{FF2B5EF4-FFF2-40B4-BE49-F238E27FC236}">
                  <a16:creationId xmlns:a16="http://schemas.microsoft.com/office/drawing/2014/main" id="{35EC95F0-7DF9-10C3-0310-720CFDE9D7D0}"/>
                </a:ext>
              </a:extLst>
            </p:cNvPr>
            <p:cNvSpPr>
              <a:spLocks noGrp="1"/>
            </p:cNvSpPr>
            <p:nvPr/>
          </p:nvSpPr>
          <p:spPr>
            <a:xfrm>
              <a:off x="1251379" y="4614685"/>
              <a:ext cx="46717" cy="4724"/>
            </a:xfrm>
            <a:custGeom>
              <a:avLst/>
              <a:gdLst/>
              <a:ahLst/>
              <a:cxnLst/>
              <a:rect l="0" t="0" r="0" b="0"/>
              <a:pathLst>
                <a:path w="46717" h="4724">
                  <a:moveTo>
                    <a:pt x="46717" y="0"/>
                  </a:moveTo>
                  <a:lnTo>
                    <a:pt x="0" y="4724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1" name="Input_receptor__1750">
              <a:extLst>
                <a:ext uri="{FF2B5EF4-FFF2-40B4-BE49-F238E27FC236}">
                  <a16:creationId xmlns:a16="http://schemas.microsoft.com/office/drawing/2014/main" id="{FBE61866-891F-EA2D-531E-5F08DBB53BA2}"/>
                </a:ext>
              </a:extLst>
            </p:cNvPr>
            <p:cNvSpPr>
              <a:spLocks noGrp="1"/>
            </p:cNvSpPr>
            <p:nvPr/>
          </p:nvSpPr>
          <p:spPr>
            <a:xfrm>
              <a:off x="1401719" y="4256047"/>
              <a:ext cx="41214" cy="11174"/>
            </a:xfrm>
            <a:custGeom>
              <a:avLst/>
              <a:gdLst/>
              <a:ahLst/>
              <a:cxnLst/>
              <a:rect l="0" t="0" r="0" b="0"/>
              <a:pathLst>
                <a:path w="41214" h="11174">
                  <a:moveTo>
                    <a:pt x="41214" y="0"/>
                  </a:moveTo>
                  <a:lnTo>
                    <a:pt x="0" y="11174"/>
                  </a:lnTo>
                </a:path>
              </a:pathLst>
            </a:custGeom>
            <a:noFill/>
            <a:ln w="8096">
              <a:solidFill>
                <a:srgbClr val="9FAEBA"/>
              </a:solidFill>
            </a:ln>
          </p:spPr>
        </p:sp>
        <p:sp>
          <p:nvSpPr>
            <p:cNvPr id="1752" name="Input_receptor__1751">
              <a:extLst>
                <a:ext uri="{FF2B5EF4-FFF2-40B4-BE49-F238E27FC236}">
                  <a16:creationId xmlns:a16="http://schemas.microsoft.com/office/drawing/2014/main" id="{08ADBA4E-0213-09A2-8A90-E6ADEA78BE57}"/>
                </a:ext>
              </a:extLst>
            </p:cNvPr>
            <p:cNvSpPr>
              <a:spLocks noGrp="1"/>
            </p:cNvSpPr>
            <p:nvPr/>
          </p:nvSpPr>
          <p:spPr>
            <a:xfrm>
              <a:off x="956092" y="4672933"/>
              <a:ext cx="28113" cy="21070"/>
            </a:xfrm>
            <a:custGeom>
              <a:avLst/>
              <a:gdLst/>
              <a:ahLst/>
              <a:cxnLst/>
              <a:rect l="0" t="0" r="0" b="0"/>
              <a:pathLst>
                <a:path w="28113" h="21070">
                  <a:moveTo>
                    <a:pt x="0" y="0"/>
                  </a:moveTo>
                  <a:lnTo>
                    <a:pt x="28113" y="2107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3" name="Input_receptor__1752">
              <a:extLst>
                <a:ext uri="{FF2B5EF4-FFF2-40B4-BE49-F238E27FC236}">
                  <a16:creationId xmlns:a16="http://schemas.microsoft.com/office/drawing/2014/main" id="{0AE11944-FD10-B439-0331-F31771583839}"/>
                </a:ext>
              </a:extLst>
            </p:cNvPr>
            <p:cNvSpPr>
              <a:spLocks noGrp="1"/>
            </p:cNvSpPr>
            <p:nvPr/>
          </p:nvSpPr>
          <p:spPr>
            <a:xfrm>
              <a:off x="920635" y="4670591"/>
              <a:ext cx="35457" cy="2342"/>
            </a:xfrm>
            <a:custGeom>
              <a:avLst/>
              <a:gdLst/>
              <a:ahLst/>
              <a:cxnLst/>
              <a:rect l="0" t="0" r="0" b="0"/>
              <a:pathLst>
                <a:path w="35457" h="2342">
                  <a:moveTo>
                    <a:pt x="0" y="0"/>
                  </a:moveTo>
                  <a:lnTo>
                    <a:pt x="35457" y="2342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4" name="Input_receptor__1753">
              <a:extLst>
                <a:ext uri="{FF2B5EF4-FFF2-40B4-BE49-F238E27FC236}">
                  <a16:creationId xmlns:a16="http://schemas.microsoft.com/office/drawing/2014/main" id="{9B524490-BCF6-C9BC-8EE3-EC5ACCFC69E5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660796"/>
              <a:ext cx="16786" cy="44922"/>
            </a:xfrm>
            <a:custGeom>
              <a:avLst/>
              <a:gdLst/>
              <a:ahLst/>
              <a:cxnLst/>
              <a:rect l="0" t="0" r="0" b="0"/>
              <a:pathLst>
                <a:path w="16786" h="44922">
                  <a:moveTo>
                    <a:pt x="0" y="44922"/>
                  </a:moveTo>
                  <a:lnTo>
                    <a:pt x="16786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5" name="Input_receptor__1754">
              <a:extLst>
                <a:ext uri="{FF2B5EF4-FFF2-40B4-BE49-F238E27FC236}">
                  <a16:creationId xmlns:a16="http://schemas.microsoft.com/office/drawing/2014/main" id="{24C0F570-C443-B417-5D58-4C2CD3D821E9}"/>
                </a:ext>
              </a:extLst>
            </p:cNvPr>
            <p:cNvSpPr>
              <a:spLocks noGrp="1"/>
            </p:cNvSpPr>
            <p:nvPr/>
          </p:nvSpPr>
          <p:spPr>
            <a:xfrm>
              <a:off x="1580949" y="4181783"/>
              <a:ext cx="34716" cy="14011"/>
            </a:xfrm>
            <a:custGeom>
              <a:avLst/>
              <a:gdLst/>
              <a:ahLst/>
              <a:cxnLst/>
              <a:rect l="0" t="0" r="0" b="0"/>
              <a:pathLst>
                <a:path w="34716" h="14011">
                  <a:moveTo>
                    <a:pt x="0" y="0"/>
                  </a:moveTo>
                  <a:lnTo>
                    <a:pt x="34716" y="1401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6" name="Input_receptor__1755">
              <a:extLst>
                <a:ext uri="{FF2B5EF4-FFF2-40B4-BE49-F238E27FC236}">
                  <a16:creationId xmlns:a16="http://schemas.microsoft.com/office/drawing/2014/main" id="{EA21CB34-FA27-18E7-9984-E0BBAA4F5D98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25692"/>
              <a:ext cx="29189" cy="13452"/>
            </a:xfrm>
            <a:custGeom>
              <a:avLst/>
              <a:gdLst/>
              <a:ahLst/>
              <a:cxnLst/>
              <a:rect l="0" t="0" r="0" b="0"/>
              <a:pathLst>
                <a:path w="29189" h="13452">
                  <a:moveTo>
                    <a:pt x="29189" y="0"/>
                  </a:moveTo>
                  <a:lnTo>
                    <a:pt x="0" y="13452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7" name="Input_receptor__1756">
              <a:extLst>
                <a:ext uri="{FF2B5EF4-FFF2-40B4-BE49-F238E27FC236}">
                  <a16:creationId xmlns:a16="http://schemas.microsoft.com/office/drawing/2014/main" id="{F0D76E6D-CF60-4865-83ED-62B652AE2000}"/>
                </a:ext>
              </a:extLst>
            </p:cNvPr>
            <p:cNvSpPr>
              <a:spLocks noGrp="1"/>
            </p:cNvSpPr>
            <p:nvPr/>
          </p:nvSpPr>
          <p:spPr>
            <a:xfrm>
              <a:off x="627343" y="4500542"/>
              <a:ext cx="48193" cy="3890"/>
            </a:xfrm>
            <a:custGeom>
              <a:avLst/>
              <a:gdLst/>
              <a:ahLst/>
              <a:cxnLst/>
              <a:rect l="0" t="0" r="0" b="0"/>
              <a:pathLst>
                <a:path w="48193" h="3890">
                  <a:moveTo>
                    <a:pt x="48193" y="38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8" name="Input_receptor__1757">
              <a:extLst>
                <a:ext uri="{FF2B5EF4-FFF2-40B4-BE49-F238E27FC236}">
                  <a16:creationId xmlns:a16="http://schemas.microsoft.com/office/drawing/2014/main" id="{D74A8CA9-0937-A87A-3173-076338478364}"/>
                </a:ext>
              </a:extLst>
            </p:cNvPr>
            <p:cNvSpPr>
              <a:spLocks noGrp="1"/>
            </p:cNvSpPr>
            <p:nvPr/>
          </p:nvSpPr>
          <p:spPr>
            <a:xfrm>
              <a:off x="694876" y="4747490"/>
              <a:ext cx="16755" cy="44541"/>
            </a:xfrm>
            <a:custGeom>
              <a:avLst/>
              <a:gdLst/>
              <a:ahLst/>
              <a:cxnLst/>
              <a:rect l="0" t="0" r="0" b="0"/>
              <a:pathLst>
                <a:path w="16755" h="44541">
                  <a:moveTo>
                    <a:pt x="0" y="0"/>
                  </a:moveTo>
                  <a:lnTo>
                    <a:pt x="16755" y="4454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9" name="Input_receptor__1758">
              <a:extLst>
                <a:ext uri="{FF2B5EF4-FFF2-40B4-BE49-F238E27FC236}">
                  <a16:creationId xmlns:a16="http://schemas.microsoft.com/office/drawing/2014/main" id="{CA405943-3C2A-23BA-6449-528AE199E989}"/>
                </a:ext>
              </a:extLst>
            </p:cNvPr>
            <p:cNvSpPr>
              <a:spLocks noGrp="1"/>
            </p:cNvSpPr>
            <p:nvPr/>
          </p:nvSpPr>
          <p:spPr>
            <a:xfrm>
              <a:off x="680065" y="4416265"/>
              <a:ext cx="36769" cy="9427"/>
            </a:xfrm>
            <a:custGeom>
              <a:avLst/>
              <a:gdLst/>
              <a:ahLst/>
              <a:cxnLst/>
              <a:rect l="0" t="0" r="0" b="0"/>
              <a:pathLst>
                <a:path w="36769" h="9427">
                  <a:moveTo>
                    <a:pt x="36769" y="0"/>
                  </a:moveTo>
                  <a:lnTo>
                    <a:pt x="0" y="9427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0" name="Input_receptor__1759">
              <a:extLst>
                <a:ext uri="{FF2B5EF4-FFF2-40B4-BE49-F238E27FC236}">
                  <a16:creationId xmlns:a16="http://schemas.microsoft.com/office/drawing/2014/main" id="{BEC1C908-D0B0-595F-05F5-BE150A4E6433}"/>
                </a:ext>
              </a:extLst>
            </p:cNvPr>
            <p:cNvSpPr>
              <a:spLocks noGrp="1"/>
            </p:cNvSpPr>
            <p:nvPr/>
          </p:nvSpPr>
          <p:spPr>
            <a:xfrm>
              <a:off x="1537106" y="4181783"/>
              <a:ext cx="43843" cy="6840"/>
            </a:xfrm>
            <a:custGeom>
              <a:avLst/>
              <a:gdLst/>
              <a:ahLst/>
              <a:cxnLst/>
              <a:rect l="0" t="0" r="0" b="0"/>
              <a:pathLst>
                <a:path w="43843" h="6840">
                  <a:moveTo>
                    <a:pt x="0" y="6840"/>
                  </a:moveTo>
                  <a:lnTo>
                    <a:pt x="43843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1" name="Input_receptor__1760">
              <a:extLst>
                <a:ext uri="{FF2B5EF4-FFF2-40B4-BE49-F238E27FC236}">
                  <a16:creationId xmlns:a16="http://schemas.microsoft.com/office/drawing/2014/main" id="{F0BC51F8-C81B-74E3-EC58-4D20B9CE414F}"/>
                </a:ext>
              </a:extLst>
            </p:cNvPr>
            <p:cNvSpPr>
              <a:spLocks noGrp="1"/>
            </p:cNvSpPr>
            <p:nvPr/>
          </p:nvSpPr>
          <p:spPr>
            <a:xfrm>
              <a:off x="815562" y="4554443"/>
              <a:ext cx="47778" cy="2129"/>
            </a:xfrm>
            <a:custGeom>
              <a:avLst/>
              <a:gdLst/>
              <a:ahLst/>
              <a:cxnLst/>
              <a:rect l="0" t="0" r="0" b="0"/>
              <a:pathLst>
                <a:path w="47778" h="2129">
                  <a:moveTo>
                    <a:pt x="0" y="2129"/>
                  </a:moveTo>
                  <a:lnTo>
                    <a:pt x="47778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2" name="Input_receptor__1761">
              <a:extLst>
                <a:ext uri="{FF2B5EF4-FFF2-40B4-BE49-F238E27FC236}">
                  <a16:creationId xmlns:a16="http://schemas.microsoft.com/office/drawing/2014/main" id="{196811B6-CD06-4BDE-ABFD-5622D5A7BB8D}"/>
                </a:ext>
              </a:extLst>
            </p:cNvPr>
            <p:cNvSpPr>
              <a:spLocks noGrp="1"/>
            </p:cNvSpPr>
            <p:nvPr/>
          </p:nvSpPr>
          <p:spPr>
            <a:xfrm>
              <a:off x="1534941" y="4294982"/>
              <a:ext cx="20417" cy="33977"/>
            </a:xfrm>
            <a:custGeom>
              <a:avLst/>
              <a:gdLst/>
              <a:ahLst/>
              <a:cxnLst/>
              <a:rect l="0" t="0" r="0" b="0"/>
              <a:pathLst>
                <a:path w="20417" h="33977">
                  <a:moveTo>
                    <a:pt x="20417" y="33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3" name="Input_receptor__1762">
              <a:extLst>
                <a:ext uri="{FF2B5EF4-FFF2-40B4-BE49-F238E27FC236}">
                  <a16:creationId xmlns:a16="http://schemas.microsoft.com/office/drawing/2014/main" id="{890917B5-280F-A2D9-FF11-BA72B0E91338}"/>
                </a:ext>
              </a:extLst>
            </p:cNvPr>
            <p:cNvSpPr>
              <a:spLocks noGrp="1"/>
            </p:cNvSpPr>
            <p:nvPr/>
          </p:nvSpPr>
          <p:spPr>
            <a:xfrm>
              <a:off x="1074603" y="4660796"/>
              <a:ext cx="44279" cy="15011"/>
            </a:xfrm>
            <a:custGeom>
              <a:avLst/>
              <a:gdLst/>
              <a:ahLst/>
              <a:cxnLst/>
              <a:rect l="0" t="0" r="0" b="0"/>
              <a:pathLst>
                <a:path w="44279" h="15011">
                  <a:moveTo>
                    <a:pt x="0" y="0"/>
                  </a:moveTo>
                  <a:lnTo>
                    <a:pt x="44279" y="15011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4" name="Input_receptor__1763">
              <a:extLst>
                <a:ext uri="{FF2B5EF4-FFF2-40B4-BE49-F238E27FC236}">
                  <a16:creationId xmlns:a16="http://schemas.microsoft.com/office/drawing/2014/main" id="{DDD196FF-52C8-7A55-436E-FDB1741B261F}"/>
                </a:ext>
              </a:extLst>
            </p:cNvPr>
            <p:cNvSpPr>
              <a:spLocks noGrp="1"/>
            </p:cNvSpPr>
            <p:nvPr/>
          </p:nvSpPr>
          <p:spPr>
            <a:xfrm>
              <a:off x="928499" y="4430304"/>
              <a:ext cx="27574" cy="33825"/>
            </a:xfrm>
            <a:custGeom>
              <a:avLst/>
              <a:gdLst/>
              <a:ahLst/>
              <a:cxnLst/>
              <a:rect l="0" t="0" r="0" b="0"/>
              <a:pathLst>
                <a:path w="27574" h="33825">
                  <a:moveTo>
                    <a:pt x="27574" y="0"/>
                  </a:moveTo>
                  <a:lnTo>
                    <a:pt x="0" y="33825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5" name="Input_receptor__1764">
              <a:extLst>
                <a:ext uri="{FF2B5EF4-FFF2-40B4-BE49-F238E27FC236}">
                  <a16:creationId xmlns:a16="http://schemas.microsoft.com/office/drawing/2014/main" id="{53CEFA70-068D-D0B7-1A6A-D47961E200BE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3788"/>
              <a:ext cx="20839" cy="11612"/>
            </a:xfrm>
            <a:custGeom>
              <a:avLst/>
              <a:gdLst/>
              <a:ahLst/>
              <a:cxnLst/>
              <a:rect l="0" t="0" r="0" b="0"/>
              <a:pathLst>
                <a:path w="20839" h="11612">
                  <a:moveTo>
                    <a:pt x="20839" y="0"/>
                  </a:moveTo>
                  <a:lnTo>
                    <a:pt x="0" y="11612"/>
                  </a:lnTo>
                </a:path>
              </a:pathLst>
            </a:custGeom>
            <a:noFill/>
            <a:ln w="20003">
              <a:solidFill>
                <a:srgbClr val="A0AFBB"/>
              </a:solidFill>
            </a:ln>
          </p:spPr>
        </p:sp>
        <p:sp>
          <p:nvSpPr>
            <p:cNvPr id="1766" name="Input_receptor__1765">
              <a:extLst>
                <a:ext uri="{FF2B5EF4-FFF2-40B4-BE49-F238E27FC236}">
                  <a16:creationId xmlns:a16="http://schemas.microsoft.com/office/drawing/2014/main" id="{C876BFCA-BC0F-A193-39C7-DCAD4163C900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8623"/>
              <a:ext cx="23360" cy="24382"/>
            </a:xfrm>
            <a:custGeom>
              <a:avLst/>
              <a:gdLst/>
              <a:ahLst/>
              <a:cxnLst/>
              <a:rect l="0" t="0" r="0" b="0"/>
              <a:pathLst>
                <a:path w="23360" h="24382">
                  <a:moveTo>
                    <a:pt x="0" y="24382"/>
                  </a:moveTo>
                  <a:lnTo>
                    <a:pt x="23360" y="0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7" name="Input_receptor__1766">
              <a:extLst>
                <a:ext uri="{FF2B5EF4-FFF2-40B4-BE49-F238E27FC236}">
                  <a16:creationId xmlns:a16="http://schemas.microsoft.com/office/drawing/2014/main" id="{769A1D45-0B2C-E0C7-E3A3-7B57AF436AC9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6091" cy="36353"/>
            </a:xfrm>
            <a:custGeom>
              <a:avLst/>
              <a:gdLst/>
              <a:ahLst/>
              <a:cxnLst/>
              <a:rect l="0" t="0" r="0" b="0"/>
              <a:pathLst>
                <a:path w="26091" h="36353">
                  <a:moveTo>
                    <a:pt x="0" y="0"/>
                  </a:moveTo>
                  <a:lnTo>
                    <a:pt x="26091" y="36353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8" name="Input_receptor__1767">
              <a:extLst>
                <a:ext uri="{FF2B5EF4-FFF2-40B4-BE49-F238E27FC236}">
                  <a16:creationId xmlns:a16="http://schemas.microsoft.com/office/drawing/2014/main" id="{4042D535-216C-E5EB-1801-44555DCD9185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506360"/>
              <a:ext cx="27801" cy="19916"/>
            </a:xfrm>
            <a:custGeom>
              <a:avLst/>
              <a:gdLst/>
              <a:ahLst/>
              <a:cxnLst/>
              <a:rect l="0" t="0" r="0" b="0"/>
              <a:pathLst>
                <a:path w="27801" h="19916">
                  <a:moveTo>
                    <a:pt x="0" y="0"/>
                  </a:moveTo>
                  <a:lnTo>
                    <a:pt x="27801" y="19916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9" name="Input_receptor__1768">
              <a:extLst>
                <a:ext uri="{FF2B5EF4-FFF2-40B4-BE49-F238E27FC236}">
                  <a16:creationId xmlns:a16="http://schemas.microsoft.com/office/drawing/2014/main" id="{1AF78270-D484-C607-F9C8-BCE6C4FCBF90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705718"/>
              <a:ext cx="21403" cy="14395"/>
            </a:xfrm>
            <a:custGeom>
              <a:avLst/>
              <a:gdLst/>
              <a:ahLst/>
              <a:cxnLst/>
              <a:rect l="0" t="0" r="0" b="0"/>
              <a:pathLst>
                <a:path w="21403" h="14395">
                  <a:moveTo>
                    <a:pt x="21403" y="1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0" name="Input_receptor__1769">
              <a:extLst>
                <a:ext uri="{FF2B5EF4-FFF2-40B4-BE49-F238E27FC236}">
                  <a16:creationId xmlns:a16="http://schemas.microsoft.com/office/drawing/2014/main" id="{7C1A56F9-0B3B-4C68-E360-FBEB8516FC53}"/>
                </a:ext>
              </a:extLst>
            </p:cNvPr>
            <p:cNvSpPr>
              <a:spLocks noGrp="1"/>
            </p:cNvSpPr>
            <p:nvPr/>
          </p:nvSpPr>
          <p:spPr>
            <a:xfrm>
              <a:off x="1178979" y="4799310"/>
              <a:ext cx="7469" cy="32171"/>
            </a:xfrm>
            <a:custGeom>
              <a:avLst/>
              <a:gdLst/>
              <a:ahLst/>
              <a:cxnLst/>
              <a:rect l="0" t="0" r="0" b="0"/>
              <a:pathLst>
                <a:path w="7469" h="32171">
                  <a:moveTo>
                    <a:pt x="7469" y="0"/>
                  </a:moveTo>
                  <a:lnTo>
                    <a:pt x="0" y="3217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1" name="Input_receptor__1770">
              <a:extLst>
                <a:ext uri="{FF2B5EF4-FFF2-40B4-BE49-F238E27FC236}">
                  <a16:creationId xmlns:a16="http://schemas.microsoft.com/office/drawing/2014/main" id="{46DE5CCC-CF8F-3BBC-0DF0-DFBBA9604693}"/>
                </a:ext>
              </a:extLst>
            </p:cNvPr>
            <p:cNvSpPr>
              <a:spLocks noGrp="1"/>
            </p:cNvSpPr>
            <p:nvPr/>
          </p:nvSpPr>
          <p:spPr>
            <a:xfrm>
              <a:off x="845133" y="4430333"/>
              <a:ext cx="1464" cy="35129"/>
            </a:xfrm>
            <a:custGeom>
              <a:avLst/>
              <a:gdLst/>
              <a:ahLst/>
              <a:cxnLst/>
              <a:rect l="0" t="0" r="0" b="0"/>
              <a:pathLst>
                <a:path w="1464" h="35129">
                  <a:moveTo>
                    <a:pt x="0" y="35129"/>
                  </a:moveTo>
                  <a:lnTo>
                    <a:pt x="1464" y="0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72" name="Input_receptor__1771">
              <a:extLst>
                <a:ext uri="{FF2B5EF4-FFF2-40B4-BE49-F238E27FC236}">
                  <a16:creationId xmlns:a16="http://schemas.microsoft.com/office/drawing/2014/main" id="{6B92D6CB-07DB-097C-1234-A08DFDEB5A9E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798149"/>
              <a:ext cx="21589" cy="38481"/>
            </a:xfrm>
            <a:custGeom>
              <a:avLst/>
              <a:gdLst/>
              <a:ahLst/>
              <a:cxnLst/>
              <a:rect l="0" t="0" r="0" b="0"/>
              <a:pathLst>
                <a:path w="21589" h="38481">
                  <a:moveTo>
                    <a:pt x="21589" y="0"/>
                  </a:moveTo>
                  <a:lnTo>
                    <a:pt x="0" y="3848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3" name="Input_receptor__1772">
              <a:extLst>
                <a:ext uri="{FF2B5EF4-FFF2-40B4-BE49-F238E27FC236}">
                  <a16:creationId xmlns:a16="http://schemas.microsoft.com/office/drawing/2014/main" id="{31903666-36E9-CE25-0E48-5B0ADBE52B6F}"/>
                </a:ext>
              </a:extLst>
            </p:cNvPr>
            <p:cNvSpPr>
              <a:spLocks noGrp="1"/>
            </p:cNvSpPr>
            <p:nvPr/>
          </p:nvSpPr>
          <p:spPr>
            <a:xfrm>
              <a:off x="1236940" y="4619408"/>
              <a:ext cx="14438" cy="26478"/>
            </a:xfrm>
            <a:custGeom>
              <a:avLst/>
              <a:gdLst/>
              <a:ahLst/>
              <a:cxnLst/>
              <a:rect l="0" t="0" r="0" b="0"/>
              <a:pathLst>
                <a:path w="14438" h="26478">
                  <a:moveTo>
                    <a:pt x="14438" y="0"/>
                  </a:moveTo>
                  <a:lnTo>
                    <a:pt x="0" y="26478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4" name="Input_receptor__1773">
              <a:extLst>
                <a:ext uri="{FF2B5EF4-FFF2-40B4-BE49-F238E27FC236}">
                  <a16:creationId xmlns:a16="http://schemas.microsoft.com/office/drawing/2014/main" id="{6D9C7B1B-B9F7-A7CC-A53B-AD3B50C1A881}"/>
                </a:ext>
              </a:extLst>
            </p:cNvPr>
            <p:cNvSpPr>
              <a:spLocks noGrp="1"/>
            </p:cNvSpPr>
            <p:nvPr/>
          </p:nvSpPr>
          <p:spPr>
            <a:xfrm>
              <a:off x="1488299" y="4294982"/>
              <a:ext cx="46642" cy="6733"/>
            </a:xfrm>
            <a:custGeom>
              <a:avLst/>
              <a:gdLst/>
              <a:ahLst/>
              <a:cxnLst/>
              <a:rect l="0" t="0" r="0" b="0"/>
              <a:pathLst>
                <a:path w="46642" h="6733">
                  <a:moveTo>
                    <a:pt x="46642" y="0"/>
                  </a:moveTo>
                  <a:lnTo>
                    <a:pt x="0" y="6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5" name="Input_receptor__1774">
              <a:extLst>
                <a:ext uri="{FF2B5EF4-FFF2-40B4-BE49-F238E27FC236}">
                  <a16:creationId xmlns:a16="http://schemas.microsoft.com/office/drawing/2014/main" id="{86BC7073-3DF7-B966-9E74-FFD6899B3AAB}"/>
                </a:ext>
              </a:extLst>
            </p:cNvPr>
            <p:cNvSpPr>
              <a:spLocks noGrp="1"/>
            </p:cNvSpPr>
            <p:nvPr/>
          </p:nvSpPr>
          <p:spPr>
            <a:xfrm>
              <a:off x="1220935" y="4696154"/>
              <a:ext cx="36516" cy="19733"/>
            </a:xfrm>
            <a:custGeom>
              <a:avLst/>
              <a:gdLst/>
              <a:ahLst/>
              <a:cxnLst/>
              <a:rect l="0" t="0" r="0" b="0"/>
              <a:pathLst>
                <a:path w="36516" h="19733">
                  <a:moveTo>
                    <a:pt x="36516" y="0"/>
                  </a:moveTo>
                  <a:lnTo>
                    <a:pt x="0" y="19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6" name="Input_receptor__1775">
              <a:extLst>
                <a:ext uri="{FF2B5EF4-FFF2-40B4-BE49-F238E27FC236}">
                  <a16:creationId xmlns:a16="http://schemas.microsoft.com/office/drawing/2014/main" id="{BB2F4808-1AFD-3136-52AC-4285E5CE35A8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397424"/>
              <a:ext cx="2347" cy="22157"/>
            </a:xfrm>
            <a:custGeom>
              <a:avLst/>
              <a:gdLst/>
              <a:ahLst/>
              <a:cxnLst/>
              <a:rect l="0" t="0" r="0" b="0"/>
              <a:pathLst>
                <a:path w="2347" h="22157">
                  <a:moveTo>
                    <a:pt x="2347" y="0"/>
                  </a:moveTo>
                  <a:lnTo>
                    <a:pt x="0" y="22157"/>
                  </a:lnTo>
                </a:path>
              </a:pathLst>
            </a:custGeom>
            <a:noFill/>
            <a:ln w="8096">
              <a:solidFill>
                <a:srgbClr val="A1B0BB"/>
              </a:solidFill>
            </a:ln>
          </p:spPr>
        </p:sp>
        <p:sp>
          <p:nvSpPr>
            <p:cNvPr id="1777" name="Input_receptor__1776">
              <a:extLst>
                <a:ext uri="{FF2B5EF4-FFF2-40B4-BE49-F238E27FC236}">
                  <a16:creationId xmlns:a16="http://schemas.microsoft.com/office/drawing/2014/main" id="{E389BF5B-F67F-29B5-CA2C-CE8254DAF582}"/>
                </a:ext>
              </a:extLst>
            </p:cNvPr>
            <p:cNvSpPr>
              <a:spLocks noGrp="1"/>
            </p:cNvSpPr>
            <p:nvPr/>
          </p:nvSpPr>
          <p:spPr>
            <a:xfrm>
              <a:off x="863340" y="4534711"/>
              <a:ext cx="5191" cy="19732"/>
            </a:xfrm>
            <a:custGeom>
              <a:avLst/>
              <a:gdLst/>
              <a:ahLst/>
              <a:cxnLst/>
              <a:rect l="0" t="0" r="0" b="0"/>
              <a:pathLst>
                <a:path w="5191" h="19732">
                  <a:moveTo>
                    <a:pt x="0" y="19732"/>
                  </a:moveTo>
                  <a:lnTo>
                    <a:pt x="5191" y="0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78" name="Input_receptor__1777">
              <a:extLst>
                <a:ext uri="{FF2B5EF4-FFF2-40B4-BE49-F238E27FC236}">
                  <a16:creationId xmlns:a16="http://schemas.microsoft.com/office/drawing/2014/main" id="{161837D2-7153-300A-93ED-C4FEEF66CE0A}"/>
                </a:ext>
              </a:extLst>
            </p:cNvPr>
            <p:cNvSpPr>
              <a:spLocks noGrp="1"/>
            </p:cNvSpPr>
            <p:nvPr/>
          </p:nvSpPr>
          <p:spPr>
            <a:xfrm>
              <a:off x="788737" y="4610367"/>
              <a:ext cx="44044" cy="18398"/>
            </a:xfrm>
            <a:custGeom>
              <a:avLst/>
              <a:gdLst/>
              <a:ahLst/>
              <a:cxnLst/>
              <a:rect l="0" t="0" r="0" b="0"/>
              <a:pathLst>
                <a:path w="44044" h="18398">
                  <a:moveTo>
                    <a:pt x="0" y="18398"/>
                  </a:moveTo>
                  <a:lnTo>
                    <a:pt x="44044" y="0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79" name="Input_receptor__1778">
              <a:extLst>
                <a:ext uri="{FF2B5EF4-FFF2-40B4-BE49-F238E27FC236}">
                  <a16:creationId xmlns:a16="http://schemas.microsoft.com/office/drawing/2014/main" id="{AB35B024-6804-82B0-43B9-5FEF136CE14C}"/>
                </a:ext>
              </a:extLst>
            </p:cNvPr>
            <p:cNvSpPr>
              <a:spLocks noGrp="1"/>
            </p:cNvSpPr>
            <p:nvPr/>
          </p:nvSpPr>
          <p:spPr>
            <a:xfrm>
              <a:off x="1246696" y="4562288"/>
              <a:ext cx="47838" cy="4503"/>
            </a:xfrm>
            <a:custGeom>
              <a:avLst/>
              <a:gdLst/>
              <a:ahLst/>
              <a:cxnLst/>
              <a:rect l="0" t="0" r="0" b="0"/>
              <a:pathLst>
                <a:path w="47838" h="4503">
                  <a:moveTo>
                    <a:pt x="47838" y="0"/>
                  </a:moveTo>
                  <a:lnTo>
                    <a:pt x="0" y="4503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80" name="Input_receptor__1779">
              <a:extLst>
                <a:ext uri="{FF2B5EF4-FFF2-40B4-BE49-F238E27FC236}">
                  <a16:creationId xmlns:a16="http://schemas.microsoft.com/office/drawing/2014/main" id="{77B16B24-C5EC-FDEE-79C1-C3C5EC4AF9A9}"/>
                </a:ext>
              </a:extLst>
            </p:cNvPr>
            <p:cNvSpPr>
              <a:spLocks noGrp="1"/>
            </p:cNvSpPr>
            <p:nvPr/>
          </p:nvSpPr>
          <p:spPr>
            <a:xfrm>
              <a:off x="711631" y="4792031"/>
              <a:ext cx="4661" cy="1707"/>
            </a:xfrm>
            <a:custGeom>
              <a:avLst/>
              <a:gdLst/>
              <a:ahLst/>
              <a:cxnLst/>
              <a:rect l="0" t="0" r="0" b="0"/>
              <a:pathLst>
                <a:path w="4661" h="1707">
                  <a:moveTo>
                    <a:pt x="0" y="0"/>
                  </a:moveTo>
                  <a:lnTo>
                    <a:pt x="4661" y="1707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81" name="Input_receptor__1780">
              <a:extLst>
                <a:ext uri="{FF2B5EF4-FFF2-40B4-BE49-F238E27FC236}">
                  <a16:creationId xmlns:a16="http://schemas.microsoft.com/office/drawing/2014/main" id="{6CB547AB-3CD7-4DF4-E809-6FB4F28B8FED}"/>
                </a:ext>
              </a:extLst>
            </p:cNvPr>
            <p:cNvSpPr>
              <a:spLocks noGrp="1"/>
            </p:cNvSpPr>
            <p:nvPr/>
          </p:nvSpPr>
          <p:spPr>
            <a:xfrm>
              <a:off x="1394225" y="4313231"/>
              <a:ext cx="8262" cy="47126"/>
            </a:xfrm>
            <a:custGeom>
              <a:avLst/>
              <a:gdLst/>
              <a:ahLst/>
              <a:cxnLst/>
              <a:rect l="0" t="0" r="0" b="0"/>
              <a:pathLst>
                <a:path w="8262" h="47126">
                  <a:moveTo>
                    <a:pt x="8262" y="0"/>
                  </a:moveTo>
                  <a:lnTo>
                    <a:pt x="0" y="47126"/>
                  </a:lnTo>
                </a:path>
              </a:pathLst>
            </a:custGeom>
            <a:noFill/>
            <a:ln w="8096">
              <a:solidFill>
                <a:srgbClr val="A2B0BC"/>
              </a:solidFill>
            </a:ln>
          </p:spPr>
        </p:sp>
        <p:sp>
          <p:nvSpPr>
            <p:cNvPr id="1782" name="Input_receptor__1781">
              <a:extLst>
                <a:ext uri="{FF2B5EF4-FFF2-40B4-BE49-F238E27FC236}">
                  <a16:creationId xmlns:a16="http://schemas.microsoft.com/office/drawing/2014/main" id="{FCCD3F26-0502-5BAC-885C-23A3EA981B45}"/>
                </a:ext>
              </a:extLst>
            </p:cNvPr>
            <p:cNvSpPr>
              <a:spLocks noGrp="1"/>
            </p:cNvSpPr>
            <p:nvPr/>
          </p:nvSpPr>
          <p:spPr>
            <a:xfrm>
              <a:off x="1138486" y="4794554"/>
              <a:ext cx="47961" cy="4756"/>
            </a:xfrm>
            <a:custGeom>
              <a:avLst/>
              <a:gdLst/>
              <a:ahLst/>
              <a:cxnLst/>
              <a:rect l="0" t="0" r="0" b="0"/>
              <a:pathLst>
                <a:path w="47961" h="4756">
                  <a:moveTo>
                    <a:pt x="0" y="0"/>
                  </a:moveTo>
                  <a:lnTo>
                    <a:pt x="47961" y="4756"/>
                  </a:lnTo>
                </a:path>
              </a:pathLst>
            </a:custGeom>
            <a:noFill/>
            <a:ln w="20003">
              <a:solidFill>
                <a:srgbClr val="A2B0BC"/>
              </a:solidFill>
            </a:ln>
          </p:spPr>
        </p:sp>
        <p:sp>
          <p:nvSpPr>
            <p:cNvPr id="1783" name="Input_receptor__1782">
              <a:extLst>
                <a:ext uri="{FF2B5EF4-FFF2-40B4-BE49-F238E27FC236}">
                  <a16:creationId xmlns:a16="http://schemas.microsoft.com/office/drawing/2014/main" id="{E353D2E9-318A-1CF1-2D70-3DD0C09631E1}"/>
                </a:ext>
              </a:extLst>
            </p:cNvPr>
            <p:cNvSpPr>
              <a:spLocks noGrp="1"/>
            </p:cNvSpPr>
            <p:nvPr/>
          </p:nvSpPr>
          <p:spPr>
            <a:xfrm>
              <a:off x="750757" y="4611494"/>
              <a:ext cx="37981" cy="17271"/>
            </a:xfrm>
            <a:custGeom>
              <a:avLst/>
              <a:gdLst/>
              <a:ahLst/>
              <a:cxnLst/>
              <a:rect l="0" t="0" r="0" b="0"/>
              <a:pathLst>
                <a:path w="37981" h="17271">
                  <a:moveTo>
                    <a:pt x="0" y="0"/>
                  </a:moveTo>
                  <a:lnTo>
                    <a:pt x="37981" y="1727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4" name="Input_receptor__1783">
              <a:extLst>
                <a:ext uri="{FF2B5EF4-FFF2-40B4-BE49-F238E27FC236}">
                  <a16:creationId xmlns:a16="http://schemas.microsoft.com/office/drawing/2014/main" id="{AE3CAC5F-17F4-6981-3ED5-45AF8E9888E0}"/>
                </a:ext>
              </a:extLst>
            </p:cNvPr>
            <p:cNvSpPr>
              <a:spLocks noGrp="1"/>
            </p:cNvSpPr>
            <p:nvPr/>
          </p:nvSpPr>
          <p:spPr>
            <a:xfrm>
              <a:off x="924042" y="4415887"/>
              <a:ext cx="32030" cy="14417"/>
            </a:xfrm>
            <a:custGeom>
              <a:avLst/>
              <a:gdLst/>
              <a:ahLst/>
              <a:cxnLst/>
              <a:rect l="0" t="0" r="0" b="0"/>
              <a:pathLst>
                <a:path w="32030" h="14417">
                  <a:moveTo>
                    <a:pt x="0" y="0"/>
                  </a:moveTo>
                  <a:lnTo>
                    <a:pt x="32030" y="14417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85" name="Input_receptor__1784">
              <a:extLst>
                <a:ext uri="{FF2B5EF4-FFF2-40B4-BE49-F238E27FC236}">
                  <a16:creationId xmlns:a16="http://schemas.microsoft.com/office/drawing/2014/main" id="{18A2E73C-F030-13F5-6BAF-A60F3017D425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794554"/>
              <a:ext cx="4927" cy="47763"/>
            </a:xfrm>
            <a:custGeom>
              <a:avLst/>
              <a:gdLst/>
              <a:ahLst/>
              <a:cxnLst/>
              <a:rect l="0" t="0" r="0" b="0"/>
              <a:pathLst>
                <a:path w="4927" h="47763">
                  <a:moveTo>
                    <a:pt x="0" y="47763"/>
                  </a:moveTo>
                  <a:lnTo>
                    <a:pt x="4927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6" name="Input_receptor__1785">
              <a:extLst>
                <a:ext uri="{FF2B5EF4-FFF2-40B4-BE49-F238E27FC236}">
                  <a16:creationId xmlns:a16="http://schemas.microsoft.com/office/drawing/2014/main" id="{D4A4EE94-3DDF-BE04-1683-0B871783439B}"/>
                </a:ext>
              </a:extLst>
            </p:cNvPr>
            <p:cNvSpPr>
              <a:spLocks noGrp="1"/>
            </p:cNvSpPr>
            <p:nvPr/>
          </p:nvSpPr>
          <p:spPr>
            <a:xfrm>
              <a:off x="1457679" y="4270916"/>
              <a:ext cx="30620" cy="30799"/>
            </a:xfrm>
            <a:custGeom>
              <a:avLst/>
              <a:gdLst/>
              <a:ahLst/>
              <a:cxnLst/>
              <a:rect l="0" t="0" r="0" b="0"/>
              <a:pathLst>
                <a:path w="30620" h="30799">
                  <a:moveTo>
                    <a:pt x="30620" y="307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7" name="Input_receptor__1786">
              <a:extLst>
                <a:ext uri="{FF2B5EF4-FFF2-40B4-BE49-F238E27FC236}">
                  <a16:creationId xmlns:a16="http://schemas.microsoft.com/office/drawing/2014/main" id="{27593074-318C-062F-9CA5-345261ADB987}"/>
                </a:ext>
              </a:extLst>
            </p:cNvPr>
            <p:cNvSpPr>
              <a:spLocks noGrp="1"/>
            </p:cNvSpPr>
            <p:nvPr/>
          </p:nvSpPr>
          <p:spPr>
            <a:xfrm>
              <a:off x="1079219" y="4719852"/>
              <a:ext cx="47235" cy="261"/>
            </a:xfrm>
            <a:custGeom>
              <a:avLst/>
              <a:gdLst/>
              <a:ahLst/>
              <a:cxnLst/>
              <a:rect l="0" t="0" r="0" b="0"/>
              <a:pathLst>
                <a:path w="47235" h="261">
                  <a:moveTo>
                    <a:pt x="47235" y="0"/>
                  </a:moveTo>
                  <a:lnTo>
                    <a:pt x="0" y="26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8" name="Input_receptor__1787">
              <a:extLst>
                <a:ext uri="{FF2B5EF4-FFF2-40B4-BE49-F238E27FC236}">
                  <a16:creationId xmlns:a16="http://schemas.microsoft.com/office/drawing/2014/main" id="{F86550D8-9015-AA8D-8C47-A0CE042176D8}"/>
                </a:ext>
              </a:extLst>
            </p:cNvPr>
            <p:cNvSpPr>
              <a:spLocks noGrp="1"/>
            </p:cNvSpPr>
            <p:nvPr/>
          </p:nvSpPr>
          <p:spPr>
            <a:xfrm>
              <a:off x="1190368" y="4645886"/>
              <a:ext cx="46573" cy="11847"/>
            </a:xfrm>
            <a:custGeom>
              <a:avLst/>
              <a:gdLst/>
              <a:ahLst/>
              <a:cxnLst/>
              <a:rect l="0" t="0" r="0" b="0"/>
              <a:pathLst>
                <a:path w="46573" h="11847">
                  <a:moveTo>
                    <a:pt x="46573" y="0"/>
                  </a:moveTo>
                  <a:lnTo>
                    <a:pt x="0" y="11847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9" name="Input_receptor__1788">
              <a:extLst>
                <a:ext uri="{FF2B5EF4-FFF2-40B4-BE49-F238E27FC236}">
                  <a16:creationId xmlns:a16="http://schemas.microsoft.com/office/drawing/2014/main" id="{69CDE291-8DB0-1CA9-EA59-2B7D6CACC47E}"/>
                </a:ext>
              </a:extLst>
            </p:cNvPr>
            <p:cNvSpPr>
              <a:spLocks noGrp="1"/>
            </p:cNvSpPr>
            <p:nvPr/>
          </p:nvSpPr>
          <p:spPr>
            <a:xfrm>
              <a:off x="729421" y="4832182"/>
              <a:ext cx="41634" cy="8087"/>
            </a:xfrm>
            <a:custGeom>
              <a:avLst/>
              <a:gdLst/>
              <a:ahLst/>
              <a:cxnLst/>
              <a:rect l="0" t="0" r="0" b="0"/>
              <a:pathLst>
                <a:path w="41634" h="8087">
                  <a:moveTo>
                    <a:pt x="0" y="8087"/>
                  </a:moveTo>
                  <a:lnTo>
                    <a:pt x="41634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0" name="Input_receptor__1789">
              <a:extLst>
                <a:ext uri="{FF2B5EF4-FFF2-40B4-BE49-F238E27FC236}">
                  <a16:creationId xmlns:a16="http://schemas.microsoft.com/office/drawing/2014/main" id="{560B4BE6-2A84-0D08-BBD8-DC8BF72816F6}"/>
                </a:ext>
              </a:extLst>
            </p:cNvPr>
            <p:cNvSpPr>
              <a:spLocks noGrp="1"/>
            </p:cNvSpPr>
            <p:nvPr/>
          </p:nvSpPr>
          <p:spPr>
            <a:xfrm>
              <a:off x="771055" y="4832182"/>
              <a:ext cx="41788" cy="3259"/>
            </a:xfrm>
            <a:custGeom>
              <a:avLst/>
              <a:gdLst/>
              <a:ahLst/>
              <a:cxnLst/>
              <a:rect l="0" t="0" r="0" b="0"/>
              <a:pathLst>
                <a:path w="41788" h="3259">
                  <a:moveTo>
                    <a:pt x="0" y="0"/>
                  </a:moveTo>
                  <a:lnTo>
                    <a:pt x="41788" y="3259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1" name="Input_receptor__1790">
              <a:extLst>
                <a:ext uri="{FF2B5EF4-FFF2-40B4-BE49-F238E27FC236}">
                  <a16:creationId xmlns:a16="http://schemas.microsoft.com/office/drawing/2014/main" id="{0C82A13A-EAB5-01BD-8608-24237D250226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9814" cy="2021"/>
            </a:xfrm>
            <a:custGeom>
              <a:avLst/>
              <a:gdLst/>
              <a:ahLst/>
              <a:cxnLst/>
              <a:rect l="0" t="0" r="0" b="0"/>
              <a:pathLst>
                <a:path w="29814" h="2021">
                  <a:moveTo>
                    <a:pt x="29814" y="20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92" name="Input_receptor__1791">
              <a:extLst>
                <a:ext uri="{FF2B5EF4-FFF2-40B4-BE49-F238E27FC236}">
                  <a16:creationId xmlns:a16="http://schemas.microsoft.com/office/drawing/2014/main" id="{8B945B6E-B7F7-DCF6-3A30-8748140D6113}"/>
                </a:ext>
              </a:extLst>
            </p:cNvPr>
            <p:cNvSpPr>
              <a:spLocks noGrp="1"/>
            </p:cNvSpPr>
            <p:nvPr/>
          </p:nvSpPr>
          <p:spPr>
            <a:xfrm>
              <a:off x="904764" y="4783873"/>
              <a:ext cx="37055" cy="14276"/>
            </a:xfrm>
            <a:custGeom>
              <a:avLst/>
              <a:gdLst/>
              <a:ahLst/>
              <a:cxnLst/>
              <a:rect l="0" t="0" r="0" b="0"/>
              <a:pathLst>
                <a:path w="37055" h="14276">
                  <a:moveTo>
                    <a:pt x="0" y="0"/>
                  </a:moveTo>
                  <a:lnTo>
                    <a:pt x="37055" y="14276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3" name="Input_receptor__1792">
              <a:extLst>
                <a:ext uri="{FF2B5EF4-FFF2-40B4-BE49-F238E27FC236}">
                  <a16:creationId xmlns:a16="http://schemas.microsoft.com/office/drawing/2014/main" id="{B78D0D88-AA61-3594-F528-ECF33B50BB63}"/>
                </a:ext>
              </a:extLst>
            </p:cNvPr>
            <p:cNvSpPr>
              <a:spLocks noGrp="1"/>
            </p:cNvSpPr>
            <p:nvPr/>
          </p:nvSpPr>
          <p:spPr>
            <a:xfrm>
              <a:off x="1294534" y="4562288"/>
              <a:ext cx="12433" cy="40488"/>
            </a:xfrm>
            <a:custGeom>
              <a:avLst/>
              <a:gdLst/>
              <a:ahLst/>
              <a:cxnLst/>
              <a:rect l="0" t="0" r="0" b="0"/>
              <a:pathLst>
                <a:path w="12433" h="40488">
                  <a:moveTo>
                    <a:pt x="12433" y="40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4" name="Input_receptor__1793">
              <a:extLst>
                <a:ext uri="{FF2B5EF4-FFF2-40B4-BE49-F238E27FC236}">
                  <a16:creationId xmlns:a16="http://schemas.microsoft.com/office/drawing/2014/main" id="{B3CE0062-7996-24F5-C623-7F97BD13C3E1}"/>
                </a:ext>
              </a:extLst>
            </p:cNvPr>
            <p:cNvSpPr>
              <a:spLocks noGrp="1"/>
            </p:cNvSpPr>
            <p:nvPr/>
          </p:nvSpPr>
          <p:spPr>
            <a:xfrm>
              <a:off x="788563" y="4770661"/>
              <a:ext cx="40675" cy="22339"/>
            </a:xfrm>
            <a:custGeom>
              <a:avLst/>
              <a:gdLst/>
              <a:ahLst/>
              <a:cxnLst/>
              <a:rect l="0" t="0" r="0" b="0"/>
              <a:pathLst>
                <a:path w="40675" h="22339">
                  <a:moveTo>
                    <a:pt x="40675" y="223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5" name="Input_receptor__1794">
              <a:extLst>
                <a:ext uri="{FF2B5EF4-FFF2-40B4-BE49-F238E27FC236}">
                  <a16:creationId xmlns:a16="http://schemas.microsoft.com/office/drawing/2014/main" id="{EA871D8E-98FA-61E8-D4D6-A447B598835D}"/>
                </a:ext>
              </a:extLst>
            </p:cNvPr>
            <p:cNvSpPr>
              <a:spLocks noGrp="1"/>
            </p:cNvSpPr>
            <p:nvPr/>
          </p:nvSpPr>
          <p:spPr>
            <a:xfrm>
              <a:off x="1220722" y="4566791"/>
              <a:ext cx="25975" cy="21848"/>
            </a:xfrm>
            <a:custGeom>
              <a:avLst/>
              <a:gdLst/>
              <a:ahLst/>
              <a:cxnLst/>
              <a:rect l="0" t="0" r="0" b="0"/>
              <a:pathLst>
                <a:path w="25975" h="21848">
                  <a:moveTo>
                    <a:pt x="25975" y="0"/>
                  </a:moveTo>
                  <a:lnTo>
                    <a:pt x="0" y="21848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6" name="Input_receptor__1795">
              <a:extLst>
                <a:ext uri="{FF2B5EF4-FFF2-40B4-BE49-F238E27FC236}">
                  <a16:creationId xmlns:a16="http://schemas.microsoft.com/office/drawing/2014/main" id="{DFF26CCC-EF72-9AAB-578B-03FCE4A59FC2}"/>
                </a:ext>
              </a:extLst>
            </p:cNvPr>
            <p:cNvSpPr>
              <a:spLocks noGrp="1"/>
            </p:cNvSpPr>
            <p:nvPr/>
          </p:nvSpPr>
          <p:spPr>
            <a:xfrm>
              <a:off x="812843" y="4792999"/>
              <a:ext cx="16396" cy="42442"/>
            </a:xfrm>
            <a:custGeom>
              <a:avLst/>
              <a:gdLst/>
              <a:ahLst/>
              <a:cxnLst/>
              <a:rect l="0" t="0" r="0" b="0"/>
              <a:pathLst>
                <a:path w="16396" h="42442">
                  <a:moveTo>
                    <a:pt x="0" y="42442"/>
                  </a:moveTo>
                  <a:lnTo>
                    <a:pt x="16396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7" name="Input_receptor__1796">
              <a:extLst>
                <a:ext uri="{FF2B5EF4-FFF2-40B4-BE49-F238E27FC236}">
                  <a16:creationId xmlns:a16="http://schemas.microsoft.com/office/drawing/2014/main" id="{6BFBC544-A37A-2A42-D091-68D0DCC6E2BD}"/>
                </a:ext>
              </a:extLst>
            </p:cNvPr>
            <p:cNvSpPr>
              <a:spLocks noGrp="1"/>
            </p:cNvSpPr>
            <p:nvPr/>
          </p:nvSpPr>
          <p:spPr>
            <a:xfrm>
              <a:off x="1355991" y="4360357"/>
              <a:ext cx="38234" cy="2735"/>
            </a:xfrm>
            <a:custGeom>
              <a:avLst/>
              <a:gdLst/>
              <a:ahLst/>
              <a:cxnLst/>
              <a:rect l="0" t="0" r="0" b="0"/>
              <a:pathLst>
                <a:path w="38234" h="2735">
                  <a:moveTo>
                    <a:pt x="38234" y="0"/>
                  </a:moveTo>
                  <a:lnTo>
                    <a:pt x="0" y="2735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8" name="Input_receptor__1797">
              <a:extLst>
                <a:ext uri="{FF2B5EF4-FFF2-40B4-BE49-F238E27FC236}">
                  <a16:creationId xmlns:a16="http://schemas.microsoft.com/office/drawing/2014/main" id="{6D638186-FC83-60D9-2313-4D39049E8691}"/>
                </a:ext>
              </a:extLst>
            </p:cNvPr>
            <p:cNvSpPr>
              <a:spLocks noGrp="1"/>
            </p:cNvSpPr>
            <p:nvPr/>
          </p:nvSpPr>
          <p:spPr>
            <a:xfrm>
              <a:off x="846597" y="4430333"/>
              <a:ext cx="39768" cy="16002"/>
            </a:xfrm>
            <a:custGeom>
              <a:avLst/>
              <a:gdLst/>
              <a:ahLst/>
              <a:cxnLst/>
              <a:rect l="0" t="0" r="0" b="0"/>
              <a:pathLst>
                <a:path w="39768" h="16002">
                  <a:moveTo>
                    <a:pt x="0" y="0"/>
                  </a:moveTo>
                  <a:lnTo>
                    <a:pt x="39768" y="16002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9" name="Input_receptor__1798">
              <a:extLst>
                <a:ext uri="{FF2B5EF4-FFF2-40B4-BE49-F238E27FC236}">
                  <a16:creationId xmlns:a16="http://schemas.microsoft.com/office/drawing/2014/main" id="{4A4E24CC-FA93-C5FF-2305-B3A0429C098A}"/>
                </a:ext>
              </a:extLst>
            </p:cNvPr>
            <p:cNvSpPr>
              <a:spLocks noGrp="1"/>
            </p:cNvSpPr>
            <p:nvPr/>
          </p:nvSpPr>
          <p:spPr>
            <a:xfrm>
              <a:off x="832781" y="4604960"/>
              <a:ext cx="36738" cy="5407"/>
            </a:xfrm>
            <a:custGeom>
              <a:avLst/>
              <a:gdLst/>
              <a:ahLst/>
              <a:cxnLst/>
              <a:rect l="0" t="0" r="0" b="0"/>
              <a:pathLst>
                <a:path w="36738" h="5407">
                  <a:moveTo>
                    <a:pt x="0" y="5407"/>
                  </a:moveTo>
                  <a:lnTo>
                    <a:pt x="36738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800" name="Input_receptor__1799">
              <a:extLst>
                <a:ext uri="{FF2B5EF4-FFF2-40B4-BE49-F238E27FC236}">
                  <a16:creationId xmlns:a16="http://schemas.microsoft.com/office/drawing/2014/main" id="{420DAE6A-1358-B917-03C1-D669253454BD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63427"/>
              <a:ext cx="25362" cy="40519"/>
            </a:xfrm>
            <a:custGeom>
              <a:avLst/>
              <a:gdLst/>
              <a:ahLst/>
              <a:cxnLst/>
              <a:rect l="0" t="0" r="0" b="0"/>
              <a:pathLst>
                <a:path w="25362" h="40519">
                  <a:moveTo>
                    <a:pt x="25362" y="405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1" name="Input_receptor__1800">
              <a:extLst>
                <a:ext uri="{FF2B5EF4-FFF2-40B4-BE49-F238E27FC236}">
                  <a16:creationId xmlns:a16="http://schemas.microsoft.com/office/drawing/2014/main" id="{CF056385-ACAE-1CDE-3FB7-F6FF5B34AEA7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03946"/>
              <a:ext cx="33722" cy="34274"/>
            </a:xfrm>
            <a:custGeom>
              <a:avLst/>
              <a:gdLst/>
              <a:ahLst/>
              <a:cxnLst/>
              <a:rect l="0" t="0" r="0" b="0"/>
              <a:pathLst>
                <a:path w="33722" h="34274">
                  <a:moveTo>
                    <a:pt x="0" y="34274"/>
                  </a:moveTo>
                  <a:lnTo>
                    <a:pt x="33722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2" name="Input_receptor__1801">
              <a:extLst>
                <a:ext uri="{FF2B5EF4-FFF2-40B4-BE49-F238E27FC236}">
                  <a16:creationId xmlns:a16="http://schemas.microsoft.com/office/drawing/2014/main" id="{2B54272D-D0C3-702E-22F9-F73E656EA494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7039"/>
              <a:ext cx="12541" cy="25966"/>
            </a:xfrm>
            <a:custGeom>
              <a:avLst/>
              <a:gdLst/>
              <a:ahLst/>
              <a:cxnLst/>
              <a:rect l="0" t="0" r="0" b="0"/>
              <a:pathLst>
                <a:path w="12541" h="25966">
                  <a:moveTo>
                    <a:pt x="12541" y="0"/>
                  </a:moveTo>
                  <a:lnTo>
                    <a:pt x="0" y="25966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3" name="Input_receptor__1802">
              <a:extLst>
                <a:ext uri="{FF2B5EF4-FFF2-40B4-BE49-F238E27FC236}">
                  <a16:creationId xmlns:a16="http://schemas.microsoft.com/office/drawing/2014/main" id="{E1122CEE-D4D5-F835-8606-53DC9336C32F}"/>
                </a:ext>
              </a:extLst>
            </p:cNvPr>
            <p:cNvSpPr>
              <a:spLocks noGrp="1"/>
            </p:cNvSpPr>
            <p:nvPr/>
          </p:nvSpPr>
          <p:spPr>
            <a:xfrm>
              <a:off x="711296" y="4611494"/>
              <a:ext cx="39461" cy="27661"/>
            </a:xfrm>
            <a:custGeom>
              <a:avLst/>
              <a:gdLst/>
              <a:ahLst/>
              <a:cxnLst/>
              <a:rect l="0" t="0" r="0" b="0"/>
              <a:pathLst>
                <a:path w="39461" h="27661">
                  <a:moveTo>
                    <a:pt x="0" y="27661"/>
                  </a:moveTo>
                  <a:lnTo>
                    <a:pt x="39461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4" name="Input_receptor__1803">
              <a:extLst>
                <a:ext uri="{FF2B5EF4-FFF2-40B4-BE49-F238E27FC236}">
                  <a16:creationId xmlns:a16="http://schemas.microsoft.com/office/drawing/2014/main" id="{1D53491C-3BFE-A774-7378-67C727747E9E}"/>
                </a:ext>
              </a:extLst>
            </p:cNvPr>
            <p:cNvSpPr>
              <a:spLocks noGrp="1"/>
            </p:cNvSpPr>
            <p:nvPr/>
          </p:nvSpPr>
          <p:spPr>
            <a:xfrm>
              <a:off x="666392" y="4621876"/>
              <a:ext cx="44904" cy="17279"/>
            </a:xfrm>
            <a:custGeom>
              <a:avLst/>
              <a:gdLst/>
              <a:ahLst/>
              <a:cxnLst/>
              <a:rect l="0" t="0" r="0" b="0"/>
              <a:pathLst>
                <a:path w="44904" h="17279">
                  <a:moveTo>
                    <a:pt x="0" y="0"/>
                  </a:moveTo>
                  <a:lnTo>
                    <a:pt x="44904" y="17279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5" name="Input_receptor__1804">
              <a:extLst>
                <a:ext uri="{FF2B5EF4-FFF2-40B4-BE49-F238E27FC236}">
                  <a16:creationId xmlns:a16="http://schemas.microsoft.com/office/drawing/2014/main" id="{B180F40A-2E92-86F6-6E95-1A1E6103FCE5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419224"/>
              <a:ext cx="47555" cy="357"/>
            </a:xfrm>
            <a:custGeom>
              <a:avLst/>
              <a:gdLst/>
              <a:ahLst/>
              <a:cxnLst/>
              <a:rect l="0" t="0" r="0" b="0"/>
              <a:pathLst>
                <a:path w="47555" h="357">
                  <a:moveTo>
                    <a:pt x="0" y="357"/>
                  </a:moveTo>
                  <a:lnTo>
                    <a:pt x="47555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6" name="Input_receptor__1805">
              <a:extLst>
                <a:ext uri="{FF2B5EF4-FFF2-40B4-BE49-F238E27FC236}">
                  <a16:creationId xmlns:a16="http://schemas.microsoft.com/office/drawing/2014/main" id="{F3ED7F93-5FD0-5196-8887-A3078E58A82E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40848"/>
              <a:ext cx="21380" cy="43025"/>
            </a:xfrm>
            <a:custGeom>
              <a:avLst/>
              <a:gdLst/>
              <a:ahLst/>
              <a:cxnLst/>
              <a:rect l="0" t="0" r="0" b="0"/>
              <a:pathLst>
                <a:path w="21380" h="43025">
                  <a:moveTo>
                    <a:pt x="0" y="0"/>
                  </a:moveTo>
                  <a:lnTo>
                    <a:pt x="21380" y="43025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7" name="Input_receptor__1806">
              <a:extLst>
                <a:ext uri="{FF2B5EF4-FFF2-40B4-BE49-F238E27FC236}">
                  <a16:creationId xmlns:a16="http://schemas.microsoft.com/office/drawing/2014/main" id="{A876942A-BBA9-EA88-547F-CF91FEBCEB2A}"/>
                </a:ext>
              </a:extLst>
            </p:cNvPr>
            <p:cNvSpPr>
              <a:spLocks noGrp="1"/>
            </p:cNvSpPr>
            <p:nvPr/>
          </p:nvSpPr>
          <p:spPr>
            <a:xfrm>
              <a:off x="716292" y="4793738"/>
              <a:ext cx="13129" cy="46531"/>
            </a:xfrm>
            <a:custGeom>
              <a:avLst/>
              <a:gdLst/>
              <a:ahLst/>
              <a:cxnLst/>
              <a:rect l="0" t="0" r="0" b="0"/>
              <a:pathLst>
                <a:path w="13129" h="46531">
                  <a:moveTo>
                    <a:pt x="0" y="0"/>
                  </a:moveTo>
                  <a:lnTo>
                    <a:pt x="13129" y="46531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8" name="Input_receptor__1807">
              <a:extLst>
                <a:ext uri="{FF2B5EF4-FFF2-40B4-BE49-F238E27FC236}">
                  <a16:creationId xmlns:a16="http://schemas.microsoft.com/office/drawing/2014/main" id="{4344FC4C-57A1-6D62-91B6-955BFDD4BA19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491752"/>
              <a:ext cx="15458" cy="14608"/>
            </a:xfrm>
            <a:custGeom>
              <a:avLst/>
              <a:gdLst/>
              <a:ahLst/>
              <a:cxnLst/>
              <a:rect l="0" t="0" r="0" b="0"/>
              <a:pathLst>
                <a:path w="15458" h="14608">
                  <a:moveTo>
                    <a:pt x="15458" y="0"/>
                  </a:moveTo>
                  <a:lnTo>
                    <a:pt x="0" y="14608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9" name="Input_receptor__1808">
              <a:extLst>
                <a:ext uri="{FF2B5EF4-FFF2-40B4-BE49-F238E27FC236}">
                  <a16:creationId xmlns:a16="http://schemas.microsoft.com/office/drawing/2014/main" id="{06D1480A-1F97-C4AE-8F8D-28DB8BCDA4B5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5402"/>
              <a:ext cx="21933" cy="9998"/>
            </a:xfrm>
            <a:custGeom>
              <a:avLst/>
              <a:gdLst/>
              <a:ahLst/>
              <a:cxnLst/>
              <a:rect l="0" t="0" r="0" b="0"/>
              <a:pathLst>
                <a:path w="21933" h="9998">
                  <a:moveTo>
                    <a:pt x="0" y="9998"/>
                  </a:moveTo>
                  <a:lnTo>
                    <a:pt x="21933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10" name="Input_receptor__1809">
              <a:extLst>
                <a:ext uri="{FF2B5EF4-FFF2-40B4-BE49-F238E27FC236}">
                  <a16:creationId xmlns:a16="http://schemas.microsoft.com/office/drawing/2014/main" id="{D726BE25-818D-9632-2557-F7106ED8DBE7}"/>
                </a:ext>
              </a:extLst>
            </p:cNvPr>
            <p:cNvSpPr>
              <a:spLocks noGrp="1"/>
            </p:cNvSpPr>
            <p:nvPr/>
          </p:nvSpPr>
          <p:spPr>
            <a:xfrm>
              <a:off x="886365" y="4415887"/>
              <a:ext cx="37677" cy="30447"/>
            </a:xfrm>
            <a:custGeom>
              <a:avLst/>
              <a:gdLst/>
              <a:ahLst/>
              <a:cxnLst/>
              <a:rect l="0" t="0" r="0" b="0"/>
              <a:pathLst>
                <a:path w="37677" h="30447">
                  <a:moveTo>
                    <a:pt x="0" y="30447"/>
                  </a:moveTo>
                  <a:lnTo>
                    <a:pt x="37677" y="0"/>
                  </a:lnTo>
                </a:path>
              </a:pathLst>
            </a:custGeom>
            <a:noFill/>
            <a:ln w="8096">
              <a:solidFill>
                <a:srgbClr val="A3B2BD"/>
              </a:solidFill>
            </a:ln>
          </p:spPr>
        </p:sp>
        <p:sp>
          <p:nvSpPr>
            <p:cNvPr id="1811" name="Input_receptor__1810">
              <a:extLst>
                <a:ext uri="{FF2B5EF4-FFF2-40B4-BE49-F238E27FC236}">
                  <a16:creationId xmlns:a16="http://schemas.microsoft.com/office/drawing/2014/main" id="{065ABC9D-71EE-536F-32F0-2592017A4F35}"/>
                </a:ext>
              </a:extLst>
            </p:cNvPr>
            <p:cNvSpPr>
              <a:spLocks noGrp="1"/>
            </p:cNvSpPr>
            <p:nvPr/>
          </p:nvSpPr>
          <p:spPr>
            <a:xfrm>
              <a:off x="1228858" y="4510645"/>
              <a:ext cx="46550" cy="940"/>
            </a:xfrm>
            <a:custGeom>
              <a:avLst/>
              <a:gdLst/>
              <a:ahLst/>
              <a:cxnLst/>
              <a:rect l="0" t="0" r="0" b="0"/>
              <a:pathLst>
                <a:path w="46550" h="940">
                  <a:moveTo>
                    <a:pt x="46550" y="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2BD"/>
              </a:solidFill>
            </a:ln>
          </p:spPr>
        </p:sp>
        <p:sp>
          <p:nvSpPr>
            <p:cNvPr id="1812" name="Input_receptor__1811">
              <a:extLst>
                <a:ext uri="{FF2B5EF4-FFF2-40B4-BE49-F238E27FC236}">
                  <a16:creationId xmlns:a16="http://schemas.microsoft.com/office/drawing/2014/main" id="{0C345582-4036-B20B-7515-3F6225515710}"/>
                </a:ext>
              </a:extLst>
            </p:cNvPr>
            <p:cNvSpPr>
              <a:spLocks noGrp="1"/>
            </p:cNvSpPr>
            <p:nvPr/>
          </p:nvSpPr>
          <p:spPr>
            <a:xfrm>
              <a:off x="1174538" y="4588639"/>
              <a:ext cx="46183" cy="10398"/>
            </a:xfrm>
            <a:custGeom>
              <a:avLst/>
              <a:gdLst/>
              <a:ahLst/>
              <a:cxnLst/>
              <a:rect l="0" t="0" r="0" b="0"/>
              <a:pathLst>
                <a:path w="46183" h="10398">
                  <a:moveTo>
                    <a:pt x="46183" y="0"/>
                  </a:moveTo>
                  <a:lnTo>
                    <a:pt x="0" y="10398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3" name="Input_receptor__1812">
              <a:extLst>
                <a:ext uri="{FF2B5EF4-FFF2-40B4-BE49-F238E27FC236}">
                  <a16:creationId xmlns:a16="http://schemas.microsoft.com/office/drawing/2014/main" id="{BAED96D4-DECD-0E44-3BC7-EAAFA3ADA3C8}"/>
                </a:ext>
              </a:extLst>
            </p:cNvPr>
            <p:cNvSpPr>
              <a:spLocks noGrp="1"/>
            </p:cNvSpPr>
            <p:nvPr/>
          </p:nvSpPr>
          <p:spPr>
            <a:xfrm>
              <a:off x="1275408" y="4468775"/>
              <a:ext cx="20276" cy="42811"/>
            </a:xfrm>
            <a:custGeom>
              <a:avLst/>
              <a:gdLst/>
              <a:ahLst/>
              <a:cxnLst/>
              <a:rect l="0" t="0" r="0" b="0"/>
              <a:pathLst>
                <a:path w="20276" h="42811">
                  <a:moveTo>
                    <a:pt x="20276" y="0"/>
                  </a:moveTo>
                  <a:lnTo>
                    <a:pt x="0" y="42811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4" name="Input_receptor__1813">
              <a:extLst>
                <a:ext uri="{FF2B5EF4-FFF2-40B4-BE49-F238E27FC236}">
                  <a16:creationId xmlns:a16="http://schemas.microsoft.com/office/drawing/2014/main" id="{5310106B-28AB-5512-0E0C-2B10EBA90789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842317"/>
              <a:ext cx="33368" cy="952"/>
            </a:xfrm>
            <a:custGeom>
              <a:avLst/>
              <a:gdLst/>
              <a:ahLst/>
              <a:cxnLst/>
              <a:rect l="0" t="0" r="0" b="0"/>
              <a:pathLst>
                <a:path w="33368" h="952">
                  <a:moveTo>
                    <a:pt x="33368" y="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5" name="Input_receptor__1814">
              <a:extLst>
                <a:ext uri="{FF2B5EF4-FFF2-40B4-BE49-F238E27FC236}">
                  <a16:creationId xmlns:a16="http://schemas.microsoft.com/office/drawing/2014/main" id="{6EA035C7-0758-DCDF-9D52-6109BF0B3B31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23853"/>
              <a:ext cx="5614" cy="39574"/>
            </a:xfrm>
            <a:custGeom>
              <a:avLst/>
              <a:gdLst/>
              <a:ahLst/>
              <a:cxnLst/>
              <a:rect l="0" t="0" r="0" b="0"/>
              <a:pathLst>
                <a:path w="5614" h="39574">
                  <a:moveTo>
                    <a:pt x="0" y="39574"/>
                  </a:moveTo>
                  <a:lnTo>
                    <a:pt x="5614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6" name="Input_receptor__1815">
              <a:extLst>
                <a:ext uri="{FF2B5EF4-FFF2-40B4-BE49-F238E27FC236}">
                  <a16:creationId xmlns:a16="http://schemas.microsoft.com/office/drawing/2014/main" id="{2D49EF60-E774-EE42-7384-56FE5158F119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310689"/>
              <a:ext cx="5836" cy="2542"/>
            </a:xfrm>
            <a:custGeom>
              <a:avLst/>
              <a:gdLst/>
              <a:ahLst/>
              <a:cxnLst/>
              <a:rect l="0" t="0" r="0" b="0"/>
              <a:pathLst>
                <a:path w="5836" h="2542">
                  <a:moveTo>
                    <a:pt x="0" y="0"/>
                  </a:moveTo>
                  <a:lnTo>
                    <a:pt x="5836" y="2542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7" name="Input_receptor__1816">
              <a:extLst>
                <a:ext uri="{FF2B5EF4-FFF2-40B4-BE49-F238E27FC236}">
                  <a16:creationId xmlns:a16="http://schemas.microsoft.com/office/drawing/2014/main" id="{9D4FD16B-ACB9-C518-1923-FFD5EF6166B9}"/>
                </a:ext>
              </a:extLst>
            </p:cNvPr>
            <p:cNvSpPr>
              <a:spLocks noGrp="1"/>
            </p:cNvSpPr>
            <p:nvPr/>
          </p:nvSpPr>
          <p:spPr>
            <a:xfrm>
              <a:off x="1212946" y="4715887"/>
              <a:ext cx="7989" cy="9156"/>
            </a:xfrm>
            <a:custGeom>
              <a:avLst/>
              <a:gdLst/>
              <a:ahLst/>
              <a:cxnLst/>
              <a:rect l="0" t="0" r="0" b="0"/>
              <a:pathLst>
                <a:path w="7989" h="9156">
                  <a:moveTo>
                    <a:pt x="7989" y="0"/>
                  </a:moveTo>
                  <a:lnTo>
                    <a:pt x="0" y="915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8" name="Input_receptor__1817">
              <a:extLst>
                <a:ext uri="{FF2B5EF4-FFF2-40B4-BE49-F238E27FC236}">
                  <a16:creationId xmlns:a16="http://schemas.microsoft.com/office/drawing/2014/main" id="{2029769E-D4AE-79B0-8576-D95BB5C0ED7C}"/>
                </a:ext>
              </a:extLst>
            </p:cNvPr>
            <p:cNvSpPr>
              <a:spLocks noGrp="1"/>
            </p:cNvSpPr>
            <p:nvPr/>
          </p:nvSpPr>
          <p:spPr>
            <a:xfrm>
              <a:off x="868001" y="4669528"/>
              <a:ext cx="37721" cy="8720"/>
            </a:xfrm>
            <a:custGeom>
              <a:avLst/>
              <a:gdLst/>
              <a:ahLst/>
              <a:cxnLst/>
              <a:rect l="0" t="0" r="0" b="0"/>
              <a:pathLst>
                <a:path w="37721" h="8720">
                  <a:moveTo>
                    <a:pt x="0" y="0"/>
                  </a:moveTo>
                  <a:lnTo>
                    <a:pt x="37721" y="872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9" name="Input_receptor__1818">
              <a:extLst>
                <a:ext uri="{FF2B5EF4-FFF2-40B4-BE49-F238E27FC236}">
                  <a16:creationId xmlns:a16="http://schemas.microsoft.com/office/drawing/2014/main" id="{B6EB4680-4C55-A753-56E3-A91A31D22B31}"/>
                </a:ext>
              </a:extLst>
            </p:cNvPr>
            <p:cNvSpPr>
              <a:spLocks noGrp="1"/>
            </p:cNvSpPr>
            <p:nvPr/>
          </p:nvSpPr>
          <p:spPr>
            <a:xfrm>
              <a:off x="629903" y="4621876"/>
              <a:ext cx="36488" cy="21373"/>
            </a:xfrm>
            <a:custGeom>
              <a:avLst/>
              <a:gdLst/>
              <a:ahLst/>
              <a:cxnLst/>
              <a:rect l="0" t="0" r="0" b="0"/>
              <a:pathLst>
                <a:path w="36488" h="21373">
                  <a:moveTo>
                    <a:pt x="0" y="21373"/>
                  </a:moveTo>
                  <a:lnTo>
                    <a:pt x="36488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0" name="Input_receptor__1819">
              <a:extLst>
                <a:ext uri="{FF2B5EF4-FFF2-40B4-BE49-F238E27FC236}">
                  <a16:creationId xmlns:a16="http://schemas.microsoft.com/office/drawing/2014/main" id="{9F747D4D-6174-6E2A-B849-EF03546BB657}"/>
                </a:ext>
              </a:extLst>
            </p:cNvPr>
            <p:cNvSpPr>
              <a:spLocks noGrp="1"/>
            </p:cNvSpPr>
            <p:nvPr/>
          </p:nvSpPr>
          <p:spPr>
            <a:xfrm>
              <a:off x="1197962" y="4510645"/>
              <a:ext cx="30896" cy="25466"/>
            </a:xfrm>
            <a:custGeom>
              <a:avLst/>
              <a:gdLst/>
              <a:ahLst/>
              <a:cxnLst/>
              <a:rect l="0" t="0" r="0" b="0"/>
              <a:pathLst>
                <a:path w="30896" h="25466">
                  <a:moveTo>
                    <a:pt x="30896" y="0"/>
                  </a:moveTo>
                  <a:lnTo>
                    <a:pt x="0" y="2546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1" name="Input_receptor__1820">
              <a:extLst>
                <a:ext uri="{FF2B5EF4-FFF2-40B4-BE49-F238E27FC236}">
                  <a16:creationId xmlns:a16="http://schemas.microsoft.com/office/drawing/2014/main" id="{7E07B4FF-FDE2-A9BA-193A-EDC0BB88AB1A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59769"/>
              <a:ext cx="27662" cy="39031"/>
            </a:xfrm>
            <a:custGeom>
              <a:avLst/>
              <a:gdLst/>
              <a:ahLst/>
              <a:cxnLst/>
              <a:rect l="0" t="0" r="0" b="0"/>
              <a:pathLst>
                <a:path w="27662" h="39031">
                  <a:moveTo>
                    <a:pt x="0" y="39031"/>
                  </a:moveTo>
                  <a:lnTo>
                    <a:pt x="27662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2" name="Input_receptor__1821">
              <a:extLst>
                <a:ext uri="{FF2B5EF4-FFF2-40B4-BE49-F238E27FC236}">
                  <a16:creationId xmlns:a16="http://schemas.microsoft.com/office/drawing/2014/main" id="{1F2A85DC-418A-CF1A-DC7C-31756F968216}"/>
                </a:ext>
              </a:extLst>
            </p:cNvPr>
            <p:cNvSpPr>
              <a:spLocks noGrp="1"/>
            </p:cNvSpPr>
            <p:nvPr/>
          </p:nvSpPr>
          <p:spPr>
            <a:xfrm>
              <a:off x="1176246" y="4657733"/>
              <a:ext cx="14121" cy="10889"/>
            </a:xfrm>
            <a:custGeom>
              <a:avLst/>
              <a:gdLst/>
              <a:ahLst/>
              <a:cxnLst/>
              <a:rect l="0" t="0" r="0" b="0"/>
              <a:pathLst>
                <a:path w="14121" h="10889">
                  <a:moveTo>
                    <a:pt x="14121" y="0"/>
                  </a:moveTo>
                  <a:lnTo>
                    <a:pt x="0" y="10889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3" name="Input_receptor__1822">
              <a:extLst>
                <a:ext uri="{FF2B5EF4-FFF2-40B4-BE49-F238E27FC236}">
                  <a16:creationId xmlns:a16="http://schemas.microsoft.com/office/drawing/2014/main" id="{14B651F6-2CDE-9E9F-B557-6B040CC8DB81}"/>
                </a:ext>
              </a:extLst>
            </p:cNvPr>
            <p:cNvSpPr>
              <a:spLocks noGrp="1"/>
            </p:cNvSpPr>
            <p:nvPr/>
          </p:nvSpPr>
          <p:spPr>
            <a:xfrm>
              <a:off x="837651" y="4661788"/>
              <a:ext cx="30351" cy="7740"/>
            </a:xfrm>
            <a:custGeom>
              <a:avLst/>
              <a:gdLst/>
              <a:ahLst/>
              <a:cxnLst/>
              <a:rect l="0" t="0" r="0" b="0"/>
              <a:pathLst>
                <a:path w="30351" h="7740">
                  <a:moveTo>
                    <a:pt x="0" y="0"/>
                  </a:moveTo>
                  <a:lnTo>
                    <a:pt x="30351" y="774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4" name="Input_receptor__1823">
              <a:extLst>
                <a:ext uri="{FF2B5EF4-FFF2-40B4-BE49-F238E27FC236}">
                  <a16:creationId xmlns:a16="http://schemas.microsoft.com/office/drawing/2014/main" id="{90536A66-3CC6-8155-9334-242E527ED79E}"/>
                </a:ext>
              </a:extLst>
            </p:cNvPr>
            <p:cNvSpPr>
              <a:spLocks noGrp="1"/>
            </p:cNvSpPr>
            <p:nvPr/>
          </p:nvSpPr>
          <p:spPr>
            <a:xfrm>
              <a:off x="1126454" y="4696242"/>
              <a:ext cx="10555" cy="23610"/>
            </a:xfrm>
            <a:custGeom>
              <a:avLst/>
              <a:gdLst/>
              <a:ahLst/>
              <a:cxnLst/>
              <a:rect l="0" t="0" r="0" b="0"/>
              <a:pathLst>
                <a:path w="10555" h="23610">
                  <a:moveTo>
                    <a:pt x="10555" y="0"/>
                  </a:moveTo>
                  <a:lnTo>
                    <a:pt x="0" y="2361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5" name="Input_receptor__1824">
              <a:extLst>
                <a:ext uri="{FF2B5EF4-FFF2-40B4-BE49-F238E27FC236}">
                  <a16:creationId xmlns:a16="http://schemas.microsoft.com/office/drawing/2014/main" id="{CFDA044D-DE8E-BE2A-5A98-36E75EF4EE6E}"/>
                </a:ext>
              </a:extLst>
            </p:cNvPr>
            <p:cNvSpPr>
              <a:spLocks noGrp="1"/>
            </p:cNvSpPr>
            <p:nvPr/>
          </p:nvSpPr>
          <p:spPr>
            <a:xfrm>
              <a:off x="1306967" y="4602776"/>
              <a:ext cx="39800" cy="12230"/>
            </a:xfrm>
            <a:custGeom>
              <a:avLst/>
              <a:gdLst/>
              <a:ahLst/>
              <a:cxnLst/>
              <a:rect l="0" t="0" r="0" b="0"/>
              <a:pathLst>
                <a:path w="39800" h="12230">
                  <a:moveTo>
                    <a:pt x="39800" y="122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6" name="Input_receptor__1825">
              <a:extLst>
                <a:ext uri="{FF2B5EF4-FFF2-40B4-BE49-F238E27FC236}">
                  <a16:creationId xmlns:a16="http://schemas.microsoft.com/office/drawing/2014/main" id="{DB7D80DE-DEFD-BF63-EB2B-ACC4A09E4502}"/>
                </a:ext>
              </a:extLst>
            </p:cNvPr>
            <p:cNvSpPr>
              <a:spLocks noGrp="1"/>
            </p:cNvSpPr>
            <p:nvPr/>
          </p:nvSpPr>
          <p:spPr>
            <a:xfrm>
              <a:off x="1486447" y="4159769"/>
              <a:ext cx="39840" cy="27270"/>
            </a:xfrm>
            <a:custGeom>
              <a:avLst/>
              <a:gdLst/>
              <a:ahLst/>
              <a:cxnLst/>
              <a:rect l="0" t="0" r="0" b="0"/>
              <a:pathLst>
                <a:path w="39840" h="27270">
                  <a:moveTo>
                    <a:pt x="0" y="0"/>
                  </a:moveTo>
                  <a:lnTo>
                    <a:pt x="39840" y="2727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7" name="Input_receptor__1826">
              <a:extLst>
                <a:ext uri="{FF2B5EF4-FFF2-40B4-BE49-F238E27FC236}">
                  <a16:creationId xmlns:a16="http://schemas.microsoft.com/office/drawing/2014/main" id="{3BD28A71-D414-C6FF-EF25-A5C8DF3A3BF6}"/>
                </a:ext>
              </a:extLst>
            </p:cNvPr>
            <p:cNvSpPr>
              <a:spLocks noGrp="1"/>
            </p:cNvSpPr>
            <p:nvPr/>
          </p:nvSpPr>
          <p:spPr>
            <a:xfrm>
              <a:off x="1015269" y="4491752"/>
              <a:ext cx="45437" cy="2325"/>
            </a:xfrm>
            <a:custGeom>
              <a:avLst/>
              <a:gdLst/>
              <a:ahLst/>
              <a:cxnLst/>
              <a:rect l="0" t="0" r="0" b="0"/>
              <a:pathLst>
                <a:path w="45437" h="2325">
                  <a:moveTo>
                    <a:pt x="45437" y="2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8" name="Input_receptor__1827">
              <a:extLst>
                <a:ext uri="{FF2B5EF4-FFF2-40B4-BE49-F238E27FC236}">
                  <a16:creationId xmlns:a16="http://schemas.microsoft.com/office/drawing/2014/main" id="{5EFCED0B-8086-7140-50B8-E235C3142B66}"/>
                </a:ext>
              </a:extLst>
            </p:cNvPr>
            <p:cNvSpPr>
              <a:spLocks noGrp="1"/>
            </p:cNvSpPr>
            <p:nvPr/>
          </p:nvSpPr>
          <p:spPr>
            <a:xfrm>
              <a:off x="1153242" y="4536111"/>
              <a:ext cx="44720" cy="6716"/>
            </a:xfrm>
            <a:custGeom>
              <a:avLst/>
              <a:gdLst/>
              <a:ahLst/>
              <a:cxnLst/>
              <a:rect l="0" t="0" r="0" b="0"/>
              <a:pathLst>
                <a:path w="44720" h="6716">
                  <a:moveTo>
                    <a:pt x="44720" y="0"/>
                  </a:moveTo>
                  <a:lnTo>
                    <a:pt x="0" y="6716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29" name="Input_receptor__1828">
              <a:extLst>
                <a:ext uri="{FF2B5EF4-FFF2-40B4-BE49-F238E27FC236}">
                  <a16:creationId xmlns:a16="http://schemas.microsoft.com/office/drawing/2014/main" id="{976C3D9B-95A9-B031-4E5C-C364D426BB96}"/>
                </a:ext>
              </a:extLst>
            </p:cNvPr>
            <p:cNvSpPr>
              <a:spLocks noGrp="1"/>
            </p:cNvSpPr>
            <p:nvPr/>
          </p:nvSpPr>
          <p:spPr>
            <a:xfrm>
              <a:off x="839474" y="4534711"/>
              <a:ext cx="29058" cy="8846"/>
            </a:xfrm>
            <a:custGeom>
              <a:avLst/>
              <a:gdLst/>
              <a:ahLst/>
              <a:cxnLst/>
              <a:rect l="0" t="0" r="0" b="0"/>
              <a:pathLst>
                <a:path w="29058" h="8846">
                  <a:moveTo>
                    <a:pt x="29058" y="0"/>
                  </a:moveTo>
                  <a:lnTo>
                    <a:pt x="0" y="8846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30" name="Input_receptor__1829">
              <a:extLst>
                <a:ext uri="{FF2B5EF4-FFF2-40B4-BE49-F238E27FC236}">
                  <a16:creationId xmlns:a16="http://schemas.microsoft.com/office/drawing/2014/main" id="{6D20C5D0-E18F-65FE-B8E6-FEAEEBD1D8E2}"/>
                </a:ext>
              </a:extLst>
            </p:cNvPr>
            <p:cNvSpPr>
              <a:spLocks noGrp="1"/>
            </p:cNvSpPr>
            <p:nvPr/>
          </p:nvSpPr>
          <p:spPr>
            <a:xfrm>
              <a:off x="1147713" y="4599036"/>
              <a:ext cx="26826" cy="17452"/>
            </a:xfrm>
            <a:custGeom>
              <a:avLst/>
              <a:gdLst/>
              <a:ahLst/>
              <a:cxnLst/>
              <a:rect l="0" t="0" r="0" b="0"/>
              <a:pathLst>
                <a:path w="26826" h="17452">
                  <a:moveTo>
                    <a:pt x="26826" y="0"/>
                  </a:moveTo>
                  <a:lnTo>
                    <a:pt x="0" y="17452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31" name="Input_receptor__1830">
              <a:extLst>
                <a:ext uri="{FF2B5EF4-FFF2-40B4-BE49-F238E27FC236}">
                  <a16:creationId xmlns:a16="http://schemas.microsoft.com/office/drawing/2014/main" id="{95467CD1-0271-B706-82D8-DA0FA7142130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38220"/>
              <a:ext cx="1097" cy="3547"/>
            </a:xfrm>
            <a:custGeom>
              <a:avLst/>
              <a:gdLst/>
              <a:ahLst/>
              <a:cxnLst/>
              <a:rect l="0" t="0" r="0" b="0"/>
              <a:pathLst>
                <a:path w="1097" h="3547">
                  <a:moveTo>
                    <a:pt x="1097" y="35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3BE"/>
              </a:solidFill>
            </a:ln>
          </p:spPr>
        </p:sp>
        <p:sp>
          <p:nvSpPr>
            <p:cNvPr id="1832" name="Input_receptor__1831">
              <a:extLst>
                <a:ext uri="{FF2B5EF4-FFF2-40B4-BE49-F238E27FC236}">
                  <a16:creationId xmlns:a16="http://schemas.microsoft.com/office/drawing/2014/main" id="{2B377A07-0565-5B8A-0B0C-1F29C5D8CD33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18739"/>
              <a:ext cx="1395" cy="22109"/>
            </a:xfrm>
            <a:custGeom>
              <a:avLst/>
              <a:gdLst/>
              <a:ahLst/>
              <a:cxnLst/>
              <a:rect l="0" t="0" r="0" b="0"/>
              <a:pathLst>
                <a:path w="1395" h="22109">
                  <a:moveTo>
                    <a:pt x="1395" y="0"/>
                  </a:moveTo>
                  <a:lnTo>
                    <a:pt x="0" y="22109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3" name="Input_receptor__1832">
              <a:extLst>
                <a:ext uri="{FF2B5EF4-FFF2-40B4-BE49-F238E27FC236}">
                  <a16:creationId xmlns:a16="http://schemas.microsoft.com/office/drawing/2014/main" id="{40AFCC4E-E03C-ABC5-33EA-52B8F8E299FE}"/>
                </a:ext>
              </a:extLst>
            </p:cNvPr>
            <p:cNvSpPr>
              <a:spLocks noGrp="1"/>
            </p:cNvSpPr>
            <p:nvPr/>
          </p:nvSpPr>
          <p:spPr>
            <a:xfrm>
              <a:off x="1436107" y="4270916"/>
              <a:ext cx="21573" cy="13179"/>
            </a:xfrm>
            <a:custGeom>
              <a:avLst/>
              <a:gdLst/>
              <a:ahLst/>
              <a:cxnLst/>
              <a:rect l="0" t="0" r="0" b="0"/>
              <a:pathLst>
                <a:path w="21573" h="13179">
                  <a:moveTo>
                    <a:pt x="21573" y="0"/>
                  </a:moveTo>
                  <a:lnTo>
                    <a:pt x="0" y="13179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4" name="Input_receptor__1833">
              <a:extLst>
                <a:ext uri="{FF2B5EF4-FFF2-40B4-BE49-F238E27FC236}">
                  <a16:creationId xmlns:a16="http://schemas.microsoft.com/office/drawing/2014/main" id="{F745C247-BFC4-D853-B33C-576A523BF408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70661"/>
              <a:ext cx="876" cy="22694"/>
            </a:xfrm>
            <a:custGeom>
              <a:avLst/>
              <a:gdLst/>
              <a:ahLst/>
              <a:cxnLst/>
              <a:rect l="0" t="0" r="0" b="0"/>
              <a:pathLst>
                <a:path w="876" h="22694">
                  <a:moveTo>
                    <a:pt x="876" y="0"/>
                  </a:moveTo>
                  <a:lnTo>
                    <a:pt x="0" y="22694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5" name="Input_receptor__1834">
              <a:extLst>
                <a:ext uri="{FF2B5EF4-FFF2-40B4-BE49-F238E27FC236}">
                  <a16:creationId xmlns:a16="http://schemas.microsoft.com/office/drawing/2014/main" id="{00B2D5C5-8067-3D95-E258-3449A8DC7890}"/>
                </a:ext>
              </a:extLst>
            </p:cNvPr>
            <p:cNvSpPr>
              <a:spLocks noGrp="1"/>
            </p:cNvSpPr>
            <p:nvPr/>
          </p:nvSpPr>
          <p:spPr>
            <a:xfrm>
              <a:off x="1295684" y="4468775"/>
              <a:ext cx="26591" cy="702"/>
            </a:xfrm>
            <a:custGeom>
              <a:avLst/>
              <a:gdLst/>
              <a:ahLst/>
              <a:cxnLst/>
              <a:rect l="0" t="0" r="0" b="0"/>
              <a:pathLst>
                <a:path w="26591" h="702">
                  <a:moveTo>
                    <a:pt x="26591" y="7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6" name="Input_receptor__1835">
              <a:extLst>
                <a:ext uri="{FF2B5EF4-FFF2-40B4-BE49-F238E27FC236}">
                  <a16:creationId xmlns:a16="http://schemas.microsoft.com/office/drawing/2014/main" id="{C99D0211-76B7-E037-4D36-2ACE2B34FC87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398800"/>
              <a:ext cx="21130" cy="35222"/>
            </a:xfrm>
            <a:custGeom>
              <a:avLst/>
              <a:gdLst/>
              <a:ahLst/>
              <a:cxnLst/>
              <a:rect l="0" t="0" r="0" b="0"/>
              <a:pathLst>
                <a:path w="21130" h="35222">
                  <a:moveTo>
                    <a:pt x="0" y="35222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7" name="Input_receptor__1836">
              <a:extLst>
                <a:ext uri="{FF2B5EF4-FFF2-40B4-BE49-F238E27FC236}">
                  <a16:creationId xmlns:a16="http://schemas.microsoft.com/office/drawing/2014/main" id="{8BC01194-6EDD-38E5-7E9D-A6AA9F304329}"/>
                </a:ext>
              </a:extLst>
            </p:cNvPr>
            <p:cNvSpPr>
              <a:spLocks noGrp="1"/>
            </p:cNvSpPr>
            <p:nvPr/>
          </p:nvSpPr>
          <p:spPr>
            <a:xfrm>
              <a:off x="1397475" y="4399546"/>
              <a:ext cx="11669" cy="19679"/>
            </a:xfrm>
            <a:custGeom>
              <a:avLst/>
              <a:gdLst/>
              <a:ahLst/>
              <a:cxnLst/>
              <a:rect l="0" t="0" r="0" b="0"/>
              <a:pathLst>
                <a:path w="11669" h="19679">
                  <a:moveTo>
                    <a:pt x="0" y="19679"/>
                  </a:moveTo>
                  <a:lnTo>
                    <a:pt x="11669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8" name="Input_receptor__1837">
              <a:extLst>
                <a:ext uri="{FF2B5EF4-FFF2-40B4-BE49-F238E27FC236}">
                  <a16:creationId xmlns:a16="http://schemas.microsoft.com/office/drawing/2014/main" id="{C013781C-29E4-ADDB-0F14-894B447B5421}"/>
                </a:ext>
              </a:extLst>
            </p:cNvPr>
            <p:cNvSpPr>
              <a:spLocks noGrp="1"/>
            </p:cNvSpPr>
            <p:nvPr/>
          </p:nvSpPr>
          <p:spPr>
            <a:xfrm>
              <a:off x="1060706" y="4494077"/>
              <a:ext cx="35310" cy="2934"/>
            </a:xfrm>
            <a:custGeom>
              <a:avLst/>
              <a:gdLst/>
              <a:ahLst/>
              <a:cxnLst/>
              <a:rect l="0" t="0" r="0" b="0"/>
              <a:pathLst>
                <a:path w="35310" h="2934">
                  <a:moveTo>
                    <a:pt x="35310" y="29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9" name="Input_receptor__1838">
              <a:extLst>
                <a:ext uri="{FF2B5EF4-FFF2-40B4-BE49-F238E27FC236}">
                  <a16:creationId xmlns:a16="http://schemas.microsoft.com/office/drawing/2014/main" id="{EA8243EE-EDF2-3D0D-850A-EA769235F390}"/>
                </a:ext>
              </a:extLst>
            </p:cNvPr>
            <p:cNvSpPr>
              <a:spLocks noGrp="1"/>
            </p:cNvSpPr>
            <p:nvPr/>
          </p:nvSpPr>
          <p:spPr>
            <a:xfrm>
              <a:off x="1122394" y="4542827"/>
              <a:ext cx="30847" cy="13957"/>
            </a:xfrm>
            <a:custGeom>
              <a:avLst/>
              <a:gdLst/>
              <a:ahLst/>
              <a:cxnLst/>
              <a:rect l="0" t="0" r="0" b="0"/>
              <a:pathLst>
                <a:path w="30847" h="13957">
                  <a:moveTo>
                    <a:pt x="30847" y="0"/>
                  </a:moveTo>
                  <a:lnTo>
                    <a:pt x="0" y="13957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0" name="Input_receptor__1839">
              <a:extLst>
                <a:ext uri="{FF2B5EF4-FFF2-40B4-BE49-F238E27FC236}">
                  <a16:creationId xmlns:a16="http://schemas.microsoft.com/office/drawing/2014/main" id="{A785F1D5-60F0-40EF-20A6-7116CF2567A2}"/>
                </a:ext>
              </a:extLst>
            </p:cNvPr>
            <p:cNvSpPr>
              <a:spLocks noGrp="1"/>
            </p:cNvSpPr>
            <p:nvPr/>
          </p:nvSpPr>
          <p:spPr>
            <a:xfrm>
              <a:off x="626958" y="4539154"/>
              <a:ext cx="41399" cy="23603"/>
            </a:xfrm>
            <a:custGeom>
              <a:avLst/>
              <a:gdLst/>
              <a:ahLst/>
              <a:cxnLst/>
              <a:rect l="0" t="0" r="0" b="0"/>
              <a:pathLst>
                <a:path w="41399" h="23603">
                  <a:moveTo>
                    <a:pt x="41399" y="0"/>
                  </a:moveTo>
                  <a:lnTo>
                    <a:pt x="0" y="23603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1" name="Input_receptor__1840">
              <a:extLst>
                <a:ext uri="{FF2B5EF4-FFF2-40B4-BE49-F238E27FC236}">
                  <a16:creationId xmlns:a16="http://schemas.microsoft.com/office/drawing/2014/main" id="{AD1FAC10-A896-21ED-683B-638FF24DEF5D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98799"/>
              <a:ext cx="19031" cy="24947"/>
            </a:xfrm>
            <a:custGeom>
              <a:avLst/>
              <a:gdLst/>
              <a:ahLst/>
              <a:cxnLst/>
              <a:rect l="0" t="0" r="0" b="0"/>
              <a:pathLst>
                <a:path w="19031" h="24947">
                  <a:moveTo>
                    <a:pt x="19031" y="249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2" name="Input_receptor__1841">
              <a:extLst>
                <a:ext uri="{FF2B5EF4-FFF2-40B4-BE49-F238E27FC236}">
                  <a16:creationId xmlns:a16="http://schemas.microsoft.com/office/drawing/2014/main" id="{6E831A2C-0D06-A838-FBDD-54A020C8250E}"/>
                </a:ext>
              </a:extLst>
            </p:cNvPr>
            <p:cNvSpPr>
              <a:spLocks noGrp="1"/>
            </p:cNvSpPr>
            <p:nvPr/>
          </p:nvSpPr>
          <p:spPr>
            <a:xfrm>
              <a:off x="1487512" y="4395147"/>
              <a:ext cx="32897" cy="3653"/>
            </a:xfrm>
            <a:custGeom>
              <a:avLst/>
              <a:gdLst/>
              <a:ahLst/>
              <a:cxnLst/>
              <a:rect l="0" t="0" r="0" b="0"/>
              <a:pathLst>
                <a:path w="32897" h="3653">
                  <a:moveTo>
                    <a:pt x="0" y="3653"/>
                  </a:moveTo>
                  <a:lnTo>
                    <a:pt x="32897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3" name="Input_receptor__1842">
              <a:extLst>
                <a:ext uri="{FF2B5EF4-FFF2-40B4-BE49-F238E27FC236}">
                  <a16:creationId xmlns:a16="http://schemas.microsoft.com/office/drawing/2014/main" id="{39D2B9C5-7B96-E860-6BFE-B4C628D466AE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850"/>
              <a:ext cx="259" cy="48304"/>
            </a:xfrm>
            <a:custGeom>
              <a:avLst/>
              <a:gdLst/>
              <a:ahLst/>
              <a:cxnLst/>
              <a:rect l="0" t="0" r="0" b="0"/>
              <a:pathLst>
                <a:path w="259" h="48304">
                  <a:moveTo>
                    <a:pt x="0" y="0"/>
                  </a:moveTo>
                  <a:lnTo>
                    <a:pt x="259" y="48304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4" name="Input_receptor__1843">
              <a:extLst>
                <a:ext uri="{FF2B5EF4-FFF2-40B4-BE49-F238E27FC236}">
                  <a16:creationId xmlns:a16="http://schemas.microsoft.com/office/drawing/2014/main" id="{065EF806-A20E-45A6-C493-240FEE7CD1DD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309463"/>
              <a:ext cx="43103" cy="14390"/>
            </a:xfrm>
            <a:custGeom>
              <a:avLst/>
              <a:gdLst/>
              <a:ahLst/>
              <a:cxnLst/>
              <a:rect l="0" t="0" r="0" b="0"/>
              <a:pathLst>
                <a:path w="43103" h="14390">
                  <a:moveTo>
                    <a:pt x="43103" y="14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5" name="Input_receptor__1844">
              <a:extLst>
                <a:ext uri="{FF2B5EF4-FFF2-40B4-BE49-F238E27FC236}">
                  <a16:creationId xmlns:a16="http://schemas.microsoft.com/office/drawing/2014/main" id="{61F178F6-66BC-7A7A-5989-80DCE039CC52}"/>
                </a:ext>
              </a:extLst>
            </p:cNvPr>
            <p:cNvSpPr>
              <a:spLocks noGrp="1"/>
            </p:cNvSpPr>
            <p:nvPr/>
          </p:nvSpPr>
          <p:spPr>
            <a:xfrm>
              <a:off x="791630" y="4661788"/>
              <a:ext cx="46021" cy="12818"/>
            </a:xfrm>
            <a:custGeom>
              <a:avLst/>
              <a:gdLst/>
              <a:ahLst/>
              <a:cxnLst/>
              <a:rect l="0" t="0" r="0" b="0"/>
              <a:pathLst>
                <a:path w="46021" h="12818">
                  <a:moveTo>
                    <a:pt x="0" y="12818"/>
                  </a:moveTo>
                  <a:lnTo>
                    <a:pt x="46021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6" name="Input_receptor__1845">
              <a:extLst>
                <a:ext uri="{FF2B5EF4-FFF2-40B4-BE49-F238E27FC236}">
                  <a16:creationId xmlns:a16="http://schemas.microsoft.com/office/drawing/2014/main" id="{C4DEDBA0-518D-C230-CAD0-CFA102123E35}"/>
                </a:ext>
              </a:extLst>
            </p:cNvPr>
            <p:cNvSpPr>
              <a:spLocks noGrp="1"/>
            </p:cNvSpPr>
            <p:nvPr/>
          </p:nvSpPr>
          <p:spPr>
            <a:xfrm>
              <a:off x="1106782" y="4616488"/>
              <a:ext cx="40931" cy="21830"/>
            </a:xfrm>
            <a:custGeom>
              <a:avLst/>
              <a:gdLst/>
              <a:ahLst/>
              <a:cxnLst/>
              <a:rect l="0" t="0" r="0" b="0"/>
              <a:pathLst>
                <a:path w="40931" h="21830">
                  <a:moveTo>
                    <a:pt x="40931" y="0"/>
                  </a:moveTo>
                  <a:lnTo>
                    <a:pt x="0" y="2183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7" name="Input_receptor__1846">
              <a:extLst>
                <a:ext uri="{FF2B5EF4-FFF2-40B4-BE49-F238E27FC236}">
                  <a16:creationId xmlns:a16="http://schemas.microsoft.com/office/drawing/2014/main" id="{69DE6244-D39C-5EB0-A138-445A5E78D38D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13023" cy="7826"/>
            </a:xfrm>
            <a:custGeom>
              <a:avLst/>
              <a:gdLst/>
              <a:ahLst/>
              <a:cxnLst/>
              <a:rect l="0" t="0" r="0" b="0"/>
              <a:pathLst>
                <a:path w="13023" h="7826">
                  <a:moveTo>
                    <a:pt x="13023" y="78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F"/>
              </a:solidFill>
            </a:ln>
          </p:spPr>
        </p:sp>
        <p:sp>
          <p:nvSpPr>
            <p:cNvPr id="1848" name="Input_receptor__1847">
              <a:extLst>
                <a:ext uri="{FF2B5EF4-FFF2-40B4-BE49-F238E27FC236}">
                  <a16:creationId xmlns:a16="http://schemas.microsoft.com/office/drawing/2014/main" id="{99161A9F-97E8-B60C-A279-D90E5501D849}"/>
                </a:ext>
              </a:extLst>
            </p:cNvPr>
            <p:cNvSpPr>
              <a:spLocks noGrp="1"/>
            </p:cNvSpPr>
            <p:nvPr/>
          </p:nvSpPr>
          <p:spPr>
            <a:xfrm>
              <a:off x="884778" y="4678248"/>
              <a:ext cx="20944" cy="40491"/>
            </a:xfrm>
            <a:custGeom>
              <a:avLst/>
              <a:gdLst/>
              <a:ahLst/>
              <a:cxnLst/>
              <a:rect l="0" t="0" r="0" b="0"/>
              <a:pathLst>
                <a:path w="20944" h="40491">
                  <a:moveTo>
                    <a:pt x="20944" y="0"/>
                  </a:moveTo>
                  <a:lnTo>
                    <a:pt x="0" y="40491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49" name="Input_receptor__1848">
              <a:extLst>
                <a:ext uri="{FF2B5EF4-FFF2-40B4-BE49-F238E27FC236}">
                  <a16:creationId xmlns:a16="http://schemas.microsoft.com/office/drawing/2014/main" id="{563B3504-5FA1-8095-907D-27B0915FCFC8}"/>
                </a:ext>
              </a:extLst>
            </p:cNvPr>
            <p:cNvSpPr>
              <a:spLocks noGrp="1"/>
            </p:cNvSpPr>
            <p:nvPr/>
          </p:nvSpPr>
          <p:spPr>
            <a:xfrm>
              <a:off x="1096016" y="4483286"/>
              <a:ext cx="42662" cy="13725"/>
            </a:xfrm>
            <a:custGeom>
              <a:avLst/>
              <a:gdLst/>
              <a:ahLst/>
              <a:cxnLst/>
              <a:rect l="0" t="0" r="0" b="0"/>
              <a:pathLst>
                <a:path w="42662" h="13725">
                  <a:moveTo>
                    <a:pt x="42662" y="0"/>
                  </a:moveTo>
                  <a:lnTo>
                    <a:pt x="0" y="13725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50" name="Input_receptor__1849">
              <a:extLst>
                <a:ext uri="{FF2B5EF4-FFF2-40B4-BE49-F238E27FC236}">
                  <a16:creationId xmlns:a16="http://schemas.microsoft.com/office/drawing/2014/main" id="{DE3BA701-885B-BFA3-51A2-9908CB77D398}"/>
                </a:ext>
              </a:extLst>
            </p:cNvPr>
            <p:cNvSpPr>
              <a:spLocks noGrp="1"/>
            </p:cNvSpPr>
            <p:nvPr/>
          </p:nvSpPr>
          <p:spPr>
            <a:xfrm>
              <a:off x="800718" y="4515181"/>
              <a:ext cx="38755" cy="28376"/>
            </a:xfrm>
            <a:custGeom>
              <a:avLst/>
              <a:gdLst/>
              <a:ahLst/>
              <a:cxnLst/>
              <a:rect l="0" t="0" r="0" b="0"/>
              <a:pathLst>
                <a:path w="38755" h="28376">
                  <a:moveTo>
                    <a:pt x="38755" y="283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1" name="Input_receptor__1850">
              <a:extLst>
                <a:ext uri="{FF2B5EF4-FFF2-40B4-BE49-F238E27FC236}">
                  <a16:creationId xmlns:a16="http://schemas.microsoft.com/office/drawing/2014/main" id="{5D565411-101A-47CE-2AFB-A8AB1DAA5D5C}"/>
                </a:ext>
              </a:extLst>
            </p:cNvPr>
            <p:cNvSpPr>
              <a:spLocks noGrp="1"/>
            </p:cNvSpPr>
            <p:nvPr/>
          </p:nvSpPr>
          <p:spPr>
            <a:xfrm>
              <a:off x="1083559" y="4556784"/>
              <a:ext cx="38835" cy="21955"/>
            </a:xfrm>
            <a:custGeom>
              <a:avLst/>
              <a:gdLst/>
              <a:ahLst/>
              <a:cxnLst/>
              <a:rect l="0" t="0" r="0" b="0"/>
              <a:pathLst>
                <a:path w="38835" h="21955">
                  <a:moveTo>
                    <a:pt x="38835" y="0"/>
                  </a:moveTo>
                  <a:lnTo>
                    <a:pt x="0" y="21955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2" name="Input_receptor__1851">
              <a:extLst>
                <a:ext uri="{FF2B5EF4-FFF2-40B4-BE49-F238E27FC236}">
                  <a16:creationId xmlns:a16="http://schemas.microsoft.com/office/drawing/2014/main" id="{E9995FAC-C154-3BC4-B9ED-DDE4A8FB9E9A}"/>
                </a:ext>
              </a:extLst>
            </p:cNvPr>
            <p:cNvSpPr>
              <a:spLocks noGrp="1"/>
            </p:cNvSpPr>
            <p:nvPr/>
          </p:nvSpPr>
          <p:spPr>
            <a:xfrm>
              <a:off x="1137009" y="4668623"/>
              <a:ext cx="39237" cy="27620"/>
            </a:xfrm>
            <a:custGeom>
              <a:avLst/>
              <a:gdLst/>
              <a:ahLst/>
              <a:cxnLst/>
              <a:rect l="0" t="0" r="0" b="0"/>
              <a:pathLst>
                <a:path w="39237" h="27620">
                  <a:moveTo>
                    <a:pt x="39237" y="0"/>
                  </a:moveTo>
                  <a:lnTo>
                    <a:pt x="0" y="2762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3" name="Input_receptor__1852">
              <a:extLst>
                <a:ext uri="{FF2B5EF4-FFF2-40B4-BE49-F238E27FC236}">
                  <a16:creationId xmlns:a16="http://schemas.microsoft.com/office/drawing/2014/main" id="{D0DE8A12-7CE1-DC0D-8D6B-0FCDA3955682}"/>
                </a:ext>
              </a:extLst>
            </p:cNvPr>
            <p:cNvSpPr>
              <a:spLocks noGrp="1"/>
            </p:cNvSpPr>
            <p:nvPr/>
          </p:nvSpPr>
          <p:spPr>
            <a:xfrm>
              <a:off x="1091465" y="4427029"/>
              <a:ext cx="45711" cy="4319"/>
            </a:xfrm>
            <a:custGeom>
              <a:avLst/>
              <a:gdLst/>
              <a:ahLst/>
              <a:cxnLst/>
              <a:rect l="0" t="0" r="0" b="0"/>
              <a:pathLst>
                <a:path w="45711" h="4319">
                  <a:moveTo>
                    <a:pt x="0" y="0"/>
                  </a:moveTo>
                  <a:lnTo>
                    <a:pt x="45711" y="431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4" name="Input_receptor__1853">
              <a:extLst>
                <a:ext uri="{FF2B5EF4-FFF2-40B4-BE49-F238E27FC236}">
                  <a16:creationId xmlns:a16="http://schemas.microsoft.com/office/drawing/2014/main" id="{9375149A-A15C-BD63-DC6F-26DFE0D0EE5D}"/>
                </a:ext>
              </a:extLst>
            </p:cNvPr>
            <p:cNvSpPr>
              <a:spLocks noGrp="1"/>
            </p:cNvSpPr>
            <p:nvPr/>
          </p:nvSpPr>
          <p:spPr>
            <a:xfrm>
              <a:off x="1270262" y="4755402"/>
              <a:ext cx="4385" cy="41218"/>
            </a:xfrm>
            <a:custGeom>
              <a:avLst/>
              <a:gdLst/>
              <a:ahLst/>
              <a:cxnLst/>
              <a:rect l="0" t="0" r="0" b="0"/>
              <a:pathLst>
                <a:path w="4385" h="41218">
                  <a:moveTo>
                    <a:pt x="0" y="0"/>
                  </a:moveTo>
                  <a:lnTo>
                    <a:pt x="4385" y="41218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5" name="Input_receptor__1854">
              <a:extLst>
                <a:ext uri="{FF2B5EF4-FFF2-40B4-BE49-F238E27FC236}">
                  <a16:creationId xmlns:a16="http://schemas.microsoft.com/office/drawing/2014/main" id="{0F21E875-532D-C5C4-AB79-13A5C5B246FF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604102"/>
              <a:ext cx="9671" cy="39147"/>
            </a:xfrm>
            <a:custGeom>
              <a:avLst/>
              <a:gdLst/>
              <a:ahLst/>
              <a:cxnLst/>
              <a:rect l="0" t="0" r="0" b="0"/>
              <a:pathLst>
                <a:path w="9671" h="39147">
                  <a:moveTo>
                    <a:pt x="0" y="0"/>
                  </a:moveTo>
                  <a:lnTo>
                    <a:pt x="9671" y="39147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6" name="Input_receptor__1855">
              <a:extLst>
                <a:ext uri="{FF2B5EF4-FFF2-40B4-BE49-F238E27FC236}">
                  <a16:creationId xmlns:a16="http://schemas.microsoft.com/office/drawing/2014/main" id="{C6666C49-22B8-8829-630B-D4435A0FAAED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284095"/>
              <a:ext cx="39455" cy="26594"/>
            </a:xfrm>
            <a:custGeom>
              <a:avLst/>
              <a:gdLst/>
              <a:ahLst/>
              <a:cxnLst/>
              <a:rect l="0" t="0" r="0" b="0"/>
              <a:pathLst>
                <a:path w="39455" h="26594">
                  <a:moveTo>
                    <a:pt x="39455" y="0"/>
                  </a:moveTo>
                  <a:lnTo>
                    <a:pt x="0" y="26594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7" name="Input_receptor__1856">
              <a:extLst>
                <a:ext uri="{FF2B5EF4-FFF2-40B4-BE49-F238E27FC236}">
                  <a16:creationId xmlns:a16="http://schemas.microsoft.com/office/drawing/2014/main" id="{0122D11F-05C5-B9CB-0527-22EE1BC681B7}"/>
                </a:ext>
              </a:extLst>
            </p:cNvPr>
            <p:cNvSpPr>
              <a:spLocks noGrp="1"/>
            </p:cNvSpPr>
            <p:nvPr/>
          </p:nvSpPr>
          <p:spPr>
            <a:xfrm>
              <a:off x="758721" y="4646751"/>
              <a:ext cx="32909" cy="27856"/>
            </a:xfrm>
            <a:custGeom>
              <a:avLst/>
              <a:gdLst/>
              <a:ahLst/>
              <a:cxnLst/>
              <a:rect l="0" t="0" r="0" b="0"/>
              <a:pathLst>
                <a:path w="32909" h="27856">
                  <a:moveTo>
                    <a:pt x="0" y="0"/>
                  </a:moveTo>
                  <a:lnTo>
                    <a:pt x="32909" y="2785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8" name="Input_receptor__1857">
              <a:extLst>
                <a:ext uri="{FF2B5EF4-FFF2-40B4-BE49-F238E27FC236}">
                  <a16:creationId xmlns:a16="http://schemas.microsoft.com/office/drawing/2014/main" id="{441E53CB-4FA0-51DF-87C3-AA478CCD0886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562756"/>
              <a:ext cx="6725" cy="41345"/>
            </a:xfrm>
            <a:custGeom>
              <a:avLst/>
              <a:gdLst/>
              <a:ahLst/>
              <a:cxnLst/>
              <a:rect l="0" t="0" r="0" b="0"/>
              <a:pathLst>
                <a:path w="6725" h="41345">
                  <a:moveTo>
                    <a:pt x="6725" y="0"/>
                  </a:moveTo>
                  <a:lnTo>
                    <a:pt x="0" y="41345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9" name="Input_receptor__1858">
              <a:extLst>
                <a:ext uri="{FF2B5EF4-FFF2-40B4-BE49-F238E27FC236}">
                  <a16:creationId xmlns:a16="http://schemas.microsoft.com/office/drawing/2014/main" id="{B1723B35-FC8B-7F8C-F65D-E2EE3180C5CA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07" cy="39971"/>
            </a:xfrm>
            <a:custGeom>
              <a:avLst/>
              <a:gdLst/>
              <a:ahLst/>
              <a:cxnLst/>
              <a:rect l="0" t="0" r="0" b="0"/>
              <a:pathLst>
                <a:path w="2507" h="39971">
                  <a:moveTo>
                    <a:pt x="0" y="0"/>
                  </a:moveTo>
                  <a:lnTo>
                    <a:pt x="2507" y="39971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0" name="Input_receptor__1859">
              <a:extLst>
                <a:ext uri="{FF2B5EF4-FFF2-40B4-BE49-F238E27FC236}">
                  <a16:creationId xmlns:a16="http://schemas.microsoft.com/office/drawing/2014/main" id="{F52B2653-15A8-0738-803B-E1BBA86FA66E}"/>
                </a:ext>
              </a:extLst>
            </p:cNvPr>
            <p:cNvSpPr>
              <a:spLocks noGrp="1"/>
            </p:cNvSpPr>
            <p:nvPr/>
          </p:nvSpPr>
          <p:spPr>
            <a:xfrm>
              <a:off x="1138679" y="4483286"/>
              <a:ext cx="40258" cy="2217"/>
            </a:xfrm>
            <a:custGeom>
              <a:avLst/>
              <a:gdLst/>
              <a:ahLst/>
              <a:cxnLst/>
              <a:rect l="0" t="0" r="0" b="0"/>
              <a:pathLst>
                <a:path w="40258" h="2217">
                  <a:moveTo>
                    <a:pt x="40258" y="2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1" name="Input_receptor__1860">
              <a:extLst>
                <a:ext uri="{FF2B5EF4-FFF2-40B4-BE49-F238E27FC236}">
                  <a16:creationId xmlns:a16="http://schemas.microsoft.com/office/drawing/2014/main" id="{84E98411-9E70-C350-6030-D74CED533DA3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813011"/>
              <a:ext cx="25032" cy="30257"/>
            </a:xfrm>
            <a:custGeom>
              <a:avLst/>
              <a:gdLst/>
              <a:ahLst/>
              <a:cxnLst/>
              <a:rect l="0" t="0" r="0" b="0"/>
              <a:pathLst>
                <a:path w="25032" h="30257">
                  <a:moveTo>
                    <a:pt x="0" y="0"/>
                  </a:moveTo>
                  <a:lnTo>
                    <a:pt x="25032" y="30257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2" name="Input_receptor__1861">
              <a:extLst>
                <a:ext uri="{FF2B5EF4-FFF2-40B4-BE49-F238E27FC236}">
                  <a16:creationId xmlns:a16="http://schemas.microsoft.com/office/drawing/2014/main" id="{8B41E218-19DF-391C-72E7-96F78B97A007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261732"/>
              <a:ext cx="4714" cy="47731"/>
            </a:xfrm>
            <a:custGeom>
              <a:avLst/>
              <a:gdLst/>
              <a:ahLst/>
              <a:cxnLst/>
              <a:rect l="0" t="0" r="0" b="0"/>
              <a:pathLst>
                <a:path w="4714" h="47731">
                  <a:moveTo>
                    <a:pt x="0" y="47731"/>
                  </a:moveTo>
                  <a:lnTo>
                    <a:pt x="471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3" name="Input_receptor__1862">
              <a:extLst>
                <a:ext uri="{FF2B5EF4-FFF2-40B4-BE49-F238E27FC236}">
                  <a16:creationId xmlns:a16="http://schemas.microsoft.com/office/drawing/2014/main" id="{061080D6-2E48-6F05-9039-A0ED145A449B}"/>
                </a:ext>
              </a:extLst>
            </p:cNvPr>
            <p:cNvSpPr>
              <a:spLocks noGrp="1"/>
            </p:cNvSpPr>
            <p:nvPr/>
          </p:nvSpPr>
          <p:spPr>
            <a:xfrm>
              <a:off x="1176203" y="4725043"/>
              <a:ext cx="36743" cy="26483"/>
            </a:xfrm>
            <a:custGeom>
              <a:avLst/>
              <a:gdLst/>
              <a:ahLst/>
              <a:cxnLst/>
              <a:rect l="0" t="0" r="0" b="0"/>
              <a:pathLst>
                <a:path w="36743" h="26483">
                  <a:moveTo>
                    <a:pt x="36743" y="0"/>
                  </a:moveTo>
                  <a:lnTo>
                    <a:pt x="0" y="26483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4" name="Input_receptor__1863">
              <a:extLst>
                <a:ext uri="{FF2B5EF4-FFF2-40B4-BE49-F238E27FC236}">
                  <a16:creationId xmlns:a16="http://schemas.microsoft.com/office/drawing/2014/main" id="{FA5713D6-7590-54D2-FD38-EE80A7262AA5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27029"/>
              <a:ext cx="43303" cy="20519"/>
            </a:xfrm>
            <a:custGeom>
              <a:avLst/>
              <a:gdLst/>
              <a:ahLst/>
              <a:cxnLst/>
              <a:rect l="0" t="0" r="0" b="0"/>
              <a:pathLst>
                <a:path w="43303" h="20519">
                  <a:moveTo>
                    <a:pt x="0" y="20519"/>
                  </a:moveTo>
                  <a:lnTo>
                    <a:pt x="43303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5" name="Input_receptor__1864">
              <a:extLst>
                <a:ext uri="{FF2B5EF4-FFF2-40B4-BE49-F238E27FC236}">
                  <a16:creationId xmlns:a16="http://schemas.microsoft.com/office/drawing/2014/main" id="{7EE63B45-BD80-08B0-B978-6E5C4E9802E0}"/>
                </a:ext>
              </a:extLst>
            </p:cNvPr>
            <p:cNvSpPr>
              <a:spLocks noGrp="1"/>
            </p:cNvSpPr>
            <p:nvPr/>
          </p:nvSpPr>
          <p:spPr>
            <a:xfrm>
              <a:off x="1178937" y="4461034"/>
              <a:ext cx="36818" cy="24469"/>
            </a:xfrm>
            <a:custGeom>
              <a:avLst/>
              <a:gdLst/>
              <a:ahLst/>
              <a:cxnLst/>
              <a:rect l="0" t="0" r="0" b="0"/>
              <a:pathLst>
                <a:path w="36818" h="24469">
                  <a:moveTo>
                    <a:pt x="36818" y="0"/>
                  </a:moveTo>
                  <a:lnTo>
                    <a:pt x="0" y="2446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6" name="Input_receptor__1865">
              <a:extLst>
                <a:ext uri="{FF2B5EF4-FFF2-40B4-BE49-F238E27FC236}">
                  <a16:creationId xmlns:a16="http://schemas.microsoft.com/office/drawing/2014/main" id="{5353C75C-030B-2212-C625-FC2C388B5B21}"/>
                </a:ext>
              </a:extLst>
            </p:cNvPr>
            <p:cNvSpPr>
              <a:spLocks noGrp="1"/>
            </p:cNvSpPr>
            <p:nvPr/>
          </p:nvSpPr>
          <p:spPr>
            <a:xfrm>
              <a:off x="722620" y="4487299"/>
              <a:ext cx="9548" cy="27786"/>
            </a:xfrm>
            <a:custGeom>
              <a:avLst/>
              <a:gdLst/>
              <a:ahLst/>
              <a:cxnLst/>
              <a:rect l="0" t="0" r="0" b="0"/>
              <a:pathLst>
                <a:path w="9548" h="27786">
                  <a:moveTo>
                    <a:pt x="9548" y="0"/>
                  </a:moveTo>
                  <a:lnTo>
                    <a:pt x="0" y="2778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7" name="Input_receptor__1866">
              <a:extLst>
                <a:ext uri="{FF2B5EF4-FFF2-40B4-BE49-F238E27FC236}">
                  <a16:creationId xmlns:a16="http://schemas.microsoft.com/office/drawing/2014/main" id="{DFB28749-1207-7F03-13B5-2BD49375BA3E}"/>
                </a:ext>
              </a:extLst>
            </p:cNvPr>
            <p:cNvSpPr>
              <a:spLocks noGrp="1"/>
            </p:cNvSpPr>
            <p:nvPr/>
          </p:nvSpPr>
          <p:spPr>
            <a:xfrm>
              <a:off x="1096505" y="4638318"/>
              <a:ext cx="10277" cy="24326"/>
            </a:xfrm>
            <a:custGeom>
              <a:avLst/>
              <a:gdLst/>
              <a:ahLst/>
              <a:cxnLst/>
              <a:rect l="0" t="0" r="0" b="0"/>
              <a:pathLst>
                <a:path w="10277" h="24326">
                  <a:moveTo>
                    <a:pt x="10277" y="0"/>
                  </a:moveTo>
                  <a:lnTo>
                    <a:pt x="0" y="2432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8" name="Input_receptor__1867">
              <a:extLst>
                <a:ext uri="{FF2B5EF4-FFF2-40B4-BE49-F238E27FC236}">
                  <a16:creationId xmlns:a16="http://schemas.microsoft.com/office/drawing/2014/main" id="{69AFC136-58C4-8765-C0C7-F0E71153DE75}"/>
                </a:ext>
              </a:extLst>
            </p:cNvPr>
            <p:cNvSpPr>
              <a:spLocks noGrp="1"/>
            </p:cNvSpPr>
            <p:nvPr/>
          </p:nvSpPr>
          <p:spPr>
            <a:xfrm>
              <a:off x="1477816" y="4223746"/>
              <a:ext cx="29495" cy="37985"/>
            </a:xfrm>
            <a:custGeom>
              <a:avLst/>
              <a:gdLst/>
              <a:ahLst/>
              <a:cxnLst/>
              <a:rect l="0" t="0" r="0" b="0"/>
              <a:pathLst>
                <a:path w="29495" h="37985">
                  <a:moveTo>
                    <a:pt x="29495" y="37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9" name="Input_receptor__1868">
              <a:extLst>
                <a:ext uri="{FF2B5EF4-FFF2-40B4-BE49-F238E27FC236}">
                  <a16:creationId xmlns:a16="http://schemas.microsoft.com/office/drawing/2014/main" id="{608CA132-6DC1-716D-F0D2-E941B731569C}"/>
                </a:ext>
              </a:extLst>
            </p:cNvPr>
            <p:cNvSpPr>
              <a:spLocks noGrp="1"/>
            </p:cNvSpPr>
            <p:nvPr/>
          </p:nvSpPr>
          <p:spPr>
            <a:xfrm>
              <a:off x="1520409" y="4395147"/>
              <a:ext cx="12413" cy="46620"/>
            </a:xfrm>
            <a:custGeom>
              <a:avLst/>
              <a:gdLst/>
              <a:ahLst/>
              <a:cxnLst/>
              <a:rect l="0" t="0" r="0" b="0"/>
              <a:pathLst>
                <a:path w="12413" h="46620">
                  <a:moveTo>
                    <a:pt x="0" y="0"/>
                  </a:moveTo>
                  <a:lnTo>
                    <a:pt x="12413" y="4662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0" name="Input_receptor__1869">
              <a:extLst>
                <a:ext uri="{FF2B5EF4-FFF2-40B4-BE49-F238E27FC236}">
                  <a16:creationId xmlns:a16="http://schemas.microsoft.com/office/drawing/2014/main" id="{58EF7A78-99EA-871E-FF87-5167138EC6CC}"/>
                </a:ext>
              </a:extLst>
            </p:cNvPr>
            <p:cNvSpPr>
              <a:spLocks noGrp="1"/>
            </p:cNvSpPr>
            <p:nvPr/>
          </p:nvSpPr>
          <p:spPr>
            <a:xfrm>
              <a:off x="1215755" y="4461034"/>
              <a:ext cx="39127" cy="11507"/>
            </a:xfrm>
            <a:custGeom>
              <a:avLst/>
              <a:gdLst/>
              <a:ahLst/>
              <a:cxnLst/>
              <a:rect l="0" t="0" r="0" b="0"/>
              <a:pathLst>
                <a:path w="39127" h="11507">
                  <a:moveTo>
                    <a:pt x="39127" y="115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1" name="Input_receptor__1870">
              <a:extLst>
                <a:ext uri="{FF2B5EF4-FFF2-40B4-BE49-F238E27FC236}">
                  <a16:creationId xmlns:a16="http://schemas.microsoft.com/office/drawing/2014/main" id="{4C8B7631-788B-040A-7E41-E2C98206B0A3}"/>
                </a:ext>
              </a:extLst>
            </p:cNvPr>
            <p:cNvSpPr>
              <a:spLocks noGrp="1"/>
            </p:cNvSpPr>
            <p:nvPr/>
          </p:nvSpPr>
          <p:spPr>
            <a:xfrm>
              <a:off x="830019" y="4736592"/>
              <a:ext cx="3762" cy="46602"/>
            </a:xfrm>
            <a:custGeom>
              <a:avLst/>
              <a:gdLst/>
              <a:ahLst/>
              <a:cxnLst/>
              <a:rect l="0" t="0" r="0" b="0"/>
              <a:pathLst>
                <a:path w="3762" h="46602">
                  <a:moveTo>
                    <a:pt x="3762" y="466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2" name="Input_receptor__1871">
              <a:extLst>
                <a:ext uri="{FF2B5EF4-FFF2-40B4-BE49-F238E27FC236}">
                  <a16:creationId xmlns:a16="http://schemas.microsoft.com/office/drawing/2014/main" id="{22AB49A9-C43B-22A4-7D29-6B2DACF2546E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722577"/>
              <a:ext cx="44466" cy="14015"/>
            </a:xfrm>
            <a:custGeom>
              <a:avLst/>
              <a:gdLst/>
              <a:ahLst/>
              <a:cxnLst/>
              <a:rect l="0" t="0" r="0" b="0"/>
              <a:pathLst>
                <a:path w="44466" h="14015">
                  <a:moveTo>
                    <a:pt x="44466" y="14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3" name="Input_receptor__1872">
              <a:extLst>
                <a:ext uri="{FF2B5EF4-FFF2-40B4-BE49-F238E27FC236}">
                  <a16:creationId xmlns:a16="http://schemas.microsoft.com/office/drawing/2014/main" id="{00506257-5F5F-4C34-B0DF-3A067696C65B}"/>
                </a:ext>
              </a:extLst>
            </p:cNvPr>
            <p:cNvSpPr>
              <a:spLocks noGrp="1"/>
            </p:cNvSpPr>
            <p:nvPr/>
          </p:nvSpPr>
          <p:spPr>
            <a:xfrm>
              <a:off x="793818" y="4476219"/>
              <a:ext cx="6900" cy="38962"/>
            </a:xfrm>
            <a:custGeom>
              <a:avLst/>
              <a:gdLst/>
              <a:ahLst/>
              <a:cxnLst/>
              <a:rect l="0" t="0" r="0" b="0"/>
              <a:pathLst>
                <a:path w="6900" h="38962">
                  <a:moveTo>
                    <a:pt x="6900" y="3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4" name="Input_receptor__1873">
              <a:extLst>
                <a:ext uri="{FF2B5EF4-FFF2-40B4-BE49-F238E27FC236}">
                  <a16:creationId xmlns:a16="http://schemas.microsoft.com/office/drawing/2014/main" id="{10522399-8A29-5276-F0D0-EFDF66EE0CD5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83194"/>
              <a:ext cx="46094" cy="10161"/>
            </a:xfrm>
            <a:custGeom>
              <a:avLst/>
              <a:gdLst/>
              <a:ahLst/>
              <a:cxnLst/>
              <a:rect l="0" t="0" r="0" b="0"/>
              <a:pathLst>
                <a:path w="46094" h="10161">
                  <a:moveTo>
                    <a:pt x="0" y="10161"/>
                  </a:moveTo>
                  <a:lnTo>
                    <a:pt x="4609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5" name="Input_receptor__1874">
              <a:extLst>
                <a:ext uri="{FF2B5EF4-FFF2-40B4-BE49-F238E27FC236}">
                  <a16:creationId xmlns:a16="http://schemas.microsoft.com/office/drawing/2014/main" id="{9C731A7C-BF99-B5EE-E0E4-B1676C254316}"/>
                </a:ext>
              </a:extLst>
            </p:cNvPr>
            <p:cNvSpPr>
              <a:spLocks noGrp="1"/>
            </p:cNvSpPr>
            <p:nvPr/>
          </p:nvSpPr>
          <p:spPr>
            <a:xfrm>
              <a:off x="1137176" y="4420371"/>
              <a:ext cx="29910" cy="10977"/>
            </a:xfrm>
            <a:custGeom>
              <a:avLst/>
              <a:gdLst/>
              <a:ahLst/>
              <a:cxnLst/>
              <a:rect l="0" t="0" r="0" b="0"/>
              <a:pathLst>
                <a:path w="29910" h="10977">
                  <a:moveTo>
                    <a:pt x="0" y="10977"/>
                  </a:moveTo>
                  <a:lnTo>
                    <a:pt x="2991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6" name="Input_receptor__1875">
              <a:extLst>
                <a:ext uri="{FF2B5EF4-FFF2-40B4-BE49-F238E27FC236}">
                  <a16:creationId xmlns:a16="http://schemas.microsoft.com/office/drawing/2014/main" id="{4CD62231-CF8E-1C70-90FE-C4E10667F5C4}"/>
                </a:ext>
              </a:extLst>
            </p:cNvPr>
            <p:cNvSpPr>
              <a:spLocks noGrp="1"/>
            </p:cNvSpPr>
            <p:nvPr/>
          </p:nvSpPr>
          <p:spPr>
            <a:xfrm>
              <a:off x="1065972" y="4578740"/>
              <a:ext cx="17586" cy="9516"/>
            </a:xfrm>
            <a:custGeom>
              <a:avLst/>
              <a:gdLst/>
              <a:ahLst/>
              <a:cxnLst/>
              <a:rect l="0" t="0" r="0" b="0"/>
              <a:pathLst>
                <a:path w="17586" h="9516">
                  <a:moveTo>
                    <a:pt x="17586" y="0"/>
                  </a:moveTo>
                  <a:lnTo>
                    <a:pt x="0" y="951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7" name="Input_receptor__1876">
              <a:extLst>
                <a:ext uri="{FF2B5EF4-FFF2-40B4-BE49-F238E27FC236}">
                  <a16:creationId xmlns:a16="http://schemas.microsoft.com/office/drawing/2014/main" id="{EA4F8CFE-FC6D-4019-0072-A63F30F60B4F}"/>
                </a:ext>
              </a:extLst>
            </p:cNvPr>
            <p:cNvSpPr>
              <a:spLocks noGrp="1"/>
            </p:cNvSpPr>
            <p:nvPr/>
          </p:nvSpPr>
          <p:spPr>
            <a:xfrm>
              <a:off x="1322275" y="4469476"/>
              <a:ext cx="18197" cy="43479"/>
            </a:xfrm>
            <a:custGeom>
              <a:avLst/>
              <a:gdLst/>
              <a:ahLst/>
              <a:cxnLst/>
              <a:rect l="0" t="0" r="0" b="0"/>
              <a:pathLst>
                <a:path w="18197" h="43479">
                  <a:moveTo>
                    <a:pt x="18197" y="434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8" name="Input_receptor__1877">
              <a:extLst>
                <a:ext uri="{FF2B5EF4-FFF2-40B4-BE49-F238E27FC236}">
                  <a16:creationId xmlns:a16="http://schemas.microsoft.com/office/drawing/2014/main" id="{F0D6571E-6C98-57FF-0E1F-E76CFD091937}"/>
                </a:ext>
              </a:extLst>
            </p:cNvPr>
            <p:cNvSpPr>
              <a:spLocks noGrp="1"/>
            </p:cNvSpPr>
            <p:nvPr/>
          </p:nvSpPr>
          <p:spPr>
            <a:xfrm>
              <a:off x="1330184" y="4600868"/>
              <a:ext cx="16583" cy="14138"/>
            </a:xfrm>
            <a:custGeom>
              <a:avLst/>
              <a:gdLst/>
              <a:ahLst/>
              <a:cxnLst/>
              <a:rect l="0" t="0" r="0" b="0"/>
              <a:pathLst>
                <a:path w="16583" h="14138">
                  <a:moveTo>
                    <a:pt x="0" y="0"/>
                  </a:moveTo>
                  <a:lnTo>
                    <a:pt x="16583" y="14138"/>
                  </a:lnTo>
                </a:path>
              </a:pathLst>
            </a:custGeom>
            <a:noFill/>
            <a:ln w="8096">
              <a:solidFill>
                <a:srgbClr val="A7B4C0"/>
              </a:solidFill>
            </a:ln>
          </p:spPr>
        </p:sp>
        <p:sp>
          <p:nvSpPr>
            <p:cNvPr id="1879" name="Input_receptor__1878">
              <a:extLst>
                <a:ext uri="{FF2B5EF4-FFF2-40B4-BE49-F238E27FC236}">
                  <a16:creationId xmlns:a16="http://schemas.microsoft.com/office/drawing/2014/main" id="{F037B511-6408-2F49-D75D-17DCCC1A094C}"/>
                </a:ext>
              </a:extLst>
            </p:cNvPr>
            <p:cNvSpPr>
              <a:spLocks noGrp="1"/>
            </p:cNvSpPr>
            <p:nvPr/>
          </p:nvSpPr>
          <p:spPr>
            <a:xfrm>
              <a:off x="1409144" y="4371181"/>
              <a:ext cx="37928" cy="28365"/>
            </a:xfrm>
            <a:custGeom>
              <a:avLst/>
              <a:gdLst/>
              <a:ahLst/>
              <a:cxnLst/>
              <a:rect l="0" t="0" r="0" b="0"/>
              <a:pathLst>
                <a:path w="37928" h="28365">
                  <a:moveTo>
                    <a:pt x="0" y="28365"/>
                  </a:moveTo>
                  <a:lnTo>
                    <a:pt x="37928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0" name="Input_receptor__1879">
              <a:extLst>
                <a:ext uri="{FF2B5EF4-FFF2-40B4-BE49-F238E27FC236}">
                  <a16:creationId xmlns:a16="http://schemas.microsoft.com/office/drawing/2014/main" id="{AAB1453E-2583-7A52-A334-50D528B3BD83}"/>
                </a:ext>
              </a:extLst>
            </p:cNvPr>
            <p:cNvSpPr>
              <a:spLocks noGrp="1"/>
            </p:cNvSpPr>
            <p:nvPr/>
          </p:nvSpPr>
          <p:spPr>
            <a:xfrm>
              <a:off x="711615" y="4646751"/>
              <a:ext cx="47106" cy="7489"/>
            </a:xfrm>
            <a:custGeom>
              <a:avLst/>
              <a:gdLst/>
              <a:ahLst/>
              <a:cxnLst/>
              <a:rect l="0" t="0" r="0" b="0"/>
              <a:pathLst>
                <a:path w="47106" h="7489">
                  <a:moveTo>
                    <a:pt x="0" y="7489"/>
                  </a:moveTo>
                  <a:lnTo>
                    <a:pt x="47106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1" name="Input_receptor__1880">
              <a:extLst>
                <a:ext uri="{FF2B5EF4-FFF2-40B4-BE49-F238E27FC236}">
                  <a16:creationId xmlns:a16="http://schemas.microsoft.com/office/drawing/2014/main" id="{3427A236-C54D-887F-9027-4D1D80542587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493"/>
              <a:ext cx="14849" cy="357"/>
            </a:xfrm>
            <a:custGeom>
              <a:avLst/>
              <a:gdLst/>
              <a:ahLst/>
              <a:cxnLst/>
              <a:rect l="0" t="0" r="0" b="0"/>
              <a:pathLst>
                <a:path w="14849" h="357">
                  <a:moveTo>
                    <a:pt x="14849" y="0"/>
                  </a:moveTo>
                  <a:lnTo>
                    <a:pt x="0" y="357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2" name="Input_receptor__1881">
              <a:extLst>
                <a:ext uri="{FF2B5EF4-FFF2-40B4-BE49-F238E27FC236}">
                  <a16:creationId xmlns:a16="http://schemas.microsoft.com/office/drawing/2014/main" id="{27041DFA-68CA-D9EE-E018-8E1945DE1C41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407129"/>
              <a:ext cx="4973" cy="26894"/>
            </a:xfrm>
            <a:custGeom>
              <a:avLst/>
              <a:gdLst/>
              <a:ahLst/>
              <a:cxnLst/>
              <a:rect l="0" t="0" r="0" b="0"/>
              <a:pathLst>
                <a:path w="4973" h="26894">
                  <a:moveTo>
                    <a:pt x="4973" y="0"/>
                  </a:moveTo>
                  <a:lnTo>
                    <a:pt x="0" y="26894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3" name="Input_receptor__1882">
              <a:extLst>
                <a:ext uri="{FF2B5EF4-FFF2-40B4-BE49-F238E27FC236}">
                  <a16:creationId xmlns:a16="http://schemas.microsoft.com/office/drawing/2014/main" id="{84B57EBE-6FFB-F4E5-692D-C4AD07151D93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47548"/>
              <a:ext cx="10212" cy="27152"/>
            </a:xfrm>
            <a:custGeom>
              <a:avLst/>
              <a:gdLst/>
              <a:ahLst/>
              <a:cxnLst/>
              <a:rect l="0" t="0" r="0" b="0"/>
              <a:pathLst>
                <a:path w="10212" h="27152">
                  <a:moveTo>
                    <a:pt x="10212" y="27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7B5C0"/>
              </a:solidFill>
            </a:ln>
          </p:spPr>
        </p:sp>
        <p:sp>
          <p:nvSpPr>
            <p:cNvPr id="1884" name="Input_receptor__1883">
              <a:extLst>
                <a:ext uri="{FF2B5EF4-FFF2-40B4-BE49-F238E27FC236}">
                  <a16:creationId xmlns:a16="http://schemas.microsoft.com/office/drawing/2014/main" id="{7EA9AD6A-A05A-4D6A-9039-8431989DF16D}"/>
                </a:ext>
              </a:extLst>
            </p:cNvPr>
            <p:cNvSpPr>
              <a:spLocks noGrp="1"/>
            </p:cNvSpPr>
            <p:nvPr/>
          </p:nvSpPr>
          <p:spPr>
            <a:xfrm>
              <a:off x="1254882" y="4438003"/>
              <a:ext cx="33703" cy="34538"/>
            </a:xfrm>
            <a:custGeom>
              <a:avLst/>
              <a:gdLst/>
              <a:ahLst/>
              <a:cxnLst/>
              <a:rect l="0" t="0" r="0" b="0"/>
              <a:pathLst>
                <a:path w="33703" h="34538">
                  <a:moveTo>
                    <a:pt x="33703" y="0"/>
                  </a:moveTo>
                  <a:lnTo>
                    <a:pt x="0" y="34538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5" name="Input_receptor__1884">
              <a:extLst>
                <a:ext uri="{FF2B5EF4-FFF2-40B4-BE49-F238E27FC236}">
                  <a16:creationId xmlns:a16="http://schemas.microsoft.com/office/drawing/2014/main" id="{3855C408-F6D0-2836-DDAA-2902B12FC5E2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29785"/>
              <a:ext cx="27997" cy="39466"/>
            </a:xfrm>
            <a:custGeom>
              <a:avLst/>
              <a:gdLst/>
              <a:ahLst/>
              <a:cxnLst/>
              <a:rect l="0" t="0" r="0" b="0"/>
              <a:pathLst>
                <a:path w="27997" h="39466">
                  <a:moveTo>
                    <a:pt x="27997" y="39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6" name="Input_receptor__1885">
              <a:extLst>
                <a:ext uri="{FF2B5EF4-FFF2-40B4-BE49-F238E27FC236}">
                  <a16:creationId xmlns:a16="http://schemas.microsoft.com/office/drawing/2014/main" id="{90674025-8566-9293-FFBF-FB8CE673439A}"/>
                </a:ext>
              </a:extLst>
            </p:cNvPr>
            <p:cNvSpPr>
              <a:spLocks noGrp="1"/>
            </p:cNvSpPr>
            <p:nvPr/>
          </p:nvSpPr>
          <p:spPr>
            <a:xfrm>
              <a:off x="1447071" y="4371181"/>
              <a:ext cx="24283" cy="35948"/>
            </a:xfrm>
            <a:custGeom>
              <a:avLst/>
              <a:gdLst/>
              <a:ahLst/>
              <a:cxnLst/>
              <a:rect l="0" t="0" r="0" b="0"/>
              <a:pathLst>
                <a:path w="24283" h="35948">
                  <a:moveTo>
                    <a:pt x="0" y="0"/>
                  </a:moveTo>
                  <a:lnTo>
                    <a:pt x="24283" y="35948"/>
                  </a:lnTo>
                </a:path>
              </a:pathLst>
            </a:custGeom>
            <a:noFill/>
            <a:ln w="20003">
              <a:solidFill>
                <a:srgbClr val="A8B5C0"/>
              </a:solidFill>
            </a:ln>
          </p:spPr>
        </p:sp>
        <p:sp>
          <p:nvSpPr>
            <p:cNvPr id="1887" name="Input_receptor__1886">
              <a:extLst>
                <a:ext uri="{FF2B5EF4-FFF2-40B4-BE49-F238E27FC236}">
                  <a16:creationId xmlns:a16="http://schemas.microsoft.com/office/drawing/2014/main" id="{A1BD7823-21A1-98A3-8859-241BFA818603}"/>
                </a:ext>
              </a:extLst>
            </p:cNvPr>
            <p:cNvSpPr>
              <a:spLocks noGrp="1"/>
            </p:cNvSpPr>
            <p:nvPr/>
          </p:nvSpPr>
          <p:spPr>
            <a:xfrm>
              <a:off x="1167882" y="4751525"/>
              <a:ext cx="8321" cy="33501"/>
            </a:xfrm>
            <a:custGeom>
              <a:avLst/>
              <a:gdLst/>
              <a:ahLst/>
              <a:cxnLst/>
              <a:rect l="0" t="0" r="0" b="0"/>
              <a:pathLst>
                <a:path w="8321" h="33501">
                  <a:moveTo>
                    <a:pt x="8321" y="0"/>
                  </a:moveTo>
                  <a:lnTo>
                    <a:pt x="0" y="33501"/>
                  </a:lnTo>
                </a:path>
              </a:pathLst>
            </a:custGeom>
            <a:noFill/>
            <a:ln w="8096">
              <a:solidFill>
                <a:srgbClr val="A8B5C0"/>
              </a:solidFill>
            </a:ln>
          </p:spPr>
        </p:sp>
        <p:sp>
          <p:nvSpPr>
            <p:cNvPr id="1888" name="Input_receptor__1887">
              <a:extLst>
                <a:ext uri="{FF2B5EF4-FFF2-40B4-BE49-F238E27FC236}">
                  <a16:creationId xmlns:a16="http://schemas.microsoft.com/office/drawing/2014/main" id="{95CF1645-42B8-20F3-0A32-148CADF10B69}"/>
                </a:ext>
              </a:extLst>
            </p:cNvPr>
            <p:cNvSpPr>
              <a:spLocks noGrp="1"/>
            </p:cNvSpPr>
            <p:nvPr/>
          </p:nvSpPr>
          <p:spPr>
            <a:xfrm>
              <a:off x="1167087" y="4418842"/>
              <a:ext cx="48036" cy="1529"/>
            </a:xfrm>
            <a:custGeom>
              <a:avLst/>
              <a:gdLst/>
              <a:ahLst/>
              <a:cxnLst/>
              <a:rect l="0" t="0" r="0" b="0"/>
              <a:pathLst>
                <a:path w="48036" h="1529">
                  <a:moveTo>
                    <a:pt x="0" y="1529"/>
                  </a:moveTo>
                  <a:lnTo>
                    <a:pt x="48036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89" name="Input_receptor__1888">
              <a:extLst>
                <a:ext uri="{FF2B5EF4-FFF2-40B4-BE49-F238E27FC236}">
                  <a16:creationId xmlns:a16="http://schemas.microsoft.com/office/drawing/2014/main" id="{B2846071-7E39-61E0-7099-6CECD7C811A3}"/>
                </a:ext>
              </a:extLst>
            </p:cNvPr>
            <p:cNvSpPr>
              <a:spLocks noGrp="1"/>
            </p:cNvSpPr>
            <p:nvPr/>
          </p:nvSpPr>
          <p:spPr>
            <a:xfrm>
              <a:off x="693718" y="4615580"/>
              <a:ext cx="17897" cy="38661"/>
            </a:xfrm>
            <a:custGeom>
              <a:avLst/>
              <a:gdLst/>
              <a:ahLst/>
              <a:cxnLst/>
              <a:rect l="0" t="0" r="0" b="0"/>
              <a:pathLst>
                <a:path w="17897" h="38661">
                  <a:moveTo>
                    <a:pt x="0" y="0"/>
                  </a:moveTo>
                  <a:lnTo>
                    <a:pt x="17897" y="38661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0" name="Input_receptor__1889">
              <a:extLst>
                <a:ext uri="{FF2B5EF4-FFF2-40B4-BE49-F238E27FC236}">
                  <a16:creationId xmlns:a16="http://schemas.microsoft.com/office/drawing/2014/main" id="{DA658549-D509-3D06-2539-40836FFC6E61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00868"/>
              <a:ext cx="38239" cy="28917"/>
            </a:xfrm>
            <a:custGeom>
              <a:avLst/>
              <a:gdLst/>
              <a:ahLst/>
              <a:cxnLst/>
              <a:rect l="0" t="0" r="0" b="0"/>
              <a:pathLst>
                <a:path w="38239" h="28917">
                  <a:moveTo>
                    <a:pt x="0" y="28917"/>
                  </a:moveTo>
                  <a:lnTo>
                    <a:pt x="38239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1" name="Input_receptor__1890">
              <a:extLst>
                <a:ext uri="{FF2B5EF4-FFF2-40B4-BE49-F238E27FC236}">
                  <a16:creationId xmlns:a16="http://schemas.microsoft.com/office/drawing/2014/main" id="{9147DC22-E4C0-140B-4DB8-85ED5FD21B64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785026"/>
              <a:ext cx="25987" cy="27985"/>
            </a:xfrm>
            <a:custGeom>
              <a:avLst/>
              <a:gdLst/>
              <a:ahLst/>
              <a:cxnLst/>
              <a:rect l="0" t="0" r="0" b="0"/>
              <a:pathLst>
                <a:path w="25987" h="27985">
                  <a:moveTo>
                    <a:pt x="25987" y="0"/>
                  </a:moveTo>
                  <a:lnTo>
                    <a:pt x="0" y="27985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2" name="Input_receptor__1891">
              <a:extLst>
                <a:ext uri="{FF2B5EF4-FFF2-40B4-BE49-F238E27FC236}">
                  <a16:creationId xmlns:a16="http://schemas.microsoft.com/office/drawing/2014/main" id="{9D720AD7-8CA7-66D5-73A5-90B108D5529F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12956"/>
              <a:ext cx="24686" cy="28528"/>
            </a:xfrm>
            <a:custGeom>
              <a:avLst/>
              <a:gdLst/>
              <a:ahLst/>
              <a:cxnLst/>
              <a:rect l="0" t="0" r="0" b="0"/>
              <a:pathLst>
                <a:path w="24686" h="28528">
                  <a:moveTo>
                    <a:pt x="0" y="28528"/>
                  </a:moveTo>
                  <a:lnTo>
                    <a:pt x="24686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3" name="Input_receptor__1892">
              <a:extLst>
                <a:ext uri="{FF2B5EF4-FFF2-40B4-BE49-F238E27FC236}">
                  <a16:creationId xmlns:a16="http://schemas.microsoft.com/office/drawing/2014/main" id="{AF3DCD52-790B-E5C3-48F9-77517E1F9F6A}"/>
                </a:ext>
              </a:extLst>
            </p:cNvPr>
            <p:cNvSpPr>
              <a:spLocks noGrp="1"/>
            </p:cNvSpPr>
            <p:nvPr/>
          </p:nvSpPr>
          <p:spPr>
            <a:xfrm>
              <a:off x="682946" y="4490493"/>
              <a:ext cx="39674" cy="24592"/>
            </a:xfrm>
            <a:custGeom>
              <a:avLst/>
              <a:gdLst/>
              <a:ahLst/>
              <a:cxnLst/>
              <a:rect l="0" t="0" r="0" b="0"/>
              <a:pathLst>
                <a:path w="39674" h="24592">
                  <a:moveTo>
                    <a:pt x="39674" y="2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4" name="Input_receptor__1893">
              <a:extLst>
                <a:ext uri="{FF2B5EF4-FFF2-40B4-BE49-F238E27FC236}">
                  <a16:creationId xmlns:a16="http://schemas.microsoft.com/office/drawing/2014/main" id="{FFF2C609-FFD7-7C26-7902-FC0DEC52A94F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367" cy="20480"/>
            </a:xfrm>
            <a:custGeom>
              <a:avLst/>
              <a:gdLst/>
              <a:ahLst/>
              <a:cxnLst/>
              <a:rect l="0" t="0" r="0" b="0"/>
              <a:pathLst>
                <a:path w="25367" h="20480">
                  <a:moveTo>
                    <a:pt x="25367" y="204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5" name="Input_receptor__1894">
              <a:extLst>
                <a:ext uri="{FF2B5EF4-FFF2-40B4-BE49-F238E27FC236}">
                  <a16:creationId xmlns:a16="http://schemas.microsoft.com/office/drawing/2014/main" id="{03D447FF-A879-4F07-5DB4-AC193661E4B0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39598" cy="4303"/>
            </a:xfrm>
            <a:custGeom>
              <a:avLst/>
              <a:gdLst/>
              <a:ahLst/>
              <a:cxnLst/>
              <a:rect l="0" t="0" r="0" b="0"/>
              <a:pathLst>
                <a:path w="39598" h="4303">
                  <a:moveTo>
                    <a:pt x="0" y="0"/>
                  </a:moveTo>
                  <a:lnTo>
                    <a:pt x="39598" y="4303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6" name="Input_receptor__1895">
              <a:extLst>
                <a:ext uri="{FF2B5EF4-FFF2-40B4-BE49-F238E27FC236}">
                  <a16:creationId xmlns:a16="http://schemas.microsoft.com/office/drawing/2014/main" id="{06EA8E4D-339E-E93B-5736-58D96ADA4301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692147"/>
              <a:ext cx="9986" cy="30430"/>
            </a:xfrm>
            <a:custGeom>
              <a:avLst/>
              <a:gdLst/>
              <a:ahLst/>
              <a:cxnLst/>
              <a:rect l="0" t="0" r="0" b="0"/>
              <a:pathLst>
                <a:path w="9986" h="30430">
                  <a:moveTo>
                    <a:pt x="0" y="30430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7" name="Input_receptor__1896">
              <a:extLst>
                <a:ext uri="{FF2B5EF4-FFF2-40B4-BE49-F238E27FC236}">
                  <a16:creationId xmlns:a16="http://schemas.microsoft.com/office/drawing/2014/main" id="{44F30204-3192-2D49-88E4-A216C190FF19}"/>
                </a:ext>
              </a:extLst>
            </p:cNvPr>
            <p:cNvSpPr>
              <a:spLocks noGrp="1"/>
            </p:cNvSpPr>
            <p:nvPr/>
          </p:nvSpPr>
          <p:spPr>
            <a:xfrm>
              <a:off x="1274647" y="4788234"/>
              <a:ext cx="6888" cy="8386"/>
            </a:xfrm>
            <a:custGeom>
              <a:avLst/>
              <a:gdLst/>
              <a:ahLst/>
              <a:cxnLst/>
              <a:rect l="0" t="0" r="0" b="0"/>
              <a:pathLst>
                <a:path w="6888" h="8386">
                  <a:moveTo>
                    <a:pt x="0" y="8386"/>
                  </a:moveTo>
                  <a:lnTo>
                    <a:pt x="6888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8" name="Input_receptor__1897">
              <a:extLst>
                <a:ext uri="{FF2B5EF4-FFF2-40B4-BE49-F238E27FC236}">
                  <a16:creationId xmlns:a16="http://schemas.microsoft.com/office/drawing/2014/main" id="{5B3FF836-14ED-903E-BBCC-FCF0168EE019}"/>
                </a:ext>
              </a:extLst>
            </p:cNvPr>
            <p:cNvSpPr>
              <a:spLocks noGrp="1"/>
            </p:cNvSpPr>
            <p:nvPr/>
          </p:nvSpPr>
          <p:spPr>
            <a:xfrm>
              <a:off x="755028" y="4467808"/>
              <a:ext cx="38790" cy="8411"/>
            </a:xfrm>
            <a:custGeom>
              <a:avLst/>
              <a:gdLst/>
              <a:ahLst/>
              <a:cxnLst/>
              <a:rect l="0" t="0" r="0" b="0"/>
              <a:pathLst>
                <a:path w="38790" h="8411">
                  <a:moveTo>
                    <a:pt x="38790" y="8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9" name="Input_receptor__1898">
              <a:extLst>
                <a:ext uri="{FF2B5EF4-FFF2-40B4-BE49-F238E27FC236}">
                  <a16:creationId xmlns:a16="http://schemas.microsoft.com/office/drawing/2014/main" id="{B3B8297B-D8E2-D0A3-0D43-989772C5BA24}"/>
                </a:ext>
              </a:extLst>
            </p:cNvPr>
            <p:cNvSpPr>
              <a:spLocks noGrp="1"/>
            </p:cNvSpPr>
            <p:nvPr/>
          </p:nvSpPr>
          <p:spPr>
            <a:xfrm>
              <a:off x="1057231" y="4541977"/>
              <a:ext cx="8741" cy="46279"/>
            </a:xfrm>
            <a:custGeom>
              <a:avLst/>
              <a:gdLst/>
              <a:ahLst/>
              <a:cxnLst/>
              <a:rect l="0" t="0" r="0" b="0"/>
              <a:pathLst>
                <a:path w="8741" h="46279">
                  <a:moveTo>
                    <a:pt x="8741" y="462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900" name="Input_receptor__1899">
              <a:extLst>
                <a:ext uri="{FF2B5EF4-FFF2-40B4-BE49-F238E27FC236}">
                  <a16:creationId xmlns:a16="http://schemas.microsoft.com/office/drawing/2014/main" id="{B66736FA-427B-74F1-4531-8DDB635653F6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1977"/>
              <a:ext cx="47582" cy="6853"/>
            </a:xfrm>
            <a:custGeom>
              <a:avLst/>
              <a:gdLst/>
              <a:ahLst/>
              <a:cxnLst/>
              <a:rect l="0" t="0" r="0" b="0"/>
              <a:pathLst>
                <a:path w="47582" h="6853">
                  <a:moveTo>
                    <a:pt x="47582" y="0"/>
                  </a:moveTo>
                  <a:lnTo>
                    <a:pt x="0" y="6853"/>
                  </a:lnTo>
                </a:path>
              </a:pathLst>
            </a:custGeom>
            <a:noFill/>
            <a:ln w="8096">
              <a:solidFill>
                <a:srgbClr val="A9B6C1"/>
              </a:solidFill>
            </a:ln>
          </p:spPr>
        </p:sp>
        <p:sp>
          <p:nvSpPr>
            <p:cNvPr id="1901" name="Input_receptor__1900">
              <a:extLst>
                <a:ext uri="{FF2B5EF4-FFF2-40B4-BE49-F238E27FC236}">
                  <a16:creationId xmlns:a16="http://schemas.microsoft.com/office/drawing/2014/main" id="{E96BB691-F25E-85D8-D4F2-88A77155123F}"/>
                </a:ext>
              </a:extLst>
            </p:cNvPr>
            <p:cNvSpPr>
              <a:spLocks noGrp="1"/>
            </p:cNvSpPr>
            <p:nvPr/>
          </p:nvSpPr>
          <p:spPr>
            <a:xfrm>
              <a:off x="1319941" y="4659260"/>
              <a:ext cx="27206" cy="9991"/>
            </a:xfrm>
            <a:custGeom>
              <a:avLst/>
              <a:gdLst/>
              <a:ahLst/>
              <a:cxnLst/>
              <a:rect l="0" t="0" r="0" b="0"/>
              <a:pathLst>
                <a:path w="27206" h="9991">
                  <a:moveTo>
                    <a:pt x="27206" y="0"/>
                  </a:moveTo>
                  <a:lnTo>
                    <a:pt x="0" y="9991"/>
                  </a:lnTo>
                </a:path>
              </a:pathLst>
            </a:custGeom>
            <a:noFill/>
            <a:ln w="20003">
              <a:solidFill>
                <a:srgbClr val="A9B6C1"/>
              </a:solidFill>
            </a:ln>
          </p:spPr>
        </p:sp>
        <p:sp>
          <p:nvSpPr>
            <p:cNvPr id="1902" name="Input_receptor__1901">
              <a:extLst>
                <a:ext uri="{FF2B5EF4-FFF2-40B4-BE49-F238E27FC236}">
                  <a16:creationId xmlns:a16="http://schemas.microsoft.com/office/drawing/2014/main" id="{3A9E6A91-2DCF-669F-5B5C-7A2EA172C4D3}"/>
                </a:ext>
              </a:extLst>
            </p:cNvPr>
            <p:cNvSpPr>
              <a:spLocks noGrp="1"/>
            </p:cNvSpPr>
            <p:nvPr/>
          </p:nvSpPr>
          <p:spPr>
            <a:xfrm>
              <a:off x="1286874" y="4437782"/>
              <a:ext cx="1711" cy="221"/>
            </a:xfrm>
            <a:custGeom>
              <a:avLst/>
              <a:gdLst/>
              <a:ahLst/>
              <a:cxnLst/>
              <a:rect l="0" t="0" r="0" b="0"/>
              <a:pathLst>
                <a:path w="1711" h="221">
                  <a:moveTo>
                    <a:pt x="0" y="0"/>
                  </a:moveTo>
                  <a:lnTo>
                    <a:pt x="1711" y="221"/>
                  </a:lnTo>
                </a:path>
              </a:pathLst>
            </a:custGeom>
            <a:noFill/>
            <a:ln w="8096">
              <a:solidFill>
                <a:srgbClr val="A9B7C2"/>
              </a:solidFill>
            </a:ln>
          </p:spPr>
        </p:sp>
        <p:sp>
          <p:nvSpPr>
            <p:cNvPr id="1903" name="Input_receptor__1902">
              <a:extLst>
                <a:ext uri="{FF2B5EF4-FFF2-40B4-BE49-F238E27FC236}">
                  <a16:creationId xmlns:a16="http://schemas.microsoft.com/office/drawing/2014/main" id="{360CFE7B-276F-5686-5439-E23741848ECA}"/>
                </a:ext>
              </a:extLst>
            </p:cNvPr>
            <p:cNvSpPr>
              <a:spLocks noGrp="1"/>
            </p:cNvSpPr>
            <p:nvPr/>
          </p:nvSpPr>
          <p:spPr>
            <a:xfrm>
              <a:off x="1215123" y="4418842"/>
              <a:ext cx="23547" cy="12982"/>
            </a:xfrm>
            <a:custGeom>
              <a:avLst/>
              <a:gdLst/>
              <a:ahLst/>
              <a:cxnLst/>
              <a:rect l="0" t="0" r="0" b="0"/>
              <a:pathLst>
                <a:path w="23547" h="12982">
                  <a:moveTo>
                    <a:pt x="0" y="0"/>
                  </a:moveTo>
                  <a:lnTo>
                    <a:pt x="23547" y="12982"/>
                  </a:lnTo>
                </a:path>
              </a:pathLst>
            </a:custGeom>
            <a:noFill/>
            <a:ln w="20003">
              <a:solidFill>
                <a:srgbClr val="A9B7C2"/>
              </a:solidFill>
            </a:ln>
          </p:spPr>
        </p:sp>
        <p:sp>
          <p:nvSpPr>
            <p:cNvPr id="1904" name="Input_receptor__1903">
              <a:extLst>
                <a:ext uri="{FF2B5EF4-FFF2-40B4-BE49-F238E27FC236}">
                  <a16:creationId xmlns:a16="http://schemas.microsoft.com/office/drawing/2014/main" id="{5471267F-203A-6FC3-3CB5-46B572E06867}"/>
                </a:ext>
              </a:extLst>
            </p:cNvPr>
            <p:cNvSpPr>
              <a:spLocks noGrp="1"/>
            </p:cNvSpPr>
            <p:nvPr/>
          </p:nvSpPr>
          <p:spPr>
            <a:xfrm>
              <a:off x="1058373" y="4463140"/>
              <a:ext cx="34685" cy="11560"/>
            </a:xfrm>
            <a:custGeom>
              <a:avLst/>
              <a:gdLst/>
              <a:ahLst/>
              <a:cxnLst/>
              <a:rect l="0" t="0" r="0" b="0"/>
              <a:pathLst>
                <a:path w="34685" h="11560">
                  <a:moveTo>
                    <a:pt x="34685" y="0"/>
                  </a:moveTo>
                  <a:lnTo>
                    <a:pt x="0" y="1156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5" name="Input_receptor__1904">
              <a:extLst>
                <a:ext uri="{FF2B5EF4-FFF2-40B4-BE49-F238E27FC236}">
                  <a16:creationId xmlns:a16="http://schemas.microsoft.com/office/drawing/2014/main" id="{DFC94956-C25E-96DD-B557-20D3FAACEAC2}"/>
                </a:ext>
              </a:extLst>
            </p:cNvPr>
            <p:cNvSpPr>
              <a:spLocks noGrp="1"/>
            </p:cNvSpPr>
            <p:nvPr/>
          </p:nvSpPr>
          <p:spPr>
            <a:xfrm>
              <a:off x="749493" y="4684359"/>
              <a:ext cx="46046" cy="7788"/>
            </a:xfrm>
            <a:custGeom>
              <a:avLst/>
              <a:gdLst/>
              <a:ahLst/>
              <a:cxnLst/>
              <a:rect l="0" t="0" r="0" b="0"/>
              <a:pathLst>
                <a:path w="46046" h="7788">
                  <a:moveTo>
                    <a:pt x="46046" y="77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7C2"/>
              </a:solidFill>
            </a:ln>
          </p:spPr>
        </p:sp>
        <p:sp>
          <p:nvSpPr>
            <p:cNvPr id="1906" name="Input_receptor__1905">
              <a:extLst>
                <a:ext uri="{FF2B5EF4-FFF2-40B4-BE49-F238E27FC236}">
                  <a16:creationId xmlns:a16="http://schemas.microsoft.com/office/drawing/2014/main" id="{4BD1844C-0EF3-ED52-3464-38103F2C4F61}"/>
                </a:ext>
              </a:extLst>
            </p:cNvPr>
            <p:cNvSpPr>
              <a:spLocks noGrp="1"/>
            </p:cNvSpPr>
            <p:nvPr/>
          </p:nvSpPr>
          <p:spPr>
            <a:xfrm>
              <a:off x="706085" y="4684359"/>
              <a:ext cx="43408" cy="17580"/>
            </a:xfrm>
            <a:custGeom>
              <a:avLst/>
              <a:gdLst/>
              <a:ahLst/>
              <a:cxnLst/>
              <a:rect l="0" t="0" r="0" b="0"/>
              <a:pathLst>
                <a:path w="43408" h="17580">
                  <a:moveTo>
                    <a:pt x="43408" y="0"/>
                  </a:moveTo>
                  <a:lnTo>
                    <a:pt x="0" y="1758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7" name="Input_receptor__1906">
              <a:extLst>
                <a:ext uri="{FF2B5EF4-FFF2-40B4-BE49-F238E27FC236}">
                  <a16:creationId xmlns:a16="http://schemas.microsoft.com/office/drawing/2014/main" id="{AA8849FF-DE36-4EAC-C0B2-A57A675544BB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8830"/>
              <a:ext cx="812" cy="28697"/>
            </a:xfrm>
            <a:custGeom>
              <a:avLst/>
              <a:gdLst/>
              <a:ahLst/>
              <a:cxnLst/>
              <a:rect l="0" t="0" r="0" b="0"/>
              <a:pathLst>
                <a:path w="812" h="28697">
                  <a:moveTo>
                    <a:pt x="0" y="0"/>
                  </a:moveTo>
                  <a:lnTo>
                    <a:pt x="812" y="28697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8" name="Input_receptor__1907">
              <a:extLst>
                <a:ext uri="{FF2B5EF4-FFF2-40B4-BE49-F238E27FC236}">
                  <a16:creationId xmlns:a16="http://schemas.microsoft.com/office/drawing/2014/main" id="{802CAE84-8BBC-2F66-A124-3488A255F992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66760"/>
              <a:ext cx="29691" cy="35179"/>
            </a:xfrm>
            <a:custGeom>
              <a:avLst/>
              <a:gdLst/>
              <a:ahLst/>
              <a:cxnLst/>
              <a:rect l="0" t="0" r="0" b="0"/>
              <a:pathLst>
                <a:path w="29691" h="35179">
                  <a:moveTo>
                    <a:pt x="29691" y="3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9" name="Input_receptor__1908">
              <a:extLst>
                <a:ext uri="{FF2B5EF4-FFF2-40B4-BE49-F238E27FC236}">
                  <a16:creationId xmlns:a16="http://schemas.microsoft.com/office/drawing/2014/main" id="{86C449B8-9426-86B5-6CBF-DFD1E1119A18}"/>
                </a:ext>
              </a:extLst>
            </p:cNvPr>
            <p:cNvSpPr>
              <a:spLocks noGrp="1"/>
            </p:cNvSpPr>
            <p:nvPr/>
          </p:nvSpPr>
          <p:spPr>
            <a:xfrm>
              <a:off x="676718" y="4615580"/>
              <a:ext cx="17000" cy="95"/>
            </a:xfrm>
            <a:custGeom>
              <a:avLst/>
              <a:gdLst/>
              <a:ahLst/>
              <a:cxnLst/>
              <a:rect l="0" t="0" r="0" b="0"/>
              <a:pathLst>
                <a:path w="17000" h="95">
                  <a:moveTo>
                    <a:pt x="0" y="74"/>
                  </a:moveTo>
                  <a:lnTo>
                    <a:pt x="17000" y="0"/>
                  </a:lnTo>
                </a:path>
              </a:pathLst>
            </a:custGeom>
            <a:noFill/>
            <a:ln w="8096">
              <a:solidFill>
                <a:srgbClr val="AAB8C2"/>
              </a:solidFill>
            </a:ln>
          </p:spPr>
        </p:sp>
        <p:sp>
          <p:nvSpPr>
            <p:cNvPr id="1910" name="Input_receptor__1909">
              <a:extLst>
                <a:ext uri="{FF2B5EF4-FFF2-40B4-BE49-F238E27FC236}">
                  <a16:creationId xmlns:a16="http://schemas.microsoft.com/office/drawing/2014/main" id="{06BA0653-4184-9CBF-B638-61149EC192F0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41484"/>
              <a:ext cx="25012" cy="10580"/>
            </a:xfrm>
            <a:custGeom>
              <a:avLst/>
              <a:gdLst/>
              <a:ahLst/>
              <a:cxnLst/>
              <a:rect l="0" t="0" r="0" b="0"/>
              <a:pathLst>
                <a:path w="25012" h="10580">
                  <a:moveTo>
                    <a:pt x="25012" y="10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8C3"/>
              </a:solidFill>
            </a:ln>
          </p:spPr>
        </p:sp>
        <p:sp>
          <p:nvSpPr>
            <p:cNvPr id="1911" name="Input_receptor__1910">
              <a:extLst>
                <a:ext uri="{FF2B5EF4-FFF2-40B4-BE49-F238E27FC236}">
                  <a16:creationId xmlns:a16="http://schemas.microsoft.com/office/drawing/2014/main" id="{C583B05D-9FA0-461E-EC6F-0FBBB3863A56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601437"/>
              <a:ext cx="24503" cy="5369"/>
            </a:xfrm>
            <a:custGeom>
              <a:avLst/>
              <a:gdLst/>
              <a:ahLst/>
              <a:cxnLst/>
              <a:rect l="0" t="0" r="0" b="0"/>
              <a:pathLst>
                <a:path w="24503" h="5369">
                  <a:moveTo>
                    <a:pt x="24503" y="0"/>
                  </a:moveTo>
                  <a:lnTo>
                    <a:pt x="0" y="5369"/>
                  </a:lnTo>
                </a:path>
              </a:pathLst>
            </a:custGeom>
            <a:noFill/>
            <a:ln w="8096">
              <a:solidFill>
                <a:srgbClr val="AAB8C3"/>
              </a:solidFill>
            </a:ln>
          </p:spPr>
        </p:sp>
        <p:sp>
          <p:nvSpPr>
            <p:cNvPr id="1912" name="Input_receptor__1911">
              <a:extLst>
                <a:ext uri="{FF2B5EF4-FFF2-40B4-BE49-F238E27FC236}">
                  <a16:creationId xmlns:a16="http://schemas.microsoft.com/office/drawing/2014/main" id="{DCFB143C-8BF6-02E3-D984-8CD52B1FDF8D}"/>
                </a:ext>
              </a:extLst>
            </p:cNvPr>
            <p:cNvSpPr>
              <a:spLocks noGrp="1"/>
            </p:cNvSpPr>
            <p:nvPr/>
          </p:nvSpPr>
          <p:spPr>
            <a:xfrm>
              <a:off x="1281536" y="4788234"/>
              <a:ext cx="28947" cy="30342"/>
            </a:xfrm>
            <a:custGeom>
              <a:avLst/>
              <a:gdLst/>
              <a:ahLst/>
              <a:cxnLst/>
              <a:rect l="0" t="0" r="0" b="0"/>
              <a:pathLst>
                <a:path w="28947" h="30342">
                  <a:moveTo>
                    <a:pt x="0" y="0"/>
                  </a:moveTo>
                  <a:lnTo>
                    <a:pt x="28947" y="30342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3" name="Input_receptor__1912">
              <a:extLst>
                <a:ext uri="{FF2B5EF4-FFF2-40B4-BE49-F238E27FC236}">
                  <a16:creationId xmlns:a16="http://schemas.microsoft.com/office/drawing/2014/main" id="{853F7BC6-133C-BDB7-29BF-A0B825C461A1}"/>
                </a:ext>
              </a:extLst>
            </p:cNvPr>
            <p:cNvSpPr>
              <a:spLocks noGrp="1"/>
            </p:cNvSpPr>
            <p:nvPr/>
          </p:nvSpPr>
          <p:spPr>
            <a:xfrm>
              <a:off x="1238669" y="4431824"/>
              <a:ext cx="48205" cy="5959"/>
            </a:xfrm>
            <a:custGeom>
              <a:avLst/>
              <a:gdLst/>
              <a:ahLst/>
              <a:cxnLst/>
              <a:rect l="0" t="0" r="0" b="0"/>
              <a:pathLst>
                <a:path w="48205" h="5959">
                  <a:moveTo>
                    <a:pt x="0" y="0"/>
                  </a:moveTo>
                  <a:lnTo>
                    <a:pt x="48205" y="5959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4" name="Input_receptor__1913">
              <a:extLst>
                <a:ext uri="{FF2B5EF4-FFF2-40B4-BE49-F238E27FC236}">
                  <a16:creationId xmlns:a16="http://schemas.microsoft.com/office/drawing/2014/main" id="{7A1912C6-51BB-9995-F267-70E5FA6572D0}"/>
                </a:ext>
              </a:extLst>
            </p:cNvPr>
            <p:cNvSpPr>
              <a:spLocks noGrp="1"/>
            </p:cNvSpPr>
            <p:nvPr/>
          </p:nvSpPr>
          <p:spPr>
            <a:xfrm>
              <a:off x="1093058" y="4463140"/>
              <a:ext cx="32863" cy="35036"/>
            </a:xfrm>
            <a:custGeom>
              <a:avLst/>
              <a:gdLst/>
              <a:ahLst/>
              <a:cxnLst/>
              <a:rect l="0" t="0" r="0" b="0"/>
              <a:pathLst>
                <a:path w="32863" h="35036">
                  <a:moveTo>
                    <a:pt x="32863" y="3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5" name="Input_receptor__1914">
              <a:extLst>
                <a:ext uri="{FF2B5EF4-FFF2-40B4-BE49-F238E27FC236}">
                  <a16:creationId xmlns:a16="http://schemas.microsoft.com/office/drawing/2014/main" id="{493233B2-EEF1-E682-CB18-685E51714A24}"/>
                </a:ext>
              </a:extLst>
            </p:cNvPr>
            <p:cNvSpPr>
              <a:spLocks noGrp="1"/>
            </p:cNvSpPr>
            <p:nvPr/>
          </p:nvSpPr>
          <p:spPr>
            <a:xfrm>
              <a:off x="1308031" y="4647380"/>
              <a:ext cx="39117" cy="11880"/>
            </a:xfrm>
            <a:custGeom>
              <a:avLst/>
              <a:gdLst/>
              <a:ahLst/>
              <a:cxnLst/>
              <a:rect l="0" t="0" r="0" b="0"/>
              <a:pathLst>
                <a:path w="39117" h="11880">
                  <a:moveTo>
                    <a:pt x="0" y="0"/>
                  </a:moveTo>
                  <a:lnTo>
                    <a:pt x="39117" y="11880"/>
                  </a:lnTo>
                </a:path>
              </a:pathLst>
            </a:custGeom>
            <a:noFill/>
            <a:ln w="20003">
              <a:solidFill>
                <a:srgbClr val="ABB8C3"/>
              </a:solidFill>
            </a:ln>
          </p:spPr>
        </p:sp>
        <p:sp>
          <p:nvSpPr>
            <p:cNvPr id="1916" name="Input_receptor__1915">
              <a:extLst>
                <a:ext uri="{FF2B5EF4-FFF2-40B4-BE49-F238E27FC236}">
                  <a16:creationId xmlns:a16="http://schemas.microsoft.com/office/drawing/2014/main" id="{2A4DF456-0BDB-97A7-445E-242DD7F41921}"/>
                </a:ext>
              </a:extLst>
            </p:cNvPr>
            <p:cNvSpPr>
              <a:spLocks noGrp="1"/>
            </p:cNvSpPr>
            <p:nvPr/>
          </p:nvSpPr>
          <p:spPr>
            <a:xfrm>
              <a:off x="1087445" y="4559465"/>
              <a:ext cx="35785" cy="32086"/>
            </a:xfrm>
            <a:custGeom>
              <a:avLst/>
              <a:gdLst/>
              <a:ahLst/>
              <a:cxnLst/>
              <a:rect l="0" t="0" r="0" b="0"/>
              <a:pathLst>
                <a:path w="35785" h="32086">
                  <a:moveTo>
                    <a:pt x="0" y="0"/>
                  </a:moveTo>
                  <a:lnTo>
                    <a:pt x="35785" y="32086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7" name="Input_receptor__1916">
              <a:extLst>
                <a:ext uri="{FF2B5EF4-FFF2-40B4-BE49-F238E27FC236}">
                  <a16:creationId xmlns:a16="http://schemas.microsoft.com/office/drawing/2014/main" id="{59A3DBE3-8CE8-6032-EFD6-BB7B462DC8DB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47380"/>
              <a:ext cx="21299" cy="41171"/>
            </a:xfrm>
            <a:custGeom>
              <a:avLst/>
              <a:gdLst/>
              <a:ahLst/>
              <a:cxnLst/>
              <a:rect l="0" t="0" r="0" b="0"/>
              <a:pathLst>
                <a:path w="21299" h="41171">
                  <a:moveTo>
                    <a:pt x="0" y="41171"/>
                  </a:moveTo>
                  <a:lnTo>
                    <a:pt x="21299" y="0"/>
                  </a:lnTo>
                </a:path>
              </a:pathLst>
            </a:custGeom>
            <a:noFill/>
            <a:ln w="20003">
              <a:solidFill>
                <a:srgbClr val="ABB9C3"/>
              </a:solidFill>
            </a:ln>
          </p:spPr>
        </p:sp>
        <p:sp>
          <p:nvSpPr>
            <p:cNvPr id="1918" name="Input_receptor__1917">
              <a:extLst>
                <a:ext uri="{FF2B5EF4-FFF2-40B4-BE49-F238E27FC236}">
                  <a16:creationId xmlns:a16="http://schemas.microsoft.com/office/drawing/2014/main" id="{9EF719FC-109D-F503-0D43-5AA273DB7172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88550"/>
              <a:ext cx="38897" cy="24254"/>
            </a:xfrm>
            <a:custGeom>
              <a:avLst/>
              <a:gdLst/>
              <a:ahLst/>
              <a:cxnLst/>
              <a:rect l="0" t="0" r="0" b="0"/>
              <a:pathLst>
                <a:path w="38897" h="24254">
                  <a:moveTo>
                    <a:pt x="38897" y="242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BB9C4"/>
              </a:solidFill>
            </a:ln>
          </p:spPr>
        </p:sp>
        <p:sp>
          <p:nvSpPr>
            <p:cNvPr id="1919" name="Input_receptor__1918">
              <a:extLst>
                <a:ext uri="{FF2B5EF4-FFF2-40B4-BE49-F238E27FC236}">
                  <a16:creationId xmlns:a16="http://schemas.microsoft.com/office/drawing/2014/main" id="{D998C768-2D69-7519-9E3E-9D9C6365CB75}"/>
                </a:ext>
              </a:extLst>
            </p:cNvPr>
            <p:cNvSpPr>
              <a:spLocks noGrp="1"/>
            </p:cNvSpPr>
            <p:nvPr/>
          </p:nvSpPr>
          <p:spPr>
            <a:xfrm>
              <a:off x="1123230" y="4559195"/>
              <a:ext cx="34407" cy="32356"/>
            </a:xfrm>
            <a:custGeom>
              <a:avLst/>
              <a:gdLst/>
              <a:ahLst/>
              <a:cxnLst/>
              <a:rect l="0" t="0" r="0" b="0"/>
              <a:pathLst>
                <a:path w="34407" h="32356">
                  <a:moveTo>
                    <a:pt x="0" y="32356"/>
                  </a:moveTo>
                  <a:lnTo>
                    <a:pt x="34407" y="0"/>
                  </a:lnTo>
                </a:path>
              </a:pathLst>
            </a:custGeom>
            <a:noFill/>
            <a:ln w="8096">
              <a:solidFill>
                <a:srgbClr val="ABB9C4"/>
              </a:solidFill>
            </a:ln>
          </p:spPr>
        </p:sp>
        <p:sp>
          <p:nvSpPr>
            <p:cNvPr id="1920" name="Input_receptor__1919">
              <a:extLst>
                <a:ext uri="{FF2B5EF4-FFF2-40B4-BE49-F238E27FC236}">
                  <a16:creationId xmlns:a16="http://schemas.microsoft.com/office/drawing/2014/main" id="{C5E83356-01CE-412E-38E0-6C86CB43FE4B}"/>
                </a:ext>
              </a:extLst>
            </p:cNvPr>
            <p:cNvSpPr>
              <a:spLocks noGrp="1"/>
            </p:cNvSpPr>
            <p:nvPr/>
          </p:nvSpPr>
          <p:spPr>
            <a:xfrm>
              <a:off x="1125922" y="4493001"/>
              <a:ext cx="38549" cy="5175"/>
            </a:xfrm>
            <a:custGeom>
              <a:avLst/>
              <a:gdLst/>
              <a:ahLst/>
              <a:cxnLst/>
              <a:rect l="0" t="0" r="0" b="0"/>
              <a:pathLst>
                <a:path w="38549" h="5175">
                  <a:moveTo>
                    <a:pt x="38549" y="0"/>
                  </a:moveTo>
                  <a:lnTo>
                    <a:pt x="0" y="5175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1" name="Input_receptor__1920">
              <a:extLst>
                <a:ext uri="{FF2B5EF4-FFF2-40B4-BE49-F238E27FC236}">
                  <a16:creationId xmlns:a16="http://schemas.microsoft.com/office/drawing/2014/main" id="{A7DBEF17-F27F-BCCB-467C-2308F75440D0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52873"/>
              <a:ext cx="17746" cy="13887"/>
            </a:xfrm>
            <a:custGeom>
              <a:avLst/>
              <a:gdLst/>
              <a:ahLst/>
              <a:cxnLst/>
              <a:rect l="0" t="0" r="0" b="0"/>
              <a:pathLst>
                <a:path w="17746" h="13887">
                  <a:moveTo>
                    <a:pt x="0" y="13887"/>
                  </a:moveTo>
                  <a:lnTo>
                    <a:pt x="17746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2" name="Input_receptor__1921">
              <a:extLst>
                <a:ext uri="{FF2B5EF4-FFF2-40B4-BE49-F238E27FC236}">
                  <a16:creationId xmlns:a16="http://schemas.microsoft.com/office/drawing/2014/main" id="{6710F6C8-BC3D-12EB-2B55-0103E7E11F0C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5410" cy="48160"/>
            </a:xfrm>
            <a:custGeom>
              <a:avLst/>
              <a:gdLst/>
              <a:ahLst/>
              <a:cxnLst/>
              <a:rect l="0" t="0" r="0" b="0"/>
              <a:pathLst>
                <a:path w="5410" h="48160">
                  <a:moveTo>
                    <a:pt x="0" y="0"/>
                  </a:moveTo>
                  <a:lnTo>
                    <a:pt x="5410" y="48160"/>
                  </a:lnTo>
                </a:path>
              </a:pathLst>
            </a:custGeom>
            <a:noFill/>
            <a:ln w="20003">
              <a:solidFill>
                <a:srgbClr val="ACB9C4"/>
              </a:solidFill>
            </a:ln>
          </p:spPr>
        </p:sp>
        <p:sp>
          <p:nvSpPr>
            <p:cNvPr id="1923" name="Input_receptor__1922">
              <a:extLst>
                <a:ext uri="{FF2B5EF4-FFF2-40B4-BE49-F238E27FC236}">
                  <a16:creationId xmlns:a16="http://schemas.microsoft.com/office/drawing/2014/main" id="{19F88F52-1426-1887-5A90-FB6284317C6E}"/>
                </a:ext>
              </a:extLst>
            </p:cNvPr>
            <p:cNvSpPr>
              <a:spLocks noGrp="1"/>
            </p:cNvSpPr>
            <p:nvPr/>
          </p:nvSpPr>
          <p:spPr>
            <a:xfrm>
              <a:off x="1047371" y="4559465"/>
              <a:ext cx="40075" cy="95"/>
            </a:xfrm>
            <a:custGeom>
              <a:avLst/>
              <a:gdLst/>
              <a:ahLst/>
              <a:cxnLst/>
              <a:rect l="0" t="0" r="0" b="0"/>
              <a:pathLst>
                <a:path w="40075" h="95">
                  <a:moveTo>
                    <a:pt x="0" y="95"/>
                  </a:moveTo>
                  <a:lnTo>
                    <a:pt x="40075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4" name="Input_receptor__1923">
              <a:extLst>
                <a:ext uri="{FF2B5EF4-FFF2-40B4-BE49-F238E27FC236}">
                  <a16:creationId xmlns:a16="http://schemas.microsoft.com/office/drawing/2014/main" id="{57273526-F3B7-1226-40DB-CAD99B6530A2}"/>
                </a:ext>
              </a:extLst>
            </p:cNvPr>
            <p:cNvSpPr>
              <a:spLocks noGrp="1"/>
            </p:cNvSpPr>
            <p:nvPr/>
          </p:nvSpPr>
          <p:spPr>
            <a:xfrm>
              <a:off x="1010462" y="4559560"/>
              <a:ext cx="36909" cy="17966"/>
            </a:xfrm>
            <a:custGeom>
              <a:avLst/>
              <a:gdLst/>
              <a:ahLst/>
              <a:cxnLst/>
              <a:rect l="0" t="0" r="0" b="0"/>
              <a:pathLst>
                <a:path w="36909" h="17966">
                  <a:moveTo>
                    <a:pt x="0" y="17966"/>
                  </a:moveTo>
                  <a:lnTo>
                    <a:pt x="36909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5" name="Input_receptor__1924">
              <a:extLst>
                <a:ext uri="{FF2B5EF4-FFF2-40B4-BE49-F238E27FC236}">
                  <a16:creationId xmlns:a16="http://schemas.microsoft.com/office/drawing/2014/main" id="{C8FBCB88-8CBD-F8A0-B4E6-549D4AAB3462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35439"/>
              <a:ext cx="11722" cy="45861"/>
            </a:xfrm>
            <a:custGeom>
              <a:avLst/>
              <a:gdLst/>
              <a:ahLst/>
              <a:cxnLst/>
              <a:rect l="0" t="0" r="0" b="0"/>
              <a:pathLst>
                <a:path w="11722" h="45861">
                  <a:moveTo>
                    <a:pt x="11722" y="4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CBAC4"/>
              </a:solidFill>
            </a:ln>
          </p:spPr>
        </p:sp>
        <p:sp>
          <p:nvSpPr>
            <p:cNvPr id="1926" name="Input_receptor__1925">
              <a:extLst>
                <a:ext uri="{FF2B5EF4-FFF2-40B4-BE49-F238E27FC236}">
                  <a16:creationId xmlns:a16="http://schemas.microsoft.com/office/drawing/2014/main" id="{C3A4FD90-B828-5F4C-494F-FA1EBF23D4DA}"/>
                </a:ext>
              </a:extLst>
            </p:cNvPr>
            <p:cNvSpPr>
              <a:spLocks noGrp="1"/>
            </p:cNvSpPr>
            <p:nvPr/>
          </p:nvSpPr>
          <p:spPr>
            <a:xfrm>
              <a:off x="1274752" y="4818576"/>
              <a:ext cx="35731" cy="13574"/>
            </a:xfrm>
            <a:custGeom>
              <a:avLst/>
              <a:gdLst/>
              <a:ahLst/>
              <a:cxnLst/>
              <a:rect l="0" t="0" r="0" b="0"/>
              <a:pathLst>
                <a:path w="35731" h="13574">
                  <a:moveTo>
                    <a:pt x="35731" y="0"/>
                  </a:moveTo>
                  <a:lnTo>
                    <a:pt x="0" y="13574"/>
                  </a:lnTo>
                </a:path>
              </a:pathLst>
            </a:custGeom>
            <a:noFill/>
            <a:ln w="8096">
              <a:solidFill>
                <a:srgbClr val="ADBAC4"/>
              </a:solidFill>
            </a:ln>
          </p:spPr>
        </p:sp>
        <p:sp>
          <p:nvSpPr>
            <p:cNvPr id="1927" name="Input_receptor__1926">
              <a:extLst>
                <a:ext uri="{FF2B5EF4-FFF2-40B4-BE49-F238E27FC236}">
                  <a16:creationId xmlns:a16="http://schemas.microsoft.com/office/drawing/2014/main" id="{45E29515-D379-0A8D-9B60-3A29E49581FE}"/>
                </a:ext>
              </a:extLst>
            </p:cNvPr>
            <p:cNvSpPr>
              <a:spLocks noGrp="1"/>
            </p:cNvSpPr>
            <p:nvPr/>
          </p:nvSpPr>
          <p:spPr>
            <a:xfrm>
              <a:off x="793651" y="4535427"/>
              <a:ext cx="7527" cy="46098"/>
            </a:xfrm>
            <a:custGeom>
              <a:avLst/>
              <a:gdLst/>
              <a:ahLst/>
              <a:cxnLst/>
              <a:rect l="0" t="0" r="0" b="0"/>
              <a:pathLst>
                <a:path w="7527" h="46098">
                  <a:moveTo>
                    <a:pt x="7527" y="0"/>
                  </a:moveTo>
                  <a:lnTo>
                    <a:pt x="0" y="46098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8" name="Input_receptor__1927">
              <a:extLst>
                <a:ext uri="{FF2B5EF4-FFF2-40B4-BE49-F238E27FC236}">
                  <a16:creationId xmlns:a16="http://schemas.microsoft.com/office/drawing/2014/main" id="{F544EB83-68F6-B83E-CC34-04DF8F7C93AC}"/>
                </a:ext>
              </a:extLst>
            </p:cNvPr>
            <p:cNvSpPr>
              <a:spLocks noGrp="1"/>
            </p:cNvSpPr>
            <p:nvPr/>
          </p:nvSpPr>
          <p:spPr>
            <a:xfrm>
              <a:off x="1315517" y="4519584"/>
              <a:ext cx="25282" cy="32480"/>
            </a:xfrm>
            <a:custGeom>
              <a:avLst/>
              <a:gdLst/>
              <a:ahLst/>
              <a:cxnLst/>
              <a:rect l="0" t="0" r="0" b="0"/>
              <a:pathLst>
                <a:path w="25282" h="32480">
                  <a:moveTo>
                    <a:pt x="0" y="0"/>
                  </a:moveTo>
                  <a:lnTo>
                    <a:pt x="25282" y="3248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9" name="Input_receptor__1928">
              <a:extLst>
                <a:ext uri="{FF2B5EF4-FFF2-40B4-BE49-F238E27FC236}">
                  <a16:creationId xmlns:a16="http://schemas.microsoft.com/office/drawing/2014/main" id="{5852B214-CB4C-D440-ED33-A13D2938A99D}"/>
                </a:ext>
              </a:extLst>
            </p:cNvPr>
            <p:cNvSpPr>
              <a:spLocks noGrp="1"/>
            </p:cNvSpPr>
            <p:nvPr/>
          </p:nvSpPr>
          <p:spPr>
            <a:xfrm>
              <a:off x="865203" y="4545265"/>
              <a:ext cx="47761" cy="7779"/>
            </a:xfrm>
            <a:custGeom>
              <a:avLst/>
              <a:gdLst/>
              <a:ahLst/>
              <a:cxnLst/>
              <a:rect l="0" t="0" r="0" b="0"/>
              <a:pathLst>
                <a:path w="47761" h="7779">
                  <a:moveTo>
                    <a:pt x="47761" y="7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30" name="Input_receptor__1929">
              <a:extLst>
                <a:ext uri="{FF2B5EF4-FFF2-40B4-BE49-F238E27FC236}">
                  <a16:creationId xmlns:a16="http://schemas.microsoft.com/office/drawing/2014/main" id="{3DD4C40C-4D75-AAFB-0D6B-C3042C9AECF9}"/>
                </a:ext>
              </a:extLst>
            </p:cNvPr>
            <p:cNvSpPr>
              <a:spLocks noGrp="1"/>
            </p:cNvSpPr>
            <p:nvPr/>
          </p:nvSpPr>
          <p:spPr>
            <a:xfrm>
              <a:off x="1171828" y="4598319"/>
              <a:ext cx="32721" cy="35453"/>
            </a:xfrm>
            <a:custGeom>
              <a:avLst/>
              <a:gdLst/>
              <a:ahLst/>
              <a:cxnLst/>
              <a:rect l="0" t="0" r="0" b="0"/>
              <a:pathLst>
                <a:path w="32721" h="35453">
                  <a:moveTo>
                    <a:pt x="0" y="35453"/>
                  </a:moveTo>
                  <a:lnTo>
                    <a:pt x="32721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1" name="Input_receptor__1930">
              <a:extLst>
                <a:ext uri="{FF2B5EF4-FFF2-40B4-BE49-F238E27FC236}">
                  <a16:creationId xmlns:a16="http://schemas.microsoft.com/office/drawing/2014/main" id="{C7A3B13F-A72E-1501-69AB-C79E1A1FD467}"/>
                </a:ext>
              </a:extLst>
            </p:cNvPr>
            <p:cNvSpPr>
              <a:spLocks noGrp="1"/>
            </p:cNvSpPr>
            <p:nvPr/>
          </p:nvSpPr>
          <p:spPr>
            <a:xfrm>
              <a:off x="781815" y="4728054"/>
              <a:ext cx="47624" cy="8384"/>
            </a:xfrm>
            <a:custGeom>
              <a:avLst/>
              <a:gdLst/>
              <a:ahLst/>
              <a:cxnLst/>
              <a:rect l="0" t="0" r="0" b="0"/>
              <a:pathLst>
                <a:path w="47624" h="8384">
                  <a:moveTo>
                    <a:pt x="0" y="8384"/>
                  </a:moveTo>
                  <a:lnTo>
                    <a:pt x="47624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2" name="Input_receptor__1931">
              <a:extLst>
                <a:ext uri="{FF2B5EF4-FFF2-40B4-BE49-F238E27FC236}">
                  <a16:creationId xmlns:a16="http://schemas.microsoft.com/office/drawing/2014/main" id="{C725343D-CDBD-0DED-18EA-82243E8EC7A2}"/>
                </a:ext>
              </a:extLst>
            </p:cNvPr>
            <p:cNvSpPr>
              <a:spLocks noGrp="1"/>
            </p:cNvSpPr>
            <p:nvPr/>
          </p:nvSpPr>
          <p:spPr>
            <a:xfrm>
              <a:off x="734973" y="4538619"/>
              <a:ext cx="6515" cy="38008"/>
            </a:xfrm>
            <a:custGeom>
              <a:avLst/>
              <a:gdLst/>
              <a:ahLst/>
              <a:cxnLst/>
              <a:rect l="0" t="0" r="0" b="0"/>
              <a:pathLst>
                <a:path w="6515" h="38008">
                  <a:moveTo>
                    <a:pt x="6515" y="0"/>
                  </a:moveTo>
                  <a:lnTo>
                    <a:pt x="0" y="3800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3" name="Input_receptor__1932">
              <a:extLst>
                <a:ext uri="{FF2B5EF4-FFF2-40B4-BE49-F238E27FC236}">
                  <a16:creationId xmlns:a16="http://schemas.microsoft.com/office/drawing/2014/main" id="{60EDDBBD-5FDE-816E-5BA5-5C4DECD980F6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19584"/>
              <a:ext cx="40952" cy="15855"/>
            </a:xfrm>
            <a:custGeom>
              <a:avLst/>
              <a:gdLst/>
              <a:ahLst/>
              <a:cxnLst/>
              <a:rect l="0" t="0" r="0" b="0"/>
              <a:pathLst>
                <a:path w="40952" h="15855">
                  <a:moveTo>
                    <a:pt x="0" y="15855"/>
                  </a:moveTo>
                  <a:lnTo>
                    <a:pt x="40952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4" name="Input_receptor__1933">
              <a:extLst>
                <a:ext uri="{FF2B5EF4-FFF2-40B4-BE49-F238E27FC236}">
                  <a16:creationId xmlns:a16="http://schemas.microsoft.com/office/drawing/2014/main" id="{BE93F314-5462-8579-699A-AA93BC4BBE31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598644"/>
              <a:ext cx="38439" cy="8162"/>
            </a:xfrm>
            <a:custGeom>
              <a:avLst/>
              <a:gdLst/>
              <a:ahLst/>
              <a:cxnLst/>
              <a:rect l="0" t="0" r="0" b="0"/>
              <a:pathLst>
                <a:path w="38439" h="8162">
                  <a:moveTo>
                    <a:pt x="0" y="8162"/>
                  </a:moveTo>
                  <a:lnTo>
                    <a:pt x="38439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5" name="Input_receptor__1934">
              <a:extLst>
                <a:ext uri="{FF2B5EF4-FFF2-40B4-BE49-F238E27FC236}">
                  <a16:creationId xmlns:a16="http://schemas.microsoft.com/office/drawing/2014/main" id="{56B8C9B2-F835-B440-A62A-E15BBC0A1B95}"/>
                </a:ext>
              </a:extLst>
            </p:cNvPr>
            <p:cNvSpPr>
              <a:spLocks noGrp="1"/>
            </p:cNvSpPr>
            <p:nvPr/>
          </p:nvSpPr>
          <p:spPr>
            <a:xfrm>
              <a:off x="723834" y="4576627"/>
              <a:ext cx="11139" cy="25778"/>
            </a:xfrm>
            <a:custGeom>
              <a:avLst/>
              <a:gdLst/>
              <a:ahLst/>
              <a:cxnLst/>
              <a:rect l="0" t="0" r="0" b="0"/>
              <a:pathLst>
                <a:path w="11139" h="25778">
                  <a:moveTo>
                    <a:pt x="11139" y="0"/>
                  </a:moveTo>
                  <a:lnTo>
                    <a:pt x="0" y="2577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6" name="Input_receptor__1935">
              <a:extLst>
                <a:ext uri="{FF2B5EF4-FFF2-40B4-BE49-F238E27FC236}">
                  <a16:creationId xmlns:a16="http://schemas.microsoft.com/office/drawing/2014/main" id="{21ADE832-FE96-0A9A-6A0F-704545E09A63}"/>
                </a:ext>
              </a:extLst>
            </p:cNvPr>
            <p:cNvSpPr>
              <a:spLocks noGrp="1"/>
            </p:cNvSpPr>
            <p:nvPr/>
          </p:nvSpPr>
          <p:spPr>
            <a:xfrm>
              <a:off x="1157637" y="4532922"/>
              <a:ext cx="933" cy="26273"/>
            </a:xfrm>
            <a:custGeom>
              <a:avLst/>
              <a:gdLst/>
              <a:ahLst/>
              <a:cxnLst/>
              <a:rect l="0" t="0" r="0" b="0"/>
              <a:pathLst>
                <a:path w="933" h="26273">
                  <a:moveTo>
                    <a:pt x="0" y="26273"/>
                  </a:moveTo>
                  <a:lnTo>
                    <a:pt x="933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7" name="Input_receptor__1936">
              <a:extLst>
                <a:ext uri="{FF2B5EF4-FFF2-40B4-BE49-F238E27FC236}">
                  <a16:creationId xmlns:a16="http://schemas.microsoft.com/office/drawing/2014/main" id="{C329203C-B471-A39E-31EA-ECC8333CD7EA}"/>
                </a:ext>
              </a:extLst>
            </p:cNvPr>
            <p:cNvSpPr>
              <a:spLocks noGrp="1"/>
            </p:cNvSpPr>
            <p:nvPr/>
          </p:nvSpPr>
          <p:spPr>
            <a:xfrm>
              <a:off x="910029" y="4553044"/>
              <a:ext cx="2935" cy="45600"/>
            </a:xfrm>
            <a:custGeom>
              <a:avLst/>
              <a:gdLst/>
              <a:ahLst/>
              <a:cxnLst/>
              <a:rect l="0" t="0" r="0" b="0"/>
              <a:pathLst>
                <a:path w="2935" h="45600">
                  <a:moveTo>
                    <a:pt x="0" y="45600"/>
                  </a:moveTo>
                  <a:lnTo>
                    <a:pt x="2935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8" name="Input_receptor__1937">
              <a:extLst>
                <a:ext uri="{FF2B5EF4-FFF2-40B4-BE49-F238E27FC236}">
                  <a16:creationId xmlns:a16="http://schemas.microsoft.com/office/drawing/2014/main" id="{4081E88B-8E77-7283-643F-30ACC8935311}"/>
                </a:ext>
              </a:extLst>
            </p:cNvPr>
            <p:cNvSpPr>
              <a:spLocks noGrp="1"/>
            </p:cNvSpPr>
            <p:nvPr/>
          </p:nvSpPr>
          <p:spPr>
            <a:xfrm>
              <a:off x="767790" y="4694102"/>
              <a:ext cx="14025" cy="42336"/>
            </a:xfrm>
            <a:custGeom>
              <a:avLst/>
              <a:gdLst/>
              <a:ahLst/>
              <a:cxnLst/>
              <a:rect l="0" t="0" r="0" b="0"/>
              <a:pathLst>
                <a:path w="14025" h="42336">
                  <a:moveTo>
                    <a:pt x="0" y="0"/>
                  </a:moveTo>
                  <a:lnTo>
                    <a:pt x="14025" y="42336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9" name="Input_receptor__1938">
              <a:extLst>
                <a:ext uri="{FF2B5EF4-FFF2-40B4-BE49-F238E27FC236}">
                  <a16:creationId xmlns:a16="http://schemas.microsoft.com/office/drawing/2014/main" id="{385F91D7-1FF4-FCE9-8111-BFB6CC36D7BC}"/>
                </a:ext>
              </a:extLst>
            </p:cNvPr>
            <p:cNvSpPr>
              <a:spLocks noGrp="1"/>
            </p:cNvSpPr>
            <p:nvPr/>
          </p:nvSpPr>
          <p:spPr>
            <a:xfrm>
              <a:off x="1321774" y="4688530"/>
              <a:ext cx="3854" cy="24274"/>
            </a:xfrm>
            <a:custGeom>
              <a:avLst/>
              <a:gdLst/>
              <a:ahLst/>
              <a:cxnLst/>
              <a:rect l="0" t="0" r="0" b="0"/>
              <a:pathLst>
                <a:path w="3854" h="24274">
                  <a:moveTo>
                    <a:pt x="0" y="0"/>
                  </a:moveTo>
                  <a:lnTo>
                    <a:pt x="3854" y="24274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40" name="Input_receptor__1939">
              <a:extLst>
                <a:ext uri="{FF2B5EF4-FFF2-40B4-BE49-F238E27FC236}">
                  <a16:creationId xmlns:a16="http://schemas.microsoft.com/office/drawing/2014/main" id="{DC80B365-6731-8999-EC83-5F7A7D11781A}"/>
                </a:ext>
              </a:extLst>
            </p:cNvPr>
            <p:cNvSpPr>
              <a:spLocks noGrp="1"/>
            </p:cNvSpPr>
            <p:nvPr/>
          </p:nvSpPr>
          <p:spPr>
            <a:xfrm>
              <a:off x="1139376" y="4618409"/>
              <a:ext cx="32452" cy="15363"/>
            </a:xfrm>
            <a:custGeom>
              <a:avLst/>
              <a:gdLst/>
              <a:ahLst/>
              <a:cxnLst/>
              <a:rect l="0" t="0" r="0" b="0"/>
              <a:pathLst>
                <a:path w="32452" h="15363">
                  <a:moveTo>
                    <a:pt x="0" y="0"/>
                  </a:moveTo>
                  <a:lnTo>
                    <a:pt x="32452" y="15363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1" name="Input_receptor__1940">
              <a:extLst>
                <a:ext uri="{FF2B5EF4-FFF2-40B4-BE49-F238E27FC236}">
                  <a16:creationId xmlns:a16="http://schemas.microsoft.com/office/drawing/2014/main" id="{A3C9B6AA-4213-FA15-F377-8F399BF49B33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19737" cy="1288"/>
            </a:xfrm>
            <a:custGeom>
              <a:avLst/>
              <a:gdLst/>
              <a:ahLst/>
              <a:cxnLst/>
              <a:rect l="0" t="0" r="0" b="0"/>
              <a:pathLst>
                <a:path w="19737" h="1288">
                  <a:moveTo>
                    <a:pt x="19737" y="1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2" name="Input_receptor__1941">
              <a:extLst>
                <a:ext uri="{FF2B5EF4-FFF2-40B4-BE49-F238E27FC236}">
                  <a16:creationId xmlns:a16="http://schemas.microsoft.com/office/drawing/2014/main" id="{BC8B47E1-DFF8-8B3C-D17F-69F181D1843D}"/>
                </a:ext>
              </a:extLst>
            </p:cNvPr>
            <p:cNvSpPr>
              <a:spLocks noGrp="1"/>
            </p:cNvSpPr>
            <p:nvPr/>
          </p:nvSpPr>
          <p:spPr>
            <a:xfrm>
              <a:off x="1158570" y="4493001"/>
              <a:ext cx="5901" cy="39920"/>
            </a:xfrm>
            <a:custGeom>
              <a:avLst/>
              <a:gdLst/>
              <a:ahLst/>
              <a:cxnLst/>
              <a:rect l="0" t="0" r="0" b="0"/>
              <a:pathLst>
                <a:path w="5901" h="39920">
                  <a:moveTo>
                    <a:pt x="0" y="39920"/>
                  </a:moveTo>
                  <a:lnTo>
                    <a:pt x="5901" y="0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3" name="Input_receptor__1942">
              <a:extLst>
                <a:ext uri="{FF2B5EF4-FFF2-40B4-BE49-F238E27FC236}">
                  <a16:creationId xmlns:a16="http://schemas.microsoft.com/office/drawing/2014/main" id="{14755ADB-2C1F-B901-5C68-5711C4BAF39D}"/>
                </a:ext>
              </a:extLst>
            </p:cNvPr>
            <p:cNvSpPr>
              <a:spLocks noGrp="1"/>
            </p:cNvSpPr>
            <p:nvPr/>
          </p:nvSpPr>
          <p:spPr>
            <a:xfrm>
              <a:off x="801178" y="4523136"/>
              <a:ext cx="12523" cy="12291"/>
            </a:xfrm>
            <a:custGeom>
              <a:avLst/>
              <a:gdLst/>
              <a:ahLst/>
              <a:cxnLst/>
              <a:rect l="0" t="0" r="0" b="0"/>
              <a:pathLst>
                <a:path w="12523" h="12291">
                  <a:moveTo>
                    <a:pt x="12523" y="0"/>
                  </a:moveTo>
                  <a:lnTo>
                    <a:pt x="0" y="12291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4" name="Input_receptor__1943">
              <a:extLst>
                <a:ext uri="{FF2B5EF4-FFF2-40B4-BE49-F238E27FC236}">
                  <a16:creationId xmlns:a16="http://schemas.microsoft.com/office/drawing/2014/main" id="{56F4B62C-7D8B-E0C7-94B1-9ADE6639027A}"/>
                </a:ext>
              </a:extLst>
            </p:cNvPr>
            <p:cNvSpPr>
              <a:spLocks noGrp="1"/>
            </p:cNvSpPr>
            <p:nvPr/>
          </p:nvSpPr>
          <p:spPr>
            <a:xfrm>
              <a:off x="694140" y="4652873"/>
              <a:ext cx="26228" cy="37486"/>
            </a:xfrm>
            <a:custGeom>
              <a:avLst/>
              <a:gdLst/>
              <a:ahLst/>
              <a:cxnLst/>
              <a:rect l="0" t="0" r="0" b="0"/>
              <a:pathLst>
                <a:path w="26228" h="37486">
                  <a:moveTo>
                    <a:pt x="0" y="0"/>
                  </a:moveTo>
                  <a:lnTo>
                    <a:pt x="26228" y="37486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5" name="Input_receptor__1944">
              <a:extLst>
                <a:ext uri="{FF2B5EF4-FFF2-40B4-BE49-F238E27FC236}">
                  <a16:creationId xmlns:a16="http://schemas.microsoft.com/office/drawing/2014/main" id="{C8751835-664D-DF37-C97D-A0DA27E0A143}"/>
                </a:ext>
              </a:extLst>
            </p:cNvPr>
            <p:cNvSpPr>
              <a:spLocks noGrp="1"/>
            </p:cNvSpPr>
            <p:nvPr/>
          </p:nvSpPr>
          <p:spPr>
            <a:xfrm>
              <a:off x="829438" y="4728054"/>
              <a:ext cx="23150" cy="21587"/>
            </a:xfrm>
            <a:custGeom>
              <a:avLst/>
              <a:gdLst/>
              <a:ahLst/>
              <a:cxnLst/>
              <a:rect l="0" t="0" r="0" b="0"/>
              <a:pathLst>
                <a:path w="23150" h="21587">
                  <a:moveTo>
                    <a:pt x="0" y="0"/>
                  </a:moveTo>
                  <a:lnTo>
                    <a:pt x="23150" y="21587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6" name="Input_receptor__1945">
              <a:extLst>
                <a:ext uri="{FF2B5EF4-FFF2-40B4-BE49-F238E27FC236}">
                  <a16:creationId xmlns:a16="http://schemas.microsoft.com/office/drawing/2014/main" id="{0ADEE4D8-5C47-9B39-B56E-B3D17CA6B51E}"/>
                </a:ext>
              </a:extLst>
            </p:cNvPr>
            <p:cNvSpPr>
              <a:spLocks noGrp="1"/>
            </p:cNvSpPr>
            <p:nvPr/>
          </p:nvSpPr>
          <p:spPr>
            <a:xfrm>
              <a:off x="844996" y="4545265"/>
              <a:ext cx="20207" cy="14576"/>
            </a:xfrm>
            <a:custGeom>
              <a:avLst/>
              <a:gdLst/>
              <a:ahLst/>
              <a:cxnLst/>
              <a:rect l="0" t="0" r="0" b="0"/>
              <a:pathLst>
                <a:path w="20207" h="14576">
                  <a:moveTo>
                    <a:pt x="20207" y="0"/>
                  </a:moveTo>
                  <a:lnTo>
                    <a:pt x="0" y="14576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7" name="Input_receptor__1946">
              <a:extLst>
                <a:ext uri="{FF2B5EF4-FFF2-40B4-BE49-F238E27FC236}">
                  <a16:creationId xmlns:a16="http://schemas.microsoft.com/office/drawing/2014/main" id="{FEA36A15-E1FA-DE80-B03D-2B9CECE09644}"/>
                </a:ext>
              </a:extLst>
            </p:cNvPr>
            <p:cNvSpPr>
              <a:spLocks noGrp="1"/>
            </p:cNvSpPr>
            <p:nvPr/>
          </p:nvSpPr>
          <p:spPr>
            <a:xfrm>
              <a:off x="720368" y="4690359"/>
              <a:ext cx="47422" cy="3743"/>
            </a:xfrm>
            <a:custGeom>
              <a:avLst/>
              <a:gdLst/>
              <a:ahLst/>
              <a:cxnLst/>
              <a:rect l="0" t="0" r="0" b="0"/>
              <a:pathLst>
                <a:path w="47422" h="3743">
                  <a:moveTo>
                    <a:pt x="0" y="0"/>
                  </a:moveTo>
                  <a:lnTo>
                    <a:pt x="47422" y="3743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8" name="Input_receptor__1947">
              <a:extLst>
                <a:ext uri="{FF2B5EF4-FFF2-40B4-BE49-F238E27FC236}">
                  <a16:creationId xmlns:a16="http://schemas.microsoft.com/office/drawing/2014/main" id="{EF26E192-D067-50B9-E9AE-A0DF8FB81D31}"/>
                </a:ext>
              </a:extLst>
            </p:cNvPr>
            <p:cNvSpPr>
              <a:spLocks noGrp="1"/>
            </p:cNvSpPr>
            <p:nvPr/>
          </p:nvSpPr>
          <p:spPr>
            <a:xfrm>
              <a:off x="1204550" y="4585751"/>
              <a:ext cx="24286" cy="12567"/>
            </a:xfrm>
            <a:custGeom>
              <a:avLst/>
              <a:gdLst/>
              <a:ahLst/>
              <a:cxnLst/>
              <a:rect l="0" t="0" r="0" b="0"/>
              <a:pathLst>
                <a:path w="24286" h="12567">
                  <a:moveTo>
                    <a:pt x="0" y="12567"/>
                  </a:moveTo>
                  <a:lnTo>
                    <a:pt x="24286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9" name="Input_receptor__1948">
              <a:extLst>
                <a:ext uri="{FF2B5EF4-FFF2-40B4-BE49-F238E27FC236}">
                  <a16:creationId xmlns:a16="http://schemas.microsoft.com/office/drawing/2014/main" id="{D085B6E9-DC90-F572-1DF7-35EA023DD14C}"/>
                </a:ext>
              </a:extLst>
            </p:cNvPr>
            <p:cNvSpPr>
              <a:spLocks noGrp="1"/>
            </p:cNvSpPr>
            <p:nvPr/>
          </p:nvSpPr>
          <p:spPr>
            <a:xfrm>
              <a:off x="769238" y="4566375"/>
              <a:ext cx="24413" cy="15150"/>
            </a:xfrm>
            <a:custGeom>
              <a:avLst/>
              <a:gdLst/>
              <a:ahLst/>
              <a:cxnLst/>
              <a:rect l="0" t="0" r="0" b="0"/>
              <a:pathLst>
                <a:path w="24413" h="15150">
                  <a:moveTo>
                    <a:pt x="24413" y="151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0" name="Input_receptor__1949">
              <a:extLst>
                <a:ext uri="{FF2B5EF4-FFF2-40B4-BE49-F238E27FC236}">
                  <a16:creationId xmlns:a16="http://schemas.microsoft.com/office/drawing/2014/main" id="{7ABADED3-C639-52EB-A99C-80A14FC89DCE}"/>
                </a:ext>
              </a:extLst>
            </p:cNvPr>
            <p:cNvSpPr>
              <a:spLocks noGrp="1"/>
            </p:cNvSpPr>
            <p:nvPr/>
          </p:nvSpPr>
          <p:spPr>
            <a:xfrm>
              <a:off x="1286286" y="4569841"/>
              <a:ext cx="11501" cy="11459"/>
            </a:xfrm>
            <a:custGeom>
              <a:avLst/>
              <a:gdLst/>
              <a:ahLst/>
              <a:cxnLst/>
              <a:rect l="0" t="0" r="0" b="0"/>
              <a:pathLst>
                <a:path w="11501" h="11459">
                  <a:moveTo>
                    <a:pt x="11501" y="0"/>
                  </a:moveTo>
                  <a:lnTo>
                    <a:pt x="0" y="11459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1" name="Input_receptor__1950">
              <a:extLst>
                <a:ext uri="{FF2B5EF4-FFF2-40B4-BE49-F238E27FC236}">
                  <a16:creationId xmlns:a16="http://schemas.microsoft.com/office/drawing/2014/main" id="{BC487FEC-0CCD-1258-DA52-1BA3CD0587BE}"/>
                </a:ext>
              </a:extLst>
            </p:cNvPr>
            <p:cNvSpPr>
              <a:spLocks noGrp="1"/>
            </p:cNvSpPr>
            <p:nvPr/>
          </p:nvSpPr>
          <p:spPr>
            <a:xfrm>
              <a:off x="1098668" y="4618409"/>
              <a:ext cx="40708" cy="24426"/>
            </a:xfrm>
            <a:custGeom>
              <a:avLst/>
              <a:gdLst/>
              <a:ahLst/>
              <a:cxnLst/>
              <a:rect l="0" t="0" r="0" b="0"/>
              <a:pathLst>
                <a:path w="40708" h="24426">
                  <a:moveTo>
                    <a:pt x="0" y="24426"/>
                  </a:moveTo>
                  <a:lnTo>
                    <a:pt x="40708" y="0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52" name="Input_receptor__1951">
              <a:extLst>
                <a:ext uri="{FF2B5EF4-FFF2-40B4-BE49-F238E27FC236}">
                  <a16:creationId xmlns:a16="http://schemas.microsoft.com/office/drawing/2014/main" id="{D88C7BC1-9EBA-ABE6-B886-BB8AAB8D1138}"/>
                </a:ext>
              </a:extLst>
            </p:cNvPr>
            <p:cNvSpPr>
              <a:spLocks noGrp="1"/>
            </p:cNvSpPr>
            <p:nvPr/>
          </p:nvSpPr>
          <p:spPr>
            <a:xfrm>
              <a:off x="741488" y="4538619"/>
              <a:ext cx="27750" cy="27757"/>
            </a:xfrm>
            <a:custGeom>
              <a:avLst/>
              <a:gdLst/>
              <a:ahLst/>
              <a:cxnLst/>
              <a:rect l="0" t="0" r="0" b="0"/>
              <a:pathLst>
                <a:path w="27750" h="27757">
                  <a:moveTo>
                    <a:pt x="27750" y="277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3" name="Input_receptor__1952">
              <a:extLst>
                <a:ext uri="{FF2B5EF4-FFF2-40B4-BE49-F238E27FC236}">
                  <a16:creationId xmlns:a16="http://schemas.microsoft.com/office/drawing/2014/main" id="{E03D1127-1F82-29A0-EA32-612FA383F9EF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700453"/>
              <a:ext cx="7108" cy="46543"/>
            </a:xfrm>
            <a:custGeom>
              <a:avLst/>
              <a:gdLst/>
              <a:ahLst/>
              <a:cxnLst/>
              <a:rect l="0" t="0" r="0" b="0"/>
              <a:pathLst>
                <a:path w="7108" h="46543">
                  <a:moveTo>
                    <a:pt x="7108" y="46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4" name="Input_receptor__1953">
              <a:extLst>
                <a:ext uri="{FF2B5EF4-FFF2-40B4-BE49-F238E27FC236}">
                  <a16:creationId xmlns:a16="http://schemas.microsoft.com/office/drawing/2014/main" id="{F278E69C-A5E5-E9F0-AB31-0689724EC86E}"/>
                </a:ext>
              </a:extLst>
            </p:cNvPr>
            <p:cNvSpPr>
              <a:spLocks noGrp="1"/>
            </p:cNvSpPr>
            <p:nvPr/>
          </p:nvSpPr>
          <p:spPr>
            <a:xfrm>
              <a:off x="691044" y="4568781"/>
              <a:ext cx="32790" cy="33624"/>
            </a:xfrm>
            <a:custGeom>
              <a:avLst/>
              <a:gdLst/>
              <a:ahLst/>
              <a:cxnLst/>
              <a:rect l="0" t="0" r="0" b="0"/>
              <a:pathLst>
                <a:path w="32790" h="33624">
                  <a:moveTo>
                    <a:pt x="32790" y="336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5" name="Input_receptor__1954">
              <a:extLst>
                <a:ext uri="{FF2B5EF4-FFF2-40B4-BE49-F238E27FC236}">
                  <a16:creationId xmlns:a16="http://schemas.microsoft.com/office/drawing/2014/main" id="{4C7936DE-1DF6-37C6-9F2A-DE9CC8C897A4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688530"/>
              <a:ext cx="46647" cy="11923"/>
            </a:xfrm>
            <a:custGeom>
              <a:avLst/>
              <a:gdLst/>
              <a:ahLst/>
              <a:cxnLst/>
              <a:rect l="0" t="0" r="0" b="0"/>
              <a:pathLst>
                <a:path w="46647" h="11923">
                  <a:moveTo>
                    <a:pt x="0" y="11923"/>
                  </a:moveTo>
                  <a:lnTo>
                    <a:pt x="46647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6" name="Input_receptor__1955">
              <a:extLst>
                <a:ext uri="{FF2B5EF4-FFF2-40B4-BE49-F238E27FC236}">
                  <a16:creationId xmlns:a16="http://schemas.microsoft.com/office/drawing/2014/main" id="{F256230C-AB3F-24A2-76E1-0EA0E14B5F13}"/>
                </a:ext>
              </a:extLst>
            </p:cNvPr>
            <p:cNvSpPr>
              <a:spLocks noGrp="1"/>
            </p:cNvSpPr>
            <p:nvPr/>
          </p:nvSpPr>
          <p:spPr>
            <a:xfrm>
              <a:off x="813702" y="4523136"/>
              <a:ext cx="31294" cy="36705"/>
            </a:xfrm>
            <a:custGeom>
              <a:avLst/>
              <a:gdLst/>
              <a:ahLst/>
              <a:cxnLst/>
              <a:rect l="0" t="0" r="0" b="0"/>
              <a:pathLst>
                <a:path w="31294" h="36705">
                  <a:moveTo>
                    <a:pt x="31294" y="367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7" name="Input_receptor__1956">
              <a:extLst>
                <a:ext uri="{FF2B5EF4-FFF2-40B4-BE49-F238E27FC236}">
                  <a16:creationId xmlns:a16="http://schemas.microsoft.com/office/drawing/2014/main" id="{6244C351-D4B5-21E7-E842-438F744426FB}"/>
                </a:ext>
              </a:extLst>
            </p:cNvPr>
            <p:cNvSpPr>
              <a:spLocks noGrp="1"/>
            </p:cNvSpPr>
            <p:nvPr/>
          </p:nvSpPr>
          <p:spPr>
            <a:xfrm>
              <a:off x="852588" y="4717871"/>
              <a:ext cx="35709" cy="31771"/>
            </a:xfrm>
            <a:custGeom>
              <a:avLst/>
              <a:gdLst/>
              <a:ahLst/>
              <a:cxnLst/>
              <a:rect l="0" t="0" r="0" b="0"/>
              <a:pathLst>
                <a:path w="35709" h="31771">
                  <a:moveTo>
                    <a:pt x="0" y="31771"/>
                  </a:moveTo>
                  <a:lnTo>
                    <a:pt x="35709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8" name="Input_receptor__1957">
              <a:extLst>
                <a:ext uri="{FF2B5EF4-FFF2-40B4-BE49-F238E27FC236}">
                  <a16:creationId xmlns:a16="http://schemas.microsoft.com/office/drawing/2014/main" id="{0B4D2840-3A86-E428-3E30-862EDCE80ADF}"/>
                </a:ext>
              </a:extLst>
            </p:cNvPr>
            <p:cNvSpPr>
              <a:spLocks noGrp="1"/>
            </p:cNvSpPr>
            <p:nvPr/>
          </p:nvSpPr>
          <p:spPr>
            <a:xfrm>
              <a:off x="1282235" y="4746997"/>
              <a:ext cx="37016" cy="3831"/>
            </a:xfrm>
            <a:custGeom>
              <a:avLst/>
              <a:gdLst/>
              <a:ahLst/>
              <a:cxnLst/>
              <a:rect l="0" t="0" r="0" b="0"/>
              <a:pathLst>
                <a:path w="37016" h="3831">
                  <a:moveTo>
                    <a:pt x="37016" y="3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9" name="Input_receptor__1958">
              <a:extLst>
                <a:ext uri="{FF2B5EF4-FFF2-40B4-BE49-F238E27FC236}">
                  <a16:creationId xmlns:a16="http://schemas.microsoft.com/office/drawing/2014/main" id="{63D63D27-9739-61D3-6375-41266F038931}"/>
                </a:ext>
              </a:extLst>
            </p:cNvPr>
            <p:cNvSpPr>
              <a:spLocks noGrp="1"/>
            </p:cNvSpPr>
            <p:nvPr/>
          </p:nvSpPr>
          <p:spPr>
            <a:xfrm>
              <a:off x="856922" y="4681273"/>
              <a:ext cx="31375" cy="36598"/>
            </a:xfrm>
            <a:custGeom>
              <a:avLst/>
              <a:gdLst/>
              <a:ahLst/>
              <a:cxnLst/>
              <a:rect l="0" t="0" r="0" b="0"/>
              <a:pathLst>
                <a:path w="31375" h="36598">
                  <a:moveTo>
                    <a:pt x="31375" y="3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FBCC7"/>
              </a:solidFill>
            </a:ln>
          </p:spPr>
        </p:sp>
        <p:sp>
          <p:nvSpPr>
            <p:cNvPr id="1960" name="Input_receptor__1959">
              <a:extLst>
                <a:ext uri="{FF2B5EF4-FFF2-40B4-BE49-F238E27FC236}">
                  <a16:creationId xmlns:a16="http://schemas.microsoft.com/office/drawing/2014/main" id="{5369B8E6-FA22-EC24-0F1E-5301484D8645}"/>
                </a:ext>
              </a:extLst>
            </p:cNvPr>
            <p:cNvSpPr>
              <a:spLocks noGrp="1"/>
            </p:cNvSpPr>
            <p:nvPr/>
          </p:nvSpPr>
          <p:spPr>
            <a:xfrm>
              <a:off x="1228836" y="4546998"/>
              <a:ext cx="26618" cy="38753"/>
            </a:xfrm>
            <a:custGeom>
              <a:avLst/>
              <a:gdLst/>
              <a:ahLst/>
              <a:cxnLst/>
              <a:rect l="0" t="0" r="0" b="0"/>
              <a:pathLst>
                <a:path w="26618" h="38753">
                  <a:moveTo>
                    <a:pt x="0" y="38753"/>
                  </a:moveTo>
                  <a:lnTo>
                    <a:pt x="26618" y="0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1" name="Input_receptor__1960">
              <a:extLst>
                <a:ext uri="{FF2B5EF4-FFF2-40B4-BE49-F238E27FC236}">
                  <a16:creationId xmlns:a16="http://schemas.microsoft.com/office/drawing/2014/main" id="{74010CC7-8BA6-C6FA-C26D-7476856B2506}"/>
                </a:ext>
              </a:extLst>
            </p:cNvPr>
            <p:cNvSpPr>
              <a:spLocks noGrp="1"/>
            </p:cNvSpPr>
            <p:nvPr/>
          </p:nvSpPr>
          <p:spPr>
            <a:xfrm>
              <a:off x="1255453" y="4546998"/>
              <a:ext cx="42334" cy="22842"/>
            </a:xfrm>
            <a:custGeom>
              <a:avLst/>
              <a:gdLst/>
              <a:ahLst/>
              <a:cxnLst/>
              <a:rect l="0" t="0" r="0" b="0"/>
              <a:pathLst>
                <a:path w="42334" h="22842">
                  <a:moveTo>
                    <a:pt x="0" y="0"/>
                  </a:moveTo>
                  <a:lnTo>
                    <a:pt x="42334" y="22842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2" name="Input_receptor__1961">
              <a:extLst>
                <a:ext uri="{FF2B5EF4-FFF2-40B4-BE49-F238E27FC236}">
                  <a16:creationId xmlns:a16="http://schemas.microsoft.com/office/drawing/2014/main" id="{C257CC95-4D81-98F3-8078-1C3AC48B5A3C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681273"/>
              <a:ext cx="26180" cy="20386"/>
            </a:xfrm>
            <a:custGeom>
              <a:avLst/>
              <a:gdLst/>
              <a:ahLst/>
              <a:cxnLst/>
              <a:rect l="0" t="0" r="0" b="0"/>
              <a:pathLst>
                <a:path w="26180" h="20386">
                  <a:moveTo>
                    <a:pt x="26180" y="0"/>
                  </a:moveTo>
                  <a:lnTo>
                    <a:pt x="0" y="20386"/>
                  </a:lnTo>
                </a:path>
              </a:pathLst>
            </a:custGeom>
            <a:noFill/>
            <a:ln w="20003">
              <a:solidFill>
                <a:srgbClr val="B0BDC8"/>
              </a:solidFill>
            </a:ln>
          </p:spPr>
        </p:sp>
        <p:sp>
          <p:nvSpPr>
            <p:cNvPr id="1963" name="Input_receptor__1962">
              <a:extLst>
                <a:ext uri="{FF2B5EF4-FFF2-40B4-BE49-F238E27FC236}">
                  <a16:creationId xmlns:a16="http://schemas.microsoft.com/office/drawing/2014/main" id="{6DDEBCD0-5833-D595-95C9-CEC4B0F7E04E}"/>
                </a:ext>
              </a:extLst>
            </p:cNvPr>
            <p:cNvSpPr>
              <a:spLocks noGrp="1"/>
            </p:cNvSpPr>
            <p:nvPr/>
          </p:nvSpPr>
          <p:spPr>
            <a:xfrm>
              <a:off x="1297029" y="4726127"/>
              <a:ext cx="22222" cy="24701"/>
            </a:xfrm>
            <a:custGeom>
              <a:avLst/>
              <a:gdLst/>
              <a:ahLst/>
              <a:cxnLst/>
              <a:rect l="0" t="0" r="0" b="0"/>
              <a:pathLst>
                <a:path w="22222" h="24701">
                  <a:moveTo>
                    <a:pt x="0" y="0"/>
                  </a:moveTo>
                  <a:lnTo>
                    <a:pt x="22222" y="24701"/>
                  </a:lnTo>
                </a:path>
              </a:pathLst>
            </a:custGeom>
            <a:noFill/>
            <a:ln w="20003">
              <a:solidFill>
                <a:srgbClr val="B1BEC9"/>
              </a:solidFill>
            </a:ln>
          </p:spPr>
        </p:sp>
        <p:sp>
          <p:nvSpPr>
            <p:cNvPr id="1964" name="Input_receptor__1963">
              <a:extLst>
                <a:ext uri="{FF2B5EF4-FFF2-40B4-BE49-F238E27FC236}">
                  <a16:creationId xmlns:a16="http://schemas.microsoft.com/office/drawing/2014/main" id="{F5324D83-BF39-DEC2-0C2F-E3D3BA67B084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701659"/>
              <a:ext cx="41220" cy="6898"/>
            </a:xfrm>
            <a:custGeom>
              <a:avLst/>
              <a:gdLst/>
              <a:ahLst/>
              <a:cxnLst/>
              <a:rect l="0" t="0" r="0" b="0"/>
              <a:pathLst>
                <a:path w="41220" h="6898">
                  <a:moveTo>
                    <a:pt x="0" y="0"/>
                  </a:moveTo>
                  <a:lnTo>
                    <a:pt x="41220" y="6898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5" name="Input_receptor__1964">
              <a:extLst>
                <a:ext uri="{FF2B5EF4-FFF2-40B4-BE49-F238E27FC236}">
                  <a16:creationId xmlns:a16="http://schemas.microsoft.com/office/drawing/2014/main" id="{EE2BD18D-C621-DE3D-2816-8AEE7F17583D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26127"/>
              <a:ext cx="38136" cy="29167"/>
            </a:xfrm>
            <a:custGeom>
              <a:avLst/>
              <a:gdLst/>
              <a:ahLst/>
              <a:cxnLst/>
              <a:rect l="0" t="0" r="0" b="0"/>
              <a:pathLst>
                <a:path w="38136" h="29167">
                  <a:moveTo>
                    <a:pt x="0" y="29167"/>
                  </a:moveTo>
                  <a:lnTo>
                    <a:pt x="38136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6" name="Input_receptor__1965">
              <a:extLst>
                <a:ext uri="{FF2B5EF4-FFF2-40B4-BE49-F238E27FC236}">
                  <a16:creationId xmlns:a16="http://schemas.microsoft.com/office/drawing/2014/main" id="{12645AA0-1DE6-5968-E3D1-5E534068B764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55294"/>
              <a:ext cx="29203" cy="38192"/>
            </a:xfrm>
            <a:custGeom>
              <a:avLst/>
              <a:gdLst/>
              <a:ahLst/>
              <a:cxnLst/>
              <a:rect l="0" t="0" r="0" b="0"/>
              <a:pathLst>
                <a:path w="29203" h="38192">
                  <a:moveTo>
                    <a:pt x="29203" y="3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7" name="Input_receptor__1966">
              <a:extLst>
                <a:ext uri="{FF2B5EF4-FFF2-40B4-BE49-F238E27FC236}">
                  <a16:creationId xmlns:a16="http://schemas.microsoft.com/office/drawing/2014/main" id="{297FA076-8A90-0FAA-B0D8-9F7E4D448377}"/>
                </a:ext>
              </a:extLst>
            </p:cNvPr>
            <p:cNvSpPr>
              <a:spLocks noGrp="1"/>
            </p:cNvSpPr>
            <p:nvPr/>
          </p:nvSpPr>
          <p:spPr>
            <a:xfrm>
              <a:off x="871961" y="4661924"/>
              <a:ext cx="12520" cy="46632"/>
            </a:xfrm>
            <a:custGeom>
              <a:avLst/>
              <a:gdLst/>
              <a:ahLst/>
              <a:cxnLst/>
              <a:rect l="0" t="0" r="0" b="0"/>
              <a:pathLst>
                <a:path w="12520" h="46632">
                  <a:moveTo>
                    <a:pt x="0" y="46632"/>
                  </a:moveTo>
                  <a:lnTo>
                    <a:pt x="12520" y="0"/>
                  </a:lnTo>
                </a:path>
              </a:pathLst>
            </a:custGeom>
            <a:noFill/>
            <a:ln w="20003">
              <a:solidFill>
                <a:srgbClr val="B3C0CA"/>
              </a:solidFill>
            </a:ln>
          </p:spPr>
        </p:sp>
        <p:sp>
          <p:nvSpPr>
            <p:cNvPr id="1968" name="Input_receptor__1967">
              <a:extLst>
                <a:ext uri="{FF2B5EF4-FFF2-40B4-BE49-F238E27FC236}">
                  <a16:creationId xmlns:a16="http://schemas.microsoft.com/office/drawing/2014/main" id="{20774445-F1A4-8654-024D-88398981F84A}"/>
                </a:ext>
              </a:extLst>
            </p:cNvPr>
            <p:cNvSpPr>
              <a:spLocks noGrp="1"/>
            </p:cNvSpPr>
            <p:nvPr/>
          </p:nvSpPr>
          <p:spPr>
            <a:xfrm>
              <a:off x="842816" y="4647360"/>
              <a:ext cx="41666" cy="14564"/>
            </a:xfrm>
            <a:custGeom>
              <a:avLst/>
              <a:gdLst/>
              <a:ahLst/>
              <a:cxnLst/>
              <a:rect l="0" t="0" r="0" b="0"/>
              <a:pathLst>
                <a:path w="41666" h="14564">
                  <a:moveTo>
                    <a:pt x="41666" y="145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3C0CB"/>
              </a:solidFill>
            </a:ln>
          </p:spPr>
        </p:sp>
        <p:sp>
          <p:nvSpPr>
            <p:cNvPr id="1969" name="Input_receptor__1968">
              <a:extLst>
                <a:ext uri="{FF2B5EF4-FFF2-40B4-BE49-F238E27FC236}">
                  <a16:creationId xmlns:a16="http://schemas.microsoft.com/office/drawing/2014/main" id="{FA7AB17A-FA7B-167D-DF1E-2CC346898B58}"/>
                </a:ext>
              </a:extLst>
            </p:cNvPr>
            <p:cNvSpPr>
              <a:spLocks noGrp="1"/>
            </p:cNvSpPr>
            <p:nvPr/>
          </p:nvSpPr>
          <p:spPr>
            <a:xfrm>
              <a:off x="1288096" y="4788890"/>
              <a:ext cx="12421" cy="4596"/>
            </a:xfrm>
            <a:custGeom>
              <a:avLst/>
              <a:gdLst/>
              <a:ahLst/>
              <a:cxnLst/>
              <a:rect l="0" t="0" r="0" b="0"/>
              <a:pathLst>
                <a:path w="12421" h="4596">
                  <a:moveTo>
                    <a:pt x="12421" y="0"/>
                  </a:moveTo>
                  <a:lnTo>
                    <a:pt x="0" y="4596"/>
                  </a:lnTo>
                </a:path>
              </a:pathLst>
            </a:custGeom>
            <a:noFill/>
            <a:ln w="20003">
              <a:solidFill>
                <a:srgbClr val="B4C1CB"/>
              </a:solidFill>
            </a:ln>
          </p:spPr>
        </p:sp>
        <p:sp>
          <p:nvSpPr>
            <p:cNvPr id="1970" name="Input_receptor__1969">
              <a:extLst>
                <a:ext uri="{FF2B5EF4-FFF2-40B4-BE49-F238E27FC236}">
                  <a16:creationId xmlns:a16="http://schemas.microsoft.com/office/drawing/2014/main" id="{63C795CA-5F71-4B93-DE39-5B4EB2399B10}"/>
                </a:ext>
              </a:extLst>
            </p:cNvPr>
            <p:cNvSpPr>
              <a:spLocks noGrp="1"/>
            </p:cNvSpPr>
            <p:nvPr/>
          </p:nvSpPr>
          <p:spPr>
            <a:xfrm>
              <a:off x="1231664" y="4771106"/>
              <a:ext cx="27706" cy="33167"/>
            </a:xfrm>
            <a:custGeom>
              <a:avLst/>
              <a:gdLst/>
              <a:ahLst/>
              <a:cxnLst/>
              <a:rect l="0" t="0" r="0" b="0"/>
              <a:pathLst>
                <a:path w="27706" h="33167">
                  <a:moveTo>
                    <a:pt x="0" y="33167"/>
                  </a:moveTo>
                  <a:lnTo>
                    <a:pt x="27706" y="0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  <p:sp>
          <p:nvSpPr>
            <p:cNvPr id="1971" name="Input_receptor__1970">
              <a:extLst>
                <a:ext uri="{FF2B5EF4-FFF2-40B4-BE49-F238E27FC236}">
                  <a16:creationId xmlns:a16="http://schemas.microsoft.com/office/drawing/2014/main" id="{F389D0A0-344B-8692-CC4A-DCA64FF6509A}"/>
                </a:ext>
              </a:extLst>
            </p:cNvPr>
            <p:cNvSpPr>
              <a:spLocks noGrp="1"/>
            </p:cNvSpPr>
            <p:nvPr/>
          </p:nvSpPr>
          <p:spPr>
            <a:xfrm>
              <a:off x="1259369" y="4771106"/>
              <a:ext cx="41147" cy="17784"/>
            </a:xfrm>
            <a:custGeom>
              <a:avLst/>
              <a:gdLst/>
              <a:ahLst/>
              <a:cxnLst/>
              <a:rect l="0" t="0" r="0" b="0"/>
              <a:pathLst>
                <a:path w="41147" h="17784">
                  <a:moveTo>
                    <a:pt x="0" y="0"/>
                  </a:moveTo>
                  <a:lnTo>
                    <a:pt x="41147" y="17784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</p:grpSp>
      <p:grpSp>
        <p:nvGrpSpPr>
          <p:cNvPr id="50005" name="Original label 227">
            <a:extLst>
              <a:ext uri="{FF2B5EF4-FFF2-40B4-BE49-F238E27FC236}">
                <a16:creationId xmlns:a16="http://schemas.microsoft.com/office/drawing/2014/main" id="{99021128-3797-4DBF-8C95-4F347E15EE6B}"/>
              </a:ext>
            </a:extLst>
          </p:cNvPr>
          <p:cNvGrpSpPr/>
          <p:nvPr/>
        </p:nvGrpSpPr>
        <p:grpSpPr>
          <a:xfrm>
            <a:off x="350414" y="1717488"/>
            <a:ext cx="1504950" cy="219075"/>
            <a:chOff x="77513" y="-6053"/>
            <a:chExt cx="1393472" cy="202847"/>
          </a:xfrm>
        </p:grpSpPr>
        <p:sp>
          <p:nvSpPr>
            <p:cNvPr id="227" name="label__226">
              <a:extLst>
                <a:ext uri="{FF2B5EF4-FFF2-40B4-BE49-F238E27FC236}">
                  <a16:creationId xmlns:a16="http://schemas.microsoft.com/office/drawing/2014/main" id="{73AB995A-0060-12CA-BBDC-6BEF8ED02F2C}"/>
                </a:ext>
              </a:extLst>
            </p:cNvPr>
            <p:cNvSpPr>
              <a:spLocks noGrp="1"/>
            </p:cNvSpPr>
            <p:nvPr/>
          </p:nvSpPr>
          <p:spPr>
            <a:xfrm>
              <a:off x="77513" y="-6053"/>
              <a:ext cx="1393472" cy="20284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620" b="0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08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Cryo-EM map</a:t>
              </a:r>
            </a:p>
          </p:txBody>
        </p:sp>
      </p:grpSp>
      <p:grpSp>
        <p:nvGrpSpPr>
          <p:cNvPr id="50006" name="Original label 1972">
            <a:extLst>
              <a:ext uri="{FF2B5EF4-FFF2-40B4-BE49-F238E27FC236}">
                <a16:creationId xmlns:a16="http://schemas.microsoft.com/office/drawing/2014/main" id="{DD56CD4B-78F0-F026-B06C-F783324549DF}"/>
              </a:ext>
            </a:extLst>
          </p:cNvPr>
          <p:cNvGrpSpPr/>
          <p:nvPr/>
        </p:nvGrpSpPr>
        <p:grpSpPr>
          <a:xfrm>
            <a:off x="350414" y="3088976"/>
            <a:ext cx="1581150" cy="219075"/>
            <a:chOff x="112791" y="2663"/>
            <a:chExt cx="1464028" cy="202847"/>
          </a:xfrm>
        </p:grpSpPr>
        <p:sp>
          <p:nvSpPr>
            <p:cNvPr id="1972" name="label__1971">
              <a:extLst>
                <a:ext uri="{FF2B5EF4-FFF2-40B4-BE49-F238E27FC236}">
                  <a16:creationId xmlns:a16="http://schemas.microsoft.com/office/drawing/2014/main" id="{13A11A8B-368C-41DB-0237-C157C4D7A7E8}"/>
                </a:ext>
              </a:extLst>
            </p:cNvPr>
            <p:cNvSpPr>
              <a:spLocks noGrp="1"/>
            </p:cNvSpPr>
            <p:nvPr/>
          </p:nvSpPr>
          <p:spPr>
            <a:xfrm>
              <a:off x="112791" y="2663"/>
              <a:ext cx="1464028" cy="20284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620" b="0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08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Receptor structure</a:t>
              </a:r>
            </a:p>
          </p:txBody>
        </p:sp>
      </p:grpSp>
      <p:grpSp>
        <p:nvGrpSpPr>
          <p:cNvPr id="6215" name="Find：淡灰密度表面">
            <a:extLst>
              <a:ext uri="{FF2B5EF4-FFF2-40B4-BE49-F238E27FC236}">
                <a16:creationId xmlns:a16="http://schemas.microsoft.com/office/drawing/2014/main" id="{18135F70-E4CE-61F2-65E9-A74BEC4D51C8}"/>
              </a:ext>
            </a:extLst>
          </p:cNvPr>
          <p:cNvGrpSpPr/>
          <p:nvPr/>
        </p:nvGrpSpPr>
        <p:grpSpPr>
          <a:xfrm>
            <a:off x="2381210" y="790611"/>
            <a:ext cx="2117846" cy="2518833"/>
            <a:chOff x="3470234" y="1495425"/>
            <a:chExt cx="3403682" cy="4048125"/>
          </a:xfrm>
        </p:grpSpPr>
        <p:sp>
          <p:nvSpPr>
            <p:cNvPr id="1977" name="Candidate_density__1976">
              <a:extLst>
                <a:ext uri="{FF2B5EF4-FFF2-40B4-BE49-F238E27FC236}">
                  <a16:creationId xmlns:a16="http://schemas.microsoft.com/office/drawing/2014/main" id="{797D26C3-1899-6FE7-2530-B6A89CC5E2A7}"/>
                </a:ext>
              </a:extLst>
            </p:cNvPr>
            <p:cNvSpPr>
              <a:spLocks noGrp="1"/>
            </p:cNvSpPr>
            <p:nvPr/>
          </p:nvSpPr>
          <p:spPr>
            <a:xfrm>
              <a:off x="5090107" y="5022356"/>
              <a:ext cx="103059" cy="54832"/>
            </a:xfrm>
            <a:custGeom>
              <a:avLst/>
              <a:gdLst/>
              <a:ahLst/>
              <a:cxnLst/>
              <a:rect l="0" t="0" r="0" b="0"/>
              <a:pathLst>
                <a:path w="103059" h="54832">
                  <a:moveTo>
                    <a:pt x="0" y="4710"/>
                  </a:moveTo>
                  <a:lnTo>
                    <a:pt x="14103" y="5539"/>
                  </a:lnTo>
                  <a:lnTo>
                    <a:pt x="15755" y="7073"/>
                  </a:lnTo>
                  <a:close/>
                  <a:moveTo>
                    <a:pt x="103059" y="54832"/>
                  </a:moveTo>
                  <a:lnTo>
                    <a:pt x="71422" y="0"/>
                  </a:lnTo>
                  <a:lnTo>
                    <a:pt x="15755" y="70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78" name="Candidate_density__1977">
              <a:extLst>
                <a:ext uri="{FF2B5EF4-FFF2-40B4-BE49-F238E27FC236}">
                  <a16:creationId xmlns:a16="http://schemas.microsoft.com/office/drawing/2014/main" id="{8C141CDB-D850-782F-5A65-70C44A895001}"/>
                </a:ext>
              </a:extLst>
            </p:cNvPr>
            <p:cNvSpPr>
              <a:spLocks noGrp="1"/>
            </p:cNvSpPr>
            <p:nvPr/>
          </p:nvSpPr>
          <p:spPr>
            <a:xfrm>
              <a:off x="4991506" y="4958838"/>
              <a:ext cx="112705" cy="69057"/>
            </a:xfrm>
            <a:custGeom>
              <a:avLst/>
              <a:gdLst/>
              <a:ahLst/>
              <a:cxnLst/>
              <a:rect l="0" t="0" r="0" b="0"/>
              <a:pathLst>
                <a:path w="112705" h="69057">
                  <a:moveTo>
                    <a:pt x="0" y="0"/>
                  </a:moveTo>
                  <a:lnTo>
                    <a:pt x="98601" y="68229"/>
                  </a:lnTo>
                  <a:lnTo>
                    <a:pt x="36761" y="59134"/>
                  </a:lnTo>
                  <a:close/>
                  <a:moveTo>
                    <a:pt x="112705" y="69057"/>
                  </a:moveTo>
                  <a:lnTo>
                    <a:pt x="98601" y="682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79" name="Candidate_density__1978">
              <a:extLst>
                <a:ext uri="{FF2B5EF4-FFF2-40B4-BE49-F238E27FC236}">
                  <a16:creationId xmlns:a16="http://schemas.microsoft.com/office/drawing/2014/main" id="{EFAEB6FF-C316-0800-0942-8C41F29A6697}"/>
                </a:ext>
              </a:extLst>
            </p:cNvPr>
            <p:cNvSpPr>
              <a:spLocks noGrp="1"/>
            </p:cNvSpPr>
            <p:nvPr/>
          </p:nvSpPr>
          <p:spPr>
            <a:xfrm>
              <a:off x="5235962" y="4794077"/>
              <a:ext cx="71131" cy="87208"/>
            </a:xfrm>
            <a:custGeom>
              <a:avLst/>
              <a:gdLst/>
              <a:ahLst/>
              <a:cxnLst/>
              <a:rect l="0" t="0" r="0" b="0"/>
              <a:pathLst>
                <a:path w="71131" h="87208">
                  <a:moveTo>
                    <a:pt x="71131" y="0"/>
                  </a:moveTo>
                  <a:lnTo>
                    <a:pt x="0" y="87208"/>
                  </a:lnTo>
                  <a:lnTo>
                    <a:pt x="60081" y="7390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0" name="Candidate_density__1979">
              <a:extLst>
                <a:ext uri="{FF2B5EF4-FFF2-40B4-BE49-F238E27FC236}">
                  <a16:creationId xmlns:a16="http://schemas.microsoft.com/office/drawing/2014/main" id="{2044FA9E-3767-F3F8-190B-164A35497BF1}"/>
                </a:ext>
              </a:extLst>
            </p:cNvPr>
            <p:cNvSpPr>
              <a:spLocks noGrp="1"/>
            </p:cNvSpPr>
            <p:nvPr/>
          </p:nvSpPr>
          <p:spPr>
            <a:xfrm>
              <a:off x="4966652" y="4441228"/>
              <a:ext cx="1448809" cy="588202"/>
            </a:xfrm>
            <a:custGeom>
              <a:avLst/>
              <a:gdLst/>
              <a:ahLst/>
              <a:cxnLst/>
              <a:rect l="0" t="0" r="0" b="0"/>
              <a:pathLst>
                <a:path w="1448809" h="588202">
                  <a:moveTo>
                    <a:pt x="24854" y="517611"/>
                  </a:moveTo>
                  <a:lnTo>
                    <a:pt x="61615" y="576745"/>
                  </a:lnTo>
                  <a:lnTo>
                    <a:pt x="0" y="503624"/>
                  </a:lnTo>
                  <a:close/>
                  <a:moveTo>
                    <a:pt x="169700" y="547403"/>
                  </a:moveTo>
                  <a:lnTo>
                    <a:pt x="123455" y="585839"/>
                  </a:lnTo>
                  <a:lnTo>
                    <a:pt x="139210" y="588202"/>
                  </a:lnTo>
                  <a:close/>
                  <a:moveTo>
                    <a:pt x="123455" y="585839"/>
                  </a:moveTo>
                  <a:lnTo>
                    <a:pt x="169700" y="547403"/>
                  </a:lnTo>
                  <a:lnTo>
                    <a:pt x="61615" y="576745"/>
                  </a:lnTo>
                  <a:close/>
                  <a:moveTo>
                    <a:pt x="1448809" y="52114"/>
                  </a:moveTo>
                  <a:lnTo>
                    <a:pt x="1360340" y="0"/>
                  </a:lnTo>
                  <a:lnTo>
                    <a:pt x="1387240" y="3711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81" name="Candidate_density__1980">
              <a:extLst>
                <a:ext uri="{FF2B5EF4-FFF2-40B4-BE49-F238E27FC236}">
                  <a16:creationId xmlns:a16="http://schemas.microsoft.com/office/drawing/2014/main" id="{6C5D25BD-C35F-AF41-F5D7-41F15D8BD599}"/>
                </a:ext>
              </a:extLst>
            </p:cNvPr>
            <p:cNvSpPr>
              <a:spLocks noGrp="1"/>
            </p:cNvSpPr>
            <p:nvPr/>
          </p:nvSpPr>
          <p:spPr>
            <a:xfrm>
              <a:off x="4950183" y="4357620"/>
              <a:ext cx="1403557" cy="713225"/>
            </a:xfrm>
            <a:custGeom>
              <a:avLst/>
              <a:gdLst/>
              <a:ahLst/>
              <a:cxnLst/>
              <a:rect l="0" t="0" r="0" b="0"/>
              <a:pathLst>
                <a:path w="1403557" h="713225">
                  <a:moveTo>
                    <a:pt x="28205" y="551291"/>
                  </a:moveTo>
                  <a:lnTo>
                    <a:pt x="58082" y="669447"/>
                  </a:lnTo>
                  <a:lnTo>
                    <a:pt x="0" y="647065"/>
                  </a:lnTo>
                  <a:close/>
                  <a:moveTo>
                    <a:pt x="28205" y="551291"/>
                  </a:moveTo>
                  <a:lnTo>
                    <a:pt x="16469" y="587231"/>
                  </a:lnTo>
                  <a:lnTo>
                    <a:pt x="78084" y="660353"/>
                  </a:lnTo>
                  <a:close/>
                  <a:moveTo>
                    <a:pt x="78084" y="660353"/>
                  </a:moveTo>
                  <a:lnTo>
                    <a:pt x="111112" y="568638"/>
                  </a:lnTo>
                  <a:lnTo>
                    <a:pt x="28205" y="551291"/>
                  </a:lnTo>
                  <a:close/>
                  <a:moveTo>
                    <a:pt x="186170" y="631010"/>
                  </a:moveTo>
                  <a:lnTo>
                    <a:pt x="155679" y="671809"/>
                  </a:lnTo>
                  <a:lnTo>
                    <a:pt x="211346" y="664736"/>
                  </a:lnTo>
                  <a:close/>
                  <a:moveTo>
                    <a:pt x="186170" y="631010"/>
                  </a:moveTo>
                  <a:lnTo>
                    <a:pt x="111112" y="568638"/>
                  </a:lnTo>
                  <a:lnTo>
                    <a:pt x="78084" y="660353"/>
                  </a:lnTo>
                  <a:close/>
                  <a:moveTo>
                    <a:pt x="36700" y="504884"/>
                  </a:moveTo>
                  <a:lnTo>
                    <a:pt x="16469" y="587231"/>
                  </a:lnTo>
                  <a:lnTo>
                    <a:pt x="28205" y="551291"/>
                  </a:lnTo>
                  <a:close/>
                  <a:moveTo>
                    <a:pt x="320212" y="595763"/>
                  </a:moveTo>
                  <a:lnTo>
                    <a:pt x="238356" y="601718"/>
                  </a:lnTo>
                  <a:lnTo>
                    <a:pt x="272089" y="713225"/>
                  </a:lnTo>
                  <a:close/>
                  <a:moveTo>
                    <a:pt x="272089" y="713225"/>
                  </a:moveTo>
                  <a:lnTo>
                    <a:pt x="238356" y="601718"/>
                  </a:lnTo>
                  <a:lnTo>
                    <a:pt x="211346" y="664736"/>
                  </a:lnTo>
                  <a:close/>
                  <a:moveTo>
                    <a:pt x="251658" y="600252"/>
                  </a:moveTo>
                  <a:lnTo>
                    <a:pt x="325736" y="598561"/>
                  </a:lnTo>
                  <a:lnTo>
                    <a:pt x="272089" y="713225"/>
                  </a:lnTo>
                  <a:close/>
                  <a:moveTo>
                    <a:pt x="325736" y="598561"/>
                  </a:moveTo>
                  <a:lnTo>
                    <a:pt x="348443" y="631010"/>
                  </a:lnTo>
                  <a:lnTo>
                    <a:pt x="320212" y="595763"/>
                  </a:lnTo>
                  <a:close/>
                  <a:moveTo>
                    <a:pt x="325736" y="598561"/>
                  </a:moveTo>
                  <a:lnTo>
                    <a:pt x="330630" y="592573"/>
                  </a:lnTo>
                  <a:lnTo>
                    <a:pt x="353353" y="629411"/>
                  </a:lnTo>
                  <a:close/>
                  <a:moveTo>
                    <a:pt x="285779" y="523664"/>
                  </a:moveTo>
                  <a:lnTo>
                    <a:pt x="320212" y="595763"/>
                  </a:lnTo>
                  <a:lnTo>
                    <a:pt x="347759" y="617445"/>
                  </a:lnTo>
                  <a:close/>
                  <a:moveTo>
                    <a:pt x="130309" y="428782"/>
                  </a:moveTo>
                  <a:lnTo>
                    <a:pt x="191434" y="439680"/>
                  </a:lnTo>
                  <a:lnTo>
                    <a:pt x="151048" y="439294"/>
                  </a:lnTo>
                  <a:close/>
                  <a:moveTo>
                    <a:pt x="331275" y="404066"/>
                  </a:moveTo>
                  <a:lnTo>
                    <a:pt x="319507" y="389707"/>
                  </a:lnTo>
                  <a:lnTo>
                    <a:pt x="322151" y="394001"/>
                  </a:lnTo>
                  <a:close/>
                  <a:moveTo>
                    <a:pt x="322151" y="394001"/>
                  </a:moveTo>
                  <a:lnTo>
                    <a:pt x="356909" y="436457"/>
                  </a:lnTo>
                  <a:lnTo>
                    <a:pt x="404286" y="471922"/>
                  </a:lnTo>
                  <a:close/>
                  <a:moveTo>
                    <a:pt x="319507" y="389707"/>
                  </a:moveTo>
                  <a:lnTo>
                    <a:pt x="297970" y="313569"/>
                  </a:lnTo>
                  <a:lnTo>
                    <a:pt x="322151" y="394001"/>
                  </a:lnTo>
                  <a:close/>
                  <a:moveTo>
                    <a:pt x="1403557" y="120652"/>
                  </a:moveTo>
                  <a:lnTo>
                    <a:pt x="1374393" y="74574"/>
                  </a:lnTo>
                  <a:lnTo>
                    <a:pt x="1367592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82" name="Candidate_density__1981">
              <a:extLst>
                <a:ext uri="{FF2B5EF4-FFF2-40B4-BE49-F238E27FC236}">
                  <a16:creationId xmlns:a16="http://schemas.microsoft.com/office/drawing/2014/main" id="{380E0953-2902-B5CB-FBF0-04C0ED9AD9B1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51621"/>
              <a:ext cx="293173" cy="319224"/>
            </a:xfrm>
            <a:custGeom>
              <a:avLst/>
              <a:gdLst/>
              <a:ahLst/>
              <a:cxnLst/>
              <a:rect l="0" t="0" r="0" b="0"/>
              <a:pathLst>
                <a:path w="293173" h="319224">
                  <a:moveTo>
                    <a:pt x="214624" y="204560"/>
                  </a:moveTo>
                  <a:lnTo>
                    <a:pt x="209100" y="201761"/>
                  </a:lnTo>
                  <a:lnTo>
                    <a:pt x="160977" y="319224"/>
                  </a:lnTo>
                  <a:close/>
                  <a:moveTo>
                    <a:pt x="75057" y="237009"/>
                  </a:moveTo>
                  <a:lnTo>
                    <a:pt x="100234" y="270735"/>
                  </a:lnTo>
                  <a:lnTo>
                    <a:pt x="127244" y="207717"/>
                  </a:lnTo>
                  <a:close/>
                  <a:moveTo>
                    <a:pt x="0" y="174637"/>
                  </a:moveTo>
                  <a:lnTo>
                    <a:pt x="75057" y="237009"/>
                  </a:lnTo>
                  <a:lnTo>
                    <a:pt x="94875" y="116357"/>
                  </a:lnTo>
                  <a:close/>
                  <a:moveTo>
                    <a:pt x="135160" y="186116"/>
                  </a:moveTo>
                  <a:lnTo>
                    <a:pt x="75057" y="237009"/>
                  </a:lnTo>
                  <a:lnTo>
                    <a:pt x="127244" y="207717"/>
                  </a:lnTo>
                  <a:close/>
                  <a:moveTo>
                    <a:pt x="174666" y="129663"/>
                  </a:moveTo>
                  <a:lnTo>
                    <a:pt x="135160" y="186116"/>
                  </a:lnTo>
                  <a:lnTo>
                    <a:pt x="127244" y="207717"/>
                  </a:lnTo>
                  <a:close/>
                  <a:moveTo>
                    <a:pt x="4709" y="146651"/>
                  </a:moveTo>
                  <a:lnTo>
                    <a:pt x="101137" y="58911"/>
                  </a:lnTo>
                  <a:lnTo>
                    <a:pt x="80322" y="45679"/>
                  </a:lnTo>
                  <a:close/>
                  <a:moveTo>
                    <a:pt x="4709" y="146651"/>
                  </a:moveTo>
                  <a:lnTo>
                    <a:pt x="80322" y="45679"/>
                  </a:lnTo>
                  <a:lnTo>
                    <a:pt x="19196" y="34781"/>
                  </a:lnTo>
                  <a:close/>
                  <a:moveTo>
                    <a:pt x="101137" y="58911"/>
                  </a:moveTo>
                  <a:lnTo>
                    <a:pt x="147531" y="116357"/>
                  </a:lnTo>
                  <a:lnTo>
                    <a:pt x="80322" y="45679"/>
                  </a:lnTo>
                  <a:close/>
                  <a:moveTo>
                    <a:pt x="147531" y="116357"/>
                  </a:moveTo>
                  <a:lnTo>
                    <a:pt x="174666" y="129663"/>
                  </a:lnTo>
                  <a:lnTo>
                    <a:pt x="80322" y="45679"/>
                  </a:lnTo>
                  <a:close/>
                  <a:moveTo>
                    <a:pt x="234748" y="116357"/>
                  </a:moveTo>
                  <a:lnTo>
                    <a:pt x="275151" y="160136"/>
                  </a:lnTo>
                  <a:lnTo>
                    <a:pt x="293173" y="77921"/>
                  </a:lnTo>
                  <a:close/>
                  <a:moveTo>
                    <a:pt x="293173" y="77921"/>
                  </a:moveTo>
                  <a:lnTo>
                    <a:pt x="245797" y="42455"/>
                  </a:lnTo>
                  <a:lnTo>
                    <a:pt x="234748" y="116357"/>
                  </a:lnTo>
                  <a:close/>
                  <a:moveTo>
                    <a:pt x="293173" y="77921"/>
                  </a:moveTo>
                  <a:lnTo>
                    <a:pt x="220162" y="10065"/>
                  </a:lnTo>
                  <a:lnTo>
                    <a:pt x="211039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3" name="Candidate_density__1982">
              <a:extLst>
                <a:ext uri="{FF2B5EF4-FFF2-40B4-BE49-F238E27FC236}">
                  <a16:creationId xmlns:a16="http://schemas.microsoft.com/office/drawing/2014/main" id="{A4166A4D-A603-7787-C9BC-034FEF911C48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61686"/>
              <a:ext cx="353018" cy="226944"/>
            </a:xfrm>
            <a:custGeom>
              <a:avLst/>
              <a:gdLst/>
              <a:ahLst/>
              <a:cxnLst/>
              <a:rect l="0" t="0" r="0" b="0"/>
              <a:pathLst>
                <a:path w="353018" h="226944">
                  <a:moveTo>
                    <a:pt x="4709" y="136586"/>
                  </a:moveTo>
                  <a:lnTo>
                    <a:pt x="0" y="164572"/>
                  </a:lnTo>
                  <a:lnTo>
                    <a:pt x="94875" y="106292"/>
                  </a:lnTo>
                  <a:close/>
                  <a:moveTo>
                    <a:pt x="94875" y="106292"/>
                  </a:moveTo>
                  <a:lnTo>
                    <a:pt x="75057" y="226944"/>
                  </a:lnTo>
                  <a:lnTo>
                    <a:pt x="135160" y="176051"/>
                  </a:lnTo>
                  <a:close/>
                  <a:moveTo>
                    <a:pt x="147531" y="106292"/>
                  </a:moveTo>
                  <a:lnTo>
                    <a:pt x="135160" y="176051"/>
                  </a:lnTo>
                  <a:lnTo>
                    <a:pt x="174666" y="119598"/>
                  </a:lnTo>
                  <a:close/>
                  <a:moveTo>
                    <a:pt x="174666" y="119598"/>
                  </a:moveTo>
                  <a:lnTo>
                    <a:pt x="127244" y="197652"/>
                  </a:lnTo>
                  <a:lnTo>
                    <a:pt x="209100" y="191697"/>
                  </a:lnTo>
                  <a:close/>
                  <a:moveTo>
                    <a:pt x="94875" y="106292"/>
                  </a:moveTo>
                  <a:lnTo>
                    <a:pt x="101137" y="48846"/>
                  </a:lnTo>
                  <a:lnTo>
                    <a:pt x="4709" y="136586"/>
                  </a:lnTo>
                  <a:close/>
                  <a:moveTo>
                    <a:pt x="214624" y="194495"/>
                  </a:moveTo>
                  <a:lnTo>
                    <a:pt x="261741" y="155455"/>
                  </a:lnTo>
                  <a:lnTo>
                    <a:pt x="219518" y="188507"/>
                  </a:lnTo>
                  <a:close/>
                  <a:moveTo>
                    <a:pt x="234748" y="106292"/>
                  </a:moveTo>
                  <a:lnTo>
                    <a:pt x="219518" y="188507"/>
                  </a:lnTo>
                  <a:lnTo>
                    <a:pt x="275151" y="150071"/>
                  </a:lnTo>
                  <a:close/>
                  <a:moveTo>
                    <a:pt x="101137" y="48846"/>
                  </a:moveTo>
                  <a:lnTo>
                    <a:pt x="187306" y="67856"/>
                  </a:lnTo>
                  <a:lnTo>
                    <a:pt x="147531" y="106292"/>
                  </a:lnTo>
                  <a:close/>
                  <a:moveTo>
                    <a:pt x="293173" y="67856"/>
                  </a:moveTo>
                  <a:lnTo>
                    <a:pt x="353018" y="29420"/>
                  </a:lnTo>
                  <a:lnTo>
                    <a:pt x="220162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84" name="Candidate_density__1983">
              <a:extLst>
                <a:ext uri="{FF2B5EF4-FFF2-40B4-BE49-F238E27FC236}">
                  <a16:creationId xmlns:a16="http://schemas.microsoft.com/office/drawing/2014/main" id="{FFCB9BFB-51A3-536C-4F51-FD5D6C891367}"/>
                </a:ext>
              </a:extLst>
            </p:cNvPr>
            <p:cNvSpPr>
              <a:spLocks noGrp="1"/>
            </p:cNvSpPr>
            <p:nvPr/>
          </p:nvSpPr>
          <p:spPr>
            <a:xfrm>
              <a:off x="5498561" y="4972505"/>
              <a:ext cx="45902" cy="43581"/>
            </a:xfrm>
            <a:custGeom>
              <a:avLst/>
              <a:gdLst/>
              <a:ahLst/>
              <a:cxnLst/>
              <a:rect l="0" t="0" r="0" b="0"/>
              <a:pathLst>
                <a:path w="45902" h="43581">
                  <a:moveTo>
                    <a:pt x="18557" y="21467"/>
                  </a:moveTo>
                  <a:lnTo>
                    <a:pt x="45902" y="0"/>
                  </a:lnTo>
                  <a:lnTo>
                    <a:pt x="0" y="4358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85" name="Candidate_density__1984">
              <a:extLst>
                <a:ext uri="{FF2B5EF4-FFF2-40B4-BE49-F238E27FC236}">
                  <a16:creationId xmlns:a16="http://schemas.microsoft.com/office/drawing/2014/main" id="{105B3B19-0C29-4442-DCAF-C170B5962C73}"/>
                </a:ext>
              </a:extLst>
            </p:cNvPr>
            <p:cNvSpPr>
              <a:spLocks noGrp="1"/>
            </p:cNvSpPr>
            <p:nvPr/>
          </p:nvSpPr>
          <p:spPr>
            <a:xfrm>
              <a:off x="4980965" y="4449918"/>
              <a:ext cx="1559084" cy="659363"/>
            </a:xfrm>
            <a:custGeom>
              <a:avLst/>
              <a:gdLst/>
              <a:ahLst/>
              <a:cxnLst/>
              <a:rect l="0" t="0" r="0" b="0"/>
              <a:pathLst>
                <a:path w="1559084" h="659363">
                  <a:moveTo>
                    <a:pt x="27301" y="577148"/>
                  </a:moveTo>
                  <a:lnTo>
                    <a:pt x="29237" y="538712"/>
                  </a:lnTo>
                  <a:lnTo>
                    <a:pt x="0" y="659363"/>
                  </a:lnTo>
                  <a:close/>
                  <a:moveTo>
                    <a:pt x="493440" y="539306"/>
                  </a:moveTo>
                  <a:lnTo>
                    <a:pt x="453629" y="605662"/>
                  </a:lnTo>
                  <a:lnTo>
                    <a:pt x="563499" y="522586"/>
                  </a:lnTo>
                  <a:close/>
                  <a:moveTo>
                    <a:pt x="536154" y="544054"/>
                  </a:moveTo>
                  <a:lnTo>
                    <a:pt x="574076" y="505617"/>
                  </a:lnTo>
                  <a:lnTo>
                    <a:pt x="563499" y="522586"/>
                  </a:lnTo>
                  <a:close/>
                  <a:moveTo>
                    <a:pt x="626528" y="384966"/>
                  </a:moveTo>
                  <a:lnTo>
                    <a:pt x="591632" y="412569"/>
                  </a:lnTo>
                  <a:lnTo>
                    <a:pt x="574076" y="505617"/>
                  </a:lnTo>
                  <a:close/>
                  <a:moveTo>
                    <a:pt x="591632" y="412569"/>
                  </a:moveTo>
                  <a:lnTo>
                    <a:pt x="626528" y="384966"/>
                  </a:lnTo>
                  <a:lnTo>
                    <a:pt x="714816" y="379273"/>
                  </a:lnTo>
                  <a:close/>
                  <a:moveTo>
                    <a:pt x="746210" y="281447"/>
                  </a:moveTo>
                  <a:lnTo>
                    <a:pt x="735087" y="346529"/>
                  </a:lnTo>
                  <a:lnTo>
                    <a:pt x="763160" y="281364"/>
                  </a:lnTo>
                  <a:close/>
                  <a:moveTo>
                    <a:pt x="1502978" y="20808"/>
                  </a:moveTo>
                  <a:lnTo>
                    <a:pt x="1559084" y="33696"/>
                  </a:lnTo>
                  <a:lnTo>
                    <a:pt x="14804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86" name="Candidate_density__1985">
              <a:extLst>
                <a:ext uri="{FF2B5EF4-FFF2-40B4-BE49-F238E27FC236}">
                  <a16:creationId xmlns:a16="http://schemas.microsoft.com/office/drawing/2014/main" id="{29AAB798-2F14-9633-C4E3-9F64C49A30FA}"/>
                </a:ext>
              </a:extLst>
            </p:cNvPr>
            <p:cNvSpPr>
              <a:spLocks noGrp="1"/>
            </p:cNvSpPr>
            <p:nvPr/>
          </p:nvSpPr>
          <p:spPr>
            <a:xfrm>
              <a:off x="4858477" y="4116317"/>
              <a:ext cx="1602929" cy="888368"/>
            </a:xfrm>
            <a:custGeom>
              <a:avLst/>
              <a:gdLst/>
              <a:ahLst/>
              <a:cxnLst/>
              <a:rect l="0" t="0" r="0" b="0"/>
              <a:pathLst>
                <a:path w="1602929" h="888368">
                  <a:moveTo>
                    <a:pt x="113201" y="790098"/>
                  </a:moveTo>
                  <a:lnTo>
                    <a:pt x="119911" y="792594"/>
                  </a:lnTo>
                  <a:lnTo>
                    <a:pt x="53898" y="810464"/>
                  </a:lnTo>
                  <a:close/>
                  <a:moveTo>
                    <a:pt x="119911" y="792594"/>
                  </a:moveTo>
                  <a:lnTo>
                    <a:pt x="91706" y="888368"/>
                  </a:lnTo>
                  <a:lnTo>
                    <a:pt x="53898" y="810464"/>
                  </a:lnTo>
                  <a:close/>
                  <a:moveTo>
                    <a:pt x="17852" y="714881"/>
                  </a:moveTo>
                  <a:lnTo>
                    <a:pt x="113201" y="790098"/>
                  </a:lnTo>
                  <a:lnTo>
                    <a:pt x="38929" y="754497"/>
                  </a:lnTo>
                  <a:close/>
                  <a:moveTo>
                    <a:pt x="119911" y="792594"/>
                  </a:moveTo>
                  <a:lnTo>
                    <a:pt x="113201" y="790098"/>
                  </a:lnTo>
                  <a:lnTo>
                    <a:pt x="17852" y="714881"/>
                  </a:lnTo>
                  <a:close/>
                  <a:moveTo>
                    <a:pt x="113201" y="790098"/>
                  </a:moveTo>
                  <a:lnTo>
                    <a:pt x="123853" y="789389"/>
                  </a:lnTo>
                  <a:lnTo>
                    <a:pt x="38929" y="754497"/>
                  </a:lnTo>
                  <a:close/>
                  <a:moveTo>
                    <a:pt x="38929" y="754497"/>
                  </a:moveTo>
                  <a:lnTo>
                    <a:pt x="123853" y="789389"/>
                  </a:lnTo>
                  <a:lnTo>
                    <a:pt x="152716" y="686069"/>
                  </a:lnTo>
                  <a:close/>
                  <a:moveTo>
                    <a:pt x="38929" y="754497"/>
                  </a:moveTo>
                  <a:lnTo>
                    <a:pt x="152716" y="686069"/>
                  </a:lnTo>
                  <a:lnTo>
                    <a:pt x="77101" y="682016"/>
                  </a:lnTo>
                  <a:close/>
                  <a:moveTo>
                    <a:pt x="218232" y="669446"/>
                  </a:moveTo>
                  <a:lnTo>
                    <a:pt x="152716" y="686069"/>
                  </a:lnTo>
                  <a:lnTo>
                    <a:pt x="222015" y="670084"/>
                  </a:lnTo>
                  <a:close/>
                  <a:moveTo>
                    <a:pt x="222015" y="670084"/>
                  </a:moveTo>
                  <a:lnTo>
                    <a:pt x="152716" y="686069"/>
                  </a:lnTo>
                  <a:lnTo>
                    <a:pt x="123853" y="789389"/>
                  </a:lnTo>
                  <a:close/>
                  <a:moveTo>
                    <a:pt x="222015" y="670084"/>
                  </a:moveTo>
                  <a:lnTo>
                    <a:pt x="123853" y="789389"/>
                  </a:lnTo>
                  <a:lnTo>
                    <a:pt x="207528" y="781955"/>
                  </a:lnTo>
                  <a:close/>
                  <a:moveTo>
                    <a:pt x="64213" y="669446"/>
                  </a:moveTo>
                  <a:lnTo>
                    <a:pt x="0" y="707883"/>
                  </a:lnTo>
                  <a:lnTo>
                    <a:pt x="38929" y="754497"/>
                  </a:lnTo>
                  <a:close/>
                  <a:moveTo>
                    <a:pt x="344359" y="831398"/>
                  </a:moveTo>
                  <a:lnTo>
                    <a:pt x="343364" y="841555"/>
                  </a:lnTo>
                  <a:lnTo>
                    <a:pt x="333540" y="868282"/>
                  </a:lnTo>
                  <a:close/>
                  <a:moveTo>
                    <a:pt x="297694" y="751661"/>
                  </a:moveTo>
                  <a:lnTo>
                    <a:pt x="337979" y="821420"/>
                  </a:lnTo>
                  <a:lnTo>
                    <a:pt x="320550" y="795440"/>
                  </a:lnTo>
                  <a:close/>
                  <a:moveTo>
                    <a:pt x="349910" y="713225"/>
                  </a:moveTo>
                  <a:lnTo>
                    <a:pt x="297694" y="751661"/>
                  </a:lnTo>
                  <a:lnTo>
                    <a:pt x="320550" y="795440"/>
                  </a:lnTo>
                  <a:close/>
                  <a:moveTo>
                    <a:pt x="457818" y="795440"/>
                  </a:moveTo>
                  <a:lnTo>
                    <a:pt x="344359" y="831398"/>
                  </a:lnTo>
                  <a:lnTo>
                    <a:pt x="350349" y="751661"/>
                  </a:lnTo>
                  <a:close/>
                  <a:moveTo>
                    <a:pt x="390125" y="713225"/>
                  </a:moveTo>
                  <a:lnTo>
                    <a:pt x="457818" y="795440"/>
                  </a:lnTo>
                  <a:lnTo>
                    <a:pt x="350349" y="751661"/>
                  </a:lnTo>
                  <a:close/>
                  <a:moveTo>
                    <a:pt x="362070" y="696291"/>
                  </a:moveTo>
                  <a:lnTo>
                    <a:pt x="390125" y="713225"/>
                  </a:lnTo>
                  <a:lnTo>
                    <a:pt x="303956" y="694215"/>
                  </a:lnTo>
                  <a:close/>
                  <a:moveTo>
                    <a:pt x="157638" y="661831"/>
                  </a:moveTo>
                  <a:lnTo>
                    <a:pt x="152716" y="686069"/>
                  </a:lnTo>
                  <a:lnTo>
                    <a:pt x="218232" y="669446"/>
                  </a:lnTo>
                  <a:close/>
                  <a:moveTo>
                    <a:pt x="495992" y="713225"/>
                  </a:moveTo>
                  <a:lnTo>
                    <a:pt x="477970" y="795440"/>
                  </a:lnTo>
                  <a:lnTo>
                    <a:pt x="519259" y="757004"/>
                  </a:lnTo>
                  <a:close/>
                  <a:moveTo>
                    <a:pt x="495992" y="713225"/>
                  </a:moveTo>
                  <a:lnTo>
                    <a:pt x="519259" y="757004"/>
                  </a:lnTo>
                  <a:lnTo>
                    <a:pt x="555837" y="674788"/>
                  </a:lnTo>
                  <a:close/>
                  <a:moveTo>
                    <a:pt x="411214" y="631010"/>
                  </a:moveTo>
                  <a:lnTo>
                    <a:pt x="422981" y="645369"/>
                  </a:lnTo>
                  <a:lnTo>
                    <a:pt x="474385" y="622359"/>
                  </a:lnTo>
                  <a:close/>
                  <a:moveTo>
                    <a:pt x="411214" y="631010"/>
                  </a:moveTo>
                  <a:lnTo>
                    <a:pt x="474385" y="622359"/>
                  </a:lnTo>
                  <a:lnTo>
                    <a:pt x="429852" y="592573"/>
                  </a:lnTo>
                  <a:close/>
                  <a:moveTo>
                    <a:pt x="555837" y="674788"/>
                  </a:moveTo>
                  <a:lnTo>
                    <a:pt x="474385" y="622359"/>
                  </a:lnTo>
                  <a:lnTo>
                    <a:pt x="422981" y="645369"/>
                  </a:lnTo>
                  <a:close/>
                  <a:moveTo>
                    <a:pt x="389540" y="548794"/>
                  </a:moveTo>
                  <a:lnTo>
                    <a:pt x="411214" y="631010"/>
                  </a:lnTo>
                  <a:lnTo>
                    <a:pt x="429852" y="592573"/>
                  </a:lnTo>
                  <a:close/>
                  <a:moveTo>
                    <a:pt x="389540" y="548794"/>
                  </a:moveTo>
                  <a:lnTo>
                    <a:pt x="429852" y="592573"/>
                  </a:lnTo>
                  <a:lnTo>
                    <a:pt x="376807" y="510358"/>
                  </a:lnTo>
                  <a:close/>
                  <a:moveTo>
                    <a:pt x="686513" y="642952"/>
                  </a:moveTo>
                  <a:lnTo>
                    <a:pt x="708991" y="674788"/>
                  </a:lnTo>
                  <a:lnTo>
                    <a:pt x="683841" y="637089"/>
                  </a:lnTo>
                  <a:close/>
                  <a:moveTo>
                    <a:pt x="429852" y="592573"/>
                  </a:moveTo>
                  <a:lnTo>
                    <a:pt x="474385" y="622359"/>
                  </a:lnTo>
                  <a:lnTo>
                    <a:pt x="488375" y="574723"/>
                  </a:lnTo>
                  <a:close/>
                  <a:moveTo>
                    <a:pt x="488375" y="574723"/>
                  </a:moveTo>
                  <a:lnTo>
                    <a:pt x="474385" y="622359"/>
                  </a:lnTo>
                  <a:lnTo>
                    <a:pt x="570633" y="668533"/>
                  </a:lnTo>
                  <a:close/>
                  <a:moveTo>
                    <a:pt x="429852" y="592573"/>
                  </a:moveTo>
                  <a:lnTo>
                    <a:pt x="488375" y="574723"/>
                  </a:lnTo>
                  <a:lnTo>
                    <a:pt x="376807" y="510358"/>
                  </a:lnTo>
                  <a:close/>
                  <a:moveTo>
                    <a:pt x="553688" y="482124"/>
                  </a:moveTo>
                  <a:lnTo>
                    <a:pt x="488375" y="574723"/>
                  </a:lnTo>
                  <a:lnTo>
                    <a:pt x="578810" y="561793"/>
                  </a:lnTo>
                  <a:close/>
                  <a:moveTo>
                    <a:pt x="800350" y="703054"/>
                  </a:moveTo>
                  <a:lnTo>
                    <a:pt x="686513" y="642952"/>
                  </a:lnTo>
                  <a:lnTo>
                    <a:pt x="687686" y="633963"/>
                  </a:lnTo>
                  <a:close/>
                  <a:moveTo>
                    <a:pt x="687686" y="633963"/>
                  </a:moveTo>
                  <a:lnTo>
                    <a:pt x="715889" y="636352"/>
                  </a:lnTo>
                  <a:lnTo>
                    <a:pt x="800350" y="703054"/>
                  </a:lnTo>
                  <a:close/>
                  <a:moveTo>
                    <a:pt x="1602929" y="333601"/>
                  </a:moveTo>
                  <a:lnTo>
                    <a:pt x="1538379" y="285081"/>
                  </a:lnTo>
                  <a:lnTo>
                    <a:pt x="1468515" y="324910"/>
                  </a:lnTo>
                  <a:close/>
                  <a:moveTo>
                    <a:pt x="1459019" y="130751"/>
                  </a:moveTo>
                  <a:lnTo>
                    <a:pt x="1507878" y="193423"/>
                  </a:lnTo>
                  <a:lnTo>
                    <a:pt x="1503581" y="202866"/>
                  </a:lnTo>
                  <a:close/>
                  <a:moveTo>
                    <a:pt x="1503581" y="202866"/>
                  </a:moveTo>
                  <a:lnTo>
                    <a:pt x="1507878" y="193423"/>
                  </a:lnTo>
                  <a:lnTo>
                    <a:pt x="1459299" y="241303"/>
                  </a:lnTo>
                  <a:close/>
                  <a:moveTo>
                    <a:pt x="1459430" y="75742"/>
                  </a:moveTo>
                  <a:lnTo>
                    <a:pt x="1459019" y="130751"/>
                  </a:lnTo>
                  <a:lnTo>
                    <a:pt x="1457480" y="120652"/>
                  </a:lnTo>
                  <a:close/>
                  <a:moveTo>
                    <a:pt x="1468531" y="0"/>
                  </a:moveTo>
                  <a:lnTo>
                    <a:pt x="1460877" y="29148"/>
                  </a:lnTo>
                  <a:lnTo>
                    <a:pt x="1457480" y="120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7" name="Candidate_density__1986">
              <a:extLst>
                <a:ext uri="{FF2B5EF4-FFF2-40B4-BE49-F238E27FC236}">
                  <a16:creationId xmlns:a16="http://schemas.microsoft.com/office/drawing/2014/main" id="{29F46B68-E848-19D9-B291-89D92B6D64BC}"/>
                </a:ext>
              </a:extLst>
            </p:cNvPr>
            <p:cNvSpPr>
              <a:spLocks noGrp="1"/>
            </p:cNvSpPr>
            <p:nvPr/>
          </p:nvSpPr>
          <p:spPr>
            <a:xfrm>
              <a:off x="4961343" y="4445178"/>
              <a:ext cx="1590500" cy="581889"/>
            </a:xfrm>
            <a:custGeom>
              <a:avLst/>
              <a:gdLst/>
              <a:ahLst/>
              <a:cxnLst/>
              <a:rect l="0" t="0" r="0" b="0"/>
              <a:pathLst>
                <a:path w="1590500" h="581889">
                  <a:moveTo>
                    <a:pt x="48859" y="543453"/>
                  </a:moveTo>
                  <a:lnTo>
                    <a:pt x="46922" y="581889"/>
                  </a:lnTo>
                  <a:lnTo>
                    <a:pt x="17044" y="463733"/>
                  </a:lnTo>
                  <a:close/>
                  <a:moveTo>
                    <a:pt x="47164" y="539339"/>
                  </a:moveTo>
                  <a:lnTo>
                    <a:pt x="10334" y="461238"/>
                  </a:lnTo>
                  <a:lnTo>
                    <a:pt x="0" y="449489"/>
                  </a:lnTo>
                  <a:close/>
                  <a:moveTo>
                    <a:pt x="47164" y="539339"/>
                  </a:moveTo>
                  <a:lnTo>
                    <a:pt x="48859" y="543453"/>
                  </a:lnTo>
                  <a:lnTo>
                    <a:pt x="104661" y="453095"/>
                  </a:lnTo>
                  <a:close/>
                  <a:moveTo>
                    <a:pt x="31387" y="251889"/>
                  </a:moveTo>
                  <a:lnTo>
                    <a:pt x="115366" y="340586"/>
                  </a:lnTo>
                  <a:lnTo>
                    <a:pt x="36680" y="258371"/>
                  </a:lnTo>
                  <a:close/>
                  <a:moveTo>
                    <a:pt x="583647" y="314092"/>
                  </a:moveTo>
                  <a:lnTo>
                    <a:pt x="646149" y="389707"/>
                  </a:lnTo>
                  <a:lnTo>
                    <a:pt x="606124" y="345928"/>
                  </a:lnTo>
                  <a:close/>
                  <a:moveTo>
                    <a:pt x="446744" y="143061"/>
                  </a:moveTo>
                  <a:lnTo>
                    <a:pt x="399975" y="184690"/>
                  </a:lnTo>
                  <a:lnTo>
                    <a:pt x="450822" y="153264"/>
                  </a:lnTo>
                  <a:close/>
                  <a:moveTo>
                    <a:pt x="412781" y="23506"/>
                  </a:moveTo>
                  <a:lnTo>
                    <a:pt x="409041" y="126639"/>
                  </a:lnTo>
                  <a:lnTo>
                    <a:pt x="446744" y="143061"/>
                  </a:lnTo>
                  <a:close/>
                  <a:moveTo>
                    <a:pt x="1578706" y="38437"/>
                  </a:moveTo>
                  <a:lnTo>
                    <a:pt x="1590500" y="0"/>
                  </a:lnTo>
                  <a:lnTo>
                    <a:pt x="1500062" y="474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88" name="Candidate_density__1987">
              <a:extLst>
                <a:ext uri="{FF2B5EF4-FFF2-40B4-BE49-F238E27FC236}">
                  <a16:creationId xmlns:a16="http://schemas.microsoft.com/office/drawing/2014/main" id="{758C6052-A8DD-F1ED-CFEA-0110D0A8B959}"/>
                </a:ext>
              </a:extLst>
            </p:cNvPr>
            <p:cNvSpPr>
              <a:spLocks noGrp="1"/>
            </p:cNvSpPr>
            <p:nvPr/>
          </p:nvSpPr>
          <p:spPr>
            <a:xfrm>
              <a:off x="4796851" y="4432194"/>
              <a:ext cx="1664554" cy="556436"/>
            </a:xfrm>
            <a:custGeom>
              <a:avLst/>
              <a:gdLst/>
              <a:ahLst/>
              <a:cxnLst/>
              <a:rect l="0" t="0" r="0" b="0"/>
              <a:pathLst>
                <a:path w="1664554" h="556436">
                  <a:moveTo>
                    <a:pt x="264444" y="494064"/>
                  </a:moveTo>
                  <a:lnTo>
                    <a:pt x="213350" y="556436"/>
                  </a:lnTo>
                  <a:lnTo>
                    <a:pt x="181536" y="476717"/>
                  </a:lnTo>
                  <a:close/>
                  <a:moveTo>
                    <a:pt x="123248" y="424012"/>
                  </a:moveTo>
                  <a:lnTo>
                    <a:pt x="181536" y="476717"/>
                  </a:lnTo>
                  <a:lnTo>
                    <a:pt x="79477" y="399005"/>
                  </a:lnTo>
                  <a:close/>
                  <a:moveTo>
                    <a:pt x="61625" y="392006"/>
                  </a:moveTo>
                  <a:lnTo>
                    <a:pt x="79477" y="399005"/>
                  </a:lnTo>
                  <a:lnTo>
                    <a:pt x="100554" y="438621"/>
                  </a:lnTo>
                  <a:close/>
                  <a:moveTo>
                    <a:pt x="185478" y="473513"/>
                  </a:moveTo>
                  <a:lnTo>
                    <a:pt x="174826" y="474221"/>
                  </a:lnTo>
                  <a:lnTo>
                    <a:pt x="211656" y="552323"/>
                  </a:lnTo>
                  <a:close/>
                  <a:moveTo>
                    <a:pt x="269153" y="466079"/>
                  </a:moveTo>
                  <a:lnTo>
                    <a:pt x="213350" y="556436"/>
                  </a:lnTo>
                  <a:lnTo>
                    <a:pt x="264444" y="494064"/>
                  </a:lnTo>
                  <a:close/>
                  <a:moveTo>
                    <a:pt x="185478" y="473513"/>
                  </a:moveTo>
                  <a:lnTo>
                    <a:pt x="211656" y="552323"/>
                  </a:lnTo>
                  <a:lnTo>
                    <a:pt x="269153" y="466079"/>
                  </a:lnTo>
                  <a:close/>
                  <a:moveTo>
                    <a:pt x="125838" y="353570"/>
                  </a:moveTo>
                  <a:lnTo>
                    <a:pt x="0" y="302934"/>
                  </a:lnTo>
                  <a:lnTo>
                    <a:pt x="12925" y="309791"/>
                  </a:lnTo>
                  <a:close/>
                  <a:moveTo>
                    <a:pt x="125838" y="353570"/>
                  </a:moveTo>
                  <a:lnTo>
                    <a:pt x="12925" y="309791"/>
                  </a:lnTo>
                  <a:lnTo>
                    <a:pt x="61625" y="392006"/>
                  </a:lnTo>
                  <a:close/>
                  <a:moveTo>
                    <a:pt x="279858" y="353570"/>
                  </a:moveTo>
                  <a:lnTo>
                    <a:pt x="283640" y="354208"/>
                  </a:lnTo>
                  <a:lnTo>
                    <a:pt x="201172" y="271354"/>
                  </a:lnTo>
                  <a:close/>
                  <a:moveTo>
                    <a:pt x="138677" y="350877"/>
                  </a:moveTo>
                  <a:lnTo>
                    <a:pt x="219263" y="345954"/>
                  </a:lnTo>
                  <a:lnTo>
                    <a:pt x="195879" y="264873"/>
                  </a:lnTo>
                  <a:close/>
                  <a:moveTo>
                    <a:pt x="195879" y="264873"/>
                  </a:moveTo>
                  <a:lnTo>
                    <a:pt x="219263" y="345954"/>
                  </a:lnTo>
                  <a:lnTo>
                    <a:pt x="279858" y="353570"/>
                  </a:lnTo>
                  <a:close/>
                  <a:moveTo>
                    <a:pt x="615313" y="166248"/>
                  </a:moveTo>
                  <a:lnTo>
                    <a:pt x="564467" y="197674"/>
                  </a:lnTo>
                  <a:lnTo>
                    <a:pt x="550000" y="258847"/>
                  </a:lnTo>
                  <a:close/>
                  <a:moveTo>
                    <a:pt x="640435" y="245917"/>
                  </a:moveTo>
                  <a:lnTo>
                    <a:pt x="716448" y="244711"/>
                  </a:lnTo>
                  <a:lnTo>
                    <a:pt x="615313" y="166248"/>
                  </a:lnTo>
                  <a:close/>
                  <a:moveTo>
                    <a:pt x="438432" y="194482"/>
                  </a:moveTo>
                  <a:lnTo>
                    <a:pt x="440206" y="187423"/>
                  </a:lnTo>
                  <a:lnTo>
                    <a:pt x="429722" y="95854"/>
                  </a:lnTo>
                  <a:close/>
                  <a:moveTo>
                    <a:pt x="564467" y="197674"/>
                  </a:moveTo>
                  <a:lnTo>
                    <a:pt x="611236" y="156045"/>
                  </a:lnTo>
                  <a:lnTo>
                    <a:pt x="573533" y="139622"/>
                  </a:lnTo>
                  <a:close/>
                  <a:moveTo>
                    <a:pt x="1530140" y="9034"/>
                  </a:moveTo>
                  <a:lnTo>
                    <a:pt x="1528651" y="8549"/>
                  </a:lnTo>
                  <a:lnTo>
                    <a:pt x="1557040" y="46151"/>
                  </a:lnTo>
                  <a:close/>
                  <a:moveTo>
                    <a:pt x="1528651" y="8549"/>
                  </a:moveTo>
                  <a:lnTo>
                    <a:pt x="1527724" y="0"/>
                  </a:lnTo>
                  <a:lnTo>
                    <a:pt x="1556889" y="46078"/>
                  </a:lnTo>
                  <a:close/>
                  <a:moveTo>
                    <a:pt x="1618610" y="61148"/>
                  </a:moveTo>
                  <a:lnTo>
                    <a:pt x="1664554" y="17725"/>
                  </a:lnTo>
                  <a:lnTo>
                    <a:pt x="1530140" y="903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89" name="Candidate_density__1988">
              <a:extLst>
                <a:ext uri="{FF2B5EF4-FFF2-40B4-BE49-F238E27FC236}">
                  <a16:creationId xmlns:a16="http://schemas.microsoft.com/office/drawing/2014/main" id="{76F99681-3E69-9435-3E61-FF929EFC55E4}"/>
                </a:ext>
              </a:extLst>
            </p:cNvPr>
            <p:cNvSpPr>
              <a:spLocks noGrp="1"/>
            </p:cNvSpPr>
            <p:nvPr/>
          </p:nvSpPr>
          <p:spPr>
            <a:xfrm>
              <a:off x="5156170" y="4198532"/>
              <a:ext cx="1240686" cy="749183"/>
            </a:xfrm>
            <a:custGeom>
              <a:avLst/>
              <a:gdLst/>
              <a:ahLst/>
              <a:cxnLst/>
              <a:rect l="0" t="0" r="0" b="0"/>
              <a:pathLst>
                <a:path w="1240686" h="749183">
                  <a:moveTo>
                    <a:pt x="64376" y="614076"/>
                  </a:moveTo>
                  <a:lnTo>
                    <a:pt x="0" y="669446"/>
                  </a:lnTo>
                  <a:lnTo>
                    <a:pt x="52216" y="631010"/>
                  </a:lnTo>
                  <a:close/>
                  <a:moveTo>
                    <a:pt x="64376" y="614076"/>
                  </a:moveTo>
                  <a:lnTo>
                    <a:pt x="6262" y="612000"/>
                  </a:lnTo>
                  <a:lnTo>
                    <a:pt x="0" y="669446"/>
                  </a:lnTo>
                  <a:close/>
                  <a:moveTo>
                    <a:pt x="52656" y="669446"/>
                  </a:moveTo>
                  <a:lnTo>
                    <a:pt x="46665" y="749183"/>
                  </a:lnTo>
                  <a:lnTo>
                    <a:pt x="40285" y="739205"/>
                  </a:lnTo>
                  <a:close/>
                  <a:moveTo>
                    <a:pt x="272939" y="586318"/>
                  </a:moveTo>
                  <a:lnTo>
                    <a:pt x="176691" y="540144"/>
                  </a:lnTo>
                  <a:lnTo>
                    <a:pt x="258143" y="592573"/>
                  </a:lnTo>
                  <a:close/>
                  <a:moveTo>
                    <a:pt x="281116" y="479578"/>
                  </a:moveTo>
                  <a:lnTo>
                    <a:pt x="190681" y="492508"/>
                  </a:lnTo>
                  <a:lnTo>
                    <a:pt x="272939" y="586318"/>
                  </a:lnTo>
                  <a:close/>
                  <a:moveTo>
                    <a:pt x="272939" y="586318"/>
                  </a:moveTo>
                  <a:lnTo>
                    <a:pt x="386147" y="554875"/>
                  </a:lnTo>
                  <a:lnTo>
                    <a:pt x="357130" y="478373"/>
                  </a:lnTo>
                  <a:close/>
                  <a:moveTo>
                    <a:pt x="272939" y="586318"/>
                  </a:moveTo>
                  <a:lnTo>
                    <a:pt x="357130" y="478373"/>
                  </a:lnTo>
                  <a:lnTo>
                    <a:pt x="281116" y="479578"/>
                  </a:lnTo>
                  <a:close/>
                  <a:moveTo>
                    <a:pt x="388820" y="560738"/>
                  </a:moveTo>
                  <a:lnTo>
                    <a:pt x="395898" y="515701"/>
                  </a:lnTo>
                  <a:lnTo>
                    <a:pt x="389993" y="551748"/>
                  </a:lnTo>
                  <a:close/>
                  <a:moveTo>
                    <a:pt x="418195" y="554137"/>
                  </a:moveTo>
                  <a:lnTo>
                    <a:pt x="389993" y="551748"/>
                  </a:lnTo>
                  <a:lnTo>
                    <a:pt x="369516" y="468303"/>
                  </a:lnTo>
                  <a:close/>
                  <a:moveTo>
                    <a:pt x="369516" y="468303"/>
                  </a:moveTo>
                  <a:lnTo>
                    <a:pt x="389993" y="551748"/>
                  </a:lnTo>
                  <a:lnTo>
                    <a:pt x="324975" y="443922"/>
                  </a:lnTo>
                  <a:close/>
                  <a:moveTo>
                    <a:pt x="799981" y="337762"/>
                  </a:moveTo>
                  <a:lnTo>
                    <a:pt x="752432" y="356612"/>
                  </a:lnTo>
                  <a:lnTo>
                    <a:pt x="817229" y="346688"/>
                  </a:lnTo>
                  <a:close/>
                  <a:moveTo>
                    <a:pt x="1170821" y="242695"/>
                  </a:moveTo>
                  <a:lnTo>
                    <a:pt x="1168118" y="241303"/>
                  </a:lnTo>
                  <a:lnTo>
                    <a:pt x="1169333" y="242211"/>
                  </a:lnTo>
                  <a:close/>
                  <a:moveTo>
                    <a:pt x="1168405" y="233662"/>
                  </a:moveTo>
                  <a:lnTo>
                    <a:pt x="1169333" y="242211"/>
                  </a:lnTo>
                  <a:lnTo>
                    <a:pt x="1168118" y="241303"/>
                  </a:lnTo>
                  <a:close/>
                  <a:moveTo>
                    <a:pt x="1168118" y="241303"/>
                  </a:moveTo>
                  <a:lnTo>
                    <a:pt x="1170821" y="242695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68118" y="241303"/>
                  </a:lnTo>
                  <a:lnTo>
                    <a:pt x="1171474" y="240469"/>
                  </a:lnTo>
                  <a:close/>
                  <a:moveTo>
                    <a:pt x="1170821" y="242695"/>
                  </a:moveTo>
                  <a:lnTo>
                    <a:pt x="1240686" y="202867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71474" y="240469"/>
                  </a:lnTo>
                  <a:lnTo>
                    <a:pt x="1161605" y="159088"/>
                  </a:lnTo>
                  <a:close/>
                  <a:moveTo>
                    <a:pt x="1161605" y="159088"/>
                  </a:moveTo>
                  <a:lnTo>
                    <a:pt x="1171474" y="240469"/>
                  </a:lnTo>
                  <a:lnTo>
                    <a:pt x="1240686" y="202867"/>
                  </a:lnTo>
                  <a:close/>
                  <a:moveTo>
                    <a:pt x="1161605" y="159088"/>
                  </a:moveTo>
                  <a:lnTo>
                    <a:pt x="1240686" y="202867"/>
                  </a:lnTo>
                  <a:lnTo>
                    <a:pt x="1205887" y="120651"/>
                  </a:lnTo>
                  <a:close/>
                  <a:moveTo>
                    <a:pt x="1205887" y="120651"/>
                  </a:moveTo>
                  <a:lnTo>
                    <a:pt x="1184105" y="77158"/>
                  </a:lnTo>
                  <a:lnTo>
                    <a:pt x="1161325" y="48536"/>
                  </a:lnTo>
                  <a:close/>
                  <a:moveTo>
                    <a:pt x="1159786" y="38437"/>
                  </a:moveTo>
                  <a:lnTo>
                    <a:pt x="1161325" y="48536"/>
                  </a:lnTo>
                  <a:lnTo>
                    <a:pt x="1184105" y="77158"/>
                  </a:lnTo>
                  <a:close/>
                  <a:moveTo>
                    <a:pt x="1205555" y="0"/>
                  </a:moveTo>
                  <a:lnTo>
                    <a:pt x="1159786" y="38437"/>
                  </a:lnTo>
                  <a:lnTo>
                    <a:pt x="1184105" y="77158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90" name="Candidate_density__1989">
              <a:extLst>
                <a:ext uri="{FF2B5EF4-FFF2-40B4-BE49-F238E27FC236}">
                  <a16:creationId xmlns:a16="http://schemas.microsoft.com/office/drawing/2014/main" id="{67EA9E09-9045-F41A-55AA-79DBD08C88E6}"/>
                </a:ext>
              </a:extLst>
            </p:cNvPr>
            <p:cNvSpPr>
              <a:spLocks noGrp="1"/>
            </p:cNvSpPr>
            <p:nvPr/>
          </p:nvSpPr>
          <p:spPr>
            <a:xfrm>
              <a:off x="5017871" y="3960278"/>
              <a:ext cx="1533972" cy="1028946"/>
            </a:xfrm>
            <a:custGeom>
              <a:avLst/>
              <a:gdLst/>
              <a:ahLst/>
              <a:cxnLst/>
              <a:rect l="0" t="0" r="0" b="0"/>
              <a:pathLst>
                <a:path w="1533972" h="1028946">
                  <a:moveTo>
                    <a:pt x="534314" y="985291"/>
                  </a:moveTo>
                  <a:lnTo>
                    <a:pt x="456534" y="1028946"/>
                  </a:lnTo>
                  <a:lnTo>
                    <a:pt x="526593" y="1012226"/>
                  </a:lnTo>
                  <a:close/>
                  <a:moveTo>
                    <a:pt x="534314" y="985291"/>
                  </a:moveTo>
                  <a:lnTo>
                    <a:pt x="467175" y="979281"/>
                  </a:lnTo>
                  <a:lnTo>
                    <a:pt x="456534" y="1028946"/>
                  </a:lnTo>
                  <a:close/>
                  <a:moveTo>
                    <a:pt x="534314" y="985291"/>
                  </a:moveTo>
                  <a:lnTo>
                    <a:pt x="526593" y="1012226"/>
                  </a:lnTo>
                  <a:lnTo>
                    <a:pt x="537169" y="995257"/>
                  </a:lnTo>
                  <a:close/>
                  <a:moveTo>
                    <a:pt x="537169" y="995257"/>
                  </a:moveTo>
                  <a:lnTo>
                    <a:pt x="554726" y="902209"/>
                  </a:lnTo>
                  <a:lnTo>
                    <a:pt x="534314" y="985291"/>
                  </a:lnTo>
                  <a:close/>
                  <a:moveTo>
                    <a:pt x="589622" y="874606"/>
                  </a:moveTo>
                  <a:lnTo>
                    <a:pt x="527119" y="798991"/>
                  </a:lnTo>
                  <a:lnTo>
                    <a:pt x="640956" y="859092"/>
                  </a:lnTo>
                  <a:close/>
                  <a:moveTo>
                    <a:pt x="31443" y="216885"/>
                  </a:moveTo>
                  <a:lnTo>
                    <a:pt x="26660" y="194214"/>
                  </a:lnTo>
                  <a:lnTo>
                    <a:pt x="0" y="221469"/>
                  </a:lnTo>
                  <a:close/>
                  <a:moveTo>
                    <a:pt x="1466072" y="510448"/>
                  </a:moveTo>
                  <a:lnTo>
                    <a:pt x="1443535" y="489640"/>
                  </a:lnTo>
                  <a:lnTo>
                    <a:pt x="1397591" y="533063"/>
                  </a:lnTo>
                  <a:close/>
                  <a:moveTo>
                    <a:pt x="1533972" y="484899"/>
                  </a:moveTo>
                  <a:lnTo>
                    <a:pt x="1522178" y="523336"/>
                  </a:lnTo>
                  <a:lnTo>
                    <a:pt x="1527931" y="526527"/>
                  </a:lnTo>
                  <a:close/>
                  <a:moveTo>
                    <a:pt x="1487622" y="238254"/>
                  </a:moveTo>
                  <a:lnTo>
                    <a:pt x="1500566" y="199817"/>
                  </a:lnTo>
                  <a:lnTo>
                    <a:pt x="1511741" y="320469"/>
                  </a:lnTo>
                  <a:close/>
                  <a:moveTo>
                    <a:pt x="1480684" y="0"/>
                  </a:moveTo>
                  <a:lnTo>
                    <a:pt x="1501550" y="117602"/>
                  </a:lnTo>
                  <a:lnTo>
                    <a:pt x="1481738" y="3538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91" name="Candidate_density__1990">
              <a:extLst>
                <a:ext uri="{FF2B5EF4-FFF2-40B4-BE49-F238E27FC236}">
                  <a16:creationId xmlns:a16="http://schemas.microsoft.com/office/drawing/2014/main" id="{9A4122AC-AE93-33BF-A1C9-EBF187909605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3407"/>
              <a:ext cx="130677" cy="37699"/>
            </a:xfrm>
            <a:custGeom>
              <a:avLst/>
              <a:gdLst/>
              <a:ahLst/>
              <a:cxnLst/>
              <a:rect l="0" t="0" r="0" b="0"/>
              <a:pathLst>
                <a:path w="130677" h="37699">
                  <a:moveTo>
                    <a:pt x="0" y="37699"/>
                  </a:moveTo>
                  <a:lnTo>
                    <a:pt x="63970" y="35117"/>
                  </a:lnTo>
                  <a:lnTo>
                    <a:pt x="14797" y="31443"/>
                  </a:lnTo>
                  <a:close/>
                  <a:moveTo>
                    <a:pt x="128004" y="0"/>
                  </a:moveTo>
                  <a:lnTo>
                    <a:pt x="14797" y="31443"/>
                  </a:lnTo>
                  <a:lnTo>
                    <a:pt x="130677" y="5863"/>
                  </a:lnTo>
                  <a:close/>
                  <a:moveTo>
                    <a:pt x="14797" y="31443"/>
                  </a:moveTo>
                  <a:lnTo>
                    <a:pt x="63970" y="35117"/>
                  </a:lnTo>
                  <a:lnTo>
                    <a:pt x="130677" y="5863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1992" name="Candidate_density__1991">
              <a:extLst>
                <a:ext uri="{FF2B5EF4-FFF2-40B4-BE49-F238E27FC236}">
                  <a16:creationId xmlns:a16="http://schemas.microsoft.com/office/drawing/2014/main" id="{B465819F-3A62-2690-888B-ABA60DC17F40}"/>
                </a:ext>
              </a:extLst>
            </p:cNvPr>
            <p:cNvSpPr>
              <a:spLocks noGrp="1"/>
            </p:cNvSpPr>
            <p:nvPr/>
          </p:nvSpPr>
          <p:spPr>
            <a:xfrm>
              <a:off x="4707195" y="3667619"/>
              <a:ext cx="1896209" cy="1678360"/>
            </a:xfrm>
            <a:custGeom>
              <a:avLst/>
              <a:gdLst/>
              <a:ahLst/>
              <a:cxnLst/>
              <a:rect l="0" t="0" r="0" b="0"/>
              <a:pathLst>
                <a:path w="1896209" h="1678360">
                  <a:moveTo>
                    <a:pt x="328718" y="1649872"/>
                  </a:moveTo>
                  <a:lnTo>
                    <a:pt x="326945" y="1650969"/>
                  </a:lnTo>
                  <a:lnTo>
                    <a:pt x="349169" y="1678360"/>
                  </a:lnTo>
                  <a:close/>
                  <a:moveTo>
                    <a:pt x="0" y="979715"/>
                  </a:moveTo>
                  <a:lnTo>
                    <a:pt x="70889" y="1035930"/>
                  </a:lnTo>
                  <a:lnTo>
                    <a:pt x="50544" y="1023119"/>
                  </a:lnTo>
                  <a:close/>
                  <a:moveTo>
                    <a:pt x="554267" y="1611436"/>
                  </a:moveTo>
                  <a:lnTo>
                    <a:pt x="573244" y="1517283"/>
                  </a:lnTo>
                  <a:lnTo>
                    <a:pt x="539479" y="1490784"/>
                  </a:lnTo>
                  <a:close/>
                  <a:moveTo>
                    <a:pt x="573244" y="1517283"/>
                  </a:moveTo>
                  <a:lnTo>
                    <a:pt x="623762" y="1529220"/>
                  </a:lnTo>
                  <a:lnTo>
                    <a:pt x="591835" y="1438428"/>
                  </a:lnTo>
                  <a:close/>
                  <a:moveTo>
                    <a:pt x="244292" y="1002385"/>
                  </a:moveTo>
                  <a:lnTo>
                    <a:pt x="227183" y="997493"/>
                  </a:lnTo>
                  <a:lnTo>
                    <a:pt x="184505" y="1030119"/>
                  </a:lnTo>
                  <a:close/>
                  <a:moveTo>
                    <a:pt x="228333" y="1115452"/>
                  </a:moveTo>
                  <a:lnTo>
                    <a:pt x="285535" y="1029448"/>
                  </a:lnTo>
                  <a:lnTo>
                    <a:pt x="244292" y="1002385"/>
                  </a:lnTo>
                  <a:close/>
                  <a:moveTo>
                    <a:pt x="244292" y="1002385"/>
                  </a:moveTo>
                  <a:lnTo>
                    <a:pt x="185352" y="969831"/>
                  </a:lnTo>
                  <a:lnTo>
                    <a:pt x="227183" y="997493"/>
                  </a:lnTo>
                  <a:close/>
                  <a:moveTo>
                    <a:pt x="725066" y="1408569"/>
                  </a:moveTo>
                  <a:lnTo>
                    <a:pt x="727250" y="1370132"/>
                  </a:lnTo>
                  <a:lnTo>
                    <a:pt x="709506" y="1384520"/>
                  </a:lnTo>
                  <a:close/>
                  <a:moveTo>
                    <a:pt x="777850" y="1271941"/>
                  </a:moveTo>
                  <a:lnTo>
                    <a:pt x="727250" y="1370132"/>
                  </a:lnTo>
                  <a:lnTo>
                    <a:pt x="767209" y="1321606"/>
                  </a:lnTo>
                  <a:close/>
                  <a:moveTo>
                    <a:pt x="777850" y="1271941"/>
                  </a:moveTo>
                  <a:lnTo>
                    <a:pt x="844989" y="1277950"/>
                  </a:lnTo>
                  <a:lnTo>
                    <a:pt x="798707" y="1224167"/>
                  </a:lnTo>
                  <a:close/>
                  <a:moveTo>
                    <a:pt x="844989" y="1277950"/>
                  </a:moveTo>
                  <a:lnTo>
                    <a:pt x="865402" y="1194869"/>
                  </a:lnTo>
                  <a:lnTo>
                    <a:pt x="798707" y="1224167"/>
                  </a:lnTo>
                  <a:close/>
                  <a:moveTo>
                    <a:pt x="865402" y="1194869"/>
                  </a:moveTo>
                  <a:lnTo>
                    <a:pt x="918389" y="1177777"/>
                  </a:lnTo>
                  <a:lnTo>
                    <a:pt x="798707" y="1224167"/>
                  </a:lnTo>
                  <a:close/>
                  <a:moveTo>
                    <a:pt x="666929" y="801065"/>
                  </a:moveTo>
                  <a:lnTo>
                    <a:pt x="602257" y="831787"/>
                  </a:lnTo>
                  <a:lnTo>
                    <a:pt x="581950" y="909651"/>
                  </a:lnTo>
                  <a:close/>
                  <a:moveTo>
                    <a:pt x="666929" y="801065"/>
                  </a:moveTo>
                  <a:lnTo>
                    <a:pt x="581950" y="909651"/>
                  </a:lnTo>
                  <a:lnTo>
                    <a:pt x="663189" y="904198"/>
                  </a:lnTo>
                  <a:close/>
                  <a:moveTo>
                    <a:pt x="505593" y="838405"/>
                  </a:moveTo>
                  <a:lnTo>
                    <a:pt x="506308" y="810463"/>
                  </a:lnTo>
                  <a:lnTo>
                    <a:pt x="461556" y="746753"/>
                  </a:lnTo>
                  <a:close/>
                  <a:moveTo>
                    <a:pt x="295922" y="509545"/>
                  </a:moveTo>
                  <a:lnTo>
                    <a:pt x="310676" y="514129"/>
                  </a:lnTo>
                  <a:lnTo>
                    <a:pt x="337335" y="486874"/>
                  </a:lnTo>
                  <a:close/>
                  <a:moveTo>
                    <a:pt x="307143" y="500919"/>
                  </a:moveTo>
                  <a:lnTo>
                    <a:pt x="295922" y="509545"/>
                  </a:lnTo>
                  <a:lnTo>
                    <a:pt x="337335" y="486874"/>
                  </a:lnTo>
                  <a:close/>
                  <a:moveTo>
                    <a:pt x="935264" y="1104466"/>
                  </a:moveTo>
                  <a:lnTo>
                    <a:pt x="918389" y="1177777"/>
                  </a:lnTo>
                  <a:lnTo>
                    <a:pt x="1006372" y="1107249"/>
                  </a:lnTo>
                  <a:close/>
                  <a:moveTo>
                    <a:pt x="1006372" y="1107249"/>
                  </a:moveTo>
                  <a:lnTo>
                    <a:pt x="1019979" y="1063746"/>
                  </a:lnTo>
                  <a:lnTo>
                    <a:pt x="946711" y="1068465"/>
                  </a:lnTo>
                  <a:close/>
                  <a:moveTo>
                    <a:pt x="1883807" y="739122"/>
                  </a:moveTo>
                  <a:lnTo>
                    <a:pt x="1844648" y="777559"/>
                  </a:lnTo>
                  <a:lnTo>
                    <a:pt x="1896209" y="819349"/>
                  </a:lnTo>
                  <a:close/>
                  <a:moveTo>
                    <a:pt x="1791359" y="292660"/>
                  </a:moveTo>
                  <a:lnTo>
                    <a:pt x="1802459" y="383728"/>
                  </a:lnTo>
                  <a:lnTo>
                    <a:pt x="1812225" y="410262"/>
                  </a:lnTo>
                  <a:close/>
                  <a:moveTo>
                    <a:pt x="1802599" y="183430"/>
                  </a:moveTo>
                  <a:lnTo>
                    <a:pt x="1800739" y="95454"/>
                  </a:lnTo>
                  <a:lnTo>
                    <a:pt x="1735076" y="128608"/>
                  </a:lnTo>
                  <a:close/>
                  <a:moveTo>
                    <a:pt x="1801289" y="84403"/>
                  </a:moveTo>
                  <a:lnTo>
                    <a:pt x="1735076" y="128608"/>
                  </a:lnTo>
                  <a:lnTo>
                    <a:pt x="1800739" y="95454"/>
                  </a:lnTo>
                  <a:close/>
                  <a:moveTo>
                    <a:pt x="1740554" y="73187"/>
                  </a:moveTo>
                  <a:lnTo>
                    <a:pt x="1801289" y="84403"/>
                  </a:lnTo>
                  <a:lnTo>
                    <a:pt x="178199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93" name="Candidate_density__1992">
              <a:extLst>
                <a:ext uri="{FF2B5EF4-FFF2-40B4-BE49-F238E27FC236}">
                  <a16:creationId xmlns:a16="http://schemas.microsoft.com/office/drawing/2014/main" id="{275473E3-7D07-0177-6C7A-010AFC762182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98192"/>
              <a:ext cx="1779771" cy="1620396"/>
            </a:xfrm>
            <a:custGeom>
              <a:avLst/>
              <a:gdLst/>
              <a:ahLst/>
              <a:cxnLst/>
              <a:rect l="0" t="0" r="0" b="0"/>
              <a:pathLst>
                <a:path w="1779771" h="1620396">
                  <a:moveTo>
                    <a:pt x="227363" y="1575521"/>
                  </a:moveTo>
                  <a:lnTo>
                    <a:pt x="256056" y="1620396"/>
                  </a:lnTo>
                  <a:lnTo>
                    <a:pt x="257829" y="1619299"/>
                  </a:lnTo>
                  <a:close/>
                  <a:moveTo>
                    <a:pt x="174833" y="1471111"/>
                  </a:moveTo>
                  <a:lnTo>
                    <a:pt x="224702" y="1503168"/>
                  </a:lnTo>
                  <a:lnTo>
                    <a:pt x="221429" y="1537084"/>
                  </a:lnTo>
                  <a:close/>
                  <a:moveTo>
                    <a:pt x="171896" y="1454869"/>
                  </a:moveTo>
                  <a:lnTo>
                    <a:pt x="159204" y="1383725"/>
                  </a:lnTo>
                  <a:lnTo>
                    <a:pt x="174833" y="1471111"/>
                  </a:lnTo>
                  <a:close/>
                  <a:moveTo>
                    <a:pt x="183259" y="1196475"/>
                  </a:moveTo>
                  <a:lnTo>
                    <a:pt x="193593" y="1208224"/>
                  </a:lnTo>
                  <a:lnTo>
                    <a:pt x="134290" y="1228590"/>
                  </a:lnTo>
                  <a:close/>
                  <a:moveTo>
                    <a:pt x="71196" y="1056148"/>
                  </a:moveTo>
                  <a:lnTo>
                    <a:pt x="18767" y="1036937"/>
                  </a:lnTo>
                  <a:lnTo>
                    <a:pt x="144605" y="1087572"/>
                  </a:lnTo>
                  <a:close/>
                  <a:moveTo>
                    <a:pt x="0" y="1005357"/>
                  </a:moveTo>
                  <a:lnTo>
                    <a:pt x="18767" y="1036937"/>
                  </a:lnTo>
                  <a:lnTo>
                    <a:pt x="71196" y="1056148"/>
                  </a:lnTo>
                  <a:close/>
                  <a:moveTo>
                    <a:pt x="397202" y="1439057"/>
                  </a:moveTo>
                  <a:lnTo>
                    <a:pt x="372827" y="1416432"/>
                  </a:lnTo>
                  <a:lnTo>
                    <a:pt x="458114" y="1451593"/>
                  </a:lnTo>
                  <a:close/>
                  <a:moveTo>
                    <a:pt x="397202" y="1439057"/>
                  </a:moveTo>
                  <a:lnTo>
                    <a:pt x="458114" y="1451593"/>
                  </a:lnTo>
                  <a:lnTo>
                    <a:pt x="502355" y="1486710"/>
                  </a:lnTo>
                  <a:close/>
                  <a:moveTo>
                    <a:pt x="502355" y="1486710"/>
                  </a:moveTo>
                  <a:lnTo>
                    <a:pt x="520946" y="1407854"/>
                  </a:lnTo>
                  <a:lnTo>
                    <a:pt x="486751" y="1377996"/>
                  </a:lnTo>
                  <a:close/>
                  <a:moveTo>
                    <a:pt x="71196" y="1056148"/>
                  </a:moveTo>
                  <a:lnTo>
                    <a:pt x="144605" y="1087572"/>
                  </a:lnTo>
                  <a:lnTo>
                    <a:pt x="113616" y="999546"/>
                  </a:lnTo>
                  <a:close/>
                  <a:moveTo>
                    <a:pt x="113616" y="999546"/>
                  </a:moveTo>
                  <a:lnTo>
                    <a:pt x="144605" y="1087572"/>
                  </a:lnTo>
                  <a:lnTo>
                    <a:pt x="173403" y="971812"/>
                  </a:lnTo>
                  <a:close/>
                  <a:moveTo>
                    <a:pt x="173403" y="971812"/>
                  </a:moveTo>
                  <a:lnTo>
                    <a:pt x="144605" y="1087572"/>
                  </a:lnTo>
                  <a:lnTo>
                    <a:pt x="157444" y="1084879"/>
                  </a:lnTo>
                  <a:close/>
                  <a:moveTo>
                    <a:pt x="238030" y="1079956"/>
                  </a:moveTo>
                  <a:lnTo>
                    <a:pt x="157494" y="1100142"/>
                  </a:lnTo>
                  <a:lnTo>
                    <a:pt x="233108" y="1104194"/>
                  </a:lnTo>
                  <a:close/>
                  <a:moveTo>
                    <a:pt x="638617" y="1353947"/>
                  </a:moveTo>
                  <a:lnTo>
                    <a:pt x="607246" y="1339559"/>
                  </a:lnTo>
                  <a:lnTo>
                    <a:pt x="520946" y="1407854"/>
                  </a:lnTo>
                  <a:close/>
                  <a:moveTo>
                    <a:pt x="604886" y="1443033"/>
                  </a:moveTo>
                  <a:lnTo>
                    <a:pt x="638617" y="1353947"/>
                  </a:lnTo>
                  <a:lnTo>
                    <a:pt x="520946" y="1407854"/>
                  </a:lnTo>
                  <a:close/>
                  <a:moveTo>
                    <a:pt x="463929" y="1257344"/>
                  </a:moveTo>
                  <a:lnTo>
                    <a:pt x="396907" y="1211568"/>
                  </a:lnTo>
                  <a:lnTo>
                    <a:pt x="400942" y="1213566"/>
                  </a:lnTo>
                  <a:close/>
                  <a:moveTo>
                    <a:pt x="641120" y="1334396"/>
                  </a:moveTo>
                  <a:lnTo>
                    <a:pt x="638617" y="1353947"/>
                  </a:lnTo>
                  <a:lnTo>
                    <a:pt x="656361" y="1339559"/>
                  </a:lnTo>
                  <a:close/>
                  <a:moveTo>
                    <a:pt x="641120" y="1334396"/>
                  </a:moveTo>
                  <a:lnTo>
                    <a:pt x="656361" y="1339559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641120" y="1334396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593345" y="1184681"/>
                  </a:lnTo>
                  <a:lnTo>
                    <a:pt x="571631" y="1230206"/>
                  </a:lnTo>
                  <a:close/>
                  <a:moveTo>
                    <a:pt x="706961" y="1241368"/>
                  </a:moveTo>
                  <a:lnTo>
                    <a:pt x="727818" y="1193594"/>
                  </a:lnTo>
                  <a:lnTo>
                    <a:pt x="639111" y="1235937"/>
                  </a:lnTo>
                  <a:close/>
                  <a:moveTo>
                    <a:pt x="639111" y="1235937"/>
                  </a:moveTo>
                  <a:lnTo>
                    <a:pt x="727818" y="1193594"/>
                  </a:lnTo>
                  <a:lnTo>
                    <a:pt x="599651" y="1175130"/>
                  </a:lnTo>
                  <a:close/>
                  <a:moveTo>
                    <a:pt x="599651" y="1175130"/>
                  </a:moveTo>
                  <a:lnTo>
                    <a:pt x="593345" y="1184681"/>
                  </a:lnTo>
                  <a:lnTo>
                    <a:pt x="639111" y="1235937"/>
                  </a:lnTo>
                  <a:close/>
                  <a:moveTo>
                    <a:pt x="479207" y="890047"/>
                  </a:moveTo>
                  <a:lnTo>
                    <a:pt x="434704" y="807832"/>
                  </a:lnTo>
                  <a:lnTo>
                    <a:pt x="448489" y="829856"/>
                  </a:lnTo>
                  <a:close/>
                  <a:moveTo>
                    <a:pt x="847500" y="1147204"/>
                  </a:moveTo>
                  <a:lnTo>
                    <a:pt x="782759" y="1098256"/>
                  </a:lnTo>
                  <a:lnTo>
                    <a:pt x="727818" y="1193594"/>
                  </a:lnTo>
                  <a:close/>
                  <a:moveTo>
                    <a:pt x="434704" y="807832"/>
                  </a:moveTo>
                  <a:lnTo>
                    <a:pt x="511061" y="879078"/>
                  </a:lnTo>
                  <a:lnTo>
                    <a:pt x="450589" y="777853"/>
                  </a:lnTo>
                  <a:close/>
                  <a:moveTo>
                    <a:pt x="864375" y="1073893"/>
                  </a:moveTo>
                  <a:lnTo>
                    <a:pt x="935483" y="1076676"/>
                  </a:lnTo>
                  <a:lnTo>
                    <a:pt x="875822" y="1037892"/>
                  </a:lnTo>
                  <a:close/>
                  <a:moveTo>
                    <a:pt x="773984" y="1016041"/>
                  </a:moveTo>
                  <a:lnTo>
                    <a:pt x="816260" y="977605"/>
                  </a:lnTo>
                  <a:lnTo>
                    <a:pt x="721035" y="953031"/>
                  </a:lnTo>
                  <a:close/>
                  <a:moveTo>
                    <a:pt x="779439" y="956193"/>
                  </a:moveTo>
                  <a:lnTo>
                    <a:pt x="695852" y="933826"/>
                  </a:lnTo>
                  <a:lnTo>
                    <a:pt x="721035" y="953031"/>
                  </a:lnTo>
                  <a:close/>
                  <a:moveTo>
                    <a:pt x="1773759" y="746986"/>
                  </a:moveTo>
                  <a:lnTo>
                    <a:pt x="1725972" y="695987"/>
                  </a:lnTo>
                  <a:lnTo>
                    <a:pt x="1683321" y="751727"/>
                  </a:lnTo>
                  <a:close/>
                  <a:moveTo>
                    <a:pt x="1751528" y="582556"/>
                  </a:moveTo>
                  <a:lnTo>
                    <a:pt x="1740145" y="546368"/>
                  </a:lnTo>
                  <a:lnTo>
                    <a:pt x="1779771" y="618477"/>
                  </a:lnTo>
                  <a:close/>
                  <a:moveTo>
                    <a:pt x="1740353" y="461904"/>
                  </a:moveTo>
                  <a:lnTo>
                    <a:pt x="1738660" y="528225"/>
                  </a:lnTo>
                  <a:lnTo>
                    <a:pt x="1751528" y="582556"/>
                  </a:lnTo>
                  <a:close/>
                  <a:moveTo>
                    <a:pt x="1629294" y="375712"/>
                  </a:moveTo>
                  <a:lnTo>
                    <a:pt x="1755938" y="377619"/>
                  </a:lnTo>
                  <a:lnTo>
                    <a:pt x="1731570" y="353155"/>
                  </a:lnTo>
                  <a:close/>
                  <a:moveTo>
                    <a:pt x="1629294" y="375712"/>
                  </a:moveTo>
                  <a:lnTo>
                    <a:pt x="1731570" y="353155"/>
                  </a:lnTo>
                  <a:lnTo>
                    <a:pt x="1720470" y="262087"/>
                  </a:lnTo>
                  <a:close/>
                  <a:moveTo>
                    <a:pt x="1720470" y="262087"/>
                  </a:moveTo>
                  <a:lnTo>
                    <a:pt x="1721022" y="247076"/>
                  </a:lnTo>
                  <a:lnTo>
                    <a:pt x="1645502" y="243379"/>
                  </a:lnTo>
                  <a:close/>
                  <a:moveTo>
                    <a:pt x="1529978" y="133044"/>
                  </a:moveTo>
                  <a:lnTo>
                    <a:pt x="1542042" y="215259"/>
                  </a:lnTo>
                  <a:lnTo>
                    <a:pt x="1585658" y="176822"/>
                  </a:lnTo>
                  <a:close/>
                  <a:moveTo>
                    <a:pt x="1505877" y="0"/>
                  </a:moveTo>
                  <a:lnTo>
                    <a:pt x="1547715" y="41665"/>
                  </a:lnTo>
                  <a:lnTo>
                    <a:pt x="1506403" y="14658"/>
                  </a:lnTo>
                  <a:close/>
                  <a:moveTo>
                    <a:pt x="1731710" y="152857"/>
                  </a:moveTo>
                  <a:lnTo>
                    <a:pt x="1645502" y="243379"/>
                  </a:lnTo>
                  <a:lnTo>
                    <a:pt x="1721022" y="24707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94" name="Candidate_density__1993">
              <a:extLst>
                <a:ext uri="{FF2B5EF4-FFF2-40B4-BE49-F238E27FC236}">
                  <a16:creationId xmlns:a16="http://schemas.microsoft.com/office/drawing/2014/main" id="{DDCC0A61-7587-EB6B-645C-2993E1A76F75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523378"/>
              <a:ext cx="1802002" cy="1794112"/>
            </a:xfrm>
            <a:custGeom>
              <a:avLst/>
              <a:gdLst/>
              <a:ahLst/>
              <a:cxnLst/>
              <a:rect l="0" t="0" r="0" b="0"/>
              <a:pathLst>
                <a:path w="1802002" h="1794112">
                  <a:moveTo>
                    <a:pt x="210513" y="1711897"/>
                  </a:moveTo>
                  <a:lnTo>
                    <a:pt x="216447" y="1750334"/>
                  </a:lnTo>
                  <a:lnTo>
                    <a:pt x="246913" y="1794112"/>
                  </a:lnTo>
                  <a:close/>
                  <a:moveTo>
                    <a:pt x="160980" y="1629683"/>
                  </a:moveTo>
                  <a:lnTo>
                    <a:pt x="163917" y="1645925"/>
                  </a:lnTo>
                  <a:lnTo>
                    <a:pt x="201755" y="1696453"/>
                  </a:lnTo>
                  <a:close/>
                  <a:moveTo>
                    <a:pt x="114862" y="1465252"/>
                  </a:moveTo>
                  <a:lnTo>
                    <a:pt x="150565" y="1547467"/>
                  </a:lnTo>
                  <a:lnTo>
                    <a:pt x="154688" y="1509031"/>
                  </a:lnTo>
                  <a:close/>
                  <a:moveTo>
                    <a:pt x="133689" y="1262386"/>
                  </a:moveTo>
                  <a:lnTo>
                    <a:pt x="108405" y="1347437"/>
                  </a:lnTo>
                  <a:lnTo>
                    <a:pt x="146578" y="1274956"/>
                  </a:lnTo>
                  <a:close/>
                  <a:moveTo>
                    <a:pt x="418008" y="1591246"/>
                  </a:moveTo>
                  <a:lnTo>
                    <a:pt x="386287" y="1613871"/>
                  </a:lnTo>
                  <a:lnTo>
                    <a:pt x="491439" y="1661524"/>
                  </a:lnTo>
                  <a:close/>
                  <a:moveTo>
                    <a:pt x="475835" y="1552809"/>
                  </a:moveTo>
                  <a:lnTo>
                    <a:pt x="418008" y="1591246"/>
                  </a:lnTo>
                  <a:lnTo>
                    <a:pt x="491439" y="1661524"/>
                  </a:lnTo>
                  <a:close/>
                  <a:moveTo>
                    <a:pt x="403101" y="1470594"/>
                  </a:moveTo>
                  <a:lnTo>
                    <a:pt x="404753" y="1471221"/>
                  </a:lnTo>
                  <a:lnTo>
                    <a:pt x="405997" y="1472360"/>
                  </a:lnTo>
                  <a:close/>
                  <a:moveTo>
                    <a:pt x="405997" y="1472360"/>
                  </a:moveTo>
                  <a:lnTo>
                    <a:pt x="404753" y="1471221"/>
                  </a:lnTo>
                  <a:lnTo>
                    <a:pt x="475835" y="1552809"/>
                  </a:lnTo>
                  <a:close/>
                  <a:moveTo>
                    <a:pt x="475835" y="1552809"/>
                  </a:moveTo>
                  <a:lnTo>
                    <a:pt x="404753" y="1471221"/>
                  </a:lnTo>
                  <a:lnTo>
                    <a:pt x="397403" y="1509031"/>
                  </a:lnTo>
                  <a:close/>
                  <a:moveTo>
                    <a:pt x="475835" y="1552809"/>
                  </a:moveTo>
                  <a:lnTo>
                    <a:pt x="397403" y="1509031"/>
                  </a:lnTo>
                  <a:lnTo>
                    <a:pt x="418008" y="1591246"/>
                  </a:lnTo>
                  <a:close/>
                  <a:moveTo>
                    <a:pt x="403017" y="1461221"/>
                  </a:moveTo>
                  <a:lnTo>
                    <a:pt x="404753" y="1471221"/>
                  </a:lnTo>
                  <a:lnTo>
                    <a:pt x="403101" y="1470594"/>
                  </a:lnTo>
                  <a:close/>
                  <a:moveTo>
                    <a:pt x="403017" y="1461221"/>
                  </a:moveTo>
                  <a:lnTo>
                    <a:pt x="412841" y="1434495"/>
                  </a:lnTo>
                  <a:lnTo>
                    <a:pt x="404753" y="1471221"/>
                  </a:lnTo>
                  <a:close/>
                  <a:moveTo>
                    <a:pt x="404753" y="1471221"/>
                  </a:moveTo>
                  <a:lnTo>
                    <a:pt x="412841" y="1434495"/>
                  </a:lnTo>
                  <a:lnTo>
                    <a:pt x="397403" y="1509031"/>
                  </a:lnTo>
                  <a:close/>
                  <a:moveTo>
                    <a:pt x="146578" y="1274956"/>
                  </a:moveTo>
                  <a:lnTo>
                    <a:pt x="146528" y="1259693"/>
                  </a:lnTo>
                  <a:lnTo>
                    <a:pt x="133689" y="1262386"/>
                  </a:lnTo>
                  <a:close/>
                  <a:moveTo>
                    <a:pt x="146528" y="1259693"/>
                  </a:moveTo>
                  <a:lnTo>
                    <a:pt x="146578" y="1274956"/>
                  </a:lnTo>
                  <a:lnTo>
                    <a:pt x="227114" y="1254770"/>
                  </a:lnTo>
                  <a:close/>
                  <a:moveTo>
                    <a:pt x="475835" y="1552809"/>
                  </a:moveTo>
                  <a:lnTo>
                    <a:pt x="510030" y="1582668"/>
                  </a:lnTo>
                  <a:lnTo>
                    <a:pt x="528633" y="1531194"/>
                  </a:lnTo>
                  <a:close/>
                  <a:moveTo>
                    <a:pt x="588736" y="1349943"/>
                  </a:moveTo>
                  <a:lnTo>
                    <a:pt x="716902" y="1368408"/>
                  </a:lnTo>
                  <a:lnTo>
                    <a:pt x="659982" y="1311506"/>
                  </a:lnTo>
                  <a:close/>
                  <a:moveTo>
                    <a:pt x="492592" y="1087065"/>
                  </a:moveTo>
                  <a:lnTo>
                    <a:pt x="557851" y="1167663"/>
                  </a:lnTo>
                  <a:lnTo>
                    <a:pt x="572318" y="1106490"/>
                  </a:lnTo>
                  <a:close/>
                  <a:moveTo>
                    <a:pt x="446284" y="1103297"/>
                  </a:moveTo>
                  <a:lnTo>
                    <a:pt x="557851" y="1167663"/>
                  </a:lnTo>
                  <a:lnTo>
                    <a:pt x="492592" y="1087065"/>
                  </a:lnTo>
                  <a:close/>
                  <a:moveTo>
                    <a:pt x="448058" y="1096238"/>
                  </a:moveTo>
                  <a:lnTo>
                    <a:pt x="446284" y="1103297"/>
                  </a:lnTo>
                  <a:lnTo>
                    <a:pt x="492592" y="1087065"/>
                  </a:lnTo>
                  <a:close/>
                  <a:moveTo>
                    <a:pt x="42065" y="732453"/>
                  </a:moveTo>
                  <a:lnTo>
                    <a:pt x="0" y="774437"/>
                  </a:lnTo>
                  <a:lnTo>
                    <a:pt x="63669" y="766003"/>
                  </a:lnTo>
                  <a:close/>
                  <a:moveTo>
                    <a:pt x="63669" y="766003"/>
                  </a:moveTo>
                  <a:lnTo>
                    <a:pt x="72323" y="774437"/>
                  </a:lnTo>
                  <a:lnTo>
                    <a:pt x="42065" y="732453"/>
                  </a:lnTo>
                  <a:close/>
                  <a:moveTo>
                    <a:pt x="468292" y="1064861"/>
                  </a:moveTo>
                  <a:lnTo>
                    <a:pt x="448058" y="1096238"/>
                  </a:lnTo>
                  <a:lnTo>
                    <a:pt x="492592" y="1087065"/>
                  </a:lnTo>
                  <a:close/>
                  <a:moveTo>
                    <a:pt x="468292" y="1064861"/>
                  </a:moveTo>
                  <a:lnTo>
                    <a:pt x="437574" y="1004670"/>
                  </a:lnTo>
                  <a:lnTo>
                    <a:pt x="448058" y="1096238"/>
                  </a:lnTo>
                  <a:close/>
                  <a:moveTo>
                    <a:pt x="468292" y="1064861"/>
                  </a:moveTo>
                  <a:lnTo>
                    <a:pt x="492592" y="1087065"/>
                  </a:lnTo>
                  <a:lnTo>
                    <a:pt x="500146" y="1053892"/>
                  </a:lnTo>
                  <a:close/>
                  <a:moveTo>
                    <a:pt x="468292" y="1064861"/>
                  </a:moveTo>
                  <a:lnTo>
                    <a:pt x="500146" y="1053892"/>
                  </a:lnTo>
                  <a:lnTo>
                    <a:pt x="423788" y="982646"/>
                  </a:lnTo>
                  <a:close/>
                  <a:moveTo>
                    <a:pt x="581385" y="1048438"/>
                  </a:moveTo>
                  <a:lnTo>
                    <a:pt x="492592" y="1087065"/>
                  </a:lnTo>
                  <a:lnTo>
                    <a:pt x="572318" y="1106490"/>
                  </a:lnTo>
                  <a:close/>
                  <a:moveTo>
                    <a:pt x="581385" y="1048438"/>
                  </a:moveTo>
                  <a:lnTo>
                    <a:pt x="500146" y="1053892"/>
                  </a:lnTo>
                  <a:lnTo>
                    <a:pt x="492592" y="1087065"/>
                  </a:lnTo>
                  <a:close/>
                  <a:moveTo>
                    <a:pt x="701177" y="1094410"/>
                  </a:moveTo>
                  <a:lnTo>
                    <a:pt x="692145" y="1119076"/>
                  </a:lnTo>
                  <a:lnTo>
                    <a:pt x="684936" y="1108639"/>
                  </a:lnTo>
                  <a:close/>
                  <a:moveTo>
                    <a:pt x="692145" y="1119076"/>
                  </a:moveTo>
                  <a:lnTo>
                    <a:pt x="763068" y="1190855"/>
                  </a:lnTo>
                  <a:lnTo>
                    <a:pt x="710119" y="1127844"/>
                  </a:lnTo>
                  <a:close/>
                  <a:moveTo>
                    <a:pt x="684936" y="1108639"/>
                  </a:moveTo>
                  <a:lnTo>
                    <a:pt x="692145" y="1119076"/>
                  </a:lnTo>
                  <a:lnTo>
                    <a:pt x="710119" y="1127844"/>
                  </a:lnTo>
                  <a:close/>
                  <a:moveTo>
                    <a:pt x="836584" y="1322018"/>
                  </a:moveTo>
                  <a:lnTo>
                    <a:pt x="853460" y="1248707"/>
                  </a:lnTo>
                  <a:lnTo>
                    <a:pt x="771843" y="1273070"/>
                  </a:lnTo>
                  <a:close/>
                  <a:moveTo>
                    <a:pt x="763068" y="1190855"/>
                  </a:moveTo>
                  <a:lnTo>
                    <a:pt x="771843" y="1273070"/>
                  </a:lnTo>
                  <a:lnTo>
                    <a:pt x="805344" y="1152418"/>
                  </a:lnTo>
                  <a:close/>
                  <a:moveTo>
                    <a:pt x="320701" y="697564"/>
                  </a:moveTo>
                  <a:lnTo>
                    <a:pt x="361924" y="576912"/>
                  </a:lnTo>
                  <a:lnTo>
                    <a:pt x="286537" y="615349"/>
                  </a:lnTo>
                  <a:close/>
                  <a:moveTo>
                    <a:pt x="350679" y="494697"/>
                  </a:moveTo>
                  <a:lnTo>
                    <a:pt x="356484" y="509541"/>
                  </a:lnTo>
                  <a:lnTo>
                    <a:pt x="286537" y="615349"/>
                  </a:lnTo>
                  <a:close/>
                  <a:moveTo>
                    <a:pt x="1160872" y="1052898"/>
                  </a:moveTo>
                  <a:lnTo>
                    <a:pt x="1190945" y="1056021"/>
                  </a:lnTo>
                  <a:lnTo>
                    <a:pt x="1284976" y="1023042"/>
                  </a:lnTo>
                  <a:close/>
                  <a:moveTo>
                    <a:pt x="1689875" y="839585"/>
                  </a:moveTo>
                  <a:lnTo>
                    <a:pt x="1672406" y="926540"/>
                  </a:lnTo>
                  <a:lnTo>
                    <a:pt x="1715056" y="870801"/>
                  </a:lnTo>
                  <a:close/>
                  <a:moveTo>
                    <a:pt x="1689875" y="839585"/>
                  </a:moveTo>
                  <a:lnTo>
                    <a:pt x="1607856" y="878021"/>
                  </a:lnTo>
                  <a:lnTo>
                    <a:pt x="1672406" y="926540"/>
                  </a:lnTo>
                  <a:close/>
                  <a:moveTo>
                    <a:pt x="1762843" y="921800"/>
                  </a:moveTo>
                  <a:lnTo>
                    <a:pt x="1802002" y="883363"/>
                  </a:lnTo>
                  <a:lnTo>
                    <a:pt x="1715056" y="870801"/>
                  </a:lnTo>
                  <a:close/>
                  <a:moveTo>
                    <a:pt x="1768856" y="793291"/>
                  </a:moveTo>
                  <a:lnTo>
                    <a:pt x="1729229" y="721182"/>
                  </a:lnTo>
                  <a:lnTo>
                    <a:pt x="1736458" y="735616"/>
                  </a:lnTo>
                  <a:close/>
                  <a:moveTo>
                    <a:pt x="1596317" y="705513"/>
                  </a:moveTo>
                  <a:lnTo>
                    <a:pt x="1640267" y="757369"/>
                  </a:lnTo>
                  <a:lnTo>
                    <a:pt x="1693160" y="636718"/>
                  </a:lnTo>
                  <a:close/>
                  <a:moveTo>
                    <a:pt x="1693160" y="636718"/>
                  </a:moveTo>
                  <a:lnTo>
                    <a:pt x="1640267" y="757369"/>
                  </a:lnTo>
                  <a:lnTo>
                    <a:pt x="1727745" y="703038"/>
                  </a:lnTo>
                  <a:close/>
                  <a:moveTo>
                    <a:pt x="1740612" y="757369"/>
                  </a:moveTo>
                  <a:lnTo>
                    <a:pt x="1727745" y="703038"/>
                  </a:lnTo>
                  <a:lnTo>
                    <a:pt x="1729229" y="721182"/>
                  </a:lnTo>
                  <a:close/>
                  <a:moveTo>
                    <a:pt x="1556185" y="472288"/>
                  </a:moveTo>
                  <a:lnTo>
                    <a:pt x="1531126" y="390072"/>
                  </a:lnTo>
                  <a:lnTo>
                    <a:pt x="1519370" y="510724"/>
                  </a:lnTo>
                  <a:close/>
                  <a:moveTo>
                    <a:pt x="1693160" y="636718"/>
                  </a:moveTo>
                  <a:lnTo>
                    <a:pt x="1745022" y="552433"/>
                  </a:lnTo>
                  <a:lnTo>
                    <a:pt x="1618378" y="550526"/>
                  </a:lnTo>
                  <a:close/>
                  <a:moveTo>
                    <a:pt x="1693160" y="636718"/>
                  </a:moveTo>
                  <a:lnTo>
                    <a:pt x="1618378" y="550526"/>
                  </a:lnTo>
                  <a:lnTo>
                    <a:pt x="1614965" y="560033"/>
                  </a:lnTo>
                  <a:close/>
                  <a:moveTo>
                    <a:pt x="1734451" y="716936"/>
                  </a:moveTo>
                  <a:lnTo>
                    <a:pt x="1727745" y="703038"/>
                  </a:lnTo>
                  <a:lnTo>
                    <a:pt x="1729437" y="636718"/>
                  </a:lnTo>
                  <a:close/>
                  <a:moveTo>
                    <a:pt x="1618378" y="550526"/>
                  </a:moveTo>
                  <a:lnTo>
                    <a:pt x="1709555" y="436900"/>
                  </a:lnTo>
                  <a:lnTo>
                    <a:pt x="1628587" y="442134"/>
                  </a:lnTo>
                  <a:close/>
                  <a:moveTo>
                    <a:pt x="1628587" y="442134"/>
                  </a:moveTo>
                  <a:lnTo>
                    <a:pt x="1709555" y="436900"/>
                  </a:lnTo>
                  <a:lnTo>
                    <a:pt x="1634587" y="418193"/>
                  </a:lnTo>
                  <a:close/>
                  <a:moveTo>
                    <a:pt x="1519062" y="307857"/>
                  </a:moveTo>
                  <a:lnTo>
                    <a:pt x="1574743" y="351636"/>
                  </a:lnTo>
                  <a:lnTo>
                    <a:pt x="1551626" y="269421"/>
                  </a:lnTo>
                  <a:close/>
                  <a:moveTo>
                    <a:pt x="1495488" y="189472"/>
                  </a:moveTo>
                  <a:lnTo>
                    <a:pt x="1538681" y="274819"/>
                  </a:lnTo>
                  <a:lnTo>
                    <a:pt x="1551626" y="269421"/>
                  </a:lnTo>
                  <a:close/>
                  <a:moveTo>
                    <a:pt x="1551090" y="106012"/>
                  </a:moveTo>
                  <a:lnTo>
                    <a:pt x="1494961" y="174814"/>
                  </a:lnTo>
                  <a:lnTo>
                    <a:pt x="1564649" y="148769"/>
                  </a:lnTo>
                  <a:close/>
                  <a:moveTo>
                    <a:pt x="1509686" y="77837"/>
                  </a:moveTo>
                  <a:lnTo>
                    <a:pt x="1551341" y="104565"/>
                  </a:lnTo>
                  <a:lnTo>
                    <a:pt x="1564649" y="148769"/>
                  </a:lnTo>
                  <a:close/>
                  <a:moveTo>
                    <a:pt x="1515250" y="35469"/>
                  </a:moveTo>
                  <a:lnTo>
                    <a:pt x="1551341" y="104565"/>
                  </a:lnTo>
                  <a:lnTo>
                    <a:pt x="1509686" y="77837"/>
                  </a:lnTo>
                  <a:close/>
                  <a:moveTo>
                    <a:pt x="1515250" y="35469"/>
                  </a:moveTo>
                  <a:lnTo>
                    <a:pt x="1540317" y="52934"/>
                  </a:lnTo>
                  <a:lnTo>
                    <a:pt x="158029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95" name="Candidate_density__1994">
              <a:extLst>
                <a:ext uri="{FF2B5EF4-FFF2-40B4-BE49-F238E27FC236}">
                  <a16:creationId xmlns:a16="http://schemas.microsoft.com/office/drawing/2014/main" id="{ECE8BCEE-6A62-CA4B-9080-EE681B5ACF71}"/>
                </a:ext>
              </a:extLst>
            </p:cNvPr>
            <p:cNvSpPr>
              <a:spLocks noGrp="1"/>
            </p:cNvSpPr>
            <p:nvPr/>
          </p:nvSpPr>
          <p:spPr>
            <a:xfrm>
              <a:off x="4652190" y="3752022"/>
              <a:ext cx="2003916" cy="1606359"/>
            </a:xfrm>
            <a:custGeom>
              <a:avLst/>
              <a:gdLst/>
              <a:ahLst/>
              <a:cxnLst/>
              <a:rect l="0" t="0" r="0" b="0"/>
              <a:pathLst>
                <a:path w="2003916" h="1606359">
                  <a:moveTo>
                    <a:pt x="524683" y="1606359"/>
                  </a:moveTo>
                  <a:lnTo>
                    <a:pt x="449471" y="1603812"/>
                  </a:lnTo>
                  <a:lnTo>
                    <a:pt x="404174" y="1593957"/>
                  </a:lnTo>
                  <a:close/>
                  <a:moveTo>
                    <a:pt x="105549" y="938715"/>
                  </a:moveTo>
                  <a:lnTo>
                    <a:pt x="0" y="879437"/>
                  </a:lnTo>
                  <a:lnTo>
                    <a:pt x="55005" y="895311"/>
                  </a:lnTo>
                  <a:close/>
                  <a:moveTo>
                    <a:pt x="626213" y="1492106"/>
                  </a:moveTo>
                  <a:lnTo>
                    <a:pt x="628249" y="1432880"/>
                  </a:lnTo>
                  <a:lnTo>
                    <a:pt x="609273" y="1527032"/>
                  </a:lnTo>
                  <a:close/>
                  <a:moveTo>
                    <a:pt x="646841" y="1354024"/>
                  </a:moveTo>
                  <a:lnTo>
                    <a:pt x="678767" y="1444817"/>
                  </a:lnTo>
                  <a:lnTo>
                    <a:pt x="687295" y="1441822"/>
                  </a:lnTo>
                  <a:close/>
                  <a:moveTo>
                    <a:pt x="646841" y="1354024"/>
                  </a:moveTo>
                  <a:lnTo>
                    <a:pt x="687295" y="1441822"/>
                  </a:lnTo>
                  <a:lnTo>
                    <a:pt x="730780" y="1389202"/>
                  </a:lnTo>
                  <a:close/>
                  <a:moveTo>
                    <a:pt x="780072" y="1324165"/>
                  </a:moveTo>
                  <a:lnTo>
                    <a:pt x="764512" y="1300116"/>
                  </a:lnTo>
                  <a:lnTo>
                    <a:pt x="730780" y="1389202"/>
                  </a:lnTo>
                  <a:close/>
                  <a:moveTo>
                    <a:pt x="782255" y="1285729"/>
                  </a:moveTo>
                  <a:lnTo>
                    <a:pt x="780072" y="1324165"/>
                  </a:lnTo>
                  <a:lnTo>
                    <a:pt x="822215" y="1237202"/>
                  </a:lnTo>
                  <a:close/>
                  <a:moveTo>
                    <a:pt x="973394" y="1093374"/>
                  </a:moveTo>
                  <a:lnTo>
                    <a:pt x="920407" y="1110466"/>
                  </a:lnTo>
                  <a:lnTo>
                    <a:pt x="1043591" y="1077169"/>
                  </a:lnTo>
                  <a:close/>
                  <a:moveTo>
                    <a:pt x="722613" y="715566"/>
                  </a:moveTo>
                  <a:lnTo>
                    <a:pt x="657262" y="747383"/>
                  </a:lnTo>
                  <a:lnTo>
                    <a:pt x="721934" y="716662"/>
                  </a:lnTo>
                  <a:close/>
                  <a:moveTo>
                    <a:pt x="657262" y="747383"/>
                  </a:moveTo>
                  <a:lnTo>
                    <a:pt x="722613" y="715566"/>
                  </a:lnTo>
                  <a:lnTo>
                    <a:pt x="676967" y="692627"/>
                  </a:lnTo>
                  <a:close/>
                  <a:moveTo>
                    <a:pt x="1325950" y="929942"/>
                  </a:moveTo>
                  <a:lnTo>
                    <a:pt x="1403842" y="942505"/>
                  </a:lnTo>
                  <a:lnTo>
                    <a:pt x="1453107" y="911498"/>
                  </a:lnTo>
                  <a:close/>
                  <a:moveTo>
                    <a:pt x="1453107" y="911498"/>
                  </a:moveTo>
                  <a:lnTo>
                    <a:pt x="1403842" y="942505"/>
                  </a:lnTo>
                  <a:lnTo>
                    <a:pt x="1535827" y="942120"/>
                  </a:lnTo>
                  <a:close/>
                  <a:moveTo>
                    <a:pt x="1899653" y="693156"/>
                  </a:moveTo>
                  <a:lnTo>
                    <a:pt x="1893612" y="734783"/>
                  </a:lnTo>
                  <a:lnTo>
                    <a:pt x="1951214" y="734946"/>
                  </a:lnTo>
                  <a:close/>
                  <a:moveTo>
                    <a:pt x="1938812" y="654719"/>
                  </a:moveTo>
                  <a:lnTo>
                    <a:pt x="1951214" y="734946"/>
                  </a:lnTo>
                  <a:lnTo>
                    <a:pt x="2003916" y="716787"/>
                  </a:lnTo>
                  <a:close/>
                  <a:moveTo>
                    <a:pt x="1847419" y="243644"/>
                  </a:moveTo>
                  <a:lnTo>
                    <a:pt x="1846917" y="193245"/>
                  </a:lnTo>
                  <a:lnTo>
                    <a:pt x="1846365" y="208257"/>
                  </a:lnTo>
                  <a:close/>
                  <a:moveTo>
                    <a:pt x="1857604" y="99027"/>
                  </a:moveTo>
                  <a:lnTo>
                    <a:pt x="1846917" y="193245"/>
                  </a:lnTo>
                  <a:lnTo>
                    <a:pt x="1854321" y="122992"/>
                  </a:lnTo>
                  <a:close/>
                  <a:moveTo>
                    <a:pt x="1854321" y="122992"/>
                  </a:moveTo>
                  <a:lnTo>
                    <a:pt x="1855745" y="11051"/>
                  </a:lnTo>
                  <a:lnTo>
                    <a:pt x="1857604" y="99027"/>
                  </a:lnTo>
                  <a:close/>
                  <a:moveTo>
                    <a:pt x="1856133" y="2341"/>
                  </a:moveTo>
                  <a:lnTo>
                    <a:pt x="1855745" y="11051"/>
                  </a:lnTo>
                  <a:lnTo>
                    <a:pt x="1854321" y="122992"/>
                  </a:lnTo>
                  <a:close/>
                  <a:moveTo>
                    <a:pt x="1856294" y="0"/>
                  </a:moveTo>
                  <a:lnTo>
                    <a:pt x="1855745" y="11051"/>
                  </a:lnTo>
                  <a:lnTo>
                    <a:pt x="1856133" y="23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96" name="Candidate_density__1995">
              <a:extLst>
                <a:ext uri="{FF2B5EF4-FFF2-40B4-BE49-F238E27FC236}">
                  <a16:creationId xmlns:a16="http://schemas.microsoft.com/office/drawing/2014/main" id="{585CF320-94D8-80B8-B49F-ACFFEB6C904B}"/>
                </a:ext>
              </a:extLst>
            </p:cNvPr>
            <p:cNvSpPr>
              <a:spLocks noGrp="1"/>
            </p:cNvSpPr>
            <p:nvPr/>
          </p:nvSpPr>
          <p:spPr>
            <a:xfrm>
              <a:off x="5176872" y="4061854"/>
              <a:ext cx="676245" cy="1296527"/>
            </a:xfrm>
            <a:custGeom>
              <a:avLst/>
              <a:gdLst/>
              <a:ahLst/>
              <a:cxnLst/>
              <a:rect l="0" t="0" r="0" b="0"/>
              <a:pathLst>
                <a:path w="676245" h="1296527">
                  <a:moveTo>
                    <a:pt x="43945" y="1245627"/>
                  </a:moveTo>
                  <a:lnTo>
                    <a:pt x="81846" y="1240798"/>
                  </a:lnTo>
                  <a:lnTo>
                    <a:pt x="84590" y="1217200"/>
                  </a:lnTo>
                  <a:close/>
                  <a:moveTo>
                    <a:pt x="0" y="1296527"/>
                  </a:moveTo>
                  <a:lnTo>
                    <a:pt x="65552" y="1262955"/>
                  </a:lnTo>
                  <a:lnTo>
                    <a:pt x="43945" y="1245627"/>
                  </a:lnTo>
                  <a:close/>
                  <a:moveTo>
                    <a:pt x="84590" y="1217200"/>
                  </a:moveTo>
                  <a:lnTo>
                    <a:pt x="81846" y="1240798"/>
                  </a:lnTo>
                  <a:lnTo>
                    <a:pt x="101531" y="1182273"/>
                  </a:lnTo>
                  <a:close/>
                  <a:moveTo>
                    <a:pt x="103567" y="1123048"/>
                  </a:moveTo>
                  <a:lnTo>
                    <a:pt x="101531" y="1182273"/>
                  </a:lnTo>
                  <a:lnTo>
                    <a:pt x="154085" y="1134985"/>
                  </a:lnTo>
                  <a:close/>
                  <a:moveTo>
                    <a:pt x="536695" y="713014"/>
                  </a:moveTo>
                  <a:lnTo>
                    <a:pt x="448712" y="783542"/>
                  </a:lnTo>
                  <a:lnTo>
                    <a:pt x="518908" y="767337"/>
                  </a:lnTo>
                  <a:close/>
                  <a:moveTo>
                    <a:pt x="536695" y="713014"/>
                  </a:moveTo>
                  <a:lnTo>
                    <a:pt x="518908" y="767337"/>
                  </a:lnTo>
                  <a:lnTo>
                    <a:pt x="539179" y="734594"/>
                  </a:lnTo>
                  <a:close/>
                  <a:moveTo>
                    <a:pt x="536695" y="713014"/>
                  </a:moveTo>
                  <a:lnTo>
                    <a:pt x="539179" y="734594"/>
                  </a:lnTo>
                  <a:lnTo>
                    <a:pt x="550302" y="669511"/>
                  </a:lnTo>
                  <a:close/>
                  <a:moveTo>
                    <a:pt x="550302" y="669511"/>
                  </a:moveTo>
                  <a:lnTo>
                    <a:pt x="617848" y="643398"/>
                  </a:lnTo>
                  <a:lnTo>
                    <a:pt x="676245" y="646533"/>
                  </a:lnTo>
                  <a:close/>
                  <a:moveTo>
                    <a:pt x="602058" y="647814"/>
                  </a:moveTo>
                  <a:lnTo>
                    <a:pt x="550302" y="669511"/>
                  </a:lnTo>
                  <a:lnTo>
                    <a:pt x="676245" y="646533"/>
                  </a:lnTo>
                  <a:close/>
                  <a:moveTo>
                    <a:pt x="156368" y="0"/>
                  </a:moveTo>
                  <a:lnTo>
                    <a:pt x="137676" y="26200"/>
                  </a:lnTo>
                  <a:lnTo>
                    <a:pt x="128430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97" name="Candidate_density__1996">
              <a:extLst>
                <a:ext uri="{FF2B5EF4-FFF2-40B4-BE49-F238E27FC236}">
                  <a16:creationId xmlns:a16="http://schemas.microsoft.com/office/drawing/2014/main" id="{3269BAA5-E8E9-196C-31C2-4F662F1039B3}"/>
                </a:ext>
              </a:extLst>
            </p:cNvPr>
            <p:cNvSpPr>
              <a:spLocks noGrp="1"/>
            </p:cNvSpPr>
            <p:nvPr/>
          </p:nvSpPr>
          <p:spPr>
            <a:xfrm>
              <a:off x="4761475" y="3558847"/>
              <a:ext cx="1772549" cy="1332938"/>
            </a:xfrm>
            <a:custGeom>
              <a:avLst/>
              <a:gdLst/>
              <a:ahLst/>
              <a:cxnLst/>
              <a:rect l="0" t="0" r="0" b="0"/>
              <a:pathLst>
                <a:path w="1772549" h="1332938">
                  <a:moveTo>
                    <a:pt x="11488" y="758406"/>
                  </a:moveTo>
                  <a:lnTo>
                    <a:pt x="27525" y="738968"/>
                  </a:lnTo>
                  <a:lnTo>
                    <a:pt x="0" y="777404"/>
                  </a:lnTo>
                  <a:close/>
                  <a:moveTo>
                    <a:pt x="616260" y="1314474"/>
                  </a:moveTo>
                  <a:lnTo>
                    <a:pt x="687506" y="1276037"/>
                  </a:lnTo>
                  <a:lnTo>
                    <a:pt x="652838" y="1232258"/>
                  </a:lnTo>
                  <a:close/>
                  <a:moveTo>
                    <a:pt x="687506" y="1276037"/>
                  </a:moveTo>
                  <a:lnTo>
                    <a:pt x="744427" y="1332938"/>
                  </a:lnTo>
                  <a:lnTo>
                    <a:pt x="768520" y="1244077"/>
                  </a:lnTo>
                  <a:close/>
                  <a:moveTo>
                    <a:pt x="744427" y="1332938"/>
                  </a:moveTo>
                  <a:lnTo>
                    <a:pt x="799368" y="1237600"/>
                  </a:lnTo>
                  <a:lnTo>
                    <a:pt x="768520" y="1244077"/>
                  </a:lnTo>
                  <a:close/>
                  <a:moveTo>
                    <a:pt x="783515" y="1200422"/>
                  </a:moveTo>
                  <a:lnTo>
                    <a:pt x="768520" y="1244077"/>
                  </a:lnTo>
                  <a:lnTo>
                    <a:pt x="790593" y="1155385"/>
                  </a:lnTo>
                  <a:close/>
                  <a:moveTo>
                    <a:pt x="790593" y="1155385"/>
                  </a:moveTo>
                  <a:lnTo>
                    <a:pt x="768520" y="1244077"/>
                  </a:lnTo>
                  <a:lnTo>
                    <a:pt x="799368" y="1237600"/>
                  </a:lnTo>
                  <a:close/>
                  <a:moveTo>
                    <a:pt x="784688" y="1191433"/>
                  </a:moveTo>
                  <a:lnTo>
                    <a:pt x="790593" y="1155385"/>
                  </a:lnTo>
                  <a:lnTo>
                    <a:pt x="719670" y="1083606"/>
                  </a:lnTo>
                  <a:close/>
                  <a:moveTo>
                    <a:pt x="389449" y="541443"/>
                  </a:moveTo>
                  <a:lnTo>
                    <a:pt x="378204" y="459227"/>
                  </a:lnTo>
                  <a:lnTo>
                    <a:pt x="314061" y="579880"/>
                  </a:lnTo>
                  <a:close/>
                  <a:moveTo>
                    <a:pt x="1188397" y="1017428"/>
                  </a:moveTo>
                  <a:lnTo>
                    <a:pt x="1253894" y="983652"/>
                  </a:lnTo>
                  <a:lnTo>
                    <a:pt x="1128437" y="1008450"/>
                  </a:lnTo>
                  <a:close/>
                  <a:moveTo>
                    <a:pt x="1312501" y="987572"/>
                  </a:moveTo>
                  <a:lnTo>
                    <a:pt x="1218469" y="1020552"/>
                  </a:lnTo>
                  <a:lnTo>
                    <a:pt x="1290723" y="1001639"/>
                  </a:lnTo>
                  <a:close/>
                  <a:moveTo>
                    <a:pt x="1253894" y="983652"/>
                  </a:moveTo>
                  <a:lnTo>
                    <a:pt x="1188397" y="1017428"/>
                  </a:lnTo>
                  <a:lnTo>
                    <a:pt x="1312501" y="987572"/>
                  </a:lnTo>
                  <a:close/>
                  <a:moveTo>
                    <a:pt x="1373616" y="937416"/>
                  </a:moveTo>
                  <a:lnTo>
                    <a:pt x="1253894" y="983652"/>
                  </a:lnTo>
                  <a:lnTo>
                    <a:pt x="1312501" y="987572"/>
                  </a:lnTo>
                  <a:close/>
                  <a:moveTo>
                    <a:pt x="1351539" y="918325"/>
                  </a:moveTo>
                  <a:lnTo>
                    <a:pt x="1373616" y="937416"/>
                  </a:lnTo>
                  <a:lnTo>
                    <a:pt x="1312501" y="987572"/>
                  </a:lnTo>
                  <a:close/>
                  <a:moveTo>
                    <a:pt x="1600582" y="760336"/>
                  </a:moveTo>
                  <a:lnTo>
                    <a:pt x="1635381" y="842551"/>
                  </a:lnTo>
                  <a:lnTo>
                    <a:pt x="1717400" y="804115"/>
                  </a:lnTo>
                  <a:close/>
                  <a:moveTo>
                    <a:pt x="1600582" y="760336"/>
                  </a:moveTo>
                  <a:lnTo>
                    <a:pt x="1717400" y="804115"/>
                  </a:lnTo>
                  <a:lnTo>
                    <a:pt x="1667791" y="721900"/>
                  </a:lnTo>
                  <a:close/>
                  <a:moveTo>
                    <a:pt x="1600582" y="760336"/>
                  </a:moveTo>
                  <a:lnTo>
                    <a:pt x="1667791" y="721900"/>
                  </a:lnTo>
                  <a:lnTo>
                    <a:pt x="1578800" y="716843"/>
                  </a:lnTo>
                  <a:close/>
                  <a:moveTo>
                    <a:pt x="1667791" y="721900"/>
                  </a:moveTo>
                  <a:lnTo>
                    <a:pt x="1623841" y="670043"/>
                  </a:lnTo>
                  <a:lnTo>
                    <a:pt x="1578800" y="716843"/>
                  </a:lnTo>
                  <a:close/>
                  <a:moveTo>
                    <a:pt x="1600251" y="639685"/>
                  </a:moveTo>
                  <a:lnTo>
                    <a:pt x="1578800" y="716843"/>
                  </a:lnTo>
                  <a:lnTo>
                    <a:pt x="1623841" y="670043"/>
                  </a:lnTo>
                  <a:close/>
                  <a:moveTo>
                    <a:pt x="1600251" y="639685"/>
                  </a:moveTo>
                  <a:lnTo>
                    <a:pt x="1565533" y="557470"/>
                  </a:lnTo>
                  <a:lnTo>
                    <a:pt x="1554481" y="678122"/>
                  </a:lnTo>
                  <a:close/>
                  <a:moveTo>
                    <a:pt x="1772549" y="765679"/>
                  </a:moveTo>
                  <a:lnTo>
                    <a:pt x="1717400" y="804115"/>
                  </a:lnTo>
                  <a:lnTo>
                    <a:pt x="1742581" y="835331"/>
                  </a:lnTo>
                  <a:close/>
                  <a:moveTo>
                    <a:pt x="1667791" y="721900"/>
                  </a:moveTo>
                  <a:lnTo>
                    <a:pt x="1763983" y="700147"/>
                  </a:lnTo>
                  <a:lnTo>
                    <a:pt x="1756754" y="685712"/>
                  </a:lnTo>
                  <a:close/>
                  <a:moveTo>
                    <a:pt x="1772549" y="765679"/>
                  </a:moveTo>
                  <a:lnTo>
                    <a:pt x="1763983" y="700147"/>
                  </a:lnTo>
                  <a:lnTo>
                    <a:pt x="1667791" y="721900"/>
                  </a:lnTo>
                  <a:close/>
                  <a:moveTo>
                    <a:pt x="1717400" y="804115"/>
                  </a:moveTo>
                  <a:lnTo>
                    <a:pt x="1772549" y="765679"/>
                  </a:lnTo>
                  <a:lnTo>
                    <a:pt x="1667791" y="721900"/>
                  </a:lnTo>
                  <a:close/>
                  <a:moveTo>
                    <a:pt x="1630307" y="627827"/>
                  </a:moveTo>
                  <a:lnTo>
                    <a:pt x="1623841" y="670043"/>
                  </a:lnTo>
                  <a:lnTo>
                    <a:pt x="1720684" y="601248"/>
                  </a:lnTo>
                  <a:close/>
                  <a:moveTo>
                    <a:pt x="1755269" y="667569"/>
                  </a:moveTo>
                  <a:lnTo>
                    <a:pt x="1667791" y="721900"/>
                  </a:lnTo>
                  <a:lnTo>
                    <a:pt x="1756754" y="685712"/>
                  </a:lnTo>
                  <a:close/>
                  <a:moveTo>
                    <a:pt x="1600251" y="639685"/>
                  </a:moveTo>
                  <a:lnTo>
                    <a:pt x="1623841" y="670043"/>
                  </a:lnTo>
                  <a:lnTo>
                    <a:pt x="1630307" y="627827"/>
                  </a:lnTo>
                  <a:close/>
                  <a:moveTo>
                    <a:pt x="1638207" y="519033"/>
                  </a:moveTo>
                  <a:lnTo>
                    <a:pt x="1630307" y="627827"/>
                  </a:lnTo>
                  <a:lnTo>
                    <a:pt x="1642490" y="524564"/>
                  </a:lnTo>
                  <a:close/>
                  <a:moveTo>
                    <a:pt x="1600251" y="639685"/>
                  </a:moveTo>
                  <a:lnTo>
                    <a:pt x="1630307" y="627827"/>
                  </a:lnTo>
                  <a:lnTo>
                    <a:pt x="1638207" y="519033"/>
                  </a:lnTo>
                  <a:close/>
                  <a:moveTo>
                    <a:pt x="1565533" y="557470"/>
                  </a:moveTo>
                  <a:lnTo>
                    <a:pt x="1600251" y="639685"/>
                  </a:lnTo>
                  <a:lnTo>
                    <a:pt x="1638207" y="519033"/>
                  </a:lnTo>
                  <a:close/>
                  <a:moveTo>
                    <a:pt x="1630307" y="627827"/>
                  </a:moveTo>
                  <a:lnTo>
                    <a:pt x="1720684" y="601248"/>
                  </a:lnTo>
                  <a:lnTo>
                    <a:pt x="1642490" y="524564"/>
                  </a:lnTo>
                  <a:close/>
                  <a:moveTo>
                    <a:pt x="1546895" y="475255"/>
                  </a:moveTo>
                  <a:lnTo>
                    <a:pt x="1565533" y="557470"/>
                  </a:lnTo>
                  <a:lnTo>
                    <a:pt x="1638207" y="519033"/>
                  </a:lnTo>
                  <a:close/>
                  <a:moveTo>
                    <a:pt x="1546895" y="475255"/>
                  </a:moveTo>
                  <a:lnTo>
                    <a:pt x="1638207" y="519033"/>
                  </a:lnTo>
                  <a:lnTo>
                    <a:pt x="1583709" y="436818"/>
                  </a:lnTo>
                  <a:close/>
                  <a:moveTo>
                    <a:pt x="1638207" y="519033"/>
                  </a:moveTo>
                  <a:lnTo>
                    <a:pt x="1642490" y="524564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45903" y="515056"/>
                  </a:lnTo>
                  <a:lnTo>
                    <a:pt x="1656111" y="406664"/>
                  </a:lnTo>
                  <a:close/>
                  <a:moveTo>
                    <a:pt x="1583709" y="436818"/>
                  </a:moveTo>
                  <a:lnTo>
                    <a:pt x="1638207" y="519033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56111" y="406664"/>
                  </a:lnTo>
                  <a:lnTo>
                    <a:pt x="1602267" y="316166"/>
                  </a:lnTo>
                  <a:close/>
                  <a:moveTo>
                    <a:pt x="1558650" y="354603"/>
                  </a:moveTo>
                  <a:lnTo>
                    <a:pt x="1583709" y="436818"/>
                  </a:lnTo>
                  <a:lnTo>
                    <a:pt x="1602267" y="316166"/>
                  </a:lnTo>
                  <a:close/>
                  <a:moveTo>
                    <a:pt x="1579150" y="233951"/>
                  </a:moveTo>
                  <a:lnTo>
                    <a:pt x="1526724" y="155188"/>
                  </a:lnTo>
                  <a:lnTo>
                    <a:pt x="1523012" y="154002"/>
                  </a:lnTo>
                  <a:close/>
                  <a:moveTo>
                    <a:pt x="1523611" y="151736"/>
                  </a:moveTo>
                  <a:lnTo>
                    <a:pt x="1523012" y="154002"/>
                  </a:lnTo>
                  <a:lnTo>
                    <a:pt x="1526724" y="155188"/>
                  </a:lnTo>
                  <a:close/>
                  <a:moveTo>
                    <a:pt x="1522486" y="139344"/>
                  </a:moveTo>
                  <a:lnTo>
                    <a:pt x="1523012" y="154002"/>
                  </a:lnTo>
                  <a:lnTo>
                    <a:pt x="1523611" y="151736"/>
                  </a:lnTo>
                  <a:close/>
                  <a:moveTo>
                    <a:pt x="1529433" y="148782"/>
                  </a:moveTo>
                  <a:lnTo>
                    <a:pt x="1526724" y="155188"/>
                  </a:lnTo>
                  <a:lnTo>
                    <a:pt x="1592174" y="113300"/>
                  </a:lnTo>
                  <a:close/>
                  <a:moveTo>
                    <a:pt x="1592174" y="113300"/>
                  </a:moveTo>
                  <a:lnTo>
                    <a:pt x="1526724" y="155188"/>
                  </a:lnTo>
                  <a:lnTo>
                    <a:pt x="1579150" y="233951"/>
                  </a:lnTo>
                  <a:close/>
                  <a:moveTo>
                    <a:pt x="1523611" y="151736"/>
                  </a:moveTo>
                  <a:lnTo>
                    <a:pt x="1526724" y="155188"/>
                  </a:lnTo>
                  <a:lnTo>
                    <a:pt x="1529433" y="148782"/>
                  </a:lnTo>
                  <a:close/>
                  <a:moveTo>
                    <a:pt x="1523611" y="151736"/>
                  </a:moveTo>
                  <a:lnTo>
                    <a:pt x="1529433" y="148782"/>
                  </a:lnTo>
                  <a:lnTo>
                    <a:pt x="1522486" y="139344"/>
                  </a:lnTo>
                  <a:close/>
                  <a:moveTo>
                    <a:pt x="1592174" y="113300"/>
                  </a:moveTo>
                  <a:lnTo>
                    <a:pt x="1522486" y="139344"/>
                  </a:lnTo>
                  <a:lnTo>
                    <a:pt x="1529433" y="148782"/>
                  </a:lnTo>
                  <a:close/>
                  <a:moveTo>
                    <a:pt x="1542775" y="0"/>
                  </a:moveTo>
                  <a:lnTo>
                    <a:pt x="1537210" y="42368"/>
                  </a:lnTo>
                  <a:lnTo>
                    <a:pt x="1547049" y="310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98" name="Candidate_density__1997">
              <a:extLst>
                <a:ext uri="{FF2B5EF4-FFF2-40B4-BE49-F238E27FC236}">
                  <a16:creationId xmlns:a16="http://schemas.microsoft.com/office/drawing/2014/main" id="{22508E4A-1E1D-68AB-29A9-80327D7DFAF9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9270"/>
              <a:ext cx="130677" cy="75615"/>
            </a:xfrm>
            <a:custGeom>
              <a:avLst/>
              <a:gdLst/>
              <a:ahLst/>
              <a:cxnLst/>
              <a:rect l="0" t="0" r="0" b="0"/>
              <a:pathLst>
                <a:path w="130677" h="75615">
                  <a:moveTo>
                    <a:pt x="34668" y="75615"/>
                  </a:moveTo>
                  <a:lnTo>
                    <a:pt x="63970" y="29254"/>
                  </a:lnTo>
                  <a:lnTo>
                    <a:pt x="0" y="31836"/>
                  </a:lnTo>
                  <a:close/>
                  <a:moveTo>
                    <a:pt x="63970" y="29254"/>
                  </a:moveTo>
                  <a:lnTo>
                    <a:pt x="34668" y="75615"/>
                  </a:lnTo>
                  <a:lnTo>
                    <a:pt x="115682" y="43655"/>
                  </a:lnTo>
                  <a:close/>
                  <a:moveTo>
                    <a:pt x="63970" y="29254"/>
                  </a:moveTo>
                  <a:lnTo>
                    <a:pt x="115682" y="43655"/>
                  </a:lnTo>
                  <a:lnTo>
                    <a:pt x="130677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1999" name="Candidate_density__1998">
              <a:extLst>
                <a:ext uri="{FF2B5EF4-FFF2-40B4-BE49-F238E27FC236}">
                  <a16:creationId xmlns:a16="http://schemas.microsoft.com/office/drawing/2014/main" id="{176E040F-2633-88B2-F5F1-CE2A004BB85C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444436"/>
              <a:ext cx="1842739" cy="1873055"/>
            </a:xfrm>
            <a:custGeom>
              <a:avLst/>
              <a:gdLst/>
              <a:ahLst/>
              <a:cxnLst/>
              <a:rect l="0" t="0" r="0" b="0"/>
              <a:pathLst>
                <a:path w="1842739" h="1873055">
                  <a:moveTo>
                    <a:pt x="210513" y="1790840"/>
                  </a:moveTo>
                  <a:lnTo>
                    <a:pt x="201755" y="1775395"/>
                  </a:lnTo>
                  <a:lnTo>
                    <a:pt x="163917" y="1724867"/>
                  </a:lnTo>
                  <a:close/>
                  <a:moveTo>
                    <a:pt x="255890" y="1752403"/>
                  </a:moveTo>
                  <a:lnTo>
                    <a:pt x="339531" y="1842872"/>
                  </a:lnTo>
                  <a:lnTo>
                    <a:pt x="346187" y="1821543"/>
                  </a:lnTo>
                  <a:close/>
                  <a:moveTo>
                    <a:pt x="246913" y="1873055"/>
                  </a:moveTo>
                  <a:lnTo>
                    <a:pt x="339531" y="1842872"/>
                  </a:lnTo>
                  <a:lnTo>
                    <a:pt x="255890" y="1752403"/>
                  </a:lnTo>
                  <a:close/>
                  <a:moveTo>
                    <a:pt x="210513" y="1790840"/>
                  </a:moveTo>
                  <a:lnTo>
                    <a:pt x="246913" y="1873055"/>
                  </a:lnTo>
                  <a:lnTo>
                    <a:pt x="255890" y="1752403"/>
                  </a:lnTo>
                  <a:close/>
                  <a:moveTo>
                    <a:pt x="339531" y="1842872"/>
                  </a:moveTo>
                  <a:lnTo>
                    <a:pt x="369047" y="1834618"/>
                  </a:lnTo>
                  <a:lnTo>
                    <a:pt x="346187" y="1821543"/>
                  </a:lnTo>
                  <a:close/>
                  <a:moveTo>
                    <a:pt x="210513" y="1790840"/>
                  </a:moveTo>
                  <a:lnTo>
                    <a:pt x="255890" y="1752403"/>
                  </a:lnTo>
                  <a:lnTo>
                    <a:pt x="201755" y="1775395"/>
                  </a:lnTo>
                  <a:close/>
                  <a:moveTo>
                    <a:pt x="255890" y="1752403"/>
                  </a:moveTo>
                  <a:lnTo>
                    <a:pt x="252388" y="1749503"/>
                  </a:lnTo>
                  <a:lnTo>
                    <a:pt x="201755" y="1775395"/>
                  </a:lnTo>
                  <a:close/>
                  <a:moveTo>
                    <a:pt x="150565" y="1626409"/>
                  </a:moveTo>
                  <a:lnTo>
                    <a:pt x="160980" y="1708625"/>
                  </a:lnTo>
                  <a:lnTo>
                    <a:pt x="198528" y="1670188"/>
                  </a:lnTo>
                  <a:close/>
                  <a:moveTo>
                    <a:pt x="150565" y="1626409"/>
                  </a:moveTo>
                  <a:lnTo>
                    <a:pt x="198528" y="1670188"/>
                  </a:lnTo>
                  <a:lnTo>
                    <a:pt x="154688" y="1587973"/>
                  </a:lnTo>
                  <a:close/>
                  <a:moveTo>
                    <a:pt x="114862" y="1544194"/>
                  </a:moveTo>
                  <a:lnTo>
                    <a:pt x="154688" y="1587973"/>
                  </a:lnTo>
                  <a:lnTo>
                    <a:pt x="146824" y="1505758"/>
                  </a:lnTo>
                  <a:close/>
                  <a:moveTo>
                    <a:pt x="423077" y="1713967"/>
                  </a:moveTo>
                  <a:lnTo>
                    <a:pt x="369047" y="1834618"/>
                  </a:lnTo>
                  <a:lnTo>
                    <a:pt x="465415" y="1796182"/>
                  </a:lnTo>
                  <a:close/>
                  <a:moveTo>
                    <a:pt x="255890" y="1752403"/>
                  </a:moveTo>
                  <a:lnTo>
                    <a:pt x="346187" y="1821543"/>
                  </a:lnTo>
                  <a:lnTo>
                    <a:pt x="367169" y="1720311"/>
                  </a:lnTo>
                  <a:close/>
                  <a:moveTo>
                    <a:pt x="367169" y="1720311"/>
                  </a:moveTo>
                  <a:lnTo>
                    <a:pt x="423077" y="1713967"/>
                  </a:lnTo>
                  <a:lnTo>
                    <a:pt x="447198" y="1705349"/>
                  </a:lnTo>
                  <a:close/>
                  <a:moveTo>
                    <a:pt x="306065" y="1569803"/>
                  </a:moveTo>
                  <a:lnTo>
                    <a:pt x="268422" y="1594249"/>
                  </a:lnTo>
                  <a:lnTo>
                    <a:pt x="267467" y="1640683"/>
                  </a:lnTo>
                  <a:close/>
                  <a:moveTo>
                    <a:pt x="237789" y="1549537"/>
                  </a:moveTo>
                  <a:lnTo>
                    <a:pt x="154076" y="1472092"/>
                  </a:lnTo>
                  <a:lnTo>
                    <a:pt x="146824" y="1505758"/>
                  </a:lnTo>
                  <a:close/>
                  <a:moveTo>
                    <a:pt x="237789" y="1549537"/>
                  </a:moveTo>
                  <a:lnTo>
                    <a:pt x="146824" y="1505758"/>
                  </a:lnTo>
                  <a:lnTo>
                    <a:pt x="154688" y="1587973"/>
                  </a:lnTo>
                  <a:close/>
                  <a:moveTo>
                    <a:pt x="155096" y="1467322"/>
                  </a:moveTo>
                  <a:lnTo>
                    <a:pt x="114907" y="1385106"/>
                  </a:lnTo>
                  <a:lnTo>
                    <a:pt x="106821" y="1410416"/>
                  </a:lnTo>
                  <a:close/>
                  <a:moveTo>
                    <a:pt x="447198" y="1705349"/>
                  </a:moveTo>
                  <a:lnTo>
                    <a:pt x="423077" y="1713967"/>
                  </a:lnTo>
                  <a:lnTo>
                    <a:pt x="491249" y="1654845"/>
                  </a:lnTo>
                  <a:close/>
                  <a:moveTo>
                    <a:pt x="440047" y="1521470"/>
                  </a:moveTo>
                  <a:lnTo>
                    <a:pt x="405997" y="1551302"/>
                  </a:lnTo>
                  <a:lnTo>
                    <a:pt x="453013" y="1511100"/>
                  </a:lnTo>
                  <a:close/>
                  <a:moveTo>
                    <a:pt x="405997" y="1551302"/>
                  </a:moveTo>
                  <a:lnTo>
                    <a:pt x="475835" y="1631751"/>
                  </a:lnTo>
                  <a:lnTo>
                    <a:pt x="453013" y="1511100"/>
                  </a:lnTo>
                  <a:close/>
                  <a:moveTo>
                    <a:pt x="453013" y="1511100"/>
                  </a:moveTo>
                  <a:lnTo>
                    <a:pt x="475835" y="1631751"/>
                  </a:lnTo>
                  <a:lnTo>
                    <a:pt x="546497" y="1582750"/>
                  </a:lnTo>
                  <a:close/>
                  <a:moveTo>
                    <a:pt x="546497" y="1582750"/>
                  </a:moveTo>
                  <a:lnTo>
                    <a:pt x="475835" y="1631751"/>
                  </a:lnTo>
                  <a:lnTo>
                    <a:pt x="528633" y="1610136"/>
                  </a:lnTo>
                  <a:close/>
                  <a:moveTo>
                    <a:pt x="528633" y="1610136"/>
                  </a:moveTo>
                  <a:lnTo>
                    <a:pt x="596331" y="1593315"/>
                  </a:lnTo>
                  <a:lnTo>
                    <a:pt x="546497" y="1582750"/>
                  </a:lnTo>
                  <a:close/>
                  <a:moveTo>
                    <a:pt x="403101" y="1549537"/>
                  </a:moveTo>
                  <a:lnTo>
                    <a:pt x="405997" y="1551302"/>
                  </a:lnTo>
                  <a:lnTo>
                    <a:pt x="440047" y="1521470"/>
                  </a:lnTo>
                  <a:close/>
                  <a:moveTo>
                    <a:pt x="403101" y="1549537"/>
                  </a:moveTo>
                  <a:lnTo>
                    <a:pt x="440047" y="1521470"/>
                  </a:lnTo>
                  <a:lnTo>
                    <a:pt x="403017" y="1540163"/>
                  </a:lnTo>
                  <a:close/>
                  <a:moveTo>
                    <a:pt x="385992" y="1465324"/>
                  </a:moveTo>
                  <a:lnTo>
                    <a:pt x="452745" y="1510887"/>
                  </a:lnTo>
                  <a:lnTo>
                    <a:pt x="363172" y="1428885"/>
                  </a:lnTo>
                  <a:close/>
                  <a:moveTo>
                    <a:pt x="452745" y="1510887"/>
                  </a:moveTo>
                  <a:lnTo>
                    <a:pt x="385992" y="1465324"/>
                  </a:lnTo>
                  <a:lnTo>
                    <a:pt x="453013" y="1511100"/>
                  </a:lnTo>
                  <a:close/>
                  <a:moveTo>
                    <a:pt x="403017" y="1540163"/>
                  </a:moveTo>
                  <a:lnTo>
                    <a:pt x="440047" y="1521470"/>
                  </a:lnTo>
                  <a:lnTo>
                    <a:pt x="453013" y="1511100"/>
                  </a:lnTo>
                  <a:close/>
                  <a:moveTo>
                    <a:pt x="390026" y="1467322"/>
                  </a:moveTo>
                  <a:lnTo>
                    <a:pt x="403017" y="1540163"/>
                  </a:lnTo>
                  <a:lnTo>
                    <a:pt x="453013" y="1511100"/>
                  </a:lnTo>
                  <a:close/>
                  <a:moveTo>
                    <a:pt x="630205" y="1588152"/>
                  </a:moveTo>
                  <a:lnTo>
                    <a:pt x="546497" y="1582750"/>
                  </a:lnTo>
                  <a:lnTo>
                    <a:pt x="596331" y="1593315"/>
                  </a:lnTo>
                  <a:close/>
                  <a:moveTo>
                    <a:pt x="560715" y="1483961"/>
                  </a:moveTo>
                  <a:lnTo>
                    <a:pt x="546497" y="1582750"/>
                  </a:lnTo>
                  <a:lnTo>
                    <a:pt x="630205" y="1588152"/>
                  </a:lnTo>
                  <a:close/>
                  <a:moveTo>
                    <a:pt x="628195" y="1489693"/>
                  </a:moveTo>
                  <a:lnTo>
                    <a:pt x="560715" y="1483961"/>
                  </a:lnTo>
                  <a:lnTo>
                    <a:pt x="630205" y="1588152"/>
                  </a:lnTo>
                  <a:close/>
                  <a:moveTo>
                    <a:pt x="453013" y="1511100"/>
                  </a:moveTo>
                  <a:lnTo>
                    <a:pt x="546497" y="1582750"/>
                  </a:lnTo>
                  <a:lnTo>
                    <a:pt x="560715" y="1483961"/>
                  </a:lnTo>
                  <a:close/>
                  <a:moveTo>
                    <a:pt x="453013" y="1511100"/>
                  </a:moveTo>
                  <a:lnTo>
                    <a:pt x="560715" y="1483961"/>
                  </a:lnTo>
                  <a:lnTo>
                    <a:pt x="452745" y="1510887"/>
                  </a:lnTo>
                  <a:close/>
                  <a:moveTo>
                    <a:pt x="452745" y="1510887"/>
                  </a:moveTo>
                  <a:lnTo>
                    <a:pt x="560715" y="1483961"/>
                  </a:lnTo>
                  <a:lnTo>
                    <a:pt x="554804" y="1398607"/>
                  </a:lnTo>
                  <a:close/>
                  <a:moveTo>
                    <a:pt x="439496" y="1390449"/>
                  </a:moveTo>
                  <a:lnTo>
                    <a:pt x="363172" y="1428885"/>
                  </a:lnTo>
                  <a:lnTo>
                    <a:pt x="452745" y="1510887"/>
                  </a:lnTo>
                  <a:close/>
                  <a:moveTo>
                    <a:pt x="439496" y="1390449"/>
                  </a:moveTo>
                  <a:lnTo>
                    <a:pt x="357028" y="1346670"/>
                  </a:lnTo>
                  <a:lnTo>
                    <a:pt x="363172" y="1428885"/>
                  </a:lnTo>
                  <a:close/>
                  <a:moveTo>
                    <a:pt x="63669" y="844945"/>
                  </a:moveTo>
                  <a:lnTo>
                    <a:pt x="0" y="853379"/>
                  </a:lnTo>
                  <a:lnTo>
                    <a:pt x="117198" y="877101"/>
                  </a:lnTo>
                  <a:close/>
                  <a:moveTo>
                    <a:pt x="771843" y="1352012"/>
                  </a:moveTo>
                  <a:lnTo>
                    <a:pt x="853460" y="1327649"/>
                  </a:lnTo>
                  <a:lnTo>
                    <a:pt x="805344" y="1231360"/>
                  </a:lnTo>
                  <a:close/>
                  <a:moveTo>
                    <a:pt x="768523" y="1209949"/>
                  </a:moveTo>
                  <a:lnTo>
                    <a:pt x="801022" y="1116253"/>
                  </a:lnTo>
                  <a:lnTo>
                    <a:pt x="698928" y="1131912"/>
                  </a:lnTo>
                  <a:close/>
                  <a:moveTo>
                    <a:pt x="698928" y="1131912"/>
                  </a:moveTo>
                  <a:lnTo>
                    <a:pt x="801022" y="1116253"/>
                  </a:lnTo>
                  <a:lnTo>
                    <a:pt x="793938" y="1110709"/>
                  </a:lnTo>
                  <a:close/>
                  <a:moveTo>
                    <a:pt x="891587" y="1192924"/>
                  </a:moveTo>
                  <a:lnTo>
                    <a:pt x="805344" y="1231360"/>
                  </a:lnTo>
                  <a:lnTo>
                    <a:pt x="864906" y="1291648"/>
                  </a:lnTo>
                  <a:close/>
                  <a:moveTo>
                    <a:pt x="893335" y="1095047"/>
                  </a:moveTo>
                  <a:lnTo>
                    <a:pt x="858759" y="1053463"/>
                  </a:lnTo>
                  <a:lnTo>
                    <a:pt x="857749" y="1072273"/>
                  </a:lnTo>
                  <a:close/>
                  <a:moveTo>
                    <a:pt x="858759" y="1053463"/>
                  </a:moveTo>
                  <a:lnTo>
                    <a:pt x="893335" y="1095047"/>
                  </a:lnTo>
                  <a:lnTo>
                    <a:pt x="989971" y="1050184"/>
                  </a:lnTo>
                  <a:close/>
                  <a:moveTo>
                    <a:pt x="534848" y="604161"/>
                  </a:moveTo>
                  <a:lnTo>
                    <a:pt x="482914" y="496767"/>
                  </a:lnTo>
                  <a:lnTo>
                    <a:pt x="461653" y="502983"/>
                  </a:lnTo>
                  <a:close/>
                  <a:moveTo>
                    <a:pt x="571206" y="458330"/>
                  </a:moveTo>
                  <a:lnTo>
                    <a:pt x="553023" y="531136"/>
                  </a:lnTo>
                  <a:lnTo>
                    <a:pt x="596220" y="477446"/>
                  </a:lnTo>
                  <a:close/>
                  <a:moveTo>
                    <a:pt x="571206" y="458330"/>
                  </a:moveTo>
                  <a:lnTo>
                    <a:pt x="482914" y="496767"/>
                  </a:lnTo>
                  <a:lnTo>
                    <a:pt x="553023" y="531136"/>
                  </a:lnTo>
                  <a:close/>
                  <a:moveTo>
                    <a:pt x="1330675" y="1182050"/>
                  </a:moveTo>
                  <a:lnTo>
                    <a:pt x="1353549" y="1143162"/>
                  </a:lnTo>
                  <a:lnTo>
                    <a:pt x="1261059" y="1178054"/>
                  </a:lnTo>
                  <a:close/>
                  <a:moveTo>
                    <a:pt x="1261059" y="1178054"/>
                  </a:moveTo>
                  <a:lnTo>
                    <a:pt x="1353549" y="1143162"/>
                  </a:lnTo>
                  <a:lnTo>
                    <a:pt x="1263198" y="1116051"/>
                  </a:lnTo>
                  <a:close/>
                  <a:moveTo>
                    <a:pt x="1367889" y="1159830"/>
                  </a:moveTo>
                  <a:lnTo>
                    <a:pt x="1330675" y="1182050"/>
                  </a:lnTo>
                  <a:lnTo>
                    <a:pt x="1316297" y="1219085"/>
                  </a:lnTo>
                  <a:close/>
                  <a:moveTo>
                    <a:pt x="1367889" y="1159830"/>
                  </a:moveTo>
                  <a:lnTo>
                    <a:pt x="1466406" y="1121393"/>
                  </a:lnTo>
                  <a:lnTo>
                    <a:pt x="1353549" y="1143162"/>
                  </a:lnTo>
                  <a:close/>
                  <a:moveTo>
                    <a:pt x="1352866" y="925406"/>
                  </a:moveTo>
                  <a:lnTo>
                    <a:pt x="1337022" y="976706"/>
                  </a:lnTo>
                  <a:lnTo>
                    <a:pt x="1338729" y="956963"/>
                  </a:lnTo>
                  <a:close/>
                  <a:moveTo>
                    <a:pt x="1802002" y="962305"/>
                  </a:moveTo>
                  <a:lnTo>
                    <a:pt x="1760891" y="905909"/>
                  </a:lnTo>
                  <a:lnTo>
                    <a:pt x="1715056" y="949743"/>
                  </a:lnTo>
                  <a:close/>
                  <a:moveTo>
                    <a:pt x="1802002" y="962305"/>
                  </a:moveTo>
                  <a:lnTo>
                    <a:pt x="1842739" y="923868"/>
                  </a:lnTo>
                  <a:lnTo>
                    <a:pt x="1760891" y="905909"/>
                  </a:lnTo>
                  <a:close/>
                  <a:moveTo>
                    <a:pt x="1734451" y="795878"/>
                  </a:moveTo>
                  <a:lnTo>
                    <a:pt x="1736458" y="814558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36458" y="814558"/>
                  </a:lnTo>
                  <a:lnTo>
                    <a:pt x="1772110" y="841654"/>
                  </a:lnTo>
                  <a:close/>
                  <a:moveTo>
                    <a:pt x="1693160" y="715660"/>
                  </a:moveTo>
                  <a:lnTo>
                    <a:pt x="1727745" y="781981"/>
                  </a:lnTo>
                  <a:lnTo>
                    <a:pt x="1697145" y="677223"/>
                  </a:lnTo>
                  <a:close/>
                  <a:moveTo>
                    <a:pt x="1697145" y="677223"/>
                  </a:moveTo>
                  <a:lnTo>
                    <a:pt x="1727745" y="781981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27745" y="781981"/>
                  </a:lnTo>
                  <a:lnTo>
                    <a:pt x="1734451" y="795878"/>
                  </a:lnTo>
                  <a:close/>
                  <a:moveTo>
                    <a:pt x="1623105" y="309927"/>
                  </a:moveTo>
                  <a:lnTo>
                    <a:pt x="1653676" y="400587"/>
                  </a:lnTo>
                  <a:lnTo>
                    <a:pt x="1653271" y="351791"/>
                  </a:lnTo>
                  <a:close/>
                  <a:moveTo>
                    <a:pt x="1564649" y="227711"/>
                  </a:moveTo>
                  <a:lnTo>
                    <a:pt x="1658749" y="296370"/>
                  </a:lnTo>
                  <a:lnTo>
                    <a:pt x="1656409" y="198180"/>
                  </a:lnTo>
                  <a:close/>
                  <a:moveTo>
                    <a:pt x="1661864" y="168713"/>
                  </a:moveTo>
                  <a:lnTo>
                    <a:pt x="1564649" y="227711"/>
                  </a:lnTo>
                  <a:lnTo>
                    <a:pt x="1656409" y="198180"/>
                  </a:lnTo>
                  <a:close/>
                  <a:moveTo>
                    <a:pt x="1631836" y="68623"/>
                  </a:moveTo>
                  <a:lnTo>
                    <a:pt x="1579725" y="107060"/>
                  </a:lnTo>
                  <a:lnTo>
                    <a:pt x="1661864" y="168713"/>
                  </a:lnTo>
                  <a:close/>
                  <a:moveTo>
                    <a:pt x="1631836" y="68623"/>
                  </a:moveTo>
                  <a:lnTo>
                    <a:pt x="1579413" y="0"/>
                  </a:lnTo>
                  <a:lnTo>
                    <a:pt x="1579082" y="24845"/>
                  </a:lnTo>
                  <a:close/>
                  <a:moveTo>
                    <a:pt x="1631836" y="68623"/>
                  </a:moveTo>
                  <a:lnTo>
                    <a:pt x="1579082" y="24845"/>
                  </a:lnTo>
                  <a:lnTo>
                    <a:pt x="1579725" y="10706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00" name="Candidate_density__1999">
              <a:extLst>
                <a:ext uri="{FF2B5EF4-FFF2-40B4-BE49-F238E27FC236}">
                  <a16:creationId xmlns:a16="http://schemas.microsoft.com/office/drawing/2014/main" id="{B29362C5-135F-0A76-642B-235FC4109343}"/>
                </a:ext>
              </a:extLst>
            </p:cNvPr>
            <p:cNvSpPr>
              <a:spLocks noGrp="1"/>
            </p:cNvSpPr>
            <p:nvPr/>
          </p:nvSpPr>
          <p:spPr>
            <a:xfrm>
              <a:off x="4523862" y="3548694"/>
              <a:ext cx="2268183" cy="1807140"/>
            </a:xfrm>
            <a:custGeom>
              <a:avLst/>
              <a:gdLst/>
              <a:ahLst/>
              <a:cxnLst/>
              <a:rect l="0" t="0" r="0" b="0"/>
              <a:pathLst>
                <a:path w="2268183" h="1807140">
                  <a:moveTo>
                    <a:pt x="512051" y="1768796"/>
                  </a:moveTo>
                  <a:lnTo>
                    <a:pt x="532502" y="1797285"/>
                  </a:lnTo>
                  <a:lnTo>
                    <a:pt x="577799" y="1807140"/>
                  </a:lnTo>
                  <a:close/>
                  <a:moveTo>
                    <a:pt x="696955" y="1758787"/>
                  </a:moveTo>
                  <a:lnTo>
                    <a:pt x="634185" y="1730360"/>
                  </a:lnTo>
                  <a:lnTo>
                    <a:pt x="577799" y="1807140"/>
                  </a:lnTo>
                  <a:close/>
                  <a:moveTo>
                    <a:pt x="0" y="1026409"/>
                  </a:moveTo>
                  <a:lnTo>
                    <a:pt x="100273" y="1072639"/>
                  </a:lnTo>
                  <a:lnTo>
                    <a:pt x="60289" y="1050345"/>
                  </a:lnTo>
                  <a:close/>
                  <a:moveTo>
                    <a:pt x="0" y="1026409"/>
                  </a:moveTo>
                  <a:lnTo>
                    <a:pt x="128328" y="1082765"/>
                  </a:lnTo>
                  <a:lnTo>
                    <a:pt x="100273" y="1072639"/>
                  </a:lnTo>
                  <a:close/>
                  <a:moveTo>
                    <a:pt x="100273" y="1072639"/>
                  </a:moveTo>
                  <a:lnTo>
                    <a:pt x="128328" y="1082765"/>
                  </a:lnTo>
                  <a:lnTo>
                    <a:pt x="147540" y="1097905"/>
                  </a:lnTo>
                  <a:close/>
                  <a:moveTo>
                    <a:pt x="233877" y="1142043"/>
                  </a:moveTo>
                  <a:lnTo>
                    <a:pt x="147540" y="1097905"/>
                  </a:lnTo>
                  <a:lnTo>
                    <a:pt x="128328" y="1082765"/>
                  </a:lnTo>
                  <a:close/>
                  <a:moveTo>
                    <a:pt x="634185" y="1730360"/>
                  </a:moveTo>
                  <a:lnTo>
                    <a:pt x="696955" y="1758787"/>
                  </a:lnTo>
                  <a:lnTo>
                    <a:pt x="727395" y="1774139"/>
                  </a:lnTo>
                  <a:close/>
                  <a:moveTo>
                    <a:pt x="254222" y="1154854"/>
                  </a:moveTo>
                  <a:lnTo>
                    <a:pt x="337175" y="1116418"/>
                  </a:lnTo>
                  <a:lnTo>
                    <a:pt x="233877" y="1142043"/>
                  </a:lnTo>
                  <a:close/>
                  <a:moveTo>
                    <a:pt x="337175" y="1116418"/>
                  </a:moveTo>
                  <a:lnTo>
                    <a:pt x="274796" y="1079833"/>
                  </a:lnTo>
                  <a:lnTo>
                    <a:pt x="233877" y="1142043"/>
                  </a:lnTo>
                  <a:close/>
                  <a:moveTo>
                    <a:pt x="147540" y="1097905"/>
                  </a:moveTo>
                  <a:lnTo>
                    <a:pt x="99264" y="1045801"/>
                  </a:lnTo>
                  <a:lnTo>
                    <a:pt x="100273" y="1072639"/>
                  </a:lnTo>
                  <a:close/>
                  <a:moveTo>
                    <a:pt x="60289" y="1050345"/>
                  </a:moveTo>
                  <a:lnTo>
                    <a:pt x="100273" y="1072639"/>
                  </a:lnTo>
                  <a:lnTo>
                    <a:pt x="99264" y="1045801"/>
                  </a:lnTo>
                  <a:close/>
                  <a:moveTo>
                    <a:pt x="147540" y="1097905"/>
                  </a:moveTo>
                  <a:lnTo>
                    <a:pt x="233877" y="1142043"/>
                  </a:lnTo>
                  <a:lnTo>
                    <a:pt x="274796" y="1079833"/>
                  </a:lnTo>
                  <a:close/>
                  <a:moveTo>
                    <a:pt x="199219" y="1075919"/>
                  </a:moveTo>
                  <a:lnTo>
                    <a:pt x="147540" y="1097905"/>
                  </a:lnTo>
                  <a:lnTo>
                    <a:pt x="274796" y="1079833"/>
                  </a:lnTo>
                  <a:close/>
                  <a:moveTo>
                    <a:pt x="549126" y="1363063"/>
                  </a:moveTo>
                  <a:lnTo>
                    <a:pt x="527054" y="1250466"/>
                  </a:lnTo>
                  <a:lnTo>
                    <a:pt x="535921" y="1333544"/>
                  </a:lnTo>
                  <a:close/>
                  <a:moveTo>
                    <a:pt x="337175" y="1116418"/>
                  </a:moveTo>
                  <a:lnTo>
                    <a:pt x="356974" y="1077981"/>
                  </a:lnTo>
                  <a:lnTo>
                    <a:pt x="274796" y="1079833"/>
                  </a:lnTo>
                  <a:close/>
                  <a:moveTo>
                    <a:pt x="397600" y="1185221"/>
                  </a:moveTo>
                  <a:lnTo>
                    <a:pt x="367839" y="1149044"/>
                  </a:lnTo>
                  <a:lnTo>
                    <a:pt x="410516" y="1116418"/>
                  </a:lnTo>
                  <a:close/>
                  <a:moveTo>
                    <a:pt x="826067" y="1286191"/>
                  </a:moveTo>
                  <a:lnTo>
                    <a:pt x="772647" y="1222774"/>
                  </a:lnTo>
                  <a:lnTo>
                    <a:pt x="812404" y="1266165"/>
                  </a:lnTo>
                  <a:close/>
                  <a:moveTo>
                    <a:pt x="822308" y="1282493"/>
                  </a:moveTo>
                  <a:lnTo>
                    <a:pt x="812404" y="1266165"/>
                  </a:lnTo>
                  <a:lnTo>
                    <a:pt x="759273" y="1173055"/>
                  </a:lnTo>
                  <a:close/>
                  <a:moveTo>
                    <a:pt x="822308" y="1282493"/>
                  </a:moveTo>
                  <a:lnTo>
                    <a:pt x="819942" y="1294349"/>
                  </a:lnTo>
                  <a:lnTo>
                    <a:pt x="826067" y="1286191"/>
                  </a:lnTo>
                  <a:close/>
                  <a:moveTo>
                    <a:pt x="822308" y="1282493"/>
                  </a:moveTo>
                  <a:lnTo>
                    <a:pt x="826067" y="1286191"/>
                  </a:lnTo>
                  <a:lnTo>
                    <a:pt x="812404" y="1266165"/>
                  </a:lnTo>
                  <a:close/>
                  <a:moveTo>
                    <a:pt x="689642" y="929387"/>
                  </a:moveTo>
                  <a:lnTo>
                    <a:pt x="688926" y="957330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89642" y="929387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44889" y="865678"/>
                  </a:lnTo>
                  <a:lnTo>
                    <a:pt x="689642" y="929387"/>
                  </a:lnTo>
                  <a:close/>
                  <a:moveTo>
                    <a:pt x="679247" y="918894"/>
                  </a:moveTo>
                  <a:lnTo>
                    <a:pt x="704811" y="927351"/>
                  </a:lnTo>
                  <a:lnTo>
                    <a:pt x="715017" y="908758"/>
                  </a:lnTo>
                  <a:close/>
                  <a:moveTo>
                    <a:pt x="805295" y="895955"/>
                  </a:moveTo>
                  <a:lnTo>
                    <a:pt x="704811" y="927351"/>
                  </a:lnTo>
                  <a:lnTo>
                    <a:pt x="785590" y="950711"/>
                  </a:lnTo>
                  <a:close/>
                  <a:moveTo>
                    <a:pt x="805295" y="895955"/>
                  </a:moveTo>
                  <a:lnTo>
                    <a:pt x="715017" y="908758"/>
                  </a:lnTo>
                  <a:lnTo>
                    <a:pt x="704811" y="927351"/>
                  </a:lnTo>
                  <a:close/>
                  <a:moveTo>
                    <a:pt x="1130044" y="1187390"/>
                  </a:moveTo>
                  <a:lnTo>
                    <a:pt x="1203313" y="1182671"/>
                  </a:lnTo>
                  <a:lnTo>
                    <a:pt x="1255068" y="1160974"/>
                  </a:lnTo>
                  <a:close/>
                  <a:moveTo>
                    <a:pt x="1122887" y="968014"/>
                  </a:moveTo>
                  <a:lnTo>
                    <a:pt x="1123897" y="949205"/>
                  </a:lnTo>
                  <a:lnTo>
                    <a:pt x="1112009" y="924235"/>
                  </a:lnTo>
                  <a:close/>
                  <a:moveTo>
                    <a:pt x="1122887" y="968014"/>
                  </a:moveTo>
                  <a:lnTo>
                    <a:pt x="1112009" y="924235"/>
                  </a:lnTo>
                  <a:lnTo>
                    <a:pt x="1135275" y="885799"/>
                  </a:lnTo>
                  <a:close/>
                  <a:moveTo>
                    <a:pt x="1595813" y="1077792"/>
                  </a:moveTo>
                  <a:lnTo>
                    <a:pt x="1520241" y="1164692"/>
                  </a:lnTo>
                  <a:lnTo>
                    <a:pt x="1581435" y="1114826"/>
                  </a:lnTo>
                  <a:close/>
                  <a:moveTo>
                    <a:pt x="1595813" y="1077792"/>
                  </a:moveTo>
                  <a:lnTo>
                    <a:pt x="1526197" y="1073796"/>
                  </a:lnTo>
                  <a:lnTo>
                    <a:pt x="1520241" y="1164692"/>
                  </a:lnTo>
                  <a:close/>
                  <a:moveTo>
                    <a:pt x="1698710" y="1137786"/>
                  </a:moveTo>
                  <a:lnTo>
                    <a:pt x="1700686" y="1153216"/>
                  </a:lnTo>
                  <a:lnTo>
                    <a:pt x="1724383" y="1155427"/>
                  </a:lnTo>
                  <a:close/>
                  <a:moveTo>
                    <a:pt x="1793559" y="896484"/>
                  </a:moveTo>
                  <a:lnTo>
                    <a:pt x="1774135" y="852705"/>
                  </a:lnTo>
                  <a:lnTo>
                    <a:pt x="1801187" y="814269"/>
                  </a:lnTo>
                  <a:close/>
                  <a:moveTo>
                    <a:pt x="2107877" y="819610"/>
                  </a:moveTo>
                  <a:lnTo>
                    <a:pt x="2132244" y="920115"/>
                  </a:lnTo>
                  <a:lnTo>
                    <a:pt x="2180370" y="884847"/>
                  </a:lnTo>
                  <a:close/>
                  <a:moveTo>
                    <a:pt x="2268183" y="794627"/>
                  </a:moveTo>
                  <a:lnTo>
                    <a:pt x="2200958" y="788687"/>
                  </a:lnTo>
                  <a:lnTo>
                    <a:pt x="2180370" y="884847"/>
                  </a:lnTo>
                  <a:close/>
                  <a:moveTo>
                    <a:pt x="2248128" y="710839"/>
                  </a:moveTo>
                  <a:lnTo>
                    <a:pt x="2206429" y="767075"/>
                  </a:lnTo>
                  <a:lnTo>
                    <a:pt x="2200958" y="788687"/>
                  </a:lnTo>
                  <a:close/>
                  <a:moveTo>
                    <a:pt x="1927002" y="64454"/>
                  </a:moveTo>
                  <a:lnTo>
                    <a:pt x="1921547" y="93922"/>
                  </a:lnTo>
                  <a:lnTo>
                    <a:pt x="1958664" y="2802"/>
                  </a:lnTo>
                  <a:close/>
                  <a:moveTo>
                    <a:pt x="1958664" y="2802"/>
                  </a:moveTo>
                  <a:lnTo>
                    <a:pt x="1967321" y="0"/>
                  </a:lnTo>
                  <a:lnTo>
                    <a:pt x="1927002" y="6445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01" name="Candidate_density__2000">
              <a:extLst>
                <a:ext uri="{FF2B5EF4-FFF2-40B4-BE49-F238E27FC236}">
                  <a16:creationId xmlns:a16="http://schemas.microsoft.com/office/drawing/2014/main" id="{02EC6280-EC84-BDAC-8D59-0AFDD395C9A9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42616"/>
              <a:ext cx="1878022" cy="1713218"/>
            </a:xfrm>
            <a:custGeom>
              <a:avLst/>
              <a:gdLst/>
              <a:ahLst/>
              <a:cxnLst/>
              <a:rect l="0" t="0" r="0" b="0"/>
              <a:pathLst>
                <a:path w="1878022" h="1713218">
                  <a:moveTo>
                    <a:pt x="257829" y="1674875"/>
                  </a:moveTo>
                  <a:lnTo>
                    <a:pt x="323577" y="1713218"/>
                  </a:lnTo>
                  <a:lnTo>
                    <a:pt x="350447" y="1644692"/>
                  </a:lnTo>
                  <a:close/>
                  <a:moveTo>
                    <a:pt x="323577" y="1713218"/>
                  </a:moveTo>
                  <a:lnTo>
                    <a:pt x="379963" y="1636438"/>
                  </a:lnTo>
                  <a:lnTo>
                    <a:pt x="350447" y="1644692"/>
                  </a:lnTo>
                  <a:close/>
                  <a:moveTo>
                    <a:pt x="458114" y="1507169"/>
                  </a:moveTo>
                  <a:lnTo>
                    <a:pt x="372827" y="1472008"/>
                  </a:lnTo>
                  <a:lnTo>
                    <a:pt x="378085" y="1522131"/>
                  </a:lnTo>
                  <a:close/>
                  <a:moveTo>
                    <a:pt x="378085" y="1522131"/>
                  </a:moveTo>
                  <a:lnTo>
                    <a:pt x="372827" y="1472008"/>
                  </a:lnTo>
                  <a:lnTo>
                    <a:pt x="359377" y="1437248"/>
                  </a:lnTo>
                  <a:close/>
                  <a:moveTo>
                    <a:pt x="502355" y="1542286"/>
                  </a:moveTo>
                  <a:lnTo>
                    <a:pt x="458114" y="1507169"/>
                  </a:lnTo>
                  <a:lnTo>
                    <a:pt x="468590" y="1515787"/>
                  </a:lnTo>
                  <a:close/>
                  <a:moveTo>
                    <a:pt x="295872" y="1351356"/>
                  </a:moveTo>
                  <a:lnTo>
                    <a:pt x="279338" y="1396069"/>
                  </a:lnTo>
                  <a:lnTo>
                    <a:pt x="316981" y="1371623"/>
                  </a:lnTo>
                  <a:close/>
                  <a:moveTo>
                    <a:pt x="316981" y="1371623"/>
                  </a:moveTo>
                  <a:lnTo>
                    <a:pt x="278382" y="1442503"/>
                  </a:lnTo>
                  <a:lnTo>
                    <a:pt x="359377" y="1437248"/>
                  </a:lnTo>
                  <a:close/>
                  <a:moveTo>
                    <a:pt x="372827" y="1472008"/>
                  </a:moveTo>
                  <a:lnTo>
                    <a:pt x="316981" y="1371623"/>
                  </a:lnTo>
                  <a:lnTo>
                    <a:pt x="359377" y="1437248"/>
                  </a:lnTo>
                  <a:close/>
                  <a:moveTo>
                    <a:pt x="316981" y="1371623"/>
                  </a:moveTo>
                  <a:lnTo>
                    <a:pt x="287365" y="1362626"/>
                  </a:lnTo>
                  <a:lnTo>
                    <a:pt x="295872" y="1351356"/>
                  </a:lnTo>
                  <a:close/>
                  <a:moveTo>
                    <a:pt x="82952" y="1022496"/>
                  </a:moveTo>
                  <a:lnTo>
                    <a:pt x="71196" y="1111723"/>
                  </a:lnTo>
                  <a:lnTo>
                    <a:pt x="113616" y="1055122"/>
                  </a:lnTo>
                  <a:close/>
                  <a:moveTo>
                    <a:pt x="82952" y="1022496"/>
                  </a:moveTo>
                  <a:lnTo>
                    <a:pt x="0" y="1060932"/>
                  </a:lnTo>
                  <a:lnTo>
                    <a:pt x="71196" y="1111723"/>
                  </a:lnTo>
                  <a:close/>
                  <a:moveTo>
                    <a:pt x="520946" y="1463430"/>
                  </a:moveTo>
                  <a:lnTo>
                    <a:pt x="607246" y="1395135"/>
                  </a:lnTo>
                  <a:lnTo>
                    <a:pt x="539548" y="1411956"/>
                  </a:lnTo>
                  <a:close/>
                  <a:moveTo>
                    <a:pt x="281699" y="1239622"/>
                  </a:moveTo>
                  <a:lnTo>
                    <a:pt x="295872" y="1351356"/>
                  </a:lnTo>
                  <a:lnTo>
                    <a:pt x="294904" y="1269141"/>
                  </a:lnTo>
                  <a:close/>
                  <a:moveTo>
                    <a:pt x="82952" y="1022496"/>
                  </a:moveTo>
                  <a:lnTo>
                    <a:pt x="113616" y="1055122"/>
                  </a:lnTo>
                  <a:lnTo>
                    <a:pt x="127331" y="1066274"/>
                  </a:lnTo>
                  <a:close/>
                  <a:moveTo>
                    <a:pt x="607246" y="1395135"/>
                  </a:moveTo>
                  <a:lnTo>
                    <a:pt x="638617" y="1409522"/>
                  </a:lnTo>
                  <a:lnTo>
                    <a:pt x="641120" y="1389972"/>
                  </a:lnTo>
                  <a:close/>
                  <a:moveTo>
                    <a:pt x="463661" y="1312707"/>
                  </a:moveTo>
                  <a:lnTo>
                    <a:pt x="565720" y="1200427"/>
                  </a:lnTo>
                  <a:lnTo>
                    <a:pt x="497614" y="1224449"/>
                  </a:lnTo>
                  <a:close/>
                  <a:moveTo>
                    <a:pt x="571631" y="1285781"/>
                  </a:moveTo>
                  <a:lnTo>
                    <a:pt x="593345" y="1240257"/>
                  </a:lnTo>
                  <a:lnTo>
                    <a:pt x="571845" y="1192269"/>
                  </a:lnTo>
                  <a:close/>
                  <a:moveTo>
                    <a:pt x="565720" y="1200427"/>
                  </a:moveTo>
                  <a:lnTo>
                    <a:pt x="571631" y="1285781"/>
                  </a:lnTo>
                  <a:lnTo>
                    <a:pt x="571845" y="1192269"/>
                  </a:lnTo>
                  <a:close/>
                  <a:moveTo>
                    <a:pt x="568085" y="1188571"/>
                  </a:moveTo>
                  <a:lnTo>
                    <a:pt x="497614" y="1224449"/>
                  </a:lnTo>
                  <a:lnTo>
                    <a:pt x="565720" y="1200427"/>
                  </a:lnTo>
                  <a:close/>
                  <a:moveTo>
                    <a:pt x="450589" y="833429"/>
                  </a:moveTo>
                  <a:lnTo>
                    <a:pt x="511061" y="934654"/>
                  </a:lnTo>
                  <a:lnTo>
                    <a:pt x="531368" y="856789"/>
                  </a:lnTo>
                  <a:close/>
                  <a:moveTo>
                    <a:pt x="425025" y="824972"/>
                  </a:moveTo>
                  <a:lnTo>
                    <a:pt x="373621" y="742756"/>
                  </a:lnTo>
                  <a:lnTo>
                    <a:pt x="390667" y="771756"/>
                  </a:lnTo>
                  <a:close/>
                  <a:moveTo>
                    <a:pt x="816260" y="1033180"/>
                  </a:moveTo>
                  <a:lnTo>
                    <a:pt x="864375" y="1129469"/>
                  </a:lnTo>
                  <a:lnTo>
                    <a:pt x="875822" y="1093468"/>
                  </a:lnTo>
                  <a:close/>
                  <a:moveTo>
                    <a:pt x="816260" y="1033180"/>
                  </a:moveTo>
                  <a:lnTo>
                    <a:pt x="779439" y="1011769"/>
                  </a:lnTo>
                  <a:lnTo>
                    <a:pt x="721035" y="1008606"/>
                  </a:lnTo>
                  <a:close/>
                  <a:moveTo>
                    <a:pt x="373621" y="742756"/>
                  </a:moveTo>
                  <a:lnTo>
                    <a:pt x="460794" y="814836"/>
                  </a:lnTo>
                  <a:lnTo>
                    <a:pt x="403726" y="721670"/>
                  </a:lnTo>
                  <a:close/>
                  <a:moveTo>
                    <a:pt x="425025" y="824972"/>
                  </a:moveTo>
                  <a:lnTo>
                    <a:pt x="460794" y="814836"/>
                  </a:lnTo>
                  <a:lnTo>
                    <a:pt x="373621" y="742756"/>
                  </a:lnTo>
                  <a:close/>
                  <a:moveTo>
                    <a:pt x="373621" y="742756"/>
                  </a:moveTo>
                  <a:lnTo>
                    <a:pt x="379362" y="720355"/>
                  </a:lnTo>
                  <a:lnTo>
                    <a:pt x="342779" y="650005"/>
                  </a:lnTo>
                  <a:close/>
                  <a:moveTo>
                    <a:pt x="762047" y="1033180"/>
                  </a:moveTo>
                  <a:lnTo>
                    <a:pt x="779439" y="1011769"/>
                  </a:lnTo>
                  <a:lnTo>
                    <a:pt x="709843" y="933732"/>
                  </a:lnTo>
                  <a:close/>
                  <a:moveTo>
                    <a:pt x="816260" y="1033180"/>
                  </a:moveTo>
                  <a:lnTo>
                    <a:pt x="902503" y="994744"/>
                  </a:lnTo>
                  <a:lnTo>
                    <a:pt x="779439" y="1011769"/>
                  </a:lnTo>
                  <a:close/>
                  <a:moveTo>
                    <a:pt x="902503" y="994744"/>
                  </a:moveTo>
                  <a:lnTo>
                    <a:pt x="811938" y="918073"/>
                  </a:lnTo>
                  <a:lnTo>
                    <a:pt x="779439" y="1011769"/>
                  </a:lnTo>
                  <a:close/>
                  <a:moveTo>
                    <a:pt x="909793" y="1005280"/>
                  </a:moveTo>
                  <a:lnTo>
                    <a:pt x="875822" y="1093468"/>
                  </a:lnTo>
                  <a:lnTo>
                    <a:pt x="1000846" y="1067052"/>
                  </a:lnTo>
                  <a:close/>
                  <a:moveTo>
                    <a:pt x="1000846" y="1067052"/>
                  </a:moveTo>
                  <a:lnTo>
                    <a:pt x="964828" y="995840"/>
                  </a:lnTo>
                  <a:lnTo>
                    <a:pt x="909793" y="1005280"/>
                  </a:lnTo>
                  <a:close/>
                  <a:moveTo>
                    <a:pt x="563938" y="332956"/>
                  </a:moveTo>
                  <a:lnTo>
                    <a:pt x="493830" y="298587"/>
                  </a:lnTo>
                  <a:lnTo>
                    <a:pt x="545763" y="405981"/>
                  </a:lnTo>
                  <a:close/>
                  <a:moveTo>
                    <a:pt x="545763" y="405981"/>
                  </a:moveTo>
                  <a:lnTo>
                    <a:pt x="472569" y="304803"/>
                  </a:lnTo>
                  <a:lnTo>
                    <a:pt x="497895" y="384305"/>
                  </a:lnTo>
                  <a:close/>
                  <a:moveTo>
                    <a:pt x="1171788" y="933660"/>
                  </a:moveTo>
                  <a:lnTo>
                    <a:pt x="1213556" y="917871"/>
                  </a:lnTo>
                  <a:lnTo>
                    <a:pt x="1201861" y="936783"/>
                  </a:lnTo>
                  <a:close/>
                  <a:moveTo>
                    <a:pt x="1201861" y="936783"/>
                  </a:moveTo>
                  <a:lnTo>
                    <a:pt x="1235648" y="957220"/>
                  </a:lnTo>
                  <a:lnTo>
                    <a:pt x="1274114" y="917871"/>
                  </a:lnTo>
                  <a:close/>
                  <a:moveTo>
                    <a:pt x="1378805" y="961649"/>
                  </a:moveTo>
                  <a:lnTo>
                    <a:pt x="1446464" y="1059294"/>
                  </a:lnTo>
                  <a:lnTo>
                    <a:pt x="1444488" y="1043864"/>
                  </a:lnTo>
                  <a:close/>
                  <a:moveTo>
                    <a:pt x="1327212" y="1020904"/>
                  </a:moveTo>
                  <a:lnTo>
                    <a:pt x="1446464" y="1059294"/>
                  </a:lnTo>
                  <a:lnTo>
                    <a:pt x="1378805" y="961649"/>
                  </a:lnTo>
                  <a:close/>
                  <a:moveTo>
                    <a:pt x="1378805" y="961649"/>
                  </a:moveTo>
                  <a:lnTo>
                    <a:pt x="1444488" y="1043864"/>
                  </a:lnTo>
                  <a:lnTo>
                    <a:pt x="1477322" y="923213"/>
                  </a:lnTo>
                  <a:close/>
                  <a:moveTo>
                    <a:pt x="1853654" y="725688"/>
                  </a:moveTo>
                  <a:lnTo>
                    <a:pt x="1812918" y="764125"/>
                  </a:lnTo>
                  <a:lnTo>
                    <a:pt x="1878022" y="826193"/>
                  </a:lnTo>
                  <a:close/>
                  <a:moveTo>
                    <a:pt x="1708061" y="479043"/>
                  </a:moveTo>
                  <a:lnTo>
                    <a:pt x="1705368" y="569625"/>
                  </a:lnTo>
                  <a:lnTo>
                    <a:pt x="1699544" y="501008"/>
                  </a:lnTo>
                  <a:close/>
                  <a:moveTo>
                    <a:pt x="1708061" y="479043"/>
                  </a:moveTo>
                  <a:lnTo>
                    <a:pt x="1755938" y="433195"/>
                  </a:lnTo>
                  <a:lnTo>
                    <a:pt x="1704075" y="517480"/>
                  </a:lnTo>
                  <a:close/>
                  <a:moveTo>
                    <a:pt x="1731710" y="208433"/>
                  </a:moveTo>
                  <a:lnTo>
                    <a:pt x="1664591" y="202407"/>
                  </a:lnTo>
                  <a:lnTo>
                    <a:pt x="1645502" y="298955"/>
                  </a:lnTo>
                  <a:close/>
                  <a:moveTo>
                    <a:pt x="1664591" y="202407"/>
                  </a:moveTo>
                  <a:lnTo>
                    <a:pt x="1731710" y="208433"/>
                  </a:lnTo>
                  <a:lnTo>
                    <a:pt x="1664187" y="153611"/>
                  </a:lnTo>
                  <a:close/>
                  <a:moveTo>
                    <a:pt x="1730400" y="109406"/>
                  </a:moveTo>
                  <a:lnTo>
                    <a:pt x="1669665" y="98190"/>
                  </a:lnTo>
                  <a:lnTo>
                    <a:pt x="1664187" y="153611"/>
                  </a:lnTo>
                  <a:close/>
                  <a:moveTo>
                    <a:pt x="1669665" y="98190"/>
                  </a:moveTo>
                  <a:lnTo>
                    <a:pt x="1711101" y="25003"/>
                  </a:lnTo>
                  <a:lnTo>
                    <a:pt x="166732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02" name="Candidate_density__2001">
              <a:extLst>
                <a:ext uri="{FF2B5EF4-FFF2-40B4-BE49-F238E27FC236}">
                  <a16:creationId xmlns:a16="http://schemas.microsoft.com/office/drawing/2014/main" id="{04670935-B7D1-D796-3EB6-B9B8CA5BCC4E}"/>
                </a:ext>
              </a:extLst>
            </p:cNvPr>
            <p:cNvSpPr>
              <a:spLocks noGrp="1"/>
            </p:cNvSpPr>
            <p:nvPr/>
          </p:nvSpPr>
          <p:spPr>
            <a:xfrm>
              <a:off x="5050916" y="3975572"/>
              <a:ext cx="1741128" cy="1382809"/>
            </a:xfrm>
            <a:custGeom>
              <a:avLst/>
              <a:gdLst/>
              <a:ahLst/>
              <a:cxnLst/>
              <a:rect l="0" t="0" r="0" b="0"/>
              <a:pathLst>
                <a:path w="1741128" h="1382809">
                  <a:moveTo>
                    <a:pt x="125956" y="1382809"/>
                  </a:moveTo>
                  <a:lnTo>
                    <a:pt x="169901" y="1331909"/>
                  </a:lnTo>
                  <a:lnTo>
                    <a:pt x="50745" y="1380262"/>
                  </a:lnTo>
                  <a:close/>
                  <a:moveTo>
                    <a:pt x="5012" y="815534"/>
                  </a:moveTo>
                  <a:lnTo>
                    <a:pt x="0" y="823588"/>
                  </a:lnTo>
                  <a:lnTo>
                    <a:pt x="22072" y="936185"/>
                  </a:lnTo>
                  <a:close/>
                  <a:moveTo>
                    <a:pt x="506607" y="678813"/>
                  </a:moveTo>
                  <a:lnTo>
                    <a:pt x="489215" y="700224"/>
                  </a:lnTo>
                  <a:lnTo>
                    <a:pt x="406302" y="725835"/>
                  </a:lnTo>
                  <a:close/>
                  <a:moveTo>
                    <a:pt x="265207" y="379581"/>
                  </a:moveTo>
                  <a:lnTo>
                    <a:pt x="212462" y="415027"/>
                  </a:lnTo>
                  <a:lnTo>
                    <a:pt x="187962" y="481880"/>
                  </a:lnTo>
                  <a:close/>
                  <a:moveTo>
                    <a:pt x="265207" y="379581"/>
                  </a:moveTo>
                  <a:lnTo>
                    <a:pt x="187962" y="481880"/>
                  </a:lnTo>
                  <a:lnTo>
                    <a:pt x="278241" y="469077"/>
                  </a:lnTo>
                  <a:close/>
                  <a:moveTo>
                    <a:pt x="282325" y="86282"/>
                  </a:moveTo>
                  <a:lnTo>
                    <a:pt x="291106" y="0"/>
                  </a:lnTo>
                  <a:lnTo>
                    <a:pt x="272932" y="73025"/>
                  </a:lnTo>
                  <a:close/>
                  <a:moveTo>
                    <a:pt x="1137101" y="718570"/>
                  </a:moveTo>
                  <a:lnTo>
                    <a:pt x="1173632" y="726338"/>
                  </a:lnTo>
                  <a:lnTo>
                    <a:pt x="1054381" y="687948"/>
                  </a:lnTo>
                  <a:close/>
                  <a:moveTo>
                    <a:pt x="1272707" y="731718"/>
                  </a:moveTo>
                  <a:lnTo>
                    <a:pt x="1197329" y="728549"/>
                  </a:lnTo>
                  <a:lnTo>
                    <a:pt x="1173632" y="726338"/>
                  </a:lnTo>
                  <a:close/>
                  <a:moveTo>
                    <a:pt x="1728437" y="272081"/>
                  </a:moveTo>
                  <a:lnTo>
                    <a:pt x="1679375" y="340197"/>
                  </a:lnTo>
                  <a:lnTo>
                    <a:pt x="1721074" y="283961"/>
                  </a:lnTo>
                  <a:close/>
                  <a:moveTo>
                    <a:pt x="1721074" y="283961"/>
                  </a:moveTo>
                  <a:lnTo>
                    <a:pt x="1673904" y="361809"/>
                  </a:lnTo>
                  <a:lnTo>
                    <a:pt x="1741128" y="36774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03" name="Candidate_density__2002">
              <a:extLst>
                <a:ext uri="{FF2B5EF4-FFF2-40B4-BE49-F238E27FC236}">
                  <a16:creationId xmlns:a16="http://schemas.microsoft.com/office/drawing/2014/main" id="{990A6710-2092-E3F7-196B-7C145656D0B4}"/>
                </a:ext>
              </a:extLst>
            </p:cNvPr>
            <p:cNvSpPr>
              <a:spLocks noGrp="1"/>
            </p:cNvSpPr>
            <p:nvPr/>
          </p:nvSpPr>
          <p:spPr>
            <a:xfrm>
              <a:off x="4772963" y="3469281"/>
              <a:ext cx="1858775" cy="1809774"/>
            </a:xfrm>
            <a:custGeom>
              <a:avLst/>
              <a:gdLst/>
              <a:ahLst/>
              <a:cxnLst/>
              <a:rect l="0" t="0" r="0" b="0"/>
              <a:pathLst>
                <a:path w="1858775" h="1809774">
                  <a:moveTo>
                    <a:pt x="214564" y="1645343"/>
                  </a:moveTo>
                  <a:lnTo>
                    <a:pt x="217791" y="1750551"/>
                  </a:lnTo>
                  <a:lnTo>
                    <a:pt x="268425" y="1724658"/>
                  </a:lnTo>
                  <a:close/>
                  <a:moveTo>
                    <a:pt x="214564" y="1645343"/>
                  </a:moveTo>
                  <a:lnTo>
                    <a:pt x="177017" y="1683780"/>
                  </a:lnTo>
                  <a:lnTo>
                    <a:pt x="217791" y="1750551"/>
                  </a:lnTo>
                  <a:close/>
                  <a:moveTo>
                    <a:pt x="383206" y="1695466"/>
                  </a:moveTo>
                  <a:lnTo>
                    <a:pt x="362224" y="1796699"/>
                  </a:lnTo>
                  <a:lnTo>
                    <a:pt x="439113" y="1689122"/>
                  </a:lnTo>
                  <a:close/>
                  <a:moveTo>
                    <a:pt x="439113" y="1689122"/>
                  </a:moveTo>
                  <a:lnTo>
                    <a:pt x="362224" y="1796699"/>
                  </a:lnTo>
                  <a:lnTo>
                    <a:pt x="385084" y="1809774"/>
                  </a:lnTo>
                  <a:close/>
                  <a:moveTo>
                    <a:pt x="170725" y="1563128"/>
                  </a:moveTo>
                  <a:lnTo>
                    <a:pt x="214564" y="1645343"/>
                  </a:lnTo>
                  <a:lnTo>
                    <a:pt x="253826" y="1524692"/>
                  </a:lnTo>
                  <a:close/>
                  <a:moveTo>
                    <a:pt x="133235" y="852256"/>
                  </a:moveTo>
                  <a:lnTo>
                    <a:pt x="16037" y="828535"/>
                  </a:lnTo>
                  <a:lnTo>
                    <a:pt x="0" y="847972"/>
                  </a:lnTo>
                  <a:close/>
                  <a:moveTo>
                    <a:pt x="660762" y="1151133"/>
                  </a:moveTo>
                  <a:lnTo>
                    <a:pt x="635249" y="1184170"/>
                  </a:lnTo>
                  <a:lnTo>
                    <a:pt x="667831" y="1124300"/>
                  </a:lnTo>
                  <a:close/>
                  <a:moveTo>
                    <a:pt x="667831" y="1124300"/>
                  </a:moveTo>
                  <a:lnTo>
                    <a:pt x="653673" y="1056804"/>
                  </a:lnTo>
                  <a:lnTo>
                    <a:pt x="660762" y="1151133"/>
                  </a:lnTo>
                  <a:close/>
                  <a:moveTo>
                    <a:pt x="667831" y="1124300"/>
                  </a:moveTo>
                  <a:lnTo>
                    <a:pt x="649519" y="1042085"/>
                  </a:lnTo>
                  <a:lnTo>
                    <a:pt x="653673" y="1056804"/>
                  </a:lnTo>
                  <a:close/>
                  <a:moveTo>
                    <a:pt x="907624" y="1168079"/>
                  </a:moveTo>
                  <a:lnTo>
                    <a:pt x="880943" y="1266803"/>
                  </a:lnTo>
                  <a:lnTo>
                    <a:pt x="914914" y="1178615"/>
                  </a:lnTo>
                  <a:close/>
                  <a:moveTo>
                    <a:pt x="667831" y="1124300"/>
                  </a:moveTo>
                  <a:lnTo>
                    <a:pt x="714965" y="1107067"/>
                  </a:lnTo>
                  <a:lnTo>
                    <a:pt x="649519" y="1042085"/>
                  </a:lnTo>
                  <a:close/>
                  <a:moveTo>
                    <a:pt x="362060" y="504870"/>
                  </a:moveTo>
                  <a:lnTo>
                    <a:pt x="366716" y="548794"/>
                  </a:lnTo>
                  <a:lnTo>
                    <a:pt x="356426" y="516131"/>
                  </a:lnTo>
                  <a:close/>
                  <a:moveTo>
                    <a:pt x="362060" y="504870"/>
                  </a:moveTo>
                  <a:lnTo>
                    <a:pt x="356426" y="516131"/>
                  </a:lnTo>
                  <a:lnTo>
                    <a:pt x="356327" y="510358"/>
                  </a:lnTo>
                  <a:close/>
                  <a:moveTo>
                    <a:pt x="944646" y="1129643"/>
                  </a:moveTo>
                  <a:lnTo>
                    <a:pt x="907624" y="1168079"/>
                  </a:lnTo>
                  <a:lnTo>
                    <a:pt x="914914" y="1178615"/>
                  </a:lnTo>
                  <a:close/>
                  <a:moveTo>
                    <a:pt x="907624" y="1168079"/>
                  </a:moveTo>
                  <a:lnTo>
                    <a:pt x="944646" y="1129643"/>
                  </a:lnTo>
                  <a:lnTo>
                    <a:pt x="909371" y="1070202"/>
                  </a:lnTo>
                  <a:close/>
                  <a:moveTo>
                    <a:pt x="817059" y="1091409"/>
                  </a:moveTo>
                  <a:lnTo>
                    <a:pt x="907624" y="1168079"/>
                  </a:lnTo>
                  <a:lnTo>
                    <a:pt x="909371" y="1070202"/>
                  </a:lnTo>
                  <a:close/>
                  <a:moveTo>
                    <a:pt x="1006008" y="1025339"/>
                  </a:moveTo>
                  <a:lnTo>
                    <a:pt x="909371" y="1070202"/>
                  </a:lnTo>
                  <a:lnTo>
                    <a:pt x="972803" y="1047428"/>
                  </a:lnTo>
                  <a:close/>
                  <a:moveTo>
                    <a:pt x="909371" y="1070202"/>
                  </a:moveTo>
                  <a:lnTo>
                    <a:pt x="953509" y="1107711"/>
                  </a:lnTo>
                  <a:lnTo>
                    <a:pt x="972803" y="1047428"/>
                  </a:lnTo>
                  <a:close/>
                  <a:moveTo>
                    <a:pt x="369938" y="505146"/>
                  </a:moveTo>
                  <a:lnTo>
                    <a:pt x="503016" y="557641"/>
                  </a:lnTo>
                  <a:lnTo>
                    <a:pt x="477690" y="478138"/>
                  </a:lnTo>
                  <a:close/>
                  <a:moveTo>
                    <a:pt x="362060" y="504870"/>
                  </a:moveTo>
                  <a:lnTo>
                    <a:pt x="356327" y="510358"/>
                  </a:lnTo>
                  <a:lnTo>
                    <a:pt x="369938" y="505146"/>
                  </a:lnTo>
                  <a:close/>
                  <a:moveTo>
                    <a:pt x="369938" y="505146"/>
                  </a:moveTo>
                  <a:lnTo>
                    <a:pt x="428277" y="473791"/>
                  </a:lnTo>
                  <a:lnTo>
                    <a:pt x="362060" y="504870"/>
                  </a:lnTo>
                  <a:close/>
                  <a:moveTo>
                    <a:pt x="369938" y="505146"/>
                  </a:moveTo>
                  <a:lnTo>
                    <a:pt x="477690" y="478138"/>
                  </a:lnTo>
                  <a:lnTo>
                    <a:pt x="428277" y="473791"/>
                  </a:lnTo>
                  <a:close/>
                  <a:moveTo>
                    <a:pt x="552984" y="446189"/>
                  </a:moveTo>
                  <a:lnTo>
                    <a:pt x="477690" y="478138"/>
                  </a:lnTo>
                  <a:lnTo>
                    <a:pt x="498951" y="471922"/>
                  </a:lnTo>
                  <a:close/>
                  <a:moveTo>
                    <a:pt x="428277" y="473791"/>
                  </a:moveTo>
                  <a:lnTo>
                    <a:pt x="477690" y="478138"/>
                  </a:lnTo>
                  <a:lnTo>
                    <a:pt x="552984" y="446189"/>
                  </a:lnTo>
                  <a:close/>
                  <a:moveTo>
                    <a:pt x="605379" y="426883"/>
                  </a:moveTo>
                  <a:lnTo>
                    <a:pt x="552984" y="446189"/>
                  </a:lnTo>
                  <a:lnTo>
                    <a:pt x="498951" y="471922"/>
                  </a:lnTo>
                  <a:close/>
                  <a:moveTo>
                    <a:pt x="1279235" y="1091206"/>
                  </a:moveTo>
                  <a:lnTo>
                    <a:pt x="1369586" y="1118317"/>
                  </a:lnTo>
                  <a:lnTo>
                    <a:pt x="1326501" y="1052770"/>
                  </a:lnTo>
                  <a:close/>
                  <a:moveTo>
                    <a:pt x="1346712" y="1157205"/>
                  </a:moveTo>
                  <a:lnTo>
                    <a:pt x="1383926" y="1134985"/>
                  </a:lnTo>
                  <a:lnTo>
                    <a:pt x="1369586" y="1118317"/>
                  </a:lnTo>
                  <a:close/>
                  <a:moveTo>
                    <a:pt x="1340051" y="1007892"/>
                  </a:moveTo>
                  <a:lnTo>
                    <a:pt x="1301013" y="1077139"/>
                  </a:lnTo>
                  <a:lnTo>
                    <a:pt x="1279235" y="1091206"/>
                  </a:lnTo>
                  <a:close/>
                  <a:moveTo>
                    <a:pt x="1326501" y="1052770"/>
                  </a:moveTo>
                  <a:lnTo>
                    <a:pt x="1353058" y="951861"/>
                  </a:lnTo>
                  <a:lnTo>
                    <a:pt x="1340051" y="1007892"/>
                  </a:lnTo>
                  <a:close/>
                  <a:moveTo>
                    <a:pt x="1354766" y="932118"/>
                  </a:moveTo>
                  <a:lnTo>
                    <a:pt x="1353058" y="951861"/>
                  </a:lnTo>
                  <a:lnTo>
                    <a:pt x="1326501" y="1052770"/>
                  </a:lnTo>
                  <a:close/>
                  <a:moveTo>
                    <a:pt x="1761061" y="855245"/>
                  </a:moveTo>
                  <a:lnTo>
                    <a:pt x="1731093" y="924898"/>
                  </a:lnTo>
                  <a:lnTo>
                    <a:pt x="1776928" y="881064"/>
                  </a:lnTo>
                  <a:close/>
                  <a:moveTo>
                    <a:pt x="1858775" y="899024"/>
                  </a:moveTo>
                  <a:lnTo>
                    <a:pt x="1833384" y="876942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76928" y="881064"/>
                  </a:lnTo>
                  <a:lnTo>
                    <a:pt x="1833384" y="876942"/>
                  </a:lnTo>
                  <a:close/>
                  <a:moveTo>
                    <a:pt x="1788147" y="816809"/>
                  </a:moveTo>
                  <a:lnTo>
                    <a:pt x="1761061" y="855245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52495" y="789714"/>
                  </a:lnTo>
                  <a:lnTo>
                    <a:pt x="1761061" y="855245"/>
                  </a:lnTo>
                  <a:close/>
                  <a:moveTo>
                    <a:pt x="1590779" y="405733"/>
                  </a:moveTo>
                  <a:lnTo>
                    <a:pt x="1644624" y="496231"/>
                  </a:lnTo>
                  <a:lnTo>
                    <a:pt x="1650624" y="472290"/>
                  </a:lnTo>
                  <a:close/>
                  <a:moveTo>
                    <a:pt x="1590779" y="405733"/>
                  </a:moveTo>
                  <a:lnTo>
                    <a:pt x="1650624" y="472290"/>
                  </a:lnTo>
                  <a:lnTo>
                    <a:pt x="1669712" y="375742"/>
                  </a:lnTo>
                  <a:close/>
                  <a:moveTo>
                    <a:pt x="1590779" y="405733"/>
                  </a:moveTo>
                  <a:lnTo>
                    <a:pt x="1669712" y="375742"/>
                  </a:lnTo>
                  <a:lnTo>
                    <a:pt x="1639142" y="285082"/>
                  </a:lnTo>
                  <a:close/>
                  <a:moveTo>
                    <a:pt x="1567663" y="323518"/>
                  </a:moveTo>
                  <a:lnTo>
                    <a:pt x="1590779" y="405733"/>
                  </a:lnTo>
                  <a:lnTo>
                    <a:pt x="1639142" y="285082"/>
                  </a:lnTo>
                  <a:close/>
                  <a:moveTo>
                    <a:pt x="1580686" y="202867"/>
                  </a:moveTo>
                  <a:lnTo>
                    <a:pt x="1567663" y="323518"/>
                  </a:lnTo>
                  <a:lnTo>
                    <a:pt x="1639142" y="285082"/>
                  </a:lnTo>
                  <a:close/>
                  <a:moveTo>
                    <a:pt x="1525722" y="131935"/>
                  </a:moveTo>
                  <a:lnTo>
                    <a:pt x="1543188" y="134063"/>
                  </a:lnTo>
                  <a:lnTo>
                    <a:pt x="1535561" y="120651"/>
                  </a:lnTo>
                  <a:close/>
                  <a:moveTo>
                    <a:pt x="1580686" y="202867"/>
                  </a:moveTo>
                  <a:lnTo>
                    <a:pt x="1543188" y="134063"/>
                  </a:lnTo>
                  <a:lnTo>
                    <a:pt x="1525722" y="131935"/>
                  </a:lnTo>
                  <a:close/>
                  <a:moveTo>
                    <a:pt x="1639142" y="285082"/>
                  </a:moveTo>
                  <a:lnTo>
                    <a:pt x="1669308" y="326946"/>
                  </a:lnTo>
                  <a:lnTo>
                    <a:pt x="1674786" y="271525"/>
                  </a:lnTo>
                  <a:close/>
                  <a:moveTo>
                    <a:pt x="1580686" y="202867"/>
                  </a:moveTo>
                  <a:lnTo>
                    <a:pt x="1639142" y="285082"/>
                  </a:lnTo>
                  <a:lnTo>
                    <a:pt x="1674786" y="271525"/>
                  </a:lnTo>
                  <a:close/>
                  <a:moveTo>
                    <a:pt x="1556354" y="107032"/>
                  </a:moveTo>
                  <a:lnTo>
                    <a:pt x="1543188" y="134063"/>
                  </a:lnTo>
                  <a:lnTo>
                    <a:pt x="1595762" y="82215"/>
                  </a:lnTo>
                  <a:close/>
                  <a:moveTo>
                    <a:pt x="1543188" y="134063"/>
                  </a:moveTo>
                  <a:lnTo>
                    <a:pt x="1580686" y="202867"/>
                  </a:lnTo>
                  <a:lnTo>
                    <a:pt x="1595762" y="82215"/>
                  </a:lnTo>
                  <a:close/>
                  <a:moveTo>
                    <a:pt x="1595762" y="82215"/>
                  </a:moveTo>
                  <a:lnTo>
                    <a:pt x="1580686" y="202867"/>
                  </a:lnTo>
                  <a:lnTo>
                    <a:pt x="1677900" y="143868"/>
                  </a:lnTo>
                  <a:close/>
                  <a:moveTo>
                    <a:pt x="1535561" y="120651"/>
                  </a:moveTo>
                  <a:lnTo>
                    <a:pt x="1543188" y="134063"/>
                  </a:lnTo>
                  <a:lnTo>
                    <a:pt x="1556354" y="107032"/>
                  </a:lnTo>
                  <a:close/>
                  <a:moveTo>
                    <a:pt x="1531287" y="89567"/>
                  </a:moveTo>
                  <a:lnTo>
                    <a:pt x="1535561" y="120651"/>
                  </a:lnTo>
                  <a:lnTo>
                    <a:pt x="1556354" y="107032"/>
                  </a:lnTo>
                  <a:close/>
                  <a:moveTo>
                    <a:pt x="1595118" y="0"/>
                  </a:moveTo>
                  <a:lnTo>
                    <a:pt x="1556354" y="107032"/>
                  </a:lnTo>
                  <a:lnTo>
                    <a:pt x="1595762" y="822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04" name="Candidate_density__2003">
              <a:extLst>
                <a:ext uri="{FF2B5EF4-FFF2-40B4-BE49-F238E27FC236}">
                  <a16:creationId xmlns:a16="http://schemas.microsoft.com/office/drawing/2014/main" id="{7A60F0DD-83E1-9FA5-2EC7-C8AF85BF9547}"/>
                </a:ext>
              </a:extLst>
            </p:cNvPr>
            <p:cNvSpPr>
              <a:spLocks noGrp="1"/>
            </p:cNvSpPr>
            <p:nvPr/>
          </p:nvSpPr>
          <p:spPr>
            <a:xfrm>
              <a:off x="5220817" y="3728860"/>
              <a:ext cx="1571227" cy="1604491"/>
            </a:xfrm>
            <a:custGeom>
              <a:avLst/>
              <a:gdLst/>
              <a:ahLst/>
              <a:cxnLst/>
              <a:rect l="0" t="0" r="0" b="0"/>
              <a:pathLst>
                <a:path w="1571227" h="1604491">
                  <a:moveTo>
                    <a:pt x="40645" y="1550194"/>
                  </a:moveTo>
                  <a:lnTo>
                    <a:pt x="48726" y="1604491"/>
                  </a:lnTo>
                  <a:lnTo>
                    <a:pt x="0" y="1578621"/>
                  </a:lnTo>
                  <a:close/>
                  <a:moveTo>
                    <a:pt x="103030" y="319737"/>
                  </a:moveTo>
                  <a:lnTo>
                    <a:pt x="93731" y="359194"/>
                  </a:lnTo>
                  <a:lnTo>
                    <a:pt x="112424" y="332994"/>
                  </a:lnTo>
                  <a:close/>
                  <a:moveTo>
                    <a:pt x="823285" y="984526"/>
                  </a:moveTo>
                  <a:lnTo>
                    <a:pt x="757323" y="953104"/>
                  </a:lnTo>
                  <a:lnTo>
                    <a:pt x="884479" y="934660"/>
                  </a:lnTo>
                  <a:close/>
                  <a:moveTo>
                    <a:pt x="717395" y="6465"/>
                  </a:moveTo>
                  <a:lnTo>
                    <a:pt x="666245" y="30429"/>
                  </a:lnTo>
                  <a:lnTo>
                    <a:pt x="790196" y="0"/>
                  </a:lnTo>
                  <a:close/>
                  <a:moveTo>
                    <a:pt x="1483415" y="704680"/>
                  </a:moveTo>
                  <a:lnTo>
                    <a:pt x="1435289" y="739948"/>
                  </a:lnTo>
                  <a:lnTo>
                    <a:pt x="1551332" y="679954"/>
                  </a:lnTo>
                  <a:close/>
                  <a:moveTo>
                    <a:pt x="1571227" y="614461"/>
                  </a:moveTo>
                  <a:lnTo>
                    <a:pt x="1483415" y="704680"/>
                  </a:lnTo>
                  <a:lnTo>
                    <a:pt x="1551332" y="67995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05" name="Candidate_density__2004">
              <a:extLst>
                <a:ext uri="{FF2B5EF4-FFF2-40B4-BE49-F238E27FC236}">
                  <a16:creationId xmlns:a16="http://schemas.microsoft.com/office/drawing/2014/main" id="{AD6F984E-7672-D2C9-13A2-9D1E4AF4EBA3}"/>
                </a:ext>
              </a:extLst>
            </p:cNvPr>
            <p:cNvSpPr>
              <a:spLocks noGrp="1"/>
            </p:cNvSpPr>
            <p:nvPr/>
          </p:nvSpPr>
          <p:spPr>
            <a:xfrm>
              <a:off x="6052198" y="4477172"/>
              <a:ext cx="60816" cy="83314"/>
            </a:xfrm>
            <a:custGeom>
              <a:avLst/>
              <a:gdLst/>
              <a:ahLst/>
              <a:cxnLst/>
              <a:rect l="0" t="0" r="0" b="0"/>
              <a:pathLst>
                <a:path w="60816" h="83314">
                  <a:moveTo>
                    <a:pt x="60816" y="0"/>
                  </a:moveTo>
                  <a:lnTo>
                    <a:pt x="0" y="83314"/>
                  </a:lnTo>
                  <a:lnTo>
                    <a:pt x="47266" y="448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06" name="Candidate_density__2005">
              <a:extLst>
                <a:ext uri="{FF2B5EF4-FFF2-40B4-BE49-F238E27FC236}">
                  <a16:creationId xmlns:a16="http://schemas.microsoft.com/office/drawing/2014/main" id="{651DB31B-5AB0-0404-2F7C-434DCAD75A60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86596"/>
              <a:ext cx="2332922" cy="1936237"/>
            </a:xfrm>
            <a:custGeom>
              <a:avLst/>
              <a:gdLst/>
              <a:ahLst/>
              <a:cxnLst/>
              <a:rect l="0" t="0" r="0" b="0"/>
              <a:pathLst>
                <a:path w="2332922" h="1936237">
                  <a:moveTo>
                    <a:pt x="807984" y="1854022"/>
                  </a:moveTo>
                  <a:lnTo>
                    <a:pt x="711616" y="1892458"/>
                  </a:lnTo>
                  <a:lnTo>
                    <a:pt x="804826" y="1936237"/>
                  </a:lnTo>
                  <a:close/>
                  <a:moveTo>
                    <a:pt x="194901" y="1211030"/>
                  </a:moveTo>
                  <a:lnTo>
                    <a:pt x="176695" y="1207899"/>
                  </a:lnTo>
                  <a:lnTo>
                    <a:pt x="224971" y="1260003"/>
                  </a:lnTo>
                  <a:close/>
                  <a:moveTo>
                    <a:pt x="55356" y="1145862"/>
                  </a:moveTo>
                  <a:lnTo>
                    <a:pt x="173148" y="1196301"/>
                  </a:lnTo>
                  <a:lnTo>
                    <a:pt x="106751" y="1160111"/>
                  </a:lnTo>
                  <a:close/>
                  <a:moveTo>
                    <a:pt x="55356" y="1145862"/>
                  </a:moveTo>
                  <a:lnTo>
                    <a:pt x="176695" y="1207899"/>
                  </a:lnTo>
                  <a:lnTo>
                    <a:pt x="173148" y="1196301"/>
                  </a:lnTo>
                  <a:close/>
                  <a:moveTo>
                    <a:pt x="56113" y="1152522"/>
                  </a:moveTo>
                  <a:lnTo>
                    <a:pt x="176695" y="1207899"/>
                  </a:lnTo>
                  <a:lnTo>
                    <a:pt x="55356" y="1145862"/>
                  </a:lnTo>
                  <a:close/>
                  <a:moveTo>
                    <a:pt x="173148" y="1196301"/>
                  </a:moveTo>
                  <a:lnTo>
                    <a:pt x="176695" y="1207899"/>
                  </a:lnTo>
                  <a:lnTo>
                    <a:pt x="194901" y="1211030"/>
                  </a:lnTo>
                  <a:close/>
                  <a:moveTo>
                    <a:pt x="106751" y="1160111"/>
                  </a:moveTo>
                  <a:lnTo>
                    <a:pt x="0" y="1130273"/>
                  </a:lnTo>
                  <a:lnTo>
                    <a:pt x="55356" y="1145862"/>
                  </a:lnTo>
                  <a:close/>
                  <a:moveTo>
                    <a:pt x="804826" y="1936237"/>
                  </a:moveTo>
                  <a:lnTo>
                    <a:pt x="787142" y="1915407"/>
                  </a:lnTo>
                  <a:lnTo>
                    <a:pt x="763493" y="1834541"/>
                  </a:lnTo>
                  <a:close/>
                  <a:moveTo>
                    <a:pt x="807984" y="1854022"/>
                  </a:moveTo>
                  <a:lnTo>
                    <a:pt x="763493" y="1834541"/>
                  </a:lnTo>
                  <a:lnTo>
                    <a:pt x="722288" y="1767948"/>
                  </a:lnTo>
                  <a:close/>
                  <a:moveTo>
                    <a:pt x="722166" y="1667955"/>
                  </a:moveTo>
                  <a:lnTo>
                    <a:pt x="765646" y="1771807"/>
                  </a:lnTo>
                  <a:lnTo>
                    <a:pt x="722288" y="1767948"/>
                  </a:lnTo>
                  <a:close/>
                  <a:moveTo>
                    <a:pt x="472287" y="1404510"/>
                  </a:moveTo>
                  <a:lnTo>
                    <a:pt x="511172" y="1518121"/>
                  </a:lnTo>
                  <a:lnTo>
                    <a:pt x="541686" y="1456424"/>
                  </a:lnTo>
                  <a:close/>
                  <a:moveTo>
                    <a:pt x="613352" y="1495642"/>
                  </a:moveTo>
                  <a:lnTo>
                    <a:pt x="604485" y="1412564"/>
                  </a:lnTo>
                  <a:lnTo>
                    <a:pt x="541686" y="1456424"/>
                  </a:lnTo>
                  <a:close/>
                  <a:moveTo>
                    <a:pt x="434405" y="1240079"/>
                  </a:moveTo>
                  <a:lnTo>
                    <a:pt x="414606" y="1278516"/>
                  </a:lnTo>
                  <a:lnTo>
                    <a:pt x="458985" y="1322294"/>
                  </a:lnTo>
                  <a:close/>
                  <a:moveTo>
                    <a:pt x="434405" y="1240079"/>
                  </a:moveTo>
                  <a:lnTo>
                    <a:pt x="390915" y="1171374"/>
                  </a:lnTo>
                  <a:lnTo>
                    <a:pt x="352227" y="1241931"/>
                  </a:lnTo>
                  <a:close/>
                  <a:moveTo>
                    <a:pt x="173148" y="1196301"/>
                  </a:moveTo>
                  <a:lnTo>
                    <a:pt x="194901" y="1211030"/>
                  </a:lnTo>
                  <a:lnTo>
                    <a:pt x="197107" y="1191305"/>
                  </a:lnTo>
                  <a:close/>
                  <a:moveTo>
                    <a:pt x="173148" y="1196301"/>
                  </a:moveTo>
                  <a:lnTo>
                    <a:pt x="197107" y="1191305"/>
                  </a:lnTo>
                  <a:lnTo>
                    <a:pt x="106751" y="1160111"/>
                  </a:lnTo>
                  <a:close/>
                  <a:moveTo>
                    <a:pt x="299009" y="1169052"/>
                  </a:moveTo>
                  <a:lnTo>
                    <a:pt x="194901" y="1211030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197107" y="1191305"/>
                  </a:lnTo>
                  <a:lnTo>
                    <a:pt x="194901" y="1211030"/>
                  </a:lnTo>
                  <a:close/>
                  <a:moveTo>
                    <a:pt x="197107" y="1191305"/>
                  </a:moveTo>
                  <a:lnTo>
                    <a:pt x="299009" y="1169052"/>
                  </a:lnTo>
                  <a:lnTo>
                    <a:pt x="227997" y="1119569"/>
                  </a:lnTo>
                  <a:close/>
                  <a:moveTo>
                    <a:pt x="299009" y="1169052"/>
                  </a:moveTo>
                  <a:lnTo>
                    <a:pt x="305976" y="1132462"/>
                  </a:lnTo>
                  <a:lnTo>
                    <a:pt x="227997" y="1119569"/>
                  </a:lnTo>
                  <a:close/>
                  <a:moveTo>
                    <a:pt x="276650" y="1238017"/>
                  </a:moveTo>
                  <a:lnTo>
                    <a:pt x="368208" y="1157865"/>
                  </a:lnTo>
                  <a:lnTo>
                    <a:pt x="299009" y="1169052"/>
                  </a:lnTo>
                  <a:close/>
                  <a:moveTo>
                    <a:pt x="390915" y="1171374"/>
                  </a:moveTo>
                  <a:lnTo>
                    <a:pt x="368208" y="1157865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368208" y="1157865"/>
                  </a:lnTo>
                  <a:lnTo>
                    <a:pt x="305976" y="1132462"/>
                  </a:lnTo>
                  <a:close/>
                  <a:moveTo>
                    <a:pt x="758528" y="1815585"/>
                  </a:moveTo>
                  <a:lnTo>
                    <a:pt x="722288" y="1767948"/>
                  </a:lnTo>
                  <a:lnTo>
                    <a:pt x="763493" y="1834541"/>
                  </a:lnTo>
                  <a:close/>
                  <a:moveTo>
                    <a:pt x="722288" y="1767948"/>
                  </a:moveTo>
                  <a:lnTo>
                    <a:pt x="716056" y="1733370"/>
                  </a:lnTo>
                  <a:lnTo>
                    <a:pt x="636682" y="1676859"/>
                  </a:lnTo>
                  <a:close/>
                  <a:moveTo>
                    <a:pt x="722166" y="1667955"/>
                  </a:moveTo>
                  <a:lnTo>
                    <a:pt x="722288" y="1767948"/>
                  </a:lnTo>
                  <a:lnTo>
                    <a:pt x="636682" y="1676859"/>
                  </a:lnTo>
                  <a:close/>
                  <a:moveTo>
                    <a:pt x="738910" y="1421296"/>
                  </a:moveTo>
                  <a:lnTo>
                    <a:pt x="686581" y="1396609"/>
                  </a:lnTo>
                  <a:lnTo>
                    <a:pt x="782065" y="1448289"/>
                  </a:lnTo>
                  <a:close/>
                  <a:moveTo>
                    <a:pt x="544548" y="1390895"/>
                  </a:moveTo>
                  <a:lnTo>
                    <a:pt x="541686" y="1456424"/>
                  </a:lnTo>
                  <a:lnTo>
                    <a:pt x="605570" y="1401876"/>
                  </a:lnTo>
                  <a:close/>
                  <a:moveTo>
                    <a:pt x="669905" y="1366073"/>
                  </a:moveTo>
                  <a:lnTo>
                    <a:pt x="686581" y="1396609"/>
                  </a:lnTo>
                  <a:lnTo>
                    <a:pt x="738910" y="1421296"/>
                  </a:lnTo>
                  <a:close/>
                  <a:moveTo>
                    <a:pt x="493620" y="1283858"/>
                  </a:moveTo>
                  <a:lnTo>
                    <a:pt x="434405" y="1240079"/>
                  </a:lnTo>
                  <a:lnTo>
                    <a:pt x="458985" y="1322294"/>
                  </a:lnTo>
                  <a:close/>
                  <a:moveTo>
                    <a:pt x="390915" y="1171374"/>
                  </a:moveTo>
                  <a:lnTo>
                    <a:pt x="434405" y="1240079"/>
                  </a:lnTo>
                  <a:lnTo>
                    <a:pt x="446988" y="1209433"/>
                  </a:lnTo>
                  <a:close/>
                  <a:moveTo>
                    <a:pt x="738910" y="1421296"/>
                  </a:moveTo>
                  <a:lnTo>
                    <a:pt x="782065" y="1448289"/>
                  </a:lnTo>
                  <a:lnTo>
                    <a:pt x="783240" y="1371833"/>
                  </a:lnTo>
                  <a:close/>
                  <a:moveTo>
                    <a:pt x="836704" y="1335153"/>
                  </a:moveTo>
                  <a:lnTo>
                    <a:pt x="782065" y="1448289"/>
                  </a:lnTo>
                  <a:lnTo>
                    <a:pt x="839919" y="1432631"/>
                  </a:lnTo>
                  <a:close/>
                  <a:moveTo>
                    <a:pt x="899739" y="1444591"/>
                  </a:moveTo>
                  <a:lnTo>
                    <a:pt x="839919" y="1432631"/>
                  </a:lnTo>
                  <a:lnTo>
                    <a:pt x="829268" y="1480469"/>
                  </a:lnTo>
                  <a:close/>
                  <a:moveTo>
                    <a:pt x="698621" y="1327637"/>
                  </a:moveTo>
                  <a:lnTo>
                    <a:pt x="655126" y="1283858"/>
                  </a:lnTo>
                  <a:lnTo>
                    <a:pt x="669905" y="1366073"/>
                  </a:lnTo>
                  <a:close/>
                  <a:moveTo>
                    <a:pt x="711016" y="976374"/>
                  </a:moveTo>
                  <a:lnTo>
                    <a:pt x="705274" y="998776"/>
                  </a:lnTo>
                  <a:lnTo>
                    <a:pt x="735380" y="977689"/>
                  </a:lnTo>
                  <a:close/>
                  <a:moveTo>
                    <a:pt x="711016" y="976374"/>
                  </a:moveTo>
                  <a:lnTo>
                    <a:pt x="735380" y="977689"/>
                  </a:lnTo>
                  <a:lnTo>
                    <a:pt x="702683" y="960340"/>
                  </a:lnTo>
                  <a:close/>
                  <a:moveTo>
                    <a:pt x="702683" y="960340"/>
                  </a:moveTo>
                  <a:lnTo>
                    <a:pt x="674432" y="906025"/>
                  </a:lnTo>
                  <a:lnTo>
                    <a:pt x="711016" y="976374"/>
                  </a:lnTo>
                  <a:close/>
                  <a:moveTo>
                    <a:pt x="702683" y="960340"/>
                  </a:moveTo>
                  <a:lnTo>
                    <a:pt x="635549" y="878125"/>
                  </a:lnTo>
                  <a:lnTo>
                    <a:pt x="674432" y="906025"/>
                  </a:lnTo>
                  <a:close/>
                  <a:moveTo>
                    <a:pt x="1104011" y="1250764"/>
                  </a:moveTo>
                  <a:lnTo>
                    <a:pt x="1093701" y="1289200"/>
                  </a:lnTo>
                  <a:lnTo>
                    <a:pt x="1041497" y="1189752"/>
                  </a:lnTo>
                  <a:close/>
                  <a:moveTo>
                    <a:pt x="970037" y="1087163"/>
                  </a:moveTo>
                  <a:lnTo>
                    <a:pt x="976051" y="1124770"/>
                  </a:lnTo>
                  <a:lnTo>
                    <a:pt x="971672" y="1088632"/>
                  </a:lnTo>
                  <a:close/>
                  <a:moveTo>
                    <a:pt x="702683" y="960340"/>
                  </a:moveTo>
                  <a:lnTo>
                    <a:pt x="735380" y="977689"/>
                  </a:lnTo>
                  <a:lnTo>
                    <a:pt x="760840" y="935869"/>
                  </a:lnTo>
                  <a:close/>
                  <a:moveTo>
                    <a:pt x="702683" y="960340"/>
                  </a:moveTo>
                  <a:lnTo>
                    <a:pt x="760840" y="935869"/>
                  </a:lnTo>
                  <a:lnTo>
                    <a:pt x="635549" y="878125"/>
                  </a:lnTo>
                  <a:close/>
                  <a:moveTo>
                    <a:pt x="635316" y="877233"/>
                  </a:moveTo>
                  <a:lnTo>
                    <a:pt x="635549" y="878125"/>
                  </a:lnTo>
                  <a:lnTo>
                    <a:pt x="690083" y="871791"/>
                  </a:lnTo>
                  <a:close/>
                  <a:moveTo>
                    <a:pt x="823179" y="921903"/>
                  </a:moveTo>
                  <a:lnTo>
                    <a:pt x="871736" y="1006396"/>
                  </a:lnTo>
                  <a:lnTo>
                    <a:pt x="872081" y="1004119"/>
                  </a:lnTo>
                  <a:close/>
                  <a:moveTo>
                    <a:pt x="735380" y="977689"/>
                  </a:moveTo>
                  <a:lnTo>
                    <a:pt x="871736" y="1006396"/>
                  </a:lnTo>
                  <a:lnTo>
                    <a:pt x="823179" y="921903"/>
                  </a:lnTo>
                  <a:close/>
                  <a:moveTo>
                    <a:pt x="823179" y="921903"/>
                  </a:moveTo>
                  <a:lnTo>
                    <a:pt x="760840" y="935869"/>
                  </a:lnTo>
                  <a:lnTo>
                    <a:pt x="735380" y="977689"/>
                  </a:lnTo>
                  <a:close/>
                  <a:moveTo>
                    <a:pt x="760840" y="935869"/>
                  </a:moveTo>
                  <a:lnTo>
                    <a:pt x="823179" y="921903"/>
                  </a:lnTo>
                  <a:lnTo>
                    <a:pt x="775486" y="912437"/>
                  </a:lnTo>
                  <a:close/>
                  <a:moveTo>
                    <a:pt x="635549" y="878125"/>
                  </a:moveTo>
                  <a:lnTo>
                    <a:pt x="635316" y="877233"/>
                  </a:lnTo>
                  <a:lnTo>
                    <a:pt x="616320" y="792583"/>
                  </a:lnTo>
                  <a:close/>
                  <a:moveTo>
                    <a:pt x="967340" y="1086333"/>
                  </a:moveTo>
                  <a:lnTo>
                    <a:pt x="970037" y="1087163"/>
                  </a:lnTo>
                  <a:lnTo>
                    <a:pt x="971672" y="1088632"/>
                  </a:lnTo>
                  <a:close/>
                  <a:moveTo>
                    <a:pt x="871736" y="1006396"/>
                  </a:moveTo>
                  <a:lnTo>
                    <a:pt x="967340" y="1086333"/>
                  </a:lnTo>
                  <a:lnTo>
                    <a:pt x="876104" y="1009978"/>
                  </a:lnTo>
                  <a:close/>
                  <a:moveTo>
                    <a:pt x="970037" y="1087163"/>
                  </a:moveTo>
                  <a:lnTo>
                    <a:pt x="967340" y="1086333"/>
                  </a:lnTo>
                  <a:lnTo>
                    <a:pt x="871736" y="1006396"/>
                  </a:lnTo>
                  <a:close/>
                  <a:moveTo>
                    <a:pt x="616576" y="839688"/>
                  </a:moveTo>
                  <a:lnTo>
                    <a:pt x="616320" y="792583"/>
                  </a:lnTo>
                  <a:lnTo>
                    <a:pt x="635316" y="877233"/>
                  </a:lnTo>
                  <a:close/>
                  <a:moveTo>
                    <a:pt x="1185568" y="1130112"/>
                  </a:moveTo>
                  <a:lnTo>
                    <a:pt x="1143591" y="1174093"/>
                  </a:lnTo>
                  <a:lnTo>
                    <a:pt x="1191678" y="1138681"/>
                  </a:lnTo>
                  <a:close/>
                  <a:moveTo>
                    <a:pt x="1136507" y="1168549"/>
                  </a:moveTo>
                  <a:lnTo>
                    <a:pt x="1143591" y="1174093"/>
                  </a:lnTo>
                  <a:lnTo>
                    <a:pt x="1185568" y="1130112"/>
                  </a:lnTo>
                  <a:close/>
                  <a:moveTo>
                    <a:pt x="1111702" y="1047897"/>
                  </a:moveTo>
                  <a:lnTo>
                    <a:pt x="1136507" y="1168549"/>
                  </a:lnTo>
                  <a:lnTo>
                    <a:pt x="1185568" y="1130112"/>
                  </a:lnTo>
                  <a:close/>
                  <a:moveTo>
                    <a:pt x="967340" y="1086333"/>
                  </a:moveTo>
                  <a:lnTo>
                    <a:pt x="971672" y="1088632"/>
                  </a:lnTo>
                  <a:lnTo>
                    <a:pt x="976363" y="1082021"/>
                  </a:lnTo>
                  <a:close/>
                  <a:moveTo>
                    <a:pt x="967340" y="1086333"/>
                  </a:moveTo>
                  <a:lnTo>
                    <a:pt x="976363" y="1082021"/>
                  </a:lnTo>
                  <a:lnTo>
                    <a:pt x="876104" y="1009978"/>
                  </a:lnTo>
                  <a:close/>
                  <a:moveTo>
                    <a:pt x="1083595" y="1055435"/>
                  </a:moveTo>
                  <a:lnTo>
                    <a:pt x="976363" y="1082021"/>
                  </a:lnTo>
                  <a:lnTo>
                    <a:pt x="971672" y="1088632"/>
                  </a:lnTo>
                  <a:close/>
                  <a:moveTo>
                    <a:pt x="976363" y="1082021"/>
                  </a:moveTo>
                  <a:lnTo>
                    <a:pt x="1083595" y="1055435"/>
                  </a:lnTo>
                  <a:lnTo>
                    <a:pt x="1016077" y="1039451"/>
                  </a:lnTo>
                  <a:close/>
                  <a:moveTo>
                    <a:pt x="1109287" y="995047"/>
                  </a:moveTo>
                  <a:lnTo>
                    <a:pt x="1086545" y="1024261"/>
                  </a:lnTo>
                  <a:lnTo>
                    <a:pt x="1083595" y="1055435"/>
                  </a:lnTo>
                  <a:close/>
                  <a:moveTo>
                    <a:pt x="1111702" y="1047897"/>
                  </a:moveTo>
                  <a:lnTo>
                    <a:pt x="1154755" y="1000631"/>
                  </a:lnTo>
                  <a:lnTo>
                    <a:pt x="1109287" y="995047"/>
                  </a:lnTo>
                  <a:close/>
                  <a:moveTo>
                    <a:pt x="1083595" y="1055435"/>
                  </a:moveTo>
                  <a:lnTo>
                    <a:pt x="1111702" y="1047897"/>
                  </a:lnTo>
                  <a:lnTo>
                    <a:pt x="1109287" y="995047"/>
                  </a:lnTo>
                  <a:close/>
                  <a:moveTo>
                    <a:pt x="1296481" y="1251860"/>
                  </a:moveTo>
                  <a:lnTo>
                    <a:pt x="1320744" y="1294542"/>
                  </a:lnTo>
                  <a:lnTo>
                    <a:pt x="1314348" y="1289297"/>
                  </a:lnTo>
                  <a:close/>
                  <a:moveTo>
                    <a:pt x="1191678" y="1138681"/>
                  </a:moveTo>
                  <a:lnTo>
                    <a:pt x="1200318" y="1130112"/>
                  </a:lnTo>
                  <a:lnTo>
                    <a:pt x="1245289" y="1184757"/>
                  </a:lnTo>
                  <a:close/>
                  <a:moveTo>
                    <a:pt x="1245289" y="1184757"/>
                  </a:moveTo>
                  <a:lnTo>
                    <a:pt x="1200318" y="1130112"/>
                  </a:lnTo>
                  <a:lnTo>
                    <a:pt x="1281995" y="1115416"/>
                  </a:lnTo>
                  <a:close/>
                  <a:moveTo>
                    <a:pt x="1200500" y="1020985"/>
                  </a:moveTo>
                  <a:lnTo>
                    <a:pt x="1212705" y="1047897"/>
                  </a:lnTo>
                  <a:lnTo>
                    <a:pt x="1154755" y="1000631"/>
                  </a:lnTo>
                  <a:close/>
                  <a:moveTo>
                    <a:pt x="1776141" y="1299884"/>
                  </a:moveTo>
                  <a:lnTo>
                    <a:pt x="1801814" y="1317525"/>
                  </a:lnTo>
                  <a:lnTo>
                    <a:pt x="1840496" y="1264600"/>
                  </a:lnTo>
                  <a:close/>
                  <a:moveTo>
                    <a:pt x="1776141" y="1299884"/>
                  </a:moveTo>
                  <a:lnTo>
                    <a:pt x="1840496" y="1264600"/>
                  </a:lnTo>
                  <a:lnTo>
                    <a:pt x="1808975" y="1179233"/>
                  </a:lnTo>
                  <a:close/>
                  <a:moveTo>
                    <a:pt x="1931696" y="1309273"/>
                  </a:moveTo>
                  <a:lnTo>
                    <a:pt x="1856405" y="1251667"/>
                  </a:lnTo>
                  <a:lnTo>
                    <a:pt x="1846580" y="1261448"/>
                  </a:lnTo>
                  <a:close/>
                  <a:moveTo>
                    <a:pt x="1893357" y="1229384"/>
                  </a:moveTo>
                  <a:lnTo>
                    <a:pt x="1856405" y="1251667"/>
                  </a:lnTo>
                  <a:lnTo>
                    <a:pt x="1931696" y="1309273"/>
                  </a:lnTo>
                  <a:close/>
                  <a:moveTo>
                    <a:pt x="1817302" y="1140797"/>
                  </a:moveTo>
                  <a:lnTo>
                    <a:pt x="1808975" y="1179233"/>
                  </a:lnTo>
                  <a:lnTo>
                    <a:pt x="1885062" y="1223012"/>
                  </a:lnTo>
                  <a:close/>
                  <a:moveTo>
                    <a:pt x="1822214" y="1058582"/>
                  </a:moveTo>
                  <a:lnTo>
                    <a:pt x="1808975" y="1179233"/>
                  </a:lnTo>
                  <a:lnTo>
                    <a:pt x="1817302" y="1140797"/>
                  </a:lnTo>
                  <a:close/>
                  <a:moveTo>
                    <a:pt x="1766380" y="1033296"/>
                  </a:moveTo>
                  <a:lnTo>
                    <a:pt x="1822214" y="1058582"/>
                  </a:lnTo>
                  <a:lnTo>
                    <a:pt x="1845234" y="937930"/>
                  </a:lnTo>
                  <a:close/>
                  <a:moveTo>
                    <a:pt x="1845234" y="937930"/>
                  </a:moveTo>
                  <a:lnTo>
                    <a:pt x="1822214" y="1058582"/>
                  </a:lnTo>
                  <a:lnTo>
                    <a:pt x="1875697" y="948156"/>
                  </a:lnTo>
                  <a:close/>
                  <a:moveTo>
                    <a:pt x="1875697" y="948156"/>
                  </a:moveTo>
                  <a:lnTo>
                    <a:pt x="1822214" y="1058582"/>
                  </a:lnTo>
                  <a:lnTo>
                    <a:pt x="1860743" y="1047957"/>
                  </a:lnTo>
                  <a:close/>
                  <a:moveTo>
                    <a:pt x="1870990" y="1058582"/>
                  </a:moveTo>
                  <a:lnTo>
                    <a:pt x="1875697" y="948156"/>
                  </a:lnTo>
                  <a:lnTo>
                    <a:pt x="1860743" y="1047957"/>
                  </a:lnTo>
                  <a:close/>
                  <a:moveTo>
                    <a:pt x="2033940" y="817278"/>
                  </a:moveTo>
                  <a:lnTo>
                    <a:pt x="2037021" y="825645"/>
                  </a:lnTo>
                  <a:lnTo>
                    <a:pt x="2050790" y="830279"/>
                  </a:lnTo>
                  <a:close/>
                  <a:moveTo>
                    <a:pt x="2031197" y="757028"/>
                  </a:moveTo>
                  <a:lnTo>
                    <a:pt x="2037021" y="825645"/>
                  </a:lnTo>
                  <a:lnTo>
                    <a:pt x="2033940" y="817278"/>
                  </a:lnTo>
                  <a:close/>
                  <a:moveTo>
                    <a:pt x="2185308" y="981708"/>
                  </a:moveTo>
                  <a:lnTo>
                    <a:pt x="2257801" y="1046945"/>
                  </a:lnTo>
                  <a:lnTo>
                    <a:pt x="2278389" y="950785"/>
                  </a:lnTo>
                  <a:close/>
                  <a:moveTo>
                    <a:pt x="2033940" y="817278"/>
                  </a:moveTo>
                  <a:lnTo>
                    <a:pt x="2030837" y="730580"/>
                  </a:lnTo>
                  <a:lnTo>
                    <a:pt x="2031197" y="757028"/>
                  </a:lnTo>
                  <a:close/>
                  <a:moveTo>
                    <a:pt x="2267420" y="740405"/>
                  </a:moveTo>
                  <a:lnTo>
                    <a:pt x="2232834" y="801850"/>
                  </a:lnTo>
                  <a:lnTo>
                    <a:pt x="2282126" y="747563"/>
                  </a:lnTo>
                  <a:close/>
                  <a:moveTo>
                    <a:pt x="2282126" y="747563"/>
                  </a:moveTo>
                  <a:lnTo>
                    <a:pt x="2232834" y="801850"/>
                  </a:lnTo>
                  <a:lnTo>
                    <a:pt x="2222565" y="835485"/>
                  </a:lnTo>
                  <a:close/>
                  <a:moveTo>
                    <a:pt x="2300240" y="822620"/>
                  </a:moveTo>
                  <a:lnTo>
                    <a:pt x="2310045" y="811873"/>
                  </a:lnTo>
                  <a:lnTo>
                    <a:pt x="2282126" y="747563"/>
                  </a:lnTo>
                  <a:close/>
                  <a:moveTo>
                    <a:pt x="2222565" y="835485"/>
                  </a:moveTo>
                  <a:lnTo>
                    <a:pt x="2300240" y="822620"/>
                  </a:lnTo>
                  <a:lnTo>
                    <a:pt x="2282126" y="747563"/>
                  </a:lnTo>
                  <a:close/>
                  <a:moveTo>
                    <a:pt x="2332922" y="861057"/>
                  </a:moveTo>
                  <a:lnTo>
                    <a:pt x="2316678" y="836673"/>
                  </a:lnTo>
                  <a:lnTo>
                    <a:pt x="2283860" y="929173"/>
                  </a:lnTo>
                  <a:close/>
                  <a:moveTo>
                    <a:pt x="2332922" y="861057"/>
                  </a:moveTo>
                  <a:lnTo>
                    <a:pt x="2317768" y="822620"/>
                  </a:lnTo>
                  <a:lnTo>
                    <a:pt x="2316678" y="836673"/>
                  </a:lnTo>
                  <a:close/>
                  <a:moveTo>
                    <a:pt x="2317768" y="822620"/>
                  </a:moveTo>
                  <a:lnTo>
                    <a:pt x="2282126" y="747563"/>
                  </a:lnTo>
                  <a:lnTo>
                    <a:pt x="2310045" y="811873"/>
                  </a:lnTo>
                  <a:close/>
                  <a:moveTo>
                    <a:pt x="2072009" y="658190"/>
                  </a:moveTo>
                  <a:lnTo>
                    <a:pt x="2026735" y="614412"/>
                  </a:lnTo>
                  <a:lnTo>
                    <a:pt x="2046411" y="696627"/>
                  </a:lnTo>
                  <a:close/>
                  <a:moveTo>
                    <a:pt x="2230134" y="629148"/>
                  </a:moveTo>
                  <a:lnTo>
                    <a:pt x="2267420" y="740405"/>
                  </a:lnTo>
                  <a:lnTo>
                    <a:pt x="2241965" y="658190"/>
                  </a:lnTo>
                  <a:close/>
                  <a:moveTo>
                    <a:pt x="1974405" y="126463"/>
                  </a:moveTo>
                  <a:lnTo>
                    <a:pt x="2004433" y="226552"/>
                  </a:lnTo>
                  <a:lnTo>
                    <a:pt x="2044752" y="162098"/>
                  </a:lnTo>
                  <a:close/>
                  <a:moveTo>
                    <a:pt x="2043824" y="88027"/>
                  </a:moveTo>
                  <a:lnTo>
                    <a:pt x="2044752" y="162098"/>
                  </a:lnTo>
                  <a:lnTo>
                    <a:pt x="2095899" y="138125"/>
                  </a:lnTo>
                  <a:close/>
                  <a:moveTo>
                    <a:pt x="2043824" y="88027"/>
                  </a:moveTo>
                  <a:lnTo>
                    <a:pt x="1974405" y="126463"/>
                  </a:lnTo>
                  <a:lnTo>
                    <a:pt x="2044752" y="162098"/>
                  </a:lnTo>
                  <a:close/>
                  <a:moveTo>
                    <a:pt x="2137271" y="49590"/>
                  </a:moveTo>
                  <a:lnTo>
                    <a:pt x="2161308" y="84549"/>
                  </a:lnTo>
                  <a:lnTo>
                    <a:pt x="206765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07" name="Candidate_density__2006">
              <a:extLst>
                <a:ext uri="{FF2B5EF4-FFF2-40B4-BE49-F238E27FC236}">
                  <a16:creationId xmlns:a16="http://schemas.microsoft.com/office/drawing/2014/main" id="{6F6633E5-A21E-E4BA-5A47-6D5CC3996123}"/>
                </a:ext>
              </a:extLst>
            </p:cNvPr>
            <p:cNvSpPr>
              <a:spLocks noGrp="1"/>
            </p:cNvSpPr>
            <p:nvPr/>
          </p:nvSpPr>
          <p:spPr>
            <a:xfrm>
              <a:off x="4752407" y="3385638"/>
              <a:ext cx="2011792" cy="1854979"/>
            </a:xfrm>
            <a:custGeom>
              <a:avLst/>
              <a:gdLst/>
              <a:ahLst/>
              <a:cxnLst/>
              <a:rect l="0" t="0" r="0" b="0"/>
              <a:pathLst>
                <a:path w="2011792" h="1854979">
                  <a:moveTo>
                    <a:pt x="403762" y="1779109"/>
                  </a:moveTo>
                  <a:lnTo>
                    <a:pt x="288981" y="1808301"/>
                  </a:lnTo>
                  <a:lnTo>
                    <a:pt x="292483" y="1811201"/>
                  </a:lnTo>
                  <a:close/>
                  <a:moveTo>
                    <a:pt x="304060" y="1699480"/>
                  </a:moveTo>
                  <a:lnTo>
                    <a:pt x="288981" y="1808301"/>
                  </a:lnTo>
                  <a:lnTo>
                    <a:pt x="403762" y="1779109"/>
                  </a:lnTo>
                  <a:close/>
                  <a:moveTo>
                    <a:pt x="385054" y="1694226"/>
                  </a:moveTo>
                  <a:lnTo>
                    <a:pt x="304060" y="1699480"/>
                  </a:lnTo>
                  <a:lnTo>
                    <a:pt x="403762" y="1779109"/>
                  </a:lnTo>
                  <a:close/>
                  <a:moveTo>
                    <a:pt x="274382" y="1608334"/>
                  </a:moveTo>
                  <a:lnTo>
                    <a:pt x="304060" y="1699480"/>
                  </a:lnTo>
                  <a:lnTo>
                    <a:pt x="305015" y="1653046"/>
                  </a:lnTo>
                  <a:close/>
                  <a:moveTo>
                    <a:pt x="235120" y="1728986"/>
                  </a:moveTo>
                  <a:lnTo>
                    <a:pt x="304060" y="1699480"/>
                  </a:lnTo>
                  <a:lnTo>
                    <a:pt x="274382" y="1608334"/>
                  </a:lnTo>
                  <a:close/>
                  <a:moveTo>
                    <a:pt x="198809" y="1534618"/>
                  </a:moveTo>
                  <a:lnTo>
                    <a:pt x="190669" y="1530889"/>
                  </a:lnTo>
                  <a:lnTo>
                    <a:pt x="274382" y="1608334"/>
                  </a:lnTo>
                  <a:close/>
                  <a:moveTo>
                    <a:pt x="191689" y="1526119"/>
                  </a:moveTo>
                  <a:lnTo>
                    <a:pt x="190669" y="1530889"/>
                  </a:lnTo>
                  <a:lnTo>
                    <a:pt x="198809" y="1534618"/>
                  </a:lnTo>
                  <a:close/>
                  <a:moveTo>
                    <a:pt x="191689" y="1526119"/>
                  </a:moveTo>
                  <a:lnTo>
                    <a:pt x="143414" y="1469214"/>
                  </a:lnTo>
                  <a:lnTo>
                    <a:pt x="190669" y="1530889"/>
                  </a:lnTo>
                  <a:close/>
                  <a:moveTo>
                    <a:pt x="459669" y="1772765"/>
                  </a:moveTo>
                  <a:lnTo>
                    <a:pt x="502008" y="1854979"/>
                  </a:lnTo>
                  <a:lnTo>
                    <a:pt x="416312" y="1768906"/>
                  </a:lnTo>
                  <a:close/>
                  <a:moveTo>
                    <a:pt x="274382" y="1608334"/>
                  </a:moveTo>
                  <a:lnTo>
                    <a:pt x="305015" y="1653046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198809" y="1534618"/>
                  </a:lnTo>
                  <a:lnTo>
                    <a:pt x="274382" y="1608334"/>
                  </a:lnTo>
                  <a:close/>
                  <a:moveTo>
                    <a:pt x="205196" y="1519079"/>
                  </a:moveTo>
                  <a:lnTo>
                    <a:pt x="198809" y="1534618"/>
                  </a:lnTo>
                  <a:lnTo>
                    <a:pt x="311328" y="1593480"/>
                  </a:lnTo>
                  <a:close/>
                  <a:moveTo>
                    <a:pt x="307376" y="1496600"/>
                  </a:moveTo>
                  <a:lnTo>
                    <a:pt x="205196" y="1519079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305015" y="1653046"/>
                  </a:lnTo>
                  <a:lnTo>
                    <a:pt x="321549" y="1608334"/>
                  </a:lnTo>
                  <a:close/>
                  <a:moveTo>
                    <a:pt x="307376" y="1496600"/>
                  </a:moveTo>
                  <a:lnTo>
                    <a:pt x="311328" y="1593480"/>
                  </a:lnTo>
                  <a:lnTo>
                    <a:pt x="321549" y="1608334"/>
                  </a:lnTo>
                  <a:close/>
                  <a:moveTo>
                    <a:pt x="191689" y="1526119"/>
                  </a:moveTo>
                  <a:lnTo>
                    <a:pt x="198809" y="1534618"/>
                  </a:lnTo>
                  <a:lnTo>
                    <a:pt x="205196" y="1519079"/>
                  </a:lnTo>
                  <a:close/>
                  <a:moveTo>
                    <a:pt x="191689" y="1526119"/>
                  </a:moveTo>
                  <a:lnTo>
                    <a:pt x="205196" y="1519079"/>
                  </a:lnTo>
                  <a:lnTo>
                    <a:pt x="166311" y="1405468"/>
                  </a:lnTo>
                  <a:close/>
                  <a:moveTo>
                    <a:pt x="151500" y="1443904"/>
                  </a:moveTo>
                  <a:lnTo>
                    <a:pt x="191689" y="1526119"/>
                  </a:lnTo>
                  <a:lnTo>
                    <a:pt x="166311" y="1405468"/>
                  </a:lnTo>
                  <a:close/>
                  <a:moveTo>
                    <a:pt x="205196" y="1519079"/>
                  </a:moveTo>
                  <a:lnTo>
                    <a:pt x="307376" y="1496600"/>
                  </a:lnTo>
                  <a:lnTo>
                    <a:pt x="235710" y="1457382"/>
                  </a:lnTo>
                  <a:close/>
                  <a:moveTo>
                    <a:pt x="166311" y="1405468"/>
                  </a:moveTo>
                  <a:lnTo>
                    <a:pt x="153008" y="1323252"/>
                  </a:lnTo>
                  <a:lnTo>
                    <a:pt x="151500" y="1443904"/>
                  </a:lnTo>
                  <a:close/>
                  <a:moveTo>
                    <a:pt x="476089" y="1449246"/>
                  </a:moveTo>
                  <a:lnTo>
                    <a:pt x="489338" y="1569684"/>
                  </a:lnTo>
                  <a:lnTo>
                    <a:pt x="523291" y="1481427"/>
                  </a:lnTo>
                  <a:close/>
                  <a:moveTo>
                    <a:pt x="62232" y="1158822"/>
                  </a:moveTo>
                  <a:lnTo>
                    <a:pt x="84939" y="1172332"/>
                  </a:lnTo>
                  <a:lnTo>
                    <a:pt x="71439" y="1120386"/>
                  </a:lnTo>
                  <a:close/>
                  <a:moveTo>
                    <a:pt x="62232" y="1158822"/>
                  </a:moveTo>
                  <a:lnTo>
                    <a:pt x="71439" y="1120386"/>
                  </a:lnTo>
                  <a:lnTo>
                    <a:pt x="0" y="1133420"/>
                  </a:lnTo>
                  <a:close/>
                  <a:moveTo>
                    <a:pt x="476089" y="1449246"/>
                  </a:moveTo>
                  <a:lnTo>
                    <a:pt x="523291" y="1481427"/>
                  </a:lnTo>
                  <a:lnTo>
                    <a:pt x="533943" y="1433589"/>
                  </a:lnTo>
                  <a:close/>
                  <a:moveTo>
                    <a:pt x="392645" y="1328595"/>
                  </a:moveTo>
                  <a:lnTo>
                    <a:pt x="363929" y="1367031"/>
                  </a:lnTo>
                  <a:lnTo>
                    <a:pt x="432934" y="1422254"/>
                  </a:lnTo>
                  <a:close/>
                  <a:moveTo>
                    <a:pt x="778915" y="1234235"/>
                  </a:moveTo>
                  <a:lnTo>
                    <a:pt x="688387" y="1207943"/>
                  </a:lnTo>
                  <a:lnTo>
                    <a:pt x="655806" y="1267813"/>
                  </a:lnTo>
                  <a:close/>
                  <a:moveTo>
                    <a:pt x="735521" y="1190710"/>
                  </a:moveTo>
                  <a:lnTo>
                    <a:pt x="778915" y="1234235"/>
                  </a:lnTo>
                  <a:lnTo>
                    <a:pt x="798035" y="1251722"/>
                  </a:lnTo>
                  <a:close/>
                  <a:moveTo>
                    <a:pt x="665696" y="1089590"/>
                  </a:moveTo>
                  <a:lnTo>
                    <a:pt x="735521" y="1190710"/>
                  </a:lnTo>
                  <a:lnTo>
                    <a:pt x="753016" y="1137405"/>
                  </a:lnTo>
                  <a:close/>
                  <a:moveTo>
                    <a:pt x="670075" y="1125728"/>
                  </a:moveTo>
                  <a:lnTo>
                    <a:pt x="735521" y="1190710"/>
                  </a:lnTo>
                  <a:lnTo>
                    <a:pt x="665696" y="1089590"/>
                  </a:lnTo>
                  <a:close/>
                  <a:moveTo>
                    <a:pt x="965202" y="1213285"/>
                  </a:moveTo>
                  <a:lnTo>
                    <a:pt x="935470" y="1262257"/>
                  </a:lnTo>
                  <a:lnTo>
                    <a:pt x="990505" y="1252818"/>
                  </a:lnTo>
                  <a:close/>
                  <a:moveTo>
                    <a:pt x="929928" y="1153845"/>
                  </a:moveTo>
                  <a:lnTo>
                    <a:pt x="894342" y="1131070"/>
                  </a:lnTo>
                  <a:lnTo>
                    <a:pt x="885702" y="1139639"/>
                  </a:lnTo>
                  <a:close/>
                  <a:moveTo>
                    <a:pt x="885702" y="1139639"/>
                  </a:moveTo>
                  <a:lnTo>
                    <a:pt x="837615" y="1175051"/>
                  </a:lnTo>
                  <a:lnTo>
                    <a:pt x="929928" y="1153845"/>
                  </a:lnTo>
                  <a:close/>
                  <a:moveTo>
                    <a:pt x="777619" y="1056393"/>
                  </a:moveTo>
                  <a:lnTo>
                    <a:pt x="753016" y="1137405"/>
                  </a:lnTo>
                  <a:lnTo>
                    <a:pt x="805726" y="1048855"/>
                  </a:lnTo>
                  <a:close/>
                  <a:moveTo>
                    <a:pt x="805726" y="1048855"/>
                  </a:moveTo>
                  <a:lnTo>
                    <a:pt x="753016" y="1137405"/>
                  </a:lnTo>
                  <a:lnTo>
                    <a:pt x="830531" y="1169506"/>
                  </a:lnTo>
                  <a:close/>
                  <a:moveTo>
                    <a:pt x="777619" y="1056393"/>
                  </a:moveTo>
                  <a:lnTo>
                    <a:pt x="665696" y="1089590"/>
                  </a:lnTo>
                  <a:lnTo>
                    <a:pt x="753016" y="1137405"/>
                  </a:lnTo>
                  <a:close/>
                  <a:moveTo>
                    <a:pt x="777619" y="1056393"/>
                  </a:moveTo>
                  <a:lnTo>
                    <a:pt x="780569" y="1025219"/>
                  </a:lnTo>
                  <a:lnTo>
                    <a:pt x="710101" y="1040409"/>
                  </a:lnTo>
                  <a:close/>
                  <a:moveTo>
                    <a:pt x="965202" y="1213285"/>
                  </a:moveTo>
                  <a:lnTo>
                    <a:pt x="1008372" y="1290255"/>
                  </a:lnTo>
                  <a:lnTo>
                    <a:pt x="939313" y="1185715"/>
                  </a:lnTo>
                  <a:close/>
                  <a:moveTo>
                    <a:pt x="990505" y="1252818"/>
                  </a:moveTo>
                  <a:lnTo>
                    <a:pt x="1008372" y="1290255"/>
                  </a:lnTo>
                  <a:lnTo>
                    <a:pt x="965202" y="1213285"/>
                  </a:lnTo>
                  <a:close/>
                  <a:moveTo>
                    <a:pt x="974065" y="1191353"/>
                  </a:moveTo>
                  <a:lnTo>
                    <a:pt x="965202" y="1213285"/>
                  </a:lnTo>
                  <a:lnTo>
                    <a:pt x="939313" y="1185715"/>
                  </a:lnTo>
                  <a:close/>
                  <a:moveTo>
                    <a:pt x="879592" y="1131070"/>
                  </a:moveTo>
                  <a:lnTo>
                    <a:pt x="911187" y="1092634"/>
                  </a:lnTo>
                  <a:lnTo>
                    <a:pt x="805726" y="1048855"/>
                  </a:lnTo>
                  <a:close/>
                  <a:moveTo>
                    <a:pt x="918664" y="1047676"/>
                  </a:moveTo>
                  <a:lnTo>
                    <a:pt x="906729" y="1048855"/>
                  </a:lnTo>
                  <a:lnTo>
                    <a:pt x="894524" y="1021943"/>
                  </a:lnTo>
                  <a:close/>
                  <a:moveTo>
                    <a:pt x="894524" y="1021943"/>
                  </a:moveTo>
                  <a:lnTo>
                    <a:pt x="848779" y="1001588"/>
                  </a:lnTo>
                  <a:lnTo>
                    <a:pt x="805726" y="1048855"/>
                  </a:lnTo>
                  <a:close/>
                  <a:moveTo>
                    <a:pt x="625935" y="510525"/>
                  </a:moveTo>
                  <a:lnTo>
                    <a:pt x="607799" y="517128"/>
                  </a:lnTo>
                  <a:lnTo>
                    <a:pt x="664850" y="486926"/>
                  </a:lnTo>
                  <a:close/>
                  <a:moveTo>
                    <a:pt x="1502999" y="1180191"/>
                  </a:moveTo>
                  <a:lnTo>
                    <a:pt x="1534520" y="1265558"/>
                  </a:lnTo>
                  <a:lnTo>
                    <a:pt x="1535448" y="1251377"/>
                  </a:lnTo>
                  <a:close/>
                  <a:moveTo>
                    <a:pt x="1495838" y="1318483"/>
                  </a:moveTo>
                  <a:lnTo>
                    <a:pt x="1540604" y="1262406"/>
                  </a:lnTo>
                  <a:lnTo>
                    <a:pt x="1534520" y="1265558"/>
                  </a:lnTo>
                  <a:close/>
                  <a:moveTo>
                    <a:pt x="1502999" y="1180191"/>
                  </a:moveTo>
                  <a:lnTo>
                    <a:pt x="1421957" y="1105711"/>
                  </a:lnTo>
                  <a:lnTo>
                    <a:pt x="1390142" y="1201959"/>
                  </a:lnTo>
                  <a:close/>
                  <a:moveTo>
                    <a:pt x="1579086" y="1223970"/>
                  </a:moveTo>
                  <a:lnTo>
                    <a:pt x="1535448" y="1251377"/>
                  </a:lnTo>
                  <a:lnTo>
                    <a:pt x="1550429" y="1252625"/>
                  </a:lnTo>
                  <a:close/>
                  <a:moveTo>
                    <a:pt x="1502999" y="1180191"/>
                  </a:moveTo>
                  <a:lnTo>
                    <a:pt x="1535448" y="1251377"/>
                  </a:lnTo>
                  <a:lnTo>
                    <a:pt x="1579086" y="1223970"/>
                  </a:lnTo>
                  <a:close/>
                  <a:moveTo>
                    <a:pt x="1516238" y="1059539"/>
                  </a:moveTo>
                  <a:lnTo>
                    <a:pt x="1421957" y="1105711"/>
                  </a:lnTo>
                  <a:lnTo>
                    <a:pt x="1502999" y="1180191"/>
                  </a:lnTo>
                  <a:close/>
                  <a:moveTo>
                    <a:pt x="1398251" y="977325"/>
                  </a:moveTo>
                  <a:lnTo>
                    <a:pt x="1414789" y="1097976"/>
                  </a:lnTo>
                  <a:lnTo>
                    <a:pt x="1460404" y="1034254"/>
                  </a:lnTo>
                  <a:close/>
                  <a:moveTo>
                    <a:pt x="1425504" y="1093410"/>
                  </a:moveTo>
                  <a:lnTo>
                    <a:pt x="1516238" y="1059539"/>
                  </a:lnTo>
                  <a:lnTo>
                    <a:pt x="1460404" y="1034254"/>
                  </a:lnTo>
                  <a:close/>
                  <a:moveTo>
                    <a:pt x="1398251" y="977325"/>
                  </a:moveTo>
                  <a:lnTo>
                    <a:pt x="1382885" y="895109"/>
                  </a:lnTo>
                  <a:lnTo>
                    <a:pt x="1375322" y="1015761"/>
                  </a:lnTo>
                  <a:close/>
                  <a:moveTo>
                    <a:pt x="1670661" y="1047854"/>
                  </a:moveTo>
                  <a:lnTo>
                    <a:pt x="1565014" y="1059539"/>
                  </a:lnTo>
                  <a:lnTo>
                    <a:pt x="1606982" y="1106556"/>
                  </a:lnTo>
                  <a:close/>
                  <a:moveTo>
                    <a:pt x="1808703" y="900451"/>
                  </a:moveTo>
                  <a:lnTo>
                    <a:pt x="1744814" y="831237"/>
                  </a:lnTo>
                  <a:lnTo>
                    <a:pt x="1731045" y="826603"/>
                  </a:lnTo>
                  <a:close/>
                  <a:moveTo>
                    <a:pt x="1879332" y="982666"/>
                  </a:moveTo>
                  <a:lnTo>
                    <a:pt x="1972413" y="951743"/>
                  </a:lnTo>
                  <a:lnTo>
                    <a:pt x="1853940" y="960584"/>
                  </a:lnTo>
                  <a:close/>
                  <a:moveTo>
                    <a:pt x="1853940" y="960584"/>
                  </a:moveTo>
                  <a:lnTo>
                    <a:pt x="1972413" y="951743"/>
                  </a:lnTo>
                  <a:lnTo>
                    <a:pt x="1977884" y="930131"/>
                  </a:lnTo>
                  <a:close/>
                  <a:moveTo>
                    <a:pt x="1853940" y="960584"/>
                  </a:moveTo>
                  <a:lnTo>
                    <a:pt x="1977884" y="930131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53940" y="960584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08703" y="900451"/>
                  </a:lnTo>
                  <a:lnTo>
                    <a:pt x="1853940" y="960584"/>
                  </a:lnTo>
                  <a:close/>
                  <a:moveTo>
                    <a:pt x="1808703" y="900451"/>
                  </a:moveTo>
                  <a:lnTo>
                    <a:pt x="1867772" y="862015"/>
                  </a:lnTo>
                  <a:lnTo>
                    <a:pt x="1744814" y="831237"/>
                  </a:lnTo>
                  <a:close/>
                  <a:moveTo>
                    <a:pt x="1867772" y="862015"/>
                  </a:moveTo>
                  <a:lnTo>
                    <a:pt x="1792697" y="795063"/>
                  </a:lnTo>
                  <a:lnTo>
                    <a:pt x="1744814" y="831237"/>
                  </a:lnTo>
                  <a:close/>
                  <a:moveTo>
                    <a:pt x="1769161" y="779800"/>
                  </a:moveTo>
                  <a:lnTo>
                    <a:pt x="1744814" y="831237"/>
                  </a:lnTo>
                  <a:lnTo>
                    <a:pt x="1792697" y="795063"/>
                  </a:lnTo>
                  <a:close/>
                  <a:moveTo>
                    <a:pt x="1769161" y="779800"/>
                  </a:moveTo>
                  <a:lnTo>
                    <a:pt x="1727964" y="818236"/>
                  </a:lnTo>
                  <a:lnTo>
                    <a:pt x="1744814" y="831237"/>
                  </a:lnTo>
                  <a:close/>
                  <a:moveTo>
                    <a:pt x="1740435" y="697585"/>
                  </a:moveTo>
                  <a:lnTo>
                    <a:pt x="1724861" y="731538"/>
                  </a:lnTo>
                  <a:lnTo>
                    <a:pt x="1727964" y="818236"/>
                  </a:lnTo>
                  <a:close/>
                  <a:moveTo>
                    <a:pt x="1769161" y="779800"/>
                  </a:moveTo>
                  <a:lnTo>
                    <a:pt x="1740435" y="697585"/>
                  </a:lnTo>
                  <a:lnTo>
                    <a:pt x="1727964" y="818236"/>
                  </a:lnTo>
                  <a:close/>
                  <a:moveTo>
                    <a:pt x="1740435" y="697585"/>
                  </a:moveTo>
                  <a:lnTo>
                    <a:pt x="1722191" y="633617"/>
                  </a:lnTo>
                  <a:lnTo>
                    <a:pt x="1724861" y="731538"/>
                  </a:lnTo>
                  <a:close/>
                  <a:moveTo>
                    <a:pt x="1867772" y="862015"/>
                  </a:moveTo>
                  <a:lnTo>
                    <a:pt x="1891146" y="884488"/>
                  </a:lnTo>
                  <a:lnTo>
                    <a:pt x="1916589" y="836443"/>
                  </a:lnTo>
                  <a:close/>
                  <a:moveTo>
                    <a:pt x="1867772" y="862015"/>
                  </a:moveTo>
                  <a:lnTo>
                    <a:pt x="1916589" y="836443"/>
                  </a:lnTo>
                  <a:lnTo>
                    <a:pt x="1792697" y="795063"/>
                  </a:lnTo>
                  <a:close/>
                  <a:moveTo>
                    <a:pt x="1891146" y="884488"/>
                  </a:moveTo>
                  <a:lnTo>
                    <a:pt x="1994264" y="823578"/>
                  </a:lnTo>
                  <a:lnTo>
                    <a:pt x="1916589" y="836443"/>
                  </a:lnTo>
                  <a:close/>
                  <a:moveTo>
                    <a:pt x="2010702" y="837631"/>
                  </a:moveTo>
                  <a:lnTo>
                    <a:pt x="1994264" y="823578"/>
                  </a:lnTo>
                  <a:lnTo>
                    <a:pt x="1891146" y="884488"/>
                  </a:lnTo>
                  <a:close/>
                  <a:moveTo>
                    <a:pt x="1977884" y="930131"/>
                  </a:moveTo>
                  <a:lnTo>
                    <a:pt x="2010702" y="837631"/>
                  </a:lnTo>
                  <a:lnTo>
                    <a:pt x="1891146" y="884488"/>
                  </a:lnTo>
                  <a:close/>
                  <a:moveTo>
                    <a:pt x="1994264" y="823578"/>
                  </a:moveTo>
                  <a:lnTo>
                    <a:pt x="2010702" y="837631"/>
                  </a:lnTo>
                  <a:lnTo>
                    <a:pt x="2010927" y="820340"/>
                  </a:lnTo>
                  <a:close/>
                  <a:moveTo>
                    <a:pt x="2010927" y="820340"/>
                  </a:moveTo>
                  <a:lnTo>
                    <a:pt x="2004069" y="812831"/>
                  </a:lnTo>
                  <a:lnTo>
                    <a:pt x="1994264" y="823578"/>
                  </a:lnTo>
                  <a:close/>
                  <a:moveTo>
                    <a:pt x="2010927" y="820340"/>
                  </a:moveTo>
                  <a:lnTo>
                    <a:pt x="2010702" y="837631"/>
                  </a:lnTo>
                  <a:lnTo>
                    <a:pt x="2011792" y="823578"/>
                  </a:lnTo>
                  <a:close/>
                  <a:moveTo>
                    <a:pt x="2010927" y="820340"/>
                  </a:moveTo>
                  <a:lnTo>
                    <a:pt x="2011792" y="823578"/>
                  </a:lnTo>
                  <a:lnTo>
                    <a:pt x="2004069" y="812831"/>
                  </a:lnTo>
                  <a:close/>
                  <a:moveTo>
                    <a:pt x="1668429" y="127421"/>
                  </a:moveTo>
                  <a:lnTo>
                    <a:pt x="1737848" y="88985"/>
                  </a:lnTo>
                  <a:lnTo>
                    <a:pt x="1641043" y="76309"/>
                  </a:lnTo>
                  <a:close/>
                  <a:moveTo>
                    <a:pt x="1688329" y="0"/>
                  </a:moveTo>
                  <a:lnTo>
                    <a:pt x="1821764" y="42929"/>
                  </a:lnTo>
                  <a:lnTo>
                    <a:pt x="1761682" y="958"/>
                  </a:lnTo>
                  <a:close/>
                  <a:moveTo>
                    <a:pt x="1688329" y="0"/>
                  </a:moveTo>
                  <a:lnTo>
                    <a:pt x="1753091" y="1375"/>
                  </a:lnTo>
                  <a:lnTo>
                    <a:pt x="1678603" y="1536"/>
                  </a:lnTo>
                  <a:close/>
                  <a:moveTo>
                    <a:pt x="1688329" y="0"/>
                  </a:moveTo>
                  <a:lnTo>
                    <a:pt x="1761682" y="958"/>
                  </a:lnTo>
                  <a:lnTo>
                    <a:pt x="1753091" y="13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08" name="Candidate_density__2007">
              <a:extLst>
                <a:ext uri="{FF2B5EF4-FFF2-40B4-BE49-F238E27FC236}">
                  <a16:creationId xmlns:a16="http://schemas.microsoft.com/office/drawing/2014/main" id="{6F203DC4-F3AD-2707-3557-1A22682632A6}"/>
                </a:ext>
              </a:extLst>
            </p:cNvPr>
            <p:cNvSpPr>
              <a:spLocks noGrp="1"/>
            </p:cNvSpPr>
            <p:nvPr/>
          </p:nvSpPr>
          <p:spPr>
            <a:xfrm>
              <a:off x="4987527" y="3387013"/>
              <a:ext cx="1517970" cy="1806926"/>
            </a:xfrm>
            <a:custGeom>
              <a:avLst/>
              <a:gdLst/>
              <a:ahLst/>
              <a:cxnLst/>
              <a:rect l="0" t="0" r="0" b="0"/>
              <a:pathLst>
                <a:path w="1517970" h="1806926">
                  <a:moveTo>
                    <a:pt x="0" y="1727611"/>
                  </a:moveTo>
                  <a:lnTo>
                    <a:pt x="53860" y="1806926"/>
                  </a:lnTo>
                  <a:lnTo>
                    <a:pt x="68939" y="1698106"/>
                  </a:lnTo>
                  <a:close/>
                  <a:moveTo>
                    <a:pt x="500400" y="1189335"/>
                  </a:moveTo>
                  <a:lnTo>
                    <a:pt x="453267" y="1206568"/>
                  </a:lnTo>
                  <a:lnTo>
                    <a:pt x="543794" y="1232861"/>
                  </a:lnTo>
                  <a:close/>
                  <a:moveTo>
                    <a:pt x="500400" y="1189335"/>
                  </a:moveTo>
                  <a:lnTo>
                    <a:pt x="595410" y="1168132"/>
                  </a:lnTo>
                  <a:lnTo>
                    <a:pt x="517895" y="1136031"/>
                  </a:lnTo>
                  <a:close/>
                  <a:moveTo>
                    <a:pt x="773787" y="1320248"/>
                  </a:moveTo>
                  <a:lnTo>
                    <a:pt x="729233" y="1368871"/>
                  </a:lnTo>
                  <a:lnTo>
                    <a:pt x="710160" y="1361018"/>
                  </a:lnTo>
                  <a:close/>
                  <a:moveTo>
                    <a:pt x="694807" y="1152470"/>
                  </a:moveTo>
                  <a:lnTo>
                    <a:pt x="730082" y="1211911"/>
                  </a:lnTo>
                  <a:lnTo>
                    <a:pt x="738944" y="1189979"/>
                  </a:lnTo>
                  <a:close/>
                  <a:moveTo>
                    <a:pt x="570606" y="1047480"/>
                  </a:moveTo>
                  <a:lnTo>
                    <a:pt x="683544" y="1046302"/>
                  </a:lnTo>
                  <a:lnTo>
                    <a:pt x="659404" y="1020568"/>
                  </a:lnTo>
                  <a:close/>
                  <a:moveTo>
                    <a:pt x="390814" y="509151"/>
                  </a:moveTo>
                  <a:lnTo>
                    <a:pt x="284387" y="554190"/>
                  </a:lnTo>
                  <a:lnTo>
                    <a:pt x="372678" y="515753"/>
                  </a:lnTo>
                  <a:close/>
                  <a:moveTo>
                    <a:pt x="1299400" y="1264184"/>
                  </a:moveTo>
                  <a:lnTo>
                    <a:pt x="1305484" y="1261031"/>
                  </a:lnTo>
                  <a:lnTo>
                    <a:pt x="1300327" y="1250002"/>
                  </a:lnTo>
                  <a:close/>
                  <a:moveTo>
                    <a:pt x="1179668" y="1096602"/>
                  </a:moveTo>
                  <a:lnTo>
                    <a:pt x="1155021" y="1200585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11937" y="1135038"/>
                  </a:lnTo>
                  <a:lnTo>
                    <a:pt x="1155021" y="1200585"/>
                  </a:lnTo>
                  <a:close/>
                  <a:moveTo>
                    <a:pt x="1179668" y="1096602"/>
                  </a:moveTo>
                  <a:lnTo>
                    <a:pt x="1140201" y="1014386"/>
                  </a:lnTo>
                  <a:lnTo>
                    <a:pt x="1111937" y="1135038"/>
                  </a:lnTo>
                  <a:close/>
                  <a:moveTo>
                    <a:pt x="1300327" y="1250002"/>
                  </a:moveTo>
                  <a:lnTo>
                    <a:pt x="1305484" y="1261031"/>
                  </a:lnTo>
                  <a:lnTo>
                    <a:pt x="1315308" y="1251251"/>
                  </a:lnTo>
                  <a:close/>
                  <a:moveTo>
                    <a:pt x="1190384" y="1092036"/>
                  </a:moveTo>
                  <a:lnTo>
                    <a:pt x="1186837" y="1104336"/>
                  </a:lnTo>
                  <a:lnTo>
                    <a:pt x="1281118" y="1058165"/>
                  </a:lnTo>
                  <a:close/>
                  <a:moveTo>
                    <a:pt x="1190384" y="1092036"/>
                  </a:moveTo>
                  <a:lnTo>
                    <a:pt x="1179668" y="1096602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90384" y="1092036"/>
                  </a:lnTo>
                  <a:lnTo>
                    <a:pt x="1225283" y="1032879"/>
                  </a:lnTo>
                  <a:close/>
                  <a:moveTo>
                    <a:pt x="1140201" y="1014386"/>
                  </a:moveTo>
                  <a:lnTo>
                    <a:pt x="1179668" y="1096602"/>
                  </a:lnTo>
                  <a:lnTo>
                    <a:pt x="1163130" y="975950"/>
                  </a:lnTo>
                  <a:close/>
                  <a:moveTo>
                    <a:pt x="1281118" y="1058165"/>
                  </a:moveTo>
                  <a:lnTo>
                    <a:pt x="1371861" y="1105182"/>
                  </a:lnTo>
                  <a:lnTo>
                    <a:pt x="1319646" y="1047540"/>
                  </a:lnTo>
                  <a:close/>
                  <a:moveTo>
                    <a:pt x="1371861" y="1105182"/>
                  </a:moveTo>
                  <a:lnTo>
                    <a:pt x="1329894" y="1058165"/>
                  </a:lnTo>
                  <a:lnTo>
                    <a:pt x="1319646" y="1047540"/>
                  </a:lnTo>
                  <a:close/>
                  <a:moveTo>
                    <a:pt x="1405923" y="74934"/>
                  </a:moveTo>
                  <a:lnTo>
                    <a:pt x="1380885" y="57423"/>
                  </a:lnTo>
                  <a:lnTo>
                    <a:pt x="1433308" y="126046"/>
                  </a:lnTo>
                  <a:close/>
                  <a:moveTo>
                    <a:pt x="1388737" y="43831"/>
                  </a:moveTo>
                  <a:lnTo>
                    <a:pt x="1380885" y="57423"/>
                  </a:lnTo>
                  <a:lnTo>
                    <a:pt x="1405923" y="74934"/>
                  </a:lnTo>
                  <a:close/>
                  <a:moveTo>
                    <a:pt x="1396186" y="38531"/>
                  </a:moveTo>
                  <a:lnTo>
                    <a:pt x="1380885" y="57423"/>
                  </a:lnTo>
                  <a:lnTo>
                    <a:pt x="1388737" y="43831"/>
                  </a:lnTo>
                  <a:close/>
                  <a:moveTo>
                    <a:pt x="1502728" y="87610"/>
                  </a:moveTo>
                  <a:lnTo>
                    <a:pt x="1449463" y="22521"/>
                  </a:lnTo>
                  <a:lnTo>
                    <a:pt x="1405923" y="74934"/>
                  </a:lnTo>
                  <a:close/>
                  <a:moveTo>
                    <a:pt x="1449463" y="22521"/>
                  </a:moveTo>
                  <a:lnTo>
                    <a:pt x="1388737" y="43831"/>
                  </a:lnTo>
                  <a:lnTo>
                    <a:pt x="1405923" y="74934"/>
                  </a:lnTo>
                  <a:close/>
                  <a:moveTo>
                    <a:pt x="1517970" y="0"/>
                  </a:moveTo>
                  <a:lnTo>
                    <a:pt x="1396186" y="38531"/>
                  </a:lnTo>
                  <a:lnTo>
                    <a:pt x="1443483" y="16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09" name="Candidate_density__2008">
              <a:extLst>
                <a:ext uri="{FF2B5EF4-FFF2-40B4-BE49-F238E27FC236}">
                  <a16:creationId xmlns:a16="http://schemas.microsoft.com/office/drawing/2014/main" id="{021EAC81-9236-2C3F-FA2E-6BB19EE60747}"/>
                </a:ext>
              </a:extLst>
            </p:cNvPr>
            <p:cNvSpPr>
              <a:spLocks noGrp="1"/>
            </p:cNvSpPr>
            <p:nvPr/>
          </p:nvSpPr>
          <p:spPr>
            <a:xfrm>
              <a:off x="4502544" y="3444122"/>
              <a:ext cx="2261655" cy="1398898"/>
            </a:xfrm>
            <a:custGeom>
              <a:avLst/>
              <a:gdLst/>
              <a:ahLst/>
              <a:cxnLst/>
              <a:rect l="0" t="0" r="0" b="0"/>
              <a:pathLst>
                <a:path w="2261655" h="1398898">
                  <a:moveTo>
                    <a:pt x="220537" y="1180491"/>
                  </a:moveTo>
                  <a:lnTo>
                    <a:pt x="138788" y="1153504"/>
                  </a:lnTo>
                  <a:lnTo>
                    <a:pt x="168858" y="1202477"/>
                  </a:lnTo>
                  <a:close/>
                  <a:moveTo>
                    <a:pt x="81607" y="1154917"/>
                  </a:moveTo>
                  <a:lnTo>
                    <a:pt x="120582" y="1150373"/>
                  </a:lnTo>
                  <a:lnTo>
                    <a:pt x="0" y="1094996"/>
                  </a:lnTo>
                  <a:close/>
                  <a:moveTo>
                    <a:pt x="296114" y="1184405"/>
                  </a:moveTo>
                  <a:lnTo>
                    <a:pt x="334802" y="1113848"/>
                  </a:lnTo>
                  <a:lnTo>
                    <a:pt x="220537" y="1180491"/>
                  </a:lnTo>
                  <a:close/>
                  <a:moveTo>
                    <a:pt x="549457" y="1344350"/>
                  </a:moveTo>
                  <a:lnTo>
                    <a:pt x="485573" y="1398898"/>
                  </a:lnTo>
                  <a:lnTo>
                    <a:pt x="548372" y="1355038"/>
                  </a:lnTo>
                  <a:close/>
                  <a:moveTo>
                    <a:pt x="548372" y="1355038"/>
                  </a:moveTo>
                  <a:lnTo>
                    <a:pt x="553384" y="1346984"/>
                  </a:lnTo>
                  <a:lnTo>
                    <a:pt x="549457" y="1344350"/>
                  </a:lnTo>
                  <a:close/>
                  <a:moveTo>
                    <a:pt x="727126" y="1314307"/>
                  </a:moveTo>
                  <a:lnTo>
                    <a:pt x="725952" y="1390762"/>
                  </a:lnTo>
                  <a:lnTo>
                    <a:pt x="780591" y="1277627"/>
                  </a:lnTo>
                  <a:close/>
                  <a:moveTo>
                    <a:pt x="780591" y="1277627"/>
                  </a:moveTo>
                  <a:lnTo>
                    <a:pt x="772544" y="1270111"/>
                  </a:lnTo>
                  <a:lnTo>
                    <a:pt x="727126" y="1314307"/>
                  </a:lnTo>
                  <a:close/>
                  <a:moveTo>
                    <a:pt x="783806" y="1375105"/>
                  </a:moveTo>
                  <a:lnTo>
                    <a:pt x="843626" y="1387065"/>
                  </a:lnTo>
                  <a:lnTo>
                    <a:pt x="780591" y="1277627"/>
                  </a:lnTo>
                  <a:close/>
                  <a:moveTo>
                    <a:pt x="679267" y="920163"/>
                  </a:moveTo>
                  <a:lnTo>
                    <a:pt x="736335" y="1013330"/>
                  </a:lnTo>
                  <a:lnTo>
                    <a:pt x="760834" y="946476"/>
                  </a:lnTo>
                  <a:close/>
                  <a:moveTo>
                    <a:pt x="760834" y="946476"/>
                  </a:moveTo>
                  <a:lnTo>
                    <a:pt x="815623" y="948870"/>
                  </a:lnTo>
                  <a:lnTo>
                    <a:pt x="679267" y="920163"/>
                  </a:lnTo>
                  <a:close/>
                  <a:moveTo>
                    <a:pt x="862138" y="971647"/>
                  </a:moveTo>
                  <a:lnTo>
                    <a:pt x="913924" y="1029637"/>
                  </a:lnTo>
                  <a:lnTo>
                    <a:pt x="815623" y="948870"/>
                  </a:lnTo>
                  <a:close/>
                  <a:moveTo>
                    <a:pt x="1054363" y="908156"/>
                  </a:moveTo>
                  <a:lnTo>
                    <a:pt x="1030432" y="966735"/>
                  </a:lnTo>
                  <a:lnTo>
                    <a:pt x="1053174" y="937521"/>
                  </a:lnTo>
                  <a:close/>
                  <a:moveTo>
                    <a:pt x="1030432" y="966735"/>
                  </a:moveTo>
                  <a:lnTo>
                    <a:pt x="1054363" y="908156"/>
                  </a:lnTo>
                  <a:lnTo>
                    <a:pt x="1042184" y="885864"/>
                  </a:lnTo>
                  <a:close/>
                  <a:moveTo>
                    <a:pt x="1875583" y="1251747"/>
                  </a:moveTo>
                  <a:lnTo>
                    <a:pt x="1790467" y="1203922"/>
                  </a:lnTo>
                  <a:lnTo>
                    <a:pt x="1745701" y="1259999"/>
                  </a:lnTo>
                  <a:close/>
                  <a:moveTo>
                    <a:pt x="1822269" y="880404"/>
                  </a:moveTo>
                  <a:lnTo>
                    <a:pt x="1819584" y="890630"/>
                  </a:lnTo>
                  <a:lnTo>
                    <a:pt x="1814877" y="1001056"/>
                  </a:lnTo>
                  <a:close/>
                  <a:moveTo>
                    <a:pt x="1822504" y="918841"/>
                  </a:moveTo>
                  <a:lnTo>
                    <a:pt x="1822269" y="880404"/>
                  </a:lnTo>
                  <a:lnTo>
                    <a:pt x="1814877" y="1001056"/>
                  </a:lnTo>
                  <a:close/>
                  <a:moveTo>
                    <a:pt x="1822058" y="876169"/>
                  </a:moveTo>
                  <a:lnTo>
                    <a:pt x="1819584" y="890630"/>
                  </a:lnTo>
                  <a:lnTo>
                    <a:pt x="1822269" y="880404"/>
                  </a:lnTo>
                  <a:close/>
                  <a:moveTo>
                    <a:pt x="2241617" y="721316"/>
                  </a:moveTo>
                  <a:lnTo>
                    <a:pt x="2226013" y="690037"/>
                  </a:lnTo>
                  <a:lnTo>
                    <a:pt x="2261655" y="765094"/>
                  </a:lnTo>
                  <a:close/>
                  <a:moveTo>
                    <a:pt x="2226013" y="690037"/>
                  </a:moveTo>
                  <a:lnTo>
                    <a:pt x="2184809" y="623443"/>
                  </a:lnTo>
                  <a:lnTo>
                    <a:pt x="2211307" y="682879"/>
                  </a:lnTo>
                  <a:close/>
                  <a:moveTo>
                    <a:pt x="2184809" y="623443"/>
                  </a:moveTo>
                  <a:lnTo>
                    <a:pt x="2185852" y="600664"/>
                  </a:lnTo>
                  <a:lnTo>
                    <a:pt x="2211307" y="682879"/>
                  </a:lnTo>
                  <a:close/>
                  <a:moveTo>
                    <a:pt x="2124839" y="511513"/>
                  </a:moveTo>
                  <a:lnTo>
                    <a:pt x="2174021" y="571622"/>
                  </a:lnTo>
                  <a:lnTo>
                    <a:pt x="2185852" y="600664"/>
                  </a:lnTo>
                  <a:close/>
                  <a:moveTo>
                    <a:pt x="2039786" y="80599"/>
                  </a:moveTo>
                  <a:lnTo>
                    <a:pt x="1988639" y="104572"/>
                  </a:lnTo>
                  <a:lnTo>
                    <a:pt x="2107048" y="53422"/>
                  </a:lnTo>
                  <a:close/>
                  <a:moveTo>
                    <a:pt x="2039786" y="80599"/>
                  </a:moveTo>
                  <a:lnTo>
                    <a:pt x="2107048" y="53422"/>
                  </a:lnTo>
                  <a:lnTo>
                    <a:pt x="2075787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10" name="Candidate_density__2009">
              <a:extLst>
                <a:ext uri="{FF2B5EF4-FFF2-40B4-BE49-F238E27FC236}">
                  <a16:creationId xmlns:a16="http://schemas.microsoft.com/office/drawing/2014/main" id="{C1F9033E-431C-8EBE-7624-1A0F00A36B85}"/>
                </a:ext>
              </a:extLst>
            </p:cNvPr>
            <p:cNvSpPr>
              <a:spLocks noGrp="1"/>
            </p:cNvSpPr>
            <p:nvPr/>
          </p:nvSpPr>
          <p:spPr>
            <a:xfrm>
              <a:off x="4990979" y="3444122"/>
              <a:ext cx="1618613" cy="1344350"/>
            </a:xfrm>
            <a:custGeom>
              <a:avLst/>
              <a:gdLst/>
              <a:ahLst/>
              <a:cxnLst/>
              <a:rect l="0" t="0" r="0" b="0"/>
              <a:pathLst>
                <a:path w="1618613" h="1344350">
                  <a:moveTo>
                    <a:pt x="49854" y="1253338"/>
                  </a:moveTo>
                  <a:lnTo>
                    <a:pt x="17807" y="1260973"/>
                  </a:lnTo>
                  <a:lnTo>
                    <a:pt x="0" y="1333369"/>
                  </a:lnTo>
                  <a:close/>
                  <a:moveTo>
                    <a:pt x="49854" y="1253338"/>
                  </a:moveTo>
                  <a:lnTo>
                    <a:pt x="0" y="1333369"/>
                  </a:lnTo>
                  <a:lnTo>
                    <a:pt x="61023" y="1344350"/>
                  </a:lnTo>
                  <a:close/>
                  <a:moveTo>
                    <a:pt x="559463" y="1193238"/>
                  </a:moveTo>
                  <a:lnTo>
                    <a:pt x="614828" y="1275453"/>
                  </a:lnTo>
                  <a:lnTo>
                    <a:pt x="549153" y="1231674"/>
                  </a:lnTo>
                  <a:close/>
                  <a:moveTo>
                    <a:pt x="272400" y="946476"/>
                  </a:moveTo>
                  <a:lnTo>
                    <a:pt x="319879" y="902814"/>
                  </a:lnTo>
                  <a:lnTo>
                    <a:pt x="327188" y="948870"/>
                  </a:lnTo>
                  <a:close/>
                  <a:moveTo>
                    <a:pt x="482421" y="502422"/>
                  </a:moveTo>
                  <a:lnTo>
                    <a:pt x="438682" y="518451"/>
                  </a:lnTo>
                  <a:lnTo>
                    <a:pt x="438684" y="428719"/>
                  </a:lnTo>
                  <a:close/>
                  <a:moveTo>
                    <a:pt x="1441939" y="1241398"/>
                  </a:moveTo>
                  <a:lnTo>
                    <a:pt x="1348809" y="1171858"/>
                  </a:lnTo>
                  <a:lnTo>
                    <a:pt x="1387148" y="1251747"/>
                  </a:lnTo>
                  <a:close/>
                  <a:moveTo>
                    <a:pt x="1496587" y="1167062"/>
                  </a:moveTo>
                  <a:lnTo>
                    <a:pt x="1486194" y="1191660"/>
                  </a:lnTo>
                  <a:lnTo>
                    <a:pt x="1441939" y="1241398"/>
                  </a:lnTo>
                  <a:close/>
                  <a:moveTo>
                    <a:pt x="1360698" y="798189"/>
                  </a:moveTo>
                  <a:lnTo>
                    <a:pt x="1366303" y="759752"/>
                  </a:lnTo>
                  <a:lnTo>
                    <a:pt x="1333834" y="880404"/>
                  </a:lnTo>
                  <a:close/>
                  <a:moveTo>
                    <a:pt x="947233" y="291203"/>
                  </a:moveTo>
                  <a:lnTo>
                    <a:pt x="987787" y="266461"/>
                  </a:lnTo>
                  <a:lnTo>
                    <a:pt x="923300" y="265175"/>
                  </a:lnTo>
                  <a:close/>
                  <a:moveTo>
                    <a:pt x="947233" y="291203"/>
                  </a:moveTo>
                  <a:lnTo>
                    <a:pt x="923300" y="265175"/>
                  </a:lnTo>
                  <a:lnTo>
                    <a:pt x="873716" y="294991"/>
                  </a:lnTo>
                  <a:close/>
                  <a:moveTo>
                    <a:pt x="1618613" y="53422"/>
                  </a:moveTo>
                  <a:lnTo>
                    <a:pt x="1616760" y="27023"/>
                  </a:lnTo>
                  <a:lnTo>
                    <a:pt x="1587352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11" name="Candidate_density__2010">
              <a:extLst>
                <a:ext uri="{FF2B5EF4-FFF2-40B4-BE49-F238E27FC236}">
                  <a16:creationId xmlns:a16="http://schemas.microsoft.com/office/drawing/2014/main" id="{484974D7-DD6B-97CC-C778-292FE1662444}"/>
                </a:ext>
              </a:extLst>
            </p:cNvPr>
            <p:cNvSpPr>
              <a:spLocks noGrp="1"/>
            </p:cNvSpPr>
            <p:nvPr/>
          </p:nvSpPr>
          <p:spPr>
            <a:xfrm>
              <a:off x="5811423" y="3697334"/>
              <a:ext cx="306275" cy="57809"/>
            </a:xfrm>
            <a:custGeom>
              <a:avLst/>
              <a:gdLst/>
              <a:ahLst/>
              <a:cxnLst/>
              <a:rect l="0" t="0" r="0" b="0"/>
              <a:pathLst>
                <a:path w="306275" h="57809">
                  <a:moveTo>
                    <a:pt x="53271" y="41779"/>
                  </a:moveTo>
                  <a:lnTo>
                    <a:pt x="0" y="57809"/>
                  </a:lnTo>
                  <a:lnTo>
                    <a:pt x="126789" y="37991"/>
                  </a:lnTo>
                  <a:close/>
                  <a:moveTo>
                    <a:pt x="175887" y="14747"/>
                  </a:moveTo>
                  <a:lnTo>
                    <a:pt x="167343" y="13249"/>
                  </a:lnTo>
                  <a:lnTo>
                    <a:pt x="126789" y="37991"/>
                  </a:lnTo>
                  <a:close/>
                  <a:moveTo>
                    <a:pt x="180292" y="13249"/>
                  </a:moveTo>
                  <a:lnTo>
                    <a:pt x="175887" y="14747"/>
                  </a:lnTo>
                  <a:lnTo>
                    <a:pt x="249547" y="3107"/>
                  </a:lnTo>
                  <a:close/>
                  <a:moveTo>
                    <a:pt x="249547" y="3107"/>
                  </a:moveTo>
                  <a:lnTo>
                    <a:pt x="175887" y="14747"/>
                  </a:lnTo>
                  <a:lnTo>
                    <a:pt x="126789" y="37991"/>
                  </a:lnTo>
                  <a:close/>
                  <a:moveTo>
                    <a:pt x="249547" y="3107"/>
                  </a:moveTo>
                  <a:lnTo>
                    <a:pt x="126789" y="37991"/>
                  </a:lnTo>
                  <a:lnTo>
                    <a:pt x="199590" y="31526"/>
                  </a:lnTo>
                  <a:close/>
                  <a:moveTo>
                    <a:pt x="167343" y="13249"/>
                  </a:moveTo>
                  <a:lnTo>
                    <a:pt x="175887" y="14747"/>
                  </a:lnTo>
                  <a:lnTo>
                    <a:pt x="177807" y="13539"/>
                  </a:lnTo>
                  <a:close/>
                  <a:moveTo>
                    <a:pt x="180292" y="13249"/>
                  </a:moveTo>
                  <a:lnTo>
                    <a:pt x="177807" y="13539"/>
                  </a:lnTo>
                  <a:lnTo>
                    <a:pt x="175887" y="14747"/>
                  </a:lnTo>
                  <a:close/>
                  <a:moveTo>
                    <a:pt x="306275" y="0"/>
                  </a:moveTo>
                  <a:lnTo>
                    <a:pt x="180292" y="13249"/>
                  </a:lnTo>
                  <a:lnTo>
                    <a:pt x="260336" y="6684"/>
                  </a:lnTo>
                  <a:close/>
                  <a:moveTo>
                    <a:pt x="260336" y="6684"/>
                  </a:moveTo>
                  <a:lnTo>
                    <a:pt x="180292" y="13249"/>
                  </a:lnTo>
                  <a:lnTo>
                    <a:pt x="249547" y="31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12" name="Candidate_density__2011">
              <a:extLst>
                <a:ext uri="{FF2B5EF4-FFF2-40B4-BE49-F238E27FC236}">
                  <a16:creationId xmlns:a16="http://schemas.microsoft.com/office/drawing/2014/main" id="{B508DB47-764E-9FD2-0E82-E58407BD99BF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53972"/>
              <a:ext cx="2255572" cy="1948032"/>
            </a:xfrm>
            <a:custGeom>
              <a:avLst/>
              <a:gdLst/>
              <a:ahLst/>
              <a:cxnLst/>
              <a:rect l="0" t="0" r="0" b="0"/>
              <a:pathLst>
                <a:path w="2255572" h="1948032">
                  <a:moveTo>
                    <a:pt x="5712" y="1146710"/>
                  </a:moveTo>
                  <a:lnTo>
                    <a:pt x="0" y="1162898"/>
                  </a:lnTo>
                  <a:lnTo>
                    <a:pt x="28790" y="1179908"/>
                  </a:lnTo>
                  <a:close/>
                  <a:moveTo>
                    <a:pt x="5628" y="1093307"/>
                  </a:moveTo>
                  <a:lnTo>
                    <a:pt x="0" y="1162898"/>
                  </a:lnTo>
                  <a:lnTo>
                    <a:pt x="5712" y="1146710"/>
                  </a:lnTo>
                  <a:close/>
                  <a:moveTo>
                    <a:pt x="38915" y="1108274"/>
                  </a:moveTo>
                  <a:lnTo>
                    <a:pt x="5712" y="1146710"/>
                  </a:lnTo>
                  <a:lnTo>
                    <a:pt x="28790" y="1179908"/>
                  </a:lnTo>
                  <a:close/>
                  <a:moveTo>
                    <a:pt x="5712" y="1146710"/>
                  </a:moveTo>
                  <a:lnTo>
                    <a:pt x="3136" y="1060256"/>
                  </a:lnTo>
                  <a:lnTo>
                    <a:pt x="5628" y="1093307"/>
                  </a:lnTo>
                  <a:close/>
                  <a:moveTo>
                    <a:pt x="3921" y="1064495"/>
                  </a:moveTo>
                  <a:lnTo>
                    <a:pt x="5628" y="1093307"/>
                  </a:lnTo>
                  <a:lnTo>
                    <a:pt x="3136" y="1060256"/>
                  </a:lnTo>
                  <a:close/>
                  <a:moveTo>
                    <a:pt x="794512" y="1930425"/>
                  </a:moveTo>
                  <a:lnTo>
                    <a:pt x="763493" y="1867165"/>
                  </a:lnTo>
                  <a:lnTo>
                    <a:pt x="787142" y="1948032"/>
                  </a:lnTo>
                  <a:close/>
                  <a:moveTo>
                    <a:pt x="794512" y="1930425"/>
                  </a:moveTo>
                  <a:lnTo>
                    <a:pt x="758528" y="1848209"/>
                  </a:lnTo>
                  <a:lnTo>
                    <a:pt x="763493" y="1867165"/>
                  </a:lnTo>
                  <a:close/>
                  <a:moveTo>
                    <a:pt x="758528" y="1848209"/>
                  </a:moveTo>
                  <a:lnTo>
                    <a:pt x="794512" y="1930425"/>
                  </a:lnTo>
                  <a:lnTo>
                    <a:pt x="851700" y="1891988"/>
                  </a:lnTo>
                  <a:close/>
                  <a:moveTo>
                    <a:pt x="793585" y="1809773"/>
                  </a:moveTo>
                  <a:lnTo>
                    <a:pt x="722548" y="1739768"/>
                  </a:lnTo>
                  <a:lnTo>
                    <a:pt x="716056" y="1765995"/>
                  </a:lnTo>
                  <a:close/>
                  <a:moveTo>
                    <a:pt x="793585" y="1809773"/>
                  </a:moveTo>
                  <a:lnTo>
                    <a:pt x="716056" y="1765995"/>
                  </a:lnTo>
                  <a:lnTo>
                    <a:pt x="758528" y="1848209"/>
                  </a:lnTo>
                  <a:close/>
                  <a:moveTo>
                    <a:pt x="377415" y="1152052"/>
                  </a:moveTo>
                  <a:lnTo>
                    <a:pt x="359755" y="1252384"/>
                  </a:lnTo>
                  <a:lnTo>
                    <a:pt x="366692" y="1176889"/>
                  </a:lnTo>
                  <a:close/>
                  <a:moveTo>
                    <a:pt x="227997" y="1152194"/>
                  </a:moveTo>
                  <a:lnTo>
                    <a:pt x="315305" y="1069837"/>
                  </a:lnTo>
                  <a:lnTo>
                    <a:pt x="234799" y="1093194"/>
                  </a:lnTo>
                  <a:close/>
                  <a:moveTo>
                    <a:pt x="305976" y="1165086"/>
                  </a:moveTo>
                  <a:lnTo>
                    <a:pt x="350828" y="1117576"/>
                  </a:lnTo>
                  <a:lnTo>
                    <a:pt x="227997" y="1152194"/>
                  </a:lnTo>
                  <a:close/>
                  <a:moveTo>
                    <a:pt x="945110" y="1780106"/>
                  </a:moveTo>
                  <a:lnTo>
                    <a:pt x="887941" y="1732462"/>
                  </a:lnTo>
                  <a:lnTo>
                    <a:pt x="856876" y="1691155"/>
                  </a:lnTo>
                  <a:close/>
                  <a:moveTo>
                    <a:pt x="887941" y="1732462"/>
                  </a:moveTo>
                  <a:lnTo>
                    <a:pt x="945110" y="1780106"/>
                  </a:lnTo>
                  <a:lnTo>
                    <a:pt x="1028490" y="1764094"/>
                  </a:lnTo>
                  <a:close/>
                  <a:moveTo>
                    <a:pt x="463992" y="1228233"/>
                  </a:moveTo>
                  <a:lnTo>
                    <a:pt x="464366" y="1263419"/>
                  </a:lnTo>
                  <a:lnTo>
                    <a:pt x="539872" y="1195831"/>
                  </a:lnTo>
                  <a:close/>
                  <a:moveTo>
                    <a:pt x="410238" y="1211342"/>
                  </a:moveTo>
                  <a:lnTo>
                    <a:pt x="493294" y="1156371"/>
                  </a:lnTo>
                  <a:lnTo>
                    <a:pt x="377415" y="1152052"/>
                  </a:lnTo>
                  <a:close/>
                  <a:moveTo>
                    <a:pt x="377415" y="1152052"/>
                  </a:moveTo>
                  <a:lnTo>
                    <a:pt x="493294" y="1156371"/>
                  </a:lnTo>
                  <a:lnTo>
                    <a:pt x="451159" y="1113616"/>
                  </a:lnTo>
                  <a:close/>
                  <a:moveTo>
                    <a:pt x="463992" y="1228233"/>
                  </a:moveTo>
                  <a:lnTo>
                    <a:pt x="539872" y="1195831"/>
                  </a:lnTo>
                  <a:lnTo>
                    <a:pt x="493294" y="1156371"/>
                  </a:lnTo>
                  <a:close/>
                  <a:moveTo>
                    <a:pt x="451159" y="1113616"/>
                  </a:moveTo>
                  <a:lnTo>
                    <a:pt x="397874" y="1078273"/>
                  </a:lnTo>
                  <a:lnTo>
                    <a:pt x="350828" y="1117576"/>
                  </a:lnTo>
                  <a:close/>
                  <a:moveTo>
                    <a:pt x="336839" y="1031401"/>
                  </a:moveTo>
                  <a:lnTo>
                    <a:pt x="350828" y="1117576"/>
                  </a:lnTo>
                  <a:lnTo>
                    <a:pt x="397874" y="1078273"/>
                  </a:lnTo>
                  <a:close/>
                  <a:moveTo>
                    <a:pt x="698621" y="1360261"/>
                  </a:moveTo>
                  <a:lnTo>
                    <a:pt x="798833" y="1337974"/>
                  </a:lnTo>
                  <a:lnTo>
                    <a:pt x="696194" y="1357669"/>
                  </a:lnTo>
                  <a:close/>
                  <a:moveTo>
                    <a:pt x="1223023" y="1503700"/>
                  </a:moveTo>
                  <a:lnTo>
                    <a:pt x="1215192" y="1530034"/>
                  </a:lnTo>
                  <a:lnTo>
                    <a:pt x="1239285" y="1409382"/>
                  </a:lnTo>
                  <a:close/>
                  <a:moveTo>
                    <a:pt x="1239285" y="1409382"/>
                  </a:moveTo>
                  <a:lnTo>
                    <a:pt x="1215192" y="1530034"/>
                  </a:lnTo>
                  <a:lnTo>
                    <a:pt x="1234311" y="1491597"/>
                  </a:lnTo>
                  <a:close/>
                  <a:moveTo>
                    <a:pt x="1314348" y="1321922"/>
                  </a:moveTo>
                  <a:lnTo>
                    <a:pt x="1373269" y="1356384"/>
                  </a:lnTo>
                  <a:lnTo>
                    <a:pt x="1316899" y="1288731"/>
                  </a:lnTo>
                  <a:close/>
                  <a:moveTo>
                    <a:pt x="1245289" y="1217381"/>
                  </a:moveTo>
                  <a:lnTo>
                    <a:pt x="1316899" y="1288731"/>
                  </a:lnTo>
                  <a:lnTo>
                    <a:pt x="1263014" y="1222816"/>
                  </a:lnTo>
                  <a:close/>
                  <a:moveTo>
                    <a:pt x="1245289" y="1217381"/>
                  </a:moveTo>
                  <a:lnTo>
                    <a:pt x="1314348" y="1321922"/>
                  </a:lnTo>
                  <a:lnTo>
                    <a:pt x="1316899" y="1288731"/>
                  </a:lnTo>
                  <a:close/>
                  <a:moveTo>
                    <a:pt x="1217163" y="1124300"/>
                  </a:moveTo>
                  <a:lnTo>
                    <a:pt x="1224640" y="1079343"/>
                  </a:lnTo>
                  <a:lnTo>
                    <a:pt x="1111702" y="1080521"/>
                  </a:lnTo>
                  <a:close/>
                  <a:moveTo>
                    <a:pt x="1247712" y="1206515"/>
                  </a:moveTo>
                  <a:lnTo>
                    <a:pt x="1245289" y="1217381"/>
                  </a:lnTo>
                  <a:lnTo>
                    <a:pt x="1263014" y="1222816"/>
                  </a:lnTo>
                  <a:close/>
                  <a:moveTo>
                    <a:pt x="1316899" y="1288731"/>
                  </a:moveTo>
                  <a:lnTo>
                    <a:pt x="1392119" y="1250294"/>
                  </a:lnTo>
                  <a:lnTo>
                    <a:pt x="1263014" y="1222816"/>
                  </a:lnTo>
                  <a:close/>
                  <a:moveTo>
                    <a:pt x="1214229" y="1085864"/>
                  </a:moveTo>
                  <a:lnTo>
                    <a:pt x="1224640" y="1079343"/>
                  </a:lnTo>
                  <a:lnTo>
                    <a:pt x="1217163" y="1124300"/>
                  </a:lnTo>
                  <a:close/>
                  <a:moveTo>
                    <a:pt x="1411396" y="1243024"/>
                  </a:moveTo>
                  <a:lnTo>
                    <a:pt x="1491937" y="1238137"/>
                  </a:lnTo>
                  <a:lnTo>
                    <a:pt x="1474877" y="1151915"/>
                  </a:lnTo>
                  <a:close/>
                  <a:moveTo>
                    <a:pt x="1885062" y="1255636"/>
                  </a:moveTo>
                  <a:lnTo>
                    <a:pt x="1856405" y="1284292"/>
                  </a:lnTo>
                  <a:lnTo>
                    <a:pt x="1893357" y="1262008"/>
                  </a:lnTo>
                  <a:close/>
                  <a:moveTo>
                    <a:pt x="1885062" y="1255636"/>
                  </a:moveTo>
                  <a:lnTo>
                    <a:pt x="1893357" y="1262008"/>
                  </a:lnTo>
                  <a:lnTo>
                    <a:pt x="1902276" y="1246999"/>
                  </a:lnTo>
                  <a:close/>
                  <a:moveTo>
                    <a:pt x="1817302" y="1173421"/>
                  </a:moveTo>
                  <a:lnTo>
                    <a:pt x="1902276" y="1246999"/>
                  </a:lnTo>
                  <a:lnTo>
                    <a:pt x="1912958" y="1138223"/>
                  </a:lnTo>
                  <a:close/>
                  <a:moveTo>
                    <a:pt x="1893357" y="1262008"/>
                  </a:moveTo>
                  <a:lnTo>
                    <a:pt x="1956070" y="1217200"/>
                  </a:lnTo>
                  <a:lnTo>
                    <a:pt x="1902276" y="1246999"/>
                  </a:lnTo>
                  <a:close/>
                  <a:moveTo>
                    <a:pt x="2030742" y="1281810"/>
                  </a:moveTo>
                  <a:lnTo>
                    <a:pt x="1956070" y="1217200"/>
                  </a:lnTo>
                  <a:lnTo>
                    <a:pt x="1893357" y="1262008"/>
                  </a:lnTo>
                  <a:close/>
                  <a:moveTo>
                    <a:pt x="1822214" y="1091206"/>
                  </a:moveTo>
                  <a:lnTo>
                    <a:pt x="1817302" y="1173421"/>
                  </a:lnTo>
                  <a:lnTo>
                    <a:pt x="1912958" y="1138223"/>
                  </a:lnTo>
                  <a:close/>
                  <a:moveTo>
                    <a:pt x="1704227" y="1008991"/>
                  </a:moveTo>
                  <a:lnTo>
                    <a:pt x="1766380" y="1065921"/>
                  </a:lnTo>
                  <a:lnTo>
                    <a:pt x="1792459" y="975411"/>
                  </a:lnTo>
                  <a:close/>
                  <a:moveTo>
                    <a:pt x="1702284" y="888339"/>
                  </a:moveTo>
                  <a:lnTo>
                    <a:pt x="1704227" y="1008991"/>
                  </a:lnTo>
                  <a:lnTo>
                    <a:pt x="1795401" y="959224"/>
                  </a:lnTo>
                  <a:close/>
                  <a:moveTo>
                    <a:pt x="1688861" y="926776"/>
                  </a:moveTo>
                  <a:lnTo>
                    <a:pt x="1704227" y="1008991"/>
                  </a:lnTo>
                  <a:lnTo>
                    <a:pt x="1702284" y="888339"/>
                  </a:lnTo>
                  <a:close/>
                  <a:moveTo>
                    <a:pt x="1204728" y="312834"/>
                  </a:moveTo>
                  <a:lnTo>
                    <a:pt x="1223036" y="334643"/>
                  </a:lnTo>
                  <a:lnTo>
                    <a:pt x="1261553" y="356542"/>
                  </a:lnTo>
                  <a:close/>
                  <a:moveTo>
                    <a:pt x="1702284" y="888339"/>
                  </a:moveTo>
                  <a:lnTo>
                    <a:pt x="1795401" y="959224"/>
                  </a:lnTo>
                  <a:lnTo>
                    <a:pt x="1794133" y="849902"/>
                  </a:lnTo>
                  <a:close/>
                  <a:moveTo>
                    <a:pt x="1738243" y="806124"/>
                  </a:moveTo>
                  <a:lnTo>
                    <a:pt x="1702284" y="888339"/>
                  </a:lnTo>
                  <a:lnTo>
                    <a:pt x="1794133" y="849902"/>
                  </a:lnTo>
                  <a:close/>
                  <a:moveTo>
                    <a:pt x="1238942" y="272005"/>
                  </a:moveTo>
                  <a:lnTo>
                    <a:pt x="1272913" y="294093"/>
                  </a:lnTo>
                  <a:lnTo>
                    <a:pt x="1312895" y="269847"/>
                  </a:lnTo>
                  <a:close/>
                  <a:moveTo>
                    <a:pt x="1348209" y="192182"/>
                  </a:moveTo>
                  <a:lnTo>
                    <a:pt x="1272913" y="294093"/>
                  </a:lnTo>
                  <a:lnTo>
                    <a:pt x="1312904" y="274397"/>
                  </a:lnTo>
                  <a:close/>
                  <a:moveTo>
                    <a:pt x="1941101" y="1096548"/>
                  </a:moveTo>
                  <a:lnTo>
                    <a:pt x="1916462" y="1035282"/>
                  </a:lnTo>
                  <a:lnTo>
                    <a:pt x="1922792" y="1130228"/>
                  </a:lnTo>
                  <a:close/>
                  <a:moveTo>
                    <a:pt x="2098673" y="826730"/>
                  </a:moveTo>
                  <a:lnTo>
                    <a:pt x="2232834" y="834474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98673" y="826730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75137" y="811466"/>
                  </a:lnTo>
                  <a:lnTo>
                    <a:pt x="2098673" y="826730"/>
                  </a:lnTo>
                  <a:close/>
                  <a:moveTo>
                    <a:pt x="2046411" y="729251"/>
                  </a:moveTo>
                  <a:lnTo>
                    <a:pt x="2140305" y="773030"/>
                  </a:lnTo>
                  <a:lnTo>
                    <a:pt x="2072009" y="690815"/>
                  </a:lnTo>
                  <a:close/>
                  <a:moveTo>
                    <a:pt x="2072009" y="690815"/>
                  </a:moveTo>
                  <a:lnTo>
                    <a:pt x="2144442" y="770938"/>
                  </a:lnTo>
                  <a:lnTo>
                    <a:pt x="2152300" y="664457"/>
                  </a:lnTo>
                  <a:close/>
                  <a:moveTo>
                    <a:pt x="2072009" y="690815"/>
                  </a:moveTo>
                  <a:lnTo>
                    <a:pt x="2140305" y="773030"/>
                  </a:lnTo>
                  <a:lnTo>
                    <a:pt x="2144442" y="770938"/>
                  </a:lnTo>
                  <a:close/>
                  <a:moveTo>
                    <a:pt x="2255572" y="741183"/>
                  </a:moveTo>
                  <a:lnTo>
                    <a:pt x="2143069" y="777519"/>
                  </a:lnTo>
                  <a:lnTo>
                    <a:pt x="2232834" y="834474"/>
                  </a:lnTo>
                  <a:close/>
                  <a:moveTo>
                    <a:pt x="2144442" y="770938"/>
                  </a:moveTo>
                  <a:lnTo>
                    <a:pt x="2255572" y="741183"/>
                  </a:lnTo>
                  <a:lnTo>
                    <a:pt x="2230134" y="661772"/>
                  </a:lnTo>
                  <a:close/>
                  <a:moveTo>
                    <a:pt x="2144442" y="770938"/>
                  </a:moveTo>
                  <a:lnTo>
                    <a:pt x="2230134" y="661772"/>
                  </a:lnTo>
                  <a:lnTo>
                    <a:pt x="2152300" y="664457"/>
                  </a:lnTo>
                  <a:close/>
                  <a:moveTo>
                    <a:pt x="2064418" y="575219"/>
                  </a:moveTo>
                  <a:lnTo>
                    <a:pt x="2036625" y="658200"/>
                  </a:lnTo>
                  <a:lnTo>
                    <a:pt x="2152300" y="664457"/>
                  </a:lnTo>
                  <a:close/>
                  <a:moveTo>
                    <a:pt x="2138639" y="575472"/>
                  </a:moveTo>
                  <a:lnTo>
                    <a:pt x="2064418" y="575219"/>
                  </a:lnTo>
                  <a:lnTo>
                    <a:pt x="2152300" y="664457"/>
                  </a:lnTo>
                  <a:close/>
                  <a:moveTo>
                    <a:pt x="1929193" y="526385"/>
                  </a:moveTo>
                  <a:lnTo>
                    <a:pt x="1990694" y="487948"/>
                  </a:lnTo>
                  <a:lnTo>
                    <a:pt x="1924501" y="517644"/>
                  </a:lnTo>
                  <a:close/>
                  <a:moveTo>
                    <a:pt x="1910285" y="405733"/>
                  </a:moveTo>
                  <a:lnTo>
                    <a:pt x="1881221" y="444169"/>
                  </a:lnTo>
                  <a:lnTo>
                    <a:pt x="1924501" y="517644"/>
                  </a:lnTo>
                  <a:close/>
                  <a:moveTo>
                    <a:pt x="2121808" y="82214"/>
                  </a:moveTo>
                  <a:lnTo>
                    <a:pt x="2095899" y="170749"/>
                  </a:lnTo>
                  <a:lnTo>
                    <a:pt x="2131900" y="90151"/>
                  </a:lnTo>
                  <a:close/>
                  <a:moveTo>
                    <a:pt x="2121808" y="82214"/>
                  </a:moveTo>
                  <a:lnTo>
                    <a:pt x="2127740" y="74596"/>
                  </a:lnTo>
                  <a:lnTo>
                    <a:pt x="2043824" y="120651"/>
                  </a:lnTo>
                  <a:close/>
                  <a:moveTo>
                    <a:pt x="2043824" y="120651"/>
                  </a:moveTo>
                  <a:lnTo>
                    <a:pt x="2127740" y="74596"/>
                  </a:lnTo>
                  <a:lnTo>
                    <a:pt x="1994305" y="31667"/>
                  </a:lnTo>
                  <a:close/>
                  <a:moveTo>
                    <a:pt x="2043824" y="120651"/>
                  </a:moveTo>
                  <a:lnTo>
                    <a:pt x="1994305" y="31667"/>
                  </a:lnTo>
                  <a:lnTo>
                    <a:pt x="1990559" y="55562"/>
                  </a:lnTo>
                  <a:close/>
                  <a:moveTo>
                    <a:pt x="2127740" y="74596"/>
                  </a:moveTo>
                  <a:lnTo>
                    <a:pt x="2137271" y="82214"/>
                  </a:lnTo>
                  <a:lnTo>
                    <a:pt x="2067658" y="32624"/>
                  </a:lnTo>
                  <a:close/>
                  <a:moveTo>
                    <a:pt x="1984579" y="33203"/>
                  </a:moveTo>
                  <a:lnTo>
                    <a:pt x="1971833" y="0"/>
                  </a:lnTo>
                  <a:lnTo>
                    <a:pt x="1994305" y="31667"/>
                  </a:lnTo>
                  <a:close/>
                  <a:moveTo>
                    <a:pt x="2121808" y="82214"/>
                  </a:moveTo>
                  <a:lnTo>
                    <a:pt x="2131900" y="90151"/>
                  </a:lnTo>
                  <a:lnTo>
                    <a:pt x="2137258" y="76133"/>
                  </a:lnTo>
                  <a:close/>
                  <a:moveTo>
                    <a:pt x="2127740" y="74596"/>
                  </a:moveTo>
                  <a:lnTo>
                    <a:pt x="2121808" y="82214"/>
                  </a:lnTo>
                  <a:lnTo>
                    <a:pt x="2137258" y="76133"/>
                  </a:lnTo>
                  <a:close/>
                  <a:moveTo>
                    <a:pt x="2137258" y="76133"/>
                  </a:moveTo>
                  <a:lnTo>
                    <a:pt x="2131900" y="90151"/>
                  </a:lnTo>
                  <a:lnTo>
                    <a:pt x="2137271" y="82214"/>
                  </a:lnTo>
                  <a:close/>
                  <a:moveTo>
                    <a:pt x="2137258" y="76133"/>
                  </a:moveTo>
                  <a:lnTo>
                    <a:pt x="2137271" y="82214"/>
                  </a:lnTo>
                  <a:lnTo>
                    <a:pt x="2127740" y="7459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13" name="Candidate_density__2012">
              <a:extLst>
                <a:ext uri="{FF2B5EF4-FFF2-40B4-BE49-F238E27FC236}">
                  <a16:creationId xmlns:a16="http://schemas.microsoft.com/office/drawing/2014/main" id="{BA091673-75A9-89D7-5A01-61780C2944AF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436186"/>
              <a:ext cx="2267420" cy="1924746"/>
            </a:xfrm>
            <a:custGeom>
              <a:avLst/>
              <a:gdLst/>
              <a:ahLst/>
              <a:cxnLst/>
              <a:rect l="0" t="0" r="0" b="0"/>
              <a:pathLst>
                <a:path w="2267420" h="1924746">
                  <a:moveTo>
                    <a:pt x="106751" y="1110521"/>
                  </a:moveTo>
                  <a:lnTo>
                    <a:pt x="28790" y="1097694"/>
                  </a:lnTo>
                  <a:lnTo>
                    <a:pt x="0" y="1080683"/>
                  </a:lnTo>
                  <a:close/>
                  <a:moveTo>
                    <a:pt x="817735" y="1881623"/>
                  </a:moveTo>
                  <a:lnTo>
                    <a:pt x="787142" y="1865817"/>
                  </a:lnTo>
                  <a:lnTo>
                    <a:pt x="842788" y="1911835"/>
                  </a:lnTo>
                  <a:close/>
                  <a:moveTo>
                    <a:pt x="656950" y="1559131"/>
                  </a:moveTo>
                  <a:lnTo>
                    <a:pt x="636682" y="1627269"/>
                  </a:lnTo>
                  <a:lnTo>
                    <a:pt x="647466" y="1601565"/>
                  </a:lnTo>
                  <a:close/>
                  <a:moveTo>
                    <a:pt x="106751" y="1110521"/>
                  </a:moveTo>
                  <a:lnTo>
                    <a:pt x="197107" y="1141715"/>
                  </a:lnTo>
                  <a:lnTo>
                    <a:pt x="227997" y="1069979"/>
                  </a:lnTo>
                  <a:close/>
                  <a:moveTo>
                    <a:pt x="28790" y="1097694"/>
                  </a:moveTo>
                  <a:lnTo>
                    <a:pt x="106751" y="1110521"/>
                  </a:lnTo>
                  <a:lnTo>
                    <a:pt x="155421" y="1077288"/>
                  </a:lnTo>
                  <a:close/>
                  <a:moveTo>
                    <a:pt x="75709" y="1057914"/>
                  </a:moveTo>
                  <a:lnTo>
                    <a:pt x="28790" y="1097694"/>
                  </a:lnTo>
                  <a:lnTo>
                    <a:pt x="155421" y="1077288"/>
                  </a:lnTo>
                  <a:close/>
                  <a:moveTo>
                    <a:pt x="758528" y="1765995"/>
                  </a:moveTo>
                  <a:lnTo>
                    <a:pt x="716056" y="1683780"/>
                  </a:lnTo>
                  <a:lnTo>
                    <a:pt x="722288" y="1718358"/>
                  </a:lnTo>
                  <a:close/>
                  <a:moveTo>
                    <a:pt x="636682" y="1627269"/>
                  </a:moveTo>
                  <a:lnTo>
                    <a:pt x="716056" y="1683780"/>
                  </a:lnTo>
                  <a:lnTo>
                    <a:pt x="677184" y="1634783"/>
                  </a:lnTo>
                  <a:close/>
                  <a:moveTo>
                    <a:pt x="647466" y="1601565"/>
                  </a:moveTo>
                  <a:lnTo>
                    <a:pt x="636682" y="1627269"/>
                  </a:lnTo>
                  <a:lnTo>
                    <a:pt x="677184" y="1634783"/>
                  </a:lnTo>
                  <a:close/>
                  <a:moveTo>
                    <a:pt x="817735" y="1881623"/>
                  </a:moveTo>
                  <a:lnTo>
                    <a:pt x="903800" y="1924746"/>
                  </a:lnTo>
                  <a:lnTo>
                    <a:pt x="942627" y="1854713"/>
                  </a:lnTo>
                  <a:close/>
                  <a:moveTo>
                    <a:pt x="677184" y="1634783"/>
                  </a:moveTo>
                  <a:lnTo>
                    <a:pt x="716056" y="1683780"/>
                  </a:lnTo>
                  <a:lnTo>
                    <a:pt x="722548" y="1657554"/>
                  </a:lnTo>
                  <a:close/>
                  <a:moveTo>
                    <a:pt x="647466" y="1601565"/>
                  </a:moveTo>
                  <a:lnTo>
                    <a:pt x="722548" y="1657554"/>
                  </a:lnTo>
                  <a:lnTo>
                    <a:pt x="637610" y="1565923"/>
                  </a:lnTo>
                  <a:close/>
                  <a:moveTo>
                    <a:pt x="677184" y="1634783"/>
                  </a:moveTo>
                  <a:lnTo>
                    <a:pt x="722548" y="1657554"/>
                  </a:lnTo>
                  <a:lnTo>
                    <a:pt x="647466" y="1601565"/>
                  </a:lnTo>
                  <a:close/>
                  <a:moveTo>
                    <a:pt x="541686" y="1406834"/>
                  </a:moveTo>
                  <a:lnTo>
                    <a:pt x="544548" y="1341305"/>
                  </a:lnTo>
                  <a:lnTo>
                    <a:pt x="472287" y="1354920"/>
                  </a:lnTo>
                  <a:close/>
                  <a:moveTo>
                    <a:pt x="458985" y="1272704"/>
                  </a:moveTo>
                  <a:lnTo>
                    <a:pt x="472287" y="1354920"/>
                  </a:lnTo>
                  <a:lnTo>
                    <a:pt x="493620" y="1234268"/>
                  </a:lnTo>
                  <a:close/>
                  <a:moveTo>
                    <a:pt x="464366" y="1181204"/>
                  </a:moveTo>
                  <a:lnTo>
                    <a:pt x="446988" y="1159843"/>
                  </a:lnTo>
                  <a:lnTo>
                    <a:pt x="493620" y="1234268"/>
                  </a:lnTo>
                  <a:close/>
                  <a:moveTo>
                    <a:pt x="493620" y="1234268"/>
                  </a:moveTo>
                  <a:lnTo>
                    <a:pt x="446988" y="1159843"/>
                  </a:lnTo>
                  <a:lnTo>
                    <a:pt x="434405" y="1190489"/>
                  </a:lnTo>
                  <a:close/>
                  <a:moveTo>
                    <a:pt x="377415" y="1069838"/>
                  </a:moveTo>
                  <a:lnTo>
                    <a:pt x="390915" y="1121784"/>
                  </a:lnTo>
                  <a:lnTo>
                    <a:pt x="359755" y="1170169"/>
                  </a:lnTo>
                  <a:close/>
                  <a:moveTo>
                    <a:pt x="359755" y="1170169"/>
                  </a:moveTo>
                  <a:lnTo>
                    <a:pt x="390915" y="1121784"/>
                  </a:lnTo>
                  <a:lnTo>
                    <a:pt x="446988" y="1159843"/>
                  </a:lnTo>
                  <a:close/>
                  <a:moveTo>
                    <a:pt x="234799" y="1010980"/>
                  </a:moveTo>
                  <a:lnTo>
                    <a:pt x="155421" y="1077288"/>
                  </a:lnTo>
                  <a:lnTo>
                    <a:pt x="227997" y="1069979"/>
                  </a:lnTo>
                  <a:close/>
                  <a:moveTo>
                    <a:pt x="315305" y="987623"/>
                  </a:moveTo>
                  <a:lnTo>
                    <a:pt x="277590" y="905408"/>
                  </a:lnTo>
                  <a:lnTo>
                    <a:pt x="234799" y="1010980"/>
                  </a:lnTo>
                  <a:close/>
                  <a:moveTo>
                    <a:pt x="277590" y="905408"/>
                  </a:moveTo>
                  <a:lnTo>
                    <a:pt x="236898" y="909181"/>
                  </a:lnTo>
                  <a:lnTo>
                    <a:pt x="234799" y="1010980"/>
                  </a:lnTo>
                  <a:close/>
                  <a:moveTo>
                    <a:pt x="173775" y="867251"/>
                  </a:moveTo>
                  <a:lnTo>
                    <a:pt x="225061" y="905408"/>
                  </a:lnTo>
                  <a:lnTo>
                    <a:pt x="236898" y="909181"/>
                  </a:lnTo>
                  <a:close/>
                  <a:moveTo>
                    <a:pt x="154729" y="859498"/>
                  </a:moveTo>
                  <a:lnTo>
                    <a:pt x="225061" y="905408"/>
                  </a:lnTo>
                  <a:lnTo>
                    <a:pt x="173775" y="867251"/>
                  </a:lnTo>
                  <a:close/>
                  <a:moveTo>
                    <a:pt x="856876" y="1608940"/>
                  </a:moveTo>
                  <a:lnTo>
                    <a:pt x="887941" y="1650247"/>
                  </a:lnTo>
                  <a:lnTo>
                    <a:pt x="882311" y="1645344"/>
                  </a:lnTo>
                  <a:close/>
                  <a:moveTo>
                    <a:pt x="821606" y="1537522"/>
                  </a:moveTo>
                  <a:lnTo>
                    <a:pt x="856876" y="1608940"/>
                  </a:lnTo>
                  <a:lnTo>
                    <a:pt x="882311" y="1645344"/>
                  </a:lnTo>
                  <a:close/>
                  <a:moveTo>
                    <a:pt x="698621" y="1278047"/>
                  </a:moveTo>
                  <a:lnTo>
                    <a:pt x="738910" y="1371706"/>
                  </a:lnTo>
                  <a:lnTo>
                    <a:pt x="783240" y="1322243"/>
                  </a:lnTo>
                  <a:close/>
                  <a:moveTo>
                    <a:pt x="410238" y="1129127"/>
                  </a:moveTo>
                  <a:lnTo>
                    <a:pt x="464366" y="1181204"/>
                  </a:lnTo>
                  <a:lnTo>
                    <a:pt x="463992" y="1146019"/>
                  </a:lnTo>
                  <a:close/>
                  <a:moveTo>
                    <a:pt x="539872" y="1113617"/>
                  </a:moveTo>
                  <a:lnTo>
                    <a:pt x="464366" y="1181204"/>
                  </a:lnTo>
                  <a:lnTo>
                    <a:pt x="493620" y="1234268"/>
                  </a:lnTo>
                  <a:close/>
                  <a:moveTo>
                    <a:pt x="463992" y="1146019"/>
                  </a:moveTo>
                  <a:lnTo>
                    <a:pt x="493294" y="1074157"/>
                  </a:lnTo>
                  <a:lnTo>
                    <a:pt x="410238" y="1129127"/>
                  </a:lnTo>
                  <a:close/>
                  <a:moveTo>
                    <a:pt x="336839" y="949186"/>
                  </a:moveTo>
                  <a:lnTo>
                    <a:pt x="277590" y="905408"/>
                  </a:lnTo>
                  <a:lnTo>
                    <a:pt x="315305" y="987623"/>
                  </a:lnTo>
                  <a:close/>
                  <a:moveTo>
                    <a:pt x="291108" y="875536"/>
                  </a:moveTo>
                  <a:lnTo>
                    <a:pt x="225061" y="905408"/>
                  </a:lnTo>
                  <a:lnTo>
                    <a:pt x="268620" y="883391"/>
                  </a:lnTo>
                  <a:close/>
                  <a:moveTo>
                    <a:pt x="268620" y="883391"/>
                  </a:moveTo>
                  <a:lnTo>
                    <a:pt x="225061" y="905408"/>
                  </a:lnTo>
                  <a:lnTo>
                    <a:pt x="233084" y="812190"/>
                  </a:lnTo>
                  <a:close/>
                  <a:moveTo>
                    <a:pt x="698621" y="1278047"/>
                  </a:moveTo>
                  <a:lnTo>
                    <a:pt x="783240" y="1322243"/>
                  </a:lnTo>
                  <a:lnTo>
                    <a:pt x="798833" y="1255759"/>
                  </a:lnTo>
                  <a:close/>
                  <a:moveTo>
                    <a:pt x="696194" y="1275454"/>
                  </a:moveTo>
                  <a:lnTo>
                    <a:pt x="798833" y="1255759"/>
                  </a:lnTo>
                  <a:lnTo>
                    <a:pt x="800362" y="1171058"/>
                  </a:lnTo>
                  <a:close/>
                  <a:moveTo>
                    <a:pt x="552520" y="910750"/>
                  </a:moveTo>
                  <a:lnTo>
                    <a:pt x="526998" y="984970"/>
                  </a:lnTo>
                  <a:lnTo>
                    <a:pt x="563497" y="925530"/>
                  </a:lnTo>
                  <a:close/>
                  <a:moveTo>
                    <a:pt x="536397" y="992965"/>
                  </a:moveTo>
                  <a:lnTo>
                    <a:pt x="590290" y="942950"/>
                  </a:lnTo>
                  <a:lnTo>
                    <a:pt x="563497" y="925530"/>
                  </a:lnTo>
                  <a:close/>
                  <a:moveTo>
                    <a:pt x="690083" y="822201"/>
                  </a:moveTo>
                  <a:lnTo>
                    <a:pt x="760840" y="886279"/>
                  </a:lnTo>
                  <a:lnTo>
                    <a:pt x="775486" y="862847"/>
                  </a:lnTo>
                  <a:close/>
                  <a:moveTo>
                    <a:pt x="635549" y="828535"/>
                  </a:moveTo>
                  <a:lnTo>
                    <a:pt x="760840" y="886279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635316" y="827643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599032" y="707883"/>
                  </a:lnTo>
                  <a:lnTo>
                    <a:pt x="616320" y="742993"/>
                  </a:lnTo>
                  <a:close/>
                  <a:moveTo>
                    <a:pt x="1149091" y="1352967"/>
                  </a:moveTo>
                  <a:lnTo>
                    <a:pt x="1145826" y="1411516"/>
                  </a:lnTo>
                  <a:lnTo>
                    <a:pt x="1186093" y="1365604"/>
                  </a:lnTo>
                  <a:close/>
                  <a:moveTo>
                    <a:pt x="1139428" y="1260730"/>
                  </a:moveTo>
                  <a:lnTo>
                    <a:pt x="1186093" y="1365604"/>
                  </a:lnTo>
                  <a:lnTo>
                    <a:pt x="1159376" y="1283389"/>
                  </a:lnTo>
                  <a:close/>
                  <a:moveTo>
                    <a:pt x="1149091" y="1352967"/>
                  </a:moveTo>
                  <a:lnTo>
                    <a:pt x="1186093" y="1365604"/>
                  </a:lnTo>
                  <a:lnTo>
                    <a:pt x="1139428" y="1260730"/>
                  </a:lnTo>
                  <a:close/>
                  <a:moveTo>
                    <a:pt x="1149091" y="1352967"/>
                  </a:moveTo>
                  <a:lnTo>
                    <a:pt x="1139428" y="1260730"/>
                  </a:lnTo>
                  <a:lnTo>
                    <a:pt x="1136325" y="1327168"/>
                  </a:lnTo>
                  <a:close/>
                  <a:moveTo>
                    <a:pt x="1059763" y="1164812"/>
                  </a:moveTo>
                  <a:lnTo>
                    <a:pt x="1139428" y="1260730"/>
                  </a:lnTo>
                  <a:lnTo>
                    <a:pt x="1096870" y="1195237"/>
                  </a:lnTo>
                  <a:close/>
                  <a:moveTo>
                    <a:pt x="1059763" y="1164812"/>
                  </a:moveTo>
                  <a:lnTo>
                    <a:pt x="1096870" y="1195237"/>
                  </a:lnTo>
                  <a:lnTo>
                    <a:pt x="1084891" y="1183688"/>
                  </a:lnTo>
                  <a:close/>
                  <a:moveTo>
                    <a:pt x="876104" y="960388"/>
                  </a:moveTo>
                  <a:lnTo>
                    <a:pt x="976363" y="1032431"/>
                  </a:lnTo>
                  <a:lnTo>
                    <a:pt x="1016077" y="989861"/>
                  </a:lnTo>
                  <a:close/>
                  <a:moveTo>
                    <a:pt x="876104" y="960388"/>
                  </a:moveTo>
                  <a:lnTo>
                    <a:pt x="1016077" y="989861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6104" y="960388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2081" y="954529"/>
                  </a:lnTo>
                  <a:lnTo>
                    <a:pt x="876104" y="960388"/>
                  </a:lnTo>
                  <a:close/>
                  <a:moveTo>
                    <a:pt x="823179" y="872313"/>
                  </a:moveTo>
                  <a:lnTo>
                    <a:pt x="872081" y="954529"/>
                  </a:lnTo>
                  <a:lnTo>
                    <a:pt x="869445" y="916092"/>
                  </a:lnTo>
                  <a:close/>
                  <a:moveTo>
                    <a:pt x="823179" y="872313"/>
                  </a:moveTo>
                  <a:lnTo>
                    <a:pt x="869445" y="916092"/>
                  </a:lnTo>
                  <a:lnTo>
                    <a:pt x="833153" y="833877"/>
                  </a:lnTo>
                  <a:close/>
                  <a:moveTo>
                    <a:pt x="823179" y="872313"/>
                  </a:moveTo>
                  <a:lnTo>
                    <a:pt x="833153" y="833877"/>
                  </a:lnTo>
                  <a:lnTo>
                    <a:pt x="775486" y="862847"/>
                  </a:lnTo>
                  <a:close/>
                  <a:moveTo>
                    <a:pt x="833153" y="833877"/>
                  </a:moveTo>
                  <a:lnTo>
                    <a:pt x="816427" y="800717"/>
                  </a:lnTo>
                  <a:lnTo>
                    <a:pt x="775486" y="862847"/>
                  </a:lnTo>
                  <a:close/>
                  <a:moveTo>
                    <a:pt x="698117" y="751662"/>
                  </a:moveTo>
                  <a:lnTo>
                    <a:pt x="616576" y="790098"/>
                  </a:lnTo>
                  <a:lnTo>
                    <a:pt x="690083" y="822201"/>
                  </a:lnTo>
                  <a:close/>
                  <a:moveTo>
                    <a:pt x="698117" y="751662"/>
                  </a:moveTo>
                  <a:lnTo>
                    <a:pt x="599032" y="707883"/>
                  </a:lnTo>
                  <a:lnTo>
                    <a:pt x="616576" y="790098"/>
                  </a:lnTo>
                  <a:close/>
                  <a:moveTo>
                    <a:pt x="690083" y="822201"/>
                  </a:moveTo>
                  <a:lnTo>
                    <a:pt x="775486" y="862847"/>
                  </a:lnTo>
                  <a:lnTo>
                    <a:pt x="816427" y="800717"/>
                  </a:lnTo>
                  <a:close/>
                  <a:moveTo>
                    <a:pt x="1386779" y="1324678"/>
                  </a:moveTo>
                  <a:lnTo>
                    <a:pt x="1394306" y="1327168"/>
                  </a:lnTo>
                  <a:lnTo>
                    <a:pt x="1358816" y="1303647"/>
                  </a:lnTo>
                  <a:close/>
                  <a:moveTo>
                    <a:pt x="1386779" y="1324678"/>
                  </a:moveTo>
                  <a:lnTo>
                    <a:pt x="1393329" y="1288731"/>
                  </a:lnTo>
                  <a:lnTo>
                    <a:pt x="1407450" y="1324702"/>
                  </a:lnTo>
                  <a:close/>
                  <a:moveTo>
                    <a:pt x="1373269" y="1274169"/>
                  </a:moveTo>
                  <a:lnTo>
                    <a:pt x="1407450" y="1324702"/>
                  </a:lnTo>
                  <a:lnTo>
                    <a:pt x="1393329" y="1288731"/>
                  </a:lnTo>
                  <a:close/>
                  <a:moveTo>
                    <a:pt x="1314348" y="1239707"/>
                  </a:moveTo>
                  <a:lnTo>
                    <a:pt x="1407450" y="1324702"/>
                  </a:lnTo>
                  <a:lnTo>
                    <a:pt x="1373269" y="1274169"/>
                  </a:lnTo>
                  <a:close/>
                  <a:moveTo>
                    <a:pt x="1358816" y="1303647"/>
                  </a:moveTo>
                  <a:lnTo>
                    <a:pt x="1394306" y="1327168"/>
                  </a:lnTo>
                  <a:lnTo>
                    <a:pt x="1314883" y="1271075"/>
                  </a:lnTo>
                  <a:close/>
                  <a:moveTo>
                    <a:pt x="1247712" y="1124301"/>
                  </a:moveTo>
                  <a:lnTo>
                    <a:pt x="1191678" y="1089091"/>
                  </a:lnTo>
                  <a:lnTo>
                    <a:pt x="1245289" y="1135167"/>
                  </a:lnTo>
                  <a:close/>
                  <a:moveTo>
                    <a:pt x="1185568" y="1080522"/>
                  </a:moveTo>
                  <a:lnTo>
                    <a:pt x="1191678" y="1089091"/>
                  </a:lnTo>
                  <a:lnTo>
                    <a:pt x="1247712" y="1124301"/>
                  </a:lnTo>
                  <a:close/>
                  <a:moveTo>
                    <a:pt x="1217163" y="1042086"/>
                  </a:moveTo>
                  <a:lnTo>
                    <a:pt x="1185568" y="1080522"/>
                  </a:lnTo>
                  <a:lnTo>
                    <a:pt x="1247712" y="1124301"/>
                  </a:lnTo>
                  <a:close/>
                  <a:moveTo>
                    <a:pt x="1016077" y="989861"/>
                  </a:moveTo>
                  <a:lnTo>
                    <a:pt x="1086545" y="974671"/>
                  </a:lnTo>
                  <a:lnTo>
                    <a:pt x="1045181" y="883477"/>
                  </a:lnTo>
                  <a:close/>
                  <a:moveTo>
                    <a:pt x="816427" y="800717"/>
                  </a:moveTo>
                  <a:lnTo>
                    <a:pt x="833153" y="833877"/>
                  </a:lnTo>
                  <a:lnTo>
                    <a:pt x="828798" y="831029"/>
                  </a:lnTo>
                  <a:close/>
                  <a:moveTo>
                    <a:pt x="899767" y="633740"/>
                  </a:moveTo>
                  <a:lnTo>
                    <a:pt x="834334" y="589014"/>
                  </a:lnTo>
                  <a:lnTo>
                    <a:pt x="892781" y="631010"/>
                  </a:lnTo>
                  <a:close/>
                  <a:moveTo>
                    <a:pt x="906090" y="642097"/>
                  </a:moveTo>
                  <a:lnTo>
                    <a:pt x="899767" y="633740"/>
                  </a:lnTo>
                  <a:lnTo>
                    <a:pt x="892781" y="631010"/>
                  </a:lnTo>
                  <a:close/>
                  <a:moveTo>
                    <a:pt x="1491937" y="1155923"/>
                  </a:moveTo>
                  <a:lnTo>
                    <a:pt x="1593680" y="1133799"/>
                  </a:lnTo>
                  <a:lnTo>
                    <a:pt x="1474877" y="1069700"/>
                  </a:lnTo>
                  <a:close/>
                  <a:moveTo>
                    <a:pt x="1593680" y="1133799"/>
                  </a:moveTo>
                  <a:lnTo>
                    <a:pt x="1606594" y="1168079"/>
                  </a:lnTo>
                  <a:lnTo>
                    <a:pt x="1540850" y="1128207"/>
                  </a:lnTo>
                  <a:close/>
                  <a:moveTo>
                    <a:pt x="1817302" y="1091207"/>
                  </a:moveTo>
                  <a:lnTo>
                    <a:pt x="1885062" y="1173422"/>
                  </a:lnTo>
                  <a:lnTo>
                    <a:pt x="1902276" y="1164785"/>
                  </a:lnTo>
                  <a:close/>
                  <a:moveTo>
                    <a:pt x="1986487" y="1249334"/>
                  </a:moveTo>
                  <a:lnTo>
                    <a:pt x="2030742" y="1199596"/>
                  </a:lnTo>
                  <a:lnTo>
                    <a:pt x="1893357" y="1179794"/>
                  </a:lnTo>
                  <a:close/>
                  <a:moveTo>
                    <a:pt x="1792459" y="893196"/>
                  </a:moveTo>
                  <a:lnTo>
                    <a:pt x="1766380" y="983706"/>
                  </a:lnTo>
                  <a:lnTo>
                    <a:pt x="1845234" y="888340"/>
                  </a:lnTo>
                  <a:close/>
                  <a:moveTo>
                    <a:pt x="1704227" y="926777"/>
                  </a:moveTo>
                  <a:lnTo>
                    <a:pt x="1792459" y="893196"/>
                  </a:lnTo>
                  <a:lnTo>
                    <a:pt x="1795401" y="877010"/>
                  </a:lnTo>
                  <a:close/>
                  <a:moveTo>
                    <a:pt x="1794133" y="767688"/>
                  </a:moveTo>
                  <a:lnTo>
                    <a:pt x="1795401" y="877010"/>
                  </a:lnTo>
                  <a:lnTo>
                    <a:pt x="1830542" y="793191"/>
                  </a:lnTo>
                  <a:close/>
                  <a:moveTo>
                    <a:pt x="1784480" y="888340"/>
                  </a:moveTo>
                  <a:lnTo>
                    <a:pt x="1702069" y="806715"/>
                  </a:lnTo>
                  <a:lnTo>
                    <a:pt x="1756910" y="861504"/>
                  </a:lnTo>
                  <a:close/>
                  <a:moveTo>
                    <a:pt x="1738243" y="723910"/>
                  </a:moveTo>
                  <a:lnTo>
                    <a:pt x="1794133" y="767688"/>
                  </a:lnTo>
                  <a:lnTo>
                    <a:pt x="1737852" y="685473"/>
                  </a:lnTo>
                  <a:close/>
                  <a:moveTo>
                    <a:pt x="1334770" y="269418"/>
                  </a:moveTo>
                  <a:lnTo>
                    <a:pt x="1387663" y="251974"/>
                  </a:lnTo>
                  <a:lnTo>
                    <a:pt x="1261553" y="274327"/>
                  </a:lnTo>
                  <a:close/>
                  <a:moveTo>
                    <a:pt x="1839226" y="755083"/>
                  </a:moveTo>
                  <a:lnTo>
                    <a:pt x="1830542" y="793191"/>
                  </a:lnTo>
                  <a:lnTo>
                    <a:pt x="1910114" y="758044"/>
                  </a:lnTo>
                  <a:close/>
                  <a:moveTo>
                    <a:pt x="1529026" y="235961"/>
                  </a:moveTo>
                  <a:lnTo>
                    <a:pt x="1513013" y="226778"/>
                  </a:lnTo>
                  <a:lnTo>
                    <a:pt x="1467848" y="273111"/>
                  </a:lnTo>
                  <a:close/>
                  <a:moveTo>
                    <a:pt x="1387663" y="251974"/>
                  </a:moveTo>
                  <a:lnTo>
                    <a:pt x="1467848" y="273111"/>
                  </a:lnTo>
                  <a:lnTo>
                    <a:pt x="1513013" y="226778"/>
                  </a:lnTo>
                  <a:close/>
                  <a:moveTo>
                    <a:pt x="2098673" y="744516"/>
                  </a:moveTo>
                  <a:lnTo>
                    <a:pt x="2222565" y="785895"/>
                  </a:lnTo>
                  <a:lnTo>
                    <a:pt x="2232834" y="752260"/>
                  </a:lnTo>
                  <a:close/>
                  <a:moveTo>
                    <a:pt x="2072009" y="608600"/>
                  </a:moveTo>
                  <a:lnTo>
                    <a:pt x="2000035" y="545348"/>
                  </a:lnTo>
                  <a:lnTo>
                    <a:pt x="2026735" y="564822"/>
                  </a:lnTo>
                  <a:close/>
                  <a:moveTo>
                    <a:pt x="1882791" y="379888"/>
                  </a:moveTo>
                  <a:lnTo>
                    <a:pt x="1929193" y="444170"/>
                  </a:lnTo>
                  <a:lnTo>
                    <a:pt x="1924501" y="435430"/>
                  </a:lnTo>
                  <a:close/>
                  <a:moveTo>
                    <a:pt x="1881221" y="361955"/>
                  </a:moveTo>
                  <a:lnTo>
                    <a:pt x="1882791" y="379888"/>
                  </a:lnTo>
                  <a:lnTo>
                    <a:pt x="1924501" y="435430"/>
                  </a:lnTo>
                  <a:close/>
                  <a:moveTo>
                    <a:pt x="2232834" y="752260"/>
                  </a:moveTo>
                  <a:lnTo>
                    <a:pt x="2267420" y="690815"/>
                  </a:lnTo>
                  <a:lnTo>
                    <a:pt x="2255572" y="658969"/>
                  </a:lnTo>
                  <a:close/>
                  <a:moveTo>
                    <a:pt x="2230134" y="579558"/>
                  </a:moveTo>
                  <a:lnTo>
                    <a:pt x="2255572" y="658969"/>
                  </a:lnTo>
                  <a:lnTo>
                    <a:pt x="2267420" y="690815"/>
                  </a:lnTo>
                  <a:close/>
                  <a:moveTo>
                    <a:pt x="2152300" y="582243"/>
                  </a:moveTo>
                  <a:lnTo>
                    <a:pt x="2036625" y="575986"/>
                  </a:lnTo>
                  <a:lnTo>
                    <a:pt x="2072009" y="608600"/>
                  </a:lnTo>
                  <a:close/>
                  <a:moveTo>
                    <a:pt x="2152300" y="582243"/>
                  </a:moveTo>
                  <a:lnTo>
                    <a:pt x="2230134" y="579558"/>
                  </a:lnTo>
                  <a:lnTo>
                    <a:pt x="2180952" y="519449"/>
                  </a:lnTo>
                  <a:close/>
                  <a:moveTo>
                    <a:pt x="2152300" y="582243"/>
                  </a:moveTo>
                  <a:lnTo>
                    <a:pt x="2180952" y="519449"/>
                  </a:lnTo>
                  <a:lnTo>
                    <a:pt x="2138639" y="493257"/>
                  </a:lnTo>
                  <a:close/>
                  <a:moveTo>
                    <a:pt x="2111506" y="415223"/>
                  </a:moveTo>
                  <a:lnTo>
                    <a:pt x="2067533" y="476342"/>
                  </a:lnTo>
                  <a:lnTo>
                    <a:pt x="2064418" y="493005"/>
                  </a:lnTo>
                  <a:close/>
                  <a:moveTo>
                    <a:pt x="1910285" y="323518"/>
                  </a:moveTo>
                  <a:lnTo>
                    <a:pt x="1815139" y="274205"/>
                  </a:lnTo>
                  <a:lnTo>
                    <a:pt x="1830494" y="279740"/>
                  </a:lnTo>
                  <a:close/>
                  <a:moveTo>
                    <a:pt x="1910285" y="323518"/>
                  </a:moveTo>
                  <a:lnTo>
                    <a:pt x="1830494" y="279740"/>
                  </a:lnTo>
                  <a:lnTo>
                    <a:pt x="1881221" y="361955"/>
                  </a:lnTo>
                  <a:close/>
                  <a:moveTo>
                    <a:pt x="2121808" y="0"/>
                  </a:moveTo>
                  <a:lnTo>
                    <a:pt x="2043824" y="38437"/>
                  </a:lnTo>
                  <a:lnTo>
                    <a:pt x="2095899" y="88535"/>
                  </a:lnTo>
                  <a:close/>
                  <a:moveTo>
                    <a:pt x="2131900" y="7936"/>
                  </a:moveTo>
                  <a:lnTo>
                    <a:pt x="2161308" y="34959"/>
                  </a:lnTo>
                  <a:lnTo>
                    <a:pt x="2137271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14" name="Candidate_density__2013">
              <a:extLst>
                <a:ext uri="{FF2B5EF4-FFF2-40B4-BE49-F238E27FC236}">
                  <a16:creationId xmlns:a16="http://schemas.microsoft.com/office/drawing/2014/main" id="{E45BE568-6DB8-3E3C-4EF9-0C00C9803E08}"/>
                </a:ext>
              </a:extLst>
            </p:cNvPr>
            <p:cNvSpPr>
              <a:spLocks noGrp="1"/>
            </p:cNvSpPr>
            <p:nvPr/>
          </p:nvSpPr>
          <p:spPr>
            <a:xfrm>
              <a:off x="4553182" y="3672147"/>
              <a:ext cx="2074201" cy="1688785"/>
            </a:xfrm>
            <a:custGeom>
              <a:avLst/>
              <a:gdLst/>
              <a:ahLst/>
              <a:cxnLst/>
              <a:rect l="0" t="0" r="0" b="0"/>
              <a:pathLst>
                <a:path w="2074201" h="1688785">
                  <a:moveTo>
                    <a:pt x="797048" y="1688785"/>
                  </a:moveTo>
                  <a:lnTo>
                    <a:pt x="710984" y="1645662"/>
                  </a:lnTo>
                  <a:lnTo>
                    <a:pt x="736037" y="1675873"/>
                  </a:lnTo>
                  <a:close/>
                  <a:moveTo>
                    <a:pt x="0" y="874560"/>
                  </a:moveTo>
                  <a:lnTo>
                    <a:pt x="121246" y="834018"/>
                  </a:lnTo>
                  <a:lnTo>
                    <a:pt x="48670" y="841327"/>
                  </a:lnTo>
                  <a:close/>
                  <a:moveTo>
                    <a:pt x="835876" y="1618752"/>
                  </a:moveTo>
                  <a:lnTo>
                    <a:pt x="797048" y="1688785"/>
                  </a:lnTo>
                  <a:lnTo>
                    <a:pt x="915561" y="1638025"/>
                  </a:lnTo>
                  <a:close/>
                  <a:moveTo>
                    <a:pt x="365535" y="1118959"/>
                  </a:moveTo>
                  <a:lnTo>
                    <a:pt x="437796" y="1105344"/>
                  </a:lnTo>
                  <a:lnTo>
                    <a:pt x="455604" y="1032948"/>
                  </a:lnTo>
                  <a:close/>
                  <a:moveTo>
                    <a:pt x="386868" y="998307"/>
                  </a:moveTo>
                  <a:lnTo>
                    <a:pt x="365535" y="1118959"/>
                  </a:lnTo>
                  <a:lnTo>
                    <a:pt x="455604" y="1032948"/>
                  </a:lnTo>
                  <a:close/>
                  <a:moveTo>
                    <a:pt x="68538" y="762807"/>
                  </a:moveTo>
                  <a:lnTo>
                    <a:pt x="48670" y="841327"/>
                  </a:lnTo>
                  <a:lnTo>
                    <a:pt x="128047" y="775019"/>
                  </a:lnTo>
                  <a:close/>
                  <a:moveTo>
                    <a:pt x="118310" y="669447"/>
                  </a:moveTo>
                  <a:lnTo>
                    <a:pt x="74656" y="723281"/>
                  </a:lnTo>
                  <a:lnTo>
                    <a:pt x="130147" y="673220"/>
                  </a:lnTo>
                  <a:close/>
                  <a:moveTo>
                    <a:pt x="130147" y="673220"/>
                  </a:moveTo>
                  <a:lnTo>
                    <a:pt x="68538" y="762807"/>
                  </a:lnTo>
                  <a:lnTo>
                    <a:pt x="128047" y="775019"/>
                  </a:lnTo>
                  <a:close/>
                  <a:moveTo>
                    <a:pt x="340236" y="923881"/>
                  </a:moveTo>
                  <a:lnTo>
                    <a:pt x="357615" y="945243"/>
                  </a:lnTo>
                  <a:lnTo>
                    <a:pt x="280010" y="1012345"/>
                  </a:lnTo>
                  <a:close/>
                  <a:moveTo>
                    <a:pt x="915561" y="1638025"/>
                  </a:moveTo>
                  <a:lnTo>
                    <a:pt x="962527" y="1598419"/>
                  </a:lnTo>
                  <a:lnTo>
                    <a:pt x="835876" y="1618752"/>
                  </a:lnTo>
                  <a:close/>
                  <a:moveTo>
                    <a:pt x="386868" y="998307"/>
                  </a:moveTo>
                  <a:lnTo>
                    <a:pt x="455604" y="1032948"/>
                  </a:lnTo>
                  <a:lnTo>
                    <a:pt x="503784" y="997886"/>
                  </a:lnTo>
                  <a:close/>
                  <a:moveTo>
                    <a:pt x="589443" y="1039493"/>
                  </a:moveTo>
                  <a:lnTo>
                    <a:pt x="529398" y="991373"/>
                  </a:lnTo>
                  <a:lnTo>
                    <a:pt x="591869" y="1042086"/>
                  </a:lnTo>
                  <a:close/>
                  <a:moveTo>
                    <a:pt x="503784" y="997886"/>
                  </a:moveTo>
                  <a:lnTo>
                    <a:pt x="455604" y="1032948"/>
                  </a:lnTo>
                  <a:lnTo>
                    <a:pt x="589443" y="1039493"/>
                  </a:lnTo>
                  <a:close/>
                  <a:moveTo>
                    <a:pt x="230088" y="713225"/>
                  </a:moveTo>
                  <a:lnTo>
                    <a:pt x="161869" y="647430"/>
                  </a:lnTo>
                  <a:lnTo>
                    <a:pt x="170839" y="669447"/>
                  </a:lnTo>
                  <a:close/>
                  <a:moveTo>
                    <a:pt x="589443" y="1039493"/>
                  </a:moveTo>
                  <a:lnTo>
                    <a:pt x="693611" y="935097"/>
                  </a:lnTo>
                  <a:lnTo>
                    <a:pt x="632483" y="985210"/>
                  </a:lnTo>
                  <a:close/>
                  <a:moveTo>
                    <a:pt x="676488" y="1086282"/>
                  </a:moveTo>
                  <a:lnTo>
                    <a:pt x="721905" y="1042086"/>
                  </a:lnTo>
                  <a:lnTo>
                    <a:pt x="692082" y="1019798"/>
                  </a:lnTo>
                  <a:close/>
                  <a:moveTo>
                    <a:pt x="721905" y="1042086"/>
                  </a:moveTo>
                  <a:lnTo>
                    <a:pt x="693611" y="935097"/>
                  </a:lnTo>
                  <a:lnTo>
                    <a:pt x="692082" y="1019798"/>
                  </a:lnTo>
                  <a:close/>
                  <a:moveTo>
                    <a:pt x="632483" y="985210"/>
                  </a:moveTo>
                  <a:lnTo>
                    <a:pt x="503784" y="997886"/>
                  </a:lnTo>
                  <a:lnTo>
                    <a:pt x="589443" y="1039493"/>
                  </a:lnTo>
                  <a:close/>
                  <a:moveTo>
                    <a:pt x="408830" y="567840"/>
                  </a:moveTo>
                  <a:lnTo>
                    <a:pt x="445768" y="674788"/>
                  </a:lnTo>
                  <a:lnTo>
                    <a:pt x="421811" y="592574"/>
                  </a:lnTo>
                  <a:close/>
                  <a:moveTo>
                    <a:pt x="1039075" y="1175554"/>
                  </a:moveTo>
                  <a:lnTo>
                    <a:pt x="1042339" y="1117006"/>
                  </a:lnTo>
                  <a:lnTo>
                    <a:pt x="1036680" y="1211858"/>
                  </a:lnTo>
                  <a:close/>
                  <a:moveTo>
                    <a:pt x="990119" y="959276"/>
                  </a:moveTo>
                  <a:lnTo>
                    <a:pt x="1032676" y="1024769"/>
                  </a:lnTo>
                  <a:lnTo>
                    <a:pt x="1052624" y="1047428"/>
                  </a:lnTo>
                  <a:close/>
                  <a:moveTo>
                    <a:pt x="591366" y="515701"/>
                  </a:moveTo>
                  <a:lnTo>
                    <a:pt x="495131" y="458178"/>
                  </a:lnTo>
                  <a:lnTo>
                    <a:pt x="492281" y="471922"/>
                  </a:lnTo>
                  <a:close/>
                  <a:moveTo>
                    <a:pt x="627291" y="535392"/>
                  </a:moveTo>
                  <a:lnTo>
                    <a:pt x="583332" y="586240"/>
                  </a:lnTo>
                  <a:lnTo>
                    <a:pt x="709676" y="564755"/>
                  </a:lnTo>
                  <a:close/>
                  <a:moveTo>
                    <a:pt x="828303" y="729626"/>
                  </a:moveTo>
                  <a:lnTo>
                    <a:pt x="909326" y="753900"/>
                  </a:lnTo>
                  <a:lnTo>
                    <a:pt x="938430" y="647516"/>
                  </a:lnTo>
                  <a:close/>
                  <a:moveTo>
                    <a:pt x="979794" y="738710"/>
                  </a:moveTo>
                  <a:lnTo>
                    <a:pt x="991546" y="657839"/>
                  </a:lnTo>
                  <a:lnTo>
                    <a:pt x="938430" y="647516"/>
                  </a:lnTo>
                  <a:close/>
                  <a:moveTo>
                    <a:pt x="793016" y="397779"/>
                  </a:moveTo>
                  <a:lnTo>
                    <a:pt x="799339" y="406135"/>
                  </a:lnTo>
                  <a:lnTo>
                    <a:pt x="844203" y="477264"/>
                  </a:lnTo>
                  <a:close/>
                  <a:moveTo>
                    <a:pt x="876140" y="530385"/>
                  </a:moveTo>
                  <a:lnTo>
                    <a:pt x="929276" y="613291"/>
                  </a:lnTo>
                  <a:lnTo>
                    <a:pt x="904932" y="559479"/>
                  </a:lnTo>
                  <a:close/>
                  <a:moveTo>
                    <a:pt x="819917" y="438828"/>
                  </a:moveTo>
                  <a:lnTo>
                    <a:pt x="799339" y="406135"/>
                  </a:lnTo>
                  <a:lnTo>
                    <a:pt x="786029" y="395049"/>
                  </a:lnTo>
                  <a:close/>
                  <a:moveTo>
                    <a:pt x="876481" y="200694"/>
                  </a:moveTo>
                  <a:lnTo>
                    <a:pt x="876479" y="290425"/>
                  </a:lnTo>
                  <a:lnTo>
                    <a:pt x="869467" y="274397"/>
                  </a:lnTo>
                  <a:close/>
                  <a:moveTo>
                    <a:pt x="1486929" y="897838"/>
                  </a:moveTo>
                  <a:lnTo>
                    <a:pt x="1532573" y="1014333"/>
                  </a:lnTo>
                  <a:lnTo>
                    <a:pt x="1499843" y="932118"/>
                  </a:lnTo>
                  <a:close/>
                  <a:moveTo>
                    <a:pt x="1385186" y="919962"/>
                  </a:moveTo>
                  <a:lnTo>
                    <a:pt x="1493838" y="992313"/>
                  </a:lnTo>
                  <a:lnTo>
                    <a:pt x="1486929" y="897838"/>
                  </a:lnTo>
                  <a:close/>
                  <a:moveTo>
                    <a:pt x="1368125" y="833739"/>
                  </a:moveTo>
                  <a:lnTo>
                    <a:pt x="1434098" y="892246"/>
                  </a:lnTo>
                  <a:lnTo>
                    <a:pt x="1385378" y="849903"/>
                  </a:lnTo>
                  <a:close/>
                  <a:moveTo>
                    <a:pt x="1486929" y="897838"/>
                  </a:moveTo>
                  <a:lnTo>
                    <a:pt x="1434098" y="892246"/>
                  </a:lnTo>
                  <a:lnTo>
                    <a:pt x="1368125" y="833739"/>
                  </a:lnTo>
                  <a:close/>
                  <a:moveTo>
                    <a:pt x="1318121" y="813800"/>
                  </a:moveTo>
                  <a:lnTo>
                    <a:pt x="1337856" y="811068"/>
                  </a:lnTo>
                  <a:lnTo>
                    <a:pt x="1323721" y="729252"/>
                  </a:lnTo>
                  <a:close/>
                  <a:moveTo>
                    <a:pt x="1368125" y="833739"/>
                  </a:moveTo>
                  <a:lnTo>
                    <a:pt x="1337856" y="811068"/>
                  </a:lnTo>
                  <a:lnTo>
                    <a:pt x="1318121" y="813800"/>
                  </a:lnTo>
                  <a:close/>
                  <a:moveTo>
                    <a:pt x="876481" y="200694"/>
                  </a:moveTo>
                  <a:lnTo>
                    <a:pt x="869467" y="274397"/>
                  </a:lnTo>
                  <a:lnTo>
                    <a:pt x="914162" y="259790"/>
                  </a:lnTo>
                  <a:close/>
                  <a:moveTo>
                    <a:pt x="1685707" y="657235"/>
                  </a:moveTo>
                  <a:lnTo>
                    <a:pt x="1738482" y="652379"/>
                  </a:lnTo>
                  <a:lnTo>
                    <a:pt x="1688650" y="641049"/>
                  </a:lnTo>
                  <a:close/>
                  <a:moveTo>
                    <a:pt x="1154801" y="38366"/>
                  </a:moveTo>
                  <a:lnTo>
                    <a:pt x="1116284" y="16467"/>
                  </a:lnTo>
                  <a:lnTo>
                    <a:pt x="1183242" y="81246"/>
                  </a:lnTo>
                  <a:close/>
                  <a:moveTo>
                    <a:pt x="1228019" y="33456"/>
                  </a:moveTo>
                  <a:lnTo>
                    <a:pt x="1154801" y="38366"/>
                  </a:lnTo>
                  <a:lnTo>
                    <a:pt x="1183242" y="81246"/>
                  </a:lnTo>
                  <a:close/>
                  <a:moveTo>
                    <a:pt x="1961439" y="981239"/>
                  </a:moveTo>
                  <a:lnTo>
                    <a:pt x="1988368" y="942802"/>
                  </a:lnTo>
                  <a:lnTo>
                    <a:pt x="1923991" y="963634"/>
                  </a:lnTo>
                  <a:close/>
                  <a:moveTo>
                    <a:pt x="1738482" y="652379"/>
                  </a:moveTo>
                  <a:lnTo>
                    <a:pt x="1768946" y="662605"/>
                  </a:lnTo>
                  <a:lnTo>
                    <a:pt x="1771420" y="648144"/>
                  </a:lnTo>
                  <a:close/>
                  <a:moveTo>
                    <a:pt x="1738482" y="652379"/>
                  </a:moveTo>
                  <a:lnTo>
                    <a:pt x="1771420" y="648144"/>
                  </a:lnTo>
                  <a:lnTo>
                    <a:pt x="1688650" y="641049"/>
                  </a:lnTo>
                  <a:close/>
                  <a:moveTo>
                    <a:pt x="1688650" y="641049"/>
                  </a:moveTo>
                  <a:lnTo>
                    <a:pt x="1771420" y="648144"/>
                  </a:lnTo>
                  <a:lnTo>
                    <a:pt x="1796255" y="549505"/>
                  </a:lnTo>
                  <a:close/>
                  <a:moveTo>
                    <a:pt x="1688650" y="641049"/>
                  </a:moveTo>
                  <a:lnTo>
                    <a:pt x="1796255" y="549505"/>
                  </a:lnTo>
                  <a:lnTo>
                    <a:pt x="1723790" y="557230"/>
                  </a:lnTo>
                  <a:close/>
                  <a:moveTo>
                    <a:pt x="1771631" y="652379"/>
                  </a:moveTo>
                  <a:lnTo>
                    <a:pt x="1796255" y="549505"/>
                  </a:lnTo>
                  <a:lnTo>
                    <a:pt x="1771420" y="648144"/>
                  </a:lnTo>
                  <a:close/>
                  <a:moveTo>
                    <a:pt x="1804100" y="531727"/>
                  </a:moveTo>
                  <a:lnTo>
                    <a:pt x="1796255" y="549505"/>
                  </a:lnTo>
                  <a:lnTo>
                    <a:pt x="1771631" y="652379"/>
                  </a:lnTo>
                  <a:close/>
                  <a:moveTo>
                    <a:pt x="1280912" y="16013"/>
                  </a:moveTo>
                  <a:lnTo>
                    <a:pt x="1228019" y="33456"/>
                  </a:lnTo>
                  <a:lnTo>
                    <a:pt x="1361096" y="37150"/>
                  </a:lnTo>
                  <a:close/>
                  <a:moveTo>
                    <a:pt x="1803363" y="522083"/>
                  </a:moveTo>
                  <a:lnTo>
                    <a:pt x="1723790" y="557230"/>
                  </a:lnTo>
                  <a:lnTo>
                    <a:pt x="1796255" y="549505"/>
                  </a:lnTo>
                  <a:close/>
                  <a:moveTo>
                    <a:pt x="1812302" y="411076"/>
                  </a:moveTo>
                  <a:lnTo>
                    <a:pt x="1755465" y="460455"/>
                  </a:lnTo>
                  <a:lnTo>
                    <a:pt x="1812213" y="414795"/>
                  </a:lnTo>
                  <a:close/>
                  <a:moveTo>
                    <a:pt x="1812213" y="414795"/>
                  </a:moveTo>
                  <a:lnTo>
                    <a:pt x="1732474" y="519122"/>
                  </a:lnTo>
                  <a:lnTo>
                    <a:pt x="1803363" y="522083"/>
                  </a:lnTo>
                  <a:close/>
                  <a:moveTo>
                    <a:pt x="1803363" y="522083"/>
                  </a:moveTo>
                  <a:lnTo>
                    <a:pt x="1796255" y="549505"/>
                  </a:lnTo>
                  <a:lnTo>
                    <a:pt x="1804100" y="531727"/>
                  </a:lnTo>
                  <a:close/>
                  <a:moveTo>
                    <a:pt x="1422275" y="0"/>
                  </a:moveTo>
                  <a:lnTo>
                    <a:pt x="1436048" y="38726"/>
                  </a:lnTo>
                  <a:lnTo>
                    <a:pt x="1491959" y="32564"/>
                  </a:lnTo>
                  <a:close/>
                  <a:moveTo>
                    <a:pt x="1425584" y="38436"/>
                  </a:moveTo>
                  <a:lnTo>
                    <a:pt x="1422275" y="0"/>
                  </a:lnTo>
                  <a:lnTo>
                    <a:pt x="1361096" y="37150"/>
                  </a:lnTo>
                  <a:close/>
                  <a:moveTo>
                    <a:pt x="1929874" y="340025"/>
                  </a:moveTo>
                  <a:lnTo>
                    <a:pt x="1893283" y="309387"/>
                  </a:lnTo>
                  <a:lnTo>
                    <a:pt x="1965257" y="372639"/>
                  </a:lnTo>
                  <a:close/>
                  <a:moveTo>
                    <a:pt x="1851075" y="290424"/>
                  </a:moveTo>
                  <a:lnTo>
                    <a:pt x="1929874" y="340025"/>
                  </a:lnTo>
                  <a:lnTo>
                    <a:pt x="1957667" y="257044"/>
                  </a:lnTo>
                  <a:close/>
                  <a:moveTo>
                    <a:pt x="2001686" y="169772"/>
                  </a:moveTo>
                  <a:lnTo>
                    <a:pt x="1960782" y="240380"/>
                  </a:lnTo>
                  <a:lnTo>
                    <a:pt x="2004755" y="179262"/>
                  </a:lnTo>
                  <a:close/>
                  <a:moveTo>
                    <a:pt x="2004755" y="179262"/>
                  </a:moveTo>
                  <a:lnTo>
                    <a:pt x="1957667" y="257044"/>
                  </a:lnTo>
                  <a:lnTo>
                    <a:pt x="2031887" y="257296"/>
                  </a:lnTo>
                  <a:close/>
                  <a:moveTo>
                    <a:pt x="2031887" y="257296"/>
                  </a:moveTo>
                  <a:lnTo>
                    <a:pt x="2074201" y="283488"/>
                  </a:lnTo>
                  <a:lnTo>
                    <a:pt x="2004755" y="179262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15" name="Candidate_density__2014">
              <a:extLst>
                <a:ext uri="{FF2B5EF4-FFF2-40B4-BE49-F238E27FC236}">
                  <a16:creationId xmlns:a16="http://schemas.microsoft.com/office/drawing/2014/main" id="{5127378B-18AC-B199-6164-97A98583A484}"/>
                </a:ext>
              </a:extLst>
            </p:cNvPr>
            <p:cNvSpPr>
              <a:spLocks noGrp="1"/>
            </p:cNvSpPr>
            <p:nvPr/>
          </p:nvSpPr>
          <p:spPr>
            <a:xfrm>
              <a:off x="4449567" y="3625976"/>
              <a:ext cx="2252436" cy="1691833"/>
            </a:xfrm>
            <a:custGeom>
              <a:avLst/>
              <a:gdLst/>
              <a:ahLst/>
              <a:cxnLst/>
              <a:rect l="0" t="0" r="0" b="0"/>
              <a:pathLst>
                <a:path w="2252436" h="1691833">
                  <a:moveTo>
                    <a:pt x="12248" y="754055"/>
                  </a:moveTo>
                  <a:lnTo>
                    <a:pt x="0" y="788252"/>
                  </a:lnTo>
                  <a:lnTo>
                    <a:pt x="2577" y="874706"/>
                  </a:lnTo>
                  <a:close/>
                  <a:moveTo>
                    <a:pt x="784006" y="1676027"/>
                  </a:moveTo>
                  <a:lnTo>
                    <a:pt x="814600" y="1691833"/>
                  </a:lnTo>
                  <a:lnTo>
                    <a:pt x="791377" y="1658420"/>
                  </a:lnTo>
                  <a:close/>
                  <a:moveTo>
                    <a:pt x="32066" y="716671"/>
                  </a:moveTo>
                  <a:lnTo>
                    <a:pt x="0" y="788252"/>
                  </a:lnTo>
                  <a:lnTo>
                    <a:pt x="12248" y="754055"/>
                  </a:lnTo>
                  <a:close/>
                  <a:moveTo>
                    <a:pt x="791377" y="1658420"/>
                  </a:moveTo>
                  <a:lnTo>
                    <a:pt x="814600" y="1691833"/>
                  </a:lnTo>
                  <a:lnTo>
                    <a:pt x="855125" y="1628147"/>
                  </a:lnTo>
                  <a:close/>
                  <a:moveTo>
                    <a:pt x="374279" y="880048"/>
                  </a:moveTo>
                  <a:lnTo>
                    <a:pt x="347692" y="845572"/>
                  </a:lnTo>
                  <a:lnTo>
                    <a:pt x="302840" y="893082"/>
                  </a:lnTo>
                  <a:close/>
                  <a:moveTo>
                    <a:pt x="347692" y="845572"/>
                  </a:moveTo>
                  <a:lnTo>
                    <a:pt x="312169" y="797833"/>
                  </a:lnTo>
                  <a:lnTo>
                    <a:pt x="224862" y="880189"/>
                  </a:lnTo>
                  <a:close/>
                  <a:moveTo>
                    <a:pt x="1025354" y="1492089"/>
                  </a:moveTo>
                  <a:lnTo>
                    <a:pt x="941974" y="1508101"/>
                  </a:lnTo>
                  <a:lnTo>
                    <a:pt x="1017251" y="1499332"/>
                  </a:lnTo>
                  <a:close/>
                  <a:moveTo>
                    <a:pt x="374279" y="880048"/>
                  </a:moveTo>
                  <a:lnTo>
                    <a:pt x="363557" y="904884"/>
                  </a:lnTo>
                  <a:lnTo>
                    <a:pt x="407102" y="939337"/>
                  </a:lnTo>
                  <a:close/>
                  <a:moveTo>
                    <a:pt x="374279" y="880048"/>
                  </a:moveTo>
                  <a:lnTo>
                    <a:pt x="448023" y="841612"/>
                  </a:lnTo>
                  <a:lnTo>
                    <a:pt x="347692" y="845572"/>
                  </a:lnTo>
                  <a:close/>
                  <a:moveTo>
                    <a:pt x="333704" y="759396"/>
                  </a:moveTo>
                  <a:lnTo>
                    <a:pt x="312169" y="797833"/>
                  </a:lnTo>
                  <a:lnTo>
                    <a:pt x="347692" y="845572"/>
                  </a:lnTo>
                  <a:close/>
                  <a:moveTo>
                    <a:pt x="1219887" y="1231695"/>
                  </a:moveTo>
                  <a:lnTo>
                    <a:pt x="1236150" y="1137378"/>
                  </a:lnTo>
                  <a:lnTo>
                    <a:pt x="1225134" y="1159397"/>
                  </a:lnTo>
                  <a:close/>
                  <a:moveTo>
                    <a:pt x="1225134" y="1159397"/>
                  </a:moveTo>
                  <a:lnTo>
                    <a:pt x="1236150" y="1137378"/>
                  </a:lnTo>
                  <a:lnTo>
                    <a:pt x="1248121" y="1122054"/>
                  </a:lnTo>
                  <a:close/>
                  <a:moveTo>
                    <a:pt x="1248121" y="1122054"/>
                  </a:moveTo>
                  <a:lnTo>
                    <a:pt x="1236150" y="1137378"/>
                  </a:lnTo>
                  <a:lnTo>
                    <a:pt x="1265832" y="1126311"/>
                  </a:lnTo>
                  <a:close/>
                  <a:moveTo>
                    <a:pt x="1265832" y="1126311"/>
                  </a:moveTo>
                  <a:lnTo>
                    <a:pt x="1311748" y="1081285"/>
                  </a:lnTo>
                  <a:lnTo>
                    <a:pt x="1248121" y="1122054"/>
                  </a:lnTo>
                  <a:close/>
                  <a:moveTo>
                    <a:pt x="1355680" y="1113857"/>
                  </a:moveTo>
                  <a:lnTo>
                    <a:pt x="1311748" y="1081285"/>
                  </a:lnTo>
                  <a:lnTo>
                    <a:pt x="1265832" y="1126311"/>
                  </a:lnTo>
                  <a:close/>
                  <a:moveTo>
                    <a:pt x="1388984" y="978289"/>
                  </a:moveTo>
                  <a:lnTo>
                    <a:pt x="1313763" y="1016726"/>
                  </a:lnTo>
                  <a:lnTo>
                    <a:pt x="1370134" y="1084379"/>
                  </a:lnTo>
                  <a:close/>
                  <a:moveTo>
                    <a:pt x="1952935" y="945195"/>
                  </a:moveTo>
                  <a:lnTo>
                    <a:pt x="1918872" y="862980"/>
                  </a:lnTo>
                  <a:lnTo>
                    <a:pt x="1899140" y="974995"/>
                  </a:lnTo>
                  <a:close/>
                  <a:moveTo>
                    <a:pt x="1918872" y="862980"/>
                  </a:moveTo>
                  <a:lnTo>
                    <a:pt x="1909822" y="866218"/>
                  </a:lnTo>
                  <a:lnTo>
                    <a:pt x="1899140" y="974995"/>
                  </a:lnTo>
                  <a:close/>
                  <a:moveTo>
                    <a:pt x="1909822" y="866218"/>
                  </a:moveTo>
                  <a:lnTo>
                    <a:pt x="1918872" y="862980"/>
                  </a:lnTo>
                  <a:lnTo>
                    <a:pt x="1973501" y="807516"/>
                  </a:lnTo>
                  <a:close/>
                  <a:moveTo>
                    <a:pt x="1994547" y="906758"/>
                  </a:moveTo>
                  <a:lnTo>
                    <a:pt x="1918872" y="862980"/>
                  </a:lnTo>
                  <a:lnTo>
                    <a:pt x="1952935" y="945195"/>
                  </a:lnTo>
                  <a:close/>
                  <a:moveTo>
                    <a:pt x="1997618" y="755342"/>
                  </a:moveTo>
                  <a:lnTo>
                    <a:pt x="1918872" y="862980"/>
                  </a:lnTo>
                  <a:lnTo>
                    <a:pt x="1919656" y="858223"/>
                  </a:lnTo>
                  <a:close/>
                  <a:moveTo>
                    <a:pt x="1201592" y="40829"/>
                  </a:moveTo>
                  <a:lnTo>
                    <a:pt x="1258417" y="84537"/>
                  </a:lnTo>
                  <a:lnTo>
                    <a:pt x="1269777" y="22089"/>
                  </a:lnTo>
                  <a:close/>
                  <a:moveTo>
                    <a:pt x="1235806" y="0"/>
                  </a:moveTo>
                  <a:lnTo>
                    <a:pt x="1201592" y="40829"/>
                  </a:lnTo>
                  <a:lnTo>
                    <a:pt x="1269777" y="22089"/>
                  </a:lnTo>
                  <a:close/>
                  <a:moveTo>
                    <a:pt x="1258417" y="84537"/>
                  </a:moveTo>
                  <a:lnTo>
                    <a:pt x="1309769" y="2392"/>
                  </a:lnTo>
                  <a:lnTo>
                    <a:pt x="1269777" y="22089"/>
                  </a:lnTo>
                  <a:close/>
                  <a:moveTo>
                    <a:pt x="2043276" y="457247"/>
                  </a:moveTo>
                  <a:lnTo>
                    <a:pt x="2072001" y="539462"/>
                  </a:lnTo>
                  <a:lnTo>
                    <a:pt x="2137169" y="501025"/>
                  </a:lnTo>
                  <a:close/>
                  <a:moveTo>
                    <a:pt x="2137169" y="501025"/>
                  </a:moveTo>
                  <a:lnTo>
                    <a:pt x="2139934" y="505514"/>
                  </a:lnTo>
                  <a:lnTo>
                    <a:pt x="2141306" y="498933"/>
                  </a:lnTo>
                  <a:close/>
                  <a:moveTo>
                    <a:pt x="2252436" y="469179"/>
                  </a:moveTo>
                  <a:lnTo>
                    <a:pt x="2141306" y="498933"/>
                  </a:lnTo>
                  <a:lnTo>
                    <a:pt x="2139934" y="50551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16" name="Candidate_density__2015">
              <a:extLst>
                <a:ext uri="{FF2B5EF4-FFF2-40B4-BE49-F238E27FC236}">
                  <a16:creationId xmlns:a16="http://schemas.microsoft.com/office/drawing/2014/main" id="{B2B7EA1F-3A5B-18BA-7555-5CE677785C05}"/>
                </a:ext>
              </a:extLst>
            </p:cNvPr>
            <p:cNvSpPr>
              <a:spLocks noGrp="1"/>
            </p:cNvSpPr>
            <p:nvPr/>
          </p:nvSpPr>
          <p:spPr>
            <a:xfrm>
              <a:off x="5350231" y="3646454"/>
              <a:ext cx="1265570" cy="1714478"/>
            </a:xfrm>
            <a:custGeom>
              <a:avLst/>
              <a:gdLst/>
              <a:ahLst/>
              <a:cxnLst/>
              <a:rect l="0" t="0" r="0" b="0"/>
              <a:pathLst>
                <a:path w="1265570" h="1714478">
                  <a:moveTo>
                    <a:pt x="0" y="1714478"/>
                  </a:moveTo>
                  <a:lnTo>
                    <a:pt x="70381" y="1698964"/>
                  </a:lnTo>
                  <a:lnTo>
                    <a:pt x="118513" y="1663718"/>
                  </a:lnTo>
                  <a:close/>
                  <a:moveTo>
                    <a:pt x="136062" y="1371092"/>
                  </a:moveTo>
                  <a:lnTo>
                    <a:pt x="216779" y="1322055"/>
                  </a:lnTo>
                  <a:lnTo>
                    <a:pt x="177379" y="1358203"/>
                  </a:lnTo>
                  <a:close/>
                  <a:moveTo>
                    <a:pt x="177379" y="1358203"/>
                  </a:moveTo>
                  <a:lnTo>
                    <a:pt x="216779" y="1322055"/>
                  </a:lnTo>
                  <a:lnTo>
                    <a:pt x="185403" y="1330979"/>
                  </a:lnTo>
                  <a:close/>
                  <a:moveTo>
                    <a:pt x="242026" y="1201248"/>
                  </a:moveTo>
                  <a:lnTo>
                    <a:pt x="239167" y="1247770"/>
                  </a:lnTo>
                  <a:lnTo>
                    <a:pt x="270000" y="1275988"/>
                  </a:lnTo>
                  <a:close/>
                  <a:moveTo>
                    <a:pt x="123169" y="300091"/>
                  </a:moveTo>
                  <a:lnTo>
                    <a:pt x="104878" y="321524"/>
                  </a:lnTo>
                  <a:lnTo>
                    <a:pt x="79430" y="316119"/>
                  </a:lnTo>
                  <a:close/>
                  <a:moveTo>
                    <a:pt x="117113" y="285483"/>
                  </a:moveTo>
                  <a:lnTo>
                    <a:pt x="104878" y="321524"/>
                  </a:lnTo>
                  <a:lnTo>
                    <a:pt x="123169" y="300091"/>
                  </a:lnTo>
                  <a:close/>
                  <a:moveTo>
                    <a:pt x="1265570" y="1013772"/>
                  </a:moveTo>
                  <a:lnTo>
                    <a:pt x="1191319" y="968496"/>
                  </a:lnTo>
                  <a:lnTo>
                    <a:pt x="1210042" y="1021367"/>
                  </a:lnTo>
                  <a:close/>
                  <a:moveTo>
                    <a:pt x="639000" y="64419"/>
                  </a:moveTo>
                  <a:lnTo>
                    <a:pt x="641485" y="64130"/>
                  </a:lnTo>
                  <a:lnTo>
                    <a:pt x="767467" y="50880"/>
                  </a:lnTo>
                  <a:close/>
                  <a:moveTo>
                    <a:pt x="789069" y="25693"/>
                  </a:moveTo>
                  <a:lnTo>
                    <a:pt x="811418" y="0"/>
                  </a:lnTo>
                  <a:lnTo>
                    <a:pt x="767467" y="5088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17" name="Candidate_density__2016">
              <a:extLst>
                <a:ext uri="{FF2B5EF4-FFF2-40B4-BE49-F238E27FC236}">
                  <a16:creationId xmlns:a16="http://schemas.microsoft.com/office/drawing/2014/main" id="{9278D54A-01A0-BA58-2853-E6BC3544BC3A}"/>
                </a:ext>
              </a:extLst>
            </p:cNvPr>
            <p:cNvSpPr>
              <a:spLocks noGrp="1"/>
            </p:cNvSpPr>
            <p:nvPr/>
          </p:nvSpPr>
          <p:spPr>
            <a:xfrm>
              <a:off x="4621720" y="3646454"/>
              <a:ext cx="1938553" cy="1663718"/>
            </a:xfrm>
            <a:custGeom>
              <a:avLst/>
              <a:gdLst/>
              <a:ahLst/>
              <a:cxnLst/>
              <a:rect l="0" t="0" r="0" b="0"/>
              <a:pathLst>
                <a:path w="1938553" h="1663718">
                  <a:moveTo>
                    <a:pt x="61609" y="698913"/>
                  </a:moveTo>
                  <a:lnTo>
                    <a:pt x="6118" y="748975"/>
                  </a:lnTo>
                  <a:lnTo>
                    <a:pt x="0" y="788501"/>
                  </a:lnTo>
                  <a:close/>
                  <a:moveTo>
                    <a:pt x="917148" y="1647243"/>
                  </a:moveTo>
                  <a:lnTo>
                    <a:pt x="893989" y="1624112"/>
                  </a:lnTo>
                  <a:lnTo>
                    <a:pt x="847024" y="1663718"/>
                  </a:lnTo>
                  <a:close/>
                  <a:moveTo>
                    <a:pt x="387066" y="1058642"/>
                  </a:moveTo>
                  <a:lnTo>
                    <a:pt x="436321" y="1024000"/>
                  </a:lnTo>
                  <a:lnTo>
                    <a:pt x="520905" y="1065186"/>
                  </a:lnTo>
                  <a:close/>
                  <a:moveTo>
                    <a:pt x="631242" y="947127"/>
                  </a:moveTo>
                  <a:lnTo>
                    <a:pt x="625073" y="960790"/>
                  </a:lnTo>
                  <a:lnTo>
                    <a:pt x="653368" y="1067779"/>
                  </a:lnTo>
                  <a:close/>
                  <a:moveTo>
                    <a:pt x="925894" y="1312993"/>
                  </a:moveTo>
                  <a:lnTo>
                    <a:pt x="945290" y="1322055"/>
                  </a:lnTo>
                  <a:lnTo>
                    <a:pt x="967678" y="1247770"/>
                  </a:lnTo>
                  <a:close/>
                  <a:moveTo>
                    <a:pt x="970537" y="1201248"/>
                  </a:moveTo>
                  <a:lnTo>
                    <a:pt x="998156" y="1241055"/>
                  </a:lnTo>
                  <a:lnTo>
                    <a:pt x="1010803" y="1155336"/>
                  </a:lnTo>
                  <a:close/>
                  <a:moveTo>
                    <a:pt x="968142" y="1237551"/>
                  </a:moveTo>
                  <a:lnTo>
                    <a:pt x="967678" y="1247770"/>
                  </a:lnTo>
                  <a:lnTo>
                    <a:pt x="970537" y="1201248"/>
                  </a:lnTo>
                  <a:close/>
                  <a:moveTo>
                    <a:pt x="630959" y="939371"/>
                  </a:moveTo>
                  <a:lnTo>
                    <a:pt x="618251" y="935284"/>
                  </a:lnTo>
                  <a:lnTo>
                    <a:pt x="626422" y="908691"/>
                  </a:lnTo>
                  <a:close/>
                  <a:moveTo>
                    <a:pt x="326769" y="504435"/>
                  </a:moveTo>
                  <a:lnTo>
                    <a:pt x="340292" y="593533"/>
                  </a:lnTo>
                  <a:lnTo>
                    <a:pt x="353274" y="618267"/>
                  </a:lnTo>
                  <a:close/>
                  <a:moveTo>
                    <a:pt x="1239456" y="1199115"/>
                  </a:moveTo>
                  <a:lnTo>
                    <a:pt x="1219017" y="1116900"/>
                  </a:lnTo>
                  <a:lnTo>
                    <a:pt x="1211490" y="1114410"/>
                  </a:lnTo>
                  <a:close/>
                  <a:moveTo>
                    <a:pt x="1290407" y="1167173"/>
                  </a:moveTo>
                  <a:lnTo>
                    <a:pt x="1239456" y="1199115"/>
                  </a:lnTo>
                  <a:lnTo>
                    <a:pt x="1211490" y="1114410"/>
                  </a:lnTo>
                  <a:close/>
                  <a:moveTo>
                    <a:pt x="1232160" y="1114434"/>
                  </a:moveTo>
                  <a:lnTo>
                    <a:pt x="1290407" y="1167173"/>
                  </a:lnTo>
                  <a:lnTo>
                    <a:pt x="1211490" y="1114410"/>
                  </a:lnTo>
                  <a:close/>
                  <a:moveTo>
                    <a:pt x="869892" y="673209"/>
                  </a:moveTo>
                  <a:lnTo>
                    <a:pt x="923008" y="683532"/>
                  </a:lnTo>
                  <a:lnTo>
                    <a:pt x="881711" y="667388"/>
                  </a:lnTo>
                  <a:close/>
                  <a:moveTo>
                    <a:pt x="860739" y="638984"/>
                  </a:moveTo>
                  <a:lnTo>
                    <a:pt x="881711" y="667388"/>
                  </a:lnTo>
                  <a:lnTo>
                    <a:pt x="836533" y="593151"/>
                  </a:lnTo>
                  <a:close/>
                  <a:moveTo>
                    <a:pt x="881711" y="667388"/>
                  </a:moveTo>
                  <a:lnTo>
                    <a:pt x="923008" y="683532"/>
                  </a:lnTo>
                  <a:lnTo>
                    <a:pt x="836533" y="593151"/>
                  </a:lnTo>
                  <a:close/>
                  <a:moveTo>
                    <a:pt x="869892" y="673209"/>
                  </a:moveTo>
                  <a:lnTo>
                    <a:pt x="881711" y="667388"/>
                  </a:lnTo>
                  <a:lnTo>
                    <a:pt x="885963" y="653057"/>
                  </a:lnTo>
                  <a:close/>
                  <a:moveTo>
                    <a:pt x="885963" y="653057"/>
                  </a:moveTo>
                  <a:lnTo>
                    <a:pt x="881711" y="667388"/>
                  </a:lnTo>
                  <a:lnTo>
                    <a:pt x="860739" y="638984"/>
                  </a:lnTo>
                  <a:close/>
                  <a:moveTo>
                    <a:pt x="800930" y="300091"/>
                  </a:moveTo>
                  <a:lnTo>
                    <a:pt x="807941" y="316119"/>
                  </a:lnTo>
                  <a:lnTo>
                    <a:pt x="833389" y="321524"/>
                  </a:lnTo>
                  <a:close/>
                  <a:moveTo>
                    <a:pt x="800930" y="300091"/>
                  </a:moveTo>
                  <a:lnTo>
                    <a:pt x="833389" y="321524"/>
                  </a:lnTo>
                  <a:lnTo>
                    <a:pt x="845624" y="285483"/>
                  </a:lnTo>
                  <a:close/>
                  <a:moveTo>
                    <a:pt x="845624" y="285483"/>
                  </a:moveTo>
                  <a:lnTo>
                    <a:pt x="851680" y="300091"/>
                  </a:lnTo>
                  <a:lnTo>
                    <a:pt x="807943" y="226387"/>
                  </a:lnTo>
                  <a:close/>
                  <a:moveTo>
                    <a:pt x="1865846" y="964730"/>
                  </a:moveTo>
                  <a:lnTo>
                    <a:pt x="1892901" y="1006932"/>
                  </a:lnTo>
                  <a:lnTo>
                    <a:pt x="1855453" y="989328"/>
                  </a:lnTo>
                  <a:close/>
                  <a:moveTo>
                    <a:pt x="1938553" y="1021367"/>
                  </a:moveTo>
                  <a:lnTo>
                    <a:pt x="1919830" y="968496"/>
                  </a:lnTo>
                  <a:lnTo>
                    <a:pt x="1892901" y="1006932"/>
                  </a:lnTo>
                  <a:close/>
                  <a:moveTo>
                    <a:pt x="1159481" y="59150"/>
                  </a:moveTo>
                  <a:lnTo>
                    <a:pt x="1242974" y="92659"/>
                  </a:lnTo>
                  <a:lnTo>
                    <a:pt x="1292559" y="62844"/>
                  </a:lnTo>
                  <a:close/>
                  <a:moveTo>
                    <a:pt x="1743676" y="440488"/>
                  </a:moveTo>
                  <a:lnTo>
                    <a:pt x="1734825" y="547776"/>
                  </a:lnTo>
                  <a:lnTo>
                    <a:pt x="1735562" y="557420"/>
                  </a:lnTo>
                  <a:close/>
                  <a:moveTo>
                    <a:pt x="1353737" y="25693"/>
                  </a:moveTo>
                  <a:lnTo>
                    <a:pt x="1357046" y="64130"/>
                  </a:lnTo>
                  <a:lnTo>
                    <a:pt x="1367510" y="64419"/>
                  </a:lnTo>
                  <a:close/>
                  <a:moveTo>
                    <a:pt x="1423421" y="58258"/>
                  </a:moveTo>
                  <a:lnTo>
                    <a:pt x="1367510" y="64419"/>
                  </a:lnTo>
                  <a:lnTo>
                    <a:pt x="1495978" y="50880"/>
                  </a:lnTo>
                  <a:close/>
                  <a:moveTo>
                    <a:pt x="1495978" y="50880"/>
                  </a:moveTo>
                  <a:lnTo>
                    <a:pt x="1539928" y="0"/>
                  </a:lnTo>
                  <a:lnTo>
                    <a:pt x="1423421" y="58258"/>
                  </a:lnTo>
                  <a:close/>
                  <a:moveTo>
                    <a:pt x="1782537" y="316117"/>
                  </a:moveTo>
                  <a:lnTo>
                    <a:pt x="1824745" y="335080"/>
                  </a:lnTo>
                  <a:lnTo>
                    <a:pt x="1861336" y="365718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18" name="Candidate_density__2017">
              <a:extLst>
                <a:ext uri="{FF2B5EF4-FFF2-40B4-BE49-F238E27FC236}">
                  <a16:creationId xmlns:a16="http://schemas.microsoft.com/office/drawing/2014/main" id="{2CEE4EA7-A7E6-F579-D9FD-DD26C37DA7EF}"/>
                </a:ext>
              </a:extLst>
            </p:cNvPr>
            <p:cNvSpPr>
              <a:spLocks noGrp="1"/>
            </p:cNvSpPr>
            <p:nvPr/>
          </p:nvSpPr>
          <p:spPr>
            <a:xfrm>
              <a:off x="5715399" y="4484199"/>
              <a:ext cx="728715" cy="276665"/>
            </a:xfrm>
            <a:custGeom>
              <a:avLst/>
              <a:gdLst/>
              <a:ahLst/>
              <a:cxnLst/>
              <a:rect l="0" t="0" r="0" b="0"/>
              <a:pathLst>
                <a:path w="728715" h="276665">
                  <a:moveTo>
                    <a:pt x="89848" y="255634"/>
                  </a:moveTo>
                  <a:lnTo>
                    <a:pt x="0" y="268087"/>
                  </a:lnTo>
                  <a:lnTo>
                    <a:pt x="117811" y="276665"/>
                  </a:lnTo>
                  <a:close/>
                  <a:moveTo>
                    <a:pt x="728715" y="48535"/>
                  </a:moveTo>
                  <a:lnTo>
                    <a:pt x="653824" y="0"/>
                  </a:lnTo>
                  <a:lnTo>
                    <a:pt x="653040" y="475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19" name="Candidate_density__2018">
              <a:extLst>
                <a:ext uri="{FF2B5EF4-FFF2-40B4-BE49-F238E27FC236}">
                  <a16:creationId xmlns:a16="http://schemas.microsoft.com/office/drawing/2014/main" id="{23070956-8FAA-342C-D215-4B6BDD2946DE}"/>
                </a:ext>
              </a:extLst>
            </p:cNvPr>
            <p:cNvSpPr>
              <a:spLocks noGrp="1"/>
            </p:cNvSpPr>
            <p:nvPr/>
          </p:nvSpPr>
          <p:spPr>
            <a:xfrm>
              <a:off x="4461814" y="3436731"/>
              <a:ext cx="2204452" cy="1881077"/>
            </a:xfrm>
            <a:custGeom>
              <a:avLst/>
              <a:gdLst/>
              <a:ahLst/>
              <a:cxnLst/>
              <a:rect l="0" t="0" r="0" b="0"/>
              <a:pathLst>
                <a:path w="2204452" h="1881077">
                  <a:moveTo>
                    <a:pt x="23532" y="1025514"/>
                  </a:moveTo>
                  <a:lnTo>
                    <a:pt x="13407" y="1097148"/>
                  </a:lnTo>
                  <a:lnTo>
                    <a:pt x="60326" y="1057369"/>
                  </a:lnTo>
                  <a:close/>
                  <a:moveTo>
                    <a:pt x="743144" y="1765450"/>
                  </a:moveTo>
                  <a:lnTo>
                    <a:pt x="836316" y="1809228"/>
                  </a:lnTo>
                  <a:lnTo>
                    <a:pt x="778202" y="1727013"/>
                  </a:lnTo>
                  <a:close/>
                  <a:moveTo>
                    <a:pt x="842877" y="1817391"/>
                  </a:moveTo>
                  <a:lnTo>
                    <a:pt x="802352" y="1881077"/>
                  </a:lnTo>
                  <a:lnTo>
                    <a:pt x="927244" y="1854168"/>
                  </a:lnTo>
                  <a:close/>
                  <a:moveTo>
                    <a:pt x="728300" y="1667663"/>
                  </a:moveTo>
                  <a:lnTo>
                    <a:pt x="707165" y="1657008"/>
                  </a:lnTo>
                  <a:lnTo>
                    <a:pt x="778202" y="1727013"/>
                  </a:lnTo>
                  <a:close/>
                  <a:moveTo>
                    <a:pt x="622226" y="1565378"/>
                  </a:moveTo>
                  <a:lnTo>
                    <a:pt x="704884" y="1644798"/>
                  </a:lnTo>
                  <a:lnTo>
                    <a:pt x="627461" y="1569301"/>
                  </a:lnTo>
                  <a:close/>
                  <a:moveTo>
                    <a:pt x="622226" y="1565378"/>
                  </a:moveTo>
                  <a:lnTo>
                    <a:pt x="707165" y="1657008"/>
                  </a:lnTo>
                  <a:lnTo>
                    <a:pt x="704884" y="1644798"/>
                  </a:lnTo>
                  <a:close/>
                  <a:moveTo>
                    <a:pt x="0" y="943299"/>
                  </a:moveTo>
                  <a:lnTo>
                    <a:pt x="23532" y="1025514"/>
                  </a:lnTo>
                  <a:lnTo>
                    <a:pt x="48269" y="987078"/>
                  </a:lnTo>
                  <a:close/>
                  <a:moveTo>
                    <a:pt x="704884" y="1644798"/>
                  </a:moveTo>
                  <a:lnTo>
                    <a:pt x="707165" y="1657008"/>
                  </a:lnTo>
                  <a:lnTo>
                    <a:pt x="728300" y="1667663"/>
                  </a:lnTo>
                  <a:close/>
                  <a:moveTo>
                    <a:pt x="621152" y="1562583"/>
                  </a:moveTo>
                  <a:lnTo>
                    <a:pt x="622226" y="1565378"/>
                  </a:lnTo>
                  <a:lnTo>
                    <a:pt x="627461" y="1569301"/>
                  </a:lnTo>
                  <a:close/>
                  <a:moveTo>
                    <a:pt x="1053895" y="1833835"/>
                  </a:moveTo>
                  <a:lnTo>
                    <a:pt x="985508" y="1770792"/>
                  </a:lnTo>
                  <a:lnTo>
                    <a:pt x="927244" y="1854168"/>
                  </a:lnTo>
                  <a:close/>
                  <a:moveTo>
                    <a:pt x="841806" y="1708232"/>
                  </a:moveTo>
                  <a:lnTo>
                    <a:pt x="728300" y="1667663"/>
                  </a:lnTo>
                  <a:lnTo>
                    <a:pt x="778202" y="1727013"/>
                  </a:lnTo>
                  <a:close/>
                  <a:moveTo>
                    <a:pt x="735055" y="1634334"/>
                  </a:moveTo>
                  <a:lnTo>
                    <a:pt x="728300" y="1667663"/>
                  </a:lnTo>
                  <a:lnTo>
                    <a:pt x="841806" y="1708232"/>
                  </a:lnTo>
                  <a:close/>
                  <a:moveTo>
                    <a:pt x="841492" y="1608395"/>
                  </a:moveTo>
                  <a:lnTo>
                    <a:pt x="735055" y="1634334"/>
                  </a:lnTo>
                  <a:lnTo>
                    <a:pt x="841806" y="1708232"/>
                  </a:lnTo>
                  <a:close/>
                  <a:moveTo>
                    <a:pt x="704884" y="1644798"/>
                  </a:moveTo>
                  <a:lnTo>
                    <a:pt x="728300" y="1667663"/>
                  </a:lnTo>
                  <a:lnTo>
                    <a:pt x="735055" y="1634334"/>
                  </a:lnTo>
                  <a:close/>
                  <a:moveTo>
                    <a:pt x="631066" y="1558191"/>
                  </a:moveTo>
                  <a:lnTo>
                    <a:pt x="627461" y="1569301"/>
                  </a:lnTo>
                  <a:lnTo>
                    <a:pt x="743773" y="1524147"/>
                  </a:lnTo>
                  <a:close/>
                  <a:moveTo>
                    <a:pt x="627461" y="1569301"/>
                  </a:moveTo>
                  <a:lnTo>
                    <a:pt x="704884" y="1644798"/>
                  </a:lnTo>
                  <a:lnTo>
                    <a:pt x="743773" y="1524147"/>
                  </a:lnTo>
                  <a:close/>
                  <a:moveTo>
                    <a:pt x="743773" y="1524147"/>
                  </a:moveTo>
                  <a:lnTo>
                    <a:pt x="704884" y="1644798"/>
                  </a:lnTo>
                  <a:lnTo>
                    <a:pt x="748411" y="1527657"/>
                  </a:lnTo>
                  <a:close/>
                  <a:moveTo>
                    <a:pt x="748411" y="1527657"/>
                  </a:moveTo>
                  <a:lnTo>
                    <a:pt x="704884" y="1644798"/>
                  </a:lnTo>
                  <a:lnTo>
                    <a:pt x="735055" y="1634334"/>
                  </a:lnTo>
                  <a:close/>
                  <a:moveTo>
                    <a:pt x="621152" y="1562583"/>
                  </a:moveTo>
                  <a:lnTo>
                    <a:pt x="627461" y="1569301"/>
                  </a:lnTo>
                  <a:lnTo>
                    <a:pt x="631066" y="1558191"/>
                  </a:lnTo>
                  <a:close/>
                  <a:moveTo>
                    <a:pt x="640729" y="1441931"/>
                  </a:moveTo>
                  <a:lnTo>
                    <a:pt x="631066" y="1558191"/>
                  </a:lnTo>
                  <a:lnTo>
                    <a:pt x="651998" y="1445839"/>
                  </a:lnTo>
                  <a:close/>
                  <a:moveTo>
                    <a:pt x="621152" y="1562583"/>
                  </a:moveTo>
                  <a:lnTo>
                    <a:pt x="631066" y="1558191"/>
                  </a:lnTo>
                  <a:lnTo>
                    <a:pt x="640729" y="1441931"/>
                  </a:lnTo>
                  <a:close/>
                  <a:moveTo>
                    <a:pt x="351309" y="1094129"/>
                  </a:moveTo>
                  <a:lnTo>
                    <a:pt x="398385" y="1113071"/>
                  </a:lnTo>
                  <a:lnTo>
                    <a:pt x="394854" y="1128582"/>
                  </a:lnTo>
                  <a:close/>
                  <a:moveTo>
                    <a:pt x="985508" y="1770792"/>
                  </a:moveTo>
                  <a:lnTo>
                    <a:pt x="1078858" y="1836881"/>
                  </a:lnTo>
                  <a:lnTo>
                    <a:pt x="976305" y="1759570"/>
                  </a:lnTo>
                  <a:close/>
                  <a:moveTo>
                    <a:pt x="743773" y="1524147"/>
                  </a:moveTo>
                  <a:lnTo>
                    <a:pt x="748411" y="1527657"/>
                  </a:lnTo>
                  <a:lnTo>
                    <a:pt x="748637" y="1523200"/>
                  </a:lnTo>
                  <a:close/>
                  <a:moveTo>
                    <a:pt x="748637" y="1523200"/>
                  </a:moveTo>
                  <a:lnTo>
                    <a:pt x="734970" y="1477402"/>
                  </a:lnTo>
                  <a:lnTo>
                    <a:pt x="743773" y="1524147"/>
                  </a:lnTo>
                  <a:close/>
                  <a:moveTo>
                    <a:pt x="651998" y="1445839"/>
                  </a:moveTo>
                  <a:lnTo>
                    <a:pt x="692487" y="1441931"/>
                  </a:lnTo>
                  <a:lnTo>
                    <a:pt x="651854" y="1441198"/>
                  </a:lnTo>
                  <a:close/>
                  <a:moveTo>
                    <a:pt x="748637" y="1523200"/>
                  </a:moveTo>
                  <a:lnTo>
                    <a:pt x="748411" y="1527657"/>
                  </a:lnTo>
                  <a:lnTo>
                    <a:pt x="751736" y="1524147"/>
                  </a:lnTo>
                  <a:close/>
                  <a:moveTo>
                    <a:pt x="748637" y="1523200"/>
                  </a:moveTo>
                  <a:lnTo>
                    <a:pt x="751736" y="1524147"/>
                  </a:lnTo>
                  <a:lnTo>
                    <a:pt x="734970" y="1477402"/>
                  </a:lnTo>
                  <a:close/>
                  <a:moveTo>
                    <a:pt x="640729" y="1441931"/>
                  </a:moveTo>
                  <a:lnTo>
                    <a:pt x="651998" y="1445839"/>
                  </a:lnTo>
                  <a:lnTo>
                    <a:pt x="651854" y="1441198"/>
                  </a:lnTo>
                  <a:close/>
                  <a:moveTo>
                    <a:pt x="510639" y="1095043"/>
                  </a:moveTo>
                  <a:lnTo>
                    <a:pt x="517094" y="1004912"/>
                  </a:lnTo>
                  <a:lnTo>
                    <a:pt x="524489" y="1113071"/>
                  </a:lnTo>
                  <a:close/>
                  <a:moveTo>
                    <a:pt x="524489" y="1113071"/>
                  </a:moveTo>
                  <a:lnTo>
                    <a:pt x="517094" y="1004912"/>
                  </a:lnTo>
                  <a:lnTo>
                    <a:pt x="521013" y="992420"/>
                  </a:lnTo>
                  <a:close/>
                  <a:moveTo>
                    <a:pt x="506298" y="998480"/>
                  </a:moveTo>
                  <a:lnTo>
                    <a:pt x="477910" y="1073611"/>
                  </a:lnTo>
                  <a:lnTo>
                    <a:pt x="524489" y="1113071"/>
                  </a:lnTo>
                  <a:close/>
                  <a:moveTo>
                    <a:pt x="521013" y="992420"/>
                  </a:moveTo>
                  <a:lnTo>
                    <a:pt x="506298" y="998480"/>
                  </a:lnTo>
                  <a:lnTo>
                    <a:pt x="524489" y="1113071"/>
                  </a:lnTo>
                  <a:close/>
                  <a:moveTo>
                    <a:pt x="435775" y="1030856"/>
                  </a:moveTo>
                  <a:lnTo>
                    <a:pt x="477910" y="1073611"/>
                  </a:lnTo>
                  <a:lnTo>
                    <a:pt x="506298" y="998480"/>
                  </a:lnTo>
                  <a:close/>
                  <a:moveTo>
                    <a:pt x="517094" y="1004912"/>
                  </a:moveTo>
                  <a:lnTo>
                    <a:pt x="510639" y="1095043"/>
                  </a:lnTo>
                  <a:lnTo>
                    <a:pt x="502190" y="1074635"/>
                  </a:lnTo>
                  <a:close/>
                  <a:moveTo>
                    <a:pt x="435775" y="1030856"/>
                  </a:moveTo>
                  <a:lnTo>
                    <a:pt x="506298" y="998480"/>
                  </a:lnTo>
                  <a:lnTo>
                    <a:pt x="382491" y="995513"/>
                  </a:lnTo>
                  <a:close/>
                  <a:moveTo>
                    <a:pt x="382491" y="995513"/>
                  </a:moveTo>
                  <a:lnTo>
                    <a:pt x="506298" y="998480"/>
                  </a:lnTo>
                  <a:lnTo>
                    <a:pt x="511615" y="984424"/>
                  </a:lnTo>
                  <a:close/>
                  <a:moveTo>
                    <a:pt x="506298" y="998480"/>
                  </a:moveTo>
                  <a:lnTo>
                    <a:pt x="521013" y="992420"/>
                  </a:lnTo>
                  <a:lnTo>
                    <a:pt x="548113" y="924985"/>
                  </a:lnTo>
                  <a:close/>
                  <a:moveTo>
                    <a:pt x="517094" y="1004912"/>
                  </a:moveTo>
                  <a:lnTo>
                    <a:pt x="502190" y="1074635"/>
                  </a:lnTo>
                  <a:lnTo>
                    <a:pt x="517171" y="989641"/>
                  </a:lnTo>
                  <a:close/>
                  <a:moveTo>
                    <a:pt x="521013" y="992420"/>
                  </a:moveTo>
                  <a:lnTo>
                    <a:pt x="517094" y="1004912"/>
                  </a:lnTo>
                  <a:lnTo>
                    <a:pt x="517171" y="989641"/>
                  </a:lnTo>
                  <a:close/>
                  <a:moveTo>
                    <a:pt x="574907" y="942405"/>
                  </a:moveTo>
                  <a:lnTo>
                    <a:pt x="521013" y="992420"/>
                  </a:lnTo>
                  <a:lnTo>
                    <a:pt x="517171" y="989641"/>
                  </a:lnTo>
                  <a:close/>
                  <a:moveTo>
                    <a:pt x="1218928" y="1408837"/>
                  </a:moveTo>
                  <a:lnTo>
                    <a:pt x="1241037" y="1370401"/>
                  </a:lnTo>
                  <a:lnTo>
                    <a:pt x="1223902" y="1326622"/>
                  </a:lnTo>
                  <a:close/>
                  <a:moveTo>
                    <a:pt x="605376" y="630465"/>
                  </a:moveTo>
                  <a:lnTo>
                    <a:pt x="532483" y="576824"/>
                  </a:lnTo>
                  <a:lnTo>
                    <a:pt x="524219" y="586686"/>
                  </a:lnTo>
                  <a:close/>
                  <a:moveTo>
                    <a:pt x="605376" y="630465"/>
                  </a:moveTo>
                  <a:lnTo>
                    <a:pt x="524219" y="586686"/>
                  </a:lnTo>
                  <a:lnTo>
                    <a:pt x="550074" y="668901"/>
                  </a:lnTo>
                  <a:close/>
                  <a:moveTo>
                    <a:pt x="1376736" y="1167534"/>
                  </a:moveTo>
                  <a:lnTo>
                    <a:pt x="1299567" y="1119037"/>
                  </a:lnTo>
                  <a:lnTo>
                    <a:pt x="1247630" y="1140056"/>
                  </a:lnTo>
                  <a:close/>
                  <a:moveTo>
                    <a:pt x="1260775" y="1085319"/>
                  </a:moveTo>
                  <a:lnTo>
                    <a:pt x="1247630" y="1140056"/>
                  </a:lnTo>
                  <a:lnTo>
                    <a:pt x="1299567" y="1119037"/>
                  </a:lnTo>
                  <a:close/>
                  <a:moveTo>
                    <a:pt x="1260775" y="1085319"/>
                  </a:moveTo>
                  <a:lnTo>
                    <a:pt x="1232329" y="1123755"/>
                  </a:lnTo>
                  <a:lnTo>
                    <a:pt x="1247630" y="1140056"/>
                  </a:lnTo>
                  <a:close/>
                  <a:moveTo>
                    <a:pt x="1201780" y="1041540"/>
                  </a:moveTo>
                  <a:lnTo>
                    <a:pt x="1232329" y="1123755"/>
                  </a:lnTo>
                  <a:lnTo>
                    <a:pt x="1260775" y="1085319"/>
                  </a:lnTo>
                  <a:close/>
                  <a:moveTo>
                    <a:pt x="1201780" y="1041540"/>
                  </a:moveTo>
                  <a:lnTo>
                    <a:pt x="1260775" y="1085319"/>
                  </a:lnTo>
                  <a:lnTo>
                    <a:pt x="1198845" y="1003104"/>
                  </a:lnTo>
                  <a:close/>
                  <a:moveTo>
                    <a:pt x="1526494" y="1194957"/>
                  </a:moveTo>
                  <a:lnTo>
                    <a:pt x="1553627" y="1211313"/>
                  </a:lnTo>
                  <a:lnTo>
                    <a:pt x="1476553" y="1155378"/>
                  </a:lnTo>
                  <a:close/>
                  <a:moveTo>
                    <a:pt x="1409488" y="1049216"/>
                  </a:moveTo>
                  <a:lnTo>
                    <a:pt x="1376736" y="1167534"/>
                  </a:lnTo>
                  <a:lnTo>
                    <a:pt x="1396012" y="1160264"/>
                  </a:lnTo>
                  <a:close/>
                  <a:moveTo>
                    <a:pt x="1309154" y="1046883"/>
                  </a:moveTo>
                  <a:lnTo>
                    <a:pt x="1260775" y="1085319"/>
                  </a:lnTo>
                  <a:lnTo>
                    <a:pt x="1299567" y="1119037"/>
                  </a:lnTo>
                  <a:close/>
                  <a:moveTo>
                    <a:pt x="1309154" y="1046883"/>
                  </a:moveTo>
                  <a:lnTo>
                    <a:pt x="1198845" y="1003104"/>
                  </a:lnTo>
                  <a:lnTo>
                    <a:pt x="1260775" y="1085319"/>
                  </a:lnTo>
                  <a:close/>
                  <a:moveTo>
                    <a:pt x="1545971" y="1090661"/>
                  </a:moveTo>
                  <a:lnTo>
                    <a:pt x="1532394" y="1008446"/>
                  </a:lnTo>
                  <a:lnTo>
                    <a:pt x="1532980" y="1009412"/>
                  </a:lnTo>
                  <a:close/>
                  <a:moveTo>
                    <a:pt x="1982299" y="1096003"/>
                  </a:moveTo>
                  <a:lnTo>
                    <a:pt x="2015358" y="1199050"/>
                  </a:lnTo>
                  <a:lnTo>
                    <a:pt x="2065082" y="1169753"/>
                  </a:lnTo>
                  <a:close/>
                  <a:moveTo>
                    <a:pt x="1982299" y="1096003"/>
                  </a:moveTo>
                  <a:lnTo>
                    <a:pt x="1940687" y="1134440"/>
                  </a:lnTo>
                  <a:lnTo>
                    <a:pt x="2015358" y="1199050"/>
                  </a:lnTo>
                  <a:close/>
                  <a:moveTo>
                    <a:pt x="1741932" y="849358"/>
                  </a:moveTo>
                  <a:lnTo>
                    <a:pt x="1686686" y="806170"/>
                  </a:lnTo>
                  <a:lnTo>
                    <a:pt x="1684730" y="805579"/>
                  </a:lnTo>
                  <a:close/>
                  <a:moveTo>
                    <a:pt x="1372280" y="251429"/>
                  </a:moveTo>
                  <a:lnTo>
                    <a:pt x="1297521" y="191637"/>
                  </a:lnTo>
                  <a:lnTo>
                    <a:pt x="1246169" y="273782"/>
                  </a:lnTo>
                  <a:close/>
                  <a:moveTo>
                    <a:pt x="2079736" y="1178218"/>
                  </a:moveTo>
                  <a:lnTo>
                    <a:pt x="2145787" y="1139782"/>
                  </a:lnTo>
                  <a:lnTo>
                    <a:pt x="2065082" y="1169753"/>
                  </a:lnTo>
                  <a:close/>
                  <a:moveTo>
                    <a:pt x="2065082" y="1169753"/>
                  </a:moveTo>
                  <a:lnTo>
                    <a:pt x="2053772" y="1057567"/>
                  </a:lnTo>
                  <a:lnTo>
                    <a:pt x="1982299" y="1096003"/>
                  </a:lnTo>
                  <a:close/>
                  <a:moveTo>
                    <a:pt x="1965676" y="1076750"/>
                  </a:moveTo>
                  <a:lnTo>
                    <a:pt x="1909982" y="984784"/>
                  </a:lnTo>
                  <a:lnTo>
                    <a:pt x="1925717" y="1013788"/>
                  </a:lnTo>
                  <a:close/>
                  <a:moveTo>
                    <a:pt x="1784720" y="646491"/>
                  </a:moveTo>
                  <a:lnTo>
                    <a:pt x="1823842" y="754538"/>
                  </a:lnTo>
                  <a:lnTo>
                    <a:pt x="1846833" y="695871"/>
                  </a:lnTo>
                  <a:close/>
                  <a:moveTo>
                    <a:pt x="1778750" y="767143"/>
                  </a:moveTo>
                  <a:lnTo>
                    <a:pt x="1823842" y="754538"/>
                  </a:lnTo>
                  <a:lnTo>
                    <a:pt x="1784720" y="646491"/>
                  </a:lnTo>
                  <a:close/>
                  <a:moveTo>
                    <a:pt x="1375206" y="153200"/>
                  </a:moveTo>
                  <a:lnTo>
                    <a:pt x="1372280" y="251429"/>
                  </a:lnTo>
                  <a:lnTo>
                    <a:pt x="1404522" y="156773"/>
                  </a:lnTo>
                  <a:close/>
                  <a:moveTo>
                    <a:pt x="1375206" y="153200"/>
                  </a:moveTo>
                  <a:lnTo>
                    <a:pt x="1297521" y="191637"/>
                  </a:lnTo>
                  <a:lnTo>
                    <a:pt x="1372280" y="251429"/>
                  </a:lnTo>
                  <a:close/>
                  <a:moveTo>
                    <a:pt x="1375206" y="153200"/>
                  </a:moveTo>
                  <a:lnTo>
                    <a:pt x="1332825" y="109422"/>
                  </a:lnTo>
                  <a:lnTo>
                    <a:pt x="1297521" y="191637"/>
                  </a:lnTo>
                  <a:close/>
                  <a:moveTo>
                    <a:pt x="1404522" y="156773"/>
                  </a:moveTo>
                  <a:lnTo>
                    <a:pt x="1372280" y="251429"/>
                  </a:lnTo>
                  <a:lnTo>
                    <a:pt x="1497630" y="226233"/>
                  </a:lnTo>
                  <a:close/>
                  <a:moveTo>
                    <a:pt x="2204452" y="981775"/>
                  </a:moveTo>
                  <a:lnTo>
                    <a:pt x="2127454" y="975352"/>
                  </a:lnTo>
                  <a:lnTo>
                    <a:pt x="2130058" y="1027142"/>
                  </a:lnTo>
                  <a:close/>
                  <a:moveTo>
                    <a:pt x="1846263" y="608055"/>
                  </a:moveTo>
                  <a:lnTo>
                    <a:pt x="1784720" y="646491"/>
                  </a:lnTo>
                  <a:lnTo>
                    <a:pt x="1846833" y="695871"/>
                  </a:lnTo>
                  <a:close/>
                  <a:moveTo>
                    <a:pt x="1513643" y="235416"/>
                  </a:moveTo>
                  <a:lnTo>
                    <a:pt x="1616522" y="201347"/>
                  </a:lnTo>
                  <a:lnTo>
                    <a:pt x="1497630" y="226233"/>
                  </a:lnTo>
                  <a:close/>
                  <a:moveTo>
                    <a:pt x="1497630" y="226233"/>
                  </a:moveTo>
                  <a:lnTo>
                    <a:pt x="1616522" y="201347"/>
                  </a:lnTo>
                  <a:lnTo>
                    <a:pt x="1620603" y="192150"/>
                  </a:lnTo>
                  <a:close/>
                  <a:moveTo>
                    <a:pt x="1497630" y="226233"/>
                  </a:moveTo>
                  <a:lnTo>
                    <a:pt x="1620603" y="192150"/>
                  </a:lnTo>
                  <a:lnTo>
                    <a:pt x="1528832" y="127691"/>
                  </a:lnTo>
                  <a:close/>
                  <a:moveTo>
                    <a:pt x="1407624" y="149901"/>
                  </a:moveTo>
                  <a:lnTo>
                    <a:pt x="1375206" y="153200"/>
                  </a:lnTo>
                  <a:lnTo>
                    <a:pt x="1404522" y="156773"/>
                  </a:lnTo>
                  <a:close/>
                  <a:moveTo>
                    <a:pt x="1404522" y="156773"/>
                  </a:moveTo>
                  <a:lnTo>
                    <a:pt x="1507667" y="114764"/>
                  </a:lnTo>
                  <a:lnTo>
                    <a:pt x="1407624" y="149901"/>
                  </a:lnTo>
                  <a:close/>
                  <a:moveTo>
                    <a:pt x="1497630" y="226233"/>
                  </a:moveTo>
                  <a:lnTo>
                    <a:pt x="1528832" y="127691"/>
                  </a:lnTo>
                  <a:lnTo>
                    <a:pt x="1404522" y="156773"/>
                  </a:lnTo>
                  <a:close/>
                  <a:moveTo>
                    <a:pt x="1975311" y="405188"/>
                  </a:moveTo>
                  <a:lnTo>
                    <a:pt x="2049034" y="492460"/>
                  </a:lnTo>
                  <a:lnTo>
                    <a:pt x="2052150" y="475796"/>
                  </a:lnTo>
                  <a:close/>
                  <a:moveTo>
                    <a:pt x="1975311" y="405188"/>
                  </a:moveTo>
                  <a:lnTo>
                    <a:pt x="1954813" y="390526"/>
                  </a:lnTo>
                  <a:lnTo>
                    <a:pt x="1909118" y="434884"/>
                  </a:lnTo>
                  <a:close/>
                  <a:moveTo>
                    <a:pt x="1894901" y="322973"/>
                  </a:moveTo>
                  <a:lnTo>
                    <a:pt x="1909118" y="434884"/>
                  </a:lnTo>
                  <a:lnTo>
                    <a:pt x="1954813" y="390526"/>
                  </a:lnTo>
                  <a:close/>
                  <a:moveTo>
                    <a:pt x="1847993" y="269800"/>
                  </a:moveTo>
                  <a:lnTo>
                    <a:pt x="1799755" y="273659"/>
                  </a:lnTo>
                  <a:lnTo>
                    <a:pt x="1894901" y="322973"/>
                  </a:lnTo>
                  <a:close/>
                  <a:moveTo>
                    <a:pt x="1700554" y="76328"/>
                  </a:moveTo>
                  <a:lnTo>
                    <a:pt x="1620603" y="192150"/>
                  </a:lnTo>
                  <a:lnTo>
                    <a:pt x="1648126" y="196979"/>
                  </a:lnTo>
                  <a:close/>
                  <a:moveTo>
                    <a:pt x="1700554" y="76328"/>
                  </a:moveTo>
                  <a:lnTo>
                    <a:pt x="1648126" y="196979"/>
                  </a:lnTo>
                  <a:lnTo>
                    <a:pt x="1707260" y="158542"/>
                  </a:lnTo>
                  <a:close/>
                  <a:moveTo>
                    <a:pt x="1536600" y="105639"/>
                  </a:moveTo>
                  <a:lnTo>
                    <a:pt x="1441656" y="80409"/>
                  </a:lnTo>
                  <a:lnTo>
                    <a:pt x="1507667" y="114764"/>
                  </a:lnTo>
                  <a:close/>
                  <a:moveTo>
                    <a:pt x="1536600" y="105639"/>
                  </a:moveTo>
                  <a:lnTo>
                    <a:pt x="1596119" y="17751"/>
                  </a:lnTo>
                  <a:lnTo>
                    <a:pt x="1534199" y="7498"/>
                  </a:lnTo>
                  <a:close/>
                  <a:moveTo>
                    <a:pt x="1534199" y="7498"/>
                  </a:moveTo>
                  <a:lnTo>
                    <a:pt x="1569210" y="0"/>
                  </a:lnTo>
                  <a:lnTo>
                    <a:pt x="1496959" y="8521"/>
                  </a:lnTo>
                  <a:close/>
                  <a:moveTo>
                    <a:pt x="1534199" y="7498"/>
                  </a:moveTo>
                  <a:lnTo>
                    <a:pt x="1596119" y="17751"/>
                  </a:lnTo>
                  <a:lnTo>
                    <a:pt x="1569210" y="0"/>
                  </a:lnTo>
                  <a:close/>
                  <a:moveTo>
                    <a:pt x="1975311" y="405188"/>
                  </a:moveTo>
                  <a:lnTo>
                    <a:pt x="2052150" y="475796"/>
                  </a:lnTo>
                  <a:lnTo>
                    <a:pt x="2079124" y="367905"/>
                  </a:lnTo>
                  <a:close/>
                  <a:moveTo>
                    <a:pt x="1979877" y="287907"/>
                  </a:moveTo>
                  <a:lnTo>
                    <a:pt x="1954813" y="390526"/>
                  </a:lnTo>
                  <a:lnTo>
                    <a:pt x="2032277" y="284537"/>
                  </a:lnTo>
                  <a:close/>
                  <a:moveTo>
                    <a:pt x="1954813" y="390526"/>
                  </a:moveTo>
                  <a:lnTo>
                    <a:pt x="1975311" y="405188"/>
                  </a:lnTo>
                  <a:lnTo>
                    <a:pt x="2032277" y="284537"/>
                  </a:lnTo>
                  <a:close/>
                  <a:moveTo>
                    <a:pt x="2032277" y="284537"/>
                  </a:moveTo>
                  <a:lnTo>
                    <a:pt x="1975311" y="405188"/>
                  </a:lnTo>
                  <a:lnTo>
                    <a:pt x="2073735" y="341299"/>
                  </a:lnTo>
                  <a:close/>
                  <a:moveTo>
                    <a:pt x="1894901" y="322973"/>
                  </a:moveTo>
                  <a:lnTo>
                    <a:pt x="1954813" y="390526"/>
                  </a:lnTo>
                  <a:lnTo>
                    <a:pt x="1979877" y="287907"/>
                  </a:lnTo>
                  <a:close/>
                  <a:moveTo>
                    <a:pt x="1882260" y="206584"/>
                  </a:moveTo>
                  <a:lnTo>
                    <a:pt x="1847993" y="269800"/>
                  </a:lnTo>
                  <a:lnTo>
                    <a:pt x="1902869" y="202322"/>
                  </a:lnTo>
                  <a:close/>
                  <a:moveTo>
                    <a:pt x="1847993" y="269800"/>
                  </a:moveTo>
                  <a:lnTo>
                    <a:pt x="1894901" y="322973"/>
                  </a:lnTo>
                  <a:lnTo>
                    <a:pt x="1902869" y="202322"/>
                  </a:lnTo>
                  <a:close/>
                  <a:moveTo>
                    <a:pt x="1902869" y="202322"/>
                  </a:moveTo>
                  <a:lnTo>
                    <a:pt x="1894901" y="322973"/>
                  </a:lnTo>
                  <a:lnTo>
                    <a:pt x="1977001" y="258282"/>
                  </a:lnTo>
                  <a:close/>
                  <a:moveTo>
                    <a:pt x="1977001" y="258282"/>
                  </a:moveTo>
                  <a:lnTo>
                    <a:pt x="1894901" y="322973"/>
                  </a:lnTo>
                  <a:lnTo>
                    <a:pt x="1979877" y="287907"/>
                  </a:lnTo>
                  <a:close/>
                  <a:moveTo>
                    <a:pt x="1814617" y="240758"/>
                  </a:moveTo>
                  <a:lnTo>
                    <a:pt x="1847993" y="269800"/>
                  </a:lnTo>
                  <a:lnTo>
                    <a:pt x="1882260" y="206584"/>
                  </a:lnTo>
                  <a:close/>
                  <a:moveTo>
                    <a:pt x="1814617" y="240758"/>
                  </a:moveTo>
                  <a:lnTo>
                    <a:pt x="1882260" y="206584"/>
                  </a:lnTo>
                  <a:lnTo>
                    <a:pt x="1752589" y="191762"/>
                  </a:lnTo>
                  <a:close/>
                  <a:moveTo>
                    <a:pt x="1752589" y="191762"/>
                  </a:moveTo>
                  <a:lnTo>
                    <a:pt x="1882260" y="206584"/>
                  </a:lnTo>
                  <a:lnTo>
                    <a:pt x="1886438" y="198339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20" name="Candidate_density__2019">
              <a:extLst>
                <a:ext uri="{FF2B5EF4-FFF2-40B4-BE49-F238E27FC236}">
                  <a16:creationId xmlns:a16="http://schemas.microsoft.com/office/drawing/2014/main" id="{228B8F20-25BD-84B2-5CC8-A12419632E75}"/>
                </a:ext>
              </a:extLst>
            </p:cNvPr>
            <p:cNvSpPr>
              <a:spLocks noGrp="1"/>
            </p:cNvSpPr>
            <p:nvPr/>
          </p:nvSpPr>
          <p:spPr>
            <a:xfrm>
              <a:off x="4452143" y="3437657"/>
              <a:ext cx="2155458" cy="1853242"/>
            </a:xfrm>
            <a:custGeom>
              <a:avLst/>
              <a:gdLst/>
              <a:ahLst/>
              <a:cxnLst/>
              <a:rect l="0" t="0" r="0" b="0"/>
              <a:pathLst>
                <a:path w="2155458" h="1853242">
                  <a:moveTo>
                    <a:pt x="33203" y="1024588"/>
                  </a:moveTo>
                  <a:lnTo>
                    <a:pt x="9671" y="942374"/>
                  </a:lnTo>
                  <a:lnTo>
                    <a:pt x="0" y="1063025"/>
                  </a:lnTo>
                  <a:close/>
                  <a:moveTo>
                    <a:pt x="788800" y="1846739"/>
                  </a:moveTo>
                  <a:lnTo>
                    <a:pt x="852548" y="1816466"/>
                  </a:lnTo>
                  <a:lnTo>
                    <a:pt x="845987" y="1808303"/>
                  </a:lnTo>
                  <a:close/>
                  <a:moveTo>
                    <a:pt x="9671" y="942374"/>
                  </a:moveTo>
                  <a:lnTo>
                    <a:pt x="57940" y="986152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9671" y="942374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29489" y="904990"/>
                  </a:lnTo>
                  <a:lnTo>
                    <a:pt x="9671" y="942374"/>
                  </a:lnTo>
                  <a:close/>
                  <a:moveTo>
                    <a:pt x="845987" y="1808303"/>
                  </a:moveTo>
                  <a:lnTo>
                    <a:pt x="852548" y="1816466"/>
                  </a:lnTo>
                  <a:lnTo>
                    <a:pt x="853584" y="1805686"/>
                  </a:lnTo>
                  <a:close/>
                  <a:moveTo>
                    <a:pt x="787873" y="1726088"/>
                  </a:moveTo>
                  <a:lnTo>
                    <a:pt x="853584" y="1805686"/>
                  </a:lnTo>
                  <a:lnTo>
                    <a:pt x="851478" y="1707306"/>
                  </a:lnTo>
                  <a:close/>
                  <a:moveTo>
                    <a:pt x="787873" y="1726088"/>
                  </a:moveTo>
                  <a:lnTo>
                    <a:pt x="845987" y="1808303"/>
                  </a:lnTo>
                  <a:lnTo>
                    <a:pt x="853584" y="1805686"/>
                  </a:lnTo>
                  <a:close/>
                  <a:moveTo>
                    <a:pt x="958475" y="1781003"/>
                  </a:moveTo>
                  <a:lnTo>
                    <a:pt x="852548" y="1816466"/>
                  </a:lnTo>
                  <a:lnTo>
                    <a:pt x="936915" y="1853242"/>
                  </a:lnTo>
                  <a:close/>
                  <a:moveTo>
                    <a:pt x="958475" y="1781003"/>
                  </a:moveTo>
                  <a:lnTo>
                    <a:pt x="853584" y="1805686"/>
                  </a:lnTo>
                  <a:lnTo>
                    <a:pt x="852548" y="1816466"/>
                  </a:lnTo>
                  <a:close/>
                  <a:moveTo>
                    <a:pt x="853584" y="1805686"/>
                  </a:moveTo>
                  <a:lnTo>
                    <a:pt x="958475" y="1781003"/>
                  </a:lnTo>
                  <a:lnTo>
                    <a:pt x="939398" y="1696420"/>
                  </a:lnTo>
                  <a:close/>
                  <a:moveTo>
                    <a:pt x="853584" y="1805686"/>
                  </a:moveTo>
                  <a:lnTo>
                    <a:pt x="939398" y="1696420"/>
                  </a:lnTo>
                  <a:lnTo>
                    <a:pt x="851478" y="1707306"/>
                  </a:lnTo>
                  <a:close/>
                  <a:moveTo>
                    <a:pt x="936915" y="1853242"/>
                  </a:moveTo>
                  <a:lnTo>
                    <a:pt x="995179" y="1769866"/>
                  </a:lnTo>
                  <a:lnTo>
                    <a:pt x="958475" y="1781003"/>
                  </a:lnTo>
                  <a:close/>
                  <a:moveTo>
                    <a:pt x="995179" y="1769866"/>
                  </a:moveTo>
                  <a:lnTo>
                    <a:pt x="1014675" y="1687651"/>
                  </a:lnTo>
                  <a:lnTo>
                    <a:pt x="958475" y="1781003"/>
                  </a:lnTo>
                  <a:close/>
                  <a:moveTo>
                    <a:pt x="1014675" y="1687651"/>
                  </a:moveTo>
                  <a:lnTo>
                    <a:pt x="939398" y="1696420"/>
                  </a:lnTo>
                  <a:lnTo>
                    <a:pt x="958475" y="1781003"/>
                  </a:lnTo>
                  <a:close/>
                  <a:moveTo>
                    <a:pt x="851478" y="1707306"/>
                  </a:moveTo>
                  <a:lnTo>
                    <a:pt x="939398" y="1696420"/>
                  </a:lnTo>
                  <a:lnTo>
                    <a:pt x="851163" y="1607470"/>
                  </a:lnTo>
                  <a:close/>
                  <a:moveTo>
                    <a:pt x="111818" y="782398"/>
                  </a:moveTo>
                  <a:lnTo>
                    <a:pt x="110146" y="784837"/>
                  </a:lnTo>
                  <a:lnTo>
                    <a:pt x="111241" y="783285"/>
                  </a:lnTo>
                  <a:close/>
                  <a:moveTo>
                    <a:pt x="111818" y="782398"/>
                  </a:moveTo>
                  <a:lnTo>
                    <a:pt x="117752" y="783285"/>
                  </a:lnTo>
                  <a:lnTo>
                    <a:pt x="110146" y="784837"/>
                  </a:lnTo>
                  <a:close/>
                  <a:moveTo>
                    <a:pt x="995179" y="1769866"/>
                  </a:moveTo>
                  <a:lnTo>
                    <a:pt x="985976" y="1758645"/>
                  </a:lnTo>
                  <a:lnTo>
                    <a:pt x="1014675" y="1687651"/>
                  </a:lnTo>
                  <a:close/>
                  <a:moveTo>
                    <a:pt x="209310" y="744849"/>
                  </a:moveTo>
                  <a:lnTo>
                    <a:pt x="207631" y="766175"/>
                  </a:lnTo>
                  <a:lnTo>
                    <a:pt x="194986" y="814694"/>
                  </a:lnTo>
                  <a:close/>
                  <a:moveTo>
                    <a:pt x="113548" y="782071"/>
                  </a:moveTo>
                  <a:lnTo>
                    <a:pt x="117752" y="783285"/>
                  </a:lnTo>
                  <a:lnTo>
                    <a:pt x="111818" y="782398"/>
                  </a:lnTo>
                  <a:close/>
                  <a:moveTo>
                    <a:pt x="1233573" y="1325697"/>
                  </a:moveTo>
                  <a:lnTo>
                    <a:pt x="1304825" y="1316812"/>
                  </a:lnTo>
                  <a:lnTo>
                    <a:pt x="1263255" y="1314630"/>
                  </a:lnTo>
                  <a:close/>
                  <a:moveTo>
                    <a:pt x="1263255" y="1314630"/>
                  </a:moveTo>
                  <a:lnTo>
                    <a:pt x="1304825" y="1316812"/>
                  </a:lnTo>
                  <a:lnTo>
                    <a:pt x="1381067" y="1323207"/>
                  </a:lnTo>
                  <a:close/>
                  <a:moveTo>
                    <a:pt x="1427409" y="1281273"/>
                  </a:moveTo>
                  <a:lnTo>
                    <a:pt x="1381067" y="1323207"/>
                  </a:lnTo>
                  <a:lnTo>
                    <a:pt x="1304825" y="1316812"/>
                  </a:lnTo>
                  <a:close/>
                  <a:moveTo>
                    <a:pt x="1381067" y="1323207"/>
                  </a:moveTo>
                  <a:lnTo>
                    <a:pt x="1427409" y="1281273"/>
                  </a:lnTo>
                  <a:lnTo>
                    <a:pt x="1387617" y="1287260"/>
                  </a:lnTo>
                  <a:close/>
                  <a:moveTo>
                    <a:pt x="1427409" y="1281273"/>
                  </a:moveTo>
                  <a:lnTo>
                    <a:pt x="1429985" y="1248823"/>
                  </a:lnTo>
                  <a:lnTo>
                    <a:pt x="1387617" y="1287260"/>
                  </a:lnTo>
                  <a:close/>
                  <a:moveTo>
                    <a:pt x="1387617" y="1287260"/>
                  </a:moveTo>
                  <a:lnTo>
                    <a:pt x="1429985" y="1248823"/>
                  </a:lnTo>
                  <a:lnTo>
                    <a:pt x="1367557" y="1272698"/>
                  </a:lnTo>
                  <a:close/>
                  <a:moveTo>
                    <a:pt x="1429985" y="1248823"/>
                  </a:moveTo>
                  <a:lnTo>
                    <a:pt x="1407398" y="1206452"/>
                  </a:lnTo>
                  <a:lnTo>
                    <a:pt x="1367557" y="1272698"/>
                  </a:lnTo>
                  <a:close/>
                  <a:moveTo>
                    <a:pt x="1386407" y="1166608"/>
                  </a:moveTo>
                  <a:lnTo>
                    <a:pt x="1367557" y="1272698"/>
                  </a:lnTo>
                  <a:lnTo>
                    <a:pt x="1407398" y="1206452"/>
                  </a:lnTo>
                  <a:close/>
                  <a:moveTo>
                    <a:pt x="1427409" y="1281273"/>
                  </a:moveTo>
                  <a:lnTo>
                    <a:pt x="1473817" y="1304131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42110" y="1292603"/>
                  </a:lnTo>
                  <a:lnTo>
                    <a:pt x="1501245" y="1210387"/>
                  </a:lnTo>
                  <a:close/>
                  <a:moveTo>
                    <a:pt x="1501245" y="1210387"/>
                  </a:moveTo>
                  <a:lnTo>
                    <a:pt x="1536165" y="1194032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36165" y="1194032"/>
                  </a:lnTo>
                  <a:lnTo>
                    <a:pt x="1405684" y="1159338"/>
                  </a:lnTo>
                  <a:close/>
                  <a:moveTo>
                    <a:pt x="1405684" y="1159338"/>
                  </a:moveTo>
                  <a:lnTo>
                    <a:pt x="1536165" y="1194032"/>
                  </a:lnTo>
                  <a:lnTo>
                    <a:pt x="1486225" y="1154452"/>
                  </a:lnTo>
                  <a:close/>
                  <a:moveTo>
                    <a:pt x="1429985" y="1248823"/>
                  </a:moveTo>
                  <a:lnTo>
                    <a:pt x="1405684" y="1159338"/>
                  </a:lnTo>
                  <a:lnTo>
                    <a:pt x="1407398" y="1206452"/>
                  </a:lnTo>
                  <a:close/>
                  <a:moveTo>
                    <a:pt x="1386407" y="1166608"/>
                  </a:moveTo>
                  <a:lnTo>
                    <a:pt x="1407398" y="1206452"/>
                  </a:lnTo>
                  <a:lnTo>
                    <a:pt x="1405684" y="1159338"/>
                  </a:lnTo>
                  <a:close/>
                  <a:moveTo>
                    <a:pt x="1543197" y="1005122"/>
                  </a:moveTo>
                  <a:lnTo>
                    <a:pt x="1542651" y="1008486"/>
                  </a:lnTo>
                  <a:lnTo>
                    <a:pt x="1542065" y="1007521"/>
                  </a:lnTo>
                  <a:close/>
                  <a:moveTo>
                    <a:pt x="1975347" y="1075824"/>
                  </a:moveTo>
                  <a:lnTo>
                    <a:pt x="1917080" y="1046542"/>
                  </a:lnTo>
                  <a:lnTo>
                    <a:pt x="1991970" y="1095078"/>
                  </a:lnTo>
                  <a:close/>
                  <a:moveTo>
                    <a:pt x="1935388" y="1012863"/>
                  </a:moveTo>
                  <a:lnTo>
                    <a:pt x="1917080" y="1046542"/>
                  </a:lnTo>
                  <a:lnTo>
                    <a:pt x="1975347" y="1075824"/>
                  </a:lnTo>
                  <a:close/>
                  <a:moveTo>
                    <a:pt x="2155458" y="1138856"/>
                  </a:moveTo>
                  <a:lnTo>
                    <a:pt x="2116300" y="1108966"/>
                  </a:lnTo>
                  <a:lnTo>
                    <a:pt x="2074753" y="1168828"/>
                  </a:lnTo>
                  <a:close/>
                  <a:moveTo>
                    <a:pt x="2116300" y="1108966"/>
                  </a:moveTo>
                  <a:lnTo>
                    <a:pt x="2063443" y="1056641"/>
                  </a:lnTo>
                  <a:lnTo>
                    <a:pt x="2074753" y="1168828"/>
                  </a:lnTo>
                  <a:close/>
                  <a:moveTo>
                    <a:pt x="1991970" y="1095078"/>
                  </a:moveTo>
                  <a:lnTo>
                    <a:pt x="2063443" y="1056641"/>
                  </a:lnTo>
                  <a:lnTo>
                    <a:pt x="1975347" y="1075824"/>
                  </a:lnTo>
                  <a:close/>
                  <a:moveTo>
                    <a:pt x="1538504" y="126766"/>
                  </a:moveTo>
                  <a:lnTo>
                    <a:pt x="1517338" y="113839"/>
                  </a:lnTo>
                  <a:lnTo>
                    <a:pt x="1414193" y="155848"/>
                  </a:lnTo>
                  <a:close/>
                  <a:moveTo>
                    <a:pt x="1648149" y="82480"/>
                  </a:moveTo>
                  <a:lnTo>
                    <a:pt x="1630275" y="191224"/>
                  </a:lnTo>
                  <a:lnTo>
                    <a:pt x="1710225" y="75402"/>
                  </a:lnTo>
                  <a:close/>
                  <a:moveTo>
                    <a:pt x="1517338" y="113839"/>
                  </a:moveTo>
                  <a:lnTo>
                    <a:pt x="1538504" y="126766"/>
                  </a:lnTo>
                  <a:lnTo>
                    <a:pt x="1546271" y="104714"/>
                  </a:lnTo>
                  <a:close/>
                  <a:moveTo>
                    <a:pt x="1648149" y="82480"/>
                  </a:moveTo>
                  <a:lnTo>
                    <a:pt x="1538504" y="126766"/>
                  </a:lnTo>
                  <a:lnTo>
                    <a:pt x="1630275" y="191224"/>
                  </a:lnTo>
                  <a:close/>
                  <a:moveTo>
                    <a:pt x="1648149" y="82480"/>
                  </a:moveTo>
                  <a:lnTo>
                    <a:pt x="1546271" y="104714"/>
                  </a:lnTo>
                  <a:lnTo>
                    <a:pt x="1538504" y="126766"/>
                  </a:lnTo>
                  <a:close/>
                  <a:moveTo>
                    <a:pt x="1546271" y="104714"/>
                  </a:moveTo>
                  <a:lnTo>
                    <a:pt x="1648149" y="82480"/>
                  </a:lnTo>
                  <a:lnTo>
                    <a:pt x="1605790" y="16825"/>
                  </a:lnTo>
                  <a:close/>
                  <a:moveTo>
                    <a:pt x="1648149" y="82480"/>
                  </a:moveTo>
                  <a:lnTo>
                    <a:pt x="1721809" y="39596"/>
                  </a:lnTo>
                  <a:lnTo>
                    <a:pt x="1686189" y="12054"/>
                  </a:lnTo>
                  <a:close/>
                  <a:moveTo>
                    <a:pt x="1648149" y="82480"/>
                  </a:moveTo>
                  <a:lnTo>
                    <a:pt x="1686189" y="12054"/>
                  </a:lnTo>
                  <a:lnTo>
                    <a:pt x="1605790" y="16825"/>
                  </a:lnTo>
                  <a:close/>
                  <a:moveTo>
                    <a:pt x="1721809" y="39596"/>
                  </a:moveTo>
                  <a:lnTo>
                    <a:pt x="1710225" y="75402"/>
                  </a:lnTo>
                  <a:lnTo>
                    <a:pt x="1694246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21" name="Candidate_density__2020">
              <a:extLst>
                <a:ext uri="{FF2B5EF4-FFF2-40B4-BE49-F238E27FC236}">
                  <a16:creationId xmlns:a16="http://schemas.microsoft.com/office/drawing/2014/main" id="{D3A0AB75-2612-2E50-EA3D-7C9E18016EE2}"/>
                </a:ext>
              </a:extLst>
            </p:cNvPr>
            <p:cNvSpPr>
              <a:spLocks noGrp="1"/>
            </p:cNvSpPr>
            <p:nvPr/>
          </p:nvSpPr>
          <p:spPr>
            <a:xfrm>
              <a:off x="4510083" y="3319737"/>
              <a:ext cx="2000766" cy="1684920"/>
            </a:xfrm>
            <a:custGeom>
              <a:avLst/>
              <a:gdLst/>
              <a:ahLst/>
              <a:cxnLst/>
              <a:rect l="0" t="0" r="0" b="0"/>
              <a:pathLst>
                <a:path w="2000766" h="1684920">
                  <a:moveTo>
                    <a:pt x="0" y="1104072"/>
                  </a:moveTo>
                  <a:lnTo>
                    <a:pt x="12057" y="1174364"/>
                  </a:lnTo>
                  <a:lnTo>
                    <a:pt x="64012" y="1153412"/>
                  </a:lnTo>
                  <a:close/>
                  <a:moveTo>
                    <a:pt x="592460" y="1558926"/>
                  </a:moveTo>
                  <a:lnTo>
                    <a:pt x="466811" y="1508704"/>
                  </a:lnTo>
                  <a:lnTo>
                    <a:pt x="506794" y="1515148"/>
                  </a:lnTo>
                  <a:close/>
                  <a:moveTo>
                    <a:pt x="592460" y="1558926"/>
                  </a:moveTo>
                  <a:lnTo>
                    <a:pt x="506794" y="1515148"/>
                  </a:lnTo>
                  <a:lnTo>
                    <a:pt x="501160" y="1597363"/>
                  </a:lnTo>
                  <a:close/>
                  <a:moveTo>
                    <a:pt x="466811" y="1508704"/>
                  </a:moveTo>
                  <a:lnTo>
                    <a:pt x="466385" y="1476711"/>
                  </a:lnTo>
                  <a:lnTo>
                    <a:pt x="454970" y="1500508"/>
                  </a:lnTo>
                  <a:close/>
                  <a:moveTo>
                    <a:pt x="227456" y="991985"/>
                  </a:moveTo>
                  <a:lnTo>
                    <a:pt x="117755" y="1075692"/>
                  </a:lnTo>
                  <a:lnTo>
                    <a:pt x="161409" y="1021857"/>
                  </a:lnTo>
                  <a:close/>
                  <a:moveTo>
                    <a:pt x="312407" y="1027199"/>
                  </a:moveTo>
                  <a:lnTo>
                    <a:pt x="334222" y="1112508"/>
                  </a:lnTo>
                  <a:lnTo>
                    <a:pt x="379353" y="1066042"/>
                  </a:lnTo>
                  <a:close/>
                  <a:moveTo>
                    <a:pt x="273187" y="1065635"/>
                  </a:moveTo>
                  <a:lnTo>
                    <a:pt x="312407" y="1027199"/>
                  </a:lnTo>
                  <a:lnTo>
                    <a:pt x="227456" y="991985"/>
                  </a:lnTo>
                  <a:close/>
                  <a:moveTo>
                    <a:pt x="312407" y="1027199"/>
                  </a:moveTo>
                  <a:lnTo>
                    <a:pt x="290168" y="1011251"/>
                  </a:lnTo>
                  <a:lnTo>
                    <a:pt x="227456" y="991985"/>
                  </a:lnTo>
                  <a:close/>
                  <a:moveTo>
                    <a:pt x="968044" y="1684920"/>
                  </a:moveTo>
                  <a:lnTo>
                    <a:pt x="1025551" y="1657696"/>
                  </a:lnTo>
                  <a:lnTo>
                    <a:pt x="903584" y="1632764"/>
                  </a:lnTo>
                  <a:close/>
                  <a:moveTo>
                    <a:pt x="903584" y="1632764"/>
                  </a:moveTo>
                  <a:lnTo>
                    <a:pt x="1025551" y="1657696"/>
                  </a:lnTo>
                  <a:lnTo>
                    <a:pt x="1037530" y="1639710"/>
                  </a:lnTo>
                  <a:close/>
                  <a:moveTo>
                    <a:pt x="903584" y="1632764"/>
                  </a:moveTo>
                  <a:lnTo>
                    <a:pt x="1037530" y="1639710"/>
                  </a:lnTo>
                  <a:lnTo>
                    <a:pt x="961787" y="1635173"/>
                  </a:lnTo>
                  <a:close/>
                  <a:moveTo>
                    <a:pt x="961787" y="1635173"/>
                  </a:moveTo>
                  <a:lnTo>
                    <a:pt x="833329" y="1602705"/>
                  </a:lnTo>
                  <a:lnTo>
                    <a:pt x="903584" y="1632764"/>
                  </a:lnTo>
                  <a:close/>
                  <a:moveTo>
                    <a:pt x="451929" y="920250"/>
                  </a:moveTo>
                  <a:lnTo>
                    <a:pt x="438406" y="831152"/>
                  </a:lnTo>
                  <a:lnTo>
                    <a:pt x="418383" y="906548"/>
                  </a:lnTo>
                  <a:close/>
                  <a:moveTo>
                    <a:pt x="1079779" y="1564268"/>
                  </a:moveTo>
                  <a:lnTo>
                    <a:pt x="1066846" y="1534112"/>
                  </a:lnTo>
                  <a:lnTo>
                    <a:pt x="1037530" y="1639710"/>
                  </a:lnTo>
                  <a:close/>
                  <a:moveTo>
                    <a:pt x="1079779" y="1564268"/>
                  </a:moveTo>
                  <a:lnTo>
                    <a:pt x="1074170" y="1525832"/>
                  </a:lnTo>
                  <a:lnTo>
                    <a:pt x="1066846" y="1534112"/>
                  </a:lnTo>
                  <a:close/>
                  <a:moveTo>
                    <a:pt x="1079779" y="1564268"/>
                  </a:moveTo>
                  <a:lnTo>
                    <a:pt x="1085439" y="1469416"/>
                  </a:lnTo>
                  <a:lnTo>
                    <a:pt x="1072673" y="1443617"/>
                  </a:lnTo>
                  <a:close/>
                  <a:moveTo>
                    <a:pt x="1079779" y="1564268"/>
                  </a:moveTo>
                  <a:lnTo>
                    <a:pt x="1072673" y="1443617"/>
                  </a:lnTo>
                  <a:lnTo>
                    <a:pt x="1074170" y="1525832"/>
                  </a:lnTo>
                  <a:close/>
                  <a:moveTo>
                    <a:pt x="747870" y="1201208"/>
                  </a:moveTo>
                  <a:lnTo>
                    <a:pt x="714033" y="1266178"/>
                  </a:lnTo>
                  <a:lnTo>
                    <a:pt x="738058" y="1235408"/>
                  </a:lnTo>
                  <a:close/>
                  <a:moveTo>
                    <a:pt x="713949" y="1128693"/>
                  </a:moveTo>
                  <a:lnTo>
                    <a:pt x="738058" y="1235408"/>
                  </a:lnTo>
                  <a:lnTo>
                    <a:pt x="735268" y="1153192"/>
                  </a:lnTo>
                  <a:close/>
                  <a:moveTo>
                    <a:pt x="713949" y="1128693"/>
                  </a:moveTo>
                  <a:lnTo>
                    <a:pt x="747870" y="1201208"/>
                  </a:lnTo>
                  <a:lnTo>
                    <a:pt x="738058" y="1235408"/>
                  </a:lnTo>
                  <a:close/>
                  <a:moveTo>
                    <a:pt x="634465" y="868111"/>
                  </a:moveTo>
                  <a:lnTo>
                    <a:pt x="626431" y="938651"/>
                  </a:lnTo>
                  <a:lnTo>
                    <a:pt x="670390" y="887802"/>
                  </a:lnTo>
                  <a:close/>
                  <a:moveTo>
                    <a:pt x="581442" y="833899"/>
                  </a:moveTo>
                  <a:lnTo>
                    <a:pt x="538230" y="810589"/>
                  </a:lnTo>
                  <a:lnTo>
                    <a:pt x="634465" y="868111"/>
                  </a:lnTo>
                  <a:close/>
                  <a:moveTo>
                    <a:pt x="501805" y="785896"/>
                  </a:moveTo>
                  <a:lnTo>
                    <a:pt x="538230" y="810589"/>
                  </a:lnTo>
                  <a:lnTo>
                    <a:pt x="581442" y="833899"/>
                  </a:lnTo>
                  <a:close/>
                  <a:moveTo>
                    <a:pt x="501805" y="785896"/>
                  </a:moveTo>
                  <a:lnTo>
                    <a:pt x="502242" y="739754"/>
                  </a:lnTo>
                  <a:lnTo>
                    <a:pt x="538230" y="810589"/>
                  </a:lnTo>
                  <a:close/>
                  <a:moveTo>
                    <a:pt x="1032942" y="1351410"/>
                  </a:moveTo>
                  <a:lnTo>
                    <a:pt x="1003303" y="1296536"/>
                  </a:lnTo>
                  <a:lnTo>
                    <a:pt x="956002" y="1253277"/>
                  </a:lnTo>
                  <a:close/>
                  <a:moveTo>
                    <a:pt x="916238" y="1034473"/>
                  </a:moveTo>
                  <a:lnTo>
                    <a:pt x="871402" y="1082037"/>
                  </a:lnTo>
                  <a:lnTo>
                    <a:pt x="981529" y="999926"/>
                  </a:lnTo>
                  <a:close/>
                  <a:moveTo>
                    <a:pt x="634465" y="868111"/>
                  </a:moveTo>
                  <a:lnTo>
                    <a:pt x="708422" y="933002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08422" y="933002"/>
                  </a:lnTo>
                  <a:lnTo>
                    <a:pt x="634465" y="868111"/>
                  </a:lnTo>
                  <a:close/>
                  <a:moveTo>
                    <a:pt x="581442" y="833899"/>
                  </a:moveTo>
                  <a:lnTo>
                    <a:pt x="634465" y="868111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52775" y="917166"/>
                  </a:lnTo>
                  <a:lnTo>
                    <a:pt x="708422" y="933002"/>
                  </a:lnTo>
                  <a:close/>
                  <a:moveTo>
                    <a:pt x="752775" y="917166"/>
                  </a:moveTo>
                  <a:lnTo>
                    <a:pt x="765146" y="947479"/>
                  </a:lnTo>
                  <a:lnTo>
                    <a:pt x="708422" y="933002"/>
                  </a:lnTo>
                  <a:close/>
                  <a:moveTo>
                    <a:pt x="827675" y="982004"/>
                  </a:moveTo>
                  <a:lnTo>
                    <a:pt x="708422" y="933002"/>
                  </a:lnTo>
                  <a:lnTo>
                    <a:pt x="765146" y="947479"/>
                  </a:lnTo>
                  <a:close/>
                  <a:moveTo>
                    <a:pt x="997600" y="979774"/>
                  </a:moveTo>
                  <a:lnTo>
                    <a:pt x="941597" y="964711"/>
                  </a:lnTo>
                  <a:lnTo>
                    <a:pt x="916238" y="1034473"/>
                  </a:lnTo>
                  <a:close/>
                  <a:moveTo>
                    <a:pt x="941597" y="964711"/>
                  </a:moveTo>
                  <a:lnTo>
                    <a:pt x="997600" y="979774"/>
                  </a:lnTo>
                  <a:lnTo>
                    <a:pt x="919239" y="882795"/>
                  </a:lnTo>
                  <a:close/>
                  <a:moveTo>
                    <a:pt x="919239" y="882795"/>
                  </a:moveTo>
                  <a:lnTo>
                    <a:pt x="880424" y="814259"/>
                  </a:lnTo>
                  <a:lnTo>
                    <a:pt x="893612" y="873453"/>
                  </a:lnTo>
                  <a:close/>
                  <a:moveTo>
                    <a:pt x="1509060" y="1427240"/>
                  </a:moveTo>
                  <a:lnTo>
                    <a:pt x="1544498" y="1438669"/>
                  </a:lnTo>
                  <a:lnTo>
                    <a:pt x="1514415" y="1410523"/>
                  </a:lnTo>
                  <a:close/>
                  <a:moveTo>
                    <a:pt x="1536937" y="1344724"/>
                  </a:moveTo>
                  <a:lnTo>
                    <a:pt x="1505358" y="1328307"/>
                  </a:lnTo>
                  <a:lnTo>
                    <a:pt x="1514415" y="1410523"/>
                  </a:lnTo>
                  <a:close/>
                  <a:moveTo>
                    <a:pt x="1361220" y="1166210"/>
                  </a:moveTo>
                  <a:lnTo>
                    <a:pt x="1355923" y="1163877"/>
                  </a:lnTo>
                  <a:lnTo>
                    <a:pt x="1300791" y="1205876"/>
                  </a:lnTo>
                  <a:close/>
                  <a:moveTo>
                    <a:pt x="1359218" y="1145665"/>
                  </a:moveTo>
                  <a:lnTo>
                    <a:pt x="1361220" y="1166210"/>
                  </a:lnTo>
                  <a:lnTo>
                    <a:pt x="1366820" y="1081662"/>
                  </a:lnTo>
                  <a:close/>
                  <a:moveTo>
                    <a:pt x="1355923" y="1163877"/>
                  </a:moveTo>
                  <a:lnTo>
                    <a:pt x="1361220" y="1166210"/>
                  </a:lnTo>
                  <a:lnTo>
                    <a:pt x="1359218" y="1145665"/>
                  </a:lnTo>
                  <a:close/>
                  <a:moveTo>
                    <a:pt x="1505358" y="1328307"/>
                  </a:moveTo>
                  <a:lnTo>
                    <a:pt x="1478225" y="1311952"/>
                  </a:lnTo>
                  <a:lnTo>
                    <a:pt x="1573147" y="1315286"/>
                  </a:lnTo>
                  <a:close/>
                  <a:moveTo>
                    <a:pt x="1355569" y="1070711"/>
                  </a:moveTo>
                  <a:lnTo>
                    <a:pt x="1355923" y="1163877"/>
                  </a:lnTo>
                  <a:lnTo>
                    <a:pt x="1359218" y="1145665"/>
                  </a:lnTo>
                  <a:close/>
                  <a:moveTo>
                    <a:pt x="1310038" y="1147228"/>
                  </a:moveTo>
                  <a:lnTo>
                    <a:pt x="1355923" y="1163877"/>
                  </a:lnTo>
                  <a:lnTo>
                    <a:pt x="1355569" y="1070711"/>
                  </a:lnTo>
                  <a:close/>
                  <a:moveTo>
                    <a:pt x="1716758" y="1159032"/>
                  </a:moveTo>
                  <a:lnTo>
                    <a:pt x="1759218" y="1251434"/>
                  </a:lnTo>
                  <a:lnTo>
                    <a:pt x="1732790" y="1169219"/>
                  </a:lnTo>
                  <a:close/>
                  <a:moveTo>
                    <a:pt x="1727391" y="1050295"/>
                  </a:moveTo>
                  <a:lnTo>
                    <a:pt x="1732790" y="1169219"/>
                  </a:lnTo>
                  <a:lnTo>
                    <a:pt x="1725319" y="1087004"/>
                  </a:lnTo>
                  <a:close/>
                  <a:moveTo>
                    <a:pt x="1855401" y="763486"/>
                  </a:moveTo>
                  <a:lnTo>
                    <a:pt x="1847791" y="781713"/>
                  </a:lnTo>
                  <a:lnTo>
                    <a:pt x="1798564" y="812866"/>
                  </a:lnTo>
                  <a:close/>
                  <a:moveTo>
                    <a:pt x="1651565" y="326717"/>
                  </a:moveTo>
                  <a:lnTo>
                    <a:pt x="1599857" y="313974"/>
                  </a:lnTo>
                  <a:lnTo>
                    <a:pt x="1535058" y="384975"/>
                  </a:lnTo>
                  <a:close/>
                  <a:moveTo>
                    <a:pt x="1894174" y="642834"/>
                  </a:moveTo>
                  <a:lnTo>
                    <a:pt x="2000766" y="609454"/>
                  </a:lnTo>
                  <a:lnTo>
                    <a:pt x="1927042" y="522183"/>
                  </a:lnTo>
                  <a:close/>
                  <a:moveTo>
                    <a:pt x="1704320" y="308757"/>
                  </a:moveTo>
                  <a:lnTo>
                    <a:pt x="1694966" y="313974"/>
                  </a:lnTo>
                  <a:lnTo>
                    <a:pt x="1751486" y="390654"/>
                  </a:lnTo>
                  <a:close/>
                  <a:moveTo>
                    <a:pt x="1920356" y="213865"/>
                  </a:moveTo>
                  <a:lnTo>
                    <a:pt x="1939084" y="298731"/>
                  </a:lnTo>
                  <a:lnTo>
                    <a:pt x="1934414" y="319316"/>
                  </a:lnTo>
                  <a:close/>
                  <a:moveTo>
                    <a:pt x="1898692" y="31294"/>
                  </a:moveTo>
                  <a:lnTo>
                    <a:pt x="1949580" y="116449"/>
                  </a:lnTo>
                  <a:lnTo>
                    <a:pt x="1908180" y="34235"/>
                  </a:lnTo>
                  <a:close/>
                  <a:moveTo>
                    <a:pt x="1898692" y="31294"/>
                  </a:moveTo>
                  <a:lnTo>
                    <a:pt x="1935903" y="101134"/>
                  </a:lnTo>
                  <a:lnTo>
                    <a:pt x="1949580" y="116449"/>
                  </a:lnTo>
                  <a:close/>
                  <a:moveTo>
                    <a:pt x="1862654" y="0"/>
                  </a:moveTo>
                  <a:lnTo>
                    <a:pt x="1935903" y="101134"/>
                  </a:lnTo>
                  <a:lnTo>
                    <a:pt x="1898692" y="3129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22" name="Candidate_density__2021">
              <a:extLst>
                <a:ext uri="{FF2B5EF4-FFF2-40B4-BE49-F238E27FC236}">
                  <a16:creationId xmlns:a16="http://schemas.microsoft.com/office/drawing/2014/main" id="{A11CF048-F584-DBF3-1279-19B53B6F9146}"/>
                </a:ext>
              </a:extLst>
            </p:cNvPr>
            <p:cNvSpPr>
              <a:spLocks noGrp="1"/>
            </p:cNvSpPr>
            <p:nvPr/>
          </p:nvSpPr>
          <p:spPr>
            <a:xfrm>
              <a:off x="4485346" y="3433909"/>
              <a:ext cx="2106526" cy="1839703"/>
            </a:xfrm>
            <a:custGeom>
              <a:avLst/>
              <a:gdLst/>
              <a:ahLst/>
              <a:cxnLst/>
              <a:rect l="0" t="0" r="0" b="0"/>
              <a:pathLst>
                <a:path w="2106526" h="1839703">
                  <a:moveTo>
                    <a:pt x="24737" y="989899"/>
                  </a:moveTo>
                  <a:lnTo>
                    <a:pt x="0" y="1028336"/>
                  </a:lnTo>
                  <a:lnTo>
                    <a:pt x="36794" y="1060191"/>
                  </a:lnTo>
                  <a:close/>
                  <a:moveTo>
                    <a:pt x="597620" y="1565405"/>
                  </a:moveTo>
                  <a:lnTo>
                    <a:pt x="553915" y="1504512"/>
                  </a:lnTo>
                  <a:lnTo>
                    <a:pt x="598694" y="1568200"/>
                  </a:lnTo>
                  <a:close/>
                  <a:moveTo>
                    <a:pt x="597620" y="1565405"/>
                  </a:moveTo>
                  <a:lnTo>
                    <a:pt x="525897" y="1483190"/>
                  </a:lnTo>
                  <a:lnTo>
                    <a:pt x="553915" y="1504512"/>
                  </a:lnTo>
                  <a:close/>
                  <a:moveTo>
                    <a:pt x="728204" y="1526969"/>
                  </a:moveTo>
                  <a:lnTo>
                    <a:pt x="724879" y="1530479"/>
                  </a:lnTo>
                  <a:lnTo>
                    <a:pt x="782690" y="1539799"/>
                  </a:lnTo>
                  <a:close/>
                  <a:moveTo>
                    <a:pt x="782690" y="1539799"/>
                  </a:moveTo>
                  <a:lnTo>
                    <a:pt x="724879" y="1530479"/>
                  </a:lnTo>
                  <a:lnTo>
                    <a:pt x="711523" y="1637156"/>
                  </a:lnTo>
                  <a:close/>
                  <a:moveTo>
                    <a:pt x="782690" y="1539799"/>
                  </a:moveTo>
                  <a:lnTo>
                    <a:pt x="711523" y="1637156"/>
                  </a:lnTo>
                  <a:lnTo>
                    <a:pt x="817960" y="1611217"/>
                  </a:lnTo>
                  <a:close/>
                  <a:moveTo>
                    <a:pt x="525897" y="1483190"/>
                  </a:moveTo>
                  <a:lnTo>
                    <a:pt x="597620" y="1565405"/>
                  </a:lnTo>
                  <a:lnTo>
                    <a:pt x="617197" y="1444753"/>
                  </a:lnTo>
                  <a:close/>
                  <a:moveTo>
                    <a:pt x="668955" y="1444753"/>
                  </a:moveTo>
                  <a:lnTo>
                    <a:pt x="628466" y="1448661"/>
                  </a:lnTo>
                  <a:lnTo>
                    <a:pt x="699493" y="1446752"/>
                  </a:lnTo>
                  <a:close/>
                  <a:moveTo>
                    <a:pt x="699493" y="1446752"/>
                  </a:moveTo>
                  <a:lnTo>
                    <a:pt x="628466" y="1448661"/>
                  </a:lnTo>
                  <a:lnTo>
                    <a:pt x="607534" y="1561013"/>
                  </a:lnTo>
                  <a:close/>
                  <a:moveTo>
                    <a:pt x="720241" y="1526969"/>
                  </a:moveTo>
                  <a:lnTo>
                    <a:pt x="711439" y="1480224"/>
                  </a:lnTo>
                  <a:lnTo>
                    <a:pt x="699493" y="1446752"/>
                  </a:lnTo>
                  <a:close/>
                  <a:moveTo>
                    <a:pt x="607534" y="1561013"/>
                  </a:moveTo>
                  <a:lnTo>
                    <a:pt x="720241" y="1526969"/>
                  </a:lnTo>
                  <a:lnTo>
                    <a:pt x="699493" y="1446752"/>
                  </a:lnTo>
                  <a:close/>
                  <a:moveTo>
                    <a:pt x="711439" y="1480224"/>
                  </a:moveTo>
                  <a:lnTo>
                    <a:pt x="728204" y="1526969"/>
                  </a:lnTo>
                  <a:lnTo>
                    <a:pt x="699493" y="1446752"/>
                  </a:lnTo>
                  <a:close/>
                  <a:moveTo>
                    <a:pt x="728204" y="1526969"/>
                  </a:moveTo>
                  <a:lnTo>
                    <a:pt x="782690" y="1539799"/>
                  </a:lnTo>
                  <a:lnTo>
                    <a:pt x="699493" y="1446752"/>
                  </a:lnTo>
                  <a:close/>
                  <a:moveTo>
                    <a:pt x="545983" y="1418926"/>
                  </a:moveTo>
                  <a:lnTo>
                    <a:pt x="491548" y="1394532"/>
                  </a:lnTo>
                  <a:lnTo>
                    <a:pt x="617197" y="1444753"/>
                  </a:lnTo>
                  <a:close/>
                  <a:moveTo>
                    <a:pt x="252193" y="877812"/>
                  </a:moveTo>
                  <a:lnTo>
                    <a:pt x="229705" y="885668"/>
                  </a:lnTo>
                  <a:lnTo>
                    <a:pt x="297924" y="951463"/>
                  </a:lnTo>
                  <a:close/>
                  <a:moveTo>
                    <a:pt x="952773" y="1762392"/>
                  </a:moveTo>
                  <a:lnTo>
                    <a:pt x="1055326" y="1839703"/>
                  </a:lnTo>
                  <a:lnTo>
                    <a:pt x="1032771" y="1817393"/>
                  </a:lnTo>
                  <a:close/>
                  <a:moveTo>
                    <a:pt x="1030363" y="1836656"/>
                  </a:moveTo>
                  <a:lnTo>
                    <a:pt x="1055326" y="1839703"/>
                  </a:lnTo>
                  <a:lnTo>
                    <a:pt x="961976" y="1773614"/>
                  </a:lnTo>
                  <a:close/>
                  <a:moveTo>
                    <a:pt x="618459" y="1351947"/>
                  </a:moveTo>
                  <a:lnTo>
                    <a:pt x="628322" y="1444020"/>
                  </a:lnTo>
                  <a:lnTo>
                    <a:pt x="668955" y="1444753"/>
                  </a:lnTo>
                  <a:close/>
                  <a:moveTo>
                    <a:pt x="358959" y="998335"/>
                  </a:moveTo>
                  <a:lnTo>
                    <a:pt x="488083" y="987246"/>
                  </a:lnTo>
                  <a:lnTo>
                    <a:pt x="404090" y="951869"/>
                  </a:lnTo>
                  <a:close/>
                  <a:moveTo>
                    <a:pt x="524582" y="927807"/>
                  </a:moveTo>
                  <a:lnTo>
                    <a:pt x="488083" y="987246"/>
                  </a:lnTo>
                  <a:lnTo>
                    <a:pt x="482767" y="1001302"/>
                  </a:lnTo>
                  <a:close/>
                  <a:moveTo>
                    <a:pt x="337144" y="913026"/>
                  </a:moveTo>
                  <a:lnTo>
                    <a:pt x="297924" y="951463"/>
                  </a:lnTo>
                  <a:lnTo>
                    <a:pt x="358959" y="998335"/>
                  </a:lnTo>
                  <a:close/>
                  <a:moveTo>
                    <a:pt x="488083" y="987246"/>
                  </a:moveTo>
                  <a:lnTo>
                    <a:pt x="513604" y="913026"/>
                  </a:lnTo>
                  <a:lnTo>
                    <a:pt x="510005" y="879065"/>
                  </a:lnTo>
                  <a:close/>
                  <a:moveTo>
                    <a:pt x="517424" y="881746"/>
                  </a:moveTo>
                  <a:lnTo>
                    <a:pt x="551375" y="945227"/>
                  </a:lnTo>
                  <a:lnTo>
                    <a:pt x="493639" y="992462"/>
                  </a:lnTo>
                  <a:close/>
                  <a:moveTo>
                    <a:pt x="404090" y="951869"/>
                  </a:moveTo>
                  <a:lnTo>
                    <a:pt x="488083" y="987246"/>
                  </a:lnTo>
                  <a:lnTo>
                    <a:pt x="480973" y="874590"/>
                  </a:lnTo>
                  <a:close/>
                  <a:moveTo>
                    <a:pt x="480973" y="874590"/>
                  </a:moveTo>
                  <a:lnTo>
                    <a:pt x="488083" y="987246"/>
                  </a:lnTo>
                  <a:lnTo>
                    <a:pt x="510005" y="879065"/>
                  </a:lnTo>
                  <a:close/>
                  <a:moveTo>
                    <a:pt x="476666" y="806078"/>
                  </a:moveTo>
                  <a:lnTo>
                    <a:pt x="510005" y="879065"/>
                  </a:lnTo>
                  <a:lnTo>
                    <a:pt x="513604" y="913026"/>
                  </a:lnTo>
                  <a:close/>
                  <a:moveTo>
                    <a:pt x="510005" y="879065"/>
                  </a:moveTo>
                  <a:lnTo>
                    <a:pt x="476666" y="806078"/>
                  </a:lnTo>
                  <a:lnTo>
                    <a:pt x="480973" y="874590"/>
                  </a:lnTo>
                  <a:close/>
                  <a:moveTo>
                    <a:pt x="476666" y="806078"/>
                  </a:moveTo>
                  <a:lnTo>
                    <a:pt x="443120" y="792375"/>
                  </a:lnTo>
                  <a:lnTo>
                    <a:pt x="480973" y="874590"/>
                  </a:lnTo>
                  <a:close/>
                  <a:moveTo>
                    <a:pt x="1195396" y="1411659"/>
                  </a:moveTo>
                  <a:lnTo>
                    <a:pt x="1176277" y="1450096"/>
                  </a:lnTo>
                  <a:lnTo>
                    <a:pt x="1234344" y="1493874"/>
                  </a:lnTo>
                  <a:close/>
                  <a:moveTo>
                    <a:pt x="1100512" y="1263007"/>
                  </a:moveTo>
                  <a:lnTo>
                    <a:pt x="1063215" y="1247229"/>
                  </a:lnTo>
                  <a:lnTo>
                    <a:pt x="1097410" y="1329444"/>
                  </a:lnTo>
                  <a:close/>
                  <a:moveTo>
                    <a:pt x="1028040" y="1182363"/>
                  </a:moveTo>
                  <a:lnTo>
                    <a:pt x="1063215" y="1247229"/>
                  </a:lnTo>
                  <a:lnTo>
                    <a:pt x="1020848" y="1167088"/>
                  </a:lnTo>
                  <a:close/>
                  <a:moveTo>
                    <a:pt x="1020848" y="1167088"/>
                  </a:moveTo>
                  <a:lnTo>
                    <a:pt x="1063215" y="1247229"/>
                  </a:lnTo>
                  <a:lnTo>
                    <a:pt x="1100512" y="1263007"/>
                  </a:lnTo>
                  <a:close/>
                  <a:moveTo>
                    <a:pt x="1028040" y="1182363"/>
                  </a:moveTo>
                  <a:lnTo>
                    <a:pt x="1020848" y="1167088"/>
                  </a:lnTo>
                  <a:lnTo>
                    <a:pt x="1019315" y="1165014"/>
                  </a:lnTo>
                  <a:close/>
                  <a:moveTo>
                    <a:pt x="486400" y="589508"/>
                  </a:moveTo>
                  <a:lnTo>
                    <a:pt x="487286" y="671723"/>
                  </a:lnTo>
                  <a:lnTo>
                    <a:pt x="438351" y="627945"/>
                  </a:lnTo>
                  <a:close/>
                  <a:moveTo>
                    <a:pt x="526542" y="671723"/>
                  </a:moveTo>
                  <a:lnTo>
                    <a:pt x="500687" y="589508"/>
                  </a:lnTo>
                  <a:lnTo>
                    <a:pt x="526979" y="625582"/>
                  </a:lnTo>
                  <a:close/>
                  <a:moveTo>
                    <a:pt x="1095348" y="1306705"/>
                  </a:moveTo>
                  <a:lnTo>
                    <a:pt x="1098907" y="1411659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97410" y="1329444"/>
                  </a:lnTo>
                  <a:lnTo>
                    <a:pt x="1063215" y="1247229"/>
                  </a:lnTo>
                  <a:close/>
                  <a:moveTo>
                    <a:pt x="1057679" y="1237237"/>
                  </a:moveTo>
                  <a:lnTo>
                    <a:pt x="1095348" y="1306705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63215" y="1247229"/>
                  </a:lnTo>
                  <a:lnTo>
                    <a:pt x="1028040" y="1182363"/>
                  </a:lnTo>
                  <a:close/>
                  <a:moveTo>
                    <a:pt x="869628" y="879932"/>
                  </a:moveTo>
                  <a:lnTo>
                    <a:pt x="896138" y="967864"/>
                  </a:lnTo>
                  <a:lnTo>
                    <a:pt x="940975" y="920300"/>
                  </a:lnTo>
                  <a:close/>
                  <a:moveTo>
                    <a:pt x="869628" y="879932"/>
                  </a:moveTo>
                  <a:lnTo>
                    <a:pt x="830529" y="918369"/>
                  </a:lnTo>
                  <a:lnTo>
                    <a:pt x="896138" y="967864"/>
                  </a:lnTo>
                  <a:close/>
                  <a:moveTo>
                    <a:pt x="852412" y="867831"/>
                  </a:moveTo>
                  <a:lnTo>
                    <a:pt x="789883" y="833306"/>
                  </a:lnTo>
                  <a:lnTo>
                    <a:pt x="869628" y="879932"/>
                  </a:lnTo>
                  <a:close/>
                  <a:moveTo>
                    <a:pt x="869628" y="879932"/>
                  </a:moveTo>
                  <a:lnTo>
                    <a:pt x="789883" y="833306"/>
                  </a:lnTo>
                  <a:lnTo>
                    <a:pt x="794237" y="836154"/>
                  </a:lnTo>
                  <a:close/>
                  <a:moveTo>
                    <a:pt x="869628" y="879932"/>
                  </a:moveTo>
                  <a:lnTo>
                    <a:pt x="794237" y="836154"/>
                  </a:lnTo>
                  <a:lnTo>
                    <a:pt x="830529" y="918369"/>
                  </a:lnTo>
                  <a:close/>
                  <a:moveTo>
                    <a:pt x="869628" y="879932"/>
                  </a:moveTo>
                  <a:lnTo>
                    <a:pt x="940975" y="920300"/>
                  </a:lnTo>
                  <a:lnTo>
                    <a:pt x="966334" y="850538"/>
                  </a:lnTo>
                  <a:close/>
                  <a:moveTo>
                    <a:pt x="943976" y="768623"/>
                  </a:moveTo>
                  <a:lnTo>
                    <a:pt x="869628" y="879932"/>
                  </a:lnTo>
                  <a:lnTo>
                    <a:pt x="966334" y="850538"/>
                  </a:lnTo>
                  <a:close/>
                  <a:moveTo>
                    <a:pt x="1453022" y="1158199"/>
                  </a:moveTo>
                  <a:lnTo>
                    <a:pt x="1530095" y="1214135"/>
                  </a:lnTo>
                  <a:lnTo>
                    <a:pt x="1561674" y="1230551"/>
                  </a:lnTo>
                  <a:close/>
                  <a:moveTo>
                    <a:pt x="1276035" y="1121858"/>
                  </a:moveTo>
                  <a:lnTo>
                    <a:pt x="1353204" y="1170356"/>
                  </a:lnTo>
                  <a:lnTo>
                    <a:pt x="1325528" y="1091703"/>
                  </a:lnTo>
                  <a:close/>
                  <a:moveTo>
                    <a:pt x="1325528" y="1091703"/>
                  </a:moveTo>
                  <a:lnTo>
                    <a:pt x="1353204" y="1170356"/>
                  </a:lnTo>
                  <a:lnTo>
                    <a:pt x="1385957" y="1052038"/>
                  </a:lnTo>
                  <a:close/>
                  <a:moveTo>
                    <a:pt x="1372481" y="1163086"/>
                  </a:moveTo>
                  <a:lnTo>
                    <a:pt x="1435961" y="1071977"/>
                  </a:lnTo>
                  <a:lnTo>
                    <a:pt x="1385957" y="1052038"/>
                  </a:lnTo>
                  <a:close/>
                  <a:moveTo>
                    <a:pt x="1285622" y="1049705"/>
                  </a:moveTo>
                  <a:lnTo>
                    <a:pt x="1175321" y="1002004"/>
                  </a:lnTo>
                  <a:lnTo>
                    <a:pt x="1175313" y="1005926"/>
                  </a:lnTo>
                  <a:close/>
                  <a:moveTo>
                    <a:pt x="1149293" y="926648"/>
                  </a:moveTo>
                  <a:lnTo>
                    <a:pt x="1175313" y="1005926"/>
                  </a:lnTo>
                  <a:lnTo>
                    <a:pt x="1175321" y="1002004"/>
                  </a:lnTo>
                  <a:close/>
                  <a:moveTo>
                    <a:pt x="1179771" y="967489"/>
                  </a:moveTo>
                  <a:lnTo>
                    <a:pt x="1149293" y="926648"/>
                  </a:lnTo>
                  <a:lnTo>
                    <a:pt x="1175321" y="1002004"/>
                  </a:lnTo>
                  <a:close/>
                  <a:moveTo>
                    <a:pt x="1530095" y="1214135"/>
                  </a:moveTo>
                  <a:lnTo>
                    <a:pt x="1534268" y="1292331"/>
                  </a:lnTo>
                  <a:lnTo>
                    <a:pt x="1539152" y="1296350"/>
                  </a:lnTo>
                  <a:close/>
                  <a:moveTo>
                    <a:pt x="1644978" y="1234897"/>
                  </a:moveTo>
                  <a:lnTo>
                    <a:pt x="1534268" y="1292331"/>
                  </a:lnTo>
                  <a:lnTo>
                    <a:pt x="1530095" y="1214135"/>
                  </a:lnTo>
                  <a:close/>
                  <a:moveTo>
                    <a:pt x="2056204" y="1181040"/>
                  </a:moveTo>
                  <a:lnTo>
                    <a:pt x="2041550" y="1172575"/>
                  </a:lnTo>
                  <a:lnTo>
                    <a:pt x="1991827" y="1201872"/>
                  </a:lnTo>
                  <a:close/>
                  <a:moveTo>
                    <a:pt x="1752128" y="936123"/>
                  </a:moveTo>
                  <a:lnTo>
                    <a:pt x="1741495" y="1044860"/>
                  </a:lnTo>
                  <a:lnTo>
                    <a:pt x="1757527" y="1055047"/>
                  </a:lnTo>
                  <a:close/>
                  <a:moveTo>
                    <a:pt x="1718400" y="852180"/>
                  </a:moveTo>
                  <a:lnTo>
                    <a:pt x="1661198" y="808401"/>
                  </a:lnTo>
                  <a:lnTo>
                    <a:pt x="1690863" y="769964"/>
                  </a:lnTo>
                  <a:close/>
                  <a:moveTo>
                    <a:pt x="1902185" y="1016610"/>
                  </a:moveTo>
                  <a:lnTo>
                    <a:pt x="1886450" y="987606"/>
                  </a:lnTo>
                  <a:lnTo>
                    <a:pt x="1843022" y="922820"/>
                  </a:lnTo>
                  <a:close/>
                  <a:moveTo>
                    <a:pt x="1755218" y="769964"/>
                  </a:moveTo>
                  <a:lnTo>
                    <a:pt x="1791626" y="795467"/>
                  </a:lnTo>
                  <a:lnTo>
                    <a:pt x="1800310" y="757360"/>
                  </a:lnTo>
                  <a:close/>
                  <a:moveTo>
                    <a:pt x="1698936" y="687749"/>
                  </a:moveTo>
                  <a:lnTo>
                    <a:pt x="1755218" y="769964"/>
                  </a:lnTo>
                  <a:lnTo>
                    <a:pt x="1761189" y="649313"/>
                  </a:lnTo>
                  <a:close/>
                  <a:moveTo>
                    <a:pt x="1880049" y="653033"/>
                  </a:moveTo>
                  <a:lnTo>
                    <a:pt x="1823301" y="698693"/>
                  </a:lnTo>
                  <a:lnTo>
                    <a:pt x="1800310" y="757360"/>
                  </a:lnTo>
                  <a:close/>
                  <a:moveTo>
                    <a:pt x="1792264" y="582647"/>
                  </a:moveTo>
                  <a:lnTo>
                    <a:pt x="1698936" y="687749"/>
                  </a:lnTo>
                  <a:lnTo>
                    <a:pt x="1761189" y="649313"/>
                  </a:lnTo>
                  <a:close/>
                  <a:moveTo>
                    <a:pt x="2106526" y="1029964"/>
                  </a:moveTo>
                  <a:lnTo>
                    <a:pt x="2103922" y="978173"/>
                  </a:lnTo>
                  <a:lnTo>
                    <a:pt x="2079618" y="951747"/>
                  </a:lnTo>
                  <a:close/>
                  <a:moveTo>
                    <a:pt x="1766800" y="528662"/>
                  </a:moveTo>
                  <a:lnTo>
                    <a:pt x="1798351" y="558768"/>
                  </a:lnTo>
                  <a:lnTo>
                    <a:pt x="1761189" y="649313"/>
                  </a:lnTo>
                  <a:close/>
                  <a:moveTo>
                    <a:pt x="1490111" y="238238"/>
                  </a:moveTo>
                  <a:lnTo>
                    <a:pt x="1559795" y="270802"/>
                  </a:lnTo>
                  <a:lnTo>
                    <a:pt x="1592990" y="204169"/>
                  </a:lnTo>
                  <a:close/>
                  <a:moveTo>
                    <a:pt x="1559795" y="270802"/>
                  </a:moveTo>
                  <a:lnTo>
                    <a:pt x="1624594" y="199801"/>
                  </a:lnTo>
                  <a:lnTo>
                    <a:pt x="1592990" y="204169"/>
                  </a:lnTo>
                  <a:close/>
                  <a:moveTo>
                    <a:pt x="1592990" y="204169"/>
                  </a:moveTo>
                  <a:lnTo>
                    <a:pt x="1624594" y="199801"/>
                  </a:lnTo>
                  <a:lnTo>
                    <a:pt x="1597071" y="194972"/>
                  </a:lnTo>
                  <a:close/>
                  <a:moveTo>
                    <a:pt x="1351674" y="156022"/>
                  </a:moveTo>
                  <a:lnTo>
                    <a:pt x="1384093" y="152723"/>
                  </a:lnTo>
                  <a:lnTo>
                    <a:pt x="1418124" y="83230"/>
                  </a:lnTo>
                  <a:close/>
                  <a:moveTo>
                    <a:pt x="1384093" y="152723"/>
                  </a:moveTo>
                  <a:lnTo>
                    <a:pt x="1484135" y="117586"/>
                  </a:lnTo>
                  <a:lnTo>
                    <a:pt x="1418124" y="83230"/>
                  </a:lnTo>
                  <a:close/>
                  <a:moveTo>
                    <a:pt x="1890277" y="446447"/>
                  </a:moveTo>
                  <a:lnTo>
                    <a:pt x="1918911" y="528662"/>
                  </a:lnTo>
                  <a:lnTo>
                    <a:pt x="1951779" y="408010"/>
                  </a:lnTo>
                  <a:close/>
                  <a:moveTo>
                    <a:pt x="1683728" y="161364"/>
                  </a:moveTo>
                  <a:lnTo>
                    <a:pt x="1676302" y="212544"/>
                  </a:lnTo>
                  <a:lnTo>
                    <a:pt x="1729057" y="194584"/>
                  </a:lnTo>
                  <a:close/>
                  <a:moveTo>
                    <a:pt x="1683728" y="161364"/>
                  </a:moveTo>
                  <a:lnTo>
                    <a:pt x="1624594" y="199801"/>
                  </a:lnTo>
                  <a:lnTo>
                    <a:pt x="1676302" y="212544"/>
                  </a:lnTo>
                  <a:close/>
                  <a:moveTo>
                    <a:pt x="1791085" y="243580"/>
                  </a:moveTo>
                  <a:lnTo>
                    <a:pt x="1729057" y="194584"/>
                  </a:lnTo>
                  <a:lnTo>
                    <a:pt x="1776223" y="276481"/>
                  </a:lnTo>
                  <a:close/>
                  <a:moveTo>
                    <a:pt x="1448831" y="0"/>
                  </a:moveTo>
                  <a:lnTo>
                    <a:pt x="1510668" y="10320"/>
                  </a:lnTo>
                  <a:lnTo>
                    <a:pt x="1473427" y="11343"/>
                  </a:lnTo>
                  <a:close/>
                  <a:moveTo>
                    <a:pt x="1791085" y="243580"/>
                  </a:moveTo>
                  <a:lnTo>
                    <a:pt x="1776223" y="276481"/>
                  </a:lnTo>
                  <a:lnTo>
                    <a:pt x="1824461" y="272622"/>
                  </a:lnTo>
                  <a:close/>
                  <a:moveTo>
                    <a:pt x="2050203" y="344120"/>
                  </a:moveTo>
                  <a:lnTo>
                    <a:pt x="1951779" y="408010"/>
                  </a:lnTo>
                  <a:lnTo>
                    <a:pt x="2055592" y="370727"/>
                  </a:lnTo>
                  <a:close/>
                  <a:moveTo>
                    <a:pt x="2055592" y="370727"/>
                  </a:moveTo>
                  <a:lnTo>
                    <a:pt x="2028618" y="478618"/>
                  </a:lnTo>
                  <a:lnTo>
                    <a:pt x="2069522" y="408010"/>
                  </a:lnTo>
                  <a:close/>
                  <a:moveTo>
                    <a:pt x="2069522" y="408010"/>
                  </a:moveTo>
                  <a:lnTo>
                    <a:pt x="2050203" y="344120"/>
                  </a:lnTo>
                  <a:lnTo>
                    <a:pt x="2055592" y="370727"/>
                  </a:lnTo>
                  <a:close/>
                  <a:moveTo>
                    <a:pt x="2039248" y="287358"/>
                  </a:moveTo>
                  <a:lnTo>
                    <a:pt x="2050203" y="344120"/>
                  </a:lnTo>
                  <a:lnTo>
                    <a:pt x="2069522" y="408010"/>
                  </a:lnTo>
                  <a:close/>
                  <a:moveTo>
                    <a:pt x="1959150" y="205144"/>
                  </a:moveTo>
                  <a:lnTo>
                    <a:pt x="1953469" y="261104"/>
                  </a:lnTo>
                  <a:lnTo>
                    <a:pt x="1977882" y="233720"/>
                  </a:lnTo>
                  <a:close/>
                  <a:moveTo>
                    <a:pt x="1977882" y="233720"/>
                  </a:moveTo>
                  <a:lnTo>
                    <a:pt x="1953469" y="261104"/>
                  </a:lnTo>
                  <a:lnTo>
                    <a:pt x="1956345" y="290729"/>
                  </a:lnTo>
                  <a:close/>
                  <a:moveTo>
                    <a:pt x="2008745" y="287358"/>
                  </a:moveTo>
                  <a:lnTo>
                    <a:pt x="2033060" y="280027"/>
                  </a:lnTo>
                  <a:lnTo>
                    <a:pt x="1977882" y="233720"/>
                  </a:lnTo>
                  <a:close/>
                  <a:moveTo>
                    <a:pt x="1956345" y="290729"/>
                  </a:moveTo>
                  <a:lnTo>
                    <a:pt x="2008745" y="287358"/>
                  </a:lnTo>
                  <a:lnTo>
                    <a:pt x="1977882" y="233720"/>
                  </a:lnTo>
                  <a:close/>
                  <a:moveTo>
                    <a:pt x="2008745" y="287358"/>
                  </a:moveTo>
                  <a:lnTo>
                    <a:pt x="2050203" y="344120"/>
                  </a:lnTo>
                  <a:lnTo>
                    <a:pt x="2038624" y="284429"/>
                  </a:lnTo>
                  <a:close/>
                  <a:moveTo>
                    <a:pt x="2038624" y="284429"/>
                  </a:moveTo>
                  <a:lnTo>
                    <a:pt x="2033060" y="280027"/>
                  </a:lnTo>
                  <a:lnTo>
                    <a:pt x="2008745" y="287358"/>
                  </a:lnTo>
                  <a:close/>
                  <a:moveTo>
                    <a:pt x="1953469" y="261104"/>
                  </a:moveTo>
                  <a:lnTo>
                    <a:pt x="1959150" y="205144"/>
                  </a:lnTo>
                  <a:lnTo>
                    <a:pt x="1963821" y="184559"/>
                  </a:lnTo>
                  <a:close/>
                  <a:moveTo>
                    <a:pt x="2038624" y="284429"/>
                  </a:moveTo>
                  <a:lnTo>
                    <a:pt x="2050203" y="344120"/>
                  </a:lnTo>
                  <a:lnTo>
                    <a:pt x="2039248" y="287358"/>
                  </a:lnTo>
                  <a:close/>
                  <a:moveTo>
                    <a:pt x="2038624" y="284429"/>
                  </a:moveTo>
                  <a:lnTo>
                    <a:pt x="2039248" y="287358"/>
                  </a:lnTo>
                  <a:lnTo>
                    <a:pt x="2033060" y="280027"/>
                  </a:lnTo>
                  <a:close/>
                  <a:moveTo>
                    <a:pt x="1879337" y="205144"/>
                  </a:moveTo>
                  <a:lnTo>
                    <a:pt x="1953469" y="261104"/>
                  </a:lnTo>
                  <a:lnTo>
                    <a:pt x="1963821" y="184559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23" name="Candidate_density__2022">
              <a:extLst>
                <a:ext uri="{FF2B5EF4-FFF2-40B4-BE49-F238E27FC236}">
                  <a16:creationId xmlns:a16="http://schemas.microsoft.com/office/drawing/2014/main" id="{10DE9C64-CD47-7F7F-48D8-273BF0BD6399}"/>
                </a:ext>
              </a:extLst>
            </p:cNvPr>
            <p:cNvSpPr>
              <a:spLocks noGrp="1"/>
            </p:cNvSpPr>
            <p:nvPr/>
          </p:nvSpPr>
          <p:spPr>
            <a:xfrm>
              <a:off x="4601852" y="3436186"/>
              <a:ext cx="1857811" cy="1268087"/>
            </a:xfrm>
            <a:custGeom>
              <a:avLst/>
              <a:gdLst/>
              <a:ahLst/>
              <a:cxnLst/>
              <a:rect l="0" t="0" r="0" b="0"/>
              <a:pathLst>
                <a:path w="1857811" h="1268087">
                  <a:moveTo>
                    <a:pt x="0" y="1077288"/>
                  </a:moveTo>
                  <a:lnTo>
                    <a:pt x="19868" y="998768"/>
                  </a:lnTo>
                  <a:lnTo>
                    <a:pt x="4873" y="987623"/>
                  </a:lnTo>
                  <a:close/>
                  <a:moveTo>
                    <a:pt x="521831" y="1268087"/>
                  </a:moveTo>
                  <a:lnTo>
                    <a:pt x="494047" y="1256005"/>
                  </a:lnTo>
                  <a:lnTo>
                    <a:pt x="545728" y="1239610"/>
                  </a:lnTo>
                  <a:close/>
                  <a:moveTo>
                    <a:pt x="545728" y="1239610"/>
                  </a:moveTo>
                  <a:lnTo>
                    <a:pt x="494047" y="1256005"/>
                  </a:lnTo>
                  <a:lnTo>
                    <a:pt x="583813" y="1221171"/>
                  </a:lnTo>
                  <a:close/>
                  <a:moveTo>
                    <a:pt x="346637" y="714702"/>
                  </a:moveTo>
                  <a:lnTo>
                    <a:pt x="350825" y="707883"/>
                  </a:lnTo>
                  <a:lnTo>
                    <a:pt x="326614" y="790098"/>
                  </a:lnTo>
                  <a:close/>
                  <a:moveTo>
                    <a:pt x="1626283" y="1173422"/>
                  </a:moveTo>
                  <a:lnTo>
                    <a:pt x="1667449" y="1134985"/>
                  </a:lnTo>
                  <a:lnTo>
                    <a:pt x="1645132" y="1174930"/>
                  </a:lnTo>
                  <a:close/>
                  <a:moveTo>
                    <a:pt x="1835375" y="120652"/>
                  </a:moveTo>
                  <a:lnTo>
                    <a:pt x="1832654" y="27514"/>
                  </a:lnTo>
                  <a:lnTo>
                    <a:pt x="1828587" y="97416"/>
                  </a:lnTo>
                  <a:close/>
                  <a:moveTo>
                    <a:pt x="1857811" y="0"/>
                  </a:moveTo>
                  <a:lnTo>
                    <a:pt x="1832654" y="27514"/>
                  </a:lnTo>
                  <a:lnTo>
                    <a:pt x="1835375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24" name="Candidate_density__2023">
              <a:extLst>
                <a:ext uri="{FF2B5EF4-FFF2-40B4-BE49-F238E27FC236}">
                  <a16:creationId xmlns:a16="http://schemas.microsoft.com/office/drawing/2014/main" id="{8B7B76B9-3340-C23D-95DF-D91255BD0244}"/>
                </a:ext>
              </a:extLst>
            </p:cNvPr>
            <p:cNvSpPr>
              <a:spLocks noGrp="1"/>
            </p:cNvSpPr>
            <p:nvPr/>
          </p:nvSpPr>
          <p:spPr>
            <a:xfrm>
              <a:off x="4522140" y="3420870"/>
              <a:ext cx="1937522" cy="1868868"/>
            </a:xfrm>
            <a:custGeom>
              <a:avLst/>
              <a:gdLst/>
              <a:ahLst/>
              <a:cxnLst/>
              <a:rect l="0" t="0" r="0" b="0"/>
              <a:pathLst>
                <a:path w="1937522" h="1868868">
                  <a:moveTo>
                    <a:pt x="0" y="1073230"/>
                  </a:moveTo>
                  <a:lnTo>
                    <a:pt x="79712" y="1092604"/>
                  </a:lnTo>
                  <a:lnTo>
                    <a:pt x="51955" y="1052278"/>
                  </a:lnTo>
                  <a:close/>
                  <a:moveTo>
                    <a:pt x="442912" y="1399374"/>
                  </a:moveTo>
                  <a:lnTo>
                    <a:pt x="414505" y="1356619"/>
                  </a:lnTo>
                  <a:lnTo>
                    <a:pt x="354061" y="1345829"/>
                  </a:lnTo>
                  <a:close/>
                  <a:moveTo>
                    <a:pt x="993569" y="1849696"/>
                  </a:moveTo>
                  <a:lnTo>
                    <a:pt x="1058545" y="1868868"/>
                  </a:lnTo>
                  <a:lnTo>
                    <a:pt x="1018532" y="1852742"/>
                  </a:lnTo>
                  <a:close/>
                  <a:moveTo>
                    <a:pt x="581665" y="1364987"/>
                  </a:moveTo>
                  <a:lnTo>
                    <a:pt x="632161" y="1457792"/>
                  </a:lnTo>
                  <a:lnTo>
                    <a:pt x="586541" y="1375577"/>
                  </a:lnTo>
                  <a:close/>
                  <a:moveTo>
                    <a:pt x="1025473" y="1538576"/>
                  </a:moveTo>
                  <a:lnTo>
                    <a:pt x="1067258" y="1473353"/>
                  </a:lnTo>
                  <a:lnTo>
                    <a:pt x="1067722" y="1463135"/>
                  </a:lnTo>
                  <a:close/>
                  <a:moveTo>
                    <a:pt x="1013493" y="1556562"/>
                  </a:moveTo>
                  <a:lnTo>
                    <a:pt x="1044869" y="1547639"/>
                  </a:lnTo>
                  <a:lnTo>
                    <a:pt x="1025473" y="1538576"/>
                  </a:lnTo>
                  <a:close/>
                  <a:moveTo>
                    <a:pt x="630043" y="1174758"/>
                  </a:moveTo>
                  <a:lnTo>
                    <a:pt x="625440" y="1254926"/>
                  </a:lnTo>
                  <a:lnTo>
                    <a:pt x="663525" y="1236487"/>
                  </a:lnTo>
                  <a:close/>
                  <a:moveTo>
                    <a:pt x="630043" y="1174758"/>
                  </a:moveTo>
                  <a:lnTo>
                    <a:pt x="663525" y="1236487"/>
                  </a:lnTo>
                  <a:lnTo>
                    <a:pt x="701975" y="1165045"/>
                  </a:lnTo>
                  <a:close/>
                  <a:moveTo>
                    <a:pt x="701975" y="1165045"/>
                  </a:moveTo>
                  <a:lnTo>
                    <a:pt x="730539" y="1164954"/>
                  </a:lnTo>
                  <a:lnTo>
                    <a:pt x="726001" y="1134274"/>
                  </a:lnTo>
                  <a:close/>
                  <a:moveTo>
                    <a:pt x="724652" y="1186373"/>
                  </a:moveTo>
                  <a:lnTo>
                    <a:pt x="730539" y="1164954"/>
                  </a:lnTo>
                  <a:lnTo>
                    <a:pt x="701975" y="1165045"/>
                  </a:lnTo>
                  <a:close/>
                  <a:moveTo>
                    <a:pt x="663525" y="1236487"/>
                  </a:moveTo>
                  <a:lnTo>
                    <a:pt x="724652" y="1186373"/>
                  </a:lnTo>
                  <a:lnTo>
                    <a:pt x="701975" y="1165045"/>
                  </a:lnTo>
                  <a:close/>
                  <a:moveTo>
                    <a:pt x="450492" y="684762"/>
                  </a:moveTo>
                  <a:lnTo>
                    <a:pt x="430537" y="723199"/>
                  </a:lnTo>
                  <a:lnTo>
                    <a:pt x="401557" y="640984"/>
                  </a:lnTo>
                  <a:close/>
                  <a:moveTo>
                    <a:pt x="985543" y="878640"/>
                  </a:moveTo>
                  <a:lnTo>
                    <a:pt x="904181" y="933340"/>
                  </a:lnTo>
                  <a:lnTo>
                    <a:pt x="969472" y="898792"/>
                  </a:lnTo>
                  <a:close/>
                  <a:moveTo>
                    <a:pt x="985543" y="878640"/>
                  </a:moveTo>
                  <a:lnTo>
                    <a:pt x="960318" y="864567"/>
                  </a:lnTo>
                  <a:lnTo>
                    <a:pt x="907182" y="781662"/>
                  </a:lnTo>
                  <a:close/>
                  <a:moveTo>
                    <a:pt x="1497003" y="1326107"/>
                  </a:moveTo>
                  <a:lnTo>
                    <a:pt x="1523509" y="1361753"/>
                  </a:lnTo>
                  <a:lnTo>
                    <a:pt x="1532440" y="1337536"/>
                  </a:lnTo>
                  <a:close/>
                  <a:moveTo>
                    <a:pt x="1493791" y="1408457"/>
                  </a:moveTo>
                  <a:lnTo>
                    <a:pt x="1523509" y="1361753"/>
                  </a:lnTo>
                  <a:lnTo>
                    <a:pt x="1497003" y="1326107"/>
                  </a:lnTo>
                  <a:close/>
                  <a:moveTo>
                    <a:pt x="1532440" y="1337536"/>
                  </a:moveTo>
                  <a:lnTo>
                    <a:pt x="1524879" y="1243590"/>
                  </a:lnTo>
                  <a:lnTo>
                    <a:pt x="1502358" y="1309389"/>
                  </a:lnTo>
                  <a:close/>
                  <a:moveTo>
                    <a:pt x="1292427" y="950517"/>
                  </a:moveTo>
                  <a:lnTo>
                    <a:pt x="1343512" y="969578"/>
                  </a:lnTo>
                  <a:lnTo>
                    <a:pt x="1316979" y="891057"/>
                  </a:lnTo>
                  <a:close/>
                  <a:moveTo>
                    <a:pt x="1347161" y="1044532"/>
                  </a:moveTo>
                  <a:lnTo>
                    <a:pt x="1354762" y="980528"/>
                  </a:lnTo>
                  <a:lnTo>
                    <a:pt x="1343512" y="969578"/>
                  </a:lnTo>
                  <a:close/>
                  <a:moveTo>
                    <a:pt x="1720733" y="1068086"/>
                  </a:moveTo>
                  <a:lnTo>
                    <a:pt x="1747161" y="1150301"/>
                  </a:lnTo>
                  <a:lnTo>
                    <a:pt x="1705694" y="1106522"/>
                  </a:lnTo>
                  <a:close/>
                  <a:moveTo>
                    <a:pt x="1681201" y="876819"/>
                  </a:moveTo>
                  <a:lnTo>
                    <a:pt x="1715334" y="949162"/>
                  </a:lnTo>
                  <a:lnTo>
                    <a:pt x="1713261" y="985871"/>
                  </a:lnTo>
                  <a:close/>
                  <a:moveTo>
                    <a:pt x="1262516" y="145907"/>
                  </a:moveTo>
                  <a:lnTo>
                    <a:pt x="1314880" y="169061"/>
                  </a:lnTo>
                  <a:lnTo>
                    <a:pt x="1381330" y="96270"/>
                  </a:lnTo>
                  <a:close/>
                  <a:moveTo>
                    <a:pt x="1639508" y="225583"/>
                  </a:moveTo>
                  <a:lnTo>
                    <a:pt x="1682909" y="212840"/>
                  </a:lnTo>
                  <a:lnTo>
                    <a:pt x="1692263" y="207623"/>
                  </a:lnTo>
                  <a:close/>
                  <a:moveTo>
                    <a:pt x="1908298" y="112732"/>
                  </a:moveTo>
                  <a:lnTo>
                    <a:pt x="1922356" y="218183"/>
                  </a:lnTo>
                  <a:lnTo>
                    <a:pt x="1915087" y="135967"/>
                  </a:lnTo>
                  <a:close/>
                  <a:moveTo>
                    <a:pt x="1908298" y="112732"/>
                  </a:moveTo>
                  <a:lnTo>
                    <a:pt x="1912366" y="42830"/>
                  </a:lnTo>
                  <a:lnTo>
                    <a:pt x="1849397" y="86055"/>
                  </a:lnTo>
                  <a:close/>
                  <a:moveTo>
                    <a:pt x="1923846" y="0"/>
                  </a:moveTo>
                  <a:lnTo>
                    <a:pt x="1912366" y="42830"/>
                  </a:lnTo>
                  <a:lnTo>
                    <a:pt x="1937522" y="1531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25" name="Candidate_density__2024">
              <a:extLst>
                <a:ext uri="{FF2B5EF4-FFF2-40B4-BE49-F238E27FC236}">
                  <a16:creationId xmlns:a16="http://schemas.microsoft.com/office/drawing/2014/main" id="{0DD7A36A-09FA-5A7B-0BA5-D15554B62C19}"/>
                </a:ext>
              </a:extLst>
            </p:cNvPr>
            <p:cNvSpPr>
              <a:spLocks noGrp="1"/>
            </p:cNvSpPr>
            <p:nvPr/>
          </p:nvSpPr>
          <p:spPr>
            <a:xfrm>
              <a:off x="6100292" y="3477253"/>
              <a:ext cx="73660" cy="42885"/>
            </a:xfrm>
            <a:custGeom>
              <a:avLst/>
              <a:gdLst/>
              <a:ahLst/>
              <a:cxnLst/>
              <a:rect l="0" t="0" r="0" b="0"/>
              <a:pathLst>
                <a:path w="73660" h="42885">
                  <a:moveTo>
                    <a:pt x="62076" y="35806"/>
                  </a:moveTo>
                  <a:lnTo>
                    <a:pt x="73660" y="0"/>
                  </a:lnTo>
                  <a:lnTo>
                    <a:pt x="0" y="4288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26" name="Candidate_density__2025">
              <a:extLst>
                <a:ext uri="{FF2B5EF4-FFF2-40B4-BE49-F238E27FC236}">
                  <a16:creationId xmlns:a16="http://schemas.microsoft.com/office/drawing/2014/main" id="{6F256EDC-9757-BE72-5CDA-539485506DC9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011379"/>
              <a:ext cx="2088274" cy="2508355"/>
            </a:xfrm>
            <a:custGeom>
              <a:avLst/>
              <a:gdLst/>
              <a:ahLst/>
              <a:cxnLst/>
              <a:rect l="0" t="0" r="0" b="0"/>
              <a:pathLst>
                <a:path w="2088274" h="2508355">
                  <a:moveTo>
                    <a:pt x="607956" y="2508355"/>
                  </a:moveTo>
                  <a:lnTo>
                    <a:pt x="559483" y="2447639"/>
                  </a:lnTo>
                  <a:lnTo>
                    <a:pt x="569630" y="2475884"/>
                  </a:lnTo>
                  <a:close/>
                  <a:moveTo>
                    <a:pt x="577852" y="2459254"/>
                  </a:moveTo>
                  <a:lnTo>
                    <a:pt x="559483" y="2447639"/>
                  </a:lnTo>
                  <a:lnTo>
                    <a:pt x="607956" y="2508355"/>
                  </a:lnTo>
                  <a:close/>
                  <a:moveTo>
                    <a:pt x="569630" y="2475884"/>
                  </a:moveTo>
                  <a:lnTo>
                    <a:pt x="559483" y="2447639"/>
                  </a:lnTo>
                  <a:lnTo>
                    <a:pt x="513765" y="2384716"/>
                  </a:lnTo>
                  <a:close/>
                  <a:moveTo>
                    <a:pt x="556749" y="2437448"/>
                  </a:moveTo>
                  <a:lnTo>
                    <a:pt x="513765" y="2384716"/>
                  </a:lnTo>
                  <a:lnTo>
                    <a:pt x="559483" y="2447639"/>
                  </a:lnTo>
                  <a:close/>
                  <a:moveTo>
                    <a:pt x="556749" y="2437448"/>
                  </a:moveTo>
                  <a:lnTo>
                    <a:pt x="488053" y="2355233"/>
                  </a:lnTo>
                  <a:lnTo>
                    <a:pt x="513765" y="2384716"/>
                  </a:lnTo>
                  <a:close/>
                  <a:moveTo>
                    <a:pt x="527731" y="1841457"/>
                  </a:moveTo>
                  <a:lnTo>
                    <a:pt x="472870" y="1785069"/>
                  </a:lnTo>
                  <a:lnTo>
                    <a:pt x="473297" y="1817062"/>
                  </a:lnTo>
                  <a:close/>
                  <a:moveTo>
                    <a:pt x="348959" y="1702854"/>
                  </a:moveTo>
                  <a:lnTo>
                    <a:pt x="339991" y="1696846"/>
                  </a:lnTo>
                  <a:lnTo>
                    <a:pt x="285139" y="1706962"/>
                  </a:lnTo>
                  <a:close/>
                  <a:moveTo>
                    <a:pt x="6485" y="1412430"/>
                  </a:moveTo>
                  <a:lnTo>
                    <a:pt x="86509" y="1488777"/>
                  </a:lnTo>
                  <a:lnTo>
                    <a:pt x="0" y="1398422"/>
                  </a:lnTo>
                  <a:close/>
                  <a:moveTo>
                    <a:pt x="934522" y="2184923"/>
                  </a:moveTo>
                  <a:lnTo>
                    <a:pt x="1014519" y="2239923"/>
                  </a:lnTo>
                  <a:lnTo>
                    <a:pt x="986466" y="2226758"/>
                  </a:lnTo>
                  <a:close/>
                  <a:moveTo>
                    <a:pt x="472870" y="1785069"/>
                  </a:moveTo>
                  <a:lnTo>
                    <a:pt x="527731" y="1841457"/>
                  </a:lnTo>
                  <a:lnTo>
                    <a:pt x="531323" y="1769888"/>
                  </a:lnTo>
                  <a:close/>
                  <a:moveTo>
                    <a:pt x="531323" y="1769888"/>
                  </a:moveTo>
                  <a:lnTo>
                    <a:pt x="527731" y="1841457"/>
                  </a:lnTo>
                  <a:lnTo>
                    <a:pt x="610071" y="1866551"/>
                  </a:lnTo>
                  <a:close/>
                  <a:moveTo>
                    <a:pt x="348959" y="1702854"/>
                  </a:moveTo>
                  <a:lnTo>
                    <a:pt x="433048" y="1766110"/>
                  </a:lnTo>
                  <a:lnTo>
                    <a:pt x="415483" y="1664417"/>
                  </a:lnTo>
                  <a:close/>
                  <a:moveTo>
                    <a:pt x="472870" y="1785069"/>
                  </a:moveTo>
                  <a:lnTo>
                    <a:pt x="531323" y="1769888"/>
                  </a:lnTo>
                  <a:lnTo>
                    <a:pt x="433048" y="1766110"/>
                  </a:lnTo>
                  <a:close/>
                  <a:moveTo>
                    <a:pt x="915999" y="2157708"/>
                  </a:moveTo>
                  <a:lnTo>
                    <a:pt x="934522" y="2184923"/>
                  </a:lnTo>
                  <a:lnTo>
                    <a:pt x="986466" y="2226758"/>
                  </a:lnTo>
                  <a:close/>
                  <a:moveTo>
                    <a:pt x="986466" y="2226758"/>
                  </a:moveTo>
                  <a:lnTo>
                    <a:pt x="1014519" y="2239923"/>
                  </a:lnTo>
                  <a:lnTo>
                    <a:pt x="1011341" y="2222563"/>
                  </a:lnTo>
                  <a:close/>
                  <a:moveTo>
                    <a:pt x="986466" y="2226758"/>
                  </a:moveTo>
                  <a:lnTo>
                    <a:pt x="1011341" y="2222563"/>
                  </a:lnTo>
                  <a:lnTo>
                    <a:pt x="915999" y="2157708"/>
                  </a:lnTo>
                  <a:close/>
                  <a:moveTo>
                    <a:pt x="373206" y="1476974"/>
                  </a:moveTo>
                  <a:lnTo>
                    <a:pt x="378915" y="1499987"/>
                  </a:lnTo>
                  <a:lnTo>
                    <a:pt x="335566" y="1465098"/>
                  </a:lnTo>
                  <a:close/>
                  <a:moveTo>
                    <a:pt x="475388" y="1414993"/>
                  </a:moveTo>
                  <a:lnTo>
                    <a:pt x="460406" y="1499987"/>
                  </a:lnTo>
                  <a:lnTo>
                    <a:pt x="461093" y="1466115"/>
                  </a:lnTo>
                  <a:close/>
                  <a:moveTo>
                    <a:pt x="475388" y="1414993"/>
                  </a:moveTo>
                  <a:lnTo>
                    <a:pt x="461093" y="1466115"/>
                  </a:lnTo>
                  <a:lnTo>
                    <a:pt x="414677" y="1403758"/>
                  </a:lnTo>
                  <a:close/>
                  <a:moveTo>
                    <a:pt x="296653" y="1319609"/>
                  </a:moveTo>
                  <a:lnTo>
                    <a:pt x="314291" y="1297121"/>
                  </a:lnTo>
                  <a:lnTo>
                    <a:pt x="259279" y="1243329"/>
                  </a:lnTo>
                  <a:close/>
                  <a:moveTo>
                    <a:pt x="830298" y="1908788"/>
                  </a:moveTo>
                  <a:lnTo>
                    <a:pt x="803296" y="1884029"/>
                  </a:lnTo>
                  <a:lnTo>
                    <a:pt x="805109" y="1872626"/>
                  </a:lnTo>
                  <a:close/>
                  <a:moveTo>
                    <a:pt x="744718" y="1817678"/>
                  </a:moveTo>
                  <a:lnTo>
                    <a:pt x="805109" y="1872626"/>
                  </a:lnTo>
                  <a:lnTo>
                    <a:pt x="798901" y="1867598"/>
                  </a:lnTo>
                  <a:close/>
                  <a:moveTo>
                    <a:pt x="1030198" y="2007048"/>
                  </a:moveTo>
                  <a:lnTo>
                    <a:pt x="1079599" y="2027478"/>
                  </a:lnTo>
                  <a:lnTo>
                    <a:pt x="1055363" y="1990491"/>
                  </a:lnTo>
                  <a:close/>
                  <a:moveTo>
                    <a:pt x="926125" y="1849404"/>
                  </a:moveTo>
                  <a:lnTo>
                    <a:pt x="968272" y="1943531"/>
                  </a:lnTo>
                  <a:lnTo>
                    <a:pt x="991862" y="1838030"/>
                  </a:lnTo>
                  <a:close/>
                  <a:moveTo>
                    <a:pt x="968272" y="1943531"/>
                  </a:moveTo>
                  <a:lnTo>
                    <a:pt x="1039583" y="1834190"/>
                  </a:lnTo>
                  <a:lnTo>
                    <a:pt x="991862" y="1838030"/>
                  </a:lnTo>
                  <a:close/>
                  <a:moveTo>
                    <a:pt x="664936" y="1521670"/>
                  </a:moveTo>
                  <a:lnTo>
                    <a:pt x="582985" y="1617636"/>
                  </a:lnTo>
                  <a:lnTo>
                    <a:pt x="648586" y="1584250"/>
                  </a:lnTo>
                  <a:close/>
                  <a:moveTo>
                    <a:pt x="648586" y="1584250"/>
                  </a:moveTo>
                  <a:lnTo>
                    <a:pt x="754355" y="1509566"/>
                  </a:lnTo>
                  <a:lnTo>
                    <a:pt x="664936" y="1521670"/>
                  </a:lnTo>
                  <a:close/>
                  <a:moveTo>
                    <a:pt x="664936" y="1521670"/>
                  </a:moveTo>
                  <a:lnTo>
                    <a:pt x="754355" y="1509566"/>
                  </a:lnTo>
                  <a:lnTo>
                    <a:pt x="720434" y="1437051"/>
                  </a:lnTo>
                  <a:close/>
                  <a:moveTo>
                    <a:pt x="660611" y="1425095"/>
                  </a:moveTo>
                  <a:lnTo>
                    <a:pt x="720434" y="1437051"/>
                  </a:lnTo>
                  <a:lnTo>
                    <a:pt x="596278" y="1377304"/>
                  </a:lnTo>
                  <a:close/>
                  <a:moveTo>
                    <a:pt x="660611" y="1425095"/>
                  </a:moveTo>
                  <a:lnTo>
                    <a:pt x="596278" y="1377304"/>
                  </a:lnTo>
                  <a:lnTo>
                    <a:pt x="639264" y="1423114"/>
                  </a:lnTo>
                  <a:close/>
                  <a:moveTo>
                    <a:pt x="1039583" y="1834190"/>
                  </a:moveTo>
                  <a:lnTo>
                    <a:pt x="1073331" y="1842471"/>
                  </a:lnTo>
                  <a:lnTo>
                    <a:pt x="1076875" y="1829508"/>
                  </a:lnTo>
                  <a:close/>
                  <a:moveTo>
                    <a:pt x="1073331" y="1842471"/>
                  </a:moveTo>
                  <a:lnTo>
                    <a:pt x="1080655" y="1834190"/>
                  </a:lnTo>
                  <a:lnTo>
                    <a:pt x="1076875" y="1829508"/>
                  </a:lnTo>
                  <a:close/>
                  <a:moveTo>
                    <a:pt x="1077097" y="1729235"/>
                  </a:moveTo>
                  <a:lnTo>
                    <a:pt x="1076875" y="1829508"/>
                  </a:lnTo>
                  <a:lnTo>
                    <a:pt x="1080655" y="1834190"/>
                  </a:lnTo>
                  <a:close/>
                  <a:moveTo>
                    <a:pt x="928012" y="1641258"/>
                  </a:moveTo>
                  <a:lnTo>
                    <a:pt x="963883" y="1711921"/>
                  </a:lnTo>
                  <a:lnTo>
                    <a:pt x="964307" y="1660247"/>
                  </a:lnTo>
                  <a:close/>
                  <a:moveTo>
                    <a:pt x="900866" y="1751324"/>
                  </a:moveTo>
                  <a:lnTo>
                    <a:pt x="963883" y="1711921"/>
                  </a:lnTo>
                  <a:lnTo>
                    <a:pt x="928012" y="1641258"/>
                  </a:lnTo>
                  <a:close/>
                  <a:moveTo>
                    <a:pt x="964307" y="1660247"/>
                  </a:moveTo>
                  <a:lnTo>
                    <a:pt x="963883" y="1711921"/>
                  </a:lnTo>
                  <a:lnTo>
                    <a:pt x="1077097" y="1729235"/>
                  </a:lnTo>
                  <a:close/>
                  <a:moveTo>
                    <a:pt x="1039428" y="1659768"/>
                  </a:moveTo>
                  <a:lnTo>
                    <a:pt x="964307" y="1660247"/>
                  </a:lnTo>
                  <a:lnTo>
                    <a:pt x="1077097" y="1729235"/>
                  </a:lnTo>
                  <a:close/>
                  <a:moveTo>
                    <a:pt x="406483" y="1094254"/>
                  </a:moveTo>
                  <a:lnTo>
                    <a:pt x="494726" y="1138495"/>
                  </a:lnTo>
                  <a:lnTo>
                    <a:pt x="434583" y="1087298"/>
                  </a:lnTo>
                  <a:close/>
                  <a:moveTo>
                    <a:pt x="434583" y="1087298"/>
                  </a:moveTo>
                  <a:lnTo>
                    <a:pt x="452925" y="1176469"/>
                  </a:lnTo>
                  <a:lnTo>
                    <a:pt x="469035" y="1094254"/>
                  </a:lnTo>
                  <a:close/>
                  <a:moveTo>
                    <a:pt x="508291" y="1094254"/>
                  </a:moveTo>
                  <a:lnTo>
                    <a:pt x="587928" y="1142257"/>
                  </a:lnTo>
                  <a:lnTo>
                    <a:pt x="607938" y="1138033"/>
                  </a:lnTo>
                  <a:close/>
                  <a:moveTo>
                    <a:pt x="563593" y="1055817"/>
                  </a:moveTo>
                  <a:lnTo>
                    <a:pt x="508291" y="1094254"/>
                  </a:lnTo>
                  <a:lnTo>
                    <a:pt x="607938" y="1138033"/>
                  </a:lnTo>
                  <a:close/>
                  <a:moveTo>
                    <a:pt x="534844" y="1007241"/>
                  </a:moveTo>
                  <a:lnTo>
                    <a:pt x="490699" y="1002177"/>
                  </a:lnTo>
                  <a:lnTo>
                    <a:pt x="563593" y="1055817"/>
                  </a:lnTo>
                  <a:close/>
                  <a:moveTo>
                    <a:pt x="445159" y="978607"/>
                  </a:moveTo>
                  <a:lnTo>
                    <a:pt x="468149" y="1012039"/>
                  </a:lnTo>
                  <a:lnTo>
                    <a:pt x="404007" y="911971"/>
                  </a:lnTo>
                  <a:close/>
                  <a:moveTo>
                    <a:pt x="349289" y="895864"/>
                  </a:moveTo>
                  <a:lnTo>
                    <a:pt x="445159" y="978607"/>
                  </a:lnTo>
                  <a:lnTo>
                    <a:pt x="404007" y="911971"/>
                  </a:lnTo>
                  <a:close/>
                  <a:moveTo>
                    <a:pt x="607938" y="1138033"/>
                  </a:moveTo>
                  <a:lnTo>
                    <a:pt x="611167" y="1165015"/>
                  </a:lnTo>
                  <a:lnTo>
                    <a:pt x="658886" y="1192356"/>
                  </a:lnTo>
                  <a:close/>
                  <a:moveTo>
                    <a:pt x="1194638" y="1794361"/>
                  </a:moveTo>
                  <a:lnTo>
                    <a:pt x="1213916" y="1874232"/>
                  </a:lnTo>
                  <a:lnTo>
                    <a:pt x="1154168" y="1766670"/>
                  </a:lnTo>
                  <a:close/>
                  <a:moveTo>
                    <a:pt x="734168" y="1181811"/>
                  </a:moveTo>
                  <a:lnTo>
                    <a:pt x="689381" y="1220248"/>
                  </a:lnTo>
                  <a:lnTo>
                    <a:pt x="762611" y="1301510"/>
                  </a:lnTo>
                  <a:close/>
                  <a:moveTo>
                    <a:pt x="689381" y="1220248"/>
                  </a:moveTo>
                  <a:lnTo>
                    <a:pt x="734168" y="1181811"/>
                  </a:lnTo>
                  <a:lnTo>
                    <a:pt x="658886" y="1192356"/>
                  </a:lnTo>
                  <a:close/>
                  <a:moveTo>
                    <a:pt x="563593" y="1055817"/>
                  </a:moveTo>
                  <a:lnTo>
                    <a:pt x="607938" y="1138033"/>
                  </a:lnTo>
                  <a:lnTo>
                    <a:pt x="561614" y="1044616"/>
                  </a:lnTo>
                  <a:close/>
                  <a:moveTo>
                    <a:pt x="534844" y="1007241"/>
                  </a:moveTo>
                  <a:lnTo>
                    <a:pt x="563593" y="1055817"/>
                  </a:lnTo>
                  <a:lnTo>
                    <a:pt x="561614" y="1044616"/>
                  </a:lnTo>
                  <a:close/>
                  <a:moveTo>
                    <a:pt x="1267370" y="1472235"/>
                  </a:moveTo>
                  <a:lnTo>
                    <a:pt x="1257784" y="1544389"/>
                  </a:lnTo>
                  <a:lnTo>
                    <a:pt x="1307277" y="1514234"/>
                  </a:lnTo>
                  <a:close/>
                  <a:moveTo>
                    <a:pt x="1208363" y="1423064"/>
                  </a:moveTo>
                  <a:lnTo>
                    <a:pt x="1157070" y="1424534"/>
                  </a:lnTo>
                  <a:lnTo>
                    <a:pt x="1267370" y="1472235"/>
                  </a:lnTo>
                  <a:close/>
                  <a:moveTo>
                    <a:pt x="1111387" y="1307805"/>
                  </a:moveTo>
                  <a:lnTo>
                    <a:pt x="1130040" y="1346241"/>
                  </a:lnTo>
                  <a:lnTo>
                    <a:pt x="1161519" y="1390020"/>
                  </a:lnTo>
                  <a:close/>
                  <a:moveTo>
                    <a:pt x="908266" y="1061160"/>
                  </a:moveTo>
                  <a:lnTo>
                    <a:pt x="895332" y="1088671"/>
                  </a:lnTo>
                  <a:lnTo>
                    <a:pt x="900098" y="1181811"/>
                  </a:lnTo>
                  <a:close/>
                  <a:moveTo>
                    <a:pt x="908266" y="1061160"/>
                  </a:moveTo>
                  <a:lnTo>
                    <a:pt x="833104" y="1005676"/>
                  </a:lnTo>
                  <a:lnTo>
                    <a:pt x="881985" y="1038765"/>
                  </a:lnTo>
                  <a:close/>
                  <a:moveTo>
                    <a:pt x="787744" y="981960"/>
                  </a:moveTo>
                  <a:lnTo>
                    <a:pt x="807896" y="1040421"/>
                  </a:lnTo>
                  <a:lnTo>
                    <a:pt x="881985" y="1038765"/>
                  </a:lnTo>
                  <a:close/>
                  <a:moveTo>
                    <a:pt x="680519" y="842834"/>
                  </a:moveTo>
                  <a:lnTo>
                    <a:pt x="740817" y="896730"/>
                  </a:lnTo>
                  <a:lnTo>
                    <a:pt x="653747" y="830121"/>
                  </a:lnTo>
                  <a:close/>
                  <a:moveTo>
                    <a:pt x="1161519" y="1390020"/>
                  </a:moveTo>
                  <a:lnTo>
                    <a:pt x="1157070" y="1424534"/>
                  </a:lnTo>
                  <a:lnTo>
                    <a:pt x="1208363" y="1423064"/>
                  </a:lnTo>
                  <a:close/>
                  <a:moveTo>
                    <a:pt x="1208363" y="1423064"/>
                  </a:moveTo>
                  <a:lnTo>
                    <a:pt x="1267370" y="1472235"/>
                  </a:lnTo>
                  <a:lnTo>
                    <a:pt x="1251284" y="1368339"/>
                  </a:lnTo>
                  <a:close/>
                  <a:moveTo>
                    <a:pt x="1251284" y="1368339"/>
                  </a:moveTo>
                  <a:lnTo>
                    <a:pt x="1267370" y="1472235"/>
                  </a:lnTo>
                  <a:lnTo>
                    <a:pt x="1310969" y="1360009"/>
                  </a:lnTo>
                  <a:close/>
                  <a:moveTo>
                    <a:pt x="1310969" y="1360009"/>
                  </a:moveTo>
                  <a:lnTo>
                    <a:pt x="1267370" y="1472235"/>
                  </a:lnTo>
                  <a:lnTo>
                    <a:pt x="1316523" y="1455586"/>
                  </a:lnTo>
                  <a:close/>
                  <a:moveTo>
                    <a:pt x="1316523" y="1455586"/>
                  </a:moveTo>
                  <a:lnTo>
                    <a:pt x="1307277" y="1514234"/>
                  </a:lnTo>
                  <a:lnTo>
                    <a:pt x="1362408" y="1472235"/>
                  </a:lnTo>
                  <a:close/>
                  <a:moveTo>
                    <a:pt x="1227320" y="1351584"/>
                  </a:moveTo>
                  <a:lnTo>
                    <a:pt x="1161519" y="1390020"/>
                  </a:lnTo>
                  <a:lnTo>
                    <a:pt x="1208363" y="1423064"/>
                  </a:lnTo>
                  <a:close/>
                  <a:moveTo>
                    <a:pt x="1227320" y="1351584"/>
                  </a:moveTo>
                  <a:lnTo>
                    <a:pt x="1111387" y="1307805"/>
                  </a:lnTo>
                  <a:lnTo>
                    <a:pt x="1161519" y="1390020"/>
                  </a:lnTo>
                  <a:close/>
                  <a:moveTo>
                    <a:pt x="896345" y="1054355"/>
                  </a:moveTo>
                  <a:lnTo>
                    <a:pt x="895332" y="1088671"/>
                  </a:lnTo>
                  <a:lnTo>
                    <a:pt x="908266" y="1061160"/>
                  </a:lnTo>
                  <a:close/>
                  <a:moveTo>
                    <a:pt x="896345" y="1054355"/>
                  </a:moveTo>
                  <a:lnTo>
                    <a:pt x="908266" y="1061160"/>
                  </a:lnTo>
                  <a:lnTo>
                    <a:pt x="881985" y="1038765"/>
                  </a:lnTo>
                  <a:close/>
                  <a:moveTo>
                    <a:pt x="1651040" y="1465499"/>
                  </a:moveTo>
                  <a:lnTo>
                    <a:pt x="1723243" y="1467390"/>
                  </a:lnTo>
                  <a:lnTo>
                    <a:pt x="1733877" y="1358653"/>
                  </a:lnTo>
                  <a:close/>
                  <a:moveTo>
                    <a:pt x="1651040" y="1465499"/>
                  </a:moveTo>
                  <a:lnTo>
                    <a:pt x="1733877" y="1358653"/>
                  </a:lnTo>
                  <a:lnTo>
                    <a:pt x="1647137" y="1368579"/>
                  </a:lnTo>
                  <a:close/>
                  <a:moveTo>
                    <a:pt x="1570016" y="1370686"/>
                  </a:moveTo>
                  <a:lnTo>
                    <a:pt x="1651040" y="1465499"/>
                  </a:lnTo>
                  <a:lnTo>
                    <a:pt x="1647137" y="1368579"/>
                  </a:lnTo>
                  <a:close/>
                  <a:moveTo>
                    <a:pt x="1554506" y="1283202"/>
                  </a:moveTo>
                  <a:lnTo>
                    <a:pt x="1581560" y="1336808"/>
                  </a:lnTo>
                  <a:lnTo>
                    <a:pt x="1458020" y="1313147"/>
                  </a:lnTo>
                  <a:close/>
                  <a:moveTo>
                    <a:pt x="1654656" y="1331444"/>
                  </a:moveTo>
                  <a:lnTo>
                    <a:pt x="1581560" y="1336808"/>
                  </a:lnTo>
                  <a:lnTo>
                    <a:pt x="1537537" y="1313147"/>
                  </a:lnTo>
                  <a:close/>
                  <a:moveTo>
                    <a:pt x="1570016" y="1370686"/>
                  </a:moveTo>
                  <a:lnTo>
                    <a:pt x="1647137" y="1368579"/>
                  </a:lnTo>
                  <a:lnTo>
                    <a:pt x="1537537" y="1313147"/>
                  </a:lnTo>
                  <a:close/>
                  <a:moveTo>
                    <a:pt x="1699743" y="1286311"/>
                  </a:moveTo>
                  <a:lnTo>
                    <a:pt x="1647137" y="1368579"/>
                  </a:lnTo>
                  <a:lnTo>
                    <a:pt x="1733877" y="1358653"/>
                  </a:lnTo>
                  <a:close/>
                  <a:moveTo>
                    <a:pt x="1678131" y="1243289"/>
                  </a:moveTo>
                  <a:lnTo>
                    <a:pt x="1581560" y="1336808"/>
                  </a:lnTo>
                  <a:lnTo>
                    <a:pt x="1654656" y="1331444"/>
                  </a:lnTo>
                  <a:close/>
                  <a:moveTo>
                    <a:pt x="1678131" y="1243289"/>
                  </a:moveTo>
                  <a:lnTo>
                    <a:pt x="1654656" y="1331444"/>
                  </a:lnTo>
                  <a:lnTo>
                    <a:pt x="1700149" y="1274711"/>
                  </a:lnTo>
                  <a:close/>
                  <a:moveTo>
                    <a:pt x="1862847" y="1400704"/>
                  </a:moveTo>
                  <a:lnTo>
                    <a:pt x="1824770" y="1345351"/>
                  </a:lnTo>
                  <a:lnTo>
                    <a:pt x="1868199" y="1410137"/>
                  </a:lnTo>
                  <a:close/>
                  <a:moveTo>
                    <a:pt x="2061367" y="1374278"/>
                  </a:moveTo>
                  <a:lnTo>
                    <a:pt x="1996470" y="1366446"/>
                  </a:lnTo>
                  <a:lnTo>
                    <a:pt x="2088274" y="1452495"/>
                  </a:lnTo>
                  <a:close/>
                  <a:moveTo>
                    <a:pt x="1996470" y="1366446"/>
                  </a:moveTo>
                  <a:lnTo>
                    <a:pt x="1888470" y="1433117"/>
                  </a:lnTo>
                  <a:lnTo>
                    <a:pt x="1967124" y="1448536"/>
                  </a:lnTo>
                  <a:close/>
                  <a:moveTo>
                    <a:pt x="1996470" y="1366446"/>
                  </a:moveTo>
                  <a:lnTo>
                    <a:pt x="1897602" y="1386232"/>
                  </a:lnTo>
                  <a:lnTo>
                    <a:pt x="1888470" y="1433117"/>
                  </a:lnTo>
                  <a:close/>
                  <a:moveTo>
                    <a:pt x="1897602" y="1386232"/>
                  </a:moveTo>
                  <a:lnTo>
                    <a:pt x="1996470" y="1366446"/>
                  </a:lnTo>
                  <a:lnTo>
                    <a:pt x="1919410" y="1333596"/>
                  </a:lnTo>
                  <a:close/>
                  <a:moveTo>
                    <a:pt x="1996470" y="1366446"/>
                  </a:moveTo>
                  <a:lnTo>
                    <a:pt x="1997867" y="1348275"/>
                  </a:lnTo>
                  <a:lnTo>
                    <a:pt x="1919410" y="1333596"/>
                  </a:lnTo>
                  <a:close/>
                  <a:moveTo>
                    <a:pt x="1845411" y="1280053"/>
                  </a:moveTo>
                  <a:lnTo>
                    <a:pt x="1791185" y="1211970"/>
                  </a:lnTo>
                  <a:lnTo>
                    <a:pt x="1810369" y="1236274"/>
                  </a:lnTo>
                  <a:close/>
                  <a:moveTo>
                    <a:pt x="1845411" y="1280053"/>
                  </a:moveTo>
                  <a:lnTo>
                    <a:pt x="1810369" y="1236274"/>
                  </a:lnTo>
                  <a:lnTo>
                    <a:pt x="1821579" y="1318489"/>
                  </a:lnTo>
                  <a:close/>
                  <a:moveTo>
                    <a:pt x="1804479" y="1033407"/>
                  </a:moveTo>
                  <a:lnTo>
                    <a:pt x="1805050" y="1121224"/>
                  </a:lnTo>
                  <a:lnTo>
                    <a:pt x="1854276" y="1090071"/>
                  </a:lnTo>
                  <a:close/>
                  <a:moveTo>
                    <a:pt x="1087502" y="211257"/>
                  </a:moveTo>
                  <a:lnTo>
                    <a:pt x="1057543" y="143657"/>
                  </a:lnTo>
                  <a:lnTo>
                    <a:pt x="1090125" y="217261"/>
                  </a:lnTo>
                  <a:close/>
                  <a:moveTo>
                    <a:pt x="1997867" y="1348275"/>
                  </a:moveTo>
                  <a:lnTo>
                    <a:pt x="1992409" y="1269655"/>
                  </a:lnTo>
                  <a:lnTo>
                    <a:pt x="1919410" y="1333596"/>
                  </a:lnTo>
                  <a:close/>
                  <a:moveTo>
                    <a:pt x="1804479" y="1033407"/>
                  </a:moveTo>
                  <a:lnTo>
                    <a:pt x="1854276" y="1090071"/>
                  </a:lnTo>
                  <a:lnTo>
                    <a:pt x="1831666" y="994971"/>
                  </a:lnTo>
                  <a:close/>
                  <a:moveTo>
                    <a:pt x="1430580" y="422531"/>
                  </a:moveTo>
                  <a:lnTo>
                    <a:pt x="1399872" y="505761"/>
                  </a:lnTo>
                  <a:lnTo>
                    <a:pt x="1494816" y="530992"/>
                  </a:lnTo>
                  <a:close/>
                  <a:moveTo>
                    <a:pt x="1343578" y="358741"/>
                  </a:moveTo>
                  <a:lnTo>
                    <a:pt x="1427164" y="419465"/>
                  </a:lnTo>
                  <a:lnTo>
                    <a:pt x="1314993" y="355815"/>
                  </a:lnTo>
                  <a:close/>
                  <a:moveTo>
                    <a:pt x="1427164" y="419465"/>
                  </a:moveTo>
                  <a:lnTo>
                    <a:pt x="1430580" y="422531"/>
                  </a:lnTo>
                  <a:lnTo>
                    <a:pt x="1314993" y="355815"/>
                  </a:lnTo>
                  <a:close/>
                  <a:moveTo>
                    <a:pt x="1343578" y="358741"/>
                  </a:moveTo>
                  <a:lnTo>
                    <a:pt x="1314993" y="355815"/>
                  </a:lnTo>
                  <a:lnTo>
                    <a:pt x="1308405" y="337250"/>
                  </a:lnTo>
                  <a:close/>
                  <a:moveTo>
                    <a:pt x="1099734" y="172820"/>
                  </a:moveTo>
                  <a:lnTo>
                    <a:pt x="1047282" y="129041"/>
                  </a:lnTo>
                  <a:lnTo>
                    <a:pt x="1087502" y="211257"/>
                  </a:lnTo>
                  <a:close/>
                  <a:moveTo>
                    <a:pt x="1688429" y="545459"/>
                  </a:moveTo>
                  <a:lnTo>
                    <a:pt x="1665476" y="583895"/>
                  </a:lnTo>
                  <a:lnTo>
                    <a:pt x="1710805" y="617115"/>
                  </a:lnTo>
                  <a:close/>
                  <a:moveTo>
                    <a:pt x="1355908" y="52168"/>
                  </a:moveTo>
                  <a:lnTo>
                    <a:pt x="1260191" y="0"/>
                  </a:lnTo>
                  <a:lnTo>
                    <a:pt x="1312633" y="27841"/>
                  </a:lnTo>
                  <a:close/>
                  <a:moveTo>
                    <a:pt x="1945570" y="607089"/>
                  </a:moveTo>
                  <a:lnTo>
                    <a:pt x="1844655" y="623692"/>
                  </a:lnTo>
                  <a:lnTo>
                    <a:pt x="1861086" y="627674"/>
                  </a:lnTo>
                  <a:close/>
                  <a:moveTo>
                    <a:pt x="1868921" y="508719"/>
                  </a:moveTo>
                  <a:lnTo>
                    <a:pt x="1844655" y="623692"/>
                  </a:lnTo>
                  <a:lnTo>
                    <a:pt x="1945570" y="607089"/>
                  </a:lnTo>
                  <a:close/>
                  <a:moveTo>
                    <a:pt x="1844655" y="623692"/>
                  </a:moveTo>
                  <a:lnTo>
                    <a:pt x="1868921" y="508719"/>
                  </a:lnTo>
                  <a:lnTo>
                    <a:pt x="1799741" y="519223"/>
                  </a:lnTo>
                  <a:close/>
                  <a:moveTo>
                    <a:pt x="1757273" y="575645"/>
                  </a:moveTo>
                  <a:lnTo>
                    <a:pt x="1844655" y="623692"/>
                  </a:lnTo>
                  <a:lnTo>
                    <a:pt x="1799741" y="519223"/>
                  </a:lnTo>
                  <a:close/>
                  <a:moveTo>
                    <a:pt x="1846579" y="507023"/>
                  </a:moveTo>
                  <a:lnTo>
                    <a:pt x="1868921" y="508719"/>
                  </a:lnTo>
                  <a:lnTo>
                    <a:pt x="1867939" y="495547"/>
                  </a:lnTo>
                  <a:close/>
                  <a:moveTo>
                    <a:pt x="1335311" y="39021"/>
                  </a:moveTo>
                  <a:lnTo>
                    <a:pt x="1359206" y="134384"/>
                  </a:lnTo>
                  <a:lnTo>
                    <a:pt x="1355908" y="52168"/>
                  </a:lnTo>
                  <a:close/>
                  <a:moveTo>
                    <a:pt x="1335311" y="39021"/>
                  </a:moveTo>
                  <a:lnTo>
                    <a:pt x="1348720" y="128213"/>
                  </a:lnTo>
                  <a:lnTo>
                    <a:pt x="1359206" y="134384"/>
                  </a:lnTo>
                  <a:close/>
                  <a:moveTo>
                    <a:pt x="1258548" y="40836"/>
                  </a:moveTo>
                  <a:lnTo>
                    <a:pt x="1312633" y="27841"/>
                  </a:lnTo>
                  <a:lnTo>
                    <a:pt x="1239655" y="33645"/>
                  </a:lnTo>
                  <a:close/>
                  <a:moveTo>
                    <a:pt x="1258548" y="40836"/>
                  </a:moveTo>
                  <a:lnTo>
                    <a:pt x="1335311" y="39021"/>
                  </a:lnTo>
                  <a:lnTo>
                    <a:pt x="1312633" y="278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27" name="Candidate_density__2026">
              <a:extLst>
                <a:ext uri="{FF2B5EF4-FFF2-40B4-BE49-F238E27FC236}">
                  <a16:creationId xmlns:a16="http://schemas.microsoft.com/office/drawing/2014/main" id="{C74CE909-5263-0A01-CA39-FB7D8FC725A4}"/>
                </a:ext>
              </a:extLst>
            </p:cNvPr>
            <p:cNvSpPr>
              <a:spLocks noGrp="1"/>
            </p:cNvSpPr>
            <p:nvPr/>
          </p:nvSpPr>
          <p:spPr>
            <a:xfrm>
              <a:off x="4767573" y="2119305"/>
              <a:ext cx="2106342" cy="3405233"/>
            </a:xfrm>
            <a:custGeom>
              <a:avLst/>
              <a:gdLst/>
              <a:ahLst/>
              <a:cxnLst/>
              <a:rect l="0" t="0" r="0" b="0"/>
              <a:pathLst>
                <a:path w="2106342" h="3405233">
                  <a:moveTo>
                    <a:pt x="402604" y="3404408"/>
                  </a:moveTo>
                  <a:lnTo>
                    <a:pt x="313876" y="3351328"/>
                  </a:lnTo>
                  <a:lnTo>
                    <a:pt x="343981" y="3400429"/>
                  </a:lnTo>
                  <a:close/>
                  <a:moveTo>
                    <a:pt x="477355" y="3405233"/>
                  </a:moveTo>
                  <a:lnTo>
                    <a:pt x="509491" y="3373300"/>
                  </a:lnTo>
                  <a:lnTo>
                    <a:pt x="440879" y="3332308"/>
                  </a:lnTo>
                  <a:close/>
                  <a:moveTo>
                    <a:pt x="477355" y="3405233"/>
                  </a:moveTo>
                  <a:lnTo>
                    <a:pt x="440879" y="3332308"/>
                  </a:lnTo>
                  <a:lnTo>
                    <a:pt x="402604" y="3404408"/>
                  </a:lnTo>
                  <a:close/>
                  <a:moveTo>
                    <a:pt x="509491" y="3373300"/>
                  </a:moveTo>
                  <a:lnTo>
                    <a:pt x="492264" y="3401029"/>
                  </a:lnTo>
                  <a:lnTo>
                    <a:pt x="530920" y="3390304"/>
                  </a:lnTo>
                  <a:close/>
                  <a:moveTo>
                    <a:pt x="108628" y="2647395"/>
                  </a:moveTo>
                  <a:lnTo>
                    <a:pt x="84984" y="2594928"/>
                  </a:lnTo>
                  <a:lnTo>
                    <a:pt x="90545" y="2633364"/>
                  </a:lnTo>
                  <a:close/>
                  <a:moveTo>
                    <a:pt x="169072" y="2658184"/>
                  </a:moveTo>
                  <a:lnTo>
                    <a:pt x="84984" y="2594928"/>
                  </a:lnTo>
                  <a:lnTo>
                    <a:pt x="108628" y="2647395"/>
                  </a:lnTo>
                  <a:close/>
                  <a:moveTo>
                    <a:pt x="90545" y="2633364"/>
                  </a:moveTo>
                  <a:lnTo>
                    <a:pt x="84984" y="2594928"/>
                  </a:lnTo>
                  <a:lnTo>
                    <a:pt x="21163" y="2599036"/>
                  </a:lnTo>
                  <a:close/>
                  <a:moveTo>
                    <a:pt x="197480" y="2700939"/>
                  </a:moveTo>
                  <a:lnTo>
                    <a:pt x="208895" y="2677143"/>
                  </a:lnTo>
                  <a:lnTo>
                    <a:pt x="169072" y="2658184"/>
                  </a:lnTo>
                  <a:close/>
                  <a:moveTo>
                    <a:pt x="336232" y="2666552"/>
                  </a:moveTo>
                  <a:lnTo>
                    <a:pt x="267348" y="2661962"/>
                  </a:lnTo>
                  <a:lnTo>
                    <a:pt x="346096" y="2758624"/>
                  </a:lnTo>
                  <a:close/>
                  <a:moveTo>
                    <a:pt x="169072" y="2658184"/>
                  </a:moveTo>
                  <a:lnTo>
                    <a:pt x="267348" y="2661962"/>
                  </a:lnTo>
                  <a:lnTo>
                    <a:pt x="282027" y="2586643"/>
                  </a:lnTo>
                  <a:close/>
                  <a:moveTo>
                    <a:pt x="169072" y="2658184"/>
                  </a:moveTo>
                  <a:lnTo>
                    <a:pt x="282027" y="2586643"/>
                  </a:lnTo>
                  <a:lnTo>
                    <a:pt x="209708" y="2594911"/>
                  </a:lnTo>
                  <a:close/>
                  <a:moveTo>
                    <a:pt x="750544" y="3131997"/>
                  </a:moveTo>
                  <a:lnTo>
                    <a:pt x="773100" y="3154307"/>
                  </a:lnTo>
                  <a:lnTo>
                    <a:pt x="807879" y="3159427"/>
                  </a:lnTo>
                  <a:close/>
                  <a:moveTo>
                    <a:pt x="652024" y="3049782"/>
                  </a:moveTo>
                  <a:lnTo>
                    <a:pt x="747366" y="3114636"/>
                  </a:lnTo>
                  <a:lnTo>
                    <a:pt x="643370" y="3038499"/>
                  </a:lnTo>
                  <a:close/>
                  <a:moveTo>
                    <a:pt x="371816" y="2537530"/>
                  </a:moveTo>
                  <a:lnTo>
                    <a:pt x="384610" y="2476323"/>
                  </a:lnTo>
                  <a:lnTo>
                    <a:pt x="319009" y="2509710"/>
                  </a:lnTo>
                  <a:close/>
                  <a:moveTo>
                    <a:pt x="150701" y="2295832"/>
                  </a:moveTo>
                  <a:lnTo>
                    <a:pt x="188334" y="2353624"/>
                  </a:lnTo>
                  <a:lnTo>
                    <a:pt x="132866" y="2271410"/>
                  </a:lnTo>
                  <a:close/>
                  <a:moveTo>
                    <a:pt x="197118" y="2358188"/>
                  </a:moveTo>
                  <a:lnTo>
                    <a:pt x="188334" y="2353624"/>
                  </a:lnTo>
                  <a:lnTo>
                    <a:pt x="150701" y="2295832"/>
                  </a:lnTo>
                  <a:close/>
                  <a:moveTo>
                    <a:pt x="18056" y="2227630"/>
                  </a:moveTo>
                  <a:lnTo>
                    <a:pt x="0" y="2197073"/>
                  </a:lnTo>
                  <a:lnTo>
                    <a:pt x="13689" y="2309846"/>
                  </a:lnTo>
                  <a:close/>
                  <a:moveTo>
                    <a:pt x="0" y="2197073"/>
                  </a:moveTo>
                  <a:lnTo>
                    <a:pt x="18056" y="2227630"/>
                  </a:lnTo>
                  <a:lnTo>
                    <a:pt x="32678" y="2211683"/>
                  </a:lnTo>
                  <a:close/>
                  <a:moveTo>
                    <a:pt x="121863" y="2266474"/>
                  </a:moveTo>
                  <a:lnTo>
                    <a:pt x="150701" y="2295832"/>
                  </a:lnTo>
                  <a:lnTo>
                    <a:pt x="54917" y="2227630"/>
                  </a:lnTo>
                  <a:close/>
                  <a:moveTo>
                    <a:pt x="766222" y="2899122"/>
                  </a:moveTo>
                  <a:lnTo>
                    <a:pt x="791388" y="2882565"/>
                  </a:lnTo>
                  <a:lnTo>
                    <a:pt x="711475" y="2862442"/>
                  </a:lnTo>
                  <a:close/>
                  <a:moveTo>
                    <a:pt x="637559" y="2843039"/>
                  </a:moveTo>
                  <a:lnTo>
                    <a:pt x="704297" y="2835604"/>
                  </a:lnTo>
                  <a:lnTo>
                    <a:pt x="662150" y="2741478"/>
                  </a:lnTo>
                  <a:close/>
                  <a:moveTo>
                    <a:pt x="809356" y="2734544"/>
                  </a:moveTo>
                  <a:lnTo>
                    <a:pt x="775607" y="2726263"/>
                  </a:lnTo>
                  <a:lnTo>
                    <a:pt x="704297" y="2835604"/>
                  </a:lnTo>
                  <a:close/>
                  <a:moveTo>
                    <a:pt x="780040" y="2840141"/>
                  </a:moveTo>
                  <a:lnTo>
                    <a:pt x="809356" y="2734544"/>
                  </a:lnTo>
                  <a:lnTo>
                    <a:pt x="704297" y="2835604"/>
                  </a:lnTo>
                  <a:close/>
                  <a:moveTo>
                    <a:pt x="456543" y="2466610"/>
                  </a:moveTo>
                  <a:lnTo>
                    <a:pt x="490380" y="2401640"/>
                  </a:lnTo>
                  <a:lnTo>
                    <a:pt x="384610" y="2476323"/>
                  </a:lnTo>
                  <a:close/>
                  <a:moveTo>
                    <a:pt x="332303" y="2269377"/>
                  </a:moveTo>
                  <a:lnTo>
                    <a:pt x="328429" y="2232973"/>
                  </a:lnTo>
                  <a:lnTo>
                    <a:pt x="375289" y="2315188"/>
                  </a:lnTo>
                  <a:close/>
                  <a:moveTo>
                    <a:pt x="205060" y="1986327"/>
                  </a:moveTo>
                  <a:lnTo>
                    <a:pt x="188950" y="2068543"/>
                  </a:lnTo>
                  <a:lnTo>
                    <a:pt x="185105" y="2024764"/>
                  </a:lnTo>
                  <a:close/>
                  <a:moveTo>
                    <a:pt x="664036" y="2533331"/>
                  </a:moveTo>
                  <a:lnTo>
                    <a:pt x="700332" y="2552321"/>
                  </a:lnTo>
                  <a:lnTo>
                    <a:pt x="673855" y="2523397"/>
                  </a:lnTo>
                  <a:close/>
                  <a:moveTo>
                    <a:pt x="700332" y="2552321"/>
                  </a:moveTo>
                  <a:lnTo>
                    <a:pt x="775452" y="2551842"/>
                  </a:lnTo>
                  <a:lnTo>
                    <a:pt x="698512" y="2453708"/>
                  </a:lnTo>
                  <a:close/>
                  <a:moveTo>
                    <a:pt x="347192" y="2057089"/>
                  </a:moveTo>
                  <a:lnTo>
                    <a:pt x="425405" y="2112321"/>
                  </a:lnTo>
                  <a:lnTo>
                    <a:pt x="394911" y="2084429"/>
                  </a:lnTo>
                  <a:close/>
                  <a:moveTo>
                    <a:pt x="347192" y="2057089"/>
                  </a:moveTo>
                  <a:lnTo>
                    <a:pt x="450932" y="2133433"/>
                  </a:lnTo>
                  <a:lnTo>
                    <a:pt x="425405" y="2112321"/>
                  </a:lnTo>
                  <a:close/>
                  <a:moveTo>
                    <a:pt x="343963" y="2030106"/>
                  </a:moveTo>
                  <a:lnTo>
                    <a:pt x="323952" y="2034331"/>
                  </a:lnTo>
                  <a:lnTo>
                    <a:pt x="347192" y="2057089"/>
                  </a:lnTo>
                  <a:close/>
                  <a:moveTo>
                    <a:pt x="425405" y="2112321"/>
                  </a:moveTo>
                  <a:lnTo>
                    <a:pt x="450932" y="2133433"/>
                  </a:lnTo>
                  <a:lnTo>
                    <a:pt x="498635" y="2193584"/>
                  </a:lnTo>
                  <a:close/>
                  <a:moveTo>
                    <a:pt x="570185" y="2182436"/>
                  </a:moveTo>
                  <a:lnTo>
                    <a:pt x="498635" y="2193584"/>
                  </a:lnTo>
                  <a:lnTo>
                    <a:pt x="450932" y="2133433"/>
                  </a:lnTo>
                  <a:close/>
                  <a:moveTo>
                    <a:pt x="570185" y="2182436"/>
                  </a:moveTo>
                  <a:lnTo>
                    <a:pt x="587402" y="2194536"/>
                  </a:lnTo>
                  <a:lnTo>
                    <a:pt x="605564" y="2099508"/>
                  </a:lnTo>
                  <a:close/>
                  <a:moveTo>
                    <a:pt x="605564" y="2099508"/>
                  </a:moveTo>
                  <a:lnTo>
                    <a:pt x="587402" y="2194536"/>
                  </a:lnTo>
                  <a:lnTo>
                    <a:pt x="661749" y="2083227"/>
                  </a:lnTo>
                  <a:close/>
                  <a:moveTo>
                    <a:pt x="661749" y="2083227"/>
                  </a:moveTo>
                  <a:lnTo>
                    <a:pt x="636122" y="2073885"/>
                  </a:lnTo>
                  <a:lnTo>
                    <a:pt x="605564" y="2099508"/>
                  </a:lnTo>
                  <a:close/>
                  <a:moveTo>
                    <a:pt x="498635" y="2193584"/>
                  </a:moveTo>
                  <a:lnTo>
                    <a:pt x="570185" y="2182436"/>
                  </a:lnTo>
                  <a:lnTo>
                    <a:pt x="605564" y="2099508"/>
                  </a:lnTo>
                  <a:close/>
                  <a:moveTo>
                    <a:pt x="536647" y="2120499"/>
                  </a:moveTo>
                  <a:lnTo>
                    <a:pt x="498635" y="2193584"/>
                  </a:lnTo>
                  <a:lnTo>
                    <a:pt x="605564" y="2099508"/>
                  </a:lnTo>
                  <a:close/>
                  <a:moveTo>
                    <a:pt x="1251571" y="2627672"/>
                  </a:moveTo>
                  <a:lnTo>
                    <a:pt x="1226680" y="2610954"/>
                  </a:lnTo>
                  <a:lnTo>
                    <a:pt x="1248358" y="2710023"/>
                  </a:lnTo>
                  <a:close/>
                  <a:moveTo>
                    <a:pt x="1248358" y="2710023"/>
                  </a:moveTo>
                  <a:lnTo>
                    <a:pt x="1226680" y="2610954"/>
                  </a:lnTo>
                  <a:lnTo>
                    <a:pt x="1158387" y="2622483"/>
                  </a:lnTo>
                  <a:close/>
                  <a:moveTo>
                    <a:pt x="1158387" y="2622483"/>
                  </a:moveTo>
                  <a:lnTo>
                    <a:pt x="1156192" y="2610954"/>
                  </a:lnTo>
                  <a:lnTo>
                    <a:pt x="1193487" y="2693169"/>
                  </a:lnTo>
                  <a:close/>
                  <a:moveTo>
                    <a:pt x="629435" y="2048906"/>
                  </a:moveTo>
                  <a:lnTo>
                    <a:pt x="536647" y="2120499"/>
                  </a:lnTo>
                  <a:lnTo>
                    <a:pt x="605564" y="2099508"/>
                  </a:lnTo>
                  <a:close/>
                  <a:moveTo>
                    <a:pt x="629435" y="2048906"/>
                  </a:moveTo>
                  <a:lnTo>
                    <a:pt x="605564" y="2099508"/>
                  </a:lnTo>
                  <a:lnTo>
                    <a:pt x="636122" y="2073885"/>
                  </a:lnTo>
                  <a:close/>
                  <a:moveTo>
                    <a:pt x="636122" y="2073885"/>
                  </a:moveTo>
                  <a:lnTo>
                    <a:pt x="631357" y="1980745"/>
                  </a:lnTo>
                  <a:lnTo>
                    <a:pt x="629435" y="2048906"/>
                  </a:lnTo>
                  <a:close/>
                  <a:moveTo>
                    <a:pt x="605526" y="1991670"/>
                  </a:moveTo>
                  <a:lnTo>
                    <a:pt x="644291" y="1953233"/>
                  </a:lnTo>
                  <a:lnTo>
                    <a:pt x="636122" y="2073885"/>
                  </a:lnTo>
                  <a:close/>
                  <a:moveTo>
                    <a:pt x="574213" y="1909454"/>
                  </a:moveTo>
                  <a:lnTo>
                    <a:pt x="569128" y="1897750"/>
                  </a:lnTo>
                  <a:lnTo>
                    <a:pt x="644291" y="1953233"/>
                  </a:lnTo>
                  <a:close/>
                  <a:moveTo>
                    <a:pt x="569128" y="1897750"/>
                  </a:moveTo>
                  <a:lnTo>
                    <a:pt x="523769" y="1874034"/>
                  </a:lnTo>
                  <a:lnTo>
                    <a:pt x="618009" y="1930839"/>
                  </a:lnTo>
                  <a:close/>
                  <a:moveTo>
                    <a:pt x="1204501" y="2515142"/>
                  </a:moveTo>
                  <a:lnTo>
                    <a:pt x="1252042" y="2606936"/>
                  </a:lnTo>
                  <a:lnTo>
                    <a:pt x="1280091" y="2519105"/>
                  </a:lnTo>
                  <a:close/>
                  <a:moveTo>
                    <a:pt x="1280091" y="2519105"/>
                  </a:moveTo>
                  <a:lnTo>
                    <a:pt x="1252042" y="2606936"/>
                  </a:lnTo>
                  <a:lnTo>
                    <a:pt x="1362752" y="2549501"/>
                  </a:lnTo>
                  <a:close/>
                  <a:moveTo>
                    <a:pt x="1046994" y="2252083"/>
                  </a:moveTo>
                  <a:lnTo>
                    <a:pt x="1017819" y="2243657"/>
                  </a:lnTo>
                  <a:lnTo>
                    <a:pt x="987309" y="2260413"/>
                  </a:lnTo>
                  <a:close/>
                  <a:moveTo>
                    <a:pt x="1046994" y="2252083"/>
                  </a:moveTo>
                  <a:lnTo>
                    <a:pt x="1052548" y="2347660"/>
                  </a:lnTo>
                  <a:lnTo>
                    <a:pt x="1098079" y="2271143"/>
                  </a:lnTo>
                  <a:close/>
                  <a:moveTo>
                    <a:pt x="963345" y="2243657"/>
                  </a:moveTo>
                  <a:lnTo>
                    <a:pt x="847536" y="2192962"/>
                  </a:lnTo>
                  <a:lnTo>
                    <a:pt x="847412" y="2199878"/>
                  </a:lnTo>
                  <a:close/>
                  <a:moveTo>
                    <a:pt x="1046994" y="2252083"/>
                  </a:moveTo>
                  <a:lnTo>
                    <a:pt x="1022059" y="2172262"/>
                  </a:lnTo>
                  <a:lnTo>
                    <a:pt x="1017819" y="2243657"/>
                  </a:lnTo>
                  <a:close/>
                  <a:moveTo>
                    <a:pt x="996789" y="2232307"/>
                  </a:moveTo>
                  <a:lnTo>
                    <a:pt x="1017819" y="2243657"/>
                  </a:lnTo>
                  <a:lnTo>
                    <a:pt x="1018992" y="2161442"/>
                  </a:lnTo>
                  <a:close/>
                  <a:moveTo>
                    <a:pt x="998693" y="2130667"/>
                  </a:moveTo>
                  <a:lnTo>
                    <a:pt x="1018992" y="2161442"/>
                  </a:lnTo>
                  <a:lnTo>
                    <a:pt x="959623" y="2062337"/>
                  </a:lnTo>
                  <a:close/>
                  <a:moveTo>
                    <a:pt x="1417803" y="2432675"/>
                  </a:moveTo>
                  <a:lnTo>
                    <a:pt x="1483809" y="2439604"/>
                  </a:lnTo>
                  <a:lnTo>
                    <a:pt x="1459268" y="2359464"/>
                  </a:lnTo>
                  <a:close/>
                  <a:moveTo>
                    <a:pt x="1417803" y="2432675"/>
                  </a:moveTo>
                  <a:lnTo>
                    <a:pt x="1459268" y="2359464"/>
                  </a:lnTo>
                  <a:lnTo>
                    <a:pt x="1387064" y="2357572"/>
                  </a:lnTo>
                  <a:close/>
                  <a:moveTo>
                    <a:pt x="1459268" y="2359464"/>
                  </a:moveTo>
                  <a:lnTo>
                    <a:pt x="1483809" y="2439604"/>
                  </a:lnTo>
                  <a:lnTo>
                    <a:pt x="1501728" y="2451866"/>
                  </a:lnTo>
                  <a:close/>
                  <a:moveTo>
                    <a:pt x="1306041" y="2262759"/>
                  </a:moveTo>
                  <a:lnTo>
                    <a:pt x="1380840" y="2331214"/>
                  </a:lnTo>
                  <a:lnTo>
                    <a:pt x="1387064" y="2357572"/>
                  </a:lnTo>
                  <a:close/>
                  <a:moveTo>
                    <a:pt x="1436174" y="2166784"/>
                  </a:moveTo>
                  <a:lnTo>
                    <a:pt x="1390681" y="2223517"/>
                  </a:lnTo>
                  <a:lnTo>
                    <a:pt x="1435768" y="2178385"/>
                  </a:lnTo>
                  <a:close/>
                  <a:moveTo>
                    <a:pt x="1435768" y="2178385"/>
                  </a:moveTo>
                  <a:lnTo>
                    <a:pt x="1390681" y="2223517"/>
                  </a:lnTo>
                  <a:lnTo>
                    <a:pt x="1383162" y="2260653"/>
                  </a:lnTo>
                  <a:close/>
                  <a:moveTo>
                    <a:pt x="1436174" y="2166784"/>
                  </a:moveTo>
                  <a:lnTo>
                    <a:pt x="1407526" y="2071299"/>
                  </a:lnTo>
                  <a:lnTo>
                    <a:pt x="1414156" y="2135363"/>
                  </a:lnTo>
                  <a:close/>
                  <a:moveTo>
                    <a:pt x="1406565" y="2046132"/>
                  </a:moveTo>
                  <a:lnTo>
                    <a:pt x="1407526" y="2071299"/>
                  </a:lnTo>
                  <a:lnTo>
                    <a:pt x="1436174" y="2166784"/>
                  </a:lnTo>
                  <a:close/>
                  <a:moveTo>
                    <a:pt x="1737273" y="2172126"/>
                  </a:moveTo>
                  <a:lnTo>
                    <a:pt x="1733892" y="2240348"/>
                  </a:lnTo>
                  <a:lnTo>
                    <a:pt x="1748619" y="2205911"/>
                  </a:lnTo>
                  <a:close/>
                  <a:moveTo>
                    <a:pt x="1748619" y="2205911"/>
                  </a:moveTo>
                  <a:lnTo>
                    <a:pt x="1733892" y="2240348"/>
                  </a:lnTo>
                  <a:lnTo>
                    <a:pt x="1732495" y="2258520"/>
                  </a:lnTo>
                  <a:close/>
                  <a:moveTo>
                    <a:pt x="1748619" y="2205911"/>
                  </a:moveTo>
                  <a:lnTo>
                    <a:pt x="1732495" y="2258520"/>
                  </a:lnTo>
                  <a:lnTo>
                    <a:pt x="1797392" y="2266352"/>
                  </a:lnTo>
                  <a:close/>
                  <a:moveTo>
                    <a:pt x="1407526" y="2071299"/>
                  </a:moveTo>
                  <a:lnTo>
                    <a:pt x="1406565" y="2046132"/>
                  </a:lnTo>
                  <a:lnTo>
                    <a:pt x="1417565" y="2032499"/>
                  </a:lnTo>
                  <a:close/>
                  <a:moveTo>
                    <a:pt x="1659873" y="2056783"/>
                  </a:moveTo>
                  <a:lnTo>
                    <a:pt x="1702034" y="2121240"/>
                  </a:lnTo>
                  <a:lnTo>
                    <a:pt x="1678198" y="2089911"/>
                  </a:lnTo>
                  <a:close/>
                  <a:moveTo>
                    <a:pt x="1728433" y="2161729"/>
                  </a:moveTo>
                  <a:lnTo>
                    <a:pt x="1702034" y="2121240"/>
                  </a:lnTo>
                  <a:lnTo>
                    <a:pt x="1659873" y="2056783"/>
                  </a:lnTo>
                  <a:close/>
                  <a:moveTo>
                    <a:pt x="1728433" y="2161729"/>
                  </a:moveTo>
                  <a:lnTo>
                    <a:pt x="1733892" y="2240348"/>
                  </a:lnTo>
                  <a:lnTo>
                    <a:pt x="1737273" y="2172126"/>
                  </a:lnTo>
                  <a:close/>
                  <a:moveTo>
                    <a:pt x="1728433" y="2161729"/>
                  </a:moveTo>
                  <a:lnTo>
                    <a:pt x="1737273" y="2172126"/>
                  </a:lnTo>
                  <a:lnTo>
                    <a:pt x="1702034" y="2121240"/>
                  </a:lnTo>
                  <a:close/>
                  <a:moveTo>
                    <a:pt x="1440262" y="1763286"/>
                  </a:moveTo>
                  <a:lnTo>
                    <a:pt x="1420717" y="1761051"/>
                  </a:lnTo>
                  <a:lnTo>
                    <a:pt x="1491150" y="1833083"/>
                  </a:lnTo>
                  <a:close/>
                  <a:moveTo>
                    <a:pt x="1102322" y="1432190"/>
                  </a:moveTo>
                  <a:lnTo>
                    <a:pt x="1166604" y="1314604"/>
                  </a:lnTo>
                  <a:lnTo>
                    <a:pt x="1163189" y="1311539"/>
                  </a:lnTo>
                  <a:close/>
                  <a:moveTo>
                    <a:pt x="68436" y="0"/>
                  </a:moveTo>
                  <a:lnTo>
                    <a:pt x="89120" y="83276"/>
                  </a:lnTo>
                  <a:lnTo>
                    <a:pt x="115351" y="22450"/>
                  </a:lnTo>
                  <a:close/>
                  <a:moveTo>
                    <a:pt x="2070303" y="2265757"/>
                  </a:moveTo>
                  <a:lnTo>
                    <a:pt x="2096481" y="2344566"/>
                  </a:lnTo>
                  <a:lnTo>
                    <a:pt x="2106342" y="2380335"/>
                  </a:lnTo>
                  <a:close/>
                  <a:moveTo>
                    <a:pt x="1424454" y="1437532"/>
                  </a:moveTo>
                  <a:lnTo>
                    <a:pt x="1446830" y="1509188"/>
                  </a:lnTo>
                  <a:lnTo>
                    <a:pt x="1493297" y="1467719"/>
                  </a:lnTo>
                  <a:close/>
                  <a:moveTo>
                    <a:pt x="1406174" y="1420639"/>
                  </a:moveTo>
                  <a:lnTo>
                    <a:pt x="1361068" y="1377784"/>
                  </a:lnTo>
                  <a:lnTo>
                    <a:pt x="1424454" y="1437532"/>
                  </a:lnTo>
                  <a:close/>
                  <a:moveTo>
                    <a:pt x="1662866" y="1414297"/>
                  </a:moveTo>
                  <a:lnTo>
                    <a:pt x="1604946" y="1400792"/>
                  </a:lnTo>
                  <a:lnTo>
                    <a:pt x="1681594" y="1499163"/>
                  </a:lnTo>
                  <a:close/>
                  <a:moveTo>
                    <a:pt x="1535765" y="1411296"/>
                  </a:moveTo>
                  <a:lnTo>
                    <a:pt x="1604946" y="1400792"/>
                  </a:lnTo>
                  <a:lnTo>
                    <a:pt x="1582603" y="1399096"/>
                  </a:lnTo>
                  <a:close/>
                  <a:moveTo>
                    <a:pt x="1604946" y="1400792"/>
                  </a:moveTo>
                  <a:lnTo>
                    <a:pt x="1662866" y="1414297"/>
                  </a:lnTo>
                  <a:lnTo>
                    <a:pt x="1603964" y="1387620"/>
                  </a:lnTo>
                  <a:close/>
                  <a:moveTo>
                    <a:pt x="1084744" y="1020286"/>
                  </a:moveTo>
                  <a:lnTo>
                    <a:pt x="1079798" y="1036346"/>
                  </a:lnTo>
                  <a:lnTo>
                    <a:pt x="1095230" y="102645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28" name="Candidate_density__2027">
              <a:extLst>
                <a:ext uri="{FF2B5EF4-FFF2-40B4-BE49-F238E27FC236}">
                  <a16:creationId xmlns:a16="http://schemas.microsoft.com/office/drawing/2014/main" id="{A29653D9-AD62-B02B-DFEB-1D9F815A61CC}"/>
                </a:ext>
              </a:extLst>
            </p:cNvPr>
            <p:cNvSpPr>
              <a:spLocks noGrp="1"/>
            </p:cNvSpPr>
            <p:nvPr/>
          </p:nvSpPr>
          <p:spPr>
            <a:xfrm>
              <a:off x="4800251" y="2400484"/>
              <a:ext cx="2073665" cy="3124054"/>
            </a:xfrm>
            <a:custGeom>
              <a:avLst/>
              <a:gdLst/>
              <a:ahLst/>
              <a:cxnLst/>
              <a:rect l="0" t="0" r="0" b="0"/>
              <a:pathLst>
                <a:path w="2073665" h="3124054">
                  <a:moveTo>
                    <a:pt x="369926" y="3123229"/>
                  </a:moveTo>
                  <a:lnTo>
                    <a:pt x="311303" y="3119250"/>
                  </a:lnTo>
                  <a:lnTo>
                    <a:pt x="444677" y="3124054"/>
                  </a:lnTo>
                  <a:close/>
                  <a:moveTo>
                    <a:pt x="459586" y="3119850"/>
                  </a:moveTo>
                  <a:lnTo>
                    <a:pt x="476813" y="3092121"/>
                  </a:lnTo>
                  <a:lnTo>
                    <a:pt x="444677" y="3124054"/>
                  </a:lnTo>
                  <a:close/>
                  <a:moveTo>
                    <a:pt x="576432" y="3122803"/>
                  </a:moveTo>
                  <a:lnTo>
                    <a:pt x="498242" y="3109125"/>
                  </a:lnTo>
                  <a:lnTo>
                    <a:pt x="459586" y="3119850"/>
                  </a:lnTo>
                  <a:close/>
                  <a:moveTo>
                    <a:pt x="151464" y="2433346"/>
                  </a:moveTo>
                  <a:lnTo>
                    <a:pt x="215313" y="2478179"/>
                  </a:lnTo>
                  <a:lnTo>
                    <a:pt x="110305" y="2494663"/>
                  </a:lnTo>
                  <a:close/>
                  <a:moveTo>
                    <a:pt x="249350" y="2305464"/>
                  </a:moveTo>
                  <a:lnTo>
                    <a:pt x="234670" y="2380783"/>
                  </a:lnTo>
                  <a:lnTo>
                    <a:pt x="220888" y="2313749"/>
                  </a:lnTo>
                  <a:close/>
                  <a:moveTo>
                    <a:pt x="836156" y="2890948"/>
                  </a:moveTo>
                  <a:lnTo>
                    <a:pt x="717866" y="2850818"/>
                  </a:lnTo>
                  <a:lnTo>
                    <a:pt x="775201" y="2878248"/>
                  </a:lnTo>
                  <a:close/>
                  <a:moveTo>
                    <a:pt x="249350" y="2305464"/>
                  </a:moveTo>
                  <a:lnTo>
                    <a:pt x="339138" y="2256351"/>
                  </a:lnTo>
                  <a:lnTo>
                    <a:pt x="286013" y="2238949"/>
                  </a:lnTo>
                  <a:close/>
                  <a:moveTo>
                    <a:pt x="339138" y="2256351"/>
                  </a:moveTo>
                  <a:lnTo>
                    <a:pt x="347329" y="2275312"/>
                  </a:lnTo>
                  <a:lnTo>
                    <a:pt x="351932" y="2195144"/>
                  </a:lnTo>
                  <a:close/>
                  <a:moveTo>
                    <a:pt x="33200" y="1922928"/>
                  </a:moveTo>
                  <a:lnTo>
                    <a:pt x="17637" y="1908015"/>
                  </a:lnTo>
                  <a:lnTo>
                    <a:pt x="0" y="1930504"/>
                  </a:lnTo>
                  <a:close/>
                  <a:moveTo>
                    <a:pt x="22239" y="1946451"/>
                  </a:moveTo>
                  <a:lnTo>
                    <a:pt x="118023" y="2014653"/>
                  </a:lnTo>
                  <a:lnTo>
                    <a:pt x="33200" y="1922928"/>
                  </a:lnTo>
                  <a:close/>
                  <a:moveTo>
                    <a:pt x="0" y="1930504"/>
                  </a:moveTo>
                  <a:lnTo>
                    <a:pt x="22239" y="1946451"/>
                  </a:lnTo>
                  <a:lnTo>
                    <a:pt x="33200" y="1922928"/>
                  </a:lnTo>
                  <a:close/>
                  <a:moveTo>
                    <a:pt x="667654" y="2271142"/>
                  </a:moveTo>
                  <a:lnTo>
                    <a:pt x="665834" y="2172529"/>
                  </a:lnTo>
                  <a:lnTo>
                    <a:pt x="641177" y="2242218"/>
                  </a:lnTo>
                  <a:close/>
                  <a:moveTo>
                    <a:pt x="1215680" y="2428844"/>
                  </a:moveTo>
                  <a:lnTo>
                    <a:pt x="1125709" y="2341304"/>
                  </a:lnTo>
                  <a:lnTo>
                    <a:pt x="1159921" y="2413583"/>
                  </a:lnTo>
                  <a:close/>
                  <a:moveTo>
                    <a:pt x="572848" y="1710491"/>
                  </a:moveTo>
                  <a:lnTo>
                    <a:pt x="541535" y="1628275"/>
                  </a:lnTo>
                  <a:lnTo>
                    <a:pt x="611613" y="1672054"/>
                  </a:lnTo>
                  <a:close/>
                  <a:moveTo>
                    <a:pt x="989381" y="1891083"/>
                  </a:moveTo>
                  <a:lnTo>
                    <a:pt x="986314" y="1880263"/>
                  </a:lnTo>
                  <a:lnTo>
                    <a:pt x="985141" y="1962478"/>
                  </a:lnTo>
                  <a:close/>
                  <a:moveTo>
                    <a:pt x="1247413" y="2237926"/>
                  </a:moveTo>
                  <a:lnTo>
                    <a:pt x="1330074" y="2268322"/>
                  </a:lnTo>
                  <a:lnTo>
                    <a:pt x="1378677" y="2234839"/>
                  </a:lnTo>
                  <a:close/>
                  <a:moveTo>
                    <a:pt x="1378677" y="2234839"/>
                  </a:moveTo>
                  <a:lnTo>
                    <a:pt x="1330074" y="2268322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78677" y="2234839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85125" y="2151496"/>
                  </a:lnTo>
                  <a:lnTo>
                    <a:pt x="1378677" y="2234839"/>
                  </a:lnTo>
                  <a:close/>
                  <a:moveTo>
                    <a:pt x="1451131" y="2158425"/>
                  </a:moveTo>
                  <a:lnTo>
                    <a:pt x="1446733" y="2210632"/>
                  </a:lnTo>
                  <a:lnTo>
                    <a:pt x="1469050" y="2170687"/>
                  </a:lnTo>
                  <a:close/>
                  <a:moveTo>
                    <a:pt x="1375959" y="1803390"/>
                  </a:moveTo>
                  <a:lnTo>
                    <a:pt x="1373887" y="1764954"/>
                  </a:lnTo>
                  <a:lnTo>
                    <a:pt x="1403496" y="1885605"/>
                  </a:lnTo>
                  <a:close/>
                  <a:moveTo>
                    <a:pt x="1380847" y="1682739"/>
                  </a:moveTo>
                  <a:lnTo>
                    <a:pt x="1373887" y="1764954"/>
                  </a:lnTo>
                  <a:lnTo>
                    <a:pt x="1358862" y="1721175"/>
                  </a:lnTo>
                  <a:close/>
                  <a:moveTo>
                    <a:pt x="1380599" y="1654714"/>
                  </a:moveTo>
                  <a:lnTo>
                    <a:pt x="1373887" y="1764954"/>
                  </a:lnTo>
                  <a:lnTo>
                    <a:pt x="1380847" y="1682739"/>
                  </a:lnTo>
                  <a:close/>
                  <a:moveTo>
                    <a:pt x="1380599" y="1654714"/>
                  </a:moveTo>
                  <a:lnTo>
                    <a:pt x="1384887" y="1751320"/>
                  </a:lnTo>
                  <a:lnTo>
                    <a:pt x="1373887" y="1764954"/>
                  </a:lnTo>
                  <a:close/>
                  <a:moveTo>
                    <a:pt x="1363517" y="1568509"/>
                  </a:moveTo>
                  <a:lnTo>
                    <a:pt x="1380599" y="1654714"/>
                  </a:lnTo>
                  <a:lnTo>
                    <a:pt x="1380847" y="1682739"/>
                  </a:lnTo>
                  <a:close/>
                  <a:moveTo>
                    <a:pt x="1362746" y="1562087"/>
                  </a:moveTo>
                  <a:lnTo>
                    <a:pt x="1363517" y="1568509"/>
                  </a:lnTo>
                  <a:lnTo>
                    <a:pt x="1366720" y="1544525"/>
                  </a:lnTo>
                  <a:close/>
                  <a:moveTo>
                    <a:pt x="64494" y="120651"/>
                  </a:moveTo>
                  <a:lnTo>
                    <a:pt x="101227" y="0"/>
                  </a:lnTo>
                  <a:lnTo>
                    <a:pt x="107959" y="82215"/>
                  </a:lnTo>
                  <a:close/>
                  <a:moveTo>
                    <a:pt x="1103219" y="1116656"/>
                  </a:moveTo>
                  <a:lnTo>
                    <a:pt x="1133926" y="1033425"/>
                  </a:lnTo>
                  <a:lnTo>
                    <a:pt x="1069644" y="1151011"/>
                  </a:lnTo>
                  <a:close/>
                  <a:moveTo>
                    <a:pt x="1069644" y="1151011"/>
                  </a:moveTo>
                  <a:lnTo>
                    <a:pt x="1130511" y="1030360"/>
                  </a:lnTo>
                  <a:lnTo>
                    <a:pt x="1100907" y="1112575"/>
                  </a:lnTo>
                  <a:close/>
                  <a:moveTo>
                    <a:pt x="2063803" y="2063387"/>
                  </a:moveTo>
                  <a:lnTo>
                    <a:pt x="2056917" y="2181371"/>
                  </a:lnTo>
                  <a:lnTo>
                    <a:pt x="2073665" y="2099156"/>
                  </a:lnTo>
                  <a:close/>
                  <a:moveTo>
                    <a:pt x="1636076" y="1605866"/>
                  </a:moveTo>
                  <a:lnTo>
                    <a:pt x="1652475" y="1567429"/>
                  </a:lnTo>
                  <a:lnTo>
                    <a:pt x="1614625" y="1688081"/>
                  </a:lnTo>
                  <a:close/>
                  <a:moveTo>
                    <a:pt x="1652475" y="1567429"/>
                  </a:moveTo>
                  <a:lnTo>
                    <a:pt x="1636076" y="1605866"/>
                  </a:lnTo>
                  <a:lnTo>
                    <a:pt x="1615127" y="1523650"/>
                  </a:lnTo>
                  <a:close/>
                  <a:moveTo>
                    <a:pt x="975486" y="765993"/>
                  </a:moveTo>
                  <a:lnTo>
                    <a:pt x="998166" y="865929"/>
                  </a:lnTo>
                  <a:lnTo>
                    <a:pt x="1017044" y="857920"/>
                  </a:lnTo>
                  <a:close/>
                  <a:moveTo>
                    <a:pt x="1054668" y="783715"/>
                  </a:moveTo>
                  <a:lnTo>
                    <a:pt x="1062552" y="745278"/>
                  </a:lnTo>
                  <a:lnTo>
                    <a:pt x="1047120" y="755167"/>
                  </a:lnTo>
                  <a:close/>
                  <a:moveTo>
                    <a:pt x="1059255" y="663063"/>
                  </a:moveTo>
                  <a:lnTo>
                    <a:pt x="1062552" y="745278"/>
                  </a:lnTo>
                  <a:lnTo>
                    <a:pt x="1042654" y="701499"/>
                  </a:lnTo>
                  <a:close/>
                  <a:moveTo>
                    <a:pt x="1460619" y="1186540"/>
                  </a:moveTo>
                  <a:lnTo>
                    <a:pt x="1419152" y="1122910"/>
                  </a:lnTo>
                  <a:lnTo>
                    <a:pt x="1391776" y="1156353"/>
                  </a:lnTo>
                  <a:close/>
                  <a:moveTo>
                    <a:pt x="1571286" y="1106441"/>
                  </a:moveTo>
                  <a:lnTo>
                    <a:pt x="1634255" y="1063216"/>
                  </a:lnTo>
                  <a:lnTo>
                    <a:pt x="1613790" y="105015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29" name="Candidate_density__2028">
              <a:extLst>
                <a:ext uri="{FF2B5EF4-FFF2-40B4-BE49-F238E27FC236}">
                  <a16:creationId xmlns:a16="http://schemas.microsoft.com/office/drawing/2014/main" id="{57BF3518-B744-AD29-35C7-804E60207B52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2093697"/>
              <a:ext cx="2162669" cy="2953731"/>
            </a:xfrm>
            <a:custGeom>
              <a:avLst/>
              <a:gdLst/>
              <a:ahLst/>
              <a:cxnLst/>
              <a:rect l="0" t="0" r="0" b="0"/>
              <a:pathLst>
                <a:path w="2162669" h="2953731">
                  <a:moveTo>
                    <a:pt x="0" y="2316104"/>
                  </a:moveTo>
                  <a:lnTo>
                    <a:pt x="86509" y="2406459"/>
                  </a:lnTo>
                  <a:lnTo>
                    <a:pt x="58399" y="2373891"/>
                  </a:lnTo>
                  <a:close/>
                  <a:moveTo>
                    <a:pt x="610071" y="2784233"/>
                  </a:moveTo>
                  <a:lnTo>
                    <a:pt x="527731" y="2759139"/>
                  </a:lnTo>
                  <a:lnTo>
                    <a:pt x="598945" y="2784966"/>
                  </a:lnTo>
                  <a:close/>
                  <a:moveTo>
                    <a:pt x="432734" y="2467417"/>
                  </a:moveTo>
                  <a:lnTo>
                    <a:pt x="460406" y="2417669"/>
                  </a:lnTo>
                  <a:lnTo>
                    <a:pt x="468856" y="2438078"/>
                  </a:lnTo>
                  <a:close/>
                  <a:moveTo>
                    <a:pt x="466627" y="2479390"/>
                  </a:moveTo>
                  <a:lnTo>
                    <a:pt x="432734" y="2467417"/>
                  </a:lnTo>
                  <a:lnTo>
                    <a:pt x="378915" y="2417669"/>
                  </a:lnTo>
                  <a:close/>
                  <a:moveTo>
                    <a:pt x="542147" y="2461448"/>
                  </a:moveTo>
                  <a:lnTo>
                    <a:pt x="461093" y="2383797"/>
                  </a:lnTo>
                  <a:lnTo>
                    <a:pt x="460406" y="2417669"/>
                  </a:lnTo>
                  <a:close/>
                  <a:moveTo>
                    <a:pt x="460406" y="2417669"/>
                  </a:moveTo>
                  <a:lnTo>
                    <a:pt x="432734" y="2467417"/>
                  </a:lnTo>
                  <a:lnTo>
                    <a:pt x="542147" y="2461448"/>
                  </a:lnTo>
                  <a:close/>
                  <a:moveTo>
                    <a:pt x="1079599" y="2945160"/>
                  </a:moveTo>
                  <a:lnTo>
                    <a:pt x="1030198" y="2924730"/>
                  </a:lnTo>
                  <a:lnTo>
                    <a:pt x="1125106" y="2953731"/>
                  </a:lnTo>
                  <a:close/>
                  <a:moveTo>
                    <a:pt x="1039583" y="2751872"/>
                  </a:moveTo>
                  <a:lnTo>
                    <a:pt x="1004587" y="2669657"/>
                  </a:lnTo>
                  <a:lnTo>
                    <a:pt x="991862" y="2755712"/>
                  </a:lnTo>
                  <a:close/>
                  <a:moveTo>
                    <a:pt x="1004587" y="2669657"/>
                  </a:moveTo>
                  <a:lnTo>
                    <a:pt x="959360" y="2682043"/>
                  </a:lnTo>
                  <a:lnTo>
                    <a:pt x="991862" y="2755712"/>
                  </a:lnTo>
                  <a:close/>
                  <a:moveTo>
                    <a:pt x="991862" y="2755712"/>
                  </a:moveTo>
                  <a:lnTo>
                    <a:pt x="959360" y="2682043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905622" y="2669657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1004587" y="2669657"/>
                  </a:lnTo>
                  <a:lnTo>
                    <a:pt x="963883" y="2629604"/>
                  </a:lnTo>
                  <a:close/>
                  <a:moveTo>
                    <a:pt x="905622" y="2669657"/>
                  </a:moveTo>
                  <a:lnTo>
                    <a:pt x="959360" y="2682043"/>
                  </a:lnTo>
                  <a:lnTo>
                    <a:pt x="963883" y="2629604"/>
                  </a:lnTo>
                  <a:close/>
                  <a:moveTo>
                    <a:pt x="660611" y="2342777"/>
                  </a:moveTo>
                  <a:lnTo>
                    <a:pt x="570593" y="2455460"/>
                  </a:lnTo>
                  <a:lnTo>
                    <a:pt x="664936" y="2439352"/>
                  </a:lnTo>
                  <a:close/>
                  <a:moveTo>
                    <a:pt x="664936" y="2439352"/>
                  </a:moveTo>
                  <a:lnTo>
                    <a:pt x="720434" y="2354733"/>
                  </a:lnTo>
                  <a:lnTo>
                    <a:pt x="660611" y="2342777"/>
                  </a:lnTo>
                  <a:close/>
                  <a:moveTo>
                    <a:pt x="1192916" y="2928602"/>
                  </a:moveTo>
                  <a:lnTo>
                    <a:pt x="1230947" y="2877866"/>
                  </a:lnTo>
                  <a:lnTo>
                    <a:pt x="1215490" y="2895275"/>
                  </a:lnTo>
                  <a:close/>
                  <a:moveTo>
                    <a:pt x="1004587" y="2669657"/>
                  </a:moveTo>
                  <a:lnTo>
                    <a:pt x="1076875" y="2747191"/>
                  </a:lnTo>
                  <a:lnTo>
                    <a:pt x="1077097" y="2646917"/>
                  </a:lnTo>
                  <a:close/>
                  <a:moveTo>
                    <a:pt x="1004587" y="2669657"/>
                  </a:moveTo>
                  <a:lnTo>
                    <a:pt x="1039583" y="2751872"/>
                  </a:lnTo>
                  <a:lnTo>
                    <a:pt x="1076875" y="2747191"/>
                  </a:lnTo>
                  <a:close/>
                  <a:moveTo>
                    <a:pt x="1213916" y="2791914"/>
                  </a:moveTo>
                  <a:lnTo>
                    <a:pt x="1214587" y="2795917"/>
                  </a:lnTo>
                  <a:lnTo>
                    <a:pt x="1214511" y="2795651"/>
                  </a:lnTo>
                  <a:close/>
                  <a:moveTo>
                    <a:pt x="905622" y="2669657"/>
                  </a:moveTo>
                  <a:lnTo>
                    <a:pt x="963883" y="2629604"/>
                  </a:lnTo>
                  <a:lnTo>
                    <a:pt x="900866" y="2669006"/>
                  </a:lnTo>
                  <a:close/>
                  <a:moveTo>
                    <a:pt x="1077097" y="2646917"/>
                  </a:moveTo>
                  <a:lnTo>
                    <a:pt x="963883" y="2629604"/>
                  </a:lnTo>
                  <a:lnTo>
                    <a:pt x="1004587" y="2669657"/>
                  </a:lnTo>
                  <a:close/>
                  <a:moveTo>
                    <a:pt x="445159" y="1896289"/>
                  </a:moveTo>
                  <a:lnTo>
                    <a:pt x="406483" y="2011936"/>
                  </a:lnTo>
                  <a:lnTo>
                    <a:pt x="434583" y="2004980"/>
                  </a:lnTo>
                  <a:close/>
                  <a:moveTo>
                    <a:pt x="469035" y="2011936"/>
                  </a:moveTo>
                  <a:lnTo>
                    <a:pt x="445159" y="1896289"/>
                  </a:lnTo>
                  <a:lnTo>
                    <a:pt x="434583" y="2004980"/>
                  </a:lnTo>
                  <a:close/>
                  <a:moveTo>
                    <a:pt x="468149" y="1929721"/>
                  </a:moveTo>
                  <a:lnTo>
                    <a:pt x="445159" y="1896289"/>
                  </a:lnTo>
                  <a:lnTo>
                    <a:pt x="469035" y="2011936"/>
                  </a:lnTo>
                  <a:close/>
                  <a:moveTo>
                    <a:pt x="469294" y="1891284"/>
                  </a:moveTo>
                  <a:lnTo>
                    <a:pt x="490699" y="1919859"/>
                  </a:lnTo>
                  <a:lnTo>
                    <a:pt x="534844" y="1924923"/>
                  </a:lnTo>
                  <a:close/>
                  <a:moveTo>
                    <a:pt x="490699" y="1919859"/>
                  </a:moveTo>
                  <a:lnTo>
                    <a:pt x="469294" y="1891284"/>
                  </a:lnTo>
                  <a:lnTo>
                    <a:pt x="514599" y="1849230"/>
                  </a:lnTo>
                  <a:close/>
                  <a:moveTo>
                    <a:pt x="349289" y="1813546"/>
                  </a:moveTo>
                  <a:lnTo>
                    <a:pt x="437741" y="1891284"/>
                  </a:lnTo>
                  <a:lnTo>
                    <a:pt x="445159" y="1896289"/>
                  </a:lnTo>
                  <a:close/>
                  <a:moveTo>
                    <a:pt x="1230947" y="2877866"/>
                  </a:moveTo>
                  <a:lnTo>
                    <a:pt x="1214587" y="2795917"/>
                  </a:lnTo>
                  <a:lnTo>
                    <a:pt x="1215490" y="2895275"/>
                  </a:lnTo>
                  <a:close/>
                  <a:moveTo>
                    <a:pt x="1230947" y="2877866"/>
                  </a:moveTo>
                  <a:lnTo>
                    <a:pt x="1214511" y="2795651"/>
                  </a:lnTo>
                  <a:lnTo>
                    <a:pt x="1214587" y="2795917"/>
                  </a:lnTo>
                  <a:close/>
                  <a:moveTo>
                    <a:pt x="469294" y="1891284"/>
                  </a:moveTo>
                  <a:lnTo>
                    <a:pt x="536196" y="1782778"/>
                  </a:lnTo>
                  <a:lnTo>
                    <a:pt x="514599" y="1849230"/>
                  </a:lnTo>
                  <a:close/>
                  <a:moveTo>
                    <a:pt x="1375955" y="2625233"/>
                  </a:moveTo>
                  <a:lnTo>
                    <a:pt x="1420168" y="2636563"/>
                  </a:lnTo>
                  <a:lnTo>
                    <a:pt x="1422362" y="2648092"/>
                  </a:lnTo>
                  <a:close/>
                  <a:moveTo>
                    <a:pt x="1352481" y="2600925"/>
                  </a:moveTo>
                  <a:lnTo>
                    <a:pt x="1420168" y="2636563"/>
                  </a:lnTo>
                  <a:lnTo>
                    <a:pt x="1375955" y="2625233"/>
                  </a:lnTo>
                  <a:close/>
                  <a:moveTo>
                    <a:pt x="1378530" y="2592784"/>
                  </a:moveTo>
                  <a:lnTo>
                    <a:pt x="1422362" y="2648092"/>
                  </a:lnTo>
                  <a:lnTo>
                    <a:pt x="1490655" y="2636563"/>
                  </a:lnTo>
                  <a:close/>
                  <a:moveTo>
                    <a:pt x="653747" y="1747803"/>
                  </a:moveTo>
                  <a:lnTo>
                    <a:pt x="558305" y="1764804"/>
                  </a:lnTo>
                  <a:lnTo>
                    <a:pt x="680519" y="1760516"/>
                  </a:lnTo>
                  <a:close/>
                  <a:moveTo>
                    <a:pt x="1490655" y="2636563"/>
                  </a:moveTo>
                  <a:lnTo>
                    <a:pt x="1515546" y="2653281"/>
                  </a:lnTo>
                  <a:lnTo>
                    <a:pt x="1516017" y="2632544"/>
                  </a:lnTo>
                  <a:close/>
                  <a:moveTo>
                    <a:pt x="1449791" y="2554347"/>
                  </a:moveTo>
                  <a:lnTo>
                    <a:pt x="1516017" y="2632544"/>
                  </a:lnTo>
                  <a:lnTo>
                    <a:pt x="1468476" y="2540750"/>
                  </a:lnTo>
                  <a:close/>
                  <a:moveTo>
                    <a:pt x="1490655" y="2636563"/>
                  </a:moveTo>
                  <a:lnTo>
                    <a:pt x="1516017" y="2632544"/>
                  </a:lnTo>
                  <a:lnTo>
                    <a:pt x="1449791" y="2554347"/>
                  </a:lnTo>
                  <a:close/>
                  <a:moveTo>
                    <a:pt x="1516017" y="2632544"/>
                  </a:moveTo>
                  <a:lnTo>
                    <a:pt x="1515546" y="2653281"/>
                  </a:lnTo>
                  <a:lnTo>
                    <a:pt x="1520901" y="2636563"/>
                  </a:lnTo>
                  <a:close/>
                  <a:moveTo>
                    <a:pt x="1433465" y="2538973"/>
                  </a:moveTo>
                  <a:lnTo>
                    <a:pt x="1484710" y="2537992"/>
                  </a:lnTo>
                  <a:lnTo>
                    <a:pt x="1449791" y="2554347"/>
                  </a:lnTo>
                  <a:close/>
                  <a:moveTo>
                    <a:pt x="1267370" y="2389918"/>
                  </a:moveTo>
                  <a:lnTo>
                    <a:pt x="1307277" y="2431916"/>
                  </a:lnTo>
                  <a:lnTo>
                    <a:pt x="1316523" y="2373268"/>
                  </a:lnTo>
                  <a:close/>
                  <a:moveTo>
                    <a:pt x="814446" y="1978027"/>
                  </a:moveTo>
                  <a:lnTo>
                    <a:pt x="896345" y="1972037"/>
                  </a:lnTo>
                  <a:lnTo>
                    <a:pt x="881985" y="1956447"/>
                  </a:lnTo>
                  <a:close/>
                  <a:moveTo>
                    <a:pt x="1491742" y="2349082"/>
                  </a:moveTo>
                  <a:lnTo>
                    <a:pt x="1490610" y="2351481"/>
                  </a:lnTo>
                  <a:lnTo>
                    <a:pt x="1536552" y="2301415"/>
                  </a:lnTo>
                  <a:close/>
                  <a:moveTo>
                    <a:pt x="1537537" y="2230829"/>
                  </a:moveTo>
                  <a:lnTo>
                    <a:pt x="1581560" y="2254490"/>
                  </a:lnTo>
                  <a:lnTo>
                    <a:pt x="1554506" y="2200884"/>
                  </a:lnTo>
                  <a:close/>
                  <a:moveTo>
                    <a:pt x="1647137" y="2286261"/>
                  </a:moveTo>
                  <a:lnTo>
                    <a:pt x="1654656" y="2249126"/>
                  </a:lnTo>
                  <a:lnTo>
                    <a:pt x="1537537" y="2230829"/>
                  </a:lnTo>
                  <a:close/>
                  <a:moveTo>
                    <a:pt x="1537537" y="2230829"/>
                  </a:moveTo>
                  <a:lnTo>
                    <a:pt x="1554506" y="2200884"/>
                  </a:lnTo>
                  <a:lnTo>
                    <a:pt x="1522430" y="2126870"/>
                  </a:lnTo>
                  <a:close/>
                  <a:moveTo>
                    <a:pt x="1888470" y="2350799"/>
                  </a:moveTo>
                  <a:lnTo>
                    <a:pt x="1868199" y="2327819"/>
                  </a:lnTo>
                  <a:lnTo>
                    <a:pt x="1923893" y="2419785"/>
                  </a:lnTo>
                  <a:close/>
                  <a:moveTo>
                    <a:pt x="1967124" y="2366218"/>
                  </a:moveTo>
                  <a:lnTo>
                    <a:pt x="1888470" y="2350799"/>
                  </a:lnTo>
                  <a:lnTo>
                    <a:pt x="1923893" y="2419785"/>
                  </a:lnTo>
                  <a:close/>
                  <a:moveTo>
                    <a:pt x="1862847" y="2318386"/>
                  </a:moveTo>
                  <a:lnTo>
                    <a:pt x="1868199" y="2327819"/>
                  </a:lnTo>
                  <a:lnTo>
                    <a:pt x="1888470" y="2350799"/>
                  </a:lnTo>
                  <a:close/>
                  <a:moveTo>
                    <a:pt x="1862847" y="2318386"/>
                  </a:moveTo>
                  <a:lnTo>
                    <a:pt x="1821579" y="2236171"/>
                  </a:lnTo>
                  <a:lnTo>
                    <a:pt x="1824770" y="2263033"/>
                  </a:lnTo>
                  <a:close/>
                  <a:moveTo>
                    <a:pt x="2131690" y="2487641"/>
                  </a:moveTo>
                  <a:lnTo>
                    <a:pt x="2077829" y="2501468"/>
                  </a:lnTo>
                  <a:lnTo>
                    <a:pt x="2092964" y="2444380"/>
                  </a:lnTo>
                  <a:close/>
                  <a:moveTo>
                    <a:pt x="2077829" y="2501468"/>
                  </a:moveTo>
                  <a:lnTo>
                    <a:pt x="2131690" y="2487641"/>
                  </a:lnTo>
                  <a:lnTo>
                    <a:pt x="2104003" y="2482817"/>
                  </a:lnTo>
                  <a:close/>
                  <a:moveTo>
                    <a:pt x="2131690" y="2487641"/>
                  </a:moveTo>
                  <a:lnTo>
                    <a:pt x="2135314" y="2444380"/>
                  </a:lnTo>
                  <a:lnTo>
                    <a:pt x="2104003" y="2482817"/>
                  </a:lnTo>
                  <a:close/>
                  <a:moveTo>
                    <a:pt x="1996470" y="2284128"/>
                  </a:moveTo>
                  <a:lnTo>
                    <a:pt x="1967124" y="2366218"/>
                  </a:lnTo>
                  <a:lnTo>
                    <a:pt x="2088274" y="2370177"/>
                  </a:lnTo>
                  <a:close/>
                  <a:moveTo>
                    <a:pt x="2088274" y="2370177"/>
                  </a:moveTo>
                  <a:lnTo>
                    <a:pt x="2111732" y="2362165"/>
                  </a:lnTo>
                  <a:lnTo>
                    <a:pt x="2162669" y="2324810"/>
                  </a:lnTo>
                  <a:close/>
                  <a:moveTo>
                    <a:pt x="1862847" y="2318386"/>
                  </a:moveTo>
                  <a:lnTo>
                    <a:pt x="1888470" y="2350799"/>
                  </a:lnTo>
                  <a:lnTo>
                    <a:pt x="1897602" y="2303915"/>
                  </a:lnTo>
                  <a:close/>
                  <a:moveTo>
                    <a:pt x="1821579" y="2236171"/>
                  </a:moveTo>
                  <a:lnTo>
                    <a:pt x="1862847" y="2318386"/>
                  </a:lnTo>
                  <a:lnTo>
                    <a:pt x="1845411" y="2197735"/>
                  </a:lnTo>
                  <a:close/>
                  <a:moveTo>
                    <a:pt x="1804479" y="1951089"/>
                  </a:moveTo>
                  <a:lnTo>
                    <a:pt x="1748549" y="1868874"/>
                  </a:lnTo>
                  <a:lnTo>
                    <a:pt x="1742937" y="1989526"/>
                  </a:lnTo>
                  <a:close/>
                  <a:moveTo>
                    <a:pt x="1184211" y="1453097"/>
                  </a:moveTo>
                  <a:lnTo>
                    <a:pt x="1196690" y="1409177"/>
                  </a:lnTo>
                  <a:lnTo>
                    <a:pt x="1193251" y="1423439"/>
                  </a:lnTo>
                  <a:close/>
                  <a:moveTo>
                    <a:pt x="1112599" y="1211154"/>
                  </a:moveTo>
                  <a:lnTo>
                    <a:pt x="1090125" y="1134943"/>
                  </a:lnTo>
                  <a:lnTo>
                    <a:pt x="1114415" y="1215288"/>
                  </a:lnTo>
                  <a:close/>
                  <a:moveTo>
                    <a:pt x="1112599" y="1211154"/>
                  </a:moveTo>
                  <a:lnTo>
                    <a:pt x="1087502" y="1128939"/>
                  </a:lnTo>
                  <a:lnTo>
                    <a:pt x="1090125" y="1134943"/>
                  </a:lnTo>
                  <a:close/>
                  <a:moveTo>
                    <a:pt x="2095659" y="2264081"/>
                  </a:moveTo>
                  <a:lnTo>
                    <a:pt x="2111732" y="2362165"/>
                  </a:lnTo>
                  <a:lnTo>
                    <a:pt x="2104289" y="2357157"/>
                  </a:lnTo>
                  <a:close/>
                  <a:moveTo>
                    <a:pt x="1797374" y="1858463"/>
                  </a:moveTo>
                  <a:lnTo>
                    <a:pt x="1755126" y="1858691"/>
                  </a:lnTo>
                  <a:lnTo>
                    <a:pt x="1831666" y="1912653"/>
                  </a:lnTo>
                  <a:close/>
                  <a:moveTo>
                    <a:pt x="1831666" y="1912653"/>
                  </a:moveTo>
                  <a:lnTo>
                    <a:pt x="1755126" y="1858691"/>
                  </a:lnTo>
                  <a:lnTo>
                    <a:pt x="1748549" y="1868874"/>
                  </a:lnTo>
                  <a:close/>
                  <a:moveTo>
                    <a:pt x="1831666" y="1912653"/>
                  </a:moveTo>
                  <a:lnTo>
                    <a:pt x="1748549" y="1868874"/>
                  </a:lnTo>
                  <a:lnTo>
                    <a:pt x="1804479" y="1951089"/>
                  </a:lnTo>
                  <a:close/>
                  <a:moveTo>
                    <a:pt x="1492416" y="1350533"/>
                  </a:moveTo>
                  <a:lnTo>
                    <a:pt x="1430580" y="1340213"/>
                  </a:lnTo>
                  <a:lnTo>
                    <a:pt x="1494816" y="1448674"/>
                  </a:lnTo>
                  <a:close/>
                  <a:moveTo>
                    <a:pt x="1047282" y="1046723"/>
                  </a:moveTo>
                  <a:lnTo>
                    <a:pt x="1042686" y="987413"/>
                  </a:lnTo>
                  <a:lnTo>
                    <a:pt x="1073989" y="926072"/>
                  </a:lnTo>
                  <a:close/>
                  <a:moveTo>
                    <a:pt x="1047282" y="1046723"/>
                  </a:moveTo>
                  <a:lnTo>
                    <a:pt x="1073989" y="926072"/>
                  </a:lnTo>
                  <a:lnTo>
                    <a:pt x="1039863" y="964508"/>
                  </a:lnTo>
                  <a:close/>
                  <a:moveTo>
                    <a:pt x="252419" y="30048"/>
                  </a:moveTo>
                  <a:lnTo>
                    <a:pt x="332411" y="25608"/>
                  </a:lnTo>
                  <a:lnTo>
                    <a:pt x="273847" y="0"/>
                  </a:lnTo>
                  <a:close/>
                  <a:moveTo>
                    <a:pt x="1766222" y="1830438"/>
                  </a:moveTo>
                  <a:lnTo>
                    <a:pt x="1755126" y="1858691"/>
                  </a:lnTo>
                  <a:lnTo>
                    <a:pt x="1797374" y="1858463"/>
                  </a:lnTo>
                  <a:close/>
                  <a:moveTo>
                    <a:pt x="1710805" y="1534797"/>
                  </a:moveTo>
                  <a:lnTo>
                    <a:pt x="1844655" y="1541374"/>
                  </a:lnTo>
                  <a:lnTo>
                    <a:pt x="1757273" y="1493327"/>
                  </a:lnTo>
                  <a:close/>
                  <a:moveTo>
                    <a:pt x="1840477" y="1549619"/>
                  </a:moveTo>
                  <a:lnTo>
                    <a:pt x="1861086" y="1545356"/>
                  </a:lnTo>
                  <a:lnTo>
                    <a:pt x="1844655" y="1541374"/>
                  </a:lnTo>
                  <a:close/>
                  <a:moveTo>
                    <a:pt x="1688429" y="1463141"/>
                  </a:moveTo>
                  <a:lnTo>
                    <a:pt x="1625044" y="1403393"/>
                  </a:lnTo>
                  <a:lnTo>
                    <a:pt x="1658771" y="1419362"/>
                  </a:lnTo>
                  <a:close/>
                  <a:moveTo>
                    <a:pt x="1688429" y="1463141"/>
                  </a:moveTo>
                  <a:lnTo>
                    <a:pt x="1658771" y="1419362"/>
                  </a:lnTo>
                  <a:lnTo>
                    <a:pt x="1665476" y="1501577"/>
                  </a:lnTo>
                  <a:close/>
                  <a:moveTo>
                    <a:pt x="1200711" y="905446"/>
                  </a:moveTo>
                  <a:lnTo>
                    <a:pt x="1124835" y="906540"/>
                  </a:lnTo>
                  <a:lnTo>
                    <a:pt x="1239655" y="951327"/>
                  </a:lnTo>
                  <a:close/>
                  <a:moveTo>
                    <a:pt x="1260191" y="917682"/>
                  </a:moveTo>
                  <a:lnTo>
                    <a:pt x="1200711" y="905446"/>
                  </a:lnTo>
                  <a:lnTo>
                    <a:pt x="1312633" y="945523"/>
                  </a:lnTo>
                  <a:close/>
                  <a:moveTo>
                    <a:pt x="1200711" y="905446"/>
                  </a:moveTo>
                  <a:lnTo>
                    <a:pt x="1239655" y="951327"/>
                  </a:lnTo>
                  <a:lnTo>
                    <a:pt x="1312633" y="945523"/>
                  </a:lnTo>
                  <a:close/>
                  <a:moveTo>
                    <a:pt x="1569934" y="1350213"/>
                  </a:moveTo>
                  <a:lnTo>
                    <a:pt x="1625044" y="1403393"/>
                  </a:lnTo>
                  <a:lnTo>
                    <a:pt x="1558430" y="1396956"/>
                  </a:lnTo>
                  <a:close/>
                  <a:moveTo>
                    <a:pt x="1335311" y="956703"/>
                  </a:moveTo>
                  <a:lnTo>
                    <a:pt x="1355908" y="969850"/>
                  </a:lnTo>
                  <a:lnTo>
                    <a:pt x="1312633" y="945523"/>
                  </a:lnTo>
                  <a:close/>
                  <a:moveTo>
                    <a:pt x="1837887" y="1364326"/>
                  </a:moveTo>
                  <a:lnTo>
                    <a:pt x="1846579" y="1424705"/>
                  </a:lnTo>
                  <a:lnTo>
                    <a:pt x="1867939" y="1413229"/>
                  </a:lnTo>
                  <a:close/>
                  <a:moveTo>
                    <a:pt x="1793070" y="1227290"/>
                  </a:moveTo>
                  <a:lnTo>
                    <a:pt x="1869139" y="1226040"/>
                  </a:lnTo>
                  <a:lnTo>
                    <a:pt x="1818402" y="1228019"/>
                  </a:lnTo>
                  <a:close/>
                  <a:moveTo>
                    <a:pt x="1869139" y="1226040"/>
                  </a:moveTo>
                  <a:lnTo>
                    <a:pt x="1793070" y="1227290"/>
                  </a:lnTo>
                  <a:lnTo>
                    <a:pt x="1880242" y="124402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30" name="Candidate_density__2029">
              <a:extLst>
                <a:ext uri="{FF2B5EF4-FFF2-40B4-BE49-F238E27FC236}">
                  <a16:creationId xmlns:a16="http://schemas.microsoft.com/office/drawing/2014/main" id="{8C60E8FF-2299-9E4A-F850-EF2A773077EA}"/>
                </a:ext>
              </a:extLst>
            </p:cNvPr>
            <p:cNvSpPr>
              <a:spLocks noGrp="1"/>
            </p:cNvSpPr>
            <p:nvPr/>
          </p:nvSpPr>
          <p:spPr>
            <a:xfrm>
              <a:off x="4490746" y="2989537"/>
              <a:ext cx="2182857" cy="1586977"/>
            </a:xfrm>
            <a:custGeom>
              <a:avLst/>
              <a:gdLst/>
              <a:ahLst/>
              <a:cxnLst/>
              <a:rect l="0" t="0" r="0" b="0"/>
              <a:pathLst>
                <a:path w="2182857" h="1586977">
                  <a:moveTo>
                    <a:pt x="0" y="1352057"/>
                  </a:moveTo>
                  <a:lnTo>
                    <a:pt x="19337" y="1434272"/>
                  </a:lnTo>
                  <a:lnTo>
                    <a:pt x="19357" y="1314883"/>
                  </a:lnTo>
                  <a:close/>
                  <a:moveTo>
                    <a:pt x="19337" y="1434272"/>
                  </a:moveTo>
                  <a:lnTo>
                    <a:pt x="12852" y="1420264"/>
                  </a:lnTo>
                  <a:lnTo>
                    <a:pt x="19357" y="1314883"/>
                  </a:lnTo>
                  <a:close/>
                  <a:moveTo>
                    <a:pt x="72639" y="1231405"/>
                  </a:moveTo>
                  <a:lnTo>
                    <a:pt x="71543" y="1232957"/>
                  </a:lnTo>
                  <a:lnTo>
                    <a:pt x="20618" y="1312528"/>
                  </a:lnTo>
                  <a:close/>
                  <a:moveTo>
                    <a:pt x="71543" y="1232957"/>
                  </a:moveTo>
                  <a:lnTo>
                    <a:pt x="32018" y="1291691"/>
                  </a:lnTo>
                  <a:lnTo>
                    <a:pt x="20618" y="1312528"/>
                  </a:lnTo>
                  <a:close/>
                  <a:moveTo>
                    <a:pt x="20618" y="1312528"/>
                  </a:moveTo>
                  <a:lnTo>
                    <a:pt x="32018" y="1291691"/>
                  </a:lnTo>
                  <a:lnTo>
                    <a:pt x="19357" y="1314883"/>
                  </a:lnTo>
                  <a:close/>
                  <a:moveTo>
                    <a:pt x="19357" y="1314883"/>
                  </a:moveTo>
                  <a:lnTo>
                    <a:pt x="32018" y="1291691"/>
                  </a:lnTo>
                  <a:lnTo>
                    <a:pt x="0" y="1352057"/>
                  </a:lnTo>
                  <a:close/>
                  <a:moveTo>
                    <a:pt x="156383" y="1262814"/>
                  </a:moveTo>
                  <a:lnTo>
                    <a:pt x="74946" y="1230191"/>
                  </a:lnTo>
                  <a:lnTo>
                    <a:pt x="135826" y="1249408"/>
                  </a:lnTo>
                  <a:close/>
                  <a:moveTo>
                    <a:pt x="135826" y="1249408"/>
                  </a:moveTo>
                  <a:lnTo>
                    <a:pt x="170708" y="1192969"/>
                  </a:lnTo>
                  <a:lnTo>
                    <a:pt x="156383" y="1262814"/>
                  </a:lnTo>
                  <a:close/>
                  <a:moveTo>
                    <a:pt x="73215" y="1230518"/>
                  </a:moveTo>
                  <a:lnTo>
                    <a:pt x="72639" y="1231405"/>
                  </a:lnTo>
                  <a:lnTo>
                    <a:pt x="74946" y="1230191"/>
                  </a:lnTo>
                  <a:close/>
                  <a:moveTo>
                    <a:pt x="445586" y="1571577"/>
                  </a:moveTo>
                  <a:lnTo>
                    <a:pt x="479479" y="1583550"/>
                  </a:lnTo>
                  <a:lnTo>
                    <a:pt x="554999" y="1565608"/>
                  </a:lnTo>
                  <a:close/>
                  <a:moveTo>
                    <a:pt x="184886" y="1154181"/>
                  </a:moveTo>
                  <a:lnTo>
                    <a:pt x="219326" y="1173404"/>
                  </a:lnTo>
                  <a:lnTo>
                    <a:pt x="210636" y="1110754"/>
                  </a:lnTo>
                  <a:close/>
                  <a:moveTo>
                    <a:pt x="210636" y="1110754"/>
                  </a:moveTo>
                  <a:lnTo>
                    <a:pt x="219326" y="1173404"/>
                  </a:lnTo>
                  <a:lnTo>
                    <a:pt x="257393" y="1154532"/>
                  </a:lnTo>
                  <a:close/>
                  <a:moveTo>
                    <a:pt x="210636" y="1110754"/>
                  </a:moveTo>
                  <a:lnTo>
                    <a:pt x="257393" y="1154532"/>
                  </a:lnTo>
                  <a:lnTo>
                    <a:pt x="222481" y="1072317"/>
                  </a:lnTo>
                  <a:close/>
                  <a:moveTo>
                    <a:pt x="419335" y="1116096"/>
                  </a:moveTo>
                  <a:lnTo>
                    <a:pt x="350517" y="1127340"/>
                  </a:lnTo>
                  <a:lnTo>
                    <a:pt x="383423" y="1200681"/>
                  </a:lnTo>
                  <a:close/>
                  <a:moveTo>
                    <a:pt x="350517" y="1127340"/>
                  </a:moveTo>
                  <a:lnTo>
                    <a:pt x="419335" y="1116096"/>
                  </a:lnTo>
                  <a:lnTo>
                    <a:pt x="359771" y="1098981"/>
                  </a:lnTo>
                  <a:close/>
                  <a:moveTo>
                    <a:pt x="258121" y="990102"/>
                  </a:moveTo>
                  <a:lnTo>
                    <a:pt x="222481" y="1072317"/>
                  </a:lnTo>
                  <a:lnTo>
                    <a:pt x="284898" y="1033881"/>
                  </a:lnTo>
                  <a:close/>
                  <a:moveTo>
                    <a:pt x="258121" y="990102"/>
                  </a:moveTo>
                  <a:lnTo>
                    <a:pt x="284898" y="1033881"/>
                  </a:lnTo>
                  <a:lnTo>
                    <a:pt x="274835" y="951666"/>
                  </a:lnTo>
                  <a:close/>
                  <a:moveTo>
                    <a:pt x="304873" y="893728"/>
                  </a:moveTo>
                  <a:lnTo>
                    <a:pt x="274835" y="951666"/>
                  </a:lnTo>
                  <a:lnTo>
                    <a:pt x="362141" y="917706"/>
                  </a:lnTo>
                  <a:close/>
                  <a:moveTo>
                    <a:pt x="547334" y="874792"/>
                  </a:moveTo>
                  <a:lnTo>
                    <a:pt x="549048" y="886938"/>
                  </a:lnTo>
                  <a:lnTo>
                    <a:pt x="482146" y="995444"/>
                  </a:lnTo>
                  <a:close/>
                  <a:moveTo>
                    <a:pt x="2024840" y="1504762"/>
                  </a:moveTo>
                  <a:lnTo>
                    <a:pt x="1979976" y="1470378"/>
                  </a:lnTo>
                  <a:lnTo>
                    <a:pt x="1936745" y="1523945"/>
                  </a:lnTo>
                  <a:close/>
                  <a:moveTo>
                    <a:pt x="2024840" y="1504762"/>
                  </a:moveTo>
                  <a:lnTo>
                    <a:pt x="2077697" y="1557086"/>
                  </a:lnTo>
                  <a:lnTo>
                    <a:pt x="2101126" y="1474337"/>
                  </a:lnTo>
                  <a:close/>
                  <a:moveTo>
                    <a:pt x="2101126" y="1474337"/>
                  </a:moveTo>
                  <a:lnTo>
                    <a:pt x="2077697" y="1557086"/>
                  </a:lnTo>
                  <a:lnTo>
                    <a:pt x="2124583" y="1466325"/>
                  </a:lnTo>
                  <a:close/>
                  <a:moveTo>
                    <a:pt x="2124583" y="1466325"/>
                  </a:moveTo>
                  <a:lnTo>
                    <a:pt x="2077697" y="1557086"/>
                  </a:lnTo>
                  <a:lnTo>
                    <a:pt x="2116855" y="1586977"/>
                  </a:lnTo>
                  <a:close/>
                  <a:moveTo>
                    <a:pt x="2124583" y="1466325"/>
                  </a:moveTo>
                  <a:lnTo>
                    <a:pt x="2116855" y="1586977"/>
                  </a:lnTo>
                  <a:lnTo>
                    <a:pt x="2148166" y="1548540"/>
                  </a:lnTo>
                  <a:close/>
                  <a:moveTo>
                    <a:pt x="2101126" y="1474337"/>
                  </a:moveTo>
                  <a:lnTo>
                    <a:pt x="1979976" y="1470378"/>
                  </a:lnTo>
                  <a:lnTo>
                    <a:pt x="2024840" y="1504762"/>
                  </a:lnTo>
                  <a:close/>
                  <a:moveTo>
                    <a:pt x="2182857" y="1510104"/>
                  </a:moveTo>
                  <a:lnTo>
                    <a:pt x="2117141" y="1461317"/>
                  </a:lnTo>
                  <a:lnTo>
                    <a:pt x="2124583" y="1466325"/>
                  </a:lnTo>
                  <a:close/>
                  <a:moveTo>
                    <a:pt x="1106497" y="3444"/>
                  </a:moveTo>
                  <a:lnTo>
                    <a:pt x="1052714" y="68668"/>
                  </a:lnTo>
                  <a:lnTo>
                    <a:pt x="1086841" y="30232"/>
                  </a:lnTo>
                  <a:close/>
                  <a:moveTo>
                    <a:pt x="1655644" y="448120"/>
                  </a:moveTo>
                  <a:lnTo>
                    <a:pt x="1671623" y="523522"/>
                  </a:lnTo>
                  <a:lnTo>
                    <a:pt x="1637895" y="507553"/>
                  </a:lnTo>
                  <a:close/>
                  <a:moveTo>
                    <a:pt x="1137687" y="10700"/>
                  </a:moveTo>
                  <a:lnTo>
                    <a:pt x="1180108" y="0"/>
                  </a:lnTo>
                  <a:lnTo>
                    <a:pt x="1106497" y="3444"/>
                  </a:lnTo>
                  <a:close/>
                  <a:moveTo>
                    <a:pt x="1137687" y="10700"/>
                  </a:moveTo>
                  <a:lnTo>
                    <a:pt x="1213563" y="9606"/>
                  </a:lnTo>
                  <a:lnTo>
                    <a:pt x="1180108" y="0"/>
                  </a:lnTo>
                  <a:close/>
                  <a:moveTo>
                    <a:pt x="1582786" y="454373"/>
                  </a:moveTo>
                  <a:lnTo>
                    <a:pt x="1655644" y="448120"/>
                  </a:lnTo>
                  <a:lnTo>
                    <a:pt x="1637895" y="507553"/>
                  </a:lnTo>
                  <a:close/>
                  <a:moveTo>
                    <a:pt x="1750109" y="364435"/>
                  </a:moveTo>
                  <a:lnTo>
                    <a:pt x="1745918" y="380232"/>
                  </a:lnTo>
                  <a:lnTo>
                    <a:pt x="1699510" y="396926"/>
                  </a:lnTo>
                  <a:close/>
                  <a:moveTo>
                    <a:pt x="1699510" y="396926"/>
                  </a:moveTo>
                  <a:lnTo>
                    <a:pt x="1745918" y="380232"/>
                  </a:lnTo>
                  <a:lnTo>
                    <a:pt x="1721694" y="416414"/>
                  </a:lnTo>
                  <a:close/>
                  <a:moveTo>
                    <a:pt x="1762881" y="355204"/>
                  </a:moveTo>
                  <a:lnTo>
                    <a:pt x="1745918" y="380232"/>
                  </a:lnTo>
                  <a:lnTo>
                    <a:pt x="1750109" y="364435"/>
                  </a:lnTo>
                  <a:close/>
                  <a:moveTo>
                    <a:pt x="1762881" y="355204"/>
                  </a:moveTo>
                  <a:lnTo>
                    <a:pt x="1750109" y="364435"/>
                  </a:lnTo>
                  <a:lnTo>
                    <a:pt x="1805921" y="331450"/>
                  </a:lnTo>
                  <a:close/>
                  <a:moveTo>
                    <a:pt x="1805921" y="331450"/>
                  </a:moveTo>
                  <a:lnTo>
                    <a:pt x="1831254" y="332179"/>
                  </a:lnTo>
                  <a:lnTo>
                    <a:pt x="1762881" y="355204"/>
                  </a:lnTo>
                  <a:close/>
                  <a:moveTo>
                    <a:pt x="1805921" y="331450"/>
                  </a:moveTo>
                  <a:lnTo>
                    <a:pt x="1813708" y="330033"/>
                  </a:lnTo>
                  <a:lnTo>
                    <a:pt x="1893094" y="3481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31" name="Candidate_density__2030">
              <a:extLst>
                <a:ext uri="{FF2B5EF4-FFF2-40B4-BE49-F238E27FC236}">
                  <a16:creationId xmlns:a16="http://schemas.microsoft.com/office/drawing/2014/main" id="{742CF3FD-97B9-5E01-7A8D-E1E7E3B1B8C1}"/>
                </a:ext>
              </a:extLst>
            </p:cNvPr>
            <p:cNvSpPr>
              <a:spLocks noGrp="1"/>
            </p:cNvSpPr>
            <p:nvPr/>
          </p:nvSpPr>
          <p:spPr>
            <a:xfrm>
              <a:off x="4510103" y="2992981"/>
              <a:ext cx="1794351" cy="1311439"/>
            </a:xfrm>
            <a:custGeom>
              <a:avLst/>
              <a:gdLst/>
              <a:ahLst/>
              <a:cxnLst/>
              <a:rect l="0" t="0" r="0" b="0"/>
              <a:pathLst>
                <a:path w="1794351" h="1311439">
                  <a:moveTo>
                    <a:pt x="1261" y="1309084"/>
                  </a:moveTo>
                  <a:lnTo>
                    <a:pt x="0" y="1311439"/>
                  </a:lnTo>
                  <a:lnTo>
                    <a:pt x="800" y="1310177"/>
                  </a:lnTo>
                  <a:close/>
                  <a:moveTo>
                    <a:pt x="1261" y="1309084"/>
                  </a:moveTo>
                  <a:lnTo>
                    <a:pt x="800" y="1310177"/>
                  </a:lnTo>
                  <a:lnTo>
                    <a:pt x="2777" y="1309182"/>
                  </a:lnTo>
                  <a:close/>
                  <a:moveTo>
                    <a:pt x="55588" y="1226747"/>
                  </a:moveTo>
                  <a:lnTo>
                    <a:pt x="53281" y="1227961"/>
                  </a:lnTo>
                  <a:lnTo>
                    <a:pt x="116469" y="1245964"/>
                  </a:lnTo>
                  <a:close/>
                  <a:moveTo>
                    <a:pt x="53281" y="1227961"/>
                  </a:moveTo>
                  <a:lnTo>
                    <a:pt x="1261" y="1309084"/>
                  </a:lnTo>
                  <a:lnTo>
                    <a:pt x="116469" y="1245964"/>
                  </a:lnTo>
                  <a:close/>
                  <a:moveTo>
                    <a:pt x="165529" y="1150737"/>
                  </a:moveTo>
                  <a:lnTo>
                    <a:pt x="149671" y="1210852"/>
                  </a:lnTo>
                  <a:lnTo>
                    <a:pt x="151350" y="1189525"/>
                  </a:lnTo>
                  <a:close/>
                  <a:moveTo>
                    <a:pt x="199969" y="1169960"/>
                  </a:moveTo>
                  <a:lnTo>
                    <a:pt x="151350" y="1189525"/>
                  </a:lnTo>
                  <a:lnTo>
                    <a:pt x="237377" y="1204163"/>
                  </a:lnTo>
                  <a:close/>
                  <a:moveTo>
                    <a:pt x="151350" y="1189525"/>
                  </a:moveTo>
                  <a:lnTo>
                    <a:pt x="116469" y="1245964"/>
                  </a:lnTo>
                  <a:lnTo>
                    <a:pt x="237377" y="1204163"/>
                  </a:lnTo>
                  <a:close/>
                  <a:moveTo>
                    <a:pt x="165529" y="1150737"/>
                  </a:moveTo>
                  <a:lnTo>
                    <a:pt x="151350" y="1189525"/>
                  </a:lnTo>
                  <a:lnTo>
                    <a:pt x="199969" y="1169960"/>
                  </a:lnTo>
                  <a:close/>
                  <a:moveTo>
                    <a:pt x="199969" y="1169960"/>
                  </a:moveTo>
                  <a:lnTo>
                    <a:pt x="237377" y="1204163"/>
                  </a:lnTo>
                  <a:lnTo>
                    <a:pt x="238035" y="1151088"/>
                  </a:lnTo>
                  <a:close/>
                  <a:moveTo>
                    <a:pt x="238035" y="1151088"/>
                  </a:moveTo>
                  <a:lnTo>
                    <a:pt x="331159" y="1123896"/>
                  </a:lnTo>
                  <a:lnTo>
                    <a:pt x="265540" y="1030437"/>
                  </a:lnTo>
                  <a:close/>
                  <a:moveTo>
                    <a:pt x="203123" y="1068874"/>
                  </a:moveTo>
                  <a:lnTo>
                    <a:pt x="238035" y="1151088"/>
                  </a:lnTo>
                  <a:lnTo>
                    <a:pt x="265540" y="1030437"/>
                  </a:lnTo>
                  <a:close/>
                  <a:moveTo>
                    <a:pt x="1087140" y="0"/>
                  </a:moveTo>
                  <a:lnTo>
                    <a:pt x="1067483" y="26788"/>
                  </a:lnTo>
                  <a:lnTo>
                    <a:pt x="1118330" y="7256"/>
                  </a:lnTo>
                  <a:close/>
                  <a:moveTo>
                    <a:pt x="1786564" y="328007"/>
                  </a:moveTo>
                  <a:lnTo>
                    <a:pt x="1730752" y="360991"/>
                  </a:lnTo>
                  <a:lnTo>
                    <a:pt x="1794351" y="326589"/>
                  </a:lnTo>
                  <a:close/>
                  <a:moveTo>
                    <a:pt x="1730752" y="360991"/>
                  </a:moveTo>
                  <a:lnTo>
                    <a:pt x="1680152" y="393483"/>
                  </a:lnTo>
                  <a:lnTo>
                    <a:pt x="1794351" y="3265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32" name="Candidate_density__2031">
              <a:extLst>
                <a:ext uri="{FF2B5EF4-FFF2-40B4-BE49-F238E27FC236}">
                  <a16:creationId xmlns:a16="http://schemas.microsoft.com/office/drawing/2014/main" id="{E399BA30-1E8C-F960-CB92-35FEB586FAFF}"/>
                </a:ext>
              </a:extLst>
            </p:cNvPr>
            <p:cNvSpPr>
              <a:spLocks noGrp="1"/>
            </p:cNvSpPr>
            <p:nvPr/>
          </p:nvSpPr>
          <p:spPr>
            <a:xfrm>
              <a:off x="5049601" y="3155651"/>
              <a:ext cx="1815150" cy="2135781"/>
            </a:xfrm>
            <a:custGeom>
              <a:avLst/>
              <a:gdLst/>
              <a:ahLst/>
              <a:cxnLst/>
              <a:rect l="0" t="0" r="0" b="0"/>
              <a:pathLst>
                <a:path w="1815150" h="2135781">
                  <a:moveTo>
                    <a:pt x="586807" y="2135781"/>
                  </a:moveTo>
                  <a:lnTo>
                    <a:pt x="525852" y="2123081"/>
                  </a:lnTo>
                  <a:lnTo>
                    <a:pt x="656908" y="2119218"/>
                  </a:lnTo>
                  <a:close/>
                  <a:moveTo>
                    <a:pt x="74082" y="1548622"/>
                  </a:moveTo>
                  <a:lnTo>
                    <a:pt x="89789" y="1501184"/>
                  </a:lnTo>
                  <a:lnTo>
                    <a:pt x="0" y="1550297"/>
                  </a:lnTo>
                  <a:close/>
                  <a:moveTo>
                    <a:pt x="89789" y="1501184"/>
                  </a:moveTo>
                  <a:lnTo>
                    <a:pt x="74082" y="1548622"/>
                  </a:lnTo>
                  <a:lnTo>
                    <a:pt x="97980" y="1520145"/>
                  </a:lnTo>
                  <a:close/>
                  <a:moveTo>
                    <a:pt x="702348" y="2073908"/>
                  </a:moveTo>
                  <a:lnTo>
                    <a:pt x="586807" y="2135781"/>
                  </a:lnTo>
                  <a:lnTo>
                    <a:pt x="656908" y="2119218"/>
                  </a:lnTo>
                  <a:close/>
                  <a:moveTo>
                    <a:pt x="1080724" y="1513155"/>
                  </a:moveTo>
                  <a:lnTo>
                    <a:pt x="1152602" y="1503239"/>
                  </a:lnTo>
                  <a:lnTo>
                    <a:pt x="1197384" y="1455465"/>
                  </a:lnTo>
                  <a:close/>
                  <a:moveTo>
                    <a:pt x="1685219" y="1519162"/>
                  </a:moveTo>
                  <a:lnTo>
                    <a:pt x="1755057" y="1501620"/>
                  </a:lnTo>
                  <a:lnTo>
                    <a:pt x="1797334" y="1444484"/>
                  </a:lnTo>
                  <a:close/>
                  <a:moveTo>
                    <a:pt x="1773679" y="1464641"/>
                  </a:moveTo>
                  <a:lnTo>
                    <a:pt x="1807567" y="1426204"/>
                  </a:lnTo>
                  <a:lnTo>
                    <a:pt x="1797334" y="1444484"/>
                  </a:lnTo>
                  <a:close/>
                  <a:moveTo>
                    <a:pt x="1365276" y="932914"/>
                  </a:moveTo>
                  <a:lnTo>
                    <a:pt x="1357192" y="937137"/>
                  </a:lnTo>
                  <a:lnTo>
                    <a:pt x="1358924" y="889135"/>
                  </a:lnTo>
                  <a:close/>
                  <a:moveTo>
                    <a:pt x="1386726" y="850699"/>
                  </a:moveTo>
                  <a:lnTo>
                    <a:pt x="1365276" y="932914"/>
                  </a:lnTo>
                  <a:lnTo>
                    <a:pt x="1358924" y="889135"/>
                  </a:lnTo>
                  <a:close/>
                  <a:moveTo>
                    <a:pt x="1815150" y="1407746"/>
                  </a:moveTo>
                  <a:lnTo>
                    <a:pt x="1797334" y="1444484"/>
                  </a:lnTo>
                  <a:lnTo>
                    <a:pt x="1807567" y="1426204"/>
                  </a:lnTo>
                  <a:close/>
                  <a:moveTo>
                    <a:pt x="805318" y="28548"/>
                  </a:moveTo>
                  <a:lnTo>
                    <a:pt x="797771" y="0"/>
                  </a:lnTo>
                  <a:lnTo>
                    <a:pt x="767695" y="10275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33" name="Candidate_density__2032">
              <a:extLst>
                <a:ext uri="{FF2B5EF4-FFF2-40B4-BE49-F238E27FC236}">
                  <a16:creationId xmlns:a16="http://schemas.microsoft.com/office/drawing/2014/main" id="{9B7E2E1C-34BE-8A8C-5F0C-11036AB03070}"/>
                </a:ext>
              </a:extLst>
            </p:cNvPr>
            <p:cNvSpPr>
              <a:spLocks noGrp="1"/>
            </p:cNvSpPr>
            <p:nvPr/>
          </p:nvSpPr>
          <p:spPr>
            <a:xfrm>
              <a:off x="4777529" y="2187318"/>
              <a:ext cx="2086525" cy="3336395"/>
            </a:xfrm>
            <a:custGeom>
              <a:avLst/>
              <a:gdLst/>
              <a:ahLst/>
              <a:cxnLst/>
              <a:rect l="0" t="0" r="0" b="0"/>
              <a:pathLst>
                <a:path w="2086525" h="3336395">
                  <a:moveTo>
                    <a:pt x="282818" y="3261508"/>
                  </a:moveTo>
                  <a:lnTo>
                    <a:pt x="285552" y="3271699"/>
                  </a:lnTo>
                  <a:lnTo>
                    <a:pt x="303920" y="3283315"/>
                  </a:lnTo>
                  <a:close/>
                  <a:moveTo>
                    <a:pt x="315777" y="3223072"/>
                  </a:moveTo>
                  <a:lnTo>
                    <a:pt x="303920" y="3283315"/>
                  </a:lnTo>
                  <a:lnTo>
                    <a:pt x="351259" y="3245103"/>
                  </a:lnTo>
                  <a:close/>
                  <a:moveTo>
                    <a:pt x="315777" y="3223072"/>
                  </a:moveTo>
                  <a:lnTo>
                    <a:pt x="282818" y="3261508"/>
                  </a:lnTo>
                  <a:lnTo>
                    <a:pt x="303920" y="3283315"/>
                  </a:lnTo>
                  <a:close/>
                  <a:moveTo>
                    <a:pt x="261120" y="3186749"/>
                  </a:moveTo>
                  <a:lnTo>
                    <a:pt x="212309" y="3170561"/>
                  </a:lnTo>
                  <a:lnTo>
                    <a:pt x="315777" y="3223072"/>
                  </a:lnTo>
                  <a:close/>
                  <a:moveTo>
                    <a:pt x="315777" y="3223072"/>
                  </a:moveTo>
                  <a:lnTo>
                    <a:pt x="212309" y="3170561"/>
                  </a:lnTo>
                  <a:lnTo>
                    <a:pt x="214121" y="3179293"/>
                  </a:lnTo>
                  <a:close/>
                  <a:moveTo>
                    <a:pt x="315777" y="3223072"/>
                  </a:moveTo>
                  <a:lnTo>
                    <a:pt x="214121" y="3179293"/>
                  </a:lnTo>
                  <a:lnTo>
                    <a:pt x="282818" y="3261508"/>
                  </a:lnTo>
                  <a:close/>
                  <a:moveTo>
                    <a:pt x="303920" y="3283315"/>
                  </a:moveTo>
                  <a:lnTo>
                    <a:pt x="392648" y="3336395"/>
                  </a:lnTo>
                  <a:lnTo>
                    <a:pt x="430923" y="3264295"/>
                  </a:lnTo>
                  <a:close/>
                  <a:moveTo>
                    <a:pt x="351259" y="3245103"/>
                  </a:moveTo>
                  <a:lnTo>
                    <a:pt x="303920" y="3283315"/>
                  </a:lnTo>
                  <a:lnTo>
                    <a:pt x="430923" y="3264295"/>
                  </a:lnTo>
                  <a:close/>
                  <a:moveTo>
                    <a:pt x="188290" y="3129651"/>
                  </a:moveTo>
                  <a:lnTo>
                    <a:pt x="214121" y="3179293"/>
                  </a:lnTo>
                  <a:lnTo>
                    <a:pt x="212309" y="3170561"/>
                  </a:lnTo>
                  <a:close/>
                  <a:moveTo>
                    <a:pt x="136474" y="3071529"/>
                  </a:moveTo>
                  <a:lnTo>
                    <a:pt x="212309" y="3170561"/>
                  </a:lnTo>
                  <a:lnTo>
                    <a:pt x="208466" y="3140857"/>
                  </a:lnTo>
                  <a:close/>
                  <a:moveTo>
                    <a:pt x="166226" y="3097078"/>
                  </a:moveTo>
                  <a:lnTo>
                    <a:pt x="212309" y="3170561"/>
                  </a:lnTo>
                  <a:lnTo>
                    <a:pt x="136474" y="3071529"/>
                  </a:lnTo>
                  <a:close/>
                  <a:moveTo>
                    <a:pt x="536785" y="3266850"/>
                  </a:moveTo>
                  <a:lnTo>
                    <a:pt x="520964" y="3322290"/>
                  </a:lnTo>
                  <a:lnTo>
                    <a:pt x="574366" y="3306747"/>
                  </a:lnTo>
                  <a:close/>
                  <a:moveTo>
                    <a:pt x="536785" y="3266850"/>
                  </a:moveTo>
                  <a:lnTo>
                    <a:pt x="499535" y="3305287"/>
                  </a:lnTo>
                  <a:lnTo>
                    <a:pt x="520964" y="3322290"/>
                  </a:lnTo>
                  <a:close/>
                  <a:moveTo>
                    <a:pt x="463882" y="3187313"/>
                  </a:moveTo>
                  <a:lnTo>
                    <a:pt x="430923" y="3264295"/>
                  </a:lnTo>
                  <a:lnTo>
                    <a:pt x="473745" y="3184635"/>
                  </a:lnTo>
                  <a:close/>
                  <a:moveTo>
                    <a:pt x="473745" y="3184635"/>
                  </a:moveTo>
                  <a:lnTo>
                    <a:pt x="430923" y="3264295"/>
                  </a:lnTo>
                  <a:lnTo>
                    <a:pt x="499535" y="3305287"/>
                  </a:lnTo>
                  <a:close/>
                  <a:moveTo>
                    <a:pt x="473745" y="3184635"/>
                  </a:moveTo>
                  <a:lnTo>
                    <a:pt x="499535" y="3305287"/>
                  </a:lnTo>
                  <a:lnTo>
                    <a:pt x="536785" y="3266850"/>
                  </a:lnTo>
                  <a:close/>
                  <a:moveTo>
                    <a:pt x="430923" y="3264295"/>
                  </a:moveTo>
                  <a:lnTo>
                    <a:pt x="463882" y="3187313"/>
                  </a:lnTo>
                  <a:lnTo>
                    <a:pt x="393468" y="3187715"/>
                  </a:lnTo>
                  <a:close/>
                  <a:moveTo>
                    <a:pt x="351259" y="3245103"/>
                  </a:moveTo>
                  <a:lnTo>
                    <a:pt x="430923" y="3264295"/>
                  </a:lnTo>
                  <a:lnTo>
                    <a:pt x="393468" y="3187715"/>
                  </a:lnTo>
                  <a:close/>
                  <a:moveTo>
                    <a:pt x="473745" y="3184635"/>
                  </a:moveTo>
                  <a:lnTo>
                    <a:pt x="533911" y="3155491"/>
                  </a:lnTo>
                  <a:lnTo>
                    <a:pt x="463882" y="3187313"/>
                  </a:lnTo>
                  <a:close/>
                  <a:moveTo>
                    <a:pt x="463882" y="3187313"/>
                  </a:moveTo>
                  <a:lnTo>
                    <a:pt x="439178" y="3107304"/>
                  </a:lnTo>
                  <a:lnTo>
                    <a:pt x="427473" y="3184635"/>
                  </a:lnTo>
                  <a:close/>
                  <a:moveTo>
                    <a:pt x="439178" y="3107304"/>
                  </a:moveTo>
                  <a:lnTo>
                    <a:pt x="426087" y="3102420"/>
                  </a:lnTo>
                  <a:lnTo>
                    <a:pt x="427473" y="3184635"/>
                  </a:lnTo>
                  <a:close/>
                  <a:moveTo>
                    <a:pt x="349746" y="3024246"/>
                  </a:moveTo>
                  <a:lnTo>
                    <a:pt x="426087" y="3102420"/>
                  </a:lnTo>
                  <a:lnTo>
                    <a:pt x="347838" y="3020877"/>
                  </a:lnTo>
                  <a:close/>
                  <a:moveTo>
                    <a:pt x="426087" y="3102420"/>
                  </a:moveTo>
                  <a:lnTo>
                    <a:pt x="439178" y="3107304"/>
                  </a:lnTo>
                  <a:lnTo>
                    <a:pt x="347838" y="3020877"/>
                  </a:lnTo>
                  <a:close/>
                  <a:moveTo>
                    <a:pt x="349746" y="3024246"/>
                  </a:moveTo>
                  <a:lnTo>
                    <a:pt x="347838" y="3020877"/>
                  </a:lnTo>
                  <a:lnTo>
                    <a:pt x="346705" y="3020205"/>
                  </a:lnTo>
                  <a:close/>
                  <a:moveTo>
                    <a:pt x="473745" y="3184635"/>
                  </a:moveTo>
                  <a:lnTo>
                    <a:pt x="536785" y="3266850"/>
                  </a:lnTo>
                  <a:lnTo>
                    <a:pt x="469548" y="3182707"/>
                  </a:lnTo>
                  <a:close/>
                  <a:moveTo>
                    <a:pt x="174186" y="2646512"/>
                  </a:moveTo>
                  <a:lnTo>
                    <a:pt x="155326" y="2639454"/>
                  </a:lnTo>
                  <a:lnTo>
                    <a:pt x="231534" y="2645726"/>
                  </a:lnTo>
                  <a:close/>
                  <a:moveTo>
                    <a:pt x="141552" y="2488478"/>
                  </a:moveTo>
                  <a:lnTo>
                    <a:pt x="159116" y="2590171"/>
                  </a:lnTo>
                  <a:lnTo>
                    <a:pt x="199752" y="2526898"/>
                  </a:lnTo>
                  <a:close/>
                  <a:moveTo>
                    <a:pt x="633414" y="2970485"/>
                  </a:moveTo>
                  <a:lnTo>
                    <a:pt x="748459" y="3025547"/>
                  </a:lnTo>
                  <a:lnTo>
                    <a:pt x="678449" y="2986830"/>
                  </a:lnTo>
                  <a:close/>
                  <a:moveTo>
                    <a:pt x="633414" y="2970485"/>
                  </a:moveTo>
                  <a:lnTo>
                    <a:pt x="737410" y="3046623"/>
                  </a:lnTo>
                  <a:lnTo>
                    <a:pt x="748459" y="3025547"/>
                  </a:lnTo>
                  <a:close/>
                  <a:moveTo>
                    <a:pt x="497695" y="2868339"/>
                  </a:moveTo>
                  <a:lnTo>
                    <a:pt x="475673" y="2877450"/>
                  </a:lnTo>
                  <a:lnTo>
                    <a:pt x="532221" y="2933971"/>
                  </a:lnTo>
                  <a:close/>
                  <a:moveTo>
                    <a:pt x="588684" y="2929875"/>
                  </a:moveTo>
                  <a:lnTo>
                    <a:pt x="497695" y="2868339"/>
                  </a:lnTo>
                  <a:lnTo>
                    <a:pt x="532221" y="2933971"/>
                  </a:lnTo>
                  <a:close/>
                  <a:moveTo>
                    <a:pt x="610268" y="2947118"/>
                  </a:moveTo>
                  <a:lnTo>
                    <a:pt x="610686" y="2943332"/>
                  </a:lnTo>
                  <a:lnTo>
                    <a:pt x="588684" y="2929875"/>
                  </a:lnTo>
                  <a:close/>
                  <a:moveTo>
                    <a:pt x="309053" y="2441697"/>
                  </a:moveTo>
                  <a:lnTo>
                    <a:pt x="268216" y="2367826"/>
                  </a:lnTo>
                  <a:lnTo>
                    <a:pt x="308735" y="2452115"/>
                  </a:lnTo>
                  <a:close/>
                  <a:moveTo>
                    <a:pt x="226716" y="2412510"/>
                  </a:moveTo>
                  <a:lnTo>
                    <a:pt x="307531" y="2450042"/>
                  </a:lnTo>
                  <a:lnTo>
                    <a:pt x="308735" y="2452115"/>
                  </a:lnTo>
                  <a:close/>
                  <a:moveTo>
                    <a:pt x="187162" y="2290175"/>
                  </a:moveTo>
                  <a:lnTo>
                    <a:pt x="196971" y="2301299"/>
                  </a:lnTo>
                  <a:lnTo>
                    <a:pt x="178378" y="2285611"/>
                  </a:lnTo>
                  <a:close/>
                  <a:moveTo>
                    <a:pt x="196971" y="2301299"/>
                  </a:moveTo>
                  <a:lnTo>
                    <a:pt x="187162" y="2290175"/>
                  </a:lnTo>
                  <a:lnTo>
                    <a:pt x="268216" y="2367826"/>
                  </a:lnTo>
                  <a:close/>
                  <a:moveTo>
                    <a:pt x="99274" y="2301034"/>
                  </a:moveTo>
                  <a:lnTo>
                    <a:pt x="61635" y="2289158"/>
                  </a:lnTo>
                  <a:lnTo>
                    <a:pt x="0" y="2221058"/>
                  </a:lnTo>
                  <a:close/>
                  <a:moveTo>
                    <a:pt x="22781" y="2302630"/>
                  </a:moveTo>
                  <a:lnTo>
                    <a:pt x="99274" y="2301034"/>
                  </a:lnTo>
                  <a:lnTo>
                    <a:pt x="0" y="2221058"/>
                  </a:lnTo>
                  <a:close/>
                  <a:moveTo>
                    <a:pt x="610686" y="2943332"/>
                  </a:moveTo>
                  <a:lnTo>
                    <a:pt x="633414" y="2970485"/>
                  </a:lnTo>
                  <a:lnTo>
                    <a:pt x="678449" y="2986830"/>
                  </a:lnTo>
                  <a:close/>
                  <a:moveTo>
                    <a:pt x="609252" y="2829445"/>
                  </a:moveTo>
                  <a:lnTo>
                    <a:pt x="690688" y="2823830"/>
                  </a:lnTo>
                  <a:lnTo>
                    <a:pt x="627603" y="2775026"/>
                  </a:lnTo>
                  <a:close/>
                  <a:moveTo>
                    <a:pt x="609252" y="2829445"/>
                  </a:moveTo>
                  <a:lnTo>
                    <a:pt x="627603" y="2775026"/>
                  </a:lnTo>
                  <a:lnTo>
                    <a:pt x="573921" y="2758076"/>
                  </a:lnTo>
                  <a:close/>
                  <a:moveTo>
                    <a:pt x="690688" y="2823830"/>
                  </a:moveTo>
                  <a:lnTo>
                    <a:pt x="756266" y="2831108"/>
                  </a:lnTo>
                  <a:lnTo>
                    <a:pt x="627603" y="2775026"/>
                  </a:lnTo>
                  <a:close/>
                  <a:moveTo>
                    <a:pt x="531178" y="2696687"/>
                  </a:moveTo>
                  <a:lnTo>
                    <a:pt x="529365" y="2708089"/>
                  </a:lnTo>
                  <a:lnTo>
                    <a:pt x="573921" y="2758076"/>
                  </a:lnTo>
                  <a:close/>
                  <a:moveTo>
                    <a:pt x="573921" y="2758076"/>
                  </a:moveTo>
                  <a:lnTo>
                    <a:pt x="627603" y="2775026"/>
                  </a:lnTo>
                  <a:lnTo>
                    <a:pt x="531178" y="2696687"/>
                  </a:lnTo>
                  <a:close/>
                  <a:moveTo>
                    <a:pt x="524970" y="2691658"/>
                  </a:moveTo>
                  <a:lnTo>
                    <a:pt x="531178" y="2696687"/>
                  </a:lnTo>
                  <a:lnTo>
                    <a:pt x="538470" y="2686805"/>
                  </a:lnTo>
                  <a:close/>
                  <a:moveTo>
                    <a:pt x="538470" y="2686805"/>
                  </a:moveTo>
                  <a:lnTo>
                    <a:pt x="554848" y="2658250"/>
                  </a:lnTo>
                  <a:lnTo>
                    <a:pt x="524970" y="2691658"/>
                  </a:lnTo>
                  <a:close/>
                  <a:moveTo>
                    <a:pt x="524970" y="2691658"/>
                  </a:moveTo>
                  <a:lnTo>
                    <a:pt x="554848" y="2658250"/>
                  </a:lnTo>
                  <a:lnTo>
                    <a:pt x="487794" y="2616121"/>
                  </a:lnTo>
                  <a:close/>
                  <a:moveTo>
                    <a:pt x="196971" y="2301299"/>
                  </a:moveTo>
                  <a:lnTo>
                    <a:pt x="296662" y="2361838"/>
                  </a:lnTo>
                  <a:lnTo>
                    <a:pt x="318131" y="2260435"/>
                  </a:lnTo>
                  <a:close/>
                  <a:moveTo>
                    <a:pt x="296662" y="2361838"/>
                  </a:moveTo>
                  <a:lnTo>
                    <a:pt x="309053" y="2441697"/>
                  </a:lnTo>
                  <a:lnTo>
                    <a:pt x="391005" y="2345731"/>
                  </a:lnTo>
                  <a:close/>
                  <a:moveTo>
                    <a:pt x="365333" y="2247175"/>
                  </a:moveTo>
                  <a:lnTo>
                    <a:pt x="318131" y="2260435"/>
                  </a:lnTo>
                  <a:lnTo>
                    <a:pt x="386680" y="2249155"/>
                  </a:lnTo>
                  <a:close/>
                  <a:moveTo>
                    <a:pt x="122910" y="2203396"/>
                  </a:moveTo>
                  <a:lnTo>
                    <a:pt x="178378" y="2285611"/>
                  </a:lnTo>
                  <a:lnTo>
                    <a:pt x="118501" y="2185311"/>
                  </a:lnTo>
                  <a:close/>
                  <a:moveTo>
                    <a:pt x="500312" y="2557143"/>
                  </a:moveTo>
                  <a:lnTo>
                    <a:pt x="568460" y="2562331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632830" y="2455384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539545" y="2485746"/>
                  </a:lnTo>
                  <a:lnTo>
                    <a:pt x="568460" y="2562331"/>
                  </a:lnTo>
                  <a:close/>
                  <a:moveTo>
                    <a:pt x="539545" y="2485746"/>
                  </a:moveTo>
                  <a:lnTo>
                    <a:pt x="569308" y="2427027"/>
                  </a:lnTo>
                  <a:lnTo>
                    <a:pt x="480429" y="2411605"/>
                  </a:lnTo>
                  <a:close/>
                  <a:moveTo>
                    <a:pt x="493791" y="2462352"/>
                  </a:moveTo>
                  <a:lnTo>
                    <a:pt x="539545" y="2485746"/>
                  </a:lnTo>
                  <a:lnTo>
                    <a:pt x="480429" y="2411605"/>
                  </a:lnTo>
                  <a:close/>
                  <a:moveTo>
                    <a:pt x="539545" y="2485746"/>
                  </a:moveTo>
                  <a:lnTo>
                    <a:pt x="632830" y="2455384"/>
                  </a:lnTo>
                  <a:lnTo>
                    <a:pt x="569308" y="2427027"/>
                  </a:lnTo>
                  <a:close/>
                  <a:moveTo>
                    <a:pt x="320037" y="2242742"/>
                  </a:moveTo>
                  <a:lnTo>
                    <a:pt x="318131" y="2260435"/>
                  </a:lnTo>
                  <a:lnTo>
                    <a:pt x="365333" y="2247175"/>
                  </a:lnTo>
                  <a:close/>
                  <a:moveTo>
                    <a:pt x="365333" y="2247175"/>
                  </a:moveTo>
                  <a:lnTo>
                    <a:pt x="341313" y="2131907"/>
                  </a:lnTo>
                  <a:lnTo>
                    <a:pt x="320037" y="2242742"/>
                  </a:lnTo>
                  <a:close/>
                  <a:moveTo>
                    <a:pt x="125543" y="2000529"/>
                  </a:moveTo>
                  <a:lnTo>
                    <a:pt x="220795" y="1962556"/>
                  </a:lnTo>
                  <a:lnTo>
                    <a:pt x="132552" y="1918314"/>
                  </a:lnTo>
                  <a:close/>
                  <a:moveTo>
                    <a:pt x="569308" y="2427027"/>
                  </a:moveTo>
                  <a:lnTo>
                    <a:pt x="632830" y="2455384"/>
                  </a:lnTo>
                  <a:lnTo>
                    <a:pt x="637542" y="2334732"/>
                  </a:lnTo>
                  <a:close/>
                  <a:moveTo>
                    <a:pt x="637542" y="2334732"/>
                  </a:moveTo>
                  <a:lnTo>
                    <a:pt x="632830" y="2455384"/>
                  </a:lnTo>
                  <a:lnTo>
                    <a:pt x="684008" y="2362008"/>
                  </a:lnTo>
                  <a:close/>
                  <a:moveTo>
                    <a:pt x="684008" y="2362008"/>
                  </a:moveTo>
                  <a:lnTo>
                    <a:pt x="632830" y="2455384"/>
                  </a:lnTo>
                  <a:lnTo>
                    <a:pt x="661841" y="2446914"/>
                  </a:lnTo>
                  <a:close/>
                  <a:moveTo>
                    <a:pt x="764412" y="2499162"/>
                  </a:moveTo>
                  <a:lnTo>
                    <a:pt x="757565" y="2429684"/>
                  </a:lnTo>
                  <a:lnTo>
                    <a:pt x="772902" y="2517308"/>
                  </a:lnTo>
                  <a:close/>
                  <a:moveTo>
                    <a:pt x="742628" y="2416947"/>
                  </a:moveTo>
                  <a:lnTo>
                    <a:pt x="757565" y="2429684"/>
                  </a:lnTo>
                  <a:lnTo>
                    <a:pt x="764412" y="2499162"/>
                  </a:lnTo>
                  <a:close/>
                  <a:moveTo>
                    <a:pt x="684008" y="2362008"/>
                  </a:moveTo>
                  <a:lnTo>
                    <a:pt x="757565" y="2429684"/>
                  </a:lnTo>
                  <a:lnTo>
                    <a:pt x="742628" y="2416947"/>
                  </a:lnTo>
                  <a:close/>
                  <a:moveTo>
                    <a:pt x="460237" y="2005871"/>
                  </a:moveTo>
                  <a:lnTo>
                    <a:pt x="434991" y="1988294"/>
                  </a:lnTo>
                  <a:lnTo>
                    <a:pt x="384955" y="2016416"/>
                  </a:lnTo>
                  <a:close/>
                  <a:moveTo>
                    <a:pt x="94534" y="1704335"/>
                  </a:moveTo>
                  <a:lnTo>
                    <a:pt x="132855" y="1694629"/>
                  </a:lnTo>
                  <a:lnTo>
                    <a:pt x="105165" y="1677011"/>
                  </a:lnTo>
                  <a:close/>
                  <a:moveTo>
                    <a:pt x="132855" y="1694629"/>
                  </a:moveTo>
                  <a:lnTo>
                    <a:pt x="94534" y="1704335"/>
                  </a:lnTo>
                  <a:lnTo>
                    <a:pt x="155215" y="1677011"/>
                  </a:lnTo>
                  <a:close/>
                  <a:moveTo>
                    <a:pt x="877007" y="2581377"/>
                  </a:moveTo>
                  <a:lnTo>
                    <a:pt x="880237" y="2590731"/>
                  </a:lnTo>
                  <a:lnTo>
                    <a:pt x="896560" y="2599392"/>
                  </a:lnTo>
                  <a:close/>
                  <a:moveTo>
                    <a:pt x="772902" y="2517308"/>
                  </a:moveTo>
                  <a:lnTo>
                    <a:pt x="877007" y="2581377"/>
                  </a:lnTo>
                  <a:lnTo>
                    <a:pt x="804806" y="2534998"/>
                  </a:lnTo>
                  <a:close/>
                  <a:moveTo>
                    <a:pt x="880237" y="2590731"/>
                  </a:moveTo>
                  <a:lnTo>
                    <a:pt x="877007" y="2581377"/>
                  </a:lnTo>
                  <a:lnTo>
                    <a:pt x="772902" y="2517308"/>
                  </a:lnTo>
                  <a:close/>
                  <a:moveTo>
                    <a:pt x="764412" y="2499162"/>
                  </a:moveTo>
                  <a:lnTo>
                    <a:pt x="772902" y="2517308"/>
                  </a:lnTo>
                  <a:lnTo>
                    <a:pt x="804806" y="2534998"/>
                  </a:lnTo>
                  <a:close/>
                  <a:moveTo>
                    <a:pt x="526691" y="2052485"/>
                  </a:moveTo>
                  <a:lnTo>
                    <a:pt x="547636" y="1978708"/>
                  </a:lnTo>
                  <a:lnTo>
                    <a:pt x="460237" y="2005871"/>
                  </a:lnTo>
                  <a:close/>
                  <a:moveTo>
                    <a:pt x="434991" y="1988294"/>
                  </a:moveTo>
                  <a:lnTo>
                    <a:pt x="540426" y="1888637"/>
                  </a:lnTo>
                  <a:lnTo>
                    <a:pt x="474849" y="1922115"/>
                  </a:lnTo>
                  <a:close/>
                  <a:moveTo>
                    <a:pt x="547636" y="1978708"/>
                  </a:moveTo>
                  <a:lnTo>
                    <a:pt x="526691" y="2052485"/>
                  </a:lnTo>
                  <a:lnTo>
                    <a:pt x="619479" y="1980893"/>
                  </a:lnTo>
                  <a:close/>
                  <a:moveTo>
                    <a:pt x="619479" y="1980893"/>
                  </a:moveTo>
                  <a:lnTo>
                    <a:pt x="621401" y="1912732"/>
                  </a:lnTo>
                  <a:lnTo>
                    <a:pt x="540426" y="1888637"/>
                  </a:lnTo>
                  <a:close/>
                  <a:moveTo>
                    <a:pt x="1064995" y="2422290"/>
                  </a:moveTo>
                  <a:lnTo>
                    <a:pt x="1078549" y="2507303"/>
                  </a:lnTo>
                  <a:lnTo>
                    <a:pt x="1045995" y="2460726"/>
                  </a:lnTo>
                  <a:close/>
                  <a:moveTo>
                    <a:pt x="1046461" y="2516185"/>
                  </a:moveTo>
                  <a:lnTo>
                    <a:pt x="1078549" y="2507303"/>
                  </a:lnTo>
                  <a:lnTo>
                    <a:pt x="1064995" y="2422290"/>
                  </a:lnTo>
                  <a:close/>
                  <a:moveTo>
                    <a:pt x="1107370" y="2527260"/>
                  </a:moveTo>
                  <a:lnTo>
                    <a:pt x="1078549" y="2507303"/>
                  </a:lnTo>
                  <a:lnTo>
                    <a:pt x="1046461" y="2516185"/>
                  </a:lnTo>
                  <a:close/>
                  <a:moveTo>
                    <a:pt x="1107370" y="2527260"/>
                  </a:moveTo>
                  <a:lnTo>
                    <a:pt x="1146236" y="2542941"/>
                  </a:lnTo>
                  <a:lnTo>
                    <a:pt x="1078549" y="2507303"/>
                  </a:lnTo>
                  <a:close/>
                  <a:moveTo>
                    <a:pt x="974581" y="2397239"/>
                  </a:moveTo>
                  <a:lnTo>
                    <a:pt x="944296" y="2378511"/>
                  </a:lnTo>
                  <a:lnTo>
                    <a:pt x="1035976" y="2411582"/>
                  </a:lnTo>
                  <a:close/>
                  <a:moveTo>
                    <a:pt x="953389" y="2175644"/>
                  </a:moveTo>
                  <a:lnTo>
                    <a:pt x="934431" y="2247125"/>
                  </a:lnTo>
                  <a:lnTo>
                    <a:pt x="977353" y="2192399"/>
                  </a:lnTo>
                  <a:close/>
                  <a:moveTo>
                    <a:pt x="886070" y="2129767"/>
                  </a:moveTo>
                  <a:lnTo>
                    <a:pt x="837580" y="2124949"/>
                  </a:lnTo>
                  <a:lnTo>
                    <a:pt x="953389" y="2175644"/>
                  </a:lnTo>
                  <a:close/>
                  <a:moveTo>
                    <a:pt x="781339" y="2011214"/>
                  </a:moveTo>
                  <a:lnTo>
                    <a:pt x="825417" y="2118198"/>
                  </a:lnTo>
                  <a:lnTo>
                    <a:pt x="799982" y="2094924"/>
                  </a:lnTo>
                  <a:close/>
                  <a:moveTo>
                    <a:pt x="799982" y="2094924"/>
                  </a:moveTo>
                  <a:lnTo>
                    <a:pt x="825417" y="2118198"/>
                  </a:lnTo>
                  <a:lnTo>
                    <a:pt x="837580" y="2124949"/>
                  </a:lnTo>
                  <a:close/>
                  <a:moveTo>
                    <a:pt x="540515" y="1884405"/>
                  </a:moveTo>
                  <a:lnTo>
                    <a:pt x="474849" y="1922115"/>
                  </a:lnTo>
                  <a:lnTo>
                    <a:pt x="540426" y="1888637"/>
                  </a:lnTo>
                  <a:close/>
                  <a:moveTo>
                    <a:pt x="540515" y="1884405"/>
                  </a:moveTo>
                  <a:lnTo>
                    <a:pt x="498892" y="1857651"/>
                  </a:lnTo>
                  <a:lnTo>
                    <a:pt x="474849" y="1922115"/>
                  </a:lnTo>
                  <a:close/>
                  <a:moveTo>
                    <a:pt x="498892" y="1857651"/>
                  </a:moveTo>
                  <a:lnTo>
                    <a:pt x="533965" y="1864481"/>
                  </a:lnTo>
                  <a:lnTo>
                    <a:pt x="529032" y="1764568"/>
                  </a:lnTo>
                  <a:close/>
                  <a:moveTo>
                    <a:pt x="540515" y="1884405"/>
                  </a:moveTo>
                  <a:lnTo>
                    <a:pt x="533965" y="1864481"/>
                  </a:lnTo>
                  <a:lnTo>
                    <a:pt x="498892" y="1857651"/>
                  </a:lnTo>
                  <a:close/>
                  <a:moveTo>
                    <a:pt x="466886" y="1720790"/>
                  </a:moveTo>
                  <a:lnTo>
                    <a:pt x="458243" y="1690514"/>
                  </a:lnTo>
                  <a:lnTo>
                    <a:pt x="529032" y="1764568"/>
                  </a:lnTo>
                  <a:close/>
                  <a:moveTo>
                    <a:pt x="886070" y="2129767"/>
                  </a:moveTo>
                  <a:lnTo>
                    <a:pt x="799982" y="2094924"/>
                  </a:lnTo>
                  <a:lnTo>
                    <a:pt x="837580" y="2124949"/>
                  </a:lnTo>
                  <a:close/>
                  <a:moveTo>
                    <a:pt x="1197708" y="2383853"/>
                  </a:moveTo>
                  <a:lnTo>
                    <a:pt x="1194545" y="2447129"/>
                  </a:lnTo>
                  <a:lnTo>
                    <a:pt x="1250075" y="2439545"/>
                  </a:lnTo>
                  <a:close/>
                  <a:moveTo>
                    <a:pt x="1197708" y="2383853"/>
                  </a:moveTo>
                  <a:lnTo>
                    <a:pt x="1159759" y="2422290"/>
                  </a:lnTo>
                  <a:lnTo>
                    <a:pt x="1194545" y="2447129"/>
                  </a:lnTo>
                  <a:close/>
                  <a:moveTo>
                    <a:pt x="953389" y="2175644"/>
                  </a:moveTo>
                  <a:lnTo>
                    <a:pt x="977353" y="2192399"/>
                  </a:lnTo>
                  <a:lnTo>
                    <a:pt x="986833" y="2164293"/>
                  </a:lnTo>
                  <a:close/>
                  <a:moveTo>
                    <a:pt x="886070" y="2129767"/>
                  </a:moveTo>
                  <a:lnTo>
                    <a:pt x="953389" y="2175644"/>
                  </a:lnTo>
                  <a:lnTo>
                    <a:pt x="926376" y="2065262"/>
                  </a:lnTo>
                  <a:close/>
                  <a:moveTo>
                    <a:pt x="926376" y="2065262"/>
                  </a:moveTo>
                  <a:lnTo>
                    <a:pt x="953389" y="2175644"/>
                  </a:lnTo>
                  <a:lnTo>
                    <a:pt x="988737" y="2062654"/>
                  </a:lnTo>
                  <a:close/>
                  <a:moveTo>
                    <a:pt x="988737" y="2062654"/>
                  </a:moveTo>
                  <a:lnTo>
                    <a:pt x="953389" y="2175644"/>
                  </a:lnTo>
                  <a:lnTo>
                    <a:pt x="986833" y="2164293"/>
                  </a:lnTo>
                  <a:close/>
                  <a:moveTo>
                    <a:pt x="988737" y="2062654"/>
                  </a:moveTo>
                  <a:lnTo>
                    <a:pt x="952613" y="2054992"/>
                  </a:lnTo>
                  <a:lnTo>
                    <a:pt x="926376" y="2065262"/>
                  </a:lnTo>
                  <a:close/>
                  <a:moveTo>
                    <a:pt x="1093941" y="2137208"/>
                  </a:moveTo>
                  <a:lnTo>
                    <a:pt x="1093700" y="2138004"/>
                  </a:lnTo>
                  <a:lnTo>
                    <a:pt x="1098150" y="2219423"/>
                  </a:lnTo>
                  <a:close/>
                  <a:moveTo>
                    <a:pt x="1007863" y="2175644"/>
                  </a:moveTo>
                  <a:lnTo>
                    <a:pt x="986833" y="2164293"/>
                  </a:lnTo>
                  <a:lnTo>
                    <a:pt x="977353" y="2192399"/>
                  </a:lnTo>
                  <a:close/>
                  <a:moveTo>
                    <a:pt x="986833" y="2164293"/>
                  </a:moveTo>
                  <a:lnTo>
                    <a:pt x="1009036" y="2093429"/>
                  </a:lnTo>
                  <a:lnTo>
                    <a:pt x="988737" y="2062654"/>
                  </a:lnTo>
                  <a:close/>
                  <a:moveTo>
                    <a:pt x="886070" y="2129767"/>
                  </a:moveTo>
                  <a:lnTo>
                    <a:pt x="926376" y="2065262"/>
                  </a:lnTo>
                  <a:lnTo>
                    <a:pt x="803024" y="2097930"/>
                  </a:lnTo>
                  <a:close/>
                  <a:moveTo>
                    <a:pt x="879943" y="2054992"/>
                  </a:moveTo>
                  <a:lnTo>
                    <a:pt x="780805" y="2010421"/>
                  </a:lnTo>
                  <a:lnTo>
                    <a:pt x="781339" y="2011214"/>
                  </a:lnTo>
                  <a:close/>
                  <a:moveTo>
                    <a:pt x="781339" y="2011214"/>
                  </a:moveTo>
                  <a:lnTo>
                    <a:pt x="792746" y="2059501"/>
                  </a:lnTo>
                  <a:lnTo>
                    <a:pt x="879943" y="2054992"/>
                  </a:lnTo>
                  <a:close/>
                  <a:moveTo>
                    <a:pt x="988737" y="2062654"/>
                  </a:moveTo>
                  <a:lnTo>
                    <a:pt x="949667" y="1994324"/>
                  </a:lnTo>
                  <a:lnTo>
                    <a:pt x="952613" y="2054992"/>
                  </a:lnTo>
                  <a:close/>
                  <a:moveTo>
                    <a:pt x="1037668" y="2054992"/>
                  </a:moveTo>
                  <a:lnTo>
                    <a:pt x="1093941" y="2137208"/>
                  </a:lnTo>
                  <a:lnTo>
                    <a:pt x="1095848" y="2098771"/>
                  </a:lnTo>
                  <a:close/>
                  <a:moveTo>
                    <a:pt x="1264744" y="2159633"/>
                  </a:moveTo>
                  <a:lnTo>
                    <a:pt x="1314092" y="2185032"/>
                  </a:lnTo>
                  <a:lnTo>
                    <a:pt x="1309697" y="2180986"/>
                  </a:lnTo>
                  <a:close/>
                  <a:moveTo>
                    <a:pt x="1295736" y="2094936"/>
                  </a:moveTo>
                  <a:lnTo>
                    <a:pt x="1309697" y="2180986"/>
                  </a:lnTo>
                  <a:lnTo>
                    <a:pt x="1307629" y="2160869"/>
                  </a:lnTo>
                  <a:close/>
                  <a:moveTo>
                    <a:pt x="1264744" y="2159633"/>
                  </a:moveTo>
                  <a:lnTo>
                    <a:pt x="1309697" y="2180986"/>
                  </a:lnTo>
                  <a:lnTo>
                    <a:pt x="1295736" y="2094936"/>
                  </a:lnTo>
                  <a:close/>
                  <a:moveTo>
                    <a:pt x="1316594" y="1979187"/>
                  </a:moveTo>
                  <a:lnTo>
                    <a:pt x="1313080" y="1978119"/>
                  </a:lnTo>
                  <a:lnTo>
                    <a:pt x="1295736" y="2094936"/>
                  </a:lnTo>
                  <a:close/>
                  <a:moveTo>
                    <a:pt x="1404200" y="2067350"/>
                  </a:moveTo>
                  <a:lnTo>
                    <a:pt x="1295736" y="2094936"/>
                  </a:lnTo>
                  <a:lnTo>
                    <a:pt x="1307629" y="2160869"/>
                  </a:lnTo>
                  <a:close/>
                  <a:moveTo>
                    <a:pt x="1295736" y="2094936"/>
                  </a:moveTo>
                  <a:lnTo>
                    <a:pt x="1404200" y="2067350"/>
                  </a:lnTo>
                  <a:lnTo>
                    <a:pt x="1316594" y="1979187"/>
                  </a:lnTo>
                  <a:close/>
                  <a:moveTo>
                    <a:pt x="1404200" y="2067350"/>
                  </a:moveTo>
                  <a:lnTo>
                    <a:pt x="1397570" y="2003286"/>
                  </a:lnTo>
                  <a:lnTo>
                    <a:pt x="1316594" y="1979187"/>
                  </a:lnTo>
                  <a:close/>
                  <a:moveTo>
                    <a:pt x="1221385" y="1994699"/>
                  </a:moveTo>
                  <a:lnTo>
                    <a:pt x="1313080" y="1978119"/>
                  </a:lnTo>
                  <a:lnTo>
                    <a:pt x="1222933" y="1907662"/>
                  </a:lnTo>
                  <a:close/>
                  <a:moveTo>
                    <a:pt x="1212664" y="1978119"/>
                  </a:moveTo>
                  <a:lnTo>
                    <a:pt x="1221385" y="1994699"/>
                  </a:lnTo>
                  <a:lnTo>
                    <a:pt x="1222933" y="1907662"/>
                  </a:lnTo>
                  <a:close/>
                  <a:moveTo>
                    <a:pt x="994148" y="1824791"/>
                  </a:moveTo>
                  <a:lnTo>
                    <a:pt x="1008178" y="1852126"/>
                  </a:lnTo>
                  <a:lnTo>
                    <a:pt x="1013258" y="1842533"/>
                  </a:lnTo>
                  <a:close/>
                  <a:moveTo>
                    <a:pt x="1027374" y="1813689"/>
                  </a:moveTo>
                  <a:lnTo>
                    <a:pt x="994148" y="1824791"/>
                  </a:lnTo>
                  <a:lnTo>
                    <a:pt x="1013258" y="1842533"/>
                  </a:lnTo>
                  <a:close/>
                  <a:moveTo>
                    <a:pt x="958011" y="1769911"/>
                  </a:moveTo>
                  <a:lnTo>
                    <a:pt x="994148" y="1824791"/>
                  </a:lnTo>
                  <a:lnTo>
                    <a:pt x="1027374" y="1813689"/>
                  </a:lnTo>
                  <a:close/>
                  <a:moveTo>
                    <a:pt x="948579" y="1687695"/>
                  </a:moveTo>
                  <a:lnTo>
                    <a:pt x="958011" y="1769911"/>
                  </a:lnTo>
                  <a:lnTo>
                    <a:pt x="992293" y="1731474"/>
                  </a:lnTo>
                  <a:close/>
                  <a:moveTo>
                    <a:pt x="1313080" y="1978119"/>
                  </a:moveTo>
                  <a:lnTo>
                    <a:pt x="1316594" y="1979187"/>
                  </a:lnTo>
                  <a:lnTo>
                    <a:pt x="1317868" y="1976852"/>
                  </a:lnTo>
                  <a:close/>
                  <a:moveTo>
                    <a:pt x="1222933" y="1907662"/>
                  </a:moveTo>
                  <a:lnTo>
                    <a:pt x="1313080" y="1978119"/>
                  </a:lnTo>
                  <a:lnTo>
                    <a:pt x="1333355" y="1857468"/>
                  </a:lnTo>
                  <a:close/>
                  <a:moveTo>
                    <a:pt x="1333355" y="1857468"/>
                  </a:moveTo>
                  <a:lnTo>
                    <a:pt x="1313080" y="1978119"/>
                  </a:lnTo>
                  <a:lnTo>
                    <a:pt x="1346227" y="1874777"/>
                  </a:lnTo>
                  <a:close/>
                  <a:moveTo>
                    <a:pt x="1346227" y="1874777"/>
                  </a:moveTo>
                  <a:lnTo>
                    <a:pt x="1313080" y="1978119"/>
                  </a:lnTo>
                  <a:lnTo>
                    <a:pt x="1317868" y="1976852"/>
                  </a:lnTo>
                  <a:close/>
                  <a:moveTo>
                    <a:pt x="858313" y="1207264"/>
                  </a:moveTo>
                  <a:lnTo>
                    <a:pt x="914740" y="1281962"/>
                  </a:lnTo>
                  <a:lnTo>
                    <a:pt x="876893" y="1234647"/>
                  </a:lnTo>
                  <a:close/>
                  <a:moveTo>
                    <a:pt x="1881693" y="2421986"/>
                  </a:moveTo>
                  <a:lnTo>
                    <a:pt x="2001889" y="2439037"/>
                  </a:lnTo>
                  <a:lnTo>
                    <a:pt x="1965217" y="2394537"/>
                  </a:lnTo>
                  <a:close/>
                  <a:moveTo>
                    <a:pt x="1729944" y="2324079"/>
                  </a:moveTo>
                  <a:lnTo>
                    <a:pt x="1791074" y="2334973"/>
                  </a:lnTo>
                  <a:lnTo>
                    <a:pt x="1763730" y="2321121"/>
                  </a:lnTo>
                  <a:close/>
                  <a:moveTo>
                    <a:pt x="1546195" y="2065107"/>
                  </a:moveTo>
                  <a:lnTo>
                    <a:pt x="1571479" y="2104113"/>
                  </a:lnTo>
                  <a:lnTo>
                    <a:pt x="1588120" y="2006657"/>
                  </a:lnTo>
                  <a:close/>
                  <a:moveTo>
                    <a:pt x="1588120" y="2006657"/>
                  </a:moveTo>
                  <a:lnTo>
                    <a:pt x="1571479" y="2104113"/>
                  </a:lnTo>
                  <a:lnTo>
                    <a:pt x="1649917" y="1988770"/>
                  </a:lnTo>
                  <a:close/>
                  <a:moveTo>
                    <a:pt x="1649917" y="1988770"/>
                  </a:moveTo>
                  <a:lnTo>
                    <a:pt x="1571479" y="2104113"/>
                  </a:lnTo>
                  <a:lnTo>
                    <a:pt x="1663832" y="2077549"/>
                  </a:lnTo>
                  <a:close/>
                  <a:moveTo>
                    <a:pt x="1645479" y="2157657"/>
                  </a:moveTo>
                  <a:lnTo>
                    <a:pt x="1718477" y="2093716"/>
                  </a:lnTo>
                  <a:lnTo>
                    <a:pt x="1663832" y="2077549"/>
                  </a:lnTo>
                  <a:close/>
                  <a:moveTo>
                    <a:pt x="1663832" y="2077549"/>
                  </a:moveTo>
                  <a:lnTo>
                    <a:pt x="1718477" y="2093716"/>
                  </a:lnTo>
                  <a:lnTo>
                    <a:pt x="1649917" y="1988770"/>
                  </a:lnTo>
                  <a:close/>
                  <a:moveTo>
                    <a:pt x="1547475" y="1983461"/>
                  </a:moveTo>
                  <a:lnTo>
                    <a:pt x="1546195" y="2065107"/>
                  </a:lnTo>
                  <a:lnTo>
                    <a:pt x="1588120" y="2006657"/>
                  </a:lnTo>
                  <a:close/>
                  <a:moveTo>
                    <a:pt x="1547475" y="1983461"/>
                  </a:moveTo>
                  <a:lnTo>
                    <a:pt x="1518108" y="2021898"/>
                  </a:lnTo>
                  <a:lnTo>
                    <a:pt x="1546195" y="2065107"/>
                  </a:lnTo>
                  <a:close/>
                  <a:moveTo>
                    <a:pt x="1547475" y="1983461"/>
                  </a:moveTo>
                  <a:lnTo>
                    <a:pt x="1527584" y="1995526"/>
                  </a:lnTo>
                  <a:lnTo>
                    <a:pt x="1518108" y="2021898"/>
                  </a:lnTo>
                  <a:close/>
                  <a:moveTo>
                    <a:pt x="1492291" y="1736816"/>
                  </a:moveTo>
                  <a:lnTo>
                    <a:pt x="1430306" y="1695273"/>
                  </a:lnTo>
                  <a:lnTo>
                    <a:pt x="1481194" y="1765070"/>
                  </a:lnTo>
                  <a:close/>
                  <a:moveTo>
                    <a:pt x="782725" y="946022"/>
                  </a:moveTo>
                  <a:lnTo>
                    <a:pt x="762513" y="924278"/>
                  </a:lnTo>
                  <a:lnTo>
                    <a:pt x="825803" y="996880"/>
                  </a:lnTo>
                  <a:close/>
                  <a:moveTo>
                    <a:pt x="825803" y="996880"/>
                  </a:moveTo>
                  <a:lnTo>
                    <a:pt x="762513" y="924278"/>
                  </a:lnTo>
                  <a:lnTo>
                    <a:pt x="773350" y="953102"/>
                  </a:lnTo>
                  <a:close/>
                  <a:moveTo>
                    <a:pt x="74754" y="295381"/>
                  </a:moveTo>
                  <a:lnTo>
                    <a:pt x="147527" y="360054"/>
                  </a:lnTo>
                  <a:lnTo>
                    <a:pt x="119433" y="282802"/>
                  </a:lnTo>
                  <a:close/>
                  <a:moveTo>
                    <a:pt x="28148" y="213166"/>
                  </a:moveTo>
                  <a:lnTo>
                    <a:pt x="119433" y="282802"/>
                  </a:lnTo>
                  <a:lnTo>
                    <a:pt x="95810" y="201914"/>
                  </a:lnTo>
                  <a:close/>
                  <a:moveTo>
                    <a:pt x="95810" y="201914"/>
                  </a:moveTo>
                  <a:lnTo>
                    <a:pt x="130681" y="295381"/>
                  </a:lnTo>
                  <a:lnTo>
                    <a:pt x="123949" y="213166"/>
                  </a:lnTo>
                  <a:close/>
                  <a:moveTo>
                    <a:pt x="1965217" y="2394537"/>
                  </a:moveTo>
                  <a:lnTo>
                    <a:pt x="2001889" y="2439037"/>
                  </a:lnTo>
                  <a:lnTo>
                    <a:pt x="2021081" y="2369258"/>
                  </a:lnTo>
                  <a:close/>
                  <a:moveTo>
                    <a:pt x="2075794" y="2273886"/>
                  </a:moveTo>
                  <a:lnTo>
                    <a:pt x="2029579" y="2327365"/>
                  </a:lnTo>
                  <a:lnTo>
                    <a:pt x="2086525" y="2276553"/>
                  </a:lnTo>
                  <a:close/>
                  <a:moveTo>
                    <a:pt x="2086525" y="2276553"/>
                  </a:moveTo>
                  <a:lnTo>
                    <a:pt x="2029579" y="2327365"/>
                  </a:lnTo>
                  <a:lnTo>
                    <a:pt x="2021081" y="2369258"/>
                  </a:lnTo>
                  <a:close/>
                  <a:moveTo>
                    <a:pt x="2086525" y="2276553"/>
                  </a:moveTo>
                  <a:lnTo>
                    <a:pt x="2060347" y="2197743"/>
                  </a:lnTo>
                  <a:lnTo>
                    <a:pt x="2075794" y="2273886"/>
                  </a:lnTo>
                  <a:close/>
                  <a:moveTo>
                    <a:pt x="2060347" y="2197743"/>
                  </a:moveTo>
                  <a:lnTo>
                    <a:pt x="2047732" y="2191670"/>
                  </a:lnTo>
                  <a:lnTo>
                    <a:pt x="2075794" y="2273886"/>
                  </a:lnTo>
                  <a:close/>
                  <a:moveTo>
                    <a:pt x="1892531" y="2308826"/>
                  </a:moveTo>
                  <a:lnTo>
                    <a:pt x="1801291" y="2226574"/>
                  </a:lnTo>
                  <a:lnTo>
                    <a:pt x="1803110" y="2230107"/>
                  </a:lnTo>
                  <a:close/>
                  <a:moveTo>
                    <a:pt x="2060347" y="2197743"/>
                  </a:moveTo>
                  <a:lnTo>
                    <a:pt x="1978374" y="2135920"/>
                  </a:lnTo>
                  <a:lnTo>
                    <a:pt x="2047732" y="2191670"/>
                  </a:lnTo>
                  <a:close/>
                  <a:moveTo>
                    <a:pt x="1568728" y="1894091"/>
                  </a:moveTo>
                  <a:lnTo>
                    <a:pt x="1668263" y="1812438"/>
                  </a:lnTo>
                  <a:lnTo>
                    <a:pt x="1557735" y="1819032"/>
                  </a:lnTo>
                  <a:close/>
                  <a:moveTo>
                    <a:pt x="1557735" y="1819032"/>
                  </a:moveTo>
                  <a:lnTo>
                    <a:pt x="1668263" y="1812438"/>
                  </a:lnTo>
                  <a:lnTo>
                    <a:pt x="1640839" y="1780595"/>
                  </a:lnTo>
                  <a:close/>
                  <a:moveTo>
                    <a:pt x="1640839" y="1780595"/>
                  </a:moveTo>
                  <a:lnTo>
                    <a:pt x="1573634" y="1737297"/>
                  </a:lnTo>
                  <a:lnTo>
                    <a:pt x="1523443" y="1764842"/>
                  </a:lnTo>
                  <a:close/>
                  <a:moveTo>
                    <a:pt x="1435727" y="1641350"/>
                  </a:moveTo>
                  <a:lnTo>
                    <a:pt x="1407021" y="1736816"/>
                  </a:lnTo>
                  <a:lnTo>
                    <a:pt x="1430306" y="1695273"/>
                  </a:lnTo>
                  <a:close/>
                  <a:moveTo>
                    <a:pt x="1435727" y="1641350"/>
                  </a:moveTo>
                  <a:lnTo>
                    <a:pt x="1403379" y="1594600"/>
                  </a:lnTo>
                  <a:lnTo>
                    <a:pt x="1383579" y="1623153"/>
                  </a:lnTo>
                  <a:close/>
                  <a:moveTo>
                    <a:pt x="1403379" y="1594600"/>
                  </a:moveTo>
                  <a:lnTo>
                    <a:pt x="1435727" y="1641350"/>
                  </a:lnTo>
                  <a:lnTo>
                    <a:pt x="1534333" y="1590354"/>
                  </a:lnTo>
                  <a:close/>
                  <a:moveTo>
                    <a:pt x="1149132" y="1392293"/>
                  </a:moveTo>
                  <a:lnTo>
                    <a:pt x="1123629" y="1325741"/>
                  </a:lnTo>
                  <a:lnTo>
                    <a:pt x="1118197" y="1317351"/>
                  </a:lnTo>
                  <a:close/>
                  <a:moveTo>
                    <a:pt x="1107573" y="1225896"/>
                  </a:moveTo>
                  <a:lnTo>
                    <a:pt x="1123629" y="1325741"/>
                  </a:lnTo>
                  <a:lnTo>
                    <a:pt x="1153233" y="1243526"/>
                  </a:lnTo>
                  <a:close/>
                  <a:moveTo>
                    <a:pt x="1107573" y="1225896"/>
                  </a:moveTo>
                  <a:lnTo>
                    <a:pt x="1118197" y="1317351"/>
                  </a:lnTo>
                  <a:lnTo>
                    <a:pt x="1123629" y="1325741"/>
                  </a:lnTo>
                  <a:close/>
                  <a:moveTo>
                    <a:pt x="1107573" y="1225896"/>
                  </a:moveTo>
                  <a:lnTo>
                    <a:pt x="1069646" y="1182802"/>
                  </a:lnTo>
                  <a:lnTo>
                    <a:pt x="1009683" y="1144794"/>
                  </a:lnTo>
                  <a:close/>
                  <a:moveTo>
                    <a:pt x="983412" y="1066060"/>
                  </a:moveTo>
                  <a:lnTo>
                    <a:pt x="928795" y="1079095"/>
                  </a:lnTo>
                  <a:lnTo>
                    <a:pt x="945567" y="1136327"/>
                  </a:lnTo>
                  <a:close/>
                  <a:moveTo>
                    <a:pt x="885202" y="1050511"/>
                  </a:moveTo>
                  <a:lnTo>
                    <a:pt x="998208" y="979159"/>
                  </a:lnTo>
                  <a:lnTo>
                    <a:pt x="926348" y="989147"/>
                  </a:lnTo>
                  <a:close/>
                  <a:moveTo>
                    <a:pt x="782725" y="946022"/>
                  </a:moveTo>
                  <a:lnTo>
                    <a:pt x="825803" y="996880"/>
                  </a:lnTo>
                  <a:lnTo>
                    <a:pt x="825574" y="973104"/>
                  </a:lnTo>
                  <a:close/>
                  <a:moveTo>
                    <a:pt x="23407" y="0"/>
                  </a:moveTo>
                  <a:lnTo>
                    <a:pt x="66248" y="92514"/>
                  </a:lnTo>
                  <a:lnTo>
                    <a:pt x="57959" y="10299"/>
                  </a:lnTo>
                  <a:close/>
                  <a:moveTo>
                    <a:pt x="2024899" y="2165969"/>
                  </a:moveTo>
                  <a:lnTo>
                    <a:pt x="2075794" y="2273886"/>
                  </a:lnTo>
                  <a:lnTo>
                    <a:pt x="2047732" y="2191670"/>
                  </a:lnTo>
                  <a:close/>
                  <a:moveTo>
                    <a:pt x="1901977" y="2105219"/>
                  </a:moveTo>
                  <a:lnTo>
                    <a:pt x="1978374" y="2135920"/>
                  </a:lnTo>
                  <a:lnTo>
                    <a:pt x="1920763" y="2109456"/>
                  </a:lnTo>
                  <a:close/>
                  <a:moveTo>
                    <a:pt x="2024899" y="2165969"/>
                  </a:moveTo>
                  <a:lnTo>
                    <a:pt x="1978374" y="2135920"/>
                  </a:lnTo>
                  <a:lnTo>
                    <a:pt x="1901977" y="2105219"/>
                  </a:lnTo>
                  <a:close/>
                  <a:moveTo>
                    <a:pt x="2024899" y="2165969"/>
                  </a:moveTo>
                  <a:lnTo>
                    <a:pt x="2047732" y="2191670"/>
                  </a:lnTo>
                  <a:lnTo>
                    <a:pt x="1978374" y="2135920"/>
                  </a:lnTo>
                  <a:close/>
                  <a:moveTo>
                    <a:pt x="1901977" y="2105219"/>
                  </a:moveTo>
                  <a:lnTo>
                    <a:pt x="1920763" y="2109456"/>
                  </a:lnTo>
                  <a:lnTo>
                    <a:pt x="1894592" y="2101331"/>
                  </a:lnTo>
                  <a:close/>
                  <a:moveTo>
                    <a:pt x="1640839" y="1780595"/>
                  </a:moveTo>
                  <a:lnTo>
                    <a:pt x="1668263" y="1812438"/>
                  </a:lnTo>
                  <a:lnTo>
                    <a:pt x="1677030" y="1766544"/>
                  </a:lnTo>
                  <a:close/>
                  <a:moveTo>
                    <a:pt x="1640839" y="1780595"/>
                  </a:moveTo>
                  <a:lnTo>
                    <a:pt x="1677030" y="1766544"/>
                  </a:lnTo>
                  <a:lnTo>
                    <a:pt x="1573634" y="1737297"/>
                  </a:lnTo>
                  <a:close/>
                  <a:moveTo>
                    <a:pt x="1573634" y="1737297"/>
                  </a:moveTo>
                  <a:lnTo>
                    <a:pt x="1677030" y="1766544"/>
                  </a:lnTo>
                  <a:lnTo>
                    <a:pt x="1699373" y="1713550"/>
                  </a:lnTo>
                  <a:close/>
                  <a:moveTo>
                    <a:pt x="1677030" y="1766544"/>
                  </a:moveTo>
                  <a:lnTo>
                    <a:pt x="1668263" y="1812438"/>
                  </a:lnTo>
                  <a:lnTo>
                    <a:pt x="1675197" y="1780595"/>
                  </a:lnTo>
                  <a:close/>
                  <a:moveTo>
                    <a:pt x="1074788" y="952273"/>
                  </a:moveTo>
                  <a:lnTo>
                    <a:pt x="998208" y="979159"/>
                  </a:lnTo>
                  <a:lnTo>
                    <a:pt x="1069842" y="968333"/>
                  </a:lnTo>
                  <a:close/>
                  <a:moveTo>
                    <a:pt x="1543668" y="1313911"/>
                  </a:moveTo>
                  <a:lnTo>
                    <a:pt x="1525809" y="1343283"/>
                  </a:lnTo>
                  <a:lnTo>
                    <a:pt x="1572647" y="1331083"/>
                  </a:lnTo>
                  <a:close/>
                  <a:moveTo>
                    <a:pt x="1563956" y="1270705"/>
                  </a:moveTo>
                  <a:lnTo>
                    <a:pt x="1594008" y="1319607"/>
                  </a:lnTo>
                  <a:lnTo>
                    <a:pt x="1636512" y="126332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34" name="Candidate_density__2033">
              <a:extLst>
                <a:ext uri="{FF2B5EF4-FFF2-40B4-BE49-F238E27FC236}">
                  <a16:creationId xmlns:a16="http://schemas.microsoft.com/office/drawing/2014/main" id="{200B68BD-0F91-2A67-3E13-1A25961AE3A7}"/>
                </a:ext>
              </a:extLst>
            </p:cNvPr>
            <p:cNvSpPr>
              <a:spLocks noGrp="1"/>
            </p:cNvSpPr>
            <p:nvPr/>
          </p:nvSpPr>
          <p:spPr>
            <a:xfrm>
              <a:off x="4776462" y="2202581"/>
              <a:ext cx="2088288" cy="3340969"/>
            </a:xfrm>
            <a:custGeom>
              <a:avLst/>
              <a:gdLst/>
              <a:ahLst/>
              <a:cxnLst/>
              <a:rect l="0" t="0" r="0" b="0"/>
              <a:pathLst>
                <a:path w="2088288" h="3340969">
                  <a:moveTo>
                    <a:pt x="600221" y="3320706"/>
                  </a:moveTo>
                  <a:lnTo>
                    <a:pt x="575433" y="3291484"/>
                  </a:lnTo>
                  <a:lnTo>
                    <a:pt x="522031" y="3307027"/>
                  </a:lnTo>
                  <a:close/>
                  <a:moveTo>
                    <a:pt x="133146" y="2752477"/>
                  </a:moveTo>
                  <a:lnTo>
                    <a:pt x="53929" y="2734956"/>
                  </a:lnTo>
                  <a:lnTo>
                    <a:pt x="0" y="2707123"/>
                  </a:lnTo>
                  <a:close/>
                  <a:moveTo>
                    <a:pt x="653536" y="3295366"/>
                  </a:moveTo>
                  <a:lnTo>
                    <a:pt x="643902" y="3333802"/>
                  </a:lnTo>
                  <a:lnTo>
                    <a:pt x="663199" y="3340969"/>
                  </a:lnTo>
                  <a:close/>
                  <a:moveTo>
                    <a:pt x="200819" y="2511635"/>
                  </a:moveTo>
                  <a:lnTo>
                    <a:pt x="273138" y="2503367"/>
                  </a:lnTo>
                  <a:lnTo>
                    <a:pt x="308597" y="2434779"/>
                  </a:lnTo>
                  <a:close/>
                  <a:moveTo>
                    <a:pt x="889412" y="3069336"/>
                  </a:moveTo>
                  <a:lnTo>
                    <a:pt x="911101" y="3064911"/>
                  </a:lnTo>
                  <a:lnTo>
                    <a:pt x="888568" y="3054063"/>
                  </a:lnTo>
                  <a:close/>
                  <a:moveTo>
                    <a:pt x="919283" y="3045052"/>
                  </a:moveTo>
                  <a:lnTo>
                    <a:pt x="911101" y="3064911"/>
                  </a:lnTo>
                  <a:lnTo>
                    <a:pt x="917652" y="3054063"/>
                  </a:lnTo>
                  <a:close/>
                  <a:moveTo>
                    <a:pt x="321104" y="2227479"/>
                  </a:moveTo>
                  <a:lnTo>
                    <a:pt x="267978" y="2210077"/>
                  </a:lnTo>
                  <a:lnTo>
                    <a:pt x="250738" y="2267868"/>
                  </a:lnTo>
                  <a:close/>
                  <a:moveTo>
                    <a:pt x="283675" y="2112355"/>
                  </a:moveTo>
                  <a:lnTo>
                    <a:pt x="336389" y="20942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36389" y="2094244"/>
                  </a:lnTo>
                  <a:lnTo>
                    <a:pt x="282094" y="2098509"/>
                  </a:lnTo>
                  <a:close/>
                  <a:moveTo>
                    <a:pt x="344758" y="2108156"/>
                  </a:moveTo>
                  <a:lnTo>
                    <a:pt x="342380" y="21166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46273" y="2111260"/>
                  </a:lnTo>
                  <a:lnTo>
                    <a:pt x="336389" y="2094244"/>
                  </a:lnTo>
                  <a:close/>
                  <a:moveTo>
                    <a:pt x="1195611" y="2431866"/>
                  </a:moveTo>
                  <a:lnTo>
                    <a:pt x="1271202" y="2435829"/>
                  </a:lnTo>
                  <a:lnTo>
                    <a:pt x="1330221" y="2441289"/>
                  </a:lnTo>
                  <a:close/>
                  <a:moveTo>
                    <a:pt x="1330221" y="2441289"/>
                  </a:moveTo>
                  <a:lnTo>
                    <a:pt x="1271202" y="2435829"/>
                  </a:lnTo>
                  <a:lnTo>
                    <a:pt x="1402466" y="2432742"/>
                  </a:lnTo>
                  <a:close/>
                  <a:moveTo>
                    <a:pt x="1375047" y="2393684"/>
                  </a:moveTo>
                  <a:lnTo>
                    <a:pt x="1251141" y="2424282"/>
                  </a:lnTo>
                  <a:lnTo>
                    <a:pt x="1330221" y="2441289"/>
                  </a:lnTo>
                  <a:close/>
                  <a:moveTo>
                    <a:pt x="1375047" y="2393684"/>
                  </a:moveTo>
                  <a:lnTo>
                    <a:pt x="1408913" y="2349399"/>
                  </a:lnTo>
                  <a:lnTo>
                    <a:pt x="1376282" y="2330153"/>
                  </a:lnTo>
                  <a:close/>
                  <a:moveTo>
                    <a:pt x="1402466" y="2432742"/>
                  </a:moveTo>
                  <a:lnTo>
                    <a:pt x="1408913" y="2349399"/>
                  </a:lnTo>
                  <a:lnTo>
                    <a:pt x="1375047" y="2393684"/>
                  </a:lnTo>
                  <a:close/>
                  <a:moveTo>
                    <a:pt x="1330221" y="2441289"/>
                  </a:moveTo>
                  <a:lnTo>
                    <a:pt x="1402466" y="2432742"/>
                  </a:lnTo>
                  <a:lnTo>
                    <a:pt x="1375047" y="2393684"/>
                  </a:lnTo>
                  <a:close/>
                  <a:moveTo>
                    <a:pt x="915184" y="1847278"/>
                  </a:moveTo>
                  <a:lnTo>
                    <a:pt x="939340" y="1927732"/>
                  </a:lnTo>
                  <a:lnTo>
                    <a:pt x="949632" y="1957514"/>
                  </a:lnTo>
                  <a:close/>
                  <a:moveTo>
                    <a:pt x="1296803" y="2079673"/>
                  </a:moveTo>
                  <a:lnTo>
                    <a:pt x="1222451" y="1979436"/>
                  </a:lnTo>
                  <a:lnTo>
                    <a:pt x="1247647" y="2059045"/>
                  </a:lnTo>
                  <a:close/>
                  <a:moveTo>
                    <a:pt x="1404388" y="1852617"/>
                  </a:moveTo>
                  <a:lnTo>
                    <a:pt x="1318934" y="1961589"/>
                  </a:lnTo>
                  <a:lnTo>
                    <a:pt x="1408675" y="1949223"/>
                  </a:lnTo>
                  <a:close/>
                  <a:moveTo>
                    <a:pt x="1404388" y="1852617"/>
                  </a:moveTo>
                  <a:lnTo>
                    <a:pt x="1387306" y="1766412"/>
                  </a:lnTo>
                  <a:lnTo>
                    <a:pt x="1373097" y="1842205"/>
                  </a:lnTo>
                  <a:close/>
                  <a:moveTo>
                    <a:pt x="1387306" y="1766412"/>
                  </a:moveTo>
                  <a:lnTo>
                    <a:pt x="1386534" y="1759990"/>
                  </a:lnTo>
                  <a:lnTo>
                    <a:pt x="1373097" y="1842205"/>
                  </a:lnTo>
                  <a:close/>
                  <a:moveTo>
                    <a:pt x="1872549" y="2499926"/>
                  </a:moveTo>
                  <a:lnTo>
                    <a:pt x="1879042" y="2454346"/>
                  </a:lnTo>
                  <a:lnTo>
                    <a:pt x="1882760" y="2406723"/>
                  </a:lnTo>
                  <a:close/>
                  <a:moveTo>
                    <a:pt x="2002955" y="2423774"/>
                  </a:moveTo>
                  <a:lnTo>
                    <a:pt x="1879042" y="2454346"/>
                  </a:lnTo>
                  <a:lnTo>
                    <a:pt x="1958357" y="2472232"/>
                  </a:lnTo>
                  <a:close/>
                  <a:moveTo>
                    <a:pt x="2002955" y="2423774"/>
                  </a:moveTo>
                  <a:lnTo>
                    <a:pt x="1958357" y="2472232"/>
                  </a:lnTo>
                  <a:lnTo>
                    <a:pt x="2070473" y="2397554"/>
                  </a:lnTo>
                  <a:close/>
                  <a:moveTo>
                    <a:pt x="1453351" y="1912903"/>
                  </a:moveTo>
                  <a:lnTo>
                    <a:pt x="1528650" y="1980263"/>
                  </a:lnTo>
                  <a:lnTo>
                    <a:pt x="1548542" y="1968198"/>
                  </a:lnTo>
                  <a:close/>
                  <a:moveTo>
                    <a:pt x="1446118" y="1803769"/>
                  </a:moveTo>
                  <a:lnTo>
                    <a:pt x="1373097" y="1842205"/>
                  </a:lnTo>
                  <a:lnTo>
                    <a:pt x="1386534" y="1759990"/>
                  </a:lnTo>
                  <a:close/>
                  <a:moveTo>
                    <a:pt x="1408088" y="1721553"/>
                  </a:moveTo>
                  <a:lnTo>
                    <a:pt x="1446118" y="1803769"/>
                  </a:lnTo>
                  <a:lnTo>
                    <a:pt x="1386534" y="1759990"/>
                  </a:lnTo>
                  <a:close/>
                  <a:moveTo>
                    <a:pt x="1386534" y="1759990"/>
                  </a:moveTo>
                  <a:lnTo>
                    <a:pt x="1390508" y="1742428"/>
                  </a:lnTo>
                  <a:lnTo>
                    <a:pt x="1431372" y="1680010"/>
                  </a:lnTo>
                  <a:close/>
                  <a:moveTo>
                    <a:pt x="6798" y="191518"/>
                  </a:moveTo>
                  <a:lnTo>
                    <a:pt x="29214" y="197903"/>
                  </a:lnTo>
                  <a:lnTo>
                    <a:pt x="37799" y="92223"/>
                  </a:lnTo>
                  <a:close/>
                  <a:moveTo>
                    <a:pt x="84868" y="96323"/>
                  </a:moveTo>
                  <a:lnTo>
                    <a:pt x="80230" y="0"/>
                  </a:lnTo>
                  <a:lnTo>
                    <a:pt x="67315" y="77251"/>
                  </a:lnTo>
                  <a:close/>
                  <a:moveTo>
                    <a:pt x="2088288" y="2360816"/>
                  </a:moveTo>
                  <a:lnTo>
                    <a:pt x="2002955" y="2423774"/>
                  </a:lnTo>
                  <a:lnTo>
                    <a:pt x="2070473" y="2397554"/>
                  </a:lnTo>
                  <a:close/>
                  <a:moveTo>
                    <a:pt x="2087592" y="2261290"/>
                  </a:moveTo>
                  <a:lnTo>
                    <a:pt x="2088288" y="2360816"/>
                  </a:lnTo>
                  <a:lnTo>
                    <a:pt x="2080705" y="2379274"/>
                  </a:lnTo>
                  <a:close/>
                  <a:moveTo>
                    <a:pt x="1640243" y="1882148"/>
                  </a:moveTo>
                  <a:lnTo>
                    <a:pt x="1624200" y="1968198"/>
                  </a:lnTo>
                  <a:lnTo>
                    <a:pt x="1640224" y="1903553"/>
                  </a:lnTo>
                  <a:close/>
                  <a:moveTo>
                    <a:pt x="1604268" y="1950894"/>
                  </a:moveTo>
                  <a:lnTo>
                    <a:pt x="1624200" y="1968198"/>
                  </a:lnTo>
                  <a:lnTo>
                    <a:pt x="1640243" y="1882148"/>
                  </a:lnTo>
                  <a:close/>
                  <a:moveTo>
                    <a:pt x="1676263" y="1765332"/>
                  </a:moveTo>
                  <a:lnTo>
                    <a:pt x="1669330" y="1797175"/>
                  </a:lnTo>
                  <a:lnTo>
                    <a:pt x="1638414" y="1885983"/>
                  </a:lnTo>
                  <a:close/>
                  <a:moveTo>
                    <a:pt x="1697315" y="1683117"/>
                  </a:moveTo>
                  <a:lnTo>
                    <a:pt x="1723150" y="1644681"/>
                  </a:lnTo>
                  <a:lnTo>
                    <a:pt x="1676263" y="1765332"/>
                  </a:lnTo>
                  <a:close/>
                  <a:moveTo>
                    <a:pt x="1449874" y="1318781"/>
                  </a:moveTo>
                  <a:lnTo>
                    <a:pt x="1442940" y="1320813"/>
                  </a:lnTo>
                  <a:lnTo>
                    <a:pt x="1484408" y="1384443"/>
                  </a:lnTo>
                  <a:close/>
                  <a:moveTo>
                    <a:pt x="1015967" y="925106"/>
                  </a:moveTo>
                  <a:lnTo>
                    <a:pt x="1029812" y="904745"/>
                  </a:lnTo>
                  <a:lnTo>
                    <a:pt x="999275" y="96389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35" name="Candidate_density__2034">
              <a:extLst>
                <a:ext uri="{FF2B5EF4-FFF2-40B4-BE49-F238E27FC236}">
                  <a16:creationId xmlns:a16="http://schemas.microsoft.com/office/drawing/2014/main" id="{B00A36FB-5325-FB91-8691-82032154B841}"/>
                </a:ext>
              </a:extLst>
            </p:cNvPr>
            <p:cNvSpPr>
              <a:spLocks noGrp="1"/>
            </p:cNvSpPr>
            <p:nvPr/>
          </p:nvSpPr>
          <p:spPr>
            <a:xfrm>
              <a:off x="4690193" y="2197617"/>
              <a:ext cx="2174558" cy="3177014"/>
            </a:xfrm>
            <a:custGeom>
              <a:avLst/>
              <a:gdLst/>
              <a:ahLst/>
              <a:cxnLst/>
              <a:rect l="0" t="0" r="0" b="0"/>
              <a:pathLst>
                <a:path w="2174558" h="3177014">
                  <a:moveTo>
                    <a:pt x="551218" y="3177014"/>
                  </a:moveTo>
                  <a:lnTo>
                    <a:pt x="562537" y="3128311"/>
                  </a:lnTo>
                  <a:lnTo>
                    <a:pt x="526514" y="3097006"/>
                  </a:lnTo>
                  <a:close/>
                  <a:moveTo>
                    <a:pt x="286472" y="2724824"/>
                  </a:moveTo>
                  <a:lnTo>
                    <a:pt x="233788" y="2763261"/>
                  </a:lnTo>
                  <a:lnTo>
                    <a:pt x="301368" y="2785191"/>
                  </a:lnTo>
                  <a:close/>
                  <a:moveTo>
                    <a:pt x="325372" y="2681046"/>
                  </a:moveTo>
                  <a:lnTo>
                    <a:pt x="261522" y="2636213"/>
                  </a:lnTo>
                  <a:lnTo>
                    <a:pt x="326078" y="2642609"/>
                  </a:lnTo>
                  <a:close/>
                  <a:moveTo>
                    <a:pt x="261522" y="2636213"/>
                  </a:moveTo>
                  <a:lnTo>
                    <a:pt x="189758" y="2588453"/>
                  </a:lnTo>
                  <a:lnTo>
                    <a:pt x="242662" y="2629155"/>
                  </a:lnTo>
                  <a:close/>
                  <a:moveTo>
                    <a:pt x="0" y="2421355"/>
                  </a:moveTo>
                  <a:lnTo>
                    <a:pt x="65240" y="2516616"/>
                  </a:lnTo>
                  <a:lnTo>
                    <a:pt x="111786" y="2418489"/>
                  </a:lnTo>
                  <a:close/>
                  <a:moveTo>
                    <a:pt x="73169" y="2489310"/>
                  </a:moveTo>
                  <a:lnTo>
                    <a:pt x="153396" y="2510607"/>
                  </a:lnTo>
                  <a:lnTo>
                    <a:pt x="192405" y="2441252"/>
                  </a:lnTo>
                  <a:close/>
                  <a:moveTo>
                    <a:pt x="111786" y="2418489"/>
                  </a:moveTo>
                  <a:lnTo>
                    <a:pt x="73169" y="2489310"/>
                  </a:lnTo>
                  <a:lnTo>
                    <a:pt x="192405" y="2441252"/>
                  </a:lnTo>
                  <a:close/>
                  <a:moveTo>
                    <a:pt x="384935" y="2807040"/>
                  </a:moveTo>
                  <a:lnTo>
                    <a:pt x="409348" y="2831391"/>
                  </a:lnTo>
                  <a:lnTo>
                    <a:pt x="452999" y="2858253"/>
                  </a:lnTo>
                  <a:close/>
                  <a:moveTo>
                    <a:pt x="619557" y="2923673"/>
                  </a:moveTo>
                  <a:lnTo>
                    <a:pt x="563009" y="2867151"/>
                  </a:lnTo>
                  <a:lnTo>
                    <a:pt x="553192" y="2889254"/>
                  </a:lnTo>
                  <a:close/>
                  <a:moveTo>
                    <a:pt x="720751" y="2960187"/>
                  </a:moveTo>
                  <a:lnTo>
                    <a:pt x="698022" y="2933033"/>
                  </a:lnTo>
                  <a:lnTo>
                    <a:pt x="697604" y="2936819"/>
                  </a:lnTo>
                  <a:close/>
                  <a:moveTo>
                    <a:pt x="697604" y="2936819"/>
                  </a:moveTo>
                  <a:lnTo>
                    <a:pt x="676020" y="2919576"/>
                  </a:lnTo>
                  <a:lnTo>
                    <a:pt x="619557" y="2923673"/>
                  </a:lnTo>
                  <a:close/>
                  <a:moveTo>
                    <a:pt x="228888" y="2478179"/>
                  </a:moveTo>
                  <a:lnTo>
                    <a:pt x="287089" y="2516599"/>
                  </a:lnTo>
                  <a:lnTo>
                    <a:pt x="273140" y="2439743"/>
                  </a:lnTo>
                  <a:close/>
                  <a:moveTo>
                    <a:pt x="91069" y="2231534"/>
                  </a:moveTo>
                  <a:lnTo>
                    <a:pt x="77380" y="2118761"/>
                  </a:lnTo>
                  <a:lnTo>
                    <a:pt x="87336" y="2210759"/>
                  </a:lnTo>
                  <a:close/>
                  <a:moveTo>
                    <a:pt x="974838" y="3059027"/>
                  </a:moveTo>
                  <a:lnTo>
                    <a:pt x="914234" y="2976812"/>
                  </a:lnTo>
                  <a:lnTo>
                    <a:pt x="946215" y="3093815"/>
                  </a:lnTo>
                  <a:close/>
                  <a:moveTo>
                    <a:pt x="714939" y="2764727"/>
                  </a:moveTo>
                  <a:lnTo>
                    <a:pt x="739530" y="2663166"/>
                  </a:lnTo>
                  <a:lnTo>
                    <a:pt x="618515" y="2686388"/>
                  </a:lnTo>
                  <a:close/>
                  <a:moveTo>
                    <a:pt x="612306" y="2681359"/>
                  </a:moveTo>
                  <a:lnTo>
                    <a:pt x="575131" y="2605822"/>
                  </a:lnTo>
                  <a:lnTo>
                    <a:pt x="525974" y="2637233"/>
                  </a:lnTo>
                  <a:close/>
                  <a:moveTo>
                    <a:pt x="284308" y="2291000"/>
                  </a:moveTo>
                  <a:lnTo>
                    <a:pt x="405468" y="2250136"/>
                  </a:lnTo>
                  <a:lnTo>
                    <a:pt x="337008" y="2272832"/>
                  </a:lnTo>
                  <a:close/>
                  <a:moveTo>
                    <a:pt x="337008" y="2272832"/>
                  </a:moveTo>
                  <a:lnTo>
                    <a:pt x="265714" y="2275312"/>
                  </a:lnTo>
                  <a:lnTo>
                    <a:pt x="284308" y="2291000"/>
                  </a:lnTo>
                  <a:close/>
                  <a:moveTo>
                    <a:pt x="260716" y="2330581"/>
                  </a:moveTo>
                  <a:lnTo>
                    <a:pt x="265714" y="2275312"/>
                  </a:lnTo>
                  <a:lnTo>
                    <a:pt x="337008" y="2272832"/>
                  </a:lnTo>
                  <a:close/>
                  <a:moveTo>
                    <a:pt x="168276" y="2154661"/>
                  </a:moveTo>
                  <a:lnTo>
                    <a:pt x="165050" y="2123775"/>
                  </a:lnTo>
                  <a:lnTo>
                    <a:pt x="205837" y="2175012"/>
                  </a:lnTo>
                  <a:close/>
                  <a:moveTo>
                    <a:pt x="127696" y="2110882"/>
                  </a:moveTo>
                  <a:lnTo>
                    <a:pt x="165050" y="2123775"/>
                  </a:lnTo>
                  <a:lnTo>
                    <a:pt x="168276" y="2154661"/>
                  </a:lnTo>
                  <a:close/>
                  <a:moveTo>
                    <a:pt x="741417" y="2455019"/>
                  </a:moveTo>
                  <a:lnTo>
                    <a:pt x="720166" y="2445085"/>
                  </a:lnTo>
                  <a:lnTo>
                    <a:pt x="714271" y="2565086"/>
                  </a:lnTo>
                  <a:close/>
                  <a:moveTo>
                    <a:pt x="656644" y="2416728"/>
                  </a:moveTo>
                  <a:lnTo>
                    <a:pt x="586581" y="2433429"/>
                  </a:lnTo>
                  <a:lnTo>
                    <a:pt x="567765" y="2401306"/>
                  </a:lnTo>
                  <a:close/>
                  <a:moveTo>
                    <a:pt x="407373" y="2232443"/>
                  </a:moveTo>
                  <a:lnTo>
                    <a:pt x="337008" y="2272832"/>
                  </a:lnTo>
                  <a:lnTo>
                    <a:pt x="405468" y="2250136"/>
                  </a:lnTo>
                  <a:close/>
                  <a:moveTo>
                    <a:pt x="407373" y="2232443"/>
                  </a:moveTo>
                  <a:lnTo>
                    <a:pt x="428649" y="2121608"/>
                  </a:lnTo>
                  <a:lnTo>
                    <a:pt x="364769" y="2161425"/>
                  </a:lnTo>
                  <a:close/>
                  <a:moveTo>
                    <a:pt x="432543" y="2116224"/>
                  </a:moveTo>
                  <a:lnTo>
                    <a:pt x="428649" y="2121608"/>
                  </a:lnTo>
                  <a:lnTo>
                    <a:pt x="452669" y="2236876"/>
                  </a:lnTo>
                  <a:close/>
                  <a:moveTo>
                    <a:pt x="405810" y="2154661"/>
                  </a:moveTo>
                  <a:lnTo>
                    <a:pt x="432543" y="2116224"/>
                  </a:lnTo>
                  <a:lnTo>
                    <a:pt x="452669" y="2236876"/>
                  </a:lnTo>
                  <a:close/>
                  <a:moveTo>
                    <a:pt x="720166" y="2445085"/>
                  </a:moveTo>
                  <a:lnTo>
                    <a:pt x="741417" y="2455019"/>
                  </a:lnTo>
                  <a:lnTo>
                    <a:pt x="749177" y="2436615"/>
                  </a:lnTo>
                  <a:close/>
                  <a:moveTo>
                    <a:pt x="751235" y="2445085"/>
                  </a:moveTo>
                  <a:lnTo>
                    <a:pt x="749177" y="2436615"/>
                  </a:lnTo>
                  <a:lnTo>
                    <a:pt x="741417" y="2455019"/>
                  </a:lnTo>
                  <a:close/>
                  <a:moveTo>
                    <a:pt x="771344" y="2351709"/>
                  </a:moveTo>
                  <a:lnTo>
                    <a:pt x="749177" y="2436615"/>
                  </a:lnTo>
                  <a:lnTo>
                    <a:pt x="751235" y="2445085"/>
                  </a:lnTo>
                  <a:close/>
                  <a:moveTo>
                    <a:pt x="751235" y="2445085"/>
                  </a:moveTo>
                  <a:lnTo>
                    <a:pt x="762934" y="2362869"/>
                  </a:lnTo>
                  <a:lnTo>
                    <a:pt x="771344" y="2351709"/>
                  </a:lnTo>
                  <a:close/>
                  <a:moveTo>
                    <a:pt x="724878" y="2324433"/>
                  </a:moveTo>
                  <a:lnTo>
                    <a:pt x="753254" y="2284073"/>
                  </a:lnTo>
                  <a:lnTo>
                    <a:pt x="679247" y="2332783"/>
                  </a:lnTo>
                  <a:close/>
                  <a:moveTo>
                    <a:pt x="547573" y="1995573"/>
                  </a:moveTo>
                  <a:lnTo>
                    <a:pt x="576016" y="2115272"/>
                  </a:lnTo>
                  <a:lnTo>
                    <a:pt x="614027" y="2042187"/>
                  </a:lnTo>
                  <a:close/>
                  <a:moveTo>
                    <a:pt x="472291" y="2006117"/>
                  </a:moveTo>
                  <a:lnTo>
                    <a:pt x="430129" y="1913666"/>
                  </a:lnTo>
                  <a:lnTo>
                    <a:pt x="421343" y="1951794"/>
                  </a:lnTo>
                  <a:close/>
                  <a:moveTo>
                    <a:pt x="430750" y="1914261"/>
                  </a:moveTo>
                  <a:lnTo>
                    <a:pt x="430129" y="1913666"/>
                  </a:lnTo>
                  <a:lnTo>
                    <a:pt x="472291" y="2006117"/>
                  </a:lnTo>
                  <a:close/>
                  <a:moveTo>
                    <a:pt x="522328" y="1977995"/>
                  </a:moveTo>
                  <a:lnTo>
                    <a:pt x="430750" y="1914261"/>
                  </a:lnTo>
                  <a:lnTo>
                    <a:pt x="472291" y="2006117"/>
                  </a:lnTo>
                  <a:close/>
                  <a:moveTo>
                    <a:pt x="421343" y="1951794"/>
                  </a:moveTo>
                  <a:lnTo>
                    <a:pt x="430129" y="1913666"/>
                  </a:lnTo>
                  <a:lnTo>
                    <a:pt x="375019" y="1858377"/>
                  </a:lnTo>
                  <a:close/>
                  <a:moveTo>
                    <a:pt x="919343" y="2519550"/>
                  </a:moveTo>
                  <a:lnTo>
                    <a:pt x="967573" y="2580432"/>
                  </a:lnTo>
                  <a:lnTo>
                    <a:pt x="860238" y="2507009"/>
                  </a:lnTo>
                  <a:close/>
                  <a:moveTo>
                    <a:pt x="430750" y="1914261"/>
                  </a:moveTo>
                  <a:lnTo>
                    <a:pt x="522328" y="1977995"/>
                  </a:lnTo>
                  <a:lnTo>
                    <a:pt x="562186" y="1911816"/>
                  </a:lnTo>
                  <a:close/>
                  <a:moveTo>
                    <a:pt x="621301" y="1854183"/>
                  </a:moveTo>
                  <a:lnTo>
                    <a:pt x="601149" y="1795722"/>
                  </a:lnTo>
                  <a:lnTo>
                    <a:pt x="601894" y="1792706"/>
                  </a:lnTo>
                  <a:close/>
                  <a:moveTo>
                    <a:pt x="616369" y="1754269"/>
                  </a:moveTo>
                  <a:lnTo>
                    <a:pt x="621301" y="1854183"/>
                  </a:lnTo>
                  <a:lnTo>
                    <a:pt x="601894" y="1792706"/>
                  </a:lnTo>
                  <a:close/>
                  <a:moveTo>
                    <a:pt x="601894" y="1792706"/>
                  </a:moveTo>
                  <a:lnTo>
                    <a:pt x="554222" y="1710491"/>
                  </a:lnTo>
                  <a:lnTo>
                    <a:pt x="616369" y="1754269"/>
                  </a:lnTo>
                  <a:close/>
                  <a:moveTo>
                    <a:pt x="1337411" y="2429246"/>
                  </a:moveTo>
                  <a:lnTo>
                    <a:pt x="1281881" y="2436830"/>
                  </a:lnTo>
                  <a:lnTo>
                    <a:pt x="1416491" y="2446254"/>
                  </a:lnTo>
                  <a:close/>
                  <a:moveTo>
                    <a:pt x="1037004" y="1984025"/>
                  </a:moveTo>
                  <a:lnTo>
                    <a:pt x="1035902" y="1962478"/>
                  </a:lnTo>
                  <a:lnTo>
                    <a:pt x="1039950" y="2044693"/>
                  </a:lnTo>
                  <a:close/>
                  <a:moveTo>
                    <a:pt x="1495183" y="2354363"/>
                  </a:moveTo>
                  <a:lnTo>
                    <a:pt x="1464445" y="2279260"/>
                  </a:lnTo>
                  <a:lnTo>
                    <a:pt x="1462552" y="2335117"/>
                  </a:lnTo>
                  <a:close/>
                  <a:moveTo>
                    <a:pt x="1464445" y="2279260"/>
                  </a:moveTo>
                  <a:lnTo>
                    <a:pt x="1458220" y="2252902"/>
                  </a:lnTo>
                  <a:lnTo>
                    <a:pt x="1462552" y="2335117"/>
                  </a:lnTo>
                  <a:close/>
                  <a:moveTo>
                    <a:pt x="1401428" y="2174733"/>
                  </a:moveTo>
                  <a:lnTo>
                    <a:pt x="1383421" y="2184447"/>
                  </a:lnTo>
                  <a:lnTo>
                    <a:pt x="1397034" y="2170687"/>
                  </a:lnTo>
                  <a:close/>
                  <a:moveTo>
                    <a:pt x="1025609" y="1932696"/>
                  </a:moveTo>
                  <a:lnTo>
                    <a:pt x="1039950" y="2044693"/>
                  </a:lnTo>
                  <a:lnTo>
                    <a:pt x="1035902" y="1962478"/>
                  </a:lnTo>
                  <a:close/>
                  <a:moveTo>
                    <a:pt x="1333917" y="2064009"/>
                  </a:moveTo>
                  <a:lnTo>
                    <a:pt x="1352081" y="2149334"/>
                  </a:lnTo>
                  <a:lnTo>
                    <a:pt x="1383073" y="2084637"/>
                  </a:lnTo>
                  <a:close/>
                  <a:moveTo>
                    <a:pt x="1383073" y="2084637"/>
                  </a:moveTo>
                  <a:lnTo>
                    <a:pt x="1400417" y="1967821"/>
                  </a:lnTo>
                  <a:lnTo>
                    <a:pt x="1308721" y="1984400"/>
                  </a:lnTo>
                  <a:close/>
                  <a:moveTo>
                    <a:pt x="1494945" y="1954187"/>
                  </a:moveTo>
                  <a:lnTo>
                    <a:pt x="1403931" y="1968889"/>
                  </a:lnTo>
                  <a:lnTo>
                    <a:pt x="1484907" y="1992987"/>
                  </a:lnTo>
                  <a:close/>
                  <a:moveTo>
                    <a:pt x="1494945" y="1954187"/>
                  </a:moveTo>
                  <a:lnTo>
                    <a:pt x="1405204" y="1966554"/>
                  </a:lnTo>
                  <a:lnTo>
                    <a:pt x="1403931" y="1968889"/>
                  </a:lnTo>
                  <a:close/>
                  <a:moveTo>
                    <a:pt x="1459367" y="1847169"/>
                  </a:moveTo>
                  <a:lnTo>
                    <a:pt x="1433563" y="1864478"/>
                  </a:lnTo>
                  <a:lnTo>
                    <a:pt x="1490658" y="1857581"/>
                  </a:lnTo>
                  <a:close/>
                  <a:moveTo>
                    <a:pt x="1490658" y="1857581"/>
                  </a:moveTo>
                  <a:lnTo>
                    <a:pt x="1433563" y="1864478"/>
                  </a:lnTo>
                  <a:lnTo>
                    <a:pt x="1405204" y="1966554"/>
                  </a:lnTo>
                  <a:close/>
                  <a:moveTo>
                    <a:pt x="162090" y="285082"/>
                  </a:moveTo>
                  <a:lnTo>
                    <a:pt x="114237" y="323518"/>
                  </a:lnTo>
                  <a:lnTo>
                    <a:pt x="172611" y="367297"/>
                  </a:lnTo>
                  <a:close/>
                  <a:moveTo>
                    <a:pt x="63182" y="241304"/>
                  </a:moveTo>
                  <a:lnTo>
                    <a:pt x="114237" y="323518"/>
                  </a:lnTo>
                  <a:lnTo>
                    <a:pt x="162090" y="285082"/>
                  </a:lnTo>
                  <a:close/>
                  <a:moveTo>
                    <a:pt x="63182" y="241304"/>
                  </a:moveTo>
                  <a:lnTo>
                    <a:pt x="162090" y="285082"/>
                  </a:lnTo>
                  <a:lnTo>
                    <a:pt x="115484" y="202867"/>
                  </a:lnTo>
                  <a:close/>
                  <a:moveTo>
                    <a:pt x="1969029" y="2411687"/>
                  </a:moveTo>
                  <a:lnTo>
                    <a:pt x="1913783" y="2396009"/>
                  </a:lnTo>
                  <a:lnTo>
                    <a:pt x="1958819" y="2504890"/>
                  </a:lnTo>
                  <a:close/>
                  <a:moveTo>
                    <a:pt x="1969029" y="2411687"/>
                  </a:moveTo>
                  <a:lnTo>
                    <a:pt x="1965312" y="2459310"/>
                  </a:lnTo>
                  <a:lnTo>
                    <a:pt x="2089225" y="2428739"/>
                  </a:lnTo>
                  <a:close/>
                  <a:moveTo>
                    <a:pt x="1737253" y="1978471"/>
                  </a:moveTo>
                  <a:lnTo>
                    <a:pt x="1710470" y="1973163"/>
                  </a:lnTo>
                  <a:lnTo>
                    <a:pt x="1675456" y="1996358"/>
                  </a:lnTo>
                  <a:close/>
                  <a:moveTo>
                    <a:pt x="1477369" y="1907885"/>
                  </a:moveTo>
                  <a:lnTo>
                    <a:pt x="1433563" y="1864478"/>
                  </a:lnTo>
                  <a:lnTo>
                    <a:pt x="1459367" y="1847169"/>
                  </a:lnTo>
                  <a:close/>
                  <a:moveTo>
                    <a:pt x="1494358" y="1726517"/>
                  </a:moveTo>
                  <a:lnTo>
                    <a:pt x="1472804" y="1764954"/>
                  </a:lnTo>
                  <a:lnTo>
                    <a:pt x="1517642" y="1684974"/>
                  </a:lnTo>
                  <a:close/>
                  <a:moveTo>
                    <a:pt x="206769" y="272503"/>
                  </a:moveTo>
                  <a:lnTo>
                    <a:pt x="226224" y="367297"/>
                  </a:lnTo>
                  <a:lnTo>
                    <a:pt x="218017" y="285082"/>
                  </a:lnTo>
                  <a:close/>
                  <a:moveTo>
                    <a:pt x="171137" y="101287"/>
                  </a:moveTo>
                  <a:lnTo>
                    <a:pt x="115484" y="202867"/>
                  </a:lnTo>
                  <a:lnTo>
                    <a:pt x="183146" y="191615"/>
                  </a:lnTo>
                  <a:close/>
                  <a:moveTo>
                    <a:pt x="171137" y="101287"/>
                  </a:moveTo>
                  <a:lnTo>
                    <a:pt x="183146" y="191615"/>
                  </a:lnTo>
                  <a:lnTo>
                    <a:pt x="211285" y="202867"/>
                  </a:lnTo>
                  <a:close/>
                  <a:moveTo>
                    <a:pt x="166500" y="4964"/>
                  </a:moveTo>
                  <a:lnTo>
                    <a:pt x="145296" y="0"/>
                  </a:lnTo>
                  <a:lnTo>
                    <a:pt x="153585" y="82215"/>
                  </a:lnTo>
                  <a:close/>
                  <a:moveTo>
                    <a:pt x="2174558" y="2365780"/>
                  </a:moveTo>
                  <a:lnTo>
                    <a:pt x="2108417" y="2358959"/>
                  </a:lnTo>
                  <a:lnTo>
                    <a:pt x="2089225" y="2428739"/>
                  </a:lnTo>
                  <a:close/>
                  <a:moveTo>
                    <a:pt x="2173861" y="2266254"/>
                  </a:moveTo>
                  <a:lnTo>
                    <a:pt x="2108417" y="2358959"/>
                  </a:lnTo>
                  <a:lnTo>
                    <a:pt x="2174558" y="2365780"/>
                  </a:lnTo>
                  <a:close/>
                  <a:moveTo>
                    <a:pt x="1473203" y="1523651"/>
                  </a:moveTo>
                  <a:lnTo>
                    <a:pt x="1490716" y="1584301"/>
                  </a:lnTo>
                  <a:lnTo>
                    <a:pt x="1475876" y="1562087"/>
                  </a:lnTo>
                  <a:close/>
                  <a:moveTo>
                    <a:pt x="1470915" y="1612854"/>
                  </a:moveTo>
                  <a:lnTo>
                    <a:pt x="1490716" y="1584301"/>
                  </a:lnTo>
                  <a:lnTo>
                    <a:pt x="1473203" y="1523651"/>
                  </a:lnTo>
                  <a:close/>
                  <a:moveTo>
                    <a:pt x="1097020" y="1134495"/>
                  </a:moveTo>
                  <a:lnTo>
                    <a:pt x="1156983" y="1172503"/>
                  </a:lnTo>
                  <a:lnTo>
                    <a:pt x="1121810" y="1151011"/>
                  </a:lnTo>
                  <a:close/>
                  <a:moveTo>
                    <a:pt x="1097020" y="1134495"/>
                  </a:moveTo>
                  <a:lnTo>
                    <a:pt x="1070749" y="1055762"/>
                  </a:lnTo>
                  <a:lnTo>
                    <a:pt x="1032904" y="1126029"/>
                  </a:lnTo>
                  <a:close/>
                  <a:moveTo>
                    <a:pt x="1070749" y="1055762"/>
                  </a:moveTo>
                  <a:lnTo>
                    <a:pt x="1121810" y="1151011"/>
                  </a:lnTo>
                  <a:lnTo>
                    <a:pt x="1108224" y="1068796"/>
                  </a:lnTo>
                  <a:close/>
                  <a:moveTo>
                    <a:pt x="1070749" y="1055762"/>
                  </a:moveTo>
                  <a:lnTo>
                    <a:pt x="1097020" y="1134495"/>
                  </a:lnTo>
                  <a:lnTo>
                    <a:pt x="1121810" y="1151011"/>
                  </a:lnTo>
                  <a:close/>
                  <a:moveTo>
                    <a:pt x="1070749" y="1055762"/>
                  </a:moveTo>
                  <a:lnTo>
                    <a:pt x="1108224" y="1068796"/>
                  </a:lnTo>
                  <a:lnTo>
                    <a:pt x="1085544" y="968860"/>
                  </a:lnTo>
                  <a:close/>
                  <a:moveTo>
                    <a:pt x="1085544" y="968860"/>
                  </a:moveTo>
                  <a:lnTo>
                    <a:pt x="1127103" y="1060787"/>
                  </a:lnTo>
                  <a:lnTo>
                    <a:pt x="1157179" y="958034"/>
                  </a:lnTo>
                  <a:close/>
                  <a:moveTo>
                    <a:pt x="1762533" y="1770296"/>
                  </a:moveTo>
                  <a:lnTo>
                    <a:pt x="1786709" y="1703251"/>
                  </a:lnTo>
                  <a:lnTo>
                    <a:pt x="1764366" y="1756245"/>
                  </a:lnTo>
                  <a:close/>
                  <a:moveTo>
                    <a:pt x="1809420" y="1649645"/>
                  </a:moveTo>
                  <a:lnTo>
                    <a:pt x="1786709" y="1703251"/>
                  </a:lnTo>
                  <a:lnTo>
                    <a:pt x="1762533" y="1770296"/>
                  </a:lnTo>
                  <a:close/>
                  <a:moveTo>
                    <a:pt x="1613146" y="1332984"/>
                  </a:moveTo>
                  <a:lnTo>
                    <a:pt x="1536144" y="1323745"/>
                  </a:lnTo>
                  <a:lnTo>
                    <a:pt x="1570678" y="1389407"/>
                  </a:lnTo>
                  <a:close/>
                  <a:moveTo>
                    <a:pt x="1162125" y="941974"/>
                  </a:moveTo>
                  <a:lnTo>
                    <a:pt x="1102236" y="930071"/>
                  </a:lnTo>
                  <a:lnTo>
                    <a:pt x="1085544" y="968860"/>
                  </a:lnTo>
                  <a:close/>
                  <a:moveTo>
                    <a:pt x="1102236" y="930071"/>
                  </a:moveTo>
                  <a:lnTo>
                    <a:pt x="1162125" y="941974"/>
                  </a:lnTo>
                  <a:lnTo>
                    <a:pt x="1148716" y="852782"/>
                  </a:lnTo>
                  <a:close/>
                  <a:moveTo>
                    <a:pt x="1102236" y="930071"/>
                  </a:moveTo>
                  <a:lnTo>
                    <a:pt x="1148716" y="852782"/>
                  </a:lnTo>
                  <a:lnTo>
                    <a:pt x="1071953" y="854598"/>
                  </a:lnTo>
                  <a:close/>
                  <a:moveTo>
                    <a:pt x="1613146" y="1332984"/>
                  </a:moveTo>
                  <a:lnTo>
                    <a:pt x="1631004" y="1303612"/>
                  </a:lnTo>
                  <a:lnTo>
                    <a:pt x="1536144" y="1323745"/>
                  </a:lnTo>
                  <a:close/>
                  <a:moveTo>
                    <a:pt x="1536144" y="1323745"/>
                  </a:moveTo>
                  <a:lnTo>
                    <a:pt x="1631004" y="1303612"/>
                  </a:lnTo>
                  <a:lnTo>
                    <a:pt x="1536813" y="131959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36" name="Candidate_density__2035">
              <a:extLst>
                <a:ext uri="{FF2B5EF4-FFF2-40B4-BE49-F238E27FC236}">
                  <a16:creationId xmlns:a16="http://schemas.microsoft.com/office/drawing/2014/main" id="{D7AB1609-5AF2-0EC9-AC2E-860BE62487AA}"/>
                </a:ext>
              </a:extLst>
            </p:cNvPr>
            <p:cNvSpPr>
              <a:spLocks noGrp="1"/>
            </p:cNvSpPr>
            <p:nvPr/>
          </p:nvSpPr>
          <p:spPr>
            <a:xfrm>
              <a:off x="4457727" y="2110815"/>
              <a:ext cx="2006084" cy="3102050"/>
            </a:xfrm>
            <a:custGeom>
              <a:avLst/>
              <a:gdLst/>
              <a:ahLst/>
              <a:cxnLst/>
              <a:rect l="0" t="0" r="0" b="0"/>
              <a:pathLst>
                <a:path w="2006084" h="3102050">
                  <a:moveTo>
                    <a:pt x="0" y="2484569"/>
                  </a:moveTo>
                  <a:lnTo>
                    <a:pt x="55003" y="2475015"/>
                  </a:lnTo>
                  <a:lnTo>
                    <a:pt x="46197" y="2477423"/>
                  </a:lnTo>
                  <a:close/>
                  <a:moveTo>
                    <a:pt x="103927" y="2379274"/>
                  </a:moveTo>
                  <a:lnTo>
                    <a:pt x="46197" y="2477423"/>
                  </a:lnTo>
                  <a:lnTo>
                    <a:pt x="85879" y="2438987"/>
                  </a:lnTo>
                  <a:close/>
                  <a:moveTo>
                    <a:pt x="45870" y="2298985"/>
                  </a:moveTo>
                  <a:lnTo>
                    <a:pt x="104269" y="2356772"/>
                  </a:lnTo>
                  <a:lnTo>
                    <a:pt x="91362" y="2332296"/>
                  </a:lnTo>
                  <a:close/>
                  <a:moveTo>
                    <a:pt x="61185" y="2274557"/>
                  </a:moveTo>
                  <a:lnTo>
                    <a:pt x="45870" y="2298985"/>
                  </a:lnTo>
                  <a:lnTo>
                    <a:pt x="91362" y="2332296"/>
                  </a:lnTo>
                  <a:close/>
                  <a:moveTo>
                    <a:pt x="461354" y="2564981"/>
                  </a:moveTo>
                  <a:lnTo>
                    <a:pt x="546518" y="2489013"/>
                  </a:lnTo>
                  <a:lnTo>
                    <a:pt x="436670" y="2463326"/>
                  </a:lnTo>
                  <a:close/>
                  <a:moveTo>
                    <a:pt x="436670" y="2463326"/>
                  </a:moveTo>
                  <a:lnTo>
                    <a:pt x="546518" y="2489013"/>
                  </a:lnTo>
                  <a:lnTo>
                    <a:pt x="512498" y="2462271"/>
                  </a:lnTo>
                  <a:close/>
                  <a:moveTo>
                    <a:pt x="436670" y="2463326"/>
                  </a:moveTo>
                  <a:lnTo>
                    <a:pt x="512498" y="2462271"/>
                  </a:lnTo>
                  <a:lnTo>
                    <a:pt x="419076" y="2377537"/>
                  </a:lnTo>
                  <a:close/>
                  <a:moveTo>
                    <a:pt x="257872" y="2287317"/>
                  </a:moveTo>
                  <a:lnTo>
                    <a:pt x="309846" y="2205563"/>
                  </a:lnTo>
                  <a:lnTo>
                    <a:pt x="224645" y="2214238"/>
                  </a:lnTo>
                  <a:close/>
                  <a:moveTo>
                    <a:pt x="1017636" y="2994616"/>
                  </a:moveTo>
                  <a:lnTo>
                    <a:pt x="998250" y="3063333"/>
                  </a:lnTo>
                  <a:lnTo>
                    <a:pt x="1105109" y="2981398"/>
                  </a:lnTo>
                  <a:close/>
                  <a:moveTo>
                    <a:pt x="1105109" y="2981398"/>
                  </a:moveTo>
                  <a:lnTo>
                    <a:pt x="1068261" y="3102050"/>
                  </a:lnTo>
                  <a:lnTo>
                    <a:pt x="1110413" y="2988834"/>
                  </a:lnTo>
                  <a:close/>
                  <a:moveTo>
                    <a:pt x="1110413" y="2988834"/>
                  </a:moveTo>
                  <a:lnTo>
                    <a:pt x="1068261" y="3102050"/>
                  </a:lnTo>
                  <a:lnTo>
                    <a:pt x="1105586" y="3083799"/>
                  </a:lnTo>
                  <a:close/>
                  <a:moveTo>
                    <a:pt x="1105586" y="3083799"/>
                  </a:moveTo>
                  <a:lnTo>
                    <a:pt x="1146699" y="3063613"/>
                  </a:lnTo>
                  <a:lnTo>
                    <a:pt x="1110413" y="2988834"/>
                  </a:lnTo>
                  <a:close/>
                  <a:moveTo>
                    <a:pt x="1105109" y="2981398"/>
                  </a:moveTo>
                  <a:lnTo>
                    <a:pt x="1106976" y="2975982"/>
                  </a:lnTo>
                  <a:lnTo>
                    <a:pt x="1017636" y="2994616"/>
                  </a:lnTo>
                  <a:close/>
                  <a:moveTo>
                    <a:pt x="1017636" y="2994616"/>
                  </a:moveTo>
                  <a:lnTo>
                    <a:pt x="1106976" y="2975982"/>
                  </a:lnTo>
                  <a:lnTo>
                    <a:pt x="1076068" y="2907611"/>
                  </a:lnTo>
                  <a:close/>
                  <a:moveTo>
                    <a:pt x="1076068" y="2907611"/>
                  </a:moveTo>
                  <a:lnTo>
                    <a:pt x="1106976" y="2975982"/>
                  </a:lnTo>
                  <a:lnTo>
                    <a:pt x="1170977" y="2936612"/>
                  </a:lnTo>
                  <a:close/>
                  <a:moveTo>
                    <a:pt x="360161" y="2197684"/>
                  </a:moveTo>
                  <a:lnTo>
                    <a:pt x="302389" y="2111533"/>
                  </a:lnTo>
                  <a:lnTo>
                    <a:pt x="305150" y="2143892"/>
                  </a:lnTo>
                  <a:close/>
                  <a:moveTo>
                    <a:pt x="445345" y="2077032"/>
                  </a:moveTo>
                  <a:lnTo>
                    <a:pt x="452354" y="1994817"/>
                  </a:lnTo>
                  <a:lnTo>
                    <a:pt x="416442" y="2079402"/>
                  </a:lnTo>
                  <a:close/>
                  <a:moveTo>
                    <a:pt x="416442" y="2079402"/>
                  </a:moveTo>
                  <a:lnTo>
                    <a:pt x="419954" y="2079268"/>
                  </a:lnTo>
                  <a:lnTo>
                    <a:pt x="445345" y="2077032"/>
                  </a:lnTo>
                  <a:close/>
                  <a:moveTo>
                    <a:pt x="317917" y="1912602"/>
                  </a:moveTo>
                  <a:lnTo>
                    <a:pt x="383536" y="2006062"/>
                  </a:lnTo>
                  <a:lnTo>
                    <a:pt x="392789" y="1977702"/>
                  </a:lnTo>
                  <a:close/>
                  <a:moveTo>
                    <a:pt x="1170977" y="2936612"/>
                  </a:moveTo>
                  <a:lnTo>
                    <a:pt x="1210188" y="2959259"/>
                  </a:lnTo>
                  <a:lnTo>
                    <a:pt x="1238786" y="2911483"/>
                  </a:lnTo>
                  <a:close/>
                  <a:moveTo>
                    <a:pt x="1238786" y="2911483"/>
                  </a:moveTo>
                  <a:lnTo>
                    <a:pt x="1210188" y="2959259"/>
                  </a:lnTo>
                  <a:lnTo>
                    <a:pt x="1276817" y="2860747"/>
                  </a:lnTo>
                  <a:close/>
                  <a:moveTo>
                    <a:pt x="392789" y="1977702"/>
                  </a:moveTo>
                  <a:lnTo>
                    <a:pt x="452354" y="1994817"/>
                  </a:lnTo>
                  <a:lnTo>
                    <a:pt x="436831" y="1927168"/>
                  </a:lnTo>
                  <a:close/>
                  <a:moveTo>
                    <a:pt x="436831" y="1927168"/>
                  </a:moveTo>
                  <a:lnTo>
                    <a:pt x="452354" y="1994817"/>
                  </a:lnTo>
                  <a:lnTo>
                    <a:pt x="491030" y="1879170"/>
                  </a:lnTo>
                  <a:close/>
                  <a:moveTo>
                    <a:pt x="398786" y="1874166"/>
                  </a:moveTo>
                  <a:lnTo>
                    <a:pt x="392789" y="1977702"/>
                  </a:lnTo>
                  <a:lnTo>
                    <a:pt x="436831" y="1927168"/>
                  </a:lnTo>
                  <a:close/>
                  <a:moveTo>
                    <a:pt x="398786" y="1874166"/>
                  </a:moveTo>
                  <a:lnTo>
                    <a:pt x="317917" y="1912602"/>
                  </a:lnTo>
                  <a:lnTo>
                    <a:pt x="392789" y="1977702"/>
                  </a:lnTo>
                  <a:close/>
                  <a:moveTo>
                    <a:pt x="307853" y="1830387"/>
                  </a:moveTo>
                  <a:lnTo>
                    <a:pt x="405053" y="1808352"/>
                  </a:lnTo>
                  <a:lnTo>
                    <a:pt x="395160" y="1796427"/>
                  </a:lnTo>
                  <a:close/>
                  <a:moveTo>
                    <a:pt x="405053" y="1808352"/>
                  </a:moveTo>
                  <a:lnTo>
                    <a:pt x="483611" y="1874166"/>
                  </a:lnTo>
                  <a:lnTo>
                    <a:pt x="395160" y="1796427"/>
                  </a:lnTo>
                  <a:close/>
                  <a:moveTo>
                    <a:pt x="1276817" y="2860747"/>
                  </a:moveTo>
                  <a:lnTo>
                    <a:pt x="1280511" y="2942962"/>
                  </a:lnTo>
                  <a:lnTo>
                    <a:pt x="1341850" y="2904525"/>
                  </a:lnTo>
                  <a:close/>
                  <a:moveTo>
                    <a:pt x="1276817" y="2860747"/>
                  </a:moveTo>
                  <a:lnTo>
                    <a:pt x="1341850" y="2904525"/>
                  </a:lnTo>
                  <a:lnTo>
                    <a:pt x="1297121" y="2822310"/>
                  </a:lnTo>
                  <a:close/>
                  <a:moveTo>
                    <a:pt x="437218" y="1862327"/>
                  </a:moveTo>
                  <a:lnTo>
                    <a:pt x="436831" y="1927168"/>
                  </a:lnTo>
                  <a:lnTo>
                    <a:pt x="483611" y="1874166"/>
                  </a:lnTo>
                  <a:close/>
                  <a:moveTo>
                    <a:pt x="483611" y="1874166"/>
                  </a:moveTo>
                  <a:lnTo>
                    <a:pt x="405053" y="1808352"/>
                  </a:lnTo>
                  <a:lnTo>
                    <a:pt x="437218" y="1862327"/>
                  </a:lnTo>
                  <a:close/>
                  <a:moveTo>
                    <a:pt x="544829" y="1835729"/>
                  </a:moveTo>
                  <a:lnTo>
                    <a:pt x="515165" y="1874166"/>
                  </a:lnTo>
                  <a:lnTo>
                    <a:pt x="566710" y="1917944"/>
                  </a:lnTo>
                  <a:close/>
                  <a:moveTo>
                    <a:pt x="544829" y="1835729"/>
                  </a:moveTo>
                  <a:lnTo>
                    <a:pt x="580353" y="1753514"/>
                  </a:lnTo>
                  <a:lnTo>
                    <a:pt x="515165" y="1874166"/>
                  </a:lnTo>
                  <a:close/>
                  <a:moveTo>
                    <a:pt x="580353" y="1753514"/>
                  </a:moveTo>
                  <a:lnTo>
                    <a:pt x="652813" y="1746965"/>
                  </a:lnTo>
                  <a:lnTo>
                    <a:pt x="604176" y="1747685"/>
                  </a:lnTo>
                  <a:close/>
                  <a:moveTo>
                    <a:pt x="604176" y="1747685"/>
                  </a:moveTo>
                  <a:lnTo>
                    <a:pt x="652813" y="1746965"/>
                  </a:lnTo>
                  <a:lnTo>
                    <a:pt x="726389" y="1743398"/>
                  </a:lnTo>
                  <a:close/>
                  <a:moveTo>
                    <a:pt x="699893" y="1769961"/>
                  </a:moveTo>
                  <a:lnTo>
                    <a:pt x="726389" y="1743398"/>
                  </a:lnTo>
                  <a:lnTo>
                    <a:pt x="652813" y="1746965"/>
                  </a:lnTo>
                  <a:close/>
                  <a:moveTo>
                    <a:pt x="699893" y="1769961"/>
                  </a:moveTo>
                  <a:lnTo>
                    <a:pt x="778045" y="1767017"/>
                  </a:lnTo>
                  <a:lnTo>
                    <a:pt x="726389" y="1743398"/>
                  </a:lnTo>
                  <a:close/>
                  <a:moveTo>
                    <a:pt x="1794413" y="2583036"/>
                  </a:moveTo>
                  <a:lnTo>
                    <a:pt x="1796613" y="2585282"/>
                  </a:lnTo>
                  <a:lnTo>
                    <a:pt x="1869139" y="2583765"/>
                  </a:lnTo>
                  <a:close/>
                  <a:moveTo>
                    <a:pt x="1231231" y="1655476"/>
                  </a:moveTo>
                  <a:lnTo>
                    <a:pt x="1220887" y="1649363"/>
                  </a:lnTo>
                  <a:lnTo>
                    <a:pt x="1270693" y="1725762"/>
                  </a:lnTo>
                  <a:close/>
                  <a:moveTo>
                    <a:pt x="1221860" y="1643547"/>
                  </a:moveTo>
                  <a:lnTo>
                    <a:pt x="1220887" y="1649363"/>
                  </a:lnTo>
                  <a:lnTo>
                    <a:pt x="1231231" y="1655476"/>
                  </a:lnTo>
                  <a:close/>
                  <a:moveTo>
                    <a:pt x="1220294" y="1614583"/>
                  </a:moveTo>
                  <a:lnTo>
                    <a:pt x="1220887" y="1649363"/>
                  </a:lnTo>
                  <a:lnTo>
                    <a:pt x="1221860" y="1643547"/>
                  </a:lnTo>
                  <a:close/>
                  <a:moveTo>
                    <a:pt x="1164453" y="1495058"/>
                  </a:moveTo>
                  <a:lnTo>
                    <a:pt x="1221770" y="1561332"/>
                  </a:lnTo>
                  <a:lnTo>
                    <a:pt x="1198546" y="1533273"/>
                  </a:lnTo>
                  <a:close/>
                  <a:moveTo>
                    <a:pt x="1165851" y="1479116"/>
                  </a:moveTo>
                  <a:lnTo>
                    <a:pt x="1164453" y="1495058"/>
                  </a:lnTo>
                  <a:lnTo>
                    <a:pt x="1198546" y="1533273"/>
                  </a:lnTo>
                  <a:close/>
                  <a:moveTo>
                    <a:pt x="1175821" y="1448310"/>
                  </a:moveTo>
                  <a:lnTo>
                    <a:pt x="1164453" y="1495058"/>
                  </a:lnTo>
                  <a:lnTo>
                    <a:pt x="1165851" y="1479116"/>
                  </a:lnTo>
                  <a:close/>
                  <a:moveTo>
                    <a:pt x="1847386" y="2072029"/>
                  </a:moveTo>
                  <a:lnTo>
                    <a:pt x="1837055" y="2112534"/>
                  </a:lnTo>
                  <a:lnTo>
                    <a:pt x="1837910" y="2098401"/>
                  </a:lnTo>
                  <a:close/>
                  <a:moveTo>
                    <a:pt x="1571106" y="1875036"/>
                  </a:moveTo>
                  <a:lnTo>
                    <a:pt x="1532101" y="1851756"/>
                  </a:lnTo>
                  <a:lnTo>
                    <a:pt x="1542207" y="1970280"/>
                  </a:lnTo>
                  <a:close/>
                  <a:moveTo>
                    <a:pt x="1220294" y="1614583"/>
                  </a:moveTo>
                  <a:lnTo>
                    <a:pt x="1221860" y="1643547"/>
                  </a:lnTo>
                  <a:lnTo>
                    <a:pt x="1244181" y="1630424"/>
                  </a:lnTo>
                  <a:close/>
                  <a:moveTo>
                    <a:pt x="1220294" y="1614583"/>
                  </a:moveTo>
                  <a:lnTo>
                    <a:pt x="1244181" y="1630424"/>
                  </a:lnTo>
                  <a:lnTo>
                    <a:pt x="1221770" y="1561332"/>
                  </a:lnTo>
                  <a:close/>
                  <a:moveTo>
                    <a:pt x="1230082" y="1435978"/>
                  </a:moveTo>
                  <a:lnTo>
                    <a:pt x="1175821" y="1448310"/>
                  </a:lnTo>
                  <a:lnTo>
                    <a:pt x="1165851" y="1479116"/>
                  </a:lnTo>
                  <a:close/>
                  <a:moveTo>
                    <a:pt x="1234542" y="1358465"/>
                  </a:moveTo>
                  <a:lnTo>
                    <a:pt x="1242561" y="1392058"/>
                  </a:lnTo>
                  <a:lnTo>
                    <a:pt x="1230082" y="1435978"/>
                  </a:lnTo>
                  <a:close/>
                  <a:moveTo>
                    <a:pt x="1230082" y="1435978"/>
                  </a:moveTo>
                  <a:lnTo>
                    <a:pt x="1239121" y="1406320"/>
                  </a:lnTo>
                  <a:lnTo>
                    <a:pt x="1175821" y="1448310"/>
                  </a:lnTo>
                  <a:close/>
                  <a:moveTo>
                    <a:pt x="176256" y="43023"/>
                  </a:moveTo>
                  <a:lnTo>
                    <a:pt x="167629" y="58562"/>
                  </a:lnTo>
                  <a:lnTo>
                    <a:pt x="125461" y="92559"/>
                  </a:lnTo>
                  <a:close/>
                  <a:moveTo>
                    <a:pt x="1837910" y="2098401"/>
                  </a:moveTo>
                  <a:lnTo>
                    <a:pt x="1837055" y="2112534"/>
                  </a:lnTo>
                  <a:lnTo>
                    <a:pt x="1865996" y="2141610"/>
                  </a:lnTo>
                  <a:close/>
                  <a:moveTo>
                    <a:pt x="184260" y="33741"/>
                  </a:moveTo>
                  <a:lnTo>
                    <a:pt x="167629" y="58562"/>
                  </a:lnTo>
                  <a:lnTo>
                    <a:pt x="176256" y="43023"/>
                  </a:lnTo>
                  <a:close/>
                  <a:moveTo>
                    <a:pt x="1234542" y="1358465"/>
                  </a:moveTo>
                  <a:lnTo>
                    <a:pt x="1316663" y="1320028"/>
                  </a:lnTo>
                  <a:lnTo>
                    <a:pt x="1196695" y="1311150"/>
                  </a:lnTo>
                  <a:close/>
                  <a:moveTo>
                    <a:pt x="1158469" y="1194035"/>
                  </a:moveTo>
                  <a:lnTo>
                    <a:pt x="1139029" y="1254950"/>
                  </a:lnTo>
                  <a:lnTo>
                    <a:pt x="1217900" y="1175230"/>
                  </a:lnTo>
                  <a:close/>
                  <a:moveTo>
                    <a:pt x="1217900" y="1175230"/>
                  </a:moveTo>
                  <a:lnTo>
                    <a:pt x="1179534" y="1182521"/>
                  </a:lnTo>
                  <a:lnTo>
                    <a:pt x="1158469" y="1194035"/>
                  </a:lnTo>
                  <a:close/>
                  <a:moveTo>
                    <a:pt x="1145605" y="1073383"/>
                  </a:moveTo>
                  <a:lnTo>
                    <a:pt x="1179534" y="1182521"/>
                  </a:lnTo>
                  <a:lnTo>
                    <a:pt x="1205004" y="1127014"/>
                  </a:lnTo>
                  <a:close/>
                  <a:moveTo>
                    <a:pt x="196691" y="34935"/>
                  </a:moveTo>
                  <a:lnTo>
                    <a:pt x="176256" y="43023"/>
                  </a:lnTo>
                  <a:lnTo>
                    <a:pt x="248754" y="59671"/>
                  </a:lnTo>
                  <a:close/>
                  <a:moveTo>
                    <a:pt x="248754" y="59671"/>
                  </a:moveTo>
                  <a:lnTo>
                    <a:pt x="176256" y="43023"/>
                  </a:lnTo>
                  <a:lnTo>
                    <a:pt x="125461" y="92559"/>
                  </a:lnTo>
                  <a:close/>
                  <a:moveTo>
                    <a:pt x="319713" y="46321"/>
                  </a:moveTo>
                  <a:lnTo>
                    <a:pt x="377761" y="86802"/>
                  </a:lnTo>
                  <a:lnTo>
                    <a:pt x="298289" y="12930"/>
                  </a:lnTo>
                  <a:close/>
                  <a:moveTo>
                    <a:pt x="184260" y="33741"/>
                  </a:moveTo>
                  <a:lnTo>
                    <a:pt x="176256" y="43023"/>
                  </a:lnTo>
                  <a:lnTo>
                    <a:pt x="196691" y="34935"/>
                  </a:lnTo>
                  <a:close/>
                  <a:moveTo>
                    <a:pt x="196691" y="34935"/>
                  </a:moveTo>
                  <a:lnTo>
                    <a:pt x="249765" y="0"/>
                  </a:lnTo>
                  <a:lnTo>
                    <a:pt x="184260" y="33741"/>
                  </a:lnTo>
                  <a:close/>
                  <a:moveTo>
                    <a:pt x="196691" y="34935"/>
                  </a:moveTo>
                  <a:lnTo>
                    <a:pt x="298289" y="12930"/>
                  </a:lnTo>
                  <a:lnTo>
                    <a:pt x="249765" y="0"/>
                  </a:lnTo>
                  <a:close/>
                  <a:moveTo>
                    <a:pt x="298289" y="12930"/>
                  </a:moveTo>
                  <a:lnTo>
                    <a:pt x="196691" y="34935"/>
                  </a:lnTo>
                  <a:lnTo>
                    <a:pt x="319713" y="46321"/>
                  </a:lnTo>
                  <a:close/>
                  <a:moveTo>
                    <a:pt x="196691" y="34935"/>
                  </a:moveTo>
                  <a:lnTo>
                    <a:pt x="248754" y="59671"/>
                  </a:lnTo>
                  <a:lnTo>
                    <a:pt x="319713" y="46321"/>
                  </a:lnTo>
                  <a:close/>
                  <a:moveTo>
                    <a:pt x="1833552" y="1692668"/>
                  </a:moveTo>
                  <a:lnTo>
                    <a:pt x="1812093" y="1813319"/>
                  </a:lnTo>
                  <a:lnTo>
                    <a:pt x="1846191" y="1774883"/>
                  </a:lnTo>
                  <a:close/>
                  <a:moveTo>
                    <a:pt x="1360837" y="1395993"/>
                  </a:moveTo>
                  <a:lnTo>
                    <a:pt x="1427375" y="1302398"/>
                  </a:lnTo>
                  <a:lnTo>
                    <a:pt x="1336025" y="1316072"/>
                  </a:lnTo>
                  <a:close/>
                  <a:moveTo>
                    <a:pt x="1248597" y="1155598"/>
                  </a:moveTo>
                  <a:lnTo>
                    <a:pt x="1303214" y="1142563"/>
                  </a:lnTo>
                  <a:lnTo>
                    <a:pt x="1205004" y="1127014"/>
                  </a:lnTo>
                  <a:close/>
                  <a:moveTo>
                    <a:pt x="1170706" y="889421"/>
                  </a:moveTo>
                  <a:lnTo>
                    <a:pt x="1119859" y="908953"/>
                  </a:lnTo>
                  <a:lnTo>
                    <a:pt x="1199337" y="890623"/>
                  </a:lnTo>
                  <a:close/>
                  <a:moveTo>
                    <a:pt x="1199337" y="890623"/>
                  </a:moveTo>
                  <a:lnTo>
                    <a:pt x="1119859" y="908953"/>
                  </a:lnTo>
                  <a:lnTo>
                    <a:pt x="1088556" y="970294"/>
                  </a:lnTo>
                  <a:close/>
                  <a:moveTo>
                    <a:pt x="1199337" y="890623"/>
                  </a:moveTo>
                  <a:lnTo>
                    <a:pt x="1088556" y="970294"/>
                  </a:lnTo>
                  <a:lnTo>
                    <a:pt x="1133089" y="921591"/>
                  </a:lnTo>
                  <a:close/>
                  <a:moveTo>
                    <a:pt x="1663170" y="1294983"/>
                  </a:moveTo>
                  <a:lnTo>
                    <a:pt x="1615804" y="1333094"/>
                  </a:lnTo>
                  <a:lnTo>
                    <a:pt x="1572204" y="1363807"/>
                  </a:lnTo>
                  <a:close/>
                  <a:moveTo>
                    <a:pt x="1732529" y="1275648"/>
                  </a:moveTo>
                  <a:lnTo>
                    <a:pt x="1615804" y="1333094"/>
                  </a:lnTo>
                  <a:lnTo>
                    <a:pt x="1663170" y="1294983"/>
                  </a:lnTo>
                  <a:close/>
                  <a:moveTo>
                    <a:pt x="1982483" y="1222462"/>
                  </a:moveTo>
                  <a:lnTo>
                    <a:pt x="1920357" y="1248498"/>
                  </a:lnTo>
                  <a:lnTo>
                    <a:pt x="2006084" y="123497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37" name="Candidate_density__2036">
              <a:extLst>
                <a:ext uri="{FF2B5EF4-FFF2-40B4-BE49-F238E27FC236}">
                  <a16:creationId xmlns:a16="http://schemas.microsoft.com/office/drawing/2014/main" id="{3364A5E2-31B8-DCF5-7CFB-5630369709D3}"/>
                </a:ext>
              </a:extLst>
            </p:cNvPr>
            <p:cNvSpPr>
              <a:spLocks noGrp="1"/>
            </p:cNvSpPr>
            <p:nvPr/>
          </p:nvSpPr>
          <p:spPr>
            <a:xfrm>
              <a:off x="4561654" y="2119305"/>
              <a:ext cx="2291669" cy="3172126"/>
            </a:xfrm>
            <a:custGeom>
              <a:avLst/>
              <a:gdLst/>
              <a:ahLst/>
              <a:cxnLst/>
              <a:rect l="0" t="0" r="0" b="0"/>
              <a:pathLst>
                <a:path w="2291669" h="3172126">
                  <a:moveTo>
                    <a:pt x="0" y="2370784"/>
                  </a:moveTo>
                  <a:lnTo>
                    <a:pt x="342" y="2348282"/>
                  </a:lnTo>
                  <a:lnTo>
                    <a:pt x="28453" y="2380850"/>
                  </a:lnTo>
                  <a:close/>
                  <a:moveTo>
                    <a:pt x="290903" y="2594928"/>
                  </a:moveTo>
                  <a:lnTo>
                    <a:pt x="357427" y="2556491"/>
                  </a:lnTo>
                  <a:lnTo>
                    <a:pt x="281935" y="2588919"/>
                  </a:lnTo>
                  <a:close/>
                  <a:moveTo>
                    <a:pt x="357427" y="2556491"/>
                  </a:moveTo>
                  <a:lnTo>
                    <a:pt x="320944" y="2519564"/>
                  </a:lnTo>
                  <a:lnTo>
                    <a:pt x="281935" y="2588919"/>
                  </a:lnTo>
                  <a:close/>
                  <a:moveTo>
                    <a:pt x="921998" y="3158315"/>
                  </a:moveTo>
                  <a:lnTo>
                    <a:pt x="964334" y="3093560"/>
                  </a:lnTo>
                  <a:lnTo>
                    <a:pt x="953285" y="3114636"/>
                  </a:lnTo>
                  <a:close/>
                  <a:moveTo>
                    <a:pt x="401679" y="2518055"/>
                  </a:moveTo>
                  <a:lnTo>
                    <a:pt x="442591" y="2480523"/>
                  </a:lnTo>
                  <a:lnTo>
                    <a:pt x="357427" y="2556491"/>
                  </a:lnTo>
                  <a:close/>
                  <a:moveTo>
                    <a:pt x="357427" y="2556491"/>
                  </a:moveTo>
                  <a:lnTo>
                    <a:pt x="332743" y="2454836"/>
                  </a:lnTo>
                  <a:lnTo>
                    <a:pt x="320944" y="2519564"/>
                  </a:lnTo>
                  <a:close/>
                  <a:moveTo>
                    <a:pt x="524610" y="2520128"/>
                  </a:moveTo>
                  <a:lnTo>
                    <a:pt x="484091" y="2435839"/>
                  </a:lnTo>
                  <a:lnTo>
                    <a:pt x="408571" y="2453781"/>
                  </a:lnTo>
                  <a:close/>
                  <a:moveTo>
                    <a:pt x="408571" y="2453781"/>
                  </a:moveTo>
                  <a:lnTo>
                    <a:pt x="442591" y="2480523"/>
                  </a:lnTo>
                  <a:lnTo>
                    <a:pt x="524610" y="2520128"/>
                  </a:lnTo>
                  <a:close/>
                  <a:moveTo>
                    <a:pt x="332743" y="2454836"/>
                  </a:moveTo>
                  <a:lnTo>
                    <a:pt x="290945" y="2435839"/>
                  </a:lnTo>
                  <a:lnTo>
                    <a:pt x="320944" y="2519564"/>
                  </a:lnTo>
                  <a:close/>
                  <a:moveTo>
                    <a:pt x="315149" y="2369047"/>
                  </a:moveTo>
                  <a:lnTo>
                    <a:pt x="408571" y="2453781"/>
                  </a:lnTo>
                  <a:lnTo>
                    <a:pt x="320859" y="2392061"/>
                  </a:lnTo>
                  <a:close/>
                  <a:moveTo>
                    <a:pt x="238656" y="2370643"/>
                  </a:moveTo>
                  <a:lnTo>
                    <a:pt x="332743" y="2454836"/>
                  </a:lnTo>
                  <a:lnTo>
                    <a:pt x="315149" y="2369047"/>
                  </a:lnTo>
                  <a:close/>
                  <a:moveTo>
                    <a:pt x="153945" y="2278827"/>
                  </a:moveTo>
                  <a:lnTo>
                    <a:pt x="215875" y="2289071"/>
                  </a:lnTo>
                  <a:lnTo>
                    <a:pt x="205919" y="2197073"/>
                  </a:lnTo>
                  <a:close/>
                  <a:moveTo>
                    <a:pt x="201223" y="2135402"/>
                  </a:moveTo>
                  <a:lnTo>
                    <a:pt x="205919" y="2197073"/>
                  </a:lnTo>
                  <a:lnTo>
                    <a:pt x="238597" y="2211683"/>
                  </a:lnTo>
                  <a:close/>
                  <a:moveTo>
                    <a:pt x="1001659" y="3075309"/>
                  </a:moveTo>
                  <a:lnTo>
                    <a:pt x="964334" y="3093560"/>
                  </a:lnTo>
                  <a:lnTo>
                    <a:pt x="945228" y="3160687"/>
                  </a:lnTo>
                  <a:close/>
                  <a:moveTo>
                    <a:pt x="1042772" y="3055124"/>
                  </a:moveTo>
                  <a:lnTo>
                    <a:pt x="1001659" y="3075309"/>
                  </a:lnTo>
                  <a:lnTo>
                    <a:pt x="1074754" y="3172126"/>
                  </a:lnTo>
                  <a:close/>
                  <a:moveTo>
                    <a:pt x="894324" y="3054843"/>
                  </a:moveTo>
                  <a:lnTo>
                    <a:pt x="964334" y="3093560"/>
                  </a:lnTo>
                  <a:lnTo>
                    <a:pt x="1001182" y="2972909"/>
                  </a:lnTo>
                  <a:close/>
                  <a:moveTo>
                    <a:pt x="826561" y="3011345"/>
                  </a:moveTo>
                  <a:lnTo>
                    <a:pt x="894324" y="3054843"/>
                  </a:lnTo>
                  <a:lnTo>
                    <a:pt x="913709" y="2986127"/>
                  </a:lnTo>
                  <a:close/>
                  <a:moveTo>
                    <a:pt x="913709" y="2986127"/>
                  </a:moveTo>
                  <a:lnTo>
                    <a:pt x="972142" y="2899122"/>
                  </a:lnTo>
                  <a:lnTo>
                    <a:pt x="906563" y="2891844"/>
                  </a:lnTo>
                  <a:close/>
                  <a:moveTo>
                    <a:pt x="712447" y="2828381"/>
                  </a:moveTo>
                  <a:lnTo>
                    <a:pt x="745240" y="2776103"/>
                  </a:lnTo>
                  <a:lnTo>
                    <a:pt x="675987" y="2795835"/>
                  </a:lnTo>
                  <a:close/>
                  <a:moveTo>
                    <a:pt x="789796" y="2826089"/>
                  </a:moveTo>
                  <a:lnTo>
                    <a:pt x="745240" y="2776103"/>
                  </a:lnTo>
                  <a:lnTo>
                    <a:pt x="712447" y="2828381"/>
                  </a:lnTo>
                  <a:close/>
                  <a:moveTo>
                    <a:pt x="754345" y="2754818"/>
                  </a:moveTo>
                  <a:lnTo>
                    <a:pt x="797273" y="2755445"/>
                  </a:lnTo>
                  <a:lnTo>
                    <a:pt x="770723" y="2726263"/>
                  </a:lnTo>
                  <a:close/>
                  <a:moveTo>
                    <a:pt x="868069" y="2741478"/>
                  </a:moveTo>
                  <a:lnTo>
                    <a:pt x="797273" y="2755445"/>
                  </a:lnTo>
                  <a:lnTo>
                    <a:pt x="747053" y="2764700"/>
                  </a:lnTo>
                  <a:close/>
                  <a:moveTo>
                    <a:pt x="747053" y="2764700"/>
                  </a:moveTo>
                  <a:lnTo>
                    <a:pt x="797273" y="2755445"/>
                  </a:lnTo>
                  <a:lnTo>
                    <a:pt x="754345" y="2754818"/>
                  </a:lnTo>
                  <a:close/>
                  <a:moveTo>
                    <a:pt x="868069" y="2741478"/>
                  </a:moveTo>
                  <a:lnTo>
                    <a:pt x="933806" y="2730104"/>
                  </a:lnTo>
                  <a:lnTo>
                    <a:pt x="895562" y="2726263"/>
                  </a:lnTo>
                  <a:close/>
                  <a:moveTo>
                    <a:pt x="524929" y="2509710"/>
                  </a:moveTo>
                  <a:lnTo>
                    <a:pt x="512537" y="2429851"/>
                  </a:lnTo>
                  <a:lnTo>
                    <a:pt x="484091" y="2435839"/>
                  </a:lnTo>
                  <a:close/>
                  <a:moveTo>
                    <a:pt x="484091" y="2435839"/>
                  </a:moveTo>
                  <a:lnTo>
                    <a:pt x="512537" y="2429851"/>
                  </a:lnTo>
                  <a:lnTo>
                    <a:pt x="412846" y="2369312"/>
                  </a:lnTo>
                  <a:close/>
                  <a:moveTo>
                    <a:pt x="602555" y="2317168"/>
                  </a:moveTo>
                  <a:lnTo>
                    <a:pt x="534007" y="2328448"/>
                  </a:lnTo>
                  <a:lnTo>
                    <a:pt x="512537" y="2429851"/>
                  </a:lnTo>
                  <a:close/>
                  <a:moveTo>
                    <a:pt x="394253" y="2353624"/>
                  </a:moveTo>
                  <a:lnTo>
                    <a:pt x="361864" y="2331069"/>
                  </a:lnTo>
                  <a:lnTo>
                    <a:pt x="334376" y="2253324"/>
                  </a:lnTo>
                  <a:close/>
                  <a:moveTo>
                    <a:pt x="268429" y="2150758"/>
                  </a:moveTo>
                  <a:lnTo>
                    <a:pt x="316028" y="2070778"/>
                  </a:lnTo>
                  <a:lnTo>
                    <a:pt x="256234" y="2189194"/>
                  </a:lnTo>
                  <a:close/>
                  <a:moveTo>
                    <a:pt x="256234" y="2189194"/>
                  </a:moveTo>
                  <a:lnTo>
                    <a:pt x="316028" y="2070778"/>
                  </a:lnTo>
                  <a:lnTo>
                    <a:pt x="198462" y="2103043"/>
                  </a:lnTo>
                  <a:close/>
                  <a:moveTo>
                    <a:pt x="867623" y="2723317"/>
                  </a:moveTo>
                  <a:lnTo>
                    <a:pt x="797273" y="2755445"/>
                  </a:lnTo>
                  <a:lnTo>
                    <a:pt x="868069" y="2741478"/>
                  </a:lnTo>
                  <a:close/>
                  <a:moveTo>
                    <a:pt x="867623" y="2723317"/>
                  </a:moveTo>
                  <a:lnTo>
                    <a:pt x="797150" y="2720018"/>
                  </a:lnTo>
                  <a:lnTo>
                    <a:pt x="797273" y="2755445"/>
                  </a:lnTo>
                  <a:close/>
                  <a:moveTo>
                    <a:pt x="797150" y="2720018"/>
                  </a:moveTo>
                  <a:lnTo>
                    <a:pt x="867623" y="2723317"/>
                  </a:lnTo>
                  <a:lnTo>
                    <a:pt x="842809" y="2643398"/>
                  </a:lnTo>
                  <a:close/>
                  <a:moveTo>
                    <a:pt x="797150" y="2720018"/>
                  </a:moveTo>
                  <a:lnTo>
                    <a:pt x="842809" y="2643398"/>
                  </a:lnTo>
                  <a:lnTo>
                    <a:pt x="784336" y="2630344"/>
                  </a:lnTo>
                  <a:close/>
                  <a:moveTo>
                    <a:pt x="867623" y="2723317"/>
                  </a:moveTo>
                  <a:lnTo>
                    <a:pt x="868069" y="2741478"/>
                  </a:lnTo>
                  <a:lnTo>
                    <a:pt x="895562" y="2726263"/>
                  </a:lnTo>
                  <a:close/>
                  <a:moveTo>
                    <a:pt x="842809" y="2643398"/>
                  </a:moveTo>
                  <a:lnTo>
                    <a:pt x="895562" y="2726263"/>
                  </a:lnTo>
                  <a:lnTo>
                    <a:pt x="847566" y="2644048"/>
                  </a:lnTo>
                  <a:close/>
                  <a:moveTo>
                    <a:pt x="842809" y="2643398"/>
                  </a:moveTo>
                  <a:lnTo>
                    <a:pt x="867623" y="2723317"/>
                  </a:lnTo>
                  <a:lnTo>
                    <a:pt x="895562" y="2726263"/>
                  </a:lnTo>
                  <a:close/>
                  <a:moveTo>
                    <a:pt x="387103" y="1870681"/>
                  </a:moveTo>
                  <a:lnTo>
                    <a:pt x="379684" y="1865676"/>
                  </a:lnTo>
                  <a:lnTo>
                    <a:pt x="332905" y="1918678"/>
                  </a:lnTo>
                  <a:close/>
                  <a:moveTo>
                    <a:pt x="1156455" y="2770042"/>
                  </a:moveTo>
                  <a:lnTo>
                    <a:pt x="1172891" y="2852257"/>
                  </a:lnTo>
                  <a:lnTo>
                    <a:pt x="1193195" y="2813820"/>
                  </a:lnTo>
                  <a:close/>
                  <a:moveTo>
                    <a:pt x="1156455" y="2770042"/>
                  </a:moveTo>
                  <a:lnTo>
                    <a:pt x="1193195" y="2813820"/>
                  </a:lnTo>
                  <a:lnTo>
                    <a:pt x="1166254" y="2731605"/>
                  </a:lnTo>
                  <a:close/>
                  <a:moveTo>
                    <a:pt x="1096112" y="2658744"/>
                  </a:moveTo>
                  <a:lnTo>
                    <a:pt x="1155860" y="2766306"/>
                  </a:lnTo>
                  <a:lnTo>
                    <a:pt x="1166254" y="2731605"/>
                  </a:lnTo>
                  <a:close/>
                  <a:moveTo>
                    <a:pt x="1166254" y="2731605"/>
                  </a:moveTo>
                  <a:lnTo>
                    <a:pt x="1155860" y="2766306"/>
                  </a:lnTo>
                  <a:lnTo>
                    <a:pt x="1156455" y="2770042"/>
                  </a:lnTo>
                  <a:close/>
                  <a:moveTo>
                    <a:pt x="1166254" y="2731605"/>
                  </a:moveTo>
                  <a:lnTo>
                    <a:pt x="1112435" y="2667405"/>
                  </a:lnTo>
                  <a:lnTo>
                    <a:pt x="1096112" y="2658744"/>
                  </a:lnTo>
                  <a:close/>
                  <a:moveTo>
                    <a:pt x="775826" y="2336986"/>
                  </a:moveTo>
                  <a:lnTo>
                    <a:pt x="690990" y="2358967"/>
                  </a:lnTo>
                  <a:lnTo>
                    <a:pt x="807786" y="2411095"/>
                  </a:lnTo>
                  <a:close/>
                  <a:moveTo>
                    <a:pt x="462783" y="1909454"/>
                  </a:moveTo>
                  <a:lnTo>
                    <a:pt x="476788" y="1899314"/>
                  </a:lnTo>
                  <a:lnTo>
                    <a:pt x="503558" y="1936689"/>
                  </a:lnTo>
                  <a:close/>
                  <a:moveTo>
                    <a:pt x="411238" y="1865676"/>
                  </a:moveTo>
                  <a:lnTo>
                    <a:pt x="476788" y="1899314"/>
                  </a:lnTo>
                  <a:lnTo>
                    <a:pt x="462783" y="1909454"/>
                  </a:lnTo>
                  <a:close/>
                  <a:moveTo>
                    <a:pt x="503558" y="1936689"/>
                  </a:moveTo>
                  <a:lnTo>
                    <a:pt x="462609" y="1909760"/>
                  </a:lnTo>
                  <a:lnTo>
                    <a:pt x="462783" y="1909454"/>
                  </a:lnTo>
                  <a:close/>
                  <a:moveTo>
                    <a:pt x="1166254" y="2731605"/>
                  </a:moveTo>
                  <a:lnTo>
                    <a:pt x="1234865" y="2693169"/>
                  </a:lnTo>
                  <a:lnTo>
                    <a:pt x="1112435" y="2667405"/>
                  </a:lnTo>
                  <a:close/>
                  <a:moveTo>
                    <a:pt x="676112" y="2073885"/>
                  </a:moveTo>
                  <a:lnTo>
                    <a:pt x="763511" y="2046721"/>
                  </a:lnTo>
                  <a:lnTo>
                    <a:pt x="650866" y="2056307"/>
                  </a:lnTo>
                  <a:close/>
                  <a:moveTo>
                    <a:pt x="650866" y="2056307"/>
                  </a:moveTo>
                  <a:lnTo>
                    <a:pt x="763511" y="2046721"/>
                  </a:lnTo>
                  <a:lnTo>
                    <a:pt x="756301" y="1956650"/>
                  </a:lnTo>
                  <a:close/>
                  <a:moveTo>
                    <a:pt x="763511" y="2046721"/>
                  </a:moveTo>
                  <a:lnTo>
                    <a:pt x="835354" y="2048906"/>
                  </a:lnTo>
                  <a:lnTo>
                    <a:pt x="756301" y="1956650"/>
                  </a:lnTo>
                  <a:close/>
                  <a:moveTo>
                    <a:pt x="1190456" y="2465253"/>
                  </a:moveTo>
                  <a:lnTo>
                    <a:pt x="1251851" y="2479596"/>
                  </a:lnTo>
                  <a:lnTo>
                    <a:pt x="1280870" y="2490303"/>
                  </a:lnTo>
                  <a:close/>
                  <a:moveTo>
                    <a:pt x="997214" y="2079227"/>
                  </a:moveTo>
                  <a:lnTo>
                    <a:pt x="1015857" y="2162937"/>
                  </a:lnTo>
                  <a:lnTo>
                    <a:pt x="1008621" y="2127515"/>
                  </a:lnTo>
                  <a:close/>
                  <a:moveTo>
                    <a:pt x="838289" y="1946429"/>
                  </a:moveTo>
                  <a:lnTo>
                    <a:pt x="756301" y="1956650"/>
                  </a:lnTo>
                  <a:lnTo>
                    <a:pt x="837276" y="1980745"/>
                  </a:lnTo>
                  <a:close/>
                  <a:moveTo>
                    <a:pt x="838289" y="1946429"/>
                  </a:moveTo>
                  <a:lnTo>
                    <a:pt x="756390" y="1952418"/>
                  </a:lnTo>
                  <a:lnTo>
                    <a:pt x="756301" y="1956650"/>
                  </a:lnTo>
                  <a:close/>
                  <a:moveTo>
                    <a:pt x="756390" y="1952418"/>
                  </a:moveTo>
                  <a:lnTo>
                    <a:pt x="823928" y="1930839"/>
                  </a:lnTo>
                  <a:lnTo>
                    <a:pt x="749840" y="1932495"/>
                  </a:lnTo>
                  <a:close/>
                  <a:moveTo>
                    <a:pt x="744907" y="1832581"/>
                  </a:moveTo>
                  <a:lnTo>
                    <a:pt x="674118" y="1758527"/>
                  </a:lnTo>
                  <a:lnTo>
                    <a:pt x="691294" y="1777053"/>
                  </a:lnTo>
                  <a:close/>
                  <a:moveTo>
                    <a:pt x="674118" y="1758527"/>
                  </a:moveTo>
                  <a:lnTo>
                    <a:pt x="682761" y="1788803"/>
                  </a:lnTo>
                  <a:lnTo>
                    <a:pt x="622463" y="1734908"/>
                  </a:lnTo>
                  <a:close/>
                  <a:moveTo>
                    <a:pt x="1008621" y="2127515"/>
                  </a:moveTo>
                  <a:lnTo>
                    <a:pt x="1015857" y="2162937"/>
                  </a:lnTo>
                  <a:lnTo>
                    <a:pt x="1015032" y="2161442"/>
                  </a:lnTo>
                  <a:close/>
                  <a:moveTo>
                    <a:pt x="1101945" y="2197780"/>
                  </a:moveTo>
                  <a:lnTo>
                    <a:pt x="1018899" y="2165943"/>
                  </a:lnTo>
                  <a:lnTo>
                    <a:pt x="1015857" y="2162937"/>
                  </a:lnTo>
                  <a:close/>
                  <a:moveTo>
                    <a:pt x="1413583" y="2451866"/>
                  </a:moveTo>
                  <a:lnTo>
                    <a:pt x="1382465" y="2369651"/>
                  </a:lnTo>
                  <a:lnTo>
                    <a:pt x="1375635" y="2490303"/>
                  </a:lnTo>
                  <a:close/>
                  <a:moveTo>
                    <a:pt x="1314025" y="2287436"/>
                  </a:moveTo>
                  <a:lnTo>
                    <a:pt x="1309576" y="2206017"/>
                  </a:lnTo>
                  <a:lnTo>
                    <a:pt x="1315780" y="2301065"/>
                  </a:lnTo>
                  <a:close/>
                  <a:moveTo>
                    <a:pt x="1022487" y="2157546"/>
                  </a:moveTo>
                  <a:lnTo>
                    <a:pt x="1008621" y="2127515"/>
                  </a:lnTo>
                  <a:lnTo>
                    <a:pt x="1015032" y="2161442"/>
                  </a:lnTo>
                  <a:close/>
                  <a:moveTo>
                    <a:pt x="1315780" y="2301065"/>
                  </a:moveTo>
                  <a:lnTo>
                    <a:pt x="1382465" y="2369651"/>
                  </a:lnTo>
                  <a:lnTo>
                    <a:pt x="1341719" y="2321736"/>
                  </a:lnTo>
                  <a:close/>
                  <a:moveTo>
                    <a:pt x="1388111" y="2402946"/>
                  </a:moveTo>
                  <a:lnTo>
                    <a:pt x="1382465" y="2369651"/>
                  </a:lnTo>
                  <a:lnTo>
                    <a:pt x="1315780" y="2301065"/>
                  </a:lnTo>
                  <a:close/>
                  <a:moveTo>
                    <a:pt x="1314025" y="2287436"/>
                  </a:moveTo>
                  <a:lnTo>
                    <a:pt x="1315780" y="2301065"/>
                  </a:lnTo>
                  <a:lnTo>
                    <a:pt x="1341719" y="2321736"/>
                  </a:lnTo>
                  <a:close/>
                  <a:moveTo>
                    <a:pt x="1309816" y="2205221"/>
                  </a:moveTo>
                  <a:lnTo>
                    <a:pt x="1314025" y="2287436"/>
                  </a:lnTo>
                  <a:lnTo>
                    <a:pt x="1370396" y="2248999"/>
                  </a:lnTo>
                  <a:close/>
                  <a:moveTo>
                    <a:pt x="1263292" y="2084569"/>
                  </a:moveTo>
                  <a:lnTo>
                    <a:pt x="1268822" y="2002354"/>
                  </a:lnTo>
                  <a:lnTo>
                    <a:pt x="1253543" y="2123005"/>
                  </a:lnTo>
                  <a:close/>
                  <a:moveTo>
                    <a:pt x="1328143" y="1963918"/>
                  </a:moveTo>
                  <a:lnTo>
                    <a:pt x="1229133" y="1910546"/>
                  </a:lnTo>
                  <a:lnTo>
                    <a:pt x="1224053" y="1920139"/>
                  </a:lnTo>
                  <a:close/>
                  <a:moveTo>
                    <a:pt x="1328143" y="1963918"/>
                  </a:moveTo>
                  <a:lnTo>
                    <a:pt x="1224053" y="1920139"/>
                  </a:lnTo>
                  <a:lnTo>
                    <a:pt x="1268822" y="2002354"/>
                  </a:lnTo>
                  <a:close/>
                  <a:moveTo>
                    <a:pt x="1164455" y="1755709"/>
                  </a:moveTo>
                  <a:lnTo>
                    <a:pt x="1208168" y="1799487"/>
                  </a:lnTo>
                  <a:lnTo>
                    <a:pt x="1166766" y="1717272"/>
                  </a:lnTo>
                  <a:close/>
                  <a:moveTo>
                    <a:pt x="1166766" y="1717272"/>
                  </a:moveTo>
                  <a:lnTo>
                    <a:pt x="1116960" y="1640873"/>
                  </a:lnTo>
                  <a:lnTo>
                    <a:pt x="1134307" y="1673494"/>
                  </a:lnTo>
                  <a:close/>
                  <a:moveTo>
                    <a:pt x="1117843" y="1552842"/>
                  </a:moveTo>
                  <a:lnTo>
                    <a:pt x="1149999" y="1574513"/>
                  </a:lnTo>
                  <a:lnTo>
                    <a:pt x="1116367" y="1606094"/>
                  </a:lnTo>
                  <a:close/>
                  <a:moveTo>
                    <a:pt x="1116367" y="1606094"/>
                  </a:moveTo>
                  <a:lnTo>
                    <a:pt x="1146126" y="1653902"/>
                  </a:lnTo>
                  <a:lnTo>
                    <a:pt x="1116960" y="1640873"/>
                  </a:lnTo>
                  <a:close/>
                  <a:moveTo>
                    <a:pt x="1787354" y="2172126"/>
                  </a:moveTo>
                  <a:lnTo>
                    <a:pt x="1839546" y="2278306"/>
                  </a:lnTo>
                  <a:lnTo>
                    <a:pt x="1861354" y="2225670"/>
                  </a:lnTo>
                  <a:close/>
                  <a:moveTo>
                    <a:pt x="1804791" y="2292778"/>
                  </a:moveTo>
                  <a:lnTo>
                    <a:pt x="1839546" y="2278306"/>
                  </a:lnTo>
                  <a:lnTo>
                    <a:pt x="1787354" y="2172126"/>
                  </a:lnTo>
                  <a:close/>
                  <a:moveTo>
                    <a:pt x="1762070" y="2133121"/>
                  </a:moveTo>
                  <a:lnTo>
                    <a:pt x="1733129" y="2104044"/>
                  </a:lnTo>
                  <a:lnTo>
                    <a:pt x="1787354" y="2172126"/>
                  </a:lnTo>
                  <a:close/>
                  <a:moveTo>
                    <a:pt x="1438281" y="1961790"/>
                  </a:moveTo>
                  <a:lnTo>
                    <a:pt x="1428539" y="2046132"/>
                  </a:lnTo>
                  <a:lnTo>
                    <a:pt x="1438809" y="1975675"/>
                  </a:lnTo>
                  <a:close/>
                  <a:moveTo>
                    <a:pt x="1438281" y="1961790"/>
                  </a:moveTo>
                  <a:lnTo>
                    <a:pt x="1438809" y="1975675"/>
                  </a:lnTo>
                  <a:lnTo>
                    <a:pt x="1549230" y="1925481"/>
                  </a:lnTo>
                  <a:close/>
                  <a:moveTo>
                    <a:pt x="1438281" y="1961790"/>
                  </a:moveTo>
                  <a:lnTo>
                    <a:pt x="1549230" y="1925481"/>
                  </a:lnTo>
                  <a:lnTo>
                    <a:pt x="1467179" y="1866546"/>
                  </a:lnTo>
                  <a:close/>
                  <a:moveTo>
                    <a:pt x="1060127" y="1267760"/>
                  </a:moveTo>
                  <a:lnTo>
                    <a:pt x="1054543" y="1185545"/>
                  </a:lnTo>
                  <a:lnTo>
                    <a:pt x="1056359" y="1189680"/>
                  </a:lnTo>
                  <a:close/>
                  <a:moveTo>
                    <a:pt x="2006949" y="2402987"/>
                  </a:moveTo>
                  <a:lnTo>
                    <a:pt x="2073634" y="2462032"/>
                  </a:lnTo>
                  <a:lnTo>
                    <a:pt x="2034908" y="2418771"/>
                  </a:lnTo>
                  <a:close/>
                  <a:moveTo>
                    <a:pt x="2097568" y="2489999"/>
                  </a:moveTo>
                  <a:lnTo>
                    <a:pt x="2073634" y="2462032"/>
                  </a:lnTo>
                  <a:lnTo>
                    <a:pt x="2006949" y="2402987"/>
                  </a:lnTo>
                  <a:close/>
                  <a:moveTo>
                    <a:pt x="2042321" y="2474321"/>
                  </a:moveTo>
                  <a:lnTo>
                    <a:pt x="2097568" y="2489999"/>
                  </a:lnTo>
                  <a:lnTo>
                    <a:pt x="2006949" y="2402987"/>
                  </a:lnTo>
                  <a:close/>
                  <a:moveTo>
                    <a:pt x="2073634" y="2462032"/>
                  </a:moveTo>
                  <a:lnTo>
                    <a:pt x="2097568" y="2489999"/>
                  </a:lnTo>
                  <a:lnTo>
                    <a:pt x="2077258" y="2418771"/>
                  </a:lnTo>
                  <a:close/>
                  <a:moveTo>
                    <a:pt x="2077258" y="2418771"/>
                  </a:moveTo>
                  <a:lnTo>
                    <a:pt x="2097568" y="2489999"/>
                  </a:lnTo>
                  <a:lnTo>
                    <a:pt x="2181092" y="2462550"/>
                  </a:lnTo>
                  <a:close/>
                  <a:moveTo>
                    <a:pt x="2077258" y="2418771"/>
                  </a:moveTo>
                  <a:lnTo>
                    <a:pt x="2181092" y="2462550"/>
                  </a:lnTo>
                  <a:lnTo>
                    <a:pt x="2111949" y="2380335"/>
                  </a:lnTo>
                  <a:close/>
                  <a:moveTo>
                    <a:pt x="2046233" y="2331549"/>
                  </a:moveTo>
                  <a:lnTo>
                    <a:pt x="2108406" y="2376839"/>
                  </a:lnTo>
                  <a:lnTo>
                    <a:pt x="2018985" y="2298120"/>
                  </a:lnTo>
                  <a:close/>
                  <a:moveTo>
                    <a:pt x="2108406" y="2376839"/>
                  </a:moveTo>
                  <a:lnTo>
                    <a:pt x="2046233" y="2331549"/>
                  </a:lnTo>
                  <a:lnTo>
                    <a:pt x="2111949" y="2380335"/>
                  </a:lnTo>
                  <a:close/>
                  <a:moveTo>
                    <a:pt x="2111949" y="2380335"/>
                  </a:moveTo>
                  <a:lnTo>
                    <a:pt x="2053675" y="2336556"/>
                  </a:lnTo>
                  <a:lnTo>
                    <a:pt x="2077258" y="2418771"/>
                  </a:lnTo>
                  <a:close/>
                  <a:moveTo>
                    <a:pt x="1787354" y="2172126"/>
                  </a:moveTo>
                  <a:lnTo>
                    <a:pt x="1861354" y="2225670"/>
                  </a:lnTo>
                  <a:lnTo>
                    <a:pt x="1879708" y="2145563"/>
                  </a:lnTo>
                  <a:close/>
                  <a:moveTo>
                    <a:pt x="1212736" y="1311539"/>
                  </a:moveTo>
                  <a:lnTo>
                    <a:pt x="1144630" y="1281359"/>
                  </a:lnTo>
                  <a:lnTo>
                    <a:pt x="1092768" y="1302661"/>
                  </a:lnTo>
                  <a:close/>
                  <a:moveTo>
                    <a:pt x="1054543" y="1185545"/>
                  </a:moveTo>
                  <a:lnTo>
                    <a:pt x="1075607" y="1174031"/>
                  </a:lnTo>
                  <a:lnTo>
                    <a:pt x="1041678" y="1064893"/>
                  </a:lnTo>
                  <a:close/>
                  <a:moveTo>
                    <a:pt x="1029446" y="1103330"/>
                  </a:moveTo>
                  <a:lnTo>
                    <a:pt x="1054543" y="1185545"/>
                  </a:lnTo>
                  <a:lnTo>
                    <a:pt x="1041678" y="1064893"/>
                  </a:lnTo>
                  <a:close/>
                  <a:moveTo>
                    <a:pt x="978388" y="992291"/>
                  </a:moveTo>
                  <a:lnTo>
                    <a:pt x="984630" y="961805"/>
                  </a:lnTo>
                  <a:lnTo>
                    <a:pt x="989225" y="1021115"/>
                  </a:lnTo>
                  <a:close/>
                  <a:moveTo>
                    <a:pt x="244023" y="281179"/>
                  </a:moveTo>
                  <a:lnTo>
                    <a:pt x="290629" y="363394"/>
                  </a:lnTo>
                  <a:lnTo>
                    <a:pt x="335308" y="350815"/>
                  </a:lnTo>
                  <a:close/>
                  <a:moveTo>
                    <a:pt x="311685" y="269927"/>
                  </a:moveTo>
                  <a:lnTo>
                    <a:pt x="335308" y="350815"/>
                  </a:lnTo>
                  <a:lnTo>
                    <a:pt x="346556" y="363394"/>
                  </a:lnTo>
                  <a:close/>
                  <a:moveTo>
                    <a:pt x="194363" y="4440"/>
                  </a:moveTo>
                  <a:lnTo>
                    <a:pt x="273834" y="78312"/>
                  </a:lnTo>
                  <a:lnTo>
                    <a:pt x="295039" y="83276"/>
                  </a:lnTo>
                  <a:close/>
                  <a:moveTo>
                    <a:pt x="194363" y="4440"/>
                  </a:moveTo>
                  <a:lnTo>
                    <a:pt x="295039" y="83276"/>
                  </a:lnTo>
                  <a:lnTo>
                    <a:pt x="274355" y="0"/>
                  </a:lnTo>
                  <a:close/>
                  <a:moveTo>
                    <a:pt x="2046233" y="2331549"/>
                  </a:moveTo>
                  <a:lnTo>
                    <a:pt x="2018985" y="2298120"/>
                  </a:lnTo>
                  <a:lnTo>
                    <a:pt x="1976430" y="2227613"/>
                  </a:lnTo>
                  <a:close/>
                  <a:moveTo>
                    <a:pt x="971459" y="982678"/>
                  </a:moveTo>
                  <a:lnTo>
                    <a:pt x="978388" y="992291"/>
                  </a:lnTo>
                  <a:lnTo>
                    <a:pt x="998600" y="1014036"/>
                  </a:lnTo>
                  <a:close/>
                  <a:moveTo>
                    <a:pt x="984630" y="961805"/>
                  </a:moveTo>
                  <a:lnTo>
                    <a:pt x="978388" y="992291"/>
                  </a:lnTo>
                  <a:lnTo>
                    <a:pt x="971459" y="982678"/>
                  </a:lnTo>
                  <a:close/>
                  <a:moveTo>
                    <a:pt x="2181092" y="2462550"/>
                  </a:moveTo>
                  <a:lnTo>
                    <a:pt x="2236956" y="2437271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81092" y="2462550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98455" y="2341899"/>
                  </a:lnTo>
                  <a:lnTo>
                    <a:pt x="2108406" y="2376839"/>
                  </a:lnTo>
                  <a:close/>
                  <a:moveTo>
                    <a:pt x="1773610" y="1887045"/>
                  </a:moveTo>
                  <a:lnTo>
                    <a:pt x="1856714" y="1848608"/>
                  </a:lnTo>
                  <a:lnTo>
                    <a:pt x="1739318" y="1832855"/>
                  </a:lnTo>
                  <a:close/>
                  <a:moveTo>
                    <a:pt x="1739318" y="1832855"/>
                  </a:moveTo>
                  <a:lnTo>
                    <a:pt x="1742265" y="1766393"/>
                  </a:lnTo>
                  <a:lnTo>
                    <a:pt x="1708166" y="1804829"/>
                  </a:lnTo>
                  <a:close/>
                  <a:moveTo>
                    <a:pt x="1789510" y="1805310"/>
                  </a:moveTo>
                  <a:lnTo>
                    <a:pt x="1742265" y="1766393"/>
                  </a:lnTo>
                  <a:lnTo>
                    <a:pt x="1739318" y="1832855"/>
                  </a:lnTo>
                  <a:close/>
                  <a:moveTo>
                    <a:pt x="1651602" y="1709363"/>
                  </a:moveTo>
                  <a:lnTo>
                    <a:pt x="1646181" y="1763286"/>
                  </a:lnTo>
                  <a:lnTo>
                    <a:pt x="1729626" y="1684178"/>
                  </a:lnTo>
                  <a:close/>
                  <a:moveTo>
                    <a:pt x="1729626" y="1684178"/>
                  </a:moveTo>
                  <a:lnTo>
                    <a:pt x="1646181" y="1763286"/>
                  </a:lnTo>
                  <a:lnTo>
                    <a:pt x="1708166" y="1804829"/>
                  </a:lnTo>
                  <a:close/>
                  <a:moveTo>
                    <a:pt x="1750208" y="1658367"/>
                  </a:moveTo>
                  <a:lnTo>
                    <a:pt x="1651602" y="1709363"/>
                  </a:lnTo>
                  <a:lnTo>
                    <a:pt x="1729626" y="1684178"/>
                  </a:lnTo>
                  <a:close/>
                  <a:moveTo>
                    <a:pt x="1453335" y="1384380"/>
                  </a:moveTo>
                  <a:lnTo>
                    <a:pt x="1339504" y="1393754"/>
                  </a:lnTo>
                  <a:lnTo>
                    <a:pt x="1365007" y="1460306"/>
                  </a:lnTo>
                  <a:close/>
                  <a:moveTo>
                    <a:pt x="1256910" y="1387504"/>
                  </a:moveTo>
                  <a:lnTo>
                    <a:pt x="1334072" y="1385364"/>
                  </a:lnTo>
                  <a:lnTo>
                    <a:pt x="1323448" y="1293909"/>
                  </a:lnTo>
                  <a:close/>
                  <a:moveTo>
                    <a:pt x="1232099" y="1307583"/>
                  </a:moveTo>
                  <a:lnTo>
                    <a:pt x="1323448" y="1293909"/>
                  </a:lnTo>
                  <a:lnTo>
                    <a:pt x="1225558" y="1212807"/>
                  </a:lnTo>
                  <a:close/>
                  <a:moveTo>
                    <a:pt x="1323448" y="1293909"/>
                  </a:moveTo>
                  <a:lnTo>
                    <a:pt x="1369108" y="1311539"/>
                  </a:lnTo>
                  <a:lnTo>
                    <a:pt x="1285522" y="1250815"/>
                  </a:lnTo>
                  <a:close/>
                  <a:moveTo>
                    <a:pt x="1161443" y="1204341"/>
                  </a:moveTo>
                  <a:lnTo>
                    <a:pt x="1144670" y="1147108"/>
                  </a:lnTo>
                  <a:lnTo>
                    <a:pt x="1113973" y="1166740"/>
                  </a:lnTo>
                  <a:close/>
                  <a:moveTo>
                    <a:pt x="1101078" y="1118524"/>
                  </a:moveTo>
                  <a:lnTo>
                    <a:pt x="1199287" y="1134074"/>
                  </a:lnTo>
                  <a:lnTo>
                    <a:pt x="1214083" y="1047172"/>
                  </a:lnTo>
                  <a:close/>
                  <a:moveTo>
                    <a:pt x="1101078" y="1118524"/>
                  </a:moveTo>
                  <a:lnTo>
                    <a:pt x="1041449" y="1041117"/>
                  </a:lnTo>
                  <a:lnTo>
                    <a:pt x="1041678" y="1064893"/>
                  </a:lnTo>
                  <a:close/>
                  <a:moveTo>
                    <a:pt x="1029162" y="913101"/>
                  </a:moveTo>
                  <a:lnTo>
                    <a:pt x="984630" y="961805"/>
                  </a:lnTo>
                  <a:lnTo>
                    <a:pt x="971459" y="982678"/>
                  </a:lnTo>
                  <a:close/>
                  <a:moveTo>
                    <a:pt x="1066779" y="880932"/>
                  </a:moveTo>
                  <a:lnTo>
                    <a:pt x="1095410" y="882133"/>
                  </a:lnTo>
                  <a:lnTo>
                    <a:pt x="1181598" y="925718"/>
                  </a:lnTo>
                  <a:close/>
                  <a:moveTo>
                    <a:pt x="239282" y="68013"/>
                  </a:moveTo>
                  <a:lnTo>
                    <a:pt x="273834" y="78312"/>
                  </a:lnTo>
                  <a:lnTo>
                    <a:pt x="215787" y="37831"/>
                  </a:lnTo>
                  <a:close/>
                  <a:moveTo>
                    <a:pt x="2265746" y="2313773"/>
                  </a:moveTo>
                  <a:lnTo>
                    <a:pt x="2245454" y="2395379"/>
                  </a:lnTo>
                  <a:lnTo>
                    <a:pt x="2291669" y="2341899"/>
                  </a:lnTo>
                  <a:close/>
                  <a:moveTo>
                    <a:pt x="2240774" y="2233982"/>
                  </a:moveTo>
                  <a:lnTo>
                    <a:pt x="2265746" y="2313773"/>
                  </a:lnTo>
                  <a:lnTo>
                    <a:pt x="2291669" y="2341899"/>
                  </a:lnTo>
                  <a:close/>
                  <a:moveTo>
                    <a:pt x="1759543" y="1381924"/>
                  </a:moveTo>
                  <a:lnTo>
                    <a:pt x="1673255" y="1291391"/>
                  </a:lnTo>
                  <a:lnTo>
                    <a:pt x="1665352" y="1397908"/>
                  </a:lnTo>
                  <a:close/>
                  <a:moveTo>
                    <a:pt x="1759543" y="1381924"/>
                  </a:moveTo>
                  <a:lnTo>
                    <a:pt x="1788523" y="1399096"/>
                  </a:lnTo>
                  <a:lnTo>
                    <a:pt x="1779831" y="1338718"/>
                  </a:lnTo>
                  <a:close/>
                  <a:moveTo>
                    <a:pt x="1865004" y="1356779"/>
                  </a:moveTo>
                  <a:lnTo>
                    <a:pt x="1811256" y="1339882"/>
                  </a:lnTo>
                  <a:lnTo>
                    <a:pt x="1816431" y="1240008"/>
                  </a:lnTo>
                  <a:close/>
                  <a:moveTo>
                    <a:pt x="1779831" y="1338718"/>
                  </a:moveTo>
                  <a:lnTo>
                    <a:pt x="1852387" y="1331335"/>
                  </a:lnTo>
                  <a:lnTo>
                    <a:pt x="1816431" y="1240008"/>
                  </a:lnTo>
                  <a:close/>
                  <a:moveTo>
                    <a:pt x="1822186" y="1218415"/>
                  </a:moveTo>
                  <a:lnTo>
                    <a:pt x="1742800" y="1200265"/>
                  </a:lnTo>
                  <a:lnTo>
                    <a:pt x="1878556" y="1213973"/>
                  </a:lnTo>
                  <a:close/>
                  <a:moveTo>
                    <a:pt x="1902157" y="1226482"/>
                  </a:moveTo>
                  <a:lnTo>
                    <a:pt x="1930305" y="1240008"/>
                  </a:lnTo>
                  <a:lnTo>
                    <a:pt x="1878556" y="121397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38" name="Candidate_density__2037">
              <a:extLst>
                <a:ext uri="{FF2B5EF4-FFF2-40B4-BE49-F238E27FC236}">
                  <a16:creationId xmlns:a16="http://schemas.microsoft.com/office/drawing/2014/main" id="{60FF43EA-F611-A8D7-BBAE-02D45E4BCA88}"/>
                </a:ext>
              </a:extLst>
            </p:cNvPr>
            <p:cNvSpPr>
              <a:spLocks noGrp="1"/>
            </p:cNvSpPr>
            <p:nvPr/>
          </p:nvSpPr>
          <p:spPr>
            <a:xfrm>
              <a:off x="4672375" y="2279833"/>
              <a:ext cx="2062444" cy="3263717"/>
            </a:xfrm>
            <a:custGeom>
              <a:avLst/>
              <a:gdLst/>
              <a:ahLst/>
              <a:cxnLst/>
              <a:rect l="0" t="0" r="0" b="0"/>
              <a:pathLst>
                <a:path w="2062444" h="3263717">
                  <a:moveTo>
                    <a:pt x="747989" y="3256551"/>
                  </a:moveTo>
                  <a:lnTo>
                    <a:pt x="758681" y="3261989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18201" y="3238876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60728" y="3218115"/>
                  </a:lnTo>
                  <a:lnTo>
                    <a:pt x="818201" y="3238876"/>
                  </a:lnTo>
                  <a:close/>
                  <a:moveTo>
                    <a:pt x="964033" y="3011599"/>
                  </a:moveTo>
                  <a:lnTo>
                    <a:pt x="993500" y="2992085"/>
                  </a:lnTo>
                  <a:lnTo>
                    <a:pt x="992655" y="2976812"/>
                  </a:lnTo>
                  <a:close/>
                  <a:moveTo>
                    <a:pt x="1021739" y="2976812"/>
                  </a:moveTo>
                  <a:lnTo>
                    <a:pt x="993500" y="2992085"/>
                  </a:lnTo>
                  <a:lnTo>
                    <a:pt x="1079574" y="2949727"/>
                  </a:lnTo>
                  <a:close/>
                  <a:moveTo>
                    <a:pt x="1079574" y="2949727"/>
                  </a:moveTo>
                  <a:lnTo>
                    <a:pt x="993500" y="2992085"/>
                  </a:lnTo>
                  <a:lnTo>
                    <a:pt x="964033" y="3011599"/>
                  </a:lnTo>
                  <a:close/>
                  <a:moveTo>
                    <a:pt x="1021739" y="2976812"/>
                  </a:moveTo>
                  <a:lnTo>
                    <a:pt x="1015189" y="2987660"/>
                  </a:lnTo>
                  <a:lnTo>
                    <a:pt x="993500" y="2992085"/>
                  </a:lnTo>
                  <a:close/>
                  <a:moveTo>
                    <a:pt x="1126288" y="2909183"/>
                  </a:moveTo>
                  <a:lnTo>
                    <a:pt x="1021739" y="2976812"/>
                  </a:lnTo>
                  <a:lnTo>
                    <a:pt x="1079574" y="2949727"/>
                  </a:lnTo>
                  <a:close/>
                  <a:moveTo>
                    <a:pt x="1946817" y="2461111"/>
                  </a:moveTo>
                  <a:lnTo>
                    <a:pt x="1947811" y="2460247"/>
                  </a:lnTo>
                  <a:lnTo>
                    <a:pt x="1983130" y="2377094"/>
                  </a:lnTo>
                  <a:close/>
                  <a:moveTo>
                    <a:pt x="1983130" y="2377094"/>
                  </a:moveTo>
                  <a:lnTo>
                    <a:pt x="1947811" y="2460247"/>
                  </a:lnTo>
                  <a:lnTo>
                    <a:pt x="2062444" y="2394981"/>
                  </a:lnTo>
                  <a:close/>
                  <a:moveTo>
                    <a:pt x="107445" y="120652"/>
                  </a:moveTo>
                  <a:lnTo>
                    <a:pt x="0" y="151597"/>
                  </a:lnTo>
                  <a:lnTo>
                    <a:pt x="110886" y="114266"/>
                  </a:lnTo>
                  <a:close/>
                  <a:moveTo>
                    <a:pt x="1728288" y="1890947"/>
                  </a:moveTo>
                  <a:lnTo>
                    <a:pt x="1734418" y="1812955"/>
                  </a:lnTo>
                  <a:lnTo>
                    <a:pt x="1744311" y="1826302"/>
                  </a:lnTo>
                  <a:close/>
                  <a:moveTo>
                    <a:pt x="107445" y="120652"/>
                  </a:moveTo>
                  <a:lnTo>
                    <a:pt x="110886" y="114266"/>
                  </a:lnTo>
                  <a:lnTo>
                    <a:pt x="141887" y="14972"/>
                  </a:lnTo>
                  <a:close/>
                  <a:moveTo>
                    <a:pt x="141887" y="14972"/>
                  </a:moveTo>
                  <a:lnTo>
                    <a:pt x="133302" y="120652"/>
                  </a:lnTo>
                  <a:lnTo>
                    <a:pt x="188955" y="19071"/>
                  </a:lnTo>
                  <a:close/>
                  <a:moveTo>
                    <a:pt x="188955" y="19071"/>
                  </a:moveTo>
                  <a:lnTo>
                    <a:pt x="171402" y="0"/>
                  </a:lnTo>
                  <a:lnTo>
                    <a:pt x="141887" y="14972"/>
                  </a:lnTo>
                  <a:close/>
                  <a:moveTo>
                    <a:pt x="1744330" y="1804897"/>
                  </a:moveTo>
                  <a:lnTo>
                    <a:pt x="1744311" y="1826302"/>
                  </a:lnTo>
                  <a:lnTo>
                    <a:pt x="1742501" y="1808732"/>
                  </a:lnTo>
                  <a:close/>
                  <a:moveTo>
                    <a:pt x="1742501" y="1808732"/>
                  </a:moveTo>
                  <a:lnTo>
                    <a:pt x="1773417" y="1719924"/>
                  </a:lnTo>
                  <a:lnTo>
                    <a:pt x="1744330" y="1804897"/>
                  </a:lnTo>
                  <a:close/>
                  <a:moveTo>
                    <a:pt x="1495126" y="1359220"/>
                  </a:moveTo>
                  <a:lnTo>
                    <a:pt x="1531449" y="1320784"/>
                  </a:lnTo>
                  <a:lnTo>
                    <a:pt x="1491021" y="1441435"/>
                  </a:lnTo>
                  <a:close/>
                  <a:moveTo>
                    <a:pt x="1547028" y="1243562"/>
                  </a:moveTo>
                  <a:lnTo>
                    <a:pt x="1553962" y="1241530"/>
                  </a:lnTo>
                  <a:lnTo>
                    <a:pt x="1496937" y="1277005"/>
                  </a:lnTo>
                  <a:close/>
                  <a:moveTo>
                    <a:pt x="1496937" y="1277005"/>
                  </a:moveTo>
                  <a:lnTo>
                    <a:pt x="1553962" y="1241530"/>
                  </a:lnTo>
                  <a:lnTo>
                    <a:pt x="1531449" y="1320784"/>
                  </a:lnTo>
                  <a:close/>
                  <a:moveTo>
                    <a:pt x="1501373" y="1260111"/>
                  </a:moveTo>
                  <a:lnTo>
                    <a:pt x="1519652" y="1277005"/>
                  </a:lnTo>
                  <a:lnTo>
                    <a:pt x="1547028" y="1243562"/>
                  </a:lnTo>
                  <a:close/>
                  <a:moveTo>
                    <a:pt x="1824235" y="1485214"/>
                  </a:moveTo>
                  <a:lnTo>
                    <a:pt x="1820820" y="1446778"/>
                  </a:lnTo>
                  <a:lnTo>
                    <a:pt x="1827238" y="1567429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39" name="Candidate_density__2038">
              <a:extLst>
                <a:ext uri="{FF2B5EF4-FFF2-40B4-BE49-F238E27FC236}">
                  <a16:creationId xmlns:a16="http://schemas.microsoft.com/office/drawing/2014/main" id="{3BF63E8D-F603-941B-367C-EB0C6980E539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237829"/>
              <a:ext cx="1936612" cy="1902373"/>
            </a:xfrm>
            <a:custGeom>
              <a:avLst/>
              <a:gdLst/>
              <a:ahLst/>
              <a:cxnLst/>
              <a:rect l="0" t="0" r="0" b="0"/>
              <a:pathLst>
                <a:path w="1936612" h="1902373">
                  <a:moveTo>
                    <a:pt x="15315" y="1147543"/>
                  </a:moveTo>
                  <a:lnTo>
                    <a:pt x="6506" y="1066591"/>
                  </a:lnTo>
                  <a:lnTo>
                    <a:pt x="0" y="1171972"/>
                  </a:lnTo>
                  <a:close/>
                  <a:moveTo>
                    <a:pt x="15315" y="1147543"/>
                  </a:moveTo>
                  <a:lnTo>
                    <a:pt x="7306" y="1065328"/>
                  </a:lnTo>
                  <a:lnTo>
                    <a:pt x="6506" y="1066591"/>
                  </a:lnTo>
                  <a:close/>
                  <a:moveTo>
                    <a:pt x="58056" y="1252260"/>
                  </a:moveTo>
                  <a:lnTo>
                    <a:pt x="104400" y="1287280"/>
                  </a:lnTo>
                  <a:lnTo>
                    <a:pt x="58399" y="1229758"/>
                  </a:lnTo>
                  <a:close/>
                  <a:moveTo>
                    <a:pt x="51013" y="1130500"/>
                  </a:moveTo>
                  <a:lnTo>
                    <a:pt x="45491" y="1205283"/>
                  </a:lnTo>
                  <a:lnTo>
                    <a:pt x="99609" y="1109106"/>
                  </a:lnTo>
                  <a:close/>
                  <a:moveTo>
                    <a:pt x="99609" y="1109106"/>
                  </a:moveTo>
                  <a:lnTo>
                    <a:pt x="45491" y="1205283"/>
                  </a:lnTo>
                  <a:lnTo>
                    <a:pt x="58399" y="1229758"/>
                  </a:lnTo>
                  <a:close/>
                  <a:moveTo>
                    <a:pt x="99609" y="1109106"/>
                  </a:moveTo>
                  <a:lnTo>
                    <a:pt x="58399" y="1229758"/>
                  </a:lnTo>
                  <a:lnTo>
                    <a:pt x="114163" y="1191322"/>
                  </a:lnTo>
                  <a:close/>
                  <a:moveTo>
                    <a:pt x="15315" y="1147543"/>
                  </a:moveTo>
                  <a:lnTo>
                    <a:pt x="45491" y="1205283"/>
                  </a:lnTo>
                  <a:lnTo>
                    <a:pt x="51013" y="1130500"/>
                  </a:lnTo>
                  <a:close/>
                  <a:moveTo>
                    <a:pt x="7306" y="1065328"/>
                  </a:moveTo>
                  <a:lnTo>
                    <a:pt x="51013" y="1130500"/>
                  </a:lnTo>
                  <a:lnTo>
                    <a:pt x="9282" y="1064333"/>
                  </a:lnTo>
                  <a:close/>
                  <a:moveTo>
                    <a:pt x="7306" y="1065328"/>
                  </a:moveTo>
                  <a:lnTo>
                    <a:pt x="15315" y="1147543"/>
                  </a:lnTo>
                  <a:lnTo>
                    <a:pt x="51013" y="1130500"/>
                  </a:lnTo>
                  <a:close/>
                  <a:moveTo>
                    <a:pt x="99609" y="1109106"/>
                  </a:moveTo>
                  <a:lnTo>
                    <a:pt x="112468" y="1026892"/>
                  </a:lnTo>
                  <a:lnTo>
                    <a:pt x="51013" y="1130500"/>
                  </a:lnTo>
                  <a:close/>
                  <a:moveTo>
                    <a:pt x="112468" y="1026892"/>
                  </a:moveTo>
                  <a:lnTo>
                    <a:pt x="9282" y="1064333"/>
                  </a:lnTo>
                  <a:lnTo>
                    <a:pt x="51013" y="1130500"/>
                  </a:lnTo>
                  <a:close/>
                  <a:moveTo>
                    <a:pt x="122974" y="1001116"/>
                  </a:moveTo>
                  <a:lnTo>
                    <a:pt x="7767" y="1064236"/>
                  </a:lnTo>
                  <a:lnTo>
                    <a:pt x="112468" y="1026892"/>
                  </a:lnTo>
                  <a:close/>
                  <a:moveTo>
                    <a:pt x="112468" y="1026892"/>
                  </a:moveTo>
                  <a:lnTo>
                    <a:pt x="7767" y="1064236"/>
                  </a:lnTo>
                  <a:lnTo>
                    <a:pt x="9282" y="1064333"/>
                  </a:lnTo>
                  <a:close/>
                  <a:moveTo>
                    <a:pt x="112468" y="1026892"/>
                  </a:moveTo>
                  <a:lnTo>
                    <a:pt x="178774" y="1087224"/>
                  </a:lnTo>
                  <a:lnTo>
                    <a:pt x="138638" y="1019762"/>
                  </a:lnTo>
                  <a:close/>
                  <a:moveTo>
                    <a:pt x="112468" y="1026892"/>
                  </a:moveTo>
                  <a:lnTo>
                    <a:pt x="99609" y="1109106"/>
                  </a:lnTo>
                  <a:lnTo>
                    <a:pt x="178774" y="1087224"/>
                  </a:lnTo>
                  <a:close/>
                  <a:moveTo>
                    <a:pt x="259279" y="1016878"/>
                  </a:moveTo>
                  <a:lnTo>
                    <a:pt x="243119" y="988455"/>
                  </a:lnTo>
                  <a:lnTo>
                    <a:pt x="263975" y="1078549"/>
                  </a:lnTo>
                  <a:close/>
                  <a:moveTo>
                    <a:pt x="263975" y="1078549"/>
                  </a:moveTo>
                  <a:lnTo>
                    <a:pt x="243119" y="988455"/>
                  </a:lnTo>
                  <a:lnTo>
                    <a:pt x="138638" y="1019762"/>
                  </a:lnTo>
                  <a:close/>
                  <a:moveTo>
                    <a:pt x="263975" y="1078549"/>
                  </a:moveTo>
                  <a:lnTo>
                    <a:pt x="138638" y="1019762"/>
                  </a:lnTo>
                  <a:lnTo>
                    <a:pt x="178774" y="1087224"/>
                  </a:lnTo>
                  <a:close/>
                  <a:moveTo>
                    <a:pt x="122974" y="1001116"/>
                  </a:moveTo>
                  <a:lnTo>
                    <a:pt x="112468" y="1026892"/>
                  </a:lnTo>
                  <a:lnTo>
                    <a:pt x="138638" y="1019762"/>
                  </a:lnTo>
                  <a:close/>
                  <a:moveTo>
                    <a:pt x="243883" y="959315"/>
                  </a:moveTo>
                  <a:lnTo>
                    <a:pt x="122974" y="1001116"/>
                  </a:lnTo>
                  <a:lnTo>
                    <a:pt x="243119" y="988455"/>
                  </a:lnTo>
                  <a:close/>
                  <a:moveTo>
                    <a:pt x="243119" y="988455"/>
                  </a:moveTo>
                  <a:lnTo>
                    <a:pt x="122974" y="1001116"/>
                  </a:lnTo>
                  <a:lnTo>
                    <a:pt x="138638" y="1019762"/>
                  </a:lnTo>
                  <a:close/>
                  <a:moveTo>
                    <a:pt x="256518" y="984519"/>
                  </a:moveTo>
                  <a:lnTo>
                    <a:pt x="374084" y="952255"/>
                  </a:lnTo>
                  <a:lnTo>
                    <a:pt x="370571" y="952388"/>
                  </a:lnTo>
                  <a:close/>
                  <a:moveTo>
                    <a:pt x="243119" y="988455"/>
                  </a:moveTo>
                  <a:lnTo>
                    <a:pt x="259279" y="1016878"/>
                  </a:lnTo>
                  <a:lnTo>
                    <a:pt x="256518" y="984519"/>
                  </a:lnTo>
                  <a:close/>
                  <a:moveTo>
                    <a:pt x="243883" y="959315"/>
                  </a:moveTo>
                  <a:lnTo>
                    <a:pt x="243119" y="988455"/>
                  </a:lnTo>
                  <a:lnTo>
                    <a:pt x="256518" y="984519"/>
                  </a:lnTo>
                  <a:close/>
                  <a:moveTo>
                    <a:pt x="256518" y="984519"/>
                  </a:moveTo>
                  <a:lnTo>
                    <a:pt x="244541" y="906240"/>
                  </a:lnTo>
                  <a:lnTo>
                    <a:pt x="243883" y="959315"/>
                  </a:lnTo>
                  <a:close/>
                  <a:moveTo>
                    <a:pt x="337665" y="879048"/>
                  </a:moveTo>
                  <a:lnTo>
                    <a:pt x="244541" y="906240"/>
                  </a:lnTo>
                  <a:lnTo>
                    <a:pt x="256518" y="984519"/>
                  </a:lnTo>
                  <a:close/>
                  <a:moveTo>
                    <a:pt x="370571" y="952388"/>
                  </a:moveTo>
                  <a:lnTo>
                    <a:pt x="337665" y="879048"/>
                  </a:lnTo>
                  <a:lnTo>
                    <a:pt x="256518" y="984519"/>
                  </a:lnTo>
                  <a:close/>
                  <a:moveTo>
                    <a:pt x="1063568" y="1853560"/>
                  </a:moveTo>
                  <a:lnTo>
                    <a:pt x="1064543" y="1861820"/>
                  </a:lnTo>
                  <a:lnTo>
                    <a:pt x="1201174" y="1902373"/>
                  </a:lnTo>
                  <a:close/>
                  <a:moveTo>
                    <a:pt x="1164318" y="1832245"/>
                  </a:moveTo>
                  <a:lnTo>
                    <a:pt x="1063568" y="1853560"/>
                  </a:lnTo>
                  <a:lnTo>
                    <a:pt x="1201174" y="1902373"/>
                  </a:lnTo>
                  <a:close/>
                  <a:moveTo>
                    <a:pt x="1225759" y="1898163"/>
                  </a:moveTo>
                  <a:lnTo>
                    <a:pt x="1234641" y="1815948"/>
                  </a:lnTo>
                  <a:lnTo>
                    <a:pt x="1201174" y="1902373"/>
                  </a:lnTo>
                  <a:close/>
                  <a:moveTo>
                    <a:pt x="1234641" y="1815948"/>
                  </a:moveTo>
                  <a:lnTo>
                    <a:pt x="1164318" y="1832245"/>
                  </a:lnTo>
                  <a:lnTo>
                    <a:pt x="1201174" y="1902373"/>
                  </a:lnTo>
                  <a:close/>
                  <a:moveTo>
                    <a:pt x="1059238" y="1854385"/>
                  </a:moveTo>
                  <a:lnTo>
                    <a:pt x="1064543" y="1861820"/>
                  </a:lnTo>
                  <a:lnTo>
                    <a:pt x="1063568" y="1853560"/>
                  </a:lnTo>
                  <a:close/>
                  <a:moveTo>
                    <a:pt x="1061105" y="1848968"/>
                  </a:moveTo>
                  <a:lnTo>
                    <a:pt x="1059238" y="1854385"/>
                  </a:lnTo>
                  <a:lnTo>
                    <a:pt x="1063568" y="1853560"/>
                  </a:lnTo>
                  <a:close/>
                  <a:moveTo>
                    <a:pt x="1063568" y="1853560"/>
                  </a:moveTo>
                  <a:lnTo>
                    <a:pt x="1125106" y="1809598"/>
                  </a:lnTo>
                  <a:lnTo>
                    <a:pt x="1061105" y="1848968"/>
                  </a:lnTo>
                  <a:close/>
                  <a:moveTo>
                    <a:pt x="1063568" y="1853560"/>
                  </a:moveTo>
                  <a:lnTo>
                    <a:pt x="1164318" y="1832245"/>
                  </a:lnTo>
                  <a:lnTo>
                    <a:pt x="1125106" y="1809598"/>
                  </a:lnTo>
                  <a:close/>
                  <a:moveTo>
                    <a:pt x="1230947" y="1733733"/>
                  </a:moveTo>
                  <a:lnTo>
                    <a:pt x="1164318" y="1832245"/>
                  </a:lnTo>
                  <a:lnTo>
                    <a:pt x="1234641" y="1815948"/>
                  </a:lnTo>
                  <a:close/>
                  <a:moveTo>
                    <a:pt x="352916" y="747152"/>
                  </a:moveTo>
                  <a:lnTo>
                    <a:pt x="359183" y="681338"/>
                  </a:lnTo>
                  <a:lnTo>
                    <a:pt x="261983" y="703373"/>
                  </a:lnTo>
                  <a:close/>
                  <a:moveTo>
                    <a:pt x="272046" y="785589"/>
                  </a:moveTo>
                  <a:lnTo>
                    <a:pt x="352916" y="747152"/>
                  </a:lnTo>
                  <a:lnTo>
                    <a:pt x="261983" y="703373"/>
                  </a:lnTo>
                  <a:close/>
                  <a:moveTo>
                    <a:pt x="352916" y="747152"/>
                  </a:moveTo>
                  <a:lnTo>
                    <a:pt x="390961" y="800154"/>
                  </a:lnTo>
                  <a:lnTo>
                    <a:pt x="391348" y="735313"/>
                  </a:lnTo>
                  <a:close/>
                  <a:moveTo>
                    <a:pt x="352916" y="747152"/>
                  </a:moveTo>
                  <a:lnTo>
                    <a:pt x="391348" y="735313"/>
                  </a:lnTo>
                  <a:lnTo>
                    <a:pt x="359183" y="681338"/>
                  </a:lnTo>
                  <a:close/>
                  <a:moveTo>
                    <a:pt x="572417" y="670279"/>
                  </a:moveTo>
                  <a:lnTo>
                    <a:pt x="606943" y="619951"/>
                  </a:lnTo>
                  <a:lnTo>
                    <a:pt x="534482" y="626500"/>
                  </a:lnTo>
                  <a:close/>
                  <a:moveTo>
                    <a:pt x="498958" y="708715"/>
                  </a:moveTo>
                  <a:lnTo>
                    <a:pt x="572417" y="670279"/>
                  </a:lnTo>
                  <a:lnTo>
                    <a:pt x="534482" y="626500"/>
                  </a:lnTo>
                  <a:close/>
                  <a:moveTo>
                    <a:pt x="1175900" y="434318"/>
                  </a:moveTo>
                  <a:lnTo>
                    <a:pt x="1228467" y="395881"/>
                  </a:lnTo>
                  <a:lnTo>
                    <a:pt x="1152676" y="406260"/>
                  </a:lnTo>
                  <a:close/>
                  <a:moveTo>
                    <a:pt x="1228467" y="395881"/>
                  </a:moveTo>
                  <a:lnTo>
                    <a:pt x="1186196" y="316383"/>
                  </a:lnTo>
                  <a:lnTo>
                    <a:pt x="1152676" y="406260"/>
                  </a:lnTo>
                  <a:close/>
                  <a:moveTo>
                    <a:pt x="1184321" y="313666"/>
                  </a:moveTo>
                  <a:lnTo>
                    <a:pt x="1152676" y="406260"/>
                  </a:lnTo>
                  <a:lnTo>
                    <a:pt x="1186196" y="316383"/>
                  </a:lnTo>
                  <a:close/>
                  <a:moveTo>
                    <a:pt x="1184321" y="313666"/>
                  </a:moveTo>
                  <a:lnTo>
                    <a:pt x="1119980" y="352103"/>
                  </a:lnTo>
                  <a:lnTo>
                    <a:pt x="1152676" y="406260"/>
                  </a:lnTo>
                  <a:close/>
                  <a:moveTo>
                    <a:pt x="1184211" y="308964"/>
                  </a:moveTo>
                  <a:lnTo>
                    <a:pt x="1119980" y="352103"/>
                  </a:lnTo>
                  <a:lnTo>
                    <a:pt x="1184321" y="313666"/>
                  </a:lnTo>
                  <a:close/>
                  <a:moveTo>
                    <a:pt x="1184321" y="313666"/>
                  </a:moveTo>
                  <a:lnTo>
                    <a:pt x="1186196" y="316383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4321" y="313666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6439" y="312878"/>
                  </a:lnTo>
                  <a:lnTo>
                    <a:pt x="1188671" y="231451"/>
                  </a:lnTo>
                  <a:close/>
                  <a:moveTo>
                    <a:pt x="1188671" y="231451"/>
                  </a:moveTo>
                  <a:lnTo>
                    <a:pt x="1186439" y="312878"/>
                  </a:lnTo>
                  <a:lnTo>
                    <a:pt x="1296066" y="275230"/>
                  </a:lnTo>
                  <a:close/>
                  <a:moveTo>
                    <a:pt x="1188671" y="231451"/>
                  </a:moveTo>
                  <a:lnTo>
                    <a:pt x="1296066" y="275230"/>
                  </a:lnTo>
                  <a:lnTo>
                    <a:pt x="1270792" y="193015"/>
                  </a:lnTo>
                  <a:close/>
                  <a:moveTo>
                    <a:pt x="1133663" y="55507"/>
                  </a:moveTo>
                  <a:lnTo>
                    <a:pt x="1202726" y="28584"/>
                  </a:lnTo>
                  <a:lnTo>
                    <a:pt x="1159134" y="0"/>
                  </a:lnTo>
                  <a:close/>
                  <a:moveTo>
                    <a:pt x="1133663" y="55507"/>
                  </a:moveTo>
                  <a:lnTo>
                    <a:pt x="1172029" y="48216"/>
                  </a:lnTo>
                  <a:lnTo>
                    <a:pt x="1202726" y="28584"/>
                  </a:lnTo>
                  <a:close/>
                  <a:moveTo>
                    <a:pt x="1617300" y="167969"/>
                  </a:moveTo>
                  <a:lnTo>
                    <a:pt x="1526334" y="236794"/>
                  </a:lnTo>
                  <a:lnTo>
                    <a:pt x="1592312" y="198357"/>
                  </a:lnTo>
                  <a:close/>
                  <a:moveTo>
                    <a:pt x="1837887" y="220194"/>
                  </a:moveTo>
                  <a:lnTo>
                    <a:pt x="1783429" y="159921"/>
                  </a:lnTo>
                  <a:lnTo>
                    <a:pt x="1817599" y="263400"/>
                  </a:lnTo>
                  <a:close/>
                  <a:moveTo>
                    <a:pt x="1817599" y="263400"/>
                  </a:moveTo>
                  <a:lnTo>
                    <a:pt x="1783429" y="159921"/>
                  </a:lnTo>
                  <a:lnTo>
                    <a:pt x="1731311" y="172867"/>
                  </a:lnTo>
                  <a:close/>
                  <a:moveTo>
                    <a:pt x="1646916" y="180887"/>
                  </a:moveTo>
                  <a:lnTo>
                    <a:pt x="1686658" y="148634"/>
                  </a:lnTo>
                  <a:lnTo>
                    <a:pt x="1617300" y="167969"/>
                  </a:lnTo>
                  <a:close/>
                  <a:moveTo>
                    <a:pt x="1646916" y="180887"/>
                  </a:moveTo>
                  <a:lnTo>
                    <a:pt x="1731311" y="172867"/>
                  </a:lnTo>
                  <a:lnTo>
                    <a:pt x="1686658" y="148634"/>
                  </a:lnTo>
                  <a:close/>
                  <a:moveTo>
                    <a:pt x="1800856" y="81741"/>
                  </a:moveTo>
                  <a:lnTo>
                    <a:pt x="1686658" y="148634"/>
                  </a:lnTo>
                  <a:lnTo>
                    <a:pt x="1783429" y="159921"/>
                  </a:lnTo>
                  <a:close/>
                  <a:moveTo>
                    <a:pt x="1783429" y="159921"/>
                  </a:moveTo>
                  <a:lnTo>
                    <a:pt x="1686658" y="148634"/>
                  </a:lnTo>
                  <a:lnTo>
                    <a:pt x="1731311" y="172867"/>
                  </a:lnTo>
                  <a:close/>
                  <a:moveTo>
                    <a:pt x="1783429" y="159921"/>
                  </a:moveTo>
                  <a:lnTo>
                    <a:pt x="1837887" y="220194"/>
                  </a:lnTo>
                  <a:lnTo>
                    <a:pt x="1865785" y="124134"/>
                  </a:lnTo>
                  <a:close/>
                  <a:moveTo>
                    <a:pt x="1800856" y="81741"/>
                  </a:moveTo>
                  <a:lnTo>
                    <a:pt x="1783429" y="159921"/>
                  </a:lnTo>
                  <a:lnTo>
                    <a:pt x="1865785" y="124134"/>
                  </a:lnTo>
                  <a:close/>
                  <a:moveTo>
                    <a:pt x="1936612" y="95449"/>
                  </a:moveTo>
                  <a:lnTo>
                    <a:pt x="1865785" y="124134"/>
                  </a:lnTo>
                  <a:lnTo>
                    <a:pt x="1874487" y="121484"/>
                  </a:lnTo>
                  <a:close/>
                  <a:moveTo>
                    <a:pt x="1800856" y="81741"/>
                  </a:moveTo>
                  <a:lnTo>
                    <a:pt x="1865785" y="124134"/>
                  </a:lnTo>
                  <a:lnTo>
                    <a:pt x="1936612" y="9544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40" name="Candidate_density__2039">
              <a:extLst>
                <a:ext uri="{FF2B5EF4-FFF2-40B4-BE49-F238E27FC236}">
                  <a16:creationId xmlns:a16="http://schemas.microsoft.com/office/drawing/2014/main" id="{B1BB85F5-CBA5-41EE-A2F1-9EE9FF41DCC0}"/>
                </a:ext>
              </a:extLst>
            </p:cNvPr>
            <p:cNvSpPr>
              <a:spLocks noGrp="1"/>
            </p:cNvSpPr>
            <p:nvPr/>
          </p:nvSpPr>
          <p:spPr>
            <a:xfrm>
              <a:off x="5751949" y="4088565"/>
              <a:ext cx="664737" cy="1140994"/>
            </a:xfrm>
            <a:custGeom>
              <a:avLst/>
              <a:gdLst/>
              <a:ahLst/>
              <a:cxnLst/>
              <a:rect l="0" t="0" r="0" b="0"/>
              <a:pathLst>
                <a:path w="664737" h="1140994">
                  <a:moveTo>
                    <a:pt x="46715" y="1100451"/>
                  </a:moveTo>
                  <a:lnTo>
                    <a:pt x="0" y="1140994"/>
                  </a:lnTo>
                  <a:lnTo>
                    <a:pt x="107654" y="1049636"/>
                  </a:lnTo>
                  <a:close/>
                  <a:moveTo>
                    <a:pt x="664737" y="17570"/>
                  </a:moveTo>
                  <a:lnTo>
                    <a:pt x="654844" y="4223"/>
                  </a:lnTo>
                  <a:lnTo>
                    <a:pt x="662928" y="0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041" name="Candidate_density__2040">
              <a:extLst>
                <a:ext uri="{FF2B5EF4-FFF2-40B4-BE49-F238E27FC236}">
                  <a16:creationId xmlns:a16="http://schemas.microsoft.com/office/drawing/2014/main" id="{2100DBC5-EECD-B2A0-4022-166B13F7AB8B}"/>
                </a:ext>
              </a:extLst>
            </p:cNvPr>
            <p:cNvSpPr>
              <a:spLocks noGrp="1"/>
            </p:cNvSpPr>
            <p:nvPr/>
          </p:nvSpPr>
          <p:spPr>
            <a:xfrm>
              <a:off x="4373648" y="2157136"/>
              <a:ext cx="2453752" cy="3180285"/>
            </a:xfrm>
            <a:custGeom>
              <a:avLst/>
              <a:gdLst/>
              <a:ahLst/>
              <a:cxnLst/>
              <a:rect l="0" t="0" r="0" b="0"/>
              <a:pathLst>
                <a:path w="2453752" h="3180285">
                  <a:moveTo>
                    <a:pt x="338" y="2633970"/>
                  </a:moveTo>
                  <a:lnTo>
                    <a:pt x="0" y="2637497"/>
                  </a:lnTo>
                  <a:lnTo>
                    <a:pt x="10262" y="2656114"/>
                  </a:lnTo>
                  <a:close/>
                  <a:moveTo>
                    <a:pt x="1219" y="2622307"/>
                  </a:moveTo>
                  <a:lnTo>
                    <a:pt x="0" y="2637497"/>
                  </a:lnTo>
                  <a:lnTo>
                    <a:pt x="338" y="2633970"/>
                  </a:lnTo>
                  <a:close/>
                  <a:moveTo>
                    <a:pt x="540356" y="3101711"/>
                  </a:moveTo>
                  <a:lnTo>
                    <a:pt x="612347" y="3171039"/>
                  </a:lnTo>
                  <a:lnTo>
                    <a:pt x="563797" y="3117201"/>
                  </a:lnTo>
                  <a:close/>
                  <a:moveTo>
                    <a:pt x="338" y="2633970"/>
                  </a:moveTo>
                  <a:lnTo>
                    <a:pt x="10262" y="2656114"/>
                  </a:lnTo>
                  <a:lnTo>
                    <a:pt x="35854" y="2677748"/>
                  </a:lnTo>
                  <a:close/>
                  <a:moveTo>
                    <a:pt x="535819" y="3088824"/>
                  </a:moveTo>
                  <a:lnTo>
                    <a:pt x="540356" y="3101711"/>
                  </a:lnTo>
                  <a:lnTo>
                    <a:pt x="563797" y="3117201"/>
                  </a:lnTo>
                  <a:close/>
                  <a:moveTo>
                    <a:pt x="764472" y="3094166"/>
                  </a:moveTo>
                  <a:lnTo>
                    <a:pt x="798970" y="3112739"/>
                  </a:lnTo>
                  <a:lnTo>
                    <a:pt x="705499" y="3028044"/>
                  </a:lnTo>
                  <a:close/>
                  <a:moveTo>
                    <a:pt x="705499" y="3028044"/>
                  </a:moveTo>
                  <a:lnTo>
                    <a:pt x="798970" y="3112739"/>
                  </a:lnTo>
                  <a:lnTo>
                    <a:pt x="750587" y="3050387"/>
                  </a:lnTo>
                  <a:close/>
                  <a:moveTo>
                    <a:pt x="603017" y="2765305"/>
                  </a:moveTo>
                  <a:lnTo>
                    <a:pt x="567784" y="2701701"/>
                  </a:lnTo>
                  <a:lnTo>
                    <a:pt x="535961" y="2797922"/>
                  </a:lnTo>
                  <a:close/>
                  <a:moveTo>
                    <a:pt x="489725" y="2688511"/>
                  </a:moveTo>
                  <a:lnTo>
                    <a:pt x="456743" y="2780401"/>
                  </a:lnTo>
                  <a:lnTo>
                    <a:pt x="567784" y="2701701"/>
                  </a:lnTo>
                  <a:close/>
                  <a:moveTo>
                    <a:pt x="258073" y="2379719"/>
                  </a:moveTo>
                  <a:lnTo>
                    <a:pt x="306356" y="2436445"/>
                  </a:lnTo>
                  <a:lnTo>
                    <a:pt x="316545" y="2461836"/>
                  </a:lnTo>
                  <a:close/>
                  <a:moveTo>
                    <a:pt x="770906" y="2809084"/>
                  </a:moveTo>
                  <a:lnTo>
                    <a:pt x="769544" y="2898734"/>
                  </a:lnTo>
                  <a:lnTo>
                    <a:pt x="813882" y="2849304"/>
                  </a:lnTo>
                  <a:close/>
                  <a:moveTo>
                    <a:pt x="751619" y="2726869"/>
                  </a:moveTo>
                  <a:lnTo>
                    <a:pt x="672873" y="2815955"/>
                  </a:lnTo>
                  <a:lnTo>
                    <a:pt x="701480" y="2847521"/>
                  </a:lnTo>
                  <a:close/>
                  <a:moveTo>
                    <a:pt x="477947" y="2683090"/>
                  </a:moveTo>
                  <a:lnTo>
                    <a:pt x="489725" y="2688511"/>
                  </a:lnTo>
                  <a:lnTo>
                    <a:pt x="491527" y="2680447"/>
                  </a:lnTo>
                  <a:close/>
                  <a:moveTo>
                    <a:pt x="645360" y="2676568"/>
                  </a:moveTo>
                  <a:lnTo>
                    <a:pt x="575147" y="2673057"/>
                  </a:lnTo>
                  <a:lnTo>
                    <a:pt x="680869" y="2747792"/>
                  </a:lnTo>
                  <a:close/>
                  <a:moveTo>
                    <a:pt x="418551" y="2600876"/>
                  </a:moveTo>
                  <a:lnTo>
                    <a:pt x="477947" y="2683090"/>
                  </a:lnTo>
                  <a:lnTo>
                    <a:pt x="491527" y="2680447"/>
                  </a:lnTo>
                  <a:close/>
                  <a:moveTo>
                    <a:pt x="575147" y="2673057"/>
                  </a:moveTo>
                  <a:lnTo>
                    <a:pt x="489725" y="2688511"/>
                  </a:lnTo>
                  <a:lnTo>
                    <a:pt x="567784" y="2701701"/>
                  </a:lnTo>
                  <a:close/>
                  <a:moveTo>
                    <a:pt x="575147" y="2673057"/>
                  </a:moveTo>
                  <a:lnTo>
                    <a:pt x="491527" y="2680447"/>
                  </a:lnTo>
                  <a:lnTo>
                    <a:pt x="489725" y="2688511"/>
                  </a:lnTo>
                  <a:close/>
                  <a:moveTo>
                    <a:pt x="575147" y="2673057"/>
                  </a:moveTo>
                  <a:lnTo>
                    <a:pt x="559208" y="2669636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575147" y="2673057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498675" y="2600876"/>
                  </a:lnTo>
                  <a:lnTo>
                    <a:pt x="459466" y="2575377"/>
                  </a:lnTo>
                  <a:close/>
                  <a:moveTo>
                    <a:pt x="401249" y="2436445"/>
                  </a:moveTo>
                  <a:lnTo>
                    <a:pt x="466727" y="2387323"/>
                  </a:lnTo>
                  <a:lnTo>
                    <a:pt x="348754" y="2335558"/>
                  </a:lnTo>
                  <a:close/>
                  <a:moveTo>
                    <a:pt x="348754" y="2335558"/>
                  </a:moveTo>
                  <a:lnTo>
                    <a:pt x="466727" y="2387323"/>
                  </a:lnTo>
                  <a:lnTo>
                    <a:pt x="426663" y="2332812"/>
                  </a:lnTo>
                  <a:close/>
                  <a:moveTo>
                    <a:pt x="401249" y="2436445"/>
                  </a:moveTo>
                  <a:lnTo>
                    <a:pt x="348754" y="2335558"/>
                  </a:lnTo>
                  <a:lnTo>
                    <a:pt x="337300" y="2397274"/>
                  </a:lnTo>
                  <a:close/>
                  <a:moveTo>
                    <a:pt x="466727" y="2387323"/>
                  </a:moveTo>
                  <a:lnTo>
                    <a:pt x="478952" y="2398009"/>
                  </a:lnTo>
                  <a:lnTo>
                    <a:pt x="426663" y="2332812"/>
                  </a:lnTo>
                  <a:close/>
                  <a:moveTo>
                    <a:pt x="426663" y="2332812"/>
                  </a:moveTo>
                  <a:lnTo>
                    <a:pt x="478952" y="2398009"/>
                  </a:lnTo>
                  <a:lnTo>
                    <a:pt x="520750" y="2417005"/>
                  </a:lnTo>
                  <a:close/>
                  <a:moveTo>
                    <a:pt x="348754" y="2335558"/>
                  </a:moveTo>
                  <a:lnTo>
                    <a:pt x="403881" y="2251240"/>
                  </a:lnTo>
                  <a:lnTo>
                    <a:pt x="341951" y="2240996"/>
                  </a:lnTo>
                  <a:close/>
                  <a:moveTo>
                    <a:pt x="889250" y="2891299"/>
                  </a:moveTo>
                  <a:lnTo>
                    <a:pt x="879555" y="2907632"/>
                  </a:lnTo>
                  <a:lnTo>
                    <a:pt x="901577" y="2898521"/>
                  </a:lnTo>
                  <a:close/>
                  <a:moveTo>
                    <a:pt x="1068237" y="3115105"/>
                  </a:moveTo>
                  <a:lnTo>
                    <a:pt x="1110005" y="3120484"/>
                  </a:lnTo>
                  <a:lnTo>
                    <a:pt x="1032364" y="3108856"/>
                  </a:lnTo>
                  <a:close/>
                  <a:moveTo>
                    <a:pt x="1068237" y="3115105"/>
                  </a:moveTo>
                  <a:lnTo>
                    <a:pt x="1133235" y="3122856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52340" y="3055729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82313" y="3175632"/>
                  </a:lnTo>
                  <a:lnTo>
                    <a:pt x="1258088" y="3180285"/>
                  </a:lnTo>
                  <a:close/>
                  <a:moveTo>
                    <a:pt x="1101716" y="2948296"/>
                  </a:moveTo>
                  <a:lnTo>
                    <a:pt x="992565" y="2960057"/>
                  </a:lnTo>
                  <a:lnTo>
                    <a:pt x="1014568" y="2973514"/>
                  </a:lnTo>
                  <a:close/>
                  <a:moveTo>
                    <a:pt x="889250" y="2891299"/>
                  </a:moveTo>
                  <a:lnTo>
                    <a:pt x="901577" y="2898521"/>
                  </a:lnTo>
                  <a:lnTo>
                    <a:pt x="904793" y="2887114"/>
                  </a:lnTo>
                  <a:close/>
                  <a:moveTo>
                    <a:pt x="904793" y="2887114"/>
                  </a:moveTo>
                  <a:lnTo>
                    <a:pt x="813882" y="2849304"/>
                  </a:lnTo>
                  <a:lnTo>
                    <a:pt x="889250" y="2891299"/>
                  </a:lnTo>
                  <a:close/>
                  <a:moveTo>
                    <a:pt x="1013133" y="2859627"/>
                  </a:moveTo>
                  <a:lnTo>
                    <a:pt x="901577" y="2898521"/>
                  </a:lnTo>
                  <a:lnTo>
                    <a:pt x="992565" y="2960057"/>
                  </a:lnTo>
                  <a:close/>
                  <a:moveTo>
                    <a:pt x="803661" y="2708556"/>
                  </a:moveTo>
                  <a:lnTo>
                    <a:pt x="863993" y="2758004"/>
                  </a:lnTo>
                  <a:lnTo>
                    <a:pt x="817669" y="2726869"/>
                  </a:lnTo>
                  <a:close/>
                  <a:moveTo>
                    <a:pt x="900453" y="2790550"/>
                  </a:moveTo>
                  <a:lnTo>
                    <a:pt x="863993" y="2758004"/>
                  </a:lnTo>
                  <a:lnTo>
                    <a:pt x="803661" y="2708556"/>
                  </a:lnTo>
                  <a:close/>
                  <a:moveTo>
                    <a:pt x="803661" y="2708556"/>
                  </a:moveTo>
                  <a:lnTo>
                    <a:pt x="764968" y="2666423"/>
                  </a:lnTo>
                  <a:lnTo>
                    <a:pt x="751619" y="2726869"/>
                  </a:lnTo>
                  <a:close/>
                  <a:moveTo>
                    <a:pt x="549870" y="2293238"/>
                  </a:moveTo>
                  <a:lnTo>
                    <a:pt x="478952" y="2398009"/>
                  </a:lnTo>
                  <a:lnTo>
                    <a:pt x="516432" y="2357959"/>
                  </a:lnTo>
                  <a:close/>
                  <a:moveTo>
                    <a:pt x="516432" y="2357959"/>
                  </a:moveTo>
                  <a:lnTo>
                    <a:pt x="547058" y="2277357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522382" y="2215493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484821" y="2195142"/>
                  </a:lnTo>
                  <a:lnTo>
                    <a:pt x="522382" y="2215493"/>
                  </a:lnTo>
                  <a:close/>
                  <a:moveTo>
                    <a:pt x="1230779" y="3017293"/>
                  </a:moveTo>
                  <a:lnTo>
                    <a:pt x="1322098" y="3090497"/>
                  </a:lnTo>
                  <a:lnTo>
                    <a:pt x="1331125" y="2983066"/>
                  </a:lnTo>
                  <a:close/>
                  <a:moveTo>
                    <a:pt x="1331125" y="2983066"/>
                  </a:moveTo>
                  <a:lnTo>
                    <a:pt x="1425016" y="3031880"/>
                  </a:lnTo>
                  <a:lnTo>
                    <a:pt x="1355709" y="2978857"/>
                  </a:lnTo>
                  <a:close/>
                  <a:moveTo>
                    <a:pt x="958730" y="2688433"/>
                  </a:moveTo>
                  <a:lnTo>
                    <a:pt x="985279" y="2717615"/>
                  </a:lnTo>
                  <a:lnTo>
                    <a:pt x="985157" y="2682188"/>
                  </a:lnTo>
                  <a:close/>
                  <a:moveTo>
                    <a:pt x="985157" y="2682188"/>
                  </a:moveTo>
                  <a:lnTo>
                    <a:pt x="891676" y="2646303"/>
                  </a:lnTo>
                  <a:lnTo>
                    <a:pt x="958730" y="2688433"/>
                  </a:lnTo>
                  <a:close/>
                  <a:moveTo>
                    <a:pt x="904194" y="2587325"/>
                  </a:moveTo>
                  <a:lnTo>
                    <a:pt x="891676" y="2646303"/>
                  </a:lnTo>
                  <a:lnTo>
                    <a:pt x="985157" y="2682188"/>
                  </a:lnTo>
                  <a:close/>
                  <a:moveTo>
                    <a:pt x="972342" y="2592513"/>
                  </a:moveTo>
                  <a:lnTo>
                    <a:pt x="904194" y="2587325"/>
                  </a:lnTo>
                  <a:lnTo>
                    <a:pt x="985157" y="2682188"/>
                  </a:lnTo>
                  <a:close/>
                  <a:moveTo>
                    <a:pt x="587920" y="2262305"/>
                  </a:moveTo>
                  <a:lnTo>
                    <a:pt x="547058" y="2277357"/>
                  </a:lnTo>
                  <a:lnTo>
                    <a:pt x="516432" y="2357959"/>
                  </a:lnTo>
                  <a:close/>
                  <a:moveTo>
                    <a:pt x="484821" y="2195142"/>
                  </a:moveTo>
                  <a:lnTo>
                    <a:pt x="489884" y="2181321"/>
                  </a:lnTo>
                  <a:lnTo>
                    <a:pt x="490026" y="2081113"/>
                  </a:lnTo>
                  <a:close/>
                  <a:moveTo>
                    <a:pt x="1444071" y="2940420"/>
                  </a:moveTo>
                  <a:lnTo>
                    <a:pt x="1355709" y="2978857"/>
                  </a:lnTo>
                  <a:lnTo>
                    <a:pt x="1425016" y="3031880"/>
                  </a:lnTo>
                  <a:close/>
                  <a:moveTo>
                    <a:pt x="515569" y="1992275"/>
                  </a:moveTo>
                  <a:lnTo>
                    <a:pt x="497048" y="2070284"/>
                  </a:lnTo>
                  <a:lnTo>
                    <a:pt x="494281" y="1977563"/>
                  </a:lnTo>
                  <a:close/>
                  <a:moveTo>
                    <a:pt x="1554105" y="2922971"/>
                  </a:moveTo>
                  <a:lnTo>
                    <a:pt x="1493235" y="2819769"/>
                  </a:lnTo>
                  <a:lnTo>
                    <a:pt x="1469081" y="2831411"/>
                  </a:lnTo>
                  <a:close/>
                  <a:moveTo>
                    <a:pt x="1469081" y="2831411"/>
                  </a:moveTo>
                  <a:lnTo>
                    <a:pt x="1489082" y="2841011"/>
                  </a:lnTo>
                  <a:lnTo>
                    <a:pt x="1554105" y="2922971"/>
                  </a:lnTo>
                  <a:close/>
                  <a:moveTo>
                    <a:pt x="1422871" y="2655338"/>
                  </a:moveTo>
                  <a:lnTo>
                    <a:pt x="1354772" y="2617505"/>
                  </a:lnTo>
                  <a:lnTo>
                    <a:pt x="1300441" y="2629574"/>
                  </a:lnTo>
                  <a:close/>
                  <a:moveTo>
                    <a:pt x="1310400" y="2573123"/>
                  </a:moveTo>
                  <a:lnTo>
                    <a:pt x="1300441" y="2629574"/>
                  </a:lnTo>
                  <a:lnTo>
                    <a:pt x="1354772" y="2617505"/>
                  </a:lnTo>
                  <a:close/>
                  <a:moveTo>
                    <a:pt x="1209975" y="2490908"/>
                  </a:moveTo>
                  <a:lnTo>
                    <a:pt x="1208688" y="2565180"/>
                  </a:lnTo>
                  <a:lnTo>
                    <a:pt x="1257598" y="2532844"/>
                  </a:lnTo>
                  <a:close/>
                  <a:moveTo>
                    <a:pt x="1209975" y="2490908"/>
                  </a:moveTo>
                  <a:lnTo>
                    <a:pt x="1168293" y="2529344"/>
                  </a:lnTo>
                  <a:lnTo>
                    <a:pt x="1208688" y="2565180"/>
                  </a:lnTo>
                  <a:close/>
                  <a:moveTo>
                    <a:pt x="1151503" y="2414830"/>
                  </a:moveTo>
                  <a:lnTo>
                    <a:pt x="1144299" y="2413215"/>
                  </a:lnTo>
                  <a:lnTo>
                    <a:pt x="1209975" y="2490908"/>
                  </a:lnTo>
                  <a:close/>
                  <a:moveTo>
                    <a:pt x="1209975" y="2490908"/>
                  </a:moveTo>
                  <a:lnTo>
                    <a:pt x="1144299" y="2413215"/>
                  </a:lnTo>
                  <a:lnTo>
                    <a:pt x="1146509" y="2447129"/>
                  </a:lnTo>
                  <a:close/>
                  <a:moveTo>
                    <a:pt x="1209975" y="2490908"/>
                  </a:moveTo>
                  <a:lnTo>
                    <a:pt x="1146509" y="2447129"/>
                  </a:lnTo>
                  <a:lnTo>
                    <a:pt x="1168293" y="2529344"/>
                  </a:lnTo>
                  <a:close/>
                  <a:moveTo>
                    <a:pt x="1143748" y="2408693"/>
                  </a:moveTo>
                  <a:lnTo>
                    <a:pt x="1087890" y="2392190"/>
                  </a:lnTo>
                  <a:lnTo>
                    <a:pt x="1144299" y="2413215"/>
                  </a:lnTo>
                  <a:close/>
                  <a:moveTo>
                    <a:pt x="1041423" y="2364914"/>
                  </a:moveTo>
                  <a:lnTo>
                    <a:pt x="1087890" y="2392190"/>
                  </a:lnTo>
                  <a:lnTo>
                    <a:pt x="1143748" y="2408693"/>
                  </a:lnTo>
                  <a:close/>
                  <a:moveTo>
                    <a:pt x="1143748" y="2408693"/>
                  </a:moveTo>
                  <a:lnTo>
                    <a:pt x="1144299" y="2413215"/>
                  </a:lnTo>
                  <a:lnTo>
                    <a:pt x="1151503" y="2414830"/>
                  </a:lnTo>
                  <a:close/>
                  <a:moveTo>
                    <a:pt x="1450343" y="2546368"/>
                  </a:moveTo>
                  <a:lnTo>
                    <a:pt x="1373068" y="2548598"/>
                  </a:lnTo>
                  <a:lnTo>
                    <a:pt x="1463582" y="2635697"/>
                  </a:lnTo>
                  <a:close/>
                  <a:moveTo>
                    <a:pt x="1463582" y="2635697"/>
                  </a:moveTo>
                  <a:lnTo>
                    <a:pt x="1511251" y="2557442"/>
                  </a:lnTo>
                  <a:lnTo>
                    <a:pt x="1450343" y="2546368"/>
                  </a:lnTo>
                  <a:close/>
                  <a:moveTo>
                    <a:pt x="1310400" y="2573123"/>
                  </a:moveTo>
                  <a:lnTo>
                    <a:pt x="1354772" y="2617505"/>
                  </a:lnTo>
                  <a:lnTo>
                    <a:pt x="1373068" y="2548598"/>
                  </a:lnTo>
                  <a:close/>
                  <a:moveTo>
                    <a:pt x="1373068" y="2548598"/>
                  </a:moveTo>
                  <a:lnTo>
                    <a:pt x="1257598" y="2532844"/>
                  </a:lnTo>
                  <a:lnTo>
                    <a:pt x="1310400" y="2573123"/>
                  </a:lnTo>
                  <a:close/>
                  <a:moveTo>
                    <a:pt x="1286563" y="2458241"/>
                  </a:moveTo>
                  <a:lnTo>
                    <a:pt x="1257598" y="2532844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25295" y="2452472"/>
                  </a:lnTo>
                  <a:lnTo>
                    <a:pt x="1450343" y="2546368"/>
                  </a:lnTo>
                  <a:close/>
                  <a:moveTo>
                    <a:pt x="1450343" y="2546368"/>
                  </a:moveTo>
                  <a:lnTo>
                    <a:pt x="1425295" y="2452472"/>
                  </a:lnTo>
                  <a:lnTo>
                    <a:pt x="1353534" y="2464387"/>
                  </a:lnTo>
                  <a:close/>
                  <a:moveTo>
                    <a:pt x="1450343" y="2546368"/>
                  </a:moveTo>
                  <a:lnTo>
                    <a:pt x="1353534" y="2464387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50343" y="2546368"/>
                  </a:lnTo>
                  <a:lnTo>
                    <a:pt x="1468876" y="2452472"/>
                  </a:lnTo>
                  <a:close/>
                  <a:moveTo>
                    <a:pt x="1327979" y="2385070"/>
                  </a:moveTo>
                  <a:lnTo>
                    <a:pt x="1286563" y="2458241"/>
                  </a:lnTo>
                  <a:lnTo>
                    <a:pt x="1353534" y="2464387"/>
                  </a:lnTo>
                  <a:close/>
                  <a:moveTo>
                    <a:pt x="1439857" y="2441765"/>
                  </a:moveTo>
                  <a:lnTo>
                    <a:pt x="1348178" y="2408693"/>
                  </a:lnTo>
                  <a:lnTo>
                    <a:pt x="1353534" y="2464387"/>
                  </a:lnTo>
                  <a:close/>
                  <a:moveTo>
                    <a:pt x="1143748" y="2408693"/>
                  </a:moveTo>
                  <a:lnTo>
                    <a:pt x="1151503" y="2414830"/>
                  </a:lnTo>
                  <a:lnTo>
                    <a:pt x="1162787" y="2398185"/>
                  </a:lnTo>
                  <a:close/>
                  <a:moveTo>
                    <a:pt x="906680" y="1841591"/>
                  </a:moveTo>
                  <a:lnTo>
                    <a:pt x="853344" y="1794751"/>
                  </a:lnTo>
                  <a:lnTo>
                    <a:pt x="902773" y="1887834"/>
                  </a:lnTo>
                  <a:close/>
                  <a:moveTo>
                    <a:pt x="1206905" y="2128113"/>
                  </a:moveTo>
                  <a:lnTo>
                    <a:pt x="1283824" y="2085175"/>
                  </a:lnTo>
                  <a:lnTo>
                    <a:pt x="1210494" y="2119715"/>
                  </a:lnTo>
                  <a:close/>
                  <a:moveTo>
                    <a:pt x="1196627" y="2089684"/>
                  </a:moveTo>
                  <a:lnTo>
                    <a:pt x="1210494" y="2119715"/>
                  </a:lnTo>
                  <a:lnTo>
                    <a:pt x="1283824" y="2085175"/>
                  </a:lnTo>
                  <a:close/>
                  <a:moveTo>
                    <a:pt x="1110641" y="1940117"/>
                  </a:moveTo>
                  <a:lnTo>
                    <a:pt x="1107396" y="2002960"/>
                  </a:lnTo>
                  <a:lnTo>
                    <a:pt x="1107231" y="1920745"/>
                  </a:lnTo>
                  <a:close/>
                  <a:moveTo>
                    <a:pt x="1131208" y="2023489"/>
                  </a:moveTo>
                  <a:lnTo>
                    <a:pt x="1107396" y="2002960"/>
                  </a:lnTo>
                  <a:lnTo>
                    <a:pt x="1110641" y="1940117"/>
                  </a:lnTo>
                  <a:close/>
                  <a:moveTo>
                    <a:pt x="853344" y="1794751"/>
                  </a:moveTo>
                  <a:lnTo>
                    <a:pt x="906680" y="1841591"/>
                  </a:lnTo>
                  <a:lnTo>
                    <a:pt x="915233" y="1777612"/>
                  </a:lnTo>
                  <a:close/>
                  <a:moveTo>
                    <a:pt x="915233" y="1777612"/>
                  </a:moveTo>
                  <a:lnTo>
                    <a:pt x="906680" y="1841591"/>
                  </a:lnTo>
                  <a:lnTo>
                    <a:pt x="932914" y="1794751"/>
                  </a:lnTo>
                  <a:close/>
                  <a:moveTo>
                    <a:pt x="915233" y="1777612"/>
                  </a:moveTo>
                  <a:lnTo>
                    <a:pt x="932914" y="1794751"/>
                  </a:lnTo>
                  <a:lnTo>
                    <a:pt x="879300" y="1739222"/>
                  </a:lnTo>
                  <a:close/>
                  <a:moveTo>
                    <a:pt x="1653956" y="2469727"/>
                  </a:moveTo>
                  <a:lnTo>
                    <a:pt x="1683882" y="2377596"/>
                  </a:lnTo>
                  <a:lnTo>
                    <a:pt x="1601589" y="2414035"/>
                  </a:lnTo>
                  <a:close/>
                  <a:moveTo>
                    <a:pt x="1683882" y="2377596"/>
                  </a:moveTo>
                  <a:lnTo>
                    <a:pt x="1777862" y="2439129"/>
                  </a:lnTo>
                  <a:lnTo>
                    <a:pt x="1701151" y="2375599"/>
                  </a:lnTo>
                  <a:close/>
                  <a:moveTo>
                    <a:pt x="1558402" y="2211168"/>
                  </a:moveTo>
                  <a:lnTo>
                    <a:pt x="1502031" y="2249605"/>
                  </a:lnTo>
                  <a:lnTo>
                    <a:pt x="1529725" y="2283905"/>
                  </a:lnTo>
                  <a:close/>
                  <a:moveTo>
                    <a:pt x="1497822" y="2167390"/>
                  </a:moveTo>
                  <a:lnTo>
                    <a:pt x="1558402" y="2211168"/>
                  </a:lnTo>
                  <a:lnTo>
                    <a:pt x="1499729" y="2128953"/>
                  </a:lnTo>
                  <a:close/>
                  <a:moveTo>
                    <a:pt x="1441550" y="2085175"/>
                  </a:moveTo>
                  <a:lnTo>
                    <a:pt x="1499729" y="2128953"/>
                  </a:lnTo>
                  <a:lnTo>
                    <a:pt x="1451298" y="2046738"/>
                  </a:lnTo>
                  <a:close/>
                  <a:moveTo>
                    <a:pt x="1953218" y="2537444"/>
                  </a:moveTo>
                  <a:lnTo>
                    <a:pt x="1880692" y="2538962"/>
                  </a:lnTo>
                  <a:lnTo>
                    <a:pt x="1924851" y="2419377"/>
                  </a:lnTo>
                  <a:close/>
                  <a:moveTo>
                    <a:pt x="1499729" y="2128953"/>
                  </a:moveTo>
                  <a:lnTo>
                    <a:pt x="1578181" y="2202753"/>
                  </a:lnTo>
                  <a:lnTo>
                    <a:pt x="1577032" y="2103595"/>
                  </a:lnTo>
                  <a:close/>
                  <a:moveTo>
                    <a:pt x="1548028" y="2008302"/>
                  </a:moveTo>
                  <a:lnTo>
                    <a:pt x="1577032" y="2103595"/>
                  </a:lnTo>
                  <a:lnTo>
                    <a:pt x="1583408" y="2054210"/>
                  </a:lnTo>
                  <a:close/>
                  <a:moveTo>
                    <a:pt x="1499729" y="2128953"/>
                  </a:moveTo>
                  <a:lnTo>
                    <a:pt x="1577032" y="2103595"/>
                  </a:lnTo>
                  <a:lnTo>
                    <a:pt x="1548028" y="2008302"/>
                  </a:lnTo>
                  <a:close/>
                  <a:moveTo>
                    <a:pt x="1457884" y="1863555"/>
                  </a:moveTo>
                  <a:lnTo>
                    <a:pt x="1417140" y="1872716"/>
                  </a:lnTo>
                  <a:lnTo>
                    <a:pt x="1516149" y="1926087"/>
                  </a:lnTo>
                  <a:close/>
                  <a:moveTo>
                    <a:pt x="1396175" y="1761656"/>
                  </a:moveTo>
                  <a:lnTo>
                    <a:pt x="1361892" y="1800093"/>
                  </a:lnTo>
                  <a:lnTo>
                    <a:pt x="1431256" y="1843872"/>
                  </a:lnTo>
                  <a:close/>
                  <a:moveTo>
                    <a:pt x="1431256" y="1843872"/>
                  </a:moveTo>
                  <a:lnTo>
                    <a:pt x="1417140" y="1872716"/>
                  </a:lnTo>
                  <a:lnTo>
                    <a:pt x="1457884" y="1863555"/>
                  </a:lnTo>
                  <a:close/>
                  <a:moveTo>
                    <a:pt x="2042558" y="2463156"/>
                  </a:moveTo>
                  <a:lnTo>
                    <a:pt x="1924851" y="2419377"/>
                  </a:lnTo>
                  <a:lnTo>
                    <a:pt x="1985977" y="2501592"/>
                  </a:lnTo>
                  <a:close/>
                  <a:moveTo>
                    <a:pt x="1548028" y="2008302"/>
                  </a:moveTo>
                  <a:lnTo>
                    <a:pt x="1583408" y="2054210"/>
                  </a:lnTo>
                  <a:lnTo>
                    <a:pt x="1607730" y="1978546"/>
                  </a:lnTo>
                  <a:close/>
                  <a:moveTo>
                    <a:pt x="1607730" y="1978546"/>
                  </a:moveTo>
                  <a:lnTo>
                    <a:pt x="1583408" y="2054210"/>
                  </a:lnTo>
                  <a:lnTo>
                    <a:pt x="1616545" y="2008302"/>
                  </a:lnTo>
                  <a:close/>
                  <a:moveTo>
                    <a:pt x="1607730" y="1978546"/>
                  </a:moveTo>
                  <a:lnTo>
                    <a:pt x="1616545" y="2008302"/>
                  </a:lnTo>
                  <a:lnTo>
                    <a:pt x="1626287" y="1923959"/>
                  </a:lnTo>
                  <a:close/>
                  <a:moveTo>
                    <a:pt x="1568690" y="1910192"/>
                  </a:moveTo>
                  <a:lnTo>
                    <a:pt x="1607730" y="1978546"/>
                  </a:lnTo>
                  <a:lnTo>
                    <a:pt x="1626287" y="1923959"/>
                  </a:lnTo>
                  <a:close/>
                  <a:moveTo>
                    <a:pt x="1470816" y="1723220"/>
                  </a:moveTo>
                  <a:lnTo>
                    <a:pt x="1461608" y="1836563"/>
                  </a:lnTo>
                  <a:lnTo>
                    <a:pt x="1480272" y="1732056"/>
                  </a:lnTo>
                  <a:close/>
                  <a:moveTo>
                    <a:pt x="1431256" y="1843872"/>
                  </a:moveTo>
                  <a:lnTo>
                    <a:pt x="1461608" y="1836563"/>
                  </a:lnTo>
                  <a:lnTo>
                    <a:pt x="1470816" y="1723220"/>
                  </a:lnTo>
                  <a:close/>
                  <a:moveTo>
                    <a:pt x="1523895" y="1723220"/>
                  </a:moveTo>
                  <a:lnTo>
                    <a:pt x="1480272" y="1732056"/>
                  </a:lnTo>
                  <a:lnTo>
                    <a:pt x="1550344" y="1724923"/>
                  </a:lnTo>
                  <a:close/>
                  <a:moveTo>
                    <a:pt x="1550344" y="1724923"/>
                  </a:moveTo>
                  <a:lnTo>
                    <a:pt x="1480272" y="1732056"/>
                  </a:lnTo>
                  <a:lnTo>
                    <a:pt x="1461608" y="1836563"/>
                  </a:lnTo>
                  <a:close/>
                  <a:moveTo>
                    <a:pt x="1550344" y="1724923"/>
                  </a:moveTo>
                  <a:lnTo>
                    <a:pt x="1461608" y="1836563"/>
                  </a:lnTo>
                  <a:lnTo>
                    <a:pt x="1560462" y="1816789"/>
                  </a:lnTo>
                  <a:close/>
                  <a:moveTo>
                    <a:pt x="1568558" y="1723220"/>
                  </a:moveTo>
                  <a:lnTo>
                    <a:pt x="1550344" y="1724923"/>
                  </a:lnTo>
                  <a:lnTo>
                    <a:pt x="1560462" y="1816789"/>
                  </a:lnTo>
                  <a:close/>
                  <a:moveTo>
                    <a:pt x="1551049" y="1718025"/>
                  </a:moveTo>
                  <a:lnTo>
                    <a:pt x="1550344" y="1724923"/>
                  </a:lnTo>
                  <a:lnTo>
                    <a:pt x="1568558" y="1723220"/>
                  </a:lnTo>
                  <a:close/>
                  <a:moveTo>
                    <a:pt x="1523895" y="1723220"/>
                  </a:moveTo>
                  <a:lnTo>
                    <a:pt x="1550344" y="1724923"/>
                  </a:lnTo>
                  <a:lnTo>
                    <a:pt x="1551049" y="1718025"/>
                  </a:lnTo>
                  <a:close/>
                  <a:moveTo>
                    <a:pt x="2188289" y="2510167"/>
                  </a:moveTo>
                  <a:lnTo>
                    <a:pt x="2253478" y="2457141"/>
                  </a:lnTo>
                  <a:lnTo>
                    <a:pt x="2230328" y="2436490"/>
                  </a:lnTo>
                  <a:close/>
                  <a:moveTo>
                    <a:pt x="2188289" y="2510167"/>
                  </a:moveTo>
                  <a:lnTo>
                    <a:pt x="2230328" y="2436490"/>
                  </a:lnTo>
                  <a:lnTo>
                    <a:pt x="2162932" y="2430690"/>
                  </a:lnTo>
                  <a:close/>
                  <a:moveTo>
                    <a:pt x="2065125" y="2449613"/>
                  </a:moveTo>
                  <a:lnTo>
                    <a:pt x="2162932" y="2430690"/>
                  </a:lnTo>
                  <a:lnTo>
                    <a:pt x="2133826" y="2354261"/>
                  </a:lnTo>
                  <a:close/>
                  <a:moveTo>
                    <a:pt x="2162932" y="2430690"/>
                  </a:moveTo>
                  <a:lnTo>
                    <a:pt x="2230328" y="2436490"/>
                  </a:lnTo>
                  <a:lnTo>
                    <a:pt x="2194955" y="2365156"/>
                  </a:lnTo>
                  <a:close/>
                  <a:moveTo>
                    <a:pt x="2162932" y="2430690"/>
                  </a:moveTo>
                  <a:lnTo>
                    <a:pt x="2194955" y="2365156"/>
                  </a:lnTo>
                  <a:lnTo>
                    <a:pt x="2133826" y="2354261"/>
                  </a:lnTo>
                  <a:close/>
                  <a:moveTo>
                    <a:pt x="1722182" y="1766998"/>
                  </a:moveTo>
                  <a:lnTo>
                    <a:pt x="1655185" y="1828715"/>
                  </a:lnTo>
                  <a:lnTo>
                    <a:pt x="1737236" y="1887650"/>
                  </a:lnTo>
                  <a:close/>
                  <a:moveTo>
                    <a:pt x="1722182" y="1766998"/>
                  </a:moveTo>
                  <a:lnTo>
                    <a:pt x="1737236" y="1887650"/>
                  </a:lnTo>
                  <a:lnTo>
                    <a:pt x="1738599" y="1849214"/>
                  </a:lnTo>
                  <a:close/>
                  <a:moveTo>
                    <a:pt x="1470816" y="1723220"/>
                  </a:moveTo>
                  <a:lnTo>
                    <a:pt x="1480272" y="1732056"/>
                  </a:lnTo>
                  <a:lnTo>
                    <a:pt x="1484852" y="1717575"/>
                  </a:lnTo>
                  <a:close/>
                  <a:moveTo>
                    <a:pt x="1484852" y="1717575"/>
                  </a:moveTo>
                  <a:lnTo>
                    <a:pt x="1480272" y="1732056"/>
                  </a:lnTo>
                  <a:lnTo>
                    <a:pt x="1523895" y="1723220"/>
                  </a:lnTo>
                  <a:close/>
                  <a:moveTo>
                    <a:pt x="1558506" y="1618195"/>
                  </a:moveTo>
                  <a:lnTo>
                    <a:pt x="1523895" y="1723220"/>
                  </a:lnTo>
                  <a:lnTo>
                    <a:pt x="1551049" y="1718025"/>
                  </a:lnTo>
                  <a:close/>
                  <a:moveTo>
                    <a:pt x="1484852" y="1717575"/>
                  </a:moveTo>
                  <a:lnTo>
                    <a:pt x="1523895" y="1723220"/>
                  </a:lnTo>
                  <a:lnTo>
                    <a:pt x="1558506" y="1618195"/>
                  </a:lnTo>
                  <a:close/>
                  <a:moveTo>
                    <a:pt x="1616047" y="1602568"/>
                  </a:moveTo>
                  <a:lnTo>
                    <a:pt x="1551049" y="1718025"/>
                  </a:lnTo>
                  <a:lnTo>
                    <a:pt x="1568558" y="1723220"/>
                  </a:lnTo>
                  <a:close/>
                  <a:moveTo>
                    <a:pt x="1301980" y="1128909"/>
                  </a:moveTo>
                  <a:lnTo>
                    <a:pt x="1223109" y="1208630"/>
                  </a:lnTo>
                  <a:lnTo>
                    <a:pt x="1237405" y="1166134"/>
                  </a:lnTo>
                  <a:close/>
                  <a:moveTo>
                    <a:pt x="2386462" y="2304068"/>
                  </a:moveTo>
                  <a:lnTo>
                    <a:pt x="2424962" y="2399440"/>
                  </a:lnTo>
                  <a:lnTo>
                    <a:pt x="2433460" y="2357548"/>
                  </a:lnTo>
                  <a:close/>
                  <a:moveTo>
                    <a:pt x="2386462" y="2304068"/>
                  </a:moveTo>
                  <a:lnTo>
                    <a:pt x="2337447" y="2277231"/>
                  </a:lnTo>
                  <a:lnTo>
                    <a:pt x="2296413" y="2339008"/>
                  </a:lnTo>
                  <a:close/>
                  <a:moveTo>
                    <a:pt x="1722182" y="1766998"/>
                  </a:moveTo>
                  <a:lnTo>
                    <a:pt x="1820607" y="1738135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702407" y="1661890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806521" y="1737932"/>
                  </a:lnTo>
                  <a:lnTo>
                    <a:pt x="1839608" y="1671533"/>
                  </a:lnTo>
                  <a:close/>
                  <a:moveTo>
                    <a:pt x="1693815" y="1564132"/>
                  </a:moveTo>
                  <a:lnTo>
                    <a:pt x="1702407" y="1661890"/>
                  </a:lnTo>
                  <a:lnTo>
                    <a:pt x="1701715" y="1572277"/>
                  </a:lnTo>
                  <a:close/>
                  <a:moveTo>
                    <a:pt x="1702407" y="1661890"/>
                  </a:moveTo>
                  <a:lnTo>
                    <a:pt x="1787460" y="1653336"/>
                  </a:lnTo>
                  <a:lnTo>
                    <a:pt x="1701715" y="1572277"/>
                  </a:lnTo>
                  <a:close/>
                  <a:moveTo>
                    <a:pt x="1616047" y="1602568"/>
                  </a:moveTo>
                  <a:lnTo>
                    <a:pt x="1693815" y="1564132"/>
                  </a:lnTo>
                  <a:lnTo>
                    <a:pt x="1561113" y="1540448"/>
                  </a:lnTo>
                  <a:close/>
                  <a:moveTo>
                    <a:pt x="1693815" y="1564132"/>
                  </a:moveTo>
                  <a:lnTo>
                    <a:pt x="1605778" y="1492242"/>
                  </a:lnTo>
                  <a:lnTo>
                    <a:pt x="1561113" y="1540448"/>
                  </a:lnTo>
                  <a:close/>
                  <a:moveTo>
                    <a:pt x="379074" y="8788"/>
                  </a:moveTo>
                  <a:lnTo>
                    <a:pt x="403793" y="0"/>
                  </a:lnTo>
                  <a:lnTo>
                    <a:pt x="332834" y="13351"/>
                  </a:lnTo>
                  <a:close/>
                  <a:moveTo>
                    <a:pt x="379074" y="8788"/>
                  </a:moveTo>
                  <a:lnTo>
                    <a:pt x="427288" y="30182"/>
                  </a:lnTo>
                  <a:lnTo>
                    <a:pt x="403793" y="0"/>
                  </a:lnTo>
                  <a:close/>
                  <a:moveTo>
                    <a:pt x="2433460" y="2357548"/>
                  </a:moveTo>
                  <a:lnTo>
                    <a:pt x="2453752" y="2275942"/>
                  </a:lnTo>
                  <a:lnTo>
                    <a:pt x="2386462" y="2304068"/>
                  </a:lnTo>
                  <a:close/>
                  <a:moveTo>
                    <a:pt x="2386462" y="2304068"/>
                  </a:moveTo>
                  <a:lnTo>
                    <a:pt x="2453752" y="2275942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53752" y="2275942"/>
                  </a:lnTo>
                  <a:lnTo>
                    <a:pt x="2428781" y="2196151"/>
                  </a:lnTo>
                  <a:close/>
                  <a:moveTo>
                    <a:pt x="2386462" y="2304068"/>
                  </a:moveTo>
                  <a:lnTo>
                    <a:pt x="2356845" y="2194041"/>
                  </a:lnTo>
                  <a:lnTo>
                    <a:pt x="2337447" y="2277231"/>
                  </a:lnTo>
                  <a:close/>
                  <a:moveTo>
                    <a:pt x="2330820" y="2183417"/>
                  </a:moveTo>
                  <a:lnTo>
                    <a:pt x="2337447" y="2277231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28781" y="2196151"/>
                  </a:lnTo>
                  <a:lnTo>
                    <a:pt x="2305858" y="2135401"/>
                  </a:lnTo>
                  <a:close/>
                  <a:moveTo>
                    <a:pt x="2259520" y="2112481"/>
                  </a:moveTo>
                  <a:lnTo>
                    <a:pt x="2330820" y="2183417"/>
                  </a:lnTo>
                  <a:lnTo>
                    <a:pt x="2356845" y="2194041"/>
                  </a:lnTo>
                  <a:close/>
                  <a:moveTo>
                    <a:pt x="1930271" y="1728562"/>
                  </a:moveTo>
                  <a:lnTo>
                    <a:pt x="1977516" y="1767479"/>
                  </a:lnTo>
                  <a:lnTo>
                    <a:pt x="2020507" y="1713011"/>
                  </a:lnTo>
                  <a:close/>
                  <a:moveTo>
                    <a:pt x="1930271" y="1728562"/>
                  </a:moveTo>
                  <a:lnTo>
                    <a:pt x="2020507" y="1713011"/>
                  </a:lnTo>
                  <a:lnTo>
                    <a:pt x="1981705" y="1690126"/>
                  </a:lnTo>
                  <a:close/>
                  <a:moveTo>
                    <a:pt x="1701234" y="1562752"/>
                  </a:moveTo>
                  <a:lnTo>
                    <a:pt x="1693815" y="1564132"/>
                  </a:lnTo>
                  <a:lnTo>
                    <a:pt x="1701715" y="1572277"/>
                  </a:lnTo>
                  <a:close/>
                  <a:moveTo>
                    <a:pt x="1693815" y="1564132"/>
                  </a:moveTo>
                  <a:lnTo>
                    <a:pt x="1701234" y="1562752"/>
                  </a:lnTo>
                  <a:lnTo>
                    <a:pt x="1727374" y="1453010"/>
                  </a:lnTo>
                  <a:close/>
                  <a:moveTo>
                    <a:pt x="1981705" y="1690126"/>
                  </a:moveTo>
                  <a:lnTo>
                    <a:pt x="2040456" y="1668930"/>
                  </a:lnTo>
                  <a:lnTo>
                    <a:pt x="1946384" y="1607911"/>
                  </a:lnTo>
                  <a:close/>
                  <a:moveTo>
                    <a:pt x="1805658" y="1338265"/>
                  </a:moveTo>
                  <a:lnTo>
                    <a:pt x="1853358" y="1360077"/>
                  </a:lnTo>
                  <a:lnTo>
                    <a:pt x="1861261" y="1253560"/>
                  </a:lnTo>
                  <a:close/>
                  <a:moveTo>
                    <a:pt x="2150919" y="1239350"/>
                  </a:moveTo>
                  <a:lnTo>
                    <a:pt x="2218895" y="1328171"/>
                  </a:lnTo>
                  <a:lnTo>
                    <a:pt x="2167393" y="124595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42" name="Candidate_density__2041">
              <a:extLst>
                <a:ext uri="{FF2B5EF4-FFF2-40B4-BE49-F238E27FC236}">
                  <a16:creationId xmlns:a16="http://schemas.microsoft.com/office/drawing/2014/main" id="{2BD24277-7E15-4BDB-F90D-974CD681637C}"/>
                </a:ext>
              </a:extLst>
            </p:cNvPr>
            <p:cNvSpPr>
              <a:spLocks noGrp="1"/>
            </p:cNvSpPr>
            <p:nvPr/>
          </p:nvSpPr>
          <p:spPr>
            <a:xfrm>
              <a:off x="4383909" y="3323646"/>
              <a:ext cx="2346584" cy="2170420"/>
            </a:xfrm>
            <a:custGeom>
              <a:avLst/>
              <a:gdLst/>
              <a:ahLst/>
              <a:cxnLst/>
              <a:rect l="0" t="0" r="0" b="0"/>
              <a:pathLst>
                <a:path w="2346584" h="2170420">
                  <a:moveTo>
                    <a:pt x="25593" y="1511239"/>
                  </a:moveTo>
                  <a:lnTo>
                    <a:pt x="0" y="1489604"/>
                  </a:lnTo>
                  <a:lnTo>
                    <a:pt x="27680" y="1540234"/>
                  </a:lnTo>
                  <a:close/>
                  <a:moveTo>
                    <a:pt x="602085" y="2004529"/>
                  </a:moveTo>
                  <a:lnTo>
                    <a:pt x="605928" y="2034234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709397" y="2086744"/>
                  </a:lnTo>
                  <a:lnTo>
                    <a:pt x="744879" y="2108775"/>
                  </a:lnTo>
                  <a:close/>
                  <a:moveTo>
                    <a:pt x="709397" y="2086744"/>
                  </a:moveTo>
                  <a:lnTo>
                    <a:pt x="782648" y="2048308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695572" y="1987882"/>
                  </a:lnTo>
                  <a:lnTo>
                    <a:pt x="654740" y="2050422"/>
                  </a:lnTo>
                  <a:close/>
                  <a:moveTo>
                    <a:pt x="649111" y="1966093"/>
                  </a:moveTo>
                  <a:lnTo>
                    <a:pt x="654740" y="2050422"/>
                  </a:lnTo>
                  <a:lnTo>
                    <a:pt x="695572" y="1987882"/>
                  </a:lnTo>
                  <a:close/>
                  <a:moveTo>
                    <a:pt x="649111" y="1966093"/>
                  </a:moveTo>
                  <a:lnTo>
                    <a:pt x="602085" y="2004529"/>
                  </a:lnTo>
                  <a:lnTo>
                    <a:pt x="654740" y="2050422"/>
                  </a:lnTo>
                  <a:close/>
                  <a:moveTo>
                    <a:pt x="602085" y="2004529"/>
                  </a:moveTo>
                  <a:lnTo>
                    <a:pt x="649111" y="1966093"/>
                  </a:lnTo>
                  <a:lnTo>
                    <a:pt x="553535" y="1950691"/>
                  </a:lnTo>
                  <a:close/>
                  <a:moveTo>
                    <a:pt x="649111" y="1966093"/>
                  </a:moveTo>
                  <a:lnTo>
                    <a:pt x="609168" y="1943489"/>
                  </a:lnTo>
                  <a:lnTo>
                    <a:pt x="553535" y="1950691"/>
                  </a:lnTo>
                  <a:close/>
                  <a:moveTo>
                    <a:pt x="553535" y="1950691"/>
                  </a:moveTo>
                  <a:lnTo>
                    <a:pt x="514519" y="1887271"/>
                  </a:lnTo>
                  <a:lnTo>
                    <a:pt x="525558" y="1922314"/>
                  </a:lnTo>
                  <a:close/>
                  <a:moveTo>
                    <a:pt x="525558" y="1922314"/>
                  </a:moveTo>
                  <a:lnTo>
                    <a:pt x="514519" y="1887271"/>
                  </a:lnTo>
                  <a:lnTo>
                    <a:pt x="462152" y="1829752"/>
                  </a:lnTo>
                  <a:close/>
                  <a:moveTo>
                    <a:pt x="967986" y="2170420"/>
                  </a:moveTo>
                  <a:lnTo>
                    <a:pt x="913577" y="2105489"/>
                  </a:lnTo>
                  <a:lnTo>
                    <a:pt x="930405" y="2130523"/>
                  </a:lnTo>
                  <a:close/>
                  <a:moveTo>
                    <a:pt x="938118" y="2122203"/>
                  </a:moveTo>
                  <a:lnTo>
                    <a:pt x="913577" y="2105489"/>
                  </a:lnTo>
                  <a:lnTo>
                    <a:pt x="967986" y="2170420"/>
                  </a:lnTo>
                  <a:close/>
                  <a:moveTo>
                    <a:pt x="1024704" y="2167277"/>
                  </a:moveTo>
                  <a:lnTo>
                    <a:pt x="938118" y="2122203"/>
                  </a:lnTo>
                  <a:lnTo>
                    <a:pt x="967986" y="2170420"/>
                  </a:lnTo>
                  <a:close/>
                  <a:moveTo>
                    <a:pt x="930405" y="2130523"/>
                  </a:moveTo>
                  <a:lnTo>
                    <a:pt x="913577" y="2105489"/>
                  </a:lnTo>
                  <a:lnTo>
                    <a:pt x="863167" y="2046379"/>
                  </a:lnTo>
                  <a:close/>
                  <a:moveTo>
                    <a:pt x="913577" y="2105489"/>
                  </a:moveTo>
                  <a:lnTo>
                    <a:pt x="821093" y="2048308"/>
                  </a:lnTo>
                  <a:lnTo>
                    <a:pt x="863167" y="2046379"/>
                  </a:lnTo>
                  <a:close/>
                  <a:moveTo>
                    <a:pt x="819897" y="1958855"/>
                  </a:moveTo>
                  <a:lnTo>
                    <a:pt x="863167" y="2046379"/>
                  </a:lnTo>
                  <a:lnTo>
                    <a:pt x="819707" y="1966093"/>
                  </a:lnTo>
                  <a:close/>
                  <a:moveTo>
                    <a:pt x="819707" y="1966093"/>
                  </a:moveTo>
                  <a:lnTo>
                    <a:pt x="863167" y="2046379"/>
                  </a:lnTo>
                  <a:lnTo>
                    <a:pt x="821093" y="2048308"/>
                  </a:lnTo>
                  <a:close/>
                  <a:moveTo>
                    <a:pt x="819897" y="1958855"/>
                  </a:moveTo>
                  <a:lnTo>
                    <a:pt x="819707" y="1966093"/>
                  </a:lnTo>
                  <a:lnTo>
                    <a:pt x="788708" y="1946229"/>
                  </a:lnTo>
                  <a:close/>
                  <a:moveTo>
                    <a:pt x="895432" y="1962607"/>
                  </a:moveTo>
                  <a:lnTo>
                    <a:pt x="867365" y="2048308"/>
                  </a:lnTo>
                  <a:lnTo>
                    <a:pt x="863167" y="2046379"/>
                  </a:lnTo>
                  <a:close/>
                  <a:moveTo>
                    <a:pt x="788708" y="1946229"/>
                  </a:moveTo>
                  <a:lnTo>
                    <a:pt x="819707" y="1966093"/>
                  </a:lnTo>
                  <a:lnTo>
                    <a:pt x="743366" y="1887919"/>
                  </a:lnTo>
                  <a:close/>
                  <a:moveTo>
                    <a:pt x="740325" y="1883878"/>
                  </a:moveTo>
                  <a:lnTo>
                    <a:pt x="788708" y="1946229"/>
                  </a:lnTo>
                  <a:lnTo>
                    <a:pt x="743366" y="1887919"/>
                  </a:lnTo>
                  <a:close/>
                  <a:moveTo>
                    <a:pt x="695237" y="1861535"/>
                  </a:moveTo>
                  <a:lnTo>
                    <a:pt x="652140" y="1825498"/>
                  </a:lnTo>
                  <a:lnTo>
                    <a:pt x="611564" y="1768875"/>
                  </a:lnTo>
                  <a:close/>
                  <a:moveTo>
                    <a:pt x="695237" y="1861535"/>
                  </a:moveTo>
                  <a:lnTo>
                    <a:pt x="740325" y="1883878"/>
                  </a:lnTo>
                  <a:lnTo>
                    <a:pt x="652140" y="1825498"/>
                  </a:lnTo>
                  <a:close/>
                  <a:moveTo>
                    <a:pt x="592755" y="1598796"/>
                  </a:moveTo>
                  <a:lnTo>
                    <a:pt x="607652" y="1659163"/>
                  </a:lnTo>
                  <a:lnTo>
                    <a:pt x="662611" y="1649445"/>
                  </a:lnTo>
                  <a:close/>
                  <a:moveTo>
                    <a:pt x="540071" y="1637232"/>
                  </a:moveTo>
                  <a:lnTo>
                    <a:pt x="592755" y="1598796"/>
                  </a:lnTo>
                  <a:lnTo>
                    <a:pt x="525699" y="1631412"/>
                  </a:lnTo>
                  <a:close/>
                  <a:moveTo>
                    <a:pt x="479463" y="1522001"/>
                  </a:moveTo>
                  <a:lnTo>
                    <a:pt x="369748" y="1605652"/>
                  </a:lnTo>
                  <a:lnTo>
                    <a:pt x="446482" y="1613892"/>
                  </a:lnTo>
                  <a:close/>
                  <a:moveTo>
                    <a:pt x="446482" y="1613892"/>
                  </a:moveTo>
                  <a:lnTo>
                    <a:pt x="525699" y="1631412"/>
                  </a:lnTo>
                  <a:lnTo>
                    <a:pt x="557522" y="1535191"/>
                  </a:lnTo>
                  <a:close/>
                  <a:moveTo>
                    <a:pt x="449204" y="1408868"/>
                  </a:moveTo>
                  <a:lnTo>
                    <a:pt x="371523" y="1390587"/>
                  </a:lnTo>
                  <a:lnTo>
                    <a:pt x="377323" y="1437757"/>
                  </a:lnTo>
                  <a:close/>
                  <a:moveTo>
                    <a:pt x="377323" y="1437757"/>
                  </a:moveTo>
                  <a:lnTo>
                    <a:pt x="371523" y="1390587"/>
                  </a:lnTo>
                  <a:lnTo>
                    <a:pt x="349007" y="1360684"/>
                  </a:lnTo>
                  <a:close/>
                  <a:moveTo>
                    <a:pt x="306283" y="1295326"/>
                  </a:moveTo>
                  <a:lnTo>
                    <a:pt x="418069" y="1292460"/>
                  </a:lnTo>
                  <a:lnTo>
                    <a:pt x="390987" y="1269935"/>
                  </a:lnTo>
                  <a:close/>
                  <a:moveTo>
                    <a:pt x="306283" y="1295326"/>
                  </a:moveTo>
                  <a:lnTo>
                    <a:pt x="296095" y="1269935"/>
                  </a:lnTo>
                  <a:lnTo>
                    <a:pt x="311397" y="1352150"/>
                  </a:lnTo>
                  <a:close/>
                  <a:moveTo>
                    <a:pt x="306283" y="1295326"/>
                  </a:moveTo>
                  <a:lnTo>
                    <a:pt x="390987" y="1269935"/>
                  </a:lnTo>
                  <a:lnTo>
                    <a:pt x="327038" y="1230764"/>
                  </a:lnTo>
                  <a:close/>
                  <a:moveTo>
                    <a:pt x="327038" y="1230764"/>
                  </a:moveTo>
                  <a:lnTo>
                    <a:pt x="259355" y="1187720"/>
                  </a:lnTo>
                  <a:lnTo>
                    <a:pt x="306283" y="1295326"/>
                  </a:lnTo>
                  <a:close/>
                  <a:moveTo>
                    <a:pt x="760644" y="1642574"/>
                  </a:moveTo>
                  <a:lnTo>
                    <a:pt x="691219" y="1681011"/>
                  </a:lnTo>
                  <a:lnTo>
                    <a:pt x="759282" y="1732224"/>
                  </a:lnTo>
                  <a:close/>
                  <a:moveTo>
                    <a:pt x="869293" y="1741122"/>
                  </a:moveTo>
                  <a:lnTo>
                    <a:pt x="878988" y="1724789"/>
                  </a:lnTo>
                  <a:lnTo>
                    <a:pt x="836537" y="1742408"/>
                  </a:lnTo>
                  <a:close/>
                  <a:moveTo>
                    <a:pt x="836537" y="1742408"/>
                  </a:moveTo>
                  <a:lnTo>
                    <a:pt x="878988" y="1724789"/>
                  </a:lnTo>
                  <a:lnTo>
                    <a:pt x="803620" y="1682794"/>
                  </a:lnTo>
                  <a:close/>
                  <a:moveTo>
                    <a:pt x="754706" y="1499913"/>
                  </a:moveTo>
                  <a:lnTo>
                    <a:pt x="632362" y="1516580"/>
                  </a:lnTo>
                  <a:lnTo>
                    <a:pt x="670607" y="1581282"/>
                  </a:lnTo>
                  <a:close/>
                  <a:moveTo>
                    <a:pt x="670607" y="1581282"/>
                  </a:moveTo>
                  <a:lnTo>
                    <a:pt x="632362" y="1516580"/>
                  </a:lnTo>
                  <a:lnTo>
                    <a:pt x="635098" y="1510058"/>
                  </a:lnTo>
                  <a:close/>
                  <a:moveTo>
                    <a:pt x="564886" y="1506547"/>
                  </a:moveTo>
                  <a:lnTo>
                    <a:pt x="635098" y="1510058"/>
                  </a:lnTo>
                  <a:lnTo>
                    <a:pt x="625154" y="1509398"/>
                  </a:lnTo>
                  <a:close/>
                  <a:moveTo>
                    <a:pt x="548946" y="1503126"/>
                  </a:moveTo>
                  <a:lnTo>
                    <a:pt x="564886" y="1506547"/>
                  </a:lnTo>
                  <a:lnTo>
                    <a:pt x="625154" y="1509398"/>
                  </a:lnTo>
                  <a:close/>
                  <a:moveTo>
                    <a:pt x="390987" y="1269935"/>
                  </a:moveTo>
                  <a:lnTo>
                    <a:pt x="418069" y="1292460"/>
                  </a:lnTo>
                  <a:lnTo>
                    <a:pt x="425309" y="1313714"/>
                  </a:lnTo>
                  <a:close/>
                  <a:moveTo>
                    <a:pt x="444311" y="1231499"/>
                  </a:moveTo>
                  <a:lnTo>
                    <a:pt x="456465" y="1220813"/>
                  </a:lnTo>
                  <a:lnTo>
                    <a:pt x="390987" y="1269935"/>
                  </a:lnTo>
                  <a:close/>
                  <a:moveTo>
                    <a:pt x="498689" y="1315223"/>
                  </a:moveTo>
                  <a:lnTo>
                    <a:pt x="453116" y="1336638"/>
                  </a:lnTo>
                  <a:lnTo>
                    <a:pt x="418069" y="1292460"/>
                  </a:lnTo>
                  <a:close/>
                  <a:moveTo>
                    <a:pt x="338492" y="1169049"/>
                  </a:moveTo>
                  <a:lnTo>
                    <a:pt x="416401" y="1166302"/>
                  </a:lnTo>
                  <a:lnTo>
                    <a:pt x="393620" y="1084730"/>
                  </a:lnTo>
                  <a:close/>
                  <a:moveTo>
                    <a:pt x="793399" y="1542046"/>
                  </a:moveTo>
                  <a:lnTo>
                    <a:pt x="807407" y="1560360"/>
                  </a:lnTo>
                  <a:lnTo>
                    <a:pt x="754706" y="1499913"/>
                  </a:lnTo>
                  <a:close/>
                  <a:moveTo>
                    <a:pt x="539609" y="1126729"/>
                  </a:moveTo>
                  <a:lnTo>
                    <a:pt x="571998" y="1149283"/>
                  </a:lnTo>
                  <a:lnTo>
                    <a:pt x="566999" y="1204552"/>
                  </a:lnTo>
                  <a:close/>
                  <a:moveTo>
                    <a:pt x="446173" y="946417"/>
                  </a:moveTo>
                  <a:lnTo>
                    <a:pt x="433979" y="984854"/>
                  </a:lnTo>
                  <a:lnTo>
                    <a:pt x="474559" y="1028632"/>
                  </a:lnTo>
                  <a:close/>
                  <a:moveTo>
                    <a:pt x="1220517" y="1850783"/>
                  </a:moveTo>
                  <a:lnTo>
                    <a:pt x="1281121" y="1932998"/>
                  </a:lnTo>
                  <a:lnTo>
                    <a:pt x="1311836" y="1923987"/>
                  </a:lnTo>
                  <a:close/>
                  <a:moveTo>
                    <a:pt x="1311836" y="1923987"/>
                  </a:moveTo>
                  <a:lnTo>
                    <a:pt x="1310205" y="1932998"/>
                  </a:lnTo>
                  <a:lnTo>
                    <a:pt x="1320863" y="1816557"/>
                  </a:lnTo>
                  <a:close/>
                  <a:moveTo>
                    <a:pt x="893932" y="1420815"/>
                  </a:moveTo>
                  <a:lnTo>
                    <a:pt x="807258" y="1481190"/>
                  </a:lnTo>
                  <a:lnTo>
                    <a:pt x="881414" y="1479793"/>
                  </a:lnTo>
                  <a:close/>
                  <a:moveTo>
                    <a:pt x="893932" y="1420815"/>
                  </a:moveTo>
                  <a:lnTo>
                    <a:pt x="814949" y="1424435"/>
                  </a:lnTo>
                  <a:lnTo>
                    <a:pt x="807258" y="1481190"/>
                  </a:lnTo>
                  <a:close/>
                  <a:moveTo>
                    <a:pt x="842206" y="1319056"/>
                  </a:moveTo>
                  <a:lnTo>
                    <a:pt x="823359" y="1326189"/>
                  </a:lnTo>
                  <a:lnTo>
                    <a:pt x="887410" y="1326024"/>
                  </a:lnTo>
                  <a:close/>
                  <a:moveTo>
                    <a:pt x="887410" y="1326024"/>
                  </a:moveTo>
                  <a:lnTo>
                    <a:pt x="823359" y="1326189"/>
                  </a:lnTo>
                  <a:lnTo>
                    <a:pt x="814949" y="1424435"/>
                  </a:lnTo>
                  <a:close/>
                  <a:moveTo>
                    <a:pt x="893932" y="1420815"/>
                  </a:moveTo>
                  <a:lnTo>
                    <a:pt x="933164" y="1349419"/>
                  </a:lnTo>
                  <a:lnTo>
                    <a:pt x="887410" y="1326024"/>
                  </a:lnTo>
                  <a:close/>
                  <a:moveTo>
                    <a:pt x="474559" y="1028632"/>
                  </a:moveTo>
                  <a:lnTo>
                    <a:pt x="536796" y="1110847"/>
                  </a:lnTo>
                  <a:lnTo>
                    <a:pt x="599825" y="1047747"/>
                  </a:lnTo>
                  <a:close/>
                  <a:moveTo>
                    <a:pt x="599825" y="1047747"/>
                  </a:moveTo>
                  <a:lnTo>
                    <a:pt x="536796" y="1110847"/>
                  </a:lnTo>
                  <a:lnTo>
                    <a:pt x="577658" y="1095795"/>
                  </a:lnTo>
                  <a:close/>
                  <a:moveTo>
                    <a:pt x="479622" y="1014812"/>
                  </a:moveTo>
                  <a:lnTo>
                    <a:pt x="474559" y="1028632"/>
                  </a:lnTo>
                  <a:lnTo>
                    <a:pt x="599825" y="1047747"/>
                  </a:lnTo>
                  <a:close/>
                  <a:moveTo>
                    <a:pt x="985531" y="1206754"/>
                  </a:moveTo>
                  <a:lnTo>
                    <a:pt x="962928" y="1290700"/>
                  </a:lnTo>
                  <a:lnTo>
                    <a:pt x="1031161" y="1198405"/>
                  </a:lnTo>
                  <a:close/>
                  <a:moveTo>
                    <a:pt x="985531" y="1206754"/>
                  </a:moveTo>
                  <a:lnTo>
                    <a:pt x="868735" y="1154626"/>
                  </a:lnTo>
                  <a:lnTo>
                    <a:pt x="903332" y="1131337"/>
                  </a:lnTo>
                  <a:close/>
                  <a:moveTo>
                    <a:pt x="1300138" y="1406614"/>
                  </a:moveTo>
                  <a:lnTo>
                    <a:pt x="1270627" y="1445050"/>
                  </a:lnTo>
                  <a:lnTo>
                    <a:pt x="1290180" y="1463064"/>
                  </a:lnTo>
                  <a:close/>
                  <a:moveTo>
                    <a:pt x="1270627" y="1445050"/>
                  </a:moveTo>
                  <a:lnTo>
                    <a:pt x="1300138" y="1406614"/>
                  </a:lnTo>
                  <a:lnTo>
                    <a:pt x="1198426" y="1398670"/>
                  </a:lnTo>
                  <a:close/>
                  <a:moveTo>
                    <a:pt x="1300138" y="1406614"/>
                  </a:moveTo>
                  <a:lnTo>
                    <a:pt x="1247336" y="1366335"/>
                  </a:lnTo>
                  <a:lnTo>
                    <a:pt x="1198426" y="1398670"/>
                  </a:lnTo>
                  <a:close/>
                  <a:moveTo>
                    <a:pt x="1077628" y="1225681"/>
                  </a:moveTo>
                  <a:lnTo>
                    <a:pt x="1136247" y="1280620"/>
                  </a:lnTo>
                  <a:lnTo>
                    <a:pt x="1134037" y="1246706"/>
                  </a:lnTo>
                  <a:close/>
                  <a:moveTo>
                    <a:pt x="986417" y="1105942"/>
                  </a:moveTo>
                  <a:lnTo>
                    <a:pt x="1042174" y="1156585"/>
                  </a:lnTo>
                  <a:lnTo>
                    <a:pt x="948289" y="1077753"/>
                  </a:lnTo>
                  <a:close/>
                  <a:moveTo>
                    <a:pt x="1045654" y="1159968"/>
                  </a:moveTo>
                  <a:lnTo>
                    <a:pt x="1031161" y="1198405"/>
                  </a:lnTo>
                  <a:lnTo>
                    <a:pt x="1133486" y="1242183"/>
                  </a:lnTo>
                  <a:close/>
                  <a:moveTo>
                    <a:pt x="1045654" y="1159968"/>
                  </a:moveTo>
                  <a:lnTo>
                    <a:pt x="1059537" y="1158044"/>
                  </a:lnTo>
                  <a:lnTo>
                    <a:pt x="1031161" y="1198405"/>
                  </a:lnTo>
                  <a:close/>
                  <a:moveTo>
                    <a:pt x="1045654" y="1159968"/>
                  </a:moveTo>
                  <a:lnTo>
                    <a:pt x="1042174" y="1156585"/>
                  </a:lnTo>
                  <a:lnTo>
                    <a:pt x="986417" y="1105942"/>
                  </a:lnTo>
                  <a:close/>
                  <a:moveTo>
                    <a:pt x="1482974" y="1653259"/>
                  </a:moveTo>
                  <a:lnTo>
                    <a:pt x="1564710" y="1716971"/>
                  </a:lnTo>
                  <a:lnTo>
                    <a:pt x="1554366" y="1614822"/>
                  </a:lnTo>
                  <a:close/>
                  <a:moveTo>
                    <a:pt x="1297734" y="1203747"/>
                  </a:moveTo>
                  <a:lnTo>
                    <a:pt x="1278062" y="1266011"/>
                  </a:lnTo>
                  <a:lnTo>
                    <a:pt x="1317718" y="1218560"/>
                  </a:lnTo>
                  <a:close/>
                  <a:moveTo>
                    <a:pt x="1317718" y="1218560"/>
                  </a:moveTo>
                  <a:lnTo>
                    <a:pt x="1278062" y="1266011"/>
                  </a:lnTo>
                  <a:lnTo>
                    <a:pt x="1276301" y="1291731"/>
                  </a:lnTo>
                  <a:close/>
                  <a:moveTo>
                    <a:pt x="1343272" y="1297877"/>
                  </a:moveTo>
                  <a:lnTo>
                    <a:pt x="1337916" y="1242183"/>
                  </a:lnTo>
                  <a:lnTo>
                    <a:pt x="1317718" y="1218560"/>
                  </a:lnTo>
                  <a:close/>
                  <a:moveTo>
                    <a:pt x="1208448" y="1203747"/>
                  </a:moveTo>
                  <a:lnTo>
                    <a:pt x="1245852" y="1145585"/>
                  </a:lnTo>
                  <a:lnTo>
                    <a:pt x="1231752" y="1127765"/>
                  </a:lnTo>
                  <a:close/>
                  <a:moveTo>
                    <a:pt x="1245852" y="1145585"/>
                  </a:moveTo>
                  <a:lnTo>
                    <a:pt x="1297734" y="1203747"/>
                  </a:lnTo>
                  <a:lnTo>
                    <a:pt x="1231752" y="1127765"/>
                  </a:lnTo>
                  <a:close/>
                  <a:moveTo>
                    <a:pt x="892512" y="721324"/>
                  </a:moveTo>
                  <a:lnTo>
                    <a:pt x="800946" y="635081"/>
                  </a:lnTo>
                  <a:lnTo>
                    <a:pt x="792168" y="742310"/>
                  </a:lnTo>
                  <a:close/>
                  <a:moveTo>
                    <a:pt x="896418" y="675081"/>
                  </a:moveTo>
                  <a:lnTo>
                    <a:pt x="892512" y="721324"/>
                  </a:lnTo>
                  <a:lnTo>
                    <a:pt x="922652" y="628241"/>
                  </a:lnTo>
                  <a:close/>
                  <a:moveTo>
                    <a:pt x="1278491" y="1189859"/>
                  </a:moveTo>
                  <a:lnTo>
                    <a:pt x="1297734" y="1203747"/>
                  </a:lnTo>
                  <a:lnTo>
                    <a:pt x="1245852" y="1145585"/>
                  </a:lnTo>
                  <a:close/>
                  <a:moveTo>
                    <a:pt x="1319996" y="928935"/>
                  </a:moveTo>
                  <a:lnTo>
                    <a:pt x="1273563" y="918665"/>
                  </a:lnTo>
                  <a:lnTo>
                    <a:pt x="1196644" y="961603"/>
                  </a:lnTo>
                  <a:close/>
                  <a:moveTo>
                    <a:pt x="1240168" y="909131"/>
                  </a:moveTo>
                  <a:lnTo>
                    <a:pt x="1174425" y="874094"/>
                  </a:lnTo>
                  <a:lnTo>
                    <a:pt x="1273563" y="918665"/>
                  </a:lnTo>
                  <a:close/>
                  <a:moveTo>
                    <a:pt x="1673621" y="1211086"/>
                  </a:moveTo>
                  <a:lnTo>
                    <a:pt x="1643694" y="1303217"/>
                  </a:lnTo>
                  <a:lnTo>
                    <a:pt x="1767600" y="1272619"/>
                  </a:lnTo>
                  <a:close/>
                  <a:moveTo>
                    <a:pt x="1273563" y="918665"/>
                  </a:moveTo>
                  <a:lnTo>
                    <a:pt x="1319996" y="928935"/>
                  </a:lnTo>
                  <a:lnTo>
                    <a:pt x="1324155" y="913051"/>
                  </a:lnTo>
                  <a:close/>
                  <a:moveTo>
                    <a:pt x="1324155" y="913051"/>
                  </a:moveTo>
                  <a:lnTo>
                    <a:pt x="1319996" y="928935"/>
                  </a:lnTo>
                  <a:lnTo>
                    <a:pt x="1346233" y="918665"/>
                  </a:lnTo>
                  <a:close/>
                  <a:moveTo>
                    <a:pt x="1301915" y="715798"/>
                  </a:moveTo>
                  <a:lnTo>
                    <a:pt x="1307738" y="726213"/>
                  </a:lnTo>
                  <a:lnTo>
                    <a:pt x="1176970" y="672844"/>
                  </a:lnTo>
                  <a:close/>
                  <a:moveTo>
                    <a:pt x="1720628" y="1272963"/>
                  </a:moveTo>
                  <a:lnTo>
                    <a:pt x="1767260" y="1291304"/>
                  </a:lnTo>
                  <a:lnTo>
                    <a:pt x="1677421" y="1214110"/>
                  </a:lnTo>
                  <a:close/>
                  <a:moveTo>
                    <a:pt x="1690889" y="1209089"/>
                  </a:moveTo>
                  <a:lnTo>
                    <a:pt x="1767600" y="1272619"/>
                  </a:lnTo>
                  <a:lnTo>
                    <a:pt x="1764909" y="1197463"/>
                  </a:lnTo>
                  <a:close/>
                  <a:moveTo>
                    <a:pt x="1764938" y="1097347"/>
                  </a:moveTo>
                  <a:lnTo>
                    <a:pt x="1687643" y="1099594"/>
                  </a:lnTo>
                  <a:lnTo>
                    <a:pt x="1764909" y="1197463"/>
                  </a:lnTo>
                  <a:close/>
                  <a:moveTo>
                    <a:pt x="1687643" y="1099594"/>
                  </a:moveTo>
                  <a:lnTo>
                    <a:pt x="1764938" y="1097347"/>
                  </a:lnTo>
                  <a:lnTo>
                    <a:pt x="1658364" y="1023305"/>
                  </a:lnTo>
                  <a:close/>
                  <a:moveTo>
                    <a:pt x="1567919" y="1036244"/>
                  </a:moveTo>
                  <a:lnTo>
                    <a:pt x="1658364" y="1023305"/>
                  </a:lnTo>
                  <a:lnTo>
                    <a:pt x="1640200" y="937980"/>
                  </a:lnTo>
                  <a:close/>
                  <a:moveTo>
                    <a:pt x="1606284" y="841792"/>
                  </a:moveTo>
                  <a:lnTo>
                    <a:pt x="1573146" y="887700"/>
                  </a:lnTo>
                  <a:lnTo>
                    <a:pt x="1615004" y="858372"/>
                  </a:lnTo>
                  <a:close/>
                  <a:moveTo>
                    <a:pt x="2032296" y="1296646"/>
                  </a:moveTo>
                  <a:lnTo>
                    <a:pt x="1911288" y="1239144"/>
                  </a:lnTo>
                  <a:lnTo>
                    <a:pt x="1914589" y="1252868"/>
                  </a:lnTo>
                  <a:close/>
                  <a:moveTo>
                    <a:pt x="1855991" y="1170653"/>
                  </a:moveTo>
                  <a:lnTo>
                    <a:pt x="1911288" y="1239144"/>
                  </a:lnTo>
                  <a:lnTo>
                    <a:pt x="1820530" y="1152243"/>
                  </a:lnTo>
                  <a:close/>
                  <a:moveTo>
                    <a:pt x="1782413" y="1083140"/>
                  </a:moveTo>
                  <a:lnTo>
                    <a:pt x="1820530" y="1152243"/>
                  </a:lnTo>
                  <a:lnTo>
                    <a:pt x="1728492" y="1066384"/>
                  </a:lnTo>
                  <a:close/>
                  <a:moveTo>
                    <a:pt x="2220066" y="1269981"/>
                  </a:moveTo>
                  <a:lnTo>
                    <a:pt x="2243217" y="1290631"/>
                  </a:lnTo>
                  <a:lnTo>
                    <a:pt x="2265102" y="1378861"/>
                  </a:lnTo>
                  <a:close/>
                  <a:moveTo>
                    <a:pt x="2058160" y="1180330"/>
                  </a:moveTo>
                  <a:lnTo>
                    <a:pt x="2123564" y="1187752"/>
                  </a:lnTo>
                  <a:lnTo>
                    <a:pt x="2030045" y="1103095"/>
                  </a:lnTo>
                  <a:close/>
                  <a:moveTo>
                    <a:pt x="1726975" y="721140"/>
                  </a:moveTo>
                  <a:lnTo>
                    <a:pt x="1739847" y="738449"/>
                  </a:lnTo>
                  <a:lnTo>
                    <a:pt x="1728337" y="682704"/>
                  </a:lnTo>
                  <a:close/>
                  <a:moveTo>
                    <a:pt x="1322375" y="77019"/>
                  </a:moveTo>
                  <a:lnTo>
                    <a:pt x="1242567" y="57288"/>
                  </a:lnTo>
                  <a:lnTo>
                    <a:pt x="1270513" y="98320"/>
                  </a:lnTo>
                  <a:close/>
                  <a:moveTo>
                    <a:pt x="2248336" y="1094569"/>
                  </a:moveTo>
                  <a:lnTo>
                    <a:pt x="2194911" y="1090247"/>
                  </a:lnTo>
                  <a:lnTo>
                    <a:pt x="2286151" y="1172499"/>
                  </a:lnTo>
                  <a:close/>
                  <a:moveTo>
                    <a:pt x="2327186" y="1110722"/>
                  </a:moveTo>
                  <a:lnTo>
                    <a:pt x="2248336" y="1094569"/>
                  </a:lnTo>
                  <a:lnTo>
                    <a:pt x="2286151" y="1172499"/>
                  </a:lnTo>
                  <a:close/>
                  <a:moveTo>
                    <a:pt x="2175193" y="1036303"/>
                  </a:moveTo>
                  <a:lnTo>
                    <a:pt x="2194911" y="1090247"/>
                  </a:lnTo>
                  <a:lnTo>
                    <a:pt x="2155731" y="1061508"/>
                  </a:lnTo>
                  <a:close/>
                  <a:moveTo>
                    <a:pt x="1796259" y="571423"/>
                  </a:moveTo>
                  <a:lnTo>
                    <a:pt x="1800641" y="600489"/>
                  </a:lnTo>
                  <a:lnTo>
                    <a:pt x="1829346" y="505023"/>
                  </a:lnTo>
                  <a:close/>
                  <a:moveTo>
                    <a:pt x="1777199" y="486826"/>
                  </a:moveTo>
                  <a:lnTo>
                    <a:pt x="1776651" y="445649"/>
                  </a:lnTo>
                  <a:lnTo>
                    <a:pt x="1691453" y="405767"/>
                  </a:lnTo>
                  <a:close/>
                  <a:moveTo>
                    <a:pt x="1776651" y="445649"/>
                  </a:moveTo>
                  <a:lnTo>
                    <a:pt x="1777199" y="486826"/>
                  </a:lnTo>
                  <a:lnTo>
                    <a:pt x="1779486" y="397622"/>
                  </a:lnTo>
                  <a:close/>
                  <a:moveTo>
                    <a:pt x="1339187" y="0"/>
                  </a:moveTo>
                  <a:lnTo>
                    <a:pt x="1322375" y="77019"/>
                  </a:lnTo>
                  <a:lnTo>
                    <a:pt x="1409843" y="103242"/>
                  </a:lnTo>
                  <a:close/>
                  <a:moveTo>
                    <a:pt x="2248336" y="1094569"/>
                  </a:moveTo>
                  <a:lnTo>
                    <a:pt x="2327186" y="1110722"/>
                  </a:lnTo>
                  <a:lnTo>
                    <a:pt x="2320558" y="1016907"/>
                  </a:lnTo>
                  <a:close/>
                  <a:moveTo>
                    <a:pt x="2249258" y="945972"/>
                  </a:moveTo>
                  <a:lnTo>
                    <a:pt x="2346584" y="1027531"/>
                  </a:lnTo>
                  <a:lnTo>
                    <a:pt x="2295597" y="968891"/>
                  </a:lnTo>
                  <a:close/>
                  <a:moveTo>
                    <a:pt x="2185499" y="937214"/>
                  </a:moveTo>
                  <a:lnTo>
                    <a:pt x="2249258" y="945972"/>
                  </a:lnTo>
                  <a:lnTo>
                    <a:pt x="2204586" y="930996"/>
                  </a:lnTo>
                  <a:close/>
                  <a:moveTo>
                    <a:pt x="2249258" y="945972"/>
                  </a:moveTo>
                  <a:lnTo>
                    <a:pt x="2295597" y="968891"/>
                  </a:lnTo>
                  <a:lnTo>
                    <a:pt x="2288212" y="965004"/>
                  </a:lnTo>
                  <a:close/>
                  <a:moveTo>
                    <a:pt x="1967254" y="600969"/>
                  </a:moveTo>
                  <a:lnTo>
                    <a:pt x="2092993" y="577222"/>
                  </a:lnTo>
                  <a:lnTo>
                    <a:pt x="2010245" y="546502"/>
                  </a:lnTo>
                  <a:close/>
                  <a:moveTo>
                    <a:pt x="1775733" y="387925"/>
                  </a:moveTo>
                  <a:lnTo>
                    <a:pt x="1691453" y="405767"/>
                  </a:lnTo>
                  <a:lnTo>
                    <a:pt x="1776651" y="445649"/>
                  </a:lnTo>
                  <a:close/>
                  <a:moveTo>
                    <a:pt x="1775733" y="387925"/>
                  </a:moveTo>
                  <a:lnTo>
                    <a:pt x="1690972" y="396242"/>
                  </a:lnTo>
                  <a:lnTo>
                    <a:pt x="1691453" y="405767"/>
                  </a:lnTo>
                  <a:close/>
                  <a:moveTo>
                    <a:pt x="1690972" y="396242"/>
                  </a:moveTo>
                  <a:lnTo>
                    <a:pt x="1775733" y="387925"/>
                  </a:lnTo>
                  <a:lnTo>
                    <a:pt x="1717112" y="286500"/>
                  </a:lnTo>
                  <a:close/>
                  <a:moveTo>
                    <a:pt x="1775733" y="387925"/>
                  </a:moveTo>
                  <a:lnTo>
                    <a:pt x="1795290" y="300133"/>
                  </a:lnTo>
                  <a:lnTo>
                    <a:pt x="1717112" y="286500"/>
                  </a:lnTo>
                  <a:close/>
                  <a:moveTo>
                    <a:pt x="1971443" y="523616"/>
                  </a:moveTo>
                  <a:lnTo>
                    <a:pt x="2010245" y="546502"/>
                  </a:lnTo>
                  <a:lnTo>
                    <a:pt x="2030195" y="502421"/>
                  </a:lnTo>
                  <a:close/>
                  <a:moveTo>
                    <a:pt x="1936123" y="441401"/>
                  </a:moveTo>
                  <a:lnTo>
                    <a:pt x="1940592" y="414582"/>
                  </a:lnTo>
                  <a:lnTo>
                    <a:pt x="1900664" y="346951"/>
                  </a:lnTo>
                  <a:close/>
                  <a:moveTo>
                    <a:pt x="1795290" y="300133"/>
                  </a:moveTo>
                  <a:lnTo>
                    <a:pt x="1816619" y="254593"/>
                  </a:lnTo>
                  <a:lnTo>
                    <a:pt x="1717112" y="286500"/>
                  </a:lnTo>
                  <a:close/>
                  <a:moveTo>
                    <a:pt x="1795396" y="171755"/>
                  </a:moveTo>
                  <a:lnTo>
                    <a:pt x="1816619" y="254593"/>
                  </a:lnTo>
                  <a:lnTo>
                    <a:pt x="1843096" y="193567"/>
                  </a:lnTo>
                  <a:close/>
                  <a:moveTo>
                    <a:pt x="2157131" y="79446"/>
                  </a:moveTo>
                  <a:lnTo>
                    <a:pt x="2179076" y="102198"/>
                  </a:lnTo>
                  <a:lnTo>
                    <a:pt x="2079902" y="221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43" name="Candidate_density__2042">
              <a:extLst>
                <a:ext uri="{FF2B5EF4-FFF2-40B4-BE49-F238E27FC236}">
                  <a16:creationId xmlns:a16="http://schemas.microsoft.com/office/drawing/2014/main" id="{D821FE78-EA71-91D6-1ACE-170D3192D427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170487"/>
              <a:ext cx="2167055" cy="2946707"/>
            </a:xfrm>
            <a:custGeom>
              <a:avLst/>
              <a:gdLst/>
              <a:ahLst/>
              <a:cxnLst/>
              <a:rect l="0" t="0" r="0" b="0"/>
              <a:pathLst>
                <a:path w="2167055" h="2946707">
                  <a:moveTo>
                    <a:pt x="42885" y="2550798"/>
                  </a:moveTo>
                  <a:lnTo>
                    <a:pt x="0" y="2620619"/>
                  </a:lnTo>
                  <a:lnTo>
                    <a:pt x="29684" y="2582183"/>
                  </a:lnTo>
                  <a:close/>
                  <a:moveTo>
                    <a:pt x="42885" y="2550798"/>
                  </a:moveTo>
                  <a:lnTo>
                    <a:pt x="881" y="2608956"/>
                  </a:lnTo>
                  <a:lnTo>
                    <a:pt x="0" y="2620619"/>
                  </a:lnTo>
                  <a:close/>
                  <a:moveTo>
                    <a:pt x="881" y="2608956"/>
                  </a:moveTo>
                  <a:lnTo>
                    <a:pt x="42885" y="2550798"/>
                  </a:lnTo>
                  <a:lnTo>
                    <a:pt x="18474" y="2538404"/>
                  </a:lnTo>
                  <a:close/>
                  <a:moveTo>
                    <a:pt x="83741" y="2424898"/>
                  </a:moveTo>
                  <a:lnTo>
                    <a:pt x="18474" y="2538404"/>
                  </a:lnTo>
                  <a:lnTo>
                    <a:pt x="48570" y="2499968"/>
                  </a:lnTo>
                  <a:close/>
                  <a:moveTo>
                    <a:pt x="138745" y="2415344"/>
                  </a:moveTo>
                  <a:lnTo>
                    <a:pt x="169620" y="2379316"/>
                  </a:lnTo>
                  <a:lnTo>
                    <a:pt x="129938" y="2417752"/>
                  </a:lnTo>
                  <a:close/>
                  <a:moveTo>
                    <a:pt x="387246" y="2590916"/>
                  </a:moveTo>
                  <a:lnTo>
                    <a:pt x="418212" y="2587525"/>
                  </a:lnTo>
                  <a:lnTo>
                    <a:pt x="459128" y="2562027"/>
                  </a:lnTo>
                  <a:close/>
                  <a:moveTo>
                    <a:pt x="316207" y="2448485"/>
                  </a:moveTo>
                  <a:lnTo>
                    <a:pt x="269278" y="2340879"/>
                  </a:lnTo>
                  <a:lnTo>
                    <a:pt x="234012" y="2354623"/>
                  </a:lnTo>
                  <a:close/>
                  <a:moveTo>
                    <a:pt x="234012" y="2354623"/>
                  </a:moveTo>
                  <a:lnTo>
                    <a:pt x="257735" y="2366368"/>
                  </a:lnTo>
                  <a:lnTo>
                    <a:pt x="316207" y="2448485"/>
                  </a:lnTo>
                  <a:close/>
                  <a:moveTo>
                    <a:pt x="680531" y="2734441"/>
                  </a:moveTo>
                  <a:lnTo>
                    <a:pt x="672534" y="2802604"/>
                  </a:lnTo>
                  <a:lnTo>
                    <a:pt x="751280" y="2713519"/>
                  </a:lnTo>
                  <a:close/>
                  <a:moveTo>
                    <a:pt x="751280" y="2713519"/>
                  </a:moveTo>
                  <a:lnTo>
                    <a:pt x="701142" y="2834170"/>
                  </a:lnTo>
                  <a:lnTo>
                    <a:pt x="770568" y="2795734"/>
                  </a:lnTo>
                  <a:close/>
                  <a:moveTo>
                    <a:pt x="602679" y="2751955"/>
                  </a:moveTo>
                  <a:lnTo>
                    <a:pt x="672534" y="2802604"/>
                  </a:lnTo>
                  <a:lnTo>
                    <a:pt x="680531" y="2734441"/>
                  </a:lnTo>
                  <a:close/>
                  <a:moveTo>
                    <a:pt x="574809" y="2659706"/>
                  </a:moveTo>
                  <a:lnTo>
                    <a:pt x="567445" y="2688350"/>
                  </a:lnTo>
                  <a:lnTo>
                    <a:pt x="680531" y="2734441"/>
                  </a:lnTo>
                  <a:close/>
                  <a:moveTo>
                    <a:pt x="680531" y="2734441"/>
                  </a:moveTo>
                  <a:lnTo>
                    <a:pt x="751280" y="2713519"/>
                  </a:lnTo>
                  <a:lnTo>
                    <a:pt x="764630" y="2653072"/>
                  </a:lnTo>
                  <a:close/>
                  <a:moveTo>
                    <a:pt x="418212" y="2587525"/>
                  </a:moveTo>
                  <a:lnTo>
                    <a:pt x="491188" y="2667096"/>
                  </a:lnTo>
                  <a:lnTo>
                    <a:pt x="482609" y="2573979"/>
                  </a:lnTo>
                  <a:close/>
                  <a:moveTo>
                    <a:pt x="491188" y="2667096"/>
                  </a:moveTo>
                  <a:lnTo>
                    <a:pt x="574809" y="2659706"/>
                  </a:lnTo>
                  <a:lnTo>
                    <a:pt x="482609" y="2573979"/>
                  </a:lnTo>
                  <a:close/>
                  <a:moveTo>
                    <a:pt x="418212" y="2587525"/>
                  </a:moveTo>
                  <a:lnTo>
                    <a:pt x="482609" y="2573979"/>
                  </a:lnTo>
                  <a:lnTo>
                    <a:pt x="459128" y="2562027"/>
                  </a:lnTo>
                  <a:close/>
                  <a:moveTo>
                    <a:pt x="269278" y="2340879"/>
                  </a:moveTo>
                  <a:lnTo>
                    <a:pt x="336961" y="2383923"/>
                  </a:lnTo>
                  <a:lnTo>
                    <a:pt x="348415" y="2322208"/>
                  </a:lnTo>
                  <a:close/>
                  <a:moveTo>
                    <a:pt x="243775" y="2258664"/>
                  </a:moveTo>
                  <a:lnTo>
                    <a:pt x="348415" y="2322208"/>
                  </a:lnTo>
                  <a:lnTo>
                    <a:pt x="341613" y="2227646"/>
                  </a:lnTo>
                  <a:close/>
                  <a:moveTo>
                    <a:pt x="1012795" y="2846276"/>
                  </a:moveTo>
                  <a:lnTo>
                    <a:pt x="992227" y="2946707"/>
                  </a:lnTo>
                  <a:lnTo>
                    <a:pt x="1101377" y="2934945"/>
                  </a:lnTo>
                  <a:close/>
                  <a:moveTo>
                    <a:pt x="1094231" y="2840662"/>
                  </a:moveTo>
                  <a:lnTo>
                    <a:pt x="1012795" y="2846276"/>
                  </a:lnTo>
                  <a:lnTo>
                    <a:pt x="1101377" y="2934945"/>
                  </a:lnTo>
                  <a:close/>
                  <a:moveTo>
                    <a:pt x="820757" y="2781124"/>
                  </a:moveTo>
                  <a:lnTo>
                    <a:pt x="813544" y="2835953"/>
                  </a:lnTo>
                  <a:lnTo>
                    <a:pt x="904455" y="2873763"/>
                  </a:lnTo>
                  <a:close/>
                  <a:moveTo>
                    <a:pt x="900115" y="2777199"/>
                  </a:moveTo>
                  <a:lnTo>
                    <a:pt x="820757" y="2781124"/>
                  </a:lnTo>
                  <a:lnTo>
                    <a:pt x="904455" y="2873763"/>
                  </a:lnTo>
                  <a:close/>
                  <a:moveTo>
                    <a:pt x="1012795" y="2846276"/>
                  </a:moveTo>
                  <a:lnTo>
                    <a:pt x="904455" y="2873763"/>
                  </a:lnTo>
                  <a:lnTo>
                    <a:pt x="901238" y="2885170"/>
                  </a:lnTo>
                  <a:close/>
                  <a:moveTo>
                    <a:pt x="904455" y="2873763"/>
                  </a:moveTo>
                  <a:lnTo>
                    <a:pt x="1012795" y="2846276"/>
                  </a:lnTo>
                  <a:lnTo>
                    <a:pt x="977464" y="2774908"/>
                  </a:lnTo>
                  <a:close/>
                  <a:moveTo>
                    <a:pt x="904455" y="2873763"/>
                  </a:moveTo>
                  <a:lnTo>
                    <a:pt x="977464" y="2774908"/>
                  </a:lnTo>
                  <a:lnTo>
                    <a:pt x="900115" y="2777199"/>
                  </a:lnTo>
                  <a:close/>
                  <a:moveTo>
                    <a:pt x="770568" y="2795734"/>
                  </a:moveTo>
                  <a:lnTo>
                    <a:pt x="813544" y="2835953"/>
                  </a:lnTo>
                  <a:lnTo>
                    <a:pt x="820757" y="2781124"/>
                  </a:lnTo>
                  <a:close/>
                  <a:moveTo>
                    <a:pt x="751280" y="2713519"/>
                  </a:moveTo>
                  <a:lnTo>
                    <a:pt x="820757" y="2781124"/>
                  </a:lnTo>
                  <a:lnTo>
                    <a:pt x="803323" y="2695205"/>
                  </a:lnTo>
                  <a:close/>
                  <a:moveTo>
                    <a:pt x="820757" y="2781124"/>
                  </a:moveTo>
                  <a:lnTo>
                    <a:pt x="900115" y="2777199"/>
                  </a:lnTo>
                  <a:lnTo>
                    <a:pt x="803323" y="2695205"/>
                  </a:lnTo>
                  <a:close/>
                  <a:moveTo>
                    <a:pt x="456097" y="2099577"/>
                  </a:moveTo>
                  <a:lnTo>
                    <a:pt x="484482" y="2181792"/>
                  </a:lnTo>
                  <a:lnTo>
                    <a:pt x="489688" y="2067763"/>
                  </a:lnTo>
                  <a:close/>
                  <a:moveTo>
                    <a:pt x="507437" y="2013834"/>
                  </a:moveTo>
                  <a:lnTo>
                    <a:pt x="503696" y="2019597"/>
                  </a:lnTo>
                  <a:lnTo>
                    <a:pt x="496709" y="2056933"/>
                  </a:lnTo>
                  <a:close/>
                  <a:moveTo>
                    <a:pt x="496709" y="2056933"/>
                  </a:moveTo>
                  <a:lnTo>
                    <a:pt x="503696" y="2019597"/>
                  </a:lnTo>
                  <a:lnTo>
                    <a:pt x="489688" y="2067763"/>
                  </a:lnTo>
                  <a:close/>
                  <a:moveTo>
                    <a:pt x="489688" y="2067763"/>
                  </a:moveTo>
                  <a:lnTo>
                    <a:pt x="503696" y="2019597"/>
                  </a:lnTo>
                  <a:lnTo>
                    <a:pt x="456097" y="2099577"/>
                  </a:lnTo>
                  <a:close/>
                  <a:moveTo>
                    <a:pt x="1380862" y="2762639"/>
                  </a:moveTo>
                  <a:lnTo>
                    <a:pt x="1425591" y="2844854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380862" y="2762639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449361" y="2724203"/>
                  </a:lnTo>
                  <a:lnTo>
                    <a:pt x="1422533" y="2641988"/>
                  </a:lnTo>
                  <a:close/>
                  <a:moveTo>
                    <a:pt x="704568" y="1846360"/>
                  </a:moveTo>
                  <a:lnTo>
                    <a:pt x="650277" y="1858579"/>
                  </a:lnTo>
                  <a:lnTo>
                    <a:pt x="577526" y="1865232"/>
                  </a:lnTo>
                  <a:close/>
                  <a:moveTo>
                    <a:pt x="704568" y="1846360"/>
                  </a:moveTo>
                  <a:lnTo>
                    <a:pt x="577526" y="1865232"/>
                  </a:lnTo>
                  <a:lnTo>
                    <a:pt x="630894" y="1849563"/>
                  </a:lnTo>
                  <a:close/>
                  <a:moveTo>
                    <a:pt x="1463243" y="2622347"/>
                  </a:moveTo>
                  <a:lnTo>
                    <a:pt x="1354433" y="2604155"/>
                  </a:lnTo>
                  <a:lnTo>
                    <a:pt x="1422533" y="2641988"/>
                  </a:lnTo>
                  <a:close/>
                  <a:moveTo>
                    <a:pt x="1372729" y="2535248"/>
                  </a:moveTo>
                  <a:lnTo>
                    <a:pt x="1354433" y="2604155"/>
                  </a:lnTo>
                  <a:lnTo>
                    <a:pt x="1463243" y="2622347"/>
                  </a:lnTo>
                  <a:close/>
                  <a:moveTo>
                    <a:pt x="1500607" y="2603551"/>
                  </a:moveTo>
                  <a:lnTo>
                    <a:pt x="1549323" y="2560294"/>
                  </a:lnTo>
                  <a:lnTo>
                    <a:pt x="1463243" y="2622347"/>
                  </a:lnTo>
                  <a:close/>
                  <a:moveTo>
                    <a:pt x="1463243" y="2622347"/>
                  </a:moveTo>
                  <a:lnTo>
                    <a:pt x="1549323" y="2560294"/>
                  </a:lnTo>
                  <a:lnTo>
                    <a:pt x="1510913" y="2544091"/>
                  </a:lnTo>
                  <a:close/>
                  <a:moveTo>
                    <a:pt x="1353196" y="2451036"/>
                  </a:moveTo>
                  <a:lnTo>
                    <a:pt x="1286224" y="2444891"/>
                  </a:lnTo>
                  <a:lnTo>
                    <a:pt x="1372729" y="2535248"/>
                  </a:lnTo>
                  <a:close/>
                  <a:moveTo>
                    <a:pt x="1353196" y="2451036"/>
                  </a:moveTo>
                  <a:lnTo>
                    <a:pt x="1424957" y="2439121"/>
                  </a:lnTo>
                  <a:lnTo>
                    <a:pt x="1439519" y="2428414"/>
                  </a:lnTo>
                  <a:close/>
                  <a:moveTo>
                    <a:pt x="1206567" y="2114762"/>
                  </a:moveTo>
                  <a:lnTo>
                    <a:pt x="1202700" y="2110261"/>
                  </a:lnTo>
                  <a:lnTo>
                    <a:pt x="1203525" y="2111756"/>
                  </a:lnTo>
                  <a:close/>
                  <a:moveTo>
                    <a:pt x="902435" y="1874483"/>
                  </a:moveTo>
                  <a:lnTo>
                    <a:pt x="853005" y="1781400"/>
                  </a:lnTo>
                  <a:lnTo>
                    <a:pt x="810869" y="1788241"/>
                  </a:lnTo>
                  <a:close/>
                  <a:moveTo>
                    <a:pt x="810869" y="1788241"/>
                  </a:moveTo>
                  <a:lnTo>
                    <a:pt x="878962" y="1725872"/>
                  </a:lnTo>
                  <a:lnTo>
                    <a:pt x="861786" y="1707346"/>
                  </a:lnTo>
                  <a:close/>
                  <a:moveTo>
                    <a:pt x="1424957" y="2439121"/>
                  </a:moveTo>
                  <a:lnTo>
                    <a:pt x="1450101" y="2467977"/>
                  </a:lnTo>
                  <a:lnTo>
                    <a:pt x="1450920" y="2432181"/>
                  </a:lnTo>
                  <a:close/>
                  <a:moveTo>
                    <a:pt x="1439519" y="2428414"/>
                  </a:moveTo>
                  <a:lnTo>
                    <a:pt x="1424957" y="2439121"/>
                  </a:lnTo>
                  <a:lnTo>
                    <a:pt x="1450920" y="2432181"/>
                  </a:lnTo>
                  <a:close/>
                  <a:moveTo>
                    <a:pt x="1450920" y="2432181"/>
                  </a:moveTo>
                  <a:lnTo>
                    <a:pt x="1450101" y="2467977"/>
                  </a:lnTo>
                  <a:lnTo>
                    <a:pt x="1468538" y="2439121"/>
                  </a:lnTo>
                  <a:close/>
                  <a:moveTo>
                    <a:pt x="1450920" y="2432181"/>
                  </a:moveTo>
                  <a:lnTo>
                    <a:pt x="1468538" y="2439121"/>
                  </a:lnTo>
                  <a:lnTo>
                    <a:pt x="1439519" y="2428414"/>
                  </a:lnTo>
                  <a:close/>
                  <a:moveTo>
                    <a:pt x="1202700" y="2110261"/>
                  </a:moveTo>
                  <a:lnTo>
                    <a:pt x="1206567" y="2114762"/>
                  </a:lnTo>
                  <a:lnTo>
                    <a:pt x="1210155" y="2106365"/>
                  </a:lnTo>
                  <a:close/>
                  <a:moveTo>
                    <a:pt x="878962" y="1725872"/>
                  </a:moveTo>
                  <a:lnTo>
                    <a:pt x="853005" y="1781400"/>
                  </a:lnTo>
                  <a:lnTo>
                    <a:pt x="914895" y="1764262"/>
                  </a:lnTo>
                  <a:close/>
                  <a:moveTo>
                    <a:pt x="1601251" y="2400685"/>
                  </a:moveTo>
                  <a:lnTo>
                    <a:pt x="1683544" y="236424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01251" y="240068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27752" y="2280033"/>
                  </a:lnTo>
                  <a:lnTo>
                    <a:pt x="1529387" y="2270555"/>
                  </a:lnTo>
                  <a:close/>
                  <a:moveTo>
                    <a:pt x="1627752" y="2280033"/>
                  </a:moveTo>
                  <a:lnTo>
                    <a:pt x="1571420" y="2212509"/>
                  </a:lnTo>
                  <a:lnTo>
                    <a:pt x="1529387" y="2270555"/>
                  </a:lnTo>
                  <a:close/>
                  <a:moveTo>
                    <a:pt x="1558064" y="2197818"/>
                  </a:moveTo>
                  <a:lnTo>
                    <a:pt x="1529387" y="2270555"/>
                  </a:lnTo>
                  <a:lnTo>
                    <a:pt x="1571420" y="2212509"/>
                  </a:lnTo>
                  <a:close/>
                  <a:moveTo>
                    <a:pt x="1880354" y="2525611"/>
                  </a:moveTo>
                  <a:lnTo>
                    <a:pt x="1873373" y="2526678"/>
                  </a:lnTo>
                  <a:lnTo>
                    <a:pt x="1948057" y="2569518"/>
                  </a:lnTo>
                  <a:close/>
                  <a:moveTo>
                    <a:pt x="1878155" y="2523365"/>
                  </a:moveTo>
                  <a:lnTo>
                    <a:pt x="1873373" y="2526678"/>
                  </a:lnTo>
                  <a:lnTo>
                    <a:pt x="1880354" y="2525611"/>
                  </a:lnTo>
                  <a:close/>
                  <a:moveTo>
                    <a:pt x="1924513" y="2406027"/>
                  </a:moveTo>
                  <a:lnTo>
                    <a:pt x="1880354" y="2525611"/>
                  </a:lnTo>
                  <a:lnTo>
                    <a:pt x="1985639" y="2488242"/>
                  </a:lnTo>
                  <a:close/>
                  <a:moveTo>
                    <a:pt x="1880354" y="2525611"/>
                  </a:moveTo>
                  <a:lnTo>
                    <a:pt x="1948057" y="2569518"/>
                  </a:lnTo>
                  <a:lnTo>
                    <a:pt x="1985639" y="2488242"/>
                  </a:lnTo>
                  <a:close/>
                  <a:moveTo>
                    <a:pt x="1774833" y="2350622"/>
                  </a:moveTo>
                  <a:lnTo>
                    <a:pt x="1684953" y="2358329"/>
                  </a:lnTo>
                  <a:lnTo>
                    <a:pt x="1700812" y="2362248"/>
                  </a:lnTo>
                  <a:close/>
                  <a:moveTo>
                    <a:pt x="1697567" y="2252753"/>
                  </a:moveTo>
                  <a:lnTo>
                    <a:pt x="1684953" y="2358329"/>
                  </a:lnTo>
                  <a:lnTo>
                    <a:pt x="1774833" y="2350622"/>
                  </a:lnTo>
                  <a:close/>
                  <a:moveTo>
                    <a:pt x="1627752" y="2280033"/>
                  </a:moveTo>
                  <a:lnTo>
                    <a:pt x="1684953" y="2358329"/>
                  </a:lnTo>
                  <a:lnTo>
                    <a:pt x="1697567" y="2252753"/>
                  </a:lnTo>
                  <a:close/>
                  <a:moveTo>
                    <a:pt x="1697567" y="2252753"/>
                  </a:moveTo>
                  <a:lnTo>
                    <a:pt x="1571420" y="2212509"/>
                  </a:lnTo>
                  <a:lnTo>
                    <a:pt x="1627752" y="2280033"/>
                  </a:lnTo>
                  <a:close/>
                  <a:moveTo>
                    <a:pt x="1577842" y="2189403"/>
                  </a:moveTo>
                  <a:lnTo>
                    <a:pt x="1571420" y="2212509"/>
                  </a:lnTo>
                  <a:lnTo>
                    <a:pt x="1697567" y="2252753"/>
                  </a:lnTo>
                  <a:close/>
                  <a:moveTo>
                    <a:pt x="1668287" y="2176465"/>
                  </a:moveTo>
                  <a:lnTo>
                    <a:pt x="1577842" y="2189403"/>
                  </a:lnTo>
                  <a:lnTo>
                    <a:pt x="1697567" y="2252753"/>
                  </a:lnTo>
                  <a:close/>
                  <a:moveTo>
                    <a:pt x="1558064" y="2197818"/>
                  </a:moveTo>
                  <a:lnTo>
                    <a:pt x="1571420" y="2212509"/>
                  </a:lnTo>
                  <a:lnTo>
                    <a:pt x="1577842" y="2189403"/>
                  </a:lnTo>
                  <a:close/>
                  <a:moveTo>
                    <a:pt x="1499391" y="2115603"/>
                  </a:moveTo>
                  <a:lnTo>
                    <a:pt x="1558064" y="2197818"/>
                  </a:lnTo>
                  <a:lnTo>
                    <a:pt x="1577842" y="2189403"/>
                  </a:lnTo>
                  <a:close/>
                  <a:moveTo>
                    <a:pt x="1450960" y="2033387"/>
                  </a:moveTo>
                  <a:lnTo>
                    <a:pt x="1499391" y="2115603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450960" y="2033387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547689" y="1994951"/>
                  </a:lnTo>
                  <a:lnTo>
                    <a:pt x="1515810" y="1912736"/>
                  </a:lnTo>
                  <a:close/>
                  <a:moveTo>
                    <a:pt x="1985639" y="2488242"/>
                  </a:moveTo>
                  <a:lnTo>
                    <a:pt x="1948057" y="2569518"/>
                  </a:lnTo>
                  <a:lnTo>
                    <a:pt x="2059328" y="2540792"/>
                  </a:lnTo>
                  <a:close/>
                  <a:moveTo>
                    <a:pt x="2042219" y="2449805"/>
                  </a:moveTo>
                  <a:lnTo>
                    <a:pt x="1985639" y="2488242"/>
                  </a:lnTo>
                  <a:lnTo>
                    <a:pt x="2059328" y="2540792"/>
                  </a:lnTo>
                  <a:close/>
                  <a:moveTo>
                    <a:pt x="1515810" y="1912736"/>
                  </a:moveTo>
                  <a:lnTo>
                    <a:pt x="1607391" y="1965195"/>
                  </a:lnTo>
                  <a:lnTo>
                    <a:pt x="1568352" y="1896842"/>
                  </a:lnTo>
                  <a:close/>
                  <a:moveTo>
                    <a:pt x="1515810" y="1912736"/>
                  </a:moveTo>
                  <a:lnTo>
                    <a:pt x="1547689" y="1994951"/>
                  </a:lnTo>
                  <a:lnTo>
                    <a:pt x="1607391" y="1965195"/>
                  </a:lnTo>
                  <a:close/>
                  <a:moveTo>
                    <a:pt x="1568352" y="1896842"/>
                  </a:moveTo>
                  <a:lnTo>
                    <a:pt x="1457545" y="1850205"/>
                  </a:lnTo>
                  <a:lnTo>
                    <a:pt x="1515810" y="1912736"/>
                  </a:lnTo>
                  <a:close/>
                  <a:moveTo>
                    <a:pt x="1461270" y="1823213"/>
                  </a:moveTo>
                  <a:lnTo>
                    <a:pt x="1457545" y="1850205"/>
                  </a:lnTo>
                  <a:lnTo>
                    <a:pt x="1568352" y="1896842"/>
                  </a:lnTo>
                  <a:close/>
                  <a:moveTo>
                    <a:pt x="1560124" y="1803439"/>
                  </a:moveTo>
                  <a:lnTo>
                    <a:pt x="1461270" y="1823213"/>
                  </a:lnTo>
                  <a:lnTo>
                    <a:pt x="1568352" y="1896842"/>
                  </a:lnTo>
                  <a:close/>
                  <a:moveTo>
                    <a:pt x="1625949" y="1910609"/>
                  </a:moveTo>
                  <a:lnTo>
                    <a:pt x="1615842" y="1792085"/>
                  </a:lnTo>
                  <a:lnTo>
                    <a:pt x="1560124" y="1803439"/>
                  </a:lnTo>
                  <a:close/>
                  <a:moveTo>
                    <a:pt x="1625949" y="1910609"/>
                  </a:moveTo>
                  <a:lnTo>
                    <a:pt x="1560124" y="1803439"/>
                  </a:lnTo>
                  <a:lnTo>
                    <a:pt x="1568352" y="1896842"/>
                  </a:lnTo>
                  <a:close/>
                  <a:moveTo>
                    <a:pt x="1430917" y="1830521"/>
                  </a:moveTo>
                  <a:lnTo>
                    <a:pt x="1457545" y="1850205"/>
                  </a:lnTo>
                  <a:lnTo>
                    <a:pt x="1461270" y="1823213"/>
                  </a:lnTo>
                  <a:close/>
                  <a:moveTo>
                    <a:pt x="1395836" y="1748306"/>
                  </a:moveTo>
                  <a:lnTo>
                    <a:pt x="1430917" y="1830521"/>
                  </a:lnTo>
                  <a:lnTo>
                    <a:pt x="1470477" y="1709870"/>
                  </a:lnTo>
                  <a:close/>
                  <a:moveTo>
                    <a:pt x="1615842" y="1792085"/>
                  </a:moveTo>
                  <a:lnTo>
                    <a:pt x="1568220" y="1709870"/>
                  </a:lnTo>
                  <a:lnTo>
                    <a:pt x="1560124" y="1803439"/>
                  </a:lnTo>
                  <a:close/>
                  <a:moveTo>
                    <a:pt x="1354434" y="1666090"/>
                  </a:moveTo>
                  <a:lnTo>
                    <a:pt x="1395836" y="1748306"/>
                  </a:lnTo>
                  <a:lnTo>
                    <a:pt x="1470477" y="1709870"/>
                  </a:lnTo>
                  <a:close/>
                  <a:moveTo>
                    <a:pt x="1354434" y="1666090"/>
                  </a:moveTo>
                  <a:lnTo>
                    <a:pt x="1470477" y="1709870"/>
                  </a:lnTo>
                  <a:lnTo>
                    <a:pt x="1428389" y="1627654"/>
                  </a:lnTo>
                  <a:close/>
                  <a:moveTo>
                    <a:pt x="1327922" y="1570753"/>
                  </a:moveTo>
                  <a:lnTo>
                    <a:pt x="1314972" y="1595805"/>
                  </a:lnTo>
                  <a:lnTo>
                    <a:pt x="1368497" y="1545439"/>
                  </a:lnTo>
                  <a:close/>
                  <a:moveTo>
                    <a:pt x="1368497" y="1545439"/>
                  </a:moveTo>
                  <a:lnTo>
                    <a:pt x="1314972" y="1595805"/>
                  </a:lnTo>
                  <a:lnTo>
                    <a:pt x="1354434" y="1666090"/>
                  </a:lnTo>
                  <a:close/>
                  <a:moveTo>
                    <a:pt x="1368497" y="1545439"/>
                  </a:moveTo>
                  <a:lnTo>
                    <a:pt x="1354434" y="1666090"/>
                  </a:lnTo>
                  <a:lnTo>
                    <a:pt x="1428389" y="1627654"/>
                  </a:lnTo>
                  <a:close/>
                  <a:moveTo>
                    <a:pt x="1305601" y="1583876"/>
                  </a:moveTo>
                  <a:lnTo>
                    <a:pt x="1314972" y="1595805"/>
                  </a:lnTo>
                  <a:lnTo>
                    <a:pt x="1327922" y="1570753"/>
                  </a:lnTo>
                  <a:close/>
                  <a:moveTo>
                    <a:pt x="1305511" y="1501661"/>
                  </a:moveTo>
                  <a:lnTo>
                    <a:pt x="1327922" y="1570753"/>
                  </a:lnTo>
                  <a:lnTo>
                    <a:pt x="1368497" y="1545439"/>
                  </a:lnTo>
                  <a:close/>
                  <a:moveTo>
                    <a:pt x="1675946" y="1769870"/>
                  </a:moveTo>
                  <a:lnTo>
                    <a:pt x="1654847" y="1815365"/>
                  </a:lnTo>
                  <a:lnTo>
                    <a:pt x="1721843" y="1753648"/>
                  </a:lnTo>
                  <a:close/>
                  <a:moveTo>
                    <a:pt x="1615842" y="1792085"/>
                  </a:moveTo>
                  <a:lnTo>
                    <a:pt x="1654847" y="1815365"/>
                  </a:lnTo>
                  <a:lnTo>
                    <a:pt x="1675946" y="1769870"/>
                  </a:lnTo>
                  <a:close/>
                  <a:moveTo>
                    <a:pt x="1650165" y="1671433"/>
                  </a:moveTo>
                  <a:lnTo>
                    <a:pt x="1675946" y="1769870"/>
                  </a:lnTo>
                  <a:lnTo>
                    <a:pt x="1687613" y="1722666"/>
                  </a:lnTo>
                  <a:close/>
                  <a:moveTo>
                    <a:pt x="1615842" y="1792085"/>
                  </a:moveTo>
                  <a:lnTo>
                    <a:pt x="1675946" y="1769870"/>
                  </a:lnTo>
                  <a:lnTo>
                    <a:pt x="1650165" y="1671433"/>
                  </a:lnTo>
                  <a:close/>
                  <a:moveTo>
                    <a:pt x="1568220" y="1709870"/>
                  </a:moveTo>
                  <a:lnTo>
                    <a:pt x="1615842" y="1792085"/>
                  </a:lnTo>
                  <a:lnTo>
                    <a:pt x="1650165" y="1671433"/>
                  </a:lnTo>
                  <a:close/>
                  <a:moveTo>
                    <a:pt x="1675946" y="1769870"/>
                  </a:moveTo>
                  <a:lnTo>
                    <a:pt x="1721843" y="1753648"/>
                  </a:lnTo>
                  <a:lnTo>
                    <a:pt x="1687613" y="1722666"/>
                  </a:lnTo>
                  <a:close/>
                  <a:moveTo>
                    <a:pt x="1428389" y="1627654"/>
                  </a:moveTo>
                  <a:lnTo>
                    <a:pt x="1484514" y="1704224"/>
                  </a:lnTo>
                  <a:lnTo>
                    <a:pt x="1476321" y="1610792"/>
                  </a:lnTo>
                  <a:close/>
                  <a:moveTo>
                    <a:pt x="1428389" y="1627654"/>
                  </a:moveTo>
                  <a:lnTo>
                    <a:pt x="1470477" y="1709870"/>
                  </a:lnTo>
                  <a:lnTo>
                    <a:pt x="1484514" y="1704224"/>
                  </a:lnTo>
                  <a:close/>
                  <a:moveTo>
                    <a:pt x="1476321" y="1610792"/>
                  </a:moveTo>
                  <a:lnTo>
                    <a:pt x="1484514" y="1704224"/>
                  </a:lnTo>
                  <a:lnTo>
                    <a:pt x="1558167" y="1604845"/>
                  </a:lnTo>
                  <a:close/>
                  <a:moveTo>
                    <a:pt x="1558167" y="1604845"/>
                  </a:moveTo>
                  <a:lnTo>
                    <a:pt x="1550711" y="1704675"/>
                  </a:lnTo>
                  <a:lnTo>
                    <a:pt x="1615708" y="1589218"/>
                  </a:lnTo>
                  <a:close/>
                  <a:moveTo>
                    <a:pt x="1615708" y="1589218"/>
                  </a:moveTo>
                  <a:lnTo>
                    <a:pt x="1568220" y="1709870"/>
                  </a:lnTo>
                  <a:lnTo>
                    <a:pt x="1650165" y="1671433"/>
                  </a:lnTo>
                  <a:close/>
                  <a:moveTo>
                    <a:pt x="1473798" y="1507003"/>
                  </a:moveTo>
                  <a:lnTo>
                    <a:pt x="1476321" y="1610792"/>
                  </a:lnTo>
                  <a:lnTo>
                    <a:pt x="1483829" y="1518068"/>
                  </a:lnTo>
                  <a:close/>
                  <a:moveTo>
                    <a:pt x="1428389" y="1627654"/>
                  </a:moveTo>
                  <a:lnTo>
                    <a:pt x="1476321" y="1610792"/>
                  </a:lnTo>
                  <a:lnTo>
                    <a:pt x="1473798" y="1507003"/>
                  </a:lnTo>
                  <a:close/>
                  <a:moveTo>
                    <a:pt x="1476321" y="1610792"/>
                  </a:moveTo>
                  <a:lnTo>
                    <a:pt x="1558167" y="1604845"/>
                  </a:lnTo>
                  <a:lnTo>
                    <a:pt x="1483829" y="1518068"/>
                  </a:lnTo>
                  <a:close/>
                  <a:moveTo>
                    <a:pt x="1558167" y="1604845"/>
                  </a:moveTo>
                  <a:lnTo>
                    <a:pt x="1560774" y="1527097"/>
                  </a:lnTo>
                  <a:lnTo>
                    <a:pt x="1483829" y="1518068"/>
                  </a:lnTo>
                  <a:close/>
                  <a:moveTo>
                    <a:pt x="1560774" y="1527097"/>
                  </a:moveTo>
                  <a:lnTo>
                    <a:pt x="1558167" y="1604845"/>
                  </a:lnTo>
                  <a:lnTo>
                    <a:pt x="1615708" y="1589218"/>
                  </a:lnTo>
                  <a:close/>
                  <a:moveTo>
                    <a:pt x="332495" y="0"/>
                  </a:moveTo>
                  <a:lnTo>
                    <a:pt x="209202" y="32888"/>
                  </a:lnTo>
                  <a:lnTo>
                    <a:pt x="262075" y="15370"/>
                  </a:lnTo>
                  <a:close/>
                  <a:moveTo>
                    <a:pt x="1806182" y="1724582"/>
                  </a:moveTo>
                  <a:lnTo>
                    <a:pt x="1687613" y="1722666"/>
                  </a:lnTo>
                  <a:lnTo>
                    <a:pt x="1721843" y="1753648"/>
                  </a:lnTo>
                  <a:close/>
                  <a:moveTo>
                    <a:pt x="1702069" y="1648540"/>
                  </a:moveTo>
                  <a:lnTo>
                    <a:pt x="1687613" y="1722666"/>
                  </a:lnTo>
                  <a:lnTo>
                    <a:pt x="1806182" y="1724582"/>
                  </a:lnTo>
                  <a:close/>
                  <a:moveTo>
                    <a:pt x="1650165" y="1671433"/>
                  </a:moveTo>
                  <a:lnTo>
                    <a:pt x="1687613" y="1722666"/>
                  </a:lnTo>
                  <a:lnTo>
                    <a:pt x="1702069" y="1648540"/>
                  </a:lnTo>
                  <a:close/>
                  <a:moveTo>
                    <a:pt x="1650165" y="1671433"/>
                  </a:moveTo>
                  <a:lnTo>
                    <a:pt x="1702069" y="1648540"/>
                  </a:lnTo>
                  <a:lnTo>
                    <a:pt x="1693477" y="1550781"/>
                  </a:lnTo>
                  <a:close/>
                  <a:moveTo>
                    <a:pt x="1615708" y="1589218"/>
                  </a:moveTo>
                  <a:lnTo>
                    <a:pt x="1650165" y="1671433"/>
                  </a:lnTo>
                  <a:lnTo>
                    <a:pt x="1693477" y="1550781"/>
                  </a:lnTo>
                  <a:close/>
                  <a:moveTo>
                    <a:pt x="1605440" y="1478892"/>
                  </a:moveTo>
                  <a:lnTo>
                    <a:pt x="1483829" y="1518068"/>
                  </a:lnTo>
                  <a:lnTo>
                    <a:pt x="1560774" y="1527097"/>
                  </a:lnTo>
                  <a:close/>
                  <a:moveTo>
                    <a:pt x="1521740" y="1334183"/>
                  </a:moveTo>
                  <a:lnTo>
                    <a:pt x="1444578" y="1336322"/>
                  </a:lnTo>
                  <a:lnTo>
                    <a:pt x="1552675" y="1409125"/>
                  </a:lnTo>
                  <a:close/>
                  <a:moveTo>
                    <a:pt x="1419767" y="1256401"/>
                  </a:moveTo>
                  <a:lnTo>
                    <a:pt x="1332298" y="1230178"/>
                  </a:lnTo>
                  <a:lnTo>
                    <a:pt x="1400404" y="1260357"/>
                  </a:lnTo>
                  <a:close/>
                  <a:moveTo>
                    <a:pt x="1216830" y="861919"/>
                  </a:moveTo>
                  <a:lnTo>
                    <a:pt x="1159127" y="931497"/>
                  </a:lnTo>
                  <a:lnTo>
                    <a:pt x="1186350" y="893061"/>
                  </a:lnTo>
                  <a:close/>
                  <a:moveTo>
                    <a:pt x="1917294" y="1632997"/>
                  </a:moveTo>
                  <a:lnTo>
                    <a:pt x="1929933" y="1715212"/>
                  </a:lnTo>
                  <a:lnTo>
                    <a:pt x="1981366" y="1676775"/>
                  </a:lnTo>
                  <a:close/>
                  <a:moveTo>
                    <a:pt x="1917294" y="1632997"/>
                  </a:moveTo>
                  <a:lnTo>
                    <a:pt x="1981366" y="1676775"/>
                  </a:lnTo>
                  <a:lnTo>
                    <a:pt x="1946046" y="1594560"/>
                  </a:lnTo>
                  <a:close/>
                  <a:moveTo>
                    <a:pt x="1260693" y="810712"/>
                  </a:moveTo>
                  <a:lnTo>
                    <a:pt x="1186350" y="893061"/>
                  </a:lnTo>
                  <a:lnTo>
                    <a:pt x="1219269" y="854624"/>
                  </a:lnTo>
                  <a:close/>
                  <a:moveTo>
                    <a:pt x="1260693" y="810712"/>
                  </a:moveTo>
                  <a:lnTo>
                    <a:pt x="1216830" y="861919"/>
                  </a:lnTo>
                  <a:lnTo>
                    <a:pt x="1186350" y="893061"/>
                  </a:lnTo>
                  <a:close/>
                  <a:moveTo>
                    <a:pt x="1805320" y="1324914"/>
                  </a:moveTo>
                  <a:lnTo>
                    <a:pt x="1712018" y="1347915"/>
                  </a:lnTo>
                  <a:lnTo>
                    <a:pt x="1735801" y="1420932"/>
                  </a:lnTo>
                  <a:close/>
                  <a:moveTo>
                    <a:pt x="1963368" y="1335548"/>
                  </a:moveTo>
                  <a:lnTo>
                    <a:pt x="1998924" y="1288701"/>
                  </a:lnTo>
                  <a:lnTo>
                    <a:pt x="1975915" y="1319001"/>
                  </a:lnTo>
                  <a:close/>
                  <a:moveTo>
                    <a:pt x="1963368" y="1335548"/>
                  </a:moveTo>
                  <a:lnTo>
                    <a:pt x="1975915" y="1319001"/>
                  </a:lnTo>
                  <a:lnTo>
                    <a:pt x="1914363" y="1367529"/>
                  </a:lnTo>
                  <a:close/>
                  <a:moveTo>
                    <a:pt x="2089825" y="1175300"/>
                  </a:moveTo>
                  <a:lnTo>
                    <a:pt x="2004099" y="1188827"/>
                  </a:lnTo>
                  <a:lnTo>
                    <a:pt x="2137696" y="1214810"/>
                  </a:lnTo>
                  <a:close/>
                  <a:moveTo>
                    <a:pt x="2137696" y="1214810"/>
                  </a:moveTo>
                  <a:lnTo>
                    <a:pt x="2167055" y="1232605"/>
                  </a:lnTo>
                  <a:lnTo>
                    <a:pt x="2089825" y="1175300"/>
                  </a:lnTo>
                  <a:close/>
                  <a:moveTo>
                    <a:pt x="2137696" y="1214810"/>
                  </a:moveTo>
                  <a:lnTo>
                    <a:pt x="2115311" y="1232605"/>
                  </a:lnTo>
                  <a:lnTo>
                    <a:pt x="2150581" y="1225999"/>
                  </a:lnTo>
                  <a:close/>
                  <a:moveTo>
                    <a:pt x="2150581" y="1225999"/>
                  </a:moveTo>
                  <a:lnTo>
                    <a:pt x="2167055" y="1232605"/>
                  </a:lnTo>
                  <a:lnTo>
                    <a:pt x="2137696" y="121481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44" name="Candidate_density__2043">
              <a:extLst>
                <a:ext uri="{FF2B5EF4-FFF2-40B4-BE49-F238E27FC236}">
                  <a16:creationId xmlns:a16="http://schemas.microsoft.com/office/drawing/2014/main" id="{C44BFF6B-E4CF-008C-EB41-84DE84E2C0C7}"/>
                </a:ext>
              </a:extLst>
            </p:cNvPr>
            <p:cNvSpPr>
              <a:spLocks noGrp="1"/>
            </p:cNvSpPr>
            <p:nvPr/>
          </p:nvSpPr>
          <p:spPr>
            <a:xfrm>
              <a:off x="4392460" y="3359313"/>
              <a:ext cx="2119221" cy="1815116"/>
            </a:xfrm>
            <a:custGeom>
              <a:avLst/>
              <a:gdLst/>
              <a:ahLst/>
              <a:cxnLst/>
              <a:rect l="0" t="0" r="0" b="0"/>
              <a:pathLst>
                <a:path w="2119221" h="1815116">
                  <a:moveTo>
                    <a:pt x="24410" y="1361972"/>
                  </a:moveTo>
                  <a:lnTo>
                    <a:pt x="30096" y="1311141"/>
                  </a:lnTo>
                  <a:lnTo>
                    <a:pt x="0" y="1349577"/>
                  </a:lnTo>
                  <a:close/>
                  <a:moveTo>
                    <a:pt x="120270" y="1226517"/>
                  </a:moveTo>
                  <a:lnTo>
                    <a:pt x="30096" y="1311141"/>
                  </a:lnTo>
                  <a:lnTo>
                    <a:pt x="102373" y="1272704"/>
                  </a:lnTo>
                  <a:close/>
                  <a:moveTo>
                    <a:pt x="120270" y="1226517"/>
                  </a:moveTo>
                  <a:lnTo>
                    <a:pt x="65267" y="1236071"/>
                  </a:lnTo>
                  <a:lnTo>
                    <a:pt x="30096" y="1311141"/>
                  </a:lnTo>
                  <a:close/>
                  <a:moveTo>
                    <a:pt x="215538" y="1165796"/>
                  </a:moveTo>
                  <a:lnTo>
                    <a:pt x="151146" y="1190489"/>
                  </a:lnTo>
                  <a:lnTo>
                    <a:pt x="239260" y="1177542"/>
                  </a:lnTo>
                  <a:close/>
                  <a:moveTo>
                    <a:pt x="151146" y="1190489"/>
                  </a:moveTo>
                  <a:lnTo>
                    <a:pt x="120270" y="1226517"/>
                  </a:lnTo>
                  <a:lnTo>
                    <a:pt x="239260" y="1177542"/>
                  </a:lnTo>
                  <a:close/>
                  <a:moveTo>
                    <a:pt x="239260" y="1177542"/>
                  </a:moveTo>
                  <a:lnTo>
                    <a:pt x="120270" y="1226517"/>
                  </a:lnTo>
                  <a:lnTo>
                    <a:pt x="222974" y="1234268"/>
                  </a:lnTo>
                  <a:close/>
                  <a:moveTo>
                    <a:pt x="169194" y="1130776"/>
                  </a:moveTo>
                  <a:lnTo>
                    <a:pt x="151146" y="1190489"/>
                  </a:lnTo>
                  <a:lnTo>
                    <a:pt x="215538" y="1165796"/>
                  </a:lnTo>
                  <a:close/>
                  <a:moveTo>
                    <a:pt x="169536" y="1108274"/>
                  </a:moveTo>
                  <a:lnTo>
                    <a:pt x="215538" y="1165796"/>
                  </a:lnTo>
                  <a:lnTo>
                    <a:pt x="250804" y="1152053"/>
                  </a:lnTo>
                  <a:close/>
                  <a:moveTo>
                    <a:pt x="169536" y="1108274"/>
                  </a:moveTo>
                  <a:lnTo>
                    <a:pt x="250804" y="1152053"/>
                  </a:lnTo>
                  <a:lnTo>
                    <a:pt x="225301" y="1069838"/>
                  </a:lnTo>
                  <a:close/>
                  <a:moveTo>
                    <a:pt x="662056" y="1545615"/>
                  </a:moveTo>
                  <a:lnTo>
                    <a:pt x="548971" y="1499524"/>
                  </a:lnTo>
                  <a:lnTo>
                    <a:pt x="584204" y="1563128"/>
                  </a:lnTo>
                  <a:close/>
                  <a:moveTo>
                    <a:pt x="225301" y="1069838"/>
                  </a:moveTo>
                  <a:lnTo>
                    <a:pt x="250804" y="1152053"/>
                  </a:lnTo>
                  <a:lnTo>
                    <a:pt x="329941" y="1133381"/>
                  </a:lnTo>
                  <a:close/>
                  <a:moveTo>
                    <a:pt x="210746" y="987622"/>
                  </a:moveTo>
                  <a:lnTo>
                    <a:pt x="323139" y="1038819"/>
                  </a:lnTo>
                  <a:lnTo>
                    <a:pt x="289912" y="965740"/>
                  </a:lnTo>
                  <a:close/>
                  <a:moveTo>
                    <a:pt x="210746" y="987622"/>
                  </a:moveTo>
                  <a:lnTo>
                    <a:pt x="225301" y="1069838"/>
                  </a:lnTo>
                  <a:lnTo>
                    <a:pt x="323139" y="1038819"/>
                  </a:lnTo>
                  <a:close/>
                  <a:moveTo>
                    <a:pt x="732806" y="1524692"/>
                  </a:moveTo>
                  <a:lnTo>
                    <a:pt x="752093" y="1606907"/>
                  </a:lnTo>
                  <a:lnTo>
                    <a:pt x="802283" y="1592297"/>
                  </a:lnTo>
                  <a:close/>
                  <a:moveTo>
                    <a:pt x="1312312" y="1780889"/>
                  </a:moveTo>
                  <a:lnTo>
                    <a:pt x="1175680" y="1740336"/>
                  </a:lnTo>
                  <a:lnTo>
                    <a:pt x="1211966" y="1815116"/>
                  </a:lnTo>
                  <a:close/>
                  <a:moveTo>
                    <a:pt x="1345778" y="1694464"/>
                  </a:moveTo>
                  <a:lnTo>
                    <a:pt x="1336896" y="1776679"/>
                  </a:lnTo>
                  <a:lnTo>
                    <a:pt x="1425258" y="1738243"/>
                  </a:lnTo>
                  <a:close/>
                  <a:moveTo>
                    <a:pt x="1345778" y="1694464"/>
                  </a:moveTo>
                  <a:lnTo>
                    <a:pt x="1425258" y="1738243"/>
                  </a:lnTo>
                  <a:lnTo>
                    <a:pt x="1407116" y="1656028"/>
                  </a:lnTo>
                  <a:close/>
                  <a:moveTo>
                    <a:pt x="1407116" y="1656028"/>
                  </a:moveTo>
                  <a:lnTo>
                    <a:pt x="1470270" y="1638833"/>
                  </a:lnTo>
                  <a:lnTo>
                    <a:pt x="1450268" y="1629234"/>
                  </a:lnTo>
                  <a:close/>
                  <a:moveTo>
                    <a:pt x="1456169" y="1699807"/>
                  </a:moveTo>
                  <a:lnTo>
                    <a:pt x="1470270" y="1638833"/>
                  </a:lnTo>
                  <a:lnTo>
                    <a:pt x="1407116" y="1656028"/>
                  </a:lnTo>
                  <a:close/>
                  <a:moveTo>
                    <a:pt x="1425258" y="1738243"/>
                  </a:moveTo>
                  <a:lnTo>
                    <a:pt x="1456169" y="1699807"/>
                  </a:lnTo>
                  <a:lnTo>
                    <a:pt x="1407116" y="1656028"/>
                  </a:lnTo>
                  <a:close/>
                  <a:moveTo>
                    <a:pt x="1430887" y="1535376"/>
                  </a:moveTo>
                  <a:lnTo>
                    <a:pt x="1450268" y="1629234"/>
                  </a:lnTo>
                  <a:lnTo>
                    <a:pt x="1460004" y="1600450"/>
                  </a:lnTo>
                  <a:close/>
                  <a:moveTo>
                    <a:pt x="1407116" y="1656028"/>
                  </a:moveTo>
                  <a:lnTo>
                    <a:pt x="1450268" y="1629234"/>
                  </a:lnTo>
                  <a:lnTo>
                    <a:pt x="1430887" y="1535376"/>
                  </a:lnTo>
                  <a:close/>
                  <a:moveTo>
                    <a:pt x="1450268" y="1629234"/>
                  </a:moveTo>
                  <a:lnTo>
                    <a:pt x="1474423" y="1617592"/>
                  </a:lnTo>
                  <a:lnTo>
                    <a:pt x="1460004" y="1600450"/>
                  </a:lnTo>
                  <a:close/>
                  <a:moveTo>
                    <a:pt x="631803" y="669752"/>
                  </a:moveTo>
                  <a:lnTo>
                    <a:pt x="686093" y="657534"/>
                  </a:lnTo>
                  <a:lnTo>
                    <a:pt x="631977" y="669446"/>
                  </a:lnTo>
                  <a:close/>
                  <a:moveTo>
                    <a:pt x="686093" y="657534"/>
                  </a:moveTo>
                  <a:lnTo>
                    <a:pt x="690776" y="631010"/>
                  </a:lnTo>
                  <a:lnTo>
                    <a:pt x="631977" y="669446"/>
                  </a:lnTo>
                  <a:close/>
                  <a:moveTo>
                    <a:pt x="610096" y="587231"/>
                  </a:moveTo>
                  <a:lnTo>
                    <a:pt x="631977" y="669446"/>
                  </a:lnTo>
                  <a:lnTo>
                    <a:pt x="690776" y="631010"/>
                  </a:lnTo>
                  <a:close/>
                  <a:moveTo>
                    <a:pt x="610096" y="587231"/>
                  </a:moveTo>
                  <a:lnTo>
                    <a:pt x="690776" y="631010"/>
                  </a:lnTo>
                  <a:lnTo>
                    <a:pt x="683555" y="548795"/>
                  </a:lnTo>
                  <a:close/>
                  <a:moveTo>
                    <a:pt x="1466448" y="1515987"/>
                  </a:moveTo>
                  <a:lnTo>
                    <a:pt x="1460004" y="1600450"/>
                  </a:lnTo>
                  <a:lnTo>
                    <a:pt x="1500789" y="1496940"/>
                  </a:lnTo>
                  <a:close/>
                  <a:moveTo>
                    <a:pt x="1500789" y="1496940"/>
                  </a:moveTo>
                  <a:lnTo>
                    <a:pt x="1460004" y="1600450"/>
                  </a:lnTo>
                  <a:lnTo>
                    <a:pt x="1474423" y="1617592"/>
                  </a:lnTo>
                  <a:close/>
                  <a:moveTo>
                    <a:pt x="1430887" y="1535376"/>
                  </a:moveTo>
                  <a:lnTo>
                    <a:pt x="1460004" y="1600450"/>
                  </a:lnTo>
                  <a:lnTo>
                    <a:pt x="1466448" y="1515987"/>
                  </a:lnTo>
                  <a:close/>
                  <a:moveTo>
                    <a:pt x="1404058" y="1453161"/>
                  </a:moveTo>
                  <a:lnTo>
                    <a:pt x="1466448" y="1515987"/>
                  </a:lnTo>
                  <a:lnTo>
                    <a:pt x="1444769" y="1433520"/>
                  </a:lnTo>
                  <a:close/>
                  <a:moveTo>
                    <a:pt x="1404058" y="1453161"/>
                  </a:moveTo>
                  <a:lnTo>
                    <a:pt x="1430887" y="1535376"/>
                  </a:lnTo>
                  <a:lnTo>
                    <a:pt x="1466448" y="1515987"/>
                  </a:lnTo>
                  <a:close/>
                  <a:moveTo>
                    <a:pt x="1500789" y="1496940"/>
                  </a:moveTo>
                  <a:lnTo>
                    <a:pt x="1482133" y="1414725"/>
                  </a:lnTo>
                  <a:lnTo>
                    <a:pt x="1466448" y="1515987"/>
                  </a:lnTo>
                  <a:close/>
                  <a:moveTo>
                    <a:pt x="1482133" y="1414725"/>
                  </a:moveTo>
                  <a:lnTo>
                    <a:pt x="1444769" y="1433520"/>
                  </a:lnTo>
                  <a:lnTo>
                    <a:pt x="1466448" y="1515987"/>
                  </a:lnTo>
                  <a:close/>
                  <a:moveTo>
                    <a:pt x="683555" y="548795"/>
                  </a:moveTo>
                  <a:lnTo>
                    <a:pt x="792395" y="599414"/>
                  </a:lnTo>
                  <a:lnTo>
                    <a:pt x="765160" y="521463"/>
                  </a:lnTo>
                  <a:close/>
                  <a:moveTo>
                    <a:pt x="683555" y="548795"/>
                  </a:moveTo>
                  <a:lnTo>
                    <a:pt x="690776" y="631010"/>
                  </a:lnTo>
                  <a:lnTo>
                    <a:pt x="792395" y="599414"/>
                  </a:lnTo>
                  <a:close/>
                  <a:moveTo>
                    <a:pt x="834531" y="592573"/>
                  </a:moveTo>
                  <a:lnTo>
                    <a:pt x="860488" y="537045"/>
                  </a:lnTo>
                  <a:lnTo>
                    <a:pt x="792395" y="599414"/>
                  </a:lnTo>
                  <a:close/>
                  <a:moveTo>
                    <a:pt x="792395" y="599414"/>
                  </a:moveTo>
                  <a:lnTo>
                    <a:pt x="843312" y="518519"/>
                  </a:lnTo>
                  <a:lnTo>
                    <a:pt x="765160" y="521463"/>
                  </a:lnTo>
                  <a:close/>
                  <a:moveTo>
                    <a:pt x="718080" y="498467"/>
                  </a:moveTo>
                  <a:lnTo>
                    <a:pt x="683555" y="548795"/>
                  </a:lnTo>
                  <a:lnTo>
                    <a:pt x="765160" y="521463"/>
                  </a:lnTo>
                  <a:close/>
                  <a:moveTo>
                    <a:pt x="1609278" y="1091207"/>
                  </a:moveTo>
                  <a:lnTo>
                    <a:pt x="1665070" y="1175419"/>
                  </a:lnTo>
                  <a:lnTo>
                    <a:pt x="1666478" y="1169502"/>
                  </a:lnTo>
                  <a:close/>
                  <a:moveTo>
                    <a:pt x="1665070" y="1175419"/>
                  </a:moveTo>
                  <a:lnTo>
                    <a:pt x="1682338" y="1173421"/>
                  </a:lnTo>
                  <a:lnTo>
                    <a:pt x="1666478" y="1169502"/>
                  </a:lnTo>
                  <a:close/>
                  <a:moveTo>
                    <a:pt x="1287037" y="312834"/>
                  </a:moveTo>
                  <a:lnTo>
                    <a:pt x="1350022" y="356613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09915" y="438828"/>
                  </a:lnTo>
                  <a:lnTo>
                    <a:pt x="1455323" y="318176"/>
                  </a:lnTo>
                  <a:close/>
                  <a:moveTo>
                    <a:pt x="1339605" y="274397"/>
                  </a:moveTo>
                  <a:lnTo>
                    <a:pt x="1451554" y="277644"/>
                  </a:lnTo>
                  <a:lnTo>
                    <a:pt x="1436873" y="238832"/>
                  </a:lnTo>
                  <a:close/>
                  <a:moveTo>
                    <a:pt x="1455323" y="318176"/>
                  </a:moveTo>
                  <a:lnTo>
                    <a:pt x="1451554" y="277644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55323" y="318176"/>
                  </a:lnTo>
                  <a:lnTo>
                    <a:pt x="1339605" y="274397"/>
                  </a:lnTo>
                  <a:close/>
                  <a:moveTo>
                    <a:pt x="1297576" y="191394"/>
                  </a:moveTo>
                  <a:lnTo>
                    <a:pt x="1297333" y="194899"/>
                  </a:lnTo>
                  <a:lnTo>
                    <a:pt x="1407203" y="153746"/>
                  </a:lnTo>
                  <a:close/>
                  <a:moveTo>
                    <a:pt x="1297333" y="194899"/>
                  </a:moveTo>
                  <a:lnTo>
                    <a:pt x="1339605" y="274397"/>
                  </a:lnTo>
                  <a:lnTo>
                    <a:pt x="1407203" y="153746"/>
                  </a:lnTo>
                  <a:close/>
                  <a:moveTo>
                    <a:pt x="1407203" y="153746"/>
                  </a:moveTo>
                  <a:lnTo>
                    <a:pt x="1339605" y="274397"/>
                  </a:lnTo>
                  <a:lnTo>
                    <a:pt x="1431262" y="201777"/>
                  </a:lnTo>
                  <a:close/>
                  <a:moveTo>
                    <a:pt x="1431262" y="201777"/>
                  </a:moveTo>
                  <a:lnTo>
                    <a:pt x="1339605" y="274397"/>
                  </a:lnTo>
                  <a:lnTo>
                    <a:pt x="1436873" y="238832"/>
                  </a:lnTo>
                  <a:close/>
                  <a:moveTo>
                    <a:pt x="1436873" y="238832"/>
                  </a:moveTo>
                  <a:lnTo>
                    <a:pt x="1459139" y="235961"/>
                  </a:lnTo>
                  <a:lnTo>
                    <a:pt x="1431262" y="201777"/>
                  </a:lnTo>
                  <a:close/>
                  <a:moveTo>
                    <a:pt x="1436873" y="238832"/>
                  </a:moveTo>
                  <a:lnTo>
                    <a:pt x="1451554" y="277644"/>
                  </a:lnTo>
                  <a:lnTo>
                    <a:pt x="1459139" y="235961"/>
                  </a:lnTo>
                  <a:close/>
                  <a:moveTo>
                    <a:pt x="1465355" y="329242"/>
                  </a:moveTo>
                  <a:lnTo>
                    <a:pt x="1478029" y="305466"/>
                  </a:lnTo>
                  <a:lnTo>
                    <a:pt x="1455323" y="318176"/>
                  </a:lnTo>
                  <a:close/>
                  <a:moveTo>
                    <a:pt x="1451554" y="277644"/>
                  </a:moveTo>
                  <a:lnTo>
                    <a:pt x="1455323" y="318176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59139" y="235961"/>
                  </a:lnTo>
                  <a:lnTo>
                    <a:pt x="1581697" y="270368"/>
                  </a:lnTo>
                  <a:close/>
                  <a:moveTo>
                    <a:pt x="1459139" y="235961"/>
                  </a:moveTo>
                  <a:lnTo>
                    <a:pt x="1451554" y="277644"/>
                  </a:lnTo>
                  <a:lnTo>
                    <a:pt x="1581697" y="270368"/>
                  </a:lnTo>
                  <a:close/>
                  <a:moveTo>
                    <a:pt x="1581697" y="270368"/>
                  </a:moveTo>
                  <a:lnTo>
                    <a:pt x="1451554" y="277644"/>
                  </a:lnTo>
                  <a:lnTo>
                    <a:pt x="1567760" y="279740"/>
                  </a:lnTo>
                  <a:close/>
                  <a:moveTo>
                    <a:pt x="1567760" y="279740"/>
                  </a:moveTo>
                  <a:lnTo>
                    <a:pt x="1451554" y="277644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31262" y="201777"/>
                  </a:lnTo>
                  <a:lnTo>
                    <a:pt x="1459139" y="235961"/>
                  </a:lnTo>
                  <a:close/>
                  <a:moveTo>
                    <a:pt x="1426104" y="147496"/>
                  </a:moveTo>
                  <a:lnTo>
                    <a:pt x="1431262" y="201777"/>
                  </a:lnTo>
                  <a:lnTo>
                    <a:pt x="1534201" y="220298"/>
                  </a:lnTo>
                  <a:close/>
                  <a:moveTo>
                    <a:pt x="1534201" y="220298"/>
                  </a:moveTo>
                  <a:lnTo>
                    <a:pt x="1606672" y="197524"/>
                  </a:lnTo>
                  <a:lnTo>
                    <a:pt x="1622528" y="144372"/>
                  </a:lnTo>
                  <a:close/>
                  <a:moveTo>
                    <a:pt x="1534201" y="220298"/>
                  </a:moveTo>
                  <a:lnTo>
                    <a:pt x="1581697" y="270368"/>
                  </a:lnTo>
                  <a:lnTo>
                    <a:pt x="1606672" y="197524"/>
                  </a:lnTo>
                  <a:close/>
                  <a:moveTo>
                    <a:pt x="1407203" y="153746"/>
                  </a:moveTo>
                  <a:lnTo>
                    <a:pt x="1431262" y="201777"/>
                  </a:lnTo>
                  <a:lnTo>
                    <a:pt x="1426104" y="147496"/>
                  </a:lnTo>
                  <a:close/>
                  <a:moveTo>
                    <a:pt x="1381930" y="71531"/>
                  </a:moveTo>
                  <a:lnTo>
                    <a:pt x="1426104" y="147496"/>
                  </a:lnTo>
                  <a:lnTo>
                    <a:pt x="1401292" y="67575"/>
                  </a:lnTo>
                  <a:close/>
                  <a:moveTo>
                    <a:pt x="1381930" y="71531"/>
                  </a:moveTo>
                  <a:lnTo>
                    <a:pt x="1407203" y="153746"/>
                  </a:lnTo>
                  <a:lnTo>
                    <a:pt x="1426104" y="147496"/>
                  </a:lnTo>
                  <a:close/>
                  <a:moveTo>
                    <a:pt x="1673045" y="168013"/>
                  </a:moveTo>
                  <a:lnTo>
                    <a:pt x="1606672" y="197524"/>
                  </a:lnTo>
                  <a:lnTo>
                    <a:pt x="1693661" y="195121"/>
                  </a:lnTo>
                  <a:close/>
                  <a:moveTo>
                    <a:pt x="1693661" y="195121"/>
                  </a:moveTo>
                  <a:lnTo>
                    <a:pt x="1606672" y="197524"/>
                  </a:lnTo>
                  <a:lnTo>
                    <a:pt x="1581697" y="270368"/>
                  </a:lnTo>
                  <a:close/>
                  <a:moveTo>
                    <a:pt x="1622528" y="144372"/>
                  </a:moveTo>
                  <a:lnTo>
                    <a:pt x="1606672" y="197524"/>
                  </a:lnTo>
                  <a:lnTo>
                    <a:pt x="1673045" y="168013"/>
                  </a:lnTo>
                  <a:close/>
                  <a:moveTo>
                    <a:pt x="1622528" y="144372"/>
                  </a:moveTo>
                  <a:lnTo>
                    <a:pt x="1673045" y="168013"/>
                  </a:lnTo>
                  <a:lnTo>
                    <a:pt x="1637471" y="115310"/>
                  </a:lnTo>
                  <a:close/>
                  <a:moveTo>
                    <a:pt x="1637471" y="115310"/>
                  </a:moveTo>
                  <a:lnTo>
                    <a:pt x="1673045" y="168013"/>
                  </a:lnTo>
                  <a:lnTo>
                    <a:pt x="1693543" y="159088"/>
                  </a:lnTo>
                  <a:close/>
                  <a:moveTo>
                    <a:pt x="1637471" y="115310"/>
                  </a:moveTo>
                  <a:lnTo>
                    <a:pt x="1693543" y="159088"/>
                  </a:lnTo>
                  <a:lnTo>
                    <a:pt x="1703449" y="76873"/>
                  </a:lnTo>
                  <a:close/>
                  <a:moveTo>
                    <a:pt x="1673045" y="168013"/>
                  </a:moveTo>
                  <a:lnTo>
                    <a:pt x="1693661" y="195121"/>
                  </a:lnTo>
                  <a:lnTo>
                    <a:pt x="1693543" y="159088"/>
                  </a:lnTo>
                  <a:close/>
                  <a:moveTo>
                    <a:pt x="1703449" y="76873"/>
                  </a:moveTo>
                  <a:lnTo>
                    <a:pt x="1786845" y="136088"/>
                  </a:lnTo>
                  <a:lnTo>
                    <a:pt x="1758053" y="59403"/>
                  </a:lnTo>
                  <a:close/>
                  <a:moveTo>
                    <a:pt x="1703449" y="76873"/>
                  </a:moveTo>
                  <a:lnTo>
                    <a:pt x="1693543" y="159088"/>
                  </a:lnTo>
                  <a:lnTo>
                    <a:pt x="1786845" y="136088"/>
                  </a:lnTo>
                  <a:close/>
                  <a:moveTo>
                    <a:pt x="1786845" y="136088"/>
                  </a:moveTo>
                  <a:lnTo>
                    <a:pt x="1842449" y="51383"/>
                  </a:lnTo>
                  <a:lnTo>
                    <a:pt x="1758053" y="59403"/>
                  </a:lnTo>
                  <a:close/>
                  <a:moveTo>
                    <a:pt x="1728437" y="46485"/>
                  </a:moveTo>
                  <a:lnTo>
                    <a:pt x="1703449" y="76873"/>
                  </a:lnTo>
                  <a:lnTo>
                    <a:pt x="1758053" y="59403"/>
                  </a:lnTo>
                  <a:close/>
                  <a:moveTo>
                    <a:pt x="1995520" y="82215"/>
                  </a:moveTo>
                  <a:lnTo>
                    <a:pt x="1980449" y="99874"/>
                  </a:lnTo>
                  <a:lnTo>
                    <a:pt x="1944894" y="146722"/>
                  </a:lnTo>
                  <a:close/>
                  <a:moveTo>
                    <a:pt x="1984427" y="15874"/>
                  </a:moveTo>
                  <a:lnTo>
                    <a:pt x="1980449" y="99874"/>
                  </a:lnTo>
                  <a:lnTo>
                    <a:pt x="1995520" y="82215"/>
                  </a:lnTo>
                  <a:close/>
                  <a:moveTo>
                    <a:pt x="1985624" y="0"/>
                  </a:moveTo>
                  <a:lnTo>
                    <a:pt x="1980449" y="99874"/>
                  </a:lnTo>
                  <a:lnTo>
                    <a:pt x="1984427" y="15874"/>
                  </a:lnTo>
                  <a:close/>
                  <a:moveTo>
                    <a:pt x="1985624" y="0"/>
                  </a:moveTo>
                  <a:lnTo>
                    <a:pt x="1976923" y="2650"/>
                  </a:lnTo>
                  <a:lnTo>
                    <a:pt x="1949024" y="98710"/>
                  </a:lnTo>
                  <a:close/>
                  <a:moveTo>
                    <a:pt x="2014957" y="71821"/>
                  </a:moveTo>
                  <a:lnTo>
                    <a:pt x="1995520" y="82215"/>
                  </a:lnTo>
                  <a:lnTo>
                    <a:pt x="2063499" y="96307"/>
                  </a:lnTo>
                  <a:close/>
                  <a:moveTo>
                    <a:pt x="1984427" y="15874"/>
                  </a:moveTo>
                  <a:lnTo>
                    <a:pt x="1995520" y="82215"/>
                  </a:lnTo>
                  <a:lnTo>
                    <a:pt x="2014957" y="71821"/>
                  </a:lnTo>
                  <a:close/>
                  <a:moveTo>
                    <a:pt x="1985624" y="0"/>
                  </a:moveTo>
                  <a:lnTo>
                    <a:pt x="1984427" y="15874"/>
                  </a:lnTo>
                  <a:lnTo>
                    <a:pt x="2119221" y="25984"/>
                  </a:lnTo>
                  <a:close/>
                  <a:moveTo>
                    <a:pt x="2119221" y="25984"/>
                  </a:moveTo>
                  <a:lnTo>
                    <a:pt x="1984427" y="15874"/>
                  </a:lnTo>
                  <a:lnTo>
                    <a:pt x="2096837" y="43779"/>
                  </a:lnTo>
                  <a:close/>
                  <a:moveTo>
                    <a:pt x="2096837" y="43779"/>
                  </a:moveTo>
                  <a:lnTo>
                    <a:pt x="1984427" y="15874"/>
                  </a:lnTo>
                  <a:lnTo>
                    <a:pt x="2014957" y="7182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45" name="Candidate_density__2044">
              <a:extLst>
                <a:ext uri="{FF2B5EF4-FFF2-40B4-BE49-F238E27FC236}">
                  <a16:creationId xmlns:a16="http://schemas.microsoft.com/office/drawing/2014/main" id="{1BBAFD84-D880-A589-C5EA-0B08FE61F403}"/>
                </a:ext>
              </a:extLst>
            </p:cNvPr>
            <p:cNvSpPr>
              <a:spLocks noGrp="1"/>
            </p:cNvSpPr>
            <p:nvPr/>
          </p:nvSpPr>
          <p:spPr>
            <a:xfrm>
              <a:off x="4677152" y="2165924"/>
              <a:ext cx="1955093" cy="3370459"/>
            </a:xfrm>
            <a:custGeom>
              <a:avLst/>
              <a:gdLst/>
              <a:ahLst/>
              <a:cxnLst/>
              <a:rect l="0" t="0" r="0" b="0"/>
              <a:pathLst>
                <a:path w="1955093" h="3370459">
                  <a:moveTo>
                    <a:pt x="489406" y="3206029"/>
                  </a:moveTo>
                  <a:lnTo>
                    <a:pt x="451636" y="3266497"/>
                  </a:lnTo>
                  <a:lnTo>
                    <a:pt x="493846" y="3209109"/>
                  </a:lnTo>
                  <a:close/>
                  <a:moveTo>
                    <a:pt x="493846" y="3209109"/>
                  </a:moveTo>
                  <a:lnTo>
                    <a:pt x="564259" y="3208707"/>
                  </a:lnTo>
                  <a:lnTo>
                    <a:pt x="527850" y="3206029"/>
                  </a:lnTo>
                  <a:close/>
                  <a:moveTo>
                    <a:pt x="0" y="2712738"/>
                  </a:moveTo>
                  <a:lnTo>
                    <a:pt x="37051" y="2733804"/>
                  </a:lnTo>
                  <a:lnTo>
                    <a:pt x="76505" y="2763373"/>
                  </a:lnTo>
                  <a:close/>
                  <a:moveTo>
                    <a:pt x="153239" y="2771613"/>
                  </a:moveTo>
                  <a:lnTo>
                    <a:pt x="76505" y="2763373"/>
                  </a:lnTo>
                  <a:lnTo>
                    <a:pt x="37051" y="2733804"/>
                  </a:lnTo>
                  <a:close/>
                  <a:moveTo>
                    <a:pt x="743212" y="3370459"/>
                  </a:moveTo>
                  <a:lnTo>
                    <a:pt x="752847" y="3332023"/>
                  </a:lnTo>
                  <a:lnTo>
                    <a:pt x="674743" y="3328141"/>
                  </a:lnTo>
                  <a:close/>
                  <a:moveTo>
                    <a:pt x="752847" y="3332023"/>
                  </a:moveTo>
                  <a:lnTo>
                    <a:pt x="731462" y="3324999"/>
                  </a:lnTo>
                  <a:lnTo>
                    <a:pt x="674743" y="3328141"/>
                  </a:lnTo>
                  <a:close/>
                  <a:moveTo>
                    <a:pt x="493846" y="3209109"/>
                  </a:moveTo>
                  <a:lnTo>
                    <a:pt x="457474" y="3174337"/>
                  </a:lnTo>
                  <a:lnTo>
                    <a:pt x="489406" y="3206029"/>
                  </a:lnTo>
                  <a:close/>
                  <a:moveTo>
                    <a:pt x="557453" y="3231723"/>
                  </a:moveTo>
                  <a:lnTo>
                    <a:pt x="527850" y="3206029"/>
                  </a:lnTo>
                  <a:lnTo>
                    <a:pt x="620334" y="3263211"/>
                  </a:lnTo>
                  <a:close/>
                  <a:moveTo>
                    <a:pt x="493846" y="3209109"/>
                  </a:moveTo>
                  <a:lnTo>
                    <a:pt x="527850" y="3206029"/>
                  </a:lnTo>
                  <a:lnTo>
                    <a:pt x="557453" y="3231723"/>
                  </a:lnTo>
                  <a:close/>
                  <a:moveTo>
                    <a:pt x="397976" y="2838733"/>
                  </a:moveTo>
                  <a:lnTo>
                    <a:pt x="369369" y="2807167"/>
                  </a:lnTo>
                  <a:lnTo>
                    <a:pt x="422389" y="2863084"/>
                  </a:lnTo>
                  <a:close/>
                  <a:moveTo>
                    <a:pt x="55764" y="2518406"/>
                  </a:moveTo>
                  <a:lnTo>
                    <a:pt x="13041" y="2453048"/>
                  </a:lnTo>
                  <a:lnTo>
                    <a:pt x="18154" y="2509872"/>
                  </a:lnTo>
                  <a:close/>
                  <a:moveTo>
                    <a:pt x="807010" y="3293586"/>
                  </a:moveTo>
                  <a:lnTo>
                    <a:pt x="752847" y="3332023"/>
                  </a:lnTo>
                  <a:lnTo>
                    <a:pt x="813424" y="3352784"/>
                  </a:lnTo>
                  <a:close/>
                  <a:moveTo>
                    <a:pt x="752847" y="3332023"/>
                  </a:moveTo>
                  <a:lnTo>
                    <a:pt x="807010" y="3293586"/>
                  </a:lnTo>
                  <a:lnTo>
                    <a:pt x="731462" y="3324999"/>
                  </a:lnTo>
                  <a:close/>
                  <a:moveTo>
                    <a:pt x="543294" y="2900130"/>
                  </a:moveTo>
                  <a:lnTo>
                    <a:pt x="510378" y="2840515"/>
                  </a:lnTo>
                  <a:lnTo>
                    <a:pt x="466040" y="2889946"/>
                  </a:lnTo>
                  <a:close/>
                  <a:moveTo>
                    <a:pt x="151069" y="2389220"/>
                  </a:moveTo>
                  <a:lnTo>
                    <a:pt x="97745" y="2427657"/>
                  </a:lnTo>
                  <a:lnTo>
                    <a:pt x="132067" y="2471436"/>
                  </a:lnTo>
                  <a:close/>
                  <a:moveTo>
                    <a:pt x="175448" y="2389220"/>
                  </a:moveTo>
                  <a:lnTo>
                    <a:pt x="159873" y="2494359"/>
                  </a:lnTo>
                  <a:lnTo>
                    <a:pt x="205446" y="2472944"/>
                  </a:lnTo>
                  <a:close/>
                  <a:moveTo>
                    <a:pt x="467152" y="2626508"/>
                  </a:moveTo>
                  <a:lnTo>
                    <a:pt x="514015" y="2638912"/>
                  </a:lnTo>
                  <a:lnTo>
                    <a:pt x="407104" y="2614734"/>
                  </a:lnTo>
                  <a:close/>
                  <a:moveTo>
                    <a:pt x="480971" y="2635866"/>
                  </a:moveTo>
                  <a:lnTo>
                    <a:pt x="539015" y="2668926"/>
                  </a:lnTo>
                  <a:lnTo>
                    <a:pt x="514015" y="2638912"/>
                  </a:lnTo>
                  <a:close/>
                  <a:moveTo>
                    <a:pt x="514015" y="2638912"/>
                  </a:moveTo>
                  <a:lnTo>
                    <a:pt x="539015" y="2668926"/>
                  </a:lnTo>
                  <a:lnTo>
                    <a:pt x="588172" y="2637515"/>
                  </a:lnTo>
                  <a:close/>
                  <a:moveTo>
                    <a:pt x="480971" y="2635866"/>
                  </a:moveTo>
                  <a:lnTo>
                    <a:pt x="514015" y="2638912"/>
                  </a:lnTo>
                  <a:lnTo>
                    <a:pt x="467152" y="2626508"/>
                  </a:lnTo>
                  <a:close/>
                  <a:moveTo>
                    <a:pt x="956199" y="3171935"/>
                  </a:moveTo>
                  <a:lnTo>
                    <a:pt x="955514" y="3174974"/>
                  </a:lnTo>
                  <a:lnTo>
                    <a:pt x="955529" y="3172935"/>
                  </a:lnTo>
                  <a:close/>
                  <a:moveTo>
                    <a:pt x="956199" y="3171935"/>
                  </a:moveTo>
                  <a:lnTo>
                    <a:pt x="955529" y="3172935"/>
                  </a:lnTo>
                  <a:lnTo>
                    <a:pt x="954584" y="3171497"/>
                  </a:lnTo>
                  <a:close/>
                  <a:moveTo>
                    <a:pt x="1027620" y="2974278"/>
                  </a:moveTo>
                  <a:lnTo>
                    <a:pt x="1016962" y="3090720"/>
                  </a:lnTo>
                  <a:lnTo>
                    <a:pt x="1121512" y="3023092"/>
                  </a:lnTo>
                  <a:close/>
                  <a:moveTo>
                    <a:pt x="594168" y="2483746"/>
                  </a:moveTo>
                  <a:lnTo>
                    <a:pt x="521707" y="2582156"/>
                  </a:lnTo>
                  <a:lnTo>
                    <a:pt x="600689" y="2578537"/>
                  </a:lnTo>
                  <a:close/>
                  <a:moveTo>
                    <a:pt x="459001" y="2432999"/>
                  </a:moveTo>
                  <a:lnTo>
                    <a:pt x="599622" y="2465122"/>
                  </a:lnTo>
                  <a:lnTo>
                    <a:pt x="548964" y="2476778"/>
                  </a:lnTo>
                  <a:close/>
                  <a:moveTo>
                    <a:pt x="548964" y="2476778"/>
                  </a:moveTo>
                  <a:lnTo>
                    <a:pt x="594168" y="2483746"/>
                  </a:lnTo>
                  <a:lnTo>
                    <a:pt x="459001" y="2432999"/>
                  </a:lnTo>
                  <a:close/>
                  <a:moveTo>
                    <a:pt x="284416" y="2253517"/>
                  </a:moveTo>
                  <a:lnTo>
                    <a:pt x="322246" y="2322853"/>
                  </a:lnTo>
                  <a:lnTo>
                    <a:pt x="367289" y="2246734"/>
                  </a:lnTo>
                  <a:close/>
                  <a:moveTo>
                    <a:pt x="284416" y="2253517"/>
                  </a:moveTo>
                  <a:lnTo>
                    <a:pt x="367289" y="2246734"/>
                  </a:lnTo>
                  <a:lnTo>
                    <a:pt x="306582" y="2205468"/>
                  </a:lnTo>
                  <a:close/>
                  <a:moveTo>
                    <a:pt x="367289" y="2246734"/>
                  </a:moveTo>
                  <a:lnTo>
                    <a:pt x="420414" y="2264136"/>
                  </a:lnTo>
                  <a:lnTo>
                    <a:pt x="377810" y="2193118"/>
                  </a:lnTo>
                  <a:close/>
                  <a:moveTo>
                    <a:pt x="1140567" y="2931632"/>
                  </a:moveTo>
                  <a:lnTo>
                    <a:pt x="1121512" y="3023092"/>
                  </a:lnTo>
                  <a:lnTo>
                    <a:pt x="1169541" y="2987465"/>
                  </a:lnTo>
                  <a:close/>
                  <a:moveTo>
                    <a:pt x="639785" y="2400080"/>
                  </a:moveTo>
                  <a:lnTo>
                    <a:pt x="692288" y="2364476"/>
                  </a:lnTo>
                  <a:lnTo>
                    <a:pt x="680761" y="2356126"/>
                  </a:lnTo>
                  <a:close/>
                  <a:moveTo>
                    <a:pt x="669685" y="2448421"/>
                  </a:moveTo>
                  <a:lnTo>
                    <a:pt x="692288" y="2364476"/>
                  </a:lnTo>
                  <a:lnTo>
                    <a:pt x="639785" y="2400080"/>
                  </a:lnTo>
                  <a:close/>
                  <a:moveTo>
                    <a:pt x="599622" y="2465122"/>
                  </a:moveTo>
                  <a:lnTo>
                    <a:pt x="669685" y="2448421"/>
                  </a:lnTo>
                  <a:lnTo>
                    <a:pt x="639785" y="2400080"/>
                  </a:lnTo>
                  <a:close/>
                  <a:moveTo>
                    <a:pt x="692288" y="2364476"/>
                  </a:moveTo>
                  <a:lnTo>
                    <a:pt x="610090" y="2289058"/>
                  </a:lnTo>
                  <a:lnTo>
                    <a:pt x="680761" y="2356126"/>
                  </a:lnTo>
                  <a:close/>
                  <a:moveTo>
                    <a:pt x="444069" y="2144813"/>
                  </a:moveTo>
                  <a:lnTo>
                    <a:pt x="381405" y="2135166"/>
                  </a:lnTo>
                  <a:lnTo>
                    <a:pt x="377810" y="2193118"/>
                  </a:lnTo>
                  <a:close/>
                  <a:moveTo>
                    <a:pt x="1271467" y="2874692"/>
                  </a:moveTo>
                  <a:lnTo>
                    <a:pt x="1189731" y="2810980"/>
                  </a:lnTo>
                  <a:lnTo>
                    <a:pt x="1250601" y="2914183"/>
                  </a:lnTo>
                  <a:close/>
                  <a:moveTo>
                    <a:pt x="1185578" y="2832222"/>
                  </a:moveTo>
                  <a:lnTo>
                    <a:pt x="1246634" y="2893195"/>
                  </a:lnTo>
                  <a:lnTo>
                    <a:pt x="1250601" y="2914183"/>
                  </a:lnTo>
                  <a:close/>
                  <a:moveTo>
                    <a:pt x="662226" y="2328324"/>
                  </a:moveTo>
                  <a:lnTo>
                    <a:pt x="680761" y="2356126"/>
                  </a:lnTo>
                  <a:lnTo>
                    <a:pt x="610090" y="2289058"/>
                  </a:lnTo>
                  <a:close/>
                  <a:moveTo>
                    <a:pt x="493571" y="1916869"/>
                  </a:moveTo>
                  <a:lnTo>
                    <a:pt x="443791" y="1945954"/>
                  </a:lnTo>
                  <a:lnTo>
                    <a:pt x="575227" y="1943509"/>
                  </a:lnTo>
                  <a:close/>
                  <a:moveTo>
                    <a:pt x="233232" y="1716023"/>
                  </a:moveTo>
                  <a:lnTo>
                    <a:pt x="176418" y="1680171"/>
                  </a:lnTo>
                  <a:lnTo>
                    <a:pt x="205543" y="1698405"/>
                  </a:lnTo>
                  <a:close/>
                  <a:moveTo>
                    <a:pt x="935230" y="2279253"/>
                  </a:moveTo>
                  <a:lnTo>
                    <a:pt x="890448" y="2349549"/>
                  </a:lnTo>
                  <a:lnTo>
                    <a:pt x="938509" y="2285486"/>
                  </a:lnTo>
                  <a:close/>
                  <a:moveTo>
                    <a:pt x="1004491" y="2361468"/>
                  </a:moveTo>
                  <a:lnTo>
                    <a:pt x="1024475" y="2376282"/>
                  </a:lnTo>
                  <a:lnTo>
                    <a:pt x="938509" y="2285486"/>
                  </a:lnTo>
                  <a:close/>
                  <a:moveTo>
                    <a:pt x="599269" y="1879045"/>
                  </a:moveTo>
                  <a:lnTo>
                    <a:pt x="493571" y="1916869"/>
                  </a:lnTo>
                  <a:lnTo>
                    <a:pt x="575227" y="1943509"/>
                  </a:lnTo>
                  <a:close/>
                  <a:moveTo>
                    <a:pt x="498926" y="1900032"/>
                  </a:moveTo>
                  <a:lnTo>
                    <a:pt x="493571" y="1916869"/>
                  </a:lnTo>
                  <a:lnTo>
                    <a:pt x="599269" y="1879045"/>
                  </a:lnTo>
                  <a:close/>
                  <a:moveTo>
                    <a:pt x="827704" y="2014701"/>
                  </a:moveTo>
                  <a:lnTo>
                    <a:pt x="946925" y="2066852"/>
                  </a:lnTo>
                  <a:lnTo>
                    <a:pt x="860316" y="2021687"/>
                  </a:lnTo>
                  <a:close/>
                  <a:moveTo>
                    <a:pt x="881183" y="2031815"/>
                  </a:moveTo>
                  <a:lnTo>
                    <a:pt x="946925" y="2066852"/>
                  </a:lnTo>
                  <a:lnTo>
                    <a:pt x="827704" y="2014701"/>
                  </a:lnTo>
                  <a:close/>
                  <a:moveTo>
                    <a:pt x="364912" y="1418666"/>
                  </a:moveTo>
                  <a:lnTo>
                    <a:pt x="325118" y="1457103"/>
                  </a:lnTo>
                  <a:lnTo>
                    <a:pt x="394935" y="1500881"/>
                  </a:lnTo>
                  <a:close/>
                  <a:moveTo>
                    <a:pt x="946925" y="2066852"/>
                  </a:moveTo>
                  <a:lnTo>
                    <a:pt x="980320" y="2076386"/>
                  </a:lnTo>
                  <a:lnTo>
                    <a:pt x="991927" y="2019900"/>
                  </a:lnTo>
                  <a:close/>
                  <a:moveTo>
                    <a:pt x="1038650" y="1964389"/>
                  </a:moveTo>
                  <a:lnTo>
                    <a:pt x="980320" y="2076386"/>
                  </a:lnTo>
                  <a:lnTo>
                    <a:pt x="1030913" y="2070772"/>
                  </a:lnTo>
                  <a:close/>
                  <a:moveTo>
                    <a:pt x="1038650" y="1964389"/>
                  </a:moveTo>
                  <a:lnTo>
                    <a:pt x="1030913" y="2070772"/>
                  </a:lnTo>
                  <a:lnTo>
                    <a:pt x="1052991" y="2076386"/>
                  </a:lnTo>
                  <a:close/>
                  <a:moveTo>
                    <a:pt x="1038650" y="1964389"/>
                  </a:moveTo>
                  <a:lnTo>
                    <a:pt x="1014495" y="1883935"/>
                  </a:lnTo>
                  <a:lnTo>
                    <a:pt x="1033154" y="1955735"/>
                  </a:lnTo>
                  <a:close/>
                  <a:moveTo>
                    <a:pt x="1014495" y="1883935"/>
                  </a:moveTo>
                  <a:lnTo>
                    <a:pt x="1008672" y="1873520"/>
                  </a:lnTo>
                  <a:lnTo>
                    <a:pt x="1033154" y="1955735"/>
                  </a:lnTo>
                  <a:close/>
                  <a:moveTo>
                    <a:pt x="1474358" y="2430341"/>
                  </a:moveTo>
                  <a:lnTo>
                    <a:pt x="1475593" y="2366810"/>
                  </a:lnTo>
                  <a:lnTo>
                    <a:pt x="1471667" y="2355184"/>
                  </a:lnTo>
                  <a:close/>
                  <a:moveTo>
                    <a:pt x="1471667" y="2355184"/>
                  </a:moveTo>
                  <a:lnTo>
                    <a:pt x="1475593" y="2366810"/>
                  </a:lnTo>
                  <a:lnTo>
                    <a:pt x="1471695" y="2255069"/>
                  </a:lnTo>
                  <a:close/>
                  <a:moveTo>
                    <a:pt x="1274676" y="2193965"/>
                  </a:moveTo>
                  <a:lnTo>
                    <a:pt x="1346957" y="2095702"/>
                  </a:lnTo>
                  <a:lnTo>
                    <a:pt x="1273528" y="2094807"/>
                  </a:lnTo>
                  <a:close/>
                  <a:moveTo>
                    <a:pt x="1321762" y="2016093"/>
                  </a:moveTo>
                  <a:lnTo>
                    <a:pt x="1279904" y="2045422"/>
                  </a:lnTo>
                  <a:lnTo>
                    <a:pt x="1273528" y="2094807"/>
                  </a:lnTo>
                  <a:close/>
                  <a:moveTo>
                    <a:pt x="1008672" y="1873520"/>
                  </a:moveTo>
                  <a:lnTo>
                    <a:pt x="1047193" y="1835084"/>
                  </a:lnTo>
                  <a:lnTo>
                    <a:pt x="1033154" y="1955735"/>
                  </a:lnTo>
                  <a:close/>
                  <a:moveTo>
                    <a:pt x="1647853" y="2004855"/>
                  </a:moveTo>
                  <a:lnTo>
                    <a:pt x="1688497" y="2028051"/>
                  </a:lnTo>
                  <a:lnTo>
                    <a:pt x="1703579" y="1987551"/>
                  </a:lnTo>
                  <a:close/>
                  <a:moveTo>
                    <a:pt x="1703579" y="1987551"/>
                  </a:moveTo>
                  <a:lnTo>
                    <a:pt x="1688497" y="2028051"/>
                  </a:lnTo>
                  <a:lnTo>
                    <a:pt x="1723511" y="2004855"/>
                  </a:lnTo>
                  <a:close/>
                  <a:moveTo>
                    <a:pt x="1110061" y="1166188"/>
                  </a:moveTo>
                  <a:lnTo>
                    <a:pt x="1045945" y="1157721"/>
                  </a:lnTo>
                  <a:lnTo>
                    <a:pt x="1116601" y="1260964"/>
                  </a:lnTo>
                  <a:close/>
                  <a:moveTo>
                    <a:pt x="998475" y="1120121"/>
                  </a:moveTo>
                  <a:lnTo>
                    <a:pt x="1034252" y="1144268"/>
                  </a:lnTo>
                  <a:lnTo>
                    <a:pt x="1045945" y="1157721"/>
                  </a:lnTo>
                  <a:close/>
                  <a:moveTo>
                    <a:pt x="958469" y="1033997"/>
                  </a:moveTo>
                  <a:lnTo>
                    <a:pt x="925951" y="994498"/>
                  </a:lnTo>
                  <a:lnTo>
                    <a:pt x="985580" y="1071905"/>
                  </a:lnTo>
                  <a:close/>
                  <a:moveTo>
                    <a:pt x="1026726" y="1010541"/>
                  </a:moveTo>
                  <a:lnTo>
                    <a:pt x="958469" y="1033997"/>
                  </a:lnTo>
                  <a:lnTo>
                    <a:pt x="985580" y="1071905"/>
                  </a:lnTo>
                  <a:close/>
                  <a:moveTo>
                    <a:pt x="123784" y="21394"/>
                  </a:moveTo>
                  <a:lnTo>
                    <a:pt x="161807" y="90575"/>
                  </a:lnTo>
                  <a:lnTo>
                    <a:pt x="166626" y="113908"/>
                  </a:lnTo>
                  <a:close/>
                  <a:moveTo>
                    <a:pt x="75569" y="0"/>
                  </a:moveTo>
                  <a:lnTo>
                    <a:pt x="161807" y="90575"/>
                  </a:lnTo>
                  <a:lnTo>
                    <a:pt x="123784" y="21394"/>
                  </a:lnTo>
                  <a:close/>
                  <a:moveTo>
                    <a:pt x="1955093" y="2252291"/>
                  </a:moveTo>
                  <a:lnTo>
                    <a:pt x="1862488" y="2219230"/>
                  </a:lnTo>
                  <a:lnTo>
                    <a:pt x="1901668" y="2247968"/>
                  </a:lnTo>
                  <a:close/>
                  <a:moveTo>
                    <a:pt x="1482490" y="1545647"/>
                  </a:moveTo>
                  <a:lnTo>
                    <a:pt x="1483409" y="1603371"/>
                  </a:lnTo>
                  <a:lnTo>
                    <a:pt x="1486244" y="1555344"/>
                  </a:lnTo>
                  <a:close/>
                  <a:moveTo>
                    <a:pt x="1486244" y="1555344"/>
                  </a:moveTo>
                  <a:lnTo>
                    <a:pt x="1502047" y="1457855"/>
                  </a:lnTo>
                  <a:lnTo>
                    <a:pt x="1482490" y="1545647"/>
                  </a:lnTo>
                  <a:close/>
                  <a:moveTo>
                    <a:pt x="1815832" y="1656607"/>
                  </a:moveTo>
                  <a:lnTo>
                    <a:pt x="1717002" y="1704223"/>
                  </a:lnTo>
                  <a:lnTo>
                    <a:pt x="1799750" y="1734944"/>
                  </a:lnTo>
                  <a:close/>
                  <a:moveTo>
                    <a:pt x="1815832" y="1656607"/>
                  </a:moveTo>
                  <a:lnTo>
                    <a:pt x="1736952" y="1660142"/>
                  </a:lnTo>
                  <a:lnTo>
                    <a:pt x="1717002" y="1704223"/>
                  </a:lnTo>
                  <a:close/>
                  <a:moveTo>
                    <a:pt x="1736952" y="1660142"/>
                  </a:moveTo>
                  <a:lnTo>
                    <a:pt x="1815832" y="1656607"/>
                  </a:lnTo>
                  <a:lnTo>
                    <a:pt x="1753186" y="1624304"/>
                  </a:lnTo>
                  <a:close/>
                  <a:moveTo>
                    <a:pt x="1502047" y="1457855"/>
                  </a:moveTo>
                  <a:lnTo>
                    <a:pt x="1526672" y="1434693"/>
                  </a:lnTo>
                  <a:lnTo>
                    <a:pt x="1523377" y="1412315"/>
                  </a:lnTo>
                  <a:close/>
                  <a:moveTo>
                    <a:pt x="1523377" y="1412315"/>
                  </a:moveTo>
                  <a:lnTo>
                    <a:pt x="1526672" y="1434693"/>
                  </a:lnTo>
                  <a:lnTo>
                    <a:pt x="1549185" y="1355438"/>
                  </a:lnTo>
                  <a:close/>
                  <a:moveTo>
                    <a:pt x="1549854" y="1351289"/>
                  </a:moveTo>
                  <a:lnTo>
                    <a:pt x="1523377" y="1412315"/>
                  </a:lnTo>
                  <a:lnTo>
                    <a:pt x="1549185" y="1355438"/>
                  </a:lnTo>
                  <a:close/>
                  <a:moveTo>
                    <a:pt x="1888350" y="1357819"/>
                  </a:moveTo>
                  <a:lnTo>
                    <a:pt x="1863889" y="1237168"/>
                  </a:lnTo>
                  <a:lnTo>
                    <a:pt x="1915391" y="131938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46" name="Candidate_density__2045">
              <a:extLst>
                <a:ext uri="{FF2B5EF4-FFF2-40B4-BE49-F238E27FC236}">
                  <a16:creationId xmlns:a16="http://schemas.microsoft.com/office/drawing/2014/main" id="{B07361CD-B516-E203-762E-A8346808CA1A}"/>
                </a:ext>
              </a:extLst>
            </p:cNvPr>
            <p:cNvSpPr>
              <a:spLocks noGrp="1"/>
            </p:cNvSpPr>
            <p:nvPr/>
          </p:nvSpPr>
          <p:spPr>
            <a:xfrm>
              <a:off x="4599460" y="2165924"/>
              <a:ext cx="1900153" cy="3377626"/>
            </a:xfrm>
            <a:custGeom>
              <a:avLst/>
              <a:gdLst/>
              <a:ahLst/>
              <a:cxnLst/>
              <a:rect l="0" t="0" r="0" b="0"/>
              <a:pathLst>
                <a:path w="1900153" h="3377626">
                  <a:moveTo>
                    <a:pt x="0" y="2666404"/>
                  </a:moveTo>
                  <a:lnTo>
                    <a:pt x="77692" y="2712738"/>
                  </a:lnTo>
                  <a:lnTo>
                    <a:pt x="63708" y="2703708"/>
                  </a:lnTo>
                  <a:close/>
                  <a:moveTo>
                    <a:pt x="0" y="2666404"/>
                  </a:moveTo>
                  <a:lnTo>
                    <a:pt x="114742" y="2733804"/>
                  </a:lnTo>
                  <a:lnTo>
                    <a:pt x="77692" y="2712738"/>
                  </a:lnTo>
                  <a:close/>
                  <a:moveTo>
                    <a:pt x="230931" y="2771613"/>
                  </a:moveTo>
                  <a:lnTo>
                    <a:pt x="114742" y="2733804"/>
                  </a:lnTo>
                  <a:lnTo>
                    <a:pt x="177002" y="2743780"/>
                  </a:lnTo>
                  <a:close/>
                  <a:moveTo>
                    <a:pt x="830539" y="3332023"/>
                  </a:moveTo>
                  <a:lnTo>
                    <a:pt x="840201" y="3377626"/>
                  </a:lnTo>
                  <a:lnTo>
                    <a:pt x="891116" y="3352784"/>
                  </a:lnTo>
                  <a:close/>
                  <a:moveTo>
                    <a:pt x="884702" y="3293586"/>
                  </a:moveTo>
                  <a:lnTo>
                    <a:pt x="891116" y="3352784"/>
                  </a:lnTo>
                  <a:lnTo>
                    <a:pt x="940391" y="3321812"/>
                  </a:lnTo>
                  <a:close/>
                  <a:moveTo>
                    <a:pt x="1016019" y="3255150"/>
                  </a:moveTo>
                  <a:lnTo>
                    <a:pt x="982843" y="3293586"/>
                  </a:lnTo>
                  <a:lnTo>
                    <a:pt x="1033206" y="3174974"/>
                  </a:lnTo>
                  <a:close/>
                  <a:moveTo>
                    <a:pt x="484796" y="2614734"/>
                  </a:moveTo>
                  <a:lnTo>
                    <a:pt x="445905" y="2597429"/>
                  </a:lnTo>
                  <a:lnTo>
                    <a:pt x="438060" y="2558314"/>
                  </a:lnTo>
                  <a:close/>
                  <a:moveTo>
                    <a:pt x="530019" y="2623471"/>
                  </a:moveTo>
                  <a:lnTo>
                    <a:pt x="544844" y="2626508"/>
                  </a:lnTo>
                  <a:lnTo>
                    <a:pt x="484796" y="2614734"/>
                  </a:lnTo>
                  <a:close/>
                  <a:moveTo>
                    <a:pt x="1065570" y="3090720"/>
                  </a:moveTo>
                  <a:lnTo>
                    <a:pt x="1088104" y="3101568"/>
                  </a:lnTo>
                  <a:lnTo>
                    <a:pt x="1096286" y="3081709"/>
                  </a:lnTo>
                  <a:close/>
                  <a:moveTo>
                    <a:pt x="444981" y="2246734"/>
                  </a:moveTo>
                  <a:lnTo>
                    <a:pt x="384628" y="2350784"/>
                  </a:lnTo>
                  <a:lnTo>
                    <a:pt x="427740" y="2304525"/>
                  </a:lnTo>
                  <a:close/>
                  <a:moveTo>
                    <a:pt x="444981" y="2246734"/>
                  </a:moveTo>
                  <a:lnTo>
                    <a:pt x="455502" y="2193118"/>
                  </a:lnTo>
                  <a:lnTo>
                    <a:pt x="384274" y="2205468"/>
                  </a:lnTo>
                  <a:close/>
                  <a:moveTo>
                    <a:pt x="455502" y="2193118"/>
                  </a:moveTo>
                  <a:lnTo>
                    <a:pt x="459096" y="2135166"/>
                  </a:lnTo>
                  <a:lnTo>
                    <a:pt x="434776" y="2179083"/>
                  </a:lnTo>
                  <a:close/>
                  <a:moveTo>
                    <a:pt x="521761" y="2144813"/>
                  </a:moveTo>
                  <a:lnTo>
                    <a:pt x="455502" y="2193118"/>
                  </a:lnTo>
                  <a:lnTo>
                    <a:pt x="519382" y="2153301"/>
                  </a:lnTo>
                  <a:close/>
                  <a:moveTo>
                    <a:pt x="459096" y="2135166"/>
                  </a:moveTo>
                  <a:lnTo>
                    <a:pt x="513391" y="2130901"/>
                  </a:lnTo>
                  <a:lnTo>
                    <a:pt x="469398" y="2027266"/>
                  </a:lnTo>
                  <a:close/>
                  <a:moveTo>
                    <a:pt x="449504" y="2109481"/>
                  </a:moveTo>
                  <a:lnTo>
                    <a:pt x="459096" y="2135166"/>
                  </a:lnTo>
                  <a:lnTo>
                    <a:pt x="468858" y="2027856"/>
                  </a:lnTo>
                  <a:close/>
                  <a:moveTo>
                    <a:pt x="288796" y="1696748"/>
                  </a:moveTo>
                  <a:lnTo>
                    <a:pt x="254110" y="1680171"/>
                  </a:lnTo>
                  <a:lnTo>
                    <a:pt x="310924" y="1716023"/>
                  </a:lnTo>
                  <a:close/>
                  <a:moveTo>
                    <a:pt x="360399" y="1685801"/>
                  </a:moveTo>
                  <a:lnTo>
                    <a:pt x="288796" y="1696748"/>
                  </a:lnTo>
                  <a:lnTo>
                    <a:pt x="310924" y="1716023"/>
                  </a:lnTo>
                  <a:close/>
                  <a:moveTo>
                    <a:pt x="333285" y="1698405"/>
                  </a:moveTo>
                  <a:lnTo>
                    <a:pt x="360399" y="1685801"/>
                  </a:lnTo>
                  <a:lnTo>
                    <a:pt x="310924" y="1716023"/>
                  </a:lnTo>
                  <a:close/>
                  <a:moveTo>
                    <a:pt x="1551710" y="2449025"/>
                  </a:moveTo>
                  <a:lnTo>
                    <a:pt x="1452311" y="2473582"/>
                  </a:lnTo>
                  <a:lnTo>
                    <a:pt x="1461870" y="2371832"/>
                  </a:lnTo>
                  <a:close/>
                  <a:moveTo>
                    <a:pt x="1069619" y="2019900"/>
                  </a:moveTo>
                  <a:lnTo>
                    <a:pt x="1058012" y="2076386"/>
                  </a:lnTo>
                  <a:lnTo>
                    <a:pt x="1116342" y="1964389"/>
                  </a:lnTo>
                  <a:close/>
                  <a:moveTo>
                    <a:pt x="1116342" y="1964389"/>
                  </a:moveTo>
                  <a:lnTo>
                    <a:pt x="1110845" y="1955735"/>
                  </a:lnTo>
                  <a:lnTo>
                    <a:pt x="1069619" y="2019900"/>
                  </a:lnTo>
                  <a:close/>
                  <a:moveTo>
                    <a:pt x="1399454" y="2016093"/>
                  </a:moveTo>
                  <a:lnTo>
                    <a:pt x="1351220" y="2094807"/>
                  </a:lnTo>
                  <a:lnTo>
                    <a:pt x="1424649" y="2095702"/>
                  </a:lnTo>
                  <a:close/>
                  <a:moveTo>
                    <a:pt x="1678759" y="1979823"/>
                  </a:moveTo>
                  <a:lnTo>
                    <a:pt x="1725545" y="2004855"/>
                  </a:lnTo>
                  <a:lnTo>
                    <a:pt x="1728144" y="1949263"/>
                  </a:lnTo>
                  <a:close/>
                  <a:moveTo>
                    <a:pt x="1106824" y="1234740"/>
                  </a:moveTo>
                  <a:lnTo>
                    <a:pt x="1123637" y="1157721"/>
                  </a:lnTo>
                  <a:lnTo>
                    <a:pt x="1081733" y="1204387"/>
                  </a:lnTo>
                  <a:close/>
                  <a:moveTo>
                    <a:pt x="1027016" y="1215009"/>
                  </a:moveTo>
                  <a:lnTo>
                    <a:pt x="1106824" y="1234740"/>
                  </a:lnTo>
                  <a:lnTo>
                    <a:pt x="1081733" y="1204387"/>
                  </a:lnTo>
                  <a:close/>
                  <a:moveTo>
                    <a:pt x="187807" y="91405"/>
                  </a:moveTo>
                  <a:lnTo>
                    <a:pt x="214802" y="128880"/>
                  </a:lnTo>
                  <a:lnTo>
                    <a:pt x="239499" y="90575"/>
                  </a:lnTo>
                  <a:close/>
                  <a:moveTo>
                    <a:pt x="177412" y="196123"/>
                  </a:moveTo>
                  <a:lnTo>
                    <a:pt x="214802" y="128880"/>
                  </a:lnTo>
                  <a:lnTo>
                    <a:pt x="176606" y="181206"/>
                  </a:lnTo>
                  <a:close/>
                  <a:moveTo>
                    <a:pt x="239499" y="90575"/>
                  </a:moveTo>
                  <a:lnTo>
                    <a:pt x="214802" y="128880"/>
                  </a:lnTo>
                  <a:lnTo>
                    <a:pt x="244318" y="113908"/>
                  </a:lnTo>
                  <a:close/>
                  <a:moveTo>
                    <a:pt x="153261" y="0"/>
                  </a:moveTo>
                  <a:lnTo>
                    <a:pt x="219048" y="75472"/>
                  </a:lnTo>
                  <a:lnTo>
                    <a:pt x="239499" y="90575"/>
                  </a:lnTo>
                  <a:close/>
                  <a:moveTo>
                    <a:pt x="1604364" y="1434693"/>
                  </a:moveTo>
                  <a:lnTo>
                    <a:pt x="1579739" y="1457855"/>
                  </a:lnTo>
                  <a:lnTo>
                    <a:pt x="1563936" y="1555344"/>
                  </a:lnTo>
                  <a:close/>
                  <a:moveTo>
                    <a:pt x="1893524" y="1656607"/>
                  </a:moveTo>
                  <a:lnTo>
                    <a:pt x="1890562" y="1568794"/>
                  </a:lnTo>
                  <a:lnTo>
                    <a:pt x="1830877" y="1624304"/>
                  </a:lnTo>
                  <a:close/>
                  <a:moveTo>
                    <a:pt x="1893524" y="1656607"/>
                  </a:moveTo>
                  <a:lnTo>
                    <a:pt x="1877442" y="1734944"/>
                  </a:lnTo>
                  <a:lnTo>
                    <a:pt x="1900153" y="1681338"/>
                  </a:lnTo>
                  <a:close/>
                  <a:moveTo>
                    <a:pt x="1900153" y="1681338"/>
                  </a:moveTo>
                  <a:lnTo>
                    <a:pt x="1890562" y="1568794"/>
                  </a:lnTo>
                  <a:lnTo>
                    <a:pt x="1893524" y="1656607"/>
                  </a:lnTo>
                  <a:close/>
                  <a:moveTo>
                    <a:pt x="1893735" y="1560686"/>
                  </a:moveTo>
                  <a:lnTo>
                    <a:pt x="1890562" y="1568794"/>
                  </a:lnTo>
                  <a:lnTo>
                    <a:pt x="1900153" y="1681338"/>
                  </a:lnTo>
                  <a:close/>
                  <a:moveTo>
                    <a:pt x="1892915" y="1557011"/>
                  </a:moveTo>
                  <a:lnTo>
                    <a:pt x="1896425" y="1522250"/>
                  </a:lnTo>
                  <a:lnTo>
                    <a:pt x="1890562" y="1568794"/>
                  </a:lnTo>
                  <a:close/>
                  <a:moveTo>
                    <a:pt x="1892915" y="1557011"/>
                  </a:moveTo>
                  <a:lnTo>
                    <a:pt x="1890562" y="1568794"/>
                  </a:lnTo>
                  <a:lnTo>
                    <a:pt x="1893735" y="15606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47" name="Candidate_density__2046">
              <a:extLst>
                <a:ext uri="{FF2B5EF4-FFF2-40B4-BE49-F238E27FC236}">
                  <a16:creationId xmlns:a16="http://schemas.microsoft.com/office/drawing/2014/main" id="{B1467738-7EB2-967F-167B-47B01E7AB41B}"/>
                </a:ext>
              </a:extLst>
            </p:cNvPr>
            <p:cNvSpPr>
              <a:spLocks noGrp="1"/>
            </p:cNvSpPr>
            <p:nvPr/>
          </p:nvSpPr>
          <p:spPr>
            <a:xfrm>
              <a:off x="4767309" y="2294804"/>
              <a:ext cx="1754040" cy="3223904"/>
            </a:xfrm>
            <a:custGeom>
              <a:avLst/>
              <a:gdLst/>
              <a:ahLst/>
              <a:cxnLst/>
              <a:rect l="0" t="0" r="0" b="0"/>
              <a:pathLst>
                <a:path w="1754040" h="3223904">
                  <a:moveTo>
                    <a:pt x="765794" y="3203143"/>
                  </a:moveTo>
                  <a:lnTo>
                    <a:pt x="772542" y="3192932"/>
                  </a:lnTo>
                  <a:lnTo>
                    <a:pt x="723267" y="3223904"/>
                  </a:lnTo>
                  <a:close/>
                  <a:moveTo>
                    <a:pt x="765794" y="3203143"/>
                  </a:moveTo>
                  <a:lnTo>
                    <a:pt x="814994" y="3164706"/>
                  </a:lnTo>
                  <a:lnTo>
                    <a:pt x="772542" y="3192932"/>
                  </a:lnTo>
                  <a:close/>
                  <a:moveTo>
                    <a:pt x="814994" y="3164706"/>
                  </a:moveTo>
                  <a:lnTo>
                    <a:pt x="831512" y="3134757"/>
                  </a:lnTo>
                  <a:lnTo>
                    <a:pt x="865357" y="3046094"/>
                  </a:lnTo>
                  <a:close/>
                  <a:moveTo>
                    <a:pt x="1079384" y="2858585"/>
                  </a:moveTo>
                  <a:lnTo>
                    <a:pt x="1031355" y="2894211"/>
                  </a:lnTo>
                  <a:lnTo>
                    <a:pt x="1142623" y="2816369"/>
                  </a:lnTo>
                  <a:close/>
                  <a:moveTo>
                    <a:pt x="1142623" y="2816369"/>
                  </a:moveTo>
                  <a:lnTo>
                    <a:pt x="1105755" y="2869265"/>
                  </a:lnTo>
                  <a:lnTo>
                    <a:pt x="1079384" y="2858585"/>
                  </a:lnTo>
                  <a:close/>
                  <a:moveTo>
                    <a:pt x="301549" y="1898385"/>
                  </a:moveTo>
                  <a:lnTo>
                    <a:pt x="353634" y="1817074"/>
                  </a:lnTo>
                  <a:lnTo>
                    <a:pt x="403414" y="1787989"/>
                  </a:lnTo>
                  <a:close/>
                  <a:moveTo>
                    <a:pt x="398635" y="1859949"/>
                  </a:moveTo>
                  <a:lnTo>
                    <a:pt x="403414" y="1787989"/>
                  </a:lnTo>
                  <a:lnTo>
                    <a:pt x="408769" y="1771151"/>
                  </a:lnTo>
                  <a:close/>
                  <a:moveTo>
                    <a:pt x="1629467" y="2661154"/>
                  </a:moveTo>
                  <a:lnTo>
                    <a:pt x="1566179" y="2637223"/>
                  </a:lnTo>
                  <a:lnTo>
                    <a:pt x="1580624" y="2649006"/>
                  </a:lnTo>
                  <a:close/>
                  <a:moveTo>
                    <a:pt x="1642822" y="2649006"/>
                  </a:moveTo>
                  <a:lnTo>
                    <a:pt x="1679620" y="2633470"/>
                  </a:lnTo>
                  <a:lnTo>
                    <a:pt x="1629467" y="2661154"/>
                  </a:lnTo>
                  <a:close/>
                  <a:moveTo>
                    <a:pt x="1642822" y="2649006"/>
                  </a:moveTo>
                  <a:lnTo>
                    <a:pt x="1705216" y="2610569"/>
                  </a:lnTo>
                  <a:lnTo>
                    <a:pt x="1679620" y="2633470"/>
                  </a:lnTo>
                  <a:close/>
                  <a:moveTo>
                    <a:pt x="12511" y="105680"/>
                  </a:moveTo>
                  <a:lnTo>
                    <a:pt x="9563" y="67243"/>
                  </a:lnTo>
                  <a:lnTo>
                    <a:pt x="0" y="103105"/>
                  </a:lnTo>
                  <a:close/>
                  <a:moveTo>
                    <a:pt x="9563" y="67243"/>
                  </a:moveTo>
                  <a:lnTo>
                    <a:pt x="12511" y="105680"/>
                  </a:lnTo>
                  <a:lnTo>
                    <a:pt x="46953" y="0"/>
                  </a:lnTo>
                  <a:close/>
                  <a:moveTo>
                    <a:pt x="1008428" y="871673"/>
                  </a:moveTo>
                  <a:lnTo>
                    <a:pt x="985781" y="904366"/>
                  </a:lnTo>
                  <a:lnTo>
                    <a:pt x="936569" y="881661"/>
                  </a:lnTo>
                  <a:close/>
                  <a:moveTo>
                    <a:pt x="1725887" y="1431806"/>
                  </a:moveTo>
                  <a:lnTo>
                    <a:pt x="1754040" y="1341836"/>
                  </a:lnTo>
                  <a:lnTo>
                    <a:pt x="1725066" y="1428131"/>
                  </a:lnTo>
                  <a:close/>
                  <a:moveTo>
                    <a:pt x="1728576" y="1393369"/>
                  </a:moveTo>
                  <a:lnTo>
                    <a:pt x="1725066" y="1428131"/>
                  </a:lnTo>
                  <a:lnTo>
                    <a:pt x="1754040" y="134183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48" name="Candidate_density__2047">
              <a:extLst>
                <a:ext uri="{FF2B5EF4-FFF2-40B4-BE49-F238E27FC236}">
                  <a16:creationId xmlns:a16="http://schemas.microsoft.com/office/drawing/2014/main" id="{1C1F47B5-64AF-B42D-C9B8-C91B48F93F17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929282"/>
              <a:ext cx="2344279" cy="2509743"/>
            </a:xfrm>
            <a:custGeom>
              <a:avLst/>
              <a:gdLst/>
              <a:ahLst/>
              <a:cxnLst/>
              <a:rect l="0" t="0" r="0" b="0"/>
              <a:pathLst>
                <a:path w="2344279" h="2509743">
                  <a:moveTo>
                    <a:pt x="29684" y="1823387"/>
                  </a:moveTo>
                  <a:lnTo>
                    <a:pt x="0" y="1861823"/>
                  </a:lnTo>
                  <a:lnTo>
                    <a:pt x="35516" y="1905602"/>
                  </a:lnTo>
                  <a:close/>
                  <a:moveTo>
                    <a:pt x="35516" y="1905602"/>
                  </a:moveTo>
                  <a:lnTo>
                    <a:pt x="94748" y="1784950"/>
                  </a:lnTo>
                  <a:lnTo>
                    <a:pt x="29684" y="1823387"/>
                  </a:lnTo>
                  <a:close/>
                  <a:moveTo>
                    <a:pt x="392951" y="1927574"/>
                  </a:moveTo>
                  <a:lnTo>
                    <a:pt x="489386" y="1916364"/>
                  </a:lnTo>
                  <a:lnTo>
                    <a:pt x="477608" y="1910944"/>
                  </a:lnTo>
                  <a:close/>
                  <a:moveTo>
                    <a:pt x="477608" y="1910944"/>
                  </a:moveTo>
                  <a:lnTo>
                    <a:pt x="418212" y="1828729"/>
                  </a:lnTo>
                  <a:lnTo>
                    <a:pt x="392951" y="1927574"/>
                  </a:lnTo>
                  <a:close/>
                  <a:moveTo>
                    <a:pt x="418212" y="1828729"/>
                  </a:moveTo>
                  <a:lnTo>
                    <a:pt x="387246" y="1832120"/>
                  </a:lnTo>
                  <a:lnTo>
                    <a:pt x="392951" y="1927574"/>
                  </a:lnTo>
                  <a:close/>
                  <a:moveTo>
                    <a:pt x="309298" y="1834898"/>
                  </a:moveTo>
                  <a:lnTo>
                    <a:pt x="253233" y="1746514"/>
                  </a:lnTo>
                  <a:lnTo>
                    <a:pt x="214087" y="1751619"/>
                  </a:lnTo>
                  <a:close/>
                  <a:moveTo>
                    <a:pt x="214087" y="1751619"/>
                  </a:moveTo>
                  <a:lnTo>
                    <a:pt x="225693" y="1766430"/>
                  </a:lnTo>
                  <a:lnTo>
                    <a:pt x="309298" y="1834898"/>
                  </a:lnTo>
                  <a:close/>
                  <a:moveTo>
                    <a:pt x="303197" y="1639674"/>
                  </a:moveTo>
                  <a:lnTo>
                    <a:pt x="306018" y="1664298"/>
                  </a:lnTo>
                  <a:lnTo>
                    <a:pt x="257735" y="1607572"/>
                  </a:lnTo>
                  <a:close/>
                  <a:moveTo>
                    <a:pt x="1097704" y="2418820"/>
                  </a:moveTo>
                  <a:lnTo>
                    <a:pt x="1078305" y="2509743"/>
                  </a:lnTo>
                  <a:lnTo>
                    <a:pt x="1172113" y="2409577"/>
                  </a:lnTo>
                  <a:close/>
                  <a:moveTo>
                    <a:pt x="1000869" y="2436952"/>
                  </a:moveTo>
                  <a:lnTo>
                    <a:pt x="1097704" y="2418820"/>
                  </a:lnTo>
                  <a:lnTo>
                    <a:pt x="1067898" y="2342959"/>
                  </a:lnTo>
                  <a:close/>
                  <a:moveTo>
                    <a:pt x="1097704" y="2418820"/>
                  </a:moveTo>
                  <a:lnTo>
                    <a:pt x="1181975" y="2403486"/>
                  </a:lnTo>
                  <a:lnTo>
                    <a:pt x="1132896" y="2350709"/>
                  </a:lnTo>
                  <a:close/>
                  <a:moveTo>
                    <a:pt x="1097704" y="2418820"/>
                  </a:moveTo>
                  <a:lnTo>
                    <a:pt x="1132896" y="2350709"/>
                  </a:lnTo>
                  <a:lnTo>
                    <a:pt x="1067898" y="2342959"/>
                  </a:lnTo>
                  <a:close/>
                  <a:moveTo>
                    <a:pt x="1172113" y="2409577"/>
                  </a:moveTo>
                  <a:lnTo>
                    <a:pt x="1229126" y="2472660"/>
                  </a:lnTo>
                  <a:lnTo>
                    <a:pt x="1189684" y="2404634"/>
                  </a:lnTo>
                  <a:close/>
                  <a:moveTo>
                    <a:pt x="1181975" y="2403486"/>
                  </a:moveTo>
                  <a:lnTo>
                    <a:pt x="1172113" y="2409577"/>
                  </a:lnTo>
                  <a:lnTo>
                    <a:pt x="1189684" y="2404634"/>
                  </a:lnTo>
                  <a:close/>
                  <a:moveTo>
                    <a:pt x="496939" y="1384559"/>
                  </a:moveTo>
                  <a:lnTo>
                    <a:pt x="496061" y="1302344"/>
                  </a:lnTo>
                  <a:lnTo>
                    <a:pt x="489688" y="1308967"/>
                  </a:lnTo>
                  <a:close/>
                  <a:moveTo>
                    <a:pt x="496709" y="1298137"/>
                  </a:moveTo>
                  <a:lnTo>
                    <a:pt x="489688" y="1308967"/>
                  </a:lnTo>
                  <a:lnTo>
                    <a:pt x="496061" y="1302344"/>
                  </a:lnTo>
                  <a:close/>
                  <a:moveTo>
                    <a:pt x="496061" y="1302344"/>
                  </a:moveTo>
                  <a:lnTo>
                    <a:pt x="496939" y="1384559"/>
                  </a:lnTo>
                  <a:lnTo>
                    <a:pt x="503787" y="1346123"/>
                  </a:lnTo>
                  <a:close/>
                  <a:moveTo>
                    <a:pt x="496061" y="1302344"/>
                  </a:moveTo>
                  <a:lnTo>
                    <a:pt x="503787" y="1346123"/>
                  </a:lnTo>
                  <a:lnTo>
                    <a:pt x="516775" y="1263907"/>
                  </a:lnTo>
                  <a:close/>
                  <a:moveTo>
                    <a:pt x="496061" y="1302344"/>
                  </a:moveTo>
                  <a:lnTo>
                    <a:pt x="493942" y="1205417"/>
                  </a:lnTo>
                  <a:lnTo>
                    <a:pt x="496709" y="1298137"/>
                  </a:lnTo>
                  <a:close/>
                  <a:moveTo>
                    <a:pt x="494635" y="1181692"/>
                  </a:moveTo>
                  <a:lnTo>
                    <a:pt x="493942" y="1205417"/>
                  </a:lnTo>
                  <a:lnTo>
                    <a:pt x="496061" y="1302344"/>
                  </a:lnTo>
                  <a:close/>
                  <a:moveTo>
                    <a:pt x="516775" y="1263907"/>
                  </a:moveTo>
                  <a:lnTo>
                    <a:pt x="494635" y="1181692"/>
                  </a:lnTo>
                  <a:lnTo>
                    <a:pt x="496061" y="1302344"/>
                  </a:lnTo>
                  <a:close/>
                  <a:moveTo>
                    <a:pt x="508819" y="1128209"/>
                  </a:moveTo>
                  <a:lnTo>
                    <a:pt x="493942" y="1205417"/>
                  </a:lnTo>
                  <a:lnTo>
                    <a:pt x="494635" y="1181692"/>
                  </a:lnTo>
                  <a:close/>
                  <a:moveTo>
                    <a:pt x="1474644" y="2129837"/>
                  </a:moveTo>
                  <a:lnTo>
                    <a:pt x="1443732" y="2168273"/>
                  </a:lnTo>
                  <a:lnTo>
                    <a:pt x="1488185" y="2212052"/>
                  </a:lnTo>
                  <a:close/>
                  <a:moveTo>
                    <a:pt x="630894" y="1090767"/>
                  </a:moveTo>
                  <a:lnTo>
                    <a:pt x="577526" y="1106436"/>
                  </a:lnTo>
                  <a:lnTo>
                    <a:pt x="508819" y="1128209"/>
                  </a:lnTo>
                  <a:close/>
                  <a:moveTo>
                    <a:pt x="630894" y="1090767"/>
                  </a:moveTo>
                  <a:lnTo>
                    <a:pt x="508819" y="1128209"/>
                  </a:lnTo>
                  <a:lnTo>
                    <a:pt x="562485" y="1113658"/>
                  </a:lnTo>
                  <a:close/>
                  <a:moveTo>
                    <a:pt x="691753" y="1105192"/>
                  </a:moveTo>
                  <a:lnTo>
                    <a:pt x="704568" y="1087564"/>
                  </a:lnTo>
                  <a:lnTo>
                    <a:pt x="630894" y="1090767"/>
                  </a:lnTo>
                  <a:close/>
                  <a:moveTo>
                    <a:pt x="691753" y="1105192"/>
                  </a:moveTo>
                  <a:lnTo>
                    <a:pt x="757577" y="1112271"/>
                  </a:lnTo>
                  <a:lnTo>
                    <a:pt x="704568" y="1087564"/>
                  </a:lnTo>
                  <a:close/>
                  <a:moveTo>
                    <a:pt x="810869" y="1029445"/>
                  </a:moveTo>
                  <a:lnTo>
                    <a:pt x="709251" y="1061041"/>
                  </a:lnTo>
                  <a:lnTo>
                    <a:pt x="757577" y="1112271"/>
                  </a:lnTo>
                  <a:close/>
                  <a:moveTo>
                    <a:pt x="471519" y="896611"/>
                  </a:moveTo>
                  <a:lnTo>
                    <a:pt x="467606" y="822373"/>
                  </a:lnTo>
                  <a:lnTo>
                    <a:pt x="475036" y="775959"/>
                  </a:lnTo>
                  <a:close/>
                  <a:moveTo>
                    <a:pt x="475036" y="775959"/>
                  </a:moveTo>
                  <a:lnTo>
                    <a:pt x="510069" y="702478"/>
                  </a:lnTo>
                  <a:lnTo>
                    <a:pt x="419855" y="814396"/>
                  </a:lnTo>
                  <a:close/>
                  <a:moveTo>
                    <a:pt x="1611739" y="1970749"/>
                  </a:moveTo>
                  <a:lnTo>
                    <a:pt x="1564289" y="2009186"/>
                  </a:lnTo>
                  <a:lnTo>
                    <a:pt x="1666083" y="2052964"/>
                  </a:lnTo>
                  <a:close/>
                  <a:moveTo>
                    <a:pt x="1519264" y="1926971"/>
                  </a:moveTo>
                  <a:lnTo>
                    <a:pt x="1564289" y="2009186"/>
                  </a:lnTo>
                  <a:lnTo>
                    <a:pt x="1611739" y="1970749"/>
                  </a:lnTo>
                  <a:close/>
                  <a:moveTo>
                    <a:pt x="1519264" y="1926971"/>
                  </a:moveTo>
                  <a:lnTo>
                    <a:pt x="1611739" y="1970749"/>
                  </a:lnTo>
                  <a:lnTo>
                    <a:pt x="1571998" y="1888534"/>
                  </a:lnTo>
                  <a:close/>
                  <a:moveTo>
                    <a:pt x="1500607" y="1844755"/>
                  </a:moveTo>
                  <a:lnTo>
                    <a:pt x="1571998" y="1888534"/>
                  </a:lnTo>
                  <a:lnTo>
                    <a:pt x="1533852" y="1806319"/>
                  </a:lnTo>
                  <a:close/>
                  <a:moveTo>
                    <a:pt x="573453" y="740406"/>
                  </a:moveTo>
                  <a:lnTo>
                    <a:pt x="586327" y="708937"/>
                  </a:lnTo>
                  <a:lnTo>
                    <a:pt x="510069" y="702478"/>
                  </a:lnTo>
                  <a:close/>
                  <a:moveTo>
                    <a:pt x="573453" y="740406"/>
                  </a:moveTo>
                  <a:lnTo>
                    <a:pt x="640766" y="746274"/>
                  </a:lnTo>
                  <a:lnTo>
                    <a:pt x="586327" y="708937"/>
                  </a:lnTo>
                  <a:close/>
                  <a:moveTo>
                    <a:pt x="640766" y="746274"/>
                  </a:moveTo>
                  <a:lnTo>
                    <a:pt x="573453" y="740406"/>
                  </a:lnTo>
                  <a:lnTo>
                    <a:pt x="661737" y="775681"/>
                  </a:lnTo>
                  <a:close/>
                  <a:moveTo>
                    <a:pt x="1147969" y="1192377"/>
                  </a:moveTo>
                  <a:lnTo>
                    <a:pt x="1106892" y="1148598"/>
                  </a:lnTo>
                  <a:lnTo>
                    <a:pt x="1107057" y="1230813"/>
                  </a:lnTo>
                  <a:close/>
                  <a:moveTo>
                    <a:pt x="767564" y="699086"/>
                  </a:moveTo>
                  <a:lnTo>
                    <a:pt x="786655" y="688262"/>
                  </a:lnTo>
                  <a:lnTo>
                    <a:pt x="762180" y="657360"/>
                  </a:lnTo>
                  <a:close/>
                  <a:moveTo>
                    <a:pt x="2059328" y="1781996"/>
                  </a:moveTo>
                  <a:lnTo>
                    <a:pt x="2083574" y="1773225"/>
                  </a:lnTo>
                  <a:lnTo>
                    <a:pt x="2053773" y="1712118"/>
                  </a:lnTo>
                  <a:close/>
                  <a:moveTo>
                    <a:pt x="2187951" y="1738020"/>
                  </a:moveTo>
                  <a:lnTo>
                    <a:pt x="2083574" y="1773225"/>
                  </a:lnTo>
                  <a:lnTo>
                    <a:pt x="2193487" y="1740621"/>
                  </a:lnTo>
                  <a:close/>
                  <a:moveTo>
                    <a:pt x="2193487" y="1740621"/>
                  </a:moveTo>
                  <a:lnTo>
                    <a:pt x="2078752" y="1805507"/>
                  </a:lnTo>
                  <a:lnTo>
                    <a:pt x="2169017" y="1817003"/>
                  </a:lnTo>
                  <a:close/>
                  <a:moveTo>
                    <a:pt x="2187951" y="1738020"/>
                  </a:moveTo>
                  <a:lnTo>
                    <a:pt x="2053773" y="1712118"/>
                  </a:lnTo>
                  <a:lnTo>
                    <a:pt x="2083574" y="1773225"/>
                  </a:lnTo>
                  <a:close/>
                  <a:moveTo>
                    <a:pt x="2196202" y="1734788"/>
                  </a:moveTo>
                  <a:lnTo>
                    <a:pt x="2253140" y="1684995"/>
                  </a:lnTo>
                  <a:lnTo>
                    <a:pt x="2187951" y="1738020"/>
                  </a:lnTo>
                  <a:close/>
                  <a:moveTo>
                    <a:pt x="2187951" y="1738020"/>
                  </a:moveTo>
                  <a:lnTo>
                    <a:pt x="2193487" y="1740621"/>
                  </a:lnTo>
                  <a:lnTo>
                    <a:pt x="2196202" y="1734788"/>
                  </a:lnTo>
                  <a:close/>
                  <a:moveTo>
                    <a:pt x="1866030" y="1567490"/>
                  </a:moveTo>
                  <a:lnTo>
                    <a:pt x="1998792" y="1570435"/>
                  </a:lnTo>
                  <a:lnTo>
                    <a:pt x="1998828" y="1570137"/>
                  </a:lnTo>
                  <a:close/>
                  <a:moveTo>
                    <a:pt x="1866030" y="1567490"/>
                  </a:moveTo>
                  <a:lnTo>
                    <a:pt x="1998828" y="1570137"/>
                  </a:lnTo>
                  <a:lnTo>
                    <a:pt x="1902796" y="1489749"/>
                  </a:lnTo>
                  <a:close/>
                  <a:moveTo>
                    <a:pt x="1901491" y="1488143"/>
                  </a:moveTo>
                  <a:lnTo>
                    <a:pt x="1837865" y="1526579"/>
                  </a:lnTo>
                  <a:lnTo>
                    <a:pt x="1866030" y="1567490"/>
                  </a:lnTo>
                  <a:close/>
                  <a:moveTo>
                    <a:pt x="1772587" y="1066376"/>
                  </a:moveTo>
                  <a:lnTo>
                    <a:pt x="1771199" y="1038631"/>
                  </a:lnTo>
                  <a:lnTo>
                    <a:pt x="1738260" y="1077067"/>
                  </a:lnTo>
                  <a:close/>
                  <a:moveTo>
                    <a:pt x="1712135" y="625151"/>
                  </a:moveTo>
                  <a:lnTo>
                    <a:pt x="1600171" y="700399"/>
                  </a:lnTo>
                  <a:lnTo>
                    <a:pt x="1646785" y="659479"/>
                  </a:lnTo>
                  <a:close/>
                  <a:moveTo>
                    <a:pt x="2263022" y="1411270"/>
                  </a:moveTo>
                  <a:lnTo>
                    <a:pt x="2344279" y="1471337"/>
                  </a:lnTo>
                  <a:lnTo>
                    <a:pt x="2310934" y="1398353"/>
                  </a:lnTo>
                  <a:close/>
                  <a:moveTo>
                    <a:pt x="2285590" y="1375917"/>
                  </a:moveTo>
                  <a:lnTo>
                    <a:pt x="2263022" y="1411270"/>
                  </a:lnTo>
                  <a:lnTo>
                    <a:pt x="2310934" y="1398353"/>
                  </a:lnTo>
                  <a:close/>
                  <a:moveTo>
                    <a:pt x="2310934" y="1398353"/>
                  </a:moveTo>
                  <a:lnTo>
                    <a:pt x="2330482" y="1411270"/>
                  </a:lnTo>
                  <a:lnTo>
                    <a:pt x="2285590" y="1375917"/>
                  </a:lnTo>
                  <a:close/>
                  <a:moveTo>
                    <a:pt x="1735801" y="662136"/>
                  </a:moveTo>
                  <a:lnTo>
                    <a:pt x="1712018" y="589119"/>
                  </a:lnTo>
                  <a:lnTo>
                    <a:pt x="1712135" y="625151"/>
                  </a:lnTo>
                  <a:close/>
                  <a:moveTo>
                    <a:pt x="1884250" y="632897"/>
                  </a:moveTo>
                  <a:lnTo>
                    <a:pt x="1861324" y="720772"/>
                  </a:lnTo>
                  <a:lnTo>
                    <a:pt x="1859925" y="683854"/>
                  </a:lnTo>
                  <a:close/>
                  <a:moveTo>
                    <a:pt x="1304366" y="0"/>
                  </a:moveTo>
                  <a:lnTo>
                    <a:pt x="1219269" y="95828"/>
                  </a:lnTo>
                  <a:lnTo>
                    <a:pt x="1272701" y="57391"/>
                  </a:lnTo>
                  <a:close/>
                  <a:moveTo>
                    <a:pt x="1906537" y="642926"/>
                  </a:moveTo>
                  <a:lnTo>
                    <a:pt x="1859925" y="683854"/>
                  </a:lnTo>
                  <a:lnTo>
                    <a:pt x="1854476" y="715113"/>
                  </a:lnTo>
                  <a:close/>
                  <a:moveTo>
                    <a:pt x="1963368" y="576753"/>
                  </a:moveTo>
                  <a:lnTo>
                    <a:pt x="1914363" y="608733"/>
                  </a:lnTo>
                  <a:lnTo>
                    <a:pt x="1884250" y="632897"/>
                  </a:lnTo>
                  <a:close/>
                  <a:moveTo>
                    <a:pt x="2192343" y="533343"/>
                  </a:moveTo>
                  <a:lnTo>
                    <a:pt x="2150581" y="467203"/>
                  </a:lnTo>
                  <a:lnTo>
                    <a:pt x="2101498" y="546607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49" name="Candidate_density__2048">
              <a:extLst>
                <a:ext uri="{FF2B5EF4-FFF2-40B4-BE49-F238E27FC236}">
                  <a16:creationId xmlns:a16="http://schemas.microsoft.com/office/drawing/2014/main" id="{31513118-EDE8-8263-08A9-D659E3D2EC59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165924"/>
              <a:ext cx="2356076" cy="3321812"/>
            </a:xfrm>
            <a:custGeom>
              <a:avLst/>
              <a:gdLst/>
              <a:ahLst/>
              <a:cxnLst/>
              <a:rect l="0" t="0" r="0" b="0"/>
              <a:pathLst>
                <a:path w="2356076" h="3321812">
                  <a:moveTo>
                    <a:pt x="0" y="2668960"/>
                  </a:moveTo>
                  <a:lnTo>
                    <a:pt x="2087" y="2697956"/>
                  </a:lnTo>
                  <a:lnTo>
                    <a:pt x="52631" y="2724589"/>
                  </a:lnTo>
                  <a:close/>
                  <a:moveTo>
                    <a:pt x="52631" y="2724589"/>
                  </a:moveTo>
                  <a:lnTo>
                    <a:pt x="98538" y="2719635"/>
                  </a:lnTo>
                  <a:lnTo>
                    <a:pt x="0" y="2668960"/>
                  </a:lnTo>
                  <a:close/>
                  <a:moveTo>
                    <a:pt x="485503" y="3041599"/>
                  </a:moveTo>
                  <a:lnTo>
                    <a:pt x="488926" y="3044993"/>
                  </a:lnTo>
                  <a:lnTo>
                    <a:pt x="494548" y="3047010"/>
                  </a:lnTo>
                  <a:close/>
                  <a:moveTo>
                    <a:pt x="485503" y="3041599"/>
                  </a:moveTo>
                  <a:lnTo>
                    <a:pt x="436559" y="2987474"/>
                  </a:lnTo>
                  <a:lnTo>
                    <a:pt x="488926" y="3044993"/>
                  </a:lnTo>
                  <a:close/>
                  <a:moveTo>
                    <a:pt x="737522" y="3182934"/>
                  </a:moveTo>
                  <a:lnTo>
                    <a:pt x="725124" y="3174337"/>
                  </a:lnTo>
                  <a:lnTo>
                    <a:pt x="761495" y="3209109"/>
                  </a:lnTo>
                  <a:close/>
                  <a:moveTo>
                    <a:pt x="825103" y="3231723"/>
                  </a:moveTo>
                  <a:lnTo>
                    <a:pt x="737522" y="3182934"/>
                  </a:lnTo>
                  <a:lnTo>
                    <a:pt x="761495" y="3209109"/>
                  </a:lnTo>
                  <a:close/>
                  <a:moveTo>
                    <a:pt x="669979" y="3145604"/>
                  </a:moveTo>
                  <a:lnTo>
                    <a:pt x="757056" y="3206029"/>
                  </a:lnTo>
                  <a:lnTo>
                    <a:pt x="725124" y="3174337"/>
                  </a:lnTo>
                  <a:close/>
                  <a:moveTo>
                    <a:pt x="858643" y="3249808"/>
                  </a:moveTo>
                  <a:lnTo>
                    <a:pt x="825103" y="3231723"/>
                  </a:lnTo>
                  <a:lnTo>
                    <a:pt x="887984" y="3263211"/>
                  </a:lnTo>
                  <a:close/>
                  <a:moveTo>
                    <a:pt x="691735" y="3167593"/>
                  </a:moveTo>
                  <a:lnTo>
                    <a:pt x="669979" y="3145604"/>
                  </a:lnTo>
                  <a:lnTo>
                    <a:pt x="725124" y="3174337"/>
                  </a:lnTo>
                  <a:close/>
                  <a:moveTo>
                    <a:pt x="623518" y="3123814"/>
                  </a:moveTo>
                  <a:lnTo>
                    <a:pt x="669979" y="3145604"/>
                  </a:lnTo>
                  <a:lnTo>
                    <a:pt x="691735" y="3167593"/>
                  </a:lnTo>
                  <a:close/>
                  <a:moveTo>
                    <a:pt x="485503" y="3041599"/>
                  </a:moveTo>
                  <a:lnTo>
                    <a:pt x="494548" y="3047010"/>
                  </a:lnTo>
                  <a:lnTo>
                    <a:pt x="514563" y="3024150"/>
                  </a:lnTo>
                  <a:close/>
                  <a:moveTo>
                    <a:pt x="485503" y="3041599"/>
                  </a:moveTo>
                  <a:lnTo>
                    <a:pt x="514563" y="3024150"/>
                  </a:lnTo>
                  <a:lnTo>
                    <a:pt x="407815" y="2959384"/>
                  </a:lnTo>
                  <a:close/>
                  <a:moveTo>
                    <a:pt x="579795" y="2920947"/>
                  </a:moveTo>
                  <a:lnTo>
                    <a:pt x="538094" y="2994621"/>
                  </a:lnTo>
                  <a:lnTo>
                    <a:pt x="585972" y="2926596"/>
                  </a:lnTo>
                  <a:close/>
                  <a:moveTo>
                    <a:pt x="585972" y="2926596"/>
                  </a:moveTo>
                  <a:lnTo>
                    <a:pt x="538094" y="2994621"/>
                  </a:lnTo>
                  <a:lnTo>
                    <a:pt x="514563" y="3024150"/>
                  </a:lnTo>
                  <a:close/>
                  <a:moveTo>
                    <a:pt x="585972" y="2926596"/>
                  </a:moveTo>
                  <a:lnTo>
                    <a:pt x="514563" y="3024150"/>
                  </a:lnTo>
                  <a:lnTo>
                    <a:pt x="594107" y="3020075"/>
                  </a:lnTo>
                  <a:close/>
                  <a:moveTo>
                    <a:pt x="273782" y="2598256"/>
                  </a:moveTo>
                  <a:lnTo>
                    <a:pt x="262430" y="2592087"/>
                  </a:lnTo>
                  <a:lnTo>
                    <a:pt x="253666" y="2703708"/>
                  </a:lnTo>
                  <a:close/>
                  <a:moveTo>
                    <a:pt x="858643" y="3249808"/>
                  </a:moveTo>
                  <a:lnTo>
                    <a:pt x="887984" y="3263211"/>
                  </a:lnTo>
                  <a:lnTo>
                    <a:pt x="912525" y="3279924"/>
                  </a:lnTo>
                  <a:close/>
                  <a:moveTo>
                    <a:pt x="912525" y="3279924"/>
                  </a:moveTo>
                  <a:lnTo>
                    <a:pt x="855940" y="3228670"/>
                  </a:lnTo>
                  <a:lnTo>
                    <a:pt x="858643" y="3249808"/>
                  </a:lnTo>
                  <a:close/>
                  <a:moveTo>
                    <a:pt x="880871" y="3225031"/>
                  </a:moveTo>
                  <a:lnTo>
                    <a:pt x="855940" y="3228670"/>
                  </a:lnTo>
                  <a:lnTo>
                    <a:pt x="912525" y="3279924"/>
                  </a:lnTo>
                  <a:close/>
                  <a:moveTo>
                    <a:pt x="956915" y="3230687"/>
                  </a:moveTo>
                  <a:lnTo>
                    <a:pt x="880871" y="3225031"/>
                  </a:lnTo>
                  <a:lnTo>
                    <a:pt x="912525" y="3279924"/>
                  </a:lnTo>
                  <a:close/>
                  <a:moveTo>
                    <a:pt x="825103" y="3231723"/>
                  </a:moveTo>
                  <a:lnTo>
                    <a:pt x="858643" y="3249808"/>
                  </a:lnTo>
                  <a:lnTo>
                    <a:pt x="855940" y="3228670"/>
                  </a:lnTo>
                  <a:close/>
                  <a:moveTo>
                    <a:pt x="572260" y="2882511"/>
                  </a:moveTo>
                  <a:lnTo>
                    <a:pt x="579795" y="2920947"/>
                  </a:lnTo>
                  <a:lnTo>
                    <a:pt x="540490" y="2838733"/>
                  </a:lnTo>
                  <a:close/>
                  <a:moveTo>
                    <a:pt x="217717" y="2509872"/>
                  </a:moveTo>
                  <a:lnTo>
                    <a:pt x="271327" y="2554537"/>
                  </a:lnTo>
                  <a:lnTo>
                    <a:pt x="310096" y="2484287"/>
                  </a:lnTo>
                  <a:close/>
                  <a:moveTo>
                    <a:pt x="285804" y="2509872"/>
                  </a:moveTo>
                  <a:lnTo>
                    <a:pt x="310096" y="2484287"/>
                  </a:lnTo>
                  <a:lnTo>
                    <a:pt x="271327" y="2554537"/>
                  </a:lnTo>
                  <a:close/>
                  <a:moveTo>
                    <a:pt x="1128094" y="3255150"/>
                  </a:moveTo>
                  <a:lnTo>
                    <a:pt x="1130349" y="3321812"/>
                  </a:lnTo>
                  <a:lnTo>
                    <a:pt x="1173073" y="3266351"/>
                  </a:lnTo>
                  <a:close/>
                  <a:moveTo>
                    <a:pt x="1128094" y="3255150"/>
                  </a:moveTo>
                  <a:lnTo>
                    <a:pt x="1074660" y="3293586"/>
                  </a:lnTo>
                  <a:lnTo>
                    <a:pt x="1130349" y="3321812"/>
                  </a:lnTo>
                  <a:close/>
                  <a:moveTo>
                    <a:pt x="674754" y="2614734"/>
                  </a:moveTo>
                  <a:lnTo>
                    <a:pt x="781665" y="2638912"/>
                  </a:lnTo>
                  <a:lnTo>
                    <a:pt x="709416" y="2647443"/>
                  </a:lnTo>
                  <a:close/>
                  <a:moveTo>
                    <a:pt x="569804" y="2619318"/>
                  </a:moveTo>
                  <a:lnTo>
                    <a:pt x="510844" y="2526713"/>
                  </a:lnTo>
                  <a:lnTo>
                    <a:pt x="506865" y="2553651"/>
                  </a:lnTo>
                  <a:close/>
                  <a:moveTo>
                    <a:pt x="528148" y="2527029"/>
                  </a:moveTo>
                  <a:lnTo>
                    <a:pt x="510844" y="2526713"/>
                  </a:lnTo>
                  <a:lnTo>
                    <a:pt x="569804" y="2619318"/>
                  </a:lnTo>
                  <a:close/>
                  <a:moveTo>
                    <a:pt x="620248" y="2592718"/>
                  </a:moveTo>
                  <a:lnTo>
                    <a:pt x="528148" y="2527029"/>
                  </a:lnTo>
                  <a:lnTo>
                    <a:pt x="569804" y="2619318"/>
                  </a:lnTo>
                  <a:close/>
                  <a:moveTo>
                    <a:pt x="469825" y="2524172"/>
                  </a:moveTo>
                  <a:lnTo>
                    <a:pt x="514145" y="2471436"/>
                  </a:lnTo>
                  <a:lnTo>
                    <a:pt x="510844" y="2526713"/>
                  </a:lnTo>
                  <a:close/>
                  <a:moveTo>
                    <a:pt x="535542" y="2491218"/>
                  </a:moveTo>
                  <a:lnTo>
                    <a:pt x="506865" y="2553651"/>
                  </a:lnTo>
                  <a:lnTo>
                    <a:pt x="510844" y="2526713"/>
                  </a:lnTo>
                  <a:close/>
                  <a:moveTo>
                    <a:pt x="628018" y="2558314"/>
                  </a:moveTo>
                  <a:lnTo>
                    <a:pt x="635862" y="2597429"/>
                  </a:lnTo>
                  <a:lnTo>
                    <a:pt x="620248" y="2592718"/>
                  </a:lnTo>
                  <a:close/>
                  <a:moveTo>
                    <a:pt x="387877" y="2465999"/>
                  </a:moveTo>
                  <a:lnTo>
                    <a:pt x="510844" y="2526713"/>
                  </a:lnTo>
                  <a:lnTo>
                    <a:pt x="477546" y="2515214"/>
                  </a:lnTo>
                  <a:close/>
                  <a:moveTo>
                    <a:pt x="399717" y="2471436"/>
                  </a:moveTo>
                  <a:lnTo>
                    <a:pt x="510844" y="2526713"/>
                  </a:lnTo>
                  <a:lnTo>
                    <a:pt x="387877" y="2465999"/>
                  </a:lnTo>
                  <a:close/>
                  <a:moveTo>
                    <a:pt x="469825" y="2524172"/>
                  </a:moveTo>
                  <a:lnTo>
                    <a:pt x="510844" y="2526713"/>
                  </a:lnTo>
                  <a:lnTo>
                    <a:pt x="399717" y="2471436"/>
                  </a:lnTo>
                  <a:close/>
                  <a:moveTo>
                    <a:pt x="635862" y="2597429"/>
                  </a:moveTo>
                  <a:lnTo>
                    <a:pt x="674754" y="2614734"/>
                  </a:lnTo>
                  <a:lnTo>
                    <a:pt x="709416" y="2647443"/>
                  </a:lnTo>
                  <a:close/>
                  <a:moveTo>
                    <a:pt x="1193610" y="3236018"/>
                  </a:moveTo>
                  <a:lnTo>
                    <a:pt x="1173073" y="3266351"/>
                  </a:lnTo>
                  <a:lnTo>
                    <a:pt x="1205977" y="3255150"/>
                  </a:lnTo>
                  <a:close/>
                  <a:moveTo>
                    <a:pt x="1193610" y="3236018"/>
                  </a:moveTo>
                  <a:lnTo>
                    <a:pt x="1205977" y="3255150"/>
                  </a:lnTo>
                  <a:lnTo>
                    <a:pt x="1223849" y="3171935"/>
                  </a:lnTo>
                  <a:close/>
                  <a:moveTo>
                    <a:pt x="635862" y="2597429"/>
                  </a:moveTo>
                  <a:lnTo>
                    <a:pt x="709416" y="2647443"/>
                  </a:lnTo>
                  <a:lnTo>
                    <a:pt x="720829" y="2577275"/>
                  </a:lnTo>
                  <a:close/>
                  <a:moveTo>
                    <a:pt x="789356" y="2582156"/>
                  </a:moveTo>
                  <a:lnTo>
                    <a:pt x="709416" y="2647443"/>
                  </a:lnTo>
                  <a:lnTo>
                    <a:pt x="781665" y="2638912"/>
                  </a:lnTo>
                  <a:close/>
                  <a:moveTo>
                    <a:pt x="789356" y="2582156"/>
                  </a:moveTo>
                  <a:lnTo>
                    <a:pt x="720829" y="2577275"/>
                  </a:lnTo>
                  <a:lnTo>
                    <a:pt x="709416" y="2647443"/>
                  </a:lnTo>
                  <a:close/>
                  <a:moveTo>
                    <a:pt x="710865" y="2485284"/>
                  </a:moveTo>
                  <a:lnTo>
                    <a:pt x="693970" y="2398927"/>
                  </a:lnTo>
                  <a:lnTo>
                    <a:pt x="693587" y="2476778"/>
                  </a:lnTo>
                  <a:close/>
                  <a:moveTo>
                    <a:pt x="761492" y="2411746"/>
                  </a:moveTo>
                  <a:lnTo>
                    <a:pt x="801290" y="2472362"/>
                  </a:lnTo>
                  <a:lnTo>
                    <a:pt x="836517" y="2413589"/>
                  </a:lnTo>
                  <a:close/>
                  <a:moveTo>
                    <a:pt x="717510" y="2394562"/>
                  </a:moveTo>
                  <a:lnTo>
                    <a:pt x="801290" y="2472362"/>
                  </a:lnTo>
                  <a:lnTo>
                    <a:pt x="761492" y="2411746"/>
                  </a:lnTo>
                  <a:close/>
                  <a:moveTo>
                    <a:pt x="836517" y="2413589"/>
                  </a:moveTo>
                  <a:lnTo>
                    <a:pt x="816614" y="2476778"/>
                  </a:lnTo>
                  <a:lnTo>
                    <a:pt x="867271" y="2465122"/>
                  </a:lnTo>
                  <a:close/>
                  <a:moveTo>
                    <a:pt x="873317" y="2335977"/>
                  </a:moveTo>
                  <a:lnTo>
                    <a:pt x="929876" y="2328324"/>
                  </a:lnTo>
                  <a:lnTo>
                    <a:pt x="897405" y="2317690"/>
                  </a:lnTo>
                  <a:close/>
                  <a:moveTo>
                    <a:pt x="339363" y="1504518"/>
                  </a:moveTo>
                  <a:lnTo>
                    <a:pt x="384339" y="1577754"/>
                  </a:lnTo>
                  <a:lnTo>
                    <a:pt x="362092" y="1539222"/>
                  </a:lnTo>
                  <a:close/>
                  <a:moveTo>
                    <a:pt x="1514284" y="2893195"/>
                  </a:moveTo>
                  <a:lnTo>
                    <a:pt x="1498419" y="2869714"/>
                  </a:lnTo>
                  <a:lnTo>
                    <a:pt x="1578286" y="2936974"/>
                  </a:lnTo>
                  <a:close/>
                  <a:moveTo>
                    <a:pt x="1528773" y="2772544"/>
                  </a:moveTo>
                  <a:lnTo>
                    <a:pt x="1539117" y="2874692"/>
                  </a:lnTo>
                  <a:lnTo>
                    <a:pt x="1587203" y="2839274"/>
                  </a:lnTo>
                  <a:close/>
                  <a:moveTo>
                    <a:pt x="922487" y="2234238"/>
                  </a:moveTo>
                  <a:lnTo>
                    <a:pt x="979561" y="2287931"/>
                  </a:lnTo>
                  <a:lnTo>
                    <a:pt x="862246" y="2222621"/>
                  </a:lnTo>
                  <a:close/>
                  <a:moveTo>
                    <a:pt x="979561" y="2287931"/>
                  </a:moveTo>
                  <a:lnTo>
                    <a:pt x="922697" y="2235475"/>
                  </a:lnTo>
                  <a:lnTo>
                    <a:pt x="1061463" y="2266907"/>
                  </a:lnTo>
                  <a:close/>
                  <a:moveTo>
                    <a:pt x="922487" y="2234238"/>
                  </a:moveTo>
                  <a:lnTo>
                    <a:pt x="922697" y="2235475"/>
                  </a:lnTo>
                  <a:lnTo>
                    <a:pt x="979561" y="2287931"/>
                  </a:lnTo>
                  <a:close/>
                  <a:moveTo>
                    <a:pt x="384339" y="1577754"/>
                  </a:moveTo>
                  <a:lnTo>
                    <a:pt x="374394" y="1476038"/>
                  </a:lnTo>
                  <a:lnTo>
                    <a:pt x="362092" y="1539222"/>
                  </a:lnTo>
                  <a:close/>
                  <a:moveTo>
                    <a:pt x="1630567" y="2816323"/>
                  </a:moveTo>
                  <a:lnTo>
                    <a:pt x="1587203" y="2839274"/>
                  </a:lnTo>
                  <a:lnTo>
                    <a:pt x="1629199" y="2823984"/>
                  </a:lnTo>
                  <a:close/>
                  <a:moveTo>
                    <a:pt x="1164495" y="2197038"/>
                  </a:moveTo>
                  <a:lnTo>
                    <a:pt x="1136733" y="2181245"/>
                  </a:lnTo>
                  <a:lnTo>
                    <a:pt x="1203959" y="2240817"/>
                  </a:lnTo>
                  <a:close/>
                  <a:moveTo>
                    <a:pt x="1202880" y="2279253"/>
                  </a:moveTo>
                  <a:lnTo>
                    <a:pt x="1164495" y="2197038"/>
                  </a:lnTo>
                  <a:lnTo>
                    <a:pt x="1203959" y="2240817"/>
                  </a:lnTo>
                  <a:close/>
                  <a:moveTo>
                    <a:pt x="1082738" y="2076386"/>
                  </a:moveTo>
                  <a:lnTo>
                    <a:pt x="1105766" y="2153891"/>
                  </a:lnTo>
                  <a:lnTo>
                    <a:pt x="1077134" y="2114823"/>
                  </a:lnTo>
                  <a:close/>
                  <a:moveTo>
                    <a:pt x="1080748" y="2166167"/>
                  </a:moveTo>
                  <a:lnTo>
                    <a:pt x="1105766" y="2153891"/>
                  </a:lnTo>
                  <a:lnTo>
                    <a:pt x="1082738" y="2076386"/>
                  </a:lnTo>
                  <a:close/>
                  <a:moveTo>
                    <a:pt x="1136733" y="2181245"/>
                  </a:moveTo>
                  <a:lnTo>
                    <a:pt x="1105766" y="2153891"/>
                  </a:lnTo>
                  <a:lnTo>
                    <a:pt x="1080748" y="2166167"/>
                  </a:lnTo>
                  <a:close/>
                  <a:moveTo>
                    <a:pt x="1077593" y="2112014"/>
                  </a:moveTo>
                  <a:lnTo>
                    <a:pt x="1080748" y="2166167"/>
                  </a:lnTo>
                  <a:lnTo>
                    <a:pt x="1082738" y="2076386"/>
                  </a:lnTo>
                  <a:close/>
                  <a:moveTo>
                    <a:pt x="425480" y="1345814"/>
                  </a:moveTo>
                  <a:lnTo>
                    <a:pt x="391112" y="1432522"/>
                  </a:lnTo>
                  <a:lnTo>
                    <a:pt x="513663" y="1396860"/>
                  </a:lnTo>
                  <a:close/>
                  <a:moveTo>
                    <a:pt x="1721968" y="2849275"/>
                  </a:moveTo>
                  <a:lnTo>
                    <a:pt x="1643778" y="2835595"/>
                  </a:lnTo>
                  <a:lnTo>
                    <a:pt x="1629199" y="2823984"/>
                  </a:lnTo>
                  <a:close/>
                  <a:moveTo>
                    <a:pt x="1737039" y="2796904"/>
                  </a:moveTo>
                  <a:lnTo>
                    <a:pt x="1643778" y="2835595"/>
                  </a:lnTo>
                  <a:lnTo>
                    <a:pt x="1721968" y="2849275"/>
                  </a:lnTo>
                  <a:close/>
                  <a:moveTo>
                    <a:pt x="1112453" y="1955735"/>
                  </a:moveTo>
                  <a:lnTo>
                    <a:pt x="1127965" y="2021687"/>
                  </a:lnTo>
                  <a:lnTo>
                    <a:pt x="1187896" y="2030556"/>
                  </a:lnTo>
                  <a:close/>
                  <a:moveTo>
                    <a:pt x="1127965" y="2021687"/>
                  </a:moveTo>
                  <a:lnTo>
                    <a:pt x="1214575" y="2066852"/>
                  </a:lnTo>
                  <a:lnTo>
                    <a:pt x="1259576" y="2019900"/>
                  </a:lnTo>
                  <a:close/>
                  <a:moveTo>
                    <a:pt x="632562" y="1418666"/>
                  </a:moveTo>
                  <a:lnTo>
                    <a:pt x="732048" y="1462444"/>
                  </a:lnTo>
                  <a:lnTo>
                    <a:pt x="710087" y="1384902"/>
                  </a:lnTo>
                  <a:close/>
                  <a:moveTo>
                    <a:pt x="513663" y="1396860"/>
                  </a:moveTo>
                  <a:lnTo>
                    <a:pt x="588668" y="1398633"/>
                  </a:lnTo>
                  <a:lnTo>
                    <a:pt x="557836" y="1387494"/>
                  </a:lnTo>
                  <a:close/>
                  <a:moveTo>
                    <a:pt x="1284169" y="1921789"/>
                  </a:moveTo>
                  <a:lnTo>
                    <a:pt x="1259576" y="2019900"/>
                  </a:lnTo>
                  <a:lnTo>
                    <a:pt x="1300803" y="1955735"/>
                  </a:lnTo>
                  <a:close/>
                  <a:moveTo>
                    <a:pt x="1300803" y="1955735"/>
                  </a:moveTo>
                  <a:lnTo>
                    <a:pt x="1286548" y="1905543"/>
                  </a:lnTo>
                  <a:lnTo>
                    <a:pt x="1284169" y="1921789"/>
                  </a:lnTo>
                  <a:close/>
                  <a:moveTo>
                    <a:pt x="1314843" y="1835084"/>
                  </a:moveTo>
                  <a:lnTo>
                    <a:pt x="1286548" y="1905543"/>
                  </a:lnTo>
                  <a:lnTo>
                    <a:pt x="1300803" y="1955735"/>
                  </a:lnTo>
                  <a:close/>
                  <a:moveTo>
                    <a:pt x="1673406" y="2147991"/>
                  </a:moveTo>
                  <a:lnTo>
                    <a:pt x="1702900" y="2224106"/>
                  </a:lnTo>
                  <a:lnTo>
                    <a:pt x="1617464" y="2132879"/>
                  </a:lnTo>
                  <a:close/>
                  <a:moveTo>
                    <a:pt x="1608317" y="2125507"/>
                  </a:moveTo>
                  <a:lnTo>
                    <a:pt x="1617464" y="2132879"/>
                  </a:lnTo>
                  <a:lnTo>
                    <a:pt x="1629638" y="2137124"/>
                  </a:lnTo>
                  <a:close/>
                  <a:moveTo>
                    <a:pt x="1608317" y="2125507"/>
                  </a:moveTo>
                  <a:lnTo>
                    <a:pt x="1569332" y="2071918"/>
                  </a:lnTo>
                  <a:lnTo>
                    <a:pt x="1617464" y="2132879"/>
                  </a:lnTo>
                  <a:close/>
                  <a:moveTo>
                    <a:pt x="1970055" y="2143507"/>
                  </a:moveTo>
                  <a:lnTo>
                    <a:pt x="1939532" y="2152912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17322" y="2213065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30138" y="2219230"/>
                  </a:lnTo>
                  <a:lnTo>
                    <a:pt x="2117322" y="2213065"/>
                  </a:lnTo>
                  <a:close/>
                  <a:moveTo>
                    <a:pt x="315559" y="162080"/>
                  </a:moveTo>
                  <a:lnTo>
                    <a:pt x="366564" y="181206"/>
                  </a:lnTo>
                  <a:lnTo>
                    <a:pt x="309767" y="115832"/>
                  </a:lnTo>
                  <a:close/>
                  <a:moveTo>
                    <a:pt x="366564" y="181206"/>
                  </a:moveTo>
                  <a:lnTo>
                    <a:pt x="377765" y="91405"/>
                  </a:lnTo>
                  <a:lnTo>
                    <a:pt x="309767" y="115832"/>
                  </a:lnTo>
                  <a:close/>
                  <a:moveTo>
                    <a:pt x="358853" y="20696"/>
                  </a:moveTo>
                  <a:lnTo>
                    <a:pt x="409006" y="75472"/>
                  </a:lnTo>
                  <a:lnTo>
                    <a:pt x="343219" y="0"/>
                  </a:lnTo>
                  <a:close/>
                  <a:moveTo>
                    <a:pt x="2117322" y="2213065"/>
                  </a:moveTo>
                  <a:lnTo>
                    <a:pt x="2130138" y="2219230"/>
                  </a:lnTo>
                  <a:lnTo>
                    <a:pt x="2139222" y="2218676"/>
                  </a:lnTo>
                  <a:close/>
                  <a:moveTo>
                    <a:pt x="2222743" y="2252291"/>
                  </a:moveTo>
                  <a:lnTo>
                    <a:pt x="2139222" y="2218676"/>
                  </a:lnTo>
                  <a:lnTo>
                    <a:pt x="2130138" y="2219230"/>
                  </a:lnTo>
                  <a:close/>
                  <a:moveTo>
                    <a:pt x="2117322" y="2213065"/>
                  </a:moveTo>
                  <a:lnTo>
                    <a:pt x="2139222" y="2218676"/>
                  </a:lnTo>
                  <a:lnTo>
                    <a:pt x="2150473" y="2202697"/>
                  </a:lnTo>
                  <a:close/>
                  <a:moveTo>
                    <a:pt x="2222743" y="2252291"/>
                  </a:moveTo>
                  <a:lnTo>
                    <a:pt x="2273335" y="2263496"/>
                  </a:lnTo>
                  <a:lnTo>
                    <a:pt x="2139222" y="2218676"/>
                  </a:lnTo>
                  <a:close/>
                  <a:moveTo>
                    <a:pt x="1959936" y="1936140"/>
                  </a:moveTo>
                  <a:lnTo>
                    <a:pt x="1950513" y="1927983"/>
                  </a:lnTo>
                  <a:lnTo>
                    <a:pt x="1918102" y="1949263"/>
                  </a:lnTo>
                  <a:close/>
                  <a:moveTo>
                    <a:pt x="1979754" y="1927983"/>
                  </a:moveTo>
                  <a:lnTo>
                    <a:pt x="1959936" y="1936140"/>
                  </a:lnTo>
                  <a:lnTo>
                    <a:pt x="1965975" y="1884204"/>
                  </a:lnTo>
                  <a:close/>
                  <a:moveTo>
                    <a:pt x="1973680" y="1845768"/>
                  </a:moveTo>
                  <a:lnTo>
                    <a:pt x="1979754" y="1927983"/>
                  </a:lnTo>
                  <a:lnTo>
                    <a:pt x="1965975" y="1884204"/>
                  </a:lnTo>
                  <a:close/>
                  <a:moveTo>
                    <a:pt x="1691520" y="1444221"/>
                  </a:moveTo>
                  <a:lnTo>
                    <a:pt x="1607582" y="1540360"/>
                  </a:lnTo>
                  <a:lnTo>
                    <a:pt x="1569924" y="1483454"/>
                  </a:lnTo>
                  <a:close/>
                  <a:moveTo>
                    <a:pt x="630879" y="387783"/>
                  </a:moveTo>
                  <a:lnTo>
                    <a:pt x="644350" y="476923"/>
                  </a:lnTo>
                  <a:lnTo>
                    <a:pt x="698211" y="453527"/>
                  </a:lnTo>
                  <a:close/>
                  <a:moveTo>
                    <a:pt x="664137" y="321245"/>
                  </a:moveTo>
                  <a:lnTo>
                    <a:pt x="720657" y="375387"/>
                  </a:lnTo>
                  <a:lnTo>
                    <a:pt x="651454" y="342167"/>
                  </a:lnTo>
                  <a:close/>
                  <a:moveTo>
                    <a:pt x="2308763" y="2234695"/>
                  </a:moveTo>
                  <a:lnTo>
                    <a:pt x="2318788" y="2326636"/>
                  </a:lnTo>
                  <a:lnTo>
                    <a:pt x="2356076" y="2256822"/>
                  </a:lnTo>
                  <a:close/>
                  <a:moveTo>
                    <a:pt x="1939736" y="1599745"/>
                  </a:moveTo>
                  <a:lnTo>
                    <a:pt x="2004602" y="1660142"/>
                  </a:lnTo>
                  <a:lnTo>
                    <a:pt x="2020835" y="1624304"/>
                  </a:lnTo>
                  <a:close/>
                  <a:moveTo>
                    <a:pt x="1910530" y="1599122"/>
                  </a:moveTo>
                  <a:lnTo>
                    <a:pt x="2004602" y="1660142"/>
                  </a:lnTo>
                  <a:lnTo>
                    <a:pt x="1939736" y="1599745"/>
                  </a:lnTo>
                  <a:close/>
                  <a:moveTo>
                    <a:pt x="1691520" y="1444221"/>
                  </a:moveTo>
                  <a:lnTo>
                    <a:pt x="1700285" y="1425494"/>
                  </a:lnTo>
                  <a:lnTo>
                    <a:pt x="1667145" y="1516907"/>
                  </a:lnTo>
                  <a:close/>
                  <a:moveTo>
                    <a:pt x="898015" y="448111"/>
                  </a:moveTo>
                  <a:lnTo>
                    <a:pt x="870163" y="414526"/>
                  </a:lnTo>
                  <a:lnTo>
                    <a:pt x="914381" y="491890"/>
                  </a:lnTo>
                  <a:close/>
                  <a:moveTo>
                    <a:pt x="842047" y="337291"/>
                  </a:moveTo>
                  <a:lnTo>
                    <a:pt x="868886" y="319133"/>
                  </a:lnTo>
                  <a:lnTo>
                    <a:pt x="868467" y="245244"/>
                  </a:lnTo>
                  <a:close/>
                  <a:moveTo>
                    <a:pt x="904496" y="347114"/>
                  </a:moveTo>
                  <a:lnTo>
                    <a:pt x="868886" y="319133"/>
                  </a:lnTo>
                  <a:lnTo>
                    <a:pt x="842047" y="337291"/>
                  </a:lnTo>
                  <a:close/>
                  <a:moveTo>
                    <a:pt x="863062" y="220115"/>
                  </a:moveTo>
                  <a:lnTo>
                    <a:pt x="868467" y="245244"/>
                  </a:lnTo>
                  <a:lnTo>
                    <a:pt x="814787" y="180323"/>
                  </a:lnTo>
                  <a:close/>
                  <a:moveTo>
                    <a:pt x="1533542" y="765277"/>
                  </a:moveTo>
                  <a:lnTo>
                    <a:pt x="1576470" y="764915"/>
                  </a:lnTo>
                  <a:lnTo>
                    <a:pt x="1549332" y="743877"/>
                  </a:lnTo>
                  <a:close/>
                  <a:moveTo>
                    <a:pt x="2156827" y="1296702"/>
                  </a:moveTo>
                  <a:lnTo>
                    <a:pt x="2187300" y="1401598"/>
                  </a:lnTo>
                  <a:lnTo>
                    <a:pt x="2183041" y="1319383"/>
                  </a:lnTo>
                  <a:close/>
                  <a:moveTo>
                    <a:pt x="2156827" y="1296702"/>
                  </a:moveTo>
                  <a:lnTo>
                    <a:pt x="2189467" y="1370258"/>
                  </a:lnTo>
                  <a:lnTo>
                    <a:pt x="2187300" y="140159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50" name="Candidate_density__2049">
              <a:extLst>
                <a:ext uri="{FF2B5EF4-FFF2-40B4-BE49-F238E27FC236}">
                  <a16:creationId xmlns:a16="http://schemas.microsoft.com/office/drawing/2014/main" id="{D7C31B8C-80FA-130C-1012-C18ED7FF7099}"/>
                </a:ext>
              </a:extLst>
            </p:cNvPr>
            <p:cNvSpPr>
              <a:spLocks noGrp="1"/>
            </p:cNvSpPr>
            <p:nvPr/>
          </p:nvSpPr>
          <p:spPr>
            <a:xfrm>
              <a:off x="4663168" y="2346247"/>
              <a:ext cx="2102410" cy="3144676"/>
            </a:xfrm>
            <a:custGeom>
              <a:avLst/>
              <a:gdLst/>
              <a:ahLst/>
              <a:cxnLst/>
              <a:rect l="0" t="0" r="0" b="0"/>
              <a:pathLst>
                <a:path w="2102410" h="3144676">
                  <a:moveTo>
                    <a:pt x="240882" y="2866687"/>
                  </a:moveTo>
                  <a:lnTo>
                    <a:pt x="235260" y="2864670"/>
                  </a:lnTo>
                  <a:lnTo>
                    <a:pt x="274277" y="2928089"/>
                  </a:lnTo>
                  <a:close/>
                  <a:moveTo>
                    <a:pt x="329909" y="2920888"/>
                  </a:moveTo>
                  <a:lnTo>
                    <a:pt x="240882" y="2866687"/>
                  </a:lnTo>
                  <a:lnTo>
                    <a:pt x="274277" y="2928089"/>
                  </a:lnTo>
                  <a:close/>
                  <a:moveTo>
                    <a:pt x="231837" y="2861276"/>
                  </a:moveTo>
                  <a:lnTo>
                    <a:pt x="154149" y="2779061"/>
                  </a:lnTo>
                  <a:lnTo>
                    <a:pt x="182894" y="2807150"/>
                  </a:lnTo>
                  <a:close/>
                  <a:moveTo>
                    <a:pt x="101432" y="2712694"/>
                  </a:moveTo>
                  <a:lnTo>
                    <a:pt x="154149" y="2779061"/>
                  </a:lnTo>
                  <a:lnTo>
                    <a:pt x="137231" y="2757809"/>
                  </a:lnTo>
                  <a:close/>
                  <a:moveTo>
                    <a:pt x="369853" y="2943491"/>
                  </a:moveTo>
                  <a:lnTo>
                    <a:pt x="454048" y="2891160"/>
                  </a:lnTo>
                  <a:lnTo>
                    <a:pt x="340441" y="2839751"/>
                  </a:lnTo>
                  <a:close/>
                  <a:moveTo>
                    <a:pt x="369853" y="2943491"/>
                  </a:moveTo>
                  <a:lnTo>
                    <a:pt x="340441" y="2839751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40882" y="2866687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60898" y="2843827"/>
                  </a:lnTo>
                  <a:lnTo>
                    <a:pt x="240882" y="2866687"/>
                  </a:lnTo>
                  <a:close/>
                  <a:moveTo>
                    <a:pt x="340441" y="2839751"/>
                  </a:moveTo>
                  <a:lnTo>
                    <a:pt x="415978" y="2838933"/>
                  </a:lnTo>
                  <a:lnTo>
                    <a:pt x="332306" y="2746273"/>
                  </a:lnTo>
                  <a:close/>
                  <a:moveTo>
                    <a:pt x="137231" y="2757809"/>
                  </a:moveTo>
                  <a:lnTo>
                    <a:pt x="154149" y="2779061"/>
                  </a:lnTo>
                  <a:lnTo>
                    <a:pt x="180528" y="2748482"/>
                  </a:lnTo>
                  <a:close/>
                  <a:moveTo>
                    <a:pt x="137231" y="2757809"/>
                  </a:moveTo>
                  <a:lnTo>
                    <a:pt x="180528" y="2748482"/>
                  </a:lnTo>
                  <a:lnTo>
                    <a:pt x="91146" y="2696846"/>
                  </a:lnTo>
                  <a:close/>
                  <a:moveTo>
                    <a:pt x="90489" y="2583050"/>
                  </a:moveTo>
                  <a:lnTo>
                    <a:pt x="103769" y="2510609"/>
                  </a:lnTo>
                  <a:lnTo>
                    <a:pt x="13984" y="2532415"/>
                  </a:lnTo>
                  <a:close/>
                  <a:moveTo>
                    <a:pt x="103769" y="2510609"/>
                  </a:moveTo>
                  <a:lnTo>
                    <a:pt x="0" y="2523385"/>
                  </a:lnTo>
                  <a:lnTo>
                    <a:pt x="13984" y="2532415"/>
                  </a:lnTo>
                  <a:close/>
                  <a:moveTo>
                    <a:pt x="20116" y="2417933"/>
                  </a:moveTo>
                  <a:lnTo>
                    <a:pt x="0" y="2523385"/>
                  </a:lnTo>
                  <a:lnTo>
                    <a:pt x="103769" y="2510609"/>
                  </a:lnTo>
                  <a:close/>
                  <a:moveTo>
                    <a:pt x="32138" y="2329549"/>
                  </a:moveTo>
                  <a:lnTo>
                    <a:pt x="17661" y="2374214"/>
                  </a:lnTo>
                  <a:lnTo>
                    <a:pt x="69748" y="2338083"/>
                  </a:lnTo>
                  <a:close/>
                  <a:moveTo>
                    <a:pt x="69748" y="2338083"/>
                  </a:moveTo>
                  <a:lnTo>
                    <a:pt x="17661" y="2374214"/>
                  </a:lnTo>
                  <a:lnTo>
                    <a:pt x="20116" y="2417933"/>
                  </a:lnTo>
                  <a:close/>
                  <a:moveTo>
                    <a:pt x="820994" y="3113263"/>
                  </a:moveTo>
                  <a:lnTo>
                    <a:pt x="789123" y="3092778"/>
                  </a:lnTo>
                  <a:lnTo>
                    <a:pt x="745446" y="3144676"/>
                  </a:lnTo>
                  <a:close/>
                  <a:moveTo>
                    <a:pt x="658860" y="3099601"/>
                  </a:moveTo>
                  <a:lnTo>
                    <a:pt x="745446" y="3144676"/>
                  </a:lnTo>
                  <a:lnTo>
                    <a:pt x="789123" y="3092778"/>
                  </a:lnTo>
                  <a:close/>
                  <a:moveTo>
                    <a:pt x="703249" y="3050364"/>
                  </a:moveTo>
                  <a:lnTo>
                    <a:pt x="658860" y="3099601"/>
                  </a:lnTo>
                  <a:lnTo>
                    <a:pt x="789123" y="3092778"/>
                  </a:lnTo>
                  <a:close/>
                  <a:moveTo>
                    <a:pt x="16836" y="2247333"/>
                  </a:moveTo>
                  <a:lnTo>
                    <a:pt x="14015" y="2222709"/>
                  </a:lnTo>
                  <a:lnTo>
                    <a:pt x="73907" y="2291113"/>
                  </a:lnTo>
                  <a:close/>
                  <a:moveTo>
                    <a:pt x="32138" y="2329549"/>
                  </a:moveTo>
                  <a:lnTo>
                    <a:pt x="16836" y="2247333"/>
                  </a:lnTo>
                  <a:lnTo>
                    <a:pt x="73907" y="2291113"/>
                  </a:lnTo>
                  <a:close/>
                  <a:moveTo>
                    <a:pt x="640656" y="2917051"/>
                  </a:moveTo>
                  <a:lnTo>
                    <a:pt x="663962" y="2903476"/>
                  </a:lnTo>
                  <a:lnTo>
                    <a:pt x="582802" y="2878688"/>
                  </a:lnTo>
                  <a:close/>
                  <a:moveTo>
                    <a:pt x="874428" y="3074827"/>
                  </a:moveTo>
                  <a:lnTo>
                    <a:pt x="919408" y="3086028"/>
                  </a:lnTo>
                  <a:lnTo>
                    <a:pt x="939944" y="3055695"/>
                  </a:lnTo>
                  <a:close/>
                  <a:moveTo>
                    <a:pt x="900502" y="2987669"/>
                  </a:moveTo>
                  <a:lnTo>
                    <a:pt x="939944" y="3055695"/>
                  </a:lnTo>
                  <a:lnTo>
                    <a:pt x="970183" y="2991611"/>
                  </a:lnTo>
                  <a:close/>
                  <a:moveTo>
                    <a:pt x="900502" y="2987669"/>
                  </a:moveTo>
                  <a:lnTo>
                    <a:pt x="970183" y="2991611"/>
                  </a:lnTo>
                  <a:lnTo>
                    <a:pt x="968568" y="2991174"/>
                  </a:lnTo>
                  <a:close/>
                  <a:moveTo>
                    <a:pt x="411211" y="2364051"/>
                  </a:moveTo>
                  <a:lnTo>
                    <a:pt x="382197" y="2417106"/>
                  </a:lnTo>
                  <a:lnTo>
                    <a:pt x="457200" y="2304960"/>
                  </a:lnTo>
                  <a:close/>
                  <a:moveTo>
                    <a:pt x="457200" y="2304960"/>
                  </a:moveTo>
                  <a:lnTo>
                    <a:pt x="382197" y="2417106"/>
                  </a:lnTo>
                  <a:lnTo>
                    <a:pt x="467163" y="2396952"/>
                  </a:lnTo>
                  <a:close/>
                  <a:moveTo>
                    <a:pt x="457200" y="2304960"/>
                  </a:moveTo>
                  <a:lnTo>
                    <a:pt x="439921" y="2296455"/>
                  </a:lnTo>
                  <a:lnTo>
                    <a:pt x="411211" y="2364051"/>
                  </a:lnTo>
                  <a:close/>
                  <a:moveTo>
                    <a:pt x="544100" y="2303587"/>
                  </a:moveTo>
                  <a:lnTo>
                    <a:pt x="529249" y="2296455"/>
                  </a:lnTo>
                  <a:lnTo>
                    <a:pt x="535691" y="2401833"/>
                  </a:lnTo>
                  <a:close/>
                  <a:moveTo>
                    <a:pt x="535691" y="2401833"/>
                  </a:moveTo>
                  <a:lnTo>
                    <a:pt x="529249" y="2296455"/>
                  </a:lnTo>
                  <a:lnTo>
                    <a:pt x="457200" y="2304960"/>
                  </a:lnTo>
                  <a:close/>
                  <a:moveTo>
                    <a:pt x="535691" y="2401833"/>
                  </a:moveTo>
                  <a:lnTo>
                    <a:pt x="457200" y="2304960"/>
                  </a:lnTo>
                  <a:lnTo>
                    <a:pt x="467163" y="2396952"/>
                  </a:lnTo>
                  <a:close/>
                  <a:moveTo>
                    <a:pt x="529249" y="2296455"/>
                  </a:moveTo>
                  <a:lnTo>
                    <a:pt x="463845" y="2214239"/>
                  </a:lnTo>
                  <a:lnTo>
                    <a:pt x="457200" y="2304960"/>
                  </a:lnTo>
                  <a:close/>
                  <a:moveTo>
                    <a:pt x="230918" y="2167555"/>
                  </a:moveTo>
                  <a:lnTo>
                    <a:pt x="298400" y="2073193"/>
                  </a:lnTo>
                  <a:lnTo>
                    <a:pt x="226912" y="2168848"/>
                  </a:lnTo>
                  <a:close/>
                  <a:moveTo>
                    <a:pt x="437167" y="2214239"/>
                  </a:moveTo>
                  <a:lnTo>
                    <a:pt x="413556" y="2279849"/>
                  </a:lnTo>
                  <a:lnTo>
                    <a:pt x="439921" y="2296455"/>
                  </a:lnTo>
                  <a:close/>
                  <a:moveTo>
                    <a:pt x="529249" y="2296455"/>
                  </a:moveTo>
                  <a:lnTo>
                    <a:pt x="547624" y="2292039"/>
                  </a:lnTo>
                  <a:lnTo>
                    <a:pt x="463845" y="2214239"/>
                  </a:lnTo>
                  <a:close/>
                  <a:moveTo>
                    <a:pt x="547624" y="2292039"/>
                  </a:moveTo>
                  <a:lnTo>
                    <a:pt x="562948" y="2296455"/>
                  </a:lnTo>
                  <a:lnTo>
                    <a:pt x="582851" y="2233265"/>
                  </a:lnTo>
                  <a:close/>
                  <a:moveTo>
                    <a:pt x="1154551" y="2751308"/>
                  </a:moveTo>
                  <a:lnTo>
                    <a:pt x="1183525" y="2807142"/>
                  </a:lnTo>
                  <a:lnTo>
                    <a:pt x="1199003" y="2795087"/>
                  </a:lnTo>
                  <a:close/>
                  <a:moveTo>
                    <a:pt x="819751" y="2098930"/>
                  </a:moveTo>
                  <a:lnTo>
                    <a:pt x="873267" y="2209073"/>
                  </a:lnTo>
                  <a:lnTo>
                    <a:pt x="904432" y="2169226"/>
                  </a:lnTo>
                  <a:close/>
                  <a:moveTo>
                    <a:pt x="854228" y="2219582"/>
                  </a:moveTo>
                  <a:lnTo>
                    <a:pt x="873267" y="2209073"/>
                  </a:lnTo>
                  <a:lnTo>
                    <a:pt x="819751" y="2098930"/>
                  </a:lnTo>
                  <a:close/>
                  <a:moveTo>
                    <a:pt x="766396" y="2137367"/>
                  </a:moveTo>
                  <a:lnTo>
                    <a:pt x="854228" y="2219582"/>
                  </a:lnTo>
                  <a:lnTo>
                    <a:pt x="819751" y="2098930"/>
                  </a:lnTo>
                  <a:close/>
                  <a:moveTo>
                    <a:pt x="952494" y="2105163"/>
                  </a:moveTo>
                  <a:lnTo>
                    <a:pt x="904432" y="2169226"/>
                  </a:lnTo>
                  <a:lnTo>
                    <a:pt x="873267" y="2209073"/>
                  </a:lnTo>
                  <a:close/>
                  <a:moveTo>
                    <a:pt x="873267" y="2209073"/>
                  </a:moveTo>
                  <a:lnTo>
                    <a:pt x="929190" y="2181145"/>
                  </a:lnTo>
                  <a:lnTo>
                    <a:pt x="952494" y="2105163"/>
                  </a:lnTo>
                  <a:close/>
                  <a:moveTo>
                    <a:pt x="766396" y="2137367"/>
                  </a:moveTo>
                  <a:lnTo>
                    <a:pt x="819751" y="2098930"/>
                  </a:lnTo>
                  <a:lnTo>
                    <a:pt x="762916" y="2133983"/>
                  </a:lnTo>
                  <a:close/>
                  <a:moveTo>
                    <a:pt x="819751" y="2098930"/>
                  </a:moveTo>
                  <a:lnTo>
                    <a:pt x="807797" y="2086584"/>
                  </a:lnTo>
                  <a:lnTo>
                    <a:pt x="762916" y="2133983"/>
                  </a:lnTo>
                  <a:close/>
                  <a:moveTo>
                    <a:pt x="807797" y="2086584"/>
                  </a:moveTo>
                  <a:lnTo>
                    <a:pt x="669031" y="2055151"/>
                  </a:lnTo>
                  <a:lnTo>
                    <a:pt x="762916" y="2133983"/>
                  </a:lnTo>
                  <a:close/>
                  <a:moveTo>
                    <a:pt x="663975" y="2042716"/>
                  </a:moveTo>
                  <a:lnTo>
                    <a:pt x="669031" y="2055151"/>
                  </a:lnTo>
                  <a:lnTo>
                    <a:pt x="668821" y="2053915"/>
                  </a:lnTo>
                  <a:close/>
                  <a:moveTo>
                    <a:pt x="623465" y="1972936"/>
                  </a:moveTo>
                  <a:lnTo>
                    <a:pt x="663975" y="2042716"/>
                  </a:lnTo>
                  <a:lnTo>
                    <a:pt x="609799" y="1941215"/>
                  </a:lnTo>
                  <a:close/>
                  <a:moveTo>
                    <a:pt x="609799" y="1941215"/>
                  </a:moveTo>
                  <a:lnTo>
                    <a:pt x="663975" y="2042716"/>
                  </a:lnTo>
                  <a:lnTo>
                    <a:pt x="668821" y="2053915"/>
                  </a:lnTo>
                  <a:close/>
                  <a:moveTo>
                    <a:pt x="609799" y="1941215"/>
                  </a:moveTo>
                  <a:lnTo>
                    <a:pt x="668821" y="2053915"/>
                  </a:lnTo>
                  <a:lnTo>
                    <a:pt x="608580" y="2042298"/>
                  </a:lnTo>
                  <a:close/>
                  <a:moveTo>
                    <a:pt x="623465" y="1972936"/>
                  </a:moveTo>
                  <a:lnTo>
                    <a:pt x="609799" y="1941215"/>
                  </a:lnTo>
                  <a:lnTo>
                    <a:pt x="560493" y="1881208"/>
                  </a:lnTo>
                  <a:close/>
                  <a:moveTo>
                    <a:pt x="130674" y="1397431"/>
                  </a:moveTo>
                  <a:lnTo>
                    <a:pt x="220887" y="1285513"/>
                  </a:lnTo>
                  <a:lnTo>
                    <a:pt x="120729" y="1295715"/>
                  </a:lnTo>
                  <a:close/>
                  <a:moveTo>
                    <a:pt x="120729" y="1295715"/>
                  </a:moveTo>
                  <a:lnTo>
                    <a:pt x="220887" y="1285513"/>
                  </a:lnTo>
                  <a:lnTo>
                    <a:pt x="199308" y="1292424"/>
                  </a:lnTo>
                  <a:close/>
                  <a:moveTo>
                    <a:pt x="609694" y="1934500"/>
                  </a:moveTo>
                  <a:lnTo>
                    <a:pt x="560493" y="1881208"/>
                  </a:lnTo>
                  <a:lnTo>
                    <a:pt x="609799" y="1941215"/>
                  </a:lnTo>
                  <a:close/>
                  <a:moveTo>
                    <a:pt x="1275107" y="2592221"/>
                  </a:moveTo>
                  <a:lnTo>
                    <a:pt x="1333537" y="2658951"/>
                  </a:lnTo>
                  <a:lnTo>
                    <a:pt x="1376901" y="2635999"/>
                  </a:lnTo>
                  <a:close/>
                  <a:moveTo>
                    <a:pt x="1244670" y="2389354"/>
                  </a:moveTo>
                  <a:lnTo>
                    <a:pt x="1301717" y="2324775"/>
                  </a:lnTo>
                  <a:lnTo>
                    <a:pt x="1211425" y="2427790"/>
                  </a:lnTo>
                  <a:close/>
                  <a:moveTo>
                    <a:pt x="941783" y="2093673"/>
                  </a:moveTo>
                  <a:lnTo>
                    <a:pt x="949214" y="2098930"/>
                  </a:lnTo>
                  <a:lnTo>
                    <a:pt x="950293" y="2060493"/>
                  </a:lnTo>
                  <a:close/>
                  <a:moveTo>
                    <a:pt x="904432" y="2169226"/>
                  </a:moveTo>
                  <a:lnTo>
                    <a:pt x="949214" y="2098930"/>
                  </a:lnTo>
                  <a:lnTo>
                    <a:pt x="941783" y="2093673"/>
                  </a:lnTo>
                  <a:close/>
                  <a:moveTo>
                    <a:pt x="966594" y="2122983"/>
                  </a:moveTo>
                  <a:lnTo>
                    <a:pt x="929190" y="2181145"/>
                  </a:lnTo>
                  <a:lnTo>
                    <a:pt x="999233" y="2167257"/>
                  </a:lnTo>
                  <a:close/>
                  <a:moveTo>
                    <a:pt x="901411" y="2060493"/>
                  </a:moveTo>
                  <a:lnTo>
                    <a:pt x="904432" y="2169226"/>
                  </a:lnTo>
                  <a:lnTo>
                    <a:pt x="941783" y="2093673"/>
                  </a:lnTo>
                  <a:close/>
                  <a:moveTo>
                    <a:pt x="819751" y="2098930"/>
                  </a:moveTo>
                  <a:lnTo>
                    <a:pt x="926997" y="2038391"/>
                  </a:lnTo>
                  <a:lnTo>
                    <a:pt x="827082" y="1985844"/>
                  </a:lnTo>
                  <a:close/>
                  <a:moveTo>
                    <a:pt x="827082" y="1985844"/>
                  </a:moveTo>
                  <a:lnTo>
                    <a:pt x="926997" y="2038391"/>
                  </a:lnTo>
                  <a:lnTo>
                    <a:pt x="883067" y="2000922"/>
                  </a:lnTo>
                  <a:close/>
                  <a:moveTo>
                    <a:pt x="819751" y="2098930"/>
                  </a:moveTo>
                  <a:lnTo>
                    <a:pt x="827082" y="1985844"/>
                  </a:lnTo>
                  <a:lnTo>
                    <a:pt x="807797" y="2086584"/>
                  </a:lnTo>
                  <a:close/>
                  <a:moveTo>
                    <a:pt x="950293" y="2060493"/>
                  </a:moveTo>
                  <a:lnTo>
                    <a:pt x="883067" y="2000922"/>
                  </a:lnTo>
                  <a:lnTo>
                    <a:pt x="926997" y="2038391"/>
                  </a:lnTo>
                  <a:close/>
                  <a:moveTo>
                    <a:pt x="841688" y="1834378"/>
                  </a:moveTo>
                  <a:lnTo>
                    <a:pt x="874300" y="1841364"/>
                  </a:lnTo>
                  <a:lnTo>
                    <a:pt x="817875" y="1813848"/>
                  </a:lnTo>
                  <a:close/>
                  <a:moveTo>
                    <a:pt x="803750" y="1856251"/>
                  </a:moveTo>
                  <a:lnTo>
                    <a:pt x="829072" y="1896063"/>
                  </a:lnTo>
                  <a:lnTo>
                    <a:pt x="784695" y="1852285"/>
                  </a:lnTo>
                  <a:close/>
                  <a:moveTo>
                    <a:pt x="372555" y="1358716"/>
                  </a:moveTo>
                  <a:lnTo>
                    <a:pt x="385085" y="1358994"/>
                  </a:lnTo>
                  <a:lnTo>
                    <a:pt x="351584" y="1329309"/>
                  </a:lnTo>
                  <a:close/>
                  <a:moveTo>
                    <a:pt x="372555" y="1358716"/>
                  </a:moveTo>
                  <a:lnTo>
                    <a:pt x="408919" y="1320558"/>
                  </a:lnTo>
                  <a:lnTo>
                    <a:pt x="402230" y="1348727"/>
                  </a:lnTo>
                  <a:close/>
                  <a:moveTo>
                    <a:pt x="137446" y="1252199"/>
                  </a:moveTo>
                  <a:lnTo>
                    <a:pt x="214545" y="1261803"/>
                  </a:lnTo>
                  <a:lnTo>
                    <a:pt x="259997" y="1216537"/>
                  </a:lnTo>
                  <a:close/>
                  <a:moveTo>
                    <a:pt x="259997" y="1216537"/>
                  </a:moveTo>
                  <a:lnTo>
                    <a:pt x="214545" y="1261803"/>
                  </a:lnTo>
                  <a:lnTo>
                    <a:pt x="335002" y="1218310"/>
                  </a:lnTo>
                  <a:close/>
                  <a:moveTo>
                    <a:pt x="1230205" y="2200758"/>
                  </a:moveTo>
                  <a:lnTo>
                    <a:pt x="1149281" y="2307139"/>
                  </a:lnTo>
                  <a:lnTo>
                    <a:pt x="1149869" y="2305569"/>
                  </a:lnTo>
                  <a:close/>
                  <a:moveTo>
                    <a:pt x="737833" y="1797625"/>
                  </a:moveTo>
                  <a:lnTo>
                    <a:pt x="803750" y="1856251"/>
                  </a:lnTo>
                  <a:lnTo>
                    <a:pt x="756957" y="1813848"/>
                  </a:lnTo>
                  <a:close/>
                  <a:moveTo>
                    <a:pt x="828115" y="1884913"/>
                  </a:moveTo>
                  <a:lnTo>
                    <a:pt x="823928" y="1931691"/>
                  </a:lnTo>
                  <a:lnTo>
                    <a:pt x="829072" y="1896063"/>
                  </a:lnTo>
                  <a:close/>
                  <a:moveTo>
                    <a:pt x="829072" y="1896063"/>
                  </a:moveTo>
                  <a:lnTo>
                    <a:pt x="803750" y="1856251"/>
                  </a:lnTo>
                  <a:lnTo>
                    <a:pt x="828115" y="1884913"/>
                  </a:lnTo>
                  <a:close/>
                  <a:moveTo>
                    <a:pt x="717497" y="1731633"/>
                  </a:moveTo>
                  <a:lnTo>
                    <a:pt x="742808" y="1693490"/>
                  </a:lnTo>
                  <a:lnTo>
                    <a:pt x="756957" y="1813848"/>
                  </a:lnTo>
                  <a:close/>
                  <a:moveTo>
                    <a:pt x="858787" y="1775412"/>
                  </a:moveTo>
                  <a:lnTo>
                    <a:pt x="793456" y="1712905"/>
                  </a:lnTo>
                  <a:lnTo>
                    <a:pt x="817711" y="1731633"/>
                  </a:lnTo>
                  <a:close/>
                  <a:moveTo>
                    <a:pt x="1030504" y="1741466"/>
                  </a:moveTo>
                  <a:lnTo>
                    <a:pt x="939314" y="1755009"/>
                  </a:lnTo>
                  <a:lnTo>
                    <a:pt x="934231" y="1850233"/>
                  </a:lnTo>
                  <a:close/>
                  <a:moveTo>
                    <a:pt x="1770146" y="2365031"/>
                  </a:moveTo>
                  <a:lnTo>
                    <a:pt x="1693597" y="2308370"/>
                  </a:lnTo>
                  <a:lnTo>
                    <a:pt x="1769638" y="2356260"/>
                  </a:lnTo>
                  <a:close/>
                  <a:moveTo>
                    <a:pt x="1674920" y="2238540"/>
                  </a:moveTo>
                  <a:lnTo>
                    <a:pt x="1632029" y="2216542"/>
                  </a:lnTo>
                  <a:lnTo>
                    <a:pt x="1753037" y="2274045"/>
                  </a:lnTo>
                  <a:close/>
                  <a:moveTo>
                    <a:pt x="1624900" y="2191829"/>
                  </a:moveTo>
                  <a:lnTo>
                    <a:pt x="1632029" y="2216542"/>
                  </a:lnTo>
                  <a:lnTo>
                    <a:pt x="1674920" y="2238540"/>
                  </a:lnTo>
                  <a:close/>
                  <a:moveTo>
                    <a:pt x="1363798" y="1952556"/>
                  </a:moveTo>
                  <a:lnTo>
                    <a:pt x="1454141" y="2027399"/>
                  </a:lnTo>
                  <a:lnTo>
                    <a:pt x="1375973" y="1956801"/>
                  </a:lnTo>
                  <a:close/>
                  <a:moveTo>
                    <a:pt x="1449234" y="2043783"/>
                  </a:moveTo>
                  <a:lnTo>
                    <a:pt x="1454141" y="2027399"/>
                  </a:lnTo>
                  <a:lnTo>
                    <a:pt x="1363798" y="1952556"/>
                  </a:lnTo>
                  <a:close/>
                  <a:moveTo>
                    <a:pt x="1354652" y="1945184"/>
                  </a:moveTo>
                  <a:lnTo>
                    <a:pt x="1290721" y="1862969"/>
                  </a:lnTo>
                  <a:lnTo>
                    <a:pt x="1315666" y="1891595"/>
                  </a:lnTo>
                  <a:close/>
                  <a:moveTo>
                    <a:pt x="1736927" y="2331446"/>
                  </a:moveTo>
                  <a:lnTo>
                    <a:pt x="1817130" y="2426927"/>
                  </a:lnTo>
                  <a:lnTo>
                    <a:pt x="1769638" y="2356260"/>
                  </a:lnTo>
                  <a:close/>
                  <a:moveTo>
                    <a:pt x="1769638" y="2356260"/>
                  </a:moveTo>
                  <a:lnTo>
                    <a:pt x="1817130" y="2426927"/>
                  </a:lnTo>
                  <a:lnTo>
                    <a:pt x="1789570" y="2388542"/>
                  </a:lnTo>
                  <a:close/>
                  <a:moveTo>
                    <a:pt x="1775604" y="2260502"/>
                  </a:moveTo>
                  <a:lnTo>
                    <a:pt x="1674920" y="2238540"/>
                  </a:lnTo>
                  <a:lnTo>
                    <a:pt x="1753037" y="2274045"/>
                  </a:lnTo>
                  <a:close/>
                  <a:moveTo>
                    <a:pt x="1732143" y="2071178"/>
                  </a:moveTo>
                  <a:lnTo>
                    <a:pt x="1709646" y="2153172"/>
                  </a:lnTo>
                  <a:lnTo>
                    <a:pt x="1750787" y="2080494"/>
                  </a:lnTo>
                  <a:close/>
                  <a:moveTo>
                    <a:pt x="1454141" y="2027399"/>
                  </a:moveTo>
                  <a:lnTo>
                    <a:pt x="1493876" y="2007489"/>
                  </a:lnTo>
                  <a:lnTo>
                    <a:pt x="1375973" y="1956801"/>
                  </a:lnTo>
                  <a:close/>
                  <a:moveTo>
                    <a:pt x="1699303" y="2061757"/>
                  </a:moveTo>
                  <a:lnTo>
                    <a:pt x="1672186" y="2013114"/>
                  </a:lnTo>
                  <a:lnTo>
                    <a:pt x="1645969" y="1988963"/>
                  </a:lnTo>
                  <a:close/>
                  <a:moveTo>
                    <a:pt x="1635551" y="1952902"/>
                  </a:moveTo>
                  <a:lnTo>
                    <a:pt x="1699303" y="2061757"/>
                  </a:lnTo>
                  <a:lnTo>
                    <a:pt x="1645969" y="1988963"/>
                  </a:lnTo>
                  <a:close/>
                  <a:moveTo>
                    <a:pt x="1803409" y="2009879"/>
                  </a:moveTo>
                  <a:lnTo>
                    <a:pt x="1863656" y="2032741"/>
                  </a:lnTo>
                  <a:lnTo>
                    <a:pt x="1849328" y="1966361"/>
                  </a:lnTo>
                  <a:close/>
                  <a:moveTo>
                    <a:pt x="1849328" y="1966361"/>
                  </a:moveTo>
                  <a:lnTo>
                    <a:pt x="1863656" y="2032741"/>
                  </a:lnTo>
                  <a:lnTo>
                    <a:pt x="1906241" y="1914613"/>
                  </a:lnTo>
                  <a:close/>
                  <a:moveTo>
                    <a:pt x="1906241" y="1914613"/>
                  </a:moveTo>
                  <a:lnTo>
                    <a:pt x="1863656" y="2032741"/>
                  </a:lnTo>
                  <a:lnTo>
                    <a:pt x="1896808" y="2022374"/>
                  </a:lnTo>
                  <a:close/>
                  <a:moveTo>
                    <a:pt x="1906241" y="1914613"/>
                  </a:moveTo>
                  <a:lnTo>
                    <a:pt x="1901854" y="1912090"/>
                  </a:lnTo>
                  <a:lnTo>
                    <a:pt x="1849328" y="1966361"/>
                  </a:lnTo>
                  <a:close/>
                  <a:moveTo>
                    <a:pt x="1973840" y="1994305"/>
                  </a:moveTo>
                  <a:lnTo>
                    <a:pt x="2019670" y="2083173"/>
                  </a:lnTo>
                  <a:lnTo>
                    <a:pt x="2007323" y="2076520"/>
                  </a:lnTo>
                  <a:close/>
                  <a:moveTo>
                    <a:pt x="1885556" y="2038353"/>
                  </a:moveTo>
                  <a:lnTo>
                    <a:pt x="2019670" y="2083173"/>
                  </a:lnTo>
                  <a:lnTo>
                    <a:pt x="1973840" y="1994305"/>
                  </a:lnTo>
                  <a:close/>
                  <a:moveTo>
                    <a:pt x="1973840" y="1994305"/>
                  </a:moveTo>
                  <a:lnTo>
                    <a:pt x="1896808" y="2022374"/>
                  </a:lnTo>
                  <a:lnTo>
                    <a:pt x="1885556" y="2038353"/>
                  </a:lnTo>
                  <a:close/>
                  <a:moveTo>
                    <a:pt x="1896808" y="2022374"/>
                  </a:moveTo>
                  <a:lnTo>
                    <a:pt x="1996408" y="1958952"/>
                  </a:lnTo>
                  <a:lnTo>
                    <a:pt x="1970000" y="1923370"/>
                  </a:lnTo>
                  <a:close/>
                  <a:moveTo>
                    <a:pt x="1896808" y="2022374"/>
                  </a:moveTo>
                  <a:lnTo>
                    <a:pt x="1970000" y="1923370"/>
                  </a:lnTo>
                  <a:lnTo>
                    <a:pt x="1906241" y="1914613"/>
                  </a:lnTo>
                  <a:close/>
                  <a:moveTo>
                    <a:pt x="2019670" y="2083173"/>
                  </a:moveTo>
                  <a:lnTo>
                    <a:pt x="1969077" y="2071967"/>
                  </a:lnTo>
                  <a:lnTo>
                    <a:pt x="2041300" y="1994305"/>
                  </a:lnTo>
                  <a:close/>
                  <a:moveTo>
                    <a:pt x="1906241" y="1914613"/>
                  </a:moveTo>
                  <a:lnTo>
                    <a:pt x="1842677" y="1878036"/>
                  </a:lnTo>
                  <a:lnTo>
                    <a:pt x="1901854" y="1912090"/>
                  </a:lnTo>
                  <a:close/>
                  <a:moveTo>
                    <a:pt x="1901854" y="1912090"/>
                  </a:moveTo>
                  <a:lnTo>
                    <a:pt x="1820431" y="1868312"/>
                  </a:lnTo>
                  <a:lnTo>
                    <a:pt x="1820781" y="1829875"/>
                  </a:lnTo>
                  <a:close/>
                  <a:moveTo>
                    <a:pt x="1750991" y="1813898"/>
                  </a:moveTo>
                  <a:lnTo>
                    <a:pt x="1809298" y="1816697"/>
                  </a:lnTo>
                  <a:lnTo>
                    <a:pt x="1820781" y="1829875"/>
                  </a:lnTo>
                  <a:close/>
                  <a:moveTo>
                    <a:pt x="1664436" y="1768940"/>
                  </a:moveTo>
                  <a:lnTo>
                    <a:pt x="1638278" y="1734592"/>
                  </a:lnTo>
                  <a:lnTo>
                    <a:pt x="1578830" y="1727528"/>
                  </a:lnTo>
                  <a:close/>
                  <a:moveTo>
                    <a:pt x="1297052" y="1292806"/>
                  </a:moveTo>
                  <a:lnTo>
                    <a:pt x="1316258" y="1303131"/>
                  </a:lnTo>
                  <a:lnTo>
                    <a:pt x="1353916" y="1360037"/>
                  </a:lnTo>
                  <a:close/>
                  <a:moveTo>
                    <a:pt x="2021753" y="1981388"/>
                  </a:moveTo>
                  <a:lnTo>
                    <a:pt x="2102374" y="2076482"/>
                  </a:lnTo>
                  <a:lnTo>
                    <a:pt x="2041300" y="1994305"/>
                  </a:lnTo>
                  <a:close/>
                  <a:moveTo>
                    <a:pt x="2055097" y="2054372"/>
                  </a:moveTo>
                  <a:lnTo>
                    <a:pt x="2102410" y="2076498"/>
                  </a:lnTo>
                  <a:lnTo>
                    <a:pt x="2021753" y="1981388"/>
                  </a:lnTo>
                  <a:close/>
                  <a:moveTo>
                    <a:pt x="1661334" y="1391980"/>
                  </a:moveTo>
                  <a:lnTo>
                    <a:pt x="1656864" y="1418799"/>
                  </a:lnTo>
                  <a:lnTo>
                    <a:pt x="1686071" y="1419422"/>
                  </a:lnTo>
                  <a:close/>
                  <a:moveTo>
                    <a:pt x="1422953" y="1208186"/>
                  </a:moveTo>
                  <a:lnTo>
                    <a:pt x="1461835" y="1215932"/>
                  </a:lnTo>
                  <a:lnTo>
                    <a:pt x="1446619" y="1245171"/>
                  </a:lnTo>
                  <a:close/>
                  <a:moveTo>
                    <a:pt x="1388429" y="1142561"/>
                  </a:moveTo>
                  <a:lnTo>
                    <a:pt x="1461835" y="1215932"/>
                  </a:lnTo>
                  <a:lnTo>
                    <a:pt x="1422953" y="1208186"/>
                  </a:lnTo>
                  <a:close/>
                  <a:moveTo>
                    <a:pt x="588381" y="156968"/>
                  </a:moveTo>
                  <a:lnTo>
                    <a:pt x="616497" y="234203"/>
                  </a:lnTo>
                  <a:lnTo>
                    <a:pt x="650830" y="166790"/>
                  </a:lnTo>
                  <a:close/>
                  <a:moveTo>
                    <a:pt x="591838" y="114844"/>
                  </a:moveTo>
                  <a:lnTo>
                    <a:pt x="588381" y="156968"/>
                  </a:lnTo>
                  <a:lnTo>
                    <a:pt x="614802" y="64921"/>
                  </a:lnTo>
                  <a:close/>
                  <a:moveTo>
                    <a:pt x="509994" y="24042"/>
                  </a:moveTo>
                  <a:lnTo>
                    <a:pt x="496698" y="37789"/>
                  </a:lnTo>
                  <a:lnTo>
                    <a:pt x="561121" y="0"/>
                  </a:lnTo>
                  <a:close/>
                  <a:moveTo>
                    <a:pt x="1661334" y="1391980"/>
                  </a:moveTo>
                  <a:lnTo>
                    <a:pt x="1642602" y="1380363"/>
                  </a:lnTo>
                  <a:lnTo>
                    <a:pt x="1572142" y="1303807"/>
                  </a:lnTo>
                  <a:close/>
                  <a:moveTo>
                    <a:pt x="1621406" y="1324349"/>
                  </a:moveTo>
                  <a:lnTo>
                    <a:pt x="1661334" y="1391980"/>
                  </a:lnTo>
                  <a:lnTo>
                    <a:pt x="1572142" y="1303807"/>
                  </a:lnTo>
                  <a:close/>
                  <a:moveTo>
                    <a:pt x="609396" y="39792"/>
                  </a:moveTo>
                  <a:lnTo>
                    <a:pt x="591838" y="114844"/>
                  </a:lnTo>
                  <a:lnTo>
                    <a:pt x="614802" y="64921"/>
                  </a:lnTo>
                  <a:close/>
                  <a:moveTo>
                    <a:pt x="1269071" y="544558"/>
                  </a:moveTo>
                  <a:lnTo>
                    <a:pt x="1295667" y="563554"/>
                  </a:lnTo>
                  <a:lnTo>
                    <a:pt x="1218344" y="508833"/>
                  </a:lnTo>
                  <a:close/>
                  <a:moveTo>
                    <a:pt x="1861399" y="1050238"/>
                  </a:moveTo>
                  <a:lnTo>
                    <a:pt x="1903161" y="1116378"/>
                  </a:lnTo>
                  <a:lnTo>
                    <a:pt x="1929375" y="113906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51" name="Candidate_density__2050">
              <a:extLst>
                <a:ext uri="{FF2B5EF4-FFF2-40B4-BE49-F238E27FC236}">
                  <a16:creationId xmlns:a16="http://schemas.microsoft.com/office/drawing/2014/main" id="{22A9C79A-8E77-8965-156B-B3F59F16EEFA}"/>
                </a:ext>
              </a:extLst>
            </p:cNvPr>
            <p:cNvSpPr>
              <a:spLocks noGrp="1"/>
            </p:cNvSpPr>
            <p:nvPr/>
          </p:nvSpPr>
          <p:spPr>
            <a:xfrm>
              <a:off x="4462133" y="2241396"/>
              <a:ext cx="2144245" cy="3246340"/>
            </a:xfrm>
            <a:custGeom>
              <a:avLst/>
              <a:gdLst/>
              <a:ahLst/>
              <a:cxnLst/>
              <a:rect l="0" t="0" r="0" b="0"/>
              <a:pathLst>
                <a:path w="2144245" h="3246340">
                  <a:moveTo>
                    <a:pt x="128035" y="2633959"/>
                  </a:moveTo>
                  <a:lnTo>
                    <a:pt x="45906" y="2644163"/>
                  </a:lnTo>
                  <a:lnTo>
                    <a:pt x="0" y="2649117"/>
                  </a:lnTo>
                  <a:close/>
                  <a:moveTo>
                    <a:pt x="209799" y="2516615"/>
                  </a:moveTo>
                  <a:lnTo>
                    <a:pt x="132942" y="2633996"/>
                  </a:lnTo>
                  <a:lnTo>
                    <a:pt x="201035" y="2628236"/>
                  </a:lnTo>
                  <a:close/>
                  <a:moveTo>
                    <a:pt x="1120170" y="3218114"/>
                  </a:moveTo>
                  <a:lnTo>
                    <a:pt x="1120442" y="3190879"/>
                  </a:lnTo>
                  <a:lnTo>
                    <a:pt x="1077718" y="3246340"/>
                  </a:lnTo>
                  <a:close/>
                  <a:moveTo>
                    <a:pt x="1120170" y="3218114"/>
                  </a:moveTo>
                  <a:lnTo>
                    <a:pt x="1153346" y="3179678"/>
                  </a:lnTo>
                  <a:lnTo>
                    <a:pt x="1120442" y="3190879"/>
                  </a:lnTo>
                  <a:close/>
                  <a:moveTo>
                    <a:pt x="575387" y="2482842"/>
                  </a:moveTo>
                  <a:lnTo>
                    <a:pt x="567617" y="2517246"/>
                  </a:lnTo>
                  <a:lnTo>
                    <a:pt x="517173" y="2543846"/>
                  </a:lnTo>
                  <a:close/>
                  <a:moveTo>
                    <a:pt x="1171218" y="3096462"/>
                  </a:moveTo>
                  <a:lnTo>
                    <a:pt x="1153346" y="3179678"/>
                  </a:lnTo>
                  <a:lnTo>
                    <a:pt x="1170532" y="3099502"/>
                  </a:lnTo>
                  <a:close/>
                  <a:moveTo>
                    <a:pt x="443879" y="2162617"/>
                  </a:moveTo>
                  <a:lnTo>
                    <a:pt x="401398" y="2097061"/>
                  </a:lnTo>
                  <a:lnTo>
                    <a:pt x="521601" y="2129996"/>
                  </a:lnTo>
                  <a:close/>
                  <a:moveTo>
                    <a:pt x="783885" y="2338116"/>
                  </a:moveTo>
                  <a:lnTo>
                    <a:pt x="814640" y="2389650"/>
                  </a:lnTo>
                  <a:lnTo>
                    <a:pt x="854803" y="2324608"/>
                  </a:lnTo>
                  <a:close/>
                  <a:moveTo>
                    <a:pt x="572102" y="2103611"/>
                  </a:moveTo>
                  <a:lnTo>
                    <a:pt x="596423" y="2059694"/>
                  </a:lnTo>
                  <a:lnTo>
                    <a:pt x="586831" y="2034009"/>
                  </a:lnTo>
                  <a:close/>
                  <a:moveTo>
                    <a:pt x="521601" y="2129996"/>
                  </a:moveTo>
                  <a:lnTo>
                    <a:pt x="592828" y="2117646"/>
                  </a:lnTo>
                  <a:lnTo>
                    <a:pt x="572102" y="2103611"/>
                  </a:lnTo>
                  <a:close/>
                  <a:moveTo>
                    <a:pt x="854803" y="2324608"/>
                  </a:moveTo>
                  <a:lnTo>
                    <a:pt x="877245" y="2252852"/>
                  </a:lnTo>
                  <a:lnTo>
                    <a:pt x="820686" y="2260504"/>
                  </a:lnTo>
                  <a:close/>
                  <a:moveTo>
                    <a:pt x="783885" y="2338116"/>
                  </a:moveTo>
                  <a:lnTo>
                    <a:pt x="854803" y="2324608"/>
                  </a:lnTo>
                  <a:lnTo>
                    <a:pt x="820686" y="2260504"/>
                  </a:lnTo>
                  <a:close/>
                  <a:moveTo>
                    <a:pt x="877245" y="2252852"/>
                  </a:moveTo>
                  <a:lnTo>
                    <a:pt x="854803" y="2324608"/>
                  </a:lnTo>
                  <a:lnTo>
                    <a:pt x="895780" y="2280654"/>
                  </a:lnTo>
                  <a:close/>
                  <a:moveTo>
                    <a:pt x="844774" y="2242218"/>
                  </a:moveTo>
                  <a:lnTo>
                    <a:pt x="877245" y="2252852"/>
                  </a:lnTo>
                  <a:lnTo>
                    <a:pt x="789783" y="2163273"/>
                  </a:lnTo>
                  <a:close/>
                  <a:moveTo>
                    <a:pt x="713944" y="1824560"/>
                  </a:moveTo>
                  <a:lnTo>
                    <a:pt x="669429" y="1800157"/>
                  </a:lnTo>
                  <a:lnTo>
                    <a:pt x="703811" y="1913357"/>
                  </a:lnTo>
                  <a:close/>
                  <a:moveTo>
                    <a:pt x="321763" y="1400566"/>
                  </a:moveTo>
                  <a:lnTo>
                    <a:pt x="315180" y="1381630"/>
                  </a:lnTo>
                  <a:lnTo>
                    <a:pt x="309461" y="1463750"/>
                  </a:lnTo>
                  <a:close/>
                  <a:moveTo>
                    <a:pt x="1534572" y="2763802"/>
                  </a:moveTo>
                  <a:lnTo>
                    <a:pt x="1608283" y="2760736"/>
                  </a:lnTo>
                  <a:lnTo>
                    <a:pt x="1576568" y="2748512"/>
                  </a:lnTo>
                  <a:close/>
                  <a:moveTo>
                    <a:pt x="1669337" y="2773803"/>
                  </a:moveTo>
                  <a:lnTo>
                    <a:pt x="1576568" y="2748512"/>
                  </a:lnTo>
                  <a:lnTo>
                    <a:pt x="1635663" y="2761061"/>
                  </a:lnTo>
                  <a:close/>
                  <a:moveTo>
                    <a:pt x="719481" y="1589839"/>
                  </a:moveTo>
                  <a:lnTo>
                    <a:pt x="731757" y="1609894"/>
                  </a:lnTo>
                  <a:lnTo>
                    <a:pt x="763385" y="1615861"/>
                  </a:lnTo>
                  <a:close/>
                  <a:moveTo>
                    <a:pt x="1684408" y="2721432"/>
                  </a:moveTo>
                  <a:lnTo>
                    <a:pt x="1704206" y="2740850"/>
                  </a:lnTo>
                  <a:lnTo>
                    <a:pt x="1704815" y="2691249"/>
                  </a:lnTo>
                  <a:close/>
                  <a:moveTo>
                    <a:pt x="1135265" y="1955084"/>
                  </a:moveTo>
                  <a:lnTo>
                    <a:pt x="1075334" y="1946215"/>
                  </a:lnTo>
                  <a:lnTo>
                    <a:pt x="1206945" y="1944428"/>
                  </a:lnTo>
                  <a:close/>
                  <a:moveTo>
                    <a:pt x="660393" y="1294247"/>
                  </a:moveTo>
                  <a:lnTo>
                    <a:pt x="569675" y="1320203"/>
                  </a:lnTo>
                  <a:lnTo>
                    <a:pt x="536037" y="1323161"/>
                  </a:lnTo>
                  <a:close/>
                  <a:moveTo>
                    <a:pt x="536037" y="1323161"/>
                  </a:moveTo>
                  <a:lnTo>
                    <a:pt x="579930" y="1343194"/>
                  </a:lnTo>
                  <a:lnTo>
                    <a:pt x="660393" y="1294247"/>
                  </a:lnTo>
                  <a:close/>
                  <a:moveTo>
                    <a:pt x="536037" y="1323161"/>
                  </a:moveTo>
                  <a:lnTo>
                    <a:pt x="569675" y="1320203"/>
                  </a:lnTo>
                  <a:lnTo>
                    <a:pt x="505205" y="1312022"/>
                  </a:lnTo>
                  <a:close/>
                  <a:moveTo>
                    <a:pt x="1853994" y="2691690"/>
                  </a:moveTo>
                  <a:lnTo>
                    <a:pt x="1885799" y="2702414"/>
                  </a:lnTo>
                  <a:lnTo>
                    <a:pt x="1871355" y="2690632"/>
                  </a:lnTo>
                  <a:close/>
                  <a:moveTo>
                    <a:pt x="1771190" y="2660754"/>
                  </a:moveTo>
                  <a:lnTo>
                    <a:pt x="1805216" y="2683810"/>
                  </a:lnTo>
                  <a:lnTo>
                    <a:pt x="1704815" y="2691249"/>
                  </a:lnTo>
                  <a:close/>
                  <a:moveTo>
                    <a:pt x="1771190" y="2660754"/>
                  </a:moveTo>
                  <a:lnTo>
                    <a:pt x="1853994" y="2691690"/>
                  </a:lnTo>
                  <a:lnTo>
                    <a:pt x="1805216" y="2683810"/>
                  </a:lnTo>
                  <a:close/>
                  <a:moveTo>
                    <a:pt x="1853994" y="2691690"/>
                  </a:moveTo>
                  <a:lnTo>
                    <a:pt x="1871355" y="2690632"/>
                  </a:lnTo>
                  <a:lnTo>
                    <a:pt x="1805216" y="2683810"/>
                  </a:lnTo>
                  <a:close/>
                  <a:moveTo>
                    <a:pt x="1231538" y="1846317"/>
                  </a:moveTo>
                  <a:lnTo>
                    <a:pt x="1135265" y="1955084"/>
                  </a:lnTo>
                  <a:lnTo>
                    <a:pt x="1206945" y="1944428"/>
                  </a:lnTo>
                  <a:close/>
                  <a:moveTo>
                    <a:pt x="1914520" y="2702786"/>
                  </a:moveTo>
                  <a:lnTo>
                    <a:pt x="1805216" y="2683810"/>
                  </a:lnTo>
                  <a:lnTo>
                    <a:pt x="1871355" y="2690632"/>
                  </a:lnTo>
                  <a:close/>
                  <a:moveTo>
                    <a:pt x="1996571" y="2649425"/>
                  </a:moveTo>
                  <a:lnTo>
                    <a:pt x="2010391" y="2663977"/>
                  </a:lnTo>
                  <a:lnTo>
                    <a:pt x="2011223" y="2570482"/>
                  </a:lnTo>
                  <a:close/>
                  <a:moveTo>
                    <a:pt x="2011223" y="2570482"/>
                  </a:moveTo>
                  <a:lnTo>
                    <a:pt x="2047042" y="2640943"/>
                  </a:lnTo>
                  <a:lnTo>
                    <a:pt x="2091980" y="2593757"/>
                  </a:lnTo>
                  <a:close/>
                  <a:moveTo>
                    <a:pt x="1984720" y="2625541"/>
                  </a:moveTo>
                  <a:lnTo>
                    <a:pt x="1996571" y="2649425"/>
                  </a:lnTo>
                  <a:lnTo>
                    <a:pt x="2011223" y="2570482"/>
                  </a:lnTo>
                  <a:close/>
                  <a:moveTo>
                    <a:pt x="1248043" y="1732806"/>
                  </a:moveTo>
                  <a:lnTo>
                    <a:pt x="1233917" y="1830070"/>
                  </a:lnTo>
                  <a:lnTo>
                    <a:pt x="1262212" y="1759611"/>
                  </a:lnTo>
                  <a:close/>
                  <a:moveTo>
                    <a:pt x="2091980" y="2593757"/>
                  </a:moveTo>
                  <a:lnTo>
                    <a:pt x="2144245" y="2573967"/>
                  </a:lnTo>
                  <a:lnTo>
                    <a:pt x="2011223" y="2570482"/>
                  </a:lnTo>
                  <a:close/>
                  <a:moveTo>
                    <a:pt x="1758061" y="1921408"/>
                  </a:moveTo>
                  <a:lnTo>
                    <a:pt x="1779864" y="1832379"/>
                  </a:lnTo>
                  <a:lnTo>
                    <a:pt x="1714819" y="1867845"/>
                  </a:lnTo>
                  <a:close/>
                  <a:moveTo>
                    <a:pt x="1779864" y="1832379"/>
                  </a:moveTo>
                  <a:lnTo>
                    <a:pt x="1816086" y="1904351"/>
                  </a:lnTo>
                  <a:lnTo>
                    <a:pt x="1865471" y="1873791"/>
                  </a:lnTo>
                  <a:close/>
                  <a:moveTo>
                    <a:pt x="269777" y="181131"/>
                  </a:moveTo>
                  <a:lnTo>
                    <a:pt x="301172" y="202866"/>
                  </a:lnTo>
                  <a:lnTo>
                    <a:pt x="313933" y="105734"/>
                  </a:lnTo>
                  <a:close/>
                  <a:moveTo>
                    <a:pt x="325134" y="15933"/>
                  </a:moveTo>
                  <a:lnTo>
                    <a:pt x="376826" y="15102"/>
                  </a:lnTo>
                  <a:lnTo>
                    <a:pt x="356375" y="0"/>
                  </a:lnTo>
                  <a:close/>
                  <a:moveTo>
                    <a:pt x="313933" y="105734"/>
                  </a:moveTo>
                  <a:lnTo>
                    <a:pt x="352129" y="53408"/>
                  </a:lnTo>
                  <a:lnTo>
                    <a:pt x="325134" y="15933"/>
                  </a:lnTo>
                  <a:close/>
                  <a:moveTo>
                    <a:pt x="1913344" y="1808732"/>
                  </a:moveTo>
                  <a:lnTo>
                    <a:pt x="1907305" y="1860668"/>
                  </a:lnTo>
                  <a:lnTo>
                    <a:pt x="1865471" y="1873791"/>
                  </a:lnTo>
                  <a:close/>
                  <a:moveTo>
                    <a:pt x="325134" y="15933"/>
                  </a:moveTo>
                  <a:lnTo>
                    <a:pt x="356375" y="0"/>
                  </a:lnTo>
                  <a:lnTo>
                    <a:pt x="455721" y="10318"/>
                  </a:lnTo>
                  <a:close/>
                  <a:moveTo>
                    <a:pt x="1916702" y="1752936"/>
                  </a:moveTo>
                  <a:lnTo>
                    <a:pt x="1927123" y="1852511"/>
                  </a:lnTo>
                  <a:lnTo>
                    <a:pt x="1921049" y="1770296"/>
                  </a:lnTo>
                  <a:close/>
                  <a:moveTo>
                    <a:pt x="1921049" y="1770296"/>
                  </a:moveTo>
                  <a:lnTo>
                    <a:pt x="1930285" y="1685716"/>
                  </a:lnTo>
                  <a:lnTo>
                    <a:pt x="1916702" y="1752936"/>
                  </a:lnTo>
                  <a:close/>
                  <a:moveTo>
                    <a:pt x="1942185" y="1649644"/>
                  </a:moveTo>
                  <a:lnTo>
                    <a:pt x="1930285" y="1685716"/>
                  </a:lnTo>
                  <a:lnTo>
                    <a:pt x="1921049" y="1770296"/>
                  </a:lnTo>
                  <a:close/>
                  <a:moveTo>
                    <a:pt x="1614513" y="1441435"/>
                  </a:moveTo>
                  <a:lnTo>
                    <a:pt x="1647654" y="1350022"/>
                  </a:lnTo>
                  <a:lnTo>
                    <a:pt x="1662870" y="1320783"/>
                  </a:lnTo>
                  <a:close/>
                  <a:moveTo>
                    <a:pt x="817531" y="339054"/>
                  </a:moveTo>
                  <a:lnTo>
                    <a:pt x="845384" y="372638"/>
                  </a:lnTo>
                  <a:lnTo>
                    <a:pt x="851865" y="271641"/>
                  </a:lnTo>
                  <a:close/>
                  <a:moveTo>
                    <a:pt x="1968204" y="1548832"/>
                  </a:moveTo>
                  <a:lnTo>
                    <a:pt x="2017480" y="1528992"/>
                  </a:lnTo>
                  <a:lnTo>
                    <a:pt x="1932448" y="1478601"/>
                  </a:lnTo>
                  <a:close/>
                  <a:moveTo>
                    <a:pt x="1968204" y="1548832"/>
                  </a:moveTo>
                  <a:lnTo>
                    <a:pt x="1932448" y="1478601"/>
                  </a:lnTo>
                  <a:lnTo>
                    <a:pt x="1887105" y="1524273"/>
                  </a:lnTo>
                  <a:close/>
                  <a:moveTo>
                    <a:pt x="2027889" y="1493322"/>
                  </a:moveTo>
                  <a:lnTo>
                    <a:pt x="2019599" y="1529690"/>
                  </a:lnTo>
                  <a:lnTo>
                    <a:pt x="1968204" y="1548832"/>
                  </a:lnTo>
                  <a:close/>
                  <a:moveTo>
                    <a:pt x="2033752" y="1446777"/>
                  </a:moveTo>
                  <a:lnTo>
                    <a:pt x="2019599" y="1529690"/>
                  </a:lnTo>
                  <a:lnTo>
                    <a:pt x="2027889" y="1493322"/>
                  </a:lnTo>
                  <a:close/>
                  <a:moveTo>
                    <a:pt x="2034833" y="1417212"/>
                  </a:moveTo>
                  <a:lnTo>
                    <a:pt x="2021236" y="1528992"/>
                  </a:lnTo>
                  <a:lnTo>
                    <a:pt x="2033752" y="1446777"/>
                  </a:lnTo>
                  <a:close/>
                  <a:moveTo>
                    <a:pt x="2034833" y="1417212"/>
                  </a:moveTo>
                  <a:lnTo>
                    <a:pt x="2033752" y="1446777"/>
                  </a:lnTo>
                  <a:lnTo>
                    <a:pt x="2042448" y="1396015"/>
                  </a:lnTo>
                  <a:close/>
                  <a:moveTo>
                    <a:pt x="1460895" y="780117"/>
                  </a:moveTo>
                  <a:lnTo>
                    <a:pt x="1480824" y="871272"/>
                  </a:lnTo>
                  <a:lnTo>
                    <a:pt x="1465036" y="78905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52" name="Candidate_density__2051">
              <a:extLst>
                <a:ext uri="{FF2B5EF4-FFF2-40B4-BE49-F238E27FC236}">
                  <a16:creationId xmlns:a16="http://schemas.microsoft.com/office/drawing/2014/main" id="{36A3A5CA-0A6F-10F5-CB39-A5414569DE3F}"/>
                </a:ext>
              </a:extLst>
            </p:cNvPr>
            <p:cNvSpPr>
              <a:spLocks noGrp="1"/>
            </p:cNvSpPr>
            <p:nvPr/>
          </p:nvSpPr>
          <p:spPr>
            <a:xfrm>
              <a:off x="4403670" y="3025111"/>
              <a:ext cx="2120897" cy="2322991"/>
            </a:xfrm>
            <a:custGeom>
              <a:avLst/>
              <a:gdLst/>
              <a:ahLst/>
              <a:cxnLst/>
              <a:rect l="0" t="0" r="0" b="0"/>
              <a:pathLst>
                <a:path w="2120897" h="2322991">
                  <a:moveTo>
                    <a:pt x="68151" y="1686420"/>
                  </a:moveTo>
                  <a:lnTo>
                    <a:pt x="0" y="1727558"/>
                  </a:lnTo>
                  <a:lnTo>
                    <a:pt x="65065" y="1689122"/>
                  </a:lnTo>
                  <a:close/>
                  <a:moveTo>
                    <a:pt x="68151" y="1686420"/>
                  </a:moveTo>
                  <a:lnTo>
                    <a:pt x="13201" y="1696174"/>
                  </a:lnTo>
                  <a:lnTo>
                    <a:pt x="0" y="1727558"/>
                  </a:lnTo>
                  <a:close/>
                  <a:moveTo>
                    <a:pt x="13201" y="1696174"/>
                  </a:moveTo>
                  <a:lnTo>
                    <a:pt x="68151" y="1686420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91163" y="1606907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65065" y="1689122"/>
                  </a:lnTo>
                  <a:lnTo>
                    <a:pt x="73703" y="1685196"/>
                  </a:lnTo>
                  <a:close/>
                  <a:moveTo>
                    <a:pt x="73703" y="1685196"/>
                  </a:moveTo>
                  <a:lnTo>
                    <a:pt x="91163" y="1606907"/>
                  </a:lnTo>
                  <a:lnTo>
                    <a:pt x="68151" y="1686420"/>
                  </a:lnTo>
                  <a:close/>
                  <a:moveTo>
                    <a:pt x="143812" y="1588699"/>
                  </a:moveTo>
                  <a:lnTo>
                    <a:pt x="91163" y="1606907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143812" y="1588699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73703" y="1685196"/>
                  </a:lnTo>
                  <a:lnTo>
                    <a:pt x="196009" y="1670602"/>
                  </a:lnTo>
                  <a:close/>
                  <a:moveTo>
                    <a:pt x="223549" y="1650685"/>
                  </a:moveTo>
                  <a:lnTo>
                    <a:pt x="211765" y="1568470"/>
                  </a:lnTo>
                  <a:lnTo>
                    <a:pt x="184403" y="1655790"/>
                  </a:lnTo>
                  <a:close/>
                  <a:moveTo>
                    <a:pt x="211765" y="1568470"/>
                  </a:moveTo>
                  <a:lnTo>
                    <a:pt x="143812" y="1588699"/>
                  </a:lnTo>
                  <a:lnTo>
                    <a:pt x="184403" y="1655790"/>
                  </a:lnTo>
                  <a:close/>
                  <a:moveTo>
                    <a:pt x="109061" y="1560719"/>
                  </a:moveTo>
                  <a:lnTo>
                    <a:pt x="91163" y="1606907"/>
                  </a:lnTo>
                  <a:lnTo>
                    <a:pt x="143812" y="1588699"/>
                  </a:lnTo>
                  <a:close/>
                  <a:moveTo>
                    <a:pt x="211765" y="1568470"/>
                  </a:moveTo>
                  <a:lnTo>
                    <a:pt x="109061" y="1560719"/>
                  </a:lnTo>
                  <a:lnTo>
                    <a:pt x="143812" y="1588699"/>
                  </a:lnTo>
                  <a:close/>
                  <a:moveTo>
                    <a:pt x="228051" y="1511744"/>
                  </a:moveTo>
                  <a:lnTo>
                    <a:pt x="211765" y="1568470"/>
                  </a:lnTo>
                  <a:lnTo>
                    <a:pt x="273513" y="1543845"/>
                  </a:lnTo>
                  <a:close/>
                  <a:moveTo>
                    <a:pt x="1142430" y="2313748"/>
                  </a:moveTo>
                  <a:lnTo>
                    <a:pt x="1152292" y="2307657"/>
                  </a:lnTo>
                  <a:lnTo>
                    <a:pt x="1068020" y="2322991"/>
                  </a:lnTo>
                  <a:close/>
                  <a:moveTo>
                    <a:pt x="532802" y="1017829"/>
                  </a:moveTo>
                  <a:lnTo>
                    <a:pt x="479135" y="1032380"/>
                  </a:lnTo>
                  <a:lnTo>
                    <a:pt x="464951" y="1085864"/>
                  </a:lnTo>
                  <a:close/>
                  <a:moveTo>
                    <a:pt x="1444960" y="2034009"/>
                  </a:moveTo>
                  <a:lnTo>
                    <a:pt x="1533216" y="2035090"/>
                  </a:lnTo>
                  <a:lnTo>
                    <a:pt x="1504252" y="2010527"/>
                  </a:lnTo>
                  <a:close/>
                  <a:moveTo>
                    <a:pt x="1459061" y="1973036"/>
                  </a:moveTo>
                  <a:lnTo>
                    <a:pt x="1444960" y="2034009"/>
                  </a:lnTo>
                  <a:lnTo>
                    <a:pt x="1504252" y="2010527"/>
                  </a:lnTo>
                  <a:close/>
                  <a:moveTo>
                    <a:pt x="1489580" y="1831142"/>
                  </a:moveTo>
                  <a:lnTo>
                    <a:pt x="1463214" y="1951794"/>
                  </a:lnTo>
                  <a:lnTo>
                    <a:pt x="1534605" y="1913357"/>
                  </a:lnTo>
                  <a:close/>
                  <a:moveTo>
                    <a:pt x="727893" y="1016442"/>
                  </a:moveTo>
                  <a:lnTo>
                    <a:pt x="679567" y="965212"/>
                  </a:lnTo>
                  <a:lnTo>
                    <a:pt x="674884" y="991736"/>
                  </a:lnTo>
                  <a:close/>
                  <a:moveTo>
                    <a:pt x="1470923" y="1748927"/>
                  </a:moveTo>
                  <a:lnTo>
                    <a:pt x="1489580" y="1831142"/>
                  </a:lnTo>
                  <a:lnTo>
                    <a:pt x="1542314" y="1792706"/>
                  </a:lnTo>
                  <a:close/>
                  <a:moveTo>
                    <a:pt x="480385" y="606649"/>
                  </a:moveTo>
                  <a:lnTo>
                    <a:pt x="445353" y="680130"/>
                  </a:lnTo>
                  <a:lnTo>
                    <a:pt x="543770" y="644578"/>
                  </a:lnTo>
                  <a:close/>
                  <a:moveTo>
                    <a:pt x="1466819" y="639668"/>
                  </a:moveTo>
                  <a:lnTo>
                    <a:pt x="1454146" y="663444"/>
                  </a:lnTo>
                  <a:lnTo>
                    <a:pt x="1575756" y="624267"/>
                  </a:lnTo>
                  <a:close/>
                  <a:moveTo>
                    <a:pt x="1466819" y="639668"/>
                  </a:moveTo>
                  <a:lnTo>
                    <a:pt x="1575756" y="624267"/>
                  </a:lnTo>
                  <a:lnTo>
                    <a:pt x="1556550" y="613942"/>
                  </a:lnTo>
                  <a:close/>
                  <a:moveTo>
                    <a:pt x="1156666" y="38436"/>
                  </a:moveTo>
                  <a:lnTo>
                    <a:pt x="1200979" y="82215"/>
                  </a:lnTo>
                  <a:lnTo>
                    <a:pt x="1189586" y="0"/>
                  </a:lnTo>
                  <a:close/>
                  <a:moveTo>
                    <a:pt x="1189586" y="0"/>
                  </a:moveTo>
                  <a:lnTo>
                    <a:pt x="1200979" y="82215"/>
                  </a:lnTo>
                  <a:lnTo>
                    <a:pt x="1276345" y="43778"/>
                  </a:lnTo>
                  <a:close/>
                  <a:moveTo>
                    <a:pt x="1830241" y="588025"/>
                  </a:moveTo>
                  <a:lnTo>
                    <a:pt x="1876854" y="547098"/>
                  </a:lnTo>
                  <a:lnTo>
                    <a:pt x="1854566" y="537069"/>
                  </a:lnTo>
                  <a:close/>
                  <a:moveTo>
                    <a:pt x="1876854" y="547098"/>
                  </a:moveTo>
                  <a:lnTo>
                    <a:pt x="1913273" y="498633"/>
                  </a:lnTo>
                  <a:lnTo>
                    <a:pt x="1854566" y="537069"/>
                  </a:lnTo>
                  <a:close/>
                  <a:moveTo>
                    <a:pt x="1933685" y="480924"/>
                  </a:moveTo>
                  <a:lnTo>
                    <a:pt x="1854566" y="537069"/>
                  </a:lnTo>
                  <a:lnTo>
                    <a:pt x="1913273" y="498633"/>
                  </a:lnTo>
                  <a:close/>
                  <a:moveTo>
                    <a:pt x="1955931" y="484398"/>
                  </a:moveTo>
                  <a:lnTo>
                    <a:pt x="1913273" y="498633"/>
                  </a:lnTo>
                  <a:lnTo>
                    <a:pt x="1994307" y="492380"/>
                  </a:lnTo>
                  <a:close/>
                  <a:moveTo>
                    <a:pt x="1933685" y="480924"/>
                  </a:moveTo>
                  <a:lnTo>
                    <a:pt x="1913273" y="498633"/>
                  </a:lnTo>
                  <a:lnTo>
                    <a:pt x="1955931" y="484398"/>
                  </a:lnTo>
                  <a:close/>
                  <a:moveTo>
                    <a:pt x="1984311" y="416417"/>
                  </a:moveTo>
                  <a:lnTo>
                    <a:pt x="1933685" y="480924"/>
                  </a:lnTo>
                  <a:lnTo>
                    <a:pt x="2052290" y="430509"/>
                  </a:lnTo>
                  <a:close/>
                  <a:moveTo>
                    <a:pt x="2052290" y="430509"/>
                  </a:moveTo>
                  <a:lnTo>
                    <a:pt x="1933685" y="480924"/>
                  </a:lnTo>
                  <a:lnTo>
                    <a:pt x="2042158" y="460196"/>
                  </a:lnTo>
                  <a:close/>
                  <a:moveTo>
                    <a:pt x="2042158" y="460196"/>
                  </a:moveTo>
                  <a:lnTo>
                    <a:pt x="1933685" y="480924"/>
                  </a:lnTo>
                  <a:lnTo>
                    <a:pt x="1955931" y="484398"/>
                  </a:lnTo>
                  <a:close/>
                  <a:moveTo>
                    <a:pt x="2003748" y="406023"/>
                  </a:moveTo>
                  <a:lnTo>
                    <a:pt x="2052290" y="430509"/>
                  </a:lnTo>
                  <a:lnTo>
                    <a:pt x="2085627" y="377981"/>
                  </a:lnTo>
                  <a:close/>
                  <a:moveTo>
                    <a:pt x="2052290" y="430509"/>
                  </a:moveTo>
                  <a:lnTo>
                    <a:pt x="2042158" y="460196"/>
                  </a:lnTo>
                  <a:lnTo>
                    <a:pt x="2071814" y="450778"/>
                  </a:lnTo>
                  <a:close/>
                  <a:moveTo>
                    <a:pt x="2071814" y="450778"/>
                  </a:moveTo>
                  <a:lnTo>
                    <a:pt x="2085627" y="377981"/>
                  </a:lnTo>
                  <a:lnTo>
                    <a:pt x="2052290" y="430509"/>
                  </a:lnTo>
                  <a:close/>
                  <a:moveTo>
                    <a:pt x="2120897" y="371375"/>
                  </a:moveTo>
                  <a:lnTo>
                    <a:pt x="2085627" y="377981"/>
                  </a:lnTo>
                  <a:lnTo>
                    <a:pt x="2071814" y="450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53" name="Candidate_density__2052">
              <a:extLst>
                <a:ext uri="{FF2B5EF4-FFF2-40B4-BE49-F238E27FC236}">
                  <a16:creationId xmlns:a16="http://schemas.microsoft.com/office/drawing/2014/main" id="{13014AEE-CF10-A278-3067-54B5B806EAFA}"/>
                </a:ext>
              </a:extLst>
            </p:cNvPr>
            <p:cNvSpPr>
              <a:spLocks noGrp="1"/>
            </p:cNvSpPr>
            <p:nvPr/>
          </p:nvSpPr>
          <p:spPr>
            <a:xfrm>
              <a:off x="4599679" y="2288928"/>
              <a:ext cx="2118586" cy="3170583"/>
            </a:xfrm>
            <a:custGeom>
              <a:avLst/>
              <a:gdLst/>
              <a:ahLst/>
              <a:cxnLst/>
              <a:rect l="0" t="0" r="0" b="0"/>
              <a:pathLst>
                <a:path w="2118586" h="3170583">
                  <a:moveTo>
                    <a:pt x="403930" y="2897071"/>
                  </a:moveTo>
                  <a:lnTo>
                    <a:pt x="517536" y="2948480"/>
                  </a:lnTo>
                  <a:lnTo>
                    <a:pt x="479467" y="2896252"/>
                  </a:lnTo>
                  <a:close/>
                  <a:moveTo>
                    <a:pt x="161553" y="2472474"/>
                  </a:moveTo>
                  <a:lnTo>
                    <a:pt x="83605" y="2475252"/>
                  </a:lnTo>
                  <a:lnTo>
                    <a:pt x="167258" y="2567929"/>
                  </a:lnTo>
                  <a:close/>
                  <a:moveTo>
                    <a:pt x="167258" y="2567929"/>
                  </a:moveTo>
                  <a:lnTo>
                    <a:pt x="153978" y="2640369"/>
                  </a:lnTo>
                  <a:lnTo>
                    <a:pt x="263693" y="2556718"/>
                  </a:lnTo>
                  <a:close/>
                  <a:moveTo>
                    <a:pt x="133237" y="2395402"/>
                  </a:moveTo>
                  <a:lnTo>
                    <a:pt x="83605" y="2475252"/>
                  </a:lnTo>
                  <a:lnTo>
                    <a:pt x="161553" y="2472474"/>
                  </a:lnTo>
                  <a:close/>
                  <a:moveTo>
                    <a:pt x="81150" y="2431533"/>
                  </a:moveTo>
                  <a:lnTo>
                    <a:pt x="27540" y="2386868"/>
                  </a:lnTo>
                  <a:lnTo>
                    <a:pt x="83605" y="2475252"/>
                  </a:lnTo>
                  <a:close/>
                  <a:moveTo>
                    <a:pt x="0" y="2406785"/>
                  </a:moveTo>
                  <a:lnTo>
                    <a:pt x="72253" y="2469084"/>
                  </a:lnTo>
                  <a:lnTo>
                    <a:pt x="83605" y="2475252"/>
                  </a:lnTo>
                  <a:close/>
                  <a:moveTo>
                    <a:pt x="15756" y="2304653"/>
                  </a:moveTo>
                  <a:lnTo>
                    <a:pt x="109722" y="2323158"/>
                  </a:lnTo>
                  <a:lnTo>
                    <a:pt x="77504" y="2280028"/>
                  </a:lnTo>
                  <a:close/>
                  <a:moveTo>
                    <a:pt x="27540" y="2386868"/>
                  </a:moveTo>
                  <a:lnTo>
                    <a:pt x="73803" y="2348432"/>
                  </a:lnTo>
                  <a:lnTo>
                    <a:pt x="15756" y="2304653"/>
                  </a:lnTo>
                  <a:close/>
                  <a:moveTo>
                    <a:pt x="946420" y="3049931"/>
                  </a:moveTo>
                  <a:lnTo>
                    <a:pt x="852612" y="3150097"/>
                  </a:lnTo>
                  <a:lnTo>
                    <a:pt x="884483" y="3170583"/>
                  </a:lnTo>
                  <a:close/>
                  <a:moveTo>
                    <a:pt x="946420" y="3049931"/>
                  </a:moveTo>
                  <a:lnTo>
                    <a:pt x="884483" y="3170583"/>
                  </a:lnTo>
                  <a:lnTo>
                    <a:pt x="937917" y="3132146"/>
                  </a:lnTo>
                  <a:close/>
                  <a:moveTo>
                    <a:pt x="872011" y="3059174"/>
                  </a:moveTo>
                  <a:lnTo>
                    <a:pt x="766738" y="3107684"/>
                  </a:lnTo>
                  <a:lnTo>
                    <a:pt x="852612" y="3150097"/>
                  </a:lnTo>
                  <a:close/>
                  <a:moveTo>
                    <a:pt x="872011" y="3059174"/>
                  </a:moveTo>
                  <a:lnTo>
                    <a:pt x="775176" y="3077307"/>
                  </a:lnTo>
                  <a:lnTo>
                    <a:pt x="766738" y="3107684"/>
                  </a:lnTo>
                  <a:close/>
                  <a:moveTo>
                    <a:pt x="775176" y="3077307"/>
                  </a:moveTo>
                  <a:lnTo>
                    <a:pt x="842205" y="2983313"/>
                  </a:lnTo>
                  <a:lnTo>
                    <a:pt x="771950" y="2979837"/>
                  </a:lnTo>
                  <a:close/>
                  <a:moveTo>
                    <a:pt x="704144" y="2974371"/>
                  </a:moveTo>
                  <a:lnTo>
                    <a:pt x="771950" y="2979837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06332" y="2977064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42205" y="2983313"/>
                  </a:lnTo>
                  <a:lnTo>
                    <a:pt x="806332" y="2977064"/>
                  </a:lnTo>
                  <a:close/>
                  <a:moveTo>
                    <a:pt x="946420" y="3049931"/>
                  </a:moveTo>
                  <a:lnTo>
                    <a:pt x="937917" y="3132146"/>
                  </a:lnTo>
                  <a:lnTo>
                    <a:pt x="1003433" y="3113015"/>
                  </a:lnTo>
                  <a:close/>
                  <a:moveTo>
                    <a:pt x="963991" y="3044988"/>
                  </a:moveTo>
                  <a:lnTo>
                    <a:pt x="1032057" y="3048493"/>
                  </a:lnTo>
                  <a:lnTo>
                    <a:pt x="956282" y="3043840"/>
                  </a:lnTo>
                  <a:close/>
                  <a:moveTo>
                    <a:pt x="271246" y="2024913"/>
                  </a:moveTo>
                  <a:lnTo>
                    <a:pt x="263995" y="1949321"/>
                  </a:lnTo>
                  <a:lnTo>
                    <a:pt x="263853" y="2049529"/>
                  </a:lnTo>
                  <a:close/>
                  <a:moveTo>
                    <a:pt x="592738" y="2353774"/>
                  </a:moveTo>
                  <a:lnTo>
                    <a:pt x="607589" y="2360906"/>
                  </a:lnTo>
                  <a:lnTo>
                    <a:pt x="611113" y="2349358"/>
                  </a:lnTo>
                  <a:close/>
                  <a:moveTo>
                    <a:pt x="611113" y="2349358"/>
                  </a:moveTo>
                  <a:lnTo>
                    <a:pt x="607589" y="2360906"/>
                  </a:lnTo>
                  <a:lnTo>
                    <a:pt x="626437" y="2353774"/>
                  </a:lnTo>
                  <a:close/>
                  <a:moveTo>
                    <a:pt x="1262492" y="2852407"/>
                  </a:moveTo>
                  <a:lnTo>
                    <a:pt x="1313604" y="2813970"/>
                  </a:lnTo>
                  <a:lnTo>
                    <a:pt x="1248951" y="2770192"/>
                  </a:lnTo>
                  <a:close/>
                  <a:moveTo>
                    <a:pt x="1388109" y="2813970"/>
                  </a:moveTo>
                  <a:lnTo>
                    <a:pt x="1308242" y="2746710"/>
                  </a:lnTo>
                  <a:lnTo>
                    <a:pt x="1337207" y="2771273"/>
                  </a:lnTo>
                  <a:close/>
                  <a:moveTo>
                    <a:pt x="1324107" y="2770192"/>
                  </a:moveTo>
                  <a:lnTo>
                    <a:pt x="1263051" y="2709218"/>
                  </a:lnTo>
                  <a:lnTo>
                    <a:pt x="1308242" y="2746710"/>
                  </a:lnTo>
                  <a:close/>
                  <a:moveTo>
                    <a:pt x="983944" y="2359116"/>
                  </a:moveTo>
                  <a:lnTo>
                    <a:pt x="1031566" y="2401052"/>
                  </a:lnTo>
                  <a:lnTo>
                    <a:pt x="1060531" y="2326449"/>
                  </a:lnTo>
                  <a:close/>
                  <a:moveTo>
                    <a:pt x="936756" y="2266393"/>
                  </a:moveTo>
                  <a:lnTo>
                    <a:pt x="925471" y="2283038"/>
                  </a:lnTo>
                  <a:lnTo>
                    <a:pt x="992678" y="2238464"/>
                  </a:lnTo>
                  <a:close/>
                  <a:moveTo>
                    <a:pt x="925471" y="2283038"/>
                  </a:moveTo>
                  <a:lnTo>
                    <a:pt x="983944" y="2359116"/>
                  </a:lnTo>
                  <a:lnTo>
                    <a:pt x="992678" y="2238464"/>
                  </a:lnTo>
                  <a:close/>
                  <a:moveTo>
                    <a:pt x="992678" y="2238464"/>
                  </a:moveTo>
                  <a:lnTo>
                    <a:pt x="983944" y="2359116"/>
                  </a:lnTo>
                  <a:lnTo>
                    <a:pt x="1062292" y="2300729"/>
                  </a:lnTo>
                  <a:close/>
                  <a:moveTo>
                    <a:pt x="1062292" y="2300729"/>
                  </a:moveTo>
                  <a:lnTo>
                    <a:pt x="983944" y="2359116"/>
                  </a:lnTo>
                  <a:lnTo>
                    <a:pt x="1060531" y="2326449"/>
                  </a:lnTo>
                  <a:close/>
                  <a:moveTo>
                    <a:pt x="576398" y="1777028"/>
                  </a:moveTo>
                  <a:lnTo>
                    <a:pt x="585176" y="1669799"/>
                  </a:lnTo>
                  <a:lnTo>
                    <a:pt x="531884" y="1752625"/>
                  </a:lnTo>
                  <a:close/>
                  <a:moveTo>
                    <a:pt x="245826" y="1536965"/>
                  </a:moveTo>
                  <a:lnTo>
                    <a:pt x="249343" y="1416313"/>
                  </a:lnTo>
                  <a:lnTo>
                    <a:pt x="194162" y="1454750"/>
                  </a:lnTo>
                  <a:close/>
                  <a:moveTo>
                    <a:pt x="992678" y="2238464"/>
                  </a:moveTo>
                  <a:lnTo>
                    <a:pt x="1062292" y="2300729"/>
                  </a:lnTo>
                  <a:lnTo>
                    <a:pt x="1062722" y="2224576"/>
                  </a:lnTo>
                  <a:close/>
                  <a:moveTo>
                    <a:pt x="1062722" y="2224576"/>
                  </a:moveTo>
                  <a:lnTo>
                    <a:pt x="1062292" y="2300729"/>
                  </a:lnTo>
                  <a:lnTo>
                    <a:pt x="1081964" y="2238464"/>
                  </a:lnTo>
                  <a:close/>
                  <a:moveTo>
                    <a:pt x="964900" y="2117813"/>
                  </a:moveTo>
                  <a:lnTo>
                    <a:pt x="883240" y="2156249"/>
                  </a:lnTo>
                  <a:lnTo>
                    <a:pt x="967920" y="2226546"/>
                  </a:lnTo>
                  <a:close/>
                  <a:moveTo>
                    <a:pt x="964900" y="2117813"/>
                  </a:moveTo>
                  <a:lnTo>
                    <a:pt x="990486" y="2095711"/>
                  </a:lnTo>
                  <a:lnTo>
                    <a:pt x="883240" y="2156249"/>
                  </a:lnTo>
                  <a:close/>
                  <a:moveTo>
                    <a:pt x="867239" y="1913570"/>
                  </a:moveTo>
                  <a:lnTo>
                    <a:pt x="839603" y="1884415"/>
                  </a:lnTo>
                  <a:lnTo>
                    <a:pt x="820446" y="1871168"/>
                  </a:lnTo>
                  <a:close/>
                  <a:moveTo>
                    <a:pt x="621080" y="1765739"/>
                  </a:moveTo>
                  <a:lnTo>
                    <a:pt x="543780" y="1755386"/>
                  </a:lnTo>
                  <a:lnTo>
                    <a:pt x="669188" y="1730406"/>
                  </a:lnTo>
                  <a:close/>
                  <a:moveTo>
                    <a:pt x="1395609" y="2490452"/>
                  </a:moveTo>
                  <a:lnTo>
                    <a:pt x="1308073" y="2446571"/>
                  </a:lnTo>
                  <a:lnTo>
                    <a:pt x="1308159" y="2446673"/>
                  </a:lnTo>
                  <a:close/>
                  <a:moveTo>
                    <a:pt x="1212770" y="2364458"/>
                  </a:moveTo>
                  <a:lnTo>
                    <a:pt x="1308073" y="2446571"/>
                  </a:lnTo>
                  <a:lnTo>
                    <a:pt x="1213358" y="2362888"/>
                  </a:lnTo>
                  <a:close/>
                  <a:moveTo>
                    <a:pt x="1307880" y="2446424"/>
                  </a:moveTo>
                  <a:lnTo>
                    <a:pt x="1308073" y="2446571"/>
                  </a:lnTo>
                  <a:lnTo>
                    <a:pt x="1212770" y="2364458"/>
                  </a:lnTo>
                  <a:close/>
                  <a:moveTo>
                    <a:pt x="881364" y="1871168"/>
                  </a:moveTo>
                  <a:lnTo>
                    <a:pt x="937788" y="1898683"/>
                  </a:lnTo>
                  <a:lnTo>
                    <a:pt x="922276" y="1832731"/>
                  </a:lnTo>
                  <a:close/>
                  <a:moveTo>
                    <a:pt x="896341" y="1807175"/>
                  </a:moveTo>
                  <a:lnTo>
                    <a:pt x="856945" y="1770224"/>
                  </a:lnTo>
                  <a:lnTo>
                    <a:pt x="922276" y="1832731"/>
                  </a:lnTo>
                  <a:close/>
                  <a:moveTo>
                    <a:pt x="868475" y="1702989"/>
                  </a:moveTo>
                  <a:lnTo>
                    <a:pt x="856945" y="1770224"/>
                  </a:lnTo>
                  <a:lnTo>
                    <a:pt x="806877" y="1750516"/>
                  </a:lnTo>
                  <a:close/>
                  <a:moveTo>
                    <a:pt x="472408" y="1377877"/>
                  </a:moveTo>
                  <a:lnTo>
                    <a:pt x="541871" y="1339440"/>
                  </a:lnTo>
                  <a:lnTo>
                    <a:pt x="442385" y="1295662"/>
                  </a:lnTo>
                  <a:close/>
                  <a:moveTo>
                    <a:pt x="1439878" y="2299916"/>
                  </a:moveTo>
                  <a:lnTo>
                    <a:pt x="1461651" y="2248828"/>
                  </a:lnTo>
                  <a:lnTo>
                    <a:pt x="1395836" y="2281414"/>
                  </a:lnTo>
                  <a:close/>
                  <a:moveTo>
                    <a:pt x="1439878" y="2299916"/>
                  </a:moveTo>
                  <a:lnTo>
                    <a:pt x="1504858" y="2307680"/>
                  </a:lnTo>
                  <a:lnTo>
                    <a:pt x="1461651" y="2248828"/>
                  </a:lnTo>
                  <a:close/>
                  <a:moveTo>
                    <a:pt x="1833635" y="2422350"/>
                  </a:moveTo>
                  <a:lnTo>
                    <a:pt x="1828080" y="2352472"/>
                  </a:lnTo>
                  <a:lnTo>
                    <a:pt x="1816526" y="2331364"/>
                  </a:lnTo>
                  <a:close/>
                  <a:moveTo>
                    <a:pt x="1833635" y="2422350"/>
                  </a:moveTo>
                  <a:lnTo>
                    <a:pt x="1853059" y="2445861"/>
                  </a:lnTo>
                  <a:lnTo>
                    <a:pt x="1857881" y="2413579"/>
                  </a:lnTo>
                  <a:close/>
                  <a:moveTo>
                    <a:pt x="1853059" y="2445861"/>
                  </a:moveTo>
                  <a:lnTo>
                    <a:pt x="1833635" y="2422350"/>
                  </a:lnTo>
                  <a:lnTo>
                    <a:pt x="1833127" y="2413579"/>
                  </a:lnTo>
                  <a:close/>
                  <a:moveTo>
                    <a:pt x="1604761" y="2186961"/>
                  </a:moveTo>
                  <a:lnTo>
                    <a:pt x="1688388" y="2249149"/>
                  </a:lnTo>
                  <a:lnTo>
                    <a:pt x="1640337" y="2207844"/>
                  </a:lnTo>
                  <a:close/>
                  <a:moveTo>
                    <a:pt x="1604761" y="2186961"/>
                  </a:moveTo>
                  <a:lnTo>
                    <a:pt x="1695518" y="2273861"/>
                  </a:lnTo>
                  <a:lnTo>
                    <a:pt x="1688388" y="2249149"/>
                  </a:lnTo>
                  <a:close/>
                  <a:moveTo>
                    <a:pt x="1612172" y="2166934"/>
                  </a:moveTo>
                  <a:lnTo>
                    <a:pt x="1604761" y="2186961"/>
                  </a:lnTo>
                  <a:lnTo>
                    <a:pt x="1640337" y="2207844"/>
                  </a:lnTo>
                  <a:close/>
                  <a:moveTo>
                    <a:pt x="1512723" y="2101102"/>
                  </a:moveTo>
                  <a:lnTo>
                    <a:pt x="1612172" y="2166934"/>
                  </a:lnTo>
                  <a:lnTo>
                    <a:pt x="1536235" y="2097281"/>
                  </a:lnTo>
                  <a:close/>
                  <a:moveTo>
                    <a:pt x="1604761" y="2186961"/>
                  </a:moveTo>
                  <a:lnTo>
                    <a:pt x="1612172" y="2166934"/>
                  </a:lnTo>
                  <a:lnTo>
                    <a:pt x="1512723" y="2101102"/>
                  </a:lnTo>
                  <a:close/>
                  <a:moveTo>
                    <a:pt x="1517630" y="2084719"/>
                  </a:moveTo>
                  <a:lnTo>
                    <a:pt x="1512723" y="2101102"/>
                  </a:lnTo>
                  <a:lnTo>
                    <a:pt x="1536235" y="2097281"/>
                  </a:lnTo>
                  <a:close/>
                  <a:moveTo>
                    <a:pt x="1857881" y="2413579"/>
                  </a:moveTo>
                  <a:lnTo>
                    <a:pt x="1853059" y="2445861"/>
                  </a:lnTo>
                  <a:lnTo>
                    <a:pt x="1967794" y="2380976"/>
                  </a:lnTo>
                  <a:close/>
                  <a:moveTo>
                    <a:pt x="1943324" y="2457358"/>
                  </a:moveTo>
                  <a:lnTo>
                    <a:pt x="1853059" y="2445861"/>
                  </a:lnTo>
                  <a:lnTo>
                    <a:pt x="1880618" y="2484246"/>
                  </a:lnTo>
                  <a:close/>
                  <a:moveTo>
                    <a:pt x="1816526" y="2331364"/>
                  </a:moveTo>
                  <a:lnTo>
                    <a:pt x="1828080" y="2352472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828080" y="2352472"/>
                  </a:lnTo>
                  <a:lnTo>
                    <a:pt x="1962258" y="2378375"/>
                  </a:lnTo>
                  <a:close/>
                  <a:moveTo>
                    <a:pt x="1936901" y="2298898"/>
                  </a:moveTo>
                  <a:lnTo>
                    <a:pt x="1839093" y="2317821"/>
                  </a:lnTo>
                  <a:lnTo>
                    <a:pt x="1962258" y="2378375"/>
                  </a:lnTo>
                  <a:close/>
                  <a:moveTo>
                    <a:pt x="1773099" y="2210789"/>
                  </a:moveTo>
                  <a:lnTo>
                    <a:pt x="1738408" y="2295859"/>
                  </a:lnTo>
                  <a:lnTo>
                    <a:pt x="1839093" y="2317821"/>
                  </a:lnTo>
                  <a:close/>
                  <a:moveTo>
                    <a:pt x="1842391" y="2215048"/>
                  </a:moveTo>
                  <a:lnTo>
                    <a:pt x="1773099" y="2210789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907794" y="2222469"/>
                  </a:lnTo>
                  <a:lnTo>
                    <a:pt x="1842391" y="2215048"/>
                  </a:lnTo>
                  <a:close/>
                  <a:moveTo>
                    <a:pt x="1688388" y="2249149"/>
                  </a:moveTo>
                  <a:lnTo>
                    <a:pt x="1738408" y="2295859"/>
                  </a:lnTo>
                  <a:lnTo>
                    <a:pt x="1773099" y="2210789"/>
                  </a:lnTo>
                  <a:close/>
                  <a:moveTo>
                    <a:pt x="1688388" y="2249149"/>
                  </a:moveTo>
                  <a:lnTo>
                    <a:pt x="1773099" y="2210789"/>
                  </a:lnTo>
                  <a:lnTo>
                    <a:pt x="1640337" y="2207844"/>
                  </a:lnTo>
                  <a:close/>
                  <a:moveTo>
                    <a:pt x="1814275" y="2137813"/>
                  </a:moveTo>
                  <a:lnTo>
                    <a:pt x="1773135" y="2210491"/>
                  </a:lnTo>
                  <a:lnTo>
                    <a:pt x="1773099" y="2210789"/>
                  </a:lnTo>
                  <a:close/>
                  <a:moveTo>
                    <a:pt x="1814275" y="2137813"/>
                  </a:moveTo>
                  <a:lnTo>
                    <a:pt x="1773099" y="2210789"/>
                  </a:lnTo>
                  <a:lnTo>
                    <a:pt x="1842391" y="2215048"/>
                  </a:lnTo>
                  <a:close/>
                  <a:moveTo>
                    <a:pt x="1609238" y="2046282"/>
                  </a:moveTo>
                  <a:lnTo>
                    <a:pt x="1536235" y="2097281"/>
                  </a:lnTo>
                  <a:lnTo>
                    <a:pt x="1612172" y="2166934"/>
                  </a:lnTo>
                  <a:close/>
                  <a:moveTo>
                    <a:pt x="1517630" y="2084719"/>
                  </a:moveTo>
                  <a:lnTo>
                    <a:pt x="1536235" y="2097281"/>
                  </a:lnTo>
                  <a:lnTo>
                    <a:pt x="1557365" y="2064808"/>
                  </a:lnTo>
                  <a:close/>
                  <a:moveTo>
                    <a:pt x="1967852" y="2373827"/>
                  </a:moveTo>
                  <a:lnTo>
                    <a:pt x="1967794" y="2380976"/>
                  </a:lnTo>
                  <a:lnTo>
                    <a:pt x="1936079" y="2339066"/>
                  </a:lnTo>
                  <a:close/>
                  <a:moveTo>
                    <a:pt x="1970509" y="2375142"/>
                  </a:moveTo>
                  <a:lnTo>
                    <a:pt x="1967794" y="2380976"/>
                  </a:lnTo>
                  <a:lnTo>
                    <a:pt x="1967852" y="2373827"/>
                  </a:lnTo>
                  <a:close/>
                  <a:moveTo>
                    <a:pt x="1762792" y="2119077"/>
                  </a:moveTo>
                  <a:lnTo>
                    <a:pt x="1773135" y="2210491"/>
                  </a:lnTo>
                  <a:lnTo>
                    <a:pt x="1795631" y="2128497"/>
                  </a:lnTo>
                  <a:close/>
                  <a:moveTo>
                    <a:pt x="1735674" y="2070433"/>
                  </a:moveTo>
                  <a:lnTo>
                    <a:pt x="1762792" y="2119077"/>
                  </a:lnTo>
                  <a:lnTo>
                    <a:pt x="1795631" y="2128497"/>
                  </a:lnTo>
                  <a:close/>
                  <a:moveTo>
                    <a:pt x="1545506" y="1678986"/>
                  </a:moveTo>
                  <a:lnTo>
                    <a:pt x="1594575" y="1606343"/>
                  </a:lnTo>
                  <a:lnTo>
                    <a:pt x="1496150" y="1635206"/>
                  </a:lnTo>
                  <a:close/>
                  <a:moveTo>
                    <a:pt x="1512567" y="1717422"/>
                  </a:moveTo>
                  <a:lnTo>
                    <a:pt x="1545506" y="1678986"/>
                  </a:lnTo>
                  <a:lnTo>
                    <a:pt x="1496150" y="1635206"/>
                  </a:lnTo>
                  <a:close/>
                  <a:moveTo>
                    <a:pt x="2037329" y="2051625"/>
                  </a:moveTo>
                  <a:lnTo>
                    <a:pt x="2059897" y="2016271"/>
                  </a:lnTo>
                  <a:lnTo>
                    <a:pt x="1960297" y="2079693"/>
                  </a:lnTo>
                  <a:close/>
                  <a:moveTo>
                    <a:pt x="2059897" y="2016271"/>
                  </a:moveTo>
                  <a:lnTo>
                    <a:pt x="2104789" y="2051625"/>
                  </a:lnTo>
                  <a:lnTo>
                    <a:pt x="2033488" y="1980689"/>
                  </a:lnTo>
                  <a:close/>
                  <a:moveTo>
                    <a:pt x="1379747" y="1360450"/>
                  </a:moveTo>
                  <a:lnTo>
                    <a:pt x="1467784" y="1432340"/>
                  </a:lnTo>
                  <a:lnTo>
                    <a:pt x="1501343" y="1321217"/>
                  </a:lnTo>
                  <a:close/>
                  <a:moveTo>
                    <a:pt x="1374478" y="1340753"/>
                  </a:moveTo>
                  <a:lnTo>
                    <a:pt x="1360541" y="1350125"/>
                  </a:lnTo>
                  <a:lnTo>
                    <a:pt x="1330134" y="1238411"/>
                  </a:lnTo>
                  <a:close/>
                  <a:moveTo>
                    <a:pt x="1004969" y="818398"/>
                  </a:moveTo>
                  <a:lnTo>
                    <a:pt x="988213" y="856834"/>
                  </a:lnTo>
                  <a:lnTo>
                    <a:pt x="1022274" y="900613"/>
                  </a:lnTo>
                  <a:close/>
                  <a:moveTo>
                    <a:pt x="960657" y="774619"/>
                  </a:moveTo>
                  <a:lnTo>
                    <a:pt x="988213" y="856834"/>
                  </a:lnTo>
                  <a:lnTo>
                    <a:pt x="1004969" y="818398"/>
                  </a:lnTo>
                  <a:close/>
                  <a:moveTo>
                    <a:pt x="529928" y="325107"/>
                  </a:moveTo>
                  <a:lnTo>
                    <a:pt x="530371" y="242892"/>
                  </a:lnTo>
                  <a:lnTo>
                    <a:pt x="508034" y="330524"/>
                  </a:lnTo>
                  <a:close/>
                  <a:moveTo>
                    <a:pt x="508034" y="330524"/>
                  </a:moveTo>
                  <a:lnTo>
                    <a:pt x="530371" y="242892"/>
                  </a:lnTo>
                  <a:lnTo>
                    <a:pt x="530480" y="252383"/>
                  </a:lnTo>
                  <a:close/>
                  <a:moveTo>
                    <a:pt x="454173" y="353919"/>
                  </a:moveTo>
                  <a:lnTo>
                    <a:pt x="529928" y="325107"/>
                  </a:lnTo>
                  <a:lnTo>
                    <a:pt x="508034" y="330524"/>
                  </a:lnTo>
                  <a:close/>
                  <a:moveTo>
                    <a:pt x="461277" y="219164"/>
                  </a:moveTo>
                  <a:lnTo>
                    <a:pt x="530480" y="252383"/>
                  </a:lnTo>
                  <a:lnTo>
                    <a:pt x="530371" y="242892"/>
                  </a:lnTo>
                  <a:close/>
                  <a:moveTo>
                    <a:pt x="2070812" y="2133839"/>
                  </a:moveTo>
                  <a:lnTo>
                    <a:pt x="2118586" y="2111691"/>
                  </a:lnTo>
                  <a:lnTo>
                    <a:pt x="2037329" y="2051625"/>
                  </a:lnTo>
                  <a:close/>
                  <a:moveTo>
                    <a:pt x="1878928" y="1885067"/>
                  </a:moveTo>
                  <a:lnTo>
                    <a:pt x="1965343" y="1969409"/>
                  </a:lnTo>
                  <a:lnTo>
                    <a:pt x="1884270" y="1887194"/>
                  </a:lnTo>
                  <a:close/>
                  <a:moveTo>
                    <a:pt x="1878928" y="1885067"/>
                  </a:moveTo>
                  <a:lnTo>
                    <a:pt x="1872787" y="1874016"/>
                  </a:lnTo>
                  <a:lnTo>
                    <a:pt x="1856110" y="1887194"/>
                  </a:lnTo>
                  <a:close/>
                  <a:moveTo>
                    <a:pt x="1878928" y="1885067"/>
                  </a:moveTo>
                  <a:lnTo>
                    <a:pt x="1884270" y="1887194"/>
                  </a:lnTo>
                  <a:lnTo>
                    <a:pt x="1872787" y="1874016"/>
                  </a:lnTo>
                  <a:close/>
                  <a:moveTo>
                    <a:pt x="1501343" y="1321217"/>
                  </a:moveTo>
                  <a:lnTo>
                    <a:pt x="1600849" y="1289311"/>
                  </a:lnTo>
                  <a:lnTo>
                    <a:pt x="1510108" y="1302490"/>
                  </a:lnTo>
                  <a:close/>
                  <a:moveTo>
                    <a:pt x="1634232" y="1324208"/>
                  </a:moveTo>
                  <a:lnTo>
                    <a:pt x="1635631" y="1361126"/>
                  </a:lnTo>
                  <a:lnTo>
                    <a:pt x="1628783" y="1355467"/>
                  </a:lnTo>
                  <a:close/>
                  <a:moveTo>
                    <a:pt x="1600849" y="1289311"/>
                  </a:moveTo>
                  <a:lnTo>
                    <a:pt x="1579627" y="1206473"/>
                  </a:lnTo>
                  <a:lnTo>
                    <a:pt x="1510108" y="1302490"/>
                  </a:lnTo>
                  <a:close/>
                  <a:moveTo>
                    <a:pt x="573482" y="81362"/>
                  </a:moveTo>
                  <a:lnTo>
                    <a:pt x="531937" y="51014"/>
                  </a:lnTo>
                  <a:lnTo>
                    <a:pt x="560187" y="95109"/>
                  </a:lnTo>
                  <a:close/>
                  <a:moveTo>
                    <a:pt x="358123" y="71137"/>
                  </a:moveTo>
                  <a:lnTo>
                    <a:pt x="447253" y="59268"/>
                  </a:lnTo>
                  <a:lnTo>
                    <a:pt x="402659" y="0"/>
                  </a:lnTo>
                  <a:close/>
                  <a:moveTo>
                    <a:pt x="447253" y="59268"/>
                  </a:moveTo>
                  <a:lnTo>
                    <a:pt x="531937" y="51014"/>
                  </a:lnTo>
                  <a:lnTo>
                    <a:pt x="484923" y="28911"/>
                  </a:lnTo>
                  <a:close/>
                  <a:moveTo>
                    <a:pt x="1875805" y="1186961"/>
                  </a:moveTo>
                  <a:lnTo>
                    <a:pt x="1999290" y="1247255"/>
                  </a:lnTo>
                  <a:lnTo>
                    <a:pt x="1966650" y="117369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54" name="Candidate_density__2053">
              <a:extLst>
                <a:ext uri="{FF2B5EF4-FFF2-40B4-BE49-F238E27FC236}">
                  <a16:creationId xmlns:a16="http://schemas.microsoft.com/office/drawing/2014/main" id="{97E5A091-C416-910E-35DA-059D1B9E6EF4}"/>
                </a:ext>
              </a:extLst>
            </p:cNvPr>
            <p:cNvSpPr>
              <a:spLocks noGrp="1"/>
            </p:cNvSpPr>
            <p:nvPr/>
          </p:nvSpPr>
          <p:spPr>
            <a:xfrm>
              <a:off x="4590168" y="2347130"/>
              <a:ext cx="2191724" cy="2816939"/>
            </a:xfrm>
            <a:custGeom>
              <a:avLst/>
              <a:gdLst/>
              <a:ahLst/>
              <a:cxnLst/>
              <a:rect l="0" t="0" r="0" b="0"/>
              <a:pathLst>
                <a:path w="2191724" h="2816939">
                  <a:moveTo>
                    <a:pt x="73000" y="2522503"/>
                  </a:moveTo>
                  <a:lnTo>
                    <a:pt x="4907" y="2528262"/>
                  </a:lnTo>
                  <a:lnTo>
                    <a:pt x="0" y="2528225"/>
                  </a:lnTo>
                  <a:close/>
                  <a:moveTo>
                    <a:pt x="1272003" y="2794205"/>
                  </a:moveTo>
                  <a:lnTo>
                    <a:pt x="1256525" y="2806259"/>
                  </a:lnTo>
                  <a:lnTo>
                    <a:pt x="1282896" y="2816939"/>
                  </a:lnTo>
                  <a:close/>
                  <a:moveTo>
                    <a:pt x="473237" y="1889839"/>
                  </a:moveTo>
                  <a:lnTo>
                    <a:pt x="458796" y="1928275"/>
                  </a:lnTo>
                  <a:lnTo>
                    <a:pt x="535522" y="1845950"/>
                  </a:lnTo>
                  <a:close/>
                  <a:moveTo>
                    <a:pt x="1272003" y="2794205"/>
                  </a:moveTo>
                  <a:lnTo>
                    <a:pt x="1282896" y="2816939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12821" y="2801538"/>
                  </a:lnTo>
                  <a:lnTo>
                    <a:pt x="1282896" y="2816939"/>
                  </a:lnTo>
                  <a:close/>
                  <a:moveTo>
                    <a:pt x="1325483" y="2794205"/>
                  </a:moveTo>
                  <a:lnTo>
                    <a:pt x="1362974" y="2773851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97621" y="2755768"/>
                  </a:lnTo>
                  <a:lnTo>
                    <a:pt x="1362974" y="2773851"/>
                  </a:lnTo>
                  <a:close/>
                  <a:moveTo>
                    <a:pt x="187146" y="1275897"/>
                  </a:moveTo>
                  <a:lnTo>
                    <a:pt x="193729" y="1294833"/>
                  </a:lnTo>
                  <a:lnTo>
                    <a:pt x="210446" y="1251316"/>
                  </a:lnTo>
                  <a:close/>
                  <a:moveTo>
                    <a:pt x="1480248" y="2655002"/>
                  </a:moveTo>
                  <a:lnTo>
                    <a:pt x="1507628" y="2655327"/>
                  </a:lnTo>
                  <a:lnTo>
                    <a:pt x="1448534" y="2642778"/>
                  </a:lnTo>
                  <a:close/>
                  <a:moveTo>
                    <a:pt x="1576172" y="2635117"/>
                  </a:moveTo>
                  <a:lnTo>
                    <a:pt x="1541302" y="2668069"/>
                  </a:lnTo>
                  <a:lnTo>
                    <a:pt x="1507628" y="2655327"/>
                  </a:lnTo>
                  <a:close/>
                  <a:moveTo>
                    <a:pt x="1556373" y="2615698"/>
                  </a:moveTo>
                  <a:lnTo>
                    <a:pt x="1541302" y="2668069"/>
                  </a:lnTo>
                  <a:lnTo>
                    <a:pt x="1576172" y="2635117"/>
                  </a:lnTo>
                  <a:close/>
                  <a:moveTo>
                    <a:pt x="1576781" y="2585515"/>
                  </a:moveTo>
                  <a:lnTo>
                    <a:pt x="1576172" y="2635117"/>
                  </a:lnTo>
                  <a:lnTo>
                    <a:pt x="1603321" y="2621292"/>
                  </a:lnTo>
                  <a:close/>
                  <a:moveTo>
                    <a:pt x="1576781" y="2585515"/>
                  </a:moveTo>
                  <a:lnTo>
                    <a:pt x="1603321" y="2621292"/>
                  </a:lnTo>
                  <a:lnTo>
                    <a:pt x="1643155" y="2555020"/>
                  </a:lnTo>
                  <a:close/>
                  <a:moveTo>
                    <a:pt x="691966" y="1506603"/>
                  </a:moveTo>
                  <a:lnTo>
                    <a:pt x="635350" y="1510127"/>
                  </a:lnTo>
                  <a:lnTo>
                    <a:pt x="752485" y="1454214"/>
                  </a:lnTo>
                  <a:close/>
                  <a:moveTo>
                    <a:pt x="523142" y="1199023"/>
                  </a:moveTo>
                  <a:lnTo>
                    <a:pt x="467182" y="1223490"/>
                  </a:lnTo>
                  <a:lnTo>
                    <a:pt x="441640" y="1214469"/>
                  </a:lnTo>
                  <a:close/>
                  <a:moveTo>
                    <a:pt x="1786486" y="2597052"/>
                  </a:moveTo>
                  <a:lnTo>
                    <a:pt x="1743320" y="2584898"/>
                  </a:lnTo>
                  <a:lnTo>
                    <a:pt x="1806608" y="2608829"/>
                  </a:lnTo>
                  <a:close/>
                  <a:moveTo>
                    <a:pt x="1856761" y="2581144"/>
                  </a:moveTo>
                  <a:lnTo>
                    <a:pt x="1786486" y="2597052"/>
                  </a:lnTo>
                  <a:lnTo>
                    <a:pt x="1806608" y="2608829"/>
                  </a:lnTo>
                  <a:close/>
                  <a:moveTo>
                    <a:pt x="1868537" y="2543691"/>
                  </a:moveTo>
                  <a:lnTo>
                    <a:pt x="1856685" y="2519807"/>
                  </a:lnTo>
                  <a:lnTo>
                    <a:pt x="1856761" y="2581144"/>
                  </a:lnTo>
                  <a:close/>
                  <a:moveTo>
                    <a:pt x="1868537" y="2543691"/>
                  </a:moveTo>
                  <a:lnTo>
                    <a:pt x="1856761" y="2581144"/>
                  </a:lnTo>
                  <a:lnTo>
                    <a:pt x="1882356" y="2558243"/>
                  </a:lnTo>
                  <a:close/>
                  <a:moveTo>
                    <a:pt x="1883188" y="2464748"/>
                  </a:moveTo>
                  <a:lnTo>
                    <a:pt x="1882356" y="2558243"/>
                  </a:lnTo>
                  <a:lnTo>
                    <a:pt x="1919007" y="2535210"/>
                  </a:lnTo>
                  <a:close/>
                  <a:moveTo>
                    <a:pt x="2016210" y="2468234"/>
                  </a:moveTo>
                  <a:lnTo>
                    <a:pt x="1963945" y="2488023"/>
                  </a:lnTo>
                  <a:lnTo>
                    <a:pt x="2083828" y="2442386"/>
                  </a:lnTo>
                  <a:close/>
                  <a:moveTo>
                    <a:pt x="2016210" y="2468234"/>
                  </a:moveTo>
                  <a:lnTo>
                    <a:pt x="2083828" y="2442386"/>
                  </a:lnTo>
                  <a:lnTo>
                    <a:pt x="2132345" y="2408580"/>
                  </a:lnTo>
                  <a:close/>
                  <a:moveTo>
                    <a:pt x="177141" y="50780"/>
                  </a:moveTo>
                  <a:lnTo>
                    <a:pt x="186704" y="14917"/>
                  </a:lnTo>
                  <a:lnTo>
                    <a:pt x="185898" y="0"/>
                  </a:lnTo>
                  <a:close/>
                  <a:moveTo>
                    <a:pt x="2163158" y="2278504"/>
                  </a:moveTo>
                  <a:lnTo>
                    <a:pt x="2191724" y="2240068"/>
                  </a:lnTo>
                  <a:lnTo>
                    <a:pt x="2156100" y="2360719"/>
                  </a:lnTo>
                  <a:close/>
                  <a:moveTo>
                    <a:pt x="1891564" y="1423956"/>
                  </a:moveTo>
                  <a:lnTo>
                    <a:pt x="1892606" y="1423948"/>
                  </a:lnTo>
                  <a:lnTo>
                    <a:pt x="1889445" y="1423259"/>
                  </a:lnTo>
                  <a:close/>
                  <a:moveTo>
                    <a:pt x="1891564" y="1423956"/>
                  </a:moveTo>
                  <a:lnTo>
                    <a:pt x="1889445" y="1423259"/>
                  </a:lnTo>
                  <a:lnTo>
                    <a:pt x="1840170" y="1443098"/>
                  </a:lnTo>
                  <a:close/>
                  <a:moveTo>
                    <a:pt x="1893202" y="1423259"/>
                  </a:moveTo>
                  <a:lnTo>
                    <a:pt x="1891564" y="1423956"/>
                  </a:lnTo>
                  <a:lnTo>
                    <a:pt x="1905717" y="1341044"/>
                  </a:lnTo>
                  <a:close/>
                  <a:moveTo>
                    <a:pt x="1893202" y="1423259"/>
                  </a:moveTo>
                  <a:lnTo>
                    <a:pt x="1892606" y="1423948"/>
                  </a:lnTo>
                  <a:lnTo>
                    <a:pt x="1891564" y="1423956"/>
                  </a:lnTo>
                  <a:close/>
                  <a:moveTo>
                    <a:pt x="1889445" y="1423259"/>
                  </a:moveTo>
                  <a:lnTo>
                    <a:pt x="1892606" y="1423948"/>
                  </a:lnTo>
                  <a:lnTo>
                    <a:pt x="1893156" y="1422662"/>
                  </a:lnTo>
                  <a:close/>
                  <a:moveTo>
                    <a:pt x="1893156" y="1422662"/>
                  </a:moveTo>
                  <a:lnTo>
                    <a:pt x="1892606" y="1423948"/>
                  </a:lnTo>
                  <a:lnTo>
                    <a:pt x="1893202" y="1423259"/>
                  </a:lnTo>
                  <a:close/>
                  <a:moveTo>
                    <a:pt x="1914414" y="1290282"/>
                  </a:moveTo>
                  <a:lnTo>
                    <a:pt x="1905717" y="1341044"/>
                  </a:lnTo>
                  <a:lnTo>
                    <a:pt x="1931181" y="1289511"/>
                  </a:lnTo>
                  <a:close/>
                  <a:moveTo>
                    <a:pt x="1914414" y="1290282"/>
                  </a:moveTo>
                  <a:lnTo>
                    <a:pt x="1931181" y="1289511"/>
                  </a:lnTo>
                  <a:lnTo>
                    <a:pt x="1981247" y="1261499"/>
                  </a:lnTo>
                  <a:close/>
                  <a:moveTo>
                    <a:pt x="1332860" y="674383"/>
                  </a:moveTo>
                  <a:lnTo>
                    <a:pt x="1382676" y="632033"/>
                  </a:lnTo>
                  <a:lnTo>
                    <a:pt x="1352876" y="584071"/>
                  </a:lnTo>
                  <a:close/>
                  <a:moveTo>
                    <a:pt x="2008801" y="1189053"/>
                  </a:moveTo>
                  <a:lnTo>
                    <a:pt x="1981247" y="1261499"/>
                  </a:lnTo>
                  <a:lnTo>
                    <a:pt x="2006635" y="122039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55" name="Candidate_density__2054">
              <a:extLst>
                <a:ext uri="{FF2B5EF4-FFF2-40B4-BE49-F238E27FC236}">
                  <a16:creationId xmlns:a16="http://schemas.microsoft.com/office/drawing/2014/main" id="{12FD4694-7407-071C-DF2D-A37399AB0E47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346247"/>
              <a:ext cx="2187936" cy="3022699"/>
            </a:xfrm>
            <a:custGeom>
              <a:avLst/>
              <a:gdLst/>
              <a:ahLst/>
              <a:cxnLst/>
              <a:rect l="0" t="0" r="0" b="0"/>
              <a:pathLst>
                <a:path w="2187936" h="3022699">
                  <a:moveTo>
                    <a:pt x="0" y="2451469"/>
                  </a:moveTo>
                  <a:lnTo>
                    <a:pt x="78863" y="2532415"/>
                  </a:lnTo>
                  <a:lnTo>
                    <a:pt x="3748" y="2458383"/>
                  </a:lnTo>
                  <a:close/>
                  <a:moveTo>
                    <a:pt x="50538" y="2411764"/>
                  </a:moveTo>
                  <a:lnTo>
                    <a:pt x="3748" y="2458383"/>
                  </a:lnTo>
                  <a:lnTo>
                    <a:pt x="78863" y="2532415"/>
                  </a:lnTo>
                  <a:close/>
                  <a:moveTo>
                    <a:pt x="878548" y="3022699"/>
                  </a:moveTo>
                  <a:lnTo>
                    <a:pt x="953187" y="2922518"/>
                  </a:lnTo>
                  <a:lnTo>
                    <a:pt x="885381" y="2917051"/>
                  </a:lnTo>
                  <a:close/>
                  <a:moveTo>
                    <a:pt x="519208" y="2346706"/>
                  </a:moveTo>
                  <a:lnTo>
                    <a:pt x="588363" y="2296455"/>
                  </a:lnTo>
                  <a:lnTo>
                    <a:pt x="533193" y="2320953"/>
                  </a:lnTo>
                  <a:close/>
                  <a:moveTo>
                    <a:pt x="533193" y="2320953"/>
                  </a:moveTo>
                  <a:lnTo>
                    <a:pt x="588363" y="2296455"/>
                  </a:lnTo>
                  <a:lnTo>
                    <a:pt x="553802" y="2260844"/>
                  </a:lnTo>
                  <a:close/>
                  <a:moveTo>
                    <a:pt x="588363" y="2296455"/>
                  </a:moveTo>
                  <a:lnTo>
                    <a:pt x="655937" y="2364051"/>
                  </a:lnTo>
                  <a:lnTo>
                    <a:pt x="658282" y="2279849"/>
                  </a:lnTo>
                  <a:close/>
                  <a:moveTo>
                    <a:pt x="558471" y="2200310"/>
                  </a:moveTo>
                  <a:lnTo>
                    <a:pt x="553802" y="2260844"/>
                  </a:lnTo>
                  <a:lnTo>
                    <a:pt x="621906" y="2175803"/>
                  </a:lnTo>
                  <a:close/>
                  <a:moveTo>
                    <a:pt x="553802" y="2260844"/>
                  </a:moveTo>
                  <a:lnTo>
                    <a:pt x="588363" y="2296455"/>
                  </a:lnTo>
                  <a:lnTo>
                    <a:pt x="621906" y="2175803"/>
                  </a:lnTo>
                  <a:close/>
                  <a:moveTo>
                    <a:pt x="621906" y="2175803"/>
                  </a:moveTo>
                  <a:lnTo>
                    <a:pt x="588363" y="2296455"/>
                  </a:lnTo>
                  <a:lnTo>
                    <a:pt x="674651" y="2218820"/>
                  </a:lnTo>
                  <a:close/>
                  <a:moveTo>
                    <a:pt x="674651" y="2218820"/>
                  </a:moveTo>
                  <a:lnTo>
                    <a:pt x="588363" y="2296455"/>
                  </a:lnTo>
                  <a:lnTo>
                    <a:pt x="658282" y="2279849"/>
                  </a:lnTo>
                  <a:close/>
                  <a:moveTo>
                    <a:pt x="658282" y="2279849"/>
                  </a:moveTo>
                  <a:lnTo>
                    <a:pt x="655937" y="2364051"/>
                  </a:lnTo>
                  <a:lnTo>
                    <a:pt x="684647" y="2296455"/>
                  </a:lnTo>
                  <a:close/>
                  <a:moveTo>
                    <a:pt x="853306" y="2042298"/>
                  </a:moveTo>
                  <a:lnTo>
                    <a:pt x="886142" y="2021826"/>
                  </a:lnTo>
                  <a:lnTo>
                    <a:pt x="876800" y="2016715"/>
                  </a:lnTo>
                  <a:close/>
                  <a:moveTo>
                    <a:pt x="853306" y="2042298"/>
                  </a:moveTo>
                  <a:lnTo>
                    <a:pt x="876800" y="2016715"/>
                  </a:lnTo>
                  <a:lnTo>
                    <a:pt x="854525" y="1941215"/>
                  </a:lnTo>
                  <a:close/>
                  <a:moveTo>
                    <a:pt x="577066" y="1884916"/>
                  </a:moveTo>
                  <a:lnTo>
                    <a:pt x="644871" y="1890383"/>
                  </a:lnTo>
                  <a:lnTo>
                    <a:pt x="669505" y="1770264"/>
                  </a:lnTo>
                  <a:close/>
                  <a:moveTo>
                    <a:pt x="669505" y="1770264"/>
                  </a:moveTo>
                  <a:lnTo>
                    <a:pt x="644963" y="1890722"/>
                  </a:lnTo>
                  <a:lnTo>
                    <a:pt x="757394" y="1819116"/>
                  </a:lnTo>
                  <a:close/>
                  <a:moveTo>
                    <a:pt x="412127" y="1457955"/>
                  </a:moveTo>
                  <a:lnTo>
                    <a:pt x="423150" y="1405408"/>
                  </a:lnTo>
                  <a:lnTo>
                    <a:pt x="427063" y="1479646"/>
                  </a:lnTo>
                  <a:close/>
                  <a:moveTo>
                    <a:pt x="414265" y="1523425"/>
                  </a:moveTo>
                  <a:lnTo>
                    <a:pt x="412127" y="1457955"/>
                  </a:lnTo>
                  <a:lnTo>
                    <a:pt x="437890" y="1537103"/>
                  </a:lnTo>
                  <a:close/>
                  <a:moveTo>
                    <a:pt x="1494841" y="2756651"/>
                  </a:moveTo>
                  <a:lnTo>
                    <a:pt x="1534700" y="2774733"/>
                  </a:lnTo>
                  <a:lnTo>
                    <a:pt x="1565920" y="2727338"/>
                  </a:lnTo>
                  <a:close/>
                  <a:moveTo>
                    <a:pt x="886142" y="2021826"/>
                  </a:moveTo>
                  <a:lnTo>
                    <a:pt x="967243" y="2098930"/>
                  </a:lnTo>
                  <a:lnTo>
                    <a:pt x="985915" y="1978279"/>
                  </a:lnTo>
                  <a:close/>
                  <a:moveTo>
                    <a:pt x="854420" y="1934500"/>
                  </a:moveTo>
                  <a:lnTo>
                    <a:pt x="887395" y="2014585"/>
                  </a:lnTo>
                  <a:lnTo>
                    <a:pt x="874782" y="1924746"/>
                  </a:lnTo>
                  <a:close/>
                  <a:moveTo>
                    <a:pt x="843224" y="1813848"/>
                  </a:moveTo>
                  <a:lnTo>
                    <a:pt x="874782" y="1924746"/>
                  </a:lnTo>
                  <a:lnTo>
                    <a:pt x="904167" y="1874019"/>
                  </a:lnTo>
                  <a:close/>
                  <a:moveTo>
                    <a:pt x="854420" y="1934500"/>
                  </a:moveTo>
                  <a:lnTo>
                    <a:pt x="874782" y="1924746"/>
                  </a:lnTo>
                  <a:lnTo>
                    <a:pt x="843224" y="1813848"/>
                  </a:lnTo>
                  <a:close/>
                  <a:moveTo>
                    <a:pt x="788224" y="1852285"/>
                  </a:moveTo>
                  <a:lnTo>
                    <a:pt x="854420" y="1934500"/>
                  </a:lnTo>
                  <a:lnTo>
                    <a:pt x="843224" y="1813848"/>
                  </a:lnTo>
                  <a:close/>
                  <a:moveTo>
                    <a:pt x="874782" y="1924746"/>
                  </a:moveTo>
                  <a:lnTo>
                    <a:pt x="966380" y="1896063"/>
                  </a:lnTo>
                  <a:lnTo>
                    <a:pt x="904167" y="1874019"/>
                  </a:lnTo>
                  <a:close/>
                  <a:moveTo>
                    <a:pt x="1626177" y="2515347"/>
                  </a:moveTo>
                  <a:lnTo>
                    <a:pt x="1632877" y="2633403"/>
                  </a:lnTo>
                  <a:lnTo>
                    <a:pt x="1667861" y="2563537"/>
                  </a:lnTo>
                  <a:close/>
                  <a:moveTo>
                    <a:pt x="1621627" y="2635999"/>
                  </a:moveTo>
                  <a:lnTo>
                    <a:pt x="1632877" y="2633403"/>
                  </a:lnTo>
                  <a:lnTo>
                    <a:pt x="1626177" y="2515347"/>
                  </a:lnTo>
                  <a:close/>
                  <a:moveTo>
                    <a:pt x="1552641" y="2411404"/>
                  </a:moveTo>
                  <a:lnTo>
                    <a:pt x="1489310" y="2389252"/>
                  </a:lnTo>
                  <a:lnTo>
                    <a:pt x="1576847" y="2433132"/>
                  </a:lnTo>
                  <a:close/>
                  <a:moveTo>
                    <a:pt x="1394595" y="2305569"/>
                  </a:moveTo>
                  <a:lnTo>
                    <a:pt x="1497955" y="2350917"/>
                  </a:lnTo>
                  <a:lnTo>
                    <a:pt x="1446281" y="2292398"/>
                  </a:lnTo>
                  <a:close/>
                  <a:moveTo>
                    <a:pt x="1394595" y="2305569"/>
                  </a:moveTo>
                  <a:lnTo>
                    <a:pt x="1489310" y="2389252"/>
                  </a:lnTo>
                  <a:lnTo>
                    <a:pt x="1497955" y="2350917"/>
                  </a:lnTo>
                  <a:close/>
                  <a:moveTo>
                    <a:pt x="1146137" y="2060493"/>
                  </a:moveTo>
                  <a:lnTo>
                    <a:pt x="1186509" y="2093673"/>
                  </a:lnTo>
                  <a:lnTo>
                    <a:pt x="1196532" y="2045130"/>
                  </a:lnTo>
                  <a:close/>
                  <a:moveTo>
                    <a:pt x="1171723" y="2038391"/>
                  </a:moveTo>
                  <a:lnTo>
                    <a:pt x="1146137" y="2060493"/>
                  </a:lnTo>
                  <a:lnTo>
                    <a:pt x="1196532" y="2045130"/>
                  </a:lnTo>
                  <a:close/>
                  <a:moveTo>
                    <a:pt x="1186509" y="2093673"/>
                  </a:moveTo>
                  <a:lnTo>
                    <a:pt x="1195019" y="2060493"/>
                  </a:lnTo>
                  <a:lnTo>
                    <a:pt x="1196532" y="2045130"/>
                  </a:lnTo>
                  <a:close/>
                  <a:moveTo>
                    <a:pt x="1196532" y="2045130"/>
                  </a:moveTo>
                  <a:lnTo>
                    <a:pt x="1195019" y="2060493"/>
                  </a:lnTo>
                  <a:lnTo>
                    <a:pt x="1171723" y="2038391"/>
                  </a:lnTo>
                  <a:close/>
                  <a:moveTo>
                    <a:pt x="1018722" y="1968410"/>
                  </a:moveTo>
                  <a:lnTo>
                    <a:pt x="1026681" y="2053418"/>
                  </a:lnTo>
                  <a:lnTo>
                    <a:pt x="1034320" y="1978279"/>
                  </a:lnTo>
                  <a:close/>
                  <a:moveTo>
                    <a:pt x="1018722" y="1968410"/>
                  </a:moveTo>
                  <a:lnTo>
                    <a:pt x="1034320" y="1978279"/>
                  </a:lnTo>
                  <a:lnTo>
                    <a:pt x="1072841" y="1884913"/>
                  </a:lnTo>
                  <a:close/>
                  <a:moveTo>
                    <a:pt x="982559" y="1797625"/>
                  </a:moveTo>
                  <a:lnTo>
                    <a:pt x="920944" y="1787125"/>
                  </a:lnTo>
                  <a:lnTo>
                    <a:pt x="990880" y="1890953"/>
                  </a:lnTo>
                  <a:close/>
                  <a:moveTo>
                    <a:pt x="990880" y="1890953"/>
                  </a:moveTo>
                  <a:lnTo>
                    <a:pt x="1072841" y="1884913"/>
                  </a:lnTo>
                  <a:lnTo>
                    <a:pt x="982559" y="1797625"/>
                  </a:lnTo>
                  <a:close/>
                  <a:moveTo>
                    <a:pt x="1001683" y="1813848"/>
                  </a:moveTo>
                  <a:lnTo>
                    <a:pt x="987533" y="1693490"/>
                  </a:lnTo>
                  <a:lnTo>
                    <a:pt x="982559" y="1797625"/>
                  </a:lnTo>
                  <a:close/>
                  <a:moveTo>
                    <a:pt x="988114" y="1693197"/>
                  </a:moveTo>
                  <a:lnTo>
                    <a:pt x="1038182" y="1712905"/>
                  </a:lnTo>
                  <a:lnTo>
                    <a:pt x="1077578" y="1749856"/>
                  </a:lnTo>
                  <a:close/>
                  <a:moveTo>
                    <a:pt x="899860" y="1704174"/>
                  </a:moveTo>
                  <a:lnTo>
                    <a:pt x="930886" y="1695258"/>
                  </a:lnTo>
                  <a:lnTo>
                    <a:pt x="850426" y="1673087"/>
                  </a:lnTo>
                  <a:close/>
                  <a:moveTo>
                    <a:pt x="899860" y="1704174"/>
                  </a:moveTo>
                  <a:lnTo>
                    <a:pt x="987533" y="1693490"/>
                  </a:lnTo>
                  <a:lnTo>
                    <a:pt x="930886" y="1695258"/>
                  </a:lnTo>
                  <a:close/>
                  <a:moveTo>
                    <a:pt x="1497955" y="2350917"/>
                  </a:moveTo>
                  <a:lnTo>
                    <a:pt x="1489310" y="2389252"/>
                  </a:lnTo>
                  <a:lnTo>
                    <a:pt x="1552641" y="2411404"/>
                  </a:lnTo>
                  <a:close/>
                  <a:moveTo>
                    <a:pt x="1426265" y="2268702"/>
                  </a:moveTo>
                  <a:lnTo>
                    <a:pt x="1394595" y="2305569"/>
                  </a:lnTo>
                  <a:lnTo>
                    <a:pt x="1446281" y="2292398"/>
                  </a:lnTo>
                  <a:close/>
                  <a:moveTo>
                    <a:pt x="1426265" y="2268702"/>
                  </a:moveTo>
                  <a:lnTo>
                    <a:pt x="1392045" y="2207550"/>
                  </a:lnTo>
                  <a:lnTo>
                    <a:pt x="1394595" y="2305569"/>
                  </a:lnTo>
                  <a:close/>
                  <a:moveTo>
                    <a:pt x="1759082" y="2491301"/>
                  </a:moveTo>
                  <a:lnTo>
                    <a:pt x="1667861" y="2563537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48907" y="2578959"/>
                  </a:lnTo>
                  <a:lnTo>
                    <a:pt x="1844972" y="2559126"/>
                  </a:lnTo>
                  <a:close/>
                  <a:moveTo>
                    <a:pt x="1822017" y="2476911"/>
                  </a:moveTo>
                  <a:lnTo>
                    <a:pt x="1759082" y="2491301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31983" y="2404644"/>
                  </a:lnTo>
                  <a:lnTo>
                    <a:pt x="1759082" y="2491301"/>
                  </a:lnTo>
                  <a:close/>
                  <a:moveTo>
                    <a:pt x="1759082" y="2491301"/>
                  </a:moveTo>
                  <a:lnTo>
                    <a:pt x="1821455" y="2401092"/>
                  </a:lnTo>
                  <a:lnTo>
                    <a:pt x="1745657" y="2402122"/>
                  </a:lnTo>
                  <a:close/>
                  <a:moveTo>
                    <a:pt x="1552641" y="2411404"/>
                  </a:moveTo>
                  <a:lnTo>
                    <a:pt x="1663124" y="2408628"/>
                  </a:lnTo>
                  <a:lnTo>
                    <a:pt x="1659056" y="2315412"/>
                  </a:lnTo>
                  <a:close/>
                  <a:moveTo>
                    <a:pt x="1552641" y="2411404"/>
                  </a:moveTo>
                  <a:lnTo>
                    <a:pt x="1659056" y="2315412"/>
                  </a:lnTo>
                  <a:lnTo>
                    <a:pt x="1585404" y="2318698"/>
                  </a:lnTo>
                  <a:close/>
                  <a:moveTo>
                    <a:pt x="1710549" y="2330572"/>
                  </a:moveTo>
                  <a:lnTo>
                    <a:pt x="1663124" y="2408628"/>
                  </a:lnTo>
                  <a:lnTo>
                    <a:pt x="1745657" y="2402122"/>
                  </a:lnTo>
                  <a:close/>
                  <a:moveTo>
                    <a:pt x="1577451" y="2312481"/>
                  </a:moveTo>
                  <a:lnTo>
                    <a:pt x="1497955" y="2350917"/>
                  </a:lnTo>
                  <a:lnTo>
                    <a:pt x="1552641" y="2411404"/>
                  </a:lnTo>
                  <a:close/>
                  <a:moveTo>
                    <a:pt x="1497955" y="2350917"/>
                  </a:moveTo>
                  <a:lnTo>
                    <a:pt x="1577451" y="2312481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426265" y="2268702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367981" y="2186487"/>
                  </a:lnTo>
                  <a:lnTo>
                    <a:pt x="1426265" y="2268702"/>
                  </a:lnTo>
                  <a:close/>
                  <a:moveTo>
                    <a:pt x="1103513" y="1775412"/>
                  </a:moveTo>
                  <a:lnTo>
                    <a:pt x="1184040" y="1755009"/>
                  </a:lnTo>
                  <a:lnTo>
                    <a:pt x="1077578" y="1749856"/>
                  </a:lnTo>
                  <a:close/>
                  <a:moveTo>
                    <a:pt x="1077578" y="1749856"/>
                  </a:moveTo>
                  <a:lnTo>
                    <a:pt x="1184040" y="1755009"/>
                  </a:lnTo>
                  <a:lnTo>
                    <a:pt x="1200655" y="1716160"/>
                  </a:lnTo>
                  <a:close/>
                  <a:moveTo>
                    <a:pt x="1077578" y="1749856"/>
                  </a:moveTo>
                  <a:lnTo>
                    <a:pt x="1200655" y="1716160"/>
                  </a:lnTo>
                  <a:lnTo>
                    <a:pt x="1121119" y="1697447"/>
                  </a:lnTo>
                  <a:close/>
                  <a:moveTo>
                    <a:pt x="457036" y="1021077"/>
                  </a:moveTo>
                  <a:lnTo>
                    <a:pt x="509061" y="1017552"/>
                  </a:lnTo>
                  <a:lnTo>
                    <a:pt x="431606" y="1006619"/>
                  </a:lnTo>
                  <a:close/>
                  <a:moveTo>
                    <a:pt x="1769792" y="2382501"/>
                  </a:moveTo>
                  <a:lnTo>
                    <a:pt x="1831983" y="2404644"/>
                  </a:lnTo>
                  <a:lnTo>
                    <a:pt x="1847627" y="2438474"/>
                  </a:lnTo>
                  <a:close/>
                  <a:moveTo>
                    <a:pt x="1847627" y="2438474"/>
                  </a:moveTo>
                  <a:lnTo>
                    <a:pt x="1831983" y="2404644"/>
                  </a:lnTo>
                  <a:lnTo>
                    <a:pt x="1822017" y="2476911"/>
                  </a:lnTo>
                  <a:close/>
                  <a:moveTo>
                    <a:pt x="1711398" y="2295910"/>
                  </a:moveTo>
                  <a:lnTo>
                    <a:pt x="1660945" y="2312481"/>
                  </a:lnTo>
                  <a:lnTo>
                    <a:pt x="1769792" y="2382501"/>
                  </a:lnTo>
                  <a:close/>
                  <a:moveTo>
                    <a:pt x="833103" y="1241372"/>
                  </a:moveTo>
                  <a:lnTo>
                    <a:pt x="836778" y="1243684"/>
                  </a:lnTo>
                  <a:lnTo>
                    <a:pt x="777999" y="1250550"/>
                  </a:lnTo>
                  <a:close/>
                  <a:moveTo>
                    <a:pt x="692496" y="994326"/>
                  </a:moveTo>
                  <a:lnTo>
                    <a:pt x="561630" y="997039"/>
                  </a:lnTo>
                  <a:lnTo>
                    <a:pt x="561159" y="997135"/>
                  </a:lnTo>
                  <a:close/>
                  <a:moveTo>
                    <a:pt x="2054914" y="2465630"/>
                  </a:moveTo>
                  <a:lnTo>
                    <a:pt x="2124562" y="2400038"/>
                  </a:lnTo>
                  <a:lnTo>
                    <a:pt x="2061856" y="2426927"/>
                  </a:lnTo>
                  <a:close/>
                  <a:moveTo>
                    <a:pt x="1738602" y="2007489"/>
                  </a:moveTo>
                  <a:lnTo>
                    <a:pt x="1717472" y="2039961"/>
                  </a:lnTo>
                  <a:lnTo>
                    <a:pt x="1790475" y="1988963"/>
                  </a:lnTo>
                  <a:close/>
                  <a:moveTo>
                    <a:pt x="1790475" y="1988963"/>
                  </a:moveTo>
                  <a:lnTo>
                    <a:pt x="1793409" y="2109614"/>
                  </a:lnTo>
                  <a:lnTo>
                    <a:pt x="1857035" y="2071178"/>
                  </a:lnTo>
                  <a:close/>
                  <a:moveTo>
                    <a:pt x="1738602" y="2007489"/>
                  </a:moveTo>
                  <a:lnTo>
                    <a:pt x="1790475" y="1988963"/>
                  </a:lnTo>
                  <a:lnTo>
                    <a:pt x="1755883" y="1968374"/>
                  </a:lnTo>
                  <a:close/>
                  <a:moveTo>
                    <a:pt x="1535446" y="1862969"/>
                  </a:moveTo>
                  <a:lnTo>
                    <a:pt x="1633089" y="1906748"/>
                  </a:lnTo>
                  <a:lnTo>
                    <a:pt x="1579405" y="1824532"/>
                  </a:lnTo>
                  <a:close/>
                  <a:moveTo>
                    <a:pt x="1526110" y="1758781"/>
                  </a:moveTo>
                  <a:lnTo>
                    <a:pt x="1576081" y="1789982"/>
                  </a:lnTo>
                  <a:lnTo>
                    <a:pt x="1579405" y="1824532"/>
                  </a:lnTo>
                  <a:close/>
                  <a:moveTo>
                    <a:pt x="1579405" y="1824532"/>
                  </a:moveTo>
                  <a:lnTo>
                    <a:pt x="1576081" y="1789982"/>
                  </a:lnTo>
                  <a:lnTo>
                    <a:pt x="1535446" y="1862969"/>
                  </a:lnTo>
                  <a:close/>
                  <a:moveTo>
                    <a:pt x="1579405" y="1824532"/>
                  </a:moveTo>
                  <a:lnTo>
                    <a:pt x="1561953" y="1800614"/>
                  </a:lnTo>
                  <a:lnTo>
                    <a:pt x="1526110" y="1758781"/>
                  </a:lnTo>
                  <a:close/>
                  <a:moveTo>
                    <a:pt x="1518174" y="1742317"/>
                  </a:moveTo>
                  <a:lnTo>
                    <a:pt x="1526110" y="1758781"/>
                  </a:lnTo>
                  <a:lnTo>
                    <a:pt x="1561953" y="1800614"/>
                  </a:lnTo>
                  <a:close/>
                  <a:moveTo>
                    <a:pt x="2117316" y="2281746"/>
                  </a:moveTo>
                  <a:lnTo>
                    <a:pt x="2122340" y="2287317"/>
                  </a:lnTo>
                  <a:lnTo>
                    <a:pt x="2115732" y="2279387"/>
                  </a:lnTo>
                  <a:close/>
                  <a:moveTo>
                    <a:pt x="2163642" y="2361602"/>
                  </a:moveTo>
                  <a:lnTo>
                    <a:pt x="2124562" y="2400038"/>
                  </a:lnTo>
                  <a:lnTo>
                    <a:pt x="2187936" y="2469116"/>
                  </a:lnTo>
                  <a:close/>
                  <a:moveTo>
                    <a:pt x="2117316" y="2281746"/>
                  </a:moveTo>
                  <a:lnTo>
                    <a:pt x="2149031" y="2323656"/>
                  </a:lnTo>
                  <a:lnTo>
                    <a:pt x="2163642" y="2361602"/>
                  </a:lnTo>
                  <a:close/>
                  <a:moveTo>
                    <a:pt x="2163642" y="2361602"/>
                  </a:moveTo>
                  <a:lnTo>
                    <a:pt x="2122340" y="2287317"/>
                  </a:lnTo>
                  <a:lnTo>
                    <a:pt x="2117316" y="2281746"/>
                  </a:lnTo>
                  <a:close/>
                  <a:moveTo>
                    <a:pt x="1790475" y="1988963"/>
                  </a:moveTo>
                  <a:lnTo>
                    <a:pt x="1858593" y="2070623"/>
                  </a:lnTo>
                  <a:lnTo>
                    <a:pt x="1880277" y="1952902"/>
                  </a:lnTo>
                  <a:close/>
                  <a:moveTo>
                    <a:pt x="1858593" y="2070623"/>
                  </a:moveTo>
                  <a:lnTo>
                    <a:pt x="1944029" y="2061757"/>
                  </a:lnTo>
                  <a:lnTo>
                    <a:pt x="1880277" y="1952902"/>
                  </a:lnTo>
                  <a:close/>
                  <a:moveTo>
                    <a:pt x="2098747" y="2158735"/>
                  </a:moveTo>
                  <a:lnTo>
                    <a:pt x="2092537" y="2175891"/>
                  </a:lnTo>
                  <a:lnTo>
                    <a:pt x="2074806" y="2197172"/>
                  </a:lnTo>
                  <a:close/>
                  <a:moveTo>
                    <a:pt x="1888692" y="1755858"/>
                  </a:moveTo>
                  <a:lnTo>
                    <a:pt x="1767427" y="1796331"/>
                  </a:lnTo>
                  <a:lnTo>
                    <a:pt x="1819426" y="1775542"/>
                  </a:lnTo>
                  <a:close/>
                  <a:moveTo>
                    <a:pt x="1685005" y="1690194"/>
                  </a:moveTo>
                  <a:lnTo>
                    <a:pt x="1758511" y="1762994"/>
                  </a:lnTo>
                  <a:lnTo>
                    <a:pt x="1762114" y="1688098"/>
                  </a:lnTo>
                  <a:close/>
                  <a:moveTo>
                    <a:pt x="1685005" y="1690194"/>
                  </a:moveTo>
                  <a:lnTo>
                    <a:pt x="1728131" y="1649411"/>
                  </a:lnTo>
                  <a:lnTo>
                    <a:pt x="1647595" y="1626957"/>
                  </a:lnTo>
                  <a:close/>
                  <a:moveTo>
                    <a:pt x="1738491" y="1607211"/>
                  </a:moveTo>
                  <a:lnTo>
                    <a:pt x="1776138" y="1613695"/>
                  </a:lnTo>
                  <a:lnTo>
                    <a:pt x="1756036" y="1583230"/>
                  </a:lnTo>
                  <a:close/>
                  <a:moveTo>
                    <a:pt x="1758511" y="1762994"/>
                  </a:moveTo>
                  <a:lnTo>
                    <a:pt x="1810696" y="1665445"/>
                  </a:lnTo>
                  <a:lnTo>
                    <a:pt x="1762114" y="1688098"/>
                  </a:lnTo>
                  <a:close/>
                  <a:moveTo>
                    <a:pt x="1823556" y="1727528"/>
                  </a:moveTo>
                  <a:lnTo>
                    <a:pt x="1883004" y="1734592"/>
                  </a:lnTo>
                  <a:lnTo>
                    <a:pt x="1758511" y="1762994"/>
                  </a:lnTo>
                  <a:close/>
                  <a:moveTo>
                    <a:pt x="1909162" y="1768940"/>
                  </a:moveTo>
                  <a:lnTo>
                    <a:pt x="1941573" y="1747660"/>
                  </a:lnTo>
                  <a:lnTo>
                    <a:pt x="1883004" y="1734592"/>
                  </a:lnTo>
                  <a:close/>
                  <a:moveTo>
                    <a:pt x="1199161" y="849763"/>
                  </a:moveTo>
                  <a:lnTo>
                    <a:pt x="1182737" y="855239"/>
                  </a:lnTo>
                  <a:lnTo>
                    <a:pt x="1193700" y="843293"/>
                  </a:lnTo>
                  <a:close/>
                  <a:moveTo>
                    <a:pt x="592280" y="371164"/>
                  </a:moveTo>
                  <a:lnTo>
                    <a:pt x="635410" y="296600"/>
                  </a:lnTo>
                  <a:lnTo>
                    <a:pt x="570891" y="288461"/>
                  </a:lnTo>
                  <a:close/>
                  <a:moveTo>
                    <a:pt x="1756036" y="1583230"/>
                  </a:moveTo>
                  <a:lnTo>
                    <a:pt x="1717113" y="1524498"/>
                  </a:lnTo>
                  <a:lnTo>
                    <a:pt x="1738491" y="1607211"/>
                  </a:lnTo>
                  <a:close/>
                  <a:moveTo>
                    <a:pt x="2060165" y="1827748"/>
                  </a:moveTo>
                  <a:lnTo>
                    <a:pt x="2037347" y="1829875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60165" y="1827748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94054" y="1966361"/>
                  </a:lnTo>
                  <a:lnTo>
                    <a:pt x="2146580" y="1912090"/>
                  </a:lnTo>
                  <a:close/>
                  <a:moveTo>
                    <a:pt x="2060165" y="1827748"/>
                  </a:moveTo>
                  <a:lnTo>
                    <a:pt x="2106406" y="1890247"/>
                  </a:lnTo>
                  <a:lnTo>
                    <a:pt x="2146580" y="1912090"/>
                  </a:lnTo>
                  <a:close/>
                  <a:moveTo>
                    <a:pt x="1963721" y="1745471"/>
                  </a:moveTo>
                  <a:lnTo>
                    <a:pt x="1883004" y="1734592"/>
                  </a:lnTo>
                  <a:lnTo>
                    <a:pt x="1941573" y="1747660"/>
                  </a:lnTo>
                  <a:close/>
                  <a:moveTo>
                    <a:pt x="1903540" y="1633713"/>
                  </a:moveTo>
                  <a:lnTo>
                    <a:pt x="1883004" y="1734592"/>
                  </a:lnTo>
                  <a:lnTo>
                    <a:pt x="1963721" y="1745471"/>
                  </a:lnTo>
                  <a:close/>
                  <a:moveTo>
                    <a:pt x="1810696" y="1665445"/>
                  </a:moveTo>
                  <a:lnTo>
                    <a:pt x="1883004" y="1734592"/>
                  </a:lnTo>
                  <a:lnTo>
                    <a:pt x="1903540" y="1633713"/>
                  </a:lnTo>
                  <a:close/>
                  <a:moveTo>
                    <a:pt x="1810696" y="1665445"/>
                  </a:moveTo>
                  <a:lnTo>
                    <a:pt x="1903540" y="1633713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56036" y="1583230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01165" y="1501015"/>
                  </a:lnTo>
                  <a:lnTo>
                    <a:pt x="1756036" y="1583230"/>
                  </a:lnTo>
                  <a:close/>
                  <a:moveTo>
                    <a:pt x="1187020" y="804857"/>
                  </a:moveTo>
                  <a:lnTo>
                    <a:pt x="1199161" y="849763"/>
                  </a:lnTo>
                  <a:lnTo>
                    <a:pt x="1193700" y="843293"/>
                  </a:lnTo>
                  <a:close/>
                  <a:moveTo>
                    <a:pt x="1231575" y="915627"/>
                  </a:moveTo>
                  <a:lnTo>
                    <a:pt x="1199161" y="849763"/>
                  </a:lnTo>
                  <a:lnTo>
                    <a:pt x="1150489" y="920956"/>
                  </a:lnTo>
                  <a:close/>
                  <a:moveTo>
                    <a:pt x="1342549" y="892009"/>
                  </a:moveTo>
                  <a:lnTo>
                    <a:pt x="1311386" y="990699"/>
                  </a:lnTo>
                  <a:lnTo>
                    <a:pt x="1430917" y="943745"/>
                  </a:lnTo>
                  <a:close/>
                  <a:moveTo>
                    <a:pt x="1187020" y="804857"/>
                  </a:moveTo>
                  <a:lnTo>
                    <a:pt x="1193700" y="843293"/>
                  </a:lnTo>
                  <a:lnTo>
                    <a:pt x="1150211" y="761079"/>
                  </a:lnTo>
                  <a:close/>
                  <a:moveTo>
                    <a:pt x="905441" y="311567"/>
                  </a:moveTo>
                  <a:lnTo>
                    <a:pt x="861223" y="234203"/>
                  </a:lnTo>
                  <a:lnTo>
                    <a:pt x="875841" y="261695"/>
                  </a:lnTo>
                  <a:close/>
                  <a:moveTo>
                    <a:pt x="642515" y="161844"/>
                  </a:moveTo>
                  <a:lnTo>
                    <a:pt x="711608" y="185573"/>
                  </a:lnTo>
                  <a:lnTo>
                    <a:pt x="712001" y="64921"/>
                  </a:lnTo>
                  <a:close/>
                  <a:moveTo>
                    <a:pt x="833107" y="156968"/>
                  </a:moveTo>
                  <a:lnTo>
                    <a:pt x="836564" y="114844"/>
                  </a:lnTo>
                  <a:lnTo>
                    <a:pt x="753780" y="83988"/>
                  </a:lnTo>
                  <a:close/>
                  <a:moveTo>
                    <a:pt x="539361" y="13818"/>
                  </a:moveTo>
                  <a:lnTo>
                    <a:pt x="658912" y="64921"/>
                  </a:lnTo>
                  <a:lnTo>
                    <a:pt x="669661" y="68570"/>
                  </a:lnTo>
                  <a:close/>
                  <a:moveTo>
                    <a:pt x="1693939" y="1182470"/>
                  </a:moveTo>
                  <a:lnTo>
                    <a:pt x="1633155" y="1142561"/>
                  </a:lnTo>
                  <a:lnTo>
                    <a:pt x="1614227" y="1186682"/>
                  </a:lnTo>
                  <a:close/>
                  <a:moveTo>
                    <a:pt x="1438535" y="768464"/>
                  </a:moveTo>
                  <a:lnTo>
                    <a:pt x="1371495" y="684206"/>
                  </a:lnTo>
                  <a:lnTo>
                    <a:pt x="1331037" y="695173"/>
                  </a:lnTo>
                  <a:close/>
                  <a:moveTo>
                    <a:pt x="1228246" y="640426"/>
                  </a:moveTo>
                  <a:lnTo>
                    <a:pt x="1331037" y="695173"/>
                  </a:lnTo>
                  <a:lnTo>
                    <a:pt x="1252536" y="618919"/>
                  </a:lnTo>
                  <a:close/>
                  <a:moveTo>
                    <a:pt x="1232644" y="614482"/>
                  </a:moveTo>
                  <a:lnTo>
                    <a:pt x="1228246" y="640426"/>
                  </a:lnTo>
                  <a:lnTo>
                    <a:pt x="1252536" y="618919"/>
                  </a:lnTo>
                  <a:close/>
                  <a:moveTo>
                    <a:pt x="1269180" y="545278"/>
                  </a:moveTo>
                  <a:lnTo>
                    <a:pt x="1228246" y="640426"/>
                  </a:lnTo>
                  <a:lnTo>
                    <a:pt x="1232644" y="614482"/>
                  </a:lnTo>
                  <a:close/>
                  <a:moveTo>
                    <a:pt x="857668" y="311567"/>
                  </a:moveTo>
                  <a:lnTo>
                    <a:pt x="897439" y="342445"/>
                  </a:lnTo>
                  <a:lnTo>
                    <a:pt x="901654" y="301426"/>
                  </a:lnTo>
                  <a:close/>
                  <a:moveTo>
                    <a:pt x="875841" y="261695"/>
                  </a:moveTo>
                  <a:lnTo>
                    <a:pt x="857668" y="311567"/>
                  </a:lnTo>
                  <a:lnTo>
                    <a:pt x="901654" y="301426"/>
                  </a:lnTo>
                  <a:close/>
                  <a:moveTo>
                    <a:pt x="854122" y="39792"/>
                  </a:moveTo>
                  <a:lnTo>
                    <a:pt x="753780" y="83988"/>
                  </a:lnTo>
                  <a:lnTo>
                    <a:pt x="836564" y="114844"/>
                  </a:lnTo>
                  <a:close/>
                  <a:moveTo>
                    <a:pt x="771216" y="46600"/>
                  </a:moveTo>
                  <a:lnTo>
                    <a:pt x="753780" y="83988"/>
                  </a:lnTo>
                  <a:lnTo>
                    <a:pt x="854122" y="39792"/>
                  </a:lnTo>
                  <a:close/>
                  <a:moveTo>
                    <a:pt x="771216" y="46600"/>
                  </a:moveTo>
                  <a:lnTo>
                    <a:pt x="854122" y="39792"/>
                  </a:lnTo>
                  <a:lnTo>
                    <a:pt x="805847" y="0"/>
                  </a:lnTo>
                  <a:close/>
                  <a:moveTo>
                    <a:pt x="1520794" y="762181"/>
                  </a:moveTo>
                  <a:lnTo>
                    <a:pt x="1470482" y="766420"/>
                  </a:lnTo>
                  <a:lnTo>
                    <a:pt x="1495866" y="821946"/>
                  </a:lnTo>
                  <a:close/>
                  <a:moveTo>
                    <a:pt x="1437762" y="754135"/>
                  </a:moveTo>
                  <a:lnTo>
                    <a:pt x="1388968" y="648077"/>
                  </a:lnTo>
                  <a:lnTo>
                    <a:pt x="1371495" y="684206"/>
                  </a:lnTo>
                  <a:close/>
                  <a:moveTo>
                    <a:pt x="2021997" y="1197633"/>
                  </a:moveTo>
                  <a:lnTo>
                    <a:pt x="2059318" y="1303490"/>
                  </a:lnTo>
                  <a:lnTo>
                    <a:pt x="2120758" y="1205391"/>
                  </a:lnTo>
                  <a:close/>
                  <a:moveTo>
                    <a:pt x="2120758" y="1205391"/>
                  </a:moveTo>
                  <a:lnTo>
                    <a:pt x="2180527" y="1189935"/>
                  </a:lnTo>
                  <a:lnTo>
                    <a:pt x="2124852" y="118283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56" name="Candidate_density__2055">
              <a:extLst>
                <a:ext uri="{FF2B5EF4-FFF2-40B4-BE49-F238E27FC236}">
                  <a16:creationId xmlns:a16="http://schemas.microsoft.com/office/drawing/2014/main" id="{515ED298-0A86-E0E7-5567-DBA761A9C044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251662"/>
              <a:ext cx="2338321" cy="3145985"/>
            </a:xfrm>
            <a:custGeom>
              <a:avLst/>
              <a:gdLst/>
              <a:ahLst/>
              <a:cxnLst/>
              <a:rect l="0" t="0" r="0" b="0"/>
              <a:pathLst>
                <a:path w="2338321" h="3145985">
                  <a:moveTo>
                    <a:pt x="0" y="2546054"/>
                  </a:moveTo>
                  <a:lnTo>
                    <a:pt x="89598" y="2633897"/>
                  </a:lnTo>
                  <a:lnTo>
                    <a:pt x="78863" y="2627001"/>
                  </a:lnTo>
                  <a:close/>
                  <a:moveTo>
                    <a:pt x="436951" y="2842806"/>
                  </a:moveTo>
                  <a:lnTo>
                    <a:pt x="505624" y="2938412"/>
                  </a:lnTo>
                  <a:lnTo>
                    <a:pt x="529154" y="2908883"/>
                  </a:lnTo>
                  <a:close/>
                  <a:moveTo>
                    <a:pt x="326658" y="2762540"/>
                  </a:moveTo>
                  <a:lnTo>
                    <a:pt x="318285" y="2752995"/>
                  </a:lnTo>
                  <a:lnTo>
                    <a:pt x="237897" y="2674017"/>
                  </a:lnTo>
                  <a:close/>
                  <a:moveTo>
                    <a:pt x="708178" y="3084361"/>
                  </a:moveTo>
                  <a:lnTo>
                    <a:pt x="660830" y="3073009"/>
                  </a:lnTo>
                  <a:lnTo>
                    <a:pt x="728583" y="3097196"/>
                  </a:lnTo>
                  <a:close/>
                  <a:moveTo>
                    <a:pt x="787723" y="3103111"/>
                  </a:moveTo>
                  <a:lnTo>
                    <a:pt x="708178" y="3084361"/>
                  </a:lnTo>
                  <a:lnTo>
                    <a:pt x="728583" y="3097196"/>
                  </a:lnTo>
                  <a:close/>
                  <a:moveTo>
                    <a:pt x="847000" y="3142933"/>
                  </a:moveTo>
                  <a:lnTo>
                    <a:pt x="838004" y="3125634"/>
                  </a:lnTo>
                  <a:lnTo>
                    <a:pt x="816163" y="3145985"/>
                  </a:lnTo>
                  <a:close/>
                  <a:moveTo>
                    <a:pt x="816163" y="3145985"/>
                  </a:moveTo>
                  <a:lnTo>
                    <a:pt x="838004" y="3125634"/>
                  </a:lnTo>
                  <a:lnTo>
                    <a:pt x="787723" y="3103111"/>
                  </a:lnTo>
                  <a:close/>
                  <a:moveTo>
                    <a:pt x="816163" y="3145985"/>
                  </a:moveTo>
                  <a:lnTo>
                    <a:pt x="787723" y="3103111"/>
                  </a:lnTo>
                  <a:lnTo>
                    <a:pt x="728583" y="3097196"/>
                  </a:lnTo>
                  <a:close/>
                  <a:moveTo>
                    <a:pt x="570856" y="2835209"/>
                  </a:moveTo>
                  <a:lnTo>
                    <a:pt x="562595" y="2818709"/>
                  </a:lnTo>
                  <a:lnTo>
                    <a:pt x="529154" y="2908883"/>
                  </a:lnTo>
                  <a:close/>
                  <a:moveTo>
                    <a:pt x="535073" y="2714558"/>
                  </a:moveTo>
                  <a:lnTo>
                    <a:pt x="563320" y="2796773"/>
                  </a:lnTo>
                  <a:lnTo>
                    <a:pt x="531550" y="2752995"/>
                  </a:lnTo>
                  <a:close/>
                  <a:moveTo>
                    <a:pt x="838004" y="3125634"/>
                  </a:moveTo>
                  <a:lnTo>
                    <a:pt x="847000" y="3142933"/>
                  </a:lnTo>
                  <a:lnTo>
                    <a:pt x="871931" y="3139293"/>
                  </a:lnTo>
                  <a:close/>
                  <a:moveTo>
                    <a:pt x="838004" y="3125634"/>
                  </a:moveTo>
                  <a:lnTo>
                    <a:pt x="871931" y="3139293"/>
                  </a:lnTo>
                  <a:lnTo>
                    <a:pt x="878548" y="3117284"/>
                  </a:lnTo>
                  <a:close/>
                  <a:moveTo>
                    <a:pt x="878548" y="3117284"/>
                  </a:moveTo>
                  <a:lnTo>
                    <a:pt x="787723" y="3103111"/>
                  </a:lnTo>
                  <a:lnTo>
                    <a:pt x="838004" y="3125634"/>
                  </a:lnTo>
                  <a:close/>
                  <a:moveTo>
                    <a:pt x="535117" y="2714250"/>
                  </a:moveTo>
                  <a:lnTo>
                    <a:pt x="563320" y="2796773"/>
                  </a:lnTo>
                  <a:lnTo>
                    <a:pt x="535073" y="2714558"/>
                  </a:lnTo>
                  <a:close/>
                  <a:moveTo>
                    <a:pt x="493623" y="2687393"/>
                  </a:moveTo>
                  <a:lnTo>
                    <a:pt x="535117" y="2714250"/>
                  </a:lnTo>
                  <a:lnTo>
                    <a:pt x="468072" y="2608072"/>
                  </a:lnTo>
                  <a:close/>
                  <a:moveTo>
                    <a:pt x="468606" y="2429476"/>
                  </a:moveTo>
                  <a:lnTo>
                    <a:pt x="533193" y="2415538"/>
                  </a:lnTo>
                  <a:lnTo>
                    <a:pt x="440121" y="2424253"/>
                  </a:lnTo>
                  <a:close/>
                  <a:moveTo>
                    <a:pt x="440121" y="2424253"/>
                  </a:moveTo>
                  <a:lnTo>
                    <a:pt x="553802" y="2355429"/>
                  </a:lnTo>
                  <a:lnTo>
                    <a:pt x="484163" y="2373716"/>
                  </a:lnTo>
                  <a:close/>
                  <a:moveTo>
                    <a:pt x="752553" y="2326008"/>
                  </a:moveTo>
                  <a:lnTo>
                    <a:pt x="658282" y="2374435"/>
                  </a:lnTo>
                  <a:lnTo>
                    <a:pt x="681893" y="2308825"/>
                  </a:lnTo>
                  <a:close/>
                  <a:moveTo>
                    <a:pt x="503313" y="2279146"/>
                  </a:moveTo>
                  <a:lnTo>
                    <a:pt x="558471" y="2294895"/>
                  </a:lnTo>
                  <a:lnTo>
                    <a:pt x="506310" y="2226610"/>
                  </a:lnTo>
                  <a:close/>
                  <a:moveTo>
                    <a:pt x="674651" y="2313405"/>
                  </a:moveTo>
                  <a:lnTo>
                    <a:pt x="752553" y="2326008"/>
                  </a:lnTo>
                  <a:lnTo>
                    <a:pt x="795745" y="2272292"/>
                  </a:lnTo>
                  <a:close/>
                  <a:moveTo>
                    <a:pt x="795745" y="2272292"/>
                  </a:moveTo>
                  <a:lnTo>
                    <a:pt x="752553" y="2326008"/>
                  </a:lnTo>
                  <a:lnTo>
                    <a:pt x="864377" y="2250239"/>
                  </a:lnTo>
                  <a:close/>
                  <a:moveTo>
                    <a:pt x="1494841" y="2851236"/>
                  </a:moveTo>
                  <a:lnTo>
                    <a:pt x="1484547" y="2897006"/>
                  </a:lnTo>
                  <a:lnTo>
                    <a:pt x="1534700" y="2869319"/>
                  </a:lnTo>
                  <a:close/>
                  <a:moveTo>
                    <a:pt x="1494841" y="2851236"/>
                  </a:moveTo>
                  <a:lnTo>
                    <a:pt x="1443729" y="2889673"/>
                  </a:lnTo>
                  <a:lnTo>
                    <a:pt x="1484547" y="2897006"/>
                  </a:lnTo>
                  <a:close/>
                  <a:moveTo>
                    <a:pt x="875390" y="2219022"/>
                  </a:moveTo>
                  <a:lnTo>
                    <a:pt x="795745" y="2272292"/>
                  </a:lnTo>
                  <a:lnTo>
                    <a:pt x="864377" y="2250239"/>
                  </a:lnTo>
                  <a:close/>
                  <a:moveTo>
                    <a:pt x="875390" y="2219022"/>
                  </a:moveTo>
                  <a:lnTo>
                    <a:pt x="815868" y="2206820"/>
                  </a:lnTo>
                  <a:lnTo>
                    <a:pt x="795745" y="2272292"/>
                  </a:lnTo>
                  <a:close/>
                  <a:moveTo>
                    <a:pt x="803567" y="2116729"/>
                  </a:moveTo>
                  <a:lnTo>
                    <a:pt x="875390" y="2219022"/>
                  </a:lnTo>
                  <a:lnTo>
                    <a:pt x="836765" y="2149737"/>
                  </a:lnTo>
                  <a:close/>
                  <a:moveTo>
                    <a:pt x="864377" y="2250239"/>
                  </a:moveTo>
                  <a:lnTo>
                    <a:pt x="888465" y="2231952"/>
                  </a:lnTo>
                  <a:lnTo>
                    <a:pt x="875390" y="2219022"/>
                  </a:lnTo>
                  <a:close/>
                  <a:moveTo>
                    <a:pt x="875390" y="2219022"/>
                  </a:moveTo>
                  <a:lnTo>
                    <a:pt x="888465" y="2231952"/>
                  </a:lnTo>
                  <a:lnTo>
                    <a:pt x="838851" y="2154805"/>
                  </a:lnTo>
                  <a:close/>
                  <a:moveTo>
                    <a:pt x="1052523" y="2181169"/>
                  </a:moveTo>
                  <a:lnTo>
                    <a:pt x="1004087" y="2193516"/>
                  </a:lnTo>
                  <a:lnTo>
                    <a:pt x="970621" y="2202193"/>
                  </a:lnTo>
                  <a:close/>
                  <a:moveTo>
                    <a:pt x="644963" y="1985307"/>
                  </a:moveTo>
                  <a:lnTo>
                    <a:pt x="644871" y="1984969"/>
                  </a:lnTo>
                  <a:lnTo>
                    <a:pt x="721141" y="2029085"/>
                  </a:lnTo>
                  <a:close/>
                  <a:moveTo>
                    <a:pt x="757394" y="1913702"/>
                  </a:moveTo>
                  <a:lnTo>
                    <a:pt x="644963" y="1985307"/>
                  </a:lnTo>
                  <a:lnTo>
                    <a:pt x="707248" y="1941418"/>
                  </a:lnTo>
                  <a:close/>
                  <a:moveTo>
                    <a:pt x="412127" y="1552541"/>
                  </a:moveTo>
                  <a:lnTo>
                    <a:pt x="493436" y="1647122"/>
                  </a:lnTo>
                  <a:lnTo>
                    <a:pt x="437890" y="1631688"/>
                  </a:lnTo>
                  <a:close/>
                  <a:moveTo>
                    <a:pt x="437890" y="1631688"/>
                  </a:moveTo>
                  <a:lnTo>
                    <a:pt x="540470" y="1700225"/>
                  </a:lnTo>
                  <a:lnTo>
                    <a:pt x="462775" y="1648142"/>
                  </a:lnTo>
                  <a:close/>
                  <a:moveTo>
                    <a:pt x="1565920" y="2821924"/>
                  </a:moveTo>
                  <a:lnTo>
                    <a:pt x="1534700" y="2869319"/>
                  </a:lnTo>
                  <a:lnTo>
                    <a:pt x="1569347" y="2851236"/>
                  </a:lnTo>
                  <a:close/>
                  <a:moveTo>
                    <a:pt x="1026681" y="2148003"/>
                  </a:moveTo>
                  <a:lnTo>
                    <a:pt x="967243" y="2193516"/>
                  </a:lnTo>
                  <a:lnTo>
                    <a:pt x="1021507" y="2160823"/>
                  </a:lnTo>
                  <a:close/>
                  <a:moveTo>
                    <a:pt x="1021507" y="2160823"/>
                  </a:moveTo>
                  <a:lnTo>
                    <a:pt x="983484" y="2201700"/>
                  </a:lnTo>
                  <a:lnTo>
                    <a:pt x="1004087" y="2193516"/>
                  </a:lnTo>
                  <a:close/>
                  <a:moveTo>
                    <a:pt x="1004087" y="2193516"/>
                  </a:moveTo>
                  <a:lnTo>
                    <a:pt x="1052523" y="2181169"/>
                  </a:lnTo>
                  <a:lnTo>
                    <a:pt x="1021507" y="2160823"/>
                  </a:lnTo>
                  <a:close/>
                  <a:moveTo>
                    <a:pt x="1728099" y="2711166"/>
                  </a:moveTo>
                  <a:lnTo>
                    <a:pt x="1632877" y="2727988"/>
                  </a:lnTo>
                  <a:lnTo>
                    <a:pt x="1634838" y="2749857"/>
                  </a:lnTo>
                  <a:close/>
                  <a:moveTo>
                    <a:pt x="461406" y="1212618"/>
                  </a:moveTo>
                  <a:lnTo>
                    <a:pt x="400774" y="1332928"/>
                  </a:lnTo>
                  <a:lnTo>
                    <a:pt x="416540" y="1260076"/>
                  </a:lnTo>
                  <a:close/>
                  <a:moveTo>
                    <a:pt x="548897" y="1301757"/>
                  </a:moveTo>
                  <a:lnTo>
                    <a:pt x="551370" y="1294492"/>
                  </a:lnTo>
                  <a:lnTo>
                    <a:pt x="504723" y="1311122"/>
                  </a:lnTo>
                  <a:close/>
                  <a:moveTo>
                    <a:pt x="504723" y="1311122"/>
                  </a:moveTo>
                  <a:lnTo>
                    <a:pt x="551370" y="1294492"/>
                  </a:lnTo>
                  <a:lnTo>
                    <a:pt x="461406" y="1212618"/>
                  </a:lnTo>
                  <a:close/>
                  <a:moveTo>
                    <a:pt x="504723" y="1311122"/>
                  </a:moveTo>
                  <a:lnTo>
                    <a:pt x="461406" y="1212618"/>
                  </a:lnTo>
                  <a:lnTo>
                    <a:pt x="416540" y="1260076"/>
                  </a:lnTo>
                  <a:close/>
                  <a:moveTo>
                    <a:pt x="551370" y="1294492"/>
                  </a:moveTo>
                  <a:lnTo>
                    <a:pt x="548897" y="1301757"/>
                  </a:lnTo>
                  <a:lnTo>
                    <a:pt x="559158" y="1299445"/>
                  </a:lnTo>
                  <a:close/>
                  <a:moveTo>
                    <a:pt x="638908" y="1318958"/>
                  </a:moveTo>
                  <a:lnTo>
                    <a:pt x="559158" y="1299445"/>
                  </a:lnTo>
                  <a:lnTo>
                    <a:pt x="548897" y="1301757"/>
                  </a:lnTo>
                  <a:close/>
                  <a:moveTo>
                    <a:pt x="1660945" y="2407066"/>
                  </a:moveTo>
                  <a:lnTo>
                    <a:pt x="1659056" y="2409997"/>
                  </a:lnTo>
                  <a:lnTo>
                    <a:pt x="1710549" y="2425158"/>
                  </a:lnTo>
                  <a:close/>
                  <a:moveTo>
                    <a:pt x="1621115" y="2337182"/>
                  </a:moveTo>
                  <a:lnTo>
                    <a:pt x="1660945" y="2407066"/>
                  </a:lnTo>
                  <a:lnTo>
                    <a:pt x="1710549" y="2425158"/>
                  </a:lnTo>
                  <a:close/>
                  <a:moveTo>
                    <a:pt x="719075" y="1284589"/>
                  </a:moveTo>
                  <a:lnTo>
                    <a:pt x="765672" y="1299047"/>
                  </a:lnTo>
                  <a:lnTo>
                    <a:pt x="638908" y="1318958"/>
                  </a:lnTo>
                  <a:close/>
                  <a:moveTo>
                    <a:pt x="638908" y="1318958"/>
                  </a:moveTo>
                  <a:lnTo>
                    <a:pt x="765672" y="1299047"/>
                  </a:lnTo>
                  <a:lnTo>
                    <a:pt x="687785" y="1286495"/>
                  </a:lnTo>
                  <a:close/>
                  <a:moveTo>
                    <a:pt x="1844972" y="2653712"/>
                  </a:moveTo>
                  <a:lnTo>
                    <a:pt x="1848907" y="2673544"/>
                  </a:lnTo>
                  <a:lnTo>
                    <a:pt x="1888014" y="2708719"/>
                  </a:lnTo>
                  <a:close/>
                  <a:moveTo>
                    <a:pt x="1657483" y="2404120"/>
                  </a:moveTo>
                  <a:lnTo>
                    <a:pt x="1760039" y="2384924"/>
                  </a:lnTo>
                  <a:lnTo>
                    <a:pt x="1660945" y="2407066"/>
                  </a:lnTo>
                  <a:close/>
                  <a:moveTo>
                    <a:pt x="1249088" y="1776625"/>
                  </a:moveTo>
                  <a:lnTo>
                    <a:pt x="1121119" y="1792033"/>
                  </a:lnTo>
                  <a:lnTo>
                    <a:pt x="1200655" y="1810746"/>
                  </a:lnTo>
                  <a:close/>
                  <a:moveTo>
                    <a:pt x="2054914" y="2560216"/>
                  </a:moveTo>
                  <a:lnTo>
                    <a:pt x="2061856" y="2521512"/>
                  </a:lnTo>
                  <a:lnTo>
                    <a:pt x="2028411" y="2615275"/>
                  </a:lnTo>
                  <a:close/>
                  <a:moveTo>
                    <a:pt x="2028411" y="2615275"/>
                  </a:moveTo>
                  <a:lnTo>
                    <a:pt x="2061856" y="2521512"/>
                  </a:lnTo>
                  <a:lnTo>
                    <a:pt x="2025666" y="2494624"/>
                  </a:lnTo>
                  <a:close/>
                  <a:moveTo>
                    <a:pt x="2028411" y="2615275"/>
                  </a:moveTo>
                  <a:lnTo>
                    <a:pt x="2025666" y="2494624"/>
                  </a:lnTo>
                  <a:lnTo>
                    <a:pt x="2074854" y="2576839"/>
                  </a:lnTo>
                  <a:close/>
                  <a:moveTo>
                    <a:pt x="1633089" y="2001333"/>
                  </a:moveTo>
                  <a:lnTo>
                    <a:pt x="1620699" y="2051386"/>
                  </a:lnTo>
                  <a:lnTo>
                    <a:pt x="1670998" y="2024246"/>
                  </a:lnTo>
                  <a:close/>
                  <a:moveTo>
                    <a:pt x="1633089" y="2001333"/>
                  </a:moveTo>
                  <a:lnTo>
                    <a:pt x="1599378" y="2039769"/>
                  </a:lnTo>
                  <a:lnTo>
                    <a:pt x="1620699" y="2051386"/>
                  </a:lnTo>
                  <a:close/>
                  <a:moveTo>
                    <a:pt x="1426015" y="1774057"/>
                  </a:moveTo>
                  <a:lnTo>
                    <a:pt x="1518174" y="1836903"/>
                  </a:lnTo>
                  <a:lnTo>
                    <a:pt x="1459922" y="1792383"/>
                  </a:lnTo>
                  <a:close/>
                  <a:moveTo>
                    <a:pt x="2163642" y="2456187"/>
                  </a:moveTo>
                  <a:lnTo>
                    <a:pt x="2187936" y="2563702"/>
                  </a:lnTo>
                  <a:lnTo>
                    <a:pt x="2236621" y="2530521"/>
                  </a:lnTo>
                  <a:close/>
                  <a:moveTo>
                    <a:pt x="1930592" y="2067175"/>
                  </a:moveTo>
                  <a:lnTo>
                    <a:pt x="1961116" y="2057769"/>
                  </a:lnTo>
                  <a:lnTo>
                    <a:pt x="1892097" y="2045112"/>
                  </a:lnTo>
                  <a:close/>
                  <a:moveTo>
                    <a:pt x="1755883" y="2062959"/>
                  </a:moveTo>
                  <a:lnTo>
                    <a:pt x="1882217" y="2041439"/>
                  </a:lnTo>
                  <a:lnTo>
                    <a:pt x="1798550" y="2007280"/>
                  </a:lnTo>
                  <a:close/>
                  <a:moveTo>
                    <a:pt x="1880277" y="2047488"/>
                  </a:moveTo>
                  <a:lnTo>
                    <a:pt x="1934680" y="1962897"/>
                  </a:lnTo>
                  <a:lnTo>
                    <a:pt x="1882217" y="2041439"/>
                  </a:lnTo>
                  <a:close/>
                  <a:moveTo>
                    <a:pt x="1670998" y="2024246"/>
                  </a:moveTo>
                  <a:lnTo>
                    <a:pt x="1755883" y="2062959"/>
                  </a:lnTo>
                  <a:lnTo>
                    <a:pt x="1798550" y="2007280"/>
                  </a:lnTo>
                  <a:close/>
                  <a:moveTo>
                    <a:pt x="1761977" y="1882887"/>
                  </a:moveTo>
                  <a:lnTo>
                    <a:pt x="1801753" y="1911142"/>
                  </a:lnTo>
                  <a:lnTo>
                    <a:pt x="1758511" y="1857579"/>
                  </a:lnTo>
                  <a:close/>
                  <a:moveTo>
                    <a:pt x="306619" y="76342"/>
                  </a:moveTo>
                  <a:lnTo>
                    <a:pt x="313468" y="170865"/>
                  </a:lnTo>
                  <a:lnTo>
                    <a:pt x="357624" y="95468"/>
                  </a:lnTo>
                  <a:close/>
                  <a:moveTo>
                    <a:pt x="306619" y="76342"/>
                  </a:moveTo>
                  <a:lnTo>
                    <a:pt x="300828" y="30094"/>
                  </a:lnTo>
                  <a:lnTo>
                    <a:pt x="226490" y="30817"/>
                  </a:lnTo>
                  <a:close/>
                  <a:moveTo>
                    <a:pt x="212775" y="71949"/>
                  </a:moveTo>
                  <a:lnTo>
                    <a:pt x="229066" y="78799"/>
                  </a:lnTo>
                  <a:lnTo>
                    <a:pt x="226490" y="30817"/>
                  </a:lnTo>
                  <a:close/>
                  <a:moveTo>
                    <a:pt x="2309777" y="2417751"/>
                  </a:moveTo>
                  <a:lnTo>
                    <a:pt x="2325645" y="2428240"/>
                  </a:lnTo>
                  <a:lnTo>
                    <a:pt x="2332589" y="2395470"/>
                  </a:lnTo>
                  <a:close/>
                  <a:moveTo>
                    <a:pt x="1961116" y="2057769"/>
                  </a:moveTo>
                  <a:lnTo>
                    <a:pt x="1885409" y="2043316"/>
                  </a:lnTo>
                  <a:lnTo>
                    <a:pt x="1892097" y="2045112"/>
                  </a:lnTo>
                  <a:close/>
                  <a:moveTo>
                    <a:pt x="1940007" y="2042302"/>
                  </a:moveTo>
                  <a:lnTo>
                    <a:pt x="1885409" y="2043316"/>
                  </a:lnTo>
                  <a:lnTo>
                    <a:pt x="1961116" y="2057769"/>
                  </a:lnTo>
                  <a:close/>
                  <a:moveTo>
                    <a:pt x="2010079" y="2025634"/>
                  </a:moveTo>
                  <a:lnTo>
                    <a:pt x="1940007" y="2042302"/>
                  </a:lnTo>
                  <a:lnTo>
                    <a:pt x="1961116" y="2057769"/>
                  </a:lnTo>
                  <a:close/>
                  <a:moveTo>
                    <a:pt x="1974275" y="1924460"/>
                  </a:moveTo>
                  <a:lnTo>
                    <a:pt x="1992491" y="1959878"/>
                  </a:lnTo>
                  <a:lnTo>
                    <a:pt x="1885409" y="2043316"/>
                  </a:lnTo>
                  <a:close/>
                  <a:moveTo>
                    <a:pt x="1882217" y="2041439"/>
                  </a:moveTo>
                  <a:lnTo>
                    <a:pt x="1885409" y="2043316"/>
                  </a:lnTo>
                  <a:lnTo>
                    <a:pt x="1829246" y="2028382"/>
                  </a:lnTo>
                  <a:close/>
                  <a:moveTo>
                    <a:pt x="1970815" y="1842245"/>
                  </a:moveTo>
                  <a:lnTo>
                    <a:pt x="1966031" y="1860945"/>
                  </a:lnTo>
                  <a:lnTo>
                    <a:pt x="1950996" y="1850402"/>
                  </a:lnTo>
                  <a:close/>
                  <a:moveTo>
                    <a:pt x="1607715" y="1686931"/>
                  </a:moveTo>
                  <a:lnTo>
                    <a:pt x="1685005" y="1784780"/>
                  </a:lnTo>
                  <a:lnTo>
                    <a:pt x="1644311" y="1716252"/>
                  </a:lnTo>
                  <a:close/>
                  <a:moveTo>
                    <a:pt x="621939" y="302045"/>
                  </a:moveTo>
                  <a:lnTo>
                    <a:pt x="570891" y="383046"/>
                  </a:lnTo>
                  <a:lnTo>
                    <a:pt x="635410" y="391185"/>
                  </a:lnTo>
                  <a:close/>
                  <a:moveTo>
                    <a:pt x="300828" y="30094"/>
                  </a:moveTo>
                  <a:lnTo>
                    <a:pt x="368825" y="5667"/>
                  </a:lnTo>
                  <a:lnTo>
                    <a:pt x="424868" y="0"/>
                  </a:lnTo>
                  <a:close/>
                  <a:moveTo>
                    <a:pt x="2338321" y="2317843"/>
                  </a:moveTo>
                  <a:lnTo>
                    <a:pt x="2309777" y="2417751"/>
                  </a:lnTo>
                  <a:lnTo>
                    <a:pt x="2332589" y="2395470"/>
                  </a:lnTo>
                  <a:close/>
                  <a:moveTo>
                    <a:pt x="2309849" y="2240898"/>
                  </a:moveTo>
                  <a:lnTo>
                    <a:pt x="2276503" y="2307508"/>
                  </a:lnTo>
                  <a:lnTo>
                    <a:pt x="2338321" y="2317843"/>
                  </a:lnTo>
                  <a:close/>
                  <a:moveTo>
                    <a:pt x="2309849" y="2240898"/>
                  </a:moveTo>
                  <a:lnTo>
                    <a:pt x="2299823" y="2148957"/>
                  </a:lnTo>
                  <a:lnTo>
                    <a:pt x="2209894" y="2215391"/>
                  </a:lnTo>
                  <a:close/>
                  <a:moveTo>
                    <a:pt x="1966031" y="1860945"/>
                  </a:moveTo>
                  <a:lnTo>
                    <a:pt x="1970815" y="1842245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03540" y="1728299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63721" y="1840056"/>
                  </a:lnTo>
                  <a:lnTo>
                    <a:pt x="1970815" y="1842245"/>
                  </a:lnTo>
                  <a:close/>
                  <a:moveTo>
                    <a:pt x="1903540" y="1728299"/>
                  </a:moveTo>
                  <a:lnTo>
                    <a:pt x="1960393" y="1742670"/>
                  </a:lnTo>
                  <a:lnTo>
                    <a:pt x="1907178" y="1704359"/>
                  </a:lnTo>
                  <a:close/>
                  <a:moveTo>
                    <a:pt x="1960393" y="1742670"/>
                  </a:moveTo>
                  <a:lnTo>
                    <a:pt x="1973976" y="1675450"/>
                  </a:lnTo>
                  <a:lnTo>
                    <a:pt x="1907178" y="1704359"/>
                  </a:lnTo>
                  <a:close/>
                  <a:moveTo>
                    <a:pt x="1311386" y="1085285"/>
                  </a:moveTo>
                  <a:lnTo>
                    <a:pt x="1388158" y="1093665"/>
                  </a:lnTo>
                  <a:lnTo>
                    <a:pt x="1430917" y="1038330"/>
                  </a:lnTo>
                  <a:close/>
                  <a:moveTo>
                    <a:pt x="803786" y="414983"/>
                  </a:moveTo>
                  <a:lnTo>
                    <a:pt x="848334" y="526804"/>
                  </a:lnTo>
                  <a:lnTo>
                    <a:pt x="897439" y="437031"/>
                  </a:lnTo>
                  <a:close/>
                  <a:moveTo>
                    <a:pt x="1979704" y="1626879"/>
                  </a:moveTo>
                  <a:lnTo>
                    <a:pt x="1907178" y="1704359"/>
                  </a:lnTo>
                  <a:lnTo>
                    <a:pt x="1973976" y="1675450"/>
                  </a:lnTo>
                  <a:close/>
                  <a:moveTo>
                    <a:pt x="1979704" y="1626879"/>
                  </a:moveTo>
                  <a:lnTo>
                    <a:pt x="1931726" y="1605291"/>
                  </a:lnTo>
                  <a:lnTo>
                    <a:pt x="1907178" y="1704359"/>
                  </a:lnTo>
                  <a:close/>
                  <a:moveTo>
                    <a:pt x="1693939" y="1277055"/>
                  </a:moveTo>
                  <a:lnTo>
                    <a:pt x="1693878" y="1392733"/>
                  </a:lnTo>
                  <a:lnTo>
                    <a:pt x="1706561" y="1310518"/>
                  </a:lnTo>
                  <a:close/>
                  <a:moveTo>
                    <a:pt x="1693939" y="1277055"/>
                  </a:moveTo>
                  <a:lnTo>
                    <a:pt x="1694506" y="1376687"/>
                  </a:lnTo>
                  <a:lnTo>
                    <a:pt x="1693878" y="1392733"/>
                  </a:lnTo>
                  <a:close/>
                  <a:moveTo>
                    <a:pt x="1918538" y="1415829"/>
                  </a:moveTo>
                  <a:lnTo>
                    <a:pt x="1967878" y="1518727"/>
                  </a:lnTo>
                  <a:lnTo>
                    <a:pt x="2020127" y="1417595"/>
                  </a:lnTo>
                  <a:close/>
                  <a:moveTo>
                    <a:pt x="2120758" y="1299977"/>
                  </a:moveTo>
                  <a:lnTo>
                    <a:pt x="2059318" y="1398076"/>
                  </a:lnTo>
                  <a:lnTo>
                    <a:pt x="2086140" y="1385750"/>
                  </a:lnTo>
                  <a:close/>
                  <a:moveTo>
                    <a:pt x="2152973" y="1356967"/>
                  </a:moveTo>
                  <a:lnTo>
                    <a:pt x="2180527" y="1284521"/>
                  </a:lnTo>
                  <a:lnTo>
                    <a:pt x="2120758" y="1299977"/>
                  </a:lnTo>
                  <a:close/>
                  <a:moveTo>
                    <a:pt x="2086140" y="1385750"/>
                  </a:moveTo>
                  <a:lnTo>
                    <a:pt x="2152973" y="1356967"/>
                  </a:lnTo>
                  <a:lnTo>
                    <a:pt x="2120758" y="1299977"/>
                  </a:lnTo>
                  <a:close/>
                  <a:moveTo>
                    <a:pt x="1527033" y="651510"/>
                  </a:moveTo>
                  <a:lnTo>
                    <a:pt x="1514324" y="740355"/>
                  </a:lnTo>
                  <a:lnTo>
                    <a:pt x="1524602" y="679539"/>
                  </a:lnTo>
                  <a:close/>
                  <a:moveTo>
                    <a:pt x="1501488" y="711778"/>
                  </a:moveTo>
                  <a:lnTo>
                    <a:pt x="1514324" y="740355"/>
                  </a:lnTo>
                  <a:lnTo>
                    <a:pt x="1527033" y="651510"/>
                  </a:lnTo>
                  <a:close/>
                  <a:moveTo>
                    <a:pt x="1466803" y="639883"/>
                  </a:moveTo>
                  <a:lnTo>
                    <a:pt x="1501488" y="711778"/>
                  </a:lnTo>
                  <a:lnTo>
                    <a:pt x="1527033" y="651510"/>
                  </a:lnTo>
                  <a:close/>
                  <a:moveTo>
                    <a:pt x="1487503" y="537488"/>
                  </a:moveTo>
                  <a:lnTo>
                    <a:pt x="1513797" y="639143"/>
                  </a:lnTo>
                  <a:lnTo>
                    <a:pt x="1462109" y="575924"/>
                  </a:lnTo>
                  <a:close/>
                  <a:moveTo>
                    <a:pt x="1466803" y="639883"/>
                  </a:moveTo>
                  <a:lnTo>
                    <a:pt x="1513797" y="639143"/>
                  </a:lnTo>
                  <a:lnTo>
                    <a:pt x="1487503" y="53748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57" name="Candidate_density__2056">
              <a:extLst>
                <a:ext uri="{FF2B5EF4-FFF2-40B4-BE49-F238E27FC236}">
                  <a16:creationId xmlns:a16="http://schemas.microsoft.com/office/drawing/2014/main" id="{56B142ED-44A8-49B4-65BA-04F509F2FCAE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282479"/>
              <a:ext cx="2196876" cy="3114133"/>
            </a:xfrm>
            <a:custGeom>
              <a:avLst/>
              <a:gdLst/>
              <a:ahLst/>
              <a:cxnLst/>
              <a:rect l="0" t="0" r="0" b="0"/>
              <a:pathLst>
                <a:path w="2196876" h="3114133">
                  <a:moveTo>
                    <a:pt x="0" y="2552406"/>
                  </a:moveTo>
                  <a:lnTo>
                    <a:pt x="98538" y="2603081"/>
                  </a:lnTo>
                  <a:lnTo>
                    <a:pt x="8940" y="2515238"/>
                  </a:lnTo>
                  <a:close/>
                  <a:moveTo>
                    <a:pt x="407815" y="2842829"/>
                  </a:moveTo>
                  <a:lnTo>
                    <a:pt x="514563" y="2907596"/>
                  </a:lnTo>
                  <a:lnTo>
                    <a:pt x="445891" y="2811989"/>
                  </a:lnTo>
                  <a:close/>
                  <a:moveTo>
                    <a:pt x="434193" y="2812251"/>
                  </a:moveTo>
                  <a:lnTo>
                    <a:pt x="407815" y="2842829"/>
                  </a:lnTo>
                  <a:lnTo>
                    <a:pt x="445891" y="2811989"/>
                  </a:lnTo>
                  <a:close/>
                  <a:moveTo>
                    <a:pt x="335598" y="2731723"/>
                  </a:moveTo>
                  <a:lnTo>
                    <a:pt x="435343" y="2804393"/>
                  </a:lnTo>
                  <a:lnTo>
                    <a:pt x="356505" y="2756451"/>
                  </a:lnTo>
                  <a:close/>
                  <a:moveTo>
                    <a:pt x="335598" y="2731723"/>
                  </a:moveTo>
                  <a:lnTo>
                    <a:pt x="434193" y="2812251"/>
                  </a:lnTo>
                  <a:lnTo>
                    <a:pt x="435343" y="2804393"/>
                  </a:lnTo>
                  <a:close/>
                  <a:moveTo>
                    <a:pt x="344811" y="2760614"/>
                  </a:moveTo>
                  <a:lnTo>
                    <a:pt x="434193" y="2812251"/>
                  </a:lnTo>
                  <a:lnTo>
                    <a:pt x="335598" y="2731723"/>
                  </a:lnTo>
                  <a:close/>
                  <a:moveTo>
                    <a:pt x="435343" y="2804393"/>
                  </a:moveTo>
                  <a:lnTo>
                    <a:pt x="434193" y="2812251"/>
                  </a:lnTo>
                  <a:lnTo>
                    <a:pt x="445891" y="2811989"/>
                  </a:lnTo>
                  <a:close/>
                  <a:moveTo>
                    <a:pt x="327225" y="2722178"/>
                  </a:moveTo>
                  <a:lnTo>
                    <a:pt x="335598" y="2731723"/>
                  </a:lnTo>
                  <a:lnTo>
                    <a:pt x="356505" y="2756451"/>
                  </a:lnTo>
                  <a:close/>
                  <a:moveTo>
                    <a:pt x="435343" y="2804393"/>
                  </a:moveTo>
                  <a:lnTo>
                    <a:pt x="445891" y="2811989"/>
                  </a:lnTo>
                  <a:lnTo>
                    <a:pt x="448514" y="2800608"/>
                  </a:lnTo>
                  <a:close/>
                  <a:moveTo>
                    <a:pt x="435343" y="2804393"/>
                  </a:moveTo>
                  <a:lnTo>
                    <a:pt x="448514" y="2800608"/>
                  </a:lnTo>
                  <a:lnTo>
                    <a:pt x="356505" y="2756451"/>
                  </a:lnTo>
                  <a:close/>
                  <a:moveTo>
                    <a:pt x="356505" y="2756451"/>
                  </a:moveTo>
                  <a:lnTo>
                    <a:pt x="448514" y="2800608"/>
                  </a:lnTo>
                  <a:lnTo>
                    <a:pt x="483494" y="2737379"/>
                  </a:lnTo>
                  <a:close/>
                  <a:moveTo>
                    <a:pt x="445891" y="2811989"/>
                  </a:moveTo>
                  <a:lnTo>
                    <a:pt x="553977" y="2765956"/>
                  </a:lnTo>
                  <a:lnTo>
                    <a:pt x="448514" y="2800608"/>
                  </a:lnTo>
                  <a:close/>
                  <a:moveTo>
                    <a:pt x="571535" y="2787893"/>
                  </a:moveTo>
                  <a:lnTo>
                    <a:pt x="553977" y="2765956"/>
                  </a:lnTo>
                  <a:lnTo>
                    <a:pt x="445891" y="2811989"/>
                  </a:lnTo>
                  <a:close/>
                  <a:moveTo>
                    <a:pt x="538094" y="2878066"/>
                  </a:moveTo>
                  <a:lnTo>
                    <a:pt x="571535" y="2787893"/>
                  </a:lnTo>
                  <a:lnTo>
                    <a:pt x="445891" y="2811989"/>
                  </a:lnTo>
                  <a:close/>
                  <a:moveTo>
                    <a:pt x="448514" y="2800608"/>
                  </a:moveTo>
                  <a:lnTo>
                    <a:pt x="553977" y="2765956"/>
                  </a:lnTo>
                  <a:lnTo>
                    <a:pt x="483494" y="2737379"/>
                  </a:lnTo>
                  <a:close/>
                  <a:moveTo>
                    <a:pt x="579795" y="2804393"/>
                  </a:moveTo>
                  <a:lnTo>
                    <a:pt x="572260" y="2765956"/>
                  </a:lnTo>
                  <a:lnTo>
                    <a:pt x="571535" y="2787893"/>
                  </a:lnTo>
                  <a:close/>
                  <a:moveTo>
                    <a:pt x="262430" y="2475533"/>
                  </a:moveTo>
                  <a:lnTo>
                    <a:pt x="190177" y="2413234"/>
                  </a:lnTo>
                  <a:lnTo>
                    <a:pt x="280124" y="2437096"/>
                  </a:lnTo>
                  <a:close/>
                  <a:moveTo>
                    <a:pt x="825686" y="2976028"/>
                  </a:moveTo>
                  <a:lnTo>
                    <a:pt x="796663" y="3072294"/>
                  </a:lnTo>
                  <a:lnTo>
                    <a:pt x="887488" y="3086468"/>
                  </a:lnTo>
                  <a:close/>
                  <a:moveTo>
                    <a:pt x="894321" y="2980820"/>
                  </a:moveTo>
                  <a:lnTo>
                    <a:pt x="825686" y="2976028"/>
                  </a:lnTo>
                  <a:lnTo>
                    <a:pt x="887488" y="3086468"/>
                  </a:lnTo>
                  <a:close/>
                  <a:moveTo>
                    <a:pt x="965353" y="3083756"/>
                  </a:moveTo>
                  <a:lnTo>
                    <a:pt x="880871" y="3108476"/>
                  </a:lnTo>
                  <a:lnTo>
                    <a:pt x="956915" y="3114133"/>
                  </a:lnTo>
                  <a:close/>
                  <a:moveTo>
                    <a:pt x="965353" y="3083756"/>
                  </a:moveTo>
                  <a:lnTo>
                    <a:pt x="887488" y="3086468"/>
                  </a:lnTo>
                  <a:lnTo>
                    <a:pt x="880871" y="3108476"/>
                  </a:lnTo>
                  <a:close/>
                  <a:moveTo>
                    <a:pt x="887488" y="3086468"/>
                  </a:moveTo>
                  <a:lnTo>
                    <a:pt x="965353" y="3083756"/>
                  </a:lnTo>
                  <a:lnTo>
                    <a:pt x="962127" y="2986287"/>
                  </a:lnTo>
                  <a:close/>
                  <a:moveTo>
                    <a:pt x="894321" y="2980820"/>
                  </a:moveTo>
                  <a:lnTo>
                    <a:pt x="836467" y="2942456"/>
                  </a:lnTo>
                  <a:lnTo>
                    <a:pt x="775915" y="2916398"/>
                  </a:lnTo>
                  <a:close/>
                  <a:moveTo>
                    <a:pt x="825686" y="2976028"/>
                  </a:moveTo>
                  <a:lnTo>
                    <a:pt x="894321" y="2980820"/>
                  </a:lnTo>
                  <a:lnTo>
                    <a:pt x="775915" y="2916398"/>
                  </a:lnTo>
                  <a:close/>
                  <a:moveTo>
                    <a:pt x="553977" y="2765956"/>
                  </a:moveTo>
                  <a:lnTo>
                    <a:pt x="571535" y="2787893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483494" y="2737379"/>
                  </a:lnTo>
                  <a:lnTo>
                    <a:pt x="553977" y="2765956"/>
                  </a:lnTo>
                  <a:close/>
                  <a:moveTo>
                    <a:pt x="544056" y="2683434"/>
                  </a:moveTo>
                  <a:lnTo>
                    <a:pt x="502563" y="2656576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571535" y="2787893"/>
                  </a:lnTo>
                  <a:lnTo>
                    <a:pt x="572260" y="2765956"/>
                  </a:lnTo>
                  <a:close/>
                  <a:moveTo>
                    <a:pt x="544056" y="2683434"/>
                  </a:moveTo>
                  <a:lnTo>
                    <a:pt x="570501" y="2762027"/>
                  </a:lnTo>
                  <a:lnTo>
                    <a:pt x="572260" y="2765956"/>
                  </a:lnTo>
                  <a:close/>
                  <a:moveTo>
                    <a:pt x="477546" y="2398660"/>
                  </a:moveTo>
                  <a:lnTo>
                    <a:pt x="510844" y="2410159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35862" y="2480875"/>
                  </a:lnTo>
                  <a:lnTo>
                    <a:pt x="664876" y="2427820"/>
                  </a:lnTo>
                  <a:close/>
                  <a:moveTo>
                    <a:pt x="477546" y="2398660"/>
                  </a:moveTo>
                  <a:lnTo>
                    <a:pt x="528148" y="2410475"/>
                  </a:lnTo>
                  <a:lnTo>
                    <a:pt x="542132" y="2384722"/>
                  </a:lnTo>
                  <a:close/>
                  <a:moveTo>
                    <a:pt x="449061" y="2393437"/>
                  </a:moveTo>
                  <a:lnTo>
                    <a:pt x="542132" y="2384722"/>
                  </a:lnTo>
                  <a:lnTo>
                    <a:pt x="562742" y="2324613"/>
                  </a:lnTo>
                  <a:close/>
                  <a:moveTo>
                    <a:pt x="664876" y="2427820"/>
                  </a:moveTo>
                  <a:lnTo>
                    <a:pt x="597303" y="2360223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64876" y="2427820"/>
                  </a:lnTo>
                  <a:lnTo>
                    <a:pt x="528148" y="2410475"/>
                  </a:lnTo>
                  <a:close/>
                  <a:moveTo>
                    <a:pt x="683591" y="2282589"/>
                  </a:moveTo>
                  <a:lnTo>
                    <a:pt x="667222" y="2343618"/>
                  </a:lnTo>
                  <a:lnTo>
                    <a:pt x="761492" y="2295192"/>
                  </a:lnTo>
                  <a:close/>
                  <a:moveTo>
                    <a:pt x="567410" y="2264078"/>
                  </a:moveTo>
                  <a:lnTo>
                    <a:pt x="493103" y="2342900"/>
                  </a:lnTo>
                  <a:lnTo>
                    <a:pt x="562742" y="2324613"/>
                  </a:lnTo>
                  <a:close/>
                  <a:moveTo>
                    <a:pt x="630846" y="2239572"/>
                  </a:moveTo>
                  <a:lnTo>
                    <a:pt x="535733" y="2223631"/>
                  </a:lnTo>
                  <a:lnTo>
                    <a:pt x="567410" y="2264078"/>
                  </a:lnTo>
                  <a:close/>
                  <a:moveTo>
                    <a:pt x="824808" y="2176003"/>
                  </a:moveTo>
                  <a:lnTo>
                    <a:pt x="884330" y="2188205"/>
                  </a:lnTo>
                  <a:lnTo>
                    <a:pt x="812507" y="2085912"/>
                  </a:lnTo>
                  <a:close/>
                  <a:moveTo>
                    <a:pt x="979561" y="2171376"/>
                  </a:moveTo>
                  <a:lnTo>
                    <a:pt x="976182" y="2162699"/>
                  </a:lnTo>
                  <a:lnTo>
                    <a:pt x="895082" y="2085594"/>
                  </a:lnTo>
                  <a:close/>
                  <a:moveTo>
                    <a:pt x="862246" y="2106067"/>
                  </a:moveTo>
                  <a:lnTo>
                    <a:pt x="979561" y="2171376"/>
                  </a:lnTo>
                  <a:lnTo>
                    <a:pt x="895082" y="2085594"/>
                  </a:lnTo>
                  <a:close/>
                  <a:moveTo>
                    <a:pt x="812507" y="2085912"/>
                  </a:moveTo>
                  <a:lnTo>
                    <a:pt x="759627" y="2073013"/>
                  </a:lnTo>
                  <a:lnTo>
                    <a:pt x="799997" y="2080484"/>
                  </a:lnTo>
                  <a:close/>
                  <a:moveTo>
                    <a:pt x="653811" y="1954152"/>
                  </a:moveTo>
                  <a:lnTo>
                    <a:pt x="653903" y="1954490"/>
                  </a:lnTo>
                  <a:lnTo>
                    <a:pt x="678445" y="1834033"/>
                  </a:lnTo>
                  <a:close/>
                  <a:moveTo>
                    <a:pt x="797164" y="1916054"/>
                  </a:moveTo>
                  <a:lnTo>
                    <a:pt x="766333" y="1882885"/>
                  </a:lnTo>
                  <a:lnTo>
                    <a:pt x="814159" y="1944976"/>
                  </a:lnTo>
                  <a:close/>
                  <a:moveTo>
                    <a:pt x="863360" y="1998269"/>
                  </a:moveTo>
                  <a:lnTo>
                    <a:pt x="797164" y="1916054"/>
                  </a:lnTo>
                  <a:lnTo>
                    <a:pt x="814159" y="1944976"/>
                  </a:lnTo>
                  <a:close/>
                  <a:moveTo>
                    <a:pt x="423205" y="1587193"/>
                  </a:moveTo>
                  <a:lnTo>
                    <a:pt x="446830" y="1600872"/>
                  </a:lnTo>
                  <a:lnTo>
                    <a:pt x="471714" y="1617325"/>
                  </a:lnTo>
                  <a:close/>
                  <a:moveTo>
                    <a:pt x="1574860" y="2791107"/>
                  </a:moveTo>
                  <a:lnTo>
                    <a:pt x="1578286" y="2820420"/>
                  </a:lnTo>
                  <a:lnTo>
                    <a:pt x="1527384" y="2777722"/>
                  </a:lnTo>
                  <a:close/>
                  <a:moveTo>
                    <a:pt x="1629199" y="2707429"/>
                  </a:moveTo>
                  <a:lnTo>
                    <a:pt x="1643778" y="2719041"/>
                  </a:lnTo>
                  <a:lnTo>
                    <a:pt x="1630567" y="2699768"/>
                  </a:lnTo>
                  <a:close/>
                  <a:moveTo>
                    <a:pt x="994855" y="2042047"/>
                  </a:moveTo>
                  <a:lnTo>
                    <a:pt x="976182" y="2162699"/>
                  </a:lnTo>
                  <a:lnTo>
                    <a:pt x="1035620" y="2117187"/>
                  </a:lnTo>
                  <a:close/>
                  <a:moveTo>
                    <a:pt x="1035620" y="2117187"/>
                  </a:moveTo>
                  <a:lnTo>
                    <a:pt x="1080748" y="2049613"/>
                  </a:lnTo>
                  <a:lnTo>
                    <a:pt x="1043260" y="2042047"/>
                  </a:lnTo>
                  <a:close/>
                  <a:moveTo>
                    <a:pt x="1035620" y="2117187"/>
                  </a:moveTo>
                  <a:lnTo>
                    <a:pt x="1061463" y="2150352"/>
                  </a:lnTo>
                  <a:lnTo>
                    <a:pt x="1080748" y="2049613"/>
                  </a:lnTo>
                  <a:close/>
                  <a:moveTo>
                    <a:pt x="1030447" y="2130007"/>
                  </a:moveTo>
                  <a:lnTo>
                    <a:pt x="1061463" y="2150352"/>
                  </a:lnTo>
                  <a:lnTo>
                    <a:pt x="1035620" y="2117187"/>
                  </a:lnTo>
                  <a:close/>
                  <a:moveTo>
                    <a:pt x="1043260" y="2042047"/>
                  </a:moveTo>
                  <a:lnTo>
                    <a:pt x="1080748" y="2049613"/>
                  </a:lnTo>
                  <a:lnTo>
                    <a:pt x="1077593" y="1995460"/>
                  </a:lnTo>
                  <a:close/>
                  <a:moveTo>
                    <a:pt x="1630567" y="2699768"/>
                  </a:moveTo>
                  <a:lnTo>
                    <a:pt x="1643778" y="2719041"/>
                  </a:lnTo>
                  <a:lnTo>
                    <a:pt x="1641817" y="2697171"/>
                  </a:lnTo>
                  <a:close/>
                  <a:moveTo>
                    <a:pt x="1641817" y="2697171"/>
                  </a:moveTo>
                  <a:lnTo>
                    <a:pt x="1737039" y="2680350"/>
                  </a:lnTo>
                  <a:lnTo>
                    <a:pt x="1676801" y="2627305"/>
                  </a:lnTo>
                  <a:close/>
                  <a:moveTo>
                    <a:pt x="1737039" y="2680350"/>
                  </a:moveTo>
                  <a:lnTo>
                    <a:pt x="1757446" y="2650167"/>
                  </a:lnTo>
                  <a:lnTo>
                    <a:pt x="1676801" y="2627305"/>
                  </a:lnTo>
                  <a:close/>
                  <a:moveTo>
                    <a:pt x="1081780" y="1948681"/>
                  </a:moveTo>
                  <a:lnTo>
                    <a:pt x="1043260" y="2042047"/>
                  </a:lnTo>
                  <a:lnTo>
                    <a:pt x="1077593" y="1995460"/>
                  </a:lnTo>
                  <a:close/>
                  <a:moveTo>
                    <a:pt x="1081780" y="1948681"/>
                  </a:moveTo>
                  <a:lnTo>
                    <a:pt x="1057416" y="1920020"/>
                  </a:lnTo>
                  <a:lnTo>
                    <a:pt x="991499" y="1861394"/>
                  </a:lnTo>
                  <a:close/>
                  <a:moveTo>
                    <a:pt x="1435205" y="2332471"/>
                  </a:moveTo>
                  <a:lnTo>
                    <a:pt x="1376921" y="2250256"/>
                  </a:lnTo>
                  <a:lnTo>
                    <a:pt x="1400985" y="2271319"/>
                  </a:lnTo>
                  <a:close/>
                  <a:moveTo>
                    <a:pt x="1757446" y="2650167"/>
                  </a:moveTo>
                  <a:lnTo>
                    <a:pt x="1857847" y="2642727"/>
                  </a:lnTo>
                  <a:lnTo>
                    <a:pt x="1830957" y="2540680"/>
                  </a:lnTo>
                  <a:close/>
                  <a:moveTo>
                    <a:pt x="1719489" y="2394341"/>
                  </a:moveTo>
                  <a:lnTo>
                    <a:pt x="1667995" y="2379180"/>
                  </a:lnTo>
                  <a:lnTo>
                    <a:pt x="1672064" y="2472397"/>
                  </a:lnTo>
                  <a:close/>
                  <a:moveTo>
                    <a:pt x="1666423" y="2373303"/>
                  </a:moveTo>
                  <a:lnTo>
                    <a:pt x="1669884" y="2376250"/>
                  </a:lnTo>
                  <a:lnTo>
                    <a:pt x="1630055" y="2306365"/>
                  </a:lnTo>
                  <a:close/>
                  <a:moveTo>
                    <a:pt x="1666423" y="2373303"/>
                  </a:moveTo>
                  <a:lnTo>
                    <a:pt x="1630055" y="2306365"/>
                  </a:lnTo>
                  <a:lnTo>
                    <a:pt x="1618112" y="2294035"/>
                  </a:lnTo>
                  <a:close/>
                  <a:moveTo>
                    <a:pt x="1376921" y="2250256"/>
                  </a:moveTo>
                  <a:lnTo>
                    <a:pt x="1384789" y="2223894"/>
                  </a:lnTo>
                  <a:lnTo>
                    <a:pt x="1332754" y="2166104"/>
                  </a:lnTo>
                  <a:close/>
                  <a:moveTo>
                    <a:pt x="1112453" y="1839180"/>
                  </a:moveTo>
                  <a:lnTo>
                    <a:pt x="1187896" y="1914001"/>
                  </a:lnTo>
                  <a:lnTo>
                    <a:pt x="1192980" y="1818778"/>
                  </a:lnTo>
                  <a:close/>
                  <a:moveTo>
                    <a:pt x="1192980" y="1818778"/>
                  </a:moveTo>
                  <a:lnTo>
                    <a:pt x="1284169" y="1805235"/>
                  </a:lnTo>
                  <a:lnTo>
                    <a:pt x="1209595" y="1779929"/>
                  </a:lnTo>
                  <a:close/>
                  <a:moveTo>
                    <a:pt x="1284169" y="1805235"/>
                  </a:moveTo>
                  <a:lnTo>
                    <a:pt x="1286548" y="1788988"/>
                  </a:lnTo>
                  <a:lnTo>
                    <a:pt x="1209595" y="1779929"/>
                  </a:lnTo>
                  <a:close/>
                  <a:moveTo>
                    <a:pt x="1666423" y="2373303"/>
                  </a:moveTo>
                  <a:lnTo>
                    <a:pt x="1618112" y="2294035"/>
                  </a:lnTo>
                  <a:lnTo>
                    <a:pt x="1709994" y="2321003"/>
                  </a:lnTo>
                  <a:close/>
                  <a:moveTo>
                    <a:pt x="1709994" y="2321003"/>
                  </a:moveTo>
                  <a:lnTo>
                    <a:pt x="1618112" y="2294035"/>
                  </a:lnTo>
                  <a:lnTo>
                    <a:pt x="1599971" y="2370323"/>
                  </a:lnTo>
                  <a:close/>
                  <a:moveTo>
                    <a:pt x="1778732" y="2446270"/>
                  </a:moveTo>
                  <a:lnTo>
                    <a:pt x="1669884" y="2376250"/>
                  </a:lnTo>
                  <a:lnTo>
                    <a:pt x="1768979" y="2354107"/>
                  </a:lnTo>
                  <a:close/>
                  <a:moveTo>
                    <a:pt x="1667995" y="2379180"/>
                  </a:moveTo>
                  <a:lnTo>
                    <a:pt x="1669884" y="2376250"/>
                  </a:lnTo>
                  <a:lnTo>
                    <a:pt x="1720338" y="2359678"/>
                  </a:lnTo>
                  <a:close/>
                  <a:moveTo>
                    <a:pt x="928197" y="1351804"/>
                  </a:moveTo>
                  <a:lnTo>
                    <a:pt x="845718" y="1307453"/>
                  </a:lnTo>
                  <a:lnTo>
                    <a:pt x="842043" y="1305141"/>
                  </a:lnTo>
                  <a:close/>
                  <a:moveTo>
                    <a:pt x="2196876" y="2532885"/>
                  </a:moveTo>
                  <a:lnTo>
                    <a:pt x="2133501" y="2463807"/>
                  </a:lnTo>
                  <a:lnTo>
                    <a:pt x="2063854" y="2529399"/>
                  </a:lnTo>
                  <a:close/>
                  <a:moveTo>
                    <a:pt x="2027540" y="2457079"/>
                  </a:moveTo>
                  <a:lnTo>
                    <a:pt x="2034606" y="2463807"/>
                  </a:lnTo>
                  <a:lnTo>
                    <a:pt x="1990593" y="2395215"/>
                  </a:lnTo>
                  <a:close/>
                  <a:moveTo>
                    <a:pt x="2034606" y="2463807"/>
                  </a:moveTo>
                  <a:lnTo>
                    <a:pt x="2070795" y="2490695"/>
                  </a:lnTo>
                  <a:lnTo>
                    <a:pt x="1990593" y="2395215"/>
                  </a:lnTo>
                  <a:close/>
                  <a:moveTo>
                    <a:pt x="2027540" y="2457079"/>
                  </a:moveTo>
                  <a:lnTo>
                    <a:pt x="1990593" y="2395215"/>
                  </a:lnTo>
                  <a:lnTo>
                    <a:pt x="1972583" y="2381592"/>
                  </a:lnTo>
                  <a:close/>
                  <a:moveTo>
                    <a:pt x="1629638" y="2020570"/>
                  </a:moveTo>
                  <a:lnTo>
                    <a:pt x="1747542" y="2071258"/>
                  </a:lnTo>
                  <a:lnTo>
                    <a:pt x="1764823" y="2032142"/>
                  </a:lnTo>
                  <a:close/>
                  <a:moveTo>
                    <a:pt x="1629638" y="2020570"/>
                  </a:moveTo>
                  <a:lnTo>
                    <a:pt x="1764823" y="2032142"/>
                  </a:lnTo>
                  <a:lnTo>
                    <a:pt x="1679938" y="1993429"/>
                  </a:lnTo>
                  <a:close/>
                  <a:moveTo>
                    <a:pt x="1544386" y="1926738"/>
                  </a:moveTo>
                  <a:lnTo>
                    <a:pt x="1608317" y="2008953"/>
                  </a:lnTo>
                  <a:lnTo>
                    <a:pt x="1642029" y="1970516"/>
                  </a:lnTo>
                  <a:close/>
                  <a:moveTo>
                    <a:pt x="113795" y="200220"/>
                  </a:moveTo>
                  <a:lnTo>
                    <a:pt x="113693" y="188547"/>
                  </a:lnTo>
                  <a:lnTo>
                    <a:pt x="85777" y="111150"/>
                  </a:lnTo>
                  <a:close/>
                  <a:moveTo>
                    <a:pt x="1799415" y="2052731"/>
                  </a:moveTo>
                  <a:lnTo>
                    <a:pt x="1889217" y="2016671"/>
                  </a:lnTo>
                  <a:lnTo>
                    <a:pt x="1764823" y="2032142"/>
                  </a:lnTo>
                  <a:close/>
                  <a:moveTo>
                    <a:pt x="1764823" y="2032142"/>
                  </a:moveTo>
                  <a:lnTo>
                    <a:pt x="1889217" y="2016671"/>
                  </a:lnTo>
                  <a:lnTo>
                    <a:pt x="1891157" y="2010622"/>
                  </a:lnTo>
                  <a:close/>
                  <a:moveTo>
                    <a:pt x="1765513" y="1849865"/>
                  </a:moveTo>
                  <a:lnTo>
                    <a:pt x="1770916" y="1852070"/>
                  </a:lnTo>
                  <a:lnTo>
                    <a:pt x="1767450" y="1826763"/>
                  </a:lnTo>
                  <a:close/>
                  <a:moveTo>
                    <a:pt x="1776367" y="1860100"/>
                  </a:moveTo>
                  <a:lnTo>
                    <a:pt x="1770916" y="1852070"/>
                  </a:lnTo>
                  <a:lnTo>
                    <a:pt x="1765513" y="1849865"/>
                  </a:lnTo>
                  <a:close/>
                  <a:moveTo>
                    <a:pt x="259082" y="130940"/>
                  </a:moveTo>
                  <a:lnTo>
                    <a:pt x="322408" y="140049"/>
                  </a:lnTo>
                  <a:lnTo>
                    <a:pt x="315559" y="45525"/>
                  </a:lnTo>
                  <a:close/>
                  <a:moveTo>
                    <a:pt x="259082" y="130940"/>
                  </a:moveTo>
                  <a:lnTo>
                    <a:pt x="315559" y="45525"/>
                  </a:lnTo>
                  <a:lnTo>
                    <a:pt x="238005" y="47983"/>
                  </a:lnTo>
                  <a:close/>
                  <a:moveTo>
                    <a:pt x="238005" y="47983"/>
                  </a:moveTo>
                  <a:lnTo>
                    <a:pt x="315559" y="45525"/>
                  </a:lnTo>
                  <a:lnTo>
                    <a:pt x="235430" y="0"/>
                  </a:lnTo>
                  <a:close/>
                  <a:moveTo>
                    <a:pt x="2124672" y="2343155"/>
                  </a:moveTo>
                  <a:lnTo>
                    <a:pt x="2066693" y="2293846"/>
                  </a:lnTo>
                  <a:lnTo>
                    <a:pt x="2126256" y="2345515"/>
                  </a:lnTo>
                  <a:close/>
                  <a:moveTo>
                    <a:pt x="2124672" y="2343155"/>
                  </a:moveTo>
                  <a:lnTo>
                    <a:pt x="2083746" y="2260940"/>
                  </a:lnTo>
                  <a:lnTo>
                    <a:pt x="2066693" y="2293846"/>
                  </a:lnTo>
                  <a:close/>
                  <a:moveTo>
                    <a:pt x="1970055" y="2026952"/>
                  </a:moveTo>
                  <a:lnTo>
                    <a:pt x="2057075" y="2073648"/>
                  </a:lnTo>
                  <a:lnTo>
                    <a:pt x="2102994" y="2030130"/>
                  </a:lnTo>
                  <a:close/>
                  <a:moveTo>
                    <a:pt x="2019019" y="1994817"/>
                  </a:moveTo>
                  <a:lnTo>
                    <a:pt x="1970055" y="2026952"/>
                  </a:lnTo>
                  <a:lnTo>
                    <a:pt x="2102994" y="2030130"/>
                  </a:lnTo>
                  <a:close/>
                  <a:moveTo>
                    <a:pt x="1776367" y="1860100"/>
                  </a:moveTo>
                  <a:lnTo>
                    <a:pt x="1765513" y="1849865"/>
                  </a:lnTo>
                  <a:lnTo>
                    <a:pt x="1785946" y="1811429"/>
                  </a:lnTo>
                  <a:close/>
                  <a:moveTo>
                    <a:pt x="1974971" y="1830128"/>
                  </a:moveTo>
                  <a:lnTo>
                    <a:pt x="1950513" y="1811429"/>
                  </a:lnTo>
                  <a:lnTo>
                    <a:pt x="1959936" y="1819585"/>
                  </a:lnTo>
                  <a:close/>
                  <a:moveTo>
                    <a:pt x="1785946" y="1811429"/>
                  </a:moveTo>
                  <a:lnTo>
                    <a:pt x="1767450" y="1826763"/>
                  </a:lnTo>
                  <a:lnTo>
                    <a:pt x="1693944" y="1753963"/>
                  </a:lnTo>
                  <a:close/>
                  <a:moveTo>
                    <a:pt x="1765513" y="1849865"/>
                  </a:moveTo>
                  <a:lnTo>
                    <a:pt x="1767450" y="1826763"/>
                  </a:lnTo>
                  <a:lnTo>
                    <a:pt x="1785946" y="1811429"/>
                  </a:lnTo>
                  <a:close/>
                  <a:moveTo>
                    <a:pt x="1300640" y="1153707"/>
                  </a:moveTo>
                  <a:lnTo>
                    <a:pt x="1232725" y="1185913"/>
                  </a:lnTo>
                  <a:lnTo>
                    <a:pt x="1267016" y="1274359"/>
                  </a:lnTo>
                  <a:close/>
                  <a:moveTo>
                    <a:pt x="1375908" y="1262281"/>
                  </a:moveTo>
                  <a:lnTo>
                    <a:pt x="1329259" y="1303071"/>
                  </a:lnTo>
                  <a:lnTo>
                    <a:pt x="1456129" y="1283554"/>
                  </a:lnTo>
                  <a:close/>
                  <a:moveTo>
                    <a:pt x="1220502" y="1175101"/>
                  </a:moveTo>
                  <a:lnTo>
                    <a:pt x="1232725" y="1185913"/>
                  </a:lnTo>
                  <a:lnTo>
                    <a:pt x="1329616" y="1089201"/>
                  </a:lnTo>
                  <a:close/>
                  <a:moveTo>
                    <a:pt x="1157346" y="1002429"/>
                  </a:moveTo>
                  <a:lnTo>
                    <a:pt x="1127423" y="1105754"/>
                  </a:lnTo>
                  <a:lnTo>
                    <a:pt x="1241081" y="1036840"/>
                  </a:lnTo>
                  <a:close/>
                  <a:moveTo>
                    <a:pt x="1241081" y="1036840"/>
                  </a:moveTo>
                  <a:lnTo>
                    <a:pt x="1196982" y="1087163"/>
                  </a:lnTo>
                  <a:lnTo>
                    <a:pt x="1320326" y="1054468"/>
                  </a:lnTo>
                  <a:close/>
                  <a:moveTo>
                    <a:pt x="1764975" y="1646998"/>
                  </a:moveTo>
                  <a:lnTo>
                    <a:pt x="1710105" y="1564783"/>
                  </a:lnTo>
                  <a:lnTo>
                    <a:pt x="1726053" y="1588267"/>
                  </a:lnTo>
                  <a:close/>
                  <a:moveTo>
                    <a:pt x="2102994" y="2030130"/>
                  </a:moveTo>
                  <a:lnTo>
                    <a:pt x="2115346" y="1954016"/>
                  </a:lnTo>
                  <a:lnTo>
                    <a:pt x="2019019" y="1994817"/>
                  </a:lnTo>
                  <a:close/>
                  <a:moveTo>
                    <a:pt x="2019019" y="1994817"/>
                  </a:moveTo>
                  <a:lnTo>
                    <a:pt x="2115346" y="1954016"/>
                  </a:lnTo>
                  <a:lnTo>
                    <a:pt x="2032370" y="1960882"/>
                  </a:lnTo>
                  <a:close/>
                  <a:moveTo>
                    <a:pt x="2032370" y="1960882"/>
                  </a:moveTo>
                  <a:lnTo>
                    <a:pt x="2046287" y="1893644"/>
                  </a:lnTo>
                  <a:lnTo>
                    <a:pt x="2001431" y="1929061"/>
                  </a:lnTo>
                  <a:close/>
                  <a:moveTo>
                    <a:pt x="1954466" y="1863532"/>
                  </a:moveTo>
                  <a:lnTo>
                    <a:pt x="1983215" y="1893644"/>
                  </a:lnTo>
                  <a:lnTo>
                    <a:pt x="1897632" y="1819627"/>
                  </a:lnTo>
                  <a:close/>
                  <a:moveTo>
                    <a:pt x="1950513" y="1811429"/>
                  </a:moveTo>
                  <a:lnTo>
                    <a:pt x="1974971" y="1830128"/>
                  </a:lnTo>
                  <a:lnTo>
                    <a:pt x="1972661" y="1809240"/>
                  </a:lnTo>
                  <a:close/>
                  <a:moveTo>
                    <a:pt x="1785078" y="1677464"/>
                  </a:moveTo>
                  <a:lnTo>
                    <a:pt x="1912480" y="1697482"/>
                  </a:lnTo>
                  <a:lnTo>
                    <a:pt x="1916118" y="1673542"/>
                  </a:lnTo>
                  <a:close/>
                  <a:moveTo>
                    <a:pt x="1370576" y="1134435"/>
                  </a:moveTo>
                  <a:lnTo>
                    <a:pt x="1403479" y="1086706"/>
                  </a:lnTo>
                  <a:lnTo>
                    <a:pt x="1329616" y="1089201"/>
                  </a:lnTo>
                  <a:close/>
                  <a:moveTo>
                    <a:pt x="1192327" y="786410"/>
                  </a:moveTo>
                  <a:lnTo>
                    <a:pt x="1195960" y="868626"/>
                  </a:lnTo>
                  <a:lnTo>
                    <a:pt x="1159151" y="824848"/>
                  </a:lnTo>
                  <a:close/>
                  <a:moveTo>
                    <a:pt x="667852" y="128690"/>
                  </a:moveTo>
                  <a:lnTo>
                    <a:pt x="651454" y="225613"/>
                  </a:lnTo>
                  <a:lnTo>
                    <a:pt x="678601" y="132339"/>
                  </a:lnTo>
                  <a:close/>
                  <a:moveTo>
                    <a:pt x="720941" y="128690"/>
                  </a:moveTo>
                  <a:lnTo>
                    <a:pt x="678601" y="132339"/>
                  </a:lnTo>
                  <a:lnTo>
                    <a:pt x="651454" y="225613"/>
                  </a:lnTo>
                  <a:close/>
                  <a:moveTo>
                    <a:pt x="597668" y="87971"/>
                  </a:moveTo>
                  <a:lnTo>
                    <a:pt x="667852" y="128690"/>
                  </a:lnTo>
                  <a:lnTo>
                    <a:pt x="548300" y="77587"/>
                  </a:lnTo>
                  <a:close/>
                  <a:moveTo>
                    <a:pt x="1439857" y="1007514"/>
                  </a:moveTo>
                  <a:lnTo>
                    <a:pt x="1485731" y="963826"/>
                  </a:lnTo>
                  <a:lnTo>
                    <a:pt x="1351489" y="955777"/>
                  </a:lnTo>
                  <a:close/>
                  <a:moveTo>
                    <a:pt x="1261476" y="682688"/>
                  </a:moveTo>
                  <a:lnTo>
                    <a:pt x="1339977" y="758942"/>
                  </a:lnTo>
                  <a:lnTo>
                    <a:pt x="1351312" y="739915"/>
                  </a:lnTo>
                  <a:close/>
                  <a:moveTo>
                    <a:pt x="1339977" y="758942"/>
                  </a:moveTo>
                  <a:lnTo>
                    <a:pt x="1380434" y="747974"/>
                  </a:lnTo>
                  <a:lnTo>
                    <a:pt x="1351312" y="739915"/>
                  </a:lnTo>
                  <a:close/>
                  <a:moveTo>
                    <a:pt x="910593" y="365194"/>
                  </a:moveTo>
                  <a:lnTo>
                    <a:pt x="906379" y="406214"/>
                  </a:lnTo>
                  <a:lnTo>
                    <a:pt x="914381" y="375335"/>
                  </a:lnTo>
                  <a:close/>
                  <a:moveTo>
                    <a:pt x="910593" y="365194"/>
                  </a:moveTo>
                  <a:lnTo>
                    <a:pt x="914381" y="375335"/>
                  </a:lnTo>
                  <a:lnTo>
                    <a:pt x="884781" y="325464"/>
                  </a:lnTo>
                  <a:close/>
                  <a:moveTo>
                    <a:pt x="1553369" y="906827"/>
                  </a:moveTo>
                  <a:lnTo>
                    <a:pt x="1529734" y="825949"/>
                  </a:lnTo>
                  <a:lnTo>
                    <a:pt x="1504806" y="885715"/>
                  </a:lnTo>
                  <a:close/>
                  <a:moveTo>
                    <a:pt x="1484613" y="744446"/>
                  </a:moveTo>
                  <a:lnTo>
                    <a:pt x="1479421" y="830189"/>
                  </a:lnTo>
                  <a:lnTo>
                    <a:pt x="1513526" y="739034"/>
                  </a:lnTo>
                  <a:close/>
                  <a:moveTo>
                    <a:pt x="1513526" y="739034"/>
                  </a:moveTo>
                  <a:lnTo>
                    <a:pt x="1479421" y="830189"/>
                  </a:lnTo>
                  <a:lnTo>
                    <a:pt x="1529734" y="825949"/>
                  </a:lnTo>
                  <a:close/>
                  <a:moveTo>
                    <a:pt x="1535973" y="620693"/>
                  </a:moveTo>
                  <a:lnTo>
                    <a:pt x="1522737" y="608326"/>
                  </a:lnTo>
                  <a:lnTo>
                    <a:pt x="1475743" y="609067"/>
                  </a:lnTo>
                  <a:close/>
                  <a:moveTo>
                    <a:pt x="1535973" y="620693"/>
                  </a:moveTo>
                  <a:lnTo>
                    <a:pt x="1533542" y="648723"/>
                  </a:lnTo>
                  <a:lnTo>
                    <a:pt x="1549332" y="627323"/>
                  </a:lnTo>
                  <a:close/>
                  <a:moveTo>
                    <a:pt x="1535973" y="620693"/>
                  </a:moveTo>
                  <a:lnTo>
                    <a:pt x="1549332" y="627323"/>
                  </a:lnTo>
                  <a:lnTo>
                    <a:pt x="1522737" y="60832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58" name="Candidate_density__2057">
              <a:extLst>
                <a:ext uri="{FF2B5EF4-FFF2-40B4-BE49-F238E27FC236}">
                  <a16:creationId xmlns:a16="http://schemas.microsoft.com/office/drawing/2014/main" id="{235C70DC-4931-71CB-8882-0F766F8ACB23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316537"/>
              <a:ext cx="2189467" cy="2786361"/>
            </a:xfrm>
            <a:custGeom>
              <a:avLst/>
              <a:gdLst/>
              <a:ahLst/>
              <a:cxnLst/>
              <a:rect l="0" t="0" r="0" b="0"/>
              <a:pathLst>
                <a:path w="2189467" h="2786361">
                  <a:moveTo>
                    <a:pt x="8940" y="2481179"/>
                  </a:moveTo>
                  <a:lnTo>
                    <a:pt x="9882" y="2477599"/>
                  </a:lnTo>
                  <a:lnTo>
                    <a:pt x="0" y="2518347"/>
                  </a:lnTo>
                  <a:close/>
                  <a:moveTo>
                    <a:pt x="0" y="2518347"/>
                  </a:moveTo>
                  <a:lnTo>
                    <a:pt x="9882" y="2477599"/>
                  </a:lnTo>
                  <a:lnTo>
                    <a:pt x="59232" y="2397696"/>
                  </a:lnTo>
                  <a:close/>
                  <a:moveTo>
                    <a:pt x="9582" y="2479911"/>
                  </a:moveTo>
                  <a:lnTo>
                    <a:pt x="8940" y="2481179"/>
                  </a:lnTo>
                  <a:lnTo>
                    <a:pt x="12688" y="2488093"/>
                  </a:lnTo>
                  <a:close/>
                  <a:moveTo>
                    <a:pt x="9882" y="2477599"/>
                  </a:moveTo>
                  <a:lnTo>
                    <a:pt x="8940" y="2481179"/>
                  </a:lnTo>
                  <a:lnTo>
                    <a:pt x="9582" y="2479911"/>
                  </a:lnTo>
                  <a:close/>
                  <a:moveTo>
                    <a:pt x="9582" y="2479911"/>
                  </a:moveTo>
                  <a:lnTo>
                    <a:pt x="12688" y="2488093"/>
                  </a:lnTo>
                  <a:lnTo>
                    <a:pt x="37802" y="2457715"/>
                  </a:lnTo>
                  <a:close/>
                  <a:moveTo>
                    <a:pt x="9882" y="2477599"/>
                  </a:moveTo>
                  <a:lnTo>
                    <a:pt x="9582" y="2479911"/>
                  </a:lnTo>
                  <a:lnTo>
                    <a:pt x="37802" y="2457715"/>
                  </a:lnTo>
                  <a:close/>
                  <a:moveTo>
                    <a:pt x="190177" y="2379176"/>
                  </a:moveTo>
                  <a:lnTo>
                    <a:pt x="117860" y="2387452"/>
                  </a:lnTo>
                  <a:lnTo>
                    <a:pt x="236638" y="2337683"/>
                  </a:lnTo>
                  <a:close/>
                  <a:moveTo>
                    <a:pt x="273335" y="2200171"/>
                  </a:moveTo>
                  <a:lnTo>
                    <a:pt x="300208" y="2225974"/>
                  </a:lnTo>
                  <a:lnTo>
                    <a:pt x="261450" y="2215249"/>
                  </a:lnTo>
                  <a:close/>
                  <a:moveTo>
                    <a:pt x="323873" y="2169983"/>
                  </a:moveTo>
                  <a:lnTo>
                    <a:pt x="300208" y="2225974"/>
                  </a:lnTo>
                  <a:lnTo>
                    <a:pt x="273335" y="2200171"/>
                  </a:lnTo>
                  <a:close/>
                  <a:moveTo>
                    <a:pt x="432040" y="2080540"/>
                  </a:moveTo>
                  <a:lnTo>
                    <a:pt x="360317" y="2177107"/>
                  </a:lnTo>
                  <a:lnTo>
                    <a:pt x="396367" y="2161735"/>
                  </a:lnTo>
                  <a:close/>
                  <a:moveTo>
                    <a:pt x="323873" y="2169983"/>
                  </a:moveTo>
                  <a:lnTo>
                    <a:pt x="360317" y="2177107"/>
                  </a:lnTo>
                  <a:lnTo>
                    <a:pt x="432040" y="2080540"/>
                  </a:lnTo>
                  <a:close/>
                  <a:moveTo>
                    <a:pt x="435689" y="2079520"/>
                  </a:moveTo>
                  <a:lnTo>
                    <a:pt x="463168" y="1981719"/>
                  </a:lnTo>
                  <a:lnTo>
                    <a:pt x="468271" y="1958868"/>
                  </a:lnTo>
                  <a:close/>
                  <a:moveTo>
                    <a:pt x="863465" y="1970925"/>
                  </a:moveTo>
                  <a:lnTo>
                    <a:pt x="885739" y="2046425"/>
                  </a:lnTo>
                  <a:lnTo>
                    <a:pt x="863360" y="1964210"/>
                  </a:lnTo>
                  <a:close/>
                  <a:moveTo>
                    <a:pt x="586006" y="1914626"/>
                  </a:moveTo>
                  <a:lnTo>
                    <a:pt x="678445" y="1799974"/>
                  </a:lnTo>
                  <a:lnTo>
                    <a:pt x="586976" y="1813744"/>
                  </a:lnTo>
                  <a:close/>
                  <a:moveTo>
                    <a:pt x="678445" y="1799974"/>
                  </a:moveTo>
                  <a:lnTo>
                    <a:pt x="766333" y="1848827"/>
                  </a:lnTo>
                  <a:lnTo>
                    <a:pt x="679244" y="1799780"/>
                  </a:lnTo>
                  <a:close/>
                  <a:moveTo>
                    <a:pt x="586976" y="1813744"/>
                  </a:moveTo>
                  <a:lnTo>
                    <a:pt x="678445" y="1799974"/>
                  </a:lnTo>
                  <a:lnTo>
                    <a:pt x="656237" y="1717937"/>
                  </a:lnTo>
                  <a:close/>
                  <a:moveTo>
                    <a:pt x="679244" y="1799780"/>
                  </a:moveTo>
                  <a:lnTo>
                    <a:pt x="733957" y="1727777"/>
                  </a:lnTo>
                  <a:lnTo>
                    <a:pt x="678445" y="1799974"/>
                  </a:lnTo>
                  <a:close/>
                  <a:moveTo>
                    <a:pt x="678445" y="1799974"/>
                  </a:moveTo>
                  <a:lnTo>
                    <a:pt x="733957" y="1727777"/>
                  </a:lnTo>
                  <a:lnTo>
                    <a:pt x="722061" y="1725016"/>
                  </a:lnTo>
                  <a:close/>
                  <a:moveTo>
                    <a:pt x="678445" y="1799974"/>
                  </a:moveTo>
                  <a:lnTo>
                    <a:pt x="722061" y="1725016"/>
                  </a:lnTo>
                  <a:lnTo>
                    <a:pt x="656237" y="1717937"/>
                  </a:lnTo>
                  <a:close/>
                  <a:moveTo>
                    <a:pt x="595378" y="1703513"/>
                  </a:moveTo>
                  <a:lnTo>
                    <a:pt x="559253" y="1736191"/>
                  </a:lnTo>
                  <a:lnTo>
                    <a:pt x="656237" y="1717937"/>
                  </a:lnTo>
                  <a:close/>
                  <a:moveTo>
                    <a:pt x="423205" y="1553135"/>
                  </a:moveTo>
                  <a:lnTo>
                    <a:pt x="408824" y="1470920"/>
                  </a:lnTo>
                  <a:lnTo>
                    <a:pt x="421067" y="1487666"/>
                  </a:lnTo>
                  <a:close/>
                  <a:moveTo>
                    <a:pt x="421067" y="1487666"/>
                  </a:moveTo>
                  <a:lnTo>
                    <a:pt x="408824" y="1470920"/>
                  </a:lnTo>
                  <a:lnTo>
                    <a:pt x="432090" y="1435118"/>
                  </a:lnTo>
                  <a:close/>
                  <a:moveTo>
                    <a:pt x="1527384" y="2743664"/>
                  </a:moveTo>
                  <a:lnTo>
                    <a:pt x="1503781" y="2786361"/>
                  </a:lnTo>
                  <a:lnTo>
                    <a:pt x="1574860" y="2757049"/>
                  </a:lnTo>
                  <a:close/>
                  <a:moveTo>
                    <a:pt x="896335" y="2044295"/>
                  </a:moveTo>
                  <a:lnTo>
                    <a:pt x="895082" y="2051536"/>
                  </a:lnTo>
                  <a:lnTo>
                    <a:pt x="994855" y="2007989"/>
                  </a:lnTo>
                  <a:close/>
                  <a:moveTo>
                    <a:pt x="885739" y="2046425"/>
                  </a:moveTo>
                  <a:lnTo>
                    <a:pt x="895082" y="2051536"/>
                  </a:lnTo>
                  <a:lnTo>
                    <a:pt x="896335" y="2044295"/>
                  </a:lnTo>
                  <a:close/>
                  <a:moveTo>
                    <a:pt x="863360" y="1964210"/>
                  </a:moveTo>
                  <a:lnTo>
                    <a:pt x="885739" y="2046425"/>
                  </a:lnTo>
                  <a:lnTo>
                    <a:pt x="896335" y="2044295"/>
                  </a:lnTo>
                  <a:close/>
                  <a:moveTo>
                    <a:pt x="994855" y="2007989"/>
                  </a:moveTo>
                  <a:lnTo>
                    <a:pt x="975320" y="1925773"/>
                  </a:lnTo>
                  <a:lnTo>
                    <a:pt x="896335" y="2044295"/>
                  </a:lnTo>
                  <a:close/>
                  <a:moveTo>
                    <a:pt x="975320" y="1925773"/>
                  </a:moveTo>
                  <a:lnTo>
                    <a:pt x="883722" y="1954457"/>
                  </a:lnTo>
                  <a:lnTo>
                    <a:pt x="896335" y="2044295"/>
                  </a:lnTo>
                  <a:close/>
                  <a:moveTo>
                    <a:pt x="824668" y="1761344"/>
                  </a:moveTo>
                  <a:lnTo>
                    <a:pt x="766333" y="1848827"/>
                  </a:lnTo>
                  <a:lnTo>
                    <a:pt x="797164" y="1881995"/>
                  </a:lnTo>
                  <a:close/>
                  <a:moveTo>
                    <a:pt x="824668" y="1761344"/>
                  </a:moveTo>
                  <a:lnTo>
                    <a:pt x="797164" y="1881995"/>
                  </a:lnTo>
                  <a:lnTo>
                    <a:pt x="852163" y="1843558"/>
                  </a:lnTo>
                  <a:close/>
                  <a:moveTo>
                    <a:pt x="679244" y="1799780"/>
                  </a:moveTo>
                  <a:lnTo>
                    <a:pt x="766333" y="1848827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679244" y="1799780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784696" y="1774186"/>
                  </a:lnTo>
                  <a:lnTo>
                    <a:pt x="859365" y="1702797"/>
                  </a:lnTo>
                  <a:close/>
                  <a:moveTo>
                    <a:pt x="537937" y="1353152"/>
                  </a:moveTo>
                  <a:lnTo>
                    <a:pt x="545169" y="1364043"/>
                  </a:lnTo>
                  <a:lnTo>
                    <a:pt x="626221" y="1388426"/>
                  </a:lnTo>
                  <a:close/>
                  <a:moveTo>
                    <a:pt x="1576223" y="2583494"/>
                  </a:moveTo>
                  <a:lnTo>
                    <a:pt x="1630567" y="2665710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576223" y="2583494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635117" y="2545058"/>
                  </a:lnTo>
                  <a:lnTo>
                    <a:pt x="1585786" y="2462843"/>
                  </a:lnTo>
                  <a:close/>
                  <a:moveTo>
                    <a:pt x="1585786" y="2462843"/>
                  </a:moveTo>
                  <a:lnTo>
                    <a:pt x="1498336" y="2419064"/>
                  </a:lnTo>
                  <a:lnTo>
                    <a:pt x="1536482" y="2501279"/>
                  </a:lnTo>
                  <a:close/>
                  <a:moveTo>
                    <a:pt x="975320" y="1925773"/>
                  </a:moveTo>
                  <a:lnTo>
                    <a:pt x="1027662" y="1998120"/>
                  </a:lnTo>
                  <a:lnTo>
                    <a:pt x="999820" y="1920663"/>
                  </a:lnTo>
                  <a:close/>
                  <a:moveTo>
                    <a:pt x="975320" y="1925773"/>
                  </a:moveTo>
                  <a:lnTo>
                    <a:pt x="994855" y="2007989"/>
                  </a:lnTo>
                  <a:lnTo>
                    <a:pt x="1027662" y="1998120"/>
                  </a:lnTo>
                  <a:close/>
                  <a:moveTo>
                    <a:pt x="999820" y="1920663"/>
                  </a:moveTo>
                  <a:lnTo>
                    <a:pt x="1027662" y="1998120"/>
                  </a:lnTo>
                  <a:lnTo>
                    <a:pt x="1081780" y="1914623"/>
                  </a:lnTo>
                  <a:close/>
                  <a:moveTo>
                    <a:pt x="999820" y="1920663"/>
                  </a:moveTo>
                  <a:lnTo>
                    <a:pt x="913107" y="1903729"/>
                  </a:lnTo>
                  <a:lnTo>
                    <a:pt x="975320" y="1925773"/>
                  </a:lnTo>
                  <a:close/>
                  <a:moveTo>
                    <a:pt x="929884" y="1816836"/>
                  </a:moveTo>
                  <a:lnTo>
                    <a:pt x="913107" y="1903729"/>
                  </a:lnTo>
                  <a:lnTo>
                    <a:pt x="999820" y="1920663"/>
                  </a:lnTo>
                  <a:close/>
                  <a:moveTo>
                    <a:pt x="824668" y="1761344"/>
                  </a:moveTo>
                  <a:lnTo>
                    <a:pt x="852163" y="1843558"/>
                  </a:lnTo>
                  <a:lnTo>
                    <a:pt x="929884" y="1816836"/>
                  </a:lnTo>
                  <a:close/>
                  <a:moveTo>
                    <a:pt x="929884" y="1816836"/>
                  </a:moveTo>
                  <a:lnTo>
                    <a:pt x="991499" y="1827336"/>
                  </a:lnTo>
                  <a:lnTo>
                    <a:pt x="996473" y="1723200"/>
                  </a:lnTo>
                  <a:close/>
                  <a:moveTo>
                    <a:pt x="626221" y="1388426"/>
                  </a:moveTo>
                  <a:lnTo>
                    <a:pt x="545169" y="1364043"/>
                  </a:lnTo>
                  <a:lnTo>
                    <a:pt x="675734" y="1358344"/>
                  </a:lnTo>
                  <a:close/>
                  <a:moveTo>
                    <a:pt x="626221" y="1388426"/>
                  </a:moveTo>
                  <a:lnTo>
                    <a:pt x="675734" y="1358344"/>
                  </a:lnTo>
                  <a:lnTo>
                    <a:pt x="662585" y="1350268"/>
                  </a:lnTo>
                  <a:close/>
                  <a:moveTo>
                    <a:pt x="675734" y="1358344"/>
                  </a:moveTo>
                  <a:lnTo>
                    <a:pt x="732048" y="1311831"/>
                  </a:lnTo>
                  <a:lnTo>
                    <a:pt x="662585" y="1350268"/>
                  </a:lnTo>
                  <a:close/>
                  <a:moveTo>
                    <a:pt x="1635117" y="2545058"/>
                  </a:moveTo>
                  <a:lnTo>
                    <a:pt x="1676801" y="2593247"/>
                  </a:lnTo>
                  <a:lnTo>
                    <a:pt x="1683330" y="2529271"/>
                  </a:lnTo>
                  <a:close/>
                  <a:moveTo>
                    <a:pt x="1585786" y="2462843"/>
                  </a:moveTo>
                  <a:lnTo>
                    <a:pt x="1683330" y="2529271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35117" y="2545058"/>
                  </a:lnTo>
                  <a:lnTo>
                    <a:pt x="1683330" y="2529271"/>
                  </a:lnTo>
                  <a:close/>
                  <a:moveTo>
                    <a:pt x="1768022" y="2521011"/>
                  </a:moveTo>
                  <a:lnTo>
                    <a:pt x="1683330" y="2529271"/>
                  </a:lnTo>
                  <a:lnTo>
                    <a:pt x="1676801" y="2593247"/>
                  </a:lnTo>
                  <a:close/>
                  <a:moveTo>
                    <a:pt x="1683330" y="2529271"/>
                  </a:moveTo>
                  <a:lnTo>
                    <a:pt x="1768022" y="2521011"/>
                  </a:lnTo>
                  <a:lnTo>
                    <a:pt x="1754597" y="2431833"/>
                  </a:lnTo>
                  <a:close/>
                  <a:moveTo>
                    <a:pt x="1683330" y="2529271"/>
                  </a:moveTo>
                  <a:lnTo>
                    <a:pt x="1754597" y="2431833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72064" y="2438338"/>
                  </a:lnTo>
                  <a:lnTo>
                    <a:pt x="1561581" y="2441114"/>
                  </a:lnTo>
                  <a:close/>
                  <a:moveTo>
                    <a:pt x="1081122" y="1684471"/>
                  </a:moveTo>
                  <a:lnTo>
                    <a:pt x="1086518" y="1779566"/>
                  </a:lnTo>
                  <a:lnTo>
                    <a:pt x="1130059" y="1727158"/>
                  </a:lnTo>
                  <a:close/>
                  <a:moveTo>
                    <a:pt x="1081122" y="1684471"/>
                  </a:moveTo>
                  <a:lnTo>
                    <a:pt x="997054" y="1722907"/>
                  </a:lnTo>
                  <a:lnTo>
                    <a:pt x="1086518" y="1779566"/>
                  </a:lnTo>
                  <a:close/>
                  <a:moveTo>
                    <a:pt x="1102945" y="1625783"/>
                  </a:moveTo>
                  <a:lnTo>
                    <a:pt x="1058652" y="1675380"/>
                  </a:lnTo>
                  <a:lnTo>
                    <a:pt x="997054" y="1722907"/>
                  </a:lnTo>
                  <a:close/>
                  <a:moveTo>
                    <a:pt x="751139" y="1301007"/>
                  </a:moveTo>
                  <a:lnTo>
                    <a:pt x="732048" y="1311831"/>
                  </a:lnTo>
                  <a:lnTo>
                    <a:pt x="786939" y="1280260"/>
                  </a:lnTo>
                  <a:close/>
                  <a:moveTo>
                    <a:pt x="786939" y="1280260"/>
                  </a:moveTo>
                  <a:lnTo>
                    <a:pt x="675734" y="1358344"/>
                  </a:lnTo>
                  <a:lnTo>
                    <a:pt x="720197" y="1309384"/>
                  </a:lnTo>
                  <a:close/>
                  <a:moveTo>
                    <a:pt x="751139" y="1301007"/>
                  </a:moveTo>
                  <a:lnTo>
                    <a:pt x="786939" y="1280260"/>
                  </a:lnTo>
                  <a:lnTo>
                    <a:pt x="845718" y="1273395"/>
                  </a:lnTo>
                  <a:close/>
                  <a:moveTo>
                    <a:pt x="465976" y="1050787"/>
                  </a:moveTo>
                  <a:lnTo>
                    <a:pt x="569758" y="1027005"/>
                  </a:lnTo>
                  <a:lnTo>
                    <a:pt x="518000" y="1047263"/>
                  </a:lnTo>
                  <a:close/>
                  <a:moveTo>
                    <a:pt x="569758" y="1027005"/>
                  </a:moveTo>
                  <a:lnTo>
                    <a:pt x="465976" y="1050787"/>
                  </a:lnTo>
                  <a:lnTo>
                    <a:pt x="570099" y="1026845"/>
                  </a:lnTo>
                  <a:close/>
                  <a:moveTo>
                    <a:pt x="640996" y="1013262"/>
                  </a:moveTo>
                  <a:lnTo>
                    <a:pt x="569758" y="1027005"/>
                  </a:lnTo>
                  <a:lnTo>
                    <a:pt x="570570" y="1026749"/>
                  </a:lnTo>
                  <a:close/>
                  <a:moveTo>
                    <a:pt x="518000" y="1047263"/>
                  </a:moveTo>
                  <a:lnTo>
                    <a:pt x="569758" y="1027005"/>
                  </a:lnTo>
                  <a:lnTo>
                    <a:pt x="640996" y="1013262"/>
                  </a:lnTo>
                  <a:close/>
                  <a:moveTo>
                    <a:pt x="569758" y="1027005"/>
                  </a:moveTo>
                  <a:lnTo>
                    <a:pt x="570099" y="1026845"/>
                  </a:lnTo>
                  <a:lnTo>
                    <a:pt x="570570" y="1026749"/>
                  </a:lnTo>
                  <a:close/>
                  <a:moveTo>
                    <a:pt x="1830957" y="2506621"/>
                  </a:moveTo>
                  <a:lnTo>
                    <a:pt x="1853912" y="2588836"/>
                  </a:lnTo>
                  <a:lnTo>
                    <a:pt x="1861300" y="2550400"/>
                  </a:lnTo>
                  <a:close/>
                  <a:moveTo>
                    <a:pt x="1081122" y="1684471"/>
                  </a:moveTo>
                  <a:lnTo>
                    <a:pt x="1139346" y="1567547"/>
                  </a:lnTo>
                  <a:lnTo>
                    <a:pt x="1102945" y="1625783"/>
                  </a:lnTo>
                  <a:close/>
                  <a:moveTo>
                    <a:pt x="1865975" y="2100888"/>
                  </a:moveTo>
                  <a:lnTo>
                    <a:pt x="1830514" y="2180235"/>
                  </a:lnTo>
                  <a:lnTo>
                    <a:pt x="1867280" y="2102494"/>
                  </a:lnTo>
                  <a:close/>
                  <a:moveTo>
                    <a:pt x="2172582" y="2391312"/>
                  </a:moveTo>
                  <a:lnTo>
                    <a:pt x="2157971" y="2353367"/>
                  </a:lnTo>
                  <a:lnTo>
                    <a:pt x="2133501" y="2429749"/>
                  </a:lnTo>
                  <a:close/>
                  <a:moveTo>
                    <a:pt x="1865975" y="2100888"/>
                  </a:moveTo>
                  <a:lnTo>
                    <a:pt x="1867280" y="2102494"/>
                  </a:lnTo>
                  <a:lnTo>
                    <a:pt x="1867532" y="2100334"/>
                  </a:lnTo>
                  <a:close/>
                  <a:moveTo>
                    <a:pt x="1799415" y="2018673"/>
                  </a:moveTo>
                  <a:lnTo>
                    <a:pt x="1865975" y="2100888"/>
                  </a:lnTo>
                  <a:lnTo>
                    <a:pt x="1867532" y="2100334"/>
                  </a:lnTo>
                  <a:close/>
                  <a:moveTo>
                    <a:pt x="1952969" y="2091468"/>
                  </a:moveTo>
                  <a:lnTo>
                    <a:pt x="1867280" y="2102494"/>
                  </a:lnTo>
                  <a:lnTo>
                    <a:pt x="1963312" y="2182882"/>
                  </a:lnTo>
                  <a:close/>
                  <a:moveTo>
                    <a:pt x="1952969" y="2091468"/>
                  </a:moveTo>
                  <a:lnTo>
                    <a:pt x="1867532" y="2100334"/>
                  </a:lnTo>
                  <a:lnTo>
                    <a:pt x="1867280" y="2102494"/>
                  </a:lnTo>
                  <a:close/>
                  <a:moveTo>
                    <a:pt x="1771053" y="1717808"/>
                  </a:moveTo>
                  <a:lnTo>
                    <a:pt x="1737071" y="1679121"/>
                  </a:lnTo>
                  <a:lnTo>
                    <a:pt x="1693944" y="1719905"/>
                  </a:lnTo>
                  <a:close/>
                  <a:moveTo>
                    <a:pt x="1891944" y="1764302"/>
                  </a:moveTo>
                  <a:lnTo>
                    <a:pt x="1819636" y="1695155"/>
                  </a:lnTo>
                  <a:lnTo>
                    <a:pt x="1767450" y="1792704"/>
                  </a:lnTo>
                  <a:close/>
                  <a:moveTo>
                    <a:pt x="1785078" y="1643405"/>
                  </a:moveTo>
                  <a:lnTo>
                    <a:pt x="1747431" y="1636921"/>
                  </a:lnTo>
                  <a:lnTo>
                    <a:pt x="1819636" y="1695155"/>
                  </a:lnTo>
                  <a:close/>
                  <a:moveTo>
                    <a:pt x="1819636" y="1695155"/>
                  </a:moveTo>
                  <a:lnTo>
                    <a:pt x="1747431" y="1636921"/>
                  </a:lnTo>
                  <a:lnTo>
                    <a:pt x="1735683" y="1651377"/>
                  </a:lnTo>
                  <a:close/>
                  <a:moveTo>
                    <a:pt x="1737071" y="1679121"/>
                  </a:moveTo>
                  <a:lnTo>
                    <a:pt x="1771053" y="1717808"/>
                  </a:lnTo>
                  <a:lnTo>
                    <a:pt x="1819636" y="1695155"/>
                  </a:lnTo>
                  <a:close/>
                  <a:moveTo>
                    <a:pt x="1735683" y="1651377"/>
                  </a:moveTo>
                  <a:lnTo>
                    <a:pt x="1737071" y="1679121"/>
                  </a:lnTo>
                  <a:lnTo>
                    <a:pt x="1819636" y="1695155"/>
                  </a:lnTo>
                  <a:close/>
                  <a:moveTo>
                    <a:pt x="1329616" y="1055143"/>
                  </a:moveTo>
                  <a:lnTo>
                    <a:pt x="1232725" y="1151855"/>
                  </a:lnTo>
                  <a:lnTo>
                    <a:pt x="1300640" y="1119649"/>
                  </a:lnTo>
                  <a:close/>
                  <a:moveTo>
                    <a:pt x="601220" y="400875"/>
                  </a:moveTo>
                  <a:lnTo>
                    <a:pt x="693753" y="386239"/>
                  </a:lnTo>
                  <a:lnTo>
                    <a:pt x="644350" y="326310"/>
                  </a:lnTo>
                  <a:close/>
                  <a:moveTo>
                    <a:pt x="525690" y="0"/>
                  </a:moveTo>
                  <a:lnTo>
                    <a:pt x="472805" y="89289"/>
                  </a:lnTo>
                  <a:lnTo>
                    <a:pt x="514868" y="50852"/>
                  </a:lnTo>
                  <a:close/>
                  <a:moveTo>
                    <a:pt x="1241081" y="1002782"/>
                  </a:moveTo>
                  <a:lnTo>
                    <a:pt x="1346614" y="916782"/>
                  </a:lnTo>
                  <a:lnTo>
                    <a:pt x="1240515" y="945337"/>
                  </a:lnTo>
                  <a:close/>
                  <a:moveTo>
                    <a:pt x="1351489" y="921719"/>
                  </a:moveTo>
                  <a:lnTo>
                    <a:pt x="1346614" y="916782"/>
                  </a:lnTo>
                  <a:lnTo>
                    <a:pt x="1241081" y="1002782"/>
                  </a:lnTo>
                  <a:close/>
                  <a:moveTo>
                    <a:pt x="1320326" y="1020410"/>
                  </a:moveTo>
                  <a:lnTo>
                    <a:pt x="1351489" y="921719"/>
                  </a:lnTo>
                  <a:lnTo>
                    <a:pt x="1241081" y="1002782"/>
                  </a:lnTo>
                  <a:close/>
                  <a:moveTo>
                    <a:pt x="1208101" y="879473"/>
                  </a:moveTo>
                  <a:lnTo>
                    <a:pt x="1240515" y="945337"/>
                  </a:lnTo>
                  <a:lnTo>
                    <a:pt x="1212451" y="873004"/>
                  </a:lnTo>
                  <a:close/>
                  <a:moveTo>
                    <a:pt x="1212451" y="873004"/>
                  </a:moveTo>
                  <a:lnTo>
                    <a:pt x="1240515" y="945337"/>
                  </a:lnTo>
                  <a:lnTo>
                    <a:pt x="1346614" y="916782"/>
                  </a:lnTo>
                  <a:close/>
                  <a:moveTo>
                    <a:pt x="1212451" y="873004"/>
                  </a:moveTo>
                  <a:lnTo>
                    <a:pt x="1346614" y="916782"/>
                  </a:lnTo>
                  <a:lnTo>
                    <a:pt x="1300600" y="834567"/>
                  </a:lnTo>
                  <a:close/>
                  <a:moveTo>
                    <a:pt x="1195146" y="790789"/>
                  </a:moveTo>
                  <a:lnTo>
                    <a:pt x="1212451" y="873004"/>
                  </a:lnTo>
                  <a:lnTo>
                    <a:pt x="1300600" y="834567"/>
                  </a:lnTo>
                  <a:close/>
                  <a:moveTo>
                    <a:pt x="1183753" y="708574"/>
                  </a:moveTo>
                  <a:lnTo>
                    <a:pt x="1270513" y="752352"/>
                  </a:lnTo>
                  <a:lnTo>
                    <a:pt x="1237185" y="670137"/>
                  </a:lnTo>
                  <a:close/>
                  <a:moveTo>
                    <a:pt x="812726" y="350108"/>
                  </a:moveTo>
                  <a:lnTo>
                    <a:pt x="906379" y="372155"/>
                  </a:lnTo>
                  <a:lnTo>
                    <a:pt x="866608" y="341277"/>
                  </a:lnTo>
                  <a:close/>
                  <a:moveTo>
                    <a:pt x="866608" y="341277"/>
                  </a:moveTo>
                  <a:lnTo>
                    <a:pt x="884781" y="291405"/>
                  </a:lnTo>
                  <a:lnTo>
                    <a:pt x="812726" y="350108"/>
                  </a:lnTo>
                  <a:close/>
                  <a:moveTo>
                    <a:pt x="812726" y="350108"/>
                  </a:moveTo>
                  <a:lnTo>
                    <a:pt x="884781" y="291405"/>
                  </a:lnTo>
                  <a:lnTo>
                    <a:pt x="870163" y="263913"/>
                  </a:lnTo>
                  <a:close/>
                  <a:moveTo>
                    <a:pt x="780636" y="276104"/>
                  </a:moveTo>
                  <a:lnTo>
                    <a:pt x="870163" y="263913"/>
                  </a:lnTo>
                  <a:lnTo>
                    <a:pt x="842047" y="186678"/>
                  </a:lnTo>
                  <a:close/>
                  <a:moveTo>
                    <a:pt x="720941" y="94632"/>
                  </a:moveTo>
                  <a:lnTo>
                    <a:pt x="720548" y="215283"/>
                  </a:lnTo>
                  <a:lnTo>
                    <a:pt x="762720" y="113698"/>
                  </a:lnTo>
                  <a:close/>
                  <a:moveTo>
                    <a:pt x="741057" y="208190"/>
                  </a:moveTo>
                  <a:lnTo>
                    <a:pt x="842047" y="186678"/>
                  </a:lnTo>
                  <a:lnTo>
                    <a:pt x="762720" y="113698"/>
                  </a:lnTo>
                  <a:close/>
                  <a:moveTo>
                    <a:pt x="548300" y="43528"/>
                  </a:moveTo>
                  <a:lnTo>
                    <a:pt x="514868" y="50852"/>
                  </a:lnTo>
                  <a:lnTo>
                    <a:pt x="481952" y="115130"/>
                  </a:lnTo>
                  <a:close/>
                  <a:moveTo>
                    <a:pt x="720941" y="94632"/>
                  </a:moveTo>
                  <a:lnTo>
                    <a:pt x="750364" y="67500"/>
                  </a:lnTo>
                  <a:lnTo>
                    <a:pt x="678601" y="98280"/>
                  </a:lnTo>
                  <a:close/>
                  <a:moveTo>
                    <a:pt x="678601" y="98280"/>
                  </a:moveTo>
                  <a:lnTo>
                    <a:pt x="750364" y="67500"/>
                  </a:lnTo>
                  <a:lnTo>
                    <a:pt x="722114" y="23405"/>
                  </a:lnTo>
                  <a:close/>
                  <a:moveTo>
                    <a:pt x="678601" y="98280"/>
                  </a:moveTo>
                  <a:lnTo>
                    <a:pt x="722114" y="23405"/>
                  </a:lnTo>
                  <a:lnTo>
                    <a:pt x="637430" y="31659"/>
                  </a:lnTo>
                  <a:close/>
                  <a:moveTo>
                    <a:pt x="548300" y="43528"/>
                  </a:moveTo>
                  <a:lnTo>
                    <a:pt x="678601" y="98280"/>
                  </a:lnTo>
                  <a:lnTo>
                    <a:pt x="637430" y="31659"/>
                  </a:lnTo>
                  <a:close/>
                  <a:moveTo>
                    <a:pt x="1871021" y="1255671"/>
                  </a:moveTo>
                  <a:lnTo>
                    <a:pt x="1818960" y="1327858"/>
                  </a:lnTo>
                  <a:lnTo>
                    <a:pt x="1851529" y="1289421"/>
                  </a:lnTo>
                  <a:close/>
                  <a:moveTo>
                    <a:pt x="1346614" y="916782"/>
                  </a:moveTo>
                  <a:lnTo>
                    <a:pt x="1351489" y="921719"/>
                  </a:lnTo>
                  <a:lnTo>
                    <a:pt x="1353548" y="914035"/>
                  </a:lnTo>
                  <a:close/>
                  <a:moveTo>
                    <a:pt x="1300600" y="834567"/>
                  </a:moveTo>
                  <a:lnTo>
                    <a:pt x="1346614" y="916782"/>
                  </a:lnTo>
                  <a:lnTo>
                    <a:pt x="1353548" y="914035"/>
                  </a:lnTo>
                  <a:close/>
                  <a:moveTo>
                    <a:pt x="1270513" y="752352"/>
                  </a:moveTo>
                  <a:lnTo>
                    <a:pt x="1341427" y="823797"/>
                  </a:lnTo>
                  <a:lnTo>
                    <a:pt x="1339977" y="724884"/>
                  </a:lnTo>
                  <a:close/>
                  <a:moveTo>
                    <a:pt x="1446702" y="783846"/>
                  </a:moveTo>
                  <a:lnTo>
                    <a:pt x="1380434" y="713916"/>
                  </a:lnTo>
                  <a:lnTo>
                    <a:pt x="1447475" y="798174"/>
                  </a:lnTo>
                  <a:close/>
                  <a:moveTo>
                    <a:pt x="1447475" y="798174"/>
                  </a:moveTo>
                  <a:lnTo>
                    <a:pt x="1339977" y="724884"/>
                  </a:lnTo>
                  <a:lnTo>
                    <a:pt x="1341427" y="823797"/>
                  </a:lnTo>
                  <a:close/>
                  <a:moveTo>
                    <a:pt x="1270513" y="752352"/>
                  </a:moveTo>
                  <a:lnTo>
                    <a:pt x="1339977" y="724884"/>
                  </a:lnTo>
                  <a:lnTo>
                    <a:pt x="1237185" y="670137"/>
                  </a:lnTo>
                  <a:close/>
                  <a:moveTo>
                    <a:pt x="720941" y="94632"/>
                  </a:moveTo>
                  <a:lnTo>
                    <a:pt x="762720" y="113698"/>
                  </a:lnTo>
                  <a:lnTo>
                    <a:pt x="780156" y="76310"/>
                  </a:lnTo>
                  <a:close/>
                  <a:moveTo>
                    <a:pt x="780156" y="76310"/>
                  </a:moveTo>
                  <a:lnTo>
                    <a:pt x="814787" y="29710"/>
                  </a:lnTo>
                  <a:lnTo>
                    <a:pt x="750364" y="67500"/>
                  </a:lnTo>
                  <a:close/>
                  <a:moveTo>
                    <a:pt x="1902229" y="1271389"/>
                  </a:moveTo>
                  <a:lnTo>
                    <a:pt x="1851529" y="1289421"/>
                  </a:lnTo>
                  <a:lnTo>
                    <a:pt x="1927478" y="1350954"/>
                  </a:lnTo>
                  <a:close/>
                  <a:moveTo>
                    <a:pt x="1954846" y="1250985"/>
                  </a:moveTo>
                  <a:lnTo>
                    <a:pt x="1902229" y="1271389"/>
                  </a:lnTo>
                  <a:lnTo>
                    <a:pt x="1927478" y="1350954"/>
                  </a:lnTo>
                  <a:close/>
                  <a:moveTo>
                    <a:pt x="1446702" y="783846"/>
                  </a:moveTo>
                  <a:lnTo>
                    <a:pt x="1479421" y="796131"/>
                  </a:lnTo>
                  <a:lnTo>
                    <a:pt x="1484613" y="710387"/>
                  </a:lnTo>
                  <a:close/>
                  <a:moveTo>
                    <a:pt x="2065982" y="1159352"/>
                  </a:moveTo>
                  <a:lnTo>
                    <a:pt x="2133792" y="1212548"/>
                  </a:lnTo>
                  <a:lnTo>
                    <a:pt x="2189467" y="121964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59" name="Candidate_density__2058">
              <a:extLst>
                <a:ext uri="{FF2B5EF4-FFF2-40B4-BE49-F238E27FC236}">
                  <a16:creationId xmlns:a16="http://schemas.microsoft.com/office/drawing/2014/main" id="{48D12DEB-6CD9-9EE8-DAF0-00DF34F6B997}"/>
                </a:ext>
              </a:extLst>
            </p:cNvPr>
            <p:cNvSpPr>
              <a:spLocks noGrp="1"/>
            </p:cNvSpPr>
            <p:nvPr/>
          </p:nvSpPr>
          <p:spPr>
            <a:xfrm>
              <a:off x="4508040" y="3189306"/>
              <a:ext cx="2238228" cy="1762676"/>
            </a:xfrm>
            <a:custGeom>
              <a:avLst/>
              <a:gdLst/>
              <a:ahLst/>
              <a:cxnLst/>
              <a:rect l="0" t="0" r="0" b="0"/>
              <a:pathLst>
                <a:path w="2238228" h="1762676">
                  <a:moveTo>
                    <a:pt x="52488" y="1689357"/>
                  </a:moveTo>
                  <a:lnTo>
                    <a:pt x="0" y="1696253"/>
                  </a:lnTo>
                  <a:lnTo>
                    <a:pt x="82128" y="1686049"/>
                  </a:lnTo>
                  <a:close/>
                  <a:moveTo>
                    <a:pt x="52488" y="1689357"/>
                  </a:moveTo>
                  <a:lnTo>
                    <a:pt x="11573" y="1700913"/>
                  </a:lnTo>
                  <a:lnTo>
                    <a:pt x="0" y="1696253"/>
                  </a:lnTo>
                  <a:close/>
                  <a:moveTo>
                    <a:pt x="87036" y="1686086"/>
                  </a:moveTo>
                  <a:lnTo>
                    <a:pt x="52488" y="1689357"/>
                  </a:lnTo>
                  <a:lnTo>
                    <a:pt x="82128" y="1686049"/>
                  </a:lnTo>
                  <a:close/>
                  <a:moveTo>
                    <a:pt x="318181" y="1491832"/>
                  </a:moveTo>
                  <a:lnTo>
                    <a:pt x="350523" y="1486609"/>
                  </a:lnTo>
                  <a:lnTo>
                    <a:pt x="394565" y="1436073"/>
                  </a:lnTo>
                  <a:close/>
                  <a:moveTo>
                    <a:pt x="273893" y="515935"/>
                  </a:moveTo>
                  <a:lnTo>
                    <a:pt x="285623" y="446605"/>
                  </a:lnTo>
                  <a:lnTo>
                    <a:pt x="264859" y="501098"/>
                  </a:lnTo>
                  <a:close/>
                  <a:moveTo>
                    <a:pt x="311176" y="395284"/>
                  </a:moveTo>
                  <a:lnTo>
                    <a:pt x="285623" y="446605"/>
                  </a:lnTo>
                  <a:lnTo>
                    <a:pt x="273893" y="515935"/>
                  </a:lnTo>
                  <a:close/>
                  <a:moveTo>
                    <a:pt x="269274" y="433721"/>
                  </a:moveTo>
                  <a:lnTo>
                    <a:pt x="311176" y="395284"/>
                  </a:lnTo>
                  <a:lnTo>
                    <a:pt x="273893" y="515935"/>
                  </a:lnTo>
                  <a:close/>
                  <a:moveTo>
                    <a:pt x="774094" y="664427"/>
                  </a:moveTo>
                  <a:lnTo>
                    <a:pt x="695757" y="650197"/>
                  </a:lnTo>
                  <a:lnTo>
                    <a:pt x="717478" y="667951"/>
                  </a:lnTo>
                  <a:close/>
                  <a:moveTo>
                    <a:pt x="695757" y="650197"/>
                  </a:moveTo>
                  <a:lnTo>
                    <a:pt x="774094" y="664427"/>
                  </a:lnTo>
                  <a:lnTo>
                    <a:pt x="816358" y="607242"/>
                  </a:lnTo>
                  <a:close/>
                  <a:moveTo>
                    <a:pt x="816358" y="607242"/>
                  </a:moveTo>
                  <a:lnTo>
                    <a:pt x="838212" y="598708"/>
                  </a:lnTo>
                  <a:lnTo>
                    <a:pt x="844475" y="565057"/>
                  </a:lnTo>
                  <a:close/>
                  <a:moveTo>
                    <a:pt x="774094" y="664427"/>
                  </a:moveTo>
                  <a:lnTo>
                    <a:pt x="834613" y="612038"/>
                  </a:lnTo>
                  <a:lnTo>
                    <a:pt x="816358" y="607242"/>
                  </a:lnTo>
                  <a:close/>
                  <a:moveTo>
                    <a:pt x="1924022" y="1762676"/>
                  </a:moveTo>
                  <a:lnTo>
                    <a:pt x="1915410" y="1759847"/>
                  </a:lnTo>
                  <a:lnTo>
                    <a:pt x="1868614" y="1754876"/>
                  </a:lnTo>
                  <a:close/>
                  <a:moveTo>
                    <a:pt x="1938890" y="1738969"/>
                  </a:moveTo>
                  <a:lnTo>
                    <a:pt x="1924022" y="1762676"/>
                  </a:lnTo>
                  <a:lnTo>
                    <a:pt x="1868614" y="1754876"/>
                  </a:lnTo>
                  <a:close/>
                  <a:moveTo>
                    <a:pt x="1938813" y="1677631"/>
                  </a:moveTo>
                  <a:lnTo>
                    <a:pt x="1924022" y="1762676"/>
                  </a:lnTo>
                  <a:lnTo>
                    <a:pt x="1938890" y="1738969"/>
                  </a:lnTo>
                  <a:close/>
                  <a:moveTo>
                    <a:pt x="1932384" y="1759847"/>
                  </a:moveTo>
                  <a:lnTo>
                    <a:pt x="1924022" y="1762676"/>
                  </a:lnTo>
                  <a:lnTo>
                    <a:pt x="1938813" y="1677631"/>
                  </a:lnTo>
                  <a:close/>
                  <a:moveTo>
                    <a:pt x="843432" y="533873"/>
                  </a:moveTo>
                  <a:lnTo>
                    <a:pt x="816358" y="607242"/>
                  </a:lnTo>
                  <a:lnTo>
                    <a:pt x="844475" y="565057"/>
                  </a:lnTo>
                  <a:close/>
                  <a:moveTo>
                    <a:pt x="1938813" y="1677631"/>
                  </a:moveTo>
                  <a:lnTo>
                    <a:pt x="1985256" y="1639195"/>
                  </a:lnTo>
                  <a:lnTo>
                    <a:pt x="1932384" y="1759847"/>
                  </a:lnTo>
                  <a:close/>
                  <a:moveTo>
                    <a:pt x="2147023" y="1592877"/>
                  </a:moveTo>
                  <a:lnTo>
                    <a:pt x="2098339" y="1626058"/>
                  </a:lnTo>
                  <a:lnTo>
                    <a:pt x="2214473" y="1566404"/>
                  </a:lnTo>
                  <a:close/>
                  <a:moveTo>
                    <a:pt x="2236048" y="1490596"/>
                  </a:moveTo>
                  <a:lnTo>
                    <a:pt x="2214473" y="1566404"/>
                  </a:lnTo>
                  <a:lnTo>
                    <a:pt x="2238228" y="1518544"/>
                  </a:lnTo>
                  <a:close/>
                  <a:moveTo>
                    <a:pt x="1341320" y="100686"/>
                  </a:moveTo>
                  <a:lnTo>
                    <a:pt x="1402456" y="50607"/>
                  </a:lnTo>
                  <a:lnTo>
                    <a:pt x="1450200" y="13912"/>
                  </a:lnTo>
                  <a:close/>
                  <a:moveTo>
                    <a:pt x="1988927" y="469303"/>
                  </a:moveTo>
                  <a:lnTo>
                    <a:pt x="1971573" y="581083"/>
                  </a:lnTo>
                  <a:lnTo>
                    <a:pt x="1975284" y="580486"/>
                  </a:lnTo>
                  <a:close/>
                  <a:moveTo>
                    <a:pt x="1988927" y="469303"/>
                  </a:moveTo>
                  <a:lnTo>
                    <a:pt x="1975284" y="580486"/>
                  </a:lnTo>
                  <a:lnTo>
                    <a:pt x="1975330" y="581083"/>
                  </a:lnTo>
                  <a:close/>
                  <a:moveTo>
                    <a:pt x="1454831" y="0"/>
                  </a:moveTo>
                  <a:lnTo>
                    <a:pt x="1450200" y="13912"/>
                  </a:lnTo>
                  <a:lnTo>
                    <a:pt x="1455447" y="557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60" name="Candidate_density__2059">
              <a:extLst>
                <a:ext uri="{FF2B5EF4-FFF2-40B4-BE49-F238E27FC236}">
                  <a16:creationId xmlns:a16="http://schemas.microsoft.com/office/drawing/2014/main" id="{607E32C7-3EB5-44CA-83CE-EAC91AB7A046}"/>
                </a:ext>
              </a:extLst>
            </p:cNvPr>
            <p:cNvSpPr>
              <a:spLocks noGrp="1"/>
            </p:cNvSpPr>
            <p:nvPr/>
          </p:nvSpPr>
          <p:spPr>
            <a:xfrm>
              <a:off x="4497305" y="2251662"/>
              <a:ext cx="2284587" cy="2708719"/>
            </a:xfrm>
            <a:custGeom>
              <a:avLst/>
              <a:gdLst/>
              <a:ahLst/>
              <a:cxnLst/>
              <a:rect l="0" t="0" r="0" b="0"/>
              <a:pathLst>
                <a:path w="2284587" h="2708719">
                  <a:moveTo>
                    <a:pt x="0" y="2627001"/>
                  </a:moveTo>
                  <a:lnTo>
                    <a:pt x="10735" y="2633897"/>
                  </a:lnTo>
                  <a:lnTo>
                    <a:pt x="22308" y="2638556"/>
                  </a:lnTo>
                  <a:close/>
                  <a:moveTo>
                    <a:pt x="0" y="2627001"/>
                  </a:moveTo>
                  <a:lnTo>
                    <a:pt x="22308" y="2638556"/>
                  </a:lnTo>
                  <a:lnTo>
                    <a:pt x="86005" y="2670780"/>
                  </a:lnTo>
                  <a:close/>
                  <a:moveTo>
                    <a:pt x="300075" y="2380261"/>
                  </a:moveTo>
                  <a:lnTo>
                    <a:pt x="389743" y="2429476"/>
                  </a:lnTo>
                  <a:lnTo>
                    <a:pt x="361258" y="2424253"/>
                  </a:lnTo>
                  <a:close/>
                  <a:moveTo>
                    <a:pt x="498071" y="2226714"/>
                  </a:moveTo>
                  <a:lnTo>
                    <a:pt x="422072" y="2221220"/>
                  </a:lnTo>
                  <a:lnTo>
                    <a:pt x="427447" y="2226610"/>
                  </a:lnTo>
                  <a:close/>
                  <a:moveTo>
                    <a:pt x="543043" y="2270388"/>
                  </a:moveTo>
                  <a:lnTo>
                    <a:pt x="498071" y="2226714"/>
                  </a:lnTo>
                  <a:lnTo>
                    <a:pt x="452208" y="2217078"/>
                  </a:lnTo>
                  <a:close/>
                  <a:moveTo>
                    <a:pt x="673690" y="2326008"/>
                  </a:moveTo>
                  <a:lnTo>
                    <a:pt x="748714" y="2327851"/>
                  </a:lnTo>
                  <a:lnTo>
                    <a:pt x="785514" y="2250239"/>
                  </a:lnTo>
                  <a:close/>
                  <a:moveTo>
                    <a:pt x="888380" y="2193516"/>
                  </a:moveTo>
                  <a:lnTo>
                    <a:pt x="891758" y="2202193"/>
                  </a:lnTo>
                  <a:lnTo>
                    <a:pt x="904621" y="2201700"/>
                  </a:lnTo>
                  <a:close/>
                  <a:moveTo>
                    <a:pt x="925224" y="2193516"/>
                  </a:moveTo>
                  <a:lnTo>
                    <a:pt x="904621" y="2201700"/>
                  </a:lnTo>
                  <a:lnTo>
                    <a:pt x="891758" y="2202193"/>
                  </a:lnTo>
                  <a:close/>
                  <a:moveTo>
                    <a:pt x="888380" y="2193516"/>
                  </a:moveTo>
                  <a:lnTo>
                    <a:pt x="904621" y="2201700"/>
                  </a:lnTo>
                  <a:lnTo>
                    <a:pt x="942645" y="2160823"/>
                  </a:lnTo>
                  <a:close/>
                  <a:moveTo>
                    <a:pt x="321911" y="1332928"/>
                  </a:moveTo>
                  <a:lnTo>
                    <a:pt x="280009" y="1371365"/>
                  </a:lnTo>
                  <a:lnTo>
                    <a:pt x="337677" y="1260076"/>
                  </a:lnTo>
                  <a:close/>
                  <a:moveTo>
                    <a:pt x="280009" y="1371365"/>
                  </a:moveTo>
                  <a:lnTo>
                    <a:pt x="303309" y="1346784"/>
                  </a:lnTo>
                  <a:lnTo>
                    <a:pt x="337677" y="1260076"/>
                  </a:lnTo>
                  <a:close/>
                  <a:moveTo>
                    <a:pt x="560045" y="1318958"/>
                  </a:moveTo>
                  <a:lnTo>
                    <a:pt x="470034" y="1301757"/>
                  </a:lnTo>
                  <a:lnTo>
                    <a:pt x="534503" y="1309937"/>
                  </a:lnTo>
                  <a:close/>
                  <a:moveTo>
                    <a:pt x="480295" y="1299445"/>
                  </a:moveTo>
                  <a:lnTo>
                    <a:pt x="560045" y="1318958"/>
                  </a:lnTo>
                  <a:lnTo>
                    <a:pt x="608922" y="1286495"/>
                  </a:lnTo>
                  <a:close/>
                  <a:moveTo>
                    <a:pt x="1879349" y="2692520"/>
                  </a:moveTo>
                  <a:lnTo>
                    <a:pt x="1809151" y="2708719"/>
                  </a:lnTo>
                  <a:lnTo>
                    <a:pt x="1770044" y="2673544"/>
                  </a:lnTo>
                  <a:close/>
                  <a:moveTo>
                    <a:pt x="1879349" y="2692520"/>
                  </a:moveTo>
                  <a:lnTo>
                    <a:pt x="1926145" y="2697491"/>
                  </a:lnTo>
                  <a:lnTo>
                    <a:pt x="1859752" y="2682707"/>
                  </a:lnTo>
                  <a:close/>
                  <a:moveTo>
                    <a:pt x="1879349" y="2692520"/>
                  </a:moveTo>
                  <a:lnTo>
                    <a:pt x="1859752" y="2682707"/>
                  </a:lnTo>
                  <a:lnTo>
                    <a:pt x="1809151" y="2708719"/>
                  </a:lnTo>
                  <a:close/>
                  <a:moveTo>
                    <a:pt x="1198746" y="1819805"/>
                  </a:moveTo>
                  <a:lnTo>
                    <a:pt x="1212872" y="1722541"/>
                  </a:lnTo>
                  <a:lnTo>
                    <a:pt x="1170225" y="1776625"/>
                  </a:lnTo>
                  <a:close/>
                  <a:moveTo>
                    <a:pt x="1121793" y="1810746"/>
                  </a:moveTo>
                  <a:lnTo>
                    <a:pt x="1198746" y="1819805"/>
                  </a:lnTo>
                  <a:lnTo>
                    <a:pt x="1170225" y="1776625"/>
                  </a:lnTo>
                  <a:close/>
                  <a:moveTo>
                    <a:pt x="488663" y="585966"/>
                  </a:moveTo>
                  <a:lnTo>
                    <a:pt x="462198" y="565240"/>
                  </a:lnTo>
                  <a:lnTo>
                    <a:pt x="454649" y="557949"/>
                  </a:lnTo>
                  <a:close/>
                  <a:moveTo>
                    <a:pt x="2225208" y="2504048"/>
                  </a:moveTo>
                  <a:lnTo>
                    <a:pt x="2246782" y="2428240"/>
                  </a:lnTo>
                  <a:lnTo>
                    <a:pt x="2197123" y="2462499"/>
                  </a:lnTo>
                  <a:close/>
                  <a:moveTo>
                    <a:pt x="2157758" y="2530521"/>
                  </a:moveTo>
                  <a:lnTo>
                    <a:pt x="2225208" y="2504048"/>
                  </a:lnTo>
                  <a:lnTo>
                    <a:pt x="2197123" y="2462499"/>
                  </a:lnTo>
                  <a:close/>
                  <a:moveTo>
                    <a:pt x="2248963" y="2456187"/>
                  </a:moveTo>
                  <a:lnTo>
                    <a:pt x="2253726" y="2395470"/>
                  </a:lnTo>
                  <a:lnTo>
                    <a:pt x="2246782" y="2428240"/>
                  </a:lnTo>
                  <a:close/>
                  <a:moveTo>
                    <a:pt x="2284587" y="2335536"/>
                  </a:moveTo>
                  <a:lnTo>
                    <a:pt x="2253726" y="2395470"/>
                  </a:lnTo>
                  <a:lnTo>
                    <a:pt x="2248963" y="2456187"/>
                  </a:lnTo>
                  <a:close/>
                  <a:moveTo>
                    <a:pt x="1806546" y="2043316"/>
                  </a:moveTo>
                  <a:lnTo>
                    <a:pt x="1857761" y="1966199"/>
                  </a:lnTo>
                  <a:lnTo>
                    <a:pt x="1813234" y="2045112"/>
                  </a:lnTo>
                  <a:close/>
                  <a:moveTo>
                    <a:pt x="1806546" y="2043316"/>
                  </a:moveTo>
                  <a:lnTo>
                    <a:pt x="1803354" y="2041439"/>
                  </a:lnTo>
                  <a:lnTo>
                    <a:pt x="1855817" y="1962897"/>
                  </a:lnTo>
                  <a:close/>
                  <a:moveTo>
                    <a:pt x="1039620" y="1136571"/>
                  </a:moveTo>
                  <a:lnTo>
                    <a:pt x="1109179" y="1117980"/>
                  </a:lnTo>
                  <a:lnTo>
                    <a:pt x="1153278" y="1067657"/>
                  </a:lnTo>
                  <a:close/>
                  <a:moveTo>
                    <a:pt x="1109179" y="1117980"/>
                  </a:moveTo>
                  <a:lnTo>
                    <a:pt x="1183888" y="1118649"/>
                  </a:lnTo>
                  <a:lnTo>
                    <a:pt x="1232524" y="1085285"/>
                  </a:lnTo>
                  <a:close/>
                  <a:moveTo>
                    <a:pt x="532018" y="280158"/>
                  </a:moveTo>
                  <a:lnTo>
                    <a:pt x="506431" y="321148"/>
                  </a:lnTo>
                  <a:lnTo>
                    <a:pt x="543076" y="302045"/>
                  </a:lnTo>
                  <a:close/>
                  <a:moveTo>
                    <a:pt x="543076" y="302045"/>
                  </a:moveTo>
                  <a:lnTo>
                    <a:pt x="506431" y="321148"/>
                  </a:lnTo>
                  <a:lnTo>
                    <a:pt x="492028" y="383046"/>
                  </a:lnTo>
                  <a:close/>
                  <a:moveTo>
                    <a:pt x="532018" y="280158"/>
                  </a:moveTo>
                  <a:lnTo>
                    <a:pt x="543076" y="302045"/>
                  </a:lnTo>
                  <a:lnTo>
                    <a:pt x="563652" y="256430"/>
                  </a:lnTo>
                  <a:close/>
                  <a:moveTo>
                    <a:pt x="147627" y="30817"/>
                  </a:moveTo>
                  <a:lnTo>
                    <a:pt x="221965" y="30094"/>
                  </a:lnTo>
                  <a:lnTo>
                    <a:pt x="275831" y="16288"/>
                  </a:lnTo>
                  <a:close/>
                  <a:moveTo>
                    <a:pt x="275831" y="16288"/>
                  </a:moveTo>
                  <a:lnTo>
                    <a:pt x="221965" y="30094"/>
                  </a:lnTo>
                  <a:lnTo>
                    <a:pt x="346005" y="0"/>
                  </a:lnTo>
                  <a:close/>
                  <a:moveTo>
                    <a:pt x="2259458" y="2317843"/>
                  </a:moveTo>
                  <a:lnTo>
                    <a:pt x="2253726" y="2395470"/>
                  </a:lnTo>
                  <a:lnTo>
                    <a:pt x="2284587" y="2335536"/>
                  </a:lnTo>
                  <a:close/>
                  <a:moveTo>
                    <a:pt x="2230986" y="2240898"/>
                  </a:moveTo>
                  <a:lnTo>
                    <a:pt x="2259458" y="2317843"/>
                  </a:lnTo>
                  <a:lnTo>
                    <a:pt x="2284587" y="2335536"/>
                  </a:lnTo>
                  <a:close/>
                  <a:moveTo>
                    <a:pt x="1866663" y="1894349"/>
                  </a:moveTo>
                  <a:lnTo>
                    <a:pt x="1913629" y="1959878"/>
                  </a:lnTo>
                  <a:lnTo>
                    <a:pt x="1895413" y="1924460"/>
                  </a:lnTo>
                  <a:close/>
                  <a:moveTo>
                    <a:pt x="746961" y="497160"/>
                  </a:moveTo>
                  <a:lnTo>
                    <a:pt x="763105" y="609019"/>
                  </a:lnTo>
                  <a:lnTo>
                    <a:pt x="769471" y="526804"/>
                  </a:lnTo>
                  <a:close/>
                  <a:moveTo>
                    <a:pt x="800177" y="444588"/>
                  </a:moveTo>
                  <a:lnTo>
                    <a:pt x="826578" y="406152"/>
                  </a:lnTo>
                  <a:lnTo>
                    <a:pt x="818576" y="437031"/>
                  </a:lnTo>
                  <a:close/>
                  <a:moveTo>
                    <a:pt x="531657" y="200263"/>
                  </a:moveTo>
                  <a:lnTo>
                    <a:pt x="563652" y="256430"/>
                  </a:lnTo>
                  <a:lnTo>
                    <a:pt x="580049" y="159507"/>
                  </a:lnTo>
                  <a:close/>
                  <a:moveTo>
                    <a:pt x="532018" y="280158"/>
                  </a:moveTo>
                  <a:lnTo>
                    <a:pt x="563652" y="256430"/>
                  </a:lnTo>
                  <a:lnTo>
                    <a:pt x="531657" y="200263"/>
                  </a:lnTo>
                  <a:close/>
                  <a:moveTo>
                    <a:pt x="1852863" y="1605291"/>
                  </a:moveTo>
                  <a:lnTo>
                    <a:pt x="1873056" y="1592978"/>
                  </a:lnTo>
                  <a:lnTo>
                    <a:pt x="1889015" y="1518727"/>
                  </a:lnTo>
                  <a:close/>
                  <a:moveTo>
                    <a:pt x="1900841" y="1626879"/>
                  </a:moveTo>
                  <a:lnTo>
                    <a:pt x="1873056" y="1592978"/>
                  </a:lnTo>
                  <a:lnTo>
                    <a:pt x="1852863" y="1605291"/>
                  </a:lnTo>
                  <a:close/>
                  <a:moveTo>
                    <a:pt x="1900841" y="1626879"/>
                  </a:moveTo>
                  <a:lnTo>
                    <a:pt x="1895114" y="1675450"/>
                  </a:lnTo>
                  <a:lnTo>
                    <a:pt x="1907013" y="1639378"/>
                  </a:lnTo>
                  <a:close/>
                  <a:moveTo>
                    <a:pt x="1900841" y="1626879"/>
                  </a:moveTo>
                  <a:lnTo>
                    <a:pt x="1907013" y="1639378"/>
                  </a:lnTo>
                  <a:lnTo>
                    <a:pt x="1873056" y="1592978"/>
                  </a:lnTo>
                  <a:close/>
                  <a:moveTo>
                    <a:pt x="1397928" y="994643"/>
                  </a:moveTo>
                  <a:lnTo>
                    <a:pt x="1352054" y="1038330"/>
                  </a:lnTo>
                  <a:lnTo>
                    <a:pt x="1460935" y="951556"/>
                  </a:lnTo>
                  <a:close/>
                  <a:moveTo>
                    <a:pt x="1941264" y="1417595"/>
                  </a:moveTo>
                  <a:lnTo>
                    <a:pt x="1889015" y="1518727"/>
                  </a:lnTo>
                  <a:lnTo>
                    <a:pt x="1897277" y="1468335"/>
                  </a:lnTo>
                  <a:close/>
                  <a:moveTo>
                    <a:pt x="1897277" y="1468335"/>
                  </a:moveTo>
                  <a:lnTo>
                    <a:pt x="1982308" y="1518727"/>
                  </a:lnTo>
                  <a:lnTo>
                    <a:pt x="1941264" y="1417595"/>
                  </a:lnTo>
                  <a:close/>
                  <a:moveTo>
                    <a:pt x="1941264" y="1417595"/>
                  </a:moveTo>
                  <a:lnTo>
                    <a:pt x="1982308" y="1518727"/>
                  </a:lnTo>
                  <a:lnTo>
                    <a:pt x="1999662" y="1406947"/>
                  </a:lnTo>
                  <a:close/>
                  <a:moveTo>
                    <a:pt x="1999662" y="1406947"/>
                  </a:moveTo>
                  <a:lnTo>
                    <a:pt x="1980455" y="1398076"/>
                  </a:lnTo>
                  <a:lnTo>
                    <a:pt x="1941264" y="1417595"/>
                  </a:lnTo>
                  <a:close/>
                  <a:moveTo>
                    <a:pt x="1980455" y="1398076"/>
                  </a:moveTo>
                  <a:lnTo>
                    <a:pt x="1999662" y="1406947"/>
                  </a:lnTo>
                  <a:lnTo>
                    <a:pt x="2007277" y="1385750"/>
                  </a:lnTo>
                  <a:close/>
                  <a:moveTo>
                    <a:pt x="1465566" y="937644"/>
                  </a:moveTo>
                  <a:lnTo>
                    <a:pt x="1397928" y="994643"/>
                  </a:lnTo>
                  <a:lnTo>
                    <a:pt x="1460935" y="951556"/>
                  </a:lnTo>
                  <a:close/>
                  <a:moveTo>
                    <a:pt x="1441931" y="856766"/>
                  </a:moveTo>
                  <a:lnTo>
                    <a:pt x="1466181" y="943221"/>
                  </a:lnTo>
                  <a:lnTo>
                    <a:pt x="1445652" y="861006"/>
                  </a:lnTo>
                  <a:close/>
                  <a:moveTo>
                    <a:pt x="1441931" y="856766"/>
                  </a:moveTo>
                  <a:lnTo>
                    <a:pt x="1465566" y="937644"/>
                  </a:lnTo>
                  <a:lnTo>
                    <a:pt x="1466181" y="943221"/>
                  </a:lnTo>
                  <a:close/>
                  <a:moveTo>
                    <a:pt x="1425723" y="769851"/>
                  </a:moveTo>
                  <a:lnTo>
                    <a:pt x="1435461" y="740355"/>
                  </a:lnTo>
                  <a:lnTo>
                    <a:pt x="1396810" y="775263"/>
                  </a:lnTo>
                  <a:close/>
                  <a:moveTo>
                    <a:pt x="1425723" y="769851"/>
                  </a:moveTo>
                  <a:lnTo>
                    <a:pt x="1441931" y="856766"/>
                  </a:lnTo>
                  <a:lnTo>
                    <a:pt x="1445652" y="861006"/>
                  </a:lnTo>
                  <a:close/>
                  <a:moveTo>
                    <a:pt x="1435461" y="740355"/>
                  </a:moveTo>
                  <a:lnTo>
                    <a:pt x="1425723" y="769851"/>
                  </a:lnTo>
                  <a:lnTo>
                    <a:pt x="1445739" y="67953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61" name="Candidate_density__2060">
              <a:extLst>
                <a:ext uri="{FF2B5EF4-FFF2-40B4-BE49-F238E27FC236}">
                  <a16:creationId xmlns:a16="http://schemas.microsoft.com/office/drawing/2014/main" id="{8A41D810-F15C-9A4D-2161-8DD31C32D227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316537"/>
              <a:ext cx="2123910" cy="2786361"/>
            </a:xfrm>
            <a:custGeom>
              <a:avLst/>
              <a:gdLst/>
              <a:ahLst/>
              <a:cxnLst/>
              <a:rect l="0" t="0" r="0" b="0"/>
              <a:pathLst>
                <a:path w="2123910" h="2786361">
                  <a:moveTo>
                    <a:pt x="57989" y="2393769"/>
                  </a:moveTo>
                  <a:lnTo>
                    <a:pt x="49351" y="2397696"/>
                  </a:lnTo>
                  <a:lnTo>
                    <a:pt x="107978" y="2387452"/>
                  </a:lnTo>
                  <a:close/>
                  <a:moveTo>
                    <a:pt x="49351" y="2397696"/>
                  </a:moveTo>
                  <a:lnTo>
                    <a:pt x="0" y="2477599"/>
                  </a:lnTo>
                  <a:lnTo>
                    <a:pt x="107978" y="2387452"/>
                  </a:lnTo>
                  <a:close/>
                  <a:moveTo>
                    <a:pt x="107978" y="2387452"/>
                  </a:moveTo>
                  <a:lnTo>
                    <a:pt x="0" y="2477599"/>
                  </a:lnTo>
                  <a:lnTo>
                    <a:pt x="49596" y="2441474"/>
                  </a:lnTo>
                  <a:close/>
                  <a:moveTo>
                    <a:pt x="57989" y="2393769"/>
                  </a:moveTo>
                  <a:lnTo>
                    <a:pt x="107978" y="2387452"/>
                  </a:lnTo>
                  <a:lnTo>
                    <a:pt x="180295" y="2379176"/>
                  </a:lnTo>
                  <a:close/>
                  <a:moveTo>
                    <a:pt x="313992" y="2169983"/>
                  </a:moveTo>
                  <a:lnTo>
                    <a:pt x="263453" y="2200171"/>
                  </a:lnTo>
                  <a:lnTo>
                    <a:pt x="350435" y="2177107"/>
                  </a:lnTo>
                  <a:close/>
                  <a:moveTo>
                    <a:pt x="471378" y="1876653"/>
                  </a:moveTo>
                  <a:lnTo>
                    <a:pt x="458390" y="1958868"/>
                  </a:lnTo>
                  <a:lnTo>
                    <a:pt x="552702" y="1920432"/>
                  </a:lnTo>
                  <a:close/>
                  <a:moveTo>
                    <a:pt x="471378" y="1876653"/>
                  </a:moveTo>
                  <a:lnTo>
                    <a:pt x="552702" y="1920432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471378" y="1876653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512872" y="1838216"/>
                  </a:lnTo>
                  <a:lnTo>
                    <a:pt x="508350" y="1756001"/>
                  </a:lnTo>
                  <a:close/>
                  <a:moveTo>
                    <a:pt x="517088" y="1726403"/>
                  </a:moveTo>
                  <a:lnTo>
                    <a:pt x="449237" y="1794438"/>
                  </a:lnTo>
                  <a:lnTo>
                    <a:pt x="508350" y="1756001"/>
                  </a:lnTo>
                  <a:close/>
                  <a:moveTo>
                    <a:pt x="1493899" y="2786361"/>
                  </a:moveTo>
                  <a:lnTo>
                    <a:pt x="1517502" y="2743664"/>
                  </a:lnTo>
                  <a:lnTo>
                    <a:pt x="1429246" y="2742583"/>
                  </a:lnTo>
                  <a:close/>
                  <a:moveTo>
                    <a:pt x="512872" y="1838216"/>
                  </a:moveTo>
                  <a:lnTo>
                    <a:pt x="576124" y="1914626"/>
                  </a:lnTo>
                  <a:lnTo>
                    <a:pt x="577095" y="1813744"/>
                  </a:lnTo>
                  <a:close/>
                  <a:moveTo>
                    <a:pt x="512872" y="1838216"/>
                  </a:moveTo>
                  <a:lnTo>
                    <a:pt x="552702" y="1920432"/>
                  </a:lnTo>
                  <a:lnTo>
                    <a:pt x="576124" y="1914626"/>
                  </a:lnTo>
                  <a:close/>
                  <a:moveTo>
                    <a:pt x="508350" y="1756001"/>
                  </a:moveTo>
                  <a:lnTo>
                    <a:pt x="577095" y="1813744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12872" y="1838216"/>
                  </a:lnTo>
                  <a:lnTo>
                    <a:pt x="577095" y="1813744"/>
                  </a:lnTo>
                  <a:close/>
                  <a:moveTo>
                    <a:pt x="577095" y="1813744"/>
                  </a:moveTo>
                  <a:lnTo>
                    <a:pt x="646356" y="1717937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49371" y="1736191"/>
                  </a:lnTo>
                  <a:lnTo>
                    <a:pt x="517088" y="1726403"/>
                  </a:lnTo>
                  <a:close/>
                  <a:moveTo>
                    <a:pt x="517088" y="1726403"/>
                  </a:moveTo>
                  <a:lnTo>
                    <a:pt x="549371" y="1736191"/>
                  </a:lnTo>
                  <a:lnTo>
                    <a:pt x="585496" y="1703513"/>
                  </a:lnTo>
                  <a:close/>
                  <a:moveTo>
                    <a:pt x="774815" y="1774186"/>
                  </a:moveTo>
                  <a:lnTo>
                    <a:pt x="756452" y="1848827"/>
                  </a:lnTo>
                  <a:lnTo>
                    <a:pt x="814786" y="1761344"/>
                  </a:lnTo>
                  <a:close/>
                  <a:moveTo>
                    <a:pt x="849484" y="1702797"/>
                  </a:moveTo>
                  <a:lnTo>
                    <a:pt x="774815" y="1774186"/>
                  </a:lnTo>
                  <a:lnTo>
                    <a:pt x="814786" y="1761344"/>
                  </a:lnTo>
                  <a:close/>
                  <a:moveTo>
                    <a:pt x="398942" y="1470920"/>
                  </a:moveTo>
                  <a:lnTo>
                    <a:pt x="480569" y="1531351"/>
                  </a:lnTo>
                  <a:lnTo>
                    <a:pt x="456510" y="1450817"/>
                  </a:lnTo>
                  <a:close/>
                  <a:moveTo>
                    <a:pt x="456510" y="1450817"/>
                  </a:moveTo>
                  <a:lnTo>
                    <a:pt x="422209" y="1435118"/>
                  </a:lnTo>
                  <a:lnTo>
                    <a:pt x="398942" y="1470920"/>
                  </a:lnTo>
                  <a:close/>
                  <a:moveTo>
                    <a:pt x="528056" y="1353152"/>
                  </a:moveTo>
                  <a:lnTo>
                    <a:pt x="429639" y="1388704"/>
                  </a:lnTo>
                  <a:lnTo>
                    <a:pt x="535287" y="1364043"/>
                  </a:lnTo>
                  <a:close/>
                  <a:moveTo>
                    <a:pt x="429639" y="1388704"/>
                  </a:moveTo>
                  <a:lnTo>
                    <a:pt x="422209" y="1435118"/>
                  </a:lnTo>
                  <a:lnTo>
                    <a:pt x="535287" y="1364043"/>
                  </a:lnTo>
                  <a:close/>
                  <a:moveTo>
                    <a:pt x="535287" y="1364043"/>
                  </a:moveTo>
                  <a:lnTo>
                    <a:pt x="422209" y="1435118"/>
                  </a:lnTo>
                  <a:lnTo>
                    <a:pt x="507966" y="1432483"/>
                  </a:lnTo>
                  <a:close/>
                  <a:moveTo>
                    <a:pt x="507966" y="1432483"/>
                  </a:moveTo>
                  <a:lnTo>
                    <a:pt x="422209" y="1435118"/>
                  </a:lnTo>
                  <a:lnTo>
                    <a:pt x="456510" y="1450817"/>
                  </a:lnTo>
                  <a:close/>
                  <a:moveTo>
                    <a:pt x="814786" y="1761344"/>
                  </a:moveTo>
                  <a:lnTo>
                    <a:pt x="920002" y="1816836"/>
                  </a:lnTo>
                  <a:lnTo>
                    <a:pt x="898918" y="1733884"/>
                  </a:lnTo>
                  <a:close/>
                  <a:moveTo>
                    <a:pt x="920002" y="1816836"/>
                  </a:moveTo>
                  <a:lnTo>
                    <a:pt x="986592" y="1723200"/>
                  </a:lnTo>
                  <a:lnTo>
                    <a:pt x="898918" y="1733884"/>
                  </a:lnTo>
                  <a:close/>
                  <a:moveTo>
                    <a:pt x="849484" y="1702797"/>
                  </a:moveTo>
                  <a:lnTo>
                    <a:pt x="814786" y="1761344"/>
                  </a:lnTo>
                  <a:lnTo>
                    <a:pt x="898918" y="1733884"/>
                  </a:lnTo>
                  <a:close/>
                  <a:moveTo>
                    <a:pt x="535287" y="1364043"/>
                  </a:moveTo>
                  <a:lnTo>
                    <a:pt x="507966" y="1432483"/>
                  </a:lnTo>
                  <a:lnTo>
                    <a:pt x="572592" y="1417037"/>
                  </a:lnTo>
                  <a:close/>
                  <a:moveTo>
                    <a:pt x="665853" y="1358344"/>
                  </a:moveTo>
                  <a:lnTo>
                    <a:pt x="572592" y="1417037"/>
                  </a:lnTo>
                  <a:lnTo>
                    <a:pt x="646675" y="1394046"/>
                  </a:lnTo>
                  <a:close/>
                  <a:moveTo>
                    <a:pt x="535287" y="1364043"/>
                  </a:moveTo>
                  <a:lnTo>
                    <a:pt x="572592" y="1417037"/>
                  </a:lnTo>
                  <a:lnTo>
                    <a:pt x="665853" y="1358344"/>
                  </a:lnTo>
                  <a:close/>
                  <a:moveTo>
                    <a:pt x="1093064" y="1625783"/>
                  </a:moveTo>
                  <a:lnTo>
                    <a:pt x="987173" y="1722907"/>
                  </a:lnTo>
                  <a:lnTo>
                    <a:pt x="1071240" y="1684471"/>
                  </a:lnTo>
                  <a:close/>
                  <a:moveTo>
                    <a:pt x="777057" y="1280260"/>
                  </a:moveTo>
                  <a:lnTo>
                    <a:pt x="722166" y="1311831"/>
                  </a:lnTo>
                  <a:lnTo>
                    <a:pt x="665853" y="1358344"/>
                  </a:lnTo>
                  <a:close/>
                  <a:moveTo>
                    <a:pt x="699891" y="379713"/>
                  </a:moveTo>
                  <a:lnTo>
                    <a:pt x="710223" y="297498"/>
                  </a:lnTo>
                  <a:lnTo>
                    <a:pt x="683871" y="386239"/>
                  </a:lnTo>
                  <a:close/>
                  <a:moveTo>
                    <a:pt x="710223" y="297498"/>
                  </a:moveTo>
                  <a:lnTo>
                    <a:pt x="634469" y="326310"/>
                  </a:lnTo>
                  <a:lnTo>
                    <a:pt x="683871" y="386239"/>
                  </a:lnTo>
                  <a:close/>
                  <a:moveTo>
                    <a:pt x="1319735" y="1055143"/>
                  </a:moveTo>
                  <a:lnTo>
                    <a:pt x="1290758" y="1119649"/>
                  </a:lnTo>
                  <a:lnTo>
                    <a:pt x="1360694" y="1100376"/>
                  </a:lnTo>
                  <a:close/>
                  <a:moveTo>
                    <a:pt x="1185265" y="790789"/>
                  </a:moveTo>
                  <a:lnTo>
                    <a:pt x="1290718" y="834567"/>
                  </a:lnTo>
                  <a:lnTo>
                    <a:pt x="1260631" y="752352"/>
                  </a:lnTo>
                  <a:close/>
                  <a:moveTo>
                    <a:pt x="710223" y="297498"/>
                  </a:moveTo>
                  <a:lnTo>
                    <a:pt x="802844" y="350108"/>
                  </a:lnTo>
                  <a:lnTo>
                    <a:pt x="770755" y="276104"/>
                  </a:lnTo>
                  <a:close/>
                  <a:moveTo>
                    <a:pt x="710223" y="297498"/>
                  </a:moveTo>
                  <a:lnTo>
                    <a:pt x="699891" y="379713"/>
                  </a:lnTo>
                  <a:lnTo>
                    <a:pt x="802844" y="350108"/>
                  </a:lnTo>
                  <a:close/>
                  <a:moveTo>
                    <a:pt x="802844" y="350108"/>
                  </a:moveTo>
                  <a:lnTo>
                    <a:pt x="860281" y="26391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710666" y="215283"/>
                  </a:lnTo>
                  <a:lnTo>
                    <a:pt x="710223" y="297498"/>
                  </a:lnTo>
                  <a:close/>
                  <a:moveTo>
                    <a:pt x="731175" y="208190"/>
                  </a:moveTo>
                  <a:lnTo>
                    <a:pt x="710666" y="21528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832165" y="186678"/>
                  </a:lnTo>
                  <a:lnTo>
                    <a:pt x="731175" y="208190"/>
                  </a:lnTo>
                  <a:close/>
                  <a:moveTo>
                    <a:pt x="752838" y="113698"/>
                  </a:moveTo>
                  <a:lnTo>
                    <a:pt x="710666" y="215283"/>
                  </a:lnTo>
                  <a:lnTo>
                    <a:pt x="731175" y="208190"/>
                  </a:lnTo>
                  <a:close/>
                  <a:moveTo>
                    <a:pt x="504986" y="50852"/>
                  </a:moveTo>
                  <a:lnTo>
                    <a:pt x="538419" y="43528"/>
                  </a:lnTo>
                  <a:lnTo>
                    <a:pt x="515809" y="0"/>
                  </a:lnTo>
                  <a:close/>
                  <a:moveTo>
                    <a:pt x="1290718" y="834567"/>
                  </a:moveTo>
                  <a:lnTo>
                    <a:pt x="1343666" y="914035"/>
                  </a:lnTo>
                  <a:lnTo>
                    <a:pt x="1331545" y="823797"/>
                  </a:lnTo>
                  <a:close/>
                  <a:moveTo>
                    <a:pt x="1341607" y="921719"/>
                  </a:moveTo>
                  <a:lnTo>
                    <a:pt x="1438481" y="878346"/>
                  </a:lnTo>
                  <a:lnTo>
                    <a:pt x="1343666" y="914035"/>
                  </a:lnTo>
                  <a:close/>
                  <a:moveTo>
                    <a:pt x="1438481" y="878346"/>
                  </a:moveTo>
                  <a:lnTo>
                    <a:pt x="1442443" y="804867"/>
                  </a:lnTo>
                  <a:lnTo>
                    <a:pt x="1343666" y="914035"/>
                  </a:lnTo>
                  <a:close/>
                  <a:moveTo>
                    <a:pt x="1343666" y="914035"/>
                  </a:moveTo>
                  <a:lnTo>
                    <a:pt x="1442443" y="804867"/>
                  </a:lnTo>
                  <a:lnTo>
                    <a:pt x="1437593" y="798174"/>
                  </a:lnTo>
                  <a:close/>
                  <a:moveTo>
                    <a:pt x="1343666" y="914035"/>
                  </a:moveTo>
                  <a:lnTo>
                    <a:pt x="1437593" y="798174"/>
                  </a:lnTo>
                  <a:lnTo>
                    <a:pt x="1331545" y="823797"/>
                  </a:lnTo>
                  <a:close/>
                  <a:moveTo>
                    <a:pt x="1260631" y="752352"/>
                  </a:moveTo>
                  <a:lnTo>
                    <a:pt x="1290718" y="834567"/>
                  </a:lnTo>
                  <a:lnTo>
                    <a:pt x="1331545" y="823797"/>
                  </a:lnTo>
                  <a:close/>
                  <a:moveTo>
                    <a:pt x="1437593" y="798174"/>
                  </a:moveTo>
                  <a:lnTo>
                    <a:pt x="1469540" y="796131"/>
                  </a:lnTo>
                  <a:lnTo>
                    <a:pt x="1436820" y="783846"/>
                  </a:lnTo>
                  <a:close/>
                  <a:moveTo>
                    <a:pt x="1437593" y="798174"/>
                  </a:moveTo>
                  <a:lnTo>
                    <a:pt x="1442443" y="804867"/>
                  </a:lnTo>
                  <a:lnTo>
                    <a:pt x="1469540" y="796131"/>
                  </a:lnTo>
                  <a:close/>
                  <a:moveTo>
                    <a:pt x="740482" y="67500"/>
                  </a:moveTo>
                  <a:lnTo>
                    <a:pt x="711060" y="94632"/>
                  </a:lnTo>
                  <a:lnTo>
                    <a:pt x="770274" y="76310"/>
                  </a:lnTo>
                  <a:close/>
                  <a:moveTo>
                    <a:pt x="1861140" y="1255671"/>
                  </a:moveTo>
                  <a:lnTo>
                    <a:pt x="1841647" y="1289421"/>
                  </a:lnTo>
                  <a:lnTo>
                    <a:pt x="1892347" y="1271389"/>
                  </a:lnTo>
                  <a:close/>
                  <a:moveTo>
                    <a:pt x="1897559" y="1207206"/>
                  </a:moveTo>
                  <a:lnTo>
                    <a:pt x="1861140" y="1255671"/>
                  </a:lnTo>
                  <a:lnTo>
                    <a:pt x="1978593" y="1200953"/>
                  </a:lnTo>
                  <a:close/>
                  <a:moveTo>
                    <a:pt x="1978593" y="1200953"/>
                  </a:moveTo>
                  <a:lnTo>
                    <a:pt x="1861140" y="1255671"/>
                  </a:lnTo>
                  <a:lnTo>
                    <a:pt x="1944964" y="1250985"/>
                  </a:lnTo>
                  <a:close/>
                  <a:moveTo>
                    <a:pt x="1944964" y="1250985"/>
                  </a:moveTo>
                  <a:lnTo>
                    <a:pt x="1861140" y="1255671"/>
                  </a:lnTo>
                  <a:lnTo>
                    <a:pt x="1892347" y="1271389"/>
                  </a:lnTo>
                  <a:close/>
                  <a:moveTo>
                    <a:pt x="1940217" y="1192971"/>
                  </a:moveTo>
                  <a:lnTo>
                    <a:pt x="1978593" y="1200953"/>
                  </a:lnTo>
                  <a:lnTo>
                    <a:pt x="2026444" y="1168770"/>
                  </a:lnTo>
                  <a:close/>
                  <a:moveTo>
                    <a:pt x="1494925" y="851657"/>
                  </a:moveTo>
                  <a:lnTo>
                    <a:pt x="1469540" y="796131"/>
                  </a:lnTo>
                  <a:lnTo>
                    <a:pt x="1442443" y="804867"/>
                  </a:lnTo>
                  <a:close/>
                  <a:moveTo>
                    <a:pt x="2021055" y="1227344"/>
                  </a:moveTo>
                  <a:lnTo>
                    <a:pt x="2119816" y="1235101"/>
                  </a:lnTo>
                  <a:lnTo>
                    <a:pt x="2111282" y="1212548"/>
                  </a:lnTo>
                  <a:close/>
                  <a:moveTo>
                    <a:pt x="1978593" y="1200953"/>
                  </a:moveTo>
                  <a:lnTo>
                    <a:pt x="1944964" y="1250985"/>
                  </a:lnTo>
                  <a:lnTo>
                    <a:pt x="2021055" y="1227344"/>
                  </a:lnTo>
                  <a:close/>
                  <a:moveTo>
                    <a:pt x="2056100" y="1159352"/>
                  </a:moveTo>
                  <a:lnTo>
                    <a:pt x="2026444" y="1168770"/>
                  </a:lnTo>
                  <a:lnTo>
                    <a:pt x="2113055" y="1209825"/>
                  </a:lnTo>
                  <a:close/>
                  <a:moveTo>
                    <a:pt x="2026444" y="1168770"/>
                  </a:moveTo>
                  <a:lnTo>
                    <a:pt x="1978593" y="1200953"/>
                  </a:lnTo>
                  <a:lnTo>
                    <a:pt x="2113055" y="1209825"/>
                  </a:lnTo>
                  <a:close/>
                  <a:moveTo>
                    <a:pt x="2113055" y="1209825"/>
                  </a:moveTo>
                  <a:lnTo>
                    <a:pt x="1978593" y="1200953"/>
                  </a:lnTo>
                  <a:lnTo>
                    <a:pt x="2111282" y="1212548"/>
                  </a:lnTo>
                  <a:close/>
                  <a:moveTo>
                    <a:pt x="2111282" y="1212548"/>
                  </a:moveTo>
                  <a:lnTo>
                    <a:pt x="1978593" y="1200953"/>
                  </a:lnTo>
                  <a:lnTo>
                    <a:pt x="2021055" y="1227344"/>
                  </a:lnTo>
                  <a:close/>
                  <a:moveTo>
                    <a:pt x="2113055" y="1209825"/>
                  </a:moveTo>
                  <a:lnTo>
                    <a:pt x="2123910" y="1212548"/>
                  </a:lnTo>
                  <a:lnTo>
                    <a:pt x="2056100" y="1159352"/>
                  </a:lnTo>
                  <a:close/>
                  <a:moveTo>
                    <a:pt x="2111282" y="1212548"/>
                  </a:moveTo>
                  <a:lnTo>
                    <a:pt x="2119816" y="1235101"/>
                  </a:lnTo>
                  <a:lnTo>
                    <a:pt x="2115187" y="1211408"/>
                  </a:lnTo>
                  <a:close/>
                  <a:moveTo>
                    <a:pt x="2113055" y="1209825"/>
                  </a:moveTo>
                  <a:lnTo>
                    <a:pt x="2111282" y="1212548"/>
                  </a:lnTo>
                  <a:lnTo>
                    <a:pt x="2115187" y="1211408"/>
                  </a:lnTo>
                  <a:close/>
                  <a:moveTo>
                    <a:pt x="2115187" y="1211408"/>
                  </a:moveTo>
                  <a:lnTo>
                    <a:pt x="2119816" y="1235101"/>
                  </a:lnTo>
                  <a:lnTo>
                    <a:pt x="2123910" y="1212548"/>
                  </a:lnTo>
                  <a:close/>
                  <a:moveTo>
                    <a:pt x="2115187" y="1211408"/>
                  </a:moveTo>
                  <a:lnTo>
                    <a:pt x="2123910" y="1212548"/>
                  </a:lnTo>
                  <a:lnTo>
                    <a:pt x="2113055" y="120982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62" name="Candidate_density__2061">
              <a:extLst>
                <a:ext uri="{FF2B5EF4-FFF2-40B4-BE49-F238E27FC236}">
                  <a16:creationId xmlns:a16="http://schemas.microsoft.com/office/drawing/2014/main" id="{C79B985E-08DF-E620-58B0-1427297FDB46}"/>
                </a:ext>
              </a:extLst>
            </p:cNvPr>
            <p:cNvSpPr>
              <a:spLocks noGrp="1"/>
            </p:cNvSpPr>
            <p:nvPr/>
          </p:nvSpPr>
          <p:spPr>
            <a:xfrm>
              <a:off x="4491611" y="2277833"/>
              <a:ext cx="2265152" cy="3076939"/>
            </a:xfrm>
            <a:custGeom>
              <a:avLst/>
              <a:gdLst/>
              <a:ahLst/>
              <a:cxnLst/>
              <a:rect l="0" t="0" r="0" b="0"/>
              <a:pathLst>
                <a:path w="2265152" h="3076939">
                  <a:moveTo>
                    <a:pt x="9466" y="2562393"/>
                  </a:moveTo>
                  <a:lnTo>
                    <a:pt x="5694" y="2600829"/>
                  </a:lnTo>
                  <a:lnTo>
                    <a:pt x="91699" y="2644608"/>
                  </a:lnTo>
                  <a:close/>
                  <a:moveTo>
                    <a:pt x="274396" y="2761096"/>
                  </a:moveTo>
                  <a:lnTo>
                    <a:pt x="401385" y="2742025"/>
                  </a:lnTo>
                  <a:lnTo>
                    <a:pt x="321512" y="2722051"/>
                  </a:lnTo>
                  <a:close/>
                  <a:moveTo>
                    <a:pt x="107360" y="2606172"/>
                  </a:moveTo>
                  <a:lnTo>
                    <a:pt x="91699" y="2644608"/>
                  </a:lnTo>
                  <a:lnTo>
                    <a:pt x="96293" y="2652508"/>
                  </a:lnTo>
                  <a:close/>
                  <a:moveTo>
                    <a:pt x="551947" y="3026293"/>
                  </a:moveTo>
                  <a:lnTo>
                    <a:pt x="650838" y="2978811"/>
                  </a:lnTo>
                  <a:lnTo>
                    <a:pt x="562749" y="3006498"/>
                  </a:lnTo>
                  <a:close/>
                  <a:moveTo>
                    <a:pt x="674712" y="2991431"/>
                  </a:moveTo>
                  <a:lnTo>
                    <a:pt x="650838" y="2978811"/>
                  </a:lnTo>
                  <a:lnTo>
                    <a:pt x="551947" y="3026293"/>
                  </a:lnTo>
                  <a:close/>
                  <a:moveTo>
                    <a:pt x="635009" y="3058190"/>
                  </a:moveTo>
                  <a:lnTo>
                    <a:pt x="674712" y="2991431"/>
                  </a:lnTo>
                  <a:lnTo>
                    <a:pt x="551947" y="3026293"/>
                  </a:lnTo>
                  <a:close/>
                  <a:moveTo>
                    <a:pt x="714554" y="3076939"/>
                  </a:moveTo>
                  <a:lnTo>
                    <a:pt x="743577" y="2980673"/>
                  </a:lnTo>
                  <a:lnTo>
                    <a:pt x="674712" y="2991431"/>
                  </a:lnTo>
                  <a:close/>
                  <a:moveTo>
                    <a:pt x="635009" y="3058190"/>
                  </a:moveTo>
                  <a:lnTo>
                    <a:pt x="714554" y="3076939"/>
                  </a:lnTo>
                  <a:lnTo>
                    <a:pt x="674712" y="2991431"/>
                  </a:lnTo>
                  <a:close/>
                  <a:moveTo>
                    <a:pt x="743577" y="2980673"/>
                  </a:moveTo>
                  <a:lnTo>
                    <a:pt x="693806" y="2921044"/>
                  </a:lnTo>
                  <a:lnTo>
                    <a:pt x="725667" y="2978811"/>
                  </a:lnTo>
                  <a:close/>
                  <a:moveTo>
                    <a:pt x="693806" y="2921044"/>
                  </a:moveTo>
                  <a:lnTo>
                    <a:pt x="680361" y="2896595"/>
                  </a:lnTo>
                  <a:lnTo>
                    <a:pt x="725667" y="2978811"/>
                  </a:lnTo>
                  <a:close/>
                  <a:moveTo>
                    <a:pt x="420454" y="2661222"/>
                  </a:moveTo>
                  <a:lnTo>
                    <a:pt x="401385" y="2742025"/>
                  </a:lnTo>
                  <a:lnTo>
                    <a:pt x="488392" y="2766672"/>
                  </a:lnTo>
                  <a:close/>
                  <a:moveTo>
                    <a:pt x="420454" y="2661222"/>
                  </a:moveTo>
                  <a:lnTo>
                    <a:pt x="321512" y="2722051"/>
                  </a:lnTo>
                  <a:lnTo>
                    <a:pt x="401385" y="2742025"/>
                  </a:lnTo>
                  <a:close/>
                  <a:moveTo>
                    <a:pt x="420454" y="2661222"/>
                  </a:moveTo>
                  <a:lnTo>
                    <a:pt x="341311" y="2664971"/>
                  </a:lnTo>
                  <a:lnTo>
                    <a:pt x="321512" y="2722051"/>
                  </a:lnTo>
                  <a:close/>
                  <a:moveTo>
                    <a:pt x="667728" y="2881652"/>
                  </a:moveTo>
                  <a:lnTo>
                    <a:pt x="725667" y="2978811"/>
                  </a:lnTo>
                  <a:lnTo>
                    <a:pt x="680361" y="2896595"/>
                  </a:lnTo>
                  <a:close/>
                  <a:moveTo>
                    <a:pt x="667728" y="2881652"/>
                  </a:moveTo>
                  <a:lnTo>
                    <a:pt x="679247" y="2972380"/>
                  </a:lnTo>
                  <a:lnTo>
                    <a:pt x="725667" y="2978811"/>
                  </a:lnTo>
                  <a:close/>
                  <a:moveTo>
                    <a:pt x="667728" y="2881652"/>
                  </a:moveTo>
                  <a:lnTo>
                    <a:pt x="680361" y="2896595"/>
                  </a:lnTo>
                  <a:lnTo>
                    <a:pt x="640080" y="2861946"/>
                  </a:lnTo>
                  <a:close/>
                  <a:moveTo>
                    <a:pt x="338243" y="2267096"/>
                  </a:moveTo>
                  <a:lnTo>
                    <a:pt x="410994" y="2347545"/>
                  </a:lnTo>
                  <a:lnTo>
                    <a:pt x="430144" y="2252974"/>
                  </a:lnTo>
                  <a:close/>
                  <a:moveTo>
                    <a:pt x="418780" y="2326432"/>
                  </a:moveTo>
                  <a:lnTo>
                    <a:pt x="410994" y="2347545"/>
                  </a:lnTo>
                  <a:lnTo>
                    <a:pt x="338243" y="2267096"/>
                  </a:lnTo>
                  <a:close/>
                  <a:moveTo>
                    <a:pt x="485302" y="2268724"/>
                  </a:moveTo>
                  <a:lnTo>
                    <a:pt x="430144" y="2252974"/>
                  </a:lnTo>
                  <a:lnTo>
                    <a:pt x="410994" y="2347545"/>
                  </a:lnTo>
                  <a:close/>
                  <a:moveTo>
                    <a:pt x="601483" y="2287234"/>
                  </a:moveTo>
                  <a:lnTo>
                    <a:pt x="560738" y="2207396"/>
                  </a:lnTo>
                  <a:lnTo>
                    <a:pt x="548738" y="2244217"/>
                  </a:lnTo>
                  <a:close/>
                  <a:moveTo>
                    <a:pt x="563588" y="2209008"/>
                  </a:moveTo>
                  <a:lnTo>
                    <a:pt x="560738" y="2207396"/>
                  </a:lnTo>
                  <a:lnTo>
                    <a:pt x="601483" y="2287234"/>
                  </a:lnTo>
                  <a:close/>
                  <a:moveTo>
                    <a:pt x="386406" y="2162002"/>
                  </a:moveTo>
                  <a:lnTo>
                    <a:pt x="427766" y="2195048"/>
                  </a:lnTo>
                  <a:lnTo>
                    <a:pt x="360393" y="2148996"/>
                  </a:lnTo>
                  <a:close/>
                  <a:moveTo>
                    <a:pt x="386406" y="2162002"/>
                  </a:moveTo>
                  <a:lnTo>
                    <a:pt x="360393" y="2148996"/>
                  </a:lnTo>
                  <a:lnTo>
                    <a:pt x="322763" y="2079497"/>
                  </a:lnTo>
                  <a:close/>
                  <a:moveTo>
                    <a:pt x="742700" y="2180649"/>
                  </a:moveTo>
                  <a:lnTo>
                    <a:pt x="730398" y="2090557"/>
                  </a:lnTo>
                  <a:lnTo>
                    <a:pt x="718164" y="2167344"/>
                  </a:lnTo>
                  <a:close/>
                  <a:moveTo>
                    <a:pt x="730398" y="2090557"/>
                  </a:moveTo>
                  <a:lnTo>
                    <a:pt x="717888" y="2085129"/>
                  </a:lnTo>
                  <a:lnTo>
                    <a:pt x="718164" y="2167344"/>
                  </a:lnTo>
                  <a:close/>
                  <a:moveTo>
                    <a:pt x="557289" y="2010016"/>
                  </a:moveTo>
                  <a:lnTo>
                    <a:pt x="638437" y="1994997"/>
                  </a:lnTo>
                  <a:lnTo>
                    <a:pt x="571703" y="1958797"/>
                  </a:lnTo>
                  <a:close/>
                  <a:moveTo>
                    <a:pt x="647972" y="2002914"/>
                  </a:moveTo>
                  <a:lnTo>
                    <a:pt x="571703" y="1958797"/>
                  </a:lnTo>
                  <a:lnTo>
                    <a:pt x="638437" y="1994997"/>
                  </a:lnTo>
                  <a:close/>
                  <a:moveTo>
                    <a:pt x="691949" y="2061224"/>
                  </a:moveTo>
                  <a:lnTo>
                    <a:pt x="718164" y="2167344"/>
                  </a:lnTo>
                  <a:lnTo>
                    <a:pt x="717888" y="2085129"/>
                  </a:lnTo>
                  <a:close/>
                  <a:moveTo>
                    <a:pt x="646726" y="1997897"/>
                  </a:moveTo>
                  <a:lnTo>
                    <a:pt x="717888" y="2085129"/>
                  </a:lnTo>
                  <a:lnTo>
                    <a:pt x="647972" y="2002914"/>
                  </a:lnTo>
                  <a:close/>
                  <a:moveTo>
                    <a:pt x="646726" y="1997897"/>
                  </a:moveTo>
                  <a:lnTo>
                    <a:pt x="691949" y="2061224"/>
                  </a:lnTo>
                  <a:lnTo>
                    <a:pt x="717888" y="2085129"/>
                  </a:lnTo>
                  <a:close/>
                  <a:moveTo>
                    <a:pt x="445406" y="1640014"/>
                  </a:moveTo>
                  <a:lnTo>
                    <a:pt x="484379" y="1697656"/>
                  </a:lnTo>
                  <a:lnTo>
                    <a:pt x="514579" y="1744461"/>
                  </a:lnTo>
                  <a:close/>
                  <a:moveTo>
                    <a:pt x="408342" y="1570054"/>
                  </a:moveTo>
                  <a:lnTo>
                    <a:pt x="389606" y="1621971"/>
                  </a:lnTo>
                  <a:lnTo>
                    <a:pt x="467301" y="1674053"/>
                  </a:lnTo>
                  <a:close/>
                  <a:moveTo>
                    <a:pt x="1321099" y="2229803"/>
                  </a:moveTo>
                  <a:lnTo>
                    <a:pt x="1302680" y="2228539"/>
                  </a:lnTo>
                  <a:lnTo>
                    <a:pt x="1399444" y="2298680"/>
                  </a:lnTo>
                  <a:close/>
                  <a:moveTo>
                    <a:pt x="1399444" y="2298680"/>
                  </a:moveTo>
                  <a:lnTo>
                    <a:pt x="1302680" y="2228539"/>
                  </a:lnTo>
                  <a:lnTo>
                    <a:pt x="1294813" y="2254901"/>
                  </a:lnTo>
                  <a:close/>
                  <a:moveTo>
                    <a:pt x="1168507" y="2076843"/>
                  </a:moveTo>
                  <a:lnTo>
                    <a:pt x="1227938" y="2134250"/>
                  </a:lnTo>
                  <a:lnTo>
                    <a:pt x="1217482" y="2121051"/>
                  </a:lnTo>
                  <a:close/>
                  <a:moveTo>
                    <a:pt x="1168507" y="2076843"/>
                  </a:moveTo>
                  <a:lnTo>
                    <a:pt x="1250645" y="2170750"/>
                  </a:lnTo>
                  <a:lnTo>
                    <a:pt x="1227938" y="2134250"/>
                  </a:lnTo>
                  <a:close/>
                  <a:moveTo>
                    <a:pt x="498627" y="1229884"/>
                  </a:moveTo>
                  <a:lnTo>
                    <a:pt x="437873" y="1156827"/>
                  </a:lnTo>
                  <a:lnTo>
                    <a:pt x="388237" y="1186447"/>
                  </a:lnTo>
                  <a:close/>
                  <a:moveTo>
                    <a:pt x="379105" y="1186105"/>
                  </a:moveTo>
                  <a:lnTo>
                    <a:pt x="433533" y="1140600"/>
                  </a:lnTo>
                  <a:lnTo>
                    <a:pt x="337352" y="1066714"/>
                  </a:lnTo>
                  <a:close/>
                  <a:moveTo>
                    <a:pt x="358438" y="1075033"/>
                  </a:moveTo>
                  <a:lnTo>
                    <a:pt x="337352" y="1066714"/>
                  </a:lnTo>
                  <a:lnTo>
                    <a:pt x="383867" y="1089491"/>
                  </a:lnTo>
                  <a:close/>
                  <a:moveTo>
                    <a:pt x="1305310" y="2216465"/>
                  </a:moveTo>
                  <a:lnTo>
                    <a:pt x="1302680" y="2228539"/>
                  </a:lnTo>
                  <a:lnTo>
                    <a:pt x="1321099" y="2229803"/>
                  </a:lnTo>
                  <a:close/>
                  <a:moveTo>
                    <a:pt x="1305310" y="2216465"/>
                  </a:moveTo>
                  <a:lnTo>
                    <a:pt x="1250645" y="2170750"/>
                  </a:lnTo>
                  <a:lnTo>
                    <a:pt x="1302680" y="2228539"/>
                  </a:lnTo>
                  <a:close/>
                  <a:moveTo>
                    <a:pt x="1305310" y="2216465"/>
                  </a:moveTo>
                  <a:lnTo>
                    <a:pt x="1227938" y="2134250"/>
                  </a:lnTo>
                  <a:lnTo>
                    <a:pt x="1250645" y="2170750"/>
                  </a:lnTo>
                  <a:close/>
                  <a:moveTo>
                    <a:pt x="1143839" y="2052035"/>
                  </a:moveTo>
                  <a:lnTo>
                    <a:pt x="1168507" y="2076843"/>
                  </a:lnTo>
                  <a:lnTo>
                    <a:pt x="1217482" y="2121051"/>
                  </a:lnTo>
                  <a:close/>
                  <a:moveTo>
                    <a:pt x="1779191" y="2589104"/>
                  </a:moveTo>
                  <a:lnTo>
                    <a:pt x="1814845" y="2682548"/>
                  </a:lnTo>
                  <a:lnTo>
                    <a:pt x="1865446" y="2656535"/>
                  </a:lnTo>
                  <a:close/>
                  <a:moveTo>
                    <a:pt x="1779191" y="2589104"/>
                  </a:moveTo>
                  <a:lnTo>
                    <a:pt x="1771803" y="2627540"/>
                  </a:lnTo>
                  <a:lnTo>
                    <a:pt x="1814845" y="2682548"/>
                  </a:lnTo>
                  <a:close/>
                  <a:moveTo>
                    <a:pt x="1638229" y="2364324"/>
                  </a:moveTo>
                  <a:lnTo>
                    <a:pt x="1607549" y="2342459"/>
                  </a:lnTo>
                  <a:lnTo>
                    <a:pt x="1512235" y="2387112"/>
                  </a:lnTo>
                  <a:close/>
                  <a:moveTo>
                    <a:pt x="1585887" y="2383826"/>
                  </a:moveTo>
                  <a:lnTo>
                    <a:pt x="1638229" y="2364324"/>
                  </a:lnTo>
                  <a:lnTo>
                    <a:pt x="1512235" y="2387112"/>
                  </a:lnTo>
                  <a:close/>
                  <a:moveTo>
                    <a:pt x="1517862" y="2374969"/>
                  </a:moveTo>
                  <a:lnTo>
                    <a:pt x="1607549" y="2342459"/>
                  </a:lnTo>
                  <a:lnTo>
                    <a:pt x="1627885" y="2325648"/>
                  </a:lnTo>
                  <a:close/>
                  <a:moveTo>
                    <a:pt x="1321099" y="2229803"/>
                  </a:moveTo>
                  <a:lnTo>
                    <a:pt x="1399444" y="2298680"/>
                  </a:lnTo>
                  <a:lnTo>
                    <a:pt x="1367518" y="2188152"/>
                  </a:lnTo>
                  <a:close/>
                  <a:moveTo>
                    <a:pt x="1435372" y="2181255"/>
                  </a:moveTo>
                  <a:lnTo>
                    <a:pt x="1399444" y="2298680"/>
                  </a:lnTo>
                  <a:lnTo>
                    <a:pt x="1428621" y="2286836"/>
                  </a:lnTo>
                  <a:close/>
                  <a:moveTo>
                    <a:pt x="1227938" y="2134250"/>
                  </a:moveTo>
                  <a:lnTo>
                    <a:pt x="1325307" y="2095813"/>
                  </a:lnTo>
                  <a:lnTo>
                    <a:pt x="1217482" y="2121051"/>
                  </a:lnTo>
                  <a:close/>
                  <a:moveTo>
                    <a:pt x="1407914" y="2103486"/>
                  </a:moveTo>
                  <a:lnTo>
                    <a:pt x="1362628" y="2040210"/>
                  </a:lnTo>
                  <a:lnTo>
                    <a:pt x="1364724" y="2095813"/>
                  </a:lnTo>
                  <a:close/>
                  <a:moveTo>
                    <a:pt x="1362628" y="2040210"/>
                  </a:moveTo>
                  <a:lnTo>
                    <a:pt x="1341842" y="2013598"/>
                  </a:lnTo>
                  <a:lnTo>
                    <a:pt x="1364724" y="2095813"/>
                  </a:lnTo>
                  <a:close/>
                  <a:moveTo>
                    <a:pt x="1690267" y="2424674"/>
                  </a:moveTo>
                  <a:lnTo>
                    <a:pt x="1702527" y="2386237"/>
                  </a:lnTo>
                  <a:lnTo>
                    <a:pt x="1638229" y="2364324"/>
                  </a:lnTo>
                  <a:close/>
                  <a:moveTo>
                    <a:pt x="1638229" y="2364324"/>
                  </a:moveTo>
                  <a:lnTo>
                    <a:pt x="1582860" y="2322126"/>
                  </a:lnTo>
                  <a:lnTo>
                    <a:pt x="1607549" y="2342459"/>
                  </a:lnTo>
                  <a:close/>
                  <a:moveTo>
                    <a:pt x="803229" y="1330701"/>
                  </a:moveTo>
                  <a:lnTo>
                    <a:pt x="845227" y="1355877"/>
                  </a:lnTo>
                  <a:lnTo>
                    <a:pt x="759935" y="1309786"/>
                  </a:lnTo>
                  <a:close/>
                  <a:moveTo>
                    <a:pt x="832635" y="1167203"/>
                  </a:moveTo>
                  <a:lnTo>
                    <a:pt x="873188" y="1235226"/>
                  </a:lnTo>
                  <a:lnTo>
                    <a:pt x="871243" y="1232091"/>
                  </a:lnTo>
                  <a:close/>
                  <a:moveTo>
                    <a:pt x="5763" y="253685"/>
                  </a:moveTo>
                  <a:lnTo>
                    <a:pt x="0" y="203919"/>
                  </a:lnTo>
                  <a:lnTo>
                    <a:pt x="31584" y="193192"/>
                  </a:lnTo>
                  <a:close/>
                  <a:moveTo>
                    <a:pt x="52720" y="276101"/>
                  </a:moveTo>
                  <a:lnTo>
                    <a:pt x="5763" y="253685"/>
                  </a:lnTo>
                  <a:lnTo>
                    <a:pt x="31584" y="193192"/>
                  </a:lnTo>
                  <a:close/>
                  <a:moveTo>
                    <a:pt x="1990890" y="2533050"/>
                  </a:moveTo>
                  <a:lnTo>
                    <a:pt x="1985292" y="2610757"/>
                  </a:lnTo>
                  <a:lnTo>
                    <a:pt x="2001685" y="2550667"/>
                  </a:lnTo>
                  <a:close/>
                  <a:moveTo>
                    <a:pt x="1949510" y="2466599"/>
                  </a:moveTo>
                  <a:lnTo>
                    <a:pt x="2001685" y="2550667"/>
                  </a:lnTo>
                  <a:lnTo>
                    <a:pt x="1952497" y="2468452"/>
                  </a:lnTo>
                  <a:close/>
                  <a:moveTo>
                    <a:pt x="1863639" y="2375726"/>
                  </a:moveTo>
                  <a:lnTo>
                    <a:pt x="1945431" y="2461725"/>
                  </a:lnTo>
                  <a:lnTo>
                    <a:pt x="1890475" y="2386237"/>
                  </a:lnTo>
                  <a:close/>
                  <a:moveTo>
                    <a:pt x="1778772" y="2284038"/>
                  </a:moveTo>
                  <a:lnTo>
                    <a:pt x="1839281" y="2343505"/>
                  </a:lnTo>
                  <a:lnTo>
                    <a:pt x="1810232" y="2304022"/>
                  </a:lnTo>
                  <a:close/>
                  <a:moveTo>
                    <a:pt x="1863639" y="2375726"/>
                  </a:moveTo>
                  <a:lnTo>
                    <a:pt x="1839281" y="2343505"/>
                  </a:lnTo>
                  <a:lnTo>
                    <a:pt x="1778772" y="2284038"/>
                  </a:lnTo>
                  <a:close/>
                  <a:moveTo>
                    <a:pt x="1863639" y="2375726"/>
                  </a:moveTo>
                  <a:lnTo>
                    <a:pt x="1890475" y="2386237"/>
                  </a:lnTo>
                  <a:lnTo>
                    <a:pt x="1839281" y="2343505"/>
                  </a:lnTo>
                  <a:close/>
                  <a:moveTo>
                    <a:pt x="1597830" y="1998075"/>
                  </a:moveTo>
                  <a:lnTo>
                    <a:pt x="1548264" y="1949883"/>
                  </a:lnTo>
                  <a:lnTo>
                    <a:pt x="1559920" y="1975162"/>
                  </a:lnTo>
                  <a:close/>
                  <a:moveTo>
                    <a:pt x="1548264" y="1949883"/>
                  </a:moveTo>
                  <a:lnTo>
                    <a:pt x="1546059" y="1867969"/>
                  </a:lnTo>
                  <a:lnTo>
                    <a:pt x="1559920" y="1975162"/>
                  </a:lnTo>
                  <a:close/>
                  <a:moveTo>
                    <a:pt x="1559920" y="1975162"/>
                  </a:moveTo>
                  <a:lnTo>
                    <a:pt x="1546059" y="1867969"/>
                  </a:lnTo>
                  <a:lnTo>
                    <a:pt x="1548415" y="1854510"/>
                  </a:lnTo>
                  <a:close/>
                  <a:moveTo>
                    <a:pt x="1472333" y="1772295"/>
                  </a:moveTo>
                  <a:lnTo>
                    <a:pt x="1445005" y="1810731"/>
                  </a:lnTo>
                  <a:lnTo>
                    <a:pt x="1488784" y="1869029"/>
                  </a:lnTo>
                  <a:close/>
                  <a:moveTo>
                    <a:pt x="981964" y="1279004"/>
                  </a:moveTo>
                  <a:lnTo>
                    <a:pt x="873188" y="1235226"/>
                  </a:lnTo>
                  <a:lnTo>
                    <a:pt x="940009" y="1317440"/>
                  </a:lnTo>
                  <a:close/>
                  <a:moveTo>
                    <a:pt x="813076" y="1153011"/>
                  </a:moveTo>
                  <a:lnTo>
                    <a:pt x="871243" y="1232091"/>
                  </a:lnTo>
                  <a:lnTo>
                    <a:pt x="898619" y="1196789"/>
                  </a:lnTo>
                  <a:close/>
                  <a:moveTo>
                    <a:pt x="155479" y="330859"/>
                  </a:moveTo>
                  <a:lnTo>
                    <a:pt x="207074" y="211207"/>
                  </a:lnTo>
                  <a:lnTo>
                    <a:pt x="202426" y="210208"/>
                  </a:lnTo>
                  <a:close/>
                  <a:moveTo>
                    <a:pt x="202426" y="210208"/>
                  </a:moveTo>
                  <a:lnTo>
                    <a:pt x="210009" y="216591"/>
                  </a:lnTo>
                  <a:lnTo>
                    <a:pt x="155479" y="330859"/>
                  </a:lnTo>
                  <a:close/>
                  <a:moveTo>
                    <a:pt x="176974" y="135585"/>
                  </a:moveTo>
                  <a:lnTo>
                    <a:pt x="155897" y="52628"/>
                  </a:lnTo>
                  <a:lnTo>
                    <a:pt x="141315" y="127993"/>
                  </a:lnTo>
                  <a:close/>
                  <a:moveTo>
                    <a:pt x="1546059" y="1867969"/>
                  </a:moveTo>
                  <a:lnTo>
                    <a:pt x="1548264" y="1949883"/>
                  </a:lnTo>
                  <a:lnTo>
                    <a:pt x="1543979" y="1936726"/>
                  </a:lnTo>
                  <a:close/>
                  <a:moveTo>
                    <a:pt x="2165112" y="2391579"/>
                  </a:moveTo>
                  <a:lnTo>
                    <a:pt x="2163452" y="2504350"/>
                  </a:lnTo>
                  <a:lnTo>
                    <a:pt x="2202817" y="2436328"/>
                  </a:lnTo>
                  <a:close/>
                  <a:moveTo>
                    <a:pt x="2165112" y="2391579"/>
                  </a:moveTo>
                  <a:lnTo>
                    <a:pt x="2090474" y="2430016"/>
                  </a:lnTo>
                  <a:lnTo>
                    <a:pt x="2163452" y="2504350"/>
                  </a:lnTo>
                  <a:close/>
                  <a:moveTo>
                    <a:pt x="1548415" y="1854510"/>
                  </a:moveTo>
                  <a:lnTo>
                    <a:pt x="1546059" y="1867969"/>
                  </a:lnTo>
                  <a:lnTo>
                    <a:pt x="1545879" y="1851731"/>
                  </a:lnTo>
                  <a:close/>
                  <a:moveTo>
                    <a:pt x="1485197" y="1740379"/>
                  </a:moveTo>
                  <a:lnTo>
                    <a:pt x="1541325" y="1850268"/>
                  </a:lnTo>
                  <a:lnTo>
                    <a:pt x="1545879" y="1851731"/>
                  </a:lnTo>
                  <a:close/>
                  <a:moveTo>
                    <a:pt x="1579157" y="1733859"/>
                  </a:moveTo>
                  <a:lnTo>
                    <a:pt x="1611836" y="1758608"/>
                  </a:lnTo>
                  <a:lnTo>
                    <a:pt x="1534546" y="1660759"/>
                  </a:lnTo>
                  <a:close/>
                  <a:moveTo>
                    <a:pt x="467892" y="539068"/>
                  </a:moveTo>
                  <a:lnTo>
                    <a:pt x="564443" y="490589"/>
                  </a:lnTo>
                  <a:lnTo>
                    <a:pt x="461467" y="425850"/>
                  </a:lnTo>
                  <a:close/>
                  <a:moveTo>
                    <a:pt x="497722" y="356875"/>
                  </a:moveTo>
                  <a:lnTo>
                    <a:pt x="461467" y="425850"/>
                  </a:lnTo>
                  <a:lnTo>
                    <a:pt x="519111" y="439578"/>
                  </a:lnTo>
                  <a:close/>
                  <a:moveTo>
                    <a:pt x="123222" y="118692"/>
                  </a:moveTo>
                  <a:lnTo>
                    <a:pt x="202426" y="210208"/>
                  </a:lnTo>
                  <a:lnTo>
                    <a:pt x="141315" y="127993"/>
                  </a:lnTo>
                  <a:close/>
                  <a:moveTo>
                    <a:pt x="2203335" y="2281337"/>
                  </a:moveTo>
                  <a:lnTo>
                    <a:pt x="2139509" y="2272633"/>
                  </a:lnTo>
                  <a:lnTo>
                    <a:pt x="2211999" y="2374385"/>
                  </a:lnTo>
                  <a:close/>
                  <a:moveTo>
                    <a:pt x="2211999" y="2374385"/>
                  </a:moveTo>
                  <a:lnTo>
                    <a:pt x="2202817" y="2436328"/>
                  </a:lnTo>
                  <a:lnTo>
                    <a:pt x="2236608" y="2391579"/>
                  </a:lnTo>
                  <a:close/>
                  <a:moveTo>
                    <a:pt x="2211999" y="2374385"/>
                  </a:moveTo>
                  <a:lnTo>
                    <a:pt x="2236608" y="2391579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11999" y="2374385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01873" y="2217595"/>
                  </a:lnTo>
                  <a:lnTo>
                    <a:pt x="2141065" y="2268903"/>
                  </a:lnTo>
                  <a:close/>
                  <a:moveTo>
                    <a:pt x="1986221" y="2106498"/>
                  </a:moveTo>
                  <a:lnTo>
                    <a:pt x="1968892" y="2119039"/>
                  </a:lnTo>
                  <a:lnTo>
                    <a:pt x="1956045" y="2144934"/>
                  </a:lnTo>
                  <a:close/>
                  <a:moveTo>
                    <a:pt x="1702969" y="1682109"/>
                  </a:moveTo>
                  <a:lnTo>
                    <a:pt x="1834009" y="1678187"/>
                  </a:lnTo>
                  <a:lnTo>
                    <a:pt x="1762690" y="1690195"/>
                  </a:lnTo>
                  <a:close/>
                  <a:moveTo>
                    <a:pt x="1651193" y="1551984"/>
                  </a:moveTo>
                  <a:lnTo>
                    <a:pt x="1628134" y="1545174"/>
                  </a:lnTo>
                  <a:lnTo>
                    <a:pt x="1706229" y="1613207"/>
                  </a:lnTo>
                  <a:close/>
                  <a:moveTo>
                    <a:pt x="1706229" y="1613207"/>
                  </a:moveTo>
                  <a:lnTo>
                    <a:pt x="1628134" y="1545174"/>
                  </a:lnTo>
                  <a:lnTo>
                    <a:pt x="1627997" y="1569429"/>
                  </a:lnTo>
                  <a:close/>
                  <a:moveTo>
                    <a:pt x="1482128" y="1542690"/>
                  </a:moveTo>
                  <a:lnTo>
                    <a:pt x="1502101" y="1569429"/>
                  </a:lnTo>
                  <a:lnTo>
                    <a:pt x="1547135" y="1450341"/>
                  </a:lnTo>
                  <a:close/>
                  <a:moveTo>
                    <a:pt x="1547135" y="1450341"/>
                  </a:moveTo>
                  <a:lnTo>
                    <a:pt x="1548431" y="1446432"/>
                  </a:lnTo>
                  <a:lnTo>
                    <a:pt x="1472757" y="1442157"/>
                  </a:lnTo>
                  <a:close/>
                  <a:moveTo>
                    <a:pt x="1550720" y="1448777"/>
                  </a:moveTo>
                  <a:lnTo>
                    <a:pt x="1628134" y="1545174"/>
                  </a:lnTo>
                  <a:lnTo>
                    <a:pt x="1597203" y="1530992"/>
                  </a:lnTo>
                  <a:close/>
                  <a:moveTo>
                    <a:pt x="1550720" y="1448777"/>
                  </a:moveTo>
                  <a:lnTo>
                    <a:pt x="1547135" y="1450341"/>
                  </a:lnTo>
                  <a:lnTo>
                    <a:pt x="1512789" y="1528375"/>
                  </a:lnTo>
                  <a:close/>
                  <a:moveTo>
                    <a:pt x="1306706" y="1224344"/>
                  </a:moveTo>
                  <a:lnTo>
                    <a:pt x="1218531" y="1158353"/>
                  </a:lnTo>
                  <a:lnTo>
                    <a:pt x="1244365" y="1145551"/>
                  </a:lnTo>
                  <a:close/>
                  <a:moveTo>
                    <a:pt x="1077320" y="989370"/>
                  </a:moveTo>
                  <a:lnTo>
                    <a:pt x="1008282" y="1035397"/>
                  </a:lnTo>
                  <a:lnTo>
                    <a:pt x="1075238" y="1007074"/>
                  </a:lnTo>
                  <a:close/>
                  <a:moveTo>
                    <a:pt x="1011434" y="982343"/>
                  </a:moveTo>
                  <a:lnTo>
                    <a:pt x="1077320" y="989370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01550" y="890249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25992" y="918177"/>
                  </a:lnTo>
                  <a:lnTo>
                    <a:pt x="1113851" y="873271"/>
                  </a:lnTo>
                  <a:close/>
                  <a:moveTo>
                    <a:pt x="1101550" y="890249"/>
                  </a:moveTo>
                  <a:lnTo>
                    <a:pt x="1077320" y="989370"/>
                  </a:lnTo>
                  <a:lnTo>
                    <a:pt x="1113851" y="873271"/>
                  </a:lnTo>
                  <a:close/>
                  <a:moveTo>
                    <a:pt x="709407" y="545648"/>
                  </a:moveTo>
                  <a:lnTo>
                    <a:pt x="768693" y="558041"/>
                  </a:lnTo>
                  <a:lnTo>
                    <a:pt x="752655" y="470988"/>
                  </a:lnTo>
                  <a:close/>
                  <a:moveTo>
                    <a:pt x="752655" y="470988"/>
                  </a:moveTo>
                  <a:lnTo>
                    <a:pt x="775165" y="500632"/>
                  </a:lnTo>
                  <a:lnTo>
                    <a:pt x="730617" y="388812"/>
                  </a:lnTo>
                  <a:close/>
                  <a:moveTo>
                    <a:pt x="409971" y="67347"/>
                  </a:moveTo>
                  <a:lnTo>
                    <a:pt x="416067" y="51120"/>
                  </a:lnTo>
                  <a:lnTo>
                    <a:pt x="295162" y="0"/>
                  </a:lnTo>
                  <a:close/>
                  <a:moveTo>
                    <a:pt x="1706229" y="1613207"/>
                  </a:moveTo>
                  <a:lnTo>
                    <a:pt x="1774922" y="1574771"/>
                  </a:lnTo>
                  <a:lnTo>
                    <a:pt x="1651193" y="1551984"/>
                  </a:lnTo>
                  <a:close/>
                  <a:moveTo>
                    <a:pt x="1834009" y="1678187"/>
                  </a:moveTo>
                  <a:lnTo>
                    <a:pt x="1858558" y="1579120"/>
                  </a:lnTo>
                  <a:lnTo>
                    <a:pt x="1794280" y="1593104"/>
                  </a:lnTo>
                  <a:close/>
                  <a:moveTo>
                    <a:pt x="1762690" y="1690195"/>
                  </a:moveTo>
                  <a:lnTo>
                    <a:pt x="1834009" y="1678187"/>
                  </a:lnTo>
                  <a:lnTo>
                    <a:pt x="1794280" y="1593104"/>
                  </a:lnTo>
                  <a:close/>
                  <a:moveTo>
                    <a:pt x="1541058" y="1255097"/>
                  </a:moveTo>
                  <a:lnTo>
                    <a:pt x="1622127" y="1328125"/>
                  </a:lnTo>
                  <a:lnTo>
                    <a:pt x="1621337" y="1350515"/>
                  </a:lnTo>
                  <a:close/>
                  <a:moveTo>
                    <a:pt x="1546605" y="1224401"/>
                  </a:moveTo>
                  <a:lnTo>
                    <a:pt x="1541058" y="1255097"/>
                  </a:lnTo>
                  <a:lnTo>
                    <a:pt x="1567840" y="1163695"/>
                  </a:lnTo>
                  <a:close/>
                  <a:moveTo>
                    <a:pt x="1343935" y="1093985"/>
                  </a:moveTo>
                  <a:lnTo>
                    <a:pt x="1402055" y="1177813"/>
                  </a:lnTo>
                  <a:lnTo>
                    <a:pt x="1425002" y="1163695"/>
                  </a:lnTo>
                  <a:close/>
                  <a:moveTo>
                    <a:pt x="1087635" y="780800"/>
                  </a:moveTo>
                  <a:lnTo>
                    <a:pt x="1110218" y="791056"/>
                  </a:lnTo>
                  <a:lnTo>
                    <a:pt x="1065092" y="753939"/>
                  </a:lnTo>
                  <a:close/>
                  <a:moveTo>
                    <a:pt x="1159475" y="682896"/>
                  </a:moveTo>
                  <a:lnTo>
                    <a:pt x="1159470" y="670404"/>
                  </a:lnTo>
                  <a:lnTo>
                    <a:pt x="1074223" y="591519"/>
                  </a:lnTo>
                  <a:close/>
                  <a:moveTo>
                    <a:pt x="1845369" y="1389657"/>
                  </a:moveTo>
                  <a:lnTo>
                    <a:pt x="1789305" y="1359300"/>
                  </a:lnTo>
                  <a:lnTo>
                    <a:pt x="1813024" y="1371904"/>
                  </a:lnTo>
                  <a:close/>
                  <a:moveTo>
                    <a:pt x="1422698" y="890360"/>
                  </a:moveTo>
                  <a:lnTo>
                    <a:pt x="1403622" y="968471"/>
                  </a:lnTo>
                  <a:lnTo>
                    <a:pt x="1471260" y="911473"/>
                  </a:lnTo>
                  <a:close/>
                  <a:moveTo>
                    <a:pt x="1269203" y="744560"/>
                  </a:moveTo>
                  <a:lnTo>
                    <a:pt x="1298326" y="752620"/>
                  </a:lnTo>
                  <a:lnTo>
                    <a:pt x="1315799" y="716491"/>
                  </a:lnTo>
                  <a:close/>
                  <a:moveTo>
                    <a:pt x="1222843" y="634681"/>
                  </a:moveTo>
                  <a:lnTo>
                    <a:pt x="1159470" y="670404"/>
                  </a:lnTo>
                  <a:lnTo>
                    <a:pt x="1179367" y="687333"/>
                  </a:lnTo>
                  <a:close/>
                  <a:moveTo>
                    <a:pt x="1315799" y="716491"/>
                  </a:moveTo>
                  <a:lnTo>
                    <a:pt x="1317809" y="714183"/>
                  </a:lnTo>
                  <a:lnTo>
                    <a:pt x="1269203" y="744560"/>
                  </a:lnTo>
                  <a:close/>
                  <a:moveTo>
                    <a:pt x="1269203" y="744560"/>
                  </a:moveTo>
                  <a:lnTo>
                    <a:pt x="1222843" y="634681"/>
                  </a:lnTo>
                  <a:lnTo>
                    <a:pt x="1179367" y="687333"/>
                  </a:lnTo>
                  <a:close/>
                  <a:moveTo>
                    <a:pt x="1317809" y="714183"/>
                  </a:moveTo>
                  <a:lnTo>
                    <a:pt x="1315799" y="716491"/>
                  </a:lnTo>
                  <a:lnTo>
                    <a:pt x="1318854" y="714995"/>
                  </a:lnTo>
                  <a:close/>
                  <a:moveTo>
                    <a:pt x="1980198" y="1340636"/>
                  </a:moveTo>
                  <a:lnTo>
                    <a:pt x="1946958" y="1391424"/>
                  </a:lnTo>
                  <a:lnTo>
                    <a:pt x="1986150" y="1371904"/>
                  </a:lnTo>
                  <a:close/>
                  <a:moveTo>
                    <a:pt x="1345614" y="391975"/>
                  </a:moveTo>
                  <a:lnTo>
                    <a:pt x="1364320" y="429101"/>
                  </a:lnTo>
                  <a:lnTo>
                    <a:pt x="1283288" y="366816"/>
                  </a:lnTo>
                  <a:close/>
                  <a:moveTo>
                    <a:pt x="1019684" y="100241"/>
                  </a:moveTo>
                  <a:lnTo>
                    <a:pt x="1113157" y="159498"/>
                  </a:lnTo>
                  <a:lnTo>
                    <a:pt x="1007665" y="84577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63" name="Candidate_density__2062">
              <a:extLst>
                <a:ext uri="{FF2B5EF4-FFF2-40B4-BE49-F238E27FC236}">
                  <a16:creationId xmlns:a16="http://schemas.microsoft.com/office/drawing/2014/main" id="{EC027A63-E2F5-C3A5-208F-D268580B9B08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666645"/>
              <a:ext cx="2052425" cy="2200292"/>
            </a:xfrm>
            <a:custGeom>
              <a:avLst/>
              <a:gdLst/>
              <a:ahLst/>
              <a:cxnLst/>
              <a:rect l="0" t="0" r="0" b="0"/>
              <a:pathLst>
                <a:path w="2052425" h="2200292">
                  <a:moveTo>
                    <a:pt x="27921" y="2107607"/>
                  </a:moveTo>
                  <a:lnTo>
                    <a:pt x="2807" y="2137985"/>
                  </a:lnTo>
                  <a:lnTo>
                    <a:pt x="49596" y="2091366"/>
                  </a:lnTo>
                  <a:close/>
                  <a:moveTo>
                    <a:pt x="49596" y="2091366"/>
                  </a:moveTo>
                  <a:lnTo>
                    <a:pt x="0" y="2127491"/>
                  </a:lnTo>
                  <a:lnTo>
                    <a:pt x="27921" y="2107607"/>
                  </a:lnTo>
                  <a:close/>
                  <a:moveTo>
                    <a:pt x="49596" y="2091366"/>
                  </a:moveTo>
                  <a:lnTo>
                    <a:pt x="170650" y="2056459"/>
                  </a:lnTo>
                  <a:lnTo>
                    <a:pt x="167320" y="2054870"/>
                  </a:lnTo>
                  <a:close/>
                  <a:moveTo>
                    <a:pt x="122313" y="2135145"/>
                  </a:moveTo>
                  <a:lnTo>
                    <a:pt x="170650" y="2056459"/>
                  </a:lnTo>
                  <a:lnTo>
                    <a:pt x="49596" y="2091366"/>
                  </a:lnTo>
                  <a:close/>
                  <a:moveTo>
                    <a:pt x="81693" y="2173581"/>
                  </a:moveTo>
                  <a:lnTo>
                    <a:pt x="122313" y="2135145"/>
                  </a:lnTo>
                  <a:lnTo>
                    <a:pt x="49596" y="2091366"/>
                  </a:lnTo>
                  <a:close/>
                  <a:moveTo>
                    <a:pt x="107978" y="2037344"/>
                  </a:moveTo>
                  <a:lnTo>
                    <a:pt x="49596" y="2091366"/>
                  </a:lnTo>
                  <a:lnTo>
                    <a:pt x="167320" y="2054870"/>
                  </a:lnTo>
                  <a:close/>
                  <a:moveTo>
                    <a:pt x="167320" y="2054870"/>
                  </a:moveTo>
                  <a:lnTo>
                    <a:pt x="170650" y="2056459"/>
                  </a:lnTo>
                  <a:lnTo>
                    <a:pt x="174983" y="2052930"/>
                  </a:lnTo>
                  <a:close/>
                  <a:moveTo>
                    <a:pt x="170650" y="2056459"/>
                  </a:moveTo>
                  <a:lnTo>
                    <a:pt x="225777" y="2047370"/>
                  </a:lnTo>
                  <a:lnTo>
                    <a:pt x="174983" y="2052930"/>
                  </a:lnTo>
                  <a:close/>
                  <a:moveTo>
                    <a:pt x="231941" y="2014493"/>
                  </a:moveTo>
                  <a:lnTo>
                    <a:pt x="233787" y="1932278"/>
                  </a:lnTo>
                  <a:lnTo>
                    <a:pt x="174983" y="2052930"/>
                  </a:lnTo>
                  <a:close/>
                  <a:moveTo>
                    <a:pt x="304423" y="1847553"/>
                  </a:moveTo>
                  <a:lnTo>
                    <a:pt x="251568" y="1865141"/>
                  </a:lnTo>
                  <a:lnTo>
                    <a:pt x="233787" y="1932278"/>
                  </a:lnTo>
                  <a:close/>
                  <a:moveTo>
                    <a:pt x="350435" y="1826999"/>
                  </a:moveTo>
                  <a:lnTo>
                    <a:pt x="263453" y="1850063"/>
                  </a:lnTo>
                  <a:lnTo>
                    <a:pt x="379950" y="1851278"/>
                  </a:lnTo>
                  <a:close/>
                  <a:moveTo>
                    <a:pt x="379950" y="1851278"/>
                  </a:moveTo>
                  <a:lnTo>
                    <a:pt x="263453" y="1850063"/>
                  </a:lnTo>
                  <a:lnTo>
                    <a:pt x="251568" y="1865141"/>
                  </a:lnTo>
                  <a:close/>
                  <a:moveTo>
                    <a:pt x="379950" y="1851278"/>
                  </a:moveTo>
                  <a:lnTo>
                    <a:pt x="251568" y="1865141"/>
                  </a:lnTo>
                  <a:lnTo>
                    <a:pt x="304423" y="1847553"/>
                  </a:lnTo>
                  <a:close/>
                  <a:moveTo>
                    <a:pt x="350435" y="1826999"/>
                  </a:moveTo>
                  <a:lnTo>
                    <a:pt x="379950" y="1851278"/>
                  </a:lnTo>
                  <a:lnTo>
                    <a:pt x="386485" y="1811627"/>
                  </a:lnTo>
                  <a:close/>
                  <a:moveTo>
                    <a:pt x="386485" y="1811627"/>
                  </a:moveTo>
                  <a:lnTo>
                    <a:pt x="379950" y="1851278"/>
                  </a:lnTo>
                  <a:lnTo>
                    <a:pt x="410470" y="1878285"/>
                  </a:lnTo>
                  <a:close/>
                  <a:moveTo>
                    <a:pt x="518070" y="1228220"/>
                  </a:moveTo>
                  <a:lnTo>
                    <a:pt x="517633" y="1251202"/>
                  </a:lnTo>
                  <a:lnTo>
                    <a:pt x="515998" y="1246805"/>
                  </a:lnTo>
                  <a:close/>
                  <a:moveTo>
                    <a:pt x="514084" y="1164590"/>
                  </a:moveTo>
                  <a:lnTo>
                    <a:pt x="507966" y="1082375"/>
                  </a:lnTo>
                  <a:lnTo>
                    <a:pt x="480569" y="1181243"/>
                  </a:lnTo>
                  <a:close/>
                  <a:moveTo>
                    <a:pt x="507966" y="1082375"/>
                  </a:moveTo>
                  <a:lnTo>
                    <a:pt x="456510" y="1100709"/>
                  </a:lnTo>
                  <a:lnTo>
                    <a:pt x="480569" y="1181243"/>
                  </a:lnTo>
                  <a:close/>
                  <a:moveTo>
                    <a:pt x="229837" y="917945"/>
                  </a:moveTo>
                  <a:lnTo>
                    <a:pt x="217041" y="835730"/>
                  </a:lnTo>
                  <a:lnTo>
                    <a:pt x="192256" y="933583"/>
                  </a:lnTo>
                  <a:close/>
                  <a:moveTo>
                    <a:pt x="518070" y="1228220"/>
                  </a:moveTo>
                  <a:lnTo>
                    <a:pt x="515998" y="1246805"/>
                  </a:lnTo>
                  <a:lnTo>
                    <a:pt x="528729" y="1242181"/>
                  </a:lnTo>
                  <a:close/>
                  <a:moveTo>
                    <a:pt x="622712" y="1126274"/>
                  </a:moveTo>
                  <a:lnTo>
                    <a:pt x="514084" y="1164590"/>
                  </a:lnTo>
                  <a:lnTo>
                    <a:pt x="622985" y="1126617"/>
                  </a:lnTo>
                  <a:close/>
                  <a:moveTo>
                    <a:pt x="514084" y="1164590"/>
                  </a:moveTo>
                  <a:lnTo>
                    <a:pt x="518070" y="1228220"/>
                  </a:lnTo>
                  <a:lnTo>
                    <a:pt x="622985" y="1126617"/>
                  </a:lnTo>
                  <a:close/>
                  <a:moveTo>
                    <a:pt x="507966" y="1082375"/>
                  </a:moveTo>
                  <a:lnTo>
                    <a:pt x="622712" y="1126274"/>
                  </a:lnTo>
                  <a:lnTo>
                    <a:pt x="572592" y="1066929"/>
                  </a:lnTo>
                  <a:close/>
                  <a:moveTo>
                    <a:pt x="507966" y="1082375"/>
                  </a:moveTo>
                  <a:lnTo>
                    <a:pt x="514084" y="1164590"/>
                  </a:lnTo>
                  <a:lnTo>
                    <a:pt x="622712" y="1126274"/>
                  </a:lnTo>
                  <a:close/>
                  <a:moveTo>
                    <a:pt x="623851" y="1126154"/>
                  </a:moveTo>
                  <a:lnTo>
                    <a:pt x="646675" y="1043938"/>
                  </a:lnTo>
                  <a:lnTo>
                    <a:pt x="622712" y="1126274"/>
                  </a:lnTo>
                  <a:close/>
                  <a:moveTo>
                    <a:pt x="646675" y="1043938"/>
                  </a:moveTo>
                  <a:lnTo>
                    <a:pt x="572592" y="1066929"/>
                  </a:lnTo>
                  <a:lnTo>
                    <a:pt x="622712" y="1126274"/>
                  </a:lnTo>
                  <a:close/>
                  <a:moveTo>
                    <a:pt x="622712" y="1126274"/>
                  </a:moveTo>
                  <a:lnTo>
                    <a:pt x="622985" y="1126617"/>
                  </a:lnTo>
                  <a:lnTo>
                    <a:pt x="623851" y="1126154"/>
                  </a:lnTo>
                  <a:close/>
                  <a:moveTo>
                    <a:pt x="623210" y="1125869"/>
                  </a:moveTo>
                  <a:lnTo>
                    <a:pt x="623851" y="1126154"/>
                  </a:lnTo>
                  <a:lnTo>
                    <a:pt x="622985" y="1126617"/>
                  </a:lnTo>
                  <a:close/>
                  <a:moveTo>
                    <a:pt x="623210" y="1125869"/>
                  </a:moveTo>
                  <a:lnTo>
                    <a:pt x="658063" y="1042568"/>
                  </a:lnTo>
                  <a:lnTo>
                    <a:pt x="623851" y="1126154"/>
                  </a:lnTo>
                  <a:close/>
                  <a:moveTo>
                    <a:pt x="623851" y="1126154"/>
                  </a:moveTo>
                  <a:lnTo>
                    <a:pt x="675178" y="1005502"/>
                  </a:lnTo>
                  <a:lnTo>
                    <a:pt x="646675" y="1043938"/>
                  </a:lnTo>
                  <a:close/>
                  <a:moveTo>
                    <a:pt x="1821076" y="2156513"/>
                  </a:moveTo>
                  <a:lnTo>
                    <a:pt x="1851418" y="2200292"/>
                  </a:lnTo>
                  <a:lnTo>
                    <a:pt x="1846685" y="2118077"/>
                  </a:lnTo>
                  <a:close/>
                  <a:moveTo>
                    <a:pt x="493733" y="758857"/>
                  </a:moveTo>
                  <a:lnTo>
                    <a:pt x="510100" y="768015"/>
                  </a:lnTo>
                  <a:lnTo>
                    <a:pt x="517544" y="750813"/>
                  </a:lnTo>
                  <a:close/>
                  <a:moveTo>
                    <a:pt x="505760" y="751788"/>
                  </a:moveTo>
                  <a:lnTo>
                    <a:pt x="493733" y="758857"/>
                  </a:lnTo>
                  <a:lnTo>
                    <a:pt x="517544" y="750813"/>
                  </a:lnTo>
                  <a:close/>
                  <a:moveTo>
                    <a:pt x="683871" y="36131"/>
                  </a:moveTo>
                  <a:lnTo>
                    <a:pt x="591338" y="50767"/>
                  </a:lnTo>
                  <a:lnTo>
                    <a:pt x="695004" y="41219"/>
                  </a:lnTo>
                  <a:close/>
                  <a:moveTo>
                    <a:pt x="591338" y="50767"/>
                  </a:moveTo>
                  <a:lnTo>
                    <a:pt x="636671" y="101777"/>
                  </a:lnTo>
                  <a:lnTo>
                    <a:pt x="695004" y="41219"/>
                  </a:lnTo>
                  <a:close/>
                  <a:moveTo>
                    <a:pt x="683871" y="36131"/>
                  </a:moveTo>
                  <a:lnTo>
                    <a:pt x="695004" y="41219"/>
                  </a:lnTo>
                  <a:lnTo>
                    <a:pt x="699891" y="29605"/>
                  </a:lnTo>
                  <a:close/>
                  <a:moveTo>
                    <a:pt x="648378" y="104487"/>
                  </a:moveTo>
                  <a:lnTo>
                    <a:pt x="695004" y="41219"/>
                  </a:lnTo>
                  <a:lnTo>
                    <a:pt x="636671" y="101777"/>
                  </a:lnTo>
                  <a:close/>
                  <a:moveTo>
                    <a:pt x="648378" y="104487"/>
                  </a:moveTo>
                  <a:lnTo>
                    <a:pt x="742419" y="88625"/>
                  </a:lnTo>
                  <a:lnTo>
                    <a:pt x="695004" y="41219"/>
                  </a:lnTo>
                  <a:close/>
                  <a:moveTo>
                    <a:pt x="742419" y="88625"/>
                  </a:moveTo>
                  <a:lnTo>
                    <a:pt x="699891" y="29605"/>
                  </a:lnTo>
                  <a:lnTo>
                    <a:pt x="695004" y="41219"/>
                  </a:lnTo>
                  <a:close/>
                  <a:moveTo>
                    <a:pt x="802844" y="0"/>
                  </a:moveTo>
                  <a:lnTo>
                    <a:pt x="699891" y="29605"/>
                  </a:lnTo>
                  <a:lnTo>
                    <a:pt x="742419" y="88625"/>
                  </a:lnTo>
                  <a:close/>
                  <a:moveTo>
                    <a:pt x="1442443" y="454759"/>
                  </a:moveTo>
                  <a:lnTo>
                    <a:pt x="1438481" y="528238"/>
                  </a:lnTo>
                  <a:lnTo>
                    <a:pt x="1494925" y="501549"/>
                  </a:lnTo>
                  <a:close/>
                  <a:moveTo>
                    <a:pt x="1944964" y="900877"/>
                  </a:moveTo>
                  <a:lnTo>
                    <a:pt x="2052425" y="951824"/>
                  </a:lnTo>
                  <a:lnTo>
                    <a:pt x="2021055" y="877236"/>
                  </a:lnTo>
                  <a:close/>
                  <a:moveTo>
                    <a:pt x="1293125" y="23391"/>
                  </a:moveTo>
                  <a:lnTo>
                    <a:pt x="1183346" y="72620"/>
                  </a:lnTo>
                  <a:lnTo>
                    <a:pt x="1281096" y="4029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64" name="Candidate_density__2063">
              <a:extLst>
                <a:ext uri="{FF2B5EF4-FFF2-40B4-BE49-F238E27FC236}">
                  <a16:creationId xmlns:a16="http://schemas.microsoft.com/office/drawing/2014/main" id="{4EBC9F0B-7BEE-3881-F525-B9A5C2F30AD0}"/>
                </a:ext>
              </a:extLst>
            </p:cNvPr>
            <p:cNvSpPr>
              <a:spLocks noGrp="1"/>
            </p:cNvSpPr>
            <p:nvPr/>
          </p:nvSpPr>
          <p:spPr>
            <a:xfrm>
              <a:off x="4334437" y="2396127"/>
              <a:ext cx="2369173" cy="2873138"/>
            </a:xfrm>
            <a:custGeom>
              <a:avLst/>
              <a:gdLst/>
              <a:ahLst/>
              <a:cxnLst/>
              <a:rect l="0" t="0" r="0" b="0"/>
              <a:pathLst>
                <a:path w="2369173" h="2873138">
                  <a:moveTo>
                    <a:pt x="134543" y="2361884"/>
                  </a:moveTo>
                  <a:lnTo>
                    <a:pt x="162868" y="2482536"/>
                  </a:lnTo>
                  <a:lnTo>
                    <a:pt x="166639" y="2444099"/>
                  </a:lnTo>
                  <a:close/>
                  <a:moveTo>
                    <a:pt x="166639" y="2444099"/>
                  </a:moveTo>
                  <a:lnTo>
                    <a:pt x="248873" y="2526314"/>
                  </a:lnTo>
                  <a:lnTo>
                    <a:pt x="264534" y="2487878"/>
                  </a:lnTo>
                  <a:close/>
                  <a:moveTo>
                    <a:pt x="831886" y="2873138"/>
                  </a:moveTo>
                  <a:lnTo>
                    <a:pt x="900751" y="2862379"/>
                  </a:lnTo>
                  <a:lnTo>
                    <a:pt x="882841" y="2860517"/>
                  </a:lnTo>
                  <a:close/>
                  <a:moveTo>
                    <a:pt x="797254" y="2743653"/>
                  </a:moveTo>
                  <a:lnTo>
                    <a:pt x="669406" y="2759513"/>
                  </a:lnTo>
                  <a:lnTo>
                    <a:pt x="726304" y="2757041"/>
                  </a:lnTo>
                  <a:close/>
                  <a:moveTo>
                    <a:pt x="836421" y="2854086"/>
                  </a:moveTo>
                  <a:lnTo>
                    <a:pt x="831886" y="2873138"/>
                  </a:lnTo>
                  <a:lnTo>
                    <a:pt x="882841" y="2860517"/>
                  </a:lnTo>
                  <a:close/>
                  <a:moveTo>
                    <a:pt x="751206" y="2762680"/>
                  </a:moveTo>
                  <a:lnTo>
                    <a:pt x="797254" y="2743653"/>
                  </a:lnTo>
                  <a:lnTo>
                    <a:pt x="726304" y="2757041"/>
                  </a:lnTo>
                  <a:close/>
                  <a:moveTo>
                    <a:pt x="751206" y="2762680"/>
                  </a:moveTo>
                  <a:lnTo>
                    <a:pt x="824902" y="2763358"/>
                  </a:lnTo>
                  <a:lnTo>
                    <a:pt x="797254" y="2743653"/>
                  </a:lnTo>
                  <a:close/>
                  <a:moveTo>
                    <a:pt x="587318" y="2134681"/>
                  </a:moveTo>
                  <a:lnTo>
                    <a:pt x="584940" y="2076754"/>
                  </a:lnTo>
                  <a:lnTo>
                    <a:pt x="495417" y="2148803"/>
                  </a:lnTo>
                  <a:close/>
                  <a:moveTo>
                    <a:pt x="471432" y="2082145"/>
                  </a:moveTo>
                  <a:lnTo>
                    <a:pt x="584940" y="2076754"/>
                  </a:lnTo>
                  <a:lnTo>
                    <a:pt x="543580" y="2043708"/>
                  </a:lnTo>
                  <a:close/>
                  <a:moveTo>
                    <a:pt x="480354" y="1961493"/>
                  </a:moveTo>
                  <a:lnTo>
                    <a:pt x="507824" y="1999124"/>
                  </a:lnTo>
                  <a:lnTo>
                    <a:pt x="471432" y="2082145"/>
                  </a:lnTo>
                  <a:close/>
                  <a:moveTo>
                    <a:pt x="543580" y="2043708"/>
                  </a:moveTo>
                  <a:lnTo>
                    <a:pt x="480354" y="1961493"/>
                  </a:lnTo>
                  <a:lnTo>
                    <a:pt x="471432" y="2082145"/>
                  </a:lnTo>
                  <a:close/>
                  <a:moveTo>
                    <a:pt x="0" y="1265336"/>
                  </a:moveTo>
                  <a:lnTo>
                    <a:pt x="1715" y="1183120"/>
                  </a:lnTo>
                  <a:lnTo>
                    <a:pt x="9519" y="1200446"/>
                  </a:lnTo>
                  <a:close/>
                  <a:moveTo>
                    <a:pt x="714463" y="1891722"/>
                  </a:moveTo>
                  <a:lnTo>
                    <a:pt x="728877" y="1840504"/>
                  </a:lnTo>
                  <a:lnTo>
                    <a:pt x="661071" y="1835036"/>
                  </a:lnTo>
                  <a:close/>
                  <a:moveTo>
                    <a:pt x="714463" y="1891722"/>
                  </a:moveTo>
                  <a:lnTo>
                    <a:pt x="727651" y="1901268"/>
                  </a:lnTo>
                  <a:lnTo>
                    <a:pt x="775074" y="1884620"/>
                  </a:lnTo>
                  <a:close/>
                  <a:moveTo>
                    <a:pt x="602580" y="1521720"/>
                  </a:moveTo>
                  <a:lnTo>
                    <a:pt x="603017" y="1498738"/>
                  </a:lnTo>
                  <a:lnTo>
                    <a:pt x="624475" y="1555759"/>
                  </a:lnTo>
                  <a:close/>
                  <a:moveTo>
                    <a:pt x="624475" y="1555759"/>
                  </a:moveTo>
                  <a:lnTo>
                    <a:pt x="603017" y="1498738"/>
                  </a:lnTo>
                  <a:lnTo>
                    <a:pt x="599031" y="1435108"/>
                  </a:lnTo>
                  <a:close/>
                  <a:moveTo>
                    <a:pt x="599031" y="1435108"/>
                  </a:moveTo>
                  <a:lnTo>
                    <a:pt x="565516" y="1451761"/>
                  </a:lnTo>
                  <a:lnTo>
                    <a:pt x="624475" y="1555759"/>
                  </a:lnTo>
                  <a:close/>
                  <a:moveTo>
                    <a:pt x="498270" y="1473545"/>
                  </a:moveTo>
                  <a:lnTo>
                    <a:pt x="546780" y="1503677"/>
                  </a:lnTo>
                  <a:lnTo>
                    <a:pt x="565516" y="1451761"/>
                  </a:lnTo>
                  <a:close/>
                  <a:moveTo>
                    <a:pt x="239743" y="1134462"/>
                  </a:moveTo>
                  <a:lnTo>
                    <a:pt x="221471" y="1123376"/>
                  </a:lnTo>
                  <a:lnTo>
                    <a:pt x="189434" y="1114771"/>
                  </a:lnTo>
                  <a:close/>
                  <a:moveTo>
                    <a:pt x="221471" y="1123376"/>
                  </a:moveTo>
                  <a:lnTo>
                    <a:pt x="239743" y="1134462"/>
                  </a:lnTo>
                  <a:lnTo>
                    <a:pt x="330527" y="1037260"/>
                  </a:lnTo>
                  <a:close/>
                  <a:moveTo>
                    <a:pt x="1069920" y="1928399"/>
                  </a:moveTo>
                  <a:lnTo>
                    <a:pt x="1110686" y="2003538"/>
                  </a:lnTo>
                  <a:lnTo>
                    <a:pt x="1102728" y="1918530"/>
                  </a:lnTo>
                  <a:close/>
                  <a:moveTo>
                    <a:pt x="310496" y="1076942"/>
                  </a:moveTo>
                  <a:lnTo>
                    <a:pt x="330527" y="1037260"/>
                  </a:lnTo>
                  <a:lnTo>
                    <a:pt x="301988" y="1106248"/>
                  </a:lnTo>
                  <a:close/>
                  <a:moveTo>
                    <a:pt x="1661456" y="2262601"/>
                  </a:moveTo>
                  <a:lnTo>
                    <a:pt x="1636646" y="2361524"/>
                  </a:lnTo>
                  <a:lnTo>
                    <a:pt x="1669409" y="2268818"/>
                  </a:lnTo>
                  <a:close/>
                  <a:moveTo>
                    <a:pt x="1661456" y="2262601"/>
                  </a:moveTo>
                  <a:lnTo>
                    <a:pt x="1576569" y="2200363"/>
                  </a:lnTo>
                  <a:lnTo>
                    <a:pt x="1530286" y="2242519"/>
                  </a:lnTo>
                  <a:close/>
                  <a:moveTo>
                    <a:pt x="1556618" y="2180386"/>
                  </a:moveTo>
                  <a:lnTo>
                    <a:pt x="1530286" y="2242519"/>
                  </a:lnTo>
                  <a:lnTo>
                    <a:pt x="1576569" y="2200363"/>
                  </a:lnTo>
                  <a:close/>
                  <a:moveTo>
                    <a:pt x="545411" y="1068153"/>
                  </a:moveTo>
                  <a:lnTo>
                    <a:pt x="578680" y="1029375"/>
                  </a:lnTo>
                  <a:lnTo>
                    <a:pt x="536279" y="1067811"/>
                  </a:lnTo>
                  <a:close/>
                  <a:moveTo>
                    <a:pt x="494526" y="948420"/>
                  </a:moveTo>
                  <a:lnTo>
                    <a:pt x="590707" y="1022306"/>
                  </a:lnTo>
                  <a:lnTo>
                    <a:pt x="541041" y="971197"/>
                  </a:lnTo>
                  <a:close/>
                  <a:moveTo>
                    <a:pt x="1661456" y="2262601"/>
                  </a:moveTo>
                  <a:lnTo>
                    <a:pt x="1669409" y="2268818"/>
                  </a:lnTo>
                  <a:lnTo>
                    <a:pt x="1675036" y="2256675"/>
                  </a:lnTo>
                  <a:close/>
                  <a:moveTo>
                    <a:pt x="1675036" y="2256675"/>
                  </a:moveTo>
                  <a:lnTo>
                    <a:pt x="1576569" y="2200363"/>
                  </a:lnTo>
                  <a:lnTo>
                    <a:pt x="1661456" y="2262601"/>
                  </a:lnTo>
                  <a:close/>
                  <a:moveTo>
                    <a:pt x="1585794" y="2168542"/>
                  </a:moveTo>
                  <a:lnTo>
                    <a:pt x="1576569" y="2200363"/>
                  </a:lnTo>
                  <a:lnTo>
                    <a:pt x="1675036" y="2256675"/>
                  </a:lnTo>
                  <a:close/>
                  <a:moveTo>
                    <a:pt x="1669409" y="2268818"/>
                  </a:moveTo>
                  <a:lnTo>
                    <a:pt x="1764723" y="2224165"/>
                  </a:lnTo>
                  <a:lnTo>
                    <a:pt x="1675036" y="2256675"/>
                  </a:lnTo>
                  <a:close/>
                  <a:moveTo>
                    <a:pt x="1847441" y="2306380"/>
                  </a:moveTo>
                  <a:lnTo>
                    <a:pt x="1795403" y="2246030"/>
                  </a:lnTo>
                  <a:lnTo>
                    <a:pt x="1853797" y="2332621"/>
                  </a:lnTo>
                  <a:close/>
                  <a:moveTo>
                    <a:pt x="1556618" y="2180386"/>
                  </a:moveTo>
                  <a:lnTo>
                    <a:pt x="1576569" y="2200363"/>
                  </a:lnTo>
                  <a:lnTo>
                    <a:pt x="1585794" y="2168542"/>
                  </a:lnTo>
                  <a:close/>
                  <a:moveTo>
                    <a:pt x="1218586" y="1566444"/>
                  </a:moveTo>
                  <a:lnTo>
                    <a:pt x="1205124" y="1647568"/>
                  </a:lnTo>
                  <a:lnTo>
                    <a:pt x="1180967" y="1654738"/>
                  </a:lnTo>
                  <a:close/>
                  <a:moveTo>
                    <a:pt x="651409" y="990938"/>
                  </a:moveTo>
                  <a:lnTo>
                    <a:pt x="595047" y="1038533"/>
                  </a:lnTo>
                  <a:lnTo>
                    <a:pt x="655801" y="1111590"/>
                  </a:lnTo>
                  <a:close/>
                  <a:moveTo>
                    <a:pt x="1847441" y="2306380"/>
                  </a:moveTo>
                  <a:lnTo>
                    <a:pt x="1853797" y="2332621"/>
                  </a:lnTo>
                  <a:lnTo>
                    <a:pt x="1899624" y="2357035"/>
                  </a:lnTo>
                  <a:close/>
                  <a:moveTo>
                    <a:pt x="2038782" y="2443008"/>
                  </a:moveTo>
                  <a:lnTo>
                    <a:pt x="2022620" y="2538241"/>
                  </a:lnTo>
                  <a:lnTo>
                    <a:pt x="2089293" y="2432373"/>
                  </a:lnTo>
                  <a:close/>
                  <a:moveTo>
                    <a:pt x="1936365" y="2470810"/>
                  </a:moveTo>
                  <a:lnTo>
                    <a:pt x="2022620" y="2538241"/>
                  </a:lnTo>
                  <a:lnTo>
                    <a:pt x="2038782" y="2443008"/>
                  </a:lnTo>
                  <a:close/>
                  <a:moveTo>
                    <a:pt x="1931632" y="2388595"/>
                  </a:moveTo>
                  <a:lnTo>
                    <a:pt x="2015133" y="2350158"/>
                  </a:lnTo>
                  <a:lnTo>
                    <a:pt x="1899624" y="2357035"/>
                  </a:lnTo>
                  <a:close/>
                  <a:moveTo>
                    <a:pt x="2015133" y="2350158"/>
                  </a:moveTo>
                  <a:lnTo>
                    <a:pt x="1949539" y="2328456"/>
                  </a:lnTo>
                  <a:lnTo>
                    <a:pt x="1899624" y="2357035"/>
                  </a:lnTo>
                  <a:close/>
                  <a:moveTo>
                    <a:pt x="1859701" y="2267943"/>
                  </a:moveTo>
                  <a:lnTo>
                    <a:pt x="1899624" y="2357035"/>
                  </a:lnTo>
                  <a:lnTo>
                    <a:pt x="1949539" y="2328456"/>
                  </a:lnTo>
                  <a:close/>
                  <a:moveTo>
                    <a:pt x="1859701" y="2267943"/>
                  </a:moveTo>
                  <a:lnTo>
                    <a:pt x="1847441" y="2306380"/>
                  </a:lnTo>
                  <a:lnTo>
                    <a:pt x="1899624" y="2357035"/>
                  </a:lnTo>
                  <a:close/>
                  <a:moveTo>
                    <a:pt x="2089293" y="2432373"/>
                  </a:moveTo>
                  <a:lnTo>
                    <a:pt x="2142466" y="2492463"/>
                  </a:lnTo>
                  <a:lnTo>
                    <a:pt x="2148064" y="2414756"/>
                  </a:lnTo>
                  <a:close/>
                  <a:moveTo>
                    <a:pt x="2106684" y="2348305"/>
                  </a:moveTo>
                  <a:lnTo>
                    <a:pt x="2148064" y="2414756"/>
                  </a:lnTo>
                  <a:lnTo>
                    <a:pt x="2158859" y="2432373"/>
                  </a:lnTo>
                  <a:close/>
                  <a:moveTo>
                    <a:pt x="2035922" y="2345241"/>
                  </a:moveTo>
                  <a:lnTo>
                    <a:pt x="1949539" y="2328456"/>
                  </a:lnTo>
                  <a:lnTo>
                    <a:pt x="2015133" y="2350158"/>
                  </a:lnTo>
                  <a:close/>
                  <a:moveTo>
                    <a:pt x="2020813" y="2257432"/>
                  </a:moveTo>
                  <a:lnTo>
                    <a:pt x="1962383" y="2244343"/>
                  </a:lnTo>
                  <a:lnTo>
                    <a:pt x="2035922" y="2345241"/>
                  </a:lnTo>
                  <a:close/>
                  <a:moveTo>
                    <a:pt x="2106684" y="2348305"/>
                  </a:moveTo>
                  <a:lnTo>
                    <a:pt x="2102605" y="2343431"/>
                  </a:lnTo>
                  <a:lnTo>
                    <a:pt x="2020813" y="2257432"/>
                  </a:lnTo>
                  <a:close/>
                  <a:moveTo>
                    <a:pt x="2035922" y="2345241"/>
                  </a:moveTo>
                  <a:lnTo>
                    <a:pt x="2106684" y="2348305"/>
                  </a:lnTo>
                  <a:lnTo>
                    <a:pt x="2020813" y="2257432"/>
                  </a:lnTo>
                  <a:close/>
                  <a:moveTo>
                    <a:pt x="2106684" y="2348305"/>
                  </a:moveTo>
                  <a:lnTo>
                    <a:pt x="2109671" y="2350158"/>
                  </a:lnTo>
                  <a:lnTo>
                    <a:pt x="2102605" y="2343431"/>
                  </a:lnTo>
                  <a:close/>
                  <a:moveTo>
                    <a:pt x="1962383" y="2244343"/>
                  </a:moveTo>
                  <a:lnTo>
                    <a:pt x="2020813" y="2257432"/>
                  </a:lnTo>
                  <a:lnTo>
                    <a:pt x="1935946" y="2165744"/>
                  </a:lnTo>
                  <a:close/>
                  <a:moveTo>
                    <a:pt x="1717094" y="1856868"/>
                  </a:moveTo>
                  <a:lnTo>
                    <a:pt x="1705589" y="1736216"/>
                  </a:lnTo>
                  <a:lnTo>
                    <a:pt x="1663410" y="1774653"/>
                  </a:lnTo>
                  <a:close/>
                  <a:moveTo>
                    <a:pt x="1663410" y="1774653"/>
                  </a:moveTo>
                  <a:lnTo>
                    <a:pt x="1705589" y="1736216"/>
                  </a:lnTo>
                  <a:lnTo>
                    <a:pt x="1645958" y="1750735"/>
                  </a:lnTo>
                  <a:close/>
                  <a:moveTo>
                    <a:pt x="1705589" y="1736216"/>
                  </a:moveTo>
                  <a:lnTo>
                    <a:pt x="1698499" y="1731974"/>
                  </a:lnTo>
                  <a:lnTo>
                    <a:pt x="1645958" y="1750735"/>
                  </a:lnTo>
                  <a:close/>
                  <a:moveTo>
                    <a:pt x="1629507" y="1654001"/>
                  </a:moveTo>
                  <a:lnTo>
                    <a:pt x="1645958" y="1750735"/>
                  </a:lnTo>
                  <a:lnTo>
                    <a:pt x="1698499" y="1731974"/>
                  </a:lnTo>
                  <a:close/>
                  <a:moveTo>
                    <a:pt x="1139138" y="1160710"/>
                  </a:moveTo>
                  <a:lnTo>
                    <a:pt x="1032203" y="1114536"/>
                  </a:lnTo>
                  <a:lnTo>
                    <a:pt x="1030362" y="1116932"/>
                  </a:lnTo>
                  <a:close/>
                  <a:moveTo>
                    <a:pt x="1028417" y="1113797"/>
                  </a:moveTo>
                  <a:lnTo>
                    <a:pt x="1030362" y="1116932"/>
                  </a:lnTo>
                  <a:lnTo>
                    <a:pt x="1032203" y="1114536"/>
                  </a:lnTo>
                  <a:close/>
                  <a:moveTo>
                    <a:pt x="1055793" y="1078495"/>
                  </a:moveTo>
                  <a:lnTo>
                    <a:pt x="1028417" y="1113797"/>
                  </a:lnTo>
                  <a:lnTo>
                    <a:pt x="1032203" y="1114536"/>
                  </a:lnTo>
                  <a:close/>
                  <a:moveTo>
                    <a:pt x="364247" y="92913"/>
                  </a:moveTo>
                  <a:lnTo>
                    <a:pt x="438987" y="92743"/>
                  </a:lnTo>
                  <a:lnTo>
                    <a:pt x="397473" y="26400"/>
                  </a:lnTo>
                  <a:close/>
                  <a:moveTo>
                    <a:pt x="364247" y="92913"/>
                  </a:moveTo>
                  <a:lnTo>
                    <a:pt x="397473" y="26400"/>
                  </a:lnTo>
                  <a:lnTo>
                    <a:pt x="334148" y="17291"/>
                  </a:lnTo>
                  <a:close/>
                  <a:moveTo>
                    <a:pt x="364247" y="92913"/>
                  </a:moveTo>
                  <a:lnTo>
                    <a:pt x="334148" y="17291"/>
                  </a:lnTo>
                  <a:lnTo>
                    <a:pt x="359600" y="91914"/>
                  </a:lnTo>
                  <a:close/>
                  <a:moveTo>
                    <a:pt x="334148" y="17291"/>
                  </a:moveTo>
                  <a:lnTo>
                    <a:pt x="298489" y="9699"/>
                  </a:lnTo>
                  <a:lnTo>
                    <a:pt x="359600" y="91914"/>
                  </a:lnTo>
                  <a:close/>
                  <a:moveTo>
                    <a:pt x="2247648" y="2311722"/>
                  </a:moveTo>
                  <a:lnTo>
                    <a:pt x="2322286" y="2273286"/>
                  </a:lnTo>
                  <a:lnTo>
                    <a:pt x="2206345" y="2237437"/>
                  </a:lnTo>
                  <a:close/>
                  <a:moveTo>
                    <a:pt x="2322286" y="2273286"/>
                  </a:moveTo>
                  <a:lnTo>
                    <a:pt x="2261602" y="2228831"/>
                  </a:lnTo>
                  <a:lnTo>
                    <a:pt x="2206345" y="2237437"/>
                  </a:lnTo>
                  <a:close/>
                  <a:moveTo>
                    <a:pt x="2224435" y="2191071"/>
                  </a:moveTo>
                  <a:lnTo>
                    <a:pt x="2206345" y="2237437"/>
                  </a:lnTo>
                  <a:lnTo>
                    <a:pt x="2261602" y="2228831"/>
                  </a:lnTo>
                  <a:close/>
                  <a:moveTo>
                    <a:pt x="2224435" y="2191071"/>
                  </a:moveTo>
                  <a:lnTo>
                    <a:pt x="2199738" y="2229507"/>
                  </a:lnTo>
                  <a:lnTo>
                    <a:pt x="2206345" y="2237437"/>
                  </a:lnTo>
                  <a:close/>
                  <a:moveTo>
                    <a:pt x="2158812" y="2147292"/>
                  </a:moveTo>
                  <a:lnTo>
                    <a:pt x="2199738" y="2229507"/>
                  </a:lnTo>
                  <a:lnTo>
                    <a:pt x="2224435" y="2191071"/>
                  </a:lnTo>
                  <a:close/>
                  <a:moveTo>
                    <a:pt x="2119995" y="2037207"/>
                  </a:moveTo>
                  <a:lnTo>
                    <a:pt x="2176542" y="2126011"/>
                  </a:lnTo>
                  <a:lnTo>
                    <a:pt x="2182752" y="2108855"/>
                  </a:lnTo>
                  <a:close/>
                  <a:moveTo>
                    <a:pt x="2182752" y="2108855"/>
                  </a:moveTo>
                  <a:lnTo>
                    <a:pt x="2141835" y="2059702"/>
                  </a:lnTo>
                  <a:lnTo>
                    <a:pt x="2119995" y="2037207"/>
                  </a:lnTo>
                  <a:close/>
                  <a:moveTo>
                    <a:pt x="1698499" y="1731974"/>
                  </a:moveTo>
                  <a:lnTo>
                    <a:pt x="1705589" y="1736216"/>
                  </a:lnTo>
                  <a:lnTo>
                    <a:pt x="1703053" y="1733437"/>
                  </a:lnTo>
                  <a:close/>
                  <a:moveTo>
                    <a:pt x="1430116" y="1325141"/>
                  </a:moveTo>
                  <a:lnTo>
                    <a:pt x="1497582" y="1322893"/>
                  </a:lnTo>
                  <a:lnTo>
                    <a:pt x="1477679" y="1368919"/>
                  </a:lnTo>
                  <a:close/>
                  <a:moveTo>
                    <a:pt x="1499580" y="1377304"/>
                  </a:moveTo>
                  <a:lnTo>
                    <a:pt x="1441727" y="1329261"/>
                  </a:lnTo>
                  <a:lnTo>
                    <a:pt x="1430116" y="1325141"/>
                  </a:lnTo>
                  <a:close/>
                  <a:moveTo>
                    <a:pt x="1477679" y="1368919"/>
                  </a:moveTo>
                  <a:lnTo>
                    <a:pt x="1499580" y="1377304"/>
                  </a:lnTo>
                  <a:lnTo>
                    <a:pt x="1430116" y="1325141"/>
                  </a:lnTo>
                  <a:close/>
                  <a:moveTo>
                    <a:pt x="1542106" y="1368919"/>
                  </a:moveTo>
                  <a:lnTo>
                    <a:pt x="1449790" y="1317690"/>
                  </a:lnTo>
                  <a:lnTo>
                    <a:pt x="1451368" y="1325141"/>
                  </a:lnTo>
                  <a:close/>
                  <a:moveTo>
                    <a:pt x="1441727" y="1329261"/>
                  </a:moveTo>
                  <a:lnTo>
                    <a:pt x="1499580" y="1377304"/>
                  </a:lnTo>
                  <a:lnTo>
                    <a:pt x="1542106" y="1368919"/>
                  </a:lnTo>
                  <a:close/>
                  <a:moveTo>
                    <a:pt x="1451368" y="1325141"/>
                  </a:moveTo>
                  <a:lnTo>
                    <a:pt x="1441727" y="1329261"/>
                  </a:lnTo>
                  <a:lnTo>
                    <a:pt x="1542106" y="1368919"/>
                  </a:lnTo>
                  <a:close/>
                  <a:moveTo>
                    <a:pt x="1342082" y="1160710"/>
                  </a:moveTo>
                  <a:lnTo>
                    <a:pt x="1359569" y="1085541"/>
                  </a:lnTo>
                  <a:lnTo>
                    <a:pt x="1375705" y="1040059"/>
                  </a:lnTo>
                  <a:close/>
                  <a:moveTo>
                    <a:pt x="618641" y="307556"/>
                  </a:moveTo>
                  <a:lnTo>
                    <a:pt x="721617" y="372295"/>
                  </a:lnTo>
                  <a:lnTo>
                    <a:pt x="676285" y="321285"/>
                  </a:lnTo>
                  <a:close/>
                  <a:moveTo>
                    <a:pt x="359600" y="91914"/>
                  </a:moveTo>
                  <a:lnTo>
                    <a:pt x="302547" y="82483"/>
                  </a:lnTo>
                  <a:lnTo>
                    <a:pt x="367183" y="98297"/>
                  </a:lnTo>
                  <a:close/>
                  <a:moveTo>
                    <a:pt x="426557" y="105086"/>
                  </a:moveTo>
                  <a:lnTo>
                    <a:pt x="440520" y="93835"/>
                  </a:lnTo>
                  <a:lnTo>
                    <a:pt x="367183" y="98297"/>
                  </a:lnTo>
                  <a:close/>
                  <a:moveTo>
                    <a:pt x="2322286" y="2273286"/>
                  </a:moveTo>
                  <a:lnTo>
                    <a:pt x="2359991" y="2318034"/>
                  </a:lnTo>
                  <a:lnTo>
                    <a:pt x="2369173" y="2256091"/>
                  </a:lnTo>
                  <a:close/>
                  <a:moveTo>
                    <a:pt x="2369173" y="2256091"/>
                  </a:moveTo>
                  <a:lnTo>
                    <a:pt x="2261602" y="2228831"/>
                  </a:lnTo>
                  <a:lnTo>
                    <a:pt x="2322286" y="2273286"/>
                  </a:lnTo>
                  <a:close/>
                  <a:moveTo>
                    <a:pt x="2296683" y="2154339"/>
                  </a:moveTo>
                  <a:lnTo>
                    <a:pt x="2261602" y="2228831"/>
                  </a:lnTo>
                  <a:lnTo>
                    <a:pt x="2369173" y="2256091"/>
                  </a:lnTo>
                  <a:close/>
                  <a:moveTo>
                    <a:pt x="2224435" y="2191071"/>
                  </a:moveTo>
                  <a:lnTo>
                    <a:pt x="2261602" y="2228831"/>
                  </a:lnTo>
                  <a:lnTo>
                    <a:pt x="2296683" y="2154339"/>
                  </a:lnTo>
                  <a:close/>
                  <a:moveTo>
                    <a:pt x="2182752" y="2108855"/>
                  </a:moveTo>
                  <a:lnTo>
                    <a:pt x="2224435" y="2191071"/>
                  </a:lnTo>
                  <a:lnTo>
                    <a:pt x="2222961" y="2070419"/>
                  </a:lnTo>
                  <a:close/>
                  <a:moveTo>
                    <a:pt x="2182752" y="2108855"/>
                  </a:moveTo>
                  <a:lnTo>
                    <a:pt x="2222961" y="2070419"/>
                  </a:lnTo>
                  <a:lnTo>
                    <a:pt x="2141835" y="2059702"/>
                  </a:lnTo>
                  <a:close/>
                  <a:moveTo>
                    <a:pt x="2143395" y="1988204"/>
                  </a:moveTo>
                  <a:lnTo>
                    <a:pt x="2113219" y="2026640"/>
                  </a:lnTo>
                  <a:lnTo>
                    <a:pt x="2141835" y="2059702"/>
                  </a:lnTo>
                  <a:close/>
                  <a:moveTo>
                    <a:pt x="1863403" y="1494913"/>
                  </a:moveTo>
                  <a:lnTo>
                    <a:pt x="1860143" y="1563815"/>
                  </a:lnTo>
                  <a:lnTo>
                    <a:pt x="1919864" y="1571901"/>
                  </a:lnTo>
                  <a:close/>
                  <a:moveTo>
                    <a:pt x="1704309" y="1332047"/>
                  </a:moveTo>
                  <a:lnTo>
                    <a:pt x="1707894" y="1330483"/>
                  </a:lnTo>
                  <a:lnTo>
                    <a:pt x="1705605" y="1328138"/>
                  </a:lnTo>
                  <a:close/>
                  <a:moveTo>
                    <a:pt x="1450974" y="1148633"/>
                  </a:moveTo>
                  <a:lnTo>
                    <a:pt x="1542013" y="1083837"/>
                  </a:lnTo>
                  <a:lnTo>
                    <a:pt x="1463880" y="1106050"/>
                  </a:lnTo>
                  <a:close/>
                  <a:moveTo>
                    <a:pt x="1531194" y="1169905"/>
                  </a:moveTo>
                  <a:lnTo>
                    <a:pt x="1580043" y="1137339"/>
                  </a:lnTo>
                  <a:lnTo>
                    <a:pt x="1450974" y="1148633"/>
                  </a:lnTo>
                  <a:close/>
                  <a:moveTo>
                    <a:pt x="1463880" y="1106050"/>
                  </a:moveTo>
                  <a:lnTo>
                    <a:pt x="1559229" y="1059519"/>
                  </a:lnTo>
                  <a:lnTo>
                    <a:pt x="1515064" y="1024939"/>
                  </a:lnTo>
                  <a:close/>
                  <a:moveTo>
                    <a:pt x="1463880" y="1106050"/>
                  </a:moveTo>
                  <a:lnTo>
                    <a:pt x="1515064" y="1024939"/>
                  </a:lnTo>
                  <a:lnTo>
                    <a:pt x="1445641" y="1020786"/>
                  </a:lnTo>
                  <a:close/>
                  <a:moveTo>
                    <a:pt x="1315580" y="865747"/>
                  </a:moveTo>
                  <a:lnTo>
                    <a:pt x="1232411" y="888781"/>
                  </a:lnTo>
                  <a:lnTo>
                    <a:pt x="1316146" y="923192"/>
                  </a:lnTo>
                  <a:close/>
                  <a:moveTo>
                    <a:pt x="1315580" y="865747"/>
                  </a:moveTo>
                  <a:lnTo>
                    <a:pt x="1234494" y="871076"/>
                  </a:lnTo>
                  <a:lnTo>
                    <a:pt x="1232411" y="888781"/>
                  </a:lnTo>
                  <a:close/>
                  <a:moveTo>
                    <a:pt x="1932096" y="1456477"/>
                  </a:moveTo>
                  <a:lnTo>
                    <a:pt x="1919864" y="1571901"/>
                  </a:lnTo>
                  <a:lnTo>
                    <a:pt x="1951454" y="1474810"/>
                  </a:lnTo>
                  <a:close/>
                  <a:moveTo>
                    <a:pt x="1932096" y="1456477"/>
                  </a:moveTo>
                  <a:lnTo>
                    <a:pt x="1863403" y="1494913"/>
                  </a:lnTo>
                  <a:lnTo>
                    <a:pt x="1919864" y="1571901"/>
                  </a:lnTo>
                  <a:close/>
                  <a:moveTo>
                    <a:pt x="1705605" y="1328138"/>
                  </a:moveTo>
                  <a:lnTo>
                    <a:pt x="1707894" y="1330483"/>
                  </a:lnTo>
                  <a:lnTo>
                    <a:pt x="1709397" y="1327911"/>
                  </a:lnTo>
                  <a:close/>
                  <a:moveTo>
                    <a:pt x="1714823" y="1147400"/>
                  </a:moveTo>
                  <a:lnTo>
                    <a:pt x="1779301" y="1209831"/>
                  </a:lnTo>
                  <a:lnTo>
                    <a:pt x="1698232" y="1136803"/>
                  </a:lnTo>
                  <a:close/>
                  <a:moveTo>
                    <a:pt x="1698232" y="1136803"/>
                  </a:moveTo>
                  <a:lnTo>
                    <a:pt x="1778511" y="1232221"/>
                  </a:lnTo>
                  <a:lnTo>
                    <a:pt x="1777944" y="1132590"/>
                  </a:lnTo>
                  <a:close/>
                  <a:moveTo>
                    <a:pt x="1316649" y="564602"/>
                  </a:moveTo>
                  <a:lnTo>
                    <a:pt x="1336541" y="569039"/>
                  </a:lnTo>
                  <a:lnTo>
                    <a:pt x="1316644" y="552110"/>
                  </a:lnTo>
                  <a:close/>
                  <a:moveTo>
                    <a:pt x="768522" y="58820"/>
                  </a:moveTo>
                  <a:lnTo>
                    <a:pt x="744852" y="28758"/>
                  </a:lnTo>
                  <a:lnTo>
                    <a:pt x="776657" y="0"/>
                  </a:lnTo>
                  <a:close/>
                  <a:moveTo>
                    <a:pt x="2002543" y="1271364"/>
                  </a:moveTo>
                  <a:lnTo>
                    <a:pt x="1926594" y="1209831"/>
                  </a:lnTo>
                  <a:lnTo>
                    <a:pt x="1946479" y="1241006"/>
                  </a:lnTo>
                  <a:close/>
                  <a:moveTo>
                    <a:pt x="1946479" y="1241006"/>
                  </a:moveTo>
                  <a:lnTo>
                    <a:pt x="1926594" y="1209831"/>
                  </a:lnTo>
                  <a:lnTo>
                    <a:pt x="1889154" y="1241879"/>
                  </a:lnTo>
                  <a:close/>
                  <a:moveTo>
                    <a:pt x="2072515" y="1253610"/>
                  </a:moveTo>
                  <a:lnTo>
                    <a:pt x="2029911" y="1171395"/>
                  </a:lnTo>
                  <a:lnTo>
                    <a:pt x="2002543" y="1271364"/>
                  </a:lnTo>
                  <a:close/>
                  <a:moveTo>
                    <a:pt x="1476028" y="596701"/>
                  </a:moveTo>
                  <a:lnTo>
                    <a:pt x="1472973" y="598197"/>
                  </a:lnTo>
                  <a:lnTo>
                    <a:pt x="1521767" y="704256"/>
                  </a:lnTo>
                  <a:close/>
                  <a:moveTo>
                    <a:pt x="1559678" y="630797"/>
                  </a:moveTo>
                  <a:lnTo>
                    <a:pt x="1476028" y="596701"/>
                  </a:lnTo>
                  <a:lnTo>
                    <a:pt x="1521767" y="704256"/>
                  </a:lnTo>
                  <a:close/>
                  <a:moveTo>
                    <a:pt x="2072515" y="1253610"/>
                  </a:moveTo>
                  <a:lnTo>
                    <a:pt x="2104132" y="1273130"/>
                  </a:lnTo>
                  <a:lnTo>
                    <a:pt x="2137372" y="1222342"/>
                  </a:lnTo>
                  <a:close/>
                  <a:moveTo>
                    <a:pt x="2137372" y="1222342"/>
                  </a:moveTo>
                  <a:lnTo>
                    <a:pt x="2143323" y="1253610"/>
                  </a:lnTo>
                  <a:lnTo>
                    <a:pt x="2106002" y="11477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65" name="Candidate_density__2064">
              <a:extLst>
                <a:ext uri="{FF2B5EF4-FFF2-40B4-BE49-F238E27FC236}">
                  <a16:creationId xmlns:a16="http://schemas.microsoft.com/office/drawing/2014/main" id="{46402C68-62D9-6743-B3BE-95BCD12C0CFD}"/>
                </a:ext>
              </a:extLst>
            </p:cNvPr>
            <p:cNvSpPr>
              <a:spLocks noGrp="1"/>
            </p:cNvSpPr>
            <p:nvPr/>
          </p:nvSpPr>
          <p:spPr>
            <a:xfrm>
              <a:off x="4523871" y="2277833"/>
              <a:ext cx="2220217" cy="3058190"/>
            </a:xfrm>
            <a:custGeom>
              <a:avLst/>
              <a:gdLst/>
              <a:ahLst/>
              <a:cxnLst/>
              <a:rect l="0" t="0" r="0" b="0"/>
              <a:pathLst>
                <a:path w="2220217" h="3058190">
                  <a:moveTo>
                    <a:pt x="242136" y="2761096"/>
                  </a:moveTo>
                  <a:lnTo>
                    <a:pt x="204182" y="2689635"/>
                  </a:lnTo>
                  <a:lnTo>
                    <a:pt x="212857" y="2726824"/>
                  </a:lnTo>
                  <a:close/>
                  <a:moveTo>
                    <a:pt x="207211" y="2693970"/>
                  </a:moveTo>
                  <a:lnTo>
                    <a:pt x="204182" y="2689635"/>
                  </a:lnTo>
                  <a:lnTo>
                    <a:pt x="242136" y="2761096"/>
                  </a:lnTo>
                  <a:close/>
                  <a:moveTo>
                    <a:pt x="289252" y="2722051"/>
                  </a:moveTo>
                  <a:lnTo>
                    <a:pt x="207211" y="2693970"/>
                  </a:lnTo>
                  <a:lnTo>
                    <a:pt x="242136" y="2761096"/>
                  </a:lnTo>
                  <a:close/>
                  <a:moveTo>
                    <a:pt x="138114" y="2650829"/>
                  </a:moveTo>
                  <a:lnTo>
                    <a:pt x="128601" y="2678719"/>
                  </a:lnTo>
                  <a:lnTo>
                    <a:pt x="64033" y="2652508"/>
                  </a:lnTo>
                  <a:close/>
                  <a:moveTo>
                    <a:pt x="499994" y="3017247"/>
                  </a:moveTo>
                  <a:lnTo>
                    <a:pt x="511673" y="3021796"/>
                  </a:lnTo>
                  <a:lnTo>
                    <a:pt x="519687" y="3026293"/>
                  </a:lnTo>
                  <a:close/>
                  <a:moveTo>
                    <a:pt x="511673" y="3021796"/>
                  </a:moveTo>
                  <a:lnTo>
                    <a:pt x="499994" y="3017247"/>
                  </a:lnTo>
                  <a:lnTo>
                    <a:pt x="399616" y="2952212"/>
                  </a:lnTo>
                  <a:close/>
                  <a:moveTo>
                    <a:pt x="602749" y="3058190"/>
                  </a:moveTo>
                  <a:lnTo>
                    <a:pt x="511673" y="3021796"/>
                  </a:lnTo>
                  <a:lnTo>
                    <a:pt x="555401" y="3046838"/>
                  </a:lnTo>
                  <a:close/>
                  <a:moveTo>
                    <a:pt x="602749" y="3058190"/>
                  </a:moveTo>
                  <a:lnTo>
                    <a:pt x="519687" y="3026293"/>
                  </a:lnTo>
                  <a:lnTo>
                    <a:pt x="511673" y="3021796"/>
                  </a:lnTo>
                  <a:close/>
                  <a:moveTo>
                    <a:pt x="499994" y="3017247"/>
                  </a:moveTo>
                  <a:lnTo>
                    <a:pt x="519687" y="3026293"/>
                  </a:lnTo>
                  <a:lnTo>
                    <a:pt x="530489" y="3006498"/>
                  </a:lnTo>
                  <a:close/>
                  <a:moveTo>
                    <a:pt x="309051" y="2664971"/>
                  </a:moveTo>
                  <a:lnTo>
                    <a:pt x="207211" y="2693970"/>
                  </a:lnTo>
                  <a:lnTo>
                    <a:pt x="289252" y="2722051"/>
                  </a:lnTo>
                  <a:close/>
                  <a:moveTo>
                    <a:pt x="362644" y="2581901"/>
                  </a:moveTo>
                  <a:lnTo>
                    <a:pt x="309051" y="2664971"/>
                  </a:lnTo>
                  <a:lnTo>
                    <a:pt x="388194" y="2661222"/>
                  </a:lnTo>
                  <a:close/>
                  <a:moveTo>
                    <a:pt x="395506" y="2195048"/>
                  </a:moveTo>
                  <a:lnTo>
                    <a:pt x="397884" y="2252974"/>
                  </a:lnTo>
                  <a:lnTo>
                    <a:pt x="400881" y="2200438"/>
                  </a:lnTo>
                  <a:close/>
                  <a:moveTo>
                    <a:pt x="617434" y="2252285"/>
                  </a:moveTo>
                  <a:lnTo>
                    <a:pt x="531328" y="2209008"/>
                  </a:lnTo>
                  <a:lnTo>
                    <a:pt x="569223" y="2287234"/>
                  </a:lnTo>
                  <a:close/>
                  <a:moveTo>
                    <a:pt x="471505" y="2200542"/>
                  </a:moveTo>
                  <a:lnTo>
                    <a:pt x="516478" y="2244217"/>
                  </a:lnTo>
                  <a:lnTo>
                    <a:pt x="528479" y="2207396"/>
                  </a:lnTo>
                  <a:close/>
                  <a:moveTo>
                    <a:pt x="617434" y="2252285"/>
                  </a:moveTo>
                  <a:lnTo>
                    <a:pt x="569223" y="2287234"/>
                  </a:lnTo>
                  <a:lnTo>
                    <a:pt x="690316" y="2246121"/>
                  </a:lnTo>
                  <a:close/>
                  <a:moveTo>
                    <a:pt x="663328" y="2208674"/>
                  </a:moveTo>
                  <a:lnTo>
                    <a:pt x="710440" y="2180649"/>
                  </a:lnTo>
                  <a:lnTo>
                    <a:pt x="685904" y="2167344"/>
                  </a:lnTo>
                  <a:close/>
                  <a:moveTo>
                    <a:pt x="435041" y="1674053"/>
                  </a:moveTo>
                  <a:lnTo>
                    <a:pt x="452119" y="1697656"/>
                  </a:lnTo>
                  <a:lnTo>
                    <a:pt x="413146" y="1640014"/>
                  </a:lnTo>
                  <a:close/>
                  <a:moveTo>
                    <a:pt x="413146" y="1640014"/>
                  </a:moveTo>
                  <a:lnTo>
                    <a:pt x="482319" y="1744461"/>
                  </a:lnTo>
                  <a:lnTo>
                    <a:pt x="429840" y="1726534"/>
                  </a:lnTo>
                  <a:close/>
                  <a:moveTo>
                    <a:pt x="0" y="1233065"/>
                  </a:moveTo>
                  <a:lnTo>
                    <a:pt x="32037" y="1241670"/>
                  </a:lnTo>
                  <a:lnTo>
                    <a:pt x="33234" y="1142327"/>
                  </a:lnTo>
                  <a:close/>
                  <a:moveTo>
                    <a:pt x="280028" y="1187183"/>
                  </a:moveTo>
                  <a:lnTo>
                    <a:pt x="355977" y="1186447"/>
                  </a:lnTo>
                  <a:lnTo>
                    <a:pt x="346845" y="1186105"/>
                  </a:lnTo>
                  <a:close/>
                  <a:moveTo>
                    <a:pt x="280028" y="1187183"/>
                  </a:moveTo>
                  <a:lnTo>
                    <a:pt x="346845" y="1186105"/>
                  </a:lnTo>
                  <a:lnTo>
                    <a:pt x="280946" y="1184577"/>
                  </a:lnTo>
                  <a:close/>
                  <a:moveTo>
                    <a:pt x="466367" y="1229884"/>
                  </a:moveTo>
                  <a:lnTo>
                    <a:pt x="445941" y="1268320"/>
                  </a:lnTo>
                  <a:lnTo>
                    <a:pt x="453729" y="1273273"/>
                  </a:lnTo>
                  <a:close/>
                  <a:moveTo>
                    <a:pt x="445941" y="1268320"/>
                  </a:moveTo>
                  <a:lnTo>
                    <a:pt x="466367" y="1229884"/>
                  </a:lnTo>
                  <a:lnTo>
                    <a:pt x="355977" y="1186447"/>
                  </a:lnTo>
                  <a:close/>
                  <a:moveTo>
                    <a:pt x="346845" y="1186105"/>
                  </a:moveTo>
                  <a:lnTo>
                    <a:pt x="305092" y="1066714"/>
                  </a:lnTo>
                  <a:lnTo>
                    <a:pt x="280946" y="1184577"/>
                  </a:lnTo>
                  <a:close/>
                  <a:moveTo>
                    <a:pt x="1136247" y="2076843"/>
                  </a:moveTo>
                  <a:lnTo>
                    <a:pt x="1111579" y="2052035"/>
                  </a:lnTo>
                  <a:lnTo>
                    <a:pt x="1034194" y="1999126"/>
                  </a:lnTo>
                  <a:close/>
                  <a:moveTo>
                    <a:pt x="1499333" y="2263713"/>
                  </a:moveTo>
                  <a:lnTo>
                    <a:pt x="1396361" y="2286836"/>
                  </a:lnTo>
                  <a:lnTo>
                    <a:pt x="1485602" y="2374969"/>
                  </a:lnTo>
                  <a:close/>
                  <a:moveTo>
                    <a:pt x="1485602" y="2374969"/>
                  </a:moveTo>
                  <a:lnTo>
                    <a:pt x="1503743" y="2298680"/>
                  </a:lnTo>
                  <a:lnTo>
                    <a:pt x="1499333" y="2263713"/>
                  </a:lnTo>
                  <a:close/>
                  <a:moveTo>
                    <a:pt x="1335258" y="2188152"/>
                  </a:moveTo>
                  <a:lnTo>
                    <a:pt x="1367184" y="2298680"/>
                  </a:lnTo>
                  <a:lnTo>
                    <a:pt x="1403112" y="2181255"/>
                  </a:lnTo>
                  <a:close/>
                  <a:moveTo>
                    <a:pt x="1396361" y="2286836"/>
                  </a:moveTo>
                  <a:lnTo>
                    <a:pt x="1465907" y="2190796"/>
                  </a:lnTo>
                  <a:lnTo>
                    <a:pt x="1403112" y="2181255"/>
                  </a:lnTo>
                  <a:close/>
                  <a:moveTo>
                    <a:pt x="1320735" y="2178028"/>
                  </a:moveTo>
                  <a:lnTo>
                    <a:pt x="1273050" y="2216465"/>
                  </a:lnTo>
                  <a:lnTo>
                    <a:pt x="1288839" y="2229803"/>
                  </a:lnTo>
                  <a:close/>
                  <a:moveTo>
                    <a:pt x="1195678" y="2134250"/>
                  </a:moveTo>
                  <a:lnTo>
                    <a:pt x="1273050" y="2216465"/>
                  </a:lnTo>
                  <a:lnTo>
                    <a:pt x="1320735" y="2178028"/>
                  </a:lnTo>
                  <a:close/>
                  <a:moveTo>
                    <a:pt x="1403112" y="2181255"/>
                  </a:moveTo>
                  <a:lnTo>
                    <a:pt x="1465907" y="2190796"/>
                  </a:lnTo>
                  <a:lnTo>
                    <a:pt x="1375654" y="2103486"/>
                  </a:lnTo>
                  <a:close/>
                  <a:moveTo>
                    <a:pt x="1375654" y="2103486"/>
                  </a:moveTo>
                  <a:lnTo>
                    <a:pt x="1332464" y="2095813"/>
                  </a:lnTo>
                  <a:lnTo>
                    <a:pt x="1372280" y="2178028"/>
                  </a:lnTo>
                  <a:close/>
                  <a:moveTo>
                    <a:pt x="813829" y="1356450"/>
                  </a:moveTo>
                  <a:lnTo>
                    <a:pt x="727675" y="1309786"/>
                  </a:lnTo>
                  <a:lnTo>
                    <a:pt x="812967" y="1355877"/>
                  </a:lnTo>
                  <a:close/>
                  <a:moveTo>
                    <a:pt x="1833186" y="2656535"/>
                  </a:moveTo>
                  <a:lnTo>
                    <a:pt x="1899579" y="2671319"/>
                  </a:lnTo>
                  <a:lnTo>
                    <a:pt x="1899860" y="2550667"/>
                  </a:lnTo>
                  <a:close/>
                  <a:moveTo>
                    <a:pt x="1899860" y="2550667"/>
                  </a:moveTo>
                  <a:lnTo>
                    <a:pt x="1899579" y="2671319"/>
                  </a:lnTo>
                  <a:lnTo>
                    <a:pt x="1953032" y="2610757"/>
                  </a:lnTo>
                  <a:close/>
                  <a:moveTo>
                    <a:pt x="1332464" y="2095813"/>
                  </a:moveTo>
                  <a:lnTo>
                    <a:pt x="1309582" y="2013598"/>
                  </a:lnTo>
                  <a:lnTo>
                    <a:pt x="1399144" y="2057377"/>
                  </a:lnTo>
                  <a:close/>
                  <a:moveTo>
                    <a:pt x="770969" y="1330701"/>
                  </a:moveTo>
                  <a:lnTo>
                    <a:pt x="829985" y="1438093"/>
                  </a:lnTo>
                  <a:lnTo>
                    <a:pt x="812967" y="1355877"/>
                  </a:lnTo>
                  <a:close/>
                  <a:moveTo>
                    <a:pt x="907749" y="1317440"/>
                  </a:moveTo>
                  <a:lnTo>
                    <a:pt x="840928" y="1235226"/>
                  </a:lnTo>
                  <a:lnTo>
                    <a:pt x="873016" y="1268832"/>
                  </a:lnTo>
                  <a:close/>
                  <a:moveTo>
                    <a:pt x="1540260" y="1966899"/>
                  </a:moveTo>
                  <a:lnTo>
                    <a:pt x="1516005" y="1949883"/>
                  </a:lnTo>
                  <a:lnTo>
                    <a:pt x="1565570" y="1998075"/>
                  </a:lnTo>
                  <a:close/>
                  <a:moveTo>
                    <a:pt x="1412745" y="1810731"/>
                  </a:moveTo>
                  <a:lnTo>
                    <a:pt x="1440073" y="1772295"/>
                  </a:lnTo>
                  <a:lnTo>
                    <a:pt x="1354493" y="1766212"/>
                  </a:lnTo>
                  <a:close/>
                  <a:moveTo>
                    <a:pt x="1440073" y="1772295"/>
                  </a:moveTo>
                  <a:lnTo>
                    <a:pt x="1407061" y="1747550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54493" y="1766212"/>
                  </a:lnTo>
                  <a:lnTo>
                    <a:pt x="1407061" y="1747550"/>
                  </a:lnTo>
                  <a:close/>
                  <a:moveTo>
                    <a:pt x="1332299" y="1690080"/>
                  </a:moveTo>
                  <a:lnTo>
                    <a:pt x="1299384" y="1728517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13030" y="1674644"/>
                  </a:lnTo>
                  <a:lnTo>
                    <a:pt x="1249806" y="1653460"/>
                  </a:lnTo>
                  <a:close/>
                  <a:moveTo>
                    <a:pt x="949704" y="1279004"/>
                  </a:moveTo>
                  <a:lnTo>
                    <a:pt x="938480" y="1325434"/>
                  </a:lnTo>
                  <a:lnTo>
                    <a:pt x="989491" y="1300954"/>
                  </a:lnTo>
                  <a:close/>
                  <a:moveTo>
                    <a:pt x="149112" y="324725"/>
                  </a:moveTo>
                  <a:lnTo>
                    <a:pt x="249553" y="211037"/>
                  </a:lnTo>
                  <a:lnTo>
                    <a:pt x="174814" y="211207"/>
                  </a:lnTo>
                  <a:close/>
                  <a:moveTo>
                    <a:pt x="123637" y="52628"/>
                  </a:moveTo>
                  <a:lnTo>
                    <a:pt x="107347" y="45778"/>
                  </a:lnTo>
                  <a:lnTo>
                    <a:pt x="109055" y="127993"/>
                  </a:lnTo>
                  <a:close/>
                  <a:moveTo>
                    <a:pt x="2170557" y="2436328"/>
                  </a:moveTo>
                  <a:lnTo>
                    <a:pt x="2220217" y="2402069"/>
                  </a:lnTo>
                  <a:lnTo>
                    <a:pt x="2204348" y="2391579"/>
                  </a:lnTo>
                  <a:close/>
                  <a:moveTo>
                    <a:pt x="1723818" y="2002211"/>
                  </a:moveTo>
                  <a:lnTo>
                    <a:pt x="1698660" y="1980504"/>
                  </a:lnTo>
                  <a:lnTo>
                    <a:pt x="1693121" y="1981108"/>
                  </a:lnTo>
                  <a:close/>
                  <a:moveTo>
                    <a:pt x="1693121" y="1981108"/>
                  </a:moveTo>
                  <a:lnTo>
                    <a:pt x="1776788" y="2015267"/>
                  </a:lnTo>
                  <a:lnTo>
                    <a:pt x="1723818" y="2002211"/>
                  </a:lnTo>
                  <a:close/>
                  <a:moveTo>
                    <a:pt x="1440073" y="1772295"/>
                  </a:moveTo>
                  <a:lnTo>
                    <a:pt x="1509065" y="1850268"/>
                  </a:lnTo>
                  <a:lnTo>
                    <a:pt x="1452937" y="1740379"/>
                  </a:lnTo>
                  <a:close/>
                  <a:moveTo>
                    <a:pt x="1407061" y="1747550"/>
                  </a:moveTo>
                  <a:lnTo>
                    <a:pt x="1440073" y="1772295"/>
                  </a:lnTo>
                  <a:lnTo>
                    <a:pt x="1452937" y="1740379"/>
                  </a:lnTo>
                  <a:close/>
                  <a:moveTo>
                    <a:pt x="1484495" y="1651644"/>
                  </a:moveTo>
                  <a:lnTo>
                    <a:pt x="1529284" y="1710660"/>
                  </a:lnTo>
                  <a:lnTo>
                    <a:pt x="1502286" y="1660759"/>
                  </a:lnTo>
                  <a:close/>
                  <a:moveTo>
                    <a:pt x="1502286" y="1660759"/>
                  </a:moveTo>
                  <a:lnTo>
                    <a:pt x="1459325" y="1595594"/>
                  </a:lnTo>
                  <a:lnTo>
                    <a:pt x="1484495" y="1651644"/>
                  </a:lnTo>
                  <a:close/>
                  <a:moveTo>
                    <a:pt x="977776" y="1083571"/>
                  </a:moveTo>
                  <a:lnTo>
                    <a:pt x="1058481" y="1178643"/>
                  </a:lnTo>
                  <a:lnTo>
                    <a:pt x="1012357" y="1114574"/>
                  </a:lnTo>
                  <a:close/>
                  <a:moveTo>
                    <a:pt x="977776" y="1083571"/>
                  </a:moveTo>
                  <a:lnTo>
                    <a:pt x="1012357" y="1114574"/>
                  </a:lnTo>
                  <a:lnTo>
                    <a:pt x="976022" y="1035397"/>
                  </a:lnTo>
                  <a:close/>
                  <a:moveTo>
                    <a:pt x="976022" y="1035397"/>
                  </a:moveTo>
                  <a:lnTo>
                    <a:pt x="1013055" y="1110399"/>
                  </a:lnTo>
                  <a:lnTo>
                    <a:pt x="1042978" y="1007074"/>
                  </a:lnTo>
                  <a:close/>
                  <a:moveTo>
                    <a:pt x="435632" y="539068"/>
                  </a:moveTo>
                  <a:lnTo>
                    <a:pt x="504201" y="601168"/>
                  </a:lnTo>
                  <a:lnTo>
                    <a:pt x="544120" y="582848"/>
                  </a:lnTo>
                  <a:close/>
                  <a:moveTo>
                    <a:pt x="435632" y="539068"/>
                  </a:moveTo>
                  <a:lnTo>
                    <a:pt x="429207" y="425850"/>
                  </a:lnTo>
                  <a:lnTo>
                    <a:pt x="405947" y="512467"/>
                  </a:lnTo>
                  <a:close/>
                  <a:moveTo>
                    <a:pt x="639957" y="614875"/>
                  </a:moveTo>
                  <a:lnTo>
                    <a:pt x="544041" y="593268"/>
                  </a:lnTo>
                  <a:lnTo>
                    <a:pt x="598659" y="609457"/>
                  </a:lnTo>
                  <a:close/>
                  <a:moveTo>
                    <a:pt x="2204420" y="2214727"/>
                  </a:moveTo>
                  <a:lnTo>
                    <a:pt x="2169613" y="2217595"/>
                  </a:lnTo>
                  <a:lnTo>
                    <a:pt x="2171075" y="2281337"/>
                  </a:lnTo>
                  <a:close/>
                  <a:moveTo>
                    <a:pt x="1904650" y="1999463"/>
                  </a:moveTo>
                  <a:lnTo>
                    <a:pt x="1918001" y="1965527"/>
                  </a:lnTo>
                  <a:lnTo>
                    <a:pt x="1834578" y="2016131"/>
                  </a:lnTo>
                  <a:close/>
                  <a:moveTo>
                    <a:pt x="1918001" y="1965527"/>
                  </a:moveTo>
                  <a:lnTo>
                    <a:pt x="1887063" y="1933706"/>
                  </a:lnTo>
                  <a:lnTo>
                    <a:pt x="1840097" y="1868178"/>
                  </a:lnTo>
                  <a:close/>
                  <a:moveTo>
                    <a:pt x="1480530" y="1528375"/>
                  </a:moveTo>
                  <a:lnTo>
                    <a:pt x="1595874" y="1545174"/>
                  </a:lnTo>
                  <a:lnTo>
                    <a:pt x="1518461" y="1448777"/>
                  </a:lnTo>
                  <a:close/>
                  <a:moveTo>
                    <a:pt x="1261540" y="1266927"/>
                  </a:moveTo>
                  <a:lnTo>
                    <a:pt x="1274446" y="1224344"/>
                  </a:lnTo>
                  <a:lnTo>
                    <a:pt x="1237862" y="1241853"/>
                  </a:lnTo>
                  <a:close/>
                  <a:moveTo>
                    <a:pt x="1274446" y="1224344"/>
                  </a:moveTo>
                  <a:lnTo>
                    <a:pt x="1212105" y="1145551"/>
                  </a:lnTo>
                  <a:lnTo>
                    <a:pt x="1261266" y="1202131"/>
                  </a:lnTo>
                  <a:close/>
                  <a:moveTo>
                    <a:pt x="1045060" y="989370"/>
                  </a:moveTo>
                  <a:lnTo>
                    <a:pt x="979174" y="982343"/>
                  </a:lnTo>
                  <a:lnTo>
                    <a:pt x="976022" y="1035397"/>
                  </a:lnTo>
                  <a:close/>
                  <a:moveTo>
                    <a:pt x="1564943" y="1530992"/>
                  </a:moveTo>
                  <a:lnTo>
                    <a:pt x="1595874" y="1545174"/>
                  </a:lnTo>
                  <a:lnTo>
                    <a:pt x="1618933" y="1551984"/>
                  </a:lnTo>
                  <a:close/>
                  <a:moveTo>
                    <a:pt x="262902" y="0"/>
                  </a:moveTo>
                  <a:lnTo>
                    <a:pt x="383807" y="51120"/>
                  </a:lnTo>
                  <a:lnTo>
                    <a:pt x="310654" y="4438"/>
                  </a:lnTo>
                  <a:close/>
                  <a:moveTo>
                    <a:pt x="2173654" y="2179147"/>
                  </a:moveTo>
                  <a:lnTo>
                    <a:pt x="2108805" y="2268903"/>
                  </a:lnTo>
                  <a:lnTo>
                    <a:pt x="2169613" y="2217595"/>
                  </a:lnTo>
                  <a:close/>
                  <a:moveTo>
                    <a:pt x="2141626" y="2105093"/>
                  </a:moveTo>
                  <a:lnTo>
                    <a:pt x="2117929" y="2163858"/>
                  </a:lnTo>
                  <a:lnTo>
                    <a:pt x="2173654" y="2179147"/>
                  </a:lnTo>
                  <a:close/>
                  <a:moveTo>
                    <a:pt x="1762020" y="1593104"/>
                  </a:moveTo>
                  <a:lnTo>
                    <a:pt x="1826298" y="1579120"/>
                  </a:lnTo>
                  <a:lnTo>
                    <a:pt x="1807164" y="1574771"/>
                  </a:lnTo>
                  <a:close/>
                  <a:moveTo>
                    <a:pt x="1807164" y="1574771"/>
                  </a:moveTo>
                  <a:lnTo>
                    <a:pt x="1826298" y="1579120"/>
                  </a:lnTo>
                  <a:lnTo>
                    <a:pt x="1827310" y="1558554"/>
                  </a:lnTo>
                  <a:close/>
                  <a:moveTo>
                    <a:pt x="1072344" y="867097"/>
                  </a:moveTo>
                  <a:lnTo>
                    <a:pt x="990729" y="875180"/>
                  </a:lnTo>
                  <a:lnTo>
                    <a:pt x="1069290" y="890249"/>
                  </a:lnTo>
                  <a:close/>
                  <a:moveTo>
                    <a:pt x="991041" y="872602"/>
                  </a:moveTo>
                  <a:lnTo>
                    <a:pt x="1072344" y="867097"/>
                  </a:lnTo>
                  <a:lnTo>
                    <a:pt x="1055375" y="780800"/>
                  </a:lnTo>
                  <a:close/>
                  <a:moveTo>
                    <a:pt x="1072344" y="867097"/>
                  </a:moveTo>
                  <a:lnTo>
                    <a:pt x="1069290" y="890249"/>
                  </a:lnTo>
                  <a:lnTo>
                    <a:pt x="1081591" y="873271"/>
                  </a:lnTo>
                  <a:close/>
                  <a:moveTo>
                    <a:pt x="1055375" y="780800"/>
                  </a:moveTo>
                  <a:lnTo>
                    <a:pt x="1081591" y="873271"/>
                  </a:lnTo>
                  <a:lnTo>
                    <a:pt x="1077958" y="791056"/>
                  </a:lnTo>
                  <a:close/>
                  <a:moveTo>
                    <a:pt x="1055375" y="780800"/>
                  </a:moveTo>
                  <a:lnTo>
                    <a:pt x="1072344" y="867097"/>
                  </a:lnTo>
                  <a:lnTo>
                    <a:pt x="1081591" y="873271"/>
                  </a:lnTo>
                  <a:close/>
                  <a:moveTo>
                    <a:pt x="555418" y="147052"/>
                  </a:moveTo>
                  <a:lnTo>
                    <a:pt x="505091" y="174092"/>
                  </a:lnTo>
                  <a:lnTo>
                    <a:pt x="587223" y="118294"/>
                  </a:lnTo>
                  <a:close/>
                  <a:moveTo>
                    <a:pt x="587223" y="118294"/>
                  </a:moveTo>
                  <a:lnTo>
                    <a:pt x="505091" y="174092"/>
                  </a:lnTo>
                  <a:lnTo>
                    <a:pt x="553483" y="133335"/>
                  </a:lnTo>
                  <a:close/>
                  <a:moveTo>
                    <a:pt x="1807164" y="1574771"/>
                  </a:moveTo>
                  <a:lnTo>
                    <a:pt x="1827310" y="1558554"/>
                  </a:lnTo>
                  <a:lnTo>
                    <a:pt x="1770619" y="1563794"/>
                  </a:lnTo>
                  <a:close/>
                  <a:moveTo>
                    <a:pt x="1831553" y="1474756"/>
                  </a:moveTo>
                  <a:lnTo>
                    <a:pt x="1862449" y="1492555"/>
                  </a:lnTo>
                  <a:lnTo>
                    <a:pt x="1813110" y="1389657"/>
                  </a:lnTo>
                  <a:close/>
                  <a:moveTo>
                    <a:pt x="1813110" y="1389657"/>
                  </a:moveTo>
                  <a:lnTo>
                    <a:pt x="1914698" y="1391424"/>
                  </a:lnTo>
                  <a:lnTo>
                    <a:pt x="1883081" y="1371904"/>
                  </a:lnTo>
                  <a:close/>
                  <a:moveTo>
                    <a:pt x="1831553" y="1474756"/>
                  </a:moveTo>
                  <a:lnTo>
                    <a:pt x="1813110" y="1389657"/>
                  </a:lnTo>
                  <a:lnTo>
                    <a:pt x="1791302" y="1454119"/>
                  </a:lnTo>
                  <a:close/>
                  <a:moveTo>
                    <a:pt x="1813110" y="1389657"/>
                  </a:moveTo>
                  <a:lnTo>
                    <a:pt x="1780764" y="1371904"/>
                  </a:lnTo>
                  <a:lnTo>
                    <a:pt x="1791302" y="1454119"/>
                  </a:lnTo>
                  <a:close/>
                  <a:moveTo>
                    <a:pt x="1236943" y="744560"/>
                  </a:moveTo>
                  <a:lnTo>
                    <a:pt x="1285549" y="714183"/>
                  </a:lnTo>
                  <a:lnTo>
                    <a:pt x="1190583" y="634681"/>
                  </a:lnTo>
                  <a:close/>
                  <a:moveTo>
                    <a:pt x="1286594" y="714995"/>
                  </a:moveTo>
                  <a:lnTo>
                    <a:pt x="1370245" y="749091"/>
                  </a:lnTo>
                  <a:lnTo>
                    <a:pt x="1379934" y="675747"/>
                  </a:lnTo>
                  <a:close/>
                  <a:moveTo>
                    <a:pt x="1373983" y="472880"/>
                  </a:moveTo>
                  <a:lnTo>
                    <a:pt x="1381757" y="497049"/>
                  </a:lnTo>
                  <a:lnTo>
                    <a:pt x="1313354" y="391975"/>
                  </a:lnTo>
                  <a:close/>
                  <a:moveTo>
                    <a:pt x="1313354" y="391975"/>
                  </a:moveTo>
                  <a:lnTo>
                    <a:pt x="1381757" y="497049"/>
                  </a:lnTo>
                  <a:lnTo>
                    <a:pt x="1332060" y="42910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66" name="Candidate_density__2065">
              <a:extLst>
                <a:ext uri="{FF2B5EF4-FFF2-40B4-BE49-F238E27FC236}">
                  <a16:creationId xmlns:a16="http://schemas.microsoft.com/office/drawing/2014/main" id="{C31E04C7-FFA2-2BEA-C046-771FFFA74B28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2097073" cy="3030998"/>
            </a:xfrm>
            <a:custGeom>
              <a:avLst/>
              <a:gdLst/>
              <a:ahLst/>
              <a:cxnLst/>
              <a:rect l="0" t="0" r="0" b="0"/>
              <a:pathLst>
                <a:path w="2097073" h="3030998">
                  <a:moveTo>
                    <a:pt x="30767" y="2664580"/>
                  </a:moveTo>
                  <a:lnTo>
                    <a:pt x="105510" y="2740575"/>
                  </a:lnTo>
                  <a:lnTo>
                    <a:pt x="96836" y="2703386"/>
                  </a:lnTo>
                  <a:close/>
                  <a:moveTo>
                    <a:pt x="96836" y="2703386"/>
                  </a:moveTo>
                  <a:lnTo>
                    <a:pt x="68409" y="2702138"/>
                  </a:lnTo>
                  <a:lnTo>
                    <a:pt x="30767" y="2664580"/>
                  </a:lnTo>
                  <a:close/>
                  <a:moveTo>
                    <a:pt x="292269" y="2965963"/>
                  </a:moveTo>
                  <a:lnTo>
                    <a:pt x="392647" y="3030998"/>
                  </a:lnTo>
                  <a:lnTo>
                    <a:pt x="325080" y="2992447"/>
                  </a:lnTo>
                  <a:close/>
                  <a:moveTo>
                    <a:pt x="255297" y="2595652"/>
                  </a:moveTo>
                  <a:lnTo>
                    <a:pt x="212853" y="2636309"/>
                  </a:lnTo>
                  <a:lnTo>
                    <a:pt x="201704" y="2678722"/>
                  </a:lnTo>
                  <a:close/>
                  <a:moveTo>
                    <a:pt x="288159" y="2208799"/>
                  </a:moveTo>
                  <a:lnTo>
                    <a:pt x="364158" y="2214293"/>
                  </a:lnTo>
                  <a:lnTo>
                    <a:pt x="344805" y="2222608"/>
                  </a:lnTo>
                  <a:close/>
                  <a:moveTo>
                    <a:pt x="364158" y="2214293"/>
                  </a:moveTo>
                  <a:lnTo>
                    <a:pt x="421132" y="2221147"/>
                  </a:lnTo>
                  <a:lnTo>
                    <a:pt x="344805" y="2222608"/>
                  </a:lnTo>
                  <a:close/>
                  <a:moveTo>
                    <a:pt x="423981" y="2222759"/>
                  </a:moveTo>
                  <a:lnTo>
                    <a:pt x="510087" y="2266036"/>
                  </a:lnTo>
                  <a:lnTo>
                    <a:pt x="555981" y="2222425"/>
                  </a:lnTo>
                  <a:close/>
                  <a:moveTo>
                    <a:pt x="582969" y="2259872"/>
                  </a:moveTo>
                  <a:lnTo>
                    <a:pt x="603093" y="2194400"/>
                  </a:lnTo>
                  <a:lnTo>
                    <a:pt x="555981" y="2222425"/>
                  </a:lnTo>
                  <a:close/>
                  <a:moveTo>
                    <a:pt x="510087" y="2266036"/>
                  </a:moveTo>
                  <a:lnTo>
                    <a:pt x="582969" y="2259872"/>
                  </a:lnTo>
                  <a:lnTo>
                    <a:pt x="555981" y="2222425"/>
                  </a:lnTo>
                  <a:close/>
                  <a:moveTo>
                    <a:pt x="172681" y="1200934"/>
                  </a:moveTo>
                  <a:lnTo>
                    <a:pt x="187998" y="1320508"/>
                  </a:lnTo>
                  <a:lnTo>
                    <a:pt x="248630" y="1200198"/>
                  </a:lnTo>
                  <a:close/>
                  <a:moveTo>
                    <a:pt x="171993" y="1199856"/>
                  </a:moveTo>
                  <a:lnTo>
                    <a:pt x="172681" y="1200934"/>
                  </a:lnTo>
                  <a:lnTo>
                    <a:pt x="173599" y="1198328"/>
                  </a:lnTo>
                  <a:close/>
                  <a:moveTo>
                    <a:pt x="359020" y="1243635"/>
                  </a:moveTo>
                  <a:lnTo>
                    <a:pt x="346383" y="1287024"/>
                  </a:lnTo>
                  <a:lnTo>
                    <a:pt x="399400" y="1270044"/>
                  </a:lnTo>
                  <a:close/>
                  <a:moveTo>
                    <a:pt x="399400" y="1270044"/>
                  </a:moveTo>
                  <a:lnTo>
                    <a:pt x="346383" y="1287024"/>
                  </a:lnTo>
                  <a:lnTo>
                    <a:pt x="475009" y="1274074"/>
                  </a:lnTo>
                  <a:close/>
                  <a:moveTo>
                    <a:pt x="173599" y="1198328"/>
                  </a:moveTo>
                  <a:lnTo>
                    <a:pt x="197745" y="1080465"/>
                  </a:lnTo>
                  <a:lnTo>
                    <a:pt x="171993" y="1199856"/>
                  </a:lnTo>
                  <a:close/>
                  <a:moveTo>
                    <a:pt x="171993" y="1199856"/>
                  </a:moveTo>
                  <a:lnTo>
                    <a:pt x="197745" y="1080465"/>
                  </a:lnTo>
                  <a:lnTo>
                    <a:pt x="196805" y="1079204"/>
                  </a:lnTo>
                  <a:close/>
                  <a:moveTo>
                    <a:pt x="1289014" y="2300587"/>
                  </a:moveTo>
                  <a:lnTo>
                    <a:pt x="1391987" y="2277464"/>
                  </a:lnTo>
                  <a:lnTo>
                    <a:pt x="1358560" y="2204547"/>
                  </a:lnTo>
                  <a:close/>
                  <a:moveTo>
                    <a:pt x="1295765" y="2195006"/>
                  </a:moveTo>
                  <a:lnTo>
                    <a:pt x="1268307" y="2117237"/>
                  </a:lnTo>
                  <a:lnTo>
                    <a:pt x="1264934" y="2191779"/>
                  </a:lnTo>
                  <a:close/>
                  <a:moveTo>
                    <a:pt x="706482" y="1370201"/>
                  </a:moveTo>
                  <a:lnTo>
                    <a:pt x="720254" y="1459096"/>
                  </a:lnTo>
                  <a:lnTo>
                    <a:pt x="721297" y="1490280"/>
                  </a:lnTo>
                  <a:close/>
                  <a:moveTo>
                    <a:pt x="720254" y="1459096"/>
                  </a:moveTo>
                  <a:lnTo>
                    <a:pt x="706482" y="1370201"/>
                  </a:lnTo>
                  <a:lnTo>
                    <a:pt x="722638" y="1451844"/>
                  </a:lnTo>
                  <a:close/>
                  <a:moveTo>
                    <a:pt x="706482" y="1370201"/>
                  </a:moveTo>
                  <a:lnTo>
                    <a:pt x="705620" y="1369628"/>
                  </a:lnTo>
                  <a:lnTo>
                    <a:pt x="722638" y="1451844"/>
                  </a:lnTo>
                  <a:close/>
                  <a:moveTo>
                    <a:pt x="1845685" y="2624508"/>
                  </a:moveTo>
                  <a:lnTo>
                    <a:pt x="1792233" y="2685070"/>
                  </a:lnTo>
                  <a:lnTo>
                    <a:pt x="1815350" y="2676107"/>
                  </a:lnTo>
                  <a:close/>
                  <a:moveTo>
                    <a:pt x="1862078" y="2564418"/>
                  </a:moveTo>
                  <a:lnTo>
                    <a:pt x="1845685" y="2624508"/>
                  </a:lnTo>
                  <a:lnTo>
                    <a:pt x="1809207" y="2685070"/>
                  </a:lnTo>
                  <a:close/>
                  <a:moveTo>
                    <a:pt x="1508686" y="1985296"/>
                  </a:moveTo>
                  <a:lnTo>
                    <a:pt x="1432913" y="1980650"/>
                  </a:lnTo>
                  <a:lnTo>
                    <a:pt x="1458223" y="2011826"/>
                  </a:lnTo>
                  <a:close/>
                  <a:moveTo>
                    <a:pt x="1508686" y="1985296"/>
                  </a:moveTo>
                  <a:lnTo>
                    <a:pt x="1458223" y="2011826"/>
                  </a:lnTo>
                  <a:lnTo>
                    <a:pt x="1585775" y="1994859"/>
                  </a:lnTo>
                  <a:close/>
                  <a:moveTo>
                    <a:pt x="1192037" y="1742268"/>
                  </a:moveTo>
                  <a:lnTo>
                    <a:pt x="1224953" y="1703831"/>
                  </a:lnTo>
                  <a:lnTo>
                    <a:pt x="1142459" y="1667211"/>
                  </a:lnTo>
                  <a:close/>
                  <a:moveTo>
                    <a:pt x="1083458" y="1725272"/>
                  </a:moveTo>
                  <a:lnTo>
                    <a:pt x="1142459" y="1667211"/>
                  </a:lnTo>
                  <a:lnTo>
                    <a:pt x="1205684" y="1688395"/>
                  </a:lnTo>
                  <a:close/>
                  <a:moveTo>
                    <a:pt x="842357" y="1292755"/>
                  </a:moveTo>
                  <a:lnTo>
                    <a:pt x="800402" y="1331192"/>
                  </a:lnTo>
                  <a:lnTo>
                    <a:pt x="831133" y="1339185"/>
                  </a:lnTo>
                  <a:close/>
                  <a:moveTo>
                    <a:pt x="320736" y="545529"/>
                  </a:moveTo>
                  <a:lnTo>
                    <a:pt x="328285" y="552819"/>
                  </a:lnTo>
                  <a:lnTo>
                    <a:pt x="298600" y="526218"/>
                  </a:lnTo>
                  <a:close/>
                  <a:moveTo>
                    <a:pt x="41766" y="338476"/>
                  </a:moveTo>
                  <a:lnTo>
                    <a:pt x="67467" y="224958"/>
                  </a:lnTo>
                  <a:lnTo>
                    <a:pt x="15872" y="344610"/>
                  </a:lnTo>
                  <a:close/>
                  <a:moveTo>
                    <a:pt x="328285" y="552819"/>
                  </a:moveTo>
                  <a:lnTo>
                    <a:pt x="354751" y="573546"/>
                  </a:lnTo>
                  <a:lnTo>
                    <a:pt x="396854" y="614919"/>
                  </a:lnTo>
                  <a:close/>
                  <a:moveTo>
                    <a:pt x="1585775" y="1994859"/>
                  </a:moveTo>
                  <a:lnTo>
                    <a:pt x="1591314" y="1994255"/>
                  </a:lnTo>
                  <a:lnTo>
                    <a:pt x="1564540" y="1978924"/>
                  </a:lnTo>
                  <a:close/>
                  <a:moveTo>
                    <a:pt x="1585775" y="1994859"/>
                  </a:moveTo>
                  <a:lnTo>
                    <a:pt x="1564540" y="1978924"/>
                  </a:lnTo>
                  <a:lnTo>
                    <a:pt x="1508686" y="1985296"/>
                  </a:lnTo>
                  <a:close/>
                  <a:moveTo>
                    <a:pt x="1154193" y="1280678"/>
                  </a:moveTo>
                  <a:lnTo>
                    <a:pt x="1079598" y="1280435"/>
                  </a:lnTo>
                  <a:lnTo>
                    <a:pt x="1107544" y="1321467"/>
                  </a:lnTo>
                  <a:close/>
                  <a:moveTo>
                    <a:pt x="868676" y="1049148"/>
                  </a:moveTo>
                  <a:lnTo>
                    <a:pt x="905010" y="1128325"/>
                  </a:lnTo>
                  <a:lnTo>
                    <a:pt x="905708" y="1124150"/>
                  </a:lnTo>
                  <a:close/>
                  <a:moveTo>
                    <a:pt x="396854" y="614919"/>
                  </a:moveTo>
                  <a:lnTo>
                    <a:pt x="469984" y="609680"/>
                  </a:lnTo>
                  <a:lnTo>
                    <a:pt x="436695" y="607019"/>
                  </a:lnTo>
                  <a:close/>
                  <a:moveTo>
                    <a:pt x="469984" y="609680"/>
                  </a:moveTo>
                  <a:lnTo>
                    <a:pt x="491312" y="623208"/>
                  </a:lnTo>
                  <a:lnTo>
                    <a:pt x="436695" y="607019"/>
                  </a:lnTo>
                  <a:close/>
                  <a:moveTo>
                    <a:pt x="338685" y="349952"/>
                  </a:moveTo>
                  <a:lnTo>
                    <a:pt x="322294" y="399602"/>
                  </a:lnTo>
                  <a:lnTo>
                    <a:pt x="358115" y="370626"/>
                  </a:lnTo>
                  <a:close/>
                  <a:moveTo>
                    <a:pt x="358115" y="370626"/>
                  </a:moveTo>
                  <a:lnTo>
                    <a:pt x="322294" y="399602"/>
                  </a:lnTo>
                  <a:lnTo>
                    <a:pt x="321860" y="439601"/>
                  </a:lnTo>
                  <a:close/>
                  <a:moveTo>
                    <a:pt x="338685" y="349952"/>
                  </a:moveTo>
                  <a:lnTo>
                    <a:pt x="358115" y="370626"/>
                  </a:lnTo>
                  <a:lnTo>
                    <a:pt x="372518" y="308728"/>
                  </a:lnTo>
                  <a:close/>
                  <a:moveTo>
                    <a:pt x="0" y="59529"/>
                  </a:moveTo>
                  <a:lnTo>
                    <a:pt x="32394" y="21093"/>
                  </a:lnTo>
                  <a:lnTo>
                    <a:pt x="1709" y="141744"/>
                  </a:lnTo>
                  <a:close/>
                  <a:moveTo>
                    <a:pt x="0" y="59529"/>
                  </a:moveTo>
                  <a:lnTo>
                    <a:pt x="13715" y="18396"/>
                  </a:lnTo>
                  <a:lnTo>
                    <a:pt x="66467" y="429"/>
                  </a:lnTo>
                  <a:close/>
                  <a:moveTo>
                    <a:pt x="1591314" y="1994255"/>
                  </a:moveTo>
                  <a:lnTo>
                    <a:pt x="1616471" y="2015962"/>
                  </a:lnTo>
                  <a:lnTo>
                    <a:pt x="1653326" y="2032221"/>
                  </a:lnTo>
                  <a:close/>
                  <a:moveTo>
                    <a:pt x="1727232" y="2029882"/>
                  </a:moveTo>
                  <a:lnTo>
                    <a:pt x="1616471" y="2015962"/>
                  </a:lnTo>
                  <a:lnTo>
                    <a:pt x="1672633" y="2030896"/>
                  </a:lnTo>
                  <a:close/>
                  <a:moveTo>
                    <a:pt x="1727232" y="2029882"/>
                  </a:moveTo>
                  <a:lnTo>
                    <a:pt x="1653326" y="2032221"/>
                  </a:lnTo>
                  <a:lnTo>
                    <a:pt x="1616471" y="2015962"/>
                  </a:lnTo>
                  <a:close/>
                  <a:moveTo>
                    <a:pt x="2075683" y="2202464"/>
                  </a:moveTo>
                  <a:lnTo>
                    <a:pt x="2062266" y="2231346"/>
                  </a:lnTo>
                  <a:lnTo>
                    <a:pt x="2097073" y="2228478"/>
                  </a:lnTo>
                  <a:close/>
                  <a:moveTo>
                    <a:pt x="1407528" y="1464092"/>
                  </a:moveTo>
                  <a:lnTo>
                    <a:pt x="1362494" y="1583180"/>
                  </a:lnTo>
                  <a:lnTo>
                    <a:pt x="1373183" y="1542126"/>
                  </a:lnTo>
                  <a:close/>
                  <a:moveTo>
                    <a:pt x="1079598" y="1280435"/>
                  </a:moveTo>
                  <a:lnTo>
                    <a:pt x="1154193" y="1280678"/>
                  </a:lnTo>
                  <a:lnTo>
                    <a:pt x="1130515" y="1255604"/>
                  </a:lnTo>
                  <a:close/>
                  <a:moveTo>
                    <a:pt x="629087" y="571792"/>
                  </a:moveTo>
                  <a:lnTo>
                    <a:pt x="532610" y="628626"/>
                  </a:lnTo>
                  <a:lnTo>
                    <a:pt x="607578" y="630262"/>
                  </a:lnTo>
                  <a:close/>
                  <a:moveTo>
                    <a:pt x="613048" y="484739"/>
                  </a:moveTo>
                  <a:lnTo>
                    <a:pt x="629087" y="571792"/>
                  </a:lnTo>
                  <a:lnTo>
                    <a:pt x="629192" y="596599"/>
                  </a:lnTo>
                  <a:close/>
                  <a:moveTo>
                    <a:pt x="352791" y="298426"/>
                  </a:moveTo>
                  <a:lnTo>
                    <a:pt x="384467" y="249111"/>
                  </a:lnTo>
                  <a:lnTo>
                    <a:pt x="388076" y="229301"/>
                  </a:lnTo>
                  <a:close/>
                  <a:moveTo>
                    <a:pt x="352791" y="298426"/>
                  </a:moveTo>
                  <a:lnTo>
                    <a:pt x="372518" y="308728"/>
                  </a:lnTo>
                  <a:lnTo>
                    <a:pt x="384467" y="249111"/>
                  </a:lnTo>
                  <a:close/>
                  <a:moveTo>
                    <a:pt x="338685" y="349952"/>
                  </a:moveTo>
                  <a:lnTo>
                    <a:pt x="372518" y="308728"/>
                  </a:lnTo>
                  <a:lnTo>
                    <a:pt x="335512" y="328411"/>
                  </a:lnTo>
                  <a:close/>
                  <a:moveTo>
                    <a:pt x="372518" y="308728"/>
                  </a:moveTo>
                  <a:lnTo>
                    <a:pt x="398105" y="267738"/>
                  </a:lnTo>
                  <a:lnTo>
                    <a:pt x="384467" y="249111"/>
                  </a:lnTo>
                  <a:close/>
                  <a:moveTo>
                    <a:pt x="397744" y="187843"/>
                  </a:moveTo>
                  <a:lnTo>
                    <a:pt x="384467" y="249111"/>
                  </a:lnTo>
                  <a:lnTo>
                    <a:pt x="398105" y="267738"/>
                  </a:lnTo>
                  <a:close/>
                  <a:moveTo>
                    <a:pt x="203307" y="18189"/>
                  </a:moveTo>
                  <a:lnTo>
                    <a:pt x="97939" y="0"/>
                  </a:lnTo>
                  <a:lnTo>
                    <a:pt x="155555" y="13751"/>
                  </a:lnTo>
                  <a:close/>
                  <a:moveTo>
                    <a:pt x="2008688" y="2081812"/>
                  </a:moveTo>
                  <a:lnTo>
                    <a:pt x="2006823" y="2087511"/>
                  </a:lnTo>
                  <a:lnTo>
                    <a:pt x="2034280" y="2118844"/>
                  </a:lnTo>
                  <a:close/>
                  <a:moveTo>
                    <a:pt x="2066308" y="2192898"/>
                  </a:moveTo>
                  <a:lnTo>
                    <a:pt x="2062266" y="2231346"/>
                  </a:lnTo>
                  <a:lnTo>
                    <a:pt x="2075683" y="2202464"/>
                  </a:lnTo>
                  <a:close/>
                  <a:moveTo>
                    <a:pt x="1719964" y="1572305"/>
                  </a:moveTo>
                  <a:lnTo>
                    <a:pt x="1718951" y="1592871"/>
                  </a:lnTo>
                  <a:lnTo>
                    <a:pt x="1755103" y="1506306"/>
                  </a:lnTo>
                  <a:close/>
                  <a:moveTo>
                    <a:pt x="1677503" y="1477009"/>
                  </a:moveTo>
                  <a:lnTo>
                    <a:pt x="1719964" y="1572305"/>
                  </a:lnTo>
                  <a:lnTo>
                    <a:pt x="1724206" y="1488507"/>
                  </a:lnTo>
                  <a:close/>
                  <a:moveTo>
                    <a:pt x="1724206" y="1488507"/>
                  </a:moveTo>
                  <a:lnTo>
                    <a:pt x="1719964" y="1572305"/>
                  </a:lnTo>
                  <a:lnTo>
                    <a:pt x="1755103" y="1506306"/>
                  </a:lnTo>
                  <a:close/>
                  <a:moveTo>
                    <a:pt x="1029152" y="728599"/>
                  </a:moveTo>
                  <a:lnTo>
                    <a:pt x="1019863" y="684155"/>
                  </a:lnTo>
                  <a:lnTo>
                    <a:pt x="1083236" y="648432"/>
                  </a:lnTo>
                  <a:close/>
                  <a:moveTo>
                    <a:pt x="1272587" y="689498"/>
                  </a:moveTo>
                  <a:lnTo>
                    <a:pt x="1262898" y="762842"/>
                  </a:lnTo>
                  <a:lnTo>
                    <a:pt x="1288713" y="699357"/>
                  </a:lnTo>
                  <a:close/>
                  <a:moveTo>
                    <a:pt x="1288713" y="699357"/>
                  </a:moveTo>
                  <a:lnTo>
                    <a:pt x="1262898" y="762842"/>
                  </a:lnTo>
                  <a:lnTo>
                    <a:pt x="1301549" y="727934"/>
                  </a:lnTo>
                  <a:close/>
                  <a:moveTo>
                    <a:pt x="1288713" y="699357"/>
                  </a:moveTo>
                  <a:lnTo>
                    <a:pt x="1254027" y="627463"/>
                  </a:lnTo>
                  <a:lnTo>
                    <a:pt x="1272587" y="689498"/>
                  </a:lnTo>
                  <a:close/>
                  <a:moveTo>
                    <a:pt x="1254027" y="627463"/>
                  </a:moveTo>
                  <a:lnTo>
                    <a:pt x="1233031" y="607282"/>
                  </a:lnTo>
                  <a:lnTo>
                    <a:pt x="1272587" y="689498"/>
                  </a:lnTo>
                  <a:close/>
                  <a:moveTo>
                    <a:pt x="1265476" y="557277"/>
                  </a:moveTo>
                  <a:lnTo>
                    <a:pt x="1254027" y="627463"/>
                  </a:lnTo>
                  <a:lnTo>
                    <a:pt x="1274727" y="525067"/>
                  </a:lnTo>
                  <a:close/>
                  <a:moveTo>
                    <a:pt x="1233031" y="607282"/>
                  </a:moveTo>
                  <a:lnTo>
                    <a:pt x="1254027" y="627463"/>
                  </a:lnTo>
                  <a:lnTo>
                    <a:pt x="1265476" y="557277"/>
                  </a:lnTo>
                  <a:close/>
                  <a:moveTo>
                    <a:pt x="1265476" y="557277"/>
                  </a:moveTo>
                  <a:lnTo>
                    <a:pt x="1274411" y="510800"/>
                  </a:lnTo>
                  <a:lnTo>
                    <a:pt x="1233031" y="607282"/>
                  </a:lnTo>
                  <a:close/>
                  <a:moveTo>
                    <a:pt x="1233031" y="607282"/>
                  </a:moveTo>
                  <a:lnTo>
                    <a:pt x="1274411" y="510800"/>
                  </a:lnTo>
                  <a:lnTo>
                    <a:pt x="1266636" y="486631"/>
                  </a:lnTo>
                  <a:close/>
                  <a:moveTo>
                    <a:pt x="1274411" y="510800"/>
                  </a:moveTo>
                  <a:lnTo>
                    <a:pt x="1265476" y="557277"/>
                  </a:lnTo>
                  <a:lnTo>
                    <a:pt x="1274727" y="52506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67" name="Candidate_density__2066">
              <a:extLst>
                <a:ext uri="{FF2B5EF4-FFF2-40B4-BE49-F238E27FC236}">
                  <a16:creationId xmlns:a16="http://schemas.microsoft.com/office/drawing/2014/main" id="{BCD0582B-B130-4A70-9240-60D9DAFFD50B}"/>
                </a:ext>
              </a:extLst>
            </p:cNvPr>
            <p:cNvSpPr>
              <a:spLocks noGrp="1"/>
            </p:cNvSpPr>
            <p:nvPr/>
          </p:nvSpPr>
          <p:spPr>
            <a:xfrm>
              <a:off x="4501318" y="2029296"/>
              <a:ext cx="2057553" cy="2837641"/>
            </a:xfrm>
            <a:custGeom>
              <a:avLst/>
              <a:gdLst/>
              <a:ahLst/>
              <a:cxnLst/>
              <a:rect l="0" t="0" r="0" b="0"/>
              <a:pathLst>
                <a:path w="2057553" h="2837641">
                  <a:moveTo>
                    <a:pt x="144821" y="2624924"/>
                  </a:moveTo>
                  <a:lnTo>
                    <a:pt x="85385" y="2692218"/>
                  </a:lnTo>
                  <a:lnTo>
                    <a:pt x="93048" y="2690279"/>
                  </a:lnTo>
                  <a:close/>
                  <a:moveTo>
                    <a:pt x="26044" y="2674693"/>
                  </a:moveTo>
                  <a:lnTo>
                    <a:pt x="85385" y="2692218"/>
                  </a:lnTo>
                  <a:lnTo>
                    <a:pt x="144821" y="2624924"/>
                  </a:lnTo>
                  <a:close/>
                  <a:moveTo>
                    <a:pt x="151852" y="2569627"/>
                  </a:moveTo>
                  <a:lnTo>
                    <a:pt x="145902" y="2603518"/>
                  </a:lnTo>
                  <a:lnTo>
                    <a:pt x="93048" y="2690279"/>
                  </a:lnTo>
                  <a:close/>
                  <a:moveTo>
                    <a:pt x="169634" y="2502490"/>
                  </a:moveTo>
                  <a:lnTo>
                    <a:pt x="145902" y="2603518"/>
                  </a:lnTo>
                  <a:lnTo>
                    <a:pt x="151852" y="2569627"/>
                  </a:lnTo>
                  <a:close/>
                  <a:moveTo>
                    <a:pt x="328535" y="2515633"/>
                  </a:moveTo>
                  <a:lnTo>
                    <a:pt x="418058" y="2443585"/>
                  </a:lnTo>
                  <a:lnTo>
                    <a:pt x="304551" y="2448975"/>
                  </a:lnTo>
                  <a:close/>
                  <a:moveTo>
                    <a:pt x="371352" y="2268960"/>
                  </a:moveTo>
                  <a:lnTo>
                    <a:pt x="313472" y="2328324"/>
                  </a:lnTo>
                  <a:lnTo>
                    <a:pt x="350344" y="2253874"/>
                  </a:lnTo>
                  <a:close/>
                  <a:moveTo>
                    <a:pt x="422028" y="2243226"/>
                  </a:moveTo>
                  <a:lnTo>
                    <a:pt x="371352" y="2268960"/>
                  </a:lnTo>
                  <a:lnTo>
                    <a:pt x="350344" y="2253874"/>
                  </a:lnTo>
                  <a:close/>
                  <a:moveTo>
                    <a:pt x="371352" y="2268960"/>
                  </a:moveTo>
                  <a:lnTo>
                    <a:pt x="422028" y="2243226"/>
                  </a:lnTo>
                  <a:lnTo>
                    <a:pt x="376455" y="2246109"/>
                  </a:lnTo>
                  <a:close/>
                  <a:moveTo>
                    <a:pt x="422028" y="2243226"/>
                  </a:moveTo>
                  <a:lnTo>
                    <a:pt x="470767" y="2207673"/>
                  </a:lnTo>
                  <a:lnTo>
                    <a:pt x="376455" y="2246109"/>
                  </a:lnTo>
                  <a:close/>
                  <a:moveTo>
                    <a:pt x="494189" y="2201867"/>
                  </a:moveTo>
                  <a:lnTo>
                    <a:pt x="470767" y="2207673"/>
                  </a:lnTo>
                  <a:lnTo>
                    <a:pt x="547581" y="2258553"/>
                  </a:lnTo>
                  <a:close/>
                  <a:moveTo>
                    <a:pt x="547581" y="2258553"/>
                  </a:moveTo>
                  <a:lnTo>
                    <a:pt x="470767" y="2207673"/>
                  </a:lnTo>
                  <a:lnTo>
                    <a:pt x="470507" y="2209280"/>
                  </a:lnTo>
                  <a:close/>
                  <a:moveTo>
                    <a:pt x="470507" y="2209280"/>
                  </a:moveTo>
                  <a:lnTo>
                    <a:pt x="470767" y="2207673"/>
                  </a:lnTo>
                  <a:lnTo>
                    <a:pt x="422028" y="2243226"/>
                  </a:lnTo>
                  <a:close/>
                  <a:moveTo>
                    <a:pt x="317007" y="1758160"/>
                  </a:moveTo>
                  <a:lnTo>
                    <a:pt x="331389" y="1840376"/>
                  </a:lnTo>
                  <a:lnTo>
                    <a:pt x="398634" y="1818591"/>
                  </a:lnTo>
                  <a:close/>
                  <a:moveTo>
                    <a:pt x="25638" y="1579185"/>
                  </a:moveTo>
                  <a:lnTo>
                    <a:pt x="110321" y="1570931"/>
                  </a:lnTo>
                  <a:lnTo>
                    <a:pt x="72861" y="1501293"/>
                  </a:lnTo>
                  <a:close/>
                  <a:moveTo>
                    <a:pt x="135106" y="1473078"/>
                  </a:moveTo>
                  <a:lnTo>
                    <a:pt x="72861" y="1501293"/>
                  </a:lnTo>
                  <a:lnTo>
                    <a:pt x="110321" y="1570931"/>
                  </a:lnTo>
                  <a:close/>
                  <a:moveTo>
                    <a:pt x="163645" y="1404090"/>
                  </a:moveTo>
                  <a:lnTo>
                    <a:pt x="72861" y="1501293"/>
                  </a:lnTo>
                  <a:lnTo>
                    <a:pt x="135106" y="1473078"/>
                  </a:lnTo>
                  <a:close/>
                  <a:moveTo>
                    <a:pt x="760347" y="2130799"/>
                  </a:moveTo>
                  <a:lnTo>
                    <a:pt x="821291" y="2190970"/>
                  </a:lnTo>
                  <a:lnTo>
                    <a:pt x="838068" y="2104077"/>
                  </a:lnTo>
                  <a:close/>
                  <a:moveTo>
                    <a:pt x="628381" y="1596625"/>
                  </a:moveTo>
                  <a:lnTo>
                    <a:pt x="564741" y="1681287"/>
                  </a:lnTo>
                  <a:lnTo>
                    <a:pt x="593243" y="1642851"/>
                  </a:lnTo>
                  <a:close/>
                  <a:moveTo>
                    <a:pt x="628381" y="1596625"/>
                  </a:moveTo>
                  <a:lnTo>
                    <a:pt x="583918" y="1645585"/>
                  </a:lnTo>
                  <a:lnTo>
                    <a:pt x="564741" y="1681287"/>
                  </a:lnTo>
                  <a:close/>
                  <a:moveTo>
                    <a:pt x="428165" y="1405364"/>
                  </a:moveTo>
                  <a:lnTo>
                    <a:pt x="411799" y="1396206"/>
                  </a:lnTo>
                  <a:lnTo>
                    <a:pt x="378529" y="1434984"/>
                  </a:lnTo>
                  <a:close/>
                  <a:moveTo>
                    <a:pt x="411799" y="1396206"/>
                  </a:moveTo>
                  <a:lnTo>
                    <a:pt x="423825" y="1389137"/>
                  </a:lnTo>
                  <a:lnTo>
                    <a:pt x="369397" y="1434642"/>
                  </a:lnTo>
                  <a:close/>
                  <a:moveTo>
                    <a:pt x="374159" y="1338028"/>
                  </a:moveTo>
                  <a:lnTo>
                    <a:pt x="423825" y="1389137"/>
                  </a:lnTo>
                  <a:lnTo>
                    <a:pt x="478282" y="1314086"/>
                  </a:lnTo>
                  <a:close/>
                  <a:moveTo>
                    <a:pt x="1764750" y="2755426"/>
                  </a:moveTo>
                  <a:lnTo>
                    <a:pt x="1732742" y="2723866"/>
                  </a:lnTo>
                  <a:lnTo>
                    <a:pt x="1686915" y="2699452"/>
                  </a:lnTo>
                  <a:close/>
                  <a:moveTo>
                    <a:pt x="989306" y="1971711"/>
                  </a:moveTo>
                  <a:lnTo>
                    <a:pt x="1038243" y="2014399"/>
                  </a:lnTo>
                  <a:lnTo>
                    <a:pt x="1051704" y="1933275"/>
                  </a:lnTo>
                  <a:close/>
                  <a:moveTo>
                    <a:pt x="1050066" y="1851060"/>
                  </a:moveTo>
                  <a:lnTo>
                    <a:pt x="1047529" y="1854788"/>
                  </a:lnTo>
                  <a:lnTo>
                    <a:pt x="989306" y="1971711"/>
                  </a:lnTo>
                  <a:close/>
                  <a:moveTo>
                    <a:pt x="1051704" y="1933275"/>
                  </a:moveTo>
                  <a:lnTo>
                    <a:pt x="1050066" y="1851060"/>
                  </a:lnTo>
                  <a:lnTo>
                    <a:pt x="989306" y="1971711"/>
                  </a:lnTo>
                  <a:close/>
                  <a:moveTo>
                    <a:pt x="750227" y="1558323"/>
                  </a:moveTo>
                  <a:lnTo>
                    <a:pt x="695122" y="1567501"/>
                  </a:lnTo>
                  <a:lnTo>
                    <a:pt x="628381" y="1596625"/>
                  </a:lnTo>
                  <a:close/>
                  <a:moveTo>
                    <a:pt x="529280" y="1289557"/>
                  </a:moveTo>
                  <a:lnTo>
                    <a:pt x="435609" y="1388162"/>
                  </a:lnTo>
                  <a:lnTo>
                    <a:pt x="484528" y="1357769"/>
                  </a:lnTo>
                  <a:close/>
                  <a:moveTo>
                    <a:pt x="423825" y="1389137"/>
                  </a:moveTo>
                  <a:lnTo>
                    <a:pt x="435609" y="1388162"/>
                  </a:lnTo>
                  <a:lnTo>
                    <a:pt x="529280" y="1289557"/>
                  </a:lnTo>
                  <a:close/>
                  <a:moveTo>
                    <a:pt x="478282" y="1314086"/>
                  </a:moveTo>
                  <a:lnTo>
                    <a:pt x="423825" y="1389137"/>
                  </a:lnTo>
                  <a:lnTo>
                    <a:pt x="529280" y="1289557"/>
                  </a:lnTo>
                  <a:close/>
                  <a:moveTo>
                    <a:pt x="1848251" y="2716989"/>
                  </a:moveTo>
                  <a:lnTo>
                    <a:pt x="1871900" y="2809839"/>
                  </a:lnTo>
                  <a:lnTo>
                    <a:pt x="1871006" y="2746951"/>
                  </a:lnTo>
                  <a:close/>
                  <a:moveTo>
                    <a:pt x="1769484" y="2837641"/>
                  </a:moveTo>
                  <a:lnTo>
                    <a:pt x="1871900" y="2809839"/>
                  </a:lnTo>
                  <a:lnTo>
                    <a:pt x="1848251" y="2716989"/>
                  </a:lnTo>
                  <a:close/>
                  <a:moveTo>
                    <a:pt x="1764750" y="2755426"/>
                  </a:moveTo>
                  <a:lnTo>
                    <a:pt x="1769484" y="2837641"/>
                  </a:lnTo>
                  <a:lnTo>
                    <a:pt x="1848251" y="2716989"/>
                  </a:lnTo>
                  <a:close/>
                  <a:moveTo>
                    <a:pt x="1871900" y="2809839"/>
                  </a:moveTo>
                  <a:lnTo>
                    <a:pt x="1922412" y="2799204"/>
                  </a:lnTo>
                  <a:lnTo>
                    <a:pt x="1871006" y="2746951"/>
                  </a:lnTo>
                  <a:close/>
                  <a:moveTo>
                    <a:pt x="1050066" y="1851060"/>
                  </a:moveTo>
                  <a:lnTo>
                    <a:pt x="1051704" y="1933275"/>
                  </a:lnTo>
                  <a:lnTo>
                    <a:pt x="1082333" y="1894838"/>
                  </a:lnTo>
                  <a:close/>
                  <a:moveTo>
                    <a:pt x="1050066" y="1851060"/>
                  </a:moveTo>
                  <a:lnTo>
                    <a:pt x="1082333" y="1894838"/>
                  </a:lnTo>
                  <a:lnTo>
                    <a:pt x="1067184" y="1812623"/>
                  </a:lnTo>
                  <a:close/>
                  <a:moveTo>
                    <a:pt x="1085622" y="1761136"/>
                  </a:moveTo>
                  <a:lnTo>
                    <a:pt x="1050066" y="1851060"/>
                  </a:lnTo>
                  <a:lnTo>
                    <a:pt x="1067184" y="1812623"/>
                  </a:lnTo>
                  <a:close/>
                  <a:moveTo>
                    <a:pt x="1981182" y="2781587"/>
                  </a:moveTo>
                  <a:lnTo>
                    <a:pt x="1871006" y="2746951"/>
                  </a:lnTo>
                  <a:lnTo>
                    <a:pt x="1922412" y="2799204"/>
                  </a:lnTo>
                  <a:close/>
                  <a:moveTo>
                    <a:pt x="1869041" y="2712072"/>
                  </a:moveTo>
                  <a:lnTo>
                    <a:pt x="1871006" y="2746951"/>
                  </a:lnTo>
                  <a:lnTo>
                    <a:pt x="1981182" y="2781587"/>
                  </a:lnTo>
                  <a:close/>
                  <a:moveTo>
                    <a:pt x="1939802" y="2715136"/>
                  </a:moveTo>
                  <a:lnTo>
                    <a:pt x="1869041" y="2712072"/>
                  </a:lnTo>
                  <a:lnTo>
                    <a:pt x="1981182" y="2781587"/>
                  </a:lnTo>
                  <a:close/>
                  <a:moveTo>
                    <a:pt x="1848251" y="2716989"/>
                  </a:moveTo>
                  <a:lnTo>
                    <a:pt x="1871006" y="2746951"/>
                  </a:lnTo>
                  <a:lnTo>
                    <a:pt x="1869041" y="2712072"/>
                  </a:lnTo>
                  <a:close/>
                  <a:moveTo>
                    <a:pt x="1085622" y="1761136"/>
                  </a:moveTo>
                  <a:lnTo>
                    <a:pt x="1144867" y="1767443"/>
                  </a:lnTo>
                  <a:lnTo>
                    <a:pt x="1124454" y="1730408"/>
                  </a:lnTo>
                  <a:close/>
                  <a:moveTo>
                    <a:pt x="1144867" y="1767443"/>
                  </a:moveTo>
                  <a:lnTo>
                    <a:pt x="1173991" y="1691972"/>
                  </a:lnTo>
                  <a:lnTo>
                    <a:pt x="1124454" y="1730408"/>
                  </a:lnTo>
                  <a:close/>
                  <a:moveTo>
                    <a:pt x="1991930" y="2514123"/>
                  </a:moveTo>
                  <a:lnTo>
                    <a:pt x="2057553" y="2557902"/>
                  </a:lnTo>
                  <a:lnTo>
                    <a:pt x="2015870" y="2475686"/>
                  </a:lnTo>
                  <a:close/>
                  <a:moveTo>
                    <a:pt x="1330700" y="1689724"/>
                  </a:moveTo>
                  <a:lnTo>
                    <a:pt x="1282908" y="1684521"/>
                  </a:lnTo>
                  <a:lnTo>
                    <a:pt x="1375224" y="1735750"/>
                  </a:lnTo>
                  <a:close/>
                  <a:moveTo>
                    <a:pt x="547634" y="749169"/>
                  </a:moveTo>
                  <a:lnTo>
                    <a:pt x="554736" y="739126"/>
                  </a:lnTo>
                  <a:lnTo>
                    <a:pt x="458184" y="787605"/>
                  </a:lnTo>
                  <a:close/>
                  <a:moveTo>
                    <a:pt x="1278759" y="1387617"/>
                  </a:moveTo>
                  <a:lnTo>
                    <a:pt x="1208823" y="1406890"/>
                  </a:lnTo>
                  <a:lnTo>
                    <a:pt x="1296998" y="1472881"/>
                  </a:lnTo>
                  <a:close/>
                  <a:moveTo>
                    <a:pt x="1413161" y="1504170"/>
                  </a:moveTo>
                  <a:lnTo>
                    <a:pt x="1375132" y="1450668"/>
                  </a:lnTo>
                  <a:lnTo>
                    <a:pt x="1284092" y="1515464"/>
                  </a:lnTo>
                  <a:close/>
                  <a:moveTo>
                    <a:pt x="1375132" y="1450668"/>
                  </a:moveTo>
                  <a:lnTo>
                    <a:pt x="1392347" y="1426350"/>
                  </a:lnTo>
                  <a:lnTo>
                    <a:pt x="1296998" y="1472881"/>
                  </a:lnTo>
                  <a:close/>
                  <a:moveTo>
                    <a:pt x="699700" y="794185"/>
                  </a:moveTo>
                  <a:lnTo>
                    <a:pt x="742947" y="719525"/>
                  </a:lnTo>
                  <a:lnTo>
                    <a:pt x="660484" y="725974"/>
                  </a:lnTo>
                  <a:close/>
                  <a:moveTo>
                    <a:pt x="742947" y="719525"/>
                  </a:moveTo>
                  <a:lnTo>
                    <a:pt x="720910" y="637349"/>
                  </a:lnTo>
                  <a:lnTo>
                    <a:pt x="660484" y="725974"/>
                  </a:lnTo>
                  <a:close/>
                  <a:moveTo>
                    <a:pt x="65209" y="23497"/>
                  </a:moveTo>
                  <a:lnTo>
                    <a:pt x="0" y="58348"/>
                  </a:lnTo>
                  <a:lnTo>
                    <a:pt x="121275" y="17915"/>
                  </a:lnTo>
                  <a:close/>
                  <a:moveTo>
                    <a:pt x="191014" y="0"/>
                  </a:moveTo>
                  <a:lnTo>
                    <a:pt x="65209" y="23497"/>
                  </a:lnTo>
                  <a:lnTo>
                    <a:pt x="121275" y="17915"/>
                  </a:lnTo>
                  <a:close/>
                  <a:moveTo>
                    <a:pt x="1531350" y="1503634"/>
                  </a:moveTo>
                  <a:lnTo>
                    <a:pt x="1437726" y="1532883"/>
                  </a:lnTo>
                  <a:lnTo>
                    <a:pt x="1547941" y="1514230"/>
                  </a:lnTo>
                  <a:close/>
                  <a:moveTo>
                    <a:pt x="1547941" y="1514230"/>
                  </a:moveTo>
                  <a:lnTo>
                    <a:pt x="1437726" y="1532883"/>
                  </a:lnTo>
                  <a:lnTo>
                    <a:pt x="1422678" y="1539752"/>
                  </a:lnTo>
                  <a:close/>
                  <a:moveTo>
                    <a:pt x="1437726" y="1532883"/>
                  </a:moveTo>
                  <a:lnTo>
                    <a:pt x="1531350" y="1503634"/>
                  </a:lnTo>
                  <a:lnTo>
                    <a:pt x="1413161" y="1504170"/>
                  </a:lnTo>
                  <a:close/>
                  <a:moveTo>
                    <a:pt x="1413161" y="1504170"/>
                  </a:moveTo>
                  <a:lnTo>
                    <a:pt x="1531350" y="1503634"/>
                  </a:lnTo>
                  <a:lnTo>
                    <a:pt x="1536897" y="1472938"/>
                  </a:lnTo>
                  <a:close/>
                  <a:moveTo>
                    <a:pt x="1413161" y="1504170"/>
                  </a:moveTo>
                  <a:lnTo>
                    <a:pt x="1536897" y="1472938"/>
                  </a:lnTo>
                  <a:lnTo>
                    <a:pt x="1455967" y="1449010"/>
                  </a:lnTo>
                  <a:close/>
                  <a:moveTo>
                    <a:pt x="1413161" y="1504170"/>
                  </a:moveTo>
                  <a:lnTo>
                    <a:pt x="1415294" y="1412232"/>
                  </a:lnTo>
                  <a:lnTo>
                    <a:pt x="1375132" y="1450668"/>
                  </a:lnTo>
                  <a:close/>
                  <a:moveTo>
                    <a:pt x="1415294" y="1412232"/>
                  </a:moveTo>
                  <a:lnTo>
                    <a:pt x="1392347" y="1426350"/>
                  </a:lnTo>
                  <a:lnTo>
                    <a:pt x="1375132" y="1450668"/>
                  </a:lnTo>
                  <a:close/>
                  <a:moveTo>
                    <a:pt x="1393914" y="1217008"/>
                  </a:moveTo>
                  <a:lnTo>
                    <a:pt x="1356546" y="1165586"/>
                  </a:lnTo>
                  <a:lnTo>
                    <a:pt x="1259672" y="1208960"/>
                  </a:lnTo>
                  <a:close/>
                  <a:moveTo>
                    <a:pt x="1393914" y="1217008"/>
                  </a:moveTo>
                  <a:lnTo>
                    <a:pt x="1412990" y="1138897"/>
                  </a:lnTo>
                  <a:lnTo>
                    <a:pt x="1356546" y="1165586"/>
                  </a:lnTo>
                  <a:close/>
                  <a:moveTo>
                    <a:pt x="1863029" y="1538226"/>
                  </a:moveTo>
                  <a:lnTo>
                    <a:pt x="1905633" y="1620441"/>
                  </a:lnTo>
                  <a:lnTo>
                    <a:pt x="1970490" y="1589173"/>
                  </a:lnTo>
                  <a:close/>
                  <a:moveTo>
                    <a:pt x="1092006" y="708994"/>
                  </a:moveTo>
                  <a:lnTo>
                    <a:pt x="1101411" y="709969"/>
                  </a:lnTo>
                  <a:lnTo>
                    <a:pt x="1211190" y="660740"/>
                  </a:lnTo>
                  <a:close/>
                  <a:moveTo>
                    <a:pt x="1163926" y="699235"/>
                  </a:moveTo>
                  <a:lnTo>
                    <a:pt x="1092006" y="708994"/>
                  </a:lnTo>
                  <a:lnTo>
                    <a:pt x="1211190" y="660740"/>
                  </a:lnTo>
                  <a:close/>
                  <a:moveTo>
                    <a:pt x="1273581" y="615353"/>
                  </a:moveTo>
                  <a:lnTo>
                    <a:pt x="1163926" y="699235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273581" y="615353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335906" y="640512"/>
                  </a:lnTo>
                  <a:lnTo>
                    <a:pt x="1273581" y="615353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68" name="Candidate_density__2067">
              <a:extLst>
                <a:ext uri="{FF2B5EF4-FFF2-40B4-BE49-F238E27FC236}">
                  <a16:creationId xmlns:a16="http://schemas.microsoft.com/office/drawing/2014/main" id="{B1EA3A20-AEA4-3615-5D45-0A5F36FCFE22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1845685" cy="2689960"/>
            </a:xfrm>
            <a:custGeom>
              <a:avLst/>
              <a:gdLst/>
              <a:ahLst/>
              <a:cxnLst/>
              <a:rect l="0" t="0" r="0" b="0"/>
              <a:pathLst>
                <a:path w="1845685" h="2689960">
                  <a:moveTo>
                    <a:pt x="246702" y="2378620"/>
                  </a:moveTo>
                  <a:lnTo>
                    <a:pt x="195003" y="2417056"/>
                  </a:lnTo>
                  <a:lnTo>
                    <a:pt x="271387" y="2361296"/>
                  </a:lnTo>
                  <a:close/>
                  <a:moveTo>
                    <a:pt x="121096" y="1523374"/>
                  </a:moveTo>
                  <a:lnTo>
                    <a:pt x="141681" y="1426321"/>
                  </a:lnTo>
                  <a:lnTo>
                    <a:pt x="151111" y="1402723"/>
                  </a:lnTo>
                  <a:close/>
                  <a:moveTo>
                    <a:pt x="121096" y="1523374"/>
                  </a:moveTo>
                  <a:lnTo>
                    <a:pt x="151111" y="1402723"/>
                  </a:lnTo>
                  <a:lnTo>
                    <a:pt x="135471" y="1484938"/>
                  </a:lnTo>
                  <a:close/>
                  <a:moveTo>
                    <a:pt x="151111" y="1402723"/>
                  </a:moveTo>
                  <a:lnTo>
                    <a:pt x="141681" y="1426321"/>
                  </a:lnTo>
                  <a:lnTo>
                    <a:pt x="162445" y="1371829"/>
                  </a:lnTo>
                  <a:close/>
                  <a:moveTo>
                    <a:pt x="162445" y="1371829"/>
                  </a:moveTo>
                  <a:lnTo>
                    <a:pt x="184963" y="1291042"/>
                  </a:lnTo>
                  <a:lnTo>
                    <a:pt x="151111" y="1402723"/>
                  </a:lnTo>
                  <a:close/>
                  <a:moveTo>
                    <a:pt x="184963" y="1291042"/>
                  </a:moveTo>
                  <a:lnTo>
                    <a:pt x="162445" y="1371829"/>
                  </a:lnTo>
                  <a:lnTo>
                    <a:pt x="187998" y="1320508"/>
                  </a:lnTo>
                  <a:close/>
                  <a:moveTo>
                    <a:pt x="184963" y="1291042"/>
                  </a:moveTo>
                  <a:lnTo>
                    <a:pt x="187998" y="1320508"/>
                  </a:lnTo>
                  <a:lnTo>
                    <a:pt x="172681" y="1200934"/>
                  </a:lnTo>
                  <a:close/>
                  <a:moveTo>
                    <a:pt x="184963" y="1291042"/>
                  </a:moveTo>
                  <a:lnTo>
                    <a:pt x="172681" y="1200934"/>
                  </a:lnTo>
                  <a:lnTo>
                    <a:pt x="183604" y="1282071"/>
                  </a:lnTo>
                  <a:close/>
                  <a:moveTo>
                    <a:pt x="172681" y="1200934"/>
                  </a:moveTo>
                  <a:lnTo>
                    <a:pt x="171993" y="1199856"/>
                  </a:lnTo>
                  <a:lnTo>
                    <a:pt x="183604" y="1282071"/>
                  </a:lnTo>
                  <a:close/>
                  <a:moveTo>
                    <a:pt x="554609" y="1571686"/>
                  </a:moveTo>
                  <a:lnTo>
                    <a:pt x="572580" y="1575421"/>
                  </a:lnTo>
                  <a:lnTo>
                    <a:pt x="626260" y="1560919"/>
                  </a:lnTo>
                  <a:close/>
                  <a:moveTo>
                    <a:pt x="626260" y="1560919"/>
                  </a:moveTo>
                  <a:lnTo>
                    <a:pt x="572580" y="1575421"/>
                  </a:lnTo>
                  <a:lnTo>
                    <a:pt x="693181" y="1532466"/>
                  </a:lnTo>
                  <a:close/>
                  <a:moveTo>
                    <a:pt x="672477" y="1518516"/>
                  </a:moveTo>
                  <a:lnTo>
                    <a:pt x="720254" y="1459096"/>
                  </a:lnTo>
                  <a:lnTo>
                    <a:pt x="722638" y="1451844"/>
                  </a:lnTo>
                  <a:close/>
                  <a:moveTo>
                    <a:pt x="693181" y="1532466"/>
                  </a:moveTo>
                  <a:lnTo>
                    <a:pt x="720254" y="1459096"/>
                  </a:lnTo>
                  <a:lnTo>
                    <a:pt x="672477" y="1518516"/>
                  </a:lnTo>
                  <a:close/>
                  <a:moveTo>
                    <a:pt x="626260" y="1560919"/>
                  </a:moveTo>
                  <a:lnTo>
                    <a:pt x="693181" y="1532466"/>
                  </a:lnTo>
                  <a:lnTo>
                    <a:pt x="672477" y="1518516"/>
                  </a:lnTo>
                  <a:close/>
                  <a:moveTo>
                    <a:pt x="1792233" y="2685070"/>
                  </a:moveTo>
                  <a:lnTo>
                    <a:pt x="1800844" y="2687900"/>
                  </a:lnTo>
                  <a:lnTo>
                    <a:pt x="1805633" y="2689960"/>
                  </a:lnTo>
                  <a:close/>
                  <a:moveTo>
                    <a:pt x="1792233" y="2685070"/>
                  </a:moveTo>
                  <a:lnTo>
                    <a:pt x="1805633" y="2689960"/>
                  </a:lnTo>
                  <a:lnTo>
                    <a:pt x="1815350" y="2676107"/>
                  </a:lnTo>
                  <a:close/>
                  <a:moveTo>
                    <a:pt x="1815350" y="2676107"/>
                  </a:moveTo>
                  <a:lnTo>
                    <a:pt x="1805633" y="2689960"/>
                  </a:lnTo>
                  <a:lnTo>
                    <a:pt x="1809207" y="2685070"/>
                  </a:lnTo>
                  <a:close/>
                  <a:moveTo>
                    <a:pt x="1809207" y="2685070"/>
                  </a:moveTo>
                  <a:lnTo>
                    <a:pt x="1845685" y="2624508"/>
                  </a:lnTo>
                  <a:lnTo>
                    <a:pt x="1815350" y="2676107"/>
                  </a:lnTo>
                  <a:close/>
                  <a:moveTo>
                    <a:pt x="800402" y="1331192"/>
                  </a:moveTo>
                  <a:lnTo>
                    <a:pt x="821212" y="1337519"/>
                  </a:lnTo>
                  <a:lnTo>
                    <a:pt x="831133" y="1339185"/>
                  </a:lnTo>
                  <a:close/>
                  <a:moveTo>
                    <a:pt x="845520" y="1331192"/>
                  </a:moveTo>
                  <a:lnTo>
                    <a:pt x="831133" y="1339185"/>
                  </a:lnTo>
                  <a:lnTo>
                    <a:pt x="821212" y="1337519"/>
                  </a:lnTo>
                  <a:close/>
                  <a:moveTo>
                    <a:pt x="882144" y="1314705"/>
                  </a:moveTo>
                  <a:lnTo>
                    <a:pt x="831133" y="1339185"/>
                  </a:lnTo>
                  <a:lnTo>
                    <a:pt x="963464" y="1340092"/>
                  </a:lnTo>
                  <a:close/>
                  <a:moveTo>
                    <a:pt x="32394" y="21093"/>
                  </a:moveTo>
                  <a:lnTo>
                    <a:pt x="0" y="59529"/>
                  </a:lnTo>
                  <a:lnTo>
                    <a:pt x="66467" y="429"/>
                  </a:lnTo>
                  <a:close/>
                  <a:moveTo>
                    <a:pt x="66467" y="429"/>
                  </a:moveTo>
                  <a:lnTo>
                    <a:pt x="13715" y="18396"/>
                  </a:lnTo>
                  <a:lnTo>
                    <a:pt x="141918" y="3868"/>
                  </a:lnTo>
                  <a:close/>
                  <a:moveTo>
                    <a:pt x="607578" y="630262"/>
                  </a:moveTo>
                  <a:lnTo>
                    <a:pt x="532610" y="628626"/>
                  </a:lnTo>
                  <a:lnTo>
                    <a:pt x="491312" y="623208"/>
                  </a:lnTo>
                  <a:close/>
                  <a:moveTo>
                    <a:pt x="629087" y="571792"/>
                  </a:moveTo>
                  <a:lnTo>
                    <a:pt x="607578" y="630262"/>
                  </a:lnTo>
                  <a:lnTo>
                    <a:pt x="629192" y="596599"/>
                  </a:lnTo>
                  <a:close/>
                  <a:moveTo>
                    <a:pt x="388076" y="229301"/>
                  </a:moveTo>
                  <a:lnTo>
                    <a:pt x="384467" y="249111"/>
                  </a:lnTo>
                  <a:lnTo>
                    <a:pt x="397744" y="187843"/>
                  </a:lnTo>
                  <a:close/>
                  <a:moveTo>
                    <a:pt x="66467" y="429"/>
                  </a:moveTo>
                  <a:lnTo>
                    <a:pt x="141918" y="3868"/>
                  </a:lnTo>
                  <a:lnTo>
                    <a:pt x="97939" y="0"/>
                  </a:lnTo>
                  <a:close/>
                  <a:moveTo>
                    <a:pt x="141918" y="3868"/>
                  </a:moveTo>
                  <a:lnTo>
                    <a:pt x="155555" y="13751"/>
                  </a:lnTo>
                  <a:lnTo>
                    <a:pt x="97939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69" name="Candidate_density__2068">
              <a:extLst>
                <a:ext uri="{FF2B5EF4-FFF2-40B4-BE49-F238E27FC236}">
                  <a16:creationId xmlns:a16="http://schemas.microsoft.com/office/drawing/2014/main" id="{B44397B2-2FB0-25CB-8A82-09A4C21323E3}"/>
                </a:ext>
              </a:extLst>
            </p:cNvPr>
            <p:cNvSpPr>
              <a:spLocks noGrp="1"/>
            </p:cNvSpPr>
            <p:nvPr/>
          </p:nvSpPr>
          <p:spPr>
            <a:xfrm>
              <a:off x="4430563" y="2085868"/>
              <a:ext cx="1927886" cy="3170662"/>
            </a:xfrm>
            <a:custGeom>
              <a:avLst/>
              <a:gdLst/>
              <a:ahLst/>
              <a:cxnLst/>
              <a:rect l="0" t="0" r="0" b="0"/>
              <a:pathLst>
                <a:path w="1927886" h="3170662">
                  <a:moveTo>
                    <a:pt x="197995" y="3083219"/>
                  </a:moveTo>
                  <a:lnTo>
                    <a:pt x="210519" y="3091898"/>
                  </a:lnTo>
                  <a:lnTo>
                    <a:pt x="224460" y="3095425"/>
                  </a:lnTo>
                  <a:close/>
                  <a:moveTo>
                    <a:pt x="300518" y="2885935"/>
                  </a:moveTo>
                  <a:lnTo>
                    <a:pt x="269063" y="2880352"/>
                  </a:lnTo>
                  <a:lnTo>
                    <a:pt x="297490" y="2881600"/>
                  </a:lnTo>
                  <a:close/>
                  <a:moveTo>
                    <a:pt x="387007" y="3126997"/>
                  </a:moveTo>
                  <a:lnTo>
                    <a:pt x="419473" y="3143298"/>
                  </a:lnTo>
                  <a:lnTo>
                    <a:pt x="446047" y="3151383"/>
                  </a:lnTo>
                  <a:close/>
                  <a:moveTo>
                    <a:pt x="525734" y="3170662"/>
                  </a:moveTo>
                  <a:lnTo>
                    <a:pt x="446047" y="3151383"/>
                  </a:lnTo>
                  <a:lnTo>
                    <a:pt x="419473" y="3143298"/>
                  </a:lnTo>
                  <a:close/>
                  <a:moveTo>
                    <a:pt x="269063" y="2880352"/>
                  </a:moveTo>
                  <a:lnTo>
                    <a:pt x="300518" y="2885935"/>
                  </a:lnTo>
                  <a:lnTo>
                    <a:pt x="327780" y="2856975"/>
                  </a:lnTo>
                  <a:close/>
                  <a:moveTo>
                    <a:pt x="327780" y="2856975"/>
                  </a:moveTo>
                  <a:lnTo>
                    <a:pt x="300518" y="2885935"/>
                  </a:lnTo>
                  <a:lnTo>
                    <a:pt x="402358" y="2856936"/>
                  </a:lnTo>
                  <a:close/>
                  <a:moveTo>
                    <a:pt x="327780" y="2856975"/>
                  </a:moveTo>
                  <a:lnTo>
                    <a:pt x="402358" y="2856936"/>
                  </a:lnTo>
                  <a:lnTo>
                    <a:pt x="345769" y="2839919"/>
                  </a:lnTo>
                  <a:close/>
                  <a:moveTo>
                    <a:pt x="402358" y="2856936"/>
                  </a:moveTo>
                  <a:lnTo>
                    <a:pt x="413508" y="2814523"/>
                  </a:lnTo>
                  <a:lnTo>
                    <a:pt x="345769" y="2839919"/>
                  </a:lnTo>
                  <a:close/>
                  <a:moveTo>
                    <a:pt x="444261" y="2822870"/>
                  </a:moveTo>
                  <a:lnTo>
                    <a:pt x="401450" y="2803479"/>
                  </a:lnTo>
                  <a:lnTo>
                    <a:pt x="413508" y="2814523"/>
                  </a:lnTo>
                  <a:close/>
                  <a:moveTo>
                    <a:pt x="621786" y="2399361"/>
                  </a:moveTo>
                  <a:lnTo>
                    <a:pt x="624635" y="2400973"/>
                  </a:lnTo>
                  <a:lnTo>
                    <a:pt x="553919" y="2494036"/>
                  </a:lnTo>
                  <a:close/>
                  <a:moveTo>
                    <a:pt x="591996" y="2479961"/>
                  </a:moveTo>
                  <a:lnTo>
                    <a:pt x="624635" y="2400973"/>
                  </a:lnTo>
                  <a:lnTo>
                    <a:pt x="672953" y="2366422"/>
                  </a:lnTo>
                  <a:close/>
                  <a:moveTo>
                    <a:pt x="672953" y="2366422"/>
                  </a:moveTo>
                  <a:lnTo>
                    <a:pt x="624635" y="2400973"/>
                  </a:lnTo>
                  <a:lnTo>
                    <a:pt x="756636" y="2400639"/>
                  </a:lnTo>
                  <a:close/>
                  <a:moveTo>
                    <a:pt x="108448" y="1649118"/>
                  </a:moveTo>
                  <a:lnTo>
                    <a:pt x="3519" y="1737710"/>
                  </a:lnTo>
                  <a:lnTo>
                    <a:pt x="0" y="1737511"/>
                  </a:lnTo>
                  <a:close/>
                  <a:moveTo>
                    <a:pt x="672873" y="2357828"/>
                  </a:moveTo>
                  <a:lnTo>
                    <a:pt x="667292" y="2441524"/>
                  </a:lnTo>
                  <a:lnTo>
                    <a:pt x="672953" y="2366422"/>
                  </a:lnTo>
                  <a:close/>
                  <a:moveTo>
                    <a:pt x="28717" y="1414475"/>
                  </a:moveTo>
                  <a:lnTo>
                    <a:pt x="97651" y="1393547"/>
                  </a:lnTo>
                  <a:lnTo>
                    <a:pt x="136425" y="1323316"/>
                  </a:lnTo>
                  <a:close/>
                  <a:moveTo>
                    <a:pt x="126541" y="1334292"/>
                  </a:moveTo>
                  <a:lnTo>
                    <a:pt x="136425" y="1323316"/>
                  </a:lnTo>
                  <a:lnTo>
                    <a:pt x="97651" y="1393547"/>
                  </a:lnTo>
                  <a:close/>
                  <a:moveTo>
                    <a:pt x="734311" y="1886768"/>
                  </a:moveTo>
                  <a:lnTo>
                    <a:pt x="741761" y="1861954"/>
                  </a:lnTo>
                  <a:lnTo>
                    <a:pt x="707799" y="1851099"/>
                  </a:lnTo>
                  <a:close/>
                  <a:moveTo>
                    <a:pt x="672957" y="1936030"/>
                  </a:moveTo>
                  <a:lnTo>
                    <a:pt x="734311" y="1886768"/>
                  </a:lnTo>
                  <a:lnTo>
                    <a:pt x="707799" y="1851099"/>
                  </a:lnTo>
                  <a:close/>
                  <a:moveTo>
                    <a:pt x="741761" y="1861954"/>
                  </a:moveTo>
                  <a:lnTo>
                    <a:pt x="745355" y="1758940"/>
                  </a:lnTo>
                  <a:lnTo>
                    <a:pt x="725747" y="1832924"/>
                  </a:lnTo>
                  <a:close/>
                  <a:moveTo>
                    <a:pt x="745355" y="1758940"/>
                  </a:moveTo>
                  <a:lnTo>
                    <a:pt x="750677" y="1750709"/>
                  </a:lnTo>
                  <a:lnTo>
                    <a:pt x="725747" y="1832924"/>
                  </a:lnTo>
                  <a:close/>
                  <a:moveTo>
                    <a:pt x="372647" y="1378070"/>
                  </a:moveTo>
                  <a:lnTo>
                    <a:pt x="397459" y="1257418"/>
                  </a:lnTo>
                  <a:lnTo>
                    <a:pt x="393525" y="1339634"/>
                  </a:lnTo>
                  <a:close/>
                  <a:moveTo>
                    <a:pt x="1251056" y="2273753"/>
                  </a:moveTo>
                  <a:lnTo>
                    <a:pt x="1200129" y="2232138"/>
                  </a:lnTo>
                  <a:lnTo>
                    <a:pt x="1278529" y="2313016"/>
                  </a:lnTo>
                  <a:close/>
                  <a:moveTo>
                    <a:pt x="1320817" y="2255920"/>
                  </a:moveTo>
                  <a:lnTo>
                    <a:pt x="1251056" y="2273753"/>
                  </a:lnTo>
                  <a:lnTo>
                    <a:pt x="1278529" y="2313016"/>
                  </a:lnTo>
                  <a:close/>
                  <a:moveTo>
                    <a:pt x="807494" y="1729978"/>
                  </a:moveTo>
                  <a:lnTo>
                    <a:pt x="714449" y="1823566"/>
                  </a:lnTo>
                  <a:lnTo>
                    <a:pt x="750677" y="1750709"/>
                  </a:lnTo>
                  <a:close/>
                  <a:moveTo>
                    <a:pt x="567101" y="1383412"/>
                  </a:moveTo>
                  <a:lnTo>
                    <a:pt x="559674" y="1421849"/>
                  </a:lnTo>
                  <a:lnTo>
                    <a:pt x="600054" y="1448259"/>
                  </a:lnTo>
                  <a:close/>
                  <a:moveTo>
                    <a:pt x="398037" y="1250263"/>
                  </a:moveTo>
                  <a:lnTo>
                    <a:pt x="417695" y="1142900"/>
                  </a:lnTo>
                  <a:lnTo>
                    <a:pt x="397459" y="1257418"/>
                  </a:lnTo>
                  <a:close/>
                  <a:moveTo>
                    <a:pt x="1493167" y="2406451"/>
                  </a:moveTo>
                  <a:lnTo>
                    <a:pt x="1465588" y="2369993"/>
                  </a:lnTo>
                  <a:lnTo>
                    <a:pt x="1551459" y="2428566"/>
                  </a:lnTo>
                  <a:close/>
                  <a:moveTo>
                    <a:pt x="1320817" y="2255920"/>
                  </a:moveTo>
                  <a:lnTo>
                    <a:pt x="1386355" y="2287779"/>
                  </a:lnTo>
                  <a:lnTo>
                    <a:pt x="1347200" y="2273257"/>
                  </a:lnTo>
                  <a:close/>
                  <a:moveTo>
                    <a:pt x="846947" y="1662284"/>
                  </a:moveTo>
                  <a:lnTo>
                    <a:pt x="873131" y="1696730"/>
                  </a:lnTo>
                  <a:lnTo>
                    <a:pt x="894498" y="1598189"/>
                  </a:lnTo>
                  <a:close/>
                  <a:moveTo>
                    <a:pt x="894498" y="1598189"/>
                  </a:moveTo>
                  <a:lnTo>
                    <a:pt x="873131" y="1696730"/>
                  </a:lnTo>
                  <a:lnTo>
                    <a:pt x="923292" y="1630058"/>
                  </a:lnTo>
                  <a:close/>
                  <a:moveTo>
                    <a:pt x="423926" y="1131858"/>
                  </a:moveTo>
                  <a:lnTo>
                    <a:pt x="375514" y="1116601"/>
                  </a:lnTo>
                  <a:lnTo>
                    <a:pt x="414470" y="1136767"/>
                  </a:lnTo>
                  <a:close/>
                  <a:moveTo>
                    <a:pt x="423926" y="1131858"/>
                  </a:moveTo>
                  <a:lnTo>
                    <a:pt x="433025" y="1130438"/>
                  </a:lnTo>
                  <a:lnTo>
                    <a:pt x="436291" y="1098330"/>
                  </a:lnTo>
                  <a:close/>
                  <a:moveTo>
                    <a:pt x="1510152" y="2413772"/>
                  </a:moveTo>
                  <a:lnTo>
                    <a:pt x="1551459" y="2428566"/>
                  </a:lnTo>
                  <a:lnTo>
                    <a:pt x="1577623" y="2443559"/>
                  </a:lnTo>
                  <a:close/>
                  <a:moveTo>
                    <a:pt x="1327071" y="1848899"/>
                  </a:moveTo>
                  <a:lnTo>
                    <a:pt x="1256087" y="1920482"/>
                  </a:lnTo>
                  <a:lnTo>
                    <a:pt x="1284112" y="1903486"/>
                  </a:lnTo>
                  <a:close/>
                  <a:moveTo>
                    <a:pt x="120052" y="402173"/>
                  </a:moveTo>
                  <a:lnTo>
                    <a:pt x="57140" y="353419"/>
                  </a:lnTo>
                  <a:lnTo>
                    <a:pt x="120213" y="401893"/>
                  </a:lnTo>
                  <a:close/>
                  <a:moveTo>
                    <a:pt x="120213" y="401893"/>
                  </a:moveTo>
                  <a:lnTo>
                    <a:pt x="57140" y="353419"/>
                  </a:lnTo>
                  <a:lnTo>
                    <a:pt x="120767" y="402173"/>
                  </a:lnTo>
                  <a:close/>
                  <a:moveTo>
                    <a:pt x="1765194" y="2157138"/>
                  </a:moveTo>
                  <a:lnTo>
                    <a:pt x="1633567" y="2158864"/>
                  </a:lnTo>
                  <a:lnTo>
                    <a:pt x="1709340" y="2163510"/>
                  </a:lnTo>
                  <a:close/>
                  <a:moveTo>
                    <a:pt x="499254" y="704432"/>
                  </a:moveTo>
                  <a:lnTo>
                    <a:pt x="522514" y="617815"/>
                  </a:lnTo>
                  <a:lnTo>
                    <a:pt x="473800" y="731034"/>
                  </a:lnTo>
                  <a:close/>
                  <a:moveTo>
                    <a:pt x="473800" y="731034"/>
                  </a:moveTo>
                  <a:lnTo>
                    <a:pt x="522514" y="617815"/>
                  </a:lnTo>
                  <a:lnTo>
                    <a:pt x="504479" y="610382"/>
                  </a:lnTo>
                  <a:close/>
                  <a:moveTo>
                    <a:pt x="473800" y="731034"/>
                  </a:moveTo>
                  <a:lnTo>
                    <a:pt x="504479" y="610382"/>
                  </a:lnTo>
                  <a:lnTo>
                    <a:pt x="490745" y="692597"/>
                  </a:lnTo>
                  <a:close/>
                  <a:moveTo>
                    <a:pt x="504479" y="610382"/>
                  </a:moveTo>
                  <a:lnTo>
                    <a:pt x="522514" y="617815"/>
                  </a:lnTo>
                  <a:lnTo>
                    <a:pt x="522948" y="577817"/>
                  </a:lnTo>
                  <a:close/>
                  <a:moveTo>
                    <a:pt x="120052" y="402173"/>
                  </a:moveTo>
                  <a:lnTo>
                    <a:pt x="120213" y="401893"/>
                  </a:lnTo>
                  <a:lnTo>
                    <a:pt x="157309" y="325386"/>
                  </a:lnTo>
                  <a:close/>
                  <a:moveTo>
                    <a:pt x="120213" y="401893"/>
                  </a:moveTo>
                  <a:lnTo>
                    <a:pt x="120767" y="402173"/>
                  </a:lnTo>
                  <a:lnTo>
                    <a:pt x="157309" y="325386"/>
                  </a:lnTo>
                  <a:close/>
                  <a:moveTo>
                    <a:pt x="157309" y="325386"/>
                  </a:moveTo>
                  <a:lnTo>
                    <a:pt x="120767" y="402173"/>
                  </a:lnTo>
                  <a:lnTo>
                    <a:pt x="184269" y="310657"/>
                  </a:lnTo>
                  <a:close/>
                  <a:moveTo>
                    <a:pt x="184269" y="310657"/>
                  </a:moveTo>
                  <a:lnTo>
                    <a:pt x="172473" y="281521"/>
                  </a:lnTo>
                  <a:lnTo>
                    <a:pt x="157309" y="325386"/>
                  </a:lnTo>
                  <a:close/>
                  <a:moveTo>
                    <a:pt x="233048" y="199307"/>
                  </a:moveTo>
                  <a:lnTo>
                    <a:pt x="204360" y="222642"/>
                  </a:lnTo>
                  <a:lnTo>
                    <a:pt x="202363" y="319958"/>
                  </a:lnTo>
                  <a:close/>
                  <a:moveTo>
                    <a:pt x="172473" y="281521"/>
                  </a:moveTo>
                  <a:lnTo>
                    <a:pt x="184269" y="310657"/>
                  </a:lnTo>
                  <a:lnTo>
                    <a:pt x="204360" y="222642"/>
                  </a:lnTo>
                  <a:close/>
                  <a:moveTo>
                    <a:pt x="1882817" y="2134033"/>
                  </a:moveTo>
                  <a:lnTo>
                    <a:pt x="1853981" y="2210435"/>
                  </a:lnTo>
                  <a:lnTo>
                    <a:pt x="1892089" y="2137713"/>
                  </a:lnTo>
                  <a:close/>
                  <a:moveTo>
                    <a:pt x="1882817" y="2134033"/>
                  </a:moveTo>
                  <a:lnTo>
                    <a:pt x="1791968" y="2172469"/>
                  </a:lnTo>
                  <a:lnTo>
                    <a:pt x="1853981" y="2210435"/>
                  </a:lnTo>
                  <a:close/>
                  <a:moveTo>
                    <a:pt x="1791968" y="2172469"/>
                  </a:moveTo>
                  <a:lnTo>
                    <a:pt x="1882817" y="2134033"/>
                  </a:lnTo>
                  <a:lnTo>
                    <a:pt x="1765194" y="2157138"/>
                  </a:lnTo>
                  <a:close/>
                  <a:moveTo>
                    <a:pt x="1882817" y="2134033"/>
                  </a:moveTo>
                  <a:lnTo>
                    <a:pt x="1811097" y="2113557"/>
                  </a:lnTo>
                  <a:lnTo>
                    <a:pt x="1765194" y="2157138"/>
                  </a:lnTo>
                  <a:close/>
                  <a:moveTo>
                    <a:pt x="1892089" y="2137713"/>
                  </a:moveTo>
                  <a:lnTo>
                    <a:pt x="1927886" y="2208096"/>
                  </a:lnTo>
                  <a:lnTo>
                    <a:pt x="1909554" y="2134033"/>
                  </a:lnTo>
                  <a:close/>
                  <a:moveTo>
                    <a:pt x="1853981" y="2210435"/>
                  </a:moveTo>
                  <a:lnTo>
                    <a:pt x="1927886" y="2208096"/>
                  </a:lnTo>
                  <a:lnTo>
                    <a:pt x="1892089" y="2137713"/>
                  </a:lnTo>
                  <a:close/>
                  <a:moveTo>
                    <a:pt x="1024692" y="1152567"/>
                  </a:moveTo>
                  <a:lnTo>
                    <a:pt x="1072481" y="1174308"/>
                  </a:lnTo>
                  <a:lnTo>
                    <a:pt x="1023631" y="1119954"/>
                  </a:lnTo>
                  <a:close/>
                  <a:moveTo>
                    <a:pt x="536166" y="506625"/>
                  </a:moveTo>
                  <a:lnTo>
                    <a:pt x="504479" y="610382"/>
                  </a:lnTo>
                  <a:lnTo>
                    <a:pt x="522948" y="577817"/>
                  </a:lnTo>
                  <a:close/>
                  <a:moveTo>
                    <a:pt x="536166" y="506625"/>
                  </a:moveTo>
                  <a:lnTo>
                    <a:pt x="522948" y="577817"/>
                  </a:lnTo>
                  <a:lnTo>
                    <a:pt x="539339" y="528167"/>
                  </a:lnTo>
                  <a:close/>
                  <a:moveTo>
                    <a:pt x="536166" y="506625"/>
                  </a:moveTo>
                  <a:lnTo>
                    <a:pt x="573172" y="486942"/>
                  </a:lnTo>
                  <a:lnTo>
                    <a:pt x="553446" y="476641"/>
                  </a:lnTo>
                  <a:close/>
                  <a:moveTo>
                    <a:pt x="229531" y="173769"/>
                  </a:moveTo>
                  <a:lnTo>
                    <a:pt x="172473" y="281521"/>
                  </a:lnTo>
                  <a:lnTo>
                    <a:pt x="204360" y="222642"/>
                  </a:lnTo>
                  <a:close/>
                  <a:moveTo>
                    <a:pt x="204360" y="222642"/>
                  </a:moveTo>
                  <a:lnTo>
                    <a:pt x="233048" y="199307"/>
                  </a:lnTo>
                  <a:lnTo>
                    <a:pt x="229531" y="173769"/>
                  </a:lnTo>
                  <a:close/>
                  <a:moveTo>
                    <a:pt x="298593" y="178214"/>
                  </a:moveTo>
                  <a:lnTo>
                    <a:pt x="271587" y="160870"/>
                  </a:lnTo>
                  <a:lnTo>
                    <a:pt x="267122" y="178643"/>
                  </a:lnTo>
                  <a:close/>
                  <a:moveTo>
                    <a:pt x="229531" y="173769"/>
                  </a:moveTo>
                  <a:lnTo>
                    <a:pt x="233048" y="199307"/>
                  </a:lnTo>
                  <a:lnTo>
                    <a:pt x="267122" y="178643"/>
                  </a:lnTo>
                  <a:close/>
                  <a:moveTo>
                    <a:pt x="403961" y="196403"/>
                  </a:moveTo>
                  <a:lnTo>
                    <a:pt x="324758" y="178932"/>
                  </a:lnTo>
                  <a:lnTo>
                    <a:pt x="298593" y="178214"/>
                  </a:lnTo>
                  <a:close/>
                  <a:moveTo>
                    <a:pt x="1533804" y="1634122"/>
                  </a:moveTo>
                  <a:lnTo>
                    <a:pt x="1609479" y="1638397"/>
                  </a:lnTo>
                  <a:lnTo>
                    <a:pt x="1575160" y="1608560"/>
                  </a:lnTo>
                  <a:close/>
                  <a:moveTo>
                    <a:pt x="1355347" y="1365803"/>
                  </a:moveTo>
                  <a:lnTo>
                    <a:pt x="1258355" y="1440237"/>
                  </a:lnTo>
                  <a:lnTo>
                    <a:pt x="1331169" y="1433818"/>
                  </a:lnTo>
                  <a:close/>
                  <a:moveTo>
                    <a:pt x="1331169" y="1433818"/>
                  </a:moveTo>
                  <a:lnTo>
                    <a:pt x="1354574" y="1394096"/>
                  </a:lnTo>
                  <a:lnTo>
                    <a:pt x="1355347" y="1365803"/>
                  </a:lnTo>
                  <a:close/>
                  <a:moveTo>
                    <a:pt x="1084037" y="1067146"/>
                  </a:moveTo>
                  <a:lnTo>
                    <a:pt x="1084349" y="1064567"/>
                  </a:lnTo>
                  <a:lnTo>
                    <a:pt x="1065308" y="1060577"/>
                  </a:lnTo>
                  <a:close/>
                  <a:moveTo>
                    <a:pt x="1023631" y="1119954"/>
                  </a:moveTo>
                  <a:lnTo>
                    <a:pt x="1084037" y="1067146"/>
                  </a:lnTo>
                  <a:lnTo>
                    <a:pt x="1065308" y="1060577"/>
                  </a:lnTo>
                  <a:close/>
                  <a:moveTo>
                    <a:pt x="1084349" y="1064567"/>
                  </a:moveTo>
                  <a:lnTo>
                    <a:pt x="1148682" y="972765"/>
                  </a:lnTo>
                  <a:lnTo>
                    <a:pt x="1095683" y="955261"/>
                  </a:lnTo>
                  <a:close/>
                  <a:moveTo>
                    <a:pt x="564884" y="383186"/>
                  </a:moveTo>
                  <a:lnTo>
                    <a:pt x="553446" y="476641"/>
                  </a:lnTo>
                  <a:lnTo>
                    <a:pt x="588730" y="407515"/>
                  </a:lnTo>
                  <a:close/>
                  <a:moveTo>
                    <a:pt x="564884" y="383186"/>
                  </a:moveTo>
                  <a:lnTo>
                    <a:pt x="588730" y="407515"/>
                  </a:lnTo>
                  <a:lnTo>
                    <a:pt x="570952" y="326893"/>
                  </a:lnTo>
                  <a:close/>
                  <a:moveTo>
                    <a:pt x="570952" y="326893"/>
                  </a:moveTo>
                  <a:lnTo>
                    <a:pt x="588730" y="407515"/>
                  </a:lnTo>
                  <a:lnTo>
                    <a:pt x="598399" y="366057"/>
                  </a:lnTo>
                  <a:close/>
                  <a:moveTo>
                    <a:pt x="1878157" y="1655223"/>
                  </a:moveTo>
                  <a:lnTo>
                    <a:pt x="1924860" y="1666721"/>
                  </a:lnTo>
                  <a:lnTo>
                    <a:pt x="1884609" y="1646084"/>
                  </a:lnTo>
                  <a:close/>
                  <a:moveTo>
                    <a:pt x="1364592" y="1343578"/>
                  </a:moveTo>
                  <a:lnTo>
                    <a:pt x="1432499" y="1318815"/>
                  </a:lnTo>
                  <a:lnTo>
                    <a:pt x="1483162" y="1293032"/>
                  </a:lnTo>
                  <a:close/>
                  <a:moveTo>
                    <a:pt x="1283890" y="826646"/>
                  </a:moveTo>
                  <a:lnTo>
                    <a:pt x="1378856" y="906148"/>
                  </a:lnTo>
                  <a:lnTo>
                    <a:pt x="1339672" y="878087"/>
                  </a:lnTo>
                  <a:close/>
                  <a:moveTo>
                    <a:pt x="718435" y="169246"/>
                  </a:moveTo>
                  <a:lnTo>
                    <a:pt x="737040" y="248428"/>
                  </a:lnTo>
                  <a:lnTo>
                    <a:pt x="748913" y="219741"/>
                  </a:lnTo>
                  <a:close/>
                  <a:moveTo>
                    <a:pt x="718435" y="169246"/>
                  </a:moveTo>
                  <a:lnTo>
                    <a:pt x="748913" y="219741"/>
                  </a:lnTo>
                  <a:lnTo>
                    <a:pt x="784194" y="136449"/>
                  </a:lnTo>
                  <a:close/>
                  <a:moveTo>
                    <a:pt x="789586" y="121506"/>
                  </a:moveTo>
                  <a:lnTo>
                    <a:pt x="784194" y="136449"/>
                  </a:lnTo>
                  <a:lnTo>
                    <a:pt x="793671" y="127776"/>
                  </a:lnTo>
                  <a:close/>
                  <a:moveTo>
                    <a:pt x="811122" y="21926"/>
                  </a:moveTo>
                  <a:lnTo>
                    <a:pt x="793671" y="127776"/>
                  </a:lnTo>
                  <a:lnTo>
                    <a:pt x="838662" y="61438"/>
                  </a:lnTo>
                  <a:close/>
                  <a:moveTo>
                    <a:pt x="811122" y="21926"/>
                  </a:moveTo>
                  <a:lnTo>
                    <a:pt x="838662" y="61438"/>
                  </a:lnTo>
                  <a:lnTo>
                    <a:pt x="884482" y="17549"/>
                  </a:lnTo>
                  <a:close/>
                  <a:moveTo>
                    <a:pt x="1353894" y="442768"/>
                  </a:moveTo>
                  <a:lnTo>
                    <a:pt x="1229247" y="470598"/>
                  </a:lnTo>
                  <a:lnTo>
                    <a:pt x="1306052" y="479098"/>
                  </a:lnTo>
                  <a:close/>
                  <a:moveTo>
                    <a:pt x="890456" y="0"/>
                  </a:moveTo>
                  <a:lnTo>
                    <a:pt x="811122" y="21926"/>
                  </a:lnTo>
                  <a:lnTo>
                    <a:pt x="884482" y="17549"/>
                  </a:lnTo>
                  <a:close/>
                  <a:moveTo>
                    <a:pt x="890456" y="0"/>
                  </a:moveTo>
                  <a:lnTo>
                    <a:pt x="884482" y="17549"/>
                  </a:lnTo>
                  <a:lnTo>
                    <a:pt x="895193" y="7124"/>
                  </a:lnTo>
                  <a:close/>
                  <a:moveTo>
                    <a:pt x="1426628" y="436056"/>
                  </a:moveTo>
                  <a:lnTo>
                    <a:pt x="1454384" y="344958"/>
                  </a:lnTo>
                  <a:lnTo>
                    <a:pt x="1387075" y="351629"/>
                  </a:lnTo>
                  <a:close/>
                  <a:moveTo>
                    <a:pt x="1353894" y="442768"/>
                  </a:moveTo>
                  <a:lnTo>
                    <a:pt x="1426628" y="436056"/>
                  </a:lnTo>
                  <a:lnTo>
                    <a:pt x="1387075" y="351629"/>
                  </a:lnTo>
                  <a:close/>
                  <a:moveTo>
                    <a:pt x="1460521" y="379763"/>
                  </a:moveTo>
                  <a:lnTo>
                    <a:pt x="1448811" y="303791"/>
                  </a:lnTo>
                  <a:lnTo>
                    <a:pt x="1454384" y="344958"/>
                  </a:lnTo>
                  <a:close/>
                  <a:moveTo>
                    <a:pt x="1458903" y="259111"/>
                  </a:moveTo>
                  <a:lnTo>
                    <a:pt x="1448811" y="303791"/>
                  </a:lnTo>
                  <a:lnTo>
                    <a:pt x="1460521" y="379763"/>
                  </a:lnTo>
                  <a:close/>
                  <a:moveTo>
                    <a:pt x="1471518" y="173486"/>
                  </a:moveTo>
                  <a:lnTo>
                    <a:pt x="1458903" y="259111"/>
                  </a:lnTo>
                  <a:lnTo>
                    <a:pt x="1503768" y="230608"/>
                  </a:lnTo>
                  <a:close/>
                  <a:moveTo>
                    <a:pt x="1471518" y="173486"/>
                  </a:moveTo>
                  <a:lnTo>
                    <a:pt x="1503768" y="230608"/>
                  </a:lnTo>
                  <a:lnTo>
                    <a:pt x="1549205" y="1852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70" name="Candidate_density__2069">
              <a:extLst>
                <a:ext uri="{FF2B5EF4-FFF2-40B4-BE49-F238E27FC236}">
                  <a16:creationId xmlns:a16="http://schemas.microsoft.com/office/drawing/2014/main" id="{674F2DEC-CAB6-0534-63F7-0F5BBFB38648}"/>
                </a:ext>
              </a:extLst>
            </p:cNvPr>
            <p:cNvSpPr>
              <a:spLocks noGrp="1"/>
            </p:cNvSpPr>
            <p:nvPr/>
          </p:nvSpPr>
          <p:spPr>
            <a:xfrm>
              <a:off x="4441446" y="2030005"/>
              <a:ext cx="1466600" cy="3056866"/>
            </a:xfrm>
            <a:custGeom>
              <a:avLst/>
              <a:gdLst/>
              <a:ahLst/>
              <a:cxnLst/>
              <a:rect l="0" t="0" r="0" b="0"/>
              <a:pathLst>
                <a:path w="1466600" h="3056866">
                  <a:moveTo>
                    <a:pt x="222777" y="2970483"/>
                  </a:moveTo>
                  <a:lnTo>
                    <a:pt x="149332" y="3056866"/>
                  </a:lnTo>
                  <a:lnTo>
                    <a:pt x="228070" y="3018430"/>
                  </a:lnTo>
                  <a:close/>
                  <a:moveTo>
                    <a:pt x="245414" y="3018430"/>
                  </a:moveTo>
                  <a:lnTo>
                    <a:pt x="222777" y="2970483"/>
                  </a:lnTo>
                  <a:lnTo>
                    <a:pt x="247201" y="3008999"/>
                  </a:lnTo>
                  <a:close/>
                  <a:moveTo>
                    <a:pt x="100250" y="2771784"/>
                  </a:moveTo>
                  <a:lnTo>
                    <a:pt x="157525" y="2854000"/>
                  </a:lnTo>
                  <a:lnTo>
                    <a:pt x="227320" y="2815563"/>
                  </a:lnTo>
                  <a:close/>
                  <a:moveTo>
                    <a:pt x="100250" y="2771784"/>
                  </a:moveTo>
                  <a:lnTo>
                    <a:pt x="227320" y="2815563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00250" y="2771784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48587" y="2693099"/>
                  </a:lnTo>
                  <a:lnTo>
                    <a:pt x="100250" y="2771784"/>
                  </a:lnTo>
                  <a:close/>
                  <a:moveTo>
                    <a:pt x="203715" y="2684009"/>
                  </a:moveTo>
                  <a:lnTo>
                    <a:pt x="209878" y="2651133"/>
                  </a:lnTo>
                  <a:lnTo>
                    <a:pt x="152920" y="2689569"/>
                  </a:lnTo>
                  <a:close/>
                  <a:moveTo>
                    <a:pt x="203715" y="2684009"/>
                  </a:moveTo>
                  <a:lnTo>
                    <a:pt x="193606" y="2733348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7424" y="2690066"/>
                  </a:lnTo>
                  <a:lnTo>
                    <a:pt x="231881" y="2721177"/>
                  </a:lnTo>
                  <a:close/>
                  <a:moveTo>
                    <a:pt x="231881" y="2721177"/>
                  </a:moveTo>
                  <a:lnTo>
                    <a:pt x="337424" y="2690066"/>
                  </a:lnTo>
                  <a:lnTo>
                    <a:pt x="209878" y="2651133"/>
                  </a:lnTo>
                  <a:close/>
                  <a:moveTo>
                    <a:pt x="209878" y="2651133"/>
                  </a:moveTo>
                  <a:lnTo>
                    <a:pt x="337424" y="2690066"/>
                  </a:lnTo>
                  <a:lnTo>
                    <a:pt x="302959" y="2612697"/>
                  </a:lnTo>
                  <a:close/>
                  <a:moveTo>
                    <a:pt x="209878" y="2651133"/>
                  </a:moveTo>
                  <a:lnTo>
                    <a:pt x="203715" y="2684009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9465" y="2694911"/>
                  </a:lnTo>
                  <a:lnTo>
                    <a:pt x="337424" y="2690066"/>
                  </a:lnTo>
                  <a:close/>
                  <a:moveTo>
                    <a:pt x="338098" y="2695417"/>
                  </a:moveTo>
                  <a:lnTo>
                    <a:pt x="340293" y="2700792"/>
                  </a:lnTo>
                  <a:lnTo>
                    <a:pt x="339465" y="2694911"/>
                  </a:lnTo>
                  <a:close/>
                  <a:moveTo>
                    <a:pt x="211724" y="2568918"/>
                  </a:moveTo>
                  <a:lnTo>
                    <a:pt x="209878" y="2651133"/>
                  </a:lnTo>
                  <a:lnTo>
                    <a:pt x="302959" y="2612697"/>
                  </a:lnTo>
                  <a:close/>
                  <a:moveTo>
                    <a:pt x="211724" y="2568918"/>
                  </a:moveTo>
                  <a:lnTo>
                    <a:pt x="302959" y="2612697"/>
                  </a:lnTo>
                  <a:lnTo>
                    <a:pt x="271505" y="2530481"/>
                  </a:lnTo>
                  <a:close/>
                  <a:moveTo>
                    <a:pt x="282361" y="2484193"/>
                  </a:moveTo>
                  <a:lnTo>
                    <a:pt x="211724" y="2568918"/>
                  </a:lnTo>
                  <a:lnTo>
                    <a:pt x="271505" y="2530481"/>
                  </a:lnTo>
                  <a:close/>
                  <a:moveTo>
                    <a:pt x="335049" y="2597804"/>
                  </a:moveTo>
                  <a:lnTo>
                    <a:pt x="337424" y="2690066"/>
                  </a:lnTo>
                  <a:lnTo>
                    <a:pt x="397297" y="2574260"/>
                  </a:lnTo>
                  <a:close/>
                  <a:moveTo>
                    <a:pt x="397297" y="2574260"/>
                  </a:moveTo>
                  <a:lnTo>
                    <a:pt x="337424" y="2690066"/>
                  </a:lnTo>
                  <a:lnTo>
                    <a:pt x="339465" y="2694911"/>
                  </a:lnTo>
                  <a:close/>
                  <a:moveTo>
                    <a:pt x="302959" y="2612697"/>
                  </a:moveTo>
                  <a:lnTo>
                    <a:pt x="337424" y="2690066"/>
                  </a:lnTo>
                  <a:lnTo>
                    <a:pt x="335049" y="2597804"/>
                  </a:lnTo>
                  <a:close/>
                  <a:moveTo>
                    <a:pt x="271505" y="2530481"/>
                  </a:moveTo>
                  <a:lnTo>
                    <a:pt x="335049" y="2597804"/>
                  </a:lnTo>
                  <a:lnTo>
                    <a:pt x="328640" y="2502922"/>
                  </a:lnTo>
                  <a:close/>
                  <a:moveTo>
                    <a:pt x="271505" y="2530481"/>
                  </a:moveTo>
                  <a:lnTo>
                    <a:pt x="302959" y="2612697"/>
                  </a:lnTo>
                  <a:lnTo>
                    <a:pt x="335049" y="2597804"/>
                  </a:lnTo>
                  <a:close/>
                  <a:moveTo>
                    <a:pt x="335049" y="2597804"/>
                  </a:moveTo>
                  <a:lnTo>
                    <a:pt x="388407" y="2514924"/>
                  </a:lnTo>
                  <a:lnTo>
                    <a:pt x="328640" y="2502922"/>
                  </a:lnTo>
                  <a:close/>
                  <a:moveTo>
                    <a:pt x="282361" y="2484193"/>
                  </a:moveTo>
                  <a:lnTo>
                    <a:pt x="271505" y="2530481"/>
                  </a:lnTo>
                  <a:lnTo>
                    <a:pt x="328640" y="2502922"/>
                  </a:lnTo>
                  <a:close/>
                  <a:moveTo>
                    <a:pt x="328640" y="2502922"/>
                  </a:moveTo>
                  <a:lnTo>
                    <a:pt x="357887" y="2487918"/>
                  </a:lnTo>
                  <a:lnTo>
                    <a:pt x="282361" y="2484193"/>
                  </a:lnTo>
                  <a:close/>
                  <a:moveTo>
                    <a:pt x="328640" y="2502922"/>
                  </a:moveTo>
                  <a:lnTo>
                    <a:pt x="388407" y="2514924"/>
                  </a:lnTo>
                  <a:lnTo>
                    <a:pt x="357887" y="2487918"/>
                  </a:lnTo>
                  <a:close/>
                  <a:moveTo>
                    <a:pt x="464893" y="2242388"/>
                  </a:moveTo>
                  <a:lnTo>
                    <a:pt x="410216" y="2253165"/>
                  </a:lnTo>
                  <a:lnTo>
                    <a:pt x="374472" y="2289178"/>
                  </a:lnTo>
                  <a:close/>
                  <a:moveTo>
                    <a:pt x="471741" y="2246991"/>
                  </a:moveTo>
                  <a:lnTo>
                    <a:pt x="530379" y="2208571"/>
                  </a:lnTo>
                  <a:lnTo>
                    <a:pt x="464893" y="2242388"/>
                  </a:lnTo>
                  <a:close/>
                  <a:moveTo>
                    <a:pt x="188943" y="1636800"/>
                  </a:moveTo>
                  <a:lnTo>
                    <a:pt x="136856" y="1757451"/>
                  </a:lnTo>
                  <a:lnTo>
                    <a:pt x="204265" y="1719015"/>
                  </a:lnTo>
                  <a:close/>
                  <a:moveTo>
                    <a:pt x="170194" y="1570222"/>
                  </a:moveTo>
                  <a:lnTo>
                    <a:pt x="202696" y="1604189"/>
                  </a:lnTo>
                  <a:lnTo>
                    <a:pt x="207774" y="1554585"/>
                  </a:lnTo>
                  <a:close/>
                  <a:moveTo>
                    <a:pt x="506666" y="1878821"/>
                  </a:moveTo>
                  <a:lnTo>
                    <a:pt x="493935" y="1883445"/>
                  </a:lnTo>
                  <a:lnTo>
                    <a:pt x="557439" y="1879339"/>
                  </a:lnTo>
                  <a:close/>
                  <a:moveTo>
                    <a:pt x="600922" y="1763257"/>
                  </a:moveTo>
                  <a:lnTo>
                    <a:pt x="496008" y="1864859"/>
                  </a:lnTo>
                  <a:lnTo>
                    <a:pt x="581778" y="1845008"/>
                  </a:lnTo>
                  <a:close/>
                  <a:moveTo>
                    <a:pt x="581778" y="1845008"/>
                  </a:moveTo>
                  <a:lnTo>
                    <a:pt x="496008" y="1864859"/>
                  </a:lnTo>
                  <a:lnTo>
                    <a:pt x="506666" y="1878821"/>
                  </a:lnTo>
                  <a:close/>
                  <a:moveTo>
                    <a:pt x="506666" y="1878821"/>
                  </a:moveTo>
                  <a:lnTo>
                    <a:pt x="557439" y="1879339"/>
                  </a:lnTo>
                  <a:lnTo>
                    <a:pt x="581778" y="1845008"/>
                  </a:lnTo>
                  <a:close/>
                  <a:moveTo>
                    <a:pt x="188943" y="1636800"/>
                  </a:moveTo>
                  <a:lnTo>
                    <a:pt x="255415" y="1601031"/>
                  </a:lnTo>
                  <a:lnTo>
                    <a:pt x="202696" y="1604189"/>
                  </a:lnTo>
                  <a:close/>
                  <a:moveTo>
                    <a:pt x="207774" y="1554585"/>
                  </a:moveTo>
                  <a:lnTo>
                    <a:pt x="202696" y="1604189"/>
                  </a:lnTo>
                  <a:lnTo>
                    <a:pt x="259707" y="1598363"/>
                  </a:lnTo>
                  <a:close/>
                  <a:moveTo>
                    <a:pt x="581778" y="1845008"/>
                  </a:moveTo>
                  <a:lnTo>
                    <a:pt x="601148" y="1762509"/>
                  </a:lnTo>
                  <a:lnTo>
                    <a:pt x="600922" y="1763257"/>
                  </a:lnTo>
                  <a:close/>
                  <a:moveTo>
                    <a:pt x="495481" y="1387453"/>
                  </a:moveTo>
                  <a:lnTo>
                    <a:pt x="488038" y="1404655"/>
                  </a:lnTo>
                  <a:lnTo>
                    <a:pt x="544400" y="1357060"/>
                  </a:lnTo>
                  <a:close/>
                  <a:moveTo>
                    <a:pt x="261912" y="1028200"/>
                  </a:moveTo>
                  <a:lnTo>
                    <a:pt x="234917" y="1117234"/>
                  </a:lnTo>
                  <a:lnTo>
                    <a:pt x="249992" y="1110414"/>
                  </a:lnTo>
                  <a:close/>
                  <a:moveTo>
                    <a:pt x="261912" y="1028200"/>
                  </a:moveTo>
                  <a:lnTo>
                    <a:pt x="249992" y="1110414"/>
                  </a:lnTo>
                  <a:lnTo>
                    <a:pt x="312834" y="989763"/>
                  </a:lnTo>
                  <a:close/>
                  <a:moveTo>
                    <a:pt x="335293" y="960479"/>
                  </a:moveTo>
                  <a:lnTo>
                    <a:pt x="261912" y="1028200"/>
                  </a:lnTo>
                  <a:lnTo>
                    <a:pt x="312834" y="989763"/>
                  </a:lnTo>
                  <a:close/>
                  <a:moveTo>
                    <a:pt x="1202679" y="1773478"/>
                  </a:moveTo>
                  <a:lnTo>
                    <a:pt x="1208359" y="1872094"/>
                  </a:lnTo>
                  <a:lnTo>
                    <a:pt x="1208967" y="1782540"/>
                  </a:lnTo>
                  <a:close/>
                  <a:moveTo>
                    <a:pt x="1142205" y="1894129"/>
                  </a:moveTo>
                  <a:lnTo>
                    <a:pt x="1208359" y="1872094"/>
                  </a:lnTo>
                  <a:lnTo>
                    <a:pt x="1202679" y="1773478"/>
                  </a:lnTo>
                  <a:close/>
                  <a:moveTo>
                    <a:pt x="1127057" y="1811914"/>
                  </a:moveTo>
                  <a:lnTo>
                    <a:pt x="1142205" y="1894129"/>
                  </a:lnTo>
                  <a:lnTo>
                    <a:pt x="1202679" y="1773478"/>
                  </a:lnTo>
                  <a:close/>
                  <a:moveTo>
                    <a:pt x="1208359" y="1872094"/>
                  </a:moveTo>
                  <a:lnTo>
                    <a:pt x="1253301" y="1855693"/>
                  </a:lnTo>
                  <a:lnTo>
                    <a:pt x="1208967" y="1782540"/>
                  </a:lnTo>
                  <a:close/>
                  <a:moveTo>
                    <a:pt x="1204740" y="1766734"/>
                  </a:moveTo>
                  <a:lnTo>
                    <a:pt x="1127057" y="1811914"/>
                  </a:lnTo>
                  <a:lnTo>
                    <a:pt x="1202679" y="1773478"/>
                  </a:lnTo>
                  <a:close/>
                  <a:moveTo>
                    <a:pt x="1204740" y="1766734"/>
                  </a:moveTo>
                  <a:lnTo>
                    <a:pt x="1145494" y="1760427"/>
                  </a:lnTo>
                  <a:lnTo>
                    <a:pt x="1127057" y="1811914"/>
                  </a:lnTo>
                  <a:close/>
                  <a:moveTo>
                    <a:pt x="1213774" y="1767599"/>
                  </a:moveTo>
                  <a:lnTo>
                    <a:pt x="1208967" y="1782540"/>
                  </a:lnTo>
                  <a:lnTo>
                    <a:pt x="1288032" y="1735041"/>
                  </a:lnTo>
                  <a:close/>
                  <a:moveTo>
                    <a:pt x="1208967" y="1782540"/>
                  </a:moveTo>
                  <a:lnTo>
                    <a:pt x="1253301" y="1855693"/>
                  </a:lnTo>
                  <a:lnTo>
                    <a:pt x="1288032" y="1735041"/>
                  </a:lnTo>
                  <a:close/>
                  <a:moveTo>
                    <a:pt x="1202679" y="1773478"/>
                  </a:moveTo>
                  <a:lnTo>
                    <a:pt x="1208967" y="1782540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02679" y="1773478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13774" y="1767599"/>
                  </a:lnTo>
                  <a:lnTo>
                    <a:pt x="1233863" y="1691262"/>
                  </a:lnTo>
                  <a:close/>
                  <a:moveTo>
                    <a:pt x="1233863" y="1691262"/>
                  </a:moveTo>
                  <a:lnTo>
                    <a:pt x="1213774" y="1767599"/>
                  </a:lnTo>
                  <a:lnTo>
                    <a:pt x="1288032" y="1735041"/>
                  </a:lnTo>
                  <a:close/>
                  <a:moveTo>
                    <a:pt x="1452828" y="1899471"/>
                  </a:moveTo>
                  <a:lnTo>
                    <a:pt x="1427896" y="1814798"/>
                  </a:lnTo>
                  <a:lnTo>
                    <a:pt x="1433653" y="1850085"/>
                  </a:lnTo>
                  <a:close/>
                  <a:moveTo>
                    <a:pt x="1410812" y="1817257"/>
                  </a:moveTo>
                  <a:lnTo>
                    <a:pt x="1433653" y="1850085"/>
                  </a:lnTo>
                  <a:lnTo>
                    <a:pt x="1427896" y="1814798"/>
                  </a:lnTo>
                  <a:close/>
                  <a:moveTo>
                    <a:pt x="1422009" y="1806550"/>
                  </a:moveTo>
                  <a:lnTo>
                    <a:pt x="1410812" y="1817257"/>
                  </a:lnTo>
                  <a:lnTo>
                    <a:pt x="1427896" y="1814798"/>
                  </a:lnTo>
                  <a:close/>
                  <a:moveTo>
                    <a:pt x="1344196" y="1579073"/>
                  </a:moveTo>
                  <a:lnTo>
                    <a:pt x="1302764" y="1639370"/>
                  </a:lnTo>
                  <a:lnTo>
                    <a:pt x="1293611" y="1652826"/>
                  </a:lnTo>
                  <a:close/>
                  <a:moveTo>
                    <a:pt x="607506" y="748460"/>
                  </a:moveTo>
                  <a:lnTo>
                    <a:pt x="643613" y="827155"/>
                  </a:lnTo>
                  <a:lnTo>
                    <a:pt x="626315" y="741126"/>
                  </a:lnTo>
                  <a:close/>
                  <a:moveTo>
                    <a:pt x="614608" y="738416"/>
                  </a:moveTo>
                  <a:lnTo>
                    <a:pt x="607506" y="748460"/>
                  </a:lnTo>
                  <a:lnTo>
                    <a:pt x="626315" y="741126"/>
                  </a:lnTo>
                  <a:close/>
                  <a:moveTo>
                    <a:pt x="101840" y="63817"/>
                  </a:moveTo>
                  <a:lnTo>
                    <a:pt x="16010" y="90739"/>
                  </a:lnTo>
                  <a:lnTo>
                    <a:pt x="126332" y="90919"/>
                  </a:lnTo>
                  <a:close/>
                  <a:moveTo>
                    <a:pt x="16010" y="90739"/>
                  </a:moveTo>
                  <a:lnTo>
                    <a:pt x="0" y="112444"/>
                  </a:lnTo>
                  <a:lnTo>
                    <a:pt x="126332" y="90919"/>
                  </a:lnTo>
                  <a:close/>
                  <a:moveTo>
                    <a:pt x="181148" y="17206"/>
                  </a:moveTo>
                  <a:lnTo>
                    <a:pt x="101840" y="63817"/>
                  </a:lnTo>
                  <a:lnTo>
                    <a:pt x="146916" y="52303"/>
                  </a:lnTo>
                  <a:close/>
                  <a:moveTo>
                    <a:pt x="59872" y="57639"/>
                  </a:moveTo>
                  <a:lnTo>
                    <a:pt x="101840" y="63817"/>
                  </a:lnTo>
                  <a:lnTo>
                    <a:pt x="181148" y="17206"/>
                  </a:lnTo>
                  <a:close/>
                  <a:moveTo>
                    <a:pt x="101840" y="63817"/>
                  </a:moveTo>
                  <a:lnTo>
                    <a:pt x="126332" y="90919"/>
                  </a:lnTo>
                  <a:lnTo>
                    <a:pt x="146916" y="52303"/>
                  </a:lnTo>
                  <a:close/>
                  <a:moveTo>
                    <a:pt x="234104" y="0"/>
                  </a:moveTo>
                  <a:lnTo>
                    <a:pt x="146916" y="52303"/>
                  </a:lnTo>
                  <a:lnTo>
                    <a:pt x="223871" y="13866"/>
                  </a:lnTo>
                  <a:close/>
                  <a:moveTo>
                    <a:pt x="234104" y="0"/>
                  </a:moveTo>
                  <a:lnTo>
                    <a:pt x="181148" y="17206"/>
                  </a:lnTo>
                  <a:lnTo>
                    <a:pt x="146916" y="52303"/>
                  </a:lnTo>
                  <a:close/>
                  <a:moveTo>
                    <a:pt x="1450002" y="1480809"/>
                  </a:moveTo>
                  <a:lnTo>
                    <a:pt x="1449269" y="1493738"/>
                  </a:lnTo>
                  <a:lnTo>
                    <a:pt x="1457249" y="1490658"/>
                  </a:lnTo>
                  <a:close/>
                  <a:moveTo>
                    <a:pt x="1466600" y="1493738"/>
                  </a:moveTo>
                  <a:lnTo>
                    <a:pt x="1450002" y="1480809"/>
                  </a:lnTo>
                  <a:lnTo>
                    <a:pt x="1457249" y="1490658"/>
                  </a:lnTo>
                  <a:close/>
                  <a:moveTo>
                    <a:pt x="1082592" y="727891"/>
                  </a:moveTo>
                  <a:lnTo>
                    <a:pt x="1060111" y="797581"/>
                  </a:lnTo>
                  <a:lnTo>
                    <a:pt x="1145494" y="761596"/>
                  </a:lnTo>
                  <a:close/>
                  <a:moveTo>
                    <a:pt x="1215016" y="729146"/>
                  </a:moveTo>
                  <a:lnTo>
                    <a:pt x="1082592" y="727891"/>
                  </a:lnTo>
                  <a:lnTo>
                    <a:pt x="1161957" y="759144"/>
                  </a:lnTo>
                  <a:close/>
                  <a:moveTo>
                    <a:pt x="1295632" y="660629"/>
                  </a:moveTo>
                  <a:lnTo>
                    <a:pt x="1259033" y="676929"/>
                  </a:lnTo>
                  <a:lnTo>
                    <a:pt x="1326217" y="651043"/>
                  </a:lnTo>
                  <a:close/>
                  <a:moveTo>
                    <a:pt x="1326217" y="651043"/>
                  </a:moveTo>
                  <a:lnTo>
                    <a:pt x="1259033" y="676929"/>
                  </a:lnTo>
                  <a:lnTo>
                    <a:pt x="1215016" y="729146"/>
                  </a:lnTo>
                  <a:close/>
                  <a:moveTo>
                    <a:pt x="1326217" y="651043"/>
                  </a:moveTo>
                  <a:lnTo>
                    <a:pt x="1215016" y="729146"/>
                  </a:lnTo>
                  <a:lnTo>
                    <a:pt x="1265297" y="701933"/>
                  </a:lnTo>
                  <a:close/>
                  <a:moveTo>
                    <a:pt x="1271062" y="660031"/>
                  </a:moveTo>
                  <a:lnTo>
                    <a:pt x="1259033" y="676929"/>
                  </a:lnTo>
                  <a:lnTo>
                    <a:pt x="1295632" y="66062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71" name="Candidate_density__2070">
              <a:extLst>
                <a:ext uri="{FF2B5EF4-FFF2-40B4-BE49-F238E27FC236}">
                  <a16:creationId xmlns:a16="http://schemas.microsoft.com/office/drawing/2014/main" id="{61650049-DF1A-01D5-FE15-7D5A414A689C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2342726" cy="3777550"/>
            </a:xfrm>
            <a:custGeom>
              <a:avLst/>
              <a:gdLst/>
              <a:ahLst/>
              <a:cxnLst/>
              <a:rect l="0" t="0" r="0" b="0"/>
              <a:pathLst>
                <a:path w="2342726" h="3777550">
                  <a:moveTo>
                    <a:pt x="365150" y="3493707"/>
                  </a:moveTo>
                  <a:lnTo>
                    <a:pt x="315743" y="3524187"/>
                  </a:lnTo>
                  <a:lnTo>
                    <a:pt x="291705" y="3580089"/>
                  </a:lnTo>
                  <a:close/>
                  <a:moveTo>
                    <a:pt x="299897" y="3377223"/>
                  </a:moveTo>
                  <a:lnTo>
                    <a:pt x="288829" y="3423560"/>
                  </a:lnTo>
                  <a:lnTo>
                    <a:pt x="353398" y="3449771"/>
                  </a:lnTo>
                  <a:close/>
                  <a:moveTo>
                    <a:pt x="755286" y="3777550"/>
                  </a:moveTo>
                  <a:lnTo>
                    <a:pt x="843375" y="3749862"/>
                  </a:lnTo>
                  <a:lnTo>
                    <a:pt x="776424" y="3701564"/>
                  </a:lnTo>
                  <a:close/>
                  <a:moveTo>
                    <a:pt x="465365" y="3589740"/>
                  </a:moveTo>
                  <a:lnTo>
                    <a:pt x="387786" y="3541653"/>
                  </a:lnTo>
                  <a:lnTo>
                    <a:pt x="389574" y="3532223"/>
                  </a:lnTo>
                  <a:close/>
                  <a:moveTo>
                    <a:pt x="353398" y="3449771"/>
                  </a:moveTo>
                  <a:lnTo>
                    <a:pt x="477259" y="3419005"/>
                  </a:lnTo>
                  <a:lnTo>
                    <a:pt x="392086" y="3379216"/>
                  </a:lnTo>
                  <a:close/>
                  <a:moveTo>
                    <a:pt x="843375" y="3749862"/>
                  </a:moveTo>
                  <a:lnTo>
                    <a:pt x="867249" y="3762483"/>
                  </a:lnTo>
                  <a:lnTo>
                    <a:pt x="871784" y="3743431"/>
                  </a:lnTo>
                  <a:close/>
                  <a:moveTo>
                    <a:pt x="871784" y="3743431"/>
                  </a:moveTo>
                  <a:lnTo>
                    <a:pt x="776424" y="3701564"/>
                  </a:lnTo>
                  <a:lnTo>
                    <a:pt x="843375" y="3749862"/>
                  </a:lnTo>
                  <a:close/>
                  <a:moveTo>
                    <a:pt x="786569" y="3652025"/>
                  </a:moveTo>
                  <a:lnTo>
                    <a:pt x="776424" y="3701564"/>
                  </a:lnTo>
                  <a:lnTo>
                    <a:pt x="871784" y="3743431"/>
                  </a:lnTo>
                  <a:close/>
                  <a:moveTo>
                    <a:pt x="860265" y="3652704"/>
                  </a:moveTo>
                  <a:lnTo>
                    <a:pt x="786569" y="3652025"/>
                  </a:lnTo>
                  <a:lnTo>
                    <a:pt x="871784" y="3743431"/>
                  </a:lnTo>
                  <a:close/>
                  <a:moveTo>
                    <a:pt x="786569" y="3652025"/>
                  </a:moveTo>
                  <a:lnTo>
                    <a:pt x="703006" y="3705720"/>
                  </a:lnTo>
                  <a:lnTo>
                    <a:pt x="776424" y="3701564"/>
                  </a:lnTo>
                  <a:close/>
                  <a:moveTo>
                    <a:pt x="786569" y="3652025"/>
                  </a:moveTo>
                  <a:lnTo>
                    <a:pt x="761667" y="3646387"/>
                  </a:lnTo>
                  <a:lnTo>
                    <a:pt x="679736" y="3578194"/>
                  </a:lnTo>
                  <a:close/>
                  <a:moveTo>
                    <a:pt x="552930" y="2920048"/>
                  </a:moveTo>
                  <a:lnTo>
                    <a:pt x="505684" y="2897866"/>
                  </a:lnTo>
                  <a:lnTo>
                    <a:pt x="515300" y="2850548"/>
                  </a:lnTo>
                  <a:close/>
                  <a:moveTo>
                    <a:pt x="202878" y="2322213"/>
                  </a:moveTo>
                  <a:lnTo>
                    <a:pt x="242642" y="2401326"/>
                  </a:lnTo>
                  <a:lnTo>
                    <a:pt x="218549" y="2363444"/>
                  </a:lnTo>
                  <a:close/>
                  <a:moveTo>
                    <a:pt x="749825" y="2781067"/>
                  </a:moveTo>
                  <a:lnTo>
                    <a:pt x="672752" y="2731795"/>
                  </a:lnTo>
                  <a:lnTo>
                    <a:pt x="742959" y="2773965"/>
                  </a:lnTo>
                  <a:close/>
                  <a:moveTo>
                    <a:pt x="763013" y="2790614"/>
                  </a:moveTo>
                  <a:lnTo>
                    <a:pt x="749825" y="2781067"/>
                  </a:lnTo>
                  <a:lnTo>
                    <a:pt x="742959" y="2773965"/>
                  </a:lnTo>
                  <a:close/>
                  <a:moveTo>
                    <a:pt x="213022" y="2313966"/>
                  </a:moveTo>
                  <a:lnTo>
                    <a:pt x="279229" y="2280675"/>
                  </a:lnTo>
                  <a:lnTo>
                    <a:pt x="239937" y="2228204"/>
                  </a:lnTo>
                  <a:close/>
                  <a:moveTo>
                    <a:pt x="35363" y="2154681"/>
                  </a:moveTo>
                  <a:lnTo>
                    <a:pt x="35545" y="2236536"/>
                  </a:lnTo>
                  <a:lnTo>
                    <a:pt x="48359" y="2126464"/>
                  </a:lnTo>
                  <a:close/>
                  <a:moveTo>
                    <a:pt x="35363" y="2154681"/>
                  </a:moveTo>
                  <a:lnTo>
                    <a:pt x="50098" y="2075746"/>
                  </a:lnTo>
                  <a:lnTo>
                    <a:pt x="54279" y="2034030"/>
                  </a:lnTo>
                  <a:close/>
                  <a:moveTo>
                    <a:pt x="35363" y="2154681"/>
                  </a:moveTo>
                  <a:lnTo>
                    <a:pt x="54279" y="2034030"/>
                  </a:lnTo>
                  <a:lnTo>
                    <a:pt x="37077" y="2072466"/>
                  </a:lnTo>
                  <a:close/>
                  <a:moveTo>
                    <a:pt x="34190" y="2016266"/>
                  </a:moveTo>
                  <a:lnTo>
                    <a:pt x="2897" y="1963241"/>
                  </a:lnTo>
                  <a:lnTo>
                    <a:pt x="54279" y="2034030"/>
                  </a:lnTo>
                  <a:close/>
                  <a:moveTo>
                    <a:pt x="0" y="1951814"/>
                  </a:moveTo>
                  <a:lnTo>
                    <a:pt x="2897" y="1963241"/>
                  </a:lnTo>
                  <a:lnTo>
                    <a:pt x="34190" y="2016266"/>
                  </a:lnTo>
                  <a:close/>
                  <a:moveTo>
                    <a:pt x="6934" y="1914361"/>
                  </a:moveTo>
                  <a:lnTo>
                    <a:pt x="2897" y="1963241"/>
                  </a:lnTo>
                  <a:lnTo>
                    <a:pt x="0" y="1951814"/>
                  </a:lnTo>
                  <a:close/>
                  <a:moveTo>
                    <a:pt x="711370" y="2751739"/>
                  </a:moveTo>
                  <a:lnTo>
                    <a:pt x="763013" y="2790614"/>
                  </a:lnTo>
                  <a:lnTo>
                    <a:pt x="742959" y="2773965"/>
                  </a:lnTo>
                  <a:close/>
                  <a:moveTo>
                    <a:pt x="825339" y="2819768"/>
                  </a:moveTo>
                  <a:lnTo>
                    <a:pt x="763013" y="2790614"/>
                  </a:lnTo>
                  <a:lnTo>
                    <a:pt x="711370" y="2751739"/>
                  </a:lnTo>
                  <a:close/>
                  <a:moveTo>
                    <a:pt x="825339" y="2819768"/>
                  </a:moveTo>
                  <a:lnTo>
                    <a:pt x="810437" y="2773965"/>
                  </a:lnTo>
                  <a:lnTo>
                    <a:pt x="763013" y="2790614"/>
                  </a:lnTo>
                  <a:close/>
                  <a:moveTo>
                    <a:pt x="839263" y="2768948"/>
                  </a:moveTo>
                  <a:lnTo>
                    <a:pt x="810437" y="2773965"/>
                  </a:lnTo>
                  <a:lnTo>
                    <a:pt x="825339" y="2819768"/>
                  </a:lnTo>
                  <a:close/>
                  <a:moveTo>
                    <a:pt x="711370" y="2751739"/>
                  </a:moveTo>
                  <a:lnTo>
                    <a:pt x="742959" y="2773965"/>
                  </a:lnTo>
                  <a:lnTo>
                    <a:pt x="672752" y="2731795"/>
                  </a:lnTo>
                  <a:close/>
                  <a:moveTo>
                    <a:pt x="252416" y="2181846"/>
                  </a:moveTo>
                  <a:lnTo>
                    <a:pt x="239937" y="2228204"/>
                  </a:lnTo>
                  <a:lnTo>
                    <a:pt x="331315" y="2160023"/>
                  </a:lnTo>
                  <a:close/>
                  <a:moveTo>
                    <a:pt x="252416" y="2181846"/>
                  </a:moveTo>
                  <a:lnTo>
                    <a:pt x="312566" y="2093446"/>
                  </a:lnTo>
                  <a:lnTo>
                    <a:pt x="227883" y="2101699"/>
                  </a:lnTo>
                  <a:close/>
                  <a:moveTo>
                    <a:pt x="227883" y="2101699"/>
                  </a:moveTo>
                  <a:lnTo>
                    <a:pt x="275106" y="2023808"/>
                  </a:lnTo>
                  <a:lnTo>
                    <a:pt x="224797" y="2004116"/>
                  </a:lnTo>
                  <a:close/>
                  <a:moveTo>
                    <a:pt x="0" y="1951814"/>
                  </a:moveTo>
                  <a:lnTo>
                    <a:pt x="23247" y="1846604"/>
                  </a:lnTo>
                  <a:lnTo>
                    <a:pt x="6934" y="1914361"/>
                  </a:lnTo>
                  <a:close/>
                  <a:moveTo>
                    <a:pt x="27174" y="1831163"/>
                  </a:moveTo>
                  <a:lnTo>
                    <a:pt x="23247" y="1846604"/>
                  </a:lnTo>
                  <a:lnTo>
                    <a:pt x="0" y="1951814"/>
                  </a:lnTo>
                  <a:close/>
                  <a:moveTo>
                    <a:pt x="637943" y="2411066"/>
                  </a:moveTo>
                  <a:lnTo>
                    <a:pt x="580758" y="2451303"/>
                  </a:lnTo>
                  <a:lnTo>
                    <a:pt x="636307" y="2406669"/>
                  </a:lnTo>
                  <a:close/>
                  <a:moveTo>
                    <a:pt x="349072" y="1957156"/>
                  </a:moveTo>
                  <a:lnTo>
                    <a:pt x="348574" y="1925315"/>
                  </a:lnTo>
                  <a:lnTo>
                    <a:pt x="345859" y="1966287"/>
                  </a:lnTo>
                  <a:close/>
                  <a:moveTo>
                    <a:pt x="370569" y="2039372"/>
                  </a:moveTo>
                  <a:lnTo>
                    <a:pt x="345859" y="1966287"/>
                  </a:lnTo>
                  <a:lnTo>
                    <a:pt x="364026" y="2051610"/>
                  </a:lnTo>
                  <a:close/>
                  <a:moveTo>
                    <a:pt x="370569" y="2039372"/>
                  </a:moveTo>
                  <a:lnTo>
                    <a:pt x="349072" y="1957156"/>
                  </a:lnTo>
                  <a:lnTo>
                    <a:pt x="345859" y="1966287"/>
                  </a:lnTo>
                  <a:close/>
                  <a:moveTo>
                    <a:pt x="1246842" y="2624126"/>
                  </a:moveTo>
                  <a:lnTo>
                    <a:pt x="1258036" y="2710362"/>
                  </a:lnTo>
                  <a:lnTo>
                    <a:pt x="1249737" y="2702435"/>
                  </a:lnTo>
                  <a:close/>
                  <a:moveTo>
                    <a:pt x="1895064" y="3157288"/>
                  </a:moveTo>
                  <a:lnTo>
                    <a:pt x="1893939" y="3156365"/>
                  </a:lnTo>
                  <a:lnTo>
                    <a:pt x="1830766" y="3135375"/>
                  </a:lnTo>
                  <a:close/>
                  <a:moveTo>
                    <a:pt x="952471" y="2080838"/>
                  </a:moveTo>
                  <a:lnTo>
                    <a:pt x="960730" y="2088492"/>
                  </a:lnTo>
                  <a:lnTo>
                    <a:pt x="995766" y="2101753"/>
                  </a:lnTo>
                  <a:close/>
                  <a:moveTo>
                    <a:pt x="932413" y="2069296"/>
                  </a:moveTo>
                  <a:lnTo>
                    <a:pt x="960730" y="2088492"/>
                  </a:lnTo>
                  <a:lnTo>
                    <a:pt x="952471" y="2080838"/>
                  </a:lnTo>
                  <a:close/>
                  <a:moveTo>
                    <a:pt x="686772" y="1880283"/>
                  </a:moveTo>
                  <a:lnTo>
                    <a:pt x="698590" y="1962499"/>
                  </a:lnTo>
                  <a:lnTo>
                    <a:pt x="691680" y="1866917"/>
                  </a:lnTo>
                  <a:close/>
                  <a:moveTo>
                    <a:pt x="529233" y="1595201"/>
                  </a:moveTo>
                  <a:lnTo>
                    <a:pt x="493069" y="1606923"/>
                  </a:lnTo>
                  <a:lnTo>
                    <a:pt x="555415" y="1710944"/>
                  </a:lnTo>
                  <a:close/>
                  <a:moveTo>
                    <a:pt x="543484" y="1512987"/>
                  </a:moveTo>
                  <a:lnTo>
                    <a:pt x="496401" y="1553754"/>
                  </a:lnTo>
                  <a:lnTo>
                    <a:pt x="550689" y="1520579"/>
                  </a:lnTo>
                  <a:close/>
                  <a:moveTo>
                    <a:pt x="529233" y="1595201"/>
                  </a:moveTo>
                  <a:lnTo>
                    <a:pt x="562307" y="1521506"/>
                  </a:lnTo>
                  <a:lnTo>
                    <a:pt x="550689" y="1520579"/>
                  </a:lnTo>
                  <a:close/>
                  <a:moveTo>
                    <a:pt x="1997746" y="3133688"/>
                  </a:moveTo>
                  <a:lnTo>
                    <a:pt x="1984901" y="3217802"/>
                  </a:lnTo>
                  <a:lnTo>
                    <a:pt x="2071285" y="3234587"/>
                  </a:lnTo>
                  <a:close/>
                  <a:moveTo>
                    <a:pt x="1895064" y="3157288"/>
                  </a:moveTo>
                  <a:lnTo>
                    <a:pt x="1984901" y="3217802"/>
                  </a:lnTo>
                  <a:lnTo>
                    <a:pt x="1997746" y="3133688"/>
                  </a:lnTo>
                  <a:close/>
                  <a:moveTo>
                    <a:pt x="1997746" y="3133688"/>
                  </a:moveTo>
                  <a:lnTo>
                    <a:pt x="1893939" y="3156365"/>
                  </a:lnTo>
                  <a:lnTo>
                    <a:pt x="1895064" y="3157288"/>
                  </a:lnTo>
                  <a:close/>
                  <a:moveTo>
                    <a:pt x="1913649" y="3041374"/>
                  </a:moveTo>
                  <a:lnTo>
                    <a:pt x="1893939" y="3156365"/>
                  </a:lnTo>
                  <a:lnTo>
                    <a:pt x="1997746" y="3133688"/>
                  </a:lnTo>
                  <a:close/>
                  <a:moveTo>
                    <a:pt x="1350732" y="2395317"/>
                  </a:moveTo>
                  <a:lnTo>
                    <a:pt x="1284577" y="2417353"/>
                  </a:lnTo>
                  <a:lnTo>
                    <a:pt x="1366425" y="2482650"/>
                  </a:lnTo>
                  <a:close/>
                  <a:moveTo>
                    <a:pt x="1366425" y="2482650"/>
                  </a:moveTo>
                  <a:lnTo>
                    <a:pt x="1284577" y="2417353"/>
                  </a:lnTo>
                  <a:lnTo>
                    <a:pt x="1303963" y="2407286"/>
                  </a:lnTo>
                  <a:close/>
                  <a:moveTo>
                    <a:pt x="1121857" y="2005079"/>
                  </a:moveTo>
                  <a:lnTo>
                    <a:pt x="1067566" y="2003881"/>
                  </a:lnTo>
                  <a:lnTo>
                    <a:pt x="1174501" y="2050056"/>
                  </a:lnTo>
                  <a:close/>
                  <a:moveTo>
                    <a:pt x="496401" y="1553754"/>
                  </a:moveTo>
                  <a:lnTo>
                    <a:pt x="543484" y="1512987"/>
                  </a:lnTo>
                  <a:lnTo>
                    <a:pt x="507230" y="1495318"/>
                  </a:lnTo>
                  <a:close/>
                  <a:moveTo>
                    <a:pt x="507230" y="1495318"/>
                  </a:moveTo>
                  <a:lnTo>
                    <a:pt x="543484" y="1512987"/>
                  </a:lnTo>
                  <a:lnTo>
                    <a:pt x="477665" y="1483703"/>
                  </a:lnTo>
                  <a:close/>
                  <a:moveTo>
                    <a:pt x="1091156" y="1967841"/>
                  </a:moveTo>
                  <a:lnTo>
                    <a:pt x="1067566" y="2003881"/>
                  </a:lnTo>
                  <a:lnTo>
                    <a:pt x="1121857" y="2005079"/>
                  </a:lnTo>
                  <a:close/>
                  <a:moveTo>
                    <a:pt x="102198" y="816829"/>
                  </a:moveTo>
                  <a:lnTo>
                    <a:pt x="104507" y="740119"/>
                  </a:lnTo>
                  <a:lnTo>
                    <a:pt x="113165" y="833172"/>
                  </a:lnTo>
                  <a:close/>
                  <a:moveTo>
                    <a:pt x="102198" y="816829"/>
                  </a:moveTo>
                  <a:lnTo>
                    <a:pt x="99786" y="734615"/>
                  </a:lnTo>
                  <a:lnTo>
                    <a:pt x="104507" y="740119"/>
                  </a:lnTo>
                  <a:close/>
                  <a:moveTo>
                    <a:pt x="1557096" y="2461132"/>
                  </a:moveTo>
                  <a:lnTo>
                    <a:pt x="1595200" y="2422695"/>
                  </a:lnTo>
                  <a:lnTo>
                    <a:pt x="1537827" y="2445695"/>
                  </a:lnTo>
                  <a:close/>
                  <a:moveTo>
                    <a:pt x="1395674" y="2378916"/>
                  </a:moveTo>
                  <a:lnTo>
                    <a:pt x="1458560" y="2427985"/>
                  </a:lnTo>
                  <a:lnTo>
                    <a:pt x="1484924" y="2346813"/>
                  </a:lnTo>
                  <a:close/>
                  <a:moveTo>
                    <a:pt x="1458560" y="2427985"/>
                  </a:moveTo>
                  <a:lnTo>
                    <a:pt x="1553185" y="2340480"/>
                  </a:lnTo>
                  <a:lnTo>
                    <a:pt x="1484924" y="2346813"/>
                  </a:lnTo>
                  <a:close/>
                  <a:moveTo>
                    <a:pt x="1537827" y="2445695"/>
                  </a:moveTo>
                  <a:lnTo>
                    <a:pt x="1576025" y="2373309"/>
                  </a:lnTo>
                  <a:lnTo>
                    <a:pt x="1458560" y="2427985"/>
                  </a:lnTo>
                  <a:close/>
                  <a:moveTo>
                    <a:pt x="1513041" y="2258265"/>
                  </a:moveTo>
                  <a:lnTo>
                    <a:pt x="1485481" y="2313436"/>
                  </a:lnTo>
                  <a:lnTo>
                    <a:pt x="1534943" y="2266649"/>
                  </a:lnTo>
                  <a:close/>
                  <a:moveTo>
                    <a:pt x="1534943" y="2266649"/>
                  </a:moveTo>
                  <a:lnTo>
                    <a:pt x="1485481" y="2313436"/>
                  </a:lnTo>
                  <a:lnTo>
                    <a:pt x="1484924" y="2346813"/>
                  </a:lnTo>
                  <a:close/>
                  <a:moveTo>
                    <a:pt x="1132297" y="1951256"/>
                  </a:moveTo>
                  <a:lnTo>
                    <a:pt x="1121857" y="2005079"/>
                  </a:lnTo>
                  <a:lnTo>
                    <a:pt x="1224805" y="1929404"/>
                  </a:lnTo>
                  <a:close/>
                  <a:moveTo>
                    <a:pt x="1224805" y="1929404"/>
                  </a:moveTo>
                  <a:lnTo>
                    <a:pt x="1121857" y="2005079"/>
                  </a:lnTo>
                  <a:lnTo>
                    <a:pt x="1174501" y="2050056"/>
                  </a:lnTo>
                  <a:close/>
                  <a:moveTo>
                    <a:pt x="1224805" y="1929404"/>
                  </a:moveTo>
                  <a:lnTo>
                    <a:pt x="1174501" y="2050056"/>
                  </a:lnTo>
                  <a:lnTo>
                    <a:pt x="1208543" y="2011620"/>
                  </a:lnTo>
                  <a:close/>
                  <a:moveTo>
                    <a:pt x="1091156" y="1967841"/>
                  </a:moveTo>
                  <a:lnTo>
                    <a:pt x="1121857" y="2005079"/>
                  </a:lnTo>
                  <a:lnTo>
                    <a:pt x="1132297" y="1951256"/>
                  </a:lnTo>
                  <a:close/>
                  <a:moveTo>
                    <a:pt x="1018248" y="1885626"/>
                  </a:moveTo>
                  <a:lnTo>
                    <a:pt x="1132297" y="1951256"/>
                  </a:lnTo>
                  <a:lnTo>
                    <a:pt x="1069569" y="1873041"/>
                  </a:lnTo>
                  <a:close/>
                  <a:moveTo>
                    <a:pt x="1091156" y="1967841"/>
                  </a:moveTo>
                  <a:lnTo>
                    <a:pt x="1132297" y="1951256"/>
                  </a:lnTo>
                  <a:lnTo>
                    <a:pt x="1018248" y="1885626"/>
                  </a:lnTo>
                  <a:close/>
                  <a:moveTo>
                    <a:pt x="1202572" y="1854623"/>
                  </a:moveTo>
                  <a:lnTo>
                    <a:pt x="1138980" y="1853897"/>
                  </a:lnTo>
                  <a:lnTo>
                    <a:pt x="1132297" y="1951256"/>
                  </a:lnTo>
                  <a:close/>
                  <a:moveTo>
                    <a:pt x="1224805" y="1929404"/>
                  </a:moveTo>
                  <a:lnTo>
                    <a:pt x="1230809" y="1918575"/>
                  </a:lnTo>
                  <a:lnTo>
                    <a:pt x="1202572" y="1854623"/>
                  </a:lnTo>
                  <a:close/>
                  <a:moveTo>
                    <a:pt x="1132297" y="1951256"/>
                  </a:moveTo>
                  <a:lnTo>
                    <a:pt x="1224805" y="1929404"/>
                  </a:lnTo>
                  <a:lnTo>
                    <a:pt x="1202572" y="1854623"/>
                  </a:lnTo>
                  <a:close/>
                  <a:moveTo>
                    <a:pt x="1230809" y="1918575"/>
                  </a:moveTo>
                  <a:lnTo>
                    <a:pt x="1238561" y="1929404"/>
                  </a:lnTo>
                  <a:lnTo>
                    <a:pt x="1202572" y="1854623"/>
                  </a:lnTo>
                  <a:close/>
                  <a:moveTo>
                    <a:pt x="1319147" y="1970198"/>
                  </a:moveTo>
                  <a:lnTo>
                    <a:pt x="1283278" y="1949695"/>
                  </a:lnTo>
                  <a:lnTo>
                    <a:pt x="1238561" y="1929404"/>
                  </a:lnTo>
                  <a:close/>
                  <a:moveTo>
                    <a:pt x="749878" y="1271684"/>
                  </a:moveTo>
                  <a:lnTo>
                    <a:pt x="660429" y="1310120"/>
                  </a:lnTo>
                  <a:lnTo>
                    <a:pt x="768917" y="1353899"/>
                  </a:lnTo>
                  <a:close/>
                  <a:moveTo>
                    <a:pt x="402546" y="987643"/>
                  </a:moveTo>
                  <a:lnTo>
                    <a:pt x="337910" y="971828"/>
                  </a:lnTo>
                  <a:lnTo>
                    <a:pt x="390700" y="1006808"/>
                  </a:lnTo>
                  <a:close/>
                  <a:moveTo>
                    <a:pt x="402546" y="987643"/>
                  </a:moveTo>
                  <a:lnTo>
                    <a:pt x="390700" y="1006808"/>
                  </a:lnTo>
                  <a:lnTo>
                    <a:pt x="461920" y="994431"/>
                  </a:lnTo>
                  <a:close/>
                  <a:moveTo>
                    <a:pt x="315759" y="889744"/>
                  </a:moveTo>
                  <a:lnTo>
                    <a:pt x="337910" y="971828"/>
                  </a:lnTo>
                  <a:lnTo>
                    <a:pt x="394963" y="981260"/>
                  </a:lnTo>
                  <a:close/>
                  <a:moveTo>
                    <a:pt x="768917" y="1353899"/>
                  </a:moveTo>
                  <a:lnTo>
                    <a:pt x="768838" y="1364320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2045" y="3043685"/>
                  </a:lnTo>
                  <a:lnTo>
                    <a:pt x="2333602" y="3039954"/>
                  </a:lnTo>
                  <a:close/>
                  <a:moveTo>
                    <a:pt x="2259798" y="3080416"/>
                  </a:moveTo>
                  <a:lnTo>
                    <a:pt x="2332045" y="3043685"/>
                  </a:lnTo>
                  <a:lnTo>
                    <a:pt x="2258323" y="2959764"/>
                  </a:lnTo>
                  <a:close/>
                  <a:moveTo>
                    <a:pt x="2258323" y="2959764"/>
                  </a:moveTo>
                  <a:lnTo>
                    <a:pt x="2231503" y="2936881"/>
                  </a:lnTo>
                  <a:lnTo>
                    <a:pt x="2177198" y="2949048"/>
                  </a:lnTo>
                  <a:close/>
                  <a:moveTo>
                    <a:pt x="2178758" y="2877549"/>
                  </a:moveTo>
                  <a:lnTo>
                    <a:pt x="2177198" y="2949048"/>
                  </a:lnTo>
                  <a:lnTo>
                    <a:pt x="2231503" y="2936881"/>
                  </a:lnTo>
                  <a:close/>
                  <a:moveTo>
                    <a:pt x="1740325" y="2384258"/>
                  </a:moveTo>
                  <a:lnTo>
                    <a:pt x="1674665" y="2313742"/>
                  </a:lnTo>
                  <a:lnTo>
                    <a:pt x="1701631" y="2349069"/>
                  </a:lnTo>
                  <a:close/>
                  <a:moveTo>
                    <a:pt x="1485481" y="2313436"/>
                  </a:moveTo>
                  <a:lnTo>
                    <a:pt x="1513041" y="2258265"/>
                  </a:lnTo>
                  <a:lnTo>
                    <a:pt x="1514298" y="2222841"/>
                  </a:lnTo>
                  <a:close/>
                  <a:moveTo>
                    <a:pt x="1654849" y="2229760"/>
                  </a:moveTo>
                  <a:lnTo>
                    <a:pt x="1577469" y="2258265"/>
                  </a:lnTo>
                  <a:lnTo>
                    <a:pt x="1564382" y="2329774"/>
                  </a:lnTo>
                  <a:close/>
                  <a:moveTo>
                    <a:pt x="1674665" y="2313742"/>
                  </a:moveTo>
                  <a:lnTo>
                    <a:pt x="1654849" y="2229760"/>
                  </a:lnTo>
                  <a:lnTo>
                    <a:pt x="1570268" y="2338022"/>
                  </a:lnTo>
                  <a:close/>
                  <a:moveTo>
                    <a:pt x="1654849" y="2229760"/>
                  </a:moveTo>
                  <a:lnTo>
                    <a:pt x="1674665" y="2313742"/>
                  </a:lnTo>
                  <a:lnTo>
                    <a:pt x="1739672" y="2221392"/>
                  </a:lnTo>
                  <a:close/>
                  <a:moveTo>
                    <a:pt x="1532945" y="2212239"/>
                  </a:moveTo>
                  <a:lnTo>
                    <a:pt x="1530688" y="2219829"/>
                  </a:lnTo>
                  <a:lnTo>
                    <a:pt x="1516247" y="2213261"/>
                  </a:lnTo>
                  <a:close/>
                  <a:moveTo>
                    <a:pt x="1514298" y="2222841"/>
                  </a:moveTo>
                  <a:lnTo>
                    <a:pt x="1513041" y="2258265"/>
                  </a:lnTo>
                  <a:lnTo>
                    <a:pt x="1532945" y="2212239"/>
                  </a:lnTo>
                  <a:close/>
                  <a:moveTo>
                    <a:pt x="1532945" y="2212239"/>
                  </a:moveTo>
                  <a:lnTo>
                    <a:pt x="1577469" y="2258265"/>
                  </a:lnTo>
                  <a:lnTo>
                    <a:pt x="1665294" y="2213208"/>
                  </a:lnTo>
                  <a:close/>
                  <a:moveTo>
                    <a:pt x="1294053" y="1939829"/>
                  </a:moveTo>
                  <a:lnTo>
                    <a:pt x="1237062" y="1926675"/>
                  </a:lnTo>
                  <a:lnTo>
                    <a:pt x="1224805" y="1929404"/>
                  </a:lnTo>
                  <a:close/>
                  <a:moveTo>
                    <a:pt x="1238561" y="1929404"/>
                  </a:moveTo>
                  <a:lnTo>
                    <a:pt x="1237062" y="1926675"/>
                  </a:lnTo>
                  <a:lnTo>
                    <a:pt x="1319147" y="1970198"/>
                  </a:lnTo>
                  <a:close/>
                  <a:moveTo>
                    <a:pt x="1237062" y="1926675"/>
                  </a:moveTo>
                  <a:lnTo>
                    <a:pt x="1230809" y="1918575"/>
                  </a:lnTo>
                  <a:lnTo>
                    <a:pt x="1224805" y="1929404"/>
                  </a:lnTo>
                  <a:close/>
                  <a:moveTo>
                    <a:pt x="1237062" y="1926675"/>
                  </a:moveTo>
                  <a:lnTo>
                    <a:pt x="1238561" y="1929404"/>
                  </a:lnTo>
                  <a:lnTo>
                    <a:pt x="1230809" y="1918575"/>
                  </a:lnTo>
                  <a:close/>
                  <a:moveTo>
                    <a:pt x="783482" y="1360723"/>
                  </a:moveTo>
                  <a:lnTo>
                    <a:pt x="785986" y="1350379"/>
                  </a:lnTo>
                  <a:lnTo>
                    <a:pt x="768917" y="1353899"/>
                  </a:lnTo>
                  <a:close/>
                  <a:moveTo>
                    <a:pt x="901944" y="1316699"/>
                  </a:moveTo>
                  <a:lnTo>
                    <a:pt x="783482" y="1360723"/>
                  </a:lnTo>
                  <a:lnTo>
                    <a:pt x="864753" y="1385927"/>
                  </a:lnTo>
                  <a:close/>
                  <a:moveTo>
                    <a:pt x="901944" y="1316699"/>
                  </a:moveTo>
                  <a:lnTo>
                    <a:pt x="785986" y="1350379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3602" y="3039954"/>
                  </a:lnTo>
                  <a:lnTo>
                    <a:pt x="2342726" y="2934909"/>
                  </a:lnTo>
                  <a:close/>
                  <a:moveTo>
                    <a:pt x="2258323" y="2959764"/>
                  </a:moveTo>
                  <a:lnTo>
                    <a:pt x="2342726" y="2934909"/>
                  </a:lnTo>
                  <a:lnTo>
                    <a:pt x="2231503" y="2936881"/>
                  </a:lnTo>
                  <a:close/>
                  <a:moveTo>
                    <a:pt x="2227249" y="2839113"/>
                  </a:moveTo>
                  <a:lnTo>
                    <a:pt x="2231503" y="2936881"/>
                  </a:lnTo>
                  <a:lnTo>
                    <a:pt x="2277733" y="2894528"/>
                  </a:lnTo>
                  <a:close/>
                  <a:moveTo>
                    <a:pt x="2227249" y="2839113"/>
                  </a:moveTo>
                  <a:lnTo>
                    <a:pt x="2178758" y="2877549"/>
                  </a:lnTo>
                  <a:lnTo>
                    <a:pt x="2231503" y="2936881"/>
                  </a:lnTo>
                  <a:close/>
                  <a:moveTo>
                    <a:pt x="1551987" y="2068233"/>
                  </a:moveTo>
                  <a:lnTo>
                    <a:pt x="1608973" y="2016962"/>
                  </a:lnTo>
                  <a:lnTo>
                    <a:pt x="1680311" y="2054152"/>
                  </a:lnTo>
                  <a:close/>
                  <a:moveTo>
                    <a:pt x="1551987" y="2068233"/>
                  </a:moveTo>
                  <a:lnTo>
                    <a:pt x="1680311" y="2054152"/>
                  </a:lnTo>
                  <a:lnTo>
                    <a:pt x="1624922" y="2062266"/>
                  </a:lnTo>
                  <a:close/>
                  <a:moveTo>
                    <a:pt x="1750186" y="2036745"/>
                  </a:moveTo>
                  <a:lnTo>
                    <a:pt x="1624922" y="2062266"/>
                  </a:lnTo>
                  <a:lnTo>
                    <a:pt x="1680311" y="2054152"/>
                  </a:lnTo>
                  <a:close/>
                  <a:moveTo>
                    <a:pt x="1845674" y="2115103"/>
                  </a:moveTo>
                  <a:lnTo>
                    <a:pt x="1790225" y="2080201"/>
                  </a:lnTo>
                  <a:lnTo>
                    <a:pt x="1821616" y="2088610"/>
                  </a:lnTo>
                  <a:close/>
                  <a:moveTo>
                    <a:pt x="1608973" y="2016962"/>
                  </a:moveTo>
                  <a:lnTo>
                    <a:pt x="1736077" y="2063630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50186" y="2036745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90225" y="2080201"/>
                  </a:lnTo>
                  <a:lnTo>
                    <a:pt x="1750186" y="2036745"/>
                  </a:lnTo>
                  <a:close/>
                  <a:moveTo>
                    <a:pt x="1790225" y="2080201"/>
                  </a:moveTo>
                  <a:lnTo>
                    <a:pt x="1814664" y="2099177"/>
                  </a:lnTo>
                  <a:lnTo>
                    <a:pt x="1750186" y="2036745"/>
                  </a:lnTo>
                  <a:close/>
                  <a:moveTo>
                    <a:pt x="1617539" y="1934746"/>
                  </a:moveTo>
                  <a:lnTo>
                    <a:pt x="1658211" y="1971525"/>
                  </a:lnTo>
                  <a:lnTo>
                    <a:pt x="1643900" y="1896310"/>
                  </a:lnTo>
                  <a:close/>
                  <a:moveTo>
                    <a:pt x="803885" y="948165"/>
                  </a:moveTo>
                  <a:lnTo>
                    <a:pt x="825015" y="1030380"/>
                  </a:lnTo>
                  <a:lnTo>
                    <a:pt x="818884" y="923264"/>
                  </a:lnTo>
                  <a:close/>
                  <a:moveTo>
                    <a:pt x="780214" y="918104"/>
                  </a:moveTo>
                  <a:lnTo>
                    <a:pt x="803885" y="948165"/>
                  </a:lnTo>
                  <a:lnTo>
                    <a:pt x="818884" y="923264"/>
                  </a:lnTo>
                  <a:close/>
                  <a:moveTo>
                    <a:pt x="1955859" y="2106227"/>
                  </a:moveTo>
                  <a:lnTo>
                    <a:pt x="1981841" y="2130351"/>
                  </a:lnTo>
                  <a:lnTo>
                    <a:pt x="1895882" y="2087621"/>
                  </a:lnTo>
                  <a:close/>
                  <a:moveTo>
                    <a:pt x="1736556" y="1762964"/>
                  </a:moveTo>
                  <a:lnTo>
                    <a:pt x="1792237" y="1763562"/>
                  </a:lnTo>
                  <a:lnTo>
                    <a:pt x="1707076" y="1723818"/>
                  </a:lnTo>
                  <a:close/>
                  <a:moveTo>
                    <a:pt x="1736556" y="1762964"/>
                  </a:moveTo>
                  <a:lnTo>
                    <a:pt x="1803109" y="1769450"/>
                  </a:lnTo>
                  <a:lnTo>
                    <a:pt x="1792237" y="1763562"/>
                  </a:lnTo>
                  <a:close/>
                  <a:moveTo>
                    <a:pt x="1200201" y="855629"/>
                  </a:moveTo>
                  <a:lnTo>
                    <a:pt x="1313141" y="915071"/>
                  </a:lnTo>
                  <a:lnTo>
                    <a:pt x="1233360" y="852100"/>
                  </a:lnTo>
                  <a:close/>
                  <a:moveTo>
                    <a:pt x="1200201" y="855629"/>
                  </a:moveTo>
                  <a:lnTo>
                    <a:pt x="1305693" y="930549"/>
                  </a:lnTo>
                  <a:lnTo>
                    <a:pt x="1313141" y="915071"/>
                  </a:lnTo>
                  <a:close/>
                  <a:moveTo>
                    <a:pt x="1523969" y="1166121"/>
                  </a:moveTo>
                  <a:lnTo>
                    <a:pt x="1608572" y="1205495"/>
                  </a:lnTo>
                  <a:lnTo>
                    <a:pt x="1541510" y="1168251"/>
                  </a:lnTo>
                  <a:close/>
                  <a:moveTo>
                    <a:pt x="1585873" y="924044"/>
                  </a:moveTo>
                  <a:lnTo>
                    <a:pt x="1516523" y="838198"/>
                  </a:lnTo>
                  <a:lnTo>
                    <a:pt x="1491698" y="839923"/>
                  </a:lnTo>
                  <a:close/>
                  <a:moveTo>
                    <a:pt x="1255497" y="410306"/>
                  </a:moveTo>
                  <a:lnTo>
                    <a:pt x="1340203" y="388686"/>
                  </a:lnTo>
                  <a:lnTo>
                    <a:pt x="1265319" y="325982"/>
                  </a:lnTo>
                  <a:close/>
                  <a:moveTo>
                    <a:pt x="1272236" y="296605"/>
                  </a:moveTo>
                  <a:lnTo>
                    <a:pt x="1265319" y="325982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354332" y="164931"/>
                  </a:lnTo>
                  <a:lnTo>
                    <a:pt x="1319360" y="118701"/>
                  </a:lnTo>
                  <a:close/>
                  <a:moveTo>
                    <a:pt x="1275476" y="193879"/>
                  </a:moveTo>
                  <a:lnTo>
                    <a:pt x="1336329" y="185819"/>
                  </a:lnTo>
                  <a:lnTo>
                    <a:pt x="1319360" y="118701"/>
                  </a:lnTo>
                  <a:close/>
                  <a:moveTo>
                    <a:pt x="1237542" y="6926"/>
                  </a:moveTo>
                  <a:lnTo>
                    <a:pt x="1111461" y="29394"/>
                  </a:lnTo>
                  <a:lnTo>
                    <a:pt x="1161158" y="0"/>
                  </a:lnTo>
                  <a:close/>
                  <a:moveTo>
                    <a:pt x="1623887" y="492771"/>
                  </a:moveTo>
                  <a:lnTo>
                    <a:pt x="1670400" y="510684"/>
                  </a:lnTo>
                  <a:lnTo>
                    <a:pt x="1587773" y="480412"/>
                  </a:lnTo>
                  <a:close/>
                  <a:moveTo>
                    <a:pt x="1623887" y="492771"/>
                  </a:moveTo>
                  <a:lnTo>
                    <a:pt x="1682190" y="505964"/>
                  </a:lnTo>
                  <a:lnTo>
                    <a:pt x="1670400" y="510684"/>
                  </a:lnTo>
                  <a:close/>
                  <a:moveTo>
                    <a:pt x="1184182" y="7322"/>
                  </a:moveTo>
                  <a:lnTo>
                    <a:pt x="1249310" y="14967"/>
                  </a:lnTo>
                  <a:lnTo>
                    <a:pt x="1237542" y="692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72" name="Candidate_density__2071">
              <a:extLst>
                <a:ext uri="{FF2B5EF4-FFF2-40B4-BE49-F238E27FC236}">
                  <a16:creationId xmlns:a16="http://schemas.microsoft.com/office/drawing/2014/main" id="{5599C0A7-57EC-50C8-8715-92DCC6F2CB28}"/>
                </a:ext>
              </a:extLst>
            </p:cNvPr>
            <p:cNvSpPr>
              <a:spLocks noGrp="1"/>
            </p:cNvSpPr>
            <p:nvPr/>
          </p:nvSpPr>
          <p:spPr>
            <a:xfrm>
              <a:off x="4301970" y="1513708"/>
              <a:ext cx="2395554" cy="3770623"/>
            </a:xfrm>
            <a:custGeom>
              <a:avLst/>
              <a:gdLst/>
              <a:ahLst/>
              <a:cxnLst/>
              <a:rect l="0" t="0" r="0" b="0"/>
              <a:pathLst>
                <a:path w="2395554" h="3770623">
                  <a:moveTo>
                    <a:pt x="362253" y="3486780"/>
                  </a:moveTo>
                  <a:lnTo>
                    <a:pt x="384889" y="3534727"/>
                  </a:lnTo>
                  <a:lnTo>
                    <a:pt x="312846" y="3517260"/>
                  </a:lnTo>
                  <a:close/>
                  <a:moveTo>
                    <a:pt x="654327" y="3742821"/>
                  </a:moveTo>
                  <a:lnTo>
                    <a:pt x="752389" y="3770623"/>
                  </a:lnTo>
                  <a:lnTo>
                    <a:pt x="773528" y="3694638"/>
                  </a:lnTo>
                  <a:close/>
                  <a:moveTo>
                    <a:pt x="654327" y="3742821"/>
                  </a:moveTo>
                  <a:lnTo>
                    <a:pt x="773528" y="3694638"/>
                  </a:lnTo>
                  <a:lnTo>
                    <a:pt x="700109" y="3698794"/>
                  </a:lnTo>
                  <a:close/>
                  <a:moveTo>
                    <a:pt x="783672" y="3645098"/>
                  </a:moveTo>
                  <a:lnTo>
                    <a:pt x="715829" y="3639662"/>
                  </a:lnTo>
                  <a:lnTo>
                    <a:pt x="700109" y="3698794"/>
                  </a:lnTo>
                  <a:close/>
                  <a:moveTo>
                    <a:pt x="715829" y="3639662"/>
                  </a:moveTo>
                  <a:lnTo>
                    <a:pt x="783672" y="3645098"/>
                  </a:lnTo>
                  <a:lnTo>
                    <a:pt x="676840" y="3571268"/>
                  </a:lnTo>
                  <a:close/>
                  <a:moveTo>
                    <a:pt x="151312" y="2312185"/>
                  </a:moveTo>
                  <a:lnTo>
                    <a:pt x="199981" y="2315286"/>
                  </a:lnTo>
                  <a:lnTo>
                    <a:pt x="215653" y="2356517"/>
                  </a:lnTo>
                  <a:close/>
                  <a:moveTo>
                    <a:pt x="32654" y="2229970"/>
                  </a:moveTo>
                  <a:lnTo>
                    <a:pt x="32700" y="2230007"/>
                  </a:lnTo>
                  <a:lnTo>
                    <a:pt x="32787" y="2230126"/>
                  </a:lnTo>
                  <a:close/>
                  <a:moveTo>
                    <a:pt x="32648" y="2229609"/>
                  </a:moveTo>
                  <a:lnTo>
                    <a:pt x="32700" y="2230007"/>
                  </a:lnTo>
                  <a:lnTo>
                    <a:pt x="32654" y="2229970"/>
                  </a:lnTo>
                  <a:close/>
                  <a:moveTo>
                    <a:pt x="128593" y="2309671"/>
                  </a:moveTo>
                  <a:lnTo>
                    <a:pt x="32787" y="2230126"/>
                  </a:lnTo>
                  <a:lnTo>
                    <a:pt x="32700" y="2230007"/>
                  </a:lnTo>
                  <a:close/>
                  <a:moveTo>
                    <a:pt x="32700" y="2230007"/>
                  </a:moveTo>
                  <a:lnTo>
                    <a:pt x="32648" y="2229609"/>
                  </a:lnTo>
                  <a:lnTo>
                    <a:pt x="53599" y="2173516"/>
                  </a:lnTo>
                  <a:close/>
                  <a:moveTo>
                    <a:pt x="215653" y="2356517"/>
                  </a:moveTo>
                  <a:lnTo>
                    <a:pt x="210125" y="2307039"/>
                  </a:lnTo>
                  <a:lnTo>
                    <a:pt x="151312" y="2312185"/>
                  </a:lnTo>
                  <a:close/>
                  <a:moveTo>
                    <a:pt x="151312" y="2312185"/>
                  </a:moveTo>
                  <a:lnTo>
                    <a:pt x="210125" y="2307039"/>
                  </a:lnTo>
                  <a:lnTo>
                    <a:pt x="237040" y="2221277"/>
                  </a:lnTo>
                  <a:close/>
                  <a:moveTo>
                    <a:pt x="32654" y="2229970"/>
                  </a:moveTo>
                  <a:lnTo>
                    <a:pt x="45463" y="2119538"/>
                  </a:lnTo>
                  <a:lnTo>
                    <a:pt x="32648" y="2229609"/>
                  </a:lnTo>
                  <a:close/>
                  <a:moveTo>
                    <a:pt x="51382" y="2027103"/>
                  </a:moveTo>
                  <a:lnTo>
                    <a:pt x="0" y="1956314"/>
                  </a:lnTo>
                  <a:lnTo>
                    <a:pt x="12942" y="1983324"/>
                  </a:lnTo>
                  <a:close/>
                  <a:moveTo>
                    <a:pt x="51382" y="2027103"/>
                  </a:moveTo>
                  <a:lnTo>
                    <a:pt x="12942" y="1983324"/>
                  </a:lnTo>
                  <a:lnTo>
                    <a:pt x="34181" y="2065539"/>
                  </a:lnTo>
                  <a:close/>
                  <a:moveTo>
                    <a:pt x="801465" y="2929988"/>
                  </a:moveTo>
                  <a:lnTo>
                    <a:pt x="898690" y="2911538"/>
                  </a:lnTo>
                  <a:lnTo>
                    <a:pt x="881589" y="2825349"/>
                  </a:lnTo>
                  <a:close/>
                  <a:moveTo>
                    <a:pt x="801465" y="2929988"/>
                  </a:moveTo>
                  <a:lnTo>
                    <a:pt x="881589" y="2825349"/>
                  </a:lnTo>
                  <a:lnTo>
                    <a:pt x="822442" y="2812842"/>
                  </a:lnTo>
                  <a:close/>
                  <a:moveTo>
                    <a:pt x="881589" y="2825349"/>
                  </a:moveTo>
                  <a:lnTo>
                    <a:pt x="898690" y="2911538"/>
                  </a:lnTo>
                  <a:lnTo>
                    <a:pt x="907804" y="2931469"/>
                  </a:lnTo>
                  <a:close/>
                  <a:moveTo>
                    <a:pt x="881589" y="2825349"/>
                  </a:moveTo>
                  <a:lnTo>
                    <a:pt x="836366" y="2762022"/>
                  </a:lnTo>
                  <a:lnTo>
                    <a:pt x="822442" y="2812842"/>
                  </a:lnTo>
                  <a:close/>
                  <a:moveTo>
                    <a:pt x="224986" y="2094773"/>
                  </a:moveTo>
                  <a:lnTo>
                    <a:pt x="222300" y="2070882"/>
                  </a:lnTo>
                  <a:lnTo>
                    <a:pt x="256010" y="2153097"/>
                  </a:lnTo>
                  <a:close/>
                  <a:moveTo>
                    <a:pt x="152854" y="1992731"/>
                  </a:moveTo>
                  <a:lnTo>
                    <a:pt x="51382" y="2027103"/>
                  </a:lnTo>
                  <a:lnTo>
                    <a:pt x="47202" y="2068820"/>
                  </a:lnTo>
                  <a:close/>
                  <a:moveTo>
                    <a:pt x="152854" y="1992731"/>
                  </a:moveTo>
                  <a:lnTo>
                    <a:pt x="224986" y="2094773"/>
                  </a:lnTo>
                  <a:lnTo>
                    <a:pt x="221900" y="1997190"/>
                  </a:lnTo>
                  <a:close/>
                  <a:moveTo>
                    <a:pt x="31293" y="2009339"/>
                  </a:moveTo>
                  <a:lnTo>
                    <a:pt x="51382" y="2027103"/>
                  </a:lnTo>
                  <a:lnTo>
                    <a:pt x="157310" y="1986634"/>
                  </a:lnTo>
                  <a:close/>
                  <a:moveTo>
                    <a:pt x="1417578" y="2898375"/>
                  </a:moveTo>
                  <a:lnTo>
                    <a:pt x="1542635" y="2942153"/>
                  </a:lnTo>
                  <a:lnTo>
                    <a:pt x="1514947" y="2859938"/>
                  </a:lnTo>
                  <a:close/>
                  <a:moveTo>
                    <a:pt x="1241567" y="2733945"/>
                  </a:moveTo>
                  <a:lnTo>
                    <a:pt x="1308261" y="2794211"/>
                  </a:lnTo>
                  <a:lnTo>
                    <a:pt x="1255139" y="2703435"/>
                  </a:lnTo>
                  <a:close/>
                  <a:moveTo>
                    <a:pt x="1255139" y="2703435"/>
                  </a:moveTo>
                  <a:lnTo>
                    <a:pt x="1308261" y="2794211"/>
                  </a:lnTo>
                  <a:lnTo>
                    <a:pt x="1328722" y="2804298"/>
                  </a:lnTo>
                  <a:close/>
                  <a:moveTo>
                    <a:pt x="683876" y="1873357"/>
                  </a:moveTo>
                  <a:lnTo>
                    <a:pt x="688267" y="1994009"/>
                  </a:lnTo>
                  <a:lnTo>
                    <a:pt x="695694" y="1955572"/>
                  </a:lnTo>
                  <a:close/>
                  <a:moveTo>
                    <a:pt x="1802590" y="3097388"/>
                  </a:moveTo>
                  <a:lnTo>
                    <a:pt x="1772501" y="3086251"/>
                  </a:lnTo>
                  <a:lnTo>
                    <a:pt x="1827870" y="3128449"/>
                  </a:lnTo>
                  <a:close/>
                  <a:moveTo>
                    <a:pt x="1891042" y="3149439"/>
                  </a:moveTo>
                  <a:lnTo>
                    <a:pt x="1802590" y="3097388"/>
                  </a:lnTo>
                  <a:lnTo>
                    <a:pt x="1827870" y="3128449"/>
                  </a:lnTo>
                  <a:close/>
                  <a:moveTo>
                    <a:pt x="992869" y="2094826"/>
                  </a:moveTo>
                  <a:lnTo>
                    <a:pt x="957834" y="2081565"/>
                  </a:lnTo>
                  <a:lnTo>
                    <a:pt x="1018570" y="2163781"/>
                  </a:lnTo>
                  <a:close/>
                  <a:moveTo>
                    <a:pt x="695694" y="1955572"/>
                  </a:moveTo>
                  <a:lnTo>
                    <a:pt x="695035" y="1955001"/>
                  </a:lnTo>
                  <a:lnTo>
                    <a:pt x="688783" y="1859991"/>
                  </a:lnTo>
                  <a:close/>
                  <a:moveTo>
                    <a:pt x="543062" y="1708927"/>
                  </a:moveTo>
                  <a:lnTo>
                    <a:pt x="504107" y="1688761"/>
                  </a:lnTo>
                  <a:lnTo>
                    <a:pt x="502614" y="1791142"/>
                  </a:lnTo>
                  <a:close/>
                  <a:moveTo>
                    <a:pt x="490172" y="1599996"/>
                  </a:moveTo>
                  <a:lnTo>
                    <a:pt x="504107" y="1688761"/>
                  </a:lnTo>
                  <a:lnTo>
                    <a:pt x="552519" y="1704018"/>
                  </a:lnTo>
                  <a:close/>
                  <a:moveTo>
                    <a:pt x="564884" y="1670490"/>
                  </a:moveTo>
                  <a:lnTo>
                    <a:pt x="526336" y="1588275"/>
                  </a:lnTo>
                  <a:lnTo>
                    <a:pt x="552519" y="1704018"/>
                  </a:lnTo>
                  <a:close/>
                  <a:moveTo>
                    <a:pt x="1767795" y="3068147"/>
                  </a:moveTo>
                  <a:lnTo>
                    <a:pt x="1772501" y="3086251"/>
                  </a:lnTo>
                  <a:lnTo>
                    <a:pt x="1802590" y="3097388"/>
                  </a:lnTo>
                  <a:close/>
                  <a:moveTo>
                    <a:pt x="1772501" y="3086251"/>
                  </a:moveTo>
                  <a:lnTo>
                    <a:pt x="1767795" y="3068147"/>
                  </a:lnTo>
                  <a:lnTo>
                    <a:pt x="1680052" y="3000726"/>
                  </a:lnTo>
                  <a:close/>
                  <a:moveTo>
                    <a:pt x="195403" y="1017810"/>
                  </a:moveTo>
                  <a:lnTo>
                    <a:pt x="271882" y="1094984"/>
                  </a:lnTo>
                  <a:lnTo>
                    <a:pt x="208034" y="1036817"/>
                  </a:lnTo>
                  <a:close/>
                  <a:moveTo>
                    <a:pt x="178631" y="1012769"/>
                  </a:moveTo>
                  <a:lnTo>
                    <a:pt x="195403" y="1017810"/>
                  </a:lnTo>
                  <a:lnTo>
                    <a:pt x="208034" y="1036817"/>
                  </a:lnTo>
                  <a:close/>
                  <a:moveTo>
                    <a:pt x="189640" y="968044"/>
                  </a:moveTo>
                  <a:lnTo>
                    <a:pt x="195403" y="1017810"/>
                  </a:lnTo>
                  <a:lnTo>
                    <a:pt x="178631" y="1012769"/>
                  </a:lnTo>
                  <a:close/>
                  <a:moveTo>
                    <a:pt x="1968412" y="3048163"/>
                  </a:moveTo>
                  <a:lnTo>
                    <a:pt x="1910752" y="3034447"/>
                  </a:lnTo>
                  <a:lnTo>
                    <a:pt x="1994849" y="3126762"/>
                  </a:lnTo>
                  <a:close/>
                  <a:moveTo>
                    <a:pt x="1802590" y="3097388"/>
                  </a:moveTo>
                  <a:lnTo>
                    <a:pt x="1828713" y="3040551"/>
                  </a:lnTo>
                  <a:lnTo>
                    <a:pt x="1767795" y="3068147"/>
                  </a:lnTo>
                  <a:close/>
                  <a:moveTo>
                    <a:pt x="1910752" y="3034447"/>
                  </a:moveTo>
                  <a:lnTo>
                    <a:pt x="1802590" y="3097388"/>
                  </a:lnTo>
                  <a:lnTo>
                    <a:pt x="1891042" y="3149439"/>
                  </a:lnTo>
                  <a:close/>
                  <a:moveTo>
                    <a:pt x="1910752" y="3034447"/>
                  </a:moveTo>
                  <a:lnTo>
                    <a:pt x="1828713" y="3040551"/>
                  </a:lnTo>
                  <a:lnTo>
                    <a:pt x="1802590" y="3097388"/>
                  </a:lnTo>
                  <a:close/>
                  <a:moveTo>
                    <a:pt x="1347835" y="2388391"/>
                  </a:moveTo>
                  <a:lnTo>
                    <a:pt x="1384679" y="2492642"/>
                  </a:lnTo>
                  <a:lnTo>
                    <a:pt x="1455663" y="2421059"/>
                  </a:lnTo>
                  <a:close/>
                  <a:moveTo>
                    <a:pt x="1015351" y="1878699"/>
                  </a:moveTo>
                  <a:lnTo>
                    <a:pt x="1002717" y="1917136"/>
                  </a:lnTo>
                  <a:lnTo>
                    <a:pt x="1088260" y="1960914"/>
                  </a:lnTo>
                  <a:close/>
                  <a:moveTo>
                    <a:pt x="1015351" y="1878699"/>
                  </a:moveTo>
                  <a:lnTo>
                    <a:pt x="1010085" y="1869745"/>
                  </a:lnTo>
                  <a:lnTo>
                    <a:pt x="971104" y="1812244"/>
                  </a:lnTo>
                  <a:close/>
                  <a:moveTo>
                    <a:pt x="604835" y="1567370"/>
                  </a:moveTo>
                  <a:lnTo>
                    <a:pt x="653149" y="1586398"/>
                  </a:lnTo>
                  <a:lnTo>
                    <a:pt x="559410" y="1514580"/>
                  </a:lnTo>
                  <a:close/>
                  <a:moveTo>
                    <a:pt x="655179" y="1587034"/>
                  </a:moveTo>
                  <a:lnTo>
                    <a:pt x="604835" y="1567370"/>
                  </a:lnTo>
                  <a:lnTo>
                    <a:pt x="709494" y="1581857"/>
                  </a:lnTo>
                  <a:close/>
                  <a:moveTo>
                    <a:pt x="280425" y="1056548"/>
                  </a:moveTo>
                  <a:lnTo>
                    <a:pt x="271882" y="1094984"/>
                  </a:lnTo>
                  <a:lnTo>
                    <a:pt x="328778" y="1138763"/>
                  </a:lnTo>
                  <a:close/>
                  <a:moveTo>
                    <a:pt x="208034" y="1036817"/>
                  </a:moveTo>
                  <a:lnTo>
                    <a:pt x="247987" y="975060"/>
                  </a:lnTo>
                  <a:lnTo>
                    <a:pt x="178631" y="1012769"/>
                  </a:lnTo>
                  <a:close/>
                  <a:moveTo>
                    <a:pt x="1735519" y="2615856"/>
                  </a:moveTo>
                  <a:lnTo>
                    <a:pt x="1735700" y="2632094"/>
                  </a:lnTo>
                  <a:lnTo>
                    <a:pt x="1688516" y="2593475"/>
                  </a:lnTo>
                  <a:close/>
                  <a:moveTo>
                    <a:pt x="1688516" y="2593475"/>
                  </a:moveTo>
                  <a:lnTo>
                    <a:pt x="1735700" y="2632094"/>
                  </a:lnTo>
                  <a:lnTo>
                    <a:pt x="1752534" y="2662414"/>
                  </a:lnTo>
                  <a:close/>
                  <a:moveTo>
                    <a:pt x="1752534" y="2662414"/>
                  </a:moveTo>
                  <a:lnTo>
                    <a:pt x="1735700" y="2632094"/>
                  </a:lnTo>
                  <a:lnTo>
                    <a:pt x="1733619" y="2700851"/>
                  </a:lnTo>
                  <a:close/>
                  <a:moveTo>
                    <a:pt x="1592303" y="2415769"/>
                  </a:moveTo>
                  <a:lnTo>
                    <a:pt x="1554199" y="2454205"/>
                  </a:lnTo>
                  <a:lnTo>
                    <a:pt x="1613763" y="2497984"/>
                  </a:lnTo>
                  <a:close/>
                  <a:moveTo>
                    <a:pt x="1171604" y="2043129"/>
                  </a:moveTo>
                  <a:lnTo>
                    <a:pt x="1211391" y="2065079"/>
                  </a:lnTo>
                  <a:lnTo>
                    <a:pt x="1205646" y="2004693"/>
                  </a:lnTo>
                  <a:close/>
                  <a:moveTo>
                    <a:pt x="1066673" y="1866114"/>
                  </a:moveTo>
                  <a:lnTo>
                    <a:pt x="1129400" y="1944329"/>
                  </a:lnTo>
                  <a:lnTo>
                    <a:pt x="1136083" y="1846970"/>
                  </a:lnTo>
                  <a:close/>
                  <a:moveTo>
                    <a:pt x="1020412" y="1872251"/>
                  </a:moveTo>
                  <a:lnTo>
                    <a:pt x="1015351" y="1878699"/>
                  </a:lnTo>
                  <a:lnTo>
                    <a:pt x="1066673" y="1866114"/>
                  </a:lnTo>
                  <a:close/>
                  <a:moveTo>
                    <a:pt x="1141025" y="1840263"/>
                  </a:moveTo>
                  <a:lnTo>
                    <a:pt x="1136083" y="1846970"/>
                  </a:lnTo>
                  <a:lnTo>
                    <a:pt x="1199676" y="1847696"/>
                  </a:lnTo>
                  <a:close/>
                  <a:moveTo>
                    <a:pt x="1235665" y="1922478"/>
                  </a:moveTo>
                  <a:lnTo>
                    <a:pt x="1280382" y="1942768"/>
                  </a:lnTo>
                  <a:lnTo>
                    <a:pt x="1199676" y="1847696"/>
                  </a:lnTo>
                  <a:close/>
                  <a:moveTo>
                    <a:pt x="1010085" y="1869745"/>
                  </a:moveTo>
                  <a:lnTo>
                    <a:pt x="1015351" y="1878699"/>
                  </a:lnTo>
                  <a:lnTo>
                    <a:pt x="1020412" y="1872251"/>
                  </a:lnTo>
                  <a:close/>
                  <a:moveTo>
                    <a:pt x="1141025" y="1840263"/>
                  </a:moveTo>
                  <a:lnTo>
                    <a:pt x="1199676" y="1847696"/>
                  </a:lnTo>
                  <a:lnTo>
                    <a:pt x="1197923" y="1799522"/>
                  </a:lnTo>
                  <a:close/>
                  <a:moveTo>
                    <a:pt x="956589" y="1796484"/>
                  </a:moveTo>
                  <a:lnTo>
                    <a:pt x="1020412" y="1872251"/>
                  </a:lnTo>
                  <a:lnTo>
                    <a:pt x="946853" y="1771368"/>
                  </a:lnTo>
                  <a:close/>
                  <a:moveTo>
                    <a:pt x="1010085" y="1869745"/>
                  </a:moveTo>
                  <a:lnTo>
                    <a:pt x="1020412" y="1872251"/>
                  </a:lnTo>
                  <a:lnTo>
                    <a:pt x="956589" y="1796484"/>
                  </a:lnTo>
                  <a:close/>
                  <a:moveTo>
                    <a:pt x="766020" y="1346973"/>
                  </a:moveTo>
                  <a:lnTo>
                    <a:pt x="726101" y="1365293"/>
                  </a:lnTo>
                  <a:lnTo>
                    <a:pt x="765942" y="1357393"/>
                  </a:lnTo>
                  <a:close/>
                  <a:moveTo>
                    <a:pt x="249360" y="974333"/>
                  </a:moveTo>
                  <a:lnTo>
                    <a:pt x="387804" y="999881"/>
                  </a:lnTo>
                  <a:lnTo>
                    <a:pt x="335013" y="964901"/>
                  </a:lnTo>
                  <a:close/>
                  <a:moveTo>
                    <a:pt x="861857" y="1379000"/>
                  </a:moveTo>
                  <a:lnTo>
                    <a:pt x="780585" y="1353797"/>
                  </a:lnTo>
                  <a:lnTo>
                    <a:pt x="765942" y="1357393"/>
                  </a:lnTo>
                  <a:close/>
                  <a:moveTo>
                    <a:pt x="2329149" y="3036758"/>
                  </a:moveTo>
                  <a:lnTo>
                    <a:pt x="2392975" y="3045461"/>
                  </a:lnTo>
                  <a:lnTo>
                    <a:pt x="2330705" y="3033028"/>
                  </a:lnTo>
                  <a:close/>
                  <a:moveTo>
                    <a:pt x="2109856" y="2793578"/>
                  </a:moveTo>
                  <a:lnTo>
                    <a:pt x="2158532" y="2883164"/>
                  </a:lnTo>
                  <a:lnTo>
                    <a:pt x="2175862" y="2870623"/>
                  </a:lnTo>
                  <a:close/>
                  <a:moveTo>
                    <a:pt x="2175862" y="2870623"/>
                  </a:moveTo>
                  <a:lnTo>
                    <a:pt x="2119203" y="2799570"/>
                  </a:lnTo>
                  <a:lnTo>
                    <a:pt x="2109856" y="2793578"/>
                  </a:lnTo>
                  <a:close/>
                  <a:moveTo>
                    <a:pt x="1691741" y="2333554"/>
                  </a:moveTo>
                  <a:lnTo>
                    <a:pt x="1671768" y="2306815"/>
                  </a:lnTo>
                  <a:lnTo>
                    <a:pt x="1737428" y="2377332"/>
                  </a:lnTo>
                  <a:close/>
                  <a:moveTo>
                    <a:pt x="1574572" y="2251338"/>
                  </a:moveTo>
                  <a:lnTo>
                    <a:pt x="1651952" y="2222833"/>
                  </a:lnTo>
                  <a:lnTo>
                    <a:pt x="1662397" y="2206282"/>
                  </a:lnTo>
                  <a:close/>
                  <a:moveTo>
                    <a:pt x="1136083" y="1846970"/>
                  </a:moveTo>
                  <a:lnTo>
                    <a:pt x="1141025" y="1840263"/>
                  </a:lnTo>
                  <a:lnTo>
                    <a:pt x="1135651" y="1839156"/>
                  </a:lnTo>
                  <a:close/>
                  <a:moveTo>
                    <a:pt x="1135651" y="1839156"/>
                  </a:moveTo>
                  <a:lnTo>
                    <a:pt x="1066673" y="1866114"/>
                  </a:lnTo>
                  <a:lnTo>
                    <a:pt x="1136083" y="1846970"/>
                  </a:lnTo>
                  <a:close/>
                  <a:moveTo>
                    <a:pt x="2228606" y="2929954"/>
                  </a:moveTo>
                  <a:lnTo>
                    <a:pt x="2339829" y="2927983"/>
                  </a:lnTo>
                  <a:lnTo>
                    <a:pt x="2336070" y="2837885"/>
                  </a:lnTo>
                  <a:close/>
                  <a:moveTo>
                    <a:pt x="2228606" y="2929954"/>
                  </a:moveTo>
                  <a:lnTo>
                    <a:pt x="2336070" y="2837885"/>
                  </a:lnTo>
                  <a:lnTo>
                    <a:pt x="2274837" y="2887602"/>
                  </a:lnTo>
                  <a:close/>
                  <a:moveTo>
                    <a:pt x="2395554" y="2943272"/>
                  </a:moveTo>
                  <a:lnTo>
                    <a:pt x="2339829" y="2927983"/>
                  </a:lnTo>
                  <a:lnTo>
                    <a:pt x="2330705" y="3033028"/>
                  </a:lnTo>
                  <a:close/>
                  <a:moveTo>
                    <a:pt x="2175862" y="2870623"/>
                  </a:moveTo>
                  <a:lnTo>
                    <a:pt x="2224353" y="2832186"/>
                  </a:lnTo>
                  <a:lnTo>
                    <a:pt x="2119203" y="2799570"/>
                  </a:lnTo>
                  <a:close/>
                  <a:moveTo>
                    <a:pt x="1803871" y="2241371"/>
                  </a:moveTo>
                  <a:lnTo>
                    <a:pt x="1741863" y="2210329"/>
                  </a:lnTo>
                  <a:lnTo>
                    <a:pt x="1812499" y="2256680"/>
                  </a:lnTo>
                  <a:close/>
                  <a:moveTo>
                    <a:pt x="1812499" y="2256680"/>
                  </a:moveTo>
                  <a:lnTo>
                    <a:pt x="1741863" y="2210329"/>
                  </a:lnTo>
                  <a:lnTo>
                    <a:pt x="1740361" y="2212902"/>
                  </a:lnTo>
                  <a:close/>
                  <a:moveTo>
                    <a:pt x="1812499" y="2256680"/>
                  </a:moveTo>
                  <a:lnTo>
                    <a:pt x="1740361" y="2212902"/>
                  </a:lnTo>
                  <a:lnTo>
                    <a:pt x="1786843" y="2295117"/>
                  </a:lnTo>
                  <a:close/>
                  <a:moveTo>
                    <a:pt x="1294244" y="1631222"/>
                  </a:moveTo>
                  <a:lnTo>
                    <a:pt x="1212941" y="1636727"/>
                  </a:lnTo>
                  <a:lnTo>
                    <a:pt x="1212630" y="1639305"/>
                  </a:lnTo>
                  <a:close/>
                  <a:moveTo>
                    <a:pt x="2336887" y="2830283"/>
                  </a:moveTo>
                  <a:lnTo>
                    <a:pt x="2283522" y="2813076"/>
                  </a:lnTo>
                  <a:lnTo>
                    <a:pt x="2274837" y="2887602"/>
                  </a:lnTo>
                  <a:close/>
                  <a:moveTo>
                    <a:pt x="2283522" y="2813076"/>
                  </a:moveTo>
                  <a:lnTo>
                    <a:pt x="2336887" y="2830283"/>
                  </a:lnTo>
                  <a:lnTo>
                    <a:pt x="2329012" y="2736593"/>
                  </a:lnTo>
                  <a:close/>
                  <a:moveTo>
                    <a:pt x="2283522" y="2813076"/>
                  </a:moveTo>
                  <a:lnTo>
                    <a:pt x="2329012" y="2736593"/>
                  </a:lnTo>
                  <a:lnTo>
                    <a:pt x="2265308" y="2727792"/>
                  </a:lnTo>
                  <a:close/>
                  <a:moveTo>
                    <a:pt x="1992519" y="2327919"/>
                  </a:moveTo>
                  <a:lnTo>
                    <a:pt x="1964562" y="2338896"/>
                  </a:lnTo>
                  <a:lnTo>
                    <a:pt x="1983921" y="2357229"/>
                  </a:lnTo>
                  <a:close/>
                  <a:moveTo>
                    <a:pt x="1992519" y="2327919"/>
                  </a:moveTo>
                  <a:lnTo>
                    <a:pt x="1983921" y="2357229"/>
                  </a:lnTo>
                  <a:lnTo>
                    <a:pt x="2029065" y="2338896"/>
                  </a:lnTo>
                  <a:close/>
                  <a:moveTo>
                    <a:pt x="1728685" y="2160451"/>
                  </a:moveTo>
                  <a:lnTo>
                    <a:pt x="1818720" y="2081683"/>
                  </a:lnTo>
                  <a:lnTo>
                    <a:pt x="1787329" y="2073274"/>
                  </a:lnTo>
                  <a:close/>
                  <a:moveTo>
                    <a:pt x="1641004" y="1889384"/>
                  </a:moveTo>
                  <a:lnTo>
                    <a:pt x="1655315" y="1964598"/>
                  </a:lnTo>
                  <a:lnTo>
                    <a:pt x="1701249" y="1921139"/>
                  </a:lnTo>
                  <a:close/>
                  <a:moveTo>
                    <a:pt x="1655315" y="1964598"/>
                  </a:moveTo>
                  <a:lnTo>
                    <a:pt x="1736245" y="1988526"/>
                  </a:lnTo>
                  <a:lnTo>
                    <a:pt x="1779704" y="1935811"/>
                  </a:lnTo>
                  <a:close/>
                  <a:moveTo>
                    <a:pt x="1952963" y="2099301"/>
                  </a:moveTo>
                  <a:lnTo>
                    <a:pt x="1990280" y="2129554"/>
                  </a:lnTo>
                  <a:lnTo>
                    <a:pt x="1978945" y="2123425"/>
                  </a:lnTo>
                  <a:close/>
                  <a:moveTo>
                    <a:pt x="1990280" y="2129554"/>
                  </a:moveTo>
                  <a:lnTo>
                    <a:pt x="1952963" y="2099301"/>
                  </a:lnTo>
                  <a:lnTo>
                    <a:pt x="2049641" y="2172543"/>
                  </a:lnTo>
                  <a:close/>
                  <a:moveTo>
                    <a:pt x="1990280" y="2129554"/>
                  </a:moveTo>
                  <a:lnTo>
                    <a:pt x="2002664" y="2136029"/>
                  </a:lnTo>
                  <a:lnTo>
                    <a:pt x="1978945" y="2123425"/>
                  </a:lnTo>
                  <a:close/>
                  <a:moveTo>
                    <a:pt x="1538613" y="1161324"/>
                  </a:moveTo>
                  <a:lnTo>
                    <a:pt x="1595883" y="1237005"/>
                  </a:lnTo>
                  <a:lnTo>
                    <a:pt x="1535254" y="1156100"/>
                  </a:lnTo>
                  <a:close/>
                  <a:moveTo>
                    <a:pt x="1295119" y="990360"/>
                  </a:moveTo>
                  <a:lnTo>
                    <a:pt x="1310245" y="908145"/>
                  </a:lnTo>
                  <a:lnTo>
                    <a:pt x="1302797" y="923623"/>
                  </a:lnTo>
                  <a:close/>
                  <a:moveTo>
                    <a:pt x="1190747" y="825929"/>
                  </a:moveTo>
                  <a:lnTo>
                    <a:pt x="1197305" y="848702"/>
                  </a:lnTo>
                  <a:lnTo>
                    <a:pt x="1230463" y="845174"/>
                  </a:lnTo>
                  <a:close/>
                  <a:moveTo>
                    <a:pt x="1190747" y="825929"/>
                  </a:moveTo>
                  <a:lnTo>
                    <a:pt x="1186606" y="757307"/>
                  </a:lnTo>
                  <a:lnTo>
                    <a:pt x="1197305" y="848702"/>
                  </a:lnTo>
                  <a:close/>
                  <a:moveTo>
                    <a:pt x="1538613" y="1161324"/>
                  </a:moveTo>
                  <a:lnTo>
                    <a:pt x="1605676" y="1198568"/>
                  </a:lnTo>
                  <a:lnTo>
                    <a:pt x="1605353" y="1199203"/>
                  </a:lnTo>
                  <a:close/>
                  <a:moveTo>
                    <a:pt x="1310245" y="908145"/>
                  </a:moveTo>
                  <a:lnTo>
                    <a:pt x="1297725" y="869708"/>
                  </a:lnTo>
                  <a:lnTo>
                    <a:pt x="1230463" y="845174"/>
                  </a:lnTo>
                  <a:close/>
                  <a:moveTo>
                    <a:pt x="1577404" y="875951"/>
                  </a:moveTo>
                  <a:lnTo>
                    <a:pt x="1513626" y="831271"/>
                  </a:lnTo>
                  <a:lnTo>
                    <a:pt x="1582977" y="917118"/>
                  </a:lnTo>
                  <a:close/>
                  <a:moveTo>
                    <a:pt x="1513626" y="831271"/>
                  </a:moveTo>
                  <a:lnTo>
                    <a:pt x="1577404" y="875951"/>
                  </a:lnTo>
                  <a:lnTo>
                    <a:pt x="1572410" y="825616"/>
                  </a:lnTo>
                  <a:close/>
                  <a:moveTo>
                    <a:pt x="1600111" y="745646"/>
                  </a:moveTo>
                  <a:lnTo>
                    <a:pt x="1513626" y="831271"/>
                  </a:lnTo>
                  <a:lnTo>
                    <a:pt x="1572410" y="825616"/>
                  </a:lnTo>
                  <a:close/>
                  <a:moveTo>
                    <a:pt x="1252600" y="403380"/>
                  </a:moveTo>
                  <a:lnTo>
                    <a:pt x="1240132" y="502411"/>
                  </a:lnTo>
                  <a:lnTo>
                    <a:pt x="1266450" y="492211"/>
                  </a:lnTo>
                  <a:close/>
                  <a:moveTo>
                    <a:pt x="1294205" y="96677"/>
                  </a:moveTo>
                  <a:lnTo>
                    <a:pt x="1272131" y="140153"/>
                  </a:lnTo>
                  <a:lnTo>
                    <a:pt x="1316463" y="111774"/>
                  </a:lnTo>
                  <a:close/>
                  <a:moveTo>
                    <a:pt x="1316463" y="111774"/>
                  </a:moveTo>
                  <a:lnTo>
                    <a:pt x="1272131" y="140153"/>
                  </a:lnTo>
                  <a:lnTo>
                    <a:pt x="1272579" y="186952"/>
                  </a:lnTo>
                  <a:close/>
                  <a:moveTo>
                    <a:pt x="1246413" y="8040"/>
                  </a:moveTo>
                  <a:lnTo>
                    <a:pt x="1294205" y="96677"/>
                  </a:lnTo>
                  <a:lnTo>
                    <a:pt x="1250078" y="14463"/>
                  </a:lnTo>
                  <a:close/>
                  <a:moveTo>
                    <a:pt x="1246413" y="8040"/>
                  </a:moveTo>
                  <a:lnTo>
                    <a:pt x="1291349" y="71600"/>
                  </a:lnTo>
                  <a:lnTo>
                    <a:pt x="1294205" y="96677"/>
                  </a:lnTo>
                  <a:close/>
                  <a:moveTo>
                    <a:pt x="1246413" y="8040"/>
                  </a:moveTo>
                  <a:lnTo>
                    <a:pt x="1250078" y="14463"/>
                  </a:lnTo>
                  <a:lnTo>
                    <a:pt x="123464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73" name="Candidate_density__2072">
              <a:extLst>
                <a:ext uri="{FF2B5EF4-FFF2-40B4-BE49-F238E27FC236}">
                  <a16:creationId xmlns:a16="http://schemas.microsoft.com/office/drawing/2014/main" id="{2E17D843-875E-2A35-ACB3-B5B3ABF3D1E1}"/>
                </a:ext>
              </a:extLst>
            </p:cNvPr>
            <p:cNvSpPr>
              <a:spLocks noGrp="1"/>
            </p:cNvSpPr>
            <p:nvPr/>
          </p:nvSpPr>
          <p:spPr>
            <a:xfrm>
              <a:off x="4388839" y="1506782"/>
              <a:ext cx="1611866" cy="3449771"/>
            </a:xfrm>
            <a:custGeom>
              <a:avLst/>
              <a:gdLst/>
              <a:ahLst/>
              <a:cxnLst/>
              <a:rect l="0" t="0" r="0" b="0"/>
              <a:pathLst>
                <a:path w="1611866" h="3449771">
                  <a:moveTo>
                    <a:pt x="112237" y="3333444"/>
                  </a:moveTo>
                  <a:lnTo>
                    <a:pt x="210132" y="3377223"/>
                  </a:lnTo>
                  <a:lnTo>
                    <a:pt x="152857" y="3295008"/>
                  </a:lnTo>
                  <a:close/>
                  <a:moveTo>
                    <a:pt x="279927" y="3338787"/>
                  </a:moveTo>
                  <a:lnTo>
                    <a:pt x="210132" y="3377223"/>
                  </a:lnTo>
                  <a:lnTo>
                    <a:pt x="263633" y="3449771"/>
                  </a:lnTo>
                  <a:close/>
                  <a:moveTo>
                    <a:pt x="449904" y="3097484"/>
                  </a:moveTo>
                  <a:lnTo>
                    <a:pt x="481622" y="3061875"/>
                  </a:lnTo>
                  <a:lnTo>
                    <a:pt x="387656" y="3121027"/>
                  </a:lnTo>
                  <a:close/>
                  <a:moveTo>
                    <a:pt x="387656" y="3121027"/>
                  </a:moveTo>
                  <a:lnTo>
                    <a:pt x="481622" y="3061875"/>
                  </a:lnTo>
                  <a:lnTo>
                    <a:pt x="441014" y="3038148"/>
                  </a:lnTo>
                  <a:close/>
                  <a:moveTo>
                    <a:pt x="425535" y="2850548"/>
                  </a:moveTo>
                  <a:lnTo>
                    <a:pt x="417764" y="2886575"/>
                  </a:lnTo>
                  <a:lnTo>
                    <a:pt x="427079" y="2812402"/>
                  </a:lnTo>
                  <a:close/>
                  <a:moveTo>
                    <a:pt x="415919" y="2897866"/>
                  </a:moveTo>
                  <a:lnTo>
                    <a:pt x="417764" y="2886575"/>
                  </a:lnTo>
                  <a:lnTo>
                    <a:pt x="425535" y="2850548"/>
                  </a:lnTo>
                  <a:close/>
                  <a:moveTo>
                    <a:pt x="462824" y="2776389"/>
                  </a:moveTo>
                  <a:lnTo>
                    <a:pt x="425535" y="2850548"/>
                  </a:lnTo>
                  <a:lnTo>
                    <a:pt x="427079" y="2812402"/>
                  </a:lnTo>
                  <a:close/>
                  <a:moveTo>
                    <a:pt x="582987" y="2731795"/>
                  </a:moveTo>
                  <a:lnTo>
                    <a:pt x="534507" y="2765741"/>
                  </a:lnTo>
                  <a:lnTo>
                    <a:pt x="462824" y="2776389"/>
                  </a:lnTo>
                  <a:close/>
                  <a:moveTo>
                    <a:pt x="582987" y="2731795"/>
                  </a:moveTo>
                  <a:lnTo>
                    <a:pt x="462824" y="2776389"/>
                  </a:lnTo>
                  <a:lnTo>
                    <a:pt x="517500" y="2765611"/>
                  </a:lnTo>
                  <a:close/>
                  <a:moveTo>
                    <a:pt x="140870" y="2408632"/>
                  </a:moveTo>
                  <a:lnTo>
                    <a:pt x="194033" y="2392194"/>
                  </a:lnTo>
                  <a:lnTo>
                    <a:pt x="152876" y="2401326"/>
                  </a:lnTo>
                  <a:close/>
                  <a:moveTo>
                    <a:pt x="194033" y="2392194"/>
                  </a:moveTo>
                  <a:lnTo>
                    <a:pt x="214320" y="2362890"/>
                  </a:lnTo>
                  <a:lnTo>
                    <a:pt x="152876" y="2401326"/>
                  </a:lnTo>
                  <a:close/>
                  <a:moveTo>
                    <a:pt x="123257" y="2313966"/>
                  </a:moveTo>
                  <a:lnTo>
                    <a:pt x="128784" y="2363444"/>
                  </a:lnTo>
                  <a:lnTo>
                    <a:pt x="189463" y="2280675"/>
                  </a:lnTo>
                  <a:close/>
                  <a:moveTo>
                    <a:pt x="189463" y="2280675"/>
                  </a:moveTo>
                  <a:lnTo>
                    <a:pt x="128784" y="2363444"/>
                  </a:lnTo>
                  <a:lnTo>
                    <a:pt x="152876" y="2401326"/>
                  </a:lnTo>
                  <a:close/>
                  <a:moveTo>
                    <a:pt x="189463" y="2280675"/>
                  </a:moveTo>
                  <a:lnTo>
                    <a:pt x="152876" y="2401326"/>
                  </a:lnTo>
                  <a:lnTo>
                    <a:pt x="214320" y="2362890"/>
                  </a:lnTo>
                  <a:close/>
                  <a:moveTo>
                    <a:pt x="524349" y="2770214"/>
                  </a:moveTo>
                  <a:lnTo>
                    <a:pt x="621605" y="2751739"/>
                  </a:lnTo>
                  <a:lnTo>
                    <a:pt x="582987" y="2731795"/>
                  </a:lnTo>
                  <a:close/>
                  <a:moveTo>
                    <a:pt x="241550" y="2160023"/>
                  </a:moveTo>
                  <a:lnTo>
                    <a:pt x="150172" y="2228204"/>
                  </a:lnTo>
                  <a:lnTo>
                    <a:pt x="189463" y="2280675"/>
                  </a:lnTo>
                  <a:close/>
                  <a:moveTo>
                    <a:pt x="241550" y="2160023"/>
                  </a:moveTo>
                  <a:lnTo>
                    <a:pt x="255303" y="2127413"/>
                  </a:lnTo>
                  <a:lnTo>
                    <a:pt x="162651" y="2181846"/>
                  </a:lnTo>
                  <a:close/>
                  <a:moveTo>
                    <a:pt x="162651" y="2181846"/>
                  </a:moveTo>
                  <a:lnTo>
                    <a:pt x="255303" y="2127413"/>
                  </a:lnTo>
                  <a:lnTo>
                    <a:pt x="222801" y="2093446"/>
                  </a:lnTo>
                  <a:close/>
                  <a:moveTo>
                    <a:pt x="610047" y="2402563"/>
                  </a:moveTo>
                  <a:lnTo>
                    <a:pt x="546542" y="2406669"/>
                  </a:lnTo>
                  <a:lnTo>
                    <a:pt x="490993" y="2451303"/>
                  </a:lnTo>
                  <a:close/>
                  <a:moveTo>
                    <a:pt x="312315" y="2121587"/>
                  </a:moveTo>
                  <a:lnTo>
                    <a:pt x="274261" y="2051610"/>
                  </a:lnTo>
                  <a:lnTo>
                    <a:pt x="260381" y="2077808"/>
                  </a:lnTo>
                  <a:close/>
                  <a:moveTo>
                    <a:pt x="247585" y="1995593"/>
                  </a:moveTo>
                  <a:lnTo>
                    <a:pt x="260381" y="2077808"/>
                  </a:lnTo>
                  <a:lnTo>
                    <a:pt x="256093" y="1966287"/>
                  </a:lnTo>
                  <a:close/>
                  <a:moveTo>
                    <a:pt x="260381" y="2077808"/>
                  </a:moveTo>
                  <a:lnTo>
                    <a:pt x="274261" y="2051610"/>
                  </a:lnTo>
                  <a:lnTo>
                    <a:pt x="256093" y="1966287"/>
                  </a:lnTo>
                  <a:close/>
                  <a:moveTo>
                    <a:pt x="610047" y="2402563"/>
                  </a:moveTo>
                  <a:lnTo>
                    <a:pt x="655948" y="2423542"/>
                  </a:lnTo>
                  <a:lnTo>
                    <a:pt x="634385" y="2368232"/>
                  </a:lnTo>
                  <a:close/>
                  <a:moveTo>
                    <a:pt x="634385" y="2368232"/>
                  </a:moveTo>
                  <a:lnTo>
                    <a:pt x="716106" y="2412011"/>
                  </a:lnTo>
                  <a:lnTo>
                    <a:pt x="710774" y="2329795"/>
                  </a:lnTo>
                  <a:close/>
                  <a:moveTo>
                    <a:pt x="675673" y="2247581"/>
                  </a:moveTo>
                  <a:lnTo>
                    <a:pt x="653755" y="2285733"/>
                  </a:lnTo>
                  <a:lnTo>
                    <a:pt x="634385" y="2368232"/>
                  </a:lnTo>
                  <a:close/>
                  <a:moveTo>
                    <a:pt x="710774" y="2329795"/>
                  </a:moveTo>
                  <a:lnTo>
                    <a:pt x="675673" y="2247581"/>
                  </a:lnTo>
                  <a:lnTo>
                    <a:pt x="634385" y="2368232"/>
                  </a:lnTo>
                  <a:close/>
                  <a:moveTo>
                    <a:pt x="654396" y="2286017"/>
                  </a:moveTo>
                  <a:lnTo>
                    <a:pt x="688607" y="2202431"/>
                  </a:lnTo>
                  <a:lnTo>
                    <a:pt x="705723" y="2165365"/>
                  </a:lnTo>
                  <a:close/>
                  <a:moveTo>
                    <a:pt x="688607" y="2202431"/>
                  </a:moveTo>
                  <a:lnTo>
                    <a:pt x="653755" y="2285733"/>
                  </a:lnTo>
                  <a:lnTo>
                    <a:pt x="675673" y="2247581"/>
                  </a:lnTo>
                  <a:close/>
                  <a:moveTo>
                    <a:pt x="688607" y="2202431"/>
                  </a:moveTo>
                  <a:lnTo>
                    <a:pt x="726591" y="2129242"/>
                  </a:lnTo>
                  <a:lnTo>
                    <a:pt x="705723" y="2165365"/>
                  </a:lnTo>
                  <a:close/>
                  <a:moveTo>
                    <a:pt x="726591" y="2129242"/>
                  </a:moveTo>
                  <a:lnTo>
                    <a:pt x="728077" y="2126929"/>
                  </a:lnTo>
                  <a:lnTo>
                    <a:pt x="705723" y="2165365"/>
                  </a:lnTo>
                  <a:close/>
                  <a:moveTo>
                    <a:pt x="241297" y="1644641"/>
                  </a:moveTo>
                  <a:lnTo>
                    <a:pt x="190179" y="1672075"/>
                  </a:lnTo>
                  <a:lnTo>
                    <a:pt x="287525" y="1640458"/>
                  </a:lnTo>
                  <a:close/>
                  <a:moveTo>
                    <a:pt x="1166489" y="2444115"/>
                  </a:moveTo>
                  <a:lnTo>
                    <a:pt x="1194812" y="2417353"/>
                  </a:lnTo>
                  <a:lnTo>
                    <a:pt x="1164184" y="2455789"/>
                  </a:lnTo>
                  <a:close/>
                  <a:moveTo>
                    <a:pt x="601914" y="1866917"/>
                  </a:moveTo>
                  <a:lnTo>
                    <a:pt x="641760" y="1812072"/>
                  </a:lnTo>
                  <a:lnTo>
                    <a:pt x="597007" y="1880283"/>
                  </a:lnTo>
                  <a:close/>
                  <a:moveTo>
                    <a:pt x="460924" y="1520579"/>
                  </a:moveTo>
                  <a:lnTo>
                    <a:pt x="406636" y="1553754"/>
                  </a:lnTo>
                  <a:lnTo>
                    <a:pt x="403304" y="1606923"/>
                  </a:lnTo>
                  <a:close/>
                  <a:moveTo>
                    <a:pt x="403304" y="1606923"/>
                  </a:moveTo>
                  <a:lnTo>
                    <a:pt x="439468" y="1595201"/>
                  </a:lnTo>
                  <a:lnTo>
                    <a:pt x="460924" y="1520579"/>
                  </a:lnTo>
                  <a:close/>
                  <a:moveTo>
                    <a:pt x="387900" y="1483703"/>
                  </a:moveTo>
                  <a:lnTo>
                    <a:pt x="340325" y="1521029"/>
                  </a:lnTo>
                  <a:lnTo>
                    <a:pt x="314519" y="1551423"/>
                  </a:lnTo>
                  <a:close/>
                  <a:moveTo>
                    <a:pt x="1214197" y="2407286"/>
                  </a:moveTo>
                  <a:lnTo>
                    <a:pt x="1194812" y="2417353"/>
                  </a:lnTo>
                  <a:lnTo>
                    <a:pt x="1166489" y="2444115"/>
                  </a:lnTo>
                  <a:close/>
                  <a:moveTo>
                    <a:pt x="1260966" y="2395317"/>
                  </a:moveTo>
                  <a:lnTo>
                    <a:pt x="1368795" y="2427985"/>
                  </a:lnTo>
                  <a:lnTo>
                    <a:pt x="1305908" y="2378916"/>
                  </a:lnTo>
                  <a:close/>
                  <a:moveTo>
                    <a:pt x="517966" y="1574296"/>
                  </a:moveTo>
                  <a:lnTo>
                    <a:pt x="472542" y="1521506"/>
                  </a:lnTo>
                  <a:lnTo>
                    <a:pt x="439468" y="1595201"/>
                  </a:lnTo>
                  <a:close/>
                  <a:moveTo>
                    <a:pt x="1505435" y="2422695"/>
                  </a:moveTo>
                  <a:lnTo>
                    <a:pt x="1486260" y="2373309"/>
                  </a:lnTo>
                  <a:lnTo>
                    <a:pt x="1448062" y="2445695"/>
                  </a:lnTo>
                  <a:close/>
                  <a:moveTo>
                    <a:pt x="1340639" y="2258265"/>
                  </a:moveTo>
                  <a:lnTo>
                    <a:pt x="1305908" y="2378916"/>
                  </a:lnTo>
                  <a:lnTo>
                    <a:pt x="1395716" y="2313436"/>
                  </a:lnTo>
                  <a:close/>
                  <a:moveTo>
                    <a:pt x="1395716" y="2313436"/>
                  </a:moveTo>
                  <a:lnTo>
                    <a:pt x="1305908" y="2378916"/>
                  </a:lnTo>
                  <a:lnTo>
                    <a:pt x="1395159" y="2346813"/>
                  </a:lnTo>
                  <a:close/>
                  <a:moveTo>
                    <a:pt x="1486260" y="2373309"/>
                  </a:moveTo>
                  <a:lnTo>
                    <a:pt x="1463420" y="2340480"/>
                  </a:lnTo>
                  <a:lnTo>
                    <a:pt x="1368795" y="2427985"/>
                  </a:lnTo>
                  <a:close/>
                  <a:moveTo>
                    <a:pt x="1463420" y="2340480"/>
                  </a:moveTo>
                  <a:lnTo>
                    <a:pt x="1474616" y="2329774"/>
                  </a:lnTo>
                  <a:lnTo>
                    <a:pt x="1445177" y="2266649"/>
                  </a:lnTo>
                  <a:close/>
                  <a:moveTo>
                    <a:pt x="1395159" y="2346813"/>
                  </a:moveTo>
                  <a:lnTo>
                    <a:pt x="1463420" y="2340480"/>
                  </a:lnTo>
                  <a:lnTo>
                    <a:pt x="1445177" y="2266649"/>
                  </a:lnTo>
                  <a:close/>
                  <a:moveTo>
                    <a:pt x="1286470" y="2214486"/>
                  </a:moveTo>
                  <a:lnTo>
                    <a:pt x="1340639" y="2258265"/>
                  </a:lnTo>
                  <a:lnTo>
                    <a:pt x="1346218" y="2176049"/>
                  </a:lnTo>
                  <a:close/>
                  <a:moveTo>
                    <a:pt x="1445177" y="2266649"/>
                  </a:moveTo>
                  <a:lnTo>
                    <a:pt x="1474616" y="2329774"/>
                  </a:lnTo>
                  <a:lnTo>
                    <a:pt x="1487703" y="2258265"/>
                  </a:lnTo>
                  <a:close/>
                  <a:moveTo>
                    <a:pt x="1355371" y="2162593"/>
                  </a:moveTo>
                  <a:lnTo>
                    <a:pt x="1286470" y="2214486"/>
                  </a:lnTo>
                  <a:lnTo>
                    <a:pt x="1346218" y="2176049"/>
                  </a:lnTo>
                  <a:close/>
                  <a:moveTo>
                    <a:pt x="52607" y="635667"/>
                  </a:moveTo>
                  <a:lnTo>
                    <a:pt x="10021" y="734615"/>
                  </a:lnTo>
                  <a:lnTo>
                    <a:pt x="0" y="696178"/>
                  </a:lnTo>
                  <a:close/>
                  <a:moveTo>
                    <a:pt x="52607" y="635667"/>
                  </a:moveTo>
                  <a:lnTo>
                    <a:pt x="17835" y="720863"/>
                  </a:lnTo>
                  <a:lnTo>
                    <a:pt x="10021" y="734615"/>
                  </a:lnTo>
                  <a:close/>
                  <a:moveTo>
                    <a:pt x="52607" y="635667"/>
                  </a:moveTo>
                  <a:lnTo>
                    <a:pt x="68618" y="613962"/>
                  </a:lnTo>
                  <a:lnTo>
                    <a:pt x="65515" y="652399"/>
                  </a:lnTo>
                  <a:close/>
                  <a:moveTo>
                    <a:pt x="1505435" y="2422695"/>
                  </a:moveTo>
                  <a:lnTo>
                    <a:pt x="1611866" y="2349069"/>
                  </a:lnTo>
                  <a:lnTo>
                    <a:pt x="1480503" y="2338022"/>
                  </a:lnTo>
                  <a:close/>
                  <a:moveTo>
                    <a:pt x="1480503" y="2338022"/>
                  </a:moveTo>
                  <a:lnTo>
                    <a:pt x="1611866" y="2349069"/>
                  </a:lnTo>
                  <a:lnTo>
                    <a:pt x="1584899" y="2313742"/>
                  </a:lnTo>
                  <a:close/>
                  <a:moveTo>
                    <a:pt x="1480503" y="2338022"/>
                  </a:moveTo>
                  <a:lnTo>
                    <a:pt x="1565083" y="2229760"/>
                  </a:lnTo>
                  <a:lnTo>
                    <a:pt x="1474616" y="2329774"/>
                  </a:lnTo>
                  <a:close/>
                  <a:moveTo>
                    <a:pt x="1426482" y="2213261"/>
                  </a:moveTo>
                  <a:lnTo>
                    <a:pt x="1424533" y="2222841"/>
                  </a:lnTo>
                  <a:lnTo>
                    <a:pt x="1443179" y="2212239"/>
                  </a:lnTo>
                  <a:close/>
                  <a:moveTo>
                    <a:pt x="1462222" y="2068233"/>
                  </a:moveTo>
                  <a:lnTo>
                    <a:pt x="1355371" y="2162593"/>
                  </a:lnTo>
                  <a:lnTo>
                    <a:pt x="1396803" y="2102297"/>
                  </a:lnTo>
                  <a:close/>
                  <a:moveTo>
                    <a:pt x="679151" y="1353899"/>
                  </a:moveTo>
                  <a:lnTo>
                    <a:pt x="696220" y="1350379"/>
                  </a:lnTo>
                  <a:lnTo>
                    <a:pt x="660113" y="1271684"/>
                  </a:lnTo>
                  <a:close/>
                  <a:moveTo>
                    <a:pt x="696220" y="1350379"/>
                  </a:moveTo>
                  <a:lnTo>
                    <a:pt x="812179" y="1316699"/>
                  </a:lnTo>
                  <a:lnTo>
                    <a:pt x="772964" y="1248488"/>
                  </a:lnTo>
                  <a:close/>
                  <a:moveTo>
                    <a:pt x="696220" y="1350379"/>
                  </a:moveTo>
                  <a:lnTo>
                    <a:pt x="772964" y="1248488"/>
                  </a:lnTo>
                  <a:lnTo>
                    <a:pt x="678923" y="1264350"/>
                  </a:lnTo>
                  <a:close/>
                  <a:moveTo>
                    <a:pt x="112479" y="580863"/>
                  </a:moveTo>
                  <a:lnTo>
                    <a:pt x="68618" y="613962"/>
                  </a:lnTo>
                  <a:lnTo>
                    <a:pt x="154447" y="587041"/>
                  </a:lnTo>
                  <a:close/>
                  <a:moveTo>
                    <a:pt x="1396803" y="2102297"/>
                  </a:moveTo>
                  <a:lnTo>
                    <a:pt x="1438846" y="2111112"/>
                  </a:lnTo>
                  <a:lnTo>
                    <a:pt x="1462222" y="2068233"/>
                  </a:lnTo>
                  <a:close/>
                  <a:moveTo>
                    <a:pt x="1462222" y="2068233"/>
                  </a:moveTo>
                  <a:lnTo>
                    <a:pt x="1438846" y="2111112"/>
                  </a:lnTo>
                  <a:lnTo>
                    <a:pt x="1501876" y="2016962"/>
                  </a:lnTo>
                  <a:close/>
                  <a:moveTo>
                    <a:pt x="1502609" y="2004033"/>
                  </a:moveTo>
                  <a:lnTo>
                    <a:pt x="1496737" y="2024547"/>
                  </a:lnTo>
                  <a:lnTo>
                    <a:pt x="1501876" y="2016962"/>
                  </a:lnTo>
                  <a:close/>
                  <a:moveTo>
                    <a:pt x="1568446" y="1971525"/>
                  </a:moveTo>
                  <a:lnTo>
                    <a:pt x="1527774" y="1934746"/>
                  </a:lnTo>
                  <a:lnTo>
                    <a:pt x="1525640" y="2026684"/>
                  </a:lnTo>
                  <a:close/>
                  <a:moveTo>
                    <a:pt x="1502609" y="2004033"/>
                  </a:moveTo>
                  <a:lnTo>
                    <a:pt x="1519208" y="2016962"/>
                  </a:lnTo>
                  <a:lnTo>
                    <a:pt x="1496737" y="2024547"/>
                  </a:lnTo>
                  <a:close/>
                  <a:moveTo>
                    <a:pt x="355682" y="502437"/>
                  </a:moveTo>
                  <a:lnTo>
                    <a:pt x="303494" y="522514"/>
                  </a:lnTo>
                  <a:lnTo>
                    <a:pt x="233755" y="540430"/>
                  </a:lnTo>
                  <a:close/>
                  <a:moveTo>
                    <a:pt x="355682" y="502437"/>
                  </a:moveTo>
                  <a:lnTo>
                    <a:pt x="233755" y="540430"/>
                  </a:lnTo>
                  <a:lnTo>
                    <a:pt x="286711" y="523224"/>
                  </a:lnTo>
                  <a:close/>
                  <a:moveTo>
                    <a:pt x="729119" y="923264"/>
                  </a:moveTo>
                  <a:lnTo>
                    <a:pt x="735326" y="909729"/>
                  </a:lnTo>
                  <a:lnTo>
                    <a:pt x="690449" y="918104"/>
                  </a:lnTo>
                  <a:close/>
                  <a:moveTo>
                    <a:pt x="1113486" y="1353611"/>
                  </a:moveTo>
                  <a:lnTo>
                    <a:pt x="1097338" y="1388216"/>
                  </a:lnTo>
                  <a:lnTo>
                    <a:pt x="1112718" y="1320805"/>
                  </a:lnTo>
                  <a:close/>
                  <a:moveTo>
                    <a:pt x="1135199" y="1251115"/>
                  </a:moveTo>
                  <a:lnTo>
                    <a:pt x="1113486" y="1353611"/>
                  </a:lnTo>
                  <a:lnTo>
                    <a:pt x="1112718" y="1320805"/>
                  </a:lnTo>
                  <a:close/>
                  <a:moveTo>
                    <a:pt x="1213890" y="1232483"/>
                  </a:moveTo>
                  <a:lnTo>
                    <a:pt x="1179440" y="1238590"/>
                  </a:lnTo>
                  <a:lnTo>
                    <a:pt x="1267623" y="1252370"/>
                  </a:lnTo>
                  <a:close/>
                  <a:moveTo>
                    <a:pt x="1179440" y="1238590"/>
                  </a:moveTo>
                  <a:lnTo>
                    <a:pt x="1135199" y="1251115"/>
                  </a:lnTo>
                  <a:lnTo>
                    <a:pt x="1267623" y="1252370"/>
                  </a:lnTo>
                  <a:close/>
                  <a:moveTo>
                    <a:pt x="1213890" y="1232483"/>
                  </a:moveTo>
                  <a:lnTo>
                    <a:pt x="1267623" y="1252370"/>
                  </a:lnTo>
                  <a:lnTo>
                    <a:pt x="1311640" y="1200153"/>
                  </a:lnTo>
                  <a:close/>
                  <a:moveTo>
                    <a:pt x="1448385" y="1163027"/>
                  </a:moveTo>
                  <a:lnTo>
                    <a:pt x="1348239" y="1183852"/>
                  </a:lnTo>
                  <a:lnTo>
                    <a:pt x="1451745" y="1168251"/>
                  </a:lnTo>
                  <a:close/>
                  <a:moveTo>
                    <a:pt x="1348239" y="1183852"/>
                  </a:moveTo>
                  <a:lnTo>
                    <a:pt x="1378824" y="1174266"/>
                  </a:lnTo>
                  <a:lnTo>
                    <a:pt x="1451745" y="1168251"/>
                  </a:lnTo>
                  <a:close/>
                  <a:moveTo>
                    <a:pt x="1378824" y="1174266"/>
                  </a:moveTo>
                  <a:lnTo>
                    <a:pt x="1434203" y="1166121"/>
                  </a:lnTo>
                  <a:lnTo>
                    <a:pt x="1451745" y="1168251"/>
                  </a:lnTo>
                  <a:close/>
                  <a:moveTo>
                    <a:pt x="940635" y="220178"/>
                  </a:moveTo>
                  <a:lnTo>
                    <a:pt x="982465" y="161375"/>
                  </a:lnTo>
                  <a:lnTo>
                    <a:pt x="945854" y="180477"/>
                  </a:lnTo>
                  <a:close/>
                  <a:moveTo>
                    <a:pt x="979690" y="142041"/>
                  </a:moveTo>
                  <a:lnTo>
                    <a:pt x="999330" y="59826"/>
                  </a:lnTo>
                  <a:lnTo>
                    <a:pt x="945854" y="180477"/>
                  </a:lnTo>
                  <a:close/>
                  <a:moveTo>
                    <a:pt x="1071393" y="0"/>
                  </a:moveTo>
                  <a:lnTo>
                    <a:pt x="1021696" y="29394"/>
                  </a:lnTo>
                  <a:lnTo>
                    <a:pt x="999330" y="5982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74" name="Candidate_density__2073">
              <a:extLst>
                <a:ext uri="{FF2B5EF4-FFF2-40B4-BE49-F238E27FC236}">
                  <a16:creationId xmlns:a16="http://schemas.microsoft.com/office/drawing/2014/main" id="{612F101B-5F56-8C0E-77F4-5C3D68D659A8}"/>
                </a:ext>
              </a:extLst>
            </p:cNvPr>
            <p:cNvSpPr>
              <a:spLocks noGrp="1"/>
            </p:cNvSpPr>
            <p:nvPr/>
          </p:nvSpPr>
          <p:spPr>
            <a:xfrm>
              <a:off x="4353353" y="1895468"/>
              <a:ext cx="2312144" cy="3399612"/>
            </a:xfrm>
            <a:custGeom>
              <a:avLst/>
              <a:gdLst/>
              <a:ahLst/>
              <a:cxnLst/>
              <a:rect l="0" t="0" r="0" b="0"/>
              <a:pathLst>
                <a:path w="2312144" h="3399612">
                  <a:moveTo>
                    <a:pt x="308632" y="3033194"/>
                  </a:moveTo>
                  <a:lnTo>
                    <a:pt x="346274" y="3070752"/>
                  </a:lnTo>
                  <a:lnTo>
                    <a:pt x="299119" y="3061084"/>
                  </a:lnTo>
                  <a:close/>
                  <a:moveTo>
                    <a:pt x="670512" y="3399612"/>
                  </a:moveTo>
                  <a:lnTo>
                    <a:pt x="701007" y="3388864"/>
                  </a:lnTo>
                  <a:lnTo>
                    <a:pt x="602945" y="3361062"/>
                  </a:lnTo>
                  <a:close/>
                  <a:moveTo>
                    <a:pt x="523257" y="3341783"/>
                  </a:moveTo>
                  <a:lnTo>
                    <a:pt x="602945" y="3361062"/>
                  </a:lnTo>
                  <a:lnTo>
                    <a:pt x="648727" y="3317034"/>
                  </a:lnTo>
                  <a:close/>
                  <a:moveTo>
                    <a:pt x="346274" y="3070752"/>
                  </a:moveTo>
                  <a:lnTo>
                    <a:pt x="404990" y="3047375"/>
                  </a:lnTo>
                  <a:lnTo>
                    <a:pt x="299119" y="3061084"/>
                  </a:lnTo>
                  <a:close/>
                  <a:moveTo>
                    <a:pt x="299119" y="3061084"/>
                  </a:moveTo>
                  <a:lnTo>
                    <a:pt x="404990" y="3047375"/>
                  </a:lnTo>
                  <a:lnTo>
                    <a:pt x="422980" y="3030319"/>
                  </a:lnTo>
                  <a:close/>
                  <a:moveTo>
                    <a:pt x="490718" y="3004923"/>
                  </a:moveTo>
                  <a:lnTo>
                    <a:pt x="467871" y="2982955"/>
                  </a:lnTo>
                  <a:lnTo>
                    <a:pt x="422980" y="3030319"/>
                  </a:lnTo>
                  <a:close/>
                  <a:moveTo>
                    <a:pt x="498651" y="2531362"/>
                  </a:moveTo>
                  <a:lnTo>
                    <a:pt x="566024" y="2577414"/>
                  </a:lnTo>
                  <a:lnTo>
                    <a:pt x="622669" y="2591222"/>
                  </a:lnTo>
                  <a:close/>
                  <a:moveTo>
                    <a:pt x="148599" y="1933526"/>
                  </a:moveTo>
                  <a:lnTo>
                    <a:pt x="99930" y="1930425"/>
                  </a:lnTo>
                  <a:lnTo>
                    <a:pt x="28282" y="1870657"/>
                  </a:lnTo>
                  <a:close/>
                  <a:moveTo>
                    <a:pt x="162674" y="1891989"/>
                  </a:moveTo>
                  <a:lnTo>
                    <a:pt x="80730" y="1928110"/>
                  </a:lnTo>
                  <a:lnTo>
                    <a:pt x="185658" y="1839518"/>
                  </a:lnTo>
                  <a:close/>
                  <a:moveTo>
                    <a:pt x="77211" y="1927912"/>
                  </a:moveTo>
                  <a:lnTo>
                    <a:pt x="99930" y="1930425"/>
                  </a:lnTo>
                  <a:lnTo>
                    <a:pt x="185658" y="1839518"/>
                  </a:lnTo>
                  <a:close/>
                  <a:moveTo>
                    <a:pt x="847308" y="2529778"/>
                  </a:moveTo>
                  <a:lnTo>
                    <a:pt x="750164" y="2556822"/>
                  </a:lnTo>
                  <a:lnTo>
                    <a:pt x="833846" y="2591039"/>
                  </a:lnTo>
                  <a:close/>
                  <a:moveTo>
                    <a:pt x="847308" y="2529778"/>
                  </a:moveTo>
                  <a:lnTo>
                    <a:pt x="750083" y="2548228"/>
                  </a:lnTo>
                  <a:lnTo>
                    <a:pt x="750164" y="2556822"/>
                  </a:lnTo>
                  <a:close/>
                  <a:moveTo>
                    <a:pt x="847308" y="2529778"/>
                  </a:moveTo>
                  <a:lnTo>
                    <a:pt x="833846" y="2591039"/>
                  </a:lnTo>
                  <a:lnTo>
                    <a:pt x="856422" y="2549709"/>
                  </a:lnTo>
                  <a:close/>
                  <a:moveTo>
                    <a:pt x="198138" y="1793160"/>
                  </a:moveTo>
                  <a:lnTo>
                    <a:pt x="173604" y="1713013"/>
                  </a:lnTo>
                  <a:lnTo>
                    <a:pt x="204628" y="1771337"/>
                  </a:lnTo>
                  <a:close/>
                  <a:moveTo>
                    <a:pt x="101472" y="1610971"/>
                  </a:moveTo>
                  <a:lnTo>
                    <a:pt x="170918" y="1689122"/>
                  </a:lnTo>
                  <a:lnTo>
                    <a:pt x="173604" y="1713013"/>
                  </a:lnTo>
                  <a:close/>
                  <a:moveTo>
                    <a:pt x="0" y="1645343"/>
                  </a:moveTo>
                  <a:lnTo>
                    <a:pt x="101472" y="1610971"/>
                  </a:lnTo>
                  <a:lnTo>
                    <a:pt x="105928" y="1604875"/>
                  </a:lnTo>
                  <a:close/>
                  <a:moveTo>
                    <a:pt x="101472" y="1610971"/>
                  </a:moveTo>
                  <a:lnTo>
                    <a:pt x="170518" y="1615430"/>
                  </a:lnTo>
                  <a:lnTo>
                    <a:pt x="105928" y="1604875"/>
                  </a:lnTo>
                  <a:close/>
                  <a:moveTo>
                    <a:pt x="170518" y="1615430"/>
                  </a:moveTo>
                  <a:lnTo>
                    <a:pt x="174861" y="1583948"/>
                  </a:lnTo>
                  <a:lnTo>
                    <a:pt x="105928" y="1604875"/>
                  </a:lnTo>
                  <a:close/>
                  <a:moveTo>
                    <a:pt x="174861" y="1583948"/>
                  </a:moveTo>
                  <a:lnTo>
                    <a:pt x="170518" y="1615430"/>
                  </a:lnTo>
                  <a:lnTo>
                    <a:pt x="203752" y="1524692"/>
                  </a:lnTo>
                  <a:close/>
                  <a:moveTo>
                    <a:pt x="785009" y="2041499"/>
                  </a:moveTo>
                  <a:lnTo>
                    <a:pt x="818971" y="2052354"/>
                  </a:lnTo>
                  <a:lnTo>
                    <a:pt x="802958" y="2023324"/>
                  </a:lnTo>
                  <a:close/>
                  <a:moveTo>
                    <a:pt x="1491253" y="2560394"/>
                  </a:moveTo>
                  <a:lnTo>
                    <a:pt x="1459357" y="2612168"/>
                  </a:lnTo>
                  <a:lnTo>
                    <a:pt x="1505776" y="2570517"/>
                  </a:lnTo>
                  <a:close/>
                  <a:moveTo>
                    <a:pt x="1463565" y="2478179"/>
                  </a:moveTo>
                  <a:lnTo>
                    <a:pt x="1398028" y="2446320"/>
                  </a:lnTo>
                  <a:lnTo>
                    <a:pt x="1355740" y="2503416"/>
                  </a:lnTo>
                  <a:close/>
                  <a:moveTo>
                    <a:pt x="1355740" y="2503416"/>
                  </a:moveTo>
                  <a:lnTo>
                    <a:pt x="1277340" y="2422538"/>
                  </a:lnTo>
                  <a:lnTo>
                    <a:pt x="1282097" y="2434400"/>
                  </a:lnTo>
                  <a:close/>
                  <a:moveTo>
                    <a:pt x="1256879" y="2412451"/>
                  </a:moveTo>
                  <a:lnTo>
                    <a:pt x="1282097" y="2434400"/>
                  </a:lnTo>
                  <a:lnTo>
                    <a:pt x="1277340" y="2422538"/>
                  </a:lnTo>
                  <a:close/>
                  <a:moveTo>
                    <a:pt x="827887" y="1941109"/>
                  </a:moveTo>
                  <a:lnTo>
                    <a:pt x="791659" y="2013966"/>
                  </a:lnTo>
                  <a:lnTo>
                    <a:pt x="802958" y="2023324"/>
                  </a:lnTo>
                  <a:close/>
                  <a:moveTo>
                    <a:pt x="462511" y="1499229"/>
                  </a:moveTo>
                  <a:lnTo>
                    <a:pt x="506447" y="1557316"/>
                  </a:lnTo>
                  <a:lnTo>
                    <a:pt x="470736" y="1530034"/>
                  </a:lnTo>
                  <a:close/>
                  <a:moveTo>
                    <a:pt x="644312" y="1573812"/>
                  </a:moveTo>
                  <a:lnTo>
                    <a:pt x="677265" y="1638659"/>
                  </a:lnTo>
                  <a:lnTo>
                    <a:pt x="733209" y="1632622"/>
                  </a:lnTo>
                  <a:close/>
                  <a:moveTo>
                    <a:pt x="474670" y="1447818"/>
                  </a:moveTo>
                  <a:lnTo>
                    <a:pt x="451232" y="1409382"/>
                  </a:lnTo>
                  <a:lnTo>
                    <a:pt x="470736" y="1530034"/>
                  </a:lnTo>
                  <a:close/>
                  <a:moveTo>
                    <a:pt x="474670" y="1447818"/>
                  </a:moveTo>
                  <a:lnTo>
                    <a:pt x="491680" y="1327167"/>
                  </a:lnTo>
                  <a:lnTo>
                    <a:pt x="451232" y="1409382"/>
                  </a:lnTo>
                  <a:close/>
                  <a:moveTo>
                    <a:pt x="1463565" y="2478179"/>
                  </a:moveTo>
                  <a:lnTo>
                    <a:pt x="1491253" y="2560394"/>
                  </a:lnTo>
                  <a:lnTo>
                    <a:pt x="1424410" y="2463657"/>
                  </a:lnTo>
                  <a:close/>
                  <a:moveTo>
                    <a:pt x="941487" y="1713066"/>
                  </a:moveTo>
                  <a:lnTo>
                    <a:pt x="971708" y="1788590"/>
                  </a:lnTo>
                  <a:lnTo>
                    <a:pt x="1000503" y="1820458"/>
                  </a:lnTo>
                  <a:close/>
                  <a:moveTo>
                    <a:pt x="971708" y="1788590"/>
                  </a:moveTo>
                  <a:lnTo>
                    <a:pt x="941487" y="1713066"/>
                  </a:lnTo>
                  <a:lnTo>
                    <a:pt x="967188" y="1782021"/>
                  </a:lnTo>
                  <a:close/>
                  <a:moveTo>
                    <a:pt x="733209" y="1632622"/>
                  </a:moveTo>
                  <a:lnTo>
                    <a:pt x="643653" y="1573241"/>
                  </a:lnTo>
                  <a:lnTo>
                    <a:pt x="644312" y="1573812"/>
                  </a:lnTo>
                  <a:close/>
                  <a:moveTo>
                    <a:pt x="1628670" y="2618966"/>
                  </a:moveTo>
                  <a:lnTo>
                    <a:pt x="1716413" y="2686387"/>
                  </a:lnTo>
                  <a:lnTo>
                    <a:pt x="1654834" y="2633959"/>
                  </a:lnTo>
                  <a:close/>
                  <a:moveTo>
                    <a:pt x="1803866" y="2565736"/>
                  </a:moveTo>
                  <a:lnTo>
                    <a:pt x="1781188" y="2612518"/>
                  </a:lnTo>
                  <a:lnTo>
                    <a:pt x="1824273" y="2581128"/>
                  </a:lnTo>
                  <a:close/>
                  <a:moveTo>
                    <a:pt x="1824273" y="2581128"/>
                  </a:moveTo>
                  <a:lnTo>
                    <a:pt x="1781188" y="2612518"/>
                  </a:lnTo>
                  <a:lnTo>
                    <a:pt x="1777331" y="2658791"/>
                  </a:lnTo>
                  <a:close/>
                  <a:moveTo>
                    <a:pt x="1824273" y="2581128"/>
                  </a:moveTo>
                  <a:lnTo>
                    <a:pt x="1777331" y="2658791"/>
                  </a:lnTo>
                  <a:lnTo>
                    <a:pt x="1859370" y="2652687"/>
                  </a:lnTo>
                  <a:close/>
                  <a:moveTo>
                    <a:pt x="1859370" y="2652687"/>
                  </a:moveTo>
                  <a:lnTo>
                    <a:pt x="1917030" y="2666403"/>
                  </a:lnTo>
                  <a:lnTo>
                    <a:pt x="1824273" y="2581128"/>
                  </a:lnTo>
                  <a:close/>
                  <a:moveTo>
                    <a:pt x="1312146" y="2093964"/>
                  </a:moveTo>
                  <a:lnTo>
                    <a:pt x="1333297" y="2110882"/>
                  </a:lnTo>
                  <a:lnTo>
                    <a:pt x="1296453" y="2006631"/>
                  </a:lnTo>
                  <a:close/>
                  <a:moveTo>
                    <a:pt x="1404281" y="2039299"/>
                  </a:moveTo>
                  <a:lnTo>
                    <a:pt x="1361323" y="2093886"/>
                  </a:lnTo>
                  <a:lnTo>
                    <a:pt x="1483548" y="2057009"/>
                  </a:lnTo>
                  <a:close/>
                  <a:moveTo>
                    <a:pt x="196604" y="593300"/>
                  </a:moveTo>
                  <a:lnTo>
                    <a:pt x="156652" y="655057"/>
                  </a:lnTo>
                  <a:lnTo>
                    <a:pt x="197978" y="592573"/>
                  </a:lnTo>
                  <a:close/>
                  <a:moveTo>
                    <a:pt x="197978" y="592573"/>
                  </a:moveTo>
                  <a:lnTo>
                    <a:pt x="156652" y="655057"/>
                  </a:lnTo>
                  <a:lnTo>
                    <a:pt x="220500" y="713225"/>
                  </a:lnTo>
                  <a:close/>
                  <a:moveTo>
                    <a:pt x="197978" y="592573"/>
                  </a:moveTo>
                  <a:lnTo>
                    <a:pt x="220500" y="713225"/>
                  </a:lnTo>
                  <a:lnTo>
                    <a:pt x="229043" y="674788"/>
                  </a:lnTo>
                  <a:close/>
                  <a:moveTo>
                    <a:pt x="138258" y="586284"/>
                  </a:moveTo>
                  <a:lnTo>
                    <a:pt x="127249" y="631010"/>
                  </a:lnTo>
                  <a:lnTo>
                    <a:pt x="196604" y="593300"/>
                  </a:lnTo>
                  <a:close/>
                  <a:moveTo>
                    <a:pt x="197978" y="592573"/>
                  </a:moveTo>
                  <a:lnTo>
                    <a:pt x="134350" y="543819"/>
                  </a:lnTo>
                  <a:lnTo>
                    <a:pt x="139000" y="548794"/>
                  </a:lnTo>
                  <a:close/>
                  <a:moveTo>
                    <a:pt x="138258" y="586284"/>
                  </a:moveTo>
                  <a:lnTo>
                    <a:pt x="196604" y="593300"/>
                  </a:lnTo>
                  <a:lnTo>
                    <a:pt x="197978" y="592573"/>
                  </a:lnTo>
                  <a:close/>
                  <a:moveTo>
                    <a:pt x="139000" y="548794"/>
                  </a:moveTo>
                  <a:lnTo>
                    <a:pt x="138258" y="586284"/>
                  </a:lnTo>
                  <a:lnTo>
                    <a:pt x="197978" y="592573"/>
                  </a:lnTo>
                  <a:close/>
                  <a:moveTo>
                    <a:pt x="1780707" y="2555955"/>
                  </a:moveTo>
                  <a:lnTo>
                    <a:pt x="1803866" y="2565736"/>
                  </a:lnTo>
                  <a:lnTo>
                    <a:pt x="1758959" y="2529405"/>
                  </a:lnTo>
                  <a:close/>
                  <a:moveTo>
                    <a:pt x="1502817" y="2072446"/>
                  </a:moveTo>
                  <a:lnTo>
                    <a:pt x="1577579" y="2129915"/>
                  </a:lnTo>
                  <a:lnTo>
                    <a:pt x="1562381" y="2116224"/>
                  </a:lnTo>
                  <a:close/>
                  <a:moveTo>
                    <a:pt x="1146468" y="1707105"/>
                  </a:moveTo>
                  <a:lnTo>
                    <a:pt x="1160009" y="1683319"/>
                  </a:lnTo>
                  <a:lnTo>
                    <a:pt x="1200959" y="1723398"/>
                  </a:lnTo>
                  <a:close/>
                  <a:moveTo>
                    <a:pt x="261480" y="501057"/>
                  </a:moveTo>
                  <a:lnTo>
                    <a:pt x="197978" y="592573"/>
                  </a:lnTo>
                  <a:lnTo>
                    <a:pt x="283631" y="583142"/>
                  </a:lnTo>
                  <a:close/>
                  <a:moveTo>
                    <a:pt x="279573" y="510358"/>
                  </a:moveTo>
                  <a:lnTo>
                    <a:pt x="281570" y="413043"/>
                  </a:lnTo>
                  <a:lnTo>
                    <a:pt x="261480" y="501057"/>
                  </a:lnTo>
                  <a:close/>
                  <a:moveTo>
                    <a:pt x="1655013" y="2034009"/>
                  </a:moveTo>
                  <a:lnTo>
                    <a:pt x="1640359" y="1951794"/>
                  </a:lnTo>
                  <a:lnTo>
                    <a:pt x="1686046" y="1995572"/>
                  </a:lnTo>
                  <a:close/>
                  <a:moveTo>
                    <a:pt x="1521582" y="1844696"/>
                  </a:moveTo>
                  <a:lnTo>
                    <a:pt x="1476409" y="1831142"/>
                  </a:lnTo>
                  <a:lnTo>
                    <a:pt x="1478666" y="1823552"/>
                  </a:lnTo>
                  <a:close/>
                  <a:moveTo>
                    <a:pt x="1611015" y="1824522"/>
                  </a:moveTo>
                  <a:lnTo>
                    <a:pt x="1521582" y="1844696"/>
                  </a:lnTo>
                  <a:lnTo>
                    <a:pt x="1478666" y="1823552"/>
                  </a:lnTo>
                  <a:close/>
                  <a:moveTo>
                    <a:pt x="1600570" y="1841073"/>
                  </a:moveTo>
                  <a:lnTo>
                    <a:pt x="1685393" y="1832706"/>
                  </a:lnTo>
                  <a:lnTo>
                    <a:pt x="1611015" y="1824522"/>
                  </a:lnTo>
                  <a:close/>
                  <a:moveTo>
                    <a:pt x="1408380" y="1624218"/>
                  </a:moveTo>
                  <a:lnTo>
                    <a:pt x="1444964" y="1606709"/>
                  </a:lnTo>
                  <a:lnTo>
                    <a:pt x="1431784" y="1584496"/>
                  </a:lnTo>
                  <a:close/>
                  <a:moveTo>
                    <a:pt x="1149692" y="1364708"/>
                  </a:moveTo>
                  <a:lnTo>
                    <a:pt x="1089643" y="1458503"/>
                  </a:lnTo>
                  <a:lnTo>
                    <a:pt x="1146540" y="1417762"/>
                  </a:lnTo>
                  <a:close/>
                  <a:moveTo>
                    <a:pt x="1084268" y="1457396"/>
                  </a:moveTo>
                  <a:lnTo>
                    <a:pt x="1089643" y="1458503"/>
                  </a:lnTo>
                  <a:lnTo>
                    <a:pt x="1149692" y="1364708"/>
                  </a:lnTo>
                  <a:close/>
                  <a:moveTo>
                    <a:pt x="1101903" y="1342967"/>
                  </a:moveTo>
                  <a:lnTo>
                    <a:pt x="1084268" y="1457396"/>
                  </a:lnTo>
                  <a:lnTo>
                    <a:pt x="1149692" y="1364708"/>
                  </a:lnTo>
                  <a:close/>
                  <a:moveTo>
                    <a:pt x="1149692" y="1364708"/>
                  </a:moveTo>
                  <a:lnTo>
                    <a:pt x="1161247" y="1257546"/>
                  </a:lnTo>
                  <a:lnTo>
                    <a:pt x="1100841" y="1310354"/>
                  </a:lnTo>
                  <a:close/>
                  <a:moveTo>
                    <a:pt x="906951" y="940406"/>
                  </a:moveTo>
                  <a:lnTo>
                    <a:pt x="847666" y="928013"/>
                  </a:lnTo>
                  <a:lnTo>
                    <a:pt x="810475" y="997240"/>
                  </a:lnTo>
                  <a:close/>
                  <a:moveTo>
                    <a:pt x="543613" y="793241"/>
                  </a:moveTo>
                  <a:lnTo>
                    <a:pt x="567956" y="882997"/>
                  </a:lnTo>
                  <a:lnTo>
                    <a:pt x="581690" y="800782"/>
                  </a:lnTo>
                  <a:close/>
                  <a:moveTo>
                    <a:pt x="543613" y="793241"/>
                  </a:moveTo>
                  <a:lnTo>
                    <a:pt x="581690" y="800782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543613" y="793241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613376" y="697025"/>
                  </a:lnTo>
                  <a:lnTo>
                    <a:pt x="554809" y="662118"/>
                  </a:lnTo>
                  <a:close/>
                  <a:moveTo>
                    <a:pt x="613376" y="697025"/>
                  </a:moveTo>
                  <a:lnTo>
                    <a:pt x="630656" y="667041"/>
                  </a:lnTo>
                  <a:lnTo>
                    <a:pt x="554809" y="662118"/>
                  </a:lnTo>
                  <a:close/>
                  <a:moveTo>
                    <a:pt x="348797" y="351270"/>
                  </a:moveTo>
                  <a:lnTo>
                    <a:pt x="375804" y="368614"/>
                  </a:lnTo>
                  <a:lnTo>
                    <a:pt x="401969" y="369333"/>
                  </a:lnTo>
                  <a:close/>
                  <a:moveTo>
                    <a:pt x="344332" y="369043"/>
                  </a:moveTo>
                  <a:lnTo>
                    <a:pt x="348797" y="351270"/>
                  </a:lnTo>
                  <a:lnTo>
                    <a:pt x="316887" y="329883"/>
                  </a:lnTo>
                  <a:close/>
                  <a:moveTo>
                    <a:pt x="316887" y="329883"/>
                  </a:moveTo>
                  <a:lnTo>
                    <a:pt x="306742" y="364169"/>
                  </a:lnTo>
                  <a:lnTo>
                    <a:pt x="344332" y="369043"/>
                  </a:lnTo>
                  <a:close/>
                  <a:moveTo>
                    <a:pt x="2312144" y="2487458"/>
                  </a:moveTo>
                  <a:lnTo>
                    <a:pt x="2284688" y="2456125"/>
                  </a:lnTo>
                  <a:lnTo>
                    <a:pt x="2288447" y="2546223"/>
                  </a:lnTo>
                  <a:close/>
                  <a:moveTo>
                    <a:pt x="2054972" y="2368211"/>
                  </a:moveTo>
                  <a:lnTo>
                    <a:pt x="2055507" y="2406647"/>
                  </a:lnTo>
                  <a:lnTo>
                    <a:pt x="2067821" y="2417810"/>
                  </a:lnTo>
                  <a:close/>
                  <a:moveTo>
                    <a:pt x="1913180" y="1957136"/>
                  </a:moveTo>
                  <a:lnTo>
                    <a:pt x="1844486" y="1924915"/>
                  </a:lnTo>
                  <a:lnTo>
                    <a:pt x="1789451" y="1934349"/>
                  </a:lnTo>
                  <a:close/>
                  <a:moveTo>
                    <a:pt x="1761117" y="1874921"/>
                  </a:moveTo>
                  <a:lnTo>
                    <a:pt x="1789451" y="1934349"/>
                  </a:lnTo>
                  <a:lnTo>
                    <a:pt x="1844486" y="1924915"/>
                  </a:lnTo>
                  <a:close/>
                  <a:moveTo>
                    <a:pt x="1761117" y="1874921"/>
                  </a:moveTo>
                  <a:lnTo>
                    <a:pt x="1735461" y="1913357"/>
                  </a:lnTo>
                  <a:lnTo>
                    <a:pt x="1789451" y="1934349"/>
                  </a:lnTo>
                  <a:close/>
                  <a:moveTo>
                    <a:pt x="1686690" y="1828797"/>
                  </a:moveTo>
                  <a:lnTo>
                    <a:pt x="1690481" y="1828570"/>
                  </a:lnTo>
                  <a:lnTo>
                    <a:pt x="1652371" y="1798960"/>
                  </a:lnTo>
                  <a:close/>
                  <a:moveTo>
                    <a:pt x="648163" y="517293"/>
                  </a:moveTo>
                  <a:lnTo>
                    <a:pt x="675609" y="556457"/>
                  </a:lnTo>
                  <a:lnTo>
                    <a:pt x="725936" y="529417"/>
                  </a:lnTo>
                  <a:close/>
                  <a:moveTo>
                    <a:pt x="424427" y="312834"/>
                  </a:moveTo>
                  <a:lnTo>
                    <a:pt x="348797" y="351270"/>
                  </a:lnTo>
                  <a:lnTo>
                    <a:pt x="401969" y="369333"/>
                  </a:lnTo>
                  <a:close/>
                  <a:moveTo>
                    <a:pt x="401969" y="369333"/>
                  </a:moveTo>
                  <a:lnTo>
                    <a:pt x="481172" y="386803"/>
                  </a:lnTo>
                  <a:lnTo>
                    <a:pt x="537791" y="383290"/>
                  </a:lnTo>
                  <a:close/>
                  <a:moveTo>
                    <a:pt x="447341" y="323773"/>
                  </a:moveTo>
                  <a:lnTo>
                    <a:pt x="401969" y="369333"/>
                  </a:lnTo>
                  <a:lnTo>
                    <a:pt x="537791" y="383290"/>
                  </a:lnTo>
                  <a:close/>
                  <a:moveTo>
                    <a:pt x="1752489" y="1859611"/>
                  </a:moveTo>
                  <a:lnTo>
                    <a:pt x="1652371" y="1798960"/>
                  </a:lnTo>
                  <a:lnTo>
                    <a:pt x="1690481" y="1828570"/>
                  </a:lnTo>
                  <a:close/>
                  <a:moveTo>
                    <a:pt x="2285505" y="2448523"/>
                  </a:moveTo>
                  <a:lnTo>
                    <a:pt x="2223455" y="2505842"/>
                  </a:lnTo>
                  <a:lnTo>
                    <a:pt x="2284688" y="2456125"/>
                  </a:lnTo>
                  <a:close/>
                  <a:moveTo>
                    <a:pt x="2285505" y="2448523"/>
                  </a:moveTo>
                  <a:lnTo>
                    <a:pt x="2284688" y="2456125"/>
                  </a:lnTo>
                  <a:lnTo>
                    <a:pt x="2286553" y="2450426"/>
                  </a:lnTo>
                  <a:close/>
                  <a:moveTo>
                    <a:pt x="2277630" y="2354833"/>
                  </a:moveTo>
                  <a:lnTo>
                    <a:pt x="2286553" y="2450426"/>
                  </a:lnTo>
                  <a:lnTo>
                    <a:pt x="2294280" y="2368211"/>
                  </a:lnTo>
                  <a:close/>
                  <a:moveTo>
                    <a:pt x="2277630" y="2354833"/>
                  </a:moveTo>
                  <a:lnTo>
                    <a:pt x="2285505" y="2448523"/>
                  </a:lnTo>
                  <a:lnTo>
                    <a:pt x="2286553" y="2450426"/>
                  </a:lnTo>
                  <a:close/>
                  <a:moveTo>
                    <a:pt x="2250237" y="2327318"/>
                  </a:moveTo>
                  <a:lnTo>
                    <a:pt x="2213925" y="2346032"/>
                  </a:lnTo>
                  <a:lnTo>
                    <a:pt x="2277630" y="2354833"/>
                  </a:lnTo>
                  <a:close/>
                  <a:moveTo>
                    <a:pt x="1913180" y="1957136"/>
                  </a:moveTo>
                  <a:lnTo>
                    <a:pt x="1941137" y="1946159"/>
                  </a:lnTo>
                  <a:lnTo>
                    <a:pt x="1955368" y="1845623"/>
                  </a:lnTo>
                  <a:close/>
                  <a:moveTo>
                    <a:pt x="1844486" y="1924915"/>
                  </a:moveTo>
                  <a:lnTo>
                    <a:pt x="1913180" y="1957136"/>
                  </a:lnTo>
                  <a:lnTo>
                    <a:pt x="1955368" y="1845623"/>
                  </a:lnTo>
                  <a:close/>
                  <a:moveTo>
                    <a:pt x="1941137" y="1946159"/>
                  </a:moveTo>
                  <a:lnTo>
                    <a:pt x="1997828" y="1940919"/>
                  </a:lnTo>
                  <a:lnTo>
                    <a:pt x="1955368" y="1845623"/>
                  </a:lnTo>
                  <a:close/>
                  <a:moveTo>
                    <a:pt x="1761117" y="1874921"/>
                  </a:moveTo>
                  <a:lnTo>
                    <a:pt x="1844486" y="1924915"/>
                  </a:lnTo>
                  <a:lnTo>
                    <a:pt x="1758945" y="1873001"/>
                  </a:lnTo>
                  <a:close/>
                  <a:moveTo>
                    <a:pt x="1752489" y="1859611"/>
                  </a:moveTo>
                  <a:lnTo>
                    <a:pt x="1761117" y="1874921"/>
                  </a:lnTo>
                  <a:lnTo>
                    <a:pt x="1758945" y="1873001"/>
                  </a:lnTo>
                  <a:close/>
                  <a:moveTo>
                    <a:pt x="1563260" y="1546060"/>
                  </a:moveTo>
                  <a:lnTo>
                    <a:pt x="1589622" y="1507624"/>
                  </a:lnTo>
                  <a:lnTo>
                    <a:pt x="1509710" y="1509216"/>
                  </a:lnTo>
                  <a:close/>
                  <a:moveTo>
                    <a:pt x="1589622" y="1507624"/>
                  </a:moveTo>
                  <a:lnTo>
                    <a:pt x="1560372" y="1483432"/>
                  </a:lnTo>
                  <a:lnTo>
                    <a:pt x="1509710" y="1509216"/>
                  </a:lnTo>
                  <a:close/>
                  <a:moveTo>
                    <a:pt x="1649867" y="1539379"/>
                  </a:moveTo>
                  <a:lnTo>
                    <a:pt x="1603932" y="1582838"/>
                  </a:lnTo>
                  <a:lnTo>
                    <a:pt x="1728322" y="1554051"/>
                  </a:lnTo>
                  <a:close/>
                  <a:moveTo>
                    <a:pt x="725936" y="529417"/>
                  </a:moveTo>
                  <a:lnTo>
                    <a:pt x="695667" y="479700"/>
                  </a:lnTo>
                  <a:lnTo>
                    <a:pt x="648163" y="517293"/>
                  </a:lnTo>
                  <a:close/>
                  <a:moveTo>
                    <a:pt x="1951282" y="1754269"/>
                  </a:moveTo>
                  <a:lnTo>
                    <a:pt x="1938898" y="1747795"/>
                  </a:lnTo>
                  <a:lnTo>
                    <a:pt x="2012990" y="1798048"/>
                  </a:lnTo>
                  <a:close/>
                  <a:moveTo>
                    <a:pt x="1961820" y="1836484"/>
                  </a:moveTo>
                  <a:lnTo>
                    <a:pt x="1951282" y="1754269"/>
                  </a:lnTo>
                  <a:lnTo>
                    <a:pt x="2012990" y="1798048"/>
                  </a:lnTo>
                  <a:close/>
                  <a:moveTo>
                    <a:pt x="1456067" y="1096549"/>
                  </a:moveTo>
                  <a:lnTo>
                    <a:pt x="1457112" y="1097360"/>
                  </a:lnTo>
                  <a:lnTo>
                    <a:pt x="1416882" y="1068487"/>
                  </a:lnTo>
                  <a:close/>
                  <a:moveTo>
                    <a:pt x="790221" y="413661"/>
                  </a:moveTo>
                  <a:lnTo>
                    <a:pt x="837948" y="454350"/>
                  </a:lnTo>
                  <a:lnTo>
                    <a:pt x="814250" y="438828"/>
                  </a:lnTo>
                  <a:close/>
                  <a:moveTo>
                    <a:pt x="866796" y="311906"/>
                  </a:moveTo>
                  <a:lnTo>
                    <a:pt x="870882" y="318176"/>
                  </a:lnTo>
                  <a:lnTo>
                    <a:pt x="888333" y="212326"/>
                  </a:lnTo>
                  <a:close/>
                  <a:moveTo>
                    <a:pt x="1553971" y="817443"/>
                  </a:moveTo>
                  <a:lnTo>
                    <a:pt x="1544501" y="855245"/>
                  </a:lnTo>
                  <a:lnTo>
                    <a:pt x="1487231" y="779564"/>
                  </a:lnTo>
                  <a:close/>
                  <a:moveTo>
                    <a:pt x="1521028" y="443856"/>
                  </a:moveTo>
                  <a:lnTo>
                    <a:pt x="1526022" y="494191"/>
                  </a:lnTo>
                  <a:lnTo>
                    <a:pt x="1536114" y="449511"/>
                  </a:lnTo>
                  <a:close/>
                  <a:moveTo>
                    <a:pt x="1521028" y="443856"/>
                  </a:moveTo>
                  <a:lnTo>
                    <a:pt x="1536114" y="449511"/>
                  </a:lnTo>
                  <a:lnTo>
                    <a:pt x="1548729" y="363886"/>
                  </a:lnTo>
                  <a:close/>
                  <a:moveTo>
                    <a:pt x="1285924" y="0"/>
                  </a:moveTo>
                  <a:lnTo>
                    <a:pt x="1201218" y="21620"/>
                  </a:lnTo>
                  <a:lnTo>
                    <a:pt x="1275042" y="113135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75" name="Candidate_density__2074">
              <a:extLst>
                <a:ext uri="{FF2B5EF4-FFF2-40B4-BE49-F238E27FC236}">
                  <a16:creationId xmlns:a16="http://schemas.microsoft.com/office/drawing/2014/main" id="{D68C3D00-4977-D3E4-E9AE-27183BC6A98E}"/>
                </a:ext>
              </a:extLst>
            </p:cNvPr>
            <p:cNvSpPr>
              <a:spLocks noGrp="1"/>
            </p:cNvSpPr>
            <p:nvPr/>
          </p:nvSpPr>
          <p:spPr>
            <a:xfrm>
              <a:off x="4828023" y="1995139"/>
              <a:ext cx="1413638" cy="2519296"/>
            </a:xfrm>
            <a:custGeom>
              <a:avLst/>
              <a:gdLst/>
              <a:ahLst/>
              <a:cxnLst/>
              <a:rect l="0" t="0" r="0" b="0"/>
              <a:pathLst>
                <a:path w="1413638" h="2519296">
                  <a:moveTo>
                    <a:pt x="353217" y="1841438"/>
                  </a:moveTo>
                  <a:lnTo>
                    <a:pt x="347896" y="1849670"/>
                  </a:lnTo>
                  <a:lnTo>
                    <a:pt x="357804" y="1840630"/>
                  </a:lnTo>
                  <a:close/>
                  <a:moveTo>
                    <a:pt x="1098960" y="2463950"/>
                  </a:moveTo>
                  <a:lnTo>
                    <a:pt x="1068128" y="2460723"/>
                  </a:lnTo>
                  <a:lnTo>
                    <a:pt x="1031106" y="2470847"/>
                  </a:lnTo>
                  <a:close/>
                  <a:moveTo>
                    <a:pt x="353217" y="1841438"/>
                  </a:moveTo>
                  <a:lnTo>
                    <a:pt x="360052" y="1839787"/>
                  </a:lnTo>
                  <a:lnTo>
                    <a:pt x="410034" y="1820708"/>
                  </a:lnTo>
                  <a:close/>
                  <a:moveTo>
                    <a:pt x="360052" y="1839787"/>
                  </a:moveTo>
                  <a:lnTo>
                    <a:pt x="353217" y="1841438"/>
                  </a:lnTo>
                  <a:lnTo>
                    <a:pt x="357804" y="1840630"/>
                  </a:lnTo>
                  <a:close/>
                  <a:moveTo>
                    <a:pt x="441972" y="1803002"/>
                  </a:moveTo>
                  <a:lnTo>
                    <a:pt x="360052" y="1839787"/>
                  </a:lnTo>
                  <a:lnTo>
                    <a:pt x="475672" y="1787460"/>
                  </a:lnTo>
                  <a:close/>
                  <a:moveTo>
                    <a:pt x="475672" y="1787460"/>
                  </a:moveTo>
                  <a:lnTo>
                    <a:pt x="360052" y="1839787"/>
                  </a:lnTo>
                  <a:lnTo>
                    <a:pt x="357804" y="1840630"/>
                  </a:lnTo>
                  <a:close/>
                  <a:moveTo>
                    <a:pt x="475672" y="1787460"/>
                  </a:moveTo>
                  <a:lnTo>
                    <a:pt x="357804" y="1840630"/>
                  </a:lnTo>
                  <a:lnTo>
                    <a:pt x="429454" y="1829863"/>
                  </a:lnTo>
                  <a:close/>
                  <a:moveTo>
                    <a:pt x="78174" y="1486803"/>
                  </a:moveTo>
                  <a:lnTo>
                    <a:pt x="55468" y="1546220"/>
                  </a:lnTo>
                  <a:lnTo>
                    <a:pt x="85501" y="1512579"/>
                  </a:lnTo>
                  <a:close/>
                  <a:moveTo>
                    <a:pt x="0" y="1348148"/>
                  </a:moveTo>
                  <a:lnTo>
                    <a:pt x="20236" y="1233630"/>
                  </a:lnTo>
                  <a:lnTo>
                    <a:pt x="17010" y="1227497"/>
                  </a:lnTo>
                  <a:close/>
                  <a:moveTo>
                    <a:pt x="17010" y="1227497"/>
                  </a:moveTo>
                  <a:lnTo>
                    <a:pt x="20236" y="1233630"/>
                  </a:lnTo>
                  <a:lnTo>
                    <a:pt x="26467" y="1222587"/>
                  </a:lnTo>
                  <a:close/>
                  <a:moveTo>
                    <a:pt x="441972" y="1803002"/>
                  </a:moveTo>
                  <a:lnTo>
                    <a:pt x="410034" y="1820708"/>
                  </a:lnTo>
                  <a:lnTo>
                    <a:pt x="360052" y="1839787"/>
                  </a:lnTo>
                  <a:close/>
                  <a:moveTo>
                    <a:pt x="1154000" y="2519296"/>
                  </a:moveTo>
                  <a:lnTo>
                    <a:pt x="1068128" y="2460723"/>
                  </a:lnTo>
                  <a:lnTo>
                    <a:pt x="1108066" y="2456546"/>
                  </a:lnTo>
                  <a:close/>
                  <a:moveTo>
                    <a:pt x="441972" y="1803002"/>
                  </a:moveTo>
                  <a:lnTo>
                    <a:pt x="475672" y="1787460"/>
                  </a:lnTo>
                  <a:lnTo>
                    <a:pt x="432573" y="1780828"/>
                  </a:lnTo>
                  <a:close/>
                  <a:moveTo>
                    <a:pt x="101795" y="795162"/>
                  </a:moveTo>
                  <a:lnTo>
                    <a:pt x="76340" y="821763"/>
                  </a:lnTo>
                  <a:lnTo>
                    <a:pt x="15604" y="837027"/>
                  </a:lnTo>
                  <a:close/>
                  <a:moveTo>
                    <a:pt x="816566" y="1580427"/>
                  </a:moveTo>
                  <a:lnTo>
                    <a:pt x="685339" y="1583649"/>
                  </a:lnTo>
                  <a:lnTo>
                    <a:pt x="766659" y="1609036"/>
                  </a:lnTo>
                  <a:close/>
                  <a:moveTo>
                    <a:pt x="1334385" y="2263199"/>
                  </a:moveTo>
                  <a:lnTo>
                    <a:pt x="1367735" y="2247867"/>
                  </a:lnTo>
                  <a:lnTo>
                    <a:pt x="1413638" y="2204287"/>
                  </a:lnTo>
                  <a:close/>
                  <a:moveTo>
                    <a:pt x="1104087" y="1731472"/>
                  </a:moveTo>
                  <a:lnTo>
                    <a:pt x="1046912" y="1745026"/>
                  </a:lnTo>
                  <a:lnTo>
                    <a:pt x="1136345" y="1724852"/>
                  </a:lnTo>
                  <a:close/>
                  <a:moveTo>
                    <a:pt x="860896" y="1530966"/>
                  </a:moveTo>
                  <a:lnTo>
                    <a:pt x="816566" y="1580427"/>
                  </a:lnTo>
                  <a:lnTo>
                    <a:pt x="933710" y="1524547"/>
                  </a:lnTo>
                  <a:close/>
                  <a:moveTo>
                    <a:pt x="1177701" y="1699289"/>
                  </a:moveTo>
                  <a:lnTo>
                    <a:pt x="1104087" y="1731472"/>
                  </a:lnTo>
                  <a:lnTo>
                    <a:pt x="1136345" y="1724852"/>
                  </a:lnTo>
                  <a:close/>
                  <a:moveTo>
                    <a:pt x="686889" y="1155297"/>
                  </a:moveTo>
                  <a:lnTo>
                    <a:pt x="698224" y="1045991"/>
                  </a:lnTo>
                  <a:lnTo>
                    <a:pt x="675958" y="1117529"/>
                  </a:lnTo>
                  <a:close/>
                  <a:moveTo>
                    <a:pt x="379804" y="256942"/>
                  </a:moveTo>
                  <a:lnTo>
                    <a:pt x="396212" y="218505"/>
                  </a:lnTo>
                  <a:lnTo>
                    <a:pt x="386735" y="227178"/>
                  </a:lnTo>
                  <a:close/>
                  <a:moveTo>
                    <a:pt x="453626" y="136290"/>
                  </a:moveTo>
                  <a:lnTo>
                    <a:pt x="497733" y="97854"/>
                  </a:lnTo>
                  <a:lnTo>
                    <a:pt x="487022" y="108278"/>
                  </a:lnTo>
                  <a:close/>
                  <a:moveTo>
                    <a:pt x="956434" y="533498"/>
                  </a:moveTo>
                  <a:lnTo>
                    <a:pt x="908593" y="569828"/>
                  </a:lnTo>
                  <a:lnTo>
                    <a:pt x="1029169" y="526786"/>
                  </a:lnTo>
                  <a:close/>
                  <a:moveTo>
                    <a:pt x="523130" y="28079"/>
                  </a:moveTo>
                  <a:lnTo>
                    <a:pt x="492997" y="90730"/>
                  </a:lnTo>
                  <a:lnTo>
                    <a:pt x="590151" y="0"/>
                  </a:lnTo>
                  <a:close/>
                  <a:moveTo>
                    <a:pt x="1056925" y="435687"/>
                  </a:moveTo>
                  <a:lnTo>
                    <a:pt x="1029169" y="526786"/>
                  </a:lnTo>
                  <a:lnTo>
                    <a:pt x="1063061" y="47049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76" name="Candidate_density__2075">
              <a:extLst>
                <a:ext uri="{FF2B5EF4-FFF2-40B4-BE49-F238E27FC236}">
                  <a16:creationId xmlns:a16="http://schemas.microsoft.com/office/drawing/2014/main" id="{D2DF5217-88F3-86AF-E1CC-50C43E3122B9}"/>
                </a:ext>
              </a:extLst>
            </p:cNvPr>
            <p:cNvSpPr>
              <a:spLocks noGrp="1"/>
            </p:cNvSpPr>
            <p:nvPr/>
          </p:nvSpPr>
          <p:spPr>
            <a:xfrm>
              <a:off x="4333264" y="1521749"/>
              <a:ext cx="2252229" cy="3690754"/>
            </a:xfrm>
            <a:custGeom>
              <a:avLst/>
              <a:gdLst/>
              <a:ahLst/>
              <a:cxnLst/>
              <a:rect l="0" t="0" r="0" b="0"/>
              <a:pathLst>
                <a:path w="2252229" h="3690754">
                  <a:moveTo>
                    <a:pt x="333614" y="3608902"/>
                  </a:moveTo>
                  <a:lnTo>
                    <a:pt x="321760" y="3659544"/>
                  </a:lnTo>
                  <a:lnTo>
                    <a:pt x="374890" y="3642989"/>
                  </a:lnTo>
                  <a:close/>
                  <a:moveTo>
                    <a:pt x="482722" y="3652680"/>
                  </a:moveTo>
                  <a:lnTo>
                    <a:pt x="476462" y="3679598"/>
                  </a:lnTo>
                  <a:lnTo>
                    <a:pt x="514575" y="3671389"/>
                  </a:lnTo>
                  <a:close/>
                  <a:moveTo>
                    <a:pt x="618913" y="3624380"/>
                  </a:moveTo>
                  <a:lnTo>
                    <a:pt x="514575" y="3671389"/>
                  </a:lnTo>
                  <a:lnTo>
                    <a:pt x="593670" y="3688452"/>
                  </a:lnTo>
                  <a:close/>
                  <a:moveTo>
                    <a:pt x="684536" y="3631622"/>
                  </a:moveTo>
                  <a:lnTo>
                    <a:pt x="593670" y="3688452"/>
                  </a:lnTo>
                  <a:lnTo>
                    <a:pt x="668816" y="3690754"/>
                  </a:lnTo>
                  <a:close/>
                  <a:moveTo>
                    <a:pt x="684536" y="3631622"/>
                  </a:moveTo>
                  <a:lnTo>
                    <a:pt x="618913" y="3624380"/>
                  </a:lnTo>
                  <a:lnTo>
                    <a:pt x="593670" y="3688452"/>
                  </a:lnTo>
                  <a:close/>
                  <a:moveTo>
                    <a:pt x="618913" y="3624380"/>
                  </a:moveTo>
                  <a:lnTo>
                    <a:pt x="684536" y="3631622"/>
                  </a:lnTo>
                  <a:lnTo>
                    <a:pt x="645547" y="3563227"/>
                  </a:lnTo>
                  <a:close/>
                  <a:moveTo>
                    <a:pt x="618913" y="3624380"/>
                  </a:moveTo>
                  <a:lnTo>
                    <a:pt x="645547" y="3563227"/>
                  </a:lnTo>
                  <a:lnTo>
                    <a:pt x="586311" y="3550793"/>
                  </a:lnTo>
                  <a:close/>
                  <a:moveTo>
                    <a:pt x="510807" y="3378643"/>
                  </a:moveTo>
                  <a:lnTo>
                    <a:pt x="498750" y="3367599"/>
                  </a:lnTo>
                  <a:lnTo>
                    <a:pt x="487960" y="3356675"/>
                  </a:lnTo>
                  <a:close/>
                  <a:moveTo>
                    <a:pt x="558438" y="3329162"/>
                  </a:moveTo>
                  <a:lnTo>
                    <a:pt x="498750" y="3367599"/>
                  </a:lnTo>
                  <a:lnTo>
                    <a:pt x="576246" y="3408106"/>
                  </a:lnTo>
                  <a:close/>
                  <a:moveTo>
                    <a:pt x="42058" y="2265708"/>
                  </a:moveTo>
                  <a:lnTo>
                    <a:pt x="1494" y="2222086"/>
                  </a:lnTo>
                  <a:lnTo>
                    <a:pt x="61568" y="2273148"/>
                  </a:lnTo>
                  <a:close/>
                  <a:moveTo>
                    <a:pt x="1361" y="2221929"/>
                  </a:moveTo>
                  <a:lnTo>
                    <a:pt x="1494" y="2222086"/>
                  </a:lnTo>
                  <a:lnTo>
                    <a:pt x="42058" y="2265708"/>
                  </a:lnTo>
                  <a:close/>
                  <a:moveTo>
                    <a:pt x="7146" y="2183493"/>
                  </a:moveTo>
                  <a:lnTo>
                    <a:pt x="1361" y="2221929"/>
                  </a:lnTo>
                  <a:lnTo>
                    <a:pt x="42058" y="2265708"/>
                  </a:lnTo>
                  <a:close/>
                  <a:moveTo>
                    <a:pt x="715978" y="2905416"/>
                  </a:moveTo>
                  <a:lnTo>
                    <a:pt x="747078" y="2980224"/>
                  </a:lnTo>
                  <a:lnTo>
                    <a:pt x="770172" y="2921947"/>
                  </a:lnTo>
                  <a:close/>
                  <a:moveTo>
                    <a:pt x="715978" y="2905416"/>
                  </a:moveTo>
                  <a:lnTo>
                    <a:pt x="770172" y="2921947"/>
                  </a:lnTo>
                  <a:lnTo>
                    <a:pt x="791149" y="2804801"/>
                  </a:lnTo>
                  <a:close/>
                  <a:moveTo>
                    <a:pt x="11841" y="2013299"/>
                  </a:moveTo>
                  <a:lnTo>
                    <a:pt x="121007" y="1980626"/>
                  </a:lnTo>
                  <a:lnTo>
                    <a:pt x="15909" y="2060780"/>
                  </a:lnTo>
                  <a:close/>
                  <a:moveTo>
                    <a:pt x="126017" y="1978594"/>
                  </a:moveTo>
                  <a:lnTo>
                    <a:pt x="11841" y="2013299"/>
                  </a:lnTo>
                  <a:lnTo>
                    <a:pt x="0" y="2001299"/>
                  </a:lnTo>
                  <a:close/>
                  <a:moveTo>
                    <a:pt x="196629" y="2123846"/>
                  </a:moveTo>
                  <a:lnTo>
                    <a:pt x="185559" y="2201211"/>
                  </a:lnTo>
                  <a:lnTo>
                    <a:pt x="224717" y="2145056"/>
                  </a:lnTo>
                  <a:close/>
                  <a:moveTo>
                    <a:pt x="711523" y="2408575"/>
                  </a:moveTo>
                  <a:lnTo>
                    <a:pt x="743439" y="2517695"/>
                  </a:lnTo>
                  <a:lnTo>
                    <a:pt x="805098" y="2415218"/>
                  </a:lnTo>
                  <a:close/>
                  <a:moveTo>
                    <a:pt x="367890" y="2106620"/>
                  </a:moveTo>
                  <a:lnTo>
                    <a:pt x="390336" y="2188835"/>
                  </a:lnTo>
                  <a:lnTo>
                    <a:pt x="498435" y="2104627"/>
                  </a:lnTo>
                  <a:close/>
                  <a:moveTo>
                    <a:pt x="367622" y="2106016"/>
                  </a:moveTo>
                  <a:lnTo>
                    <a:pt x="367890" y="2106620"/>
                  </a:lnTo>
                  <a:lnTo>
                    <a:pt x="498435" y="2104627"/>
                  </a:lnTo>
                  <a:close/>
                  <a:moveTo>
                    <a:pt x="389183" y="2188580"/>
                  </a:moveTo>
                  <a:lnTo>
                    <a:pt x="367622" y="2106016"/>
                  </a:lnTo>
                  <a:lnTo>
                    <a:pt x="498435" y="2104627"/>
                  </a:lnTo>
                  <a:close/>
                  <a:moveTo>
                    <a:pt x="319697" y="1985969"/>
                  </a:moveTo>
                  <a:lnTo>
                    <a:pt x="278707" y="1917525"/>
                  </a:lnTo>
                  <a:lnTo>
                    <a:pt x="314882" y="1942189"/>
                  </a:lnTo>
                  <a:close/>
                  <a:moveTo>
                    <a:pt x="314384" y="1910348"/>
                  </a:moveTo>
                  <a:lnTo>
                    <a:pt x="314882" y="1942189"/>
                  </a:lnTo>
                  <a:lnTo>
                    <a:pt x="278707" y="1917525"/>
                  </a:lnTo>
                  <a:close/>
                  <a:moveTo>
                    <a:pt x="771682" y="2397044"/>
                  </a:moveTo>
                  <a:lnTo>
                    <a:pt x="805098" y="2415218"/>
                  </a:lnTo>
                  <a:lnTo>
                    <a:pt x="811748" y="2387686"/>
                  </a:lnTo>
                  <a:close/>
                  <a:moveTo>
                    <a:pt x="771682" y="2397044"/>
                  </a:moveTo>
                  <a:lnTo>
                    <a:pt x="811748" y="2387686"/>
                  </a:lnTo>
                  <a:lnTo>
                    <a:pt x="786373" y="2276392"/>
                  </a:lnTo>
                  <a:close/>
                  <a:moveTo>
                    <a:pt x="766349" y="2314828"/>
                  </a:moveTo>
                  <a:lnTo>
                    <a:pt x="771682" y="2397044"/>
                  </a:lnTo>
                  <a:lnTo>
                    <a:pt x="786373" y="2276392"/>
                  </a:lnTo>
                  <a:close/>
                  <a:moveTo>
                    <a:pt x="811748" y="2387686"/>
                  </a:moveTo>
                  <a:lnTo>
                    <a:pt x="805098" y="2415218"/>
                  </a:lnTo>
                  <a:lnTo>
                    <a:pt x="823047" y="2397044"/>
                  </a:lnTo>
                  <a:close/>
                  <a:moveTo>
                    <a:pt x="496115" y="1962054"/>
                  </a:moveTo>
                  <a:lnTo>
                    <a:pt x="572933" y="1960193"/>
                  </a:lnTo>
                  <a:lnTo>
                    <a:pt x="482600" y="1872948"/>
                  </a:lnTo>
                  <a:close/>
                  <a:moveTo>
                    <a:pt x="399837" y="1879642"/>
                  </a:moveTo>
                  <a:lnTo>
                    <a:pt x="486016" y="1947532"/>
                  </a:lnTo>
                  <a:lnTo>
                    <a:pt x="496115" y="1962054"/>
                  </a:lnTo>
                  <a:close/>
                  <a:moveTo>
                    <a:pt x="399837" y="1879642"/>
                  </a:moveTo>
                  <a:lnTo>
                    <a:pt x="380260" y="1795465"/>
                  </a:lnTo>
                  <a:lnTo>
                    <a:pt x="379612" y="1865317"/>
                  </a:lnTo>
                  <a:close/>
                  <a:moveTo>
                    <a:pt x="490825" y="1903753"/>
                  </a:moveTo>
                  <a:lnTo>
                    <a:pt x="471673" y="1789366"/>
                  </a:lnTo>
                  <a:lnTo>
                    <a:pt x="482600" y="1872948"/>
                  </a:lnTo>
                  <a:close/>
                  <a:moveTo>
                    <a:pt x="471321" y="1783102"/>
                  </a:moveTo>
                  <a:lnTo>
                    <a:pt x="471673" y="1789366"/>
                  </a:lnTo>
                  <a:lnTo>
                    <a:pt x="490825" y="1903753"/>
                  </a:lnTo>
                  <a:close/>
                  <a:moveTo>
                    <a:pt x="380260" y="1795465"/>
                  </a:moveTo>
                  <a:lnTo>
                    <a:pt x="468385" y="1783102"/>
                  </a:lnTo>
                  <a:lnTo>
                    <a:pt x="386908" y="1751102"/>
                  </a:lnTo>
                  <a:close/>
                  <a:moveTo>
                    <a:pt x="1348355" y="2837872"/>
                  </a:moveTo>
                  <a:lnTo>
                    <a:pt x="1334165" y="2813461"/>
                  </a:lnTo>
                  <a:lnTo>
                    <a:pt x="1320713" y="2797979"/>
                  </a:lnTo>
                  <a:close/>
                  <a:moveTo>
                    <a:pt x="1165200" y="2582389"/>
                  </a:moveTo>
                  <a:lnTo>
                    <a:pt x="1212652" y="2609159"/>
                  </a:lnTo>
                  <a:lnTo>
                    <a:pt x="1229151" y="2649031"/>
                  </a:lnTo>
                  <a:close/>
                  <a:moveTo>
                    <a:pt x="638633" y="1909095"/>
                  </a:moveTo>
                  <a:lnTo>
                    <a:pt x="663742" y="1946960"/>
                  </a:lnTo>
                  <a:lnTo>
                    <a:pt x="730558" y="1984773"/>
                  </a:lnTo>
                  <a:close/>
                  <a:moveTo>
                    <a:pt x="1736502" y="3060107"/>
                  </a:moveTo>
                  <a:lnTo>
                    <a:pt x="1797420" y="3032511"/>
                  </a:lnTo>
                  <a:lnTo>
                    <a:pt x="1801277" y="2986237"/>
                  </a:lnTo>
                  <a:close/>
                  <a:moveTo>
                    <a:pt x="917276" y="2062209"/>
                  </a:moveTo>
                  <a:lnTo>
                    <a:pt x="987277" y="2155741"/>
                  </a:lnTo>
                  <a:lnTo>
                    <a:pt x="926541" y="2073525"/>
                  </a:lnTo>
                  <a:close/>
                  <a:moveTo>
                    <a:pt x="864646" y="2044405"/>
                  </a:moveTo>
                  <a:lnTo>
                    <a:pt x="964670" y="2123771"/>
                  </a:lnTo>
                  <a:lnTo>
                    <a:pt x="917276" y="2062209"/>
                  </a:lnTo>
                  <a:close/>
                  <a:moveTo>
                    <a:pt x="1638417" y="2740316"/>
                  </a:moveTo>
                  <a:lnTo>
                    <a:pt x="1723947" y="2831467"/>
                  </a:lnTo>
                  <a:lnTo>
                    <a:pt x="1662841" y="2775025"/>
                  </a:lnTo>
                  <a:close/>
                  <a:moveTo>
                    <a:pt x="915560" y="1763328"/>
                  </a:moveTo>
                  <a:lnTo>
                    <a:pt x="989119" y="1864211"/>
                  </a:lnTo>
                  <a:lnTo>
                    <a:pt x="1004509" y="1832223"/>
                  </a:lnTo>
                  <a:close/>
                  <a:moveTo>
                    <a:pt x="249132" y="1048508"/>
                  </a:moveTo>
                  <a:lnTo>
                    <a:pt x="295702" y="1010072"/>
                  </a:lnTo>
                  <a:lnTo>
                    <a:pt x="218067" y="966293"/>
                  </a:lnTo>
                  <a:close/>
                  <a:moveTo>
                    <a:pt x="1165691" y="2078868"/>
                  </a:moveTo>
                  <a:lnTo>
                    <a:pt x="1166557" y="2080825"/>
                  </a:lnTo>
                  <a:lnTo>
                    <a:pt x="1171169" y="2087109"/>
                  </a:lnTo>
                  <a:close/>
                  <a:moveTo>
                    <a:pt x="1004509" y="1832223"/>
                  </a:moveTo>
                  <a:lnTo>
                    <a:pt x="989119" y="1864211"/>
                  </a:lnTo>
                  <a:lnTo>
                    <a:pt x="1035380" y="1858074"/>
                  </a:lnTo>
                  <a:close/>
                  <a:moveTo>
                    <a:pt x="1854502" y="2754829"/>
                  </a:moveTo>
                  <a:lnTo>
                    <a:pt x="1811596" y="2698152"/>
                  </a:lnTo>
                  <a:lnTo>
                    <a:pt x="1723413" y="2758571"/>
                  </a:lnTo>
                  <a:close/>
                  <a:moveTo>
                    <a:pt x="1811596" y="2698152"/>
                  </a:moveTo>
                  <a:lnTo>
                    <a:pt x="1733025" y="2623902"/>
                  </a:lnTo>
                  <a:lnTo>
                    <a:pt x="1721241" y="2654374"/>
                  </a:lnTo>
                  <a:close/>
                  <a:moveTo>
                    <a:pt x="1684845" y="2614371"/>
                  </a:moveTo>
                  <a:lnTo>
                    <a:pt x="1721241" y="2654374"/>
                  </a:lnTo>
                  <a:lnTo>
                    <a:pt x="1733025" y="2623902"/>
                  </a:lnTo>
                  <a:close/>
                  <a:moveTo>
                    <a:pt x="520426" y="1241644"/>
                  </a:moveTo>
                  <a:lnTo>
                    <a:pt x="590012" y="1245664"/>
                  </a:lnTo>
                  <a:lnTo>
                    <a:pt x="563702" y="1166961"/>
                  </a:lnTo>
                  <a:close/>
                  <a:moveTo>
                    <a:pt x="569923" y="1061810"/>
                  </a:moveTo>
                  <a:lnTo>
                    <a:pt x="509205" y="1068881"/>
                  </a:lnTo>
                  <a:lnTo>
                    <a:pt x="502215" y="1156357"/>
                  </a:lnTo>
                  <a:close/>
                  <a:moveTo>
                    <a:pt x="569923" y="1061810"/>
                  </a:moveTo>
                  <a:lnTo>
                    <a:pt x="502215" y="1156357"/>
                  </a:lnTo>
                  <a:lnTo>
                    <a:pt x="563702" y="1166961"/>
                  </a:lnTo>
                  <a:close/>
                  <a:moveTo>
                    <a:pt x="255807" y="735037"/>
                  </a:moveTo>
                  <a:lnTo>
                    <a:pt x="170209" y="643943"/>
                  </a:lnTo>
                  <a:lnTo>
                    <a:pt x="180806" y="735419"/>
                  </a:lnTo>
                  <a:close/>
                  <a:moveTo>
                    <a:pt x="255807" y="735037"/>
                  </a:moveTo>
                  <a:lnTo>
                    <a:pt x="326831" y="737888"/>
                  </a:lnTo>
                  <a:lnTo>
                    <a:pt x="254600" y="674269"/>
                  </a:lnTo>
                  <a:close/>
                  <a:moveTo>
                    <a:pt x="326831" y="737888"/>
                  </a:moveTo>
                  <a:lnTo>
                    <a:pt x="336976" y="703603"/>
                  </a:lnTo>
                  <a:lnTo>
                    <a:pt x="254600" y="674269"/>
                  </a:lnTo>
                  <a:close/>
                  <a:moveTo>
                    <a:pt x="2193060" y="2824146"/>
                  </a:moveTo>
                  <a:lnTo>
                    <a:pt x="2147071" y="2797522"/>
                  </a:lnTo>
                  <a:lnTo>
                    <a:pt x="2087910" y="2791530"/>
                  </a:lnTo>
                  <a:close/>
                  <a:moveTo>
                    <a:pt x="539083" y="965391"/>
                  </a:moveTo>
                  <a:lnTo>
                    <a:pt x="535389" y="1053850"/>
                  </a:lnTo>
                  <a:lnTo>
                    <a:pt x="574898" y="1035837"/>
                  </a:lnTo>
                  <a:close/>
                  <a:moveTo>
                    <a:pt x="368886" y="724989"/>
                  </a:moveTo>
                  <a:lnTo>
                    <a:pt x="444516" y="686553"/>
                  </a:lnTo>
                  <a:lnTo>
                    <a:pt x="336976" y="703603"/>
                  </a:lnTo>
                  <a:close/>
                  <a:moveTo>
                    <a:pt x="444516" y="686553"/>
                  </a:moveTo>
                  <a:lnTo>
                    <a:pt x="378649" y="644210"/>
                  </a:lnTo>
                  <a:lnTo>
                    <a:pt x="336976" y="703603"/>
                  </a:lnTo>
                  <a:close/>
                  <a:moveTo>
                    <a:pt x="2234014" y="2719751"/>
                  </a:moveTo>
                  <a:lnTo>
                    <a:pt x="2193060" y="2824146"/>
                  </a:lnTo>
                  <a:lnTo>
                    <a:pt x="2252229" y="2805035"/>
                  </a:lnTo>
                  <a:close/>
                  <a:moveTo>
                    <a:pt x="1945608" y="2572260"/>
                  </a:moveTo>
                  <a:lnTo>
                    <a:pt x="1939063" y="2539065"/>
                  </a:lnTo>
                  <a:lnTo>
                    <a:pt x="1918873" y="2501642"/>
                  </a:lnTo>
                  <a:close/>
                  <a:moveTo>
                    <a:pt x="1871297" y="2572082"/>
                  </a:moveTo>
                  <a:lnTo>
                    <a:pt x="1892458" y="2577501"/>
                  </a:lnTo>
                  <a:lnTo>
                    <a:pt x="1918873" y="2501642"/>
                  </a:lnTo>
                  <a:close/>
                  <a:moveTo>
                    <a:pt x="1779034" y="2246721"/>
                  </a:moveTo>
                  <a:lnTo>
                    <a:pt x="1835009" y="2301306"/>
                  </a:lnTo>
                  <a:lnTo>
                    <a:pt x="1725952" y="2229283"/>
                  </a:lnTo>
                  <a:close/>
                  <a:moveTo>
                    <a:pt x="1772578" y="2233331"/>
                  </a:moveTo>
                  <a:lnTo>
                    <a:pt x="1779034" y="2246721"/>
                  </a:lnTo>
                  <a:lnTo>
                    <a:pt x="1730851" y="2127989"/>
                  </a:lnTo>
                  <a:close/>
                  <a:moveTo>
                    <a:pt x="1730851" y="2127989"/>
                  </a:moveTo>
                  <a:lnTo>
                    <a:pt x="1787427" y="2073643"/>
                  </a:lnTo>
                  <a:lnTo>
                    <a:pt x="1697392" y="2152410"/>
                  </a:lnTo>
                  <a:close/>
                  <a:moveTo>
                    <a:pt x="1701888" y="2048663"/>
                  </a:moveTo>
                  <a:lnTo>
                    <a:pt x="1701842" y="2045774"/>
                  </a:lnTo>
                  <a:lnTo>
                    <a:pt x="1724229" y="2127989"/>
                  </a:lnTo>
                  <a:close/>
                  <a:moveTo>
                    <a:pt x="1701842" y="2045774"/>
                  </a:moveTo>
                  <a:lnTo>
                    <a:pt x="1701888" y="2048663"/>
                  </a:lnTo>
                  <a:lnTo>
                    <a:pt x="1565432" y="1998915"/>
                  </a:lnTo>
                  <a:close/>
                  <a:moveTo>
                    <a:pt x="444516" y="686553"/>
                  </a:moveTo>
                  <a:lnTo>
                    <a:pt x="481695" y="648117"/>
                  </a:lnTo>
                  <a:lnTo>
                    <a:pt x="378649" y="644210"/>
                  </a:lnTo>
                  <a:close/>
                  <a:moveTo>
                    <a:pt x="557880" y="757010"/>
                  </a:moveTo>
                  <a:lnTo>
                    <a:pt x="521136" y="683088"/>
                  </a:lnTo>
                  <a:lnTo>
                    <a:pt x="467430" y="697492"/>
                  </a:lnTo>
                  <a:close/>
                  <a:moveTo>
                    <a:pt x="1637900" y="1842907"/>
                  </a:moveTo>
                  <a:lnTo>
                    <a:pt x="1609711" y="1881343"/>
                  </a:lnTo>
                  <a:lnTo>
                    <a:pt x="1699600" y="1925122"/>
                  </a:lnTo>
                  <a:close/>
                  <a:moveTo>
                    <a:pt x="1646770" y="1678477"/>
                  </a:moveTo>
                  <a:lnTo>
                    <a:pt x="1608722" y="1747608"/>
                  </a:lnTo>
                  <a:lnTo>
                    <a:pt x="1655909" y="1685674"/>
                  </a:lnTo>
                  <a:close/>
                  <a:moveTo>
                    <a:pt x="715756" y="853420"/>
                  </a:moveTo>
                  <a:lnTo>
                    <a:pt x="790901" y="894762"/>
                  </a:lnTo>
                  <a:lnTo>
                    <a:pt x="758862" y="799382"/>
                  </a:lnTo>
                  <a:close/>
                  <a:moveTo>
                    <a:pt x="758862" y="799382"/>
                  </a:moveTo>
                  <a:lnTo>
                    <a:pt x="790901" y="894762"/>
                  </a:lnTo>
                  <a:lnTo>
                    <a:pt x="810310" y="787380"/>
                  </a:lnTo>
                  <a:close/>
                  <a:moveTo>
                    <a:pt x="920659" y="858353"/>
                  </a:moveTo>
                  <a:lnTo>
                    <a:pt x="858037" y="828070"/>
                  </a:lnTo>
                  <a:lnTo>
                    <a:pt x="810310" y="787380"/>
                  </a:lnTo>
                  <a:close/>
                  <a:moveTo>
                    <a:pt x="2011913" y="2218079"/>
                  </a:moveTo>
                  <a:lnTo>
                    <a:pt x="2056323" y="2242566"/>
                  </a:lnTo>
                  <a:lnTo>
                    <a:pt x="2024740" y="2168150"/>
                  </a:lnTo>
                  <a:close/>
                  <a:moveTo>
                    <a:pt x="1965394" y="2155805"/>
                  </a:moveTo>
                  <a:lnTo>
                    <a:pt x="2024740" y="2168150"/>
                  </a:lnTo>
                  <a:lnTo>
                    <a:pt x="2018348" y="2164502"/>
                  </a:lnTo>
                  <a:close/>
                  <a:moveTo>
                    <a:pt x="1608722" y="1747608"/>
                  </a:moveTo>
                  <a:lnTo>
                    <a:pt x="1646770" y="1678477"/>
                  </a:lnTo>
                  <a:lnTo>
                    <a:pt x="1613530" y="1659535"/>
                  </a:lnTo>
                  <a:close/>
                  <a:moveTo>
                    <a:pt x="1754373" y="1367912"/>
                  </a:moveTo>
                  <a:lnTo>
                    <a:pt x="1808232" y="1398737"/>
                  </a:lnTo>
                  <a:lnTo>
                    <a:pt x="1716662" y="1336007"/>
                  </a:lnTo>
                  <a:close/>
                  <a:moveTo>
                    <a:pt x="1808232" y="1398737"/>
                  </a:moveTo>
                  <a:lnTo>
                    <a:pt x="1827625" y="1406480"/>
                  </a:lnTo>
                  <a:lnTo>
                    <a:pt x="1716662" y="1336007"/>
                  </a:lnTo>
                  <a:close/>
                  <a:moveTo>
                    <a:pt x="1716662" y="1336007"/>
                  </a:moveTo>
                  <a:lnTo>
                    <a:pt x="1827625" y="1406480"/>
                  </a:lnTo>
                  <a:lnTo>
                    <a:pt x="1762019" y="1354959"/>
                  </a:lnTo>
                  <a:close/>
                  <a:moveTo>
                    <a:pt x="1852010" y="1454299"/>
                  </a:moveTo>
                  <a:lnTo>
                    <a:pt x="1827625" y="1406480"/>
                  </a:lnTo>
                  <a:lnTo>
                    <a:pt x="1808232" y="1398737"/>
                  </a:lnTo>
                  <a:close/>
                  <a:moveTo>
                    <a:pt x="1658315" y="1322850"/>
                  </a:moveTo>
                  <a:lnTo>
                    <a:pt x="1716662" y="1336007"/>
                  </a:lnTo>
                  <a:lnTo>
                    <a:pt x="1603822" y="1267058"/>
                  </a:lnTo>
                  <a:close/>
                  <a:moveTo>
                    <a:pt x="1529168" y="1167068"/>
                  </a:moveTo>
                  <a:lnTo>
                    <a:pt x="1603822" y="1267058"/>
                  </a:lnTo>
                  <a:lnTo>
                    <a:pt x="1574383" y="1190528"/>
                  </a:lnTo>
                  <a:close/>
                  <a:moveTo>
                    <a:pt x="1467361" y="852135"/>
                  </a:moveTo>
                  <a:lnTo>
                    <a:pt x="1518159" y="905446"/>
                  </a:lnTo>
                  <a:lnTo>
                    <a:pt x="1551684" y="909077"/>
                  </a:lnTo>
                  <a:close/>
                  <a:moveTo>
                    <a:pt x="1376167" y="789834"/>
                  </a:moveTo>
                  <a:lnTo>
                    <a:pt x="1266431" y="861668"/>
                  </a:lnTo>
                  <a:lnTo>
                    <a:pt x="1378149" y="828882"/>
                  </a:lnTo>
                  <a:close/>
                  <a:moveTo>
                    <a:pt x="1323987" y="741016"/>
                  </a:moveTo>
                  <a:lnTo>
                    <a:pt x="1266431" y="861668"/>
                  </a:lnTo>
                  <a:lnTo>
                    <a:pt x="1376167" y="789834"/>
                  </a:lnTo>
                  <a:close/>
                  <a:moveTo>
                    <a:pt x="1261028" y="763415"/>
                  </a:moveTo>
                  <a:lnTo>
                    <a:pt x="1323987" y="741016"/>
                  </a:lnTo>
                  <a:lnTo>
                    <a:pt x="1286124" y="731835"/>
                  </a:lnTo>
                  <a:close/>
                  <a:moveTo>
                    <a:pt x="1259601" y="741016"/>
                  </a:moveTo>
                  <a:lnTo>
                    <a:pt x="1261028" y="763415"/>
                  </a:lnTo>
                  <a:lnTo>
                    <a:pt x="1286124" y="731835"/>
                  </a:lnTo>
                  <a:close/>
                  <a:moveTo>
                    <a:pt x="1387301" y="831463"/>
                  </a:moveTo>
                  <a:lnTo>
                    <a:pt x="1442407" y="822294"/>
                  </a:lnTo>
                  <a:lnTo>
                    <a:pt x="1467361" y="852135"/>
                  </a:lnTo>
                  <a:close/>
                  <a:moveTo>
                    <a:pt x="1375087" y="631187"/>
                  </a:moveTo>
                  <a:lnTo>
                    <a:pt x="1323987" y="741016"/>
                  </a:lnTo>
                  <a:lnTo>
                    <a:pt x="1368276" y="736817"/>
                  </a:lnTo>
                  <a:close/>
                  <a:moveTo>
                    <a:pt x="1375087" y="631187"/>
                  </a:moveTo>
                  <a:lnTo>
                    <a:pt x="1437220" y="620365"/>
                  </a:lnTo>
                  <a:lnTo>
                    <a:pt x="1381153" y="593274"/>
                  </a:lnTo>
                  <a:close/>
                  <a:moveTo>
                    <a:pt x="1221307" y="395340"/>
                  </a:moveTo>
                  <a:lnTo>
                    <a:pt x="1172341" y="291504"/>
                  </a:lnTo>
                  <a:lnTo>
                    <a:pt x="1146102" y="295795"/>
                  </a:lnTo>
                  <a:close/>
                  <a:moveTo>
                    <a:pt x="1146102" y="295795"/>
                  </a:moveTo>
                  <a:lnTo>
                    <a:pt x="1154331" y="302540"/>
                  </a:lnTo>
                  <a:lnTo>
                    <a:pt x="1221307" y="395340"/>
                  </a:lnTo>
                  <a:close/>
                  <a:moveTo>
                    <a:pt x="1154331" y="302540"/>
                  </a:moveTo>
                  <a:lnTo>
                    <a:pt x="1146102" y="295795"/>
                  </a:lnTo>
                  <a:lnTo>
                    <a:pt x="1145589" y="291504"/>
                  </a:lnTo>
                  <a:close/>
                  <a:moveTo>
                    <a:pt x="1381153" y="593274"/>
                  </a:moveTo>
                  <a:lnTo>
                    <a:pt x="1501820" y="550565"/>
                  </a:lnTo>
                  <a:lnTo>
                    <a:pt x="1421748" y="529850"/>
                  </a:lnTo>
                  <a:close/>
                  <a:moveTo>
                    <a:pt x="1196003" y="335283"/>
                  </a:moveTo>
                  <a:lnTo>
                    <a:pt x="1154331" y="302540"/>
                  </a:lnTo>
                  <a:lnTo>
                    <a:pt x="1145589" y="291504"/>
                  </a:lnTo>
                  <a:close/>
                  <a:moveTo>
                    <a:pt x="1535611" y="461704"/>
                  </a:moveTo>
                  <a:lnTo>
                    <a:pt x="1501820" y="550565"/>
                  </a:lnTo>
                  <a:lnTo>
                    <a:pt x="1589697" y="477804"/>
                  </a:lnTo>
                  <a:close/>
                  <a:moveTo>
                    <a:pt x="1589697" y="477804"/>
                  </a:moveTo>
                  <a:lnTo>
                    <a:pt x="1553583" y="465445"/>
                  </a:lnTo>
                  <a:lnTo>
                    <a:pt x="1536742" y="461277"/>
                  </a:lnTo>
                  <a:close/>
                  <a:moveTo>
                    <a:pt x="1240838" y="132113"/>
                  </a:moveTo>
                  <a:lnTo>
                    <a:pt x="1262911" y="88637"/>
                  </a:lnTo>
                  <a:lnTo>
                    <a:pt x="1260056" y="63560"/>
                  </a:lnTo>
                  <a:close/>
                  <a:moveTo>
                    <a:pt x="1240838" y="132113"/>
                  </a:moveTo>
                  <a:lnTo>
                    <a:pt x="1260056" y="63560"/>
                  </a:lnTo>
                  <a:lnTo>
                    <a:pt x="1162844" y="119164"/>
                  </a:lnTo>
                  <a:close/>
                  <a:moveTo>
                    <a:pt x="1162844" y="119164"/>
                  </a:moveTo>
                  <a:lnTo>
                    <a:pt x="1260056" y="63560"/>
                  </a:lnTo>
                  <a:lnTo>
                    <a:pt x="1192005" y="58292"/>
                  </a:lnTo>
                  <a:close/>
                  <a:moveTo>
                    <a:pt x="1192005" y="58292"/>
                  </a:moveTo>
                  <a:lnTo>
                    <a:pt x="1260056" y="63560"/>
                  </a:lnTo>
                  <a:lnTo>
                    <a:pt x="121512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77" name="Candidate_density__2076">
              <a:extLst>
                <a:ext uri="{FF2B5EF4-FFF2-40B4-BE49-F238E27FC236}">
                  <a16:creationId xmlns:a16="http://schemas.microsoft.com/office/drawing/2014/main" id="{A51CD17F-AADE-83B5-2A1E-CCF8A4D922BF}"/>
                </a:ext>
              </a:extLst>
            </p:cNvPr>
            <p:cNvSpPr>
              <a:spLocks noGrp="1"/>
            </p:cNvSpPr>
            <p:nvPr/>
          </p:nvSpPr>
          <p:spPr>
            <a:xfrm>
              <a:off x="4334757" y="1692601"/>
              <a:ext cx="2232521" cy="3544650"/>
            </a:xfrm>
            <a:custGeom>
              <a:avLst/>
              <a:gdLst/>
              <a:ahLst/>
              <a:cxnLst/>
              <a:rect l="0" t="0" r="0" b="0"/>
              <a:pathLst>
                <a:path w="2232521" h="3544650">
                  <a:moveTo>
                    <a:pt x="332121" y="3438049"/>
                  </a:moveTo>
                  <a:lnTo>
                    <a:pt x="293801" y="3476486"/>
                  </a:lnTo>
                  <a:lnTo>
                    <a:pt x="320266" y="3488692"/>
                  </a:lnTo>
                  <a:close/>
                  <a:moveTo>
                    <a:pt x="541853" y="3544650"/>
                  </a:moveTo>
                  <a:lnTo>
                    <a:pt x="474968" y="3508746"/>
                  </a:lnTo>
                  <a:lnTo>
                    <a:pt x="482813" y="3520264"/>
                  </a:lnTo>
                  <a:close/>
                  <a:moveTo>
                    <a:pt x="513082" y="3500537"/>
                  </a:moveTo>
                  <a:lnTo>
                    <a:pt x="474968" y="3508746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13082" y="3500537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41853" y="3544650"/>
                  </a:lnTo>
                  <a:lnTo>
                    <a:pt x="667323" y="3519901"/>
                  </a:lnTo>
                  <a:close/>
                  <a:moveTo>
                    <a:pt x="454114" y="3495267"/>
                  </a:moveTo>
                  <a:lnTo>
                    <a:pt x="474968" y="3508746"/>
                  </a:lnTo>
                  <a:lnTo>
                    <a:pt x="373397" y="3472136"/>
                  </a:lnTo>
                  <a:close/>
                  <a:moveTo>
                    <a:pt x="556945" y="3158309"/>
                  </a:moveTo>
                  <a:lnTo>
                    <a:pt x="574753" y="3237254"/>
                  </a:lnTo>
                  <a:lnTo>
                    <a:pt x="624506" y="3208070"/>
                  </a:lnTo>
                  <a:close/>
                  <a:moveTo>
                    <a:pt x="699192" y="3208650"/>
                  </a:moveTo>
                  <a:lnTo>
                    <a:pt x="665666" y="3146758"/>
                  </a:lnTo>
                  <a:lnTo>
                    <a:pt x="624506" y="3208070"/>
                  </a:lnTo>
                  <a:close/>
                  <a:moveTo>
                    <a:pt x="0" y="2051233"/>
                  </a:moveTo>
                  <a:lnTo>
                    <a:pt x="95806" y="2130779"/>
                  </a:lnTo>
                  <a:lnTo>
                    <a:pt x="60074" y="2102296"/>
                  </a:lnTo>
                  <a:close/>
                  <a:moveTo>
                    <a:pt x="151927" y="2125402"/>
                  </a:moveTo>
                  <a:lnTo>
                    <a:pt x="73633" y="2111331"/>
                  </a:lnTo>
                  <a:lnTo>
                    <a:pt x="60074" y="2102296"/>
                  </a:lnTo>
                  <a:close/>
                  <a:moveTo>
                    <a:pt x="745584" y="2809372"/>
                  </a:moveTo>
                  <a:lnTo>
                    <a:pt x="763098" y="2834791"/>
                  </a:lnTo>
                  <a:lnTo>
                    <a:pt x="768679" y="2751095"/>
                  </a:lnTo>
                  <a:close/>
                  <a:moveTo>
                    <a:pt x="168539" y="2074708"/>
                  </a:moveTo>
                  <a:lnTo>
                    <a:pt x="73633" y="2111331"/>
                  </a:lnTo>
                  <a:lnTo>
                    <a:pt x="151927" y="2125402"/>
                  </a:lnTo>
                  <a:close/>
                  <a:moveTo>
                    <a:pt x="168539" y="2074708"/>
                  </a:moveTo>
                  <a:lnTo>
                    <a:pt x="81303" y="2085037"/>
                  </a:lnTo>
                  <a:lnTo>
                    <a:pt x="73633" y="2111331"/>
                  </a:lnTo>
                  <a:close/>
                  <a:moveTo>
                    <a:pt x="184065" y="2030359"/>
                  </a:moveTo>
                  <a:lnTo>
                    <a:pt x="216733" y="1996027"/>
                  </a:lnTo>
                  <a:lnTo>
                    <a:pt x="223224" y="1974204"/>
                  </a:lnTo>
                  <a:close/>
                  <a:moveTo>
                    <a:pt x="184065" y="2030359"/>
                  </a:moveTo>
                  <a:lnTo>
                    <a:pt x="204254" y="2042385"/>
                  </a:lnTo>
                  <a:lnTo>
                    <a:pt x="216733" y="1996027"/>
                  </a:lnTo>
                  <a:close/>
                  <a:moveTo>
                    <a:pt x="168539" y="2074708"/>
                  </a:moveTo>
                  <a:lnTo>
                    <a:pt x="204254" y="2042385"/>
                  </a:lnTo>
                  <a:lnTo>
                    <a:pt x="184065" y="2030359"/>
                  </a:lnTo>
                  <a:close/>
                  <a:moveTo>
                    <a:pt x="181269" y="2094856"/>
                  </a:moveTo>
                  <a:lnTo>
                    <a:pt x="204254" y="2042385"/>
                  </a:lnTo>
                  <a:lnTo>
                    <a:pt x="168539" y="2074708"/>
                  </a:lnTo>
                  <a:close/>
                  <a:moveTo>
                    <a:pt x="14415" y="1889927"/>
                  </a:moveTo>
                  <a:lnTo>
                    <a:pt x="119514" y="1809774"/>
                  </a:lnTo>
                  <a:lnTo>
                    <a:pt x="127684" y="1819561"/>
                  </a:lnTo>
                  <a:close/>
                  <a:moveTo>
                    <a:pt x="127684" y="1819561"/>
                  </a:moveTo>
                  <a:lnTo>
                    <a:pt x="120067" y="1813838"/>
                  </a:lnTo>
                  <a:lnTo>
                    <a:pt x="14415" y="1889927"/>
                  </a:lnTo>
                  <a:close/>
                  <a:moveTo>
                    <a:pt x="127684" y="1819561"/>
                  </a:moveTo>
                  <a:lnTo>
                    <a:pt x="189513" y="1891989"/>
                  </a:lnTo>
                  <a:lnTo>
                    <a:pt x="120067" y="1813838"/>
                  </a:lnTo>
                  <a:close/>
                  <a:moveTo>
                    <a:pt x="119514" y="1809774"/>
                  </a:moveTo>
                  <a:lnTo>
                    <a:pt x="10347" y="1842447"/>
                  </a:lnTo>
                  <a:lnTo>
                    <a:pt x="124523" y="1807742"/>
                  </a:lnTo>
                  <a:close/>
                  <a:moveTo>
                    <a:pt x="170602" y="1872847"/>
                  </a:moveTo>
                  <a:lnTo>
                    <a:pt x="223224" y="1974204"/>
                  </a:lnTo>
                  <a:lnTo>
                    <a:pt x="189513" y="1891989"/>
                  </a:lnTo>
                  <a:close/>
                  <a:moveTo>
                    <a:pt x="170602" y="1872847"/>
                  </a:moveTo>
                  <a:lnTo>
                    <a:pt x="195135" y="1952994"/>
                  </a:lnTo>
                  <a:lnTo>
                    <a:pt x="223224" y="1974204"/>
                  </a:lnTo>
                  <a:close/>
                  <a:moveTo>
                    <a:pt x="93695" y="1774686"/>
                  </a:moveTo>
                  <a:lnTo>
                    <a:pt x="170602" y="1872847"/>
                  </a:lnTo>
                  <a:lnTo>
                    <a:pt x="119514" y="1809774"/>
                  </a:lnTo>
                  <a:close/>
                  <a:moveTo>
                    <a:pt x="93695" y="1774686"/>
                  </a:moveTo>
                  <a:lnTo>
                    <a:pt x="119514" y="1809774"/>
                  </a:lnTo>
                  <a:lnTo>
                    <a:pt x="95277" y="1761852"/>
                  </a:lnTo>
                  <a:close/>
                  <a:moveTo>
                    <a:pt x="95277" y="1761852"/>
                  </a:moveTo>
                  <a:lnTo>
                    <a:pt x="119514" y="1809774"/>
                  </a:lnTo>
                  <a:lnTo>
                    <a:pt x="124523" y="1807742"/>
                  </a:lnTo>
                  <a:close/>
                  <a:moveTo>
                    <a:pt x="95277" y="1761852"/>
                  </a:moveTo>
                  <a:lnTo>
                    <a:pt x="124523" y="1807742"/>
                  </a:lnTo>
                  <a:lnTo>
                    <a:pt x="156689" y="1712803"/>
                  </a:lnTo>
                  <a:close/>
                  <a:moveTo>
                    <a:pt x="710030" y="2237723"/>
                  </a:moveTo>
                  <a:lnTo>
                    <a:pt x="661562" y="2316626"/>
                  </a:lnTo>
                  <a:lnTo>
                    <a:pt x="718778" y="2330703"/>
                  </a:lnTo>
                  <a:close/>
                  <a:moveTo>
                    <a:pt x="718778" y="2330703"/>
                  </a:moveTo>
                  <a:lnTo>
                    <a:pt x="741945" y="2346843"/>
                  </a:lnTo>
                  <a:lnTo>
                    <a:pt x="710030" y="2237723"/>
                  </a:lnTo>
                  <a:close/>
                  <a:moveTo>
                    <a:pt x="277214" y="1746673"/>
                  </a:moveTo>
                  <a:lnTo>
                    <a:pt x="259107" y="1732901"/>
                  </a:lnTo>
                  <a:lnTo>
                    <a:pt x="232231" y="1716583"/>
                  </a:lnTo>
                  <a:close/>
                  <a:moveTo>
                    <a:pt x="784880" y="2105540"/>
                  </a:moveTo>
                  <a:lnTo>
                    <a:pt x="810255" y="2216833"/>
                  </a:lnTo>
                  <a:lnTo>
                    <a:pt x="828862" y="2123597"/>
                  </a:lnTo>
                  <a:close/>
                  <a:moveTo>
                    <a:pt x="828862" y="2123597"/>
                  </a:moveTo>
                  <a:lnTo>
                    <a:pt x="810255" y="2216833"/>
                  </a:lnTo>
                  <a:lnTo>
                    <a:pt x="903300" y="2123245"/>
                  </a:lnTo>
                  <a:close/>
                  <a:moveTo>
                    <a:pt x="494621" y="1791201"/>
                  </a:moveTo>
                  <a:lnTo>
                    <a:pt x="494500" y="1891392"/>
                  </a:lnTo>
                  <a:lnTo>
                    <a:pt x="571440" y="1789341"/>
                  </a:lnTo>
                  <a:close/>
                  <a:moveTo>
                    <a:pt x="571440" y="1789341"/>
                  </a:moveTo>
                  <a:lnTo>
                    <a:pt x="525043" y="1760183"/>
                  </a:lnTo>
                  <a:lnTo>
                    <a:pt x="481107" y="1702096"/>
                  </a:lnTo>
                  <a:close/>
                  <a:moveTo>
                    <a:pt x="1319219" y="2627126"/>
                  </a:moveTo>
                  <a:lnTo>
                    <a:pt x="1299239" y="2662220"/>
                  </a:lnTo>
                  <a:lnTo>
                    <a:pt x="1346862" y="2667020"/>
                  </a:lnTo>
                  <a:close/>
                  <a:moveTo>
                    <a:pt x="729064" y="1813920"/>
                  </a:moveTo>
                  <a:lnTo>
                    <a:pt x="662248" y="1776108"/>
                  </a:lnTo>
                  <a:lnTo>
                    <a:pt x="751805" y="1835489"/>
                  </a:lnTo>
                  <a:close/>
                  <a:moveTo>
                    <a:pt x="532097" y="1491598"/>
                  </a:moveTo>
                  <a:lnTo>
                    <a:pt x="528831" y="1523705"/>
                  </a:lnTo>
                  <a:lnTo>
                    <a:pt x="576897" y="1523653"/>
                  </a:lnTo>
                  <a:close/>
                  <a:moveTo>
                    <a:pt x="1673429" y="2836826"/>
                  </a:moveTo>
                  <a:lnTo>
                    <a:pt x="1735008" y="2889254"/>
                  </a:lnTo>
                  <a:lnTo>
                    <a:pt x="1799784" y="2815385"/>
                  </a:lnTo>
                  <a:close/>
                  <a:moveTo>
                    <a:pt x="915782" y="1891357"/>
                  </a:moveTo>
                  <a:lnTo>
                    <a:pt x="963177" y="1952918"/>
                  </a:lnTo>
                  <a:lnTo>
                    <a:pt x="985783" y="1984888"/>
                  </a:lnTo>
                  <a:close/>
                  <a:moveTo>
                    <a:pt x="1799784" y="2815385"/>
                  </a:moveTo>
                  <a:lnTo>
                    <a:pt x="1799302" y="2758822"/>
                  </a:lnTo>
                  <a:lnTo>
                    <a:pt x="1767534" y="2850818"/>
                  </a:lnTo>
                  <a:close/>
                  <a:moveTo>
                    <a:pt x="1799302" y="2758822"/>
                  </a:moveTo>
                  <a:lnTo>
                    <a:pt x="1799784" y="2815385"/>
                  </a:lnTo>
                  <a:lnTo>
                    <a:pt x="1822461" y="2768603"/>
                  </a:lnTo>
                  <a:close/>
                  <a:moveTo>
                    <a:pt x="1765019" y="2730166"/>
                  </a:moveTo>
                  <a:lnTo>
                    <a:pt x="1799302" y="2758822"/>
                  </a:lnTo>
                  <a:lnTo>
                    <a:pt x="1722454" y="2660614"/>
                  </a:lnTo>
                  <a:close/>
                  <a:moveTo>
                    <a:pt x="1722454" y="2660614"/>
                  </a:moveTo>
                  <a:lnTo>
                    <a:pt x="1799302" y="2758822"/>
                  </a:lnTo>
                  <a:lnTo>
                    <a:pt x="1744040" y="2686388"/>
                  </a:lnTo>
                  <a:close/>
                  <a:moveTo>
                    <a:pt x="1721919" y="2587718"/>
                  </a:moveTo>
                  <a:lnTo>
                    <a:pt x="1697832" y="2580539"/>
                  </a:lnTo>
                  <a:lnTo>
                    <a:pt x="1806607" y="2625694"/>
                  </a:lnTo>
                  <a:close/>
                  <a:moveTo>
                    <a:pt x="834815" y="1617591"/>
                  </a:moveTo>
                  <a:lnTo>
                    <a:pt x="937747" y="1606435"/>
                  </a:lnTo>
                  <a:lnTo>
                    <a:pt x="918452" y="1661370"/>
                  </a:lnTo>
                  <a:close/>
                  <a:moveTo>
                    <a:pt x="834815" y="1617591"/>
                  </a:moveTo>
                  <a:lnTo>
                    <a:pt x="918452" y="1661370"/>
                  </a:lnTo>
                  <a:lnTo>
                    <a:pt x="886867" y="1699807"/>
                  </a:lnTo>
                  <a:close/>
                  <a:moveTo>
                    <a:pt x="914067" y="1592476"/>
                  </a:moveTo>
                  <a:lnTo>
                    <a:pt x="1003016" y="1661370"/>
                  </a:lnTo>
                  <a:lnTo>
                    <a:pt x="937747" y="1606435"/>
                  </a:lnTo>
                  <a:close/>
                  <a:moveTo>
                    <a:pt x="1806607" y="2625694"/>
                  </a:moveTo>
                  <a:lnTo>
                    <a:pt x="1853008" y="2583977"/>
                  </a:lnTo>
                  <a:lnTo>
                    <a:pt x="1721919" y="2587718"/>
                  </a:lnTo>
                  <a:close/>
                  <a:moveTo>
                    <a:pt x="1602653" y="2397141"/>
                  </a:moveTo>
                  <a:lnTo>
                    <a:pt x="1731531" y="2453050"/>
                  </a:lnTo>
                  <a:lnTo>
                    <a:pt x="1713269" y="2445084"/>
                  </a:lnTo>
                  <a:close/>
                  <a:moveTo>
                    <a:pt x="1683351" y="2443518"/>
                  </a:moveTo>
                  <a:lnTo>
                    <a:pt x="1731531" y="2453050"/>
                  </a:lnTo>
                  <a:lnTo>
                    <a:pt x="1612781" y="2401306"/>
                  </a:lnTo>
                  <a:close/>
                  <a:moveTo>
                    <a:pt x="1003016" y="1661370"/>
                  </a:moveTo>
                  <a:lnTo>
                    <a:pt x="1033886" y="1687222"/>
                  </a:lnTo>
                  <a:lnTo>
                    <a:pt x="1038492" y="1652004"/>
                  </a:lnTo>
                  <a:close/>
                  <a:moveTo>
                    <a:pt x="1003016" y="1661370"/>
                  </a:moveTo>
                  <a:lnTo>
                    <a:pt x="1038492" y="1652004"/>
                  </a:lnTo>
                  <a:lnTo>
                    <a:pt x="937747" y="1606435"/>
                  </a:lnTo>
                  <a:close/>
                  <a:moveTo>
                    <a:pt x="1102864" y="1660263"/>
                  </a:moveTo>
                  <a:lnTo>
                    <a:pt x="1038492" y="1652004"/>
                  </a:lnTo>
                  <a:lnTo>
                    <a:pt x="1033886" y="1687222"/>
                  </a:lnTo>
                  <a:close/>
                  <a:moveTo>
                    <a:pt x="1120499" y="1545834"/>
                  </a:moveTo>
                  <a:lnTo>
                    <a:pt x="1038492" y="1652004"/>
                  </a:lnTo>
                  <a:lnTo>
                    <a:pt x="1102864" y="1660263"/>
                  </a:lnTo>
                  <a:close/>
                  <a:moveTo>
                    <a:pt x="533896" y="882997"/>
                  </a:moveTo>
                  <a:lnTo>
                    <a:pt x="507711" y="898029"/>
                  </a:lnTo>
                  <a:lnTo>
                    <a:pt x="568430" y="890957"/>
                  </a:lnTo>
                  <a:close/>
                  <a:moveTo>
                    <a:pt x="533896" y="882997"/>
                  </a:moveTo>
                  <a:lnTo>
                    <a:pt x="568430" y="890957"/>
                  </a:lnTo>
                  <a:lnTo>
                    <a:pt x="573404" y="864985"/>
                  </a:lnTo>
                  <a:close/>
                  <a:moveTo>
                    <a:pt x="254313" y="564184"/>
                  </a:moveTo>
                  <a:lnTo>
                    <a:pt x="258123" y="661179"/>
                  </a:lnTo>
                  <a:lnTo>
                    <a:pt x="325337" y="567036"/>
                  </a:lnTo>
                  <a:close/>
                  <a:moveTo>
                    <a:pt x="179312" y="564567"/>
                  </a:moveTo>
                  <a:lnTo>
                    <a:pt x="258123" y="661179"/>
                  </a:lnTo>
                  <a:lnTo>
                    <a:pt x="254313" y="564184"/>
                  </a:lnTo>
                  <a:close/>
                  <a:moveTo>
                    <a:pt x="2073567" y="2571078"/>
                  </a:moveTo>
                  <a:lnTo>
                    <a:pt x="2086416" y="2620677"/>
                  </a:lnTo>
                  <a:lnTo>
                    <a:pt x="2145578" y="2626669"/>
                  </a:lnTo>
                  <a:close/>
                  <a:moveTo>
                    <a:pt x="1906903" y="2506824"/>
                  </a:moveTo>
                  <a:lnTo>
                    <a:pt x="1932608" y="2410762"/>
                  </a:lnTo>
                  <a:lnTo>
                    <a:pt x="1877904" y="2527300"/>
                  </a:lnTo>
                  <a:close/>
                  <a:moveTo>
                    <a:pt x="1940874" y="2418634"/>
                  </a:moveTo>
                  <a:lnTo>
                    <a:pt x="1927543" y="2514972"/>
                  </a:lnTo>
                  <a:lnTo>
                    <a:pt x="1877904" y="2527300"/>
                  </a:lnTo>
                  <a:close/>
                  <a:moveTo>
                    <a:pt x="1927543" y="2514972"/>
                  </a:moveTo>
                  <a:lnTo>
                    <a:pt x="1940874" y="2418634"/>
                  </a:lnTo>
                  <a:lnTo>
                    <a:pt x="1978623" y="2527300"/>
                  </a:lnTo>
                  <a:close/>
                  <a:moveTo>
                    <a:pt x="1932608" y="2410762"/>
                  </a:moveTo>
                  <a:lnTo>
                    <a:pt x="1906903" y="2506824"/>
                  </a:lnTo>
                  <a:lnTo>
                    <a:pt x="1978623" y="2527300"/>
                  </a:lnTo>
                  <a:close/>
                  <a:moveTo>
                    <a:pt x="1561228" y="2050376"/>
                  </a:moveTo>
                  <a:lnTo>
                    <a:pt x="1485809" y="2031174"/>
                  </a:lnTo>
                  <a:lnTo>
                    <a:pt x="1495004" y="2034009"/>
                  </a:lnTo>
                  <a:close/>
                  <a:moveTo>
                    <a:pt x="1538162" y="2027590"/>
                  </a:moveTo>
                  <a:lnTo>
                    <a:pt x="1485809" y="2031174"/>
                  </a:lnTo>
                  <a:lnTo>
                    <a:pt x="1561228" y="2050376"/>
                  </a:lnTo>
                  <a:close/>
                  <a:moveTo>
                    <a:pt x="510544" y="877427"/>
                  </a:moveTo>
                  <a:lnTo>
                    <a:pt x="507711" y="898029"/>
                  </a:lnTo>
                  <a:lnTo>
                    <a:pt x="533896" y="882997"/>
                  </a:lnTo>
                  <a:close/>
                  <a:moveTo>
                    <a:pt x="510544" y="877427"/>
                  </a:moveTo>
                  <a:lnTo>
                    <a:pt x="533896" y="882997"/>
                  </a:lnTo>
                  <a:lnTo>
                    <a:pt x="537590" y="794539"/>
                  </a:lnTo>
                  <a:close/>
                  <a:moveTo>
                    <a:pt x="537590" y="794539"/>
                  </a:moveTo>
                  <a:lnTo>
                    <a:pt x="573404" y="864985"/>
                  </a:lnTo>
                  <a:lnTo>
                    <a:pt x="612374" y="795486"/>
                  </a:lnTo>
                  <a:close/>
                  <a:moveTo>
                    <a:pt x="612374" y="795486"/>
                  </a:moveTo>
                  <a:lnTo>
                    <a:pt x="660690" y="776453"/>
                  </a:lnTo>
                  <a:lnTo>
                    <a:pt x="645789" y="762346"/>
                  </a:lnTo>
                  <a:close/>
                  <a:moveTo>
                    <a:pt x="573404" y="864985"/>
                  </a:moveTo>
                  <a:lnTo>
                    <a:pt x="649252" y="869908"/>
                  </a:lnTo>
                  <a:lnTo>
                    <a:pt x="612374" y="795486"/>
                  </a:lnTo>
                  <a:close/>
                  <a:moveTo>
                    <a:pt x="645789" y="762346"/>
                  </a:moveTo>
                  <a:lnTo>
                    <a:pt x="660690" y="776453"/>
                  </a:lnTo>
                  <a:lnTo>
                    <a:pt x="666758" y="720160"/>
                  </a:lnTo>
                  <a:close/>
                  <a:moveTo>
                    <a:pt x="443023" y="515701"/>
                  </a:moveTo>
                  <a:lnTo>
                    <a:pt x="420564" y="572200"/>
                  </a:lnTo>
                  <a:lnTo>
                    <a:pt x="465937" y="526640"/>
                  </a:lnTo>
                  <a:close/>
                  <a:moveTo>
                    <a:pt x="2145578" y="2626669"/>
                  </a:moveTo>
                  <a:lnTo>
                    <a:pt x="2191566" y="2653293"/>
                  </a:lnTo>
                  <a:lnTo>
                    <a:pt x="2192281" y="2586084"/>
                  </a:lnTo>
                  <a:close/>
                  <a:moveTo>
                    <a:pt x="2192281" y="2586084"/>
                  </a:moveTo>
                  <a:lnTo>
                    <a:pt x="2191566" y="2653293"/>
                  </a:lnTo>
                  <a:lnTo>
                    <a:pt x="2232521" y="2548899"/>
                  </a:lnTo>
                  <a:close/>
                  <a:moveTo>
                    <a:pt x="2145578" y="2626669"/>
                  </a:moveTo>
                  <a:lnTo>
                    <a:pt x="2093664" y="2540603"/>
                  </a:lnTo>
                  <a:lnTo>
                    <a:pt x="2073567" y="2571078"/>
                  </a:lnTo>
                  <a:close/>
                  <a:moveTo>
                    <a:pt x="1682133" y="2008559"/>
                  </a:moveTo>
                  <a:lnTo>
                    <a:pt x="1771085" y="2062478"/>
                  </a:lnTo>
                  <a:lnTo>
                    <a:pt x="1729357" y="1957136"/>
                  </a:lnTo>
                  <a:close/>
                  <a:moveTo>
                    <a:pt x="1695898" y="1981558"/>
                  </a:moveTo>
                  <a:lnTo>
                    <a:pt x="1754542" y="1894381"/>
                  </a:lnTo>
                  <a:lnTo>
                    <a:pt x="1700394" y="1877810"/>
                  </a:lnTo>
                  <a:close/>
                  <a:moveTo>
                    <a:pt x="1695898" y="1981558"/>
                  </a:moveTo>
                  <a:lnTo>
                    <a:pt x="1700394" y="1877810"/>
                  </a:lnTo>
                  <a:lnTo>
                    <a:pt x="1722735" y="1957136"/>
                  </a:lnTo>
                  <a:close/>
                  <a:moveTo>
                    <a:pt x="1388966" y="1748429"/>
                  </a:moveTo>
                  <a:lnTo>
                    <a:pt x="1460399" y="1736845"/>
                  </a:lnTo>
                  <a:lnTo>
                    <a:pt x="1503401" y="1682423"/>
                  </a:lnTo>
                  <a:close/>
                  <a:moveTo>
                    <a:pt x="1426727" y="1674410"/>
                  </a:moveTo>
                  <a:lnTo>
                    <a:pt x="1388966" y="1748429"/>
                  </a:lnTo>
                  <a:lnTo>
                    <a:pt x="1503401" y="1682423"/>
                  </a:lnTo>
                  <a:close/>
                  <a:moveTo>
                    <a:pt x="1503401" y="1682423"/>
                  </a:moveTo>
                  <a:lnTo>
                    <a:pt x="1460399" y="1736845"/>
                  </a:lnTo>
                  <a:lnTo>
                    <a:pt x="1578968" y="1686299"/>
                  </a:lnTo>
                  <a:close/>
                  <a:moveTo>
                    <a:pt x="639490" y="681666"/>
                  </a:moveTo>
                  <a:lnTo>
                    <a:pt x="666758" y="720160"/>
                  </a:lnTo>
                  <a:lnTo>
                    <a:pt x="714262" y="682567"/>
                  </a:lnTo>
                  <a:close/>
                  <a:moveTo>
                    <a:pt x="465937" y="526640"/>
                  </a:moveTo>
                  <a:lnTo>
                    <a:pt x="480202" y="477264"/>
                  </a:lnTo>
                  <a:lnTo>
                    <a:pt x="443023" y="515701"/>
                  </a:lnTo>
                  <a:close/>
                  <a:moveTo>
                    <a:pt x="519643" y="512235"/>
                  </a:moveTo>
                  <a:lnTo>
                    <a:pt x="480202" y="477264"/>
                  </a:lnTo>
                  <a:lnTo>
                    <a:pt x="465937" y="526640"/>
                  </a:lnTo>
                  <a:close/>
                  <a:moveTo>
                    <a:pt x="1608217" y="1710491"/>
                  </a:moveTo>
                  <a:lnTo>
                    <a:pt x="1668463" y="1742246"/>
                  </a:lnTo>
                  <a:lnTo>
                    <a:pt x="1698107" y="1754269"/>
                  </a:lnTo>
                  <a:close/>
                  <a:moveTo>
                    <a:pt x="986262" y="393267"/>
                  </a:moveTo>
                  <a:lnTo>
                    <a:pt x="916442" y="389438"/>
                  </a:lnTo>
                  <a:lnTo>
                    <a:pt x="906928" y="415193"/>
                  </a:lnTo>
                  <a:close/>
                  <a:moveTo>
                    <a:pt x="1865138" y="1310100"/>
                  </a:moveTo>
                  <a:lnTo>
                    <a:pt x="1826131" y="1235627"/>
                  </a:lnTo>
                  <a:lnTo>
                    <a:pt x="1850516" y="1283447"/>
                  </a:lnTo>
                  <a:close/>
                  <a:moveTo>
                    <a:pt x="1839100" y="1266321"/>
                  </a:moveTo>
                  <a:lnTo>
                    <a:pt x="1826131" y="1235627"/>
                  </a:lnTo>
                  <a:lnTo>
                    <a:pt x="1865138" y="1310100"/>
                  </a:lnTo>
                  <a:close/>
                  <a:moveTo>
                    <a:pt x="1482882" y="744896"/>
                  </a:moveTo>
                  <a:lnTo>
                    <a:pt x="1550190" y="738225"/>
                  </a:lnTo>
                  <a:lnTo>
                    <a:pt x="1516665" y="734594"/>
                  </a:lnTo>
                  <a:close/>
                  <a:moveTo>
                    <a:pt x="1260019" y="690815"/>
                  </a:moveTo>
                  <a:lnTo>
                    <a:pt x="1259534" y="592563"/>
                  </a:lnTo>
                  <a:lnTo>
                    <a:pt x="1258107" y="570164"/>
                  </a:lnTo>
                  <a:close/>
                  <a:moveTo>
                    <a:pt x="1258107" y="570164"/>
                  </a:moveTo>
                  <a:lnTo>
                    <a:pt x="1292063" y="588772"/>
                  </a:lnTo>
                  <a:lnTo>
                    <a:pt x="1260019" y="690815"/>
                  </a:lnTo>
                  <a:close/>
                  <a:moveTo>
                    <a:pt x="1322494" y="570164"/>
                  </a:moveTo>
                  <a:lnTo>
                    <a:pt x="1259534" y="592563"/>
                  </a:lnTo>
                  <a:lnTo>
                    <a:pt x="1257130" y="673364"/>
                  </a:lnTo>
                  <a:close/>
                  <a:moveTo>
                    <a:pt x="1495646" y="721977"/>
                  </a:moveTo>
                  <a:lnTo>
                    <a:pt x="1482882" y="744896"/>
                  </a:lnTo>
                  <a:lnTo>
                    <a:pt x="1516665" y="734594"/>
                  </a:lnTo>
                  <a:close/>
                  <a:moveTo>
                    <a:pt x="1495646" y="721977"/>
                  </a:moveTo>
                  <a:lnTo>
                    <a:pt x="1516665" y="734594"/>
                  </a:lnTo>
                  <a:lnTo>
                    <a:pt x="1465867" y="681282"/>
                  </a:lnTo>
                  <a:close/>
                  <a:moveTo>
                    <a:pt x="1284630" y="560982"/>
                  </a:moveTo>
                  <a:lnTo>
                    <a:pt x="1322494" y="570164"/>
                  </a:lnTo>
                  <a:lnTo>
                    <a:pt x="1318040" y="470693"/>
                  </a:lnTo>
                  <a:close/>
                  <a:moveTo>
                    <a:pt x="1318040" y="470693"/>
                  </a:moveTo>
                  <a:lnTo>
                    <a:pt x="1322494" y="570164"/>
                  </a:lnTo>
                  <a:lnTo>
                    <a:pt x="1373593" y="460335"/>
                  </a:lnTo>
                  <a:close/>
                  <a:moveTo>
                    <a:pt x="1340848" y="449512"/>
                  </a:moveTo>
                  <a:lnTo>
                    <a:pt x="1373593" y="460335"/>
                  </a:lnTo>
                  <a:lnTo>
                    <a:pt x="1379660" y="422422"/>
                  </a:lnTo>
                  <a:close/>
                  <a:moveTo>
                    <a:pt x="1152838" y="131687"/>
                  </a:moveTo>
                  <a:lnTo>
                    <a:pt x="1204660" y="202867"/>
                  </a:lnTo>
                  <a:lnTo>
                    <a:pt x="1219813" y="224487"/>
                  </a:lnTo>
                  <a:close/>
                  <a:moveTo>
                    <a:pt x="1625746" y="493291"/>
                  </a:moveTo>
                  <a:lnTo>
                    <a:pt x="1615144" y="585326"/>
                  </a:lnTo>
                  <a:lnTo>
                    <a:pt x="1614743" y="528843"/>
                  </a:lnTo>
                  <a:close/>
                  <a:moveTo>
                    <a:pt x="1567325" y="566753"/>
                  </a:moveTo>
                  <a:lnTo>
                    <a:pt x="1645011" y="578553"/>
                  </a:lnTo>
                  <a:lnTo>
                    <a:pt x="1625746" y="493291"/>
                  </a:lnTo>
                  <a:close/>
                  <a:moveTo>
                    <a:pt x="1340848" y="449512"/>
                  </a:moveTo>
                  <a:lnTo>
                    <a:pt x="1379660" y="422422"/>
                  </a:lnTo>
                  <a:lnTo>
                    <a:pt x="1420254" y="358997"/>
                  </a:lnTo>
                  <a:close/>
                  <a:moveTo>
                    <a:pt x="1204660" y="202867"/>
                  </a:moveTo>
                  <a:lnTo>
                    <a:pt x="1152838" y="131687"/>
                  </a:lnTo>
                  <a:lnTo>
                    <a:pt x="1202914" y="177633"/>
                  </a:lnTo>
                  <a:close/>
                  <a:moveTo>
                    <a:pt x="1144095" y="120652"/>
                  </a:moveTo>
                  <a:lnTo>
                    <a:pt x="1135940" y="31898"/>
                  </a:lnTo>
                  <a:lnTo>
                    <a:pt x="1129082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78" name="Candidate_density__2077">
              <a:extLst>
                <a:ext uri="{FF2B5EF4-FFF2-40B4-BE49-F238E27FC236}">
                  <a16:creationId xmlns:a16="http://schemas.microsoft.com/office/drawing/2014/main" id="{A4CEE56D-1978-C97F-1DAA-F318962A7B20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14104"/>
              <a:ext cx="2286419" cy="3687242"/>
            </a:xfrm>
            <a:custGeom>
              <a:avLst/>
              <a:gdLst/>
              <a:ahLst/>
              <a:cxnLst/>
              <a:rect l="0" t="0" r="0" b="0"/>
              <a:pathLst>
                <a:path w="2286419" h="3687242">
                  <a:moveTo>
                    <a:pt x="291705" y="3572767"/>
                  </a:moveTo>
                  <a:lnTo>
                    <a:pt x="329484" y="3654983"/>
                  </a:lnTo>
                  <a:lnTo>
                    <a:pt x="367804" y="3616546"/>
                  </a:lnTo>
                  <a:close/>
                  <a:moveTo>
                    <a:pt x="468431" y="3578110"/>
                  </a:moveTo>
                  <a:lnTo>
                    <a:pt x="510652" y="3687242"/>
                  </a:lnTo>
                  <a:lnTo>
                    <a:pt x="516911" y="3660325"/>
                  </a:lnTo>
                  <a:close/>
                  <a:moveTo>
                    <a:pt x="409080" y="3650633"/>
                  </a:moveTo>
                  <a:lnTo>
                    <a:pt x="510652" y="3687242"/>
                  </a:lnTo>
                  <a:lnTo>
                    <a:pt x="468431" y="3578110"/>
                  </a:lnTo>
                  <a:close/>
                  <a:moveTo>
                    <a:pt x="428153" y="3593628"/>
                  </a:moveTo>
                  <a:lnTo>
                    <a:pt x="468431" y="3578110"/>
                  </a:lnTo>
                  <a:lnTo>
                    <a:pt x="465365" y="3582418"/>
                  </a:lnTo>
                  <a:close/>
                  <a:moveTo>
                    <a:pt x="389574" y="3524900"/>
                  </a:moveTo>
                  <a:lnTo>
                    <a:pt x="428153" y="3593628"/>
                  </a:lnTo>
                  <a:lnTo>
                    <a:pt x="465365" y="3582418"/>
                  </a:lnTo>
                  <a:close/>
                  <a:moveTo>
                    <a:pt x="563372" y="3644382"/>
                  </a:moveTo>
                  <a:lnTo>
                    <a:pt x="653102" y="3632024"/>
                  </a:lnTo>
                  <a:lnTo>
                    <a:pt x="620500" y="3558437"/>
                  </a:lnTo>
                  <a:close/>
                  <a:moveTo>
                    <a:pt x="563372" y="3644382"/>
                  </a:moveTo>
                  <a:lnTo>
                    <a:pt x="620500" y="3558437"/>
                  </a:lnTo>
                  <a:lnTo>
                    <a:pt x="560169" y="3546894"/>
                  </a:lnTo>
                  <a:close/>
                  <a:moveTo>
                    <a:pt x="560169" y="3546894"/>
                  </a:moveTo>
                  <a:lnTo>
                    <a:pt x="620500" y="3558437"/>
                  </a:lnTo>
                  <a:lnTo>
                    <a:pt x="505296" y="3491412"/>
                  </a:lnTo>
                  <a:close/>
                  <a:moveTo>
                    <a:pt x="477259" y="3411683"/>
                  </a:moveTo>
                  <a:lnTo>
                    <a:pt x="522150" y="3364319"/>
                  </a:lnTo>
                  <a:lnTo>
                    <a:pt x="392086" y="3371893"/>
                  </a:lnTo>
                  <a:close/>
                  <a:moveTo>
                    <a:pt x="539358" y="2969510"/>
                  </a:moveTo>
                  <a:lnTo>
                    <a:pt x="583279" y="2988145"/>
                  </a:lnTo>
                  <a:lnTo>
                    <a:pt x="539670" y="3090161"/>
                  </a:lnTo>
                  <a:close/>
                  <a:moveTo>
                    <a:pt x="583279" y="2988145"/>
                  </a:moveTo>
                  <a:lnTo>
                    <a:pt x="539358" y="2969510"/>
                  </a:lnTo>
                  <a:lnTo>
                    <a:pt x="505684" y="2890544"/>
                  </a:lnTo>
                  <a:close/>
                  <a:moveTo>
                    <a:pt x="681403" y="2908371"/>
                  </a:moveTo>
                  <a:lnTo>
                    <a:pt x="750167" y="2913060"/>
                  </a:lnTo>
                  <a:lnTo>
                    <a:pt x="748610" y="2814233"/>
                  </a:lnTo>
                  <a:close/>
                  <a:moveTo>
                    <a:pt x="750167" y="2913060"/>
                  </a:moveTo>
                  <a:lnTo>
                    <a:pt x="825339" y="2812446"/>
                  </a:lnTo>
                  <a:lnTo>
                    <a:pt x="748610" y="2814233"/>
                  </a:lnTo>
                  <a:close/>
                  <a:moveTo>
                    <a:pt x="47863" y="1988271"/>
                  </a:moveTo>
                  <a:lnTo>
                    <a:pt x="46030" y="2020943"/>
                  </a:lnTo>
                  <a:lnTo>
                    <a:pt x="52780" y="2108923"/>
                  </a:lnTo>
                  <a:close/>
                  <a:moveTo>
                    <a:pt x="47863" y="1988271"/>
                  </a:moveTo>
                  <a:lnTo>
                    <a:pt x="34190" y="2008943"/>
                  </a:lnTo>
                  <a:lnTo>
                    <a:pt x="46030" y="2020943"/>
                  </a:lnTo>
                  <a:close/>
                  <a:moveTo>
                    <a:pt x="0" y="1944492"/>
                  </a:moveTo>
                  <a:lnTo>
                    <a:pt x="34190" y="2008943"/>
                  </a:lnTo>
                  <a:lnTo>
                    <a:pt x="47863" y="1988271"/>
                  </a:lnTo>
                  <a:close/>
                  <a:moveTo>
                    <a:pt x="364026" y="2044287"/>
                  </a:moveTo>
                  <a:lnTo>
                    <a:pt x="398980" y="2106455"/>
                  </a:lnTo>
                  <a:lnTo>
                    <a:pt x="370569" y="2032049"/>
                  </a:lnTo>
                  <a:close/>
                  <a:moveTo>
                    <a:pt x="398980" y="2106455"/>
                  </a:moveTo>
                  <a:lnTo>
                    <a:pt x="364026" y="2044287"/>
                  </a:lnTo>
                  <a:lnTo>
                    <a:pt x="402080" y="2114264"/>
                  </a:lnTo>
                  <a:close/>
                  <a:moveTo>
                    <a:pt x="1091430" y="2897979"/>
                  </a:moveTo>
                  <a:lnTo>
                    <a:pt x="1001339" y="2936415"/>
                  </a:lnTo>
                  <a:lnTo>
                    <a:pt x="1088949" y="3014190"/>
                  </a:lnTo>
                  <a:close/>
                  <a:moveTo>
                    <a:pt x="745713" y="2416220"/>
                  </a:moveTo>
                  <a:lnTo>
                    <a:pt x="839288" y="2422863"/>
                  </a:lnTo>
                  <a:lnTo>
                    <a:pt x="805872" y="2404688"/>
                  </a:lnTo>
                  <a:close/>
                  <a:moveTo>
                    <a:pt x="699812" y="2395241"/>
                  </a:moveTo>
                  <a:lnTo>
                    <a:pt x="734173" y="2404688"/>
                  </a:lnTo>
                  <a:lnTo>
                    <a:pt x="745713" y="2416220"/>
                  </a:lnTo>
                  <a:close/>
                  <a:moveTo>
                    <a:pt x="398980" y="2106455"/>
                  </a:moveTo>
                  <a:lnTo>
                    <a:pt x="402080" y="2114264"/>
                  </a:lnTo>
                  <a:lnTo>
                    <a:pt x="401812" y="2113660"/>
                  </a:lnTo>
                  <a:close/>
                  <a:moveTo>
                    <a:pt x="394364" y="2075828"/>
                  </a:moveTo>
                  <a:lnTo>
                    <a:pt x="398980" y="2106455"/>
                  </a:lnTo>
                  <a:lnTo>
                    <a:pt x="401812" y="2113660"/>
                  </a:lnTo>
                  <a:close/>
                  <a:moveTo>
                    <a:pt x="370569" y="2032049"/>
                  </a:moveTo>
                  <a:lnTo>
                    <a:pt x="398980" y="2106455"/>
                  </a:lnTo>
                  <a:lnTo>
                    <a:pt x="394364" y="2075828"/>
                  </a:lnTo>
                  <a:close/>
                  <a:moveTo>
                    <a:pt x="353886" y="1993613"/>
                  </a:moveTo>
                  <a:lnTo>
                    <a:pt x="349072" y="1949834"/>
                  </a:lnTo>
                  <a:lnTo>
                    <a:pt x="370569" y="2032049"/>
                  </a:lnTo>
                  <a:close/>
                  <a:moveTo>
                    <a:pt x="1107362" y="2804442"/>
                  </a:moveTo>
                  <a:lnTo>
                    <a:pt x="1163796" y="2800167"/>
                  </a:lnTo>
                  <a:lnTo>
                    <a:pt x="1076349" y="2751878"/>
                  </a:lnTo>
                  <a:close/>
                  <a:moveTo>
                    <a:pt x="1239198" y="2777327"/>
                  </a:moveTo>
                  <a:lnTo>
                    <a:pt x="1193321" y="2895244"/>
                  </a:lnTo>
                  <a:lnTo>
                    <a:pt x="1226510" y="2819443"/>
                  </a:lnTo>
                  <a:close/>
                  <a:moveTo>
                    <a:pt x="1263689" y="2798536"/>
                  </a:moveTo>
                  <a:lnTo>
                    <a:pt x="1239198" y="2777327"/>
                  </a:lnTo>
                  <a:lnTo>
                    <a:pt x="1258036" y="2703039"/>
                  </a:lnTo>
                  <a:close/>
                  <a:moveTo>
                    <a:pt x="820563" y="2284037"/>
                  </a:moveTo>
                  <a:lnTo>
                    <a:pt x="765439" y="2240258"/>
                  </a:lnTo>
                  <a:lnTo>
                    <a:pt x="800539" y="2322473"/>
                  </a:lnTo>
                  <a:close/>
                  <a:moveTo>
                    <a:pt x="434026" y="1887286"/>
                  </a:moveTo>
                  <a:lnTo>
                    <a:pt x="530305" y="1969698"/>
                  </a:lnTo>
                  <a:lnTo>
                    <a:pt x="516790" y="1880593"/>
                  </a:lnTo>
                  <a:close/>
                  <a:moveTo>
                    <a:pt x="505863" y="1797010"/>
                  </a:moveTo>
                  <a:lnTo>
                    <a:pt x="502575" y="1790746"/>
                  </a:lnTo>
                  <a:lnTo>
                    <a:pt x="516790" y="1880593"/>
                  </a:lnTo>
                  <a:close/>
                  <a:moveTo>
                    <a:pt x="516790" y="1880593"/>
                  </a:moveTo>
                  <a:lnTo>
                    <a:pt x="502575" y="1790746"/>
                  </a:lnTo>
                  <a:lnTo>
                    <a:pt x="414450" y="1803109"/>
                  </a:lnTo>
                  <a:close/>
                  <a:moveTo>
                    <a:pt x="516790" y="1880593"/>
                  </a:moveTo>
                  <a:lnTo>
                    <a:pt x="414450" y="1803109"/>
                  </a:lnTo>
                  <a:lnTo>
                    <a:pt x="434026" y="1887286"/>
                  </a:lnTo>
                  <a:close/>
                  <a:moveTo>
                    <a:pt x="421098" y="1758746"/>
                  </a:moveTo>
                  <a:lnTo>
                    <a:pt x="350666" y="1708531"/>
                  </a:lnTo>
                  <a:lnTo>
                    <a:pt x="414450" y="1803109"/>
                  </a:lnTo>
                  <a:close/>
                  <a:moveTo>
                    <a:pt x="337549" y="1725027"/>
                  </a:moveTo>
                  <a:lnTo>
                    <a:pt x="404156" y="1790746"/>
                  </a:lnTo>
                  <a:lnTo>
                    <a:pt x="414450" y="1803109"/>
                  </a:lnTo>
                  <a:close/>
                  <a:moveTo>
                    <a:pt x="1263340" y="2656676"/>
                  </a:moveTo>
                  <a:lnTo>
                    <a:pt x="1246842" y="2616803"/>
                  </a:lnTo>
                  <a:lnTo>
                    <a:pt x="1249737" y="2695112"/>
                  </a:lnTo>
                  <a:close/>
                  <a:moveTo>
                    <a:pt x="1174213" y="2510409"/>
                  </a:moveTo>
                  <a:lnTo>
                    <a:pt x="1245995" y="2612736"/>
                  </a:lnTo>
                  <a:lnTo>
                    <a:pt x="1199390" y="2590034"/>
                  </a:lnTo>
                  <a:close/>
                  <a:moveTo>
                    <a:pt x="502575" y="1790746"/>
                  </a:moveTo>
                  <a:lnTo>
                    <a:pt x="505863" y="1797010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421098" y="1758746"/>
                  </a:lnTo>
                  <a:lnTo>
                    <a:pt x="502575" y="1790746"/>
                  </a:lnTo>
                  <a:close/>
                  <a:moveTo>
                    <a:pt x="426872" y="1692918"/>
                  </a:moveTo>
                  <a:lnTo>
                    <a:pt x="421098" y="1758746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505863" y="1797010"/>
                  </a:lnTo>
                  <a:lnTo>
                    <a:pt x="505511" y="1790746"/>
                  </a:lnTo>
                  <a:close/>
                  <a:moveTo>
                    <a:pt x="505511" y="1790746"/>
                  </a:moveTo>
                  <a:lnTo>
                    <a:pt x="507004" y="1688365"/>
                  </a:lnTo>
                  <a:lnTo>
                    <a:pt x="504889" y="1790176"/>
                  </a:lnTo>
                  <a:close/>
                  <a:moveTo>
                    <a:pt x="1203286" y="2574461"/>
                  </a:moveTo>
                  <a:lnTo>
                    <a:pt x="1174213" y="2510409"/>
                  </a:lnTo>
                  <a:lnTo>
                    <a:pt x="1199390" y="2590034"/>
                  </a:lnTo>
                  <a:close/>
                  <a:moveTo>
                    <a:pt x="672822" y="1916740"/>
                  </a:moveTo>
                  <a:lnTo>
                    <a:pt x="691680" y="1859595"/>
                  </a:lnTo>
                  <a:lnTo>
                    <a:pt x="697932" y="1954605"/>
                  </a:lnTo>
                  <a:close/>
                  <a:moveTo>
                    <a:pt x="932413" y="2061974"/>
                  </a:moveTo>
                  <a:lnTo>
                    <a:pt x="898835" y="2052049"/>
                  </a:lnTo>
                  <a:lnTo>
                    <a:pt x="951466" y="2069854"/>
                  </a:lnTo>
                  <a:close/>
                  <a:moveTo>
                    <a:pt x="951466" y="2069854"/>
                  </a:moveTo>
                  <a:lnTo>
                    <a:pt x="960730" y="2081170"/>
                  </a:lnTo>
                  <a:lnTo>
                    <a:pt x="932413" y="2061974"/>
                  </a:lnTo>
                  <a:close/>
                  <a:moveTo>
                    <a:pt x="567780" y="1670094"/>
                  </a:moveTo>
                  <a:lnTo>
                    <a:pt x="612581" y="1702150"/>
                  </a:lnTo>
                  <a:lnTo>
                    <a:pt x="617707" y="1631658"/>
                  </a:lnTo>
                  <a:close/>
                  <a:moveTo>
                    <a:pt x="1733515" y="2759036"/>
                  </a:moveTo>
                  <a:lnTo>
                    <a:pt x="1757603" y="2766215"/>
                  </a:lnTo>
                  <a:lnTo>
                    <a:pt x="1722522" y="2744233"/>
                  </a:lnTo>
                  <a:close/>
                  <a:moveTo>
                    <a:pt x="1733515" y="2759036"/>
                  </a:moveTo>
                  <a:lnTo>
                    <a:pt x="1722522" y="2744233"/>
                  </a:lnTo>
                  <a:lnTo>
                    <a:pt x="1747832" y="2729683"/>
                  </a:lnTo>
                  <a:close/>
                  <a:moveTo>
                    <a:pt x="1755431" y="2662018"/>
                  </a:moveTo>
                  <a:lnTo>
                    <a:pt x="1733515" y="2759036"/>
                  </a:lnTo>
                  <a:lnTo>
                    <a:pt x="1747832" y="2729683"/>
                  </a:lnTo>
                  <a:close/>
                  <a:moveTo>
                    <a:pt x="1208543" y="2004297"/>
                  </a:moveTo>
                  <a:lnTo>
                    <a:pt x="1214287" y="2064683"/>
                  </a:lnTo>
                  <a:lnTo>
                    <a:pt x="1200747" y="2088469"/>
                  </a:lnTo>
                  <a:close/>
                  <a:moveTo>
                    <a:pt x="1208543" y="2004297"/>
                  </a:moveTo>
                  <a:lnTo>
                    <a:pt x="1200747" y="2088469"/>
                  </a:lnTo>
                  <a:lnTo>
                    <a:pt x="1199982" y="2074652"/>
                  </a:lnTo>
                  <a:close/>
                  <a:moveTo>
                    <a:pt x="642857" y="1600148"/>
                  </a:moveTo>
                  <a:lnTo>
                    <a:pt x="687839" y="1553124"/>
                  </a:lnTo>
                  <a:lnTo>
                    <a:pt x="712390" y="1581461"/>
                  </a:lnTo>
                  <a:close/>
                  <a:moveTo>
                    <a:pt x="416288" y="1182146"/>
                  </a:moveTo>
                  <a:lnTo>
                    <a:pt x="342479" y="1100382"/>
                  </a:lnTo>
                  <a:lnTo>
                    <a:pt x="331675" y="1138367"/>
                  </a:lnTo>
                  <a:close/>
                  <a:moveTo>
                    <a:pt x="416288" y="1182146"/>
                  </a:moveTo>
                  <a:lnTo>
                    <a:pt x="331675" y="1138367"/>
                  </a:lnTo>
                  <a:lnTo>
                    <a:pt x="339691" y="1220583"/>
                  </a:lnTo>
                  <a:close/>
                  <a:moveTo>
                    <a:pt x="342479" y="1100382"/>
                  </a:moveTo>
                  <a:lnTo>
                    <a:pt x="340876" y="1091859"/>
                  </a:lnTo>
                  <a:lnTo>
                    <a:pt x="331675" y="1138367"/>
                  </a:lnTo>
                  <a:close/>
                  <a:moveTo>
                    <a:pt x="1199982" y="2074652"/>
                  </a:moveTo>
                  <a:lnTo>
                    <a:pt x="1200747" y="2088469"/>
                  </a:lnTo>
                  <a:lnTo>
                    <a:pt x="1199881" y="2086513"/>
                  </a:lnTo>
                  <a:close/>
                  <a:moveTo>
                    <a:pt x="1755431" y="2662018"/>
                  </a:moveTo>
                  <a:lnTo>
                    <a:pt x="1747832" y="2729683"/>
                  </a:lnTo>
                  <a:lnTo>
                    <a:pt x="1845786" y="2705797"/>
                  </a:lnTo>
                  <a:close/>
                  <a:moveTo>
                    <a:pt x="1448462" y="2130291"/>
                  </a:moveTo>
                  <a:lnTo>
                    <a:pt x="1514298" y="2215519"/>
                  </a:lnTo>
                  <a:lnTo>
                    <a:pt x="1516247" y="2205939"/>
                  </a:lnTo>
                  <a:close/>
                  <a:moveTo>
                    <a:pt x="1430404" y="2250942"/>
                  </a:moveTo>
                  <a:lnTo>
                    <a:pt x="1514298" y="2215519"/>
                  </a:lnTo>
                  <a:lnTo>
                    <a:pt x="1448462" y="2130291"/>
                  </a:lnTo>
                  <a:close/>
                  <a:moveTo>
                    <a:pt x="1435983" y="2168727"/>
                  </a:moveTo>
                  <a:lnTo>
                    <a:pt x="1430404" y="2250942"/>
                  </a:lnTo>
                  <a:lnTo>
                    <a:pt x="1448462" y="2130291"/>
                  </a:lnTo>
                  <a:close/>
                  <a:moveTo>
                    <a:pt x="1486568" y="2094975"/>
                  </a:moveTo>
                  <a:lnTo>
                    <a:pt x="1435983" y="2168727"/>
                  </a:lnTo>
                  <a:lnTo>
                    <a:pt x="1448462" y="2130291"/>
                  </a:lnTo>
                  <a:close/>
                  <a:moveTo>
                    <a:pt x="1208543" y="2004297"/>
                  </a:moveTo>
                  <a:lnTo>
                    <a:pt x="1226556" y="1967394"/>
                  </a:lnTo>
                  <a:lnTo>
                    <a:pt x="1224805" y="1922082"/>
                  </a:lnTo>
                  <a:close/>
                  <a:moveTo>
                    <a:pt x="881155" y="1718585"/>
                  </a:moveTo>
                  <a:lnTo>
                    <a:pt x="919477" y="1734991"/>
                  </a:lnTo>
                  <a:lnTo>
                    <a:pt x="948864" y="1693080"/>
                  </a:lnTo>
                  <a:close/>
                  <a:moveTo>
                    <a:pt x="554615" y="1249288"/>
                  </a:moveTo>
                  <a:lnTo>
                    <a:pt x="597892" y="1174605"/>
                  </a:lnTo>
                  <a:lnTo>
                    <a:pt x="536404" y="1164001"/>
                  </a:lnTo>
                  <a:close/>
                  <a:moveTo>
                    <a:pt x="288789" y="681913"/>
                  </a:moveTo>
                  <a:lnTo>
                    <a:pt x="211027" y="650419"/>
                  </a:lnTo>
                  <a:lnTo>
                    <a:pt x="289997" y="742681"/>
                  </a:lnTo>
                  <a:close/>
                  <a:moveTo>
                    <a:pt x="1913587" y="2705797"/>
                  </a:moveTo>
                  <a:lnTo>
                    <a:pt x="1968291" y="2589259"/>
                  </a:lnTo>
                  <a:lnTo>
                    <a:pt x="1926647" y="2585145"/>
                  </a:lnTo>
                  <a:close/>
                  <a:moveTo>
                    <a:pt x="1926647" y="2585145"/>
                  </a:moveTo>
                  <a:lnTo>
                    <a:pt x="1976558" y="2597131"/>
                  </a:lnTo>
                  <a:lnTo>
                    <a:pt x="1913587" y="2705797"/>
                  </a:lnTo>
                  <a:close/>
                  <a:moveTo>
                    <a:pt x="2014307" y="2705797"/>
                  </a:moveTo>
                  <a:lnTo>
                    <a:pt x="1976558" y="2597131"/>
                  </a:lnTo>
                  <a:lnTo>
                    <a:pt x="1984769" y="2585145"/>
                  </a:lnTo>
                  <a:close/>
                  <a:moveTo>
                    <a:pt x="1984769" y="2585145"/>
                  </a:moveTo>
                  <a:lnTo>
                    <a:pt x="1968291" y="2589259"/>
                  </a:lnTo>
                  <a:lnTo>
                    <a:pt x="2014307" y="2705797"/>
                  </a:lnTo>
                  <a:close/>
                  <a:moveTo>
                    <a:pt x="1926647" y="2585145"/>
                  </a:moveTo>
                  <a:lnTo>
                    <a:pt x="1968291" y="2589259"/>
                  </a:lnTo>
                  <a:lnTo>
                    <a:pt x="1953062" y="2509287"/>
                  </a:lnTo>
                  <a:close/>
                  <a:moveTo>
                    <a:pt x="1521492" y="2209670"/>
                  </a:moveTo>
                  <a:lnTo>
                    <a:pt x="1549723" y="2115897"/>
                  </a:lnTo>
                  <a:lnTo>
                    <a:pt x="1530688" y="2212506"/>
                  </a:lnTo>
                  <a:close/>
                  <a:moveTo>
                    <a:pt x="1530688" y="2212506"/>
                  </a:moveTo>
                  <a:lnTo>
                    <a:pt x="1549723" y="2115897"/>
                  </a:lnTo>
                  <a:lnTo>
                    <a:pt x="1553899" y="2091854"/>
                  </a:lnTo>
                  <a:close/>
                  <a:moveTo>
                    <a:pt x="1528611" y="2103790"/>
                  </a:moveTo>
                  <a:lnTo>
                    <a:pt x="1516247" y="2205939"/>
                  </a:lnTo>
                  <a:lnTo>
                    <a:pt x="1530688" y="2212506"/>
                  </a:lnTo>
                  <a:close/>
                  <a:moveTo>
                    <a:pt x="1448462" y="2130291"/>
                  </a:moveTo>
                  <a:lnTo>
                    <a:pt x="1516247" y="2205939"/>
                  </a:lnTo>
                  <a:lnTo>
                    <a:pt x="1528611" y="2103790"/>
                  </a:lnTo>
                  <a:close/>
                  <a:moveTo>
                    <a:pt x="1549723" y="2115897"/>
                  </a:moveTo>
                  <a:lnTo>
                    <a:pt x="1521492" y="2209670"/>
                  </a:lnTo>
                  <a:lnTo>
                    <a:pt x="1535287" y="2174070"/>
                  </a:lnTo>
                  <a:close/>
                  <a:moveTo>
                    <a:pt x="1486568" y="2094975"/>
                  </a:moveTo>
                  <a:lnTo>
                    <a:pt x="1448462" y="2130291"/>
                  </a:lnTo>
                  <a:lnTo>
                    <a:pt x="1528611" y="2103790"/>
                  </a:lnTo>
                  <a:close/>
                  <a:moveTo>
                    <a:pt x="412839" y="651855"/>
                  </a:moveTo>
                  <a:lnTo>
                    <a:pt x="359652" y="611983"/>
                  </a:lnTo>
                  <a:lnTo>
                    <a:pt x="288789" y="681913"/>
                  </a:lnTo>
                  <a:close/>
                  <a:moveTo>
                    <a:pt x="371166" y="711247"/>
                  </a:moveTo>
                  <a:lnTo>
                    <a:pt x="412839" y="651855"/>
                  </a:lnTo>
                  <a:lnTo>
                    <a:pt x="288789" y="681913"/>
                  </a:lnTo>
                  <a:close/>
                  <a:moveTo>
                    <a:pt x="2227249" y="2831790"/>
                  </a:moveTo>
                  <a:lnTo>
                    <a:pt x="2277733" y="2887206"/>
                  </a:lnTo>
                  <a:lnTo>
                    <a:pt x="2286419" y="2812680"/>
                  </a:lnTo>
                  <a:close/>
                  <a:moveTo>
                    <a:pt x="1760142" y="2236928"/>
                  </a:moveTo>
                  <a:lnTo>
                    <a:pt x="1869199" y="2308950"/>
                  </a:lnTo>
                  <a:lnTo>
                    <a:pt x="1790547" y="2243783"/>
                  </a:lnTo>
                  <a:close/>
                  <a:moveTo>
                    <a:pt x="1813224" y="2254365"/>
                  </a:moveTo>
                  <a:lnTo>
                    <a:pt x="1760142" y="2236928"/>
                  </a:lnTo>
                  <a:lnTo>
                    <a:pt x="1765040" y="2135633"/>
                  </a:lnTo>
                  <a:close/>
                  <a:moveTo>
                    <a:pt x="1655401" y="2017153"/>
                  </a:moveTo>
                  <a:lnTo>
                    <a:pt x="1736031" y="2053418"/>
                  </a:lnTo>
                  <a:lnTo>
                    <a:pt x="1599622" y="2006559"/>
                  </a:lnTo>
                  <a:close/>
                  <a:moveTo>
                    <a:pt x="1599622" y="2006559"/>
                  </a:moveTo>
                  <a:lnTo>
                    <a:pt x="1736077" y="2056307"/>
                  </a:lnTo>
                  <a:lnTo>
                    <a:pt x="1608973" y="2009639"/>
                  </a:lnTo>
                  <a:close/>
                  <a:moveTo>
                    <a:pt x="780214" y="910781"/>
                  </a:moveTo>
                  <a:lnTo>
                    <a:pt x="825091" y="902407"/>
                  </a:lnTo>
                  <a:lnTo>
                    <a:pt x="749945" y="861064"/>
                  </a:lnTo>
                  <a:close/>
                  <a:moveTo>
                    <a:pt x="412839" y="651855"/>
                  </a:moveTo>
                  <a:lnTo>
                    <a:pt x="360431" y="585327"/>
                  </a:lnTo>
                  <a:lnTo>
                    <a:pt x="359652" y="611983"/>
                  </a:lnTo>
                  <a:close/>
                  <a:moveTo>
                    <a:pt x="808160" y="984622"/>
                  </a:moveTo>
                  <a:lnTo>
                    <a:pt x="818884" y="915941"/>
                  </a:lnTo>
                  <a:lnTo>
                    <a:pt x="813690" y="1020257"/>
                  </a:lnTo>
                  <a:close/>
                  <a:moveTo>
                    <a:pt x="1955859" y="2098905"/>
                  </a:moveTo>
                  <a:lnTo>
                    <a:pt x="1959884" y="2104388"/>
                  </a:lnTo>
                  <a:lnTo>
                    <a:pt x="2052538" y="2172147"/>
                  </a:lnTo>
                  <a:close/>
                  <a:moveTo>
                    <a:pt x="1665671" y="1768336"/>
                  </a:moveTo>
                  <a:lnTo>
                    <a:pt x="1614651" y="1864796"/>
                  </a:lnTo>
                  <a:lnTo>
                    <a:pt x="1643900" y="1888988"/>
                  </a:lnTo>
                  <a:close/>
                  <a:moveTo>
                    <a:pt x="1637043" y="1775951"/>
                  </a:moveTo>
                  <a:lnTo>
                    <a:pt x="1539084" y="1860920"/>
                  </a:lnTo>
                  <a:lnTo>
                    <a:pt x="1614651" y="1864796"/>
                  </a:lnTo>
                  <a:close/>
                  <a:moveTo>
                    <a:pt x="1637043" y="1775951"/>
                  </a:moveTo>
                  <a:lnTo>
                    <a:pt x="1548585" y="1787275"/>
                  </a:lnTo>
                  <a:lnTo>
                    <a:pt x="1539084" y="1860920"/>
                  </a:lnTo>
                  <a:close/>
                  <a:moveTo>
                    <a:pt x="1548585" y="1787275"/>
                  </a:moveTo>
                  <a:lnTo>
                    <a:pt x="1637043" y="1775951"/>
                  </a:lnTo>
                  <a:lnTo>
                    <a:pt x="1562337" y="1732654"/>
                  </a:lnTo>
                  <a:close/>
                  <a:moveTo>
                    <a:pt x="1690098" y="1693318"/>
                  </a:moveTo>
                  <a:lnTo>
                    <a:pt x="1642911" y="1755253"/>
                  </a:lnTo>
                  <a:lnTo>
                    <a:pt x="1637043" y="1775951"/>
                  </a:lnTo>
                  <a:close/>
                  <a:moveTo>
                    <a:pt x="1665671" y="1768336"/>
                  </a:moveTo>
                  <a:lnTo>
                    <a:pt x="1707076" y="1716496"/>
                  </a:lnTo>
                  <a:lnTo>
                    <a:pt x="1690098" y="1693318"/>
                  </a:lnTo>
                  <a:close/>
                  <a:moveTo>
                    <a:pt x="1637043" y="1775951"/>
                  </a:moveTo>
                  <a:lnTo>
                    <a:pt x="1665671" y="1768336"/>
                  </a:lnTo>
                  <a:lnTo>
                    <a:pt x="1690098" y="1693318"/>
                  </a:lnTo>
                  <a:close/>
                  <a:moveTo>
                    <a:pt x="844500" y="795025"/>
                  </a:moveTo>
                  <a:lnTo>
                    <a:pt x="825091" y="902407"/>
                  </a:lnTo>
                  <a:lnTo>
                    <a:pt x="852993" y="888212"/>
                  </a:lnTo>
                  <a:close/>
                  <a:moveTo>
                    <a:pt x="852993" y="888212"/>
                  </a:moveTo>
                  <a:lnTo>
                    <a:pt x="954848" y="865997"/>
                  </a:lnTo>
                  <a:lnTo>
                    <a:pt x="844500" y="795025"/>
                  </a:lnTo>
                  <a:close/>
                  <a:moveTo>
                    <a:pt x="954848" y="865997"/>
                  </a:moveTo>
                  <a:lnTo>
                    <a:pt x="958273" y="867447"/>
                  </a:lnTo>
                  <a:lnTo>
                    <a:pt x="1038034" y="887004"/>
                  </a:lnTo>
                  <a:close/>
                  <a:moveTo>
                    <a:pt x="492042" y="454126"/>
                  </a:moveTo>
                  <a:lnTo>
                    <a:pt x="544247" y="452894"/>
                  </a:lnTo>
                  <a:lnTo>
                    <a:pt x="548671" y="453383"/>
                  </a:lnTo>
                  <a:close/>
                  <a:moveTo>
                    <a:pt x="472798" y="445627"/>
                  </a:moveTo>
                  <a:lnTo>
                    <a:pt x="544247" y="452894"/>
                  </a:lnTo>
                  <a:lnTo>
                    <a:pt x="492042" y="454126"/>
                  </a:lnTo>
                  <a:close/>
                  <a:moveTo>
                    <a:pt x="1999584" y="2163450"/>
                  </a:moveTo>
                  <a:lnTo>
                    <a:pt x="2052538" y="2172147"/>
                  </a:lnTo>
                  <a:lnTo>
                    <a:pt x="1959884" y="2104388"/>
                  </a:lnTo>
                  <a:close/>
                  <a:moveTo>
                    <a:pt x="1803109" y="1762127"/>
                  </a:moveTo>
                  <a:lnTo>
                    <a:pt x="1736556" y="1755641"/>
                  </a:lnTo>
                  <a:lnTo>
                    <a:pt x="1853170" y="1768857"/>
                  </a:lnTo>
                  <a:close/>
                  <a:moveTo>
                    <a:pt x="1647719" y="1667179"/>
                  </a:moveTo>
                  <a:lnTo>
                    <a:pt x="1562337" y="1732654"/>
                  </a:lnTo>
                  <a:lnTo>
                    <a:pt x="1642911" y="1755253"/>
                  </a:lnTo>
                  <a:close/>
                  <a:moveTo>
                    <a:pt x="1563358" y="1174712"/>
                  </a:moveTo>
                  <a:lnTo>
                    <a:pt x="1608572" y="1198173"/>
                  </a:lnTo>
                  <a:lnTo>
                    <a:pt x="1523969" y="1158798"/>
                  </a:lnTo>
                  <a:close/>
                  <a:moveTo>
                    <a:pt x="1491698" y="832601"/>
                  </a:moveTo>
                  <a:lnTo>
                    <a:pt x="1501551" y="859779"/>
                  </a:lnTo>
                  <a:lnTo>
                    <a:pt x="1585873" y="916722"/>
                  </a:lnTo>
                  <a:close/>
                  <a:moveTo>
                    <a:pt x="1412338" y="836526"/>
                  </a:moveTo>
                  <a:lnTo>
                    <a:pt x="1491698" y="832601"/>
                  </a:lnTo>
                  <a:lnTo>
                    <a:pt x="1410357" y="797478"/>
                  </a:lnTo>
                  <a:close/>
                  <a:moveTo>
                    <a:pt x="1491698" y="832601"/>
                  </a:moveTo>
                  <a:lnTo>
                    <a:pt x="1412338" y="836526"/>
                  </a:lnTo>
                  <a:lnTo>
                    <a:pt x="1501551" y="859779"/>
                  </a:lnTo>
                  <a:close/>
                  <a:moveTo>
                    <a:pt x="1412338" y="836526"/>
                  </a:moveTo>
                  <a:lnTo>
                    <a:pt x="1421491" y="839108"/>
                  </a:lnTo>
                  <a:lnTo>
                    <a:pt x="1501551" y="859779"/>
                  </a:lnTo>
                  <a:close/>
                  <a:moveTo>
                    <a:pt x="1358177" y="748661"/>
                  </a:moveTo>
                  <a:lnTo>
                    <a:pt x="1410357" y="797478"/>
                  </a:lnTo>
                  <a:lnTo>
                    <a:pt x="1402465" y="744461"/>
                  </a:lnTo>
                  <a:close/>
                  <a:moveTo>
                    <a:pt x="1555675" y="710224"/>
                  </a:moveTo>
                  <a:lnTo>
                    <a:pt x="1516523" y="830875"/>
                  </a:lnTo>
                  <a:lnTo>
                    <a:pt x="1603008" y="745250"/>
                  </a:lnTo>
                  <a:close/>
                  <a:moveTo>
                    <a:pt x="1489031" y="734677"/>
                  </a:moveTo>
                  <a:lnTo>
                    <a:pt x="1402465" y="744461"/>
                  </a:lnTo>
                  <a:lnTo>
                    <a:pt x="1410357" y="797478"/>
                  </a:lnTo>
                  <a:close/>
                  <a:moveTo>
                    <a:pt x="1489031" y="734677"/>
                  </a:moveTo>
                  <a:lnTo>
                    <a:pt x="1471410" y="628009"/>
                  </a:lnTo>
                  <a:lnTo>
                    <a:pt x="1409276" y="638832"/>
                  </a:lnTo>
                  <a:close/>
                  <a:moveTo>
                    <a:pt x="1489031" y="734677"/>
                  </a:moveTo>
                  <a:lnTo>
                    <a:pt x="1409276" y="638832"/>
                  </a:lnTo>
                  <a:lnTo>
                    <a:pt x="1402465" y="744461"/>
                  </a:lnTo>
                  <a:close/>
                  <a:moveTo>
                    <a:pt x="1265319" y="318659"/>
                  </a:moveTo>
                  <a:lnTo>
                    <a:pt x="1206530" y="299149"/>
                  </a:lnTo>
                  <a:lnTo>
                    <a:pt x="1255497" y="402984"/>
                  </a:lnTo>
                  <a:close/>
                  <a:moveTo>
                    <a:pt x="1180292" y="303440"/>
                  </a:moveTo>
                  <a:lnTo>
                    <a:pt x="1206530" y="299149"/>
                  </a:lnTo>
                  <a:lnTo>
                    <a:pt x="1176721" y="266065"/>
                  </a:lnTo>
                  <a:close/>
                  <a:moveTo>
                    <a:pt x="1179779" y="299149"/>
                  </a:moveTo>
                  <a:lnTo>
                    <a:pt x="1180292" y="303440"/>
                  </a:lnTo>
                  <a:lnTo>
                    <a:pt x="1176721" y="266065"/>
                  </a:lnTo>
                  <a:close/>
                  <a:moveTo>
                    <a:pt x="1603008" y="745250"/>
                  </a:moveTo>
                  <a:lnTo>
                    <a:pt x="1628602" y="681801"/>
                  </a:lnTo>
                  <a:lnTo>
                    <a:pt x="1555675" y="710224"/>
                  </a:lnTo>
                  <a:close/>
                  <a:moveTo>
                    <a:pt x="1661429" y="671787"/>
                  </a:moveTo>
                  <a:lnTo>
                    <a:pt x="1628602" y="681801"/>
                  </a:lnTo>
                  <a:lnTo>
                    <a:pt x="1603008" y="745250"/>
                  </a:lnTo>
                  <a:close/>
                  <a:moveTo>
                    <a:pt x="1628602" y="681801"/>
                  </a:moveTo>
                  <a:lnTo>
                    <a:pt x="1661429" y="671787"/>
                  </a:lnTo>
                  <a:lnTo>
                    <a:pt x="1637935" y="660636"/>
                  </a:lnTo>
                  <a:close/>
                  <a:moveTo>
                    <a:pt x="1471410" y="628009"/>
                  </a:moveTo>
                  <a:lnTo>
                    <a:pt x="1518119" y="610938"/>
                  </a:lnTo>
                  <a:lnTo>
                    <a:pt x="1415343" y="600919"/>
                  </a:lnTo>
                  <a:close/>
                  <a:moveTo>
                    <a:pt x="1415343" y="600919"/>
                  </a:moveTo>
                  <a:lnTo>
                    <a:pt x="1518119" y="610938"/>
                  </a:lnTo>
                  <a:lnTo>
                    <a:pt x="1536009" y="558209"/>
                  </a:lnTo>
                  <a:close/>
                  <a:moveTo>
                    <a:pt x="1352252" y="425142"/>
                  </a:moveTo>
                  <a:lnTo>
                    <a:pt x="1340203" y="381364"/>
                  </a:lnTo>
                  <a:lnTo>
                    <a:pt x="1336125" y="463579"/>
                  </a:lnTo>
                  <a:close/>
                  <a:moveTo>
                    <a:pt x="1206530" y="299149"/>
                  </a:moveTo>
                  <a:lnTo>
                    <a:pt x="1265319" y="318659"/>
                  </a:lnTo>
                  <a:lnTo>
                    <a:pt x="1272236" y="289283"/>
                  </a:lnTo>
                  <a:close/>
                  <a:moveTo>
                    <a:pt x="1176721" y="266065"/>
                  </a:moveTo>
                  <a:lnTo>
                    <a:pt x="1171623" y="210395"/>
                  </a:lnTo>
                  <a:lnTo>
                    <a:pt x="1179779" y="299149"/>
                  </a:lnTo>
                  <a:close/>
                  <a:moveTo>
                    <a:pt x="1272236" y="289283"/>
                  </a:moveTo>
                  <a:lnTo>
                    <a:pt x="1176721" y="266065"/>
                  </a:lnTo>
                  <a:lnTo>
                    <a:pt x="1206530" y="299149"/>
                  </a:lnTo>
                  <a:close/>
                  <a:moveTo>
                    <a:pt x="1171623" y="210395"/>
                  </a:moveTo>
                  <a:lnTo>
                    <a:pt x="1176721" y="266065"/>
                  </a:lnTo>
                  <a:lnTo>
                    <a:pt x="1272236" y="289283"/>
                  </a:lnTo>
                  <a:close/>
                  <a:moveTo>
                    <a:pt x="1275476" y="186557"/>
                  </a:moveTo>
                  <a:lnTo>
                    <a:pt x="1171623" y="210395"/>
                  </a:lnTo>
                  <a:lnTo>
                    <a:pt x="1272236" y="289283"/>
                  </a:lnTo>
                  <a:close/>
                  <a:moveTo>
                    <a:pt x="1072231" y="154053"/>
                  </a:moveTo>
                  <a:lnTo>
                    <a:pt x="1120873" y="120717"/>
                  </a:lnTo>
                  <a:lnTo>
                    <a:pt x="1171623" y="210395"/>
                  </a:lnTo>
                  <a:close/>
                  <a:moveTo>
                    <a:pt x="1171623" y="210395"/>
                  </a:moveTo>
                  <a:lnTo>
                    <a:pt x="1197033" y="126808"/>
                  </a:lnTo>
                  <a:lnTo>
                    <a:pt x="1137175" y="96282"/>
                  </a:lnTo>
                  <a:close/>
                  <a:moveTo>
                    <a:pt x="1171623" y="210395"/>
                  </a:moveTo>
                  <a:lnTo>
                    <a:pt x="1275476" y="186557"/>
                  </a:lnTo>
                  <a:lnTo>
                    <a:pt x="1197033" y="126808"/>
                  </a:lnTo>
                  <a:close/>
                  <a:moveTo>
                    <a:pt x="1275476" y="186557"/>
                  </a:moveTo>
                  <a:lnTo>
                    <a:pt x="1275027" y="139757"/>
                  </a:lnTo>
                  <a:lnTo>
                    <a:pt x="1197033" y="126808"/>
                  </a:lnTo>
                  <a:close/>
                  <a:moveTo>
                    <a:pt x="1661429" y="671787"/>
                  </a:moveTo>
                  <a:lnTo>
                    <a:pt x="1650426" y="707340"/>
                  </a:lnTo>
                  <a:lnTo>
                    <a:pt x="1658461" y="657526"/>
                  </a:lnTo>
                  <a:close/>
                  <a:moveTo>
                    <a:pt x="1536009" y="558209"/>
                  </a:moveTo>
                  <a:lnTo>
                    <a:pt x="1561815" y="589573"/>
                  </a:lnTo>
                  <a:lnTo>
                    <a:pt x="1623887" y="485449"/>
                  </a:lnTo>
                  <a:close/>
                  <a:moveTo>
                    <a:pt x="1366720" y="222275"/>
                  </a:moveTo>
                  <a:lnTo>
                    <a:pt x="1329328" y="142776"/>
                  </a:lnTo>
                  <a:lnTo>
                    <a:pt x="1336329" y="178497"/>
                  </a:lnTo>
                  <a:close/>
                  <a:moveTo>
                    <a:pt x="1137175" y="96282"/>
                  </a:moveTo>
                  <a:lnTo>
                    <a:pt x="1197033" y="126808"/>
                  </a:lnTo>
                  <a:lnTo>
                    <a:pt x="1226195" y="65936"/>
                  </a:lnTo>
                  <a:close/>
                  <a:moveTo>
                    <a:pt x="1354332" y="157609"/>
                  </a:moveTo>
                  <a:lnTo>
                    <a:pt x="1336329" y="178497"/>
                  </a:lnTo>
                  <a:lnTo>
                    <a:pt x="1329328" y="142776"/>
                  </a:lnTo>
                  <a:close/>
                  <a:moveTo>
                    <a:pt x="1226195" y="65936"/>
                  </a:moveTo>
                  <a:lnTo>
                    <a:pt x="1249310" y="7644"/>
                  </a:lnTo>
                  <a:lnTo>
                    <a:pt x="1184182" y="0"/>
                  </a:lnTo>
                  <a:close/>
                  <a:moveTo>
                    <a:pt x="1721298" y="478458"/>
                  </a:moveTo>
                  <a:lnTo>
                    <a:pt x="1698479" y="430484"/>
                  </a:lnTo>
                  <a:lnTo>
                    <a:pt x="1733923" y="45658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79" name="Candidate_density__2078">
              <a:extLst>
                <a:ext uri="{FF2B5EF4-FFF2-40B4-BE49-F238E27FC236}">
                  <a16:creationId xmlns:a16="http://schemas.microsoft.com/office/drawing/2014/main" id="{42CF3B95-D3B1-3BD3-8E12-0291CFCFEE4B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506782"/>
              <a:ext cx="1943434" cy="3623869"/>
            </a:xfrm>
            <a:custGeom>
              <a:avLst/>
              <a:gdLst/>
              <a:ahLst/>
              <a:cxnLst/>
              <a:rect l="0" t="0" r="0" b="0"/>
              <a:pathLst>
                <a:path w="1943434" h="3623869">
                  <a:moveTo>
                    <a:pt x="250370" y="3580089"/>
                  </a:moveTo>
                  <a:lnTo>
                    <a:pt x="326469" y="3623869"/>
                  </a:lnTo>
                  <a:lnTo>
                    <a:pt x="329108" y="3541653"/>
                  </a:lnTo>
                  <a:close/>
                  <a:moveTo>
                    <a:pt x="329108" y="3541653"/>
                  </a:moveTo>
                  <a:lnTo>
                    <a:pt x="386818" y="3600951"/>
                  </a:lnTo>
                  <a:lnTo>
                    <a:pt x="348239" y="3532223"/>
                  </a:lnTo>
                  <a:close/>
                  <a:moveTo>
                    <a:pt x="329108" y="3541653"/>
                  </a:moveTo>
                  <a:lnTo>
                    <a:pt x="326469" y="3623869"/>
                  </a:lnTo>
                  <a:lnTo>
                    <a:pt x="386818" y="3600951"/>
                  </a:lnTo>
                  <a:close/>
                  <a:moveTo>
                    <a:pt x="323815" y="3493707"/>
                  </a:moveTo>
                  <a:lnTo>
                    <a:pt x="329108" y="3541653"/>
                  </a:lnTo>
                  <a:lnTo>
                    <a:pt x="348239" y="3532223"/>
                  </a:lnTo>
                  <a:close/>
                  <a:moveTo>
                    <a:pt x="328358" y="3338787"/>
                  </a:moveTo>
                  <a:lnTo>
                    <a:pt x="350752" y="3379216"/>
                  </a:lnTo>
                  <a:lnTo>
                    <a:pt x="350508" y="3330194"/>
                  </a:lnTo>
                  <a:close/>
                  <a:moveTo>
                    <a:pt x="294644" y="3256572"/>
                  </a:moveTo>
                  <a:lnTo>
                    <a:pt x="350508" y="3330194"/>
                  </a:lnTo>
                  <a:lnTo>
                    <a:pt x="332919" y="3244401"/>
                  </a:lnTo>
                  <a:close/>
                  <a:moveTo>
                    <a:pt x="294644" y="3256572"/>
                  </a:moveTo>
                  <a:lnTo>
                    <a:pt x="328358" y="3338787"/>
                  </a:lnTo>
                  <a:lnTo>
                    <a:pt x="350508" y="3330194"/>
                  </a:lnTo>
                  <a:close/>
                  <a:moveTo>
                    <a:pt x="350752" y="3379216"/>
                  </a:moveTo>
                  <a:lnTo>
                    <a:pt x="442571" y="3300350"/>
                  </a:lnTo>
                  <a:lnTo>
                    <a:pt x="350508" y="3330194"/>
                  </a:lnTo>
                  <a:close/>
                  <a:moveTo>
                    <a:pt x="480815" y="3371641"/>
                  </a:moveTo>
                  <a:lnTo>
                    <a:pt x="442571" y="3300350"/>
                  </a:lnTo>
                  <a:lnTo>
                    <a:pt x="350752" y="3379216"/>
                  </a:lnTo>
                  <a:close/>
                  <a:moveTo>
                    <a:pt x="442571" y="3300350"/>
                  </a:moveTo>
                  <a:lnTo>
                    <a:pt x="441330" y="3224016"/>
                  </a:lnTo>
                  <a:lnTo>
                    <a:pt x="350508" y="3330194"/>
                  </a:lnTo>
                  <a:close/>
                  <a:moveTo>
                    <a:pt x="350508" y="3330194"/>
                  </a:moveTo>
                  <a:lnTo>
                    <a:pt x="441330" y="3224016"/>
                  </a:lnTo>
                  <a:lnTo>
                    <a:pt x="439136" y="3218640"/>
                  </a:lnTo>
                  <a:close/>
                  <a:moveTo>
                    <a:pt x="350508" y="3330194"/>
                  </a:moveTo>
                  <a:lnTo>
                    <a:pt x="439136" y="3218640"/>
                  </a:lnTo>
                  <a:lnTo>
                    <a:pt x="332919" y="3244401"/>
                  </a:lnTo>
                  <a:close/>
                  <a:moveTo>
                    <a:pt x="506503" y="3261914"/>
                  </a:moveTo>
                  <a:lnTo>
                    <a:pt x="480815" y="3371641"/>
                  </a:lnTo>
                  <a:lnTo>
                    <a:pt x="511756" y="3272125"/>
                  </a:lnTo>
                  <a:close/>
                  <a:moveTo>
                    <a:pt x="506503" y="3261914"/>
                  </a:moveTo>
                  <a:lnTo>
                    <a:pt x="442571" y="3300350"/>
                  </a:lnTo>
                  <a:lnTo>
                    <a:pt x="480815" y="3371641"/>
                  </a:lnTo>
                  <a:close/>
                  <a:moveTo>
                    <a:pt x="504397" y="3244610"/>
                  </a:moveTo>
                  <a:lnTo>
                    <a:pt x="442571" y="3300350"/>
                  </a:lnTo>
                  <a:lnTo>
                    <a:pt x="506503" y="3261914"/>
                  </a:lnTo>
                  <a:close/>
                  <a:moveTo>
                    <a:pt x="504397" y="3244610"/>
                  </a:moveTo>
                  <a:lnTo>
                    <a:pt x="441330" y="3224016"/>
                  </a:lnTo>
                  <a:lnTo>
                    <a:pt x="442571" y="3300350"/>
                  </a:lnTo>
                  <a:close/>
                  <a:moveTo>
                    <a:pt x="441330" y="3224016"/>
                  </a:moveTo>
                  <a:lnTo>
                    <a:pt x="504397" y="3244610"/>
                  </a:lnTo>
                  <a:lnTo>
                    <a:pt x="440503" y="3218135"/>
                  </a:lnTo>
                  <a:close/>
                  <a:moveTo>
                    <a:pt x="504397" y="3244610"/>
                  </a:moveTo>
                  <a:lnTo>
                    <a:pt x="490611" y="3179698"/>
                  </a:lnTo>
                  <a:lnTo>
                    <a:pt x="440503" y="3218135"/>
                  </a:lnTo>
                  <a:close/>
                  <a:moveTo>
                    <a:pt x="498335" y="3097484"/>
                  </a:moveTo>
                  <a:lnTo>
                    <a:pt x="440503" y="3218135"/>
                  </a:lnTo>
                  <a:lnTo>
                    <a:pt x="490611" y="3179698"/>
                  </a:lnTo>
                  <a:close/>
                  <a:moveTo>
                    <a:pt x="504397" y="3244610"/>
                  </a:moveTo>
                  <a:lnTo>
                    <a:pt x="506503" y="3261914"/>
                  </a:lnTo>
                  <a:lnTo>
                    <a:pt x="512176" y="3259352"/>
                  </a:lnTo>
                  <a:close/>
                  <a:moveTo>
                    <a:pt x="504397" y="3244610"/>
                  </a:moveTo>
                  <a:lnTo>
                    <a:pt x="512176" y="3259352"/>
                  </a:lnTo>
                  <a:lnTo>
                    <a:pt x="490611" y="3179698"/>
                  </a:lnTo>
                  <a:close/>
                  <a:moveTo>
                    <a:pt x="498335" y="3097484"/>
                  </a:moveTo>
                  <a:lnTo>
                    <a:pt x="490611" y="3179698"/>
                  </a:lnTo>
                  <a:lnTo>
                    <a:pt x="554494" y="3141262"/>
                  </a:lnTo>
                  <a:close/>
                  <a:moveTo>
                    <a:pt x="498335" y="3097484"/>
                  </a:moveTo>
                  <a:lnTo>
                    <a:pt x="554494" y="3141262"/>
                  </a:lnTo>
                  <a:lnTo>
                    <a:pt x="538287" y="3059047"/>
                  </a:lnTo>
                  <a:close/>
                  <a:moveTo>
                    <a:pt x="538287" y="3059047"/>
                  </a:moveTo>
                  <a:lnTo>
                    <a:pt x="498024" y="2976832"/>
                  </a:lnTo>
                  <a:lnTo>
                    <a:pt x="498335" y="3097484"/>
                  </a:lnTo>
                  <a:close/>
                  <a:moveTo>
                    <a:pt x="493559" y="2874119"/>
                  </a:moveTo>
                  <a:lnTo>
                    <a:pt x="479885" y="2937759"/>
                  </a:lnTo>
                  <a:lnTo>
                    <a:pt x="519465" y="2856181"/>
                  </a:lnTo>
                  <a:close/>
                  <a:moveTo>
                    <a:pt x="519465" y="2856181"/>
                  </a:moveTo>
                  <a:lnTo>
                    <a:pt x="479885" y="2937759"/>
                  </a:lnTo>
                  <a:lnTo>
                    <a:pt x="498024" y="2976832"/>
                  </a:lnTo>
                  <a:close/>
                  <a:moveTo>
                    <a:pt x="466195" y="2886575"/>
                  </a:moveTo>
                  <a:lnTo>
                    <a:pt x="493559" y="2874119"/>
                  </a:lnTo>
                  <a:lnTo>
                    <a:pt x="475510" y="2812402"/>
                  </a:lnTo>
                  <a:close/>
                  <a:moveTo>
                    <a:pt x="475510" y="2812402"/>
                  </a:moveTo>
                  <a:lnTo>
                    <a:pt x="493559" y="2874119"/>
                  </a:lnTo>
                  <a:lnTo>
                    <a:pt x="519465" y="2856181"/>
                  </a:lnTo>
                  <a:close/>
                  <a:moveTo>
                    <a:pt x="475510" y="2812402"/>
                  </a:moveTo>
                  <a:lnTo>
                    <a:pt x="519465" y="2856181"/>
                  </a:lnTo>
                  <a:lnTo>
                    <a:pt x="558768" y="2773965"/>
                  </a:lnTo>
                  <a:close/>
                  <a:moveTo>
                    <a:pt x="565931" y="2765611"/>
                  </a:moveTo>
                  <a:lnTo>
                    <a:pt x="475510" y="2812402"/>
                  </a:lnTo>
                  <a:lnTo>
                    <a:pt x="558768" y="2773965"/>
                  </a:lnTo>
                  <a:close/>
                  <a:moveTo>
                    <a:pt x="640069" y="2915693"/>
                  </a:moveTo>
                  <a:lnTo>
                    <a:pt x="707275" y="2821556"/>
                  </a:lnTo>
                  <a:lnTo>
                    <a:pt x="617877" y="2833642"/>
                  </a:lnTo>
                  <a:close/>
                  <a:moveTo>
                    <a:pt x="558768" y="2773965"/>
                  </a:moveTo>
                  <a:lnTo>
                    <a:pt x="617877" y="2833642"/>
                  </a:lnTo>
                  <a:lnTo>
                    <a:pt x="572779" y="2770214"/>
                  </a:lnTo>
                  <a:close/>
                  <a:moveTo>
                    <a:pt x="558768" y="2773965"/>
                  </a:moveTo>
                  <a:lnTo>
                    <a:pt x="519465" y="2856181"/>
                  </a:lnTo>
                  <a:lnTo>
                    <a:pt x="617877" y="2833642"/>
                  </a:lnTo>
                  <a:close/>
                  <a:moveTo>
                    <a:pt x="617877" y="2833642"/>
                  </a:moveTo>
                  <a:lnTo>
                    <a:pt x="670036" y="2751739"/>
                  </a:lnTo>
                  <a:lnTo>
                    <a:pt x="572779" y="2770214"/>
                  </a:lnTo>
                  <a:close/>
                  <a:moveTo>
                    <a:pt x="565931" y="2765611"/>
                  </a:moveTo>
                  <a:lnTo>
                    <a:pt x="558768" y="2773965"/>
                  </a:lnTo>
                  <a:lnTo>
                    <a:pt x="572779" y="2770214"/>
                  </a:lnTo>
                  <a:close/>
                  <a:moveTo>
                    <a:pt x="296629" y="2379506"/>
                  </a:moveTo>
                  <a:lnTo>
                    <a:pt x="242464" y="2392194"/>
                  </a:lnTo>
                  <a:lnTo>
                    <a:pt x="181460" y="2442772"/>
                  </a:lnTo>
                  <a:close/>
                  <a:moveTo>
                    <a:pt x="242464" y="2392194"/>
                  </a:moveTo>
                  <a:lnTo>
                    <a:pt x="296629" y="2379506"/>
                  </a:lnTo>
                  <a:lnTo>
                    <a:pt x="262750" y="2362890"/>
                  </a:lnTo>
                  <a:close/>
                  <a:moveTo>
                    <a:pt x="296629" y="2379506"/>
                  </a:moveTo>
                  <a:lnTo>
                    <a:pt x="318499" y="2324454"/>
                  </a:lnTo>
                  <a:lnTo>
                    <a:pt x="262750" y="2362890"/>
                  </a:lnTo>
                  <a:close/>
                  <a:moveTo>
                    <a:pt x="237894" y="2280675"/>
                  </a:moveTo>
                  <a:lnTo>
                    <a:pt x="262750" y="2362890"/>
                  </a:lnTo>
                  <a:lnTo>
                    <a:pt x="318499" y="2324454"/>
                  </a:lnTo>
                  <a:close/>
                  <a:moveTo>
                    <a:pt x="237894" y="2280675"/>
                  </a:moveTo>
                  <a:lnTo>
                    <a:pt x="318499" y="2324454"/>
                  </a:lnTo>
                  <a:lnTo>
                    <a:pt x="305302" y="2242238"/>
                  </a:lnTo>
                  <a:close/>
                  <a:moveTo>
                    <a:pt x="377637" y="2286017"/>
                  </a:moveTo>
                  <a:lnTo>
                    <a:pt x="382074" y="2205113"/>
                  </a:lnTo>
                  <a:lnTo>
                    <a:pt x="305302" y="2242238"/>
                  </a:lnTo>
                  <a:close/>
                  <a:moveTo>
                    <a:pt x="318499" y="2324454"/>
                  </a:moveTo>
                  <a:lnTo>
                    <a:pt x="377637" y="2286017"/>
                  </a:lnTo>
                  <a:lnTo>
                    <a:pt x="305302" y="2242238"/>
                  </a:lnTo>
                  <a:close/>
                  <a:moveTo>
                    <a:pt x="289981" y="2160023"/>
                  </a:moveTo>
                  <a:lnTo>
                    <a:pt x="305302" y="2242238"/>
                  </a:lnTo>
                  <a:lnTo>
                    <a:pt x="380840" y="2204519"/>
                  </a:lnTo>
                  <a:close/>
                  <a:moveTo>
                    <a:pt x="87496" y="1724504"/>
                  </a:moveTo>
                  <a:lnTo>
                    <a:pt x="29190" y="1721712"/>
                  </a:lnTo>
                  <a:lnTo>
                    <a:pt x="0" y="1792726"/>
                  </a:lnTo>
                  <a:close/>
                  <a:moveTo>
                    <a:pt x="150799" y="1682527"/>
                  </a:moveTo>
                  <a:lnTo>
                    <a:pt x="29190" y="1721712"/>
                  </a:lnTo>
                  <a:lnTo>
                    <a:pt x="87496" y="1724504"/>
                  </a:lnTo>
                  <a:close/>
                  <a:moveTo>
                    <a:pt x="1035014" y="2759201"/>
                  </a:moveTo>
                  <a:lnTo>
                    <a:pt x="1032173" y="2823086"/>
                  </a:lnTo>
                  <a:lnTo>
                    <a:pt x="1066028" y="2811764"/>
                  </a:lnTo>
                  <a:close/>
                  <a:moveTo>
                    <a:pt x="205659" y="1725294"/>
                  </a:moveTo>
                  <a:lnTo>
                    <a:pt x="286497" y="1720167"/>
                  </a:lnTo>
                  <a:lnTo>
                    <a:pt x="223879" y="1677103"/>
                  </a:lnTo>
                  <a:close/>
                  <a:moveTo>
                    <a:pt x="335955" y="1640458"/>
                  </a:moveTo>
                  <a:lnTo>
                    <a:pt x="238610" y="1672075"/>
                  </a:lnTo>
                  <a:lnTo>
                    <a:pt x="346774" y="1642728"/>
                  </a:lnTo>
                  <a:close/>
                  <a:moveTo>
                    <a:pt x="346774" y="1642728"/>
                  </a:moveTo>
                  <a:lnTo>
                    <a:pt x="223879" y="1677103"/>
                  </a:lnTo>
                  <a:lnTo>
                    <a:pt x="309332" y="1715854"/>
                  </a:lnTo>
                  <a:close/>
                  <a:moveTo>
                    <a:pt x="309332" y="1715854"/>
                  </a:moveTo>
                  <a:lnTo>
                    <a:pt x="223879" y="1677103"/>
                  </a:lnTo>
                  <a:lnTo>
                    <a:pt x="286497" y="1720167"/>
                  </a:lnTo>
                  <a:close/>
                  <a:moveTo>
                    <a:pt x="335955" y="1640458"/>
                  </a:moveTo>
                  <a:lnTo>
                    <a:pt x="346774" y="1642728"/>
                  </a:lnTo>
                  <a:lnTo>
                    <a:pt x="351030" y="1633638"/>
                  </a:lnTo>
                  <a:close/>
                  <a:moveTo>
                    <a:pt x="346774" y="1642728"/>
                  </a:moveTo>
                  <a:lnTo>
                    <a:pt x="309332" y="1715854"/>
                  </a:lnTo>
                  <a:lnTo>
                    <a:pt x="385537" y="1700241"/>
                  </a:lnTo>
                  <a:close/>
                  <a:moveTo>
                    <a:pt x="385537" y="1700241"/>
                  </a:moveTo>
                  <a:lnTo>
                    <a:pt x="351030" y="1633638"/>
                  </a:lnTo>
                  <a:lnTo>
                    <a:pt x="346774" y="1642728"/>
                  </a:lnTo>
                  <a:close/>
                  <a:moveTo>
                    <a:pt x="451734" y="1606923"/>
                  </a:moveTo>
                  <a:lnTo>
                    <a:pt x="351030" y="1633638"/>
                  </a:lnTo>
                  <a:lnTo>
                    <a:pt x="385537" y="1700241"/>
                  </a:lnTo>
                  <a:close/>
                  <a:moveTo>
                    <a:pt x="413872" y="1512987"/>
                  </a:moveTo>
                  <a:lnTo>
                    <a:pt x="451734" y="1606923"/>
                  </a:lnTo>
                  <a:lnTo>
                    <a:pt x="455066" y="1553754"/>
                  </a:lnTo>
                  <a:close/>
                  <a:moveTo>
                    <a:pt x="351030" y="1633638"/>
                  </a:moveTo>
                  <a:lnTo>
                    <a:pt x="451734" y="1606923"/>
                  </a:lnTo>
                  <a:lnTo>
                    <a:pt x="413872" y="1512987"/>
                  </a:lnTo>
                  <a:close/>
                  <a:moveTo>
                    <a:pt x="487898" y="1595201"/>
                  </a:moveTo>
                  <a:lnTo>
                    <a:pt x="601523" y="1607470"/>
                  </a:lnTo>
                  <a:lnTo>
                    <a:pt x="566397" y="1574296"/>
                  </a:lnTo>
                  <a:close/>
                  <a:moveTo>
                    <a:pt x="1681187" y="2751555"/>
                  </a:moveTo>
                  <a:lnTo>
                    <a:pt x="1716268" y="2773538"/>
                  </a:lnTo>
                  <a:lnTo>
                    <a:pt x="1718268" y="2745149"/>
                  </a:lnTo>
                  <a:close/>
                  <a:moveTo>
                    <a:pt x="1681187" y="2751555"/>
                  </a:moveTo>
                  <a:lnTo>
                    <a:pt x="1718268" y="2745149"/>
                  </a:lnTo>
                  <a:lnTo>
                    <a:pt x="1706497" y="2737006"/>
                  </a:lnTo>
                  <a:close/>
                  <a:moveTo>
                    <a:pt x="227370" y="614142"/>
                  </a:moveTo>
                  <a:lnTo>
                    <a:pt x="101038" y="635667"/>
                  </a:lnTo>
                  <a:lnTo>
                    <a:pt x="169692" y="657742"/>
                  </a:lnTo>
                  <a:close/>
                  <a:moveTo>
                    <a:pt x="947324" y="1633985"/>
                  </a:moveTo>
                  <a:lnTo>
                    <a:pt x="917595" y="1670739"/>
                  </a:lnTo>
                  <a:lnTo>
                    <a:pt x="940621" y="1644323"/>
                  </a:lnTo>
                  <a:close/>
                  <a:moveTo>
                    <a:pt x="947324" y="1633985"/>
                  </a:moveTo>
                  <a:lnTo>
                    <a:pt x="960914" y="1635521"/>
                  </a:lnTo>
                  <a:lnTo>
                    <a:pt x="1008659" y="1584650"/>
                  </a:lnTo>
                  <a:close/>
                  <a:moveTo>
                    <a:pt x="1008659" y="1584650"/>
                  </a:moveTo>
                  <a:lnTo>
                    <a:pt x="960914" y="1635521"/>
                  </a:lnTo>
                  <a:lnTo>
                    <a:pt x="1020581" y="1523671"/>
                  </a:lnTo>
                  <a:close/>
                  <a:moveTo>
                    <a:pt x="227370" y="614142"/>
                  </a:moveTo>
                  <a:lnTo>
                    <a:pt x="261645" y="639357"/>
                  </a:lnTo>
                  <a:lnTo>
                    <a:pt x="247954" y="575526"/>
                  </a:lnTo>
                  <a:close/>
                  <a:moveTo>
                    <a:pt x="1943434" y="2592468"/>
                  </a:moveTo>
                  <a:lnTo>
                    <a:pt x="1935223" y="2604453"/>
                  </a:lnTo>
                  <a:lnTo>
                    <a:pt x="1938463" y="2587227"/>
                  </a:lnTo>
                  <a:close/>
                  <a:moveTo>
                    <a:pt x="766826" y="991944"/>
                  </a:moveTo>
                  <a:lnTo>
                    <a:pt x="783756" y="909729"/>
                  </a:lnTo>
                  <a:lnTo>
                    <a:pt x="777550" y="923264"/>
                  </a:lnTo>
                  <a:close/>
                  <a:moveTo>
                    <a:pt x="1287275" y="1423424"/>
                  </a:moveTo>
                  <a:lnTo>
                    <a:pt x="1246973" y="1364583"/>
                  </a:lnTo>
                  <a:lnTo>
                    <a:pt x="1289757" y="1449863"/>
                  </a:lnTo>
                  <a:close/>
                  <a:moveTo>
                    <a:pt x="1289757" y="1449863"/>
                  </a:moveTo>
                  <a:lnTo>
                    <a:pt x="1246973" y="1364583"/>
                  </a:lnTo>
                  <a:lnTo>
                    <a:pt x="1161912" y="1393114"/>
                  </a:lnTo>
                  <a:close/>
                  <a:moveTo>
                    <a:pt x="1145768" y="1388216"/>
                  </a:moveTo>
                  <a:lnTo>
                    <a:pt x="1138434" y="1403019"/>
                  </a:lnTo>
                  <a:lnTo>
                    <a:pt x="1161912" y="1393114"/>
                  </a:lnTo>
                  <a:close/>
                  <a:moveTo>
                    <a:pt x="1246532" y="1284819"/>
                  </a:moveTo>
                  <a:lnTo>
                    <a:pt x="1161149" y="1320805"/>
                  </a:lnTo>
                  <a:lnTo>
                    <a:pt x="1254217" y="1299827"/>
                  </a:lnTo>
                  <a:close/>
                  <a:moveTo>
                    <a:pt x="1161149" y="1320805"/>
                  </a:moveTo>
                  <a:lnTo>
                    <a:pt x="1145768" y="1388216"/>
                  </a:lnTo>
                  <a:lnTo>
                    <a:pt x="1254217" y="1299827"/>
                  </a:lnTo>
                  <a:close/>
                  <a:moveTo>
                    <a:pt x="1254217" y="1299827"/>
                  </a:moveTo>
                  <a:lnTo>
                    <a:pt x="1145768" y="1388216"/>
                  </a:lnTo>
                  <a:lnTo>
                    <a:pt x="1246973" y="1364583"/>
                  </a:lnTo>
                  <a:close/>
                  <a:moveTo>
                    <a:pt x="1246973" y="1364583"/>
                  </a:moveTo>
                  <a:lnTo>
                    <a:pt x="1145768" y="1388216"/>
                  </a:lnTo>
                  <a:lnTo>
                    <a:pt x="1161912" y="1393114"/>
                  </a:lnTo>
                  <a:close/>
                  <a:moveTo>
                    <a:pt x="1262994" y="1282368"/>
                  </a:moveTo>
                  <a:lnTo>
                    <a:pt x="1183629" y="1251115"/>
                  </a:lnTo>
                  <a:lnTo>
                    <a:pt x="1246532" y="1284819"/>
                  </a:lnTo>
                  <a:close/>
                  <a:moveTo>
                    <a:pt x="1246532" y="1284819"/>
                  </a:moveTo>
                  <a:lnTo>
                    <a:pt x="1254217" y="1299827"/>
                  </a:lnTo>
                  <a:lnTo>
                    <a:pt x="1262994" y="1282368"/>
                  </a:lnTo>
                  <a:close/>
                  <a:moveTo>
                    <a:pt x="783756" y="909729"/>
                  </a:moveTo>
                  <a:lnTo>
                    <a:pt x="847964" y="895546"/>
                  </a:lnTo>
                  <a:lnTo>
                    <a:pt x="811659" y="895534"/>
                  </a:lnTo>
                  <a:close/>
                  <a:moveTo>
                    <a:pt x="811659" y="895534"/>
                  </a:moveTo>
                  <a:lnTo>
                    <a:pt x="847964" y="895546"/>
                  </a:lnTo>
                  <a:lnTo>
                    <a:pt x="916938" y="874769"/>
                  </a:lnTo>
                  <a:close/>
                  <a:moveTo>
                    <a:pt x="1254217" y="1299827"/>
                  </a:moveTo>
                  <a:lnTo>
                    <a:pt x="1246973" y="1364583"/>
                  </a:lnTo>
                  <a:lnTo>
                    <a:pt x="1304832" y="1337514"/>
                  </a:lnTo>
                  <a:close/>
                  <a:moveTo>
                    <a:pt x="1254217" y="1299827"/>
                  </a:moveTo>
                  <a:lnTo>
                    <a:pt x="1304832" y="1337514"/>
                  </a:lnTo>
                  <a:lnTo>
                    <a:pt x="1262994" y="1282368"/>
                  </a:lnTo>
                  <a:close/>
                  <a:moveTo>
                    <a:pt x="1262994" y="1282368"/>
                  </a:moveTo>
                  <a:lnTo>
                    <a:pt x="1325992" y="1326146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262994" y="1282368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316054" y="1252370"/>
                  </a:lnTo>
                  <a:lnTo>
                    <a:pt x="1262994" y="1282368"/>
                  </a:lnTo>
                  <a:close/>
                  <a:moveTo>
                    <a:pt x="1366334" y="1225156"/>
                  </a:moveTo>
                  <a:lnTo>
                    <a:pt x="1333888" y="1243932"/>
                  </a:lnTo>
                  <a:lnTo>
                    <a:pt x="1387313" y="1230959"/>
                  </a:lnTo>
                  <a:close/>
                  <a:moveTo>
                    <a:pt x="1482634" y="1166121"/>
                  </a:moveTo>
                  <a:lnTo>
                    <a:pt x="1387313" y="1230959"/>
                  </a:lnTo>
                  <a:lnTo>
                    <a:pt x="1443222" y="1205495"/>
                  </a:lnTo>
                  <a:close/>
                  <a:moveTo>
                    <a:pt x="1366334" y="1225156"/>
                  </a:moveTo>
                  <a:lnTo>
                    <a:pt x="1387313" y="1230959"/>
                  </a:lnTo>
                  <a:lnTo>
                    <a:pt x="1482634" y="1166121"/>
                  </a:lnTo>
                  <a:close/>
                  <a:moveTo>
                    <a:pt x="1427254" y="1174266"/>
                  </a:moveTo>
                  <a:lnTo>
                    <a:pt x="1366334" y="1225156"/>
                  </a:lnTo>
                  <a:lnTo>
                    <a:pt x="1482634" y="1166121"/>
                  </a:lnTo>
                  <a:close/>
                  <a:moveTo>
                    <a:pt x="1295916" y="268035"/>
                  </a:moveTo>
                  <a:lnTo>
                    <a:pt x="1294994" y="185819"/>
                  </a:lnTo>
                  <a:lnTo>
                    <a:pt x="1230901" y="296605"/>
                  </a:lnTo>
                  <a:close/>
                  <a:moveTo>
                    <a:pt x="1047760" y="59826"/>
                  </a:moveTo>
                  <a:lnTo>
                    <a:pt x="1028120" y="142041"/>
                  </a:lnTo>
                  <a:lnTo>
                    <a:pt x="1095841" y="103604"/>
                  </a:lnTo>
                  <a:close/>
                  <a:moveTo>
                    <a:pt x="1047760" y="59826"/>
                  </a:moveTo>
                  <a:lnTo>
                    <a:pt x="1095841" y="103604"/>
                  </a:lnTo>
                  <a:lnTo>
                    <a:pt x="1101970" y="21389"/>
                  </a:lnTo>
                  <a:close/>
                  <a:moveTo>
                    <a:pt x="1119824" y="0"/>
                  </a:moveTo>
                  <a:lnTo>
                    <a:pt x="1047760" y="59826"/>
                  </a:lnTo>
                  <a:lnTo>
                    <a:pt x="1101970" y="21389"/>
                  </a:lnTo>
                  <a:close/>
                  <a:moveTo>
                    <a:pt x="1582552" y="492771"/>
                  </a:moveTo>
                  <a:lnTo>
                    <a:pt x="1619490" y="558459"/>
                  </a:lnTo>
                  <a:lnTo>
                    <a:pt x="1620431" y="541856"/>
                  </a:lnTo>
                  <a:close/>
                  <a:moveTo>
                    <a:pt x="1286275" y="343678"/>
                  </a:moveTo>
                  <a:lnTo>
                    <a:pt x="1297702" y="342389"/>
                  </a:lnTo>
                  <a:lnTo>
                    <a:pt x="1295916" y="268035"/>
                  </a:lnTo>
                  <a:close/>
                  <a:moveTo>
                    <a:pt x="1119824" y="0"/>
                  </a:moveTo>
                  <a:lnTo>
                    <a:pt x="1101970" y="21389"/>
                  </a:lnTo>
                  <a:lnTo>
                    <a:pt x="1142847" y="7322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80" name="Candidate_density__2079">
              <a:extLst>
                <a:ext uri="{FF2B5EF4-FFF2-40B4-BE49-F238E27FC236}">
                  <a16:creationId xmlns:a16="http://schemas.microsoft.com/office/drawing/2014/main" id="{3DD358C6-CED6-7D29-6739-77D0F8CC06EF}"/>
                </a:ext>
              </a:extLst>
            </p:cNvPr>
            <p:cNvSpPr>
              <a:spLocks noGrp="1"/>
            </p:cNvSpPr>
            <p:nvPr/>
          </p:nvSpPr>
          <p:spPr>
            <a:xfrm>
              <a:off x="4394831" y="1939246"/>
              <a:ext cx="2175664" cy="3248621"/>
            </a:xfrm>
            <a:custGeom>
              <a:avLst/>
              <a:gdLst/>
              <a:ahLst/>
              <a:cxnLst/>
              <a:rect l="0" t="0" r="0" b="0"/>
              <a:pathLst>
                <a:path w="2175664" h="3248621">
                  <a:moveTo>
                    <a:pt x="313322" y="3225491"/>
                  </a:moveTo>
                  <a:lnTo>
                    <a:pt x="260192" y="3242047"/>
                  </a:lnTo>
                  <a:lnTo>
                    <a:pt x="394040" y="3248621"/>
                  </a:lnTo>
                  <a:close/>
                  <a:moveTo>
                    <a:pt x="479993" y="2969492"/>
                  </a:moveTo>
                  <a:lnTo>
                    <a:pt x="514678" y="2990608"/>
                  </a:lnTo>
                  <a:lnTo>
                    <a:pt x="437182" y="2950101"/>
                  </a:lnTo>
                  <a:close/>
                  <a:moveTo>
                    <a:pt x="689023" y="2960239"/>
                  </a:moveTo>
                  <a:lnTo>
                    <a:pt x="688804" y="2955443"/>
                  </a:lnTo>
                  <a:lnTo>
                    <a:pt x="639118" y="2962004"/>
                  </a:lnTo>
                  <a:close/>
                  <a:moveTo>
                    <a:pt x="39251" y="1884332"/>
                  </a:moveTo>
                  <a:lnTo>
                    <a:pt x="121195" y="1848210"/>
                  </a:lnTo>
                  <a:lnTo>
                    <a:pt x="91852" y="1878757"/>
                  </a:lnTo>
                  <a:close/>
                  <a:moveTo>
                    <a:pt x="35732" y="1884133"/>
                  </a:moveTo>
                  <a:lnTo>
                    <a:pt x="39251" y="1884332"/>
                  </a:lnTo>
                  <a:lnTo>
                    <a:pt x="0" y="1855650"/>
                  </a:lnTo>
                  <a:close/>
                  <a:moveTo>
                    <a:pt x="91852" y="1878757"/>
                  </a:moveTo>
                  <a:lnTo>
                    <a:pt x="0" y="1855650"/>
                  </a:lnTo>
                  <a:lnTo>
                    <a:pt x="39251" y="1884332"/>
                  </a:lnTo>
                  <a:close/>
                  <a:moveTo>
                    <a:pt x="108465" y="1828062"/>
                  </a:moveTo>
                  <a:lnTo>
                    <a:pt x="91852" y="1878757"/>
                  </a:lnTo>
                  <a:lnTo>
                    <a:pt x="121195" y="1848210"/>
                  </a:lnTo>
                  <a:close/>
                  <a:moveTo>
                    <a:pt x="110528" y="1626201"/>
                  </a:moveTo>
                  <a:lnTo>
                    <a:pt x="129439" y="1645344"/>
                  </a:lnTo>
                  <a:lnTo>
                    <a:pt x="67610" y="1572916"/>
                  </a:lnTo>
                  <a:close/>
                  <a:moveTo>
                    <a:pt x="59439" y="1563128"/>
                  </a:moveTo>
                  <a:lnTo>
                    <a:pt x="110528" y="1626201"/>
                  </a:lnTo>
                  <a:lnTo>
                    <a:pt x="67610" y="1572916"/>
                  </a:lnTo>
                  <a:close/>
                  <a:moveTo>
                    <a:pt x="96615" y="1466157"/>
                  </a:moveTo>
                  <a:lnTo>
                    <a:pt x="64449" y="1561096"/>
                  </a:lnTo>
                  <a:lnTo>
                    <a:pt x="172157" y="1469938"/>
                  </a:lnTo>
                  <a:close/>
                  <a:moveTo>
                    <a:pt x="1019698" y="2511273"/>
                  </a:moveTo>
                  <a:lnTo>
                    <a:pt x="1039209" y="2545898"/>
                  </a:lnTo>
                  <a:lnTo>
                    <a:pt x="993192" y="2589048"/>
                  </a:lnTo>
                  <a:close/>
                  <a:moveTo>
                    <a:pt x="743530" y="1997720"/>
                  </a:moveTo>
                  <a:lnTo>
                    <a:pt x="681871" y="2100198"/>
                  </a:lnTo>
                  <a:lnTo>
                    <a:pt x="708688" y="2082652"/>
                  </a:lnTo>
                  <a:close/>
                  <a:moveTo>
                    <a:pt x="172157" y="1469938"/>
                  </a:moveTo>
                  <a:lnTo>
                    <a:pt x="218809" y="1442477"/>
                  </a:lnTo>
                  <a:lnTo>
                    <a:pt x="217139" y="1500027"/>
                  </a:lnTo>
                  <a:close/>
                  <a:moveTo>
                    <a:pt x="172157" y="1469938"/>
                  </a:moveTo>
                  <a:lnTo>
                    <a:pt x="199033" y="1486255"/>
                  </a:lnTo>
                  <a:lnTo>
                    <a:pt x="148999" y="1446812"/>
                  </a:lnTo>
                  <a:close/>
                  <a:moveTo>
                    <a:pt x="172157" y="1469938"/>
                  </a:moveTo>
                  <a:lnTo>
                    <a:pt x="148999" y="1446812"/>
                  </a:lnTo>
                  <a:lnTo>
                    <a:pt x="96615" y="1466157"/>
                  </a:lnTo>
                  <a:close/>
                  <a:moveTo>
                    <a:pt x="511366" y="1542695"/>
                  </a:moveTo>
                  <a:lnTo>
                    <a:pt x="433529" y="1650685"/>
                  </a:lnTo>
                  <a:lnTo>
                    <a:pt x="488659" y="1602112"/>
                  </a:lnTo>
                  <a:close/>
                  <a:moveTo>
                    <a:pt x="434426" y="1644746"/>
                  </a:moveTo>
                  <a:lnTo>
                    <a:pt x="433529" y="1650685"/>
                  </a:lnTo>
                  <a:lnTo>
                    <a:pt x="511366" y="1542695"/>
                  </a:lnTo>
                  <a:close/>
                  <a:moveTo>
                    <a:pt x="434426" y="1644746"/>
                  </a:moveTo>
                  <a:lnTo>
                    <a:pt x="434547" y="1544556"/>
                  </a:lnTo>
                  <a:lnTo>
                    <a:pt x="442828" y="1612249"/>
                  </a:lnTo>
                  <a:close/>
                  <a:moveTo>
                    <a:pt x="1301980" y="2425099"/>
                  </a:moveTo>
                  <a:lnTo>
                    <a:pt x="1272597" y="2395964"/>
                  </a:lnTo>
                  <a:lnTo>
                    <a:pt x="1286787" y="2420374"/>
                  </a:lnTo>
                  <a:close/>
                  <a:moveTo>
                    <a:pt x="768788" y="1876952"/>
                  </a:moveTo>
                  <a:lnTo>
                    <a:pt x="695528" y="1853935"/>
                  </a:lnTo>
                  <a:lnTo>
                    <a:pt x="724805" y="1858894"/>
                  </a:lnTo>
                  <a:close/>
                  <a:moveTo>
                    <a:pt x="882678" y="1808906"/>
                  </a:moveTo>
                  <a:lnTo>
                    <a:pt x="930229" y="1744811"/>
                  </a:lnTo>
                  <a:lnTo>
                    <a:pt x="925709" y="1738243"/>
                  </a:lnTo>
                  <a:close/>
                  <a:moveTo>
                    <a:pt x="1707460" y="2604173"/>
                  </a:moveTo>
                  <a:lnTo>
                    <a:pt x="1667609" y="2609902"/>
                  </a:lnTo>
                  <a:lnTo>
                    <a:pt x="1739709" y="2568739"/>
                  </a:lnTo>
                  <a:close/>
                  <a:moveTo>
                    <a:pt x="1739709" y="2568739"/>
                  </a:moveTo>
                  <a:lnTo>
                    <a:pt x="1667609" y="2609902"/>
                  </a:lnTo>
                  <a:lnTo>
                    <a:pt x="1613355" y="2590181"/>
                  </a:lnTo>
                  <a:close/>
                  <a:moveTo>
                    <a:pt x="882678" y="1808906"/>
                  </a:moveTo>
                  <a:lnTo>
                    <a:pt x="903103" y="1706273"/>
                  </a:lnTo>
                  <a:lnTo>
                    <a:pt x="872008" y="1820458"/>
                  </a:lnTo>
                  <a:close/>
                  <a:moveTo>
                    <a:pt x="903103" y="1706273"/>
                  </a:moveTo>
                  <a:lnTo>
                    <a:pt x="882678" y="1808906"/>
                  </a:lnTo>
                  <a:lnTo>
                    <a:pt x="925709" y="1738243"/>
                  </a:lnTo>
                  <a:close/>
                  <a:moveTo>
                    <a:pt x="747024" y="1572385"/>
                  </a:moveTo>
                  <a:lnTo>
                    <a:pt x="811951" y="1607925"/>
                  </a:lnTo>
                  <a:lnTo>
                    <a:pt x="683444" y="1563484"/>
                  </a:lnTo>
                  <a:close/>
                  <a:moveTo>
                    <a:pt x="46953" y="576872"/>
                  </a:moveTo>
                  <a:lnTo>
                    <a:pt x="155784" y="548795"/>
                  </a:lnTo>
                  <a:lnTo>
                    <a:pt x="95827" y="602402"/>
                  </a:lnTo>
                  <a:close/>
                  <a:moveTo>
                    <a:pt x="1707460" y="2604173"/>
                  </a:moveTo>
                  <a:lnTo>
                    <a:pt x="1739228" y="2512177"/>
                  </a:lnTo>
                  <a:lnTo>
                    <a:pt x="1704945" y="2483521"/>
                  </a:lnTo>
                  <a:close/>
                  <a:moveTo>
                    <a:pt x="1480103" y="1800918"/>
                  </a:moveTo>
                  <a:lnTo>
                    <a:pt x="1501154" y="1803731"/>
                  </a:lnTo>
                  <a:lnTo>
                    <a:pt x="1434930" y="1787364"/>
                  </a:lnTo>
                  <a:close/>
                  <a:moveTo>
                    <a:pt x="877673" y="1359789"/>
                  </a:moveTo>
                  <a:lnTo>
                    <a:pt x="978417" y="1405359"/>
                  </a:lnTo>
                  <a:lnTo>
                    <a:pt x="1003576" y="1336658"/>
                  </a:lnTo>
                  <a:close/>
                  <a:moveTo>
                    <a:pt x="1051539" y="1294073"/>
                  </a:moveTo>
                  <a:lnTo>
                    <a:pt x="1003576" y="1336658"/>
                  </a:lnTo>
                  <a:lnTo>
                    <a:pt x="1060424" y="1299189"/>
                  </a:lnTo>
                  <a:close/>
                  <a:moveTo>
                    <a:pt x="1060424" y="1299189"/>
                  </a:moveTo>
                  <a:lnTo>
                    <a:pt x="1003576" y="1336658"/>
                  </a:lnTo>
                  <a:lnTo>
                    <a:pt x="978417" y="1405359"/>
                  </a:lnTo>
                  <a:close/>
                  <a:moveTo>
                    <a:pt x="1051539" y="1294073"/>
                  </a:moveTo>
                  <a:lnTo>
                    <a:pt x="1060424" y="1299189"/>
                  </a:lnTo>
                  <a:lnTo>
                    <a:pt x="1059363" y="1266576"/>
                  </a:lnTo>
                  <a:close/>
                  <a:moveTo>
                    <a:pt x="502134" y="749463"/>
                  </a:moveTo>
                  <a:lnTo>
                    <a:pt x="528444" y="828166"/>
                  </a:lnTo>
                  <a:lnTo>
                    <a:pt x="526477" y="839219"/>
                  </a:lnTo>
                  <a:close/>
                  <a:moveTo>
                    <a:pt x="198048" y="414534"/>
                  </a:moveTo>
                  <a:lnTo>
                    <a:pt x="193041" y="472008"/>
                  </a:lnTo>
                  <a:lnTo>
                    <a:pt x="208205" y="428143"/>
                  </a:lnTo>
                  <a:close/>
                  <a:moveTo>
                    <a:pt x="198048" y="414534"/>
                  </a:moveTo>
                  <a:lnTo>
                    <a:pt x="208205" y="428143"/>
                  </a:lnTo>
                  <a:lnTo>
                    <a:pt x="265263" y="320390"/>
                  </a:lnTo>
                  <a:close/>
                  <a:moveTo>
                    <a:pt x="1989205" y="2298640"/>
                  </a:moveTo>
                  <a:lnTo>
                    <a:pt x="1918549" y="2280655"/>
                  </a:lnTo>
                  <a:lnTo>
                    <a:pt x="1927820" y="2284335"/>
                  </a:lnTo>
                  <a:close/>
                  <a:moveTo>
                    <a:pt x="1391079" y="1512425"/>
                  </a:moveTo>
                  <a:lnTo>
                    <a:pt x="1328645" y="1502590"/>
                  </a:lnTo>
                  <a:lnTo>
                    <a:pt x="1294087" y="1586858"/>
                  </a:lnTo>
                  <a:close/>
                  <a:moveTo>
                    <a:pt x="1328645" y="1502590"/>
                  </a:moveTo>
                  <a:lnTo>
                    <a:pt x="1391079" y="1512425"/>
                  </a:lnTo>
                  <a:lnTo>
                    <a:pt x="1285501" y="1458503"/>
                  </a:lnTo>
                  <a:close/>
                  <a:moveTo>
                    <a:pt x="1400324" y="1490200"/>
                  </a:moveTo>
                  <a:lnTo>
                    <a:pt x="1328892" y="1501784"/>
                  </a:lnTo>
                  <a:lnTo>
                    <a:pt x="1285501" y="1458503"/>
                  </a:lnTo>
                  <a:close/>
                  <a:moveTo>
                    <a:pt x="589177" y="623262"/>
                  </a:moveTo>
                  <a:lnTo>
                    <a:pt x="600615" y="529807"/>
                  </a:lnTo>
                  <a:lnTo>
                    <a:pt x="552300" y="548840"/>
                  </a:lnTo>
                  <a:close/>
                  <a:moveTo>
                    <a:pt x="2172447" y="2302253"/>
                  </a:moveTo>
                  <a:lnTo>
                    <a:pt x="2158644" y="2285997"/>
                  </a:lnTo>
                  <a:lnTo>
                    <a:pt x="2132206" y="2339438"/>
                  </a:lnTo>
                  <a:close/>
                  <a:moveTo>
                    <a:pt x="1989205" y="2298640"/>
                  </a:moveTo>
                  <a:lnTo>
                    <a:pt x="2013493" y="2324433"/>
                  </a:lnTo>
                  <a:lnTo>
                    <a:pt x="2033590" y="2293958"/>
                  </a:lnTo>
                  <a:close/>
                  <a:moveTo>
                    <a:pt x="1562836" y="1819148"/>
                  </a:moveTo>
                  <a:lnTo>
                    <a:pt x="1622059" y="1761914"/>
                  </a:lnTo>
                  <a:lnTo>
                    <a:pt x="1662661" y="1710491"/>
                  </a:lnTo>
                  <a:close/>
                  <a:moveTo>
                    <a:pt x="1328768" y="1502282"/>
                  </a:moveTo>
                  <a:lnTo>
                    <a:pt x="1328892" y="1501784"/>
                  </a:lnTo>
                  <a:lnTo>
                    <a:pt x="1366652" y="1427765"/>
                  </a:lnTo>
                  <a:close/>
                  <a:moveTo>
                    <a:pt x="570847" y="493416"/>
                  </a:moveTo>
                  <a:lnTo>
                    <a:pt x="552300" y="548840"/>
                  </a:lnTo>
                  <a:lnTo>
                    <a:pt x="585715" y="515701"/>
                  </a:lnTo>
                  <a:close/>
                  <a:moveTo>
                    <a:pt x="570847" y="493416"/>
                  </a:moveTo>
                  <a:lnTo>
                    <a:pt x="585715" y="515701"/>
                  </a:lnTo>
                  <a:lnTo>
                    <a:pt x="579416" y="435020"/>
                  </a:lnTo>
                  <a:close/>
                  <a:moveTo>
                    <a:pt x="579416" y="435020"/>
                  </a:moveTo>
                  <a:lnTo>
                    <a:pt x="585715" y="515701"/>
                  </a:lnTo>
                  <a:lnTo>
                    <a:pt x="606684" y="473515"/>
                  </a:lnTo>
                  <a:close/>
                  <a:moveTo>
                    <a:pt x="2158644" y="2285997"/>
                  </a:moveTo>
                  <a:lnTo>
                    <a:pt x="2175664" y="2223261"/>
                  </a:lnTo>
                  <a:lnTo>
                    <a:pt x="2152921" y="2257535"/>
                  </a:lnTo>
                  <a:close/>
                  <a:moveTo>
                    <a:pt x="748742" y="369883"/>
                  </a:moveTo>
                  <a:lnTo>
                    <a:pt x="731800" y="356613"/>
                  </a:lnTo>
                  <a:lnTo>
                    <a:pt x="697294" y="381884"/>
                  </a:lnTo>
                  <a:close/>
                  <a:moveTo>
                    <a:pt x="748742" y="369883"/>
                  </a:moveTo>
                  <a:lnTo>
                    <a:pt x="772771" y="395049"/>
                  </a:lnTo>
                  <a:lnTo>
                    <a:pt x="754167" y="315868"/>
                  </a:lnTo>
                  <a:close/>
                  <a:moveTo>
                    <a:pt x="731800" y="356613"/>
                  </a:moveTo>
                  <a:lnTo>
                    <a:pt x="748742" y="369883"/>
                  </a:lnTo>
                  <a:lnTo>
                    <a:pt x="754167" y="315868"/>
                  </a:lnTo>
                  <a:close/>
                  <a:moveTo>
                    <a:pt x="1566147" y="1185920"/>
                  </a:moveTo>
                  <a:lnTo>
                    <a:pt x="1551962" y="1242037"/>
                  </a:lnTo>
                  <a:lnTo>
                    <a:pt x="1634432" y="1162570"/>
                  </a:lnTo>
                  <a:close/>
                  <a:moveTo>
                    <a:pt x="729162" y="285834"/>
                  </a:moveTo>
                  <a:lnTo>
                    <a:pt x="754167" y="315868"/>
                  </a:lnTo>
                  <a:lnTo>
                    <a:pt x="766334" y="255488"/>
                  </a:lnTo>
                  <a:close/>
                  <a:moveTo>
                    <a:pt x="731800" y="356613"/>
                  </a:moveTo>
                  <a:lnTo>
                    <a:pt x="754167" y="315868"/>
                  </a:lnTo>
                  <a:lnTo>
                    <a:pt x="715660" y="336186"/>
                  </a:lnTo>
                  <a:close/>
                  <a:moveTo>
                    <a:pt x="825318" y="268128"/>
                  </a:moveTo>
                  <a:lnTo>
                    <a:pt x="754167" y="315868"/>
                  </a:lnTo>
                  <a:lnTo>
                    <a:pt x="819926" y="283071"/>
                  </a:lnTo>
                  <a:close/>
                  <a:moveTo>
                    <a:pt x="825318" y="268128"/>
                  </a:moveTo>
                  <a:lnTo>
                    <a:pt x="766334" y="255488"/>
                  </a:lnTo>
                  <a:lnTo>
                    <a:pt x="754167" y="315868"/>
                  </a:lnTo>
                  <a:close/>
                  <a:moveTo>
                    <a:pt x="766334" y="255488"/>
                  </a:moveTo>
                  <a:lnTo>
                    <a:pt x="825318" y="268128"/>
                  </a:lnTo>
                  <a:lnTo>
                    <a:pt x="776238" y="183186"/>
                  </a:lnTo>
                  <a:close/>
                  <a:moveTo>
                    <a:pt x="825318" y="268128"/>
                  </a:moveTo>
                  <a:lnTo>
                    <a:pt x="846854" y="168547"/>
                  </a:lnTo>
                  <a:lnTo>
                    <a:pt x="776238" y="183186"/>
                  </a:lnTo>
                  <a:close/>
                  <a:moveTo>
                    <a:pt x="761740" y="235961"/>
                  </a:moveTo>
                  <a:lnTo>
                    <a:pt x="766334" y="255488"/>
                  </a:lnTo>
                  <a:lnTo>
                    <a:pt x="776238" y="183186"/>
                  </a:lnTo>
                  <a:close/>
                  <a:moveTo>
                    <a:pt x="1634432" y="1162570"/>
                  </a:moveTo>
                  <a:lnTo>
                    <a:pt x="1690694" y="1189843"/>
                  </a:lnTo>
                  <a:lnTo>
                    <a:pt x="1566147" y="1185920"/>
                  </a:lnTo>
                  <a:close/>
                  <a:moveTo>
                    <a:pt x="1389625" y="589390"/>
                  </a:moveTo>
                  <a:lnTo>
                    <a:pt x="1309654" y="617200"/>
                  </a:lnTo>
                  <a:lnTo>
                    <a:pt x="1264979" y="617220"/>
                  </a:lnTo>
                  <a:close/>
                  <a:moveTo>
                    <a:pt x="846854" y="168547"/>
                  </a:moveTo>
                  <a:lnTo>
                    <a:pt x="856368" y="142793"/>
                  </a:lnTo>
                  <a:lnTo>
                    <a:pt x="819485" y="129680"/>
                  </a:lnTo>
                  <a:close/>
                  <a:moveTo>
                    <a:pt x="776238" y="183186"/>
                  </a:moveTo>
                  <a:lnTo>
                    <a:pt x="846854" y="168547"/>
                  </a:lnTo>
                  <a:lnTo>
                    <a:pt x="819485" y="129680"/>
                  </a:lnTo>
                  <a:close/>
                  <a:moveTo>
                    <a:pt x="856368" y="142793"/>
                  </a:moveTo>
                  <a:lnTo>
                    <a:pt x="926188" y="146622"/>
                  </a:lnTo>
                  <a:lnTo>
                    <a:pt x="881747" y="83806"/>
                  </a:lnTo>
                  <a:close/>
                  <a:moveTo>
                    <a:pt x="839685" y="115310"/>
                  </a:moveTo>
                  <a:lnTo>
                    <a:pt x="856368" y="142793"/>
                  </a:lnTo>
                  <a:lnTo>
                    <a:pt x="881747" y="83806"/>
                  </a:lnTo>
                  <a:close/>
                  <a:moveTo>
                    <a:pt x="1333687" y="608600"/>
                  </a:moveTo>
                  <a:lnTo>
                    <a:pt x="1389625" y="589390"/>
                  </a:lnTo>
                  <a:lnTo>
                    <a:pt x="1422807" y="498251"/>
                  </a:lnTo>
                  <a:close/>
                  <a:moveTo>
                    <a:pt x="1422807" y="498251"/>
                  </a:moveTo>
                  <a:lnTo>
                    <a:pt x="1435571" y="475332"/>
                  </a:lnTo>
                  <a:lnTo>
                    <a:pt x="1378932" y="570164"/>
                  </a:lnTo>
                  <a:close/>
                  <a:moveTo>
                    <a:pt x="1405793" y="434637"/>
                  </a:moveTo>
                  <a:lnTo>
                    <a:pt x="1449203" y="449512"/>
                  </a:lnTo>
                  <a:lnTo>
                    <a:pt x="1435571" y="475332"/>
                  </a:lnTo>
                  <a:close/>
                  <a:moveTo>
                    <a:pt x="1584937" y="331908"/>
                  </a:moveTo>
                  <a:lnTo>
                    <a:pt x="1637307" y="332416"/>
                  </a:lnTo>
                  <a:lnTo>
                    <a:pt x="1565671" y="246645"/>
                  </a:lnTo>
                  <a:close/>
                  <a:moveTo>
                    <a:pt x="1475174" y="43779"/>
                  </a:moveTo>
                  <a:lnTo>
                    <a:pt x="1492015" y="47947"/>
                  </a:lnTo>
                  <a:lnTo>
                    <a:pt x="1455088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81" name="Candidate_density__2080">
              <a:extLst>
                <a:ext uri="{FF2B5EF4-FFF2-40B4-BE49-F238E27FC236}">
                  <a16:creationId xmlns:a16="http://schemas.microsoft.com/office/drawing/2014/main" id="{9735A4D0-B5BC-0064-5049-CDB4A52983C1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1959884" cy="3657956"/>
            </a:xfrm>
            <a:custGeom>
              <a:avLst/>
              <a:gdLst/>
              <a:ahLst/>
              <a:cxnLst/>
              <a:rect l="0" t="0" r="0" b="0"/>
              <a:pathLst>
                <a:path w="1959884" h="3657956">
                  <a:moveTo>
                    <a:pt x="367804" y="3623869"/>
                  </a:moveTo>
                  <a:lnTo>
                    <a:pt x="409080" y="3657956"/>
                  </a:lnTo>
                  <a:lnTo>
                    <a:pt x="428153" y="3600951"/>
                  </a:lnTo>
                  <a:close/>
                  <a:moveTo>
                    <a:pt x="468431" y="3585432"/>
                  </a:moveTo>
                  <a:lnTo>
                    <a:pt x="428153" y="3600951"/>
                  </a:lnTo>
                  <a:lnTo>
                    <a:pt x="409080" y="3657956"/>
                  </a:lnTo>
                  <a:close/>
                  <a:moveTo>
                    <a:pt x="369692" y="3338787"/>
                  </a:moveTo>
                  <a:lnTo>
                    <a:pt x="353398" y="3449771"/>
                  </a:lnTo>
                  <a:lnTo>
                    <a:pt x="392086" y="3379216"/>
                  </a:lnTo>
                  <a:close/>
                  <a:moveTo>
                    <a:pt x="492313" y="3503217"/>
                  </a:moveTo>
                  <a:lnTo>
                    <a:pt x="468431" y="3585432"/>
                  </a:lnTo>
                  <a:lnTo>
                    <a:pt x="560169" y="3554216"/>
                  </a:lnTo>
                  <a:close/>
                  <a:moveTo>
                    <a:pt x="532940" y="3382565"/>
                  </a:moveTo>
                  <a:lnTo>
                    <a:pt x="592628" y="3344129"/>
                  </a:lnTo>
                  <a:lnTo>
                    <a:pt x="522150" y="3371641"/>
                  </a:lnTo>
                  <a:close/>
                  <a:moveTo>
                    <a:pt x="592628" y="3344129"/>
                  </a:moveTo>
                  <a:lnTo>
                    <a:pt x="553091" y="3272125"/>
                  </a:lnTo>
                  <a:lnTo>
                    <a:pt x="522150" y="3371641"/>
                  </a:lnTo>
                  <a:close/>
                  <a:moveTo>
                    <a:pt x="505684" y="2897866"/>
                  </a:moveTo>
                  <a:lnTo>
                    <a:pt x="539358" y="2976832"/>
                  </a:lnTo>
                  <a:lnTo>
                    <a:pt x="521219" y="2937759"/>
                  </a:lnTo>
                  <a:close/>
                  <a:moveTo>
                    <a:pt x="506992" y="2894617"/>
                  </a:moveTo>
                  <a:lnTo>
                    <a:pt x="505684" y="2897866"/>
                  </a:lnTo>
                  <a:lnTo>
                    <a:pt x="521219" y="2937759"/>
                  </a:lnTo>
                  <a:close/>
                  <a:moveTo>
                    <a:pt x="507529" y="2886575"/>
                  </a:moveTo>
                  <a:lnTo>
                    <a:pt x="505684" y="2897866"/>
                  </a:lnTo>
                  <a:lnTo>
                    <a:pt x="506992" y="2894617"/>
                  </a:lnTo>
                  <a:close/>
                  <a:moveTo>
                    <a:pt x="539358" y="2976832"/>
                  </a:moveTo>
                  <a:lnTo>
                    <a:pt x="579622" y="3059047"/>
                  </a:lnTo>
                  <a:lnTo>
                    <a:pt x="646913" y="3020611"/>
                  </a:lnTo>
                  <a:close/>
                  <a:moveTo>
                    <a:pt x="506992" y="2894617"/>
                  </a:moveTo>
                  <a:lnTo>
                    <a:pt x="521219" y="2937759"/>
                  </a:lnTo>
                  <a:lnTo>
                    <a:pt x="534893" y="2874119"/>
                  </a:lnTo>
                  <a:close/>
                  <a:moveTo>
                    <a:pt x="507529" y="2886575"/>
                  </a:moveTo>
                  <a:lnTo>
                    <a:pt x="506992" y="2894617"/>
                  </a:lnTo>
                  <a:lnTo>
                    <a:pt x="534893" y="2874119"/>
                  </a:lnTo>
                  <a:close/>
                  <a:moveTo>
                    <a:pt x="283798" y="2392194"/>
                  </a:moveTo>
                  <a:lnTo>
                    <a:pt x="230636" y="2408632"/>
                  </a:lnTo>
                  <a:lnTo>
                    <a:pt x="222795" y="2442772"/>
                  </a:lnTo>
                  <a:close/>
                  <a:moveTo>
                    <a:pt x="659212" y="2833642"/>
                  </a:moveTo>
                  <a:lnTo>
                    <a:pt x="748610" y="2821556"/>
                  </a:lnTo>
                  <a:lnTo>
                    <a:pt x="711370" y="2751739"/>
                  </a:lnTo>
                  <a:close/>
                  <a:moveTo>
                    <a:pt x="748610" y="2821556"/>
                  </a:moveTo>
                  <a:lnTo>
                    <a:pt x="825339" y="2819768"/>
                  </a:lnTo>
                  <a:lnTo>
                    <a:pt x="711370" y="2751739"/>
                  </a:lnTo>
                  <a:close/>
                  <a:moveTo>
                    <a:pt x="33718" y="1913378"/>
                  </a:moveTo>
                  <a:lnTo>
                    <a:pt x="0" y="1951814"/>
                  </a:lnTo>
                  <a:lnTo>
                    <a:pt x="47863" y="1995593"/>
                  </a:lnTo>
                  <a:close/>
                  <a:moveTo>
                    <a:pt x="33718" y="1913378"/>
                  </a:moveTo>
                  <a:lnTo>
                    <a:pt x="27174" y="1831163"/>
                  </a:lnTo>
                  <a:lnTo>
                    <a:pt x="0" y="1951814"/>
                  </a:lnTo>
                  <a:close/>
                  <a:moveTo>
                    <a:pt x="346637" y="2242238"/>
                  </a:moveTo>
                  <a:lnTo>
                    <a:pt x="423409" y="2205113"/>
                  </a:lnTo>
                  <a:lnTo>
                    <a:pt x="422175" y="2204519"/>
                  </a:lnTo>
                  <a:close/>
                  <a:moveTo>
                    <a:pt x="331315" y="2160023"/>
                  </a:moveTo>
                  <a:lnTo>
                    <a:pt x="422175" y="2204519"/>
                  </a:lnTo>
                  <a:lnTo>
                    <a:pt x="397787" y="2124254"/>
                  </a:lnTo>
                  <a:close/>
                  <a:moveTo>
                    <a:pt x="424526" y="2203802"/>
                  </a:moveTo>
                  <a:lnTo>
                    <a:pt x="402080" y="2121587"/>
                  </a:lnTo>
                  <a:lnTo>
                    <a:pt x="422175" y="2204519"/>
                  </a:lnTo>
                  <a:close/>
                  <a:moveTo>
                    <a:pt x="402080" y="2121587"/>
                  </a:moveTo>
                  <a:lnTo>
                    <a:pt x="397787" y="2124254"/>
                  </a:lnTo>
                  <a:lnTo>
                    <a:pt x="422175" y="2204519"/>
                  </a:lnTo>
                  <a:close/>
                  <a:moveTo>
                    <a:pt x="422175" y="2204519"/>
                  </a:moveTo>
                  <a:lnTo>
                    <a:pt x="423409" y="2205113"/>
                  </a:lnTo>
                  <a:lnTo>
                    <a:pt x="424526" y="2203802"/>
                  </a:lnTo>
                  <a:close/>
                  <a:moveTo>
                    <a:pt x="345069" y="2127413"/>
                  </a:moveTo>
                  <a:lnTo>
                    <a:pt x="397787" y="2124254"/>
                  </a:lnTo>
                  <a:lnTo>
                    <a:pt x="402080" y="2121587"/>
                  </a:lnTo>
                  <a:close/>
                  <a:moveTo>
                    <a:pt x="33718" y="1913378"/>
                  </a:moveTo>
                  <a:lnTo>
                    <a:pt x="47863" y="1995593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33718" y="1913378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83686" y="1874941"/>
                  </a:lnTo>
                  <a:lnTo>
                    <a:pt x="41335" y="1792726"/>
                  </a:lnTo>
                  <a:close/>
                  <a:moveTo>
                    <a:pt x="70525" y="1721712"/>
                  </a:moveTo>
                  <a:lnTo>
                    <a:pt x="27174" y="1831163"/>
                  </a:lnTo>
                  <a:lnTo>
                    <a:pt x="41335" y="1792726"/>
                  </a:lnTo>
                  <a:close/>
                  <a:moveTo>
                    <a:pt x="1020064" y="2861522"/>
                  </a:moveTo>
                  <a:lnTo>
                    <a:pt x="1001339" y="2943738"/>
                  </a:lnTo>
                  <a:lnTo>
                    <a:pt x="1091430" y="2905301"/>
                  </a:lnTo>
                  <a:close/>
                  <a:moveTo>
                    <a:pt x="1020064" y="2861522"/>
                  </a:moveTo>
                  <a:lnTo>
                    <a:pt x="1091430" y="2905301"/>
                  </a:lnTo>
                  <a:lnTo>
                    <a:pt x="1073508" y="2823086"/>
                  </a:lnTo>
                  <a:close/>
                  <a:moveTo>
                    <a:pt x="1076349" y="2759201"/>
                  </a:moveTo>
                  <a:lnTo>
                    <a:pt x="1020064" y="2861522"/>
                  </a:lnTo>
                  <a:lnTo>
                    <a:pt x="1073508" y="2823086"/>
                  </a:lnTo>
                  <a:close/>
                  <a:moveTo>
                    <a:pt x="724150" y="2368232"/>
                  </a:moveTo>
                  <a:lnTo>
                    <a:pt x="745713" y="2423542"/>
                  </a:lnTo>
                  <a:lnTo>
                    <a:pt x="805872" y="2412011"/>
                  </a:lnTo>
                  <a:close/>
                  <a:moveTo>
                    <a:pt x="418972" y="2286017"/>
                  </a:moveTo>
                  <a:lnTo>
                    <a:pt x="423372" y="2203546"/>
                  </a:lnTo>
                  <a:lnTo>
                    <a:pt x="423409" y="2205113"/>
                  </a:lnTo>
                  <a:close/>
                  <a:moveTo>
                    <a:pt x="169363" y="1688315"/>
                  </a:moveTo>
                  <a:lnTo>
                    <a:pt x="98898" y="1710511"/>
                  </a:lnTo>
                  <a:lnTo>
                    <a:pt x="192134" y="1682527"/>
                  </a:lnTo>
                  <a:close/>
                  <a:moveTo>
                    <a:pt x="192134" y="1682527"/>
                  </a:moveTo>
                  <a:lnTo>
                    <a:pt x="98898" y="1710511"/>
                  </a:lnTo>
                  <a:lnTo>
                    <a:pt x="70525" y="1721712"/>
                  </a:lnTo>
                  <a:close/>
                  <a:moveTo>
                    <a:pt x="1258036" y="2710362"/>
                  </a:moveTo>
                  <a:lnTo>
                    <a:pt x="1239198" y="2784649"/>
                  </a:lnTo>
                  <a:lnTo>
                    <a:pt x="1249737" y="2702435"/>
                  </a:lnTo>
                  <a:close/>
                  <a:moveTo>
                    <a:pt x="414450" y="1810432"/>
                  </a:moveTo>
                  <a:lnTo>
                    <a:pt x="350666" y="1715854"/>
                  </a:lnTo>
                  <a:lnTo>
                    <a:pt x="327831" y="1720167"/>
                  </a:lnTo>
                  <a:close/>
                  <a:moveTo>
                    <a:pt x="327831" y="1720167"/>
                  </a:moveTo>
                  <a:lnTo>
                    <a:pt x="337549" y="1732349"/>
                  </a:lnTo>
                  <a:lnTo>
                    <a:pt x="414450" y="1810432"/>
                  </a:lnTo>
                  <a:close/>
                  <a:moveTo>
                    <a:pt x="246994" y="1725294"/>
                  </a:moveTo>
                  <a:lnTo>
                    <a:pt x="265214" y="1677103"/>
                  </a:lnTo>
                  <a:lnTo>
                    <a:pt x="192134" y="1682527"/>
                  </a:lnTo>
                  <a:close/>
                  <a:moveTo>
                    <a:pt x="279944" y="1672075"/>
                  </a:moveTo>
                  <a:lnTo>
                    <a:pt x="265214" y="1677103"/>
                  </a:lnTo>
                  <a:lnTo>
                    <a:pt x="388109" y="1642728"/>
                  </a:lnTo>
                  <a:close/>
                  <a:moveTo>
                    <a:pt x="1249737" y="2702435"/>
                  </a:moveTo>
                  <a:lnTo>
                    <a:pt x="1239198" y="2784649"/>
                  </a:lnTo>
                  <a:lnTo>
                    <a:pt x="1310949" y="2746213"/>
                  </a:lnTo>
                  <a:close/>
                  <a:moveTo>
                    <a:pt x="1249737" y="2702435"/>
                  </a:moveTo>
                  <a:lnTo>
                    <a:pt x="1310949" y="2746213"/>
                  </a:lnTo>
                  <a:lnTo>
                    <a:pt x="1263340" y="2663998"/>
                  </a:lnTo>
                  <a:close/>
                  <a:moveTo>
                    <a:pt x="350666" y="1715854"/>
                  </a:moveTo>
                  <a:lnTo>
                    <a:pt x="421098" y="1766069"/>
                  </a:lnTo>
                  <a:lnTo>
                    <a:pt x="426872" y="1700241"/>
                  </a:lnTo>
                  <a:close/>
                  <a:moveTo>
                    <a:pt x="507004" y="1695687"/>
                  </a:moveTo>
                  <a:lnTo>
                    <a:pt x="426872" y="1700241"/>
                  </a:lnTo>
                  <a:lnTo>
                    <a:pt x="504889" y="1797498"/>
                  </a:lnTo>
                  <a:close/>
                  <a:moveTo>
                    <a:pt x="507004" y="1695687"/>
                  </a:moveTo>
                  <a:lnTo>
                    <a:pt x="493069" y="1606923"/>
                  </a:lnTo>
                  <a:lnTo>
                    <a:pt x="426872" y="1700241"/>
                  </a:lnTo>
                  <a:close/>
                  <a:moveTo>
                    <a:pt x="1203286" y="2581783"/>
                  </a:moveTo>
                  <a:lnTo>
                    <a:pt x="1177003" y="2499568"/>
                  </a:lnTo>
                  <a:lnTo>
                    <a:pt x="1174213" y="2517732"/>
                  </a:lnTo>
                  <a:close/>
                  <a:moveTo>
                    <a:pt x="1189897" y="2474672"/>
                  </a:moveTo>
                  <a:lnTo>
                    <a:pt x="1174213" y="2517732"/>
                  </a:lnTo>
                  <a:lnTo>
                    <a:pt x="1177003" y="2499568"/>
                  </a:lnTo>
                  <a:close/>
                  <a:moveTo>
                    <a:pt x="672822" y="1924062"/>
                  </a:moveTo>
                  <a:lnTo>
                    <a:pt x="700670" y="1841847"/>
                  </a:lnTo>
                  <a:lnTo>
                    <a:pt x="691680" y="1866917"/>
                  </a:lnTo>
                  <a:close/>
                  <a:moveTo>
                    <a:pt x="707581" y="1786006"/>
                  </a:moveTo>
                  <a:lnTo>
                    <a:pt x="691680" y="1866917"/>
                  </a:lnTo>
                  <a:lnTo>
                    <a:pt x="700670" y="1841847"/>
                  </a:lnTo>
                  <a:close/>
                  <a:moveTo>
                    <a:pt x="1237139" y="2436104"/>
                  </a:moveTo>
                  <a:lnTo>
                    <a:pt x="1189897" y="2474672"/>
                  </a:lnTo>
                  <a:lnTo>
                    <a:pt x="1177003" y="2499568"/>
                  </a:lnTo>
                  <a:close/>
                  <a:moveTo>
                    <a:pt x="1303963" y="2407286"/>
                  </a:moveTo>
                  <a:lnTo>
                    <a:pt x="1189897" y="2474672"/>
                  </a:lnTo>
                  <a:lnTo>
                    <a:pt x="1237139" y="2436104"/>
                  </a:lnTo>
                  <a:close/>
                  <a:moveTo>
                    <a:pt x="672822" y="1924062"/>
                  </a:moveTo>
                  <a:lnTo>
                    <a:pt x="766858" y="1803410"/>
                  </a:lnTo>
                  <a:lnTo>
                    <a:pt x="700670" y="1841847"/>
                  </a:lnTo>
                  <a:close/>
                  <a:moveTo>
                    <a:pt x="766858" y="1803410"/>
                  </a:moveTo>
                  <a:lnTo>
                    <a:pt x="707581" y="1786006"/>
                  </a:lnTo>
                  <a:lnTo>
                    <a:pt x="700670" y="1841847"/>
                  </a:lnTo>
                  <a:close/>
                  <a:moveTo>
                    <a:pt x="617707" y="1638981"/>
                  </a:moveTo>
                  <a:lnTo>
                    <a:pt x="642857" y="1607470"/>
                  </a:lnTo>
                  <a:lnTo>
                    <a:pt x="529233" y="1595201"/>
                  </a:lnTo>
                  <a:close/>
                  <a:moveTo>
                    <a:pt x="567780" y="1677417"/>
                  </a:moveTo>
                  <a:lnTo>
                    <a:pt x="617707" y="1638981"/>
                  </a:lnTo>
                  <a:lnTo>
                    <a:pt x="529233" y="1595201"/>
                  </a:lnTo>
                  <a:close/>
                  <a:moveTo>
                    <a:pt x="607731" y="1574296"/>
                  </a:moveTo>
                  <a:lnTo>
                    <a:pt x="642857" y="1607470"/>
                  </a:lnTo>
                  <a:lnTo>
                    <a:pt x="712390" y="1588783"/>
                  </a:lnTo>
                  <a:close/>
                  <a:moveTo>
                    <a:pt x="455207" y="1512987"/>
                  </a:moveTo>
                  <a:lnTo>
                    <a:pt x="496401" y="1553754"/>
                  </a:lnTo>
                  <a:lnTo>
                    <a:pt x="507230" y="1495318"/>
                  </a:lnTo>
                  <a:close/>
                  <a:moveTo>
                    <a:pt x="477665" y="1483703"/>
                  </a:moveTo>
                  <a:lnTo>
                    <a:pt x="455207" y="1512987"/>
                  </a:lnTo>
                  <a:lnTo>
                    <a:pt x="507230" y="1495318"/>
                  </a:lnTo>
                  <a:close/>
                  <a:moveTo>
                    <a:pt x="1757603" y="2773538"/>
                  </a:moveTo>
                  <a:lnTo>
                    <a:pt x="1845786" y="2713119"/>
                  </a:lnTo>
                  <a:lnTo>
                    <a:pt x="1759602" y="2745149"/>
                  </a:lnTo>
                  <a:close/>
                  <a:moveTo>
                    <a:pt x="1747832" y="2737006"/>
                  </a:moveTo>
                  <a:lnTo>
                    <a:pt x="1759602" y="2745149"/>
                  </a:lnTo>
                  <a:lnTo>
                    <a:pt x="1845786" y="2713119"/>
                  </a:lnTo>
                  <a:close/>
                  <a:moveTo>
                    <a:pt x="1668486" y="2384258"/>
                  </a:moveTo>
                  <a:lnTo>
                    <a:pt x="1701631" y="2349069"/>
                  </a:lnTo>
                  <a:lnTo>
                    <a:pt x="1595200" y="2422695"/>
                  </a:lnTo>
                  <a:close/>
                  <a:moveTo>
                    <a:pt x="1430404" y="2258265"/>
                  </a:moveTo>
                  <a:lnTo>
                    <a:pt x="1485481" y="2313436"/>
                  </a:lnTo>
                  <a:lnTo>
                    <a:pt x="1514298" y="2222841"/>
                  </a:lnTo>
                  <a:close/>
                  <a:moveTo>
                    <a:pt x="948864" y="1700403"/>
                  </a:moveTo>
                  <a:lnTo>
                    <a:pt x="919477" y="1742313"/>
                  </a:lnTo>
                  <a:lnTo>
                    <a:pt x="981956" y="1644323"/>
                  </a:lnTo>
                  <a:close/>
                  <a:moveTo>
                    <a:pt x="948864" y="1700403"/>
                  </a:moveTo>
                  <a:lnTo>
                    <a:pt x="981956" y="1644323"/>
                  </a:lnTo>
                  <a:lnTo>
                    <a:pt x="958930" y="1670739"/>
                  </a:lnTo>
                  <a:close/>
                  <a:moveTo>
                    <a:pt x="947227" y="1682759"/>
                  </a:moveTo>
                  <a:lnTo>
                    <a:pt x="948864" y="1700403"/>
                  </a:lnTo>
                  <a:lnTo>
                    <a:pt x="958930" y="1670739"/>
                  </a:lnTo>
                  <a:close/>
                  <a:moveTo>
                    <a:pt x="988659" y="1633985"/>
                  </a:moveTo>
                  <a:lnTo>
                    <a:pt x="947227" y="1682759"/>
                  </a:lnTo>
                  <a:lnTo>
                    <a:pt x="958930" y="1670739"/>
                  </a:lnTo>
                  <a:close/>
                  <a:moveTo>
                    <a:pt x="1001015" y="1616728"/>
                  </a:moveTo>
                  <a:lnTo>
                    <a:pt x="947227" y="1682759"/>
                  </a:lnTo>
                  <a:lnTo>
                    <a:pt x="988659" y="1633985"/>
                  </a:lnTo>
                  <a:close/>
                  <a:moveTo>
                    <a:pt x="1049994" y="1584650"/>
                  </a:moveTo>
                  <a:lnTo>
                    <a:pt x="1001015" y="1616728"/>
                  </a:lnTo>
                  <a:lnTo>
                    <a:pt x="988659" y="1633985"/>
                  </a:lnTo>
                  <a:close/>
                  <a:moveTo>
                    <a:pt x="289997" y="750003"/>
                  </a:moveTo>
                  <a:lnTo>
                    <a:pt x="211027" y="657742"/>
                  </a:lnTo>
                  <a:lnTo>
                    <a:pt x="204398" y="658909"/>
                  </a:lnTo>
                  <a:close/>
                  <a:moveTo>
                    <a:pt x="142372" y="635667"/>
                  </a:moveTo>
                  <a:lnTo>
                    <a:pt x="89765" y="696178"/>
                  </a:lnTo>
                  <a:lnTo>
                    <a:pt x="204398" y="658909"/>
                  </a:lnTo>
                  <a:close/>
                  <a:moveTo>
                    <a:pt x="211027" y="657742"/>
                  </a:moveTo>
                  <a:lnTo>
                    <a:pt x="142372" y="635667"/>
                  </a:lnTo>
                  <a:lnTo>
                    <a:pt x="204398" y="658909"/>
                  </a:lnTo>
                  <a:close/>
                  <a:moveTo>
                    <a:pt x="1553899" y="2099177"/>
                  </a:moveTo>
                  <a:lnTo>
                    <a:pt x="1528611" y="2111112"/>
                  </a:lnTo>
                  <a:lnTo>
                    <a:pt x="1530688" y="2219829"/>
                  </a:lnTo>
                  <a:close/>
                  <a:moveTo>
                    <a:pt x="1591641" y="2016962"/>
                  </a:moveTo>
                  <a:lnTo>
                    <a:pt x="1528611" y="2111112"/>
                  </a:lnTo>
                  <a:lnTo>
                    <a:pt x="1553899" y="2099177"/>
                  </a:lnTo>
                  <a:close/>
                  <a:moveTo>
                    <a:pt x="1049994" y="1584650"/>
                  </a:moveTo>
                  <a:lnTo>
                    <a:pt x="1061916" y="1523671"/>
                  </a:lnTo>
                  <a:lnTo>
                    <a:pt x="1061742" y="1547655"/>
                  </a:lnTo>
                  <a:close/>
                  <a:moveTo>
                    <a:pt x="1064627" y="1562107"/>
                  </a:moveTo>
                  <a:lnTo>
                    <a:pt x="1049994" y="1584650"/>
                  </a:lnTo>
                  <a:lnTo>
                    <a:pt x="1061742" y="1547655"/>
                  </a:lnTo>
                  <a:close/>
                  <a:moveTo>
                    <a:pt x="1082210" y="1489896"/>
                  </a:moveTo>
                  <a:lnTo>
                    <a:pt x="1064627" y="1562107"/>
                  </a:lnTo>
                  <a:lnTo>
                    <a:pt x="1061742" y="1547655"/>
                  </a:lnTo>
                  <a:close/>
                  <a:moveTo>
                    <a:pt x="302980" y="639357"/>
                  </a:moveTo>
                  <a:lnTo>
                    <a:pt x="211027" y="657742"/>
                  </a:lnTo>
                  <a:lnTo>
                    <a:pt x="288789" y="689236"/>
                  </a:lnTo>
                  <a:close/>
                  <a:moveTo>
                    <a:pt x="268705" y="614142"/>
                  </a:moveTo>
                  <a:lnTo>
                    <a:pt x="211027" y="657742"/>
                  </a:lnTo>
                  <a:lnTo>
                    <a:pt x="302980" y="639357"/>
                  </a:lnTo>
                  <a:close/>
                  <a:moveTo>
                    <a:pt x="288789" y="689236"/>
                  </a:moveTo>
                  <a:lnTo>
                    <a:pt x="359652" y="619305"/>
                  </a:lnTo>
                  <a:lnTo>
                    <a:pt x="302980" y="639357"/>
                  </a:lnTo>
                  <a:close/>
                  <a:moveTo>
                    <a:pt x="289288" y="575526"/>
                  </a:moveTo>
                  <a:lnTo>
                    <a:pt x="302980" y="639357"/>
                  </a:lnTo>
                  <a:lnTo>
                    <a:pt x="359652" y="619305"/>
                  </a:lnTo>
                  <a:close/>
                  <a:moveTo>
                    <a:pt x="289288" y="575526"/>
                  </a:moveTo>
                  <a:lnTo>
                    <a:pt x="359652" y="619305"/>
                  </a:lnTo>
                  <a:lnTo>
                    <a:pt x="366244" y="537090"/>
                  </a:lnTo>
                  <a:close/>
                  <a:moveTo>
                    <a:pt x="1082210" y="1489896"/>
                  </a:moveTo>
                  <a:lnTo>
                    <a:pt x="1061742" y="1547655"/>
                  </a:lnTo>
                  <a:lnTo>
                    <a:pt x="1061916" y="1523671"/>
                  </a:lnTo>
                  <a:close/>
                  <a:moveTo>
                    <a:pt x="1553899" y="2099177"/>
                  </a:moveTo>
                  <a:lnTo>
                    <a:pt x="1549723" y="2123219"/>
                  </a:lnTo>
                  <a:lnTo>
                    <a:pt x="1551881" y="2092194"/>
                  </a:lnTo>
                  <a:close/>
                  <a:moveTo>
                    <a:pt x="1758418" y="2142956"/>
                  </a:moveTo>
                  <a:lnTo>
                    <a:pt x="1767097" y="2163431"/>
                  </a:lnTo>
                  <a:lnTo>
                    <a:pt x="1760142" y="2244250"/>
                  </a:lnTo>
                  <a:close/>
                  <a:moveTo>
                    <a:pt x="1765040" y="2142956"/>
                  </a:moveTo>
                  <a:lnTo>
                    <a:pt x="1760142" y="2244250"/>
                  </a:lnTo>
                  <a:lnTo>
                    <a:pt x="1767097" y="2163431"/>
                  </a:lnTo>
                  <a:close/>
                  <a:moveTo>
                    <a:pt x="1553899" y="2099177"/>
                  </a:moveTo>
                  <a:lnTo>
                    <a:pt x="1551881" y="2092194"/>
                  </a:lnTo>
                  <a:lnTo>
                    <a:pt x="1591641" y="2016962"/>
                  </a:lnTo>
                  <a:close/>
                  <a:moveTo>
                    <a:pt x="1591641" y="2016962"/>
                  </a:moveTo>
                  <a:lnTo>
                    <a:pt x="1551881" y="2092194"/>
                  </a:lnTo>
                  <a:lnTo>
                    <a:pt x="1655401" y="2024475"/>
                  </a:lnTo>
                  <a:close/>
                  <a:moveTo>
                    <a:pt x="1655401" y="2024475"/>
                  </a:moveTo>
                  <a:lnTo>
                    <a:pt x="1599622" y="2013881"/>
                  </a:lnTo>
                  <a:lnTo>
                    <a:pt x="1591641" y="2016962"/>
                  </a:lnTo>
                  <a:close/>
                  <a:moveTo>
                    <a:pt x="1082210" y="1489896"/>
                  </a:moveTo>
                  <a:lnTo>
                    <a:pt x="1133806" y="1489068"/>
                  </a:lnTo>
                  <a:lnTo>
                    <a:pt x="1146868" y="1452985"/>
                  </a:lnTo>
                  <a:close/>
                  <a:moveTo>
                    <a:pt x="1146868" y="1452985"/>
                  </a:moveTo>
                  <a:lnTo>
                    <a:pt x="1133806" y="1489068"/>
                  </a:lnTo>
                  <a:lnTo>
                    <a:pt x="1179769" y="1403019"/>
                  </a:lnTo>
                  <a:close/>
                  <a:moveTo>
                    <a:pt x="791922" y="1025329"/>
                  </a:moveTo>
                  <a:lnTo>
                    <a:pt x="747482" y="1074379"/>
                  </a:lnTo>
                  <a:lnTo>
                    <a:pt x="731595" y="1112595"/>
                  </a:lnTo>
                  <a:close/>
                  <a:moveTo>
                    <a:pt x="359652" y="619305"/>
                  </a:moveTo>
                  <a:lnTo>
                    <a:pt x="383691" y="498653"/>
                  </a:lnTo>
                  <a:lnTo>
                    <a:pt x="366244" y="537090"/>
                  </a:lnTo>
                  <a:close/>
                  <a:moveTo>
                    <a:pt x="417562" y="461635"/>
                  </a:moveTo>
                  <a:lnTo>
                    <a:pt x="366244" y="537090"/>
                  </a:lnTo>
                  <a:lnTo>
                    <a:pt x="383691" y="498653"/>
                  </a:lnTo>
                  <a:close/>
                  <a:moveTo>
                    <a:pt x="417562" y="461635"/>
                  </a:moveTo>
                  <a:lnTo>
                    <a:pt x="376476" y="523224"/>
                  </a:lnTo>
                  <a:lnTo>
                    <a:pt x="366244" y="537090"/>
                  </a:lnTo>
                  <a:close/>
                  <a:moveTo>
                    <a:pt x="1187103" y="1388216"/>
                  </a:moveTo>
                  <a:lnTo>
                    <a:pt x="1167382" y="1422272"/>
                  </a:lnTo>
                  <a:lnTo>
                    <a:pt x="1179769" y="1403019"/>
                  </a:lnTo>
                  <a:close/>
                  <a:moveTo>
                    <a:pt x="1876283" y="2110329"/>
                  </a:moveTo>
                  <a:lnTo>
                    <a:pt x="1765040" y="2142956"/>
                  </a:lnTo>
                  <a:lnTo>
                    <a:pt x="1888495" y="2123455"/>
                  </a:lnTo>
                  <a:close/>
                  <a:moveTo>
                    <a:pt x="1765040" y="2142956"/>
                  </a:moveTo>
                  <a:lnTo>
                    <a:pt x="1767097" y="2163431"/>
                  </a:lnTo>
                  <a:lnTo>
                    <a:pt x="1888495" y="2123455"/>
                  </a:lnTo>
                  <a:close/>
                  <a:moveTo>
                    <a:pt x="1821616" y="2088610"/>
                  </a:moveTo>
                  <a:lnTo>
                    <a:pt x="1765040" y="2142956"/>
                  </a:lnTo>
                  <a:lnTo>
                    <a:pt x="1876283" y="2110329"/>
                  </a:lnTo>
                  <a:close/>
                  <a:moveTo>
                    <a:pt x="1876283" y="2110329"/>
                  </a:moveTo>
                  <a:lnTo>
                    <a:pt x="1895882" y="2087621"/>
                  </a:lnTo>
                  <a:lnTo>
                    <a:pt x="1821616" y="2088610"/>
                  </a:lnTo>
                  <a:close/>
                  <a:moveTo>
                    <a:pt x="1876283" y="2110329"/>
                  </a:moveTo>
                  <a:lnTo>
                    <a:pt x="1955859" y="2106227"/>
                  </a:lnTo>
                  <a:lnTo>
                    <a:pt x="1895882" y="2087621"/>
                  </a:lnTo>
                  <a:close/>
                  <a:moveTo>
                    <a:pt x="1955859" y="2106227"/>
                  </a:moveTo>
                  <a:lnTo>
                    <a:pt x="1876283" y="2110329"/>
                  </a:lnTo>
                  <a:lnTo>
                    <a:pt x="1959884" y="2111711"/>
                  </a:lnTo>
                  <a:close/>
                  <a:moveTo>
                    <a:pt x="1876283" y="2110329"/>
                  </a:moveTo>
                  <a:lnTo>
                    <a:pt x="1888495" y="2123455"/>
                  </a:lnTo>
                  <a:lnTo>
                    <a:pt x="1959884" y="2111711"/>
                  </a:lnTo>
                  <a:close/>
                  <a:moveTo>
                    <a:pt x="1637043" y="1783274"/>
                  </a:moveTo>
                  <a:lnTo>
                    <a:pt x="1614651" y="1872118"/>
                  </a:lnTo>
                  <a:lnTo>
                    <a:pt x="1665671" y="1775658"/>
                  </a:lnTo>
                  <a:close/>
                  <a:moveTo>
                    <a:pt x="1665671" y="1775658"/>
                  </a:moveTo>
                  <a:lnTo>
                    <a:pt x="1643900" y="1896310"/>
                  </a:lnTo>
                  <a:lnTo>
                    <a:pt x="1672090" y="1857873"/>
                  </a:lnTo>
                  <a:close/>
                  <a:moveTo>
                    <a:pt x="1637043" y="1783274"/>
                  </a:moveTo>
                  <a:lnTo>
                    <a:pt x="1642911" y="1762575"/>
                  </a:lnTo>
                  <a:lnTo>
                    <a:pt x="1562337" y="1739976"/>
                  </a:lnTo>
                  <a:close/>
                  <a:moveTo>
                    <a:pt x="954848" y="873320"/>
                  </a:moveTo>
                  <a:lnTo>
                    <a:pt x="852993" y="895534"/>
                  </a:lnTo>
                  <a:lnTo>
                    <a:pt x="958273" y="874769"/>
                  </a:lnTo>
                  <a:close/>
                  <a:moveTo>
                    <a:pt x="548671" y="460706"/>
                  </a:moveTo>
                  <a:lnTo>
                    <a:pt x="549511" y="461108"/>
                  </a:lnTo>
                  <a:lnTo>
                    <a:pt x="624365" y="462317"/>
                  </a:lnTo>
                  <a:close/>
                  <a:moveTo>
                    <a:pt x="549511" y="461108"/>
                  </a:moveTo>
                  <a:lnTo>
                    <a:pt x="548671" y="460706"/>
                  </a:lnTo>
                  <a:lnTo>
                    <a:pt x="544247" y="460217"/>
                  </a:lnTo>
                  <a:close/>
                  <a:moveTo>
                    <a:pt x="1665671" y="1775658"/>
                  </a:moveTo>
                  <a:lnTo>
                    <a:pt x="1779337" y="1778787"/>
                  </a:lnTo>
                  <a:lnTo>
                    <a:pt x="1736556" y="1762964"/>
                  </a:lnTo>
                  <a:close/>
                  <a:moveTo>
                    <a:pt x="1736556" y="1762964"/>
                  </a:moveTo>
                  <a:lnTo>
                    <a:pt x="1707076" y="1723818"/>
                  </a:lnTo>
                  <a:lnTo>
                    <a:pt x="1665671" y="1775658"/>
                  </a:lnTo>
                  <a:close/>
                  <a:moveTo>
                    <a:pt x="1736556" y="1762964"/>
                  </a:moveTo>
                  <a:lnTo>
                    <a:pt x="1779337" y="1778787"/>
                  </a:lnTo>
                  <a:lnTo>
                    <a:pt x="1853170" y="1776180"/>
                  </a:lnTo>
                  <a:close/>
                  <a:moveTo>
                    <a:pt x="1007613" y="844043"/>
                  </a:moveTo>
                  <a:lnTo>
                    <a:pt x="958273" y="874769"/>
                  </a:lnTo>
                  <a:lnTo>
                    <a:pt x="889299" y="895546"/>
                  </a:lnTo>
                  <a:close/>
                  <a:moveTo>
                    <a:pt x="671150" y="422038"/>
                  </a:moveTo>
                  <a:lnTo>
                    <a:pt x="624365" y="462317"/>
                  </a:lnTo>
                  <a:lnTo>
                    <a:pt x="549511" y="461108"/>
                  </a:lnTo>
                  <a:close/>
                  <a:moveTo>
                    <a:pt x="1523969" y="1166121"/>
                  </a:moveTo>
                  <a:lnTo>
                    <a:pt x="1484557" y="1205495"/>
                  </a:lnTo>
                  <a:lnTo>
                    <a:pt x="1563358" y="1182034"/>
                  </a:lnTo>
                  <a:close/>
                  <a:moveTo>
                    <a:pt x="1491698" y="839923"/>
                  </a:moveTo>
                  <a:lnTo>
                    <a:pt x="1490390" y="825372"/>
                  </a:lnTo>
                  <a:lnTo>
                    <a:pt x="1410357" y="804801"/>
                  </a:lnTo>
                  <a:close/>
                  <a:moveTo>
                    <a:pt x="1490390" y="825372"/>
                  </a:moveTo>
                  <a:lnTo>
                    <a:pt x="1491698" y="839923"/>
                  </a:lnTo>
                  <a:lnTo>
                    <a:pt x="1516523" y="838198"/>
                  </a:lnTo>
                  <a:close/>
                  <a:moveTo>
                    <a:pt x="1489031" y="741999"/>
                  </a:moveTo>
                  <a:lnTo>
                    <a:pt x="1490390" y="825372"/>
                  </a:lnTo>
                  <a:lnTo>
                    <a:pt x="1555675" y="717547"/>
                  </a:lnTo>
                  <a:close/>
                  <a:moveTo>
                    <a:pt x="1490390" y="825372"/>
                  </a:moveTo>
                  <a:lnTo>
                    <a:pt x="1516523" y="838198"/>
                  </a:lnTo>
                  <a:lnTo>
                    <a:pt x="1555675" y="717547"/>
                  </a:lnTo>
                  <a:close/>
                  <a:moveTo>
                    <a:pt x="1489031" y="741999"/>
                  </a:moveTo>
                  <a:lnTo>
                    <a:pt x="1410357" y="804801"/>
                  </a:lnTo>
                  <a:lnTo>
                    <a:pt x="1490390" y="825372"/>
                  </a:lnTo>
                  <a:close/>
                  <a:moveTo>
                    <a:pt x="1505085" y="665111"/>
                  </a:moveTo>
                  <a:lnTo>
                    <a:pt x="1471410" y="635332"/>
                  </a:lnTo>
                  <a:lnTo>
                    <a:pt x="1489031" y="741999"/>
                  </a:lnTo>
                  <a:close/>
                  <a:moveTo>
                    <a:pt x="1489031" y="741999"/>
                  </a:moveTo>
                  <a:lnTo>
                    <a:pt x="1555675" y="717547"/>
                  </a:lnTo>
                  <a:lnTo>
                    <a:pt x="1505085" y="665111"/>
                  </a:lnTo>
                  <a:close/>
                  <a:moveTo>
                    <a:pt x="1072231" y="161375"/>
                  </a:moveTo>
                  <a:lnTo>
                    <a:pt x="1069455" y="142041"/>
                  </a:lnTo>
                  <a:lnTo>
                    <a:pt x="1035620" y="180477"/>
                  </a:lnTo>
                  <a:close/>
                  <a:moveTo>
                    <a:pt x="1518119" y="618260"/>
                  </a:moveTo>
                  <a:lnTo>
                    <a:pt x="1505085" y="665111"/>
                  </a:lnTo>
                  <a:lnTo>
                    <a:pt x="1561815" y="596895"/>
                  </a:lnTo>
                  <a:close/>
                  <a:moveTo>
                    <a:pt x="1505085" y="665111"/>
                  </a:moveTo>
                  <a:lnTo>
                    <a:pt x="1555675" y="717547"/>
                  </a:lnTo>
                  <a:lnTo>
                    <a:pt x="1561815" y="596895"/>
                  </a:lnTo>
                  <a:close/>
                  <a:moveTo>
                    <a:pt x="1561815" y="596895"/>
                  </a:moveTo>
                  <a:lnTo>
                    <a:pt x="1555675" y="717547"/>
                  </a:lnTo>
                  <a:lnTo>
                    <a:pt x="1637935" y="667958"/>
                  </a:lnTo>
                  <a:close/>
                  <a:moveTo>
                    <a:pt x="1637935" y="667958"/>
                  </a:moveTo>
                  <a:lnTo>
                    <a:pt x="1555675" y="717547"/>
                  </a:lnTo>
                  <a:lnTo>
                    <a:pt x="1628602" y="689123"/>
                  </a:lnTo>
                  <a:close/>
                  <a:moveTo>
                    <a:pt x="1471410" y="635332"/>
                  </a:moveTo>
                  <a:lnTo>
                    <a:pt x="1505085" y="665111"/>
                  </a:lnTo>
                  <a:lnTo>
                    <a:pt x="1518119" y="618260"/>
                  </a:lnTo>
                  <a:close/>
                  <a:moveTo>
                    <a:pt x="1518119" y="618260"/>
                  </a:moveTo>
                  <a:lnTo>
                    <a:pt x="1561815" y="596895"/>
                  </a:lnTo>
                  <a:lnTo>
                    <a:pt x="1536009" y="565531"/>
                  </a:lnTo>
                  <a:close/>
                  <a:moveTo>
                    <a:pt x="1352252" y="432465"/>
                  </a:moveTo>
                  <a:lnTo>
                    <a:pt x="1325936" y="353040"/>
                  </a:lnTo>
                  <a:lnTo>
                    <a:pt x="1340203" y="388686"/>
                  </a:lnTo>
                  <a:close/>
                  <a:moveTo>
                    <a:pt x="1325936" y="353040"/>
                  </a:moveTo>
                  <a:lnTo>
                    <a:pt x="1327610" y="343678"/>
                  </a:lnTo>
                  <a:lnTo>
                    <a:pt x="1340203" y="388686"/>
                  </a:lnTo>
                  <a:close/>
                  <a:moveTo>
                    <a:pt x="1340203" y="388686"/>
                  </a:moveTo>
                  <a:lnTo>
                    <a:pt x="1327610" y="343678"/>
                  </a:lnTo>
                  <a:lnTo>
                    <a:pt x="1337251" y="268035"/>
                  </a:lnTo>
                  <a:close/>
                  <a:moveTo>
                    <a:pt x="1337251" y="268035"/>
                  </a:moveTo>
                  <a:lnTo>
                    <a:pt x="1272236" y="296605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275476" y="193879"/>
                  </a:lnTo>
                  <a:lnTo>
                    <a:pt x="1272236" y="296605"/>
                  </a:lnTo>
                  <a:close/>
                  <a:moveTo>
                    <a:pt x="1069455" y="142041"/>
                  </a:moveTo>
                  <a:lnTo>
                    <a:pt x="1072231" y="161375"/>
                  </a:lnTo>
                  <a:lnTo>
                    <a:pt x="1171623" y="217718"/>
                  </a:lnTo>
                  <a:close/>
                  <a:moveTo>
                    <a:pt x="1137175" y="103604"/>
                  </a:moveTo>
                  <a:lnTo>
                    <a:pt x="1069455" y="142041"/>
                  </a:lnTo>
                  <a:lnTo>
                    <a:pt x="1171623" y="217718"/>
                  </a:lnTo>
                  <a:close/>
                  <a:moveTo>
                    <a:pt x="1637935" y="667958"/>
                  </a:moveTo>
                  <a:lnTo>
                    <a:pt x="1661429" y="679110"/>
                  </a:lnTo>
                  <a:lnTo>
                    <a:pt x="1658461" y="664848"/>
                  </a:lnTo>
                  <a:close/>
                  <a:moveTo>
                    <a:pt x="1561815" y="596895"/>
                  </a:moveTo>
                  <a:lnTo>
                    <a:pt x="1637935" y="667958"/>
                  </a:lnTo>
                  <a:lnTo>
                    <a:pt x="1668074" y="640674"/>
                  </a:lnTo>
                  <a:close/>
                  <a:moveTo>
                    <a:pt x="1561815" y="596895"/>
                  </a:moveTo>
                  <a:lnTo>
                    <a:pt x="1660825" y="558459"/>
                  </a:lnTo>
                  <a:lnTo>
                    <a:pt x="1623887" y="492771"/>
                  </a:lnTo>
                  <a:close/>
                  <a:moveTo>
                    <a:pt x="1623887" y="492771"/>
                  </a:moveTo>
                  <a:lnTo>
                    <a:pt x="1661766" y="541856"/>
                  </a:lnTo>
                  <a:lnTo>
                    <a:pt x="1721298" y="485780"/>
                  </a:lnTo>
                  <a:close/>
                  <a:moveTo>
                    <a:pt x="1366720" y="229598"/>
                  </a:moveTo>
                  <a:lnTo>
                    <a:pt x="1336329" y="185819"/>
                  </a:lnTo>
                  <a:lnTo>
                    <a:pt x="1337251" y="268035"/>
                  </a:lnTo>
                  <a:close/>
                  <a:moveTo>
                    <a:pt x="1143305" y="21389"/>
                  </a:moveTo>
                  <a:lnTo>
                    <a:pt x="1226195" y="73259"/>
                  </a:lnTo>
                  <a:lnTo>
                    <a:pt x="1184182" y="7322"/>
                  </a:lnTo>
                  <a:close/>
                  <a:moveTo>
                    <a:pt x="1137175" y="103604"/>
                  </a:moveTo>
                  <a:lnTo>
                    <a:pt x="1226195" y="73259"/>
                  </a:lnTo>
                  <a:lnTo>
                    <a:pt x="1143305" y="21389"/>
                  </a:lnTo>
                  <a:close/>
                  <a:moveTo>
                    <a:pt x="1184182" y="7322"/>
                  </a:moveTo>
                  <a:lnTo>
                    <a:pt x="1237542" y="6926"/>
                  </a:lnTo>
                  <a:lnTo>
                    <a:pt x="1161158" y="0"/>
                  </a:lnTo>
                  <a:close/>
                  <a:moveTo>
                    <a:pt x="1661766" y="541856"/>
                  </a:moveTo>
                  <a:lnTo>
                    <a:pt x="1687083" y="541487"/>
                  </a:lnTo>
                  <a:lnTo>
                    <a:pt x="1721298" y="48578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82" name="Candidate_density__2081">
              <a:extLst>
                <a:ext uri="{FF2B5EF4-FFF2-40B4-BE49-F238E27FC236}">
                  <a16:creationId xmlns:a16="http://schemas.microsoft.com/office/drawing/2014/main" id="{3D450C41-CBE6-5880-74CD-342B1C624501}"/>
                </a:ext>
              </a:extLst>
            </p:cNvPr>
            <p:cNvSpPr>
              <a:spLocks noGrp="1"/>
            </p:cNvSpPr>
            <p:nvPr/>
          </p:nvSpPr>
          <p:spPr>
            <a:xfrm>
              <a:off x="4550615" y="2000965"/>
              <a:ext cx="2023058" cy="2928890"/>
            </a:xfrm>
            <a:custGeom>
              <a:avLst/>
              <a:gdLst/>
              <a:ahLst/>
              <a:cxnLst/>
              <a:rect l="0" t="0" r="0" b="0"/>
              <a:pathLst>
                <a:path w="2023058" h="2928890">
                  <a:moveTo>
                    <a:pt x="408648" y="2899707"/>
                  </a:moveTo>
                  <a:lnTo>
                    <a:pt x="358894" y="2928890"/>
                  </a:lnTo>
                  <a:lnTo>
                    <a:pt x="483334" y="2900286"/>
                  </a:lnTo>
                  <a:close/>
                  <a:moveTo>
                    <a:pt x="533239" y="2898520"/>
                  </a:moveTo>
                  <a:lnTo>
                    <a:pt x="483334" y="2900286"/>
                  </a:lnTo>
                  <a:lnTo>
                    <a:pt x="551115" y="2893725"/>
                  </a:lnTo>
                  <a:close/>
                  <a:moveTo>
                    <a:pt x="502919" y="2022340"/>
                  </a:moveTo>
                  <a:lnTo>
                    <a:pt x="423015" y="2092613"/>
                  </a:lnTo>
                  <a:lnTo>
                    <a:pt x="490551" y="2066461"/>
                  </a:lnTo>
                  <a:close/>
                  <a:moveTo>
                    <a:pt x="502919" y="2022340"/>
                  </a:moveTo>
                  <a:lnTo>
                    <a:pt x="490551" y="2066461"/>
                  </a:lnTo>
                  <a:lnTo>
                    <a:pt x="526087" y="2038479"/>
                  </a:lnTo>
                  <a:close/>
                  <a:moveTo>
                    <a:pt x="278642" y="1583028"/>
                  </a:moveTo>
                  <a:lnTo>
                    <a:pt x="281083" y="1625411"/>
                  </a:lnTo>
                  <a:lnTo>
                    <a:pt x="277745" y="1588967"/>
                  </a:lnTo>
                  <a:close/>
                  <a:moveTo>
                    <a:pt x="1082607" y="2372682"/>
                  </a:moveTo>
                  <a:lnTo>
                    <a:pt x="1083381" y="2353856"/>
                  </a:lnTo>
                  <a:lnTo>
                    <a:pt x="1076882" y="2434963"/>
                  </a:lnTo>
                  <a:close/>
                  <a:moveTo>
                    <a:pt x="1083381" y="2353856"/>
                  </a:moveTo>
                  <a:lnTo>
                    <a:pt x="1082607" y="2372682"/>
                  </a:lnTo>
                  <a:lnTo>
                    <a:pt x="1131003" y="2358656"/>
                  </a:lnTo>
                  <a:close/>
                  <a:moveTo>
                    <a:pt x="668570" y="1807784"/>
                  </a:moveTo>
                  <a:lnTo>
                    <a:pt x="709980" y="1775002"/>
                  </a:lnTo>
                  <a:lnTo>
                    <a:pt x="716224" y="1758739"/>
                  </a:lnTo>
                  <a:close/>
                  <a:moveTo>
                    <a:pt x="687441" y="1814882"/>
                  </a:moveTo>
                  <a:lnTo>
                    <a:pt x="709980" y="1775002"/>
                  </a:lnTo>
                  <a:lnTo>
                    <a:pt x="668570" y="1807784"/>
                  </a:lnTo>
                  <a:close/>
                  <a:moveTo>
                    <a:pt x="613004" y="1815233"/>
                  </a:moveTo>
                  <a:lnTo>
                    <a:pt x="687441" y="1814882"/>
                  </a:lnTo>
                  <a:lnTo>
                    <a:pt x="668570" y="1807784"/>
                  </a:lnTo>
                  <a:close/>
                  <a:moveTo>
                    <a:pt x="709980" y="1775002"/>
                  </a:moveTo>
                  <a:lnTo>
                    <a:pt x="687441" y="1814882"/>
                  </a:lnTo>
                  <a:lnTo>
                    <a:pt x="719379" y="1797176"/>
                  </a:lnTo>
                  <a:close/>
                  <a:moveTo>
                    <a:pt x="709980" y="1775002"/>
                  </a:moveTo>
                  <a:lnTo>
                    <a:pt x="753079" y="1781634"/>
                  </a:lnTo>
                  <a:lnTo>
                    <a:pt x="726894" y="1747187"/>
                  </a:lnTo>
                  <a:close/>
                  <a:moveTo>
                    <a:pt x="716224" y="1758739"/>
                  </a:moveTo>
                  <a:lnTo>
                    <a:pt x="709980" y="1775002"/>
                  </a:lnTo>
                  <a:lnTo>
                    <a:pt x="726894" y="1747187"/>
                  </a:lnTo>
                  <a:close/>
                  <a:moveTo>
                    <a:pt x="19165" y="448640"/>
                  </a:moveTo>
                  <a:lnTo>
                    <a:pt x="0" y="487077"/>
                  </a:lnTo>
                  <a:lnTo>
                    <a:pt x="37257" y="410290"/>
                  </a:lnTo>
                  <a:close/>
                  <a:moveTo>
                    <a:pt x="1611792" y="2257372"/>
                  </a:moveTo>
                  <a:lnTo>
                    <a:pt x="1637150" y="2275613"/>
                  </a:lnTo>
                  <a:lnTo>
                    <a:pt x="1590748" y="2317330"/>
                  </a:lnTo>
                  <a:close/>
                  <a:moveTo>
                    <a:pt x="1611792" y="2257372"/>
                  </a:moveTo>
                  <a:lnTo>
                    <a:pt x="1662045" y="2218936"/>
                  </a:lnTo>
                  <a:lnTo>
                    <a:pt x="1637150" y="2275613"/>
                  </a:lnTo>
                  <a:close/>
                  <a:moveTo>
                    <a:pt x="1662045" y="2218936"/>
                  </a:moveTo>
                  <a:lnTo>
                    <a:pt x="1611792" y="2257372"/>
                  </a:lnTo>
                  <a:lnTo>
                    <a:pt x="1691045" y="2198461"/>
                  </a:lnTo>
                  <a:close/>
                  <a:moveTo>
                    <a:pt x="1757873" y="2269150"/>
                  </a:moveTo>
                  <a:lnTo>
                    <a:pt x="1762765" y="2218936"/>
                  </a:lnTo>
                  <a:lnTo>
                    <a:pt x="1833421" y="2236922"/>
                  </a:lnTo>
                  <a:close/>
                  <a:moveTo>
                    <a:pt x="1138303" y="1525140"/>
                  </a:moveTo>
                  <a:lnTo>
                    <a:pt x="1172861" y="1440872"/>
                  </a:lnTo>
                  <a:lnTo>
                    <a:pt x="1124903" y="1561215"/>
                  </a:lnTo>
                  <a:close/>
                  <a:moveTo>
                    <a:pt x="1124903" y="1561215"/>
                  </a:moveTo>
                  <a:lnTo>
                    <a:pt x="1172861" y="1440872"/>
                  </a:lnTo>
                  <a:lnTo>
                    <a:pt x="1172984" y="1440563"/>
                  </a:lnTo>
                  <a:close/>
                  <a:moveTo>
                    <a:pt x="1124903" y="1561215"/>
                  </a:moveTo>
                  <a:lnTo>
                    <a:pt x="1172984" y="1440563"/>
                  </a:lnTo>
                  <a:lnTo>
                    <a:pt x="1144961" y="1522779"/>
                  </a:lnTo>
                  <a:close/>
                  <a:moveTo>
                    <a:pt x="1172984" y="1440563"/>
                  </a:moveTo>
                  <a:lnTo>
                    <a:pt x="1172861" y="1440872"/>
                  </a:lnTo>
                  <a:lnTo>
                    <a:pt x="1173108" y="1440065"/>
                  </a:lnTo>
                  <a:close/>
                  <a:moveTo>
                    <a:pt x="902554" y="1278667"/>
                  </a:moveTo>
                  <a:lnTo>
                    <a:pt x="847792" y="1274939"/>
                  </a:lnTo>
                  <a:lnTo>
                    <a:pt x="895755" y="1232354"/>
                  </a:lnTo>
                  <a:close/>
                  <a:moveTo>
                    <a:pt x="895755" y="1232354"/>
                  </a:moveTo>
                  <a:lnTo>
                    <a:pt x="903579" y="1204858"/>
                  </a:lnTo>
                  <a:lnTo>
                    <a:pt x="945256" y="1145480"/>
                  </a:lnTo>
                  <a:close/>
                  <a:moveTo>
                    <a:pt x="945256" y="1145480"/>
                  </a:moveTo>
                  <a:lnTo>
                    <a:pt x="964297" y="1149471"/>
                  </a:lnTo>
                  <a:lnTo>
                    <a:pt x="953366" y="1111703"/>
                  </a:lnTo>
                  <a:close/>
                  <a:moveTo>
                    <a:pt x="1995026" y="2132075"/>
                  </a:moveTo>
                  <a:lnTo>
                    <a:pt x="2023058" y="2135243"/>
                  </a:lnTo>
                  <a:lnTo>
                    <a:pt x="1997433" y="2103627"/>
                  </a:lnTo>
                  <a:close/>
                  <a:moveTo>
                    <a:pt x="1177903" y="546882"/>
                  </a:moveTo>
                  <a:lnTo>
                    <a:pt x="1153870" y="555481"/>
                  </a:lnTo>
                  <a:lnTo>
                    <a:pt x="1233841" y="527672"/>
                  </a:lnTo>
                  <a:close/>
                  <a:moveTo>
                    <a:pt x="770404" y="84903"/>
                  </a:moveTo>
                  <a:lnTo>
                    <a:pt x="800538" y="22253"/>
                  </a:lnTo>
                  <a:lnTo>
                    <a:pt x="725963" y="22088"/>
                  </a:lnTo>
                  <a:close/>
                  <a:moveTo>
                    <a:pt x="1177903" y="546882"/>
                  </a:moveTo>
                  <a:lnTo>
                    <a:pt x="1166612" y="554974"/>
                  </a:lnTo>
                  <a:lnTo>
                    <a:pt x="1153870" y="555481"/>
                  </a:lnTo>
                  <a:close/>
                  <a:moveTo>
                    <a:pt x="1177903" y="546882"/>
                  </a:moveTo>
                  <a:lnTo>
                    <a:pt x="1214439" y="518586"/>
                  </a:lnTo>
                  <a:lnTo>
                    <a:pt x="1166612" y="554974"/>
                  </a:lnTo>
                  <a:close/>
                  <a:moveTo>
                    <a:pt x="1223148" y="508446"/>
                  </a:moveTo>
                  <a:lnTo>
                    <a:pt x="1177903" y="546882"/>
                  </a:lnTo>
                  <a:lnTo>
                    <a:pt x="1267023" y="436532"/>
                  </a:lnTo>
                  <a:close/>
                  <a:moveTo>
                    <a:pt x="725963" y="22088"/>
                  </a:moveTo>
                  <a:lnTo>
                    <a:pt x="800538" y="22253"/>
                  </a:lnTo>
                  <a:lnTo>
                    <a:pt x="852144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83" name="Candidate_density__2082">
              <a:extLst>
                <a:ext uri="{FF2B5EF4-FFF2-40B4-BE49-F238E27FC236}">
                  <a16:creationId xmlns:a16="http://schemas.microsoft.com/office/drawing/2014/main" id="{B02D0FB0-BD98-4CC2-CAD2-9662809AD505}"/>
                </a:ext>
              </a:extLst>
            </p:cNvPr>
            <p:cNvSpPr>
              <a:spLocks noGrp="1"/>
            </p:cNvSpPr>
            <p:nvPr/>
          </p:nvSpPr>
          <p:spPr>
            <a:xfrm>
              <a:off x="5003925" y="4039444"/>
              <a:ext cx="72778" cy="27981"/>
            </a:xfrm>
            <a:custGeom>
              <a:avLst/>
              <a:gdLst/>
              <a:ahLst/>
              <a:cxnLst/>
              <a:rect l="0" t="0" r="0" b="0"/>
              <a:pathLst>
                <a:path w="72778" h="27981">
                  <a:moveTo>
                    <a:pt x="72778" y="0"/>
                  </a:moveTo>
                  <a:lnTo>
                    <a:pt x="37242" y="27981"/>
                  </a:lnTo>
                  <a:lnTo>
                    <a:pt x="0" y="24193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084" name="Candidate_density__2083">
              <a:extLst>
                <a:ext uri="{FF2B5EF4-FFF2-40B4-BE49-F238E27FC236}">
                  <a16:creationId xmlns:a16="http://schemas.microsoft.com/office/drawing/2014/main" id="{050AFF44-5154-EAD5-6001-D0D0BCA63A53}"/>
                </a:ext>
              </a:extLst>
            </p:cNvPr>
            <p:cNvSpPr>
              <a:spLocks noGrp="1"/>
            </p:cNvSpPr>
            <p:nvPr/>
          </p:nvSpPr>
          <p:spPr>
            <a:xfrm>
              <a:off x="4346937" y="1918289"/>
              <a:ext cx="2104069" cy="3274849"/>
            </a:xfrm>
            <a:custGeom>
              <a:avLst/>
              <a:gdLst/>
              <a:ahLst/>
              <a:cxnLst/>
              <a:rect l="0" t="0" r="0" b="0"/>
              <a:pathLst>
                <a:path w="2104069" h="3274849">
                  <a:moveTo>
                    <a:pt x="469048" y="3256140"/>
                  </a:moveTo>
                  <a:lnTo>
                    <a:pt x="500902" y="3274849"/>
                  </a:lnTo>
                  <a:lnTo>
                    <a:pt x="515509" y="3240197"/>
                  </a:lnTo>
                  <a:close/>
                  <a:moveTo>
                    <a:pt x="605239" y="3227840"/>
                  </a:moveTo>
                  <a:lnTo>
                    <a:pt x="515509" y="3240197"/>
                  </a:lnTo>
                  <a:lnTo>
                    <a:pt x="500902" y="3274849"/>
                  </a:lnTo>
                  <a:close/>
                  <a:moveTo>
                    <a:pt x="627364" y="2894186"/>
                  </a:moveTo>
                  <a:lnTo>
                    <a:pt x="612326" y="2982383"/>
                  </a:lnTo>
                  <a:lnTo>
                    <a:pt x="653486" y="2921071"/>
                  </a:lnTo>
                  <a:close/>
                  <a:moveTo>
                    <a:pt x="627364" y="2894186"/>
                  </a:moveTo>
                  <a:lnTo>
                    <a:pt x="544765" y="2932622"/>
                  </a:lnTo>
                  <a:lnTo>
                    <a:pt x="612326" y="2982383"/>
                  </a:lnTo>
                  <a:close/>
                  <a:moveTo>
                    <a:pt x="710221" y="2855749"/>
                  </a:moveTo>
                  <a:lnTo>
                    <a:pt x="653486" y="2921071"/>
                  </a:lnTo>
                  <a:lnTo>
                    <a:pt x="736699" y="2976401"/>
                  </a:lnTo>
                  <a:close/>
                  <a:moveTo>
                    <a:pt x="648465" y="2592145"/>
                  </a:moveTo>
                  <a:lnTo>
                    <a:pt x="733404" y="2583684"/>
                  </a:lnTo>
                  <a:lnTo>
                    <a:pt x="702304" y="2508875"/>
                  </a:lnTo>
                  <a:close/>
                  <a:moveTo>
                    <a:pt x="648465" y="2592145"/>
                  </a:moveTo>
                  <a:lnTo>
                    <a:pt x="702304" y="2508875"/>
                  </a:lnTo>
                  <a:lnTo>
                    <a:pt x="633540" y="2504186"/>
                  </a:lnTo>
                  <a:close/>
                  <a:moveTo>
                    <a:pt x="0" y="1584086"/>
                  </a:moveTo>
                  <a:lnTo>
                    <a:pt x="81515" y="1548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75509" y="1792039"/>
                  </a:lnTo>
                  <a:lnTo>
                    <a:pt x="371109" y="1874510"/>
                  </a:lnTo>
                  <a:close/>
                  <a:moveTo>
                    <a:pt x="401053" y="1836074"/>
                  </a:moveTo>
                  <a:lnTo>
                    <a:pt x="358007" y="1753858"/>
                  </a:lnTo>
                  <a:lnTo>
                    <a:pt x="371109" y="1874510"/>
                  </a:lnTo>
                  <a:close/>
                  <a:moveTo>
                    <a:pt x="306023" y="1589428"/>
                  </a:moveTo>
                  <a:lnTo>
                    <a:pt x="322706" y="1627865"/>
                  </a:lnTo>
                  <a:lnTo>
                    <a:pt x="346501" y="1671643"/>
                  </a:lnTo>
                  <a:close/>
                  <a:moveTo>
                    <a:pt x="83098" y="1536164"/>
                  </a:moveTo>
                  <a:lnTo>
                    <a:pt x="81470" y="1424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53949" y="1709476"/>
                  </a:lnTo>
                  <a:lnTo>
                    <a:pt x="375509" y="1792039"/>
                  </a:lnTo>
                  <a:close/>
                  <a:moveTo>
                    <a:pt x="358007" y="1753858"/>
                  </a:moveTo>
                  <a:lnTo>
                    <a:pt x="346501" y="1671643"/>
                  </a:lnTo>
                  <a:lnTo>
                    <a:pt x="353949" y="1709476"/>
                  </a:lnTo>
                  <a:close/>
                  <a:moveTo>
                    <a:pt x="1145458" y="2491059"/>
                  </a:moveTo>
                  <a:lnTo>
                    <a:pt x="1119380" y="2455358"/>
                  </a:lnTo>
                  <a:lnTo>
                    <a:pt x="1178647" y="2415258"/>
                  </a:lnTo>
                  <a:close/>
                  <a:moveTo>
                    <a:pt x="1059499" y="2400257"/>
                  </a:moveTo>
                  <a:lnTo>
                    <a:pt x="1110840" y="2458611"/>
                  </a:lnTo>
                  <a:lnTo>
                    <a:pt x="1124822" y="2407744"/>
                  </a:lnTo>
                  <a:close/>
                  <a:moveTo>
                    <a:pt x="306023" y="1589428"/>
                  </a:moveTo>
                  <a:lnTo>
                    <a:pt x="346501" y="1671643"/>
                  </a:lnTo>
                  <a:lnTo>
                    <a:pt x="398616" y="1633207"/>
                  </a:lnTo>
                  <a:close/>
                  <a:moveTo>
                    <a:pt x="306023" y="1589428"/>
                  </a:moveTo>
                  <a:lnTo>
                    <a:pt x="398616" y="1633207"/>
                  </a:lnTo>
                  <a:lnTo>
                    <a:pt x="351660" y="1550992"/>
                  </a:lnTo>
                  <a:close/>
                  <a:moveTo>
                    <a:pt x="306023" y="1589428"/>
                  </a:moveTo>
                  <a:lnTo>
                    <a:pt x="351660" y="1550992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51660" y="1550992"/>
                  </a:lnTo>
                  <a:lnTo>
                    <a:pt x="410158" y="1492609"/>
                  </a:lnTo>
                  <a:close/>
                  <a:moveTo>
                    <a:pt x="302435" y="1583712"/>
                  </a:moveTo>
                  <a:lnTo>
                    <a:pt x="306023" y="1589428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65939" y="1468776"/>
                  </a:lnTo>
                  <a:lnTo>
                    <a:pt x="350934" y="1549838"/>
                  </a:lnTo>
                  <a:close/>
                  <a:moveTo>
                    <a:pt x="350934" y="1549838"/>
                  </a:moveTo>
                  <a:lnTo>
                    <a:pt x="302435" y="1583712"/>
                  </a:lnTo>
                  <a:lnTo>
                    <a:pt x="386163" y="1483101"/>
                  </a:lnTo>
                  <a:close/>
                  <a:moveTo>
                    <a:pt x="410158" y="1492609"/>
                  </a:moveTo>
                  <a:lnTo>
                    <a:pt x="472343" y="1550992"/>
                  </a:lnTo>
                  <a:lnTo>
                    <a:pt x="386163" y="1483101"/>
                  </a:lnTo>
                  <a:close/>
                  <a:moveTo>
                    <a:pt x="1287059" y="2436532"/>
                  </a:moveTo>
                  <a:lnTo>
                    <a:pt x="1307040" y="2401439"/>
                  </a:lnTo>
                  <a:lnTo>
                    <a:pt x="1211442" y="2437416"/>
                  </a:lnTo>
                  <a:close/>
                  <a:moveTo>
                    <a:pt x="1215477" y="2252491"/>
                  </a:moveTo>
                  <a:lnTo>
                    <a:pt x="1179196" y="2202108"/>
                  </a:lnTo>
                  <a:lnTo>
                    <a:pt x="1151527" y="2185849"/>
                  </a:lnTo>
                  <a:close/>
                  <a:moveTo>
                    <a:pt x="410158" y="1492609"/>
                  </a:moveTo>
                  <a:lnTo>
                    <a:pt x="351660" y="1550992"/>
                  </a:lnTo>
                  <a:lnTo>
                    <a:pt x="469837" y="1500538"/>
                  </a:lnTo>
                  <a:close/>
                  <a:moveTo>
                    <a:pt x="410158" y="1492609"/>
                  </a:moveTo>
                  <a:lnTo>
                    <a:pt x="485340" y="1512555"/>
                  </a:lnTo>
                  <a:lnTo>
                    <a:pt x="472343" y="1550992"/>
                  </a:lnTo>
                  <a:close/>
                  <a:moveTo>
                    <a:pt x="410158" y="1492609"/>
                  </a:moveTo>
                  <a:lnTo>
                    <a:pt x="469837" y="1500538"/>
                  </a:lnTo>
                  <a:lnTo>
                    <a:pt x="485340" y="1512555"/>
                  </a:lnTo>
                  <a:close/>
                  <a:moveTo>
                    <a:pt x="289686" y="1320842"/>
                  </a:moveTo>
                  <a:lnTo>
                    <a:pt x="223649" y="1352599"/>
                  </a:lnTo>
                  <a:lnTo>
                    <a:pt x="352720" y="1341316"/>
                  </a:lnTo>
                  <a:close/>
                  <a:moveTo>
                    <a:pt x="1155423" y="2170276"/>
                  </a:moveTo>
                  <a:lnTo>
                    <a:pt x="1151527" y="2185849"/>
                  </a:lnTo>
                  <a:lnTo>
                    <a:pt x="1179196" y="2202108"/>
                  </a:lnTo>
                  <a:close/>
                  <a:moveTo>
                    <a:pt x="1215477" y="2252491"/>
                  </a:moveTo>
                  <a:lnTo>
                    <a:pt x="1327511" y="2296270"/>
                  </a:lnTo>
                  <a:lnTo>
                    <a:pt x="1241326" y="2214055"/>
                  </a:lnTo>
                  <a:close/>
                  <a:moveTo>
                    <a:pt x="1215477" y="2252491"/>
                  </a:moveTo>
                  <a:lnTo>
                    <a:pt x="1241326" y="2214055"/>
                  </a:lnTo>
                  <a:lnTo>
                    <a:pt x="1179196" y="2202108"/>
                  </a:lnTo>
                  <a:close/>
                  <a:moveTo>
                    <a:pt x="1241326" y="2214055"/>
                  </a:moveTo>
                  <a:lnTo>
                    <a:pt x="1239063" y="2210738"/>
                  </a:lnTo>
                  <a:lnTo>
                    <a:pt x="1179196" y="2202108"/>
                  </a:lnTo>
                  <a:close/>
                  <a:moveTo>
                    <a:pt x="850972" y="1647864"/>
                  </a:moveTo>
                  <a:lnTo>
                    <a:pt x="759345" y="1676985"/>
                  </a:lnTo>
                  <a:lnTo>
                    <a:pt x="865098" y="1648521"/>
                  </a:lnTo>
                  <a:close/>
                  <a:moveTo>
                    <a:pt x="865098" y="1648521"/>
                  </a:moveTo>
                  <a:lnTo>
                    <a:pt x="759345" y="1676985"/>
                  </a:lnTo>
                  <a:lnTo>
                    <a:pt x="741976" y="1682046"/>
                  </a:lnTo>
                  <a:close/>
                  <a:moveTo>
                    <a:pt x="865098" y="1648521"/>
                  </a:moveTo>
                  <a:lnTo>
                    <a:pt x="741976" y="1682046"/>
                  </a:lnTo>
                  <a:lnTo>
                    <a:pt x="788989" y="1642616"/>
                  </a:lnTo>
                  <a:close/>
                  <a:moveTo>
                    <a:pt x="624959" y="1512555"/>
                  </a:moveTo>
                  <a:lnTo>
                    <a:pt x="716884" y="1588232"/>
                  </a:lnTo>
                  <a:lnTo>
                    <a:pt x="626519" y="1508972"/>
                  </a:lnTo>
                  <a:close/>
                  <a:moveTo>
                    <a:pt x="1647684" y="2425219"/>
                  </a:moveTo>
                  <a:lnTo>
                    <a:pt x="1710274" y="2434926"/>
                  </a:lnTo>
                  <a:lnTo>
                    <a:pt x="1624744" y="2343776"/>
                  </a:lnTo>
                  <a:close/>
                  <a:moveTo>
                    <a:pt x="1647684" y="2425219"/>
                  </a:moveTo>
                  <a:lnTo>
                    <a:pt x="1655668" y="2438522"/>
                  </a:lnTo>
                  <a:lnTo>
                    <a:pt x="1745218" y="2494678"/>
                  </a:lnTo>
                  <a:close/>
                  <a:moveTo>
                    <a:pt x="1624744" y="2343776"/>
                  </a:moveTo>
                  <a:lnTo>
                    <a:pt x="1587229" y="2274183"/>
                  </a:lnTo>
                  <a:lnTo>
                    <a:pt x="1575873" y="2340048"/>
                  </a:lnTo>
                  <a:close/>
                  <a:moveTo>
                    <a:pt x="1256100" y="1995779"/>
                  </a:moveTo>
                  <a:lnTo>
                    <a:pt x="1189276" y="2024597"/>
                  </a:lnTo>
                  <a:lnTo>
                    <a:pt x="1311127" y="1986315"/>
                  </a:lnTo>
                  <a:close/>
                  <a:moveTo>
                    <a:pt x="294616" y="696198"/>
                  </a:moveTo>
                  <a:lnTo>
                    <a:pt x="295342" y="696381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4616" y="696198"/>
                  </a:lnTo>
                  <a:lnTo>
                    <a:pt x="294078" y="695746"/>
                  </a:lnTo>
                  <a:close/>
                  <a:moveTo>
                    <a:pt x="1535033" y="2340048"/>
                  </a:moveTo>
                  <a:lnTo>
                    <a:pt x="1569428" y="2394745"/>
                  </a:lnTo>
                  <a:lnTo>
                    <a:pt x="1559278" y="2336407"/>
                  </a:lnTo>
                  <a:close/>
                  <a:moveTo>
                    <a:pt x="1559278" y="2336407"/>
                  </a:moveTo>
                  <a:lnTo>
                    <a:pt x="1569428" y="2394745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59278" y="2336407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38004" y="2137181"/>
                  </a:lnTo>
                  <a:lnTo>
                    <a:pt x="1452382" y="2162535"/>
                  </a:lnTo>
                  <a:close/>
                  <a:moveTo>
                    <a:pt x="1426396" y="2138629"/>
                  </a:moveTo>
                  <a:lnTo>
                    <a:pt x="1452382" y="2162535"/>
                  </a:lnTo>
                  <a:lnTo>
                    <a:pt x="1538004" y="2137181"/>
                  </a:lnTo>
                  <a:close/>
                  <a:moveTo>
                    <a:pt x="1152018" y="1682328"/>
                  </a:moveTo>
                  <a:lnTo>
                    <a:pt x="1157495" y="1690568"/>
                  </a:lnTo>
                  <a:lnTo>
                    <a:pt x="1166041" y="1726106"/>
                  </a:lnTo>
                  <a:close/>
                  <a:moveTo>
                    <a:pt x="871614" y="1330806"/>
                  </a:moveTo>
                  <a:lnTo>
                    <a:pt x="979672" y="1367830"/>
                  </a:lnTo>
                  <a:lnTo>
                    <a:pt x="917641" y="1315030"/>
                  </a:lnTo>
                  <a:close/>
                  <a:moveTo>
                    <a:pt x="816277" y="1315203"/>
                  </a:moveTo>
                  <a:lnTo>
                    <a:pt x="896037" y="1411043"/>
                  </a:lnTo>
                  <a:lnTo>
                    <a:pt x="871614" y="1330806"/>
                  </a:lnTo>
                  <a:close/>
                  <a:moveTo>
                    <a:pt x="816277" y="1315203"/>
                  </a:moveTo>
                  <a:lnTo>
                    <a:pt x="871614" y="1330806"/>
                  </a:lnTo>
                  <a:lnTo>
                    <a:pt x="782948" y="1242206"/>
                  </a:lnTo>
                  <a:close/>
                  <a:moveTo>
                    <a:pt x="684230" y="1161779"/>
                  </a:moveTo>
                  <a:lnTo>
                    <a:pt x="718912" y="1189037"/>
                  </a:lnTo>
                  <a:lnTo>
                    <a:pt x="639976" y="1148939"/>
                  </a:lnTo>
                  <a:close/>
                  <a:moveTo>
                    <a:pt x="378718" y="828009"/>
                  </a:moveTo>
                  <a:lnTo>
                    <a:pt x="368425" y="777961"/>
                  </a:lnTo>
                  <a:lnTo>
                    <a:pt x="332227" y="834288"/>
                  </a:lnTo>
                  <a:close/>
                  <a:moveTo>
                    <a:pt x="399282" y="771791"/>
                  </a:moveTo>
                  <a:lnTo>
                    <a:pt x="368425" y="77796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399282" y="77179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506752" y="845103"/>
                  </a:lnTo>
                  <a:lnTo>
                    <a:pt x="488541" y="759816"/>
                  </a:lnTo>
                  <a:close/>
                  <a:moveTo>
                    <a:pt x="433027" y="844450"/>
                  </a:moveTo>
                  <a:lnTo>
                    <a:pt x="470852" y="858724"/>
                  </a:lnTo>
                  <a:lnTo>
                    <a:pt x="544921" y="856999"/>
                  </a:lnTo>
                  <a:close/>
                  <a:moveTo>
                    <a:pt x="294078" y="695746"/>
                  </a:moveTo>
                  <a:lnTo>
                    <a:pt x="295342" y="696381"/>
                  </a:lnTo>
                  <a:lnTo>
                    <a:pt x="295867" y="695181"/>
                  </a:lnTo>
                  <a:close/>
                  <a:moveTo>
                    <a:pt x="295867" y="695181"/>
                  </a:moveTo>
                  <a:lnTo>
                    <a:pt x="295342" y="696381"/>
                  </a:lnTo>
                  <a:lnTo>
                    <a:pt x="360022" y="657310"/>
                  </a:lnTo>
                  <a:close/>
                  <a:moveTo>
                    <a:pt x="295342" y="696381"/>
                  </a:moveTo>
                  <a:lnTo>
                    <a:pt x="368425" y="777961"/>
                  </a:lnTo>
                  <a:lnTo>
                    <a:pt x="360022" y="657310"/>
                  </a:lnTo>
                  <a:close/>
                  <a:moveTo>
                    <a:pt x="360022" y="657310"/>
                  </a:moveTo>
                  <a:lnTo>
                    <a:pt x="368425" y="777961"/>
                  </a:lnTo>
                  <a:lnTo>
                    <a:pt x="426124" y="691495"/>
                  </a:lnTo>
                  <a:close/>
                  <a:moveTo>
                    <a:pt x="399282" y="771791"/>
                  </a:moveTo>
                  <a:lnTo>
                    <a:pt x="488541" y="759816"/>
                  </a:lnTo>
                  <a:lnTo>
                    <a:pt x="426124" y="691495"/>
                  </a:lnTo>
                  <a:close/>
                  <a:moveTo>
                    <a:pt x="295867" y="695181"/>
                  </a:moveTo>
                  <a:lnTo>
                    <a:pt x="293013" y="687674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5867" y="695181"/>
                  </a:lnTo>
                  <a:lnTo>
                    <a:pt x="360022" y="657310"/>
                  </a:lnTo>
                  <a:close/>
                  <a:moveTo>
                    <a:pt x="1837508" y="2263175"/>
                  </a:moveTo>
                  <a:lnTo>
                    <a:pt x="1797923" y="2301612"/>
                  </a:lnTo>
                  <a:lnTo>
                    <a:pt x="1845884" y="2345390"/>
                  </a:lnTo>
                  <a:close/>
                  <a:moveTo>
                    <a:pt x="1744266" y="2207107"/>
                  </a:moveTo>
                  <a:lnTo>
                    <a:pt x="1733450" y="2235476"/>
                  </a:lnTo>
                  <a:lnTo>
                    <a:pt x="1837894" y="2180961"/>
                  </a:lnTo>
                  <a:close/>
                  <a:moveTo>
                    <a:pt x="1837894" y="2180961"/>
                  </a:moveTo>
                  <a:lnTo>
                    <a:pt x="1733450" y="2235476"/>
                  </a:lnTo>
                  <a:lnTo>
                    <a:pt x="1797923" y="2301612"/>
                  </a:lnTo>
                  <a:close/>
                  <a:moveTo>
                    <a:pt x="1837894" y="2180961"/>
                  </a:moveTo>
                  <a:lnTo>
                    <a:pt x="1797923" y="2301612"/>
                  </a:lnTo>
                  <a:lnTo>
                    <a:pt x="1837508" y="2263175"/>
                  </a:lnTo>
                  <a:close/>
                  <a:moveTo>
                    <a:pt x="1744266" y="2207107"/>
                  </a:moveTo>
                  <a:lnTo>
                    <a:pt x="1837894" y="2180961"/>
                  </a:lnTo>
                  <a:lnTo>
                    <a:pt x="1771449" y="2162345"/>
                  </a:lnTo>
                  <a:close/>
                  <a:moveTo>
                    <a:pt x="1231821" y="1605455"/>
                  </a:moveTo>
                  <a:lnTo>
                    <a:pt x="1126276" y="1545231"/>
                  </a:lnTo>
                  <a:lnTo>
                    <a:pt x="1176899" y="1561675"/>
                  </a:lnTo>
                  <a:close/>
                  <a:moveTo>
                    <a:pt x="1231821" y="1605455"/>
                  </a:moveTo>
                  <a:lnTo>
                    <a:pt x="1176899" y="1561675"/>
                  </a:lnTo>
                  <a:lnTo>
                    <a:pt x="1174060" y="1643891"/>
                  </a:lnTo>
                  <a:close/>
                  <a:moveTo>
                    <a:pt x="917641" y="1315030"/>
                  </a:moveTo>
                  <a:lnTo>
                    <a:pt x="979672" y="1367830"/>
                  </a:lnTo>
                  <a:lnTo>
                    <a:pt x="1008834" y="1279841"/>
                  </a:lnTo>
                  <a:close/>
                  <a:moveTo>
                    <a:pt x="1016399" y="1276594"/>
                  </a:moveTo>
                  <a:lnTo>
                    <a:pt x="1008834" y="1279841"/>
                  </a:lnTo>
                  <a:lnTo>
                    <a:pt x="979672" y="1367830"/>
                  </a:lnTo>
                  <a:close/>
                  <a:moveTo>
                    <a:pt x="1771449" y="2162345"/>
                  </a:moveTo>
                  <a:lnTo>
                    <a:pt x="1837894" y="2180961"/>
                  </a:lnTo>
                  <a:lnTo>
                    <a:pt x="1808638" y="2060309"/>
                  </a:lnTo>
                  <a:close/>
                  <a:moveTo>
                    <a:pt x="1727095" y="1920790"/>
                  </a:moveTo>
                  <a:lnTo>
                    <a:pt x="1659399" y="1934315"/>
                  </a:lnTo>
                  <a:lnTo>
                    <a:pt x="1772591" y="1951416"/>
                  </a:lnTo>
                  <a:close/>
                  <a:moveTo>
                    <a:pt x="1659399" y="1934315"/>
                  </a:moveTo>
                  <a:lnTo>
                    <a:pt x="1636875" y="1937855"/>
                  </a:lnTo>
                  <a:lnTo>
                    <a:pt x="1772591" y="1951416"/>
                  </a:lnTo>
                  <a:close/>
                  <a:moveTo>
                    <a:pt x="1772591" y="1951416"/>
                  </a:moveTo>
                  <a:lnTo>
                    <a:pt x="1726748" y="1934315"/>
                  </a:lnTo>
                  <a:lnTo>
                    <a:pt x="1727095" y="1920790"/>
                  </a:lnTo>
                  <a:close/>
                  <a:moveTo>
                    <a:pt x="312568" y="181143"/>
                  </a:moveTo>
                  <a:lnTo>
                    <a:pt x="334733" y="198056"/>
                  </a:lnTo>
                  <a:lnTo>
                    <a:pt x="295896" y="169362"/>
                  </a:lnTo>
                  <a:close/>
                  <a:moveTo>
                    <a:pt x="334733" y="198056"/>
                  </a:moveTo>
                  <a:lnTo>
                    <a:pt x="312568" y="181143"/>
                  </a:lnTo>
                  <a:lnTo>
                    <a:pt x="364976" y="247670"/>
                  </a:lnTo>
                  <a:close/>
                  <a:moveTo>
                    <a:pt x="1746289" y="1805094"/>
                  </a:moveTo>
                  <a:lnTo>
                    <a:pt x="1667600" y="1837531"/>
                  </a:lnTo>
                  <a:lnTo>
                    <a:pt x="1742684" y="1839598"/>
                  </a:lnTo>
                  <a:close/>
                  <a:moveTo>
                    <a:pt x="1678240" y="1699732"/>
                  </a:moveTo>
                  <a:lnTo>
                    <a:pt x="1719234" y="1751924"/>
                  </a:lnTo>
                  <a:lnTo>
                    <a:pt x="1710555" y="1731449"/>
                  </a:lnTo>
                  <a:close/>
                  <a:moveTo>
                    <a:pt x="1746289" y="1805094"/>
                  </a:moveTo>
                  <a:lnTo>
                    <a:pt x="1719234" y="1751924"/>
                  </a:lnTo>
                  <a:lnTo>
                    <a:pt x="1678240" y="1699732"/>
                  </a:lnTo>
                  <a:close/>
                  <a:moveTo>
                    <a:pt x="1431496" y="1296889"/>
                  </a:moveTo>
                  <a:lnTo>
                    <a:pt x="1410250" y="1281936"/>
                  </a:lnTo>
                  <a:lnTo>
                    <a:pt x="1423048" y="1385645"/>
                  </a:lnTo>
                  <a:close/>
                  <a:moveTo>
                    <a:pt x="1423048" y="1385645"/>
                  </a:moveTo>
                  <a:lnTo>
                    <a:pt x="1331401" y="1299469"/>
                  </a:lnTo>
                  <a:lnTo>
                    <a:pt x="1370594" y="1367698"/>
                  </a:lnTo>
                  <a:close/>
                  <a:moveTo>
                    <a:pt x="1423048" y="1385645"/>
                  </a:moveTo>
                  <a:lnTo>
                    <a:pt x="1500722" y="1383090"/>
                  </a:lnTo>
                  <a:lnTo>
                    <a:pt x="1431496" y="1296889"/>
                  </a:lnTo>
                  <a:close/>
                  <a:moveTo>
                    <a:pt x="1500722" y="1383090"/>
                  </a:moveTo>
                  <a:lnTo>
                    <a:pt x="1514474" y="1328469"/>
                  </a:lnTo>
                  <a:lnTo>
                    <a:pt x="1431496" y="1296889"/>
                  </a:lnTo>
                  <a:close/>
                  <a:moveTo>
                    <a:pt x="1244996" y="1309123"/>
                  </a:moveTo>
                  <a:lnTo>
                    <a:pt x="1320767" y="1208021"/>
                  </a:lnTo>
                  <a:lnTo>
                    <a:pt x="1238223" y="1214536"/>
                  </a:lnTo>
                  <a:close/>
                  <a:moveTo>
                    <a:pt x="1998239" y="1821539"/>
                  </a:moveTo>
                  <a:lnTo>
                    <a:pt x="2011067" y="1771610"/>
                  </a:lnTo>
                  <a:lnTo>
                    <a:pt x="1951721" y="1759265"/>
                  </a:lnTo>
                  <a:close/>
                  <a:moveTo>
                    <a:pt x="1685927" y="1528582"/>
                  </a:moveTo>
                  <a:lnTo>
                    <a:pt x="1673533" y="1429306"/>
                  </a:lnTo>
                  <a:lnTo>
                    <a:pt x="1697192" y="1407930"/>
                  </a:lnTo>
                  <a:close/>
                  <a:moveTo>
                    <a:pt x="1685927" y="1528582"/>
                  </a:moveTo>
                  <a:lnTo>
                    <a:pt x="1697192" y="1407930"/>
                  </a:lnTo>
                  <a:lnTo>
                    <a:pt x="1624227" y="1446366"/>
                  </a:lnTo>
                  <a:close/>
                  <a:moveTo>
                    <a:pt x="1524347" y="1263791"/>
                  </a:moveTo>
                  <a:lnTo>
                    <a:pt x="1431496" y="1296889"/>
                  </a:lnTo>
                  <a:lnTo>
                    <a:pt x="1514474" y="1328469"/>
                  </a:lnTo>
                  <a:close/>
                  <a:moveTo>
                    <a:pt x="1524347" y="1263791"/>
                  </a:moveTo>
                  <a:lnTo>
                    <a:pt x="1599856" y="1262995"/>
                  </a:lnTo>
                  <a:lnTo>
                    <a:pt x="1533665" y="1185020"/>
                  </a:lnTo>
                  <a:close/>
                  <a:moveTo>
                    <a:pt x="2035316" y="1891488"/>
                  </a:moveTo>
                  <a:lnTo>
                    <a:pt x="2104069" y="1896185"/>
                  </a:lnTo>
                  <a:lnTo>
                    <a:pt x="2088582" y="1866476"/>
                  </a:lnTo>
                  <a:close/>
                  <a:moveTo>
                    <a:pt x="1861325" y="1358914"/>
                  </a:moveTo>
                  <a:lnTo>
                    <a:pt x="1805307" y="1364673"/>
                  </a:lnTo>
                  <a:lnTo>
                    <a:pt x="1731474" y="1367280"/>
                  </a:lnTo>
                  <a:close/>
                  <a:moveTo>
                    <a:pt x="1634522" y="1134720"/>
                  </a:moveTo>
                  <a:lnTo>
                    <a:pt x="1533665" y="11850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41957" y="1096047"/>
                  </a:lnTo>
                  <a:lnTo>
                    <a:pt x="1561716" y="1074696"/>
                  </a:lnTo>
                  <a:close/>
                  <a:moveTo>
                    <a:pt x="1684753" y="1122848"/>
                  </a:moveTo>
                  <a:lnTo>
                    <a:pt x="1634522" y="11347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84753" y="1122848"/>
                  </a:lnTo>
                  <a:lnTo>
                    <a:pt x="1641957" y="1096047"/>
                  </a:lnTo>
                  <a:close/>
                  <a:moveTo>
                    <a:pt x="1412925" y="1079070"/>
                  </a:moveTo>
                  <a:lnTo>
                    <a:pt x="1439926" y="1071648"/>
                  </a:lnTo>
                  <a:lnTo>
                    <a:pt x="1413915" y="958418"/>
                  </a:lnTo>
                  <a:close/>
                  <a:moveTo>
                    <a:pt x="1385167" y="996855"/>
                  </a:moveTo>
                  <a:lnTo>
                    <a:pt x="1412925" y="1079070"/>
                  </a:lnTo>
                  <a:lnTo>
                    <a:pt x="1413915" y="958418"/>
                  </a:lnTo>
                  <a:close/>
                  <a:moveTo>
                    <a:pt x="1439926" y="1071648"/>
                  </a:moveTo>
                  <a:lnTo>
                    <a:pt x="1522942" y="1040633"/>
                  </a:lnTo>
                  <a:lnTo>
                    <a:pt x="1461107" y="977197"/>
                  </a:lnTo>
                  <a:close/>
                  <a:moveTo>
                    <a:pt x="1319464" y="914639"/>
                  </a:moveTo>
                  <a:lnTo>
                    <a:pt x="1385167" y="996855"/>
                  </a:lnTo>
                  <a:lnTo>
                    <a:pt x="1413915" y="958418"/>
                  </a:lnTo>
                  <a:close/>
                  <a:moveTo>
                    <a:pt x="1319464" y="914639"/>
                  </a:moveTo>
                  <a:lnTo>
                    <a:pt x="1413915" y="958418"/>
                  </a:lnTo>
                  <a:lnTo>
                    <a:pt x="1380522" y="876203"/>
                  </a:lnTo>
                  <a:close/>
                  <a:moveTo>
                    <a:pt x="1725357" y="1205064"/>
                  </a:moveTo>
                  <a:lnTo>
                    <a:pt x="1710222" y="1084412"/>
                  </a:lnTo>
                  <a:lnTo>
                    <a:pt x="1684753" y="1122848"/>
                  </a:lnTo>
                  <a:close/>
                  <a:moveTo>
                    <a:pt x="1578414" y="1019651"/>
                  </a:moveTo>
                  <a:lnTo>
                    <a:pt x="1644642" y="926310"/>
                  </a:lnTo>
                  <a:lnTo>
                    <a:pt x="1574296" y="922907"/>
                  </a:lnTo>
                  <a:close/>
                  <a:moveTo>
                    <a:pt x="1702988" y="939466"/>
                  </a:moveTo>
                  <a:lnTo>
                    <a:pt x="1644642" y="926310"/>
                  </a:lnTo>
                  <a:lnTo>
                    <a:pt x="1740700" y="971372"/>
                  </a:lnTo>
                  <a:close/>
                  <a:moveTo>
                    <a:pt x="1644642" y="926310"/>
                  </a:moveTo>
                  <a:lnTo>
                    <a:pt x="1659487" y="946387"/>
                  </a:lnTo>
                  <a:lnTo>
                    <a:pt x="1740700" y="971372"/>
                  </a:lnTo>
                  <a:close/>
                  <a:moveTo>
                    <a:pt x="1547671" y="806981"/>
                  </a:moveTo>
                  <a:lnTo>
                    <a:pt x="1586631" y="837767"/>
                  </a:lnTo>
                  <a:lnTo>
                    <a:pt x="1515495" y="770527"/>
                  </a:lnTo>
                  <a:close/>
                  <a:moveTo>
                    <a:pt x="1759055" y="993977"/>
                  </a:moveTo>
                  <a:lnTo>
                    <a:pt x="1794559" y="1002197"/>
                  </a:lnTo>
                  <a:lnTo>
                    <a:pt x="1740700" y="971372"/>
                  </a:lnTo>
                  <a:close/>
                  <a:moveTo>
                    <a:pt x="1570424" y="825963"/>
                  </a:moveTo>
                  <a:lnTo>
                    <a:pt x="1586631" y="837767"/>
                  </a:lnTo>
                  <a:lnTo>
                    <a:pt x="1547671" y="806981"/>
                  </a:lnTo>
                  <a:close/>
                  <a:moveTo>
                    <a:pt x="1096796" y="180045"/>
                  </a:moveTo>
                  <a:lnTo>
                    <a:pt x="1094711" y="228070"/>
                  </a:lnTo>
                  <a:lnTo>
                    <a:pt x="1096643" y="168032"/>
                  </a:lnTo>
                  <a:close/>
                  <a:moveTo>
                    <a:pt x="1574946" y="263353"/>
                  </a:moveTo>
                  <a:lnTo>
                    <a:pt x="1610598" y="253341"/>
                  </a:lnTo>
                  <a:lnTo>
                    <a:pt x="1602563" y="303155"/>
                  </a:lnTo>
                  <a:close/>
                  <a:moveTo>
                    <a:pt x="1650616" y="26300"/>
                  </a:moveTo>
                  <a:lnTo>
                    <a:pt x="1786837" y="67857"/>
                  </a:lnTo>
                  <a:lnTo>
                    <a:pt x="1739804" y="8706"/>
                  </a:lnTo>
                  <a:close/>
                  <a:moveTo>
                    <a:pt x="1788258" y="70079"/>
                  </a:moveTo>
                  <a:lnTo>
                    <a:pt x="1739804" y="8706"/>
                  </a:lnTo>
                  <a:lnTo>
                    <a:pt x="1786837" y="67857"/>
                  </a:lnTo>
                  <a:close/>
                  <a:moveTo>
                    <a:pt x="1739804" y="8706"/>
                  </a:moveTo>
                  <a:lnTo>
                    <a:pt x="1711129" y="0"/>
                  </a:lnTo>
                  <a:lnTo>
                    <a:pt x="1650616" y="26300"/>
                  </a:lnTo>
                  <a:close/>
                  <a:moveTo>
                    <a:pt x="1786837" y="67857"/>
                  </a:moveTo>
                  <a:lnTo>
                    <a:pt x="1785656" y="70079"/>
                  </a:lnTo>
                  <a:lnTo>
                    <a:pt x="1788383" y="69305"/>
                  </a:lnTo>
                  <a:close/>
                  <a:moveTo>
                    <a:pt x="1788383" y="69305"/>
                  </a:moveTo>
                  <a:lnTo>
                    <a:pt x="1788258" y="70079"/>
                  </a:lnTo>
                  <a:lnTo>
                    <a:pt x="1786837" y="67857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85" name="Candidate_density__2084">
              <a:extLst>
                <a:ext uri="{FF2B5EF4-FFF2-40B4-BE49-F238E27FC236}">
                  <a16:creationId xmlns:a16="http://schemas.microsoft.com/office/drawing/2014/main" id="{DF2D221C-7CC2-FF2B-322F-B2BB10BA1459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36379"/>
              <a:ext cx="2095111" cy="3438049"/>
            </a:xfrm>
            <a:custGeom>
              <a:avLst/>
              <a:gdLst/>
              <a:ahLst/>
              <a:cxnLst/>
              <a:rect l="0" t="0" r="0" b="0"/>
              <a:pathLst>
                <a:path w="2095111" h="3438049">
                  <a:moveTo>
                    <a:pt x="427096" y="3355834"/>
                  </a:moveTo>
                  <a:lnTo>
                    <a:pt x="522037" y="3422107"/>
                  </a:lnTo>
                  <a:lnTo>
                    <a:pt x="518834" y="3324619"/>
                  </a:lnTo>
                  <a:close/>
                  <a:moveTo>
                    <a:pt x="427096" y="3355834"/>
                  </a:moveTo>
                  <a:lnTo>
                    <a:pt x="475577" y="3438049"/>
                  </a:lnTo>
                  <a:lnTo>
                    <a:pt x="522037" y="3422107"/>
                  </a:lnTo>
                  <a:close/>
                  <a:moveTo>
                    <a:pt x="577188" y="2993880"/>
                  </a:moveTo>
                  <a:lnTo>
                    <a:pt x="551293" y="3114531"/>
                  </a:lnTo>
                  <a:lnTo>
                    <a:pt x="633892" y="3076095"/>
                  </a:lnTo>
                  <a:close/>
                  <a:moveTo>
                    <a:pt x="678029" y="3055603"/>
                  </a:moveTo>
                  <a:lnTo>
                    <a:pt x="660014" y="3102980"/>
                  </a:lnTo>
                  <a:lnTo>
                    <a:pt x="716750" y="3037658"/>
                  </a:lnTo>
                  <a:close/>
                  <a:moveTo>
                    <a:pt x="633892" y="3076095"/>
                  </a:moveTo>
                  <a:lnTo>
                    <a:pt x="660014" y="3102980"/>
                  </a:lnTo>
                  <a:lnTo>
                    <a:pt x="678029" y="3055603"/>
                  </a:lnTo>
                  <a:close/>
                  <a:moveTo>
                    <a:pt x="577188" y="2993880"/>
                  </a:moveTo>
                  <a:lnTo>
                    <a:pt x="633892" y="3076095"/>
                  </a:lnTo>
                  <a:lnTo>
                    <a:pt x="678029" y="3055603"/>
                  </a:lnTo>
                  <a:close/>
                  <a:moveTo>
                    <a:pt x="716750" y="3037658"/>
                  </a:moveTo>
                  <a:lnTo>
                    <a:pt x="679882" y="2955443"/>
                  </a:lnTo>
                  <a:lnTo>
                    <a:pt x="678029" y="3055603"/>
                  </a:lnTo>
                  <a:close/>
                  <a:moveTo>
                    <a:pt x="498024" y="2747235"/>
                  </a:moveTo>
                  <a:lnTo>
                    <a:pt x="605578" y="2791013"/>
                  </a:lnTo>
                  <a:lnTo>
                    <a:pt x="553484" y="2708798"/>
                  </a:lnTo>
                  <a:close/>
                  <a:moveTo>
                    <a:pt x="775427" y="2836828"/>
                  </a:moveTo>
                  <a:lnTo>
                    <a:pt x="784005" y="2834792"/>
                  </a:lnTo>
                  <a:lnTo>
                    <a:pt x="832308" y="2759437"/>
                  </a:lnTo>
                  <a:close/>
                  <a:moveTo>
                    <a:pt x="896781" y="2898854"/>
                  </a:moveTo>
                  <a:lnTo>
                    <a:pt x="884187" y="2809000"/>
                  </a:lnTo>
                  <a:lnTo>
                    <a:pt x="801257" y="2915922"/>
                  </a:lnTo>
                  <a:close/>
                  <a:moveTo>
                    <a:pt x="832308" y="2759437"/>
                  </a:moveTo>
                  <a:lnTo>
                    <a:pt x="784005" y="2834792"/>
                  </a:lnTo>
                  <a:lnTo>
                    <a:pt x="884187" y="2809000"/>
                  </a:lnTo>
                  <a:close/>
                  <a:moveTo>
                    <a:pt x="296629" y="2149909"/>
                  </a:moveTo>
                  <a:lnTo>
                    <a:pt x="337423" y="2149812"/>
                  </a:lnTo>
                  <a:lnTo>
                    <a:pt x="318499" y="2094856"/>
                  </a:lnTo>
                  <a:close/>
                  <a:moveTo>
                    <a:pt x="318499" y="2094856"/>
                  </a:moveTo>
                  <a:lnTo>
                    <a:pt x="374223" y="2138634"/>
                  </a:lnTo>
                  <a:lnTo>
                    <a:pt x="377637" y="2056419"/>
                  </a:lnTo>
                  <a:close/>
                  <a:moveTo>
                    <a:pt x="374223" y="2138634"/>
                  </a:moveTo>
                  <a:lnTo>
                    <a:pt x="407581" y="2017983"/>
                  </a:lnTo>
                  <a:lnTo>
                    <a:pt x="377637" y="2056419"/>
                  </a:lnTo>
                  <a:close/>
                  <a:moveTo>
                    <a:pt x="0" y="1563129"/>
                  </a:moveTo>
                  <a:lnTo>
                    <a:pt x="42351" y="1645344"/>
                  </a:lnTo>
                  <a:lnTo>
                    <a:pt x="87999" y="1606907"/>
                  </a:lnTo>
                  <a:close/>
                  <a:moveTo>
                    <a:pt x="1350244" y="2681046"/>
                  </a:moveTo>
                  <a:lnTo>
                    <a:pt x="1351493" y="2725143"/>
                  </a:lnTo>
                  <a:lnTo>
                    <a:pt x="1362753" y="2662304"/>
                  </a:lnTo>
                  <a:close/>
                  <a:moveTo>
                    <a:pt x="1350244" y="2681046"/>
                  </a:moveTo>
                  <a:lnTo>
                    <a:pt x="1394776" y="2560394"/>
                  </a:lnTo>
                  <a:lnTo>
                    <a:pt x="1327020" y="2598831"/>
                  </a:lnTo>
                  <a:close/>
                  <a:moveTo>
                    <a:pt x="1327020" y="2598831"/>
                  </a:moveTo>
                  <a:lnTo>
                    <a:pt x="1394776" y="2560394"/>
                  </a:lnTo>
                  <a:lnTo>
                    <a:pt x="1313568" y="2583348"/>
                  </a:lnTo>
                  <a:close/>
                  <a:moveTo>
                    <a:pt x="1394776" y="2560394"/>
                  </a:moveTo>
                  <a:lnTo>
                    <a:pt x="1348980" y="2500543"/>
                  </a:lnTo>
                  <a:lnTo>
                    <a:pt x="1313568" y="2583348"/>
                  </a:lnTo>
                  <a:close/>
                  <a:moveTo>
                    <a:pt x="1334040" y="2478180"/>
                  </a:moveTo>
                  <a:lnTo>
                    <a:pt x="1313568" y="2583348"/>
                  </a:lnTo>
                  <a:lnTo>
                    <a:pt x="1348980" y="2500543"/>
                  </a:lnTo>
                  <a:close/>
                  <a:moveTo>
                    <a:pt x="1334040" y="2478180"/>
                  </a:moveTo>
                  <a:lnTo>
                    <a:pt x="1269614" y="2516616"/>
                  </a:lnTo>
                  <a:lnTo>
                    <a:pt x="1313568" y="2583348"/>
                  </a:lnTo>
                  <a:close/>
                  <a:moveTo>
                    <a:pt x="1222006" y="2434400"/>
                  </a:moveTo>
                  <a:lnTo>
                    <a:pt x="1269614" y="2516616"/>
                  </a:lnTo>
                  <a:lnTo>
                    <a:pt x="1334040" y="2478180"/>
                  </a:lnTo>
                  <a:close/>
                  <a:moveTo>
                    <a:pt x="1194281" y="2313749"/>
                  </a:moveTo>
                  <a:lnTo>
                    <a:pt x="1185724" y="2384017"/>
                  </a:lnTo>
                  <a:lnTo>
                    <a:pt x="1245591" y="2392647"/>
                  </a:lnTo>
                  <a:close/>
                  <a:moveTo>
                    <a:pt x="1194281" y="2313749"/>
                  </a:moveTo>
                  <a:lnTo>
                    <a:pt x="1161951" y="2352185"/>
                  </a:lnTo>
                  <a:lnTo>
                    <a:pt x="1185724" y="2384017"/>
                  </a:lnTo>
                  <a:close/>
                  <a:moveTo>
                    <a:pt x="1135669" y="2269970"/>
                  </a:moveTo>
                  <a:lnTo>
                    <a:pt x="1161951" y="2352185"/>
                  </a:lnTo>
                  <a:lnTo>
                    <a:pt x="1194281" y="2313749"/>
                  </a:lnTo>
                  <a:close/>
                  <a:moveTo>
                    <a:pt x="633048" y="1690882"/>
                  </a:moveTo>
                  <a:lnTo>
                    <a:pt x="664855" y="1614661"/>
                  </a:lnTo>
                  <a:lnTo>
                    <a:pt x="631488" y="1694465"/>
                  </a:lnTo>
                  <a:close/>
                  <a:moveTo>
                    <a:pt x="631488" y="1694465"/>
                  </a:moveTo>
                  <a:lnTo>
                    <a:pt x="664855" y="1614661"/>
                  </a:lnTo>
                  <a:lnTo>
                    <a:pt x="725523" y="1573813"/>
                  </a:lnTo>
                  <a:close/>
                  <a:moveTo>
                    <a:pt x="664855" y="1614661"/>
                  </a:moveTo>
                  <a:lnTo>
                    <a:pt x="633048" y="1690882"/>
                  </a:lnTo>
                  <a:lnTo>
                    <a:pt x="641329" y="1656028"/>
                  </a:lnTo>
                  <a:close/>
                  <a:moveTo>
                    <a:pt x="1582401" y="2521958"/>
                  </a:moveTo>
                  <a:lnTo>
                    <a:pt x="1575957" y="2576655"/>
                  </a:lnTo>
                  <a:lnTo>
                    <a:pt x="1631272" y="2525685"/>
                  </a:lnTo>
                  <a:close/>
                  <a:moveTo>
                    <a:pt x="1631272" y="2525685"/>
                  </a:moveTo>
                  <a:lnTo>
                    <a:pt x="1575957" y="2576655"/>
                  </a:lnTo>
                  <a:lnTo>
                    <a:pt x="1579965" y="2606898"/>
                  </a:lnTo>
                  <a:close/>
                  <a:moveTo>
                    <a:pt x="1631272" y="2525685"/>
                  </a:moveTo>
                  <a:lnTo>
                    <a:pt x="1579965" y="2606898"/>
                  </a:lnTo>
                  <a:lnTo>
                    <a:pt x="1654212" y="2607128"/>
                  </a:lnTo>
                  <a:close/>
                  <a:moveTo>
                    <a:pt x="1654212" y="2607128"/>
                  </a:moveTo>
                  <a:lnTo>
                    <a:pt x="1579965" y="2606898"/>
                  </a:lnTo>
                  <a:lnTo>
                    <a:pt x="1662196" y="2620432"/>
                  </a:lnTo>
                  <a:close/>
                  <a:moveTo>
                    <a:pt x="1334040" y="2478180"/>
                  </a:moveTo>
                  <a:lnTo>
                    <a:pt x="1348980" y="2500543"/>
                  </a:lnTo>
                  <a:lnTo>
                    <a:pt x="1352380" y="2470553"/>
                  </a:lnTo>
                  <a:close/>
                  <a:moveTo>
                    <a:pt x="1317655" y="2168224"/>
                  </a:moveTo>
                  <a:lnTo>
                    <a:pt x="1234105" y="2205838"/>
                  </a:lnTo>
                  <a:lnTo>
                    <a:pt x="1271241" y="2193098"/>
                  </a:lnTo>
                  <a:close/>
                  <a:moveTo>
                    <a:pt x="1195805" y="2206506"/>
                  </a:moveTo>
                  <a:lnTo>
                    <a:pt x="1234105" y="2205838"/>
                  </a:lnTo>
                  <a:lnTo>
                    <a:pt x="1317655" y="2168224"/>
                  </a:lnTo>
                  <a:close/>
                  <a:moveTo>
                    <a:pt x="601523" y="1377872"/>
                  </a:moveTo>
                  <a:lnTo>
                    <a:pt x="576372" y="1409383"/>
                  </a:lnTo>
                  <a:lnTo>
                    <a:pt x="578075" y="1353659"/>
                  </a:lnTo>
                  <a:close/>
                  <a:moveTo>
                    <a:pt x="283870" y="1026196"/>
                  </a:moveTo>
                  <a:lnTo>
                    <a:pt x="242206" y="1080522"/>
                  </a:lnTo>
                  <a:lnTo>
                    <a:pt x="338755" y="1016197"/>
                  </a:lnTo>
                  <a:close/>
                  <a:moveTo>
                    <a:pt x="283870" y="1026196"/>
                  </a:moveTo>
                  <a:lnTo>
                    <a:pt x="338755" y="1016197"/>
                  </a:lnTo>
                  <a:lnTo>
                    <a:pt x="298357" y="998307"/>
                  </a:lnTo>
                  <a:close/>
                  <a:moveTo>
                    <a:pt x="338755" y="1016197"/>
                  </a:moveTo>
                  <a:lnTo>
                    <a:pt x="374953" y="959871"/>
                  </a:lnTo>
                  <a:lnTo>
                    <a:pt x="298357" y="998307"/>
                  </a:lnTo>
                  <a:close/>
                  <a:moveTo>
                    <a:pt x="301870" y="878290"/>
                  </a:moveTo>
                  <a:lnTo>
                    <a:pt x="301145" y="878107"/>
                  </a:lnTo>
                  <a:lnTo>
                    <a:pt x="374953" y="959871"/>
                  </a:lnTo>
                  <a:close/>
                  <a:moveTo>
                    <a:pt x="1180588" y="1825800"/>
                  </a:moveTo>
                  <a:lnTo>
                    <a:pt x="1158546" y="1864237"/>
                  </a:lnTo>
                  <a:lnTo>
                    <a:pt x="1172570" y="1908016"/>
                  </a:lnTo>
                  <a:close/>
                  <a:moveTo>
                    <a:pt x="439555" y="1026359"/>
                  </a:moveTo>
                  <a:lnTo>
                    <a:pt x="495070" y="941726"/>
                  </a:lnTo>
                  <a:lnTo>
                    <a:pt x="405811" y="953700"/>
                  </a:lnTo>
                  <a:close/>
                  <a:moveTo>
                    <a:pt x="513281" y="1027013"/>
                  </a:moveTo>
                  <a:lnTo>
                    <a:pt x="439555" y="1026359"/>
                  </a:lnTo>
                  <a:lnTo>
                    <a:pt x="551449" y="1038908"/>
                  </a:lnTo>
                  <a:close/>
                  <a:moveTo>
                    <a:pt x="432652" y="873404"/>
                  </a:moveTo>
                  <a:lnTo>
                    <a:pt x="374953" y="959871"/>
                  </a:lnTo>
                  <a:lnTo>
                    <a:pt x="405811" y="953700"/>
                  </a:lnTo>
                  <a:close/>
                  <a:moveTo>
                    <a:pt x="620990" y="965213"/>
                  </a:moveTo>
                  <a:lnTo>
                    <a:pt x="627458" y="994781"/>
                  </a:lnTo>
                  <a:lnTo>
                    <a:pt x="605183" y="1024607"/>
                  </a:lnTo>
                  <a:close/>
                  <a:moveTo>
                    <a:pt x="605183" y="1024607"/>
                  </a:moveTo>
                  <a:lnTo>
                    <a:pt x="620756" y="1019378"/>
                  </a:lnTo>
                  <a:lnTo>
                    <a:pt x="551449" y="1038908"/>
                  </a:lnTo>
                  <a:close/>
                  <a:moveTo>
                    <a:pt x="1844423" y="2362870"/>
                  </a:moveTo>
                  <a:lnTo>
                    <a:pt x="1909987" y="2420280"/>
                  </a:lnTo>
                  <a:lnTo>
                    <a:pt x="1864152" y="2357451"/>
                  </a:lnTo>
                  <a:close/>
                  <a:moveTo>
                    <a:pt x="1935223" y="2374856"/>
                  </a:moveTo>
                  <a:lnTo>
                    <a:pt x="1931918" y="2324434"/>
                  </a:lnTo>
                  <a:lnTo>
                    <a:pt x="1938463" y="2357629"/>
                  </a:lnTo>
                  <a:close/>
                  <a:moveTo>
                    <a:pt x="1935223" y="2374856"/>
                  </a:moveTo>
                  <a:lnTo>
                    <a:pt x="1885313" y="2362870"/>
                  </a:lnTo>
                  <a:lnTo>
                    <a:pt x="1864152" y="2357451"/>
                  </a:lnTo>
                  <a:close/>
                  <a:moveTo>
                    <a:pt x="1815166" y="2242218"/>
                  </a:moveTo>
                  <a:lnTo>
                    <a:pt x="1844423" y="2362870"/>
                  </a:lnTo>
                  <a:lnTo>
                    <a:pt x="1895070" y="2288187"/>
                  </a:lnTo>
                  <a:close/>
                  <a:moveTo>
                    <a:pt x="1895070" y="2288187"/>
                  </a:moveTo>
                  <a:lnTo>
                    <a:pt x="1844423" y="2362870"/>
                  </a:lnTo>
                  <a:lnTo>
                    <a:pt x="1864152" y="2357451"/>
                  </a:lnTo>
                  <a:close/>
                  <a:moveTo>
                    <a:pt x="1779119" y="2133326"/>
                  </a:moveTo>
                  <a:lnTo>
                    <a:pt x="1643403" y="2119765"/>
                  </a:lnTo>
                  <a:lnTo>
                    <a:pt x="1766908" y="2160003"/>
                  </a:lnTo>
                  <a:close/>
                  <a:moveTo>
                    <a:pt x="1766908" y="2160003"/>
                  </a:moveTo>
                  <a:lnTo>
                    <a:pt x="1643403" y="2119765"/>
                  </a:lnTo>
                  <a:lnTo>
                    <a:pt x="1702359" y="2167617"/>
                  </a:lnTo>
                  <a:close/>
                  <a:moveTo>
                    <a:pt x="1499794" y="1831143"/>
                  </a:moveTo>
                  <a:lnTo>
                    <a:pt x="1510547" y="1862597"/>
                  </a:lnTo>
                  <a:lnTo>
                    <a:pt x="1482960" y="1862009"/>
                  </a:lnTo>
                  <a:close/>
                  <a:moveTo>
                    <a:pt x="1510547" y="1862597"/>
                  </a:moveTo>
                  <a:lnTo>
                    <a:pt x="1508388" y="1893621"/>
                  </a:lnTo>
                  <a:lnTo>
                    <a:pt x="1482960" y="1862009"/>
                  </a:lnTo>
                  <a:close/>
                  <a:moveTo>
                    <a:pt x="1614067" y="1794878"/>
                  </a:moveTo>
                  <a:lnTo>
                    <a:pt x="1510547" y="1862597"/>
                  </a:lnTo>
                  <a:lnTo>
                    <a:pt x="1537226" y="1786240"/>
                  </a:lnTo>
                  <a:close/>
                  <a:moveTo>
                    <a:pt x="653697" y="927336"/>
                  </a:moveTo>
                  <a:lnTo>
                    <a:pt x="709537" y="920912"/>
                  </a:lnTo>
                  <a:lnTo>
                    <a:pt x="690260" y="882998"/>
                  </a:lnTo>
                  <a:close/>
                  <a:moveTo>
                    <a:pt x="709537" y="920912"/>
                  </a:moveTo>
                  <a:lnTo>
                    <a:pt x="714127" y="844562"/>
                  </a:lnTo>
                  <a:lnTo>
                    <a:pt x="690260" y="882998"/>
                  </a:lnTo>
                  <a:close/>
                  <a:moveTo>
                    <a:pt x="328108" y="330785"/>
                  </a:moveTo>
                  <a:lnTo>
                    <a:pt x="319097" y="363052"/>
                  </a:lnTo>
                  <a:lnTo>
                    <a:pt x="302424" y="351271"/>
                  </a:lnTo>
                  <a:close/>
                  <a:moveTo>
                    <a:pt x="319097" y="363052"/>
                  </a:moveTo>
                  <a:lnTo>
                    <a:pt x="328108" y="330785"/>
                  </a:lnTo>
                  <a:lnTo>
                    <a:pt x="318318" y="389707"/>
                  </a:lnTo>
                  <a:close/>
                  <a:moveTo>
                    <a:pt x="318318" y="389707"/>
                  </a:moveTo>
                  <a:lnTo>
                    <a:pt x="328108" y="330785"/>
                  </a:lnTo>
                  <a:lnTo>
                    <a:pt x="342357" y="269056"/>
                  </a:lnTo>
                  <a:close/>
                  <a:moveTo>
                    <a:pt x="1537226" y="1786240"/>
                  </a:moveTo>
                  <a:lnTo>
                    <a:pt x="1510547" y="1862597"/>
                  </a:lnTo>
                  <a:lnTo>
                    <a:pt x="1499794" y="1831143"/>
                  </a:lnTo>
                  <a:close/>
                  <a:moveTo>
                    <a:pt x="1779119" y="2133326"/>
                  </a:moveTo>
                  <a:lnTo>
                    <a:pt x="1793956" y="2153743"/>
                  </a:lnTo>
                  <a:lnTo>
                    <a:pt x="1811324" y="2077788"/>
                  </a:lnTo>
                  <a:close/>
                  <a:moveTo>
                    <a:pt x="1811324" y="2077788"/>
                  </a:moveTo>
                  <a:lnTo>
                    <a:pt x="1793956" y="2153743"/>
                  </a:lnTo>
                  <a:lnTo>
                    <a:pt x="1894285" y="2121567"/>
                  </a:lnTo>
                  <a:close/>
                  <a:moveTo>
                    <a:pt x="1811324" y="2077788"/>
                  </a:moveTo>
                  <a:lnTo>
                    <a:pt x="1894285" y="2121567"/>
                  </a:lnTo>
                  <a:lnTo>
                    <a:pt x="1862715" y="2039351"/>
                  </a:lnTo>
                  <a:close/>
                  <a:moveTo>
                    <a:pt x="1823777" y="1957136"/>
                  </a:moveTo>
                  <a:lnTo>
                    <a:pt x="1749213" y="2021508"/>
                  </a:lnTo>
                  <a:lnTo>
                    <a:pt x="1811324" y="2077788"/>
                  </a:lnTo>
                  <a:close/>
                  <a:moveTo>
                    <a:pt x="1823777" y="1957136"/>
                  </a:moveTo>
                  <a:lnTo>
                    <a:pt x="1811324" y="2077788"/>
                  </a:lnTo>
                  <a:lnTo>
                    <a:pt x="1862715" y="2039351"/>
                  </a:lnTo>
                  <a:close/>
                  <a:moveTo>
                    <a:pt x="1429576" y="1567555"/>
                  </a:moveTo>
                  <a:lnTo>
                    <a:pt x="1416778" y="1463846"/>
                  </a:lnTo>
                  <a:lnTo>
                    <a:pt x="1337929" y="1481379"/>
                  </a:lnTo>
                  <a:close/>
                  <a:moveTo>
                    <a:pt x="1251524" y="1491032"/>
                  </a:moveTo>
                  <a:lnTo>
                    <a:pt x="1337929" y="1481379"/>
                  </a:lnTo>
                  <a:lnTo>
                    <a:pt x="1327295" y="1389931"/>
                  </a:lnTo>
                  <a:close/>
                  <a:moveTo>
                    <a:pt x="1416778" y="1463846"/>
                  </a:moveTo>
                  <a:lnTo>
                    <a:pt x="1365413" y="1381630"/>
                  </a:lnTo>
                  <a:lnTo>
                    <a:pt x="1337929" y="1481379"/>
                  </a:lnTo>
                  <a:close/>
                  <a:moveTo>
                    <a:pt x="1365413" y="1381630"/>
                  </a:moveTo>
                  <a:lnTo>
                    <a:pt x="1327295" y="1389931"/>
                  </a:lnTo>
                  <a:lnTo>
                    <a:pt x="1337929" y="1481379"/>
                  </a:lnTo>
                  <a:close/>
                  <a:moveTo>
                    <a:pt x="1328862" y="1349315"/>
                  </a:moveTo>
                  <a:lnTo>
                    <a:pt x="1273079" y="1299416"/>
                  </a:lnTo>
                  <a:lnTo>
                    <a:pt x="1327295" y="1389931"/>
                  </a:lnTo>
                  <a:close/>
                  <a:moveTo>
                    <a:pt x="1327295" y="1389931"/>
                  </a:moveTo>
                  <a:lnTo>
                    <a:pt x="1273079" y="1299416"/>
                  </a:lnTo>
                  <a:lnTo>
                    <a:pt x="1221963" y="1314880"/>
                  </a:lnTo>
                  <a:close/>
                  <a:moveTo>
                    <a:pt x="1327295" y="1389931"/>
                  </a:moveTo>
                  <a:lnTo>
                    <a:pt x="1221963" y="1314880"/>
                  </a:lnTo>
                  <a:lnTo>
                    <a:pt x="1244751" y="1396445"/>
                  </a:lnTo>
                  <a:close/>
                  <a:moveTo>
                    <a:pt x="1328862" y="1349315"/>
                  </a:moveTo>
                  <a:lnTo>
                    <a:pt x="1327295" y="1389931"/>
                  </a:lnTo>
                  <a:lnTo>
                    <a:pt x="1365413" y="1381630"/>
                  </a:lnTo>
                  <a:close/>
                  <a:moveTo>
                    <a:pt x="804683" y="723910"/>
                  </a:moveTo>
                  <a:lnTo>
                    <a:pt x="847964" y="665948"/>
                  </a:lnTo>
                  <a:lnTo>
                    <a:pt x="783756" y="680131"/>
                  </a:lnTo>
                  <a:close/>
                  <a:moveTo>
                    <a:pt x="766826" y="762346"/>
                  </a:moveTo>
                  <a:lnTo>
                    <a:pt x="804683" y="723910"/>
                  </a:lnTo>
                  <a:lnTo>
                    <a:pt x="783756" y="680131"/>
                  </a:lnTo>
                  <a:close/>
                  <a:moveTo>
                    <a:pt x="371631" y="278305"/>
                  </a:moveTo>
                  <a:lnTo>
                    <a:pt x="328108" y="330785"/>
                  </a:lnTo>
                  <a:lnTo>
                    <a:pt x="302424" y="351271"/>
                  </a:lnTo>
                  <a:close/>
                  <a:moveTo>
                    <a:pt x="328108" y="330785"/>
                  </a:moveTo>
                  <a:lnTo>
                    <a:pt x="371631" y="278305"/>
                  </a:lnTo>
                  <a:lnTo>
                    <a:pt x="342357" y="269056"/>
                  </a:lnTo>
                  <a:close/>
                  <a:moveTo>
                    <a:pt x="371631" y="278305"/>
                  </a:moveTo>
                  <a:lnTo>
                    <a:pt x="419868" y="230619"/>
                  </a:lnTo>
                  <a:lnTo>
                    <a:pt x="342357" y="269056"/>
                  </a:lnTo>
                  <a:close/>
                  <a:moveTo>
                    <a:pt x="431463" y="223352"/>
                  </a:moveTo>
                  <a:lnTo>
                    <a:pt x="342357" y="269056"/>
                  </a:lnTo>
                  <a:lnTo>
                    <a:pt x="419868" y="230619"/>
                  </a:lnTo>
                  <a:close/>
                  <a:moveTo>
                    <a:pt x="431463" y="223352"/>
                  </a:moveTo>
                  <a:lnTo>
                    <a:pt x="376228" y="232037"/>
                  </a:lnTo>
                  <a:lnTo>
                    <a:pt x="342357" y="269056"/>
                  </a:lnTo>
                  <a:close/>
                  <a:moveTo>
                    <a:pt x="1903963" y="2024809"/>
                  </a:moveTo>
                  <a:lnTo>
                    <a:pt x="2004768" y="2003448"/>
                  </a:lnTo>
                  <a:lnTo>
                    <a:pt x="1958249" y="1941174"/>
                  </a:lnTo>
                  <a:close/>
                  <a:moveTo>
                    <a:pt x="1903963" y="2024809"/>
                  </a:moveTo>
                  <a:lnTo>
                    <a:pt x="1958249" y="1941174"/>
                  </a:lnTo>
                  <a:lnTo>
                    <a:pt x="1883943" y="1940992"/>
                  </a:lnTo>
                  <a:close/>
                  <a:moveTo>
                    <a:pt x="2004768" y="2003448"/>
                  </a:moveTo>
                  <a:lnTo>
                    <a:pt x="2013184" y="2020733"/>
                  </a:lnTo>
                  <a:lnTo>
                    <a:pt x="2095111" y="2048385"/>
                  </a:lnTo>
                  <a:close/>
                  <a:moveTo>
                    <a:pt x="1883943" y="1940992"/>
                  </a:moveTo>
                  <a:lnTo>
                    <a:pt x="1918550" y="1882113"/>
                  </a:lnTo>
                  <a:lnTo>
                    <a:pt x="1847161" y="1893858"/>
                  </a:lnTo>
                  <a:close/>
                  <a:moveTo>
                    <a:pt x="1883943" y="1940992"/>
                  </a:moveTo>
                  <a:lnTo>
                    <a:pt x="1958249" y="1941174"/>
                  </a:lnTo>
                  <a:lnTo>
                    <a:pt x="1918550" y="1882113"/>
                  </a:lnTo>
                  <a:close/>
                  <a:moveTo>
                    <a:pt x="1416778" y="1463846"/>
                  </a:moveTo>
                  <a:lnTo>
                    <a:pt x="1438025" y="1478799"/>
                  </a:lnTo>
                  <a:lnTo>
                    <a:pt x="1438611" y="1460117"/>
                  </a:lnTo>
                  <a:close/>
                  <a:moveTo>
                    <a:pt x="1365413" y="1381630"/>
                  </a:moveTo>
                  <a:lnTo>
                    <a:pt x="1438611" y="1460117"/>
                  </a:lnTo>
                  <a:lnTo>
                    <a:pt x="1427888" y="1368742"/>
                  </a:lnTo>
                  <a:close/>
                  <a:moveTo>
                    <a:pt x="1365413" y="1381630"/>
                  </a:moveTo>
                  <a:lnTo>
                    <a:pt x="1416778" y="1463846"/>
                  </a:lnTo>
                  <a:lnTo>
                    <a:pt x="1438611" y="1460117"/>
                  </a:lnTo>
                  <a:close/>
                  <a:moveTo>
                    <a:pt x="1530875" y="1445701"/>
                  </a:moveTo>
                  <a:lnTo>
                    <a:pt x="1438611" y="1460117"/>
                  </a:lnTo>
                  <a:lnTo>
                    <a:pt x="1438025" y="1478799"/>
                  </a:lnTo>
                  <a:close/>
                  <a:moveTo>
                    <a:pt x="1540193" y="1366930"/>
                  </a:moveTo>
                  <a:lnTo>
                    <a:pt x="1514429" y="1343194"/>
                  </a:lnTo>
                  <a:lnTo>
                    <a:pt x="1530875" y="1445701"/>
                  </a:lnTo>
                  <a:close/>
                  <a:moveTo>
                    <a:pt x="1530875" y="1445701"/>
                  </a:moveTo>
                  <a:lnTo>
                    <a:pt x="1514429" y="1343194"/>
                  </a:lnTo>
                  <a:lnTo>
                    <a:pt x="1427888" y="1368742"/>
                  </a:lnTo>
                  <a:close/>
                  <a:moveTo>
                    <a:pt x="1530875" y="1445701"/>
                  </a:moveTo>
                  <a:lnTo>
                    <a:pt x="1427888" y="1368742"/>
                  </a:lnTo>
                  <a:lnTo>
                    <a:pt x="1438611" y="1460117"/>
                  </a:lnTo>
                  <a:close/>
                  <a:moveTo>
                    <a:pt x="1334351" y="1284103"/>
                  </a:moveTo>
                  <a:lnTo>
                    <a:pt x="1328862" y="1349315"/>
                  </a:lnTo>
                  <a:lnTo>
                    <a:pt x="1419453" y="1260979"/>
                  </a:lnTo>
                  <a:close/>
                  <a:moveTo>
                    <a:pt x="1328862" y="1349315"/>
                  </a:moveTo>
                  <a:lnTo>
                    <a:pt x="1365413" y="1381630"/>
                  </a:lnTo>
                  <a:lnTo>
                    <a:pt x="1419453" y="1260979"/>
                  </a:lnTo>
                  <a:close/>
                  <a:moveTo>
                    <a:pt x="1419453" y="1260979"/>
                  </a:moveTo>
                  <a:lnTo>
                    <a:pt x="1365413" y="1381630"/>
                  </a:lnTo>
                  <a:lnTo>
                    <a:pt x="1441320" y="1275919"/>
                  </a:lnTo>
                  <a:close/>
                  <a:moveTo>
                    <a:pt x="1441320" y="1275919"/>
                  </a:moveTo>
                  <a:lnTo>
                    <a:pt x="1365413" y="1381630"/>
                  </a:lnTo>
                  <a:lnTo>
                    <a:pt x="1427888" y="1368742"/>
                  </a:lnTo>
                  <a:close/>
                  <a:moveTo>
                    <a:pt x="1427888" y="1368742"/>
                  </a:moveTo>
                  <a:lnTo>
                    <a:pt x="1514429" y="1343194"/>
                  </a:lnTo>
                  <a:lnTo>
                    <a:pt x="1441320" y="1275919"/>
                  </a:lnTo>
                  <a:close/>
                  <a:moveTo>
                    <a:pt x="1300900" y="1217201"/>
                  </a:moveTo>
                  <a:lnTo>
                    <a:pt x="1419453" y="1260979"/>
                  </a:lnTo>
                  <a:lnTo>
                    <a:pt x="1391695" y="1178764"/>
                  </a:lnTo>
                  <a:close/>
                  <a:moveTo>
                    <a:pt x="445046" y="221157"/>
                  </a:moveTo>
                  <a:lnTo>
                    <a:pt x="419868" y="230619"/>
                  </a:lnTo>
                  <a:lnTo>
                    <a:pt x="485273" y="209335"/>
                  </a:lnTo>
                  <a:close/>
                  <a:moveTo>
                    <a:pt x="502912" y="230619"/>
                  </a:moveTo>
                  <a:lnTo>
                    <a:pt x="445046" y="221157"/>
                  </a:lnTo>
                  <a:lnTo>
                    <a:pt x="508176" y="231511"/>
                  </a:lnTo>
                  <a:close/>
                  <a:moveTo>
                    <a:pt x="508176" y="231511"/>
                  </a:moveTo>
                  <a:lnTo>
                    <a:pt x="445046" y="221157"/>
                  </a:lnTo>
                  <a:lnTo>
                    <a:pt x="485273" y="209335"/>
                  </a:lnTo>
                  <a:close/>
                  <a:moveTo>
                    <a:pt x="508176" y="231511"/>
                  </a:moveTo>
                  <a:lnTo>
                    <a:pt x="485273" y="209335"/>
                  </a:lnTo>
                  <a:lnTo>
                    <a:pt x="569311" y="244883"/>
                  </a:lnTo>
                  <a:close/>
                  <a:moveTo>
                    <a:pt x="629816" y="192440"/>
                  </a:moveTo>
                  <a:lnTo>
                    <a:pt x="508176" y="231511"/>
                  </a:lnTo>
                  <a:lnTo>
                    <a:pt x="569311" y="244883"/>
                  </a:lnTo>
                  <a:close/>
                  <a:moveTo>
                    <a:pt x="431463" y="223352"/>
                  </a:moveTo>
                  <a:lnTo>
                    <a:pt x="419868" y="230619"/>
                  </a:lnTo>
                  <a:lnTo>
                    <a:pt x="445046" y="221157"/>
                  </a:lnTo>
                  <a:close/>
                  <a:moveTo>
                    <a:pt x="445046" y="221157"/>
                  </a:moveTo>
                  <a:lnTo>
                    <a:pt x="502912" y="230619"/>
                  </a:lnTo>
                  <a:lnTo>
                    <a:pt x="431463" y="223352"/>
                  </a:lnTo>
                  <a:close/>
                  <a:moveTo>
                    <a:pt x="2041844" y="2073398"/>
                  </a:moveTo>
                  <a:lnTo>
                    <a:pt x="2095111" y="2048385"/>
                  </a:lnTo>
                  <a:lnTo>
                    <a:pt x="2013184" y="2020733"/>
                  </a:lnTo>
                  <a:close/>
                  <a:moveTo>
                    <a:pt x="1514429" y="1343194"/>
                  </a:moveTo>
                  <a:lnTo>
                    <a:pt x="1540193" y="1366930"/>
                  </a:lnTo>
                  <a:lnTo>
                    <a:pt x="1547501" y="1332092"/>
                  </a:lnTo>
                  <a:close/>
                  <a:moveTo>
                    <a:pt x="1446454" y="1253557"/>
                  </a:moveTo>
                  <a:lnTo>
                    <a:pt x="1441320" y="1275919"/>
                  </a:lnTo>
                  <a:lnTo>
                    <a:pt x="1529470" y="1222543"/>
                  </a:lnTo>
                  <a:close/>
                  <a:moveTo>
                    <a:pt x="1441320" y="1275919"/>
                  </a:moveTo>
                  <a:lnTo>
                    <a:pt x="1514429" y="1343194"/>
                  </a:lnTo>
                  <a:lnTo>
                    <a:pt x="1529470" y="1222543"/>
                  </a:lnTo>
                  <a:close/>
                  <a:moveTo>
                    <a:pt x="1529470" y="1222543"/>
                  </a:moveTo>
                  <a:lnTo>
                    <a:pt x="1514429" y="1343194"/>
                  </a:lnTo>
                  <a:lnTo>
                    <a:pt x="1568244" y="1256606"/>
                  </a:lnTo>
                  <a:close/>
                  <a:moveTo>
                    <a:pt x="1568244" y="1256606"/>
                  </a:moveTo>
                  <a:lnTo>
                    <a:pt x="1514429" y="1343194"/>
                  </a:lnTo>
                  <a:lnTo>
                    <a:pt x="1547501" y="1332092"/>
                  </a:lnTo>
                  <a:close/>
                  <a:moveTo>
                    <a:pt x="1641050" y="1316630"/>
                  </a:moveTo>
                  <a:lnTo>
                    <a:pt x="1547501" y="1332092"/>
                  </a:lnTo>
                  <a:lnTo>
                    <a:pt x="1540193" y="1366930"/>
                  </a:lnTo>
                  <a:close/>
                  <a:moveTo>
                    <a:pt x="1547501" y="1332092"/>
                  </a:moveTo>
                  <a:lnTo>
                    <a:pt x="1641050" y="1316630"/>
                  </a:lnTo>
                  <a:lnTo>
                    <a:pt x="1568244" y="1256606"/>
                  </a:lnTo>
                  <a:close/>
                  <a:moveTo>
                    <a:pt x="1419453" y="1260979"/>
                  </a:moveTo>
                  <a:lnTo>
                    <a:pt x="1441320" y="1275919"/>
                  </a:lnTo>
                  <a:lnTo>
                    <a:pt x="1446454" y="1253557"/>
                  </a:lnTo>
                  <a:close/>
                  <a:moveTo>
                    <a:pt x="684875" y="183097"/>
                  </a:moveTo>
                  <a:lnTo>
                    <a:pt x="629816" y="192440"/>
                  </a:lnTo>
                  <a:lnTo>
                    <a:pt x="569311" y="244883"/>
                  </a:lnTo>
                  <a:close/>
                  <a:moveTo>
                    <a:pt x="731603" y="169968"/>
                  </a:moveTo>
                  <a:lnTo>
                    <a:pt x="631143" y="192183"/>
                  </a:lnTo>
                  <a:lnTo>
                    <a:pt x="754903" y="166260"/>
                  </a:lnTo>
                  <a:close/>
                  <a:moveTo>
                    <a:pt x="754903" y="166260"/>
                  </a:moveTo>
                  <a:lnTo>
                    <a:pt x="631143" y="192183"/>
                  </a:lnTo>
                  <a:lnTo>
                    <a:pt x="629816" y="192440"/>
                  </a:lnTo>
                  <a:close/>
                  <a:moveTo>
                    <a:pt x="754903" y="166260"/>
                  </a:moveTo>
                  <a:lnTo>
                    <a:pt x="629816" y="192440"/>
                  </a:lnTo>
                  <a:lnTo>
                    <a:pt x="684875" y="183097"/>
                  </a:lnTo>
                  <a:close/>
                  <a:moveTo>
                    <a:pt x="1691281" y="1304758"/>
                  </a:moveTo>
                  <a:lnTo>
                    <a:pt x="1716750" y="1266321"/>
                  </a:lnTo>
                  <a:lnTo>
                    <a:pt x="1648485" y="1277956"/>
                  </a:lnTo>
                  <a:close/>
                  <a:moveTo>
                    <a:pt x="1716750" y="1266321"/>
                  </a:moveTo>
                  <a:lnTo>
                    <a:pt x="1696258" y="1241370"/>
                  </a:lnTo>
                  <a:lnTo>
                    <a:pt x="1648485" y="1277956"/>
                  </a:lnTo>
                  <a:close/>
                  <a:moveTo>
                    <a:pt x="1648485" y="1277956"/>
                  </a:moveTo>
                  <a:lnTo>
                    <a:pt x="1696258" y="1241370"/>
                  </a:lnTo>
                  <a:lnTo>
                    <a:pt x="1568244" y="1256606"/>
                  </a:lnTo>
                  <a:close/>
                  <a:moveTo>
                    <a:pt x="1584942" y="1201561"/>
                  </a:moveTo>
                  <a:lnTo>
                    <a:pt x="1666015" y="1128296"/>
                  </a:lnTo>
                  <a:lnTo>
                    <a:pt x="1651170" y="1108219"/>
                  </a:lnTo>
                  <a:close/>
                  <a:moveTo>
                    <a:pt x="1522023" y="952437"/>
                  </a:moveTo>
                  <a:lnTo>
                    <a:pt x="1443222" y="975897"/>
                  </a:lnTo>
                  <a:lnTo>
                    <a:pt x="1554199" y="988891"/>
                  </a:lnTo>
                  <a:close/>
                  <a:moveTo>
                    <a:pt x="1554199" y="988891"/>
                  </a:moveTo>
                  <a:lnTo>
                    <a:pt x="1443222" y="975897"/>
                  </a:lnTo>
                  <a:lnTo>
                    <a:pt x="1426350" y="1004745"/>
                  </a:lnTo>
                  <a:close/>
                  <a:moveTo>
                    <a:pt x="1554199" y="988891"/>
                  </a:moveTo>
                  <a:lnTo>
                    <a:pt x="1426350" y="1004745"/>
                  </a:lnTo>
                  <a:lnTo>
                    <a:pt x="1481724" y="996578"/>
                  </a:lnTo>
                  <a:close/>
                  <a:moveTo>
                    <a:pt x="999184" y="522272"/>
                  </a:moveTo>
                  <a:lnTo>
                    <a:pt x="1046757" y="535398"/>
                  </a:lnTo>
                  <a:lnTo>
                    <a:pt x="1027626" y="482607"/>
                  </a:lnTo>
                  <a:close/>
                  <a:moveTo>
                    <a:pt x="1027626" y="482607"/>
                  </a:moveTo>
                  <a:lnTo>
                    <a:pt x="1069062" y="526386"/>
                  </a:lnTo>
                  <a:lnTo>
                    <a:pt x="1094028" y="444170"/>
                  </a:lnTo>
                  <a:close/>
                  <a:moveTo>
                    <a:pt x="1101239" y="409980"/>
                  </a:moveTo>
                  <a:lnTo>
                    <a:pt x="1027626" y="482607"/>
                  </a:lnTo>
                  <a:lnTo>
                    <a:pt x="1094028" y="444170"/>
                  </a:lnTo>
                  <a:close/>
                  <a:moveTo>
                    <a:pt x="835427" y="115310"/>
                  </a:moveTo>
                  <a:lnTo>
                    <a:pt x="828340" y="151914"/>
                  </a:lnTo>
                  <a:lnTo>
                    <a:pt x="819053" y="190906"/>
                  </a:lnTo>
                  <a:close/>
                  <a:moveTo>
                    <a:pt x="819053" y="190906"/>
                  </a:moveTo>
                  <a:lnTo>
                    <a:pt x="828340" y="151914"/>
                  </a:lnTo>
                  <a:lnTo>
                    <a:pt x="827553" y="159230"/>
                  </a:lnTo>
                  <a:close/>
                  <a:moveTo>
                    <a:pt x="819053" y="190906"/>
                  </a:moveTo>
                  <a:lnTo>
                    <a:pt x="827553" y="159230"/>
                  </a:lnTo>
                  <a:lnTo>
                    <a:pt x="754903" y="166260"/>
                  </a:lnTo>
                  <a:close/>
                  <a:moveTo>
                    <a:pt x="863301" y="77684"/>
                  </a:moveTo>
                  <a:lnTo>
                    <a:pt x="828340" y="151914"/>
                  </a:lnTo>
                  <a:lnTo>
                    <a:pt x="835427" y="115310"/>
                  </a:lnTo>
                  <a:close/>
                  <a:moveTo>
                    <a:pt x="1765584" y="1175886"/>
                  </a:moveTo>
                  <a:lnTo>
                    <a:pt x="1696242" y="1171668"/>
                  </a:lnTo>
                  <a:lnTo>
                    <a:pt x="1806777" y="1242488"/>
                  </a:lnTo>
                  <a:close/>
                  <a:moveTo>
                    <a:pt x="1696242" y="1171668"/>
                  </a:moveTo>
                  <a:lnTo>
                    <a:pt x="1747228" y="1153281"/>
                  </a:lnTo>
                  <a:lnTo>
                    <a:pt x="1666015" y="1128296"/>
                  </a:lnTo>
                  <a:close/>
                  <a:moveTo>
                    <a:pt x="1696242" y="1171668"/>
                  </a:moveTo>
                  <a:lnTo>
                    <a:pt x="1765584" y="1175886"/>
                  </a:lnTo>
                  <a:lnTo>
                    <a:pt x="1747228" y="1153281"/>
                  </a:lnTo>
                  <a:close/>
                  <a:moveTo>
                    <a:pt x="908105" y="29998"/>
                  </a:moveTo>
                  <a:lnTo>
                    <a:pt x="863301" y="77684"/>
                  </a:lnTo>
                  <a:lnTo>
                    <a:pt x="835427" y="115310"/>
                  </a:lnTo>
                  <a:close/>
                  <a:moveTo>
                    <a:pt x="1303788" y="179557"/>
                  </a:moveTo>
                  <a:lnTo>
                    <a:pt x="1284601" y="123442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284601" y="123442"/>
                  </a:lnTo>
                  <a:lnTo>
                    <a:pt x="1303788" y="179557"/>
                  </a:lnTo>
                  <a:close/>
                  <a:moveTo>
                    <a:pt x="1284601" y="123442"/>
                  </a:moveTo>
                  <a:lnTo>
                    <a:pt x="1276106" y="120653"/>
                  </a:lnTo>
                  <a:lnTo>
                    <a:pt x="1286275" y="114080"/>
                  </a:lnTo>
                  <a:close/>
                  <a:moveTo>
                    <a:pt x="1626739" y="411076"/>
                  </a:moveTo>
                  <a:lnTo>
                    <a:pt x="1617126" y="435250"/>
                  </a:lnTo>
                  <a:lnTo>
                    <a:pt x="1581474" y="445262"/>
                  </a:lnTo>
                  <a:close/>
                  <a:moveTo>
                    <a:pt x="1626739" y="411076"/>
                  </a:moveTo>
                  <a:lnTo>
                    <a:pt x="1596600" y="438360"/>
                  </a:lnTo>
                  <a:lnTo>
                    <a:pt x="1617126" y="435250"/>
                  </a:lnTo>
                  <a:close/>
                  <a:moveTo>
                    <a:pt x="1619490" y="328861"/>
                  </a:moveTo>
                  <a:lnTo>
                    <a:pt x="1520480" y="367298"/>
                  </a:lnTo>
                  <a:lnTo>
                    <a:pt x="1626739" y="411076"/>
                  </a:lnTo>
                  <a:close/>
                  <a:moveTo>
                    <a:pt x="1310351" y="204093"/>
                  </a:moveTo>
                  <a:lnTo>
                    <a:pt x="1331726" y="164431"/>
                  </a:lnTo>
                  <a:lnTo>
                    <a:pt x="1312809" y="200602"/>
                  </a:lnTo>
                  <a:close/>
                  <a:moveTo>
                    <a:pt x="1310917" y="202867"/>
                  </a:moveTo>
                  <a:lnTo>
                    <a:pt x="1310351" y="204093"/>
                  </a:lnTo>
                  <a:lnTo>
                    <a:pt x="1312809" y="200602"/>
                  </a:lnTo>
                  <a:close/>
                  <a:moveTo>
                    <a:pt x="1312809" y="200602"/>
                  </a:moveTo>
                  <a:lnTo>
                    <a:pt x="1343688" y="113535"/>
                  </a:lnTo>
                  <a:lnTo>
                    <a:pt x="1310917" y="202867"/>
                  </a:lnTo>
                  <a:close/>
                  <a:moveTo>
                    <a:pt x="1297702" y="112791"/>
                  </a:moveTo>
                  <a:lnTo>
                    <a:pt x="1303788" y="179557"/>
                  </a:lnTo>
                  <a:lnTo>
                    <a:pt x="1310917" y="202867"/>
                  </a:lnTo>
                  <a:close/>
                  <a:moveTo>
                    <a:pt x="1342221" y="82215"/>
                  </a:moveTo>
                  <a:lnTo>
                    <a:pt x="1297702" y="112791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303788" y="179557"/>
                  </a:lnTo>
                  <a:lnTo>
                    <a:pt x="1297702" y="112791"/>
                  </a:lnTo>
                  <a:close/>
                  <a:moveTo>
                    <a:pt x="1343688" y="113535"/>
                  </a:moveTo>
                  <a:lnTo>
                    <a:pt x="1312809" y="200602"/>
                  </a:lnTo>
                  <a:lnTo>
                    <a:pt x="1331726" y="164431"/>
                  </a:lnTo>
                  <a:close/>
                  <a:moveTo>
                    <a:pt x="1286275" y="114080"/>
                  </a:moveTo>
                  <a:lnTo>
                    <a:pt x="1276106" y="120653"/>
                  </a:lnTo>
                  <a:lnTo>
                    <a:pt x="1297702" y="112791"/>
                  </a:lnTo>
                  <a:close/>
                  <a:moveTo>
                    <a:pt x="1295916" y="38437"/>
                  </a:moveTo>
                  <a:lnTo>
                    <a:pt x="1342221" y="82215"/>
                  </a:lnTo>
                  <a:lnTo>
                    <a:pt x="1325385" y="0"/>
                  </a:lnTo>
                  <a:close/>
                  <a:moveTo>
                    <a:pt x="1626739" y="411076"/>
                  </a:moveTo>
                  <a:lnTo>
                    <a:pt x="1645223" y="372639"/>
                  </a:lnTo>
                  <a:lnTo>
                    <a:pt x="1619490" y="328861"/>
                  </a:lnTo>
                  <a:close/>
                  <a:moveTo>
                    <a:pt x="1679964" y="256182"/>
                  </a:moveTo>
                  <a:lnTo>
                    <a:pt x="1645748" y="311889"/>
                  </a:lnTo>
                  <a:lnTo>
                    <a:pt x="1657144" y="208209"/>
                  </a:lnTo>
                  <a:close/>
                  <a:moveTo>
                    <a:pt x="1385347" y="43779"/>
                  </a:moveTo>
                  <a:lnTo>
                    <a:pt x="1325385" y="0"/>
                  </a:lnTo>
                  <a:lnTo>
                    <a:pt x="1342221" y="82215"/>
                  </a:lnTo>
                  <a:close/>
                  <a:moveTo>
                    <a:pt x="1792185" y="251988"/>
                  </a:moveTo>
                  <a:lnTo>
                    <a:pt x="1793365" y="249766"/>
                  </a:lnTo>
                  <a:lnTo>
                    <a:pt x="1657144" y="208209"/>
                  </a:lnTo>
                  <a:close/>
                  <a:moveTo>
                    <a:pt x="1677423" y="290424"/>
                  </a:moveTo>
                  <a:lnTo>
                    <a:pt x="1792185" y="251988"/>
                  </a:lnTo>
                  <a:lnTo>
                    <a:pt x="1657144" y="20820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86" name="Candidate_density__2085">
              <a:extLst>
                <a:ext uri="{FF2B5EF4-FFF2-40B4-BE49-F238E27FC236}">
                  <a16:creationId xmlns:a16="http://schemas.microsoft.com/office/drawing/2014/main" id="{1934841F-E43B-6ECA-11CD-829D2C2EF0CE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74817"/>
              <a:ext cx="2013184" cy="3076094"/>
            </a:xfrm>
            <a:custGeom>
              <a:avLst/>
              <a:gdLst/>
              <a:ahLst/>
              <a:cxnLst/>
              <a:rect l="0" t="0" r="0" b="0"/>
              <a:pathLst>
                <a:path w="2013184" h="3076094">
                  <a:moveTo>
                    <a:pt x="512176" y="2991317"/>
                  </a:moveTo>
                  <a:lnTo>
                    <a:pt x="511756" y="3004090"/>
                  </a:lnTo>
                  <a:lnTo>
                    <a:pt x="577188" y="2955443"/>
                  </a:lnTo>
                  <a:close/>
                  <a:moveTo>
                    <a:pt x="577188" y="2955443"/>
                  </a:moveTo>
                  <a:lnTo>
                    <a:pt x="511756" y="3004090"/>
                  </a:lnTo>
                  <a:lnTo>
                    <a:pt x="551293" y="3076094"/>
                  </a:lnTo>
                  <a:close/>
                  <a:moveTo>
                    <a:pt x="506503" y="2993879"/>
                  </a:moveTo>
                  <a:lnTo>
                    <a:pt x="511756" y="3004090"/>
                  </a:lnTo>
                  <a:lnTo>
                    <a:pt x="512176" y="2991317"/>
                  </a:lnTo>
                  <a:close/>
                  <a:moveTo>
                    <a:pt x="490611" y="2911664"/>
                  </a:moveTo>
                  <a:lnTo>
                    <a:pt x="512176" y="2991317"/>
                  </a:lnTo>
                  <a:lnTo>
                    <a:pt x="577188" y="2955443"/>
                  </a:lnTo>
                  <a:close/>
                  <a:moveTo>
                    <a:pt x="490611" y="2911664"/>
                  </a:moveTo>
                  <a:lnTo>
                    <a:pt x="577188" y="2955443"/>
                  </a:lnTo>
                  <a:lnTo>
                    <a:pt x="554494" y="2873228"/>
                  </a:lnTo>
                  <a:close/>
                  <a:moveTo>
                    <a:pt x="577188" y="2955443"/>
                  </a:moveTo>
                  <a:lnTo>
                    <a:pt x="678029" y="3017166"/>
                  </a:lnTo>
                  <a:lnTo>
                    <a:pt x="677297" y="2917669"/>
                  </a:lnTo>
                  <a:close/>
                  <a:moveTo>
                    <a:pt x="679882" y="2917006"/>
                  </a:moveTo>
                  <a:lnTo>
                    <a:pt x="677297" y="2917669"/>
                  </a:lnTo>
                  <a:lnTo>
                    <a:pt x="678029" y="3017166"/>
                  </a:lnTo>
                  <a:close/>
                  <a:moveTo>
                    <a:pt x="646184" y="2834791"/>
                  </a:moveTo>
                  <a:lnTo>
                    <a:pt x="677297" y="2917669"/>
                  </a:lnTo>
                  <a:lnTo>
                    <a:pt x="676458" y="2910820"/>
                  </a:lnTo>
                  <a:close/>
                  <a:moveTo>
                    <a:pt x="577188" y="2955443"/>
                  </a:moveTo>
                  <a:lnTo>
                    <a:pt x="677297" y="2917669"/>
                  </a:lnTo>
                  <a:lnTo>
                    <a:pt x="646184" y="2834791"/>
                  </a:lnTo>
                  <a:close/>
                  <a:moveTo>
                    <a:pt x="554494" y="2873228"/>
                  </a:moveTo>
                  <a:lnTo>
                    <a:pt x="577188" y="2955443"/>
                  </a:lnTo>
                  <a:lnTo>
                    <a:pt x="646184" y="2834791"/>
                  </a:lnTo>
                  <a:close/>
                  <a:moveTo>
                    <a:pt x="677297" y="2917669"/>
                  </a:moveTo>
                  <a:lnTo>
                    <a:pt x="679882" y="2917006"/>
                  </a:lnTo>
                  <a:lnTo>
                    <a:pt x="676458" y="2910820"/>
                  </a:lnTo>
                  <a:close/>
                  <a:moveTo>
                    <a:pt x="538287" y="2791013"/>
                  </a:moveTo>
                  <a:lnTo>
                    <a:pt x="554494" y="2873228"/>
                  </a:lnTo>
                  <a:lnTo>
                    <a:pt x="646184" y="2834791"/>
                  </a:lnTo>
                  <a:close/>
                  <a:moveTo>
                    <a:pt x="538287" y="2791013"/>
                  </a:moveTo>
                  <a:lnTo>
                    <a:pt x="646184" y="2834791"/>
                  </a:lnTo>
                  <a:lnTo>
                    <a:pt x="605578" y="2752576"/>
                  </a:lnTo>
                  <a:close/>
                  <a:moveTo>
                    <a:pt x="519465" y="2588146"/>
                  </a:moveTo>
                  <a:lnTo>
                    <a:pt x="498024" y="2708798"/>
                  </a:lnTo>
                  <a:lnTo>
                    <a:pt x="553484" y="2670361"/>
                  </a:lnTo>
                  <a:close/>
                  <a:moveTo>
                    <a:pt x="797780" y="2878570"/>
                  </a:moveTo>
                  <a:lnTo>
                    <a:pt x="793423" y="2854273"/>
                  </a:lnTo>
                  <a:lnTo>
                    <a:pt x="679882" y="2917006"/>
                  </a:lnTo>
                  <a:close/>
                  <a:moveTo>
                    <a:pt x="679882" y="2917006"/>
                  </a:moveTo>
                  <a:lnTo>
                    <a:pt x="793423" y="2854273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93423" y="2854273"/>
                  </a:lnTo>
                  <a:lnTo>
                    <a:pt x="775427" y="2798391"/>
                  </a:lnTo>
                  <a:close/>
                  <a:moveTo>
                    <a:pt x="679882" y="2917006"/>
                  </a:moveTo>
                  <a:lnTo>
                    <a:pt x="665108" y="2827487"/>
                  </a:lnTo>
                  <a:lnTo>
                    <a:pt x="676458" y="2910820"/>
                  </a:lnTo>
                  <a:close/>
                  <a:moveTo>
                    <a:pt x="646184" y="2834791"/>
                  </a:moveTo>
                  <a:lnTo>
                    <a:pt x="676458" y="2910820"/>
                  </a:lnTo>
                  <a:lnTo>
                    <a:pt x="665108" y="2827487"/>
                  </a:lnTo>
                  <a:close/>
                  <a:moveTo>
                    <a:pt x="605578" y="2752576"/>
                  </a:moveTo>
                  <a:lnTo>
                    <a:pt x="665108" y="2827487"/>
                  </a:lnTo>
                  <a:lnTo>
                    <a:pt x="654993" y="2735617"/>
                  </a:lnTo>
                  <a:close/>
                  <a:moveTo>
                    <a:pt x="605578" y="2752576"/>
                  </a:moveTo>
                  <a:lnTo>
                    <a:pt x="646184" y="2834791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75427" y="2798391"/>
                  </a:lnTo>
                  <a:lnTo>
                    <a:pt x="739933" y="2727156"/>
                  </a:lnTo>
                  <a:close/>
                  <a:moveTo>
                    <a:pt x="665108" y="2827487"/>
                  </a:moveTo>
                  <a:lnTo>
                    <a:pt x="739933" y="2727156"/>
                  </a:lnTo>
                  <a:lnTo>
                    <a:pt x="654993" y="2735617"/>
                  </a:lnTo>
                  <a:close/>
                  <a:moveTo>
                    <a:pt x="775427" y="2798391"/>
                  </a:moveTo>
                  <a:lnTo>
                    <a:pt x="793423" y="2854273"/>
                  </a:lnTo>
                  <a:lnTo>
                    <a:pt x="784005" y="2796355"/>
                  </a:lnTo>
                  <a:close/>
                  <a:moveTo>
                    <a:pt x="553484" y="2670361"/>
                  </a:moveTo>
                  <a:lnTo>
                    <a:pt x="654993" y="2735617"/>
                  </a:lnTo>
                  <a:lnTo>
                    <a:pt x="640069" y="2647658"/>
                  </a:lnTo>
                  <a:close/>
                  <a:moveTo>
                    <a:pt x="553484" y="2670361"/>
                  </a:moveTo>
                  <a:lnTo>
                    <a:pt x="605578" y="2752576"/>
                  </a:lnTo>
                  <a:lnTo>
                    <a:pt x="654993" y="2735617"/>
                  </a:lnTo>
                  <a:close/>
                  <a:moveTo>
                    <a:pt x="519465" y="2588146"/>
                  </a:moveTo>
                  <a:lnTo>
                    <a:pt x="640069" y="2647658"/>
                  </a:lnTo>
                  <a:lnTo>
                    <a:pt x="617877" y="2565608"/>
                  </a:lnTo>
                  <a:close/>
                  <a:moveTo>
                    <a:pt x="519465" y="2588146"/>
                  </a:moveTo>
                  <a:lnTo>
                    <a:pt x="553484" y="2670361"/>
                  </a:lnTo>
                  <a:lnTo>
                    <a:pt x="640069" y="2647658"/>
                  </a:lnTo>
                  <a:close/>
                  <a:moveTo>
                    <a:pt x="801257" y="2877484"/>
                  </a:moveTo>
                  <a:lnTo>
                    <a:pt x="784005" y="2796355"/>
                  </a:lnTo>
                  <a:lnTo>
                    <a:pt x="793423" y="2854273"/>
                  </a:lnTo>
                  <a:close/>
                  <a:moveTo>
                    <a:pt x="884187" y="2770563"/>
                  </a:moveTo>
                  <a:lnTo>
                    <a:pt x="784005" y="2796355"/>
                  </a:lnTo>
                  <a:lnTo>
                    <a:pt x="801257" y="2877484"/>
                  </a:lnTo>
                  <a:close/>
                  <a:moveTo>
                    <a:pt x="0" y="1524692"/>
                  </a:moveTo>
                  <a:lnTo>
                    <a:pt x="87999" y="1568470"/>
                  </a:lnTo>
                  <a:lnTo>
                    <a:pt x="75313" y="1486255"/>
                  </a:lnTo>
                  <a:close/>
                  <a:moveTo>
                    <a:pt x="87496" y="1456470"/>
                  </a:moveTo>
                  <a:lnTo>
                    <a:pt x="0" y="1524692"/>
                  </a:lnTo>
                  <a:lnTo>
                    <a:pt x="75313" y="1486255"/>
                  </a:lnTo>
                  <a:close/>
                  <a:moveTo>
                    <a:pt x="1050096" y="2637266"/>
                  </a:moveTo>
                  <a:lnTo>
                    <a:pt x="1093632" y="2710328"/>
                  </a:lnTo>
                  <a:lnTo>
                    <a:pt x="1117368" y="2602083"/>
                  </a:lnTo>
                  <a:close/>
                  <a:moveTo>
                    <a:pt x="1032173" y="2555051"/>
                  </a:moveTo>
                  <a:lnTo>
                    <a:pt x="1117368" y="2602083"/>
                  </a:lnTo>
                  <a:lnTo>
                    <a:pt x="1066028" y="2543730"/>
                  </a:lnTo>
                  <a:close/>
                  <a:moveTo>
                    <a:pt x="1032173" y="2555051"/>
                  </a:moveTo>
                  <a:lnTo>
                    <a:pt x="1050096" y="2637266"/>
                  </a:lnTo>
                  <a:lnTo>
                    <a:pt x="1117368" y="2602083"/>
                  </a:lnTo>
                  <a:close/>
                  <a:moveTo>
                    <a:pt x="75313" y="1486255"/>
                  </a:moveTo>
                  <a:lnTo>
                    <a:pt x="156500" y="1499262"/>
                  </a:lnTo>
                  <a:lnTo>
                    <a:pt x="110506" y="1474025"/>
                  </a:lnTo>
                  <a:close/>
                  <a:moveTo>
                    <a:pt x="87496" y="1456470"/>
                  </a:moveTo>
                  <a:lnTo>
                    <a:pt x="75313" y="1486255"/>
                  </a:lnTo>
                  <a:lnTo>
                    <a:pt x="110506" y="1474025"/>
                  </a:lnTo>
                  <a:close/>
                  <a:moveTo>
                    <a:pt x="110506" y="1474025"/>
                  </a:moveTo>
                  <a:lnTo>
                    <a:pt x="150799" y="1414493"/>
                  </a:lnTo>
                  <a:lnTo>
                    <a:pt x="87496" y="1456470"/>
                  </a:lnTo>
                  <a:close/>
                  <a:moveTo>
                    <a:pt x="110506" y="1474025"/>
                  </a:moveTo>
                  <a:lnTo>
                    <a:pt x="205659" y="1457259"/>
                  </a:lnTo>
                  <a:lnTo>
                    <a:pt x="150799" y="1414493"/>
                  </a:lnTo>
                  <a:close/>
                  <a:moveTo>
                    <a:pt x="205659" y="1457259"/>
                  </a:moveTo>
                  <a:lnTo>
                    <a:pt x="110506" y="1474025"/>
                  </a:lnTo>
                  <a:lnTo>
                    <a:pt x="230178" y="1496072"/>
                  </a:lnTo>
                  <a:close/>
                  <a:moveTo>
                    <a:pt x="110506" y="1474025"/>
                  </a:moveTo>
                  <a:lnTo>
                    <a:pt x="156500" y="1499262"/>
                  </a:lnTo>
                  <a:lnTo>
                    <a:pt x="230178" y="1496072"/>
                  </a:lnTo>
                  <a:close/>
                  <a:moveTo>
                    <a:pt x="286497" y="1452132"/>
                  </a:moveTo>
                  <a:lnTo>
                    <a:pt x="205659" y="1457259"/>
                  </a:lnTo>
                  <a:lnTo>
                    <a:pt x="296214" y="1464314"/>
                  </a:lnTo>
                  <a:close/>
                  <a:moveTo>
                    <a:pt x="205659" y="1457259"/>
                  </a:moveTo>
                  <a:lnTo>
                    <a:pt x="230178" y="1496072"/>
                  </a:lnTo>
                  <a:lnTo>
                    <a:pt x="296214" y="1464314"/>
                  </a:lnTo>
                  <a:close/>
                  <a:moveTo>
                    <a:pt x="1125909" y="2598830"/>
                  </a:moveTo>
                  <a:lnTo>
                    <a:pt x="1254319" y="2602046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254319" y="2602046"/>
                  </a:lnTo>
                  <a:lnTo>
                    <a:pt x="1311500" y="2642608"/>
                  </a:lnTo>
                  <a:close/>
                  <a:moveTo>
                    <a:pt x="1185175" y="2558731"/>
                  </a:moveTo>
                  <a:lnTo>
                    <a:pt x="1125909" y="2598830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313568" y="2544911"/>
                  </a:lnTo>
                  <a:lnTo>
                    <a:pt x="1197863" y="2516615"/>
                  </a:lnTo>
                  <a:close/>
                  <a:moveTo>
                    <a:pt x="1197863" y="2516615"/>
                  </a:moveTo>
                  <a:lnTo>
                    <a:pt x="1313568" y="2544911"/>
                  </a:lnTo>
                  <a:lnTo>
                    <a:pt x="1269614" y="2478179"/>
                  </a:lnTo>
                  <a:close/>
                  <a:moveTo>
                    <a:pt x="1197863" y="2516615"/>
                  </a:moveTo>
                  <a:lnTo>
                    <a:pt x="1185175" y="2558731"/>
                  </a:lnTo>
                  <a:lnTo>
                    <a:pt x="1217970" y="2580888"/>
                  </a:lnTo>
                  <a:close/>
                  <a:moveTo>
                    <a:pt x="1135669" y="2231533"/>
                  </a:moveTo>
                  <a:lnTo>
                    <a:pt x="1194281" y="2275312"/>
                  </a:lnTo>
                  <a:lnTo>
                    <a:pt x="1186618" y="2193097"/>
                  </a:lnTo>
                  <a:close/>
                  <a:moveTo>
                    <a:pt x="1195805" y="2168069"/>
                  </a:moveTo>
                  <a:lnTo>
                    <a:pt x="1135669" y="2231533"/>
                  </a:lnTo>
                  <a:lnTo>
                    <a:pt x="1186618" y="2193097"/>
                  </a:lnTo>
                  <a:close/>
                  <a:moveTo>
                    <a:pt x="1186618" y="2193097"/>
                  </a:moveTo>
                  <a:lnTo>
                    <a:pt x="1268701" y="2225413"/>
                  </a:lnTo>
                  <a:lnTo>
                    <a:pt x="1234105" y="2167401"/>
                  </a:lnTo>
                  <a:close/>
                  <a:moveTo>
                    <a:pt x="1195805" y="2168069"/>
                  </a:moveTo>
                  <a:lnTo>
                    <a:pt x="1186618" y="2193097"/>
                  </a:lnTo>
                  <a:lnTo>
                    <a:pt x="1234105" y="2167401"/>
                  </a:lnTo>
                  <a:close/>
                  <a:moveTo>
                    <a:pt x="940621" y="1376288"/>
                  </a:moveTo>
                  <a:lnTo>
                    <a:pt x="878143" y="1474279"/>
                  </a:lnTo>
                  <a:lnTo>
                    <a:pt x="924170" y="1458502"/>
                  </a:lnTo>
                  <a:close/>
                  <a:moveTo>
                    <a:pt x="940621" y="1376288"/>
                  </a:moveTo>
                  <a:lnTo>
                    <a:pt x="1015363" y="1423314"/>
                  </a:lnTo>
                  <a:lnTo>
                    <a:pt x="960914" y="1367486"/>
                  </a:lnTo>
                  <a:close/>
                  <a:moveTo>
                    <a:pt x="940621" y="1376288"/>
                  </a:moveTo>
                  <a:lnTo>
                    <a:pt x="924170" y="1458502"/>
                  </a:lnTo>
                  <a:lnTo>
                    <a:pt x="1015363" y="1423314"/>
                  </a:lnTo>
                  <a:close/>
                  <a:moveTo>
                    <a:pt x="1022928" y="1420066"/>
                  </a:moveTo>
                  <a:lnTo>
                    <a:pt x="1031908" y="1337851"/>
                  </a:lnTo>
                  <a:lnTo>
                    <a:pt x="1015363" y="1423314"/>
                  </a:lnTo>
                  <a:close/>
                  <a:moveTo>
                    <a:pt x="1031908" y="1337851"/>
                  </a:moveTo>
                  <a:lnTo>
                    <a:pt x="960914" y="1367486"/>
                  </a:lnTo>
                  <a:lnTo>
                    <a:pt x="1015363" y="1423314"/>
                  </a:lnTo>
                  <a:close/>
                  <a:moveTo>
                    <a:pt x="947324" y="1365950"/>
                  </a:moveTo>
                  <a:lnTo>
                    <a:pt x="940621" y="1376288"/>
                  </a:lnTo>
                  <a:lnTo>
                    <a:pt x="960914" y="1367486"/>
                  </a:lnTo>
                  <a:close/>
                  <a:moveTo>
                    <a:pt x="1020581" y="1255636"/>
                  </a:moveTo>
                  <a:lnTo>
                    <a:pt x="960914" y="1367486"/>
                  </a:lnTo>
                  <a:lnTo>
                    <a:pt x="1031908" y="1337851"/>
                  </a:lnTo>
                  <a:close/>
                  <a:moveTo>
                    <a:pt x="1844423" y="2324433"/>
                  </a:moveTo>
                  <a:lnTo>
                    <a:pt x="1844036" y="2406648"/>
                  </a:lnTo>
                  <a:lnTo>
                    <a:pt x="1909987" y="2381843"/>
                  </a:lnTo>
                  <a:close/>
                  <a:moveTo>
                    <a:pt x="1951620" y="2368212"/>
                  </a:moveTo>
                  <a:lnTo>
                    <a:pt x="1931918" y="2285997"/>
                  </a:lnTo>
                  <a:lnTo>
                    <a:pt x="1935223" y="2336419"/>
                  </a:lnTo>
                  <a:close/>
                  <a:moveTo>
                    <a:pt x="1909987" y="2381843"/>
                  </a:moveTo>
                  <a:lnTo>
                    <a:pt x="1951620" y="2368212"/>
                  </a:lnTo>
                  <a:lnTo>
                    <a:pt x="1935223" y="2336419"/>
                  </a:lnTo>
                  <a:close/>
                  <a:moveTo>
                    <a:pt x="1864152" y="2319014"/>
                  </a:moveTo>
                  <a:lnTo>
                    <a:pt x="1909987" y="2381843"/>
                  </a:lnTo>
                  <a:lnTo>
                    <a:pt x="1935223" y="2336419"/>
                  </a:lnTo>
                  <a:close/>
                  <a:moveTo>
                    <a:pt x="1020581" y="1255636"/>
                  </a:moveTo>
                  <a:lnTo>
                    <a:pt x="1099234" y="1224857"/>
                  </a:lnTo>
                  <a:lnTo>
                    <a:pt x="1092471" y="1221033"/>
                  </a:lnTo>
                  <a:close/>
                  <a:moveTo>
                    <a:pt x="1088570" y="1299415"/>
                  </a:moveTo>
                  <a:lnTo>
                    <a:pt x="1099234" y="1224857"/>
                  </a:lnTo>
                  <a:lnTo>
                    <a:pt x="1020581" y="1255636"/>
                  </a:lnTo>
                  <a:close/>
                  <a:moveTo>
                    <a:pt x="1031908" y="1337851"/>
                  </a:moveTo>
                  <a:lnTo>
                    <a:pt x="1088570" y="1299415"/>
                  </a:lnTo>
                  <a:lnTo>
                    <a:pt x="1020581" y="1255636"/>
                  </a:lnTo>
                  <a:close/>
                  <a:moveTo>
                    <a:pt x="1040875" y="1221862"/>
                  </a:moveTo>
                  <a:lnTo>
                    <a:pt x="1020581" y="1255636"/>
                  </a:lnTo>
                  <a:lnTo>
                    <a:pt x="1092471" y="1221033"/>
                  </a:lnTo>
                  <a:close/>
                  <a:moveTo>
                    <a:pt x="1138434" y="1134985"/>
                  </a:moveTo>
                  <a:lnTo>
                    <a:pt x="1092471" y="1221033"/>
                  </a:lnTo>
                  <a:lnTo>
                    <a:pt x="1100152" y="1217200"/>
                  </a:lnTo>
                  <a:close/>
                  <a:moveTo>
                    <a:pt x="1092471" y="1221033"/>
                  </a:moveTo>
                  <a:lnTo>
                    <a:pt x="1099234" y="1224857"/>
                  </a:lnTo>
                  <a:lnTo>
                    <a:pt x="1100152" y="1217200"/>
                  </a:lnTo>
                  <a:close/>
                  <a:moveTo>
                    <a:pt x="709537" y="882475"/>
                  </a:moveTo>
                  <a:lnTo>
                    <a:pt x="653697" y="888899"/>
                  </a:lnTo>
                  <a:lnTo>
                    <a:pt x="620990" y="926776"/>
                  </a:lnTo>
                  <a:close/>
                  <a:moveTo>
                    <a:pt x="1779119" y="2094889"/>
                  </a:moveTo>
                  <a:lnTo>
                    <a:pt x="1766908" y="2121566"/>
                  </a:lnTo>
                  <a:lnTo>
                    <a:pt x="1793956" y="2115306"/>
                  </a:lnTo>
                  <a:close/>
                  <a:moveTo>
                    <a:pt x="1752817" y="1948566"/>
                  </a:moveTo>
                  <a:lnTo>
                    <a:pt x="1749213" y="1983071"/>
                  </a:lnTo>
                  <a:lnTo>
                    <a:pt x="1823777" y="1918699"/>
                  </a:lnTo>
                  <a:close/>
                  <a:moveTo>
                    <a:pt x="1847161" y="1855421"/>
                  </a:moveTo>
                  <a:lnTo>
                    <a:pt x="1725762" y="1895396"/>
                  </a:lnTo>
                  <a:lnTo>
                    <a:pt x="1823777" y="1918699"/>
                  </a:lnTo>
                  <a:close/>
                  <a:moveTo>
                    <a:pt x="1823777" y="1918699"/>
                  </a:moveTo>
                  <a:lnTo>
                    <a:pt x="1725762" y="1895396"/>
                  </a:lnTo>
                  <a:lnTo>
                    <a:pt x="1752817" y="1948566"/>
                  </a:lnTo>
                  <a:close/>
                  <a:moveTo>
                    <a:pt x="1099234" y="1224857"/>
                  </a:moveTo>
                  <a:lnTo>
                    <a:pt x="1088570" y="1299415"/>
                  </a:lnTo>
                  <a:lnTo>
                    <a:pt x="1142417" y="1280520"/>
                  </a:lnTo>
                  <a:close/>
                  <a:moveTo>
                    <a:pt x="1142417" y="1280520"/>
                  </a:moveTo>
                  <a:lnTo>
                    <a:pt x="1100152" y="1217200"/>
                  </a:lnTo>
                  <a:lnTo>
                    <a:pt x="1099234" y="1224857"/>
                  </a:lnTo>
                  <a:close/>
                  <a:moveTo>
                    <a:pt x="1213129" y="1183533"/>
                  </a:moveTo>
                  <a:lnTo>
                    <a:pt x="1100152" y="1217200"/>
                  </a:lnTo>
                  <a:lnTo>
                    <a:pt x="1142417" y="1280520"/>
                  </a:lnTo>
                  <a:close/>
                  <a:moveTo>
                    <a:pt x="1221963" y="1276443"/>
                  </a:moveTo>
                  <a:lnTo>
                    <a:pt x="1213129" y="1183533"/>
                  </a:lnTo>
                  <a:lnTo>
                    <a:pt x="1142417" y="1280520"/>
                  </a:lnTo>
                  <a:close/>
                  <a:moveTo>
                    <a:pt x="1273079" y="1260978"/>
                  </a:moveTo>
                  <a:lnTo>
                    <a:pt x="1296762" y="1190859"/>
                  </a:lnTo>
                  <a:lnTo>
                    <a:pt x="1221963" y="1276443"/>
                  </a:lnTo>
                  <a:close/>
                  <a:moveTo>
                    <a:pt x="1221963" y="1276443"/>
                  </a:moveTo>
                  <a:lnTo>
                    <a:pt x="1296762" y="1190859"/>
                  </a:lnTo>
                  <a:lnTo>
                    <a:pt x="1289757" y="1181829"/>
                  </a:lnTo>
                  <a:close/>
                  <a:moveTo>
                    <a:pt x="1221963" y="1276443"/>
                  </a:moveTo>
                  <a:lnTo>
                    <a:pt x="1289757" y="1181829"/>
                  </a:lnTo>
                  <a:lnTo>
                    <a:pt x="1213129" y="1183533"/>
                  </a:lnTo>
                  <a:close/>
                  <a:moveTo>
                    <a:pt x="1300900" y="1178763"/>
                  </a:moveTo>
                  <a:lnTo>
                    <a:pt x="1289757" y="1181829"/>
                  </a:lnTo>
                  <a:lnTo>
                    <a:pt x="1296762" y="1190859"/>
                  </a:lnTo>
                  <a:close/>
                  <a:moveTo>
                    <a:pt x="1138434" y="1134985"/>
                  </a:moveTo>
                  <a:lnTo>
                    <a:pt x="1213129" y="1183533"/>
                  </a:lnTo>
                  <a:lnTo>
                    <a:pt x="1161912" y="1125079"/>
                  </a:lnTo>
                  <a:close/>
                  <a:moveTo>
                    <a:pt x="1138434" y="1134985"/>
                  </a:moveTo>
                  <a:lnTo>
                    <a:pt x="1100152" y="1217200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161912" y="1125079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300900" y="1178763"/>
                  </a:lnTo>
                  <a:lnTo>
                    <a:pt x="1287275" y="1155389"/>
                  </a:lnTo>
                  <a:close/>
                  <a:moveTo>
                    <a:pt x="1917859" y="2075167"/>
                  </a:moveTo>
                  <a:lnTo>
                    <a:pt x="2013184" y="1982296"/>
                  </a:lnTo>
                  <a:lnTo>
                    <a:pt x="2004768" y="1965011"/>
                  </a:lnTo>
                  <a:close/>
                  <a:moveTo>
                    <a:pt x="1917859" y="2075167"/>
                  </a:moveTo>
                  <a:lnTo>
                    <a:pt x="2004768" y="1965011"/>
                  </a:lnTo>
                  <a:lnTo>
                    <a:pt x="1903963" y="1986371"/>
                  </a:lnTo>
                  <a:close/>
                  <a:moveTo>
                    <a:pt x="1823777" y="1918699"/>
                  </a:moveTo>
                  <a:lnTo>
                    <a:pt x="1903963" y="1986371"/>
                  </a:lnTo>
                  <a:lnTo>
                    <a:pt x="1883943" y="1902555"/>
                  </a:lnTo>
                  <a:close/>
                  <a:moveTo>
                    <a:pt x="1823777" y="1918699"/>
                  </a:moveTo>
                  <a:lnTo>
                    <a:pt x="1862715" y="2000914"/>
                  </a:lnTo>
                  <a:lnTo>
                    <a:pt x="1903963" y="1986371"/>
                  </a:lnTo>
                  <a:close/>
                  <a:moveTo>
                    <a:pt x="1847161" y="1855421"/>
                  </a:moveTo>
                  <a:lnTo>
                    <a:pt x="1823777" y="1918699"/>
                  </a:lnTo>
                  <a:lnTo>
                    <a:pt x="1883943" y="1902555"/>
                  </a:lnTo>
                  <a:close/>
                  <a:moveTo>
                    <a:pt x="1703721" y="1551402"/>
                  </a:moveTo>
                  <a:lnTo>
                    <a:pt x="1738002" y="1510752"/>
                  </a:lnTo>
                  <a:lnTo>
                    <a:pt x="1624336" y="1507624"/>
                  </a:lnTo>
                  <a:close/>
                  <a:moveTo>
                    <a:pt x="1630755" y="1589839"/>
                  </a:moveTo>
                  <a:lnTo>
                    <a:pt x="1703721" y="1551402"/>
                  </a:lnTo>
                  <a:lnTo>
                    <a:pt x="1624336" y="1507624"/>
                  </a:lnTo>
                  <a:close/>
                  <a:moveTo>
                    <a:pt x="1273079" y="1260978"/>
                  </a:moveTo>
                  <a:lnTo>
                    <a:pt x="1328862" y="13108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273079" y="12609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334351" y="1245666"/>
                  </a:lnTo>
                  <a:lnTo>
                    <a:pt x="1300900" y="1178763"/>
                  </a:lnTo>
                  <a:close/>
                  <a:moveTo>
                    <a:pt x="1300900" y="1178763"/>
                  </a:moveTo>
                  <a:lnTo>
                    <a:pt x="1334351" y="1245666"/>
                  </a:lnTo>
                  <a:lnTo>
                    <a:pt x="1419453" y="1222542"/>
                  </a:lnTo>
                  <a:close/>
                  <a:moveTo>
                    <a:pt x="1304832" y="1069479"/>
                  </a:moveTo>
                  <a:lnTo>
                    <a:pt x="1287275" y="1155389"/>
                  </a:lnTo>
                  <a:lnTo>
                    <a:pt x="1325992" y="1058111"/>
                  </a:lnTo>
                  <a:close/>
                  <a:moveTo>
                    <a:pt x="1325992" y="1058111"/>
                  </a:moveTo>
                  <a:lnTo>
                    <a:pt x="1287275" y="1155389"/>
                  </a:lnTo>
                  <a:lnTo>
                    <a:pt x="1300900" y="1178763"/>
                  </a:lnTo>
                  <a:close/>
                  <a:moveTo>
                    <a:pt x="1325992" y="1058111"/>
                  </a:moveTo>
                  <a:lnTo>
                    <a:pt x="1300900" y="1178763"/>
                  </a:lnTo>
                  <a:lnTo>
                    <a:pt x="1391695" y="1140327"/>
                  </a:lnTo>
                  <a:close/>
                  <a:moveTo>
                    <a:pt x="1246973" y="1096548"/>
                  </a:moveTo>
                  <a:lnTo>
                    <a:pt x="1287275" y="1155389"/>
                  </a:lnTo>
                  <a:lnTo>
                    <a:pt x="1304832" y="1069479"/>
                  </a:lnTo>
                  <a:close/>
                  <a:moveTo>
                    <a:pt x="1262994" y="1014333"/>
                  </a:moveTo>
                  <a:lnTo>
                    <a:pt x="1304832" y="1069479"/>
                  </a:lnTo>
                  <a:lnTo>
                    <a:pt x="1325992" y="1058111"/>
                  </a:lnTo>
                  <a:close/>
                  <a:moveTo>
                    <a:pt x="1333888" y="975897"/>
                  </a:moveTo>
                  <a:lnTo>
                    <a:pt x="1426350" y="966308"/>
                  </a:lnTo>
                  <a:lnTo>
                    <a:pt x="1387313" y="962924"/>
                  </a:lnTo>
                  <a:close/>
                  <a:moveTo>
                    <a:pt x="1387050" y="1019675"/>
                  </a:moveTo>
                  <a:lnTo>
                    <a:pt x="1426350" y="966308"/>
                  </a:lnTo>
                  <a:lnTo>
                    <a:pt x="1333888" y="975897"/>
                  </a:lnTo>
                  <a:close/>
                  <a:moveTo>
                    <a:pt x="1325992" y="1058111"/>
                  </a:moveTo>
                  <a:lnTo>
                    <a:pt x="1387050" y="1019675"/>
                  </a:lnTo>
                  <a:lnTo>
                    <a:pt x="1333888" y="975897"/>
                  </a:lnTo>
                  <a:close/>
                  <a:moveTo>
                    <a:pt x="1387313" y="962924"/>
                  </a:moveTo>
                  <a:lnTo>
                    <a:pt x="1426350" y="966308"/>
                  </a:lnTo>
                  <a:lnTo>
                    <a:pt x="1443222" y="937460"/>
                  </a:lnTo>
                  <a:close/>
                  <a:moveTo>
                    <a:pt x="1481724" y="958141"/>
                  </a:moveTo>
                  <a:lnTo>
                    <a:pt x="1426350" y="966308"/>
                  </a:lnTo>
                  <a:lnTo>
                    <a:pt x="1387050" y="1019675"/>
                  </a:lnTo>
                  <a:close/>
                  <a:moveTo>
                    <a:pt x="754903" y="127823"/>
                  </a:moveTo>
                  <a:lnTo>
                    <a:pt x="684875" y="144660"/>
                  </a:lnTo>
                  <a:lnTo>
                    <a:pt x="819053" y="152469"/>
                  </a:lnTo>
                  <a:close/>
                  <a:moveTo>
                    <a:pt x="1310917" y="164430"/>
                  </a:moveTo>
                  <a:lnTo>
                    <a:pt x="1343688" y="75098"/>
                  </a:lnTo>
                  <a:lnTo>
                    <a:pt x="1342221" y="43778"/>
                  </a:lnTo>
                  <a:close/>
                  <a:moveTo>
                    <a:pt x="1295916" y="0"/>
                  </a:moveTo>
                  <a:lnTo>
                    <a:pt x="1297702" y="74354"/>
                  </a:lnTo>
                  <a:lnTo>
                    <a:pt x="1342221" y="43778"/>
                  </a:lnTo>
                  <a:close/>
                  <a:moveTo>
                    <a:pt x="1619490" y="290424"/>
                  </a:moveTo>
                  <a:lnTo>
                    <a:pt x="1674073" y="259176"/>
                  </a:lnTo>
                  <a:lnTo>
                    <a:pt x="1645748" y="273452"/>
                  </a:lnTo>
                  <a:close/>
                  <a:moveTo>
                    <a:pt x="1645223" y="334202"/>
                  </a:moveTo>
                  <a:lnTo>
                    <a:pt x="1674073" y="259176"/>
                  </a:lnTo>
                  <a:lnTo>
                    <a:pt x="1619490" y="290424"/>
                  </a:lnTo>
                  <a:close/>
                  <a:moveTo>
                    <a:pt x="1645748" y="273452"/>
                  </a:moveTo>
                  <a:lnTo>
                    <a:pt x="1620431" y="273822"/>
                  </a:lnTo>
                  <a:lnTo>
                    <a:pt x="1619490" y="290424"/>
                  </a:lnTo>
                  <a:close/>
                  <a:moveTo>
                    <a:pt x="1657144" y="169772"/>
                  </a:moveTo>
                  <a:lnTo>
                    <a:pt x="1645748" y="273452"/>
                  </a:lnTo>
                  <a:lnTo>
                    <a:pt x="1677423" y="251987"/>
                  </a:lnTo>
                  <a:close/>
                  <a:moveTo>
                    <a:pt x="1645748" y="273452"/>
                  </a:moveTo>
                  <a:lnTo>
                    <a:pt x="1674073" y="259176"/>
                  </a:lnTo>
                  <a:lnTo>
                    <a:pt x="1677423" y="25198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87" name="Candidate_density__2086">
              <a:extLst>
                <a:ext uri="{FF2B5EF4-FFF2-40B4-BE49-F238E27FC236}">
                  <a16:creationId xmlns:a16="http://schemas.microsoft.com/office/drawing/2014/main" id="{B3A5F12F-A9FC-CC4F-3763-41EDB64CEACB}"/>
                </a:ext>
              </a:extLst>
            </p:cNvPr>
            <p:cNvSpPr>
              <a:spLocks noGrp="1"/>
            </p:cNvSpPr>
            <p:nvPr/>
          </p:nvSpPr>
          <p:spPr>
            <a:xfrm>
              <a:off x="4375322" y="1774817"/>
              <a:ext cx="2188355" cy="3126434"/>
            </a:xfrm>
            <a:custGeom>
              <a:avLst/>
              <a:gdLst/>
              <a:ahLst/>
              <a:cxnLst/>
              <a:rect l="0" t="0" r="0" b="0"/>
              <a:pathLst>
                <a:path w="2188355" h="3126434">
                  <a:moveTo>
                    <a:pt x="658627" y="3126434"/>
                  </a:moveTo>
                  <a:lnTo>
                    <a:pt x="708313" y="3119873"/>
                  </a:lnTo>
                  <a:lnTo>
                    <a:pt x="625101" y="3064543"/>
                  </a:lnTo>
                  <a:close/>
                  <a:moveTo>
                    <a:pt x="760748" y="3081437"/>
                  </a:moveTo>
                  <a:lnTo>
                    <a:pt x="716127" y="3126214"/>
                  </a:lnTo>
                  <a:lnTo>
                    <a:pt x="761962" y="3082382"/>
                  </a:lnTo>
                  <a:close/>
                  <a:moveTo>
                    <a:pt x="760748" y="3081437"/>
                  </a:moveTo>
                  <a:lnTo>
                    <a:pt x="708313" y="3119873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61962" y="3082382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71361" y="3081437"/>
                  </a:lnTo>
                  <a:lnTo>
                    <a:pt x="761962" y="3082382"/>
                  </a:lnTo>
                  <a:close/>
                  <a:moveTo>
                    <a:pt x="0" y="2012640"/>
                  </a:moveTo>
                  <a:lnTo>
                    <a:pt x="19509" y="2020080"/>
                  </a:lnTo>
                  <a:lnTo>
                    <a:pt x="33068" y="2029116"/>
                  </a:lnTo>
                  <a:close/>
                  <a:moveTo>
                    <a:pt x="790512" y="2973924"/>
                  </a:moveTo>
                  <a:lnTo>
                    <a:pt x="771361" y="3081437"/>
                  </a:lnTo>
                  <a:lnTo>
                    <a:pt x="833359" y="3070668"/>
                  </a:lnTo>
                  <a:close/>
                  <a:moveTo>
                    <a:pt x="40738" y="2002822"/>
                  </a:moveTo>
                  <a:lnTo>
                    <a:pt x="0" y="2012640"/>
                  </a:lnTo>
                  <a:lnTo>
                    <a:pt x="33068" y="2029116"/>
                  </a:lnTo>
                  <a:close/>
                  <a:moveTo>
                    <a:pt x="60948" y="1918152"/>
                  </a:moveTo>
                  <a:lnTo>
                    <a:pt x="0" y="2012640"/>
                  </a:lnTo>
                  <a:lnTo>
                    <a:pt x="40738" y="2002822"/>
                  </a:lnTo>
                  <a:close/>
                  <a:moveTo>
                    <a:pt x="40738" y="2002822"/>
                  </a:moveTo>
                  <a:lnTo>
                    <a:pt x="127974" y="1992492"/>
                  </a:lnTo>
                  <a:lnTo>
                    <a:pt x="60948" y="1918152"/>
                  </a:lnTo>
                  <a:close/>
                  <a:moveTo>
                    <a:pt x="127974" y="1992492"/>
                  </a:moveTo>
                  <a:lnTo>
                    <a:pt x="143500" y="1948143"/>
                  </a:lnTo>
                  <a:lnTo>
                    <a:pt x="60948" y="1918152"/>
                  </a:lnTo>
                  <a:close/>
                  <a:moveTo>
                    <a:pt x="875617" y="2949331"/>
                  </a:moveTo>
                  <a:lnTo>
                    <a:pt x="876266" y="3015888"/>
                  </a:lnTo>
                  <a:lnTo>
                    <a:pt x="928898" y="2960785"/>
                  </a:lnTo>
                  <a:close/>
                  <a:moveTo>
                    <a:pt x="154570" y="1870778"/>
                  </a:moveTo>
                  <a:lnTo>
                    <a:pt x="78163" y="1872304"/>
                  </a:lnTo>
                  <a:lnTo>
                    <a:pt x="60948" y="1918152"/>
                  </a:lnTo>
                  <a:close/>
                  <a:moveTo>
                    <a:pt x="657925" y="2143976"/>
                  </a:moveTo>
                  <a:lnTo>
                    <a:pt x="625192" y="2204074"/>
                  </a:lnTo>
                  <a:lnTo>
                    <a:pt x="669465" y="2155508"/>
                  </a:lnTo>
                  <a:close/>
                  <a:moveTo>
                    <a:pt x="669465" y="2155508"/>
                  </a:moveTo>
                  <a:lnTo>
                    <a:pt x="625192" y="2204074"/>
                  </a:lnTo>
                  <a:lnTo>
                    <a:pt x="620997" y="2234411"/>
                  </a:lnTo>
                  <a:close/>
                  <a:moveTo>
                    <a:pt x="54712" y="1679636"/>
                  </a:moveTo>
                  <a:lnTo>
                    <a:pt x="116124" y="1630587"/>
                  </a:lnTo>
                  <a:lnTo>
                    <a:pt x="168509" y="1611241"/>
                  </a:lnTo>
                  <a:close/>
                  <a:moveTo>
                    <a:pt x="454057" y="1708986"/>
                  </a:moveTo>
                  <a:lnTo>
                    <a:pt x="443958" y="1694464"/>
                  </a:lnTo>
                  <a:lnTo>
                    <a:pt x="462337" y="1776679"/>
                  </a:lnTo>
                  <a:close/>
                  <a:moveTo>
                    <a:pt x="1129171" y="2681045"/>
                  </a:moveTo>
                  <a:lnTo>
                    <a:pt x="1141936" y="2714410"/>
                  </a:lnTo>
                  <a:lnTo>
                    <a:pt x="1203437" y="2757542"/>
                  </a:lnTo>
                  <a:close/>
                  <a:moveTo>
                    <a:pt x="1183057" y="2580888"/>
                  </a:moveTo>
                  <a:lnTo>
                    <a:pt x="1252175" y="2661111"/>
                  </a:lnTo>
                  <a:lnTo>
                    <a:pt x="1258674" y="2580004"/>
                  </a:lnTo>
                  <a:close/>
                  <a:moveTo>
                    <a:pt x="322549" y="1693311"/>
                  </a:moveTo>
                  <a:lnTo>
                    <a:pt x="337553" y="1612249"/>
                  </a:lnTo>
                  <a:lnTo>
                    <a:pt x="321199" y="1595720"/>
                  </a:lnTo>
                  <a:close/>
                  <a:moveTo>
                    <a:pt x="702953" y="1727913"/>
                  </a:moveTo>
                  <a:lnTo>
                    <a:pt x="831460" y="1772355"/>
                  </a:lnTo>
                  <a:lnTo>
                    <a:pt x="755430" y="1766747"/>
                  </a:lnTo>
                  <a:close/>
                  <a:moveTo>
                    <a:pt x="598134" y="1652445"/>
                  </a:moveTo>
                  <a:lnTo>
                    <a:pt x="688499" y="1731705"/>
                  </a:lnTo>
                  <a:lnTo>
                    <a:pt x="702953" y="1727913"/>
                  </a:lnTo>
                  <a:close/>
                  <a:moveTo>
                    <a:pt x="1716833" y="2638150"/>
                  </a:moveTo>
                  <a:lnTo>
                    <a:pt x="1724454" y="2647951"/>
                  </a:lnTo>
                  <a:lnTo>
                    <a:pt x="1681889" y="2578399"/>
                  </a:lnTo>
                  <a:close/>
                  <a:moveTo>
                    <a:pt x="880790" y="1844111"/>
                  </a:moveTo>
                  <a:lnTo>
                    <a:pt x="906802" y="1946451"/>
                  </a:lnTo>
                  <a:lnTo>
                    <a:pt x="910591" y="1864236"/>
                  </a:lnTo>
                  <a:close/>
                  <a:moveTo>
                    <a:pt x="880790" y="1844111"/>
                  </a:moveTo>
                  <a:lnTo>
                    <a:pt x="910591" y="1864236"/>
                  </a:lnTo>
                  <a:lnTo>
                    <a:pt x="836713" y="1791994"/>
                  </a:lnTo>
                  <a:close/>
                  <a:moveTo>
                    <a:pt x="826988" y="1661369"/>
                  </a:moveTo>
                  <a:lnTo>
                    <a:pt x="771514" y="1772267"/>
                  </a:lnTo>
                  <a:lnTo>
                    <a:pt x="831460" y="1772355"/>
                  </a:lnTo>
                  <a:close/>
                  <a:moveTo>
                    <a:pt x="1444473" y="2240614"/>
                  </a:moveTo>
                  <a:lnTo>
                    <a:pt x="1403625" y="2222477"/>
                  </a:lnTo>
                  <a:lnTo>
                    <a:pt x="1509619" y="2280654"/>
                  </a:lnTo>
                  <a:close/>
                  <a:moveTo>
                    <a:pt x="1562088" y="2314926"/>
                  </a:moveTo>
                  <a:lnTo>
                    <a:pt x="1672704" y="2362869"/>
                  </a:lnTo>
                  <a:lnTo>
                    <a:pt x="1622664" y="2349524"/>
                  </a:lnTo>
                  <a:close/>
                  <a:moveTo>
                    <a:pt x="867652" y="1554515"/>
                  </a:moveTo>
                  <a:lnTo>
                    <a:pt x="877887" y="1579155"/>
                  </a:lnTo>
                  <a:lnTo>
                    <a:pt x="843229" y="1474279"/>
                  </a:lnTo>
                  <a:close/>
                  <a:moveTo>
                    <a:pt x="843229" y="1474279"/>
                  </a:moveTo>
                  <a:lnTo>
                    <a:pt x="877887" y="1579155"/>
                  </a:lnTo>
                  <a:lnTo>
                    <a:pt x="951287" y="1511302"/>
                  </a:lnTo>
                  <a:close/>
                  <a:moveTo>
                    <a:pt x="1769537" y="2445084"/>
                  </a:moveTo>
                  <a:lnTo>
                    <a:pt x="1812443" y="2501762"/>
                  </a:lnTo>
                  <a:lnTo>
                    <a:pt x="1817499" y="2488863"/>
                  </a:lnTo>
                  <a:close/>
                  <a:moveTo>
                    <a:pt x="1622664" y="2349524"/>
                  </a:moveTo>
                  <a:lnTo>
                    <a:pt x="1743063" y="2305818"/>
                  </a:lnTo>
                  <a:lnTo>
                    <a:pt x="1667548" y="2302137"/>
                  </a:lnTo>
                  <a:close/>
                  <a:moveTo>
                    <a:pt x="1077848" y="1504815"/>
                  </a:moveTo>
                  <a:lnTo>
                    <a:pt x="985112" y="1519615"/>
                  </a:lnTo>
                  <a:lnTo>
                    <a:pt x="988014" y="1420066"/>
                  </a:lnTo>
                  <a:close/>
                  <a:moveTo>
                    <a:pt x="1023085" y="1501088"/>
                  </a:moveTo>
                  <a:lnTo>
                    <a:pt x="1077848" y="1504815"/>
                  </a:lnTo>
                  <a:lnTo>
                    <a:pt x="988014" y="1420066"/>
                  </a:lnTo>
                  <a:close/>
                  <a:moveTo>
                    <a:pt x="951287" y="1511302"/>
                  </a:moveTo>
                  <a:lnTo>
                    <a:pt x="1023085" y="1501088"/>
                  </a:lnTo>
                  <a:lnTo>
                    <a:pt x="988014" y="1420066"/>
                  </a:lnTo>
                  <a:close/>
                  <a:moveTo>
                    <a:pt x="308982" y="781777"/>
                  </a:moveTo>
                  <a:lnTo>
                    <a:pt x="413867" y="780237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397739" y="834967"/>
                  </a:lnTo>
                  <a:lnTo>
                    <a:pt x="467146" y="815813"/>
                  </a:lnTo>
                  <a:close/>
                  <a:moveTo>
                    <a:pt x="469979" y="795211"/>
                  </a:moveTo>
                  <a:lnTo>
                    <a:pt x="413867" y="780237"/>
                  </a:lnTo>
                  <a:lnTo>
                    <a:pt x="397739" y="834967"/>
                  </a:lnTo>
                  <a:close/>
                  <a:moveTo>
                    <a:pt x="413867" y="780237"/>
                  </a:moveTo>
                  <a:lnTo>
                    <a:pt x="469979" y="795211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497025" y="712323"/>
                  </a:lnTo>
                  <a:lnTo>
                    <a:pt x="418340" y="696791"/>
                  </a:lnTo>
                  <a:close/>
                  <a:moveTo>
                    <a:pt x="1792951" y="2048238"/>
                  </a:moveTo>
                  <a:lnTo>
                    <a:pt x="1799369" y="2143113"/>
                  </a:lnTo>
                  <a:lnTo>
                    <a:pt x="1744206" y="2094889"/>
                  </a:lnTo>
                  <a:close/>
                  <a:moveTo>
                    <a:pt x="1624341" y="1964038"/>
                  </a:moveTo>
                  <a:lnTo>
                    <a:pt x="1714299" y="1983071"/>
                  </a:lnTo>
                  <a:lnTo>
                    <a:pt x="1639215" y="1981003"/>
                  </a:lnTo>
                  <a:close/>
                  <a:moveTo>
                    <a:pt x="1320254" y="1748927"/>
                  </a:moveTo>
                  <a:lnTo>
                    <a:pt x="1356441" y="1710491"/>
                  </a:lnTo>
                  <a:lnTo>
                    <a:pt x="1335801" y="1831142"/>
                  </a:lnTo>
                  <a:close/>
                  <a:moveTo>
                    <a:pt x="1336384" y="1628275"/>
                  </a:moveTo>
                  <a:lnTo>
                    <a:pt x="1356441" y="1710491"/>
                  </a:lnTo>
                  <a:lnTo>
                    <a:pt x="1348277" y="1666712"/>
                  </a:lnTo>
                  <a:close/>
                  <a:moveTo>
                    <a:pt x="1336384" y="1628275"/>
                  </a:moveTo>
                  <a:lnTo>
                    <a:pt x="1348277" y="1666712"/>
                  </a:lnTo>
                  <a:lnTo>
                    <a:pt x="1386162" y="1592195"/>
                  </a:lnTo>
                  <a:close/>
                  <a:moveTo>
                    <a:pt x="771515" y="971528"/>
                  </a:moveTo>
                  <a:lnTo>
                    <a:pt x="773391" y="1008991"/>
                  </a:lnTo>
                  <a:lnTo>
                    <a:pt x="771855" y="967348"/>
                  </a:lnTo>
                  <a:close/>
                  <a:moveTo>
                    <a:pt x="535740" y="641871"/>
                  </a:moveTo>
                  <a:lnTo>
                    <a:pt x="531737" y="641694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35740" y="641871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71809" y="713270"/>
                  </a:lnTo>
                  <a:lnTo>
                    <a:pt x="535740" y="641871"/>
                  </a:lnTo>
                  <a:close/>
                  <a:moveTo>
                    <a:pt x="439637" y="395049"/>
                  </a:moveTo>
                  <a:lnTo>
                    <a:pt x="391667" y="381861"/>
                  </a:lnTo>
                  <a:lnTo>
                    <a:pt x="336591" y="391142"/>
                  </a:lnTo>
                  <a:close/>
                  <a:moveTo>
                    <a:pt x="1717903" y="1948566"/>
                  </a:moveTo>
                  <a:lnTo>
                    <a:pt x="1645848" y="1946554"/>
                  </a:lnTo>
                  <a:lnTo>
                    <a:pt x="1639215" y="1981003"/>
                  </a:lnTo>
                  <a:close/>
                  <a:moveTo>
                    <a:pt x="1645848" y="1946554"/>
                  </a:moveTo>
                  <a:lnTo>
                    <a:pt x="1717903" y="1948566"/>
                  </a:lnTo>
                  <a:lnTo>
                    <a:pt x="1649855" y="1843204"/>
                  </a:lnTo>
                  <a:close/>
                  <a:moveTo>
                    <a:pt x="1627431" y="1761342"/>
                  </a:moveTo>
                  <a:lnTo>
                    <a:pt x="1649855" y="1843204"/>
                  </a:lnTo>
                  <a:lnTo>
                    <a:pt x="1682170" y="1874921"/>
                  </a:lnTo>
                  <a:close/>
                  <a:moveTo>
                    <a:pt x="1394663" y="1529117"/>
                  </a:moveTo>
                  <a:lnTo>
                    <a:pt x="1336384" y="1628275"/>
                  </a:lnTo>
                  <a:lnTo>
                    <a:pt x="1386162" y="1592195"/>
                  </a:lnTo>
                  <a:close/>
                  <a:moveTo>
                    <a:pt x="535740" y="641871"/>
                  </a:moveTo>
                  <a:lnTo>
                    <a:pt x="535927" y="641504"/>
                  </a:lnTo>
                  <a:lnTo>
                    <a:pt x="531737" y="641694"/>
                  </a:lnTo>
                  <a:close/>
                  <a:moveTo>
                    <a:pt x="535927" y="641504"/>
                  </a:moveTo>
                  <a:lnTo>
                    <a:pt x="535740" y="641871"/>
                  </a:lnTo>
                  <a:lnTo>
                    <a:pt x="536047" y="641694"/>
                  </a:lnTo>
                  <a:close/>
                  <a:moveTo>
                    <a:pt x="571797" y="561478"/>
                  </a:moveTo>
                  <a:lnTo>
                    <a:pt x="536047" y="641694"/>
                  </a:lnTo>
                  <a:lnTo>
                    <a:pt x="598925" y="599450"/>
                  </a:lnTo>
                  <a:close/>
                  <a:moveTo>
                    <a:pt x="2085287" y="2044693"/>
                  </a:moveTo>
                  <a:lnTo>
                    <a:pt x="2014264" y="1989498"/>
                  </a:lnTo>
                  <a:lnTo>
                    <a:pt x="2060197" y="2009948"/>
                  </a:lnTo>
                  <a:close/>
                  <a:moveTo>
                    <a:pt x="2101318" y="2118909"/>
                  </a:moveTo>
                  <a:lnTo>
                    <a:pt x="2187785" y="2208317"/>
                  </a:lnTo>
                  <a:lnTo>
                    <a:pt x="2111754" y="2126908"/>
                  </a:lnTo>
                  <a:close/>
                  <a:moveTo>
                    <a:pt x="2188229" y="2208937"/>
                  </a:moveTo>
                  <a:lnTo>
                    <a:pt x="2187785" y="2208317"/>
                  </a:lnTo>
                  <a:lnTo>
                    <a:pt x="2101318" y="2118909"/>
                  </a:lnTo>
                  <a:close/>
                  <a:moveTo>
                    <a:pt x="2188229" y="2208937"/>
                  </a:moveTo>
                  <a:lnTo>
                    <a:pt x="2188355" y="2209123"/>
                  </a:lnTo>
                  <a:lnTo>
                    <a:pt x="2187785" y="2208317"/>
                  </a:lnTo>
                  <a:close/>
                  <a:moveTo>
                    <a:pt x="1585656" y="1350350"/>
                  </a:moveTo>
                  <a:lnTo>
                    <a:pt x="1710203" y="1354273"/>
                  </a:lnTo>
                  <a:lnTo>
                    <a:pt x="1656368" y="1266320"/>
                  </a:lnTo>
                  <a:close/>
                  <a:moveTo>
                    <a:pt x="1839793" y="1509695"/>
                  </a:moveTo>
                  <a:lnTo>
                    <a:pt x="1882483" y="1595181"/>
                  </a:lnTo>
                  <a:lnTo>
                    <a:pt x="1842020" y="1512966"/>
                  </a:lnTo>
                  <a:close/>
                  <a:moveTo>
                    <a:pt x="1839793" y="1509695"/>
                  </a:moveTo>
                  <a:lnTo>
                    <a:pt x="1872094" y="1583528"/>
                  </a:lnTo>
                  <a:lnTo>
                    <a:pt x="1882483" y="1595181"/>
                  </a:lnTo>
                  <a:close/>
                  <a:moveTo>
                    <a:pt x="1558246" y="981239"/>
                  </a:moveTo>
                  <a:lnTo>
                    <a:pt x="1545363" y="1047953"/>
                  </a:lnTo>
                  <a:lnTo>
                    <a:pt x="1561764" y="1013990"/>
                  </a:lnTo>
                  <a:close/>
                  <a:moveTo>
                    <a:pt x="1561764" y="1013990"/>
                  </a:moveTo>
                  <a:lnTo>
                    <a:pt x="1545363" y="1047953"/>
                  </a:lnTo>
                  <a:lnTo>
                    <a:pt x="1545911" y="1066380"/>
                  </a:lnTo>
                  <a:close/>
                  <a:moveTo>
                    <a:pt x="1771864" y="1204051"/>
                  </a:moveTo>
                  <a:lnTo>
                    <a:pt x="1828338" y="1269977"/>
                  </a:lnTo>
                  <a:lnTo>
                    <a:pt x="1820460" y="1225136"/>
                  </a:lnTo>
                  <a:close/>
                  <a:moveTo>
                    <a:pt x="1820460" y="1225136"/>
                  </a:moveTo>
                  <a:lnTo>
                    <a:pt x="1828338" y="1269977"/>
                  </a:lnTo>
                  <a:lnTo>
                    <a:pt x="1824573" y="1227884"/>
                  </a:lnTo>
                  <a:close/>
                  <a:moveTo>
                    <a:pt x="1820460" y="1225136"/>
                  </a:moveTo>
                  <a:lnTo>
                    <a:pt x="1824573" y="1227884"/>
                  </a:lnTo>
                  <a:lnTo>
                    <a:pt x="1809951" y="1201231"/>
                  </a:lnTo>
                  <a:close/>
                  <a:moveTo>
                    <a:pt x="1198030" y="466779"/>
                  </a:moveTo>
                  <a:lnTo>
                    <a:pt x="1251499" y="506557"/>
                  </a:lnTo>
                  <a:lnTo>
                    <a:pt x="1217543" y="487948"/>
                  </a:lnTo>
                  <a:close/>
                  <a:moveTo>
                    <a:pt x="1288259" y="554108"/>
                  </a:moveTo>
                  <a:lnTo>
                    <a:pt x="1251499" y="506557"/>
                  </a:lnTo>
                  <a:lnTo>
                    <a:pt x="1198030" y="466779"/>
                  </a:lnTo>
                  <a:close/>
                  <a:moveTo>
                    <a:pt x="1216587" y="439483"/>
                  </a:moveTo>
                  <a:lnTo>
                    <a:pt x="1217543" y="487948"/>
                  </a:lnTo>
                  <a:lnTo>
                    <a:pt x="1244065" y="478767"/>
                  </a:lnTo>
                  <a:close/>
                  <a:moveTo>
                    <a:pt x="1153944" y="82215"/>
                  </a:moveTo>
                  <a:lnTo>
                    <a:pt x="1103530" y="38436"/>
                  </a:lnTo>
                  <a:lnTo>
                    <a:pt x="1109012" y="0"/>
                  </a:lnTo>
                  <a:close/>
                  <a:moveTo>
                    <a:pt x="1547639" y="224736"/>
                  </a:moveTo>
                  <a:lnTo>
                    <a:pt x="1494683" y="208209"/>
                  </a:lnTo>
                  <a:lnTo>
                    <a:pt x="1493553" y="208636"/>
                  </a:lnTo>
                  <a:close/>
                  <a:moveTo>
                    <a:pt x="1379689" y="276782"/>
                  </a:moveTo>
                  <a:lnTo>
                    <a:pt x="1459761" y="297497"/>
                  </a:lnTo>
                  <a:lnTo>
                    <a:pt x="1493553" y="208636"/>
                  </a:lnTo>
                  <a:close/>
                  <a:moveTo>
                    <a:pt x="1759873" y="213551"/>
                  </a:moveTo>
                  <a:lnTo>
                    <a:pt x="1812838" y="295766"/>
                  </a:lnTo>
                  <a:lnTo>
                    <a:pt x="1766239" y="25198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88" name="Candidate_density__2087">
              <a:extLst>
                <a:ext uri="{FF2B5EF4-FFF2-40B4-BE49-F238E27FC236}">
                  <a16:creationId xmlns:a16="http://schemas.microsoft.com/office/drawing/2014/main" id="{B8C41473-C355-2190-7DBB-4C7A2B3BBE44}"/>
                </a:ext>
              </a:extLst>
            </p:cNvPr>
            <p:cNvSpPr>
              <a:spLocks noGrp="1"/>
            </p:cNvSpPr>
            <p:nvPr/>
          </p:nvSpPr>
          <p:spPr>
            <a:xfrm>
              <a:off x="4453485" y="1913888"/>
              <a:ext cx="2117010" cy="2987143"/>
            </a:xfrm>
            <a:custGeom>
              <a:avLst/>
              <a:gdLst/>
              <a:ahLst/>
              <a:cxnLst/>
              <a:rect l="0" t="0" r="0" b="0"/>
              <a:pathLst>
                <a:path w="2117010" h="2987143">
                  <a:moveTo>
                    <a:pt x="630150" y="2980801"/>
                  </a:moveTo>
                  <a:lnTo>
                    <a:pt x="630369" y="2985597"/>
                  </a:lnTo>
                  <a:lnTo>
                    <a:pt x="637963" y="2987143"/>
                  </a:lnTo>
                  <a:close/>
                  <a:moveTo>
                    <a:pt x="648245" y="2980801"/>
                  </a:moveTo>
                  <a:lnTo>
                    <a:pt x="637963" y="2987143"/>
                  </a:lnTo>
                  <a:lnTo>
                    <a:pt x="630369" y="2985597"/>
                  </a:lnTo>
                  <a:close/>
                  <a:moveTo>
                    <a:pt x="693197" y="2942365"/>
                  </a:moveTo>
                  <a:lnTo>
                    <a:pt x="648245" y="2980801"/>
                  </a:lnTo>
                  <a:lnTo>
                    <a:pt x="755196" y="2931596"/>
                  </a:lnTo>
                  <a:close/>
                  <a:moveTo>
                    <a:pt x="777257" y="2860150"/>
                  </a:moveTo>
                  <a:lnTo>
                    <a:pt x="850735" y="2821714"/>
                  </a:lnTo>
                  <a:lnTo>
                    <a:pt x="798103" y="2876817"/>
                  </a:lnTo>
                  <a:close/>
                  <a:moveTo>
                    <a:pt x="797454" y="2810260"/>
                  </a:moveTo>
                  <a:lnTo>
                    <a:pt x="850735" y="2821714"/>
                  </a:lnTo>
                  <a:lnTo>
                    <a:pt x="839887" y="2736262"/>
                  </a:lnTo>
                  <a:close/>
                  <a:moveTo>
                    <a:pt x="783704" y="2721346"/>
                  </a:moveTo>
                  <a:lnTo>
                    <a:pt x="839887" y="2736262"/>
                  </a:lnTo>
                  <a:lnTo>
                    <a:pt x="830928" y="2643453"/>
                  </a:lnTo>
                  <a:close/>
                  <a:moveTo>
                    <a:pt x="51874" y="1651560"/>
                  </a:moveTo>
                  <a:lnTo>
                    <a:pt x="0" y="1733232"/>
                  </a:lnTo>
                  <a:lnTo>
                    <a:pt x="76407" y="1731707"/>
                  </a:lnTo>
                  <a:close/>
                  <a:moveTo>
                    <a:pt x="467516" y="2196071"/>
                  </a:moveTo>
                  <a:lnTo>
                    <a:pt x="458353" y="2227318"/>
                  </a:lnTo>
                  <a:lnTo>
                    <a:pt x="482477" y="2207771"/>
                  </a:lnTo>
                  <a:close/>
                  <a:moveTo>
                    <a:pt x="484095" y="2108362"/>
                  </a:moveTo>
                  <a:lnTo>
                    <a:pt x="542833" y="2095340"/>
                  </a:lnTo>
                  <a:lnTo>
                    <a:pt x="515422" y="2087120"/>
                  </a:lnTo>
                  <a:close/>
                  <a:moveTo>
                    <a:pt x="484095" y="2108362"/>
                  </a:moveTo>
                  <a:lnTo>
                    <a:pt x="520145" y="2179690"/>
                  </a:lnTo>
                  <a:lnTo>
                    <a:pt x="542833" y="2095340"/>
                  </a:lnTo>
                  <a:close/>
                  <a:moveTo>
                    <a:pt x="467516" y="2196071"/>
                  </a:moveTo>
                  <a:lnTo>
                    <a:pt x="520145" y="2179690"/>
                  </a:lnTo>
                  <a:lnTo>
                    <a:pt x="484095" y="2108362"/>
                  </a:lnTo>
                  <a:close/>
                  <a:moveTo>
                    <a:pt x="482477" y="2207771"/>
                  </a:moveTo>
                  <a:lnTo>
                    <a:pt x="520145" y="2179690"/>
                  </a:lnTo>
                  <a:lnTo>
                    <a:pt x="467516" y="2196071"/>
                  </a:lnTo>
                  <a:close/>
                  <a:moveTo>
                    <a:pt x="600049" y="2109416"/>
                  </a:moveTo>
                  <a:lnTo>
                    <a:pt x="542833" y="2095340"/>
                  </a:lnTo>
                  <a:lnTo>
                    <a:pt x="520145" y="2179690"/>
                  </a:lnTo>
                  <a:close/>
                  <a:moveTo>
                    <a:pt x="515422" y="2087120"/>
                  </a:moveTo>
                  <a:lnTo>
                    <a:pt x="542833" y="2095340"/>
                  </a:lnTo>
                  <a:lnTo>
                    <a:pt x="547029" y="2065003"/>
                  </a:lnTo>
                  <a:close/>
                  <a:moveTo>
                    <a:pt x="579762" y="2004904"/>
                  </a:moveTo>
                  <a:lnTo>
                    <a:pt x="590220" y="2011285"/>
                  </a:lnTo>
                  <a:lnTo>
                    <a:pt x="547029" y="2065003"/>
                  </a:lnTo>
                  <a:close/>
                  <a:moveTo>
                    <a:pt x="249744" y="1390962"/>
                  </a:moveTo>
                  <a:lnTo>
                    <a:pt x="252540" y="1352526"/>
                  </a:lnTo>
                  <a:lnTo>
                    <a:pt x="259390" y="1473177"/>
                  </a:lnTo>
                  <a:close/>
                  <a:moveTo>
                    <a:pt x="813354" y="1845816"/>
                  </a:moveTo>
                  <a:lnTo>
                    <a:pt x="844449" y="1731631"/>
                  </a:lnTo>
                  <a:lnTo>
                    <a:pt x="832427" y="1725165"/>
                  </a:lnTo>
                  <a:close/>
                  <a:moveTo>
                    <a:pt x="813354" y="1845816"/>
                  </a:moveTo>
                  <a:lnTo>
                    <a:pt x="832427" y="1725165"/>
                  </a:lnTo>
                  <a:lnTo>
                    <a:pt x="828638" y="1807380"/>
                  </a:lnTo>
                  <a:close/>
                  <a:moveTo>
                    <a:pt x="766976" y="1533838"/>
                  </a:moveTo>
                  <a:lnTo>
                    <a:pt x="748825" y="1522298"/>
                  </a:lnTo>
                  <a:lnTo>
                    <a:pt x="753297" y="1633283"/>
                  </a:lnTo>
                  <a:close/>
                  <a:moveTo>
                    <a:pt x="766976" y="1533838"/>
                  </a:moveTo>
                  <a:lnTo>
                    <a:pt x="753297" y="1633283"/>
                  </a:lnTo>
                  <a:lnTo>
                    <a:pt x="781710" y="1560735"/>
                  </a:lnTo>
                  <a:close/>
                  <a:moveTo>
                    <a:pt x="748825" y="1522298"/>
                  </a:moveTo>
                  <a:lnTo>
                    <a:pt x="766976" y="1533838"/>
                  </a:lnTo>
                  <a:lnTo>
                    <a:pt x="773270" y="1492756"/>
                  </a:lnTo>
                  <a:close/>
                  <a:moveTo>
                    <a:pt x="1423522" y="2180019"/>
                  </a:moveTo>
                  <a:lnTo>
                    <a:pt x="1445593" y="2246517"/>
                  </a:lnTo>
                  <a:lnTo>
                    <a:pt x="1456259" y="2262234"/>
                  </a:lnTo>
                  <a:close/>
                  <a:moveTo>
                    <a:pt x="1544500" y="2210453"/>
                  </a:moveTo>
                  <a:lnTo>
                    <a:pt x="1445593" y="2246517"/>
                  </a:lnTo>
                  <a:lnTo>
                    <a:pt x="1423522" y="2180019"/>
                  </a:lnTo>
                  <a:close/>
                  <a:moveTo>
                    <a:pt x="789489" y="1415444"/>
                  </a:moveTo>
                  <a:lnTo>
                    <a:pt x="773270" y="1492756"/>
                  </a:lnTo>
                  <a:lnTo>
                    <a:pt x="799724" y="1440083"/>
                  </a:lnTo>
                  <a:close/>
                  <a:moveTo>
                    <a:pt x="873124" y="1372230"/>
                  </a:moveTo>
                  <a:lnTo>
                    <a:pt x="799724" y="1440083"/>
                  </a:lnTo>
                  <a:lnTo>
                    <a:pt x="819019" y="1385148"/>
                  </a:lnTo>
                  <a:close/>
                  <a:moveTo>
                    <a:pt x="819019" y="1385148"/>
                  </a:moveTo>
                  <a:lnTo>
                    <a:pt x="944922" y="1362016"/>
                  </a:lnTo>
                  <a:lnTo>
                    <a:pt x="873124" y="1372230"/>
                  </a:lnTo>
                  <a:close/>
                  <a:moveTo>
                    <a:pt x="93303" y="616957"/>
                  </a:moveTo>
                  <a:lnTo>
                    <a:pt x="230818" y="642706"/>
                  </a:lnTo>
                  <a:lnTo>
                    <a:pt x="156737" y="644387"/>
                  </a:lnTo>
                  <a:close/>
                  <a:moveTo>
                    <a:pt x="1242091" y="1609855"/>
                  </a:moveTo>
                  <a:lnTo>
                    <a:pt x="1257638" y="1692070"/>
                  </a:lnTo>
                  <a:lnTo>
                    <a:pt x="1222033" y="1648292"/>
                  </a:lnTo>
                  <a:close/>
                  <a:moveTo>
                    <a:pt x="1987955" y="2323421"/>
                  </a:moveTo>
                  <a:lnTo>
                    <a:pt x="1888584" y="2349791"/>
                  </a:lnTo>
                  <a:lnTo>
                    <a:pt x="1974936" y="2319316"/>
                  </a:lnTo>
                  <a:close/>
                  <a:moveTo>
                    <a:pt x="1974936" y="2319316"/>
                  </a:moveTo>
                  <a:lnTo>
                    <a:pt x="1888584" y="2349791"/>
                  </a:lnTo>
                  <a:lnTo>
                    <a:pt x="1930551" y="2323998"/>
                  </a:lnTo>
                  <a:close/>
                  <a:moveTo>
                    <a:pt x="1987955" y="2323421"/>
                  </a:moveTo>
                  <a:lnTo>
                    <a:pt x="1974936" y="2319316"/>
                  </a:lnTo>
                  <a:lnTo>
                    <a:pt x="2026849" y="2405383"/>
                  </a:lnTo>
                  <a:close/>
                  <a:moveTo>
                    <a:pt x="2073552" y="2364797"/>
                  </a:moveTo>
                  <a:lnTo>
                    <a:pt x="1987955" y="2323421"/>
                  </a:lnTo>
                  <a:lnTo>
                    <a:pt x="2026849" y="2405383"/>
                  </a:lnTo>
                  <a:close/>
                  <a:moveTo>
                    <a:pt x="1546178" y="1824967"/>
                  </a:moveTo>
                  <a:lnTo>
                    <a:pt x="1504182" y="1844506"/>
                  </a:lnTo>
                  <a:lnTo>
                    <a:pt x="1604007" y="1735850"/>
                  </a:lnTo>
                  <a:close/>
                  <a:moveTo>
                    <a:pt x="1278277" y="1571419"/>
                  </a:moveTo>
                  <a:lnTo>
                    <a:pt x="1242091" y="1609855"/>
                  </a:lnTo>
                  <a:lnTo>
                    <a:pt x="1270114" y="1527640"/>
                  </a:lnTo>
                  <a:close/>
                  <a:moveTo>
                    <a:pt x="457577" y="502799"/>
                  </a:moveTo>
                  <a:lnTo>
                    <a:pt x="512193" y="518775"/>
                  </a:lnTo>
                  <a:lnTo>
                    <a:pt x="457883" y="502623"/>
                  </a:lnTo>
                  <a:close/>
                  <a:moveTo>
                    <a:pt x="493646" y="574199"/>
                  </a:moveTo>
                  <a:lnTo>
                    <a:pt x="512193" y="518775"/>
                  </a:lnTo>
                  <a:lnTo>
                    <a:pt x="457577" y="502799"/>
                  </a:lnTo>
                  <a:close/>
                  <a:moveTo>
                    <a:pt x="457883" y="502623"/>
                  </a:moveTo>
                  <a:lnTo>
                    <a:pt x="512193" y="518775"/>
                  </a:lnTo>
                  <a:lnTo>
                    <a:pt x="520762" y="460379"/>
                  </a:lnTo>
                  <a:close/>
                  <a:moveTo>
                    <a:pt x="2094267" y="2282894"/>
                  </a:moveTo>
                  <a:lnTo>
                    <a:pt x="1987955" y="2323421"/>
                  </a:lnTo>
                  <a:lnTo>
                    <a:pt x="2073552" y="2364797"/>
                  </a:lnTo>
                  <a:close/>
                  <a:moveTo>
                    <a:pt x="2094267" y="2282894"/>
                  </a:moveTo>
                  <a:lnTo>
                    <a:pt x="2007523" y="2292823"/>
                  </a:lnTo>
                  <a:lnTo>
                    <a:pt x="1987955" y="2323421"/>
                  </a:lnTo>
                  <a:close/>
                  <a:moveTo>
                    <a:pt x="2007523" y="2292823"/>
                  </a:moveTo>
                  <a:lnTo>
                    <a:pt x="2094267" y="2282894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92156" y="2219151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73552" y="2364797"/>
                  </a:lnTo>
                  <a:lnTo>
                    <a:pt x="2099990" y="2311355"/>
                  </a:lnTo>
                  <a:close/>
                  <a:moveTo>
                    <a:pt x="2094267" y="2282894"/>
                  </a:moveTo>
                  <a:lnTo>
                    <a:pt x="2117010" y="2248620"/>
                  </a:lnTo>
                  <a:lnTo>
                    <a:pt x="2092156" y="2219151"/>
                  </a:lnTo>
                  <a:close/>
                  <a:moveTo>
                    <a:pt x="757126" y="786791"/>
                  </a:moveTo>
                  <a:lnTo>
                    <a:pt x="802863" y="742591"/>
                  </a:lnTo>
                  <a:lnTo>
                    <a:pt x="693692" y="828277"/>
                  </a:lnTo>
                  <a:close/>
                  <a:moveTo>
                    <a:pt x="493634" y="422406"/>
                  </a:moveTo>
                  <a:lnTo>
                    <a:pt x="520762" y="460379"/>
                  </a:lnTo>
                  <a:lnTo>
                    <a:pt x="569138" y="426047"/>
                  </a:lnTo>
                  <a:close/>
                  <a:moveTo>
                    <a:pt x="520762" y="460379"/>
                  </a:moveTo>
                  <a:lnTo>
                    <a:pt x="595534" y="461280"/>
                  </a:lnTo>
                  <a:lnTo>
                    <a:pt x="638640" y="407242"/>
                  </a:lnTo>
                  <a:close/>
                  <a:moveTo>
                    <a:pt x="569138" y="426047"/>
                  </a:moveTo>
                  <a:lnTo>
                    <a:pt x="520762" y="460379"/>
                  </a:lnTo>
                  <a:lnTo>
                    <a:pt x="638640" y="407242"/>
                  </a:lnTo>
                  <a:close/>
                  <a:moveTo>
                    <a:pt x="313504" y="242789"/>
                  </a:moveTo>
                  <a:lnTo>
                    <a:pt x="361474" y="255977"/>
                  </a:lnTo>
                  <a:lnTo>
                    <a:pt x="332948" y="243037"/>
                  </a:lnTo>
                  <a:close/>
                  <a:moveTo>
                    <a:pt x="657006" y="361545"/>
                  </a:moveTo>
                  <a:lnTo>
                    <a:pt x="569138" y="426047"/>
                  </a:lnTo>
                  <a:lnTo>
                    <a:pt x="638640" y="407242"/>
                  </a:lnTo>
                  <a:close/>
                  <a:moveTo>
                    <a:pt x="657006" y="361545"/>
                  </a:moveTo>
                  <a:lnTo>
                    <a:pt x="670508" y="311193"/>
                  </a:lnTo>
                  <a:lnTo>
                    <a:pt x="602656" y="336165"/>
                  </a:lnTo>
                  <a:close/>
                  <a:moveTo>
                    <a:pt x="657006" y="361545"/>
                  </a:moveTo>
                  <a:lnTo>
                    <a:pt x="638640" y="407242"/>
                  </a:lnTo>
                  <a:lnTo>
                    <a:pt x="673146" y="381971"/>
                  </a:lnTo>
                  <a:close/>
                  <a:moveTo>
                    <a:pt x="670508" y="311193"/>
                  </a:moveTo>
                  <a:lnTo>
                    <a:pt x="707680" y="280846"/>
                  </a:lnTo>
                  <a:lnTo>
                    <a:pt x="703086" y="261320"/>
                  </a:lnTo>
                  <a:close/>
                  <a:moveTo>
                    <a:pt x="657006" y="361545"/>
                  </a:moveTo>
                  <a:lnTo>
                    <a:pt x="695513" y="341227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07756" y="235254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17481" y="222883"/>
                  </a:lnTo>
                  <a:lnTo>
                    <a:pt x="707756" y="235254"/>
                  </a:lnTo>
                  <a:close/>
                  <a:moveTo>
                    <a:pt x="1793930" y="1444457"/>
                  </a:moveTo>
                  <a:lnTo>
                    <a:pt x="1793698" y="1508834"/>
                  </a:lnTo>
                  <a:lnTo>
                    <a:pt x="1804319" y="1456110"/>
                  </a:lnTo>
                  <a:close/>
                  <a:moveTo>
                    <a:pt x="1756236" y="1171028"/>
                  </a:moveTo>
                  <a:lnTo>
                    <a:pt x="1750175" y="1130905"/>
                  </a:lnTo>
                  <a:lnTo>
                    <a:pt x="1733727" y="1132591"/>
                  </a:lnTo>
                  <a:close/>
                  <a:moveTo>
                    <a:pt x="1119866" y="327707"/>
                  </a:moveTo>
                  <a:lnTo>
                    <a:pt x="1139379" y="348877"/>
                  </a:lnTo>
                  <a:lnTo>
                    <a:pt x="1138423" y="300411"/>
                  </a:lnTo>
                  <a:close/>
                  <a:moveTo>
                    <a:pt x="1138423" y="300411"/>
                  </a:moveTo>
                  <a:lnTo>
                    <a:pt x="1165902" y="339695"/>
                  </a:lnTo>
                  <a:lnTo>
                    <a:pt x="1199312" y="249406"/>
                  </a:lnTo>
                  <a:close/>
                  <a:moveTo>
                    <a:pt x="1254865" y="239048"/>
                  </a:moveTo>
                  <a:lnTo>
                    <a:pt x="1222120" y="228225"/>
                  </a:lnTo>
                  <a:lnTo>
                    <a:pt x="1199312" y="249406"/>
                  </a:lnTo>
                  <a:close/>
                  <a:moveTo>
                    <a:pt x="890600" y="92636"/>
                  </a:moveTo>
                  <a:lnTo>
                    <a:pt x="892810" y="63795"/>
                  </a:lnTo>
                  <a:lnTo>
                    <a:pt x="876600" y="94016"/>
                  </a:lnTo>
                  <a:close/>
                  <a:moveTo>
                    <a:pt x="810482" y="97178"/>
                  </a:moveTo>
                  <a:lnTo>
                    <a:pt x="831156" y="102232"/>
                  </a:lnTo>
                  <a:lnTo>
                    <a:pt x="876600" y="94016"/>
                  </a:lnTo>
                  <a:close/>
                  <a:moveTo>
                    <a:pt x="1415390" y="69565"/>
                  </a:moveTo>
                  <a:lnTo>
                    <a:pt x="1416520" y="69137"/>
                  </a:lnTo>
                  <a:lnTo>
                    <a:pt x="1415733" y="68765"/>
                  </a:lnTo>
                  <a:close/>
                  <a:moveTo>
                    <a:pt x="1455119" y="2899"/>
                  </a:moveTo>
                  <a:lnTo>
                    <a:pt x="1415733" y="68765"/>
                  </a:lnTo>
                  <a:lnTo>
                    <a:pt x="1528873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89" name="Candidate_density__2088">
              <a:extLst>
                <a:ext uri="{FF2B5EF4-FFF2-40B4-BE49-F238E27FC236}">
                  <a16:creationId xmlns:a16="http://schemas.microsoft.com/office/drawing/2014/main" id="{33E3CCD6-99BB-398D-D8A4-3B3E0FF2A7C3}"/>
                </a:ext>
              </a:extLst>
            </p:cNvPr>
            <p:cNvSpPr>
              <a:spLocks noGrp="1"/>
            </p:cNvSpPr>
            <p:nvPr/>
          </p:nvSpPr>
          <p:spPr>
            <a:xfrm>
              <a:off x="4328954" y="1725669"/>
              <a:ext cx="2158122" cy="3169020"/>
            </a:xfrm>
            <a:custGeom>
              <a:avLst/>
              <a:gdLst/>
              <a:ahLst/>
              <a:cxnLst/>
              <a:rect l="0" t="0" r="0" b="0"/>
              <a:pathLst>
                <a:path w="2158122" h="3169020">
                  <a:moveTo>
                    <a:pt x="728204" y="3048368"/>
                  </a:moveTo>
                  <a:lnTo>
                    <a:pt x="754682" y="3169020"/>
                  </a:lnTo>
                  <a:lnTo>
                    <a:pt x="807116" y="3130584"/>
                  </a:lnTo>
                  <a:close/>
                  <a:moveTo>
                    <a:pt x="836880" y="3023071"/>
                  </a:moveTo>
                  <a:lnTo>
                    <a:pt x="879727" y="3119815"/>
                  </a:lnTo>
                  <a:lnTo>
                    <a:pt x="922634" y="3065035"/>
                  </a:lnTo>
                  <a:close/>
                  <a:moveTo>
                    <a:pt x="786882" y="2847538"/>
                  </a:moveTo>
                  <a:lnTo>
                    <a:pt x="768901" y="2801723"/>
                  </a:lnTo>
                  <a:lnTo>
                    <a:pt x="751387" y="2776303"/>
                  </a:lnTo>
                  <a:close/>
                  <a:moveTo>
                    <a:pt x="11456" y="1979572"/>
                  </a:moveTo>
                  <a:lnTo>
                    <a:pt x="46368" y="2061787"/>
                  </a:lnTo>
                  <a:lnTo>
                    <a:pt x="107316" y="1967299"/>
                  </a:lnTo>
                  <a:close/>
                  <a:moveTo>
                    <a:pt x="0" y="1962100"/>
                  </a:moveTo>
                  <a:lnTo>
                    <a:pt x="11456" y="1979572"/>
                  </a:lnTo>
                  <a:lnTo>
                    <a:pt x="107316" y="1967299"/>
                  </a:lnTo>
                  <a:close/>
                  <a:moveTo>
                    <a:pt x="908235" y="2909564"/>
                  </a:moveTo>
                  <a:lnTo>
                    <a:pt x="921985" y="2998478"/>
                  </a:lnTo>
                  <a:lnTo>
                    <a:pt x="964418" y="2924480"/>
                  </a:lnTo>
                  <a:close/>
                  <a:moveTo>
                    <a:pt x="908235" y="2909564"/>
                  </a:moveTo>
                  <a:lnTo>
                    <a:pt x="955459" y="2831671"/>
                  </a:lnTo>
                  <a:lnTo>
                    <a:pt x="895642" y="2819710"/>
                  </a:lnTo>
                  <a:close/>
                  <a:moveTo>
                    <a:pt x="200938" y="1919925"/>
                  </a:moveTo>
                  <a:lnTo>
                    <a:pt x="107316" y="1967299"/>
                  </a:lnTo>
                  <a:lnTo>
                    <a:pt x="189869" y="1997290"/>
                  </a:lnTo>
                  <a:close/>
                  <a:moveTo>
                    <a:pt x="53806" y="1656054"/>
                  </a:moveTo>
                  <a:lnTo>
                    <a:pt x="99498" y="1741617"/>
                  </a:lnTo>
                  <a:lnTo>
                    <a:pt x="101081" y="1728783"/>
                  </a:lnTo>
                  <a:close/>
                  <a:moveTo>
                    <a:pt x="1061550" y="2686413"/>
                  </a:moveTo>
                  <a:lnTo>
                    <a:pt x="1059069" y="2802625"/>
                  </a:lnTo>
                  <a:lnTo>
                    <a:pt x="1105087" y="2759475"/>
                  </a:lnTo>
                  <a:close/>
                  <a:moveTo>
                    <a:pt x="320418" y="1776331"/>
                  </a:moveTo>
                  <a:lnTo>
                    <a:pt x="283017" y="1713604"/>
                  </a:lnTo>
                  <a:lnTo>
                    <a:pt x="324006" y="1782048"/>
                  </a:lnTo>
                  <a:close/>
                  <a:moveTo>
                    <a:pt x="264910" y="1699832"/>
                  </a:moveTo>
                  <a:lnTo>
                    <a:pt x="283017" y="1713604"/>
                  </a:lnTo>
                  <a:lnTo>
                    <a:pt x="320418" y="1776331"/>
                  </a:lnTo>
                  <a:close/>
                  <a:moveTo>
                    <a:pt x="1137363" y="2647977"/>
                  </a:moveTo>
                  <a:lnTo>
                    <a:pt x="1163440" y="2683679"/>
                  </a:lnTo>
                  <a:lnTo>
                    <a:pt x="1175539" y="2730192"/>
                  </a:lnTo>
                  <a:close/>
                  <a:moveTo>
                    <a:pt x="1152739" y="2686413"/>
                  </a:moveTo>
                  <a:lnTo>
                    <a:pt x="1128823" y="2651230"/>
                  </a:lnTo>
                  <a:lnTo>
                    <a:pt x="1105087" y="2759475"/>
                  </a:lnTo>
                  <a:close/>
                  <a:moveTo>
                    <a:pt x="375990" y="1946478"/>
                  </a:moveTo>
                  <a:lnTo>
                    <a:pt x="416599" y="1825826"/>
                  </a:lnTo>
                  <a:lnTo>
                    <a:pt x="364484" y="1864262"/>
                  </a:lnTo>
                  <a:close/>
                  <a:moveTo>
                    <a:pt x="368917" y="1742458"/>
                  </a:moveTo>
                  <a:lnTo>
                    <a:pt x="285225" y="1708206"/>
                  </a:lnTo>
                  <a:lnTo>
                    <a:pt x="320418" y="1776331"/>
                  </a:lnTo>
                  <a:close/>
                  <a:moveTo>
                    <a:pt x="384570" y="1591544"/>
                  </a:moveTo>
                  <a:lnTo>
                    <a:pt x="374276" y="1579181"/>
                  </a:lnTo>
                  <a:lnTo>
                    <a:pt x="383921" y="1661396"/>
                  </a:lnTo>
                  <a:close/>
                  <a:moveTo>
                    <a:pt x="1322955" y="2691756"/>
                  </a:moveTo>
                  <a:lnTo>
                    <a:pt x="1298544" y="2710258"/>
                  </a:lnTo>
                  <a:lnTo>
                    <a:pt x="1229425" y="2630035"/>
                  </a:lnTo>
                  <a:close/>
                  <a:moveTo>
                    <a:pt x="1338474" y="2609541"/>
                  </a:moveTo>
                  <a:lnTo>
                    <a:pt x="1367858" y="2638676"/>
                  </a:lnTo>
                  <a:lnTo>
                    <a:pt x="1361699" y="2691756"/>
                  </a:lnTo>
                  <a:close/>
                  <a:moveTo>
                    <a:pt x="374276" y="1579181"/>
                  </a:moveTo>
                  <a:lnTo>
                    <a:pt x="307669" y="1513461"/>
                  </a:lnTo>
                  <a:lnTo>
                    <a:pt x="377072" y="1540744"/>
                  </a:lnTo>
                  <a:close/>
                  <a:moveTo>
                    <a:pt x="883081" y="1841141"/>
                  </a:moveTo>
                  <a:lnTo>
                    <a:pt x="956959" y="1913384"/>
                  </a:lnTo>
                  <a:lnTo>
                    <a:pt x="868955" y="1840484"/>
                  </a:lnTo>
                  <a:close/>
                  <a:moveTo>
                    <a:pt x="868955" y="1840484"/>
                  </a:moveTo>
                  <a:lnTo>
                    <a:pt x="956959" y="1913384"/>
                  </a:lnTo>
                  <a:lnTo>
                    <a:pt x="968980" y="1919850"/>
                  </a:lnTo>
                  <a:close/>
                  <a:moveTo>
                    <a:pt x="1728257" y="2627546"/>
                  </a:moveTo>
                  <a:lnTo>
                    <a:pt x="1665667" y="2617838"/>
                  </a:lnTo>
                  <a:lnTo>
                    <a:pt x="1763201" y="2687297"/>
                  </a:lnTo>
                  <a:close/>
                  <a:moveTo>
                    <a:pt x="1605212" y="2466802"/>
                  </a:moveTo>
                  <a:lnTo>
                    <a:pt x="1580790" y="2450453"/>
                  </a:lnTo>
                  <a:lnTo>
                    <a:pt x="1593856" y="2532668"/>
                  </a:lnTo>
                  <a:close/>
                  <a:moveTo>
                    <a:pt x="806972" y="1835236"/>
                  </a:moveTo>
                  <a:lnTo>
                    <a:pt x="927158" y="1893258"/>
                  </a:lnTo>
                  <a:lnTo>
                    <a:pt x="883081" y="1841141"/>
                  </a:lnTo>
                  <a:close/>
                  <a:moveTo>
                    <a:pt x="736978" y="1584523"/>
                  </a:moveTo>
                  <a:lnTo>
                    <a:pt x="676310" y="1625371"/>
                  </a:lnTo>
                  <a:lnTo>
                    <a:pt x="710357" y="1547961"/>
                  </a:lnTo>
                  <a:close/>
                  <a:moveTo>
                    <a:pt x="1570125" y="2434735"/>
                  </a:moveTo>
                  <a:lnTo>
                    <a:pt x="1593856" y="2532668"/>
                  </a:lnTo>
                  <a:lnTo>
                    <a:pt x="1580790" y="2450453"/>
                  </a:lnTo>
                  <a:close/>
                  <a:moveTo>
                    <a:pt x="1737334" y="2419982"/>
                  </a:moveTo>
                  <a:lnTo>
                    <a:pt x="1751433" y="2428095"/>
                  </a:lnTo>
                  <a:lnTo>
                    <a:pt x="1719072" y="2412016"/>
                  </a:lnTo>
                  <a:close/>
                  <a:moveTo>
                    <a:pt x="1751433" y="2428095"/>
                  </a:moveTo>
                  <a:lnTo>
                    <a:pt x="1737334" y="2419982"/>
                  </a:lnTo>
                  <a:lnTo>
                    <a:pt x="1815906" y="2494232"/>
                  </a:lnTo>
                  <a:close/>
                  <a:moveTo>
                    <a:pt x="1579991" y="2344417"/>
                  </a:moveTo>
                  <a:lnTo>
                    <a:pt x="1555987" y="2329801"/>
                  </a:lnTo>
                  <a:lnTo>
                    <a:pt x="1570125" y="2434735"/>
                  </a:lnTo>
                  <a:close/>
                  <a:moveTo>
                    <a:pt x="1579991" y="2344417"/>
                  </a:moveTo>
                  <a:lnTo>
                    <a:pt x="1570125" y="2434735"/>
                  </a:lnTo>
                  <a:lnTo>
                    <a:pt x="1669032" y="2398671"/>
                  </a:lnTo>
                  <a:close/>
                  <a:moveTo>
                    <a:pt x="1416027" y="2286022"/>
                  </a:moveTo>
                  <a:lnTo>
                    <a:pt x="1470365" y="2355154"/>
                  </a:lnTo>
                  <a:lnTo>
                    <a:pt x="1444379" y="2331249"/>
                  </a:lnTo>
                  <a:close/>
                  <a:moveTo>
                    <a:pt x="1464573" y="2286022"/>
                  </a:moveTo>
                  <a:lnTo>
                    <a:pt x="1444379" y="2331249"/>
                  </a:lnTo>
                  <a:lnTo>
                    <a:pt x="1555987" y="2329801"/>
                  </a:lnTo>
                  <a:close/>
                  <a:moveTo>
                    <a:pt x="889597" y="1523426"/>
                  </a:moveTo>
                  <a:lnTo>
                    <a:pt x="851275" y="1507019"/>
                  </a:lnTo>
                  <a:lnTo>
                    <a:pt x="800931" y="1434826"/>
                  </a:lnTo>
                  <a:close/>
                  <a:moveTo>
                    <a:pt x="702213" y="1354398"/>
                  </a:moveTo>
                  <a:lnTo>
                    <a:pt x="800931" y="1434826"/>
                  </a:lnTo>
                  <a:lnTo>
                    <a:pt x="736895" y="1381657"/>
                  </a:lnTo>
                  <a:close/>
                  <a:moveTo>
                    <a:pt x="736895" y="1381657"/>
                  </a:moveTo>
                  <a:lnTo>
                    <a:pt x="800931" y="1434826"/>
                  </a:lnTo>
                  <a:lnTo>
                    <a:pt x="745215" y="1389134"/>
                  </a:lnTo>
                  <a:close/>
                  <a:moveTo>
                    <a:pt x="524735" y="1037723"/>
                  </a:moveTo>
                  <a:lnTo>
                    <a:pt x="562904" y="1049618"/>
                  </a:lnTo>
                  <a:lnTo>
                    <a:pt x="585971" y="1135012"/>
                  </a:lnTo>
                  <a:close/>
                  <a:moveTo>
                    <a:pt x="506524" y="952436"/>
                  </a:moveTo>
                  <a:lnTo>
                    <a:pt x="513514" y="864961"/>
                  </a:lnTo>
                  <a:lnTo>
                    <a:pt x="444107" y="884114"/>
                  </a:lnTo>
                  <a:close/>
                  <a:moveTo>
                    <a:pt x="355350" y="830924"/>
                  </a:moveTo>
                  <a:lnTo>
                    <a:pt x="293036" y="804630"/>
                  </a:lnTo>
                  <a:lnTo>
                    <a:pt x="378005" y="849929"/>
                  </a:lnTo>
                  <a:close/>
                  <a:moveTo>
                    <a:pt x="300011" y="806151"/>
                  </a:moveTo>
                  <a:lnTo>
                    <a:pt x="310996" y="880294"/>
                  </a:lnTo>
                  <a:lnTo>
                    <a:pt x="378005" y="849929"/>
                  </a:lnTo>
                  <a:close/>
                  <a:moveTo>
                    <a:pt x="1719072" y="2412016"/>
                  </a:moveTo>
                  <a:lnTo>
                    <a:pt x="1751433" y="2428095"/>
                  </a:lnTo>
                  <a:lnTo>
                    <a:pt x="1762249" y="2399726"/>
                  </a:lnTo>
                  <a:close/>
                  <a:moveTo>
                    <a:pt x="1719072" y="2412016"/>
                  </a:moveTo>
                  <a:lnTo>
                    <a:pt x="1762249" y="2399726"/>
                  </a:lnTo>
                  <a:lnTo>
                    <a:pt x="1669032" y="2398671"/>
                  </a:lnTo>
                  <a:close/>
                  <a:moveTo>
                    <a:pt x="1669032" y="2398671"/>
                  </a:moveTo>
                  <a:lnTo>
                    <a:pt x="1762249" y="2399726"/>
                  </a:lnTo>
                  <a:lnTo>
                    <a:pt x="1789432" y="2354965"/>
                  </a:lnTo>
                  <a:close/>
                  <a:moveTo>
                    <a:pt x="1579991" y="2344417"/>
                  </a:moveTo>
                  <a:lnTo>
                    <a:pt x="1669032" y="2398671"/>
                  </a:lnTo>
                  <a:lnTo>
                    <a:pt x="1713916" y="2351284"/>
                  </a:lnTo>
                  <a:close/>
                  <a:moveTo>
                    <a:pt x="378005" y="849929"/>
                  </a:moveTo>
                  <a:lnTo>
                    <a:pt x="444107" y="884114"/>
                  </a:lnTo>
                  <a:lnTo>
                    <a:pt x="460235" y="829384"/>
                  </a:lnTo>
                  <a:close/>
                  <a:moveTo>
                    <a:pt x="378005" y="849929"/>
                  </a:moveTo>
                  <a:lnTo>
                    <a:pt x="460235" y="829384"/>
                  </a:lnTo>
                  <a:lnTo>
                    <a:pt x="355350" y="830924"/>
                  </a:lnTo>
                  <a:close/>
                  <a:moveTo>
                    <a:pt x="1505407" y="1962504"/>
                  </a:moveTo>
                  <a:lnTo>
                    <a:pt x="1491612" y="1998105"/>
                  </a:lnTo>
                  <a:lnTo>
                    <a:pt x="1543965" y="1994522"/>
                  </a:lnTo>
                  <a:close/>
                  <a:moveTo>
                    <a:pt x="1923182" y="2297722"/>
                  </a:moveTo>
                  <a:lnTo>
                    <a:pt x="1943372" y="2335144"/>
                  </a:lnTo>
                  <a:lnTo>
                    <a:pt x="1906525" y="2298897"/>
                  </a:lnTo>
                  <a:close/>
                  <a:moveTo>
                    <a:pt x="1906525" y="2298897"/>
                  </a:moveTo>
                  <a:lnTo>
                    <a:pt x="1875607" y="2368161"/>
                  </a:lnTo>
                  <a:lnTo>
                    <a:pt x="1923182" y="2297722"/>
                  </a:lnTo>
                  <a:close/>
                  <a:moveTo>
                    <a:pt x="1614388" y="2098475"/>
                  </a:moveTo>
                  <a:lnTo>
                    <a:pt x="1654858" y="2130474"/>
                  </a:lnTo>
                  <a:lnTo>
                    <a:pt x="1641903" y="2126935"/>
                  </a:lnTo>
                  <a:close/>
                  <a:moveTo>
                    <a:pt x="1804272" y="2209149"/>
                  </a:moveTo>
                  <a:lnTo>
                    <a:pt x="1744731" y="2126935"/>
                  </a:lnTo>
                  <a:lnTo>
                    <a:pt x="1790574" y="2144036"/>
                  </a:lnTo>
                  <a:close/>
                  <a:moveTo>
                    <a:pt x="1790574" y="2144036"/>
                  </a:moveTo>
                  <a:lnTo>
                    <a:pt x="1822779" y="2088498"/>
                  </a:lnTo>
                  <a:lnTo>
                    <a:pt x="1839319" y="2097385"/>
                  </a:lnTo>
                  <a:close/>
                  <a:moveTo>
                    <a:pt x="1730262" y="2025362"/>
                  </a:moveTo>
                  <a:lnTo>
                    <a:pt x="1760667" y="2032218"/>
                  </a:lnTo>
                  <a:lnTo>
                    <a:pt x="1670710" y="2013186"/>
                  </a:lnTo>
                  <a:close/>
                  <a:moveTo>
                    <a:pt x="1839319" y="2097385"/>
                  </a:moveTo>
                  <a:lnTo>
                    <a:pt x="1822779" y="2088498"/>
                  </a:lnTo>
                  <a:lnTo>
                    <a:pt x="1760667" y="2032218"/>
                  </a:lnTo>
                  <a:close/>
                  <a:moveTo>
                    <a:pt x="1730262" y="2025362"/>
                  </a:moveTo>
                  <a:lnTo>
                    <a:pt x="1670710" y="2013186"/>
                  </a:lnTo>
                  <a:lnTo>
                    <a:pt x="1728538" y="1924068"/>
                  </a:lnTo>
                  <a:close/>
                  <a:moveTo>
                    <a:pt x="438035" y="431008"/>
                  </a:moveTo>
                  <a:lnTo>
                    <a:pt x="352716" y="390675"/>
                  </a:lnTo>
                  <a:lnTo>
                    <a:pt x="382959" y="440289"/>
                  </a:lnTo>
                  <a:close/>
                  <a:moveTo>
                    <a:pt x="1673799" y="1810489"/>
                  </a:moveTo>
                  <a:lnTo>
                    <a:pt x="1728538" y="1924068"/>
                  </a:lnTo>
                  <a:lnTo>
                    <a:pt x="1706151" y="1841853"/>
                  </a:lnTo>
                  <a:close/>
                  <a:moveTo>
                    <a:pt x="1375092" y="1671373"/>
                  </a:moveTo>
                  <a:lnTo>
                    <a:pt x="1382752" y="1677422"/>
                  </a:lnTo>
                  <a:lnTo>
                    <a:pt x="1441031" y="1578264"/>
                  </a:lnTo>
                  <a:close/>
                  <a:moveTo>
                    <a:pt x="1518705" y="1575709"/>
                  </a:moveTo>
                  <a:lnTo>
                    <a:pt x="1432530" y="1641342"/>
                  </a:lnTo>
                  <a:lnTo>
                    <a:pt x="1509204" y="1649355"/>
                  </a:lnTo>
                  <a:close/>
                  <a:moveTo>
                    <a:pt x="1518705" y="1575709"/>
                  </a:moveTo>
                  <a:lnTo>
                    <a:pt x="1441031" y="1578264"/>
                  </a:lnTo>
                  <a:lnTo>
                    <a:pt x="1432530" y="1641342"/>
                  </a:lnTo>
                  <a:close/>
                  <a:moveTo>
                    <a:pt x="2060632" y="2038645"/>
                  </a:moveTo>
                  <a:lnTo>
                    <a:pt x="2016222" y="2014158"/>
                  </a:lnTo>
                  <a:lnTo>
                    <a:pt x="2106565" y="2059095"/>
                  </a:lnTo>
                  <a:close/>
                  <a:moveTo>
                    <a:pt x="1617839" y="1455614"/>
                  </a:moveTo>
                  <a:lnTo>
                    <a:pt x="1542330" y="1456410"/>
                  </a:lnTo>
                  <a:lnTo>
                    <a:pt x="1532457" y="1521089"/>
                  </a:lnTo>
                  <a:close/>
                  <a:moveTo>
                    <a:pt x="1617839" y="1455614"/>
                  </a:moveTo>
                  <a:lnTo>
                    <a:pt x="1632024" y="1399497"/>
                  </a:lnTo>
                  <a:lnTo>
                    <a:pt x="1551648" y="1377640"/>
                  </a:lnTo>
                  <a:close/>
                  <a:moveTo>
                    <a:pt x="2122052" y="2088805"/>
                  </a:moveTo>
                  <a:lnTo>
                    <a:pt x="2158122" y="2176055"/>
                  </a:lnTo>
                  <a:lnTo>
                    <a:pt x="2131655" y="2093840"/>
                  </a:lnTo>
                  <a:close/>
                  <a:moveTo>
                    <a:pt x="2122052" y="2088805"/>
                  </a:moveTo>
                  <a:lnTo>
                    <a:pt x="2147686" y="2168056"/>
                  </a:lnTo>
                  <a:lnTo>
                    <a:pt x="2158122" y="2176055"/>
                  </a:lnTo>
                  <a:close/>
                  <a:moveTo>
                    <a:pt x="2122052" y="2088805"/>
                  </a:moveTo>
                  <a:lnTo>
                    <a:pt x="2131655" y="2093840"/>
                  </a:lnTo>
                  <a:lnTo>
                    <a:pt x="2106565" y="2059095"/>
                  </a:lnTo>
                  <a:close/>
                  <a:moveTo>
                    <a:pt x="1823290" y="1557292"/>
                  </a:moveTo>
                  <a:lnTo>
                    <a:pt x="1879308" y="1551533"/>
                  </a:lnTo>
                  <a:lnTo>
                    <a:pt x="1888388" y="1562113"/>
                  </a:lnTo>
                  <a:close/>
                  <a:moveTo>
                    <a:pt x="1886162" y="1558842"/>
                  </a:moveTo>
                  <a:lnTo>
                    <a:pt x="1888388" y="1562113"/>
                  </a:lnTo>
                  <a:lnTo>
                    <a:pt x="1879308" y="1551533"/>
                  </a:lnTo>
                  <a:close/>
                  <a:moveTo>
                    <a:pt x="1608132" y="1063137"/>
                  </a:moveTo>
                  <a:lnTo>
                    <a:pt x="1592279" y="1115527"/>
                  </a:lnTo>
                  <a:lnTo>
                    <a:pt x="1662624" y="1118929"/>
                  </a:lnTo>
                  <a:close/>
                  <a:moveTo>
                    <a:pt x="1604614" y="1030386"/>
                  </a:moveTo>
                  <a:lnTo>
                    <a:pt x="1608132" y="1063137"/>
                  </a:lnTo>
                  <a:lnTo>
                    <a:pt x="1533478" y="963147"/>
                  </a:lnTo>
                  <a:close/>
                  <a:moveTo>
                    <a:pt x="1777038" y="1186596"/>
                  </a:moveTo>
                  <a:lnTo>
                    <a:pt x="1856319" y="1250378"/>
                  </a:lnTo>
                  <a:lnTo>
                    <a:pt x="1812542" y="1194816"/>
                  </a:lnTo>
                  <a:close/>
                  <a:moveTo>
                    <a:pt x="1866828" y="1274283"/>
                  </a:moveTo>
                  <a:lnTo>
                    <a:pt x="1856319" y="1250378"/>
                  </a:lnTo>
                  <a:lnTo>
                    <a:pt x="1777038" y="1186596"/>
                  </a:lnTo>
                  <a:close/>
                  <a:moveTo>
                    <a:pt x="1818232" y="1253198"/>
                  </a:moveTo>
                  <a:lnTo>
                    <a:pt x="1866828" y="1274283"/>
                  </a:lnTo>
                  <a:lnTo>
                    <a:pt x="1777038" y="1186596"/>
                  </a:lnTo>
                  <a:close/>
                  <a:moveTo>
                    <a:pt x="1588406" y="1018583"/>
                  </a:moveTo>
                  <a:lnTo>
                    <a:pt x="1591731" y="1097100"/>
                  </a:lnTo>
                  <a:lnTo>
                    <a:pt x="1604614" y="1030386"/>
                  </a:lnTo>
                  <a:close/>
                  <a:moveTo>
                    <a:pt x="1375912" y="619310"/>
                  </a:moveTo>
                  <a:lnTo>
                    <a:pt x="1334627" y="603255"/>
                  </a:lnTo>
                  <a:lnTo>
                    <a:pt x="1391611" y="627542"/>
                  </a:lnTo>
                  <a:close/>
                  <a:moveTo>
                    <a:pt x="1273822" y="592097"/>
                  </a:moveTo>
                  <a:lnTo>
                    <a:pt x="1334627" y="603255"/>
                  </a:lnTo>
                  <a:lnTo>
                    <a:pt x="1244398" y="515926"/>
                  </a:lnTo>
                  <a:close/>
                  <a:moveTo>
                    <a:pt x="1334627" y="603255"/>
                  </a:moveTo>
                  <a:lnTo>
                    <a:pt x="1375912" y="619310"/>
                  </a:lnTo>
                  <a:lnTo>
                    <a:pt x="1297867" y="555704"/>
                  </a:lnTo>
                  <a:close/>
                  <a:moveTo>
                    <a:pt x="1208717" y="144565"/>
                  </a:moveTo>
                  <a:lnTo>
                    <a:pt x="1158641" y="98619"/>
                  </a:lnTo>
                  <a:lnTo>
                    <a:pt x="1200313" y="131362"/>
                  </a:lnTo>
                  <a:close/>
                  <a:moveTo>
                    <a:pt x="1396801" y="54489"/>
                  </a:moveTo>
                  <a:lnTo>
                    <a:pt x="1337951" y="0"/>
                  </a:lnTo>
                  <a:lnTo>
                    <a:pt x="1336839" y="1071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90" name="Candidate_density__2089">
              <a:extLst>
                <a:ext uri="{FF2B5EF4-FFF2-40B4-BE49-F238E27FC236}">
                  <a16:creationId xmlns:a16="http://schemas.microsoft.com/office/drawing/2014/main" id="{13666503-04F5-8AD1-DDD5-3B8FF426FD0B}"/>
                </a:ext>
              </a:extLst>
            </p:cNvPr>
            <p:cNvSpPr>
              <a:spLocks noGrp="1"/>
            </p:cNvSpPr>
            <p:nvPr/>
          </p:nvSpPr>
          <p:spPr>
            <a:xfrm>
              <a:off x="4413189" y="1857217"/>
              <a:ext cx="2182698" cy="2988267"/>
            </a:xfrm>
            <a:custGeom>
              <a:avLst/>
              <a:gdLst/>
              <a:ahLst/>
              <a:cxnLst/>
              <a:rect l="0" t="0" r="0" b="0"/>
              <a:pathLst>
                <a:path w="2182698" h="2988267">
                  <a:moveTo>
                    <a:pt x="817554" y="2916820"/>
                  </a:moveTo>
                  <a:lnTo>
                    <a:pt x="838399" y="2933487"/>
                  </a:lnTo>
                  <a:lnTo>
                    <a:pt x="795492" y="2988267"/>
                  </a:lnTo>
                  <a:close/>
                  <a:moveTo>
                    <a:pt x="379482" y="2332300"/>
                  </a:moveTo>
                  <a:lnTo>
                    <a:pt x="446266" y="2303339"/>
                  </a:lnTo>
                  <a:lnTo>
                    <a:pt x="498649" y="2283988"/>
                  </a:lnTo>
                  <a:close/>
                  <a:moveTo>
                    <a:pt x="446646" y="2302878"/>
                  </a:moveTo>
                  <a:lnTo>
                    <a:pt x="498649" y="2283988"/>
                  </a:lnTo>
                  <a:lnTo>
                    <a:pt x="446266" y="2303339"/>
                  </a:lnTo>
                  <a:close/>
                  <a:moveTo>
                    <a:pt x="446646" y="2302878"/>
                  </a:moveTo>
                  <a:lnTo>
                    <a:pt x="522774" y="2264442"/>
                  </a:lnTo>
                  <a:lnTo>
                    <a:pt x="498649" y="2283988"/>
                  </a:lnTo>
                  <a:close/>
                  <a:moveTo>
                    <a:pt x="522774" y="2264442"/>
                  </a:moveTo>
                  <a:lnTo>
                    <a:pt x="446646" y="2302878"/>
                  </a:lnTo>
                  <a:lnTo>
                    <a:pt x="560441" y="2236360"/>
                  </a:lnTo>
                  <a:close/>
                  <a:moveTo>
                    <a:pt x="23081" y="1835751"/>
                  </a:moveTo>
                  <a:lnTo>
                    <a:pt x="40297" y="1789903"/>
                  </a:lnTo>
                  <a:lnTo>
                    <a:pt x="0" y="1891803"/>
                  </a:lnTo>
                  <a:close/>
                  <a:moveTo>
                    <a:pt x="555719" y="2143790"/>
                  </a:moveTo>
                  <a:lnTo>
                    <a:pt x="587325" y="2121673"/>
                  </a:lnTo>
                  <a:lnTo>
                    <a:pt x="630516" y="2067955"/>
                  </a:lnTo>
                  <a:close/>
                  <a:moveTo>
                    <a:pt x="1175314" y="2674181"/>
                  </a:moveTo>
                  <a:lnTo>
                    <a:pt x="1165570" y="2675142"/>
                  </a:lnTo>
                  <a:lnTo>
                    <a:pt x="1215097" y="2598644"/>
                  </a:lnTo>
                  <a:close/>
                  <a:moveTo>
                    <a:pt x="805997" y="1951531"/>
                  </a:moveTo>
                  <a:lnTo>
                    <a:pt x="737666" y="1974709"/>
                  </a:lnTo>
                  <a:lnTo>
                    <a:pt x="750431" y="1958981"/>
                  </a:lnTo>
                  <a:close/>
                  <a:moveTo>
                    <a:pt x="853650" y="1902487"/>
                  </a:moveTo>
                  <a:lnTo>
                    <a:pt x="850267" y="1901848"/>
                  </a:lnTo>
                  <a:lnTo>
                    <a:pt x="805997" y="1951531"/>
                  </a:lnTo>
                  <a:close/>
                  <a:moveTo>
                    <a:pt x="853650" y="1902487"/>
                  </a:moveTo>
                  <a:lnTo>
                    <a:pt x="868935" y="1864051"/>
                  </a:lnTo>
                  <a:lnTo>
                    <a:pt x="850267" y="1901848"/>
                  </a:lnTo>
                  <a:close/>
                  <a:moveTo>
                    <a:pt x="822007" y="1617405"/>
                  </a:moveTo>
                  <a:lnTo>
                    <a:pt x="813566" y="1549426"/>
                  </a:lnTo>
                  <a:lnTo>
                    <a:pt x="807273" y="1590509"/>
                  </a:lnTo>
                  <a:close/>
                  <a:moveTo>
                    <a:pt x="840020" y="1496754"/>
                  </a:moveTo>
                  <a:lnTo>
                    <a:pt x="813566" y="1549426"/>
                  </a:lnTo>
                  <a:lnTo>
                    <a:pt x="822007" y="1617405"/>
                  </a:lnTo>
                  <a:close/>
                  <a:moveTo>
                    <a:pt x="1774576" y="2419361"/>
                  </a:moveTo>
                  <a:lnTo>
                    <a:pt x="1799472" y="2362684"/>
                  </a:lnTo>
                  <a:lnTo>
                    <a:pt x="1806985" y="2424104"/>
                  </a:lnTo>
                  <a:close/>
                  <a:moveTo>
                    <a:pt x="733648" y="889128"/>
                  </a:moveTo>
                  <a:lnTo>
                    <a:pt x="704517" y="989961"/>
                  </a:lnTo>
                  <a:lnTo>
                    <a:pt x="735524" y="926590"/>
                  </a:lnTo>
                  <a:close/>
                  <a:moveTo>
                    <a:pt x="733988" y="884947"/>
                  </a:moveTo>
                  <a:lnTo>
                    <a:pt x="735524" y="926590"/>
                  </a:lnTo>
                  <a:lnTo>
                    <a:pt x="751411" y="886634"/>
                  </a:lnTo>
                  <a:close/>
                  <a:moveTo>
                    <a:pt x="733988" y="884947"/>
                  </a:moveTo>
                  <a:lnTo>
                    <a:pt x="751411" y="886634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43160" y="799261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62905" y="767502"/>
                  </a:lnTo>
                  <a:lnTo>
                    <a:pt x="843160" y="799261"/>
                  </a:lnTo>
                  <a:close/>
                  <a:moveTo>
                    <a:pt x="2182698" y="2248479"/>
                  </a:moveTo>
                  <a:lnTo>
                    <a:pt x="2070090" y="2321312"/>
                  </a:lnTo>
                  <a:lnTo>
                    <a:pt x="2132453" y="2275822"/>
                  </a:lnTo>
                  <a:close/>
                  <a:moveTo>
                    <a:pt x="2134860" y="2247374"/>
                  </a:moveTo>
                  <a:lnTo>
                    <a:pt x="2182698" y="2248479"/>
                  </a:lnTo>
                  <a:lnTo>
                    <a:pt x="2132453" y="2275822"/>
                  </a:lnTo>
                  <a:close/>
                  <a:moveTo>
                    <a:pt x="856286" y="685287"/>
                  </a:moveTo>
                  <a:lnTo>
                    <a:pt x="859135" y="747608"/>
                  </a:lnTo>
                  <a:lnTo>
                    <a:pt x="862905" y="767502"/>
                  </a:lnTo>
                  <a:close/>
                  <a:moveTo>
                    <a:pt x="948611" y="699668"/>
                  </a:moveTo>
                  <a:lnTo>
                    <a:pt x="859135" y="747608"/>
                  </a:lnTo>
                  <a:lnTo>
                    <a:pt x="856286" y="685287"/>
                  </a:lnTo>
                  <a:close/>
                  <a:moveTo>
                    <a:pt x="1815449" y="1551216"/>
                  </a:moveTo>
                  <a:lnTo>
                    <a:pt x="1844616" y="1512780"/>
                  </a:lnTo>
                  <a:lnTo>
                    <a:pt x="1833995" y="1565505"/>
                  </a:lnTo>
                  <a:close/>
                  <a:moveTo>
                    <a:pt x="757778" y="279553"/>
                  </a:moveTo>
                  <a:lnTo>
                    <a:pt x="743382" y="317990"/>
                  </a:lnTo>
                  <a:lnTo>
                    <a:pt x="801128" y="211709"/>
                  </a:lnTo>
                  <a:close/>
                  <a:moveTo>
                    <a:pt x="743382" y="317990"/>
                  </a:moveTo>
                  <a:lnTo>
                    <a:pt x="757880" y="265215"/>
                  </a:lnTo>
                  <a:lnTo>
                    <a:pt x="801128" y="211709"/>
                  </a:lnTo>
                  <a:close/>
                  <a:moveTo>
                    <a:pt x="801128" y="211709"/>
                  </a:moveTo>
                  <a:lnTo>
                    <a:pt x="838010" y="224822"/>
                  </a:lnTo>
                  <a:lnTo>
                    <a:pt x="821327" y="197339"/>
                  </a:lnTo>
                  <a:close/>
                  <a:moveTo>
                    <a:pt x="1286326" y="695948"/>
                  </a:moveTo>
                  <a:lnTo>
                    <a:pt x="1304039" y="698721"/>
                  </a:lnTo>
                  <a:lnTo>
                    <a:pt x="1351865" y="662333"/>
                  </a:lnTo>
                  <a:close/>
                  <a:moveTo>
                    <a:pt x="1315330" y="690629"/>
                  </a:moveTo>
                  <a:lnTo>
                    <a:pt x="1360575" y="652193"/>
                  </a:lnTo>
                  <a:lnTo>
                    <a:pt x="1351865" y="662333"/>
                  </a:lnTo>
                  <a:close/>
                  <a:moveTo>
                    <a:pt x="821327" y="197339"/>
                  </a:moveTo>
                  <a:lnTo>
                    <a:pt x="846512" y="166191"/>
                  </a:lnTo>
                  <a:lnTo>
                    <a:pt x="801128" y="211709"/>
                  </a:lnTo>
                  <a:close/>
                  <a:moveTo>
                    <a:pt x="821327" y="197339"/>
                  </a:moveTo>
                  <a:lnTo>
                    <a:pt x="871452" y="158902"/>
                  </a:lnTo>
                  <a:lnTo>
                    <a:pt x="846512" y="166191"/>
                  </a:lnTo>
                  <a:close/>
                  <a:moveTo>
                    <a:pt x="871452" y="158902"/>
                  </a:moveTo>
                  <a:lnTo>
                    <a:pt x="821327" y="197339"/>
                  </a:lnTo>
                  <a:lnTo>
                    <a:pt x="916896" y="150687"/>
                  </a:lnTo>
                  <a:close/>
                  <a:moveTo>
                    <a:pt x="821327" y="197339"/>
                  </a:moveTo>
                  <a:lnTo>
                    <a:pt x="863389" y="165835"/>
                  </a:lnTo>
                  <a:lnTo>
                    <a:pt x="916896" y="150687"/>
                  </a:lnTo>
                  <a:close/>
                  <a:moveTo>
                    <a:pt x="916896" y="150687"/>
                  </a:moveTo>
                  <a:lnTo>
                    <a:pt x="863389" y="165835"/>
                  </a:lnTo>
                  <a:lnTo>
                    <a:pt x="989571" y="143747"/>
                  </a:lnTo>
                  <a:close/>
                  <a:moveTo>
                    <a:pt x="916896" y="150687"/>
                  </a:moveTo>
                  <a:lnTo>
                    <a:pt x="989571" y="143747"/>
                  </a:lnTo>
                  <a:lnTo>
                    <a:pt x="930896" y="149307"/>
                  </a:lnTo>
                  <a:close/>
                  <a:moveTo>
                    <a:pt x="1178720" y="357082"/>
                  </a:moveTo>
                  <a:lnTo>
                    <a:pt x="1239608" y="306076"/>
                  </a:lnTo>
                  <a:lnTo>
                    <a:pt x="1289967" y="279158"/>
                  </a:lnTo>
                  <a:close/>
                  <a:moveTo>
                    <a:pt x="1262416" y="284896"/>
                  </a:moveTo>
                  <a:lnTo>
                    <a:pt x="1289967" y="279158"/>
                  </a:lnTo>
                  <a:lnTo>
                    <a:pt x="1239608" y="306076"/>
                  </a:lnTo>
                  <a:close/>
                  <a:moveTo>
                    <a:pt x="1262416" y="284896"/>
                  </a:moveTo>
                  <a:lnTo>
                    <a:pt x="1309159" y="246460"/>
                  </a:lnTo>
                  <a:lnTo>
                    <a:pt x="1289967" y="279158"/>
                  </a:lnTo>
                  <a:close/>
                  <a:moveTo>
                    <a:pt x="1309159" y="246460"/>
                  </a:moveTo>
                  <a:lnTo>
                    <a:pt x="1262416" y="284896"/>
                  </a:lnTo>
                  <a:lnTo>
                    <a:pt x="1341823" y="194381"/>
                  </a:lnTo>
                  <a:close/>
                  <a:moveTo>
                    <a:pt x="1309159" y="246460"/>
                  </a:moveTo>
                  <a:lnTo>
                    <a:pt x="1341823" y="194381"/>
                  </a:lnTo>
                  <a:lnTo>
                    <a:pt x="1392475" y="168559"/>
                  </a:lnTo>
                  <a:close/>
                  <a:moveTo>
                    <a:pt x="1392475" y="168559"/>
                  </a:moveTo>
                  <a:lnTo>
                    <a:pt x="1341823" y="194381"/>
                  </a:lnTo>
                  <a:lnTo>
                    <a:pt x="1455686" y="126235"/>
                  </a:lnTo>
                  <a:close/>
                  <a:moveTo>
                    <a:pt x="1455686" y="126235"/>
                  </a:moveTo>
                  <a:lnTo>
                    <a:pt x="1456030" y="125435"/>
                  </a:lnTo>
                  <a:lnTo>
                    <a:pt x="1445335" y="150990"/>
                  </a:lnTo>
                  <a:close/>
                  <a:moveTo>
                    <a:pt x="1486034" y="43593"/>
                  </a:moveTo>
                  <a:lnTo>
                    <a:pt x="1456030" y="125435"/>
                  </a:lnTo>
                  <a:lnTo>
                    <a:pt x="1456817" y="125808"/>
                  </a:lnTo>
                  <a:close/>
                  <a:moveTo>
                    <a:pt x="1569169" y="56671"/>
                  </a:moveTo>
                  <a:lnTo>
                    <a:pt x="1456030" y="125435"/>
                  </a:lnTo>
                  <a:lnTo>
                    <a:pt x="1486034" y="43593"/>
                  </a:lnTo>
                  <a:close/>
                  <a:moveTo>
                    <a:pt x="1464034" y="87371"/>
                  </a:moveTo>
                  <a:lnTo>
                    <a:pt x="1456030" y="125435"/>
                  </a:lnTo>
                  <a:lnTo>
                    <a:pt x="1495415" y="59570"/>
                  </a:lnTo>
                  <a:close/>
                  <a:moveTo>
                    <a:pt x="1569169" y="56671"/>
                  </a:moveTo>
                  <a:lnTo>
                    <a:pt x="1560993" y="601"/>
                  </a:lnTo>
                  <a:lnTo>
                    <a:pt x="1537041" y="0"/>
                  </a:lnTo>
                  <a:close/>
                  <a:moveTo>
                    <a:pt x="1495415" y="59570"/>
                  </a:moveTo>
                  <a:lnTo>
                    <a:pt x="1569169" y="56671"/>
                  </a:lnTo>
                  <a:lnTo>
                    <a:pt x="15370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91" name="Candidate_density__2090">
              <a:extLst>
                <a:ext uri="{FF2B5EF4-FFF2-40B4-BE49-F238E27FC236}">
                  <a16:creationId xmlns:a16="http://schemas.microsoft.com/office/drawing/2014/main" id="{C9964806-AFA5-BDD8-A1EF-87EBF7B308E9}"/>
                </a:ext>
              </a:extLst>
            </p:cNvPr>
            <p:cNvSpPr>
              <a:spLocks noGrp="1"/>
            </p:cNvSpPr>
            <p:nvPr/>
          </p:nvSpPr>
          <p:spPr>
            <a:xfrm>
              <a:off x="4506300" y="1725669"/>
              <a:ext cx="2057252" cy="3131529"/>
            </a:xfrm>
            <a:custGeom>
              <a:avLst/>
              <a:gdLst/>
              <a:ahLst/>
              <a:cxnLst/>
              <a:rect l="0" t="0" r="0" b="0"/>
              <a:pathLst>
                <a:path w="2057252" h="3131529">
                  <a:moveTo>
                    <a:pt x="629770" y="3130584"/>
                  </a:moveTo>
                  <a:lnTo>
                    <a:pt x="630984" y="3131529"/>
                  </a:lnTo>
                  <a:lnTo>
                    <a:pt x="631651" y="3129836"/>
                  </a:lnTo>
                  <a:close/>
                  <a:moveTo>
                    <a:pt x="631651" y="3129836"/>
                  </a:moveTo>
                  <a:lnTo>
                    <a:pt x="630984" y="3131529"/>
                  </a:lnTo>
                  <a:lnTo>
                    <a:pt x="640383" y="3130584"/>
                  </a:lnTo>
                  <a:close/>
                  <a:moveTo>
                    <a:pt x="60441" y="2434426"/>
                  </a:moveTo>
                  <a:lnTo>
                    <a:pt x="0" y="2378975"/>
                  </a:lnTo>
                  <a:lnTo>
                    <a:pt x="45665" y="2390648"/>
                  </a:lnTo>
                  <a:close/>
                  <a:moveTo>
                    <a:pt x="60441" y="2434426"/>
                  </a:moveTo>
                  <a:lnTo>
                    <a:pt x="45665" y="2390648"/>
                  </a:lnTo>
                  <a:lnTo>
                    <a:pt x="14459" y="2472863"/>
                  </a:lnTo>
                  <a:close/>
                  <a:moveTo>
                    <a:pt x="335493" y="2388094"/>
                  </a:moveTo>
                  <a:lnTo>
                    <a:pt x="255968" y="2413631"/>
                  </a:lnTo>
                  <a:lnTo>
                    <a:pt x="329043" y="2408191"/>
                  </a:lnTo>
                  <a:close/>
                  <a:moveTo>
                    <a:pt x="335493" y="2388094"/>
                  </a:moveTo>
                  <a:lnTo>
                    <a:pt x="264067" y="2385569"/>
                  </a:lnTo>
                  <a:lnTo>
                    <a:pt x="255968" y="2413631"/>
                  </a:lnTo>
                  <a:close/>
                  <a:moveTo>
                    <a:pt x="358834" y="2304371"/>
                  </a:moveTo>
                  <a:lnTo>
                    <a:pt x="309236" y="2275338"/>
                  </a:lnTo>
                  <a:lnTo>
                    <a:pt x="335493" y="2388094"/>
                  </a:lnTo>
                  <a:close/>
                  <a:moveTo>
                    <a:pt x="210444" y="2128887"/>
                  </a:moveTo>
                  <a:lnTo>
                    <a:pt x="249512" y="2174293"/>
                  </a:lnTo>
                  <a:lnTo>
                    <a:pt x="177661" y="2149344"/>
                  </a:lnTo>
                  <a:close/>
                  <a:moveTo>
                    <a:pt x="249444" y="2197273"/>
                  </a:moveTo>
                  <a:lnTo>
                    <a:pt x="192246" y="2175384"/>
                  </a:lnTo>
                  <a:lnTo>
                    <a:pt x="177661" y="2149344"/>
                  </a:lnTo>
                  <a:close/>
                  <a:moveTo>
                    <a:pt x="235250" y="2193123"/>
                  </a:moveTo>
                  <a:lnTo>
                    <a:pt x="249444" y="2197273"/>
                  </a:lnTo>
                  <a:lnTo>
                    <a:pt x="177661" y="2149344"/>
                  </a:lnTo>
                  <a:close/>
                  <a:moveTo>
                    <a:pt x="260824" y="2193123"/>
                  </a:moveTo>
                  <a:lnTo>
                    <a:pt x="210444" y="2128887"/>
                  </a:lnTo>
                  <a:lnTo>
                    <a:pt x="208332" y="2149344"/>
                  </a:lnTo>
                  <a:close/>
                  <a:moveTo>
                    <a:pt x="208332" y="2149344"/>
                  </a:moveTo>
                  <a:lnTo>
                    <a:pt x="192246" y="2175384"/>
                  </a:lnTo>
                  <a:lnTo>
                    <a:pt x="260824" y="2193123"/>
                  </a:lnTo>
                  <a:close/>
                  <a:moveTo>
                    <a:pt x="244586" y="1940671"/>
                  </a:moveTo>
                  <a:lnTo>
                    <a:pt x="211770" y="1927625"/>
                  </a:lnTo>
                  <a:lnTo>
                    <a:pt x="321197" y="1990256"/>
                  </a:lnTo>
                  <a:close/>
                  <a:moveTo>
                    <a:pt x="321197" y="1990256"/>
                  </a:moveTo>
                  <a:lnTo>
                    <a:pt x="211770" y="1927625"/>
                  </a:lnTo>
                  <a:lnTo>
                    <a:pt x="198644" y="1946478"/>
                  </a:lnTo>
                  <a:close/>
                  <a:moveTo>
                    <a:pt x="1082203" y="2805729"/>
                  </a:moveTo>
                  <a:lnTo>
                    <a:pt x="1167387" y="2856186"/>
                  </a:lnTo>
                  <a:lnTo>
                    <a:pt x="1138162" y="2837138"/>
                  </a:lnTo>
                  <a:close/>
                  <a:moveTo>
                    <a:pt x="372511" y="1709901"/>
                  </a:moveTo>
                  <a:lnTo>
                    <a:pt x="325977" y="1705174"/>
                  </a:lnTo>
                  <a:lnTo>
                    <a:pt x="323925" y="1696853"/>
                  </a:lnTo>
                  <a:close/>
                  <a:moveTo>
                    <a:pt x="1422491" y="2810949"/>
                  </a:moveTo>
                  <a:lnTo>
                    <a:pt x="1401924" y="2779313"/>
                  </a:lnTo>
                  <a:lnTo>
                    <a:pt x="1405780" y="2786546"/>
                  </a:lnTo>
                  <a:close/>
                  <a:moveTo>
                    <a:pt x="432926" y="1568736"/>
                  </a:moveTo>
                  <a:lnTo>
                    <a:pt x="498964" y="1625371"/>
                  </a:lnTo>
                  <a:lnTo>
                    <a:pt x="504883" y="1628302"/>
                  </a:lnTo>
                  <a:close/>
                  <a:moveTo>
                    <a:pt x="504883" y="1628302"/>
                  </a:moveTo>
                  <a:lnTo>
                    <a:pt x="474395" y="1596969"/>
                  </a:lnTo>
                  <a:lnTo>
                    <a:pt x="432926" y="1568736"/>
                  </a:lnTo>
                  <a:close/>
                  <a:moveTo>
                    <a:pt x="1224844" y="2349988"/>
                  </a:moveTo>
                  <a:lnTo>
                    <a:pt x="1293019" y="2355154"/>
                  </a:lnTo>
                  <a:lnTo>
                    <a:pt x="1238681" y="2286022"/>
                  </a:lnTo>
                  <a:close/>
                  <a:moveTo>
                    <a:pt x="1231354" y="2261305"/>
                  </a:moveTo>
                  <a:lnTo>
                    <a:pt x="1224844" y="2349988"/>
                  </a:lnTo>
                  <a:lnTo>
                    <a:pt x="1238681" y="2286022"/>
                  </a:lnTo>
                  <a:close/>
                  <a:moveTo>
                    <a:pt x="1313496" y="2289761"/>
                  </a:moveTo>
                  <a:lnTo>
                    <a:pt x="1231354" y="2261305"/>
                  </a:lnTo>
                  <a:lnTo>
                    <a:pt x="1238681" y="2286022"/>
                  </a:lnTo>
                  <a:close/>
                  <a:moveTo>
                    <a:pt x="1087128" y="2101080"/>
                  </a:moveTo>
                  <a:lnTo>
                    <a:pt x="1151764" y="2178934"/>
                  </a:lnTo>
                  <a:lnTo>
                    <a:pt x="1152634" y="2165371"/>
                  </a:lnTo>
                  <a:close/>
                  <a:moveTo>
                    <a:pt x="1152634" y="2165371"/>
                  </a:moveTo>
                  <a:lnTo>
                    <a:pt x="1127553" y="2151868"/>
                  </a:lnTo>
                  <a:lnTo>
                    <a:pt x="1087128" y="2101080"/>
                  </a:lnTo>
                  <a:close/>
                  <a:moveTo>
                    <a:pt x="681452" y="1598599"/>
                  </a:moveTo>
                  <a:lnTo>
                    <a:pt x="736675" y="1603663"/>
                  </a:lnTo>
                  <a:lnTo>
                    <a:pt x="685436" y="1589865"/>
                  </a:lnTo>
                  <a:close/>
                  <a:moveTo>
                    <a:pt x="681452" y="1598599"/>
                  </a:moveTo>
                  <a:lnTo>
                    <a:pt x="671794" y="1589865"/>
                  </a:lnTo>
                  <a:lnTo>
                    <a:pt x="683434" y="1686446"/>
                  </a:lnTo>
                  <a:close/>
                  <a:moveTo>
                    <a:pt x="538261" y="1543693"/>
                  </a:moveTo>
                  <a:lnTo>
                    <a:pt x="487554" y="1524325"/>
                  </a:lnTo>
                  <a:lnTo>
                    <a:pt x="595834" y="1596980"/>
                  </a:lnTo>
                  <a:close/>
                  <a:moveTo>
                    <a:pt x="571151" y="1464861"/>
                  </a:moveTo>
                  <a:lnTo>
                    <a:pt x="499858" y="1425435"/>
                  </a:lnTo>
                  <a:lnTo>
                    <a:pt x="538261" y="1543693"/>
                  </a:lnTo>
                  <a:close/>
                  <a:moveTo>
                    <a:pt x="538261" y="1543693"/>
                  </a:moveTo>
                  <a:lnTo>
                    <a:pt x="499858" y="1425435"/>
                  </a:lnTo>
                  <a:lnTo>
                    <a:pt x="483485" y="1427540"/>
                  </a:lnTo>
                  <a:close/>
                  <a:moveTo>
                    <a:pt x="623585" y="1434826"/>
                  </a:moveTo>
                  <a:lnTo>
                    <a:pt x="571151" y="1464861"/>
                  </a:lnTo>
                  <a:lnTo>
                    <a:pt x="538261" y="1543693"/>
                  </a:lnTo>
                  <a:close/>
                  <a:moveTo>
                    <a:pt x="623585" y="1434826"/>
                  </a:moveTo>
                  <a:lnTo>
                    <a:pt x="538261" y="1543693"/>
                  </a:lnTo>
                  <a:lnTo>
                    <a:pt x="656914" y="1507822"/>
                  </a:lnTo>
                  <a:close/>
                  <a:moveTo>
                    <a:pt x="1088527" y="2083155"/>
                  </a:moveTo>
                  <a:lnTo>
                    <a:pt x="1024895" y="2000941"/>
                  </a:lnTo>
                  <a:lnTo>
                    <a:pt x="1050710" y="2030595"/>
                  </a:lnTo>
                  <a:close/>
                  <a:moveTo>
                    <a:pt x="1386532" y="2291365"/>
                  </a:moveTo>
                  <a:lnTo>
                    <a:pt x="1402645" y="2344417"/>
                  </a:lnTo>
                  <a:lnTo>
                    <a:pt x="1455520" y="2326904"/>
                  </a:lnTo>
                  <a:close/>
                  <a:moveTo>
                    <a:pt x="1386532" y="2291365"/>
                  </a:moveTo>
                  <a:lnTo>
                    <a:pt x="1378642" y="2329801"/>
                  </a:lnTo>
                  <a:lnTo>
                    <a:pt x="1402645" y="2344417"/>
                  </a:lnTo>
                  <a:close/>
                  <a:moveTo>
                    <a:pt x="1378642" y="2329801"/>
                  </a:moveTo>
                  <a:lnTo>
                    <a:pt x="1386532" y="2291365"/>
                  </a:lnTo>
                  <a:lnTo>
                    <a:pt x="1313496" y="2289761"/>
                  </a:lnTo>
                  <a:close/>
                  <a:moveTo>
                    <a:pt x="1386532" y="2291365"/>
                  </a:moveTo>
                  <a:lnTo>
                    <a:pt x="1369183" y="2282765"/>
                  </a:lnTo>
                  <a:lnTo>
                    <a:pt x="1313496" y="2289761"/>
                  </a:lnTo>
                  <a:close/>
                  <a:moveTo>
                    <a:pt x="1455520" y="2326904"/>
                  </a:moveTo>
                  <a:lnTo>
                    <a:pt x="1402645" y="2344417"/>
                  </a:lnTo>
                  <a:lnTo>
                    <a:pt x="1536570" y="2351284"/>
                  </a:lnTo>
                  <a:close/>
                  <a:moveTo>
                    <a:pt x="1231354" y="2261305"/>
                  </a:moveTo>
                  <a:lnTo>
                    <a:pt x="1313496" y="2289761"/>
                  </a:lnTo>
                  <a:lnTo>
                    <a:pt x="1369183" y="2282765"/>
                  </a:lnTo>
                  <a:close/>
                  <a:moveTo>
                    <a:pt x="1172095" y="2103199"/>
                  </a:moveTo>
                  <a:lnTo>
                    <a:pt x="1152634" y="2165371"/>
                  </a:lnTo>
                  <a:lnTo>
                    <a:pt x="1209687" y="2062033"/>
                  </a:lnTo>
                  <a:close/>
                  <a:moveTo>
                    <a:pt x="1209687" y="2062033"/>
                  </a:moveTo>
                  <a:lnTo>
                    <a:pt x="1152634" y="2165371"/>
                  </a:lnTo>
                  <a:lnTo>
                    <a:pt x="1233375" y="2142868"/>
                  </a:lnTo>
                  <a:close/>
                  <a:moveTo>
                    <a:pt x="1143755" y="2044719"/>
                  </a:moveTo>
                  <a:lnTo>
                    <a:pt x="1088527" y="2083155"/>
                  </a:lnTo>
                  <a:lnTo>
                    <a:pt x="1127553" y="2151868"/>
                  </a:lnTo>
                  <a:close/>
                  <a:moveTo>
                    <a:pt x="857156" y="1483010"/>
                  </a:moveTo>
                  <a:lnTo>
                    <a:pt x="854134" y="1568762"/>
                  </a:lnTo>
                  <a:lnTo>
                    <a:pt x="854945" y="1551429"/>
                  </a:lnTo>
                  <a:close/>
                  <a:moveTo>
                    <a:pt x="284131" y="1068059"/>
                  </a:moveTo>
                  <a:lnTo>
                    <a:pt x="311489" y="1051344"/>
                  </a:lnTo>
                  <a:lnTo>
                    <a:pt x="227853" y="1017298"/>
                  </a:lnTo>
                  <a:close/>
                  <a:moveTo>
                    <a:pt x="967725" y="1715859"/>
                  </a:moveTo>
                  <a:lnTo>
                    <a:pt x="966914" y="1737851"/>
                  </a:lnTo>
                  <a:lnTo>
                    <a:pt x="1001958" y="1745746"/>
                  </a:lnTo>
                  <a:close/>
                  <a:moveTo>
                    <a:pt x="985001" y="1682345"/>
                  </a:moveTo>
                  <a:lnTo>
                    <a:pt x="966914" y="1737851"/>
                  </a:lnTo>
                  <a:lnTo>
                    <a:pt x="967725" y="1715859"/>
                  </a:lnTo>
                  <a:close/>
                  <a:moveTo>
                    <a:pt x="1686521" y="2538010"/>
                  </a:moveTo>
                  <a:lnTo>
                    <a:pt x="1742363" y="2563393"/>
                  </a:lnTo>
                  <a:lnTo>
                    <a:pt x="1723997" y="2558182"/>
                  </a:lnTo>
                  <a:close/>
                  <a:moveTo>
                    <a:pt x="1640135" y="2254731"/>
                  </a:moveTo>
                  <a:lnTo>
                    <a:pt x="1536570" y="2351284"/>
                  </a:lnTo>
                  <a:lnTo>
                    <a:pt x="1612086" y="2354965"/>
                  </a:lnTo>
                  <a:close/>
                  <a:moveTo>
                    <a:pt x="1346538" y="2011368"/>
                  </a:moveTo>
                  <a:lnTo>
                    <a:pt x="1355294" y="2015636"/>
                  </a:lnTo>
                  <a:lnTo>
                    <a:pt x="1337790" y="2006283"/>
                  </a:lnTo>
                  <a:close/>
                  <a:moveTo>
                    <a:pt x="1225463" y="1759638"/>
                  </a:moveTo>
                  <a:lnTo>
                    <a:pt x="1232492" y="1835157"/>
                  </a:lnTo>
                  <a:lnTo>
                    <a:pt x="1204824" y="1880289"/>
                  </a:lnTo>
                  <a:close/>
                  <a:moveTo>
                    <a:pt x="1001958" y="1745746"/>
                  </a:moveTo>
                  <a:lnTo>
                    <a:pt x="1121629" y="1699315"/>
                  </a:lnTo>
                  <a:lnTo>
                    <a:pt x="1056688" y="1735173"/>
                  </a:lnTo>
                  <a:close/>
                  <a:moveTo>
                    <a:pt x="1001958" y="1745746"/>
                  </a:moveTo>
                  <a:lnTo>
                    <a:pt x="945352" y="1694788"/>
                  </a:lnTo>
                  <a:lnTo>
                    <a:pt x="967725" y="1715859"/>
                  </a:lnTo>
                  <a:close/>
                  <a:moveTo>
                    <a:pt x="578980" y="1110221"/>
                  </a:moveTo>
                  <a:lnTo>
                    <a:pt x="611406" y="1121509"/>
                  </a:lnTo>
                  <a:lnTo>
                    <a:pt x="571968" y="1037512"/>
                  </a:lnTo>
                  <a:close/>
                  <a:moveTo>
                    <a:pt x="626054" y="1019702"/>
                  </a:moveTo>
                  <a:lnTo>
                    <a:pt x="640538" y="1020676"/>
                  </a:lnTo>
                  <a:lnTo>
                    <a:pt x="640878" y="1016495"/>
                  </a:lnTo>
                  <a:close/>
                  <a:moveTo>
                    <a:pt x="243501" y="700722"/>
                  </a:moveTo>
                  <a:lnTo>
                    <a:pt x="321790" y="697666"/>
                  </a:lnTo>
                  <a:lnTo>
                    <a:pt x="248545" y="664263"/>
                  </a:lnTo>
                  <a:close/>
                  <a:moveTo>
                    <a:pt x="321790" y="697666"/>
                  </a:moveTo>
                  <a:lnTo>
                    <a:pt x="329518" y="688347"/>
                  </a:lnTo>
                  <a:lnTo>
                    <a:pt x="248545" y="664263"/>
                  </a:lnTo>
                  <a:close/>
                  <a:moveTo>
                    <a:pt x="1909823" y="2480435"/>
                  </a:moveTo>
                  <a:lnTo>
                    <a:pt x="1878505" y="2461137"/>
                  </a:lnTo>
                  <a:lnTo>
                    <a:pt x="1800233" y="2564556"/>
                  </a:lnTo>
                  <a:close/>
                  <a:moveTo>
                    <a:pt x="1355294" y="2015636"/>
                  </a:moveTo>
                  <a:lnTo>
                    <a:pt x="1447053" y="2080050"/>
                  </a:lnTo>
                  <a:lnTo>
                    <a:pt x="1490010" y="2025454"/>
                  </a:lnTo>
                  <a:close/>
                  <a:moveTo>
                    <a:pt x="1414084" y="1816862"/>
                  </a:moveTo>
                  <a:lnTo>
                    <a:pt x="1511661" y="1885631"/>
                  </a:lnTo>
                  <a:lnTo>
                    <a:pt x="1518877" y="1892351"/>
                  </a:lnTo>
                  <a:close/>
                  <a:moveTo>
                    <a:pt x="1223364" y="1750638"/>
                  </a:moveTo>
                  <a:lnTo>
                    <a:pt x="1121629" y="1699315"/>
                  </a:lnTo>
                  <a:lnTo>
                    <a:pt x="1193769" y="1759638"/>
                  </a:lnTo>
                  <a:close/>
                  <a:moveTo>
                    <a:pt x="1124758" y="1670118"/>
                  </a:moveTo>
                  <a:lnTo>
                    <a:pt x="1121629" y="1699315"/>
                  </a:lnTo>
                  <a:lnTo>
                    <a:pt x="1223364" y="1750638"/>
                  </a:lnTo>
                  <a:close/>
                  <a:moveTo>
                    <a:pt x="1197746" y="1671373"/>
                  </a:moveTo>
                  <a:lnTo>
                    <a:pt x="1124758" y="1670118"/>
                  </a:lnTo>
                  <a:lnTo>
                    <a:pt x="1223364" y="1750638"/>
                  </a:lnTo>
                  <a:close/>
                  <a:moveTo>
                    <a:pt x="1223364" y="1750638"/>
                  </a:moveTo>
                  <a:lnTo>
                    <a:pt x="1232492" y="1835157"/>
                  </a:lnTo>
                  <a:lnTo>
                    <a:pt x="1225463" y="1759638"/>
                  </a:lnTo>
                  <a:close/>
                  <a:moveTo>
                    <a:pt x="1197746" y="1671373"/>
                  </a:moveTo>
                  <a:lnTo>
                    <a:pt x="1225463" y="1759638"/>
                  </a:lnTo>
                  <a:lnTo>
                    <a:pt x="1205406" y="1677422"/>
                  </a:lnTo>
                  <a:close/>
                  <a:moveTo>
                    <a:pt x="1197746" y="1671373"/>
                  </a:moveTo>
                  <a:lnTo>
                    <a:pt x="1223364" y="1750638"/>
                  </a:lnTo>
                  <a:lnTo>
                    <a:pt x="1225463" y="1759638"/>
                  </a:lnTo>
                  <a:close/>
                  <a:moveTo>
                    <a:pt x="1124758" y="1670118"/>
                  </a:moveTo>
                  <a:lnTo>
                    <a:pt x="1197746" y="1671373"/>
                  </a:lnTo>
                  <a:lnTo>
                    <a:pt x="1211232" y="1560317"/>
                  </a:lnTo>
                  <a:close/>
                  <a:moveTo>
                    <a:pt x="1211232" y="1560317"/>
                  </a:moveTo>
                  <a:lnTo>
                    <a:pt x="1197746" y="1671373"/>
                  </a:lnTo>
                  <a:lnTo>
                    <a:pt x="1263685" y="1578264"/>
                  </a:lnTo>
                  <a:close/>
                  <a:moveTo>
                    <a:pt x="1038439" y="1579610"/>
                  </a:moveTo>
                  <a:lnTo>
                    <a:pt x="1085633" y="1501742"/>
                  </a:lnTo>
                  <a:lnTo>
                    <a:pt x="1021867" y="1492991"/>
                  </a:lnTo>
                  <a:close/>
                  <a:moveTo>
                    <a:pt x="571211" y="1016445"/>
                  </a:moveTo>
                  <a:lnTo>
                    <a:pt x="640878" y="1016495"/>
                  </a:lnTo>
                  <a:lnTo>
                    <a:pt x="594521" y="906632"/>
                  </a:lnTo>
                  <a:close/>
                  <a:moveTo>
                    <a:pt x="535727" y="845108"/>
                  </a:moveTo>
                  <a:lnTo>
                    <a:pt x="541090" y="937487"/>
                  </a:lnTo>
                  <a:lnTo>
                    <a:pt x="502259" y="911816"/>
                  </a:lnTo>
                  <a:close/>
                  <a:moveTo>
                    <a:pt x="1909823" y="2480435"/>
                  </a:moveTo>
                  <a:lnTo>
                    <a:pt x="1926971" y="2461137"/>
                  </a:lnTo>
                  <a:lnTo>
                    <a:pt x="1916863" y="2451216"/>
                  </a:lnTo>
                  <a:close/>
                  <a:moveTo>
                    <a:pt x="1976979" y="2452860"/>
                  </a:moveTo>
                  <a:lnTo>
                    <a:pt x="1916863" y="2451216"/>
                  </a:lnTo>
                  <a:lnTo>
                    <a:pt x="1926971" y="2461137"/>
                  </a:lnTo>
                  <a:close/>
                  <a:moveTo>
                    <a:pt x="2007449" y="2422700"/>
                  </a:moveTo>
                  <a:lnTo>
                    <a:pt x="1930453" y="2340486"/>
                  </a:lnTo>
                  <a:lnTo>
                    <a:pt x="1976979" y="2452860"/>
                  </a:lnTo>
                  <a:close/>
                  <a:moveTo>
                    <a:pt x="1445269" y="1791510"/>
                  </a:moveTo>
                  <a:lnTo>
                    <a:pt x="1437988" y="1830950"/>
                  </a:lnTo>
                  <a:lnTo>
                    <a:pt x="1496060" y="1847195"/>
                  </a:lnTo>
                  <a:close/>
                  <a:moveTo>
                    <a:pt x="2008375" y="2237228"/>
                  </a:moveTo>
                  <a:lnTo>
                    <a:pt x="2057252" y="2258084"/>
                  </a:lnTo>
                  <a:lnTo>
                    <a:pt x="1970341" y="2168056"/>
                  </a:lnTo>
                  <a:close/>
                  <a:moveTo>
                    <a:pt x="1254552" y="1151038"/>
                  </a:moveTo>
                  <a:lnTo>
                    <a:pt x="1280563" y="1264267"/>
                  </a:lnTo>
                  <a:lnTo>
                    <a:pt x="1301745" y="1169817"/>
                  </a:lnTo>
                  <a:close/>
                  <a:moveTo>
                    <a:pt x="1414933" y="1115527"/>
                  </a:moveTo>
                  <a:lnTo>
                    <a:pt x="1363579" y="1233253"/>
                  </a:lnTo>
                  <a:lnTo>
                    <a:pt x="1419051" y="1212271"/>
                  </a:lnTo>
                  <a:close/>
                  <a:moveTo>
                    <a:pt x="1680912" y="1320810"/>
                  </a:moveTo>
                  <a:lnTo>
                    <a:pt x="1697360" y="1319124"/>
                  </a:lnTo>
                  <a:lnTo>
                    <a:pt x="1640886" y="1253198"/>
                  </a:lnTo>
                  <a:close/>
                  <a:moveTo>
                    <a:pt x="1640886" y="1253198"/>
                  </a:moveTo>
                  <a:lnTo>
                    <a:pt x="1680785" y="1320606"/>
                  </a:lnTo>
                  <a:lnTo>
                    <a:pt x="1680912" y="1320810"/>
                  </a:lnTo>
                  <a:close/>
                  <a:moveTo>
                    <a:pt x="1433349" y="1074165"/>
                  </a:moveTo>
                  <a:lnTo>
                    <a:pt x="1414386" y="1097100"/>
                  </a:lnTo>
                  <a:lnTo>
                    <a:pt x="1338828" y="1016714"/>
                  </a:lnTo>
                  <a:close/>
                  <a:moveTo>
                    <a:pt x="1020331" y="593409"/>
                  </a:moveTo>
                  <a:lnTo>
                    <a:pt x="1096476" y="592097"/>
                  </a:lnTo>
                  <a:lnTo>
                    <a:pt x="1067052" y="515926"/>
                  </a:lnTo>
                  <a:close/>
                  <a:moveTo>
                    <a:pt x="1020331" y="593409"/>
                  </a:moveTo>
                  <a:lnTo>
                    <a:pt x="1067052" y="515926"/>
                  </a:lnTo>
                  <a:lnTo>
                    <a:pt x="998583" y="510998"/>
                  </a:lnTo>
                  <a:close/>
                  <a:moveTo>
                    <a:pt x="925295" y="446557"/>
                  </a:moveTo>
                  <a:lnTo>
                    <a:pt x="998583" y="510998"/>
                  </a:lnTo>
                  <a:lnTo>
                    <a:pt x="1004833" y="465281"/>
                  </a:lnTo>
                  <a:close/>
                  <a:moveTo>
                    <a:pt x="998583" y="510998"/>
                  </a:moveTo>
                  <a:lnTo>
                    <a:pt x="1067052" y="515926"/>
                  </a:lnTo>
                  <a:lnTo>
                    <a:pt x="1004833" y="465281"/>
                  </a:lnTo>
                  <a:close/>
                  <a:moveTo>
                    <a:pt x="757668" y="285397"/>
                  </a:moveTo>
                  <a:lnTo>
                    <a:pt x="689097" y="280551"/>
                  </a:lnTo>
                  <a:lnTo>
                    <a:pt x="689624" y="337940"/>
                  </a:lnTo>
                  <a:close/>
                  <a:moveTo>
                    <a:pt x="823785" y="282235"/>
                  </a:moveTo>
                  <a:lnTo>
                    <a:pt x="839996" y="252014"/>
                  </a:lnTo>
                  <a:lnTo>
                    <a:pt x="782077" y="189749"/>
                  </a:lnTo>
                  <a:close/>
                  <a:moveTo>
                    <a:pt x="882064" y="284925"/>
                  </a:moveTo>
                  <a:lnTo>
                    <a:pt x="927753" y="334229"/>
                  </a:lnTo>
                  <a:lnTo>
                    <a:pt x="919445" y="314559"/>
                  </a:lnTo>
                  <a:close/>
                  <a:moveTo>
                    <a:pt x="839996" y="252014"/>
                  </a:moveTo>
                  <a:lnTo>
                    <a:pt x="882064" y="284925"/>
                  </a:lnTo>
                  <a:lnTo>
                    <a:pt x="891836" y="295792"/>
                  </a:lnTo>
                  <a:close/>
                  <a:moveTo>
                    <a:pt x="1125943" y="257356"/>
                  </a:moveTo>
                  <a:lnTo>
                    <a:pt x="1068779" y="213577"/>
                  </a:lnTo>
                  <a:lnTo>
                    <a:pt x="1066254" y="175141"/>
                  </a:lnTo>
                  <a:close/>
                  <a:moveTo>
                    <a:pt x="1022967" y="131362"/>
                  </a:moveTo>
                  <a:lnTo>
                    <a:pt x="1005687" y="104853"/>
                  </a:lnTo>
                  <a:lnTo>
                    <a:pt x="1066254" y="175141"/>
                  </a:lnTo>
                  <a:close/>
                  <a:moveTo>
                    <a:pt x="1068779" y="213577"/>
                  </a:moveTo>
                  <a:lnTo>
                    <a:pt x="1022967" y="131362"/>
                  </a:lnTo>
                  <a:lnTo>
                    <a:pt x="1066254" y="175141"/>
                  </a:lnTo>
                  <a:close/>
                  <a:moveTo>
                    <a:pt x="1214962" y="47995"/>
                  </a:moveTo>
                  <a:lnTo>
                    <a:pt x="1160605" y="0"/>
                  </a:lnTo>
                  <a:lnTo>
                    <a:pt x="1219455" y="54489"/>
                  </a:lnTo>
                  <a:close/>
                  <a:moveTo>
                    <a:pt x="1214962" y="47995"/>
                  </a:moveTo>
                  <a:lnTo>
                    <a:pt x="1220196" y="51647"/>
                  </a:lnTo>
                  <a:lnTo>
                    <a:pt x="1166289" y="34880"/>
                  </a:lnTo>
                  <a:close/>
                  <a:moveTo>
                    <a:pt x="1629020" y="261924"/>
                  </a:moveTo>
                  <a:lnTo>
                    <a:pt x="1626294" y="262698"/>
                  </a:lnTo>
                  <a:lnTo>
                    <a:pt x="1687045" y="314843"/>
                  </a:lnTo>
                  <a:close/>
                  <a:moveTo>
                    <a:pt x="1629020" y="261924"/>
                  </a:moveTo>
                  <a:lnTo>
                    <a:pt x="1681861" y="344913"/>
                  </a:lnTo>
                  <a:lnTo>
                    <a:pt x="1628895" y="26269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92" name="Candidate_density__2091">
              <a:extLst>
                <a:ext uri="{FF2B5EF4-FFF2-40B4-BE49-F238E27FC236}">
                  <a16:creationId xmlns:a16="http://schemas.microsoft.com/office/drawing/2014/main" id="{41902CFA-86B8-C20E-6D07-A4B5F42D6090}"/>
                </a:ext>
              </a:extLst>
            </p:cNvPr>
            <p:cNvSpPr>
              <a:spLocks noGrp="1"/>
            </p:cNvSpPr>
            <p:nvPr/>
          </p:nvSpPr>
          <p:spPr>
            <a:xfrm>
              <a:off x="3962283" y="1496742"/>
              <a:ext cx="2580258" cy="3359511"/>
            </a:xfrm>
            <a:custGeom>
              <a:avLst/>
              <a:gdLst/>
              <a:ahLst/>
              <a:cxnLst/>
              <a:rect l="0" t="0" r="0" b="0"/>
              <a:pathLst>
                <a:path w="2580258" h="3359511">
                  <a:moveTo>
                    <a:pt x="1191235" y="3238860"/>
                  </a:moveTo>
                  <a:lnTo>
                    <a:pt x="1175667" y="3358763"/>
                  </a:lnTo>
                  <a:lnTo>
                    <a:pt x="1203551" y="3251998"/>
                  </a:lnTo>
                  <a:close/>
                  <a:moveTo>
                    <a:pt x="1094875" y="3277296"/>
                  </a:moveTo>
                  <a:lnTo>
                    <a:pt x="1173786" y="3359511"/>
                  </a:lnTo>
                  <a:lnTo>
                    <a:pt x="1191235" y="3238860"/>
                  </a:lnTo>
                  <a:close/>
                  <a:moveTo>
                    <a:pt x="1191235" y="3238860"/>
                  </a:moveTo>
                  <a:lnTo>
                    <a:pt x="1203551" y="3251998"/>
                  </a:lnTo>
                  <a:lnTo>
                    <a:pt x="1204081" y="3235572"/>
                  </a:lnTo>
                  <a:close/>
                  <a:moveTo>
                    <a:pt x="1288656" y="3227406"/>
                  </a:moveTo>
                  <a:lnTo>
                    <a:pt x="1204081" y="3235572"/>
                  </a:lnTo>
                  <a:lnTo>
                    <a:pt x="1203551" y="3251998"/>
                  </a:lnTo>
                  <a:close/>
                  <a:moveTo>
                    <a:pt x="1204081" y="3235572"/>
                  </a:moveTo>
                  <a:lnTo>
                    <a:pt x="1288656" y="3227406"/>
                  </a:lnTo>
                  <a:lnTo>
                    <a:pt x="1274906" y="3138492"/>
                  </a:lnTo>
                  <a:close/>
                  <a:moveTo>
                    <a:pt x="1204081" y="3235572"/>
                  </a:moveTo>
                  <a:lnTo>
                    <a:pt x="1274906" y="3138492"/>
                  </a:lnTo>
                  <a:lnTo>
                    <a:pt x="1179382" y="3155559"/>
                  </a:lnTo>
                  <a:close/>
                  <a:moveTo>
                    <a:pt x="772414" y="2324276"/>
                  </a:moveTo>
                  <a:lnTo>
                    <a:pt x="811885" y="2311130"/>
                  </a:lnTo>
                  <a:lnTo>
                    <a:pt x="785706" y="2257621"/>
                  </a:lnTo>
                  <a:close/>
                  <a:moveTo>
                    <a:pt x="785706" y="2257621"/>
                  </a:moveTo>
                  <a:lnTo>
                    <a:pt x="828323" y="2301399"/>
                  </a:lnTo>
                  <a:lnTo>
                    <a:pt x="865213" y="2219184"/>
                  </a:lnTo>
                  <a:close/>
                  <a:moveTo>
                    <a:pt x="511317" y="1808108"/>
                  </a:moveTo>
                  <a:lnTo>
                    <a:pt x="534625" y="1777336"/>
                  </a:lnTo>
                  <a:lnTo>
                    <a:pt x="453438" y="1764330"/>
                  </a:lnTo>
                  <a:close/>
                  <a:moveTo>
                    <a:pt x="0" y="1245834"/>
                  </a:moveTo>
                  <a:lnTo>
                    <a:pt x="58081" y="1232603"/>
                  </a:lnTo>
                  <a:lnTo>
                    <a:pt x="9986" y="1209085"/>
                  </a:lnTo>
                  <a:close/>
                  <a:moveTo>
                    <a:pt x="0" y="1245834"/>
                  </a:moveTo>
                  <a:lnTo>
                    <a:pt x="25214" y="1266020"/>
                  </a:lnTo>
                  <a:lnTo>
                    <a:pt x="58081" y="1232603"/>
                  </a:lnTo>
                  <a:close/>
                  <a:moveTo>
                    <a:pt x="854491" y="1922085"/>
                  </a:moveTo>
                  <a:lnTo>
                    <a:pt x="736313" y="1972539"/>
                  </a:lnTo>
                  <a:lnTo>
                    <a:pt x="834097" y="1934102"/>
                  </a:lnTo>
                  <a:close/>
                  <a:moveTo>
                    <a:pt x="1723064" y="2964462"/>
                  </a:moveTo>
                  <a:lnTo>
                    <a:pt x="1700474" y="2882247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700474" y="2882247"/>
                  </a:lnTo>
                  <a:lnTo>
                    <a:pt x="1740878" y="2901941"/>
                  </a:lnTo>
                  <a:close/>
                  <a:moveTo>
                    <a:pt x="1697998" y="2976302"/>
                  </a:moveTo>
                  <a:lnTo>
                    <a:pt x="1723064" y="2964462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689625" y="2920683"/>
                  </a:lnTo>
                  <a:lnTo>
                    <a:pt x="1686352" y="2885677"/>
                  </a:lnTo>
                  <a:close/>
                  <a:moveTo>
                    <a:pt x="1686352" y="2885677"/>
                  </a:moveTo>
                  <a:lnTo>
                    <a:pt x="1697998" y="2976302"/>
                  </a:lnTo>
                  <a:lnTo>
                    <a:pt x="1729618" y="2964781"/>
                  </a:lnTo>
                  <a:close/>
                  <a:moveTo>
                    <a:pt x="110430" y="875568"/>
                  </a:moveTo>
                  <a:lnTo>
                    <a:pt x="11633" y="947521"/>
                  </a:lnTo>
                  <a:lnTo>
                    <a:pt x="69371" y="909084"/>
                  </a:lnTo>
                  <a:close/>
                  <a:moveTo>
                    <a:pt x="110430" y="875568"/>
                  </a:moveTo>
                  <a:lnTo>
                    <a:pt x="60466" y="903963"/>
                  </a:lnTo>
                  <a:lnTo>
                    <a:pt x="11633" y="947521"/>
                  </a:lnTo>
                  <a:close/>
                  <a:moveTo>
                    <a:pt x="1949797" y="3015473"/>
                  </a:moveTo>
                  <a:lnTo>
                    <a:pt x="1945940" y="3008241"/>
                  </a:lnTo>
                  <a:lnTo>
                    <a:pt x="1919150" y="2964346"/>
                  </a:lnTo>
                  <a:close/>
                  <a:moveTo>
                    <a:pt x="1849129" y="2774434"/>
                  </a:moveTo>
                  <a:lnTo>
                    <a:pt x="1772901" y="2800032"/>
                  </a:lnTo>
                  <a:lnTo>
                    <a:pt x="1778616" y="2871260"/>
                  </a:lnTo>
                  <a:close/>
                  <a:moveTo>
                    <a:pt x="1854247" y="2870366"/>
                  </a:moveTo>
                  <a:lnTo>
                    <a:pt x="1849129" y="2774434"/>
                  </a:lnTo>
                  <a:lnTo>
                    <a:pt x="1778616" y="2871260"/>
                  </a:lnTo>
                  <a:close/>
                  <a:moveTo>
                    <a:pt x="1954082" y="2816292"/>
                  </a:moveTo>
                  <a:lnTo>
                    <a:pt x="1919686" y="2761595"/>
                  </a:lnTo>
                  <a:lnTo>
                    <a:pt x="1958090" y="2846535"/>
                  </a:lnTo>
                  <a:close/>
                  <a:moveTo>
                    <a:pt x="1958090" y="2846535"/>
                  </a:moveTo>
                  <a:lnTo>
                    <a:pt x="1919686" y="2761595"/>
                  </a:lnTo>
                  <a:lnTo>
                    <a:pt x="1849129" y="2774434"/>
                  </a:lnTo>
                  <a:close/>
                  <a:moveTo>
                    <a:pt x="1958090" y="2846535"/>
                  </a:moveTo>
                  <a:lnTo>
                    <a:pt x="1849129" y="2774434"/>
                  </a:lnTo>
                  <a:lnTo>
                    <a:pt x="1854247" y="2870366"/>
                  </a:lnTo>
                  <a:close/>
                  <a:moveTo>
                    <a:pt x="1958090" y="2846535"/>
                  </a:moveTo>
                  <a:lnTo>
                    <a:pt x="1854247" y="2870366"/>
                  </a:lnTo>
                  <a:lnTo>
                    <a:pt x="1968241" y="2869230"/>
                  </a:lnTo>
                  <a:close/>
                  <a:moveTo>
                    <a:pt x="1958090" y="2846535"/>
                  </a:moveTo>
                  <a:lnTo>
                    <a:pt x="1968241" y="2869230"/>
                  </a:lnTo>
                  <a:lnTo>
                    <a:pt x="2040321" y="2860069"/>
                  </a:lnTo>
                  <a:close/>
                  <a:moveTo>
                    <a:pt x="1730505" y="2710190"/>
                  </a:moveTo>
                  <a:lnTo>
                    <a:pt x="1727105" y="2740181"/>
                  </a:lnTo>
                  <a:lnTo>
                    <a:pt x="1798471" y="2679380"/>
                  </a:lnTo>
                  <a:close/>
                  <a:moveTo>
                    <a:pt x="1727105" y="2740181"/>
                  </a:moveTo>
                  <a:lnTo>
                    <a:pt x="1772901" y="2800032"/>
                  </a:lnTo>
                  <a:lnTo>
                    <a:pt x="1798471" y="2679380"/>
                  </a:lnTo>
                  <a:close/>
                  <a:moveTo>
                    <a:pt x="1798471" y="2679380"/>
                  </a:moveTo>
                  <a:lnTo>
                    <a:pt x="1772901" y="2800032"/>
                  </a:lnTo>
                  <a:lnTo>
                    <a:pt x="1859372" y="2740847"/>
                  </a:lnTo>
                  <a:close/>
                  <a:moveTo>
                    <a:pt x="1859372" y="2740847"/>
                  </a:moveTo>
                  <a:lnTo>
                    <a:pt x="1772901" y="2800032"/>
                  </a:lnTo>
                  <a:lnTo>
                    <a:pt x="1849129" y="2774434"/>
                  </a:lnTo>
                  <a:close/>
                  <a:moveTo>
                    <a:pt x="1849129" y="2774434"/>
                  </a:moveTo>
                  <a:lnTo>
                    <a:pt x="1919686" y="2761595"/>
                  </a:lnTo>
                  <a:lnTo>
                    <a:pt x="1859372" y="2740847"/>
                  </a:lnTo>
                  <a:close/>
                  <a:moveTo>
                    <a:pt x="1701391" y="2597165"/>
                  </a:moveTo>
                  <a:lnTo>
                    <a:pt x="1730505" y="2710190"/>
                  </a:lnTo>
                  <a:lnTo>
                    <a:pt x="1757456" y="2638455"/>
                  </a:lnTo>
                  <a:close/>
                  <a:moveTo>
                    <a:pt x="1712165" y="2717817"/>
                  </a:moveTo>
                  <a:lnTo>
                    <a:pt x="1730505" y="2710190"/>
                  </a:lnTo>
                  <a:lnTo>
                    <a:pt x="1701391" y="2597165"/>
                  </a:lnTo>
                  <a:close/>
                  <a:moveTo>
                    <a:pt x="1625980" y="2635602"/>
                  </a:moveTo>
                  <a:lnTo>
                    <a:pt x="1712165" y="2717817"/>
                  </a:lnTo>
                  <a:lnTo>
                    <a:pt x="1701391" y="2597165"/>
                  </a:lnTo>
                  <a:close/>
                  <a:moveTo>
                    <a:pt x="1730505" y="2710190"/>
                  </a:moveTo>
                  <a:lnTo>
                    <a:pt x="1798471" y="2679380"/>
                  </a:lnTo>
                  <a:lnTo>
                    <a:pt x="1757456" y="2638455"/>
                  </a:lnTo>
                  <a:close/>
                  <a:moveTo>
                    <a:pt x="1625980" y="2635602"/>
                  </a:moveTo>
                  <a:lnTo>
                    <a:pt x="1701391" y="2597165"/>
                  </a:lnTo>
                  <a:lnTo>
                    <a:pt x="1623716" y="2632285"/>
                  </a:lnTo>
                  <a:close/>
                  <a:moveTo>
                    <a:pt x="1701391" y="2597165"/>
                  </a:moveTo>
                  <a:lnTo>
                    <a:pt x="1651221" y="2519918"/>
                  </a:lnTo>
                  <a:lnTo>
                    <a:pt x="1623716" y="2632285"/>
                  </a:lnTo>
                  <a:close/>
                  <a:moveTo>
                    <a:pt x="1648329" y="2514950"/>
                  </a:moveTo>
                  <a:lnTo>
                    <a:pt x="1572406" y="2553386"/>
                  </a:lnTo>
                  <a:lnTo>
                    <a:pt x="1623716" y="2632285"/>
                  </a:lnTo>
                  <a:close/>
                  <a:moveTo>
                    <a:pt x="1048899" y="1857230"/>
                  </a:moveTo>
                  <a:lnTo>
                    <a:pt x="1042980" y="1854299"/>
                  </a:lnTo>
                  <a:lnTo>
                    <a:pt x="1019454" y="1895666"/>
                  </a:lnTo>
                  <a:close/>
                  <a:moveTo>
                    <a:pt x="2040321" y="2860069"/>
                  </a:moveTo>
                  <a:lnTo>
                    <a:pt x="1968241" y="2869230"/>
                  </a:lnTo>
                  <a:lnTo>
                    <a:pt x="2102156" y="2876060"/>
                  </a:lnTo>
                  <a:close/>
                  <a:moveTo>
                    <a:pt x="1873903" y="2654201"/>
                  </a:moveTo>
                  <a:lnTo>
                    <a:pt x="1859372" y="2740847"/>
                  </a:lnTo>
                  <a:lnTo>
                    <a:pt x="1943932" y="2757954"/>
                  </a:lnTo>
                  <a:close/>
                  <a:moveTo>
                    <a:pt x="1798471" y="2679380"/>
                  </a:moveTo>
                  <a:lnTo>
                    <a:pt x="1859372" y="2740847"/>
                  </a:lnTo>
                  <a:lnTo>
                    <a:pt x="1873903" y="2654201"/>
                  </a:lnTo>
                  <a:close/>
                  <a:moveTo>
                    <a:pt x="1873903" y="2654201"/>
                  </a:moveTo>
                  <a:lnTo>
                    <a:pt x="1757456" y="2638455"/>
                  </a:lnTo>
                  <a:lnTo>
                    <a:pt x="1798471" y="2679380"/>
                  </a:lnTo>
                  <a:close/>
                  <a:moveTo>
                    <a:pt x="1768860" y="2578915"/>
                  </a:moveTo>
                  <a:lnTo>
                    <a:pt x="1757456" y="2638455"/>
                  </a:lnTo>
                  <a:lnTo>
                    <a:pt x="1873903" y="2654201"/>
                  </a:lnTo>
                  <a:close/>
                  <a:moveTo>
                    <a:pt x="1837035" y="2584082"/>
                  </a:moveTo>
                  <a:lnTo>
                    <a:pt x="1768860" y="2578915"/>
                  </a:lnTo>
                  <a:lnTo>
                    <a:pt x="1873903" y="2654201"/>
                  </a:lnTo>
                  <a:close/>
                  <a:moveTo>
                    <a:pt x="1701391" y="2597165"/>
                  </a:moveTo>
                  <a:lnTo>
                    <a:pt x="1757456" y="2638455"/>
                  </a:lnTo>
                  <a:lnTo>
                    <a:pt x="1768860" y="2578915"/>
                  </a:lnTo>
                  <a:close/>
                  <a:moveTo>
                    <a:pt x="1652815" y="2512574"/>
                  </a:moveTo>
                  <a:lnTo>
                    <a:pt x="1651221" y="2519918"/>
                  </a:lnTo>
                  <a:lnTo>
                    <a:pt x="1752526" y="2476513"/>
                  </a:lnTo>
                  <a:close/>
                  <a:moveTo>
                    <a:pt x="1651221" y="2519918"/>
                  </a:moveTo>
                  <a:lnTo>
                    <a:pt x="1701391" y="2597165"/>
                  </a:lnTo>
                  <a:lnTo>
                    <a:pt x="1752526" y="2476513"/>
                  </a:lnTo>
                  <a:close/>
                  <a:moveTo>
                    <a:pt x="1752526" y="2476513"/>
                  </a:moveTo>
                  <a:lnTo>
                    <a:pt x="1701391" y="2597165"/>
                  </a:lnTo>
                  <a:lnTo>
                    <a:pt x="1775370" y="2490233"/>
                  </a:lnTo>
                  <a:close/>
                  <a:moveTo>
                    <a:pt x="1649366" y="2432735"/>
                  </a:moveTo>
                  <a:lnTo>
                    <a:pt x="1652815" y="2512574"/>
                  </a:lnTo>
                  <a:lnTo>
                    <a:pt x="1752526" y="2476513"/>
                  </a:lnTo>
                  <a:close/>
                  <a:moveTo>
                    <a:pt x="1649366" y="2432735"/>
                  </a:moveTo>
                  <a:lnTo>
                    <a:pt x="1752526" y="2476513"/>
                  </a:lnTo>
                  <a:lnTo>
                    <a:pt x="1696650" y="2394298"/>
                  </a:lnTo>
                  <a:close/>
                  <a:moveTo>
                    <a:pt x="1696650" y="2394298"/>
                  </a:moveTo>
                  <a:lnTo>
                    <a:pt x="1695780" y="2407862"/>
                  </a:lnTo>
                  <a:lnTo>
                    <a:pt x="1649366" y="2432735"/>
                  </a:lnTo>
                  <a:close/>
                  <a:moveTo>
                    <a:pt x="1215811" y="1818793"/>
                  </a:moveTo>
                  <a:lnTo>
                    <a:pt x="1203517" y="1745454"/>
                  </a:lnTo>
                  <a:lnTo>
                    <a:pt x="1139850" y="1825907"/>
                  </a:lnTo>
                  <a:close/>
                  <a:moveTo>
                    <a:pt x="1139850" y="1825907"/>
                  </a:moveTo>
                  <a:lnTo>
                    <a:pt x="1203517" y="1745454"/>
                  </a:lnTo>
                  <a:lnTo>
                    <a:pt x="1200930" y="1736750"/>
                  </a:lnTo>
                  <a:close/>
                  <a:moveTo>
                    <a:pt x="1203517" y="1745454"/>
                  </a:moveTo>
                  <a:lnTo>
                    <a:pt x="1229452" y="1818793"/>
                  </a:lnTo>
                  <a:lnTo>
                    <a:pt x="1200930" y="1736750"/>
                  </a:lnTo>
                  <a:close/>
                  <a:moveTo>
                    <a:pt x="902252" y="1597610"/>
                  </a:moveTo>
                  <a:lnTo>
                    <a:pt x="1027502" y="1656468"/>
                  </a:lnTo>
                  <a:lnTo>
                    <a:pt x="981017" y="1594167"/>
                  </a:lnTo>
                  <a:close/>
                  <a:moveTo>
                    <a:pt x="401303" y="832211"/>
                  </a:moveTo>
                  <a:lnTo>
                    <a:pt x="393174" y="868283"/>
                  </a:lnTo>
                  <a:lnTo>
                    <a:pt x="373921" y="872996"/>
                  </a:lnTo>
                  <a:close/>
                  <a:moveTo>
                    <a:pt x="401303" y="832211"/>
                  </a:moveTo>
                  <a:lnTo>
                    <a:pt x="395007" y="766700"/>
                  </a:lnTo>
                  <a:lnTo>
                    <a:pt x="393174" y="868283"/>
                  </a:lnTo>
                  <a:close/>
                  <a:moveTo>
                    <a:pt x="401303" y="832211"/>
                  </a:moveTo>
                  <a:lnTo>
                    <a:pt x="389714" y="749996"/>
                  </a:lnTo>
                  <a:lnTo>
                    <a:pt x="395007" y="766700"/>
                  </a:lnTo>
                  <a:close/>
                  <a:moveTo>
                    <a:pt x="404679" y="709340"/>
                  </a:moveTo>
                  <a:lnTo>
                    <a:pt x="395007" y="766700"/>
                  </a:lnTo>
                  <a:lnTo>
                    <a:pt x="389714" y="749996"/>
                  </a:lnTo>
                  <a:close/>
                  <a:moveTo>
                    <a:pt x="1550695" y="2147653"/>
                  </a:moveTo>
                  <a:lnTo>
                    <a:pt x="1568912" y="2229869"/>
                  </a:lnTo>
                  <a:lnTo>
                    <a:pt x="1626670" y="2191432"/>
                  </a:lnTo>
                  <a:close/>
                  <a:moveTo>
                    <a:pt x="1203517" y="1745454"/>
                  </a:moveTo>
                  <a:lnTo>
                    <a:pt x="1215811" y="1818793"/>
                  </a:lnTo>
                  <a:lnTo>
                    <a:pt x="1224569" y="1817624"/>
                  </a:lnTo>
                  <a:close/>
                  <a:moveTo>
                    <a:pt x="1224569" y="1817624"/>
                  </a:moveTo>
                  <a:lnTo>
                    <a:pt x="1229452" y="1818793"/>
                  </a:lnTo>
                  <a:lnTo>
                    <a:pt x="1203517" y="1745454"/>
                  </a:lnTo>
                  <a:close/>
                  <a:moveTo>
                    <a:pt x="855505" y="1280271"/>
                  </a:moveTo>
                  <a:lnTo>
                    <a:pt x="896546" y="1301973"/>
                  </a:lnTo>
                  <a:lnTo>
                    <a:pt x="983308" y="1264245"/>
                  </a:lnTo>
                  <a:close/>
                  <a:moveTo>
                    <a:pt x="929574" y="1278546"/>
                  </a:moveTo>
                  <a:lnTo>
                    <a:pt x="855505" y="1280271"/>
                  </a:lnTo>
                  <a:lnTo>
                    <a:pt x="983308" y="1264245"/>
                  </a:lnTo>
                  <a:close/>
                  <a:moveTo>
                    <a:pt x="452415" y="672612"/>
                  </a:moveTo>
                  <a:lnTo>
                    <a:pt x="404679" y="709340"/>
                  </a:lnTo>
                  <a:lnTo>
                    <a:pt x="389714" y="749996"/>
                  </a:lnTo>
                  <a:close/>
                  <a:moveTo>
                    <a:pt x="404679" y="709340"/>
                  </a:moveTo>
                  <a:lnTo>
                    <a:pt x="452415" y="672612"/>
                  </a:lnTo>
                  <a:lnTo>
                    <a:pt x="441137" y="667782"/>
                  </a:lnTo>
                  <a:close/>
                  <a:moveTo>
                    <a:pt x="452415" y="672612"/>
                  </a:moveTo>
                  <a:lnTo>
                    <a:pt x="481243" y="629345"/>
                  </a:lnTo>
                  <a:lnTo>
                    <a:pt x="441137" y="667782"/>
                  </a:lnTo>
                  <a:close/>
                  <a:moveTo>
                    <a:pt x="2012264" y="2502217"/>
                  </a:moveTo>
                  <a:lnTo>
                    <a:pt x="2100701" y="2490910"/>
                  </a:lnTo>
                  <a:lnTo>
                    <a:pt x="2080484" y="2407254"/>
                  </a:lnTo>
                  <a:close/>
                  <a:moveTo>
                    <a:pt x="2012264" y="2502217"/>
                  </a:moveTo>
                  <a:lnTo>
                    <a:pt x="2080484" y="2407254"/>
                  </a:lnTo>
                  <a:lnTo>
                    <a:pt x="2005435" y="2407676"/>
                  </a:lnTo>
                  <a:close/>
                  <a:moveTo>
                    <a:pt x="2180068" y="2458296"/>
                  </a:moveTo>
                  <a:lnTo>
                    <a:pt x="2145034" y="2399641"/>
                  </a:lnTo>
                  <a:lnTo>
                    <a:pt x="2184151" y="2483659"/>
                  </a:lnTo>
                  <a:close/>
                  <a:moveTo>
                    <a:pt x="2184151" y="2483659"/>
                  </a:moveTo>
                  <a:lnTo>
                    <a:pt x="2145034" y="2399641"/>
                  </a:lnTo>
                  <a:lnTo>
                    <a:pt x="2080484" y="2407254"/>
                  </a:lnTo>
                  <a:close/>
                  <a:moveTo>
                    <a:pt x="2184151" y="2483659"/>
                  </a:moveTo>
                  <a:lnTo>
                    <a:pt x="2080484" y="2407254"/>
                  </a:lnTo>
                  <a:lnTo>
                    <a:pt x="2100701" y="2490910"/>
                  </a:lnTo>
                  <a:close/>
                  <a:moveTo>
                    <a:pt x="2180068" y="2458296"/>
                  </a:moveTo>
                  <a:lnTo>
                    <a:pt x="2184151" y="2483659"/>
                  </a:lnTo>
                  <a:lnTo>
                    <a:pt x="2193292" y="2481856"/>
                  </a:lnTo>
                  <a:close/>
                  <a:moveTo>
                    <a:pt x="1926419" y="2411322"/>
                  </a:moveTo>
                  <a:lnTo>
                    <a:pt x="1981058" y="2327402"/>
                  </a:lnTo>
                  <a:lnTo>
                    <a:pt x="1899168" y="2333385"/>
                  </a:lnTo>
                  <a:close/>
                  <a:moveTo>
                    <a:pt x="1802486" y="2355862"/>
                  </a:moveTo>
                  <a:lnTo>
                    <a:pt x="1899168" y="2333385"/>
                  </a:lnTo>
                  <a:lnTo>
                    <a:pt x="1857757" y="2304406"/>
                  </a:lnTo>
                  <a:close/>
                  <a:moveTo>
                    <a:pt x="1774347" y="2073993"/>
                  </a:moveTo>
                  <a:lnTo>
                    <a:pt x="1644904" y="2018545"/>
                  </a:lnTo>
                  <a:lnTo>
                    <a:pt x="1687266" y="2084197"/>
                  </a:lnTo>
                  <a:close/>
                  <a:moveTo>
                    <a:pt x="1774347" y="2073993"/>
                  </a:moveTo>
                  <a:lnTo>
                    <a:pt x="1687266" y="2084197"/>
                  </a:lnTo>
                  <a:lnTo>
                    <a:pt x="1778553" y="2071727"/>
                  </a:lnTo>
                  <a:close/>
                  <a:moveTo>
                    <a:pt x="1616474" y="2027002"/>
                  </a:moveTo>
                  <a:lnTo>
                    <a:pt x="1644904" y="2018545"/>
                  </a:lnTo>
                  <a:lnTo>
                    <a:pt x="1545975" y="1974674"/>
                  </a:lnTo>
                  <a:close/>
                  <a:moveTo>
                    <a:pt x="1447113" y="1668501"/>
                  </a:moveTo>
                  <a:lnTo>
                    <a:pt x="1398962" y="1780356"/>
                  </a:lnTo>
                  <a:lnTo>
                    <a:pt x="1423314" y="1741920"/>
                  </a:lnTo>
                  <a:close/>
                  <a:moveTo>
                    <a:pt x="1447113" y="1668501"/>
                  </a:moveTo>
                  <a:lnTo>
                    <a:pt x="1401172" y="1711938"/>
                  </a:lnTo>
                  <a:lnTo>
                    <a:pt x="1398962" y="1780356"/>
                  </a:lnTo>
                  <a:close/>
                  <a:moveTo>
                    <a:pt x="1115984" y="1266440"/>
                  </a:moveTo>
                  <a:lnTo>
                    <a:pt x="1105224" y="1248630"/>
                  </a:lnTo>
                  <a:lnTo>
                    <a:pt x="1122996" y="1339148"/>
                  </a:lnTo>
                  <a:close/>
                  <a:moveTo>
                    <a:pt x="555545" y="596686"/>
                  </a:moveTo>
                  <a:lnTo>
                    <a:pt x="481243" y="629345"/>
                  </a:lnTo>
                  <a:lnTo>
                    <a:pt x="563555" y="594286"/>
                  </a:lnTo>
                  <a:close/>
                  <a:moveTo>
                    <a:pt x="481243" y="629345"/>
                  </a:moveTo>
                  <a:lnTo>
                    <a:pt x="452415" y="672612"/>
                  </a:lnTo>
                  <a:lnTo>
                    <a:pt x="563555" y="594286"/>
                  </a:lnTo>
                  <a:close/>
                  <a:moveTo>
                    <a:pt x="508948" y="605325"/>
                  </a:moveTo>
                  <a:lnTo>
                    <a:pt x="481243" y="629345"/>
                  </a:lnTo>
                  <a:lnTo>
                    <a:pt x="555545" y="596686"/>
                  </a:lnTo>
                  <a:close/>
                  <a:moveTo>
                    <a:pt x="2310043" y="2564071"/>
                  </a:moveTo>
                  <a:lnTo>
                    <a:pt x="2329745" y="2646286"/>
                  </a:lnTo>
                  <a:lnTo>
                    <a:pt x="2424640" y="2607850"/>
                  </a:lnTo>
                  <a:close/>
                  <a:moveTo>
                    <a:pt x="2310043" y="2564071"/>
                  </a:moveTo>
                  <a:lnTo>
                    <a:pt x="2424640" y="2607850"/>
                  </a:lnTo>
                  <a:lnTo>
                    <a:pt x="2350231" y="2525634"/>
                  </a:lnTo>
                  <a:close/>
                  <a:moveTo>
                    <a:pt x="2310043" y="2564071"/>
                  </a:moveTo>
                  <a:lnTo>
                    <a:pt x="2350231" y="2525634"/>
                  </a:lnTo>
                  <a:lnTo>
                    <a:pt x="2273195" y="2527825"/>
                  </a:lnTo>
                  <a:close/>
                  <a:moveTo>
                    <a:pt x="2350231" y="2525634"/>
                  </a:moveTo>
                  <a:lnTo>
                    <a:pt x="2320969" y="2491242"/>
                  </a:lnTo>
                  <a:lnTo>
                    <a:pt x="2273195" y="2527825"/>
                  </a:lnTo>
                  <a:close/>
                  <a:moveTo>
                    <a:pt x="2285493" y="2443419"/>
                  </a:moveTo>
                  <a:lnTo>
                    <a:pt x="2273195" y="2527825"/>
                  </a:lnTo>
                  <a:lnTo>
                    <a:pt x="2320969" y="2491242"/>
                  </a:lnTo>
                  <a:close/>
                  <a:moveTo>
                    <a:pt x="2285493" y="2443419"/>
                  </a:moveTo>
                  <a:lnTo>
                    <a:pt x="2193292" y="2481856"/>
                  </a:lnTo>
                  <a:lnTo>
                    <a:pt x="2273195" y="2527825"/>
                  </a:lnTo>
                  <a:close/>
                  <a:moveTo>
                    <a:pt x="1649794" y="1814384"/>
                  </a:moveTo>
                  <a:lnTo>
                    <a:pt x="1755248" y="1789245"/>
                  </a:lnTo>
                  <a:lnTo>
                    <a:pt x="1716054" y="1721016"/>
                  </a:lnTo>
                  <a:close/>
                  <a:moveTo>
                    <a:pt x="1649794" y="1814384"/>
                  </a:moveTo>
                  <a:lnTo>
                    <a:pt x="1716054" y="1721016"/>
                  </a:lnTo>
                  <a:lnTo>
                    <a:pt x="1629649" y="1730670"/>
                  </a:lnTo>
                  <a:close/>
                  <a:moveTo>
                    <a:pt x="1548557" y="1635912"/>
                  </a:moveTo>
                  <a:lnTo>
                    <a:pt x="1453083" y="1659705"/>
                  </a:lnTo>
                  <a:lnTo>
                    <a:pt x="1447113" y="1668501"/>
                  </a:lnTo>
                  <a:close/>
                  <a:moveTo>
                    <a:pt x="1466695" y="1577490"/>
                  </a:moveTo>
                  <a:lnTo>
                    <a:pt x="1548557" y="1635912"/>
                  </a:lnTo>
                  <a:lnTo>
                    <a:pt x="1520543" y="1558595"/>
                  </a:lnTo>
                  <a:close/>
                  <a:moveTo>
                    <a:pt x="1453083" y="1659705"/>
                  </a:moveTo>
                  <a:lnTo>
                    <a:pt x="1548557" y="1635912"/>
                  </a:lnTo>
                  <a:lnTo>
                    <a:pt x="1466695" y="1577490"/>
                  </a:lnTo>
                  <a:close/>
                  <a:moveTo>
                    <a:pt x="1548557" y="1635912"/>
                  </a:moveTo>
                  <a:lnTo>
                    <a:pt x="1600088" y="1554518"/>
                  </a:lnTo>
                  <a:lnTo>
                    <a:pt x="1520543" y="1558595"/>
                  </a:lnTo>
                  <a:close/>
                  <a:moveTo>
                    <a:pt x="1105224" y="1248630"/>
                  </a:moveTo>
                  <a:lnTo>
                    <a:pt x="1115984" y="1266440"/>
                  </a:lnTo>
                  <a:lnTo>
                    <a:pt x="1115228" y="1245372"/>
                  </a:lnTo>
                  <a:close/>
                  <a:moveTo>
                    <a:pt x="1115228" y="1245372"/>
                  </a:moveTo>
                  <a:lnTo>
                    <a:pt x="1115984" y="1266440"/>
                  </a:lnTo>
                  <a:lnTo>
                    <a:pt x="1170070" y="1248630"/>
                  </a:lnTo>
                  <a:close/>
                  <a:moveTo>
                    <a:pt x="1087662" y="1160550"/>
                  </a:moveTo>
                  <a:lnTo>
                    <a:pt x="1085107" y="1166414"/>
                  </a:lnTo>
                  <a:lnTo>
                    <a:pt x="1079743" y="1074036"/>
                  </a:lnTo>
                  <a:close/>
                  <a:moveTo>
                    <a:pt x="749756" y="517943"/>
                  </a:moveTo>
                  <a:lnTo>
                    <a:pt x="680549" y="590909"/>
                  </a:lnTo>
                  <a:lnTo>
                    <a:pt x="722253" y="552472"/>
                  </a:lnTo>
                  <a:close/>
                  <a:moveTo>
                    <a:pt x="2424640" y="2607850"/>
                  </a:moveTo>
                  <a:lnTo>
                    <a:pt x="2460880" y="2680144"/>
                  </a:lnTo>
                  <a:lnTo>
                    <a:pt x="2462965" y="2578357"/>
                  </a:lnTo>
                  <a:close/>
                  <a:moveTo>
                    <a:pt x="2424640" y="2607850"/>
                  </a:moveTo>
                  <a:lnTo>
                    <a:pt x="2422521" y="2690065"/>
                  </a:lnTo>
                  <a:lnTo>
                    <a:pt x="2460880" y="2680144"/>
                  </a:lnTo>
                  <a:close/>
                  <a:moveTo>
                    <a:pt x="2350231" y="2525634"/>
                  </a:moveTo>
                  <a:lnTo>
                    <a:pt x="2424640" y="2607850"/>
                  </a:lnTo>
                  <a:lnTo>
                    <a:pt x="2440514" y="2487198"/>
                  </a:lnTo>
                  <a:close/>
                  <a:moveTo>
                    <a:pt x="2401513" y="2404983"/>
                  </a:moveTo>
                  <a:lnTo>
                    <a:pt x="2320969" y="2491242"/>
                  </a:lnTo>
                  <a:lnTo>
                    <a:pt x="2350231" y="2525634"/>
                  </a:lnTo>
                  <a:close/>
                  <a:moveTo>
                    <a:pt x="2401513" y="2404983"/>
                  </a:moveTo>
                  <a:lnTo>
                    <a:pt x="2350231" y="2525634"/>
                  </a:lnTo>
                  <a:lnTo>
                    <a:pt x="2440514" y="2487198"/>
                  </a:lnTo>
                  <a:close/>
                  <a:moveTo>
                    <a:pt x="793155" y="465003"/>
                  </a:moveTo>
                  <a:lnTo>
                    <a:pt x="749756" y="517943"/>
                  </a:lnTo>
                  <a:lnTo>
                    <a:pt x="722253" y="552472"/>
                  </a:lnTo>
                  <a:close/>
                  <a:moveTo>
                    <a:pt x="863398" y="448972"/>
                  </a:moveTo>
                  <a:lnTo>
                    <a:pt x="797994" y="470257"/>
                  </a:lnTo>
                  <a:lnTo>
                    <a:pt x="749756" y="517943"/>
                  </a:lnTo>
                  <a:close/>
                  <a:moveTo>
                    <a:pt x="863398" y="448972"/>
                  </a:moveTo>
                  <a:lnTo>
                    <a:pt x="749756" y="517943"/>
                  </a:lnTo>
                  <a:lnTo>
                    <a:pt x="793155" y="465003"/>
                  </a:lnTo>
                  <a:close/>
                  <a:moveTo>
                    <a:pt x="2552391" y="2466156"/>
                  </a:moveTo>
                  <a:lnTo>
                    <a:pt x="2459871" y="2480781"/>
                  </a:lnTo>
                  <a:lnTo>
                    <a:pt x="2580258" y="2543592"/>
                  </a:lnTo>
                  <a:close/>
                  <a:moveTo>
                    <a:pt x="2459871" y="2480781"/>
                  </a:moveTo>
                  <a:lnTo>
                    <a:pt x="2514357" y="2396984"/>
                  </a:lnTo>
                  <a:lnTo>
                    <a:pt x="2448692" y="2389776"/>
                  </a:lnTo>
                  <a:close/>
                  <a:moveTo>
                    <a:pt x="2448692" y="2389776"/>
                  </a:moveTo>
                  <a:lnTo>
                    <a:pt x="2488723" y="2317732"/>
                  </a:lnTo>
                  <a:lnTo>
                    <a:pt x="2419969" y="2313035"/>
                  </a:lnTo>
                  <a:close/>
                  <a:moveTo>
                    <a:pt x="1492933" y="1194208"/>
                  </a:moveTo>
                  <a:lnTo>
                    <a:pt x="1531348" y="1133320"/>
                  </a:lnTo>
                  <a:lnTo>
                    <a:pt x="1485969" y="1171756"/>
                  </a:lnTo>
                  <a:close/>
                  <a:moveTo>
                    <a:pt x="1541573" y="1097409"/>
                  </a:moveTo>
                  <a:lnTo>
                    <a:pt x="1485969" y="1171756"/>
                  </a:lnTo>
                  <a:lnTo>
                    <a:pt x="1531348" y="1133320"/>
                  </a:lnTo>
                  <a:close/>
                  <a:moveTo>
                    <a:pt x="1541573" y="1097409"/>
                  </a:moveTo>
                  <a:lnTo>
                    <a:pt x="1498428" y="1151297"/>
                  </a:lnTo>
                  <a:lnTo>
                    <a:pt x="1485969" y="1171756"/>
                  </a:lnTo>
                  <a:close/>
                  <a:moveTo>
                    <a:pt x="1606930" y="1063109"/>
                  </a:moveTo>
                  <a:lnTo>
                    <a:pt x="1498428" y="1151297"/>
                  </a:lnTo>
                  <a:lnTo>
                    <a:pt x="1541573" y="1097409"/>
                  </a:lnTo>
                  <a:close/>
                  <a:moveTo>
                    <a:pt x="918576" y="440070"/>
                  </a:moveTo>
                  <a:lnTo>
                    <a:pt x="863398" y="448972"/>
                  </a:lnTo>
                  <a:lnTo>
                    <a:pt x="793155" y="465003"/>
                  </a:lnTo>
                  <a:close/>
                  <a:moveTo>
                    <a:pt x="1000635" y="468221"/>
                  </a:moveTo>
                  <a:lnTo>
                    <a:pt x="947436" y="484520"/>
                  </a:lnTo>
                  <a:lnTo>
                    <a:pt x="863398" y="448972"/>
                  </a:lnTo>
                  <a:close/>
                  <a:moveTo>
                    <a:pt x="1063000" y="422735"/>
                  </a:moveTo>
                  <a:lnTo>
                    <a:pt x="947436" y="484520"/>
                  </a:lnTo>
                  <a:lnTo>
                    <a:pt x="1000635" y="468221"/>
                  </a:lnTo>
                  <a:close/>
                  <a:moveTo>
                    <a:pt x="1946369" y="1496243"/>
                  </a:moveTo>
                  <a:lnTo>
                    <a:pt x="2030760" y="1423744"/>
                  </a:lnTo>
                  <a:lnTo>
                    <a:pt x="1963067" y="1441198"/>
                  </a:lnTo>
                  <a:close/>
                  <a:moveTo>
                    <a:pt x="2074383" y="1481008"/>
                  </a:moveTo>
                  <a:lnTo>
                    <a:pt x="2030760" y="1423744"/>
                  </a:lnTo>
                  <a:lnTo>
                    <a:pt x="1946369" y="1496243"/>
                  </a:lnTo>
                  <a:close/>
                  <a:moveTo>
                    <a:pt x="2030760" y="1423744"/>
                  </a:moveTo>
                  <a:lnTo>
                    <a:pt x="2044140" y="1367934"/>
                  </a:lnTo>
                  <a:lnTo>
                    <a:pt x="1963067" y="1441198"/>
                  </a:lnTo>
                  <a:close/>
                  <a:moveTo>
                    <a:pt x="1798568" y="1379965"/>
                  </a:moveTo>
                  <a:lnTo>
                    <a:pt x="1840496" y="1259314"/>
                  </a:lnTo>
                  <a:lnTo>
                    <a:pt x="1765175" y="1297750"/>
                  </a:lnTo>
                  <a:close/>
                  <a:moveTo>
                    <a:pt x="1541573" y="1097409"/>
                  </a:moveTo>
                  <a:lnTo>
                    <a:pt x="1580180" y="1109742"/>
                  </a:lnTo>
                  <a:lnTo>
                    <a:pt x="1656413" y="1032915"/>
                  </a:lnTo>
                  <a:close/>
                  <a:moveTo>
                    <a:pt x="1438536" y="775623"/>
                  </a:moveTo>
                  <a:lnTo>
                    <a:pt x="1336880" y="804459"/>
                  </a:lnTo>
                  <a:lnTo>
                    <a:pt x="1316658" y="813804"/>
                  </a:lnTo>
                  <a:close/>
                  <a:moveTo>
                    <a:pt x="1438536" y="775623"/>
                  </a:moveTo>
                  <a:lnTo>
                    <a:pt x="1316658" y="813804"/>
                  </a:lnTo>
                  <a:lnTo>
                    <a:pt x="1375312" y="817901"/>
                  </a:lnTo>
                  <a:close/>
                  <a:moveTo>
                    <a:pt x="1377309" y="761910"/>
                  </a:moveTo>
                  <a:lnTo>
                    <a:pt x="1336880" y="804459"/>
                  </a:lnTo>
                  <a:lnTo>
                    <a:pt x="1424883" y="775035"/>
                  </a:lnTo>
                  <a:close/>
                  <a:moveTo>
                    <a:pt x="1405751" y="722244"/>
                  </a:moveTo>
                  <a:lnTo>
                    <a:pt x="1424883" y="775035"/>
                  </a:lnTo>
                  <a:lnTo>
                    <a:pt x="1447187" y="766023"/>
                  </a:lnTo>
                  <a:close/>
                  <a:moveTo>
                    <a:pt x="1008847" y="470528"/>
                  </a:moveTo>
                  <a:lnTo>
                    <a:pt x="1063000" y="422735"/>
                  </a:lnTo>
                  <a:lnTo>
                    <a:pt x="1000635" y="468221"/>
                  </a:lnTo>
                  <a:close/>
                  <a:moveTo>
                    <a:pt x="1008847" y="470528"/>
                  </a:moveTo>
                  <a:lnTo>
                    <a:pt x="1109666" y="449156"/>
                  </a:lnTo>
                  <a:lnTo>
                    <a:pt x="1063000" y="422735"/>
                  </a:lnTo>
                  <a:close/>
                  <a:moveTo>
                    <a:pt x="1109666" y="449156"/>
                  </a:moveTo>
                  <a:lnTo>
                    <a:pt x="1008847" y="470528"/>
                  </a:lnTo>
                  <a:lnTo>
                    <a:pt x="1143200" y="507387"/>
                  </a:lnTo>
                  <a:close/>
                  <a:moveTo>
                    <a:pt x="2136631" y="1498540"/>
                  </a:moveTo>
                  <a:lnTo>
                    <a:pt x="2085593" y="1522920"/>
                  </a:lnTo>
                  <a:lnTo>
                    <a:pt x="2020066" y="1556578"/>
                  </a:lnTo>
                  <a:close/>
                  <a:moveTo>
                    <a:pt x="2224801" y="1549533"/>
                  </a:moveTo>
                  <a:lnTo>
                    <a:pt x="2094876" y="1505959"/>
                  </a:lnTo>
                  <a:lnTo>
                    <a:pt x="2085593" y="1522920"/>
                  </a:lnTo>
                  <a:close/>
                  <a:moveTo>
                    <a:pt x="2074367" y="1411305"/>
                  </a:moveTo>
                  <a:lnTo>
                    <a:pt x="2074383" y="1481008"/>
                  </a:lnTo>
                  <a:lnTo>
                    <a:pt x="2184902" y="1482126"/>
                  </a:lnTo>
                  <a:close/>
                  <a:moveTo>
                    <a:pt x="2044140" y="1367934"/>
                  </a:moveTo>
                  <a:lnTo>
                    <a:pt x="2030760" y="1423744"/>
                  </a:lnTo>
                  <a:lnTo>
                    <a:pt x="2074367" y="1411305"/>
                  </a:lnTo>
                  <a:close/>
                  <a:moveTo>
                    <a:pt x="1882844" y="1245642"/>
                  </a:moveTo>
                  <a:lnTo>
                    <a:pt x="1840496" y="1259314"/>
                  </a:lnTo>
                  <a:lnTo>
                    <a:pt x="1924471" y="1262622"/>
                  </a:lnTo>
                  <a:close/>
                  <a:moveTo>
                    <a:pt x="1882844" y="1245642"/>
                  </a:moveTo>
                  <a:lnTo>
                    <a:pt x="1932325" y="1228528"/>
                  </a:lnTo>
                  <a:lnTo>
                    <a:pt x="1859849" y="1236215"/>
                  </a:lnTo>
                  <a:close/>
                  <a:moveTo>
                    <a:pt x="1542599" y="739926"/>
                  </a:moveTo>
                  <a:lnTo>
                    <a:pt x="1447187" y="766023"/>
                  </a:lnTo>
                  <a:lnTo>
                    <a:pt x="1497401" y="816171"/>
                  </a:lnTo>
                  <a:close/>
                  <a:moveTo>
                    <a:pt x="1640492" y="821024"/>
                  </a:moveTo>
                  <a:lnTo>
                    <a:pt x="1564348" y="822337"/>
                  </a:lnTo>
                  <a:lnTo>
                    <a:pt x="1659308" y="828536"/>
                  </a:lnTo>
                  <a:close/>
                  <a:moveTo>
                    <a:pt x="1447187" y="766023"/>
                  </a:moveTo>
                  <a:lnTo>
                    <a:pt x="1542599" y="739926"/>
                  </a:lnTo>
                  <a:lnTo>
                    <a:pt x="1472153" y="683808"/>
                  </a:lnTo>
                  <a:close/>
                  <a:moveTo>
                    <a:pt x="1449703" y="654764"/>
                  </a:moveTo>
                  <a:lnTo>
                    <a:pt x="1479364" y="649617"/>
                  </a:lnTo>
                  <a:lnTo>
                    <a:pt x="1472153" y="683808"/>
                  </a:lnTo>
                  <a:close/>
                  <a:moveTo>
                    <a:pt x="1233114" y="509479"/>
                  </a:moveTo>
                  <a:lnTo>
                    <a:pt x="1203412" y="433535"/>
                  </a:lnTo>
                  <a:lnTo>
                    <a:pt x="1149481" y="516879"/>
                  </a:lnTo>
                  <a:close/>
                  <a:moveTo>
                    <a:pt x="1335565" y="386688"/>
                  </a:moveTo>
                  <a:lnTo>
                    <a:pt x="1326093" y="418676"/>
                  </a:lnTo>
                  <a:lnTo>
                    <a:pt x="1390156" y="360290"/>
                  </a:lnTo>
                  <a:close/>
                  <a:moveTo>
                    <a:pt x="1302321" y="398726"/>
                  </a:moveTo>
                  <a:lnTo>
                    <a:pt x="1326093" y="418676"/>
                  </a:lnTo>
                  <a:lnTo>
                    <a:pt x="1335565" y="386688"/>
                  </a:lnTo>
                  <a:close/>
                  <a:moveTo>
                    <a:pt x="1302321" y="398726"/>
                  </a:moveTo>
                  <a:lnTo>
                    <a:pt x="1335565" y="386688"/>
                  </a:lnTo>
                  <a:lnTo>
                    <a:pt x="1310936" y="278075"/>
                  </a:lnTo>
                  <a:close/>
                  <a:moveTo>
                    <a:pt x="1286230" y="269636"/>
                  </a:moveTo>
                  <a:lnTo>
                    <a:pt x="1327920" y="210304"/>
                  </a:lnTo>
                  <a:lnTo>
                    <a:pt x="1333748" y="234296"/>
                  </a:lnTo>
                  <a:close/>
                  <a:moveTo>
                    <a:pt x="1327920" y="210304"/>
                  </a:moveTo>
                  <a:lnTo>
                    <a:pt x="1331328" y="195859"/>
                  </a:lnTo>
                  <a:lnTo>
                    <a:pt x="1333748" y="234296"/>
                  </a:lnTo>
                  <a:close/>
                  <a:moveTo>
                    <a:pt x="1688476" y="443731"/>
                  </a:moveTo>
                  <a:lnTo>
                    <a:pt x="1675624" y="492187"/>
                  </a:lnTo>
                  <a:lnTo>
                    <a:pt x="1709851" y="404068"/>
                  </a:lnTo>
                  <a:close/>
                  <a:moveTo>
                    <a:pt x="1709851" y="404068"/>
                  </a:moveTo>
                  <a:lnTo>
                    <a:pt x="1675624" y="492187"/>
                  </a:lnTo>
                  <a:lnTo>
                    <a:pt x="1690645" y="486283"/>
                  </a:lnTo>
                  <a:close/>
                  <a:moveTo>
                    <a:pt x="1675624" y="492187"/>
                  </a:moveTo>
                  <a:lnTo>
                    <a:pt x="1684783" y="493381"/>
                  </a:lnTo>
                  <a:lnTo>
                    <a:pt x="1690645" y="486283"/>
                  </a:lnTo>
                  <a:close/>
                  <a:moveTo>
                    <a:pt x="1425307" y="80555"/>
                  </a:moveTo>
                  <a:lnTo>
                    <a:pt x="1331328" y="195859"/>
                  </a:lnTo>
                  <a:lnTo>
                    <a:pt x="1372919" y="157423"/>
                  </a:lnTo>
                  <a:close/>
                  <a:moveTo>
                    <a:pt x="1959600" y="684900"/>
                  </a:moveTo>
                  <a:lnTo>
                    <a:pt x="1892117" y="711253"/>
                  </a:lnTo>
                  <a:lnTo>
                    <a:pt x="2004687" y="638271"/>
                  </a:lnTo>
                  <a:close/>
                  <a:moveTo>
                    <a:pt x="1959600" y="684900"/>
                  </a:moveTo>
                  <a:lnTo>
                    <a:pt x="2004687" y="638271"/>
                  </a:lnTo>
                  <a:lnTo>
                    <a:pt x="2004864" y="650714"/>
                  </a:lnTo>
                  <a:close/>
                  <a:moveTo>
                    <a:pt x="2004687" y="638271"/>
                  </a:moveTo>
                  <a:lnTo>
                    <a:pt x="2023348" y="612277"/>
                  </a:lnTo>
                  <a:lnTo>
                    <a:pt x="2004864" y="650714"/>
                  </a:lnTo>
                  <a:close/>
                  <a:moveTo>
                    <a:pt x="1709851" y="404068"/>
                  </a:moveTo>
                  <a:lnTo>
                    <a:pt x="1690645" y="486283"/>
                  </a:lnTo>
                  <a:lnTo>
                    <a:pt x="1736516" y="447847"/>
                  </a:lnTo>
                  <a:close/>
                  <a:moveTo>
                    <a:pt x="1762476" y="289998"/>
                  </a:moveTo>
                  <a:lnTo>
                    <a:pt x="1709851" y="404068"/>
                  </a:lnTo>
                  <a:lnTo>
                    <a:pt x="1757911" y="365632"/>
                  </a:lnTo>
                  <a:close/>
                  <a:moveTo>
                    <a:pt x="1762476" y="289998"/>
                  </a:moveTo>
                  <a:lnTo>
                    <a:pt x="1721814" y="353173"/>
                  </a:lnTo>
                  <a:lnTo>
                    <a:pt x="1709851" y="404068"/>
                  </a:lnTo>
                  <a:close/>
                  <a:moveTo>
                    <a:pt x="1721814" y="353173"/>
                  </a:moveTo>
                  <a:lnTo>
                    <a:pt x="1762476" y="289998"/>
                  </a:lnTo>
                  <a:lnTo>
                    <a:pt x="1720346" y="321853"/>
                  </a:lnTo>
                  <a:close/>
                  <a:moveTo>
                    <a:pt x="1762476" y="289998"/>
                  </a:moveTo>
                  <a:lnTo>
                    <a:pt x="1763472" y="283417"/>
                  </a:lnTo>
                  <a:lnTo>
                    <a:pt x="1720346" y="321853"/>
                  </a:lnTo>
                  <a:close/>
                  <a:moveTo>
                    <a:pt x="1425307" y="80555"/>
                  </a:moveTo>
                  <a:lnTo>
                    <a:pt x="1478618" y="64676"/>
                  </a:lnTo>
                  <a:lnTo>
                    <a:pt x="1460528" y="75208"/>
                  </a:lnTo>
                  <a:close/>
                  <a:moveTo>
                    <a:pt x="1478618" y="64676"/>
                  </a:moveTo>
                  <a:lnTo>
                    <a:pt x="1523809" y="36771"/>
                  </a:lnTo>
                  <a:lnTo>
                    <a:pt x="1460528" y="75208"/>
                  </a:lnTo>
                  <a:close/>
                  <a:moveTo>
                    <a:pt x="2107878" y="530224"/>
                  </a:moveTo>
                  <a:lnTo>
                    <a:pt x="2023348" y="612277"/>
                  </a:lnTo>
                  <a:lnTo>
                    <a:pt x="2079100" y="573840"/>
                  </a:lnTo>
                  <a:close/>
                  <a:moveTo>
                    <a:pt x="2107878" y="530224"/>
                  </a:moveTo>
                  <a:lnTo>
                    <a:pt x="2170310" y="491626"/>
                  </a:lnTo>
                  <a:lnTo>
                    <a:pt x="2055548" y="530062"/>
                  </a:lnTo>
                  <a:close/>
                  <a:moveTo>
                    <a:pt x="1840236" y="327195"/>
                  </a:moveTo>
                  <a:lnTo>
                    <a:pt x="1764212" y="280575"/>
                  </a:lnTo>
                  <a:lnTo>
                    <a:pt x="1763472" y="283417"/>
                  </a:lnTo>
                  <a:close/>
                  <a:moveTo>
                    <a:pt x="1763472" y="283417"/>
                  </a:moveTo>
                  <a:lnTo>
                    <a:pt x="1762476" y="289998"/>
                  </a:lnTo>
                  <a:lnTo>
                    <a:pt x="1840236" y="327195"/>
                  </a:lnTo>
                  <a:close/>
                  <a:moveTo>
                    <a:pt x="1542055" y="23198"/>
                  </a:moveTo>
                  <a:lnTo>
                    <a:pt x="1523809" y="36771"/>
                  </a:lnTo>
                  <a:lnTo>
                    <a:pt x="1559514" y="25528"/>
                  </a:lnTo>
                  <a:close/>
                  <a:moveTo>
                    <a:pt x="1660725" y="3838"/>
                  </a:moveTo>
                  <a:lnTo>
                    <a:pt x="1559514" y="25528"/>
                  </a:lnTo>
                  <a:lnTo>
                    <a:pt x="1667940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93" name="Candidate_density__2092">
              <a:extLst>
                <a:ext uri="{FF2B5EF4-FFF2-40B4-BE49-F238E27FC236}">
                  <a16:creationId xmlns:a16="http://schemas.microsoft.com/office/drawing/2014/main" id="{DCF34D78-6960-3808-54D6-208B985D5085}"/>
                </a:ext>
              </a:extLst>
            </p:cNvPr>
            <p:cNvSpPr>
              <a:spLocks noGrp="1"/>
            </p:cNvSpPr>
            <p:nvPr/>
          </p:nvSpPr>
          <p:spPr>
            <a:xfrm>
              <a:off x="4475464" y="1773664"/>
              <a:ext cx="2088088" cy="3082589"/>
            </a:xfrm>
            <a:custGeom>
              <a:avLst/>
              <a:gdLst/>
              <a:ahLst/>
              <a:cxnLst/>
              <a:rect l="0" t="0" r="0" b="0"/>
              <a:pathLst>
                <a:path w="2088088" h="3082589">
                  <a:moveTo>
                    <a:pt x="660606" y="3082589"/>
                  </a:moveTo>
                  <a:lnTo>
                    <a:pt x="662487" y="3081841"/>
                  </a:lnTo>
                  <a:lnTo>
                    <a:pt x="678055" y="2961938"/>
                  </a:lnTo>
                  <a:close/>
                  <a:moveTo>
                    <a:pt x="662487" y="3081841"/>
                  </a:moveTo>
                  <a:lnTo>
                    <a:pt x="671219" y="3082589"/>
                  </a:lnTo>
                  <a:lnTo>
                    <a:pt x="690371" y="2975076"/>
                  </a:lnTo>
                  <a:close/>
                  <a:moveTo>
                    <a:pt x="24099" y="2304217"/>
                  </a:moveTo>
                  <a:lnTo>
                    <a:pt x="5986" y="2251091"/>
                  </a:lnTo>
                  <a:lnTo>
                    <a:pt x="30836" y="2330980"/>
                  </a:lnTo>
                  <a:close/>
                  <a:moveTo>
                    <a:pt x="24099" y="2304217"/>
                  </a:moveTo>
                  <a:lnTo>
                    <a:pt x="0" y="2222002"/>
                  </a:lnTo>
                  <a:lnTo>
                    <a:pt x="5986" y="2251091"/>
                  </a:lnTo>
                  <a:close/>
                  <a:moveTo>
                    <a:pt x="775475" y="2950484"/>
                  </a:moveTo>
                  <a:lnTo>
                    <a:pt x="690371" y="2975076"/>
                  </a:lnTo>
                  <a:lnTo>
                    <a:pt x="776125" y="3017041"/>
                  </a:lnTo>
                  <a:close/>
                  <a:moveTo>
                    <a:pt x="366329" y="2340099"/>
                  </a:moveTo>
                  <a:lnTo>
                    <a:pt x="340072" y="2227344"/>
                  </a:lnTo>
                  <a:lnTo>
                    <a:pt x="282569" y="2247510"/>
                  </a:lnTo>
                  <a:close/>
                  <a:moveTo>
                    <a:pt x="366329" y="2340099"/>
                  </a:moveTo>
                  <a:lnTo>
                    <a:pt x="282569" y="2247510"/>
                  </a:lnTo>
                  <a:lnTo>
                    <a:pt x="294903" y="2337575"/>
                  </a:lnTo>
                  <a:close/>
                  <a:moveTo>
                    <a:pt x="208497" y="2101350"/>
                  </a:moveTo>
                  <a:lnTo>
                    <a:pt x="280348" y="2126299"/>
                  </a:lnTo>
                  <a:lnTo>
                    <a:pt x="266086" y="2145128"/>
                  </a:lnTo>
                  <a:close/>
                  <a:moveTo>
                    <a:pt x="280348" y="2126299"/>
                  </a:moveTo>
                  <a:lnTo>
                    <a:pt x="241280" y="2080893"/>
                  </a:lnTo>
                  <a:lnTo>
                    <a:pt x="291660" y="2145128"/>
                  </a:lnTo>
                  <a:close/>
                  <a:moveTo>
                    <a:pt x="223082" y="2127389"/>
                  </a:moveTo>
                  <a:lnTo>
                    <a:pt x="280280" y="2149278"/>
                  </a:lnTo>
                  <a:lnTo>
                    <a:pt x="291660" y="2145128"/>
                  </a:lnTo>
                  <a:close/>
                  <a:moveTo>
                    <a:pt x="239168" y="2101350"/>
                  </a:moveTo>
                  <a:lnTo>
                    <a:pt x="259234" y="2047354"/>
                  </a:lnTo>
                  <a:lnTo>
                    <a:pt x="272526" y="1980699"/>
                  </a:lnTo>
                  <a:close/>
                  <a:moveTo>
                    <a:pt x="272526" y="1980699"/>
                  </a:moveTo>
                  <a:lnTo>
                    <a:pt x="298705" y="2034208"/>
                  </a:lnTo>
                  <a:lnTo>
                    <a:pt x="315142" y="2024477"/>
                  </a:lnTo>
                  <a:close/>
                  <a:moveTo>
                    <a:pt x="352033" y="1942262"/>
                  </a:moveTo>
                  <a:lnTo>
                    <a:pt x="229480" y="1898483"/>
                  </a:lnTo>
                  <a:lnTo>
                    <a:pt x="272526" y="1980699"/>
                  </a:lnTo>
                  <a:close/>
                  <a:moveTo>
                    <a:pt x="1029030" y="2682198"/>
                  </a:moveTo>
                  <a:lnTo>
                    <a:pt x="1103295" y="2758695"/>
                  </a:lnTo>
                  <a:lnTo>
                    <a:pt x="1131833" y="2725976"/>
                  </a:lnTo>
                  <a:close/>
                  <a:moveTo>
                    <a:pt x="270089" y="1777832"/>
                  </a:moveTo>
                  <a:lnTo>
                    <a:pt x="320917" y="1657180"/>
                  </a:lnTo>
                  <a:lnTo>
                    <a:pt x="223133" y="1695617"/>
                  </a:lnTo>
                  <a:close/>
                  <a:moveTo>
                    <a:pt x="1131833" y="2725976"/>
                  </a:moveTo>
                  <a:lnTo>
                    <a:pt x="1113039" y="2757735"/>
                  </a:lnTo>
                  <a:lnTo>
                    <a:pt x="1168998" y="2789144"/>
                  </a:lnTo>
                  <a:close/>
                  <a:moveTo>
                    <a:pt x="354761" y="1648858"/>
                  </a:moveTo>
                  <a:lnTo>
                    <a:pt x="320917" y="1657180"/>
                  </a:lnTo>
                  <a:lnTo>
                    <a:pt x="403347" y="1661906"/>
                  </a:lnTo>
                  <a:close/>
                  <a:moveTo>
                    <a:pt x="341311" y="1645163"/>
                  </a:moveTo>
                  <a:lnTo>
                    <a:pt x="320917" y="1657180"/>
                  </a:lnTo>
                  <a:lnTo>
                    <a:pt x="354761" y="1648858"/>
                  </a:lnTo>
                  <a:close/>
                  <a:moveTo>
                    <a:pt x="354761" y="1648858"/>
                  </a:moveTo>
                  <a:lnTo>
                    <a:pt x="356813" y="1657180"/>
                  </a:lnTo>
                  <a:lnTo>
                    <a:pt x="341311" y="1645163"/>
                  </a:lnTo>
                  <a:close/>
                  <a:moveTo>
                    <a:pt x="194929" y="1169231"/>
                  </a:moveTo>
                  <a:lnTo>
                    <a:pt x="181745" y="1087017"/>
                  </a:lnTo>
                  <a:lnTo>
                    <a:pt x="172727" y="1175204"/>
                  </a:lnTo>
                  <a:close/>
                  <a:moveTo>
                    <a:pt x="1657368" y="2576186"/>
                  </a:moveTo>
                  <a:lnTo>
                    <a:pt x="1527141" y="2583147"/>
                  </a:lnTo>
                  <a:lnTo>
                    <a:pt x="1588976" y="2599138"/>
                  </a:lnTo>
                  <a:close/>
                  <a:moveTo>
                    <a:pt x="1430752" y="2481032"/>
                  </a:moveTo>
                  <a:lnTo>
                    <a:pt x="1346192" y="2463925"/>
                  </a:lnTo>
                  <a:lnTo>
                    <a:pt x="1406506" y="2484673"/>
                  </a:lnTo>
                  <a:close/>
                  <a:moveTo>
                    <a:pt x="1423615" y="2386741"/>
                  </a:moveTo>
                  <a:lnTo>
                    <a:pt x="1360723" y="2377279"/>
                  </a:lnTo>
                  <a:lnTo>
                    <a:pt x="1430752" y="2481032"/>
                  </a:lnTo>
                  <a:close/>
                  <a:moveTo>
                    <a:pt x="1423615" y="2386741"/>
                  </a:moveTo>
                  <a:lnTo>
                    <a:pt x="1323855" y="2307160"/>
                  </a:lnTo>
                  <a:lnTo>
                    <a:pt x="1360723" y="2377279"/>
                  </a:lnTo>
                  <a:close/>
                  <a:moveTo>
                    <a:pt x="1262190" y="2213311"/>
                  </a:moveTo>
                  <a:lnTo>
                    <a:pt x="1188211" y="2320243"/>
                  </a:lnTo>
                  <a:lnTo>
                    <a:pt x="1255680" y="2301993"/>
                  </a:lnTo>
                  <a:close/>
                  <a:moveTo>
                    <a:pt x="714270" y="1638452"/>
                  </a:moveTo>
                  <a:lnTo>
                    <a:pt x="702630" y="1541870"/>
                  </a:lnTo>
                  <a:lnTo>
                    <a:pt x="626670" y="1548985"/>
                  </a:lnTo>
                  <a:close/>
                  <a:moveTo>
                    <a:pt x="626670" y="1548985"/>
                  </a:moveTo>
                  <a:lnTo>
                    <a:pt x="687750" y="1459828"/>
                  </a:lnTo>
                  <a:lnTo>
                    <a:pt x="569097" y="1495698"/>
                  </a:lnTo>
                  <a:close/>
                  <a:moveTo>
                    <a:pt x="687750" y="1459828"/>
                  </a:moveTo>
                  <a:lnTo>
                    <a:pt x="716272" y="1541870"/>
                  </a:lnTo>
                  <a:lnTo>
                    <a:pt x="767511" y="1555668"/>
                  </a:lnTo>
                  <a:close/>
                  <a:moveTo>
                    <a:pt x="636381" y="1377441"/>
                  </a:moveTo>
                  <a:lnTo>
                    <a:pt x="601987" y="1416867"/>
                  </a:lnTo>
                  <a:lnTo>
                    <a:pt x="654421" y="1386831"/>
                  </a:lnTo>
                  <a:close/>
                  <a:moveTo>
                    <a:pt x="530694" y="1377441"/>
                  </a:moveTo>
                  <a:lnTo>
                    <a:pt x="579880" y="1334214"/>
                  </a:lnTo>
                  <a:lnTo>
                    <a:pt x="514321" y="1379545"/>
                  </a:lnTo>
                  <a:close/>
                  <a:moveTo>
                    <a:pt x="514321" y="1379545"/>
                  </a:moveTo>
                  <a:lnTo>
                    <a:pt x="579880" y="1334214"/>
                  </a:lnTo>
                  <a:lnTo>
                    <a:pt x="555703" y="1306403"/>
                  </a:lnTo>
                  <a:close/>
                  <a:moveTo>
                    <a:pt x="514321" y="1379545"/>
                  </a:moveTo>
                  <a:lnTo>
                    <a:pt x="555703" y="1306403"/>
                  </a:lnTo>
                  <a:lnTo>
                    <a:pt x="467837" y="1317245"/>
                  </a:lnTo>
                  <a:close/>
                  <a:moveTo>
                    <a:pt x="579880" y="1334214"/>
                  </a:moveTo>
                  <a:lnTo>
                    <a:pt x="636381" y="1377441"/>
                  </a:lnTo>
                  <a:lnTo>
                    <a:pt x="555703" y="1306403"/>
                  </a:lnTo>
                  <a:close/>
                  <a:moveTo>
                    <a:pt x="636381" y="1377441"/>
                  </a:moveTo>
                  <a:lnTo>
                    <a:pt x="654421" y="1386831"/>
                  </a:lnTo>
                  <a:lnTo>
                    <a:pt x="555703" y="1306403"/>
                  </a:lnTo>
                  <a:close/>
                  <a:moveTo>
                    <a:pt x="1055732" y="1952946"/>
                  </a:moveTo>
                  <a:lnTo>
                    <a:pt x="1037515" y="1870731"/>
                  </a:lnTo>
                  <a:lnTo>
                    <a:pt x="1060391" y="1899707"/>
                  </a:lnTo>
                  <a:close/>
                  <a:moveTo>
                    <a:pt x="1703098" y="2531960"/>
                  </a:moveTo>
                  <a:lnTo>
                    <a:pt x="1588976" y="2599138"/>
                  </a:lnTo>
                  <a:lnTo>
                    <a:pt x="1632153" y="2545368"/>
                  </a:lnTo>
                  <a:close/>
                  <a:moveTo>
                    <a:pt x="1055732" y="1952946"/>
                  </a:moveTo>
                  <a:lnTo>
                    <a:pt x="1119363" y="2035161"/>
                  </a:lnTo>
                  <a:lnTo>
                    <a:pt x="1174591" y="1996725"/>
                  </a:lnTo>
                  <a:close/>
                  <a:moveTo>
                    <a:pt x="1032795" y="1697752"/>
                  </a:moveTo>
                  <a:lnTo>
                    <a:pt x="997750" y="1689856"/>
                  </a:lnTo>
                  <a:lnTo>
                    <a:pt x="1103294" y="1750079"/>
                  </a:lnTo>
                  <a:close/>
                  <a:moveTo>
                    <a:pt x="702630" y="1541870"/>
                  </a:moveTo>
                  <a:lnTo>
                    <a:pt x="712288" y="1550605"/>
                  </a:lnTo>
                  <a:lnTo>
                    <a:pt x="711389" y="1540702"/>
                  </a:lnTo>
                  <a:close/>
                  <a:moveTo>
                    <a:pt x="711389" y="1540702"/>
                  </a:moveTo>
                  <a:lnTo>
                    <a:pt x="712288" y="1550605"/>
                  </a:lnTo>
                  <a:lnTo>
                    <a:pt x="716272" y="1541870"/>
                  </a:lnTo>
                  <a:close/>
                  <a:moveTo>
                    <a:pt x="887873" y="1421219"/>
                  </a:moveTo>
                  <a:lnTo>
                    <a:pt x="884970" y="1520768"/>
                  </a:lnTo>
                  <a:lnTo>
                    <a:pt x="887992" y="1435016"/>
                  </a:lnTo>
                  <a:close/>
                  <a:moveTo>
                    <a:pt x="530694" y="1377441"/>
                  </a:moveTo>
                  <a:lnTo>
                    <a:pt x="601987" y="1416867"/>
                  </a:lnTo>
                  <a:lnTo>
                    <a:pt x="604866" y="1366527"/>
                  </a:lnTo>
                  <a:close/>
                  <a:moveTo>
                    <a:pt x="579880" y="1334214"/>
                  </a:moveTo>
                  <a:lnTo>
                    <a:pt x="530694" y="1377441"/>
                  </a:lnTo>
                  <a:lnTo>
                    <a:pt x="604866" y="1366527"/>
                  </a:lnTo>
                  <a:close/>
                  <a:moveTo>
                    <a:pt x="604866" y="1366527"/>
                  </a:moveTo>
                  <a:lnTo>
                    <a:pt x="601987" y="1416867"/>
                  </a:lnTo>
                  <a:lnTo>
                    <a:pt x="636381" y="1377441"/>
                  </a:lnTo>
                  <a:close/>
                  <a:moveTo>
                    <a:pt x="604866" y="1366527"/>
                  </a:moveTo>
                  <a:lnTo>
                    <a:pt x="636381" y="1377441"/>
                  </a:lnTo>
                  <a:lnTo>
                    <a:pt x="579880" y="1334214"/>
                  </a:lnTo>
                  <a:close/>
                  <a:moveTo>
                    <a:pt x="314967" y="1020065"/>
                  </a:moveTo>
                  <a:lnTo>
                    <a:pt x="383365" y="1025050"/>
                  </a:lnTo>
                  <a:lnTo>
                    <a:pt x="342325" y="1003349"/>
                  </a:lnTo>
                  <a:close/>
                  <a:moveTo>
                    <a:pt x="1717357" y="2490015"/>
                  </a:moveTo>
                  <a:lnTo>
                    <a:pt x="1754833" y="2510188"/>
                  </a:lnTo>
                  <a:lnTo>
                    <a:pt x="1708357" y="2476620"/>
                  </a:lnTo>
                  <a:close/>
                  <a:moveTo>
                    <a:pt x="1717357" y="2490015"/>
                  </a:moveTo>
                  <a:lnTo>
                    <a:pt x="1708357" y="2476620"/>
                  </a:lnTo>
                  <a:lnTo>
                    <a:pt x="1708981" y="2407800"/>
                  </a:lnTo>
                  <a:close/>
                  <a:moveTo>
                    <a:pt x="1670971" y="2206737"/>
                  </a:moveTo>
                  <a:lnTo>
                    <a:pt x="1642922" y="2306970"/>
                  </a:lnTo>
                  <a:lnTo>
                    <a:pt x="1680111" y="2204934"/>
                  </a:lnTo>
                  <a:close/>
                  <a:moveTo>
                    <a:pt x="1417368" y="2243370"/>
                  </a:moveTo>
                  <a:lnTo>
                    <a:pt x="1486356" y="2278910"/>
                  </a:lnTo>
                  <a:lnTo>
                    <a:pt x="1499084" y="2225295"/>
                  </a:lnTo>
                  <a:close/>
                  <a:moveTo>
                    <a:pt x="1587521" y="2213988"/>
                  </a:moveTo>
                  <a:lnTo>
                    <a:pt x="1486356" y="2278910"/>
                  </a:lnTo>
                  <a:lnTo>
                    <a:pt x="1567406" y="2303289"/>
                  </a:lnTo>
                  <a:close/>
                  <a:moveTo>
                    <a:pt x="1587521" y="2213988"/>
                  </a:moveTo>
                  <a:lnTo>
                    <a:pt x="1499084" y="2225295"/>
                  </a:lnTo>
                  <a:lnTo>
                    <a:pt x="1486356" y="2278910"/>
                  </a:lnTo>
                  <a:close/>
                  <a:moveTo>
                    <a:pt x="1670971" y="2206737"/>
                  </a:moveTo>
                  <a:lnTo>
                    <a:pt x="1587521" y="2213988"/>
                  </a:lnTo>
                  <a:lnTo>
                    <a:pt x="1567406" y="2303289"/>
                  </a:lnTo>
                  <a:close/>
                  <a:moveTo>
                    <a:pt x="1413239" y="2134400"/>
                  </a:moveTo>
                  <a:lnTo>
                    <a:pt x="1492255" y="2130754"/>
                  </a:lnTo>
                  <a:lnTo>
                    <a:pt x="1467878" y="2050480"/>
                  </a:lnTo>
                  <a:close/>
                  <a:moveTo>
                    <a:pt x="1567304" y="2130332"/>
                  </a:moveTo>
                  <a:lnTo>
                    <a:pt x="1508348" y="2082480"/>
                  </a:lnTo>
                  <a:lnTo>
                    <a:pt x="1467878" y="2050480"/>
                  </a:lnTo>
                  <a:close/>
                  <a:moveTo>
                    <a:pt x="1492255" y="2130754"/>
                  </a:moveTo>
                  <a:lnTo>
                    <a:pt x="1567304" y="2130332"/>
                  </a:lnTo>
                  <a:lnTo>
                    <a:pt x="1467878" y="2050480"/>
                  </a:lnTo>
                  <a:close/>
                  <a:moveTo>
                    <a:pt x="1385987" y="2056463"/>
                  </a:moveTo>
                  <a:lnTo>
                    <a:pt x="1467878" y="2050480"/>
                  </a:lnTo>
                  <a:lnTo>
                    <a:pt x="1424630" y="2048129"/>
                  </a:lnTo>
                  <a:close/>
                  <a:moveTo>
                    <a:pt x="1265372" y="1794805"/>
                  </a:moveTo>
                  <a:lnTo>
                    <a:pt x="1235660" y="1832294"/>
                  </a:lnTo>
                  <a:lnTo>
                    <a:pt x="1261167" y="1797071"/>
                  </a:lnTo>
                  <a:close/>
                  <a:moveTo>
                    <a:pt x="1263328" y="1787162"/>
                  </a:moveTo>
                  <a:lnTo>
                    <a:pt x="1224605" y="1711643"/>
                  </a:lnTo>
                  <a:lnTo>
                    <a:pt x="1261167" y="1797071"/>
                  </a:lnTo>
                  <a:close/>
                  <a:moveTo>
                    <a:pt x="1261167" y="1797071"/>
                  </a:moveTo>
                  <a:lnTo>
                    <a:pt x="1224605" y="1711643"/>
                  </a:lnTo>
                  <a:lnTo>
                    <a:pt x="1131724" y="1741623"/>
                  </a:lnTo>
                  <a:close/>
                  <a:moveTo>
                    <a:pt x="1235660" y="1832294"/>
                  </a:moveTo>
                  <a:lnTo>
                    <a:pt x="1263328" y="1787162"/>
                  </a:lnTo>
                  <a:lnTo>
                    <a:pt x="1261167" y="1797071"/>
                  </a:lnTo>
                  <a:close/>
                  <a:moveTo>
                    <a:pt x="1032795" y="1697752"/>
                  </a:moveTo>
                  <a:lnTo>
                    <a:pt x="1131724" y="1741623"/>
                  </a:lnTo>
                  <a:lnTo>
                    <a:pt x="1152465" y="1651321"/>
                  </a:lnTo>
                  <a:close/>
                  <a:moveTo>
                    <a:pt x="1131724" y="1741623"/>
                  </a:moveTo>
                  <a:lnTo>
                    <a:pt x="1224605" y="1711643"/>
                  </a:lnTo>
                  <a:lnTo>
                    <a:pt x="1152465" y="1651321"/>
                  </a:lnTo>
                  <a:close/>
                  <a:moveTo>
                    <a:pt x="602804" y="989518"/>
                  </a:moveTo>
                  <a:lnTo>
                    <a:pt x="671374" y="972681"/>
                  </a:lnTo>
                  <a:lnTo>
                    <a:pt x="656890" y="971707"/>
                  </a:lnTo>
                  <a:close/>
                  <a:moveTo>
                    <a:pt x="1468824" y="1782956"/>
                  </a:moveTo>
                  <a:lnTo>
                    <a:pt x="1542497" y="1837637"/>
                  </a:lnTo>
                  <a:lnTo>
                    <a:pt x="1444920" y="1768868"/>
                  </a:lnTo>
                  <a:close/>
                  <a:moveTo>
                    <a:pt x="1224605" y="1711643"/>
                  </a:moveTo>
                  <a:lnTo>
                    <a:pt x="1263328" y="1787162"/>
                  </a:lnTo>
                  <a:lnTo>
                    <a:pt x="1254201" y="1702643"/>
                  </a:lnTo>
                  <a:close/>
                  <a:moveTo>
                    <a:pt x="1155594" y="1622124"/>
                  </a:moveTo>
                  <a:lnTo>
                    <a:pt x="1242068" y="1512323"/>
                  </a:lnTo>
                  <a:lnTo>
                    <a:pt x="1136613" y="1537462"/>
                  </a:lnTo>
                  <a:close/>
                  <a:moveTo>
                    <a:pt x="1069275" y="1531615"/>
                  </a:moveTo>
                  <a:lnTo>
                    <a:pt x="1136613" y="1537462"/>
                  </a:lnTo>
                  <a:lnTo>
                    <a:pt x="1116469" y="1453748"/>
                  </a:lnTo>
                  <a:close/>
                  <a:moveTo>
                    <a:pt x="1052703" y="1444996"/>
                  </a:moveTo>
                  <a:lnTo>
                    <a:pt x="1116469" y="1453748"/>
                  </a:lnTo>
                  <a:lnTo>
                    <a:pt x="1109696" y="1359161"/>
                  </a:lnTo>
                  <a:close/>
                  <a:moveTo>
                    <a:pt x="1052703" y="1444996"/>
                  </a:moveTo>
                  <a:lnTo>
                    <a:pt x="1109696" y="1359161"/>
                  </a:lnTo>
                  <a:lnTo>
                    <a:pt x="1035377" y="1358990"/>
                  </a:lnTo>
                  <a:close/>
                  <a:moveTo>
                    <a:pt x="1035377" y="1358990"/>
                  </a:moveTo>
                  <a:lnTo>
                    <a:pt x="1109696" y="1359161"/>
                  </a:lnTo>
                  <a:lnTo>
                    <a:pt x="1086908" y="1277596"/>
                  </a:lnTo>
                  <a:close/>
                  <a:moveTo>
                    <a:pt x="656890" y="971707"/>
                  </a:moveTo>
                  <a:lnTo>
                    <a:pt x="671714" y="968501"/>
                  </a:lnTo>
                  <a:lnTo>
                    <a:pt x="602047" y="968450"/>
                  </a:lnTo>
                  <a:close/>
                  <a:moveTo>
                    <a:pt x="1949785" y="2301435"/>
                  </a:moveTo>
                  <a:lnTo>
                    <a:pt x="1947699" y="2403222"/>
                  </a:lnTo>
                  <a:lnTo>
                    <a:pt x="2007815" y="2404866"/>
                  </a:lnTo>
                  <a:close/>
                  <a:moveTo>
                    <a:pt x="1961289" y="2292491"/>
                  </a:moveTo>
                  <a:lnTo>
                    <a:pt x="1949785" y="2301435"/>
                  </a:lnTo>
                  <a:lnTo>
                    <a:pt x="2007815" y="2404866"/>
                  </a:lnTo>
                  <a:close/>
                  <a:moveTo>
                    <a:pt x="2067078" y="2266670"/>
                  </a:moveTo>
                  <a:lnTo>
                    <a:pt x="2088088" y="2210089"/>
                  </a:lnTo>
                  <a:lnTo>
                    <a:pt x="2039211" y="2189233"/>
                  </a:lnTo>
                  <a:close/>
                  <a:moveTo>
                    <a:pt x="1946691" y="2203859"/>
                  </a:moveTo>
                  <a:lnTo>
                    <a:pt x="2039211" y="2189233"/>
                  </a:lnTo>
                  <a:lnTo>
                    <a:pt x="2001177" y="2120062"/>
                  </a:lnTo>
                  <a:close/>
                  <a:moveTo>
                    <a:pt x="1935512" y="2112854"/>
                  </a:moveTo>
                  <a:lnTo>
                    <a:pt x="2001177" y="2120062"/>
                  </a:lnTo>
                  <a:lnTo>
                    <a:pt x="1975542" y="2040810"/>
                  </a:lnTo>
                  <a:close/>
                  <a:moveTo>
                    <a:pt x="487455" y="191299"/>
                  </a:moveTo>
                  <a:lnTo>
                    <a:pt x="350218" y="172050"/>
                  </a:lnTo>
                  <a:lnTo>
                    <a:pt x="405395" y="163148"/>
                  </a:lnTo>
                  <a:close/>
                  <a:moveTo>
                    <a:pt x="1596830" y="1349688"/>
                  </a:moveTo>
                  <a:lnTo>
                    <a:pt x="1572413" y="1245998"/>
                  </a:lnTo>
                  <a:lnTo>
                    <a:pt x="1581695" y="1229037"/>
                  </a:lnTo>
                  <a:close/>
                  <a:moveTo>
                    <a:pt x="1394415" y="1185258"/>
                  </a:moveTo>
                  <a:lnTo>
                    <a:pt x="1433189" y="1219321"/>
                  </a:lnTo>
                  <a:lnTo>
                    <a:pt x="1449887" y="1164276"/>
                  </a:lnTo>
                  <a:close/>
                  <a:moveTo>
                    <a:pt x="1285388" y="1103043"/>
                  </a:moveTo>
                  <a:lnTo>
                    <a:pt x="1290724" y="1028779"/>
                  </a:lnTo>
                  <a:lnTo>
                    <a:pt x="1327315" y="982392"/>
                  </a:lnTo>
                  <a:close/>
                  <a:moveTo>
                    <a:pt x="1093750" y="786187"/>
                  </a:moveTo>
                  <a:lnTo>
                    <a:pt x="1028393" y="820487"/>
                  </a:lnTo>
                  <a:lnTo>
                    <a:pt x="1143233" y="755992"/>
                  </a:lnTo>
                  <a:close/>
                  <a:moveTo>
                    <a:pt x="1671722" y="1205204"/>
                  </a:moveTo>
                  <a:lnTo>
                    <a:pt x="1581695" y="1229037"/>
                  </a:lnTo>
                  <a:lnTo>
                    <a:pt x="1711621" y="1272611"/>
                  </a:lnTo>
                  <a:close/>
                  <a:moveTo>
                    <a:pt x="1711621" y="1272611"/>
                  </a:moveTo>
                  <a:lnTo>
                    <a:pt x="1572413" y="1245998"/>
                  </a:lnTo>
                  <a:lnTo>
                    <a:pt x="1623451" y="1221618"/>
                  </a:lnTo>
                  <a:close/>
                  <a:moveTo>
                    <a:pt x="1369664" y="968719"/>
                  </a:moveTo>
                  <a:lnTo>
                    <a:pt x="1445222" y="1049106"/>
                  </a:lnTo>
                  <a:lnTo>
                    <a:pt x="1441897" y="970588"/>
                  </a:lnTo>
                  <a:close/>
                  <a:moveTo>
                    <a:pt x="1369664" y="968719"/>
                  </a:moveTo>
                  <a:lnTo>
                    <a:pt x="1441897" y="970588"/>
                  </a:lnTo>
                  <a:lnTo>
                    <a:pt x="1419144" y="951606"/>
                  </a:lnTo>
                  <a:close/>
                  <a:moveTo>
                    <a:pt x="1051167" y="545415"/>
                  </a:moveTo>
                  <a:lnTo>
                    <a:pt x="1074425" y="562190"/>
                  </a:lnTo>
                  <a:lnTo>
                    <a:pt x="1146128" y="551614"/>
                  </a:lnTo>
                  <a:close/>
                  <a:moveTo>
                    <a:pt x="1188117" y="555261"/>
                  </a:moveTo>
                  <a:lnTo>
                    <a:pt x="1127312" y="544102"/>
                  </a:lnTo>
                  <a:lnTo>
                    <a:pt x="1224989" y="567808"/>
                  </a:lnTo>
                  <a:close/>
                  <a:moveTo>
                    <a:pt x="1127312" y="544102"/>
                  </a:moveTo>
                  <a:lnTo>
                    <a:pt x="1146128" y="551614"/>
                  </a:lnTo>
                  <a:lnTo>
                    <a:pt x="1224989" y="567808"/>
                  </a:lnTo>
                  <a:close/>
                  <a:moveTo>
                    <a:pt x="958973" y="406886"/>
                  </a:moveTo>
                  <a:lnTo>
                    <a:pt x="1029419" y="463004"/>
                  </a:lnTo>
                  <a:lnTo>
                    <a:pt x="956131" y="398563"/>
                  </a:lnTo>
                  <a:close/>
                  <a:moveTo>
                    <a:pt x="936523" y="377842"/>
                  </a:moveTo>
                  <a:lnTo>
                    <a:pt x="958973" y="406886"/>
                  </a:lnTo>
                  <a:lnTo>
                    <a:pt x="956131" y="398563"/>
                  </a:lnTo>
                  <a:close/>
                  <a:moveTo>
                    <a:pt x="968116" y="312657"/>
                  </a:moveTo>
                  <a:lnTo>
                    <a:pt x="966184" y="372695"/>
                  </a:lnTo>
                  <a:lnTo>
                    <a:pt x="940930" y="341732"/>
                  </a:lnTo>
                  <a:close/>
                  <a:moveTo>
                    <a:pt x="940930" y="341732"/>
                  </a:moveTo>
                  <a:lnTo>
                    <a:pt x="966184" y="372695"/>
                  </a:lnTo>
                  <a:lnTo>
                    <a:pt x="936523" y="377842"/>
                  </a:lnTo>
                  <a:close/>
                  <a:moveTo>
                    <a:pt x="812913" y="141754"/>
                  </a:moveTo>
                  <a:lnTo>
                    <a:pt x="789141" y="121804"/>
                  </a:lnTo>
                  <a:lnTo>
                    <a:pt x="788504" y="237402"/>
                  </a:lnTo>
                  <a:close/>
                  <a:moveTo>
                    <a:pt x="788504" y="237402"/>
                  </a:moveTo>
                  <a:lnTo>
                    <a:pt x="789141" y="121804"/>
                  </a:lnTo>
                  <a:lnTo>
                    <a:pt x="690231" y="156613"/>
                  </a:lnTo>
                  <a:close/>
                  <a:moveTo>
                    <a:pt x="788504" y="237402"/>
                  </a:moveTo>
                  <a:lnTo>
                    <a:pt x="690231" y="156613"/>
                  </a:lnTo>
                  <a:lnTo>
                    <a:pt x="719933" y="232557"/>
                  </a:lnTo>
                  <a:close/>
                  <a:moveTo>
                    <a:pt x="1267845" y="512834"/>
                  </a:moveTo>
                  <a:lnTo>
                    <a:pt x="1224989" y="567808"/>
                  </a:lnTo>
                  <a:lnTo>
                    <a:pt x="1146128" y="551614"/>
                  </a:lnTo>
                  <a:close/>
                  <a:moveTo>
                    <a:pt x="876976" y="83368"/>
                  </a:moveTo>
                  <a:lnTo>
                    <a:pt x="812913" y="141754"/>
                  </a:lnTo>
                  <a:lnTo>
                    <a:pt x="870832" y="204019"/>
                  </a:lnTo>
                  <a:close/>
                  <a:moveTo>
                    <a:pt x="1245798" y="0"/>
                  </a:moveTo>
                  <a:lnTo>
                    <a:pt x="1250292" y="6495"/>
                  </a:lnTo>
                  <a:lnTo>
                    <a:pt x="1251032" y="3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94" name="Candidate_density__2093">
              <a:extLst>
                <a:ext uri="{FF2B5EF4-FFF2-40B4-BE49-F238E27FC236}">
                  <a16:creationId xmlns:a16="http://schemas.microsoft.com/office/drawing/2014/main" id="{B121E08F-10D6-45E2-0849-125E65EE25EA}"/>
                </a:ext>
              </a:extLst>
            </p:cNvPr>
            <p:cNvSpPr>
              <a:spLocks noGrp="1"/>
            </p:cNvSpPr>
            <p:nvPr/>
          </p:nvSpPr>
          <p:spPr>
            <a:xfrm>
              <a:off x="4351997" y="1665904"/>
              <a:ext cx="2073252" cy="3108134"/>
            </a:xfrm>
            <a:custGeom>
              <a:avLst/>
              <a:gdLst/>
              <a:ahLst/>
              <a:cxnLst/>
              <a:rect l="0" t="0" r="0" b="0"/>
              <a:pathLst>
                <a:path w="2073252" h="3108134">
                  <a:moveTo>
                    <a:pt x="668293" y="3025919"/>
                  </a:moveTo>
                  <a:lnTo>
                    <a:pt x="705161" y="3108134"/>
                  </a:lnTo>
                  <a:lnTo>
                    <a:pt x="801522" y="3069698"/>
                  </a:lnTo>
                  <a:close/>
                  <a:moveTo>
                    <a:pt x="668293" y="3025919"/>
                  </a:moveTo>
                  <a:lnTo>
                    <a:pt x="801522" y="3069698"/>
                  </a:lnTo>
                  <a:lnTo>
                    <a:pt x="786191" y="2987482"/>
                  </a:lnTo>
                  <a:close/>
                  <a:moveTo>
                    <a:pt x="786191" y="2987482"/>
                  </a:moveTo>
                  <a:lnTo>
                    <a:pt x="814367" y="3066410"/>
                  </a:lnTo>
                  <a:lnTo>
                    <a:pt x="789669" y="2986397"/>
                  </a:lnTo>
                  <a:close/>
                  <a:moveTo>
                    <a:pt x="786191" y="2987482"/>
                  </a:moveTo>
                  <a:lnTo>
                    <a:pt x="801522" y="3069698"/>
                  </a:lnTo>
                  <a:lnTo>
                    <a:pt x="814367" y="3066410"/>
                  </a:lnTo>
                  <a:close/>
                  <a:moveTo>
                    <a:pt x="781835" y="2963186"/>
                  </a:moveTo>
                  <a:lnTo>
                    <a:pt x="786191" y="2987482"/>
                  </a:lnTo>
                  <a:lnTo>
                    <a:pt x="789669" y="2986397"/>
                  </a:lnTo>
                  <a:close/>
                  <a:moveTo>
                    <a:pt x="76410" y="1677383"/>
                  </a:moveTo>
                  <a:lnTo>
                    <a:pt x="121603" y="1638946"/>
                  </a:lnTo>
                  <a:lnTo>
                    <a:pt x="63724" y="1595168"/>
                  </a:lnTo>
                  <a:close/>
                  <a:moveTo>
                    <a:pt x="1222200" y="2751521"/>
                  </a:moveTo>
                  <a:lnTo>
                    <a:pt x="1152496" y="2789958"/>
                  </a:lnTo>
                  <a:lnTo>
                    <a:pt x="1255299" y="2833737"/>
                  </a:lnTo>
                  <a:close/>
                  <a:moveTo>
                    <a:pt x="1222200" y="2751521"/>
                  </a:moveTo>
                  <a:lnTo>
                    <a:pt x="1242731" y="2710959"/>
                  </a:lnTo>
                  <a:lnTo>
                    <a:pt x="1114320" y="2707743"/>
                  </a:lnTo>
                  <a:close/>
                  <a:moveTo>
                    <a:pt x="1152496" y="2789958"/>
                  </a:moveTo>
                  <a:lnTo>
                    <a:pt x="1222200" y="2751521"/>
                  </a:lnTo>
                  <a:lnTo>
                    <a:pt x="1114320" y="2707743"/>
                  </a:lnTo>
                  <a:close/>
                  <a:moveTo>
                    <a:pt x="1222200" y="2751521"/>
                  </a:moveTo>
                  <a:lnTo>
                    <a:pt x="1308285" y="2807140"/>
                  </a:lnTo>
                  <a:lnTo>
                    <a:pt x="1296639" y="2716515"/>
                  </a:lnTo>
                  <a:close/>
                  <a:moveTo>
                    <a:pt x="1222200" y="2751521"/>
                  </a:moveTo>
                  <a:lnTo>
                    <a:pt x="1255299" y="2833737"/>
                  </a:lnTo>
                  <a:lnTo>
                    <a:pt x="1308285" y="2807140"/>
                  </a:lnTo>
                  <a:close/>
                  <a:moveTo>
                    <a:pt x="1242731" y="2710959"/>
                  </a:moveTo>
                  <a:lnTo>
                    <a:pt x="1222200" y="2751521"/>
                  </a:lnTo>
                  <a:lnTo>
                    <a:pt x="1296639" y="2716515"/>
                  </a:lnTo>
                  <a:close/>
                  <a:moveTo>
                    <a:pt x="1369171" y="2689838"/>
                  </a:moveTo>
                  <a:lnTo>
                    <a:pt x="1351164" y="2732779"/>
                  </a:lnTo>
                  <a:lnTo>
                    <a:pt x="1310760" y="2713085"/>
                  </a:lnTo>
                  <a:close/>
                  <a:moveTo>
                    <a:pt x="1296639" y="2716515"/>
                  </a:moveTo>
                  <a:lnTo>
                    <a:pt x="1299912" y="2751521"/>
                  </a:lnTo>
                  <a:lnTo>
                    <a:pt x="1242731" y="2710959"/>
                  </a:lnTo>
                  <a:close/>
                  <a:moveTo>
                    <a:pt x="1351164" y="2732779"/>
                  </a:moveTo>
                  <a:lnTo>
                    <a:pt x="1369171" y="2689838"/>
                  </a:lnTo>
                  <a:lnTo>
                    <a:pt x="1338656" y="2751521"/>
                  </a:lnTo>
                  <a:close/>
                  <a:moveTo>
                    <a:pt x="1338656" y="2751521"/>
                  </a:moveTo>
                  <a:lnTo>
                    <a:pt x="1369171" y="2689838"/>
                  </a:lnTo>
                  <a:lnTo>
                    <a:pt x="1383187" y="2630870"/>
                  </a:lnTo>
                  <a:close/>
                  <a:moveTo>
                    <a:pt x="1431495" y="2767564"/>
                  </a:moveTo>
                  <a:lnTo>
                    <a:pt x="1514949" y="2741018"/>
                  </a:lnTo>
                  <a:lnTo>
                    <a:pt x="1464533" y="2701204"/>
                  </a:lnTo>
                  <a:close/>
                  <a:moveTo>
                    <a:pt x="1431495" y="2767564"/>
                  </a:moveTo>
                  <a:lnTo>
                    <a:pt x="1464533" y="2701204"/>
                  </a:lnTo>
                  <a:lnTo>
                    <a:pt x="1388903" y="2702098"/>
                  </a:lnTo>
                  <a:close/>
                  <a:moveTo>
                    <a:pt x="1369171" y="2689838"/>
                  </a:moveTo>
                  <a:lnTo>
                    <a:pt x="1310760" y="2713085"/>
                  </a:lnTo>
                  <a:lnTo>
                    <a:pt x="1388903" y="2702098"/>
                  </a:lnTo>
                  <a:close/>
                  <a:moveTo>
                    <a:pt x="1388903" y="2702098"/>
                  </a:moveTo>
                  <a:lnTo>
                    <a:pt x="1383187" y="2630870"/>
                  </a:lnTo>
                  <a:lnTo>
                    <a:pt x="1369171" y="2689838"/>
                  </a:lnTo>
                  <a:close/>
                  <a:moveTo>
                    <a:pt x="1464533" y="2701204"/>
                  </a:moveTo>
                  <a:lnTo>
                    <a:pt x="1514949" y="2741018"/>
                  </a:lnTo>
                  <a:lnTo>
                    <a:pt x="1578527" y="2700068"/>
                  </a:lnTo>
                  <a:close/>
                  <a:moveTo>
                    <a:pt x="1258616" y="2345788"/>
                  </a:moveTo>
                  <a:lnTo>
                    <a:pt x="1234002" y="2463123"/>
                  </a:lnTo>
                  <a:lnTo>
                    <a:pt x="1261507" y="2350756"/>
                  </a:lnTo>
                  <a:close/>
                  <a:moveTo>
                    <a:pt x="1258616" y="2345788"/>
                  </a:moveTo>
                  <a:lnTo>
                    <a:pt x="1257113" y="2334326"/>
                  </a:lnTo>
                  <a:lnTo>
                    <a:pt x="1175029" y="2302010"/>
                  </a:lnTo>
                  <a:close/>
                  <a:moveTo>
                    <a:pt x="1182693" y="2384224"/>
                  </a:moveTo>
                  <a:lnTo>
                    <a:pt x="1258616" y="2345788"/>
                  </a:lnTo>
                  <a:lnTo>
                    <a:pt x="1175029" y="2302010"/>
                  </a:lnTo>
                  <a:close/>
                  <a:moveTo>
                    <a:pt x="1222517" y="2276314"/>
                  </a:moveTo>
                  <a:lnTo>
                    <a:pt x="1257113" y="2334326"/>
                  </a:lnTo>
                  <a:lnTo>
                    <a:pt x="1259652" y="2263573"/>
                  </a:lnTo>
                  <a:close/>
                  <a:moveTo>
                    <a:pt x="645060" y="1717910"/>
                  </a:moveTo>
                  <a:lnTo>
                    <a:pt x="659186" y="1688068"/>
                  </a:lnTo>
                  <a:lnTo>
                    <a:pt x="629740" y="1726504"/>
                  </a:lnTo>
                  <a:close/>
                  <a:moveTo>
                    <a:pt x="1523773" y="2753135"/>
                  </a:moveTo>
                  <a:lnTo>
                    <a:pt x="1578527" y="2700068"/>
                  </a:lnTo>
                  <a:lnTo>
                    <a:pt x="1514949" y="2741018"/>
                  </a:lnTo>
                  <a:close/>
                  <a:moveTo>
                    <a:pt x="1523773" y="2753135"/>
                  </a:moveTo>
                  <a:lnTo>
                    <a:pt x="1632483" y="2725348"/>
                  </a:lnTo>
                  <a:lnTo>
                    <a:pt x="1578527" y="2700068"/>
                  </a:lnTo>
                  <a:close/>
                  <a:moveTo>
                    <a:pt x="1712443" y="2706898"/>
                  </a:moveTo>
                  <a:lnTo>
                    <a:pt x="1632483" y="2725348"/>
                  </a:lnTo>
                  <a:lnTo>
                    <a:pt x="1663302" y="2718427"/>
                  </a:lnTo>
                  <a:close/>
                  <a:moveTo>
                    <a:pt x="1578527" y="2700068"/>
                  </a:moveTo>
                  <a:lnTo>
                    <a:pt x="1632483" y="2725348"/>
                  </a:lnTo>
                  <a:lnTo>
                    <a:pt x="1712443" y="2706898"/>
                  </a:lnTo>
                  <a:close/>
                  <a:moveTo>
                    <a:pt x="1258616" y="2345788"/>
                  </a:moveTo>
                  <a:lnTo>
                    <a:pt x="1261507" y="2350756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58616" y="2345788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63101" y="2343412"/>
                  </a:lnTo>
                  <a:lnTo>
                    <a:pt x="1259652" y="2263573"/>
                  </a:lnTo>
                  <a:close/>
                  <a:moveTo>
                    <a:pt x="1409961" y="2196738"/>
                  </a:moveTo>
                  <a:lnTo>
                    <a:pt x="1387678" y="2202633"/>
                  </a:lnTo>
                  <a:lnTo>
                    <a:pt x="1306937" y="2225137"/>
                  </a:lnTo>
                  <a:close/>
                  <a:moveTo>
                    <a:pt x="1387678" y="2202633"/>
                  </a:moveTo>
                  <a:lnTo>
                    <a:pt x="1412772" y="2186700"/>
                  </a:lnTo>
                  <a:lnTo>
                    <a:pt x="1468044" y="2135244"/>
                  </a:lnTo>
                  <a:close/>
                  <a:moveTo>
                    <a:pt x="1387678" y="2202633"/>
                  </a:moveTo>
                  <a:lnTo>
                    <a:pt x="1409961" y="2196738"/>
                  </a:lnTo>
                  <a:lnTo>
                    <a:pt x="1412772" y="2186700"/>
                  </a:lnTo>
                  <a:close/>
                  <a:moveTo>
                    <a:pt x="1160981" y="1978491"/>
                  </a:moveTo>
                  <a:lnTo>
                    <a:pt x="1236957" y="2022270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160981" y="1978491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218588" y="1940055"/>
                  </a:lnTo>
                  <a:lnTo>
                    <a:pt x="1226761" y="1857840"/>
                  </a:lnTo>
                  <a:close/>
                  <a:moveTo>
                    <a:pt x="568188" y="1117904"/>
                  </a:moveTo>
                  <a:lnTo>
                    <a:pt x="506832" y="1132811"/>
                  </a:lnTo>
                  <a:lnTo>
                    <a:pt x="522486" y="1220175"/>
                  </a:lnTo>
                  <a:close/>
                  <a:moveTo>
                    <a:pt x="593594" y="1095083"/>
                  </a:moveTo>
                  <a:lnTo>
                    <a:pt x="506832" y="1132811"/>
                  </a:lnTo>
                  <a:lnTo>
                    <a:pt x="568188" y="1117904"/>
                  </a:lnTo>
                  <a:close/>
                  <a:moveTo>
                    <a:pt x="0" y="580834"/>
                  </a:moveTo>
                  <a:lnTo>
                    <a:pt x="11589" y="663050"/>
                  </a:lnTo>
                  <a:lnTo>
                    <a:pt x="50312" y="542398"/>
                  </a:lnTo>
                  <a:close/>
                  <a:moveTo>
                    <a:pt x="62701" y="503450"/>
                  </a:moveTo>
                  <a:lnTo>
                    <a:pt x="0" y="580834"/>
                  </a:lnTo>
                  <a:lnTo>
                    <a:pt x="50312" y="542398"/>
                  </a:lnTo>
                  <a:close/>
                  <a:moveTo>
                    <a:pt x="1832448" y="2515561"/>
                  </a:moveTo>
                  <a:lnTo>
                    <a:pt x="1831824" y="2584380"/>
                  </a:lnTo>
                  <a:lnTo>
                    <a:pt x="1928105" y="2525502"/>
                  </a:lnTo>
                  <a:close/>
                  <a:moveTo>
                    <a:pt x="1928105" y="2525502"/>
                  </a:moveTo>
                  <a:lnTo>
                    <a:pt x="1831824" y="2584380"/>
                  </a:lnTo>
                  <a:lnTo>
                    <a:pt x="1854331" y="2528331"/>
                  </a:lnTo>
                  <a:close/>
                  <a:moveTo>
                    <a:pt x="1928105" y="2525502"/>
                  </a:moveTo>
                  <a:lnTo>
                    <a:pt x="1898399" y="2490755"/>
                  </a:lnTo>
                  <a:lnTo>
                    <a:pt x="1832448" y="2515561"/>
                  </a:lnTo>
                  <a:close/>
                  <a:moveTo>
                    <a:pt x="1898399" y="2490755"/>
                  </a:moveTo>
                  <a:lnTo>
                    <a:pt x="1928105" y="2525502"/>
                  </a:lnTo>
                  <a:lnTo>
                    <a:pt x="1940032" y="2477124"/>
                  </a:lnTo>
                  <a:close/>
                  <a:moveTo>
                    <a:pt x="1226761" y="1857840"/>
                  </a:moveTo>
                  <a:lnTo>
                    <a:pt x="1297552" y="1915035"/>
                  </a:lnTo>
                  <a:lnTo>
                    <a:pt x="1255190" y="1849383"/>
                  </a:lnTo>
                  <a:close/>
                  <a:moveTo>
                    <a:pt x="1226761" y="1857840"/>
                  </a:moveTo>
                  <a:lnTo>
                    <a:pt x="1218588" y="1940055"/>
                  </a:lnTo>
                  <a:lnTo>
                    <a:pt x="1297552" y="1915035"/>
                  </a:lnTo>
                  <a:close/>
                  <a:moveTo>
                    <a:pt x="1011458" y="1542776"/>
                  </a:moveTo>
                  <a:lnTo>
                    <a:pt x="1057399" y="1499339"/>
                  </a:lnTo>
                  <a:lnTo>
                    <a:pt x="1011339" y="1528979"/>
                  </a:lnTo>
                  <a:close/>
                  <a:moveTo>
                    <a:pt x="1057399" y="1499339"/>
                  </a:moveTo>
                  <a:lnTo>
                    <a:pt x="1063369" y="1490543"/>
                  </a:lnTo>
                  <a:lnTo>
                    <a:pt x="1011339" y="1528979"/>
                  </a:lnTo>
                  <a:close/>
                  <a:moveTo>
                    <a:pt x="1020320" y="1446764"/>
                  </a:moveTo>
                  <a:lnTo>
                    <a:pt x="1011339" y="1528979"/>
                  </a:lnTo>
                  <a:lnTo>
                    <a:pt x="1063369" y="1490543"/>
                  </a:lnTo>
                  <a:close/>
                  <a:moveTo>
                    <a:pt x="1020320" y="1446764"/>
                  </a:moveTo>
                  <a:lnTo>
                    <a:pt x="1063369" y="1490543"/>
                  </a:lnTo>
                  <a:lnTo>
                    <a:pt x="1076982" y="1408328"/>
                  </a:lnTo>
                  <a:close/>
                  <a:moveTo>
                    <a:pt x="568188" y="1117904"/>
                  </a:moveTo>
                  <a:lnTo>
                    <a:pt x="649274" y="1177692"/>
                  </a:lnTo>
                  <a:lnTo>
                    <a:pt x="609480" y="1109951"/>
                  </a:lnTo>
                  <a:close/>
                  <a:moveTo>
                    <a:pt x="733282" y="1169986"/>
                  </a:moveTo>
                  <a:lnTo>
                    <a:pt x="715511" y="1079468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568188" y="1117904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609480" y="1109951"/>
                  </a:lnTo>
                  <a:lnTo>
                    <a:pt x="609402" y="1035688"/>
                  </a:lnTo>
                  <a:close/>
                  <a:moveTo>
                    <a:pt x="609402" y="1035688"/>
                  </a:moveTo>
                  <a:lnTo>
                    <a:pt x="609480" y="1109951"/>
                  </a:lnTo>
                  <a:lnTo>
                    <a:pt x="715511" y="1079468"/>
                  </a:lnTo>
                  <a:close/>
                  <a:moveTo>
                    <a:pt x="609402" y="1035688"/>
                  </a:moveTo>
                  <a:lnTo>
                    <a:pt x="715511" y="1079468"/>
                  </a:lnTo>
                  <a:lnTo>
                    <a:pt x="695393" y="997252"/>
                  </a:lnTo>
                  <a:close/>
                  <a:moveTo>
                    <a:pt x="697949" y="991388"/>
                  </a:moveTo>
                  <a:lnTo>
                    <a:pt x="609402" y="1035688"/>
                  </a:lnTo>
                  <a:lnTo>
                    <a:pt x="695393" y="997252"/>
                  </a:lnTo>
                  <a:close/>
                  <a:moveTo>
                    <a:pt x="1928105" y="2525502"/>
                  </a:moveTo>
                  <a:lnTo>
                    <a:pt x="1971290" y="2531588"/>
                  </a:lnTo>
                  <a:lnTo>
                    <a:pt x="1940032" y="2477124"/>
                  </a:lnTo>
                  <a:close/>
                  <a:moveTo>
                    <a:pt x="1940032" y="2477124"/>
                  </a:moveTo>
                  <a:lnTo>
                    <a:pt x="1971290" y="2531588"/>
                  </a:lnTo>
                  <a:lnTo>
                    <a:pt x="2032807" y="2520903"/>
                  </a:lnTo>
                  <a:close/>
                  <a:moveTo>
                    <a:pt x="1940032" y="2477124"/>
                  </a:moveTo>
                  <a:lnTo>
                    <a:pt x="2032807" y="2520903"/>
                  </a:lnTo>
                  <a:lnTo>
                    <a:pt x="2034926" y="2438688"/>
                  </a:lnTo>
                  <a:close/>
                  <a:moveTo>
                    <a:pt x="1782367" y="2224218"/>
                  </a:moveTo>
                  <a:lnTo>
                    <a:pt x="1790354" y="2289134"/>
                  </a:lnTo>
                  <a:lnTo>
                    <a:pt x="1882696" y="2192042"/>
                  </a:lnTo>
                  <a:close/>
                  <a:moveTo>
                    <a:pt x="1882696" y="2192042"/>
                  </a:moveTo>
                  <a:lnTo>
                    <a:pt x="1790354" y="2289134"/>
                  </a:lnTo>
                  <a:lnTo>
                    <a:pt x="1803578" y="2312694"/>
                  </a:lnTo>
                  <a:close/>
                  <a:moveTo>
                    <a:pt x="1882696" y="2192042"/>
                  </a:moveTo>
                  <a:lnTo>
                    <a:pt x="1803578" y="2312694"/>
                  </a:lnTo>
                  <a:lnTo>
                    <a:pt x="1895779" y="2274257"/>
                  </a:lnTo>
                  <a:close/>
                  <a:moveTo>
                    <a:pt x="1755320" y="2230479"/>
                  </a:moveTo>
                  <a:lnTo>
                    <a:pt x="1790354" y="2289134"/>
                  </a:lnTo>
                  <a:lnTo>
                    <a:pt x="1782367" y="2224218"/>
                  </a:lnTo>
                  <a:close/>
                  <a:moveTo>
                    <a:pt x="715511" y="1079468"/>
                  </a:moveTo>
                  <a:lnTo>
                    <a:pt x="725514" y="1076210"/>
                  </a:lnTo>
                  <a:lnTo>
                    <a:pt x="695393" y="997252"/>
                  </a:lnTo>
                  <a:close/>
                  <a:moveTo>
                    <a:pt x="2034926" y="2438688"/>
                  </a:moveTo>
                  <a:lnTo>
                    <a:pt x="2073252" y="2409195"/>
                  </a:lnTo>
                  <a:lnTo>
                    <a:pt x="2050800" y="2318036"/>
                  </a:lnTo>
                  <a:close/>
                  <a:moveTo>
                    <a:pt x="1936542" y="2259560"/>
                  </a:moveTo>
                  <a:lnTo>
                    <a:pt x="1931256" y="2322080"/>
                  </a:lnTo>
                  <a:lnTo>
                    <a:pt x="2011799" y="2235821"/>
                  </a:lnTo>
                  <a:close/>
                  <a:moveTo>
                    <a:pt x="1895779" y="2274257"/>
                  </a:moveTo>
                  <a:lnTo>
                    <a:pt x="1931256" y="2322080"/>
                  </a:lnTo>
                  <a:lnTo>
                    <a:pt x="1936542" y="2259560"/>
                  </a:lnTo>
                  <a:close/>
                  <a:moveTo>
                    <a:pt x="1882696" y="2192042"/>
                  </a:moveTo>
                  <a:lnTo>
                    <a:pt x="1936542" y="2259560"/>
                  </a:lnTo>
                  <a:lnTo>
                    <a:pt x="1906270" y="2184080"/>
                  </a:lnTo>
                  <a:close/>
                  <a:moveTo>
                    <a:pt x="1882696" y="2192042"/>
                  </a:moveTo>
                  <a:lnTo>
                    <a:pt x="1895779" y="2274257"/>
                  </a:lnTo>
                  <a:lnTo>
                    <a:pt x="1936542" y="2259560"/>
                  </a:lnTo>
                  <a:close/>
                  <a:moveTo>
                    <a:pt x="2011799" y="2235821"/>
                  </a:moveTo>
                  <a:lnTo>
                    <a:pt x="1998885" y="2153606"/>
                  </a:lnTo>
                  <a:lnTo>
                    <a:pt x="1936542" y="2259560"/>
                  </a:lnTo>
                  <a:close/>
                  <a:moveTo>
                    <a:pt x="1998885" y="2153606"/>
                  </a:moveTo>
                  <a:lnTo>
                    <a:pt x="1906270" y="2184080"/>
                  </a:lnTo>
                  <a:lnTo>
                    <a:pt x="1936542" y="2259560"/>
                  </a:lnTo>
                  <a:close/>
                  <a:moveTo>
                    <a:pt x="1851127" y="2109827"/>
                  </a:moveTo>
                  <a:lnTo>
                    <a:pt x="1906270" y="2184080"/>
                  </a:lnTo>
                  <a:lnTo>
                    <a:pt x="1892375" y="2095284"/>
                  </a:lnTo>
                  <a:close/>
                  <a:moveTo>
                    <a:pt x="1851127" y="2109827"/>
                  </a:moveTo>
                  <a:lnTo>
                    <a:pt x="1882696" y="2192042"/>
                  </a:lnTo>
                  <a:lnTo>
                    <a:pt x="1906270" y="2184080"/>
                  </a:lnTo>
                  <a:close/>
                  <a:moveTo>
                    <a:pt x="1998885" y="2153606"/>
                  </a:moveTo>
                  <a:lnTo>
                    <a:pt x="2001595" y="2091209"/>
                  </a:lnTo>
                  <a:lnTo>
                    <a:pt x="1906270" y="2184080"/>
                  </a:lnTo>
                  <a:close/>
                  <a:moveTo>
                    <a:pt x="2011799" y="2235821"/>
                  </a:moveTo>
                  <a:lnTo>
                    <a:pt x="2070157" y="2311619"/>
                  </a:lnTo>
                  <a:lnTo>
                    <a:pt x="2058979" y="2220614"/>
                  </a:lnTo>
                  <a:close/>
                  <a:moveTo>
                    <a:pt x="2011799" y="2235821"/>
                  </a:moveTo>
                  <a:lnTo>
                    <a:pt x="2050800" y="2318036"/>
                  </a:lnTo>
                  <a:lnTo>
                    <a:pt x="2070157" y="2311619"/>
                  </a:lnTo>
                  <a:close/>
                  <a:moveTo>
                    <a:pt x="1998885" y="2153606"/>
                  </a:moveTo>
                  <a:lnTo>
                    <a:pt x="2058979" y="2220614"/>
                  </a:lnTo>
                  <a:lnTo>
                    <a:pt x="2030256" y="2143873"/>
                  </a:lnTo>
                  <a:close/>
                  <a:moveTo>
                    <a:pt x="1998885" y="2153606"/>
                  </a:moveTo>
                  <a:lnTo>
                    <a:pt x="2011799" y="2235821"/>
                  </a:lnTo>
                  <a:lnTo>
                    <a:pt x="2058979" y="2220614"/>
                  </a:lnTo>
                  <a:close/>
                  <a:moveTo>
                    <a:pt x="2001595" y="2091209"/>
                  </a:moveTo>
                  <a:lnTo>
                    <a:pt x="1998885" y="2153606"/>
                  </a:lnTo>
                  <a:lnTo>
                    <a:pt x="2030256" y="2143873"/>
                  </a:lnTo>
                  <a:close/>
                  <a:moveTo>
                    <a:pt x="1470136" y="1067053"/>
                  </a:moveTo>
                  <a:lnTo>
                    <a:pt x="1375462" y="1128588"/>
                  </a:lnTo>
                  <a:lnTo>
                    <a:pt x="1450782" y="1090152"/>
                  </a:lnTo>
                  <a:close/>
                  <a:moveTo>
                    <a:pt x="1151859" y="928247"/>
                  </a:moveTo>
                  <a:lnTo>
                    <a:pt x="1141634" y="964158"/>
                  </a:lnTo>
                  <a:lnTo>
                    <a:pt x="1190466" y="940580"/>
                  </a:lnTo>
                  <a:close/>
                  <a:moveTo>
                    <a:pt x="1035169" y="605873"/>
                  </a:moveTo>
                  <a:lnTo>
                    <a:pt x="947166" y="635297"/>
                  </a:lnTo>
                  <a:lnTo>
                    <a:pt x="1048822" y="606461"/>
                  </a:lnTo>
                  <a:close/>
                  <a:moveTo>
                    <a:pt x="1035169" y="605873"/>
                  </a:moveTo>
                  <a:lnTo>
                    <a:pt x="1048822" y="606461"/>
                  </a:lnTo>
                  <a:lnTo>
                    <a:pt x="1057473" y="596861"/>
                  </a:lnTo>
                  <a:close/>
                  <a:moveTo>
                    <a:pt x="807464" y="261381"/>
                  </a:moveTo>
                  <a:lnTo>
                    <a:pt x="719952" y="279994"/>
                  </a:lnTo>
                  <a:lnTo>
                    <a:pt x="801030" y="268001"/>
                  </a:lnTo>
                  <a:close/>
                  <a:moveTo>
                    <a:pt x="673287" y="253573"/>
                  </a:moveTo>
                  <a:lnTo>
                    <a:pt x="719952" y="279994"/>
                  </a:lnTo>
                  <a:lnTo>
                    <a:pt x="807464" y="261381"/>
                  </a:lnTo>
                  <a:close/>
                  <a:moveTo>
                    <a:pt x="719952" y="279994"/>
                  </a:moveTo>
                  <a:lnTo>
                    <a:pt x="753487" y="338225"/>
                  </a:lnTo>
                  <a:lnTo>
                    <a:pt x="801030" y="268001"/>
                  </a:lnTo>
                  <a:close/>
                  <a:moveTo>
                    <a:pt x="1795189" y="1312964"/>
                  </a:moveTo>
                  <a:lnTo>
                    <a:pt x="1684670" y="1311846"/>
                  </a:lnTo>
                  <a:lnTo>
                    <a:pt x="1705162" y="1336797"/>
                  </a:lnTo>
                  <a:close/>
                  <a:moveTo>
                    <a:pt x="1641046" y="1254582"/>
                  </a:moveTo>
                  <a:lnTo>
                    <a:pt x="1684670" y="1311846"/>
                  </a:lnTo>
                  <a:lnTo>
                    <a:pt x="1684653" y="1242143"/>
                  </a:lnTo>
                  <a:close/>
                  <a:moveTo>
                    <a:pt x="1470136" y="1067053"/>
                  </a:moveTo>
                  <a:lnTo>
                    <a:pt x="1450782" y="1090152"/>
                  </a:lnTo>
                  <a:lnTo>
                    <a:pt x="1493131" y="1076480"/>
                  </a:lnTo>
                  <a:close/>
                  <a:moveTo>
                    <a:pt x="1107687" y="647009"/>
                  </a:moveTo>
                  <a:lnTo>
                    <a:pt x="1057473" y="596861"/>
                  </a:lnTo>
                  <a:lnTo>
                    <a:pt x="1048822" y="606461"/>
                  </a:lnTo>
                  <a:close/>
                  <a:moveTo>
                    <a:pt x="813698" y="264373"/>
                  </a:moveTo>
                  <a:lnTo>
                    <a:pt x="801030" y="268001"/>
                  </a:lnTo>
                  <a:lnTo>
                    <a:pt x="759767" y="347717"/>
                  </a:lnTo>
                  <a:close/>
                  <a:moveTo>
                    <a:pt x="807464" y="261381"/>
                  </a:moveTo>
                  <a:lnTo>
                    <a:pt x="801030" y="268001"/>
                  </a:lnTo>
                  <a:lnTo>
                    <a:pt x="813698" y="264373"/>
                  </a:lnTo>
                  <a:close/>
                  <a:moveTo>
                    <a:pt x="807464" y="261381"/>
                  </a:moveTo>
                  <a:lnTo>
                    <a:pt x="813698" y="264373"/>
                  </a:lnTo>
                  <a:lnTo>
                    <a:pt x="823839" y="185785"/>
                  </a:lnTo>
                  <a:close/>
                  <a:moveTo>
                    <a:pt x="823839" y="185785"/>
                  </a:moveTo>
                  <a:lnTo>
                    <a:pt x="813698" y="264373"/>
                  </a:lnTo>
                  <a:lnTo>
                    <a:pt x="912607" y="229564"/>
                  </a:lnTo>
                  <a:close/>
                  <a:moveTo>
                    <a:pt x="823839" y="185785"/>
                  </a:moveTo>
                  <a:lnTo>
                    <a:pt x="912607" y="229564"/>
                  </a:lnTo>
                  <a:lnTo>
                    <a:pt x="871569" y="147349"/>
                  </a:lnTo>
                  <a:close/>
                  <a:moveTo>
                    <a:pt x="896517" y="100474"/>
                  </a:moveTo>
                  <a:lnTo>
                    <a:pt x="823839" y="185785"/>
                  </a:lnTo>
                  <a:lnTo>
                    <a:pt x="871569" y="147349"/>
                  </a:lnTo>
                  <a:close/>
                  <a:moveTo>
                    <a:pt x="871569" y="147349"/>
                  </a:moveTo>
                  <a:lnTo>
                    <a:pt x="912607" y="229564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71569" y="147349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96517" y="100474"/>
                  </a:lnTo>
                  <a:lnTo>
                    <a:pt x="871569" y="147349"/>
                  </a:lnTo>
                  <a:close/>
                  <a:moveTo>
                    <a:pt x="1502403" y="542091"/>
                  </a:moveTo>
                  <a:lnTo>
                    <a:pt x="1410987" y="602203"/>
                  </a:lnTo>
                  <a:lnTo>
                    <a:pt x="1485307" y="563767"/>
                  </a:lnTo>
                  <a:close/>
                  <a:moveTo>
                    <a:pt x="938206" y="41142"/>
                  </a:moveTo>
                  <a:lnTo>
                    <a:pt x="984761" y="0"/>
                  </a:lnTo>
                  <a:lnTo>
                    <a:pt x="941615" y="26697"/>
                  </a:lnTo>
                  <a:close/>
                  <a:moveTo>
                    <a:pt x="1502403" y="542091"/>
                  </a:moveTo>
                  <a:lnTo>
                    <a:pt x="1521735" y="552764"/>
                  </a:lnTo>
                  <a:lnTo>
                    <a:pt x="1614974" y="469109"/>
                  </a:lnTo>
                  <a:close/>
                  <a:moveTo>
                    <a:pt x="1718164" y="361062"/>
                  </a:moveTo>
                  <a:lnTo>
                    <a:pt x="1662485" y="368089"/>
                  </a:lnTo>
                  <a:lnTo>
                    <a:pt x="1633634" y="443115"/>
                  </a:lnTo>
                  <a:close/>
                  <a:moveTo>
                    <a:pt x="1662485" y="368089"/>
                  </a:moveTo>
                  <a:lnTo>
                    <a:pt x="1718164" y="361062"/>
                  </a:lnTo>
                  <a:lnTo>
                    <a:pt x="1665834" y="36090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95" name="Candidate_density__2094">
              <a:extLst>
                <a:ext uri="{FF2B5EF4-FFF2-40B4-BE49-F238E27FC236}">
                  <a16:creationId xmlns:a16="http://schemas.microsoft.com/office/drawing/2014/main" id="{FE11728C-BC0C-026F-AF31-9E766BB82998}"/>
                </a:ext>
              </a:extLst>
            </p:cNvPr>
            <p:cNvSpPr>
              <a:spLocks noGrp="1"/>
            </p:cNvSpPr>
            <p:nvPr/>
          </p:nvSpPr>
          <p:spPr>
            <a:xfrm>
              <a:off x="4520758" y="1615938"/>
              <a:ext cx="2073370" cy="2980049"/>
            </a:xfrm>
            <a:custGeom>
              <a:avLst/>
              <a:gdLst/>
              <a:ahLst/>
              <a:cxnLst/>
              <a:rect l="0" t="0" r="0" b="0"/>
              <a:pathLst>
                <a:path w="2073370" h="2980049">
                  <a:moveTo>
                    <a:pt x="45982" y="2544157"/>
                  </a:moveTo>
                  <a:lnTo>
                    <a:pt x="77070" y="2617616"/>
                  </a:lnTo>
                  <a:lnTo>
                    <a:pt x="129579" y="2598736"/>
                  </a:lnTo>
                  <a:close/>
                  <a:moveTo>
                    <a:pt x="45982" y="2544157"/>
                  </a:moveTo>
                  <a:lnTo>
                    <a:pt x="0" y="2582594"/>
                  </a:lnTo>
                  <a:lnTo>
                    <a:pt x="77070" y="2617616"/>
                  </a:lnTo>
                  <a:close/>
                  <a:moveTo>
                    <a:pt x="201435" y="2588734"/>
                  </a:moveTo>
                  <a:lnTo>
                    <a:pt x="241509" y="2523362"/>
                  </a:lnTo>
                  <a:lnTo>
                    <a:pt x="129579" y="2598736"/>
                  </a:lnTo>
                  <a:close/>
                  <a:moveTo>
                    <a:pt x="241509" y="2523362"/>
                  </a:moveTo>
                  <a:lnTo>
                    <a:pt x="201435" y="2588734"/>
                  </a:lnTo>
                  <a:lnTo>
                    <a:pt x="314585" y="2517922"/>
                  </a:lnTo>
                  <a:close/>
                  <a:moveTo>
                    <a:pt x="400243" y="2494021"/>
                  </a:moveTo>
                  <a:lnTo>
                    <a:pt x="314585" y="2517922"/>
                  </a:lnTo>
                  <a:lnTo>
                    <a:pt x="391080" y="2525267"/>
                  </a:lnTo>
                  <a:close/>
                  <a:moveTo>
                    <a:pt x="400243" y="2494021"/>
                  </a:moveTo>
                  <a:lnTo>
                    <a:pt x="321034" y="2497825"/>
                  </a:lnTo>
                  <a:lnTo>
                    <a:pt x="314585" y="2517922"/>
                  </a:lnTo>
                  <a:close/>
                  <a:moveTo>
                    <a:pt x="321034" y="2497825"/>
                  </a:moveTo>
                  <a:lnTo>
                    <a:pt x="400243" y="2494021"/>
                  </a:lnTo>
                  <a:lnTo>
                    <a:pt x="344375" y="2414103"/>
                  </a:lnTo>
                  <a:close/>
                  <a:moveTo>
                    <a:pt x="1086538" y="2883702"/>
                  </a:moveTo>
                  <a:lnTo>
                    <a:pt x="1058000" y="2916421"/>
                  </a:lnTo>
                  <a:lnTo>
                    <a:pt x="1067744" y="2915461"/>
                  </a:lnTo>
                  <a:close/>
                  <a:moveTo>
                    <a:pt x="1391322" y="2896277"/>
                  </a:moveTo>
                  <a:lnTo>
                    <a:pt x="1414768" y="2927481"/>
                  </a:lnTo>
                  <a:lnTo>
                    <a:pt x="1408033" y="2920680"/>
                  </a:lnTo>
                  <a:close/>
                  <a:moveTo>
                    <a:pt x="1391322" y="2896277"/>
                  </a:moveTo>
                  <a:lnTo>
                    <a:pt x="1360675" y="2845149"/>
                  </a:lnTo>
                  <a:lnTo>
                    <a:pt x="1323661" y="2921963"/>
                  </a:lnTo>
                  <a:close/>
                  <a:moveTo>
                    <a:pt x="709495" y="1984679"/>
                  </a:moveTo>
                  <a:lnTo>
                    <a:pt x="695001" y="2028250"/>
                  </a:lnTo>
                  <a:lnTo>
                    <a:pt x="735354" y="2002990"/>
                  </a:lnTo>
                  <a:close/>
                  <a:moveTo>
                    <a:pt x="735354" y="2002990"/>
                  </a:moveTo>
                  <a:lnTo>
                    <a:pt x="695001" y="2028250"/>
                  </a:lnTo>
                  <a:lnTo>
                    <a:pt x="697767" y="2073047"/>
                  </a:lnTo>
                  <a:close/>
                  <a:moveTo>
                    <a:pt x="735354" y="2002990"/>
                  </a:moveTo>
                  <a:lnTo>
                    <a:pt x="697767" y="2073047"/>
                  </a:lnTo>
                  <a:lnTo>
                    <a:pt x="750607" y="2090682"/>
                  </a:lnTo>
                  <a:close/>
                  <a:moveTo>
                    <a:pt x="709495" y="1984679"/>
                  </a:moveTo>
                  <a:lnTo>
                    <a:pt x="735354" y="2002990"/>
                  </a:lnTo>
                  <a:lnTo>
                    <a:pt x="692396" y="1902463"/>
                  </a:lnTo>
                  <a:close/>
                  <a:moveTo>
                    <a:pt x="1434340" y="2971260"/>
                  </a:moveTo>
                  <a:lnTo>
                    <a:pt x="1408033" y="2920680"/>
                  </a:lnTo>
                  <a:lnTo>
                    <a:pt x="1458124" y="2980049"/>
                  </a:lnTo>
                  <a:close/>
                  <a:moveTo>
                    <a:pt x="666993" y="1708330"/>
                  </a:moveTo>
                  <a:lnTo>
                    <a:pt x="705997" y="1790705"/>
                  </a:lnTo>
                  <a:lnTo>
                    <a:pt x="722216" y="1713394"/>
                  </a:lnTo>
                  <a:close/>
                  <a:moveTo>
                    <a:pt x="668975" y="1796178"/>
                  </a:moveTo>
                  <a:lnTo>
                    <a:pt x="705997" y="1790705"/>
                  </a:lnTo>
                  <a:lnTo>
                    <a:pt x="666993" y="1708330"/>
                  </a:lnTo>
                  <a:close/>
                  <a:moveTo>
                    <a:pt x="523802" y="1653424"/>
                  </a:moveTo>
                  <a:lnTo>
                    <a:pt x="469027" y="1537271"/>
                  </a:lnTo>
                  <a:lnTo>
                    <a:pt x="473095" y="1634056"/>
                  </a:lnTo>
                  <a:close/>
                  <a:moveTo>
                    <a:pt x="264540" y="1318256"/>
                  </a:moveTo>
                  <a:lnTo>
                    <a:pt x="294679" y="1367489"/>
                  </a:lnTo>
                  <a:lnTo>
                    <a:pt x="352038" y="1366739"/>
                  </a:lnTo>
                  <a:close/>
                  <a:moveTo>
                    <a:pt x="1074068" y="2192887"/>
                  </a:moveTo>
                  <a:lnTo>
                    <a:pt x="1072669" y="2210811"/>
                  </a:lnTo>
                  <a:lnTo>
                    <a:pt x="1113094" y="2261599"/>
                  </a:lnTo>
                  <a:close/>
                  <a:moveTo>
                    <a:pt x="1074068" y="2192887"/>
                  </a:moveTo>
                  <a:lnTo>
                    <a:pt x="1036251" y="2140326"/>
                  </a:lnTo>
                  <a:lnTo>
                    <a:pt x="1072669" y="2210811"/>
                  </a:lnTo>
                  <a:close/>
                  <a:moveTo>
                    <a:pt x="1600517" y="2754162"/>
                  </a:moveTo>
                  <a:lnTo>
                    <a:pt x="1592714" y="2850608"/>
                  </a:lnTo>
                  <a:lnTo>
                    <a:pt x="1629589" y="2799399"/>
                  </a:lnTo>
                  <a:close/>
                  <a:moveTo>
                    <a:pt x="1600517" y="2754162"/>
                  </a:moveTo>
                  <a:lnTo>
                    <a:pt x="1629589" y="2799399"/>
                  </a:lnTo>
                  <a:lnTo>
                    <a:pt x="1673049" y="2746687"/>
                  </a:lnTo>
                  <a:close/>
                  <a:moveTo>
                    <a:pt x="163545" y="940655"/>
                  </a:moveTo>
                  <a:lnTo>
                    <a:pt x="272904" y="855669"/>
                  </a:lnTo>
                  <a:lnTo>
                    <a:pt x="208272" y="892680"/>
                  </a:lnTo>
                  <a:close/>
                  <a:moveTo>
                    <a:pt x="1709538" y="2667913"/>
                  </a:moveTo>
                  <a:lnTo>
                    <a:pt x="1727904" y="2673124"/>
                  </a:lnTo>
                  <a:lnTo>
                    <a:pt x="1785774" y="2674288"/>
                  </a:lnTo>
                  <a:close/>
                  <a:moveTo>
                    <a:pt x="1340835" y="2125367"/>
                  </a:moveTo>
                  <a:lnTo>
                    <a:pt x="1382265" y="2140891"/>
                  </a:lnTo>
                  <a:lnTo>
                    <a:pt x="1432595" y="2189781"/>
                  </a:lnTo>
                  <a:close/>
                  <a:moveTo>
                    <a:pt x="1332079" y="2121099"/>
                  </a:moveTo>
                  <a:lnTo>
                    <a:pt x="1382265" y="2140891"/>
                  </a:lnTo>
                  <a:lnTo>
                    <a:pt x="1340835" y="2125367"/>
                  </a:lnTo>
                  <a:close/>
                  <a:moveTo>
                    <a:pt x="557509" y="1147244"/>
                  </a:moveTo>
                  <a:lnTo>
                    <a:pt x="596948" y="1231240"/>
                  </a:lnTo>
                  <a:lnTo>
                    <a:pt x="626079" y="1130407"/>
                  </a:lnTo>
                  <a:close/>
                  <a:moveTo>
                    <a:pt x="229043" y="810453"/>
                  </a:moveTo>
                  <a:lnTo>
                    <a:pt x="208272" y="892680"/>
                  </a:lnTo>
                  <a:lnTo>
                    <a:pt x="307331" y="807398"/>
                  </a:lnTo>
                  <a:close/>
                  <a:moveTo>
                    <a:pt x="272904" y="855669"/>
                  </a:moveTo>
                  <a:lnTo>
                    <a:pt x="386300" y="800573"/>
                  </a:lnTo>
                  <a:lnTo>
                    <a:pt x="307331" y="807398"/>
                  </a:lnTo>
                  <a:close/>
                  <a:moveTo>
                    <a:pt x="307331" y="807398"/>
                  </a:moveTo>
                  <a:lnTo>
                    <a:pt x="386300" y="800573"/>
                  </a:lnTo>
                  <a:lnTo>
                    <a:pt x="315059" y="798079"/>
                  </a:lnTo>
                  <a:close/>
                  <a:moveTo>
                    <a:pt x="1895364" y="2590166"/>
                  </a:moveTo>
                  <a:lnTo>
                    <a:pt x="1940250" y="2590772"/>
                  </a:lnTo>
                  <a:lnTo>
                    <a:pt x="1912512" y="2570868"/>
                  </a:lnTo>
                  <a:close/>
                  <a:moveTo>
                    <a:pt x="1920682" y="2621370"/>
                  </a:moveTo>
                  <a:lnTo>
                    <a:pt x="1940250" y="2590772"/>
                  </a:lnTo>
                  <a:lnTo>
                    <a:pt x="1895364" y="2590166"/>
                  </a:lnTo>
                  <a:close/>
                  <a:moveTo>
                    <a:pt x="580062" y="1016363"/>
                  </a:moveTo>
                  <a:lnTo>
                    <a:pt x="626419" y="1126227"/>
                  </a:lnTo>
                  <a:lnTo>
                    <a:pt x="649704" y="1011108"/>
                  </a:lnTo>
                  <a:close/>
                  <a:moveTo>
                    <a:pt x="631826" y="1008781"/>
                  </a:moveTo>
                  <a:lnTo>
                    <a:pt x="649704" y="1011108"/>
                  </a:lnTo>
                  <a:lnTo>
                    <a:pt x="651789" y="1005878"/>
                  </a:lnTo>
                  <a:close/>
                  <a:moveTo>
                    <a:pt x="626419" y="1126227"/>
                  </a:moveTo>
                  <a:lnTo>
                    <a:pt x="658831" y="1008781"/>
                  </a:lnTo>
                  <a:lnTo>
                    <a:pt x="649704" y="1011108"/>
                  </a:lnTo>
                  <a:close/>
                  <a:moveTo>
                    <a:pt x="735590" y="1040541"/>
                  </a:moveTo>
                  <a:lnTo>
                    <a:pt x="658831" y="1008781"/>
                  </a:lnTo>
                  <a:lnTo>
                    <a:pt x="626419" y="1126227"/>
                  </a:lnTo>
                  <a:close/>
                  <a:moveTo>
                    <a:pt x="649704" y="1011108"/>
                  </a:moveTo>
                  <a:lnTo>
                    <a:pt x="658831" y="1008781"/>
                  </a:lnTo>
                  <a:lnTo>
                    <a:pt x="651789" y="1005878"/>
                  </a:lnTo>
                  <a:close/>
                  <a:moveTo>
                    <a:pt x="386300" y="800573"/>
                  </a:moveTo>
                  <a:lnTo>
                    <a:pt x="390491" y="800382"/>
                  </a:lnTo>
                  <a:lnTo>
                    <a:pt x="315059" y="798079"/>
                  </a:lnTo>
                  <a:close/>
                  <a:moveTo>
                    <a:pt x="315059" y="798079"/>
                  </a:moveTo>
                  <a:lnTo>
                    <a:pt x="390491" y="800382"/>
                  </a:lnTo>
                  <a:lnTo>
                    <a:pt x="426361" y="720356"/>
                  </a:lnTo>
                  <a:close/>
                  <a:moveTo>
                    <a:pt x="390491" y="800382"/>
                  </a:moveTo>
                  <a:lnTo>
                    <a:pt x="390610" y="800573"/>
                  </a:lnTo>
                  <a:lnTo>
                    <a:pt x="426361" y="720356"/>
                  </a:lnTo>
                  <a:close/>
                  <a:moveTo>
                    <a:pt x="234087" y="773994"/>
                  </a:moveTo>
                  <a:lnTo>
                    <a:pt x="315059" y="798079"/>
                  </a:lnTo>
                  <a:lnTo>
                    <a:pt x="356017" y="736008"/>
                  </a:lnTo>
                  <a:close/>
                  <a:moveTo>
                    <a:pt x="735590" y="1040541"/>
                  </a:moveTo>
                  <a:lnTo>
                    <a:pt x="751565" y="988888"/>
                  </a:lnTo>
                  <a:lnTo>
                    <a:pt x="658831" y="1008781"/>
                  </a:lnTo>
                  <a:close/>
                  <a:moveTo>
                    <a:pt x="651789" y="1005878"/>
                  </a:moveTo>
                  <a:lnTo>
                    <a:pt x="658831" y="1008781"/>
                  </a:lnTo>
                  <a:lnTo>
                    <a:pt x="770160" y="954590"/>
                  </a:lnTo>
                  <a:close/>
                  <a:moveTo>
                    <a:pt x="2021783" y="2424395"/>
                  </a:moveTo>
                  <a:lnTo>
                    <a:pt x="2016520" y="2528767"/>
                  </a:lnTo>
                  <a:lnTo>
                    <a:pt x="2073370" y="2443049"/>
                  </a:lnTo>
                  <a:close/>
                  <a:moveTo>
                    <a:pt x="2021783" y="2424395"/>
                  </a:moveTo>
                  <a:lnTo>
                    <a:pt x="2073370" y="2443049"/>
                  </a:lnTo>
                  <a:lnTo>
                    <a:pt x="2042793" y="2367815"/>
                  </a:lnTo>
                  <a:close/>
                  <a:moveTo>
                    <a:pt x="1673905" y="1724701"/>
                  </a:moveTo>
                  <a:lnTo>
                    <a:pt x="1667901" y="1829673"/>
                  </a:lnTo>
                  <a:lnTo>
                    <a:pt x="1726657" y="1742406"/>
                  </a:lnTo>
                  <a:close/>
                  <a:moveTo>
                    <a:pt x="1694357" y="1668573"/>
                  </a:moveTo>
                  <a:lnTo>
                    <a:pt x="1665487" y="1642403"/>
                  </a:lnTo>
                  <a:lnTo>
                    <a:pt x="1673905" y="1724701"/>
                  </a:lnTo>
                  <a:close/>
                  <a:moveTo>
                    <a:pt x="1694357" y="1668573"/>
                  </a:moveTo>
                  <a:lnTo>
                    <a:pt x="1673905" y="1724701"/>
                  </a:lnTo>
                  <a:lnTo>
                    <a:pt x="1726657" y="1742406"/>
                  </a:lnTo>
                  <a:close/>
                  <a:moveTo>
                    <a:pt x="1287286" y="1279548"/>
                  </a:moveTo>
                  <a:lnTo>
                    <a:pt x="1349120" y="1342984"/>
                  </a:lnTo>
                  <a:lnTo>
                    <a:pt x="1343564" y="1274760"/>
                  </a:lnTo>
                  <a:close/>
                  <a:moveTo>
                    <a:pt x="1343564" y="1274760"/>
                  </a:moveTo>
                  <a:lnTo>
                    <a:pt x="1349120" y="1342984"/>
                  </a:lnTo>
                  <a:lnTo>
                    <a:pt x="1400474" y="1225258"/>
                  </a:lnTo>
                  <a:close/>
                  <a:moveTo>
                    <a:pt x="1398801" y="1222333"/>
                  </a:moveTo>
                  <a:lnTo>
                    <a:pt x="1400474" y="1225258"/>
                  </a:lnTo>
                  <a:lnTo>
                    <a:pt x="1399927" y="1206832"/>
                  </a:lnTo>
                  <a:close/>
                  <a:moveTo>
                    <a:pt x="1398801" y="1222333"/>
                  </a:moveTo>
                  <a:lnTo>
                    <a:pt x="1399927" y="1206832"/>
                  </a:lnTo>
                  <a:lnTo>
                    <a:pt x="1418890" y="1183896"/>
                  </a:lnTo>
                  <a:close/>
                  <a:moveTo>
                    <a:pt x="743209" y="395128"/>
                  </a:moveTo>
                  <a:lnTo>
                    <a:pt x="675165" y="447671"/>
                  </a:lnTo>
                  <a:lnTo>
                    <a:pt x="738943" y="407471"/>
                  </a:lnTo>
                  <a:close/>
                  <a:moveTo>
                    <a:pt x="825537" y="361745"/>
                  </a:moveTo>
                  <a:lnTo>
                    <a:pt x="823327" y="390586"/>
                  </a:lnTo>
                  <a:lnTo>
                    <a:pt x="867605" y="394656"/>
                  </a:lnTo>
                  <a:close/>
                  <a:moveTo>
                    <a:pt x="767618" y="299480"/>
                  </a:moveTo>
                  <a:lnTo>
                    <a:pt x="743209" y="395128"/>
                  </a:lnTo>
                  <a:lnTo>
                    <a:pt x="809327" y="391966"/>
                  </a:lnTo>
                  <a:close/>
                  <a:moveTo>
                    <a:pt x="823327" y="390586"/>
                  </a:moveTo>
                  <a:lnTo>
                    <a:pt x="913294" y="443960"/>
                  </a:lnTo>
                  <a:lnTo>
                    <a:pt x="867605" y="394656"/>
                  </a:lnTo>
                  <a:close/>
                  <a:moveTo>
                    <a:pt x="1666421" y="1430508"/>
                  </a:moveTo>
                  <a:lnTo>
                    <a:pt x="1680518" y="1512756"/>
                  </a:lnTo>
                  <a:lnTo>
                    <a:pt x="1666553" y="1431186"/>
                  </a:lnTo>
                  <a:close/>
                  <a:moveTo>
                    <a:pt x="1666421" y="1430508"/>
                  </a:moveTo>
                  <a:lnTo>
                    <a:pt x="1666553" y="1431186"/>
                  </a:lnTo>
                  <a:lnTo>
                    <a:pt x="1666454" y="1430541"/>
                  </a:lnTo>
                  <a:close/>
                  <a:moveTo>
                    <a:pt x="1666421" y="1430508"/>
                  </a:moveTo>
                  <a:lnTo>
                    <a:pt x="1666454" y="1430541"/>
                  </a:lnTo>
                  <a:lnTo>
                    <a:pt x="1666326" y="1430337"/>
                  </a:lnTo>
                  <a:close/>
                  <a:moveTo>
                    <a:pt x="1051795" y="284872"/>
                  </a:moveTo>
                  <a:lnTo>
                    <a:pt x="991228" y="214585"/>
                  </a:lnTo>
                  <a:lnTo>
                    <a:pt x="1015919" y="240113"/>
                  </a:lnTo>
                  <a:close/>
                  <a:moveTo>
                    <a:pt x="1125160" y="154687"/>
                  </a:moveTo>
                  <a:lnTo>
                    <a:pt x="1200504" y="157726"/>
                  </a:lnTo>
                  <a:lnTo>
                    <a:pt x="1151830" y="144611"/>
                  </a:lnTo>
                  <a:close/>
                  <a:moveTo>
                    <a:pt x="1614561" y="371655"/>
                  </a:moveTo>
                  <a:lnTo>
                    <a:pt x="1672586" y="424574"/>
                  </a:lnTo>
                  <a:lnTo>
                    <a:pt x="1667402" y="454644"/>
                  </a:lnTo>
                  <a:close/>
                  <a:moveTo>
                    <a:pt x="1426324" y="3136"/>
                  </a:moveTo>
                  <a:lnTo>
                    <a:pt x="1460595" y="87348"/>
                  </a:lnTo>
                  <a:lnTo>
                    <a:pt x="1426875" y="5133"/>
                  </a:lnTo>
                  <a:close/>
                  <a:moveTo>
                    <a:pt x="1426324" y="3136"/>
                  </a:moveTo>
                  <a:lnTo>
                    <a:pt x="1469600" y="68046"/>
                  </a:lnTo>
                  <a:lnTo>
                    <a:pt x="1460595" y="87348"/>
                  </a:lnTo>
                  <a:close/>
                  <a:moveTo>
                    <a:pt x="1426324" y="3136"/>
                  </a:moveTo>
                  <a:lnTo>
                    <a:pt x="1426875" y="5133"/>
                  </a:lnTo>
                  <a:lnTo>
                    <a:pt x="1422496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96" name="Candidate_density__2095">
              <a:extLst>
                <a:ext uri="{FF2B5EF4-FFF2-40B4-BE49-F238E27FC236}">
                  <a16:creationId xmlns:a16="http://schemas.microsoft.com/office/drawing/2014/main" id="{8CDD9C34-C23B-6176-2581-3A7541F6A511}"/>
                </a:ext>
              </a:extLst>
            </p:cNvPr>
            <p:cNvSpPr>
              <a:spLocks noGrp="1"/>
            </p:cNvSpPr>
            <p:nvPr/>
          </p:nvSpPr>
          <p:spPr>
            <a:xfrm>
              <a:off x="4597829" y="1804354"/>
              <a:ext cx="1998058" cy="2825655"/>
            </a:xfrm>
            <a:custGeom>
              <a:avLst/>
              <a:gdLst/>
              <a:ahLst/>
              <a:cxnLst/>
              <a:rect l="0" t="0" r="0" b="0"/>
              <a:pathLst>
                <a:path w="1998058" h="2825655">
                  <a:moveTo>
                    <a:pt x="52509" y="2410320"/>
                  </a:moveTo>
                  <a:lnTo>
                    <a:pt x="0" y="2429199"/>
                  </a:lnTo>
                  <a:lnTo>
                    <a:pt x="124364" y="2400318"/>
                  </a:lnTo>
                  <a:close/>
                  <a:moveTo>
                    <a:pt x="124364" y="2400318"/>
                  </a:moveTo>
                  <a:lnTo>
                    <a:pt x="194842" y="2385163"/>
                  </a:lnTo>
                  <a:lnTo>
                    <a:pt x="237514" y="2329506"/>
                  </a:lnTo>
                  <a:close/>
                  <a:moveTo>
                    <a:pt x="237514" y="2329506"/>
                  </a:moveTo>
                  <a:lnTo>
                    <a:pt x="194842" y="2385163"/>
                  </a:lnTo>
                  <a:lnTo>
                    <a:pt x="314009" y="2336851"/>
                  </a:lnTo>
                  <a:close/>
                  <a:moveTo>
                    <a:pt x="323173" y="2305605"/>
                  </a:moveTo>
                  <a:lnTo>
                    <a:pt x="339751" y="2217896"/>
                  </a:lnTo>
                  <a:lnTo>
                    <a:pt x="267305" y="2225686"/>
                  </a:lnTo>
                  <a:close/>
                  <a:moveTo>
                    <a:pt x="267305" y="2225686"/>
                  </a:moveTo>
                  <a:lnTo>
                    <a:pt x="339751" y="2217896"/>
                  </a:lnTo>
                  <a:lnTo>
                    <a:pt x="394291" y="2206606"/>
                  </a:lnTo>
                  <a:close/>
                  <a:moveTo>
                    <a:pt x="371079" y="2196654"/>
                  </a:moveTo>
                  <a:lnTo>
                    <a:pt x="394291" y="2206606"/>
                  </a:lnTo>
                  <a:lnTo>
                    <a:pt x="339751" y="2217896"/>
                  </a:lnTo>
                  <a:close/>
                  <a:moveTo>
                    <a:pt x="100042" y="1663773"/>
                  </a:moveTo>
                  <a:lnTo>
                    <a:pt x="98692" y="1566182"/>
                  </a:lnTo>
                  <a:lnTo>
                    <a:pt x="59710" y="1576436"/>
                  </a:lnTo>
                  <a:close/>
                  <a:moveTo>
                    <a:pt x="16350" y="1629522"/>
                  </a:moveTo>
                  <a:lnTo>
                    <a:pt x="100042" y="1663773"/>
                  </a:lnTo>
                  <a:lnTo>
                    <a:pt x="59710" y="1576436"/>
                  </a:lnTo>
                  <a:close/>
                  <a:moveTo>
                    <a:pt x="1112198" y="2788932"/>
                  </a:moveTo>
                  <a:lnTo>
                    <a:pt x="1075858" y="2777501"/>
                  </a:lnTo>
                  <a:lnTo>
                    <a:pt x="990674" y="2727045"/>
                  </a:lnTo>
                  <a:close/>
                  <a:moveTo>
                    <a:pt x="1149053" y="2777501"/>
                  </a:moveTo>
                  <a:lnTo>
                    <a:pt x="1190144" y="2825655"/>
                  </a:lnTo>
                  <a:lnTo>
                    <a:pt x="1134899" y="2809810"/>
                  </a:lnTo>
                  <a:close/>
                  <a:moveTo>
                    <a:pt x="1283604" y="2656733"/>
                  </a:moveTo>
                  <a:lnTo>
                    <a:pt x="1243885" y="2739065"/>
                  </a:lnTo>
                  <a:lnTo>
                    <a:pt x="1246590" y="2733547"/>
                  </a:lnTo>
                  <a:close/>
                  <a:moveTo>
                    <a:pt x="673536" y="1902266"/>
                  </a:moveTo>
                  <a:lnTo>
                    <a:pt x="600144" y="1988534"/>
                  </a:lnTo>
                  <a:lnTo>
                    <a:pt x="665627" y="1954711"/>
                  </a:lnTo>
                  <a:close/>
                  <a:moveTo>
                    <a:pt x="673536" y="1902266"/>
                  </a:moveTo>
                  <a:lnTo>
                    <a:pt x="620697" y="1884631"/>
                  </a:lnTo>
                  <a:lnTo>
                    <a:pt x="600144" y="1988534"/>
                  </a:lnTo>
                  <a:close/>
                  <a:moveTo>
                    <a:pt x="673536" y="1902266"/>
                  </a:moveTo>
                  <a:lnTo>
                    <a:pt x="665627" y="1954711"/>
                  </a:lnTo>
                  <a:lnTo>
                    <a:pt x="684295" y="1916914"/>
                  </a:lnTo>
                  <a:close/>
                  <a:moveTo>
                    <a:pt x="658283" y="1814574"/>
                  </a:moveTo>
                  <a:lnTo>
                    <a:pt x="673536" y="1902266"/>
                  </a:lnTo>
                  <a:lnTo>
                    <a:pt x="684295" y="1916914"/>
                  </a:lnTo>
                  <a:close/>
                  <a:moveTo>
                    <a:pt x="146926" y="1326785"/>
                  </a:moveTo>
                  <a:lnTo>
                    <a:pt x="169000" y="1220757"/>
                  </a:lnTo>
                  <a:lnTo>
                    <a:pt x="159257" y="1239561"/>
                  </a:lnTo>
                  <a:close/>
                  <a:moveTo>
                    <a:pt x="382866" y="1518284"/>
                  </a:moveTo>
                  <a:lnTo>
                    <a:pt x="249126" y="1504474"/>
                  </a:lnTo>
                  <a:lnTo>
                    <a:pt x="341397" y="1490051"/>
                  </a:lnTo>
                  <a:close/>
                  <a:moveTo>
                    <a:pt x="1483367" y="2782844"/>
                  </a:moveTo>
                  <a:lnTo>
                    <a:pt x="1515644" y="2662192"/>
                  </a:lnTo>
                  <a:lnTo>
                    <a:pt x="1533471" y="2744406"/>
                  </a:lnTo>
                  <a:close/>
                  <a:moveTo>
                    <a:pt x="1515644" y="2662192"/>
                  </a:moveTo>
                  <a:lnTo>
                    <a:pt x="1544626" y="2679744"/>
                  </a:lnTo>
                  <a:lnTo>
                    <a:pt x="1552519" y="2610983"/>
                  </a:lnTo>
                  <a:close/>
                  <a:moveTo>
                    <a:pt x="601165" y="1700325"/>
                  </a:moveTo>
                  <a:lnTo>
                    <a:pt x="632425" y="1796263"/>
                  </a:lnTo>
                  <a:lnTo>
                    <a:pt x="615325" y="1714047"/>
                  </a:lnTo>
                  <a:close/>
                  <a:moveTo>
                    <a:pt x="604482" y="1631832"/>
                  </a:moveTo>
                  <a:lnTo>
                    <a:pt x="628926" y="1602289"/>
                  </a:lnTo>
                  <a:lnTo>
                    <a:pt x="591905" y="1607762"/>
                  </a:lnTo>
                  <a:close/>
                  <a:moveTo>
                    <a:pt x="159257" y="1239561"/>
                  </a:moveTo>
                  <a:lnTo>
                    <a:pt x="169000" y="1220757"/>
                  </a:lnTo>
                  <a:lnTo>
                    <a:pt x="160661" y="1215526"/>
                  </a:lnTo>
                  <a:close/>
                  <a:moveTo>
                    <a:pt x="187469" y="1129840"/>
                  </a:moveTo>
                  <a:lnTo>
                    <a:pt x="169000" y="1220757"/>
                  </a:lnTo>
                  <a:lnTo>
                    <a:pt x="217609" y="1179073"/>
                  </a:lnTo>
                  <a:close/>
                  <a:moveTo>
                    <a:pt x="131202" y="704264"/>
                  </a:moveTo>
                  <a:lnTo>
                    <a:pt x="12394" y="753921"/>
                  </a:lnTo>
                  <a:lnTo>
                    <a:pt x="86475" y="752239"/>
                  </a:lnTo>
                  <a:close/>
                  <a:moveTo>
                    <a:pt x="1618001" y="2519999"/>
                  </a:moveTo>
                  <a:lnTo>
                    <a:pt x="1595978" y="2558271"/>
                  </a:lnTo>
                  <a:lnTo>
                    <a:pt x="1605079" y="2541540"/>
                  </a:lnTo>
                  <a:close/>
                  <a:moveTo>
                    <a:pt x="1618001" y="2519999"/>
                  </a:moveTo>
                  <a:lnTo>
                    <a:pt x="1605079" y="2541540"/>
                  </a:lnTo>
                  <a:lnTo>
                    <a:pt x="1580733" y="2501270"/>
                  </a:lnTo>
                  <a:close/>
                  <a:moveTo>
                    <a:pt x="1355524" y="2001365"/>
                  </a:moveTo>
                  <a:lnTo>
                    <a:pt x="1305195" y="1952475"/>
                  </a:lnTo>
                  <a:lnTo>
                    <a:pt x="1416708" y="1951465"/>
                  </a:lnTo>
                  <a:close/>
                  <a:moveTo>
                    <a:pt x="1182398" y="1911389"/>
                  </a:moveTo>
                  <a:lnTo>
                    <a:pt x="1158658" y="1883820"/>
                  </a:lnTo>
                  <a:lnTo>
                    <a:pt x="1255009" y="1932683"/>
                  </a:lnTo>
                  <a:close/>
                  <a:moveTo>
                    <a:pt x="429584" y="1143883"/>
                  </a:moveTo>
                  <a:lnTo>
                    <a:pt x="465472" y="1118069"/>
                  </a:lnTo>
                  <a:lnTo>
                    <a:pt x="487451" y="1031536"/>
                  </a:lnTo>
                  <a:close/>
                  <a:moveTo>
                    <a:pt x="487451" y="1031536"/>
                  </a:moveTo>
                  <a:lnTo>
                    <a:pt x="465472" y="1118069"/>
                  </a:lnTo>
                  <a:lnTo>
                    <a:pt x="510866" y="1061668"/>
                  </a:lnTo>
                  <a:close/>
                  <a:moveTo>
                    <a:pt x="510866" y="1061668"/>
                  </a:moveTo>
                  <a:lnTo>
                    <a:pt x="519877" y="1042824"/>
                  </a:lnTo>
                  <a:lnTo>
                    <a:pt x="487451" y="1031536"/>
                  </a:lnTo>
                  <a:close/>
                  <a:moveTo>
                    <a:pt x="90995" y="732808"/>
                  </a:moveTo>
                  <a:lnTo>
                    <a:pt x="131202" y="704264"/>
                  </a:lnTo>
                  <a:lnTo>
                    <a:pt x="151972" y="622037"/>
                  </a:lnTo>
                  <a:close/>
                  <a:moveTo>
                    <a:pt x="230261" y="618982"/>
                  </a:moveTo>
                  <a:lnTo>
                    <a:pt x="131202" y="704264"/>
                  </a:lnTo>
                  <a:lnTo>
                    <a:pt x="195833" y="667253"/>
                  </a:lnTo>
                  <a:close/>
                  <a:moveTo>
                    <a:pt x="1781108" y="2477925"/>
                  </a:moveTo>
                  <a:lnTo>
                    <a:pt x="1818294" y="2401750"/>
                  </a:lnTo>
                  <a:lnTo>
                    <a:pt x="1708704" y="2485871"/>
                  </a:lnTo>
                  <a:close/>
                  <a:moveTo>
                    <a:pt x="1781108" y="2477925"/>
                  </a:moveTo>
                  <a:lnTo>
                    <a:pt x="1843612" y="2432954"/>
                  </a:lnTo>
                  <a:lnTo>
                    <a:pt x="1818294" y="2401750"/>
                  </a:lnTo>
                  <a:close/>
                  <a:moveTo>
                    <a:pt x="1835442" y="2382452"/>
                  </a:moveTo>
                  <a:lnTo>
                    <a:pt x="1863180" y="2402356"/>
                  </a:lnTo>
                  <a:lnTo>
                    <a:pt x="1885450" y="2374176"/>
                  </a:lnTo>
                  <a:close/>
                  <a:moveTo>
                    <a:pt x="1398481" y="1946769"/>
                  </a:moveTo>
                  <a:lnTo>
                    <a:pt x="1423341" y="1917016"/>
                  </a:lnTo>
                  <a:lnTo>
                    <a:pt x="1449554" y="1889162"/>
                  </a:lnTo>
                  <a:close/>
                  <a:moveTo>
                    <a:pt x="1355524" y="2001365"/>
                  </a:moveTo>
                  <a:lnTo>
                    <a:pt x="1416708" y="1951465"/>
                  </a:lnTo>
                  <a:lnTo>
                    <a:pt x="1398481" y="1946769"/>
                  </a:lnTo>
                  <a:close/>
                  <a:moveTo>
                    <a:pt x="1423341" y="1917016"/>
                  </a:moveTo>
                  <a:lnTo>
                    <a:pt x="1427348" y="1813666"/>
                  </a:lnTo>
                  <a:lnTo>
                    <a:pt x="1449554" y="1889162"/>
                  </a:lnTo>
                  <a:close/>
                  <a:moveTo>
                    <a:pt x="1427348" y="1813666"/>
                  </a:moveTo>
                  <a:lnTo>
                    <a:pt x="1420132" y="1806947"/>
                  </a:lnTo>
                  <a:lnTo>
                    <a:pt x="1449554" y="1889162"/>
                  </a:lnTo>
                  <a:close/>
                  <a:moveTo>
                    <a:pt x="502992" y="827947"/>
                  </a:moveTo>
                  <a:lnTo>
                    <a:pt x="572633" y="822692"/>
                  </a:lnTo>
                  <a:lnTo>
                    <a:pt x="554756" y="820365"/>
                  </a:lnTo>
                  <a:close/>
                  <a:moveTo>
                    <a:pt x="237989" y="609663"/>
                  </a:moveTo>
                  <a:lnTo>
                    <a:pt x="349290" y="531940"/>
                  </a:lnTo>
                  <a:lnTo>
                    <a:pt x="278946" y="547592"/>
                  </a:lnTo>
                  <a:close/>
                  <a:moveTo>
                    <a:pt x="1885450" y="2374176"/>
                  </a:moveTo>
                  <a:lnTo>
                    <a:pt x="1920938" y="2355400"/>
                  </a:lnTo>
                  <a:lnTo>
                    <a:pt x="1915920" y="2344015"/>
                  </a:lnTo>
                  <a:close/>
                  <a:moveTo>
                    <a:pt x="1952962" y="2344015"/>
                  </a:moveTo>
                  <a:lnTo>
                    <a:pt x="1920938" y="2355400"/>
                  </a:lnTo>
                  <a:lnTo>
                    <a:pt x="1998058" y="2301342"/>
                  </a:lnTo>
                  <a:close/>
                  <a:moveTo>
                    <a:pt x="1998058" y="2301342"/>
                  </a:moveTo>
                  <a:lnTo>
                    <a:pt x="1920938" y="2355400"/>
                  </a:lnTo>
                  <a:lnTo>
                    <a:pt x="1885450" y="2374176"/>
                  </a:lnTo>
                  <a:close/>
                  <a:moveTo>
                    <a:pt x="1420132" y="1806947"/>
                  </a:moveTo>
                  <a:lnTo>
                    <a:pt x="1411117" y="1768510"/>
                  </a:lnTo>
                  <a:lnTo>
                    <a:pt x="1449554" y="1889162"/>
                  </a:lnTo>
                  <a:close/>
                  <a:moveTo>
                    <a:pt x="1420132" y="1806947"/>
                  </a:moveTo>
                  <a:lnTo>
                    <a:pt x="1475124" y="1739466"/>
                  </a:lnTo>
                  <a:lnTo>
                    <a:pt x="1411117" y="1768510"/>
                  </a:lnTo>
                  <a:close/>
                  <a:moveTo>
                    <a:pt x="597826" y="802211"/>
                  </a:moveTo>
                  <a:lnTo>
                    <a:pt x="554756" y="820365"/>
                  </a:lnTo>
                  <a:lnTo>
                    <a:pt x="574719" y="817462"/>
                  </a:lnTo>
                  <a:close/>
                  <a:moveTo>
                    <a:pt x="630159" y="781928"/>
                  </a:moveTo>
                  <a:lnTo>
                    <a:pt x="597826" y="802211"/>
                  </a:lnTo>
                  <a:lnTo>
                    <a:pt x="693090" y="766174"/>
                  </a:lnTo>
                  <a:close/>
                  <a:moveTo>
                    <a:pt x="693090" y="766174"/>
                  </a:moveTo>
                  <a:lnTo>
                    <a:pt x="597826" y="802211"/>
                  </a:lnTo>
                  <a:lnTo>
                    <a:pt x="574719" y="817462"/>
                  </a:lnTo>
                  <a:close/>
                  <a:moveTo>
                    <a:pt x="581761" y="820365"/>
                  </a:moveTo>
                  <a:lnTo>
                    <a:pt x="674495" y="800472"/>
                  </a:lnTo>
                  <a:lnTo>
                    <a:pt x="693090" y="766174"/>
                  </a:lnTo>
                  <a:close/>
                  <a:moveTo>
                    <a:pt x="674495" y="800472"/>
                  </a:moveTo>
                  <a:lnTo>
                    <a:pt x="658520" y="852124"/>
                  </a:lnTo>
                  <a:lnTo>
                    <a:pt x="678265" y="820365"/>
                  </a:lnTo>
                  <a:close/>
                  <a:moveTo>
                    <a:pt x="512662" y="471078"/>
                  </a:moveTo>
                  <a:lnTo>
                    <a:pt x="456587" y="456074"/>
                  </a:lnTo>
                  <a:lnTo>
                    <a:pt x="424795" y="535580"/>
                  </a:lnTo>
                  <a:close/>
                  <a:moveTo>
                    <a:pt x="456587" y="456074"/>
                  </a:moveTo>
                  <a:lnTo>
                    <a:pt x="512662" y="471078"/>
                  </a:lnTo>
                  <a:lnTo>
                    <a:pt x="458313" y="445698"/>
                  </a:lnTo>
                  <a:close/>
                  <a:moveTo>
                    <a:pt x="451798" y="453069"/>
                  </a:moveTo>
                  <a:lnTo>
                    <a:pt x="456587" y="456074"/>
                  </a:lnTo>
                  <a:lnTo>
                    <a:pt x="458313" y="445698"/>
                  </a:lnTo>
                  <a:close/>
                  <a:moveTo>
                    <a:pt x="1952962" y="2344015"/>
                  </a:moveTo>
                  <a:lnTo>
                    <a:pt x="1937700" y="2354329"/>
                  </a:lnTo>
                  <a:lnTo>
                    <a:pt x="1920938" y="2355400"/>
                  </a:lnTo>
                  <a:close/>
                  <a:moveTo>
                    <a:pt x="1996299" y="2254633"/>
                  </a:moveTo>
                  <a:lnTo>
                    <a:pt x="1952962" y="2344015"/>
                  </a:lnTo>
                  <a:lnTo>
                    <a:pt x="1998058" y="2301342"/>
                  </a:lnTo>
                  <a:close/>
                  <a:moveTo>
                    <a:pt x="1939450" y="2340351"/>
                  </a:moveTo>
                  <a:lnTo>
                    <a:pt x="1952962" y="2344015"/>
                  </a:lnTo>
                  <a:lnTo>
                    <a:pt x="1996299" y="2254633"/>
                  </a:lnTo>
                  <a:close/>
                  <a:moveTo>
                    <a:pt x="738127" y="719358"/>
                  </a:moveTo>
                  <a:lnTo>
                    <a:pt x="693090" y="766174"/>
                  </a:lnTo>
                  <a:lnTo>
                    <a:pt x="813751" y="723448"/>
                  </a:lnTo>
                  <a:close/>
                  <a:moveTo>
                    <a:pt x="458313" y="445698"/>
                  </a:moveTo>
                  <a:lnTo>
                    <a:pt x="526165" y="420727"/>
                  </a:lnTo>
                  <a:lnTo>
                    <a:pt x="563413" y="344788"/>
                  </a:lnTo>
                  <a:close/>
                  <a:moveTo>
                    <a:pt x="1590831" y="1641257"/>
                  </a:moveTo>
                  <a:lnTo>
                    <a:pt x="1586089" y="1660485"/>
                  </a:lnTo>
                  <a:lnTo>
                    <a:pt x="1610494" y="1647858"/>
                  </a:lnTo>
                  <a:close/>
                  <a:moveTo>
                    <a:pt x="1649587" y="1553990"/>
                  </a:moveTo>
                  <a:lnTo>
                    <a:pt x="1610494" y="1647858"/>
                  </a:lnTo>
                  <a:lnTo>
                    <a:pt x="1649355" y="1618368"/>
                  </a:lnTo>
                  <a:close/>
                  <a:moveTo>
                    <a:pt x="1590831" y="1641257"/>
                  </a:moveTo>
                  <a:lnTo>
                    <a:pt x="1610494" y="1647858"/>
                  </a:lnTo>
                  <a:lnTo>
                    <a:pt x="1649587" y="1553990"/>
                  </a:lnTo>
                  <a:close/>
                  <a:moveTo>
                    <a:pt x="1589105" y="1444992"/>
                  </a:moveTo>
                  <a:lnTo>
                    <a:pt x="1588417" y="1453987"/>
                  </a:lnTo>
                  <a:lnTo>
                    <a:pt x="1617287" y="1480157"/>
                  </a:lnTo>
                  <a:close/>
                  <a:moveTo>
                    <a:pt x="1323404" y="1036842"/>
                  </a:moveTo>
                  <a:lnTo>
                    <a:pt x="1321731" y="1033917"/>
                  </a:lnTo>
                  <a:lnTo>
                    <a:pt x="1266494" y="1086344"/>
                  </a:lnTo>
                  <a:close/>
                  <a:moveTo>
                    <a:pt x="1266494" y="1086344"/>
                  </a:moveTo>
                  <a:lnTo>
                    <a:pt x="1163023" y="1072353"/>
                  </a:lnTo>
                  <a:lnTo>
                    <a:pt x="1210216" y="1091132"/>
                  </a:lnTo>
                  <a:close/>
                  <a:moveTo>
                    <a:pt x="579961" y="316274"/>
                  </a:moveTo>
                  <a:lnTo>
                    <a:pt x="588895" y="293980"/>
                  </a:lnTo>
                  <a:lnTo>
                    <a:pt x="563413" y="344788"/>
                  </a:lnTo>
                  <a:close/>
                  <a:moveTo>
                    <a:pt x="579961" y="316274"/>
                  </a:moveTo>
                  <a:lnTo>
                    <a:pt x="563413" y="344788"/>
                  </a:lnTo>
                  <a:lnTo>
                    <a:pt x="573138" y="332417"/>
                  </a:lnTo>
                  <a:close/>
                  <a:moveTo>
                    <a:pt x="579961" y="316274"/>
                  </a:moveTo>
                  <a:lnTo>
                    <a:pt x="573138" y="332417"/>
                  </a:lnTo>
                  <a:lnTo>
                    <a:pt x="598095" y="259255"/>
                  </a:lnTo>
                  <a:close/>
                  <a:moveTo>
                    <a:pt x="598095" y="259255"/>
                  </a:moveTo>
                  <a:lnTo>
                    <a:pt x="573138" y="332417"/>
                  </a:lnTo>
                  <a:lnTo>
                    <a:pt x="616488" y="264572"/>
                  </a:lnTo>
                  <a:close/>
                  <a:moveTo>
                    <a:pt x="598095" y="259255"/>
                  </a:moveTo>
                  <a:lnTo>
                    <a:pt x="616488" y="264572"/>
                  </a:lnTo>
                  <a:lnTo>
                    <a:pt x="661873" y="219055"/>
                  </a:lnTo>
                  <a:close/>
                  <a:moveTo>
                    <a:pt x="588895" y="293980"/>
                  </a:moveTo>
                  <a:lnTo>
                    <a:pt x="579961" y="316274"/>
                  </a:lnTo>
                  <a:lnTo>
                    <a:pt x="598095" y="259255"/>
                  </a:lnTo>
                  <a:close/>
                  <a:moveTo>
                    <a:pt x="1601666" y="1362776"/>
                  </a:moveTo>
                  <a:lnTo>
                    <a:pt x="1589483" y="1242770"/>
                  </a:lnTo>
                  <a:lnTo>
                    <a:pt x="1603166" y="1330953"/>
                  </a:lnTo>
                  <a:close/>
                  <a:moveTo>
                    <a:pt x="1589383" y="1242125"/>
                  </a:moveTo>
                  <a:lnTo>
                    <a:pt x="1589483" y="1242770"/>
                  </a:lnTo>
                  <a:lnTo>
                    <a:pt x="1601666" y="1362776"/>
                  </a:lnTo>
                  <a:close/>
                  <a:moveTo>
                    <a:pt x="1611893" y="1280562"/>
                  </a:moveTo>
                  <a:lnTo>
                    <a:pt x="1589383" y="1242125"/>
                  </a:lnTo>
                  <a:lnTo>
                    <a:pt x="1601666" y="1362776"/>
                  </a:lnTo>
                  <a:close/>
                  <a:moveTo>
                    <a:pt x="975523" y="437241"/>
                  </a:moveTo>
                  <a:lnTo>
                    <a:pt x="994080" y="409945"/>
                  </a:lnTo>
                  <a:lnTo>
                    <a:pt x="913304" y="386597"/>
                  </a:lnTo>
                  <a:close/>
                  <a:moveTo>
                    <a:pt x="661873" y="219055"/>
                  </a:moveTo>
                  <a:lnTo>
                    <a:pt x="686812" y="211766"/>
                  </a:lnTo>
                  <a:lnTo>
                    <a:pt x="666139" y="206712"/>
                  </a:lnTo>
                  <a:close/>
                  <a:moveTo>
                    <a:pt x="913304" y="386597"/>
                  </a:moveTo>
                  <a:lnTo>
                    <a:pt x="994080" y="409945"/>
                  </a:lnTo>
                  <a:lnTo>
                    <a:pt x="1040016" y="366490"/>
                  </a:lnTo>
                  <a:close/>
                  <a:moveTo>
                    <a:pt x="931438" y="52678"/>
                  </a:moveTo>
                  <a:lnTo>
                    <a:pt x="925021" y="0"/>
                  </a:lnTo>
                  <a:lnTo>
                    <a:pt x="914157" y="26169"/>
                  </a:lnTo>
                  <a:close/>
                  <a:moveTo>
                    <a:pt x="938848" y="51697"/>
                  </a:moveTo>
                  <a:lnTo>
                    <a:pt x="914157" y="26169"/>
                  </a:lnTo>
                  <a:lnTo>
                    <a:pt x="888075" y="142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97" name="Candidate_density__2096">
              <a:extLst>
                <a:ext uri="{FF2B5EF4-FFF2-40B4-BE49-F238E27FC236}">
                  <a16:creationId xmlns:a16="http://schemas.microsoft.com/office/drawing/2014/main" id="{55E8EABF-7D08-6D40-48E4-55B2FDF588BD}"/>
                </a:ext>
              </a:extLst>
            </p:cNvPr>
            <p:cNvSpPr>
              <a:spLocks noGrp="1"/>
            </p:cNvSpPr>
            <p:nvPr/>
          </p:nvSpPr>
          <p:spPr>
            <a:xfrm>
              <a:off x="3839425" y="1804354"/>
              <a:ext cx="2407758" cy="2818255"/>
            </a:xfrm>
            <a:custGeom>
              <a:avLst/>
              <a:gdLst/>
              <a:ahLst/>
              <a:cxnLst/>
              <a:rect l="0" t="0" r="0" b="0"/>
              <a:pathLst>
                <a:path w="2407758" h="2818255">
                  <a:moveTo>
                    <a:pt x="119896" y="1283466"/>
                  </a:moveTo>
                  <a:lnTo>
                    <a:pt x="41733" y="1269888"/>
                  </a:lnTo>
                  <a:lnTo>
                    <a:pt x="0" y="1277788"/>
                  </a:lnTo>
                  <a:close/>
                  <a:moveTo>
                    <a:pt x="1129483" y="2196654"/>
                  </a:moveTo>
                  <a:lnTo>
                    <a:pt x="1197436" y="2158217"/>
                  </a:lnTo>
                  <a:lnTo>
                    <a:pt x="1152695" y="2206606"/>
                  </a:lnTo>
                  <a:close/>
                  <a:moveTo>
                    <a:pt x="1197436" y="2158217"/>
                  </a:moveTo>
                  <a:lnTo>
                    <a:pt x="1129483" y="2196654"/>
                  </a:lnTo>
                  <a:lnTo>
                    <a:pt x="1204280" y="2120818"/>
                  </a:lnTo>
                  <a:close/>
                  <a:moveTo>
                    <a:pt x="314325" y="1292287"/>
                  </a:moveTo>
                  <a:lnTo>
                    <a:pt x="335232" y="1187027"/>
                  </a:lnTo>
                  <a:lnTo>
                    <a:pt x="334968" y="1171636"/>
                  </a:lnTo>
                  <a:close/>
                  <a:moveTo>
                    <a:pt x="334968" y="1171636"/>
                  </a:moveTo>
                  <a:lnTo>
                    <a:pt x="335232" y="1187027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390935" y="1093915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420540" y="1050984"/>
                  </a:lnTo>
                  <a:lnTo>
                    <a:pt x="390935" y="1093915"/>
                  </a:lnTo>
                  <a:close/>
                  <a:moveTo>
                    <a:pt x="1337337" y="1999129"/>
                  </a:moveTo>
                  <a:lnTo>
                    <a:pt x="1301925" y="2037565"/>
                  </a:lnTo>
                  <a:lnTo>
                    <a:pt x="1358547" y="1988534"/>
                  </a:lnTo>
                  <a:close/>
                  <a:moveTo>
                    <a:pt x="1301925" y="2037565"/>
                  </a:moveTo>
                  <a:lnTo>
                    <a:pt x="1311430" y="2027572"/>
                  </a:lnTo>
                  <a:lnTo>
                    <a:pt x="1358547" y="1988534"/>
                  </a:lnTo>
                  <a:close/>
                  <a:moveTo>
                    <a:pt x="1311430" y="2027572"/>
                  </a:moveTo>
                  <a:lnTo>
                    <a:pt x="1379760" y="2004394"/>
                  </a:lnTo>
                  <a:lnTo>
                    <a:pt x="1424031" y="1954711"/>
                  </a:lnTo>
                  <a:close/>
                  <a:moveTo>
                    <a:pt x="1358547" y="1988534"/>
                  </a:moveTo>
                  <a:lnTo>
                    <a:pt x="1311430" y="2027572"/>
                  </a:lnTo>
                  <a:lnTo>
                    <a:pt x="1424031" y="1954711"/>
                  </a:lnTo>
                  <a:close/>
                  <a:moveTo>
                    <a:pt x="2241771" y="2782844"/>
                  </a:moveTo>
                  <a:lnTo>
                    <a:pt x="2286148" y="2797016"/>
                  </a:lnTo>
                  <a:lnTo>
                    <a:pt x="2234270" y="2818255"/>
                  </a:lnTo>
                  <a:close/>
                  <a:moveTo>
                    <a:pt x="2241771" y="2782844"/>
                  </a:moveTo>
                  <a:lnTo>
                    <a:pt x="2303030" y="2679744"/>
                  </a:lnTo>
                  <a:lnTo>
                    <a:pt x="2274047" y="2662192"/>
                  </a:lnTo>
                  <a:close/>
                  <a:moveTo>
                    <a:pt x="1350309" y="1607762"/>
                  </a:moveTo>
                  <a:lnTo>
                    <a:pt x="1373729" y="1714047"/>
                  </a:lnTo>
                  <a:lnTo>
                    <a:pt x="1362885" y="1631832"/>
                  </a:lnTo>
                  <a:close/>
                  <a:moveTo>
                    <a:pt x="1850479" y="1966034"/>
                  </a:moveTo>
                  <a:lnTo>
                    <a:pt x="1876562" y="1983348"/>
                  </a:lnTo>
                  <a:lnTo>
                    <a:pt x="1893256" y="1948824"/>
                  </a:lnTo>
                  <a:close/>
                  <a:moveTo>
                    <a:pt x="2175112" y="1951465"/>
                  </a:moveTo>
                  <a:lnTo>
                    <a:pt x="2181744" y="1917016"/>
                  </a:lnTo>
                  <a:lnTo>
                    <a:pt x="2156885" y="1946769"/>
                  </a:lnTo>
                  <a:close/>
                  <a:moveTo>
                    <a:pt x="1451493" y="766174"/>
                  </a:moveTo>
                  <a:lnTo>
                    <a:pt x="1432899" y="800472"/>
                  </a:lnTo>
                  <a:lnTo>
                    <a:pt x="1522375" y="752531"/>
                  </a:lnTo>
                  <a:close/>
                  <a:moveTo>
                    <a:pt x="1155531" y="495592"/>
                  </a:moveTo>
                  <a:lnTo>
                    <a:pt x="1037350" y="547592"/>
                  </a:lnTo>
                  <a:lnTo>
                    <a:pt x="1107694" y="531940"/>
                  </a:lnTo>
                  <a:close/>
                  <a:moveTo>
                    <a:pt x="1155531" y="495592"/>
                  </a:moveTo>
                  <a:lnTo>
                    <a:pt x="1214991" y="456074"/>
                  </a:lnTo>
                  <a:lnTo>
                    <a:pt x="1210202" y="453069"/>
                  </a:lnTo>
                  <a:close/>
                  <a:moveTo>
                    <a:pt x="1183198" y="535580"/>
                  </a:moveTo>
                  <a:lnTo>
                    <a:pt x="1214991" y="456074"/>
                  </a:lnTo>
                  <a:lnTo>
                    <a:pt x="1155531" y="495592"/>
                  </a:lnTo>
                  <a:close/>
                  <a:moveTo>
                    <a:pt x="1107694" y="531940"/>
                  </a:moveTo>
                  <a:lnTo>
                    <a:pt x="1183198" y="535580"/>
                  </a:lnTo>
                  <a:lnTo>
                    <a:pt x="1155531" y="495592"/>
                  </a:lnTo>
                  <a:close/>
                  <a:moveTo>
                    <a:pt x="2233527" y="1739466"/>
                  </a:moveTo>
                  <a:lnTo>
                    <a:pt x="2294185" y="1687599"/>
                  </a:lnTo>
                  <a:lnTo>
                    <a:pt x="2344493" y="1660485"/>
                  </a:lnTo>
                  <a:close/>
                  <a:moveTo>
                    <a:pt x="2296397" y="1686295"/>
                  </a:moveTo>
                  <a:lnTo>
                    <a:pt x="2344493" y="1660485"/>
                  </a:lnTo>
                  <a:lnTo>
                    <a:pt x="2294185" y="1687599"/>
                  </a:lnTo>
                  <a:close/>
                  <a:moveTo>
                    <a:pt x="2296397" y="1686295"/>
                  </a:moveTo>
                  <a:lnTo>
                    <a:pt x="2368897" y="1647858"/>
                  </a:lnTo>
                  <a:lnTo>
                    <a:pt x="2344493" y="1660485"/>
                  </a:lnTo>
                  <a:close/>
                  <a:moveTo>
                    <a:pt x="2368897" y="1647858"/>
                  </a:moveTo>
                  <a:lnTo>
                    <a:pt x="2296397" y="1686295"/>
                  </a:lnTo>
                  <a:lnTo>
                    <a:pt x="2407758" y="1618368"/>
                  </a:lnTo>
                  <a:close/>
                  <a:moveTo>
                    <a:pt x="1451493" y="766174"/>
                  </a:moveTo>
                  <a:lnTo>
                    <a:pt x="1522375" y="752531"/>
                  </a:lnTo>
                  <a:lnTo>
                    <a:pt x="1572155" y="723448"/>
                  </a:lnTo>
                  <a:close/>
                  <a:moveTo>
                    <a:pt x="1572155" y="723448"/>
                  </a:moveTo>
                  <a:lnTo>
                    <a:pt x="1522375" y="752531"/>
                  </a:lnTo>
                  <a:lnTo>
                    <a:pt x="1645364" y="718506"/>
                  </a:lnTo>
                  <a:close/>
                  <a:moveTo>
                    <a:pt x="2347376" y="1442584"/>
                  </a:moveTo>
                  <a:lnTo>
                    <a:pt x="2346821" y="1453987"/>
                  </a:lnTo>
                  <a:lnTo>
                    <a:pt x="2347509" y="1444992"/>
                  </a:lnTo>
                  <a:close/>
                  <a:moveTo>
                    <a:pt x="2361569" y="1330953"/>
                  </a:moveTo>
                  <a:lnTo>
                    <a:pt x="2347376" y="1442584"/>
                  </a:lnTo>
                  <a:lnTo>
                    <a:pt x="2347509" y="1444992"/>
                  </a:lnTo>
                  <a:close/>
                  <a:moveTo>
                    <a:pt x="1846457" y="787271"/>
                  </a:moveTo>
                  <a:lnTo>
                    <a:pt x="1856407" y="748835"/>
                  </a:lnTo>
                  <a:lnTo>
                    <a:pt x="1851357" y="869486"/>
                  </a:lnTo>
                  <a:close/>
                  <a:moveTo>
                    <a:pt x="1798420" y="366490"/>
                  </a:moveTo>
                  <a:lnTo>
                    <a:pt x="1752483" y="409945"/>
                  </a:lnTo>
                  <a:lnTo>
                    <a:pt x="1863731" y="332021"/>
                  </a:lnTo>
                  <a:close/>
                  <a:moveTo>
                    <a:pt x="1646478" y="14241"/>
                  </a:moveTo>
                  <a:lnTo>
                    <a:pt x="1672561" y="26169"/>
                  </a:lnTo>
                  <a:lnTo>
                    <a:pt x="1683425" y="0"/>
                  </a:lnTo>
                  <a:close/>
                  <a:moveTo>
                    <a:pt x="2019099" y="203853"/>
                  </a:moveTo>
                  <a:lnTo>
                    <a:pt x="2029794" y="178299"/>
                  </a:lnTo>
                  <a:lnTo>
                    <a:pt x="2037797" y="140234"/>
                  </a:lnTo>
                  <a:close/>
                  <a:moveTo>
                    <a:pt x="2037797" y="140234"/>
                  </a:moveTo>
                  <a:lnTo>
                    <a:pt x="2069179" y="112433"/>
                  </a:lnTo>
                  <a:lnTo>
                    <a:pt x="2110804" y="5286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98" name="Candidate_density__2097">
              <a:extLst>
                <a:ext uri="{FF2B5EF4-FFF2-40B4-BE49-F238E27FC236}">
                  <a16:creationId xmlns:a16="http://schemas.microsoft.com/office/drawing/2014/main" id="{1C09EAEF-3180-B174-7C12-DD1A89C26C93}"/>
                </a:ext>
              </a:extLst>
            </p:cNvPr>
            <p:cNvSpPr>
              <a:spLocks noGrp="1"/>
            </p:cNvSpPr>
            <p:nvPr/>
          </p:nvSpPr>
          <p:spPr>
            <a:xfrm>
              <a:off x="3837811" y="1508053"/>
              <a:ext cx="2704731" cy="3121956"/>
            </a:xfrm>
            <a:custGeom>
              <a:avLst/>
              <a:gdLst/>
              <a:ahLst/>
              <a:cxnLst/>
              <a:rect l="0" t="0" r="0" b="0"/>
              <a:pathLst>
                <a:path w="2704731" h="3121956">
                  <a:moveTo>
                    <a:pt x="721563" y="2645183"/>
                  </a:moveTo>
                  <a:lnTo>
                    <a:pt x="668489" y="2596591"/>
                  </a:lnTo>
                  <a:lnTo>
                    <a:pt x="728929" y="2652043"/>
                  </a:lnTo>
                  <a:close/>
                  <a:moveTo>
                    <a:pt x="661751" y="2569828"/>
                  </a:moveTo>
                  <a:lnTo>
                    <a:pt x="668489" y="2596591"/>
                  </a:lnTo>
                  <a:lnTo>
                    <a:pt x="721563" y="2645183"/>
                  </a:lnTo>
                  <a:close/>
                  <a:moveTo>
                    <a:pt x="728929" y="2652043"/>
                  </a:moveTo>
                  <a:lnTo>
                    <a:pt x="841839" y="2616345"/>
                  </a:lnTo>
                  <a:lnTo>
                    <a:pt x="721563" y="2645183"/>
                  </a:lnTo>
                  <a:close/>
                  <a:moveTo>
                    <a:pt x="721563" y="2645183"/>
                  </a:moveTo>
                  <a:lnTo>
                    <a:pt x="841839" y="2616345"/>
                  </a:lnTo>
                  <a:lnTo>
                    <a:pt x="842328" y="2602839"/>
                  </a:lnTo>
                  <a:close/>
                  <a:moveTo>
                    <a:pt x="721563" y="2645183"/>
                  </a:moveTo>
                  <a:lnTo>
                    <a:pt x="842328" y="2602839"/>
                  </a:lnTo>
                  <a:lnTo>
                    <a:pt x="760770" y="2576568"/>
                  </a:lnTo>
                  <a:close/>
                  <a:moveTo>
                    <a:pt x="841839" y="2616345"/>
                  </a:moveTo>
                  <a:lnTo>
                    <a:pt x="858608" y="2613606"/>
                  </a:lnTo>
                  <a:lnTo>
                    <a:pt x="842328" y="2602839"/>
                  </a:lnTo>
                  <a:close/>
                  <a:moveTo>
                    <a:pt x="703019" y="2531391"/>
                  </a:moveTo>
                  <a:lnTo>
                    <a:pt x="721563" y="2645183"/>
                  </a:lnTo>
                  <a:lnTo>
                    <a:pt x="760770" y="2576568"/>
                  </a:lnTo>
                  <a:close/>
                  <a:moveTo>
                    <a:pt x="703019" y="2531391"/>
                  </a:moveTo>
                  <a:lnTo>
                    <a:pt x="661751" y="2569828"/>
                  </a:lnTo>
                  <a:lnTo>
                    <a:pt x="721563" y="2645183"/>
                  </a:lnTo>
                  <a:close/>
                  <a:moveTo>
                    <a:pt x="703019" y="2531391"/>
                  </a:moveTo>
                  <a:lnTo>
                    <a:pt x="637653" y="2487613"/>
                  </a:lnTo>
                  <a:lnTo>
                    <a:pt x="661751" y="2569828"/>
                  </a:lnTo>
                  <a:close/>
                  <a:moveTo>
                    <a:pt x="858608" y="2613606"/>
                  </a:moveTo>
                  <a:lnTo>
                    <a:pt x="924456" y="2631248"/>
                  </a:lnTo>
                  <a:lnTo>
                    <a:pt x="932555" y="2603186"/>
                  </a:lnTo>
                  <a:close/>
                  <a:moveTo>
                    <a:pt x="932555" y="2603186"/>
                  </a:moveTo>
                  <a:lnTo>
                    <a:pt x="842328" y="2602839"/>
                  </a:lnTo>
                  <a:lnTo>
                    <a:pt x="858608" y="2613606"/>
                  </a:lnTo>
                  <a:close/>
                  <a:moveTo>
                    <a:pt x="843342" y="2515030"/>
                  </a:moveTo>
                  <a:lnTo>
                    <a:pt x="842328" y="2602839"/>
                  </a:lnTo>
                  <a:lnTo>
                    <a:pt x="932555" y="2603186"/>
                  </a:lnTo>
                  <a:close/>
                  <a:moveTo>
                    <a:pt x="920221" y="2513122"/>
                  </a:moveTo>
                  <a:lnTo>
                    <a:pt x="843342" y="2515030"/>
                  </a:lnTo>
                  <a:lnTo>
                    <a:pt x="932555" y="2603186"/>
                  </a:lnTo>
                  <a:close/>
                  <a:moveTo>
                    <a:pt x="843342" y="2515030"/>
                  </a:moveTo>
                  <a:lnTo>
                    <a:pt x="760770" y="2576568"/>
                  </a:lnTo>
                  <a:lnTo>
                    <a:pt x="842328" y="2602839"/>
                  </a:lnTo>
                  <a:close/>
                  <a:moveTo>
                    <a:pt x="903738" y="2410740"/>
                  </a:moveTo>
                  <a:lnTo>
                    <a:pt x="852976" y="2427448"/>
                  </a:lnTo>
                  <a:lnTo>
                    <a:pt x="917933" y="2414890"/>
                  </a:lnTo>
                  <a:close/>
                  <a:moveTo>
                    <a:pt x="917933" y="2414890"/>
                  </a:moveTo>
                  <a:lnTo>
                    <a:pt x="852976" y="2427448"/>
                  </a:lnTo>
                  <a:lnTo>
                    <a:pt x="843342" y="2515030"/>
                  </a:lnTo>
                  <a:close/>
                  <a:moveTo>
                    <a:pt x="917933" y="2414890"/>
                  </a:moveTo>
                  <a:lnTo>
                    <a:pt x="843342" y="2515030"/>
                  </a:lnTo>
                  <a:lnTo>
                    <a:pt x="920221" y="2513122"/>
                  </a:lnTo>
                  <a:close/>
                  <a:moveTo>
                    <a:pt x="80134" y="1510255"/>
                  </a:moveTo>
                  <a:lnTo>
                    <a:pt x="84214" y="1503780"/>
                  </a:lnTo>
                  <a:lnTo>
                    <a:pt x="0" y="1467576"/>
                  </a:lnTo>
                  <a:close/>
                  <a:moveTo>
                    <a:pt x="80134" y="1510255"/>
                  </a:moveTo>
                  <a:lnTo>
                    <a:pt x="86741" y="1506374"/>
                  </a:lnTo>
                  <a:lnTo>
                    <a:pt x="84214" y="1503780"/>
                  </a:lnTo>
                  <a:close/>
                  <a:moveTo>
                    <a:pt x="929313" y="2410740"/>
                  </a:moveTo>
                  <a:lnTo>
                    <a:pt x="977725" y="2492955"/>
                  </a:lnTo>
                  <a:lnTo>
                    <a:pt x="1020152" y="2454519"/>
                  </a:lnTo>
                  <a:close/>
                  <a:moveTo>
                    <a:pt x="880183" y="2313971"/>
                  </a:moveTo>
                  <a:lnTo>
                    <a:pt x="918001" y="2391910"/>
                  </a:lnTo>
                  <a:lnTo>
                    <a:pt x="936357" y="2299819"/>
                  </a:lnTo>
                  <a:close/>
                  <a:moveTo>
                    <a:pt x="903738" y="2410740"/>
                  </a:moveTo>
                  <a:lnTo>
                    <a:pt x="918001" y="2391910"/>
                  </a:lnTo>
                  <a:lnTo>
                    <a:pt x="860658" y="2400862"/>
                  </a:lnTo>
                  <a:close/>
                  <a:moveTo>
                    <a:pt x="936357" y="2299819"/>
                  </a:moveTo>
                  <a:lnTo>
                    <a:pt x="918001" y="2391910"/>
                  </a:lnTo>
                  <a:lnTo>
                    <a:pt x="952795" y="2290088"/>
                  </a:lnTo>
                  <a:close/>
                  <a:moveTo>
                    <a:pt x="952795" y="2290088"/>
                  </a:moveTo>
                  <a:lnTo>
                    <a:pt x="929313" y="2410740"/>
                  </a:lnTo>
                  <a:lnTo>
                    <a:pt x="1035184" y="2372304"/>
                  </a:lnTo>
                  <a:close/>
                  <a:moveTo>
                    <a:pt x="41204" y="1342975"/>
                  </a:moveTo>
                  <a:lnTo>
                    <a:pt x="95900" y="1397345"/>
                  </a:lnTo>
                  <a:lnTo>
                    <a:pt x="141084" y="1385722"/>
                  </a:lnTo>
                  <a:close/>
                  <a:moveTo>
                    <a:pt x="42452" y="1341943"/>
                  </a:moveTo>
                  <a:lnTo>
                    <a:pt x="41204" y="1342975"/>
                  </a:lnTo>
                  <a:lnTo>
                    <a:pt x="141084" y="1385722"/>
                  </a:lnTo>
                  <a:close/>
                  <a:moveTo>
                    <a:pt x="606679" y="1848700"/>
                  </a:moveTo>
                  <a:lnTo>
                    <a:pt x="543649" y="1876254"/>
                  </a:lnTo>
                  <a:lnTo>
                    <a:pt x="623569" y="1758361"/>
                  </a:lnTo>
                  <a:close/>
                  <a:moveTo>
                    <a:pt x="305647" y="1448101"/>
                  </a:moveTo>
                  <a:lnTo>
                    <a:pt x="336583" y="1467938"/>
                  </a:lnTo>
                  <a:lnTo>
                    <a:pt x="319506" y="1395777"/>
                  </a:lnTo>
                  <a:close/>
                  <a:moveTo>
                    <a:pt x="184213" y="1286048"/>
                  </a:moveTo>
                  <a:lnTo>
                    <a:pt x="89650" y="1302334"/>
                  </a:lnTo>
                  <a:lnTo>
                    <a:pt x="206349" y="1368143"/>
                  </a:lnTo>
                  <a:close/>
                  <a:moveTo>
                    <a:pt x="149686" y="1254709"/>
                  </a:moveTo>
                  <a:lnTo>
                    <a:pt x="89650" y="1302334"/>
                  </a:lnTo>
                  <a:lnTo>
                    <a:pt x="184213" y="1286048"/>
                  </a:lnTo>
                  <a:close/>
                  <a:moveTo>
                    <a:pt x="1899877" y="3035367"/>
                  </a:moveTo>
                  <a:lnTo>
                    <a:pt x="1835876" y="3073803"/>
                  </a:lnTo>
                  <a:lnTo>
                    <a:pt x="1953936" y="3117582"/>
                  </a:lnTo>
                  <a:close/>
                  <a:moveTo>
                    <a:pt x="1847536" y="2953152"/>
                  </a:moveTo>
                  <a:lnTo>
                    <a:pt x="1806651" y="3054755"/>
                  </a:lnTo>
                  <a:lnTo>
                    <a:pt x="1835876" y="3073803"/>
                  </a:lnTo>
                  <a:close/>
                  <a:moveTo>
                    <a:pt x="255485" y="1062204"/>
                  </a:moveTo>
                  <a:lnTo>
                    <a:pt x="198229" y="979989"/>
                  </a:lnTo>
                  <a:lnTo>
                    <a:pt x="179968" y="1089315"/>
                  </a:lnTo>
                  <a:close/>
                  <a:moveTo>
                    <a:pt x="198229" y="979989"/>
                  </a:moveTo>
                  <a:lnTo>
                    <a:pt x="181150" y="988262"/>
                  </a:lnTo>
                  <a:lnTo>
                    <a:pt x="179968" y="1089315"/>
                  </a:lnTo>
                  <a:close/>
                  <a:moveTo>
                    <a:pt x="136106" y="936210"/>
                  </a:moveTo>
                  <a:lnTo>
                    <a:pt x="181150" y="988262"/>
                  </a:lnTo>
                  <a:lnTo>
                    <a:pt x="198229" y="979989"/>
                  </a:lnTo>
                  <a:close/>
                  <a:moveTo>
                    <a:pt x="1953936" y="3117582"/>
                  </a:moveTo>
                  <a:lnTo>
                    <a:pt x="1950162" y="3121956"/>
                  </a:lnTo>
                  <a:lnTo>
                    <a:pt x="1956163" y="3119898"/>
                  </a:lnTo>
                  <a:close/>
                  <a:moveTo>
                    <a:pt x="1953936" y="3117582"/>
                  </a:moveTo>
                  <a:lnTo>
                    <a:pt x="1956163" y="3119898"/>
                  </a:lnTo>
                  <a:lnTo>
                    <a:pt x="1957773" y="3115769"/>
                  </a:lnTo>
                  <a:close/>
                  <a:moveTo>
                    <a:pt x="1899877" y="3035367"/>
                  </a:moveTo>
                  <a:lnTo>
                    <a:pt x="1953936" y="3117582"/>
                  </a:lnTo>
                  <a:lnTo>
                    <a:pt x="1957773" y="3115769"/>
                  </a:lnTo>
                  <a:close/>
                  <a:moveTo>
                    <a:pt x="1966174" y="3008846"/>
                  </a:moveTo>
                  <a:lnTo>
                    <a:pt x="1957773" y="3115769"/>
                  </a:lnTo>
                  <a:lnTo>
                    <a:pt x="1992864" y="3117582"/>
                  </a:lnTo>
                  <a:close/>
                  <a:moveTo>
                    <a:pt x="1945681" y="2925415"/>
                  </a:moveTo>
                  <a:lnTo>
                    <a:pt x="2003902" y="3035367"/>
                  </a:lnTo>
                  <a:lnTo>
                    <a:pt x="2043622" y="2953035"/>
                  </a:lnTo>
                  <a:close/>
                  <a:moveTo>
                    <a:pt x="906944" y="1623086"/>
                  </a:moveTo>
                  <a:lnTo>
                    <a:pt x="850135" y="1608679"/>
                  </a:lnTo>
                  <a:lnTo>
                    <a:pt x="944827" y="1631400"/>
                  </a:lnTo>
                  <a:close/>
                  <a:moveTo>
                    <a:pt x="850135" y="1608679"/>
                  </a:moveTo>
                  <a:lnTo>
                    <a:pt x="867593" y="1621293"/>
                  </a:lnTo>
                  <a:lnTo>
                    <a:pt x="944827" y="1631400"/>
                  </a:lnTo>
                  <a:close/>
                  <a:moveTo>
                    <a:pt x="642911" y="1473280"/>
                  </a:moveTo>
                  <a:lnTo>
                    <a:pt x="726585" y="1448346"/>
                  </a:lnTo>
                  <a:lnTo>
                    <a:pt x="635337" y="1391065"/>
                  </a:lnTo>
                  <a:close/>
                  <a:moveTo>
                    <a:pt x="787342" y="1359452"/>
                  </a:moveTo>
                  <a:lnTo>
                    <a:pt x="726585" y="1448346"/>
                  </a:lnTo>
                  <a:lnTo>
                    <a:pt x="810379" y="1440815"/>
                  </a:lnTo>
                  <a:close/>
                  <a:moveTo>
                    <a:pt x="2117287" y="3079145"/>
                  </a:moveTo>
                  <a:lnTo>
                    <a:pt x="2070413" y="2996930"/>
                  </a:lnTo>
                  <a:lnTo>
                    <a:pt x="2090980" y="3028566"/>
                  </a:lnTo>
                  <a:close/>
                  <a:moveTo>
                    <a:pt x="2185451" y="3040708"/>
                  </a:moveTo>
                  <a:lnTo>
                    <a:pt x="2163194" y="3121436"/>
                  </a:lnTo>
                  <a:lnTo>
                    <a:pt x="2205945" y="3066072"/>
                  </a:lnTo>
                  <a:close/>
                  <a:moveTo>
                    <a:pt x="2185451" y="3040708"/>
                  </a:moveTo>
                  <a:lnTo>
                    <a:pt x="2117287" y="3079145"/>
                  </a:lnTo>
                  <a:lnTo>
                    <a:pt x="2163194" y="3121436"/>
                  </a:lnTo>
                  <a:close/>
                  <a:moveTo>
                    <a:pt x="1264322" y="1814597"/>
                  </a:moveTo>
                  <a:lnTo>
                    <a:pt x="1278083" y="1826211"/>
                  </a:lnTo>
                  <a:lnTo>
                    <a:pt x="1351923" y="1904063"/>
                  </a:lnTo>
                  <a:close/>
                  <a:moveTo>
                    <a:pt x="1156042" y="1741942"/>
                  </a:moveTo>
                  <a:lnTo>
                    <a:pt x="1142884" y="1814586"/>
                  </a:lnTo>
                  <a:lnTo>
                    <a:pt x="1264322" y="1814597"/>
                  </a:lnTo>
                  <a:close/>
                  <a:moveTo>
                    <a:pt x="1141972" y="1643052"/>
                  </a:moveTo>
                  <a:lnTo>
                    <a:pt x="1092993" y="1691505"/>
                  </a:lnTo>
                  <a:lnTo>
                    <a:pt x="1151974" y="1645157"/>
                  </a:lnTo>
                  <a:close/>
                  <a:moveTo>
                    <a:pt x="920679" y="1511827"/>
                  </a:moveTo>
                  <a:lnTo>
                    <a:pt x="862647" y="1498415"/>
                  </a:lnTo>
                  <a:lnTo>
                    <a:pt x="855460" y="1575926"/>
                  </a:lnTo>
                  <a:close/>
                  <a:moveTo>
                    <a:pt x="832582" y="1434843"/>
                  </a:moveTo>
                  <a:lnTo>
                    <a:pt x="947487" y="1426142"/>
                  </a:lnTo>
                  <a:lnTo>
                    <a:pt x="881504" y="1396407"/>
                  </a:lnTo>
                  <a:close/>
                  <a:moveTo>
                    <a:pt x="370958" y="855043"/>
                  </a:moveTo>
                  <a:lnTo>
                    <a:pt x="377485" y="859337"/>
                  </a:lnTo>
                  <a:lnTo>
                    <a:pt x="364446" y="854738"/>
                  </a:lnTo>
                  <a:close/>
                  <a:moveTo>
                    <a:pt x="2286465" y="3030324"/>
                  </a:moveTo>
                  <a:lnTo>
                    <a:pt x="2205163" y="3035829"/>
                  </a:lnTo>
                  <a:lnTo>
                    <a:pt x="2205945" y="3066072"/>
                  </a:lnTo>
                  <a:close/>
                  <a:moveTo>
                    <a:pt x="2205163" y="3035829"/>
                  </a:moveTo>
                  <a:lnTo>
                    <a:pt x="2286465" y="3030324"/>
                  </a:lnTo>
                  <a:lnTo>
                    <a:pt x="2274604" y="2939875"/>
                  </a:lnTo>
                  <a:close/>
                  <a:moveTo>
                    <a:pt x="1899843" y="2478922"/>
                  </a:moveTo>
                  <a:lnTo>
                    <a:pt x="1842678" y="2448101"/>
                  </a:lnTo>
                  <a:lnTo>
                    <a:pt x="1876999" y="2465203"/>
                  </a:lnTo>
                  <a:close/>
                  <a:moveTo>
                    <a:pt x="1953451" y="2464150"/>
                  </a:moveTo>
                  <a:lnTo>
                    <a:pt x="1876660" y="2455702"/>
                  </a:lnTo>
                  <a:lnTo>
                    <a:pt x="1899843" y="2478922"/>
                  </a:lnTo>
                  <a:close/>
                  <a:moveTo>
                    <a:pt x="1876999" y="2465203"/>
                  </a:moveTo>
                  <a:lnTo>
                    <a:pt x="1842678" y="2448101"/>
                  </a:lnTo>
                  <a:lnTo>
                    <a:pt x="1821123" y="2382988"/>
                  </a:lnTo>
                  <a:close/>
                  <a:moveTo>
                    <a:pt x="1953451" y="2464150"/>
                  </a:moveTo>
                  <a:lnTo>
                    <a:pt x="1899843" y="2478922"/>
                  </a:lnTo>
                  <a:lnTo>
                    <a:pt x="2037672" y="2500382"/>
                  </a:lnTo>
                  <a:close/>
                  <a:moveTo>
                    <a:pt x="1796042" y="2369485"/>
                  </a:moveTo>
                  <a:lnTo>
                    <a:pt x="1821123" y="2382988"/>
                  </a:lnTo>
                  <a:lnTo>
                    <a:pt x="1840584" y="2320816"/>
                  </a:lnTo>
                  <a:close/>
                  <a:moveTo>
                    <a:pt x="1812244" y="2262336"/>
                  </a:moveTo>
                  <a:lnTo>
                    <a:pt x="1796042" y="2369485"/>
                  </a:lnTo>
                  <a:lnTo>
                    <a:pt x="1840584" y="2320816"/>
                  </a:lnTo>
                  <a:close/>
                  <a:moveTo>
                    <a:pt x="1325159" y="1865229"/>
                  </a:moveTo>
                  <a:lnTo>
                    <a:pt x="1353731" y="1889697"/>
                  </a:lnTo>
                  <a:lnTo>
                    <a:pt x="1278083" y="1826211"/>
                  </a:lnTo>
                  <a:close/>
                  <a:moveTo>
                    <a:pt x="1094925" y="1630945"/>
                  </a:moveTo>
                  <a:lnTo>
                    <a:pt x="1092993" y="1691505"/>
                  </a:lnTo>
                  <a:lnTo>
                    <a:pt x="1141972" y="1643052"/>
                  </a:lnTo>
                  <a:close/>
                  <a:moveTo>
                    <a:pt x="1036672" y="1378027"/>
                  </a:moveTo>
                  <a:lnTo>
                    <a:pt x="947487" y="1426142"/>
                  </a:lnTo>
                  <a:lnTo>
                    <a:pt x="1034986" y="1474625"/>
                  </a:lnTo>
                  <a:close/>
                  <a:moveTo>
                    <a:pt x="1036672" y="1378027"/>
                  </a:moveTo>
                  <a:lnTo>
                    <a:pt x="958157" y="1381266"/>
                  </a:lnTo>
                  <a:lnTo>
                    <a:pt x="947487" y="1426142"/>
                  </a:lnTo>
                  <a:close/>
                  <a:moveTo>
                    <a:pt x="958157" y="1381266"/>
                  </a:moveTo>
                  <a:lnTo>
                    <a:pt x="1021018" y="1290662"/>
                  </a:lnTo>
                  <a:lnTo>
                    <a:pt x="952620" y="1285676"/>
                  </a:lnTo>
                  <a:close/>
                  <a:moveTo>
                    <a:pt x="893793" y="1275755"/>
                  </a:moveTo>
                  <a:lnTo>
                    <a:pt x="952620" y="1285676"/>
                  </a:lnTo>
                  <a:lnTo>
                    <a:pt x="863672" y="1197305"/>
                  </a:lnTo>
                  <a:close/>
                  <a:moveTo>
                    <a:pt x="1849440" y="2353929"/>
                  </a:moveTo>
                  <a:lnTo>
                    <a:pt x="1842678" y="2448101"/>
                  </a:lnTo>
                  <a:lnTo>
                    <a:pt x="1828234" y="2426766"/>
                  </a:lnTo>
                  <a:close/>
                  <a:moveTo>
                    <a:pt x="2378019" y="2816300"/>
                  </a:moveTo>
                  <a:lnTo>
                    <a:pt x="2285062" y="2831280"/>
                  </a:lnTo>
                  <a:lnTo>
                    <a:pt x="2283465" y="2862048"/>
                  </a:lnTo>
                  <a:close/>
                  <a:moveTo>
                    <a:pt x="2136736" y="2490906"/>
                  </a:moveTo>
                  <a:lnTo>
                    <a:pt x="2037672" y="2500382"/>
                  </a:lnTo>
                  <a:lnTo>
                    <a:pt x="2055021" y="2508981"/>
                  </a:lnTo>
                  <a:close/>
                  <a:moveTo>
                    <a:pt x="2050892" y="2400011"/>
                  </a:moveTo>
                  <a:lnTo>
                    <a:pt x="2037672" y="2500382"/>
                  </a:lnTo>
                  <a:lnTo>
                    <a:pt x="2136736" y="2490906"/>
                  </a:lnTo>
                  <a:close/>
                  <a:moveTo>
                    <a:pt x="1964802" y="2409409"/>
                  </a:moveTo>
                  <a:lnTo>
                    <a:pt x="1876660" y="2455702"/>
                  </a:lnTo>
                  <a:lnTo>
                    <a:pt x="1953451" y="2464150"/>
                  </a:lnTo>
                  <a:close/>
                  <a:moveTo>
                    <a:pt x="2050892" y="2400011"/>
                  </a:moveTo>
                  <a:lnTo>
                    <a:pt x="1953451" y="2464150"/>
                  </a:lnTo>
                  <a:lnTo>
                    <a:pt x="2037672" y="2500382"/>
                  </a:lnTo>
                  <a:close/>
                  <a:moveTo>
                    <a:pt x="2050892" y="2400011"/>
                  </a:moveTo>
                  <a:lnTo>
                    <a:pt x="1964802" y="2409409"/>
                  </a:lnTo>
                  <a:lnTo>
                    <a:pt x="1953451" y="2464150"/>
                  </a:lnTo>
                  <a:close/>
                  <a:moveTo>
                    <a:pt x="1812244" y="2262336"/>
                  </a:moveTo>
                  <a:lnTo>
                    <a:pt x="1840584" y="2320816"/>
                  </a:lnTo>
                  <a:lnTo>
                    <a:pt x="1836850" y="2252656"/>
                  </a:lnTo>
                  <a:close/>
                  <a:moveTo>
                    <a:pt x="1812244" y="2262336"/>
                  </a:moveTo>
                  <a:lnTo>
                    <a:pt x="1836850" y="2252656"/>
                  </a:lnTo>
                  <a:lnTo>
                    <a:pt x="1843391" y="2141685"/>
                  </a:lnTo>
                  <a:close/>
                  <a:moveTo>
                    <a:pt x="1836850" y="2252656"/>
                  </a:moveTo>
                  <a:lnTo>
                    <a:pt x="1840584" y="2320816"/>
                  </a:lnTo>
                  <a:lnTo>
                    <a:pt x="1852093" y="2262336"/>
                  </a:lnTo>
                  <a:close/>
                  <a:moveTo>
                    <a:pt x="1836850" y="2252656"/>
                  </a:moveTo>
                  <a:lnTo>
                    <a:pt x="1852093" y="2262336"/>
                  </a:lnTo>
                  <a:lnTo>
                    <a:pt x="1855033" y="2159639"/>
                  </a:lnTo>
                  <a:close/>
                  <a:moveTo>
                    <a:pt x="1163460" y="1335543"/>
                  </a:moveTo>
                  <a:lnTo>
                    <a:pt x="1194459" y="1361808"/>
                  </a:lnTo>
                  <a:lnTo>
                    <a:pt x="1189601" y="1440185"/>
                  </a:lnTo>
                  <a:close/>
                  <a:moveTo>
                    <a:pt x="2485476" y="2689439"/>
                  </a:moveTo>
                  <a:lnTo>
                    <a:pt x="2392486" y="2775799"/>
                  </a:lnTo>
                  <a:lnTo>
                    <a:pt x="2468722" y="2782173"/>
                  </a:lnTo>
                  <a:close/>
                  <a:moveTo>
                    <a:pt x="2468722" y="2782173"/>
                  </a:moveTo>
                  <a:lnTo>
                    <a:pt x="2546993" y="2678754"/>
                  </a:lnTo>
                  <a:lnTo>
                    <a:pt x="2485476" y="2689439"/>
                  </a:lnTo>
                  <a:close/>
                  <a:moveTo>
                    <a:pt x="2028647" y="2185463"/>
                  </a:moveTo>
                  <a:lnTo>
                    <a:pt x="2023783" y="2233252"/>
                  </a:lnTo>
                  <a:lnTo>
                    <a:pt x="2075295" y="2210645"/>
                  </a:lnTo>
                  <a:close/>
                  <a:moveTo>
                    <a:pt x="2028647" y="2185463"/>
                  </a:moveTo>
                  <a:lnTo>
                    <a:pt x="1982868" y="2143734"/>
                  </a:lnTo>
                  <a:lnTo>
                    <a:pt x="1942416" y="2207691"/>
                  </a:lnTo>
                  <a:close/>
                  <a:moveTo>
                    <a:pt x="1690356" y="1710608"/>
                  </a:moveTo>
                  <a:lnTo>
                    <a:pt x="1673029" y="1624601"/>
                  </a:lnTo>
                  <a:lnTo>
                    <a:pt x="1623200" y="1704612"/>
                  </a:lnTo>
                  <a:close/>
                  <a:moveTo>
                    <a:pt x="1209579" y="1155104"/>
                  </a:moveTo>
                  <a:lnTo>
                    <a:pt x="1239700" y="1234061"/>
                  </a:lnTo>
                  <a:lnTo>
                    <a:pt x="1190617" y="1132243"/>
                  </a:lnTo>
                  <a:close/>
                  <a:moveTo>
                    <a:pt x="2546993" y="2678754"/>
                  </a:moveTo>
                  <a:lnTo>
                    <a:pt x="2578312" y="2698052"/>
                  </a:lnTo>
                  <a:lnTo>
                    <a:pt x="2585352" y="2668833"/>
                  </a:lnTo>
                  <a:close/>
                  <a:moveTo>
                    <a:pt x="2028647" y="2185463"/>
                  </a:moveTo>
                  <a:lnTo>
                    <a:pt x="2075295" y="2210645"/>
                  </a:lnTo>
                  <a:lnTo>
                    <a:pt x="2089087" y="2168775"/>
                  </a:lnTo>
                  <a:close/>
                  <a:moveTo>
                    <a:pt x="2174692" y="2159772"/>
                  </a:moveTo>
                  <a:lnTo>
                    <a:pt x="2089087" y="2168775"/>
                  </a:lnTo>
                  <a:lnTo>
                    <a:pt x="2075295" y="2210645"/>
                  </a:lnTo>
                  <a:close/>
                  <a:moveTo>
                    <a:pt x="2174692" y="2159772"/>
                  </a:moveTo>
                  <a:lnTo>
                    <a:pt x="2081280" y="2075030"/>
                  </a:lnTo>
                  <a:lnTo>
                    <a:pt x="2089087" y="2168775"/>
                  </a:lnTo>
                  <a:close/>
                  <a:moveTo>
                    <a:pt x="2000758" y="2079901"/>
                  </a:moveTo>
                  <a:lnTo>
                    <a:pt x="2081280" y="2075030"/>
                  </a:lnTo>
                  <a:lnTo>
                    <a:pt x="2036045" y="2063898"/>
                  </a:lnTo>
                  <a:close/>
                  <a:moveTo>
                    <a:pt x="2598942" y="2558103"/>
                  </a:moveTo>
                  <a:lnTo>
                    <a:pt x="2699468" y="2636653"/>
                  </a:lnTo>
                  <a:lnTo>
                    <a:pt x="2704731" y="2532281"/>
                  </a:lnTo>
                  <a:close/>
                  <a:moveTo>
                    <a:pt x="1385862" y="1075734"/>
                  </a:moveTo>
                  <a:lnTo>
                    <a:pt x="1340381" y="957579"/>
                  </a:lnTo>
                  <a:lnTo>
                    <a:pt x="1331090" y="959578"/>
                  </a:lnTo>
                  <a:close/>
                  <a:moveTo>
                    <a:pt x="1513549" y="932426"/>
                  </a:moveTo>
                  <a:lnTo>
                    <a:pt x="1421716" y="1008562"/>
                  </a:lnTo>
                  <a:lnTo>
                    <a:pt x="1498145" y="1015660"/>
                  </a:lnTo>
                  <a:close/>
                  <a:moveTo>
                    <a:pt x="1513549" y="932426"/>
                  </a:moveTo>
                  <a:lnTo>
                    <a:pt x="1444447" y="928013"/>
                  </a:lnTo>
                  <a:lnTo>
                    <a:pt x="1421716" y="1008562"/>
                  </a:lnTo>
                  <a:close/>
                  <a:moveTo>
                    <a:pt x="1578179" y="919142"/>
                  </a:moveTo>
                  <a:lnTo>
                    <a:pt x="1513549" y="932426"/>
                  </a:lnTo>
                  <a:lnTo>
                    <a:pt x="1498145" y="1015660"/>
                  </a:lnTo>
                  <a:close/>
                  <a:moveTo>
                    <a:pt x="1133319" y="459217"/>
                  </a:moveTo>
                  <a:lnTo>
                    <a:pt x="1081201" y="440996"/>
                  </a:lnTo>
                  <a:lnTo>
                    <a:pt x="1192209" y="492589"/>
                  </a:lnTo>
                  <a:close/>
                  <a:moveTo>
                    <a:pt x="2007317" y="1234331"/>
                  </a:moveTo>
                  <a:lnTo>
                    <a:pt x="2048943" y="1251312"/>
                  </a:lnTo>
                  <a:lnTo>
                    <a:pt x="2101838" y="1291782"/>
                  </a:lnTo>
                  <a:close/>
                  <a:moveTo>
                    <a:pt x="1737186" y="1083573"/>
                  </a:moveTo>
                  <a:lnTo>
                    <a:pt x="1786323" y="1105391"/>
                  </a:lnTo>
                  <a:lnTo>
                    <a:pt x="1743678" y="1066704"/>
                  </a:lnTo>
                  <a:close/>
                  <a:moveTo>
                    <a:pt x="1786849" y="1131699"/>
                  </a:moveTo>
                  <a:lnTo>
                    <a:pt x="1851882" y="1139421"/>
                  </a:lnTo>
                  <a:lnTo>
                    <a:pt x="1737186" y="1083573"/>
                  </a:lnTo>
                  <a:close/>
                  <a:moveTo>
                    <a:pt x="1621873" y="804860"/>
                  </a:moveTo>
                  <a:lnTo>
                    <a:pt x="1534550" y="815260"/>
                  </a:lnTo>
                  <a:lnTo>
                    <a:pt x="1578179" y="919142"/>
                  </a:lnTo>
                  <a:close/>
                  <a:moveTo>
                    <a:pt x="1578179" y="919142"/>
                  </a:moveTo>
                  <a:lnTo>
                    <a:pt x="1534550" y="815260"/>
                  </a:lnTo>
                  <a:lnTo>
                    <a:pt x="1512137" y="852775"/>
                  </a:lnTo>
                  <a:close/>
                  <a:moveTo>
                    <a:pt x="1561122" y="820716"/>
                  </a:moveTo>
                  <a:lnTo>
                    <a:pt x="1633512" y="812715"/>
                  </a:lnTo>
                  <a:lnTo>
                    <a:pt x="1578179" y="919142"/>
                  </a:lnTo>
                  <a:close/>
                  <a:moveTo>
                    <a:pt x="1534550" y="815260"/>
                  </a:moveTo>
                  <a:lnTo>
                    <a:pt x="1563008" y="764312"/>
                  </a:lnTo>
                  <a:lnTo>
                    <a:pt x="1499785" y="806590"/>
                  </a:lnTo>
                  <a:close/>
                  <a:moveTo>
                    <a:pt x="1534550" y="815260"/>
                  </a:moveTo>
                  <a:lnTo>
                    <a:pt x="1621873" y="804860"/>
                  </a:lnTo>
                  <a:lnTo>
                    <a:pt x="1563008" y="764312"/>
                  </a:lnTo>
                  <a:close/>
                  <a:moveTo>
                    <a:pt x="1688820" y="811026"/>
                  </a:moveTo>
                  <a:lnTo>
                    <a:pt x="1621873" y="804860"/>
                  </a:lnTo>
                  <a:lnTo>
                    <a:pt x="1712078" y="827801"/>
                  </a:lnTo>
                  <a:close/>
                  <a:moveTo>
                    <a:pt x="1621873" y="804860"/>
                  </a:moveTo>
                  <a:lnTo>
                    <a:pt x="1633512" y="812715"/>
                  </a:lnTo>
                  <a:lnTo>
                    <a:pt x="1712078" y="827801"/>
                  </a:lnTo>
                  <a:close/>
                  <a:moveTo>
                    <a:pt x="1273953" y="505568"/>
                  </a:moveTo>
                  <a:lnTo>
                    <a:pt x="1321283" y="567182"/>
                  </a:lnTo>
                  <a:lnTo>
                    <a:pt x="1357586" y="498168"/>
                  </a:lnTo>
                  <a:close/>
                  <a:moveTo>
                    <a:pt x="1203065" y="502607"/>
                  </a:moveTo>
                  <a:lnTo>
                    <a:pt x="1321283" y="567182"/>
                  </a:lnTo>
                  <a:lnTo>
                    <a:pt x="1273953" y="505568"/>
                  </a:lnTo>
                  <a:close/>
                  <a:moveTo>
                    <a:pt x="1203065" y="502607"/>
                  </a:moveTo>
                  <a:lnTo>
                    <a:pt x="1267673" y="496076"/>
                  </a:lnTo>
                  <a:lnTo>
                    <a:pt x="1192209" y="492589"/>
                  </a:lnTo>
                  <a:close/>
                  <a:moveTo>
                    <a:pt x="2227982" y="1515895"/>
                  </a:moveTo>
                  <a:lnTo>
                    <a:pt x="2297466" y="1519997"/>
                  </a:lnTo>
                  <a:lnTo>
                    <a:pt x="2261104" y="1487229"/>
                  </a:lnTo>
                  <a:close/>
                  <a:moveTo>
                    <a:pt x="2297466" y="1519997"/>
                  </a:moveTo>
                  <a:lnTo>
                    <a:pt x="2349274" y="1538223"/>
                  </a:lnTo>
                  <a:lnTo>
                    <a:pt x="2261104" y="1487229"/>
                  </a:lnTo>
                  <a:close/>
                  <a:moveTo>
                    <a:pt x="1560709" y="431194"/>
                  </a:moveTo>
                  <a:lnTo>
                    <a:pt x="1508484" y="469631"/>
                  </a:lnTo>
                  <a:lnTo>
                    <a:pt x="1560325" y="513409"/>
                  </a:lnTo>
                  <a:close/>
                  <a:moveTo>
                    <a:pt x="1514629" y="348979"/>
                  </a:moveTo>
                  <a:lnTo>
                    <a:pt x="1508484" y="469631"/>
                  </a:lnTo>
                  <a:lnTo>
                    <a:pt x="1560709" y="431194"/>
                  </a:lnTo>
                  <a:close/>
                  <a:moveTo>
                    <a:pt x="1832308" y="783461"/>
                  </a:moveTo>
                  <a:lnTo>
                    <a:pt x="1774611" y="760055"/>
                  </a:lnTo>
                  <a:lnTo>
                    <a:pt x="1884770" y="764405"/>
                  </a:lnTo>
                  <a:close/>
                  <a:moveTo>
                    <a:pt x="1560709" y="431194"/>
                  </a:moveTo>
                  <a:lnTo>
                    <a:pt x="1559468" y="384130"/>
                  </a:lnTo>
                  <a:lnTo>
                    <a:pt x="1586374" y="310542"/>
                  </a:lnTo>
                  <a:close/>
                  <a:moveTo>
                    <a:pt x="1560709" y="431194"/>
                  </a:moveTo>
                  <a:lnTo>
                    <a:pt x="1586374" y="310542"/>
                  </a:lnTo>
                  <a:lnTo>
                    <a:pt x="1514629" y="348979"/>
                  </a:lnTo>
                  <a:close/>
                  <a:moveTo>
                    <a:pt x="1514629" y="348979"/>
                  </a:moveTo>
                  <a:lnTo>
                    <a:pt x="1586374" y="310542"/>
                  </a:lnTo>
                  <a:lnTo>
                    <a:pt x="1485853" y="324097"/>
                  </a:lnTo>
                  <a:close/>
                  <a:moveTo>
                    <a:pt x="2175109" y="847612"/>
                  </a:moveTo>
                  <a:lnTo>
                    <a:pt x="2110452" y="765397"/>
                  </a:lnTo>
                  <a:lnTo>
                    <a:pt x="2091625" y="865513"/>
                  </a:lnTo>
                  <a:close/>
                  <a:moveTo>
                    <a:pt x="1794432" y="474973"/>
                  </a:moveTo>
                  <a:lnTo>
                    <a:pt x="1761929" y="451313"/>
                  </a:lnTo>
                  <a:lnTo>
                    <a:pt x="1809256" y="482070"/>
                  </a:lnTo>
                  <a:close/>
                  <a:moveTo>
                    <a:pt x="1809256" y="482070"/>
                  </a:moveTo>
                  <a:lnTo>
                    <a:pt x="1761929" y="451313"/>
                  </a:lnTo>
                  <a:lnTo>
                    <a:pt x="1792470" y="482766"/>
                  </a:lnTo>
                  <a:close/>
                  <a:moveTo>
                    <a:pt x="1722659" y="383147"/>
                  </a:moveTo>
                  <a:lnTo>
                    <a:pt x="1794432" y="474973"/>
                  </a:lnTo>
                  <a:lnTo>
                    <a:pt x="1734742" y="392758"/>
                  </a:lnTo>
                  <a:close/>
                  <a:moveTo>
                    <a:pt x="1660750" y="268945"/>
                  </a:moveTo>
                  <a:lnTo>
                    <a:pt x="1655616" y="276967"/>
                  </a:lnTo>
                  <a:lnTo>
                    <a:pt x="1685039" y="296302"/>
                  </a:lnTo>
                  <a:close/>
                  <a:moveTo>
                    <a:pt x="1888684" y="269264"/>
                  </a:moveTo>
                  <a:lnTo>
                    <a:pt x="1949992" y="299197"/>
                  </a:lnTo>
                  <a:lnTo>
                    <a:pt x="1834778" y="252497"/>
                  </a:lnTo>
                  <a:close/>
                  <a:moveTo>
                    <a:pt x="2051121" y="277448"/>
                  </a:moveTo>
                  <a:lnTo>
                    <a:pt x="1985214" y="215685"/>
                  </a:lnTo>
                  <a:lnTo>
                    <a:pt x="1949992" y="299197"/>
                  </a:lnTo>
                  <a:close/>
                  <a:moveTo>
                    <a:pt x="1949992" y="299197"/>
                  </a:moveTo>
                  <a:lnTo>
                    <a:pt x="1985214" y="215685"/>
                  </a:lnTo>
                  <a:lnTo>
                    <a:pt x="1860277" y="242422"/>
                  </a:lnTo>
                  <a:close/>
                  <a:moveTo>
                    <a:pt x="1973655" y="0"/>
                  </a:moveTo>
                  <a:lnTo>
                    <a:pt x="2059593" y="74581"/>
                  </a:lnTo>
                  <a:lnTo>
                    <a:pt x="2073717" y="7933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99" name="Candidate_density__2098">
              <a:extLst>
                <a:ext uri="{FF2B5EF4-FFF2-40B4-BE49-F238E27FC236}">
                  <a16:creationId xmlns:a16="http://schemas.microsoft.com/office/drawing/2014/main" id="{12797DA8-B79F-7DB2-5137-BA93FF9BF001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08053"/>
              <a:ext cx="2657016" cy="3121956"/>
            </a:xfrm>
            <a:custGeom>
              <a:avLst/>
              <a:gdLst/>
              <a:ahLst/>
              <a:cxnLst/>
              <a:rect l="0" t="0" r="0" b="0"/>
              <a:pathLst>
                <a:path w="2657016" h="3121956">
                  <a:moveTo>
                    <a:pt x="686478" y="2652043"/>
                  </a:moveTo>
                  <a:lnTo>
                    <a:pt x="770075" y="2706622"/>
                  </a:lnTo>
                  <a:lnTo>
                    <a:pt x="799387" y="2616345"/>
                  </a:lnTo>
                  <a:close/>
                  <a:moveTo>
                    <a:pt x="770075" y="2706622"/>
                  </a:moveTo>
                  <a:lnTo>
                    <a:pt x="816157" y="2613606"/>
                  </a:lnTo>
                  <a:lnTo>
                    <a:pt x="799387" y="2616345"/>
                  </a:lnTo>
                  <a:close/>
                  <a:moveTo>
                    <a:pt x="882005" y="2631248"/>
                  </a:moveTo>
                  <a:lnTo>
                    <a:pt x="816157" y="2613606"/>
                  </a:lnTo>
                  <a:lnTo>
                    <a:pt x="770075" y="2706622"/>
                  </a:lnTo>
                  <a:close/>
                  <a:moveTo>
                    <a:pt x="660567" y="2531391"/>
                  </a:moveTo>
                  <a:lnTo>
                    <a:pt x="589504" y="2465608"/>
                  </a:lnTo>
                  <a:lnTo>
                    <a:pt x="595201" y="2487613"/>
                  </a:lnTo>
                  <a:close/>
                  <a:moveTo>
                    <a:pt x="545218" y="2423235"/>
                  </a:moveTo>
                  <a:lnTo>
                    <a:pt x="595201" y="2487613"/>
                  </a:lnTo>
                  <a:lnTo>
                    <a:pt x="589504" y="2465608"/>
                  </a:lnTo>
                  <a:close/>
                  <a:moveTo>
                    <a:pt x="800891" y="2515030"/>
                  </a:moveTo>
                  <a:lnTo>
                    <a:pt x="728834" y="2513020"/>
                  </a:lnTo>
                  <a:lnTo>
                    <a:pt x="718318" y="2576568"/>
                  </a:lnTo>
                  <a:close/>
                  <a:moveTo>
                    <a:pt x="800891" y="2515030"/>
                  </a:moveTo>
                  <a:lnTo>
                    <a:pt x="810524" y="2427448"/>
                  </a:lnTo>
                  <a:lnTo>
                    <a:pt x="739144" y="2439229"/>
                  </a:lnTo>
                  <a:close/>
                  <a:moveTo>
                    <a:pt x="492895" y="2075858"/>
                  </a:moveTo>
                  <a:lnTo>
                    <a:pt x="425709" y="2037718"/>
                  </a:lnTo>
                  <a:lnTo>
                    <a:pt x="546748" y="2081879"/>
                  </a:lnTo>
                  <a:close/>
                  <a:moveTo>
                    <a:pt x="425916" y="2040640"/>
                  </a:moveTo>
                  <a:lnTo>
                    <a:pt x="485050" y="2089566"/>
                  </a:lnTo>
                  <a:lnTo>
                    <a:pt x="546748" y="2081879"/>
                  </a:lnTo>
                  <a:close/>
                  <a:moveTo>
                    <a:pt x="896" y="1566189"/>
                  </a:moveTo>
                  <a:lnTo>
                    <a:pt x="44290" y="1506374"/>
                  </a:lnTo>
                  <a:lnTo>
                    <a:pt x="37683" y="1510255"/>
                  </a:lnTo>
                  <a:close/>
                  <a:moveTo>
                    <a:pt x="977700" y="2454519"/>
                  </a:moveTo>
                  <a:lnTo>
                    <a:pt x="935273" y="2492955"/>
                  </a:lnTo>
                  <a:lnTo>
                    <a:pt x="984871" y="2521988"/>
                  </a:lnTo>
                  <a:close/>
                  <a:moveTo>
                    <a:pt x="886861" y="2410740"/>
                  </a:moveTo>
                  <a:lnTo>
                    <a:pt x="977700" y="2454519"/>
                  </a:lnTo>
                  <a:lnTo>
                    <a:pt x="992733" y="2372304"/>
                  </a:lnTo>
                  <a:close/>
                  <a:moveTo>
                    <a:pt x="818206" y="2400862"/>
                  </a:moveTo>
                  <a:lnTo>
                    <a:pt x="810524" y="2427448"/>
                  </a:lnTo>
                  <a:lnTo>
                    <a:pt x="861287" y="2410740"/>
                  </a:lnTo>
                  <a:close/>
                  <a:moveTo>
                    <a:pt x="837732" y="2313971"/>
                  </a:moveTo>
                  <a:lnTo>
                    <a:pt x="893906" y="2299819"/>
                  </a:lnTo>
                  <a:lnTo>
                    <a:pt x="887095" y="2290088"/>
                  </a:lnTo>
                  <a:close/>
                  <a:moveTo>
                    <a:pt x="818206" y="2400862"/>
                  </a:moveTo>
                  <a:lnTo>
                    <a:pt x="875550" y="2391910"/>
                  </a:lnTo>
                  <a:lnTo>
                    <a:pt x="837732" y="2313971"/>
                  </a:lnTo>
                  <a:close/>
                  <a:moveTo>
                    <a:pt x="98633" y="1385722"/>
                  </a:moveTo>
                  <a:lnTo>
                    <a:pt x="22179" y="1322675"/>
                  </a:lnTo>
                  <a:lnTo>
                    <a:pt x="0" y="1341943"/>
                  </a:lnTo>
                  <a:close/>
                  <a:moveTo>
                    <a:pt x="27654" y="1235828"/>
                  </a:moveTo>
                  <a:lnTo>
                    <a:pt x="107235" y="1254709"/>
                  </a:lnTo>
                  <a:lnTo>
                    <a:pt x="0" y="1341943"/>
                  </a:lnTo>
                  <a:close/>
                  <a:moveTo>
                    <a:pt x="82021" y="1234524"/>
                  </a:moveTo>
                  <a:lnTo>
                    <a:pt x="92007" y="1197774"/>
                  </a:lnTo>
                  <a:lnTo>
                    <a:pt x="23711" y="1221085"/>
                  </a:lnTo>
                  <a:close/>
                  <a:moveTo>
                    <a:pt x="910344" y="2290088"/>
                  </a:moveTo>
                  <a:lnTo>
                    <a:pt x="992733" y="2372304"/>
                  </a:lnTo>
                  <a:lnTo>
                    <a:pt x="909648" y="2287021"/>
                  </a:lnTo>
                  <a:close/>
                  <a:moveTo>
                    <a:pt x="947234" y="2207873"/>
                  </a:moveTo>
                  <a:lnTo>
                    <a:pt x="910344" y="2290088"/>
                  </a:lnTo>
                  <a:lnTo>
                    <a:pt x="897183" y="2197063"/>
                  </a:lnTo>
                  <a:close/>
                  <a:moveTo>
                    <a:pt x="291376" y="1449323"/>
                  </a:moveTo>
                  <a:lnTo>
                    <a:pt x="294131" y="1467938"/>
                  </a:lnTo>
                  <a:lnTo>
                    <a:pt x="263196" y="1448101"/>
                  </a:lnTo>
                  <a:close/>
                  <a:moveTo>
                    <a:pt x="130234" y="1125497"/>
                  </a:moveTo>
                  <a:lnTo>
                    <a:pt x="23711" y="1221085"/>
                  </a:lnTo>
                  <a:lnTo>
                    <a:pt x="92007" y="1197774"/>
                  </a:lnTo>
                  <a:close/>
                  <a:moveTo>
                    <a:pt x="1911485" y="3117582"/>
                  </a:moveTo>
                  <a:lnTo>
                    <a:pt x="1852465" y="3106112"/>
                  </a:lnTo>
                  <a:lnTo>
                    <a:pt x="1907710" y="3121956"/>
                  </a:lnTo>
                  <a:close/>
                  <a:moveTo>
                    <a:pt x="130234" y="1125497"/>
                  </a:moveTo>
                  <a:lnTo>
                    <a:pt x="137516" y="1089315"/>
                  </a:lnTo>
                  <a:lnTo>
                    <a:pt x="90284" y="1182855"/>
                  </a:lnTo>
                  <a:close/>
                  <a:moveTo>
                    <a:pt x="87007" y="963877"/>
                  </a:moveTo>
                  <a:lnTo>
                    <a:pt x="141027" y="979989"/>
                  </a:lnTo>
                  <a:lnTo>
                    <a:pt x="138698" y="988262"/>
                  </a:lnTo>
                  <a:close/>
                  <a:moveTo>
                    <a:pt x="1950412" y="3117582"/>
                  </a:moveTo>
                  <a:lnTo>
                    <a:pt x="1913711" y="3119898"/>
                  </a:lnTo>
                  <a:lnTo>
                    <a:pt x="1907710" y="3121956"/>
                  </a:lnTo>
                  <a:close/>
                  <a:moveTo>
                    <a:pt x="1915321" y="3115769"/>
                  </a:moveTo>
                  <a:lnTo>
                    <a:pt x="1913711" y="3119898"/>
                  </a:lnTo>
                  <a:lnTo>
                    <a:pt x="1950412" y="3117582"/>
                  </a:lnTo>
                  <a:close/>
                  <a:moveTo>
                    <a:pt x="1923723" y="3008846"/>
                  </a:moveTo>
                  <a:lnTo>
                    <a:pt x="1961451" y="3035367"/>
                  </a:lnTo>
                  <a:lnTo>
                    <a:pt x="1903229" y="2925415"/>
                  </a:lnTo>
                  <a:close/>
                  <a:moveTo>
                    <a:pt x="1279275" y="2204591"/>
                  </a:moveTo>
                  <a:lnTo>
                    <a:pt x="1338263" y="2180932"/>
                  </a:lnTo>
                  <a:lnTo>
                    <a:pt x="1315279" y="2174779"/>
                  </a:lnTo>
                  <a:close/>
                  <a:moveTo>
                    <a:pt x="1315279" y="2174779"/>
                  </a:moveTo>
                  <a:lnTo>
                    <a:pt x="1338263" y="2180932"/>
                  </a:lnTo>
                  <a:lnTo>
                    <a:pt x="1335497" y="2136136"/>
                  </a:lnTo>
                  <a:close/>
                  <a:moveTo>
                    <a:pt x="807684" y="1608679"/>
                  </a:moveTo>
                  <a:lnTo>
                    <a:pt x="864493" y="1623086"/>
                  </a:lnTo>
                  <a:lnTo>
                    <a:pt x="813008" y="1575926"/>
                  </a:lnTo>
                  <a:close/>
                  <a:moveTo>
                    <a:pt x="864493" y="1623086"/>
                  </a:moveTo>
                  <a:lnTo>
                    <a:pt x="876823" y="1535863"/>
                  </a:lnTo>
                  <a:lnTo>
                    <a:pt x="813008" y="1575926"/>
                  </a:lnTo>
                  <a:close/>
                  <a:moveTo>
                    <a:pt x="423577" y="1234539"/>
                  </a:moveTo>
                  <a:lnTo>
                    <a:pt x="432489" y="1226634"/>
                  </a:lnTo>
                  <a:lnTo>
                    <a:pt x="390674" y="1204871"/>
                  </a:lnTo>
                  <a:close/>
                  <a:moveTo>
                    <a:pt x="155778" y="979989"/>
                  </a:moveTo>
                  <a:lnTo>
                    <a:pt x="213033" y="1062204"/>
                  </a:lnTo>
                  <a:lnTo>
                    <a:pt x="154427" y="975475"/>
                  </a:lnTo>
                  <a:close/>
                  <a:moveTo>
                    <a:pt x="2163494" y="3066072"/>
                  </a:moveTo>
                  <a:lnTo>
                    <a:pt x="2120743" y="3121436"/>
                  </a:lnTo>
                  <a:lnTo>
                    <a:pt x="2245311" y="3093318"/>
                  </a:lnTo>
                  <a:close/>
                  <a:moveTo>
                    <a:pt x="1337069" y="2081811"/>
                  </a:moveTo>
                  <a:lnTo>
                    <a:pt x="1315279" y="2174779"/>
                  </a:lnTo>
                  <a:lnTo>
                    <a:pt x="1335497" y="2136136"/>
                  </a:lnTo>
                  <a:close/>
                  <a:moveTo>
                    <a:pt x="1285576" y="2163174"/>
                  </a:moveTo>
                  <a:lnTo>
                    <a:pt x="1315279" y="2174779"/>
                  </a:lnTo>
                  <a:lnTo>
                    <a:pt x="1337069" y="2081811"/>
                  </a:lnTo>
                  <a:close/>
                  <a:moveTo>
                    <a:pt x="1277137" y="2069943"/>
                  </a:moveTo>
                  <a:lnTo>
                    <a:pt x="1285576" y="2163174"/>
                  </a:lnTo>
                  <a:lnTo>
                    <a:pt x="1337069" y="2081811"/>
                  </a:lnTo>
                  <a:close/>
                  <a:moveTo>
                    <a:pt x="1337069" y="2081811"/>
                  </a:moveTo>
                  <a:lnTo>
                    <a:pt x="1335497" y="2136136"/>
                  </a:lnTo>
                  <a:lnTo>
                    <a:pt x="1349991" y="2092564"/>
                  </a:lnTo>
                  <a:close/>
                  <a:moveTo>
                    <a:pt x="1235631" y="1826211"/>
                  </a:moveTo>
                  <a:lnTo>
                    <a:pt x="1311279" y="1889697"/>
                  </a:lnTo>
                  <a:lnTo>
                    <a:pt x="1309471" y="1904063"/>
                  </a:lnTo>
                  <a:close/>
                  <a:moveTo>
                    <a:pt x="1109523" y="1645157"/>
                  </a:moveTo>
                  <a:lnTo>
                    <a:pt x="1050541" y="1691505"/>
                  </a:lnTo>
                  <a:lnTo>
                    <a:pt x="1042869" y="1738845"/>
                  </a:lnTo>
                  <a:close/>
                  <a:moveTo>
                    <a:pt x="1109523" y="1645157"/>
                  </a:moveTo>
                  <a:lnTo>
                    <a:pt x="1042869" y="1738845"/>
                  </a:lnTo>
                  <a:lnTo>
                    <a:pt x="1113591" y="1741942"/>
                  </a:lnTo>
                  <a:close/>
                  <a:moveTo>
                    <a:pt x="878228" y="1511827"/>
                  </a:moveTo>
                  <a:lnTo>
                    <a:pt x="905036" y="1426142"/>
                  </a:lnTo>
                  <a:lnTo>
                    <a:pt x="820195" y="1498415"/>
                  </a:lnTo>
                  <a:close/>
                  <a:moveTo>
                    <a:pt x="839052" y="1396407"/>
                  </a:moveTo>
                  <a:lnTo>
                    <a:pt x="776946" y="1352628"/>
                  </a:lnTo>
                  <a:lnTo>
                    <a:pt x="790130" y="1434843"/>
                  </a:lnTo>
                  <a:close/>
                  <a:moveTo>
                    <a:pt x="2244014" y="3030324"/>
                  </a:moveTo>
                  <a:lnTo>
                    <a:pt x="2163494" y="3066072"/>
                  </a:lnTo>
                  <a:lnTo>
                    <a:pt x="2245311" y="3093318"/>
                  </a:lnTo>
                  <a:close/>
                  <a:moveTo>
                    <a:pt x="2232152" y="2939875"/>
                  </a:moveTo>
                  <a:lnTo>
                    <a:pt x="2233210" y="2958494"/>
                  </a:lnTo>
                  <a:lnTo>
                    <a:pt x="2241013" y="2862048"/>
                  </a:lnTo>
                  <a:close/>
                  <a:moveTo>
                    <a:pt x="1834209" y="2455702"/>
                  </a:moveTo>
                  <a:lnTo>
                    <a:pt x="1800227" y="2448101"/>
                  </a:lnTo>
                  <a:lnTo>
                    <a:pt x="1857391" y="2478922"/>
                  </a:lnTo>
                  <a:close/>
                  <a:moveTo>
                    <a:pt x="905036" y="1426142"/>
                  </a:moveTo>
                  <a:lnTo>
                    <a:pt x="915705" y="1381266"/>
                  </a:lnTo>
                  <a:lnTo>
                    <a:pt x="839052" y="1396407"/>
                  </a:lnTo>
                  <a:close/>
                  <a:moveTo>
                    <a:pt x="910168" y="1285676"/>
                  </a:moveTo>
                  <a:lnTo>
                    <a:pt x="851341" y="1275755"/>
                  </a:lnTo>
                  <a:lnTo>
                    <a:pt x="820476" y="1388647"/>
                  </a:lnTo>
                  <a:close/>
                  <a:moveTo>
                    <a:pt x="915705" y="1381266"/>
                  </a:moveTo>
                  <a:lnTo>
                    <a:pt x="910168" y="1285676"/>
                  </a:lnTo>
                  <a:lnTo>
                    <a:pt x="820476" y="1388647"/>
                  </a:lnTo>
                  <a:close/>
                  <a:moveTo>
                    <a:pt x="1049697" y="1357970"/>
                  </a:moveTo>
                  <a:lnTo>
                    <a:pt x="1075044" y="1473003"/>
                  </a:lnTo>
                  <a:lnTo>
                    <a:pt x="1078975" y="1440185"/>
                  </a:lnTo>
                  <a:close/>
                  <a:moveTo>
                    <a:pt x="992534" y="1474625"/>
                  </a:moveTo>
                  <a:lnTo>
                    <a:pt x="1075044" y="1473003"/>
                  </a:lnTo>
                  <a:lnTo>
                    <a:pt x="1049697" y="1357970"/>
                  </a:lnTo>
                  <a:close/>
                  <a:moveTo>
                    <a:pt x="821220" y="1197305"/>
                  </a:moveTo>
                  <a:lnTo>
                    <a:pt x="910168" y="1285676"/>
                  </a:lnTo>
                  <a:lnTo>
                    <a:pt x="850321" y="1231976"/>
                  </a:lnTo>
                  <a:close/>
                  <a:moveTo>
                    <a:pt x="2335567" y="2816300"/>
                  </a:moveTo>
                  <a:lnTo>
                    <a:pt x="2241013" y="2862048"/>
                  </a:lnTo>
                  <a:lnTo>
                    <a:pt x="2313545" y="2854573"/>
                  </a:lnTo>
                  <a:close/>
                  <a:moveTo>
                    <a:pt x="2335567" y="2816300"/>
                  </a:moveTo>
                  <a:lnTo>
                    <a:pt x="2298299" y="2797572"/>
                  </a:lnTo>
                  <a:lnTo>
                    <a:pt x="2242611" y="2831280"/>
                  </a:lnTo>
                  <a:close/>
                  <a:moveTo>
                    <a:pt x="1812581" y="2159639"/>
                  </a:moveTo>
                  <a:lnTo>
                    <a:pt x="1809641" y="2262336"/>
                  </a:lnTo>
                  <a:lnTo>
                    <a:pt x="1852418" y="2245126"/>
                  </a:lnTo>
                  <a:close/>
                  <a:moveTo>
                    <a:pt x="1812581" y="2159639"/>
                  </a:moveTo>
                  <a:lnTo>
                    <a:pt x="1852418" y="2245126"/>
                  </a:lnTo>
                  <a:lnTo>
                    <a:pt x="1899964" y="2207691"/>
                  </a:lnTo>
                  <a:close/>
                  <a:moveTo>
                    <a:pt x="1599555" y="1920485"/>
                  </a:moveTo>
                  <a:lnTo>
                    <a:pt x="1571389" y="1912405"/>
                  </a:lnTo>
                  <a:lnTo>
                    <a:pt x="1627996" y="1963363"/>
                  </a:lnTo>
                  <a:close/>
                  <a:moveTo>
                    <a:pt x="1152007" y="1361808"/>
                  </a:moveTo>
                  <a:lnTo>
                    <a:pt x="1222288" y="1345917"/>
                  </a:lnTo>
                  <a:lnTo>
                    <a:pt x="1147150" y="1440185"/>
                  </a:lnTo>
                  <a:close/>
                  <a:moveTo>
                    <a:pt x="1205017" y="1327838"/>
                  </a:moveTo>
                  <a:lnTo>
                    <a:pt x="1121008" y="1335543"/>
                  </a:lnTo>
                  <a:lnTo>
                    <a:pt x="1147150" y="1440185"/>
                  </a:lnTo>
                  <a:close/>
                  <a:moveTo>
                    <a:pt x="1986195" y="2185463"/>
                  </a:moveTo>
                  <a:lnTo>
                    <a:pt x="1963827" y="2223900"/>
                  </a:lnTo>
                  <a:lnTo>
                    <a:pt x="1981331" y="2233252"/>
                  </a:lnTo>
                  <a:close/>
                  <a:moveTo>
                    <a:pt x="1963827" y="2223900"/>
                  </a:moveTo>
                  <a:lnTo>
                    <a:pt x="1986195" y="2185463"/>
                  </a:lnTo>
                  <a:lnTo>
                    <a:pt x="1899964" y="2207691"/>
                  </a:lnTo>
                  <a:close/>
                  <a:moveTo>
                    <a:pt x="2032844" y="2210645"/>
                  </a:moveTo>
                  <a:lnTo>
                    <a:pt x="1981331" y="2233252"/>
                  </a:lnTo>
                  <a:lnTo>
                    <a:pt x="2116048" y="2243071"/>
                  </a:lnTo>
                  <a:close/>
                  <a:moveTo>
                    <a:pt x="1708291" y="1861698"/>
                  </a:moveTo>
                  <a:lnTo>
                    <a:pt x="1750795" y="1887735"/>
                  </a:lnTo>
                  <a:lnTo>
                    <a:pt x="1731815" y="1803074"/>
                  </a:lnTo>
                  <a:close/>
                  <a:moveTo>
                    <a:pt x="1603986" y="1721850"/>
                  </a:moveTo>
                  <a:lnTo>
                    <a:pt x="1650462" y="1774388"/>
                  </a:lnTo>
                  <a:lnTo>
                    <a:pt x="1580748" y="1704612"/>
                  </a:lnTo>
                  <a:close/>
                  <a:moveTo>
                    <a:pt x="1580748" y="1704612"/>
                  </a:moveTo>
                  <a:lnTo>
                    <a:pt x="1650462" y="1774388"/>
                  </a:lnTo>
                  <a:lnTo>
                    <a:pt x="1664476" y="1797227"/>
                  </a:lnTo>
                  <a:close/>
                  <a:moveTo>
                    <a:pt x="1580748" y="1704612"/>
                  </a:moveTo>
                  <a:lnTo>
                    <a:pt x="1664476" y="1797227"/>
                  </a:lnTo>
                  <a:lnTo>
                    <a:pt x="1647904" y="1710608"/>
                  </a:lnTo>
                  <a:close/>
                  <a:moveTo>
                    <a:pt x="1128296" y="1129433"/>
                  </a:moveTo>
                  <a:lnTo>
                    <a:pt x="1167128" y="1155104"/>
                  </a:lnTo>
                  <a:lnTo>
                    <a:pt x="1148166" y="1132243"/>
                  </a:lnTo>
                  <a:close/>
                  <a:moveTo>
                    <a:pt x="2132241" y="2159772"/>
                  </a:moveTo>
                  <a:lnTo>
                    <a:pt x="2032844" y="2210645"/>
                  </a:lnTo>
                  <a:lnTo>
                    <a:pt x="2116048" y="2243071"/>
                  </a:lnTo>
                  <a:close/>
                  <a:moveTo>
                    <a:pt x="2132241" y="2159772"/>
                  </a:moveTo>
                  <a:lnTo>
                    <a:pt x="2122097" y="2064812"/>
                  </a:lnTo>
                  <a:lnTo>
                    <a:pt x="2038828" y="2075030"/>
                  </a:lnTo>
                  <a:close/>
                  <a:moveTo>
                    <a:pt x="2064025" y="2048567"/>
                  </a:moveTo>
                  <a:lnTo>
                    <a:pt x="1993594" y="2063898"/>
                  </a:lnTo>
                  <a:lnTo>
                    <a:pt x="2122097" y="2064812"/>
                  </a:lnTo>
                  <a:close/>
                  <a:moveTo>
                    <a:pt x="2122097" y="2064812"/>
                  </a:moveTo>
                  <a:lnTo>
                    <a:pt x="1993594" y="2063898"/>
                  </a:lnTo>
                  <a:lnTo>
                    <a:pt x="2038828" y="2075030"/>
                  </a:lnTo>
                  <a:close/>
                  <a:moveTo>
                    <a:pt x="2556491" y="2558103"/>
                  </a:moveTo>
                  <a:lnTo>
                    <a:pt x="2633486" y="2640317"/>
                  </a:lnTo>
                  <a:lnTo>
                    <a:pt x="2657016" y="2636653"/>
                  </a:lnTo>
                  <a:close/>
                  <a:moveTo>
                    <a:pt x="1379264" y="1008562"/>
                  </a:moveTo>
                  <a:lnTo>
                    <a:pt x="1297930" y="957579"/>
                  </a:lnTo>
                  <a:lnTo>
                    <a:pt x="1343411" y="1075734"/>
                  </a:lnTo>
                  <a:close/>
                  <a:moveTo>
                    <a:pt x="2253797" y="1833832"/>
                  </a:moveTo>
                  <a:lnTo>
                    <a:pt x="2223146" y="1823509"/>
                  </a:lnTo>
                  <a:lnTo>
                    <a:pt x="2245880" y="1927792"/>
                  </a:lnTo>
                  <a:close/>
                  <a:moveTo>
                    <a:pt x="2245880" y="1927792"/>
                  </a:moveTo>
                  <a:lnTo>
                    <a:pt x="2223146" y="1823509"/>
                  </a:lnTo>
                  <a:lnTo>
                    <a:pt x="2169929" y="1828856"/>
                  </a:lnTo>
                  <a:close/>
                  <a:moveTo>
                    <a:pt x="2267457" y="1823509"/>
                  </a:moveTo>
                  <a:lnTo>
                    <a:pt x="2253797" y="1833832"/>
                  </a:lnTo>
                  <a:lnTo>
                    <a:pt x="2314401" y="1832586"/>
                  </a:lnTo>
                  <a:close/>
                  <a:moveTo>
                    <a:pt x="2155255" y="1779730"/>
                  </a:moveTo>
                  <a:lnTo>
                    <a:pt x="2169929" y="1828856"/>
                  </a:lnTo>
                  <a:lnTo>
                    <a:pt x="2223146" y="1823509"/>
                  </a:lnTo>
                  <a:close/>
                  <a:moveTo>
                    <a:pt x="2155255" y="1779730"/>
                  </a:moveTo>
                  <a:lnTo>
                    <a:pt x="2223146" y="1823509"/>
                  </a:lnTo>
                  <a:lnTo>
                    <a:pt x="2157641" y="1741294"/>
                  </a:lnTo>
                  <a:close/>
                  <a:moveTo>
                    <a:pt x="1471098" y="932426"/>
                  </a:moveTo>
                  <a:lnTo>
                    <a:pt x="1469686" y="852775"/>
                  </a:lnTo>
                  <a:lnTo>
                    <a:pt x="1407250" y="897995"/>
                  </a:lnTo>
                  <a:close/>
                  <a:moveTo>
                    <a:pt x="1455693" y="1015660"/>
                  </a:moveTo>
                  <a:lnTo>
                    <a:pt x="1559797" y="1020999"/>
                  </a:lnTo>
                  <a:lnTo>
                    <a:pt x="1535727" y="919142"/>
                  </a:lnTo>
                  <a:close/>
                  <a:moveTo>
                    <a:pt x="2223146" y="1823509"/>
                  </a:moveTo>
                  <a:lnTo>
                    <a:pt x="2253797" y="1833832"/>
                  </a:lnTo>
                  <a:lnTo>
                    <a:pt x="2255837" y="1819606"/>
                  </a:lnTo>
                  <a:close/>
                  <a:moveTo>
                    <a:pt x="2223146" y="1823509"/>
                  </a:moveTo>
                  <a:lnTo>
                    <a:pt x="2255837" y="1819606"/>
                  </a:lnTo>
                  <a:lnTo>
                    <a:pt x="2157641" y="1741294"/>
                  </a:lnTo>
                  <a:close/>
                  <a:moveTo>
                    <a:pt x="2255837" y="1819606"/>
                  </a:moveTo>
                  <a:lnTo>
                    <a:pt x="2253797" y="1833832"/>
                  </a:lnTo>
                  <a:lnTo>
                    <a:pt x="2267457" y="1823509"/>
                  </a:lnTo>
                  <a:close/>
                  <a:moveTo>
                    <a:pt x="1806746" y="1061810"/>
                  </a:moveTo>
                  <a:lnTo>
                    <a:pt x="1743872" y="1105391"/>
                  </a:lnTo>
                  <a:lnTo>
                    <a:pt x="1694734" y="1083573"/>
                  </a:lnTo>
                  <a:close/>
                  <a:moveTo>
                    <a:pt x="1809430" y="1139421"/>
                  </a:moveTo>
                  <a:lnTo>
                    <a:pt x="1806746" y="1061810"/>
                  </a:lnTo>
                  <a:lnTo>
                    <a:pt x="1694734" y="1083573"/>
                  </a:lnTo>
                  <a:close/>
                  <a:moveTo>
                    <a:pt x="1742333" y="993785"/>
                  </a:moveTo>
                  <a:lnTo>
                    <a:pt x="1694734" y="1083573"/>
                  </a:lnTo>
                  <a:lnTo>
                    <a:pt x="1701227" y="1066704"/>
                  </a:lnTo>
                  <a:close/>
                  <a:moveTo>
                    <a:pt x="1535727" y="919142"/>
                  </a:moveTo>
                  <a:lnTo>
                    <a:pt x="1545456" y="1001358"/>
                  </a:lnTo>
                  <a:lnTo>
                    <a:pt x="1518980" y="893499"/>
                  </a:lnTo>
                  <a:close/>
                  <a:moveTo>
                    <a:pt x="1315134" y="498168"/>
                  </a:moveTo>
                  <a:lnTo>
                    <a:pt x="1306462" y="590282"/>
                  </a:lnTo>
                  <a:lnTo>
                    <a:pt x="1315661" y="555557"/>
                  </a:lnTo>
                  <a:close/>
                  <a:moveTo>
                    <a:pt x="1278831" y="567182"/>
                  </a:moveTo>
                  <a:lnTo>
                    <a:pt x="1306462" y="590282"/>
                  </a:lnTo>
                  <a:lnTo>
                    <a:pt x="1315134" y="498168"/>
                  </a:lnTo>
                  <a:close/>
                  <a:moveTo>
                    <a:pt x="2255015" y="1519997"/>
                  </a:moveTo>
                  <a:lnTo>
                    <a:pt x="2283558" y="1596885"/>
                  </a:lnTo>
                  <a:lnTo>
                    <a:pt x="2306917" y="1538394"/>
                  </a:lnTo>
                  <a:close/>
                  <a:moveTo>
                    <a:pt x="2255015" y="1519997"/>
                  </a:moveTo>
                  <a:lnTo>
                    <a:pt x="2306917" y="1538394"/>
                  </a:lnTo>
                  <a:lnTo>
                    <a:pt x="2306822" y="1538223"/>
                  </a:lnTo>
                  <a:close/>
                  <a:moveTo>
                    <a:pt x="2040207" y="1273172"/>
                  </a:moveTo>
                  <a:lnTo>
                    <a:pt x="2059386" y="1291782"/>
                  </a:lnTo>
                  <a:lnTo>
                    <a:pt x="2006492" y="1251312"/>
                  </a:lnTo>
                  <a:close/>
                  <a:moveTo>
                    <a:pt x="2049174" y="865513"/>
                  </a:moveTo>
                  <a:lnTo>
                    <a:pt x="2149208" y="860635"/>
                  </a:lnTo>
                  <a:lnTo>
                    <a:pt x="2132658" y="847612"/>
                  </a:lnTo>
                  <a:close/>
                  <a:moveTo>
                    <a:pt x="1680208" y="383147"/>
                  </a:moveTo>
                  <a:lnTo>
                    <a:pt x="1719478" y="451313"/>
                  </a:lnTo>
                  <a:lnTo>
                    <a:pt x="1751980" y="474973"/>
                  </a:lnTo>
                  <a:close/>
                  <a:moveTo>
                    <a:pt x="1719478" y="451313"/>
                  </a:moveTo>
                  <a:lnTo>
                    <a:pt x="1680208" y="383147"/>
                  </a:lnTo>
                  <a:lnTo>
                    <a:pt x="1721903" y="436536"/>
                  </a:lnTo>
                  <a:close/>
                  <a:moveTo>
                    <a:pt x="1692291" y="392758"/>
                  </a:moveTo>
                  <a:lnTo>
                    <a:pt x="1656415" y="347998"/>
                  </a:lnTo>
                  <a:lnTo>
                    <a:pt x="1680208" y="383147"/>
                  </a:lnTo>
                  <a:close/>
                  <a:moveTo>
                    <a:pt x="1613164" y="276967"/>
                  </a:moveTo>
                  <a:lnTo>
                    <a:pt x="1680208" y="383147"/>
                  </a:lnTo>
                  <a:lnTo>
                    <a:pt x="1605641" y="310542"/>
                  </a:lnTo>
                  <a:close/>
                  <a:moveTo>
                    <a:pt x="1676130" y="354321"/>
                  </a:moveTo>
                  <a:lnTo>
                    <a:pt x="1680208" y="383147"/>
                  </a:lnTo>
                  <a:lnTo>
                    <a:pt x="1613164" y="276967"/>
                  </a:lnTo>
                  <a:close/>
                  <a:moveTo>
                    <a:pt x="1792326" y="252497"/>
                  </a:moveTo>
                  <a:lnTo>
                    <a:pt x="1907541" y="299197"/>
                  </a:lnTo>
                  <a:lnTo>
                    <a:pt x="1817825" y="242422"/>
                  </a:lnTo>
                  <a:close/>
                  <a:moveTo>
                    <a:pt x="2048719" y="117978"/>
                  </a:moveTo>
                  <a:lnTo>
                    <a:pt x="2098984" y="156797"/>
                  </a:lnTo>
                  <a:lnTo>
                    <a:pt x="2031265" y="79334"/>
                  </a:lnTo>
                  <a:close/>
                  <a:moveTo>
                    <a:pt x="2031265" y="79334"/>
                  </a:moveTo>
                  <a:lnTo>
                    <a:pt x="2098984" y="156797"/>
                  </a:lnTo>
                  <a:lnTo>
                    <a:pt x="2110095" y="175932"/>
                  </a:lnTo>
                  <a:close/>
                  <a:moveTo>
                    <a:pt x="2031265" y="79334"/>
                  </a:moveTo>
                  <a:lnTo>
                    <a:pt x="2110095" y="175932"/>
                  </a:lnTo>
                  <a:lnTo>
                    <a:pt x="2066820" y="111021"/>
                  </a:lnTo>
                  <a:close/>
                  <a:moveTo>
                    <a:pt x="1931203" y="0"/>
                  </a:moveTo>
                  <a:lnTo>
                    <a:pt x="2031265" y="79334"/>
                  </a:lnTo>
                  <a:lnTo>
                    <a:pt x="1981858" y="19410"/>
                  </a:lnTo>
                  <a:close/>
                  <a:moveTo>
                    <a:pt x="2048719" y="117978"/>
                  </a:moveTo>
                  <a:lnTo>
                    <a:pt x="2031265" y="79334"/>
                  </a:lnTo>
                  <a:lnTo>
                    <a:pt x="2017142" y="7458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00" name="Candidate_density__2099">
              <a:extLst>
                <a:ext uri="{FF2B5EF4-FFF2-40B4-BE49-F238E27FC236}">
                  <a16:creationId xmlns:a16="http://schemas.microsoft.com/office/drawing/2014/main" id="{8BB3A75B-4CB8-8C6A-2F9E-DD745655225E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27463"/>
              <a:ext cx="2670529" cy="3102546"/>
            </a:xfrm>
            <a:custGeom>
              <a:avLst/>
              <a:gdLst/>
              <a:ahLst/>
              <a:cxnLst/>
              <a:rect l="0" t="0" r="0" b="0"/>
              <a:pathLst>
                <a:path w="2670529" h="3102546">
                  <a:moveTo>
                    <a:pt x="522660" y="2385988"/>
                  </a:moveTo>
                  <a:lnTo>
                    <a:pt x="589504" y="2446198"/>
                  </a:lnTo>
                  <a:lnTo>
                    <a:pt x="506349" y="2353117"/>
                  </a:lnTo>
                  <a:close/>
                  <a:moveTo>
                    <a:pt x="506349" y="2353117"/>
                  </a:moveTo>
                  <a:lnTo>
                    <a:pt x="500623" y="2347551"/>
                  </a:lnTo>
                  <a:lnTo>
                    <a:pt x="450104" y="2326867"/>
                  </a:lnTo>
                  <a:close/>
                  <a:moveTo>
                    <a:pt x="135313" y="1555482"/>
                  </a:moveTo>
                  <a:lnTo>
                    <a:pt x="44290" y="1486964"/>
                  </a:lnTo>
                  <a:lnTo>
                    <a:pt x="896" y="1546779"/>
                  </a:lnTo>
                  <a:close/>
                  <a:moveTo>
                    <a:pt x="977700" y="2435109"/>
                  </a:moveTo>
                  <a:lnTo>
                    <a:pt x="984871" y="2502578"/>
                  </a:lnTo>
                  <a:lnTo>
                    <a:pt x="1036225" y="2479378"/>
                  </a:lnTo>
                  <a:close/>
                  <a:moveTo>
                    <a:pt x="818206" y="2381452"/>
                  </a:moveTo>
                  <a:lnTo>
                    <a:pt x="739144" y="2419819"/>
                  </a:lnTo>
                  <a:lnTo>
                    <a:pt x="810524" y="2408038"/>
                  </a:lnTo>
                  <a:close/>
                  <a:moveTo>
                    <a:pt x="546748" y="2062469"/>
                  </a:moveTo>
                  <a:lnTo>
                    <a:pt x="496638" y="2070445"/>
                  </a:lnTo>
                  <a:lnTo>
                    <a:pt x="510376" y="2049567"/>
                  </a:lnTo>
                  <a:close/>
                  <a:moveTo>
                    <a:pt x="492895" y="2056448"/>
                  </a:moveTo>
                  <a:lnTo>
                    <a:pt x="546748" y="2062469"/>
                  </a:lnTo>
                  <a:lnTo>
                    <a:pt x="510376" y="2049567"/>
                  </a:lnTo>
                  <a:close/>
                  <a:moveTo>
                    <a:pt x="164769" y="1569179"/>
                  </a:moveTo>
                  <a:lnTo>
                    <a:pt x="223912" y="1608081"/>
                  </a:lnTo>
                  <a:lnTo>
                    <a:pt x="161732" y="1550679"/>
                  </a:lnTo>
                  <a:close/>
                  <a:moveTo>
                    <a:pt x="135313" y="1555482"/>
                  </a:moveTo>
                  <a:lnTo>
                    <a:pt x="164769" y="1569179"/>
                  </a:lnTo>
                  <a:lnTo>
                    <a:pt x="161732" y="1550679"/>
                  </a:lnTo>
                  <a:close/>
                  <a:moveTo>
                    <a:pt x="46378" y="1286424"/>
                  </a:moveTo>
                  <a:lnTo>
                    <a:pt x="22179" y="1303265"/>
                  </a:lnTo>
                  <a:lnTo>
                    <a:pt x="98633" y="1366312"/>
                  </a:lnTo>
                  <a:close/>
                  <a:moveTo>
                    <a:pt x="82021" y="1215114"/>
                  </a:moveTo>
                  <a:lnTo>
                    <a:pt x="21642" y="1203608"/>
                  </a:lnTo>
                  <a:lnTo>
                    <a:pt x="0" y="1322533"/>
                  </a:lnTo>
                  <a:close/>
                  <a:moveTo>
                    <a:pt x="277055" y="1376367"/>
                  </a:moveTo>
                  <a:lnTo>
                    <a:pt x="294131" y="1448528"/>
                  </a:lnTo>
                  <a:lnTo>
                    <a:pt x="311934" y="1443323"/>
                  </a:lnTo>
                  <a:close/>
                  <a:moveTo>
                    <a:pt x="277055" y="1376367"/>
                  </a:moveTo>
                  <a:lnTo>
                    <a:pt x="311934" y="1443323"/>
                  </a:lnTo>
                  <a:lnTo>
                    <a:pt x="350098" y="1370807"/>
                  </a:lnTo>
                  <a:close/>
                  <a:moveTo>
                    <a:pt x="47198" y="1282924"/>
                  </a:moveTo>
                  <a:lnTo>
                    <a:pt x="46378" y="1286424"/>
                  </a:lnTo>
                  <a:lnTo>
                    <a:pt x="163898" y="1348733"/>
                  </a:lnTo>
                  <a:close/>
                  <a:moveTo>
                    <a:pt x="27654" y="1216418"/>
                  </a:moveTo>
                  <a:lnTo>
                    <a:pt x="47198" y="1282924"/>
                  </a:lnTo>
                  <a:lnTo>
                    <a:pt x="107235" y="1235299"/>
                  </a:lnTo>
                  <a:close/>
                  <a:moveTo>
                    <a:pt x="1793424" y="3054393"/>
                  </a:moveTo>
                  <a:lnTo>
                    <a:pt x="1852465" y="3086702"/>
                  </a:lnTo>
                  <a:lnTo>
                    <a:pt x="1911485" y="3098171"/>
                  </a:lnTo>
                  <a:close/>
                  <a:moveTo>
                    <a:pt x="1950412" y="3098171"/>
                  </a:moveTo>
                  <a:lnTo>
                    <a:pt x="1907710" y="3102546"/>
                  </a:lnTo>
                  <a:lnTo>
                    <a:pt x="1866619" y="3054393"/>
                  </a:lnTo>
                  <a:close/>
                  <a:moveTo>
                    <a:pt x="137516" y="1069905"/>
                  </a:moveTo>
                  <a:lnTo>
                    <a:pt x="138698" y="968852"/>
                  </a:lnTo>
                  <a:lnTo>
                    <a:pt x="145388" y="1042794"/>
                  </a:lnTo>
                  <a:close/>
                  <a:moveTo>
                    <a:pt x="1923723" y="2989436"/>
                  </a:moveTo>
                  <a:lnTo>
                    <a:pt x="1950412" y="3098171"/>
                  </a:lnTo>
                  <a:lnTo>
                    <a:pt x="1961451" y="3015957"/>
                  </a:lnTo>
                  <a:close/>
                  <a:moveTo>
                    <a:pt x="1279275" y="2185180"/>
                  </a:moveTo>
                  <a:lnTo>
                    <a:pt x="1317710" y="2265426"/>
                  </a:lnTo>
                  <a:lnTo>
                    <a:pt x="1338263" y="2161522"/>
                  </a:lnTo>
                  <a:close/>
                  <a:moveTo>
                    <a:pt x="1264533" y="2260964"/>
                  </a:moveTo>
                  <a:lnTo>
                    <a:pt x="1317710" y="2265426"/>
                  </a:lnTo>
                  <a:lnTo>
                    <a:pt x="1279275" y="2185180"/>
                  </a:lnTo>
                  <a:close/>
                  <a:moveTo>
                    <a:pt x="592886" y="1371655"/>
                  </a:moveTo>
                  <a:lnTo>
                    <a:pt x="684134" y="1428936"/>
                  </a:lnTo>
                  <a:lnTo>
                    <a:pt x="622664" y="1402167"/>
                  </a:lnTo>
                  <a:close/>
                  <a:moveTo>
                    <a:pt x="744890" y="1340042"/>
                  </a:moveTo>
                  <a:lnTo>
                    <a:pt x="690962" y="1378866"/>
                  </a:lnTo>
                  <a:lnTo>
                    <a:pt x="684134" y="1428936"/>
                  </a:lnTo>
                  <a:close/>
                  <a:moveTo>
                    <a:pt x="390674" y="1185461"/>
                  </a:moveTo>
                  <a:lnTo>
                    <a:pt x="432489" y="1207224"/>
                  </a:lnTo>
                  <a:lnTo>
                    <a:pt x="390224" y="1090429"/>
                  </a:lnTo>
                  <a:close/>
                  <a:moveTo>
                    <a:pt x="390224" y="1090429"/>
                  </a:moveTo>
                  <a:lnTo>
                    <a:pt x="436917" y="1201549"/>
                  </a:lnTo>
                  <a:lnTo>
                    <a:pt x="483068" y="1158898"/>
                  </a:lnTo>
                  <a:close/>
                  <a:moveTo>
                    <a:pt x="2074836" y="3059735"/>
                  </a:moveTo>
                  <a:lnTo>
                    <a:pt x="2098620" y="3068525"/>
                  </a:lnTo>
                  <a:lnTo>
                    <a:pt x="2120743" y="3102026"/>
                  </a:lnTo>
                  <a:close/>
                  <a:moveTo>
                    <a:pt x="1318731" y="1977217"/>
                  </a:moveTo>
                  <a:lnTo>
                    <a:pt x="1277137" y="2050533"/>
                  </a:lnTo>
                  <a:lnTo>
                    <a:pt x="1337069" y="2062401"/>
                  </a:lnTo>
                  <a:close/>
                  <a:moveTo>
                    <a:pt x="1318731" y="1977217"/>
                  </a:moveTo>
                  <a:lnTo>
                    <a:pt x="1337069" y="2062401"/>
                  </a:lnTo>
                  <a:lnTo>
                    <a:pt x="1349991" y="2073154"/>
                  </a:lnTo>
                  <a:close/>
                  <a:moveTo>
                    <a:pt x="1113591" y="1722532"/>
                  </a:moveTo>
                  <a:lnTo>
                    <a:pt x="1022131" y="1781076"/>
                  </a:lnTo>
                  <a:lnTo>
                    <a:pt x="1100433" y="1795175"/>
                  </a:lnTo>
                  <a:close/>
                  <a:moveTo>
                    <a:pt x="878228" y="1492417"/>
                  </a:moveTo>
                  <a:lnTo>
                    <a:pt x="813008" y="1556516"/>
                  </a:lnTo>
                  <a:lnTo>
                    <a:pt x="876823" y="1516453"/>
                  </a:lnTo>
                  <a:close/>
                  <a:moveTo>
                    <a:pt x="878228" y="1492417"/>
                  </a:moveTo>
                  <a:lnTo>
                    <a:pt x="886567" y="1497648"/>
                  </a:lnTo>
                  <a:lnTo>
                    <a:pt x="905036" y="1406732"/>
                  </a:lnTo>
                  <a:close/>
                  <a:moveTo>
                    <a:pt x="740101" y="1347386"/>
                  </a:moveTo>
                  <a:lnTo>
                    <a:pt x="690962" y="1378866"/>
                  </a:lnTo>
                  <a:lnTo>
                    <a:pt x="820476" y="1369237"/>
                  </a:lnTo>
                  <a:close/>
                  <a:moveTo>
                    <a:pt x="2244014" y="3010914"/>
                  </a:moveTo>
                  <a:lnTo>
                    <a:pt x="2245311" y="3073908"/>
                  </a:lnTo>
                  <a:lnTo>
                    <a:pt x="2251037" y="3021298"/>
                  </a:lnTo>
                  <a:close/>
                  <a:moveTo>
                    <a:pt x="2232152" y="2920465"/>
                  </a:moveTo>
                  <a:lnTo>
                    <a:pt x="2251037" y="3021298"/>
                  </a:lnTo>
                  <a:lnTo>
                    <a:pt x="2233210" y="2939084"/>
                  </a:lnTo>
                  <a:close/>
                  <a:moveTo>
                    <a:pt x="2232152" y="2920465"/>
                  </a:moveTo>
                  <a:lnTo>
                    <a:pt x="2244014" y="3010914"/>
                  </a:lnTo>
                  <a:lnTo>
                    <a:pt x="2251037" y="3021298"/>
                  </a:lnTo>
                  <a:close/>
                  <a:moveTo>
                    <a:pt x="1835724" y="2260240"/>
                  </a:moveTo>
                  <a:lnTo>
                    <a:pt x="1809641" y="2242926"/>
                  </a:lnTo>
                  <a:lnTo>
                    <a:pt x="1798132" y="2301406"/>
                  </a:lnTo>
                  <a:close/>
                  <a:moveTo>
                    <a:pt x="1282707" y="1845819"/>
                  </a:moveTo>
                  <a:lnTo>
                    <a:pt x="1318096" y="1952502"/>
                  </a:lnTo>
                  <a:lnTo>
                    <a:pt x="1311279" y="1870287"/>
                  </a:lnTo>
                  <a:close/>
                  <a:moveTo>
                    <a:pt x="820476" y="1369237"/>
                  </a:moveTo>
                  <a:lnTo>
                    <a:pt x="839052" y="1376997"/>
                  </a:lnTo>
                  <a:lnTo>
                    <a:pt x="915705" y="1361856"/>
                  </a:lnTo>
                  <a:close/>
                  <a:moveTo>
                    <a:pt x="850321" y="1212566"/>
                  </a:moveTo>
                  <a:lnTo>
                    <a:pt x="823366" y="1164838"/>
                  </a:lnTo>
                  <a:lnTo>
                    <a:pt x="821220" y="1177895"/>
                  </a:lnTo>
                  <a:close/>
                  <a:moveTo>
                    <a:pt x="809323" y="1174130"/>
                  </a:moveTo>
                  <a:lnTo>
                    <a:pt x="821220" y="1177895"/>
                  </a:lnTo>
                  <a:lnTo>
                    <a:pt x="823366" y="1164838"/>
                  </a:lnTo>
                  <a:close/>
                  <a:moveTo>
                    <a:pt x="1963827" y="2204490"/>
                  </a:moveTo>
                  <a:lnTo>
                    <a:pt x="1899964" y="2188281"/>
                  </a:lnTo>
                  <a:lnTo>
                    <a:pt x="1972575" y="2209575"/>
                  </a:lnTo>
                  <a:close/>
                  <a:moveTo>
                    <a:pt x="1682726" y="1933380"/>
                  </a:moveTo>
                  <a:lnTo>
                    <a:pt x="1599555" y="1901075"/>
                  </a:lnTo>
                  <a:lnTo>
                    <a:pt x="1627996" y="1943953"/>
                  </a:lnTo>
                  <a:close/>
                  <a:moveTo>
                    <a:pt x="799753" y="895070"/>
                  </a:moveTo>
                  <a:lnTo>
                    <a:pt x="869538" y="898929"/>
                  </a:lnTo>
                  <a:lnTo>
                    <a:pt x="805939" y="884479"/>
                  </a:lnTo>
                  <a:close/>
                  <a:moveTo>
                    <a:pt x="869538" y="898929"/>
                  </a:moveTo>
                  <a:lnTo>
                    <a:pt x="874582" y="862470"/>
                  </a:lnTo>
                  <a:lnTo>
                    <a:pt x="805939" y="884479"/>
                  </a:lnTo>
                  <a:close/>
                  <a:moveTo>
                    <a:pt x="1558639" y="1875629"/>
                  </a:moveTo>
                  <a:lnTo>
                    <a:pt x="1571389" y="1892995"/>
                  </a:lnTo>
                  <a:lnTo>
                    <a:pt x="1599555" y="1901075"/>
                  </a:lnTo>
                  <a:close/>
                  <a:moveTo>
                    <a:pt x="1558639" y="1875629"/>
                  </a:moveTo>
                  <a:lnTo>
                    <a:pt x="1529130" y="1827258"/>
                  </a:lnTo>
                  <a:lnTo>
                    <a:pt x="1571389" y="1892995"/>
                  </a:lnTo>
                  <a:close/>
                  <a:moveTo>
                    <a:pt x="1558639" y="1875629"/>
                  </a:moveTo>
                  <a:lnTo>
                    <a:pt x="1518106" y="1793414"/>
                  </a:lnTo>
                  <a:lnTo>
                    <a:pt x="1529130" y="1827258"/>
                  </a:lnTo>
                  <a:close/>
                  <a:moveTo>
                    <a:pt x="1750795" y="1868325"/>
                  </a:moveTo>
                  <a:lnTo>
                    <a:pt x="1682726" y="1933380"/>
                  </a:lnTo>
                  <a:lnTo>
                    <a:pt x="1747666" y="1897522"/>
                  </a:lnTo>
                  <a:close/>
                  <a:moveTo>
                    <a:pt x="1708291" y="1842288"/>
                  </a:moveTo>
                  <a:lnTo>
                    <a:pt x="1731815" y="1783664"/>
                  </a:lnTo>
                  <a:lnTo>
                    <a:pt x="1664476" y="1777817"/>
                  </a:lnTo>
                  <a:close/>
                  <a:moveTo>
                    <a:pt x="1148166" y="1112833"/>
                  </a:moveTo>
                  <a:lnTo>
                    <a:pt x="1197248" y="1214651"/>
                  </a:lnTo>
                  <a:lnTo>
                    <a:pt x="1220558" y="1104839"/>
                  </a:lnTo>
                  <a:close/>
                  <a:moveTo>
                    <a:pt x="2633486" y="2620907"/>
                  </a:moveTo>
                  <a:lnTo>
                    <a:pt x="2638505" y="2632292"/>
                  </a:lnTo>
                  <a:lnTo>
                    <a:pt x="2655266" y="2631221"/>
                  </a:lnTo>
                  <a:close/>
                  <a:moveTo>
                    <a:pt x="2126431" y="2047281"/>
                  </a:moveTo>
                  <a:lnTo>
                    <a:pt x="2122097" y="2045402"/>
                  </a:lnTo>
                  <a:lnTo>
                    <a:pt x="2132241" y="2140362"/>
                  </a:lnTo>
                  <a:close/>
                  <a:moveTo>
                    <a:pt x="2132241" y="2140362"/>
                  </a:moveTo>
                  <a:lnTo>
                    <a:pt x="2116048" y="2223661"/>
                  </a:lnTo>
                  <a:lnTo>
                    <a:pt x="2167120" y="2166053"/>
                  </a:lnTo>
                  <a:close/>
                  <a:moveTo>
                    <a:pt x="2167120" y="2166053"/>
                  </a:moveTo>
                  <a:lnTo>
                    <a:pt x="2126431" y="2047281"/>
                  </a:lnTo>
                  <a:lnTo>
                    <a:pt x="2132241" y="2140362"/>
                  </a:lnTo>
                  <a:close/>
                  <a:moveTo>
                    <a:pt x="1971875" y="2026738"/>
                  </a:moveTo>
                  <a:lnTo>
                    <a:pt x="2008458" y="1980218"/>
                  </a:lnTo>
                  <a:lnTo>
                    <a:pt x="2044918" y="2021176"/>
                  </a:lnTo>
                  <a:close/>
                  <a:moveTo>
                    <a:pt x="2633486" y="2620907"/>
                  </a:moveTo>
                  <a:lnTo>
                    <a:pt x="2655266" y="2631221"/>
                  </a:lnTo>
                  <a:lnTo>
                    <a:pt x="2657016" y="2617243"/>
                  </a:lnTo>
                  <a:close/>
                  <a:moveTo>
                    <a:pt x="2657016" y="2617243"/>
                  </a:moveTo>
                  <a:lnTo>
                    <a:pt x="2655266" y="2631221"/>
                  </a:lnTo>
                  <a:lnTo>
                    <a:pt x="2670529" y="2620907"/>
                  </a:lnTo>
                  <a:close/>
                  <a:moveTo>
                    <a:pt x="2145738" y="2006965"/>
                  </a:moveTo>
                  <a:lnTo>
                    <a:pt x="2122097" y="2045402"/>
                  </a:lnTo>
                  <a:lnTo>
                    <a:pt x="2126431" y="2047281"/>
                  </a:lnTo>
                  <a:close/>
                  <a:moveTo>
                    <a:pt x="2122097" y="2045402"/>
                  </a:moveTo>
                  <a:lnTo>
                    <a:pt x="2145738" y="2006965"/>
                  </a:lnTo>
                  <a:lnTo>
                    <a:pt x="2044918" y="2021176"/>
                  </a:lnTo>
                  <a:close/>
                  <a:moveTo>
                    <a:pt x="2128683" y="2045402"/>
                  </a:moveTo>
                  <a:lnTo>
                    <a:pt x="2178803" y="2027890"/>
                  </a:lnTo>
                  <a:lnTo>
                    <a:pt x="2126431" y="2047281"/>
                  </a:lnTo>
                  <a:close/>
                  <a:moveTo>
                    <a:pt x="2128683" y="2045402"/>
                  </a:moveTo>
                  <a:lnTo>
                    <a:pt x="2225451" y="2006965"/>
                  </a:lnTo>
                  <a:lnTo>
                    <a:pt x="2178803" y="2027890"/>
                  </a:lnTo>
                  <a:close/>
                  <a:moveTo>
                    <a:pt x="1343411" y="1056324"/>
                  </a:moveTo>
                  <a:lnTo>
                    <a:pt x="1332412" y="1104765"/>
                  </a:lnTo>
                  <a:lnTo>
                    <a:pt x="1341811" y="1064322"/>
                  </a:lnTo>
                  <a:close/>
                  <a:moveTo>
                    <a:pt x="1343411" y="1056324"/>
                  </a:moveTo>
                  <a:lnTo>
                    <a:pt x="1347726" y="1058820"/>
                  </a:lnTo>
                  <a:lnTo>
                    <a:pt x="1379264" y="989152"/>
                  </a:lnTo>
                  <a:close/>
                  <a:moveTo>
                    <a:pt x="1379264" y="989152"/>
                  </a:moveTo>
                  <a:lnTo>
                    <a:pt x="1347726" y="1058820"/>
                  </a:lnTo>
                  <a:lnTo>
                    <a:pt x="1410656" y="1043065"/>
                  </a:lnTo>
                  <a:close/>
                  <a:moveTo>
                    <a:pt x="1379264" y="989152"/>
                  </a:moveTo>
                  <a:lnTo>
                    <a:pt x="1410656" y="1043065"/>
                  </a:lnTo>
                  <a:lnTo>
                    <a:pt x="1455693" y="996250"/>
                  </a:lnTo>
                  <a:close/>
                  <a:moveTo>
                    <a:pt x="2189089" y="1994053"/>
                  </a:moveTo>
                  <a:lnTo>
                    <a:pt x="2225451" y="2006965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53797" y="1814422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45880" y="1908382"/>
                  </a:lnTo>
                  <a:lnTo>
                    <a:pt x="2308397" y="1918149"/>
                  </a:lnTo>
                  <a:close/>
                  <a:moveTo>
                    <a:pt x="2267457" y="1804099"/>
                  </a:moveTo>
                  <a:lnTo>
                    <a:pt x="2314401" y="1813176"/>
                  </a:lnTo>
                  <a:lnTo>
                    <a:pt x="2305983" y="1730879"/>
                  </a:lnTo>
                  <a:close/>
                  <a:moveTo>
                    <a:pt x="2153841" y="1719357"/>
                  </a:moveTo>
                  <a:lnTo>
                    <a:pt x="2090087" y="1674170"/>
                  </a:lnTo>
                  <a:lnTo>
                    <a:pt x="2157641" y="1721884"/>
                  </a:lnTo>
                  <a:close/>
                  <a:moveTo>
                    <a:pt x="1535727" y="899732"/>
                  </a:moveTo>
                  <a:lnTo>
                    <a:pt x="1559797" y="1001589"/>
                  </a:lnTo>
                  <a:lnTo>
                    <a:pt x="1545456" y="981948"/>
                  </a:lnTo>
                  <a:close/>
                  <a:moveTo>
                    <a:pt x="2255837" y="1800195"/>
                  </a:moveTo>
                  <a:lnTo>
                    <a:pt x="2305983" y="1730879"/>
                  </a:lnTo>
                  <a:lnTo>
                    <a:pt x="2278164" y="1690323"/>
                  </a:lnTo>
                  <a:close/>
                  <a:moveTo>
                    <a:pt x="2267457" y="1804099"/>
                  </a:moveTo>
                  <a:lnTo>
                    <a:pt x="2305983" y="1730879"/>
                  </a:lnTo>
                  <a:lnTo>
                    <a:pt x="2255837" y="1800195"/>
                  </a:lnTo>
                  <a:close/>
                  <a:moveTo>
                    <a:pt x="2153841" y="1719357"/>
                  </a:moveTo>
                  <a:lnTo>
                    <a:pt x="2157641" y="1721884"/>
                  </a:lnTo>
                  <a:lnTo>
                    <a:pt x="2160858" y="1716728"/>
                  </a:lnTo>
                  <a:close/>
                  <a:moveTo>
                    <a:pt x="1503874" y="779081"/>
                  </a:moveTo>
                  <a:lnTo>
                    <a:pt x="1469686" y="833365"/>
                  </a:lnTo>
                  <a:lnTo>
                    <a:pt x="1492099" y="795850"/>
                  </a:lnTo>
                  <a:close/>
                  <a:moveTo>
                    <a:pt x="1492099" y="795850"/>
                  </a:moveTo>
                  <a:lnTo>
                    <a:pt x="1457333" y="787180"/>
                  </a:lnTo>
                  <a:lnTo>
                    <a:pt x="1503874" y="779081"/>
                  </a:lnTo>
                  <a:close/>
                  <a:moveTo>
                    <a:pt x="2283558" y="1577475"/>
                  </a:moveTo>
                  <a:lnTo>
                    <a:pt x="2284554" y="1683447"/>
                  </a:lnTo>
                  <a:lnTo>
                    <a:pt x="2321014" y="1601232"/>
                  </a:lnTo>
                  <a:close/>
                  <a:moveTo>
                    <a:pt x="2283558" y="1577475"/>
                  </a:moveTo>
                  <a:lnTo>
                    <a:pt x="2321014" y="1601232"/>
                  </a:lnTo>
                  <a:lnTo>
                    <a:pt x="2306917" y="1518984"/>
                  </a:lnTo>
                  <a:close/>
                  <a:moveTo>
                    <a:pt x="2040207" y="1253762"/>
                  </a:moveTo>
                  <a:lnTo>
                    <a:pt x="2070095" y="1354587"/>
                  </a:lnTo>
                  <a:lnTo>
                    <a:pt x="2059386" y="1272372"/>
                  </a:lnTo>
                  <a:close/>
                  <a:moveTo>
                    <a:pt x="1551332" y="644764"/>
                  </a:moveTo>
                  <a:lnTo>
                    <a:pt x="1630870" y="663488"/>
                  </a:lnTo>
                  <a:lnTo>
                    <a:pt x="1684804" y="649936"/>
                  </a:lnTo>
                  <a:close/>
                  <a:moveTo>
                    <a:pt x="2049174" y="846103"/>
                  </a:moveTo>
                  <a:lnTo>
                    <a:pt x="2047930" y="948854"/>
                  </a:lnTo>
                  <a:lnTo>
                    <a:pt x="2149208" y="841225"/>
                  </a:lnTo>
                  <a:close/>
                  <a:moveTo>
                    <a:pt x="1605641" y="291132"/>
                  </a:moveTo>
                  <a:lnTo>
                    <a:pt x="1680208" y="363737"/>
                  </a:lnTo>
                  <a:lnTo>
                    <a:pt x="1656415" y="328588"/>
                  </a:lnTo>
                  <a:close/>
                  <a:moveTo>
                    <a:pt x="1642588" y="276892"/>
                  </a:moveTo>
                  <a:lnTo>
                    <a:pt x="1671156" y="252696"/>
                  </a:lnTo>
                  <a:lnTo>
                    <a:pt x="1618299" y="249535"/>
                  </a:lnTo>
                  <a:close/>
                  <a:moveTo>
                    <a:pt x="1613164" y="257557"/>
                  </a:moveTo>
                  <a:lnTo>
                    <a:pt x="1605641" y="291132"/>
                  </a:lnTo>
                  <a:lnTo>
                    <a:pt x="1642588" y="276892"/>
                  </a:lnTo>
                  <a:close/>
                  <a:moveTo>
                    <a:pt x="2225151" y="846509"/>
                  </a:moveTo>
                  <a:lnTo>
                    <a:pt x="2196012" y="801016"/>
                  </a:lnTo>
                  <a:lnTo>
                    <a:pt x="2149208" y="841225"/>
                  </a:lnTo>
                  <a:close/>
                  <a:moveTo>
                    <a:pt x="1784850" y="214260"/>
                  </a:moveTo>
                  <a:lnTo>
                    <a:pt x="1792326" y="233087"/>
                  </a:lnTo>
                  <a:lnTo>
                    <a:pt x="1817825" y="223012"/>
                  </a:lnTo>
                  <a:close/>
                  <a:moveTo>
                    <a:pt x="2031265" y="59924"/>
                  </a:moveTo>
                  <a:lnTo>
                    <a:pt x="2066820" y="91611"/>
                  </a:lnTo>
                  <a:lnTo>
                    <a:pt x="1981858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01" name="Candidate_density__2100">
              <a:extLst>
                <a:ext uri="{FF2B5EF4-FFF2-40B4-BE49-F238E27FC236}">
                  <a16:creationId xmlns:a16="http://schemas.microsoft.com/office/drawing/2014/main" id="{E58D744C-E0BB-68E5-FA16-81F287D1E143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495425"/>
              <a:ext cx="2662279" cy="3128396"/>
            </a:xfrm>
            <a:custGeom>
              <a:avLst/>
              <a:gdLst/>
              <a:ahLst/>
              <a:cxnLst/>
              <a:rect l="0" t="0" r="0" b="0"/>
              <a:pathLst>
                <a:path w="2662279" h="3128396">
                  <a:moveTo>
                    <a:pt x="935273" y="2505583"/>
                  </a:moveTo>
                  <a:lnTo>
                    <a:pt x="886861" y="2423367"/>
                  </a:lnTo>
                  <a:lnTo>
                    <a:pt x="877770" y="2525749"/>
                  </a:lnTo>
                  <a:close/>
                  <a:moveTo>
                    <a:pt x="886861" y="2423367"/>
                  </a:moveTo>
                  <a:lnTo>
                    <a:pt x="875481" y="2427517"/>
                  </a:lnTo>
                  <a:lnTo>
                    <a:pt x="877770" y="2525749"/>
                  </a:lnTo>
                  <a:close/>
                  <a:moveTo>
                    <a:pt x="546748" y="2094507"/>
                  </a:moveTo>
                  <a:lnTo>
                    <a:pt x="425709" y="2050346"/>
                  </a:lnTo>
                  <a:lnTo>
                    <a:pt x="425825" y="2050728"/>
                  </a:lnTo>
                  <a:close/>
                  <a:moveTo>
                    <a:pt x="425825" y="2050728"/>
                  </a:moveTo>
                  <a:lnTo>
                    <a:pt x="425916" y="2053267"/>
                  </a:lnTo>
                  <a:lnTo>
                    <a:pt x="546748" y="2094507"/>
                  </a:lnTo>
                  <a:close/>
                  <a:moveTo>
                    <a:pt x="910344" y="2302716"/>
                  </a:moveTo>
                  <a:lnTo>
                    <a:pt x="875550" y="2404538"/>
                  </a:lnTo>
                  <a:lnTo>
                    <a:pt x="886861" y="2423367"/>
                  </a:lnTo>
                  <a:close/>
                  <a:moveTo>
                    <a:pt x="496935" y="1888391"/>
                  </a:moveTo>
                  <a:lnTo>
                    <a:pt x="413525" y="1930077"/>
                  </a:lnTo>
                  <a:lnTo>
                    <a:pt x="491963" y="1891640"/>
                  </a:lnTo>
                  <a:close/>
                  <a:moveTo>
                    <a:pt x="564228" y="1861327"/>
                  </a:moveTo>
                  <a:lnTo>
                    <a:pt x="444069" y="1905936"/>
                  </a:lnTo>
                  <a:lnTo>
                    <a:pt x="496935" y="1888391"/>
                  </a:lnTo>
                  <a:close/>
                  <a:moveTo>
                    <a:pt x="53448" y="1409973"/>
                  </a:moveTo>
                  <a:lnTo>
                    <a:pt x="41762" y="1516408"/>
                  </a:lnTo>
                  <a:lnTo>
                    <a:pt x="98633" y="1398350"/>
                  </a:lnTo>
                  <a:close/>
                  <a:moveTo>
                    <a:pt x="98633" y="1398350"/>
                  </a:moveTo>
                  <a:lnTo>
                    <a:pt x="41762" y="1516408"/>
                  </a:lnTo>
                  <a:lnTo>
                    <a:pt x="44290" y="1519002"/>
                  </a:lnTo>
                  <a:close/>
                  <a:moveTo>
                    <a:pt x="107235" y="1267337"/>
                  </a:moveTo>
                  <a:lnTo>
                    <a:pt x="82021" y="1247151"/>
                  </a:lnTo>
                  <a:lnTo>
                    <a:pt x="0" y="1354571"/>
                  </a:lnTo>
                  <a:close/>
                  <a:moveTo>
                    <a:pt x="496935" y="1888391"/>
                  </a:moveTo>
                  <a:lnTo>
                    <a:pt x="501198" y="1888882"/>
                  </a:lnTo>
                  <a:lnTo>
                    <a:pt x="564228" y="1861327"/>
                  </a:lnTo>
                  <a:close/>
                  <a:moveTo>
                    <a:pt x="140102" y="1233919"/>
                  </a:moveTo>
                  <a:lnTo>
                    <a:pt x="189020" y="1277698"/>
                  </a:lnTo>
                  <a:lnTo>
                    <a:pt x="171540" y="1195483"/>
                  </a:lnTo>
                  <a:close/>
                  <a:moveTo>
                    <a:pt x="140102" y="1233919"/>
                  </a:moveTo>
                  <a:lnTo>
                    <a:pt x="171540" y="1195483"/>
                  </a:lnTo>
                  <a:lnTo>
                    <a:pt x="92007" y="1210402"/>
                  </a:lnTo>
                  <a:close/>
                  <a:moveTo>
                    <a:pt x="171540" y="1195483"/>
                  </a:moveTo>
                  <a:lnTo>
                    <a:pt x="130234" y="1138125"/>
                  </a:lnTo>
                  <a:lnTo>
                    <a:pt x="92007" y="1210402"/>
                  </a:lnTo>
                  <a:close/>
                  <a:moveTo>
                    <a:pt x="1780019" y="2977619"/>
                  </a:moveTo>
                  <a:lnTo>
                    <a:pt x="1764199" y="3067383"/>
                  </a:lnTo>
                  <a:lnTo>
                    <a:pt x="1805084" y="2965779"/>
                  </a:lnTo>
                  <a:close/>
                  <a:moveTo>
                    <a:pt x="1805084" y="2965779"/>
                  </a:moveTo>
                  <a:lnTo>
                    <a:pt x="1793424" y="3086430"/>
                  </a:lnTo>
                  <a:lnTo>
                    <a:pt x="1857426" y="3047994"/>
                  </a:lnTo>
                  <a:close/>
                  <a:moveTo>
                    <a:pt x="1727034" y="3004215"/>
                  </a:moveTo>
                  <a:lnTo>
                    <a:pt x="1764199" y="3067383"/>
                  </a:lnTo>
                  <a:lnTo>
                    <a:pt x="1780019" y="2977619"/>
                  </a:lnTo>
                  <a:close/>
                  <a:moveTo>
                    <a:pt x="589564" y="1525651"/>
                  </a:moveTo>
                  <a:lnTo>
                    <a:pt x="600459" y="1485907"/>
                  </a:lnTo>
                  <a:lnTo>
                    <a:pt x="543769" y="1524343"/>
                  </a:lnTo>
                  <a:close/>
                  <a:moveTo>
                    <a:pt x="171540" y="1195483"/>
                  </a:moveTo>
                  <a:lnTo>
                    <a:pt x="189020" y="1277698"/>
                  </a:lnTo>
                  <a:lnTo>
                    <a:pt x="271139" y="1239262"/>
                  </a:lnTo>
                  <a:close/>
                  <a:moveTo>
                    <a:pt x="137516" y="1101942"/>
                  </a:moveTo>
                  <a:lnTo>
                    <a:pt x="130234" y="1138125"/>
                  </a:lnTo>
                  <a:lnTo>
                    <a:pt x="213033" y="1074832"/>
                  </a:lnTo>
                  <a:close/>
                  <a:moveTo>
                    <a:pt x="213033" y="1074832"/>
                  </a:moveTo>
                  <a:lnTo>
                    <a:pt x="130234" y="1138125"/>
                  </a:lnTo>
                  <a:lnTo>
                    <a:pt x="171540" y="1195483"/>
                  </a:lnTo>
                  <a:close/>
                  <a:moveTo>
                    <a:pt x="213033" y="1074832"/>
                  </a:moveTo>
                  <a:lnTo>
                    <a:pt x="171540" y="1195483"/>
                  </a:lnTo>
                  <a:lnTo>
                    <a:pt x="223275" y="1157046"/>
                  </a:lnTo>
                  <a:close/>
                  <a:moveTo>
                    <a:pt x="87007" y="976504"/>
                  </a:moveTo>
                  <a:lnTo>
                    <a:pt x="138698" y="1000890"/>
                  </a:lnTo>
                  <a:lnTo>
                    <a:pt x="93654" y="948837"/>
                  </a:lnTo>
                  <a:close/>
                  <a:moveTo>
                    <a:pt x="93654" y="948837"/>
                  </a:moveTo>
                  <a:lnTo>
                    <a:pt x="155778" y="992617"/>
                  </a:lnTo>
                  <a:lnTo>
                    <a:pt x="151392" y="910401"/>
                  </a:lnTo>
                  <a:close/>
                  <a:moveTo>
                    <a:pt x="1857426" y="3047994"/>
                  </a:moveTo>
                  <a:lnTo>
                    <a:pt x="1915321" y="3128396"/>
                  </a:lnTo>
                  <a:lnTo>
                    <a:pt x="1923723" y="3021474"/>
                  </a:lnTo>
                  <a:close/>
                  <a:moveTo>
                    <a:pt x="813008" y="1588554"/>
                  </a:moveTo>
                  <a:lnTo>
                    <a:pt x="760743" y="1529686"/>
                  </a:lnTo>
                  <a:lnTo>
                    <a:pt x="807684" y="1621306"/>
                  </a:lnTo>
                  <a:close/>
                  <a:moveTo>
                    <a:pt x="807684" y="1621306"/>
                  </a:moveTo>
                  <a:lnTo>
                    <a:pt x="760743" y="1529686"/>
                  </a:lnTo>
                  <a:lnTo>
                    <a:pt x="691629" y="1554972"/>
                  </a:lnTo>
                  <a:close/>
                  <a:moveTo>
                    <a:pt x="807684" y="1621306"/>
                  </a:moveTo>
                  <a:lnTo>
                    <a:pt x="691629" y="1554972"/>
                  </a:lnTo>
                  <a:lnTo>
                    <a:pt x="738810" y="1616707"/>
                  </a:lnTo>
                  <a:close/>
                  <a:moveTo>
                    <a:pt x="623980" y="1549377"/>
                  </a:moveTo>
                  <a:lnTo>
                    <a:pt x="600459" y="1485907"/>
                  </a:lnTo>
                  <a:lnTo>
                    <a:pt x="589564" y="1525651"/>
                  </a:lnTo>
                  <a:close/>
                  <a:moveTo>
                    <a:pt x="684134" y="1460974"/>
                  </a:moveTo>
                  <a:lnTo>
                    <a:pt x="600459" y="1485907"/>
                  </a:lnTo>
                  <a:lnTo>
                    <a:pt x="623980" y="1549377"/>
                  </a:lnTo>
                  <a:close/>
                  <a:moveTo>
                    <a:pt x="691629" y="1554972"/>
                  </a:moveTo>
                  <a:lnTo>
                    <a:pt x="684134" y="1460974"/>
                  </a:lnTo>
                  <a:lnTo>
                    <a:pt x="623980" y="1549377"/>
                  </a:lnTo>
                  <a:close/>
                  <a:moveTo>
                    <a:pt x="254129" y="892286"/>
                  </a:moveTo>
                  <a:lnTo>
                    <a:pt x="237080" y="881407"/>
                  </a:lnTo>
                  <a:lnTo>
                    <a:pt x="151392" y="910401"/>
                  </a:lnTo>
                  <a:close/>
                  <a:moveTo>
                    <a:pt x="192451" y="876885"/>
                  </a:moveTo>
                  <a:lnTo>
                    <a:pt x="151392" y="910401"/>
                  </a:lnTo>
                  <a:lnTo>
                    <a:pt x="237080" y="881407"/>
                  </a:lnTo>
                  <a:close/>
                  <a:moveTo>
                    <a:pt x="321994" y="867365"/>
                  </a:moveTo>
                  <a:lnTo>
                    <a:pt x="237080" y="881407"/>
                  </a:lnTo>
                  <a:lnTo>
                    <a:pt x="306109" y="871965"/>
                  </a:lnTo>
                  <a:close/>
                  <a:moveTo>
                    <a:pt x="192451" y="876885"/>
                  </a:moveTo>
                  <a:lnTo>
                    <a:pt x="237080" y="881407"/>
                  </a:lnTo>
                  <a:lnTo>
                    <a:pt x="321994" y="867365"/>
                  </a:lnTo>
                  <a:close/>
                  <a:moveTo>
                    <a:pt x="237080" y="881407"/>
                  </a:moveTo>
                  <a:lnTo>
                    <a:pt x="254129" y="892286"/>
                  </a:lnTo>
                  <a:lnTo>
                    <a:pt x="306109" y="871965"/>
                  </a:lnTo>
                  <a:close/>
                  <a:moveTo>
                    <a:pt x="2027961" y="3009557"/>
                  </a:moveTo>
                  <a:lnTo>
                    <a:pt x="2074836" y="3091773"/>
                  </a:lnTo>
                  <a:lnTo>
                    <a:pt x="2143000" y="3053336"/>
                  </a:lnTo>
                  <a:close/>
                  <a:moveTo>
                    <a:pt x="1169559" y="1870461"/>
                  </a:moveTo>
                  <a:lnTo>
                    <a:pt x="1116795" y="1888389"/>
                  </a:lnTo>
                  <a:lnTo>
                    <a:pt x="1043227" y="1891989"/>
                  </a:lnTo>
                  <a:close/>
                  <a:moveTo>
                    <a:pt x="1235631" y="1838838"/>
                  </a:moveTo>
                  <a:lnTo>
                    <a:pt x="1116795" y="1888389"/>
                  </a:lnTo>
                  <a:lnTo>
                    <a:pt x="1169559" y="1870461"/>
                  </a:lnTo>
                  <a:close/>
                  <a:moveTo>
                    <a:pt x="1221871" y="1827224"/>
                  </a:moveTo>
                  <a:lnTo>
                    <a:pt x="1100433" y="1827213"/>
                  </a:lnTo>
                  <a:lnTo>
                    <a:pt x="1130920" y="1858547"/>
                  </a:lnTo>
                  <a:close/>
                  <a:moveTo>
                    <a:pt x="984273" y="1598927"/>
                  </a:moveTo>
                  <a:lnTo>
                    <a:pt x="947726" y="1611901"/>
                  </a:lnTo>
                  <a:lnTo>
                    <a:pt x="1025526" y="1610604"/>
                  </a:lnTo>
                  <a:close/>
                  <a:moveTo>
                    <a:pt x="1025526" y="1610604"/>
                  </a:moveTo>
                  <a:lnTo>
                    <a:pt x="1099521" y="1655680"/>
                  </a:lnTo>
                  <a:lnTo>
                    <a:pt x="984273" y="1598927"/>
                  </a:lnTo>
                  <a:close/>
                  <a:moveTo>
                    <a:pt x="984273" y="1598927"/>
                  </a:moveTo>
                  <a:lnTo>
                    <a:pt x="1099521" y="1655680"/>
                  </a:lnTo>
                  <a:lnTo>
                    <a:pt x="1109523" y="1657784"/>
                  </a:lnTo>
                  <a:close/>
                  <a:moveTo>
                    <a:pt x="760743" y="1529686"/>
                  </a:moveTo>
                  <a:lnTo>
                    <a:pt x="813008" y="1588554"/>
                  </a:lnTo>
                  <a:lnTo>
                    <a:pt x="820195" y="1511042"/>
                  </a:lnTo>
                  <a:close/>
                  <a:moveTo>
                    <a:pt x="820195" y="1511042"/>
                  </a:moveTo>
                  <a:lnTo>
                    <a:pt x="905036" y="1438769"/>
                  </a:lnTo>
                  <a:lnTo>
                    <a:pt x="790130" y="1447470"/>
                  </a:lnTo>
                  <a:close/>
                  <a:moveTo>
                    <a:pt x="328506" y="867671"/>
                  </a:moveTo>
                  <a:lnTo>
                    <a:pt x="306109" y="871965"/>
                  </a:lnTo>
                  <a:lnTo>
                    <a:pt x="377344" y="859107"/>
                  </a:lnTo>
                  <a:close/>
                  <a:moveTo>
                    <a:pt x="377344" y="859107"/>
                  </a:moveTo>
                  <a:lnTo>
                    <a:pt x="306109" y="871965"/>
                  </a:lnTo>
                  <a:lnTo>
                    <a:pt x="254129" y="892286"/>
                  </a:lnTo>
                  <a:close/>
                  <a:moveTo>
                    <a:pt x="321994" y="867365"/>
                  </a:moveTo>
                  <a:lnTo>
                    <a:pt x="306109" y="871965"/>
                  </a:lnTo>
                  <a:lnTo>
                    <a:pt x="328506" y="867671"/>
                  </a:lnTo>
                  <a:close/>
                  <a:moveTo>
                    <a:pt x="2162711" y="3048457"/>
                  </a:moveTo>
                  <a:lnTo>
                    <a:pt x="2232152" y="2952502"/>
                  </a:lnTo>
                  <a:lnTo>
                    <a:pt x="2142347" y="2964921"/>
                  </a:lnTo>
                  <a:close/>
                  <a:moveTo>
                    <a:pt x="2232152" y="2952502"/>
                  </a:moveTo>
                  <a:lnTo>
                    <a:pt x="2241013" y="2874675"/>
                  </a:lnTo>
                  <a:lnTo>
                    <a:pt x="2142347" y="2964921"/>
                  </a:lnTo>
                  <a:close/>
                  <a:moveTo>
                    <a:pt x="1778671" y="2395615"/>
                  </a:moveTo>
                  <a:lnTo>
                    <a:pt x="1800227" y="2460729"/>
                  </a:lnTo>
                  <a:lnTo>
                    <a:pt x="1881696" y="2367216"/>
                  </a:lnTo>
                  <a:close/>
                  <a:moveTo>
                    <a:pt x="1881696" y="2367216"/>
                  </a:moveTo>
                  <a:lnTo>
                    <a:pt x="1800227" y="2460729"/>
                  </a:lnTo>
                  <a:lnTo>
                    <a:pt x="1806988" y="2366557"/>
                  </a:lnTo>
                  <a:close/>
                  <a:moveTo>
                    <a:pt x="1650933" y="2231185"/>
                  </a:moveTo>
                  <a:lnTo>
                    <a:pt x="1769792" y="2274964"/>
                  </a:lnTo>
                  <a:lnTo>
                    <a:pt x="1708691" y="2192749"/>
                  </a:lnTo>
                  <a:close/>
                  <a:moveTo>
                    <a:pt x="1025526" y="1610604"/>
                  </a:moveTo>
                  <a:lnTo>
                    <a:pt x="995811" y="1655680"/>
                  </a:lnTo>
                  <a:lnTo>
                    <a:pt x="1052473" y="1643573"/>
                  </a:lnTo>
                  <a:close/>
                  <a:moveTo>
                    <a:pt x="1052473" y="1643573"/>
                  </a:moveTo>
                  <a:lnTo>
                    <a:pt x="1099521" y="1655680"/>
                  </a:lnTo>
                  <a:lnTo>
                    <a:pt x="1025526" y="1610604"/>
                  </a:lnTo>
                  <a:close/>
                  <a:moveTo>
                    <a:pt x="915705" y="1393894"/>
                  </a:moveTo>
                  <a:lnTo>
                    <a:pt x="994221" y="1390654"/>
                  </a:lnTo>
                  <a:lnTo>
                    <a:pt x="978567" y="1303289"/>
                  </a:lnTo>
                  <a:close/>
                  <a:moveTo>
                    <a:pt x="1049697" y="1370598"/>
                  </a:moveTo>
                  <a:lnTo>
                    <a:pt x="994221" y="1390654"/>
                  </a:lnTo>
                  <a:lnTo>
                    <a:pt x="992534" y="1487252"/>
                  </a:lnTo>
                  <a:close/>
                  <a:moveTo>
                    <a:pt x="495377" y="892692"/>
                  </a:moveTo>
                  <a:lnTo>
                    <a:pt x="483324" y="833528"/>
                  </a:lnTo>
                  <a:lnTo>
                    <a:pt x="455942" y="874313"/>
                  </a:lnTo>
                  <a:close/>
                  <a:moveTo>
                    <a:pt x="565019" y="796574"/>
                  </a:moveTo>
                  <a:lnTo>
                    <a:pt x="483324" y="833528"/>
                  </a:lnTo>
                  <a:lnTo>
                    <a:pt x="495377" y="892692"/>
                  </a:lnTo>
                  <a:close/>
                  <a:moveTo>
                    <a:pt x="576708" y="887163"/>
                  </a:moveTo>
                  <a:lnTo>
                    <a:pt x="565019" y="796574"/>
                  </a:lnTo>
                  <a:lnTo>
                    <a:pt x="495377" y="892692"/>
                  </a:lnTo>
                  <a:close/>
                  <a:moveTo>
                    <a:pt x="2242611" y="2843908"/>
                  </a:moveTo>
                  <a:lnTo>
                    <a:pt x="2298299" y="2810199"/>
                  </a:lnTo>
                  <a:lnTo>
                    <a:pt x="2227354" y="2823607"/>
                  </a:lnTo>
                  <a:close/>
                  <a:moveTo>
                    <a:pt x="2303558" y="2754858"/>
                  </a:moveTo>
                  <a:lnTo>
                    <a:pt x="2350034" y="2788426"/>
                  </a:lnTo>
                  <a:lnTo>
                    <a:pt x="2315264" y="2729818"/>
                  </a:lnTo>
                  <a:close/>
                  <a:moveTo>
                    <a:pt x="2087456" y="2408993"/>
                  </a:moveTo>
                  <a:lnTo>
                    <a:pt x="2008440" y="2412639"/>
                  </a:lnTo>
                  <a:lnTo>
                    <a:pt x="2094285" y="2503534"/>
                  </a:lnTo>
                  <a:close/>
                  <a:moveTo>
                    <a:pt x="1863671" y="2409150"/>
                  </a:moveTo>
                  <a:lnTo>
                    <a:pt x="1881696" y="2367216"/>
                  </a:lnTo>
                  <a:lnTo>
                    <a:pt x="1806988" y="2366557"/>
                  </a:lnTo>
                  <a:close/>
                  <a:moveTo>
                    <a:pt x="1863671" y="2409150"/>
                  </a:moveTo>
                  <a:lnTo>
                    <a:pt x="1922351" y="2422037"/>
                  </a:lnTo>
                  <a:lnTo>
                    <a:pt x="1881696" y="2367216"/>
                  </a:lnTo>
                  <a:close/>
                  <a:moveTo>
                    <a:pt x="2008440" y="2412639"/>
                  </a:moveTo>
                  <a:lnTo>
                    <a:pt x="1981189" y="2334702"/>
                  </a:lnTo>
                  <a:lnTo>
                    <a:pt x="1922351" y="2422037"/>
                  </a:lnTo>
                  <a:close/>
                  <a:moveTo>
                    <a:pt x="1800939" y="2154313"/>
                  </a:moveTo>
                  <a:lnTo>
                    <a:pt x="1794398" y="2265284"/>
                  </a:lnTo>
                  <a:lnTo>
                    <a:pt x="1812581" y="2172267"/>
                  </a:lnTo>
                  <a:close/>
                  <a:moveTo>
                    <a:pt x="1708691" y="2192749"/>
                  </a:moveTo>
                  <a:lnTo>
                    <a:pt x="1769792" y="2274964"/>
                  </a:lnTo>
                  <a:lnTo>
                    <a:pt x="1800939" y="2154313"/>
                  </a:lnTo>
                  <a:close/>
                  <a:moveTo>
                    <a:pt x="1505335" y="1743237"/>
                  </a:moveTo>
                  <a:lnTo>
                    <a:pt x="1480983" y="1781673"/>
                  </a:lnTo>
                  <a:lnTo>
                    <a:pt x="1518106" y="1825452"/>
                  </a:lnTo>
                  <a:close/>
                  <a:moveTo>
                    <a:pt x="1098581" y="1414376"/>
                  </a:moveTo>
                  <a:lnTo>
                    <a:pt x="1152007" y="1374435"/>
                  </a:lnTo>
                  <a:lnTo>
                    <a:pt x="1049697" y="1370598"/>
                  </a:lnTo>
                  <a:close/>
                  <a:moveTo>
                    <a:pt x="1078975" y="1452813"/>
                  </a:moveTo>
                  <a:lnTo>
                    <a:pt x="1098581" y="1414376"/>
                  </a:lnTo>
                  <a:lnTo>
                    <a:pt x="1049697" y="1370598"/>
                  </a:lnTo>
                  <a:close/>
                  <a:moveTo>
                    <a:pt x="1899964" y="2220319"/>
                  </a:moveTo>
                  <a:lnTo>
                    <a:pt x="1940417" y="2156361"/>
                  </a:lnTo>
                  <a:lnTo>
                    <a:pt x="1812581" y="2172267"/>
                  </a:lnTo>
                  <a:close/>
                  <a:moveTo>
                    <a:pt x="1993594" y="2076525"/>
                  </a:moveTo>
                  <a:lnTo>
                    <a:pt x="1860573" y="2073044"/>
                  </a:lnTo>
                  <a:lnTo>
                    <a:pt x="1917969" y="2072431"/>
                  </a:lnTo>
                  <a:close/>
                  <a:moveTo>
                    <a:pt x="1518106" y="1825452"/>
                  </a:moveTo>
                  <a:lnTo>
                    <a:pt x="1518525" y="1807326"/>
                  </a:lnTo>
                  <a:lnTo>
                    <a:pt x="1505335" y="1743237"/>
                  </a:lnTo>
                  <a:close/>
                  <a:moveTo>
                    <a:pt x="1505335" y="1743237"/>
                  </a:moveTo>
                  <a:lnTo>
                    <a:pt x="1518525" y="1807326"/>
                  </a:lnTo>
                  <a:lnTo>
                    <a:pt x="1603986" y="1734478"/>
                  </a:lnTo>
                  <a:close/>
                  <a:moveTo>
                    <a:pt x="1603986" y="1734478"/>
                  </a:moveTo>
                  <a:lnTo>
                    <a:pt x="1580748" y="1717239"/>
                  </a:lnTo>
                  <a:lnTo>
                    <a:pt x="1505335" y="1743237"/>
                  </a:lnTo>
                  <a:close/>
                  <a:moveTo>
                    <a:pt x="1580748" y="1717239"/>
                  </a:moveTo>
                  <a:lnTo>
                    <a:pt x="1630578" y="1637229"/>
                  </a:lnTo>
                  <a:lnTo>
                    <a:pt x="1529134" y="1669818"/>
                  </a:lnTo>
                  <a:close/>
                  <a:moveTo>
                    <a:pt x="1271328" y="1326696"/>
                  </a:moveTo>
                  <a:lnTo>
                    <a:pt x="1222288" y="1358545"/>
                  </a:lnTo>
                  <a:lnTo>
                    <a:pt x="1152007" y="1374435"/>
                  </a:lnTo>
                  <a:close/>
                  <a:moveTo>
                    <a:pt x="771255" y="571636"/>
                  </a:moveTo>
                  <a:lnTo>
                    <a:pt x="645576" y="595603"/>
                  </a:lnTo>
                  <a:lnTo>
                    <a:pt x="702833" y="594478"/>
                  </a:lnTo>
                  <a:close/>
                  <a:moveTo>
                    <a:pt x="2046636" y="2181403"/>
                  </a:moveTo>
                  <a:lnTo>
                    <a:pt x="1940417" y="2156361"/>
                  </a:lnTo>
                  <a:lnTo>
                    <a:pt x="1986195" y="2198091"/>
                  </a:lnTo>
                  <a:close/>
                  <a:moveTo>
                    <a:pt x="1917969" y="2072431"/>
                  </a:moveTo>
                  <a:lnTo>
                    <a:pt x="1958307" y="2092528"/>
                  </a:lnTo>
                  <a:lnTo>
                    <a:pt x="1993594" y="2076525"/>
                  </a:lnTo>
                  <a:close/>
                  <a:moveTo>
                    <a:pt x="771255" y="571636"/>
                  </a:moveTo>
                  <a:lnTo>
                    <a:pt x="822875" y="549432"/>
                  </a:lnTo>
                  <a:lnTo>
                    <a:pt x="804273" y="553789"/>
                  </a:lnTo>
                  <a:close/>
                  <a:moveTo>
                    <a:pt x="875176" y="466320"/>
                  </a:moveTo>
                  <a:lnTo>
                    <a:pt x="804273" y="553789"/>
                  </a:lnTo>
                  <a:lnTo>
                    <a:pt x="835039" y="515353"/>
                  </a:lnTo>
                  <a:close/>
                  <a:moveTo>
                    <a:pt x="2662279" y="2544909"/>
                  </a:moveTo>
                  <a:lnTo>
                    <a:pt x="2555225" y="2567880"/>
                  </a:lnTo>
                  <a:lnTo>
                    <a:pt x="2556491" y="2570730"/>
                  </a:lnTo>
                  <a:close/>
                  <a:moveTo>
                    <a:pt x="2541892" y="2482098"/>
                  </a:moveTo>
                  <a:lnTo>
                    <a:pt x="2555225" y="2567880"/>
                  </a:lnTo>
                  <a:lnTo>
                    <a:pt x="2662279" y="2544909"/>
                  </a:lnTo>
                  <a:close/>
                  <a:moveTo>
                    <a:pt x="1000596" y="441387"/>
                  </a:moveTo>
                  <a:lnTo>
                    <a:pt x="875176" y="466320"/>
                  </a:lnTo>
                  <a:lnTo>
                    <a:pt x="926965" y="444750"/>
                  </a:lnTo>
                  <a:close/>
                  <a:moveTo>
                    <a:pt x="1738434" y="1034231"/>
                  </a:moveTo>
                  <a:lnTo>
                    <a:pt x="1662201" y="1111059"/>
                  </a:lnTo>
                  <a:lnTo>
                    <a:pt x="1694734" y="1096201"/>
                  </a:lnTo>
                  <a:close/>
                  <a:moveTo>
                    <a:pt x="1471098" y="945053"/>
                  </a:moveTo>
                  <a:lnTo>
                    <a:pt x="1535727" y="931770"/>
                  </a:lnTo>
                  <a:lnTo>
                    <a:pt x="1469686" y="865403"/>
                  </a:lnTo>
                  <a:close/>
                  <a:moveTo>
                    <a:pt x="958419" y="458339"/>
                  </a:moveTo>
                  <a:lnTo>
                    <a:pt x="1000596" y="441387"/>
                  </a:lnTo>
                  <a:lnTo>
                    <a:pt x="926965" y="444750"/>
                  </a:lnTo>
                  <a:close/>
                  <a:moveTo>
                    <a:pt x="958419" y="458339"/>
                  </a:moveTo>
                  <a:lnTo>
                    <a:pt x="1038750" y="453623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82656" y="469538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90868" y="471845"/>
                  </a:lnTo>
                  <a:lnTo>
                    <a:pt x="1082656" y="469538"/>
                  </a:lnTo>
                  <a:close/>
                  <a:moveTo>
                    <a:pt x="1038750" y="453623"/>
                  </a:moveTo>
                  <a:lnTo>
                    <a:pt x="1066763" y="473569"/>
                  </a:lnTo>
                  <a:lnTo>
                    <a:pt x="1149758" y="505217"/>
                  </a:lnTo>
                  <a:close/>
                  <a:moveTo>
                    <a:pt x="1090868" y="471845"/>
                  </a:moveTo>
                  <a:lnTo>
                    <a:pt x="1149758" y="505217"/>
                  </a:lnTo>
                  <a:lnTo>
                    <a:pt x="1225221" y="508704"/>
                  </a:lnTo>
                  <a:close/>
                  <a:moveTo>
                    <a:pt x="2006492" y="1263939"/>
                  </a:moveTo>
                  <a:lnTo>
                    <a:pt x="1922516" y="1260631"/>
                  </a:lnTo>
                  <a:lnTo>
                    <a:pt x="1885925" y="1307018"/>
                  </a:lnTo>
                  <a:close/>
                  <a:moveTo>
                    <a:pt x="2006492" y="1263939"/>
                  </a:moveTo>
                  <a:lnTo>
                    <a:pt x="1885925" y="1307018"/>
                  </a:lnTo>
                  <a:lnTo>
                    <a:pt x="1935247" y="1276224"/>
                  </a:lnTo>
                  <a:close/>
                  <a:moveTo>
                    <a:pt x="1694734" y="1096201"/>
                  </a:moveTo>
                  <a:lnTo>
                    <a:pt x="1685202" y="1113866"/>
                  </a:lnTo>
                  <a:lnTo>
                    <a:pt x="1744398" y="1144326"/>
                  </a:lnTo>
                  <a:close/>
                  <a:moveTo>
                    <a:pt x="1591061" y="825342"/>
                  </a:moveTo>
                  <a:lnTo>
                    <a:pt x="1579422" y="817488"/>
                  </a:lnTo>
                  <a:lnTo>
                    <a:pt x="1535727" y="931770"/>
                  </a:lnTo>
                  <a:close/>
                  <a:moveTo>
                    <a:pt x="1646369" y="823653"/>
                  </a:moveTo>
                  <a:lnTo>
                    <a:pt x="1624620" y="741242"/>
                  </a:lnTo>
                  <a:lnTo>
                    <a:pt x="1579422" y="817488"/>
                  </a:lnTo>
                  <a:close/>
                  <a:moveTo>
                    <a:pt x="1160613" y="515235"/>
                  </a:moveTo>
                  <a:lnTo>
                    <a:pt x="1231502" y="518196"/>
                  </a:lnTo>
                  <a:lnTo>
                    <a:pt x="1225221" y="508704"/>
                  </a:lnTo>
                  <a:close/>
                  <a:moveTo>
                    <a:pt x="1231502" y="518196"/>
                  </a:moveTo>
                  <a:lnTo>
                    <a:pt x="1272765" y="438479"/>
                  </a:lnTo>
                  <a:lnTo>
                    <a:pt x="1225221" y="508704"/>
                  </a:lnTo>
                  <a:close/>
                  <a:moveTo>
                    <a:pt x="2185531" y="1528523"/>
                  </a:moveTo>
                  <a:lnTo>
                    <a:pt x="2218652" y="1499857"/>
                  </a:lnTo>
                  <a:lnTo>
                    <a:pt x="2148626" y="1516694"/>
                  </a:lnTo>
                  <a:close/>
                  <a:moveTo>
                    <a:pt x="1962315" y="1288532"/>
                  </a:moveTo>
                  <a:lnTo>
                    <a:pt x="2006492" y="1263939"/>
                  </a:lnTo>
                  <a:lnTo>
                    <a:pt x="1935247" y="1276224"/>
                  </a:lnTo>
                  <a:close/>
                  <a:moveTo>
                    <a:pt x="1962315" y="1288532"/>
                  </a:moveTo>
                  <a:lnTo>
                    <a:pt x="2040207" y="1285799"/>
                  </a:lnTo>
                  <a:lnTo>
                    <a:pt x="2006492" y="1263939"/>
                  </a:lnTo>
                  <a:close/>
                  <a:moveTo>
                    <a:pt x="1392957" y="279392"/>
                  </a:moveTo>
                  <a:lnTo>
                    <a:pt x="1417586" y="388004"/>
                  </a:lnTo>
                  <a:lnTo>
                    <a:pt x="1443401" y="336725"/>
                  </a:lnTo>
                  <a:close/>
                  <a:moveTo>
                    <a:pt x="1417586" y="388004"/>
                  </a:moveTo>
                  <a:lnTo>
                    <a:pt x="1472177" y="361607"/>
                  </a:lnTo>
                  <a:lnTo>
                    <a:pt x="1443401" y="336725"/>
                  </a:lnTo>
                  <a:close/>
                  <a:moveTo>
                    <a:pt x="1918673" y="783851"/>
                  </a:moveTo>
                  <a:lnTo>
                    <a:pt x="1863046" y="791073"/>
                  </a:lnTo>
                  <a:lnTo>
                    <a:pt x="1789856" y="796089"/>
                  </a:lnTo>
                  <a:close/>
                  <a:moveTo>
                    <a:pt x="1918673" y="783851"/>
                  </a:moveTo>
                  <a:lnTo>
                    <a:pt x="1789856" y="796089"/>
                  </a:lnTo>
                  <a:lnTo>
                    <a:pt x="1842319" y="777033"/>
                  </a:lnTo>
                  <a:close/>
                  <a:moveTo>
                    <a:pt x="1863046" y="791073"/>
                  </a:moveTo>
                  <a:lnTo>
                    <a:pt x="1918673" y="783851"/>
                  </a:lnTo>
                  <a:lnTo>
                    <a:pt x="1882721" y="772682"/>
                  </a:lnTo>
                  <a:close/>
                  <a:moveTo>
                    <a:pt x="1766804" y="494697"/>
                  </a:moveTo>
                  <a:lnTo>
                    <a:pt x="1757645" y="493504"/>
                  </a:lnTo>
                  <a:lnTo>
                    <a:pt x="1751980" y="487600"/>
                  </a:lnTo>
                  <a:close/>
                  <a:moveTo>
                    <a:pt x="1543922" y="323170"/>
                  </a:moveTo>
                  <a:lnTo>
                    <a:pt x="1483457" y="271283"/>
                  </a:lnTo>
                  <a:lnTo>
                    <a:pt x="1443401" y="336725"/>
                  </a:lnTo>
                  <a:close/>
                  <a:moveTo>
                    <a:pt x="2068000" y="778024"/>
                  </a:moveTo>
                  <a:lnTo>
                    <a:pt x="2041390" y="784376"/>
                  </a:lnTo>
                  <a:lnTo>
                    <a:pt x="2049174" y="878141"/>
                  </a:lnTo>
                  <a:close/>
                  <a:moveTo>
                    <a:pt x="1766804" y="494697"/>
                  </a:moveTo>
                  <a:lnTo>
                    <a:pt x="1750019" y="495394"/>
                  </a:lnTo>
                  <a:lnTo>
                    <a:pt x="1813639" y="454599"/>
                  </a:lnTo>
                  <a:close/>
                  <a:moveTo>
                    <a:pt x="1766804" y="494697"/>
                  </a:moveTo>
                  <a:lnTo>
                    <a:pt x="1813639" y="454599"/>
                  </a:lnTo>
                  <a:lnTo>
                    <a:pt x="1772666" y="487600"/>
                  </a:lnTo>
                  <a:close/>
                  <a:moveTo>
                    <a:pt x="1813639" y="454599"/>
                  </a:moveTo>
                  <a:lnTo>
                    <a:pt x="1818537" y="449163"/>
                  </a:lnTo>
                  <a:lnTo>
                    <a:pt x="1772666" y="487600"/>
                  </a:lnTo>
                  <a:close/>
                  <a:moveTo>
                    <a:pt x="1483457" y="271283"/>
                  </a:moveTo>
                  <a:lnTo>
                    <a:pt x="1543922" y="323170"/>
                  </a:lnTo>
                  <a:lnTo>
                    <a:pt x="1552594" y="202518"/>
                  </a:lnTo>
                  <a:close/>
                  <a:moveTo>
                    <a:pt x="2141375" y="628775"/>
                  </a:moveTo>
                  <a:lnTo>
                    <a:pt x="2161121" y="575157"/>
                  </a:lnTo>
                  <a:lnTo>
                    <a:pt x="2105369" y="613594"/>
                  </a:lnTo>
                  <a:close/>
                  <a:moveTo>
                    <a:pt x="1907541" y="311824"/>
                  </a:moveTo>
                  <a:lnTo>
                    <a:pt x="1846233" y="281891"/>
                  </a:lnTo>
                  <a:lnTo>
                    <a:pt x="1922257" y="328512"/>
                  </a:lnTo>
                  <a:close/>
                  <a:moveTo>
                    <a:pt x="1641535" y="26845"/>
                  </a:moveTo>
                  <a:lnTo>
                    <a:pt x="1605830" y="38087"/>
                  </a:lnTo>
                  <a:lnTo>
                    <a:pt x="1681442" y="23794"/>
                  </a:lnTo>
                  <a:close/>
                  <a:moveTo>
                    <a:pt x="1641535" y="26845"/>
                  </a:moveTo>
                  <a:lnTo>
                    <a:pt x="1681442" y="23794"/>
                  </a:lnTo>
                  <a:lnTo>
                    <a:pt x="1749961" y="1317"/>
                  </a:lnTo>
                  <a:close/>
                  <a:moveTo>
                    <a:pt x="1749961" y="1317"/>
                  </a:moveTo>
                  <a:lnTo>
                    <a:pt x="1681442" y="23794"/>
                  </a:lnTo>
                  <a:lnTo>
                    <a:pt x="1810194" y="11317"/>
                  </a:lnTo>
                  <a:close/>
                  <a:moveTo>
                    <a:pt x="1881698" y="0"/>
                  </a:moveTo>
                  <a:lnTo>
                    <a:pt x="1749961" y="1317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881698" y="0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931203" y="12628"/>
                  </a:lnTo>
                  <a:lnTo>
                    <a:pt x="188169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02" name="Candidate_density__2101">
              <a:extLst>
                <a:ext uri="{FF2B5EF4-FFF2-40B4-BE49-F238E27FC236}">
                  <a16:creationId xmlns:a16="http://schemas.microsoft.com/office/drawing/2014/main" id="{FEB52A57-4A8B-5098-B028-734E872DDF82}"/>
                </a:ext>
              </a:extLst>
            </p:cNvPr>
            <p:cNvSpPr>
              <a:spLocks noGrp="1"/>
            </p:cNvSpPr>
            <p:nvPr/>
          </p:nvSpPr>
          <p:spPr>
            <a:xfrm>
              <a:off x="3850911" y="1725972"/>
              <a:ext cx="2350365" cy="2903516"/>
            </a:xfrm>
            <a:custGeom>
              <a:avLst/>
              <a:gdLst/>
              <a:ahLst/>
              <a:cxnLst/>
              <a:rect l="0" t="0" r="0" b="0"/>
              <a:pathLst>
                <a:path w="2350365" h="2903516">
                  <a:moveTo>
                    <a:pt x="67034" y="1292335"/>
                  </a:moveTo>
                  <a:lnTo>
                    <a:pt x="0" y="1409106"/>
                  </a:lnTo>
                  <a:lnTo>
                    <a:pt x="30248" y="1348270"/>
                  </a:lnTo>
                  <a:close/>
                  <a:moveTo>
                    <a:pt x="108410" y="1361848"/>
                  </a:moveTo>
                  <a:lnTo>
                    <a:pt x="164664" y="1356972"/>
                  </a:lnTo>
                  <a:lnTo>
                    <a:pt x="30248" y="1348270"/>
                  </a:lnTo>
                  <a:close/>
                  <a:moveTo>
                    <a:pt x="179713" y="1349781"/>
                  </a:moveTo>
                  <a:lnTo>
                    <a:pt x="194120" y="1370669"/>
                  </a:lnTo>
                  <a:lnTo>
                    <a:pt x="164664" y="1356972"/>
                  </a:lnTo>
                  <a:close/>
                  <a:moveTo>
                    <a:pt x="1065577" y="2280869"/>
                  </a:moveTo>
                  <a:lnTo>
                    <a:pt x="1014223" y="2304069"/>
                  </a:lnTo>
                  <a:lnTo>
                    <a:pt x="1141209" y="2284988"/>
                  </a:lnTo>
                  <a:close/>
                  <a:moveTo>
                    <a:pt x="50994" y="1005099"/>
                  </a:moveTo>
                  <a:lnTo>
                    <a:pt x="111372" y="1016604"/>
                  </a:lnTo>
                  <a:lnTo>
                    <a:pt x="53062" y="1003165"/>
                  </a:lnTo>
                  <a:close/>
                  <a:moveTo>
                    <a:pt x="1065577" y="2280869"/>
                  </a:moveTo>
                  <a:lnTo>
                    <a:pt x="1141209" y="2284988"/>
                  </a:lnTo>
                  <a:lnTo>
                    <a:pt x="1180954" y="2218385"/>
                  </a:lnTo>
                  <a:close/>
                  <a:moveTo>
                    <a:pt x="119636" y="964936"/>
                  </a:moveTo>
                  <a:lnTo>
                    <a:pt x="53903" y="1002734"/>
                  </a:lnTo>
                  <a:lnTo>
                    <a:pt x="159585" y="907577"/>
                  </a:lnTo>
                  <a:close/>
                  <a:moveTo>
                    <a:pt x="159585" y="907577"/>
                  </a:moveTo>
                  <a:lnTo>
                    <a:pt x="53903" y="1002734"/>
                  </a:lnTo>
                  <a:lnTo>
                    <a:pt x="53062" y="1003165"/>
                  </a:lnTo>
                  <a:close/>
                  <a:moveTo>
                    <a:pt x="1199199" y="2178932"/>
                  </a:moveTo>
                  <a:lnTo>
                    <a:pt x="1180954" y="2218385"/>
                  </a:lnTo>
                  <a:lnTo>
                    <a:pt x="1206109" y="2198162"/>
                  </a:lnTo>
                  <a:close/>
                  <a:moveTo>
                    <a:pt x="1217554" y="2140026"/>
                  </a:moveTo>
                  <a:lnTo>
                    <a:pt x="1242116" y="2168404"/>
                  </a:lnTo>
                  <a:lnTo>
                    <a:pt x="1281811" y="2101614"/>
                  </a:lnTo>
                  <a:close/>
                  <a:moveTo>
                    <a:pt x="1293885" y="2062454"/>
                  </a:moveTo>
                  <a:lnTo>
                    <a:pt x="1281811" y="2101614"/>
                  </a:lnTo>
                  <a:lnTo>
                    <a:pt x="1325851" y="2077511"/>
                  </a:lnTo>
                  <a:close/>
                  <a:moveTo>
                    <a:pt x="1325851" y="2077511"/>
                  </a:moveTo>
                  <a:lnTo>
                    <a:pt x="1347061" y="2066917"/>
                  </a:lnTo>
                  <a:lnTo>
                    <a:pt x="1293885" y="2062454"/>
                  </a:lnTo>
                  <a:close/>
                  <a:moveTo>
                    <a:pt x="652015" y="1203657"/>
                  </a:moveTo>
                  <a:lnTo>
                    <a:pt x="713485" y="1230427"/>
                  </a:lnTo>
                  <a:lnTo>
                    <a:pt x="720314" y="1180357"/>
                  </a:lnTo>
                  <a:close/>
                  <a:moveTo>
                    <a:pt x="1129784" y="1596666"/>
                  </a:moveTo>
                  <a:lnTo>
                    <a:pt x="1051482" y="1582567"/>
                  </a:lnTo>
                  <a:lnTo>
                    <a:pt x="996044" y="1582856"/>
                  </a:lnTo>
                  <a:close/>
                  <a:moveTo>
                    <a:pt x="2150094" y="2903516"/>
                  </a:moveTo>
                  <a:lnTo>
                    <a:pt x="2222785" y="2896637"/>
                  </a:lnTo>
                  <a:lnTo>
                    <a:pt x="2274663" y="2875398"/>
                  </a:lnTo>
                  <a:close/>
                  <a:moveTo>
                    <a:pt x="2230285" y="2861226"/>
                  </a:moveTo>
                  <a:lnTo>
                    <a:pt x="2280389" y="2822789"/>
                  </a:lnTo>
                  <a:lnTo>
                    <a:pt x="2274663" y="2875398"/>
                  </a:lnTo>
                  <a:close/>
                  <a:moveTo>
                    <a:pt x="1347447" y="1753992"/>
                  </a:moveTo>
                  <a:lnTo>
                    <a:pt x="1317536" y="1804778"/>
                  </a:lnTo>
                  <a:lnTo>
                    <a:pt x="1348083" y="1778707"/>
                  </a:lnTo>
                  <a:close/>
                  <a:moveTo>
                    <a:pt x="1348083" y="1778707"/>
                  </a:moveTo>
                  <a:lnTo>
                    <a:pt x="1317536" y="1804778"/>
                  </a:lnTo>
                  <a:lnTo>
                    <a:pt x="1306488" y="1852023"/>
                  </a:lnTo>
                  <a:close/>
                  <a:moveTo>
                    <a:pt x="1348083" y="1778707"/>
                  </a:moveTo>
                  <a:lnTo>
                    <a:pt x="1338823" y="1686144"/>
                  </a:lnTo>
                  <a:lnTo>
                    <a:pt x="1347447" y="1753992"/>
                  </a:lnTo>
                  <a:close/>
                  <a:moveTo>
                    <a:pt x="1338823" y="1686144"/>
                  </a:moveTo>
                  <a:lnTo>
                    <a:pt x="1340631" y="1671778"/>
                  </a:lnTo>
                  <a:lnTo>
                    <a:pt x="1347447" y="1753992"/>
                  </a:lnTo>
                  <a:close/>
                  <a:moveTo>
                    <a:pt x="1142942" y="1524022"/>
                  </a:moveTo>
                  <a:lnTo>
                    <a:pt x="1072220" y="1520926"/>
                  </a:lnTo>
                  <a:lnTo>
                    <a:pt x="1051482" y="1582567"/>
                  </a:lnTo>
                  <a:close/>
                  <a:moveTo>
                    <a:pt x="849828" y="1170727"/>
                  </a:moveTo>
                  <a:lnTo>
                    <a:pt x="787997" y="1130350"/>
                  </a:lnTo>
                  <a:lnTo>
                    <a:pt x="868404" y="1178487"/>
                  </a:lnTo>
                  <a:close/>
                  <a:moveTo>
                    <a:pt x="894174" y="906126"/>
                  </a:moveTo>
                  <a:lnTo>
                    <a:pt x="885142" y="893405"/>
                  </a:lnTo>
                  <a:lnTo>
                    <a:pt x="968648" y="943983"/>
                  </a:lnTo>
                  <a:close/>
                  <a:moveTo>
                    <a:pt x="852717" y="966328"/>
                  </a:moveTo>
                  <a:lnTo>
                    <a:pt x="885142" y="893405"/>
                  </a:lnTo>
                  <a:lnTo>
                    <a:pt x="894174" y="906126"/>
                  </a:lnTo>
                  <a:close/>
                  <a:moveTo>
                    <a:pt x="898890" y="700419"/>
                  </a:moveTo>
                  <a:lnTo>
                    <a:pt x="829105" y="696561"/>
                  </a:lnTo>
                  <a:lnTo>
                    <a:pt x="837913" y="811190"/>
                  </a:lnTo>
                  <a:close/>
                  <a:moveTo>
                    <a:pt x="821404" y="690539"/>
                  </a:moveTo>
                  <a:lnTo>
                    <a:pt x="829105" y="696561"/>
                  </a:lnTo>
                  <a:lnTo>
                    <a:pt x="835290" y="685969"/>
                  </a:lnTo>
                  <a:close/>
                  <a:moveTo>
                    <a:pt x="837629" y="694715"/>
                  </a:moveTo>
                  <a:lnTo>
                    <a:pt x="829105" y="696561"/>
                  </a:lnTo>
                  <a:lnTo>
                    <a:pt x="821404" y="690539"/>
                  </a:lnTo>
                  <a:close/>
                  <a:moveTo>
                    <a:pt x="1780147" y="1669816"/>
                  </a:moveTo>
                  <a:lnTo>
                    <a:pt x="1737642" y="1643779"/>
                  </a:lnTo>
                  <a:lnTo>
                    <a:pt x="1712077" y="1734870"/>
                  </a:lnTo>
                  <a:close/>
                  <a:moveTo>
                    <a:pt x="835290" y="685969"/>
                  </a:moveTo>
                  <a:lnTo>
                    <a:pt x="903934" y="663960"/>
                  </a:lnTo>
                  <a:lnTo>
                    <a:pt x="952945" y="632001"/>
                  </a:lnTo>
                  <a:close/>
                  <a:moveTo>
                    <a:pt x="952945" y="632001"/>
                  </a:moveTo>
                  <a:lnTo>
                    <a:pt x="903934" y="663960"/>
                  </a:lnTo>
                  <a:lnTo>
                    <a:pt x="1025864" y="625974"/>
                  </a:lnTo>
                  <a:close/>
                  <a:moveTo>
                    <a:pt x="1177517" y="914323"/>
                  </a:moveTo>
                  <a:lnTo>
                    <a:pt x="1086506" y="908759"/>
                  </a:lnTo>
                  <a:lnTo>
                    <a:pt x="1157648" y="911514"/>
                  </a:lnTo>
                  <a:close/>
                  <a:moveTo>
                    <a:pt x="2158035" y="1846893"/>
                  </a:moveTo>
                  <a:lnTo>
                    <a:pt x="2155782" y="1848771"/>
                  </a:lnTo>
                  <a:lnTo>
                    <a:pt x="2196472" y="1967544"/>
                  </a:lnTo>
                  <a:close/>
                  <a:moveTo>
                    <a:pt x="2151449" y="1846893"/>
                  </a:moveTo>
                  <a:lnTo>
                    <a:pt x="2074269" y="1822666"/>
                  </a:lnTo>
                  <a:lnTo>
                    <a:pt x="2037810" y="1781709"/>
                  </a:lnTo>
                  <a:close/>
                  <a:moveTo>
                    <a:pt x="1249910" y="906329"/>
                  </a:moveTo>
                  <a:lnTo>
                    <a:pt x="1307098" y="950698"/>
                  </a:lnTo>
                  <a:lnTo>
                    <a:pt x="1177517" y="914323"/>
                  </a:lnTo>
                  <a:close/>
                  <a:moveTo>
                    <a:pt x="1371163" y="865812"/>
                  </a:moveTo>
                  <a:lnTo>
                    <a:pt x="1301674" y="898747"/>
                  </a:lnTo>
                  <a:lnTo>
                    <a:pt x="1344743" y="880593"/>
                  </a:lnTo>
                  <a:close/>
                  <a:moveTo>
                    <a:pt x="2254802" y="1808456"/>
                  </a:moveTo>
                  <a:lnTo>
                    <a:pt x="2158035" y="1846893"/>
                  </a:lnTo>
                  <a:lnTo>
                    <a:pt x="2271697" y="1788299"/>
                  </a:lnTo>
                  <a:close/>
                  <a:moveTo>
                    <a:pt x="2275232" y="1709872"/>
                  </a:moveTo>
                  <a:lnTo>
                    <a:pt x="2254802" y="1808456"/>
                  </a:lnTo>
                  <a:lnTo>
                    <a:pt x="2271697" y="1788299"/>
                  </a:lnTo>
                  <a:close/>
                  <a:moveTo>
                    <a:pt x="2337749" y="1719639"/>
                  </a:moveTo>
                  <a:lnTo>
                    <a:pt x="2271697" y="1788299"/>
                  </a:lnTo>
                  <a:lnTo>
                    <a:pt x="2333007" y="1738868"/>
                  </a:lnTo>
                  <a:close/>
                  <a:moveTo>
                    <a:pt x="2337749" y="1719639"/>
                  </a:moveTo>
                  <a:lnTo>
                    <a:pt x="2275232" y="1709872"/>
                  </a:lnTo>
                  <a:lnTo>
                    <a:pt x="2271697" y="1788299"/>
                  </a:lnTo>
                  <a:close/>
                  <a:moveTo>
                    <a:pt x="1560669" y="801830"/>
                  </a:moveTo>
                  <a:lnTo>
                    <a:pt x="1589149" y="803080"/>
                  </a:lnTo>
                  <a:lnTo>
                    <a:pt x="1485045" y="797741"/>
                  </a:lnTo>
                  <a:close/>
                  <a:moveTo>
                    <a:pt x="2307515" y="1491813"/>
                  </a:moveTo>
                  <a:lnTo>
                    <a:pt x="2335890" y="1520966"/>
                  </a:lnTo>
                  <a:lnTo>
                    <a:pt x="2313906" y="1484937"/>
                  </a:lnTo>
                  <a:close/>
                  <a:moveTo>
                    <a:pt x="2307515" y="1491813"/>
                  </a:moveTo>
                  <a:lnTo>
                    <a:pt x="2335335" y="1532369"/>
                  </a:lnTo>
                  <a:lnTo>
                    <a:pt x="2335890" y="1520966"/>
                  </a:lnTo>
                  <a:close/>
                  <a:moveTo>
                    <a:pt x="2335890" y="1520966"/>
                  </a:moveTo>
                  <a:lnTo>
                    <a:pt x="2350083" y="1409335"/>
                  </a:lnTo>
                  <a:lnTo>
                    <a:pt x="2313906" y="1484937"/>
                  </a:lnTo>
                  <a:close/>
                  <a:moveTo>
                    <a:pt x="2350083" y="1409335"/>
                  </a:moveTo>
                  <a:lnTo>
                    <a:pt x="2350365" y="1402722"/>
                  </a:lnTo>
                  <a:lnTo>
                    <a:pt x="2313906" y="1484937"/>
                  </a:lnTo>
                  <a:close/>
                  <a:moveTo>
                    <a:pt x="2350365" y="1402722"/>
                  </a:moveTo>
                  <a:lnTo>
                    <a:pt x="2350083" y="1409335"/>
                  </a:lnTo>
                  <a:lnTo>
                    <a:pt x="2336401" y="1321152"/>
                  </a:lnTo>
                  <a:close/>
                  <a:moveTo>
                    <a:pt x="2088738" y="1073862"/>
                  </a:moveTo>
                  <a:lnTo>
                    <a:pt x="2099447" y="1156077"/>
                  </a:lnTo>
                  <a:lnTo>
                    <a:pt x="2068648" y="1112299"/>
                  </a:lnTo>
                  <a:close/>
                  <a:moveTo>
                    <a:pt x="1839871" y="947868"/>
                  </a:moveTo>
                  <a:lnTo>
                    <a:pt x="1836098" y="843890"/>
                  </a:lnTo>
                  <a:lnTo>
                    <a:pt x="1838782" y="921501"/>
                  </a:lnTo>
                  <a:close/>
                  <a:moveTo>
                    <a:pt x="2069558" y="1055252"/>
                  </a:moveTo>
                  <a:lnTo>
                    <a:pt x="2093457" y="1135915"/>
                  </a:lnTo>
                  <a:lnTo>
                    <a:pt x="2099447" y="1156077"/>
                  </a:lnTo>
                  <a:close/>
                  <a:moveTo>
                    <a:pt x="1714156" y="451426"/>
                  </a:moveTo>
                  <a:lnTo>
                    <a:pt x="1660222" y="464979"/>
                  </a:lnTo>
                  <a:lnTo>
                    <a:pt x="1786934" y="444872"/>
                  </a:lnTo>
                  <a:close/>
                  <a:moveTo>
                    <a:pt x="2077325" y="748662"/>
                  </a:moveTo>
                  <a:lnTo>
                    <a:pt x="2077281" y="750344"/>
                  </a:lnTo>
                  <a:lnTo>
                    <a:pt x="2078525" y="647594"/>
                  </a:lnTo>
                  <a:close/>
                  <a:moveTo>
                    <a:pt x="1723341" y="55361"/>
                  </a:moveTo>
                  <a:lnTo>
                    <a:pt x="1720691" y="56085"/>
                  </a:lnTo>
                  <a:lnTo>
                    <a:pt x="1727777" y="54186"/>
                  </a:lnTo>
                  <a:close/>
                  <a:moveTo>
                    <a:pt x="1720691" y="56085"/>
                  </a:moveTo>
                  <a:lnTo>
                    <a:pt x="1723341" y="55361"/>
                  </a:lnTo>
                  <a:lnTo>
                    <a:pt x="1700507" y="54186"/>
                  </a:lnTo>
                  <a:close/>
                  <a:moveTo>
                    <a:pt x="1700507" y="54186"/>
                  </a:moveTo>
                  <a:lnTo>
                    <a:pt x="1723341" y="55361"/>
                  </a:lnTo>
                  <a:lnTo>
                    <a:pt x="1725256" y="52374"/>
                  </a:lnTo>
                  <a:close/>
                  <a:moveTo>
                    <a:pt x="1766092" y="0"/>
                  </a:moveTo>
                  <a:lnTo>
                    <a:pt x="1700507" y="54186"/>
                  </a:lnTo>
                  <a:lnTo>
                    <a:pt x="1725256" y="52374"/>
                  </a:lnTo>
                  <a:close/>
                  <a:moveTo>
                    <a:pt x="1723341" y="55361"/>
                  </a:moveTo>
                  <a:lnTo>
                    <a:pt x="1727777" y="54186"/>
                  </a:lnTo>
                  <a:lnTo>
                    <a:pt x="1725256" y="52374"/>
                  </a:lnTo>
                  <a:close/>
                  <a:moveTo>
                    <a:pt x="1821678" y="34577"/>
                  </a:moveTo>
                  <a:lnTo>
                    <a:pt x="1814202" y="15750"/>
                  </a:lnTo>
                  <a:lnTo>
                    <a:pt x="1795008" y="44653"/>
                  </a:lnTo>
                  <a:close/>
                  <a:moveTo>
                    <a:pt x="1795008" y="44653"/>
                  </a:moveTo>
                  <a:lnTo>
                    <a:pt x="1814202" y="15750"/>
                  </a:lnTo>
                  <a:lnTo>
                    <a:pt x="1766092" y="0"/>
                  </a:lnTo>
                  <a:close/>
                  <a:moveTo>
                    <a:pt x="1725256" y="52374"/>
                  </a:moveTo>
                  <a:lnTo>
                    <a:pt x="1727777" y="54186"/>
                  </a:lnTo>
                  <a:lnTo>
                    <a:pt x="1795008" y="44653"/>
                  </a:lnTo>
                  <a:close/>
                  <a:moveTo>
                    <a:pt x="1766092" y="0"/>
                  </a:moveTo>
                  <a:lnTo>
                    <a:pt x="1725256" y="52374"/>
                  </a:lnTo>
                  <a:lnTo>
                    <a:pt x="1795008" y="4465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03" name="Candidate_density__2102">
              <a:extLst>
                <a:ext uri="{FF2B5EF4-FFF2-40B4-BE49-F238E27FC236}">
                  <a16:creationId xmlns:a16="http://schemas.microsoft.com/office/drawing/2014/main" id="{49F84AE6-F530-0EFB-1BD9-1F874ABC7229}"/>
                </a:ext>
              </a:extLst>
            </p:cNvPr>
            <p:cNvSpPr>
              <a:spLocks noGrp="1"/>
            </p:cNvSpPr>
            <p:nvPr/>
          </p:nvSpPr>
          <p:spPr>
            <a:xfrm>
              <a:off x="4045031" y="1770625"/>
              <a:ext cx="2138886" cy="2240335"/>
            </a:xfrm>
            <a:custGeom>
              <a:avLst/>
              <a:gdLst/>
              <a:ahLst/>
              <a:cxnLst/>
              <a:rect l="0" t="0" r="0" b="0"/>
              <a:pathLst>
                <a:path w="2138886" h="2240335">
                  <a:moveTo>
                    <a:pt x="0" y="1326016"/>
                  </a:moveTo>
                  <a:lnTo>
                    <a:pt x="30858" y="1340553"/>
                  </a:lnTo>
                  <a:lnTo>
                    <a:pt x="59143" y="1364918"/>
                  </a:lnTo>
                  <a:close/>
                  <a:moveTo>
                    <a:pt x="991830" y="2191946"/>
                  </a:moveTo>
                  <a:lnTo>
                    <a:pt x="986834" y="2173732"/>
                  </a:lnTo>
                  <a:lnTo>
                    <a:pt x="947088" y="2240335"/>
                  </a:lnTo>
                  <a:close/>
                  <a:moveTo>
                    <a:pt x="991830" y="2191946"/>
                  </a:moveTo>
                  <a:lnTo>
                    <a:pt x="1011989" y="2153509"/>
                  </a:lnTo>
                  <a:lnTo>
                    <a:pt x="986834" y="2173732"/>
                  </a:lnTo>
                  <a:close/>
                  <a:moveTo>
                    <a:pt x="1011989" y="2153509"/>
                  </a:moveTo>
                  <a:lnTo>
                    <a:pt x="991830" y="2191946"/>
                  </a:lnTo>
                  <a:lnTo>
                    <a:pt x="1047996" y="2123751"/>
                  </a:lnTo>
                  <a:close/>
                  <a:moveTo>
                    <a:pt x="1023434" y="2095373"/>
                  </a:moveTo>
                  <a:lnTo>
                    <a:pt x="1011989" y="2153509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087690" y="2056961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131731" y="2032858"/>
                  </a:lnTo>
                  <a:lnTo>
                    <a:pt x="1087690" y="2056961"/>
                  </a:lnTo>
                  <a:close/>
                  <a:moveTo>
                    <a:pt x="225455" y="847266"/>
                  </a:moveTo>
                  <a:lnTo>
                    <a:pt x="267720" y="964062"/>
                  </a:lnTo>
                  <a:lnTo>
                    <a:pt x="272148" y="958386"/>
                  </a:lnTo>
                  <a:close/>
                  <a:moveTo>
                    <a:pt x="857362" y="1537913"/>
                  </a:moveTo>
                  <a:lnTo>
                    <a:pt x="878100" y="1476273"/>
                  </a:lnTo>
                  <a:lnTo>
                    <a:pt x="805036" y="1583346"/>
                  </a:lnTo>
                  <a:close/>
                  <a:moveTo>
                    <a:pt x="526193" y="1135704"/>
                  </a:moveTo>
                  <a:lnTo>
                    <a:pt x="570961" y="1090056"/>
                  </a:lnTo>
                  <a:lnTo>
                    <a:pt x="655708" y="1126074"/>
                  </a:lnTo>
                  <a:close/>
                  <a:moveTo>
                    <a:pt x="774528" y="899330"/>
                  </a:moveTo>
                  <a:lnTo>
                    <a:pt x="847784" y="856498"/>
                  </a:lnTo>
                  <a:lnTo>
                    <a:pt x="791190" y="892531"/>
                  </a:lnTo>
                  <a:close/>
                  <a:moveTo>
                    <a:pt x="797436" y="880706"/>
                  </a:moveTo>
                  <a:lnTo>
                    <a:pt x="791190" y="892531"/>
                  </a:lnTo>
                  <a:lnTo>
                    <a:pt x="847784" y="856498"/>
                  </a:lnTo>
                  <a:close/>
                  <a:moveTo>
                    <a:pt x="1177042" y="821159"/>
                  </a:moveTo>
                  <a:lnTo>
                    <a:pt x="1055789" y="861676"/>
                  </a:lnTo>
                  <a:lnTo>
                    <a:pt x="1107554" y="854094"/>
                  </a:lnTo>
                  <a:close/>
                  <a:moveTo>
                    <a:pt x="1150623" y="835940"/>
                  </a:moveTo>
                  <a:lnTo>
                    <a:pt x="1182957" y="815657"/>
                  </a:lnTo>
                  <a:lnTo>
                    <a:pt x="1177042" y="821159"/>
                  </a:lnTo>
                  <a:close/>
                  <a:moveTo>
                    <a:pt x="1963915" y="1802239"/>
                  </a:moveTo>
                  <a:lnTo>
                    <a:pt x="2027921" y="1773195"/>
                  </a:lnTo>
                  <a:lnTo>
                    <a:pt x="2077577" y="1743646"/>
                  </a:lnTo>
                  <a:close/>
                  <a:moveTo>
                    <a:pt x="2077577" y="1743646"/>
                  </a:moveTo>
                  <a:lnTo>
                    <a:pt x="2027921" y="1773195"/>
                  </a:lnTo>
                  <a:lnTo>
                    <a:pt x="2138886" y="1694214"/>
                  </a:lnTo>
                  <a:close/>
                  <a:moveTo>
                    <a:pt x="1178642" y="813161"/>
                  </a:moveTo>
                  <a:lnTo>
                    <a:pt x="1177042" y="821159"/>
                  </a:lnTo>
                  <a:lnTo>
                    <a:pt x="1182957" y="815657"/>
                  </a:lnTo>
                  <a:close/>
                  <a:moveTo>
                    <a:pt x="1644662" y="876848"/>
                  </a:moveTo>
                  <a:lnTo>
                    <a:pt x="1627555" y="960517"/>
                  </a:lnTo>
                  <a:lnTo>
                    <a:pt x="1645751" y="903215"/>
                  </a:lnTo>
                  <a:close/>
                  <a:moveTo>
                    <a:pt x="1650801" y="782564"/>
                  </a:moveTo>
                  <a:lnTo>
                    <a:pt x="1641978" y="799237"/>
                  </a:lnTo>
                  <a:lnTo>
                    <a:pt x="1645751" y="903215"/>
                  </a:lnTo>
                  <a:close/>
                  <a:moveTo>
                    <a:pt x="1762786" y="757059"/>
                  </a:moveTo>
                  <a:lnTo>
                    <a:pt x="1650801" y="782564"/>
                  </a:lnTo>
                  <a:lnTo>
                    <a:pt x="1747544" y="753707"/>
                  </a:lnTo>
                  <a:close/>
                  <a:moveTo>
                    <a:pt x="1641978" y="799237"/>
                  </a:moveTo>
                  <a:lnTo>
                    <a:pt x="1650801" y="782564"/>
                  </a:lnTo>
                  <a:lnTo>
                    <a:pt x="1762786" y="757059"/>
                  </a:lnTo>
                  <a:close/>
                  <a:moveTo>
                    <a:pt x="1747544" y="753707"/>
                  </a:moveTo>
                  <a:lnTo>
                    <a:pt x="1650801" y="782564"/>
                  </a:lnTo>
                  <a:lnTo>
                    <a:pt x="1706732" y="762688"/>
                  </a:lnTo>
                  <a:close/>
                  <a:moveTo>
                    <a:pt x="1984439" y="598062"/>
                  </a:moveTo>
                  <a:lnTo>
                    <a:pt x="1883161" y="705691"/>
                  </a:lnTo>
                  <a:lnTo>
                    <a:pt x="1939590" y="645582"/>
                  </a:lnTo>
                  <a:close/>
                  <a:moveTo>
                    <a:pt x="1984439" y="598062"/>
                  </a:moveTo>
                  <a:lnTo>
                    <a:pt x="1939590" y="645582"/>
                  </a:lnTo>
                  <a:lnTo>
                    <a:pt x="2060383" y="603346"/>
                  </a:lnTo>
                  <a:close/>
                  <a:moveTo>
                    <a:pt x="1526571" y="11432"/>
                  </a:moveTo>
                  <a:lnTo>
                    <a:pt x="1506387" y="9533"/>
                  </a:lnTo>
                  <a:lnTo>
                    <a:pt x="1477819" y="33729"/>
                  </a:lnTo>
                  <a:close/>
                  <a:moveTo>
                    <a:pt x="1533656" y="9533"/>
                  </a:moveTo>
                  <a:lnTo>
                    <a:pt x="1477819" y="33729"/>
                  </a:lnTo>
                  <a:lnTo>
                    <a:pt x="1600887" y="0"/>
                  </a:lnTo>
                  <a:close/>
                  <a:moveTo>
                    <a:pt x="1526571" y="11432"/>
                  </a:moveTo>
                  <a:lnTo>
                    <a:pt x="1477819" y="33729"/>
                  </a:lnTo>
                  <a:lnTo>
                    <a:pt x="1533656" y="953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04" name="Candidate_density__2103">
              <a:extLst>
                <a:ext uri="{FF2B5EF4-FFF2-40B4-BE49-F238E27FC236}">
                  <a16:creationId xmlns:a16="http://schemas.microsoft.com/office/drawing/2014/main" id="{63754984-5913-B8F3-C2E4-36E899B0A11C}"/>
                </a:ext>
              </a:extLst>
            </p:cNvPr>
            <p:cNvSpPr>
              <a:spLocks noGrp="1"/>
            </p:cNvSpPr>
            <p:nvPr/>
          </p:nvSpPr>
          <p:spPr>
            <a:xfrm>
              <a:off x="3987497" y="1506742"/>
              <a:ext cx="2449256" cy="3042019"/>
            </a:xfrm>
            <a:custGeom>
              <a:avLst/>
              <a:gdLst/>
              <a:ahLst/>
              <a:cxnLst/>
              <a:rect l="0" t="0" r="0" b="0"/>
              <a:pathLst>
                <a:path w="2449256" h="3042019">
                  <a:moveTo>
                    <a:pt x="81785" y="1266381"/>
                  </a:moveTo>
                  <a:lnTo>
                    <a:pt x="34527" y="1287358"/>
                  </a:lnTo>
                  <a:lnTo>
                    <a:pt x="56663" y="1369454"/>
                  </a:lnTo>
                  <a:close/>
                  <a:moveTo>
                    <a:pt x="0" y="1256020"/>
                  </a:moveTo>
                  <a:lnTo>
                    <a:pt x="34527" y="1287358"/>
                  </a:lnTo>
                  <a:lnTo>
                    <a:pt x="32868" y="1222602"/>
                  </a:lnTo>
                  <a:close/>
                  <a:moveTo>
                    <a:pt x="32868" y="1222602"/>
                  </a:moveTo>
                  <a:lnTo>
                    <a:pt x="34527" y="1287358"/>
                  </a:lnTo>
                  <a:lnTo>
                    <a:pt x="81785" y="1266381"/>
                  </a:lnTo>
                  <a:close/>
                  <a:moveTo>
                    <a:pt x="1697850" y="2954462"/>
                  </a:moveTo>
                  <a:lnTo>
                    <a:pt x="1816488" y="3010157"/>
                  </a:lnTo>
                  <a:lnTo>
                    <a:pt x="1795994" y="2926726"/>
                  </a:lnTo>
                  <a:close/>
                  <a:moveTo>
                    <a:pt x="1697850" y="2954462"/>
                  </a:moveTo>
                  <a:lnTo>
                    <a:pt x="1750191" y="3036677"/>
                  </a:lnTo>
                  <a:lnTo>
                    <a:pt x="1816488" y="3010157"/>
                  </a:lnTo>
                  <a:close/>
                  <a:moveTo>
                    <a:pt x="1795994" y="2926726"/>
                  </a:moveTo>
                  <a:lnTo>
                    <a:pt x="1893936" y="2954345"/>
                  </a:lnTo>
                  <a:lnTo>
                    <a:pt x="1865132" y="2916025"/>
                  </a:lnTo>
                  <a:close/>
                  <a:moveTo>
                    <a:pt x="1675260" y="2872247"/>
                  </a:moveTo>
                  <a:lnTo>
                    <a:pt x="1795994" y="2926726"/>
                  </a:lnTo>
                  <a:lnTo>
                    <a:pt x="1753402" y="2861260"/>
                  </a:lnTo>
                  <a:close/>
                  <a:moveTo>
                    <a:pt x="1675260" y="2872247"/>
                  </a:moveTo>
                  <a:lnTo>
                    <a:pt x="1697850" y="2954462"/>
                  </a:lnTo>
                  <a:lnTo>
                    <a:pt x="1795994" y="2926726"/>
                  </a:lnTo>
                  <a:close/>
                  <a:moveTo>
                    <a:pt x="1865132" y="2916025"/>
                  </a:moveTo>
                  <a:lnTo>
                    <a:pt x="1879449" y="2900180"/>
                  </a:lnTo>
                  <a:lnTo>
                    <a:pt x="1795994" y="2926726"/>
                  </a:lnTo>
                  <a:close/>
                  <a:moveTo>
                    <a:pt x="653509" y="1518369"/>
                  </a:moveTo>
                  <a:lnTo>
                    <a:pt x="673338" y="1455965"/>
                  </a:lnTo>
                  <a:lnTo>
                    <a:pt x="584394" y="1543655"/>
                  </a:lnTo>
                  <a:close/>
                  <a:moveTo>
                    <a:pt x="584394" y="1543655"/>
                  </a:moveTo>
                  <a:lnTo>
                    <a:pt x="673338" y="1455965"/>
                  </a:lnTo>
                  <a:lnTo>
                    <a:pt x="660693" y="1442126"/>
                  </a:lnTo>
                  <a:close/>
                  <a:moveTo>
                    <a:pt x="584394" y="1543655"/>
                  </a:moveTo>
                  <a:lnTo>
                    <a:pt x="660693" y="1442126"/>
                  </a:lnTo>
                  <a:lnTo>
                    <a:pt x="576899" y="1449657"/>
                  </a:lnTo>
                  <a:close/>
                  <a:moveTo>
                    <a:pt x="660693" y="1442126"/>
                  </a:moveTo>
                  <a:lnTo>
                    <a:pt x="673338" y="1455965"/>
                  </a:lnTo>
                  <a:lnTo>
                    <a:pt x="682896" y="1436153"/>
                  </a:lnTo>
                  <a:close/>
                  <a:moveTo>
                    <a:pt x="1920727" y="2998240"/>
                  </a:moveTo>
                  <a:lnTo>
                    <a:pt x="2035765" y="3042019"/>
                  </a:lnTo>
                  <a:lnTo>
                    <a:pt x="2015069" y="2959804"/>
                  </a:lnTo>
                  <a:close/>
                  <a:moveTo>
                    <a:pt x="2015069" y="2959804"/>
                  </a:moveTo>
                  <a:lnTo>
                    <a:pt x="2012251" y="2902844"/>
                  </a:lnTo>
                  <a:lnTo>
                    <a:pt x="1920727" y="2998240"/>
                  </a:lnTo>
                  <a:close/>
                  <a:moveTo>
                    <a:pt x="1920727" y="2998240"/>
                  </a:moveTo>
                  <a:lnTo>
                    <a:pt x="2012251" y="2902844"/>
                  </a:lnTo>
                  <a:lnTo>
                    <a:pt x="1888273" y="2912297"/>
                  </a:lnTo>
                  <a:close/>
                  <a:moveTo>
                    <a:pt x="1888273" y="2912297"/>
                  </a:moveTo>
                  <a:lnTo>
                    <a:pt x="2012251" y="2902844"/>
                  </a:lnTo>
                  <a:lnTo>
                    <a:pt x="1996983" y="2884510"/>
                  </a:lnTo>
                  <a:close/>
                  <a:moveTo>
                    <a:pt x="1920727" y="2998240"/>
                  </a:moveTo>
                  <a:lnTo>
                    <a:pt x="1888273" y="2912297"/>
                  </a:lnTo>
                  <a:lnTo>
                    <a:pt x="1893936" y="2954345"/>
                  </a:lnTo>
                  <a:close/>
                  <a:moveTo>
                    <a:pt x="1865132" y="2916025"/>
                  </a:moveTo>
                  <a:lnTo>
                    <a:pt x="1893936" y="2954345"/>
                  </a:lnTo>
                  <a:lnTo>
                    <a:pt x="1888273" y="2912297"/>
                  </a:lnTo>
                  <a:close/>
                  <a:moveTo>
                    <a:pt x="1879449" y="2900180"/>
                  </a:moveTo>
                  <a:lnTo>
                    <a:pt x="1865132" y="2916025"/>
                  </a:lnTo>
                  <a:lnTo>
                    <a:pt x="1888273" y="2912297"/>
                  </a:lnTo>
                  <a:close/>
                  <a:moveTo>
                    <a:pt x="1996983" y="2884510"/>
                  </a:moveTo>
                  <a:lnTo>
                    <a:pt x="2012251" y="2902844"/>
                  </a:lnTo>
                  <a:lnTo>
                    <a:pt x="2027802" y="2877589"/>
                  </a:lnTo>
                  <a:close/>
                  <a:moveTo>
                    <a:pt x="1114636" y="1815907"/>
                  </a:moveTo>
                  <a:lnTo>
                    <a:pt x="1023686" y="1847229"/>
                  </a:lnTo>
                  <a:lnTo>
                    <a:pt x="1128396" y="1827521"/>
                  </a:lnTo>
                  <a:close/>
                  <a:moveTo>
                    <a:pt x="1128396" y="1827521"/>
                  </a:moveTo>
                  <a:lnTo>
                    <a:pt x="1023686" y="1847229"/>
                  </a:lnTo>
                  <a:lnTo>
                    <a:pt x="1009560" y="1877072"/>
                  </a:lnTo>
                  <a:close/>
                  <a:moveTo>
                    <a:pt x="840492" y="1600584"/>
                  </a:moveTo>
                  <a:lnTo>
                    <a:pt x="795141" y="1632710"/>
                  </a:lnTo>
                  <a:lnTo>
                    <a:pt x="918291" y="1599287"/>
                  </a:lnTo>
                  <a:close/>
                  <a:moveTo>
                    <a:pt x="918291" y="1599287"/>
                  </a:moveTo>
                  <a:lnTo>
                    <a:pt x="795141" y="1632710"/>
                  </a:lnTo>
                  <a:lnTo>
                    <a:pt x="888576" y="1644362"/>
                  </a:lnTo>
                  <a:close/>
                  <a:moveTo>
                    <a:pt x="888576" y="1644362"/>
                  </a:moveTo>
                  <a:lnTo>
                    <a:pt x="795141" y="1632710"/>
                  </a:lnTo>
                  <a:lnTo>
                    <a:pt x="840981" y="1656423"/>
                  </a:lnTo>
                  <a:close/>
                  <a:moveTo>
                    <a:pt x="673338" y="1455965"/>
                  </a:moveTo>
                  <a:lnTo>
                    <a:pt x="653509" y="1518369"/>
                  </a:lnTo>
                  <a:lnTo>
                    <a:pt x="712961" y="1499725"/>
                  </a:lnTo>
                  <a:close/>
                  <a:moveTo>
                    <a:pt x="682896" y="1436153"/>
                  </a:moveTo>
                  <a:lnTo>
                    <a:pt x="673338" y="1455965"/>
                  </a:lnTo>
                  <a:lnTo>
                    <a:pt x="712961" y="1499725"/>
                  </a:lnTo>
                  <a:close/>
                  <a:moveTo>
                    <a:pt x="2015069" y="2959804"/>
                  </a:moveTo>
                  <a:lnTo>
                    <a:pt x="2055477" y="3037140"/>
                  </a:lnTo>
                  <a:lnTo>
                    <a:pt x="2035112" y="2953603"/>
                  </a:lnTo>
                  <a:close/>
                  <a:moveTo>
                    <a:pt x="2015069" y="2959804"/>
                  </a:moveTo>
                  <a:lnTo>
                    <a:pt x="2035765" y="3042019"/>
                  </a:lnTo>
                  <a:lnTo>
                    <a:pt x="2055477" y="3037140"/>
                  </a:lnTo>
                  <a:close/>
                  <a:moveTo>
                    <a:pt x="2012251" y="2902844"/>
                  </a:moveTo>
                  <a:lnTo>
                    <a:pt x="2015069" y="2959804"/>
                  </a:lnTo>
                  <a:lnTo>
                    <a:pt x="2035112" y="2953603"/>
                  </a:lnTo>
                  <a:close/>
                  <a:moveTo>
                    <a:pt x="2035112" y="2953603"/>
                  </a:moveTo>
                  <a:lnTo>
                    <a:pt x="2133779" y="2863358"/>
                  </a:lnTo>
                  <a:lnTo>
                    <a:pt x="2027802" y="2877589"/>
                  </a:lnTo>
                  <a:close/>
                  <a:moveTo>
                    <a:pt x="2027802" y="2877589"/>
                  </a:moveTo>
                  <a:lnTo>
                    <a:pt x="2133779" y="2863358"/>
                  </a:lnTo>
                  <a:lnTo>
                    <a:pt x="2103505" y="2839152"/>
                  </a:lnTo>
                  <a:close/>
                  <a:moveTo>
                    <a:pt x="2027802" y="2877589"/>
                  </a:moveTo>
                  <a:lnTo>
                    <a:pt x="2012251" y="2902844"/>
                  </a:lnTo>
                  <a:lnTo>
                    <a:pt x="2035112" y="2953603"/>
                  </a:lnTo>
                  <a:close/>
                  <a:moveTo>
                    <a:pt x="2120120" y="2812289"/>
                  </a:moveTo>
                  <a:lnTo>
                    <a:pt x="2027802" y="2877589"/>
                  </a:lnTo>
                  <a:lnTo>
                    <a:pt x="2103505" y="2839152"/>
                  </a:lnTo>
                  <a:close/>
                  <a:moveTo>
                    <a:pt x="2120120" y="2812289"/>
                  </a:moveTo>
                  <a:lnTo>
                    <a:pt x="2076943" y="2866060"/>
                  </a:lnTo>
                  <a:lnTo>
                    <a:pt x="2027802" y="2877589"/>
                  </a:lnTo>
                  <a:close/>
                  <a:moveTo>
                    <a:pt x="942462" y="1359280"/>
                  </a:moveTo>
                  <a:lnTo>
                    <a:pt x="932688" y="1277065"/>
                  </a:lnTo>
                  <a:lnTo>
                    <a:pt x="886986" y="1379337"/>
                  </a:lnTo>
                  <a:close/>
                  <a:moveTo>
                    <a:pt x="469474" y="875846"/>
                  </a:moveTo>
                  <a:lnTo>
                    <a:pt x="388142" y="881375"/>
                  </a:lnTo>
                  <a:lnTo>
                    <a:pt x="485332" y="879953"/>
                  </a:lnTo>
                  <a:close/>
                  <a:moveTo>
                    <a:pt x="494484" y="865990"/>
                  </a:moveTo>
                  <a:lnTo>
                    <a:pt x="460246" y="783774"/>
                  </a:lnTo>
                  <a:lnTo>
                    <a:pt x="469474" y="875846"/>
                  </a:lnTo>
                  <a:close/>
                  <a:moveTo>
                    <a:pt x="460246" y="783774"/>
                  </a:moveTo>
                  <a:lnTo>
                    <a:pt x="457785" y="785257"/>
                  </a:lnTo>
                  <a:lnTo>
                    <a:pt x="469474" y="875846"/>
                  </a:lnTo>
                  <a:close/>
                  <a:moveTo>
                    <a:pt x="469474" y="875846"/>
                  </a:moveTo>
                  <a:lnTo>
                    <a:pt x="485332" y="879953"/>
                  </a:lnTo>
                  <a:lnTo>
                    <a:pt x="494484" y="865990"/>
                  </a:lnTo>
                  <a:close/>
                  <a:moveTo>
                    <a:pt x="414812" y="701560"/>
                  </a:moveTo>
                  <a:lnTo>
                    <a:pt x="457785" y="785257"/>
                  </a:lnTo>
                  <a:lnTo>
                    <a:pt x="458776" y="780667"/>
                  </a:lnTo>
                  <a:close/>
                  <a:moveTo>
                    <a:pt x="376089" y="822211"/>
                  </a:moveTo>
                  <a:lnTo>
                    <a:pt x="457785" y="785257"/>
                  </a:lnTo>
                  <a:lnTo>
                    <a:pt x="414812" y="701560"/>
                  </a:lnTo>
                  <a:close/>
                  <a:moveTo>
                    <a:pt x="457785" y="785257"/>
                  </a:moveTo>
                  <a:lnTo>
                    <a:pt x="460246" y="783774"/>
                  </a:lnTo>
                  <a:lnTo>
                    <a:pt x="458776" y="780667"/>
                  </a:lnTo>
                  <a:close/>
                  <a:moveTo>
                    <a:pt x="2103505" y="2839152"/>
                  </a:moveTo>
                  <a:lnTo>
                    <a:pt x="2133779" y="2863358"/>
                  </a:lnTo>
                  <a:lnTo>
                    <a:pt x="2135376" y="2832590"/>
                  </a:lnTo>
                  <a:close/>
                  <a:moveTo>
                    <a:pt x="2120120" y="2812289"/>
                  </a:moveTo>
                  <a:lnTo>
                    <a:pt x="2103505" y="2839152"/>
                  </a:lnTo>
                  <a:lnTo>
                    <a:pt x="2135376" y="2832590"/>
                  </a:lnTo>
                  <a:close/>
                  <a:moveTo>
                    <a:pt x="1815116" y="2410720"/>
                  </a:moveTo>
                  <a:lnTo>
                    <a:pt x="1777272" y="2345862"/>
                  </a:lnTo>
                  <a:lnTo>
                    <a:pt x="1774461" y="2355899"/>
                  </a:lnTo>
                  <a:close/>
                  <a:moveTo>
                    <a:pt x="1873954" y="2323385"/>
                  </a:moveTo>
                  <a:lnTo>
                    <a:pt x="1777272" y="2345862"/>
                  </a:lnTo>
                  <a:lnTo>
                    <a:pt x="1815116" y="2410720"/>
                  </a:lnTo>
                  <a:close/>
                  <a:moveTo>
                    <a:pt x="1583087" y="2099216"/>
                  </a:moveTo>
                  <a:lnTo>
                    <a:pt x="1696304" y="2127140"/>
                  </a:lnTo>
                  <a:lnTo>
                    <a:pt x="1662052" y="2074197"/>
                  </a:lnTo>
                  <a:close/>
                  <a:moveTo>
                    <a:pt x="1693705" y="2142995"/>
                  </a:moveTo>
                  <a:lnTo>
                    <a:pt x="1696304" y="2127140"/>
                  </a:lnTo>
                  <a:lnTo>
                    <a:pt x="1583087" y="2099216"/>
                  </a:lnTo>
                  <a:close/>
                  <a:moveTo>
                    <a:pt x="1601457" y="2181432"/>
                  </a:moveTo>
                  <a:lnTo>
                    <a:pt x="1693705" y="2142995"/>
                  </a:lnTo>
                  <a:lnTo>
                    <a:pt x="1583087" y="2099216"/>
                  </a:lnTo>
                  <a:close/>
                  <a:moveTo>
                    <a:pt x="1662052" y="2074197"/>
                  </a:moveTo>
                  <a:lnTo>
                    <a:pt x="1696304" y="2127140"/>
                  </a:lnTo>
                  <a:lnTo>
                    <a:pt x="1753339" y="2061727"/>
                  </a:lnTo>
                  <a:close/>
                  <a:moveTo>
                    <a:pt x="942462" y="1359280"/>
                  </a:moveTo>
                  <a:lnTo>
                    <a:pt x="1044772" y="1363118"/>
                  </a:lnTo>
                  <a:lnTo>
                    <a:pt x="1013773" y="1336853"/>
                  </a:lnTo>
                  <a:close/>
                  <a:moveTo>
                    <a:pt x="932688" y="1277065"/>
                  </a:moveTo>
                  <a:lnTo>
                    <a:pt x="942462" y="1359280"/>
                  </a:lnTo>
                  <a:lnTo>
                    <a:pt x="1013773" y="1336853"/>
                  </a:lnTo>
                  <a:close/>
                  <a:moveTo>
                    <a:pt x="1097782" y="1329148"/>
                  </a:moveTo>
                  <a:lnTo>
                    <a:pt x="973980" y="1269113"/>
                  </a:lnTo>
                  <a:lnTo>
                    <a:pt x="1013773" y="1336853"/>
                  </a:lnTo>
                  <a:close/>
                  <a:moveTo>
                    <a:pt x="460246" y="783774"/>
                  </a:moveTo>
                  <a:lnTo>
                    <a:pt x="494484" y="865990"/>
                  </a:lnTo>
                  <a:lnTo>
                    <a:pt x="566013" y="827554"/>
                  </a:lnTo>
                  <a:close/>
                  <a:moveTo>
                    <a:pt x="460246" y="783774"/>
                  </a:moveTo>
                  <a:lnTo>
                    <a:pt x="566013" y="827554"/>
                  </a:lnTo>
                  <a:lnTo>
                    <a:pt x="513623" y="745338"/>
                  </a:lnTo>
                  <a:close/>
                  <a:moveTo>
                    <a:pt x="472326" y="673342"/>
                  </a:moveTo>
                  <a:lnTo>
                    <a:pt x="458776" y="780667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58776" y="780667"/>
                  </a:lnTo>
                  <a:lnTo>
                    <a:pt x="460246" y="783774"/>
                  </a:lnTo>
                  <a:close/>
                  <a:moveTo>
                    <a:pt x="491266" y="663123"/>
                  </a:moveTo>
                  <a:lnTo>
                    <a:pt x="460246" y="783774"/>
                  </a:lnTo>
                  <a:lnTo>
                    <a:pt x="513623" y="745338"/>
                  </a:lnTo>
                  <a:close/>
                  <a:moveTo>
                    <a:pt x="414812" y="701560"/>
                  </a:moveTo>
                  <a:lnTo>
                    <a:pt x="458776" y="780667"/>
                  </a:lnTo>
                  <a:lnTo>
                    <a:pt x="472326" y="673342"/>
                  </a:lnTo>
                  <a:close/>
                  <a:moveTo>
                    <a:pt x="427201" y="662611"/>
                  </a:moveTo>
                  <a:lnTo>
                    <a:pt x="414812" y="701560"/>
                  </a:lnTo>
                  <a:lnTo>
                    <a:pt x="472326" y="673342"/>
                  </a:lnTo>
                  <a:close/>
                  <a:moveTo>
                    <a:pt x="538341" y="584285"/>
                  </a:moveTo>
                  <a:lnTo>
                    <a:pt x="427201" y="662611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27201" y="662611"/>
                  </a:lnTo>
                  <a:lnTo>
                    <a:pt x="472326" y="673342"/>
                  </a:lnTo>
                  <a:close/>
                  <a:moveTo>
                    <a:pt x="2218831" y="2687492"/>
                  </a:moveTo>
                  <a:lnTo>
                    <a:pt x="2196324" y="2743541"/>
                  </a:lnTo>
                  <a:lnTo>
                    <a:pt x="2208030" y="2718501"/>
                  </a:lnTo>
                  <a:close/>
                  <a:moveTo>
                    <a:pt x="2208030" y="2718501"/>
                  </a:moveTo>
                  <a:lnTo>
                    <a:pt x="2242800" y="2777109"/>
                  </a:lnTo>
                  <a:lnTo>
                    <a:pt x="2243111" y="2705504"/>
                  </a:lnTo>
                  <a:close/>
                  <a:moveTo>
                    <a:pt x="2218831" y="2687492"/>
                  </a:moveTo>
                  <a:lnTo>
                    <a:pt x="2208030" y="2718501"/>
                  </a:lnTo>
                  <a:lnTo>
                    <a:pt x="2243111" y="2705504"/>
                  </a:lnTo>
                  <a:close/>
                  <a:moveTo>
                    <a:pt x="2335790" y="2690750"/>
                  </a:moveTo>
                  <a:lnTo>
                    <a:pt x="2243111" y="2705504"/>
                  </a:lnTo>
                  <a:lnTo>
                    <a:pt x="2242800" y="2777109"/>
                  </a:lnTo>
                  <a:close/>
                  <a:moveTo>
                    <a:pt x="2243111" y="2705504"/>
                  </a:moveTo>
                  <a:lnTo>
                    <a:pt x="2292605" y="2684664"/>
                  </a:lnTo>
                  <a:lnTo>
                    <a:pt x="2218831" y="2687492"/>
                  </a:lnTo>
                  <a:close/>
                  <a:moveTo>
                    <a:pt x="2243111" y="2705504"/>
                  </a:moveTo>
                  <a:lnTo>
                    <a:pt x="2335790" y="2690750"/>
                  </a:lnTo>
                  <a:lnTo>
                    <a:pt x="2292605" y="2684664"/>
                  </a:lnTo>
                  <a:close/>
                  <a:moveTo>
                    <a:pt x="1693705" y="2142995"/>
                  </a:moveTo>
                  <a:lnTo>
                    <a:pt x="1705347" y="2160950"/>
                  </a:lnTo>
                  <a:lnTo>
                    <a:pt x="1706584" y="2138086"/>
                  </a:lnTo>
                  <a:close/>
                  <a:moveTo>
                    <a:pt x="1696304" y="2127140"/>
                  </a:moveTo>
                  <a:lnTo>
                    <a:pt x="1693705" y="2142995"/>
                  </a:lnTo>
                  <a:lnTo>
                    <a:pt x="1706584" y="2138086"/>
                  </a:lnTo>
                  <a:close/>
                  <a:moveTo>
                    <a:pt x="1705347" y="2160950"/>
                  </a:moveTo>
                  <a:lnTo>
                    <a:pt x="1795567" y="2104559"/>
                  </a:lnTo>
                  <a:lnTo>
                    <a:pt x="1706584" y="2138086"/>
                  </a:lnTo>
                  <a:close/>
                  <a:moveTo>
                    <a:pt x="1833182" y="2145044"/>
                  </a:moveTo>
                  <a:lnTo>
                    <a:pt x="1795567" y="2104559"/>
                  </a:lnTo>
                  <a:lnTo>
                    <a:pt x="1705347" y="2160950"/>
                  </a:lnTo>
                  <a:close/>
                  <a:moveTo>
                    <a:pt x="1810734" y="2061114"/>
                  </a:moveTo>
                  <a:lnTo>
                    <a:pt x="1706584" y="2138086"/>
                  </a:lnTo>
                  <a:lnTo>
                    <a:pt x="1795567" y="2104559"/>
                  </a:lnTo>
                  <a:close/>
                  <a:moveTo>
                    <a:pt x="1696304" y="2127140"/>
                  </a:moveTo>
                  <a:lnTo>
                    <a:pt x="1706584" y="2138086"/>
                  </a:lnTo>
                  <a:lnTo>
                    <a:pt x="1810734" y="2061114"/>
                  </a:lnTo>
                  <a:close/>
                  <a:moveTo>
                    <a:pt x="1753339" y="2061727"/>
                  </a:moveTo>
                  <a:lnTo>
                    <a:pt x="1696304" y="2127140"/>
                  </a:lnTo>
                  <a:lnTo>
                    <a:pt x="1810734" y="2061114"/>
                  </a:lnTo>
                  <a:close/>
                  <a:moveTo>
                    <a:pt x="1398101" y="1731920"/>
                  </a:moveTo>
                  <a:lnTo>
                    <a:pt x="1473514" y="1705922"/>
                  </a:lnTo>
                  <a:lnTo>
                    <a:pt x="1421899" y="1658501"/>
                  </a:lnTo>
                  <a:close/>
                  <a:moveTo>
                    <a:pt x="595599" y="583161"/>
                  </a:moveTo>
                  <a:lnTo>
                    <a:pt x="491266" y="663123"/>
                  </a:lnTo>
                  <a:lnTo>
                    <a:pt x="571142" y="624687"/>
                  </a:lnTo>
                  <a:close/>
                  <a:moveTo>
                    <a:pt x="595599" y="583161"/>
                  </a:moveTo>
                  <a:lnTo>
                    <a:pt x="538341" y="584285"/>
                  </a:lnTo>
                  <a:lnTo>
                    <a:pt x="491266" y="663123"/>
                  </a:lnTo>
                  <a:close/>
                  <a:moveTo>
                    <a:pt x="2415300" y="2477198"/>
                  </a:moveTo>
                  <a:lnTo>
                    <a:pt x="2437751" y="2568357"/>
                  </a:lnTo>
                  <a:lnTo>
                    <a:pt x="2447990" y="2556563"/>
                  </a:lnTo>
                  <a:close/>
                  <a:moveTo>
                    <a:pt x="2437751" y="2568357"/>
                  </a:moveTo>
                  <a:lnTo>
                    <a:pt x="2449256" y="2559413"/>
                  </a:lnTo>
                  <a:lnTo>
                    <a:pt x="2447990" y="2556563"/>
                  </a:lnTo>
                  <a:close/>
                  <a:moveTo>
                    <a:pt x="664020" y="560319"/>
                  </a:moveTo>
                  <a:lnTo>
                    <a:pt x="595599" y="583161"/>
                  </a:lnTo>
                  <a:lnTo>
                    <a:pt x="715640" y="538115"/>
                  </a:lnTo>
                  <a:close/>
                  <a:moveTo>
                    <a:pt x="715640" y="538115"/>
                  </a:moveTo>
                  <a:lnTo>
                    <a:pt x="727804" y="504036"/>
                  </a:lnTo>
                  <a:lnTo>
                    <a:pt x="697039" y="542472"/>
                  </a:lnTo>
                  <a:close/>
                  <a:moveTo>
                    <a:pt x="2415300" y="2477198"/>
                  </a:moveTo>
                  <a:lnTo>
                    <a:pt x="2447990" y="2556563"/>
                  </a:lnTo>
                  <a:lnTo>
                    <a:pt x="2434657" y="2470781"/>
                  </a:lnTo>
                  <a:close/>
                  <a:moveTo>
                    <a:pt x="819731" y="433433"/>
                  </a:moveTo>
                  <a:lnTo>
                    <a:pt x="727804" y="504036"/>
                  </a:lnTo>
                  <a:lnTo>
                    <a:pt x="794963" y="465599"/>
                  </a:lnTo>
                  <a:close/>
                  <a:moveTo>
                    <a:pt x="819731" y="433433"/>
                  </a:moveTo>
                  <a:lnTo>
                    <a:pt x="767941" y="455003"/>
                  </a:lnTo>
                  <a:lnTo>
                    <a:pt x="727804" y="504036"/>
                  </a:lnTo>
                  <a:close/>
                  <a:moveTo>
                    <a:pt x="1554966" y="1099741"/>
                  </a:moveTo>
                  <a:lnTo>
                    <a:pt x="1506134" y="1123320"/>
                  </a:lnTo>
                  <a:lnTo>
                    <a:pt x="1577968" y="1102549"/>
                  </a:lnTo>
                  <a:close/>
                  <a:moveTo>
                    <a:pt x="1577968" y="1102549"/>
                  </a:moveTo>
                  <a:lnTo>
                    <a:pt x="1506134" y="1123320"/>
                  </a:lnTo>
                  <a:lnTo>
                    <a:pt x="1467719" y="1184208"/>
                  </a:lnTo>
                  <a:close/>
                  <a:moveTo>
                    <a:pt x="1577968" y="1102549"/>
                  </a:moveTo>
                  <a:lnTo>
                    <a:pt x="1467719" y="1184208"/>
                  </a:lnTo>
                  <a:lnTo>
                    <a:pt x="1513679" y="1140840"/>
                  </a:lnTo>
                  <a:close/>
                  <a:moveTo>
                    <a:pt x="1554966" y="1099741"/>
                  </a:moveTo>
                  <a:lnTo>
                    <a:pt x="1577968" y="1102549"/>
                  </a:lnTo>
                  <a:lnTo>
                    <a:pt x="1587500" y="1084884"/>
                  </a:lnTo>
                  <a:close/>
                  <a:moveTo>
                    <a:pt x="1811438" y="772533"/>
                  </a:moveTo>
                  <a:lnTo>
                    <a:pt x="1849807" y="722928"/>
                  </a:lnTo>
                  <a:lnTo>
                    <a:pt x="1775487" y="761365"/>
                  </a:lnTo>
                  <a:close/>
                  <a:moveTo>
                    <a:pt x="1354138" y="229637"/>
                  </a:moveTo>
                  <a:lnTo>
                    <a:pt x="1336167" y="325408"/>
                  </a:lnTo>
                  <a:lnTo>
                    <a:pt x="1376222" y="259966"/>
                  </a:lnTo>
                  <a:close/>
                  <a:moveTo>
                    <a:pt x="1354138" y="229637"/>
                  </a:moveTo>
                  <a:lnTo>
                    <a:pt x="1285723" y="268074"/>
                  </a:lnTo>
                  <a:lnTo>
                    <a:pt x="1336167" y="325408"/>
                  </a:lnTo>
                  <a:close/>
                  <a:moveTo>
                    <a:pt x="1349261" y="159162"/>
                  </a:moveTo>
                  <a:lnTo>
                    <a:pt x="1285723" y="268074"/>
                  </a:lnTo>
                  <a:lnTo>
                    <a:pt x="1354138" y="229637"/>
                  </a:lnTo>
                  <a:close/>
                  <a:moveTo>
                    <a:pt x="1349261" y="159162"/>
                  </a:moveTo>
                  <a:lnTo>
                    <a:pt x="1302706" y="200303"/>
                  </a:lnTo>
                  <a:lnTo>
                    <a:pt x="1285723" y="268074"/>
                  </a:lnTo>
                  <a:close/>
                  <a:moveTo>
                    <a:pt x="1349261" y="159162"/>
                  </a:moveTo>
                  <a:lnTo>
                    <a:pt x="1347705" y="147423"/>
                  </a:lnTo>
                  <a:lnTo>
                    <a:pt x="1306115" y="185859"/>
                  </a:lnTo>
                  <a:close/>
                  <a:moveTo>
                    <a:pt x="1833811" y="794045"/>
                  </a:moveTo>
                  <a:lnTo>
                    <a:pt x="1849807" y="722928"/>
                  </a:lnTo>
                  <a:lnTo>
                    <a:pt x="1811438" y="772533"/>
                  </a:lnTo>
                  <a:close/>
                  <a:moveTo>
                    <a:pt x="1886234" y="711926"/>
                  </a:moveTo>
                  <a:lnTo>
                    <a:pt x="1849807" y="722928"/>
                  </a:lnTo>
                  <a:lnTo>
                    <a:pt x="1833811" y="794045"/>
                  </a:lnTo>
                  <a:close/>
                  <a:moveTo>
                    <a:pt x="1934156" y="773059"/>
                  </a:moveTo>
                  <a:lnTo>
                    <a:pt x="1886234" y="711926"/>
                  </a:lnTo>
                  <a:lnTo>
                    <a:pt x="1833811" y="794045"/>
                  </a:lnTo>
                  <a:close/>
                  <a:moveTo>
                    <a:pt x="1960766" y="766707"/>
                  </a:moveTo>
                  <a:lnTo>
                    <a:pt x="1956394" y="684492"/>
                  </a:lnTo>
                  <a:lnTo>
                    <a:pt x="1934156" y="773059"/>
                  </a:lnTo>
                  <a:close/>
                  <a:moveTo>
                    <a:pt x="1956394" y="684492"/>
                  </a:moveTo>
                  <a:lnTo>
                    <a:pt x="1886234" y="711926"/>
                  </a:lnTo>
                  <a:lnTo>
                    <a:pt x="1934156" y="773059"/>
                  </a:lnTo>
                  <a:close/>
                  <a:moveTo>
                    <a:pt x="1866903" y="701252"/>
                  </a:moveTo>
                  <a:lnTo>
                    <a:pt x="1849807" y="722928"/>
                  </a:lnTo>
                  <a:lnTo>
                    <a:pt x="1886234" y="711926"/>
                  </a:lnTo>
                  <a:close/>
                  <a:moveTo>
                    <a:pt x="1979474" y="628270"/>
                  </a:moveTo>
                  <a:lnTo>
                    <a:pt x="1886234" y="711926"/>
                  </a:lnTo>
                  <a:lnTo>
                    <a:pt x="1956394" y="684492"/>
                  </a:lnTo>
                  <a:close/>
                  <a:moveTo>
                    <a:pt x="1684637" y="394068"/>
                  </a:moveTo>
                  <a:lnTo>
                    <a:pt x="1711302" y="437846"/>
                  </a:lnTo>
                  <a:lnTo>
                    <a:pt x="1732697" y="355632"/>
                  </a:lnTo>
                  <a:close/>
                  <a:moveTo>
                    <a:pt x="1354138" y="229637"/>
                  </a:moveTo>
                  <a:lnTo>
                    <a:pt x="1376222" y="259966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54138" y="229637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81623" y="218652"/>
                  </a:lnTo>
                  <a:lnTo>
                    <a:pt x="1347705" y="147423"/>
                  </a:lnTo>
                  <a:close/>
                  <a:moveTo>
                    <a:pt x="1347705" y="147423"/>
                  </a:moveTo>
                  <a:lnTo>
                    <a:pt x="1381623" y="218652"/>
                  </a:lnTo>
                  <a:lnTo>
                    <a:pt x="1445360" y="191201"/>
                  </a:lnTo>
                  <a:close/>
                  <a:moveTo>
                    <a:pt x="1347705" y="147423"/>
                  </a:moveTo>
                  <a:lnTo>
                    <a:pt x="1445360" y="191201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347705" y="147423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400093" y="70555"/>
                  </a:lnTo>
                  <a:lnTo>
                    <a:pt x="1347705" y="147423"/>
                  </a:lnTo>
                  <a:close/>
                  <a:moveTo>
                    <a:pt x="1956394" y="684492"/>
                  </a:moveTo>
                  <a:lnTo>
                    <a:pt x="1960766" y="766707"/>
                  </a:lnTo>
                  <a:lnTo>
                    <a:pt x="2033287" y="728271"/>
                  </a:lnTo>
                  <a:close/>
                  <a:moveTo>
                    <a:pt x="1956394" y="684492"/>
                  </a:moveTo>
                  <a:lnTo>
                    <a:pt x="2033287" y="728271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56394" y="684492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79474" y="628270"/>
                  </a:lnTo>
                  <a:lnTo>
                    <a:pt x="1956394" y="684492"/>
                  </a:lnTo>
                  <a:close/>
                  <a:moveTo>
                    <a:pt x="1979474" y="628270"/>
                  </a:moveTo>
                  <a:lnTo>
                    <a:pt x="2034140" y="617458"/>
                  </a:lnTo>
                  <a:lnTo>
                    <a:pt x="1998134" y="602277"/>
                  </a:lnTo>
                  <a:close/>
                  <a:moveTo>
                    <a:pt x="1732697" y="355632"/>
                  </a:moveTo>
                  <a:lnTo>
                    <a:pt x="1808557" y="331359"/>
                  </a:lnTo>
                  <a:lnTo>
                    <a:pt x="1794499" y="325544"/>
                  </a:lnTo>
                  <a:close/>
                  <a:moveTo>
                    <a:pt x="1783749" y="399410"/>
                  </a:moveTo>
                  <a:lnTo>
                    <a:pt x="1808557" y="331359"/>
                  </a:lnTo>
                  <a:lnTo>
                    <a:pt x="1732697" y="355632"/>
                  </a:lnTo>
                  <a:close/>
                  <a:moveTo>
                    <a:pt x="1711302" y="437846"/>
                  </a:moveTo>
                  <a:lnTo>
                    <a:pt x="1783749" y="399410"/>
                  </a:lnTo>
                  <a:lnTo>
                    <a:pt x="1732697" y="355632"/>
                  </a:lnTo>
                  <a:close/>
                  <a:moveTo>
                    <a:pt x="1794499" y="325544"/>
                  </a:moveTo>
                  <a:lnTo>
                    <a:pt x="1737262" y="279998"/>
                  </a:lnTo>
                  <a:lnTo>
                    <a:pt x="1732697" y="355632"/>
                  </a:lnTo>
                  <a:close/>
                  <a:moveTo>
                    <a:pt x="1737262" y="279998"/>
                  </a:moveTo>
                  <a:lnTo>
                    <a:pt x="1794499" y="325544"/>
                  </a:lnTo>
                  <a:lnTo>
                    <a:pt x="1815022" y="317195"/>
                  </a:lnTo>
                  <a:close/>
                  <a:moveTo>
                    <a:pt x="1794499" y="325544"/>
                  </a:moveTo>
                  <a:lnTo>
                    <a:pt x="1808557" y="331359"/>
                  </a:lnTo>
                  <a:lnTo>
                    <a:pt x="1815022" y="317195"/>
                  </a:lnTo>
                  <a:close/>
                  <a:moveTo>
                    <a:pt x="1453404" y="54676"/>
                  </a:moveTo>
                  <a:lnTo>
                    <a:pt x="1425047" y="108986"/>
                  </a:lnTo>
                  <a:lnTo>
                    <a:pt x="1497351" y="85068"/>
                  </a:lnTo>
                  <a:close/>
                  <a:moveTo>
                    <a:pt x="1498596" y="26770"/>
                  </a:moveTo>
                  <a:lnTo>
                    <a:pt x="1453404" y="54676"/>
                  </a:lnTo>
                  <a:lnTo>
                    <a:pt x="1574207" y="12477"/>
                  </a:lnTo>
                  <a:close/>
                  <a:moveTo>
                    <a:pt x="1574207" y="12477"/>
                  </a:moveTo>
                  <a:lnTo>
                    <a:pt x="1453404" y="54676"/>
                  </a:lnTo>
                  <a:lnTo>
                    <a:pt x="1539676" y="70549"/>
                  </a:lnTo>
                  <a:close/>
                  <a:moveTo>
                    <a:pt x="1539676" y="70549"/>
                  </a:moveTo>
                  <a:lnTo>
                    <a:pt x="1453404" y="54676"/>
                  </a:lnTo>
                  <a:lnTo>
                    <a:pt x="1497351" y="85068"/>
                  </a:lnTo>
                  <a:close/>
                  <a:moveTo>
                    <a:pt x="1808557" y="331359"/>
                  </a:moveTo>
                  <a:lnTo>
                    <a:pt x="1867909" y="338060"/>
                  </a:lnTo>
                  <a:lnTo>
                    <a:pt x="1815022" y="317195"/>
                  </a:lnTo>
                  <a:close/>
                  <a:moveTo>
                    <a:pt x="1815022" y="317195"/>
                  </a:moveTo>
                  <a:lnTo>
                    <a:pt x="1901435" y="278758"/>
                  </a:lnTo>
                  <a:lnTo>
                    <a:pt x="1800306" y="300507"/>
                  </a:lnTo>
                  <a:close/>
                  <a:moveTo>
                    <a:pt x="1574207" y="12477"/>
                  </a:moveTo>
                  <a:lnTo>
                    <a:pt x="1539676" y="70549"/>
                  </a:lnTo>
                  <a:lnTo>
                    <a:pt x="1625891" y="41159"/>
                  </a:lnTo>
                  <a:close/>
                  <a:moveTo>
                    <a:pt x="1574207" y="12477"/>
                  </a:moveTo>
                  <a:lnTo>
                    <a:pt x="1625891" y="41159"/>
                  </a:lnTo>
                  <a:lnTo>
                    <a:pt x="1702959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05" name="Candidate_density__2104">
              <a:extLst>
                <a:ext uri="{FF2B5EF4-FFF2-40B4-BE49-F238E27FC236}">
                  <a16:creationId xmlns:a16="http://schemas.microsoft.com/office/drawing/2014/main" id="{19C1ADE4-3B8E-33AC-8FF8-7ECBA03948EC}"/>
                </a:ext>
              </a:extLst>
            </p:cNvPr>
            <p:cNvSpPr>
              <a:spLocks noGrp="1"/>
            </p:cNvSpPr>
            <p:nvPr/>
          </p:nvSpPr>
          <p:spPr>
            <a:xfrm>
              <a:off x="3816695" y="1621071"/>
              <a:ext cx="2347125" cy="2418373"/>
            </a:xfrm>
            <a:custGeom>
              <a:avLst/>
              <a:gdLst/>
              <a:ahLst/>
              <a:cxnLst/>
              <a:rect l="0" t="0" r="0" b="0"/>
              <a:pathLst>
                <a:path w="2347125" h="2418373">
                  <a:moveTo>
                    <a:pt x="684496" y="2378081"/>
                  </a:moveTo>
                  <a:lnTo>
                    <a:pt x="653071" y="2352590"/>
                  </a:lnTo>
                  <a:lnTo>
                    <a:pt x="724135" y="2418373"/>
                  </a:lnTo>
                  <a:close/>
                  <a:moveTo>
                    <a:pt x="569916" y="2259509"/>
                  </a:moveTo>
                  <a:lnTo>
                    <a:pt x="647993" y="2336158"/>
                  </a:lnTo>
                  <a:lnTo>
                    <a:pt x="578815" y="2261616"/>
                  </a:lnTo>
                  <a:close/>
                  <a:moveTo>
                    <a:pt x="569916" y="2259509"/>
                  </a:moveTo>
                  <a:lnTo>
                    <a:pt x="653071" y="2352590"/>
                  </a:lnTo>
                  <a:lnTo>
                    <a:pt x="647993" y="2336158"/>
                  </a:lnTo>
                  <a:close/>
                  <a:moveTo>
                    <a:pt x="647993" y="2336158"/>
                  </a:moveTo>
                  <a:lnTo>
                    <a:pt x="653071" y="2352590"/>
                  </a:lnTo>
                  <a:lnTo>
                    <a:pt x="684496" y="2378081"/>
                  </a:lnTo>
                  <a:close/>
                  <a:moveTo>
                    <a:pt x="564190" y="2253943"/>
                  </a:moveTo>
                  <a:lnTo>
                    <a:pt x="569916" y="2259509"/>
                  </a:lnTo>
                  <a:lnTo>
                    <a:pt x="578815" y="2261616"/>
                  </a:lnTo>
                  <a:close/>
                  <a:moveTo>
                    <a:pt x="684496" y="2378081"/>
                  </a:moveTo>
                  <a:lnTo>
                    <a:pt x="792401" y="2400001"/>
                  </a:lnTo>
                  <a:lnTo>
                    <a:pt x="802711" y="2326211"/>
                  </a:lnTo>
                  <a:close/>
                  <a:moveTo>
                    <a:pt x="792401" y="2400001"/>
                  </a:moveTo>
                  <a:lnTo>
                    <a:pt x="864458" y="2402012"/>
                  </a:lnTo>
                  <a:lnTo>
                    <a:pt x="802711" y="2326211"/>
                  </a:lnTo>
                  <a:close/>
                  <a:moveTo>
                    <a:pt x="665867" y="2297722"/>
                  </a:moveTo>
                  <a:lnTo>
                    <a:pt x="684496" y="2378081"/>
                  </a:lnTo>
                  <a:lnTo>
                    <a:pt x="734592" y="2350179"/>
                  </a:lnTo>
                  <a:close/>
                  <a:moveTo>
                    <a:pt x="665867" y="2297722"/>
                  </a:moveTo>
                  <a:lnTo>
                    <a:pt x="647993" y="2336158"/>
                  </a:lnTo>
                  <a:lnTo>
                    <a:pt x="684496" y="2378081"/>
                  </a:lnTo>
                  <a:close/>
                  <a:moveTo>
                    <a:pt x="595718" y="2238533"/>
                  </a:moveTo>
                  <a:lnTo>
                    <a:pt x="578815" y="2261616"/>
                  </a:lnTo>
                  <a:lnTo>
                    <a:pt x="635333" y="2215506"/>
                  </a:lnTo>
                  <a:close/>
                  <a:moveTo>
                    <a:pt x="635333" y="2215506"/>
                  </a:moveTo>
                  <a:lnTo>
                    <a:pt x="578815" y="2261616"/>
                  </a:lnTo>
                  <a:lnTo>
                    <a:pt x="647993" y="2336158"/>
                  </a:lnTo>
                  <a:close/>
                  <a:moveTo>
                    <a:pt x="635333" y="2215506"/>
                  </a:moveTo>
                  <a:lnTo>
                    <a:pt x="647993" y="2336158"/>
                  </a:lnTo>
                  <a:lnTo>
                    <a:pt x="665867" y="2297722"/>
                  </a:lnTo>
                  <a:close/>
                  <a:moveTo>
                    <a:pt x="564190" y="2253943"/>
                  </a:moveTo>
                  <a:lnTo>
                    <a:pt x="578815" y="2261616"/>
                  </a:lnTo>
                  <a:lnTo>
                    <a:pt x="595718" y="2238533"/>
                  </a:lnTo>
                  <a:close/>
                  <a:moveTo>
                    <a:pt x="495629" y="2229253"/>
                  </a:moveTo>
                  <a:lnTo>
                    <a:pt x="595718" y="2238533"/>
                  </a:lnTo>
                  <a:lnTo>
                    <a:pt x="620340" y="2201670"/>
                  </a:lnTo>
                  <a:close/>
                  <a:moveTo>
                    <a:pt x="0" y="1418959"/>
                  </a:moveTo>
                  <a:lnTo>
                    <a:pt x="31817" y="1493185"/>
                  </a:lnTo>
                  <a:lnTo>
                    <a:pt x="101250" y="1397237"/>
                  </a:lnTo>
                  <a:close/>
                  <a:moveTo>
                    <a:pt x="0" y="1418959"/>
                  </a:moveTo>
                  <a:lnTo>
                    <a:pt x="101250" y="1397237"/>
                  </a:lnTo>
                  <a:lnTo>
                    <a:pt x="21116" y="1354558"/>
                  </a:lnTo>
                  <a:close/>
                  <a:moveTo>
                    <a:pt x="105330" y="1390762"/>
                  </a:moveTo>
                  <a:lnTo>
                    <a:pt x="117016" y="1284327"/>
                  </a:lnTo>
                  <a:lnTo>
                    <a:pt x="57917" y="1276950"/>
                  </a:lnTo>
                  <a:close/>
                  <a:moveTo>
                    <a:pt x="680115" y="1930235"/>
                  </a:moveTo>
                  <a:lnTo>
                    <a:pt x="619749" y="1818627"/>
                  </a:lnTo>
                  <a:lnTo>
                    <a:pt x="618941" y="1919376"/>
                  </a:lnTo>
                  <a:close/>
                  <a:moveTo>
                    <a:pt x="684883" y="1809773"/>
                  </a:moveTo>
                  <a:lnTo>
                    <a:pt x="711737" y="1834324"/>
                  </a:lnTo>
                  <a:lnTo>
                    <a:pt x="652642" y="1791885"/>
                  </a:lnTo>
                  <a:close/>
                  <a:moveTo>
                    <a:pt x="636739" y="1504538"/>
                  </a:moveTo>
                  <a:lnTo>
                    <a:pt x="687547" y="1423732"/>
                  </a:lnTo>
                  <a:lnTo>
                    <a:pt x="624572" y="1414338"/>
                  </a:lnTo>
                  <a:close/>
                  <a:moveTo>
                    <a:pt x="687547" y="1423732"/>
                  </a:moveTo>
                  <a:lnTo>
                    <a:pt x="653131" y="1400005"/>
                  </a:lnTo>
                  <a:lnTo>
                    <a:pt x="624572" y="1414338"/>
                  </a:lnTo>
                  <a:close/>
                  <a:moveTo>
                    <a:pt x="391281" y="1082446"/>
                  </a:moveTo>
                  <a:lnTo>
                    <a:pt x="334706" y="1113616"/>
                  </a:lnTo>
                  <a:lnTo>
                    <a:pt x="422175" y="1157422"/>
                  </a:lnTo>
                  <a:close/>
                  <a:moveTo>
                    <a:pt x="422175" y="1157422"/>
                  </a:moveTo>
                  <a:lnTo>
                    <a:pt x="487144" y="1121521"/>
                  </a:lnTo>
                  <a:lnTo>
                    <a:pt x="454241" y="1091853"/>
                  </a:lnTo>
                  <a:close/>
                  <a:moveTo>
                    <a:pt x="453791" y="996820"/>
                  </a:moveTo>
                  <a:lnTo>
                    <a:pt x="431117" y="992964"/>
                  </a:lnTo>
                  <a:lnTo>
                    <a:pt x="454241" y="1091853"/>
                  </a:lnTo>
                  <a:close/>
                  <a:moveTo>
                    <a:pt x="454241" y="1091853"/>
                  </a:moveTo>
                  <a:lnTo>
                    <a:pt x="374276" y="996178"/>
                  </a:lnTo>
                  <a:lnTo>
                    <a:pt x="391281" y="1082446"/>
                  </a:lnTo>
                  <a:close/>
                  <a:moveTo>
                    <a:pt x="288489" y="936098"/>
                  </a:moveTo>
                  <a:lnTo>
                    <a:pt x="374276" y="996178"/>
                  </a:lnTo>
                  <a:lnTo>
                    <a:pt x="375637" y="983272"/>
                  </a:lnTo>
                  <a:close/>
                  <a:moveTo>
                    <a:pt x="276601" y="949186"/>
                  </a:moveTo>
                  <a:lnTo>
                    <a:pt x="374276" y="996178"/>
                  </a:lnTo>
                  <a:lnTo>
                    <a:pt x="288489" y="936098"/>
                  </a:lnTo>
                  <a:close/>
                  <a:moveTo>
                    <a:pt x="1340704" y="1956925"/>
                  </a:moveTo>
                  <a:lnTo>
                    <a:pt x="1279280" y="2046361"/>
                  </a:lnTo>
                  <a:lnTo>
                    <a:pt x="1349144" y="2050155"/>
                  </a:lnTo>
                  <a:close/>
                  <a:moveTo>
                    <a:pt x="1349144" y="2050155"/>
                  </a:moveTo>
                  <a:lnTo>
                    <a:pt x="1342842" y="2091572"/>
                  </a:lnTo>
                  <a:lnTo>
                    <a:pt x="1378847" y="2061760"/>
                  </a:lnTo>
                  <a:close/>
                  <a:moveTo>
                    <a:pt x="1114109" y="1578487"/>
                  </a:moveTo>
                  <a:lnTo>
                    <a:pt x="1059378" y="1530034"/>
                  </a:lnTo>
                  <a:lnTo>
                    <a:pt x="1106436" y="1625827"/>
                  </a:lnTo>
                  <a:close/>
                  <a:moveTo>
                    <a:pt x="1046709" y="1605148"/>
                  </a:moveTo>
                  <a:lnTo>
                    <a:pt x="1055776" y="1612248"/>
                  </a:lnTo>
                  <a:lnTo>
                    <a:pt x="1106436" y="1625827"/>
                  </a:lnTo>
                  <a:close/>
                  <a:moveTo>
                    <a:pt x="1011783" y="1542094"/>
                  </a:moveTo>
                  <a:lnTo>
                    <a:pt x="1046709" y="1605148"/>
                  </a:lnTo>
                  <a:lnTo>
                    <a:pt x="1106436" y="1625827"/>
                  </a:lnTo>
                  <a:close/>
                  <a:moveTo>
                    <a:pt x="1297344" y="1831491"/>
                  </a:moveTo>
                  <a:lnTo>
                    <a:pt x="1359153" y="1841833"/>
                  </a:lnTo>
                  <a:lnTo>
                    <a:pt x="1346275" y="1752211"/>
                  </a:lnTo>
                  <a:close/>
                  <a:moveTo>
                    <a:pt x="1297344" y="1831491"/>
                  </a:moveTo>
                  <a:lnTo>
                    <a:pt x="1346275" y="1752211"/>
                  </a:lnTo>
                  <a:lnTo>
                    <a:pt x="1274028" y="1750354"/>
                  </a:lnTo>
                  <a:close/>
                  <a:moveTo>
                    <a:pt x="955604" y="1527175"/>
                  </a:moveTo>
                  <a:lnTo>
                    <a:pt x="1046709" y="1605148"/>
                  </a:lnTo>
                  <a:lnTo>
                    <a:pt x="955821" y="1530034"/>
                  </a:lnTo>
                  <a:close/>
                  <a:moveTo>
                    <a:pt x="1052057" y="1609445"/>
                  </a:moveTo>
                  <a:lnTo>
                    <a:pt x="1046709" y="1605148"/>
                  </a:lnTo>
                  <a:lnTo>
                    <a:pt x="955604" y="1527175"/>
                  </a:lnTo>
                  <a:close/>
                  <a:moveTo>
                    <a:pt x="1052057" y="1609445"/>
                  </a:moveTo>
                  <a:lnTo>
                    <a:pt x="1055776" y="1612248"/>
                  </a:lnTo>
                  <a:lnTo>
                    <a:pt x="1046709" y="1605148"/>
                  </a:lnTo>
                  <a:close/>
                  <a:moveTo>
                    <a:pt x="803669" y="1253778"/>
                  </a:moveTo>
                  <a:lnTo>
                    <a:pt x="904924" y="1268101"/>
                  </a:lnTo>
                  <a:lnTo>
                    <a:pt x="907421" y="1162737"/>
                  </a:lnTo>
                  <a:close/>
                  <a:moveTo>
                    <a:pt x="1849350" y="2313748"/>
                  </a:moveTo>
                  <a:lnTo>
                    <a:pt x="1863794" y="2335083"/>
                  </a:lnTo>
                  <a:lnTo>
                    <a:pt x="1897776" y="2342684"/>
                  </a:lnTo>
                  <a:close/>
                  <a:moveTo>
                    <a:pt x="1849350" y="2313748"/>
                  </a:moveTo>
                  <a:lnTo>
                    <a:pt x="1897776" y="2342684"/>
                  </a:lnTo>
                  <a:lnTo>
                    <a:pt x="1927239" y="2283504"/>
                  </a:lnTo>
                  <a:close/>
                  <a:moveTo>
                    <a:pt x="967364" y="1156745"/>
                  </a:moveTo>
                  <a:lnTo>
                    <a:pt x="913176" y="1161300"/>
                  </a:lnTo>
                  <a:lnTo>
                    <a:pt x="907421" y="1162737"/>
                  </a:lnTo>
                  <a:close/>
                  <a:moveTo>
                    <a:pt x="914908" y="1162737"/>
                  </a:moveTo>
                  <a:lnTo>
                    <a:pt x="913176" y="1161300"/>
                  </a:lnTo>
                  <a:lnTo>
                    <a:pt x="1019280" y="1206516"/>
                  </a:lnTo>
                  <a:close/>
                  <a:moveTo>
                    <a:pt x="837925" y="961701"/>
                  </a:moveTo>
                  <a:lnTo>
                    <a:pt x="872891" y="1080521"/>
                  </a:lnTo>
                  <a:lnTo>
                    <a:pt x="928390" y="1011027"/>
                  </a:lnTo>
                  <a:close/>
                  <a:moveTo>
                    <a:pt x="1622207" y="1782021"/>
                  </a:moveTo>
                  <a:lnTo>
                    <a:pt x="1602742" y="1764984"/>
                  </a:lnTo>
                  <a:lnTo>
                    <a:pt x="1582092" y="1681680"/>
                  </a:lnTo>
                  <a:close/>
                  <a:moveTo>
                    <a:pt x="808103" y="685669"/>
                  </a:moveTo>
                  <a:lnTo>
                    <a:pt x="855620" y="795440"/>
                  </a:lnTo>
                  <a:lnTo>
                    <a:pt x="917893" y="756578"/>
                  </a:lnTo>
                  <a:close/>
                  <a:moveTo>
                    <a:pt x="1599858" y="1743584"/>
                  </a:moveTo>
                  <a:lnTo>
                    <a:pt x="1582092" y="1681680"/>
                  </a:lnTo>
                  <a:lnTo>
                    <a:pt x="1602742" y="1764984"/>
                  </a:lnTo>
                  <a:close/>
                  <a:moveTo>
                    <a:pt x="1667554" y="1608832"/>
                  </a:moveTo>
                  <a:lnTo>
                    <a:pt x="1695262" y="1622933"/>
                  </a:lnTo>
                  <a:lnTo>
                    <a:pt x="1719124" y="1630867"/>
                  </a:lnTo>
                  <a:close/>
                  <a:moveTo>
                    <a:pt x="1236814" y="979871"/>
                  </a:moveTo>
                  <a:lnTo>
                    <a:pt x="1251186" y="951529"/>
                  </a:lnTo>
                  <a:lnTo>
                    <a:pt x="1174237" y="942489"/>
                  </a:lnTo>
                  <a:close/>
                  <a:moveTo>
                    <a:pt x="1236814" y="979871"/>
                  </a:moveTo>
                  <a:lnTo>
                    <a:pt x="1269170" y="965212"/>
                  </a:lnTo>
                  <a:lnTo>
                    <a:pt x="1251186" y="951529"/>
                  </a:lnTo>
                  <a:close/>
                  <a:moveTo>
                    <a:pt x="981079" y="777618"/>
                  </a:moveTo>
                  <a:lnTo>
                    <a:pt x="1025523" y="730186"/>
                  </a:lnTo>
                  <a:lnTo>
                    <a:pt x="999554" y="783237"/>
                  </a:lnTo>
                  <a:close/>
                  <a:moveTo>
                    <a:pt x="2209306" y="1913357"/>
                  </a:moveTo>
                  <a:lnTo>
                    <a:pt x="2152232" y="1875928"/>
                  </a:lnTo>
                  <a:lnTo>
                    <a:pt x="2108485" y="1927568"/>
                  </a:lnTo>
                  <a:close/>
                  <a:moveTo>
                    <a:pt x="2035442" y="1933129"/>
                  </a:moveTo>
                  <a:lnTo>
                    <a:pt x="1973375" y="1845627"/>
                  </a:lnTo>
                  <a:lnTo>
                    <a:pt x="1952478" y="1869579"/>
                  </a:lnTo>
                  <a:close/>
                  <a:moveTo>
                    <a:pt x="2035442" y="1933129"/>
                  </a:moveTo>
                  <a:lnTo>
                    <a:pt x="2108485" y="1927568"/>
                  </a:lnTo>
                  <a:lnTo>
                    <a:pt x="2152232" y="1875928"/>
                  </a:lnTo>
                  <a:close/>
                  <a:moveTo>
                    <a:pt x="2075885" y="1869135"/>
                  </a:moveTo>
                  <a:lnTo>
                    <a:pt x="2035442" y="1933129"/>
                  </a:lnTo>
                  <a:lnTo>
                    <a:pt x="2152232" y="1875928"/>
                  </a:lnTo>
                  <a:close/>
                  <a:moveTo>
                    <a:pt x="1269170" y="965212"/>
                  </a:moveTo>
                  <a:lnTo>
                    <a:pt x="1335260" y="1047427"/>
                  </a:lnTo>
                  <a:lnTo>
                    <a:pt x="1395979" y="1011157"/>
                  </a:lnTo>
                  <a:close/>
                  <a:moveTo>
                    <a:pt x="1359844" y="940442"/>
                  </a:moveTo>
                  <a:lnTo>
                    <a:pt x="1395979" y="1011157"/>
                  </a:lnTo>
                  <a:lnTo>
                    <a:pt x="1406978" y="962716"/>
                  </a:lnTo>
                  <a:close/>
                  <a:moveTo>
                    <a:pt x="1406978" y="962716"/>
                  </a:moveTo>
                  <a:lnTo>
                    <a:pt x="1352206" y="846560"/>
                  </a:lnTo>
                  <a:lnTo>
                    <a:pt x="1359844" y="940442"/>
                  </a:lnTo>
                  <a:close/>
                  <a:moveTo>
                    <a:pt x="1274323" y="849285"/>
                  </a:moveTo>
                  <a:lnTo>
                    <a:pt x="1174237" y="942489"/>
                  </a:lnTo>
                  <a:lnTo>
                    <a:pt x="1251186" y="951529"/>
                  </a:lnTo>
                  <a:close/>
                  <a:moveTo>
                    <a:pt x="1228118" y="762345"/>
                  </a:moveTo>
                  <a:lnTo>
                    <a:pt x="1211501" y="803155"/>
                  </a:lnTo>
                  <a:lnTo>
                    <a:pt x="1208026" y="800782"/>
                  </a:lnTo>
                  <a:close/>
                  <a:moveTo>
                    <a:pt x="1197811" y="850896"/>
                  </a:moveTo>
                  <a:lnTo>
                    <a:pt x="1211501" y="803155"/>
                  </a:lnTo>
                  <a:lnTo>
                    <a:pt x="1228118" y="762345"/>
                  </a:lnTo>
                  <a:close/>
                  <a:moveTo>
                    <a:pt x="1274323" y="849285"/>
                  </a:moveTo>
                  <a:lnTo>
                    <a:pt x="1211501" y="803155"/>
                  </a:lnTo>
                  <a:lnTo>
                    <a:pt x="1197811" y="850896"/>
                  </a:lnTo>
                  <a:close/>
                  <a:moveTo>
                    <a:pt x="1219076" y="800782"/>
                  </a:moveTo>
                  <a:lnTo>
                    <a:pt x="1349586" y="825572"/>
                  </a:lnTo>
                  <a:lnTo>
                    <a:pt x="1277500" y="762345"/>
                  </a:lnTo>
                  <a:close/>
                  <a:moveTo>
                    <a:pt x="1219076" y="800782"/>
                  </a:moveTo>
                  <a:lnTo>
                    <a:pt x="1211501" y="803155"/>
                  </a:lnTo>
                  <a:lnTo>
                    <a:pt x="1274323" y="849285"/>
                  </a:lnTo>
                  <a:close/>
                  <a:moveTo>
                    <a:pt x="2252657" y="1900445"/>
                  </a:moveTo>
                  <a:lnTo>
                    <a:pt x="2152232" y="1875928"/>
                  </a:lnTo>
                  <a:lnTo>
                    <a:pt x="2209306" y="1913357"/>
                  </a:lnTo>
                  <a:close/>
                  <a:moveTo>
                    <a:pt x="2168939" y="1807821"/>
                  </a:moveTo>
                  <a:lnTo>
                    <a:pt x="2152232" y="1875928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168939" y="1807821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252657" y="1900445"/>
                  </a:lnTo>
                  <a:lnTo>
                    <a:pt x="2309447" y="1814774"/>
                  </a:lnTo>
                  <a:close/>
                  <a:moveTo>
                    <a:pt x="2168939" y="1807821"/>
                  </a:moveTo>
                  <a:lnTo>
                    <a:pt x="2075885" y="1869135"/>
                  </a:lnTo>
                  <a:lnTo>
                    <a:pt x="2152232" y="1875928"/>
                  </a:lnTo>
                  <a:close/>
                  <a:moveTo>
                    <a:pt x="2161411" y="1713849"/>
                  </a:moveTo>
                  <a:lnTo>
                    <a:pt x="2097331" y="1670664"/>
                  </a:lnTo>
                  <a:lnTo>
                    <a:pt x="2060129" y="1635505"/>
                  </a:lnTo>
                  <a:close/>
                  <a:moveTo>
                    <a:pt x="1990402" y="1631600"/>
                  </a:moveTo>
                  <a:lnTo>
                    <a:pt x="2060129" y="1635505"/>
                  </a:lnTo>
                  <a:lnTo>
                    <a:pt x="2010608" y="1625077"/>
                  </a:lnTo>
                  <a:close/>
                  <a:moveTo>
                    <a:pt x="1361497" y="844561"/>
                  </a:moveTo>
                  <a:lnTo>
                    <a:pt x="1465563" y="814995"/>
                  </a:lnTo>
                  <a:lnTo>
                    <a:pt x="1470818" y="784976"/>
                  </a:lnTo>
                  <a:close/>
                  <a:moveTo>
                    <a:pt x="1178419" y="666477"/>
                  </a:moveTo>
                  <a:lnTo>
                    <a:pt x="1201209" y="748042"/>
                  </a:lnTo>
                  <a:lnTo>
                    <a:pt x="1251514" y="737556"/>
                  </a:lnTo>
                  <a:close/>
                  <a:moveTo>
                    <a:pt x="1277500" y="762345"/>
                  </a:moveTo>
                  <a:lnTo>
                    <a:pt x="1349586" y="825572"/>
                  </a:lnTo>
                  <a:lnTo>
                    <a:pt x="1267381" y="754837"/>
                  </a:lnTo>
                  <a:close/>
                  <a:moveTo>
                    <a:pt x="1928902" y="1181137"/>
                  </a:moveTo>
                  <a:lnTo>
                    <a:pt x="1868853" y="1158534"/>
                  </a:lnTo>
                  <a:lnTo>
                    <a:pt x="1817719" y="1110843"/>
                  </a:lnTo>
                  <a:close/>
                  <a:moveTo>
                    <a:pt x="1807965" y="1018680"/>
                  </a:moveTo>
                  <a:lnTo>
                    <a:pt x="1817719" y="1110843"/>
                  </a:lnTo>
                  <a:lnTo>
                    <a:pt x="1872998" y="1026402"/>
                  </a:lnTo>
                  <a:close/>
                  <a:moveTo>
                    <a:pt x="2277776" y="1579746"/>
                  </a:moveTo>
                  <a:lnTo>
                    <a:pt x="2347125" y="1483866"/>
                  </a:lnTo>
                  <a:lnTo>
                    <a:pt x="2282265" y="1476005"/>
                  </a:lnTo>
                  <a:close/>
                  <a:moveTo>
                    <a:pt x="2282265" y="1476005"/>
                  </a:moveTo>
                  <a:lnTo>
                    <a:pt x="2347125" y="1483866"/>
                  </a:lnTo>
                  <a:lnTo>
                    <a:pt x="2318582" y="1406979"/>
                  </a:lnTo>
                  <a:close/>
                  <a:moveTo>
                    <a:pt x="2072425" y="1225140"/>
                  </a:moveTo>
                  <a:lnTo>
                    <a:pt x="2127673" y="1240816"/>
                  </a:lnTo>
                  <a:lnTo>
                    <a:pt x="2103774" y="1160154"/>
                  </a:lnTo>
                  <a:close/>
                  <a:moveTo>
                    <a:pt x="1984433" y="855245"/>
                  </a:moveTo>
                  <a:lnTo>
                    <a:pt x="1936834" y="874413"/>
                  </a:lnTo>
                  <a:lnTo>
                    <a:pt x="1922536" y="928844"/>
                  </a:lnTo>
                  <a:close/>
                  <a:moveTo>
                    <a:pt x="2038455" y="752296"/>
                  </a:moveTo>
                  <a:lnTo>
                    <a:pt x="2111540" y="853563"/>
                  </a:lnTo>
                  <a:lnTo>
                    <a:pt x="2112741" y="752495"/>
                  </a:lnTo>
                  <a:close/>
                  <a:moveTo>
                    <a:pt x="1813586" y="369748"/>
                  </a:moveTo>
                  <a:lnTo>
                    <a:pt x="1783045" y="338294"/>
                  </a:lnTo>
                  <a:lnTo>
                    <a:pt x="1785470" y="323518"/>
                  </a:lnTo>
                  <a:close/>
                  <a:moveTo>
                    <a:pt x="2252176" y="696157"/>
                  </a:moveTo>
                  <a:lnTo>
                    <a:pt x="2212775" y="747617"/>
                  </a:lnTo>
                  <a:lnTo>
                    <a:pt x="2259579" y="707408"/>
                  </a:lnTo>
                  <a:close/>
                  <a:moveTo>
                    <a:pt x="2252176" y="696157"/>
                  </a:moveTo>
                  <a:lnTo>
                    <a:pt x="2196225" y="734593"/>
                  </a:lnTo>
                  <a:lnTo>
                    <a:pt x="2212775" y="747617"/>
                  </a:lnTo>
                  <a:close/>
                  <a:moveTo>
                    <a:pt x="1728018" y="38436"/>
                  </a:moveTo>
                  <a:lnTo>
                    <a:pt x="1734723" y="159088"/>
                  </a:lnTo>
                  <a:lnTo>
                    <a:pt x="1800308" y="104901"/>
                  </a:lnTo>
                  <a:close/>
                  <a:moveTo>
                    <a:pt x="2252176" y="696157"/>
                  </a:moveTo>
                  <a:lnTo>
                    <a:pt x="2259579" y="707408"/>
                  </a:lnTo>
                  <a:lnTo>
                    <a:pt x="2247815" y="657720"/>
                  </a:lnTo>
                  <a:close/>
                  <a:moveTo>
                    <a:pt x="2131709" y="436798"/>
                  </a:moveTo>
                  <a:lnTo>
                    <a:pt x="2204942" y="503129"/>
                  </a:lnTo>
                  <a:lnTo>
                    <a:pt x="2249168" y="493290"/>
                  </a:lnTo>
                  <a:close/>
                  <a:moveTo>
                    <a:pt x="1817428" y="0"/>
                  </a:moveTo>
                  <a:lnTo>
                    <a:pt x="1800308" y="104901"/>
                  </a:lnTo>
                  <a:lnTo>
                    <a:pt x="1731490" y="119432"/>
                  </a:lnTo>
                  <a:close/>
                  <a:moveTo>
                    <a:pt x="2006330" y="102666"/>
                  </a:moveTo>
                  <a:lnTo>
                    <a:pt x="2072237" y="164430"/>
                  </a:lnTo>
                  <a:lnTo>
                    <a:pt x="2047964" y="1440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06" name="Candidate_density__2105">
              <a:extLst>
                <a:ext uri="{FF2B5EF4-FFF2-40B4-BE49-F238E27FC236}">
                  <a16:creationId xmlns:a16="http://schemas.microsoft.com/office/drawing/2014/main" id="{F9EE3E4D-6ECC-309D-9AC3-174A2740BD9A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2941"/>
              <a:ext cx="2227165" cy="2323899"/>
            </a:xfrm>
            <a:custGeom>
              <a:avLst/>
              <a:gdLst/>
              <a:ahLst/>
              <a:cxnLst/>
              <a:rect l="0" t="0" r="0" b="0"/>
              <a:pathLst>
                <a:path w="2227165" h="2323899">
                  <a:moveTo>
                    <a:pt x="505386" y="2167383"/>
                  </a:moveTo>
                  <a:lnTo>
                    <a:pt x="427230" y="2153827"/>
                  </a:lnTo>
                  <a:lnTo>
                    <a:pt x="444024" y="2153165"/>
                  </a:lnTo>
                  <a:close/>
                  <a:moveTo>
                    <a:pt x="891531" y="2225973"/>
                  </a:moveTo>
                  <a:lnTo>
                    <a:pt x="843324" y="2204572"/>
                  </a:lnTo>
                  <a:lnTo>
                    <a:pt x="812469" y="2264340"/>
                  </a:lnTo>
                  <a:close/>
                  <a:moveTo>
                    <a:pt x="891531" y="2225973"/>
                  </a:moveTo>
                  <a:lnTo>
                    <a:pt x="911056" y="2139082"/>
                  </a:lnTo>
                  <a:lnTo>
                    <a:pt x="846092" y="2174850"/>
                  </a:lnTo>
                  <a:close/>
                  <a:moveTo>
                    <a:pt x="846092" y="2174850"/>
                  </a:moveTo>
                  <a:lnTo>
                    <a:pt x="799279" y="2115199"/>
                  </a:lnTo>
                  <a:lnTo>
                    <a:pt x="843324" y="2204572"/>
                  </a:lnTo>
                  <a:close/>
                  <a:moveTo>
                    <a:pt x="0" y="1331485"/>
                  </a:moveTo>
                  <a:lnTo>
                    <a:pt x="30873" y="1292687"/>
                  </a:lnTo>
                  <a:lnTo>
                    <a:pt x="67674" y="1215080"/>
                  </a:lnTo>
                  <a:close/>
                  <a:moveTo>
                    <a:pt x="1159827" y="2296674"/>
                  </a:moveTo>
                  <a:lnTo>
                    <a:pt x="1091858" y="2321211"/>
                  </a:lnTo>
                  <a:lnTo>
                    <a:pt x="1109550" y="2323899"/>
                  </a:lnTo>
                  <a:close/>
                  <a:moveTo>
                    <a:pt x="1159827" y="2296674"/>
                  </a:moveTo>
                  <a:lnTo>
                    <a:pt x="1109550" y="2323899"/>
                  </a:lnTo>
                  <a:lnTo>
                    <a:pt x="1224927" y="2261416"/>
                  </a:lnTo>
                  <a:close/>
                  <a:moveTo>
                    <a:pt x="799279" y="2115199"/>
                  </a:moveTo>
                  <a:lnTo>
                    <a:pt x="846092" y="2174850"/>
                  </a:lnTo>
                  <a:lnTo>
                    <a:pt x="859884" y="2191108"/>
                  </a:lnTo>
                  <a:close/>
                  <a:moveTo>
                    <a:pt x="1197532" y="2222446"/>
                  </a:moveTo>
                  <a:lnTo>
                    <a:pt x="1243172" y="2221963"/>
                  </a:lnTo>
                  <a:lnTo>
                    <a:pt x="1226876" y="2202757"/>
                  </a:lnTo>
                  <a:close/>
                  <a:moveTo>
                    <a:pt x="1224927" y="2261416"/>
                  </a:moveTo>
                  <a:lnTo>
                    <a:pt x="1243172" y="2221963"/>
                  </a:lnTo>
                  <a:lnTo>
                    <a:pt x="1197532" y="2222446"/>
                  </a:lnTo>
                  <a:close/>
                  <a:moveTo>
                    <a:pt x="1159827" y="2296674"/>
                  </a:moveTo>
                  <a:lnTo>
                    <a:pt x="1224927" y="2261416"/>
                  </a:lnTo>
                  <a:lnTo>
                    <a:pt x="1197532" y="2222446"/>
                  </a:lnTo>
                  <a:close/>
                  <a:moveTo>
                    <a:pt x="1243172" y="2221963"/>
                  </a:moveTo>
                  <a:lnTo>
                    <a:pt x="1250082" y="224119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43172" y="222196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61527" y="2183057"/>
                  </a:lnTo>
                  <a:lnTo>
                    <a:pt x="1204636" y="2192700"/>
                  </a:lnTo>
                  <a:close/>
                  <a:moveTo>
                    <a:pt x="1337858" y="2105485"/>
                  </a:moveTo>
                  <a:lnTo>
                    <a:pt x="1261527" y="2183057"/>
                  </a:lnTo>
                  <a:lnTo>
                    <a:pt x="1325784" y="2144645"/>
                  </a:lnTo>
                  <a:close/>
                  <a:moveTo>
                    <a:pt x="1337858" y="2105485"/>
                  </a:moveTo>
                  <a:lnTo>
                    <a:pt x="1286284" y="2086821"/>
                  </a:lnTo>
                  <a:lnTo>
                    <a:pt x="1261527" y="2183057"/>
                  </a:lnTo>
                  <a:close/>
                  <a:moveTo>
                    <a:pt x="634329" y="1352467"/>
                  </a:moveTo>
                  <a:lnTo>
                    <a:pt x="662888" y="1338135"/>
                  </a:lnTo>
                  <a:lnTo>
                    <a:pt x="693686" y="1259954"/>
                  </a:lnTo>
                  <a:close/>
                  <a:moveTo>
                    <a:pt x="271509" y="865104"/>
                  </a:moveTo>
                  <a:lnTo>
                    <a:pt x="286358" y="887315"/>
                  </a:lnTo>
                  <a:lnTo>
                    <a:pt x="298247" y="874227"/>
                  </a:lnTo>
                  <a:close/>
                  <a:moveTo>
                    <a:pt x="286358" y="887315"/>
                  </a:moveTo>
                  <a:lnTo>
                    <a:pt x="271509" y="865104"/>
                  </a:lnTo>
                  <a:lnTo>
                    <a:pt x="227752" y="800586"/>
                  </a:lnTo>
                  <a:close/>
                  <a:moveTo>
                    <a:pt x="1043130" y="1671030"/>
                  </a:moveTo>
                  <a:lnTo>
                    <a:pt x="1116193" y="1563957"/>
                  </a:lnTo>
                  <a:lnTo>
                    <a:pt x="1065533" y="1550378"/>
                  </a:lnTo>
                  <a:close/>
                  <a:moveTo>
                    <a:pt x="695988" y="1246688"/>
                  </a:moveTo>
                  <a:lnTo>
                    <a:pt x="764287" y="1223387"/>
                  </a:lnTo>
                  <a:lnTo>
                    <a:pt x="813426" y="1191907"/>
                  </a:lnTo>
                  <a:close/>
                  <a:moveTo>
                    <a:pt x="737106" y="1185217"/>
                  </a:moveTo>
                  <a:lnTo>
                    <a:pt x="695988" y="1246688"/>
                  </a:lnTo>
                  <a:lnTo>
                    <a:pt x="813426" y="1191907"/>
                  </a:lnTo>
                  <a:close/>
                  <a:moveTo>
                    <a:pt x="1368910" y="1779963"/>
                  </a:moveTo>
                  <a:lnTo>
                    <a:pt x="1361509" y="1847809"/>
                  </a:lnTo>
                  <a:lnTo>
                    <a:pt x="1391420" y="1797023"/>
                  </a:lnTo>
                  <a:close/>
                  <a:moveTo>
                    <a:pt x="893801" y="1213758"/>
                  </a:moveTo>
                  <a:lnTo>
                    <a:pt x="959450" y="1183081"/>
                  </a:lnTo>
                  <a:lnTo>
                    <a:pt x="914681" y="1206230"/>
                  </a:lnTo>
                  <a:close/>
                  <a:moveTo>
                    <a:pt x="836643" y="1063508"/>
                  </a:moveTo>
                  <a:lnTo>
                    <a:pt x="882648" y="1018651"/>
                  </a:lnTo>
                  <a:lnTo>
                    <a:pt x="845357" y="1001812"/>
                  </a:lnTo>
                  <a:close/>
                  <a:moveTo>
                    <a:pt x="1012621" y="987014"/>
                  </a:moveTo>
                  <a:lnTo>
                    <a:pt x="1022589" y="986212"/>
                  </a:lnTo>
                  <a:lnTo>
                    <a:pt x="1013538" y="980215"/>
                  </a:lnTo>
                  <a:close/>
                  <a:moveTo>
                    <a:pt x="1029284" y="980215"/>
                  </a:moveTo>
                  <a:lnTo>
                    <a:pt x="1022589" y="986212"/>
                  </a:lnTo>
                  <a:lnTo>
                    <a:pt x="1012621" y="987014"/>
                  </a:lnTo>
                  <a:close/>
                  <a:moveTo>
                    <a:pt x="1672880" y="1745596"/>
                  </a:moveTo>
                  <a:lnTo>
                    <a:pt x="1756050" y="1777901"/>
                  </a:lnTo>
                  <a:lnTo>
                    <a:pt x="1730703" y="1746586"/>
                  </a:lnTo>
                  <a:close/>
                  <a:moveTo>
                    <a:pt x="1013538" y="980215"/>
                  </a:moveTo>
                  <a:lnTo>
                    <a:pt x="1022589" y="986212"/>
                  </a:lnTo>
                  <a:lnTo>
                    <a:pt x="1035529" y="968390"/>
                  </a:lnTo>
                  <a:close/>
                  <a:moveTo>
                    <a:pt x="1035529" y="968390"/>
                  </a:moveTo>
                  <a:lnTo>
                    <a:pt x="1022589" y="986212"/>
                  </a:lnTo>
                  <a:lnTo>
                    <a:pt x="1029284" y="980215"/>
                  </a:lnTo>
                  <a:close/>
                  <a:moveTo>
                    <a:pt x="1101403" y="941778"/>
                  </a:moveTo>
                  <a:lnTo>
                    <a:pt x="1130479" y="951790"/>
                  </a:lnTo>
                  <a:lnTo>
                    <a:pt x="1146010" y="953803"/>
                  </a:lnTo>
                  <a:close/>
                  <a:moveTo>
                    <a:pt x="1085878" y="944181"/>
                  </a:moveTo>
                  <a:lnTo>
                    <a:pt x="1101403" y="941778"/>
                  </a:lnTo>
                  <a:lnTo>
                    <a:pt x="1065958" y="933161"/>
                  </a:lnTo>
                  <a:close/>
                  <a:moveTo>
                    <a:pt x="1065958" y="933161"/>
                  </a:moveTo>
                  <a:lnTo>
                    <a:pt x="1035529" y="968390"/>
                  </a:lnTo>
                  <a:lnTo>
                    <a:pt x="1085878" y="944181"/>
                  </a:lnTo>
                  <a:close/>
                  <a:moveTo>
                    <a:pt x="1221490" y="957354"/>
                  </a:moveTo>
                  <a:lnTo>
                    <a:pt x="1146010" y="953803"/>
                  </a:lnTo>
                  <a:lnTo>
                    <a:pt x="1130479" y="951790"/>
                  </a:lnTo>
                  <a:close/>
                  <a:moveTo>
                    <a:pt x="1101403" y="941778"/>
                  </a:moveTo>
                  <a:lnTo>
                    <a:pt x="1146010" y="953803"/>
                  </a:lnTo>
                  <a:lnTo>
                    <a:pt x="1162505" y="925752"/>
                  </a:lnTo>
                  <a:close/>
                  <a:moveTo>
                    <a:pt x="1246571" y="918001"/>
                  </a:moveTo>
                  <a:lnTo>
                    <a:pt x="1146010" y="953803"/>
                  </a:lnTo>
                  <a:lnTo>
                    <a:pt x="1221490" y="957354"/>
                  </a:lnTo>
                  <a:close/>
                  <a:moveTo>
                    <a:pt x="1952060" y="1801683"/>
                  </a:moveTo>
                  <a:lnTo>
                    <a:pt x="1872260" y="1781984"/>
                  </a:lnTo>
                  <a:lnTo>
                    <a:pt x="1810285" y="1763595"/>
                  </a:lnTo>
                  <a:close/>
                  <a:moveTo>
                    <a:pt x="1277138" y="692966"/>
                  </a:moveTo>
                  <a:lnTo>
                    <a:pt x="1395991" y="757025"/>
                  </a:lnTo>
                  <a:lnTo>
                    <a:pt x="1304116" y="771125"/>
                  </a:lnTo>
                  <a:close/>
                  <a:moveTo>
                    <a:pt x="2151710" y="1560426"/>
                  </a:moveTo>
                  <a:lnTo>
                    <a:pt x="2159262" y="1561566"/>
                  </a:lnTo>
                  <a:lnTo>
                    <a:pt x="2117529" y="1534901"/>
                  </a:lnTo>
                  <a:close/>
                  <a:moveTo>
                    <a:pt x="2151710" y="1560426"/>
                  </a:moveTo>
                  <a:lnTo>
                    <a:pt x="2227165" y="1563878"/>
                  </a:lnTo>
                  <a:lnTo>
                    <a:pt x="2159262" y="1561566"/>
                  </a:lnTo>
                  <a:close/>
                  <a:moveTo>
                    <a:pt x="1975324" y="1243061"/>
                  </a:moveTo>
                  <a:lnTo>
                    <a:pt x="1962505" y="1319759"/>
                  </a:lnTo>
                  <a:lnTo>
                    <a:pt x="2002236" y="1280222"/>
                  </a:lnTo>
                  <a:close/>
                  <a:moveTo>
                    <a:pt x="1827476" y="1048972"/>
                  </a:moveTo>
                  <a:lnTo>
                    <a:pt x="1854891" y="1073114"/>
                  </a:lnTo>
                  <a:lnTo>
                    <a:pt x="1882755" y="964532"/>
                  </a:lnTo>
                  <a:close/>
                  <a:moveTo>
                    <a:pt x="1692827" y="897663"/>
                  </a:moveTo>
                  <a:lnTo>
                    <a:pt x="1774551" y="891815"/>
                  </a:lnTo>
                  <a:lnTo>
                    <a:pt x="1739816" y="919849"/>
                  </a:lnTo>
                  <a:close/>
                  <a:moveTo>
                    <a:pt x="1739816" y="919849"/>
                  </a:moveTo>
                  <a:lnTo>
                    <a:pt x="1817196" y="930502"/>
                  </a:lnTo>
                  <a:lnTo>
                    <a:pt x="1851293" y="842783"/>
                  </a:lnTo>
                  <a:close/>
                  <a:moveTo>
                    <a:pt x="1817196" y="930502"/>
                  </a:moveTo>
                  <a:lnTo>
                    <a:pt x="1880071" y="886921"/>
                  </a:lnTo>
                  <a:lnTo>
                    <a:pt x="1932294" y="866973"/>
                  </a:lnTo>
                  <a:close/>
                  <a:moveTo>
                    <a:pt x="1851293" y="842783"/>
                  </a:moveTo>
                  <a:lnTo>
                    <a:pt x="1817196" y="930502"/>
                  </a:lnTo>
                  <a:lnTo>
                    <a:pt x="1932294" y="866973"/>
                  </a:lnTo>
                  <a:close/>
                  <a:moveTo>
                    <a:pt x="1932294" y="866973"/>
                  </a:moveTo>
                  <a:lnTo>
                    <a:pt x="1946591" y="812542"/>
                  </a:lnTo>
                  <a:lnTo>
                    <a:pt x="1851293" y="842783"/>
                  </a:lnTo>
                  <a:close/>
                  <a:moveTo>
                    <a:pt x="1931291" y="2415"/>
                  </a:moveTo>
                  <a:lnTo>
                    <a:pt x="1833736" y="42961"/>
                  </a:lnTo>
                  <a:lnTo>
                    <a:pt x="1810065" y="43031"/>
                  </a:lnTo>
                  <a:close/>
                  <a:moveTo>
                    <a:pt x="1978045" y="20345"/>
                  </a:moveTo>
                  <a:lnTo>
                    <a:pt x="2016087" y="40796"/>
                  </a:lnTo>
                  <a:lnTo>
                    <a:pt x="1961111" y="0"/>
                  </a:lnTo>
                  <a:close/>
                  <a:moveTo>
                    <a:pt x="1931291" y="2415"/>
                  </a:moveTo>
                  <a:lnTo>
                    <a:pt x="1978045" y="20345"/>
                  </a:lnTo>
                  <a:lnTo>
                    <a:pt x="1961111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07" name="Candidate_density__2106">
              <a:extLst>
                <a:ext uri="{FF2B5EF4-FFF2-40B4-BE49-F238E27FC236}">
                  <a16:creationId xmlns:a16="http://schemas.microsoft.com/office/drawing/2014/main" id="{12B98127-E050-5C5B-DA9D-50912E5C6F65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5356"/>
              <a:ext cx="2357879" cy="2321484"/>
            </a:xfrm>
            <a:custGeom>
              <a:avLst/>
              <a:gdLst/>
              <a:ahLst/>
              <a:cxnLst/>
              <a:rect l="0" t="0" r="0" b="0"/>
              <a:pathLst>
                <a:path w="2357879" h="2321484">
                  <a:moveTo>
                    <a:pt x="523429" y="2168973"/>
                  </a:moveTo>
                  <a:lnTo>
                    <a:pt x="573947" y="2189657"/>
                  </a:lnTo>
                  <a:lnTo>
                    <a:pt x="505386" y="2164968"/>
                  </a:lnTo>
                  <a:close/>
                  <a:moveTo>
                    <a:pt x="694253" y="2313796"/>
                  </a:moveTo>
                  <a:lnTo>
                    <a:pt x="812469" y="2261926"/>
                  </a:lnTo>
                  <a:lnTo>
                    <a:pt x="744349" y="2285893"/>
                  </a:lnTo>
                  <a:close/>
                  <a:moveTo>
                    <a:pt x="573947" y="2189657"/>
                  </a:moveTo>
                  <a:lnTo>
                    <a:pt x="605475" y="2174247"/>
                  </a:lnTo>
                  <a:lnTo>
                    <a:pt x="505386" y="2164968"/>
                  </a:lnTo>
                  <a:close/>
                  <a:moveTo>
                    <a:pt x="41574" y="1428899"/>
                  </a:moveTo>
                  <a:lnTo>
                    <a:pt x="43973" y="1449722"/>
                  </a:lnTo>
                  <a:lnTo>
                    <a:pt x="111007" y="1332951"/>
                  </a:lnTo>
                  <a:close/>
                  <a:moveTo>
                    <a:pt x="41574" y="1428899"/>
                  </a:moveTo>
                  <a:lnTo>
                    <a:pt x="9757" y="1354673"/>
                  </a:lnTo>
                  <a:lnTo>
                    <a:pt x="29726" y="1411285"/>
                  </a:lnTo>
                  <a:close/>
                  <a:moveTo>
                    <a:pt x="9757" y="1354673"/>
                  </a:moveTo>
                  <a:lnTo>
                    <a:pt x="0" y="1329070"/>
                  </a:lnTo>
                  <a:lnTo>
                    <a:pt x="29726" y="1411285"/>
                  </a:lnTo>
                  <a:close/>
                  <a:moveTo>
                    <a:pt x="0" y="1329070"/>
                  </a:moveTo>
                  <a:lnTo>
                    <a:pt x="9757" y="1354673"/>
                  </a:lnTo>
                  <a:lnTo>
                    <a:pt x="30873" y="1290273"/>
                  </a:lnTo>
                  <a:close/>
                  <a:moveTo>
                    <a:pt x="67674" y="1212665"/>
                  </a:moveTo>
                  <a:lnTo>
                    <a:pt x="126773" y="1220041"/>
                  </a:lnTo>
                  <a:lnTo>
                    <a:pt x="76201" y="1208418"/>
                  </a:lnTo>
                  <a:close/>
                  <a:moveTo>
                    <a:pt x="30873" y="1290273"/>
                  </a:moveTo>
                  <a:lnTo>
                    <a:pt x="115087" y="1326476"/>
                  </a:lnTo>
                  <a:lnTo>
                    <a:pt x="67674" y="1212665"/>
                  </a:lnTo>
                  <a:close/>
                  <a:moveTo>
                    <a:pt x="76201" y="1208418"/>
                  </a:moveTo>
                  <a:lnTo>
                    <a:pt x="126773" y="1220041"/>
                  </a:lnTo>
                  <a:lnTo>
                    <a:pt x="70783" y="1164640"/>
                  </a:lnTo>
                  <a:close/>
                  <a:moveTo>
                    <a:pt x="1109550" y="2321484"/>
                  </a:moveTo>
                  <a:lnTo>
                    <a:pt x="1033737" y="2268631"/>
                  </a:lnTo>
                  <a:lnTo>
                    <a:pt x="1051025" y="2277215"/>
                  </a:lnTo>
                  <a:close/>
                  <a:moveTo>
                    <a:pt x="1091858" y="2318796"/>
                  </a:moveTo>
                  <a:lnTo>
                    <a:pt x="1033737" y="2268631"/>
                  </a:lnTo>
                  <a:lnTo>
                    <a:pt x="1109550" y="2321484"/>
                  </a:lnTo>
                  <a:close/>
                  <a:moveTo>
                    <a:pt x="911056" y="2136667"/>
                  </a:moveTo>
                  <a:lnTo>
                    <a:pt x="960419" y="2112785"/>
                  </a:lnTo>
                  <a:lnTo>
                    <a:pt x="962257" y="2166058"/>
                  </a:lnTo>
                  <a:close/>
                  <a:moveTo>
                    <a:pt x="659906" y="1929812"/>
                  </a:moveTo>
                  <a:lnTo>
                    <a:pt x="689872" y="1865949"/>
                  </a:lnTo>
                  <a:lnTo>
                    <a:pt x="628698" y="1855091"/>
                  </a:lnTo>
                  <a:close/>
                  <a:moveTo>
                    <a:pt x="1091858" y="2318796"/>
                  </a:moveTo>
                  <a:lnTo>
                    <a:pt x="976197" y="2254818"/>
                  </a:lnTo>
                  <a:lnTo>
                    <a:pt x="1033737" y="2268631"/>
                  </a:lnTo>
                  <a:close/>
                  <a:moveTo>
                    <a:pt x="706004" y="1624836"/>
                  </a:moveTo>
                  <a:lnTo>
                    <a:pt x="636661" y="1548341"/>
                  </a:lnTo>
                  <a:lnTo>
                    <a:pt x="654442" y="1581057"/>
                  </a:lnTo>
                  <a:close/>
                  <a:moveTo>
                    <a:pt x="1228454" y="2120442"/>
                  </a:moveTo>
                  <a:lnTo>
                    <a:pt x="1261527" y="2180642"/>
                  </a:lnTo>
                  <a:lnTo>
                    <a:pt x="1286284" y="2084406"/>
                  </a:lnTo>
                  <a:close/>
                  <a:moveTo>
                    <a:pt x="1286284" y="2084406"/>
                  </a:moveTo>
                  <a:lnTo>
                    <a:pt x="1337858" y="2103070"/>
                  </a:lnTo>
                  <a:lnTo>
                    <a:pt x="1286617" y="2059245"/>
                  </a:lnTo>
                  <a:close/>
                  <a:moveTo>
                    <a:pt x="1337858" y="2103070"/>
                  </a:moveTo>
                  <a:lnTo>
                    <a:pt x="1352599" y="2027287"/>
                  </a:lnTo>
                  <a:lnTo>
                    <a:pt x="1286617" y="2059245"/>
                  </a:lnTo>
                  <a:close/>
                  <a:moveTo>
                    <a:pt x="1280475" y="2079690"/>
                  </a:moveTo>
                  <a:lnTo>
                    <a:pt x="1286284" y="2084406"/>
                  </a:lnTo>
                  <a:lnTo>
                    <a:pt x="1286617" y="2059245"/>
                  </a:lnTo>
                  <a:close/>
                  <a:moveTo>
                    <a:pt x="1289037" y="1982076"/>
                  </a:moveTo>
                  <a:lnTo>
                    <a:pt x="1280475" y="2079690"/>
                  </a:lnTo>
                  <a:lnTo>
                    <a:pt x="1286617" y="2059245"/>
                  </a:lnTo>
                  <a:close/>
                  <a:moveTo>
                    <a:pt x="1358901" y="1985870"/>
                  </a:moveTo>
                  <a:lnTo>
                    <a:pt x="1286617" y="2059245"/>
                  </a:lnTo>
                  <a:lnTo>
                    <a:pt x="1352599" y="2027287"/>
                  </a:lnTo>
                  <a:close/>
                  <a:moveTo>
                    <a:pt x="1358901" y="1985870"/>
                  </a:moveTo>
                  <a:lnTo>
                    <a:pt x="1289037" y="1982076"/>
                  </a:lnTo>
                  <a:lnTo>
                    <a:pt x="1286617" y="2059245"/>
                  </a:lnTo>
                  <a:close/>
                  <a:moveTo>
                    <a:pt x="1311701" y="1876823"/>
                  </a:moveTo>
                  <a:lnTo>
                    <a:pt x="1298330" y="1887835"/>
                  </a:lnTo>
                  <a:lnTo>
                    <a:pt x="1350461" y="1892639"/>
                  </a:lnTo>
                  <a:close/>
                  <a:moveTo>
                    <a:pt x="1350461" y="1892639"/>
                  </a:moveTo>
                  <a:lnTo>
                    <a:pt x="1298330" y="1887835"/>
                  </a:lnTo>
                  <a:lnTo>
                    <a:pt x="1289037" y="1982076"/>
                  </a:lnTo>
                  <a:close/>
                  <a:moveTo>
                    <a:pt x="1311701" y="1876823"/>
                  </a:moveTo>
                  <a:lnTo>
                    <a:pt x="1350461" y="1892639"/>
                  </a:lnTo>
                  <a:lnTo>
                    <a:pt x="1361509" y="1845394"/>
                  </a:lnTo>
                  <a:close/>
                  <a:moveTo>
                    <a:pt x="397870" y="920644"/>
                  </a:moveTo>
                  <a:lnTo>
                    <a:pt x="463549" y="932535"/>
                  </a:lnTo>
                  <a:lnTo>
                    <a:pt x="530510" y="973494"/>
                  </a:lnTo>
                  <a:close/>
                  <a:moveTo>
                    <a:pt x="1299720" y="1873299"/>
                  </a:moveTo>
                  <a:lnTo>
                    <a:pt x="1298330" y="1887835"/>
                  </a:lnTo>
                  <a:lnTo>
                    <a:pt x="1311701" y="1876823"/>
                  </a:lnTo>
                  <a:close/>
                  <a:moveTo>
                    <a:pt x="1368910" y="1777548"/>
                  </a:moveTo>
                  <a:lnTo>
                    <a:pt x="1311701" y="1876823"/>
                  </a:lnTo>
                  <a:lnTo>
                    <a:pt x="1361509" y="1845394"/>
                  </a:lnTo>
                  <a:close/>
                  <a:moveTo>
                    <a:pt x="1299720" y="1873299"/>
                  </a:moveTo>
                  <a:lnTo>
                    <a:pt x="1311701" y="1876823"/>
                  </a:lnTo>
                  <a:lnTo>
                    <a:pt x="1368910" y="1777548"/>
                  </a:lnTo>
                  <a:close/>
                  <a:moveTo>
                    <a:pt x="1307101" y="1767206"/>
                  </a:moveTo>
                  <a:lnTo>
                    <a:pt x="1299720" y="1873299"/>
                  </a:lnTo>
                  <a:lnTo>
                    <a:pt x="1368910" y="1777548"/>
                  </a:lnTo>
                  <a:close/>
                  <a:moveTo>
                    <a:pt x="1356032" y="1687926"/>
                  </a:moveTo>
                  <a:lnTo>
                    <a:pt x="1368910" y="1777548"/>
                  </a:lnTo>
                  <a:lnTo>
                    <a:pt x="1391420" y="1794608"/>
                  </a:lnTo>
                  <a:close/>
                  <a:moveTo>
                    <a:pt x="924666" y="1098451"/>
                  </a:moveTo>
                  <a:lnTo>
                    <a:pt x="959450" y="1180666"/>
                  </a:lnTo>
                  <a:lnTo>
                    <a:pt x="893801" y="1211343"/>
                  </a:lnTo>
                  <a:close/>
                  <a:moveTo>
                    <a:pt x="820866" y="1119401"/>
                  </a:moveTo>
                  <a:lnTo>
                    <a:pt x="737106" y="1182802"/>
                  </a:lnTo>
                  <a:lnTo>
                    <a:pt x="813426" y="1189492"/>
                  </a:lnTo>
                  <a:close/>
                  <a:moveTo>
                    <a:pt x="761960" y="1106698"/>
                  </a:moveTo>
                  <a:lnTo>
                    <a:pt x="737106" y="1182802"/>
                  </a:lnTo>
                  <a:lnTo>
                    <a:pt x="820866" y="1119401"/>
                  </a:lnTo>
                  <a:close/>
                  <a:moveTo>
                    <a:pt x="820866" y="1119401"/>
                  </a:moveTo>
                  <a:lnTo>
                    <a:pt x="836643" y="1061093"/>
                  </a:lnTo>
                  <a:lnTo>
                    <a:pt x="770038" y="1090729"/>
                  </a:lnTo>
                  <a:close/>
                  <a:moveTo>
                    <a:pt x="917178" y="1098451"/>
                  </a:moveTo>
                  <a:lnTo>
                    <a:pt x="914681" y="1203815"/>
                  </a:lnTo>
                  <a:lnTo>
                    <a:pt x="922881" y="1180666"/>
                  </a:lnTo>
                  <a:close/>
                  <a:moveTo>
                    <a:pt x="893801" y="1211343"/>
                  </a:moveTo>
                  <a:lnTo>
                    <a:pt x="914681" y="1203815"/>
                  </a:lnTo>
                  <a:lnTo>
                    <a:pt x="813426" y="1189492"/>
                  </a:lnTo>
                  <a:close/>
                  <a:moveTo>
                    <a:pt x="882648" y="1016236"/>
                  </a:moveTo>
                  <a:lnTo>
                    <a:pt x="836643" y="1061093"/>
                  </a:lnTo>
                  <a:lnTo>
                    <a:pt x="894545" y="1020001"/>
                  </a:lnTo>
                  <a:close/>
                  <a:moveTo>
                    <a:pt x="894545" y="1020001"/>
                  </a:moveTo>
                  <a:lnTo>
                    <a:pt x="836643" y="1061093"/>
                  </a:lnTo>
                  <a:lnTo>
                    <a:pt x="820866" y="1119401"/>
                  </a:lnTo>
                  <a:close/>
                  <a:moveTo>
                    <a:pt x="845357" y="999397"/>
                  </a:moveTo>
                  <a:lnTo>
                    <a:pt x="882648" y="1016236"/>
                  </a:lnTo>
                  <a:lnTo>
                    <a:pt x="847682" y="897415"/>
                  </a:lnTo>
                  <a:close/>
                  <a:moveTo>
                    <a:pt x="938147" y="946742"/>
                  </a:moveTo>
                  <a:lnTo>
                    <a:pt x="882648" y="1016236"/>
                  </a:lnTo>
                  <a:lnTo>
                    <a:pt x="896690" y="1006944"/>
                  </a:lnTo>
                  <a:close/>
                  <a:moveTo>
                    <a:pt x="1013538" y="977800"/>
                  </a:moveTo>
                  <a:lnTo>
                    <a:pt x="938147" y="946742"/>
                  </a:lnTo>
                  <a:lnTo>
                    <a:pt x="1012621" y="984599"/>
                  </a:lnTo>
                  <a:close/>
                  <a:moveTo>
                    <a:pt x="1672880" y="1743181"/>
                  </a:moveTo>
                  <a:lnTo>
                    <a:pt x="1612499" y="1700699"/>
                  </a:lnTo>
                  <a:lnTo>
                    <a:pt x="1631964" y="1717736"/>
                  </a:lnTo>
                  <a:close/>
                  <a:moveTo>
                    <a:pt x="1648427" y="1715210"/>
                  </a:moveTo>
                  <a:lnTo>
                    <a:pt x="1612499" y="1700699"/>
                  </a:lnTo>
                  <a:lnTo>
                    <a:pt x="1672880" y="1743181"/>
                  </a:lnTo>
                  <a:close/>
                  <a:moveTo>
                    <a:pt x="1730703" y="1744171"/>
                  </a:moveTo>
                  <a:lnTo>
                    <a:pt x="1648427" y="1715210"/>
                  </a:lnTo>
                  <a:lnTo>
                    <a:pt x="1672880" y="1743181"/>
                  </a:lnTo>
                  <a:close/>
                  <a:moveTo>
                    <a:pt x="1013538" y="977800"/>
                  </a:moveTo>
                  <a:lnTo>
                    <a:pt x="1035529" y="965975"/>
                  </a:lnTo>
                  <a:lnTo>
                    <a:pt x="938147" y="946742"/>
                  </a:lnTo>
                  <a:close/>
                  <a:moveTo>
                    <a:pt x="938147" y="946742"/>
                  </a:moveTo>
                  <a:lnTo>
                    <a:pt x="1035529" y="965975"/>
                  </a:lnTo>
                  <a:lnTo>
                    <a:pt x="1065958" y="930746"/>
                  </a:lnTo>
                  <a:close/>
                  <a:moveTo>
                    <a:pt x="938147" y="946742"/>
                  </a:moveTo>
                  <a:lnTo>
                    <a:pt x="1065958" y="930746"/>
                  </a:lnTo>
                  <a:lnTo>
                    <a:pt x="990472" y="927172"/>
                  </a:lnTo>
                  <a:close/>
                  <a:moveTo>
                    <a:pt x="1994564" y="1832640"/>
                  </a:moveTo>
                  <a:lnTo>
                    <a:pt x="2045199" y="1868844"/>
                  </a:lnTo>
                  <a:lnTo>
                    <a:pt x="1962235" y="1805293"/>
                  </a:lnTo>
                  <a:close/>
                  <a:moveTo>
                    <a:pt x="1101403" y="939363"/>
                  </a:moveTo>
                  <a:lnTo>
                    <a:pt x="1162505" y="923337"/>
                  </a:lnTo>
                  <a:lnTo>
                    <a:pt x="1065958" y="930746"/>
                  </a:lnTo>
                  <a:close/>
                  <a:moveTo>
                    <a:pt x="1065958" y="930746"/>
                  </a:moveTo>
                  <a:lnTo>
                    <a:pt x="1162505" y="923337"/>
                  </a:lnTo>
                  <a:lnTo>
                    <a:pt x="1183995" y="878204"/>
                  </a:lnTo>
                  <a:close/>
                  <a:moveTo>
                    <a:pt x="1246571" y="915586"/>
                  </a:moveTo>
                  <a:lnTo>
                    <a:pt x="1162505" y="923337"/>
                  </a:lnTo>
                  <a:lnTo>
                    <a:pt x="1146010" y="951388"/>
                  </a:lnTo>
                  <a:close/>
                  <a:moveTo>
                    <a:pt x="1162505" y="923337"/>
                  </a:moveTo>
                  <a:lnTo>
                    <a:pt x="1246571" y="915586"/>
                  </a:lnTo>
                  <a:lnTo>
                    <a:pt x="1183995" y="878204"/>
                  </a:lnTo>
                  <a:close/>
                  <a:moveTo>
                    <a:pt x="1278927" y="900926"/>
                  </a:moveTo>
                  <a:lnTo>
                    <a:pt x="1351071" y="991314"/>
                  </a:lnTo>
                  <a:lnTo>
                    <a:pt x="1345017" y="983142"/>
                  </a:lnTo>
                  <a:close/>
                  <a:moveTo>
                    <a:pt x="1221490" y="954939"/>
                  </a:moveTo>
                  <a:lnTo>
                    <a:pt x="1351071" y="991314"/>
                  </a:lnTo>
                  <a:lnTo>
                    <a:pt x="1278927" y="900926"/>
                  </a:lnTo>
                  <a:close/>
                  <a:moveTo>
                    <a:pt x="1278927" y="900926"/>
                  </a:moveTo>
                  <a:lnTo>
                    <a:pt x="1246571" y="915586"/>
                  </a:lnTo>
                  <a:lnTo>
                    <a:pt x="1221490" y="954939"/>
                  </a:lnTo>
                  <a:close/>
                  <a:moveTo>
                    <a:pt x="1035280" y="665901"/>
                  </a:moveTo>
                  <a:lnTo>
                    <a:pt x="1030161" y="654281"/>
                  </a:lnTo>
                  <a:lnTo>
                    <a:pt x="996918" y="672617"/>
                  </a:lnTo>
                  <a:close/>
                  <a:moveTo>
                    <a:pt x="996918" y="672617"/>
                  </a:moveTo>
                  <a:lnTo>
                    <a:pt x="1030161" y="654281"/>
                  </a:lnTo>
                  <a:lnTo>
                    <a:pt x="967359" y="625555"/>
                  </a:lnTo>
                  <a:close/>
                  <a:moveTo>
                    <a:pt x="996918" y="672617"/>
                  </a:moveTo>
                  <a:lnTo>
                    <a:pt x="967359" y="625555"/>
                  </a:lnTo>
                  <a:lnTo>
                    <a:pt x="927650" y="692292"/>
                  </a:lnTo>
                  <a:close/>
                  <a:moveTo>
                    <a:pt x="2219063" y="1849072"/>
                  </a:moveTo>
                  <a:lnTo>
                    <a:pt x="2199755" y="1889387"/>
                  </a:lnTo>
                  <a:lnTo>
                    <a:pt x="2252128" y="1869996"/>
                  </a:lnTo>
                  <a:close/>
                  <a:moveTo>
                    <a:pt x="1952060" y="1799268"/>
                  </a:moveTo>
                  <a:lnTo>
                    <a:pt x="1962235" y="1805293"/>
                  </a:lnTo>
                  <a:lnTo>
                    <a:pt x="1983132" y="1781341"/>
                  </a:lnTo>
                  <a:close/>
                  <a:moveTo>
                    <a:pt x="2219063" y="1849072"/>
                  </a:moveTo>
                  <a:lnTo>
                    <a:pt x="2252128" y="1869996"/>
                  </a:lnTo>
                  <a:lnTo>
                    <a:pt x="2262414" y="1836160"/>
                  </a:lnTo>
                  <a:close/>
                  <a:moveTo>
                    <a:pt x="2262414" y="1836160"/>
                  </a:moveTo>
                  <a:lnTo>
                    <a:pt x="2252128" y="1869996"/>
                  </a:lnTo>
                  <a:lnTo>
                    <a:pt x="2298775" y="1849072"/>
                  </a:lnTo>
                  <a:close/>
                  <a:moveTo>
                    <a:pt x="1765648" y="1165762"/>
                  </a:moveTo>
                  <a:lnTo>
                    <a:pt x="1807965" y="1152915"/>
                  </a:lnTo>
                  <a:lnTo>
                    <a:pt x="1740816" y="1136375"/>
                  </a:lnTo>
                  <a:close/>
                  <a:moveTo>
                    <a:pt x="1480575" y="720691"/>
                  </a:moveTo>
                  <a:lnTo>
                    <a:pt x="1395991" y="754611"/>
                  </a:lnTo>
                  <a:lnTo>
                    <a:pt x="1359343" y="761287"/>
                  </a:lnTo>
                  <a:close/>
                  <a:moveTo>
                    <a:pt x="1475320" y="750709"/>
                  </a:moveTo>
                  <a:lnTo>
                    <a:pt x="1544422" y="755122"/>
                  </a:lnTo>
                  <a:lnTo>
                    <a:pt x="1480575" y="720691"/>
                  </a:lnTo>
                  <a:close/>
                  <a:moveTo>
                    <a:pt x="1261271" y="673270"/>
                  </a:moveTo>
                  <a:lnTo>
                    <a:pt x="1210966" y="683756"/>
                  </a:lnTo>
                  <a:lnTo>
                    <a:pt x="1237876" y="698060"/>
                  </a:lnTo>
                  <a:close/>
                  <a:moveTo>
                    <a:pt x="1261271" y="673270"/>
                  </a:moveTo>
                  <a:lnTo>
                    <a:pt x="1277138" y="690551"/>
                  </a:lnTo>
                  <a:lnTo>
                    <a:pt x="1268806" y="659623"/>
                  </a:lnTo>
                  <a:close/>
                  <a:moveTo>
                    <a:pt x="1277138" y="690551"/>
                  </a:moveTo>
                  <a:lnTo>
                    <a:pt x="1359343" y="761287"/>
                  </a:lnTo>
                  <a:lnTo>
                    <a:pt x="1395991" y="754611"/>
                  </a:lnTo>
                  <a:close/>
                  <a:moveTo>
                    <a:pt x="2280975" y="1547448"/>
                  </a:moveTo>
                  <a:lnTo>
                    <a:pt x="2329161" y="1642302"/>
                  </a:lnTo>
                  <a:lnTo>
                    <a:pt x="2351488" y="1532429"/>
                  </a:lnTo>
                  <a:close/>
                  <a:moveTo>
                    <a:pt x="2230965" y="1563990"/>
                  </a:moveTo>
                  <a:lnTo>
                    <a:pt x="2329161" y="1642302"/>
                  </a:lnTo>
                  <a:lnTo>
                    <a:pt x="2280975" y="1547448"/>
                  </a:lnTo>
                  <a:close/>
                  <a:moveTo>
                    <a:pt x="2234182" y="1558834"/>
                  </a:moveTo>
                  <a:lnTo>
                    <a:pt x="2230965" y="1563990"/>
                  </a:lnTo>
                  <a:lnTo>
                    <a:pt x="2280975" y="1547448"/>
                  </a:lnTo>
                  <a:close/>
                  <a:moveTo>
                    <a:pt x="2227165" y="1561463"/>
                  </a:moveTo>
                  <a:lnTo>
                    <a:pt x="2234182" y="1558834"/>
                  </a:lnTo>
                  <a:lnTo>
                    <a:pt x="2159262" y="1559151"/>
                  </a:lnTo>
                  <a:close/>
                  <a:moveTo>
                    <a:pt x="1954907" y="1303827"/>
                  </a:moveTo>
                  <a:lnTo>
                    <a:pt x="1962505" y="1317345"/>
                  </a:lnTo>
                  <a:lnTo>
                    <a:pt x="1975324" y="1240646"/>
                  </a:lnTo>
                  <a:close/>
                  <a:moveTo>
                    <a:pt x="1975324" y="1240646"/>
                  </a:moveTo>
                  <a:lnTo>
                    <a:pt x="2002236" y="1277807"/>
                  </a:lnTo>
                  <a:lnTo>
                    <a:pt x="2052817" y="1251719"/>
                  </a:lnTo>
                  <a:close/>
                  <a:moveTo>
                    <a:pt x="1739816" y="917434"/>
                  </a:moveTo>
                  <a:lnTo>
                    <a:pt x="1774551" y="889400"/>
                  </a:lnTo>
                  <a:lnTo>
                    <a:pt x="1817196" y="928087"/>
                  </a:lnTo>
                  <a:close/>
                  <a:moveTo>
                    <a:pt x="1480575" y="720691"/>
                  </a:moveTo>
                  <a:lnTo>
                    <a:pt x="1543010" y="675471"/>
                  </a:lnTo>
                  <a:lnTo>
                    <a:pt x="1577199" y="621187"/>
                  </a:lnTo>
                  <a:close/>
                  <a:moveTo>
                    <a:pt x="2280975" y="1547448"/>
                  </a:moveTo>
                  <a:lnTo>
                    <a:pt x="2159262" y="1559151"/>
                  </a:lnTo>
                  <a:lnTo>
                    <a:pt x="2234182" y="1558834"/>
                  </a:lnTo>
                  <a:close/>
                  <a:moveTo>
                    <a:pt x="2280975" y="1547448"/>
                  </a:moveTo>
                  <a:lnTo>
                    <a:pt x="2206511" y="1547698"/>
                  </a:lnTo>
                  <a:lnTo>
                    <a:pt x="2159262" y="1559151"/>
                  </a:lnTo>
                  <a:close/>
                  <a:moveTo>
                    <a:pt x="2287533" y="1515461"/>
                  </a:moveTo>
                  <a:lnTo>
                    <a:pt x="2206511" y="1547698"/>
                  </a:lnTo>
                  <a:lnTo>
                    <a:pt x="2280975" y="1547448"/>
                  </a:lnTo>
                  <a:close/>
                  <a:moveTo>
                    <a:pt x="2352760" y="1523024"/>
                  </a:moveTo>
                  <a:lnTo>
                    <a:pt x="2280975" y="1547448"/>
                  </a:lnTo>
                  <a:lnTo>
                    <a:pt x="2351488" y="1532429"/>
                  </a:lnTo>
                  <a:close/>
                  <a:moveTo>
                    <a:pt x="2352760" y="1523024"/>
                  </a:moveTo>
                  <a:lnTo>
                    <a:pt x="2287533" y="1515461"/>
                  </a:lnTo>
                  <a:lnTo>
                    <a:pt x="2280975" y="1547448"/>
                  </a:lnTo>
                  <a:close/>
                  <a:moveTo>
                    <a:pt x="2287533" y="1515461"/>
                  </a:moveTo>
                  <a:lnTo>
                    <a:pt x="2352760" y="1523024"/>
                  </a:lnTo>
                  <a:lnTo>
                    <a:pt x="2356882" y="1419581"/>
                  </a:lnTo>
                  <a:close/>
                  <a:moveTo>
                    <a:pt x="2352760" y="1523024"/>
                  </a:moveTo>
                  <a:lnTo>
                    <a:pt x="2351488" y="1532429"/>
                  </a:lnTo>
                  <a:lnTo>
                    <a:pt x="2357879" y="1525553"/>
                  </a:lnTo>
                  <a:close/>
                  <a:moveTo>
                    <a:pt x="2356882" y="1419581"/>
                  </a:moveTo>
                  <a:lnTo>
                    <a:pt x="2352760" y="1523024"/>
                  </a:lnTo>
                  <a:lnTo>
                    <a:pt x="2357879" y="1525553"/>
                  </a:lnTo>
                  <a:close/>
                  <a:moveTo>
                    <a:pt x="2137430" y="1176531"/>
                  </a:moveTo>
                  <a:lnTo>
                    <a:pt x="2082182" y="1160854"/>
                  </a:lnTo>
                  <a:lnTo>
                    <a:pt x="2052817" y="1251719"/>
                  </a:lnTo>
                  <a:close/>
                  <a:moveTo>
                    <a:pt x="1872376" y="809871"/>
                  </a:moveTo>
                  <a:lnTo>
                    <a:pt x="1946591" y="810127"/>
                  </a:lnTo>
                  <a:lnTo>
                    <a:pt x="1943409" y="712622"/>
                  </a:lnTo>
                  <a:close/>
                  <a:moveTo>
                    <a:pt x="1932294" y="864558"/>
                  </a:moveTo>
                  <a:lnTo>
                    <a:pt x="2000879" y="842328"/>
                  </a:lnTo>
                  <a:lnTo>
                    <a:pt x="1994190" y="790960"/>
                  </a:lnTo>
                  <a:close/>
                  <a:moveTo>
                    <a:pt x="1805942" y="220796"/>
                  </a:moveTo>
                  <a:lnTo>
                    <a:pt x="1823343" y="305462"/>
                  </a:lnTo>
                  <a:lnTo>
                    <a:pt x="1795227" y="259232"/>
                  </a:lnTo>
                  <a:close/>
                  <a:moveTo>
                    <a:pt x="1906926" y="41636"/>
                  </a:moveTo>
                  <a:lnTo>
                    <a:pt x="1858175" y="56366"/>
                  </a:lnTo>
                  <a:lnTo>
                    <a:pt x="1891150" y="65118"/>
                  </a:lnTo>
                  <a:close/>
                  <a:moveTo>
                    <a:pt x="1858175" y="56366"/>
                  </a:moveTo>
                  <a:lnTo>
                    <a:pt x="1906926" y="41636"/>
                  </a:lnTo>
                  <a:lnTo>
                    <a:pt x="1931291" y="0"/>
                  </a:lnTo>
                  <a:close/>
                  <a:moveTo>
                    <a:pt x="1810065" y="40616"/>
                  </a:moveTo>
                  <a:lnTo>
                    <a:pt x="1858175" y="56366"/>
                  </a:lnTo>
                  <a:lnTo>
                    <a:pt x="1931291" y="0"/>
                  </a:lnTo>
                  <a:close/>
                  <a:moveTo>
                    <a:pt x="1891150" y="65118"/>
                  </a:moveTo>
                  <a:lnTo>
                    <a:pt x="1978045" y="17930"/>
                  </a:lnTo>
                  <a:lnTo>
                    <a:pt x="1906926" y="41636"/>
                  </a:lnTo>
                  <a:close/>
                  <a:moveTo>
                    <a:pt x="2016087" y="38381"/>
                  </a:moveTo>
                  <a:lnTo>
                    <a:pt x="1978045" y="17930"/>
                  </a:lnTo>
                  <a:lnTo>
                    <a:pt x="1891150" y="65118"/>
                  </a:lnTo>
                  <a:close/>
                  <a:moveTo>
                    <a:pt x="1906926" y="41636"/>
                  </a:moveTo>
                  <a:lnTo>
                    <a:pt x="1978045" y="17930"/>
                  </a:lnTo>
                  <a:lnTo>
                    <a:pt x="1931291" y="0"/>
                  </a:lnTo>
                  <a:close/>
                  <a:moveTo>
                    <a:pt x="2279613" y="20517"/>
                  </a:moveTo>
                  <a:lnTo>
                    <a:pt x="2315844" y="91154"/>
                  </a:lnTo>
                  <a:lnTo>
                    <a:pt x="2336328" y="10548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08" name="Candidate_density__2107">
              <a:extLst>
                <a:ext uri="{FF2B5EF4-FFF2-40B4-BE49-F238E27FC236}">
                  <a16:creationId xmlns:a16="http://schemas.microsoft.com/office/drawing/2014/main" id="{0B9EE8F0-2263-3FB8-D152-8E460073A32B}"/>
                </a:ext>
              </a:extLst>
            </p:cNvPr>
            <p:cNvSpPr>
              <a:spLocks noGrp="1"/>
            </p:cNvSpPr>
            <p:nvPr/>
          </p:nvSpPr>
          <p:spPr>
            <a:xfrm>
              <a:off x="3924552" y="1508053"/>
              <a:ext cx="2210725" cy="2576568"/>
            </a:xfrm>
            <a:custGeom>
              <a:avLst/>
              <a:gdLst/>
              <a:ahLst/>
              <a:cxnLst/>
              <a:rect l="0" t="0" r="0" b="0"/>
              <a:pathLst>
                <a:path w="2210725" h="2576568">
                  <a:moveTo>
                    <a:pt x="616277" y="2531391"/>
                  </a:moveTo>
                  <a:lnTo>
                    <a:pt x="674028" y="2576568"/>
                  </a:lnTo>
                  <a:lnTo>
                    <a:pt x="684544" y="2513020"/>
                  </a:lnTo>
                  <a:close/>
                  <a:moveTo>
                    <a:pt x="616277" y="2531391"/>
                  </a:moveTo>
                  <a:lnTo>
                    <a:pt x="684544" y="2513020"/>
                  </a:lnTo>
                  <a:lnTo>
                    <a:pt x="576639" y="2491100"/>
                  </a:lnTo>
                  <a:close/>
                  <a:moveTo>
                    <a:pt x="487861" y="2351551"/>
                  </a:moveTo>
                  <a:lnTo>
                    <a:pt x="527476" y="2328524"/>
                  </a:lnTo>
                  <a:lnTo>
                    <a:pt x="512483" y="2314688"/>
                  </a:lnTo>
                  <a:close/>
                  <a:moveTo>
                    <a:pt x="725710" y="2379461"/>
                  </a:moveTo>
                  <a:lnTo>
                    <a:pt x="681665" y="2290088"/>
                  </a:lnTo>
                  <a:lnTo>
                    <a:pt x="623332" y="2302007"/>
                  </a:lnTo>
                  <a:close/>
                  <a:moveTo>
                    <a:pt x="610478" y="2212366"/>
                  </a:moveTo>
                  <a:lnTo>
                    <a:pt x="610070" y="2185689"/>
                  </a:lnTo>
                  <a:lnTo>
                    <a:pt x="531090" y="2169054"/>
                  </a:lnTo>
                  <a:close/>
                  <a:moveTo>
                    <a:pt x="126340" y="1550152"/>
                  </a:moveTo>
                  <a:lnTo>
                    <a:pt x="91023" y="1574892"/>
                  </a:lnTo>
                  <a:lnTo>
                    <a:pt x="117442" y="1570089"/>
                  </a:lnTo>
                  <a:close/>
                  <a:moveTo>
                    <a:pt x="0" y="1506374"/>
                  </a:moveTo>
                  <a:lnTo>
                    <a:pt x="91023" y="1574892"/>
                  </a:lnTo>
                  <a:lnTo>
                    <a:pt x="126340" y="1550152"/>
                  </a:lnTo>
                  <a:close/>
                  <a:moveTo>
                    <a:pt x="117442" y="1570089"/>
                  </a:moveTo>
                  <a:lnTo>
                    <a:pt x="79321" y="1594595"/>
                  </a:lnTo>
                  <a:lnTo>
                    <a:pt x="126340" y="1550152"/>
                  </a:lnTo>
                  <a:close/>
                  <a:moveTo>
                    <a:pt x="542291" y="2107115"/>
                  </a:moveTo>
                  <a:lnTo>
                    <a:pt x="632599" y="2054720"/>
                  </a:lnTo>
                  <a:lnTo>
                    <a:pt x="572258" y="2043253"/>
                  </a:lnTo>
                  <a:close/>
                  <a:moveTo>
                    <a:pt x="603880" y="1947342"/>
                  </a:moveTo>
                  <a:lnTo>
                    <a:pt x="577025" y="1922791"/>
                  </a:lnTo>
                  <a:lnTo>
                    <a:pt x="572258" y="2043253"/>
                  </a:lnTo>
                  <a:close/>
                  <a:moveTo>
                    <a:pt x="572258" y="2043253"/>
                  </a:moveTo>
                  <a:lnTo>
                    <a:pt x="653423" y="2005006"/>
                  </a:lnTo>
                  <a:lnTo>
                    <a:pt x="603880" y="1947342"/>
                  </a:lnTo>
                  <a:close/>
                  <a:moveTo>
                    <a:pt x="572258" y="2043253"/>
                  </a:moveTo>
                  <a:lnTo>
                    <a:pt x="632599" y="2054720"/>
                  </a:lnTo>
                  <a:lnTo>
                    <a:pt x="653423" y="2005006"/>
                  </a:lnTo>
                  <a:close/>
                  <a:moveTo>
                    <a:pt x="577025" y="1922791"/>
                  </a:moveTo>
                  <a:lnTo>
                    <a:pt x="534484" y="1840576"/>
                  </a:lnTo>
                  <a:lnTo>
                    <a:pt x="511892" y="1931646"/>
                  </a:lnTo>
                  <a:close/>
                  <a:moveTo>
                    <a:pt x="119608" y="1368143"/>
                  </a:moveTo>
                  <a:lnTo>
                    <a:pt x="2088" y="1305835"/>
                  </a:lnTo>
                  <a:lnTo>
                    <a:pt x="54343" y="1385722"/>
                  </a:lnTo>
                  <a:close/>
                  <a:moveTo>
                    <a:pt x="577025" y="1922791"/>
                  </a:moveTo>
                  <a:lnTo>
                    <a:pt x="588390" y="1802140"/>
                  </a:lnTo>
                  <a:lnTo>
                    <a:pt x="534484" y="1840576"/>
                  </a:lnTo>
                  <a:close/>
                  <a:moveTo>
                    <a:pt x="588390" y="1802140"/>
                  </a:moveTo>
                  <a:lnTo>
                    <a:pt x="536827" y="1758361"/>
                  </a:lnTo>
                  <a:lnTo>
                    <a:pt x="534484" y="1840576"/>
                  </a:lnTo>
                  <a:close/>
                  <a:moveTo>
                    <a:pt x="176858" y="1321600"/>
                  </a:moveTo>
                  <a:lnTo>
                    <a:pt x="185990" y="1284353"/>
                  </a:lnTo>
                  <a:lnTo>
                    <a:pt x="189926" y="1347285"/>
                  </a:lnTo>
                  <a:close/>
                  <a:moveTo>
                    <a:pt x="232765" y="1395777"/>
                  </a:moveTo>
                  <a:lnTo>
                    <a:pt x="305808" y="1390217"/>
                  </a:lnTo>
                  <a:lnTo>
                    <a:pt x="269515" y="1406956"/>
                  </a:lnTo>
                  <a:close/>
                  <a:moveTo>
                    <a:pt x="763394" y="1608679"/>
                  </a:moveTo>
                  <a:lnTo>
                    <a:pt x="694520" y="1604080"/>
                  </a:lnTo>
                  <a:lnTo>
                    <a:pt x="780852" y="1621293"/>
                  </a:lnTo>
                  <a:close/>
                  <a:moveTo>
                    <a:pt x="178985" y="1144419"/>
                  </a:moveTo>
                  <a:lnTo>
                    <a:pt x="283424" y="1195464"/>
                  </a:lnTo>
                  <a:lnTo>
                    <a:pt x="266419" y="1109196"/>
                  </a:lnTo>
                  <a:close/>
                  <a:moveTo>
                    <a:pt x="178985" y="1144419"/>
                  </a:moveTo>
                  <a:lnTo>
                    <a:pt x="226849" y="1226634"/>
                  </a:lnTo>
                  <a:lnTo>
                    <a:pt x="283424" y="1195464"/>
                  </a:lnTo>
                  <a:close/>
                  <a:moveTo>
                    <a:pt x="346384" y="1204871"/>
                  </a:moveTo>
                  <a:lnTo>
                    <a:pt x="323260" y="1105982"/>
                  </a:lnTo>
                  <a:lnTo>
                    <a:pt x="266419" y="1109196"/>
                  </a:lnTo>
                  <a:close/>
                  <a:moveTo>
                    <a:pt x="266419" y="1109196"/>
                  </a:moveTo>
                  <a:lnTo>
                    <a:pt x="323260" y="1105982"/>
                  </a:lnTo>
                  <a:lnTo>
                    <a:pt x="267780" y="1096290"/>
                  </a:lnTo>
                  <a:close/>
                  <a:moveTo>
                    <a:pt x="998579" y="1738845"/>
                  </a:moveTo>
                  <a:lnTo>
                    <a:pt x="951521" y="1643052"/>
                  </a:lnTo>
                  <a:lnTo>
                    <a:pt x="903926" y="1655112"/>
                  </a:lnTo>
                  <a:close/>
                  <a:moveTo>
                    <a:pt x="843703" y="1641080"/>
                  </a:moveTo>
                  <a:lnTo>
                    <a:pt x="780852" y="1621293"/>
                  </a:lnTo>
                  <a:lnTo>
                    <a:pt x="705560" y="1618448"/>
                  </a:lnTo>
                  <a:close/>
                  <a:moveTo>
                    <a:pt x="843703" y="1641080"/>
                  </a:moveTo>
                  <a:lnTo>
                    <a:pt x="705560" y="1618448"/>
                  </a:lnTo>
                  <a:lnTo>
                    <a:pt x="758732" y="1602045"/>
                  </a:lnTo>
                  <a:close/>
                  <a:moveTo>
                    <a:pt x="843703" y="1641080"/>
                  </a:moveTo>
                  <a:lnTo>
                    <a:pt x="847964" y="1643052"/>
                  </a:lnTo>
                  <a:lnTo>
                    <a:pt x="858086" y="1631400"/>
                  </a:lnTo>
                  <a:close/>
                  <a:moveTo>
                    <a:pt x="780852" y="1621293"/>
                  </a:moveTo>
                  <a:lnTo>
                    <a:pt x="843703" y="1641080"/>
                  </a:lnTo>
                  <a:lnTo>
                    <a:pt x="858086" y="1631400"/>
                  </a:lnTo>
                  <a:close/>
                  <a:moveTo>
                    <a:pt x="938851" y="1718166"/>
                  </a:moveTo>
                  <a:lnTo>
                    <a:pt x="903926" y="1655112"/>
                  </a:lnTo>
                  <a:lnTo>
                    <a:pt x="847964" y="1643052"/>
                  </a:lnTo>
                  <a:close/>
                  <a:moveTo>
                    <a:pt x="323260" y="1105982"/>
                  </a:moveTo>
                  <a:lnTo>
                    <a:pt x="345934" y="1109839"/>
                  </a:lnTo>
                  <a:lnTo>
                    <a:pt x="280255" y="1097948"/>
                  </a:lnTo>
                  <a:close/>
                  <a:moveTo>
                    <a:pt x="267780" y="1096290"/>
                  </a:moveTo>
                  <a:lnTo>
                    <a:pt x="323260" y="1105982"/>
                  </a:lnTo>
                  <a:lnTo>
                    <a:pt x="280255" y="1097948"/>
                  </a:lnTo>
                  <a:close/>
                  <a:moveTo>
                    <a:pt x="333054" y="846480"/>
                  </a:moveTo>
                  <a:lnTo>
                    <a:pt x="209839" y="879659"/>
                  </a:lnTo>
                  <a:lnTo>
                    <a:pt x="261787" y="858680"/>
                  </a:lnTo>
                  <a:close/>
                  <a:moveTo>
                    <a:pt x="1166171" y="1863373"/>
                  </a:moveTo>
                  <a:lnTo>
                    <a:pt x="1191341" y="1826211"/>
                  </a:lnTo>
                  <a:lnTo>
                    <a:pt x="1125269" y="1857833"/>
                  </a:lnTo>
                  <a:close/>
                  <a:moveTo>
                    <a:pt x="1166171" y="1863373"/>
                  </a:moveTo>
                  <a:lnTo>
                    <a:pt x="1238417" y="1865229"/>
                  </a:lnTo>
                  <a:lnTo>
                    <a:pt x="1191341" y="1826211"/>
                  </a:lnTo>
                  <a:close/>
                  <a:moveTo>
                    <a:pt x="799564" y="1275755"/>
                  </a:moveTo>
                  <a:lnTo>
                    <a:pt x="703251" y="1296705"/>
                  </a:lnTo>
                  <a:lnTo>
                    <a:pt x="695811" y="1366796"/>
                  </a:lnTo>
                  <a:close/>
                  <a:moveTo>
                    <a:pt x="799564" y="1275755"/>
                  </a:moveTo>
                  <a:lnTo>
                    <a:pt x="800433" y="1264098"/>
                  </a:lnTo>
                  <a:lnTo>
                    <a:pt x="776930" y="1197305"/>
                  </a:lnTo>
                  <a:close/>
                  <a:moveTo>
                    <a:pt x="703251" y="1296705"/>
                  </a:moveTo>
                  <a:lnTo>
                    <a:pt x="799564" y="1275755"/>
                  </a:lnTo>
                  <a:lnTo>
                    <a:pt x="776930" y="1197305"/>
                  </a:lnTo>
                  <a:close/>
                  <a:moveTo>
                    <a:pt x="800433" y="1264098"/>
                  </a:moveTo>
                  <a:lnTo>
                    <a:pt x="807051" y="1275755"/>
                  </a:lnTo>
                  <a:lnTo>
                    <a:pt x="776930" y="1197305"/>
                  </a:lnTo>
                  <a:close/>
                  <a:moveTo>
                    <a:pt x="333054" y="846480"/>
                  </a:moveTo>
                  <a:lnTo>
                    <a:pt x="261787" y="858680"/>
                  </a:lnTo>
                  <a:lnTo>
                    <a:pt x="392826" y="854755"/>
                  </a:lnTo>
                  <a:close/>
                  <a:moveTo>
                    <a:pt x="411652" y="861686"/>
                  </a:moveTo>
                  <a:lnTo>
                    <a:pt x="416631" y="864680"/>
                  </a:lnTo>
                  <a:lnTo>
                    <a:pt x="451087" y="880065"/>
                  </a:lnTo>
                  <a:close/>
                  <a:moveTo>
                    <a:pt x="475907" y="886722"/>
                  </a:moveTo>
                  <a:lnTo>
                    <a:pt x="451087" y="880065"/>
                  </a:lnTo>
                  <a:lnTo>
                    <a:pt x="416631" y="864680"/>
                  </a:lnTo>
                  <a:close/>
                  <a:moveTo>
                    <a:pt x="1878061" y="2409409"/>
                  </a:moveTo>
                  <a:lnTo>
                    <a:pt x="1819381" y="2396522"/>
                  </a:lnTo>
                  <a:lnTo>
                    <a:pt x="1789919" y="2455702"/>
                  </a:lnTo>
                  <a:close/>
                  <a:moveTo>
                    <a:pt x="730068" y="1074719"/>
                  </a:moveTo>
                  <a:lnTo>
                    <a:pt x="820533" y="1124046"/>
                  </a:lnTo>
                  <a:lnTo>
                    <a:pt x="736097" y="1072889"/>
                  </a:lnTo>
                  <a:close/>
                  <a:moveTo>
                    <a:pt x="589477" y="1032686"/>
                  </a:moveTo>
                  <a:lnTo>
                    <a:pt x="639742" y="1005414"/>
                  </a:lnTo>
                  <a:lnTo>
                    <a:pt x="730068" y="1074719"/>
                  </a:lnTo>
                  <a:close/>
                  <a:moveTo>
                    <a:pt x="594606" y="1029109"/>
                  </a:moveTo>
                  <a:lnTo>
                    <a:pt x="589477" y="1032686"/>
                  </a:lnTo>
                  <a:lnTo>
                    <a:pt x="730068" y="1074719"/>
                  </a:lnTo>
                  <a:close/>
                  <a:moveTo>
                    <a:pt x="620145" y="990673"/>
                  </a:moveTo>
                  <a:lnTo>
                    <a:pt x="586600" y="1021929"/>
                  </a:lnTo>
                  <a:lnTo>
                    <a:pt x="527193" y="918284"/>
                  </a:lnTo>
                  <a:close/>
                  <a:moveTo>
                    <a:pt x="635960" y="908458"/>
                  </a:moveTo>
                  <a:lnTo>
                    <a:pt x="586600" y="1021929"/>
                  </a:lnTo>
                  <a:lnTo>
                    <a:pt x="594606" y="1029109"/>
                  </a:lnTo>
                  <a:close/>
                  <a:moveTo>
                    <a:pt x="1473816" y="1812824"/>
                  </a:moveTo>
                  <a:lnTo>
                    <a:pt x="1514349" y="1895039"/>
                  </a:lnTo>
                  <a:lnTo>
                    <a:pt x="1474235" y="1794698"/>
                  </a:lnTo>
                  <a:close/>
                  <a:moveTo>
                    <a:pt x="1559696" y="1721850"/>
                  </a:moveTo>
                  <a:lnTo>
                    <a:pt x="1474235" y="1794698"/>
                  </a:lnTo>
                  <a:lnTo>
                    <a:pt x="1489192" y="1736903"/>
                  </a:lnTo>
                  <a:close/>
                  <a:moveTo>
                    <a:pt x="810204" y="870226"/>
                  </a:moveTo>
                  <a:lnTo>
                    <a:pt x="747762" y="908458"/>
                  </a:lnTo>
                  <a:lnTo>
                    <a:pt x="736964" y="969020"/>
                  </a:lnTo>
                  <a:close/>
                  <a:moveTo>
                    <a:pt x="736964" y="969020"/>
                  </a:moveTo>
                  <a:lnTo>
                    <a:pt x="747762" y="908458"/>
                  </a:lnTo>
                  <a:lnTo>
                    <a:pt x="714266" y="887381"/>
                  </a:lnTo>
                  <a:close/>
                  <a:moveTo>
                    <a:pt x="714266" y="887381"/>
                  </a:moveTo>
                  <a:lnTo>
                    <a:pt x="747762" y="908458"/>
                  </a:lnTo>
                  <a:lnTo>
                    <a:pt x="700246" y="798687"/>
                  </a:lnTo>
                  <a:close/>
                  <a:moveTo>
                    <a:pt x="700246" y="798687"/>
                  </a:moveTo>
                  <a:lnTo>
                    <a:pt x="810036" y="869596"/>
                  </a:lnTo>
                  <a:lnTo>
                    <a:pt x="729975" y="787807"/>
                  </a:lnTo>
                  <a:close/>
                  <a:moveTo>
                    <a:pt x="700246" y="798687"/>
                  </a:moveTo>
                  <a:lnTo>
                    <a:pt x="729975" y="787807"/>
                  </a:lnTo>
                  <a:lnTo>
                    <a:pt x="710657" y="776696"/>
                  </a:lnTo>
                  <a:close/>
                  <a:moveTo>
                    <a:pt x="1492000" y="1856603"/>
                  </a:moveTo>
                  <a:lnTo>
                    <a:pt x="1481770" y="1774388"/>
                  </a:lnTo>
                  <a:lnTo>
                    <a:pt x="1474235" y="1794698"/>
                  </a:lnTo>
                  <a:close/>
                  <a:moveTo>
                    <a:pt x="1994538" y="2075030"/>
                  </a:moveTo>
                  <a:lnTo>
                    <a:pt x="1914017" y="2079901"/>
                  </a:lnTo>
                  <a:lnTo>
                    <a:pt x="2002346" y="2168775"/>
                  </a:lnTo>
                  <a:close/>
                  <a:moveTo>
                    <a:pt x="1535859" y="1696182"/>
                  </a:moveTo>
                  <a:lnTo>
                    <a:pt x="1587405" y="1735951"/>
                  </a:lnTo>
                  <a:lnTo>
                    <a:pt x="1559696" y="1721850"/>
                  </a:lnTo>
                  <a:close/>
                  <a:moveTo>
                    <a:pt x="1489192" y="1736903"/>
                  </a:moveTo>
                  <a:lnTo>
                    <a:pt x="1535859" y="1696182"/>
                  </a:lnTo>
                  <a:lnTo>
                    <a:pt x="1559696" y="1721850"/>
                  </a:lnTo>
                  <a:close/>
                  <a:moveTo>
                    <a:pt x="1227038" y="1314068"/>
                  </a:moveTo>
                  <a:lnTo>
                    <a:pt x="1212134" y="1325544"/>
                  </a:lnTo>
                  <a:lnTo>
                    <a:pt x="1263382" y="1242661"/>
                  </a:lnTo>
                  <a:close/>
                  <a:moveTo>
                    <a:pt x="912547" y="831585"/>
                  </a:moveTo>
                  <a:lnTo>
                    <a:pt x="917666" y="843205"/>
                  </a:lnTo>
                  <a:lnTo>
                    <a:pt x="873222" y="890636"/>
                  </a:lnTo>
                  <a:close/>
                  <a:moveTo>
                    <a:pt x="775217" y="749370"/>
                  </a:moveTo>
                  <a:lnTo>
                    <a:pt x="810036" y="869596"/>
                  </a:lnTo>
                  <a:lnTo>
                    <a:pt x="849745" y="802859"/>
                  </a:lnTo>
                  <a:close/>
                  <a:moveTo>
                    <a:pt x="775217" y="749370"/>
                  </a:moveTo>
                  <a:lnTo>
                    <a:pt x="729975" y="787807"/>
                  </a:lnTo>
                  <a:lnTo>
                    <a:pt x="810036" y="869596"/>
                  </a:lnTo>
                  <a:close/>
                  <a:moveTo>
                    <a:pt x="729975" y="787807"/>
                  </a:moveTo>
                  <a:lnTo>
                    <a:pt x="775217" y="749370"/>
                  </a:lnTo>
                  <a:lnTo>
                    <a:pt x="710657" y="776696"/>
                  </a:lnTo>
                  <a:close/>
                  <a:moveTo>
                    <a:pt x="1470968" y="1571521"/>
                  </a:moveTo>
                  <a:lnTo>
                    <a:pt x="1464426" y="1602488"/>
                  </a:lnTo>
                  <a:lnTo>
                    <a:pt x="1519956" y="1636723"/>
                  </a:lnTo>
                  <a:close/>
                  <a:moveTo>
                    <a:pt x="1161313" y="1078230"/>
                  </a:moveTo>
                  <a:lnTo>
                    <a:pt x="1288122" y="1124175"/>
                  </a:lnTo>
                  <a:lnTo>
                    <a:pt x="1251987" y="1053461"/>
                  </a:lnTo>
                  <a:close/>
                  <a:moveTo>
                    <a:pt x="1251987" y="1053461"/>
                  </a:moveTo>
                  <a:lnTo>
                    <a:pt x="1143328" y="1064547"/>
                  </a:lnTo>
                  <a:lnTo>
                    <a:pt x="1161313" y="1078230"/>
                  </a:lnTo>
                  <a:close/>
                  <a:moveTo>
                    <a:pt x="1166465" y="962304"/>
                  </a:moveTo>
                  <a:lnTo>
                    <a:pt x="1143328" y="1064547"/>
                  </a:lnTo>
                  <a:lnTo>
                    <a:pt x="1251987" y="1053461"/>
                  </a:lnTo>
                  <a:close/>
                  <a:moveTo>
                    <a:pt x="1244349" y="959578"/>
                  </a:moveTo>
                  <a:lnTo>
                    <a:pt x="1166465" y="962304"/>
                  </a:lnTo>
                  <a:lnTo>
                    <a:pt x="1251987" y="1053461"/>
                  </a:lnTo>
                  <a:close/>
                  <a:moveTo>
                    <a:pt x="1166465" y="962304"/>
                  </a:moveTo>
                  <a:lnTo>
                    <a:pt x="1241728" y="938591"/>
                  </a:lnTo>
                  <a:lnTo>
                    <a:pt x="1111218" y="913800"/>
                  </a:lnTo>
                  <a:close/>
                  <a:moveTo>
                    <a:pt x="912547" y="831585"/>
                  </a:moveTo>
                  <a:lnTo>
                    <a:pt x="958953" y="809639"/>
                  </a:lnTo>
                  <a:lnTo>
                    <a:pt x="849745" y="802859"/>
                  </a:lnTo>
                  <a:close/>
                  <a:moveTo>
                    <a:pt x="2061082" y="1920839"/>
                  </a:moveTo>
                  <a:lnTo>
                    <a:pt x="2143495" y="1914431"/>
                  </a:lnTo>
                  <a:lnTo>
                    <a:pt x="2125639" y="1828856"/>
                  </a:lnTo>
                  <a:close/>
                  <a:moveTo>
                    <a:pt x="2061082" y="1920839"/>
                  </a:moveTo>
                  <a:lnTo>
                    <a:pt x="2125639" y="1828856"/>
                  </a:lnTo>
                  <a:lnTo>
                    <a:pt x="2053554" y="1826867"/>
                  </a:lnTo>
                  <a:close/>
                  <a:moveTo>
                    <a:pt x="2201590" y="1927792"/>
                  </a:moveTo>
                  <a:lnTo>
                    <a:pt x="2125639" y="1828856"/>
                  </a:lnTo>
                  <a:lnTo>
                    <a:pt x="2143495" y="1914431"/>
                  </a:lnTo>
                  <a:close/>
                  <a:moveTo>
                    <a:pt x="1972903" y="1831843"/>
                  </a:moveTo>
                  <a:lnTo>
                    <a:pt x="2053554" y="1826867"/>
                  </a:lnTo>
                  <a:lnTo>
                    <a:pt x="1952271" y="1748524"/>
                  </a:lnTo>
                  <a:close/>
                  <a:moveTo>
                    <a:pt x="2053554" y="1826867"/>
                  </a:moveTo>
                  <a:lnTo>
                    <a:pt x="2125639" y="1828856"/>
                  </a:lnTo>
                  <a:lnTo>
                    <a:pt x="2069213" y="1803156"/>
                  </a:lnTo>
                  <a:close/>
                  <a:moveTo>
                    <a:pt x="1644693" y="1394031"/>
                  </a:moveTo>
                  <a:lnTo>
                    <a:pt x="1658060" y="1380555"/>
                  </a:lnTo>
                  <a:lnTo>
                    <a:pt x="1593243" y="1416869"/>
                  </a:lnTo>
                  <a:close/>
                  <a:moveTo>
                    <a:pt x="1694079" y="1336784"/>
                  </a:moveTo>
                  <a:lnTo>
                    <a:pt x="1690350" y="1330218"/>
                  </a:lnTo>
                  <a:lnTo>
                    <a:pt x="1648034" y="1343066"/>
                  </a:lnTo>
                  <a:close/>
                  <a:moveTo>
                    <a:pt x="1357706" y="928013"/>
                  </a:moveTo>
                  <a:lnTo>
                    <a:pt x="1253640" y="957579"/>
                  </a:lnTo>
                  <a:lnTo>
                    <a:pt x="1334974" y="1008562"/>
                  </a:lnTo>
                  <a:close/>
                  <a:moveTo>
                    <a:pt x="1241728" y="938591"/>
                  </a:moveTo>
                  <a:lnTo>
                    <a:pt x="1253640" y="957579"/>
                  </a:lnTo>
                  <a:lnTo>
                    <a:pt x="1362961" y="897995"/>
                  </a:lnTo>
                  <a:close/>
                  <a:moveTo>
                    <a:pt x="1122724" y="754712"/>
                  </a:moveTo>
                  <a:lnTo>
                    <a:pt x="1070561" y="779496"/>
                  </a:lnTo>
                  <a:lnTo>
                    <a:pt x="1143657" y="850574"/>
                  </a:lnTo>
                  <a:close/>
                  <a:moveTo>
                    <a:pt x="1706237" y="1326901"/>
                  </a:moveTo>
                  <a:lnTo>
                    <a:pt x="1623202" y="1313679"/>
                  </a:lnTo>
                  <a:lnTo>
                    <a:pt x="1690350" y="1330218"/>
                  </a:lnTo>
                  <a:close/>
                  <a:moveTo>
                    <a:pt x="1639434" y="1220525"/>
                  </a:moveTo>
                  <a:lnTo>
                    <a:pt x="1623202" y="1313679"/>
                  </a:lnTo>
                  <a:lnTo>
                    <a:pt x="1706237" y="1326901"/>
                  </a:lnTo>
                  <a:close/>
                  <a:moveTo>
                    <a:pt x="1709862" y="1223861"/>
                  </a:moveTo>
                  <a:lnTo>
                    <a:pt x="1639434" y="1220525"/>
                  </a:lnTo>
                  <a:lnTo>
                    <a:pt x="1706237" y="1326901"/>
                  </a:lnTo>
                  <a:close/>
                  <a:moveTo>
                    <a:pt x="1760996" y="1271552"/>
                  </a:moveTo>
                  <a:lnTo>
                    <a:pt x="1821045" y="1294156"/>
                  </a:lnTo>
                  <a:lnTo>
                    <a:pt x="1890957" y="1263596"/>
                  </a:lnTo>
                  <a:close/>
                  <a:moveTo>
                    <a:pt x="1639434" y="1220525"/>
                  </a:moveTo>
                  <a:lnTo>
                    <a:pt x="1709862" y="1223861"/>
                  </a:lnTo>
                  <a:lnTo>
                    <a:pt x="1700108" y="1131699"/>
                  </a:lnTo>
                  <a:close/>
                  <a:moveTo>
                    <a:pt x="1491437" y="919142"/>
                  </a:moveTo>
                  <a:lnTo>
                    <a:pt x="1474690" y="893499"/>
                  </a:lnTo>
                  <a:lnTo>
                    <a:pt x="1474381" y="820716"/>
                  </a:lnTo>
                  <a:close/>
                  <a:moveTo>
                    <a:pt x="1175795" y="540328"/>
                  </a:moveTo>
                  <a:lnTo>
                    <a:pt x="1198527" y="551845"/>
                  </a:lnTo>
                  <a:lnTo>
                    <a:pt x="1116323" y="502607"/>
                  </a:lnTo>
                  <a:close/>
                  <a:moveTo>
                    <a:pt x="1116323" y="502607"/>
                  </a:moveTo>
                  <a:lnTo>
                    <a:pt x="1198527" y="551845"/>
                  </a:lnTo>
                  <a:lnTo>
                    <a:pt x="1234541" y="567182"/>
                  </a:lnTo>
                  <a:close/>
                  <a:moveTo>
                    <a:pt x="2174407" y="1589023"/>
                  </a:moveTo>
                  <a:lnTo>
                    <a:pt x="2210725" y="1519997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74407" y="1589023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41241" y="1515895"/>
                  </a:lnTo>
                  <a:lnTo>
                    <a:pt x="2104336" y="1504067"/>
                  </a:lnTo>
                  <a:close/>
                  <a:moveTo>
                    <a:pt x="1964568" y="1338158"/>
                  </a:moveTo>
                  <a:lnTo>
                    <a:pt x="1857710" y="1417949"/>
                  </a:lnTo>
                  <a:lnTo>
                    <a:pt x="1935203" y="1429022"/>
                  </a:lnTo>
                  <a:close/>
                  <a:moveTo>
                    <a:pt x="1198527" y="551845"/>
                  </a:moveTo>
                  <a:lnTo>
                    <a:pt x="1191596" y="541504"/>
                  </a:lnTo>
                  <a:lnTo>
                    <a:pt x="1258928" y="572490"/>
                  </a:lnTo>
                  <a:close/>
                  <a:moveTo>
                    <a:pt x="1876576" y="968264"/>
                  </a:moveTo>
                  <a:lnTo>
                    <a:pt x="1846404" y="886048"/>
                  </a:lnTo>
                  <a:lnTo>
                    <a:pt x="1828977" y="987431"/>
                  </a:lnTo>
                  <a:close/>
                  <a:moveTo>
                    <a:pt x="1846404" y="886048"/>
                  </a:moveTo>
                  <a:lnTo>
                    <a:pt x="1825794" y="889925"/>
                  </a:lnTo>
                  <a:lnTo>
                    <a:pt x="1828977" y="987431"/>
                  </a:lnTo>
                  <a:close/>
                  <a:moveTo>
                    <a:pt x="1599964" y="752153"/>
                  </a:moveTo>
                  <a:lnTo>
                    <a:pt x="1664600" y="803833"/>
                  </a:lnTo>
                  <a:lnTo>
                    <a:pt x="1721174" y="814295"/>
                  </a:lnTo>
                  <a:close/>
                  <a:moveTo>
                    <a:pt x="1599964" y="752153"/>
                  </a:moveTo>
                  <a:lnTo>
                    <a:pt x="1721174" y="814295"/>
                  </a:lnTo>
                  <a:lnTo>
                    <a:pt x="1686059" y="742751"/>
                  </a:lnTo>
                  <a:close/>
                  <a:moveTo>
                    <a:pt x="1471166" y="395903"/>
                  </a:moveTo>
                  <a:lnTo>
                    <a:pt x="1472727" y="384130"/>
                  </a:lnTo>
                  <a:lnTo>
                    <a:pt x="1473968" y="431194"/>
                  </a:lnTo>
                  <a:close/>
                  <a:moveTo>
                    <a:pt x="1876576" y="968264"/>
                  </a:moveTo>
                  <a:lnTo>
                    <a:pt x="1871449" y="952902"/>
                  </a:lnTo>
                  <a:lnTo>
                    <a:pt x="1846404" y="886048"/>
                  </a:lnTo>
                  <a:close/>
                  <a:moveTo>
                    <a:pt x="1568874" y="276967"/>
                  </a:moveTo>
                  <a:lnTo>
                    <a:pt x="1575656" y="275102"/>
                  </a:lnTo>
                  <a:lnTo>
                    <a:pt x="1631841" y="354321"/>
                  </a:lnTo>
                  <a:close/>
                  <a:moveTo>
                    <a:pt x="2023710" y="765397"/>
                  </a:moveTo>
                  <a:lnTo>
                    <a:pt x="2088368" y="847612"/>
                  </a:lnTo>
                  <a:lnTo>
                    <a:pt x="2144319" y="809175"/>
                  </a:lnTo>
                  <a:close/>
                  <a:moveTo>
                    <a:pt x="2096232" y="726960"/>
                  </a:moveTo>
                  <a:lnTo>
                    <a:pt x="2144319" y="809175"/>
                  </a:lnTo>
                  <a:lnTo>
                    <a:pt x="2139958" y="770739"/>
                  </a:lnTo>
                  <a:close/>
                  <a:moveTo>
                    <a:pt x="2090669" y="644745"/>
                  </a:moveTo>
                  <a:lnTo>
                    <a:pt x="2144272" y="688524"/>
                  </a:lnTo>
                  <a:lnTo>
                    <a:pt x="2141310" y="606308"/>
                  </a:lnTo>
                  <a:close/>
                  <a:moveTo>
                    <a:pt x="1964379" y="277448"/>
                  </a:moveTo>
                  <a:lnTo>
                    <a:pt x="1930853" y="336750"/>
                  </a:lnTo>
                  <a:lnTo>
                    <a:pt x="1940106" y="257031"/>
                  </a:lnTo>
                  <a:close/>
                  <a:moveTo>
                    <a:pt x="1903007" y="17436"/>
                  </a:moveTo>
                  <a:lnTo>
                    <a:pt x="1972852" y="74581"/>
                  </a:lnTo>
                  <a:lnTo>
                    <a:pt x="1886913" y="0"/>
                  </a:lnTo>
                  <a:close/>
                  <a:moveTo>
                    <a:pt x="2035619" y="118360"/>
                  </a:moveTo>
                  <a:lnTo>
                    <a:pt x="2047341" y="130350"/>
                  </a:lnTo>
                  <a:lnTo>
                    <a:pt x="1938629" y="58047"/>
                  </a:lnTo>
                  <a:close/>
                  <a:moveTo>
                    <a:pt x="1938629" y="58047"/>
                  </a:moveTo>
                  <a:lnTo>
                    <a:pt x="2047341" y="130350"/>
                  </a:lnTo>
                  <a:lnTo>
                    <a:pt x="1972852" y="74581"/>
                  </a:lnTo>
                  <a:close/>
                  <a:moveTo>
                    <a:pt x="1972852" y="74581"/>
                  </a:moveTo>
                  <a:lnTo>
                    <a:pt x="2047341" y="130350"/>
                  </a:lnTo>
                  <a:lnTo>
                    <a:pt x="2004429" y="117978"/>
                  </a:lnTo>
                  <a:close/>
                  <a:moveTo>
                    <a:pt x="1938629" y="58047"/>
                  </a:moveTo>
                  <a:lnTo>
                    <a:pt x="1972852" y="74581"/>
                  </a:lnTo>
                  <a:lnTo>
                    <a:pt x="1903007" y="1743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09" name="Candidate_density__2108">
              <a:extLst>
                <a:ext uri="{FF2B5EF4-FFF2-40B4-BE49-F238E27FC236}">
                  <a16:creationId xmlns:a16="http://schemas.microsoft.com/office/drawing/2014/main" id="{388A1763-C21A-7D01-CEC8-24962EE5879D}"/>
                </a:ext>
              </a:extLst>
            </p:cNvPr>
            <p:cNvSpPr>
              <a:spLocks noGrp="1"/>
            </p:cNvSpPr>
            <p:nvPr/>
          </p:nvSpPr>
          <p:spPr>
            <a:xfrm>
              <a:off x="3883139" y="1685356"/>
              <a:ext cx="2387556" cy="2223558"/>
            </a:xfrm>
            <a:custGeom>
              <a:avLst/>
              <a:gdLst/>
              <a:ahLst/>
              <a:cxnLst/>
              <a:rect l="0" t="0" r="0" b="0"/>
              <a:pathLst>
                <a:path w="2387556" h="2223558">
                  <a:moveTo>
                    <a:pt x="767123" y="2202157"/>
                  </a:moveTo>
                  <a:lnTo>
                    <a:pt x="815330" y="2223558"/>
                  </a:lnTo>
                  <a:lnTo>
                    <a:pt x="769891" y="2172435"/>
                  </a:lnTo>
                  <a:close/>
                  <a:moveTo>
                    <a:pt x="769891" y="2172435"/>
                  </a:moveTo>
                  <a:lnTo>
                    <a:pt x="834855" y="2136667"/>
                  </a:lnTo>
                  <a:lnTo>
                    <a:pt x="783683" y="2188694"/>
                  </a:lnTo>
                  <a:close/>
                  <a:moveTo>
                    <a:pt x="0" y="1208418"/>
                  </a:moveTo>
                  <a:lnTo>
                    <a:pt x="44322" y="1125031"/>
                  </a:lnTo>
                  <a:lnTo>
                    <a:pt x="58699" y="1087767"/>
                  </a:lnTo>
                  <a:close/>
                  <a:moveTo>
                    <a:pt x="87408" y="1005551"/>
                  </a:moveTo>
                  <a:lnTo>
                    <a:pt x="134640" y="912011"/>
                  </a:lnTo>
                  <a:lnTo>
                    <a:pt x="142511" y="884900"/>
                  </a:lnTo>
                  <a:close/>
                  <a:moveTo>
                    <a:pt x="593882" y="1210869"/>
                  </a:moveTo>
                  <a:lnTo>
                    <a:pt x="617485" y="1257539"/>
                  </a:lnTo>
                  <a:lnTo>
                    <a:pt x="619788" y="1244273"/>
                  </a:lnTo>
                  <a:close/>
                  <a:moveTo>
                    <a:pt x="593882" y="1210869"/>
                  </a:moveTo>
                  <a:lnTo>
                    <a:pt x="619788" y="1244273"/>
                  </a:lnTo>
                  <a:lnTo>
                    <a:pt x="660905" y="1182802"/>
                  </a:lnTo>
                  <a:close/>
                  <a:moveTo>
                    <a:pt x="1054278" y="949375"/>
                  </a:moveTo>
                  <a:lnTo>
                    <a:pt x="1025202" y="939363"/>
                  </a:lnTo>
                  <a:lnTo>
                    <a:pt x="1009677" y="941766"/>
                  </a:lnTo>
                  <a:close/>
                  <a:moveTo>
                    <a:pt x="1870807" y="1349975"/>
                  </a:moveTo>
                  <a:lnTo>
                    <a:pt x="1886304" y="1317345"/>
                  </a:lnTo>
                  <a:lnTo>
                    <a:pt x="1878706" y="1303827"/>
                  </a:lnTo>
                  <a:close/>
                  <a:moveTo>
                    <a:pt x="1593743" y="934848"/>
                  </a:moveTo>
                  <a:lnTo>
                    <a:pt x="1616626" y="895248"/>
                  </a:lnTo>
                  <a:lnTo>
                    <a:pt x="1663616" y="917434"/>
                  </a:lnTo>
                  <a:close/>
                  <a:moveTo>
                    <a:pt x="2061229" y="1176531"/>
                  </a:moveTo>
                  <a:lnTo>
                    <a:pt x="1976616" y="1251719"/>
                  </a:lnTo>
                  <a:lnTo>
                    <a:pt x="2047392" y="1237680"/>
                  </a:lnTo>
                  <a:close/>
                  <a:moveTo>
                    <a:pt x="1856093" y="864558"/>
                  </a:moveTo>
                  <a:lnTo>
                    <a:pt x="1803870" y="884506"/>
                  </a:lnTo>
                  <a:lnTo>
                    <a:pt x="1924678" y="842328"/>
                  </a:lnTo>
                  <a:close/>
                  <a:moveTo>
                    <a:pt x="2326877" y="714086"/>
                  </a:moveTo>
                  <a:lnTo>
                    <a:pt x="2374214" y="675650"/>
                  </a:lnTo>
                  <a:lnTo>
                    <a:pt x="2343296" y="710689"/>
                  </a:lnTo>
                  <a:close/>
                  <a:moveTo>
                    <a:pt x="1827094" y="17930"/>
                  </a:moveTo>
                  <a:lnTo>
                    <a:pt x="1757536" y="40546"/>
                  </a:lnTo>
                  <a:lnTo>
                    <a:pt x="1855091" y="0"/>
                  </a:lnTo>
                  <a:close/>
                  <a:moveTo>
                    <a:pt x="2374214" y="675650"/>
                  </a:moveTo>
                  <a:lnTo>
                    <a:pt x="2387556" y="597512"/>
                  </a:lnTo>
                  <a:lnTo>
                    <a:pt x="2371095" y="645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10" name="Candidate_density__2109">
              <a:extLst>
                <a:ext uri="{FF2B5EF4-FFF2-40B4-BE49-F238E27FC236}">
                  <a16:creationId xmlns:a16="http://schemas.microsoft.com/office/drawing/2014/main" id="{3894BC53-A1B8-A712-2606-B6EEE953BD36}"/>
                </a:ext>
              </a:extLst>
            </p:cNvPr>
            <p:cNvSpPr>
              <a:spLocks noGrp="1"/>
            </p:cNvSpPr>
            <p:nvPr/>
          </p:nvSpPr>
          <p:spPr>
            <a:xfrm>
              <a:off x="3978895" y="1506742"/>
              <a:ext cx="1942757" cy="2303317"/>
            </a:xfrm>
            <a:custGeom>
              <a:avLst/>
              <a:gdLst/>
              <a:ahLst/>
              <a:cxnLst/>
              <a:rect l="0" t="0" r="0" b="0"/>
              <a:pathLst>
                <a:path w="1942757" h="2303317">
                  <a:moveTo>
                    <a:pt x="627322" y="2291399"/>
                  </a:moveTo>
                  <a:lnTo>
                    <a:pt x="573903" y="2209184"/>
                  </a:lnTo>
                  <a:lnTo>
                    <a:pt x="568989" y="2303317"/>
                  </a:lnTo>
                  <a:close/>
                  <a:moveTo>
                    <a:pt x="0" y="1387033"/>
                  </a:moveTo>
                  <a:lnTo>
                    <a:pt x="67953" y="1467361"/>
                  </a:lnTo>
                  <a:lnTo>
                    <a:pt x="65265" y="1369454"/>
                  </a:lnTo>
                  <a:close/>
                  <a:moveTo>
                    <a:pt x="0" y="1387033"/>
                  </a:moveTo>
                  <a:lnTo>
                    <a:pt x="60702" y="1469248"/>
                  </a:lnTo>
                  <a:lnTo>
                    <a:pt x="67953" y="1467361"/>
                  </a:lnTo>
                  <a:close/>
                  <a:moveTo>
                    <a:pt x="135583" y="1348596"/>
                  </a:moveTo>
                  <a:lnTo>
                    <a:pt x="90387" y="1266381"/>
                  </a:lnTo>
                  <a:lnTo>
                    <a:pt x="65265" y="1369454"/>
                  </a:lnTo>
                  <a:close/>
                  <a:moveTo>
                    <a:pt x="135583" y="1348596"/>
                  </a:moveTo>
                  <a:lnTo>
                    <a:pt x="172506" y="1227945"/>
                  </a:lnTo>
                  <a:lnTo>
                    <a:pt x="90387" y="1266381"/>
                  </a:lnTo>
                  <a:close/>
                  <a:moveTo>
                    <a:pt x="610897" y="1682799"/>
                  </a:moveTo>
                  <a:lnTo>
                    <a:pt x="651217" y="1619759"/>
                  </a:lnTo>
                  <a:lnTo>
                    <a:pt x="578090" y="1695366"/>
                  </a:lnTo>
                  <a:close/>
                  <a:moveTo>
                    <a:pt x="472850" y="919595"/>
                  </a:moveTo>
                  <a:lnTo>
                    <a:pt x="550630" y="916953"/>
                  </a:lnTo>
                  <a:lnTo>
                    <a:pt x="493934" y="879953"/>
                  </a:lnTo>
                  <a:close/>
                  <a:moveTo>
                    <a:pt x="493934" y="879953"/>
                  </a:moveTo>
                  <a:lnTo>
                    <a:pt x="550630" y="916953"/>
                  </a:lnTo>
                  <a:lnTo>
                    <a:pt x="503086" y="865990"/>
                  </a:lnTo>
                  <a:close/>
                  <a:moveTo>
                    <a:pt x="503086" y="865990"/>
                  </a:moveTo>
                  <a:lnTo>
                    <a:pt x="550630" y="916953"/>
                  </a:lnTo>
                  <a:lnTo>
                    <a:pt x="581618" y="909769"/>
                  </a:lnTo>
                  <a:close/>
                  <a:moveTo>
                    <a:pt x="503086" y="865990"/>
                  </a:moveTo>
                  <a:lnTo>
                    <a:pt x="581618" y="909769"/>
                  </a:lnTo>
                  <a:lnTo>
                    <a:pt x="574615" y="827554"/>
                  </a:lnTo>
                  <a:close/>
                  <a:moveTo>
                    <a:pt x="606758" y="991984"/>
                  </a:moveTo>
                  <a:lnTo>
                    <a:pt x="672600" y="1054097"/>
                  </a:lnTo>
                  <a:lnTo>
                    <a:pt x="682621" y="970330"/>
                  </a:lnTo>
                  <a:close/>
                  <a:moveTo>
                    <a:pt x="581618" y="909769"/>
                  </a:moveTo>
                  <a:lnTo>
                    <a:pt x="682621" y="970330"/>
                  </a:lnTo>
                  <a:lnTo>
                    <a:pt x="659923" y="888692"/>
                  </a:lnTo>
                  <a:close/>
                  <a:moveTo>
                    <a:pt x="581618" y="909769"/>
                  </a:moveTo>
                  <a:lnTo>
                    <a:pt x="606758" y="991984"/>
                  </a:lnTo>
                  <a:lnTo>
                    <a:pt x="682621" y="970330"/>
                  </a:lnTo>
                  <a:close/>
                  <a:moveTo>
                    <a:pt x="682621" y="970330"/>
                  </a:moveTo>
                  <a:lnTo>
                    <a:pt x="713629" y="953547"/>
                  </a:lnTo>
                  <a:lnTo>
                    <a:pt x="755861" y="871537"/>
                  </a:lnTo>
                  <a:close/>
                  <a:moveTo>
                    <a:pt x="574615" y="827554"/>
                  </a:moveTo>
                  <a:lnTo>
                    <a:pt x="581618" y="909769"/>
                  </a:lnTo>
                  <a:lnTo>
                    <a:pt x="659923" y="888692"/>
                  </a:lnTo>
                  <a:close/>
                  <a:moveTo>
                    <a:pt x="522225" y="745338"/>
                  </a:moveTo>
                  <a:lnTo>
                    <a:pt x="574615" y="827554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22225" y="745338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88226" y="706902"/>
                  </a:lnTo>
                  <a:lnTo>
                    <a:pt x="579744" y="624687"/>
                  </a:lnTo>
                  <a:close/>
                  <a:moveTo>
                    <a:pt x="1804169" y="2104559"/>
                  </a:moveTo>
                  <a:lnTo>
                    <a:pt x="1859674" y="2081211"/>
                  </a:lnTo>
                  <a:lnTo>
                    <a:pt x="1819336" y="2061114"/>
                  </a:lnTo>
                  <a:close/>
                  <a:moveTo>
                    <a:pt x="665571" y="668465"/>
                  </a:moveTo>
                  <a:lnTo>
                    <a:pt x="588226" y="706902"/>
                  </a:lnTo>
                  <a:lnTo>
                    <a:pt x="656315" y="778006"/>
                  </a:lnTo>
                  <a:close/>
                  <a:moveTo>
                    <a:pt x="579744" y="624687"/>
                  </a:moveTo>
                  <a:lnTo>
                    <a:pt x="669702" y="612858"/>
                  </a:lnTo>
                  <a:lnTo>
                    <a:pt x="652942" y="594091"/>
                  </a:lnTo>
                  <a:close/>
                  <a:moveTo>
                    <a:pt x="665571" y="668465"/>
                  </a:moveTo>
                  <a:lnTo>
                    <a:pt x="669702" y="612858"/>
                  </a:lnTo>
                  <a:lnTo>
                    <a:pt x="579744" y="624687"/>
                  </a:lnTo>
                  <a:close/>
                  <a:moveTo>
                    <a:pt x="588226" y="706902"/>
                  </a:moveTo>
                  <a:lnTo>
                    <a:pt x="665571" y="668465"/>
                  </a:lnTo>
                  <a:lnTo>
                    <a:pt x="579744" y="624687"/>
                  </a:lnTo>
                  <a:close/>
                  <a:moveTo>
                    <a:pt x="604201" y="583161"/>
                  </a:moveTo>
                  <a:lnTo>
                    <a:pt x="579744" y="624687"/>
                  </a:lnTo>
                  <a:lnTo>
                    <a:pt x="652942" y="594091"/>
                  </a:lnTo>
                  <a:close/>
                  <a:moveTo>
                    <a:pt x="724242" y="538115"/>
                  </a:moveTo>
                  <a:lnTo>
                    <a:pt x="652942" y="594091"/>
                  </a:lnTo>
                  <a:lnTo>
                    <a:pt x="685747" y="586250"/>
                  </a:lnTo>
                  <a:close/>
                  <a:moveTo>
                    <a:pt x="604201" y="583161"/>
                  </a:moveTo>
                  <a:lnTo>
                    <a:pt x="652942" y="594091"/>
                  </a:lnTo>
                  <a:lnTo>
                    <a:pt x="724242" y="538115"/>
                  </a:lnTo>
                  <a:close/>
                  <a:moveTo>
                    <a:pt x="652942" y="594091"/>
                  </a:moveTo>
                  <a:lnTo>
                    <a:pt x="669702" y="612858"/>
                  </a:lnTo>
                  <a:lnTo>
                    <a:pt x="685747" y="586250"/>
                  </a:lnTo>
                  <a:close/>
                  <a:moveTo>
                    <a:pt x="781267" y="550357"/>
                  </a:moveTo>
                  <a:lnTo>
                    <a:pt x="685747" y="586250"/>
                  </a:lnTo>
                  <a:lnTo>
                    <a:pt x="785096" y="550436"/>
                  </a:lnTo>
                  <a:close/>
                  <a:moveTo>
                    <a:pt x="685747" y="586250"/>
                  </a:moveTo>
                  <a:lnTo>
                    <a:pt x="669702" y="612858"/>
                  </a:lnTo>
                  <a:lnTo>
                    <a:pt x="785096" y="550436"/>
                  </a:lnTo>
                  <a:close/>
                  <a:moveTo>
                    <a:pt x="724242" y="538115"/>
                  </a:moveTo>
                  <a:lnTo>
                    <a:pt x="685747" y="586250"/>
                  </a:lnTo>
                  <a:lnTo>
                    <a:pt x="781267" y="550357"/>
                  </a:lnTo>
                  <a:close/>
                  <a:moveTo>
                    <a:pt x="724242" y="538115"/>
                  </a:moveTo>
                  <a:lnTo>
                    <a:pt x="781267" y="550357"/>
                  </a:lnTo>
                  <a:lnTo>
                    <a:pt x="736406" y="504036"/>
                  </a:lnTo>
                  <a:close/>
                  <a:moveTo>
                    <a:pt x="736406" y="504036"/>
                  </a:moveTo>
                  <a:lnTo>
                    <a:pt x="781267" y="550357"/>
                  </a:lnTo>
                  <a:lnTo>
                    <a:pt x="786228" y="547814"/>
                  </a:lnTo>
                  <a:close/>
                  <a:moveTo>
                    <a:pt x="736406" y="504036"/>
                  </a:moveTo>
                  <a:lnTo>
                    <a:pt x="786228" y="547814"/>
                  </a:lnTo>
                  <a:lnTo>
                    <a:pt x="803565" y="465599"/>
                  </a:lnTo>
                  <a:close/>
                  <a:moveTo>
                    <a:pt x="781267" y="550357"/>
                  </a:moveTo>
                  <a:lnTo>
                    <a:pt x="785096" y="550436"/>
                  </a:lnTo>
                  <a:lnTo>
                    <a:pt x="786228" y="547814"/>
                  </a:lnTo>
                  <a:close/>
                  <a:moveTo>
                    <a:pt x="1636007" y="1331529"/>
                  </a:moveTo>
                  <a:lnTo>
                    <a:pt x="1639736" y="1338094"/>
                  </a:lnTo>
                  <a:lnTo>
                    <a:pt x="1590350" y="1395341"/>
                  </a:lnTo>
                  <a:close/>
                  <a:moveTo>
                    <a:pt x="803565" y="465599"/>
                  </a:moveTo>
                  <a:lnTo>
                    <a:pt x="905664" y="507362"/>
                  </a:lnTo>
                  <a:lnTo>
                    <a:pt x="859786" y="447022"/>
                  </a:lnTo>
                  <a:close/>
                  <a:moveTo>
                    <a:pt x="904902" y="509378"/>
                  </a:moveTo>
                  <a:lnTo>
                    <a:pt x="905664" y="507362"/>
                  </a:lnTo>
                  <a:lnTo>
                    <a:pt x="803565" y="465599"/>
                  </a:lnTo>
                  <a:close/>
                  <a:moveTo>
                    <a:pt x="786228" y="547814"/>
                  </a:moveTo>
                  <a:lnTo>
                    <a:pt x="904902" y="509378"/>
                  </a:lnTo>
                  <a:lnTo>
                    <a:pt x="803565" y="465599"/>
                  </a:lnTo>
                  <a:close/>
                  <a:moveTo>
                    <a:pt x="828333" y="433433"/>
                  </a:moveTo>
                  <a:lnTo>
                    <a:pt x="803565" y="465599"/>
                  </a:lnTo>
                  <a:lnTo>
                    <a:pt x="859786" y="447022"/>
                  </a:lnTo>
                  <a:close/>
                  <a:moveTo>
                    <a:pt x="859786" y="447022"/>
                  </a:moveTo>
                  <a:lnTo>
                    <a:pt x="905664" y="507362"/>
                  </a:lnTo>
                  <a:lnTo>
                    <a:pt x="968130" y="462251"/>
                  </a:lnTo>
                  <a:close/>
                  <a:moveTo>
                    <a:pt x="1651894" y="1328211"/>
                  </a:moveTo>
                  <a:lnTo>
                    <a:pt x="1636007" y="1331529"/>
                  </a:lnTo>
                  <a:lnTo>
                    <a:pt x="1600411" y="1409566"/>
                  </a:lnTo>
                  <a:close/>
                  <a:moveTo>
                    <a:pt x="1703366" y="1386457"/>
                  </a:moveTo>
                  <a:lnTo>
                    <a:pt x="1771060" y="1298469"/>
                  </a:lnTo>
                  <a:lnTo>
                    <a:pt x="1766702" y="1295466"/>
                  </a:lnTo>
                  <a:close/>
                  <a:moveTo>
                    <a:pt x="1703366" y="1386457"/>
                  </a:moveTo>
                  <a:lnTo>
                    <a:pt x="1766702" y="1295466"/>
                  </a:lnTo>
                  <a:lnTo>
                    <a:pt x="1651894" y="1328211"/>
                  </a:lnTo>
                  <a:close/>
                  <a:moveTo>
                    <a:pt x="1836614" y="1264907"/>
                  </a:moveTo>
                  <a:lnTo>
                    <a:pt x="1766702" y="1295466"/>
                  </a:lnTo>
                  <a:lnTo>
                    <a:pt x="1779028" y="1293092"/>
                  </a:lnTo>
                  <a:close/>
                  <a:moveTo>
                    <a:pt x="1766702" y="1295466"/>
                  </a:moveTo>
                  <a:lnTo>
                    <a:pt x="1771060" y="1298469"/>
                  </a:lnTo>
                  <a:lnTo>
                    <a:pt x="1779028" y="1293092"/>
                  </a:lnTo>
                  <a:close/>
                  <a:moveTo>
                    <a:pt x="1522280" y="1140840"/>
                  </a:moveTo>
                  <a:lnTo>
                    <a:pt x="1539843" y="1158530"/>
                  </a:lnTo>
                  <a:lnTo>
                    <a:pt x="1586570" y="1102549"/>
                  </a:lnTo>
                  <a:close/>
                  <a:moveTo>
                    <a:pt x="906820" y="508877"/>
                  </a:moveTo>
                  <a:lnTo>
                    <a:pt x="968130" y="462251"/>
                  </a:lnTo>
                  <a:lnTo>
                    <a:pt x="905664" y="507362"/>
                  </a:lnTo>
                  <a:close/>
                  <a:moveTo>
                    <a:pt x="1818551" y="1353406"/>
                  </a:moveTo>
                  <a:lnTo>
                    <a:pt x="1779028" y="1293092"/>
                  </a:lnTo>
                  <a:lnTo>
                    <a:pt x="1771060" y="1298469"/>
                  </a:lnTo>
                  <a:close/>
                  <a:moveTo>
                    <a:pt x="1863682" y="1277215"/>
                  </a:moveTo>
                  <a:lnTo>
                    <a:pt x="1779028" y="1293092"/>
                  </a:lnTo>
                  <a:lnTo>
                    <a:pt x="1818551" y="1353406"/>
                  </a:lnTo>
                  <a:close/>
                  <a:moveTo>
                    <a:pt x="1836614" y="1264907"/>
                  </a:moveTo>
                  <a:lnTo>
                    <a:pt x="1779028" y="1293092"/>
                  </a:lnTo>
                  <a:lnTo>
                    <a:pt x="1863682" y="1277215"/>
                  </a:lnTo>
                  <a:close/>
                  <a:moveTo>
                    <a:pt x="1666831" y="815606"/>
                  </a:moveTo>
                  <a:lnTo>
                    <a:pt x="1728528" y="805144"/>
                  </a:lnTo>
                  <a:lnTo>
                    <a:pt x="1743686" y="765715"/>
                  </a:lnTo>
                  <a:close/>
                  <a:moveTo>
                    <a:pt x="1842413" y="794045"/>
                  </a:moveTo>
                  <a:lnTo>
                    <a:pt x="1767881" y="794047"/>
                  </a:lnTo>
                  <a:lnTo>
                    <a:pt x="1876255" y="866624"/>
                  </a:lnTo>
                  <a:close/>
                  <a:moveTo>
                    <a:pt x="1876255" y="866624"/>
                  </a:moveTo>
                  <a:lnTo>
                    <a:pt x="1942757" y="773059"/>
                  </a:lnTo>
                  <a:lnTo>
                    <a:pt x="1842413" y="794045"/>
                  </a:lnTo>
                  <a:close/>
                  <a:moveTo>
                    <a:pt x="1728528" y="805144"/>
                  </a:moveTo>
                  <a:lnTo>
                    <a:pt x="1767881" y="794047"/>
                  </a:lnTo>
                  <a:lnTo>
                    <a:pt x="1743686" y="765715"/>
                  </a:lnTo>
                  <a:close/>
                  <a:moveTo>
                    <a:pt x="1820040" y="772533"/>
                  </a:moveTo>
                  <a:lnTo>
                    <a:pt x="1767881" y="794047"/>
                  </a:lnTo>
                  <a:lnTo>
                    <a:pt x="1842413" y="794045"/>
                  </a:lnTo>
                  <a:close/>
                  <a:moveTo>
                    <a:pt x="1743686" y="765715"/>
                  </a:moveTo>
                  <a:lnTo>
                    <a:pt x="1767881" y="794047"/>
                  </a:lnTo>
                  <a:lnTo>
                    <a:pt x="1820040" y="772533"/>
                  </a:lnTo>
                  <a:close/>
                  <a:moveTo>
                    <a:pt x="1390224" y="218652"/>
                  </a:moveTo>
                  <a:lnTo>
                    <a:pt x="1384824" y="259966"/>
                  </a:lnTo>
                  <a:lnTo>
                    <a:pt x="1453961" y="191201"/>
                  </a:lnTo>
                  <a:close/>
                  <a:moveTo>
                    <a:pt x="1715006" y="443282"/>
                  </a:moveTo>
                  <a:lnTo>
                    <a:pt x="1775161" y="452992"/>
                  </a:lnTo>
                  <a:lnTo>
                    <a:pt x="1719904" y="437846"/>
                  </a:lnTo>
                  <a:close/>
                  <a:moveTo>
                    <a:pt x="1775161" y="452992"/>
                  </a:moveTo>
                  <a:lnTo>
                    <a:pt x="1792351" y="399410"/>
                  </a:lnTo>
                  <a:lnTo>
                    <a:pt x="1719904" y="437846"/>
                  </a:lnTo>
                  <a:close/>
                  <a:moveTo>
                    <a:pt x="1529179" y="166277"/>
                  </a:moveTo>
                  <a:lnTo>
                    <a:pt x="1519666" y="270255"/>
                  </a:lnTo>
                  <a:lnTo>
                    <a:pt x="1565817" y="152765"/>
                  </a:lnTo>
                  <a:close/>
                  <a:moveTo>
                    <a:pt x="1453961" y="191201"/>
                  </a:moveTo>
                  <a:lnTo>
                    <a:pt x="1519666" y="270255"/>
                  </a:lnTo>
                  <a:lnTo>
                    <a:pt x="1529179" y="166277"/>
                  </a:lnTo>
                  <a:close/>
                  <a:moveTo>
                    <a:pt x="1433649" y="108986"/>
                  </a:moveTo>
                  <a:lnTo>
                    <a:pt x="1529179" y="166277"/>
                  </a:lnTo>
                  <a:lnTo>
                    <a:pt x="1505953" y="85068"/>
                  </a:lnTo>
                  <a:close/>
                  <a:moveTo>
                    <a:pt x="1433649" y="108986"/>
                  </a:moveTo>
                  <a:lnTo>
                    <a:pt x="1453961" y="191201"/>
                  </a:lnTo>
                  <a:lnTo>
                    <a:pt x="1529179" y="166277"/>
                  </a:lnTo>
                  <a:close/>
                  <a:moveTo>
                    <a:pt x="1565817" y="152765"/>
                  </a:moveTo>
                  <a:lnTo>
                    <a:pt x="1548278" y="70549"/>
                  </a:lnTo>
                  <a:lnTo>
                    <a:pt x="1529179" y="166277"/>
                  </a:lnTo>
                  <a:close/>
                  <a:moveTo>
                    <a:pt x="1548278" y="70549"/>
                  </a:moveTo>
                  <a:lnTo>
                    <a:pt x="1505953" y="85068"/>
                  </a:lnTo>
                  <a:lnTo>
                    <a:pt x="1529179" y="166277"/>
                  </a:lnTo>
                  <a:close/>
                  <a:moveTo>
                    <a:pt x="1775161" y="452992"/>
                  </a:moveTo>
                  <a:lnTo>
                    <a:pt x="1810949" y="458757"/>
                  </a:lnTo>
                  <a:lnTo>
                    <a:pt x="1792351" y="399410"/>
                  </a:lnTo>
                  <a:close/>
                  <a:moveTo>
                    <a:pt x="1792351" y="399410"/>
                  </a:moveTo>
                  <a:lnTo>
                    <a:pt x="1852403" y="443189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792351" y="399410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817159" y="331359"/>
                  </a:lnTo>
                  <a:lnTo>
                    <a:pt x="1792351" y="399410"/>
                  </a:lnTo>
                  <a:close/>
                  <a:moveTo>
                    <a:pt x="1876511" y="338060"/>
                  </a:moveTo>
                  <a:lnTo>
                    <a:pt x="1910037" y="278758"/>
                  </a:lnTo>
                  <a:lnTo>
                    <a:pt x="1823624" y="317195"/>
                  </a:lnTo>
                  <a:close/>
                  <a:moveTo>
                    <a:pt x="1548278" y="70549"/>
                  </a:moveTo>
                  <a:lnTo>
                    <a:pt x="1662713" y="96023"/>
                  </a:lnTo>
                  <a:lnTo>
                    <a:pt x="1634493" y="41159"/>
                  </a:lnTo>
                  <a:close/>
                  <a:moveTo>
                    <a:pt x="1655227" y="114329"/>
                  </a:moveTo>
                  <a:lnTo>
                    <a:pt x="1662713" y="96023"/>
                  </a:lnTo>
                  <a:lnTo>
                    <a:pt x="1548278" y="70549"/>
                  </a:lnTo>
                  <a:close/>
                  <a:moveTo>
                    <a:pt x="1565817" y="152765"/>
                  </a:moveTo>
                  <a:lnTo>
                    <a:pt x="1655227" y="114329"/>
                  </a:lnTo>
                  <a:lnTo>
                    <a:pt x="1548278" y="70549"/>
                  </a:lnTo>
                  <a:close/>
                  <a:moveTo>
                    <a:pt x="1711561" y="0"/>
                  </a:moveTo>
                  <a:lnTo>
                    <a:pt x="1634493" y="41159"/>
                  </a:lnTo>
                  <a:lnTo>
                    <a:pt x="1672543" y="32113"/>
                  </a:lnTo>
                  <a:close/>
                  <a:moveTo>
                    <a:pt x="1634493" y="41159"/>
                  </a:moveTo>
                  <a:lnTo>
                    <a:pt x="1662713" y="96023"/>
                  </a:lnTo>
                  <a:lnTo>
                    <a:pt x="1672543" y="32113"/>
                  </a:lnTo>
                  <a:close/>
                  <a:moveTo>
                    <a:pt x="1662713" y="96023"/>
                  </a:moveTo>
                  <a:lnTo>
                    <a:pt x="1655227" y="114329"/>
                  </a:lnTo>
                  <a:lnTo>
                    <a:pt x="1686718" y="98792"/>
                  </a:lnTo>
                  <a:close/>
                  <a:moveTo>
                    <a:pt x="1742381" y="14040"/>
                  </a:moveTo>
                  <a:lnTo>
                    <a:pt x="1672543" y="32113"/>
                  </a:lnTo>
                  <a:lnTo>
                    <a:pt x="1785952" y="62934"/>
                  </a:lnTo>
                  <a:close/>
                  <a:moveTo>
                    <a:pt x="1672543" y="32113"/>
                  </a:moveTo>
                  <a:lnTo>
                    <a:pt x="1662713" y="96023"/>
                  </a:lnTo>
                  <a:lnTo>
                    <a:pt x="1785952" y="62934"/>
                  </a:lnTo>
                  <a:close/>
                  <a:moveTo>
                    <a:pt x="1785952" y="62934"/>
                  </a:moveTo>
                  <a:lnTo>
                    <a:pt x="1662713" y="96023"/>
                  </a:lnTo>
                  <a:lnTo>
                    <a:pt x="1754470" y="75891"/>
                  </a:lnTo>
                  <a:close/>
                  <a:moveTo>
                    <a:pt x="1711561" y="0"/>
                  </a:moveTo>
                  <a:lnTo>
                    <a:pt x="1672543" y="32113"/>
                  </a:lnTo>
                  <a:lnTo>
                    <a:pt x="1742381" y="14040"/>
                  </a:lnTo>
                  <a:close/>
                  <a:moveTo>
                    <a:pt x="1742381" y="14040"/>
                  </a:moveTo>
                  <a:lnTo>
                    <a:pt x="1785952" y="62934"/>
                  </a:lnTo>
                  <a:lnTo>
                    <a:pt x="1848664" y="1874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11" name="Candidate_density__2110">
              <a:extLst>
                <a:ext uri="{FF2B5EF4-FFF2-40B4-BE49-F238E27FC236}">
                  <a16:creationId xmlns:a16="http://schemas.microsoft.com/office/drawing/2014/main" id="{D67015CD-67D2-4A19-30BB-A163731B393E}"/>
                </a:ext>
              </a:extLst>
            </p:cNvPr>
            <p:cNvSpPr>
              <a:spLocks noGrp="1"/>
            </p:cNvSpPr>
            <p:nvPr/>
          </p:nvSpPr>
          <p:spPr>
            <a:xfrm>
              <a:off x="3737049" y="1508053"/>
              <a:ext cx="2331823" cy="3066072"/>
            </a:xfrm>
            <a:custGeom>
              <a:avLst/>
              <a:gdLst/>
              <a:ahLst/>
              <a:cxnLst/>
              <a:rect l="0" t="0" r="0" b="0"/>
              <a:pathLst>
                <a:path w="2331823" h="3066072">
                  <a:moveTo>
                    <a:pt x="815750" y="2207873"/>
                  </a:moveTo>
                  <a:lnTo>
                    <a:pt x="797981" y="2212366"/>
                  </a:lnTo>
                  <a:lnTo>
                    <a:pt x="810836" y="2302007"/>
                  </a:lnTo>
                  <a:close/>
                  <a:moveTo>
                    <a:pt x="797981" y="2212366"/>
                  </a:moveTo>
                  <a:lnTo>
                    <a:pt x="815750" y="2207873"/>
                  </a:lnTo>
                  <a:lnTo>
                    <a:pt x="797573" y="2185689"/>
                  </a:lnTo>
                  <a:close/>
                  <a:moveTo>
                    <a:pt x="302549" y="1467938"/>
                  </a:moveTo>
                  <a:lnTo>
                    <a:pt x="187504" y="1506374"/>
                  </a:lnTo>
                  <a:lnTo>
                    <a:pt x="313844" y="1550152"/>
                  </a:lnTo>
                  <a:close/>
                  <a:moveTo>
                    <a:pt x="241847" y="1385722"/>
                  </a:moveTo>
                  <a:lnTo>
                    <a:pt x="187504" y="1506374"/>
                  </a:lnTo>
                  <a:lnTo>
                    <a:pt x="302549" y="1467938"/>
                  </a:lnTo>
                  <a:close/>
                  <a:moveTo>
                    <a:pt x="759761" y="2043253"/>
                  </a:moveTo>
                  <a:lnTo>
                    <a:pt x="764529" y="1922791"/>
                  </a:lnTo>
                  <a:lnTo>
                    <a:pt x="699395" y="1931646"/>
                  </a:lnTo>
                  <a:close/>
                  <a:moveTo>
                    <a:pt x="644412" y="1876254"/>
                  </a:moveTo>
                  <a:lnTo>
                    <a:pt x="635177" y="1879013"/>
                  </a:lnTo>
                  <a:lnTo>
                    <a:pt x="699395" y="1931646"/>
                  </a:lnTo>
                  <a:close/>
                  <a:moveTo>
                    <a:pt x="721988" y="1840576"/>
                  </a:moveTo>
                  <a:lnTo>
                    <a:pt x="644412" y="1876254"/>
                  </a:lnTo>
                  <a:lnTo>
                    <a:pt x="699395" y="1931646"/>
                  </a:lnTo>
                  <a:close/>
                  <a:moveTo>
                    <a:pt x="640149" y="1875763"/>
                  </a:moveTo>
                  <a:lnTo>
                    <a:pt x="635177" y="1879013"/>
                  </a:lnTo>
                  <a:lnTo>
                    <a:pt x="644412" y="1876254"/>
                  </a:lnTo>
                  <a:close/>
                  <a:moveTo>
                    <a:pt x="724331" y="1758361"/>
                  </a:moveTo>
                  <a:lnTo>
                    <a:pt x="644412" y="1876254"/>
                  </a:lnTo>
                  <a:lnTo>
                    <a:pt x="721988" y="1840576"/>
                  </a:lnTo>
                  <a:close/>
                  <a:moveTo>
                    <a:pt x="302549" y="1467938"/>
                  </a:moveTo>
                  <a:lnTo>
                    <a:pt x="371204" y="1490991"/>
                  </a:lnTo>
                  <a:lnTo>
                    <a:pt x="309799" y="1466051"/>
                  </a:lnTo>
                  <a:close/>
                  <a:moveTo>
                    <a:pt x="359051" y="1511716"/>
                  </a:moveTo>
                  <a:lnTo>
                    <a:pt x="371204" y="1490991"/>
                  </a:lnTo>
                  <a:lnTo>
                    <a:pt x="302549" y="1467938"/>
                  </a:lnTo>
                  <a:close/>
                  <a:moveTo>
                    <a:pt x="313844" y="1550152"/>
                  </a:moveTo>
                  <a:lnTo>
                    <a:pt x="359051" y="1511716"/>
                  </a:lnTo>
                  <a:lnTo>
                    <a:pt x="302549" y="1467938"/>
                  </a:lnTo>
                  <a:close/>
                  <a:moveTo>
                    <a:pt x="420268" y="1395777"/>
                  </a:moveTo>
                  <a:lnTo>
                    <a:pt x="377429" y="1347285"/>
                  </a:lnTo>
                  <a:lnTo>
                    <a:pt x="406409" y="1448101"/>
                  </a:lnTo>
                  <a:close/>
                  <a:moveTo>
                    <a:pt x="406409" y="1448101"/>
                  </a:moveTo>
                  <a:lnTo>
                    <a:pt x="377429" y="1347285"/>
                  </a:lnTo>
                  <a:lnTo>
                    <a:pt x="307112" y="1368143"/>
                  </a:lnTo>
                  <a:close/>
                  <a:moveTo>
                    <a:pt x="406409" y="1448101"/>
                  </a:moveTo>
                  <a:lnTo>
                    <a:pt x="307112" y="1368143"/>
                  </a:lnTo>
                  <a:lnTo>
                    <a:pt x="309799" y="1466051"/>
                  </a:lnTo>
                  <a:close/>
                  <a:moveTo>
                    <a:pt x="406409" y="1448101"/>
                  </a:moveTo>
                  <a:lnTo>
                    <a:pt x="309799" y="1466051"/>
                  </a:lnTo>
                  <a:lnTo>
                    <a:pt x="434590" y="1449323"/>
                  </a:lnTo>
                  <a:close/>
                  <a:moveTo>
                    <a:pt x="309799" y="1466051"/>
                  </a:moveTo>
                  <a:lnTo>
                    <a:pt x="371204" y="1490991"/>
                  </a:lnTo>
                  <a:lnTo>
                    <a:pt x="434590" y="1449323"/>
                  </a:lnTo>
                  <a:close/>
                  <a:moveTo>
                    <a:pt x="883" y="1139077"/>
                  </a:moveTo>
                  <a:lnTo>
                    <a:pt x="0" y="1154298"/>
                  </a:lnTo>
                  <a:lnTo>
                    <a:pt x="9105" y="1128366"/>
                  </a:lnTo>
                  <a:close/>
                  <a:moveTo>
                    <a:pt x="413022" y="1432143"/>
                  </a:moveTo>
                  <a:lnTo>
                    <a:pt x="457019" y="1406956"/>
                  </a:lnTo>
                  <a:lnTo>
                    <a:pt x="434590" y="1449323"/>
                  </a:lnTo>
                  <a:close/>
                  <a:moveTo>
                    <a:pt x="364361" y="1321600"/>
                  </a:moveTo>
                  <a:lnTo>
                    <a:pt x="457019" y="1406956"/>
                  </a:lnTo>
                  <a:lnTo>
                    <a:pt x="461064" y="1391065"/>
                  </a:lnTo>
                  <a:close/>
                  <a:moveTo>
                    <a:pt x="377429" y="1347285"/>
                  </a:moveTo>
                  <a:lnTo>
                    <a:pt x="457019" y="1406956"/>
                  </a:lnTo>
                  <a:lnTo>
                    <a:pt x="364361" y="1321600"/>
                  </a:lnTo>
                  <a:close/>
                  <a:moveTo>
                    <a:pt x="420268" y="1395777"/>
                  </a:moveTo>
                  <a:lnTo>
                    <a:pt x="457019" y="1406956"/>
                  </a:lnTo>
                  <a:lnTo>
                    <a:pt x="377429" y="1347285"/>
                  </a:lnTo>
                  <a:close/>
                  <a:moveTo>
                    <a:pt x="377429" y="1347285"/>
                  </a:moveTo>
                  <a:lnTo>
                    <a:pt x="373494" y="1284353"/>
                  </a:lnTo>
                  <a:lnTo>
                    <a:pt x="414352" y="1226634"/>
                  </a:lnTo>
                  <a:close/>
                  <a:moveTo>
                    <a:pt x="314754" y="1182855"/>
                  </a:moveTo>
                  <a:lnTo>
                    <a:pt x="414352" y="1226634"/>
                  </a:lnTo>
                  <a:lnTo>
                    <a:pt x="366489" y="1144419"/>
                  </a:lnTo>
                  <a:close/>
                  <a:moveTo>
                    <a:pt x="819936" y="1694056"/>
                  </a:moveTo>
                  <a:lnTo>
                    <a:pt x="893064" y="1618448"/>
                  </a:lnTo>
                  <a:lnTo>
                    <a:pt x="882023" y="1604080"/>
                  </a:lnTo>
                  <a:close/>
                  <a:moveTo>
                    <a:pt x="819936" y="1694056"/>
                  </a:moveTo>
                  <a:lnTo>
                    <a:pt x="882023" y="1604080"/>
                  </a:lnTo>
                  <a:lnTo>
                    <a:pt x="808541" y="1603228"/>
                  </a:lnTo>
                  <a:close/>
                  <a:moveTo>
                    <a:pt x="716385" y="1617556"/>
                  </a:moveTo>
                  <a:lnTo>
                    <a:pt x="808541" y="1603228"/>
                  </a:lnTo>
                  <a:lnTo>
                    <a:pt x="767194" y="1536750"/>
                  </a:lnTo>
                  <a:close/>
                  <a:moveTo>
                    <a:pt x="808541" y="1603228"/>
                  </a:moveTo>
                  <a:lnTo>
                    <a:pt x="882023" y="1604080"/>
                  </a:lnTo>
                  <a:lnTo>
                    <a:pt x="834843" y="1542345"/>
                  </a:lnTo>
                  <a:close/>
                  <a:moveTo>
                    <a:pt x="808541" y="1603228"/>
                  </a:moveTo>
                  <a:lnTo>
                    <a:pt x="834843" y="1542345"/>
                  </a:lnTo>
                  <a:lnTo>
                    <a:pt x="767194" y="1536750"/>
                  </a:lnTo>
                  <a:close/>
                  <a:moveTo>
                    <a:pt x="882023" y="1604080"/>
                  </a:moveTo>
                  <a:lnTo>
                    <a:pt x="893064" y="1618448"/>
                  </a:lnTo>
                  <a:lnTo>
                    <a:pt x="968356" y="1621293"/>
                  </a:lnTo>
                  <a:close/>
                  <a:moveTo>
                    <a:pt x="366489" y="1144419"/>
                  </a:moveTo>
                  <a:lnTo>
                    <a:pt x="453923" y="1109196"/>
                  </a:lnTo>
                  <a:lnTo>
                    <a:pt x="356247" y="1062204"/>
                  </a:lnTo>
                  <a:close/>
                  <a:moveTo>
                    <a:pt x="1045589" y="1631400"/>
                  </a:moveTo>
                  <a:lnTo>
                    <a:pt x="1035468" y="1643052"/>
                  </a:lnTo>
                  <a:lnTo>
                    <a:pt x="1091430" y="1655112"/>
                  </a:lnTo>
                  <a:close/>
                  <a:moveTo>
                    <a:pt x="2286213" y="3040708"/>
                  </a:moveTo>
                  <a:lnTo>
                    <a:pt x="2306708" y="3066072"/>
                  </a:lnTo>
                  <a:lnTo>
                    <a:pt x="2305925" y="3035829"/>
                  </a:lnTo>
                  <a:close/>
                  <a:moveTo>
                    <a:pt x="1139025" y="1643052"/>
                  </a:moveTo>
                  <a:lnTo>
                    <a:pt x="1193755" y="1691505"/>
                  </a:lnTo>
                  <a:lnTo>
                    <a:pt x="1195687" y="1630945"/>
                  </a:lnTo>
                  <a:close/>
                  <a:moveTo>
                    <a:pt x="449290" y="858680"/>
                  </a:moveTo>
                  <a:lnTo>
                    <a:pt x="499062" y="872315"/>
                  </a:lnTo>
                  <a:lnTo>
                    <a:pt x="580330" y="854755"/>
                  </a:lnTo>
                  <a:close/>
                  <a:moveTo>
                    <a:pt x="580330" y="854755"/>
                  </a:moveTo>
                  <a:lnTo>
                    <a:pt x="604135" y="864680"/>
                  </a:lnTo>
                  <a:lnTo>
                    <a:pt x="599156" y="861686"/>
                  </a:lnTo>
                  <a:close/>
                  <a:moveTo>
                    <a:pt x="520558" y="846480"/>
                  </a:moveTo>
                  <a:lnTo>
                    <a:pt x="580330" y="854755"/>
                  </a:lnTo>
                  <a:lnTo>
                    <a:pt x="599156" y="861686"/>
                  </a:lnTo>
                  <a:close/>
                  <a:moveTo>
                    <a:pt x="638591" y="880065"/>
                  </a:moveTo>
                  <a:lnTo>
                    <a:pt x="663410" y="886722"/>
                  </a:lnTo>
                  <a:lnTo>
                    <a:pt x="735780" y="878643"/>
                  </a:lnTo>
                  <a:close/>
                  <a:moveTo>
                    <a:pt x="1950202" y="2353929"/>
                  </a:moveTo>
                  <a:lnTo>
                    <a:pt x="1928996" y="2426766"/>
                  </a:lnTo>
                  <a:lnTo>
                    <a:pt x="2006885" y="2396522"/>
                  </a:lnTo>
                  <a:close/>
                  <a:moveTo>
                    <a:pt x="992822" y="1274318"/>
                  </a:moveTo>
                  <a:lnTo>
                    <a:pt x="987936" y="1264098"/>
                  </a:lnTo>
                  <a:lnTo>
                    <a:pt x="987067" y="1275755"/>
                  </a:lnTo>
                  <a:close/>
                  <a:moveTo>
                    <a:pt x="992822" y="1274318"/>
                  </a:moveTo>
                  <a:lnTo>
                    <a:pt x="994555" y="1275755"/>
                  </a:lnTo>
                  <a:lnTo>
                    <a:pt x="987936" y="1264098"/>
                  </a:lnTo>
                  <a:close/>
                  <a:moveTo>
                    <a:pt x="917572" y="1074719"/>
                  </a:moveTo>
                  <a:lnTo>
                    <a:pt x="914446" y="1052786"/>
                  </a:lnTo>
                  <a:lnTo>
                    <a:pt x="848605" y="990673"/>
                  </a:lnTo>
                  <a:close/>
                  <a:moveTo>
                    <a:pt x="848605" y="990673"/>
                  </a:moveTo>
                  <a:lnTo>
                    <a:pt x="782110" y="1029109"/>
                  </a:lnTo>
                  <a:lnTo>
                    <a:pt x="917572" y="1074719"/>
                  </a:lnTo>
                  <a:close/>
                  <a:moveTo>
                    <a:pt x="917572" y="1074719"/>
                  </a:moveTo>
                  <a:lnTo>
                    <a:pt x="923601" y="1072889"/>
                  </a:lnTo>
                  <a:lnTo>
                    <a:pt x="914446" y="1052786"/>
                  </a:lnTo>
                  <a:close/>
                  <a:moveTo>
                    <a:pt x="714696" y="918284"/>
                  </a:moveTo>
                  <a:lnTo>
                    <a:pt x="774104" y="1021929"/>
                  </a:lnTo>
                  <a:lnTo>
                    <a:pt x="792476" y="915643"/>
                  </a:lnTo>
                  <a:close/>
                  <a:moveTo>
                    <a:pt x="792476" y="915643"/>
                  </a:moveTo>
                  <a:lnTo>
                    <a:pt x="774104" y="1021929"/>
                  </a:lnTo>
                  <a:lnTo>
                    <a:pt x="823464" y="908458"/>
                  </a:lnTo>
                  <a:close/>
                  <a:moveTo>
                    <a:pt x="823464" y="908458"/>
                  </a:moveTo>
                  <a:lnTo>
                    <a:pt x="782110" y="1029109"/>
                  </a:lnTo>
                  <a:lnTo>
                    <a:pt x="848605" y="990673"/>
                  </a:lnTo>
                  <a:close/>
                  <a:moveTo>
                    <a:pt x="588535" y="860168"/>
                  </a:moveTo>
                  <a:lnTo>
                    <a:pt x="663410" y="886722"/>
                  </a:lnTo>
                  <a:lnTo>
                    <a:pt x="604135" y="864680"/>
                  </a:lnTo>
                  <a:close/>
                  <a:moveTo>
                    <a:pt x="714696" y="918284"/>
                  </a:moveTo>
                  <a:lnTo>
                    <a:pt x="663410" y="886722"/>
                  </a:lnTo>
                  <a:lnTo>
                    <a:pt x="588535" y="860168"/>
                  </a:lnTo>
                  <a:close/>
                  <a:moveTo>
                    <a:pt x="714696" y="918284"/>
                  </a:moveTo>
                  <a:lnTo>
                    <a:pt x="735780" y="878643"/>
                  </a:lnTo>
                  <a:lnTo>
                    <a:pt x="663410" y="886722"/>
                  </a:lnTo>
                  <a:close/>
                  <a:moveTo>
                    <a:pt x="580330" y="854755"/>
                  </a:moveTo>
                  <a:lnTo>
                    <a:pt x="553059" y="864680"/>
                  </a:lnTo>
                  <a:lnTo>
                    <a:pt x="588535" y="860168"/>
                  </a:lnTo>
                  <a:close/>
                  <a:moveTo>
                    <a:pt x="588535" y="860168"/>
                  </a:moveTo>
                  <a:lnTo>
                    <a:pt x="604135" y="864680"/>
                  </a:lnTo>
                  <a:lnTo>
                    <a:pt x="580330" y="854755"/>
                  </a:lnTo>
                  <a:close/>
                  <a:moveTo>
                    <a:pt x="1339110" y="1310699"/>
                  </a:moveTo>
                  <a:lnTo>
                    <a:pt x="1241794" y="1401749"/>
                  </a:lnTo>
                  <a:lnTo>
                    <a:pt x="1294202" y="1363312"/>
                  </a:lnTo>
                  <a:close/>
                  <a:moveTo>
                    <a:pt x="1339110" y="1310699"/>
                  </a:moveTo>
                  <a:lnTo>
                    <a:pt x="1295221" y="1361808"/>
                  </a:lnTo>
                  <a:lnTo>
                    <a:pt x="1241794" y="1401749"/>
                  </a:lnTo>
                  <a:close/>
                  <a:moveTo>
                    <a:pt x="816461" y="826243"/>
                  </a:moveTo>
                  <a:lnTo>
                    <a:pt x="901770" y="887381"/>
                  </a:lnTo>
                  <a:lnTo>
                    <a:pt x="887749" y="798687"/>
                  </a:lnTo>
                  <a:close/>
                  <a:moveTo>
                    <a:pt x="830073" y="705591"/>
                  </a:moveTo>
                  <a:lnTo>
                    <a:pt x="887749" y="798687"/>
                  </a:lnTo>
                  <a:lnTo>
                    <a:pt x="898161" y="776696"/>
                  </a:lnTo>
                  <a:close/>
                  <a:moveTo>
                    <a:pt x="816461" y="826243"/>
                  </a:moveTo>
                  <a:lnTo>
                    <a:pt x="887749" y="798687"/>
                  </a:lnTo>
                  <a:lnTo>
                    <a:pt x="830073" y="705591"/>
                  </a:lnTo>
                  <a:close/>
                  <a:moveTo>
                    <a:pt x="1676695" y="1736903"/>
                  </a:moveTo>
                  <a:lnTo>
                    <a:pt x="1661738" y="1794698"/>
                  </a:lnTo>
                  <a:lnTo>
                    <a:pt x="1669274" y="1774388"/>
                  </a:lnTo>
                  <a:close/>
                  <a:moveTo>
                    <a:pt x="2101520" y="2079901"/>
                  </a:moveTo>
                  <a:lnTo>
                    <a:pt x="2083630" y="2143734"/>
                  </a:lnTo>
                  <a:lnTo>
                    <a:pt x="2189850" y="2168775"/>
                  </a:lnTo>
                  <a:close/>
                  <a:moveTo>
                    <a:pt x="2046015" y="2103248"/>
                  </a:moveTo>
                  <a:lnTo>
                    <a:pt x="2083630" y="2143734"/>
                  </a:lnTo>
                  <a:lnTo>
                    <a:pt x="2101520" y="2079901"/>
                  </a:lnTo>
                  <a:close/>
                  <a:moveTo>
                    <a:pt x="1723363" y="1696182"/>
                  </a:moveTo>
                  <a:lnTo>
                    <a:pt x="1676695" y="1736903"/>
                  </a:lnTo>
                  <a:lnTo>
                    <a:pt x="1669274" y="1774388"/>
                  </a:lnTo>
                  <a:close/>
                  <a:moveTo>
                    <a:pt x="1339110" y="1310699"/>
                  </a:moveTo>
                  <a:lnTo>
                    <a:pt x="1399638" y="1325544"/>
                  </a:lnTo>
                  <a:lnTo>
                    <a:pt x="1414542" y="1314068"/>
                  </a:lnTo>
                  <a:close/>
                  <a:moveTo>
                    <a:pt x="1431852" y="959578"/>
                  </a:moveTo>
                  <a:lnTo>
                    <a:pt x="1429232" y="938591"/>
                  </a:lnTo>
                  <a:lnTo>
                    <a:pt x="1353969" y="962304"/>
                  </a:lnTo>
                  <a:close/>
                  <a:moveTo>
                    <a:pt x="1431852" y="959578"/>
                  </a:moveTo>
                  <a:lnTo>
                    <a:pt x="1441144" y="957579"/>
                  </a:lnTo>
                  <a:lnTo>
                    <a:pt x="1429232" y="938591"/>
                  </a:lnTo>
                  <a:close/>
                  <a:moveTo>
                    <a:pt x="1832196" y="1394031"/>
                  </a:moveTo>
                  <a:lnTo>
                    <a:pt x="1881583" y="1336784"/>
                  </a:lnTo>
                  <a:lnTo>
                    <a:pt x="1845564" y="1380555"/>
                  </a:lnTo>
                  <a:close/>
                  <a:moveTo>
                    <a:pt x="1181964" y="440996"/>
                  </a:moveTo>
                  <a:lnTo>
                    <a:pt x="1101633" y="445711"/>
                  </a:lnTo>
                  <a:lnTo>
                    <a:pt x="1209976" y="460941"/>
                  </a:lnTo>
                  <a:close/>
                  <a:moveTo>
                    <a:pt x="1893740" y="1326901"/>
                  </a:moveTo>
                  <a:lnTo>
                    <a:pt x="2008548" y="1294156"/>
                  </a:lnTo>
                  <a:lnTo>
                    <a:pt x="1897365" y="1223861"/>
                  </a:lnTo>
                  <a:close/>
                  <a:moveTo>
                    <a:pt x="1826938" y="1220525"/>
                  </a:moveTo>
                  <a:lnTo>
                    <a:pt x="1887612" y="1131699"/>
                  </a:lnTo>
                  <a:lnTo>
                    <a:pt x="1781690" y="1157219"/>
                  </a:lnTo>
                  <a:close/>
                  <a:moveTo>
                    <a:pt x="1698396" y="1164343"/>
                  </a:moveTo>
                  <a:lnTo>
                    <a:pt x="1781690" y="1157219"/>
                  </a:lnTo>
                  <a:lnTo>
                    <a:pt x="1764127" y="1139530"/>
                  </a:lnTo>
                  <a:close/>
                  <a:moveTo>
                    <a:pt x="1781690" y="1157219"/>
                  </a:moveTo>
                  <a:lnTo>
                    <a:pt x="1887612" y="1131699"/>
                  </a:lnTo>
                  <a:lnTo>
                    <a:pt x="1828416" y="1101238"/>
                  </a:lnTo>
                  <a:close/>
                  <a:moveTo>
                    <a:pt x="1282560" y="559397"/>
                  </a:moveTo>
                  <a:lnTo>
                    <a:pt x="1363298" y="540328"/>
                  </a:lnTo>
                  <a:lnTo>
                    <a:pt x="1303827" y="502607"/>
                  </a:lnTo>
                  <a:close/>
                  <a:moveTo>
                    <a:pt x="1282560" y="559397"/>
                  </a:moveTo>
                  <a:lnTo>
                    <a:pt x="1303827" y="502607"/>
                  </a:lnTo>
                  <a:lnTo>
                    <a:pt x="1242826" y="491608"/>
                  </a:lnTo>
                  <a:close/>
                  <a:moveTo>
                    <a:pt x="1148666" y="507566"/>
                  </a:moveTo>
                  <a:lnTo>
                    <a:pt x="1242826" y="491608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292971" y="492589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303827" y="502607"/>
                  </a:lnTo>
                  <a:lnTo>
                    <a:pt x="1292971" y="492589"/>
                  </a:lnTo>
                  <a:close/>
                  <a:moveTo>
                    <a:pt x="2152071" y="1338158"/>
                  </a:moveTo>
                  <a:lnTo>
                    <a:pt x="2105529" y="1275905"/>
                  </a:lnTo>
                  <a:lnTo>
                    <a:pt x="2060398" y="1352096"/>
                  </a:lnTo>
                  <a:close/>
                  <a:moveTo>
                    <a:pt x="2152071" y="1338158"/>
                  </a:moveTo>
                  <a:lnTo>
                    <a:pt x="2183420" y="1273172"/>
                  </a:lnTo>
                  <a:lnTo>
                    <a:pt x="2105529" y="1275905"/>
                  </a:lnTo>
                  <a:close/>
                  <a:moveTo>
                    <a:pt x="1379099" y="541504"/>
                  </a:moveTo>
                  <a:lnTo>
                    <a:pt x="1386031" y="551845"/>
                  </a:lnTo>
                  <a:lnTo>
                    <a:pt x="1363298" y="540328"/>
                  </a:lnTo>
                  <a:close/>
                  <a:moveTo>
                    <a:pt x="2007932" y="848153"/>
                  </a:moveTo>
                  <a:lnTo>
                    <a:pt x="1970375" y="803833"/>
                  </a:lnTo>
                  <a:lnTo>
                    <a:pt x="2013298" y="889925"/>
                  </a:lnTo>
                  <a:close/>
                  <a:moveTo>
                    <a:pt x="2013298" y="889925"/>
                  </a:moveTo>
                  <a:lnTo>
                    <a:pt x="1970375" y="803833"/>
                  </a:lnTo>
                  <a:lnTo>
                    <a:pt x="1908678" y="814295"/>
                  </a:lnTo>
                  <a:close/>
                  <a:moveTo>
                    <a:pt x="2013298" y="889925"/>
                  </a:moveTo>
                  <a:lnTo>
                    <a:pt x="1908678" y="814295"/>
                  </a:lnTo>
                  <a:lnTo>
                    <a:pt x="1942185" y="887147"/>
                  </a:lnTo>
                  <a:close/>
                  <a:moveTo>
                    <a:pt x="2013298" y="889925"/>
                  </a:moveTo>
                  <a:lnTo>
                    <a:pt x="2033908" y="886048"/>
                  </a:lnTo>
                  <a:lnTo>
                    <a:pt x="2007932" y="848153"/>
                  </a:lnTo>
                  <a:close/>
                  <a:moveTo>
                    <a:pt x="1985532" y="764405"/>
                  </a:moveTo>
                  <a:lnTo>
                    <a:pt x="1875373" y="760055"/>
                  </a:lnTo>
                  <a:lnTo>
                    <a:pt x="1908678" y="814295"/>
                  </a:lnTo>
                  <a:close/>
                  <a:moveTo>
                    <a:pt x="2154478" y="902204"/>
                  </a:moveTo>
                  <a:lnTo>
                    <a:pt x="2118101" y="865314"/>
                  </a:lnTo>
                  <a:lnTo>
                    <a:pt x="2033908" y="886048"/>
                  </a:lnTo>
                  <a:close/>
                  <a:moveTo>
                    <a:pt x="2118101" y="865314"/>
                  </a:moveTo>
                  <a:lnTo>
                    <a:pt x="2007932" y="848153"/>
                  </a:lnTo>
                  <a:lnTo>
                    <a:pt x="2033908" y="886048"/>
                  </a:lnTo>
                  <a:close/>
                  <a:moveTo>
                    <a:pt x="2009728" y="792736"/>
                  </a:moveTo>
                  <a:lnTo>
                    <a:pt x="2007932" y="848153"/>
                  </a:lnTo>
                  <a:lnTo>
                    <a:pt x="2118101" y="865314"/>
                  </a:lnTo>
                  <a:close/>
                  <a:moveTo>
                    <a:pt x="2118101" y="865314"/>
                  </a:moveTo>
                  <a:lnTo>
                    <a:pt x="2192387" y="865513"/>
                  </a:lnTo>
                  <a:lnTo>
                    <a:pt x="2184604" y="771749"/>
                  </a:lnTo>
                  <a:close/>
                  <a:moveTo>
                    <a:pt x="1970375" y="803833"/>
                  </a:moveTo>
                  <a:lnTo>
                    <a:pt x="2007932" y="848153"/>
                  </a:lnTo>
                  <a:lnTo>
                    <a:pt x="2009728" y="792736"/>
                  </a:lnTo>
                  <a:close/>
                  <a:moveTo>
                    <a:pt x="1756378" y="276967"/>
                  </a:moveTo>
                  <a:lnTo>
                    <a:pt x="1687136" y="310542"/>
                  </a:lnTo>
                  <a:lnTo>
                    <a:pt x="1763159" y="275102"/>
                  </a:lnTo>
                  <a:close/>
                  <a:moveTo>
                    <a:pt x="1763159" y="275102"/>
                  </a:moveTo>
                  <a:lnTo>
                    <a:pt x="1687136" y="310542"/>
                  </a:lnTo>
                  <a:lnTo>
                    <a:pt x="1660230" y="384130"/>
                  </a:lnTo>
                  <a:close/>
                  <a:moveTo>
                    <a:pt x="1763159" y="275102"/>
                  </a:moveTo>
                  <a:lnTo>
                    <a:pt x="1660230" y="384130"/>
                  </a:lnTo>
                  <a:lnTo>
                    <a:pt x="1698103" y="310526"/>
                  </a:lnTo>
                  <a:close/>
                  <a:moveTo>
                    <a:pt x="1695808" y="189891"/>
                  </a:moveTo>
                  <a:lnTo>
                    <a:pt x="1687136" y="310542"/>
                  </a:lnTo>
                  <a:lnTo>
                    <a:pt x="1761513" y="268945"/>
                  </a:lnTo>
                  <a:close/>
                  <a:moveTo>
                    <a:pt x="1761513" y="268945"/>
                  </a:moveTo>
                  <a:lnTo>
                    <a:pt x="1687136" y="310542"/>
                  </a:lnTo>
                  <a:lnTo>
                    <a:pt x="1756378" y="276967"/>
                  </a:lnTo>
                  <a:close/>
                  <a:moveTo>
                    <a:pt x="2211214" y="765397"/>
                  </a:moveTo>
                  <a:lnTo>
                    <a:pt x="2331823" y="809175"/>
                  </a:lnTo>
                  <a:lnTo>
                    <a:pt x="2283736" y="726960"/>
                  </a:lnTo>
                  <a:close/>
                  <a:moveTo>
                    <a:pt x="1893232" y="482766"/>
                  </a:moveTo>
                  <a:lnTo>
                    <a:pt x="1936363" y="491512"/>
                  </a:lnTo>
                  <a:lnTo>
                    <a:pt x="2017008" y="451682"/>
                  </a:lnTo>
                  <a:close/>
                  <a:moveTo>
                    <a:pt x="1956852" y="441972"/>
                  </a:moveTo>
                  <a:lnTo>
                    <a:pt x="1893232" y="482766"/>
                  </a:lnTo>
                  <a:lnTo>
                    <a:pt x="2017008" y="451682"/>
                  </a:lnTo>
                  <a:close/>
                  <a:moveTo>
                    <a:pt x="1761513" y="268945"/>
                  </a:moveTo>
                  <a:lnTo>
                    <a:pt x="1814369" y="272106"/>
                  </a:lnTo>
                  <a:lnTo>
                    <a:pt x="1807664" y="151454"/>
                  </a:lnTo>
                  <a:close/>
                  <a:moveTo>
                    <a:pt x="2278173" y="644745"/>
                  </a:moveTo>
                  <a:lnTo>
                    <a:pt x="2283736" y="726960"/>
                  </a:lnTo>
                  <a:lnTo>
                    <a:pt x="2331775" y="688524"/>
                  </a:lnTo>
                  <a:close/>
                  <a:moveTo>
                    <a:pt x="2328814" y="606308"/>
                  </a:moveTo>
                  <a:lnTo>
                    <a:pt x="2284588" y="616148"/>
                  </a:lnTo>
                  <a:lnTo>
                    <a:pt x="2278173" y="644745"/>
                  </a:lnTo>
                  <a:close/>
                  <a:moveTo>
                    <a:pt x="1807664" y="151454"/>
                  </a:moveTo>
                  <a:lnTo>
                    <a:pt x="1879954" y="217920"/>
                  </a:lnTo>
                  <a:lnTo>
                    <a:pt x="1897074" y="113018"/>
                  </a:lnTo>
                  <a:close/>
                  <a:moveTo>
                    <a:pt x="2118357" y="336750"/>
                  </a:moveTo>
                  <a:lnTo>
                    <a:pt x="2106008" y="359663"/>
                  </a:lnTo>
                  <a:lnTo>
                    <a:pt x="2127610" y="257031"/>
                  </a:lnTo>
                  <a:close/>
                  <a:moveTo>
                    <a:pt x="2074417" y="0"/>
                  </a:moveTo>
                  <a:lnTo>
                    <a:pt x="1984228" y="12730"/>
                  </a:lnTo>
                  <a:lnTo>
                    <a:pt x="2090511" y="17436"/>
                  </a:lnTo>
                  <a:close/>
                  <a:moveTo>
                    <a:pt x="2038867" y="68401"/>
                  </a:moveTo>
                  <a:lnTo>
                    <a:pt x="2090511" y="17436"/>
                  </a:lnTo>
                  <a:lnTo>
                    <a:pt x="2027799" y="61623"/>
                  </a:lnTo>
                  <a:close/>
                  <a:moveTo>
                    <a:pt x="2038867" y="68401"/>
                  </a:moveTo>
                  <a:lnTo>
                    <a:pt x="2126132" y="58047"/>
                  </a:lnTo>
                  <a:lnTo>
                    <a:pt x="2090511" y="1743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12" name="Candidate_density__2111">
              <a:extLst>
                <a:ext uri="{FF2B5EF4-FFF2-40B4-BE49-F238E27FC236}">
                  <a16:creationId xmlns:a16="http://schemas.microsoft.com/office/drawing/2014/main" id="{69A8DD55-38D1-73D9-33E8-6725A3AE5859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906152"/>
              <a:ext cx="2584609" cy="2098000"/>
            </a:xfrm>
            <a:custGeom>
              <a:avLst/>
              <a:gdLst/>
              <a:ahLst/>
              <a:cxnLst/>
              <a:rect l="0" t="0" r="0" b="0"/>
              <a:pathLst>
                <a:path w="2584609" h="2098000">
                  <a:moveTo>
                    <a:pt x="83157" y="1222197"/>
                  </a:moveTo>
                  <a:lnTo>
                    <a:pt x="0" y="1189942"/>
                  </a:lnTo>
                  <a:lnTo>
                    <a:pt x="19630" y="1199883"/>
                  </a:lnTo>
                  <a:close/>
                  <a:moveTo>
                    <a:pt x="619998" y="1886646"/>
                  </a:moveTo>
                  <a:lnTo>
                    <a:pt x="623406" y="1894875"/>
                  </a:lnTo>
                  <a:lnTo>
                    <a:pt x="637859" y="1902846"/>
                  </a:lnTo>
                  <a:close/>
                  <a:moveTo>
                    <a:pt x="719817" y="1930616"/>
                  </a:moveTo>
                  <a:lnTo>
                    <a:pt x="623406" y="1894875"/>
                  </a:lnTo>
                  <a:lnTo>
                    <a:pt x="668987" y="1918410"/>
                  </a:lnTo>
                  <a:close/>
                  <a:moveTo>
                    <a:pt x="719817" y="1930616"/>
                  </a:moveTo>
                  <a:lnTo>
                    <a:pt x="637859" y="1902846"/>
                  </a:lnTo>
                  <a:lnTo>
                    <a:pt x="623406" y="1894875"/>
                  </a:lnTo>
                  <a:close/>
                  <a:moveTo>
                    <a:pt x="179015" y="1311141"/>
                  </a:moveTo>
                  <a:lnTo>
                    <a:pt x="180087" y="1312271"/>
                  </a:lnTo>
                  <a:lnTo>
                    <a:pt x="182408" y="1314622"/>
                  </a:lnTo>
                  <a:close/>
                  <a:moveTo>
                    <a:pt x="179015" y="1311141"/>
                  </a:moveTo>
                  <a:lnTo>
                    <a:pt x="91248" y="1228926"/>
                  </a:lnTo>
                  <a:lnTo>
                    <a:pt x="129501" y="1253304"/>
                  </a:lnTo>
                  <a:close/>
                  <a:moveTo>
                    <a:pt x="797974" y="1944172"/>
                  </a:moveTo>
                  <a:lnTo>
                    <a:pt x="922685" y="1916588"/>
                  </a:lnTo>
                  <a:lnTo>
                    <a:pt x="842398" y="1895066"/>
                  </a:lnTo>
                  <a:close/>
                  <a:moveTo>
                    <a:pt x="637859" y="1902846"/>
                  </a:moveTo>
                  <a:lnTo>
                    <a:pt x="719817" y="1930616"/>
                  </a:lnTo>
                  <a:lnTo>
                    <a:pt x="771885" y="1910089"/>
                  </a:lnTo>
                  <a:close/>
                  <a:moveTo>
                    <a:pt x="91248" y="1228926"/>
                  </a:moveTo>
                  <a:lnTo>
                    <a:pt x="179015" y="1311141"/>
                  </a:lnTo>
                  <a:lnTo>
                    <a:pt x="92799" y="1222550"/>
                  </a:lnTo>
                  <a:close/>
                  <a:moveTo>
                    <a:pt x="83157" y="1222197"/>
                  </a:moveTo>
                  <a:lnTo>
                    <a:pt x="91248" y="1228926"/>
                  </a:lnTo>
                  <a:lnTo>
                    <a:pt x="92799" y="1222550"/>
                  </a:lnTo>
                  <a:close/>
                  <a:moveTo>
                    <a:pt x="1084402" y="2027362"/>
                  </a:moveTo>
                  <a:lnTo>
                    <a:pt x="1001178" y="1994858"/>
                  </a:lnTo>
                  <a:lnTo>
                    <a:pt x="1036937" y="2065097"/>
                  </a:lnTo>
                  <a:close/>
                  <a:moveTo>
                    <a:pt x="1036937" y="2065097"/>
                  </a:moveTo>
                  <a:lnTo>
                    <a:pt x="1105056" y="2041130"/>
                  </a:lnTo>
                  <a:lnTo>
                    <a:pt x="1084402" y="2027362"/>
                  </a:lnTo>
                  <a:close/>
                  <a:moveTo>
                    <a:pt x="922685" y="1916588"/>
                  </a:moveTo>
                  <a:lnTo>
                    <a:pt x="939502" y="1819669"/>
                  </a:lnTo>
                  <a:lnTo>
                    <a:pt x="939968" y="1809774"/>
                  </a:lnTo>
                  <a:close/>
                  <a:moveTo>
                    <a:pt x="893723" y="1871759"/>
                  </a:moveTo>
                  <a:lnTo>
                    <a:pt x="922685" y="1916588"/>
                  </a:lnTo>
                  <a:lnTo>
                    <a:pt x="939968" y="1809774"/>
                  </a:lnTo>
                  <a:close/>
                  <a:moveTo>
                    <a:pt x="842398" y="1895066"/>
                  </a:moveTo>
                  <a:lnTo>
                    <a:pt x="922685" y="1916588"/>
                  </a:lnTo>
                  <a:lnTo>
                    <a:pt x="893723" y="1871759"/>
                  </a:lnTo>
                  <a:close/>
                  <a:moveTo>
                    <a:pt x="322314" y="1190489"/>
                  </a:moveTo>
                  <a:lnTo>
                    <a:pt x="304200" y="1171869"/>
                  </a:lnTo>
                  <a:lnTo>
                    <a:pt x="362654" y="1216013"/>
                  </a:lnTo>
                  <a:close/>
                  <a:moveTo>
                    <a:pt x="322314" y="1190489"/>
                  </a:moveTo>
                  <a:lnTo>
                    <a:pt x="307427" y="1072983"/>
                  </a:lnTo>
                  <a:lnTo>
                    <a:pt x="304200" y="1171869"/>
                  </a:lnTo>
                  <a:close/>
                  <a:moveTo>
                    <a:pt x="1072067" y="1872581"/>
                  </a:moveTo>
                  <a:lnTo>
                    <a:pt x="1091867" y="1891989"/>
                  </a:lnTo>
                  <a:lnTo>
                    <a:pt x="1152472" y="1967898"/>
                  </a:lnTo>
                  <a:close/>
                  <a:moveTo>
                    <a:pt x="939968" y="1809774"/>
                  </a:moveTo>
                  <a:lnTo>
                    <a:pt x="952494" y="1709016"/>
                  </a:lnTo>
                  <a:lnTo>
                    <a:pt x="932960" y="1689122"/>
                  </a:lnTo>
                  <a:close/>
                  <a:moveTo>
                    <a:pt x="952494" y="1709016"/>
                  </a:moveTo>
                  <a:lnTo>
                    <a:pt x="921286" y="1634295"/>
                  </a:lnTo>
                  <a:lnTo>
                    <a:pt x="932960" y="1689122"/>
                  </a:lnTo>
                  <a:close/>
                  <a:moveTo>
                    <a:pt x="1268784" y="2034022"/>
                  </a:moveTo>
                  <a:lnTo>
                    <a:pt x="1258831" y="2017982"/>
                  </a:lnTo>
                  <a:lnTo>
                    <a:pt x="1152472" y="1967898"/>
                  </a:lnTo>
                  <a:close/>
                  <a:moveTo>
                    <a:pt x="1258831" y="2017982"/>
                  </a:moveTo>
                  <a:lnTo>
                    <a:pt x="1318809" y="1979546"/>
                  </a:lnTo>
                  <a:lnTo>
                    <a:pt x="1200580" y="1967870"/>
                  </a:lnTo>
                  <a:close/>
                  <a:moveTo>
                    <a:pt x="1419277" y="2013025"/>
                  </a:moveTo>
                  <a:lnTo>
                    <a:pt x="1384446" y="2098000"/>
                  </a:lnTo>
                  <a:lnTo>
                    <a:pt x="1490119" y="1999235"/>
                  </a:lnTo>
                  <a:close/>
                  <a:moveTo>
                    <a:pt x="987227" y="1524692"/>
                  </a:moveTo>
                  <a:lnTo>
                    <a:pt x="966498" y="1434791"/>
                  </a:lnTo>
                  <a:lnTo>
                    <a:pt x="998592" y="1404040"/>
                  </a:lnTo>
                  <a:close/>
                  <a:moveTo>
                    <a:pt x="1497223" y="1969489"/>
                  </a:moveTo>
                  <a:lnTo>
                    <a:pt x="1419277" y="2013025"/>
                  </a:lnTo>
                  <a:lnTo>
                    <a:pt x="1490119" y="1999235"/>
                  </a:lnTo>
                  <a:close/>
                  <a:moveTo>
                    <a:pt x="1497223" y="1969489"/>
                  </a:moveTo>
                  <a:lnTo>
                    <a:pt x="1430410" y="1963215"/>
                  </a:lnTo>
                  <a:lnTo>
                    <a:pt x="1419277" y="2013025"/>
                  </a:lnTo>
                  <a:close/>
                  <a:moveTo>
                    <a:pt x="1497223" y="1969489"/>
                  </a:moveTo>
                  <a:lnTo>
                    <a:pt x="1490119" y="1999235"/>
                  </a:lnTo>
                  <a:lnTo>
                    <a:pt x="1519464" y="1979546"/>
                  </a:lnTo>
                  <a:close/>
                  <a:moveTo>
                    <a:pt x="1521042" y="1899646"/>
                  </a:moveTo>
                  <a:lnTo>
                    <a:pt x="1578872" y="1863610"/>
                  </a:lnTo>
                  <a:lnTo>
                    <a:pt x="1573062" y="1858894"/>
                  </a:lnTo>
                  <a:close/>
                  <a:moveTo>
                    <a:pt x="1497223" y="1969489"/>
                  </a:moveTo>
                  <a:lnTo>
                    <a:pt x="1554115" y="1959846"/>
                  </a:lnTo>
                  <a:lnTo>
                    <a:pt x="1521042" y="1899646"/>
                  </a:lnTo>
                  <a:close/>
                  <a:moveTo>
                    <a:pt x="941946" y="1317222"/>
                  </a:moveTo>
                  <a:lnTo>
                    <a:pt x="942905" y="1346581"/>
                  </a:lnTo>
                  <a:lnTo>
                    <a:pt x="1060666" y="1381389"/>
                  </a:lnTo>
                  <a:close/>
                  <a:moveTo>
                    <a:pt x="724520" y="872340"/>
                  </a:moveTo>
                  <a:lnTo>
                    <a:pt x="724527" y="872313"/>
                  </a:lnTo>
                  <a:lnTo>
                    <a:pt x="657866" y="901635"/>
                  </a:lnTo>
                  <a:close/>
                  <a:moveTo>
                    <a:pt x="947079" y="998307"/>
                  </a:moveTo>
                  <a:lnTo>
                    <a:pt x="959373" y="1002777"/>
                  </a:lnTo>
                  <a:lnTo>
                    <a:pt x="962670" y="990073"/>
                  </a:lnTo>
                  <a:close/>
                  <a:moveTo>
                    <a:pt x="704796" y="788283"/>
                  </a:moveTo>
                  <a:lnTo>
                    <a:pt x="710658" y="833876"/>
                  </a:lnTo>
                  <a:lnTo>
                    <a:pt x="676161" y="751662"/>
                  </a:lnTo>
                  <a:close/>
                  <a:moveTo>
                    <a:pt x="1433071" y="1560683"/>
                  </a:moveTo>
                  <a:lnTo>
                    <a:pt x="1410441" y="1549584"/>
                  </a:lnTo>
                  <a:lnTo>
                    <a:pt x="1366414" y="1491598"/>
                  </a:lnTo>
                  <a:close/>
                  <a:moveTo>
                    <a:pt x="1528618" y="1543597"/>
                  </a:moveTo>
                  <a:lnTo>
                    <a:pt x="1534294" y="1518789"/>
                  </a:lnTo>
                  <a:lnTo>
                    <a:pt x="1425881" y="1491598"/>
                  </a:lnTo>
                  <a:close/>
                  <a:moveTo>
                    <a:pt x="1576373" y="1465273"/>
                  </a:moveTo>
                  <a:lnTo>
                    <a:pt x="1534294" y="1518789"/>
                  </a:lnTo>
                  <a:lnTo>
                    <a:pt x="1528618" y="1543597"/>
                  </a:lnTo>
                  <a:close/>
                  <a:moveTo>
                    <a:pt x="1576373" y="1465273"/>
                  </a:moveTo>
                  <a:lnTo>
                    <a:pt x="1528618" y="1543597"/>
                  </a:lnTo>
                  <a:lnTo>
                    <a:pt x="1599689" y="1546410"/>
                  </a:lnTo>
                  <a:close/>
                  <a:moveTo>
                    <a:pt x="1242686" y="1294002"/>
                  </a:moveTo>
                  <a:lnTo>
                    <a:pt x="1303462" y="1305184"/>
                  </a:lnTo>
                  <a:lnTo>
                    <a:pt x="1257948" y="1242094"/>
                  </a:lnTo>
                  <a:close/>
                  <a:moveTo>
                    <a:pt x="1303462" y="1305184"/>
                  </a:moveTo>
                  <a:lnTo>
                    <a:pt x="1354402" y="1324363"/>
                  </a:lnTo>
                  <a:lnTo>
                    <a:pt x="1257948" y="1242094"/>
                  </a:lnTo>
                  <a:close/>
                  <a:moveTo>
                    <a:pt x="962670" y="990073"/>
                  </a:moveTo>
                  <a:lnTo>
                    <a:pt x="987549" y="879779"/>
                  </a:lnTo>
                  <a:lnTo>
                    <a:pt x="947079" y="998307"/>
                  </a:lnTo>
                  <a:close/>
                  <a:moveTo>
                    <a:pt x="962670" y="990073"/>
                  </a:moveTo>
                  <a:lnTo>
                    <a:pt x="1054548" y="885902"/>
                  </a:lnTo>
                  <a:lnTo>
                    <a:pt x="987549" y="879779"/>
                  </a:lnTo>
                  <a:close/>
                  <a:moveTo>
                    <a:pt x="1054548" y="885902"/>
                  </a:moveTo>
                  <a:lnTo>
                    <a:pt x="1062626" y="869933"/>
                  </a:lnTo>
                  <a:lnTo>
                    <a:pt x="987530" y="867819"/>
                  </a:lnTo>
                  <a:close/>
                  <a:moveTo>
                    <a:pt x="1054548" y="885902"/>
                  </a:moveTo>
                  <a:lnTo>
                    <a:pt x="1113453" y="898605"/>
                  </a:lnTo>
                  <a:lnTo>
                    <a:pt x="1062626" y="869933"/>
                  </a:lnTo>
                  <a:close/>
                  <a:moveTo>
                    <a:pt x="1137945" y="778601"/>
                  </a:moveTo>
                  <a:lnTo>
                    <a:pt x="1140270" y="676619"/>
                  </a:lnTo>
                  <a:lnTo>
                    <a:pt x="1136729" y="757004"/>
                  </a:lnTo>
                  <a:close/>
                  <a:moveTo>
                    <a:pt x="1136729" y="757004"/>
                  </a:moveTo>
                  <a:lnTo>
                    <a:pt x="1133509" y="674789"/>
                  </a:lnTo>
                  <a:lnTo>
                    <a:pt x="1177118" y="718567"/>
                  </a:lnTo>
                  <a:close/>
                  <a:moveTo>
                    <a:pt x="1941014" y="1494414"/>
                  </a:moveTo>
                  <a:lnTo>
                    <a:pt x="2023291" y="1523375"/>
                  </a:lnTo>
                  <a:lnTo>
                    <a:pt x="1997011" y="1505262"/>
                  </a:lnTo>
                  <a:close/>
                  <a:moveTo>
                    <a:pt x="1556583" y="1171718"/>
                  </a:moveTo>
                  <a:lnTo>
                    <a:pt x="1621754" y="1136727"/>
                  </a:lnTo>
                  <a:lnTo>
                    <a:pt x="1666198" y="1091207"/>
                  </a:lnTo>
                  <a:close/>
                  <a:moveTo>
                    <a:pt x="2085844" y="1542048"/>
                  </a:moveTo>
                  <a:lnTo>
                    <a:pt x="1997011" y="1505262"/>
                  </a:lnTo>
                  <a:lnTo>
                    <a:pt x="2036331" y="1533888"/>
                  </a:lnTo>
                  <a:close/>
                  <a:moveTo>
                    <a:pt x="2085844" y="1542048"/>
                  </a:moveTo>
                  <a:lnTo>
                    <a:pt x="2164848" y="1558773"/>
                  </a:lnTo>
                  <a:lnTo>
                    <a:pt x="2212600" y="1522110"/>
                  </a:lnTo>
                  <a:close/>
                  <a:moveTo>
                    <a:pt x="2244648" y="1578472"/>
                  </a:moveTo>
                  <a:lnTo>
                    <a:pt x="2212600" y="1522110"/>
                  </a:lnTo>
                  <a:lnTo>
                    <a:pt x="2164848" y="1558773"/>
                  </a:lnTo>
                  <a:close/>
                  <a:moveTo>
                    <a:pt x="1969170" y="1227620"/>
                  </a:moveTo>
                  <a:lnTo>
                    <a:pt x="2067950" y="1259944"/>
                  </a:lnTo>
                  <a:lnTo>
                    <a:pt x="1997607" y="1337852"/>
                  </a:lnTo>
                  <a:close/>
                  <a:moveTo>
                    <a:pt x="1906615" y="1134985"/>
                  </a:moveTo>
                  <a:lnTo>
                    <a:pt x="1866041" y="1062353"/>
                  </a:lnTo>
                  <a:lnTo>
                    <a:pt x="1861331" y="1054515"/>
                  </a:lnTo>
                  <a:close/>
                  <a:moveTo>
                    <a:pt x="1930158" y="1238623"/>
                  </a:moveTo>
                  <a:lnTo>
                    <a:pt x="2003726" y="1235024"/>
                  </a:lnTo>
                  <a:lnTo>
                    <a:pt x="1969170" y="1227620"/>
                  </a:lnTo>
                  <a:close/>
                  <a:moveTo>
                    <a:pt x="1593071" y="521043"/>
                  </a:moveTo>
                  <a:lnTo>
                    <a:pt x="1569725" y="469755"/>
                  </a:lnTo>
                  <a:lnTo>
                    <a:pt x="1596704" y="547914"/>
                  </a:lnTo>
                  <a:close/>
                  <a:moveTo>
                    <a:pt x="2217867" y="1326600"/>
                  </a:moveTo>
                  <a:lnTo>
                    <a:pt x="2287864" y="1309647"/>
                  </a:lnTo>
                  <a:lnTo>
                    <a:pt x="2339924" y="1289089"/>
                  </a:lnTo>
                  <a:close/>
                  <a:moveTo>
                    <a:pt x="2410117" y="1311691"/>
                  </a:moveTo>
                  <a:lnTo>
                    <a:pt x="2412030" y="1304757"/>
                  </a:lnTo>
                  <a:lnTo>
                    <a:pt x="2365624" y="1321721"/>
                  </a:lnTo>
                  <a:close/>
                  <a:moveTo>
                    <a:pt x="2181428" y="1076149"/>
                  </a:moveTo>
                  <a:lnTo>
                    <a:pt x="2216109" y="1104823"/>
                  </a:lnTo>
                  <a:lnTo>
                    <a:pt x="2197535" y="1178764"/>
                  </a:lnTo>
                  <a:close/>
                  <a:moveTo>
                    <a:pt x="2412030" y="1304757"/>
                  </a:moveTo>
                  <a:lnTo>
                    <a:pt x="2410117" y="1311691"/>
                  </a:lnTo>
                  <a:lnTo>
                    <a:pt x="2419110" y="1306494"/>
                  </a:lnTo>
                  <a:close/>
                  <a:moveTo>
                    <a:pt x="2499099" y="1326902"/>
                  </a:moveTo>
                  <a:lnTo>
                    <a:pt x="2410117" y="1311691"/>
                  </a:lnTo>
                  <a:lnTo>
                    <a:pt x="2451849" y="1338355"/>
                  </a:lnTo>
                  <a:close/>
                  <a:moveTo>
                    <a:pt x="2499099" y="1326902"/>
                  </a:moveTo>
                  <a:lnTo>
                    <a:pt x="2419110" y="1306494"/>
                  </a:lnTo>
                  <a:lnTo>
                    <a:pt x="2410117" y="1311691"/>
                  </a:lnTo>
                  <a:close/>
                  <a:moveTo>
                    <a:pt x="2412030" y="1304757"/>
                  </a:moveTo>
                  <a:lnTo>
                    <a:pt x="2419110" y="1306494"/>
                  </a:lnTo>
                  <a:lnTo>
                    <a:pt x="2421964" y="1302059"/>
                  </a:lnTo>
                  <a:close/>
                  <a:moveTo>
                    <a:pt x="2512532" y="1289021"/>
                  </a:moveTo>
                  <a:lnTo>
                    <a:pt x="2419110" y="1306494"/>
                  </a:lnTo>
                  <a:lnTo>
                    <a:pt x="2499099" y="1326902"/>
                  </a:lnTo>
                  <a:close/>
                  <a:moveTo>
                    <a:pt x="2512532" y="1289021"/>
                  </a:moveTo>
                  <a:lnTo>
                    <a:pt x="2421964" y="1302059"/>
                  </a:lnTo>
                  <a:lnTo>
                    <a:pt x="2419110" y="1306494"/>
                  </a:lnTo>
                  <a:close/>
                  <a:moveTo>
                    <a:pt x="2421964" y="1302059"/>
                  </a:moveTo>
                  <a:lnTo>
                    <a:pt x="2512532" y="1289021"/>
                  </a:lnTo>
                  <a:lnTo>
                    <a:pt x="2459241" y="1241338"/>
                  </a:lnTo>
                  <a:close/>
                  <a:moveTo>
                    <a:pt x="2512532" y="1289021"/>
                  </a:moveTo>
                  <a:lnTo>
                    <a:pt x="2524291" y="1205889"/>
                  </a:lnTo>
                  <a:lnTo>
                    <a:pt x="2459241" y="1241338"/>
                  </a:lnTo>
                  <a:close/>
                  <a:moveTo>
                    <a:pt x="2580121" y="1294665"/>
                  </a:moveTo>
                  <a:lnTo>
                    <a:pt x="2512532" y="1289021"/>
                  </a:lnTo>
                  <a:lnTo>
                    <a:pt x="2499099" y="1326902"/>
                  </a:lnTo>
                  <a:close/>
                  <a:moveTo>
                    <a:pt x="2584609" y="1190923"/>
                  </a:moveTo>
                  <a:lnTo>
                    <a:pt x="2512532" y="1289021"/>
                  </a:lnTo>
                  <a:lnTo>
                    <a:pt x="2580121" y="1294665"/>
                  </a:lnTo>
                  <a:close/>
                  <a:moveTo>
                    <a:pt x="2100294" y="520063"/>
                  </a:moveTo>
                  <a:lnTo>
                    <a:pt x="2167678" y="570164"/>
                  </a:lnTo>
                  <a:lnTo>
                    <a:pt x="2088203" y="490795"/>
                  </a:lnTo>
                  <a:close/>
                  <a:moveTo>
                    <a:pt x="2074802" y="405734"/>
                  </a:moveTo>
                  <a:lnTo>
                    <a:pt x="2074816" y="424806"/>
                  </a:lnTo>
                  <a:lnTo>
                    <a:pt x="2131377" y="416196"/>
                  </a:lnTo>
                  <a:close/>
                  <a:moveTo>
                    <a:pt x="2087327" y="41177"/>
                  </a:moveTo>
                  <a:lnTo>
                    <a:pt x="2077634" y="99019"/>
                  </a:lnTo>
                  <a:lnTo>
                    <a:pt x="209853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13" name="Candidate_density__2112">
              <a:extLst>
                <a:ext uri="{FF2B5EF4-FFF2-40B4-BE49-F238E27FC236}">
                  <a16:creationId xmlns:a16="http://schemas.microsoft.com/office/drawing/2014/main" id="{9BA6BC5F-8E13-41F5-9E95-E39423656ADE}"/>
                </a:ext>
              </a:extLst>
            </p:cNvPr>
            <p:cNvSpPr>
              <a:spLocks noGrp="1"/>
            </p:cNvSpPr>
            <p:nvPr/>
          </p:nvSpPr>
          <p:spPr>
            <a:xfrm>
              <a:off x="3597507" y="1906152"/>
              <a:ext cx="2361141" cy="2098000"/>
            </a:xfrm>
            <a:custGeom>
              <a:avLst/>
              <a:gdLst/>
              <a:ahLst/>
              <a:cxnLst/>
              <a:rect l="0" t="0" r="0" b="0"/>
              <a:pathLst>
                <a:path w="2361141" h="2098000">
                  <a:moveTo>
                    <a:pt x="7210" y="1185697"/>
                  </a:moveTo>
                  <a:lnTo>
                    <a:pt x="8091" y="1228926"/>
                  </a:lnTo>
                  <a:lnTo>
                    <a:pt x="0" y="1222197"/>
                  </a:lnTo>
                  <a:close/>
                  <a:moveTo>
                    <a:pt x="186329" y="1361533"/>
                  </a:moveTo>
                  <a:lnTo>
                    <a:pt x="99251" y="1314622"/>
                  </a:lnTo>
                  <a:lnTo>
                    <a:pt x="96930" y="1312271"/>
                  </a:lnTo>
                  <a:close/>
                  <a:moveTo>
                    <a:pt x="636660" y="1930616"/>
                  </a:moveTo>
                  <a:lnTo>
                    <a:pt x="714816" y="1944172"/>
                  </a:lnTo>
                  <a:lnTo>
                    <a:pt x="759241" y="1895066"/>
                  </a:lnTo>
                  <a:close/>
                  <a:moveTo>
                    <a:pt x="688728" y="1910089"/>
                  </a:moveTo>
                  <a:lnTo>
                    <a:pt x="636660" y="1930616"/>
                  </a:lnTo>
                  <a:lnTo>
                    <a:pt x="759241" y="1895066"/>
                  </a:lnTo>
                  <a:close/>
                  <a:moveTo>
                    <a:pt x="1021899" y="2041130"/>
                  </a:moveTo>
                  <a:lnTo>
                    <a:pt x="1052755" y="1981361"/>
                  </a:lnTo>
                  <a:lnTo>
                    <a:pt x="1001245" y="2027362"/>
                  </a:lnTo>
                  <a:close/>
                  <a:moveTo>
                    <a:pt x="688728" y="1910089"/>
                  </a:moveTo>
                  <a:lnTo>
                    <a:pt x="759241" y="1895066"/>
                  </a:lnTo>
                  <a:lnTo>
                    <a:pt x="810566" y="1871759"/>
                  </a:lnTo>
                  <a:close/>
                  <a:moveTo>
                    <a:pt x="856810" y="1809774"/>
                  </a:moveTo>
                  <a:lnTo>
                    <a:pt x="856345" y="1819669"/>
                  </a:lnTo>
                  <a:lnTo>
                    <a:pt x="858135" y="1770954"/>
                  </a:lnTo>
                  <a:close/>
                  <a:moveTo>
                    <a:pt x="224773" y="1069838"/>
                  </a:moveTo>
                  <a:lnTo>
                    <a:pt x="224270" y="1072983"/>
                  </a:lnTo>
                  <a:lnTo>
                    <a:pt x="239157" y="1190489"/>
                  </a:lnTo>
                  <a:close/>
                  <a:moveTo>
                    <a:pt x="209431" y="1108274"/>
                  </a:moveTo>
                  <a:lnTo>
                    <a:pt x="224773" y="1069838"/>
                  </a:lnTo>
                  <a:lnTo>
                    <a:pt x="239157" y="1190489"/>
                  </a:lnTo>
                  <a:close/>
                  <a:moveTo>
                    <a:pt x="858135" y="1770954"/>
                  </a:moveTo>
                  <a:lnTo>
                    <a:pt x="869336" y="1709016"/>
                  </a:lnTo>
                  <a:lnTo>
                    <a:pt x="856810" y="1809774"/>
                  </a:lnTo>
                  <a:close/>
                  <a:moveTo>
                    <a:pt x="838129" y="1634295"/>
                  </a:moveTo>
                  <a:lnTo>
                    <a:pt x="826991" y="1606907"/>
                  </a:lnTo>
                  <a:lnTo>
                    <a:pt x="849803" y="1689122"/>
                  </a:lnTo>
                  <a:close/>
                  <a:moveTo>
                    <a:pt x="838129" y="1634295"/>
                  </a:moveTo>
                  <a:lnTo>
                    <a:pt x="838937" y="1533546"/>
                  </a:lnTo>
                  <a:lnTo>
                    <a:pt x="826991" y="1606907"/>
                  </a:lnTo>
                  <a:close/>
                  <a:moveTo>
                    <a:pt x="1069315" y="1967898"/>
                  </a:moveTo>
                  <a:lnTo>
                    <a:pt x="1175674" y="2017982"/>
                  </a:lnTo>
                  <a:lnTo>
                    <a:pt x="1117423" y="1967870"/>
                  </a:lnTo>
                  <a:close/>
                  <a:moveTo>
                    <a:pt x="1301289" y="2098000"/>
                  </a:moveTo>
                  <a:lnTo>
                    <a:pt x="1369257" y="2073463"/>
                  </a:lnTo>
                  <a:lnTo>
                    <a:pt x="1406962" y="1999235"/>
                  </a:lnTo>
                  <a:close/>
                  <a:moveTo>
                    <a:pt x="858789" y="1317222"/>
                  </a:moveTo>
                  <a:lnTo>
                    <a:pt x="855927" y="1219456"/>
                  </a:lnTo>
                  <a:lnTo>
                    <a:pt x="850871" y="1283388"/>
                  </a:lnTo>
                  <a:close/>
                  <a:moveTo>
                    <a:pt x="855927" y="1219456"/>
                  </a:moveTo>
                  <a:lnTo>
                    <a:pt x="843759" y="1129256"/>
                  </a:lnTo>
                  <a:lnTo>
                    <a:pt x="825400" y="1201174"/>
                  </a:lnTo>
                  <a:close/>
                  <a:moveTo>
                    <a:pt x="574708" y="901635"/>
                  </a:moveTo>
                  <a:lnTo>
                    <a:pt x="522725" y="872313"/>
                  </a:lnTo>
                  <a:lnTo>
                    <a:pt x="525844" y="934142"/>
                  </a:lnTo>
                  <a:close/>
                  <a:moveTo>
                    <a:pt x="844784" y="1118959"/>
                  </a:moveTo>
                  <a:lnTo>
                    <a:pt x="876216" y="1002777"/>
                  </a:lnTo>
                  <a:lnTo>
                    <a:pt x="863922" y="998307"/>
                  </a:lnTo>
                  <a:close/>
                  <a:moveTo>
                    <a:pt x="863922" y="998307"/>
                  </a:moveTo>
                  <a:lnTo>
                    <a:pt x="887698" y="1020675"/>
                  </a:lnTo>
                  <a:lnTo>
                    <a:pt x="844784" y="1118959"/>
                  </a:lnTo>
                  <a:close/>
                  <a:moveTo>
                    <a:pt x="876216" y="1002777"/>
                  </a:moveTo>
                  <a:lnTo>
                    <a:pt x="903116" y="1036743"/>
                  </a:lnTo>
                  <a:lnTo>
                    <a:pt x="879513" y="990073"/>
                  </a:lnTo>
                  <a:close/>
                  <a:moveTo>
                    <a:pt x="507677" y="651016"/>
                  </a:moveTo>
                  <a:lnTo>
                    <a:pt x="594825" y="698190"/>
                  </a:lnTo>
                  <a:lnTo>
                    <a:pt x="561659" y="676362"/>
                  </a:lnTo>
                  <a:close/>
                  <a:moveTo>
                    <a:pt x="1496609" y="1453161"/>
                  </a:moveTo>
                  <a:lnTo>
                    <a:pt x="1451137" y="1518789"/>
                  </a:lnTo>
                  <a:lnTo>
                    <a:pt x="1493216" y="1465273"/>
                  </a:lnTo>
                  <a:close/>
                  <a:moveTo>
                    <a:pt x="946536" y="962006"/>
                  </a:moveTo>
                  <a:lnTo>
                    <a:pt x="971391" y="885902"/>
                  </a:lnTo>
                  <a:lnTo>
                    <a:pt x="879513" y="990073"/>
                  </a:lnTo>
                  <a:close/>
                  <a:moveTo>
                    <a:pt x="904392" y="879779"/>
                  </a:moveTo>
                  <a:lnTo>
                    <a:pt x="971391" y="885902"/>
                  </a:lnTo>
                  <a:lnTo>
                    <a:pt x="904373" y="867819"/>
                  </a:lnTo>
                  <a:close/>
                  <a:moveTo>
                    <a:pt x="1021900" y="813373"/>
                  </a:moveTo>
                  <a:lnTo>
                    <a:pt x="904373" y="867819"/>
                  </a:lnTo>
                  <a:lnTo>
                    <a:pt x="979469" y="869933"/>
                  </a:lnTo>
                  <a:close/>
                  <a:moveTo>
                    <a:pt x="979469" y="869933"/>
                  </a:moveTo>
                  <a:lnTo>
                    <a:pt x="1046073" y="840297"/>
                  </a:lnTo>
                  <a:lnTo>
                    <a:pt x="1021900" y="813373"/>
                  </a:lnTo>
                  <a:close/>
                  <a:moveTo>
                    <a:pt x="1940134" y="1523375"/>
                  </a:moveTo>
                  <a:lnTo>
                    <a:pt x="1953174" y="1533888"/>
                  </a:lnTo>
                  <a:lnTo>
                    <a:pt x="1913854" y="1505262"/>
                  </a:lnTo>
                  <a:close/>
                  <a:moveTo>
                    <a:pt x="1275389" y="709951"/>
                  </a:moveTo>
                  <a:lnTo>
                    <a:pt x="1393425" y="657408"/>
                  </a:lnTo>
                  <a:lnTo>
                    <a:pt x="1321095" y="665636"/>
                  </a:lnTo>
                  <a:close/>
                  <a:moveTo>
                    <a:pt x="2081691" y="1558773"/>
                  </a:moveTo>
                  <a:lnTo>
                    <a:pt x="2002687" y="1542048"/>
                  </a:lnTo>
                  <a:lnTo>
                    <a:pt x="1953174" y="1533888"/>
                  </a:lnTo>
                  <a:close/>
                  <a:moveTo>
                    <a:pt x="1947548" y="1238185"/>
                  </a:moveTo>
                  <a:lnTo>
                    <a:pt x="1984793" y="1259944"/>
                  </a:lnTo>
                  <a:lnTo>
                    <a:pt x="1886013" y="1227620"/>
                  </a:lnTo>
                  <a:close/>
                  <a:moveTo>
                    <a:pt x="1920569" y="1235024"/>
                  </a:moveTo>
                  <a:lnTo>
                    <a:pt x="1947548" y="1238185"/>
                  </a:lnTo>
                  <a:lnTo>
                    <a:pt x="1886013" y="1227620"/>
                  </a:lnTo>
                  <a:close/>
                  <a:moveTo>
                    <a:pt x="1321095" y="665636"/>
                  </a:moveTo>
                  <a:lnTo>
                    <a:pt x="1393425" y="657408"/>
                  </a:lnTo>
                  <a:lnTo>
                    <a:pt x="1407143" y="559479"/>
                  </a:lnTo>
                  <a:close/>
                  <a:moveTo>
                    <a:pt x="1789459" y="1045340"/>
                  </a:moveTo>
                  <a:lnTo>
                    <a:pt x="1782884" y="1062353"/>
                  </a:lnTo>
                  <a:lnTo>
                    <a:pt x="1900853" y="1014333"/>
                  </a:lnTo>
                  <a:close/>
                  <a:moveTo>
                    <a:pt x="2282467" y="1321721"/>
                  </a:moveTo>
                  <a:lnTo>
                    <a:pt x="2328873" y="1304757"/>
                  </a:lnTo>
                  <a:lnTo>
                    <a:pt x="2256767" y="1289089"/>
                  </a:lnTo>
                  <a:close/>
                  <a:moveTo>
                    <a:pt x="2282467" y="1321721"/>
                  </a:moveTo>
                  <a:lnTo>
                    <a:pt x="2256767" y="1289089"/>
                  </a:lnTo>
                  <a:lnTo>
                    <a:pt x="2204707" y="1309647"/>
                  </a:lnTo>
                  <a:close/>
                  <a:moveTo>
                    <a:pt x="2282467" y="1321721"/>
                  </a:moveTo>
                  <a:lnTo>
                    <a:pt x="2361141" y="1337215"/>
                  </a:lnTo>
                  <a:lnTo>
                    <a:pt x="2326960" y="1311691"/>
                  </a:lnTo>
                  <a:close/>
                  <a:moveTo>
                    <a:pt x="2164337" y="1083031"/>
                  </a:moveTo>
                  <a:lnTo>
                    <a:pt x="2098271" y="1076149"/>
                  </a:lnTo>
                  <a:lnTo>
                    <a:pt x="2114378" y="1178764"/>
                  </a:lnTo>
                  <a:close/>
                  <a:moveTo>
                    <a:pt x="1939427" y="932119"/>
                  </a:moveTo>
                  <a:lnTo>
                    <a:pt x="1950247" y="915579"/>
                  </a:lnTo>
                  <a:lnTo>
                    <a:pt x="1927972" y="893682"/>
                  </a:lnTo>
                  <a:close/>
                  <a:moveTo>
                    <a:pt x="1837938" y="766243"/>
                  </a:moveTo>
                  <a:lnTo>
                    <a:pt x="1855929" y="729252"/>
                  </a:lnTo>
                  <a:lnTo>
                    <a:pt x="1822727" y="780916"/>
                  </a:lnTo>
                  <a:close/>
                  <a:moveTo>
                    <a:pt x="1918704" y="645902"/>
                  </a:moveTo>
                  <a:lnTo>
                    <a:pt x="1879374" y="714052"/>
                  </a:lnTo>
                  <a:lnTo>
                    <a:pt x="1998642" y="666118"/>
                  </a:lnTo>
                  <a:close/>
                  <a:moveTo>
                    <a:pt x="1998642" y="666118"/>
                  </a:moveTo>
                  <a:lnTo>
                    <a:pt x="1949247" y="696638"/>
                  </a:lnTo>
                  <a:lnTo>
                    <a:pt x="2060724" y="619572"/>
                  </a:lnTo>
                  <a:close/>
                  <a:moveTo>
                    <a:pt x="2060724" y="619572"/>
                  </a:moveTo>
                  <a:lnTo>
                    <a:pt x="2156022" y="589331"/>
                  </a:lnTo>
                  <a:lnTo>
                    <a:pt x="2081806" y="589075"/>
                  </a:lnTo>
                  <a:close/>
                  <a:moveTo>
                    <a:pt x="2090146" y="282018"/>
                  </a:moveTo>
                  <a:lnTo>
                    <a:pt x="2081464" y="285081"/>
                  </a:lnTo>
                  <a:lnTo>
                    <a:pt x="2086062" y="283903"/>
                  </a:lnTo>
                  <a:close/>
                  <a:moveTo>
                    <a:pt x="2171091" y="323153"/>
                  </a:moveTo>
                  <a:lnTo>
                    <a:pt x="2090146" y="282018"/>
                  </a:lnTo>
                  <a:lnTo>
                    <a:pt x="2088536" y="285081"/>
                  </a:lnTo>
                  <a:close/>
                  <a:moveTo>
                    <a:pt x="2086062" y="283903"/>
                  </a:moveTo>
                  <a:lnTo>
                    <a:pt x="2088536" y="285081"/>
                  </a:lnTo>
                  <a:lnTo>
                    <a:pt x="2090146" y="282018"/>
                  </a:lnTo>
                  <a:close/>
                  <a:moveTo>
                    <a:pt x="2015373" y="0"/>
                  </a:moveTo>
                  <a:lnTo>
                    <a:pt x="2051053" y="1262"/>
                  </a:lnTo>
                  <a:lnTo>
                    <a:pt x="2004170" y="4117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14" name="Candidate_density__2113">
              <a:extLst>
                <a:ext uri="{FF2B5EF4-FFF2-40B4-BE49-F238E27FC236}">
                  <a16:creationId xmlns:a16="http://schemas.microsoft.com/office/drawing/2014/main" id="{CC7837E8-2297-8136-4217-463F7B933171}"/>
                </a:ext>
              </a:extLst>
            </p:cNvPr>
            <p:cNvSpPr>
              <a:spLocks noGrp="1"/>
            </p:cNvSpPr>
            <p:nvPr/>
          </p:nvSpPr>
          <p:spPr>
            <a:xfrm>
              <a:off x="3818550" y="1631657"/>
              <a:ext cx="2500497" cy="2372495"/>
            </a:xfrm>
            <a:custGeom>
              <a:avLst/>
              <a:gdLst/>
              <a:ahLst/>
              <a:cxnLst/>
              <a:rect l="0" t="0" r="0" b="0"/>
              <a:pathLst>
                <a:path w="2500497" h="2372495">
                  <a:moveTo>
                    <a:pt x="315798" y="2161142"/>
                  </a:moveTo>
                  <a:lnTo>
                    <a:pt x="279547" y="2101520"/>
                  </a:lnTo>
                  <a:lnTo>
                    <a:pt x="319206" y="2169370"/>
                  </a:lnTo>
                  <a:close/>
                  <a:moveTo>
                    <a:pt x="732737" y="2339592"/>
                  </a:moveTo>
                  <a:lnTo>
                    <a:pt x="666458" y="2269020"/>
                  </a:lnTo>
                  <a:lnTo>
                    <a:pt x="664012" y="2287135"/>
                  </a:lnTo>
                  <a:close/>
                  <a:moveTo>
                    <a:pt x="696979" y="2269354"/>
                  </a:moveTo>
                  <a:lnTo>
                    <a:pt x="666458" y="2269020"/>
                  </a:lnTo>
                  <a:lnTo>
                    <a:pt x="732737" y="2339592"/>
                  </a:lnTo>
                  <a:close/>
                  <a:moveTo>
                    <a:pt x="729335" y="2178403"/>
                  </a:moveTo>
                  <a:lnTo>
                    <a:pt x="748916" y="2184882"/>
                  </a:lnTo>
                  <a:lnTo>
                    <a:pt x="831712" y="2255856"/>
                  </a:lnTo>
                  <a:close/>
                  <a:moveTo>
                    <a:pt x="635303" y="2094164"/>
                  </a:moveTo>
                  <a:lnTo>
                    <a:pt x="716480" y="2088761"/>
                  </a:lnTo>
                  <a:lnTo>
                    <a:pt x="637092" y="2045449"/>
                  </a:lnTo>
                  <a:close/>
                  <a:moveTo>
                    <a:pt x="58454" y="1490509"/>
                  </a:moveTo>
                  <a:lnTo>
                    <a:pt x="0" y="1446364"/>
                  </a:lnTo>
                  <a:lnTo>
                    <a:pt x="32594" y="1457275"/>
                  </a:lnTo>
                  <a:close/>
                  <a:moveTo>
                    <a:pt x="637092" y="2045449"/>
                  </a:moveTo>
                  <a:lnTo>
                    <a:pt x="760795" y="2052734"/>
                  </a:lnTo>
                  <a:lnTo>
                    <a:pt x="710666" y="1963617"/>
                  </a:lnTo>
                  <a:close/>
                  <a:moveTo>
                    <a:pt x="716072" y="2062084"/>
                  </a:moveTo>
                  <a:lnTo>
                    <a:pt x="760795" y="2052734"/>
                  </a:lnTo>
                  <a:lnTo>
                    <a:pt x="637092" y="2045449"/>
                  </a:lnTo>
                  <a:close/>
                  <a:moveTo>
                    <a:pt x="710666" y="1963617"/>
                  </a:moveTo>
                  <a:lnTo>
                    <a:pt x="648294" y="1983511"/>
                  </a:lnTo>
                  <a:lnTo>
                    <a:pt x="637092" y="2045449"/>
                  </a:lnTo>
                  <a:close/>
                  <a:moveTo>
                    <a:pt x="954631" y="2292477"/>
                  </a:moveTo>
                  <a:lnTo>
                    <a:pt x="964585" y="2308517"/>
                  </a:lnTo>
                  <a:lnTo>
                    <a:pt x="992824" y="2324294"/>
                  </a:lnTo>
                  <a:close/>
                  <a:moveTo>
                    <a:pt x="1080246" y="2372495"/>
                  </a:moveTo>
                  <a:lnTo>
                    <a:pt x="992824" y="2324294"/>
                  </a:lnTo>
                  <a:lnTo>
                    <a:pt x="964585" y="2308517"/>
                  </a:lnTo>
                  <a:close/>
                  <a:moveTo>
                    <a:pt x="1014609" y="2254041"/>
                  </a:moveTo>
                  <a:lnTo>
                    <a:pt x="954631" y="2292477"/>
                  </a:lnTo>
                  <a:lnTo>
                    <a:pt x="992824" y="2324294"/>
                  </a:lnTo>
                  <a:close/>
                  <a:moveTo>
                    <a:pt x="992824" y="2324294"/>
                  </a:moveTo>
                  <a:lnTo>
                    <a:pt x="1080246" y="2372495"/>
                  </a:lnTo>
                  <a:lnTo>
                    <a:pt x="1115077" y="2287520"/>
                  </a:lnTo>
                  <a:close/>
                  <a:moveTo>
                    <a:pt x="1034469" y="2264798"/>
                  </a:moveTo>
                  <a:lnTo>
                    <a:pt x="992824" y="2324294"/>
                  </a:lnTo>
                  <a:lnTo>
                    <a:pt x="1115077" y="2287520"/>
                  </a:lnTo>
                  <a:close/>
                  <a:moveTo>
                    <a:pt x="1126211" y="2237710"/>
                  </a:moveTo>
                  <a:lnTo>
                    <a:pt x="1193024" y="2243985"/>
                  </a:lnTo>
                  <a:lnTo>
                    <a:pt x="1137805" y="2157293"/>
                  </a:lnTo>
                  <a:close/>
                  <a:moveTo>
                    <a:pt x="1193024" y="2243985"/>
                  </a:moveTo>
                  <a:lnTo>
                    <a:pt x="1216842" y="2174141"/>
                  </a:lnTo>
                  <a:lnTo>
                    <a:pt x="1137805" y="2157293"/>
                  </a:lnTo>
                  <a:close/>
                  <a:moveTo>
                    <a:pt x="1008158" y="1972817"/>
                  </a:moveTo>
                  <a:lnTo>
                    <a:pt x="1046299" y="1968960"/>
                  </a:lnTo>
                  <a:lnTo>
                    <a:pt x="1010676" y="1960635"/>
                  </a:lnTo>
                  <a:close/>
                  <a:moveTo>
                    <a:pt x="996161" y="1968960"/>
                  </a:moveTo>
                  <a:lnTo>
                    <a:pt x="1008158" y="1972817"/>
                  </a:lnTo>
                  <a:lnTo>
                    <a:pt x="1010676" y="1960635"/>
                  </a:lnTo>
                  <a:close/>
                  <a:moveTo>
                    <a:pt x="756466" y="1655884"/>
                  </a:moveTo>
                  <a:lnTo>
                    <a:pt x="638706" y="1621076"/>
                  </a:lnTo>
                  <a:lnTo>
                    <a:pt x="694392" y="1678535"/>
                  </a:lnTo>
                  <a:close/>
                  <a:moveTo>
                    <a:pt x="637747" y="1591717"/>
                  </a:moveTo>
                  <a:lnTo>
                    <a:pt x="738435" y="1570451"/>
                  </a:lnTo>
                  <a:lnTo>
                    <a:pt x="727040" y="1479623"/>
                  </a:lnTo>
                  <a:close/>
                  <a:moveTo>
                    <a:pt x="637747" y="1591717"/>
                  </a:moveTo>
                  <a:lnTo>
                    <a:pt x="727040" y="1479623"/>
                  </a:lnTo>
                  <a:lnTo>
                    <a:pt x="634884" y="1493952"/>
                  </a:lnTo>
                  <a:close/>
                  <a:moveTo>
                    <a:pt x="304801" y="1208637"/>
                  </a:moveTo>
                  <a:lnTo>
                    <a:pt x="379563" y="1267460"/>
                  </a:lnTo>
                  <a:lnTo>
                    <a:pt x="353666" y="1176130"/>
                  </a:lnTo>
                  <a:close/>
                  <a:moveTo>
                    <a:pt x="353666" y="1176130"/>
                  </a:moveTo>
                  <a:lnTo>
                    <a:pt x="379563" y="1267460"/>
                  </a:lnTo>
                  <a:lnTo>
                    <a:pt x="420320" y="1146835"/>
                  </a:lnTo>
                  <a:close/>
                  <a:moveTo>
                    <a:pt x="420320" y="1146835"/>
                  </a:moveTo>
                  <a:lnTo>
                    <a:pt x="332851" y="1103030"/>
                  </a:lnTo>
                  <a:lnTo>
                    <a:pt x="336780" y="1112997"/>
                  </a:lnTo>
                  <a:close/>
                  <a:moveTo>
                    <a:pt x="1228121" y="2115359"/>
                  </a:moveTo>
                  <a:lnTo>
                    <a:pt x="1216842" y="2174141"/>
                  </a:lnTo>
                  <a:lnTo>
                    <a:pt x="1268863" y="2133390"/>
                  </a:lnTo>
                  <a:close/>
                  <a:moveTo>
                    <a:pt x="1228121" y="2115359"/>
                  </a:moveTo>
                  <a:lnTo>
                    <a:pt x="1268863" y="2133390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28121" y="2115359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77425" y="2035775"/>
                  </a:lnTo>
                  <a:lnTo>
                    <a:pt x="1215875" y="1955324"/>
                  </a:lnTo>
                  <a:close/>
                  <a:moveTo>
                    <a:pt x="1277425" y="2035775"/>
                  </a:moveTo>
                  <a:lnTo>
                    <a:pt x="1286718" y="1941534"/>
                  </a:lnTo>
                  <a:lnTo>
                    <a:pt x="1215875" y="1955324"/>
                  </a:lnTo>
                  <a:close/>
                  <a:moveTo>
                    <a:pt x="1106241" y="1824079"/>
                  </a:moveTo>
                  <a:lnTo>
                    <a:pt x="1059252" y="1791685"/>
                  </a:lnTo>
                  <a:lnTo>
                    <a:pt x="1062214" y="1766093"/>
                  </a:lnTo>
                  <a:close/>
                  <a:moveTo>
                    <a:pt x="527405" y="1190587"/>
                  </a:moveTo>
                  <a:lnTo>
                    <a:pt x="420364" y="1146800"/>
                  </a:lnTo>
                  <a:lnTo>
                    <a:pt x="420370" y="1146809"/>
                  </a:lnTo>
                  <a:close/>
                  <a:moveTo>
                    <a:pt x="353666" y="1176130"/>
                  </a:moveTo>
                  <a:lnTo>
                    <a:pt x="420328" y="1146809"/>
                  </a:lnTo>
                  <a:lnTo>
                    <a:pt x="380420" y="1118682"/>
                  </a:lnTo>
                  <a:close/>
                  <a:moveTo>
                    <a:pt x="380420" y="1118682"/>
                  </a:moveTo>
                  <a:lnTo>
                    <a:pt x="420328" y="1146809"/>
                  </a:lnTo>
                  <a:lnTo>
                    <a:pt x="336780" y="1112997"/>
                  </a:lnTo>
                  <a:close/>
                  <a:moveTo>
                    <a:pt x="373782" y="972686"/>
                  </a:moveTo>
                  <a:lnTo>
                    <a:pt x="386258" y="974343"/>
                  </a:lnTo>
                  <a:lnTo>
                    <a:pt x="340616" y="950857"/>
                  </a:lnTo>
                  <a:close/>
                  <a:moveTo>
                    <a:pt x="1224418" y="1818092"/>
                  </a:moveTo>
                  <a:lnTo>
                    <a:pt x="1128871" y="1835178"/>
                  </a:lnTo>
                  <a:lnTo>
                    <a:pt x="1219315" y="1922334"/>
                  </a:lnTo>
                  <a:close/>
                  <a:moveTo>
                    <a:pt x="1288108" y="1926998"/>
                  </a:moveTo>
                  <a:lnTo>
                    <a:pt x="1215875" y="1955324"/>
                  </a:lnTo>
                  <a:lnTo>
                    <a:pt x="1286718" y="1941534"/>
                  </a:lnTo>
                  <a:close/>
                  <a:moveTo>
                    <a:pt x="1288108" y="1926998"/>
                  </a:moveTo>
                  <a:lnTo>
                    <a:pt x="1219315" y="1922334"/>
                  </a:lnTo>
                  <a:lnTo>
                    <a:pt x="1215875" y="1955324"/>
                  </a:lnTo>
                  <a:close/>
                  <a:moveTo>
                    <a:pt x="1219315" y="1922334"/>
                  </a:moveTo>
                  <a:lnTo>
                    <a:pt x="1288108" y="1926998"/>
                  </a:lnTo>
                  <a:lnTo>
                    <a:pt x="1295489" y="1820905"/>
                  </a:lnTo>
                  <a:close/>
                  <a:moveTo>
                    <a:pt x="1219315" y="1922334"/>
                  </a:moveTo>
                  <a:lnTo>
                    <a:pt x="1295489" y="1820905"/>
                  </a:lnTo>
                  <a:lnTo>
                    <a:pt x="1224418" y="1818092"/>
                  </a:lnTo>
                  <a:close/>
                  <a:moveTo>
                    <a:pt x="1128871" y="1835178"/>
                  </a:moveTo>
                  <a:lnTo>
                    <a:pt x="1224418" y="1818092"/>
                  </a:lnTo>
                  <a:lnTo>
                    <a:pt x="1121682" y="1766093"/>
                  </a:lnTo>
                  <a:close/>
                  <a:moveTo>
                    <a:pt x="1095689" y="1661971"/>
                  </a:moveTo>
                  <a:lnTo>
                    <a:pt x="1062963" y="1728076"/>
                  </a:lnTo>
                  <a:lnTo>
                    <a:pt x="1081879" y="1732990"/>
                  </a:lnTo>
                  <a:close/>
                  <a:moveTo>
                    <a:pt x="1012960" y="1668636"/>
                  </a:moveTo>
                  <a:lnTo>
                    <a:pt x="1050202" y="1598858"/>
                  </a:lnTo>
                  <a:lnTo>
                    <a:pt x="999262" y="1579679"/>
                  </a:lnTo>
                  <a:close/>
                  <a:moveTo>
                    <a:pt x="1095689" y="1661971"/>
                  </a:moveTo>
                  <a:lnTo>
                    <a:pt x="1103469" y="1683877"/>
                  </a:lnTo>
                  <a:lnTo>
                    <a:pt x="1050202" y="1598858"/>
                  </a:lnTo>
                  <a:close/>
                  <a:moveTo>
                    <a:pt x="938486" y="1568497"/>
                  </a:moveTo>
                  <a:lnTo>
                    <a:pt x="953749" y="1516589"/>
                  </a:lnTo>
                  <a:lnTo>
                    <a:pt x="909341" y="1492100"/>
                  </a:lnTo>
                  <a:close/>
                  <a:moveTo>
                    <a:pt x="836070" y="951114"/>
                  </a:moveTo>
                  <a:lnTo>
                    <a:pt x="829309" y="949284"/>
                  </a:lnTo>
                  <a:lnTo>
                    <a:pt x="832530" y="1031499"/>
                  </a:lnTo>
                  <a:close/>
                  <a:moveTo>
                    <a:pt x="829309" y="949284"/>
                  </a:moveTo>
                  <a:lnTo>
                    <a:pt x="809080" y="912465"/>
                  </a:lnTo>
                  <a:lnTo>
                    <a:pt x="872918" y="993062"/>
                  </a:lnTo>
                  <a:close/>
                  <a:moveTo>
                    <a:pt x="888223" y="910847"/>
                  </a:moveTo>
                  <a:lnTo>
                    <a:pt x="926535" y="1000441"/>
                  </a:lnTo>
                  <a:lnTo>
                    <a:pt x="978860" y="980871"/>
                  </a:lnTo>
                  <a:close/>
                  <a:moveTo>
                    <a:pt x="1598003" y="1732998"/>
                  </a:moveTo>
                  <a:lnTo>
                    <a:pt x="1600887" y="1754398"/>
                  </a:lnTo>
                  <a:lnTo>
                    <a:pt x="1636815" y="1768909"/>
                  </a:lnTo>
                  <a:close/>
                  <a:moveTo>
                    <a:pt x="1692955" y="1776777"/>
                  </a:moveTo>
                  <a:lnTo>
                    <a:pt x="1636815" y="1768909"/>
                  </a:lnTo>
                  <a:lnTo>
                    <a:pt x="1692811" y="1779757"/>
                  </a:lnTo>
                  <a:close/>
                  <a:moveTo>
                    <a:pt x="1598003" y="1732998"/>
                  </a:moveTo>
                  <a:lnTo>
                    <a:pt x="1636815" y="1768909"/>
                  </a:lnTo>
                  <a:lnTo>
                    <a:pt x="1692955" y="1776777"/>
                  </a:lnTo>
                  <a:close/>
                  <a:moveTo>
                    <a:pt x="1990434" y="1824655"/>
                  </a:moveTo>
                  <a:lnTo>
                    <a:pt x="1971520" y="1835041"/>
                  </a:lnTo>
                  <a:lnTo>
                    <a:pt x="2033587" y="1922543"/>
                  </a:lnTo>
                  <a:close/>
                  <a:moveTo>
                    <a:pt x="2074030" y="1858548"/>
                  </a:moveTo>
                  <a:lnTo>
                    <a:pt x="1990434" y="1824655"/>
                  </a:lnTo>
                  <a:lnTo>
                    <a:pt x="2033587" y="1922543"/>
                  </a:lnTo>
                  <a:close/>
                  <a:moveTo>
                    <a:pt x="1971520" y="1835041"/>
                  </a:moveTo>
                  <a:lnTo>
                    <a:pt x="1981010" y="1820556"/>
                  </a:lnTo>
                  <a:lnTo>
                    <a:pt x="1940448" y="1852967"/>
                  </a:lnTo>
                  <a:close/>
                  <a:moveTo>
                    <a:pt x="1940448" y="1852967"/>
                  </a:moveTo>
                  <a:lnTo>
                    <a:pt x="1981010" y="1820556"/>
                  </a:lnTo>
                  <a:lnTo>
                    <a:pt x="1908401" y="1796605"/>
                  </a:lnTo>
                  <a:close/>
                  <a:moveTo>
                    <a:pt x="1557131" y="1329010"/>
                  </a:moveTo>
                  <a:lnTo>
                    <a:pt x="1597815" y="1407896"/>
                  </a:lnTo>
                  <a:lnTo>
                    <a:pt x="1602416" y="1409480"/>
                  </a:lnTo>
                  <a:close/>
                  <a:moveTo>
                    <a:pt x="1186100" y="833974"/>
                  </a:moveTo>
                  <a:lnTo>
                    <a:pt x="1172383" y="931903"/>
                  </a:lnTo>
                  <a:lnTo>
                    <a:pt x="1195956" y="840309"/>
                  </a:lnTo>
                  <a:close/>
                  <a:moveTo>
                    <a:pt x="1195956" y="840309"/>
                  </a:moveTo>
                  <a:lnTo>
                    <a:pt x="1172383" y="931903"/>
                  </a:lnTo>
                  <a:lnTo>
                    <a:pt x="1272468" y="838699"/>
                  </a:lnTo>
                  <a:close/>
                  <a:moveTo>
                    <a:pt x="1192768" y="792918"/>
                  </a:moveTo>
                  <a:lnTo>
                    <a:pt x="1195956" y="840309"/>
                  </a:lnTo>
                  <a:lnTo>
                    <a:pt x="1226264" y="751759"/>
                  </a:lnTo>
                  <a:close/>
                  <a:moveTo>
                    <a:pt x="1186100" y="833974"/>
                  </a:moveTo>
                  <a:lnTo>
                    <a:pt x="1195956" y="840309"/>
                  </a:lnTo>
                  <a:lnTo>
                    <a:pt x="1192768" y="792918"/>
                  </a:lnTo>
                  <a:close/>
                  <a:moveTo>
                    <a:pt x="1981010" y="1820556"/>
                  </a:moveTo>
                  <a:lnTo>
                    <a:pt x="1971520" y="1835041"/>
                  </a:lnTo>
                  <a:lnTo>
                    <a:pt x="1990434" y="1824655"/>
                  </a:lnTo>
                  <a:close/>
                  <a:moveTo>
                    <a:pt x="1981010" y="1820556"/>
                  </a:moveTo>
                  <a:lnTo>
                    <a:pt x="1990434" y="1824655"/>
                  </a:lnTo>
                  <a:lnTo>
                    <a:pt x="1992631" y="1817878"/>
                  </a:lnTo>
                  <a:close/>
                  <a:moveTo>
                    <a:pt x="1992631" y="1817878"/>
                  </a:moveTo>
                  <a:lnTo>
                    <a:pt x="1908401" y="1796605"/>
                  </a:lnTo>
                  <a:lnTo>
                    <a:pt x="1981010" y="1820556"/>
                  </a:lnTo>
                  <a:close/>
                  <a:moveTo>
                    <a:pt x="2091557" y="1798044"/>
                  </a:moveTo>
                  <a:lnTo>
                    <a:pt x="1990434" y="1824655"/>
                  </a:lnTo>
                  <a:lnTo>
                    <a:pt x="2074030" y="1858548"/>
                  </a:lnTo>
                  <a:close/>
                  <a:moveTo>
                    <a:pt x="2091557" y="1798044"/>
                  </a:moveTo>
                  <a:lnTo>
                    <a:pt x="1992631" y="1817878"/>
                  </a:lnTo>
                  <a:lnTo>
                    <a:pt x="1990434" y="1824655"/>
                  </a:lnTo>
                  <a:close/>
                  <a:moveTo>
                    <a:pt x="1783244" y="1607325"/>
                  </a:moveTo>
                  <a:lnTo>
                    <a:pt x="1822368" y="1634930"/>
                  </a:lnTo>
                  <a:lnTo>
                    <a:pt x="1856702" y="1603313"/>
                  </a:lnTo>
                  <a:close/>
                  <a:moveTo>
                    <a:pt x="1679810" y="1288828"/>
                  </a:moveTo>
                  <a:lnTo>
                    <a:pt x="1561841" y="1336848"/>
                  </a:lnTo>
                  <a:lnTo>
                    <a:pt x="1602416" y="1409480"/>
                  </a:lnTo>
                  <a:close/>
                  <a:moveTo>
                    <a:pt x="1750695" y="1270426"/>
                  </a:moveTo>
                  <a:lnTo>
                    <a:pt x="1699245" y="1293265"/>
                  </a:lnTo>
                  <a:lnTo>
                    <a:pt x="1718384" y="1206614"/>
                  </a:lnTo>
                  <a:close/>
                  <a:moveTo>
                    <a:pt x="1257194" y="713322"/>
                  </a:moveTo>
                  <a:lnTo>
                    <a:pt x="1265526" y="744250"/>
                  </a:lnTo>
                  <a:lnTo>
                    <a:pt x="1288871" y="795538"/>
                  </a:lnTo>
                  <a:close/>
                  <a:moveTo>
                    <a:pt x="1226264" y="751759"/>
                  </a:moveTo>
                  <a:lnTo>
                    <a:pt x="1199354" y="737455"/>
                  </a:lnTo>
                  <a:lnTo>
                    <a:pt x="1192768" y="792918"/>
                  </a:lnTo>
                  <a:close/>
                  <a:moveTo>
                    <a:pt x="1706929" y="1168177"/>
                  </a:moveTo>
                  <a:lnTo>
                    <a:pt x="1750695" y="1270426"/>
                  </a:lnTo>
                  <a:lnTo>
                    <a:pt x="1718384" y="1206614"/>
                  </a:lnTo>
                  <a:close/>
                  <a:moveTo>
                    <a:pt x="1669904" y="1097735"/>
                  </a:moveTo>
                  <a:lnTo>
                    <a:pt x="1729204" y="1190075"/>
                  </a:lnTo>
                  <a:lnTo>
                    <a:pt x="1745437" y="1096921"/>
                  </a:lnTo>
                  <a:close/>
                  <a:moveTo>
                    <a:pt x="1706929" y="1168177"/>
                  </a:moveTo>
                  <a:lnTo>
                    <a:pt x="1729204" y="1190075"/>
                  </a:lnTo>
                  <a:lnTo>
                    <a:pt x="1669904" y="1097735"/>
                  </a:lnTo>
                  <a:close/>
                  <a:moveTo>
                    <a:pt x="1601685" y="1055411"/>
                  </a:moveTo>
                  <a:lnTo>
                    <a:pt x="1578127" y="1124398"/>
                  </a:lnTo>
                  <a:lnTo>
                    <a:pt x="1616895" y="1040738"/>
                  </a:lnTo>
                  <a:close/>
                  <a:moveTo>
                    <a:pt x="2242922" y="1458601"/>
                  </a:moveTo>
                  <a:lnTo>
                    <a:pt x="2220091" y="1480385"/>
                  </a:lnTo>
                  <a:lnTo>
                    <a:pt x="2280410" y="1465418"/>
                  </a:lnTo>
                  <a:close/>
                  <a:moveTo>
                    <a:pt x="2280410" y="1465418"/>
                  </a:moveTo>
                  <a:lnTo>
                    <a:pt x="2220091" y="1480385"/>
                  </a:lnTo>
                  <a:lnTo>
                    <a:pt x="2208332" y="1563516"/>
                  </a:lnTo>
                  <a:close/>
                  <a:moveTo>
                    <a:pt x="2221570" y="1452662"/>
                  </a:moveTo>
                  <a:lnTo>
                    <a:pt x="2155042" y="1515833"/>
                  </a:lnTo>
                  <a:lnTo>
                    <a:pt x="2220091" y="1480385"/>
                  </a:lnTo>
                  <a:close/>
                  <a:moveTo>
                    <a:pt x="2124431" y="1370950"/>
                  </a:moveTo>
                  <a:lnTo>
                    <a:pt x="2201932" y="1412490"/>
                  </a:lnTo>
                  <a:lnTo>
                    <a:pt x="2151863" y="1376386"/>
                  </a:lnTo>
                  <a:close/>
                  <a:moveTo>
                    <a:pt x="2221570" y="1452662"/>
                  </a:moveTo>
                  <a:lnTo>
                    <a:pt x="2201932" y="1412490"/>
                  </a:lnTo>
                  <a:lnTo>
                    <a:pt x="2124431" y="1370950"/>
                  </a:lnTo>
                  <a:close/>
                  <a:moveTo>
                    <a:pt x="2221570" y="1452662"/>
                  </a:moveTo>
                  <a:lnTo>
                    <a:pt x="2220091" y="1480385"/>
                  </a:lnTo>
                  <a:lnTo>
                    <a:pt x="2242922" y="1458601"/>
                  </a:lnTo>
                  <a:close/>
                  <a:moveTo>
                    <a:pt x="2221570" y="1452662"/>
                  </a:moveTo>
                  <a:lnTo>
                    <a:pt x="2242922" y="1458601"/>
                  </a:lnTo>
                  <a:lnTo>
                    <a:pt x="2201932" y="1412490"/>
                  </a:lnTo>
                  <a:close/>
                  <a:moveTo>
                    <a:pt x="2124431" y="1370950"/>
                  </a:moveTo>
                  <a:lnTo>
                    <a:pt x="2151863" y="1376386"/>
                  </a:lnTo>
                  <a:lnTo>
                    <a:pt x="2112164" y="1355520"/>
                  </a:lnTo>
                  <a:close/>
                  <a:moveTo>
                    <a:pt x="1860764" y="863570"/>
                  </a:moveTo>
                  <a:lnTo>
                    <a:pt x="1931797" y="766321"/>
                  </a:lnTo>
                  <a:lnTo>
                    <a:pt x="1860683" y="763543"/>
                  </a:lnTo>
                  <a:close/>
                  <a:moveTo>
                    <a:pt x="1784003" y="765290"/>
                  </a:moveTo>
                  <a:lnTo>
                    <a:pt x="1860764" y="863570"/>
                  </a:lnTo>
                  <a:lnTo>
                    <a:pt x="1860683" y="763543"/>
                  </a:lnTo>
                  <a:close/>
                  <a:moveTo>
                    <a:pt x="1827177" y="690691"/>
                  </a:moveTo>
                  <a:lnTo>
                    <a:pt x="1770616" y="699301"/>
                  </a:lnTo>
                  <a:lnTo>
                    <a:pt x="1784003" y="765290"/>
                  </a:lnTo>
                  <a:close/>
                  <a:moveTo>
                    <a:pt x="1746508" y="762444"/>
                  </a:moveTo>
                  <a:lnTo>
                    <a:pt x="1784003" y="765290"/>
                  </a:lnTo>
                  <a:lnTo>
                    <a:pt x="1770616" y="699301"/>
                  </a:lnTo>
                  <a:close/>
                  <a:moveTo>
                    <a:pt x="1539324" y="391851"/>
                  </a:moveTo>
                  <a:lnTo>
                    <a:pt x="1585936" y="350922"/>
                  </a:lnTo>
                  <a:lnTo>
                    <a:pt x="1671508" y="395786"/>
                  </a:lnTo>
                  <a:close/>
                  <a:moveTo>
                    <a:pt x="1773434" y="373514"/>
                  </a:moveTo>
                  <a:lnTo>
                    <a:pt x="1811731" y="359162"/>
                  </a:lnTo>
                  <a:lnTo>
                    <a:pt x="1794330" y="274495"/>
                  </a:lnTo>
                  <a:close/>
                  <a:moveTo>
                    <a:pt x="2019102" y="210221"/>
                  </a:moveTo>
                  <a:lnTo>
                    <a:pt x="2010752" y="201670"/>
                  </a:lnTo>
                  <a:lnTo>
                    <a:pt x="2110718" y="279837"/>
                  </a:lnTo>
                  <a:close/>
                  <a:moveTo>
                    <a:pt x="2046109" y="133427"/>
                  </a:moveTo>
                  <a:lnTo>
                    <a:pt x="2024507" y="236058"/>
                  </a:lnTo>
                  <a:lnTo>
                    <a:pt x="2010752" y="201670"/>
                  </a:lnTo>
                  <a:close/>
                  <a:moveTo>
                    <a:pt x="2500497" y="367395"/>
                  </a:moveTo>
                  <a:lnTo>
                    <a:pt x="2441067" y="294384"/>
                  </a:lnTo>
                  <a:lnTo>
                    <a:pt x="2459027" y="309992"/>
                  </a:lnTo>
                  <a:close/>
                  <a:moveTo>
                    <a:pt x="2365757" y="295019"/>
                  </a:moveTo>
                  <a:lnTo>
                    <a:pt x="2441067" y="294384"/>
                  </a:lnTo>
                  <a:lnTo>
                    <a:pt x="2388270" y="237215"/>
                  </a:lnTo>
                  <a:close/>
                  <a:moveTo>
                    <a:pt x="2365757" y="295019"/>
                  </a:moveTo>
                  <a:lnTo>
                    <a:pt x="2388270" y="237215"/>
                  </a:lnTo>
                  <a:lnTo>
                    <a:pt x="2339932" y="215922"/>
                  </a:lnTo>
                  <a:close/>
                  <a:moveTo>
                    <a:pt x="2277393" y="206172"/>
                  </a:moveTo>
                  <a:lnTo>
                    <a:pt x="2339932" y="215922"/>
                  </a:lnTo>
                  <a:lnTo>
                    <a:pt x="2304232" y="144854"/>
                  </a:lnTo>
                  <a:close/>
                  <a:moveTo>
                    <a:pt x="2339932" y="215922"/>
                  </a:moveTo>
                  <a:lnTo>
                    <a:pt x="2388270" y="237215"/>
                  </a:lnTo>
                  <a:lnTo>
                    <a:pt x="2304232" y="144854"/>
                  </a:lnTo>
                  <a:close/>
                  <a:moveTo>
                    <a:pt x="2253137" y="125801"/>
                  </a:moveTo>
                  <a:lnTo>
                    <a:pt x="2304232" y="144854"/>
                  </a:lnTo>
                  <a:lnTo>
                    <a:pt x="2268001" y="74217"/>
                  </a:lnTo>
                  <a:close/>
                  <a:moveTo>
                    <a:pt x="2253137" y="125801"/>
                  </a:moveTo>
                  <a:lnTo>
                    <a:pt x="2268001" y="74217"/>
                  </a:lnTo>
                  <a:lnTo>
                    <a:pt x="2225913" y="47839"/>
                  </a:lnTo>
                  <a:close/>
                  <a:moveTo>
                    <a:pt x="2225913" y="47839"/>
                  </a:moveTo>
                  <a:lnTo>
                    <a:pt x="2262479" y="68992"/>
                  </a:lnTo>
                  <a:lnTo>
                    <a:pt x="2169496" y="0"/>
                  </a:lnTo>
                  <a:close/>
                  <a:moveTo>
                    <a:pt x="2225913" y="47839"/>
                  </a:moveTo>
                  <a:lnTo>
                    <a:pt x="2268001" y="74217"/>
                  </a:lnTo>
                  <a:lnTo>
                    <a:pt x="2262479" y="6899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15" name="Candidate_density__2114">
              <a:extLst>
                <a:ext uri="{FF2B5EF4-FFF2-40B4-BE49-F238E27FC236}">
                  <a16:creationId xmlns:a16="http://schemas.microsoft.com/office/drawing/2014/main" id="{06D38686-CDC7-3667-C8A0-582E53154F51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807342" cy="2352692"/>
            </a:xfrm>
            <a:custGeom>
              <a:avLst/>
              <a:gdLst/>
              <a:ahLst/>
              <a:cxnLst/>
              <a:rect l="0" t="0" r="0" b="0"/>
              <a:pathLst>
                <a:path w="2807342" h="2352692">
                  <a:moveTo>
                    <a:pt x="664114" y="2226699"/>
                  </a:moveTo>
                  <a:lnTo>
                    <a:pt x="621890" y="2144483"/>
                  </a:lnTo>
                  <a:lnTo>
                    <a:pt x="627862" y="2167077"/>
                  </a:lnTo>
                  <a:close/>
                  <a:moveTo>
                    <a:pt x="636933" y="2074495"/>
                  </a:moveTo>
                  <a:lnTo>
                    <a:pt x="627862" y="2167077"/>
                  </a:lnTo>
                  <a:lnTo>
                    <a:pt x="621890" y="2144483"/>
                  </a:lnTo>
                  <a:close/>
                  <a:moveTo>
                    <a:pt x="3408" y="1486763"/>
                  </a:moveTo>
                  <a:lnTo>
                    <a:pt x="2490" y="1411111"/>
                  </a:lnTo>
                  <a:lnTo>
                    <a:pt x="12247" y="1503271"/>
                  </a:lnTo>
                  <a:close/>
                  <a:moveTo>
                    <a:pt x="3408" y="1486763"/>
                  </a:moveTo>
                  <a:lnTo>
                    <a:pt x="0" y="1404548"/>
                  </a:lnTo>
                  <a:lnTo>
                    <a:pt x="2490" y="1411111"/>
                  </a:lnTo>
                  <a:close/>
                  <a:moveTo>
                    <a:pt x="5224" y="1384586"/>
                  </a:moveTo>
                  <a:lnTo>
                    <a:pt x="2490" y="1411111"/>
                  </a:lnTo>
                  <a:lnTo>
                    <a:pt x="0" y="1404548"/>
                  </a:lnTo>
                  <a:close/>
                  <a:moveTo>
                    <a:pt x="1012327" y="2352692"/>
                  </a:moveTo>
                  <a:lnTo>
                    <a:pt x="1014774" y="2334578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12327" y="2352692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77650" y="2243960"/>
                  </a:lnTo>
                  <a:lnTo>
                    <a:pt x="983618" y="2159722"/>
                  </a:lnTo>
                  <a:close/>
                  <a:moveTo>
                    <a:pt x="981794" y="2270477"/>
                  </a:moveTo>
                  <a:lnTo>
                    <a:pt x="983618" y="2159722"/>
                  </a:lnTo>
                  <a:lnTo>
                    <a:pt x="966801" y="2256641"/>
                  </a:lnTo>
                  <a:close/>
                  <a:moveTo>
                    <a:pt x="1024420" y="2314256"/>
                  </a:moveTo>
                  <a:lnTo>
                    <a:pt x="1015539" y="2233862"/>
                  </a:lnTo>
                  <a:lnTo>
                    <a:pt x="1014774" y="2334578"/>
                  </a:lnTo>
                  <a:close/>
                  <a:moveTo>
                    <a:pt x="1135983" y="2232041"/>
                  </a:moveTo>
                  <a:lnTo>
                    <a:pt x="1116183" y="2212633"/>
                  </a:lnTo>
                  <a:lnTo>
                    <a:pt x="1109111" y="2118291"/>
                  </a:lnTo>
                  <a:close/>
                  <a:moveTo>
                    <a:pt x="1058982" y="2029174"/>
                  </a:moveTo>
                  <a:lnTo>
                    <a:pt x="1109111" y="2118291"/>
                  </a:lnTo>
                  <a:lnTo>
                    <a:pt x="1105453" y="2111389"/>
                  </a:lnTo>
                  <a:close/>
                  <a:moveTo>
                    <a:pt x="1058982" y="2029174"/>
                  </a:moveTo>
                  <a:lnTo>
                    <a:pt x="1086917" y="1996673"/>
                  </a:lnTo>
                  <a:lnTo>
                    <a:pt x="996609" y="2049068"/>
                  </a:lnTo>
                  <a:close/>
                  <a:moveTo>
                    <a:pt x="1105453" y="2111389"/>
                  </a:moveTo>
                  <a:lnTo>
                    <a:pt x="1081507" y="1990738"/>
                  </a:lnTo>
                  <a:lnTo>
                    <a:pt x="1058982" y="2029174"/>
                  </a:lnTo>
                  <a:close/>
                  <a:moveTo>
                    <a:pt x="631176" y="1263553"/>
                  </a:moveTo>
                  <a:lnTo>
                    <a:pt x="727878" y="1333017"/>
                  </a:lnTo>
                  <a:lnTo>
                    <a:pt x="653117" y="1274194"/>
                  </a:lnTo>
                  <a:close/>
                  <a:moveTo>
                    <a:pt x="1394614" y="2034517"/>
                  </a:moveTo>
                  <a:lnTo>
                    <a:pt x="1356473" y="2038374"/>
                  </a:lnTo>
                  <a:lnTo>
                    <a:pt x="1371802" y="2126004"/>
                  </a:lnTo>
                  <a:close/>
                  <a:moveTo>
                    <a:pt x="1086751" y="1636008"/>
                  </a:moveTo>
                  <a:lnTo>
                    <a:pt x="986062" y="1657274"/>
                  </a:lnTo>
                  <a:lnTo>
                    <a:pt x="1104781" y="1721441"/>
                  </a:lnTo>
                  <a:close/>
                  <a:moveTo>
                    <a:pt x="768636" y="1212392"/>
                  </a:moveTo>
                  <a:lnTo>
                    <a:pt x="727878" y="1333017"/>
                  </a:lnTo>
                  <a:lnTo>
                    <a:pt x="786289" y="1298134"/>
                  </a:lnTo>
                  <a:close/>
                  <a:moveTo>
                    <a:pt x="685096" y="1178554"/>
                  </a:moveTo>
                  <a:lnTo>
                    <a:pt x="681167" y="1168587"/>
                  </a:lnTo>
                  <a:lnTo>
                    <a:pt x="640308" y="1226306"/>
                  </a:lnTo>
                  <a:close/>
                  <a:moveTo>
                    <a:pt x="1576437" y="2180916"/>
                  </a:moveTo>
                  <a:lnTo>
                    <a:pt x="1486120" y="2222850"/>
                  </a:lnTo>
                  <a:lnTo>
                    <a:pt x="1565157" y="2239698"/>
                  </a:lnTo>
                  <a:close/>
                  <a:moveTo>
                    <a:pt x="1489899" y="2190677"/>
                  </a:moveTo>
                  <a:lnTo>
                    <a:pt x="1576437" y="2180916"/>
                  </a:lnTo>
                  <a:lnTo>
                    <a:pt x="1563248" y="2091545"/>
                  </a:lnTo>
                  <a:close/>
                  <a:moveTo>
                    <a:pt x="1564191" y="2020881"/>
                  </a:moveTo>
                  <a:lnTo>
                    <a:pt x="1518922" y="1996080"/>
                  </a:lnTo>
                  <a:lnTo>
                    <a:pt x="1563248" y="2091545"/>
                  </a:lnTo>
                  <a:close/>
                  <a:moveTo>
                    <a:pt x="1563248" y="2091545"/>
                  </a:moveTo>
                  <a:lnTo>
                    <a:pt x="1518922" y="199608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56501" y="2017644"/>
                  </a:lnTo>
                  <a:lnTo>
                    <a:pt x="1358991" y="2026192"/>
                  </a:lnTo>
                  <a:close/>
                  <a:moveTo>
                    <a:pt x="1358991" y="2026192"/>
                  </a:moveTo>
                  <a:lnTo>
                    <a:pt x="1456501" y="2017644"/>
                  </a:lnTo>
                  <a:lnTo>
                    <a:pt x="1467769" y="1939036"/>
                  </a:lnTo>
                  <a:close/>
                  <a:moveTo>
                    <a:pt x="826967" y="1215128"/>
                  </a:moveTo>
                  <a:lnTo>
                    <a:pt x="768679" y="1212357"/>
                  </a:lnTo>
                  <a:lnTo>
                    <a:pt x="875721" y="1256144"/>
                  </a:lnTo>
                  <a:close/>
                  <a:moveTo>
                    <a:pt x="1518922" y="1996080"/>
                  </a:moveTo>
                  <a:lnTo>
                    <a:pt x="1564191" y="2020881"/>
                  </a:lnTo>
                  <a:lnTo>
                    <a:pt x="1567630" y="1987891"/>
                  </a:lnTo>
                  <a:close/>
                  <a:moveTo>
                    <a:pt x="1567630" y="1987891"/>
                  </a:moveTo>
                  <a:lnTo>
                    <a:pt x="1467769" y="1939036"/>
                  </a:lnTo>
                  <a:lnTo>
                    <a:pt x="1518922" y="1996080"/>
                  </a:lnTo>
                  <a:close/>
                  <a:moveTo>
                    <a:pt x="1477186" y="1900735"/>
                  </a:moveTo>
                  <a:lnTo>
                    <a:pt x="1467769" y="1939036"/>
                  </a:lnTo>
                  <a:lnTo>
                    <a:pt x="1567630" y="1987891"/>
                  </a:lnTo>
                  <a:close/>
                  <a:moveTo>
                    <a:pt x="1469997" y="1831650"/>
                  </a:moveTo>
                  <a:lnTo>
                    <a:pt x="1454557" y="1889636"/>
                  </a:lnTo>
                  <a:lnTo>
                    <a:pt x="1477186" y="1900735"/>
                  </a:lnTo>
                  <a:close/>
                  <a:moveTo>
                    <a:pt x="1361275" y="1734193"/>
                  </a:moveTo>
                  <a:lnTo>
                    <a:pt x="1444004" y="1727528"/>
                  </a:lnTo>
                  <a:lnTo>
                    <a:pt x="1398517" y="1664416"/>
                  </a:lnTo>
                  <a:close/>
                  <a:moveTo>
                    <a:pt x="694922" y="811360"/>
                  </a:moveTo>
                  <a:lnTo>
                    <a:pt x="633968" y="772194"/>
                  </a:lnTo>
                  <a:lnTo>
                    <a:pt x="572500" y="750202"/>
                  </a:lnTo>
                  <a:close/>
                  <a:moveTo>
                    <a:pt x="694922" y="811360"/>
                  </a:moveTo>
                  <a:lnTo>
                    <a:pt x="716105" y="800633"/>
                  </a:lnTo>
                  <a:lnTo>
                    <a:pt x="633968" y="772194"/>
                  </a:lnTo>
                  <a:close/>
                  <a:moveTo>
                    <a:pt x="572500" y="750202"/>
                  </a:moveTo>
                  <a:lnTo>
                    <a:pt x="608499" y="762853"/>
                  </a:lnTo>
                  <a:lnTo>
                    <a:pt x="549662" y="735647"/>
                  </a:lnTo>
                  <a:close/>
                  <a:moveTo>
                    <a:pt x="1184386" y="1016672"/>
                  </a:moveTo>
                  <a:lnTo>
                    <a:pt x="1094060" y="947366"/>
                  </a:lnTo>
                  <a:lnTo>
                    <a:pt x="1177625" y="1014841"/>
                  </a:lnTo>
                  <a:close/>
                  <a:moveTo>
                    <a:pt x="981511" y="860237"/>
                  </a:moveTo>
                  <a:lnTo>
                    <a:pt x="1000778" y="877263"/>
                  </a:lnTo>
                  <a:lnTo>
                    <a:pt x="1074463" y="932626"/>
                  </a:lnTo>
                  <a:close/>
                  <a:moveTo>
                    <a:pt x="1157395" y="978022"/>
                  </a:moveTo>
                  <a:lnTo>
                    <a:pt x="1177625" y="1014841"/>
                  </a:lnTo>
                  <a:lnTo>
                    <a:pt x="1094060" y="947366"/>
                  </a:lnTo>
                  <a:close/>
                  <a:moveTo>
                    <a:pt x="1050141" y="904534"/>
                  </a:moveTo>
                  <a:lnTo>
                    <a:pt x="1157395" y="978022"/>
                  </a:lnTo>
                  <a:lnTo>
                    <a:pt x="1074463" y="932626"/>
                  </a:lnTo>
                  <a:close/>
                  <a:moveTo>
                    <a:pt x="1074463" y="932626"/>
                  </a:moveTo>
                  <a:lnTo>
                    <a:pt x="1157395" y="978022"/>
                  </a:lnTo>
                  <a:lnTo>
                    <a:pt x="1094060" y="947366"/>
                  </a:lnTo>
                  <a:close/>
                  <a:moveTo>
                    <a:pt x="1236538" y="976404"/>
                  </a:moveTo>
                  <a:lnTo>
                    <a:pt x="1190415" y="1014841"/>
                  </a:lnTo>
                  <a:lnTo>
                    <a:pt x="1274851" y="1065998"/>
                  </a:lnTo>
                  <a:close/>
                  <a:moveTo>
                    <a:pt x="1050141" y="904534"/>
                  </a:moveTo>
                  <a:lnTo>
                    <a:pt x="1074463" y="932626"/>
                  </a:lnTo>
                  <a:lnTo>
                    <a:pt x="1000778" y="877263"/>
                  </a:lnTo>
                  <a:close/>
                  <a:moveTo>
                    <a:pt x="1972396" y="1760119"/>
                  </a:moveTo>
                  <a:lnTo>
                    <a:pt x="1946318" y="1798555"/>
                  </a:lnTo>
                  <a:lnTo>
                    <a:pt x="2041270" y="1842334"/>
                  </a:lnTo>
                  <a:close/>
                  <a:moveTo>
                    <a:pt x="1936088" y="1716340"/>
                  </a:moveTo>
                  <a:lnTo>
                    <a:pt x="1946318" y="1798555"/>
                  </a:lnTo>
                  <a:lnTo>
                    <a:pt x="1972396" y="1760119"/>
                  </a:lnTo>
                  <a:close/>
                  <a:moveTo>
                    <a:pt x="1236538" y="976404"/>
                  </a:moveTo>
                  <a:lnTo>
                    <a:pt x="1327175" y="1046428"/>
                  </a:lnTo>
                  <a:lnTo>
                    <a:pt x="1289360" y="937968"/>
                  </a:lnTo>
                  <a:close/>
                  <a:moveTo>
                    <a:pt x="2020718" y="1557252"/>
                  </a:moveTo>
                  <a:lnTo>
                    <a:pt x="1974274" y="1578675"/>
                  </a:lnTo>
                  <a:lnTo>
                    <a:pt x="2013285" y="1567673"/>
                  </a:lnTo>
                  <a:close/>
                  <a:moveTo>
                    <a:pt x="1925285" y="1513473"/>
                  </a:moveTo>
                  <a:lnTo>
                    <a:pt x="1974274" y="1578675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25285" y="1513473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46131" y="1473454"/>
                  </a:lnTo>
                  <a:lnTo>
                    <a:pt x="1925285" y="1513473"/>
                  </a:lnTo>
                  <a:close/>
                  <a:moveTo>
                    <a:pt x="1717700" y="1184614"/>
                  </a:moveTo>
                  <a:lnTo>
                    <a:pt x="1770100" y="1228392"/>
                  </a:lnTo>
                  <a:lnTo>
                    <a:pt x="1710149" y="1146177"/>
                  </a:lnTo>
                  <a:close/>
                  <a:moveTo>
                    <a:pt x="1332875" y="652886"/>
                  </a:moveTo>
                  <a:lnTo>
                    <a:pt x="1304063" y="744812"/>
                  </a:lnTo>
                  <a:lnTo>
                    <a:pt x="1338321" y="657698"/>
                  </a:lnTo>
                  <a:close/>
                  <a:moveTo>
                    <a:pt x="1332875" y="652886"/>
                  </a:moveTo>
                  <a:lnTo>
                    <a:pt x="1229534" y="691323"/>
                  </a:lnTo>
                  <a:lnTo>
                    <a:pt x="1304063" y="744812"/>
                  </a:lnTo>
                  <a:close/>
                  <a:moveTo>
                    <a:pt x="2352232" y="1774168"/>
                  </a:moveTo>
                  <a:lnTo>
                    <a:pt x="2276454" y="1775182"/>
                  </a:lnTo>
                  <a:lnTo>
                    <a:pt x="2340946" y="1883435"/>
                  </a:lnTo>
                  <a:close/>
                  <a:moveTo>
                    <a:pt x="2340946" y="1883435"/>
                  </a:moveTo>
                  <a:lnTo>
                    <a:pt x="2439873" y="1863602"/>
                  </a:lnTo>
                  <a:lnTo>
                    <a:pt x="2427221" y="1773795"/>
                  </a:lnTo>
                  <a:close/>
                  <a:moveTo>
                    <a:pt x="2340946" y="1883435"/>
                  </a:moveTo>
                  <a:lnTo>
                    <a:pt x="2427221" y="1773795"/>
                  </a:lnTo>
                  <a:lnTo>
                    <a:pt x="2352232" y="1774168"/>
                  </a:lnTo>
                  <a:close/>
                  <a:moveTo>
                    <a:pt x="2515400" y="1862791"/>
                  </a:moveTo>
                  <a:lnTo>
                    <a:pt x="2439873" y="1863602"/>
                  </a:lnTo>
                  <a:lnTo>
                    <a:pt x="2422345" y="1924105"/>
                  </a:lnTo>
                  <a:close/>
                  <a:moveTo>
                    <a:pt x="2439873" y="1863602"/>
                  </a:moveTo>
                  <a:lnTo>
                    <a:pt x="2515400" y="1862791"/>
                  </a:lnTo>
                  <a:lnTo>
                    <a:pt x="2507872" y="1768820"/>
                  </a:lnTo>
                  <a:close/>
                  <a:moveTo>
                    <a:pt x="2439873" y="1863602"/>
                  </a:moveTo>
                  <a:lnTo>
                    <a:pt x="2507872" y="1768820"/>
                  </a:lnTo>
                  <a:lnTo>
                    <a:pt x="2427221" y="1773795"/>
                  </a:lnTo>
                  <a:close/>
                  <a:moveTo>
                    <a:pt x="2276454" y="1775182"/>
                  </a:moveTo>
                  <a:lnTo>
                    <a:pt x="2352232" y="1774168"/>
                  </a:lnTo>
                  <a:lnTo>
                    <a:pt x="2336863" y="1686570"/>
                  </a:lnTo>
                  <a:close/>
                  <a:moveTo>
                    <a:pt x="2352232" y="1774168"/>
                  </a:moveTo>
                  <a:lnTo>
                    <a:pt x="2427221" y="1773795"/>
                  </a:lnTo>
                  <a:lnTo>
                    <a:pt x="2406589" y="1690476"/>
                  </a:lnTo>
                  <a:close/>
                  <a:moveTo>
                    <a:pt x="2352232" y="1774168"/>
                  </a:moveTo>
                  <a:lnTo>
                    <a:pt x="2406589" y="1690476"/>
                  </a:lnTo>
                  <a:lnTo>
                    <a:pt x="2336863" y="1686570"/>
                  </a:lnTo>
                  <a:close/>
                  <a:moveTo>
                    <a:pt x="2170683" y="1700488"/>
                  </a:moveTo>
                  <a:lnTo>
                    <a:pt x="2261678" y="1687102"/>
                  </a:lnTo>
                  <a:lnTo>
                    <a:pt x="2205018" y="1668870"/>
                  </a:lnTo>
                  <a:close/>
                  <a:moveTo>
                    <a:pt x="2261678" y="1687102"/>
                  </a:moveTo>
                  <a:lnTo>
                    <a:pt x="2336863" y="1686570"/>
                  </a:lnTo>
                  <a:lnTo>
                    <a:pt x="2285018" y="1689320"/>
                  </a:lnTo>
                  <a:close/>
                  <a:moveTo>
                    <a:pt x="1748041" y="1107740"/>
                  </a:moveTo>
                  <a:lnTo>
                    <a:pt x="1745373" y="1064968"/>
                  </a:lnTo>
                  <a:lnTo>
                    <a:pt x="1710149" y="1146177"/>
                  </a:lnTo>
                  <a:close/>
                  <a:moveTo>
                    <a:pt x="1534856" y="861095"/>
                  </a:moveTo>
                  <a:lnTo>
                    <a:pt x="1541083" y="858475"/>
                  </a:lnTo>
                  <a:lnTo>
                    <a:pt x="1457320" y="815872"/>
                  </a:lnTo>
                  <a:close/>
                  <a:moveTo>
                    <a:pt x="1534415" y="899532"/>
                  </a:moveTo>
                  <a:lnTo>
                    <a:pt x="1541083" y="858475"/>
                  </a:lnTo>
                  <a:lnTo>
                    <a:pt x="1534856" y="861095"/>
                  </a:lnTo>
                  <a:close/>
                  <a:moveTo>
                    <a:pt x="1605509" y="778880"/>
                  </a:moveTo>
                  <a:lnTo>
                    <a:pt x="1577042" y="696665"/>
                  </a:lnTo>
                  <a:lnTo>
                    <a:pt x="1597975" y="792527"/>
                  </a:lnTo>
                  <a:close/>
                  <a:moveTo>
                    <a:pt x="2312028" y="1359902"/>
                  </a:moveTo>
                  <a:lnTo>
                    <a:pt x="2255807" y="1315949"/>
                  </a:lnTo>
                  <a:lnTo>
                    <a:pt x="2291610" y="1423083"/>
                  </a:lnTo>
                  <a:close/>
                  <a:moveTo>
                    <a:pt x="2291610" y="1423083"/>
                  </a:moveTo>
                  <a:lnTo>
                    <a:pt x="2255807" y="1315949"/>
                  </a:lnTo>
                  <a:lnTo>
                    <a:pt x="2212027" y="1327099"/>
                  </a:lnTo>
                  <a:close/>
                  <a:moveTo>
                    <a:pt x="2291610" y="1423083"/>
                  </a:moveTo>
                  <a:lnTo>
                    <a:pt x="2212027" y="1327099"/>
                  </a:lnTo>
                  <a:lnTo>
                    <a:pt x="2225544" y="1416202"/>
                  </a:lnTo>
                  <a:close/>
                  <a:moveTo>
                    <a:pt x="2029873" y="1354003"/>
                  </a:moveTo>
                  <a:lnTo>
                    <a:pt x="2099011" y="1335983"/>
                  </a:lnTo>
                  <a:lnTo>
                    <a:pt x="2055245" y="1233734"/>
                  </a:lnTo>
                  <a:close/>
                  <a:moveTo>
                    <a:pt x="1904282" y="1165241"/>
                  </a:moveTo>
                  <a:lnTo>
                    <a:pt x="1926442" y="1189956"/>
                  </a:lnTo>
                  <a:lnTo>
                    <a:pt x="1950000" y="1120968"/>
                  </a:lnTo>
                  <a:close/>
                  <a:moveTo>
                    <a:pt x="2550247" y="1478047"/>
                  </a:moveTo>
                  <a:lnTo>
                    <a:pt x="2591238" y="1524158"/>
                  </a:lnTo>
                  <a:lnTo>
                    <a:pt x="2529351" y="1451081"/>
                  </a:lnTo>
                  <a:close/>
                  <a:moveTo>
                    <a:pt x="2529351" y="1451081"/>
                  </a:moveTo>
                  <a:lnTo>
                    <a:pt x="2591238" y="1524158"/>
                  </a:lnTo>
                  <a:lnTo>
                    <a:pt x="2628725" y="1530975"/>
                  </a:lnTo>
                  <a:close/>
                  <a:moveTo>
                    <a:pt x="2550247" y="1478047"/>
                  </a:moveTo>
                  <a:lnTo>
                    <a:pt x="2529351" y="1451081"/>
                  </a:lnTo>
                  <a:lnTo>
                    <a:pt x="2500179" y="1441943"/>
                  </a:lnTo>
                  <a:close/>
                  <a:moveTo>
                    <a:pt x="1607035" y="493798"/>
                  </a:moveTo>
                  <a:lnTo>
                    <a:pt x="1687916" y="483193"/>
                  </a:lnTo>
                  <a:lnTo>
                    <a:pt x="1645914" y="483456"/>
                  </a:lnTo>
                  <a:close/>
                  <a:moveTo>
                    <a:pt x="2300722" y="828001"/>
                  </a:moveTo>
                  <a:lnTo>
                    <a:pt x="2325766" y="894854"/>
                  </a:lnTo>
                  <a:lnTo>
                    <a:pt x="2421292" y="844157"/>
                  </a:lnTo>
                  <a:close/>
                  <a:moveTo>
                    <a:pt x="2019823" y="461343"/>
                  </a:moveTo>
                  <a:lnTo>
                    <a:pt x="2020032" y="458545"/>
                  </a:lnTo>
                  <a:lnTo>
                    <a:pt x="1932467" y="378489"/>
                  </a:lnTo>
                  <a:close/>
                  <a:moveTo>
                    <a:pt x="1932467" y="378489"/>
                  </a:moveTo>
                  <a:lnTo>
                    <a:pt x="1879526" y="416925"/>
                  </a:lnTo>
                  <a:lnTo>
                    <a:pt x="2019823" y="461343"/>
                  </a:lnTo>
                  <a:close/>
                  <a:moveTo>
                    <a:pt x="2020032" y="458545"/>
                  </a:moveTo>
                  <a:lnTo>
                    <a:pt x="2121750" y="439071"/>
                  </a:lnTo>
                  <a:lnTo>
                    <a:pt x="2131443" y="381229"/>
                  </a:lnTo>
                  <a:close/>
                  <a:moveTo>
                    <a:pt x="2550550" y="668913"/>
                  </a:moveTo>
                  <a:lnTo>
                    <a:pt x="2594276" y="712691"/>
                  </a:lnTo>
                  <a:lnTo>
                    <a:pt x="2598590" y="630476"/>
                  </a:lnTo>
                  <a:close/>
                  <a:moveTo>
                    <a:pt x="2459034" y="345394"/>
                  </a:moveTo>
                  <a:lnTo>
                    <a:pt x="2359068" y="267227"/>
                  </a:lnTo>
                  <a:lnTo>
                    <a:pt x="2372823" y="301615"/>
                  </a:lnTo>
                  <a:close/>
                  <a:moveTo>
                    <a:pt x="2438160" y="46415"/>
                  </a:moveTo>
                  <a:lnTo>
                    <a:pt x="2489937" y="60313"/>
                  </a:lnTo>
                  <a:lnTo>
                    <a:pt x="2392947" y="0"/>
                  </a:lnTo>
                  <a:close/>
                  <a:moveTo>
                    <a:pt x="2789383" y="359941"/>
                  </a:moveTo>
                  <a:lnTo>
                    <a:pt x="2714073" y="360576"/>
                  </a:lnTo>
                  <a:lnTo>
                    <a:pt x="2807342" y="375549"/>
                  </a:lnTo>
                  <a:close/>
                  <a:moveTo>
                    <a:pt x="2448602" y="54845"/>
                  </a:moveTo>
                  <a:lnTo>
                    <a:pt x="2517811" y="65557"/>
                  </a:lnTo>
                  <a:lnTo>
                    <a:pt x="2489937" y="60313"/>
                  </a:lnTo>
                  <a:close/>
                  <a:moveTo>
                    <a:pt x="2574229" y="113397"/>
                  </a:moveTo>
                  <a:lnTo>
                    <a:pt x="2517811" y="65557"/>
                  </a:lnTo>
                  <a:lnTo>
                    <a:pt x="2448602" y="54845"/>
                  </a:lnTo>
                  <a:close/>
                  <a:moveTo>
                    <a:pt x="2498429" y="114429"/>
                  </a:moveTo>
                  <a:lnTo>
                    <a:pt x="2574229" y="113397"/>
                  </a:lnTo>
                  <a:lnTo>
                    <a:pt x="2448602" y="54845"/>
                  </a:lnTo>
                  <a:close/>
                  <a:moveTo>
                    <a:pt x="2378350" y="51368"/>
                  </a:moveTo>
                  <a:lnTo>
                    <a:pt x="2438160" y="46415"/>
                  </a:lnTo>
                  <a:lnTo>
                    <a:pt x="2361042" y="36739"/>
                  </a:lnTo>
                  <a:close/>
                  <a:moveTo>
                    <a:pt x="2378350" y="51368"/>
                  </a:moveTo>
                  <a:lnTo>
                    <a:pt x="2448602" y="54845"/>
                  </a:lnTo>
                  <a:lnTo>
                    <a:pt x="2438160" y="46415"/>
                  </a:lnTo>
                  <a:close/>
                  <a:moveTo>
                    <a:pt x="2448602" y="54845"/>
                  </a:moveTo>
                  <a:lnTo>
                    <a:pt x="2489937" y="60313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16" name="Candidate_density__2115">
              <a:extLst>
                <a:ext uri="{FF2B5EF4-FFF2-40B4-BE49-F238E27FC236}">
                  <a16:creationId xmlns:a16="http://schemas.microsoft.com/office/drawing/2014/main" id="{DC94C929-107F-2BD4-E6A2-B46C2E1DA910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438160" cy="2270477"/>
            </a:xfrm>
            <a:custGeom>
              <a:avLst/>
              <a:gdLst/>
              <a:ahLst/>
              <a:cxnLst/>
              <a:rect l="0" t="0" r="0" b="0"/>
              <a:pathLst>
                <a:path w="2438160" h="2270477">
                  <a:moveTo>
                    <a:pt x="621890" y="2144483"/>
                  </a:moveTo>
                  <a:lnTo>
                    <a:pt x="663815" y="2037756"/>
                  </a:lnTo>
                  <a:lnTo>
                    <a:pt x="636933" y="2074495"/>
                  </a:lnTo>
                  <a:close/>
                  <a:moveTo>
                    <a:pt x="676398" y="2023832"/>
                  </a:moveTo>
                  <a:lnTo>
                    <a:pt x="663815" y="2037756"/>
                  </a:lnTo>
                  <a:lnTo>
                    <a:pt x="621890" y="2144483"/>
                  </a:lnTo>
                  <a:close/>
                  <a:moveTo>
                    <a:pt x="678922" y="2016281"/>
                  </a:moveTo>
                  <a:lnTo>
                    <a:pt x="658967" y="2062268"/>
                  </a:lnTo>
                  <a:lnTo>
                    <a:pt x="663815" y="2037756"/>
                  </a:lnTo>
                  <a:close/>
                  <a:moveTo>
                    <a:pt x="46258" y="1322802"/>
                  </a:moveTo>
                  <a:lnTo>
                    <a:pt x="5224" y="1384586"/>
                  </a:lnTo>
                  <a:lnTo>
                    <a:pt x="0" y="1404548"/>
                  </a:lnTo>
                  <a:close/>
                  <a:moveTo>
                    <a:pt x="5224" y="1384586"/>
                  </a:moveTo>
                  <a:lnTo>
                    <a:pt x="46258" y="1322802"/>
                  </a:lnTo>
                  <a:lnTo>
                    <a:pt x="39931" y="1322333"/>
                  </a:lnTo>
                  <a:close/>
                  <a:moveTo>
                    <a:pt x="46258" y="1322802"/>
                  </a:moveTo>
                  <a:lnTo>
                    <a:pt x="106195" y="1283896"/>
                  </a:lnTo>
                  <a:lnTo>
                    <a:pt x="39931" y="1322333"/>
                  </a:lnTo>
                  <a:close/>
                  <a:moveTo>
                    <a:pt x="109626" y="1281068"/>
                  </a:moveTo>
                  <a:lnTo>
                    <a:pt x="39931" y="1322333"/>
                  </a:lnTo>
                  <a:lnTo>
                    <a:pt x="106195" y="1283896"/>
                  </a:lnTo>
                  <a:close/>
                  <a:moveTo>
                    <a:pt x="109626" y="1281068"/>
                  </a:moveTo>
                  <a:lnTo>
                    <a:pt x="58412" y="1304788"/>
                  </a:lnTo>
                  <a:lnTo>
                    <a:pt x="39931" y="1322333"/>
                  </a:lnTo>
                  <a:close/>
                  <a:moveTo>
                    <a:pt x="1097232" y="2250439"/>
                  </a:moveTo>
                  <a:lnTo>
                    <a:pt x="1077650" y="2243960"/>
                  </a:lnTo>
                  <a:lnTo>
                    <a:pt x="981794" y="2270477"/>
                  </a:lnTo>
                  <a:close/>
                  <a:moveTo>
                    <a:pt x="983618" y="2159722"/>
                  </a:moveTo>
                  <a:lnTo>
                    <a:pt x="1077650" y="2243960"/>
                  </a:lnTo>
                  <a:lnTo>
                    <a:pt x="1064795" y="2154318"/>
                  </a:lnTo>
                  <a:close/>
                  <a:moveTo>
                    <a:pt x="678922" y="2016281"/>
                  </a:moveTo>
                  <a:lnTo>
                    <a:pt x="695672" y="2011856"/>
                  </a:lnTo>
                  <a:lnTo>
                    <a:pt x="734092" y="1943898"/>
                  </a:lnTo>
                  <a:close/>
                  <a:moveTo>
                    <a:pt x="109626" y="1281068"/>
                  </a:moveTo>
                  <a:lnTo>
                    <a:pt x="106195" y="1283896"/>
                  </a:lnTo>
                  <a:lnTo>
                    <a:pt x="150733" y="1251093"/>
                  </a:lnTo>
                  <a:close/>
                  <a:moveTo>
                    <a:pt x="109626" y="1281068"/>
                  </a:moveTo>
                  <a:lnTo>
                    <a:pt x="150733" y="1251093"/>
                  </a:lnTo>
                  <a:lnTo>
                    <a:pt x="216234" y="1185796"/>
                  </a:lnTo>
                  <a:close/>
                  <a:moveTo>
                    <a:pt x="163556" y="1204046"/>
                  </a:moveTo>
                  <a:lnTo>
                    <a:pt x="109626" y="1281068"/>
                  </a:lnTo>
                  <a:lnTo>
                    <a:pt x="216234" y="1185796"/>
                  </a:lnTo>
                  <a:close/>
                  <a:moveTo>
                    <a:pt x="216234" y="1185796"/>
                  </a:moveTo>
                  <a:lnTo>
                    <a:pt x="234603" y="1163244"/>
                  </a:lnTo>
                  <a:lnTo>
                    <a:pt x="167837" y="1201681"/>
                  </a:lnTo>
                  <a:close/>
                  <a:moveTo>
                    <a:pt x="1082564" y="2149826"/>
                  </a:moveTo>
                  <a:lnTo>
                    <a:pt x="1135983" y="2232041"/>
                  </a:lnTo>
                  <a:lnTo>
                    <a:pt x="1109111" y="2118291"/>
                  </a:lnTo>
                  <a:close/>
                  <a:moveTo>
                    <a:pt x="1064388" y="2127641"/>
                  </a:moveTo>
                  <a:lnTo>
                    <a:pt x="1082564" y="2149826"/>
                  </a:lnTo>
                  <a:lnTo>
                    <a:pt x="1109111" y="2118291"/>
                  </a:lnTo>
                  <a:close/>
                  <a:moveTo>
                    <a:pt x="580092" y="1495025"/>
                  </a:moveTo>
                  <a:lnTo>
                    <a:pt x="625865" y="1453668"/>
                  </a:lnTo>
                  <a:lnTo>
                    <a:pt x="580658" y="1492105"/>
                  </a:lnTo>
                  <a:close/>
                  <a:moveTo>
                    <a:pt x="1081507" y="1990738"/>
                  </a:moveTo>
                  <a:lnTo>
                    <a:pt x="1086917" y="1996673"/>
                  </a:lnTo>
                  <a:lnTo>
                    <a:pt x="1058982" y="2029174"/>
                  </a:lnTo>
                  <a:close/>
                  <a:moveTo>
                    <a:pt x="679837" y="1374095"/>
                  </a:moveTo>
                  <a:lnTo>
                    <a:pt x="625865" y="1453668"/>
                  </a:lnTo>
                  <a:lnTo>
                    <a:pt x="639807" y="1415232"/>
                  </a:lnTo>
                  <a:close/>
                  <a:moveTo>
                    <a:pt x="679837" y="1374095"/>
                  </a:moveTo>
                  <a:lnTo>
                    <a:pt x="638018" y="1432944"/>
                  </a:lnTo>
                  <a:lnTo>
                    <a:pt x="625865" y="1453668"/>
                  </a:lnTo>
                  <a:close/>
                  <a:moveTo>
                    <a:pt x="727878" y="1333017"/>
                  </a:moveTo>
                  <a:lnTo>
                    <a:pt x="723833" y="1348909"/>
                  </a:lnTo>
                  <a:lnTo>
                    <a:pt x="679837" y="1374095"/>
                  </a:lnTo>
                  <a:close/>
                  <a:moveTo>
                    <a:pt x="679837" y="1374095"/>
                  </a:moveTo>
                  <a:lnTo>
                    <a:pt x="701404" y="1391276"/>
                  </a:lnTo>
                  <a:lnTo>
                    <a:pt x="638018" y="1432944"/>
                  </a:lnTo>
                  <a:close/>
                  <a:moveTo>
                    <a:pt x="1413941" y="2116731"/>
                  </a:moveTo>
                  <a:lnTo>
                    <a:pt x="1394614" y="2034517"/>
                  </a:lnTo>
                  <a:lnTo>
                    <a:pt x="1371802" y="2126004"/>
                  </a:lnTo>
                  <a:close/>
                  <a:moveTo>
                    <a:pt x="1104781" y="1721441"/>
                  </a:moveTo>
                  <a:lnTo>
                    <a:pt x="1042707" y="1744092"/>
                  </a:lnTo>
                  <a:lnTo>
                    <a:pt x="1126670" y="1714897"/>
                  </a:lnTo>
                  <a:close/>
                  <a:moveTo>
                    <a:pt x="791595" y="1294581"/>
                  </a:moveTo>
                  <a:lnTo>
                    <a:pt x="768685" y="1212366"/>
                  </a:lnTo>
                  <a:lnTo>
                    <a:pt x="786289" y="1298134"/>
                  </a:lnTo>
                  <a:close/>
                  <a:moveTo>
                    <a:pt x="1489899" y="2190677"/>
                  </a:moveTo>
                  <a:lnTo>
                    <a:pt x="1563248" y="2091545"/>
                  </a:lnTo>
                  <a:lnTo>
                    <a:pt x="1474271" y="2103290"/>
                  </a:lnTo>
                  <a:close/>
                  <a:moveTo>
                    <a:pt x="1394614" y="2034517"/>
                  </a:moveTo>
                  <a:lnTo>
                    <a:pt x="1474271" y="210329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13941" y="2116731"/>
                  </a:lnTo>
                  <a:lnTo>
                    <a:pt x="1474271" y="2103290"/>
                  </a:lnTo>
                  <a:close/>
                  <a:moveTo>
                    <a:pt x="1563248" y="2091545"/>
                  </a:moveTo>
                  <a:lnTo>
                    <a:pt x="1456501" y="2017644"/>
                  </a:lnTo>
                  <a:lnTo>
                    <a:pt x="1474271" y="2103290"/>
                  </a:lnTo>
                  <a:close/>
                  <a:moveTo>
                    <a:pt x="1456501" y="2017644"/>
                  </a:moveTo>
                  <a:lnTo>
                    <a:pt x="1518922" y="1996080"/>
                  </a:lnTo>
                  <a:lnTo>
                    <a:pt x="1467769" y="1939036"/>
                  </a:lnTo>
                  <a:close/>
                  <a:moveTo>
                    <a:pt x="1407568" y="1857243"/>
                  </a:moveTo>
                  <a:lnTo>
                    <a:pt x="1454557" y="1889636"/>
                  </a:lnTo>
                  <a:lnTo>
                    <a:pt x="1469997" y="1831650"/>
                  </a:lnTo>
                  <a:close/>
                  <a:moveTo>
                    <a:pt x="1213050" y="1543997"/>
                  </a:moveTo>
                  <a:lnTo>
                    <a:pt x="1119558" y="1623441"/>
                  </a:lnTo>
                  <a:lnTo>
                    <a:pt x="1152692" y="1585005"/>
                  </a:lnTo>
                  <a:close/>
                  <a:moveTo>
                    <a:pt x="1213050" y="1543997"/>
                  </a:moveTo>
                  <a:lnTo>
                    <a:pt x="1159878" y="1560401"/>
                  </a:lnTo>
                  <a:lnTo>
                    <a:pt x="1119558" y="1623441"/>
                  </a:lnTo>
                  <a:close/>
                  <a:moveTo>
                    <a:pt x="875721" y="1256144"/>
                  </a:moveTo>
                  <a:lnTo>
                    <a:pt x="768685" y="1212366"/>
                  </a:lnTo>
                  <a:lnTo>
                    <a:pt x="791595" y="1294581"/>
                  </a:lnTo>
                  <a:close/>
                  <a:moveTo>
                    <a:pt x="549662" y="735647"/>
                  </a:moveTo>
                  <a:lnTo>
                    <a:pt x="430905" y="785494"/>
                  </a:lnTo>
                  <a:lnTo>
                    <a:pt x="481757" y="760420"/>
                  </a:lnTo>
                  <a:close/>
                  <a:moveTo>
                    <a:pt x="694922" y="811360"/>
                  </a:moveTo>
                  <a:lnTo>
                    <a:pt x="765876" y="814268"/>
                  </a:lnTo>
                  <a:lnTo>
                    <a:pt x="716105" y="800633"/>
                  </a:lnTo>
                  <a:close/>
                  <a:moveTo>
                    <a:pt x="765876" y="814268"/>
                  </a:moveTo>
                  <a:lnTo>
                    <a:pt x="694922" y="811360"/>
                  </a:lnTo>
                  <a:lnTo>
                    <a:pt x="785984" y="846699"/>
                  </a:lnTo>
                  <a:close/>
                  <a:moveTo>
                    <a:pt x="694922" y="811360"/>
                  </a:moveTo>
                  <a:lnTo>
                    <a:pt x="711603" y="847256"/>
                  </a:lnTo>
                  <a:lnTo>
                    <a:pt x="785984" y="846699"/>
                  </a:lnTo>
                  <a:close/>
                  <a:moveTo>
                    <a:pt x="847144" y="796708"/>
                  </a:moveTo>
                  <a:lnTo>
                    <a:pt x="765876" y="814268"/>
                  </a:lnTo>
                  <a:lnTo>
                    <a:pt x="819873" y="806632"/>
                  </a:lnTo>
                  <a:close/>
                  <a:moveTo>
                    <a:pt x="765876" y="814268"/>
                  </a:moveTo>
                  <a:lnTo>
                    <a:pt x="785984" y="846699"/>
                  </a:lnTo>
                  <a:lnTo>
                    <a:pt x="819873" y="806632"/>
                  </a:lnTo>
                  <a:close/>
                  <a:moveTo>
                    <a:pt x="484058" y="761512"/>
                  </a:moveTo>
                  <a:lnTo>
                    <a:pt x="549662" y="735647"/>
                  </a:lnTo>
                  <a:lnTo>
                    <a:pt x="481757" y="760420"/>
                  </a:lnTo>
                  <a:close/>
                  <a:moveTo>
                    <a:pt x="484058" y="761512"/>
                  </a:moveTo>
                  <a:lnTo>
                    <a:pt x="572500" y="750202"/>
                  </a:lnTo>
                  <a:lnTo>
                    <a:pt x="549662" y="735647"/>
                  </a:lnTo>
                  <a:close/>
                  <a:moveTo>
                    <a:pt x="1571082" y="1616242"/>
                  </a:moveTo>
                  <a:lnTo>
                    <a:pt x="1488054" y="1710998"/>
                  </a:lnTo>
                  <a:lnTo>
                    <a:pt x="1530226" y="1672562"/>
                  </a:lnTo>
                  <a:close/>
                  <a:moveTo>
                    <a:pt x="855349" y="802120"/>
                  </a:moveTo>
                  <a:lnTo>
                    <a:pt x="819873" y="806632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55349" y="802120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13580" y="875577"/>
                  </a:lnTo>
                  <a:lnTo>
                    <a:pt x="924407" y="870380"/>
                  </a:lnTo>
                  <a:close/>
                  <a:moveTo>
                    <a:pt x="909727" y="858004"/>
                  </a:moveTo>
                  <a:lnTo>
                    <a:pt x="981511" y="860237"/>
                  </a:lnTo>
                  <a:lnTo>
                    <a:pt x="855349" y="802120"/>
                  </a:lnTo>
                  <a:close/>
                  <a:moveTo>
                    <a:pt x="981511" y="860237"/>
                  </a:moveTo>
                  <a:lnTo>
                    <a:pt x="909727" y="858004"/>
                  </a:lnTo>
                  <a:lnTo>
                    <a:pt x="1000778" y="877263"/>
                  </a:lnTo>
                  <a:close/>
                  <a:moveTo>
                    <a:pt x="909727" y="858004"/>
                  </a:moveTo>
                  <a:lnTo>
                    <a:pt x="924407" y="870380"/>
                  </a:lnTo>
                  <a:lnTo>
                    <a:pt x="1000778" y="877263"/>
                  </a:lnTo>
                  <a:close/>
                  <a:moveTo>
                    <a:pt x="1548148" y="1315295"/>
                  </a:moveTo>
                  <a:lnTo>
                    <a:pt x="1561017" y="1305265"/>
                  </a:lnTo>
                  <a:lnTo>
                    <a:pt x="1508609" y="1343701"/>
                  </a:lnTo>
                  <a:close/>
                  <a:moveTo>
                    <a:pt x="1222290" y="894189"/>
                  </a:moveTo>
                  <a:lnTo>
                    <a:pt x="1181260" y="994739"/>
                  </a:lnTo>
                  <a:lnTo>
                    <a:pt x="1190415" y="1014841"/>
                  </a:lnTo>
                  <a:close/>
                  <a:moveTo>
                    <a:pt x="1936088" y="1716340"/>
                  </a:moveTo>
                  <a:lnTo>
                    <a:pt x="1972396" y="1760119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1936088" y="1716340"/>
                  </a:lnTo>
                  <a:lnTo>
                    <a:pt x="1988427" y="1677904"/>
                  </a:lnTo>
                  <a:close/>
                  <a:moveTo>
                    <a:pt x="1504048" y="1378437"/>
                  </a:moveTo>
                  <a:lnTo>
                    <a:pt x="1548148" y="1315295"/>
                  </a:lnTo>
                  <a:lnTo>
                    <a:pt x="1477870" y="1331193"/>
                  </a:lnTo>
                  <a:close/>
                  <a:moveTo>
                    <a:pt x="1717700" y="1184614"/>
                  </a:moveTo>
                  <a:lnTo>
                    <a:pt x="1666452" y="1267497"/>
                  </a:lnTo>
                  <a:lnTo>
                    <a:pt x="1668861" y="1266828"/>
                  </a:lnTo>
                  <a:close/>
                  <a:moveTo>
                    <a:pt x="1229534" y="691323"/>
                  </a:moveTo>
                  <a:lnTo>
                    <a:pt x="1206590" y="659035"/>
                  </a:lnTo>
                  <a:lnTo>
                    <a:pt x="1164975" y="718648"/>
                  </a:lnTo>
                  <a:close/>
                  <a:moveTo>
                    <a:pt x="1174231" y="609108"/>
                  </a:moveTo>
                  <a:lnTo>
                    <a:pt x="1164975" y="718648"/>
                  </a:lnTo>
                  <a:lnTo>
                    <a:pt x="1206590" y="659035"/>
                  </a:lnTo>
                  <a:close/>
                  <a:moveTo>
                    <a:pt x="1988427" y="1677904"/>
                  </a:moveTo>
                  <a:lnTo>
                    <a:pt x="2013285" y="1567673"/>
                  </a:lnTo>
                  <a:lnTo>
                    <a:pt x="1990177" y="1638134"/>
                  </a:lnTo>
                  <a:close/>
                  <a:moveTo>
                    <a:pt x="2020718" y="1557252"/>
                  </a:moveTo>
                  <a:lnTo>
                    <a:pt x="2013285" y="1567673"/>
                  </a:lnTo>
                  <a:lnTo>
                    <a:pt x="1988427" y="1677904"/>
                  </a:lnTo>
                  <a:close/>
                  <a:moveTo>
                    <a:pt x="2032852" y="1639467"/>
                  </a:moveTo>
                  <a:lnTo>
                    <a:pt x="2020718" y="1557252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2013285" y="1567673"/>
                  </a:lnTo>
                  <a:lnTo>
                    <a:pt x="2041723" y="1677904"/>
                  </a:lnTo>
                  <a:close/>
                  <a:moveTo>
                    <a:pt x="1717700" y="1184614"/>
                  </a:moveTo>
                  <a:lnTo>
                    <a:pt x="1668861" y="1266828"/>
                  </a:lnTo>
                  <a:lnTo>
                    <a:pt x="1770100" y="1228392"/>
                  </a:lnTo>
                  <a:close/>
                  <a:moveTo>
                    <a:pt x="1413271" y="751592"/>
                  </a:moveTo>
                  <a:lnTo>
                    <a:pt x="1366865" y="773537"/>
                  </a:lnTo>
                  <a:lnTo>
                    <a:pt x="1452175" y="804721"/>
                  </a:lnTo>
                  <a:close/>
                  <a:moveTo>
                    <a:pt x="1366865" y="773537"/>
                  </a:moveTo>
                  <a:lnTo>
                    <a:pt x="1327540" y="832589"/>
                  </a:lnTo>
                  <a:lnTo>
                    <a:pt x="1452175" y="804721"/>
                  </a:lnTo>
                  <a:close/>
                  <a:moveTo>
                    <a:pt x="1304063" y="744812"/>
                  </a:moveTo>
                  <a:lnTo>
                    <a:pt x="1413271" y="751592"/>
                  </a:lnTo>
                  <a:lnTo>
                    <a:pt x="1428267" y="715333"/>
                  </a:lnTo>
                  <a:close/>
                  <a:moveTo>
                    <a:pt x="1304063" y="744812"/>
                  </a:moveTo>
                  <a:lnTo>
                    <a:pt x="1428267" y="715333"/>
                  </a:lnTo>
                  <a:lnTo>
                    <a:pt x="1338321" y="657698"/>
                  </a:lnTo>
                  <a:close/>
                  <a:moveTo>
                    <a:pt x="1413271" y="751592"/>
                  </a:moveTo>
                  <a:lnTo>
                    <a:pt x="1461298" y="735101"/>
                  </a:lnTo>
                  <a:lnTo>
                    <a:pt x="1428267" y="715333"/>
                  </a:lnTo>
                  <a:close/>
                  <a:moveTo>
                    <a:pt x="1413271" y="751592"/>
                  </a:moveTo>
                  <a:lnTo>
                    <a:pt x="1452175" y="804721"/>
                  </a:lnTo>
                  <a:lnTo>
                    <a:pt x="1461298" y="735101"/>
                  </a:lnTo>
                  <a:close/>
                  <a:moveTo>
                    <a:pt x="1268199" y="570671"/>
                  </a:moveTo>
                  <a:lnTo>
                    <a:pt x="1229534" y="691323"/>
                  </a:lnTo>
                  <a:lnTo>
                    <a:pt x="1332875" y="652886"/>
                  </a:lnTo>
                  <a:close/>
                  <a:moveTo>
                    <a:pt x="1817647" y="1205170"/>
                  </a:moveTo>
                  <a:lnTo>
                    <a:pt x="1875542" y="1218695"/>
                  </a:lnTo>
                  <a:lnTo>
                    <a:pt x="1833960" y="1180976"/>
                  </a:lnTo>
                  <a:close/>
                  <a:moveTo>
                    <a:pt x="1457320" y="815872"/>
                  </a:moveTo>
                  <a:lnTo>
                    <a:pt x="1541083" y="858475"/>
                  </a:lnTo>
                  <a:lnTo>
                    <a:pt x="1547669" y="803012"/>
                  </a:lnTo>
                  <a:close/>
                  <a:moveTo>
                    <a:pt x="1524879" y="721448"/>
                  </a:moveTo>
                  <a:lnTo>
                    <a:pt x="1461298" y="735101"/>
                  </a:lnTo>
                  <a:lnTo>
                    <a:pt x="1457320" y="815872"/>
                  </a:lnTo>
                  <a:close/>
                  <a:moveTo>
                    <a:pt x="1547669" y="803012"/>
                  </a:moveTo>
                  <a:lnTo>
                    <a:pt x="1524879" y="721448"/>
                  </a:lnTo>
                  <a:lnTo>
                    <a:pt x="1457320" y="815872"/>
                  </a:lnTo>
                  <a:close/>
                  <a:moveTo>
                    <a:pt x="1435406" y="633504"/>
                  </a:moveTo>
                  <a:lnTo>
                    <a:pt x="1428267" y="715333"/>
                  </a:lnTo>
                  <a:lnTo>
                    <a:pt x="1511254" y="614450"/>
                  </a:lnTo>
                  <a:close/>
                  <a:moveTo>
                    <a:pt x="1428267" y="715333"/>
                  </a:moveTo>
                  <a:lnTo>
                    <a:pt x="1461298" y="735101"/>
                  </a:lnTo>
                  <a:lnTo>
                    <a:pt x="1511254" y="614450"/>
                  </a:lnTo>
                  <a:close/>
                  <a:moveTo>
                    <a:pt x="1511254" y="614450"/>
                  </a:moveTo>
                  <a:lnTo>
                    <a:pt x="1461298" y="735101"/>
                  </a:lnTo>
                  <a:lnTo>
                    <a:pt x="1539966" y="639097"/>
                  </a:lnTo>
                  <a:close/>
                  <a:moveTo>
                    <a:pt x="1539966" y="639097"/>
                  </a:moveTo>
                  <a:lnTo>
                    <a:pt x="1461298" y="735101"/>
                  </a:lnTo>
                  <a:lnTo>
                    <a:pt x="1524879" y="721448"/>
                  </a:lnTo>
                  <a:close/>
                  <a:moveTo>
                    <a:pt x="1524879" y="721448"/>
                  </a:moveTo>
                  <a:lnTo>
                    <a:pt x="1577042" y="696665"/>
                  </a:lnTo>
                  <a:lnTo>
                    <a:pt x="1539966" y="639097"/>
                  </a:lnTo>
                  <a:close/>
                  <a:moveTo>
                    <a:pt x="1332875" y="652886"/>
                  </a:moveTo>
                  <a:lnTo>
                    <a:pt x="1338321" y="657698"/>
                  </a:lnTo>
                  <a:lnTo>
                    <a:pt x="1339254" y="651082"/>
                  </a:lnTo>
                  <a:close/>
                  <a:moveTo>
                    <a:pt x="1268199" y="570671"/>
                  </a:moveTo>
                  <a:lnTo>
                    <a:pt x="1332875" y="652886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338321" y="657698"/>
                  </a:lnTo>
                  <a:lnTo>
                    <a:pt x="1428267" y="715333"/>
                  </a:lnTo>
                  <a:close/>
                  <a:moveTo>
                    <a:pt x="1435406" y="633504"/>
                  </a:moveTo>
                  <a:lnTo>
                    <a:pt x="1339254" y="651082"/>
                  </a:lnTo>
                  <a:lnTo>
                    <a:pt x="1338321" y="657698"/>
                  </a:lnTo>
                  <a:close/>
                  <a:moveTo>
                    <a:pt x="1441497" y="549596"/>
                  </a:moveTo>
                  <a:lnTo>
                    <a:pt x="1424521" y="532234"/>
                  </a:lnTo>
                  <a:lnTo>
                    <a:pt x="1435406" y="633504"/>
                  </a:lnTo>
                  <a:close/>
                  <a:moveTo>
                    <a:pt x="1435406" y="633504"/>
                  </a:moveTo>
                  <a:lnTo>
                    <a:pt x="1424521" y="532234"/>
                  </a:lnTo>
                  <a:lnTo>
                    <a:pt x="1342683" y="548201"/>
                  </a:lnTo>
                  <a:close/>
                  <a:moveTo>
                    <a:pt x="1435406" y="633504"/>
                  </a:moveTo>
                  <a:lnTo>
                    <a:pt x="1342683" y="548201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511254" y="614450"/>
                  </a:lnTo>
                  <a:lnTo>
                    <a:pt x="1441497" y="549596"/>
                  </a:lnTo>
                  <a:close/>
                  <a:moveTo>
                    <a:pt x="2225544" y="1416202"/>
                  </a:moveTo>
                  <a:lnTo>
                    <a:pt x="2140534" y="1436601"/>
                  </a:lnTo>
                  <a:lnTo>
                    <a:pt x="2260225" y="1444876"/>
                  </a:lnTo>
                  <a:close/>
                  <a:moveTo>
                    <a:pt x="2260225" y="1444876"/>
                  </a:moveTo>
                  <a:lnTo>
                    <a:pt x="2140534" y="1436601"/>
                  </a:lnTo>
                  <a:lnTo>
                    <a:pt x="2136648" y="1476705"/>
                  </a:lnTo>
                  <a:close/>
                  <a:moveTo>
                    <a:pt x="2029873" y="1354003"/>
                  </a:moveTo>
                  <a:lnTo>
                    <a:pt x="2059464" y="1430038"/>
                  </a:lnTo>
                  <a:lnTo>
                    <a:pt x="2109071" y="1350208"/>
                  </a:lnTo>
                  <a:close/>
                  <a:moveTo>
                    <a:pt x="2225544" y="1416202"/>
                  </a:moveTo>
                  <a:lnTo>
                    <a:pt x="2112604" y="1386807"/>
                  </a:lnTo>
                  <a:lnTo>
                    <a:pt x="2140534" y="1436601"/>
                  </a:lnTo>
                  <a:close/>
                  <a:moveTo>
                    <a:pt x="2109071" y="1350208"/>
                  </a:moveTo>
                  <a:lnTo>
                    <a:pt x="2099011" y="1335983"/>
                  </a:lnTo>
                  <a:lnTo>
                    <a:pt x="2029873" y="1354003"/>
                  </a:lnTo>
                  <a:close/>
                  <a:moveTo>
                    <a:pt x="2018219" y="1163292"/>
                  </a:moveTo>
                  <a:lnTo>
                    <a:pt x="1926442" y="1189956"/>
                  </a:lnTo>
                  <a:lnTo>
                    <a:pt x="2054394" y="1232624"/>
                  </a:lnTo>
                  <a:close/>
                  <a:moveTo>
                    <a:pt x="1965211" y="1106295"/>
                  </a:moveTo>
                  <a:lnTo>
                    <a:pt x="1926442" y="1189956"/>
                  </a:lnTo>
                  <a:lnTo>
                    <a:pt x="2018219" y="1163292"/>
                  </a:lnTo>
                  <a:close/>
                  <a:moveTo>
                    <a:pt x="2018219" y="1163292"/>
                  </a:moveTo>
                  <a:lnTo>
                    <a:pt x="2093752" y="1162478"/>
                  </a:lnTo>
                  <a:lnTo>
                    <a:pt x="2048504" y="1099172"/>
                  </a:lnTo>
                  <a:close/>
                  <a:moveTo>
                    <a:pt x="2018219" y="1163292"/>
                  </a:moveTo>
                  <a:lnTo>
                    <a:pt x="2048504" y="1099172"/>
                  </a:lnTo>
                  <a:lnTo>
                    <a:pt x="1965211" y="1106295"/>
                  </a:lnTo>
                  <a:close/>
                  <a:moveTo>
                    <a:pt x="1577042" y="696665"/>
                  </a:moveTo>
                  <a:lnTo>
                    <a:pt x="1605509" y="778880"/>
                  </a:lnTo>
                  <a:lnTo>
                    <a:pt x="1643409" y="740443"/>
                  </a:lnTo>
                  <a:close/>
                  <a:moveTo>
                    <a:pt x="1511254" y="614450"/>
                  </a:moveTo>
                  <a:lnTo>
                    <a:pt x="1539966" y="639097"/>
                  </a:lnTo>
                  <a:lnTo>
                    <a:pt x="1555865" y="596165"/>
                  </a:lnTo>
                  <a:close/>
                  <a:moveTo>
                    <a:pt x="1555865" y="596165"/>
                  </a:moveTo>
                  <a:lnTo>
                    <a:pt x="1441497" y="549596"/>
                  </a:lnTo>
                  <a:lnTo>
                    <a:pt x="1511254" y="614450"/>
                  </a:lnTo>
                  <a:close/>
                  <a:moveTo>
                    <a:pt x="1607035" y="493798"/>
                  </a:moveTo>
                  <a:lnTo>
                    <a:pt x="1630113" y="482280"/>
                  </a:lnTo>
                  <a:lnTo>
                    <a:pt x="1549374" y="501349"/>
                  </a:lnTo>
                  <a:close/>
                  <a:moveTo>
                    <a:pt x="2418886" y="1280111"/>
                  </a:moveTo>
                  <a:lnTo>
                    <a:pt x="2327212" y="1294048"/>
                  </a:lnTo>
                  <a:lnTo>
                    <a:pt x="2312028" y="1359902"/>
                  </a:lnTo>
                  <a:close/>
                  <a:moveTo>
                    <a:pt x="1658260" y="537577"/>
                  </a:moveTo>
                  <a:lnTo>
                    <a:pt x="1687916" y="483193"/>
                  </a:lnTo>
                  <a:lnTo>
                    <a:pt x="1607035" y="493798"/>
                  </a:lnTo>
                  <a:close/>
                  <a:moveTo>
                    <a:pt x="1630113" y="482280"/>
                  </a:moveTo>
                  <a:lnTo>
                    <a:pt x="1607035" y="493798"/>
                  </a:lnTo>
                  <a:lnTo>
                    <a:pt x="1645914" y="483456"/>
                  </a:lnTo>
                  <a:close/>
                  <a:moveTo>
                    <a:pt x="2175492" y="756248"/>
                  </a:moveTo>
                  <a:lnTo>
                    <a:pt x="2132319" y="830847"/>
                  </a:lnTo>
                  <a:lnTo>
                    <a:pt x="2208999" y="829100"/>
                  </a:lnTo>
                  <a:close/>
                  <a:moveTo>
                    <a:pt x="1879526" y="416925"/>
                  </a:moveTo>
                  <a:lnTo>
                    <a:pt x="1887640" y="457408"/>
                  </a:lnTo>
                  <a:lnTo>
                    <a:pt x="2019823" y="461343"/>
                  </a:lnTo>
                  <a:close/>
                  <a:moveTo>
                    <a:pt x="2019823" y="461343"/>
                  </a:moveTo>
                  <a:lnTo>
                    <a:pt x="2022854" y="460704"/>
                  </a:lnTo>
                  <a:lnTo>
                    <a:pt x="2020032" y="458545"/>
                  </a:lnTo>
                  <a:close/>
                  <a:moveTo>
                    <a:pt x="2019823" y="461343"/>
                  </a:moveTo>
                  <a:lnTo>
                    <a:pt x="2027475" y="486370"/>
                  </a:lnTo>
                  <a:lnTo>
                    <a:pt x="2022854" y="460704"/>
                  </a:lnTo>
                  <a:close/>
                  <a:moveTo>
                    <a:pt x="2027475" y="486370"/>
                  </a:moveTo>
                  <a:lnTo>
                    <a:pt x="2019823" y="461343"/>
                  </a:lnTo>
                  <a:lnTo>
                    <a:pt x="2009083" y="460704"/>
                  </a:lnTo>
                  <a:close/>
                  <a:moveTo>
                    <a:pt x="2121750" y="439071"/>
                  </a:moveTo>
                  <a:lnTo>
                    <a:pt x="2022854" y="460704"/>
                  </a:lnTo>
                  <a:lnTo>
                    <a:pt x="2158347" y="481817"/>
                  </a:lnTo>
                  <a:close/>
                  <a:moveTo>
                    <a:pt x="2022854" y="460704"/>
                  </a:moveTo>
                  <a:lnTo>
                    <a:pt x="2121750" y="439071"/>
                  </a:lnTo>
                  <a:lnTo>
                    <a:pt x="2020032" y="458545"/>
                  </a:lnTo>
                  <a:close/>
                  <a:moveTo>
                    <a:pt x="2203177" y="433465"/>
                  </a:moveTo>
                  <a:lnTo>
                    <a:pt x="2160047" y="424719"/>
                  </a:lnTo>
                  <a:lnTo>
                    <a:pt x="2121750" y="439071"/>
                  </a:lnTo>
                  <a:close/>
                  <a:moveTo>
                    <a:pt x="2203177" y="433465"/>
                  </a:moveTo>
                  <a:lnTo>
                    <a:pt x="2121750" y="439071"/>
                  </a:lnTo>
                  <a:lnTo>
                    <a:pt x="2219677" y="432464"/>
                  </a:lnTo>
                  <a:close/>
                  <a:moveTo>
                    <a:pt x="2121750" y="439071"/>
                  </a:moveTo>
                  <a:lnTo>
                    <a:pt x="2158347" y="481817"/>
                  </a:lnTo>
                  <a:lnTo>
                    <a:pt x="2219677" y="432464"/>
                  </a:lnTo>
                  <a:close/>
                  <a:moveTo>
                    <a:pt x="2203177" y="433465"/>
                  </a:moveTo>
                  <a:lnTo>
                    <a:pt x="2219677" y="432464"/>
                  </a:lnTo>
                  <a:lnTo>
                    <a:pt x="2234998" y="422268"/>
                  </a:lnTo>
                  <a:close/>
                  <a:moveTo>
                    <a:pt x="1944868" y="240971"/>
                  </a:moveTo>
                  <a:lnTo>
                    <a:pt x="1964917" y="252478"/>
                  </a:lnTo>
                  <a:lnTo>
                    <a:pt x="1937464" y="267523"/>
                  </a:lnTo>
                  <a:close/>
                  <a:moveTo>
                    <a:pt x="2225691" y="24546"/>
                  </a:moveTo>
                  <a:lnTo>
                    <a:pt x="2163888" y="54971"/>
                  </a:lnTo>
                  <a:lnTo>
                    <a:pt x="2108822" y="81451"/>
                  </a:lnTo>
                  <a:close/>
                  <a:moveTo>
                    <a:pt x="2263131" y="16534"/>
                  </a:moveTo>
                  <a:lnTo>
                    <a:pt x="2195379" y="39435"/>
                  </a:lnTo>
                  <a:lnTo>
                    <a:pt x="2225691" y="24546"/>
                  </a:lnTo>
                  <a:close/>
                  <a:moveTo>
                    <a:pt x="2305681" y="10354"/>
                  </a:moveTo>
                  <a:lnTo>
                    <a:pt x="2263131" y="16534"/>
                  </a:lnTo>
                  <a:lnTo>
                    <a:pt x="2361042" y="36739"/>
                  </a:lnTo>
                  <a:close/>
                  <a:moveTo>
                    <a:pt x="2361042" y="36739"/>
                  </a:moveTo>
                  <a:lnTo>
                    <a:pt x="2263131" y="16534"/>
                  </a:lnTo>
                  <a:lnTo>
                    <a:pt x="2225691" y="24546"/>
                  </a:lnTo>
                  <a:close/>
                  <a:moveTo>
                    <a:pt x="2392947" y="0"/>
                  </a:moveTo>
                  <a:lnTo>
                    <a:pt x="2305681" y="10354"/>
                  </a:lnTo>
                  <a:lnTo>
                    <a:pt x="2438160" y="46415"/>
                  </a:lnTo>
                  <a:close/>
                  <a:moveTo>
                    <a:pt x="2305681" y="10354"/>
                  </a:moveTo>
                  <a:lnTo>
                    <a:pt x="2361042" y="36739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17" name="Candidate_density__2116">
              <a:extLst>
                <a:ext uri="{FF2B5EF4-FFF2-40B4-BE49-F238E27FC236}">
                  <a16:creationId xmlns:a16="http://schemas.microsoft.com/office/drawing/2014/main" id="{6DE69968-13B8-DBC6-F0E5-7E6DD7993D38}"/>
                </a:ext>
              </a:extLst>
            </p:cNvPr>
            <p:cNvSpPr>
              <a:spLocks noGrp="1"/>
            </p:cNvSpPr>
            <p:nvPr/>
          </p:nvSpPr>
          <p:spPr>
            <a:xfrm>
              <a:off x="4050326" y="1569676"/>
              <a:ext cx="1878942" cy="2140908"/>
            </a:xfrm>
            <a:custGeom>
              <a:avLst/>
              <a:gdLst/>
              <a:ahLst/>
              <a:cxnLst/>
              <a:rect l="0" t="0" r="0" b="0"/>
              <a:pathLst>
                <a:path w="1878942" h="2140908">
                  <a:moveTo>
                    <a:pt x="92962" y="2102471"/>
                  </a:moveTo>
                  <a:lnTo>
                    <a:pt x="96306" y="2020256"/>
                  </a:lnTo>
                  <a:lnTo>
                    <a:pt x="41799" y="2140908"/>
                  </a:lnTo>
                  <a:close/>
                  <a:moveTo>
                    <a:pt x="98830" y="2012705"/>
                  </a:moveTo>
                  <a:lnTo>
                    <a:pt x="83723" y="2034180"/>
                  </a:lnTo>
                  <a:lnTo>
                    <a:pt x="96306" y="2020256"/>
                  </a:lnTo>
                  <a:close/>
                  <a:moveTo>
                    <a:pt x="98830" y="2012705"/>
                  </a:moveTo>
                  <a:lnTo>
                    <a:pt x="96306" y="2020256"/>
                  </a:lnTo>
                  <a:lnTo>
                    <a:pt x="115581" y="2008280"/>
                  </a:lnTo>
                  <a:close/>
                  <a:moveTo>
                    <a:pt x="0" y="1491449"/>
                  </a:moveTo>
                  <a:lnTo>
                    <a:pt x="46494" y="1503393"/>
                  </a:lnTo>
                  <a:lnTo>
                    <a:pt x="45774" y="1450093"/>
                  </a:lnTo>
                  <a:close/>
                  <a:moveTo>
                    <a:pt x="557813" y="1702080"/>
                  </a:moveTo>
                  <a:lnTo>
                    <a:pt x="539466" y="1619865"/>
                  </a:lnTo>
                  <a:lnTo>
                    <a:pt x="524690" y="1717865"/>
                  </a:lnTo>
                  <a:close/>
                  <a:moveTo>
                    <a:pt x="539466" y="1619865"/>
                  </a:moveTo>
                  <a:lnTo>
                    <a:pt x="506659" y="1632432"/>
                  </a:lnTo>
                  <a:lnTo>
                    <a:pt x="524690" y="1717865"/>
                  </a:lnTo>
                  <a:close/>
                  <a:moveTo>
                    <a:pt x="524690" y="1717865"/>
                  </a:moveTo>
                  <a:lnTo>
                    <a:pt x="546578" y="1711321"/>
                  </a:lnTo>
                  <a:lnTo>
                    <a:pt x="557813" y="1702080"/>
                  </a:lnTo>
                  <a:close/>
                  <a:moveTo>
                    <a:pt x="206197" y="1294558"/>
                  </a:moveTo>
                  <a:lnTo>
                    <a:pt x="147787" y="1329441"/>
                  </a:lnTo>
                  <a:lnTo>
                    <a:pt x="210903" y="1292260"/>
                  </a:lnTo>
                  <a:close/>
                  <a:moveTo>
                    <a:pt x="147787" y="1329441"/>
                  </a:moveTo>
                  <a:lnTo>
                    <a:pt x="99745" y="1370520"/>
                  </a:lnTo>
                  <a:lnTo>
                    <a:pt x="210903" y="1292260"/>
                  </a:lnTo>
                  <a:close/>
                  <a:moveTo>
                    <a:pt x="206197" y="1294558"/>
                  </a:moveTo>
                  <a:lnTo>
                    <a:pt x="210903" y="1292260"/>
                  </a:lnTo>
                  <a:lnTo>
                    <a:pt x="211503" y="1291005"/>
                  </a:lnTo>
                  <a:close/>
                  <a:moveTo>
                    <a:pt x="546578" y="1711321"/>
                  </a:moveTo>
                  <a:lnTo>
                    <a:pt x="596307" y="1682046"/>
                  </a:lnTo>
                  <a:lnTo>
                    <a:pt x="557813" y="1702080"/>
                  </a:lnTo>
                  <a:close/>
                  <a:moveTo>
                    <a:pt x="539466" y="1619865"/>
                  </a:moveTo>
                  <a:lnTo>
                    <a:pt x="557813" y="1702080"/>
                  </a:lnTo>
                  <a:lnTo>
                    <a:pt x="597261" y="1663643"/>
                  </a:lnTo>
                  <a:close/>
                  <a:moveTo>
                    <a:pt x="539466" y="1619865"/>
                  </a:moveTo>
                  <a:lnTo>
                    <a:pt x="597261" y="1663643"/>
                  </a:lnTo>
                  <a:lnTo>
                    <a:pt x="572601" y="1581429"/>
                  </a:lnTo>
                  <a:close/>
                  <a:moveTo>
                    <a:pt x="233488" y="872001"/>
                  </a:moveTo>
                  <a:lnTo>
                    <a:pt x="239781" y="803056"/>
                  </a:lnTo>
                  <a:lnTo>
                    <a:pt x="205893" y="843123"/>
                  </a:lnTo>
                  <a:close/>
                  <a:moveTo>
                    <a:pt x="611190" y="907397"/>
                  </a:moveTo>
                  <a:lnTo>
                    <a:pt x="601169" y="991163"/>
                  </a:lnTo>
                  <a:lnTo>
                    <a:pt x="642198" y="890613"/>
                  </a:lnTo>
                  <a:close/>
                  <a:moveTo>
                    <a:pt x="642198" y="890613"/>
                  </a:moveTo>
                  <a:lnTo>
                    <a:pt x="610324" y="1011265"/>
                  </a:lnTo>
                  <a:lnTo>
                    <a:pt x="656447" y="972829"/>
                  </a:lnTo>
                  <a:close/>
                  <a:moveTo>
                    <a:pt x="1141532" y="1345468"/>
                  </a:moveTo>
                  <a:lnTo>
                    <a:pt x="1101489" y="1351714"/>
                  </a:lnTo>
                  <a:lnTo>
                    <a:pt x="1130397" y="1424824"/>
                  </a:lnTo>
                  <a:close/>
                  <a:moveTo>
                    <a:pt x="1017599" y="1359323"/>
                  </a:moveTo>
                  <a:lnTo>
                    <a:pt x="980925" y="1301689"/>
                  </a:lnTo>
                  <a:lnTo>
                    <a:pt x="968057" y="1311719"/>
                  </a:lnTo>
                  <a:close/>
                  <a:moveTo>
                    <a:pt x="1086361" y="1263921"/>
                  </a:moveTo>
                  <a:lnTo>
                    <a:pt x="980925" y="1301689"/>
                  </a:lnTo>
                  <a:lnTo>
                    <a:pt x="1017599" y="1359323"/>
                  </a:lnTo>
                  <a:close/>
                  <a:moveTo>
                    <a:pt x="1101489" y="1351714"/>
                  </a:moveTo>
                  <a:lnTo>
                    <a:pt x="1086361" y="1263921"/>
                  </a:lnTo>
                  <a:lnTo>
                    <a:pt x="1017599" y="1359323"/>
                  </a:lnTo>
                  <a:close/>
                  <a:moveTo>
                    <a:pt x="1141532" y="1345468"/>
                  </a:moveTo>
                  <a:lnTo>
                    <a:pt x="1088770" y="1263252"/>
                  </a:lnTo>
                  <a:lnTo>
                    <a:pt x="1101489" y="1351714"/>
                  </a:lnTo>
                  <a:close/>
                  <a:moveTo>
                    <a:pt x="1088770" y="1263252"/>
                  </a:moveTo>
                  <a:lnTo>
                    <a:pt x="1086361" y="1263921"/>
                  </a:lnTo>
                  <a:lnTo>
                    <a:pt x="1101489" y="1351714"/>
                  </a:lnTo>
                  <a:close/>
                  <a:moveTo>
                    <a:pt x="1025833" y="1249076"/>
                  </a:moveTo>
                  <a:lnTo>
                    <a:pt x="980925" y="1301689"/>
                  </a:lnTo>
                  <a:lnTo>
                    <a:pt x="1086361" y="1263921"/>
                  </a:lnTo>
                  <a:close/>
                  <a:moveTo>
                    <a:pt x="642198" y="890613"/>
                  </a:moveTo>
                  <a:lnTo>
                    <a:pt x="656447" y="972829"/>
                  </a:lnTo>
                  <a:lnTo>
                    <a:pt x="709268" y="934392"/>
                  </a:lnTo>
                  <a:close/>
                  <a:moveTo>
                    <a:pt x="642198" y="890613"/>
                  </a:moveTo>
                  <a:lnTo>
                    <a:pt x="709268" y="934392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42198" y="890613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84430" y="808603"/>
                  </a:lnTo>
                  <a:lnTo>
                    <a:pt x="642198" y="890613"/>
                  </a:lnTo>
                  <a:close/>
                  <a:moveTo>
                    <a:pt x="1088770" y="1263252"/>
                  </a:moveTo>
                  <a:lnTo>
                    <a:pt x="1141532" y="1345468"/>
                  </a:lnTo>
                  <a:lnTo>
                    <a:pt x="1211087" y="1307031"/>
                  </a:lnTo>
                  <a:close/>
                  <a:moveTo>
                    <a:pt x="1088770" y="1263252"/>
                  </a:moveTo>
                  <a:lnTo>
                    <a:pt x="1211087" y="1307031"/>
                  </a:lnTo>
                  <a:lnTo>
                    <a:pt x="1190008" y="1224816"/>
                  </a:lnTo>
                  <a:close/>
                  <a:moveTo>
                    <a:pt x="733746" y="852177"/>
                  </a:moveTo>
                  <a:lnTo>
                    <a:pt x="810228" y="848536"/>
                  </a:lnTo>
                  <a:lnTo>
                    <a:pt x="771822" y="837399"/>
                  </a:lnTo>
                  <a:close/>
                  <a:moveTo>
                    <a:pt x="747448" y="829013"/>
                  </a:moveTo>
                  <a:lnTo>
                    <a:pt x="733746" y="852177"/>
                  </a:lnTo>
                  <a:lnTo>
                    <a:pt x="771822" y="837399"/>
                  </a:lnTo>
                  <a:close/>
                  <a:moveTo>
                    <a:pt x="872083" y="801145"/>
                  </a:moveTo>
                  <a:lnTo>
                    <a:pt x="747448" y="829013"/>
                  </a:lnTo>
                  <a:lnTo>
                    <a:pt x="870172" y="813740"/>
                  </a:lnTo>
                  <a:close/>
                  <a:moveTo>
                    <a:pt x="870172" y="813740"/>
                  </a:moveTo>
                  <a:lnTo>
                    <a:pt x="747448" y="829013"/>
                  </a:lnTo>
                  <a:lnTo>
                    <a:pt x="771822" y="837399"/>
                  </a:lnTo>
                  <a:close/>
                  <a:moveTo>
                    <a:pt x="771822" y="837399"/>
                  </a:moveTo>
                  <a:lnTo>
                    <a:pt x="810228" y="848536"/>
                  </a:lnTo>
                  <a:lnTo>
                    <a:pt x="870172" y="813740"/>
                  </a:lnTo>
                  <a:close/>
                  <a:moveTo>
                    <a:pt x="633275" y="589165"/>
                  </a:moveTo>
                  <a:lnTo>
                    <a:pt x="626498" y="655460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626498" y="655460"/>
                  </a:lnTo>
                  <a:lnTo>
                    <a:pt x="649443" y="687747"/>
                  </a:lnTo>
                  <a:close/>
                  <a:moveTo>
                    <a:pt x="594140" y="605532"/>
                  </a:moveTo>
                  <a:lnTo>
                    <a:pt x="626498" y="655460"/>
                  </a:lnTo>
                  <a:lnTo>
                    <a:pt x="633275" y="589165"/>
                  </a:lnTo>
                  <a:close/>
                  <a:moveTo>
                    <a:pt x="598271" y="549924"/>
                  </a:moveTo>
                  <a:lnTo>
                    <a:pt x="594140" y="605532"/>
                  </a:lnTo>
                  <a:lnTo>
                    <a:pt x="633275" y="589165"/>
                  </a:lnTo>
                  <a:close/>
                  <a:moveTo>
                    <a:pt x="713665" y="487503"/>
                  </a:moveTo>
                  <a:lnTo>
                    <a:pt x="598271" y="549924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598271" y="549924"/>
                  </a:lnTo>
                  <a:lnTo>
                    <a:pt x="633275" y="589165"/>
                  </a:lnTo>
                  <a:close/>
                  <a:moveTo>
                    <a:pt x="1533340" y="1515240"/>
                  </a:moveTo>
                  <a:lnTo>
                    <a:pt x="1556556" y="1473129"/>
                  </a:lnTo>
                  <a:lnTo>
                    <a:pt x="1539527" y="1438150"/>
                  </a:lnTo>
                  <a:close/>
                  <a:moveTo>
                    <a:pt x="1539527" y="1438150"/>
                  </a:moveTo>
                  <a:lnTo>
                    <a:pt x="1560442" y="1433025"/>
                  </a:lnTo>
                  <a:lnTo>
                    <a:pt x="1532512" y="1383231"/>
                  </a:lnTo>
                  <a:close/>
                  <a:moveTo>
                    <a:pt x="1507000" y="1433025"/>
                  </a:moveTo>
                  <a:lnTo>
                    <a:pt x="1539527" y="1438150"/>
                  </a:lnTo>
                  <a:lnTo>
                    <a:pt x="1532512" y="1383231"/>
                  </a:lnTo>
                  <a:close/>
                  <a:moveTo>
                    <a:pt x="1539527" y="1438150"/>
                  </a:moveTo>
                  <a:lnTo>
                    <a:pt x="1556556" y="1473129"/>
                  </a:lnTo>
                  <a:lnTo>
                    <a:pt x="1560442" y="1433025"/>
                  </a:lnTo>
                  <a:close/>
                  <a:moveTo>
                    <a:pt x="1295451" y="1215119"/>
                  </a:moveTo>
                  <a:lnTo>
                    <a:pt x="1324190" y="1161666"/>
                  </a:lnTo>
                  <a:lnTo>
                    <a:pt x="1253868" y="1177400"/>
                  </a:lnTo>
                  <a:close/>
                  <a:moveTo>
                    <a:pt x="1295451" y="1215119"/>
                  </a:moveTo>
                  <a:lnTo>
                    <a:pt x="1237555" y="1201594"/>
                  </a:lnTo>
                  <a:lnTo>
                    <a:pt x="1335014" y="1202130"/>
                  </a:lnTo>
                  <a:close/>
                  <a:moveTo>
                    <a:pt x="1324190" y="1161666"/>
                  </a:moveTo>
                  <a:lnTo>
                    <a:pt x="1295451" y="1215119"/>
                  </a:lnTo>
                  <a:lnTo>
                    <a:pt x="1346350" y="1186380"/>
                  </a:lnTo>
                  <a:close/>
                  <a:moveTo>
                    <a:pt x="1295451" y="1215119"/>
                  </a:moveTo>
                  <a:lnTo>
                    <a:pt x="1335014" y="1202130"/>
                  </a:lnTo>
                  <a:lnTo>
                    <a:pt x="1346350" y="1186380"/>
                  </a:lnTo>
                  <a:close/>
                  <a:moveTo>
                    <a:pt x="872083" y="801145"/>
                  </a:moveTo>
                  <a:lnTo>
                    <a:pt x="870172" y="813740"/>
                  </a:lnTo>
                  <a:lnTo>
                    <a:pt x="877228" y="812297"/>
                  </a:lnTo>
                  <a:close/>
                  <a:moveTo>
                    <a:pt x="877228" y="812297"/>
                  </a:moveTo>
                  <a:lnTo>
                    <a:pt x="881206" y="731525"/>
                  </a:lnTo>
                  <a:lnTo>
                    <a:pt x="872083" y="801145"/>
                  </a:lnTo>
                  <a:close/>
                  <a:moveTo>
                    <a:pt x="688107" y="567095"/>
                  </a:moveTo>
                  <a:lnTo>
                    <a:pt x="759162" y="647506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688107" y="567095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762592" y="544626"/>
                  </a:lnTo>
                  <a:lnTo>
                    <a:pt x="714797" y="484880"/>
                  </a:lnTo>
                  <a:close/>
                  <a:moveTo>
                    <a:pt x="714797" y="484880"/>
                  </a:moveTo>
                  <a:lnTo>
                    <a:pt x="762592" y="544626"/>
                  </a:lnTo>
                  <a:lnTo>
                    <a:pt x="844430" y="528658"/>
                  </a:lnTo>
                  <a:close/>
                  <a:moveTo>
                    <a:pt x="714797" y="484880"/>
                  </a:moveTo>
                  <a:lnTo>
                    <a:pt x="844430" y="528658"/>
                  </a:lnTo>
                  <a:lnTo>
                    <a:pt x="833471" y="446444"/>
                  </a:lnTo>
                  <a:close/>
                  <a:moveTo>
                    <a:pt x="1528980" y="1346632"/>
                  </a:moveTo>
                  <a:lnTo>
                    <a:pt x="1507000" y="1433025"/>
                  </a:lnTo>
                  <a:lnTo>
                    <a:pt x="1532512" y="1383231"/>
                  </a:lnTo>
                  <a:close/>
                  <a:moveTo>
                    <a:pt x="1479373" y="1426462"/>
                  </a:moveTo>
                  <a:lnTo>
                    <a:pt x="1507000" y="1433025"/>
                  </a:lnTo>
                  <a:lnTo>
                    <a:pt x="1528980" y="1346632"/>
                  </a:lnTo>
                  <a:close/>
                  <a:moveTo>
                    <a:pt x="1528980" y="1346632"/>
                  </a:moveTo>
                  <a:lnTo>
                    <a:pt x="1532512" y="1383231"/>
                  </a:lnTo>
                  <a:lnTo>
                    <a:pt x="1645452" y="1412626"/>
                  </a:lnTo>
                  <a:close/>
                  <a:moveTo>
                    <a:pt x="1631935" y="1323524"/>
                  </a:moveTo>
                  <a:lnTo>
                    <a:pt x="1528980" y="1346632"/>
                  </a:lnTo>
                  <a:lnTo>
                    <a:pt x="1645452" y="1412626"/>
                  </a:lnTo>
                  <a:close/>
                  <a:moveTo>
                    <a:pt x="1528980" y="1346632"/>
                  </a:moveTo>
                  <a:lnTo>
                    <a:pt x="1564576" y="1268595"/>
                  </a:lnTo>
                  <a:lnTo>
                    <a:pt x="1518919" y="1332407"/>
                  </a:lnTo>
                  <a:close/>
                  <a:moveTo>
                    <a:pt x="1631935" y="1323524"/>
                  </a:moveTo>
                  <a:lnTo>
                    <a:pt x="1580463" y="1265277"/>
                  </a:lnTo>
                  <a:lnTo>
                    <a:pt x="1528980" y="1346632"/>
                  </a:lnTo>
                  <a:close/>
                  <a:moveTo>
                    <a:pt x="1675715" y="1312373"/>
                  </a:moveTo>
                  <a:lnTo>
                    <a:pt x="1699629" y="1235535"/>
                  </a:lnTo>
                  <a:lnTo>
                    <a:pt x="1631935" y="1323524"/>
                  </a:lnTo>
                  <a:close/>
                  <a:moveTo>
                    <a:pt x="996950" y="693089"/>
                  </a:moveTo>
                  <a:lnTo>
                    <a:pt x="1063318" y="736868"/>
                  </a:lnTo>
                  <a:lnTo>
                    <a:pt x="1050875" y="654653"/>
                  </a:lnTo>
                  <a:close/>
                  <a:moveTo>
                    <a:pt x="975774" y="592589"/>
                  </a:moveTo>
                  <a:lnTo>
                    <a:pt x="959875" y="635522"/>
                  </a:lnTo>
                  <a:lnTo>
                    <a:pt x="1014089" y="572438"/>
                  </a:lnTo>
                  <a:close/>
                  <a:moveTo>
                    <a:pt x="1014089" y="572438"/>
                  </a:moveTo>
                  <a:lnTo>
                    <a:pt x="959875" y="635522"/>
                  </a:lnTo>
                  <a:lnTo>
                    <a:pt x="996950" y="693089"/>
                  </a:lnTo>
                  <a:close/>
                  <a:moveTo>
                    <a:pt x="1014089" y="572438"/>
                  </a:moveTo>
                  <a:lnTo>
                    <a:pt x="996950" y="693089"/>
                  </a:lnTo>
                  <a:lnTo>
                    <a:pt x="1050875" y="654653"/>
                  </a:lnTo>
                  <a:close/>
                  <a:moveTo>
                    <a:pt x="863361" y="523294"/>
                  </a:moveTo>
                  <a:lnTo>
                    <a:pt x="861406" y="546020"/>
                  </a:lnTo>
                  <a:lnTo>
                    <a:pt x="975774" y="592589"/>
                  </a:lnTo>
                  <a:close/>
                  <a:moveTo>
                    <a:pt x="969283" y="497773"/>
                  </a:moveTo>
                  <a:lnTo>
                    <a:pt x="863361" y="523294"/>
                  </a:lnTo>
                  <a:lnTo>
                    <a:pt x="975774" y="592589"/>
                  </a:lnTo>
                  <a:close/>
                  <a:moveTo>
                    <a:pt x="1014089" y="572438"/>
                  </a:moveTo>
                  <a:lnTo>
                    <a:pt x="1026943" y="490222"/>
                  </a:lnTo>
                  <a:lnTo>
                    <a:pt x="975774" y="592589"/>
                  </a:lnTo>
                  <a:close/>
                  <a:moveTo>
                    <a:pt x="1026943" y="490222"/>
                  </a:moveTo>
                  <a:lnTo>
                    <a:pt x="969283" y="497773"/>
                  </a:lnTo>
                  <a:lnTo>
                    <a:pt x="975774" y="592589"/>
                  </a:lnTo>
                  <a:close/>
                  <a:moveTo>
                    <a:pt x="844430" y="528658"/>
                  </a:moveTo>
                  <a:lnTo>
                    <a:pt x="861406" y="546020"/>
                  </a:lnTo>
                  <a:lnTo>
                    <a:pt x="863361" y="523294"/>
                  </a:lnTo>
                  <a:close/>
                  <a:moveTo>
                    <a:pt x="833471" y="446444"/>
                  </a:moveTo>
                  <a:lnTo>
                    <a:pt x="863361" y="523294"/>
                  </a:lnTo>
                  <a:lnTo>
                    <a:pt x="835389" y="445943"/>
                  </a:lnTo>
                  <a:close/>
                  <a:moveTo>
                    <a:pt x="833471" y="446444"/>
                  </a:moveTo>
                  <a:lnTo>
                    <a:pt x="844430" y="528658"/>
                  </a:lnTo>
                  <a:lnTo>
                    <a:pt x="863361" y="523294"/>
                  </a:lnTo>
                  <a:close/>
                  <a:moveTo>
                    <a:pt x="863361" y="523294"/>
                  </a:moveTo>
                  <a:lnTo>
                    <a:pt x="969283" y="497773"/>
                  </a:lnTo>
                  <a:lnTo>
                    <a:pt x="929548" y="429985"/>
                  </a:lnTo>
                  <a:close/>
                  <a:moveTo>
                    <a:pt x="863361" y="523294"/>
                  </a:moveTo>
                  <a:lnTo>
                    <a:pt x="929548" y="429985"/>
                  </a:lnTo>
                  <a:lnTo>
                    <a:pt x="835389" y="445943"/>
                  </a:lnTo>
                  <a:close/>
                  <a:moveTo>
                    <a:pt x="834234" y="444429"/>
                  </a:moveTo>
                  <a:lnTo>
                    <a:pt x="833471" y="446444"/>
                  </a:lnTo>
                  <a:lnTo>
                    <a:pt x="835389" y="445943"/>
                  </a:lnTo>
                  <a:close/>
                  <a:moveTo>
                    <a:pt x="1675715" y="1312373"/>
                  </a:moveTo>
                  <a:lnTo>
                    <a:pt x="1731936" y="1356326"/>
                  </a:lnTo>
                  <a:lnTo>
                    <a:pt x="1747120" y="1290472"/>
                  </a:lnTo>
                  <a:close/>
                  <a:moveTo>
                    <a:pt x="1699629" y="1235535"/>
                  </a:moveTo>
                  <a:lnTo>
                    <a:pt x="1675715" y="1312373"/>
                  </a:lnTo>
                  <a:lnTo>
                    <a:pt x="1747120" y="1290472"/>
                  </a:lnTo>
                  <a:close/>
                  <a:moveTo>
                    <a:pt x="1014089" y="572438"/>
                  </a:moveTo>
                  <a:lnTo>
                    <a:pt x="1078168" y="534001"/>
                  </a:lnTo>
                  <a:lnTo>
                    <a:pt x="1026943" y="490222"/>
                  </a:lnTo>
                  <a:close/>
                  <a:moveTo>
                    <a:pt x="1703731" y="390059"/>
                  </a:moveTo>
                  <a:lnTo>
                    <a:pt x="1623085" y="429889"/>
                  </a:lnTo>
                  <a:lnTo>
                    <a:pt x="1654906" y="418692"/>
                  </a:lnTo>
                  <a:close/>
                  <a:moveTo>
                    <a:pt x="1739518" y="395823"/>
                  </a:moveTo>
                  <a:lnTo>
                    <a:pt x="1654906" y="418692"/>
                  </a:lnTo>
                  <a:lnTo>
                    <a:pt x="1764036" y="400332"/>
                  </a:lnTo>
                  <a:close/>
                  <a:moveTo>
                    <a:pt x="1764036" y="400332"/>
                  </a:moveTo>
                  <a:lnTo>
                    <a:pt x="1654906" y="418692"/>
                  </a:lnTo>
                  <a:lnTo>
                    <a:pt x="1639585" y="428888"/>
                  </a:lnTo>
                  <a:close/>
                  <a:moveTo>
                    <a:pt x="1764036" y="400332"/>
                  </a:moveTo>
                  <a:lnTo>
                    <a:pt x="1639585" y="428888"/>
                  </a:lnTo>
                  <a:lnTo>
                    <a:pt x="1704260" y="455495"/>
                  </a:lnTo>
                  <a:close/>
                  <a:moveTo>
                    <a:pt x="1703731" y="390059"/>
                  </a:moveTo>
                  <a:lnTo>
                    <a:pt x="1654906" y="418692"/>
                  </a:lnTo>
                  <a:lnTo>
                    <a:pt x="1739518" y="395823"/>
                  </a:lnTo>
                  <a:close/>
                  <a:moveTo>
                    <a:pt x="1720920" y="336476"/>
                  </a:moveTo>
                  <a:lnTo>
                    <a:pt x="1739518" y="395823"/>
                  </a:lnTo>
                  <a:lnTo>
                    <a:pt x="1780973" y="380255"/>
                  </a:lnTo>
                  <a:close/>
                  <a:moveTo>
                    <a:pt x="1739518" y="395823"/>
                  </a:moveTo>
                  <a:lnTo>
                    <a:pt x="1764036" y="400332"/>
                  </a:lnTo>
                  <a:lnTo>
                    <a:pt x="1780973" y="380255"/>
                  </a:lnTo>
                  <a:close/>
                  <a:moveTo>
                    <a:pt x="1764036" y="400332"/>
                  </a:moveTo>
                  <a:lnTo>
                    <a:pt x="1823517" y="407517"/>
                  </a:lnTo>
                  <a:lnTo>
                    <a:pt x="1780973" y="380255"/>
                  </a:lnTo>
                  <a:close/>
                  <a:moveTo>
                    <a:pt x="1823517" y="407517"/>
                  </a:moveTo>
                  <a:lnTo>
                    <a:pt x="1878942" y="341819"/>
                  </a:lnTo>
                  <a:lnTo>
                    <a:pt x="1780973" y="380255"/>
                  </a:lnTo>
                  <a:close/>
                  <a:moveTo>
                    <a:pt x="1878942" y="341819"/>
                  </a:moveTo>
                  <a:lnTo>
                    <a:pt x="1792731" y="298039"/>
                  </a:lnTo>
                  <a:lnTo>
                    <a:pt x="1780973" y="380255"/>
                  </a:lnTo>
                  <a:close/>
                  <a:moveTo>
                    <a:pt x="1615287" y="35859"/>
                  </a:moveTo>
                  <a:lnTo>
                    <a:pt x="1583796" y="51395"/>
                  </a:lnTo>
                  <a:lnTo>
                    <a:pt x="1645600" y="20970"/>
                  </a:lnTo>
                  <a:close/>
                  <a:moveTo>
                    <a:pt x="1683039" y="12958"/>
                  </a:moveTo>
                  <a:lnTo>
                    <a:pt x="1591282" y="33090"/>
                  </a:lnTo>
                  <a:lnTo>
                    <a:pt x="1615287" y="35859"/>
                  </a:lnTo>
                  <a:close/>
                  <a:moveTo>
                    <a:pt x="1714521" y="0"/>
                  </a:moveTo>
                  <a:lnTo>
                    <a:pt x="1683039" y="12958"/>
                  </a:lnTo>
                  <a:lnTo>
                    <a:pt x="1725589" y="6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18" name="Candidate_density__2117">
              <a:extLst>
                <a:ext uri="{FF2B5EF4-FFF2-40B4-BE49-F238E27FC236}">
                  <a16:creationId xmlns:a16="http://schemas.microsoft.com/office/drawing/2014/main" id="{E8C71DA4-6A28-0446-8A5D-AA6A3F321B0B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2180215"/>
              <a:ext cx="2495472" cy="1753300"/>
            </a:xfrm>
            <a:custGeom>
              <a:avLst/>
              <a:gdLst/>
              <a:ahLst/>
              <a:cxnLst/>
              <a:rect l="0" t="0" r="0" b="0"/>
              <a:pathLst>
                <a:path w="2495472" h="1753300">
                  <a:moveTo>
                    <a:pt x="791815" y="1753300"/>
                  </a:moveTo>
                  <a:lnTo>
                    <a:pt x="843324" y="1707299"/>
                  </a:lnTo>
                  <a:lnTo>
                    <a:pt x="846795" y="1700142"/>
                  </a:lnTo>
                  <a:close/>
                  <a:moveTo>
                    <a:pt x="15343" y="795775"/>
                  </a:moveTo>
                  <a:lnTo>
                    <a:pt x="0" y="834212"/>
                  </a:lnTo>
                  <a:lnTo>
                    <a:pt x="67674" y="717806"/>
                  </a:lnTo>
                  <a:close/>
                  <a:moveTo>
                    <a:pt x="791815" y="1753300"/>
                  </a:moveTo>
                  <a:lnTo>
                    <a:pt x="846795" y="1700142"/>
                  </a:lnTo>
                  <a:lnTo>
                    <a:pt x="907992" y="1693807"/>
                  </a:lnTo>
                  <a:close/>
                  <a:moveTo>
                    <a:pt x="22131" y="789163"/>
                  </a:moveTo>
                  <a:lnTo>
                    <a:pt x="14839" y="798921"/>
                  </a:lnTo>
                  <a:lnTo>
                    <a:pt x="15343" y="795775"/>
                  </a:lnTo>
                  <a:close/>
                  <a:moveTo>
                    <a:pt x="635353" y="844896"/>
                  </a:moveTo>
                  <a:lnTo>
                    <a:pt x="634329" y="855194"/>
                  </a:lnTo>
                  <a:lnTo>
                    <a:pt x="645485" y="839250"/>
                  </a:lnTo>
                  <a:close/>
                  <a:moveTo>
                    <a:pt x="645485" y="839250"/>
                  </a:moveTo>
                  <a:lnTo>
                    <a:pt x="666785" y="728715"/>
                  </a:lnTo>
                  <a:lnTo>
                    <a:pt x="635353" y="844896"/>
                  </a:lnTo>
                  <a:close/>
                  <a:moveTo>
                    <a:pt x="678267" y="746612"/>
                  </a:moveTo>
                  <a:lnTo>
                    <a:pt x="655181" y="838241"/>
                  </a:lnTo>
                  <a:lnTo>
                    <a:pt x="635353" y="844896"/>
                  </a:lnTo>
                  <a:close/>
                  <a:moveTo>
                    <a:pt x="666785" y="728715"/>
                  </a:moveTo>
                  <a:lnTo>
                    <a:pt x="645485" y="839250"/>
                  </a:lnTo>
                  <a:lnTo>
                    <a:pt x="693686" y="762681"/>
                  </a:lnTo>
                  <a:close/>
                  <a:moveTo>
                    <a:pt x="1287179" y="1179098"/>
                  </a:moveTo>
                  <a:lnTo>
                    <a:pt x="1263028" y="1247586"/>
                  </a:lnTo>
                  <a:lnTo>
                    <a:pt x="1241706" y="1244727"/>
                  </a:lnTo>
                  <a:close/>
                  <a:moveTo>
                    <a:pt x="836643" y="566235"/>
                  </a:moveTo>
                  <a:lnTo>
                    <a:pt x="845357" y="504539"/>
                  </a:lnTo>
                  <a:lnTo>
                    <a:pt x="812469" y="539310"/>
                  </a:lnTo>
                  <a:close/>
                  <a:moveTo>
                    <a:pt x="1669943" y="439989"/>
                  </a:moveTo>
                  <a:lnTo>
                    <a:pt x="1739816" y="422575"/>
                  </a:lnTo>
                  <a:lnTo>
                    <a:pt x="1789212" y="392055"/>
                  </a:lnTo>
                  <a:close/>
                  <a:moveTo>
                    <a:pt x="1872033" y="11019"/>
                  </a:moveTo>
                  <a:lnTo>
                    <a:pt x="1774813" y="33461"/>
                  </a:lnTo>
                  <a:lnTo>
                    <a:pt x="1876632" y="9840"/>
                  </a:lnTo>
                  <a:close/>
                  <a:moveTo>
                    <a:pt x="1876632" y="9840"/>
                  </a:moveTo>
                  <a:lnTo>
                    <a:pt x="1774813" y="33461"/>
                  </a:lnTo>
                  <a:lnTo>
                    <a:pt x="1752227" y="38574"/>
                  </a:lnTo>
                  <a:close/>
                  <a:moveTo>
                    <a:pt x="1872033" y="11019"/>
                  </a:moveTo>
                  <a:lnTo>
                    <a:pt x="1880715" y="7955"/>
                  </a:lnTo>
                  <a:lnTo>
                    <a:pt x="1931558" y="0"/>
                  </a:lnTo>
                  <a:close/>
                  <a:moveTo>
                    <a:pt x="1931558" y="0"/>
                  </a:moveTo>
                  <a:lnTo>
                    <a:pt x="1880715" y="7955"/>
                  </a:lnTo>
                  <a:lnTo>
                    <a:pt x="1961661" y="49091"/>
                  </a:lnTo>
                  <a:close/>
                  <a:moveTo>
                    <a:pt x="2393002" y="180225"/>
                  </a:moveTo>
                  <a:lnTo>
                    <a:pt x="2419497" y="215831"/>
                  </a:lnTo>
                  <a:lnTo>
                    <a:pt x="2447296" y="150573"/>
                  </a:lnTo>
                  <a:close/>
                  <a:moveTo>
                    <a:pt x="2365831" y="256302"/>
                  </a:moveTo>
                  <a:lnTo>
                    <a:pt x="2419497" y="215831"/>
                  </a:lnTo>
                  <a:lnTo>
                    <a:pt x="2393002" y="180225"/>
                  </a:lnTo>
                  <a:close/>
                  <a:moveTo>
                    <a:pt x="2447296" y="150573"/>
                  </a:moveTo>
                  <a:lnTo>
                    <a:pt x="2419497" y="215831"/>
                  </a:lnTo>
                  <a:lnTo>
                    <a:pt x="2450415" y="180792"/>
                  </a:lnTo>
                  <a:close/>
                  <a:moveTo>
                    <a:pt x="2447296" y="150573"/>
                  </a:moveTo>
                  <a:lnTo>
                    <a:pt x="2463756" y="102653"/>
                  </a:lnTo>
                  <a:lnTo>
                    <a:pt x="2453168" y="126521"/>
                  </a:lnTo>
                  <a:close/>
                  <a:moveTo>
                    <a:pt x="2437023" y="142356"/>
                  </a:moveTo>
                  <a:lnTo>
                    <a:pt x="2447296" y="150573"/>
                  </a:lnTo>
                  <a:lnTo>
                    <a:pt x="2453168" y="126521"/>
                  </a:lnTo>
                  <a:close/>
                  <a:moveTo>
                    <a:pt x="2478735" y="60140"/>
                  </a:moveTo>
                  <a:lnTo>
                    <a:pt x="2495472" y="69485"/>
                  </a:lnTo>
                  <a:lnTo>
                    <a:pt x="2453168" y="12652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19" name="Candidate_density__2118">
              <a:extLst>
                <a:ext uri="{FF2B5EF4-FFF2-40B4-BE49-F238E27FC236}">
                  <a16:creationId xmlns:a16="http://schemas.microsoft.com/office/drawing/2014/main" id="{233BC5F9-CFE4-9AC2-4668-67624841EFD9}"/>
                </a:ext>
              </a:extLst>
            </p:cNvPr>
            <p:cNvSpPr>
              <a:spLocks noGrp="1"/>
            </p:cNvSpPr>
            <p:nvPr/>
          </p:nvSpPr>
          <p:spPr>
            <a:xfrm>
              <a:off x="5102928" y="3035795"/>
              <a:ext cx="39239" cy="38437"/>
            </a:xfrm>
            <a:custGeom>
              <a:avLst/>
              <a:gdLst/>
              <a:ahLst/>
              <a:cxnLst/>
              <a:rect l="0" t="0" r="0" b="0"/>
              <a:pathLst>
                <a:path w="39239" h="38437">
                  <a:moveTo>
                    <a:pt x="0" y="38437"/>
                  </a:moveTo>
                  <a:lnTo>
                    <a:pt x="39239" y="0"/>
                  </a:lnTo>
                  <a:lnTo>
                    <a:pt x="33177" y="7084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20" name="Candidate_density__2119">
              <a:extLst>
                <a:ext uri="{FF2B5EF4-FFF2-40B4-BE49-F238E27FC236}">
                  <a16:creationId xmlns:a16="http://schemas.microsoft.com/office/drawing/2014/main" id="{D3D0EDC6-F2CC-BEFD-F6F4-279D4576EADF}"/>
                </a:ext>
              </a:extLst>
            </p:cNvPr>
            <p:cNvSpPr>
              <a:spLocks noGrp="1"/>
            </p:cNvSpPr>
            <p:nvPr/>
          </p:nvSpPr>
          <p:spPr>
            <a:xfrm>
              <a:off x="3473643" y="1757458"/>
              <a:ext cx="2879382" cy="2198494"/>
            </a:xfrm>
            <a:custGeom>
              <a:avLst/>
              <a:gdLst/>
              <a:ahLst/>
              <a:cxnLst/>
              <a:rect l="0" t="0" r="0" b="0"/>
              <a:pathLst>
                <a:path w="2879382" h="2198494">
                  <a:moveTo>
                    <a:pt x="0" y="1295405"/>
                  </a:moveTo>
                  <a:lnTo>
                    <a:pt x="8839" y="1311913"/>
                  </a:lnTo>
                  <a:lnTo>
                    <a:pt x="40708" y="1338637"/>
                  </a:lnTo>
                  <a:close/>
                  <a:moveTo>
                    <a:pt x="696339" y="1996905"/>
                  </a:moveTo>
                  <a:lnTo>
                    <a:pt x="660706" y="2035341"/>
                  </a:lnTo>
                  <a:lnTo>
                    <a:pt x="678567" y="2051541"/>
                  </a:lnTo>
                  <a:close/>
                  <a:moveTo>
                    <a:pt x="0" y="1295405"/>
                  </a:moveTo>
                  <a:lnTo>
                    <a:pt x="40708" y="1338637"/>
                  </a:lnTo>
                  <a:lnTo>
                    <a:pt x="66859" y="1339183"/>
                  </a:lnTo>
                  <a:close/>
                  <a:moveTo>
                    <a:pt x="11082" y="1256969"/>
                  </a:moveTo>
                  <a:lnTo>
                    <a:pt x="0" y="1295405"/>
                  </a:lnTo>
                  <a:lnTo>
                    <a:pt x="66859" y="1339183"/>
                  </a:lnTo>
                  <a:close/>
                  <a:moveTo>
                    <a:pt x="1041886" y="2143553"/>
                  </a:moveTo>
                  <a:lnTo>
                    <a:pt x="1125110" y="2176056"/>
                  </a:lnTo>
                  <a:lnTo>
                    <a:pt x="1167663" y="2119953"/>
                  </a:lnTo>
                  <a:close/>
                  <a:moveTo>
                    <a:pt x="750955" y="1755601"/>
                  </a:moveTo>
                  <a:lnTo>
                    <a:pt x="709190" y="1706645"/>
                  </a:lnTo>
                  <a:lnTo>
                    <a:pt x="749276" y="1774148"/>
                  </a:lnTo>
                  <a:close/>
                  <a:moveTo>
                    <a:pt x="1359516" y="2128240"/>
                  </a:moveTo>
                  <a:lnTo>
                    <a:pt x="1337731" y="2198494"/>
                  </a:lnTo>
                  <a:lnTo>
                    <a:pt x="1379377" y="2138997"/>
                  </a:lnTo>
                  <a:close/>
                  <a:moveTo>
                    <a:pt x="1167663" y="2119953"/>
                  </a:moveTo>
                  <a:lnTo>
                    <a:pt x="1212046" y="2070692"/>
                  </a:lnTo>
                  <a:lnTo>
                    <a:pt x="1086229" y="2094143"/>
                  </a:lnTo>
                  <a:close/>
                  <a:moveTo>
                    <a:pt x="1212046" y="2070692"/>
                  </a:moveTo>
                  <a:lnTo>
                    <a:pt x="1167663" y="2119953"/>
                  </a:lnTo>
                  <a:lnTo>
                    <a:pt x="1292925" y="2094428"/>
                  </a:lnTo>
                  <a:close/>
                  <a:moveTo>
                    <a:pt x="981829" y="1906456"/>
                  </a:moveTo>
                  <a:lnTo>
                    <a:pt x="974744" y="1955977"/>
                  </a:lnTo>
                  <a:lnTo>
                    <a:pt x="1016313" y="1920031"/>
                  </a:lnTo>
                  <a:close/>
                  <a:moveTo>
                    <a:pt x="952083" y="1830546"/>
                  </a:moveTo>
                  <a:lnTo>
                    <a:pt x="1016313" y="1920031"/>
                  </a:lnTo>
                  <a:lnTo>
                    <a:pt x="973667" y="1837816"/>
                  </a:lnTo>
                  <a:close/>
                  <a:moveTo>
                    <a:pt x="981829" y="1906456"/>
                  </a:moveTo>
                  <a:lnTo>
                    <a:pt x="1016313" y="1920031"/>
                  </a:lnTo>
                  <a:lnTo>
                    <a:pt x="952083" y="1830546"/>
                  </a:lnTo>
                  <a:close/>
                  <a:moveTo>
                    <a:pt x="950856" y="1755601"/>
                  </a:moveTo>
                  <a:lnTo>
                    <a:pt x="952083" y="1830546"/>
                  </a:lnTo>
                  <a:lnTo>
                    <a:pt x="973667" y="1837816"/>
                  </a:lnTo>
                  <a:close/>
                  <a:moveTo>
                    <a:pt x="1059088" y="1777466"/>
                  </a:moveTo>
                  <a:lnTo>
                    <a:pt x="952083" y="1830546"/>
                  </a:lnTo>
                  <a:lnTo>
                    <a:pt x="950856" y="1755601"/>
                  </a:lnTo>
                  <a:close/>
                  <a:moveTo>
                    <a:pt x="979689" y="1759264"/>
                  </a:moveTo>
                  <a:lnTo>
                    <a:pt x="952083" y="1830546"/>
                  </a:lnTo>
                  <a:lnTo>
                    <a:pt x="1059088" y="1777466"/>
                  </a:lnTo>
                  <a:close/>
                  <a:moveTo>
                    <a:pt x="785725" y="1591171"/>
                  </a:moveTo>
                  <a:lnTo>
                    <a:pt x="756028" y="1470520"/>
                  </a:lnTo>
                  <a:lnTo>
                    <a:pt x="728073" y="1508956"/>
                  </a:lnTo>
                  <a:close/>
                  <a:moveTo>
                    <a:pt x="629590" y="1501476"/>
                  </a:moveTo>
                  <a:lnTo>
                    <a:pt x="705734" y="1507508"/>
                  </a:lnTo>
                  <a:lnTo>
                    <a:pt x="750452" y="1459500"/>
                  </a:lnTo>
                  <a:close/>
                  <a:moveTo>
                    <a:pt x="1359516" y="2128240"/>
                  </a:moveTo>
                  <a:lnTo>
                    <a:pt x="1379377" y="2138997"/>
                  </a:lnTo>
                  <a:lnTo>
                    <a:pt x="1382676" y="2123219"/>
                  </a:lnTo>
                  <a:close/>
                  <a:moveTo>
                    <a:pt x="1382676" y="2123219"/>
                  </a:moveTo>
                  <a:lnTo>
                    <a:pt x="1292925" y="2094428"/>
                  </a:lnTo>
                  <a:lnTo>
                    <a:pt x="1359516" y="2128240"/>
                  </a:lnTo>
                  <a:close/>
                  <a:moveTo>
                    <a:pt x="1471118" y="2111909"/>
                  </a:moveTo>
                  <a:lnTo>
                    <a:pt x="1379377" y="2138997"/>
                  </a:lnTo>
                  <a:lnTo>
                    <a:pt x="1459984" y="2161719"/>
                  </a:lnTo>
                  <a:close/>
                  <a:moveTo>
                    <a:pt x="1471118" y="2111909"/>
                  </a:moveTo>
                  <a:lnTo>
                    <a:pt x="1382676" y="2123219"/>
                  </a:lnTo>
                  <a:lnTo>
                    <a:pt x="1379377" y="2138997"/>
                  </a:lnTo>
                  <a:close/>
                  <a:moveTo>
                    <a:pt x="1293660" y="1934811"/>
                  </a:moveTo>
                  <a:lnTo>
                    <a:pt x="1295949" y="1890530"/>
                  </a:lnTo>
                  <a:lnTo>
                    <a:pt x="1230020" y="1922690"/>
                  </a:lnTo>
                  <a:close/>
                  <a:moveTo>
                    <a:pt x="1341069" y="1843159"/>
                  </a:moveTo>
                  <a:lnTo>
                    <a:pt x="1295949" y="1890530"/>
                  </a:lnTo>
                  <a:lnTo>
                    <a:pt x="1353065" y="1847016"/>
                  </a:lnTo>
                  <a:close/>
                  <a:moveTo>
                    <a:pt x="1353065" y="1847016"/>
                  </a:moveTo>
                  <a:lnTo>
                    <a:pt x="1295949" y="1890530"/>
                  </a:lnTo>
                  <a:lnTo>
                    <a:pt x="1293660" y="1934811"/>
                  </a:lnTo>
                  <a:close/>
                  <a:moveTo>
                    <a:pt x="1060173" y="1566320"/>
                  </a:moveTo>
                  <a:lnTo>
                    <a:pt x="1007205" y="1583485"/>
                  </a:lnTo>
                  <a:lnTo>
                    <a:pt x="994596" y="1514298"/>
                  </a:lnTo>
                  <a:close/>
                  <a:moveTo>
                    <a:pt x="1322918" y="1776161"/>
                  </a:moveTo>
                  <a:lnTo>
                    <a:pt x="1341069" y="1843159"/>
                  </a:lnTo>
                  <a:lnTo>
                    <a:pt x="1355583" y="1834834"/>
                  </a:lnTo>
                  <a:close/>
                  <a:moveTo>
                    <a:pt x="1322918" y="1776161"/>
                  </a:moveTo>
                  <a:lnTo>
                    <a:pt x="1355583" y="1834834"/>
                  </a:lnTo>
                  <a:lnTo>
                    <a:pt x="1397004" y="1774497"/>
                  </a:lnTo>
                  <a:close/>
                  <a:moveTo>
                    <a:pt x="1355583" y="1834834"/>
                  </a:moveTo>
                  <a:lnTo>
                    <a:pt x="1464361" y="1747678"/>
                  </a:lnTo>
                  <a:lnTo>
                    <a:pt x="1397004" y="1774497"/>
                  </a:lnTo>
                  <a:close/>
                  <a:moveTo>
                    <a:pt x="751366" y="982571"/>
                  </a:moveTo>
                  <a:lnTo>
                    <a:pt x="765271" y="1020999"/>
                  </a:lnTo>
                  <a:lnTo>
                    <a:pt x="823559" y="1023770"/>
                  </a:lnTo>
                  <a:close/>
                  <a:moveTo>
                    <a:pt x="1407871" y="1602275"/>
                  </a:moveTo>
                  <a:lnTo>
                    <a:pt x="1473778" y="1709377"/>
                  </a:lnTo>
                  <a:lnTo>
                    <a:pt x="1407121" y="1640292"/>
                  </a:lnTo>
                  <a:close/>
                  <a:moveTo>
                    <a:pt x="1422163" y="1690748"/>
                  </a:moveTo>
                  <a:lnTo>
                    <a:pt x="1473778" y="1709377"/>
                  </a:lnTo>
                  <a:lnTo>
                    <a:pt x="1407871" y="1602275"/>
                  </a:lnTo>
                  <a:close/>
                  <a:moveTo>
                    <a:pt x="1296158" y="1532411"/>
                  </a:moveTo>
                  <a:lnTo>
                    <a:pt x="1357867" y="1542835"/>
                  </a:lnTo>
                  <a:lnTo>
                    <a:pt x="1344170" y="1453878"/>
                  </a:lnTo>
                  <a:close/>
                  <a:moveTo>
                    <a:pt x="1296158" y="1532411"/>
                  </a:moveTo>
                  <a:lnTo>
                    <a:pt x="1344170" y="1453878"/>
                  </a:lnTo>
                  <a:lnTo>
                    <a:pt x="1283394" y="1442696"/>
                  </a:lnTo>
                  <a:close/>
                  <a:moveTo>
                    <a:pt x="823559" y="1023770"/>
                  </a:moveTo>
                  <a:lnTo>
                    <a:pt x="872313" y="1064786"/>
                  </a:lnTo>
                  <a:lnTo>
                    <a:pt x="873337" y="1033237"/>
                  </a:lnTo>
                  <a:close/>
                  <a:moveTo>
                    <a:pt x="780887" y="944134"/>
                  </a:moveTo>
                  <a:lnTo>
                    <a:pt x="716758" y="982571"/>
                  </a:lnTo>
                  <a:lnTo>
                    <a:pt x="714521" y="900356"/>
                  </a:lnTo>
                  <a:close/>
                  <a:moveTo>
                    <a:pt x="1009816" y="1108565"/>
                  </a:moveTo>
                  <a:lnTo>
                    <a:pt x="1000685" y="1026350"/>
                  </a:lnTo>
                  <a:lnTo>
                    <a:pt x="1023782" y="1063310"/>
                  </a:lnTo>
                  <a:close/>
                  <a:moveTo>
                    <a:pt x="1068013" y="734822"/>
                  </a:moveTo>
                  <a:lnTo>
                    <a:pt x="1046732" y="713176"/>
                  </a:lnTo>
                  <a:lnTo>
                    <a:pt x="1017066" y="702831"/>
                  </a:lnTo>
                  <a:close/>
                  <a:moveTo>
                    <a:pt x="1017066" y="702831"/>
                  </a:moveTo>
                  <a:lnTo>
                    <a:pt x="1097407" y="772071"/>
                  </a:lnTo>
                  <a:lnTo>
                    <a:pt x="1068013" y="734822"/>
                  </a:lnTo>
                  <a:close/>
                  <a:moveTo>
                    <a:pt x="2037862" y="1650976"/>
                  </a:moveTo>
                  <a:lnTo>
                    <a:pt x="2037718" y="1653957"/>
                  </a:lnTo>
                  <a:lnTo>
                    <a:pt x="2042364" y="1654639"/>
                  </a:lnTo>
                  <a:close/>
                  <a:moveTo>
                    <a:pt x="2126552" y="1690742"/>
                  </a:moveTo>
                  <a:lnTo>
                    <a:pt x="2042364" y="1654639"/>
                  </a:lnTo>
                  <a:lnTo>
                    <a:pt x="2037718" y="1653957"/>
                  </a:lnTo>
                  <a:close/>
                  <a:moveTo>
                    <a:pt x="2085757" y="1612540"/>
                  </a:moveTo>
                  <a:lnTo>
                    <a:pt x="2037862" y="1650976"/>
                  </a:lnTo>
                  <a:lnTo>
                    <a:pt x="2042364" y="1654639"/>
                  </a:lnTo>
                  <a:close/>
                  <a:moveTo>
                    <a:pt x="2042364" y="1654639"/>
                  </a:moveTo>
                  <a:lnTo>
                    <a:pt x="2126552" y="1690742"/>
                  </a:lnTo>
                  <a:lnTo>
                    <a:pt x="2168281" y="1631563"/>
                  </a:lnTo>
                  <a:close/>
                  <a:moveTo>
                    <a:pt x="2168281" y="1631563"/>
                  </a:moveTo>
                  <a:lnTo>
                    <a:pt x="2126552" y="1690742"/>
                  </a:lnTo>
                  <a:lnTo>
                    <a:pt x="2253308" y="1670805"/>
                  </a:lnTo>
                  <a:close/>
                  <a:moveTo>
                    <a:pt x="2153307" y="1420393"/>
                  </a:moveTo>
                  <a:lnTo>
                    <a:pt x="2171894" y="1429865"/>
                  </a:lnTo>
                  <a:lnTo>
                    <a:pt x="2134223" y="1409673"/>
                  </a:lnTo>
                  <a:close/>
                  <a:moveTo>
                    <a:pt x="2035176" y="1355748"/>
                  </a:moveTo>
                  <a:lnTo>
                    <a:pt x="2070647" y="1427003"/>
                  </a:lnTo>
                  <a:lnTo>
                    <a:pt x="2108658" y="1408638"/>
                  </a:lnTo>
                  <a:close/>
                  <a:moveTo>
                    <a:pt x="2108658" y="1408638"/>
                  </a:moveTo>
                  <a:lnTo>
                    <a:pt x="2070647" y="1427003"/>
                  </a:lnTo>
                  <a:lnTo>
                    <a:pt x="2073121" y="1448109"/>
                  </a:lnTo>
                  <a:close/>
                  <a:moveTo>
                    <a:pt x="2110024" y="1327458"/>
                  </a:moveTo>
                  <a:lnTo>
                    <a:pt x="2035176" y="1355748"/>
                  </a:lnTo>
                  <a:lnTo>
                    <a:pt x="2108658" y="1408638"/>
                  </a:lnTo>
                  <a:close/>
                  <a:moveTo>
                    <a:pt x="2134223" y="1409673"/>
                  </a:moveTo>
                  <a:lnTo>
                    <a:pt x="2110024" y="1327458"/>
                  </a:lnTo>
                  <a:lnTo>
                    <a:pt x="2108658" y="1408638"/>
                  </a:lnTo>
                  <a:close/>
                  <a:moveTo>
                    <a:pt x="2171894" y="1429865"/>
                  </a:moveTo>
                  <a:lnTo>
                    <a:pt x="2258575" y="1475295"/>
                  </a:lnTo>
                  <a:lnTo>
                    <a:pt x="2305267" y="1434666"/>
                  </a:lnTo>
                  <a:close/>
                  <a:moveTo>
                    <a:pt x="2218386" y="1388491"/>
                  </a:moveTo>
                  <a:lnTo>
                    <a:pt x="2171894" y="1429865"/>
                  </a:lnTo>
                  <a:lnTo>
                    <a:pt x="2305267" y="1434666"/>
                  </a:lnTo>
                  <a:close/>
                  <a:moveTo>
                    <a:pt x="2024718" y="1163028"/>
                  </a:moveTo>
                  <a:lnTo>
                    <a:pt x="2026465" y="1162645"/>
                  </a:lnTo>
                  <a:lnTo>
                    <a:pt x="1947700" y="1148958"/>
                  </a:lnTo>
                  <a:close/>
                  <a:moveTo>
                    <a:pt x="1947700" y="1148958"/>
                  </a:moveTo>
                  <a:lnTo>
                    <a:pt x="2026465" y="1162645"/>
                  </a:lnTo>
                  <a:lnTo>
                    <a:pt x="2051612" y="1043606"/>
                  </a:lnTo>
                  <a:close/>
                  <a:moveTo>
                    <a:pt x="1947700" y="1148958"/>
                  </a:moveTo>
                  <a:lnTo>
                    <a:pt x="2051612" y="1043606"/>
                  </a:lnTo>
                  <a:lnTo>
                    <a:pt x="1986012" y="1076996"/>
                  </a:lnTo>
                  <a:close/>
                  <a:moveTo>
                    <a:pt x="2051612" y="1043606"/>
                  </a:moveTo>
                  <a:lnTo>
                    <a:pt x="2026465" y="1162645"/>
                  </a:lnTo>
                  <a:lnTo>
                    <a:pt x="2051837" y="1042376"/>
                  </a:lnTo>
                  <a:close/>
                  <a:moveTo>
                    <a:pt x="1893499" y="1009763"/>
                  </a:moveTo>
                  <a:lnTo>
                    <a:pt x="1845773" y="988176"/>
                  </a:lnTo>
                  <a:lnTo>
                    <a:pt x="1927984" y="960161"/>
                  </a:lnTo>
                  <a:close/>
                  <a:moveTo>
                    <a:pt x="1744633" y="916382"/>
                  </a:moveTo>
                  <a:lnTo>
                    <a:pt x="1845773" y="988176"/>
                  </a:lnTo>
                  <a:lnTo>
                    <a:pt x="1758630" y="898337"/>
                  </a:lnTo>
                  <a:close/>
                  <a:moveTo>
                    <a:pt x="1946592" y="929611"/>
                  </a:moveTo>
                  <a:lnTo>
                    <a:pt x="1845773" y="988176"/>
                  </a:lnTo>
                  <a:lnTo>
                    <a:pt x="1830552" y="989618"/>
                  </a:lnTo>
                  <a:close/>
                  <a:moveTo>
                    <a:pt x="2051619" y="1042103"/>
                  </a:moveTo>
                  <a:lnTo>
                    <a:pt x="2051612" y="1043606"/>
                  </a:lnTo>
                  <a:lnTo>
                    <a:pt x="2051837" y="1042376"/>
                  </a:lnTo>
                  <a:close/>
                  <a:moveTo>
                    <a:pt x="2051619" y="1042103"/>
                  </a:moveTo>
                  <a:lnTo>
                    <a:pt x="2051837" y="1042376"/>
                  </a:lnTo>
                  <a:lnTo>
                    <a:pt x="2050986" y="1041266"/>
                  </a:lnTo>
                  <a:close/>
                  <a:moveTo>
                    <a:pt x="2443049" y="1306022"/>
                  </a:moveTo>
                  <a:lnTo>
                    <a:pt x="2510453" y="1311816"/>
                  </a:lnTo>
                  <a:lnTo>
                    <a:pt x="2469338" y="1245149"/>
                  </a:lnTo>
                  <a:close/>
                  <a:moveTo>
                    <a:pt x="2443049" y="1306022"/>
                  </a:moveTo>
                  <a:lnTo>
                    <a:pt x="2469338" y="1245149"/>
                  </a:lnTo>
                  <a:lnTo>
                    <a:pt x="2425374" y="1220299"/>
                  </a:lnTo>
                  <a:close/>
                  <a:moveTo>
                    <a:pt x="2566477" y="1326861"/>
                  </a:moveTo>
                  <a:lnTo>
                    <a:pt x="2510453" y="1311816"/>
                  </a:lnTo>
                  <a:lnTo>
                    <a:pt x="2499949" y="1390032"/>
                  </a:lnTo>
                  <a:close/>
                  <a:moveTo>
                    <a:pt x="2510453" y="1311816"/>
                  </a:moveTo>
                  <a:lnTo>
                    <a:pt x="2566477" y="1326861"/>
                  </a:lnTo>
                  <a:lnTo>
                    <a:pt x="2469338" y="1245149"/>
                  </a:lnTo>
                  <a:close/>
                  <a:moveTo>
                    <a:pt x="2425374" y="1220299"/>
                  </a:moveTo>
                  <a:lnTo>
                    <a:pt x="2469338" y="1245149"/>
                  </a:lnTo>
                  <a:lnTo>
                    <a:pt x="2457072" y="1229719"/>
                  </a:lnTo>
                  <a:close/>
                  <a:moveTo>
                    <a:pt x="2040279" y="636643"/>
                  </a:moveTo>
                  <a:lnTo>
                    <a:pt x="1973243" y="644860"/>
                  </a:lnTo>
                  <a:lnTo>
                    <a:pt x="2003910" y="720021"/>
                  </a:lnTo>
                  <a:close/>
                  <a:moveTo>
                    <a:pt x="1973243" y="644860"/>
                  </a:moveTo>
                  <a:lnTo>
                    <a:pt x="2040279" y="636643"/>
                  </a:lnTo>
                  <a:lnTo>
                    <a:pt x="1977487" y="614719"/>
                  </a:lnTo>
                  <a:close/>
                  <a:moveTo>
                    <a:pt x="2237162" y="598206"/>
                  </a:moveTo>
                  <a:lnTo>
                    <a:pt x="2141002" y="668757"/>
                  </a:lnTo>
                  <a:lnTo>
                    <a:pt x="2143903" y="627300"/>
                  </a:lnTo>
                  <a:close/>
                  <a:moveTo>
                    <a:pt x="2077667" y="620558"/>
                  </a:moveTo>
                  <a:lnTo>
                    <a:pt x="2091415" y="636643"/>
                  </a:lnTo>
                  <a:lnTo>
                    <a:pt x="2115524" y="573500"/>
                  </a:lnTo>
                  <a:close/>
                  <a:moveTo>
                    <a:pt x="2016415" y="269985"/>
                  </a:moveTo>
                  <a:lnTo>
                    <a:pt x="1930843" y="225121"/>
                  </a:lnTo>
                  <a:lnTo>
                    <a:pt x="2005674" y="269346"/>
                  </a:lnTo>
                  <a:close/>
                  <a:moveTo>
                    <a:pt x="2024067" y="295012"/>
                  </a:moveTo>
                  <a:lnTo>
                    <a:pt x="2005674" y="269346"/>
                  </a:lnTo>
                  <a:lnTo>
                    <a:pt x="2016870" y="230910"/>
                  </a:lnTo>
                  <a:close/>
                  <a:moveTo>
                    <a:pt x="2016624" y="267187"/>
                  </a:moveTo>
                  <a:lnTo>
                    <a:pt x="2128035" y="189871"/>
                  </a:lnTo>
                  <a:lnTo>
                    <a:pt x="2050120" y="177221"/>
                  </a:lnTo>
                  <a:close/>
                  <a:moveTo>
                    <a:pt x="2622301" y="80372"/>
                  </a:moveTo>
                  <a:lnTo>
                    <a:pt x="2649139" y="19053"/>
                  </a:lnTo>
                  <a:lnTo>
                    <a:pt x="2598044" y="0"/>
                  </a:lnTo>
                  <a:close/>
                  <a:moveTo>
                    <a:pt x="2833955" y="229668"/>
                  </a:moveTo>
                  <a:lnTo>
                    <a:pt x="2862898" y="306231"/>
                  </a:lnTo>
                  <a:lnTo>
                    <a:pt x="2879382" y="323809"/>
                  </a:lnTo>
                  <a:close/>
                  <a:moveTo>
                    <a:pt x="2833955" y="229668"/>
                  </a:moveTo>
                  <a:lnTo>
                    <a:pt x="2845404" y="241594"/>
                  </a:lnTo>
                  <a:lnTo>
                    <a:pt x="2803934" y="18419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21" name="Candidate_density__2120">
              <a:extLst>
                <a:ext uri="{FF2B5EF4-FFF2-40B4-BE49-F238E27FC236}">
                  <a16:creationId xmlns:a16="http://schemas.microsoft.com/office/drawing/2014/main" id="{AD0B48F2-5802-DDF8-9906-A509529F18F0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679497"/>
              <a:ext cx="2837363" cy="2221514"/>
            </a:xfrm>
            <a:custGeom>
              <a:avLst/>
              <a:gdLst/>
              <a:ahLst/>
              <a:cxnLst/>
              <a:rect l="0" t="0" r="0" b="0"/>
              <a:pathLst>
                <a:path w="2837363" h="2221514">
                  <a:moveTo>
                    <a:pt x="699747" y="2074866"/>
                  </a:moveTo>
                  <a:lnTo>
                    <a:pt x="681975" y="2129502"/>
                  </a:lnTo>
                  <a:lnTo>
                    <a:pt x="733428" y="2106677"/>
                  </a:lnTo>
                  <a:close/>
                  <a:moveTo>
                    <a:pt x="621890" y="2031087"/>
                  </a:moveTo>
                  <a:lnTo>
                    <a:pt x="664114" y="2113302"/>
                  </a:lnTo>
                  <a:lnTo>
                    <a:pt x="699747" y="2074866"/>
                  </a:lnTo>
                  <a:close/>
                  <a:moveTo>
                    <a:pt x="0" y="1291151"/>
                  </a:moveTo>
                  <a:lnTo>
                    <a:pt x="3408" y="1373366"/>
                  </a:lnTo>
                  <a:lnTo>
                    <a:pt x="14490" y="1334930"/>
                  </a:lnTo>
                  <a:close/>
                  <a:moveTo>
                    <a:pt x="865450" y="2106422"/>
                  </a:moveTo>
                  <a:lnTo>
                    <a:pt x="779037" y="2036429"/>
                  </a:lnTo>
                  <a:lnTo>
                    <a:pt x="733428" y="2106677"/>
                  </a:lnTo>
                  <a:close/>
                  <a:moveTo>
                    <a:pt x="1024420" y="2200860"/>
                  </a:moveTo>
                  <a:lnTo>
                    <a:pt x="1014774" y="2221181"/>
                  </a:lnTo>
                  <a:lnTo>
                    <a:pt x="1045294" y="2221514"/>
                  </a:lnTo>
                  <a:close/>
                  <a:moveTo>
                    <a:pt x="1077666" y="2162423"/>
                  </a:moveTo>
                  <a:lnTo>
                    <a:pt x="1045294" y="2221514"/>
                  </a:lnTo>
                  <a:lnTo>
                    <a:pt x="1089638" y="2172104"/>
                  </a:lnTo>
                  <a:close/>
                  <a:moveTo>
                    <a:pt x="1077666" y="2162423"/>
                  </a:moveTo>
                  <a:lnTo>
                    <a:pt x="1024420" y="2200860"/>
                  </a:lnTo>
                  <a:lnTo>
                    <a:pt x="1045294" y="2221514"/>
                  </a:lnTo>
                  <a:close/>
                  <a:moveTo>
                    <a:pt x="1016565" y="2118644"/>
                  </a:moveTo>
                  <a:lnTo>
                    <a:pt x="1024420" y="2200860"/>
                  </a:lnTo>
                  <a:lnTo>
                    <a:pt x="1077666" y="2162423"/>
                  </a:lnTo>
                  <a:close/>
                  <a:moveTo>
                    <a:pt x="1016565" y="2118644"/>
                  </a:moveTo>
                  <a:lnTo>
                    <a:pt x="1077666" y="2162423"/>
                  </a:lnTo>
                  <a:lnTo>
                    <a:pt x="1040634" y="2080208"/>
                  </a:lnTo>
                  <a:close/>
                  <a:moveTo>
                    <a:pt x="1089638" y="2172104"/>
                  </a:moveTo>
                  <a:lnTo>
                    <a:pt x="1045294" y="2221514"/>
                  </a:lnTo>
                  <a:lnTo>
                    <a:pt x="1171071" y="2197914"/>
                  </a:lnTo>
                  <a:close/>
                  <a:moveTo>
                    <a:pt x="719943" y="1789784"/>
                  </a:moveTo>
                  <a:lnTo>
                    <a:pt x="736470" y="1871999"/>
                  </a:lnTo>
                  <a:lnTo>
                    <a:pt x="712598" y="1784607"/>
                  </a:lnTo>
                  <a:close/>
                  <a:moveTo>
                    <a:pt x="736470" y="1871999"/>
                  </a:moveTo>
                  <a:lnTo>
                    <a:pt x="752684" y="1852110"/>
                  </a:lnTo>
                  <a:lnTo>
                    <a:pt x="712598" y="1784607"/>
                  </a:lnTo>
                  <a:close/>
                  <a:moveTo>
                    <a:pt x="428903" y="1433101"/>
                  </a:moveTo>
                  <a:lnTo>
                    <a:pt x="380909" y="1409435"/>
                  </a:lnTo>
                  <a:lnTo>
                    <a:pt x="351643" y="1435320"/>
                  </a:lnTo>
                  <a:close/>
                  <a:moveTo>
                    <a:pt x="428903" y="1433101"/>
                  </a:moveTo>
                  <a:lnTo>
                    <a:pt x="459822" y="1425823"/>
                  </a:lnTo>
                  <a:lnTo>
                    <a:pt x="380909" y="1409435"/>
                  </a:lnTo>
                  <a:close/>
                  <a:moveTo>
                    <a:pt x="1077666" y="2162423"/>
                  </a:moveTo>
                  <a:lnTo>
                    <a:pt x="1089638" y="2172104"/>
                  </a:lnTo>
                  <a:lnTo>
                    <a:pt x="1099779" y="2152073"/>
                  </a:lnTo>
                  <a:close/>
                  <a:moveTo>
                    <a:pt x="1052326" y="2032602"/>
                  </a:moveTo>
                  <a:lnTo>
                    <a:pt x="1040634" y="2080208"/>
                  </a:lnTo>
                  <a:lnTo>
                    <a:pt x="1059609" y="1959556"/>
                  </a:lnTo>
                  <a:close/>
                  <a:moveTo>
                    <a:pt x="1055452" y="1987925"/>
                  </a:moveTo>
                  <a:lnTo>
                    <a:pt x="1059609" y="1959556"/>
                  </a:lnTo>
                  <a:lnTo>
                    <a:pt x="1072820" y="1894025"/>
                  </a:lnTo>
                  <a:close/>
                  <a:moveTo>
                    <a:pt x="1105453" y="1997993"/>
                  </a:moveTo>
                  <a:lnTo>
                    <a:pt x="1072820" y="1894025"/>
                  </a:lnTo>
                  <a:lnTo>
                    <a:pt x="1081507" y="1877341"/>
                  </a:lnTo>
                  <a:close/>
                  <a:moveTo>
                    <a:pt x="764875" y="1642014"/>
                  </a:moveTo>
                  <a:lnTo>
                    <a:pt x="761540" y="1566172"/>
                  </a:lnTo>
                  <a:lnTo>
                    <a:pt x="789133" y="1669132"/>
                  </a:lnTo>
                  <a:close/>
                  <a:moveTo>
                    <a:pt x="759437" y="1548481"/>
                  </a:moveTo>
                  <a:lnTo>
                    <a:pt x="753861" y="1537461"/>
                  </a:lnTo>
                  <a:lnTo>
                    <a:pt x="709142" y="1585469"/>
                  </a:lnTo>
                  <a:close/>
                  <a:moveTo>
                    <a:pt x="665182" y="1484566"/>
                  </a:moveTo>
                  <a:lnTo>
                    <a:pt x="632999" y="1579438"/>
                  </a:lnTo>
                  <a:lnTo>
                    <a:pt x="753861" y="1537461"/>
                  </a:lnTo>
                  <a:close/>
                  <a:moveTo>
                    <a:pt x="1304298" y="2106987"/>
                  </a:moveTo>
                  <a:lnTo>
                    <a:pt x="1296333" y="2172389"/>
                  </a:lnTo>
                  <a:lnTo>
                    <a:pt x="1386085" y="2201180"/>
                  </a:lnTo>
                  <a:close/>
                  <a:moveTo>
                    <a:pt x="1393897" y="2094737"/>
                  </a:moveTo>
                  <a:lnTo>
                    <a:pt x="1304298" y="2106987"/>
                  </a:lnTo>
                  <a:lnTo>
                    <a:pt x="1386085" y="2201180"/>
                  </a:lnTo>
                  <a:close/>
                  <a:moveTo>
                    <a:pt x="1486120" y="2109453"/>
                  </a:moveTo>
                  <a:lnTo>
                    <a:pt x="1449282" y="2085550"/>
                  </a:lnTo>
                  <a:lnTo>
                    <a:pt x="1474526" y="2189871"/>
                  </a:lnTo>
                  <a:close/>
                  <a:moveTo>
                    <a:pt x="1474526" y="2189871"/>
                  </a:moveTo>
                  <a:lnTo>
                    <a:pt x="1449282" y="2085550"/>
                  </a:lnTo>
                  <a:lnTo>
                    <a:pt x="1393897" y="2094737"/>
                  </a:lnTo>
                  <a:close/>
                  <a:moveTo>
                    <a:pt x="1474526" y="2189871"/>
                  </a:moveTo>
                  <a:lnTo>
                    <a:pt x="1393897" y="2094737"/>
                  </a:lnTo>
                  <a:lnTo>
                    <a:pt x="1386085" y="2201180"/>
                  </a:lnTo>
                  <a:close/>
                  <a:moveTo>
                    <a:pt x="1304298" y="2106987"/>
                  </a:moveTo>
                  <a:lnTo>
                    <a:pt x="1215454" y="2148653"/>
                  </a:lnTo>
                  <a:lnTo>
                    <a:pt x="1296333" y="2172389"/>
                  </a:lnTo>
                  <a:close/>
                  <a:moveTo>
                    <a:pt x="1220013" y="2114917"/>
                  </a:moveTo>
                  <a:lnTo>
                    <a:pt x="1304298" y="2106987"/>
                  </a:lnTo>
                  <a:lnTo>
                    <a:pt x="1297068" y="2012772"/>
                  </a:lnTo>
                  <a:close/>
                  <a:moveTo>
                    <a:pt x="1304298" y="2106987"/>
                  </a:moveTo>
                  <a:lnTo>
                    <a:pt x="1371802" y="2012607"/>
                  </a:lnTo>
                  <a:lnTo>
                    <a:pt x="1297068" y="2012772"/>
                  </a:lnTo>
                  <a:close/>
                  <a:moveTo>
                    <a:pt x="1356473" y="1924977"/>
                  </a:moveTo>
                  <a:lnTo>
                    <a:pt x="1297068" y="2012772"/>
                  </a:lnTo>
                  <a:lnTo>
                    <a:pt x="1371802" y="2012607"/>
                  </a:lnTo>
                  <a:close/>
                  <a:moveTo>
                    <a:pt x="1081507" y="1877341"/>
                  </a:moveTo>
                  <a:lnTo>
                    <a:pt x="1072820" y="1894025"/>
                  </a:lnTo>
                  <a:lnTo>
                    <a:pt x="1078943" y="1868735"/>
                  </a:lnTo>
                  <a:close/>
                  <a:moveTo>
                    <a:pt x="1062496" y="1855427"/>
                  </a:moveTo>
                  <a:lnTo>
                    <a:pt x="1081507" y="1877341"/>
                  </a:lnTo>
                  <a:lnTo>
                    <a:pt x="1078943" y="1868735"/>
                  </a:lnTo>
                  <a:close/>
                  <a:moveTo>
                    <a:pt x="1576437" y="2067520"/>
                  </a:moveTo>
                  <a:lnTo>
                    <a:pt x="1489899" y="2077280"/>
                  </a:lnTo>
                  <a:lnTo>
                    <a:pt x="1486120" y="2109453"/>
                  </a:lnTo>
                  <a:close/>
                  <a:moveTo>
                    <a:pt x="988848" y="1581112"/>
                  </a:moveTo>
                  <a:lnTo>
                    <a:pt x="1063581" y="1644281"/>
                  </a:lnTo>
                  <a:lnTo>
                    <a:pt x="998005" y="1592260"/>
                  </a:lnTo>
                  <a:close/>
                  <a:moveTo>
                    <a:pt x="1477186" y="1787339"/>
                  </a:moveTo>
                  <a:lnTo>
                    <a:pt x="1400412" y="1852458"/>
                  </a:lnTo>
                  <a:lnTo>
                    <a:pt x="1467769" y="1825640"/>
                  </a:lnTo>
                  <a:close/>
                  <a:moveTo>
                    <a:pt x="1334988" y="1681667"/>
                  </a:moveTo>
                  <a:lnTo>
                    <a:pt x="1361275" y="1620797"/>
                  </a:lnTo>
                  <a:lnTo>
                    <a:pt x="1299566" y="1610373"/>
                  </a:lnTo>
                  <a:close/>
                  <a:moveTo>
                    <a:pt x="1453520" y="1706487"/>
                  </a:moveTo>
                  <a:lnTo>
                    <a:pt x="1412376" y="1679817"/>
                  </a:lnTo>
                  <a:lnTo>
                    <a:pt x="1471606" y="1624782"/>
                  </a:lnTo>
                  <a:close/>
                  <a:moveTo>
                    <a:pt x="1299566" y="1610373"/>
                  </a:moveTo>
                  <a:lnTo>
                    <a:pt x="1286802" y="1520657"/>
                  </a:lnTo>
                  <a:lnTo>
                    <a:pt x="1212864" y="1620268"/>
                  </a:lnTo>
                  <a:close/>
                  <a:moveTo>
                    <a:pt x="1257656" y="1444260"/>
                  </a:moveTo>
                  <a:lnTo>
                    <a:pt x="1152692" y="1471608"/>
                  </a:lnTo>
                  <a:lnTo>
                    <a:pt x="1286802" y="1520657"/>
                  </a:lnTo>
                  <a:close/>
                  <a:moveTo>
                    <a:pt x="953738" y="1186526"/>
                  </a:moveTo>
                  <a:lnTo>
                    <a:pt x="876745" y="1111198"/>
                  </a:lnTo>
                  <a:lnTo>
                    <a:pt x="875721" y="1142747"/>
                  </a:lnTo>
                  <a:close/>
                  <a:moveTo>
                    <a:pt x="754774" y="1060532"/>
                  </a:moveTo>
                  <a:lnTo>
                    <a:pt x="826967" y="1101731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54774" y="1060532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91972" y="1022096"/>
                  </a:lnTo>
                  <a:lnTo>
                    <a:pt x="779657" y="939881"/>
                  </a:lnTo>
                  <a:close/>
                  <a:moveTo>
                    <a:pt x="720277" y="978317"/>
                  </a:moveTo>
                  <a:lnTo>
                    <a:pt x="779657" y="939881"/>
                  </a:lnTo>
                  <a:lnTo>
                    <a:pt x="717673" y="971757"/>
                  </a:lnTo>
                  <a:close/>
                  <a:moveTo>
                    <a:pt x="1412376" y="1679817"/>
                  </a:moveTo>
                  <a:lnTo>
                    <a:pt x="1502550" y="1740479"/>
                  </a:lnTo>
                  <a:lnTo>
                    <a:pt x="1412345" y="1679369"/>
                  </a:lnTo>
                  <a:close/>
                  <a:moveTo>
                    <a:pt x="1060230" y="1201348"/>
                  </a:moveTo>
                  <a:lnTo>
                    <a:pt x="1013224" y="1186526"/>
                  </a:lnTo>
                  <a:lnTo>
                    <a:pt x="1019050" y="1156190"/>
                  </a:lnTo>
                  <a:close/>
                  <a:moveTo>
                    <a:pt x="711603" y="733860"/>
                  </a:moveTo>
                  <a:lnTo>
                    <a:pt x="738263" y="737014"/>
                  </a:lnTo>
                  <a:lnTo>
                    <a:pt x="746137" y="756419"/>
                  </a:lnTo>
                  <a:close/>
                  <a:moveTo>
                    <a:pt x="631923" y="714608"/>
                  </a:moveTo>
                  <a:lnTo>
                    <a:pt x="689823" y="715885"/>
                  </a:lnTo>
                  <a:lnTo>
                    <a:pt x="711603" y="733860"/>
                  </a:lnTo>
                  <a:close/>
                  <a:moveTo>
                    <a:pt x="1071421" y="812783"/>
                  </a:moveTo>
                  <a:lnTo>
                    <a:pt x="1153075" y="863008"/>
                  </a:lnTo>
                  <a:lnTo>
                    <a:pt x="1050141" y="791137"/>
                  </a:lnTo>
                  <a:close/>
                  <a:moveTo>
                    <a:pt x="1153075" y="863008"/>
                  </a:moveTo>
                  <a:lnTo>
                    <a:pt x="1157395" y="864626"/>
                  </a:lnTo>
                  <a:lnTo>
                    <a:pt x="1050141" y="791137"/>
                  </a:lnTo>
                  <a:close/>
                  <a:moveTo>
                    <a:pt x="1160437" y="866942"/>
                  </a:moveTo>
                  <a:lnTo>
                    <a:pt x="1157395" y="864626"/>
                  </a:lnTo>
                  <a:lnTo>
                    <a:pt x="1153075" y="863008"/>
                  </a:lnTo>
                  <a:close/>
                  <a:moveTo>
                    <a:pt x="984815" y="767633"/>
                  </a:moveTo>
                  <a:lnTo>
                    <a:pt x="924407" y="756983"/>
                  </a:lnTo>
                  <a:lnTo>
                    <a:pt x="853423" y="770242"/>
                  </a:lnTo>
                  <a:close/>
                  <a:moveTo>
                    <a:pt x="1000778" y="763866"/>
                  </a:moveTo>
                  <a:lnTo>
                    <a:pt x="1020474" y="780792"/>
                  </a:lnTo>
                  <a:lnTo>
                    <a:pt x="1050141" y="791137"/>
                  </a:lnTo>
                  <a:close/>
                  <a:moveTo>
                    <a:pt x="984815" y="767633"/>
                  </a:moveTo>
                  <a:lnTo>
                    <a:pt x="1020474" y="780792"/>
                  </a:lnTo>
                  <a:lnTo>
                    <a:pt x="1000778" y="763866"/>
                  </a:lnTo>
                  <a:close/>
                  <a:moveTo>
                    <a:pt x="924407" y="756983"/>
                  </a:moveTo>
                  <a:lnTo>
                    <a:pt x="984815" y="767633"/>
                  </a:lnTo>
                  <a:lnTo>
                    <a:pt x="1000778" y="763866"/>
                  </a:lnTo>
                  <a:close/>
                  <a:moveTo>
                    <a:pt x="1537711" y="1337765"/>
                  </a:moveTo>
                  <a:lnTo>
                    <a:pt x="1608048" y="1341175"/>
                  </a:lnTo>
                  <a:lnTo>
                    <a:pt x="1597690" y="1249503"/>
                  </a:lnTo>
                  <a:close/>
                  <a:moveTo>
                    <a:pt x="1710313" y="1317862"/>
                  </a:moveTo>
                  <a:lnTo>
                    <a:pt x="1710489" y="1315003"/>
                  </a:lnTo>
                  <a:lnTo>
                    <a:pt x="1608048" y="1341175"/>
                  </a:lnTo>
                  <a:close/>
                  <a:moveTo>
                    <a:pt x="1608048" y="1341175"/>
                  </a:moveTo>
                  <a:lnTo>
                    <a:pt x="1710489" y="1315003"/>
                  </a:lnTo>
                  <a:lnTo>
                    <a:pt x="1681581" y="1241893"/>
                  </a:lnTo>
                  <a:close/>
                  <a:moveTo>
                    <a:pt x="1504048" y="1265041"/>
                  </a:moveTo>
                  <a:lnTo>
                    <a:pt x="1477870" y="1217797"/>
                  </a:lnTo>
                  <a:lnTo>
                    <a:pt x="1443414" y="1153650"/>
                  </a:lnTo>
                  <a:close/>
                  <a:moveTo>
                    <a:pt x="1100815" y="850032"/>
                  </a:moveTo>
                  <a:lnTo>
                    <a:pt x="1215377" y="917579"/>
                  </a:lnTo>
                  <a:lnTo>
                    <a:pt x="1153075" y="863008"/>
                  </a:lnTo>
                  <a:close/>
                  <a:moveTo>
                    <a:pt x="1153075" y="863008"/>
                  </a:moveTo>
                  <a:lnTo>
                    <a:pt x="1215377" y="917579"/>
                  </a:lnTo>
                  <a:lnTo>
                    <a:pt x="1160437" y="866942"/>
                  </a:lnTo>
                  <a:close/>
                  <a:moveTo>
                    <a:pt x="1100815" y="850032"/>
                  </a:moveTo>
                  <a:lnTo>
                    <a:pt x="1153075" y="863008"/>
                  </a:lnTo>
                  <a:lnTo>
                    <a:pt x="1071421" y="812783"/>
                  </a:lnTo>
                  <a:close/>
                  <a:moveTo>
                    <a:pt x="1289360" y="824572"/>
                  </a:moveTo>
                  <a:lnTo>
                    <a:pt x="1282712" y="923430"/>
                  </a:lnTo>
                  <a:lnTo>
                    <a:pt x="1287198" y="847020"/>
                  </a:lnTo>
                  <a:close/>
                  <a:moveTo>
                    <a:pt x="2089165" y="1690501"/>
                  </a:moveTo>
                  <a:lnTo>
                    <a:pt x="2045772" y="1732600"/>
                  </a:lnTo>
                  <a:lnTo>
                    <a:pt x="2092842" y="1693386"/>
                  </a:lnTo>
                  <a:close/>
                  <a:moveTo>
                    <a:pt x="1972396" y="1646722"/>
                  </a:moveTo>
                  <a:lnTo>
                    <a:pt x="2041270" y="1728937"/>
                  </a:lnTo>
                  <a:lnTo>
                    <a:pt x="2089165" y="1690501"/>
                  </a:lnTo>
                  <a:close/>
                  <a:moveTo>
                    <a:pt x="2092842" y="1693386"/>
                  </a:moveTo>
                  <a:lnTo>
                    <a:pt x="2045772" y="1732600"/>
                  </a:lnTo>
                  <a:lnTo>
                    <a:pt x="2171689" y="1709524"/>
                  </a:lnTo>
                  <a:close/>
                  <a:moveTo>
                    <a:pt x="1752323" y="1256214"/>
                  </a:moveTo>
                  <a:lnTo>
                    <a:pt x="1791179" y="1197211"/>
                  </a:lnTo>
                  <a:lnTo>
                    <a:pt x="1721624" y="1235647"/>
                  </a:lnTo>
                  <a:close/>
                  <a:moveTo>
                    <a:pt x="2276454" y="1661786"/>
                  </a:moveTo>
                  <a:lnTo>
                    <a:pt x="2256716" y="1748766"/>
                  </a:lnTo>
                  <a:lnTo>
                    <a:pt x="2340946" y="1770039"/>
                  </a:lnTo>
                  <a:close/>
                  <a:moveTo>
                    <a:pt x="2089165" y="1690501"/>
                  </a:moveTo>
                  <a:lnTo>
                    <a:pt x="2092842" y="1693386"/>
                  </a:lnTo>
                  <a:lnTo>
                    <a:pt x="2094173" y="1688793"/>
                  </a:lnTo>
                  <a:close/>
                  <a:moveTo>
                    <a:pt x="2179026" y="1680400"/>
                  </a:moveTo>
                  <a:lnTo>
                    <a:pt x="2092842" y="1693386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094173" y="1688793"/>
                  </a:lnTo>
                  <a:lnTo>
                    <a:pt x="2092842" y="1693386"/>
                  </a:lnTo>
                  <a:close/>
                  <a:moveTo>
                    <a:pt x="2094173" y="1688793"/>
                  </a:moveTo>
                  <a:lnTo>
                    <a:pt x="2179026" y="1680400"/>
                  </a:lnTo>
                  <a:lnTo>
                    <a:pt x="2170683" y="1587091"/>
                  </a:lnTo>
                  <a:close/>
                  <a:moveTo>
                    <a:pt x="2276454" y="1661786"/>
                  </a:moveTo>
                  <a:lnTo>
                    <a:pt x="2171689" y="1709524"/>
                  </a:lnTo>
                  <a:lnTo>
                    <a:pt x="2256716" y="1748766"/>
                  </a:lnTo>
                  <a:close/>
                  <a:moveTo>
                    <a:pt x="2276454" y="1661786"/>
                  </a:moveTo>
                  <a:lnTo>
                    <a:pt x="2179026" y="1680400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276454" y="1661786"/>
                  </a:lnTo>
                  <a:lnTo>
                    <a:pt x="2261678" y="1573705"/>
                  </a:lnTo>
                  <a:close/>
                  <a:moveTo>
                    <a:pt x="2276454" y="1661786"/>
                  </a:moveTo>
                  <a:lnTo>
                    <a:pt x="2336863" y="1573174"/>
                  </a:lnTo>
                  <a:lnTo>
                    <a:pt x="2261678" y="1573705"/>
                  </a:lnTo>
                  <a:close/>
                  <a:moveTo>
                    <a:pt x="2170683" y="1587091"/>
                  </a:moveTo>
                  <a:lnTo>
                    <a:pt x="2131560" y="1559485"/>
                  </a:lnTo>
                  <a:lnTo>
                    <a:pt x="2076529" y="1526071"/>
                  </a:lnTo>
                  <a:close/>
                  <a:moveTo>
                    <a:pt x="2028126" y="1240989"/>
                  </a:moveTo>
                  <a:lnTo>
                    <a:pt x="1950731" y="1361640"/>
                  </a:lnTo>
                  <a:lnTo>
                    <a:pt x="2035773" y="1323204"/>
                  </a:lnTo>
                  <a:close/>
                  <a:moveTo>
                    <a:pt x="1800190" y="1158774"/>
                  </a:moveTo>
                  <a:lnTo>
                    <a:pt x="1840031" y="1090279"/>
                  </a:lnTo>
                  <a:lnTo>
                    <a:pt x="1770100" y="1114995"/>
                  </a:lnTo>
                  <a:close/>
                  <a:moveTo>
                    <a:pt x="1748041" y="994344"/>
                  </a:moveTo>
                  <a:lnTo>
                    <a:pt x="1817647" y="1091773"/>
                  </a:lnTo>
                  <a:lnTo>
                    <a:pt x="1833960" y="1067579"/>
                  </a:lnTo>
                  <a:close/>
                  <a:moveTo>
                    <a:pt x="1770100" y="1114995"/>
                  </a:moveTo>
                  <a:lnTo>
                    <a:pt x="1817647" y="1091773"/>
                  </a:lnTo>
                  <a:lnTo>
                    <a:pt x="1748041" y="994344"/>
                  </a:lnTo>
                  <a:close/>
                  <a:moveTo>
                    <a:pt x="1710149" y="1032780"/>
                  </a:moveTo>
                  <a:lnTo>
                    <a:pt x="1770100" y="1114995"/>
                  </a:lnTo>
                  <a:lnTo>
                    <a:pt x="1748041" y="994344"/>
                  </a:lnTo>
                  <a:close/>
                  <a:moveTo>
                    <a:pt x="2197406" y="1449198"/>
                  </a:moveTo>
                  <a:lnTo>
                    <a:pt x="2137631" y="1487634"/>
                  </a:lnTo>
                  <a:lnTo>
                    <a:pt x="2175302" y="1507827"/>
                  </a:lnTo>
                  <a:close/>
                  <a:moveTo>
                    <a:pt x="2028126" y="1240989"/>
                  </a:moveTo>
                  <a:lnTo>
                    <a:pt x="2059464" y="1316641"/>
                  </a:lnTo>
                  <a:lnTo>
                    <a:pt x="2029873" y="1240606"/>
                  </a:lnTo>
                  <a:close/>
                  <a:moveTo>
                    <a:pt x="2028126" y="1240989"/>
                  </a:moveTo>
                  <a:lnTo>
                    <a:pt x="2035773" y="1323204"/>
                  </a:lnTo>
                  <a:lnTo>
                    <a:pt x="2059464" y="1316641"/>
                  </a:lnTo>
                  <a:close/>
                  <a:moveTo>
                    <a:pt x="2018219" y="1049896"/>
                  </a:moveTo>
                  <a:lnTo>
                    <a:pt x="2054394" y="1119228"/>
                  </a:lnTo>
                  <a:lnTo>
                    <a:pt x="2055245" y="1120338"/>
                  </a:lnTo>
                  <a:close/>
                  <a:moveTo>
                    <a:pt x="1833960" y="1067579"/>
                  </a:moveTo>
                  <a:lnTo>
                    <a:pt x="1849181" y="1066137"/>
                  </a:lnTo>
                  <a:lnTo>
                    <a:pt x="1748041" y="994344"/>
                  </a:lnTo>
                  <a:close/>
                  <a:moveTo>
                    <a:pt x="1950000" y="1007572"/>
                  </a:moveTo>
                  <a:lnTo>
                    <a:pt x="1833960" y="1067579"/>
                  </a:lnTo>
                  <a:lnTo>
                    <a:pt x="1904282" y="1051845"/>
                  </a:lnTo>
                  <a:close/>
                  <a:moveTo>
                    <a:pt x="1528294" y="744868"/>
                  </a:moveTo>
                  <a:lnTo>
                    <a:pt x="1611718" y="793969"/>
                  </a:lnTo>
                  <a:lnTo>
                    <a:pt x="1534856" y="747698"/>
                  </a:lnTo>
                  <a:close/>
                  <a:moveTo>
                    <a:pt x="1663261" y="709262"/>
                  </a:moveTo>
                  <a:lnTo>
                    <a:pt x="1637186" y="747698"/>
                  </a:lnTo>
                  <a:lnTo>
                    <a:pt x="1673109" y="791477"/>
                  </a:lnTo>
                  <a:close/>
                  <a:moveTo>
                    <a:pt x="1605509" y="665483"/>
                  </a:moveTo>
                  <a:lnTo>
                    <a:pt x="1637186" y="747698"/>
                  </a:lnTo>
                  <a:lnTo>
                    <a:pt x="1663261" y="709262"/>
                  </a:lnTo>
                  <a:close/>
                  <a:moveTo>
                    <a:pt x="2055027" y="1120064"/>
                  </a:moveTo>
                  <a:lnTo>
                    <a:pt x="1989420" y="1154958"/>
                  </a:lnTo>
                  <a:lnTo>
                    <a:pt x="2055020" y="1121568"/>
                  </a:lnTo>
                  <a:close/>
                  <a:moveTo>
                    <a:pt x="2055027" y="1120064"/>
                  </a:moveTo>
                  <a:lnTo>
                    <a:pt x="1987952" y="1114003"/>
                  </a:lnTo>
                  <a:lnTo>
                    <a:pt x="1989420" y="1154958"/>
                  </a:lnTo>
                  <a:close/>
                  <a:moveTo>
                    <a:pt x="1987952" y="1114003"/>
                  </a:moveTo>
                  <a:lnTo>
                    <a:pt x="2054394" y="1119228"/>
                  </a:lnTo>
                  <a:lnTo>
                    <a:pt x="1973776" y="1096466"/>
                  </a:lnTo>
                  <a:close/>
                  <a:moveTo>
                    <a:pt x="1987952" y="1114003"/>
                  </a:moveTo>
                  <a:lnTo>
                    <a:pt x="2055027" y="1120064"/>
                  </a:lnTo>
                  <a:lnTo>
                    <a:pt x="2054394" y="1119228"/>
                  </a:lnTo>
                  <a:close/>
                  <a:moveTo>
                    <a:pt x="2359278" y="1294175"/>
                  </a:moveTo>
                  <a:lnTo>
                    <a:pt x="2428783" y="1298261"/>
                  </a:lnTo>
                  <a:lnTo>
                    <a:pt x="2380033" y="1285562"/>
                  </a:lnTo>
                  <a:close/>
                  <a:moveTo>
                    <a:pt x="2428783" y="1298261"/>
                  </a:moveTo>
                  <a:lnTo>
                    <a:pt x="2460480" y="1307680"/>
                  </a:lnTo>
                  <a:lnTo>
                    <a:pt x="2380033" y="1285562"/>
                  </a:lnTo>
                  <a:close/>
                  <a:moveTo>
                    <a:pt x="2144410" y="746719"/>
                  </a:moveTo>
                  <a:lnTo>
                    <a:pt x="2132319" y="717451"/>
                  </a:lnTo>
                  <a:lnTo>
                    <a:pt x="2094823" y="714604"/>
                  </a:lnTo>
                  <a:close/>
                  <a:moveTo>
                    <a:pt x="2043687" y="714604"/>
                  </a:moveTo>
                  <a:lnTo>
                    <a:pt x="2081075" y="698519"/>
                  </a:lnTo>
                  <a:lnTo>
                    <a:pt x="1980895" y="692680"/>
                  </a:lnTo>
                  <a:close/>
                  <a:moveTo>
                    <a:pt x="2147312" y="705262"/>
                  </a:moveTo>
                  <a:lnTo>
                    <a:pt x="2128496" y="676168"/>
                  </a:lnTo>
                  <a:lnTo>
                    <a:pt x="2118932" y="651462"/>
                  </a:lnTo>
                  <a:close/>
                  <a:moveTo>
                    <a:pt x="2118932" y="651462"/>
                  </a:moveTo>
                  <a:lnTo>
                    <a:pt x="2128496" y="676168"/>
                  </a:lnTo>
                  <a:lnTo>
                    <a:pt x="2103626" y="657690"/>
                  </a:lnTo>
                  <a:close/>
                  <a:moveTo>
                    <a:pt x="2103626" y="657690"/>
                  </a:moveTo>
                  <a:lnTo>
                    <a:pt x="2081075" y="698519"/>
                  </a:lnTo>
                  <a:lnTo>
                    <a:pt x="2118932" y="651462"/>
                  </a:lnTo>
                  <a:close/>
                  <a:moveTo>
                    <a:pt x="2158347" y="368421"/>
                  </a:moveTo>
                  <a:lnTo>
                    <a:pt x="2027475" y="372973"/>
                  </a:lnTo>
                  <a:lnTo>
                    <a:pt x="2078904" y="350058"/>
                  </a:lnTo>
                  <a:close/>
                  <a:moveTo>
                    <a:pt x="2664479" y="326998"/>
                  </a:moveTo>
                  <a:lnTo>
                    <a:pt x="2714073" y="247180"/>
                  </a:lnTo>
                  <a:lnTo>
                    <a:pt x="2646900" y="241197"/>
                  </a:lnTo>
                  <a:close/>
                  <a:moveTo>
                    <a:pt x="2646900" y="241197"/>
                  </a:moveTo>
                  <a:lnTo>
                    <a:pt x="2714073" y="247180"/>
                  </a:lnTo>
                  <a:lnTo>
                    <a:pt x="2688248" y="168082"/>
                  </a:lnTo>
                  <a:close/>
                  <a:moveTo>
                    <a:pt x="2646900" y="241197"/>
                  </a:moveTo>
                  <a:lnTo>
                    <a:pt x="2688248" y="168082"/>
                  </a:lnTo>
                  <a:lnTo>
                    <a:pt x="2625709" y="158333"/>
                  </a:lnTo>
                  <a:close/>
                  <a:moveTo>
                    <a:pt x="2646900" y="241197"/>
                  </a:moveTo>
                  <a:lnTo>
                    <a:pt x="2625709" y="158333"/>
                  </a:lnTo>
                  <a:lnTo>
                    <a:pt x="2626187" y="237340"/>
                  </a:lnTo>
                  <a:close/>
                  <a:moveTo>
                    <a:pt x="2625709" y="158333"/>
                  </a:moveTo>
                  <a:lnTo>
                    <a:pt x="2610844" y="155125"/>
                  </a:lnTo>
                  <a:lnTo>
                    <a:pt x="2626187" y="237340"/>
                  </a:lnTo>
                  <a:close/>
                  <a:moveTo>
                    <a:pt x="2714073" y="247180"/>
                  </a:moveTo>
                  <a:lnTo>
                    <a:pt x="2738254" y="282503"/>
                  </a:lnTo>
                  <a:lnTo>
                    <a:pt x="2807342" y="262153"/>
                  </a:lnTo>
                  <a:close/>
                  <a:moveTo>
                    <a:pt x="2541104" y="102706"/>
                  </a:moveTo>
                  <a:lnTo>
                    <a:pt x="2610844" y="155125"/>
                  </a:lnTo>
                  <a:lnTo>
                    <a:pt x="2524914" y="79593"/>
                  </a:lnTo>
                  <a:close/>
                  <a:moveTo>
                    <a:pt x="2524914" y="79593"/>
                  </a:moveTo>
                  <a:lnTo>
                    <a:pt x="2610844" y="155125"/>
                  </a:lnTo>
                  <a:lnTo>
                    <a:pt x="2625709" y="158333"/>
                  </a:lnTo>
                  <a:close/>
                  <a:moveTo>
                    <a:pt x="2524914" y="79593"/>
                  </a:moveTo>
                  <a:lnTo>
                    <a:pt x="2625709" y="158333"/>
                  </a:lnTo>
                  <a:lnTo>
                    <a:pt x="2601452" y="77961"/>
                  </a:lnTo>
                  <a:close/>
                  <a:moveTo>
                    <a:pt x="2524914" y="79593"/>
                  </a:moveTo>
                  <a:lnTo>
                    <a:pt x="2601452" y="77961"/>
                  </a:lnTo>
                  <a:lnTo>
                    <a:pt x="2574229" y="0"/>
                  </a:lnTo>
                  <a:close/>
                  <a:moveTo>
                    <a:pt x="2759549" y="310300"/>
                  </a:moveTo>
                  <a:lnTo>
                    <a:pt x="2837363" y="307629"/>
                  </a:lnTo>
                  <a:lnTo>
                    <a:pt x="2807342" y="2621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22" name="Candidate_density__2121">
              <a:extLst>
                <a:ext uri="{FF2B5EF4-FFF2-40B4-BE49-F238E27FC236}">
                  <a16:creationId xmlns:a16="http://schemas.microsoft.com/office/drawing/2014/main" id="{29A14C5C-BFDF-8053-73B9-706F9E61A13E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90635"/>
              <a:ext cx="2807342" cy="2198315"/>
            </a:xfrm>
            <a:custGeom>
              <a:avLst/>
              <a:gdLst/>
              <a:ahLst/>
              <a:cxnLst/>
              <a:rect l="0" t="0" r="0" b="0"/>
              <a:pathLst>
                <a:path w="2807342" h="2198315">
                  <a:moveTo>
                    <a:pt x="621890" y="2119948"/>
                  </a:moveTo>
                  <a:lnTo>
                    <a:pt x="699747" y="2163727"/>
                  </a:lnTo>
                  <a:lnTo>
                    <a:pt x="673054" y="2081512"/>
                  </a:lnTo>
                  <a:close/>
                  <a:moveTo>
                    <a:pt x="0" y="1380012"/>
                  </a:moveTo>
                  <a:lnTo>
                    <a:pt x="14490" y="1423792"/>
                  </a:lnTo>
                  <a:lnTo>
                    <a:pt x="18869" y="1341576"/>
                  </a:lnTo>
                  <a:close/>
                  <a:moveTo>
                    <a:pt x="46258" y="1298267"/>
                  </a:moveTo>
                  <a:lnTo>
                    <a:pt x="0" y="1380012"/>
                  </a:lnTo>
                  <a:lnTo>
                    <a:pt x="18869" y="1341576"/>
                  </a:lnTo>
                  <a:close/>
                  <a:moveTo>
                    <a:pt x="699747" y="2163727"/>
                  </a:moveTo>
                  <a:lnTo>
                    <a:pt x="733428" y="2195538"/>
                  </a:lnTo>
                  <a:lnTo>
                    <a:pt x="760927" y="2134454"/>
                  </a:lnTo>
                  <a:close/>
                  <a:moveTo>
                    <a:pt x="733428" y="2195538"/>
                  </a:moveTo>
                  <a:lnTo>
                    <a:pt x="779037" y="2125291"/>
                  </a:lnTo>
                  <a:lnTo>
                    <a:pt x="760927" y="2134454"/>
                  </a:lnTo>
                  <a:close/>
                  <a:moveTo>
                    <a:pt x="719943" y="1878645"/>
                  </a:moveTo>
                  <a:lnTo>
                    <a:pt x="695672" y="1987321"/>
                  </a:lnTo>
                  <a:lnTo>
                    <a:pt x="736470" y="1960860"/>
                  </a:lnTo>
                  <a:close/>
                  <a:moveTo>
                    <a:pt x="91688" y="1252918"/>
                  </a:moveTo>
                  <a:lnTo>
                    <a:pt x="46258" y="1298267"/>
                  </a:lnTo>
                  <a:lnTo>
                    <a:pt x="18869" y="1341576"/>
                  </a:lnTo>
                  <a:close/>
                  <a:moveTo>
                    <a:pt x="157791" y="1221411"/>
                  </a:moveTo>
                  <a:lnTo>
                    <a:pt x="106195" y="1259361"/>
                  </a:lnTo>
                  <a:lnTo>
                    <a:pt x="46258" y="1298267"/>
                  </a:lnTo>
                  <a:close/>
                  <a:moveTo>
                    <a:pt x="869901" y="2004639"/>
                  </a:moveTo>
                  <a:lnTo>
                    <a:pt x="752684" y="1940971"/>
                  </a:lnTo>
                  <a:lnTo>
                    <a:pt x="736470" y="1960860"/>
                  </a:lnTo>
                  <a:close/>
                  <a:moveTo>
                    <a:pt x="428903" y="1521962"/>
                  </a:moveTo>
                  <a:lnTo>
                    <a:pt x="503394" y="1521995"/>
                  </a:lnTo>
                  <a:lnTo>
                    <a:pt x="459822" y="1514684"/>
                  </a:lnTo>
                  <a:close/>
                  <a:moveTo>
                    <a:pt x="459822" y="1514684"/>
                  </a:moveTo>
                  <a:lnTo>
                    <a:pt x="503394" y="1521995"/>
                  </a:lnTo>
                  <a:lnTo>
                    <a:pt x="580092" y="1470490"/>
                  </a:lnTo>
                  <a:close/>
                  <a:moveTo>
                    <a:pt x="789133" y="1757993"/>
                  </a:moveTo>
                  <a:lnTo>
                    <a:pt x="761540" y="1655033"/>
                  </a:lnTo>
                  <a:lnTo>
                    <a:pt x="759437" y="1637342"/>
                  </a:lnTo>
                  <a:close/>
                  <a:moveTo>
                    <a:pt x="1304298" y="2195848"/>
                  </a:moveTo>
                  <a:lnTo>
                    <a:pt x="1393897" y="2183598"/>
                  </a:lnTo>
                  <a:lnTo>
                    <a:pt x="1371802" y="2101468"/>
                  </a:lnTo>
                  <a:close/>
                  <a:moveTo>
                    <a:pt x="1449282" y="2174411"/>
                  </a:moveTo>
                  <a:lnTo>
                    <a:pt x="1413941" y="2092196"/>
                  </a:lnTo>
                  <a:lnTo>
                    <a:pt x="1393897" y="2183598"/>
                  </a:lnTo>
                  <a:close/>
                  <a:moveTo>
                    <a:pt x="1059609" y="2048418"/>
                  </a:moveTo>
                  <a:lnTo>
                    <a:pt x="1078943" y="1957596"/>
                  </a:lnTo>
                  <a:lnTo>
                    <a:pt x="1072820" y="1982886"/>
                  </a:lnTo>
                  <a:close/>
                  <a:moveTo>
                    <a:pt x="1078943" y="1957596"/>
                  </a:moveTo>
                  <a:lnTo>
                    <a:pt x="1083041" y="1927766"/>
                  </a:lnTo>
                  <a:lnTo>
                    <a:pt x="1062496" y="1944288"/>
                  </a:lnTo>
                  <a:close/>
                  <a:moveTo>
                    <a:pt x="748118" y="1544315"/>
                  </a:moveTo>
                  <a:lnTo>
                    <a:pt x="665182" y="1573428"/>
                  </a:lnTo>
                  <a:lnTo>
                    <a:pt x="753861" y="1626323"/>
                  </a:lnTo>
                  <a:close/>
                  <a:moveTo>
                    <a:pt x="748118" y="1544315"/>
                  </a:moveTo>
                  <a:lnTo>
                    <a:pt x="743449" y="1448019"/>
                  </a:lnTo>
                  <a:lnTo>
                    <a:pt x="673159" y="1544663"/>
                  </a:lnTo>
                  <a:close/>
                  <a:moveTo>
                    <a:pt x="828181" y="1516691"/>
                  </a:moveTo>
                  <a:lnTo>
                    <a:pt x="800892" y="1434476"/>
                  </a:lnTo>
                  <a:lnTo>
                    <a:pt x="748118" y="1544315"/>
                  </a:lnTo>
                  <a:close/>
                  <a:moveTo>
                    <a:pt x="800892" y="1434476"/>
                  </a:moveTo>
                  <a:lnTo>
                    <a:pt x="743449" y="1448019"/>
                  </a:lnTo>
                  <a:lnTo>
                    <a:pt x="748118" y="1544315"/>
                  </a:lnTo>
                  <a:close/>
                  <a:moveTo>
                    <a:pt x="1449282" y="2174411"/>
                  </a:moveTo>
                  <a:lnTo>
                    <a:pt x="1486120" y="2198315"/>
                  </a:lnTo>
                  <a:lnTo>
                    <a:pt x="1489899" y="2166142"/>
                  </a:lnTo>
                  <a:close/>
                  <a:moveTo>
                    <a:pt x="1413941" y="2092196"/>
                  </a:moveTo>
                  <a:lnTo>
                    <a:pt x="1489899" y="2166142"/>
                  </a:lnTo>
                  <a:lnTo>
                    <a:pt x="1474271" y="2078755"/>
                  </a:lnTo>
                  <a:close/>
                  <a:moveTo>
                    <a:pt x="1413941" y="2092196"/>
                  </a:moveTo>
                  <a:lnTo>
                    <a:pt x="1449282" y="2174411"/>
                  </a:lnTo>
                  <a:lnTo>
                    <a:pt x="1489899" y="2166142"/>
                  </a:lnTo>
                  <a:close/>
                  <a:moveTo>
                    <a:pt x="1091759" y="1746994"/>
                  </a:moveTo>
                  <a:lnTo>
                    <a:pt x="1063581" y="1733143"/>
                  </a:lnTo>
                  <a:lnTo>
                    <a:pt x="988848" y="1669974"/>
                  </a:lnTo>
                  <a:close/>
                  <a:moveTo>
                    <a:pt x="743889" y="1352260"/>
                  </a:moveTo>
                  <a:lnTo>
                    <a:pt x="860063" y="1413806"/>
                  </a:lnTo>
                  <a:lnTo>
                    <a:pt x="786634" y="1318452"/>
                  </a:lnTo>
                  <a:close/>
                  <a:moveTo>
                    <a:pt x="790995" y="1271301"/>
                  </a:moveTo>
                  <a:lnTo>
                    <a:pt x="743889" y="1352260"/>
                  </a:lnTo>
                  <a:lnTo>
                    <a:pt x="782533" y="1303121"/>
                  </a:lnTo>
                  <a:close/>
                  <a:moveTo>
                    <a:pt x="849453" y="1274665"/>
                  </a:moveTo>
                  <a:lnTo>
                    <a:pt x="790995" y="1271301"/>
                  </a:lnTo>
                  <a:lnTo>
                    <a:pt x="782533" y="1303121"/>
                  </a:lnTo>
                  <a:close/>
                  <a:moveTo>
                    <a:pt x="382779" y="758722"/>
                  </a:moveTo>
                  <a:lnTo>
                    <a:pt x="338380" y="776754"/>
                  </a:lnTo>
                  <a:lnTo>
                    <a:pt x="412007" y="753759"/>
                  </a:lnTo>
                  <a:close/>
                  <a:moveTo>
                    <a:pt x="412007" y="753759"/>
                  </a:moveTo>
                  <a:lnTo>
                    <a:pt x="338380" y="776754"/>
                  </a:lnTo>
                  <a:lnTo>
                    <a:pt x="293760" y="805513"/>
                  </a:lnTo>
                  <a:close/>
                  <a:moveTo>
                    <a:pt x="412007" y="753759"/>
                  </a:moveTo>
                  <a:lnTo>
                    <a:pt x="293760" y="805513"/>
                  </a:lnTo>
                  <a:lnTo>
                    <a:pt x="345149" y="782444"/>
                  </a:lnTo>
                  <a:close/>
                  <a:moveTo>
                    <a:pt x="481757" y="735885"/>
                  </a:moveTo>
                  <a:lnTo>
                    <a:pt x="382779" y="758722"/>
                  </a:lnTo>
                  <a:lnTo>
                    <a:pt x="474321" y="738318"/>
                  </a:lnTo>
                  <a:close/>
                  <a:moveTo>
                    <a:pt x="357226" y="764142"/>
                  </a:moveTo>
                  <a:lnTo>
                    <a:pt x="382779" y="758722"/>
                  </a:lnTo>
                  <a:lnTo>
                    <a:pt x="481757" y="735885"/>
                  </a:lnTo>
                  <a:close/>
                  <a:moveTo>
                    <a:pt x="382779" y="758722"/>
                  </a:moveTo>
                  <a:lnTo>
                    <a:pt x="412007" y="753759"/>
                  </a:lnTo>
                  <a:lnTo>
                    <a:pt x="474321" y="738318"/>
                  </a:lnTo>
                  <a:close/>
                  <a:moveTo>
                    <a:pt x="1334988" y="1770529"/>
                  </a:moveTo>
                  <a:lnTo>
                    <a:pt x="1411279" y="1769098"/>
                  </a:lnTo>
                  <a:lnTo>
                    <a:pt x="1361275" y="1709658"/>
                  </a:lnTo>
                  <a:close/>
                  <a:moveTo>
                    <a:pt x="1361275" y="1709658"/>
                  </a:moveTo>
                  <a:lnTo>
                    <a:pt x="1411279" y="1769098"/>
                  </a:lnTo>
                  <a:lnTo>
                    <a:pt x="1444004" y="1702993"/>
                  </a:lnTo>
                  <a:close/>
                  <a:moveTo>
                    <a:pt x="1286802" y="1609519"/>
                  </a:moveTo>
                  <a:lnTo>
                    <a:pt x="1177353" y="1642684"/>
                  </a:lnTo>
                  <a:lnTo>
                    <a:pt x="1212864" y="1709129"/>
                  </a:lnTo>
                  <a:close/>
                  <a:moveTo>
                    <a:pt x="1286802" y="1609519"/>
                  </a:moveTo>
                  <a:lnTo>
                    <a:pt x="1152692" y="1560469"/>
                  </a:lnTo>
                  <a:lnTo>
                    <a:pt x="1177353" y="1642684"/>
                  </a:lnTo>
                  <a:close/>
                  <a:moveTo>
                    <a:pt x="471821" y="786426"/>
                  </a:moveTo>
                  <a:lnTo>
                    <a:pt x="474321" y="738318"/>
                  </a:lnTo>
                  <a:lnTo>
                    <a:pt x="412007" y="753759"/>
                  </a:lnTo>
                  <a:close/>
                  <a:moveTo>
                    <a:pt x="484058" y="736976"/>
                  </a:moveTo>
                  <a:lnTo>
                    <a:pt x="474321" y="738318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484058" y="736976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617478" y="789193"/>
                  </a:lnTo>
                  <a:lnTo>
                    <a:pt x="572500" y="725667"/>
                  </a:lnTo>
                  <a:close/>
                  <a:moveTo>
                    <a:pt x="532558" y="797639"/>
                  </a:moveTo>
                  <a:lnTo>
                    <a:pt x="572500" y="725667"/>
                  </a:lnTo>
                  <a:lnTo>
                    <a:pt x="484058" y="736976"/>
                  </a:lnTo>
                  <a:close/>
                  <a:moveTo>
                    <a:pt x="617478" y="789193"/>
                  </a:moveTo>
                  <a:lnTo>
                    <a:pt x="532558" y="797639"/>
                  </a:lnTo>
                  <a:lnTo>
                    <a:pt x="631923" y="803469"/>
                  </a:lnTo>
                  <a:close/>
                  <a:moveTo>
                    <a:pt x="532558" y="797639"/>
                  </a:moveTo>
                  <a:lnTo>
                    <a:pt x="561093" y="817307"/>
                  </a:lnTo>
                  <a:lnTo>
                    <a:pt x="631923" y="803469"/>
                  </a:lnTo>
                  <a:close/>
                  <a:moveTo>
                    <a:pt x="617478" y="789193"/>
                  </a:moveTo>
                  <a:lnTo>
                    <a:pt x="694922" y="786825"/>
                  </a:lnTo>
                  <a:lnTo>
                    <a:pt x="572500" y="725667"/>
                  </a:lnTo>
                  <a:close/>
                  <a:moveTo>
                    <a:pt x="694922" y="786825"/>
                  </a:moveTo>
                  <a:lnTo>
                    <a:pt x="617478" y="789193"/>
                  </a:lnTo>
                  <a:lnTo>
                    <a:pt x="711603" y="822721"/>
                  </a:lnTo>
                  <a:close/>
                  <a:moveTo>
                    <a:pt x="617478" y="789193"/>
                  </a:moveTo>
                  <a:lnTo>
                    <a:pt x="631923" y="803469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785984" y="822164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813580" y="851042"/>
                  </a:lnTo>
                  <a:lnTo>
                    <a:pt x="785984" y="822164"/>
                  </a:lnTo>
                  <a:close/>
                  <a:moveTo>
                    <a:pt x="813580" y="851042"/>
                  </a:moveTo>
                  <a:lnTo>
                    <a:pt x="746137" y="845280"/>
                  </a:lnTo>
                  <a:lnTo>
                    <a:pt x="853423" y="859103"/>
                  </a:lnTo>
                  <a:close/>
                  <a:moveTo>
                    <a:pt x="813580" y="851042"/>
                  </a:moveTo>
                  <a:lnTo>
                    <a:pt x="853423" y="859103"/>
                  </a:lnTo>
                  <a:lnTo>
                    <a:pt x="924407" y="845845"/>
                  </a:lnTo>
                  <a:close/>
                  <a:moveTo>
                    <a:pt x="1602246" y="1609590"/>
                  </a:moveTo>
                  <a:lnTo>
                    <a:pt x="1621248" y="1564066"/>
                  </a:lnTo>
                  <a:lnTo>
                    <a:pt x="1530226" y="1648027"/>
                  </a:lnTo>
                  <a:close/>
                  <a:moveTo>
                    <a:pt x="1621248" y="1564066"/>
                  </a:moveTo>
                  <a:lnTo>
                    <a:pt x="1602246" y="1609590"/>
                  </a:lnTo>
                  <a:lnTo>
                    <a:pt x="1653967" y="1488938"/>
                  </a:lnTo>
                  <a:close/>
                  <a:moveTo>
                    <a:pt x="1537711" y="1426626"/>
                  </a:moveTo>
                  <a:lnTo>
                    <a:pt x="1597690" y="1338364"/>
                  </a:lnTo>
                  <a:lnTo>
                    <a:pt x="1504048" y="1353902"/>
                  </a:lnTo>
                  <a:close/>
                  <a:moveTo>
                    <a:pt x="1608048" y="1430036"/>
                  </a:moveTo>
                  <a:lnTo>
                    <a:pt x="1681581" y="1330755"/>
                  </a:lnTo>
                  <a:lnTo>
                    <a:pt x="1597690" y="1338364"/>
                  </a:lnTo>
                  <a:close/>
                  <a:moveTo>
                    <a:pt x="1430765" y="1352887"/>
                  </a:moveTo>
                  <a:lnTo>
                    <a:pt x="1504048" y="1353902"/>
                  </a:lnTo>
                  <a:lnTo>
                    <a:pt x="1443414" y="1242511"/>
                  </a:lnTo>
                  <a:close/>
                  <a:moveTo>
                    <a:pt x="1972396" y="1735583"/>
                  </a:moveTo>
                  <a:lnTo>
                    <a:pt x="2089165" y="1779362"/>
                  </a:lnTo>
                  <a:lnTo>
                    <a:pt x="2033836" y="1697147"/>
                  </a:lnTo>
                  <a:close/>
                  <a:moveTo>
                    <a:pt x="1988427" y="1653369"/>
                  </a:moveTo>
                  <a:lnTo>
                    <a:pt x="1972396" y="1735583"/>
                  </a:lnTo>
                  <a:lnTo>
                    <a:pt x="2033836" y="1697147"/>
                  </a:lnTo>
                  <a:close/>
                  <a:moveTo>
                    <a:pt x="1710489" y="1403865"/>
                  </a:moveTo>
                  <a:lnTo>
                    <a:pt x="1752323" y="1345075"/>
                  </a:lnTo>
                  <a:lnTo>
                    <a:pt x="1721624" y="1324508"/>
                  </a:lnTo>
                  <a:close/>
                  <a:moveTo>
                    <a:pt x="2033836" y="1697147"/>
                  </a:moveTo>
                  <a:lnTo>
                    <a:pt x="2094173" y="1777654"/>
                  </a:lnTo>
                  <a:lnTo>
                    <a:pt x="2096832" y="1675399"/>
                  </a:lnTo>
                  <a:close/>
                  <a:moveTo>
                    <a:pt x="2033836" y="1697147"/>
                  </a:moveTo>
                  <a:lnTo>
                    <a:pt x="2089165" y="1779362"/>
                  </a:lnTo>
                  <a:lnTo>
                    <a:pt x="2094173" y="1777654"/>
                  </a:lnTo>
                  <a:close/>
                  <a:moveTo>
                    <a:pt x="2094173" y="1777654"/>
                  </a:moveTo>
                  <a:lnTo>
                    <a:pt x="2170683" y="1675952"/>
                  </a:lnTo>
                  <a:lnTo>
                    <a:pt x="2096832" y="1675399"/>
                  </a:lnTo>
                  <a:close/>
                  <a:moveTo>
                    <a:pt x="2179026" y="1769262"/>
                  </a:moveTo>
                  <a:lnTo>
                    <a:pt x="2261678" y="1662566"/>
                  </a:lnTo>
                  <a:lnTo>
                    <a:pt x="2170683" y="1675952"/>
                  </a:lnTo>
                  <a:close/>
                  <a:moveTo>
                    <a:pt x="2074055" y="1593826"/>
                  </a:moveTo>
                  <a:lnTo>
                    <a:pt x="2170683" y="1675952"/>
                  </a:lnTo>
                  <a:lnTo>
                    <a:pt x="2076529" y="1614932"/>
                  </a:lnTo>
                  <a:close/>
                  <a:moveTo>
                    <a:pt x="2020718" y="1532717"/>
                  </a:moveTo>
                  <a:lnTo>
                    <a:pt x="2074055" y="1593826"/>
                  </a:lnTo>
                  <a:lnTo>
                    <a:pt x="2038584" y="1522570"/>
                  </a:lnTo>
                  <a:close/>
                  <a:moveTo>
                    <a:pt x="2035773" y="1412066"/>
                  </a:moveTo>
                  <a:lnTo>
                    <a:pt x="2038584" y="1522570"/>
                  </a:lnTo>
                  <a:lnTo>
                    <a:pt x="2060843" y="1447401"/>
                  </a:lnTo>
                  <a:close/>
                  <a:moveTo>
                    <a:pt x="2020718" y="1532717"/>
                  </a:moveTo>
                  <a:lnTo>
                    <a:pt x="2038584" y="1522570"/>
                  </a:lnTo>
                  <a:lnTo>
                    <a:pt x="2035773" y="1412066"/>
                  </a:lnTo>
                  <a:close/>
                  <a:moveTo>
                    <a:pt x="1950731" y="1450502"/>
                  </a:moveTo>
                  <a:lnTo>
                    <a:pt x="2020718" y="1532717"/>
                  </a:lnTo>
                  <a:lnTo>
                    <a:pt x="2035773" y="1412066"/>
                  </a:lnTo>
                  <a:close/>
                  <a:moveTo>
                    <a:pt x="2087091" y="1412066"/>
                  </a:moveTo>
                  <a:lnTo>
                    <a:pt x="2060843" y="1447401"/>
                  </a:lnTo>
                  <a:lnTo>
                    <a:pt x="2119618" y="1417190"/>
                  </a:lnTo>
                  <a:close/>
                  <a:moveTo>
                    <a:pt x="2119618" y="1417190"/>
                  </a:moveTo>
                  <a:lnTo>
                    <a:pt x="2060843" y="1447401"/>
                  </a:lnTo>
                  <a:lnTo>
                    <a:pt x="2038584" y="1522570"/>
                  </a:lnTo>
                  <a:close/>
                  <a:moveTo>
                    <a:pt x="1770100" y="1203857"/>
                  </a:moveTo>
                  <a:lnTo>
                    <a:pt x="1840031" y="1179140"/>
                  </a:lnTo>
                  <a:lnTo>
                    <a:pt x="1817647" y="1180634"/>
                  </a:lnTo>
                  <a:close/>
                  <a:moveTo>
                    <a:pt x="1791179" y="1286072"/>
                  </a:moveTo>
                  <a:lnTo>
                    <a:pt x="1800190" y="1247636"/>
                  </a:lnTo>
                  <a:lnTo>
                    <a:pt x="1770100" y="1203857"/>
                  </a:lnTo>
                  <a:close/>
                  <a:moveTo>
                    <a:pt x="1817647" y="1180634"/>
                  </a:moveTo>
                  <a:lnTo>
                    <a:pt x="1840031" y="1179140"/>
                  </a:lnTo>
                  <a:lnTo>
                    <a:pt x="1915106" y="1181171"/>
                  </a:lnTo>
                  <a:close/>
                  <a:moveTo>
                    <a:pt x="1457320" y="791337"/>
                  </a:moveTo>
                  <a:lnTo>
                    <a:pt x="1450264" y="792781"/>
                  </a:lnTo>
                  <a:lnTo>
                    <a:pt x="1522726" y="828764"/>
                  </a:lnTo>
                  <a:close/>
                  <a:moveTo>
                    <a:pt x="1522726" y="828764"/>
                  </a:moveTo>
                  <a:lnTo>
                    <a:pt x="1390320" y="827576"/>
                  </a:lnTo>
                  <a:lnTo>
                    <a:pt x="1506272" y="836560"/>
                  </a:lnTo>
                  <a:close/>
                  <a:moveTo>
                    <a:pt x="1457320" y="791337"/>
                  </a:moveTo>
                  <a:lnTo>
                    <a:pt x="1522726" y="828764"/>
                  </a:lnTo>
                  <a:lnTo>
                    <a:pt x="1534856" y="836560"/>
                  </a:lnTo>
                  <a:close/>
                  <a:moveTo>
                    <a:pt x="2113432" y="1494281"/>
                  </a:moveTo>
                  <a:lnTo>
                    <a:pt x="2137631" y="1576495"/>
                  </a:lnTo>
                  <a:lnTo>
                    <a:pt x="2197406" y="1538059"/>
                  </a:lnTo>
                  <a:close/>
                  <a:moveTo>
                    <a:pt x="2113432" y="1494281"/>
                  </a:moveTo>
                  <a:lnTo>
                    <a:pt x="2197406" y="1538059"/>
                  </a:lnTo>
                  <a:lnTo>
                    <a:pt x="2168517" y="1455844"/>
                  </a:lnTo>
                  <a:close/>
                  <a:moveTo>
                    <a:pt x="2060843" y="1447401"/>
                  </a:moveTo>
                  <a:lnTo>
                    <a:pt x="2087091" y="1412066"/>
                  </a:lnTo>
                  <a:lnTo>
                    <a:pt x="2059464" y="1405503"/>
                  </a:lnTo>
                  <a:close/>
                  <a:moveTo>
                    <a:pt x="2260225" y="1420340"/>
                  </a:moveTo>
                  <a:lnTo>
                    <a:pt x="2136648" y="1452169"/>
                  </a:lnTo>
                  <a:lnTo>
                    <a:pt x="2184853" y="1417197"/>
                  </a:lnTo>
                  <a:close/>
                  <a:moveTo>
                    <a:pt x="2035773" y="1412066"/>
                  </a:moveTo>
                  <a:lnTo>
                    <a:pt x="2060843" y="1447401"/>
                  </a:lnTo>
                  <a:lnTo>
                    <a:pt x="2059464" y="1405503"/>
                  </a:lnTo>
                  <a:close/>
                  <a:moveTo>
                    <a:pt x="1840031" y="1179140"/>
                  </a:moveTo>
                  <a:lnTo>
                    <a:pt x="1893268" y="1219249"/>
                  </a:lnTo>
                  <a:lnTo>
                    <a:pt x="1960880" y="1209199"/>
                  </a:lnTo>
                  <a:close/>
                  <a:moveTo>
                    <a:pt x="1973776" y="1185327"/>
                  </a:moveTo>
                  <a:lnTo>
                    <a:pt x="1840031" y="1179140"/>
                  </a:lnTo>
                  <a:lnTo>
                    <a:pt x="1960880" y="1209199"/>
                  </a:lnTo>
                  <a:close/>
                  <a:moveTo>
                    <a:pt x="1915106" y="1181171"/>
                  </a:moveTo>
                  <a:lnTo>
                    <a:pt x="1840031" y="1179140"/>
                  </a:lnTo>
                  <a:lnTo>
                    <a:pt x="1973776" y="1185327"/>
                  </a:lnTo>
                  <a:close/>
                  <a:moveTo>
                    <a:pt x="2054394" y="1208089"/>
                  </a:moveTo>
                  <a:lnTo>
                    <a:pt x="1926442" y="1165420"/>
                  </a:lnTo>
                  <a:lnTo>
                    <a:pt x="1915106" y="1181171"/>
                  </a:lnTo>
                  <a:close/>
                  <a:moveTo>
                    <a:pt x="2054394" y="1208089"/>
                  </a:moveTo>
                  <a:lnTo>
                    <a:pt x="1915106" y="1181171"/>
                  </a:lnTo>
                  <a:lnTo>
                    <a:pt x="1973776" y="1185327"/>
                  </a:lnTo>
                  <a:close/>
                  <a:moveTo>
                    <a:pt x="1522726" y="828764"/>
                  </a:moveTo>
                  <a:lnTo>
                    <a:pt x="1506272" y="836560"/>
                  </a:lnTo>
                  <a:lnTo>
                    <a:pt x="1528294" y="833729"/>
                  </a:lnTo>
                  <a:close/>
                  <a:moveTo>
                    <a:pt x="1528294" y="833729"/>
                  </a:moveTo>
                  <a:lnTo>
                    <a:pt x="1534856" y="836560"/>
                  </a:lnTo>
                  <a:lnTo>
                    <a:pt x="1522726" y="828764"/>
                  </a:lnTo>
                  <a:close/>
                  <a:moveTo>
                    <a:pt x="1605509" y="754344"/>
                  </a:moveTo>
                  <a:lnTo>
                    <a:pt x="1663261" y="798123"/>
                  </a:lnTo>
                  <a:lnTo>
                    <a:pt x="1643409" y="715908"/>
                  </a:lnTo>
                  <a:close/>
                  <a:moveTo>
                    <a:pt x="2306750" y="1379091"/>
                  </a:moveTo>
                  <a:lnTo>
                    <a:pt x="2184853" y="1417197"/>
                  </a:lnTo>
                  <a:lnTo>
                    <a:pt x="2230245" y="1371706"/>
                  </a:lnTo>
                  <a:close/>
                  <a:moveTo>
                    <a:pt x="2359278" y="1383036"/>
                  </a:moveTo>
                  <a:lnTo>
                    <a:pt x="2380033" y="1374423"/>
                  </a:lnTo>
                  <a:lnTo>
                    <a:pt x="2306750" y="1379091"/>
                  </a:lnTo>
                  <a:close/>
                  <a:moveTo>
                    <a:pt x="1658260" y="513042"/>
                  </a:moveTo>
                  <a:lnTo>
                    <a:pt x="1677668" y="595256"/>
                  </a:lnTo>
                  <a:lnTo>
                    <a:pt x="1718157" y="556820"/>
                  </a:lnTo>
                  <a:close/>
                  <a:moveTo>
                    <a:pt x="1676075" y="392390"/>
                  </a:moveTo>
                  <a:lnTo>
                    <a:pt x="1690439" y="422724"/>
                  </a:lnTo>
                  <a:lnTo>
                    <a:pt x="1658260" y="513042"/>
                  </a:lnTo>
                  <a:close/>
                  <a:moveTo>
                    <a:pt x="2111176" y="774780"/>
                  </a:moveTo>
                  <a:lnTo>
                    <a:pt x="2081075" y="787380"/>
                  </a:lnTo>
                  <a:lnTo>
                    <a:pt x="2043687" y="803466"/>
                  </a:lnTo>
                  <a:close/>
                  <a:moveTo>
                    <a:pt x="2094823" y="803466"/>
                  </a:moveTo>
                  <a:lnTo>
                    <a:pt x="2081075" y="787380"/>
                  </a:lnTo>
                  <a:lnTo>
                    <a:pt x="2144410" y="835580"/>
                  </a:lnTo>
                  <a:close/>
                  <a:moveTo>
                    <a:pt x="2144410" y="835580"/>
                  </a:moveTo>
                  <a:lnTo>
                    <a:pt x="2081075" y="787380"/>
                  </a:lnTo>
                  <a:lnTo>
                    <a:pt x="2111176" y="774780"/>
                  </a:lnTo>
                  <a:close/>
                  <a:moveTo>
                    <a:pt x="2128496" y="765029"/>
                  </a:moveTo>
                  <a:lnTo>
                    <a:pt x="2147312" y="794123"/>
                  </a:lnTo>
                  <a:lnTo>
                    <a:pt x="2144410" y="835580"/>
                  </a:lnTo>
                  <a:close/>
                  <a:moveTo>
                    <a:pt x="2111176" y="774780"/>
                  </a:moveTo>
                  <a:lnTo>
                    <a:pt x="2128496" y="765029"/>
                  </a:lnTo>
                  <a:lnTo>
                    <a:pt x="2144410" y="835580"/>
                  </a:lnTo>
                  <a:close/>
                  <a:moveTo>
                    <a:pt x="1980895" y="781542"/>
                  </a:moveTo>
                  <a:lnTo>
                    <a:pt x="2081075" y="787380"/>
                  </a:lnTo>
                  <a:lnTo>
                    <a:pt x="2103626" y="746552"/>
                  </a:lnTo>
                  <a:close/>
                  <a:moveTo>
                    <a:pt x="1763432" y="310594"/>
                  </a:moveTo>
                  <a:lnTo>
                    <a:pt x="1713549" y="339295"/>
                  </a:lnTo>
                  <a:lnTo>
                    <a:pt x="1676075" y="392390"/>
                  </a:lnTo>
                  <a:close/>
                  <a:moveTo>
                    <a:pt x="2158347" y="457282"/>
                  </a:moveTo>
                  <a:lnTo>
                    <a:pt x="2022854" y="436169"/>
                  </a:lnTo>
                  <a:lnTo>
                    <a:pt x="2027475" y="461835"/>
                  </a:lnTo>
                  <a:close/>
                  <a:moveTo>
                    <a:pt x="1834457" y="297488"/>
                  </a:moveTo>
                  <a:lnTo>
                    <a:pt x="1763432" y="310594"/>
                  </a:lnTo>
                  <a:lnTo>
                    <a:pt x="1885522" y="273211"/>
                  </a:lnTo>
                  <a:close/>
                  <a:moveTo>
                    <a:pt x="1885522" y="273211"/>
                  </a:moveTo>
                  <a:lnTo>
                    <a:pt x="1934139" y="233302"/>
                  </a:lnTo>
                  <a:lnTo>
                    <a:pt x="1937464" y="242988"/>
                  </a:lnTo>
                  <a:close/>
                  <a:moveTo>
                    <a:pt x="1944868" y="216436"/>
                  </a:moveTo>
                  <a:lnTo>
                    <a:pt x="1937464" y="242988"/>
                  </a:lnTo>
                  <a:lnTo>
                    <a:pt x="1934139" y="233302"/>
                  </a:lnTo>
                  <a:close/>
                  <a:moveTo>
                    <a:pt x="2284352" y="434536"/>
                  </a:moveTo>
                  <a:lnTo>
                    <a:pt x="2219677" y="407928"/>
                  </a:lnTo>
                  <a:lnTo>
                    <a:pt x="2158347" y="457282"/>
                  </a:lnTo>
                  <a:close/>
                  <a:moveTo>
                    <a:pt x="1944868" y="216436"/>
                  </a:moveTo>
                  <a:lnTo>
                    <a:pt x="1986785" y="202891"/>
                  </a:lnTo>
                  <a:lnTo>
                    <a:pt x="1981489" y="151087"/>
                  </a:lnTo>
                  <a:close/>
                  <a:moveTo>
                    <a:pt x="1981489" y="151087"/>
                  </a:moveTo>
                  <a:lnTo>
                    <a:pt x="1986785" y="202891"/>
                  </a:lnTo>
                  <a:lnTo>
                    <a:pt x="1998347" y="194865"/>
                  </a:lnTo>
                  <a:close/>
                  <a:moveTo>
                    <a:pt x="1981489" y="151087"/>
                  </a:moveTo>
                  <a:lnTo>
                    <a:pt x="1998347" y="194865"/>
                  </a:lnTo>
                  <a:lnTo>
                    <a:pt x="1993394" y="112651"/>
                  </a:lnTo>
                  <a:close/>
                  <a:moveTo>
                    <a:pt x="2403609" y="386557"/>
                  </a:moveTo>
                  <a:lnTo>
                    <a:pt x="2344128" y="379372"/>
                  </a:lnTo>
                  <a:lnTo>
                    <a:pt x="2284352" y="434536"/>
                  </a:lnTo>
                  <a:close/>
                  <a:moveTo>
                    <a:pt x="2152456" y="4852"/>
                  </a:moveTo>
                  <a:lnTo>
                    <a:pt x="2033247" y="53013"/>
                  </a:lnTo>
                  <a:lnTo>
                    <a:pt x="2088229" y="43379"/>
                  </a:lnTo>
                  <a:close/>
                  <a:moveTo>
                    <a:pt x="2283247" y="0"/>
                  </a:moveTo>
                  <a:lnTo>
                    <a:pt x="2225691" y="11"/>
                  </a:lnTo>
                  <a:lnTo>
                    <a:pt x="2152456" y="4852"/>
                  </a:lnTo>
                  <a:close/>
                  <a:moveTo>
                    <a:pt x="2283247" y="0"/>
                  </a:moveTo>
                  <a:lnTo>
                    <a:pt x="2152456" y="4852"/>
                  </a:lnTo>
                  <a:lnTo>
                    <a:pt x="2215755" y="26314"/>
                  </a:lnTo>
                  <a:close/>
                  <a:moveTo>
                    <a:pt x="2361042" y="12204"/>
                  </a:moveTo>
                  <a:lnTo>
                    <a:pt x="2225691" y="11"/>
                  </a:lnTo>
                  <a:lnTo>
                    <a:pt x="2283247" y="0"/>
                  </a:lnTo>
                  <a:close/>
                  <a:moveTo>
                    <a:pt x="2713343" y="408417"/>
                  </a:moveTo>
                  <a:lnTo>
                    <a:pt x="2738254" y="371365"/>
                  </a:lnTo>
                  <a:lnTo>
                    <a:pt x="2664479" y="415859"/>
                  </a:lnTo>
                  <a:close/>
                  <a:moveTo>
                    <a:pt x="2664479" y="415859"/>
                  </a:moveTo>
                  <a:lnTo>
                    <a:pt x="2738254" y="371365"/>
                  </a:lnTo>
                  <a:lnTo>
                    <a:pt x="2714073" y="336041"/>
                  </a:lnTo>
                  <a:close/>
                  <a:moveTo>
                    <a:pt x="2438876" y="177809"/>
                  </a:moveTo>
                  <a:lnTo>
                    <a:pt x="2524914" y="168454"/>
                  </a:lnTo>
                  <a:lnTo>
                    <a:pt x="2498429" y="89894"/>
                  </a:lnTo>
                  <a:close/>
                  <a:moveTo>
                    <a:pt x="2438876" y="177809"/>
                  </a:moveTo>
                  <a:lnTo>
                    <a:pt x="2498429" y="89894"/>
                  </a:lnTo>
                  <a:lnTo>
                    <a:pt x="2422050" y="91397"/>
                  </a:lnTo>
                  <a:close/>
                  <a:moveTo>
                    <a:pt x="2524914" y="168454"/>
                  </a:moveTo>
                  <a:lnTo>
                    <a:pt x="2574229" y="88861"/>
                  </a:lnTo>
                  <a:lnTo>
                    <a:pt x="2498429" y="89894"/>
                  </a:lnTo>
                  <a:close/>
                  <a:moveTo>
                    <a:pt x="2343704" y="94499"/>
                  </a:moveTo>
                  <a:lnTo>
                    <a:pt x="2422050" y="91397"/>
                  </a:lnTo>
                  <a:lnTo>
                    <a:pt x="2378350" y="26833"/>
                  </a:lnTo>
                  <a:close/>
                  <a:moveTo>
                    <a:pt x="2343704" y="94499"/>
                  </a:moveTo>
                  <a:lnTo>
                    <a:pt x="2378350" y="26833"/>
                  </a:lnTo>
                  <a:lnTo>
                    <a:pt x="2310488" y="21411"/>
                  </a:lnTo>
                  <a:close/>
                  <a:moveTo>
                    <a:pt x="2422050" y="91397"/>
                  </a:moveTo>
                  <a:lnTo>
                    <a:pt x="2498429" y="89894"/>
                  </a:lnTo>
                  <a:lnTo>
                    <a:pt x="2448602" y="30310"/>
                  </a:lnTo>
                  <a:close/>
                  <a:moveTo>
                    <a:pt x="2422050" y="91397"/>
                  </a:moveTo>
                  <a:lnTo>
                    <a:pt x="2448602" y="30310"/>
                  </a:lnTo>
                  <a:lnTo>
                    <a:pt x="2378350" y="26833"/>
                  </a:lnTo>
                  <a:close/>
                  <a:moveTo>
                    <a:pt x="2222098" y="32678"/>
                  </a:moveTo>
                  <a:lnTo>
                    <a:pt x="2310488" y="21411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61042" y="12204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78350" y="26833"/>
                  </a:lnTo>
                  <a:lnTo>
                    <a:pt x="2361042" y="12204"/>
                  </a:lnTo>
                  <a:close/>
                  <a:moveTo>
                    <a:pt x="2759549" y="399161"/>
                  </a:moveTo>
                  <a:lnTo>
                    <a:pt x="2807342" y="351014"/>
                  </a:lnTo>
                  <a:lnTo>
                    <a:pt x="2738254" y="37136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23" name="Candidate_density__2122">
              <a:extLst>
                <a:ext uri="{FF2B5EF4-FFF2-40B4-BE49-F238E27FC236}">
                  <a16:creationId xmlns:a16="http://schemas.microsoft.com/office/drawing/2014/main" id="{ED1A48A6-6EB2-EE4B-4D56-C0FDAD0AD35F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799509"/>
              <a:ext cx="2838924" cy="2086190"/>
            </a:xfrm>
            <a:custGeom>
              <a:avLst/>
              <a:gdLst/>
              <a:ahLst/>
              <a:cxnLst/>
              <a:rect l="0" t="0" r="0" b="0"/>
              <a:pathLst>
                <a:path w="2838924" h="2086190">
                  <a:moveTo>
                    <a:pt x="689313" y="1986664"/>
                  </a:moveTo>
                  <a:lnTo>
                    <a:pt x="637859" y="2009490"/>
                  </a:lnTo>
                  <a:lnTo>
                    <a:pt x="771885" y="2016733"/>
                  </a:lnTo>
                  <a:close/>
                  <a:moveTo>
                    <a:pt x="137769" y="1392726"/>
                  </a:moveTo>
                  <a:lnTo>
                    <a:pt x="193372" y="1461563"/>
                  </a:lnTo>
                  <a:lnTo>
                    <a:pt x="170800" y="1441318"/>
                  </a:lnTo>
                  <a:close/>
                  <a:moveTo>
                    <a:pt x="179015" y="1417784"/>
                  </a:moveTo>
                  <a:lnTo>
                    <a:pt x="137769" y="1392726"/>
                  </a:lnTo>
                  <a:lnTo>
                    <a:pt x="92799" y="1329194"/>
                  </a:lnTo>
                  <a:close/>
                  <a:moveTo>
                    <a:pt x="26151" y="1297133"/>
                  </a:moveTo>
                  <a:lnTo>
                    <a:pt x="0" y="1296586"/>
                  </a:lnTo>
                  <a:lnTo>
                    <a:pt x="39402" y="1312012"/>
                  </a:lnTo>
                  <a:close/>
                  <a:moveTo>
                    <a:pt x="0" y="1296586"/>
                  </a:moveTo>
                  <a:lnTo>
                    <a:pt x="83157" y="1328840"/>
                  </a:lnTo>
                  <a:lnTo>
                    <a:pt x="39402" y="1312012"/>
                  </a:lnTo>
                  <a:close/>
                  <a:moveTo>
                    <a:pt x="83157" y="1328840"/>
                  </a:moveTo>
                  <a:lnTo>
                    <a:pt x="92799" y="1329194"/>
                  </a:lnTo>
                  <a:lnTo>
                    <a:pt x="39402" y="1312012"/>
                  </a:lnTo>
                  <a:close/>
                  <a:moveTo>
                    <a:pt x="116942" y="1379348"/>
                  </a:moveTo>
                  <a:lnTo>
                    <a:pt x="137769" y="1392726"/>
                  </a:lnTo>
                  <a:lnTo>
                    <a:pt x="170800" y="1441318"/>
                  </a:lnTo>
                  <a:close/>
                  <a:moveTo>
                    <a:pt x="137769" y="1392726"/>
                  </a:moveTo>
                  <a:lnTo>
                    <a:pt x="116942" y="1379348"/>
                  </a:lnTo>
                  <a:lnTo>
                    <a:pt x="39402" y="1312012"/>
                  </a:lnTo>
                  <a:close/>
                  <a:moveTo>
                    <a:pt x="92799" y="1329194"/>
                  </a:moveTo>
                  <a:lnTo>
                    <a:pt x="137769" y="1392726"/>
                  </a:lnTo>
                  <a:lnTo>
                    <a:pt x="39402" y="1312012"/>
                  </a:lnTo>
                  <a:close/>
                  <a:moveTo>
                    <a:pt x="771885" y="2016733"/>
                  </a:moveTo>
                  <a:lnTo>
                    <a:pt x="821334" y="1986410"/>
                  </a:lnTo>
                  <a:lnTo>
                    <a:pt x="689313" y="1986664"/>
                  </a:lnTo>
                  <a:close/>
                  <a:moveTo>
                    <a:pt x="336793" y="1289423"/>
                  </a:moveTo>
                  <a:lnTo>
                    <a:pt x="304200" y="1278513"/>
                  </a:lnTo>
                  <a:lnTo>
                    <a:pt x="279386" y="1258696"/>
                  </a:lnTo>
                  <a:close/>
                  <a:moveTo>
                    <a:pt x="821334" y="1986410"/>
                  </a:moveTo>
                  <a:lnTo>
                    <a:pt x="893723" y="1978402"/>
                  </a:lnTo>
                  <a:lnTo>
                    <a:pt x="934037" y="1913927"/>
                  </a:lnTo>
                  <a:close/>
                  <a:moveTo>
                    <a:pt x="1318809" y="2086190"/>
                  </a:moveTo>
                  <a:lnTo>
                    <a:pt x="1252217" y="2052377"/>
                  </a:lnTo>
                  <a:lnTo>
                    <a:pt x="1200580" y="2074513"/>
                  </a:lnTo>
                  <a:close/>
                  <a:moveTo>
                    <a:pt x="1126955" y="2077902"/>
                  </a:moveTo>
                  <a:lnTo>
                    <a:pt x="1200580" y="2074513"/>
                  </a:lnTo>
                  <a:lnTo>
                    <a:pt x="1252217" y="2052377"/>
                  </a:lnTo>
                  <a:close/>
                  <a:moveTo>
                    <a:pt x="687366" y="1466905"/>
                  </a:moveTo>
                  <a:lnTo>
                    <a:pt x="715321" y="1428469"/>
                  </a:lnTo>
                  <a:lnTo>
                    <a:pt x="665027" y="1465457"/>
                  </a:lnTo>
                  <a:close/>
                  <a:moveTo>
                    <a:pt x="1269037" y="1779591"/>
                  </a:moveTo>
                  <a:lnTo>
                    <a:pt x="1255241" y="1848479"/>
                  </a:lnTo>
                  <a:lnTo>
                    <a:pt x="1300361" y="1801108"/>
                  </a:lnTo>
                  <a:close/>
                  <a:moveTo>
                    <a:pt x="1269037" y="1779591"/>
                  </a:moveTo>
                  <a:lnTo>
                    <a:pt x="1300361" y="1801108"/>
                  </a:lnTo>
                  <a:lnTo>
                    <a:pt x="1282211" y="1734111"/>
                  </a:lnTo>
                  <a:close/>
                  <a:moveTo>
                    <a:pt x="934028" y="1390032"/>
                  </a:moveTo>
                  <a:lnTo>
                    <a:pt x="944732" y="1461100"/>
                  </a:lnTo>
                  <a:lnTo>
                    <a:pt x="953889" y="1472247"/>
                  </a:lnTo>
                  <a:close/>
                  <a:moveTo>
                    <a:pt x="605882" y="978957"/>
                  </a:moveTo>
                  <a:lnTo>
                    <a:pt x="657866" y="1008279"/>
                  </a:lnTo>
                  <a:lnTo>
                    <a:pt x="684620" y="950830"/>
                  </a:lnTo>
                  <a:close/>
                  <a:moveTo>
                    <a:pt x="684620" y="950830"/>
                  </a:moveTo>
                  <a:lnTo>
                    <a:pt x="640980" y="945146"/>
                  </a:lnTo>
                  <a:lnTo>
                    <a:pt x="605882" y="978957"/>
                  </a:lnTo>
                  <a:close/>
                  <a:moveTo>
                    <a:pt x="676051" y="940520"/>
                  </a:moveTo>
                  <a:lnTo>
                    <a:pt x="596090" y="896742"/>
                  </a:lnTo>
                  <a:lnTo>
                    <a:pt x="673813" y="858305"/>
                  </a:lnTo>
                  <a:close/>
                  <a:moveTo>
                    <a:pt x="644816" y="783005"/>
                  </a:moveTo>
                  <a:lnTo>
                    <a:pt x="676161" y="858305"/>
                  </a:lnTo>
                  <a:lnTo>
                    <a:pt x="673557" y="851745"/>
                  </a:lnTo>
                  <a:close/>
                  <a:moveTo>
                    <a:pt x="1381455" y="1648697"/>
                  </a:moveTo>
                  <a:lnTo>
                    <a:pt x="1282211" y="1734111"/>
                  </a:lnTo>
                  <a:lnTo>
                    <a:pt x="1356296" y="1732446"/>
                  </a:lnTo>
                  <a:close/>
                  <a:moveTo>
                    <a:pt x="1433071" y="1667327"/>
                  </a:moveTo>
                  <a:lnTo>
                    <a:pt x="1381455" y="1648697"/>
                  </a:lnTo>
                  <a:lnTo>
                    <a:pt x="1356296" y="1732446"/>
                  </a:lnTo>
                  <a:close/>
                  <a:moveTo>
                    <a:pt x="970855" y="1127318"/>
                  </a:moveTo>
                  <a:lnTo>
                    <a:pt x="947079" y="1104951"/>
                  </a:lnTo>
                  <a:lnTo>
                    <a:pt x="969108" y="1066514"/>
                  </a:lnTo>
                  <a:close/>
                  <a:moveTo>
                    <a:pt x="947079" y="1104951"/>
                  </a:moveTo>
                  <a:lnTo>
                    <a:pt x="959978" y="984299"/>
                  </a:lnTo>
                  <a:lnTo>
                    <a:pt x="969108" y="1066514"/>
                  </a:lnTo>
                  <a:close/>
                  <a:moveTo>
                    <a:pt x="678210" y="819869"/>
                  </a:moveTo>
                  <a:lnTo>
                    <a:pt x="673813" y="858305"/>
                  </a:lnTo>
                  <a:lnTo>
                    <a:pt x="711341" y="777811"/>
                  </a:lnTo>
                  <a:close/>
                  <a:moveTo>
                    <a:pt x="673813" y="858305"/>
                  </a:moveTo>
                  <a:lnTo>
                    <a:pt x="673557" y="851745"/>
                  </a:lnTo>
                  <a:lnTo>
                    <a:pt x="711341" y="777811"/>
                  </a:lnTo>
                  <a:close/>
                  <a:moveTo>
                    <a:pt x="735541" y="819869"/>
                  </a:moveTo>
                  <a:lnTo>
                    <a:pt x="711341" y="777811"/>
                  </a:lnTo>
                  <a:lnTo>
                    <a:pt x="673557" y="851745"/>
                  </a:lnTo>
                  <a:close/>
                  <a:moveTo>
                    <a:pt x="1368230" y="1559357"/>
                  </a:moveTo>
                  <a:lnTo>
                    <a:pt x="1472095" y="1635601"/>
                  </a:lnTo>
                  <a:lnTo>
                    <a:pt x="1395815" y="1637022"/>
                  </a:lnTo>
                  <a:close/>
                  <a:moveTo>
                    <a:pt x="993662" y="981452"/>
                  </a:moveTo>
                  <a:lnTo>
                    <a:pt x="1037285" y="1046080"/>
                  </a:lnTo>
                  <a:lnTo>
                    <a:pt x="983074" y="1021259"/>
                  </a:lnTo>
                  <a:close/>
                  <a:moveTo>
                    <a:pt x="1493595" y="1217753"/>
                  </a:moveTo>
                  <a:lnTo>
                    <a:pt x="1495257" y="1316494"/>
                  </a:lnTo>
                  <a:lnTo>
                    <a:pt x="1563932" y="1221163"/>
                  </a:lnTo>
                  <a:close/>
                  <a:moveTo>
                    <a:pt x="1666198" y="1197850"/>
                  </a:moveTo>
                  <a:lnTo>
                    <a:pt x="1563932" y="1221163"/>
                  </a:lnTo>
                  <a:lnTo>
                    <a:pt x="1556583" y="1278362"/>
                  </a:lnTo>
                  <a:close/>
                  <a:moveTo>
                    <a:pt x="1399298" y="1033638"/>
                  </a:moveTo>
                  <a:lnTo>
                    <a:pt x="1433755" y="1097785"/>
                  </a:lnTo>
                  <a:lnTo>
                    <a:pt x="1408939" y="1071856"/>
                  </a:lnTo>
                  <a:close/>
                  <a:moveTo>
                    <a:pt x="1399298" y="1033638"/>
                  </a:moveTo>
                  <a:lnTo>
                    <a:pt x="1408939" y="1071856"/>
                  </a:lnTo>
                  <a:lnTo>
                    <a:pt x="1399509" y="1033204"/>
                  </a:lnTo>
                  <a:close/>
                  <a:moveTo>
                    <a:pt x="2131186" y="1387815"/>
                  </a:moveTo>
                  <a:lnTo>
                    <a:pt x="2179421" y="1384610"/>
                  </a:lnTo>
                  <a:lnTo>
                    <a:pt x="2217867" y="1433244"/>
                  </a:lnTo>
                  <a:close/>
                  <a:moveTo>
                    <a:pt x="1872616" y="1151984"/>
                  </a:moveTo>
                  <a:lnTo>
                    <a:pt x="1984010" y="1120977"/>
                  </a:lnTo>
                  <a:lnTo>
                    <a:pt x="1906993" y="1106907"/>
                  </a:lnTo>
                  <a:close/>
                  <a:moveTo>
                    <a:pt x="2264560" y="1392615"/>
                  </a:moveTo>
                  <a:lnTo>
                    <a:pt x="2217867" y="1433244"/>
                  </a:lnTo>
                  <a:lnTo>
                    <a:pt x="2339924" y="1395733"/>
                  </a:lnTo>
                  <a:close/>
                  <a:moveTo>
                    <a:pt x="1945304" y="1034946"/>
                  </a:moveTo>
                  <a:lnTo>
                    <a:pt x="1850558" y="1120977"/>
                  </a:lnTo>
                  <a:lnTo>
                    <a:pt x="1906993" y="1106907"/>
                  </a:lnTo>
                  <a:close/>
                  <a:moveTo>
                    <a:pt x="1686981" y="841636"/>
                  </a:moveTo>
                  <a:lnTo>
                    <a:pt x="1703925" y="874331"/>
                  </a:lnTo>
                  <a:lnTo>
                    <a:pt x="1717922" y="856286"/>
                  </a:lnTo>
                  <a:close/>
                  <a:moveTo>
                    <a:pt x="1887276" y="918110"/>
                  </a:moveTo>
                  <a:lnTo>
                    <a:pt x="1805065" y="946125"/>
                  </a:lnTo>
                  <a:lnTo>
                    <a:pt x="1905884" y="887560"/>
                  </a:lnTo>
                  <a:close/>
                  <a:moveTo>
                    <a:pt x="2412030" y="1411401"/>
                  </a:moveTo>
                  <a:lnTo>
                    <a:pt x="2421964" y="1408703"/>
                  </a:lnTo>
                  <a:lnTo>
                    <a:pt x="2339924" y="1395733"/>
                  </a:lnTo>
                  <a:close/>
                  <a:moveTo>
                    <a:pt x="2339924" y="1395733"/>
                  </a:moveTo>
                  <a:lnTo>
                    <a:pt x="2421964" y="1408703"/>
                  </a:lnTo>
                  <a:lnTo>
                    <a:pt x="2459241" y="1347981"/>
                  </a:lnTo>
                  <a:close/>
                  <a:moveTo>
                    <a:pt x="2339924" y="1395733"/>
                  </a:moveTo>
                  <a:lnTo>
                    <a:pt x="2459241" y="1347981"/>
                  </a:lnTo>
                  <a:lnTo>
                    <a:pt x="2389767" y="1366885"/>
                  </a:lnTo>
                  <a:close/>
                  <a:moveTo>
                    <a:pt x="2264560" y="1392615"/>
                  </a:moveTo>
                  <a:lnTo>
                    <a:pt x="2339924" y="1395733"/>
                  </a:lnTo>
                  <a:lnTo>
                    <a:pt x="2389767" y="1366885"/>
                  </a:lnTo>
                  <a:close/>
                  <a:moveTo>
                    <a:pt x="2469746" y="1269765"/>
                  </a:moveTo>
                  <a:lnTo>
                    <a:pt x="2389767" y="1366885"/>
                  </a:lnTo>
                  <a:lnTo>
                    <a:pt x="2459241" y="1347981"/>
                  </a:lnTo>
                  <a:close/>
                  <a:moveTo>
                    <a:pt x="2152874" y="444770"/>
                  </a:moveTo>
                  <a:lnTo>
                    <a:pt x="2163489" y="536232"/>
                  </a:lnTo>
                  <a:lnTo>
                    <a:pt x="2196455" y="556155"/>
                  </a:lnTo>
                  <a:close/>
                  <a:moveTo>
                    <a:pt x="1975917" y="225136"/>
                  </a:moveTo>
                  <a:lnTo>
                    <a:pt x="2009413" y="135170"/>
                  </a:lnTo>
                  <a:lnTo>
                    <a:pt x="1903559" y="125906"/>
                  </a:lnTo>
                  <a:close/>
                  <a:moveTo>
                    <a:pt x="2293414" y="29770"/>
                  </a:moveTo>
                  <a:lnTo>
                    <a:pt x="2323301" y="42369"/>
                  </a:lnTo>
                  <a:lnTo>
                    <a:pt x="2282019" y="0"/>
                  </a:lnTo>
                  <a:close/>
                  <a:moveTo>
                    <a:pt x="2822190" y="264180"/>
                  </a:moveTo>
                  <a:lnTo>
                    <a:pt x="2838924" y="363973"/>
                  </a:lnTo>
                  <a:lnTo>
                    <a:pt x="2838674" y="281758"/>
                  </a:lnTo>
                  <a:close/>
                  <a:moveTo>
                    <a:pt x="2822190" y="264180"/>
                  </a:moveTo>
                  <a:lnTo>
                    <a:pt x="2832518" y="355876"/>
                  </a:lnTo>
                  <a:lnTo>
                    <a:pt x="2838924" y="363973"/>
                  </a:lnTo>
                  <a:close/>
                  <a:moveTo>
                    <a:pt x="2793248" y="187617"/>
                  </a:moveTo>
                  <a:lnTo>
                    <a:pt x="2838674" y="281758"/>
                  </a:lnTo>
                  <a:lnTo>
                    <a:pt x="2804697" y="19954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24" name="Candidate_density__2123">
              <a:extLst>
                <a:ext uri="{FF2B5EF4-FFF2-40B4-BE49-F238E27FC236}">
                  <a16:creationId xmlns:a16="http://schemas.microsoft.com/office/drawing/2014/main" id="{BF10B225-1B1A-CD93-5720-4599EAA62E0D}"/>
                </a:ext>
              </a:extLst>
            </p:cNvPr>
            <p:cNvSpPr>
              <a:spLocks noGrp="1"/>
            </p:cNvSpPr>
            <p:nvPr/>
          </p:nvSpPr>
          <p:spPr>
            <a:xfrm>
              <a:off x="3899137" y="1590635"/>
              <a:ext cx="2330646" cy="2183598"/>
            </a:xfrm>
            <a:custGeom>
              <a:avLst/>
              <a:gdLst/>
              <a:ahLst/>
              <a:cxnLst/>
              <a:rect l="0" t="0" r="0" b="0"/>
              <a:pathLst>
                <a:path w="2330646" h="2183598">
                  <a:moveTo>
                    <a:pt x="244151" y="2081512"/>
                  </a:moveTo>
                  <a:lnTo>
                    <a:pt x="332024" y="2134454"/>
                  </a:lnTo>
                  <a:lnTo>
                    <a:pt x="309594" y="2052598"/>
                  </a:lnTo>
                  <a:close/>
                  <a:moveTo>
                    <a:pt x="244151" y="2081512"/>
                  </a:moveTo>
                  <a:lnTo>
                    <a:pt x="270844" y="2163727"/>
                  </a:lnTo>
                  <a:lnTo>
                    <a:pt x="332024" y="2134454"/>
                  </a:lnTo>
                  <a:close/>
                  <a:moveTo>
                    <a:pt x="350135" y="2125291"/>
                  </a:moveTo>
                  <a:lnTo>
                    <a:pt x="330565" y="2043075"/>
                  </a:lnTo>
                  <a:lnTo>
                    <a:pt x="332024" y="2134454"/>
                  </a:lnTo>
                  <a:close/>
                  <a:moveTo>
                    <a:pt x="330565" y="2043075"/>
                  </a:moveTo>
                  <a:lnTo>
                    <a:pt x="309594" y="2052598"/>
                  </a:lnTo>
                  <a:lnTo>
                    <a:pt x="332024" y="2134454"/>
                  </a:lnTo>
                  <a:close/>
                  <a:moveTo>
                    <a:pt x="247495" y="1999297"/>
                  </a:moveTo>
                  <a:lnTo>
                    <a:pt x="309594" y="2052598"/>
                  </a:lnTo>
                  <a:lnTo>
                    <a:pt x="266770" y="1987321"/>
                  </a:lnTo>
                  <a:close/>
                  <a:moveTo>
                    <a:pt x="247495" y="1999297"/>
                  </a:moveTo>
                  <a:lnTo>
                    <a:pt x="244151" y="2081512"/>
                  </a:lnTo>
                  <a:lnTo>
                    <a:pt x="309594" y="2052598"/>
                  </a:lnTo>
                  <a:close/>
                  <a:moveTo>
                    <a:pt x="330565" y="2043075"/>
                  </a:moveTo>
                  <a:lnTo>
                    <a:pt x="307567" y="1960860"/>
                  </a:lnTo>
                  <a:lnTo>
                    <a:pt x="309594" y="2052598"/>
                  </a:lnTo>
                  <a:close/>
                  <a:moveTo>
                    <a:pt x="307567" y="1960860"/>
                  </a:moveTo>
                  <a:lnTo>
                    <a:pt x="266770" y="1987321"/>
                  </a:lnTo>
                  <a:lnTo>
                    <a:pt x="309594" y="2052598"/>
                  </a:lnTo>
                  <a:close/>
                  <a:moveTo>
                    <a:pt x="440999" y="2004639"/>
                  </a:moveTo>
                  <a:lnTo>
                    <a:pt x="307567" y="1960860"/>
                  </a:lnTo>
                  <a:lnTo>
                    <a:pt x="330565" y="2043075"/>
                  </a:lnTo>
                  <a:close/>
                  <a:moveTo>
                    <a:pt x="74491" y="1521995"/>
                  </a:moveTo>
                  <a:lnTo>
                    <a:pt x="0" y="1521962"/>
                  </a:lnTo>
                  <a:lnTo>
                    <a:pt x="92220" y="1528672"/>
                  </a:lnTo>
                  <a:close/>
                  <a:moveTo>
                    <a:pt x="151189" y="1470490"/>
                  </a:moveTo>
                  <a:lnTo>
                    <a:pt x="74491" y="1521995"/>
                  </a:lnTo>
                  <a:lnTo>
                    <a:pt x="99867" y="1511348"/>
                  </a:lnTo>
                  <a:close/>
                  <a:moveTo>
                    <a:pt x="74491" y="1521995"/>
                  </a:moveTo>
                  <a:lnTo>
                    <a:pt x="92220" y="1528672"/>
                  </a:lnTo>
                  <a:lnTo>
                    <a:pt x="99867" y="1511348"/>
                  </a:lnTo>
                  <a:close/>
                  <a:moveTo>
                    <a:pt x="197683" y="1482434"/>
                  </a:moveTo>
                  <a:lnTo>
                    <a:pt x="99867" y="1511348"/>
                  </a:lnTo>
                  <a:lnTo>
                    <a:pt x="220825" y="1515644"/>
                  </a:lnTo>
                  <a:close/>
                  <a:moveTo>
                    <a:pt x="99867" y="1511348"/>
                  </a:moveTo>
                  <a:lnTo>
                    <a:pt x="92220" y="1528672"/>
                  </a:lnTo>
                  <a:lnTo>
                    <a:pt x="220825" y="1515644"/>
                  </a:lnTo>
                  <a:close/>
                  <a:moveTo>
                    <a:pt x="151189" y="1470490"/>
                  </a:moveTo>
                  <a:lnTo>
                    <a:pt x="99867" y="1511348"/>
                  </a:lnTo>
                  <a:lnTo>
                    <a:pt x="197683" y="1482434"/>
                  </a:lnTo>
                  <a:close/>
                  <a:moveTo>
                    <a:pt x="196963" y="1429133"/>
                  </a:moveTo>
                  <a:lnTo>
                    <a:pt x="197683" y="1482434"/>
                  </a:lnTo>
                  <a:lnTo>
                    <a:pt x="224853" y="1472912"/>
                  </a:lnTo>
                  <a:close/>
                  <a:moveTo>
                    <a:pt x="196963" y="1429133"/>
                  </a:moveTo>
                  <a:lnTo>
                    <a:pt x="224853" y="1472912"/>
                  </a:lnTo>
                  <a:lnTo>
                    <a:pt x="210904" y="1390697"/>
                  </a:lnTo>
                  <a:close/>
                  <a:moveTo>
                    <a:pt x="197683" y="1482434"/>
                  </a:moveTo>
                  <a:lnTo>
                    <a:pt x="220825" y="1515644"/>
                  </a:lnTo>
                  <a:lnTo>
                    <a:pt x="224853" y="1472912"/>
                  </a:lnTo>
                  <a:close/>
                  <a:moveTo>
                    <a:pt x="985038" y="2092196"/>
                  </a:moveTo>
                  <a:lnTo>
                    <a:pt x="942899" y="2101468"/>
                  </a:lnTo>
                  <a:lnTo>
                    <a:pt x="964994" y="2183598"/>
                  </a:lnTo>
                  <a:close/>
                  <a:moveTo>
                    <a:pt x="319215" y="1544315"/>
                  </a:moveTo>
                  <a:lnTo>
                    <a:pt x="324958" y="1626323"/>
                  </a:lnTo>
                  <a:lnTo>
                    <a:pt x="399278" y="1516691"/>
                  </a:lnTo>
                  <a:close/>
                  <a:moveTo>
                    <a:pt x="399278" y="1516691"/>
                  </a:moveTo>
                  <a:lnTo>
                    <a:pt x="324958" y="1626323"/>
                  </a:lnTo>
                  <a:lnTo>
                    <a:pt x="330534" y="1637342"/>
                  </a:lnTo>
                  <a:close/>
                  <a:moveTo>
                    <a:pt x="314546" y="1448019"/>
                  </a:moveTo>
                  <a:lnTo>
                    <a:pt x="224853" y="1472912"/>
                  </a:lnTo>
                  <a:lnTo>
                    <a:pt x="244257" y="1544663"/>
                  </a:lnTo>
                  <a:close/>
                  <a:moveTo>
                    <a:pt x="210904" y="1390697"/>
                  </a:moveTo>
                  <a:lnTo>
                    <a:pt x="314546" y="1448019"/>
                  </a:lnTo>
                  <a:lnTo>
                    <a:pt x="303243" y="1357116"/>
                  </a:lnTo>
                  <a:close/>
                  <a:moveTo>
                    <a:pt x="210904" y="1390697"/>
                  </a:moveTo>
                  <a:lnTo>
                    <a:pt x="224853" y="1472912"/>
                  </a:lnTo>
                  <a:lnTo>
                    <a:pt x="314546" y="1448019"/>
                  </a:lnTo>
                  <a:close/>
                  <a:moveTo>
                    <a:pt x="371989" y="1434476"/>
                  </a:moveTo>
                  <a:lnTo>
                    <a:pt x="314986" y="1352260"/>
                  </a:lnTo>
                  <a:lnTo>
                    <a:pt x="314546" y="1448019"/>
                  </a:lnTo>
                  <a:close/>
                  <a:moveTo>
                    <a:pt x="314986" y="1352260"/>
                  </a:moveTo>
                  <a:lnTo>
                    <a:pt x="303243" y="1357116"/>
                  </a:lnTo>
                  <a:lnTo>
                    <a:pt x="314546" y="1448019"/>
                  </a:lnTo>
                  <a:close/>
                  <a:moveTo>
                    <a:pt x="250934" y="1349560"/>
                  </a:moveTo>
                  <a:lnTo>
                    <a:pt x="210904" y="1390697"/>
                  </a:lnTo>
                  <a:lnTo>
                    <a:pt x="303243" y="1357116"/>
                  </a:lnTo>
                  <a:close/>
                  <a:moveTo>
                    <a:pt x="362092" y="1271301"/>
                  </a:moveTo>
                  <a:lnTo>
                    <a:pt x="250934" y="1349560"/>
                  </a:lnTo>
                  <a:lnTo>
                    <a:pt x="314986" y="1352260"/>
                  </a:lnTo>
                  <a:close/>
                  <a:moveTo>
                    <a:pt x="314986" y="1352260"/>
                  </a:moveTo>
                  <a:lnTo>
                    <a:pt x="250934" y="1349560"/>
                  </a:lnTo>
                  <a:lnTo>
                    <a:pt x="303243" y="1357116"/>
                  </a:lnTo>
                  <a:close/>
                  <a:moveTo>
                    <a:pt x="747496" y="1661086"/>
                  </a:moveTo>
                  <a:lnTo>
                    <a:pt x="662856" y="1746994"/>
                  </a:lnTo>
                  <a:lnTo>
                    <a:pt x="721656" y="1724899"/>
                  </a:lnTo>
                  <a:close/>
                  <a:moveTo>
                    <a:pt x="634678" y="1733143"/>
                  </a:moveTo>
                  <a:lnTo>
                    <a:pt x="662856" y="1746994"/>
                  </a:lnTo>
                  <a:lnTo>
                    <a:pt x="747496" y="1661086"/>
                  </a:lnTo>
                  <a:close/>
                  <a:moveTo>
                    <a:pt x="697767" y="1690362"/>
                  </a:moveTo>
                  <a:lnTo>
                    <a:pt x="634678" y="1733143"/>
                  </a:lnTo>
                  <a:lnTo>
                    <a:pt x="747496" y="1661086"/>
                  </a:lnTo>
                  <a:close/>
                  <a:moveTo>
                    <a:pt x="747496" y="1661086"/>
                  </a:moveTo>
                  <a:lnTo>
                    <a:pt x="748450" y="1642684"/>
                  </a:lnTo>
                  <a:lnTo>
                    <a:pt x="709002" y="1681121"/>
                  </a:lnTo>
                  <a:close/>
                  <a:moveTo>
                    <a:pt x="371989" y="1434476"/>
                  </a:moveTo>
                  <a:lnTo>
                    <a:pt x="461018" y="1425967"/>
                  </a:lnTo>
                  <a:lnTo>
                    <a:pt x="431160" y="1413806"/>
                  </a:lnTo>
                  <a:close/>
                  <a:moveTo>
                    <a:pt x="371989" y="1434476"/>
                  </a:moveTo>
                  <a:lnTo>
                    <a:pt x="431160" y="1413806"/>
                  </a:lnTo>
                  <a:lnTo>
                    <a:pt x="314986" y="1352260"/>
                  </a:lnTo>
                  <a:close/>
                  <a:moveTo>
                    <a:pt x="431160" y="1413806"/>
                  </a:moveTo>
                  <a:lnTo>
                    <a:pt x="522115" y="1396039"/>
                  </a:lnTo>
                  <a:lnTo>
                    <a:pt x="440979" y="1351045"/>
                  </a:lnTo>
                  <a:close/>
                  <a:moveTo>
                    <a:pt x="431160" y="1413806"/>
                  </a:moveTo>
                  <a:lnTo>
                    <a:pt x="461018" y="1425967"/>
                  </a:lnTo>
                  <a:lnTo>
                    <a:pt x="522115" y="1396039"/>
                  </a:lnTo>
                  <a:close/>
                  <a:moveTo>
                    <a:pt x="362092" y="1271301"/>
                  </a:moveTo>
                  <a:lnTo>
                    <a:pt x="420550" y="1274665"/>
                  </a:lnTo>
                  <a:lnTo>
                    <a:pt x="362692" y="1270046"/>
                  </a:lnTo>
                  <a:close/>
                  <a:moveTo>
                    <a:pt x="420550" y="1274665"/>
                  </a:moveTo>
                  <a:lnTo>
                    <a:pt x="446818" y="1231609"/>
                  </a:lnTo>
                  <a:lnTo>
                    <a:pt x="362692" y="1270046"/>
                  </a:lnTo>
                  <a:close/>
                  <a:moveTo>
                    <a:pt x="747496" y="1661086"/>
                  </a:moveTo>
                  <a:lnTo>
                    <a:pt x="721656" y="1724899"/>
                  </a:lnTo>
                  <a:lnTo>
                    <a:pt x="783961" y="1709129"/>
                  </a:lnTo>
                  <a:close/>
                  <a:moveTo>
                    <a:pt x="783961" y="1709129"/>
                  </a:moveTo>
                  <a:lnTo>
                    <a:pt x="748450" y="1642684"/>
                  </a:lnTo>
                  <a:lnTo>
                    <a:pt x="747496" y="1661086"/>
                  </a:lnTo>
                  <a:close/>
                  <a:moveTo>
                    <a:pt x="524835" y="1275387"/>
                  </a:moveTo>
                  <a:lnTo>
                    <a:pt x="440979" y="1351045"/>
                  </a:lnTo>
                  <a:lnTo>
                    <a:pt x="522115" y="1396039"/>
                  </a:lnTo>
                  <a:close/>
                  <a:moveTo>
                    <a:pt x="420550" y="1274665"/>
                  </a:moveTo>
                  <a:lnTo>
                    <a:pt x="453335" y="1295685"/>
                  </a:lnTo>
                  <a:lnTo>
                    <a:pt x="524835" y="1275387"/>
                  </a:lnTo>
                  <a:close/>
                  <a:moveTo>
                    <a:pt x="446818" y="1231609"/>
                  </a:moveTo>
                  <a:lnTo>
                    <a:pt x="420550" y="1274665"/>
                  </a:lnTo>
                  <a:lnTo>
                    <a:pt x="524835" y="1275387"/>
                  </a:lnTo>
                  <a:close/>
                  <a:moveTo>
                    <a:pt x="52854" y="735885"/>
                  </a:moveTo>
                  <a:lnTo>
                    <a:pt x="45418" y="738318"/>
                  </a:lnTo>
                  <a:lnTo>
                    <a:pt x="55155" y="736976"/>
                  </a:lnTo>
                  <a:close/>
                  <a:moveTo>
                    <a:pt x="1023602" y="1705684"/>
                  </a:moveTo>
                  <a:lnTo>
                    <a:pt x="983474" y="1768678"/>
                  </a:lnTo>
                  <a:lnTo>
                    <a:pt x="983443" y="1768231"/>
                  </a:lnTo>
                  <a:close/>
                  <a:moveTo>
                    <a:pt x="1042703" y="1713643"/>
                  </a:moveTo>
                  <a:lnTo>
                    <a:pt x="983474" y="1768678"/>
                  </a:lnTo>
                  <a:lnTo>
                    <a:pt x="1023602" y="1705684"/>
                  </a:lnTo>
                  <a:close/>
                  <a:moveTo>
                    <a:pt x="1086559" y="1662412"/>
                  </a:moveTo>
                  <a:lnTo>
                    <a:pt x="1042703" y="1713643"/>
                  </a:lnTo>
                  <a:lnTo>
                    <a:pt x="1023602" y="1705684"/>
                  </a:lnTo>
                  <a:close/>
                  <a:moveTo>
                    <a:pt x="1042703" y="1713643"/>
                  </a:moveTo>
                  <a:lnTo>
                    <a:pt x="1086559" y="1662412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01323" y="1648027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46778" y="1672357"/>
                  </a:lnTo>
                  <a:lnTo>
                    <a:pt x="1101323" y="1648027"/>
                  </a:lnTo>
                  <a:close/>
                  <a:moveTo>
                    <a:pt x="1146778" y="1672357"/>
                  </a:moveTo>
                  <a:lnTo>
                    <a:pt x="1173343" y="1609590"/>
                  </a:lnTo>
                  <a:lnTo>
                    <a:pt x="1101323" y="1648027"/>
                  </a:lnTo>
                  <a:close/>
                  <a:moveTo>
                    <a:pt x="1075145" y="1353902"/>
                  </a:moveTo>
                  <a:lnTo>
                    <a:pt x="1168788" y="1338364"/>
                  </a:lnTo>
                  <a:lnTo>
                    <a:pt x="1119246" y="1290760"/>
                  </a:lnTo>
                  <a:close/>
                  <a:moveTo>
                    <a:pt x="1559524" y="1653369"/>
                  </a:moveTo>
                  <a:lnTo>
                    <a:pt x="1604933" y="1697147"/>
                  </a:lnTo>
                  <a:lnTo>
                    <a:pt x="1603950" y="1614932"/>
                  </a:lnTo>
                  <a:close/>
                  <a:moveTo>
                    <a:pt x="858295" y="935882"/>
                  </a:moveTo>
                  <a:lnTo>
                    <a:pt x="915322" y="933895"/>
                  </a:lnTo>
                  <a:lnTo>
                    <a:pt x="860457" y="913433"/>
                  </a:lnTo>
                  <a:close/>
                  <a:moveTo>
                    <a:pt x="915322" y="933895"/>
                  </a:moveTo>
                  <a:lnTo>
                    <a:pt x="938099" y="874996"/>
                  </a:lnTo>
                  <a:lnTo>
                    <a:pt x="860457" y="913433"/>
                  </a:lnTo>
                  <a:close/>
                  <a:moveTo>
                    <a:pt x="938099" y="874996"/>
                  </a:moveTo>
                  <a:lnTo>
                    <a:pt x="961417" y="827576"/>
                  </a:lnTo>
                  <a:lnTo>
                    <a:pt x="884935" y="831218"/>
                  </a:lnTo>
                  <a:close/>
                  <a:moveTo>
                    <a:pt x="860457" y="913433"/>
                  </a:moveTo>
                  <a:lnTo>
                    <a:pt x="938099" y="874996"/>
                  </a:lnTo>
                  <a:lnTo>
                    <a:pt x="884935" y="831218"/>
                  </a:lnTo>
                  <a:close/>
                  <a:moveTo>
                    <a:pt x="1603950" y="1614932"/>
                  </a:moveTo>
                  <a:lnTo>
                    <a:pt x="1667930" y="1675399"/>
                  </a:lnTo>
                  <a:lnTo>
                    <a:pt x="1645152" y="1593826"/>
                  </a:lnTo>
                  <a:close/>
                  <a:moveTo>
                    <a:pt x="1603950" y="1614932"/>
                  </a:moveTo>
                  <a:lnTo>
                    <a:pt x="1604933" y="1697147"/>
                  </a:lnTo>
                  <a:lnTo>
                    <a:pt x="1667930" y="1675399"/>
                  </a:lnTo>
                  <a:close/>
                  <a:moveTo>
                    <a:pt x="1667930" y="1675399"/>
                  </a:moveTo>
                  <a:lnTo>
                    <a:pt x="1741780" y="1675952"/>
                  </a:lnTo>
                  <a:lnTo>
                    <a:pt x="1645152" y="1593826"/>
                  </a:lnTo>
                  <a:close/>
                  <a:moveTo>
                    <a:pt x="1591815" y="1532717"/>
                  </a:moveTo>
                  <a:lnTo>
                    <a:pt x="1603950" y="1614932"/>
                  </a:lnTo>
                  <a:lnTo>
                    <a:pt x="1645152" y="1593826"/>
                  </a:lnTo>
                  <a:close/>
                  <a:moveTo>
                    <a:pt x="1609681" y="1522570"/>
                  </a:moveTo>
                  <a:lnTo>
                    <a:pt x="1684529" y="1494281"/>
                  </a:lnTo>
                  <a:lnTo>
                    <a:pt x="1690716" y="1417190"/>
                  </a:lnTo>
                  <a:close/>
                  <a:moveTo>
                    <a:pt x="961417" y="827576"/>
                  </a:moveTo>
                  <a:lnTo>
                    <a:pt x="938099" y="874996"/>
                  </a:lnTo>
                  <a:lnTo>
                    <a:pt x="1006624" y="848555"/>
                  </a:lnTo>
                  <a:close/>
                  <a:moveTo>
                    <a:pt x="1021361" y="792781"/>
                  </a:moveTo>
                  <a:lnTo>
                    <a:pt x="961417" y="827576"/>
                  </a:lnTo>
                  <a:lnTo>
                    <a:pt x="1093824" y="828764"/>
                  </a:lnTo>
                  <a:close/>
                  <a:moveTo>
                    <a:pt x="1077369" y="836560"/>
                  </a:moveTo>
                  <a:lnTo>
                    <a:pt x="961417" y="827576"/>
                  </a:lnTo>
                  <a:lnTo>
                    <a:pt x="1006624" y="848555"/>
                  </a:lnTo>
                  <a:close/>
                  <a:moveTo>
                    <a:pt x="1755950" y="1417197"/>
                  </a:moveTo>
                  <a:lnTo>
                    <a:pt x="1684529" y="1494281"/>
                  </a:lnTo>
                  <a:lnTo>
                    <a:pt x="1739614" y="1455844"/>
                  </a:lnTo>
                  <a:close/>
                  <a:moveTo>
                    <a:pt x="1707745" y="1452169"/>
                  </a:moveTo>
                  <a:lnTo>
                    <a:pt x="1684529" y="1494281"/>
                  </a:lnTo>
                  <a:lnTo>
                    <a:pt x="1755950" y="1417197"/>
                  </a:lnTo>
                  <a:close/>
                  <a:moveTo>
                    <a:pt x="1214507" y="715908"/>
                  </a:moveTo>
                  <a:lnTo>
                    <a:pt x="1234359" y="798123"/>
                  </a:lnTo>
                  <a:lnTo>
                    <a:pt x="1286616" y="759687"/>
                  </a:lnTo>
                  <a:close/>
                  <a:moveTo>
                    <a:pt x="1202064" y="633693"/>
                  </a:moveTo>
                  <a:lnTo>
                    <a:pt x="1214507" y="715908"/>
                  </a:lnTo>
                  <a:lnTo>
                    <a:pt x="1266365" y="677472"/>
                  </a:lnTo>
                  <a:close/>
                  <a:moveTo>
                    <a:pt x="1202064" y="633693"/>
                  </a:moveTo>
                  <a:lnTo>
                    <a:pt x="1266365" y="677472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02064" y="633693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48765" y="595256"/>
                  </a:lnTo>
                  <a:lnTo>
                    <a:pt x="1229357" y="513042"/>
                  </a:lnTo>
                  <a:close/>
                  <a:moveTo>
                    <a:pt x="1254195" y="474605"/>
                  </a:moveTo>
                  <a:lnTo>
                    <a:pt x="1247172" y="392390"/>
                  </a:lnTo>
                  <a:lnTo>
                    <a:pt x="1229357" y="513042"/>
                  </a:lnTo>
                  <a:close/>
                  <a:moveTo>
                    <a:pt x="1557882" y="202891"/>
                  </a:moveTo>
                  <a:lnTo>
                    <a:pt x="1505236" y="233302"/>
                  </a:lnTo>
                  <a:lnTo>
                    <a:pt x="1575509" y="223857"/>
                  </a:lnTo>
                  <a:close/>
                  <a:moveTo>
                    <a:pt x="1515965" y="216436"/>
                  </a:moveTo>
                  <a:lnTo>
                    <a:pt x="1505236" y="233302"/>
                  </a:lnTo>
                  <a:lnTo>
                    <a:pt x="1557882" y="202891"/>
                  </a:lnTo>
                  <a:close/>
                  <a:moveTo>
                    <a:pt x="1659326" y="43379"/>
                  </a:moveTo>
                  <a:lnTo>
                    <a:pt x="1564491" y="112651"/>
                  </a:lnTo>
                  <a:lnTo>
                    <a:pt x="1640769" y="74214"/>
                  </a:lnTo>
                  <a:close/>
                  <a:moveTo>
                    <a:pt x="1659326" y="43379"/>
                  </a:moveTo>
                  <a:lnTo>
                    <a:pt x="1604344" y="53013"/>
                  </a:lnTo>
                  <a:lnTo>
                    <a:pt x="1564491" y="112651"/>
                  </a:lnTo>
                  <a:close/>
                  <a:moveTo>
                    <a:pt x="1723553" y="4852"/>
                  </a:moveTo>
                  <a:lnTo>
                    <a:pt x="1659326" y="43379"/>
                  </a:lnTo>
                  <a:lnTo>
                    <a:pt x="1786852" y="26314"/>
                  </a:lnTo>
                  <a:close/>
                  <a:moveTo>
                    <a:pt x="1793195" y="32678"/>
                  </a:moveTo>
                  <a:lnTo>
                    <a:pt x="1854344" y="0"/>
                  </a:lnTo>
                  <a:lnTo>
                    <a:pt x="1786852" y="26314"/>
                  </a:lnTo>
                  <a:close/>
                  <a:moveTo>
                    <a:pt x="2309352" y="371365"/>
                  </a:moveTo>
                  <a:lnTo>
                    <a:pt x="2284440" y="408417"/>
                  </a:lnTo>
                  <a:lnTo>
                    <a:pt x="2330646" y="39916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25" name="Candidate_density__2124">
              <a:extLst>
                <a:ext uri="{FF2B5EF4-FFF2-40B4-BE49-F238E27FC236}">
                  <a16:creationId xmlns:a16="http://schemas.microsoft.com/office/drawing/2014/main" id="{2A94AB61-CF21-6E0C-8EB4-48C5D0C47794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799509"/>
              <a:ext cx="2559538" cy="2134006"/>
            </a:xfrm>
            <a:custGeom>
              <a:avLst/>
              <a:gdLst/>
              <a:ahLst/>
              <a:cxnLst/>
              <a:rect l="0" t="0" r="0" b="0"/>
              <a:pathLst>
                <a:path w="2559538" h="2134006">
                  <a:moveTo>
                    <a:pt x="541948" y="1986410"/>
                  </a:moveTo>
                  <a:lnTo>
                    <a:pt x="492500" y="2016733"/>
                  </a:lnTo>
                  <a:lnTo>
                    <a:pt x="614337" y="1978402"/>
                  </a:lnTo>
                  <a:close/>
                  <a:moveTo>
                    <a:pt x="0" y="1258696"/>
                  </a:moveTo>
                  <a:lnTo>
                    <a:pt x="24814" y="1278513"/>
                  </a:lnTo>
                  <a:lnTo>
                    <a:pt x="28041" y="1179627"/>
                  </a:lnTo>
                  <a:close/>
                  <a:moveTo>
                    <a:pt x="847569" y="2077902"/>
                  </a:moveTo>
                  <a:lnTo>
                    <a:pt x="805017" y="2134006"/>
                  </a:lnTo>
                  <a:lnTo>
                    <a:pt x="921194" y="2074513"/>
                  </a:lnTo>
                  <a:close/>
                  <a:moveTo>
                    <a:pt x="654651" y="1913927"/>
                  </a:moveTo>
                  <a:lnTo>
                    <a:pt x="614337" y="1978402"/>
                  </a:lnTo>
                  <a:lnTo>
                    <a:pt x="696220" y="1877981"/>
                  </a:lnTo>
                  <a:close/>
                  <a:moveTo>
                    <a:pt x="660582" y="1916417"/>
                  </a:moveTo>
                  <a:lnTo>
                    <a:pt x="653574" y="1795765"/>
                  </a:lnTo>
                  <a:lnTo>
                    <a:pt x="696220" y="1877981"/>
                  </a:lnTo>
                  <a:close/>
                  <a:moveTo>
                    <a:pt x="252363" y="1505342"/>
                  </a:moveTo>
                  <a:lnTo>
                    <a:pt x="273980" y="1466905"/>
                  </a:lnTo>
                  <a:lnTo>
                    <a:pt x="242574" y="1487870"/>
                  </a:lnTo>
                  <a:close/>
                  <a:moveTo>
                    <a:pt x="273980" y="1466905"/>
                  </a:moveTo>
                  <a:lnTo>
                    <a:pt x="252363" y="1505342"/>
                  </a:lnTo>
                  <a:lnTo>
                    <a:pt x="309497" y="1459426"/>
                  </a:lnTo>
                  <a:close/>
                  <a:moveTo>
                    <a:pt x="309497" y="1459426"/>
                  </a:moveTo>
                  <a:lnTo>
                    <a:pt x="261374" y="1494705"/>
                  </a:lnTo>
                  <a:lnTo>
                    <a:pt x="385641" y="1465457"/>
                  </a:lnTo>
                  <a:close/>
                  <a:moveTo>
                    <a:pt x="667693" y="1104951"/>
                  </a:moveTo>
                  <a:lnTo>
                    <a:pt x="708163" y="986422"/>
                  </a:lnTo>
                  <a:lnTo>
                    <a:pt x="680592" y="984299"/>
                  </a:lnTo>
                  <a:close/>
                  <a:moveTo>
                    <a:pt x="680592" y="984299"/>
                  </a:moveTo>
                  <a:lnTo>
                    <a:pt x="708163" y="986422"/>
                  </a:lnTo>
                  <a:lnTo>
                    <a:pt x="708144" y="974462"/>
                  </a:lnTo>
                  <a:close/>
                  <a:moveTo>
                    <a:pt x="680592" y="984299"/>
                  </a:moveTo>
                  <a:lnTo>
                    <a:pt x="714276" y="981452"/>
                  </a:lnTo>
                  <a:lnTo>
                    <a:pt x="703688" y="1021259"/>
                  </a:lnTo>
                  <a:close/>
                  <a:moveTo>
                    <a:pt x="714276" y="981452"/>
                  </a:moveTo>
                  <a:lnTo>
                    <a:pt x="680592" y="984299"/>
                  </a:lnTo>
                  <a:lnTo>
                    <a:pt x="708144" y="974462"/>
                  </a:lnTo>
                  <a:close/>
                  <a:moveTo>
                    <a:pt x="1220535" y="1318501"/>
                  </a:moveTo>
                  <a:lnTo>
                    <a:pt x="1214673" y="1323254"/>
                  </a:lnTo>
                  <a:lnTo>
                    <a:pt x="1207171" y="1323567"/>
                  </a:lnTo>
                  <a:close/>
                  <a:moveTo>
                    <a:pt x="1161513" y="1339700"/>
                  </a:moveTo>
                  <a:lnTo>
                    <a:pt x="1192634" y="1318501"/>
                  </a:lnTo>
                  <a:lnTo>
                    <a:pt x="1136851" y="1310948"/>
                  </a:lnTo>
                  <a:close/>
                  <a:moveTo>
                    <a:pt x="1220535" y="1318501"/>
                  </a:moveTo>
                  <a:lnTo>
                    <a:pt x="1207171" y="1323567"/>
                  </a:lnTo>
                  <a:lnTo>
                    <a:pt x="1277197" y="1278362"/>
                  </a:lnTo>
                  <a:close/>
                  <a:moveTo>
                    <a:pt x="1215871" y="1316494"/>
                  </a:moveTo>
                  <a:lnTo>
                    <a:pt x="1214673" y="1323254"/>
                  </a:lnTo>
                  <a:lnTo>
                    <a:pt x="1220535" y="1318501"/>
                  </a:lnTo>
                  <a:close/>
                  <a:moveTo>
                    <a:pt x="1215871" y="1316494"/>
                  </a:moveTo>
                  <a:lnTo>
                    <a:pt x="1220535" y="1318501"/>
                  </a:lnTo>
                  <a:lnTo>
                    <a:pt x="1277197" y="1278362"/>
                  </a:lnTo>
                  <a:close/>
                  <a:moveTo>
                    <a:pt x="1284546" y="1221163"/>
                  </a:moveTo>
                  <a:lnTo>
                    <a:pt x="1215871" y="1316494"/>
                  </a:lnTo>
                  <a:lnTo>
                    <a:pt x="1277197" y="1278362"/>
                  </a:lnTo>
                  <a:close/>
                  <a:moveTo>
                    <a:pt x="1788564" y="1366588"/>
                  </a:moveTo>
                  <a:lnTo>
                    <a:pt x="1833214" y="1378342"/>
                  </a:lnTo>
                  <a:lnTo>
                    <a:pt x="1814129" y="1367622"/>
                  </a:lnTo>
                  <a:close/>
                  <a:moveTo>
                    <a:pt x="1571173" y="1120977"/>
                  </a:moveTo>
                  <a:lnTo>
                    <a:pt x="1593231" y="1151984"/>
                  </a:lnTo>
                  <a:lnTo>
                    <a:pt x="1627607" y="1106907"/>
                  </a:lnTo>
                  <a:close/>
                  <a:moveTo>
                    <a:pt x="1261616" y="853160"/>
                  </a:moveTo>
                  <a:lnTo>
                    <a:pt x="1292187" y="912768"/>
                  </a:lnTo>
                  <a:lnTo>
                    <a:pt x="1294009" y="910816"/>
                  </a:lnTo>
                  <a:close/>
                  <a:moveTo>
                    <a:pt x="1337616" y="858653"/>
                  </a:moveTo>
                  <a:lnTo>
                    <a:pt x="1294009" y="910816"/>
                  </a:lnTo>
                  <a:lnTo>
                    <a:pt x="1407595" y="841636"/>
                  </a:lnTo>
                  <a:close/>
                  <a:moveTo>
                    <a:pt x="1636907" y="816199"/>
                  </a:moveTo>
                  <a:lnTo>
                    <a:pt x="1607891" y="918110"/>
                  </a:lnTo>
                  <a:lnTo>
                    <a:pt x="1626499" y="887560"/>
                  </a:lnTo>
                  <a:close/>
                  <a:moveTo>
                    <a:pt x="1636907" y="816199"/>
                  </a:moveTo>
                  <a:lnTo>
                    <a:pt x="1626499" y="887560"/>
                  </a:lnTo>
                  <a:lnTo>
                    <a:pt x="1659701" y="835895"/>
                  </a:lnTo>
                  <a:close/>
                  <a:moveTo>
                    <a:pt x="1636907" y="816199"/>
                  </a:moveTo>
                  <a:lnTo>
                    <a:pt x="1659701" y="835895"/>
                  </a:lnTo>
                  <a:lnTo>
                    <a:pt x="1655290" y="780004"/>
                  </a:lnTo>
                  <a:close/>
                  <a:moveTo>
                    <a:pt x="1655290" y="780004"/>
                  </a:moveTo>
                  <a:lnTo>
                    <a:pt x="1659701" y="835895"/>
                  </a:lnTo>
                  <a:lnTo>
                    <a:pt x="1683145" y="820695"/>
                  </a:lnTo>
                  <a:close/>
                  <a:moveTo>
                    <a:pt x="1655290" y="780004"/>
                  </a:moveTo>
                  <a:lnTo>
                    <a:pt x="1683145" y="820695"/>
                  </a:lnTo>
                  <a:lnTo>
                    <a:pt x="1722476" y="752546"/>
                  </a:lnTo>
                  <a:close/>
                  <a:moveTo>
                    <a:pt x="1722476" y="752546"/>
                  </a:moveTo>
                  <a:lnTo>
                    <a:pt x="1774497" y="731842"/>
                  </a:lnTo>
                  <a:lnTo>
                    <a:pt x="1655290" y="780004"/>
                  </a:lnTo>
                  <a:close/>
                  <a:moveTo>
                    <a:pt x="1802414" y="772761"/>
                  </a:moveTo>
                  <a:lnTo>
                    <a:pt x="1774497" y="731842"/>
                  </a:lnTo>
                  <a:lnTo>
                    <a:pt x="1722476" y="752546"/>
                  </a:lnTo>
                  <a:close/>
                  <a:moveTo>
                    <a:pt x="1934471" y="772641"/>
                  </a:moveTo>
                  <a:lnTo>
                    <a:pt x="1974862" y="823316"/>
                  </a:lnTo>
                  <a:lnTo>
                    <a:pt x="1924644" y="803550"/>
                  </a:lnTo>
                  <a:close/>
                  <a:moveTo>
                    <a:pt x="2079767" y="822017"/>
                  </a:moveTo>
                  <a:lnTo>
                    <a:pt x="1974862" y="823316"/>
                  </a:lnTo>
                  <a:lnTo>
                    <a:pt x="2049787" y="822996"/>
                  </a:lnTo>
                  <a:close/>
                  <a:moveTo>
                    <a:pt x="2079767" y="822017"/>
                  </a:moveTo>
                  <a:lnTo>
                    <a:pt x="2006416" y="826427"/>
                  </a:lnTo>
                  <a:lnTo>
                    <a:pt x="1974862" y="823316"/>
                  </a:lnTo>
                  <a:close/>
                  <a:moveTo>
                    <a:pt x="2127435" y="785037"/>
                  </a:moveTo>
                  <a:lnTo>
                    <a:pt x="2079767" y="822017"/>
                  </a:lnTo>
                  <a:lnTo>
                    <a:pt x="2206482" y="801925"/>
                  </a:lnTo>
                  <a:close/>
                  <a:moveTo>
                    <a:pt x="1885235" y="391725"/>
                  </a:moveTo>
                  <a:lnTo>
                    <a:pt x="1873488" y="444770"/>
                  </a:lnTo>
                  <a:lnTo>
                    <a:pt x="1885803" y="473940"/>
                  </a:lnTo>
                  <a:close/>
                  <a:moveTo>
                    <a:pt x="1944760" y="380706"/>
                  </a:moveTo>
                  <a:lnTo>
                    <a:pt x="1873488" y="444770"/>
                  </a:lnTo>
                  <a:lnTo>
                    <a:pt x="1885235" y="391725"/>
                  </a:lnTo>
                  <a:close/>
                  <a:moveTo>
                    <a:pt x="1879777" y="416401"/>
                  </a:moveTo>
                  <a:lnTo>
                    <a:pt x="1873488" y="444770"/>
                  </a:lnTo>
                  <a:lnTo>
                    <a:pt x="1944760" y="380706"/>
                  </a:lnTo>
                  <a:close/>
                  <a:moveTo>
                    <a:pt x="2268270" y="764364"/>
                  </a:moveTo>
                  <a:lnTo>
                    <a:pt x="2248379" y="743366"/>
                  </a:lnTo>
                  <a:lnTo>
                    <a:pt x="2206482" y="801925"/>
                  </a:lnTo>
                  <a:close/>
                  <a:moveTo>
                    <a:pt x="2268270" y="764364"/>
                  </a:moveTo>
                  <a:lnTo>
                    <a:pt x="2315529" y="725928"/>
                  </a:lnTo>
                  <a:lnTo>
                    <a:pt x="2248379" y="743366"/>
                  </a:lnTo>
                  <a:close/>
                  <a:moveTo>
                    <a:pt x="1730027" y="135170"/>
                  </a:moveTo>
                  <a:lnTo>
                    <a:pt x="1807941" y="147821"/>
                  </a:lnTo>
                  <a:lnTo>
                    <a:pt x="1854824" y="107906"/>
                  </a:lnTo>
                  <a:close/>
                  <a:moveTo>
                    <a:pt x="2344684" y="609577"/>
                  </a:moveTo>
                  <a:lnTo>
                    <a:pt x="2379033" y="637008"/>
                  </a:lnTo>
                  <a:lnTo>
                    <a:pt x="2349779" y="605276"/>
                  </a:lnTo>
                  <a:close/>
                  <a:moveTo>
                    <a:pt x="2318065" y="725256"/>
                  </a:moveTo>
                  <a:lnTo>
                    <a:pt x="2373066" y="652236"/>
                  </a:lnTo>
                  <a:lnTo>
                    <a:pt x="2344684" y="609577"/>
                  </a:lnTo>
                  <a:close/>
                  <a:moveTo>
                    <a:pt x="2349779" y="605276"/>
                  </a:moveTo>
                  <a:lnTo>
                    <a:pt x="2379033" y="637008"/>
                  </a:lnTo>
                  <a:lnTo>
                    <a:pt x="2406204" y="560931"/>
                  </a:lnTo>
                  <a:close/>
                  <a:moveTo>
                    <a:pt x="1863991" y="68206"/>
                  </a:moveTo>
                  <a:lnTo>
                    <a:pt x="1918941" y="29770"/>
                  </a:lnTo>
                  <a:lnTo>
                    <a:pt x="1896293" y="47750"/>
                  </a:lnTo>
                  <a:close/>
                  <a:moveTo>
                    <a:pt x="2014028" y="29770"/>
                  </a:moveTo>
                  <a:lnTo>
                    <a:pt x="1963805" y="21505"/>
                  </a:lnTo>
                  <a:lnTo>
                    <a:pt x="2035566" y="33819"/>
                  </a:lnTo>
                  <a:close/>
                  <a:moveTo>
                    <a:pt x="2014028" y="29770"/>
                  </a:moveTo>
                  <a:lnTo>
                    <a:pt x="2035566" y="33819"/>
                  </a:lnTo>
                  <a:lnTo>
                    <a:pt x="2043916" y="42369"/>
                  </a:lnTo>
                  <a:close/>
                  <a:moveTo>
                    <a:pt x="2436674" y="490055"/>
                  </a:moveTo>
                  <a:lnTo>
                    <a:pt x="2349779" y="605276"/>
                  </a:lnTo>
                  <a:lnTo>
                    <a:pt x="2406204" y="560931"/>
                  </a:lnTo>
                  <a:close/>
                  <a:moveTo>
                    <a:pt x="2436674" y="490055"/>
                  </a:moveTo>
                  <a:lnTo>
                    <a:pt x="2406204" y="560931"/>
                  </a:lnTo>
                  <a:lnTo>
                    <a:pt x="2450225" y="523062"/>
                  </a:lnTo>
                  <a:close/>
                  <a:moveTo>
                    <a:pt x="2436674" y="490055"/>
                  </a:moveTo>
                  <a:lnTo>
                    <a:pt x="2450225" y="523062"/>
                  </a:lnTo>
                  <a:lnTo>
                    <a:pt x="2442109" y="479973"/>
                  </a:lnTo>
                  <a:close/>
                  <a:moveTo>
                    <a:pt x="2442109" y="479973"/>
                  </a:moveTo>
                  <a:lnTo>
                    <a:pt x="2450225" y="523062"/>
                  </a:lnTo>
                  <a:lnTo>
                    <a:pt x="2466370" y="507227"/>
                  </a:lnTo>
                  <a:close/>
                  <a:moveTo>
                    <a:pt x="2442109" y="479973"/>
                  </a:moveTo>
                  <a:lnTo>
                    <a:pt x="2466370" y="507227"/>
                  </a:lnTo>
                  <a:lnTo>
                    <a:pt x="2508674" y="450191"/>
                  </a:lnTo>
                  <a:close/>
                  <a:moveTo>
                    <a:pt x="1899437" y="23305"/>
                  </a:moveTo>
                  <a:lnTo>
                    <a:pt x="1918941" y="29770"/>
                  </a:lnTo>
                  <a:lnTo>
                    <a:pt x="1963805" y="21505"/>
                  </a:lnTo>
                  <a:close/>
                  <a:moveTo>
                    <a:pt x="1963805" y="21505"/>
                  </a:moveTo>
                  <a:lnTo>
                    <a:pt x="2014028" y="29770"/>
                  </a:lnTo>
                  <a:lnTo>
                    <a:pt x="2002634" y="0"/>
                  </a:lnTo>
                  <a:close/>
                  <a:moveTo>
                    <a:pt x="2442109" y="479973"/>
                  </a:moveTo>
                  <a:lnTo>
                    <a:pt x="2508674" y="450191"/>
                  </a:lnTo>
                  <a:lnTo>
                    <a:pt x="2548779" y="384936"/>
                  </a:lnTo>
                  <a:close/>
                  <a:moveTo>
                    <a:pt x="2559289" y="281758"/>
                  </a:moveTo>
                  <a:lnTo>
                    <a:pt x="2559538" y="363973"/>
                  </a:lnTo>
                  <a:lnTo>
                    <a:pt x="2537692" y="320195"/>
                  </a:lnTo>
                  <a:close/>
                  <a:moveTo>
                    <a:pt x="2553132" y="355876"/>
                  </a:moveTo>
                  <a:lnTo>
                    <a:pt x="2548779" y="384936"/>
                  </a:lnTo>
                  <a:lnTo>
                    <a:pt x="2559538" y="3639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26" name="Candidate_density__2125">
              <a:extLst>
                <a:ext uri="{FF2B5EF4-FFF2-40B4-BE49-F238E27FC236}">
                  <a16:creationId xmlns:a16="http://schemas.microsoft.com/office/drawing/2014/main" id="{ECA5F7B6-2059-464F-E76C-8E8C0E92B378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821013"/>
              <a:ext cx="2559538" cy="1637825"/>
            </a:xfrm>
            <a:custGeom>
              <a:avLst/>
              <a:gdLst/>
              <a:ahLst/>
              <a:cxnLst/>
              <a:rect l="0" t="0" r="0" b="0"/>
              <a:pathLst>
                <a:path w="2559538" h="1637825">
                  <a:moveTo>
                    <a:pt x="252363" y="1483837"/>
                  </a:moveTo>
                  <a:lnTo>
                    <a:pt x="242574" y="1466365"/>
                  </a:lnTo>
                  <a:lnTo>
                    <a:pt x="203505" y="1535494"/>
                  </a:lnTo>
                  <a:close/>
                  <a:moveTo>
                    <a:pt x="252363" y="1483837"/>
                  </a:moveTo>
                  <a:lnTo>
                    <a:pt x="261374" y="1473200"/>
                  </a:lnTo>
                  <a:lnTo>
                    <a:pt x="309497" y="1437921"/>
                  </a:lnTo>
                  <a:close/>
                  <a:moveTo>
                    <a:pt x="28041" y="1158122"/>
                  </a:moveTo>
                  <a:lnTo>
                    <a:pt x="35333" y="1148364"/>
                  </a:lnTo>
                  <a:lnTo>
                    <a:pt x="0" y="1237192"/>
                  </a:lnTo>
                  <a:close/>
                  <a:moveTo>
                    <a:pt x="1179049" y="1598962"/>
                  </a:moveTo>
                  <a:lnTo>
                    <a:pt x="1254908" y="1603928"/>
                  </a:lnTo>
                  <a:lnTo>
                    <a:pt x="1192709" y="1614096"/>
                  </a:lnTo>
                  <a:close/>
                  <a:moveTo>
                    <a:pt x="1254908" y="1603928"/>
                  </a:moveTo>
                  <a:lnTo>
                    <a:pt x="1276230" y="1606787"/>
                  </a:lnTo>
                  <a:lnTo>
                    <a:pt x="1192709" y="1614096"/>
                  </a:lnTo>
                  <a:close/>
                  <a:moveTo>
                    <a:pt x="825671" y="898511"/>
                  </a:moveTo>
                  <a:lnTo>
                    <a:pt x="714276" y="959947"/>
                  </a:lnTo>
                  <a:lnTo>
                    <a:pt x="708144" y="952958"/>
                  </a:lnTo>
                  <a:close/>
                  <a:moveTo>
                    <a:pt x="1313618" y="1608233"/>
                  </a:moveTo>
                  <a:lnTo>
                    <a:pt x="1192709" y="1614096"/>
                  </a:lnTo>
                  <a:lnTo>
                    <a:pt x="1276230" y="1606787"/>
                  </a:lnTo>
                  <a:close/>
                  <a:moveTo>
                    <a:pt x="1313618" y="1608233"/>
                  </a:moveTo>
                  <a:lnTo>
                    <a:pt x="1247002" y="1637825"/>
                  </a:lnTo>
                  <a:lnTo>
                    <a:pt x="1192709" y="1614096"/>
                  </a:lnTo>
                  <a:close/>
                  <a:moveTo>
                    <a:pt x="1338161" y="1582078"/>
                  </a:moveTo>
                  <a:lnTo>
                    <a:pt x="1313618" y="1608233"/>
                  </a:lnTo>
                  <a:lnTo>
                    <a:pt x="1276230" y="1606787"/>
                  </a:lnTo>
                  <a:close/>
                  <a:moveTo>
                    <a:pt x="1096488" y="1353736"/>
                  </a:moveTo>
                  <a:lnTo>
                    <a:pt x="980906" y="1364828"/>
                  </a:lnTo>
                  <a:lnTo>
                    <a:pt x="1075017" y="1348909"/>
                  </a:lnTo>
                  <a:close/>
                  <a:moveTo>
                    <a:pt x="1123121" y="1335433"/>
                  </a:moveTo>
                  <a:lnTo>
                    <a:pt x="1096488" y="1353736"/>
                  </a:lnTo>
                  <a:lnTo>
                    <a:pt x="1075017" y="1348909"/>
                  </a:lnTo>
                  <a:close/>
                  <a:moveTo>
                    <a:pt x="1096488" y="1353736"/>
                  </a:moveTo>
                  <a:lnTo>
                    <a:pt x="1123121" y="1335433"/>
                  </a:lnTo>
                  <a:lnTo>
                    <a:pt x="1122373" y="1310409"/>
                  </a:lnTo>
                  <a:close/>
                  <a:moveTo>
                    <a:pt x="1207171" y="1302062"/>
                  </a:moveTo>
                  <a:lnTo>
                    <a:pt x="1192634" y="1296996"/>
                  </a:lnTo>
                  <a:lnTo>
                    <a:pt x="1161513" y="1318195"/>
                  </a:lnTo>
                  <a:close/>
                  <a:moveTo>
                    <a:pt x="1122373" y="1310409"/>
                  </a:moveTo>
                  <a:lnTo>
                    <a:pt x="1123121" y="1335433"/>
                  </a:lnTo>
                  <a:lnTo>
                    <a:pt x="1161513" y="1318195"/>
                  </a:lnTo>
                  <a:close/>
                  <a:moveTo>
                    <a:pt x="1136851" y="1289443"/>
                  </a:moveTo>
                  <a:lnTo>
                    <a:pt x="1122373" y="1310409"/>
                  </a:lnTo>
                  <a:lnTo>
                    <a:pt x="1161513" y="1318195"/>
                  </a:lnTo>
                  <a:close/>
                  <a:moveTo>
                    <a:pt x="1277197" y="1256857"/>
                  </a:moveTo>
                  <a:lnTo>
                    <a:pt x="1207171" y="1302062"/>
                  </a:lnTo>
                  <a:lnTo>
                    <a:pt x="1161513" y="1318195"/>
                  </a:lnTo>
                  <a:close/>
                  <a:moveTo>
                    <a:pt x="1120123" y="1011700"/>
                  </a:moveTo>
                  <a:lnTo>
                    <a:pt x="1131233" y="989782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29328" y="926136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92187" y="891263"/>
                  </a:lnTo>
                  <a:lnTo>
                    <a:pt x="1229328" y="926136"/>
                  </a:lnTo>
                  <a:close/>
                  <a:moveTo>
                    <a:pt x="1558991" y="1107517"/>
                  </a:moveTo>
                  <a:lnTo>
                    <a:pt x="1593231" y="1130479"/>
                  </a:lnTo>
                  <a:lnTo>
                    <a:pt x="1571173" y="1099472"/>
                  </a:lnTo>
                  <a:close/>
                  <a:moveTo>
                    <a:pt x="1586655" y="1147491"/>
                  </a:moveTo>
                  <a:lnTo>
                    <a:pt x="1593231" y="1130479"/>
                  </a:lnTo>
                  <a:lnTo>
                    <a:pt x="1558991" y="1107517"/>
                  </a:lnTo>
                  <a:close/>
                  <a:moveTo>
                    <a:pt x="1514291" y="1155594"/>
                  </a:moveTo>
                  <a:lnTo>
                    <a:pt x="1586655" y="1147491"/>
                  </a:lnTo>
                  <a:lnTo>
                    <a:pt x="1558991" y="1107517"/>
                  </a:lnTo>
                  <a:close/>
                  <a:moveTo>
                    <a:pt x="2154632" y="801764"/>
                  </a:moveTo>
                  <a:lnTo>
                    <a:pt x="2079767" y="800512"/>
                  </a:lnTo>
                  <a:lnTo>
                    <a:pt x="2049787" y="801491"/>
                  </a:lnTo>
                  <a:close/>
                  <a:moveTo>
                    <a:pt x="2079767" y="800512"/>
                  </a:moveTo>
                  <a:lnTo>
                    <a:pt x="2154632" y="801764"/>
                  </a:lnTo>
                  <a:lnTo>
                    <a:pt x="2206482" y="780421"/>
                  </a:lnTo>
                  <a:close/>
                  <a:moveTo>
                    <a:pt x="2171111" y="781296"/>
                  </a:moveTo>
                  <a:lnTo>
                    <a:pt x="2206482" y="780421"/>
                  </a:lnTo>
                  <a:lnTo>
                    <a:pt x="2154632" y="801764"/>
                  </a:lnTo>
                  <a:close/>
                  <a:moveTo>
                    <a:pt x="2315529" y="704423"/>
                  </a:moveTo>
                  <a:lnTo>
                    <a:pt x="2268270" y="742859"/>
                  </a:lnTo>
                  <a:lnTo>
                    <a:pt x="2318065" y="703751"/>
                  </a:lnTo>
                  <a:close/>
                  <a:moveTo>
                    <a:pt x="2003939" y="365258"/>
                  </a:moveTo>
                  <a:lnTo>
                    <a:pt x="1879777" y="394896"/>
                  </a:lnTo>
                  <a:lnTo>
                    <a:pt x="1944760" y="359201"/>
                  </a:lnTo>
                  <a:close/>
                  <a:moveTo>
                    <a:pt x="1819144" y="85139"/>
                  </a:moveTo>
                  <a:lnTo>
                    <a:pt x="1863991" y="46702"/>
                  </a:lnTo>
                  <a:lnTo>
                    <a:pt x="1854824" y="86401"/>
                  </a:lnTo>
                  <a:close/>
                  <a:moveTo>
                    <a:pt x="2373066" y="630731"/>
                  </a:moveTo>
                  <a:lnTo>
                    <a:pt x="2379033" y="615504"/>
                  </a:lnTo>
                  <a:lnTo>
                    <a:pt x="2344684" y="588073"/>
                  </a:lnTo>
                  <a:close/>
                  <a:moveTo>
                    <a:pt x="2406204" y="539427"/>
                  </a:moveTo>
                  <a:lnTo>
                    <a:pt x="2460498" y="509774"/>
                  </a:lnTo>
                  <a:lnTo>
                    <a:pt x="2450225" y="501557"/>
                  </a:lnTo>
                  <a:close/>
                  <a:moveTo>
                    <a:pt x="1863991" y="46702"/>
                  </a:moveTo>
                  <a:lnTo>
                    <a:pt x="1896293" y="26245"/>
                  </a:lnTo>
                  <a:lnTo>
                    <a:pt x="1854824" y="86401"/>
                  </a:lnTo>
                  <a:close/>
                  <a:moveTo>
                    <a:pt x="1918941" y="8265"/>
                  </a:moveTo>
                  <a:lnTo>
                    <a:pt x="1863991" y="46702"/>
                  </a:lnTo>
                  <a:lnTo>
                    <a:pt x="1963805" y="0"/>
                  </a:lnTo>
                  <a:close/>
                  <a:moveTo>
                    <a:pt x="2535363" y="380905"/>
                  </a:moveTo>
                  <a:lnTo>
                    <a:pt x="2548779" y="363431"/>
                  </a:lnTo>
                  <a:lnTo>
                    <a:pt x="2508674" y="428686"/>
                  </a:lnTo>
                  <a:close/>
                  <a:moveTo>
                    <a:pt x="2535363" y="380905"/>
                  </a:moveTo>
                  <a:lnTo>
                    <a:pt x="2559538" y="342468"/>
                  </a:lnTo>
                  <a:lnTo>
                    <a:pt x="2548779" y="363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27" name="Candidate_density__2126">
              <a:extLst>
                <a:ext uri="{FF2B5EF4-FFF2-40B4-BE49-F238E27FC236}">
                  <a16:creationId xmlns:a16="http://schemas.microsoft.com/office/drawing/2014/main" id="{4AE146B8-3A24-B7A0-1EEF-F237AD1EFD17}"/>
                </a:ext>
              </a:extLst>
            </p:cNvPr>
            <p:cNvSpPr>
              <a:spLocks noGrp="1"/>
            </p:cNvSpPr>
            <p:nvPr/>
          </p:nvSpPr>
          <p:spPr>
            <a:xfrm>
              <a:off x="5107354" y="3368550"/>
              <a:ext cx="35493" cy="60697"/>
            </a:xfrm>
            <a:custGeom>
              <a:avLst/>
              <a:gdLst/>
              <a:ahLst/>
              <a:cxnLst/>
              <a:rect l="0" t="0" r="0" b="0"/>
              <a:pathLst>
                <a:path w="35493" h="60697">
                  <a:moveTo>
                    <a:pt x="35493" y="0"/>
                  </a:moveTo>
                  <a:lnTo>
                    <a:pt x="0" y="60697"/>
                  </a:lnTo>
                  <a:lnTo>
                    <a:pt x="24543" y="34542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28" name="Candidate_density__2127">
              <a:extLst>
                <a:ext uri="{FF2B5EF4-FFF2-40B4-BE49-F238E27FC236}">
                  <a16:creationId xmlns:a16="http://schemas.microsoft.com/office/drawing/2014/main" id="{B79851A3-DD95-8CDA-4F8D-9A72AA21A155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822814"/>
              <a:ext cx="2806366" cy="1857334"/>
            </a:xfrm>
            <a:custGeom>
              <a:avLst/>
              <a:gdLst/>
              <a:ahLst/>
              <a:cxnLst/>
              <a:rect l="0" t="0" r="0" b="0"/>
              <a:pathLst>
                <a:path w="2806366" h="1857334">
                  <a:moveTo>
                    <a:pt x="13251" y="1288707"/>
                  </a:moveTo>
                  <a:lnTo>
                    <a:pt x="90790" y="1356043"/>
                  </a:lnTo>
                  <a:lnTo>
                    <a:pt x="38319" y="1299124"/>
                  </a:lnTo>
                  <a:close/>
                  <a:moveTo>
                    <a:pt x="0" y="1273827"/>
                  </a:moveTo>
                  <a:lnTo>
                    <a:pt x="13251" y="1288707"/>
                  </a:lnTo>
                  <a:lnTo>
                    <a:pt x="38319" y="1299124"/>
                  </a:lnTo>
                  <a:close/>
                  <a:moveTo>
                    <a:pt x="160274" y="1429956"/>
                  </a:moveTo>
                  <a:lnTo>
                    <a:pt x="260631" y="1509052"/>
                  </a:lnTo>
                  <a:lnTo>
                    <a:pt x="209906" y="1489698"/>
                  </a:lnTo>
                  <a:close/>
                  <a:moveTo>
                    <a:pt x="144648" y="1418013"/>
                  </a:moveTo>
                  <a:lnTo>
                    <a:pt x="167221" y="1438258"/>
                  </a:lnTo>
                  <a:lnTo>
                    <a:pt x="160274" y="1429956"/>
                  </a:lnTo>
                  <a:close/>
                  <a:moveTo>
                    <a:pt x="281376" y="1292002"/>
                  </a:moveTo>
                  <a:lnTo>
                    <a:pt x="279208" y="1212046"/>
                  </a:lnTo>
                  <a:lnTo>
                    <a:pt x="215865" y="1253873"/>
                  </a:lnTo>
                  <a:close/>
                  <a:moveTo>
                    <a:pt x="281376" y="1292002"/>
                  </a:moveTo>
                  <a:lnTo>
                    <a:pt x="310642" y="1266118"/>
                  </a:lnTo>
                  <a:lnTo>
                    <a:pt x="283109" y="1196955"/>
                  </a:lnTo>
                  <a:close/>
                  <a:moveTo>
                    <a:pt x="710049" y="1708258"/>
                  </a:moveTo>
                  <a:lnTo>
                    <a:pt x="845992" y="1722666"/>
                  </a:lnTo>
                  <a:lnTo>
                    <a:pt x="764708" y="1697420"/>
                  </a:lnTo>
                  <a:close/>
                  <a:moveTo>
                    <a:pt x="885224" y="1765190"/>
                  </a:moveTo>
                  <a:lnTo>
                    <a:pt x="912830" y="1693908"/>
                  </a:lnTo>
                  <a:lnTo>
                    <a:pt x="845992" y="1722666"/>
                  </a:lnTo>
                  <a:close/>
                  <a:moveTo>
                    <a:pt x="695325" y="1651809"/>
                  </a:moveTo>
                  <a:lnTo>
                    <a:pt x="684096" y="1690245"/>
                  </a:lnTo>
                  <a:lnTo>
                    <a:pt x="710049" y="1708258"/>
                  </a:lnTo>
                  <a:close/>
                  <a:moveTo>
                    <a:pt x="695325" y="1651809"/>
                  </a:moveTo>
                  <a:lnTo>
                    <a:pt x="629236" y="1608030"/>
                  </a:lnTo>
                  <a:lnTo>
                    <a:pt x="684096" y="1690245"/>
                  </a:lnTo>
                  <a:close/>
                  <a:moveTo>
                    <a:pt x="495546" y="1439255"/>
                  </a:moveTo>
                  <a:lnTo>
                    <a:pt x="495809" y="1464565"/>
                  </a:lnTo>
                  <a:lnTo>
                    <a:pt x="527215" y="1443600"/>
                  </a:lnTo>
                  <a:close/>
                  <a:moveTo>
                    <a:pt x="992229" y="1712110"/>
                  </a:moveTo>
                  <a:lnTo>
                    <a:pt x="952590" y="1627360"/>
                  </a:lnTo>
                  <a:lnTo>
                    <a:pt x="912830" y="1693908"/>
                  </a:lnTo>
                  <a:close/>
                  <a:moveTo>
                    <a:pt x="1242886" y="1756286"/>
                  </a:moveTo>
                  <a:lnTo>
                    <a:pt x="1163161" y="1857334"/>
                  </a:lnTo>
                  <a:lnTo>
                    <a:pt x="1229090" y="1825174"/>
                  </a:lnTo>
                  <a:close/>
                  <a:moveTo>
                    <a:pt x="965499" y="1599836"/>
                  </a:moveTo>
                  <a:lnTo>
                    <a:pt x="928293" y="1529992"/>
                  </a:lnTo>
                  <a:lnTo>
                    <a:pt x="975399" y="1574936"/>
                  </a:lnTo>
                  <a:close/>
                  <a:moveTo>
                    <a:pt x="928293" y="1529992"/>
                  </a:moveTo>
                  <a:lnTo>
                    <a:pt x="918581" y="1437795"/>
                  </a:lnTo>
                  <a:lnTo>
                    <a:pt x="969058" y="1492721"/>
                  </a:lnTo>
                  <a:close/>
                  <a:moveTo>
                    <a:pt x="638213" y="1083584"/>
                  </a:moveTo>
                  <a:lnTo>
                    <a:pt x="712266" y="1070942"/>
                  </a:lnTo>
                  <a:lnTo>
                    <a:pt x="701653" y="1092601"/>
                  </a:lnTo>
                  <a:close/>
                  <a:moveTo>
                    <a:pt x="701653" y="1092601"/>
                  </a:moveTo>
                  <a:lnTo>
                    <a:pt x="716367" y="1086273"/>
                  </a:lnTo>
                  <a:lnTo>
                    <a:pt x="649720" y="1174322"/>
                  </a:lnTo>
                  <a:close/>
                  <a:moveTo>
                    <a:pt x="1355304" y="1625392"/>
                  </a:moveTo>
                  <a:lnTo>
                    <a:pt x="1275022" y="1630068"/>
                  </a:lnTo>
                  <a:lnTo>
                    <a:pt x="1256059" y="1710805"/>
                  </a:lnTo>
                  <a:close/>
                  <a:moveTo>
                    <a:pt x="1062234" y="1328237"/>
                  </a:moveTo>
                  <a:lnTo>
                    <a:pt x="1151805" y="1369373"/>
                  </a:lnTo>
                  <a:lnTo>
                    <a:pt x="1106572" y="1251418"/>
                  </a:lnTo>
                  <a:close/>
                  <a:moveTo>
                    <a:pt x="818832" y="975513"/>
                  </a:moveTo>
                  <a:lnTo>
                    <a:pt x="948783" y="1012872"/>
                  </a:lnTo>
                  <a:lnTo>
                    <a:pt x="956923" y="997954"/>
                  </a:lnTo>
                  <a:close/>
                  <a:moveTo>
                    <a:pt x="715622" y="780968"/>
                  </a:moveTo>
                  <a:lnTo>
                    <a:pt x="652058" y="796563"/>
                  </a:lnTo>
                  <a:lnTo>
                    <a:pt x="685190" y="754506"/>
                  </a:lnTo>
                  <a:close/>
                  <a:moveTo>
                    <a:pt x="685190" y="754506"/>
                  </a:moveTo>
                  <a:lnTo>
                    <a:pt x="709390" y="796563"/>
                  </a:lnTo>
                  <a:lnTo>
                    <a:pt x="715622" y="780968"/>
                  </a:lnTo>
                  <a:close/>
                  <a:moveTo>
                    <a:pt x="1317216" y="1595765"/>
                  </a:moveTo>
                  <a:lnTo>
                    <a:pt x="1369664" y="1613717"/>
                  </a:lnTo>
                  <a:lnTo>
                    <a:pt x="1351208" y="1668223"/>
                  </a:lnTo>
                  <a:close/>
                  <a:moveTo>
                    <a:pt x="1400476" y="1188299"/>
                  </a:moveTo>
                  <a:lnTo>
                    <a:pt x="1377485" y="1295196"/>
                  </a:lnTo>
                  <a:lnTo>
                    <a:pt x="1390086" y="1287643"/>
                  </a:lnTo>
                  <a:close/>
                  <a:moveTo>
                    <a:pt x="1346696" y="1271521"/>
                  </a:moveTo>
                  <a:lnTo>
                    <a:pt x="1377485" y="1295196"/>
                  </a:lnTo>
                  <a:lnTo>
                    <a:pt x="1400476" y="1188299"/>
                  </a:lnTo>
                  <a:close/>
                  <a:moveTo>
                    <a:pt x="1400476" y="1188299"/>
                  </a:moveTo>
                  <a:lnTo>
                    <a:pt x="1390086" y="1287643"/>
                  </a:lnTo>
                  <a:lnTo>
                    <a:pt x="1469106" y="1293189"/>
                  </a:lnTo>
                  <a:close/>
                  <a:moveTo>
                    <a:pt x="1169669" y="954480"/>
                  </a:moveTo>
                  <a:lnTo>
                    <a:pt x="1182486" y="853578"/>
                  </a:lnTo>
                  <a:lnTo>
                    <a:pt x="1126374" y="922442"/>
                  </a:lnTo>
                  <a:close/>
                  <a:moveTo>
                    <a:pt x="1505047" y="863600"/>
                  </a:moveTo>
                  <a:lnTo>
                    <a:pt x="1545421" y="889463"/>
                  </a:lnTo>
                  <a:lnTo>
                    <a:pt x="1514850" y="829855"/>
                  </a:lnTo>
                  <a:close/>
                  <a:moveTo>
                    <a:pt x="1813639" y="1094773"/>
                  </a:moveTo>
                  <a:lnTo>
                    <a:pt x="1823001" y="987070"/>
                  </a:lnTo>
                  <a:lnTo>
                    <a:pt x="1717397" y="1029825"/>
                  </a:lnTo>
                  <a:close/>
                  <a:moveTo>
                    <a:pt x="1691771" y="832981"/>
                  </a:moveTo>
                  <a:lnTo>
                    <a:pt x="1774883" y="894805"/>
                  </a:lnTo>
                  <a:lnTo>
                    <a:pt x="1723705" y="838208"/>
                  </a:lnTo>
                  <a:close/>
                  <a:moveTo>
                    <a:pt x="1691771" y="832981"/>
                  </a:moveTo>
                  <a:lnTo>
                    <a:pt x="1680763" y="812590"/>
                  </a:lnTo>
                  <a:lnTo>
                    <a:pt x="1660830" y="818331"/>
                  </a:lnTo>
                  <a:close/>
                  <a:moveTo>
                    <a:pt x="1691771" y="832981"/>
                  </a:moveTo>
                  <a:lnTo>
                    <a:pt x="1723705" y="838208"/>
                  </a:lnTo>
                  <a:lnTo>
                    <a:pt x="1680763" y="812590"/>
                  </a:lnTo>
                  <a:close/>
                  <a:moveTo>
                    <a:pt x="2286447" y="1333717"/>
                  </a:moveTo>
                  <a:lnTo>
                    <a:pt x="2238408" y="1369310"/>
                  </a:lnTo>
                  <a:lnTo>
                    <a:pt x="2363615" y="1343580"/>
                  </a:lnTo>
                  <a:close/>
                  <a:moveTo>
                    <a:pt x="1774883" y="894805"/>
                  </a:moveTo>
                  <a:lnTo>
                    <a:pt x="1826640" y="944407"/>
                  </a:lnTo>
                  <a:lnTo>
                    <a:pt x="1838537" y="874347"/>
                  </a:lnTo>
                  <a:close/>
                  <a:moveTo>
                    <a:pt x="1826640" y="944407"/>
                  </a:moveTo>
                  <a:lnTo>
                    <a:pt x="1861125" y="894805"/>
                  </a:lnTo>
                  <a:lnTo>
                    <a:pt x="1838537" y="874347"/>
                  </a:lnTo>
                  <a:close/>
                  <a:moveTo>
                    <a:pt x="1680763" y="812590"/>
                  </a:moveTo>
                  <a:lnTo>
                    <a:pt x="1723705" y="838208"/>
                  </a:lnTo>
                  <a:lnTo>
                    <a:pt x="1732808" y="799619"/>
                  </a:lnTo>
                  <a:close/>
                  <a:moveTo>
                    <a:pt x="1838537" y="874347"/>
                  </a:moveTo>
                  <a:lnTo>
                    <a:pt x="1723705" y="838208"/>
                  </a:lnTo>
                  <a:lnTo>
                    <a:pt x="1774883" y="894805"/>
                  </a:lnTo>
                  <a:close/>
                  <a:moveTo>
                    <a:pt x="1732808" y="799619"/>
                  </a:moveTo>
                  <a:lnTo>
                    <a:pt x="1723705" y="838208"/>
                  </a:lnTo>
                  <a:lnTo>
                    <a:pt x="1838537" y="874347"/>
                  </a:lnTo>
                  <a:close/>
                  <a:moveTo>
                    <a:pt x="1822722" y="787112"/>
                  </a:moveTo>
                  <a:lnTo>
                    <a:pt x="1838537" y="874347"/>
                  </a:lnTo>
                  <a:lnTo>
                    <a:pt x="1890141" y="792894"/>
                  </a:lnTo>
                  <a:close/>
                  <a:moveTo>
                    <a:pt x="1639011" y="800209"/>
                  </a:moveTo>
                  <a:lnTo>
                    <a:pt x="1680763" y="812590"/>
                  </a:lnTo>
                  <a:lnTo>
                    <a:pt x="1749502" y="719458"/>
                  </a:lnTo>
                  <a:close/>
                  <a:moveTo>
                    <a:pt x="1822722" y="787112"/>
                  </a:moveTo>
                  <a:lnTo>
                    <a:pt x="1890141" y="792894"/>
                  </a:lnTo>
                  <a:lnTo>
                    <a:pt x="1832232" y="750115"/>
                  </a:lnTo>
                  <a:close/>
                  <a:moveTo>
                    <a:pt x="1890141" y="792894"/>
                  </a:moveTo>
                  <a:lnTo>
                    <a:pt x="1908524" y="756699"/>
                  </a:lnTo>
                  <a:lnTo>
                    <a:pt x="1832232" y="750115"/>
                  </a:lnTo>
                  <a:close/>
                  <a:moveTo>
                    <a:pt x="1749502" y="719458"/>
                  </a:moveTo>
                  <a:lnTo>
                    <a:pt x="1832232" y="750115"/>
                  </a:lnTo>
                  <a:lnTo>
                    <a:pt x="1883442" y="726377"/>
                  </a:lnTo>
                  <a:close/>
                  <a:moveTo>
                    <a:pt x="1908524" y="756699"/>
                  </a:moveTo>
                  <a:lnTo>
                    <a:pt x="1946456" y="653502"/>
                  </a:lnTo>
                  <a:lnTo>
                    <a:pt x="1937051" y="654665"/>
                  </a:lnTo>
                  <a:close/>
                  <a:moveTo>
                    <a:pt x="2027731" y="708536"/>
                  </a:moveTo>
                  <a:lnTo>
                    <a:pt x="1946456" y="653502"/>
                  </a:lnTo>
                  <a:lnTo>
                    <a:pt x="1908524" y="756699"/>
                  </a:lnTo>
                  <a:close/>
                  <a:moveTo>
                    <a:pt x="1906384" y="579504"/>
                  </a:moveTo>
                  <a:lnTo>
                    <a:pt x="1894849" y="571287"/>
                  </a:lnTo>
                  <a:lnTo>
                    <a:pt x="1935148" y="653502"/>
                  </a:lnTo>
                  <a:close/>
                  <a:moveTo>
                    <a:pt x="1894849" y="571287"/>
                  </a:moveTo>
                  <a:lnTo>
                    <a:pt x="1906384" y="579504"/>
                  </a:lnTo>
                  <a:lnTo>
                    <a:pt x="1910628" y="549363"/>
                  </a:lnTo>
                  <a:close/>
                  <a:moveTo>
                    <a:pt x="1946456" y="653502"/>
                  </a:moveTo>
                  <a:lnTo>
                    <a:pt x="2027731" y="708536"/>
                  </a:lnTo>
                  <a:lnTo>
                    <a:pt x="1941839" y="650773"/>
                  </a:lnTo>
                  <a:close/>
                  <a:moveTo>
                    <a:pt x="1910628" y="549363"/>
                  </a:moveTo>
                  <a:lnTo>
                    <a:pt x="2033359" y="514373"/>
                  </a:lnTo>
                  <a:lnTo>
                    <a:pt x="1948162" y="474494"/>
                  </a:lnTo>
                  <a:close/>
                  <a:moveTo>
                    <a:pt x="2177382" y="779496"/>
                  </a:moveTo>
                  <a:lnTo>
                    <a:pt x="2177878" y="780245"/>
                  </a:lnTo>
                  <a:lnTo>
                    <a:pt x="2178968" y="780121"/>
                  </a:lnTo>
                  <a:close/>
                  <a:moveTo>
                    <a:pt x="2259650" y="803122"/>
                  </a:moveTo>
                  <a:lnTo>
                    <a:pt x="2178968" y="780121"/>
                  </a:lnTo>
                  <a:lnTo>
                    <a:pt x="2177878" y="780245"/>
                  </a:lnTo>
                  <a:close/>
                  <a:moveTo>
                    <a:pt x="2177382" y="779496"/>
                  </a:moveTo>
                  <a:lnTo>
                    <a:pt x="2178968" y="780121"/>
                  </a:lnTo>
                  <a:lnTo>
                    <a:pt x="2180455" y="778150"/>
                  </a:lnTo>
                  <a:close/>
                  <a:moveTo>
                    <a:pt x="2288075" y="751249"/>
                  </a:moveTo>
                  <a:lnTo>
                    <a:pt x="2178968" y="780121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180455" y="778150"/>
                  </a:lnTo>
                  <a:lnTo>
                    <a:pt x="2178968" y="780121"/>
                  </a:lnTo>
                  <a:close/>
                  <a:moveTo>
                    <a:pt x="2288075" y="751249"/>
                  </a:moveTo>
                  <a:lnTo>
                    <a:pt x="2298560" y="733400"/>
                  </a:lnTo>
                  <a:lnTo>
                    <a:pt x="2222626" y="728152"/>
                  </a:lnTo>
                  <a:close/>
                  <a:moveTo>
                    <a:pt x="2259650" y="803122"/>
                  </a:moveTo>
                  <a:lnTo>
                    <a:pt x="2322354" y="741059"/>
                  </a:lnTo>
                  <a:lnTo>
                    <a:pt x="2288075" y="751249"/>
                  </a:lnTo>
                  <a:close/>
                  <a:moveTo>
                    <a:pt x="2380669" y="761732"/>
                  </a:moveTo>
                  <a:lnTo>
                    <a:pt x="2322354" y="741059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322354" y="741059"/>
                  </a:lnTo>
                  <a:lnTo>
                    <a:pt x="2298560" y="733400"/>
                  </a:lnTo>
                  <a:close/>
                  <a:moveTo>
                    <a:pt x="2041438" y="430207"/>
                  </a:moveTo>
                  <a:lnTo>
                    <a:pt x="2126723" y="421465"/>
                  </a:lnTo>
                  <a:lnTo>
                    <a:pt x="2051277" y="366165"/>
                  </a:lnTo>
                  <a:close/>
                  <a:moveTo>
                    <a:pt x="2380669" y="761732"/>
                  </a:moveTo>
                  <a:lnTo>
                    <a:pt x="2403855" y="717714"/>
                  </a:lnTo>
                  <a:lnTo>
                    <a:pt x="2322354" y="741059"/>
                  </a:lnTo>
                  <a:close/>
                  <a:moveTo>
                    <a:pt x="2380669" y="761732"/>
                  </a:moveTo>
                  <a:lnTo>
                    <a:pt x="2457627" y="702623"/>
                  </a:lnTo>
                  <a:lnTo>
                    <a:pt x="2403855" y="717714"/>
                  </a:lnTo>
                  <a:close/>
                  <a:moveTo>
                    <a:pt x="2501613" y="720061"/>
                  </a:moveTo>
                  <a:lnTo>
                    <a:pt x="2457627" y="702623"/>
                  </a:lnTo>
                  <a:lnTo>
                    <a:pt x="2380669" y="761732"/>
                  </a:lnTo>
                  <a:close/>
                  <a:moveTo>
                    <a:pt x="2459717" y="778620"/>
                  </a:moveTo>
                  <a:lnTo>
                    <a:pt x="2501613" y="720061"/>
                  </a:lnTo>
                  <a:lnTo>
                    <a:pt x="2380669" y="761732"/>
                  </a:lnTo>
                  <a:close/>
                  <a:moveTo>
                    <a:pt x="2457627" y="702623"/>
                  </a:moveTo>
                  <a:lnTo>
                    <a:pt x="2501613" y="720061"/>
                  </a:lnTo>
                  <a:lnTo>
                    <a:pt x="2509781" y="692190"/>
                  </a:lnTo>
                  <a:close/>
                  <a:moveTo>
                    <a:pt x="2509781" y="692190"/>
                  </a:moveTo>
                  <a:lnTo>
                    <a:pt x="2501613" y="720061"/>
                  </a:lnTo>
                  <a:lnTo>
                    <a:pt x="2568763" y="702623"/>
                  </a:lnTo>
                  <a:close/>
                  <a:moveTo>
                    <a:pt x="2509781" y="692190"/>
                  </a:moveTo>
                  <a:lnTo>
                    <a:pt x="2568763" y="702623"/>
                  </a:lnTo>
                  <a:lnTo>
                    <a:pt x="2525502" y="594175"/>
                  </a:lnTo>
                  <a:close/>
                  <a:moveTo>
                    <a:pt x="2525502" y="594175"/>
                  </a:moveTo>
                  <a:lnTo>
                    <a:pt x="2568763" y="702623"/>
                  </a:lnTo>
                  <a:lnTo>
                    <a:pt x="2571299" y="701951"/>
                  </a:lnTo>
                  <a:close/>
                  <a:moveTo>
                    <a:pt x="2525502" y="594175"/>
                  </a:moveTo>
                  <a:lnTo>
                    <a:pt x="2571299" y="701951"/>
                  </a:lnTo>
                  <a:lnTo>
                    <a:pt x="2597919" y="586272"/>
                  </a:lnTo>
                  <a:close/>
                  <a:moveTo>
                    <a:pt x="1957905" y="37158"/>
                  </a:moveTo>
                  <a:lnTo>
                    <a:pt x="2037933" y="101071"/>
                  </a:lnTo>
                  <a:lnTo>
                    <a:pt x="2056202" y="17836"/>
                  </a:lnTo>
                  <a:close/>
                  <a:moveTo>
                    <a:pt x="2599145" y="580039"/>
                  </a:moveTo>
                  <a:lnTo>
                    <a:pt x="2597919" y="586272"/>
                  </a:lnTo>
                  <a:lnTo>
                    <a:pt x="2603014" y="581971"/>
                  </a:lnTo>
                  <a:close/>
                  <a:moveTo>
                    <a:pt x="2599145" y="580039"/>
                  </a:moveTo>
                  <a:lnTo>
                    <a:pt x="2603014" y="581971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599145" y="580039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689908" y="466750"/>
                  </a:lnTo>
                  <a:lnTo>
                    <a:pt x="2621258" y="458334"/>
                  </a:lnTo>
                  <a:close/>
                  <a:moveTo>
                    <a:pt x="2689908" y="466750"/>
                  </a:moveTo>
                  <a:lnTo>
                    <a:pt x="2695344" y="456668"/>
                  </a:lnTo>
                  <a:lnTo>
                    <a:pt x="2621258" y="458334"/>
                  </a:lnTo>
                  <a:close/>
                  <a:moveTo>
                    <a:pt x="2149528" y="24445"/>
                  </a:moveTo>
                  <a:lnTo>
                    <a:pt x="2152672" y="0"/>
                  </a:lnTo>
                  <a:lnTo>
                    <a:pt x="2116543" y="6465"/>
                  </a:lnTo>
                  <a:close/>
                  <a:moveTo>
                    <a:pt x="2149528" y="24445"/>
                  </a:moveTo>
                  <a:lnTo>
                    <a:pt x="2172176" y="6465"/>
                  </a:lnTo>
                  <a:lnTo>
                    <a:pt x="2152672" y="0"/>
                  </a:lnTo>
                  <a:close/>
                  <a:moveTo>
                    <a:pt x="2732750" y="381322"/>
                  </a:moveTo>
                  <a:lnTo>
                    <a:pt x="2695344" y="456668"/>
                  </a:lnTo>
                  <a:lnTo>
                    <a:pt x="2802013" y="361631"/>
                  </a:lnTo>
                  <a:close/>
                  <a:moveTo>
                    <a:pt x="2806366" y="332571"/>
                  </a:moveTo>
                  <a:lnTo>
                    <a:pt x="2732750" y="381322"/>
                  </a:lnTo>
                  <a:lnTo>
                    <a:pt x="2802013" y="36163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29" name="Candidate_density__2128">
              <a:extLst>
                <a:ext uri="{FF2B5EF4-FFF2-40B4-BE49-F238E27FC236}">
                  <a16:creationId xmlns:a16="http://schemas.microsoft.com/office/drawing/2014/main" id="{80281DDF-FEBA-B9ED-CCE4-E3E46520E48B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712555"/>
              <a:ext cx="2806366" cy="2081859"/>
            </a:xfrm>
            <a:custGeom>
              <a:avLst/>
              <a:gdLst/>
              <a:ahLst/>
              <a:cxnLst/>
              <a:rect l="0" t="0" r="0" b="0"/>
              <a:pathLst>
                <a:path w="2806366" h="2081859">
                  <a:moveTo>
                    <a:pt x="159762" y="1510081"/>
                  </a:moveTo>
                  <a:lnTo>
                    <a:pt x="144648" y="1528272"/>
                  </a:lnTo>
                  <a:lnTo>
                    <a:pt x="160274" y="1540215"/>
                  </a:lnTo>
                  <a:close/>
                  <a:moveTo>
                    <a:pt x="90790" y="1466302"/>
                  </a:moveTo>
                  <a:lnTo>
                    <a:pt x="144648" y="1528272"/>
                  </a:lnTo>
                  <a:lnTo>
                    <a:pt x="159762" y="1510081"/>
                  </a:lnTo>
                  <a:close/>
                  <a:moveTo>
                    <a:pt x="90790" y="1466302"/>
                  </a:moveTo>
                  <a:lnTo>
                    <a:pt x="127782" y="1427865"/>
                  </a:lnTo>
                  <a:lnTo>
                    <a:pt x="38319" y="1409383"/>
                  </a:lnTo>
                  <a:close/>
                  <a:moveTo>
                    <a:pt x="127782" y="1427865"/>
                  </a:moveTo>
                  <a:lnTo>
                    <a:pt x="91726" y="1393859"/>
                  </a:lnTo>
                  <a:lnTo>
                    <a:pt x="38319" y="1409383"/>
                  </a:lnTo>
                  <a:close/>
                  <a:moveTo>
                    <a:pt x="17222" y="1345650"/>
                  </a:moveTo>
                  <a:lnTo>
                    <a:pt x="38319" y="1409383"/>
                  </a:lnTo>
                  <a:lnTo>
                    <a:pt x="91726" y="1393859"/>
                  </a:lnTo>
                  <a:close/>
                  <a:moveTo>
                    <a:pt x="17222" y="1345650"/>
                  </a:moveTo>
                  <a:lnTo>
                    <a:pt x="0" y="1384087"/>
                  </a:lnTo>
                  <a:lnTo>
                    <a:pt x="38319" y="1409383"/>
                  </a:lnTo>
                  <a:close/>
                  <a:moveTo>
                    <a:pt x="204942" y="1592296"/>
                  </a:moveTo>
                  <a:lnTo>
                    <a:pt x="160274" y="1540215"/>
                  </a:lnTo>
                  <a:lnTo>
                    <a:pt x="209906" y="1599958"/>
                  </a:lnTo>
                  <a:close/>
                  <a:moveTo>
                    <a:pt x="207239" y="1401942"/>
                  </a:moveTo>
                  <a:lnTo>
                    <a:pt x="281376" y="1402261"/>
                  </a:lnTo>
                  <a:lnTo>
                    <a:pt x="215865" y="1364132"/>
                  </a:lnTo>
                  <a:close/>
                  <a:moveTo>
                    <a:pt x="684096" y="1800504"/>
                  </a:moveTo>
                  <a:lnTo>
                    <a:pt x="682417" y="1819051"/>
                  </a:lnTo>
                  <a:lnTo>
                    <a:pt x="710049" y="1818517"/>
                  </a:lnTo>
                  <a:close/>
                  <a:moveTo>
                    <a:pt x="710049" y="1818517"/>
                  </a:moveTo>
                  <a:lnTo>
                    <a:pt x="804673" y="1880344"/>
                  </a:lnTo>
                  <a:lnTo>
                    <a:pt x="845992" y="1832925"/>
                  </a:lnTo>
                  <a:close/>
                  <a:moveTo>
                    <a:pt x="695325" y="1762068"/>
                  </a:moveTo>
                  <a:lnTo>
                    <a:pt x="710049" y="1818517"/>
                  </a:lnTo>
                  <a:lnTo>
                    <a:pt x="764708" y="1807679"/>
                  </a:lnTo>
                  <a:close/>
                  <a:moveTo>
                    <a:pt x="594915" y="1451508"/>
                  </a:moveTo>
                  <a:lnTo>
                    <a:pt x="527215" y="1553859"/>
                  </a:lnTo>
                  <a:lnTo>
                    <a:pt x="562731" y="1546380"/>
                  </a:lnTo>
                  <a:close/>
                  <a:moveTo>
                    <a:pt x="1149746" y="2081859"/>
                  </a:moveTo>
                  <a:lnTo>
                    <a:pt x="1226801" y="1979714"/>
                  </a:lnTo>
                  <a:lnTo>
                    <a:pt x="1162182" y="1971655"/>
                  </a:lnTo>
                  <a:close/>
                  <a:moveTo>
                    <a:pt x="1162182" y="1971655"/>
                  </a:moveTo>
                  <a:lnTo>
                    <a:pt x="1226801" y="1979714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177098" y="1859437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256059" y="1821064"/>
                  </a:lnTo>
                  <a:lnTo>
                    <a:pt x="1172281" y="1786489"/>
                  </a:lnTo>
                  <a:close/>
                  <a:moveTo>
                    <a:pt x="965499" y="1710095"/>
                  </a:moveTo>
                  <a:lnTo>
                    <a:pt x="952590" y="1737619"/>
                  </a:lnTo>
                  <a:lnTo>
                    <a:pt x="1071814" y="1784346"/>
                  </a:lnTo>
                  <a:close/>
                  <a:moveTo>
                    <a:pt x="307971" y="999443"/>
                  </a:moveTo>
                  <a:lnTo>
                    <a:pt x="360182" y="983695"/>
                  </a:lnTo>
                  <a:lnTo>
                    <a:pt x="312168" y="976859"/>
                  </a:lnTo>
                  <a:close/>
                  <a:moveTo>
                    <a:pt x="312168" y="976859"/>
                  </a:moveTo>
                  <a:lnTo>
                    <a:pt x="360182" y="983695"/>
                  </a:lnTo>
                  <a:lnTo>
                    <a:pt x="396155" y="869079"/>
                  </a:lnTo>
                  <a:close/>
                  <a:moveTo>
                    <a:pt x="317442" y="872479"/>
                  </a:moveTo>
                  <a:lnTo>
                    <a:pt x="312168" y="976859"/>
                  </a:lnTo>
                  <a:lnTo>
                    <a:pt x="396155" y="869079"/>
                  </a:lnTo>
                  <a:close/>
                  <a:moveTo>
                    <a:pt x="1275022" y="1740327"/>
                  </a:moveTo>
                  <a:lnTo>
                    <a:pt x="1355304" y="1735651"/>
                  </a:lnTo>
                  <a:lnTo>
                    <a:pt x="1341012" y="1647178"/>
                  </a:lnTo>
                  <a:close/>
                  <a:moveTo>
                    <a:pt x="725557" y="1183427"/>
                  </a:moveTo>
                  <a:lnTo>
                    <a:pt x="716367" y="1196532"/>
                  </a:lnTo>
                  <a:lnTo>
                    <a:pt x="811971" y="1173766"/>
                  </a:lnTo>
                  <a:close/>
                  <a:moveTo>
                    <a:pt x="712266" y="1181201"/>
                  </a:moveTo>
                  <a:lnTo>
                    <a:pt x="725557" y="1183427"/>
                  </a:lnTo>
                  <a:lnTo>
                    <a:pt x="779186" y="1152746"/>
                  </a:lnTo>
                  <a:close/>
                  <a:moveTo>
                    <a:pt x="1106572" y="1361677"/>
                  </a:moveTo>
                  <a:lnTo>
                    <a:pt x="1151805" y="1479632"/>
                  </a:lnTo>
                  <a:lnTo>
                    <a:pt x="1123342" y="1443892"/>
                  </a:lnTo>
                  <a:close/>
                  <a:moveTo>
                    <a:pt x="1106572" y="1361677"/>
                  </a:moveTo>
                  <a:lnTo>
                    <a:pt x="1088698" y="1370252"/>
                  </a:lnTo>
                  <a:lnTo>
                    <a:pt x="1062234" y="1438496"/>
                  </a:lnTo>
                  <a:close/>
                  <a:moveTo>
                    <a:pt x="883471" y="1153468"/>
                  </a:moveTo>
                  <a:lnTo>
                    <a:pt x="948783" y="1123131"/>
                  </a:lnTo>
                  <a:lnTo>
                    <a:pt x="818832" y="1085772"/>
                  </a:lnTo>
                  <a:close/>
                  <a:moveTo>
                    <a:pt x="956923" y="1108213"/>
                  </a:moveTo>
                  <a:lnTo>
                    <a:pt x="1011134" y="1133034"/>
                  </a:lnTo>
                  <a:lnTo>
                    <a:pt x="972273" y="1115032"/>
                  </a:lnTo>
                  <a:close/>
                  <a:moveTo>
                    <a:pt x="956923" y="1108213"/>
                  </a:moveTo>
                  <a:lnTo>
                    <a:pt x="972273" y="1115032"/>
                  </a:lnTo>
                  <a:lnTo>
                    <a:pt x="980367" y="1097454"/>
                  </a:lnTo>
                  <a:close/>
                  <a:moveTo>
                    <a:pt x="956923" y="1108213"/>
                  </a:moveTo>
                  <a:lnTo>
                    <a:pt x="980367" y="1097454"/>
                  </a:lnTo>
                  <a:lnTo>
                    <a:pt x="874530" y="1078816"/>
                  </a:lnTo>
                  <a:close/>
                  <a:moveTo>
                    <a:pt x="1467444" y="1304707"/>
                  </a:moveTo>
                  <a:lnTo>
                    <a:pt x="1400476" y="1298558"/>
                  </a:lnTo>
                  <a:lnTo>
                    <a:pt x="1469106" y="1403448"/>
                  </a:lnTo>
                  <a:close/>
                  <a:moveTo>
                    <a:pt x="1373358" y="1120158"/>
                  </a:moveTo>
                  <a:lnTo>
                    <a:pt x="1281879" y="1038159"/>
                  </a:lnTo>
                  <a:lnTo>
                    <a:pt x="1373147" y="1120592"/>
                  </a:lnTo>
                  <a:close/>
                  <a:moveTo>
                    <a:pt x="1274092" y="1040438"/>
                  </a:moveTo>
                  <a:lnTo>
                    <a:pt x="1269400" y="1010133"/>
                  </a:lnTo>
                  <a:lnTo>
                    <a:pt x="1182486" y="963837"/>
                  </a:lnTo>
                  <a:close/>
                  <a:moveTo>
                    <a:pt x="1077219" y="848916"/>
                  </a:moveTo>
                  <a:lnTo>
                    <a:pt x="1124199" y="873728"/>
                  </a:lnTo>
                  <a:lnTo>
                    <a:pt x="1030548" y="816974"/>
                  </a:lnTo>
                  <a:close/>
                  <a:moveTo>
                    <a:pt x="995416" y="791514"/>
                  </a:moveTo>
                  <a:lnTo>
                    <a:pt x="1030548" y="816974"/>
                  </a:lnTo>
                  <a:lnTo>
                    <a:pt x="929710" y="738269"/>
                  </a:lnTo>
                  <a:close/>
                  <a:moveTo>
                    <a:pt x="929710" y="738269"/>
                  </a:moveTo>
                  <a:lnTo>
                    <a:pt x="1030548" y="816974"/>
                  </a:lnTo>
                  <a:lnTo>
                    <a:pt x="950207" y="747734"/>
                  </a:lnTo>
                  <a:close/>
                  <a:moveTo>
                    <a:pt x="1077219" y="848916"/>
                  </a:moveTo>
                  <a:lnTo>
                    <a:pt x="1030548" y="816974"/>
                  </a:lnTo>
                  <a:lnTo>
                    <a:pt x="995416" y="791514"/>
                  </a:lnTo>
                  <a:close/>
                  <a:moveTo>
                    <a:pt x="1482562" y="1034595"/>
                  </a:moveTo>
                  <a:lnTo>
                    <a:pt x="1414971" y="999722"/>
                  </a:lnTo>
                  <a:lnTo>
                    <a:pt x="1373358" y="1120158"/>
                  </a:lnTo>
                  <a:close/>
                  <a:moveTo>
                    <a:pt x="1182486" y="963837"/>
                  </a:moveTo>
                  <a:lnTo>
                    <a:pt x="1269400" y="1010133"/>
                  </a:lnTo>
                  <a:lnTo>
                    <a:pt x="1305958" y="931618"/>
                  </a:lnTo>
                  <a:close/>
                  <a:moveTo>
                    <a:pt x="1414971" y="999722"/>
                  </a:moveTo>
                  <a:lnTo>
                    <a:pt x="1482562" y="1034595"/>
                  </a:lnTo>
                  <a:lnTo>
                    <a:pt x="1505047" y="973859"/>
                  </a:lnTo>
                  <a:close/>
                  <a:moveTo>
                    <a:pt x="1394242" y="983038"/>
                  </a:moveTo>
                  <a:lnTo>
                    <a:pt x="1505047" y="973859"/>
                  </a:lnTo>
                  <a:lnTo>
                    <a:pt x="1514850" y="940114"/>
                  </a:lnTo>
                  <a:close/>
                  <a:moveTo>
                    <a:pt x="1823001" y="1097329"/>
                  </a:moveTo>
                  <a:lnTo>
                    <a:pt x="1824407" y="1207931"/>
                  </a:lnTo>
                  <a:lnTo>
                    <a:pt x="1919153" y="1121900"/>
                  </a:lnTo>
                  <a:close/>
                  <a:moveTo>
                    <a:pt x="1778914" y="1033079"/>
                  </a:moveTo>
                  <a:lnTo>
                    <a:pt x="1826640" y="1054666"/>
                  </a:lnTo>
                  <a:lnTo>
                    <a:pt x="1774883" y="1005064"/>
                  </a:lnTo>
                  <a:close/>
                  <a:moveTo>
                    <a:pt x="1691771" y="943240"/>
                  </a:moveTo>
                  <a:lnTo>
                    <a:pt x="1778914" y="1033079"/>
                  </a:lnTo>
                  <a:lnTo>
                    <a:pt x="1774883" y="1005064"/>
                  </a:lnTo>
                  <a:close/>
                  <a:moveTo>
                    <a:pt x="2151527" y="1433394"/>
                  </a:moveTo>
                  <a:lnTo>
                    <a:pt x="2238408" y="1479569"/>
                  </a:lnTo>
                  <a:lnTo>
                    <a:pt x="2286447" y="1443976"/>
                  </a:lnTo>
                  <a:close/>
                  <a:moveTo>
                    <a:pt x="1822722" y="897371"/>
                  </a:moveTo>
                  <a:lnTo>
                    <a:pt x="1732808" y="909878"/>
                  </a:lnTo>
                  <a:lnTo>
                    <a:pt x="1838537" y="984606"/>
                  </a:lnTo>
                  <a:close/>
                  <a:moveTo>
                    <a:pt x="1680763" y="922849"/>
                  </a:moveTo>
                  <a:lnTo>
                    <a:pt x="1732808" y="909878"/>
                  </a:lnTo>
                  <a:lnTo>
                    <a:pt x="1749502" y="829717"/>
                  </a:lnTo>
                  <a:close/>
                  <a:moveTo>
                    <a:pt x="1732808" y="909878"/>
                  </a:moveTo>
                  <a:lnTo>
                    <a:pt x="1822722" y="897371"/>
                  </a:lnTo>
                  <a:lnTo>
                    <a:pt x="1749502" y="829717"/>
                  </a:lnTo>
                  <a:close/>
                  <a:moveTo>
                    <a:pt x="1822722" y="897371"/>
                  </a:moveTo>
                  <a:lnTo>
                    <a:pt x="1832232" y="860374"/>
                  </a:lnTo>
                  <a:lnTo>
                    <a:pt x="1749502" y="829717"/>
                  </a:lnTo>
                  <a:close/>
                  <a:moveTo>
                    <a:pt x="2376190" y="1350925"/>
                  </a:moveTo>
                  <a:lnTo>
                    <a:pt x="2286447" y="1443976"/>
                  </a:lnTo>
                  <a:lnTo>
                    <a:pt x="2363615" y="1453839"/>
                  </a:lnTo>
                  <a:close/>
                  <a:moveTo>
                    <a:pt x="2443594" y="1356719"/>
                  </a:moveTo>
                  <a:lnTo>
                    <a:pt x="2376190" y="1350925"/>
                  </a:lnTo>
                  <a:lnTo>
                    <a:pt x="2363615" y="1453839"/>
                  </a:lnTo>
                  <a:close/>
                  <a:moveTo>
                    <a:pt x="1946456" y="763761"/>
                  </a:moveTo>
                  <a:lnTo>
                    <a:pt x="1973420" y="681546"/>
                  </a:lnTo>
                  <a:lnTo>
                    <a:pt x="1937051" y="764925"/>
                  </a:lnTo>
                  <a:close/>
                  <a:moveTo>
                    <a:pt x="1937051" y="764925"/>
                  </a:moveTo>
                  <a:lnTo>
                    <a:pt x="1906384" y="689763"/>
                  </a:lnTo>
                  <a:lnTo>
                    <a:pt x="1935148" y="763761"/>
                  </a:lnTo>
                  <a:close/>
                  <a:moveTo>
                    <a:pt x="1946456" y="763761"/>
                  </a:moveTo>
                  <a:lnTo>
                    <a:pt x="1941839" y="761032"/>
                  </a:lnTo>
                  <a:lnTo>
                    <a:pt x="1973420" y="681546"/>
                  </a:lnTo>
                  <a:close/>
                  <a:moveTo>
                    <a:pt x="2126723" y="531724"/>
                  </a:moveTo>
                  <a:lnTo>
                    <a:pt x="2041438" y="540467"/>
                  </a:lnTo>
                  <a:lnTo>
                    <a:pt x="2137338" y="623186"/>
                  </a:lnTo>
                  <a:close/>
                  <a:moveTo>
                    <a:pt x="2041438" y="540467"/>
                  </a:moveTo>
                  <a:lnTo>
                    <a:pt x="2031623" y="522458"/>
                  </a:lnTo>
                  <a:lnTo>
                    <a:pt x="2033359" y="624632"/>
                  </a:lnTo>
                  <a:close/>
                  <a:moveTo>
                    <a:pt x="2322354" y="851318"/>
                  </a:moveTo>
                  <a:lnTo>
                    <a:pt x="2403855" y="827973"/>
                  </a:lnTo>
                  <a:lnTo>
                    <a:pt x="2416642" y="791286"/>
                  </a:lnTo>
                  <a:close/>
                  <a:moveTo>
                    <a:pt x="2298560" y="843659"/>
                  </a:moveTo>
                  <a:lnTo>
                    <a:pt x="2322354" y="851318"/>
                  </a:lnTo>
                  <a:lnTo>
                    <a:pt x="2416642" y="791286"/>
                  </a:lnTo>
                  <a:close/>
                  <a:moveTo>
                    <a:pt x="2403855" y="827973"/>
                  </a:moveTo>
                  <a:lnTo>
                    <a:pt x="2457627" y="812882"/>
                  </a:lnTo>
                  <a:lnTo>
                    <a:pt x="2416642" y="791286"/>
                  </a:lnTo>
                  <a:close/>
                  <a:moveTo>
                    <a:pt x="2209381" y="664709"/>
                  </a:moveTo>
                  <a:lnTo>
                    <a:pt x="2244103" y="640053"/>
                  </a:lnTo>
                  <a:lnTo>
                    <a:pt x="2169105" y="638302"/>
                  </a:lnTo>
                  <a:close/>
                  <a:moveTo>
                    <a:pt x="2463943" y="692230"/>
                  </a:moveTo>
                  <a:lnTo>
                    <a:pt x="2457627" y="812882"/>
                  </a:lnTo>
                  <a:lnTo>
                    <a:pt x="2525502" y="704434"/>
                  </a:lnTo>
                  <a:close/>
                  <a:moveTo>
                    <a:pt x="2525502" y="704434"/>
                  </a:moveTo>
                  <a:lnTo>
                    <a:pt x="2457627" y="812882"/>
                  </a:lnTo>
                  <a:lnTo>
                    <a:pt x="2509781" y="802450"/>
                  </a:lnTo>
                  <a:close/>
                  <a:moveTo>
                    <a:pt x="2330338" y="566236"/>
                  </a:moveTo>
                  <a:lnTo>
                    <a:pt x="2370759" y="648452"/>
                  </a:lnTo>
                  <a:lnTo>
                    <a:pt x="2306487" y="546264"/>
                  </a:lnTo>
                  <a:close/>
                  <a:moveTo>
                    <a:pt x="2056202" y="128095"/>
                  </a:moveTo>
                  <a:lnTo>
                    <a:pt x="2116543" y="116724"/>
                  </a:lnTo>
                  <a:lnTo>
                    <a:pt x="2066320" y="102261"/>
                  </a:lnTo>
                  <a:close/>
                  <a:moveTo>
                    <a:pt x="2599145" y="690298"/>
                  </a:moveTo>
                  <a:lnTo>
                    <a:pt x="2525502" y="704434"/>
                  </a:lnTo>
                  <a:lnTo>
                    <a:pt x="2597919" y="696531"/>
                  </a:lnTo>
                  <a:close/>
                  <a:moveTo>
                    <a:pt x="2599145" y="690298"/>
                  </a:moveTo>
                  <a:lnTo>
                    <a:pt x="2528245" y="687346"/>
                  </a:lnTo>
                  <a:lnTo>
                    <a:pt x="2525502" y="704434"/>
                  </a:lnTo>
                  <a:close/>
                  <a:moveTo>
                    <a:pt x="2528245" y="687346"/>
                  </a:moveTo>
                  <a:lnTo>
                    <a:pt x="2599145" y="690298"/>
                  </a:lnTo>
                  <a:lnTo>
                    <a:pt x="2620479" y="572862"/>
                  </a:lnTo>
                  <a:close/>
                  <a:moveTo>
                    <a:pt x="2528245" y="687346"/>
                  </a:moveTo>
                  <a:lnTo>
                    <a:pt x="2620479" y="572862"/>
                  </a:lnTo>
                  <a:lnTo>
                    <a:pt x="2542698" y="575505"/>
                  </a:lnTo>
                  <a:close/>
                  <a:moveTo>
                    <a:pt x="2620479" y="572862"/>
                  </a:moveTo>
                  <a:lnTo>
                    <a:pt x="2621258" y="568593"/>
                  </a:lnTo>
                  <a:lnTo>
                    <a:pt x="2546017" y="565936"/>
                  </a:lnTo>
                  <a:close/>
                  <a:moveTo>
                    <a:pt x="2171058" y="0"/>
                  </a:moveTo>
                  <a:lnTo>
                    <a:pt x="2116543" y="116724"/>
                  </a:lnTo>
                  <a:lnTo>
                    <a:pt x="2152672" y="110259"/>
                  </a:lnTo>
                  <a:close/>
                  <a:moveTo>
                    <a:pt x="2255868" y="86954"/>
                  </a:moveTo>
                  <a:lnTo>
                    <a:pt x="2259696" y="78288"/>
                  </a:lnTo>
                  <a:lnTo>
                    <a:pt x="2217039" y="108459"/>
                  </a:lnTo>
                  <a:close/>
                  <a:moveTo>
                    <a:pt x="2171058" y="0"/>
                  </a:moveTo>
                  <a:lnTo>
                    <a:pt x="2152672" y="110259"/>
                  </a:lnTo>
                  <a:lnTo>
                    <a:pt x="2217039" y="108459"/>
                  </a:lnTo>
                  <a:close/>
                  <a:moveTo>
                    <a:pt x="2621258" y="568593"/>
                  </a:moveTo>
                  <a:lnTo>
                    <a:pt x="2647916" y="453059"/>
                  </a:lnTo>
                  <a:lnTo>
                    <a:pt x="2546017" y="565936"/>
                  </a:lnTo>
                  <a:close/>
                  <a:moveTo>
                    <a:pt x="2621258" y="568593"/>
                  </a:moveTo>
                  <a:lnTo>
                    <a:pt x="2695344" y="566927"/>
                  </a:lnTo>
                  <a:lnTo>
                    <a:pt x="2732750" y="491582"/>
                  </a:lnTo>
                  <a:close/>
                  <a:moveTo>
                    <a:pt x="2806366" y="442830"/>
                  </a:moveTo>
                  <a:lnTo>
                    <a:pt x="2744207" y="432773"/>
                  </a:lnTo>
                  <a:lnTo>
                    <a:pt x="2732750" y="491582"/>
                  </a:lnTo>
                  <a:close/>
                  <a:moveTo>
                    <a:pt x="2744207" y="432773"/>
                  </a:moveTo>
                  <a:lnTo>
                    <a:pt x="2806366" y="442830"/>
                  </a:lnTo>
                  <a:lnTo>
                    <a:pt x="2796039" y="351134"/>
                  </a:lnTo>
                  <a:close/>
                  <a:moveTo>
                    <a:pt x="2452719" y="187694"/>
                  </a:moveTo>
                  <a:lnTo>
                    <a:pt x="2516819" y="196175"/>
                  </a:lnTo>
                  <a:lnTo>
                    <a:pt x="2495597" y="113336"/>
                  </a:lnTo>
                  <a:close/>
                  <a:moveTo>
                    <a:pt x="2495597" y="113336"/>
                  </a:moveTo>
                  <a:lnTo>
                    <a:pt x="2555920" y="204282"/>
                  </a:lnTo>
                  <a:lnTo>
                    <a:pt x="2540577" y="122067"/>
                  </a:lnTo>
                  <a:close/>
                  <a:moveTo>
                    <a:pt x="2495597" y="113336"/>
                  </a:moveTo>
                  <a:lnTo>
                    <a:pt x="2516819" y="196175"/>
                  </a:lnTo>
                  <a:lnTo>
                    <a:pt x="2555920" y="20428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30" name="Candidate_density__2129">
              <a:extLst>
                <a:ext uri="{FF2B5EF4-FFF2-40B4-BE49-F238E27FC236}">
                  <a16:creationId xmlns:a16="http://schemas.microsoft.com/office/drawing/2014/main" id="{13D17107-D326-2B05-63F0-045CA7B75A53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708627"/>
              <a:ext cx="2851816" cy="2142973"/>
            </a:xfrm>
            <a:custGeom>
              <a:avLst/>
              <a:gdLst/>
              <a:ahLst/>
              <a:cxnLst/>
              <a:rect l="0" t="0" r="0" b="0"/>
              <a:pathLst>
                <a:path w="2851816" h="2142973">
                  <a:moveTo>
                    <a:pt x="183558" y="1431793"/>
                  </a:moveTo>
                  <a:lnTo>
                    <a:pt x="146567" y="1470229"/>
                  </a:lnTo>
                  <a:lnTo>
                    <a:pt x="215539" y="1514008"/>
                  </a:lnTo>
                  <a:close/>
                  <a:moveTo>
                    <a:pt x="72999" y="1349578"/>
                  </a:moveTo>
                  <a:lnTo>
                    <a:pt x="13696" y="1287194"/>
                  </a:lnTo>
                  <a:lnTo>
                    <a:pt x="0" y="1305799"/>
                  </a:lnTo>
                  <a:close/>
                  <a:moveTo>
                    <a:pt x="72999" y="1349578"/>
                  </a:moveTo>
                  <a:lnTo>
                    <a:pt x="0" y="1305799"/>
                  </a:lnTo>
                  <a:lnTo>
                    <a:pt x="55777" y="1388014"/>
                  </a:lnTo>
                  <a:close/>
                  <a:moveTo>
                    <a:pt x="857639" y="1968862"/>
                  </a:moveTo>
                  <a:lnTo>
                    <a:pt x="850959" y="2077292"/>
                  </a:lnTo>
                  <a:lnTo>
                    <a:pt x="885997" y="1993088"/>
                  </a:lnTo>
                  <a:close/>
                  <a:moveTo>
                    <a:pt x="857639" y="1968862"/>
                  </a:moveTo>
                  <a:lnTo>
                    <a:pt x="764547" y="2007299"/>
                  </a:lnTo>
                  <a:lnTo>
                    <a:pt x="850959" y="2077292"/>
                  </a:lnTo>
                  <a:close/>
                  <a:moveTo>
                    <a:pt x="885997" y="1993088"/>
                  </a:moveTo>
                  <a:lnTo>
                    <a:pt x="850959" y="2077292"/>
                  </a:lnTo>
                  <a:lnTo>
                    <a:pt x="963662" y="2004808"/>
                  </a:lnTo>
                  <a:close/>
                  <a:moveTo>
                    <a:pt x="765826" y="1822445"/>
                  </a:moveTo>
                  <a:lnTo>
                    <a:pt x="738194" y="1822979"/>
                  </a:lnTo>
                  <a:lnTo>
                    <a:pt x="855411" y="1886646"/>
                  </a:lnTo>
                  <a:close/>
                  <a:moveTo>
                    <a:pt x="1075147" y="2142973"/>
                  </a:moveTo>
                  <a:lnTo>
                    <a:pt x="1161736" y="2094856"/>
                  </a:lnTo>
                  <a:lnTo>
                    <a:pt x="1085289" y="2122942"/>
                  </a:lnTo>
                  <a:close/>
                  <a:moveTo>
                    <a:pt x="1200964" y="2119522"/>
                  </a:moveTo>
                  <a:lnTo>
                    <a:pt x="1161736" y="2094856"/>
                  </a:lnTo>
                  <a:lnTo>
                    <a:pt x="1075147" y="2142973"/>
                  </a:lnTo>
                  <a:close/>
                  <a:moveTo>
                    <a:pt x="1085289" y="2122942"/>
                  </a:moveTo>
                  <a:lnTo>
                    <a:pt x="1161736" y="2094856"/>
                  </a:lnTo>
                  <a:lnTo>
                    <a:pt x="1111704" y="2064452"/>
                  </a:lnTo>
                  <a:close/>
                  <a:moveTo>
                    <a:pt x="970747" y="1955286"/>
                  </a:moveTo>
                  <a:lnTo>
                    <a:pt x="885997" y="1993088"/>
                  </a:lnTo>
                  <a:lnTo>
                    <a:pt x="963662" y="2004808"/>
                  </a:lnTo>
                  <a:close/>
                  <a:moveTo>
                    <a:pt x="855411" y="1886646"/>
                  </a:moveTo>
                  <a:lnTo>
                    <a:pt x="860450" y="1884271"/>
                  </a:lnTo>
                  <a:lnTo>
                    <a:pt x="765826" y="1822445"/>
                  </a:lnTo>
                  <a:close/>
                  <a:moveTo>
                    <a:pt x="860450" y="1884271"/>
                  </a:moveTo>
                  <a:lnTo>
                    <a:pt x="941001" y="1879377"/>
                  </a:lnTo>
                  <a:lnTo>
                    <a:pt x="901768" y="1836853"/>
                  </a:lnTo>
                  <a:close/>
                  <a:moveTo>
                    <a:pt x="496449" y="1537460"/>
                  </a:moveTo>
                  <a:lnTo>
                    <a:pt x="551323" y="1553441"/>
                  </a:lnTo>
                  <a:lnTo>
                    <a:pt x="544302" y="1459057"/>
                  </a:lnTo>
                  <a:close/>
                  <a:moveTo>
                    <a:pt x="551323" y="1553441"/>
                  </a:moveTo>
                  <a:lnTo>
                    <a:pt x="582991" y="1557786"/>
                  </a:lnTo>
                  <a:lnTo>
                    <a:pt x="544302" y="1459057"/>
                  </a:lnTo>
                  <a:close/>
                  <a:moveTo>
                    <a:pt x="1161736" y="2094856"/>
                  </a:moveTo>
                  <a:lnTo>
                    <a:pt x="1200964" y="2119522"/>
                  </a:lnTo>
                  <a:lnTo>
                    <a:pt x="1205523" y="2085786"/>
                  </a:lnTo>
                  <a:close/>
                  <a:moveTo>
                    <a:pt x="1205523" y="2085786"/>
                  </a:moveTo>
                  <a:lnTo>
                    <a:pt x="1111704" y="2064452"/>
                  </a:lnTo>
                  <a:lnTo>
                    <a:pt x="1161736" y="2094856"/>
                  </a:lnTo>
                  <a:close/>
                  <a:moveTo>
                    <a:pt x="1131026" y="1985666"/>
                  </a:moveTo>
                  <a:lnTo>
                    <a:pt x="1111704" y="2064452"/>
                  </a:lnTo>
                  <a:lnTo>
                    <a:pt x="1205523" y="2085786"/>
                  </a:lnTo>
                  <a:close/>
                  <a:moveTo>
                    <a:pt x="1217959" y="1975583"/>
                  </a:moveTo>
                  <a:lnTo>
                    <a:pt x="1131026" y="1985666"/>
                  </a:lnTo>
                  <a:lnTo>
                    <a:pt x="1205523" y="2085786"/>
                  </a:lnTo>
                  <a:close/>
                  <a:moveTo>
                    <a:pt x="1289808" y="2077856"/>
                  </a:moveTo>
                  <a:lnTo>
                    <a:pt x="1205523" y="2085786"/>
                  </a:lnTo>
                  <a:lnTo>
                    <a:pt x="1200964" y="2119522"/>
                  </a:lnTo>
                  <a:close/>
                  <a:moveTo>
                    <a:pt x="1131026" y="1985666"/>
                  </a:moveTo>
                  <a:lnTo>
                    <a:pt x="1217959" y="1975583"/>
                  </a:lnTo>
                  <a:lnTo>
                    <a:pt x="1136524" y="1942049"/>
                  </a:lnTo>
                  <a:close/>
                  <a:moveTo>
                    <a:pt x="1217959" y="1975583"/>
                  </a:moveTo>
                  <a:lnTo>
                    <a:pt x="1218937" y="1971520"/>
                  </a:lnTo>
                  <a:lnTo>
                    <a:pt x="1136524" y="1942049"/>
                  </a:lnTo>
                  <a:close/>
                  <a:moveTo>
                    <a:pt x="1048006" y="1826296"/>
                  </a:moveTo>
                  <a:lnTo>
                    <a:pt x="1068551" y="1809774"/>
                  </a:lnTo>
                  <a:lnTo>
                    <a:pt x="1008367" y="1741546"/>
                  </a:lnTo>
                  <a:close/>
                  <a:moveTo>
                    <a:pt x="415959" y="987623"/>
                  </a:moveTo>
                  <a:lnTo>
                    <a:pt x="363748" y="1003370"/>
                  </a:lnTo>
                  <a:lnTo>
                    <a:pt x="430247" y="990729"/>
                  </a:lnTo>
                  <a:close/>
                  <a:moveTo>
                    <a:pt x="1232874" y="1863365"/>
                  </a:moveTo>
                  <a:lnTo>
                    <a:pt x="1136524" y="1942049"/>
                  </a:lnTo>
                  <a:lnTo>
                    <a:pt x="1218937" y="1971520"/>
                  </a:lnTo>
                  <a:close/>
                  <a:moveTo>
                    <a:pt x="1232874" y="1863365"/>
                  </a:moveTo>
                  <a:lnTo>
                    <a:pt x="1298663" y="1870473"/>
                  </a:lnTo>
                  <a:lnTo>
                    <a:pt x="1228058" y="1790417"/>
                  </a:lnTo>
                  <a:close/>
                  <a:moveTo>
                    <a:pt x="1127591" y="1788274"/>
                  </a:moveTo>
                  <a:lnTo>
                    <a:pt x="1008367" y="1741546"/>
                  </a:lnTo>
                  <a:lnTo>
                    <a:pt x="1068551" y="1809774"/>
                  </a:lnTo>
                  <a:close/>
                  <a:moveTo>
                    <a:pt x="1107909" y="1704183"/>
                  </a:moveTo>
                  <a:lnTo>
                    <a:pt x="1021276" y="1714022"/>
                  </a:lnTo>
                  <a:lnTo>
                    <a:pt x="1127591" y="1788274"/>
                  </a:lnTo>
                  <a:close/>
                  <a:moveTo>
                    <a:pt x="1021276" y="1714022"/>
                  </a:moveTo>
                  <a:lnTo>
                    <a:pt x="1107909" y="1704183"/>
                  </a:lnTo>
                  <a:lnTo>
                    <a:pt x="1077268" y="1629002"/>
                  </a:lnTo>
                  <a:close/>
                  <a:moveTo>
                    <a:pt x="1021276" y="1714022"/>
                  </a:moveTo>
                  <a:lnTo>
                    <a:pt x="1077268" y="1629002"/>
                  </a:lnTo>
                  <a:lnTo>
                    <a:pt x="984069" y="1644179"/>
                  </a:lnTo>
                  <a:close/>
                  <a:moveTo>
                    <a:pt x="984069" y="1644179"/>
                  </a:moveTo>
                  <a:lnTo>
                    <a:pt x="1077268" y="1629002"/>
                  </a:lnTo>
                  <a:lnTo>
                    <a:pt x="974358" y="1551981"/>
                  </a:lnTo>
                  <a:close/>
                  <a:moveTo>
                    <a:pt x="768043" y="1185128"/>
                  </a:moveTo>
                  <a:lnTo>
                    <a:pt x="729399" y="1234268"/>
                  </a:lnTo>
                  <a:lnTo>
                    <a:pt x="757429" y="1206788"/>
                  </a:lnTo>
                  <a:close/>
                  <a:moveTo>
                    <a:pt x="373219" y="876407"/>
                  </a:moveTo>
                  <a:lnTo>
                    <a:pt x="451932" y="873006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56053" y="854622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72485" y="866971"/>
                  </a:lnTo>
                  <a:lnTo>
                    <a:pt x="456053" y="854622"/>
                  </a:lnTo>
                  <a:close/>
                  <a:moveTo>
                    <a:pt x="1330798" y="1744254"/>
                  </a:moveTo>
                  <a:lnTo>
                    <a:pt x="1228058" y="1790417"/>
                  </a:lnTo>
                  <a:lnTo>
                    <a:pt x="1311836" y="1824992"/>
                  </a:lnTo>
                  <a:close/>
                  <a:moveTo>
                    <a:pt x="781333" y="1187354"/>
                  </a:moveTo>
                  <a:lnTo>
                    <a:pt x="867748" y="1177693"/>
                  </a:lnTo>
                  <a:lnTo>
                    <a:pt x="834963" y="1156673"/>
                  </a:lnTo>
                  <a:close/>
                  <a:moveTo>
                    <a:pt x="707835" y="910750"/>
                  </a:moveTo>
                  <a:lnTo>
                    <a:pt x="769805" y="992965"/>
                  </a:lnTo>
                  <a:lnTo>
                    <a:pt x="703438" y="949187"/>
                  </a:lnTo>
                  <a:close/>
                  <a:moveTo>
                    <a:pt x="584899" y="925591"/>
                  </a:moveTo>
                  <a:lnTo>
                    <a:pt x="658821" y="910750"/>
                  </a:lnTo>
                  <a:lnTo>
                    <a:pt x="589644" y="860237"/>
                  </a:lnTo>
                  <a:close/>
                  <a:moveTo>
                    <a:pt x="472485" y="866971"/>
                  </a:moveTo>
                  <a:lnTo>
                    <a:pt x="527939" y="828535"/>
                  </a:lnTo>
                  <a:lnTo>
                    <a:pt x="456053" y="854622"/>
                  </a:lnTo>
                  <a:close/>
                  <a:moveTo>
                    <a:pt x="1043774" y="1201174"/>
                  </a:moveTo>
                  <a:lnTo>
                    <a:pt x="1028050" y="1118959"/>
                  </a:lnTo>
                  <a:lnTo>
                    <a:pt x="1045740" y="1172217"/>
                  </a:lnTo>
                  <a:close/>
                  <a:moveTo>
                    <a:pt x="1012699" y="1112140"/>
                  </a:moveTo>
                  <a:lnTo>
                    <a:pt x="1004560" y="1127059"/>
                  </a:lnTo>
                  <a:lnTo>
                    <a:pt x="998734" y="1157395"/>
                  </a:lnTo>
                  <a:close/>
                  <a:moveTo>
                    <a:pt x="774915" y="995619"/>
                  </a:moveTo>
                  <a:lnTo>
                    <a:pt x="769805" y="992965"/>
                  </a:lnTo>
                  <a:lnTo>
                    <a:pt x="817906" y="954529"/>
                  </a:lnTo>
                  <a:close/>
                  <a:moveTo>
                    <a:pt x="774915" y="995619"/>
                  </a:moveTo>
                  <a:lnTo>
                    <a:pt x="822061" y="956689"/>
                  </a:lnTo>
                  <a:lnTo>
                    <a:pt x="777481" y="992965"/>
                  </a:lnTo>
                  <a:close/>
                  <a:moveTo>
                    <a:pt x="771399" y="895154"/>
                  </a:moveTo>
                  <a:lnTo>
                    <a:pt x="820925" y="952443"/>
                  </a:lnTo>
                  <a:lnTo>
                    <a:pt x="707835" y="910750"/>
                  </a:lnTo>
                  <a:close/>
                  <a:moveTo>
                    <a:pt x="707835" y="910750"/>
                  </a:moveTo>
                  <a:lnTo>
                    <a:pt x="817906" y="954529"/>
                  </a:lnTo>
                  <a:lnTo>
                    <a:pt x="769805" y="992965"/>
                  </a:lnTo>
                  <a:close/>
                  <a:moveTo>
                    <a:pt x="675333" y="686754"/>
                  </a:moveTo>
                  <a:lnTo>
                    <a:pt x="617433" y="685477"/>
                  </a:lnTo>
                  <a:lnTo>
                    <a:pt x="546603" y="699315"/>
                  </a:lnTo>
                  <a:close/>
                  <a:moveTo>
                    <a:pt x="675333" y="686754"/>
                  </a:moveTo>
                  <a:lnTo>
                    <a:pt x="723773" y="707883"/>
                  </a:lnTo>
                  <a:lnTo>
                    <a:pt x="697112" y="704729"/>
                  </a:lnTo>
                  <a:close/>
                  <a:moveTo>
                    <a:pt x="1425441" y="1727904"/>
                  </a:moveTo>
                  <a:lnTo>
                    <a:pt x="1372992" y="1709952"/>
                  </a:lnTo>
                  <a:lnTo>
                    <a:pt x="1397855" y="1650239"/>
                  </a:lnTo>
                  <a:close/>
                  <a:moveTo>
                    <a:pt x="1639476" y="1370946"/>
                  </a:moveTo>
                  <a:lnTo>
                    <a:pt x="1587756" y="1491598"/>
                  </a:lnTo>
                  <a:lnTo>
                    <a:pt x="1661728" y="1453161"/>
                  </a:lnTo>
                  <a:close/>
                  <a:moveTo>
                    <a:pt x="1428923" y="1124519"/>
                  </a:moveTo>
                  <a:lnTo>
                    <a:pt x="1343456" y="1133411"/>
                  </a:lnTo>
                  <a:lnTo>
                    <a:pt x="1416275" y="1234895"/>
                  </a:lnTo>
                  <a:close/>
                  <a:moveTo>
                    <a:pt x="1225446" y="1068667"/>
                  </a:moveTo>
                  <a:lnTo>
                    <a:pt x="1173313" y="1050458"/>
                  </a:lnTo>
                  <a:lnTo>
                    <a:pt x="1251757" y="1147368"/>
                  </a:lnTo>
                  <a:close/>
                  <a:moveTo>
                    <a:pt x="1428923" y="1124519"/>
                  </a:moveTo>
                  <a:lnTo>
                    <a:pt x="1329868" y="1044365"/>
                  </a:lnTo>
                  <a:lnTo>
                    <a:pt x="1343456" y="1133411"/>
                  </a:lnTo>
                  <a:close/>
                  <a:moveTo>
                    <a:pt x="1225446" y="1068667"/>
                  </a:moveTo>
                  <a:lnTo>
                    <a:pt x="1329868" y="1044365"/>
                  </a:lnTo>
                  <a:lnTo>
                    <a:pt x="1238263" y="967764"/>
                  </a:lnTo>
                  <a:close/>
                  <a:moveTo>
                    <a:pt x="1179976" y="877655"/>
                  </a:moveTo>
                  <a:lnTo>
                    <a:pt x="1200887" y="888448"/>
                  </a:lnTo>
                  <a:lnTo>
                    <a:pt x="1086324" y="820902"/>
                  </a:lnTo>
                  <a:close/>
                  <a:moveTo>
                    <a:pt x="985486" y="742197"/>
                  </a:moveTo>
                  <a:lnTo>
                    <a:pt x="1005983" y="751662"/>
                  </a:lnTo>
                  <a:lnTo>
                    <a:pt x="970324" y="738502"/>
                  </a:lnTo>
                  <a:close/>
                  <a:moveTo>
                    <a:pt x="1337656" y="1042086"/>
                  </a:moveTo>
                  <a:lnTo>
                    <a:pt x="1429135" y="1124086"/>
                  </a:lnTo>
                  <a:lnTo>
                    <a:pt x="1446500" y="1010138"/>
                  </a:lnTo>
                  <a:close/>
                  <a:moveTo>
                    <a:pt x="1325176" y="1014060"/>
                  </a:moveTo>
                  <a:lnTo>
                    <a:pt x="1450019" y="986965"/>
                  </a:lnTo>
                  <a:lnTo>
                    <a:pt x="1361735" y="935545"/>
                  </a:lnTo>
                  <a:close/>
                  <a:moveTo>
                    <a:pt x="1429135" y="1124086"/>
                  </a:moveTo>
                  <a:lnTo>
                    <a:pt x="1470747" y="1003650"/>
                  </a:lnTo>
                  <a:lnTo>
                    <a:pt x="1446500" y="1010138"/>
                  </a:lnTo>
                  <a:close/>
                  <a:moveTo>
                    <a:pt x="1446500" y="1010138"/>
                  </a:moveTo>
                  <a:lnTo>
                    <a:pt x="1470747" y="1003650"/>
                  </a:lnTo>
                  <a:lnTo>
                    <a:pt x="1450019" y="986965"/>
                  </a:lnTo>
                  <a:close/>
                  <a:moveTo>
                    <a:pt x="1470747" y="1003650"/>
                  </a:moveTo>
                  <a:lnTo>
                    <a:pt x="1560824" y="977786"/>
                  </a:lnTo>
                  <a:lnTo>
                    <a:pt x="1450019" y="986965"/>
                  </a:lnTo>
                  <a:close/>
                  <a:moveTo>
                    <a:pt x="1450019" y="986965"/>
                  </a:moveTo>
                  <a:lnTo>
                    <a:pt x="1570627" y="944041"/>
                  </a:lnTo>
                  <a:lnTo>
                    <a:pt x="1480513" y="885777"/>
                  </a:lnTo>
                  <a:close/>
                  <a:moveTo>
                    <a:pt x="1361735" y="935545"/>
                  </a:moveTo>
                  <a:lnTo>
                    <a:pt x="1450019" y="986965"/>
                  </a:lnTo>
                  <a:lnTo>
                    <a:pt x="1480513" y="885777"/>
                  </a:lnTo>
                  <a:close/>
                  <a:moveTo>
                    <a:pt x="2182915" y="1420067"/>
                  </a:moveTo>
                  <a:lnTo>
                    <a:pt x="2160812" y="1478696"/>
                  </a:lnTo>
                  <a:lnTo>
                    <a:pt x="2207304" y="1437322"/>
                  </a:lnTo>
                  <a:close/>
                  <a:moveTo>
                    <a:pt x="1773173" y="1144012"/>
                  </a:moveTo>
                  <a:lnTo>
                    <a:pt x="1878777" y="1101257"/>
                  </a:lnTo>
                  <a:lnTo>
                    <a:pt x="1785699" y="1129644"/>
                  </a:lnTo>
                  <a:close/>
                  <a:moveTo>
                    <a:pt x="1878777" y="1101257"/>
                  </a:moveTo>
                  <a:lnTo>
                    <a:pt x="1825541" y="1061148"/>
                  </a:lnTo>
                  <a:lnTo>
                    <a:pt x="1785699" y="1129644"/>
                  </a:lnTo>
                  <a:close/>
                  <a:moveTo>
                    <a:pt x="2236714" y="1381631"/>
                  </a:moveTo>
                  <a:lnTo>
                    <a:pt x="2207304" y="1437322"/>
                  </a:lnTo>
                  <a:lnTo>
                    <a:pt x="2253594" y="1395189"/>
                  </a:lnTo>
                  <a:close/>
                  <a:moveTo>
                    <a:pt x="2236714" y="1381631"/>
                  </a:moveTo>
                  <a:lnTo>
                    <a:pt x="2182915" y="1420067"/>
                  </a:lnTo>
                  <a:lnTo>
                    <a:pt x="2207304" y="1437322"/>
                  </a:lnTo>
                  <a:close/>
                  <a:moveTo>
                    <a:pt x="2253594" y="1395189"/>
                  </a:moveTo>
                  <a:lnTo>
                    <a:pt x="2207304" y="1437322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253594" y="1395189"/>
                  </a:lnTo>
                  <a:lnTo>
                    <a:pt x="2342224" y="1447903"/>
                  </a:lnTo>
                  <a:close/>
                  <a:moveTo>
                    <a:pt x="2431966" y="1354853"/>
                  </a:moveTo>
                  <a:lnTo>
                    <a:pt x="2363860" y="1349630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431966" y="1354853"/>
                  </a:lnTo>
                  <a:lnTo>
                    <a:pt x="2414292" y="1269130"/>
                  </a:lnTo>
                  <a:close/>
                  <a:moveTo>
                    <a:pt x="2363860" y="1349630"/>
                  </a:moveTo>
                  <a:lnTo>
                    <a:pt x="2414292" y="1269130"/>
                  </a:lnTo>
                  <a:lnTo>
                    <a:pt x="2344787" y="1265044"/>
                  </a:lnTo>
                  <a:close/>
                  <a:moveTo>
                    <a:pt x="2029196" y="685473"/>
                  </a:moveTo>
                  <a:lnTo>
                    <a:pt x="1997616" y="764959"/>
                  </a:lnTo>
                  <a:lnTo>
                    <a:pt x="2096686" y="656788"/>
                  </a:lnTo>
                  <a:close/>
                  <a:moveTo>
                    <a:pt x="2097215" y="544394"/>
                  </a:moveTo>
                  <a:lnTo>
                    <a:pt x="2089136" y="628560"/>
                  </a:lnTo>
                  <a:lnTo>
                    <a:pt x="2193115" y="627114"/>
                  </a:lnTo>
                  <a:close/>
                  <a:moveTo>
                    <a:pt x="2265158" y="668636"/>
                  </a:moveTo>
                  <a:lnTo>
                    <a:pt x="2344831" y="664456"/>
                  </a:lnTo>
                  <a:lnTo>
                    <a:pt x="2299880" y="643980"/>
                  </a:lnTo>
                  <a:close/>
                  <a:moveTo>
                    <a:pt x="2299880" y="643980"/>
                  </a:moveTo>
                  <a:lnTo>
                    <a:pt x="2344831" y="664456"/>
                  </a:lnTo>
                  <a:lnTo>
                    <a:pt x="2377559" y="655753"/>
                  </a:lnTo>
                  <a:close/>
                  <a:moveTo>
                    <a:pt x="2386115" y="570164"/>
                  </a:moveTo>
                  <a:lnTo>
                    <a:pt x="2344831" y="664456"/>
                  </a:lnTo>
                  <a:lnTo>
                    <a:pt x="2426536" y="652379"/>
                  </a:lnTo>
                  <a:close/>
                  <a:moveTo>
                    <a:pt x="2426536" y="652379"/>
                  </a:moveTo>
                  <a:lnTo>
                    <a:pt x="2386502" y="630578"/>
                  </a:lnTo>
                  <a:lnTo>
                    <a:pt x="2362263" y="550191"/>
                  </a:lnTo>
                  <a:close/>
                  <a:moveTo>
                    <a:pt x="2122096" y="106189"/>
                  </a:moveTo>
                  <a:lnTo>
                    <a:pt x="2172320" y="120652"/>
                  </a:lnTo>
                  <a:lnTo>
                    <a:pt x="2222988" y="0"/>
                  </a:lnTo>
                  <a:close/>
                  <a:moveTo>
                    <a:pt x="2315473" y="82215"/>
                  </a:moveTo>
                  <a:lnTo>
                    <a:pt x="2311645" y="90881"/>
                  </a:lnTo>
                  <a:lnTo>
                    <a:pt x="2252219" y="178693"/>
                  </a:lnTo>
                  <a:close/>
                  <a:moveTo>
                    <a:pt x="2272816" y="112386"/>
                  </a:moveTo>
                  <a:lnTo>
                    <a:pt x="2315473" y="82215"/>
                  </a:lnTo>
                  <a:lnTo>
                    <a:pt x="2226835" y="3927"/>
                  </a:lnTo>
                  <a:close/>
                  <a:moveTo>
                    <a:pt x="2703693" y="456987"/>
                  </a:moveTo>
                  <a:lnTo>
                    <a:pt x="2677035" y="572520"/>
                  </a:lnTo>
                  <a:lnTo>
                    <a:pt x="2788527" y="495509"/>
                  </a:lnTo>
                  <a:close/>
                  <a:moveTo>
                    <a:pt x="2611696" y="208209"/>
                  </a:moveTo>
                  <a:lnTo>
                    <a:pt x="2575037" y="254624"/>
                  </a:lnTo>
                  <a:lnTo>
                    <a:pt x="2632409" y="212066"/>
                  </a:lnTo>
                  <a:close/>
                  <a:moveTo>
                    <a:pt x="2632409" y="212066"/>
                  </a:moveTo>
                  <a:lnTo>
                    <a:pt x="2575037" y="254624"/>
                  </a:lnTo>
                  <a:lnTo>
                    <a:pt x="2579040" y="294954"/>
                  </a:lnTo>
                  <a:close/>
                  <a:moveTo>
                    <a:pt x="2632409" y="212066"/>
                  </a:moveTo>
                  <a:lnTo>
                    <a:pt x="2579040" y="294954"/>
                  </a:lnTo>
                  <a:lnTo>
                    <a:pt x="2649988" y="297867"/>
                  </a:lnTo>
                  <a:close/>
                  <a:moveTo>
                    <a:pt x="2799984" y="436700"/>
                  </a:moveTo>
                  <a:lnTo>
                    <a:pt x="2703693" y="456987"/>
                  </a:lnTo>
                  <a:lnTo>
                    <a:pt x="2788527" y="495509"/>
                  </a:lnTo>
                  <a:close/>
                  <a:moveTo>
                    <a:pt x="2799984" y="436700"/>
                  </a:moveTo>
                  <a:lnTo>
                    <a:pt x="2851816" y="355062"/>
                  </a:lnTo>
                  <a:lnTo>
                    <a:pt x="2786732" y="347382"/>
                  </a:lnTo>
                  <a:close/>
                  <a:moveTo>
                    <a:pt x="2786732" y="347382"/>
                  </a:moveTo>
                  <a:lnTo>
                    <a:pt x="2851816" y="355062"/>
                  </a:lnTo>
                  <a:lnTo>
                    <a:pt x="2822873" y="278499"/>
                  </a:lnTo>
                  <a:close/>
                  <a:moveTo>
                    <a:pt x="2572596" y="200102"/>
                  </a:moveTo>
                  <a:lnTo>
                    <a:pt x="2575037" y="254624"/>
                  </a:lnTo>
                  <a:lnTo>
                    <a:pt x="2611696" y="208209"/>
                  </a:lnTo>
                  <a:close/>
                  <a:moveTo>
                    <a:pt x="2490489" y="106169"/>
                  </a:moveTo>
                  <a:lnTo>
                    <a:pt x="2526614" y="73575"/>
                  </a:lnTo>
                  <a:lnTo>
                    <a:pt x="2450846" y="68950"/>
                  </a:lnTo>
                  <a:close/>
                  <a:moveTo>
                    <a:pt x="2490489" y="106169"/>
                  </a:moveTo>
                  <a:lnTo>
                    <a:pt x="2551373" y="117263"/>
                  </a:lnTo>
                  <a:lnTo>
                    <a:pt x="2526614" y="73575"/>
                  </a:lnTo>
                  <a:close/>
                  <a:moveTo>
                    <a:pt x="2551373" y="117263"/>
                  </a:moveTo>
                  <a:lnTo>
                    <a:pt x="2596353" y="125995"/>
                  </a:lnTo>
                  <a:lnTo>
                    <a:pt x="2526614" y="735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31" name="Candidate_density__2130">
              <a:extLst>
                <a:ext uri="{FF2B5EF4-FFF2-40B4-BE49-F238E27FC236}">
                  <a16:creationId xmlns:a16="http://schemas.microsoft.com/office/drawing/2014/main" id="{A33DB3D4-3D3E-FA80-31BC-6FEAAC1DBE09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612046"/>
              <a:ext cx="2822873" cy="2229874"/>
            </a:xfrm>
            <a:custGeom>
              <a:avLst/>
              <a:gdLst/>
              <a:ahLst/>
              <a:cxnLst/>
              <a:rect l="0" t="0" r="0" b="0"/>
              <a:pathLst>
                <a:path w="2822873" h="2229874">
                  <a:moveTo>
                    <a:pt x="13696" y="1383775"/>
                  </a:moveTo>
                  <a:lnTo>
                    <a:pt x="30703" y="1336334"/>
                  </a:lnTo>
                  <a:lnTo>
                    <a:pt x="0" y="1402381"/>
                  </a:lnTo>
                  <a:close/>
                  <a:moveTo>
                    <a:pt x="0" y="1402381"/>
                  </a:moveTo>
                  <a:lnTo>
                    <a:pt x="30703" y="1336334"/>
                  </a:lnTo>
                  <a:lnTo>
                    <a:pt x="41082" y="1281729"/>
                  </a:lnTo>
                  <a:close/>
                  <a:moveTo>
                    <a:pt x="0" y="1402381"/>
                  </a:moveTo>
                  <a:lnTo>
                    <a:pt x="41082" y="1281729"/>
                  </a:lnTo>
                  <a:lnTo>
                    <a:pt x="4378" y="1320165"/>
                  </a:lnTo>
                  <a:close/>
                  <a:moveTo>
                    <a:pt x="77197" y="1231508"/>
                  </a:moveTo>
                  <a:lnTo>
                    <a:pt x="4378" y="1320165"/>
                  </a:lnTo>
                  <a:lnTo>
                    <a:pt x="41082" y="1281729"/>
                  </a:lnTo>
                  <a:close/>
                  <a:moveTo>
                    <a:pt x="30703" y="1336334"/>
                  </a:moveTo>
                  <a:lnTo>
                    <a:pt x="13696" y="1383775"/>
                  </a:lnTo>
                  <a:lnTo>
                    <a:pt x="29280" y="1363944"/>
                  </a:lnTo>
                  <a:close/>
                  <a:moveTo>
                    <a:pt x="372039" y="1574501"/>
                  </a:moveTo>
                  <a:lnTo>
                    <a:pt x="436014" y="1521888"/>
                  </a:lnTo>
                  <a:lnTo>
                    <a:pt x="414412" y="1500551"/>
                  </a:lnTo>
                  <a:close/>
                  <a:moveTo>
                    <a:pt x="372039" y="1574501"/>
                  </a:moveTo>
                  <a:lnTo>
                    <a:pt x="414412" y="1500551"/>
                  </a:lnTo>
                  <a:lnTo>
                    <a:pt x="337153" y="1502770"/>
                  </a:lnTo>
                  <a:close/>
                  <a:moveTo>
                    <a:pt x="41082" y="1281729"/>
                  </a:moveTo>
                  <a:lnTo>
                    <a:pt x="94650" y="1178368"/>
                  </a:lnTo>
                  <a:lnTo>
                    <a:pt x="77197" y="1231508"/>
                  </a:lnTo>
                  <a:close/>
                  <a:moveTo>
                    <a:pt x="94908" y="1161077"/>
                  </a:moveTo>
                  <a:lnTo>
                    <a:pt x="94650" y="1178368"/>
                  </a:lnTo>
                  <a:lnTo>
                    <a:pt x="41082" y="1281729"/>
                  </a:lnTo>
                  <a:close/>
                  <a:moveTo>
                    <a:pt x="69587" y="1243292"/>
                  </a:moveTo>
                  <a:lnTo>
                    <a:pt x="94908" y="1161077"/>
                  </a:lnTo>
                  <a:lnTo>
                    <a:pt x="41082" y="1281729"/>
                  </a:lnTo>
                  <a:close/>
                  <a:moveTo>
                    <a:pt x="106462" y="1125722"/>
                  </a:moveTo>
                  <a:lnTo>
                    <a:pt x="94650" y="1178368"/>
                  </a:lnTo>
                  <a:lnTo>
                    <a:pt x="94908" y="1161077"/>
                  </a:lnTo>
                  <a:close/>
                  <a:moveTo>
                    <a:pt x="1066538" y="2109222"/>
                  </a:moveTo>
                  <a:lnTo>
                    <a:pt x="1085289" y="2219524"/>
                  </a:lnTo>
                  <a:lnTo>
                    <a:pt x="1111704" y="2161033"/>
                  </a:lnTo>
                  <a:close/>
                  <a:moveTo>
                    <a:pt x="1063175" y="2229874"/>
                  </a:moveTo>
                  <a:lnTo>
                    <a:pt x="1085289" y="2219524"/>
                  </a:lnTo>
                  <a:lnTo>
                    <a:pt x="1066538" y="2109222"/>
                  </a:lnTo>
                  <a:close/>
                  <a:moveTo>
                    <a:pt x="1026144" y="2147658"/>
                  </a:moveTo>
                  <a:lnTo>
                    <a:pt x="1063175" y="2229874"/>
                  </a:lnTo>
                  <a:lnTo>
                    <a:pt x="1066538" y="2109222"/>
                  </a:lnTo>
                  <a:close/>
                  <a:moveTo>
                    <a:pt x="1045119" y="2027007"/>
                  </a:moveTo>
                  <a:lnTo>
                    <a:pt x="1026144" y="2147658"/>
                  </a:lnTo>
                  <a:lnTo>
                    <a:pt x="1066538" y="2109222"/>
                  </a:lnTo>
                  <a:close/>
                  <a:moveTo>
                    <a:pt x="857639" y="2065443"/>
                  </a:moveTo>
                  <a:lnTo>
                    <a:pt x="885997" y="2089669"/>
                  </a:lnTo>
                  <a:lnTo>
                    <a:pt x="891702" y="2055537"/>
                  </a:lnTo>
                  <a:close/>
                  <a:moveTo>
                    <a:pt x="855411" y="1983228"/>
                  </a:moveTo>
                  <a:lnTo>
                    <a:pt x="891702" y="2055537"/>
                  </a:lnTo>
                  <a:lnTo>
                    <a:pt x="860450" y="1980853"/>
                  </a:lnTo>
                  <a:close/>
                  <a:moveTo>
                    <a:pt x="855411" y="1983228"/>
                  </a:moveTo>
                  <a:lnTo>
                    <a:pt x="857639" y="2065443"/>
                  </a:lnTo>
                  <a:lnTo>
                    <a:pt x="891702" y="2055537"/>
                  </a:lnTo>
                  <a:close/>
                  <a:moveTo>
                    <a:pt x="970747" y="2051868"/>
                  </a:moveTo>
                  <a:lnTo>
                    <a:pt x="891702" y="2055537"/>
                  </a:lnTo>
                  <a:lnTo>
                    <a:pt x="885997" y="2089669"/>
                  </a:lnTo>
                  <a:close/>
                  <a:moveTo>
                    <a:pt x="891702" y="2055537"/>
                  </a:moveTo>
                  <a:lnTo>
                    <a:pt x="970747" y="2051868"/>
                  </a:lnTo>
                  <a:lnTo>
                    <a:pt x="941001" y="1975958"/>
                  </a:lnTo>
                  <a:close/>
                  <a:moveTo>
                    <a:pt x="891702" y="2055537"/>
                  </a:moveTo>
                  <a:lnTo>
                    <a:pt x="941001" y="1975958"/>
                  </a:lnTo>
                  <a:lnTo>
                    <a:pt x="860450" y="1980853"/>
                  </a:lnTo>
                  <a:close/>
                  <a:moveTo>
                    <a:pt x="496449" y="1634042"/>
                  </a:moveTo>
                  <a:lnTo>
                    <a:pt x="544302" y="1555638"/>
                  </a:lnTo>
                  <a:lnTo>
                    <a:pt x="464892" y="1559605"/>
                  </a:lnTo>
                  <a:close/>
                  <a:moveTo>
                    <a:pt x="544302" y="1555638"/>
                  </a:moveTo>
                  <a:lnTo>
                    <a:pt x="582991" y="1654368"/>
                  </a:lnTo>
                  <a:lnTo>
                    <a:pt x="650692" y="1552017"/>
                  </a:lnTo>
                  <a:close/>
                  <a:moveTo>
                    <a:pt x="94908" y="1161077"/>
                  </a:moveTo>
                  <a:lnTo>
                    <a:pt x="115189" y="1061578"/>
                  </a:lnTo>
                  <a:lnTo>
                    <a:pt x="106462" y="1125722"/>
                  </a:lnTo>
                  <a:close/>
                  <a:moveTo>
                    <a:pt x="121168" y="1040426"/>
                  </a:moveTo>
                  <a:lnTo>
                    <a:pt x="115189" y="1061578"/>
                  </a:lnTo>
                  <a:lnTo>
                    <a:pt x="94908" y="1161077"/>
                  </a:lnTo>
                  <a:close/>
                  <a:moveTo>
                    <a:pt x="747049" y="1633622"/>
                  </a:moveTo>
                  <a:lnTo>
                    <a:pt x="750385" y="1709465"/>
                  </a:lnTo>
                  <a:lnTo>
                    <a:pt x="726918" y="1698146"/>
                  </a:lnTo>
                  <a:close/>
                  <a:moveTo>
                    <a:pt x="129993" y="998498"/>
                  </a:moveTo>
                  <a:lnTo>
                    <a:pt x="115189" y="1061578"/>
                  </a:lnTo>
                  <a:lnTo>
                    <a:pt x="121168" y="1040426"/>
                  </a:lnTo>
                  <a:close/>
                  <a:moveTo>
                    <a:pt x="1066538" y="2109222"/>
                  </a:moveTo>
                  <a:lnTo>
                    <a:pt x="1111704" y="2161033"/>
                  </a:lnTo>
                  <a:lnTo>
                    <a:pt x="1131026" y="2082247"/>
                  </a:lnTo>
                  <a:close/>
                  <a:moveTo>
                    <a:pt x="1098181" y="1988571"/>
                  </a:moveTo>
                  <a:lnTo>
                    <a:pt x="1131026" y="2082247"/>
                  </a:lnTo>
                  <a:lnTo>
                    <a:pt x="1136524" y="2038631"/>
                  </a:lnTo>
                  <a:close/>
                  <a:moveTo>
                    <a:pt x="1066538" y="2109222"/>
                  </a:moveTo>
                  <a:lnTo>
                    <a:pt x="1131026" y="2082247"/>
                  </a:lnTo>
                  <a:lnTo>
                    <a:pt x="1098181" y="1988571"/>
                  </a:lnTo>
                  <a:close/>
                  <a:moveTo>
                    <a:pt x="1068551" y="1906356"/>
                  </a:moveTo>
                  <a:lnTo>
                    <a:pt x="1064452" y="1936186"/>
                  </a:lnTo>
                  <a:lnTo>
                    <a:pt x="1045119" y="2027007"/>
                  </a:lnTo>
                  <a:close/>
                  <a:moveTo>
                    <a:pt x="747049" y="1633622"/>
                  </a:moveTo>
                  <a:lnTo>
                    <a:pt x="811222" y="1660006"/>
                  </a:lnTo>
                  <a:lnTo>
                    <a:pt x="744946" y="1615932"/>
                  </a:lnTo>
                  <a:close/>
                  <a:moveTo>
                    <a:pt x="744946" y="1615932"/>
                  </a:moveTo>
                  <a:lnTo>
                    <a:pt x="812173" y="1659710"/>
                  </a:lnTo>
                  <a:lnTo>
                    <a:pt x="819311" y="1577495"/>
                  </a:lnTo>
                  <a:close/>
                  <a:moveTo>
                    <a:pt x="628150" y="1533717"/>
                  </a:moveTo>
                  <a:lnTo>
                    <a:pt x="650692" y="1552017"/>
                  </a:lnTo>
                  <a:lnTo>
                    <a:pt x="658669" y="1523252"/>
                  </a:lnTo>
                  <a:close/>
                  <a:moveTo>
                    <a:pt x="733628" y="1522904"/>
                  </a:moveTo>
                  <a:lnTo>
                    <a:pt x="658669" y="1523252"/>
                  </a:lnTo>
                  <a:lnTo>
                    <a:pt x="650692" y="1552017"/>
                  </a:lnTo>
                  <a:close/>
                  <a:moveTo>
                    <a:pt x="430247" y="1087310"/>
                  </a:moveTo>
                  <a:lnTo>
                    <a:pt x="363748" y="1099952"/>
                  </a:lnTo>
                  <a:lnTo>
                    <a:pt x="353180" y="1189464"/>
                  </a:lnTo>
                  <a:close/>
                  <a:moveTo>
                    <a:pt x="129993" y="998498"/>
                  </a:moveTo>
                  <a:lnTo>
                    <a:pt x="181855" y="977198"/>
                  </a:lnTo>
                  <a:lnTo>
                    <a:pt x="144110" y="958211"/>
                  </a:lnTo>
                  <a:close/>
                  <a:moveTo>
                    <a:pt x="215076" y="837559"/>
                  </a:moveTo>
                  <a:lnTo>
                    <a:pt x="213012" y="842457"/>
                  </a:lnTo>
                  <a:lnTo>
                    <a:pt x="144110" y="958211"/>
                  </a:lnTo>
                  <a:close/>
                  <a:moveTo>
                    <a:pt x="1098181" y="1988571"/>
                  </a:moveTo>
                  <a:lnTo>
                    <a:pt x="1136524" y="2038631"/>
                  </a:lnTo>
                  <a:lnTo>
                    <a:pt x="1142572" y="1972769"/>
                  </a:lnTo>
                  <a:close/>
                  <a:moveTo>
                    <a:pt x="1068551" y="1906356"/>
                  </a:moveTo>
                  <a:lnTo>
                    <a:pt x="1098181" y="1988571"/>
                  </a:lnTo>
                  <a:lnTo>
                    <a:pt x="1142572" y="1972769"/>
                  </a:lnTo>
                  <a:close/>
                  <a:moveTo>
                    <a:pt x="1232874" y="1959946"/>
                  </a:moveTo>
                  <a:lnTo>
                    <a:pt x="1142572" y="1972769"/>
                  </a:lnTo>
                  <a:lnTo>
                    <a:pt x="1136524" y="2038631"/>
                  </a:lnTo>
                  <a:close/>
                  <a:moveTo>
                    <a:pt x="1228058" y="1886998"/>
                  </a:moveTo>
                  <a:lnTo>
                    <a:pt x="1204027" y="1867918"/>
                  </a:lnTo>
                  <a:lnTo>
                    <a:pt x="1232874" y="1959946"/>
                  </a:lnTo>
                  <a:close/>
                  <a:moveTo>
                    <a:pt x="1232874" y="1959946"/>
                  </a:moveTo>
                  <a:lnTo>
                    <a:pt x="1204027" y="1867918"/>
                  </a:lnTo>
                  <a:lnTo>
                    <a:pt x="1127591" y="1884855"/>
                  </a:lnTo>
                  <a:close/>
                  <a:moveTo>
                    <a:pt x="1232874" y="1959946"/>
                  </a:moveTo>
                  <a:lnTo>
                    <a:pt x="1127591" y="1884855"/>
                  </a:lnTo>
                  <a:lnTo>
                    <a:pt x="1142572" y="1972769"/>
                  </a:lnTo>
                  <a:close/>
                  <a:moveTo>
                    <a:pt x="813691" y="1495280"/>
                  </a:moveTo>
                  <a:lnTo>
                    <a:pt x="819311" y="1577495"/>
                  </a:lnTo>
                  <a:lnTo>
                    <a:pt x="862954" y="1539059"/>
                  </a:lnTo>
                  <a:close/>
                  <a:moveTo>
                    <a:pt x="813691" y="1495280"/>
                  </a:moveTo>
                  <a:lnTo>
                    <a:pt x="862954" y="1539059"/>
                  </a:lnTo>
                  <a:lnTo>
                    <a:pt x="842711" y="1456843"/>
                  </a:lnTo>
                  <a:close/>
                  <a:moveTo>
                    <a:pt x="842711" y="1456843"/>
                  </a:moveTo>
                  <a:lnTo>
                    <a:pt x="875430" y="1404556"/>
                  </a:lnTo>
                  <a:lnTo>
                    <a:pt x="786402" y="1413065"/>
                  </a:lnTo>
                  <a:close/>
                  <a:moveTo>
                    <a:pt x="813691" y="1495280"/>
                  </a:moveTo>
                  <a:lnTo>
                    <a:pt x="842711" y="1456843"/>
                  </a:lnTo>
                  <a:lnTo>
                    <a:pt x="786402" y="1413065"/>
                  </a:lnTo>
                  <a:close/>
                  <a:moveTo>
                    <a:pt x="772144" y="1297041"/>
                  </a:moveTo>
                  <a:lnTo>
                    <a:pt x="845572" y="1392395"/>
                  </a:lnTo>
                  <a:lnTo>
                    <a:pt x="855392" y="1329634"/>
                  </a:lnTo>
                  <a:close/>
                  <a:moveTo>
                    <a:pt x="757429" y="1303369"/>
                  </a:moveTo>
                  <a:lnTo>
                    <a:pt x="729399" y="1330850"/>
                  </a:lnTo>
                  <a:lnTo>
                    <a:pt x="772144" y="1297041"/>
                  </a:lnTo>
                  <a:close/>
                  <a:moveTo>
                    <a:pt x="451932" y="969588"/>
                  </a:moveTo>
                  <a:lnTo>
                    <a:pt x="415959" y="1084204"/>
                  </a:lnTo>
                  <a:lnTo>
                    <a:pt x="432687" y="1079046"/>
                  </a:lnTo>
                  <a:close/>
                  <a:moveTo>
                    <a:pt x="451932" y="969588"/>
                  </a:moveTo>
                  <a:lnTo>
                    <a:pt x="432687" y="1079046"/>
                  </a:lnTo>
                  <a:lnTo>
                    <a:pt x="472485" y="963553"/>
                  </a:lnTo>
                  <a:close/>
                  <a:moveTo>
                    <a:pt x="472485" y="963553"/>
                  </a:moveTo>
                  <a:lnTo>
                    <a:pt x="432687" y="1079046"/>
                  </a:lnTo>
                  <a:lnTo>
                    <a:pt x="436804" y="1084204"/>
                  </a:lnTo>
                  <a:close/>
                  <a:moveTo>
                    <a:pt x="279270" y="784103"/>
                  </a:moveTo>
                  <a:lnTo>
                    <a:pt x="217978" y="833600"/>
                  </a:lnTo>
                  <a:lnTo>
                    <a:pt x="330659" y="761034"/>
                  </a:lnTo>
                  <a:close/>
                  <a:moveTo>
                    <a:pt x="1204027" y="1867918"/>
                  </a:moveTo>
                  <a:lnTo>
                    <a:pt x="1228058" y="1886998"/>
                  </a:lnTo>
                  <a:lnTo>
                    <a:pt x="1231534" y="1860943"/>
                  </a:lnTo>
                  <a:close/>
                  <a:moveTo>
                    <a:pt x="1330798" y="1840836"/>
                  </a:moveTo>
                  <a:lnTo>
                    <a:pt x="1231534" y="1860943"/>
                  </a:lnTo>
                  <a:lnTo>
                    <a:pt x="1228058" y="1886998"/>
                  </a:lnTo>
                  <a:close/>
                  <a:moveTo>
                    <a:pt x="1231534" y="1860943"/>
                  </a:moveTo>
                  <a:lnTo>
                    <a:pt x="1330798" y="1840836"/>
                  </a:lnTo>
                  <a:lnTo>
                    <a:pt x="1320498" y="1749118"/>
                  </a:lnTo>
                  <a:close/>
                  <a:moveTo>
                    <a:pt x="1330798" y="1840836"/>
                  </a:moveTo>
                  <a:lnTo>
                    <a:pt x="1396788" y="1747687"/>
                  </a:lnTo>
                  <a:lnTo>
                    <a:pt x="1320498" y="1749118"/>
                  </a:lnTo>
                  <a:close/>
                  <a:moveTo>
                    <a:pt x="1220670" y="1769683"/>
                  </a:moveTo>
                  <a:lnTo>
                    <a:pt x="1320498" y="1749118"/>
                  </a:lnTo>
                  <a:lnTo>
                    <a:pt x="1285076" y="1677823"/>
                  </a:lnTo>
                  <a:close/>
                  <a:moveTo>
                    <a:pt x="1220670" y="1769683"/>
                  </a:moveTo>
                  <a:lnTo>
                    <a:pt x="1285076" y="1677823"/>
                  </a:lnTo>
                  <a:lnTo>
                    <a:pt x="1198374" y="1687718"/>
                  </a:lnTo>
                  <a:close/>
                  <a:moveTo>
                    <a:pt x="875430" y="1404556"/>
                  </a:moveTo>
                  <a:lnTo>
                    <a:pt x="842711" y="1456843"/>
                  </a:lnTo>
                  <a:lnTo>
                    <a:pt x="918822" y="1351587"/>
                  </a:lnTo>
                  <a:close/>
                  <a:moveTo>
                    <a:pt x="918822" y="1351587"/>
                  </a:moveTo>
                  <a:lnTo>
                    <a:pt x="925845" y="1336192"/>
                  </a:lnTo>
                  <a:lnTo>
                    <a:pt x="936527" y="1374628"/>
                  </a:lnTo>
                  <a:close/>
                  <a:moveTo>
                    <a:pt x="939247" y="1253977"/>
                  </a:moveTo>
                  <a:lnTo>
                    <a:pt x="936527" y="1374628"/>
                  </a:lnTo>
                  <a:lnTo>
                    <a:pt x="925845" y="1336192"/>
                  </a:lnTo>
                  <a:close/>
                  <a:moveTo>
                    <a:pt x="867748" y="1274274"/>
                  </a:moveTo>
                  <a:lnTo>
                    <a:pt x="772144" y="1297041"/>
                  </a:lnTo>
                  <a:lnTo>
                    <a:pt x="855392" y="1329634"/>
                  </a:lnTo>
                  <a:close/>
                  <a:moveTo>
                    <a:pt x="658821" y="1007331"/>
                  </a:moveTo>
                  <a:lnTo>
                    <a:pt x="584899" y="1022173"/>
                  </a:lnTo>
                  <a:lnTo>
                    <a:pt x="602531" y="1107930"/>
                  </a:lnTo>
                  <a:close/>
                  <a:moveTo>
                    <a:pt x="472485" y="963553"/>
                  </a:moveTo>
                  <a:lnTo>
                    <a:pt x="513308" y="1045768"/>
                  </a:lnTo>
                  <a:lnTo>
                    <a:pt x="527939" y="925116"/>
                  </a:lnTo>
                  <a:close/>
                  <a:moveTo>
                    <a:pt x="518068" y="776229"/>
                  </a:moveTo>
                  <a:lnTo>
                    <a:pt x="457330" y="765015"/>
                  </a:lnTo>
                  <a:lnTo>
                    <a:pt x="546603" y="795896"/>
                  </a:lnTo>
                  <a:close/>
                  <a:moveTo>
                    <a:pt x="457330" y="765015"/>
                  </a:moveTo>
                  <a:lnTo>
                    <a:pt x="467063" y="777169"/>
                  </a:lnTo>
                  <a:lnTo>
                    <a:pt x="546603" y="795896"/>
                  </a:lnTo>
                  <a:close/>
                  <a:moveTo>
                    <a:pt x="925845" y="1336192"/>
                  </a:moveTo>
                  <a:lnTo>
                    <a:pt x="918822" y="1351587"/>
                  </a:lnTo>
                  <a:lnTo>
                    <a:pt x="1042566" y="1320387"/>
                  </a:lnTo>
                  <a:close/>
                  <a:moveTo>
                    <a:pt x="939247" y="1253977"/>
                  </a:moveTo>
                  <a:lnTo>
                    <a:pt x="1032159" y="1301295"/>
                  </a:lnTo>
                  <a:lnTo>
                    <a:pt x="1004560" y="1223640"/>
                  </a:lnTo>
                  <a:close/>
                  <a:moveTo>
                    <a:pt x="1032159" y="1301295"/>
                  </a:moveTo>
                  <a:lnTo>
                    <a:pt x="1043774" y="1297755"/>
                  </a:lnTo>
                  <a:lnTo>
                    <a:pt x="1045740" y="1268799"/>
                  </a:lnTo>
                  <a:close/>
                  <a:moveTo>
                    <a:pt x="1004560" y="1223640"/>
                  </a:moveTo>
                  <a:lnTo>
                    <a:pt x="1032159" y="1301295"/>
                  </a:lnTo>
                  <a:lnTo>
                    <a:pt x="1045740" y="1268799"/>
                  </a:lnTo>
                  <a:close/>
                  <a:moveTo>
                    <a:pt x="822061" y="1053270"/>
                  </a:moveTo>
                  <a:lnTo>
                    <a:pt x="774915" y="1092201"/>
                  </a:lnTo>
                  <a:lnTo>
                    <a:pt x="817906" y="1051110"/>
                  </a:lnTo>
                  <a:close/>
                  <a:moveTo>
                    <a:pt x="822061" y="1053270"/>
                  </a:moveTo>
                  <a:lnTo>
                    <a:pt x="822473" y="1051110"/>
                  </a:lnTo>
                  <a:lnTo>
                    <a:pt x="777481" y="1089546"/>
                  </a:lnTo>
                  <a:close/>
                  <a:moveTo>
                    <a:pt x="707835" y="1007331"/>
                  </a:moveTo>
                  <a:lnTo>
                    <a:pt x="820925" y="1049024"/>
                  </a:lnTo>
                  <a:lnTo>
                    <a:pt x="817906" y="1051110"/>
                  </a:lnTo>
                  <a:close/>
                  <a:moveTo>
                    <a:pt x="820925" y="1049024"/>
                  </a:moveTo>
                  <a:lnTo>
                    <a:pt x="771399" y="991736"/>
                  </a:lnTo>
                  <a:lnTo>
                    <a:pt x="822473" y="1051110"/>
                  </a:lnTo>
                  <a:close/>
                  <a:moveTo>
                    <a:pt x="822473" y="1051110"/>
                  </a:moveTo>
                  <a:lnTo>
                    <a:pt x="771399" y="991736"/>
                  </a:lnTo>
                  <a:lnTo>
                    <a:pt x="765167" y="1007331"/>
                  </a:lnTo>
                  <a:close/>
                  <a:moveTo>
                    <a:pt x="822473" y="1051110"/>
                  </a:moveTo>
                  <a:lnTo>
                    <a:pt x="765167" y="1007331"/>
                  </a:lnTo>
                  <a:lnTo>
                    <a:pt x="777481" y="1089546"/>
                  </a:lnTo>
                  <a:close/>
                  <a:moveTo>
                    <a:pt x="546603" y="795896"/>
                  </a:moveTo>
                  <a:lnTo>
                    <a:pt x="467063" y="777169"/>
                  </a:lnTo>
                  <a:lnTo>
                    <a:pt x="598702" y="775483"/>
                  </a:lnTo>
                  <a:close/>
                  <a:moveTo>
                    <a:pt x="675333" y="783336"/>
                  </a:moveTo>
                  <a:lnTo>
                    <a:pt x="546603" y="795896"/>
                  </a:lnTo>
                  <a:lnTo>
                    <a:pt x="598702" y="775483"/>
                  </a:lnTo>
                  <a:close/>
                  <a:moveTo>
                    <a:pt x="1397855" y="1746820"/>
                  </a:moveTo>
                  <a:lnTo>
                    <a:pt x="1385111" y="1765134"/>
                  </a:lnTo>
                  <a:lnTo>
                    <a:pt x="1411415" y="1708831"/>
                  </a:lnTo>
                  <a:close/>
                  <a:moveTo>
                    <a:pt x="1372992" y="1806533"/>
                  </a:moveTo>
                  <a:lnTo>
                    <a:pt x="1385111" y="1765134"/>
                  </a:lnTo>
                  <a:lnTo>
                    <a:pt x="1397855" y="1746820"/>
                  </a:lnTo>
                  <a:close/>
                  <a:moveTo>
                    <a:pt x="1246174" y="1309124"/>
                  </a:moveTo>
                  <a:lnTo>
                    <a:pt x="1189851" y="1259319"/>
                  </a:lnTo>
                  <a:lnTo>
                    <a:pt x="1240786" y="1352962"/>
                  </a:lnTo>
                  <a:close/>
                  <a:moveTo>
                    <a:pt x="1240786" y="1352962"/>
                  </a:moveTo>
                  <a:lnTo>
                    <a:pt x="1189851" y="1259319"/>
                  </a:lnTo>
                  <a:lnTo>
                    <a:pt x="1143359" y="1271484"/>
                  </a:lnTo>
                  <a:close/>
                  <a:moveTo>
                    <a:pt x="1240786" y="1352962"/>
                  </a:moveTo>
                  <a:lnTo>
                    <a:pt x="1308288" y="1358676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326786" y="1331863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240786" y="1352962"/>
                  </a:lnTo>
                  <a:lnTo>
                    <a:pt x="1332416" y="1352911"/>
                  </a:lnTo>
                  <a:close/>
                  <a:moveTo>
                    <a:pt x="1240786" y="1352962"/>
                  </a:moveTo>
                  <a:lnTo>
                    <a:pt x="1263332" y="1373276"/>
                  </a:lnTo>
                  <a:lnTo>
                    <a:pt x="1332416" y="1352911"/>
                  </a:lnTo>
                  <a:close/>
                  <a:moveTo>
                    <a:pt x="1308288" y="1358676"/>
                  </a:moveTo>
                  <a:lnTo>
                    <a:pt x="1352738" y="1341534"/>
                  </a:lnTo>
                  <a:lnTo>
                    <a:pt x="1326786" y="1331863"/>
                  </a:lnTo>
                  <a:close/>
                  <a:moveTo>
                    <a:pt x="1308288" y="1358676"/>
                  </a:moveTo>
                  <a:lnTo>
                    <a:pt x="1332416" y="1352911"/>
                  </a:lnTo>
                  <a:lnTo>
                    <a:pt x="1352738" y="1341534"/>
                  </a:lnTo>
                  <a:close/>
                  <a:moveTo>
                    <a:pt x="1043774" y="1297755"/>
                  </a:moveTo>
                  <a:lnTo>
                    <a:pt x="1143359" y="1271484"/>
                  </a:lnTo>
                  <a:lnTo>
                    <a:pt x="1028050" y="1215541"/>
                  </a:lnTo>
                  <a:close/>
                  <a:moveTo>
                    <a:pt x="1587756" y="1588179"/>
                  </a:moveTo>
                  <a:lnTo>
                    <a:pt x="1628367" y="1631958"/>
                  </a:lnTo>
                  <a:lnTo>
                    <a:pt x="1661728" y="1549743"/>
                  </a:lnTo>
                  <a:close/>
                  <a:moveTo>
                    <a:pt x="1378863" y="1401392"/>
                  </a:moveTo>
                  <a:lnTo>
                    <a:pt x="1352738" y="1341534"/>
                  </a:lnTo>
                  <a:lnTo>
                    <a:pt x="1332416" y="1352911"/>
                  </a:lnTo>
                  <a:close/>
                  <a:moveTo>
                    <a:pt x="1416275" y="1331476"/>
                  </a:moveTo>
                  <a:lnTo>
                    <a:pt x="1352738" y="1341534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416275" y="1331476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523220" y="1405216"/>
                  </a:lnTo>
                  <a:lnTo>
                    <a:pt x="1489558" y="1332491"/>
                  </a:lnTo>
                  <a:close/>
                  <a:moveTo>
                    <a:pt x="1456253" y="1399067"/>
                  </a:moveTo>
                  <a:lnTo>
                    <a:pt x="1489558" y="1332491"/>
                  </a:lnTo>
                  <a:lnTo>
                    <a:pt x="1416275" y="1331476"/>
                  </a:lnTo>
                  <a:close/>
                  <a:moveTo>
                    <a:pt x="1416275" y="1331476"/>
                  </a:moveTo>
                  <a:lnTo>
                    <a:pt x="1326786" y="1331863"/>
                  </a:lnTo>
                  <a:lnTo>
                    <a:pt x="1352738" y="1341534"/>
                  </a:lnTo>
                  <a:close/>
                  <a:moveTo>
                    <a:pt x="1343456" y="1229992"/>
                  </a:moveTo>
                  <a:lnTo>
                    <a:pt x="1326786" y="1331863"/>
                  </a:lnTo>
                  <a:lnTo>
                    <a:pt x="1416275" y="1331476"/>
                  </a:lnTo>
                  <a:close/>
                  <a:moveTo>
                    <a:pt x="1189851" y="1259319"/>
                  </a:moveTo>
                  <a:lnTo>
                    <a:pt x="1246174" y="1309124"/>
                  </a:lnTo>
                  <a:lnTo>
                    <a:pt x="1251757" y="1243949"/>
                  </a:lnTo>
                  <a:close/>
                  <a:moveTo>
                    <a:pt x="1251757" y="1243949"/>
                  </a:moveTo>
                  <a:lnTo>
                    <a:pt x="1145682" y="1212059"/>
                  </a:lnTo>
                  <a:lnTo>
                    <a:pt x="1189851" y="1259319"/>
                  </a:lnTo>
                  <a:close/>
                  <a:moveTo>
                    <a:pt x="1343456" y="1229992"/>
                  </a:moveTo>
                  <a:lnTo>
                    <a:pt x="1246174" y="1309124"/>
                  </a:lnTo>
                  <a:lnTo>
                    <a:pt x="1326786" y="1331863"/>
                  </a:lnTo>
                  <a:close/>
                  <a:moveTo>
                    <a:pt x="1343456" y="1229992"/>
                  </a:moveTo>
                  <a:lnTo>
                    <a:pt x="1251757" y="1243949"/>
                  </a:lnTo>
                  <a:lnTo>
                    <a:pt x="1246174" y="1309124"/>
                  </a:lnTo>
                  <a:close/>
                  <a:moveTo>
                    <a:pt x="1251757" y="1243949"/>
                  </a:moveTo>
                  <a:lnTo>
                    <a:pt x="1343456" y="1229992"/>
                  </a:lnTo>
                  <a:lnTo>
                    <a:pt x="1329868" y="1140947"/>
                  </a:lnTo>
                  <a:close/>
                  <a:moveTo>
                    <a:pt x="1428923" y="1221101"/>
                  </a:moveTo>
                  <a:lnTo>
                    <a:pt x="1337656" y="1138668"/>
                  </a:lnTo>
                  <a:lnTo>
                    <a:pt x="1329868" y="1140947"/>
                  </a:lnTo>
                  <a:close/>
                  <a:moveTo>
                    <a:pt x="1337656" y="1138668"/>
                  </a:moveTo>
                  <a:lnTo>
                    <a:pt x="1446500" y="1106720"/>
                  </a:lnTo>
                  <a:lnTo>
                    <a:pt x="1325176" y="1110641"/>
                  </a:lnTo>
                  <a:close/>
                  <a:moveTo>
                    <a:pt x="1325176" y="1110641"/>
                  </a:moveTo>
                  <a:lnTo>
                    <a:pt x="1446500" y="1106720"/>
                  </a:lnTo>
                  <a:lnTo>
                    <a:pt x="1450019" y="1083547"/>
                  </a:lnTo>
                  <a:close/>
                  <a:moveTo>
                    <a:pt x="1878777" y="1197838"/>
                  </a:moveTo>
                  <a:lnTo>
                    <a:pt x="1974930" y="1222408"/>
                  </a:lnTo>
                  <a:lnTo>
                    <a:pt x="1946390" y="1187788"/>
                  </a:lnTo>
                  <a:close/>
                  <a:moveTo>
                    <a:pt x="1488820" y="972222"/>
                  </a:moveTo>
                  <a:lnTo>
                    <a:pt x="1579663" y="859204"/>
                  </a:lnTo>
                  <a:lnTo>
                    <a:pt x="1579559" y="858952"/>
                  </a:lnTo>
                  <a:close/>
                  <a:moveTo>
                    <a:pt x="1513804" y="812318"/>
                  </a:moveTo>
                  <a:lnTo>
                    <a:pt x="1491782" y="815149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513804" y="812318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648769" y="863278"/>
                  </a:lnTo>
                  <a:lnTo>
                    <a:pt x="1513804" y="812318"/>
                  </a:lnTo>
                  <a:close/>
                  <a:moveTo>
                    <a:pt x="1648769" y="863278"/>
                  </a:moveTo>
                  <a:lnTo>
                    <a:pt x="1579559" y="858952"/>
                  </a:lnTo>
                  <a:lnTo>
                    <a:pt x="1654842" y="861625"/>
                  </a:lnTo>
                  <a:close/>
                  <a:moveTo>
                    <a:pt x="1579559" y="858952"/>
                  </a:moveTo>
                  <a:lnTo>
                    <a:pt x="1579663" y="859204"/>
                  </a:lnTo>
                  <a:lnTo>
                    <a:pt x="1654842" y="861625"/>
                  </a:lnTo>
                  <a:close/>
                  <a:moveTo>
                    <a:pt x="2154026" y="1434434"/>
                  </a:moveTo>
                  <a:lnTo>
                    <a:pt x="2182915" y="1516649"/>
                  </a:lnTo>
                  <a:lnTo>
                    <a:pt x="2236714" y="1478212"/>
                  </a:lnTo>
                  <a:close/>
                  <a:moveTo>
                    <a:pt x="2215754" y="1350296"/>
                  </a:moveTo>
                  <a:lnTo>
                    <a:pt x="2170363" y="1395787"/>
                  </a:lnTo>
                  <a:lnTo>
                    <a:pt x="2154026" y="1434434"/>
                  </a:lnTo>
                  <a:close/>
                  <a:moveTo>
                    <a:pt x="1946390" y="1187788"/>
                  </a:moveTo>
                  <a:lnTo>
                    <a:pt x="1974930" y="1222408"/>
                  </a:lnTo>
                  <a:lnTo>
                    <a:pt x="1973462" y="1181454"/>
                  </a:lnTo>
                  <a:close/>
                  <a:moveTo>
                    <a:pt x="1973462" y="1181454"/>
                  </a:moveTo>
                  <a:lnTo>
                    <a:pt x="1959286" y="1163917"/>
                  </a:lnTo>
                  <a:lnTo>
                    <a:pt x="1946390" y="1187788"/>
                  </a:lnTo>
                  <a:close/>
                  <a:moveTo>
                    <a:pt x="1630876" y="835477"/>
                  </a:moveTo>
                  <a:lnTo>
                    <a:pt x="1695992" y="824887"/>
                  </a:lnTo>
                  <a:lnTo>
                    <a:pt x="1654842" y="861625"/>
                  </a:lnTo>
                  <a:close/>
                  <a:moveTo>
                    <a:pt x="1630876" y="835477"/>
                  </a:moveTo>
                  <a:lnTo>
                    <a:pt x="1654842" y="861625"/>
                  </a:lnTo>
                  <a:lnTo>
                    <a:pt x="1579663" y="859204"/>
                  </a:lnTo>
                  <a:close/>
                  <a:moveTo>
                    <a:pt x="1658618" y="858928"/>
                  </a:moveTo>
                  <a:lnTo>
                    <a:pt x="1654842" y="861625"/>
                  </a:lnTo>
                  <a:lnTo>
                    <a:pt x="1695992" y="824887"/>
                  </a:lnTo>
                  <a:close/>
                  <a:moveTo>
                    <a:pt x="1695992" y="824887"/>
                  </a:moveTo>
                  <a:lnTo>
                    <a:pt x="1700992" y="818971"/>
                  </a:lnTo>
                  <a:lnTo>
                    <a:pt x="1658618" y="858928"/>
                  </a:lnTo>
                  <a:close/>
                  <a:moveTo>
                    <a:pt x="1658618" y="858928"/>
                  </a:moveTo>
                  <a:lnTo>
                    <a:pt x="1700992" y="818971"/>
                  </a:lnTo>
                  <a:lnTo>
                    <a:pt x="1701029" y="738277"/>
                  </a:lnTo>
                  <a:close/>
                  <a:moveTo>
                    <a:pt x="1658618" y="858928"/>
                  </a:moveTo>
                  <a:lnTo>
                    <a:pt x="1701029" y="738277"/>
                  </a:lnTo>
                  <a:lnTo>
                    <a:pt x="1648771" y="776713"/>
                  </a:lnTo>
                  <a:close/>
                  <a:moveTo>
                    <a:pt x="2260757" y="1469440"/>
                  </a:moveTo>
                  <a:lnTo>
                    <a:pt x="2363860" y="1446212"/>
                  </a:lnTo>
                  <a:lnTo>
                    <a:pt x="2344787" y="1361625"/>
                  </a:lnTo>
                  <a:close/>
                  <a:moveTo>
                    <a:pt x="2260757" y="1469440"/>
                  </a:moveTo>
                  <a:lnTo>
                    <a:pt x="2344787" y="1361625"/>
                  </a:lnTo>
                  <a:lnTo>
                    <a:pt x="2253613" y="1375157"/>
                  </a:lnTo>
                  <a:close/>
                  <a:moveTo>
                    <a:pt x="2253613" y="1375157"/>
                  </a:moveTo>
                  <a:lnTo>
                    <a:pt x="2292260" y="1357681"/>
                  </a:lnTo>
                  <a:lnTo>
                    <a:pt x="2215754" y="1350296"/>
                  </a:lnTo>
                  <a:close/>
                  <a:moveTo>
                    <a:pt x="2253613" y="1375157"/>
                  </a:moveTo>
                  <a:lnTo>
                    <a:pt x="2344787" y="1361625"/>
                  </a:lnTo>
                  <a:lnTo>
                    <a:pt x="2292260" y="1357681"/>
                  </a:lnTo>
                  <a:close/>
                  <a:moveTo>
                    <a:pt x="2193115" y="723695"/>
                  </a:moveTo>
                  <a:lnTo>
                    <a:pt x="2114006" y="743618"/>
                  </a:lnTo>
                  <a:lnTo>
                    <a:pt x="2224881" y="738811"/>
                  </a:lnTo>
                  <a:close/>
                  <a:moveTo>
                    <a:pt x="2224881" y="738811"/>
                  </a:moveTo>
                  <a:lnTo>
                    <a:pt x="2114006" y="743618"/>
                  </a:lnTo>
                  <a:lnTo>
                    <a:pt x="2096686" y="753370"/>
                  </a:lnTo>
                  <a:close/>
                  <a:moveTo>
                    <a:pt x="2193115" y="723695"/>
                  </a:moveTo>
                  <a:lnTo>
                    <a:pt x="2089136" y="725141"/>
                  </a:lnTo>
                  <a:lnTo>
                    <a:pt x="2114006" y="743618"/>
                  </a:lnTo>
                  <a:close/>
                  <a:moveTo>
                    <a:pt x="2386502" y="727159"/>
                  </a:moveTo>
                  <a:lnTo>
                    <a:pt x="2426536" y="748961"/>
                  </a:lnTo>
                  <a:lnTo>
                    <a:pt x="2377325" y="814914"/>
                  </a:lnTo>
                  <a:close/>
                  <a:moveTo>
                    <a:pt x="2111979" y="228604"/>
                  </a:moveTo>
                  <a:lnTo>
                    <a:pt x="2122096" y="202770"/>
                  </a:lnTo>
                  <a:lnTo>
                    <a:pt x="2013682" y="247926"/>
                  </a:lnTo>
                  <a:close/>
                  <a:moveTo>
                    <a:pt x="2129872" y="113965"/>
                  </a:moveTo>
                  <a:lnTo>
                    <a:pt x="2122096" y="202770"/>
                  </a:lnTo>
                  <a:lnTo>
                    <a:pt x="2222988" y="96581"/>
                  </a:lnTo>
                  <a:close/>
                  <a:moveTo>
                    <a:pt x="2222988" y="96581"/>
                  </a:moveTo>
                  <a:lnTo>
                    <a:pt x="2172320" y="217233"/>
                  </a:lnTo>
                  <a:lnTo>
                    <a:pt x="2226835" y="100509"/>
                  </a:lnTo>
                  <a:close/>
                  <a:moveTo>
                    <a:pt x="2640419" y="469221"/>
                  </a:moveTo>
                  <a:lnTo>
                    <a:pt x="2676516" y="451960"/>
                  </a:lnTo>
                  <a:lnTo>
                    <a:pt x="2604662" y="470798"/>
                  </a:lnTo>
                  <a:close/>
                  <a:moveTo>
                    <a:pt x="2604662" y="470798"/>
                  </a:moveTo>
                  <a:lnTo>
                    <a:pt x="2676516" y="451960"/>
                  </a:lnTo>
                  <a:lnTo>
                    <a:pt x="2649988" y="394448"/>
                  </a:lnTo>
                  <a:close/>
                  <a:moveTo>
                    <a:pt x="2604662" y="470798"/>
                  </a:moveTo>
                  <a:lnTo>
                    <a:pt x="2649988" y="394448"/>
                  </a:lnTo>
                  <a:lnTo>
                    <a:pt x="2579040" y="391536"/>
                  </a:lnTo>
                  <a:close/>
                  <a:moveTo>
                    <a:pt x="2649988" y="394448"/>
                  </a:moveTo>
                  <a:lnTo>
                    <a:pt x="2676516" y="451960"/>
                  </a:lnTo>
                  <a:lnTo>
                    <a:pt x="2698852" y="387006"/>
                  </a:lnTo>
                  <a:close/>
                  <a:moveTo>
                    <a:pt x="2371964" y="149261"/>
                  </a:moveTo>
                  <a:lnTo>
                    <a:pt x="2315473" y="178797"/>
                  </a:lnTo>
                  <a:lnTo>
                    <a:pt x="2263192" y="236441"/>
                  </a:lnTo>
                  <a:close/>
                  <a:moveTo>
                    <a:pt x="2424386" y="156399"/>
                  </a:moveTo>
                  <a:lnTo>
                    <a:pt x="2339371" y="164922"/>
                  </a:lnTo>
                  <a:lnTo>
                    <a:pt x="2450846" y="165532"/>
                  </a:lnTo>
                  <a:close/>
                  <a:moveTo>
                    <a:pt x="2339371" y="164922"/>
                  </a:moveTo>
                  <a:lnTo>
                    <a:pt x="2371964" y="149261"/>
                  </a:lnTo>
                  <a:lnTo>
                    <a:pt x="2450846" y="165532"/>
                  </a:lnTo>
                  <a:close/>
                  <a:moveTo>
                    <a:pt x="2510423" y="147044"/>
                  </a:moveTo>
                  <a:lnTo>
                    <a:pt x="2424386" y="156399"/>
                  </a:lnTo>
                  <a:lnTo>
                    <a:pt x="2526614" y="170157"/>
                  </a:lnTo>
                  <a:close/>
                  <a:moveTo>
                    <a:pt x="2424386" y="156399"/>
                  </a:moveTo>
                  <a:lnTo>
                    <a:pt x="2450846" y="165532"/>
                  </a:lnTo>
                  <a:lnTo>
                    <a:pt x="2526614" y="170157"/>
                  </a:lnTo>
                  <a:close/>
                  <a:moveTo>
                    <a:pt x="2227141" y="95480"/>
                  </a:moveTo>
                  <a:lnTo>
                    <a:pt x="2329214" y="73088"/>
                  </a:lnTo>
                  <a:lnTo>
                    <a:pt x="2295997" y="0"/>
                  </a:lnTo>
                  <a:close/>
                  <a:moveTo>
                    <a:pt x="2640419" y="469221"/>
                  </a:moveTo>
                  <a:lnTo>
                    <a:pt x="2704264" y="550508"/>
                  </a:lnTo>
                  <a:lnTo>
                    <a:pt x="2684179" y="466745"/>
                  </a:lnTo>
                  <a:close/>
                  <a:moveTo>
                    <a:pt x="2704264" y="550508"/>
                  </a:moveTo>
                  <a:lnTo>
                    <a:pt x="2799984" y="533282"/>
                  </a:lnTo>
                  <a:lnTo>
                    <a:pt x="2786732" y="443964"/>
                  </a:lnTo>
                  <a:close/>
                  <a:moveTo>
                    <a:pt x="2704264" y="550508"/>
                  </a:moveTo>
                  <a:lnTo>
                    <a:pt x="2786732" y="443964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745058" y="377750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822873" y="375080"/>
                  </a:lnTo>
                  <a:lnTo>
                    <a:pt x="2745058" y="37775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32" name="Candidate_density__2131">
              <a:extLst>
                <a:ext uri="{FF2B5EF4-FFF2-40B4-BE49-F238E27FC236}">
                  <a16:creationId xmlns:a16="http://schemas.microsoft.com/office/drawing/2014/main" id="{BEF9BCB9-0FFC-1951-A3CE-6F7FC9C61C77}"/>
                </a:ext>
              </a:extLst>
            </p:cNvPr>
            <p:cNvSpPr>
              <a:spLocks noGrp="1"/>
            </p:cNvSpPr>
            <p:nvPr/>
          </p:nvSpPr>
          <p:spPr>
            <a:xfrm>
              <a:off x="3628835" y="1612046"/>
              <a:ext cx="2600948" cy="2109222"/>
            </a:xfrm>
            <a:custGeom>
              <a:avLst/>
              <a:gdLst/>
              <a:ahLst/>
              <a:cxnLst/>
              <a:rect l="0" t="0" r="0" b="0"/>
              <a:pathLst>
                <a:path w="2600948" h="2109222">
                  <a:moveTo>
                    <a:pt x="600867" y="2021665"/>
                  </a:moveTo>
                  <a:lnTo>
                    <a:pt x="620437" y="2103880"/>
                  </a:lnTo>
                  <a:lnTo>
                    <a:pt x="713529" y="2065443"/>
                  </a:lnTo>
                  <a:close/>
                  <a:moveTo>
                    <a:pt x="600867" y="2021665"/>
                  </a:moveTo>
                  <a:lnTo>
                    <a:pt x="713529" y="2065443"/>
                  </a:lnTo>
                  <a:lnTo>
                    <a:pt x="711301" y="1983228"/>
                  </a:lnTo>
                  <a:close/>
                  <a:moveTo>
                    <a:pt x="240304" y="1572153"/>
                  </a:moveTo>
                  <a:lnTo>
                    <a:pt x="291903" y="1521888"/>
                  </a:lnTo>
                  <a:lnTo>
                    <a:pt x="227928" y="1574501"/>
                  </a:lnTo>
                  <a:close/>
                  <a:moveTo>
                    <a:pt x="270302" y="1500551"/>
                  </a:moveTo>
                  <a:lnTo>
                    <a:pt x="291903" y="1521888"/>
                  </a:lnTo>
                  <a:lnTo>
                    <a:pt x="362522" y="1507261"/>
                  </a:lnTo>
                  <a:close/>
                  <a:moveTo>
                    <a:pt x="400191" y="1555638"/>
                  </a:moveTo>
                  <a:lnTo>
                    <a:pt x="506582" y="1552017"/>
                  </a:lnTo>
                  <a:lnTo>
                    <a:pt x="484040" y="1533717"/>
                  </a:lnTo>
                  <a:close/>
                  <a:moveTo>
                    <a:pt x="291903" y="1521888"/>
                  </a:moveTo>
                  <a:lnTo>
                    <a:pt x="240304" y="1572153"/>
                  </a:lnTo>
                  <a:lnTo>
                    <a:pt x="320782" y="1559605"/>
                  </a:lnTo>
                  <a:close/>
                  <a:moveTo>
                    <a:pt x="320782" y="1559605"/>
                  </a:moveTo>
                  <a:lnTo>
                    <a:pt x="362522" y="1507261"/>
                  </a:lnTo>
                  <a:lnTo>
                    <a:pt x="291903" y="1521888"/>
                  </a:lnTo>
                  <a:close/>
                  <a:moveTo>
                    <a:pt x="320782" y="1559605"/>
                  </a:moveTo>
                  <a:lnTo>
                    <a:pt x="400191" y="1555638"/>
                  </a:lnTo>
                  <a:lnTo>
                    <a:pt x="362522" y="1507261"/>
                  </a:lnTo>
                  <a:close/>
                  <a:moveTo>
                    <a:pt x="491127" y="1494233"/>
                  </a:moveTo>
                  <a:lnTo>
                    <a:pt x="362522" y="1507261"/>
                  </a:lnTo>
                  <a:lnTo>
                    <a:pt x="484040" y="1533717"/>
                  </a:lnTo>
                  <a:close/>
                  <a:moveTo>
                    <a:pt x="484040" y="1533717"/>
                  </a:moveTo>
                  <a:lnTo>
                    <a:pt x="362522" y="1507261"/>
                  </a:lnTo>
                  <a:lnTo>
                    <a:pt x="400191" y="1555638"/>
                  </a:lnTo>
                  <a:close/>
                  <a:moveTo>
                    <a:pt x="901009" y="2027007"/>
                  </a:moveTo>
                  <a:lnTo>
                    <a:pt x="922428" y="2109222"/>
                  </a:lnTo>
                  <a:lnTo>
                    <a:pt x="954070" y="1988571"/>
                  </a:lnTo>
                  <a:close/>
                  <a:moveTo>
                    <a:pt x="954070" y="1988571"/>
                  </a:moveTo>
                  <a:lnTo>
                    <a:pt x="924440" y="1906356"/>
                  </a:lnTo>
                  <a:lnTo>
                    <a:pt x="901009" y="2027007"/>
                  </a:lnTo>
                  <a:close/>
                  <a:moveTo>
                    <a:pt x="669580" y="1495280"/>
                  </a:moveTo>
                  <a:lnTo>
                    <a:pt x="600836" y="1615932"/>
                  </a:lnTo>
                  <a:lnTo>
                    <a:pt x="675201" y="1577495"/>
                  </a:lnTo>
                  <a:close/>
                  <a:moveTo>
                    <a:pt x="491127" y="1494233"/>
                  </a:moveTo>
                  <a:lnTo>
                    <a:pt x="484040" y="1533717"/>
                  </a:lnTo>
                  <a:lnTo>
                    <a:pt x="514559" y="1523252"/>
                  </a:lnTo>
                  <a:close/>
                  <a:moveTo>
                    <a:pt x="514559" y="1523252"/>
                  </a:moveTo>
                  <a:lnTo>
                    <a:pt x="495156" y="1451501"/>
                  </a:lnTo>
                  <a:lnTo>
                    <a:pt x="491127" y="1494233"/>
                  </a:lnTo>
                  <a:close/>
                  <a:moveTo>
                    <a:pt x="278038" y="1166420"/>
                  </a:moveTo>
                  <a:lnTo>
                    <a:pt x="291792" y="1091068"/>
                  </a:lnTo>
                  <a:lnTo>
                    <a:pt x="286137" y="1087310"/>
                  </a:lnTo>
                  <a:close/>
                  <a:moveTo>
                    <a:pt x="209070" y="1189464"/>
                  </a:moveTo>
                  <a:lnTo>
                    <a:pt x="278038" y="1166420"/>
                  </a:lnTo>
                  <a:lnTo>
                    <a:pt x="286137" y="1087310"/>
                  </a:lnTo>
                  <a:close/>
                  <a:moveTo>
                    <a:pt x="286137" y="1087310"/>
                  </a:moveTo>
                  <a:lnTo>
                    <a:pt x="292694" y="1084204"/>
                  </a:lnTo>
                  <a:lnTo>
                    <a:pt x="288577" y="1079046"/>
                  </a:lnTo>
                  <a:close/>
                  <a:moveTo>
                    <a:pt x="271849" y="1084204"/>
                  </a:moveTo>
                  <a:lnTo>
                    <a:pt x="286137" y="1087310"/>
                  </a:lnTo>
                  <a:lnTo>
                    <a:pt x="288577" y="1079046"/>
                  </a:lnTo>
                  <a:close/>
                  <a:moveTo>
                    <a:pt x="286137" y="1087310"/>
                  </a:moveTo>
                  <a:lnTo>
                    <a:pt x="291792" y="1091068"/>
                  </a:lnTo>
                  <a:lnTo>
                    <a:pt x="292694" y="1084204"/>
                  </a:lnTo>
                  <a:close/>
                  <a:moveTo>
                    <a:pt x="44543" y="919774"/>
                  </a:moveTo>
                  <a:lnTo>
                    <a:pt x="70966" y="837559"/>
                  </a:lnTo>
                  <a:lnTo>
                    <a:pt x="0" y="958211"/>
                  </a:lnTo>
                  <a:close/>
                  <a:moveTo>
                    <a:pt x="73868" y="833600"/>
                  </a:moveTo>
                  <a:lnTo>
                    <a:pt x="68902" y="842457"/>
                  </a:lnTo>
                  <a:lnTo>
                    <a:pt x="70966" y="837559"/>
                  </a:lnTo>
                  <a:close/>
                  <a:moveTo>
                    <a:pt x="924440" y="1906356"/>
                  </a:moveTo>
                  <a:lnTo>
                    <a:pt x="998461" y="1972769"/>
                  </a:lnTo>
                  <a:lnTo>
                    <a:pt x="983481" y="1884855"/>
                  </a:lnTo>
                  <a:close/>
                  <a:moveTo>
                    <a:pt x="1059917" y="1867918"/>
                  </a:moveTo>
                  <a:lnTo>
                    <a:pt x="1017547" y="1785704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63798" y="1800765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91958" y="1703489"/>
                  </a:lnTo>
                  <a:lnTo>
                    <a:pt x="963798" y="1800765"/>
                  </a:lnTo>
                  <a:close/>
                  <a:moveTo>
                    <a:pt x="991958" y="1703489"/>
                  </a:moveTo>
                  <a:lnTo>
                    <a:pt x="933158" y="1725583"/>
                  </a:lnTo>
                  <a:lnTo>
                    <a:pt x="963798" y="1800765"/>
                  </a:lnTo>
                  <a:close/>
                  <a:moveTo>
                    <a:pt x="349211" y="1136124"/>
                  </a:moveTo>
                  <a:lnTo>
                    <a:pt x="291792" y="1091068"/>
                  </a:lnTo>
                  <a:lnTo>
                    <a:pt x="278038" y="1166420"/>
                  </a:lnTo>
                  <a:close/>
                  <a:moveTo>
                    <a:pt x="291792" y="1091068"/>
                  </a:moveTo>
                  <a:lnTo>
                    <a:pt x="349211" y="1136124"/>
                  </a:lnTo>
                  <a:lnTo>
                    <a:pt x="292694" y="1084204"/>
                  </a:lnTo>
                  <a:close/>
                  <a:moveTo>
                    <a:pt x="292694" y="1084204"/>
                  </a:moveTo>
                  <a:lnTo>
                    <a:pt x="349211" y="1136124"/>
                  </a:lnTo>
                  <a:lnTo>
                    <a:pt x="378649" y="1127983"/>
                  </a:lnTo>
                  <a:close/>
                  <a:moveTo>
                    <a:pt x="292694" y="1084204"/>
                  </a:moveTo>
                  <a:lnTo>
                    <a:pt x="378649" y="1127983"/>
                  </a:lnTo>
                  <a:lnTo>
                    <a:pt x="369198" y="1045768"/>
                  </a:lnTo>
                  <a:close/>
                  <a:moveTo>
                    <a:pt x="328375" y="963553"/>
                  </a:moveTo>
                  <a:lnTo>
                    <a:pt x="292694" y="1084204"/>
                  </a:lnTo>
                  <a:lnTo>
                    <a:pt x="369198" y="1045768"/>
                  </a:lnTo>
                  <a:close/>
                  <a:moveTo>
                    <a:pt x="70966" y="837559"/>
                  </a:moveTo>
                  <a:lnTo>
                    <a:pt x="143654" y="881777"/>
                  </a:lnTo>
                  <a:lnTo>
                    <a:pt x="81993" y="831815"/>
                  </a:lnTo>
                  <a:close/>
                  <a:moveTo>
                    <a:pt x="73868" y="833600"/>
                  </a:moveTo>
                  <a:lnTo>
                    <a:pt x="70966" y="837559"/>
                  </a:lnTo>
                  <a:lnTo>
                    <a:pt x="81993" y="831815"/>
                  </a:lnTo>
                  <a:close/>
                  <a:moveTo>
                    <a:pt x="186549" y="761034"/>
                  </a:moveTo>
                  <a:lnTo>
                    <a:pt x="81993" y="831815"/>
                  </a:lnTo>
                  <a:lnTo>
                    <a:pt x="144583" y="799123"/>
                  </a:lnTo>
                  <a:close/>
                  <a:moveTo>
                    <a:pt x="73868" y="833600"/>
                  </a:moveTo>
                  <a:lnTo>
                    <a:pt x="81993" y="831815"/>
                  </a:lnTo>
                  <a:lnTo>
                    <a:pt x="186549" y="761034"/>
                  </a:lnTo>
                  <a:close/>
                  <a:moveTo>
                    <a:pt x="1017547" y="1785704"/>
                  </a:moveTo>
                  <a:lnTo>
                    <a:pt x="1087424" y="1860943"/>
                  </a:lnTo>
                  <a:lnTo>
                    <a:pt x="1076560" y="1769683"/>
                  </a:lnTo>
                  <a:close/>
                  <a:moveTo>
                    <a:pt x="1017547" y="1785704"/>
                  </a:moveTo>
                  <a:lnTo>
                    <a:pt x="1059917" y="1867918"/>
                  </a:lnTo>
                  <a:lnTo>
                    <a:pt x="1087424" y="1860943"/>
                  </a:lnTo>
                  <a:close/>
                  <a:moveTo>
                    <a:pt x="1087424" y="1860943"/>
                  </a:moveTo>
                  <a:lnTo>
                    <a:pt x="1176388" y="1749118"/>
                  </a:lnTo>
                  <a:lnTo>
                    <a:pt x="1076560" y="1769683"/>
                  </a:lnTo>
                  <a:close/>
                  <a:moveTo>
                    <a:pt x="991958" y="1703489"/>
                  </a:moveTo>
                  <a:lnTo>
                    <a:pt x="1076560" y="1769683"/>
                  </a:lnTo>
                  <a:lnTo>
                    <a:pt x="1054264" y="1687718"/>
                  </a:lnTo>
                  <a:close/>
                  <a:moveTo>
                    <a:pt x="991958" y="1703489"/>
                  </a:moveTo>
                  <a:lnTo>
                    <a:pt x="1017547" y="1785704"/>
                  </a:lnTo>
                  <a:lnTo>
                    <a:pt x="1076560" y="1769683"/>
                  </a:lnTo>
                  <a:close/>
                  <a:moveTo>
                    <a:pt x="731320" y="1404556"/>
                  </a:moveTo>
                  <a:lnTo>
                    <a:pt x="774712" y="1351587"/>
                  </a:lnTo>
                  <a:lnTo>
                    <a:pt x="792417" y="1374628"/>
                  </a:lnTo>
                  <a:close/>
                  <a:moveTo>
                    <a:pt x="723637" y="1274274"/>
                  </a:moveTo>
                  <a:lnTo>
                    <a:pt x="711281" y="1329634"/>
                  </a:lnTo>
                  <a:lnTo>
                    <a:pt x="795137" y="1253977"/>
                  </a:lnTo>
                  <a:close/>
                  <a:moveTo>
                    <a:pt x="186549" y="761034"/>
                  </a:moveTo>
                  <a:lnTo>
                    <a:pt x="144583" y="799123"/>
                  </a:lnTo>
                  <a:lnTo>
                    <a:pt x="225150" y="776023"/>
                  </a:lnTo>
                  <a:close/>
                  <a:moveTo>
                    <a:pt x="225150" y="776023"/>
                  </a:moveTo>
                  <a:lnTo>
                    <a:pt x="253407" y="732349"/>
                  </a:lnTo>
                  <a:lnTo>
                    <a:pt x="186549" y="761034"/>
                  </a:lnTo>
                  <a:close/>
                  <a:moveTo>
                    <a:pt x="225150" y="776023"/>
                  </a:moveTo>
                  <a:lnTo>
                    <a:pt x="313220" y="765015"/>
                  </a:lnTo>
                  <a:lnTo>
                    <a:pt x="253407" y="732349"/>
                  </a:lnTo>
                  <a:close/>
                  <a:moveTo>
                    <a:pt x="888049" y="1301295"/>
                  </a:moveTo>
                  <a:lnTo>
                    <a:pt x="781734" y="1336192"/>
                  </a:lnTo>
                  <a:lnTo>
                    <a:pt x="898455" y="1320387"/>
                  </a:lnTo>
                  <a:close/>
                  <a:moveTo>
                    <a:pt x="795137" y="1253977"/>
                  </a:moveTo>
                  <a:lnTo>
                    <a:pt x="781734" y="1336192"/>
                  </a:lnTo>
                  <a:lnTo>
                    <a:pt x="888049" y="1301295"/>
                  </a:lnTo>
                  <a:close/>
                  <a:moveTo>
                    <a:pt x="1293904" y="1684273"/>
                  </a:moveTo>
                  <a:lnTo>
                    <a:pt x="1253745" y="1746820"/>
                  </a:lnTo>
                  <a:lnTo>
                    <a:pt x="1267305" y="1708831"/>
                  </a:lnTo>
                  <a:close/>
                  <a:moveTo>
                    <a:pt x="1320457" y="1692584"/>
                  </a:moveTo>
                  <a:lnTo>
                    <a:pt x="1267305" y="1708831"/>
                  </a:lnTo>
                  <a:lnTo>
                    <a:pt x="1353485" y="1691829"/>
                  </a:lnTo>
                  <a:close/>
                  <a:moveTo>
                    <a:pt x="1293904" y="1684273"/>
                  </a:moveTo>
                  <a:lnTo>
                    <a:pt x="1267305" y="1708831"/>
                  </a:lnTo>
                  <a:lnTo>
                    <a:pt x="1320457" y="1692584"/>
                  </a:lnTo>
                  <a:close/>
                  <a:moveTo>
                    <a:pt x="1417080" y="1650946"/>
                  </a:moveTo>
                  <a:lnTo>
                    <a:pt x="1320457" y="1692584"/>
                  </a:lnTo>
                  <a:lnTo>
                    <a:pt x="1396953" y="1670394"/>
                  </a:lnTo>
                  <a:close/>
                  <a:moveTo>
                    <a:pt x="1293904" y="1684273"/>
                  </a:moveTo>
                  <a:lnTo>
                    <a:pt x="1320457" y="1692584"/>
                  </a:lnTo>
                  <a:lnTo>
                    <a:pt x="1417080" y="1650946"/>
                  </a:lnTo>
                  <a:close/>
                  <a:moveTo>
                    <a:pt x="1356862" y="1641002"/>
                  </a:moveTo>
                  <a:lnTo>
                    <a:pt x="1293904" y="1684273"/>
                  </a:lnTo>
                  <a:lnTo>
                    <a:pt x="1417080" y="1650946"/>
                  </a:lnTo>
                  <a:close/>
                  <a:moveTo>
                    <a:pt x="1417080" y="1650946"/>
                  </a:moveTo>
                  <a:lnTo>
                    <a:pt x="1396953" y="1670394"/>
                  </a:lnTo>
                  <a:lnTo>
                    <a:pt x="1450509" y="1647446"/>
                  </a:lnTo>
                  <a:close/>
                  <a:moveTo>
                    <a:pt x="1417080" y="1650946"/>
                  </a:moveTo>
                  <a:lnTo>
                    <a:pt x="1450509" y="1647446"/>
                  </a:lnTo>
                  <a:lnTo>
                    <a:pt x="1443646" y="1588179"/>
                  </a:lnTo>
                  <a:close/>
                  <a:moveTo>
                    <a:pt x="1443646" y="1588179"/>
                  </a:moveTo>
                  <a:lnTo>
                    <a:pt x="1450509" y="1647446"/>
                  </a:lnTo>
                  <a:lnTo>
                    <a:pt x="1484257" y="1631958"/>
                  </a:lnTo>
                  <a:close/>
                  <a:moveTo>
                    <a:pt x="1107647" y="1243949"/>
                  </a:moveTo>
                  <a:lnTo>
                    <a:pt x="1185758" y="1140947"/>
                  </a:lnTo>
                  <a:lnTo>
                    <a:pt x="1081336" y="1165248"/>
                  </a:lnTo>
                  <a:close/>
                  <a:moveTo>
                    <a:pt x="1181066" y="1110641"/>
                  </a:moveTo>
                  <a:lnTo>
                    <a:pt x="1185758" y="1140947"/>
                  </a:lnTo>
                  <a:lnTo>
                    <a:pt x="1193545" y="1138668"/>
                  </a:lnTo>
                  <a:close/>
                  <a:moveTo>
                    <a:pt x="1185625" y="912484"/>
                  </a:moveTo>
                  <a:lnTo>
                    <a:pt x="1097641" y="974237"/>
                  </a:lnTo>
                  <a:lnTo>
                    <a:pt x="1153888" y="935801"/>
                  </a:lnTo>
                  <a:close/>
                  <a:moveTo>
                    <a:pt x="1185625" y="912484"/>
                  </a:moveTo>
                  <a:lnTo>
                    <a:pt x="1128597" y="914471"/>
                  </a:lnTo>
                  <a:lnTo>
                    <a:pt x="1097641" y="974237"/>
                  </a:lnTo>
                  <a:close/>
                  <a:moveTo>
                    <a:pt x="1185625" y="912484"/>
                  </a:moveTo>
                  <a:lnTo>
                    <a:pt x="1153888" y="935801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08401" y="853586"/>
                  </a:lnTo>
                  <a:lnTo>
                    <a:pt x="1298037" y="838915"/>
                  </a:lnTo>
                  <a:close/>
                  <a:moveTo>
                    <a:pt x="1208401" y="853586"/>
                  </a:moveTo>
                  <a:lnTo>
                    <a:pt x="1185625" y="912484"/>
                  </a:lnTo>
                  <a:lnTo>
                    <a:pt x="1298037" y="838915"/>
                  </a:lnTo>
                  <a:close/>
                  <a:moveTo>
                    <a:pt x="1298037" y="838915"/>
                  </a:moveTo>
                  <a:lnTo>
                    <a:pt x="1185625" y="912484"/>
                  </a:lnTo>
                  <a:lnTo>
                    <a:pt x="1267007" y="897364"/>
                  </a:lnTo>
                  <a:close/>
                  <a:moveTo>
                    <a:pt x="1267007" y="897364"/>
                  </a:moveTo>
                  <a:lnTo>
                    <a:pt x="1185625" y="912484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98037" y="838915"/>
                  </a:lnTo>
                  <a:lnTo>
                    <a:pt x="1347671" y="815149"/>
                  </a:lnTo>
                  <a:close/>
                  <a:moveTo>
                    <a:pt x="1298037" y="838915"/>
                  </a:moveTo>
                  <a:lnTo>
                    <a:pt x="1267007" y="897364"/>
                  </a:lnTo>
                  <a:lnTo>
                    <a:pt x="1345795" y="871247"/>
                  </a:lnTo>
                  <a:close/>
                  <a:moveTo>
                    <a:pt x="1345795" y="871247"/>
                  </a:moveTo>
                  <a:lnTo>
                    <a:pt x="1347671" y="815149"/>
                  </a:lnTo>
                  <a:lnTo>
                    <a:pt x="1298037" y="838915"/>
                  </a:lnTo>
                  <a:close/>
                  <a:moveTo>
                    <a:pt x="2009916" y="1434434"/>
                  </a:moveTo>
                  <a:lnTo>
                    <a:pt x="2092604" y="1478212"/>
                  </a:lnTo>
                  <a:lnTo>
                    <a:pt x="2048306" y="1395997"/>
                  </a:lnTo>
                  <a:close/>
                  <a:moveTo>
                    <a:pt x="2071644" y="1350296"/>
                  </a:moveTo>
                  <a:lnTo>
                    <a:pt x="2009916" y="1434434"/>
                  </a:lnTo>
                  <a:lnTo>
                    <a:pt x="2048306" y="1395997"/>
                  </a:lnTo>
                  <a:close/>
                  <a:moveTo>
                    <a:pt x="1484809" y="694497"/>
                  </a:moveTo>
                  <a:lnTo>
                    <a:pt x="1556919" y="738277"/>
                  </a:lnTo>
                  <a:lnTo>
                    <a:pt x="1536667" y="656061"/>
                  </a:lnTo>
                  <a:close/>
                  <a:moveTo>
                    <a:pt x="2048306" y="1395997"/>
                  </a:moveTo>
                  <a:lnTo>
                    <a:pt x="2116647" y="1469440"/>
                  </a:lnTo>
                  <a:lnTo>
                    <a:pt x="2109502" y="1375157"/>
                  </a:lnTo>
                  <a:close/>
                  <a:moveTo>
                    <a:pt x="2071644" y="1350296"/>
                  </a:moveTo>
                  <a:lnTo>
                    <a:pt x="2048306" y="1395997"/>
                  </a:lnTo>
                  <a:lnTo>
                    <a:pt x="2109502" y="1375157"/>
                  </a:lnTo>
                  <a:close/>
                  <a:moveTo>
                    <a:pt x="1536667" y="656061"/>
                  </a:moveTo>
                  <a:lnTo>
                    <a:pt x="1556919" y="738277"/>
                  </a:lnTo>
                  <a:lnTo>
                    <a:pt x="1594044" y="699840"/>
                  </a:lnTo>
                  <a:close/>
                  <a:moveTo>
                    <a:pt x="1536667" y="656061"/>
                  </a:moveTo>
                  <a:lnTo>
                    <a:pt x="1594044" y="699840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36667" y="656061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82841" y="617625"/>
                  </a:lnTo>
                  <a:lnTo>
                    <a:pt x="1559557" y="535410"/>
                  </a:lnTo>
                  <a:close/>
                  <a:moveTo>
                    <a:pt x="1499659" y="491631"/>
                  </a:moveTo>
                  <a:lnTo>
                    <a:pt x="1559557" y="535410"/>
                  </a:lnTo>
                  <a:lnTo>
                    <a:pt x="1524497" y="453195"/>
                  </a:lnTo>
                  <a:close/>
                  <a:moveTo>
                    <a:pt x="1559557" y="535410"/>
                  </a:moveTo>
                  <a:lnTo>
                    <a:pt x="1582841" y="617625"/>
                  </a:lnTo>
                  <a:lnTo>
                    <a:pt x="1680404" y="579188"/>
                  </a:lnTo>
                  <a:close/>
                  <a:moveTo>
                    <a:pt x="1559557" y="535410"/>
                  </a:moveTo>
                  <a:lnTo>
                    <a:pt x="1680404" y="579188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559557" y="535410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643059" y="496973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24497" y="453195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90969" y="414758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17474" y="370979"/>
                  </a:lnTo>
                  <a:lnTo>
                    <a:pt x="1577980" y="332543"/>
                  </a:lnTo>
                  <a:close/>
                  <a:moveTo>
                    <a:pt x="1577980" y="332543"/>
                  </a:moveTo>
                  <a:lnTo>
                    <a:pt x="1680649" y="357453"/>
                  </a:lnTo>
                  <a:lnTo>
                    <a:pt x="1652135" y="303513"/>
                  </a:lnTo>
                  <a:close/>
                  <a:moveTo>
                    <a:pt x="1590969" y="414758"/>
                  </a:moveTo>
                  <a:lnTo>
                    <a:pt x="1680144" y="376322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77980" y="332543"/>
                  </a:lnTo>
                  <a:lnTo>
                    <a:pt x="1652135" y="303513"/>
                  </a:lnTo>
                  <a:close/>
                  <a:moveTo>
                    <a:pt x="1726922" y="251800"/>
                  </a:moveTo>
                  <a:lnTo>
                    <a:pt x="1652135" y="303513"/>
                  </a:lnTo>
                  <a:lnTo>
                    <a:pt x="1684387" y="294106"/>
                  </a:lnTo>
                  <a:close/>
                  <a:moveTo>
                    <a:pt x="1604831" y="289183"/>
                  </a:moveTo>
                  <a:lnTo>
                    <a:pt x="1652135" y="303513"/>
                  </a:lnTo>
                  <a:lnTo>
                    <a:pt x="1726922" y="251800"/>
                  </a:lnTo>
                  <a:close/>
                  <a:moveTo>
                    <a:pt x="1652135" y="303513"/>
                  </a:moveTo>
                  <a:lnTo>
                    <a:pt x="1680649" y="357453"/>
                  </a:lnTo>
                  <a:lnTo>
                    <a:pt x="1684387" y="294106"/>
                  </a:lnTo>
                  <a:close/>
                  <a:moveTo>
                    <a:pt x="2200721" y="761037"/>
                  </a:moveTo>
                  <a:lnTo>
                    <a:pt x="2233215" y="814914"/>
                  </a:lnTo>
                  <a:lnTo>
                    <a:pt x="2282426" y="748961"/>
                  </a:lnTo>
                  <a:close/>
                  <a:moveTo>
                    <a:pt x="1783198" y="247005"/>
                  </a:moveTo>
                  <a:lnTo>
                    <a:pt x="1726922" y="251800"/>
                  </a:lnTo>
                  <a:lnTo>
                    <a:pt x="1684387" y="294106"/>
                  </a:lnTo>
                  <a:close/>
                  <a:moveTo>
                    <a:pt x="1845811" y="202446"/>
                  </a:moveTo>
                  <a:lnTo>
                    <a:pt x="1775539" y="211891"/>
                  </a:lnTo>
                  <a:lnTo>
                    <a:pt x="1726922" y="251800"/>
                  </a:lnTo>
                  <a:close/>
                  <a:moveTo>
                    <a:pt x="1845811" y="202446"/>
                  </a:moveTo>
                  <a:lnTo>
                    <a:pt x="1726922" y="251800"/>
                  </a:lnTo>
                  <a:lnTo>
                    <a:pt x="1783198" y="247005"/>
                  </a:lnTo>
                  <a:close/>
                  <a:moveTo>
                    <a:pt x="1828185" y="181480"/>
                  </a:moveTo>
                  <a:lnTo>
                    <a:pt x="1845811" y="202446"/>
                  </a:lnTo>
                  <a:lnTo>
                    <a:pt x="1839746" y="173455"/>
                  </a:lnTo>
                  <a:close/>
                  <a:moveTo>
                    <a:pt x="1791923" y="250460"/>
                  </a:moveTo>
                  <a:lnTo>
                    <a:pt x="1845811" y="202446"/>
                  </a:lnTo>
                  <a:lnTo>
                    <a:pt x="1783198" y="247005"/>
                  </a:lnTo>
                  <a:close/>
                  <a:moveTo>
                    <a:pt x="1791923" y="250460"/>
                  </a:moveTo>
                  <a:lnTo>
                    <a:pt x="1869572" y="247926"/>
                  </a:lnTo>
                  <a:lnTo>
                    <a:pt x="1845811" y="202446"/>
                  </a:lnTo>
                  <a:close/>
                  <a:moveTo>
                    <a:pt x="1869572" y="247926"/>
                  </a:moveTo>
                  <a:lnTo>
                    <a:pt x="1977986" y="202770"/>
                  </a:lnTo>
                  <a:lnTo>
                    <a:pt x="1839746" y="173455"/>
                  </a:lnTo>
                  <a:close/>
                  <a:moveTo>
                    <a:pt x="1839746" y="173455"/>
                  </a:moveTo>
                  <a:lnTo>
                    <a:pt x="1977986" y="202770"/>
                  </a:lnTo>
                  <a:lnTo>
                    <a:pt x="1916243" y="135019"/>
                  </a:lnTo>
                  <a:close/>
                  <a:moveTo>
                    <a:pt x="1839746" y="173455"/>
                  </a:moveTo>
                  <a:lnTo>
                    <a:pt x="1845811" y="202446"/>
                  </a:lnTo>
                  <a:lnTo>
                    <a:pt x="1869572" y="247926"/>
                  </a:lnTo>
                  <a:close/>
                  <a:moveTo>
                    <a:pt x="1834794" y="91240"/>
                  </a:moveTo>
                  <a:lnTo>
                    <a:pt x="1839746" y="173455"/>
                  </a:lnTo>
                  <a:lnTo>
                    <a:pt x="1916243" y="135019"/>
                  </a:lnTo>
                  <a:close/>
                  <a:moveTo>
                    <a:pt x="1834794" y="91240"/>
                  </a:moveTo>
                  <a:lnTo>
                    <a:pt x="1916243" y="135019"/>
                  </a:lnTo>
                  <a:lnTo>
                    <a:pt x="1911071" y="52803"/>
                  </a:lnTo>
                  <a:close/>
                  <a:moveTo>
                    <a:pt x="1916243" y="135019"/>
                  </a:moveTo>
                  <a:lnTo>
                    <a:pt x="1977986" y="202770"/>
                  </a:lnTo>
                  <a:lnTo>
                    <a:pt x="1985762" y="113965"/>
                  </a:lnTo>
                  <a:close/>
                  <a:moveTo>
                    <a:pt x="1911071" y="52803"/>
                  </a:moveTo>
                  <a:lnTo>
                    <a:pt x="1985762" y="113965"/>
                  </a:lnTo>
                  <a:lnTo>
                    <a:pt x="1955286" y="38649"/>
                  </a:lnTo>
                  <a:close/>
                  <a:moveTo>
                    <a:pt x="1911071" y="52803"/>
                  </a:moveTo>
                  <a:lnTo>
                    <a:pt x="1916243" y="135019"/>
                  </a:lnTo>
                  <a:lnTo>
                    <a:pt x="1985762" y="113965"/>
                  </a:lnTo>
                  <a:close/>
                  <a:moveTo>
                    <a:pt x="2078878" y="96581"/>
                  </a:moveTo>
                  <a:lnTo>
                    <a:pt x="2051958" y="14367"/>
                  </a:lnTo>
                  <a:lnTo>
                    <a:pt x="1985762" y="113965"/>
                  </a:lnTo>
                  <a:close/>
                  <a:moveTo>
                    <a:pt x="2051958" y="14367"/>
                  </a:moveTo>
                  <a:lnTo>
                    <a:pt x="1955286" y="38649"/>
                  </a:lnTo>
                  <a:lnTo>
                    <a:pt x="1985762" y="113965"/>
                  </a:lnTo>
                  <a:close/>
                  <a:moveTo>
                    <a:pt x="1929629" y="21968"/>
                  </a:moveTo>
                  <a:lnTo>
                    <a:pt x="1911071" y="52803"/>
                  </a:lnTo>
                  <a:lnTo>
                    <a:pt x="1955286" y="38649"/>
                  </a:lnTo>
                  <a:close/>
                  <a:moveTo>
                    <a:pt x="2057154" y="4904"/>
                  </a:moveTo>
                  <a:lnTo>
                    <a:pt x="1955286" y="38649"/>
                  </a:lnTo>
                  <a:lnTo>
                    <a:pt x="2051958" y="14367"/>
                  </a:lnTo>
                  <a:close/>
                  <a:moveTo>
                    <a:pt x="1929629" y="21968"/>
                  </a:moveTo>
                  <a:lnTo>
                    <a:pt x="1955286" y="38649"/>
                  </a:lnTo>
                  <a:lnTo>
                    <a:pt x="2057154" y="4904"/>
                  </a:lnTo>
                  <a:close/>
                  <a:moveTo>
                    <a:pt x="2195261" y="164922"/>
                  </a:moveTo>
                  <a:lnTo>
                    <a:pt x="2171363" y="178797"/>
                  </a:lnTo>
                  <a:lnTo>
                    <a:pt x="2227853" y="149261"/>
                  </a:lnTo>
                  <a:close/>
                  <a:moveTo>
                    <a:pt x="2195261" y="164922"/>
                  </a:moveTo>
                  <a:lnTo>
                    <a:pt x="2082725" y="100509"/>
                  </a:lnTo>
                  <a:lnTo>
                    <a:pt x="2171363" y="178797"/>
                  </a:lnTo>
                  <a:close/>
                  <a:moveTo>
                    <a:pt x="2083031" y="95480"/>
                  </a:moveTo>
                  <a:lnTo>
                    <a:pt x="2082725" y="100509"/>
                  </a:lnTo>
                  <a:lnTo>
                    <a:pt x="2195261" y="164922"/>
                  </a:lnTo>
                  <a:close/>
                  <a:moveTo>
                    <a:pt x="2185104" y="73088"/>
                  </a:moveTo>
                  <a:lnTo>
                    <a:pt x="2083031" y="95480"/>
                  </a:lnTo>
                  <a:lnTo>
                    <a:pt x="2195261" y="164922"/>
                  </a:lnTo>
                  <a:close/>
                  <a:moveTo>
                    <a:pt x="2195261" y="164922"/>
                  </a:moveTo>
                  <a:lnTo>
                    <a:pt x="2280276" y="156399"/>
                  </a:lnTo>
                  <a:lnTo>
                    <a:pt x="2263449" y="69987"/>
                  </a:lnTo>
                  <a:close/>
                  <a:moveTo>
                    <a:pt x="2195261" y="164922"/>
                  </a:moveTo>
                  <a:lnTo>
                    <a:pt x="2263449" y="69987"/>
                  </a:lnTo>
                  <a:lnTo>
                    <a:pt x="2185104" y="73088"/>
                  </a:lnTo>
                  <a:close/>
                  <a:moveTo>
                    <a:pt x="2078878" y="96581"/>
                  </a:moveTo>
                  <a:lnTo>
                    <a:pt x="2082725" y="100509"/>
                  </a:lnTo>
                  <a:lnTo>
                    <a:pt x="2083031" y="95480"/>
                  </a:lnTo>
                  <a:close/>
                  <a:moveTo>
                    <a:pt x="2051958" y="14367"/>
                  </a:moveTo>
                  <a:lnTo>
                    <a:pt x="2083031" y="95480"/>
                  </a:lnTo>
                  <a:lnTo>
                    <a:pt x="2063497" y="11267"/>
                  </a:lnTo>
                  <a:close/>
                  <a:moveTo>
                    <a:pt x="2051958" y="14367"/>
                  </a:moveTo>
                  <a:lnTo>
                    <a:pt x="2078878" y="96581"/>
                  </a:lnTo>
                  <a:lnTo>
                    <a:pt x="2083031" y="95480"/>
                  </a:lnTo>
                  <a:close/>
                  <a:moveTo>
                    <a:pt x="2083031" y="95480"/>
                  </a:moveTo>
                  <a:lnTo>
                    <a:pt x="2151887" y="0"/>
                  </a:lnTo>
                  <a:lnTo>
                    <a:pt x="2063497" y="11267"/>
                  </a:lnTo>
                  <a:close/>
                  <a:moveTo>
                    <a:pt x="2057154" y="4904"/>
                  </a:moveTo>
                  <a:lnTo>
                    <a:pt x="2051958" y="14367"/>
                  </a:lnTo>
                  <a:lnTo>
                    <a:pt x="2063497" y="11267"/>
                  </a:lnTo>
                  <a:close/>
                  <a:moveTo>
                    <a:pt x="2532406" y="451960"/>
                  </a:moveTo>
                  <a:lnTo>
                    <a:pt x="2496308" y="469221"/>
                  </a:lnTo>
                  <a:lnTo>
                    <a:pt x="2540069" y="466745"/>
                  </a:lnTo>
                  <a:close/>
                  <a:moveTo>
                    <a:pt x="2540069" y="466745"/>
                  </a:moveTo>
                  <a:lnTo>
                    <a:pt x="2554742" y="387006"/>
                  </a:lnTo>
                  <a:lnTo>
                    <a:pt x="2532406" y="451960"/>
                  </a:lnTo>
                  <a:close/>
                  <a:moveTo>
                    <a:pt x="2600948" y="377750"/>
                  </a:moveTo>
                  <a:lnTo>
                    <a:pt x="2554742" y="387006"/>
                  </a:lnTo>
                  <a:lnTo>
                    <a:pt x="2540069" y="46674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33" name="Candidate_density__2132">
              <a:extLst>
                <a:ext uri="{FF2B5EF4-FFF2-40B4-BE49-F238E27FC236}">
                  <a16:creationId xmlns:a16="http://schemas.microsoft.com/office/drawing/2014/main" id="{47DB0DBC-6D1E-FB32-5641-CEBA545DD8E8}"/>
                </a:ext>
              </a:extLst>
            </p:cNvPr>
            <p:cNvSpPr>
              <a:spLocks noGrp="1"/>
            </p:cNvSpPr>
            <p:nvPr/>
          </p:nvSpPr>
          <p:spPr>
            <a:xfrm>
              <a:off x="3953875" y="1847259"/>
              <a:ext cx="1843800" cy="1638049"/>
            </a:xfrm>
            <a:custGeom>
              <a:avLst/>
              <a:gdLst/>
              <a:ahLst/>
              <a:cxnLst/>
              <a:rect l="0" t="0" r="0" b="0"/>
              <a:pathLst>
                <a:path w="1843800" h="1638049">
                  <a:moveTo>
                    <a:pt x="0" y="1539807"/>
                  </a:moveTo>
                  <a:lnTo>
                    <a:pt x="43366" y="1509249"/>
                  </a:lnTo>
                  <a:lnTo>
                    <a:pt x="82435" y="1440120"/>
                  </a:lnTo>
                  <a:close/>
                  <a:moveTo>
                    <a:pt x="531395" y="1358469"/>
                  </a:moveTo>
                  <a:lnTo>
                    <a:pt x="505208" y="1413350"/>
                  </a:lnTo>
                  <a:lnTo>
                    <a:pt x="592672" y="1308915"/>
                  </a:lnTo>
                  <a:close/>
                  <a:moveTo>
                    <a:pt x="581872" y="1331990"/>
                  </a:moveTo>
                  <a:lnTo>
                    <a:pt x="531395" y="1358469"/>
                  </a:lnTo>
                  <a:lnTo>
                    <a:pt x="648861" y="1303792"/>
                  </a:lnTo>
                  <a:close/>
                  <a:moveTo>
                    <a:pt x="1020622" y="1638049"/>
                  </a:moveTo>
                  <a:lnTo>
                    <a:pt x="1086863" y="1611580"/>
                  </a:lnTo>
                  <a:lnTo>
                    <a:pt x="1128817" y="1553232"/>
                  </a:lnTo>
                  <a:close/>
                  <a:moveTo>
                    <a:pt x="1128817" y="1553232"/>
                  </a:moveTo>
                  <a:lnTo>
                    <a:pt x="1188972" y="1521291"/>
                  </a:lnTo>
                  <a:lnTo>
                    <a:pt x="1186973" y="1517397"/>
                  </a:lnTo>
                  <a:close/>
                  <a:moveTo>
                    <a:pt x="1153479" y="1581988"/>
                  </a:moveTo>
                  <a:lnTo>
                    <a:pt x="1188972" y="1521291"/>
                  </a:lnTo>
                  <a:lnTo>
                    <a:pt x="1128817" y="1553232"/>
                  </a:lnTo>
                  <a:close/>
                  <a:moveTo>
                    <a:pt x="1086863" y="1611580"/>
                  </a:moveTo>
                  <a:lnTo>
                    <a:pt x="1153479" y="1581988"/>
                  </a:lnTo>
                  <a:lnTo>
                    <a:pt x="1128817" y="1553232"/>
                  </a:lnTo>
                  <a:close/>
                  <a:moveTo>
                    <a:pt x="964111" y="1270751"/>
                  </a:moveTo>
                  <a:lnTo>
                    <a:pt x="904270" y="1370789"/>
                  </a:lnTo>
                  <a:lnTo>
                    <a:pt x="936349" y="1327491"/>
                  </a:lnTo>
                  <a:close/>
                  <a:moveTo>
                    <a:pt x="962235" y="1284164"/>
                  </a:moveTo>
                  <a:lnTo>
                    <a:pt x="964111" y="1270751"/>
                  </a:lnTo>
                  <a:lnTo>
                    <a:pt x="936349" y="1327491"/>
                  </a:lnTo>
                  <a:close/>
                  <a:moveTo>
                    <a:pt x="1248374" y="1506379"/>
                  </a:moveTo>
                  <a:lnTo>
                    <a:pt x="1186973" y="1517397"/>
                  </a:lnTo>
                  <a:lnTo>
                    <a:pt x="1198144" y="1513835"/>
                  </a:lnTo>
                  <a:close/>
                  <a:moveTo>
                    <a:pt x="1128817" y="1553232"/>
                  </a:moveTo>
                  <a:lnTo>
                    <a:pt x="1186973" y="1517397"/>
                  </a:lnTo>
                  <a:lnTo>
                    <a:pt x="1248374" y="1506379"/>
                  </a:lnTo>
                  <a:close/>
                  <a:moveTo>
                    <a:pt x="1278424" y="1478960"/>
                  </a:moveTo>
                  <a:lnTo>
                    <a:pt x="1319463" y="1375704"/>
                  </a:lnTo>
                  <a:lnTo>
                    <a:pt x="1303724" y="1358309"/>
                  </a:lnTo>
                  <a:close/>
                  <a:moveTo>
                    <a:pt x="1330410" y="1166620"/>
                  </a:moveTo>
                  <a:lnTo>
                    <a:pt x="1355127" y="1193878"/>
                  </a:lnTo>
                  <a:lnTo>
                    <a:pt x="1341302" y="1144759"/>
                  </a:lnTo>
                  <a:close/>
                  <a:moveTo>
                    <a:pt x="1341302" y="1144759"/>
                  </a:moveTo>
                  <a:lnTo>
                    <a:pt x="1355127" y="1193878"/>
                  </a:lnTo>
                  <a:lnTo>
                    <a:pt x="1354152" y="1129349"/>
                  </a:lnTo>
                  <a:close/>
                  <a:moveTo>
                    <a:pt x="1341302" y="1144759"/>
                  </a:moveTo>
                  <a:lnTo>
                    <a:pt x="1354152" y="1129349"/>
                  </a:lnTo>
                  <a:lnTo>
                    <a:pt x="1398852" y="1081272"/>
                  </a:lnTo>
                  <a:close/>
                  <a:moveTo>
                    <a:pt x="1398852" y="1081272"/>
                  </a:moveTo>
                  <a:lnTo>
                    <a:pt x="1400266" y="1070328"/>
                  </a:lnTo>
                  <a:lnTo>
                    <a:pt x="1389003" y="1107902"/>
                  </a:lnTo>
                  <a:close/>
                  <a:moveTo>
                    <a:pt x="1341302" y="1144759"/>
                  </a:moveTo>
                  <a:lnTo>
                    <a:pt x="1398852" y="1081272"/>
                  </a:lnTo>
                  <a:lnTo>
                    <a:pt x="1389003" y="1107902"/>
                  </a:lnTo>
                  <a:close/>
                  <a:moveTo>
                    <a:pt x="1400266" y="1070328"/>
                  </a:moveTo>
                  <a:lnTo>
                    <a:pt x="1398852" y="1081272"/>
                  </a:lnTo>
                  <a:lnTo>
                    <a:pt x="1411034" y="1073227"/>
                  </a:lnTo>
                  <a:close/>
                  <a:moveTo>
                    <a:pt x="1719638" y="368651"/>
                  </a:moveTo>
                  <a:lnTo>
                    <a:pt x="1697242" y="348374"/>
                  </a:lnTo>
                  <a:lnTo>
                    <a:pt x="1637904" y="341720"/>
                  </a:lnTo>
                  <a:close/>
                  <a:moveTo>
                    <a:pt x="1843800" y="339013"/>
                  </a:moveTo>
                  <a:lnTo>
                    <a:pt x="1752047" y="365560"/>
                  </a:lnTo>
                  <a:lnTo>
                    <a:pt x="1719638" y="368651"/>
                  </a:lnTo>
                  <a:close/>
                  <a:moveTo>
                    <a:pt x="1694686" y="60156"/>
                  </a:moveTo>
                  <a:lnTo>
                    <a:pt x="1736155" y="0"/>
                  </a:lnTo>
                  <a:lnTo>
                    <a:pt x="1624560" y="7662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34" name="Candidate_density__2133">
              <a:extLst>
                <a:ext uri="{FF2B5EF4-FFF2-40B4-BE49-F238E27FC236}">
                  <a16:creationId xmlns:a16="http://schemas.microsoft.com/office/drawing/2014/main" id="{0DB69E16-87CA-2324-3112-1B64EE52673D}"/>
                </a:ext>
              </a:extLst>
            </p:cNvPr>
            <p:cNvSpPr>
              <a:spLocks noGrp="1"/>
            </p:cNvSpPr>
            <p:nvPr/>
          </p:nvSpPr>
          <p:spPr>
            <a:xfrm>
              <a:off x="3819709" y="1829279"/>
              <a:ext cx="2101461" cy="1716201"/>
            </a:xfrm>
            <a:custGeom>
              <a:avLst/>
              <a:gdLst/>
              <a:ahLst/>
              <a:cxnLst/>
              <a:rect l="0" t="0" r="0" b="0"/>
              <a:pathLst>
                <a:path w="2101461" h="1716201">
                  <a:moveTo>
                    <a:pt x="0" y="1205581"/>
                  </a:moveTo>
                  <a:lnTo>
                    <a:pt x="2169" y="1285537"/>
                  </a:lnTo>
                  <a:lnTo>
                    <a:pt x="3901" y="1190489"/>
                  </a:lnTo>
                  <a:close/>
                  <a:moveTo>
                    <a:pt x="195461" y="1519350"/>
                  </a:moveTo>
                  <a:lnTo>
                    <a:pt x="216601" y="1458100"/>
                  </a:lnTo>
                  <a:lnTo>
                    <a:pt x="216338" y="1432790"/>
                  </a:lnTo>
                  <a:close/>
                  <a:moveTo>
                    <a:pt x="566784" y="1716201"/>
                  </a:moveTo>
                  <a:lnTo>
                    <a:pt x="633623" y="1687443"/>
                  </a:lnTo>
                  <a:lnTo>
                    <a:pt x="673383" y="1620895"/>
                  </a:lnTo>
                  <a:close/>
                  <a:moveTo>
                    <a:pt x="611115" y="1666747"/>
                  </a:moveTo>
                  <a:lnTo>
                    <a:pt x="566784" y="1716201"/>
                  </a:lnTo>
                  <a:lnTo>
                    <a:pt x="673383" y="1620895"/>
                  </a:lnTo>
                  <a:close/>
                  <a:moveTo>
                    <a:pt x="649085" y="1523527"/>
                  </a:moveTo>
                  <a:lnTo>
                    <a:pt x="689851" y="1486255"/>
                  </a:lnTo>
                  <a:lnTo>
                    <a:pt x="696192" y="1568471"/>
                  </a:lnTo>
                  <a:close/>
                  <a:moveTo>
                    <a:pt x="609719" y="1404040"/>
                  </a:moveTo>
                  <a:lnTo>
                    <a:pt x="639373" y="1431330"/>
                  </a:lnTo>
                  <a:lnTo>
                    <a:pt x="665561" y="1376449"/>
                  </a:lnTo>
                  <a:close/>
                  <a:moveTo>
                    <a:pt x="437159" y="1079808"/>
                  </a:moveTo>
                  <a:lnTo>
                    <a:pt x="446349" y="1066703"/>
                  </a:lnTo>
                  <a:lnTo>
                    <a:pt x="404800" y="1157395"/>
                  </a:lnTo>
                  <a:close/>
                  <a:moveTo>
                    <a:pt x="446349" y="1066703"/>
                  </a:moveTo>
                  <a:lnTo>
                    <a:pt x="433059" y="1064477"/>
                  </a:lnTo>
                  <a:lnTo>
                    <a:pt x="394886" y="992965"/>
                  </a:lnTo>
                  <a:close/>
                  <a:moveTo>
                    <a:pt x="539624" y="969048"/>
                  </a:moveTo>
                  <a:lnTo>
                    <a:pt x="527270" y="961416"/>
                  </a:lnTo>
                  <a:lnTo>
                    <a:pt x="604263" y="1036744"/>
                  </a:lnTo>
                  <a:close/>
                  <a:moveTo>
                    <a:pt x="809490" y="1253528"/>
                  </a:moveTo>
                  <a:lnTo>
                    <a:pt x="716037" y="1349969"/>
                  </a:lnTo>
                  <a:lnTo>
                    <a:pt x="783026" y="1321772"/>
                  </a:lnTo>
                  <a:close/>
                  <a:moveTo>
                    <a:pt x="539624" y="969048"/>
                  </a:moveTo>
                  <a:lnTo>
                    <a:pt x="677715" y="991488"/>
                  </a:lnTo>
                  <a:lnTo>
                    <a:pt x="595322" y="962091"/>
                  </a:lnTo>
                  <a:close/>
                  <a:moveTo>
                    <a:pt x="1166661" y="1288731"/>
                  </a:moveTo>
                  <a:lnTo>
                    <a:pt x="1181197" y="1293797"/>
                  </a:lnTo>
                  <a:lnTo>
                    <a:pt x="1188700" y="1293484"/>
                  </a:lnTo>
                  <a:close/>
                  <a:moveTo>
                    <a:pt x="1098277" y="1288731"/>
                  </a:moveTo>
                  <a:lnTo>
                    <a:pt x="1096400" y="1302144"/>
                  </a:lnTo>
                  <a:lnTo>
                    <a:pt x="1110878" y="1281178"/>
                  </a:lnTo>
                  <a:close/>
                  <a:moveTo>
                    <a:pt x="1166661" y="1288731"/>
                  </a:moveTo>
                  <a:lnTo>
                    <a:pt x="1188700" y="1293484"/>
                  </a:lnTo>
                  <a:lnTo>
                    <a:pt x="1189898" y="1286723"/>
                  </a:lnTo>
                  <a:close/>
                  <a:moveTo>
                    <a:pt x="1189898" y="1286723"/>
                  </a:moveTo>
                  <a:lnTo>
                    <a:pt x="1110878" y="1281178"/>
                  </a:lnTo>
                  <a:lnTo>
                    <a:pt x="1166661" y="1288731"/>
                  </a:lnTo>
                  <a:close/>
                  <a:moveTo>
                    <a:pt x="1161462" y="976445"/>
                  </a:moveTo>
                  <a:lnTo>
                    <a:pt x="1203355" y="917871"/>
                  </a:lnTo>
                  <a:lnTo>
                    <a:pt x="1094150" y="1003434"/>
                  </a:lnTo>
                  <a:close/>
                  <a:moveTo>
                    <a:pt x="1225840" y="857135"/>
                  </a:moveTo>
                  <a:lnTo>
                    <a:pt x="1203355" y="917871"/>
                  </a:lnTo>
                  <a:lnTo>
                    <a:pt x="1266213" y="882998"/>
                  </a:lnTo>
                  <a:close/>
                  <a:moveTo>
                    <a:pt x="1235643" y="823390"/>
                  </a:moveTo>
                  <a:lnTo>
                    <a:pt x="1268036" y="881046"/>
                  </a:lnTo>
                  <a:lnTo>
                    <a:pt x="1311643" y="828883"/>
                  </a:lnTo>
                  <a:close/>
                  <a:moveTo>
                    <a:pt x="1534432" y="1088308"/>
                  </a:moveTo>
                  <a:lnTo>
                    <a:pt x="1545199" y="1091207"/>
                  </a:lnTo>
                  <a:lnTo>
                    <a:pt x="1543793" y="980605"/>
                  </a:lnTo>
                  <a:close/>
                  <a:moveTo>
                    <a:pt x="1359803" y="793743"/>
                  </a:moveTo>
                  <a:lnTo>
                    <a:pt x="1265809" y="824641"/>
                  </a:lnTo>
                  <a:lnTo>
                    <a:pt x="1235643" y="823390"/>
                  </a:lnTo>
                  <a:close/>
                  <a:moveTo>
                    <a:pt x="1359803" y="793743"/>
                  </a:moveTo>
                  <a:lnTo>
                    <a:pt x="1235643" y="823390"/>
                  </a:lnTo>
                  <a:lnTo>
                    <a:pt x="1311643" y="828883"/>
                  </a:lnTo>
                  <a:close/>
                  <a:moveTo>
                    <a:pt x="1381622" y="811866"/>
                  </a:moveTo>
                  <a:lnTo>
                    <a:pt x="1401555" y="806125"/>
                  </a:lnTo>
                  <a:lnTo>
                    <a:pt x="1359803" y="793743"/>
                  </a:lnTo>
                  <a:close/>
                  <a:moveTo>
                    <a:pt x="1381622" y="811866"/>
                  </a:moveTo>
                  <a:lnTo>
                    <a:pt x="1359803" y="793743"/>
                  </a:lnTo>
                  <a:lnTo>
                    <a:pt x="1311643" y="828883"/>
                  </a:lnTo>
                  <a:close/>
                  <a:moveTo>
                    <a:pt x="1559330" y="867882"/>
                  </a:moveTo>
                  <a:lnTo>
                    <a:pt x="1581917" y="888340"/>
                  </a:lnTo>
                  <a:lnTo>
                    <a:pt x="1610934" y="786429"/>
                  </a:lnTo>
                  <a:close/>
                  <a:moveTo>
                    <a:pt x="1604234" y="719912"/>
                  </a:moveTo>
                  <a:lnTo>
                    <a:pt x="1657843" y="648200"/>
                  </a:lnTo>
                  <a:lnTo>
                    <a:pt x="1655940" y="647037"/>
                  </a:lnTo>
                  <a:close/>
                  <a:moveTo>
                    <a:pt x="1629317" y="750234"/>
                  </a:moveTo>
                  <a:lnTo>
                    <a:pt x="1657843" y="648200"/>
                  </a:lnTo>
                  <a:lnTo>
                    <a:pt x="1604234" y="719912"/>
                  </a:lnTo>
                  <a:close/>
                  <a:moveTo>
                    <a:pt x="1553025" y="743650"/>
                  </a:moveTo>
                  <a:lnTo>
                    <a:pt x="1629317" y="750234"/>
                  </a:lnTo>
                  <a:lnTo>
                    <a:pt x="1604234" y="719912"/>
                  </a:lnTo>
                  <a:close/>
                  <a:moveTo>
                    <a:pt x="1763308" y="723143"/>
                  </a:moveTo>
                  <a:lnTo>
                    <a:pt x="1898175" y="773030"/>
                  </a:lnTo>
                  <a:lnTo>
                    <a:pt x="1819080" y="750664"/>
                  </a:lnTo>
                  <a:close/>
                  <a:moveTo>
                    <a:pt x="1763308" y="723143"/>
                  </a:moveTo>
                  <a:lnTo>
                    <a:pt x="1898671" y="773780"/>
                  </a:lnTo>
                  <a:lnTo>
                    <a:pt x="1898175" y="773030"/>
                  </a:lnTo>
                  <a:close/>
                  <a:moveTo>
                    <a:pt x="1610561" y="726139"/>
                  </a:moveTo>
                  <a:lnTo>
                    <a:pt x="1655940" y="647037"/>
                  </a:lnTo>
                  <a:lnTo>
                    <a:pt x="1662631" y="644308"/>
                  </a:lnTo>
                  <a:close/>
                  <a:moveTo>
                    <a:pt x="1615641" y="564822"/>
                  </a:moveTo>
                  <a:lnTo>
                    <a:pt x="1631421" y="542898"/>
                  </a:lnTo>
                  <a:lnTo>
                    <a:pt x="1668955" y="468029"/>
                  </a:lnTo>
                  <a:close/>
                  <a:moveTo>
                    <a:pt x="1980442" y="796657"/>
                  </a:moveTo>
                  <a:lnTo>
                    <a:pt x="1898671" y="773780"/>
                  </a:lnTo>
                  <a:lnTo>
                    <a:pt x="1948889" y="793546"/>
                  </a:lnTo>
                  <a:close/>
                  <a:moveTo>
                    <a:pt x="1898175" y="773030"/>
                  </a:moveTo>
                  <a:lnTo>
                    <a:pt x="1901247" y="771685"/>
                  </a:lnTo>
                  <a:lnTo>
                    <a:pt x="1819080" y="750664"/>
                  </a:lnTo>
                  <a:close/>
                  <a:moveTo>
                    <a:pt x="1901247" y="771685"/>
                  </a:moveTo>
                  <a:lnTo>
                    <a:pt x="2008867" y="744784"/>
                  </a:lnTo>
                  <a:lnTo>
                    <a:pt x="1943419" y="721687"/>
                  </a:lnTo>
                  <a:close/>
                  <a:moveTo>
                    <a:pt x="2053794" y="792247"/>
                  </a:moveTo>
                  <a:lnTo>
                    <a:pt x="2101461" y="755267"/>
                  </a:lnTo>
                  <a:lnTo>
                    <a:pt x="1980442" y="796657"/>
                  </a:lnTo>
                  <a:close/>
                  <a:moveTo>
                    <a:pt x="1847515" y="415000"/>
                  </a:moveTo>
                  <a:lnTo>
                    <a:pt x="1853803" y="386630"/>
                  </a:lnTo>
                  <a:lnTo>
                    <a:pt x="1772070" y="359700"/>
                  </a:lnTo>
                  <a:close/>
                  <a:moveTo>
                    <a:pt x="1752415" y="405734"/>
                  </a:moveTo>
                  <a:lnTo>
                    <a:pt x="1762230" y="423742"/>
                  </a:lnTo>
                  <a:lnTo>
                    <a:pt x="1772070" y="359700"/>
                  </a:lnTo>
                  <a:close/>
                  <a:moveTo>
                    <a:pt x="1758726" y="94606"/>
                  </a:moveTo>
                  <a:lnTo>
                    <a:pt x="1837336" y="0"/>
                  </a:lnTo>
                  <a:lnTo>
                    <a:pt x="1776995" y="11371"/>
                  </a:lnTo>
                  <a:close/>
                  <a:moveTo>
                    <a:pt x="1870320" y="17980"/>
                  </a:moveTo>
                  <a:lnTo>
                    <a:pt x="1837336" y="0"/>
                  </a:lnTo>
                  <a:lnTo>
                    <a:pt x="1758726" y="9460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35" name="Candidate_density__2134">
              <a:extLst>
                <a:ext uri="{FF2B5EF4-FFF2-40B4-BE49-F238E27FC236}">
                  <a16:creationId xmlns:a16="http://schemas.microsoft.com/office/drawing/2014/main" id="{4F0F212C-39D1-6CEC-9729-12F15371189B}"/>
                </a:ext>
              </a:extLst>
            </p:cNvPr>
            <p:cNvSpPr>
              <a:spLocks noGrp="1"/>
            </p:cNvSpPr>
            <p:nvPr/>
          </p:nvSpPr>
          <p:spPr>
            <a:xfrm>
              <a:off x="5152018" y="3326218"/>
              <a:ext cx="80280" cy="34875"/>
            </a:xfrm>
            <a:custGeom>
              <a:avLst/>
              <a:gdLst/>
              <a:ahLst/>
              <a:cxnLst/>
              <a:rect l="0" t="0" r="0" b="0"/>
              <a:pathLst>
                <a:path w="80280" h="34875">
                  <a:moveTo>
                    <a:pt x="80280" y="0"/>
                  </a:moveTo>
                  <a:lnTo>
                    <a:pt x="50231" y="27419"/>
                  </a:lnTo>
                  <a:lnTo>
                    <a:pt x="0" y="34875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36" name="Candidate_density__2135">
              <a:extLst>
                <a:ext uri="{FF2B5EF4-FFF2-40B4-BE49-F238E27FC236}">
                  <a16:creationId xmlns:a16="http://schemas.microsoft.com/office/drawing/2014/main" id="{78A6241D-B703-65E4-CB6A-E740351D661E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77578"/>
              <a:ext cx="2786288" cy="1527273"/>
            </a:xfrm>
            <a:custGeom>
              <a:avLst/>
              <a:gdLst/>
              <a:ahLst/>
              <a:cxnLst/>
              <a:rect l="0" t="0" r="0" b="0"/>
              <a:pathLst>
                <a:path w="2786288" h="1527273">
                  <a:moveTo>
                    <a:pt x="35134" y="1238574"/>
                  </a:moveTo>
                  <a:lnTo>
                    <a:pt x="0" y="1218243"/>
                  </a:lnTo>
                  <a:lnTo>
                    <a:pt x="59303" y="1280627"/>
                  </a:lnTo>
                  <a:close/>
                  <a:moveTo>
                    <a:pt x="247023" y="1527273"/>
                  </a:moveTo>
                  <a:lnTo>
                    <a:pt x="258891" y="1488836"/>
                  </a:lnTo>
                  <a:lnTo>
                    <a:pt x="201843" y="1445058"/>
                  </a:lnTo>
                  <a:close/>
                  <a:moveTo>
                    <a:pt x="169863" y="1362842"/>
                  </a:moveTo>
                  <a:lnTo>
                    <a:pt x="249320" y="1336919"/>
                  </a:lnTo>
                  <a:lnTo>
                    <a:pt x="133807" y="1328836"/>
                  </a:lnTo>
                  <a:close/>
                  <a:moveTo>
                    <a:pt x="59303" y="1280627"/>
                  </a:moveTo>
                  <a:lnTo>
                    <a:pt x="100074" y="1242191"/>
                  </a:lnTo>
                  <a:lnTo>
                    <a:pt x="35134" y="1238574"/>
                  </a:lnTo>
                  <a:close/>
                  <a:moveTo>
                    <a:pt x="100074" y="1242191"/>
                  </a:moveTo>
                  <a:lnTo>
                    <a:pt x="89794" y="1227736"/>
                  </a:lnTo>
                  <a:lnTo>
                    <a:pt x="35134" y="1238574"/>
                  </a:lnTo>
                  <a:close/>
                  <a:moveTo>
                    <a:pt x="56405" y="1159976"/>
                  </a:moveTo>
                  <a:lnTo>
                    <a:pt x="35134" y="1238574"/>
                  </a:lnTo>
                  <a:lnTo>
                    <a:pt x="89794" y="1227736"/>
                  </a:lnTo>
                  <a:close/>
                  <a:moveTo>
                    <a:pt x="482754" y="1468510"/>
                  </a:moveTo>
                  <a:lnTo>
                    <a:pt x="370718" y="1406621"/>
                  </a:lnTo>
                  <a:lnTo>
                    <a:pt x="424998" y="1429834"/>
                  </a:lnTo>
                  <a:close/>
                  <a:moveTo>
                    <a:pt x="56405" y="1159976"/>
                  </a:moveTo>
                  <a:lnTo>
                    <a:pt x="53260" y="1074852"/>
                  </a:lnTo>
                  <a:lnTo>
                    <a:pt x="53312" y="1091335"/>
                  </a:lnTo>
                  <a:close/>
                  <a:moveTo>
                    <a:pt x="67829" y="1039324"/>
                  </a:moveTo>
                  <a:lnTo>
                    <a:pt x="53260" y="1074852"/>
                  </a:lnTo>
                  <a:lnTo>
                    <a:pt x="56405" y="1159976"/>
                  </a:lnTo>
                  <a:close/>
                  <a:moveTo>
                    <a:pt x="312540" y="1072824"/>
                  </a:moveTo>
                  <a:lnTo>
                    <a:pt x="387343" y="1083103"/>
                  </a:lnTo>
                  <a:lnTo>
                    <a:pt x="265257" y="1023686"/>
                  </a:lnTo>
                  <a:close/>
                  <a:moveTo>
                    <a:pt x="387343" y="1083103"/>
                  </a:moveTo>
                  <a:lnTo>
                    <a:pt x="312540" y="1072824"/>
                  </a:lnTo>
                  <a:lnTo>
                    <a:pt x="318945" y="1080131"/>
                  </a:lnTo>
                  <a:close/>
                  <a:moveTo>
                    <a:pt x="285324" y="807187"/>
                  </a:moveTo>
                  <a:lnTo>
                    <a:pt x="192843" y="821781"/>
                  </a:lnTo>
                  <a:lnTo>
                    <a:pt x="311308" y="853015"/>
                  </a:lnTo>
                  <a:close/>
                  <a:moveTo>
                    <a:pt x="364273" y="772388"/>
                  </a:moveTo>
                  <a:lnTo>
                    <a:pt x="275295" y="715806"/>
                  </a:lnTo>
                  <a:lnTo>
                    <a:pt x="359523" y="807457"/>
                  </a:lnTo>
                  <a:close/>
                  <a:moveTo>
                    <a:pt x="514243" y="759584"/>
                  </a:moveTo>
                  <a:lnTo>
                    <a:pt x="488926" y="744583"/>
                  </a:lnTo>
                  <a:lnTo>
                    <a:pt x="442357" y="785672"/>
                  </a:lnTo>
                  <a:close/>
                  <a:moveTo>
                    <a:pt x="442357" y="785672"/>
                  </a:moveTo>
                  <a:lnTo>
                    <a:pt x="488926" y="744583"/>
                  </a:lnTo>
                  <a:lnTo>
                    <a:pt x="364273" y="772388"/>
                  </a:lnTo>
                  <a:close/>
                  <a:moveTo>
                    <a:pt x="1059074" y="1302932"/>
                  </a:moveTo>
                  <a:lnTo>
                    <a:pt x="1130779" y="1305229"/>
                  </a:lnTo>
                  <a:lnTo>
                    <a:pt x="1057595" y="1262251"/>
                  </a:lnTo>
                  <a:close/>
                  <a:moveTo>
                    <a:pt x="1130779" y="1305229"/>
                  </a:moveTo>
                  <a:lnTo>
                    <a:pt x="1139288" y="1289030"/>
                  </a:lnTo>
                  <a:lnTo>
                    <a:pt x="1057595" y="1262251"/>
                  </a:lnTo>
                  <a:close/>
                  <a:moveTo>
                    <a:pt x="1057595" y="1262251"/>
                  </a:moveTo>
                  <a:lnTo>
                    <a:pt x="988629" y="1214439"/>
                  </a:lnTo>
                  <a:lnTo>
                    <a:pt x="1059074" y="1302932"/>
                  </a:lnTo>
                  <a:close/>
                  <a:moveTo>
                    <a:pt x="978186" y="1244015"/>
                  </a:moveTo>
                  <a:lnTo>
                    <a:pt x="1025575" y="1296654"/>
                  </a:lnTo>
                  <a:lnTo>
                    <a:pt x="1059074" y="1302932"/>
                  </a:lnTo>
                  <a:close/>
                  <a:moveTo>
                    <a:pt x="965424" y="1218384"/>
                  </a:moveTo>
                  <a:lnTo>
                    <a:pt x="978186" y="1244015"/>
                  </a:lnTo>
                  <a:lnTo>
                    <a:pt x="1059074" y="1302932"/>
                  </a:lnTo>
                  <a:close/>
                  <a:moveTo>
                    <a:pt x="1130779" y="1305229"/>
                  </a:moveTo>
                  <a:lnTo>
                    <a:pt x="1148653" y="1296654"/>
                  </a:lnTo>
                  <a:lnTo>
                    <a:pt x="1139288" y="1289030"/>
                  </a:lnTo>
                  <a:close/>
                  <a:moveTo>
                    <a:pt x="965424" y="1218384"/>
                  </a:moveTo>
                  <a:lnTo>
                    <a:pt x="905126" y="1186055"/>
                  </a:lnTo>
                  <a:lnTo>
                    <a:pt x="883977" y="1224007"/>
                  </a:lnTo>
                  <a:close/>
                  <a:moveTo>
                    <a:pt x="624141" y="756272"/>
                  </a:moveTo>
                  <a:lnTo>
                    <a:pt x="514243" y="759584"/>
                  </a:lnTo>
                  <a:lnTo>
                    <a:pt x="575948" y="791287"/>
                  </a:lnTo>
                  <a:close/>
                  <a:moveTo>
                    <a:pt x="534105" y="726117"/>
                  </a:moveTo>
                  <a:lnTo>
                    <a:pt x="537349" y="710426"/>
                  </a:lnTo>
                  <a:lnTo>
                    <a:pt x="514243" y="759584"/>
                  </a:lnTo>
                  <a:close/>
                  <a:moveTo>
                    <a:pt x="1052142" y="1026659"/>
                  </a:moveTo>
                  <a:lnTo>
                    <a:pt x="1129663" y="1105952"/>
                  </a:lnTo>
                  <a:lnTo>
                    <a:pt x="1131986" y="1046527"/>
                  </a:lnTo>
                  <a:close/>
                  <a:moveTo>
                    <a:pt x="1014354" y="1050009"/>
                  </a:moveTo>
                  <a:lnTo>
                    <a:pt x="1129663" y="1105952"/>
                  </a:lnTo>
                  <a:lnTo>
                    <a:pt x="1052142" y="1026659"/>
                  </a:lnTo>
                  <a:close/>
                  <a:moveTo>
                    <a:pt x="866378" y="929357"/>
                  </a:moveTo>
                  <a:lnTo>
                    <a:pt x="808365" y="887739"/>
                  </a:lnTo>
                  <a:lnTo>
                    <a:pt x="804210" y="885579"/>
                  </a:lnTo>
                  <a:close/>
                  <a:moveTo>
                    <a:pt x="866378" y="929357"/>
                  </a:moveTo>
                  <a:lnTo>
                    <a:pt x="804210" y="885579"/>
                  </a:lnTo>
                  <a:lnTo>
                    <a:pt x="820163" y="847142"/>
                  </a:lnTo>
                  <a:close/>
                  <a:moveTo>
                    <a:pt x="947148" y="932965"/>
                  </a:moveTo>
                  <a:lnTo>
                    <a:pt x="949979" y="923350"/>
                  </a:lnTo>
                  <a:lnTo>
                    <a:pt x="867281" y="937304"/>
                  </a:lnTo>
                  <a:close/>
                  <a:moveTo>
                    <a:pt x="867281" y="937304"/>
                  </a:moveTo>
                  <a:lnTo>
                    <a:pt x="949979" y="923350"/>
                  </a:lnTo>
                  <a:lnTo>
                    <a:pt x="808778" y="885579"/>
                  </a:lnTo>
                  <a:close/>
                  <a:moveTo>
                    <a:pt x="808778" y="885579"/>
                  </a:moveTo>
                  <a:lnTo>
                    <a:pt x="949979" y="923350"/>
                  </a:lnTo>
                  <a:lnTo>
                    <a:pt x="856098" y="847142"/>
                  </a:lnTo>
                  <a:close/>
                  <a:moveTo>
                    <a:pt x="808778" y="885579"/>
                  </a:moveTo>
                  <a:lnTo>
                    <a:pt x="808365" y="887739"/>
                  </a:lnTo>
                  <a:lnTo>
                    <a:pt x="867281" y="937304"/>
                  </a:lnTo>
                  <a:close/>
                  <a:moveTo>
                    <a:pt x="953693" y="929357"/>
                  </a:moveTo>
                  <a:lnTo>
                    <a:pt x="947148" y="932965"/>
                  </a:lnTo>
                  <a:lnTo>
                    <a:pt x="916611" y="1013793"/>
                  </a:lnTo>
                  <a:close/>
                  <a:moveTo>
                    <a:pt x="820163" y="847142"/>
                  </a:moveTo>
                  <a:lnTo>
                    <a:pt x="804210" y="885579"/>
                  </a:lnTo>
                  <a:lnTo>
                    <a:pt x="854839" y="846291"/>
                  </a:lnTo>
                  <a:close/>
                  <a:moveTo>
                    <a:pt x="856098" y="847142"/>
                  </a:moveTo>
                  <a:lnTo>
                    <a:pt x="854839" y="846291"/>
                  </a:lnTo>
                  <a:lnTo>
                    <a:pt x="807230" y="883493"/>
                  </a:lnTo>
                  <a:close/>
                  <a:moveTo>
                    <a:pt x="796414" y="627850"/>
                  </a:moveTo>
                  <a:lnTo>
                    <a:pt x="720663" y="595541"/>
                  </a:lnTo>
                  <a:lnTo>
                    <a:pt x="774622" y="609832"/>
                  </a:lnTo>
                  <a:close/>
                  <a:moveTo>
                    <a:pt x="796414" y="627850"/>
                  </a:moveTo>
                  <a:lnTo>
                    <a:pt x="774622" y="609832"/>
                  </a:lnTo>
                  <a:lnTo>
                    <a:pt x="845684" y="596860"/>
                  </a:lnTo>
                  <a:close/>
                  <a:moveTo>
                    <a:pt x="642258" y="598690"/>
                  </a:moveTo>
                  <a:lnTo>
                    <a:pt x="720663" y="595541"/>
                  </a:lnTo>
                  <a:lnTo>
                    <a:pt x="712808" y="593920"/>
                  </a:lnTo>
                  <a:close/>
                  <a:moveTo>
                    <a:pt x="890910" y="617817"/>
                  </a:moveTo>
                  <a:lnTo>
                    <a:pt x="927592" y="624444"/>
                  </a:lnTo>
                  <a:lnTo>
                    <a:pt x="845684" y="596860"/>
                  </a:lnTo>
                  <a:close/>
                  <a:moveTo>
                    <a:pt x="890910" y="617817"/>
                  </a:moveTo>
                  <a:lnTo>
                    <a:pt x="948204" y="631830"/>
                  </a:lnTo>
                  <a:lnTo>
                    <a:pt x="927592" y="624444"/>
                  </a:lnTo>
                  <a:close/>
                  <a:moveTo>
                    <a:pt x="1379745" y="769937"/>
                  </a:moveTo>
                  <a:lnTo>
                    <a:pt x="1476210" y="705715"/>
                  </a:lnTo>
                  <a:lnTo>
                    <a:pt x="1397422" y="731833"/>
                  </a:lnTo>
                  <a:close/>
                  <a:moveTo>
                    <a:pt x="1466818" y="816827"/>
                  </a:moveTo>
                  <a:lnTo>
                    <a:pt x="1556931" y="875091"/>
                  </a:lnTo>
                  <a:lnTo>
                    <a:pt x="1541646" y="775611"/>
                  </a:lnTo>
                  <a:close/>
                  <a:moveTo>
                    <a:pt x="2350164" y="1280680"/>
                  </a:moveTo>
                  <a:lnTo>
                    <a:pt x="2247062" y="1303909"/>
                  </a:lnTo>
                  <a:lnTo>
                    <a:pt x="2239898" y="1326238"/>
                  </a:lnTo>
                  <a:close/>
                  <a:moveTo>
                    <a:pt x="2526630" y="397071"/>
                  </a:moveTo>
                  <a:lnTo>
                    <a:pt x="2609897" y="389969"/>
                  </a:lnTo>
                  <a:lnTo>
                    <a:pt x="2590966" y="305267"/>
                  </a:lnTo>
                  <a:close/>
                  <a:moveTo>
                    <a:pt x="2588098" y="500913"/>
                  </a:moveTo>
                  <a:lnTo>
                    <a:pt x="2679573" y="385904"/>
                  </a:lnTo>
                  <a:lnTo>
                    <a:pt x="2609897" y="389969"/>
                  </a:lnTo>
                  <a:close/>
                  <a:moveTo>
                    <a:pt x="2689997" y="388037"/>
                  </a:moveTo>
                  <a:lnTo>
                    <a:pt x="2679573" y="385904"/>
                  </a:lnTo>
                  <a:lnTo>
                    <a:pt x="2588098" y="500913"/>
                  </a:lnTo>
                  <a:close/>
                  <a:moveTo>
                    <a:pt x="2470223" y="221474"/>
                  </a:moveTo>
                  <a:lnTo>
                    <a:pt x="2439076" y="285858"/>
                  </a:lnTo>
                  <a:lnTo>
                    <a:pt x="2453919" y="256000"/>
                  </a:lnTo>
                  <a:close/>
                  <a:moveTo>
                    <a:pt x="2453919" y="256000"/>
                  </a:moveTo>
                  <a:lnTo>
                    <a:pt x="2439076" y="285858"/>
                  </a:lnTo>
                  <a:lnTo>
                    <a:pt x="2440183" y="306666"/>
                  </a:lnTo>
                  <a:close/>
                  <a:moveTo>
                    <a:pt x="2453919" y="256000"/>
                  </a:moveTo>
                  <a:lnTo>
                    <a:pt x="2565345" y="226004"/>
                  </a:lnTo>
                  <a:lnTo>
                    <a:pt x="2491094" y="201685"/>
                  </a:lnTo>
                  <a:close/>
                  <a:moveTo>
                    <a:pt x="2786288" y="367750"/>
                  </a:moveTo>
                  <a:lnTo>
                    <a:pt x="2690568" y="384977"/>
                  </a:lnTo>
                  <a:lnTo>
                    <a:pt x="2689997" y="388037"/>
                  </a:lnTo>
                  <a:close/>
                  <a:moveTo>
                    <a:pt x="2433570" y="111858"/>
                  </a:moveTo>
                  <a:lnTo>
                    <a:pt x="2476793" y="37219"/>
                  </a:lnTo>
                  <a:lnTo>
                    <a:pt x="2413848" y="27800"/>
                  </a:lnTo>
                  <a:close/>
                  <a:moveTo>
                    <a:pt x="2413848" y="27800"/>
                  </a:moveTo>
                  <a:lnTo>
                    <a:pt x="2476793" y="37219"/>
                  </a:lnTo>
                  <a:lnTo>
                    <a:pt x="2437150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37" name="Candidate_density__2136">
              <a:extLst>
                <a:ext uri="{FF2B5EF4-FFF2-40B4-BE49-F238E27FC236}">
                  <a16:creationId xmlns:a16="http://schemas.microsoft.com/office/drawing/2014/main" id="{AB2965E1-A9F0-F71A-5F95-A577FCCAB51D}"/>
                </a:ext>
              </a:extLst>
            </p:cNvPr>
            <p:cNvSpPr>
              <a:spLocks noGrp="1"/>
            </p:cNvSpPr>
            <p:nvPr/>
          </p:nvSpPr>
          <p:spPr>
            <a:xfrm>
              <a:off x="3632227" y="1900249"/>
              <a:ext cx="2476090" cy="1645231"/>
            </a:xfrm>
            <a:custGeom>
              <a:avLst/>
              <a:gdLst/>
              <a:ahLst/>
              <a:cxnLst/>
              <a:rect l="0" t="0" r="0" b="0"/>
              <a:pathLst>
                <a:path w="2476090" h="1645231">
                  <a:moveTo>
                    <a:pt x="118180" y="1412263"/>
                  </a:moveTo>
                  <a:lnTo>
                    <a:pt x="184139" y="1486816"/>
                  </a:lnTo>
                  <a:lnTo>
                    <a:pt x="135058" y="1432466"/>
                  </a:lnTo>
                  <a:close/>
                  <a:moveTo>
                    <a:pt x="135058" y="1432466"/>
                  </a:moveTo>
                  <a:lnTo>
                    <a:pt x="184139" y="1486816"/>
                  </a:lnTo>
                  <a:lnTo>
                    <a:pt x="167235" y="1472475"/>
                  </a:lnTo>
                  <a:close/>
                  <a:moveTo>
                    <a:pt x="0" y="1206164"/>
                  </a:moveTo>
                  <a:lnTo>
                    <a:pt x="124139" y="1176438"/>
                  </a:lnTo>
                  <a:lnTo>
                    <a:pt x="47212" y="1167480"/>
                  </a:lnTo>
                  <a:close/>
                  <a:moveTo>
                    <a:pt x="603599" y="1574374"/>
                  </a:moveTo>
                  <a:lnTo>
                    <a:pt x="670420" y="1535937"/>
                  </a:lnTo>
                  <a:lnTo>
                    <a:pt x="581143" y="1555268"/>
                  </a:lnTo>
                  <a:close/>
                  <a:moveTo>
                    <a:pt x="670420" y="1535937"/>
                  </a:moveTo>
                  <a:lnTo>
                    <a:pt x="622692" y="1495410"/>
                  </a:lnTo>
                  <a:lnTo>
                    <a:pt x="581143" y="1555268"/>
                  </a:lnTo>
                  <a:close/>
                  <a:moveTo>
                    <a:pt x="672982" y="1619984"/>
                  </a:moveTo>
                  <a:lnTo>
                    <a:pt x="754266" y="1645231"/>
                  </a:lnTo>
                  <a:lnTo>
                    <a:pt x="798597" y="1595776"/>
                  </a:lnTo>
                  <a:close/>
                  <a:moveTo>
                    <a:pt x="718945" y="1576627"/>
                  </a:moveTo>
                  <a:lnTo>
                    <a:pt x="798597" y="1595776"/>
                  </a:lnTo>
                  <a:lnTo>
                    <a:pt x="839701" y="1534255"/>
                  </a:lnTo>
                  <a:close/>
                  <a:moveTo>
                    <a:pt x="798597" y="1595776"/>
                  </a:moveTo>
                  <a:lnTo>
                    <a:pt x="860864" y="1549925"/>
                  </a:lnTo>
                  <a:lnTo>
                    <a:pt x="839701" y="1534255"/>
                  </a:lnTo>
                  <a:close/>
                  <a:moveTo>
                    <a:pt x="151517" y="684515"/>
                  </a:moveTo>
                  <a:lnTo>
                    <a:pt x="198765" y="757565"/>
                  </a:lnTo>
                  <a:lnTo>
                    <a:pt x="220442" y="789165"/>
                  </a:lnTo>
                  <a:close/>
                  <a:moveTo>
                    <a:pt x="859780" y="1473185"/>
                  </a:moveTo>
                  <a:lnTo>
                    <a:pt x="839701" y="1534255"/>
                  </a:lnTo>
                  <a:lnTo>
                    <a:pt x="883673" y="1497501"/>
                  </a:lnTo>
                  <a:close/>
                  <a:moveTo>
                    <a:pt x="901972" y="1376849"/>
                  </a:moveTo>
                  <a:lnTo>
                    <a:pt x="862966" y="1406036"/>
                  </a:lnTo>
                  <a:lnTo>
                    <a:pt x="883673" y="1497501"/>
                  </a:lnTo>
                  <a:close/>
                  <a:moveTo>
                    <a:pt x="864364" y="1196061"/>
                  </a:moveTo>
                  <a:lnTo>
                    <a:pt x="903519" y="1278999"/>
                  </a:lnTo>
                  <a:lnTo>
                    <a:pt x="925267" y="1180261"/>
                  </a:lnTo>
                  <a:close/>
                  <a:moveTo>
                    <a:pt x="996972" y="1182558"/>
                  </a:moveTo>
                  <a:lnTo>
                    <a:pt x="925267" y="1180261"/>
                  </a:lnTo>
                  <a:lnTo>
                    <a:pt x="903519" y="1278999"/>
                  </a:lnTo>
                  <a:close/>
                  <a:moveTo>
                    <a:pt x="389990" y="711918"/>
                  </a:moveTo>
                  <a:lnTo>
                    <a:pt x="380436" y="636913"/>
                  </a:lnTo>
                  <a:lnTo>
                    <a:pt x="490334" y="633601"/>
                  </a:lnTo>
                  <a:close/>
                  <a:moveTo>
                    <a:pt x="1031616" y="1256197"/>
                  </a:moveTo>
                  <a:lnTo>
                    <a:pt x="1060079" y="1291937"/>
                  </a:lnTo>
                  <a:lnTo>
                    <a:pt x="1122797" y="1326325"/>
                  </a:lnTo>
                  <a:close/>
                  <a:moveTo>
                    <a:pt x="813341" y="810294"/>
                  </a:moveTo>
                  <a:lnTo>
                    <a:pt x="718045" y="927337"/>
                  </a:lnTo>
                  <a:lnTo>
                    <a:pt x="782804" y="891121"/>
                  </a:lnTo>
                  <a:close/>
                  <a:moveTo>
                    <a:pt x="717996" y="927307"/>
                  </a:moveTo>
                  <a:lnTo>
                    <a:pt x="718045" y="927337"/>
                  </a:lnTo>
                  <a:lnTo>
                    <a:pt x="813341" y="810294"/>
                  </a:lnTo>
                  <a:close/>
                  <a:moveTo>
                    <a:pt x="733474" y="814632"/>
                  </a:moveTo>
                  <a:lnTo>
                    <a:pt x="717996" y="927307"/>
                  </a:lnTo>
                  <a:lnTo>
                    <a:pt x="813341" y="810294"/>
                  </a:lnTo>
                  <a:close/>
                  <a:moveTo>
                    <a:pt x="899420" y="888901"/>
                  </a:moveTo>
                  <a:lnTo>
                    <a:pt x="888641" y="909760"/>
                  </a:lnTo>
                  <a:lnTo>
                    <a:pt x="918335" y="903988"/>
                  </a:lnTo>
                  <a:close/>
                  <a:moveTo>
                    <a:pt x="1412137" y="1427181"/>
                  </a:moveTo>
                  <a:lnTo>
                    <a:pt x="1411354" y="1546621"/>
                  </a:lnTo>
                  <a:lnTo>
                    <a:pt x="1493217" y="1444888"/>
                  </a:lnTo>
                  <a:close/>
                  <a:moveTo>
                    <a:pt x="933925" y="850464"/>
                  </a:moveTo>
                  <a:lnTo>
                    <a:pt x="899420" y="888901"/>
                  </a:lnTo>
                  <a:lnTo>
                    <a:pt x="918335" y="903988"/>
                  </a:lnTo>
                  <a:close/>
                  <a:moveTo>
                    <a:pt x="918335" y="903988"/>
                  </a:moveTo>
                  <a:lnTo>
                    <a:pt x="998179" y="923856"/>
                  </a:lnTo>
                  <a:lnTo>
                    <a:pt x="964240" y="860419"/>
                  </a:lnTo>
                  <a:close/>
                  <a:moveTo>
                    <a:pt x="1025811" y="858836"/>
                  </a:moveTo>
                  <a:lnTo>
                    <a:pt x="1077943" y="877045"/>
                  </a:lnTo>
                  <a:lnTo>
                    <a:pt x="1034648" y="845007"/>
                  </a:lnTo>
                  <a:close/>
                  <a:moveTo>
                    <a:pt x="1275282" y="756976"/>
                  </a:moveTo>
                  <a:lnTo>
                    <a:pt x="1214232" y="743923"/>
                  </a:lnTo>
                  <a:lnTo>
                    <a:pt x="1333011" y="694155"/>
                  </a:lnTo>
                  <a:close/>
                  <a:moveTo>
                    <a:pt x="2324916" y="603592"/>
                  </a:moveTo>
                  <a:lnTo>
                    <a:pt x="2254959" y="626165"/>
                  </a:lnTo>
                  <a:lnTo>
                    <a:pt x="2206834" y="655964"/>
                  </a:lnTo>
                  <a:close/>
                  <a:moveTo>
                    <a:pt x="2324916" y="603592"/>
                  </a:moveTo>
                  <a:lnTo>
                    <a:pt x="2353650" y="506431"/>
                  </a:lnTo>
                  <a:lnTo>
                    <a:pt x="2257381" y="625187"/>
                  </a:lnTo>
                  <a:close/>
                  <a:moveTo>
                    <a:pt x="2353690" y="504536"/>
                  </a:moveTo>
                  <a:lnTo>
                    <a:pt x="2353650" y="506431"/>
                  </a:lnTo>
                  <a:lnTo>
                    <a:pt x="2344670" y="462243"/>
                  </a:lnTo>
                  <a:close/>
                  <a:moveTo>
                    <a:pt x="2353650" y="506431"/>
                  </a:moveTo>
                  <a:lnTo>
                    <a:pt x="2372217" y="504536"/>
                  </a:lnTo>
                  <a:lnTo>
                    <a:pt x="2344670" y="462243"/>
                  </a:lnTo>
                  <a:close/>
                  <a:moveTo>
                    <a:pt x="2383635" y="392726"/>
                  </a:moveTo>
                  <a:lnTo>
                    <a:pt x="2372217" y="504536"/>
                  </a:lnTo>
                  <a:lnTo>
                    <a:pt x="2450972" y="387811"/>
                  </a:lnTo>
                  <a:close/>
                  <a:moveTo>
                    <a:pt x="2450972" y="387811"/>
                  </a:moveTo>
                  <a:lnTo>
                    <a:pt x="2422416" y="383885"/>
                  </a:lnTo>
                  <a:lnTo>
                    <a:pt x="2383635" y="392726"/>
                  </a:lnTo>
                  <a:close/>
                  <a:moveTo>
                    <a:pt x="2422416" y="383885"/>
                  </a:moveTo>
                  <a:lnTo>
                    <a:pt x="2450972" y="387811"/>
                  </a:lnTo>
                  <a:lnTo>
                    <a:pt x="2454291" y="378242"/>
                  </a:lnTo>
                  <a:close/>
                  <a:moveTo>
                    <a:pt x="2386489" y="379642"/>
                  </a:moveTo>
                  <a:lnTo>
                    <a:pt x="2422416" y="383885"/>
                  </a:lnTo>
                  <a:lnTo>
                    <a:pt x="2476090" y="267297"/>
                  </a:lnTo>
                  <a:close/>
                  <a:moveTo>
                    <a:pt x="2360993" y="0"/>
                  </a:moveTo>
                  <a:lnTo>
                    <a:pt x="2336416" y="98803"/>
                  </a:lnTo>
                  <a:lnTo>
                    <a:pt x="2357287" y="79013"/>
                  </a:lnTo>
                  <a:close/>
                  <a:moveTo>
                    <a:pt x="2299882" y="89182"/>
                  </a:moveTo>
                  <a:lnTo>
                    <a:pt x="2336416" y="98803"/>
                  </a:lnTo>
                  <a:lnTo>
                    <a:pt x="2360993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38" name="Candidate_density__2137">
              <a:extLst>
                <a:ext uri="{FF2B5EF4-FFF2-40B4-BE49-F238E27FC236}">
                  <a16:creationId xmlns:a16="http://schemas.microsoft.com/office/drawing/2014/main" id="{CC6BA690-6773-BE02-A4DA-A1C76352476B}"/>
                </a:ext>
              </a:extLst>
            </p:cNvPr>
            <p:cNvSpPr>
              <a:spLocks noGrp="1"/>
            </p:cNvSpPr>
            <p:nvPr/>
          </p:nvSpPr>
          <p:spPr>
            <a:xfrm>
              <a:off x="3557724" y="1814797"/>
              <a:ext cx="2603257" cy="1705437"/>
            </a:xfrm>
            <a:custGeom>
              <a:avLst/>
              <a:gdLst/>
              <a:ahLst/>
              <a:cxnLst/>
              <a:rect l="0" t="0" r="0" b="0"/>
              <a:pathLst>
                <a:path w="2603257" h="1705437">
                  <a:moveTo>
                    <a:pt x="187720" y="1490054"/>
                  </a:moveTo>
                  <a:lnTo>
                    <a:pt x="192684" y="1497716"/>
                  </a:lnTo>
                  <a:lnTo>
                    <a:pt x="209562" y="1517918"/>
                  </a:lnTo>
                  <a:close/>
                  <a:moveTo>
                    <a:pt x="187720" y="1490054"/>
                  </a:moveTo>
                  <a:lnTo>
                    <a:pt x="142540" y="1407839"/>
                  </a:lnTo>
                  <a:lnTo>
                    <a:pt x="143052" y="1437974"/>
                  </a:lnTo>
                  <a:close/>
                  <a:moveTo>
                    <a:pt x="187720" y="1490054"/>
                  </a:moveTo>
                  <a:lnTo>
                    <a:pt x="209562" y="1517918"/>
                  </a:lnTo>
                  <a:lnTo>
                    <a:pt x="237022" y="1533832"/>
                  </a:lnTo>
                  <a:close/>
                  <a:moveTo>
                    <a:pt x="74504" y="1291617"/>
                  </a:moveTo>
                  <a:lnTo>
                    <a:pt x="190016" y="1299700"/>
                  </a:lnTo>
                  <a:lnTo>
                    <a:pt x="198642" y="1261891"/>
                  </a:lnTo>
                  <a:close/>
                  <a:moveTo>
                    <a:pt x="40771" y="1204972"/>
                  </a:moveTo>
                  <a:lnTo>
                    <a:pt x="74504" y="1291617"/>
                  </a:lnTo>
                  <a:lnTo>
                    <a:pt x="121716" y="1252933"/>
                  </a:lnTo>
                  <a:close/>
                  <a:moveTo>
                    <a:pt x="40771" y="1204972"/>
                  </a:moveTo>
                  <a:lnTo>
                    <a:pt x="0" y="1243408"/>
                  </a:lnTo>
                  <a:lnTo>
                    <a:pt x="74504" y="1291617"/>
                  </a:lnTo>
                  <a:close/>
                  <a:moveTo>
                    <a:pt x="744924" y="1621389"/>
                  </a:moveTo>
                  <a:lnTo>
                    <a:pt x="747486" y="1705437"/>
                  </a:lnTo>
                  <a:lnTo>
                    <a:pt x="793448" y="1662079"/>
                  </a:lnTo>
                  <a:close/>
                  <a:moveTo>
                    <a:pt x="744924" y="1621389"/>
                  </a:moveTo>
                  <a:lnTo>
                    <a:pt x="678103" y="1659826"/>
                  </a:lnTo>
                  <a:lnTo>
                    <a:pt x="747486" y="1705437"/>
                  </a:lnTo>
                  <a:close/>
                  <a:moveTo>
                    <a:pt x="793448" y="1662079"/>
                  </a:moveTo>
                  <a:lnTo>
                    <a:pt x="747486" y="1705437"/>
                  </a:lnTo>
                  <a:lnTo>
                    <a:pt x="873101" y="1681229"/>
                  </a:lnTo>
                  <a:close/>
                  <a:moveTo>
                    <a:pt x="205954" y="986467"/>
                  </a:moveTo>
                  <a:lnTo>
                    <a:pt x="280181" y="986713"/>
                  </a:lnTo>
                  <a:lnTo>
                    <a:pt x="222963" y="922417"/>
                  </a:lnTo>
                  <a:close/>
                  <a:moveTo>
                    <a:pt x="280181" y="986713"/>
                  </a:moveTo>
                  <a:lnTo>
                    <a:pt x="290749" y="897201"/>
                  </a:lnTo>
                  <a:lnTo>
                    <a:pt x="222963" y="922417"/>
                  </a:lnTo>
                  <a:close/>
                  <a:moveTo>
                    <a:pt x="226021" y="769968"/>
                  </a:moveTo>
                  <a:lnTo>
                    <a:pt x="294946" y="874618"/>
                  </a:lnTo>
                  <a:lnTo>
                    <a:pt x="300220" y="770238"/>
                  </a:lnTo>
                  <a:close/>
                  <a:moveTo>
                    <a:pt x="824674" y="1186788"/>
                  </a:moveTo>
                  <a:lnTo>
                    <a:pt x="845823" y="1148836"/>
                  </a:lnTo>
                  <a:lnTo>
                    <a:pt x="858462" y="1095005"/>
                  </a:lnTo>
                  <a:close/>
                  <a:moveTo>
                    <a:pt x="585985" y="886796"/>
                  </a:moveTo>
                  <a:lnTo>
                    <a:pt x="626959" y="766145"/>
                  </a:lnTo>
                  <a:lnTo>
                    <a:pt x="585822" y="804581"/>
                  </a:lnTo>
                  <a:close/>
                  <a:moveTo>
                    <a:pt x="585822" y="804581"/>
                  </a:moveTo>
                  <a:lnTo>
                    <a:pt x="626959" y="766145"/>
                  </a:lnTo>
                  <a:lnTo>
                    <a:pt x="516645" y="754067"/>
                  </a:lnTo>
                  <a:close/>
                  <a:moveTo>
                    <a:pt x="626959" y="766145"/>
                  </a:moveTo>
                  <a:lnTo>
                    <a:pt x="564838" y="719053"/>
                  </a:lnTo>
                  <a:lnTo>
                    <a:pt x="516645" y="754067"/>
                  </a:lnTo>
                  <a:close/>
                  <a:moveTo>
                    <a:pt x="1322824" y="1670511"/>
                  </a:moveTo>
                  <a:lnTo>
                    <a:pt x="1293616" y="1588295"/>
                  </a:lnTo>
                  <a:lnTo>
                    <a:pt x="1299993" y="1603782"/>
                  </a:lnTo>
                  <a:close/>
                  <a:moveTo>
                    <a:pt x="1106120" y="1341650"/>
                  </a:moveTo>
                  <a:lnTo>
                    <a:pt x="1197300" y="1411778"/>
                  </a:lnTo>
                  <a:lnTo>
                    <a:pt x="1195888" y="1385429"/>
                  </a:lnTo>
                  <a:close/>
                  <a:moveTo>
                    <a:pt x="963145" y="995212"/>
                  </a:moveTo>
                  <a:lnTo>
                    <a:pt x="955051" y="1012790"/>
                  </a:lnTo>
                  <a:lnTo>
                    <a:pt x="992839" y="989440"/>
                  </a:lnTo>
                  <a:close/>
                  <a:moveTo>
                    <a:pt x="807978" y="900085"/>
                  </a:moveTo>
                  <a:lnTo>
                    <a:pt x="749062" y="850520"/>
                  </a:lnTo>
                  <a:lnTo>
                    <a:pt x="807075" y="892138"/>
                  </a:lnTo>
                  <a:close/>
                  <a:moveTo>
                    <a:pt x="894390" y="892138"/>
                  </a:moveTo>
                  <a:lnTo>
                    <a:pt x="963145" y="995212"/>
                  </a:lnTo>
                  <a:lnTo>
                    <a:pt x="973924" y="974353"/>
                  </a:lnTo>
                  <a:close/>
                  <a:moveTo>
                    <a:pt x="857308" y="976574"/>
                  </a:moveTo>
                  <a:lnTo>
                    <a:pt x="963145" y="995212"/>
                  </a:lnTo>
                  <a:lnTo>
                    <a:pt x="894390" y="892138"/>
                  </a:lnTo>
                  <a:close/>
                  <a:moveTo>
                    <a:pt x="1305864" y="1198641"/>
                  </a:moveTo>
                  <a:lnTo>
                    <a:pt x="1329473" y="1279539"/>
                  </a:lnTo>
                  <a:lnTo>
                    <a:pt x="1383254" y="1196316"/>
                  </a:lnTo>
                  <a:close/>
                  <a:moveTo>
                    <a:pt x="1100315" y="944288"/>
                  </a:moveTo>
                  <a:lnTo>
                    <a:pt x="1072683" y="1009308"/>
                  </a:lnTo>
                  <a:lnTo>
                    <a:pt x="1178759" y="1041198"/>
                  </a:lnTo>
                  <a:close/>
                  <a:moveTo>
                    <a:pt x="1008428" y="935917"/>
                  </a:moveTo>
                  <a:lnTo>
                    <a:pt x="900708" y="885289"/>
                  </a:lnTo>
                  <a:lnTo>
                    <a:pt x="894390" y="892138"/>
                  </a:lnTo>
                  <a:close/>
                  <a:moveTo>
                    <a:pt x="1008428" y="935917"/>
                  </a:moveTo>
                  <a:lnTo>
                    <a:pt x="894390" y="892138"/>
                  </a:lnTo>
                  <a:lnTo>
                    <a:pt x="973924" y="974353"/>
                  </a:lnTo>
                  <a:close/>
                  <a:moveTo>
                    <a:pt x="931861" y="659778"/>
                  </a:moveTo>
                  <a:lnTo>
                    <a:pt x="976132" y="684378"/>
                  </a:lnTo>
                  <a:lnTo>
                    <a:pt x="888901" y="594611"/>
                  </a:lnTo>
                  <a:close/>
                  <a:moveTo>
                    <a:pt x="1443829" y="738392"/>
                  </a:moveTo>
                  <a:lnTo>
                    <a:pt x="1407515" y="779608"/>
                  </a:lnTo>
                  <a:lnTo>
                    <a:pt x="1415821" y="769471"/>
                  </a:lnTo>
                  <a:close/>
                  <a:moveTo>
                    <a:pt x="1415821" y="769471"/>
                  </a:moveTo>
                  <a:lnTo>
                    <a:pt x="1416907" y="668496"/>
                  </a:lnTo>
                  <a:lnTo>
                    <a:pt x="1320442" y="732718"/>
                  </a:lnTo>
                  <a:close/>
                  <a:moveTo>
                    <a:pt x="1497628" y="837872"/>
                  </a:moveTo>
                  <a:lnTo>
                    <a:pt x="1527794" y="839123"/>
                  </a:lnTo>
                  <a:lnTo>
                    <a:pt x="1482343" y="738392"/>
                  </a:lnTo>
                  <a:close/>
                  <a:moveTo>
                    <a:pt x="1736449" y="1030359"/>
                  </a:moveTo>
                  <a:lnTo>
                    <a:pt x="1781517" y="1054312"/>
                  </a:lnTo>
                  <a:lnTo>
                    <a:pt x="1750844" y="979157"/>
                  </a:lnTo>
                  <a:close/>
                  <a:moveTo>
                    <a:pt x="2428154" y="591884"/>
                  </a:moveTo>
                  <a:lnTo>
                    <a:pt x="2399420" y="689044"/>
                  </a:lnTo>
                  <a:lnTo>
                    <a:pt x="2446721" y="589988"/>
                  </a:lnTo>
                  <a:close/>
                  <a:moveTo>
                    <a:pt x="2399420" y="689044"/>
                  </a:moveTo>
                  <a:lnTo>
                    <a:pt x="2440405" y="710640"/>
                  </a:lnTo>
                  <a:lnTo>
                    <a:pt x="2446721" y="589988"/>
                  </a:lnTo>
                  <a:close/>
                  <a:moveTo>
                    <a:pt x="2446721" y="589988"/>
                  </a:moveTo>
                  <a:lnTo>
                    <a:pt x="2508279" y="602192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446721" y="589988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603257" y="470620"/>
                  </a:lnTo>
                  <a:lnTo>
                    <a:pt x="2528795" y="463694"/>
                  </a:lnTo>
                  <a:close/>
                  <a:moveTo>
                    <a:pt x="2550594" y="352750"/>
                  </a:moveTo>
                  <a:lnTo>
                    <a:pt x="2496920" y="469337"/>
                  </a:lnTo>
                  <a:lnTo>
                    <a:pt x="2528795" y="463694"/>
                  </a:lnTo>
                  <a:close/>
                  <a:moveTo>
                    <a:pt x="2467327" y="359852"/>
                  </a:moveTo>
                  <a:lnTo>
                    <a:pt x="2460993" y="465094"/>
                  </a:lnTo>
                  <a:lnTo>
                    <a:pt x="2550594" y="352750"/>
                  </a:lnTo>
                  <a:close/>
                  <a:moveTo>
                    <a:pt x="2506042" y="188785"/>
                  </a:moveTo>
                  <a:lnTo>
                    <a:pt x="2502039" y="148454"/>
                  </a:lnTo>
                  <a:lnTo>
                    <a:pt x="2431791" y="164466"/>
                  </a:lnTo>
                  <a:close/>
                  <a:moveTo>
                    <a:pt x="2410920" y="184255"/>
                  </a:moveTo>
                  <a:lnTo>
                    <a:pt x="2394616" y="218781"/>
                  </a:lnTo>
                  <a:lnTo>
                    <a:pt x="2431791" y="164466"/>
                  </a:lnTo>
                  <a:close/>
                  <a:moveTo>
                    <a:pt x="2374267" y="74639"/>
                  </a:moveTo>
                  <a:lnTo>
                    <a:pt x="2435497" y="85453"/>
                  </a:lnTo>
                  <a:lnTo>
                    <a:pt x="2417490" y="0"/>
                  </a:lnTo>
                  <a:close/>
                  <a:moveTo>
                    <a:pt x="2499597" y="93933"/>
                  </a:moveTo>
                  <a:lnTo>
                    <a:pt x="2431791" y="164466"/>
                  </a:lnTo>
                  <a:lnTo>
                    <a:pt x="2502039" y="148454"/>
                  </a:lnTo>
                  <a:close/>
                  <a:moveTo>
                    <a:pt x="2499597" y="93933"/>
                  </a:moveTo>
                  <a:lnTo>
                    <a:pt x="2435497" y="85453"/>
                  </a:lnTo>
                  <a:lnTo>
                    <a:pt x="2431791" y="164466"/>
                  </a:lnTo>
                  <a:close/>
                  <a:moveTo>
                    <a:pt x="2435497" y="85453"/>
                  </a:moveTo>
                  <a:lnTo>
                    <a:pt x="2478374" y="11094"/>
                  </a:lnTo>
                  <a:lnTo>
                    <a:pt x="241749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39" name="Candidate_density__2138">
              <a:extLst>
                <a:ext uri="{FF2B5EF4-FFF2-40B4-BE49-F238E27FC236}">
                  <a16:creationId xmlns:a16="http://schemas.microsoft.com/office/drawing/2014/main" id="{80C5283B-CDFC-4337-33A5-D6277A88C81C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61307"/>
              <a:ext cx="2690568" cy="1657272"/>
            </a:xfrm>
            <a:custGeom>
              <a:avLst/>
              <a:gdLst/>
              <a:ahLst/>
              <a:cxnLst/>
              <a:rect l="0" t="0" r="0" b="0"/>
              <a:pathLst>
                <a:path w="2690568" h="1657272">
                  <a:moveTo>
                    <a:pt x="15585" y="1214683"/>
                  </a:moveTo>
                  <a:lnTo>
                    <a:pt x="0" y="1234514"/>
                  </a:lnTo>
                  <a:lnTo>
                    <a:pt x="35134" y="1254845"/>
                  </a:lnTo>
                  <a:close/>
                  <a:moveTo>
                    <a:pt x="258891" y="1505107"/>
                  </a:moveTo>
                  <a:lnTo>
                    <a:pt x="291127" y="1439439"/>
                  </a:lnTo>
                  <a:lnTo>
                    <a:pt x="201843" y="1461329"/>
                  </a:lnTo>
                  <a:close/>
                  <a:moveTo>
                    <a:pt x="169863" y="1379113"/>
                  </a:moveTo>
                  <a:lnTo>
                    <a:pt x="272190" y="1434689"/>
                  </a:lnTo>
                  <a:lnTo>
                    <a:pt x="249320" y="1353190"/>
                  </a:lnTo>
                  <a:close/>
                  <a:moveTo>
                    <a:pt x="169863" y="1379113"/>
                  </a:moveTo>
                  <a:lnTo>
                    <a:pt x="201843" y="1461329"/>
                  </a:lnTo>
                  <a:lnTo>
                    <a:pt x="272190" y="1434689"/>
                  </a:lnTo>
                  <a:close/>
                  <a:moveTo>
                    <a:pt x="272190" y="1434689"/>
                  </a:moveTo>
                  <a:lnTo>
                    <a:pt x="323457" y="1353509"/>
                  </a:lnTo>
                  <a:lnTo>
                    <a:pt x="249320" y="1353190"/>
                  </a:lnTo>
                  <a:close/>
                  <a:moveTo>
                    <a:pt x="56405" y="1176247"/>
                  </a:moveTo>
                  <a:lnTo>
                    <a:pt x="15585" y="1214683"/>
                  </a:lnTo>
                  <a:lnTo>
                    <a:pt x="35134" y="1254845"/>
                  </a:lnTo>
                  <a:close/>
                  <a:moveTo>
                    <a:pt x="53312" y="1107605"/>
                  </a:moveTo>
                  <a:lnTo>
                    <a:pt x="15585" y="1214683"/>
                  </a:lnTo>
                  <a:lnTo>
                    <a:pt x="56405" y="1176247"/>
                  </a:lnTo>
                  <a:close/>
                  <a:moveTo>
                    <a:pt x="53312" y="1107605"/>
                  </a:moveTo>
                  <a:lnTo>
                    <a:pt x="17008" y="1187073"/>
                  </a:lnTo>
                  <a:lnTo>
                    <a:pt x="15585" y="1214683"/>
                  </a:lnTo>
                  <a:close/>
                  <a:moveTo>
                    <a:pt x="17008" y="1187073"/>
                  </a:moveTo>
                  <a:lnTo>
                    <a:pt x="53312" y="1107605"/>
                  </a:lnTo>
                  <a:lnTo>
                    <a:pt x="27386" y="1132468"/>
                  </a:lnTo>
                  <a:close/>
                  <a:moveTo>
                    <a:pt x="53312" y="1107605"/>
                  </a:moveTo>
                  <a:lnTo>
                    <a:pt x="55891" y="1094031"/>
                  </a:lnTo>
                  <a:lnTo>
                    <a:pt x="27386" y="1132468"/>
                  </a:lnTo>
                  <a:close/>
                  <a:moveTo>
                    <a:pt x="424998" y="1446104"/>
                  </a:moveTo>
                  <a:lnTo>
                    <a:pt x="363975" y="1433151"/>
                  </a:lnTo>
                  <a:lnTo>
                    <a:pt x="291127" y="1439439"/>
                  </a:lnTo>
                  <a:close/>
                  <a:moveTo>
                    <a:pt x="451197" y="1410344"/>
                  </a:moveTo>
                  <a:lnTo>
                    <a:pt x="370718" y="1422892"/>
                  </a:lnTo>
                  <a:lnTo>
                    <a:pt x="482754" y="1484781"/>
                  </a:lnTo>
                  <a:close/>
                  <a:moveTo>
                    <a:pt x="424998" y="1446104"/>
                  </a:moveTo>
                  <a:lnTo>
                    <a:pt x="370718" y="1422892"/>
                  </a:lnTo>
                  <a:lnTo>
                    <a:pt x="363975" y="1433151"/>
                  </a:lnTo>
                  <a:close/>
                  <a:moveTo>
                    <a:pt x="55891" y="1094031"/>
                  </a:moveTo>
                  <a:lnTo>
                    <a:pt x="53312" y="1107605"/>
                  </a:lnTo>
                  <a:lnTo>
                    <a:pt x="53260" y="1091123"/>
                  </a:lnTo>
                  <a:close/>
                  <a:moveTo>
                    <a:pt x="53260" y="1091123"/>
                  </a:moveTo>
                  <a:lnTo>
                    <a:pt x="84627" y="1009484"/>
                  </a:lnTo>
                  <a:lnTo>
                    <a:pt x="55891" y="1094031"/>
                  </a:lnTo>
                  <a:close/>
                  <a:moveTo>
                    <a:pt x="55891" y="1094031"/>
                  </a:moveTo>
                  <a:lnTo>
                    <a:pt x="84627" y="1009484"/>
                  </a:lnTo>
                  <a:lnTo>
                    <a:pt x="110530" y="973380"/>
                  </a:lnTo>
                  <a:close/>
                  <a:moveTo>
                    <a:pt x="55891" y="1094031"/>
                  </a:moveTo>
                  <a:lnTo>
                    <a:pt x="110530" y="973380"/>
                  </a:lnTo>
                  <a:lnTo>
                    <a:pt x="81212" y="1011816"/>
                  </a:lnTo>
                  <a:close/>
                  <a:moveTo>
                    <a:pt x="110530" y="973380"/>
                  </a:moveTo>
                  <a:lnTo>
                    <a:pt x="107472" y="891165"/>
                  </a:lnTo>
                  <a:lnTo>
                    <a:pt x="81212" y="1011816"/>
                  </a:lnTo>
                  <a:close/>
                  <a:moveTo>
                    <a:pt x="265257" y="1039956"/>
                  </a:moveTo>
                  <a:lnTo>
                    <a:pt x="387343" y="1099374"/>
                  </a:lnTo>
                  <a:lnTo>
                    <a:pt x="389766" y="1099418"/>
                  </a:lnTo>
                  <a:close/>
                  <a:moveTo>
                    <a:pt x="265257" y="1039956"/>
                  </a:moveTo>
                  <a:lnTo>
                    <a:pt x="389766" y="1099418"/>
                  </a:lnTo>
                  <a:lnTo>
                    <a:pt x="339485" y="1040203"/>
                  </a:lnTo>
                  <a:close/>
                  <a:moveTo>
                    <a:pt x="107472" y="891165"/>
                  </a:moveTo>
                  <a:lnTo>
                    <a:pt x="110530" y="973380"/>
                  </a:lnTo>
                  <a:lnTo>
                    <a:pt x="156764" y="934943"/>
                  </a:lnTo>
                  <a:close/>
                  <a:moveTo>
                    <a:pt x="359523" y="823727"/>
                  </a:moveTo>
                  <a:lnTo>
                    <a:pt x="275295" y="732076"/>
                  </a:lnTo>
                  <a:lnTo>
                    <a:pt x="274069" y="732516"/>
                  </a:lnTo>
                  <a:close/>
                  <a:moveTo>
                    <a:pt x="359523" y="823727"/>
                  </a:moveTo>
                  <a:lnTo>
                    <a:pt x="274069" y="732516"/>
                  </a:lnTo>
                  <a:lnTo>
                    <a:pt x="285324" y="823457"/>
                  </a:lnTo>
                  <a:close/>
                  <a:moveTo>
                    <a:pt x="645288" y="940285"/>
                  </a:moveTo>
                  <a:lnTo>
                    <a:pt x="645125" y="858070"/>
                  </a:lnTo>
                  <a:lnTo>
                    <a:pt x="588835" y="958669"/>
                  </a:lnTo>
                  <a:close/>
                  <a:moveTo>
                    <a:pt x="514243" y="775855"/>
                  </a:moveTo>
                  <a:lnTo>
                    <a:pt x="571203" y="872912"/>
                  </a:lnTo>
                  <a:lnTo>
                    <a:pt x="575948" y="807557"/>
                  </a:lnTo>
                  <a:close/>
                  <a:moveTo>
                    <a:pt x="499612" y="896507"/>
                  </a:moveTo>
                  <a:lnTo>
                    <a:pt x="571203" y="872912"/>
                  </a:lnTo>
                  <a:lnTo>
                    <a:pt x="514243" y="775855"/>
                  </a:lnTo>
                  <a:close/>
                  <a:moveTo>
                    <a:pt x="275295" y="732076"/>
                  </a:moveTo>
                  <a:lnTo>
                    <a:pt x="364273" y="788658"/>
                  </a:lnTo>
                  <a:lnTo>
                    <a:pt x="385043" y="702888"/>
                  </a:lnTo>
                  <a:close/>
                  <a:moveTo>
                    <a:pt x="364273" y="788658"/>
                  </a:moveTo>
                  <a:lnTo>
                    <a:pt x="423184" y="693640"/>
                  </a:lnTo>
                  <a:lnTo>
                    <a:pt x="385043" y="702888"/>
                  </a:lnTo>
                  <a:close/>
                  <a:moveTo>
                    <a:pt x="488926" y="760854"/>
                  </a:moveTo>
                  <a:lnTo>
                    <a:pt x="423184" y="693640"/>
                  </a:lnTo>
                  <a:lnTo>
                    <a:pt x="364273" y="788658"/>
                  </a:lnTo>
                  <a:close/>
                  <a:moveTo>
                    <a:pt x="385043" y="702888"/>
                  </a:moveTo>
                  <a:lnTo>
                    <a:pt x="453368" y="627908"/>
                  </a:lnTo>
                  <a:lnTo>
                    <a:pt x="443635" y="615754"/>
                  </a:lnTo>
                  <a:close/>
                  <a:moveTo>
                    <a:pt x="1059074" y="1319203"/>
                  </a:moveTo>
                  <a:lnTo>
                    <a:pt x="988629" y="1230710"/>
                  </a:lnTo>
                  <a:lnTo>
                    <a:pt x="965424" y="1234655"/>
                  </a:lnTo>
                  <a:close/>
                  <a:moveTo>
                    <a:pt x="514243" y="775855"/>
                  </a:moveTo>
                  <a:lnTo>
                    <a:pt x="537349" y="726697"/>
                  </a:lnTo>
                  <a:lnTo>
                    <a:pt x="536668" y="655204"/>
                  </a:lnTo>
                  <a:close/>
                  <a:moveTo>
                    <a:pt x="509672" y="662159"/>
                  </a:moveTo>
                  <a:lnTo>
                    <a:pt x="488926" y="760854"/>
                  </a:lnTo>
                  <a:lnTo>
                    <a:pt x="514243" y="775855"/>
                  </a:lnTo>
                  <a:close/>
                  <a:moveTo>
                    <a:pt x="1371416" y="1615873"/>
                  </a:moveTo>
                  <a:lnTo>
                    <a:pt x="1359297" y="1657272"/>
                  </a:lnTo>
                  <a:lnTo>
                    <a:pt x="1352919" y="1641785"/>
                  </a:lnTo>
                  <a:close/>
                  <a:moveTo>
                    <a:pt x="1483899" y="1542569"/>
                  </a:moveTo>
                  <a:lnTo>
                    <a:pt x="1397719" y="1559570"/>
                  </a:lnTo>
                  <a:lnTo>
                    <a:pt x="1371416" y="1615873"/>
                  </a:lnTo>
                  <a:close/>
                  <a:moveTo>
                    <a:pt x="1483899" y="1542569"/>
                  </a:moveTo>
                  <a:lnTo>
                    <a:pt x="1371416" y="1615873"/>
                  </a:lnTo>
                  <a:lnTo>
                    <a:pt x="1412258" y="1553374"/>
                  </a:lnTo>
                  <a:close/>
                  <a:moveTo>
                    <a:pt x="1148653" y="1312925"/>
                  </a:moveTo>
                  <a:lnTo>
                    <a:pt x="1165423" y="1395140"/>
                  </a:lnTo>
                  <a:lnTo>
                    <a:pt x="1220884" y="1356703"/>
                  </a:lnTo>
                  <a:close/>
                  <a:moveTo>
                    <a:pt x="988629" y="1230710"/>
                  </a:moveTo>
                  <a:lnTo>
                    <a:pt x="1057595" y="1278522"/>
                  </a:lnTo>
                  <a:lnTo>
                    <a:pt x="1062281" y="1216504"/>
                  </a:lnTo>
                  <a:close/>
                  <a:moveTo>
                    <a:pt x="1148653" y="1312925"/>
                  </a:moveTo>
                  <a:lnTo>
                    <a:pt x="1249636" y="1224015"/>
                  </a:lnTo>
                  <a:lnTo>
                    <a:pt x="1148341" y="1207131"/>
                  </a:lnTo>
                  <a:close/>
                  <a:moveTo>
                    <a:pt x="1148341" y="1207131"/>
                  </a:moveTo>
                  <a:lnTo>
                    <a:pt x="1249636" y="1224015"/>
                  </a:lnTo>
                  <a:lnTo>
                    <a:pt x="1227090" y="1203701"/>
                  </a:lnTo>
                  <a:close/>
                  <a:moveTo>
                    <a:pt x="1148653" y="1312925"/>
                  </a:moveTo>
                  <a:lnTo>
                    <a:pt x="1148341" y="1207131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57595" y="1278522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62281" y="1216504"/>
                  </a:lnTo>
                  <a:lnTo>
                    <a:pt x="1057595" y="1278522"/>
                  </a:lnTo>
                  <a:close/>
                  <a:moveTo>
                    <a:pt x="1148341" y="1207131"/>
                  </a:moveTo>
                  <a:lnTo>
                    <a:pt x="1129663" y="1122223"/>
                  </a:lnTo>
                  <a:lnTo>
                    <a:pt x="1062281" y="1216504"/>
                  </a:lnTo>
                  <a:close/>
                  <a:moveTo>
                    <a:pt x="1227090" y="1203701"/>
                  </a:moveTo>
                  <a:lnTo>
                    <a:pt x="1129663" y="1122223"/>
                  </a:lnTo>
                  <a:lnTo>
                    <a:pt x="1148341" y="1207131"/>
                  </a:lnTo>
                  <a:close/>
                  <a:moveTo>
                    <a:pt x="1129663" y="1122223"/>
                  </a:moveTo>
                  <a:lnTo>
                    <a:pt x="1176156" y="1110058"/>
                  </a:lnTo>
                  <a:lnTo>
                    <a:pt x="1131986" y="1062798"/>
                  </a:lnTo>
                  <a:close/>
                  <a:moveTo>
                    <a:pt x="947148" y="949236"/>
                  </a:moveTo>
                  <a:lnTo>
                    <a:pt x="953693" y="945628"/>
                  </a:lnTo>
                  <a:lnTo>
                    <a:pt x="949979" y="939621"/>
                  </a:lnTo>
                  <a:close/>
                  <a:moveTo>
                    <a:pt x="804210" y="901849"/>
                  </a:moveTo>
                  <a:lnTo>
                    <a:pt x="807230" y="899763"/>
                  </a:lnTo>
                  <a:lnTo>
                    <a:pt x="854839" y="862562"/>
                  </a:lnTo>
                  <a:close/>
                  <a:moveTo>
                    <a:pt x="808778" y="901849"/>
                  </a:moveTo>
                  <a:lnTo>
                    <a:pt x="856098" y="863413"/>
                  </a:lnTo>
                  <a:lnTo>
                    <a:pt x="807230" y="899763"/>
                  </a:lnTo>
                  <a:close/>
                  <a:moveTo>
                    <a:pt x="712808" y="610191"/>
                  </a:moveTo>
                  <a:lnTo>
                    <a:pt x="585006" y="626222"/>
                  </a:lnTo>
                  <a:lnTo>
                    <a:pt x="639075" y="613174"/>
                  </a:lnTo>
                  <a:close/>
                  <a:moveTo>
                    <a:pt x="1527368" y="1521133"/>
                  </a:moveTo>
                  <a:lnTo>
                    <a:pt x="1483899" y="1542569"/>
                  </a:lnTo>
                  <a:lnTo>
                    <a:pt x="1608831" y="1515809"/>
                  </a:lnTo>
                  <a:close/>
                  <a:moveTo>
                    <a:pt x="1608831" y="1515809"/>
                  </a:moveTo>
                  <a:lnTo>
                    <a:pt x="1483899" y="1542569"/>
                  </a:lnTo>
                  <a:lnTo>
                    <a:pt x="1558756" y="1564912"/>
                  </a:lnTo>
                  <a:close/>
                  <a:moveTo>
                    <a:pt x="1558756" y="1564912"/>
                  </a:moveTo>
                  <a:lnTo>
                    <a:pt x="1483899" y="1542569"/>
                  </a:lnTo>
                  <a:lnTo>
                    <a:pt x="1545944" y="1566123"/>
                  </a:lnTo>
                  <a:close/>
                  <a:moveTo>
                    <a:pt x="1614671" y="1482697"/>
                  </a:moveTo>
                  <a:lnTo>
                    <a:pt x="1580924" y="1498185"/>
                  </a:lnTo>
                  <a:lnTo>
                    <a:pt x="1608831" y="1515809"/>
                  </a:lnTo>
                  <a:close/>
                  <a:moveTo>
                    <a:pt x="1249636" y="1224015"/>
                  </a:moveTo>
                  <a:lnTo>
                    <a:pt x="1219011" y="1274488"/>
                  </a:lnTo>
                  <a:lnTo>
                    <a:pt x="1299495" y="1244928"/>
                  </a:lnTo>
                  <a:close/>
                  <a:moveTo>
                    <a:pt x="1299495" y="1244928"/>
                  </a:moveTo>
                  <a:lnTo>
                    <a:pt x="1318720" y="1203650"/>
                  </a:lnTo>
                  <a:lnTo>
                    <a:pt x="1249636" y="1224015"/>
                  </a:lnTo>
                  <a:close/>
                  <a:moveTo>
                    <a:pt x="1299495" y="1244928"/>
                  </a:moveTo>
                  <a:lnTo>
                    <a:pt x="1365167" y="1252131"/>
                  </a:lnTo>
                  <a:lnTo>
                    <a:pt x="1318720" y="1203650"/>
                  </a:lnTo>
                  <a:close/>
                  <a:moveTo>
                    <a:pt x="949979" y="939621"/>
                  </a:moveTo>
                  <a:lnTo>
                    <a:pt x="953693" y="945628"/>
                  </a:lnTo>
                  <a:lnTo>
                    <a:pt x="960012" y="938778"/>
                  </a:lnTo>
                  <a:close/>
                  <a:moveTo>
                    <a:pt x="642258" y="614961"/>
                  </a:moveTo>
                  <a:lnTo>
                    <a:pt x="712808" y="610191"/>
                  </a:lnTo>
                  <a:lnTo>
                    <a:pt x="639075" y="613174"/>
                  </a:lnTo>
                  <a:close/>
                  <a:moveTo>
                    <a:pt x="1608831" y="1515809"/>
                  </a:moveTo>
                  <a:lnTo>
                    <a:pt x="1558756" y="1564912"/>
                  </a:lnTo>
                  <a:lnTo>
                    <a:pt x="1608565" y="1475713"/>
                  </a:lnTo>
                  <a:close/>
                  <a:moveTo>
                    <a:pt x="1614671" y="1482697"/>
                  </a:moveTo>
                  <a:lnTo>
                    <a:pt x="1608831" y="1515809"/>
                  </a:lnTo>
                  <a:lnTo>
                    <a:pt x="1608565" y="1475713"/>
                  </a:lnTo>
                  <a:close/>
                  <a:moveTo>
                    <a:pt x="1541646" y="791882"/>
                  </a:moveTo>
                  <a:lnTo>
                    <a:pt x="1475124" y="822961"/>
                  </a:lnTo>
                  <a:lnTo>
                    <a:pt x="1466818" y="833097"/>
                  </a:lnTo>
                  <a:close/>
                  <a:moveTo>
                    <a:pt x="1541646" y="791882"/>
                  </a:moveTo>
                  <a:lnTo>
                    <a:pt x="1565967" y="709943"/>
                  </a:lnTo>
                  <a:lnTo>
                    <a:pt x="1475124" y="822961"/>
                  </a:lnTo>
                  <a:close/>
                  <a:moveTo>
                    <a:pt x="1475124" y="822961"/>
                  </a:moveTo>
                  <a:lnTo>
                    <a:pt x="1565863" y="709691"/>
                  </a:lnTo>
                  <a:lnTo>
                    <a:pt x="1476210" y="721986"/>
                  </a:lnTo>
                  <a:close/>
                  <a:moveTo>
                    <a:pt x="1681843" y="671230"/>
                  </a:moveTo>
                  <a:lnTo>
                    <a:pt x="1682297" y="675626"/>
                  </a:lnTo>
                  <a:lnTo>
                    <a:pt x="1617180" y="686216"/>
                  </a:lnTo>
                  <a:close/>
                  <a:moveTo>
                    <a:pt x="1687296" y="669710"/>
                  </a:moveTo>
                  <a:lnTo>
                    <a:pt x="1682297" y="675626"/>
                  </a:lnTo>
                  <a:lnTo>
                    <a:pt x="1681843" y="671230"/>
                  </a:lnTo>
                  <a:close/>
                  <a:moveTo>
                    <a:pt x="2223019" y="1328951"/>
                  </a:moveTo>
                  <a:lnTo>
                    <a:pt x="2239898" y="1342509"/>
                  </a:lnTo>
                  <a:lnTo>
                    <a:pt x="2247062" y="1320179"/>
                  </a:lnTo>
                  <a:close/>
                  <a:moveTo>
                    <a:pt x="2178721" y="1246736"/>
                  </a:moveTo>
                  <a:lnTo>
                    <a:pt x="2223019" y="1328951"/>
                  </a:lnTo>
                  <a:lnTo>
                    <a:pt x="2247062" y="1320179"/>
                  </a:lnTo>
                  <a:close/>
                  <a:moveTo>
                    <a:pt x="1680394" y="707361"/>
                  </a:moveTo>
                  <a:lnTo>
                    <a:pt x="1730491" y="632794"/>
                  </a:lnTo>
                  <a:lnTo>
                    <a:pt x="1681843" y="671230"/>
                  </a:lnTo>
                  <a:close/>
                  <a:moveTo>
                    <a:pt x="1731705" y="620545"/>
                  </a:moveTo>
                  <a:lnTo>
                    <a:pt x="1687296" y="669710"/>
                  </a:lnTo>
                  <a:lnTo>
                    <a:pt x="1681843" y="671230"/>
                  </a:lnTo>
                  <a:close/>
                  <a:moveTo>
                    <a:pt x="1930284" y="391491"/>
                  </a:moveTo>
                  <a:lnTo>
                    <a:pt x="1864853" y="309275"/>
                  </a:lnTo>
                  <a:lnTo>
                    <a:pt x="1814864" y="428258"/>
                  </a:lnTo>
                  <a:close/>
                  <a:moveTo>
                    <a:pt x="1814864" y="428258"/>
                  </a:moveTo>
                  <a:lnTo>
                    <a:pt x="1868950" y="424620"/>
                  </a:lnTo>
                  <a:lnTo>
                    <a:pt x="1930284" y="391491"/>
                  </a:lnTo>
                  <a:close/>
                  <a:moveTo>
                    <a:pt x="2331135" y="611776"/>
                  </a:moveTo>
                  <a:lnTo>
                    <a:pt x="2251462" y="615957"/>
                  </a:lnTo>
                  <a:lnTo>
                    <a:pt x="2363629" y="665653"/>
                  </a:lnTo>
                  <a:close/>
                  <a:moveTo>
                    <a:pt x="1864853" y="309275"/>
                  </a:moveTo>
                  <a:lnTo>
                    <a:pt x="1930284" y="391491"/>
                  </a:lnTo>
                  <a:lnTo>
                    <a:pt x="1932932" y="353054"/>
                  </a:lnTo>
                  <a:close/>
                  <a:moveTo>
                    <a:pt x="2102636" y="95407"/>
                  </a:moveTo>
                  <a:lnTo>
                    <a:pt x="2171926" y="75819"/>
                  </a:lnTo>
                  <a:lnTo>
                    <a:pt x="2045040" y="95270"/>
                  </a:lnTo>
                  <a:close/>
                  <a:moveTo>
                    <a:pt x="2526630" y="413342"/>
                  </a:moveTo>
                  <a:lnTo>
                    <a:pt x="2590966" y="321537"/>
                  </a:lnTo>
                  <a:lnTo>
                    <a:pt x="2506823" y="329353"/>
                  </a:lnTo>
                  <a:close/>
                  <a:moveTo>
                    <a:pt x="2679573" y="402175"/>
                  </a:moveTo>
                  <a:lnTo>
                    <a:pt x="2626723" y="319960"/>
                  </a:lnTo>
                  <a:lnTo>
                    <a:pt x="2609897" y="406240"/>
                  </a:lnTo>
                  <a:close/>
                  <a:moveTo>
                    <a:pt x="2626723" y="319960"/>
                  </a:moveTo>
                  <a:lnTo>
                    <a:pt x="2590966" y="321537"/>
                  </a:lnTo>
                  <a:lnTo>
                    <a:pt x="2609897" y="406240"/>
                  </a:lnTo>
                  <a:close/>
                  <a:moveTo>
                    <a:pt x="2453919" y="272270"/>
                  </a:moveTo>
                  <a:lnTo>
                    <a:pt x="2440183" y="322937"/>
                  </a:lnTo>
                  <a:lnTo>
                    <a:pt x="2506823" y="329353"/>
                  </a:lnTo>
                  <a:close/>
                  <a:moveTo>
                    <a:pt x="2506823" y="329353"/>
                  </a:moveTo>
                  <a:lnTo>
                    <a:pt x="2590966" y="321537"/>
                  </a:lnTo>
                  <a:lnTo>
                    <a:pt x="2565345" y="242275"/>
                  </a:lnTo>
                  <a:close/>
                  <a:moveTo>
                    <a:pt x="2506823" y="329353"/>
                  </a:moveTo>
                  <a:lnTo>
                    <a:pt x="2565345" y="242275"/>
                  </a:lnTo>
                  <a:lnTo>
                    <a:pt x="2453919" y="272270"/>
                  </a:lnTo>
                  <a:close/>
                  <a:moveTo>
                    <a:pt x="2291317" y="28342"/>
                  </a:moveTo>
                  <a:lnTo>
                    <a:pt x="2171926" y="75819"/>
                  </a:lnTo>
                  <a:lnTo>
                    <a:pt x="2220676" y="42881"/>
                  </a:lnTo>
                  <a:close/>
                  <a:moveTo>
                    <a:pt x="2358268" y="0"/>
                  </a:moveTo>
                  <a:lnTo>
                    <a:pt x="2249496" y="87180"/>
                  </a:lnTo>
                  <a:lnTo>
                    <a:pt x="2291317" y="28342"/>
                  </a:lnTo>
                  <a:close/>
                  <a:moveTo>
                    <a:pt x="2679573" y="402175"/>
                  </a:moveTo>
                  <a:lnTo>
                    <a:pt x="2689997" y="404307"/>
                  </a:lnTo>
                  <a:lnTo>
                    <a:pt x="2690568" y="401247"/>
                  </a:lnTo>
                  <a:close/>
                  <a:moveTo>
                    <a:pt x="2626723" y="319960"/>
                  </a:moveTo>
                  <a:lnTo>
                    <a:pt x="2679573" y="402175"/>
                  </a:lnTo>
                  <a:lnTo>
                    <a:pt x="2690568" y="401247"/>
                  </a:lnTo>
                  <a:close/>
                  <a:moveTo>
                    <a:pt x="2333449" y="48842"/>
                  </a:moveTo>
                  <a:lnTo>
                    <a:pt x="2358268" y="0"/>
                  </a:lnTo>
                  <a:lnTo>
                    <a:pt x="2291317" y="28342"/>
                  </a:lnTo>
                  <a:close/>
                  <a:moveTo>
                    <a:pt x="2333449" y="48842"/>
                  </a:moveTo>
                  <a:lnTo>
                    <a:pt x="2413848" y="44071"/>
                  </a:lnTo>
                  <a:lnTo>
                    <a:pt x="2358268" y="0"/>
                  </a:lnTo>
                  <a:close/>
                  <a:moveTo>
                    <a:pt x="2413848" y="44071"/>
                  </a:moveTo>
                  <a:lnTo>
                    <a:pt x="2437150" y="16271"/>
                  </a:lnTo>
                  <a:lnTo>
                    <a:pt x="235826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40" name="Candidate_density__2139">
              <a:extLst>
                <a:ext uri="{FF2B5EF4-FFF2-40B4-BE49-F238E27FC236}">
                  <a16:creationId xmlns:a16="http://schemas.microsoft.com/office/drawing/2014/main" id="{2B492648-DD03-D400-ED6C-1EED39196573}"/>
                </a:ext>
              </a:extLst>
            </p:cNvPr>
            <p:cNvSpPr>
              <a:spLocks noGrp="1"/>
            </p:cNvSpPr>
            <p:nvPr/>
          </p:nvSpPr>
          <p:spPr>
            <a:xfrm>
              <a:off x="3605893" y="1856577"/>
              <a:ext cx="1995163" cy="1448053"/>
            </a:xfrm>
            <a:custGeom>
              <a:avLst/>
              <a:gdLst/>
              <a:ahLst/>
              <a:cxnLst/>
              <a:rect l="0" t="0" r="0" b="0"/>
              <a:pathLst>
                <a:path w="1995163" h="1448053">
                  <a:moveTo>
                    <a:pt x="94371" y="1366058"/>
                  </a:moveTo>
                  <a:lnTo>
                    <a:pt x="183654" y="1344169"/>
                  </a:lnTo>
                  <a:lnTo>
                    <a:pt x="164718" y="1339419"/>
                  </a:lnTo>
                  <a:close/>
                  <a:moveTo>
                    <a:pt x="164718" y="1339419"/>
                  </a:moveTo>
                  <a:lnTo>
                    <a:pt x="250871" y="1329970"/>
                  </a:lnTo>
                  <a:lnTo>
                    <a:pt x="215985" y="1258239"/>
                  </a:lnTo>
                  <a:close/>
                  <a:moveTo>
                    <a:pt x="250871" y="1329970"/>
                  </a:moveTo>
                  <a:lnTo>
                    <a:pt x="164718" y="1339419"/>
                  </a:lnTo>
                  <a:lnTo>
                    <a:pt x="256503" y="1337880"/>
                  </a:lnTo>
                  <a:close/>
                  <a:moveTo>
                    <a:pt x="164718" y="1339419"/>
                  </a:moveTo>
                  <a:lnTo>
                    <a:pt x="183654" y="1344169"/>
                  </a:lnTo>
                  <a:lnTo>
                    <a:pt x="256503" y="1337880"/>
                  </a:lnTo>
                  <a:close/>
                  <a:moveTo>
                    <a:pt x="250871" y="1329970"/>
                  </a:moveTo>
                  <a:lnTo>
                    <a:pt x="256503" y="1337880"/>
                  </a:lnTo>
                  <a:lnTo>
                    <a:pt x="263246" y="1327622"/>
                  </a:lnTo>
                  <a:close/>
                  <a:moveTo>
                    <a:pt x="282448" y="1004104"/>
                  </a:moveTo>
                  <a:lnTo>
                    <a:pt x="282294" y="1004147"/>
                  </a:lnTo>
                  <a:lnTo>
                    <a:pt x="282371" y="1004191"/>
                  </a:lnTo>
                  <a:close/>
                  <a:moveTo>
                    <a:pt x="282448" y="1004104"/>
                  </a:moveTo>
                  <a:lnTo>
                    <a:pt x="300981" y="921889"/>
                  </a:lnTo>
                  <a:lnTo>
                    <a:pt x="282294" y="1004147"/>
                  </a:lnTo>
                  <a:close/>
                  <a:moveTo>
                    <a:pt x="300981" y="921889"/>
                  </a:moveTo>
                  <a:lnTo>
                    <a:pt x="232012" y="944933"/>
                  </a:lnTo>
                  <a:lnTo>
                    <a:pt x="282294" y="1004147"/>
                  </a:lnTo>
                  <a:close/>
                  <a:moveTo>
                    <a:pt x="282371" y="1004191"/>
                  </a:moveTo>
                  <a:lnTo>
                    <a:pt x="282294" y="1004147"/>
                  </a:lnTo>
                  <a:lnTo>
                    <a:pt x="279871" y="1004104"/>
                  </a:lnTo>
                  <a:close/>
                  <a:moveTo>
                    <a:pt x="0" y="795894"/>
                  </a:moveTo>
                  <a:lnTo>
                    <a:pt x="49292" y="839673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0" y="795894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8825" y="753967"/>
                  </a:lnTo>
                  <a:lnTo>
                    <a:pt x="0" y="795894"/>
                  </a:lnTo>
                  <a:close/>
                  <a:moveTo>
                    <a:pt x="60687" y="732667"/>
                  </a:moveTo>
                  <a:lnTo>
                    <a:pt x="67486" y="675243"/>
                  </a:lnTo>
                  <a:lnTo>
                    <a:pt x="22942" y="713680"/>
                  </a:lnTo>
                  <a:close/>
                  <a:moveTo>
                    <a:pt x="282371" y="1004191"/>
                  </a:moveTo>
                  <a:lnTo>
                    <a:pt x="279871" y="1004104"/>
                  </a:lnTo>
                  <a:lnTo>
                    <a:pt x="346599" y="1029126"/>
                  </a:lnTo>
                  <a:close/>
                  <a:moveTo>
                    <a:pt x="395322" y="972849"/>
                  </a:moveTo>
                  <a:lnTo>
                    <a:pt x="282448" y="1004104"/>
                  </a:lnTo>
                  <a:lnTo>
                    <a:pt x="408468" y="981786"/>
                  </a:lnTo>
                  <a:close/>
                  <a:moveTo>
                    <a:pt x="408468" y="981786"/>
                  </a:moveTo>
                  <a:lnTo>
                    <a:pt x="282448" y="1004104"/>
                  </a:lnTo>
                  <a:lnTo>
                    <a:pt x="282371" y="1004191"/>
                  </a:lnTo>
                  <a:close/>
                  <a:moveTo>
                    <a:pt x="300981" y="921889"/>
                  </a:moveTo>
                  <a:lnTo>
                    <a:pt x="395322" y="972849"/>
                  </a:lnTo>
                  <a:lnTo>
                    <a:pt x="372153" y="891593"/>
                  </a:lnTo>
                  <a:close/>
                  <a:moveTo>
                    <a:pt x="300981" y="921889"/>
                  </a:moveTo>
                  <a:lnTo>
                    <a:pt x="282448" y="1004104"/>
                  </a:lnTo>
                  <a:lnTo>
                    <a:pt x="395322" y="972849"/>
                  </a:lnTo>
                  <a:close/>
                  <a:moveTo>
                    <a:pt x="419493" y="965667"/>
                  </a:moveTo>
                  <a:lnTo>
                    <a:pt x="401591" y="883451"/>
                  </a:lnTo>
                  <a:lnTo>
                    <a:pt x="395322" y="972849"/>
                  </a:lnTo>
                  <a:close/>
                  <a:moveTo>
                    <a:pt x="401591" y="883451"/>
                  </a:moveTo>
                  <a:lnTo>
                    <a:pt x="372153" y="891593"/>
                  </a:lnTo>
                  <a:lnTo>
                    <a:pt x="395322" y="972849"/>
                  </a:lnTo>
                  <a:close/>
                  <a:moveTo>
                    <a:pt x="395322" y="972849"/>
                  </a:moveTo>
                  <a:lnTo>
                    <a:pt x="408468" y="981786"/>
                  </a:lnTo>
                  <a:lnTo>
                    <a:pt x="419493" y="965667"/>
                  </a:lnTo>
                  <a:close/>
                  <a:moveTo>
                    <a:pt x="60687" y="732667"/>
                  </a:moveTo>
                  <a:lnTo>
                    <a:pt x="56545" y="757458"/>
                  </a:lnTo>
                  <a:lnTo>
                    <a:pt x="85371" y="742781"/>
                  </a:lnTo>
                  <a:close/>
                  <a:moveTo>
                    <a:pt x="85371" y="742781"/>
                  </a:moveTo>
                  <a:lnTo>
                    <a:pt x="67486" y="675243"/>
                  </a:lnTo>
                  <a:lnTo>
                    <a:pt x="60687" y="732667"/>
                  </a:lnTo>
                  <a:close/>
                  <a:moveTo>
                    <a:pt x="166596" y="637246"/>
                  </a:moveTo>
                  <a:lnTo>
                    <a:pt x="67486" y="675243"/>
                  </a:lnTo>
                  <a:lnTo>
                    <a:pt x="85371" y="742781"/>
                  </a:lnTo>
                  <a:close/>
                  <a:moveTo>
                    <a:pt x="177852" y="728187"/>
                  </a:moveTo>
                  <a:lnTo>
                    <a:pt x="166596" y="637246"/>
                  </a:lnTo>
                  <a:lnTo>
                    <a:pt x="85371" y="742781"/>
                  </a:lnTo>
                  <a:close/>
                  <a:moveTo>
                    <a:pt x="93908" y="593028"/>
                  </a:moveTo>
                  <a:lnTo>
                    <a:pt x="67486" y="675243"/>
                  </a:lnTo>
                  <a:lnTo>
                    <a:pt x="166596" y="637246"/>
                  </a:lnTo>
                  <a:close/>
                  <a:moveTo>
                    <a:pt x="167823" y="636806"/>
                  </a:moveTo>
                  <a:lnTo>
                    <a:pt x="167525" y="554592"/>
                  </a:lnTo>
                  <a:lnTo>
                    <a:pt x="166596" y="637246"/>
                  </a:lnTo>
                  <a:close/>
                  <a:moveTo>
                    <a:pt x="167525" y="554592"/>
                  </a:moveTo>
                  <a:lnTo>
                    <a:pt x="104936" y="587284"/>
                  </a:lnTo>
                  <a:lnTo>
                    <a:pt x="166596" y="637246"/>
                  </a:lnTo>
                  <a:close/>
                  <a:moveTo>
                    <a:pt x="401591" y="883451"/>
                  </a:moveTo>
                  <a:lnTo>
                    <a:pt x="514942" y="886015"/>
                  </a:lnTo>
                  <a:lnTo>
                    <a:pt x="481363" y="863399"/>
                  </a:lnTo>
                  <a:close/>
                  <a:moveTo>
                    <a:pt x="499349" y="927231"/>
                  </a:moveTo>
                  <a:lnTo>
                    <a:pt x="514942" y="886015"/>
                  </a:lnTo>
                  <a:lnTo>
                    <a:pt x="401591" y="883451"/>
                  </a:lnTo>
                  <a:close/>
                  <a:moveTo>
                    <a:pt x="419493" y="965667"/>
                  </a:moveTo>
                  <a:lnTo>
                    <a:pt x="499349" y="927231"/>
                  </a:lnTo>
                  <a:lnTo>
                    <a:pt x="401591" y="883451"/>
                  </a:lnTo>
                  <a:close/>
                  <a:moveTo>
                    <a:pt x="392140" y="801237"/>
                  </a:moveTo>
                  <a:lnTo>
                    <a:pt x="481363" y="863399"/>
                  </a:lnTo>
                  <a:lnTo>
                    <a:pt x="463731" y="777642"/>
                  </a:lnTo>
                  <a:close/>
                  <a:moveTo>
                    <a:pt x="392140" y="801237"/>
                  </a:moveTo>
                  <a:lnTo>
                    <a:pt x="401591" y="883451"/>
                  </a:lnTo>
                  <a:lnTo>
                    <a:pt x="481363" y="863399"/>
                  </a:lnTo>
                  <a:close/>
                  <a:moveTo>
                    <a:pt x="481363" y="863399"/>
                  </a:moveTo>
                  <a:lnTo>
                    <a:pt x="514942" y="886015"/>
                  </a:lnTo>
                  <a:lnTo>
                    <a:pt x="537816" y="845015"/>
                  </a:lnTo>
                  <a:close/>
                  <a:moveTo>
                    <a:pt x="167525" y="554592"/>
                  </a:moveTo>
                  <a:lnTo>
                    <a:pt x="277571" y="607618"/>
                  </a:lnTo>
                  <a:lnTo>
                    <a:pt x="248092" y="531491"/>
                  </a:lnTo>
                  <a:close/>
                  <a:moveTo>
                    <a:pt x="167525" y="554592"/>
                  </a:moveTo>
                  <a:lnTo>
                    <a:pt x="167823" y="636806"/>
                  </a:lnTo>
                  <a:lnTo>
                    <a:pt x="277571" y="607618"/>
                  </a:lnTo>
                  <a:close/>
                  <a:moveTo>
                    <a:pt x="315711" y="598370"/>
                  </a:moveTo>
                  <a:lnTo>
                    <a:pt x="345895" y="532638"/>
                  </a:lnTo>
                  <a:lnTo>
                    <a:pt x="277571" y="607618"/>
                  </a:lnTo>
                  <a:close/>
                  <a:moveTo>
                    <a:pt x="277571" y="607618"/>
                  </a:moveTo>
                  <a:lnTo>
                    <a:pt x="336162" y="520484"/>
                  </a:lnTo>
                  <a:lnTo>
                    <a:pt x="248092" y="531491"/>
                  </a:lnTo>
                  <a:close/>
                  <a:moveTo>
                    <a:pt x="921398" y="1075856"/>
                  </a:moveTo>
                  <a:lnTo>
                    <a:pt x="797654" y="1107055"/>
                  </a:lnTo>
                  <a:lnTo>
                    <a:pt x="881156" y="1135440"/>
                  </a:lnTo>
                  <a:close/>
                  <a:moveTo>
                    <a:pt x="881156" y="1135440"/>
                  </a:moveTo>
                  <a:lnTo>
                    <a:pt x="797654" y="1107055"/>
                  </a:lnTo>
                  <a:lnTo>
                    <a:pt x="857951" y="1139385"/>
                  </a:lnTo>
                  <a:close/>
                  <a:moveTo>
                    <a:pt x="910991" y="1056764"/>
                  </a:moveTo>
                  <a:lnTo>
                    <a:pt x="921398" y="1075856"/>
                  </a:lnTo>
                  <a:lnTo>
                    <a:pt x="922606" y="1053224"/>
                  </a:lnTo>
                  <a:close/>
                  <a:moveTo>
                    <a:pt x="429196" y="559934"/>
                  </a:moveTo>
                  <a:lnTo>
                    <a:pt x="402199" y="566889"/>
                  </a:lnTo>
                  <a:lnTo>
                    <a:pt x="406771" y="680585"/>
                  </a:lnTo>
                  <a:close/>
                  <a:moveTo>
                    <a:pt x="381453" y="665584"/>
                  </a:moveTo>
                  <a:lnTo>
                    <a:pt x="402199" y="566889"/>
                  </a:lnTo>
                  <a:lnTo>
                    <a:pt x="315711" y="598370"/>
                  </a:lnTo>
                  <a:close/>
                  <a:moveTo>
                    <a:pt x="345895" y="532638"/>
                  </a:moveTo>
                  <a:lnTo>
                    <a:pt x="315711" y="598370"/>
                  </a:lnTo>
                  <a:lnTo>
                    <a:pt x="402199" y="566889"/>
                  </a:lnTo>
                  <a:close/>
                  <a:moveTo>
                    <a:pt x="477534" y="530952"/>
                  </a:moveTo>
                  <a:lnTo>
                    <a:pt x="402199" y="566889"/>
                  </a:lnTo>
                  <a:lnTo>
                    <a:pt x="429196" y="559934"/>
                  </a:lnTo>
                  <a:close/>
                  <a:moveTo>
                    <a:pt x="345895" y="532638"/>
                  </a:moveTo>
                  <a:lnTo>
                    <a:pt x="402199" y="566889"/>
                  </a:lnTo>
                  <a:lnTo>
                    <a:pt x="477534" y="530952"/>
                  </a:lnTo>
                  <a:close/>
                  <a:moveTo>
                    <a:pt x="1343400" y="1448053"/>
                  </a:moveTo>
                  <a:lnTo>
                    <a:pt x="1376427" y="1447298"/>
                  </a:lnTo>
                  <a:lnTo>
                    <a:pt x="1419896" y="1425863"/>
                  </a:lnTo>
                  <a:close/>
                  <a:moveTo>
                    <a:pt x="1041181" y="1217655"/>
                  </a:moveTo>
                  <a:lnTo>
                    <a:pt x="1113412" y="1261433"/>
                  </a:lnTo>
                  <a:lnTo>
                    <a:pt x="1111539" y="1179218"/>
                  </a:lnTo>
                  <a:close/>
                  <a:moveTo>
                    <a:pt x="1111539" y="1179218"/>
                  </a:moveTo>
                  <a:lnTo>
                    <a:pt x="1142164" y="1128745"/>
                  </a:lnTo>
                  <a:lnTo>
                    <a:pt x="1041181" y="1217655"/>
                  </a:lnTo>
                  <a:close/>
                  <a:moveTo>
                    <a:pt x="921398" y="1075856"/>
                  </a:moveTo>
                  <a:lnTo>
                    <a:pt x="881156" y="1135440"/>
                  </a:lnTo>
                  <a:lnTo>
                    <a:pt x="954808" y="1121234"/>
                  </a:lnTo>
                  <a:close/>
                  <a:moveTo>
                    <a:pt x="954808" y="1121234"/>
                  </a:moveTo>
                  <a:lnTo>
                    <a:pt x="922606" y="1053224"/>
                  </a:lnTo>
                  <a:lnTo>
                    <a:pt x="921398" y="1075856"/>
                  </a:lnTo>
                  <a:close/>
                  <a:moveTo>
                    <a:pt x="1022191" y="1026952"/>
                  </a:moveTo>
                  <a:lnTo>
                    <a:pt x="922606" y="1053224"/>
                  </a:lnTo>
                  <a:lnTo>
                    <a:pt x="954808" y="1121234"/>
                  </a:lnTo>
                  <a:close/>
                  <a:moveTo>
                    <a:pt x="531603" y="517904"/>
                  </a:moveTo>
                  <a:lnTo>
                    <a:pt x="429196" y="559934"/>
                  </a:lnTo>
                  <a:lnTo>
                    <a:pt x="527500" y="521497"/>
                  </a:lnTo>
                  <a:close/>
                  <a:moveTo>
                    <a:pt x="531603" y="517904"/>
                  </a:moveTo>
                  <a:lnTo>
                    <a:pt x="477534" y="530952"/>
                  </a:lnTo>
                  <a:lnTo>
                    <a:pt x="429196" y="559934"/>
                  </a:lnTo>
                  <a:close/>
                  <a:moveTo>
                    <a:pt x="1473452" y="1402915"/>
                  </a:moveTo>
                  <a:lnTo>
                    <a:pt x="1419896" y="1425863"/>
                  </a:lnTo>
                  <a:lnTo>
                    <a:pt x="1501359" y="1420539"/>
                  </a:lnTo>
                  <a:close/>
                  <a:moveTo>
                    <a:pt x="1624233" y="525275"/>
                  </a:moveTo>
                  <a:lnTo>
                    <a:pt x="1574370" y="575960"/>
                  </a:lnTo>
                  <a:lnTo>
                    <a:pt x="1623019" y="537524"/>
                  </a:lnTo>
                  <a:close/>
                  <a:moveTo>
                    <a:pt x="1579824" y="574440"/>
                  </a:moveTo>
                  <a:lnTo>
                    <a:pt x="1624233" y="525275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16986" y="455309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23019" y="537524"/>
                  </a:lnTo>
                  <a:lnTo>
                    <a:pt x="1660624" y="510602"/>
                  </a:lnTo>
                  <a:close/>
                  <a:moveTo>
                    <a:pt x="1624233" y="525275"/>
                  </a:moveTo>
                  <a:lnTo>
                    <a:pt x="1660624" y="510602"/>
                  </a:lnTo>
                  <a:lnTo>
                    <a:pt x="1616986" y="455309"/>
                  </a:lnTo>
                  <a:close/>
                  <a:moveTo>
                    <a:pt x="1616986" y="455309"/>
                  </a:moveTo>
                  <a:lnTo>
                    <a:pt x="1675282" y="499087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16986" y="455309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74761" y="416872"/>
                  </a:lnTo>
                  <a:lnTo>
                    <a:pt x="1703346" y="334657"/>
                  </a:lnTo>
                  <a:close/>
                  <a:moveTo>
                    <a:pt x="1703346" y="334657"/>
                  </a:moveTo>
                  <a:lnTo>
                    <a:pt x="1761478" y="329350"/>
                  </a:lnTo>
                  <a:lnTo>
                    <a:pt x="1707392" y="332987"/>
                  </a:lnTo>
                  <a:close/>
                  <a:moveTo>
                    <a:pt x="1674761" y="416872"/>
                  </a:moveTo>
                  <a:lnTo>
                    <a:pt x="1738499" y="378436"/>
                  </a:lnTo>
                  <a:lnTo>
                    <a:pt x="1703346" y="334657"/>
                  </a:lnTo>
                  <a:close/>
                  <a:moveTo>
                    <a:pt x="1666001" y="252442"/>
                  </a:moveTo>
                  <a:lnTo>
                    <a:pt x="1707392" y="332987"/>
                  </a:lnTo>
                  <a:lnTo>
                    <a:pt x="1702844" y="236593"/>
                  </a:lnTo>
                  <a:close/>
                  <a:moveTo>
                    <a:pt x="1666001" y="252442"/>
                  </a:moveTo>
                  <a:lnTo>
                    <a:pt x="1703346" y="334657"/>
                  </a:lnTo>
                  <a:lnTo>
                    <a:pt x="1707392" y="332987"/>
                  </a:lnTo>
                  <a:close/>
                  <a:moveTo>
                    <a:pt x="1757381" y="214005"/>
                  </a:moveTo>
                  <a:lnTo>
                    <a:pt x="1702844" y="236593"/>
                  </a:lnTo>
                  <a:lnTo>
                    <a:pt x="1707392" y="332987"/>
                  </a:lnTo>
                  <a:close/>
                  <a:moveTo>
                    <a:pt x="1703087" y="131791"/>
                  </a:moveTo>
                  <a:lnTo>
                    <a:pt x="1702844" y="236593"/>
                  </a:lnTo>
                  <a:lnTo>
                    <a:pt x="1712836" y="147484"/>
                  </a:lnTo>
                  <a:close/>
                  <a:moveTo>
                    <a:pt x="1666001" y="252442"/>
                  </a:moveTo>
                  <a:lnTo>
                    <a:pt x="1702844" y="236593"/>
                  </a:lnTo>
                  <a:lnTo>
                    <a:pt x="1703087" y="131791"/>
                  </a:lnTo>
                  <a:close/>
                  <a:moveTo>
                    <a:pt x="1613911" y="170227"/>
                  </a:moveTo>
                  <a:lnTo>
                    <a:pt x="1666001" y="252442"/>
                  </a:lnTo>
                  <a:lnTo>
                    <a:pt x="1703087" y="131791"/>
                  </a:lnTo>
                  <a:close/>
                  <a:moveTo>
                    <a:pt x="1702844" y="236593"/>
                  </a:moveTo>
                  <a:lnTo>
                    <a:pt x="1757381" y="214005"/>
                  </a:lnTo>
                  <a:lnTo>
                    <a:pt x="1712836" y="147484"/>
                  </a:lnTo>
                  <a:close/>
                  <a:moveTo>
                    <a:pt x="1703087" y="131791"/>
                  </a:moveTo>
                  <a:lnTo>
                    <a:pt x="1703591" y="112921"/>
                  </a:lnTo>
                  <a:lnTo>
                    <a:pt x="1600922" y="88011"/>
                  </a:lnTo>
                  <a:close/>
                  <a:moveTo>
                    <a:pt x="1715534" y="126184"/>
                  </a:moveTo>
                  <a:lnTo>
                    <a:pt x="1712836" y="147484"/>
                  </a:lnTo>
                  <a:lnTo>
                    <a:pt x="1786910" y="93354"/>
                  </a:lnTo>
                  <a:close/>
                  <a:moveTo>
                    <a:pt x="1786910" y="93354"/>
                  </a:moveTo>
                  <a:lnTo>
                    <a:pt x="1712836" y="147484"/>
                  </a:lnTo>
                  <a:lnTo>
                    <a:pt x="1757381" y="214005"/>
                  </a:lnTo>
                  <a:close/>
                  <a:moveTo>
                    <a:pt x="1786910" y="93354"/>
                  </a:moveTo>
                  <a:lnTo>
                    <a:pt x="1757381" y="214005"/>
                  </a:lnTo>
                  <a:lnTo>
                    <a:pt x="1828200" y="175569"/>
                  </a:lnTo>
                  <a:close/>
                  <a:moveTo>
                    <a:pt x="1703087" y="131791"/>
                  </a:moveTo>
                  <a:lnTo>
                    <a:pt x="1712836" y="147484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03087" y="131791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15534" y="126184"/>
                  </a:lnTo>
                  <a:lnTo>
                    <a:pt x="1707329" y="49575"/>
                  </a:lnTo>
                  <a:close/>
                  <a:moveTo>
                    <a:pt x="1707329" y="49575"/>
                  </a:moveTo>
                  <a:lnTo>
                    <a:pt x="1715534" y="126184"/>
                  </a:lnTo>
                  <a:lnTo>
                    <a:pt x="1786910" y="93354"/>
                  </a:lnTo>
                  <a:close/>
                  <a:moveTo>
                    <a:pt x="1707329" y="49575"/>
                  </a:moveTo>
                  <a:lnTo>
                    <a:pt x="1786910" y="93354"/>
                  </a:lnTo>
                  <a:lnTo>
                    <a:pt x="1798972" y="11138"/>
                  </a:lnTo>
                  <a:close/>
                  <a:moveTo>
                    <a:pt x="1806140" y="2474"/>
                  </a:moveTo>
                  <a:lnTo>
                    <a:pt x="1707329" y="49575"/>
                  </a:lnTo>
                  <a:lnTo>
                    <a:pt x="1798972" y="11138"/>
                  </a:lnTo>
                  <a:close/>
                  <a:moveTo>
                    <a:pt x="1786910" y="93354"/>
                  </a:moveTo>
                  <a:lnTo>
                    <a:pt x="1873206" y="158684"/>
                  </a:lnTo>
                  <a:lnTo>
                    <a:pt x="1864486" y="65681"/>
                  </a:lnTo>
                  <a:close/>
                  <a:moveTo>
                    <a:pt x="1786910" y="93354"/>
                  </a:moveTo>
                  <a:lnTo>
                    <a:pt x="1828200" y="175569"/>
                  </a:lnTo>
                  <a:lnTo>
                    <a:pt x="1873206" y="158684"/>
                  </a:lnTo>
                  <a:close/>
                  <a:moveTo>
                    <a:pt x="1798972" y="11138"/>
                  </a:moveTo>
                  <a:lnTo>
                    <a:pt x="1864486" y="65681"/>
                  </a:lnTo>
                  <a:lnTo>
                    <a:pt x="1814866" y="5929"/>
                  </a:lnTo>
                  <a:close/>
                  <a:moveTo>
                    <a:pt x="1798972" y="11138"/>
                  </a:moveTo>
                  <a:lnTo>
                    <a:pt x="1786910" y="93354"/>
                  </a:lnTo>
                  <a:lnTo>
                    <a:pt x="1864486" y="65681"/>
                  </a:lnTo>
                  <a:close/>
                  <a:moveTo>
                    <a:pt x="1898664" y="54917"/>
                  </a:moveTo>
                  <a:lnTo>
                    <a:pt x="1937568" y="0"/>
                  </a:lnTo>
                  <a:lnTo>
                    <a:pt x="1864486" y="65681"/>
                  </a:lnTo>
                  <a:close/>
                  <a:moveTo>
                    <a:pt x="1864486" y="65681"/>
                  </a:moveTo>
                  <a:lnTo>
                    <a:pt x="1937568" y="0"/>
                  </a:lnTo>
                  <a:lnTo>
                    <a:pt x="1892514" y="3395"/>
                  </a:lnTo>
                  <a:close/>
                  <a:moveTo>
                    <a:pt x="1864486" y="65681"/>
                  </a:moveTo>
                  <a:lnTo>
                    <a:pt x="1892514" y="3395"/>
                  </a:lnTo>
                  <a:lnTo>
                    <a:pt x="1814866" y="5929"/>
                  </a:lnTo>
                  <a:close/>
                  <a:moveTo>
                    <a:pt x="1806140" y="2474"/>
                  </a:moveTo>
                  <a:lnTo>
                    <a:pt x="1798972" y="11138"/>
                  </a:lnTo>
                  <a:lnTo>
                    <a:pt x="1814866" y="5929"/>
                  </a:lnTo>
                  <a:close/>
                  <a:moveTo>
                    <a:pt x="1995163" y="137"/>
                  </a:moveTo>
                  <a:lnTo>
                    <a:pt x="1937568" y="0"/>
                  </a:lnTo>
                  <a:lnTo>
                    <a:pt x="1898664" y="5491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41" name="Candidate_density__2140">
              <a:extLst>
                <a:ext uri="{FF2B5EF4-FFF2-40B4-BE49-F238E27FC236}">
                  <a16:creationId xmlns:a16="http://schemas.microsoft.com/office/drawing/2014/main" id="{32169F32-09CA-E781-B12A-F05441BF50AE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279891"/>
              <a:ext cx="2375204" cy="1231165"/>
            </a:xfrm>
            <a:custGeom>
              <a:avLst/>
              <a:gdLst/>
              <a:ahLst/>
              <a:cxnLst/>
              <a:rect l="0" t="0" r="0" b="0"/>
              <a:pathLst>
                <a:path w="2375204" h="1231165">
                  <a:moveTo>
                    <a:pt x="342165" y="1231165"/>
                  </a:moveTo>
                  <a:lnTo>
                    <a:pt x="263629" y="1216188"/>
                  </a:lnTo>
                  <a:lnTo>
                    <a:pt x="208692" y="1181431"/>
                  </a:lnTo>
                  <a:close/>
                  <a:moveTo>
                    <a:pt x="533931" y="1175626"/>
                  </a:moveTo>
                  <a:lnTo>
                    <a:pt x="486267" y="1137544"/>
                  </a:lnTo>
                  <a:lnTo>
                    <a:pt x="556387" y="1194732"/>
                  </a:lnTo>
                  <a:close/>
                  <a:moveTo>
                    <a:pt x="0" y="787839"/>
                  </a:moveTo>
                  <a:lnTo>
                    <a:pt x="76926" y="796797"/>
                  </a:lnTo>
                  <a:lnTo>
                    <a:pt x="126845" y="768232"/>
                  </a:lnTo>
                  <a:close/>
                  <a:moveTo>
                    <a:pt x="505658" y="1133376"/>
                  </a:moveTo>
                  <a:lnTo>
                    <a:pt x="515511" y="1194732"/>
                  </a:lnTo>
                  <a:lnTo>
                    <a:pt x="533931" y="1175626"/>
                  </a:lnTo>
                  <a:close/>
                  <a:moveTo>
                    <a:pt x="792489" y="1154613"/>
                  </a:moveTo>
                  <a:lnTo>
                    <a:pt x="826561" y="1142759"/>
                  </a:lnTo>
                  <a:lnTo>
                    <a:pt x="836461" y="1117859"/>
                  </a:lnTo>
                  <a:close/>
                  <a:moveTo>
                    <a:pt x="813652" y="1170283"/>
                  </a:moveTo>
                  <a:lnTo>
                    <a:pt x="826561" y="1142759"/>
                  </a:lnTo>
                  <a:lnTo>
                    <a:pt x="792489" y="1154613"/>
                  </a:lnTo>
                  <a:close/>
                  <a:moveTo>
                    <a:pt x="173230" y="409523"/>
                  </a:moveTo>
                  <a:lnTo>
                    <a:pt x="151553" y="377923"/>
                  </a:lnTo>
                  <a:lnTo>
                    <a:pt x="169033" y="432107"/>
                  </a:lnTo>
                  <a:close/>
                  <a:moveTo>
                    <a:pt x="830120" y="1035644"/>
                  </a:moveTo>
                  <a:lnTo>
                    <a:pt x="854760" y="997207"/>
                  </a:lnTo>
                  <a:lnTo>
                    <a:pt x="836461" y="1117859"/>
                  </a:lnTo>
                  <a:close/>
                  <a:moveTo>
                    <a:pt x="810339" y="914992"/>
                  </a:moveTo>
                  <a:lnTo>
                    <a:pt x="854760" y="997207"/>
                  </a:lnTo>
                  <a:lnTo>
                    <a:pt x="749988" y="953428"/>
                  </a:lnTo>
                  <a:close/>
                  <a:moveTo>
                    <a:pt x="795882" y="906924"/>
                  </a:moveTo>
                  <a:lnTo>
                    <a:pt x="854760" y="997207"/>
                  </a:lnTo>
                  <a:lnTo>
                    <a:pt x="810339" y="914992"/>
                  </a:lnTo>
                  <a:close/>
                  <a:moveTo>
                    <a:pt x="795882" y="906924"/>
                  </a:moveTo>
                  <a:lnTo>
                    <a:pt x="856307" y="899358"/>
                  </a:lnTo>
                  <a:lnTo>
                    <a:pt x="817152" y="816419"/>
                  </a:lnTo>
                  <a:close/>
                  <a:moveTo>
                    <a:pt x="670833" y="547696"/>
                  </a:moveTo>
                  <a:lnTo>
                    <a:pt x="670645" y="547779"/>
                  </a:lnTo>
                  <a:lnTo>
                    <a:pt x="735592" y="511480"/>
                  </a:lnTo>
                  <a:close/>
                  <a:moveTo>
                    <a:pt x="1074172" y="920335"/>
                  </a:moveTo>
                  <a:lnTo>
                    <a:pt x="1075584" y="946684"/>
                  </a:lnTo>
                  <a:lnTo>
                    <a:pt x="1090684" y="949124"/>
                  </a:lnTo>
                  <a:close/>
                  <a:moveTo>
                    <a:pt x="917028" y="480777"/>
                  </a:moveTo>
                  <a:lnTo>
                    <a:pt x="978599" y="479194"/>
                  </a:lnTo>
                  <a:lnTo>
                    <a:pt x="941432" y="470823"/>
                  </a:lnTo>
                  <a:close/>
                  <a:moveTo>
                    <a:pt x="950967" y="544214"/>
                  </a:moveTo>
                  <a:lnTo>
                    <a:pt x="978599" y="479194"/>
                  </a:lnTo>
                  <a:lnTo>
                    <a:pt x="917028" y="480777"/>
                  </a:lnTo>
                  <a:close/>
                  <a:moveTo>
                    <a:pt x="1578159" y="925677"/>
                  </a:moveTo>
                  <a:lnTo>
                    <a:pt x="1611861" y="828376"/>
                  </a:lnTo>
                  <a:lnTo>
                    <a:pt x="1590763" y="805026"/>
                  </a:lnTo>
                  <a:close/>
                  <a:moveTo>
                    <a:pt x="1578159" y="925677"/>
                  </a:moveTo>
                  <a:lnTo>
                    <a:pt x="1590763" y="805026"/>
                  </a:lnTo>
                  <a:lnTo>
                    <a:pt x="1597709" y="887240"/>
                  </a:lnTo>
                  <a:close/>
                  <a:moveTo>
                    <a:pt x="1611861" y="828376"/>
                  </a:moveTo>
                  <a:lnTo>
                    <a:pt x="1604845" y="733987"/>
                  </a:lnTo>
                  <a:lnTo>
                    <a:pt x="1590763" y="805026"/>
                  </a:lnTo>
                  <a:close/>
                  <a:moveTo>
                    <a:pt x="1604845" y="733987"/>
                  </a:moveTo>
                  <a:lnTo>
                    <a:pt x="1590745" y="722810"/>
                  </a:lnTo>
                  <a:lnTo>
                    <a:pt x="1590763" y="805026"/>
                  </a:lnTo>
                  <a:close/>
                  <a:moveTo>
                    <a:pt x="1590745" y="722810"/>
                  </a:moveTo>
                  <a:lnTo>
                    <a:pt x="1662096" y="684373"/>
                  </a:lnTo>
                  <a:lnTo>
                    <a:pt x="1590763" y="805026"/>
                  </a:lnTo>
                  <a:close/>
                  <a:moveTo>
                    <a:pt x="1659800" y="589218"/>
                  </a:moveTo>
                  <a:lnTo>
                    <a:pt x="1663438" y="675270"/>
                  </a:lnTo>
                  <a:lnTo>
                    <a:pt x="1657269" y="602159"/>
                  </a:lnTo>
                  <a:close/>
                  <a:moveTo>
                    <a:pt x="1610564" y="262381"/>
                  </a:moveTo>
                  <a:lnTo>
                    <a:pt x="1517882" y="343727"/>
                  </a:lnTo>
                  <a:lnTo>
                    <a:pt x="1500073" y="343132"/>
                  </a:lnTo>
                  <a:close/>
                  <a:moveTo>
                    <a:pt x="1671168" y="273767"/>
                  </a:moveTo>
                  <a:lnTo>
                    <a:pt x="1610564" y="262381"/>
                  </a:lnTo>
                  <a:lnTo>
                    <a:pt x="1744504" y="269300"/>
                  </a:lnTo>
                  <a:close/>
                  <a:moveTo>
                    <a:pt x="1959350" y="300052"/>
                  </a:moveTo>
                  <a:lnTo>
                    <a:pt x="2041517" y="321073"/>
                  </a:lnTo>
                  <a:lnTo>
                    <a:pt x="2083688" y="271075"/>
                  </a:lnTo>
                  <a:close/>
                  <a:moveTo>
                    <a:pt x="2210169" y="245546"/>
                  </a:moveTo>
                  <a:lnTo>
                    <a:pt x="2207747" y="246523"/>
                  </a:lnTo>
                  <a:lnTo>
                    <a:pt x="2277704" y="223950"/>
                  </a:lnTo>
                  <a:close/>
                  <a:moveTo>
                    <a:pt x="2083688" y="271075"/>
                  </a:moveTo>
                  <a:lnTo>
                    <a:pt x="2159622" y="276323"/>
                  </a:lnTo>
                  <a:lnTo>
                    <a:pt x="2103570" y="270625"/>
                  </a:lnTo>
                  <a:close/>
                  <a:moveTo>
                    <a:pt x="2210169" y="245546"/>
                  </a:moveTo>
                  <a:lnTo>
                    <a:pt x="2306438" y="126790"/>
                  </a:lnTo>
                  <a:lnTo>
                    <a:pt x="2306478" y="124894"/>
                  </a:lnTo>
                  <a:close/>
                  <a:moveTo>
                    <a:pt x="2306478" y="124894"/>
                  </a:moveTo>
                  <a:lnTo>
                    <a:pt x="2297457" y="82602"/>
                  </a:lnTo>
                  <a:lnTo>
                    <a:pt x="2336422" y="13084"/>
                  </a:lnTo>
                  <a:close/>
                  <a:moveTo>
                    <a:pt x="2297457" y="82602"/>
                  </a:moveTo>
                  <a:lnTo>
                    <a:pt x="2325005" y="124894"/>
                  </a:lnTo>
                  <a:lnTo>
                    <a:pt x="2336422" y="13084"/>
                  </a:lnTo>
                  <a:close/>
                  <a:moveTo>
                    <a:pt x="2339277" y="0"/>
                  </a:moveTo>
                  <a:lnTo>
                    <a:pt x="2336422" y="13084"/>
                  </a:lnTo>
                  <a:lnTo>
                    <a:pt x="2375204" y="424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42" name="Candidate_density__2141">
              <a:extLst>
                <a:ext uri="{FF2B5EF4-FFF2-40B4-BE49-F238E27FC236}">
                  <a16:creationId xmlns:a16="http://schemas.microsoft.com/office/drawing/2014/main" id="{D868CB2F-388C-BBE8-B1B2-1EDC9BFF2698}"/>
                </a:ext>
              </a:extLst>
            </p:cNvPr>
            <p:cNvSpPr>
              <a:spLocks noGrp="1"/>
            </p:cNvSpPr>
            <p:nvPr/>
          </p:nvSpPr>
          <p:spPr>
            <a:xfrm>
              <a:off x="3756366" y="2404785"/>
              <a:ext cx="2229552" cy="1105100"/>
            </a:xfrm>
            <a:custGeom>
              <a:avLst/>
              <a:gdLst/>
              <a:ahLst/>
              <a:cxnLst/>
              <a:rect l="0" t="0" r="0" b="0"/>
              <a:pathLst>
                <a:path w="2229552" h="1105100">
                  <a:moveTo>
                    <a:pt x="438585" y="1069838"/>
                  </a:moveTo>
                  <a:lnTo>
                    <a:pt x="335129" y="1088922"/>
                  </a:lnTo>
                  <a:lnTo>
                    <a:pt x="457004" y="1050732"/>
                  </a:lnTo>
                  <a:close/>
                  <a:moveTo>
                    <a:pt x="0" y="671902"/>
                  </a:moveTo>
                  <a:lnTo>
                    <a:pt x="63343" y="630075"/>
                  </a:lnTo>
                  <a:lnTo>
                    <a:pt x="118149" y="619783"/>
                  </a:lnTo>
                  <a:close/>
                  <a:moveTo>
                    <a:pt x="49918" y="643338"/>
                  </a:moveTo>
                  <a:lnTo>
                    <a:pt x="0" y="671902"/>
                  </a:lnTo>
                  <a:lnTo>
                    <a:pt x="118149" y="619783"/>
                  </a:lnTo>
                  <a:close/>
                  <a:moveTo>
                    <a:pt x="394149" y="1094384"/>
                  </a:moveTo>
                  <a:lnTo>
                    <a:pt x="269679" y="1105100"/>
                  </a:lnTo>
                  <a:lnTo>
                    <a:pt x="350081" y="1100326"/>
                  </a:lnTo>
                  <a:close/>
                  <a:moveTo>
                    <a:pt x="438585" y="1069838"/>
                  </a:moveTo>
                  <a:lnTo>
                    <a:pt x="394149" y="1094384"/>
                  </a:lnTo>
                  <a:lnTo>
                    <a:pt x="350081" y="1100326"/>
                  </a:lnTo>
                  <a:close/>
                  <a:moveTo>
                    <a:pt x="92107" y="307213"/>
                  </a:moveTo>
                  <a:lnTo>
                    <a:pt x="55412" y="357373"/>
                  </a:lnTo>
                  <a:lnTo>
                    <a:pt x="24320" y="332429"/>
                  </a:lnTo>
                  <a:close/>
                  <a:moveTo>
                    <a:pt x="733412" y="790098"/>
                  </a:moveTo>
                  <a:lnTo>
                    <a:pt x="673062" y="828534"/>
                  </a:lnTo>
                  <a:lnTo>
                    <a:pt x="779380" y="774464"/>
                  </a:lnTo>
                  <a:close/>
                  <a:moveTo>
                    <a:pt x="733412" y="790098"/>
                  </a:moveTo>
                  <a:lnTo>
                    <a:pt x="779380" y="774464"/>
                  </a:lnTo>
                  <a:lnTo>
                    <a:pt x="718955" y="782030"/>
                  </a:lnTo>
                  <a:close/>
                  <a:moveTo>
                    <a:pt x="1218131" y="1080522"/>
                  </a:moveTo>
                  <a:lnTo>
                    <a:pt x="1287216" y="1042086"/>
                  </a:lnTo>
                  <a:lnTo>
                    <a:pt x="1271549" y="1069565"/>
                  </a:lnTo>
                  <a:close/>
                  <a:moveTo>
                    <a:pt x="1287216" y="1042086"/>
                  </a:moveTo>
                  <a:lnTo>
                    <a:pt x="1218131" y="1080522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287216" y="1042086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326325" y="995706"/>
                  </a:lnTo>
                  <a:lnTo>
                    <a:pt x="1445883" y="948853"/>
                  </a:lnTo>
                  <a:close/>
                  <a:moveTo>
                    <a:pt x="864506" y="345929"/>
                  </a:moveTo>
                  <a:lnTo>
                    <a:pt x="901672" y="354300"/>
                  </a:lnTo>
                  <a:lnTo>
                    <a:pt x="910510" y="340471"/>
                  </a:lnTo>
                  <a:close/>
                  <a:moveTo>
                    <a:pt x="1369078" y="940352"/>
                  </a:moveTo>
                  <a:lnTo>
                    <a:pt x="1445883" y="948853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489431" y="896468"/>
                  </a:lnTo>
                  <a:lnTo>
                    <a:pt x="1445883" y="948853"/>
                  </a:lnTo>
                  <a:close/>
                  <a:moveTo>
                    <a:pt x="1475932" y="921434"/>
                  </a:moveTo>
                  <a:lnTo>
                    <a:pt x="1500323" y="882997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501233" y="800783"/>
                  </a:lnTo>
                  <a:lnTo>
                    <a:pt x="1500323" y="882997"/>
                  </a:lnTo>
                  <a:close/>
                  <a:moveTo>
                    <a:pt x="921026" y="338566"/>
                  </a:moveTo>
                  <a:lnTo>
                    <a:pt x="864506" y="345929"/>
                  </a:lnTo>
                  <a:lnTo>
                    <a:pt x="910510" y="340471"/>
                  </a:lnTo>
                  <a:close/>
                  <a:moveTo>
                    <a:pt x="1501233" y="800783"/>
                  </a:moveTo>
                  <a:lnTo>
                    <a:pt x="1520782" y="762346"/>
                  </a:lnTo>
                  <a:lnTo>
                    <a:pt x="1500323" y="882997"/>
                  </a:lnTo>
                  <a:close/>
                  <a:moveTo>
                    <a:pt x="1527228" y="759128"/>
                  </a:moveTo>
                  <a:lnTo>
                    <a:pt x="1534935" y="703482"/>
                  </a:lnTo>
                  <a:lnTo>
                    <a:pt x="1501233" y="800783"/>
                  </a:lnTo>
                  <a:close/>
                  <a:moveTo>
                    <a:pt x="1513819" y="597916"/>
                  </a:moveTo>
                  <a:lnTo>
                    <a:pt x="1527919" y="609093"/>
                  </a:lnTo>
                  <a:lnTo>
                    <a:pt x="1538811" y="587233"/>
                  </a:lnTo>
                  <a:close/>
                  <a:moveTo>
                    <a:pt x="1513819" y="597916"/>
                  </a:moveTo>
                  <a:lnTo>
                    <a:pt x="1538811" y="587233"/>
                  </a:lnTo>
                  <a:lnTo>
                    <a:pt x="1586512" y="550376"/>
                  </a:lnTo>
                  <a:close/>
                  <a:moveTo>
                    <a:pt x="1586512" y="550376"/>
                  </a:moveTo>
                  <a:lnTo>
                    <a:pt x="1597775" y="512802"/>
                  </a:lnTo>
                  <a:lnTo>
                    <a:pt x="1580342" y="477264"/>
                  </a:lnTo>
                  <a:close/>
                  <a:moveTo>
                    <a:pt x="1882423" y="175158"/>
                  </a:moveTo>
                  <a:lnTo>
                    <a:pt x="2006762" y="146181"/>
                  </a:lnTo>
                  <a:lnTo>
                    <a:pt x="1933939" y="152569"/>
                  </a:lnTo>
                  <a:close/>
                  <a:moveTo>
                    <a:pt x="1933939" y="152569"/>
                  </a:moveTo>
                  <a:lnTo>
                    <a:pt x="2006762" y="146181"/>
                  </a:lnTo>
                  <a:lnTo>
                    <a:pt x="1939943" y="155625"/>
                  </a:lnTo>
                  <a:close/>
                  <a:moveTo>
                    <a:pt x="2006762" y="146181"/>
                  </a:moveTo>
                  <a:lnTo>
                    <a:pt x="2026643" y="145731"/>
                  </a:lnTo>
                  <a:lnTo>
                    <a:pt x="1939943" y="155625"/>
                  </a:lnTo>
                  <a:close/>
                  <a:moveTo>
                    <a:pt x="2082696" y="151429"/>
                  </a:moveTo>
                  <a:lnTo>
                    <a:pt x="2130821" y="121629"/>
                  </a:lnTo>
                  <a:lnTo>
                    <a:pt x="2026643" y="145731"/>
                  </a:lnTo>
                  <a:close/>
                  <a:moveTo>
                    <a:pt x="2133242" y="120652"/>
                  </a:moveTo>
                  <a:lnTo>
                    <a:pt x="2229552" y="0"/>
                  </a:lnTo>
                  <a:lnTo>
                    <a:pt x="219998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43" name="Candidate_density__2142">
              <a:extLst>
                <a:ext uri="{FF2B5EF4-FFF2-40B4-BE49-F238E27FC236}">
                  <a16:creationId xmlns:a16="http://schemas.microsoft.com/office/drawing/2014/main" id="{40DFF019-D1B8-0AC2-AA7B-E3175034EE57}"/>
                </a:ext>
              </a:extLst>
            </p:cNvPr>
            <p:cNvSpPr>
              <a:spLocks noGrp="1"/>
            </p:cNvSpPr>
            <p:nvPr/>
          </p:nvSpPr>
          <p:spPr>
            <a:xfrm>
              <a:off x="3554825" y="1805378"/>
              <a:ext cx="2470226" cy="1690701"/>
            </a:xfrm>
            <a:custGeom>
              <a:avLst/>
              <a:gdLst/>
              <a:ahLst/>
              <a:cxnLst/>
              <a:rect l="0" t="0" r="0" b="0"/>
              <a:pathLst>
                <a:path w="2470226" h="1690701">
                  <a:moveTo>
                    <a:pt x="244637" y="1567346"/>
                  </a:moveTo>
                  <a:lnTo>
                    <a:pt x="300653" y="1625466"/>
                  </a:lnTo>
                  <a:lnTo>
                    <a:pt x="294012" y="1617043"/>
                  </a:lnTo>
                  <a:close/>
                  <a:moveTo>
                    <a:pt x="202486" y="1461036"/>
                  </a:moveTo>
                  <a:lnTo>
                    <a:pt x="190618" y="1499473"/>
                  </a:lnTo>
                  <a:lnTo>
                    <a:pt x="239920" y="1543251"/>
                  </a:lnTo>
                  <a:close/>
                  <a:moveTo>
                    <a:pt x="239920" y="1543251"/>
                  </a:moveTo>
                  <a:lnTo>
                    <a:pt x="244637" y="1567346"/>
                  </a:lnTo>
                  <a:lnTo>
                    <a:pt x="294012" y="1617043"/>
                  </a:lnTo>
                  <a:close/>
                  <a:moveTo>
                    <a:pt x="390168" y="1587030"/>
                  </a:moveTo>
                  <a:lnTo>
                    <a:pt x="388243" y="1690701"/>
                  </a:lnTo>
                  <a:lnTo>
                    <a:pt x="432417" y="1640658"/>
                  </a:lnTo>
                  <a:close/>
                  <a:moveTo>
                    <a:pt x="390168" y="1587030"/>
                  </a:moveTo>
                  <a:lnTo>
                    <a:pt x="300653" y="1625466"/>
                  </a:lnTo>
                  <a:lnTo>
                    <a:pt x="388243" y="1690701"/>
                  </a:lnTo>
                  <a:close/>
                  <a:moveTo>
                    <a:pt x="340666" y="1504815"/>
                  </a:moveTo>
                  <a:lnTo>
                    <a:pt x="294012" y="1617043"/>
                  </a:lnTo>
                  <a:lnTo>
                    <a:pt x="300653" y="1625466"/>
                  </a:lnTo>
                  <a:close/>
                  <a:moveTo>
                    <a:pt x="239920" y="1543251"/>
                  </a:moveTo>
                  <a:lnTo>
                    <a:pt x="294012" y="1617043"/>
                  </a:lnTo>
                  <a:lnTo>
                    <a:pt x="311702" y="1512823"/>
                  </a:lnTo>
                  <a:close/>
                  <a:moveTo>
                    <a:pt x="286052" y="1372083"/>
                  </a:moveTo>
                  <a:lnTo>
                    <a:pt x="202486" y="1461036"/>
                  </a:lnTo>
                  <a:lnTo>
                    <a:pt x="235532" y="1422600"/>
                  </a:lnTo>
                  <a:close/>
                  <a:moveTo>
                    <a:pt x="368594" y="1402033"/>
                  </a:moveTo>
                  <a:lnTo>
                    <a:pt x="234722" y="1395368"/>
                  </a:lnTo>
                  <a:lnTo>
                    <a:pt x="286052" y="1372083"/>
                  </a:lnTo>
                  <a:close/>
                  <a:moveTo>
                    <a:pt x="0" y="1132176"/>
                  </a:moveTo>
                  <a:lnTo>
                    <a:pt x="33390" y="119993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0" y="113217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11424" y="1011524"/>
                  </a:lnTo>
                  <a:lnTo>
                    <a:pt x="0" y="1132176"/>
                  </a:lnTo>
                  <a:close/>
                  <a:moveTo>
                    <a:pt x="808678" y="1592372"/>
                  </a:moveTo>
                  <a:lnTo>
                    <a:pt x="747822" y="1630808"/>
                  </a:lnTo>
                  <a:lnTo>
                    <a:pt x="796347" y="1671498"/>
                  </a:lnTo>
                  <a:close/>
                  <a:moveTo>
                    <a:pt x="849165" y="1471721"/>
                  </a:moveTo>
                  <a:lnTo>
                    <a:pt x="808678" y="1592372"/>
                  </a:lnTo>
                  <a:lnTo>
                    <a:pt x="858808" y="1474626"/>
                  </a:lnTo>
                  <a:close/>
                  <a:moveTo>
                    <a:pt x="858808" y="1474626"/>
                  </a:moveTo>
                  <a:lnTo>
                    <a:pt x="808678" y="1592372"/>
                  </a:lnTo>
                  <a:lnTo>
                    <a:pt x="848366" y="1579670"/>
                  </a:lnTo>
                  <a:close/>
                  <a:moveTo>
                    <a:pt x="849165" y="1471721"/>
                  </a:moveTo>
                  <a:lnTo>
                    <a:pt x="858808" y="1474626"/>
                  </a:lnTo>
                  <a:lnTo>
                    <a:pt x="859421" y="1470591"/>
                  </a:lnTo>
                  <a:close/>
                  <a:moveTo>
                    <a:pt x="945584" y="1461134"/>
                  </a:moveTo>
                  <a:lnTo>
                    <a:pt x="858808" y="1474626"/>
                  </a:lnTo>
                  <a:lnTo>
                    <a:pt x="940368" y="1500908"/>
                  </a:lnTo>
                  <a:close/>
                  <a:moveTo>
                    <a:pt x="945584" y="1461134"/>
                  </a:moveTo>
                  <a:lnTo>
                    <a:pt x="859421" y="1470591"/>
                  </a:lnTo>
                  <a:lnTo>
                    <a:pt x="858808" y="1474626"/>
                  </a:lnTo>
                  <a:close/>
                  <a:moveTo>
                    <a:pt x="909019" y="1190584"/>
                  </a:moveTo>
                  <a:lnTo>
                    <a:pt x="827573" y="1196207"/>
                  </a:lnTo>
                  <a:lnTo>
                    <a:pt x="921782" y="1216215"/>
                  </a:lnTo>
                  <a:close/>
                  <a:moveTo>
                    <a:pt x="584663" y="872134"/>
                  </a:moveTo>
                  <a:lnTo>
                    <a:pt x="550417" y="978430"/>
                  </a:lnTo>
                  <a:lnTo>
                    <a:pt x="523309" y="961514"/>
                  </a:lnTo>
                  <a:close/>
                  <a:moveTo>
                    <a:pt x="883425" y="1250891"/>
                  </a:moveTo>
                  <a:lnTo>
                    <a:pt x="946572" y="1260146"/>
                  </a:lnTo>
                  <a:lnTo>
                    <a:pt x="921782" y="1216215"/>
                  </a:lnTo>
                  <a:close/>
                  <a:moveTo>
                    <a:pt x="1489539" y="1522052"/>
                  </a:moveTo>
                  <a:lnTo>
                    <a:pt x="1570619" y="1539759"/>
                  </a:lnTo>
                  <a:lnTo>
                    <a:pt x="1502351" y="1520841"/>
                  </a:lnTo>
                  <a:close/>
                  <a:moveTo>
                    <a:pt x="1489539" y="1522052"/>
                  </a:moveTo>
                  <a:lnTo>
                    <a:pt x="1471550" y="1520841"/>
                  </a:lnTo>
                  <a:lnTo>
                    <a:pt x="1471628" y="1603056"/>
                  </a:lnTo>
                  <a:close/>
                  <a:moveTo>
                    <a:pt x="762569" y="747855"/>
                  </a:moveTo>
                  <a:lnTo>
                    <a:pt x="705340" y="698691"/>
                  </a:lnTo>
                  <a:lnTo>
                    <a:pt x="725438" y="818279"/>
                  </a:lnTo>
                  <a:close/>
                  <a:moveTo>
                    <a:pt x="725438" y="818279"/>
                  </a:moveTo>
                  <a:lnTo>
                    <a:pt x="705340" y="698691"/>
                  </a:lnTo>
                  <a:lnTo>
                    <a:pt x="644099" y="723722"/>
                  </a:lnTo>
                  <a:close/>
                  <a:moveTo>
                    <a:pt x="762569" y="747855"/>
                  </a:moveTo>
                  <a:lnTo>
                    <a:pt x="763759" y="819342"/>
                  </a:lnTo>
                  <a:lnTo>
                    <a:pt x="798434" y="818491"/>
                  </a:lnTo>
                  <a:close/>
                  <a:moveTo>
                    <a:pt x="762569" y="747855"/>
                  </a:moveTo>
                  <a:lnTo>
                    <a:pt x="798434" y="818491"/>
                  </a:lnTo>
                  <a:lnTo>
                    <a:pt x="843172" y="770557"/>
                  </a:lnTo>
                  <a:close/>
                  <a:moveTo>
                    <a:pt x="799693" y="819342"/>
                  </a:moveTo>
                  <a:lnTo>
                    <a:pt x="893575" y="895550"/>
                  </a:lnTo>
                  <a:lnTo>
                    <a:pt x="922591" y="863120"/>
                  </a:lnTo>
                  <a:close/>
                  <a:moveTo>
                    <a:pt x="872599" y="780905"/>
                  </a:moveTo>
                  <a:lnTo>
                    <a:pt x="799693" y="819342"/>
                  </a:lnTo>
                  <a:lnTo>
                    <a:pt x="922591" y="863120"/>
                  </a:lnTo>
                  <a:close/>
                  <a:moveTo>
                    <a:pt x="1552161" y="1431642"/>
                  </a:moveTo>
                  <a:lnTo>
                    <a:pt x="1502351" y="1520841"/>
                  </a:lnTo>
                  <a:lnTo>
                    <a:pt x="1518946" y="1498146"/>
                  </a:lnTo>
                  <a:close/>
                  <a:moveTo>
                    <a:pt x="922591" y="863120"/>
                  </a:moveTo>
                  <a:lnTo>
                    <a:pt x="956958" y="917327"/>
                  </a:lnTo>
                  <a:lnTo>
                    <a:pt x="987792" y="906899"/>
                  </a:lnTo>
                  <a:close/>
                  <a:moveTo>
                    <a:pt x="843172" y="770557"/>
                  </a:moveTo>
                  <a:lnTo>
                    <a:pt x="872599" y="780905"/>
                  </a:lnTo>
                  <a:lnTo>
                    <a:pt x="871395" y="660877"/>
                  </a:lnTo>
                  <a:close/>
                  <a:moveTo>
                    <a:pt x="871395" y="660877"/>
                  </a:moveTo>
                  <a:lnTo>
                    <a:pt x="872599" y="780905"/>
                  </a:lnTo>
                  <a:lnTo>
                    <a:pt x="934759" y="669197"/>
                  </a:lnTo>
                  <a:close/>
                  <a:moveTo>
                    <a:pt x="934759" y="669197"/>
                  </a:moveTo>
                  <a:lnTo>
                    <a:pt x="872599" y="780905"/>
                  </a:lnTo>
                  <a:lnTo>
                    <a:pt x="958029" y="750371"/>
                  </a:lnTo>
                  <a:close/>
                  <a:moveTo>
                    <a:pt x="934759" y="669197"/>
                  </a:moveTo>
                  <a:lnTo>
                    <a:pt x="872150" y="660254"/>
                  </a:lnTo>
                  <a:lnTo>
                    <a:pt x="871395" y="660877"/>
                  </a:lnTo>
                  <a:close/>
                  <a:moveTo>
                    <a:pt x="958029" y="750371"/>
                  </a:moveTo>
                  <a:lnTo>
                    <a:pt x="1031658" y="702759"/>
                  </a:lnTo>
                  <a:lnTo>
                    <a:pt x="979030" y="693797"/>
                  </a:lnTo>
                  <a:close/>
                  <a:moveTo>
                    <a:pt x="958029" y="750371"/>
                  </a:moveTo>
                  <a:lnTo>
                    <a:pt x="979030" y="693797"/>
                  </a:lnTo>
                  <a:lnTo>
                    <a:pt x="934759" y="669197"/>
                  </a:lnTo>
                  <a:close/>
                  <a:moveTo>
                    <a:pt x="843172" y="770557"/>
                  </a:moveTo>
                  <a:lnTo>
                    <a:pt x="871395" y="660877"/>
                  </a:lnTo>
                  <a:lnTo>
                    <a:pt x="762569" y="747855"/>
                  </a:lnTo>
                  <a:close/>
                  <a:moveTo>
                    <a:pt x="834505" y="590017"/>
                  </a:moveTo>
                  <a:lnTo>
                    <a:pt x="872150" y="660254"/>
                  </a:lnTo>
                  <a:lnTo>
                    <a:pt x="934759" y="669197"/>
                  </a:lnTo>
                  <a:close/>
                  <a:moveTo>
                    <a:pt x="834505" y="590017"/>
                  </a:moveTo>
                  <a:lnTo>
                    <a:pt x="934759" y="669197"/>
                  </a:lnTo>
                  <a:lnTo>
                    <a:pt x="891799" y="604030"/>
                  </a:lnTo>
                  <a:close/>
                  <a:moveTo>
                    <a:pt x="1702331" y="1270057"/>
                  </a:moveTo>
                  <a:lnTo>
                    <a:pt x="1670256" y="1158887"/>
                  </a:lnTo>
                  <a:lnTo>
                    <a:pt x="1636000" y="1163297"/>
                  </a:lnTo>
                  <a:close/>
                  <a:moveTo>
                    <a:pt x="1739347" y="1039778"/>
                  </a:moveTo>
                  <a:lnTo>
                    <a:pt x="1742056" y="1041266"/>
                  </a:lnTo>
                  <a:lnTo>
                    <a:pt x="1830835" y="1120450"/>
                  </a:lnTo>
                  <a:close/>
                  <a:moveTo>
                    <a:pt x="1553207" y="1069923"/>
                  </a:moveTo>
                  <a:lnTo>
                    <a:pt x="1627046" y="1070485"/>
                  </a:lnTo>
                  <a:lnTo>
                    <a:pt x="1630494" y="967590"/>
                  </a:lnTo>
                  <a:close/>
                  <a:moveTo>
                    <a:pt x="1627046" y="1070485"/>
                  </a:moveTo>
                  <a:lnTo>
                    <a:pt x="1712568" y="961458"/>
                  </a:lnTo>
                  <a:lnTo>
                    <a:pt x="1630494" y="967590"/>
                  </a:lnTo>
                  <a:close/>
                  <a:moveTo>
                    <a:pt x="2411804" y="358104"/>
                  </a:moveTo>
                  <a:lnTo>
                    <a:pt x="2410114" y="360664"/>
                  </a:lnTo>
                  <a:lnTo>
                    <a:pt x="2470226" y="369271"/>
                  </a:lnTo>
                  <a:close/>
                  <a:moveTo>
                    <a:pt x="2406393" y="346750"/>
                  </a:moveTo>
                  <a:lnTo>
                    <a:pt x="2411804" y="358104"/>
                  </a:lnTo>
                  <a:lnTo>
                    <a:pt x="2383779" y="278866"/>
                  </a:lnTo>
                  <a:close/>
                  <a:moveTo>
                    <a:pt x="2383779" y="278866"/>
                  </a:moveTo>
                  <a:lnTo>
                    <a:pt x="2411804" y="358104"/>
                  </a:lnTo>
                  <a:lnTo>
                    <a:pt x="2470226" y="369271"/>
                  </a:lnTo>
                  <a:close/>
                  <a:moveTo>
                    <a:pt x="2383779" y="278866"/>
                  </a:moveTo>
                  <a:lnTo>
                    <a:pt x="2470226" y="369271"/>
                  </a:lnTo>
                  <a:lnTo>
                    <a:pt x="2450418" y="285282"/>
                  </a:lnTo>
                  <a:close/>
                  <a:moveTo>
                    <a:pt x="2365891" y="275890"/>
                  </a:moveTo>
                  <a:lnTo>
                    <a:pt x="2383779" y="278866"/>
                  </a:lnTo>
                  <a:lnTo>
                    <a:pt x="2382671" y="258057"/>
                  </a:lnTo>
                  <a:close/>
                  <a:moveTo>
                    <a:pt x="2406393" y="346750"/>
                  </a:moveTo>
                  <a:lnTo>
                    <a:pt x="2383779" y="278866"/>
                  </a:lnTo>
                  <a:lnTo>
                    <a:pt x="2365891" y="275890"/>
                  </a:lnTo>
                  <a:close/>
                  <a:moveTo>
                    <a:pt x="2313686" y="175166"/>
                  </a:moveTo>
                  <a:lnTo>
                    <a:pt x="2377165" y="84058"/>
                  </a:lnTo>
                  <a:lnTo>
                    <a:pt x="2310304" y="77824"/>
                  </a:lnTo>
                  <a:close/>
                  <a:moveTo>
                    <a:pt x="2310304" y="77824"/>
                  </a:moveTo>
                  <a:lnTo>
                    <a:pt x="2377165" y="84058"/>
                  </a:lnTo>
                  <a:lnTo>
                    <a:pt x="235744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44" name="Candidate_density__2143">
              <a:extLst>
                <a:ext uri="{FF2B5EF4-FFF2-40B4-BE49-F238E27FC236}">
                  <a16:creationId xmlns:a16="http://schemas.microsoft.com/office/drawing/2014/main" id="{3B272A37-DF10-CF99-3FE4-E48DD3CE5C7C}"/>
                </a:ext>
              </a:extLst>
            </p:cNvPr>
            <p:cNvSpPr>
              <a:spLocks noGrp="1"/>
            </p:cNvSpPr>
            <p:nvPr/>
          </p:nvSpPr>
          <p:spPr>
            <a:xfrm>
              <a:off x="3594528" y="2236978"/>
              <a:ext cx="2424188" cy="1292108"/>
            </a:xfrm>
            <a:custGeom>
              <a:avLst/>
              <a:gdLst/>
              <a:ahLst/>
              <a:cxnLst/>
              <a:rect l="0" t="0" r="0" b="0"/>
              <a:pathLst>
                <a:path w="2424188" h="1292108">
                  <a:moveTo>
                    <a:pt x="204934" y="1135747"/>
                  </a:moveTo>
                  <a:lnTo>
                    <a:pt x="293604" y="1224344"/>
                  </a:lnTo>
                  <a:lnTo>
                    <a:pt x="260950" y="1193866"/>
                  </a:lnTo>
                  <a:close/>
                  <a:moveTo>
                    <a:pt x="260950" y="1193866"/>
                  </a:moveTo>
                  <a:lnTo>
                    <a:pt x="293604" y="1224344"/>
                  </a:lnTo>
                  <a:lnTo>
                    <a:pt x="348540" y="1259101"/>
                  </a:lnTo>
                  <a:close/>
                  <a:moveTo>
                    <a:pt x="427077" y="1274078"/>
                  </a:moveTo>
                  <a:lnTo>
                    <a:pt x="428051" y="1237645"/>
                  </a:lnTo>
                  <a:lnTo>
                    <a:pt x="392714" y="1209058"/>
                  </a:lnTo>
                  <a:close/>
                  <a:moveTo>
                    <a:pt x="427077" y="1274078"/>
                  </a:moveTo>
                  <a:lnTo>
                    <a:pt x="392714" y="1209058"/>
                  </a:lnTo>
                  <a:lnTo>
                    <a:pt x="348540" y="1259101"/>
                  </a:lnTo>
                  <a:close/>
                  <a:moveTo>
                    <a:pt x="84912" y="830752"/>
                  </a:moveTo>
                  <a:lnTo>
                    <a:pt x="0" y="780802"/>
                  </a:lnTo>
                  <a:lnTo>
                    <a:pt x="3967" y="782791"/>
                  </a:lnTo>
                  <a:close/>
                  <a:moveTo>
                    <a:pt x="64851" y="819206"/>
                  </a:moveTo>
                  <a:lnTo>
                    <a:pt x="0" y="780802"/>
                  </a:lnTo>
                  <a:lnTo>
                    <a:pt x="84912" y="830752"/>
                  </a:lnTo>
                  <a:close/>
                  <a:moveTo>
                    <a:pt x="428051" y="1237645"/>
                  </a:moveTo>
                  <a:lnTo>
                    <a:pt x="431517" y="1272907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18689" y="1202038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90570" y="1176289"/>
                  </a:lnTo>
                  <a:lnTo>
                    <a:pt x="521820" y="1197902"/>
                  </a:lnTo>
                  <a:close/>
                  <a:moveTo>
                    <a:pt x="590570" y="1176289"/>
                  </a:moveTo>
                  <a:lnTo>
                    <a:pt x="660391" y="1158681"/>
                  </a:lnTo>
                  <a:lnTo>
                    <a:pt x="711569" y="1134823"/>
                  </a:lnTo>
                  <a:close/>
                  <a:moveTo>
                    <a:pt x="921373" y="1160772"/>
                  </a:moveTo>
                  <a:lnTo>
                    <a:pt x="900665" y="1069308"/>
                  </a:lnTo>
                  <a:lnTo>
                    <a:pt x="897479" y="1136456"/>
                  </a:lnTo>
                  <a:close/>
                  <a:moveTo>
                    <a:pt x="819718" y="1038991"/>
                  </a:moveTo>
                  <a:lnTo>
                    <a:pt x="880793" y="949837"/>
                  </a:lnTo>
                  <a:lnTo>
                    <a:pt x="832199" y="928752"/>
                  </a:lnTo>
                  <a:close/>
                  <a:moveTo>
                    <a:pt x="880793" y="949837"/>
                  </a:moveTo>
                  <a:lnTo>
                    <a:pt x="905881" y="1029534"/>
                  </a:lnTo>
                  <a:lnTo>
                    <a:pt x="939672" y="1040121"/>
                  </a:lnTo>
                  <a:close/>
                  <a:moveTo>
                    <a:pt x="880793" y="949837"/>
                  </a:moveTo>
                  <a:lnTo>
                    <a:pt x="902063" y="859332"/>
                  </a:lnTo>
                  <a:lnTo>
                    <a:pt x="837247" y="895654"/>
                  </a:lnTo>
                  <a:close/>
                  <a:moveTo>
                    <a:pt x="793247" y="755039"/>
                  </a:moveTo>
                  <a:lnTo>
                    <a:pt x="787870" y="764607"/>
                  </a:lnTo>
                  <a:lnTo>
                    <a:pt x="796652" y="743877"/>
                  </a:lnTo>
                  <a:close/>
                  <a:moveTo>
                    <a:pt x="802107" y="764269"/>
                  </a:moveTo>
                  <a:lnTo>
                    <a:pt x="787870" y="764607"/>
                  </a:lnTo>
                  <a:lnTo>
                    <a:pt x="793247" y="755039"/>
                  </a:lnTo>
                  <a:close/>
                  <a:moveTo>
                    <a:pt x="1252570" y="1229734"/>
                  </a:moveTo>
                  <a:lnTo>
                    <a:pt x="1356646" y="1292108"/>
                  </a:lnTo>
                  <a:lnTo>
                    <a:pt x="1290655" y="1261037"/>
                  </a:lnTo>
                  <a:close/>
                  <a:moveTo>
                    <a:pt x="796652" y="743877"/>
                  </a:moveTo>
                  <a:lnTo>
                    <a:pt x="798332" y="656008"/>
                  </a:lnTo>
                  <a:lnTo>
                    <a:pt x="793247" y="755039"/>
                  </a:lnTo>
                  <a:close/>
                  <a:moveTo>
                    <a:pt x="770270" y="469957"/>
                  </a:moveTo>
                  <a:lnTo>
                    <a:pt x="724538" y="537705"/>
                  </a:lnTo>
                  <a:lnTo>
                    <a:pt x="771173" y="477904"/>
                  </a:lnTo>
                  <a:close/>
                  <a:moveTo>
                    <a:pt x="771173" y="477904"/>
                  </a:moveTo>
                  <a:lnTo>
                    <a:pt x="724538" y="537705"/>
                  </a:lnTo>
                  <a:lnTo>
                    <a:pt x="721247" y="557993"/>
                  </a:lnTo>
                  <a:close/>
                  <a:moveTo>
                    <a:pt x="1444275" y="1195066"/>
                  </a:moveTo>
                  <a:lnTo>
                    <a:pt x="1449054" y="1209893"/>
                  </a:lnTo>
                  <a:lnTo>
                    <a:pt x="1449836" y="1090453"/>
                  </a:lnTo>
                  <a:close/>
                  <a:moveTo>
                    <a:pt x="1444275" y="1195066"/>
                  </a:moveTo>
                  <a:lnTo>
                    <a:pt x="1449836" y="1090453"/>
                  </a:lnTo>
                  <a:lnTo>
                    <a:pt x="1431926" y="1171456"/>
                  </a:lnTo>
                  <a:close/>
                  <a:moveTo>
                    <a:pt x="726751" y="453426"/>
                  </a:moveTo>
                  <a:lnTo>
                    <a:pt x="724538" y="537705"/>
                  </a:lnTo>
                  <a:lnTo>
                    <a:pt x="770270" y="469957"/>
                  </a:lnTo>
                  <a:close/>
                  <a:moveTo>
                    <a:pt x="1431847" y="1089241"/>
                  </a:moveTo>
                  <a:lnTo>
                    <a:pt x="1369232" y="1060965"/>
                  </a:lnTo>
                  <a:lnTo>
                    <a:pt x="1479243" y="1066546"/>
                  </a:lnTo>
                  <a:close/>
                  <a:moveTo>
                    <a:pt x="1499826" y="1055371"/>
                  </a:moveTo>
                  <a:lnTo>
                    <a:pt x="1479243" y="1066546"/>
                  </a:lnTo>
                  <a:lnTo>
                    <a:pt x="1530916" y="1108159"/>
                  </a:lnTo>
                  <a:close/>
                  <a:moveTo>
                    <a:pt x="971624" y="513736"/>
                  </a:moveTo>
                  <a:lnTo>
                    <a:pt x="1001939" y="523690"/>
                  </a:lnTo>
                  <a:lnTo>
                    <a:pt x="947521" y="495221"/>
                  </a:lnTo>
                  <a:close/>
                  <a:moveTo>
                    <a:pt x="1662628" y="838457"/>
                  </a:moveTo>
                  <a:lnTo>
                    <a:pt x="1682620" y="930153"/>
                  </a:lnTo>
                  <a:lnTo>
                    <a:pt x="1675675" y="847939"/>
                  </a:lnTo>
                  <a:close/>
                  <a:moveTo>
                    <a:pt x="1675675" y="847939"/>
                  </a:moveTo>
                  <a:lnTo>
                    <a:pt x="1683655" y="754960"/>
                  </a:lnTo>
                  <a:lnTo>
                    <a:pt x="1662628" y="838457"/>
                  </a:lnTo>
                  <a:close/>
                  <a:moveTo>
                    <a:pt x="1683655" y="754960"/>
                  </a:moveTo>
                  <a:lnTo>
                    <a:pt x="1630553" y="727287"/>
                  </a:lnTo>
                  <a:lnTo>
                    <a:pt x="1662628" y="838457"/>
                  </a:lnTo>
                  <a:close/>
                  <a:moveTo>
                    <a:pt x="1699644" y="608178"/>
                  </a:moveTo>
                  <a:lnTo>
                    <a:pt x="1748350" y="718183"/>
                  </a:lnTo>
                  <a:lnTo>
                    <a:pt x="1744712" y="632131"/>
                  </a:lnTo>
                  <a:close/>
                  <a:moveTo>
                    <a:pt x="2053436" y="10321"/>
                  </a:moveTo>
                  <a:lnTo>
                    <a:pt x="2005873" y="47693"/>
                  </a:lnTo>
                  <a:lnTo>
                    <a:pt x="2038748" y="3377"/>
                  </a:lnTo>
                  <a:close/>
                  <a:moveTo>
                    <a:pt x="2005873" y="47693"/>
                  </a:moveTo>
                  <a:lnTo>
                    <a:pt x="1999039" y="41814"/>
                  </a:lnTo>
                  <a:lnTo>
                    <a:pt x="2038748" y="3377"/>
                  </a:lnTo>
                  <a:close/>
                  <a:moveTo>
                    <a:pt x="2053436" y="10321"/>
                  </a:moveTo>
                  <a:lnTo>
                    <a:pt x="2082127" y="54139"/>
                  </a:lnTo>
                  <a:lnTo>
                    <a:pt x="2005873" y="47693"/>
                  </a:lnTo>
                  <a:close/>
                  <a:moveTo>
                    <a:pt x="2038748" y="3377"/>
                  </a:moveTo>
                  <a:lnTo>
                    <a:pt x="1999039" y="41814"/>
                  </a:lnTo>
                  <a:lnTo>
                    <a:pt x="2050676" y="0"/>
                  </a:lnTo>
                  <a:close/>
                  <a:moveTo>
                    <a:pt x="2354075" y="239506"/>
                  </a:moveTo>
                  <a:lnTo>
                    <a:pt x="2367856" y="134709"/>
                  </a:lnTo>
                  <a:lnTo>
                    <a:pt x="2309227" y="194161"/>
                  </a:lnTo>
                  <a:close/>
                  <a:moveTo>
                    <a:pt x="2368939" y="127330"/>
                  </a:moveTo>
                  <a:lnTo>
                    <a:pt x="2367856" y="134709"/>
                  </a:lnTo>
                  <a:lnTo>
                    <a:pt x="2371589" y="129371"/>
                  </a:lnTo>
                  <a:close/>
                  <a:moveTo>
                    <a:pt x="2368939" y="127330"/>
                  </a:moveTo>
                  <a:lnTo>
                    <a:pt x="2371589" y="129371"/>
                  </a:lnTo>
                  <a:lnTo>
                    <a:pt x="2424188" y="42913"/>
                  </a:lnTo>
                  <a:close/>
                  <a:moveTo>
                    <a:pt x="2380021" y="18227"/>
                  </a:moveTo>
                  <a:lnTo>
                    <a:pt x="2368939" y="127330"/>
                  </a:lnTo>
                  <a:lnTo>
                    <a:pt x="2424188" y="4291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45" name="Candidate_density__2144">
              <a:extLst>
                <a:ext uri="{FF2B5EF4-FFF2-40B4-BE49-F238E27FC236}">
                  <a16:creationId xmlns:a16="http://schemas.microsoft.com/office/drawing/2014/main" id="{B43D2ED5-832C-F83E-F159-EF4429921CF0}"/>
                </a:ext>
              </a:extLst>
            </p:cNvPr>
            <p:cNvSpPr>
              <a:spLocks noGrp="1"/>
            </p:cNvSpPr>
            <p:nvPr/>
          </p:nvSpPr>
          <p:spPr>
            <a:xfrm>
              <a:off x="3588215" y="1889436"/>
              <a:ext cx="2436836" cy="1587440"/>
            </a:xfrm>
            <a:custGeom>
              <a:avLst/>
              <a:gdLst/>
              <a:ahLst/>
              <a:cxnLst/>
              <a:rect l="0" t="0" r="0" b="0"/>
              <a:pathLst>
                <a:path w="2436836" h="1587440">
                  <a:moveTo>
                    <a:pt x="206530" y="1459193"/>
                  </a:moveTo>
                  <a:lnTo>
                    <a:pt x="179070" y="1443279"/>
                  </a:lnTo>
                  <a:lnTo>
                    <a:pt x="211247" y="1483288"/>
                  </a:lnTo>
                  <a:close/>
                  <a:moveTo>
                    <a:pt x="0" y="1115877"/>
                  </a:moveTo>
                  <a:lnTo>
                    <a:pt x="10280" y="1130332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0" y="1115877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6313" y="1128343"/>
                  </a:lnTo>
                  <a:lnTo>
                    <a:pt x="71164" y="1166747"/>
                  </a:lnTo>
                  <a:close/>
                  <a:moveTo>
                    <a:pt x="775288" y="1508314"/>
                  </a:moveTo>
                  <a:lnTo>
                    <a:pt x="762957" y="1587440"/>
                  </a:lnTo>
                  <a:lnTo>
                    <a:pt x="804599" y="1527929"/>
                  </a:lnTo>
                  <a:close/>
                  <a:moveTo>
                    <a:pt x="714433" y="1546750"/>
                  </a:moveTo>
                  <a:lnTo>
                    <a:pt x="775288" y="1508314"/>
                  </a:lnTo>
                  <a:lnTo>
                    <a:pt x="666704" y="1506223"/>
                  </a:lnTo>
                  <a:close/>
                  <a:moveTo>
                    <a:pt x="775288" y="1508314"/>
                  </a:moveTo>
                  <a:lnTo>
                    <a:pt x="717882" y="1482365"/>
                  </a:lnTo>
                  <a:lnTo>
                    <a:pt x="666704" y="1506223"/>
                  </a:lnTo>
                  <a:close/>
                  <a:moveTo>
                    <a:pt x="804599" y="1527929"/>
                  </a:moveTo>
                  <a:lnTo>
                    <a:pt x="762957" y="1587440"/>
                  </a:lnTo>
                  <a:lnTo>
                    <a:pt x="883714" y="1545068"/>
                  </a:lnTo>
                  <a:close/>
                  <a:moveTo>
                    <a:pt x="277333" y="1029193"/>
                  </a:moveTo>
                  <a:lnTo>
                    <a:pt x="229151" y="968272"/>
                  </a:lnTo>
                  <a:lnTo>
                    <a:pt x="226848" y="1015023"/>
                  </a:lnTo>
                  <a:close/>
                  <a:moveTo>
                    <a:pt x="775288" y="1508314"/>
                  </a:moveTo>
                  <a:lnTo>
                    <a:pt x="804599" y="1527929"/>
                  </a:lnTo>
                  <a:lnTo>
                    <a:pt x="814976" y="1495612"/>
                  </a:lnTo>
                  <a:close/>
                  <a:moveTo>
                    <a:pt x="717882" y="1482365"/>
                  </a:moveTo>
                  <a:lnTo>
                    <a:pt x="775288" y="1508314"/>
                  </a:lnTo>
                  <a:lnTo>
                    <a:pt x="815776" y="1387662"/>
                  </a:lnTo>
                  <a:close/>
                  <a:moveTo>
                    <a:pt x="903793" y="1483998"/>
                  </a:moveTo>
                  <a:lnTo>
                    <a:pt x="804599" y="1527929"/>
                  </a:lnTo>
                  <a:lnTo>
                    <a:pt x="883714" y="1545068"/>
                  </a:lnTo>
                  <a:close/>
                  <a:moveTo>
                    <a:pt x="903793" y="1483998"/>
                  </a:moveTo>
                  <a:lnTo>
                    <a:pt x="814976" y="1495612"/>
                  </a:lnTo>
                  <a:lnTo>
                    <a:pt x="804599" y="1527929"/>
                  </a:lnTo>
                  <a:close/>
                  <a:moveTo>
                    <a:pt x="814976" y="1495612"/>
                  </a:moveTo>
                  <a:lnTo>
                    <a:pt x="903793" y="1483998"/>
                  </a:lnTo>
                  <a:lnTo>
                    <a:pt x="825419" y="1390568"/>
                  </a:lnTo>
                  <a:close/>
                  <a:moveTo>
                    <a:pt x="903793" y="1483998"/>
                  </a:moveTo>
                  <a:lnTo>
                    <a:pt x="906979" y="1416849"/>
                  </a:lnTo>
                  <a:lnTo>
                    <a:pt x="825419" y="1390568"/>
                  </a:lnTo>
                  <a:close/>
                  <a:moveTo>
                    <a:pt x="826031" y="1386533"/>
                  </a:moveTo>
                  <a:lnTo>
                    <a:pt x="912194" y="1377076"/>
                  </a:lnTo>
                  <a:lnTo>
                    <a:pt x="887107" y="1297379"/>
                  </a:lnTo>
                  <a:close/>
                  <a:moveTo>
                    <a:pt x="912194" y="1377076"/>
                  </a:moveTo>
                  <a:lnTo>
                    <a:pt x="906979" y="1416849"/>
                  </a:lnTo>
                  <a:lnTo>
                    <a:pt x="945985" y="1387662"/>
                  </a:lnTo>
                  <a:close/>
                  <a:moveTo>
                    <a:pt x="908377" y="1206874"/>
                  </a:moveTo>
                  <a:lnTo>
                    <a:pt x="969280" y="1191074"/>
                  </a:lnTo>
                  <a:lnTo>
                    <a:pt x="935781" y="1184796"/>
                  </a:lnTo>
                  <a:close/>
                  <a:moveTo>
                    <a:pt x="794183" y="1112148"/>
                  </a:moveTo>
                  <a:lnTo>
                    <a:pt x="808420" y="1111811"/>
                  </a:lnTo>
                  <a:lnTo>
                    <a:pt x="888392" y="1132157"/>
                  </a:lnTo>
                  <a:close/>
                  <a:moveTo>
                    <a:pt x="913182" y="1176088"/>
                  </a:moveTo>
                  <a:lnTo>
                    <a:pt x="843561" y="1243196"/>
                  </a:lnTo>
                  <a:lnTo>
                    <a:pt x="908377" y="1206874"/>
                  </a:lnTo>
                  <a:close/>
                  <a:moveTo>
                    <a:pt x="913182" y="1176088"/>
                  </a:moveTo>
                  <a:lnTo>
                    <a:pt x="850035" y="1166833"/>
                  </a:lnTo>
                  <a:lnTo>
                    <a:pt x="843561" y="1243196"/>
                  </a:lnTo>
                  <a:close/>
                  <a:moveTo>
                    <a:pt x="850035" y="1166833"/>
                  </a:moveTo>
                  <a:lnTo>
                    <a:pt x="888392" y="1132157"/>
                  </a:lnTo>
                  <a:lnTo>
                    <a:pt x="808420" y="1111811"/>
                  </a:lnTo>
                  <a:close/>
                  <a:moveTo>
                    <a:pt x="913182" y="1176088"/>
                  </a:moveTo>
                  <a:lnTo>
                    <a:pt x="908377" y="1206874"/>
                  </a:lnTo>
                  <a:lnTo>
                    <a:pt x="935781" y="1184796"/>
                  </a:lnTo>
                  <a:close/>
                  <a:moveTo>
                    <a:pt x="913182" y="1176088"/>
                  </a:moveTo>
                  <a:lnTo>
                    <a:pt x="935781" y="1184796"/>
                  </a:lnTo>
                  <a:lnTo>
                    <a:pt x="888392" y="1132157"/>
                  </a:lnTo>
                  <a:close/>
                  <a:moveTo>
                    <a:pt x="1252460" y="1557435"/>
                  </a:moveTo>
                  <a:lnTo>
                    <a:pt x="1256104" y="1479443"/>
                  </a:lnTo>
                  <a:lnTo>
                    <a:pt x="1258884" y="1577276"/>
                  </a:lnTo>
                  <a:close/>
                  <a:moveTo>
                    <a:pt x="1165397" y="1310789"/>
                  </a:moveTo>
                  <a:lnTo>
                    <a:pt x="1233144" y="1369951"/>
                  </a:lnTo>
                  <a:lnTo>
                    <a:pt x="1221097" y="1354568"/>
                  </a:lnTo>
                  <a:close/>
                  <a:moveTo>
                    <a:pt x="923569" y="833269"/>
                  </a:moveTo>
                  <a:lnTo>
                    <a:pt x="870217" y="810649"/>
                  </a:lnTo>
                  <a:lnTo>
                    <a:pt x="977937" y="861278"/>
                  </a:lnTo>
                  <a:close/>
                  <a:moveTo>
                    <a:pt x="692049" y="734220"/>
                  </a:moveTo>
                  <a:lnTo>
                    <a:pt x="776583" y="817499"/>
                  </a:lnTo>
                  <a:lnTo>
                    <a:pt x="730369" y="735284"/>
                  </a:lnTo>
                  <a:close/>
                  <a:moveTo>
                    <a:pt x="692049" y="734220"/>
                  </a:moveTo>
                  <a:lnTo>
                    <a:pt x="733064" y="800968"/>
                  </a:lnTo>
                  <a:lnTo>
                    <a:pt x="776583" y="817499"/>
                  </a:lnTo>
                  <a:close/>
                  <a:moveTo>
                    <a:pt x="692049" y="734220"/>
                  </a:moveTo>
                  <a:lnTo>
                    <a:pt x="610709" y="639664"/>
                  </a:lnTo>
                  <a:lnTo>
                    <a:pt x="629816" y="724222"/>
                  </a:lnTo>
                  <a:close/>
                  <a:moveTo>
                    <a:pt x="692049" y="734220"/>
                  </a:moveTo>
                  <a:lnTo>
                    <a:pt x="730369" y="735284"/>
                  </a:lnTo>
                  <a:lnTo>
                    <a:pt x="729180" y="663797"/>
                  </a:lnTo>
                  <a:close/>
                  <a:moveTo>
                    <a:pt x="766303" y="735284"/>
                  </a:moveTo>
                  <a:lnTo>
                    <a:pt x="839210" y="696847"/>
                  </a:lnTo>
                  <a:lnTo>
                    <a:pt x="765044" y="734433"/>
                  </a:lnTo>
                  <a:close/>
                  <a:moveTo>
                    <a:pt x="839210" y="696847"/>
                  </a:moveTo>
                  <a:lnTo>
                    <a:pt x="809782" y="686499"/>
                  </a:lnTo>
                  <a:lnTo>
                    <a:pt x="765044" y="734433"/>
                  </a:lnTo>
                  <a:close/>
                  <a:moveTo>
                    <a:pt x="1438160" y="1436783"/>
                  </a:moveTo>
                  <a:lnTo>
                    <a:pt x="1485556" y="1414087"/>
                  </a:lnTo>
                  <a:lnTo>
                    <a:pt x="1506139" y="1402912"/>
                  </a:lnTo>
                  <a:close/>
                  <a:moveTo>
                    <a:pt x="1537230" y="1455701"/>
                  </a:moveTo>
                  <a:lnTo>
                    <a:pt x="1485556" y="1414087"/>
                  </a:lnTo>
                  <a:lnTo>
                    <a:pt x="1468961" y="1436783"/>
                  </a:lnTo>
                  <a:close/>
                  <a:moveTo>
                    <a:pt x="1518771" y="1347584"/>
                  </a:moveTo>
                  <a:lnTo>
                    <a:pt x="1485556" y="1414087"/>
                  </a:lnTo>
                  <a:lnTo>
                    <a:pt x="1456589" y="1337544"/>
                  </a:lnTo>
                  <a:close/>
                  <a:moveTo>
                    <a:pt x="923569" y="833269"/>
                  </a:moveTo>
                  <a:lnTo>
                    <a:pt x="977937" y="861278"/>
                  </a:lnTo>
                  <a:lnTo>
                    <a:pt x="953834" y="842763"/>
                  </a:lnTo>
                  <a:close/>
                  <a:moveTo>
                    <a:pt x="1642065" y="1157044"/>
                  </a:moveTo>
                  <a:lnTo>
                    <a:pt x="1636247" y="1180305"/>
                  </a:lnTo>
                  <a:lnTo>
                    <a:pt x="1668941" y="1185999"/>
                  </a:lnTo>
                  <a:close/>
                  <a:moveTo>
                    <a:pt x="1668941" y="1185999"/>
                  </a:moveTo>
                  <a:lnTo>
                    <a:pt x="1636247" y="1180305"/>
                  </a:lnTo>
                  <a:lnTo>
                    <a:pt x="1630517" y="1256736"/>
                  </a:lnTo>
                  <a:close/>
                  <a:moveTo>
                    <a:pt x="1621764" y="1126153"/>
                  </a:moveTo>
                  <a:lnTo>
                    <a:pt x="1642065" y="1157044"/>
                  </a:lnTo>
                  <a:lnTo>
                    <a:pt x="1668941" y="1185999"/>
                  </a:lnTo>
                  <a:close/>
                  <a:moveTo>
                    <a:pt x="1705957" y="955720"/>
                  </a:moveTo>
                  <a:lnTo>
                    <a:pt x="1720353" y="904517"/>
                  </a:lnTo>
                  <a:lnTo>
                    <a:pt x="1679178" y="877399"/>
                  </a:lnTo>
                  <a:close/>
                  <a:moveTo>
                    <a:pt x="1597105" y="883532"/>
                  </a:moveTo>
                  <a:lnTo>
                    <a:pt x="1679178" y="877399"/>
                  </a:lnTo>
                  <a:lnTo>
                    <a:pt x="1605737" y="851031"/>
                  </a:lnTo>
                  <a:close/>
                  <a:moveTo>
                    <a:pt x="1679178" y="877399"/>
                  </a:moveTo>
                  <a:lnTo>
                    <a:pt x="1680797" y="853008"/>
                  </a:lnTo>
                  <a:lnTo>
                    <a:pt x="1605737" y="851031"/>
                  </a:lnTo>
                  <a:close/>
                  <a:moveTo>
                    <a:pt x="1680797" y="853008"/>
                  </a:moveTo>
                  <a:lnTo>
                    <a:pt x="1653500" y="814406"/>
                  </a:lnTo>
                  <a:lnTo>
                    <a:pt x="1605737" y="851031"/>
                  </a:lnTo>
                  <a:close/>
                  <a:moveTo>
                    <a:pt x="2436836" y="285213"/>
                  </a:moveTo>
                  <a:lnTo>
                    <a:pt x="2376725" y="276606"/>
                  </a:lnTo>
                  <a:lnTo>
                    <a:pt x="2386335" y="365769"/>
                  </a:lnTo>
                  <a:close/>
                  <a:moveTo>
                    <a:pt x="2436836" y="285213"/>
                  </a:moveTo>
                  <a:lnTo>
                    <a:pt x="2386335" y="365769"/>
                  </a:lnTo>
                  <a:lnTo>
                    <a:pt x="2430502" y="390455"/>
                  </a:lnTo>
                  <a:close/>
                  <a:moveTo>
                    <a:pt x="2286875" y="185852"/>
                  </a:moveTo>
                  <a:lnTo>
                    <a:pt x="2373004" y="262692"/>
                  </a:lnTo>
                  <a:lnTo>
                    <a:pt x="2332502" y="191831"/>
                  </a:lnTo>
                  <a:close/>
                  <a:moveTo>
                    <a:pt x="2376494" y="273678"/>
                  </a:moveTo>
                  <a:lnTo>
                    <a:pt x="2373004" y="262692"/>
                  </a:lnTo>
                  <a:lnTo>
                    <a:pt x="2286875" y="185852"/>
                  </a:lnTo>
                  <a:close/>
                  <a:moveTo>
                    <a:pt x="2376494" y="273678"/>
                  </a:moveTo>
                  <a:lnTo>
                    <a:pt x="2376725" y="276606"/>
                  </a:lnTo>
                  <a:lnTo>
                    <a:pt x="2378414" y="274046"/>
                  </a:lnTo>
                  <a:close/>
                  <a:moveTo>
                    <a:pt x="2376494" y="273678"/>
                  </a:moveTo>
                  <a:lnTo>
                    <a:pt x="2378414" y="274046"/>
                  </a:lnTo>
                  <a:lnTo>
                    <a:pt x="2373004" y="262692"/>
                  </a:lnTo>
                  <a:close/>
                  <a:moveTo>
                    <a:pt x="2343895" y="99995"/>
                  </a:moveTo>
                  <a:lnTo>
                    <a:pt x="2332502" y="191831"/>
                  </a:lnTo>
                  <a:lnTo>
                    <a:pt x="2349282" y="173999"/>
                  </a:lnTo>
                  <a:close/>
                  <a:moveTo>
                    <a:pt x="2286875" y="185852"/>
                  </a:moveTo>
                  <a:lnTo>
                    <a:pt x="2332502" y="191831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286875" y="185852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343895" y="99995"/>
                  </a:lnTo>
                  <a:lnTo>
                    <a:pt x="2343776" y="0"/>
                  </a:lnTo>
                  <a:close/>
                  <a:moveTo>
                    <a:pt x="2343895" y="99995"/>
                  </a:moveTo>
                  <a:lnTo>
                    <a:pt x="2349282" y="173999"/>
                  </a:lnTo>
                  <a:lnTo>
                    <a:pt x="2380429" y="109616"/>
                  </a:lnTo>
                  <a:close/>
                  <a:moveTo>
                    <a:pt x="2343776" y="0"/>
                  </a:moveTo>
                  <a:lnTo>
                    <a:pt x="2343895" y="99995"/>
                  </a:lnTo>
                  <a:lnTo>
                    <a:pt x="2405006" y="108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46" name="Candidate_density__2145">
              <a:extLst>
                <a:ext uri="{FF2B5EF4-FFF2-40B4-BE49-F238E27FC236}">
                  <a16:creationId xmlns:a16="http://schemas.microsoft.com/office/drawing/2014/main" id="{A8AD8FE2-5376-4843-1B6A-A9E16EB4C648}"/>
                </a:ext>
              </a:extLst>
            </p:cNvPr>
            <p:cNvSpPr>
              <a:spLocks noGrp="1"/>
            </p:cNvSpPr>
            <p:nvPr/>
          </p:nvSpPr>
          <p:spPr>
            <a:xfrm>
              <a:off x="3551680" y="1804188"/>
              <a:ext cx="2360589" cy="1626656"/>
            </a:xfrm>
            <a:custGeom>
              <a:avLst/>
              <a:gdLst/>
              <a:ahLst/>
              <a:cxnLst/>
              <a:rect l="0" t="0" r="0" b="0"/>
              <a:pathLst>
                <a:path w="2360589" h="1626656">
                  <a:moveTo>
                    <a:pt x="314848" y="1514013"/>
                  </a:moveTo>
                  <a:lnTo>
                    <a:pt x="297157" y="1618232"/>
                  </a:lnTo>
                  <a:lnTo>
                    <a:pt x="343811" y="1506004"/>
                  </a:lnTo>
                  <a:close/>
                  <a:moveTo>
                    <a:pt x="343811" y="1506004"/>
                  </a:moveTo>
                  <a:lnTo>
                    <a:pt x="303799" y="1626656"/>
                  </a:lnTo>
                  <a:lnTo>
                    <a:pt x="393313" y="1588220"/>
                  </a:lnTo>
                  <a:close/>
                  <a:moveTo>
                    <a:pt x="243065" y="1544440"/>
                  </a:moveTo>
                  <a:lnTo>
                    <a:pt x="314848" y="1514013"/>
                  </a:lnTo>
                  <a:lnTo>
                    <a:pt x="238677" y="1423789"/>
                  </a:lnTo>
                  <a:close/>
                  <a:moveTo>
                    <a:pt x="205631" y="1462225"/>
                  </a:moveTo>
                  <a:lnTo>
                    <a:pt x="243065" y="1544440"/>
                  </a:lnTo>
                  <a:lnTo>
                    <a:pt x="238677" y="1423789"/>
                  </a:lnTo>
                  <a:close/>
                  <a:moveTo>
                    <a:pt x="289198" y="1373272"/>
                  </a:moveTo>
                  <a:lnTo>
                    <a:pt x="237867" y="1396558"/>
                  </a:lnTo>
                  <a:lnTo>
                    <a:pt x="205631" y="1462225"/>
                  </a:lnTo>
                  <a:close/>
                  <a:moveTo>
                    <a:pt x="31367" y="966603"/>
                  </a:moveTo>
                  <a:lnTo>
                    <a:pt x="0" y="1048241"/>
                  </a:lnTo>
                  <a:lnTo>
                    <a:pt x="14569" y="1012714"/>
                  </a:lnTo>
                  <a:close/>
                  <a:moveTo>
                    <a:pt x="431181" y="1480028"/>
                  </a:moveTo>
                  <a:lnTo>
                    <a:pt x="462275" y="1467568"/>
                  </a:lnTo>
                  <a:lnTo>
                    <a:pt x="508989" y="1422516"/>
                  </a:lnTo>
                  <a:close/>
                  <a:moveTo>
                    <a:pt x="9056" y="1094929"/>
                  </a:moveTo>
                  <a:lnTo>
                    <a:pt x="43239" y="974277"/>
                  </a:lnTo>
                  <a:lnTo>
                    <a:pt x="14569" y="1012714"/>
                  </a:lnTo>
                  <a:close/>
                  <a:moveTo>
                    <a:pt x="73080" y="907356"/>
                  </a:moveTo>
                  <a:lnTo>
                    <a:pt x="14569" y="1012714"/>
                  </a:lnTo>
                  <a:lnTo>
                    <a:pt x="43239" y="974277"/>
                  </a:lnTo>
                  <a:close/>
                  <a:moveTo>
                    <a:pt x="73080" y="907356"/>
                  </a:moveTo>
                  <a:lnTo>
                    <a:pt x="31367" y="966603"/>
                  </a:lnTo>
                  <a:lnTo>
                    <a:pt x="14569" y="1012714"/>
                  </a:lnTo>
                  <a:close/>
                  <a:moveTo>
                    <a:pt x="31367" y="966603"/>
                  </a:moveTo>
                  <a:lnTo>
                    <a:pt x="73080" y="907356"/>
                  </a:lnTo>
                  <a:lnTo>
                    <a:pt x="57270" y="930499"/>
                  </a:lnTo>
                  <a:close/>
                  <a:moveTo>
                    <a:pt x="73080" y="907356"/>
                  </a:moveTo>
                  <a:lnTo>
                    <a:pt x="103505" y="892062"/>
                  </a:lnTo>
                  <a:lnTo>
                    <a:pt x="57270" y="930499"/>
                  </a:lnTo>
                  <a:close/>
                  <a:moveTo>
                    <a:pt x="313868" y="1114441"/>
                  </a:moveTo>
                  <a:lnTo>
                    <a:pt x="334083" y="1056493"/>
                  </a:lnTo>
                  <a:lnTo>
                    <a:pt x="265686" y="1053520"/>
                  </a:lnTo>
                  <a:close/>
                  <a:moveTo>
                    <a:pt x="73080" y="907356"/>
                  </a:moveTo>
                  <a:lnTo>
                    <a:pt x="124795" y="885510"/>
                  </a:lnTo>
                  <a:lnTo>
                    <a:pt x="103505" y="892062"/>
                  </a:lnTo>
                  <a:close/>
                  <a:moveTo>
                    <a:pt x="133896" y="853626"/>
                  </a:moveTo>
                  <a:lnTo>
                    <a:pt x="173580" y="789248"/>
                  </a:lnTo>
                  <a:lnTo>
                    <a:pt x="110757" y="809847"/>
                  </a:lnTo>
                  <a:close/>
                  <a:moveTo>
                    <a:pt x="103505" y="892062"/>
                  </a:moveTo>
                  <a:lnTo>
                    <a:pt x="133896" y="853626"/>
                  </a:lnTo>
                  <a:lnTo>
                    <a:pt x="110757" y="809847"/>
                  </a:lnTo>
                  <a:close/>
                  <a:moveTo>
                    <a:pt x="591170" y="1023398"/>
                  </a:moveTo>
                  <a:lnTo>
                    <a:pt x="526454" y="962704"/>
                  </a:lnTo>
                  <a:lnTo>
                    <a:pt x="553562" y="979620"/>
                  </a:lnTo>
                  <a:close/>
                  <a:moveTo>
                    <a:pt x="591170" y="1023398"/>
                  </a:moveTo>
                  <a:lnTo>
                    <a:pt x="553562" y="979620"/>
                  </a:lnTo>
                  <a:lnTo>
                    <a:pt x="548162" y="1061834"/>
                  </a:lnTo>
                  <a:close/>
                  <a:moveTo>
                    <a:pt x="1167624" y="1313822"/>
                  </a:moveTo>
                  <a:lnTo>
                    <a:pt x="1112163" y="1352258"/>
                  </a:lnTo>
                  <a:lnTo>
                    <a:pt x="1201932" y="1396037"/>
                  </a:lnTo>
                  <a:close/>
                  <a:moveTo>
                    <a:pt x="542716" y="656101"/>
                  </a:moveTo>
                  <a:lnTo>
                    <a:pt x="496348" y="686903"/>
                  </a:lnTo>
                  <a:lnTo>
                    <a:pt x="535958" y="662542"/>
                  </a:lnTo>
                  <a:close/>
                  <a:moveTo>
                    <a:pt x="496348" y="686903"/>
                  </a:moveTo>
                  <a:lnTo>
                    <a:pt x="452168" y="662229"/>
                  </a:lnTo>
                  <a:lnTo>
                    <a:pt x="535958" y="662542"/>
                  </a:lnTo>
                  <a:close/>
                  <a:moveTo>
                    <a:pt x="484089" y="683816"/>
                  </a:moveTo>
                  <a:lnTo>
                    <a:pt x="496348" y="686903"/>
                  </a:lnTo>
                  <a:lnTo>
                    <a:pt x="483409" y="612323"/>
                  </a:lnTo>
                  <a:close/>
                  <a:moveTo>
                    <a:pt x="483409" y="612323"/>
                  </a:moveTo>
                  <a:lnTo>
                    <a:pt x="496348" y="686903"/>
                  </a:lnTo>
                  <a:lnTo>
                    <a:pt x="542716" y="656101"/>
                  </a:lnTo>
                  <a:close/>
                  <a:moveTo>
                    <a:pt x="1430640" y="1499687"/>
                  </a:moveTo>
                  <a:lnTo>
                    <a:pt x="1474695" y="1522030"/>
                  </a:lnTo>
                  <a:lnTo>
                    <a:pt x="1492684" y="1523242"/>
                  </a:lnTo>
                  <a:close/>
                  <a:moveTo>
                    <a:pt x="1167624" y="1313822"/>
                  </a:moveTo>
                  <a:lnTo>
                    <a:pt x="1201932" y="1396037"/>
                  </a:lnTo>
                  <a:lnTo>
                    <a:pt x="1238575" y="1357600"/>
                  </a:lnTo>
                  <a:close/>
                  <a:moveTo>
                    <a:pt x="1167624" y="1313822"/>
                  </a:moveTo>
                  <a:lnTo>
                    <a:pt x="1238575" y="1357600"/>
                  </a:lnTo>
                  <a:lnTo>
                    <a:pt x="1227628" y="1275385"/>
                  </a:lnTo>
                  <a:close/>
                  <a:moveTo>
                    <a:pt x="1167624" y="1313822"/>
                  </a:moveTo>
                  <a:lnTo>
                    <a:pt x="1227628" y="1275385"/>
                  </a:lnTo>
                  <a:lnTo>
                    <a:pt x="1165752" y="1231607"/>
                  </a:lnTo>
                  <a:close/>
                  <a:moveTo>
                    <a:pt x="925736" y="864310"/>
                  </a:moveTo>
                  <a:lnTo>
                    <a:pt x="896720" y="896739"/>
                  </a:lnTo>
                  <a:lnTo>
                    <a:pt x="906752" y="895897"/>
                  </a:lnTo>
                  <a:close/>
                  <a:moveTo>
                    <a:pt x="638213" y="632161"/>
                  </a:moveTo>
                  <a:lnTo>
                    <a:pt x="721363" y="583221"/>
                  </a:lnTo>
                  <a:lnTo>
                    <a:pt x="667404" y="568930"/>
                  </a:lnTo>
                  <a:close/>
                  <a:moveTo>
                    <a:pt x="638213" y="632161"/>
                  </a:moveTo>
                  <a:lnTo>
                    <a:pt x="667404" y="568930"/>
                  </a:lnTo>
                  <a:lnTo>
                    <a:pt x="588998" y="572080"/>
                  </a:lnTo>
                  <a:close/>
                  <a:moveTo>
                    <a:pt x="925736" y="864310"/>
                  </a:moveTo>
                  <a:lnTo>
                    <a:pt x="906752" y="895897"/>
                  </a:lnTo>
                  <a:lnTo>
                    <a:pt x="960103" y="918517"/>
                  </a:lnTo>
                  <a:close/>
                  <a:moveTo>
                    <a:pt x="875745" y="782095"/>
                  </a:moveTo>
                  <a:lnTo>
                    <a:pt x="977714" y="769160"/>
                  </a:lnTo>
                  <a:lnTo>
                    <a:pt x="961174" y="751560"/>
                  </a:lnTo>
                  <a:close/>
                  <a:moveTo>
                    <a:pt x="972726" y="825874"/>
                  </a:moveTo>
                  <a:lnTo>
                    <a:pt x="977714" y="769160"/>
                  </a:lnTo>
                  <a:lnTo>
                    <a:pt x="875745" y="782095"/>
                  </a:lnTo>
                  <a:close/>
                  <a:moveTo>
                    <a:pt x="925736" y="864310"/>
                  </a:moveTo>
                  <a:lnTo>
                    <a:pt x="972726" y="825874"/>
                  </a:lnTo>
                  <a:lnTo>
                    <a:pt x="875745" y="782095"/>
                  </a:lnTo>
                  <a:close/>
                  <a:moveTo>
                    <a:pt x="778426" y="678855"/>
                  </a:moveTo>
                  <a:lnTo>
                    <a:pt x="874194" y="660770"/>
                  </a:lnTo>
                  <a:lnTo>
                    <a:pt x="837650" y="591206"/>
                  </a:lnTo>
                  <a:close/>
                  <a:moveTo>
                    <a:pt x="874194" y="660770"/>
                  </a:moveTo>
                  <a:lnTo>
                    <a:pt x="875296" y="661443"/>
                  </a:lnTo>
                  <a:lnTo>
                    <a:pt x="837650" y="591206"/>
                  </a:lnTo>
                  <a:close/>
                  <a:moveTo>
                    <a:pt x="746907" y="604387"/>
                  </a:moveTo>
                  <a:lnTo>
                    <a:pt x="792424" y="570250"/>
                  </a:lnTo>
                  <a:lnTo>
                    <a:pt x="721363" y="583221"/>
                  </a:lnTo>
                  <a:close/>
                  <a:moveTo>
                    <a:pt x="746907" y="604387"/>
                  </a:moveTo>
                  <a:lnTo>
                    <a:pt x="837650" y="591206"/>
                  </a:lnTo>
                  <a:lnTo>
                    <a:pt x="792424" y="570250"/>
                  </a:lnTo>
                  <a:close/>
                  <a:moveTo>
                    <a:pt x="1504768" y="1313234"/>
                  </a:moveTo>
                  <a:lnTo>
                    <a:pt x="1561465" y="1280728"/>
                  </a:lnTo>
                  <a:lnTo>
                    <a:pt x="1538984" y="1259162"/>
                  </a:lnTo>
                  <a:close/>
                  <a:moveTo>
                    <a:pt x="1507959" y="1280728"/>
                  </a:moveTo>
                  <a:lnTo>
                    <a:pt x="1504768" y="1313234"/>
                  </a:lnTo>
                  <a:lnTo>
                    <a:pt x="1538984" y="1259162"/>
                  </a:lnTo>
                  <a:close/>
                  <a:moveTo>
                    <a:pt x="1504768" y="1313234"/>
                  </a:moveTo>
                  <a:lnTo>
                    <a:pt x="1550795" y="1303324"/>
                  </a:lnTo>
                  <a:lnTo>
                    <a:pt x="1561465" y="1280728"/>
                  </a:lnTo>
                  <a:close/>
                  <a:moveTo>
                    <a:pt x="1083931" y="672427"/>
                  </a:moveTo>
                  <a:lnTo>
                    <a:pt x="983198" y="743658"/>
                  </a:lnTo>
                  <a:lnTo>
                    <a:pt x="1051004" y="705222"/>
                  </a:lnTo>
                  <a:close/>
                  <a:moveTo>
                    <a:pt x="1083931" y="672427"/>
                  </a:moveTo>
                  <a:lnTo>
                    <a:pt x="1034803" y="703948"/>
                  </a:lnTo>
                  <a:lnTo>
                    <a:pt x="983198" y="743658"/>
                  </a:lnTo>
                  <a:close/>
                  <a:moveTo>
                    <a:pt x="1639145" y="1164487"/>
                  </a:moveTo>
                  <a:lnTo>
                    <a:pt x="1658299" y="1211400"/>
                  </a:lnTo>
                  <a:lnTo>
                    <a:pt x="1705476" y="1271246"/>
                  </a:lnTo>
                  <a:close/>
                  <a:moveTo>
                    <a:pt x="1639145" y="1164487"/>
                  </a:moveTo>
                  <a:lnTo>
                    <a:pt x="1633779" y="1119726"/>
                  </a:lnTo>
                  <a:lnTo>
                    <a:pt x="1555995" y="1107561"/>
                  </a:lnTo>
                  <a:close/>
                  <a:moveTo>
                    <a:pt x="1639145" y="1164487"/>
                  </a:moveTo>
                  <a:lnTo>
                    <a:pt x="1673401" y="1160076"/>
                  </a:lnTo>
                  <a:lnTo>
                    <a:pt x="1633779" y="1119726"/>
                  </a:lnTo>
                  <a:close/>
                  <a:moveTo>
                    <a:pt x="1673401" y="1160076"/>
                  </a:moveTo>
                  <a:lnTo>
                    <a:pt x="1745202" y="1042455"/>
                  </a:lnTo>
                  <a:lnTo>
                    <a:pt x="1630191" y="1071675"/>
                  </a:lnTo>
                  <a:close/>
                  <a:moveTo>
                    <a:pt x="1630191" y="1071675"/>
                  </a:moveTo>
                  <a:lnTo>
                    <a:pt x="1745202" y="1042455"/>
                  </a:lnTo>
                  <a:lnTo>
                    <a:pt x="1742492" y="1040968"/>
                  </a:lnTo>
                  <a:close/>
                  <a:moveTo>
                    <a:pt x="1673401" y="1160076"/>
                  </a:moveTo>
                  <a:lnTo>
                    <a:pt x="1630191" y="1071675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555995" y="1107561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742492" y="1040968"/>
                  </a:lnTo>
                  <a:lnTo>
                    <a:pt x="1715713" y="962647"/>
                  </a:lnTo>
                  <a:close/>
                  <a:moveTo>
                    <a:pt x="1677232" y="589913"/>
                  </a:moveTo>
                  <a:lnTo>
                    <a:pt x="1627135" y="664479"/>
                  </a:lnTo>
                  <a:lnTo>
                    <a:pt x="1729842" y="554624"/>
                  </a:lnTo>
                  <a:close/>
                  <a:moveTo>
                    <a:pt x="1729842" y="554624"/>
                  </a:moveTo>
                  <a:lnTo>
                    <a:pt x="1627135" y="664479"/>
                  </a:lnTo>
                  <a:lnTo>
                    <a:pt x="1700116" y="633691"/>
                  </a:lnTo>
                  <a:close/>
                  <a:moveTo>
                    <a:pt x="1815691" y="381739"/>
                  </a:moveTo>
                  <a:lnTo>
                    <a:pt x="1872593" y="379284"/>
                  </a:lnTo>
                  <a:lnTo>
                    <a:pt x="1877025" y="348609"/>
                  </a:lnTo>
                  <a:close/>
                  <a:moveTo>
                    <a:pt x="1872593" y="379284"/>
                  </a:moveTo>
                  <a:lnTo>
                    <a:pt x="1879672" y="310173"/>
                  </a:lnTo>
                  <a:lnTo>
                    <a:pt x="1877025" y="348609"/>
                  </a:lnTo>
                  <a:close/>
                  <a:moveTo>
                    <a:pt x="2118667" y="32937"/>
                  </a:moveTo>
                  <a:lnTo>
                    <a:pt x="2049376" y="52525"/>
                  </a:lnTo>
                  <a:lnTo>
                    <a:pt x="2167416" y="0"/>
                  </a:lnTo>
                  <a:close/>
                  <a:moveTo>
                    <a:pt x="2230751" y="85653"/>
                  </a:moveTo>
                  <a:lnTo>
                    <a:pt x="2313449" y="79013"/>
                  </a:lnTo>
                  <a:lnTo>
                    <a:pt x="2280189" y="5960"/>
                  </a:lnTo>
                  <a:close/>
                  <a:moveTo>
                    <a:pt x="2313449" y="79013"/>
                  </a:moveTo>
                  <a:lnTo>
                    <a:pt x="2360589" y="1189"/>
                  </a:lnTo>
                  <a:lnTo>
                    <a:pt x="2280189" y="596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47" name="Candidate_density__2146">
              <a:extLst>
                <a:ext uri="{FF2B5EF4-FFF2-40B4-BE49-F238E27FC236}">
                  <a16:creationId xmlns:a16="http://schemas.microsoft.com/office/drawing/2014/main" id="{F6B2314F-921D-4C5F-5825-B6CAD891E2B7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36978"/>
              <a:ext cx="2359337" cy="1295516"/>
            </a:xfrm>
            <a:custGeom>
              <a:avLst/>
              <a:gdLst/>
              <a:ahLst/>
              <a:cxnLst/>
              <a:rect l="0" t="0" r="0" b="0"/>
              <a:pathLst>
                <a:path w="2359337" h="1295516">
                  <a:moveTo>
                    <a:pt x="366666" y="1272907"/>
                  </a:moveTo>
                  <a:lnTo>
                    <a:pt x="363200" y="1237645"/>
                  </a:lnTo>
                  <a:lnTo>
                    <a:pt x="362226" y="1274078"/>
                  </a:lnTo>
                  <a:close/>
                  <a:moveTo>
                    <a:pt x="74662" y="819696"/>
                  </a:moveTo>
                  <a:lnTo>
                    <a:pt x="0" y="819206"/>
                  </a:lnTo>
                  <a:lnTo>
                    <a:pt x="20060" y="830752"/>
                  </a:lnTo>
                  <a:close/>
                  <a:moveTo>
                    <a:pt x="491135" y="1262191"/>
                  </a:moveTo>
                  <a:lnTo>
                    <a:pt x="415369" y="1257570"/>
                  </a:lnTo>
                  <a:lnTo>
                    <a:pt x="366666" y="1272907"/>
                  </a:lnTo>
                  <a:close/>
                  <a:moveTo>
                    <a:pt x="509544" y="1217342"/>
                  </a:moveTo>
                  <a:lnTo>
                    <a:pt x="415369" y="1257570"/>
                  </a:lnTo>
                  <a:lnTo>
                    <a:pt x="491135" y="1262191"/>
                  </a:lnTo>
                  <a:close/>
                  <a:moveTo>
                    <a:pt x="509544" y="1217342"/>
                  </a:moveTo>
                  <a:lnTo>
                    <a:pt x="491135" y="1262191"/>
                  </a:lnTo>
                  <a:lnTo>
                    <a:pt x="535572" y="1237645"/>
                  </a:lnTo>
                  <a:close/>
                  <a:moveTo>
                    <a:pt x="509544" y="1217342"/>
                  </a:moveTo>
                  <a:lnTo>
                    <a:pt x="535572" y="1237645"/>
                  </a:lnTo>
                  <a:lnTo>
                    <a:pt x="525718" y="1176289"/>
                  </a:lnTo>
                  <a:close/>
                  <a:moveTo>
                    <a:pt x="525718" y="1176289"/>
                  </a:moveTo>
                  <a:lnTo>
                    <a:pt x="553991" y="1218540"/>
                  </a:lnTo>
                  <a:lnTo>
                    <a:pt x="595540" y="1158681"/>
                  </a:lnTo>
                  <a:close/>
                  <a:moveTo>
                    <a:pt x="767347" y="928752"/>
                  </a:moveTo>
                  <a:lnTo>
                    <a:pt x="815942" y="949837"/>
                  </a:lnTo>
                  <a:lnTo>
                    <a:pt x="772396" y="895654"/>
                  </a:lnTo>
                  <a:close/>
                  <a:moveTo>
                    <a:pt x="731801" y="743877"/>
                  </a:moveTo>
                  <a:lnTo>
                    <a:pt x="723019" y="764607"/>
                  </a:lnTo>
                  <a:lnTo>
                    <a:pt x="756807" y="672824"/>
                  </a:lnTo>
                  <a:close/>
                  <a:moveTo>
                    <a:pt x="1187719" y="1229734"/>
                  </a:moveTo>
                  <a:lnTo>
                    <a:pt x="1304454" y="1295516"/>
                  </a:lnTo>
                  <a:lnTo>
                    <a:pt x="1291795" y="1292108"/>
                  </a:lnTo>
                  <a:close/>
                  <a:moveTo>
                    <a:pt x="728395" y="755039"/>
                  </a:moveTo>
                  <a:lnTo>
                    <a:pt x="733481" y="656008"/>
                  </a:lnTo>
                  <a:lnTo>
                    <a:pt x="711188" y="634387"/>
                  </a:lnTo>
                  <a:close/>
                  <a:moveTo>
                    <a:pt x="733481" y="656008"/>
                  </a:moveTo>
                  <a:lnTo>
                    <a:pt x="731801" y="743877"/>
                  </a:lnTo>
                  <a:lnTo>
                    <a:pt x="756807" y="672824"/>
                  </a:lnTo>
                  <a:close/>
                  <a:moveTo>
                    <a:pt x="656396" y="557993"/>
                  </a:moveTo>
                  <a:lnTo>
                    <a:pt x="711188" y="634387"/>
                  </a:lnTo>
                  <a:lnTo>
                    <a:pt x="733481" y="656008"/>
                  </a:lnTo>
                  <a:close/>
                  <a:moveTo>
                    <a:pt x="656396" y="557993"/>
                  </a:moveTo>
                  <a:lnTo>
                    <a:pt x="733481" y="656008"/>
                  </a:lnTo>
                  <a:lnTo>
                    <a:pt x="690845" y="590579"/>
                  </a:lnTo>
                  <a:close/>
                  <a:moveTo>
                    <a:pt x="706322" y="477904"/>
                  </a:moveTo>
                  <a:lnTo>
                    <a:pt x="656396" y="557993"/>
                  </a:lnTo>
                  <a:lnTo>
                    <a:pt x="690845" y="590579"/>
                  </a:lnTo>
                  <a:close/>
                  <a:moveTo>
                    <a:pt x="1094232" y="963248"/>
                  </a:moveTo>
                  <a:lnTo>
                    <a:pt x="1110744" y="992038"/>
                  </a:lnTo>
                  <a:lnTo>
                    <a:pt x="1161980" y="1022409"/>
                  </a:lnTo>
                  <a:close/>
                  <a:moveTo>
                    <a:pt x="1349094" y="1228137"/>
                  </a:moveTo>
                  <a:lnTo>
                    <a:pt x="1379424" y="1195066"/>
                  </a:lnTo>
                  <a:lnTo>
                    <a:pt x="1367074" y="1171456"/>
                  </a:lnTo>
                  <a:close/>
                  <a:moveTo>
                    <a:pt x="906773" y="513736"/>
                  </a:moveTo>
                  <a:lnTo>
                    <a:pt x="891183" y="567259"/>
                  </a:lnTo>
                  <a:lnTo>
                    <a:pt x="937088" y="523690"/>
                  </a:lnTo>
                  <a:close/>
                  <a:moveTo>
                    <a:pt x="1523469" y="1107579"/>
                  </a:moveTo>
                  <a:lnTo>
                    <a:pt x="1434974" y="1055371"/>
                  </a:lnTo>
                  <a:lnTo>
                    <a:pt x="1466065" y="1108159"/>
                  </a:lnTo>
                  <a:close/>
                  <a:moveTo>
                    <a:pt x="1603249" y="1034193"/>
                  </a:moveTo>
                  <a:lnTo>
                    <a:pt x="1587640" y="1012369"/>
                  </a:lnTo>
                  <a:lnTo>
                    <a:pt x="1586417" y="1064275"/>
                  </a:lnTo>
                  <a:close/>
                  <a:moveTo>
                    <a:pt x="1587640" y="1012369"/>
                  </a:moveTo>
                  <a:lnTo>
                    <a:pt x="1603249" y="1034193"/>
                  </a:lnTo>
                  <a:lnTo>
                    <a:pt x="1615229" y="956796"/>
                  </a:lnTo>
                  <a:close/>
                  <a:moveTo>
                    <a:pt x="1597776" y="838457"/>
                  </a:moveTo>
                  <a:lnTo>
                    <a:pt x="1559353" y="909195"/>
                  </a:lnTo>
                  <a:lnTo>
                    <a:pt x="1637130" y="906555"/>
                  </a:lnTo>
                  <a:close/>
                  <a:moveTo>
                    <a:pt x="1654429" y="792399"/>
                  </a:moveTo>
                  <a:lnTo>
                    <a:pt x="1565702" y="727287"/>
                  </a:lnTo>
                  <a:lnTo>
                    <a:pt x="1618804" y="754960"/>
                  </a:lnTo>
                  <a:close/>
                  <a:moveTo>
                    <a:pt x="1609633" y="505466"/>
                  </a:moveTo>
                  <a:lnTo>
                    <a:pt x="1608014" y="529858"/>
                  </a:lnTo>
                  <a:lnTo>
                    <a:pt x="1648242" y="442205"/>
                  </a:lnTo>
                  <a:close/>
                  <a:moveTo>
                    <a:pt x="1639515" y="504248"/>
                  </a:moveTo>
                  <a:lnTo>
                    <a:pt x="1613047" y="485984"/>
                  </a:lnTo>
                  <a:lnTo>
                    <a:pt x="1609633" y="505466"/>
                  </a:lnTo>
                  <a:close/>
                  <a:moveTo>
                    <a:pt x="1958428" y="327975"/>
                  </a:moveTo>
                  <a:lnTo>
                    <a:pt x="1884403" y="329867"/>
                  </a:lnTo>
                  <a:lnTo>
                    <a:pt x="1875618" y="333392"/>
                  </a:lnTo>
                  <a:close/>
                  <a:moveTo>
                    <a:pt x="1934187" y="41814"/>
                  </a:moveTo>
                  <a:lnTo>
                    <a:pt x="1936011" y="44609"/>
                  </a:lnTo>
                  <a:lnTo>
                    <a:pt x="1938384" y="37832"/>
                  </a:lnTo>
                  <a:close/>
                  <a:moveTo>
                    <a:pt x="1941022" y="47693"/>
                  </a:moveTo>
                  <a:lnTo>
                    <a:pt x="1936011" y="44609"/>
                  </a:lnTo>
                  <a:lnTo>
                    <a:pt x="1934187" y="41814"/>
                  </a:lnTo>
                  <a:close/>
                  <a:moveTo>
                    <a:pt x="1997662" y="3377"/>
                  </a:moveTo>
                  <a:lnTo>
                    <a:pt x="2029898" y="28872"/>
                  </a:lnTo>
                  <a:lnTo>
                    <a:pt x="1988585" y="10321"/>
                  </a:lnTo>
                  <a:close/>
                  <a:moveTo>
                    <a:pt x="1934187" y="41814"/>
                  </a:moveTo>
                  <a:lnTo>
                    <a:pt x="1938384" y="37832"/>
                  </a:lnTo>
                  <a:lnTo>
                    <a:pt x="1985825" y="0"/>
                  </a:lnTo>
                  <a:close/>
                  <a:moveTo>
                    <a:pt x="1997662" y="3377"/>
                  </a:moveTo>
                  <a:lnTo>
                    <a:pt x="1985825" y="0"/>
                  </a:lnTo>
                  <a:lnTo>
                    <a:pt x="2029898" y="28872"/>
                  </a:lnTo>
                  <a:close/>
                  <a:moveTo>
                    <a:pt x="2296976" y="250023"/>
                  </a:moveTo>
                  <a:lnTo>
                    <a:pt x="2303005" y="134709"/>
                  </a:lnTo>
                  <a:lnTo>
                    <a:pt x="2289224" y="239506"/>
                  </a:lnTo>
                  <a:close/>
                  <a:moveTo>
                    <a:pt x="2306738" y="129371"/>
                  </a:moveTo>
                  <a:lnTo>
                    <a:pt x="2303005" y="134709"/>
                  </a:lnTo>
                  <a:lnTo>
                    <a:pt x="2296976" y="250023"/>
                  </a:lnTo>
                  <a:close/>
                  <a:moveTo>
                    <a:pt x="2326539" y="167807"/>
                  </a:moveTo>
                  <a:lnTo>
                    <a:pt x="2306738" y="129371"/>
                  </a:lnTo>
                  <a:lnTo>
                    <a:pt x="2296976" y="250023"/>
                  </a:lnTo>
                  <a:close/>
                  <a:moveTo>
                    <a:pt x="2306738" y="129371"/>
                  </a:moveTo>
                  <a:lnTo>
                    <a:pt x="2326539" y="167807"/>
                  </a:lnTo>
                  <a:lnTo>
                    <a:pt x="2356483" y="55997"/>
                  </a:lnTo>
                  <a:close/>
                  <a:moveTo>
                    <a:pt x="2359337" y="42913"/>
                  </a:moveTo>
                  <a:lnTo>
                    <a:pt x="2306738" y="129371"/>
                  </a:lnTo>
                  <a:lnTo>
                    <a:pt x="2356483" y="5599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48" name="Candidate_density__2147">
              <a:extLst>
                <a:ext uri="{FF2B5EF4-FFF2-40B4-BE49-F238E27FC236}">
                  <a16:creationId xmlns:a16="http://schemas.microsoft.com/office/drawing/2014/main" id="{1D886BD7-0D46-B7BB-FA77-5B720BA56030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476483"/>
              <a:ext cx="2276915" cy="1059234"/>
            </a:xfrm>
            <a:custGeom>
              <a:avLst/>
              <a:gdLst/>
              <a:ahLst/>
              <a:cxnLst/>
              <a:rect l="0" t="0" r="0" b="0"/>
              <a:pathLst>
                <a:path w="2276915" h="1059234">
                  <a:moveTo>
                    <a:pt x="54601" y="580190"/>
                  </a:moveTo>
                  <a:lnTo>
                    <a:pt x="0" y="591246"/>
                  </a:lnTo>
                  <a:lnTo>
                    <a:pt x="126845" y="571639"/>
                  </a:lnTo>
                  <a:close/>
                  <a:moveTo>
                    <a:pt x="54601" y="580190"/>
                  </a:moveTo>
                  <a:lnTo>
                    <a:pt x="126845" y="571639"/>
                  </a:lnTo>
                  <a:lnTo>
                    <a:pt x="73873" y="572891"/>
                  </a:lnTo>
                  <a:close/>
                  <a:moveTo>
                    <a:pt x="1297607" y="1052602"/>
                  </a:moveTo>
                  <a:lnTo>
                    <a:pt x="1284393" y="1056010"/>
                  </a:lnTo>
                  <a:lnTo>
                    <a:pt x="1348476" y="997867"/>
                  </a:lnTo>
                  <a:close/>
                  <a:moveTo>
                    <a:pt x="1271734" y="1052602"/>
                  </a:moveTo>
                  <a:lnTo>
                    <a:pt x="1284393" y="1056010"/>
                  </a:lnTo>
                  <a:lnTo>
                    <a:pt x="1290358" y="1059234"/>
                  </a:lnTo>
                  <a:close/>
                  <a:moveTo>
                    <a:pt x="1297607" y="1052602"/>
                  </a:moveTo>
                  <a:lnTo>
                    <a:pt x="1290358" y="1059234"/>
                  </a:lnTo>
                  <a:lnTo>
                    <a:pt x="1284393" y="1056010"/>
                  </a:lnTo>
                  <a:close/>
                  <a:moveTo>
                    <a:pt x="1271734" y="1052602"/>
                  </a:moveTo>
                  <a:lnTo>
                    <a:pt x="1290358" y="1059234"/>
                  </a:lnTo>
                  <a:lnTo>
                    <a:pt x="1303867" y="1040178"/>
                  </a:lnTo>
                  <a:close/>
                  <a:moveTo>
                    <a:pt x="1303867" y="1040178"/>
                  </a:moveTo>
                  <a:lnTo>
                    <a:pt x="1290358" y="1059234"/>
                  </a:lnTo>
                  <a:lnTo>
                    <a:pt x="1297607" y="1052602"/>
                  </a:lnTo>
                  <a:close/>
                  <a:moveTo>
                    <a:pt x="1329033" y="988632"/>
                  </a:moveTo>
                  <a:lnTo>
                    <a:pt x="1348476" y="997867"/>
                  </a:lnTo>
                  <a:lnTo>
                    <a:pt x="1359364" y="955560"/>
                  </a:lnTo>
                  <a:close/>
                  <a:moveTo>
                    <a:pt x="1303867" y="1040178"/>
                  </a:moveTo>
                  <a:lnTo>
                    <a:pt x="1348476" y="997867"/>
                  </a:lnTo>
                  <a:lnTo>
                    <a:pt x="1329033" y="988632"/>
                  </a:lnTo>
                  <a:close/>
                  <a:moveTo>
                    <a:pt x="1297607" y="1052602"/>
                  </a:moveTo>
                  <a:lnTo>
                    <a:pt x="1348476" y="997867"/>
                  </a:lnTo>
                  <a:lnTo>
                    <a:pt x="1303867" y="1040178"/>
                  </a:lnTo>
                  <a:close/>
                  <a:moveTo>
                    <a:pt x="1359364" y="955560"/>
                  </a:moveTo>
                  <a:lnTo>
                    <a:pt x="1348476" y="997867"/>
                  </a:lnTo>
                  <a:lnTo>
                    <a:pt x="1364142" y="970387"/>
                  </a:lnTo>
                  <a:close/>
                  <a:moveTo>
                    <a:pt x="1503408" y="868073"/>
                  </a:moveTo>
                  <a:lnTo>
                    <a:pt x="1446005" y="868654"/>
                  </a:lnTo>
                  <a:lnTo>
                    <a:pt x="1566357" y="824770"/>
                  </a:lnTo>
                  <a:close/>
                  <a:moveTo>
                    <a:pt x="1567579" y="772863"/>
                  </a:moveTo>
                  <a:lnTo>
                    <a:pt x="1549718" y="861399"/>
                  </a:lnTo>
                  <a:lnTo>
                    <a:pt x="1566357" y="824770"/>
                  </a:lnTo>
                  <a:close/>
                  <a:moveTo>
                    <a:pt x="1583188" y="794687"/>
                  </a:moveTo>
                  <a:lnTo>
                    <a:pt x="1566357" y="824770"/>
                  </a:lnTo>
                  <a:lnTo>
                    <a:pt x="1577250" y="811299"/>
                  </a:lnTo>
                  <a:close/>
                  <a:moveTo>
                    <a:pt x="1577250" y="811299"/>
                  </a:moveTo>
                  <a:lnTo>
                    <a:pt x="1595169" y="717290"/>
                  </a:lnTo>
                  <a:lnTo>
                    <a:pt x="1583188" y="794687"/>
                  </a:lnTo>
                  <a:close/>
                  <a:moveTo>
                    <a:pt x="1662096" y="487781"/>
                  </a:moveTo>
                  <a:lnTo>
                    <a:pt x="1598744" y="515454"/>
                  </a:lnTo>
                  <a:lnTo>
                    <a:pt x="1590763" y="608433"/>
                  </a:lnTo>
                  <a:close/>
                  <a:moveTo>
                    <a:pt x="1628182" y="202699"/>
                  </a:moveTo>
                  <a:lnTo>
                    <a:pt x="1619455" y="264742"/>
                  </a:lnTo>
                  <a:lnTo>
                    <a:pt x="1589572" y="265960"/>
                  </a:lnTo>
                  <a:close/>
                  <a:moveTo>
                    <a:pt x="1855558" y="93886"/>
                  </a:moveTo>
                  <a:lnTo>
                    <a:pt x="1850577" y="87390"/>
                  </a:lnTo>
                  <a:lnTo>
                    <a:pt x="1814571" y="119476"/>
                  </a:lnTo>
                  <a:close/>
                  <a:moveTo>
                    <a:pt x="1779189" y="95381"/>
                  </a:moveTo>
                  <a:lnTo>
                    <a:pt x="1800336" y="125826"/>
                  </a:lnTo>
                  <a:lnTo>
                    <a:pt x="1814571" y="119476"/>
                  </a:lnTo>
                  <a:close/>
                  <a:moveTo>
                    <a:pt x="1814571" y="119476"/>
                  </a:moveTo>
                  <a:lnTo>
                    <a:pt x="1887538" y="113625"/>
                  </a:lnTo>
                  <a:lnTo>
                    <a:pt x="1855558" y="93886"/>
                  </a:lnTo>
                  <a:close/>
                  <a:moveTo>
                    <a:pt x="1887538" y="113625"/>
                  </a:moveTo>
                  <a:lnTo>
                    <a:pt x="1935893" y="89168"/>
                  </a:lnTo>
                  <a:lnTo>
                    <a:pt x="1855558" y="93886"/>
                  </a:lnTo>
                  <a:close/>
                  <a:moveTo>
                    <a:pt x="1944675" y="87390"/>
                  </a:moveTo>
                  <a:lnTo>
                    <a:pt x="1935893" y="89168"/>
                  </a:lnTo>
                  <a:lnTo>
                    <a:pt x="2010866" y="80871"/>
                  </a:lnTo>
                  <a:close/>
                  <a:moveTo>
                    <a:pt x="1938368" y="88469"/>
                  </a:moveTo>
                  <a:lnTo>
                    <a:pt x="1855558" y="93886"/>
                  </a:lnTo>
                  <a:lnTo>
                    <a:pt x="1935893" y="89168"/>
                  </a:lnTo>
                  <a:close/>
                  <a:moveTo>
                    <a:pt x="1944675" y="87390"/>
                  </a:moveTo>
                  <a:lnTo>
                    <a:pt x="1938368" y="88469"/>
                  </a:lnTo>
                  <a:lnTo>
                    <a:pt x="1935893" y="89168"/>
                  </a:lnTo>
                  <a:close/>
                  <a:moveTo>
                    <a:pt x="2074033" y="101841"/>
                  </a:moveTo>
                  <a:lnTo>
                    <a:pt x="1944675" y="87390"/>
                  </a:lnTo>
                  <a:lnTo>
                    <a:pt x="2016869" y="83926"/>
                  </a:lnTo>
                  <a:close/>
                  <a:moveTo>
                    <a:pt x="1938368" y="88469"/>
                  </a:moveTo>
                  <a:lnTo>
                    <a:pt x="1944675" y="87390"/>
                  </a:lnTo>
                  <a:lnTo>
                    <a:pt x="2074033" y="101841"/>
                  </a:lnTo>
                  <a:close/>
                  <a:moveTo>
                    <a:pt x="2074033" y="101841"/>
                  </a:moveTo>
                  <a:lnTo>
                    <a:pt x="2143062" y="81268"/>
                  </a:lnTo>
                  <a:lnTo>
                    <a:pt x="2198211" y="72258"/>
                  </a:lnTo>
                  <a:close/>
                  <a:moveTo>
                    <a:pt x="2198211" y="72258"/>
                  </a:moveTo>
                  <a:lnTo>
                    <a:pt x="2143062" y="81268"/>
                  </a:lnTo>
                  <a:lnTo>
                    <a:pt x="2261224" y="29198"/>
                  </a:lnTo>
                  <a:close/>
                  <a:moveTo>
                    <a:pt x="2210169" y="48953"/>
                  </a:moveTo>
                  <a:lnTo>
                    <a:pt x="2276915" y="10517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198211" y="72258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261224" y="29198"/>
                  </a:lnTo>
                  <a:lnTo>
                    <a:pt x="2276915" y="1051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49" name="Candidate_density__2148">
              <a:extLst>
                <a:ext uri="{FF2B5EF4-FFF2-40B4-BE49-F238E27FC236}">
                  <a16:creationId xmlns:a16="http://schemas.microsoft.com/office/drawing/2014/main" id="{4ACCF692-8443-757D-557F-0A65B60B95C2}"/>
                </a:ext>
              </a:extLst>
            </p:cNvPr>
            <p:cNvSpPr>
              <a:spLocks noGrp="1"/>
            </p:cNvSpPr>
            <p:nvPr/>
          </p:nvSpPr>
          <p:spPr>
            <a:xfrm>
              <a:off x="3662437" y="1789649"/>
              <a:ext cx="2169432" cy="1139923"/>
            </a:xfrm>
            <a:custGeom>
              <a:avLst/>
              <a:gdLst/>
              <a:ahLst/>
              <a:cxnLst/>
              <a:rect l="0" t="0" r="0" b="0"/>
              <a:pathLst>
                <a:path w="2169432" h="1139923">
                  <a:moveTo>
                    <a:pt x="290054" y="1096055"/>
                  </a:moveTo>
                  <a:lnTo>
                    <a:pt x="223326" y="1071032"/>
                  </a:lnTo>
                  <a:lnTo>
                    <a:pt x="203111" y="1128980"/>
                  </a:lnTo>
                  <a:close/>
                  <a:moveTo>
                    <a:pt x="203111" y="1128980"/>
                  </a:moveTo>
                  <a:lnTo>
                    <a:pt x="276305" y="1114811"/>
                  </a:lnTo>
                  <a:lnTo>
                    <a:pt x="290054" y="1096055"/>
                  </a:lnTo>
                  <a:close/>
                  <a:moveTo>
                    <a:pt x="351923" y="1048715"/>
                  </a:moveTo>
                  <a:lnTo>
                    <a:pt x="225826" y="1071119"/>
                  </a:lnTo>
                  <a:lnTo>
                    <a:pt x="290054" y="1096055"/>
                  </a:lnTo>
                  <a:close/>
                  <a:moveTo>
                    <a:pt x="0" y="824386"/>
                  </a:moveTo>
                  <a:lnTo>
                    <a:pt x="62822" y="803788"/>
                  </a:lnTo>
                  <a:lnTo>
                    <a:pt x="28826" y="809710"/>
                  </a:lnTo>
                  <a:close/>
                  <a:moveTo>
                    <a:pt x="290054" y="1096055"/>
                  </a:moveTo>
                  <a:lnTo>
                    <a:pt x="276305" y="1114811"/>
                  </a:lnTo>
                  <a:lnTo>
                    <a:pt x="301484" y="1109596"/>
                  </a:lnTo>
                  <a:close/>
                  <a:moveTo>
                    <a:pt x="301484" y="1109596"/>
                  </a:moveTo>
                  <a:lnTo>
                    <a:pt x="351923" y="1048715"/>
                  </a:lnTo>
                  <a:lnTo>
                    <a:pt x="290054" y="1096055"/>
                  </a:lnTo>
                  <a:close/>
                  <a:moveTo>
                    <a:pt x="301484" y="1109596"/>
                  </a:moveTo>
                  <a:lnTo>
                    <a:pt x="406392" y="1084900"/>
                  </a:lnTo>
                  <a:lnTo>
                    <a:pt x="351923" y="1048715"/>
                  </a:lnTo>
                  <a:close/>
                  <a:moveTo>
                    <a:pt x="351923" y="1048715"/>
                  </a:moveTo>
                  <a:lnTo>
                    <a:pt x="406392" y="1084900"/>
                  </a:lnTo>
                  <a:lnTo>
                    <a:pt x="362949" y="1032595"/>
                  </a:lnTo>
                  <a:close/>
                  <a:moveTo>
                    <a:pt x="362949" y="1032595"/>
                  </a:moveTo>
                  <a:lnTo>
                    <a:pt x="406392" y="1084900"/>
                  </a:lnTo>
                  <a:lnTo>
                    <a:pt x="437405" y="1076374"/>
                  </a:lnTo>
                  <a:close/>
                  <a:moveTo>
                    <a:pt x="362949" y="1032595"/>
                  </a:moveTo>
                  <a:lnTo>
                    <a:pt x="437405" y="1076374"/>
                  </a:lnTo>
                  <a:lnTo>
                    <a:pt x="442805" y="994159"/>
                  </a:lnTo>
                  <a:close/>
                  <a:moveTo>
                    <a:pt x="406392" y="1084900"/>
                  </a:moveTo>
                  <a:lnTo>
                    <a:pt x="433876" y="1139923"/>
                  </a:lnTo>
                  <a:lnTo>
                    <a:pt x="437405" y="1076374"/>
                  </a:lnTo>
                  <a:close/>
                  <a:moveTo>
                    <a:pt x="372651" y="626862"/>
                  </a:moveTo>
                  <a:lnTo>
                    <a:pt x="431958" y="670640"/>
                  </a:lnTo>
                  <a:lnTo>
                    <a:pt x="470955" y="588425"/>
                  </a:lnTo>
                  <a:close/>
                  <a:moveTo>
                    <a:pt x="579177" y="632204"/>
                  </a:moveTo>
                  <a:lnTo>
                    <a:pt x="527456" y="646700"/>
                  </a:lnTo>
                  <a:lnTo>
                    <a:pt x="536487" y="739451"/>
                  </a:lnTo>
                  <a:close/>
                  <a:moveTo>
                    <a:pt x="470955" y="588425"/>
                  </a:moveTo>
                  <a:lnTo>
                    <a:pt x="527456" y="646700"/>
                  </a:lnTo>
                  <a:lnTo>
                    <a:pt x="478241" y="586619"/>
                  </a:lnTo>
                  <a:close/>
                  <a:moveTo>
                    <a:pt x="470955" y="588425"/>
                  </a:moveTo>
                  <a:lnTo>
                    <a:pt x="431958" y="670640"/>
                  </a:lnTo>
                  <a:lnTo>
                    <a:pt x="527456" y="646700"/>
                  </a:lnTo>
                  <a:close/>
                  <a:moveTo>
                    <a:pt x="579177" y="632204"/>
                  </a:moveTo>
                  <a:lnTo>
                    <a:pt x="610605" y="597761"/>
                  </a:lnTo>
                  <a:lnTo>
                    <a:pt x="527456" y="646700"/>
                  </a:lnTo>
                  <a:close/>
                  <a:moveTo>
                    <a:pt x="475058" y="584833"/>
                  </a:moveTo>
                  <a:lnTo>
                    <a:pt x="470955" y="588425"/>
                  </a:lnTo>
                  <a:lnTo>
                    <a:pt x="478241" y="586619"/>
                  </a:lnTo>
                  <a:close/>
                  <a:moveTo>
                    <a:pt x="872440" y="758198"/>
                  </a:moveTo>
                  <a:lnTo>
                    <a:pt x="924046" y="718488"/>
                  </a:lnTo>
                  <a:lnTo>
                    <a:pt x="850417" y="766100"/>
                  </a:lnTo>
                  <a:close/>
                  <a:moveTo>
                    <a:pt x="850417" y="766100"/>
                  </a:moveTo>
                  <a:lnTo>
                    <a:pt x="866957" y="783699"/>
                  </a:lnTo>
                  <a:lnTo>
                    <a:pt x="872440" y="758198"/>
                  </a:lnTo>
                  <a:close/>
                  <a:moveTo>
                    <a:pt x="579177" y="632204"/>
                  </a:moveTo>
                  <a:lnTo>
                    <a:pt x="667669" y="693395"/>
                  </a:lnTo>
                  <a:lnTo>
                    <a:pt x="636150" y="618926"/>
                  </a:lnTo>
                  <a:close/>
                  <a:moveTo>
                    <a:pt x="667669" y="693395"/>
                  </a:moveTo>
                  <a:lnTo>
                    <a:pt x="726893" y="605746"/>
                  </a:lnTo>
                  <a:lnTo>
                    <a:pt x="636150" y="618926"/>
                  </a:lnTo>
                  <a:close/>
                  <a:moveTo>
                    <a:pt x="610605" y="597761"/>
                  </a:moveTo>
                  <a:lnTo>
                    <a:pt x="579177" y="632204"/>
                  </a:lnTo>
                  <a:lnTo>
                    <a:pt x="636150" y="618926"/>
                  </a:lnTo>
                  <a:close/>
                  <a:moveTo>
                    <a:pt x="1604079" y="577531"/>
                  </a:moveTo>
                  <a:lnTo>
                    <a:pt x="1566474" y="604452"/>
                  </a:lnTo>
                  <a:lnTo>
                    <a:pt x="1619085" y="569164"/>
                  </a:lnTo>
                  <a:close/>
                  <a:moveTo>
                    <a:pt x="1560442" y="522237"/>
                  </a:moveTo>
                  <a:lnTo>
                    <a:pt x="1604079" y="577531"/>
                  </a:lnTo>
                  <a:lnTo>
                    <a:pt x="1618738" y="566015"/>
                  </a:lnTo>
                  <a:close/>
                  <a:moveTo>
                    <a:pt x="1604079" y="577531"/>
                  </a:moveTo>
                  <a:lnTo>
                    <a:pt x="1619085" y="569164"/>
                  </a:lnTo>
                  <a:lnTo>
                    <a:pt x="1618738" y="566015"/>
                  </a:lnTo>
                  <a:close/>
                  <a:moveTo>
                    <a:pt x="1619085" y="569164"/>
                  </a:moveTo>
                  <a:lnTo>
                    <a:pt x="1678161" y="617395"/>
                  </a:lnTo>
                  <a:lnTo>
                    <a:pt x="1618738" y="566015"/>
                  </a:lnTo>
                  <a:close/>
                  <a:moveTo>
                    <a:pt x="1618216" y="483801"/>
                  </a:moveTo>
                  <a:lnTo>
                    <a:pt x="1618738" y="566015"/>
                  </a:lnTo>
                  <a:lnTo>
                    <a:pt x="1678472" y="527579"/>
                  </a:lnTo>
                  <a:close/>
                  <a:moveTo>
                    <a:pt x="1618216" y="483801"/>
                  </a:moveTo>
                  <a:lnTo>
                    <a:pt x="1678472" y="527579"/>
                  </a:lnTo>
                  <a:lnTo>
                    <a:pt x="1681955" y="445364"/>
                  </a:lnTo>
                  <a:close/>
                  <a:moveTo>
                    <a:pt x="1681955" y="445364"/>
                  </a:moveTo>
                  <a:lnTo>
                    <a:pt x="1704933" y="396278"/>
                  </a:lnTo>
                  <a:lnTo>
                    <a:pt x="1646802" y="401585"/>
                  </a:lnTo>
                  <a:close/>
                  <a:moveTo>
                    <a:pt x="1761835" y="393823"/>
                  </a:moveTo>
                  <a:lnTo>
                    <a:pt x="1681955" y="445364"/>
                  </a:lnTo>
                  <a:lnTo>
                    <a:pt x="1760041" y="406928"/>
                  </a:lnTo>
                  <a:close/>
                  <a:moveTo>
                    <a:pt x="1761835" y="393823"/>
                  </a:moveTo>
                  <a:lnTo>
                    <a:pt x="1704933" y="396278"/>
                  </a:lnTo>
                  <a:lnTo>
                    <a:pt x="1681955" y="445364"/>
                  </a:lnTo>
                  <a:close/>
                  <a:moveTo>
                    <a:pt x="1700836" y="280934"/>
                  </a:moveTo>
                  <a:lnTo>
                    <a:pt x="1768915" y="324712"/>
                  </a:lnTo>
                  <a:lnTo>
                    <a:pt x="1771655" y="242497"/>
                  </a:lnTo>
                  <a:close/>
                  <a:moveTo>
                    <a:pt x="1761835" y="393823"/>
                  </a:moveTo>
                  <a:lnTo>
                    <a:pt x="1772458" y="401141"/>
                  </a:lnTo>
                  <a:lnTo>
                    <a:pt x="1768915" y="324712"/>
                  </a:lnTo>
                  <a:close/>
                  <a:moveTo>
                    <a:pt x="1771655" y="242497"/>
                  </a:moveTo>
                  <a:lnTo>
                    <a:pt x="1854845" y="247710"/>
                  </a:lnTo>
                  <a:lnTo>
                    <a:pt x="1816661" y="225612"/>
                  </a:lnTo>
                  <a:close/>
                  <a:moveTo>
                    <a:pt x="1838281" y="286276"/>
                  </a:moveTo>
                  <a:lnTo>
                    <a:pt x="1854845" y="247710"/>
                  </a:lnTo>
                  <a:lnTo>
                    <a:pt x="1771655" y="242497"/>
                  </a:lnTo>
                  <a:close/>
                  <a:moveTo>
                    <a:pt x="1768915" y="324712"/>
                  </a:moveTo>
                  <a:lnTo>
                    <a:pt x="1838281" y="286276"/>
                  </a:lnTo>
                  <a:lnTo>
                    <a:pt x="1771655" y="242497"/>
                  </a:lnTo>
                  <a:close/>
                  <a:moveTo>
                    <a:pt x="1874543" y="204061"/>
                  </a:moveTo>
                  <a:lnTo>
                    <a:pt x="1842119" y="121846"/>
                  </a:lnTo>
                  <a:lnTo>
                    <a:pt x="1816661" y="225612"/>
                  </a:lnTo>
                  <a:close/>
                  <a:moveTo>
                    <a:pt x="1842119" y="121846"/>
                  </a:moveTo>
                  <a:lnTo>
                    <a:pt x="1807941" y="132609"/>
                  </a:lnTo>
                  <a:lnTo>
                    <a:pt x="1816661" y="225612"/>
                  </a:lnTo>
                  <a:close/>
                  <a:moveTo>
                    <a:pt x="1816661" y="225612"/>
                  </a:moveTo>
                  <a:lnTo>
                    <a:pt x="1854845" y="247710"/>
                  </a:lnTo>
                  <a:lnTo>
                    <a:pt x="1874543" y="204061"/>
                  </a:lnTo>
                  <a:close/>
                  <a:moveTo>
                    <a:pt x="1854845" y="247710"/>
                  </a:moveTo>
                  <a:lnTo>
                    <a:pt x="1894584" y="262354"/>
                  </a:lnTo>
                  <a:lnTo>
                    <a:pt x="1874543" y="204061"/>
                  </a:lnTo>
                  <a:close/>
                  <a:moveTo>
                    <a:pt x="1874543" y="204061"/>
                  </a:moveTo>
                  <a:lnTo>
                    <a:pt x="1924065" y="247839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874543" y="204061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931459" y="165624"/>
                  </a:lnTo>
                  <a:lnTo>
                    <a:pt x="1929472" y="83409"/>
                  </a:lnTo>
                  <a:close/>
                  <a:moveTo>
                    <a:pt x="1938619" y="67065"/>
                  </a:moveTo>
                  <a:lnTo>
                    <a:pt x="1842119" y="121846"/>
                  </a:lnTo>
                  <a:lnTo>
                    <a:pt x="1929472" y="83409"/>
                  </a:lnTo>
                  <a:close/>
                  <a:moveTo>
                    <a:pt x="1929472" y="83409"/>
                  </a:moveTo>
                  <a:lnTo>
                    <a:pt x="2009561" y="117106"/>
                  </a:lnTo>
                  <a:lnTo>
                    <a:pt x="1956446" y="72470"/>
                  </a:lnTo>
                  <a:close/>
                  <a:moveTo>
                    <a:pt x="1938619" y="67065"/>
                  </a:moveTo>
                  <a:lnTo>
                    <a:pt x="1929472" y="83409"/>
                  </a:lnTo>
                  <a:lnTo>
                    <a:pt x="1956446" y="72470"/>
                  </a:lnTo>
                  <a:close/>
                  <a:moveTo>
                    <a:pt x="2056659" y="14540"/>
                  </a:moveTo>
                  <a:lnTo>
                    <a:pt x="1956446" y="72470"/>
                  </a:lnTo>
                  <a:lnTo>
                    <a:pt x="2027597" y="44973"/>
                  </a:lnTo>
                  <a:close/>
                  <a:moveTo>
                    <a:pt x="1938619" y="67065"/>
                  </a:moveTo>
                  <a:lnTo>
                    <a:pt x="1956446" y="72470"/>
                  </a:lnTo>
                  <a:lnTo>
                    <a:pt x="2056659" y="14540"/>
                  </a:lnTo>
                  <a:close/>
                  <a:moveTo>
                    <a:pt x="1956446" y="72470"/>
                  </a:moveTo>
                  <a:lnTo>
                    <a:pt x="2009561" y="117106"/>
                  </a:lnTo>
                  <a:lnTo>
                    <a:pt x="2027597" y="44973"/>
                  </a:lnTo>
                  <a:close/>
                  <a:moveTo>
                    <a:pt x="2119994" y="100192"/>
                  </a:moveTo>
                  <a:lnTo>
                    <a:pt x="2169432" y="20500"/>
                  </a:lnTo>
                  <a:lnTo>
                    <a:pt x="2082907" y="30251"/>
                  </a:lnTo>
                  <a:close/>
                  <a:moveTo>
                    <a:pt x="2056659" y="14540"/>
                  </a:moveTo>
                  <a:lnTo>
                    <a:pt x="2027597" y="44973"/>
                  </a:lnTo>
                  <a:lnTo>
                    <a:pt x="2082907" y="30251"/>
                  </a:lnTo>
                  <a:close/>
                  <a:moveTo>
                    <a:pt x="2082907" y="30251"/>
                  </a:moveTo>
                  <a:lnTo>
                    <a:pt x="2127301" y="0"/>
                  </a:lnTo>
                  <a:lnTo>
                    <a:pt x="2056659" y="14540"/>
                  </a:lnTo>
                  <a:close/>
                  <a:moveTo>
                    <a:pt x="2082907" y="30251"/>
                  </a:moveTo>
                  <a:lnTo>
                    <a:pt x="2169432" y="20500"/>
                  </a:lnTo>
                  <a:lnTo>
                    <a:pt x="2127301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50" name="Candidate_density__2149">
              <a:extLst>
                <a:ext uri="{FF2B5EF4-FFF2-40B4-BE49-F238E27FC236}">
                  <a16:creationId xmlns:a16="http://schemas.microsoft.com/office/drawing/2014/main" id="{1DC9B6E4-B574-6A21-23E4-A6EF585C310F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342705" cy="1562834"/>
            </a:xfrm>
            <a:custGeom>
              <a:avLst/>
              <a:gdLst/>
              <a:ahLst/>
              <a:cxnLst/>
              <a:rect l="0" t="0" r="0" b="0"/>
              <a:pathLst>
                <a:path w="2342705" h="1562834">
                  <a:moveTo>
                    <a:pt x="229622" y="1344776"/>
                  </a:moveTo>
                  <a:lnTo>
                    <a:pt x="305792" y="1434999"/>
                  </a:lnTo>
                  <a:lnTo>
                    <a:pt x="310983" y="1409570"/>
                  </a:lnTo>
                  <a:close/>
                  <a:moveTo>
                    <a:pt x="305792" y="1434999"/>
                  </a:moveTo>
                  <a:lnTo>
                    <a:pt x="334755" y="1426991"/>
                  </a:lnTo>
                  <a:lnTo>
                    <a:pt x="310983" y="1409570"/>
                  </a:lnTo>
                  <a:close/>
                  <a:moveTo>
                    <a:pt x="459224" y="1470770"/>
                  </a:moveTo>
                  <a:lnTo>
                    <a:pt x="426507" y="1562834"/>
                  </a:lnTo>
                  <a:lnTo>
                    <a:pt x="459705" y="1471757"/>
                  </a:lnTo>
                  <a:close/>
                  <a:moveTo>
                    <a:pt x="459224" y="1470770"/>
                  </a:moveTo>
                  <a:lnTo>
                    <a:pt x="384257" y="1509206"/>
                  </a:lnTo>
                  <a:lnTo>
                    <a:pt x="426507" y="1562834"/>
                  </a:lnTo>
                  <a:close/>
                  <a:moveTo>
                    <a:pt x="422125" y="1401015"/>
                  </a:moveTo>
                  <a:lnTo>
                    <a:pt x="310983" y="1409570"/>
                  </a:lnTo>
                  <a:lnTo>
                    <a:pt x="334755" y="1426991"/>
                  </a:lnTo>
                  <a:close/>
                  <a:moveTo>
                    <a:pt x="35503" y="1000365"/>
                  </a:moveTo>
                  <a:lnTo>
                    <a:pt x="20441" y="984748"/>
                  </a:lnTo>
                  <a:lnTo>
                    <a:pt x="65334" y="1059694"/>
                  </a:lnTo>
                  <a:close/>
                  <a:moveTo>
                    <a:pt x="65334" y="1059694"/>
                  </a:moveTo>
                  <a:lnTo>
                    <a:pt x="20441" y="984748"/>
                  </a:lnTo>
                  <a:lnTo>
                    <a:pt x="0" y="1015916"/>
                  </a:lnTo>
                  <a:close/>
                  <a:moveTo>
                    <a:pt x="20441" y="984748"/>
                  </a:moveTo>
                  <a:lnTo>
                    <a:pt x="26261" y="965813"/>
                  </a:lnTo>
                  <a:lnTo>
                    <a:pt x="0" y="1015916"/>
                  </a:lnTo>
                  <a:close/>
                  <a:moveTo>
                    <a:pt x="0" y="1015916"/>
                  </a:moveTo>
                  <a:lnTo>
                    <a:pt x="26261" y="965813"/>
                  </a:lnTo>
                  <a:lnTo>
                    <a:pt x="34183" y="895264"/>
                  </a:lnTo>
                  <a:close/>
                  <a:moveTo>
                    <a:pt x="459705" y="1471757"/>
                  </a:moveTo>
                  <a:lnTo>
                    <a:pt x="533196" y="1432333"/>
                  </a:lnTo>
                  <a:lnTo>
                    <a:pt x="460204" y="1470150"/>
                  </a:lnTo>
                  <a:close/>
                  <a:moveTo>
                    <a:pt x="533196" y="1432333"/>
                  </a:moveTo>
                  <a:lnTo>
                    <a:pt x="455511" y="1373873"/>
                  </a:lnTo>
                  <a:lnTo>
                    <a:pt x="453220" y="1388555"/>
                  </a:lnTo>
                  <a:close/>
                  <a:moveTo>
                    <a:pt x="459134" y="1469622"/>
                  </a:moveTo>
                  <a:lnTo>
                    <a:pt x="460204" y="1470150"/>
                  </a:lnTo>
                  <a:lnTo>
                    <a:pt x="533196" y="1432333"/>
                  </a:lnTo>
                  <a:close/>
                  <a:moveTo>
                    <a:pt x="453220" y="1388555"/>
                  </a:moveTo>
                  <a:lnTo>
                    <a:pt x="459134" y="1469622"/>
                  </a:lnTo>
                  <a:lnTo>
                    <a:pt x="533196" y="1432333"/>
                  </a:lnTo>
                  <a:close/>
                  <a:moveTo>
                    <a:pt x="304812" y="1035427"/>
                  </a:moveTo>
                  <a:lnTo>
                    <a:pt x="329322" y="1047728"/>
                  </a:lnTo>
                  <a:lnTo>
                    <a:pt x="378007" y="1021258"/>
                  </a:lnTo>
                  <a:close/>
                  <a:moveTo>
                    <a:pt x="115740" y="806497"/>
                  </a:moveTo>
                  <a:lnTo>
                    <a:pt x="124840" y="774613"/>
                  </a:lnTo>
                  <a:lnTo>
                    <a:pt x="94449" y="813049"/>
                  </a:lnTo>
                  <a:close/>
                  <a:moveTo>
                    <a:pt x="475876" y="1065036"/>
                  </a:moveTo>
                  <a:lnTo>
                    <a:pt x="535578" y="1046370"/>
                  </a:lnTo>
                  <a:lnTo>
                    <a:pt x="465551" y="1065433"/>
                  </a:lnTo>
                  <a:close/>
                  <a:moveTo>
                    <a:pt x="465551" y="1065433"/>
                  </a:moveTo>
                  <a:lnTo>
                    <a:pt x="466446" y="1066554"/>
                  </a:lnTo>
                  <a:lnTo>
                    <a:pt x="475876" y="1065036"/>
                  </a:lnTo>
                  <a:close/>
                  <a:moveTo>
                    <a:pt x="466446" y="1066554"/>
                  </a:moveTo>
                  <a:lnTo>
                    <a:pt x="465551" y="1065433"/>
                  </a:lnTo>
                  <a:lnTo>
                    <a:pt x="463167" y="1065036"/>
                  </a:lnTo>
                  <a:close/>
                  <a:moveTo>
                    <a:pt x="164524" y="710235"/>
                  </a:moveTo>
                  <a:lnTo>
                    <a:pt x="124840" y="774613"/>
                  </a:lnTo>
                  <a:lnTo>
                    <a:pt x="154412" y="735887"/>
                  </a:lnTo>
                  <a:close/>
                  <a:moveTo>
                    <a:pt x="210591" y="667272"/>
                  </a:moveTo>
                  <a:lnTo>
                    <a:pt x="164524" y="710235"/>
                  </a:lnTo>
                  <a:lnTo>
                    <a:pt x="154412" y="735887"/>
                  </a:lnTo>
                  <a:close/>
                  <a:moveTo>
                    <a:pt x="802703" y="1273387"/>
                  </a:moveTo>
                  <a:lnTo>
                    <a:pt x="730555" y="1191030"/>
                  </a:lnTo>
                  <a:lnTo>
                    <a:pt x="697636" y="1198121"/>
                  </a:lnTo>
                  <a:close/>
                  <a:moveTo>
                    <a:pt x="697636" y="1198121"/>
                  </a:moveTo>
                  <a:lnTo>
                    <a:pt x="635530" y="1108815"/>
                  </a:lnTo>
                  <a:lnTo>
                    <a:pt x="571076" y="1140329"/>
                  </a:lnTo>
                  <a:close/>
                  <a:moveTo>
                    <a:pt x="697636" y="1198121"/>
                  </a:moveTo>
                  <a:lnTo>
                    <a:pt x="571076" y="1140329"/>
                  </a:lnTo>
                  <a:lnTo>
                    <a:pt x="610304" y="1208529"/>
                  </a:lnTo>
                  <a:close/>
                  <a:moveTo>
                    <a:pt x="697636" y="1198121"/>
                  </a:moveTo>
                  <a:lnTo>
                    <a:pt x="730555" y="1191030"/>
                  </a:lnTo>
                  <a:lnTo>
                    <a:pt x="696256" y="1153258"/>
                  </a:lnTo>
                  <a:close/>
                  <a:moveTo>
                    <a:pt x="475876" y="1065036"/>
                  </a:moveTo>
                  <a:lnTo>
                    <a:pt x="599006" y="1068315"/>
                  </a:lnTo>
                  <a:lnTo>
                    <a:pt x="579219" y="1026600"/>
                  </a:lnTo>
                  <a:close/>
                  <a:moveTo>
                    <a:pt x="571076" y="1140329"/>
                  </a:moveTo>
                  <a:lnTo>
                    <a:pt x="635530" y="1108815"/>
                  </a:lnTo>
                  <a:lnTo>
                    <a:pt x="599006" y="1068315"/>
                  </a:lnTo>
                  <a:close/>
                  <a:moveTo>
                    <a:pt x="580066" y="997501"/>
                  </a:moveTo>
                  <a:lnTo>
                    <a:pt x="475876" y="1065036"/>
                  </a:lnTo>
                  <a:lnTo>
                    <a:pt x="579219" y="1026600"/>
                  </a:lnTo>
                  <a:close/>
                  <a:moveTo>
                    <a:pt x="580066" y="997501"/>
                  </a:moveTo>
                  <a:lnTo>
                    <a:pt x="582115" y="944385"/>
                  </a:lnTo>
                  <a:lnTo>
                    <a:pt x="539106" y="982821"/>
                  </a:lnTo>
                  <a:close/>
                  <a:moveTo>
                    <a:pt x="279130" y="615524"/>
                  </a:moveTo>
                  <a:lnTo>
                    <a:pt x="284983" y="651179"/>
                  </a:lnTo>
                  <a:lnTo>
                    <a:pt x="258974" y="632966"/>
                  </a:lnTo>
                  <a:close/>
                  <a:moveTo>
                    <a:pt x="321321" y="587410"/>
                  </a:moveTo>
                  <a:lnTo>
                    <a:pt x="279130" y="615524"/>
                  </a:lnTo>
                  <a:lnTo>
                    <a:pt x="357674" y="592083"/>
                  </a:lnTo>
                  <a:close/>
                  <a:moveTo>
                    <a:pt x="443112" y="583215"/>
                  </a:moveTo>
                  <a:lnTo>
                    <a:pt x="357674" y="592083"/>
                  </a:lnTo>
                  <a:lnTo>
                    <a:pt x="451650" y="580830"/>
                  </a:lnTo>
                  <a:close/>
                  <a:moveTo>
                    <a:pt x="357674" y="592083"/>
                  </a:moveTo>
                  <a:lnTo>
                    <a:pt x="382992" y="602785"/>
                  </a:lnTo>
                  <a:lnTo>
                    <a:pt x="451650" y="580830"/>
                  </a:lnTo>
                  <a:close/>
                  <a:moveTo>
                    <a:pt x="443112" y="583215"/>
                  </a:moveTo>
                  <a:lnTo>
                    <a:pt x="451650" y="580830"/>
                  </a:lnTo>
                  <a:lnTo>
                    <a:pt x="526902" y="583529"/>
                  </a:lnTo>
                  <a:close/>
                  <a:moveTo>
                    <a:pt x="1262537" y="1443017"/>
                  </a:moveTo>
                  <a:lnTo>
                    <a:pt x="1248576" y="1360803"/>
                  </a:lnTo>
                  <a:lnTo>
                    <a:pt x="1272458" y="1481454"/>
                  </a:lnTo>
                  <a:close/>
                  <a:moveTo>
                    <a:pt x="1229519" y="1278587"/>
                  </a:moveTo>
                  <a:lnTo>
                    <a:pt x="1192876" y="1317024"/>
                  </a:lnTo>
                  <a:lnTo>
                    <a:pt x="1248576" y="1360803"/>
                  </a:lnTo>
                  <a:close/>
                  <a:moveTo>
                    <a:pt x="513553" y="626040"/>
                  </a:moveTo>
                  <a:lnTo>
                    <a:pt x="526902" y="583529"/>
                  </a:lnTo>
                  <a:lnTo>
                    <a:pt x="451650" y="580830"/>
                  </a:lnTo>
                  <a:close/>
                  <a:moveTo>
                    <a:pt x="513553" y="626040"/>
                  </a:moveTo>
                  <a:lnTo>
                    <a:pt x="581104" y="631715"/>
                  </a:lnTo>
                  <a:lnTo>
                    <a:pt x="526902" y="583529"/>
                  </a:lnTo>
                  <a:close/>
                  <a:moveTo>
                    <a:pt x="581104" y="631715"/>
                  </a:moveTo>
                  <a:lnTo>
                    <a:pt x="533660" y="577088"/>
                  </a:lnTo>
                  <a:lnTo>
                    <a:pt x="526902" y="583529"/>
                  </a:lnTo>
                  <a:close/>
                  <a:moveTo>
                    <a:pt x="629158" y="553148"/>
                  </a:moveTo>
                  <a:lnTo>
                    <a:pt x="533660" y="577088"/>
                  </a:lnTo>
                  <a:lnTo>
                    <a:pt x="581104" y="631715"/>
                  </a:lnTo>
                  <a:close/>
                  <a:moveTo>
                    <a:pt x="638188" y="645898"/>
                  </a:moveTo>
                  <a:lnTo>
                    <a:pt x="629158" y="553148"/>
                  </a:lnTo>
                  <a:lnTo>
                    <a:pt x="581104" y="631715"/>
                  </a:lnTo>
                  <a:close/>
                  <a:moveTo>
                    <a:pt x="699429" y="620867"/>
                  </a:moveTo>
                  <a:lnTo>
                    <a:pt x="680878" y="538651"/>
                  </a:lnTo>
                  <a:lnTo>
                    <a:pt x="638188" y="645898"/>
                  </a:lnTo>
                  <a:close/>
                  <a:moveTo>
                    <a:pt x="1229519" y="1278587"/>
                  </a:moveTo>
                  <a:lnTo>
                    <a:pt x="1361337" y="1322366"/>
                  </a:lnTo>
                  <a:lnTo>
                    <a:pt x="1338929" y="1240498"/>
                  </a:lnTo>
                  <a:close/>
                  <a:moveTo>
                    <a:pt x="1341033" y="1240151"/>
                  </a:moveTo>
                  <a:lnTo>
                    <a:pt x="1338929" y="1240498"/>
                  </a:lnTo>
                  <a:lnTo>
                    <a:pt x="1361250" y="1322010"/>
                  </a:lnTo>
                  <a:close/>
                  <a:moveTo>
                    <a:pt x="963670" y="746860"/>
                  </a:moveTo>
                  <a:lnTo>
                    <a:pt x="916680" y="785297"/>
                  </a:lnTo>
                  <a:lnTo>
                    <a:pt x="981881" y="829075"/>
                  </a:lnTo>
                  <a:close/>
                  <a:moveTo>
                    <a:pt x="699429" y="620867"/>
                  </a:moveTo>
                  <a:lnTo>
                    <a:pt x="756659" y="670031"/>
                  </a:lnTo>
                  <a:lnTo>
                    <a:pt x="769370" y="599842"/>
                  </a:lnTo>
                  <a:close/>
                  <a:moveTo>
                    <a:pt x="756659" y="670031"/>
                  </a:moveTo>
                  <a:lnTo>
                    <a:pt x="864702" y="582430"/>
                  </a:lnTo>
                  <a:lnTo>
                    <a:pt x="769370" y="599842"/>
                  </a:lnTo>
                  <a:close/>
                  <a:moveTo>
                    <a:pt x="865484" y="583053"/>
                  </a:moveTo>
                  <a:lnTo>
                    <a:pt x="864702" y="582430"/>
                  </a:lnTo>
                  <a:lnTo>
                    <a:pt x="756659" y="670031"/>
                  </a:lnTo>
                  <a:close/>
                  <a:moveTo>
                    <a:pt x="864702" y="582430"/>
                  </a:moveTo>
                  <a:lnTo>
                    <a:pt x="865138" y="581757"/>
                  </a:lnTo>
                  <a:lnTo>
                    <a:pt x="769370" y="599842"/>
                  </a:lnTo>
                  <a:close/>
                  <a:moveTo>
                    <a:pt x="1341033" y="1240151"/>
                  </a:moveTo>
                  <a:lnTo>
                    <a:pt x="1361357" y="1322357"/>
                  </a:lnTo>
                  <a:lnTo>
                    <a:pt x="1419095" y="1283929"/>
                  </a:lnTo>
                  <a:close/>
                  <a:moveTo>
                    <a:pt x="1541739" y="1224310"/>
                  </a:moveTo>
                  <a:lnTo>
                    <a:pt x="1495712" y="1234221"/>
                  </a:lnTo>
                  <a:lnTo>
                    <a:pt x="1498903" y="1201715"/>
                  </a:lnTo>
                  <a:close/>
                  <a:moveTo>
                    <a:pt x="963670" y="746860"/>
                  </a:moveTo>
                  <a:lnTo>
                    <a:pt x="981881" y="829075"/>
                  </a:lnTo>
                  <a:lnTo>
                    <a:pt x="1006764" y="790639"/>
                  </a:lnTo>
                  <a:close/>
                  <a:moveTo>
                    <a:pt x="864702" y="582430"/>
                  </a:moveTo>
                  <a:lnTo>
                    <a:pt x="865484" y="583053"/>
                  </a:lnTo>
                  <a:lnTo>
                    <a:pt x="865465" y="582311"/>
                  </a:lnTo>
                  <a:close/>
                  <a:moveTo>
                    <a:pt x="865138" y="581757"/>
                  </a:moveTo>
                  <a:lnTo>
                    <a:pt x="864702" y="582430"/>
                  </a:lnTo>
                  <a:lnTo>
                    <a:pt x="865465" y="582311"/>
                  </a:lnTo>
                  <a:close/>
                  <a:moveTo>
                    <a:pt x="865465" y="582311"/>
                  </a:moveTo>
                  <a:lnTo>
                    <a:pt x="865484" y="583053"/>
                  </a:lnTo>
                  <a:lnTo>
                    <a:pt x="866240" y="582430"/>
                  </a:lnTo>
                  <a:close/>
                  <a:moveTo>
                    <a:pt x="865465" y="582311"/>
                  </a:moveTo>
                  <a:lnTo>
                    <a:pt x="866240" y="582430"/>
                  </a:lnTo>
                  <a:lnTo>
                    <a:pt x="865138" y="581757"/>
                  </a:lnTo>
                  <a:close/>
                  <a:moveTo>
                    <a:pt x="1498903" y="1201715"/>
                  </a:moveTo>
                  <a:lnTo>
                    <a:pt x="1580597" y="1265303"/>
                  </a:lnTo>
                  <a:lnTo>
                    <a:pt x="1541739" y="1224310"/>
                  </a:lnTo>
                  <a:close/>
                  <a:moveTo>
                    <a:pt x="1552409" y="1201715"/>
                  </a:moveTo>
                  <a:lnTo>
                    <a:pt x="1663726" y="1186539"/>
                  </a:lnTo>
                  <a:lnTo>
                    <a:pt x="1647149" y="1163278"/>
                  </a:lnTo>
                  <a:close/>
                  <a:moveTo>
                    <a:pt x="1552409" y="1201715"/>
                  </a:moveTo>
                  <a:lnTo>
                    <a:pt x="1541739" y="1224310"/>
                  </a:lnTo>
                  <a:lnTo>
                    <a:pt x="1580597" y="1265303"/>
                  </a:lnTo>
                  <a:close/>
                  <a:moveTo>
                    <a:pt x="1539253" y="1098730"/>
                  </a:moveTo>
                  <a:lnTo>
                    <a:pt x="1498903" y="1201715"/>
                  </a:lnTo>
                  <a:lnTo>
                    <a:pt x="1529928" y="1180149"/>
                  </a:lnTo>
                  <a:close/>
                  <a:moveTo>
                    <a:pt x="1647149" y="1163278"/>
                  </a:moveTo>
                  <a:lnTo>
                    <a:pt x="1649243" y="1132387"/>
                  </a:lnTo>
                  <a:lnTo>
                    <a:pt x="1552409" y="1201715"/>
                  </a:lnTo>
                  <a:close/>
                  <a:moveTo>
                    <a:pt x="1552409" y="1201715"/>
                  </a:moveTo>
                  <a:lnTo>
                    <a:pt x="1649243" y="1132387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49243" y="1132387"/>
                  </a:lnTo>
                  <a:lnTo>
                    <a:pt x="1630090" y="1085474"/>
                  </a:lnTo>
                  <a:close/>
                  <a:moveTo>
                    <a:pt x="1552409" y="1201715"/>
                  </a:moveTo>
                  <a:lnTo>
                    <a:pt x="1539253" y="1098730"/>
                  </a:lnTo>
                  <a:lnTo>
                    <a:pt x="1529928" y="1180149"/>
                  </a:lnTo>
                  <a:close/>
                  <a:moveTo>
                    <a:pt x="1546939" y="1028547"/>
                  </a:moveTo>
                  <a:lnTo>
                    <a:pt x="1519359" y="998848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30090" y="1085474"/>
                  </a:lnTo>
                  <a:lnTo>
                    <a:pt x="1546939" y="1028547"/>
                  </a:lnTo>
                  <a:close/>
                  <a:moveTo>
                    <a:pt x="1122809" y="557429"/>
                  </a:moveTo>
                  <a:lnTo>
                    <a:pt x="1074875" y="593414"/>
                  </a:lnTo>
                  <a:lnTo>
                    <a:pt x="1041948" y="626209"/>
                  </a:lnTo>
                  <a:close/>
                  <a:moveTo>
                    <a:pt x="1683210" y="1044183"/>
                  </a:moveTo>
                  <a:lnTo>
                    <a:pt x="1647149" y="1163278"/>
                  </a:lnTo>
                  <a:lnTo>
                    <a:pt x="1679199" y="1124841"/>
                  </a:lnTo>
                  <a:close/>
                  <a:moveTo>
                    <a:pt x="1683210" y="1044183"/>
                  </a:moveTo>
                  <a:lnTo>
                    <a:pt x="1649243" y="1132387"/>
                  </a:lnTo>
                  <a:lnTo>
                    <a:pt x="1647149" y="1163278"/>
                  </a:lnTo>
                  <a:close/>
                  <a:moveTo>
                    <a:pt x="1683301" y="1042626"/>
                  </a:moveTo>
                  <a:lnTo>
                    <a:pt x="1736146" y="963442"/>
                  </a:lnTo>
                  <a:lnTo>
                    <a:pt x="1664345" y="1081063"/>
                  </a:lnTo>
                  <a:close/>
                  <a:moveTo>
                    <a:pt x="1519359" y="998848"/>
                  </a:moveTo>
                  <a:lnTo>
                    <a:pt x="1546939" y="1028547"/>
                  </a:lnTo>
                  <a:lnTo>
                    <a:pt x="1547296" y="992099"/>
                  </a:lnTo>
                  <a:close/>
                  <a:moveTo>
                    <a:pt x="1621135" y="992661"/>
                  </a:moveTo>
                  <a:lnTo>
                    <a:pt x="1547296" y="992099"/>
                  </a:lnTo>
                  <a:lnTo>
                    <a:pt x="1546939" y="1028547"/>
                  </a:lnTo>
                  <a:close/>
                  <a:moveTo>
                    <a:pt x="1240097" y="502087"/>
                  </a:moveTo>
                  <a:lnTo>
                    <a:pt x="1189320" y="527442"/>
                  </a:lnTo>
                  <a:lnTo>
                    <a:pt x="1122809" y="557429"/>
                  </a:lnTo>
                  <a:close/>
                  <a:moveTo>
                    <a:pt x="1308582" y="479484"/>
                  </a:moveTo>
                  <a:lnTo>
                    <a:pt x="1189320" y="527442"/>
                  </a:lnTo>
                  <a:lnTo>
                    <a:pt x="1240097" y="502087"/>
                  </a:lnTo>
                  <a:close/>
                  <a:moveTo>
                    <a:pt x="1679199" y="1124841"/>
                  </a:moveTo>
                  <a:lnTo>
                    <a:pt x="1686129" y="1039915"/>
                  </a:lnTo>
                  <a:lnTo>
                    <a:pt x="1683210" y="1044183"/>
                  </a:lnTo>
                  <a:close/>
                  <a:moveTo>
                    <a:pt x="1683301" y="1042626"/>
                  </a:moveTo>
                  <a:lnTo>
                    <a:pt x="1683210" y="1044183"/>
                  </a:lnTo>
                  <a:lnTo>
                    <a:pt x="1686129" y="1039915"/>
                  </a:lnTo>
                  <a:close/>
                  <a:moveTo>
                    <a:pt x="1308582" y="479484"/>
                  </a:moveTo>
                  <a:lnTo>
                    <a:pt x="1240097" y="502087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40838" y="480108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81218" y="484766"/>
                  </a:lnTo>
                  <a:lnTo>
                    <a:pt x="1440838" y="480108"/>
                  </a:lnTo>
                  <a:close/>
                  <a:moveTo>
                    <a:pt x="1796106" y="542014"/>
                  </a:moveTo>
                  <a:lnTo>
                    <a:pt x="1691060" y="554678"/>
                  </a:lnTo>
                  <a:lnTo>
                    <a:pt x="1669740" y="563413"/>
                  </a:lnTo>
                  <a:close/>
                  <a:moveTo>
                    <a:pt x="1796106" y="542014"/>
                  </a:moveTo>
                  <a:lnTo>
                    <a:pt x="1669740" y="563413"/>
                  </a:lnTo>
                  <a:lnTo>
                    <a:pt x="1724922" y="554531"/>
                  </a:lnTo>
                  <a:close/>
                  <a:moveTo>
                    <a:pt x="2226981" y="402711"/>
                  </a:moveTo>
                  <a:lnTo>
                    <a:pt x="2228741" y="399332"/>
                  </a:lnTo>
                  <a:lnTo>
                    <a:pt x="2138375" y="414155"/>
                  </a:lnTo>
                  <a:close/>
                  <a:moveTo>
                    <a:pt x="2226981" y="402711"/>
                  </a:moveTo>
                  <a:lnTo>
                    <a:pt x="2138375" y="414155"/>
                  </a:lnTo>
                  <a:lnTo>
                    <a:pt x="2230072" y="404304"/>
                  </a:lnTo>
                  <a:close/>
                  <a:moveTo>
                    <a:pt x="2138375" y="414155"/>
                  </a:moveTo>
                  <a:lnTo>
                    <a:pt x="2170332" y="459603"/>
                  </a:lnTo>
                  <a:lnTo>
                    <a:pt x="2230072" y="404304"/>
                  </a:lnTo>
                  <a:close/>
                  <a:moveTo>
                    <a:pt x="2226981" y="402711"/>
                  </a:moveTo>
                  <a:lnTo>
                    <a:pt x="2232214" y="400932"/>
                  </a:lnTo>
                  <a:lnTo>
                    <a:pt x="2228741" y="399332"/>
                  </a:lnTo>
                  <a:close/>
                  <a:moveTo>
                    <a:pt x="2226981" y="402711"/>
                  </a:moveTo>
                  <a:lnTo>
                    <a:pt x="2230072" y="404304"/>
                  </a:lnTo>
                  <a:lnTo>
                    <a:pt x="2232214" y="400932"/>
                  </a:lnTo>
                  <a:close/>
                  <a:moveTo>
                    <a:pt x="2270454" y="467460"/>
                  </a:moveTo>
                  <a:lnTo>
                    <a:pt x="2232214" y="400932"/>
                  </a:lnTo>
                  <a:lnTo>
                    <a:pt x="2230072" y="404304"/>
                  </a:lnTo>
                  <a:close/>
                  <a:moveTo>
                    <a:pt x="2340528" y="370991"/>
                  </a:moveTo>
                  <a:lnTo>
                    <a:pt x="2232214" y="400932"/>
                  </a:lnTo>
                  <a:lnTo>
                    <a:pt x="2270454" y="467460"/>
                  </a:lnTo>
                  <a:close/>
                  <a:moveTo>
                    <a:pt x="2232214" y="400932"/>
                  </a:moveTo>
                  <a:lnTo>
                    <a:pt x="2340528" y="370991"/>
                  </a:lnTo>
                  <a:lnTo>
                    <a:pt x="2228741" y="399332"/>
                  </a:lnTo>
                  <a:close/>
                  <a:moveTo>
                    <a:pt x="2228741" y="399332"/>
                  </a:moveTo>
                  <a:lnTo>
                    <a:pt x="2342705" y="33156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228741" y="39933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136335" y="318717"/>
                  </a:lnTo>
                  <a:lnTo>
                    <a:pt x="2228741" y="399332"/>
                  </a:lnTo>
                  <a:close/>
                  <a:moveTo>
                    <a:pt x="2163093" y="198066"/>
                  </a:moveTo>
                  <a:lnTo>
                    <a:pt x="2136335" y="318717"/>
                  </a:lnTo>
                  <a:lnTo>
                    <a:pt x="2246031" y="280280"/>
                  </a:lnTo>
                  <a:close/>
                  <a:moveTo>
                    <a:pt x="2338893" y="272229"/>
                  </a:moveTo>
                  <a:lnTo>
                    <a:pt x="2258012" y="277391"/>
                  </a:lnTo>
                  <a:lnTo>
                    <a:pt x="2257899" y="293146"/>
                  </a:lnTo>
                  <a:close/>
                  <a:moveTo>
                    <a:pt x="2237315" y="94033"/>
                  </a:moveTo>
                  <a:lnTo>
                    <a:pt x="2156051" y="99508"/>
                  </a:lnTo>
                  <a:lnTo>
                    <a:pt x="2250245" y="183614"/>
                  </a:lnTo>
                  <a:close/>
                  <a:moveTo>
                    <a:pt x="2156051" y="99508"/>
                  </a:moveTo>
                  <a:lnTo>
                    <a:pt x="2237315" y="94033"/>
                  </a:lnTo>
                  <a:lnTo>
                    <a:pt x="2221695" y="6640"/>
                  </a:lnTo>
                  <a:close/>
                  <a:moveTo>
                    <a:pt x="2237315" y="94033"/>
                  </a:moveTo>
                  <a:lnTo>
                    <a:pt x="2304393" y="0"/>
                  </a:lnTo>
                  <a:lnTo>
                    <a:pt x="2221695" y="664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51" name="Candidate_density__2150">
              <a:extLst>
                <a:ext uri="{FF2B5EF4-FFF2-40B4-BE49-F238E27FC236}">
                  <a16:creationId xmlns:a16="http://schemas.microsoft.com/office/drawing/2014/main" id="{28A0BD1C-10B7-7615-AC00-91EC6D16FC11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01918"/>
              <a:ext cx="2304088" cy="1296096"/>
            </a:xfrm>
            <a:custGeom>
              <a:avLst/>
              <a:gdLst/>
              <a:ahLst/>
              <a:cxnLst/>
              <a:rect l="0" t="0" r="0" b="0"/>
              <a:pathLst>
                <a:path w="2304088" h="1296096">
                  <a:moveTo>
                    <a:pt x="363200" y="1272704"/>
                  </a:moveTo>
                  <a:lnTo>
                    <a:pt x="415369" y="1292629"/>
                  </a:lnTo>
                  <a:lnTo>
                    <a:pt x="453838" y="1237097"/>
                  </a:lnTo>
                  <a:close/>
                  <a:moveTo>
                    <a:pt x="453838" y="1237097"/>
                  </a:moveTo>
                  <a:lnTo>
                    <a:pt x="509544" y="1252401"/>
                  </a:lnTo>
                  <a:lnTo>
                    <a:pt x="456968" y="1232961"/>
                  </a:lnTo>
                  <a:close/>
                  <a:moveTo>
                    <a:pt x="298641" y="1002401"/>
                  </a:moveTo>
                  <a:lnTo>
                    <a:pt x="231126" y="996697"/>
                  </a:lnTo>
                  <a:lnTo>
                    <a:pt x="323481" y="1082298"/>
                  </a:lnTo>
                  <a:close/>
                  <a:moveTo>
                    <a:pt x="16790" y="823193"/>
                  </a:moveTo>
                  <a:lnTo>
                    <a:pt x="0" y="854265"/>
                  </a:lnTo>
                  <a:lnTo>
                    <a:pt x="9959" y="855133"/>
                  </a:lnTo>
                  <a:close/>
                  <a:moveTo>
                    <a:pt x="16790" y="823193"/>
                  </a:moveTo>
                  <a:lnTo>
                    <a:pt x="9959" y="855133"/>
                  </a:lnTo>
                  <a:lnTo>
                    <a:pt x="68467" y="895051"/>
                  </a:lnTo>
                  <a:close/>
                  <a:moveTo>
                    <a:pt x="456968" y="1232961"/>
                  </a:moveTo>
                  <a:lnTo>
                    <a:pt x="525718" y="1211348"/>
                  </a:lnTo>
                  <a:lnTo>
                    <a:pt x="564812" y="1142311"/>
                  </a:lnTo>
                  <a:close/>
                  <a:moveTo>
                    <a:pt x="157986" y="655790"/>
                  </a:moveTo>
                  <a:lnTo>
                    <a:pt x="144887" y="620326"/>
                  </a:lnTo>
                  <a:lnTo>
                    <a:pt x="155684" y="702541"/>
                  </a:lnTo>
                  <a:close/>
                  <a:moveTo>
                    <a:pt x="356867" y="1055156"/>
                  </a:moveTo>
                  <a:lnTo>
                    <a:pt x="338042" y="1031401"/>
                  </a:lnTo>
                  <a:lnTo>
                    <a:pt x="249795" y="981520"/>
                  </a:lnTo>
                  <a:close/>
                  <a:moveTo>
                    <a:pt x="767347" y="963811"/>
                  </a:moveTo>
                  <a:lnTo>
                    <a:pt x="772396" y="930714"/>
                  </a:lnTo>
                  <a:lnTo>
                    <a:pt x="703970" y="953539"/>
                  </a:lnTo>
                  <a:close/>
                  <a:moveTo>
                    <a:pt x="418755" y="564974"/>
                  </a:moveTo>
                  <a:lnTo>
                    <a:pt x="400478" y="543453"/>
                  </a:lnTo>
                  <a:lnTo>
                    <a:pt x="317630" y="486502"/>
                  </a:lnTo>
                  <a:close/>
                  <a:moveTo>
                    <a:pt x="708735" y="850778"/>
                  </a:moveTo>
                  <a:lnTo>
                    <a:pt x="737256" y="799329"/>
                  </a:lnTo>
                  <a:lnTo>
                    <a:pt x="712180" y="751662"/>
                  </a:lnTo>
                  <a:close/>
                  <a:moveTo>
                    <a:pt x="650322" y="587231"/>
                  </a:moveTo>
                  <a:lnTo>
                    <a:pt x="656396" y="593052"/>
                  </a:lnTo>
                  <a:lnTo>
                    <a:pt x="659686" y="572764"/>
                  </a:lnTo>
                  <a:close/>
                  <a:moveTo>
                    <a:pt x="669759" y="610423"/>
                  </a:moveTo>
                  <a:lnTo>
                    <a:pt x="656396" y="593052"/>
                  </a:lnTo>
                  <a:lnTo>
                    <a:pt x="650322" y="587231"/>
                  </a:lnTo>
                  <a:close/>
                  <a:moveTo>
                    <a:pt x="400478" y="543453"/>
                  </a:moveTo>
                  <a:lnTo>
                    <a:pt x="461702" y="605054"/>
                  </a:lnTo>
                  <a:lnTo>
                    <a:pt x="427876" y="505016"/>
                  </a:lnTo>
                  <a:close/>
                  <a:moveTo>
                    <a:pt x="1225804" y="1296096"/>
                  </a:moveTo>
                  <a:lnTo>
                    <a:pt x="1349094" y="1263196"/>
                  </a:lnTo>
                  <a:lnTo>
                    <a:pt x="1278047" y="1276222"/>
                  </a:lnTo>
                  <a:close/>
                  <a:moveTo>
                    <a:pt x="650322" y="587231"/>
                  </a:moveTo>
                  <a:lnTo>
                    <a:pt x="623375" y="559305"/>
                  </a:lnTo>
                  <a:lnTo>
                    <a:pt x="669759" y="610423"/>
                  </a:lnTo>
                  <a:close/>
                  <a:moveTo>
                    <a:pt x="661900" y="488486"/>
                  </a:moveTo>
                  <a:lnTo>
                    <a:pt x="650322" y="587231"/>
                  </a:lnTo>
                  <a:lnTo>
                    <a:pt x="659686" y="572764"/>
                  </a:lnTo>
                  <a:close/>
                  <a:moveTo>
                    <a:pt x="623375" y="559305"/>
                  </a:moveTo>
                  <a:lnTo>
                    <a:pt x="650322" y="587231"/>
                  </a:lnTo>
                  <a:lnTo>
                    <a:pt x="661900" y="488486"/>
                  </a:lnTo>
                  <a:close/>
                  <a:moveTo>
                    <a:pt x="1366995" y="1124300"/>
                  </a:moveTo>
                  <a:lnTo>
                    <a:pt x="1366780" y="1179812"/>
                  </a:lnTo>
                  <a:lnTo>
                    <a:pt x="1367074" y="1206516"/>
                  </a:lnTo>
                  <a:close/>
                  <a:moveTo>
                    <a:pt x="1434974" y="1090430"/>
                  </a:moveTo>
                  <a:lnTo>
                    <a:pt x="1366780" y="1179812"/>
                  </a:lnTo>
                  <a:lnTo>
                    <a:pt x="1366995" y="1124300"/>
                  </a:lnTo>
                  <a:close/>
                  <a:moveTo>
                    <a:pt x="1240502" y="920645"/>
                  </a:moveTo>
                  <a:lnTo>
                    <a:pt x="1222683" y="921434"/>
                  </a:lnTo>
                  <a:lnTo>
                    <a:pt x="1160042" y="926426"/>
                  </a:lnTo>
                  <a:close/>
                  <a:moveTo>
                    <a:pt x="1160042" y="926426"/>
                  </a:moveTo>
                  <a:lnTo>
                    <a:pt x="1105525" y="870655"/>
                  </a:lnTo>
                  <a:lnTo>
                    <a:pt x="1240502" y="920645"/>
                  </a:lnTo>
                  <a:close/>
                  <a:moveTo>
                    <a:pt x="1415021" y="1079284"/>
                  </a:moveTo>
                  <a:lnTo>
                    <a:pt x="1449277" y="1073244"/>
                  </a:lnTo>
                  <a:lnTo>
                    <a:pt x="1468090" y="1047428"/>
                  </a:lnTo>
                  <a:close/>
                  <a:moveTo>
                    <a:pt x="1502110" y="1047428"/>
                  </a:moveTo>
                  <a:lnTo>
                    <a:pt x="1449277" y="1073244"/>
                  </a:lnTo>
                  <a:lnTo>
                    <a:pt x="1434974" y="1090430"/>
                  </a:lnTo>
                  <a:close/>
                  <a:moveTo>
                    <a:pt x="1449277" y="1073244"/>
                  </a:moveTo>
                  <a:lnTo>
                    <a:pt x="1502110" y="1047428"/>
                  </a:lnTo>
                  <a:lnTo>
                    <a:pt x="1478119" y="1036540"/>
                  </a:lnTo>
                  <a:close/>
                  <a:moveTo>
                    <a:pt x="1468090" y="1047428"/>
                  </a:moveTo>
                  <a:lnTo>
                    <a:pt x="1449277" y="1073244"/>
                  </a:lnTo>
                  <a:lnTo>
                    <a:pt x="1478119" y="1036540"/>
                  </a:lnTo>
                  <a:close/>
                  <a:moveTo>
                    <a:pt x="1502110" y="1047428"/>
                  </a:moveTo>
                  <a:lnTo>
                    <a:pt x="1599067" y="1112152"/>
                  </a:lnTo>
                  <a:lnTo>
                    <a:pt x="1568680" y="1036763"/>
                  </a:lnTo>
                  <a:close/>
                  <a:moveTo>
                    <a:pt x="1568680" y="1036763"/>
                  </a:moveTo>
                  <a:lnTo>
                    <a:pt x="1584760" y="1129643"/>
                  </a:lnTo>
                  <a:lnTo>
                    <a:pt x="1587640" y="1047428"/>
                  </a:lnTo>
                  <a:close/>
                  <a:moveTo>
                    <a:pt x="1568680" y="1036763"/>
                  </a:moveTo>
                  <a:lnTo>
                    <a:pt x="1587640" y="1047428"/>
                  </a:lnTo>
                  <a:lnTo>
                    <a:pt x="1637130" y="941614"/>
                  </a:lnTo>
                  <a:close/>
                  <a:moveTo>
                    <a:pt x="1559353" y="944254"/>
                  </a:moveTo>
                  <a:lnTo>
                    <a:pt x="1568680" y="1036763"/>
                  </a:lnTo>
                  <a:lnTo>
                    <a:pt x="1637130" y="941614"/>
                  </a:lnTo>
                  <a:close/>
                  <a:moveTo>
                    <a:pt x="1249378" y="614112"/>
                  </a:moveTo>
                  <a:lnTo>
                    <a:pt x="1295827" y="680131"/>
                  </a:lnTo>
                  <a:lnTo>
                    <a:pt x="1346583" y="695771"/>
                  </a:lnTo>
                  <a:close/>
                  <a:moveTo>
                    <a:pt x="1249378" y="614112"/>
                  </a:moveTo>
                  <a:lnTo>
                    <a:pt x="1245142" y="517464"/>
                  </a:lnTo>
                  <a:lnTo>
                    <a:pt x="1239262" y="597916"/>
                  </a:lnTo>
                  <a:close/>
                  <a:moveTo>
                    <a:pt x="1654429" y="827459"/>
                  </a:moveTo>
                  <a:lnTo>
                    <a:pt x="1570900" y="844561"/>
                  </a:lnTo>
                  <a:lnTo>
                    <a:pt x="1550600" y="813670"/>
                  </a:lnTo>
                  <a:close/>
                  <a:moveTo>
                    <a:pt x="1609633" y="540525"/>
                  </a:moveTo>
                  <a:lnTo>
                    <a:pt x="1613047" y="521043"/>
                  </a:lnTo>
                  <a:lnTo>
                    <a:pt x="1582336" y="501924"/>
                  </a:lnTo>
                  <a:close/>
                  <a:moveTo>
                    <a:pt x="1916348" y="323518"/>
                  </a:moveTo>
                  <a:lnTo>
                    <a:pt x="1884403" y="364926"/>
                  </a:lnTo>
                  <a:lnTo>
                    <a:pt x="1933514" y="333341"/>
                  </a:lnTo>
                  <a:close/>
                  <a:moveTo>
                    <a:pt x="1870637" y="361954"/>
                  </a:moveTo>
                  <a:lnTo>
                    <a:pt x="1916348" y="323518"/>
                  </a:lnTo>
                  <a:lnTo>
                    <a:pt x="1805576" y="348861"/>
                  </a:lnTo>
                  <a:close/>
                  <a:moveTo>
                    <a:pt x="1933514" y="333341"/>
                  </a:moveTo>
                  <a:lnTo>
                    <a:pt x="1884403" y="364926"/>
                  </a:lnTo>
                  <a:lnTo>
                    <a:pt x="2012359" y="349471"/>
                  </a:lnTo>
                  <a:close/>
                  <a:moveTo>
                    <a:pt x="2012359" y="349471"/>
                  </a:moveTo>
                  <a:lnTo>
                    <a:pt x="2060283" y="313445"/>
                  </a:lnTo>
                  <a:lnTo>
                    <a:pt x="1933514" y="333341"/>
                  </a:lnTo>
                  <a:close/>
                  <a:moveTo>
                    <a:pt x="2012359" y="349471"/>
                  </a:moveTo>
                  <a:lnTo>
                    <a:pt x="2094094" y="376406"/>
                  </a:lnTo>
                  <a:lnTo>
                    <a:pt x="2142901" y="343686"/>
                  </a:lnTo>
                  <a:close/>
                  <a:moveTo>
                    <a:pt x="2060283" y="313445"/>
                  </a:moveTo>
                  <a:lnTo>
                    <a:pt x="2012359" y="349471"/>
                  </a:lnTo>
                  <a:lnTo>
                    <a:pt x="2142901" y="343686"/>
                  </a:lnTo>
                  <a:close/>
                  <a:moveTo>
                    <a:pt x="2246240" y="248918"/>
                  </a:moveTo>
                  <a:lnTo>
                    <a:pt x="2142901" y="343686"/>
                  </a:lnTo>
                  <a:lnTo>
                    <a:pt x="2218271" y="346823"/>
                  </a:lnTo>
                  <a:close/>
                  <a:moveTo>
                    <a:pt x="2246240" y="248918"/>
                  </a:moveTo>
                  <a:lnTo>
                    <a:pt x="2289224" y="274565"/>
                  </a:lnTo>
                  <a:lnTo>
                    <a:pt x="2244375" y="229220"/>
                  </a:lnTo>
                  <a:close/>
                  <a:moveTo>
                    <a:pt x="1997662" y="38437"/>
                  </a:moveTo>
                  <a:lnTo>
                    <a:pt x="2037692" y="0"/>
                  </a:lnTo>
                  <a:lnTo>
                    <a:pt x="1985825" y="35059"/>
                  </a:lnTo>
                  <a:close/>
                  <a:moveTo>
                    <a:pt x="2304088" y="162389"/>
                  </a:moveTo>
                  <a:lnTo>
                    <a:pt x="2244375" y="229220"/>
                  </a:lnTo>
                  <a:lnTo>
                    <a:pt x="2303005" y="169769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52" name="Candidate_density__2151">
              <a:extLst>
                <a:ext uri="{FF2B5EF4-FFF2-40B4-BE49-F238E27FC236}">
                  <a16:creationId xmlns:a16="http://schemas.microsoft.com/office/drawing/2014/main" id="{291D09E4-99F7-98FC-7C6E-A30546122600}"/>
                </a:ext>
              </a:extLst>
            </p:cNvPr>
            <p:cNvSpPr>
              <a:spLocks noGrp="1"/>
            </p:cNvSpPr>
            <p:nvPr/>
          </p:nvSpPr>
          <p:spPr>
            <a:xfrm>
              <a:off x="3594343" y="1980544"/>
              <a:ext cx="2380207" cy="1517470"/>
            </a:xfrm>
            <a:custGeom>
              <a:avLst/>
              <a:gdLst/>
              <a:ahLst/>
              <a:cxnLst/>
              <a:rect l="0" t="0" r="0" b="0"/>
              <a:pathLst>
                <a:path w="2380207" h="1517470">
                  <a:moveTo>
                    <a:pt x="428237" y="1494079"/>
                  </a:moveTo>
                  <a:lnTo>
                    <a:pt x="518875" y="1458472"/>
                  </a:lnTo>
                  <a:lnTo>
                    <a:pt x="392900" y="1465492"/>
                  </a:lnTo>
                  <a:close/>
                  <a:moveTo>
                    <a:pt x="392900" y="1465492"/>
                  </a:moveTo>
                  <a:lnTo>
                    <a:pt x="518875" y="1458472"/>
                  </a:lnTo>
                  <a:lnTo>
                    <a:pt x="522005" y="1454336"/>
                  </a:lnTo>
                  <a:close/>
                  <a:moveTo>
                    <a:pt x="277377" y="1312228"/>
                  </a:moveTo>
                  <a:lnTo>
                    <a:pt x="296162" y="1218072"/>
                  </a:lnTo>
                  <a:lnTo>
                    <a:pt x="196015" y="1247434"/>
                  </a:lnTo>
                  <a:close/>
                  <a:moveTo>
                    <a:pt x="196015" y="1247434"/>
                  </a:moveTo>
                  <a:lnTo>
                    <a:pt x="296162" y="1218072"/>
                  </a:lnTo>
                  <a:lnTo>
                    <a:pt x="246535" y="1196917"/>
                  </a:lnTo>
                  <a:close/>
                  <a:moveTo>
                    <a:pt x="0" y="1000788"/>
                  </a:moveTo>
                  <a:lnTo>
                    <a:pt x="65037" y="1075639"/>
                  </a:lnTo>
                  <a:lnTo>
                    <a:pt x="81826" y="1044567"/>
                  </a:lnTo>
                  <a:close/>
                  <a:moveTo>
                    <a:pt x="554223" y="1359589"/>
                  </a:moveTo>
                  <a:lnTo>
                    <a:pt x="522005" y="1454336"/>
                  </a:lnTo>
                  <a:lnTo>
                    <a:pt x="629849" y="1363686"/>
                  </a:lnTo>
                  <a:close/>
                  <a:moveTo>
                    <a:pt x="629849" y="1363686"/>
                  </a:moveTo>
                  <a:lnTo>
                    <a:pt x="590755" y="1432723"/>
                  </a:lnTo>
                  <a:lnTo>
                    <a:pt x="711754" y="1391257"/>
                  </a:lnTo>
                  <a:close/>
                  <a:moveTo>
                    <a:pt x="480111" y="1189709"/>
                  </a:moveTo>
                  <a:lnTo>
                    <a:pt x="419613" y="1291212"/>
                  </a:lnTo>
                  <a:lnTo>
                    <a:pt x="421904" y="1276530"/>
                  </a:lnTo>
                  <a:close/>
                  <a:moveTo>
                    <a:pt x="738885" y="1300700"/>
                  </a:moveTo>
                  <a:lnTo>
                    <a:pt x="711754" y="1391257"/>
                  </a:lnTo>
                  <a:lnTo>
                    <a:pt x="809648" y="1296554"/>
                  </a:lnTo>
                  <a:close/>
                  <a:moveTo>
                    <a:pt x="651845" y="1310869"/>
                  </a:moveTo>
                  <a:lnTo>
                    <a:pt x="554223" y="135958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567875" y="1318543"/>
                  </a:lnTo>
                  <a:lnTo>
                    <a:pt x="554223" y="1359589"/>
                  </a:lnTo>
                  <a:close/>
                  <a:moveTo>
                    <a:pt x="663231" y="1273296"/>
                  </a:moveTo>
                  <a:lnTo>
                    <a:pt x="583060" y="1214339"/>
                  </a:lnTo>
                  <a:lnTo>
                    <a:pt x="651845" y="1310869"/>
                  </a:lnTo>
                  <a:close/>
                  <a:moveTo>
                    <a:pt x="738885" y="1300700"/>
                  </a:moveTo>
                  <a:lnTo>
                    <a:pt x="629849" y="1363686"/>
                  </a:lnTo>
                  <a:lnTo>
                    <a:pt x="711754" y="1391257"/>
                  </a:lnTo>
                  <a:close/>
                  <a:moveTo>
                    <a:pt x="738885" y="1300700"/>
                  </a:moveTo>
                  <a:lnTo>
                    <a:pt x="651845" y="131086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738885" y="130070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742115" y="128957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809648" y="1296554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742115" y="1289570"/>
                  </a:lnTo>
                  <a:lnTo>
                    <a:pt x="819903" y="1295425"/>
                  </a:lnTo>
                  <a:close/>
                  <a:moveTo>
                    <a:pt x="832384" y="1185186"/>
                  </a:moveTo>
                  <a:lnTo>
                    <a:pt x="769097" y="1176045"/>
                  </a:lnTo>
                  <a:lnTo>
                    <a:pt x="819903" y="1295425"/>
                  </a:lnTo>
                  <a:close/>
                  <a:moveTo>
                    <a:pt x="769097" y="1176045"/>
                  </a:moveTo>
                  <a:lnTo>
                    <a:pt x="663231" y="1273296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832384" y="1185186"/>
                  </a:lnTo>
                  <a:lnTo>
                    <a:pt x="769007" y="1174914"/>
                  </a:lnTo>
                  <a:close/>
                  <a:moveTo>
                    <a:pt x="465515" y="764828"/>
                  </a:moveTo>
                  <a:lnTo>
                    <a:pt x="483792" y="786348"/>
                  </a:lnTo>
                  <a:lnTo>
                    <a:pt x="526739" y="826429"/>
                  </a:lnTo>
                  <a:close/>
                  <a:moveTo>
                    <a:pt x="696948" y="1093688"/>
                  </a:moveTo>
                  <a:lnTo>
                    <a:pt x="773772" y="1072152"/>
                  </a:lnTo>
                  <a:lnTo>
                    <a:pt x="774895" y="981724"/>
                  </a:lnTo>
                  <a:close/>
                  <a:moveTo>
                    <a:pt x="662649" y="1055916"/>
                  </a:moveTo>
                  <a:lnTo>
                    <a:pt x="696948" y="1093688"/>
                  </a:lnTo>
                  <a:lnTo>
                    <a:pt x="774895" y="981724"/>
                  </a:lnTo>
                  <a:close/>
                  <a:moveTo>
                    <a:pt x="843907" y="1075725"/>
                  </a:moveTo>
                  <a:lnTo>
                    <a:pt x="769007" y="1174914"/>
                  </a:lnTo>
                  <a:lnTo>
                    <a:pt x="837433" y="1152088"/>
                  </a:lnTo>
                  <a:close/>
                  <a:moveTo>
                    <a:pt x="843907" y="1075725"/>
                  </a:moveTo>
                  <a:lnTo>
                    <a:pt x="773772" y="1072152"/>
                  </a:lnTo>
                  <a:lnTo>
                    <a:pt x="769007" y="1174914"/>
                  </a:lnTo>
                  <a:close/>
                  <a:moveTo>
                    <a:pt x="843907" y="1075725"/>
                  </a:moveTo>
                  <a:lnTo>
                    <a:pt x="802292" y="1020703"/>
                  </a:lnTo>
                  <a:lnTo>
                    <a:pt x="773772" y="1072152"/>
                  </a:lnTo>
                  <a:close/>
                  <a:moveTo>
                    <a:pt x="526739" y="826429"/>
                  </a:moveTo>
                  <a:lnTo>
                    <a:pt x="548508" y="847043"/>
                  </a:lnTo>
                  <a:lnTo>
                    <a:pt x="571484" y="815148"/>
                  </a:lnTo>
                  <a:close/>
                  <a:moveTo>
                    <a:pt x="1246332" y="1466327"/>
                  </a:moveTo>
                  <a:lnTo>
                    <a:pt x="1252756" y="1486168"/>
                  </a:lnTo>
                  <a:lnTo>
                    <a:pt x="1290840" y="1517470"/>
                  </a:lnTo>
                  <a:close/>
                  <a:moveTo>
                    <a:pt x="1281453" y="1427890"/>
                  </a:moveTo>
                  <a:lnTo>
                    <a:pt x="1290840" y="1517470"/>
                  </a:lnTo>
                  <a:lnTo>
                    <a:pt x="1343084" y="1497596"/>
                  </a:lnTo>
                  <a:close/>
                  <a:moveTo>
                    <a:pt x="661256" y="702665"/>
                  </a:moveTo>
                  <a:lnTo>
                    <a:pt x="688411" y="780680"/>
                  </a:lnTo>
                  <a:lnTo>
                    <a:pt x="726936" y="709860"/>
                  </a:lnTo>
                  <a:close/>
                  <a:moveTo>
                    <a:pt x="1170562" y="1092029"/>
                  </a:moveTo>
                  <a:lnTo>
                    <a:pt x="1184966" y="1099029"/>
                  </a:lnTo>
                  <a:lnTo>
                    <a:pt x="1305538" y="1142020"/>
                  </a:lnTo>
                  <a:close/>
                  <a:moveTo>
                    <a:pt x="1305538" y="1142020"/>
                  </a:moveTo>
                  <a:lnTo>
                    <a:pt x="1323952" y="1027918"/>
                  </a:lnTo>
                  <a:lnTo>
                    <a:pt x="1287720" y="1142809"/>
                  </a:lnTo>
                  <a:close/>
                  <a:moveTo>
                    <a:pt x="1287720" y="1142809"/>
                  </a:moveTo>
                  <a:lnTo>
                    <a:pt x="1323952" y="1027918"/>
                  </a:lnTo>
                  <a:lnTo>
                    <a:pt x="1312570" y="1022157"/>
                  </a:lnTo>
                  <a:close/>
                  <a:moveTo>
                    <a:pt x="1323952" y="1027918"/>
                  </a:moveTo>
                  <a:lnTo>
                    <a:pt x="1305538" y="1142020"/>
                  </a:lnTo>
                  <a:lnTo>
                    <a:pt x="1342832" y="1022157"/>
                  </a:lnTo>
                  <a:close/>
                  <a:moveTo>
                    <a:pt x="1323952" y="1027918"/>
                  </a:moveTo>
                  <a:lnTo>
                    <a:pt x="1342832" y="1022157"/>
                  </a:lnTo>
                  <a:lnTo>
                    <a:pt x="1328173" y="1011445"/>
                  </a:lnTo>
                  <a:close/>
                  <a:moveTo>
                    <a:pt x="1312570" y="1022157"/>
                  </a:moveTo>
                  <a:lnTo>
                    <a:pt x="1323952" y="1027918"/>
                  </a:lnTo>
                  <a:lnTo>
                    <a:pt x="1328173" y="1011445"/>
                  </a:lnTo>
                  <a:close/>
                  <a:moveTo>
                    <a:pt x="1633717" y="1258138"/>
                  </a:moveTo>
                  <a:lnTo>
                    <a:pt x="1543156" y="1257914"/>
                  </a:lnTo>
                  <a:lnTo>
                    <a:pt x="1567147" y="1268802"/>
                  </a:lnTo>
                  <a:close/>
                  <a:moveTo>
                    <a:pt x="1546990" y="1167960"/>
                  </a:moveTo>
                  <a:lnTo>
                    <a:pt x="1543156" y="1257914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546990" y="1167960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630119" y="1089197"/>
                  </a:lnTo>
                  <a:lnTo>
                    <a:pt x="1546990" y="1167960"/>
                  </a:lnTo>
                  <a:close/>
                  <a:moveTo>
                    <a:pt x="1342832" y="1022157"/>
                  </a:moveTo>
                  <a:lnTo>
                    <a:pt x="1384388" y="1104372"/>
                  </a:lnTo>
                  <a:lnTo>
                    <a:pt x="1447327" y="1088300"/>
                  </a:lnTo>
                  <a:close/>
                  <a:moveTo>
                    <a:pt x="1411620" y="917145"/>
                  </a:moveTo>
                  <a:lnTo>
                    <a:pt x="1360863" y="901505"/>
                  </a:lnTo>
                  <a:lnTo>
                    <a:pt x="1328173" y="1011445"/>
                  </a:lnTo>
                  <a:close/>
                  <a:moveTo>
                    <a:pt x="1404106" y="823163"/>
                  </a:moveTo>
                  <a:lnTo>
                    <a:pt x="1310179" y="738838"/>
                  </a:lnTo>
                  <a:lnTo>
                    <a:pt x="1314415" y="835487"/>
                  </a:lnTo>
                  <a:close/>
                  <a:moveTo>
                    <a:pt x="1310179" y="738838"/>
                  </a:moveTo>
                  <a:lnTo>
                    <a:pt x="1298039" y="737075"/>
                  </a:lnTo>
                  <a:lnTo>
                    <a:pt x="1304299" y="819291"/>
                  </a:lnTo>
                  <a:close/>
                  <a:moveTo>
                    <a:pt x="1603923" y="1121675"/>
                  </a:moveTo>
                  <a:lnTo>
                    <a:pt x="1630119" y="1089197"/>
                  </a:lnTo>
                  <a:lnTo>
                    <a:pt x="1657813" y="1138455"/>
                  </a:lnTo>
                  <a:close/>
                  <a:moveTo>
                    <a:pt x="1630119" y="1089197"/>
                  </a:moveTo>
                  <a:lnTo>
                    <a:pt x="1635937" y="1065936"/>
                  </a:lnTo>
                  <a:lnTo>
                    <a:pt x="1657813" y="1138455"/>
                  </a:lnTo>
                  <a:close/>
                  <a:moveTo>
                    <a:pt x="1649694" y="945284"/>
                  </a:moveTo>
                  <a:lnTo>
                    <a:pt x="1630739" y="983720"/>
                  </a:lnTo>
                  <a:lnTo>
                    <a:pt x="1719466" y="1048833"/>
                  </a:lnTo>
                  <a:close/>
                  <a:moveTo>
                    <a:pt x="1615636" y="1035045"/>
                  </a:moveTo>
                  <a:lnTo>
                    <a:pt x="1649603" y="946840"/>
                  </a:lnTo>
                  <a:lnTo>
                    <a:pt x="1719466" y="1048833"/>
                  </a:lnTo>
                  <a:close/>
                  <a:moveTo>
                    <a:pt x="1506245" y="800717"/>
                  </a:moveTo>
                  <a:lnTo>
                    <a:pt x="1590977" y="792424"/>
                  </a:lnTo>
                  <a:lnTo>
                    <a:pt x="1519507" y="739088"/>
                  </a:lnTo>
                  <a:close/>
                  <a:moveTo>
                    <a:pt x="1590977" y="792424"/>
                  </a:moveTo>
                  <a:lnTo>
                    <a:pt x="1599610" y="759923"/>
                  </a:lnTo>
                  <a:lnTo>
                    <a:pt x="1519507" y="739088"/>
                  </a:lnTo>
                  <a:close/>
                  <a:moveTo>
                    <a:pt x="1436163" y="706137"/>
                  </a:moveTo>
                  <a:lnTo>
                    <a:pt x="1553869" y="660202"/>
                  </a:lnTo>
                  <a:lnTo>
                    <a:pt x="1438095" y="695437"/>
                  </a:lnTo>
                  <a:close/>
                  <a:moveTo>
                    <a:pt x="1556497" y="662187"/>
                  </a:moveTo>
                  <a:lnTo>
                    <a:pt x="1553869" y="660202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56497" y="662187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99610" y="759923"/>
                  </a:lnTo>
                  <a:lnTo>
                    <a:pt x="1647373" y="723298"/>
                  </a:lnTo>
                  <a:close/>
                  <a:moveTo>
                    <a:pt x="1556497" y="662187"/>
                  </a:moveTo>
                  <a:lnTo>
                    <a:pt x="1519507" y="739088"/>
                  </a:lnTo>
                  <a:lnTo>
                    <a:pt x="1647373" y="723298"/>
                  </a:lnTo>
                  <a:close/>
                  <a:moveTo>
                    <a:pt x="1647373" y="723298"/>
                  </a:moveTo>
                  <a:lnTo>
                    <a:pt x="1678084" y="742418"/>
                  </a:lnTo>
                  <a:lnTo>
                    <a:pt x="1664195" y="732899"/>
                  </a:lnTo>
                  <a:close/>
                  <a:moveTo>
                    <a:pt x="1843769" y="583329"/>
                  </a:moveTo>
                  <a:lnTo>
                    <a:pt x="1864286" y="591320"/>
                  </a:lnTo>
                  <a:lnTo>
                    <a:pt x="1870612" y="570235"/>
                  </a:lnTo>
                  <a:close/>
                  <a:moveTo>
                    <a:pt x="1981384" y="544893"/>
                  </a:moveTo>
                  <a:lnTo>
                    <a:pt x="1907804" y="494085"/>
                  </a:lnTo>
                  <a:lnTo>
                    <a:pt x="1870612" y="570235"/>
                  </a:lnTo>
                  <a:close/>
                  <a:moveTo>
                    <a:pt x="2311277" y="470293"/>
                  </a:moveTo>
                  <a:lnTo>
                    <a:pt x="2238367" y="468974"/>
                  </a:lnTo>
                  <a:lnTo>
                    <a:pt x="2207938" y="565060"/>
                  </a:lnTo>
                  <a:close/>
                  <a:moveTo>
                    <a:pt x="2311277" y="470293"/>
                  </a:moveTo>
                  <a:lnTo>
                    <a:pt x="2309412" y="450595"/>
                  </a:lnTo>
                  <a:lnTo>
                    <a:pt x="2238395" y="463733"/>
                  </a:lnTo>
                  <a:close/>
                  <a:moveTo>
                    <a:pt x="2000603" y="240812"/>
                  </a:moveTo>
                  <a:lnTo>
                    <a:pt x="2053622" y="266754"/>
                  </a:lnTo>
                  <a:lnTo>
                    <a:pt x="2038934" y="259811"/>
                  </a:lnTo>
                  <a:close/>
                  <a:moveTo>
                    <a:pt x="2062698" y="259811"/>
                  </a:moveTo>
                  <a:lnTo>
                    <a:pt x="2195135" y="301989"/>
                  </a:lnTo>
                  <a:lnTo>
                    <a:pt x="2102728" y="221375"/>
                  </a:lnTo>
                  <a:close/>
                  <a:moveTo>
                    <a:pt x="2062698" y="259811"/>
                  </a:moveTo>
                  <a:lnTo>
                    <a:pt x="2053622" y="266754"/>
                  </a:lnTo>
                  <a:lnTo>
                    <a:pt x="2104768" y="316813"/>
                  </a:lnTo>
                  <a:close/>
                  <a:moveTo>
                    <a:pt x="2012859" y="177808"/>
                  </a:moveTo>
                  <a:lnTo>
                    <a:pt x="2038934" y="259811"/>
                  </a:lnTo>
                  <a:lnTo>
                    <a:pt x="2050861" y="256434"/>
                  </a:lnTo>
                  <a:close/>
                  <a:moveTo>
                    <a:pt x="2102728" y="221375"/>
                  </a:moveTo>
                  <a:lnTo>
                    <a:pt x="2097834" y="216855"/>
                  </a:lnTo>
                  <a:lnTo>
                    <a:pt x="2050861" y="256434"/>
                  </a:lnTo>
                  <a:close/>
                  <a:moveTo>
                    <a:pt x="2304586" y="375640"/>
                  </a:moveTo>
                  <a:lnTo>
                    <a:pt x="2238395" y="463733"/>
                  </a:lnTo>
                  <a:lnTo>
                    <a:pt x="2309412" y="450595"/>
                  </a:lnTo>
                  <a:close/>
                  <a:moveTo>
                    <a:pt x="2369124" y="383764"/>
                  </a:moveTo>
                  <a:lnTo>
                    <a:pt x="2304586" y="375640"/>
                  </a:lnTo>
                  <a:lnTo>
                    <a:pt x="2309412" y="450595"/>
                  </a:lnTo>
                  <a:close/>
                  <a:moveTo>
                    <a:pt x="2304586" y="375640"/>
                  </a:moveTo>
                  <a:lnTo>
                    <a:pt x="2369124" y="383764"/>
                  </a:lnTo>
                  <a:lnTo>
                    <a:pt x="2380207" y="274661"/>
                  </a:lnTo>
                  <a:close/>
                  <a:moveTo>
                    <a:pt x="2304586" y="375640"/>
                  </a:moveTo>
                  <a:lnTo>
                    <a:pt x="2380207" y="274661"/>
                  </a:lnTo>
                  <a:lnTo>
                    <a:pt x="2306921" y="273649"/>
                  </a:lnTo>
                  <a:close/>
                  <a:moveTo>
                    <a:pt x="2380207" y="274661"/>
                  </a:moveTo>
                  <a:lnTo>
                    <a:pt x="2370597" y="185498"/>
                  </a:lnTo>
                  <a:lnTo>
                    <a:pt x="2309098" y="234219"/>
                  </a:lnTo>
                  <a:close/>
                  <a:moveTo>
                    <a:pt x="2216638" y="86272"/>
                  </a:moveTo>
                  <a:lnTo>
                    <a:pt x="2280747" y="94744"/>
                  </a:lnTo>
                  <a:lnTo>
                    <a:pt x="227416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53" name="Candidate_density__2152">
              <a:extLst>
                <a:ext uri="{FF2B5EF4-FFF2-40B4-BE49-F238E27FC236}">
                  <a16:creationId xmlns:a16="http://schemas.microsoft.com/office/drawing/2014/main" id="{E624A05E-519E-A841-1FD7-12B6E6037870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413814" cy="1614813"/>
            </a:xfrm>
            <a:custGeom>
              <a:avLst/>
              <a:gdLst/>
              <a:ahLst/>
              <a:cxnLst/>
              <a:rect l="0" t="0" r="0" b="0"/>
              <a:pathLst>
                <a:path w="2413814" h="1614813">
                  <a:moveTo>
                    <a:pt x="426507" y="1562834"/>
                  </a:moveTo>
                  <a:lnTo>
                    <a:pt x="555612" y="1551678"/>
                  </a:lnTo>
                  <a:lnTo>
                    <a:pt x="459705" y="1471757"/>
                  </a:lnTo>
                  <a:close/>
                  <a:moveTo>
                    <a:pt x="329769" y="1315414"/>
                  </a:moveTo>
                  <a:lnTo>
                    <a:pt x="310983" y="1409570"/>
                  </a:lnTo>
                  <a:lnTo>
                    <a:pt x="422125" y="1401015"/>
                  </a:lnTo>
                  <a:close/>
                  <a:moveTo>
                    <a:pt x="65334" y="1059694"/>
                  </a:moveTo>
                  <a:lnTo>
                    <a:pt x="33607" y="1098131"/>
                  </a:lnTo>
                  <a:lnTo>
                    <a:pt x="115433" y="1141909"/>
                  </a:lnTo>
                  <a:close/>
                  <a:moveTo>
                    <a:pt x="65334" y="1059694"/>
                  </a:moveTo>
                  <a:lnTo>
                    <a:pt x="0" y="1015916"/>
                  </a:lnTo>
                  <a:lnTo>
                    <a:pt x="33607" y="1098131"/>
                  </a:lnTo>
                  <a:close/>
                  <a:moveTo>
                    <a:pt x="587829" y="1456931"/>
                  </a:moveTo>
                  <a:lnTo>
                    <a:pt x="533196" y="1432333"/>
                  </a:lnTo>
                  <a:lnTo>
                    <a:pt x="459705" y="1471757"/>
                  </a:lnTo>
                  <a:close/>
                  <a:moveTo>
                    <a:pt x="555612" y="1551678"/>
                  </a:moveTo>
                  <a:lnTo>
                    <a:pt x="587829" y="1456931"/>
                  </a:lnTo>
                  <a:lnTo>
                    <a:pt x="459705" y="1471757"/>
                  </a:lnTo>
                  <a:close/>
                  <a:moveTo>
                    <a:pt x="329322" y="1047728"/>
                  </a:moveTo>
                  <a:lnTo>
                    <a:pt x="304812" y="1035427"/>
                  </a:lnTo>
                  <a:lnTo>
                    <a:pt x="254327" y="1021258"/>
                  </a:lnTo>
                  <a:close/>
                  <a:moveTo>
                    <a:pt x="465551" y="1065433"/>
                  </a:moveTo>
                  <a:lnTo>
                    <a:pt x="378007" y="1021258"/>
                  </a:lnTo>
                  <a:lnTo>
                    <a:pt x="383719" y="1035909"/>
                  </a:lnTo>
                  <a:close/>
                  <a:moveTo>
                    <a:pt x="383719" y="1035909"/>
                  </a:moveTo>
                  <a:lnTo>
                    <a:pt x="378007" y="1021258"/>
                  </a:lnTo>
                  <a:lnTo>
                    <a:pt x="329322" y="1047728"/>
                  </a:lnTo>
                  <a:close/>
                  <a:moveTo>
                    <a:pt x="465551" y="1065433"/>
                  </a:moveTo>
                  <a:lnTo>
                    <a:pt x="383719" y="1035909"/>
                  </a:lnTo>
                  <a:lnTo>
                    <a:pt x="463167" y="1065036"/>
                  </a:lnTo>
                  <a:close/>
                  <a:moveTo>
                    <a:pt x="853510" y="1392767"/>
                  </a:moveTo>
                  <a:lnTo>
                    <a:pt x="775722" y="1386913"/>
                  </a:lnTo>
                  <a:lnTo>
                    <a:pt x="843255" y="1393897"/>
                  </a:lnTo>
                  <a:close/>
                  <a:moveTo>
                    <a:pt x="802614" y="1272256"/>
                  </a:moveTo>
                  <a:lnTo>
                    <a:pt x="730555" y="1191030"/>
                  </a:lnTo>
                  <a:lnTo>
                    <a:pt x="802703" y="1273387"/>
                  </a:lnTo>
                  <a:close/>
                  <a:moveTo>
                    <a:pt x="696256" y="1153258"/>
                  </a:moveTo>
                  <a:lnTo>
                    <a:pt x="635530" y="1108815"/>
                  </a:lnTo>
                  <a:lnTo>
                    <a:pt x="697636" y="1198121"/>
                  </a:lnTo>
                  <a:close/>
                  <a:moveTo>
                    <a:pt x="560346" y="923771"/>
                  </a:moveTo>
                  <a:lnTo>
                    <a:pt x="517398" y="883690"/>
                  </a:lnTo>
                  <a:lnTo>
                    <a:pt x="582115" y="944385"/>
                  </a:lnTo>
                  <a:close/>
                  <a:moveTo>
                    <a:pt x="807379" y="1169494"/>
                  </a:moveTo>
                  <a:lnTo>
                    <a:pt x="730555" y="1191030"/>
                  </a:lnTo>
                  <a:lnTo>
                    <a:pt x="802614" y="1272256"/>
                  </a:lnTo>
                  <a:close/>
                  <a:moveTo>
                    <a:pt x="582115" y="944385"/>
                  </a:moveTo>
                  <a:lnTo>
                    <a:pt x="580066" y="997501"/>
                  </a:lnTo>
                  <a:lnTo>
                    <a:pt x="605091" y="912490"/>
                  </a:lnTo>
                  <a:close/>
                  <a:moveTo>
                    <a:pt x="1315060" y="1525232"/>
                  </a:moveTo>
                  <a:lnTo>
                    <a:pt x="1279939" y="1563669"/>
                  </a:lnTo>
                  <a:lnTo>
                    <a:pt x="1324447" y="1614813"/>
                  </a:lnTo>
                  <a:close/>
                  <a:moveTo>
                    <a:pt x="1272458" y="1481454"/>
                  </a:moveTo>
                  <a:lnTo>
                    <a:pt x="1279939" y="1563669"/>
                  </a:lnTo>
                  <a:lnTo>
                    <a:pt x="1315060" y="1525232"/>
                  </a:lnTo>
                  <a:close/>
                  <a:moveTo>
                    <a:pt x="1272458" y="1481454"/>
                  </a:moveTo>
                  <a:lnTo>
                    <a:pt x="1315060" y="1525232"/>
                  </a:lnTo>
                  <a:lnTo>
                    <a:pt x="1262537" y="1443017"/>
                  </a:lnTo>
                  <a:close/>
                  <a:moveTo>
                    <a:pt x="599445" y="816988"/>
                  </a:moveTo>
                  <a:lnTo>
                    <a:pt x="694863" y="800007"/>
                  </a:lnTo>
                  <a:lnTo>
                    <a:pt x="657295" y="730457"/>
                  </a:lnTo>
                  <a:close/>
                  <a:moveTo>
                    <a:pt x="599445" y="816988"/>
                  </a:moveTo>
                  <a:lnTo>
                    <a:pt x="657295" y="730457"/>
                  </a:lnTo>
                  <a:lnTo>
                    <a:pt x="596709" y="719120"/>
                  </a:lnTo>
                  <a:close/>
                  <a:moveTo>
                    <a:pt x="694863" y="800007"/>
                  </a:moveTo>
                  <a:lnTo>
                    <a:pt x="760543" y="807202"/>
                  </a:lnTo>
                  <a:lnTo>
                    <a:pt x="719528" y="740455"/>
                  </a:lnTo>
                  <a:close/>
                  <a:moveTo>
                    <a:pt x="694863" y="800007"/>
                  </a:moveTo>
                  <a:lnTo>
                    <a:pt x="719528" y="740455"/>
                  </a:lnTo>
                  <a:lnTo>
                    <a:pt x="657295" y="730457"/>
                  </a:lnTo>
                  <a:close/>
                  <a:moveTo>
                    <a:pt x="596709" y="719120"/>
                  </a:moveTo>
                  <a:lnTo>
                    <a:pt x="657295" y="730457"/>
                  </a:lnTo>
                  <a:lnTo>
                    <a:pt x="638188" y="645898"/>
                  </a:lnTo>
                  <a:close/>
                  <a:moveTo>
                    <a:pt x="596709" y="719120"/>
                  </a:moveTo>
                  <a:lnTo>
                    <a:pt x="638188" y="645898"/>
                  </a:lnTo>
                  <a:lnTo>
                    <a:pt x="581104" y="631715"/>
                  </a:lnTo>
                  <a:close/>
                  <a:moveTo>
                    <a:pt x="1218572" y="1196372"/>
                  </a:moveTo>
                  <a:lnTo>
                    <a:pt x="1229519" y="1278587"/>
                  </a:lnTo>
                  <a:lnTo>
                    <a:pt x="1339145" y="1239362"/>
                  </a:lnTo>
                  <a:close/>
                  <a:moveTo>
                    <a:pt x="1339145" y="1239362"/>
                  </a:moveTo>
                  <a:lnTo>
                    <a:pt x="1229519" y="1278587"/>
                  </a:lnTo>
                  <a:lnTo>
                    <a:pt x="1338929" y="1240498"/>
                  </a:lnTo>
                  <a:close/>
                  <a:moveTo>
                    <a:pt x="1339145" y="1239362"/>
                  </a:moveTo>
                  <a:lnTo>
                    <a:pt x="1338929" y="1240498"/>
                  </a:lnTo>
                  <a:lnTo>
                    <a:pt x="1341033" y="1240151"/>
                  </a:lnTo>
                  <a:close/>
                  <a:moveTo>
                    <a:pt x="981881" y="829075"/>
                  </a:moveTo>
                  <a:lnTo>
                    <a:pt x="951047" y="839503"/>
                  </a:lnTo>
                  <a:lnTo>
                    <a:pt x="981313" y="848997"/>
                  </a:lnTo>
                  <a:close/>
                  <a:moveTo>
                    <a:pt x="1376439" y="1119499"/>
                  </a:moveTo>
                  <a:lnTo>
                    <a:pt x="1339145" y="1239362"/>
                  </a:lnTo>
                  <a:lnTo>
                    <a:pt x="1341033" y="1240151"/>
                  </a:lnTo>
                  <a:close/>
                  <a:moveTo>
                    <a:pt x="1376439" y="1119499"/>
                  </a:moveTo>
                  <a:lnTo>
                    <a:pt x="1341033" y="1240151"/>
                  </a:lnTo>
                  <a:lnTo>
                    <a:pt x="1417995" y="1201715"/>
                  </a:lnTo>
                  <a:close/>
                  <a:moveTo>
                    <a:pt x="1480934" y="1185642"/>
                  </a:moveTo>
                  <a:lnTo>
                    <a:pt x="1580597" y="1265303"/>
                  </a:lnTo>
                  <a:lnTo>
                    <a:pt x="1498903" y="1201715"/>
                  </a:lnTo>
                  <a:close/>
                  <a:moveTo>
                    <a:pt x="1580597" y="1265303"/>
                  </a:moveTo>
                  <a:lnTo>
                    <a:pt x="1663726" y="1186539"/>
                  </a:lnTo>
                  <a:lnTo>
                    <a:pt x="1552409" y="1201715"/>
                  </a:lnTo>
                  <a:close/>
                  <a:moveTo>
                    <a:pt x="1463645" y="1099606"/>
                  </a:moveTo>
                  <a:lnTo>
                    <a:pt x="1376439" y="1119499"/>
                  </a:lnTo>
                  <a:lnTo>
                    <a:pt x="1480934" y="1185642"/>
                  </a:lnTo>
                  <a:close/>
                  <a:moveTo>
                    <a:pt x="1480934" y="1185642"/>
                  </a:moveTo>
                  <a:lnTo>
                    <a:pt x="1498903" y="1201715"/>
                  </a:lnTo>
                  <a:lnTo>
                    <a:pt x="1539253" y="1098730"/>
                  </a:lnTo>
                  <a:close/>
                  <a:moveTo>
                    <a:pt x="1463645" y="1099606"/>
                  </a:moveTo>
                  <a:lnTo>
                    <a:pt x="1480934" y="1185642"/>
                  </a:lnTo>
                  <a:lnTo>
                    <a:pt x="1539253" y="1098730"/>
                  </a:lnTo>
                  <a:close/>
                  <a:moveTo>
                    <a:pt x="1361780" y="1108788"/>
                  </a:moveTo>
                  <a:lnTo>
                    <a:pt x="1376439" y="1119499"/>
                  </a:lnTo>
                  <a:lnTo>
                    <a:pt x="1463645" y="1099606"/>
                  </a:lnTo>
                  <a:close/>
                  <a:moveTo>
                    <a:pt x="1463645" y="1099606"/>
                  </a:moveTo>
                  <a:lnTo>
                    <a:pt x="1445227" y="1014488"/>
                  </a:lnTo>
                  <a:lnTo>
                    <a:pt x="1361780" y="1108788"/>
                  </a:lnTo>
                  <a:close/>
                  <a:moveTo>
                    <a:pt x="1539253" y="1098730"/>
                  </a:moveTo>
                  <a:lnTo>
                    <a:pt x="1519359" y="998848"/>
                  </a:lnTo>
                  <a:lnTo>
                    <a:pt x="1445227" y="1014488"/>
                  </a:lnTo>
                  <a:close/>
                  <a:moveTo>
                    <a:pt x="1539253" y="1098730"/>
                  </a:moveTo>
                  <a:lnTo>
                    <a:pt x="1445227" y="1014488"/>
                  </a:lnTo>
                  <a:lnTo>
                    <a:pt x="1463645" y="1099606"/>
                  </a:lnTo>
                  <a:close/>
                  <a:moveTo>
                    <a:pt x="1519359" y="998848"/>
                  </a:moveTo>
                  <a:lnTo>
                    <a:pt x="1453906" y="916633"/>
                  </a:lnTo>
                  <a:lnTo>
                    <a:pt x="1445227" y="1014488"/>
                  </a:lnTo>
                  <a:close/>
                  <a:moveTo>
                    <a:pt x="1453906" y="916633"/>
                  </a:moveTo>
                  <a:lnTo>
                    <a:pt x="1437712" y="920505"/>
                  </a:lnTo>
                  <a:lnTo>
                    <a:pt x="1445227" y="1014488"/>
                  </a:lnTo>
                  <a:close/>
                  <a:moveTo>
                    <a:pt x="1348022" y="932829"/>
                  </a:moveTo>
                  <a:lnTo>
                    <a:pt x="1445227" y="1014488"/>
                  </a:lnTo>
                  <a:lnTo>
                    <a:pt x="1437712" y="920505"/>
                  </a:lnTo>
                  <a:close/>
                  <a:moveTo>
                    <a:pt x="1440646" y="909796"/>
                  </a:moveTo>
                  <a:lnTo>
                    <a:pt x="1348446" y="834417"/>
                  </a:lnTo>
                  <a:lnTo>
                    <a:pt x="1437712" y="920505"/>
                  </a:lnTo>
                  <a:close/>
                  <a:moveTo>
                    <a:pt x="1437712" y="920505"/>
                  </a:moveTo>
                  <a:lnTo>
                    <a:pt x="1348446" y="834417"/>
                  </a:lnTo>
                  <a:lnTo>
                    <a:pt x="1343786" y="836180"/>
                  </a:lnTo>
                  <a:close/>
                  <a:moveTo>
                    <a:pt x="1440646" y="909796"/>
                  </a:moveTo>
                  <a:lnTo>
                    <a:pt x="1437712" y="920505"/>
                  </a:lnTo>
                  <a:lnTo>
                    <a:pt x="1453906" y="916633"/>
                  </a:lnTo>
                  <a:close/>
                  <a:moveTo>
                    <a:pt x="1345265" y="831837"/>
                  </a:moveTo>
                  <a:lnTo>
                    <a:pt x="1343786" y="836180"/>
                  </a:lnTo>
                  <a:lnTo>
                    <a:pt x="1348446" y="834417"/>
                  </a:lnTo>
                  <a:close/>
                  <a:moveTo>
                    <a:pt x="1331646" y="834417"/>
                  </a:moveTo>
                  <a:lnTo>
                    <a:pt x="1343786" y="836180"/>
                  </a:lnTo>
                  <a:lnTo>
                    <a:pt x="1345265" y="831837"/>
                  </a:lnTo>
                  <a:close/>
                  <a:moveTo>
                    <a:pt x="1647149" y="1163278"/>
                  </a:moveTo>
                  <a:lnTo>
                    <a:pt x="1663726" y="1186539"/>
                  </a:lnTo>
                  <a:lnTo>
                    <a:pt x="1679199" y="1124841"/>
                  </a:lnTo>
                  <a:close/>
                  <a:moveTo>
                    <a:pt x="1453906" y="916633"/>
                  </a:moveTo>
                  <a:lnTo>
                    <a:pt x="1547296" y="992099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19359" y="998848"/>
                  </a:lnTo>
                  <a:lnTo>
                    <a:pt x="1547296" y="992099"/>
                  </a:lnTo>
                  <a:close/>
                  <a:moveTo>
                    <a:pt x="1547296" y="992099"/>
                  </a:moveTo>
                  <a:lnTo>
                    <a:pt x="1624584" y="889766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39852" y="898059"/>
                  </a:lnTo>
                  <a:lnTo>
                    <a:pt x="1440646" y="909796"/>
                  </a:lnTo>
                  <a:close/>
                  <a:moveTo>
                    <a:pt x="1440646" y="909796"/>
                  </a:moveTo>
                  <a:lnTo>
                    <a:pt x="1539852" y="898059"/>
                  </a:lnTo>
                  <a:lnTo>
                    <a:pt x="1553113" y="836431"/>
                  </a:lnTo>
                  <a:close/>
                  <a:moveTo>
                    <a:pt x="1440646" y="909796"/>
                  </a:moveTo>
                  <a:lnTo>
                    <a:pt x="1553113" y="836431"/>
                  </a:lnTo>
                  <a:lnTo>
                    <a:pt x="1469769" y="803479"/>
                  </a:lnTo>
                  <a:close/>
                  <a:moveTo>
                    <a:pt x="1331646" y="834417"/>
                  </a:moveTo>
                  <a:lnTo>
                    <a:pt x="1345265" y="831837"/>
                  </a:lnTo>
                  <a:lnTo>
                    <a:pt x="1381033" y="750366"/>
                  </a:lnTo>
                  <a:close/>
                  <a:moveTo>
                    <a:pt x="1454855" y="795981"/>
                  </a:moveTo>
                  <a:lnTo>
                    <a:pt x="1440646" y="909796"/>
                  </a:lnTo>
                  <a:lnTo>
                    <a:pt x="1469769" y="803479"/>
                  </a:lnTo>
                  <a:close/>
                  <a:moveTo>
                    <a:pt x="1454855" y="795981"/>
                  </a:moveTo>
                  <a:lnTo>
                    <a:pt x="1348446" y="834417"/>
                  </a:lnTo>
                  <a:lnTo>
                    <a:pt x="1440646" y="909796"/>
                  </a:lnTo>
                  <a:close/>
                  <a:moveTo>
                    <a:pt x="1348446" y="834417"/>
                  </a:moveTo>
                  <a:lnTo>
                    <a:pt x="1454855" y="795981"/>
                  </a:lnTo>
                  <a:lnTo>
                    <a:pt x="1345265" y="831837"/>
                  </a:lnTo>
                  <a:close/>
                  <a:moveTo>
                    <a:pt x="1454855" y="795981"/>
                  </a:moveTo>
                  <a:lnTo>
                    <a:pt x="1381033" y="750366"/>
                  </a:lnTo>
                  <a:lnTo>
                    <a:pt x="1345265" y="831837"/>
                  </a:lnTo>
                  <a:close/>
                  <a:moveTo>
                    <a:pt x="1736146" y="963442"/>
                  </a:moveTo>
                  <a:lnTo>
                    <a:pt x="1683301" y="1042626"/>
                  </a:lnTo>
                  <a:lnTo>
                    <a:pt x="1784887" y="930475"/>
                  </a:lnTo>
                  <a:close/>
                  <a:moveTo>
                    <a:pt x="1471702" y="792779"/>
                  </a:moveTo>
                  <a:lnTo>
                    <a:pt x="1454855" y="795981"/>
                  </a:lnTo>
                  <a:lnTo>
                    <a:pt x="1469769" y="803479"/>
                  </a:lnTo>
                  <a:close/>
                  <a:moveTo>
                    <a:pt x="1440838" y="480108"/>
                  </a:moveTo>
                  <a:lnTo>
                    <a:pt x="1308582" y="479484"/>
                  </a:lnTo>
                  <a:lnTo>
                    <a:pt x="1366423" y="480542"/>
                  </a:lnTo>
                  <a:close/>
                  <a:moveTo>
                    <a:pt x="1941411" y="591427"/>
                  </a:moveTo>
                  <a:lnTo>
                    <a:pt x="1877376" y="680671"/>
                  </a:lnTo>
                  <a:lnTo>
                    <a:pt x="1904219" y="667578"/>
                  </a:lnTo>
                  <a:close/>
                  <a:moveTo>
                    <a:pt x="2138375" y="414155"/>
                  </a:moveTo>
                  <a:lnTo>
                    <a:pt x="2087229" y="364097"/>
                  </a:lnTo>
                  <a:lnTo>
                    <a:pt x="2034210" y="338155"/>
                  </a:lnTo>
                  <a:close/>
                  <a:moveTo>
                    <a:pt x="2138375" y="414155"/>
                  </a:moveTo>
                  <a:lnTo>
                    <a:pt x="2228741" y="399332"/>
                  </a:lnTo>
                  <a:lnTo>
                    <a:pt x="2096305" y="357154"/>
                  </a:lnTo>
                  <a:close/>
                  <a:moveTo>
                    <a:pt x="2034210" y="338155"/>
                  </a:moveTo>
                  <a:lnTo>
                    <a:pt x="2072541" y="357154"/>
                  </a:lnTo>
                  <a:lnTo>
                    <a:pt x="2046466" y="275150"/>
                  </a:lnTo>
                  <a:close/>
                  <a:moveTo>
                    <a:pt x="2046466" y="275150"/>
                  </a:moveTo>
                  <a:lnTo>
                    <a:pt x="2084468" y="353776"/>
                  </a:lnTo>
                  <a:lnTo>
                    <a:pt x="2131441" y="314197"/>
                  </a:lnTo>
                  <a:close/>
                  <a:moveTo>
                    <a:pt x="2338193" y="472983"/>
                  </a:moveTo>
                  <a:lnTo>
                    <a:pt x="2270454" y="467460"/>
                  </a:lnTo>
                  <a:lnTo>
                    <a:pt x="2272002" y="561075"/>
                  </a:lnTo>
                  <a:close/>
                  <a:moveTo>
                    <a:pt x="2338193" y="472983"/>
                  </a:moveTo>
                  <a:lnTo>
                    <a:pt x="2340528" y="370991"/>
                  </a:lnTo>
                  <a:lnTo>
                    <a:pt x="2270454" y="467460"/>
                  </a:lnTo>
                  <a:close/>
                  <a:moveTo>
                    <a:pt x="2228741" y="399332"/>
                  </a:moveTo>
                  <a:lnTo>
                    <a:pt x="2340528" y="370991"/>
                  </a:lnTo>
                  <a:lnTo>
                    <a:pt x="2342705" y="331562"/>
                  </a:lnTo>
                  <a:close/>
                  <a:moveTo>
                    <a:pt x="2340528" y="370991"/>
                  </a:moveTo>
                  <a:lnTo>
                    <a:pt x="2413814" y="372004"/>
                  </a:lnTo>
                  <a:lnTo>
                    <a:pt x="2342705" y="331562"/>
                  </a:lnTo>
                  <a:close/>
                  <a:moveTo>
                    <a:pt x="2163093" y="198066"/>
                  </a:moveTo>
                  <a:lnTo>
                    <a:pt x="2131441" y="314197"/>
                  </a:lnTo>
                  <a:lnTo>
                    <a:pt x="2136335" y="318717"/>
                  </a:lnTo>
                  <a:close/>
                  <a:moveTo>
                    <a:pt x="2338893" y="272229"/>
                  </a:moveTo>
                  <a:lnTo>
                    <a:pt x="2257899" y="293146"/>
                  </a:lnTo>
                  <a:lnTo>
                    <a:pt x="2342705" y="331562"/>
                  </a:lnTo>
                  <a:close/>
                  <a:moveTo>
                    <a:pt x="2258012" y="277391"/>
                  </a:moveTo>
                  <a:lnTo>
                    <a:pt x="2338893" y="272229"/>
                  </a:lnTo>
                  <a:lnTo>
                    <a:pt x="2314354" y="192086"/>
                  </a:lnTo>
                  <a:close/>
                  <a:moveTo>
                    <a:pt x="2258012" y="277391"/>
                  </a:moveTo>
                  <a:lnTo>
                    <a:pt x="2314354" y="192086"/>
                  </a:lnTo>
                  <a:lnTo>
                    <a:pt x="2250245" y="183614"/>
                  </a:lnTo>
                  <a:close/>
                  <a:moveTo>
                    <a:pt x="2403973" y="279912"/>
                  </a:moveTo>
                  <a:lnTo>
                    <a:pt x="2342705" y="331562"/>
                  </a:lnTo>
                  <a:lnTo>
                    <a:pt x="2404204" y="282840"/>
                  </a:lnTo>
                  <a:close/>
                  <a:moveTo>
                    <a:pt x="2403973" y="279912"/>
                  </a:moveTo>
                  <a:lnTo>
                    <a:pt x="2338893" y="272229"/>
                  </a:lnTo>
                  <a:lnTo>
                    <a:pt x="2342705" y="331562"/>
                  </a:lnTo>
                  <a:close/>
                  <a:moveTo>
                    <a:pt x="2338893" y="272229"/>
                  </a:moveTo>
                  <a:lnTo>
                    <a:pt x="2403973" y="279912"/>
                  </a:lnTo>
                  <a:lnTo>
                    <a:pt x="2314354" y="192086"/>
                  </a:lnTo>
                  <a:close/>
                  <a:moveTo>
                    <a:pt x="2250245" y="183614"/>
                  </a:moveTo>
                  <a:lnTo>
                    <a:pt x="2307775" y="97342"/>
                  </a:lnTo>
                  <a:lnTo>
                    <a:pt x="2237315" y="94033"/>
                  </a:lnTo>
                  <a:close/>
                  <a:moveTo>
                    <a:pt x="2237315" y="94033"/>
                  </a:moveTo>
                  <a:lnTo>
                    <a:pt x="2307775" y="97342"/>
                  </a:lnTo>
                  <a:lnTo>
                    <a:pt x="2304393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54" name="Candidate_density__2153">
              <a:extLst>
                <a:ext uri="{FF2B5EF4-FFF2-40B4-BE49-F238E27FC236}">
                  <a16:creationId xmlns:a16="http://schemas.microsoft.com/office/drawing/2014/main" id="{81793D1C-B4EF-952C-B979-7C7EA36395CB}"/>
                </a:ext>
              </a:extLst>
            </p:cNvPr>
            <p:cNvSpPr>
              <a:spLocks noGrp="1"/>
            </p:cNvSpPr>
            <p:nvPr/>
          </p:nvSpPr>
          <p:spPr>
            <a:xfrm>
              <a:off x="3581177" y="1819900"/>
              <a:ext cx="2201255" cy="1572508"/>
            </a:xfrm>
            <a:custGeom>
              <a:avLst/>
              <a:gdLst/>
              <a:ahLst/>
              <a:cxnLst/>
              <a:rect l="0" t="0" r="0" b="0"/>
              <a:pathLst>
                <a:path w="2201255" h="1572508">
                  <a:moveTo>
                    <a:pt x="314314" y="1490293"/>
                  </a:moveTo>
                  <a:lnTo>
                    <a:pt x="438693" y="1532924"/>
                  </a:lnTo>
                  <a:lnTo>
                    <a:pt x="401684" y="1464317"/>
                  </a:lnTo>
                  <a:close/>
                  <a:moveTo>
                    <a:pt x="438783" y="1534072"/>
                  </a:moveTo>
                  <a:lnTo>
                    <a:pt x="438693" y="1532924"/>
                  </a:lnTo>
                  <a:lnTo>
                    <a:pt x="314314" y="1490293"/>
                  </a:lnTo>
                  <a:close/>
                  <a:moveTo>
                    <a:pt x="363817" y="1572508"/>
                  </a:moveTo>
                  <a:lnTo>
                    <a:pt x="438783" y="1534072"/>
                  </a:lnTo>
                  <a:lnTo>
                    <a:pt x="314314" y="1490293"/>
                  </a:lnTo>
                  <a:close/>
                  <a:moveTo>
                    <a:pt x="401684" y="1464317"/>
                  </a:moveTo>
                  <a:lnTo>
                    <a:pt x="438693" y="1532924"/>
                  </a:lnTo>
                  <a:lnTo>
                    <a:pt x="432779" y="1451856"/>
                  </a:lnTo>
                  <a:close/>
                  <a:moveTo>
                    <a:pt x="4436" y="1040781"/>
                  </a:moveTo>
                  <a:lnTo>
                    <a:pt x="0" y="1048050"/>
                  </a:lnTo>
                  <a:lnTo>
                    <a:pt x="15062" y="1063667"/>
                  </a:lnTo>
                  <a:close/>
                  <a:moveTo>
                    <a:pt x="5821" y="1029114"/>
                  </a:moveTo>
                  <a:lnTo>
                    <a:pt x="0" y="1048050"/>
                  </a:lnTo>
                  <a:lnTo>
                    <a:pt x="4436" y="1040781"/>
                  </a:lnTo>
                  <a:close/>
                  <a:moveTo>
                    <a:pt x="438783" y="1534072"/>
                  </a:moveTo>
                  <a:lnTo>
                    <a:pt x="439264" y="1535058"/>
                  </a:lnTo>
                  <a:lnTo>
                    <a:pt x="439763" y="1533452"/>
                  </a:lnTo>
                  <a:close/>
                  <a:moveTo>
                    <a:pt x="438783" y="1534072"/>
                  </a:moveTo>
                  <a:lnTo>
                    <a:pt x="439763" y="1533452"/>
                  </a:lnTo>
                  <a:lnTo>
                    <a:pt x="438693" y="1532924"/>
                  </a:lnTo>
                  <a:close/>
                  <a:moveTo>
                    <a:pt x="4436" y="1040781"/>
                  </a:moveTo>
                  <a:lnTo>
                    <a:pt x="15062" y="1063667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4436" y="1040781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16678" y="1034491"/>
                  </a:lnTo>
                  <a:lnTo>
                    <a:pt x="13742" y="958566"/>
                  </a:lnTo>
                  <a:close/>
                  <a:moveTo>
                    <a:pt x="13742" y="958566"/>
                  </a:moveTo>
                  <a:lnTo>
                    <a:pt x="16678" y="1034491"/>
                  </a:lnTo>
                  <a:lnTo>
                    <a:pt x="88411" y="1002344"/>
                  </a:lnTo>
                  <a:close/>
                  <a:moveTo>
                    <a:pt x="13742" y="958566"/>
                  </a:moveTo>
                  <a:lnTo>
                    <a:pt x="88411" y="1002344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13742" y="958566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43583" y="891644"/>
                  </a:lnTo>
                  <a:lnTo>
                    <a:pt x="13742" y="958566"/>
                  </a:lnTo>
                  <a:close/>
                  <a:moveTo>
                    <a:pt x="382745" y="1079345"/>
                  </a:moveTo>
                  <a:lnTo>
                    <a:pt x="357566" y="1084560"/>
                  </a:lnTo>
                  <a:lnTo>
                    <a:pt x="445111" y="1128735"/>
                  </a:lnTo>
                  <a:close/>
                  <a:moveTo>
                    <a:pt x="445111" y="1128735"/>
                  </a:moveTo>
                  <a:lnTo>
                    <a:pt x="515137" y="1109672"/>
                  </a:lnTo>
                  <a:lnTo>
                    <a:pt x="487653" y="1054649"/>
                  </a:lnTo>
                  <a:close/>
                  <a:moveTo>
                    <a:pt x="445111" y="1128735"/>
                  </a:moveTo>
                  <a:lnTo>
                    <a:pt x="487653" y="1054649"/>
                  </a:lnTo>
                  <a:lnTo>
                    <a:pt x="382745" y="1079345"/>
                  </a:lnTo>
                  <a:close/>
                  <a:moveTo>
                    <a:pt x="84711" y="920129"/>
                  </a:moveTo>
                  <a:lnTo>
                    <a:pt x="133500" y="799925"/>
                  </a:lnTo>
                  <a:lnTo>
                    <a:pt x="95299" y="869799"/>
                  </a:lnTo>
                  <a:close/>
                  <a:moveTo>
                    <a:pt x="104400" y="837914"/>
                  </a:moveTo>
                  <a:lnTo>
                    <a:pt x="95299" y="869799"/>
                  </a:lnTo>
                  <a:lnTo>
                    <a:pt x="133500" y="799925"/>
                  </a:lnTo>
                  <a:close/>
                  <a:moveTo>
                    <a:pt x="133972" y="799188"/>
                  </a:moveTo>
                  <a:lnTo>
                    <a:pt x="104400" y="837914"/>
                  </a:lnTo>
                  <a:lnTo>
                    <a:pt x="133500" y="799925"/>
                  </a:lnTo>
                  <a:close/>
                  <a:moveTo>
                    <a:pt x="559625" y="1060803"/>
                  </a:moveTo>
                  <a:lnTo>
                    <a:pt x="515137" y="1109672"/>
                  </a:lnTo>
                  <a:lnTo>
                    <a:pt x="455436" y="1128338"/>
                  </a:lnTo>
                  <a:close/>
                  <a:moveTo>
                    <a:pt x="515137" y="1109672"/>
                  </a:moveTo>
                  <a:lnTo>
                    <a:pt x="559625" y="1060803"/>
                  </a:lnTo>
                  <a:lnTo>
                    <a:pt x="518666" y="1046123"/>
                  </a:lnTo>
                  <a:close/>
                  <a:moveTo>
                    <a:pt x="190150" y="730574"/>
                  </a:moveTo>
                  <a:lnTo>
                    <a:pt x="133972" y="799188"/>
                  </a:lnTo>
                  <a:lnTo>
                    <a:pt x="238533" y="696267"/>
                  </a:lnTo>
                  <a:close/>
                  <a:moveTo>
                    <a:pt x="337233" y="655385"/>
                  </a:moveTo>
                  <a:lnTo>
                    <a:pt x="258690" y="678826"/>
                  </a:lnTo>
                  <a:lnTo>
                    <a:pt x="362551" y="666087"/>
                  </a:lnTo>
                  <a:close/>
                  <a:moveTo>
                    <a:pt x="258690" y="678826"/>
                  </a:moveTo>
                  <a:lnTo>
                    <a:pt x="238533" y="696267"/>
                  </a:lnTo>
                  <a:lnTo>
                    <a:pt x="362551" y="666087"/>
                  </a:lnTo>
                  <a:close/>
                  <a:moveTo>
                    <a:pt x="1340897" y="1385668"/>
                  </a:moveTo>
                  <a:lnTo>
                    <a:pt x="1340809" y="1385312"/>
                  </a:lnTo>
                  <a:lnTo>
                    <a:pt x="1318488" y="1303800"/>
                  </a:lnTo>
                  <a:close/>
                  <a:moveTo>
                    <a:pt x="1228135" y="1424104"/>
                  </a:moveTo>
                  <a:lnTo>
                    <a:pt x="1340897" y="1385668"/>
                  </a:lnTo>
                  <a:lnTo>
                    <a:pt x="1209079" y="1341889"/>
                  </a:lnTo>
                  <a:close/>
                  <a:moveTo>
                    <a:pt x="660438" y="601953"/>
                  </a:moveTo>
                  <a:lnTo>
                    <a:pt x="678988" y="684169"/>
                  </a:lnTo>
                  <a:lnTo>
                    <a:pt x="748929" y="663144"/>
                  </a:lnTo>
                  <a:close/>
                  <a:moveTo>
                    <a:pt x="1340916" y="1385658"/>
                  </a:moveTo>
                  <a:lnTo>
                    <a:pt x="1340809" y="1385312"/>
                  </a:lnTo>
                  <a:lnTo>
                    <a:pt x="1340897" y="1385668"/>
                  </a:lnTo>
                  <a:close/>
                  <a:moveTo>
                    <a:pt x="1340809" y="1385312"/>
                  </a:moveTo>
                  <a:lnTo>
                    <a:pt x="1340916" y="1385658"/>
                  </a:lnTo>
                  <a:lnTo>
                    <a:pt x="1320592" y="1303453"/>
                  </a:lnTo>
                  <a:close/>
                  <a:moveTo>
                    <a:pt x="943229" y="810162"/>
                  </a:moveTo>
                  <a:lnTo>
                    <a:pt x="986323" y="853941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3229" y="810162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8218" y="753448"/>
                  </a:lnTo>
                  <a:lnTo>
                    <a:pt x="943229" y="810162"/>
                  </a:lnTo>
                  <a:close/>
                  <a:moveTo>
                    <a:pt x="948218" y="753448"/>
                  </a:moveTo>
                  <a:lnTo>
                    <a:pt x="1005823" y="753623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21507" y="689511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50908" y="706986"/>
                  </a:lnTo>
                  <a:lnTo>
                    <a:pt x="1021507" y="689511"/>
                  </a:lnTo>
                  <a:close/>
                  <a:moveTo>
                    <a:pt x="1050908" y="706986"/>
                  </a:moveTo>
                  <a:lnTo>
                    <a:pt x="1071710" y="651074"/>
                  </a:lnTo>
                  <a:lnTo>
                    <a:pt x="1021507" y="689511"/>
                  </a:lnTo>
                  <a:close/>
                  <a:moveTo>
                    <a:pt x="1102369" y="620731"/>
                  </a:moveTo>
                  <a:lnTo>
                    <a:pt x="1021507" y="689511"/>
                  </a:lnTo>
                  <a:lnTo>
                    <a:pt x="1071710" y="651074"/>
                  </a:lnTo>
                  <a:close/>
                  <a:moveTo>
                    <a:pt x="1219656" y="565388"/>
                  </a:moveTo>
                  <a:lnTo>
                    <a:pt x="1102369" y="620731"/>
                  </a:lnTo>
                  <a:lnTo>
                    <a:pt x="1154691" y="601152"/>
                  </a:lnTo>
                  <a:close/>
                  <a:moveTo>
                    <a:pt x="1759422" y="587144"/>
                  </a:moveTo>
                  <a:lnTo>
                    <a:pt x="1670620" y="617980"/>
                  </a:lnTo>
                  <a:lnTo>
                    <a:pt x="1775665" y="605316"/>
                  </a:lnTo>
                  <a:close/>
                  <a:moveTo>
                    <a:pt x="1700345" y="538913"/>
                  </a:moveTo>
                  <a:lnTo>
                    <a:pt x="1670620" y="617980"/>
                  </a:lnTo>
                  <a:lnTo>
                    <a:pt x="1759422" y="587144"/>
                  </a:lnTo>
                  <a:close/>
                  <a:moveTo>
                    <a:pt x="1699999" y="535764"/>
                  </a:moveTo>
                  <a:lnTo>
                    <a:pt x="1759422" y="587144"/>
                  </a:lnTo>
                  <a:lnTo>
                    <a:pt x="1774079" y="579543"/>
                  </a:lnTo>
                  <a:close/>
                  <a:moveTo>
                    <a:pt x="1699999" y="535764"/>
                  </a:moveTo>
                  <a:lnTo>
                    <a:pt x="1774079" y="579543"/>
                  </a:lnTo>
                  <a:lnTo>
                    <a:pt x="1759733" y="497328"/>
                  </a:lnTo>
                  <a:close/>
                  <a:moveTo>
                    <a:pt x="1759422" y="587144"/>
                  </a:moveTo>
                  <a:lnTo>
                    <a:pt x="1775665" y="605316"/>
                  </a:lnTo>
                  <a:lnTo>
                    <a:pt x="1774079" y="579543"/>
                  </a:lnTo>
                  <a:close/>
                  <a:moveTo>
                    <a:pt x="1775665" y="605316"/>
                  </a:moveTo>
                  <a:lnTo>
                    <a:pt x="1802410" y="652288"/>
                  </a:lnTo>
                  <a:lnTo>
                    <a:pt x="1774079" y="579543"/>
                  </a:lnTo>
                  <a:close/>
                  <a:moveTo>
                    <a:pt x="1774079" y="579543"/>
                  </a:moveTo>
                  <a:lnTo>
                    <a:pt x="1886363" y="623322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774079" y="579543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853994" y="541107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759733" y="497328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842006" y="458892"/>
                  </a:lnTo>
                  <a:lnTo>
                    <a:pt x="1841302" y="376677"/>
                  </a:lnTo>
                  <a:close/>
                  <a:moveTo>
                    <a:pt x="1842006" y="458892"/>
                  </a:moveTo>
                  <a:lnTo>
                    <a:pt x="1921929" y="515621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888522" y="442687"/>
                  </a:lnTo>
                  <a:lnTo>
                    <a:pt x="1921929" y="515621"/>
                  </a:lnTo>
                  <a:close/>
                  <a:moveTo>
                    <a:pt x="1841302" y="376677"/>
                  </a:moveTo>
                  <a:lnTo>
                    <a:pt x="1888522" y="442687"/>
                  </a:lnTo>
                  <a:lnTo>
                    <a:pt x="1853718" y="370890"/>
                  </a:lnTo>
                  <a:close/>
                  <a:moveTo>
                    <a:pt x="1841302" y="376677"/>
                  </a:moveTo>
                  <a:lnTo>
                    <a:pt x="1842006" y="458892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915189" y="338240"/>
                  </a:lnTo>
                  <a:lnTo>
                    <a:pt x="1888522" y="442687"/>
                  </a:lnTo>
                  <a:close/>
                  <a:moveTo>
                    <a:pt x="1915189" y="338240"/>
                  </a:moveTo>
                  <a:lnTo>
                    <a:pt x="1853718" y="370890"/>
                  </a:lnTo>
                  <a:lnTo>
                    <a:pt x="1888522" y="442687"/>
                  </a:lnTo>
                  <a:close/>
                  <a:moveTo>
                    <a:pt x="1843096" y="363572"/>
                  </a:moveTo>
                  <a:lnTo>
                    <a:pt x="1841302" y="376677"/>
                  </a:lnTo>
                  <a:lnTo>
                    <a:pt x="1853718" y="370890"/>
                  </a:lnTo>
                  <a:close/>
                  <a:moveTo>
                    <a:pt x="1850176" y="294461"/>
                  </a:moveTo>
                  <a:lnTo>
                    <a:pt x="1853718" y="370890"/>
                  </a:lnTo>
                  <a:lnTo>
                    <a:pt x="1915189" y="338240"/>
                  </a:lnTo>
                  <a:close/>
                  <a:moveTo>
                    <a:pt x="1850176" y="294461"/>
                  </a:moveTo>
                  <a:lnTo>
                    <a:pt x="1915189" y="338240"/>
                  </a:lnTo>
                  <a:lnTo>
                    <a:pt x="1919542" y="256025"/>
                  </a:lnTo>
                  <a:close/>
                  <a:moveTo>
                    <a:pt x="1963164" y="420455"/>
                  </a:moveTo>
                  <a:lnTo>
                    <a:pt x="2013769" y="401456"/>
                  </a:lnTo>
                  <a:lnTo>
                    <a:pt x="1993539" y="299804"/>
                  </a:lnTo>
                  <a:close/>
                  <a:moveTo>
                    <a:pt x="1915189" y="338240"/>
                  </a:moveTo>
                  <a:lnTo>
                    <a:pt x="1963164" y="420455"/>
                  </a:lnTo>
                  <a:lnTo>
                    <a:pt x="1993539" y="299804"/>
                  </a:lnTo>
                  <a:close/>
                  <a:moveTo>
                    <a:pt x="1919542" y="256025"/>
                  </a:moveTo>
                  <a:lnTo>
                    <a:pt x="2002459" y="250339"/>
                  </a:lnTo>
                  <a:lnTo>
                    <a:pt x="1975845" y="232103"/>
                  </a:lnTo>
                  <a:close/>
                  <a:moveTo>
                    <a:pt x="1993539" y="299804"/>
                  </a:moveTo>
                  <a:lnTo>
                    <a:pt x="2002459" y="250339"/>
                  </a:lnTo>
                  <a:lnTo>
                    <a:pt x="1919542" y="256025"/>
                  </a:lnTo>
                  <a:close/>
                  <a:moveTo>
                    <a:pt x="1915189" y="338240"/>
                  </a:moveTo>
                  <a:lnTo>
                    <a:pt x="1993539" y="299804"/>
                  </a:lnTo>
                  <a:lnTo>
                    <a:pt x="1919542" y="256025"/>
                  </a:lnTo>
                  <a:close/>
                  <a:moveTo>
                    <a:pt x="1936105" y="217459"/>
                  </a:moveTo>
                  <a:lnTo>
                    <a:pt x="1919542" y="256025"/>
                  </a:lnTo>
                  <a:lnTo>
                    <a:pt x="1975845" y="232103"/>
                  </a:lnTo>
                  <a:close/>
                  <a:moveTo>
                    <a:pt x="1955803" y="173810"/>
                  </a:moveTo>
                  <a:lnTo>
                    <a:pt x="1975845" y="232103"/>
                  </a:lnTo>
                  <a:lnTo>
                    <a:pt x="2005326" y="217588"/>
                  </a:lnTo>
                  <a:close/>
                  <a:moveTo>
                    <a:pt x="1975845" y="232103"/>
                  </a:moveTo>
                  <a:lnTo>
                    <a:pt x="2002459" y="250339"/>
                  </a:lnTo>
                  <a:lnTo>
                    <a:pt x="2005326" y="217588"/>
                  </a:lnTo>
                  <a:close/>
                  <a:moveTo>
                    <a:pt x="2030371" y="287867"/>
                  </a:moveTo>
                  <a:lnTo>
                    <a:pt x="2136006" y="255791"/>
                  </a:lnTo>
                  <a:lnTo>
                    <a:pt x="2005326" y="217588"/>
                  </a:lnTo>
                  <a:close/>
                  <a:moveTo>
                    <a:pt x="2005326" y="217588"/>
                  </a:moveTo>
                  <a:lnTo>
                    <a:pt x="2136006" y="255791"/>
                  </a:lnTo>
                  <a:lnTo>
                    <a:pt x="2078754" y="179152"/>
                  </a:lnTo>
                  <a:close/>
                  <a:moveTo>
                    <a:pt x="2005326" y="217588"/>
                  </a:moveTo>
                  <a:lnTo>
                    <a:pt x="2002459" y="250339"/>
                  </a:lnTo>
                  <a:lnTo>
                    <a:pt x="2030371" y="287867"/>
                  </a:lnTo>
                  <a:close/>
                  <a:moveTo>
                    <a:pt x="2012720" y="135373"/>
                  </a:moveTo>
                  <a:lnTo>
                    <a:pt x="2005326" y="217588"/>
                  </a:lnTo>
                  <a:lnTo>
                    <a:pt x="2078754" y="179152"/>
                  </a:lnTo>
                  <a:close/>
                  <a:moveTo>
                    <a:pt x="2012720" y="135373"/>
                  </a:moveTo>
                  <a:lnTo>
                    <a:pt x="2078754" y="179152"/>
                  </a:lnTo>
                  <a:lnTo>
                    <a:pt x="2088838" y="96937"/>
                  </a:lnTo>
                  <a:close/>
                  <a:moveTo>
                    <a:pt x="2088838" y="96937"/>
                  </a:moveTo>
                  <a:lnTo>
                    <a:pt x="2090822" y="86855"/>
                  </a:lnTo>
                  <a:lnTo>
                    <a:pt x="2010732" y="53158"/>
                  </a:lnTo>
                  <a:close/>
                  <a:moveTo>
                    <a:pt x="2012720" y="135373"/>
                  </a:moveTo>
                  <a:lnTo>
                    <a:pt x="2088838" y="96937"/>
                  </a:lnTo>
                  <a:lnTo>
                    <a:pt x="2010732" y="53158"/>
                  </a:lnTo>
                  <a:close/>
                  <a:moveTo>
                    <a:pt x="2088838" y="96937"/>
                  </a:moveTo>
                  <a:lnTo>
                    <a:pt x="2135610" y="162809"/>
                  </a:lnTo>
                  <a:lnTo>
                    <a:pt x="2096690" y="94358"/>
                  </a:lnTo>
                  <a:close/>
                  <a:moveTo>
                    <a:pt x="2088838" y="96937"/>
                  </a:moveTo>
                  <a:lnTo>
                    <a:pt x="2078754" y="179152"/>
                  </a:lnTo>
                  <a:lnTo>
                    <a:pt x="2135610" y="162809"/>
                  </a:lnTo>
                  <a:close/>
                  <a:moveTo>
                    <a:pt x="2135610" y="162809"/>
                  </a:moveTo>
                  <a:lnTo>
                    <a:pt x="2201255" y="69941"/>
                  </a:lnTo>
                  <a:lnTo>
                    <a:pt x="2096690" y="94358"/>
                  </a:lnTo>
                  <a:close/>
                  <a:moveTo>
                    <a:pt x="2090822" y="86855"/>
                  </a:moveTo>
                  <a:lnTo>
                    <a:pt x="2088838" y="96937"/>
                  </a:lnTo>
                  <a:lnTo>
                    <a:pt x="2096690" y="94358"/>
                  </a:lnTo>
                  <a:close/>
                  <a:moveTo>
                    <a:pt x="2096690" y="94358"/>
                  </a:moveTo>
                  <a:lnTo>
                    <a:pt x="2108858" y="14722"/>
                  </a:lnTo>
                  <a:lnTo>
                    <a:pt x="2090822" y="86855"/>
                  </a:lnTo>
                  <a:close/>
                  <a:moveTo>
                    <a:pt x="2164168" y="0"/>
                  </a:moveTo>
                  <a:lnTo>
                    <a:pt x="2108858" y="14722"/>
                  </a:lnTo>
                  <a:lnTo>
                    <a:pt x="2096690" y="94358"/>
                  </a:lnTo>
                  <a:close/>
                  <a:moveTo>
                    <a:pt x="2201255" y="69941"/>
                  </a:moveTo>
                  <a:lnTo>
                    <a:pt x="2164168" y="0"/>
                  </a:lnTo>
                  <a:lnTo>
                    <a:pt x="2096690" y="9435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55" name="Candidate_density__2154">
              <a:extLst>
                <a:ext uri="{FF2B5EF4-FFF2-40B4-BE49-F238E27FC236}">
                  <a16:creationId xmlns:a16="http://schemas.microsoft.com/office/drawing/2014/main" id="{F38C728F-810E-51A4-953C-D8F38EDC8DEF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450836"/>
              <a:ext cx="2289224" cy="1078249"/>
            </a:xfrm>
            <a:custGeom>
              <a:avLst/>
              <a:gdLst/>
              <a:ahLst/>
              <a:cxnLst/>
              <a:rect l="0" t="0" r="0" b="0"/>
              <a:pathLst>
                <a:path w="2289224" h="1078249">
                  <a:moveTo>
                    <a:pt x="136375" y="764218"/>
                  </a:moveTo>
                  <a:lnTo>
                    <a:pt x="205885" y="738704"/>
                  </a:lnTo>
                  <a:lnTo>
                    <a:pt x="171795" y="753801"/>
                  </a:lnTo>
                  <a:close/>
                  <a:moveTo>
                    <a:pt x="0" y="605347"/>
                  </a:moveTo>
                  <a:lnTo>
                    <a:pt x="74662" y="605837"/>
                  </a:lnTo>
                  <a:lnTo>
                    <a:pt x="9959" y="606215"/>
                  </a:lnTo>
                  <a:close/>
                  <a:moveTo>
                    <a:pt x="712180" y="502744"/>
                  </a:moveTo>
                  <a:lnTo>
                    <a:pt x="737256" y="550411"/>
                  </a:lnTo>
                  <a:lnTo>
                    <a:pt x="728395" y="541180"/>
                  </a:lnTo>
                  <a:close/>
                  <a:moveTo>
                    <a:pt x="709858" y="511431"/>
                  </a:moveTo>
                  <a:lnTo>
                    <a:pt x="708735" y="601860"/>
                  </a:lnTo>
                  <a:lnTo>
                    <a:pt x="712180" y="502744"/>
                  </a:lnTo>
                  <a:close/>
                  <a:moveTo>
                    <a:pt x="669759" y="361505"/>
                  </a:moveTo>
                  <a:lnTo>
                    <a:pt x="711188" y="420528"/>
                  </a:lnTo>
                  <a:lnTo>
                    <a:pt x="656396" y="344134"/>
                  </a:lnTo>
                  <a:close/>
                  <a:moveTo>
                    <a:pt x="1291795" y="1078249"/>
                  </a:moveTo>
                  <a:lnTo>
                    <a:pt x="1323928" y="1065825"/>
                  </a:lnTo>
                  <a:lnTo>
                    <a:pt x="1225804" y="1047178"/>
                  </a:lnTo>
                  <a:close/>
                  <a:moveTo>
                    <a:pt x="1225804" y="1047178"/>
                  </a:moveTo>
                  <a:lnTo>
                    <a:pt x="1323928" y="1065825"/>
                  </a:lnTo>
                  <a:lnTo>
                    <a:pt x="1349094" y="1014278"/>
                  </a:lnTo>
                  <a:close/>
                  <a:moveTo>
                    <a:pt x="1366780" y="930894"/>
                  </a:moveTo>
                  <a:lnTo>
                    <a:pt x="1349094" y="1014278"/>
                  </a:lnTo>
                  <a:lnTo>
                    <a:pt x="1367074" y="957597"/>
                  </a:lnTo>
                  <a:close/>
                  <a:moveTo>
                    <a:pt x="1377758" y="906246"/>
                  </a:moveTo>
                  <a:lnTo>
                    <a:pt x="1366780" y="930894"/>
                  </a:lnTo>
                  <a:lnTo>
                    <a:pt x="1434974" y="841512"/>
                  </a:lnTo>
                  <a:close/>
                  <a:moveTo>
                    <a:pt x="1356993" y="919161"/>
                  </a:moveTo>
                  <a:lnTo>
                    <a:pt x="1366780" y="930894"/>
                  </a:lnTo>
                  <a:lnTo>
                    <a:pt x="1377758" y="906246"/>
                  </a:lnTo>
                  <a:close/>
                  <a:moveTo>
                    <a:pt x="1222683" y="672516"/>
                  </a:moveTo>
                  <a:lnTo>
                    <a:pt x="1167847" y="678741"/>
                  </a:lnTo>
                  <a:lnTo>
                    <a:pt x="1160042" y="677508"/>
                  </a:lnTo>
                  <a:close/>
                  <a:moveTo>
                    <a:pt x="1434974" y="841512"/>
                  </a:moveTo>
                  <a:lnTo>
                    <a:pt x="1449277" y="824326"/>
                  </a:lnTo>
                  <a:lnTo>
                    <a:pt x="1415021" y="830366"/>
                  </a:lnTo>
                  <a:close/>
                  <a:moveTo>
                    <a:pt x="1377758" y="906246"/>
                  </a:moveTo>
                  <a:lnTo>
                    <a:pt x="1434974" y="841512"/>
                  </a:lnTo>
                  <a:lnTo>
                    <a:pt x="1415021" y="830366"/>
                  </a:lnTo>
                  <a:close/>
                  <a:moveTo>
                    <a:pt x="1502110" y="798510"/>
                  </a:moveTo>
                  <a:lnTo>
                    <a:pt x="1569778" y="887045"/>
                  </a:lnTo>
                  <a:lnTo>
                    <a:pt x="1558684" y="880725"/>
                  </a:lnTo>
                  <a:close/>
                  <a:moveTo>
                    <a:pt x="1434974" y="841512"/>
                  </a:moveTo>
                  <a:lnTo>
                    <a:pt x="1569778" y="887045"/>
                  </a:lnTo>
                  <a:lnTo>
                    <a:pt x="1502110" y="798510"/>
                  </a:lnTo>
                  <a:close/>
                  <a:moveTo>
                    <a:pt x="1568680" y="787845"/>
                  </a:moveTo>
                  <a:lnTo>
                    <a:pt x="1599067" y="863234"/>
                  </a:lnTo>
                  <a:lnTo>
                    <a:pt x="1584760" y="880725"/>
                  </a:lnTo>
                  <a:close/>
                  <a:moveTo>
                    <a:pt x="1799249" y="121028"/>
                  </a:moveTo>
                  <a:lnTo>
                    <a:pt x="1755872" y="195793"/>
                  </a:lnTo>
                  <a:lnTo>
                    <a:pt x="1794982" y="224589"/>
                  </a:lnTo>
                  <a:close/>
                  <a:moveTo>
                    <a:pt x="1870637" y="113036"/>
                  </a:moveTo>
                  <a:lnTo>
                    <a:pt x="1875618" y="119533"/>
                  </a:lnTo>
                  <a:lnTo>
                    <a:pt x="1884403" y="116008"/>
                  </a:lnTo>
                  <a:close/>
                  <a:moveTo>
                    <a:pt x="1834632" y="145122"/>
                  </a:moveTo>
                  <a:lnTo>
                    <a:pt x="1870637" y="113036"/>
                  </a:lnTo>
                  <a:lnTo>
                    <a:pt x="1805576" y="99943"/>
                  </a:lnTo>
                  <a:close/>
                  <a:moveTo>
                    <a:pt x="1805576" y="99943"/>
                  </a:moveTo>
                  <a:lnTo>
                    <a:pt x="1799249" y="121028"/>
                  </a:lnTo>
                  <a:lnTo>
                    <a:pt x="1834632" y="145122"/>
                  </a:lnTo>
                  <a:close/>
                  <a:moveTo>
                    <a:pt x="1916348" y="74600"/>
                  </a:moveTo>
                  <a:lnTo>
                    <a:pt x="1870637" y="113036"/>
                  </a:lnTo>
                  <a:lnTo>
                    <a:pt x="1884403" y="116008"/>
                  </a:lnTo>
                  <a:close/>
                  <a:moveTo>
                    <a:pt x="1884403" y="116008"/>
                  </a:moveTo>
                  <a:lnTo>
                    <a:pt x="1958428" y="114116"/>
                  </a:lnTo>
                  <a:lnTo>
                    <a:pt x="2012359" y="100553"/>
                  </a:lnTo>
                  <a:close/>
                  <a:moveTo>
                    <a:pt x="2012359" y="100553"/>
                  </a:moveTo>
                  <a:lnTo>
                    <a:pt x="1958428" y="114116"/>
                  </a:lnTo>
                  <a:lnTo>
                    <a:pt x="2094094" y="127488"/>
                  </a:lnTo>
                  <a:close/>
                  <a:moveTo>
                    <a:pt x="2142901" y="94768"/>
                  </a:moveTo>
                  <a:lnTo>
                    <a:pt x="2094094" y="127488"/>
                  </a:lnTo>
                  <a:lnTo>
                    <a:pt x="2218271" y="97905"/>
                  </a:lnTo>
                  <a:close/>
                  <a:moveTo>
                    <a:pt x="2289224" y="25647"/>
                  </a:moveTo>
                  <a:lnTo>
                    <a:pt x="2246240" y="0"/>
                  </a:lnTo>
                  <a:lnTo>
                    <a:pt x="2218271" y="9790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56" name="Candidate_density__2155">
              <a:extLst>
                <a:ext uri="{FF2B5EF4-FFF2-40B4-BE49-F238E27FC236}">
                  <a16:creationId xmlns:a16="http://schemas.microsoft.com/office/drawing/2014/main" id="{27E555DE-245F-E4D8-E325-CDECBE17ABBE}"/>
                </a:ext>
              </a:extLst>
            </p:cNvPr>
            <p:cNvSpPr>
              <a:spLocks noGrp="1"/>
            </p:cNvSpPr>
            <p:nvPr/>
          </p:nvSpPr>
          <p:spPr>
            <a:xfrm>
              <a:off x="3669339" y="2571864"/>
              <a:ext cx="1810438" cy="772692"/>
            </a:xfrm>
            <a:custGeom>
              <a:avLst/>
              <a:gdLst/>
              <a:ahLst/>
              <a:cxnLst/>
              <a:rect l="0" t="0" r="0" b="0"/>
              <a:pathLst>
                <a:path w="1810438" h="772692">
                  <a:moveTo>
                    <a:pt x="64702" y="484809"/>
                  </a:moveTo>
                  <a:lnTo>
                    <a:pt x="83974" y="477510"/>
                  </a:lnTo>
                  <a:lnTo>
                    <a:pt x="0" y="485187"/>
                  </a:lnTo>
                  <a:close/>
                  <a:moveTo>
                    <a:pt x="136308" y="234780"/>
                  </a:moveTo>
                  <a:lnTo>
                    <a:pt x="134928" y="250380"/>
                  </a:lnTo>
                  <a:lnTo>
                    <a:pt x="160069" y="195761"/>
                  </a:lnTo>
                  <a:close/>
                  <a:moveTo>
                    <a:pt x="1513509" y="772692"/>
                  </a:moveTo>
                  <a:lnTo>
                    <a:pt x="1559819" y="766018"/>
                  </a:lnTo>
                  <a:lnTo>
                    <a:pt x="1425015" y="720484"/>
                  </a:lnTo>
                  <a:close/>
                  <a:moveTo>
                    <a:pt x="1574801" y="759697"/>
                  </a:moveTo>
                  <a:lnTo>
                    <a:pt x="1559819" y="766018"/>
                  </a:lnTo>
                  <a:lnTo>
                    <a:pt x="1577680" y="677482"/>
                  </a:lnTo>
                  <a:close/>
                  <a:moveTo>
                    <a:pt x="1492151" y="677482"/>
                  </a:moveTo>
                  <a:lnTo>
                    <a:pt x="1548725" y="759697"/>
                  </a:lnTo>
                  <a:lnTo>
                    <a:pt x="1589107" y="742206"/>
                  </a:lnTo>
                  <a:close/>
                  <a:moveTo>
                    <a:pt x="1789623" y="112661"/>
                  </a:moveTo>
                  <a:lnTo>
                    <a:pt x="1789290" y="0"/>
                  </a:lnTo>
                  <a:lnTo>
                    <a:pt x="1785022" y="103561"/>
                  </a:lnTo>
                  <a:close/>
                  <a:moveTo>
                    <a:pt x="1810438" y="30445"/>
                  </a:moveTo>
                  <a:lnTo>
                    <a:pt x="1789290" y="0"/>
                  </a:lnTo>
                  <a:lnTo>
                    <a:pt x="1789623" y="11266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57" name="Candidate_density__2156">
              <a:extLst>
                <a:ext uri="{FF2B5EF4-FFF2-40B4-BE49-F238E27FC236}">
                  <a16:creationId xmlns:a16="http://schemas.microsoft.com/office/drawing/2014/main" id="{C1C3308E-2C68-7AB0-39C3-670AF65A74B6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13180"/>
              <a:ext cx="1882225" cy="964960"/>
            </a:xfrm>
            <a:custGeom>
              <a:avLst/>
              <a:gdLst/>
              <a:ahLst/>
              <a:cxnLst/>
              <a:rect l="0" t="0" r="0" b="0"/>
              <a:pathLst>
                <a:path w="1882225" h="964960">
                  <a:moveTo>
                    <a:pt x="86799" y="676360"/>
                  </a:moveTo>
                  <a:lnTo>
                    <a:pt x="72637" y="701874"/>
                  </a:lnTo>
                  <a:lnTo>
                    <a:pt x="108057" y="691457"/>
                  </a:lnTo>
                  <a:close/>
                  <a:moveTo>
                    <a:pt x="82590" y="659695"/>
                  </a:moveTo>
                  <a:lnTo>
                    <a:pt x="61926" y="649990"/>
                  </a:lnTo>
                  <a:lnTo>
                    <a:pt x="108057" y="691457"/>
                  </a:lnTo>
                  <a:close/>
                  <a:moveTo>
                    <a:pt x="86799" y="676360"/>
                  </a:moveTo>
                  <a:lnTo>
                    <a:pt x="61926" y="649990"/>
                  </a:lnTo>
                  <a:lnTo>
                    <a:pt x="9078" y="592863"/>
                  </a:lnTo>
                  <a:close/>
                  <a:moveTo>
                    <a:pt x="0" y="555709"/>
                  </a:moveTo>
                  <a:lnTo>
                    <a:pt x="4729" y="583788"/>
                  </a:lnTo>
                  <a:lnTo>
                    <a:pt x="9078" y="592863"/>
                  </a:lnTo>
                  <a:close/>
                  <a:moveTo>
                    <a:pt x="274305" y="720139"/>
                  </a:moveTo>
                  <a:lnTo>
                    <a:pt x="336688" y="773749"/>
                  </a:lnTo>
                  <a:lnTo>
                    <a:pt x="253924" y="715175"/>
                  </a:lnTo>
                  <a:close/>
                  <a:moveTo>
                    <a:pt x="439823" y="665497"/>
                  </a:moveTo>
                  <a:lnTo>
                    <a:pt x="447923" y="578550"/>
                  </a:lnTo>
                  <a:lnTo>
                    <a:pt x="433837" y="681702"/>
                  </a:lnTo>
                  <a:close/>
                  <a:moveTo>
                    <a:pt x="412957" y="561051"/>
                  </a:moveTo>
                  <a:lnTo>
                    <a:pt x="487355" y="628007"/>
                  </a:lnTo>
                  <a:lnTo>
                    <a:pt x="433837" y="681702"/>
                  </a:lnTo>
                  <a:close/>
                  <a:moveTo>
                    <a:pt x="569856" y="540012"/>
                  </a:moveTo>
                  <a:lnTo>
                    <a:pt x="561402" y="643266"/>
                  </a:lnTo>
                  <a:lnTo>
                    <a:pt x="516989" y="523601"/>
                  </a:lnTo>
                  <a:close/>
                  <a:moveTo>
                    <a:pt x="566525" y="642812"/>
                  </a:moveTo>
                  <a:lnTo>
                    <a:pt x="561402" y="643266"/>
                  </a:lnTo>
                  <a:lnTo>
                    <a:pt x="569856" y="540012"/>
                  </a:lnTo>
                  <a:close/>
                  <a:moveTo>
                    <a:pt x="646121" y="449087"/>
                  </a:moveTo>
                  <a:lnTo>
                    <a:pt x="569856" y="540012"/>
                  </a:lnTo>
                  <a:lnTo>
                    <a:pt x="533874" y="523279"/>
                  </a:lnTo>
                  <a:close/>
                  <a:moveTo>
                    <a:pt x="1214309" y="964960"/>
                  </a:moveTo>
                  <a:lnTo>
                    <a:pt x="1285356" y="951934"/>
                  </a:lnTo>
                  <a:lnTo>
                    <a:pt x="1255670" y="904401"/>
                  </a:lnTo>
                  <a:close/>
                  <a:moveTo>
                    <a:pt x="1273885" y="831663"/>
                  </a:moveTo>
                  <a:lnTo>
                    <a:pt x="1255670" y="904401"/>
                  </a:lnTo>
                  <a:lnTo>
                    <a:pt x="1293255" y="856817"/>
                  </a:lnTo>
                  <a:close/>
                  <a:moveTo>
                    <a:pt x="1273503" y="755873"/>
                  </a:moveTo>
                  <a:lnTo>
                    <a:pt x="1293255" y="856817"/>
                  </a:lnTo>
                  <a:lnTo>
                    <a:pt x="1314020" y="843902"/>
                  </a:lnTo>
                  <a:close/>
                  <a:moveTo>
                    <a:pt x="1365983" y="717288"/>
                  </a:moveTo>
                  <a:lnTo>
                    <a:pt x="1351283" y="768022"/>
                  </a:lnTo>
                  <a:lnTo>
                    <a:pt x="1404352" y="736166"/>
                  </a:lnTo>
                  <a:close/>
                  <a:moveTo>
                    <a:pt x="1365983" y="717288"/>
                  </a:moveTo>
                  <a:lnTo>
                    <a:pt x="1414381" y="725278"/>
                  </a:lnTo>
                  <a:lnTo>
                    <a:pt x="1373873" y="637280"/>
                  </a:lnTo>
                  <a:close/>
                  <a:moveTo>
                    <a:pt x="1207900" y="166002"/>
                  </a:moveTo>
                  <a:lnTo>
                    <a:pt x="1169264" y="204439"/>
                  </a:lnTo>
                  <a:lnTo>
                    <a:pt x="1218652" y="120387"/>
                  </a:lnTo>
                  <a:close/>
                  <a:moveTo>
                    <a:pt x="1341794" y="86936"/>
                  </a:moveTo>
                  <a:lnTo>
                    <a:pt x="1270379" y="133867"/>
                  </a:lnTo>
                  <a:lnTo>
                    <a:pt x="1218652" y="120387"/>
                  </a:lnTo>
                  <a:close/>
                  <a:moveTo>
                    <a:pt x="1469241" y="89129"/>
                  </a:moveTo>
                  <a:lnTo>
                    <a:pt x="1427722" y="129550"/>
                  </a:lnTo>
                  <a:lnTo>
                    <a:pt x="1476458" y="96562"/>
                  </a:lnTo>
                  <a:close/>
                  <a:moveTo>
                    <a:pt x="1469241" y="89129"/>
                  </a:moveTo>
                  <a:lnTo>
                    <a:pt x="1425094" y="127566"/>
                  </a:lnTo>
                  <a:lnTo>
                    <a:pt x="1427722" y="129550"/>
                  </a:lnTo>
                  <a:close/>
                  <a:moveTo>
                    <a:pt x="1425094" y="127566"/>
                  </a:moveTo>
                  <a:lnTo>
                    <a:pt x="1469241" y="89129"/>
                  </a:lnTo>
                  <a:lnTo>
                    <a:pt x="1341794" y="86936"/>
                  </a:lnTo>
                  <a:close/>
                  <a:moveTo>
                    <a:pt x="1469241" y="89129"/>
                  </a:moveTo>
                  <a:lnTo>
                    <a:pt x="1395878" y="73945"/>
                  </a:lnTo>
                  <a:lnTo>
                    <a:pt x="1341794" y="86936"/>
                  </a:lnTo>
                  <a:close/>
                  <a:moveTo>
                    <a:pt x="1708082" y="220575"/>
                  </a:moveTo>
                  <a:lnTo>
                    <a:pt x="1692134" y="133449"/>
                  </a:lnTo>
                  <a:lnTo>
                    <a:pt x="1709931" y="215123"/>
                  </a:lnTo>
                  <a:close/>
                  <a:moveTo>
                    <a:pt x="1852610" y="12256"/>
                  </a:moveTo>
                  <a:lnTo>
                    <a:pt x="1869776" y="22079"/>
                  </a:lnTo>
                  <a:lnTo>
                    <a:pt x="1882225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58" name="Candidate_density__2157">
              <a:extLst>
                <a:ext uri="{FF2B5EF4-FFF2-40B4-BE49-F238E27FC236}">
                  <a16:creationId xmlns:a16="http://schemas.microsoft.com/office/drawing/2014/main" id="{58A87403-60A7-5ED1-275A-EDD2C5D725B9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49518"/>
              <a:ext cx="2156541" cy="1028622"/>
            </a:xfrm>
            <a:custGeom>
              <a:avLst/>
              <a:gdLst/>
              <a:ahLst/>
              <a:cxnLst/>
              <a:rect l="0" t="0" r="0" b="0"/>
              <a:pathLst>
                <a:path w="2156541" h="1028622">
                  <a:moveTo>
                    <a:pt x="340078" y="807556"/>
                  </a:moveTo>
                  <a:lnTo>
                    <a:pt x="383636" y="837411"/>
                  </a:lnTo>
                  <a:lnTo>
                    <a:pt x="321253" y="783801"/>
                  </a:lnTo>
                  <a:close/>
                  <a:moveTo>
                    <a:pt x="0" y="575593"/>
                  </a:moveTo>
                  <a:lnTo>
                    <a:pt x="51678" y="647451"/>
                  </a:lnTo>
                  <a:lnTo>
                    <a:pt x="46948" y="619371"/>
                  </a:lnTo>
                  <a:close/>
                  <a:moveTo>
                    <a:pt x="472396" y="890614"/>
                  </a:moveTo>
                  <a:lnTo>
                    <a:pt x="486049" y="849568"/>
                  </a:lnTo>
                  <a:lnTo>
                    <a:pt x="417763" y="866016"/>
                  </a:lnTo>
                  <a:close/>
                  <a:moveTo>
                    <a:pt x="486251" y="749311"/>
                  </a:moveTo>
                  <a:lnTo>
                    <a:pt x="480785" y="745365"/>
                  </a:lnTo>
                  <a:lnTo>
                    <a:pt x="383636" y="837411"/>
                  </a:lnTo>
                  <a:close/>
                  <a:moveTo>
                    <a:pt x="383636" y="837411"/>
                  </a:moveTo>
                  <a:lnTo>
                    <a:pt x="417763" y="866016"/>
                  </a:lnTo>
                  <a:lnTo>
                    <a:pt x="486049" y="849568"/>
                  </a:lnTo>
                  <a:close/>
                  <a:moveTo>
                    <a:pt x="486049" y="849568"/>
                  </a:moveTo>
                  <a:lnTo>
                    <a:pt x="486251" y="749311"/>
                  </a:lnTo>
                  <a:lnTo>
                    <a:pt x="383636" y="837411"/>
                  </a:lnTo>
                  <a:close/>
                  <a:moveTo>
                    <a:pt x="570019" y="841894"/>
                  </a:moveTo>
                  <a:lnTo>
                    <a:pt x="501234" y="745365"/>
                  </a:lnTo>
                  <a:lnTo>
                    <a:pt x="486251" y="749311"/>
                  </a:lnTo>
                  <a:close/>
                  <a:moveTo>
                    <a:pt x="570019" y="841894"/>
                  </a:moveTo>
                  <a:lnTo>
                    <a:pt x="486251" y="749311"/>
                  </a:lnTo>
                  <a:lnTo>
                    <a:pt x="486049" y="849568"/>
                  </a:lnTo>
                  <a:close/>
                  <a:moveTo>
                    <a:pt x="486251" y="749311"/>
                  </a:moveTo>
                  <a:lnTo>
                    <a:pt x="501234" y="745365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86251" y="749311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94871" y="642212"/>
                  </a:lnTo>
                  <a:lnTo>
                    <a:pt x="459905" y="624713"/>
                  </a:lnTo>
                  <a:close/>
                  <a:moveTo>
                    <a:pt x="612542" y="707232"/>
                  </a:moveTo>
                  <a:lnTo>
                    <a:pt x="501234" y="745365"/>
                  </a:lnTo>
                  <a:lnTo>
                    <a:pt x="581405" y="804321"/>
                  </a:lnTo>
                  <a:close/>
                  <a:moveTo>
                    <a:pt x="501234" y="745365"/>
                  </a:moveTo>
                  <a:lnTo>
                    <a:pt x="612542" y="707232"/>
                  </a:lnTo>
                  <a:lnTo>
                    <a:pt x="494871" y="642212"/>
                  </a:lnTo>
                  <a:close/>
                  <a:moveTo>
                    <a:pt x="501234" y="745365"/>
                  </a:moveTo>
                  <a:lnTo>
                    <a:pt x="494871" y="642212"/>
                  </a:lnTo>
                  <a:lnTo>
                    <a:pt x="486772" y="729159"/>
                  </a:lnTo>
                  <a:close/>
                  <a:moveTo>
                    <a:pt x="687270" y="707070"/>
                  </a:moveTo>
                  <a:lnTo>
                    <a:pt x="612542" y="707232"/>
                  </a:lnTo>
                  <a:lnTo>
                    <a:pt x="581405" y="804321"/>
                  </a:lnTo>
                  <a:close/>
                  <a:moveTo>
                    <a:pt x="398196" y="560123"/>
                  </a:moveTo>
                  <a:lnTo>
                    <a:pt x="459905" y="624713"/>
                  </a:lnTo>
                  <a:lnTo>
                    <a:pt x="494871" y="642212"/>
                  </a:lnTo>
                  <a:close/>
                  <a:moveTo>
                    <a:pt x="330284" y="460283"/>
                  </a:moveTo>
                  <a:lnTo>
                    <a:pt x="351013" y="500237"/>
                  </a:lnTo>
                  <a:lnTo>
                    <a:pt x="347734" y="498719"/>
                  </a:lnTo>
                  <a:close/>
                  <a:moveTo>
                    <a:pt x="504056" y="534653"/>
                  </a:moveTo>
                  <a:lnTo>
                    <a:pt x="616804" y="603674"/>
                  </a:lnTo>
                  <a:lnTo>
                    <a:pt x="566507" y="586277"/>
                  </a:lnTo>
                  <a:close/>
                  <a:moveTo>
                    <a:pt x="520097" y="542499"/>
                  </a:moveTo>
                  <a:lnTo>
                    <a:pt x="616804" y="603674"/>
                  </a:lnTo>
                  <a:lnTo>
                    <a:pt x="504056" y="534653"/>
                  </a:lnTo>
                  <a:close/>
                  <a:moveTo>
                    <a:pt x="580823" y="586941"/>
                  </a:moveTo>
                  <a:lnTo>
                    <a:pt x="616804" y="603674"/>
                  </a:lnTo>
                  <a:lnTo>
                    <a:pt x="520097" y="542499"/>
                  </a:lnTo>
                  <a:close/>
                  <a:moveTo>
                    <a:pt x="469519" y="421846"/>
                  </a:moveTo>
                  <a:lnTo>
                    <a:pt x="463786" y="460283"/>
                  </a:lnTo>
                  <a:lnTo>
                    <a:pt x="514074" y="504062"/>
                  </a:lnTo>
                  <a:close/>
                  <a:moveTo>
                    <a:pt x="469519" y="421846"/>
                  </a:moveTo>
                  <a:lnTo>
                    <a:pt x="464633" y="431184"/>
                  </a:lnTo>
                  <a:lnTo>
                    <a:pt x="463786" y="460283"/>
                  </a:lnTo>
                  <a:close/>
                  <a:moveTo>
                    <a:pt x="484012" y="250671"/>
                  </a:moveTo>
                  <a:lnTo>
                    <a:pt x="601555" y="301195"/>
                  </a:lnTo>
                  <a:lnTo>
                    <a:pt x="606585" y="311705"/>
                  </a:lnTo>
                  <a:close/>
                  <a:moveTo>
                    <a:pt x="407902" y="151863"/>
                  </a:moveTo>
                  <a:lnTo>
                    <a:pt x="317071" y="165116"/>
                  </a:lnTo>
                  <a:lnTo>
                    <a:pt x="397907" y="257417"/>
                  </a:lnTo>
                  <a:close/>
                  <a:moveTo>
                    <a:pt x="411086" y="257417"/>
                  </a:moveTo>
                  <a:lnTo>
                    <a:pt x="484012" y="250671"/>
                  </a:lnTo>
                  <a:lnTo>
                    <a:pt x="407902" y="151863"/>
                  </a:lnTo>
                  <a:close/>
                  <a:moveTo>
                    <a:pt x="1256056" y="920479"/>
                  </a:moveTo>
                  <a:lnTo>
                    <a:pt x="1261257" y="1028622"/>
                  </a:lnTo>
                  <a:lnTo>
                    <a:pt x="1302618" y="968063"/>
                  </a:lnTo>
                  <a:close/>
                  <a:moveTo>
                    <a:pt x="1256056" y="920479"/>
                  </a:moveTo>
                  <a:lnTo>
                    <a:pt x="1302618" y="968063"/>
                  </a:lnTo>
                  <a:lnTo>
                    <a:pt x="1320833" y="895325"/>
                  </a:lnTo>
                  <a:close/>
                  <a:moveTo>
                    <a:pt x="1320833" y="895325"/>
                  </a:moveTo>
                  <a:lnTo>
                    <a:pt x="1340204" y="920479"/>
                  </a:lnTo>
                  <a:lnTo>
                    <a:pt x="1320451" y="819535"/>
                  </a:lnTo>
                  <a:close/>
                  <a:moveTo>
                    <a:pt x="1320451" y="819535"/>
                  </a:moveTo>
                  <a:lnTo>
                    <a:pt x="1360968" y="907564"/>
                  </a:lnTo>
                  <a:lnTo>
                    <a:pt x="1398231" y="831685"/>
                  </a:lnTo>
                  <a:close/>
                  <a:moveTo>
                    <a:pt x="1412931" y="780950"/>
                  </a:moveTo>
                  <a:lnTo>
                    <a:pt x="1320451" y="819535"/>
                  </a:lnTo>
                  <a:lnTo>
                    <a:pt x="1398231" y="831685"/>
                  </a:lnTo>
                  <a:close/>
                  <a:moveTo>
                    <a:pt x="1420822" y="700942"/>
                  </a:moveTo>
                  <a:lnTo>
                    <a:pt x="1342735" y="687648"/>
                  </a:lnTo>
                  <a:lnTo>
                    <a:pt x="1303662" y="717612"/>
                  </a:lnTo>
                  <a:close/>
                  <a:moveTo>
                    <a:pt x="1420822" y="700942"/>
                  </a:moveTo>
                  <a:lnTo>
                    <a:pt x="1465164" y="698986"/>
                  </a:lnTo>
                  <a:lnTo>
                    <a:pt x="1430136" y="679176"/>
                  </a:lnTo>
                  <a:close/>
                  <a:moveTo>
                    <a:pt x="1420822" y="700942"/>
                  </a:moveTo>
                  <a:lnTo>
                    <a:pt x="1461330" y="788940"/>
                  </a:lnTo>
                  <a:lnTo>
                    <a:pt x="1465164" y="698986"/>
                  </a:lnTo>
                  <a:close/>
                  <a:moveTo>
                    <a:pt x="1451300" y="799828"/>
                  </a:moveTo>
                  <a:lnTo>
                    <a:pt x="1461330" y="788940"/>
                  </a:lnTo>
                  <a:lnTo>
                    <a:pt x="1412931" y="780950"/>
                  </a:lnTo>
                  <a:close/>
                  <a:moveTo>
                    <a:pt x="1303662" y="717612"/>
                  </a:moveTo>
                  <a:lnTo>
                    <a:pt x="1337067" y="681942"/>
                  </a:lnTo>
                  <a:lnTo>
                    <a:pt x="1407660" y="651734"/>
                  </a:lnTo>
                  <a:close/>
                  <a:moveTo>
                    <a:pt x="1407660" y="651734"/>
                  </a:moveTo>
                  <a:lnTo>
                    <a:pt x="1365501" y="619326"/>
                  </a:lnTo>
                  <a:lnTo>
                    <a:pt x="1302562" y="635398"/>
                  </a:lnTo>
                  <a:close/>
                  <a:moveTo>
                    <a:pt x="1407660" y="651734"/>
                  </a:moveTo>
                  <a:lnTo>
                    <a:pt x="1430136" y="679176"/>
                  </a:lnTo>
                  <a:lnTo>
                    <a:pt x="1365501" y="619326"/>
                  </a:lnTo>
                  <a:close/>
                  <a:moveTo>
                    <a:pt x="1430136" y="679176"/>
                  </a:moveTo>
                  <a:lnTo>
                    <a:pt x="1465164" y="698986"/>
                  </a:lnTo>
                  <a:lnTo>
                    <a:pt x="1365501" y="619326"/>
                  </a:lnTo>
                  <a:close/>
                  <a:moveTo>
                    <a:pt x="1420822" y="700942"/>
                  </a:moveTo>
                  <a:lnTo>
                    <a:pt x="1430136" y="679176"/>
                  </a:lnTo>
                  <a:lnTo>
                    <a:pt x="1427673" y="668873"/>
                  </a:lnTo>
                  <a:close/>
                  <a:moveTo>
                    <a:pt x="1427673" y="668873"/>
                  </a:moveTo>
                  <a:lnTo>
                    <a:pt x="1430136" y="679176"/>
                  </a:lnTo>
                  <a:lnTo>
                    <a:pt x="1407660" y="651734"/>
                  </a:lnTo>
                  <a:close/>
                  <a:moveTo>
                    <a:pt x="1339422" y="229664"/>
                  </a:moveTo>
                  <a:lnTo>
                    <a:pt x="1356269" y="226462"/>
                  </a:lnTo>
                  <a:lnTo>
                    <a:pt x="1388742" y="150598"/>
                  </a:lnTo>
                  <a:close/>
                  <a:moveTo>
                    <a:pt x="1265600" y="184049"/>
                  </a:moveTo>
                  <a:lnTo>
                    <a:pt x="1339422" y="229664"/>
                  </a:lnTo>
                  <a:lnTo>
                    <a:pt x="1388742" y="150598"/>
                  </a:lnTo>
                  <a:close/>
                  <a:moveTo>
                    <a:pt x="1356269" y="226462"/>
                  </a:moveTo>
                  <a:lnTo>
                    <a:pt x="1472042" y="191228"/>
                  </a:lnTo>
                  <a:lnTo>
                    <a:pt x="1388742" y="150598"/>
                  </a:lnTo>
                  <a:close/>
                  <a:moveTo>
                    <a:pt x="1565546" y="254324"/>
                  </a:moveTo>
                  <a:lnTo>
                    <a:pt x="1568446" y="235007"/>
                  </a:lnTo>
                  <a:lnTo>
                    <a:pt x="1523406" y="160224"/>
                  </a:lnTo>
                  <a:close/>
                  <a:moveTo>
                    <a:pt x="1565546" y="254324"/>
                  </a:moveTo>
                  <a:lnTo>
                    <a:pt x="1523406" y="160224"/>
                  </a:lnTo>
                  <a:lnTo>
                    <a:pt x="1474670" y="193212"/>
                  </a:lnTo>
                  <a:close/>
                  <a:moveTo>
                    <a:pt x="1739082" y="197112"/>
                  </a:moveTo>
                  <a:lnTo>
                    <a:pt x="1732670" y="196570"/>
                  </a:lnTo>
                  <a:lnTo>
                    <a:pt x="1756880" y="278785"/>
                  </a:lnTo>
                  <a:close/>
                  <a:moveTo>
                    <a:pt x="1761943" y="114354"/>
                  </a:moveTo>
                  <a:lnTo>
                    <a:pt x="1737554" y="188367"/>
                  </a:lnTo>
                  <a:lnTo>
                    <a:pt x="1782460" y="122346"/>
                  </a:lnTo>
                  <a:close/>
                  <a:moveTo>
                    <a:pt x="1782460" y="122346"/>
                  </a:moveTo>
                  <a:lnTo>
                    <a:pt x="1737554" y="188367"/>
                  </a:lnTo>
                  <a:lnTo>
                    <a:pt x="1739082" y="197112"/>
                  </a:lnTo>
                  <a:close/>
                  <a:moveTo>
                    <a:pt x="1956760" y="20222"/>
                  </a:moveTo>
                  <a:lnTo>
                    <a:pt x="1899558" y="75918"/>
                  </a:lnTo>
                  <a:lnTo>
                    <a:pt x="1929173" y="63662"/>
                  </a:lnTo>
                  <a:close/>
                  <a:moveTo>
                    <a:pt x="1916724" y="85741"/>
                  </a:moveTo>
                  <a:lnTo>
                    <a:pt x="1987354" y="37482"/>
                  </a:lnTo>
                  <a:lnTo>
                    <a:pt x="1929173" y="63662"/>
                  </a:lnTo>
                  <a:close/>
                  <a:moveTo>
                    <a:pt x="2043493" y="65845"/>
                  </a:moveTo>
                  <a:lnTo>
                    <a:pt x="1987354" y="37482"/>
                  </a:lnTo>
                  <a:lnTo>
                    <a:pt x="1916724" y="85741"/>
                  </a:lnTo>
                  <a:close/>
                  <a:moveTo>
                    <a:pt x="2156541" y="0"/>
                  </a:moveTo>
                  <a:lnTo>
                    <a:pt x="2043493" y="65845"/>
                  </a:lnTo>
                  <a:lnTo>
                    <a:pt x="2126112" y="9608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59" name="Candidate_density__2158">
              <a:extLst>
                <a:ext uri="{FF2B5EF4-FFF2-40B4-BE49-F238E27FC236}">
                  <a16:creationId xmlns:a16="http://schemas.microsoft.com/office/drawing/2014/main" id="{94BE9883-7B83-6A5A-22CF-363540C6EE71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2366349"/>
              <a:ext cx="2279550" cy="1111791"/>
            </a:xfrm>
            <a:custGeom>
              <a:avLst/>
              <a:gdLst/>
              <a:ahLst/>
              <a:cxnLst/>
              <a:rect l="0" t="0" r="0" b="0"/>
              <a:pathLst>
                <a:path w="2279550" h="1111791">
                  <a:moveTo>
                    <a:pt x="433735" y="920581"/>
                  </a:moveTo>
                  <a:lnTo>
                    <a:pt x="390177" y="890725"/>
                  </a:lnTo>
                  <a:lnTo>
                    <a:pt x="467862" y="949186"/>
                  </a:lnTo>
                  <a:close/>
                  <a:moveTo>
                    <a:pt x="0" y="576547"/>
                  </a:moveTo>
                  <a:lnTo>
                    <a:pt x="50099" y="658762"/>
                  </a:lnTo>
                  <a:lnTo>
                    <a:pt x="69587" y="620325"/>
                  </a:lnTo>
                  <a:close/>
                  <a:moveTo>
                    <a:pt x="544970" y="725381"/>
                  </a:moveTo>
                  <a:lnTo>
                    <a:pt x="662641" y="790402"/>
                  </a:lnTo>
                  <a:lnTo>
                    <a:pt x="632303" y="714974"/>
                  </a:lnTo>
                  <a:close/>
                  <a:moveTo>
                    <a:pt x="737370" y="790240"/>
                  </a:moveTo>
                  <a:lnTo>
                    <a:pt x="632303" y="714974"/>
                  </a:lnTo>
                  <a:lnTo>
                    <a:pt x="662641" y="790402"/>
                  </a:lnTo>
                  <a:close/>
                  <a:moveTo>
                    <a:pt x="488021" y="693144"/>
                  </a:moveTo>
                  <a:lnTo>
                    <a:pt x="510004" y="707883"/>
                  </a:lnTo>
                  <a:lnTo>
                    <a:pt x="448295" y="643293"/>
                  </a:lnTo>
                  <a:close/>
                  <a:moveTo>
                    <a:pt x="448295" y="643293"/>
                  </a:moveTo>
                  <a:lnTo>
                    <a:pt x="544970" y="725381"/>
                  </a:lnTo>
                  <a:lnTo>
                    <a:pt x="505742" y="657181"/>
                  </a:lnTo>
                  <a:close/>
                  <a:moveTo>
                    <a:pt x="448295" y="643293"/>
                  </a:moveTo>
                  <a:lnTo>
                    <a:pt x="401112" y="583406"/>
                  </a:lnTo>
                  <a:lnTo>
                    <a:pt x="395221" y="625849"/>
                  </a:lnTo>
                  <a:close/>
                  <a:moveTo>
                    <a:pt x="448295" y="643293"/>
                  </a:moveTo>
                  <a:lnTo>
                    <a:pt x="533672" y="585168"/>
                  </a:lnTo>
                  <a:lnTo>
                    <a:pt x="410543" y="581889"/>
                  </a:lnTo>
                  <a:close/>
                  <a:moveTo>
                    <a:pt x="410543" y="581889"/>
                  </a:moveTo>
                  <a:lnTo>
                    <a:pt x="401112" y="583406"/>
                  </a:lnTo>
                  <a:lnTo>
                    <a:pt x="448295" y="643293"/>
                  </a:lnTo>
                  <a:close/>
                  <a:moveTo>
                    <a:pt x="533672" y="585168"/>
                  </a:moveTo>
                  <a:lnTo>
                    <a:pt x="570197" y="625668"/>
                  </a:lnTo>
                  <a:lnTo>
                    <a:pt x="554155" y="617822"/>
                  </a:lnTo>
                  <a:close/>
                  <a:moveTo>
                    <a:pt x="564173" y="587231"/>
                  </a:moveTo>
                  <a:lnTo>
                    <a:pt x="533672" y="585168"/>
                  </a:lnTo>
                  <a:lnTo>
                    <a:pt x="554155" y="617822"/>
                  </a:lnTo>
                  <a:close/>
                  <a:moveTo>
                    <a:pt x="534111" y="333841"/>
                  </a:moveTo>
                  <a:lnTo>
                    <a:pt x="656684" y="394875"/>
                  </a:lnTo>
                  <a:lnTo>
                    <a:pt x="629529" y="316860"/>
                  </a:lnTo>
                  <a:close/>
                  <a:moveTo>
                    <a:pt x="458001" y="235032"/>
                  </a:moveTo>
                  <a:lnTo>
                    <a:pt x="531375" y="235973"/>
                  </a:lnTo>
                  <a:lnTo>
                    <a:pt x="515770" y="148568"/>
                  </a:lnTo>
                  <a:close/>
                  <a:moveTo>
                    <a:pt x="1306155" y="1003649"/>
                  </a:moveTo>
                  <a:lnTo>
                    <a:pt x="1249726" y="1042085"/>
                  </a:lnTo>
                  <a:lnTo>
                    <a:pt x="1311357" y="1111791"/>
                  </a:lnTo>
                  <a:close/>
                  <a:moveTo>
                    <a:pt x="1306155" y="1003649"/>
                  </a:moveTo>
                  <a:lnTo>
                    <a:pt x="1370932" y="978495"/>
                  </a:lnTo>
                  <a:lnTo>
                    <a:pt x="1348123" y="882997"/>
                  </a:lnTo>
                  <a:close/>
                  <a:moveTo>
                    <a:pt x="1463031" y="864120"/>
                  </a:moveTo>
                  <a:lnTo>
                    <a:pt x="1470921" y="784112"/>
                  </a:lnTo>
                  <a:lnTo>
                    <a:pt x="1353761" y="800782"/>
                  </a:lnTo>
                  <a:close/>
                  <a:moveTo>
                    <a:pt x="1386919" y="865404"/>
                  </a:moveTo>
                  <a:lnTo>
                    <a:pt x="1463031" y="864120"/>
                  </a:lnTo>
                  <a:lnTo>
                    <a:pt x="1353761" y="800782"/>
                  </a:lnTo>
                  <a:close/>
                  <a:moveTo>
                    <a:pt x="1352661" y="718568"/>
                  </a:moveTo>
                  <a:lnTo>
                    <a:pt x="1353761" y="800782"/>
                  </a:lnTo>
                  <a:lnTo>
                    <a:pt x="1457759" y="734903"/>
                  </a:lnTo>
                  <a:close/>
                  <a:moveTo>
                    <a:pt x="1613865" y="641694"/>
                  </a:moveTo>
                  <a:lnTo>
                    <a:pt x="1598392" y="703392"/>
                  </a:lnTo>
                  <a:lnTo>
                    <a:pt x="1572196" y="735870"/>
                  </a:lnTo>
                  <a:close/>
                  <a:moveTo>
                    <a:pt x="1632468" y="347094"/>
                  </a:moveTo>
                  <a:lnTo>
                    <a:pt x="1618545" y="318176"/>
                  </a:lnTo>
                  <a:lnTo>
                    <a:pt x="1615645" y="337493"/>
                  </a:lnTo>
                  <a:close/>
                  <a:moveTo>
                    <a:pt x="1674194" y="197524"/>
                  </a:moveTo>
                  <a:lnTo>
                    <a:pt x="1699565" y="220849"/>
                  </a:lnTo>
                  <a:lnTo>
                    <a:pt x="1679957" y="208394"/>
                  </a:lnTo>
                  <a:close/>
                  <a:moveTo>
                    <a:pt x="1787653" y="271537"/>
                  </a:moveTo>
                  <a:lnTo>
                    <a:pt x="1715310" y="197524"/>
                  </a:lnTo>
                  <a:lnTo>
                    <a:pt x="1789181" y="280281"/>
                  </a:lnTo>
                  <a:close/>
                  <a:moveTo>
                    <a:pt x="1789181" y="280281"/>
                  </a:moveTo>
                  <a:lnTo>
                    <a:pt x="1715310" y="197524"/>
                  </a:lnTo>
                  <a:lnTo>
                    <a:pt x="1679957" y="208394"/>
                  </a:lnTo>
                  <a:close/>
                  <a:moveTo>
                    <a:pt x="1699565" y="220849"/>
                  </a:moveTo>
                  <a:lnTo>
                    <a:pt x="1782769" y="27973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699565" y="22084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715310" y="197524"/>
                  </a:lnTo>
                  <a:lnTo>
                    <a:pt x="1689394" y="182822"/>
                  </a:lnTo>
                  <a:close/>
                  <a:moveTo>
                    <a:pt x="1674194" y="197524"/>
                  </a:moveTo>
                  <a:lnTo>
                    <a:pt x="1679957" y="208394"/>
                  </a:lnTo>
                  <a:lnTo>
                    <a:pt x="1689394" y="182822"/>
                  </a:lnTo>
                  <a:close/>
                  <a:moveTo>
                    <a:pt x="1604406" y="80266"/>
                  </a:moveTo>
                  <a:lnTo>
                    <a:pt x="1568115" y="38543"/>
                  </a:lnTo>
                  <a:lnTo>
                    <a:pt x="1577276" y="42290"/>
                  </a:lnTo>
                  <a:close/>
                  <a:moveTo>
                    <a:pt x="1604406" y="80266"/>
                  </a:moveTo>
                  <a:lnTo>
                    <a:pt x="1577276" y="42290"/>
                  </a:lnTo>
                  <a:lnTo>
                    <a:pt x="1659588" y="71384"/>
                  </a:lnTo>
                  <a:close/>
                  <a:moveTo>
                    <a:pt x="1715310" y="197524"/>
                  </a:moveTo>
                  <a:lnTo>
                    <a:pt x="1787653" y="271537"/>
                  </a:lnTo>
                  <a:lnTo>
                    <a:pt x="1778385" y="188965"/>
                  </a:lnTo>
                  <a:close/>
                  <a:moveTo>
                    <a:pt x="1688441" y="101404"/>
                  </a:moveTo>
                  <a:lnTo>
                    <a:pt x="1674194" y="197524"/>
                  </a:lnTo>
                  <a:lnTo>
                    <a:pt x="1689394" y="182822"/>
                  </a:lnTo>
                  <a:close/>
                  <a:moveTo>
                    <a:pt x="1778385" y="188965"/>
                  </a:moveTo>
                  <a:lnTo>
                    <a:pt x="1689394" y="182822"/>
                  </a:lnTo>
                  <a:lnTo>
                    <a:pt x="1715310" y="197524"/>
                  </a:lnTo>
                  <a:close/>
                  <a:moveTo>
                    <a:pt x="1688441" y="101404"/>
                  </a:moveTo>
                  <a:lnTo>
                    <a:pt x="1689394" y="182822"/>
                  </a:lnTo>
                  <a:lnTo>
                    <a:pt x="1778385" y="188965"/>
                  </a:lnTo>
                  <a:close/>
                  <a:moveTo>
                    <a:pt x="1778385" y="188965"/>
                  </a:moveTo>
                  <a:lnTo>
                    <a:pt x="1787653" y="271537"/>
                  </a:lnTo>
                  <a:lnTo>
                    <a:pt x="1812042" y="197524"/>
                  </a:lnTo>
                  <a:close/>
                  <a:moveTo>
                    <a:pt x="1778385" y="188965"/>
                  </a:moveTo>
                  <a:lnTo>
                    <a:pt x="1812042" y="197524"/>
                  </a:lnTo>
                  <a:lnTo>
                    <a:pt x="1757517" y="105839"/>
                  </a:lnTo>
                  <a:close/>
                  <a:moveTo>
                    <a:pt x="1626171" y="91436"/>
                  </a:moveTo>
                  <a:lnTo>
                    <a:pt x="1688441" y="101404"/>
                  </a:lnTo>
                  <a:lnTo>
                    <a:pt x="1659588" y="71384"/>
                  </a:lnTo>
                  <a:close/>
                  <a:moveTo>
                    <a:pt x="1876077" y="108280"/>
                  </a:moveTo>
                  <a:lnTo>
                    <a:pt x="1949657" y="159088"/>
                  </a:lnTo>
                  <a:lnTo>
                    <a:pt x="1934953" y="38436"/>
                  </a:lnTo>
                  <a:close/>
                  <a:moveTo>
                    <a:pt x="1934953" y="38436"/>
                  </a:moveTo>
                  <a:lnTo>
                    <a:pt x="1949657" y="159088"/>
                  </a:lnTo>
                  <a:lnTo>
                    <a:pt x="2006859" y="103392"/>
                  </a:lnTo>
                  <a:close/>
                  <a:moveTo>
                    <a:pt x="1979272" y="146832"/>
                  </a:moveTo>
                  <a:lnTo>
                    <a:pt x="2037453" y="120652"/>
                  </a:lnTo>
                  <a:lnTo>
                    <a:pt x="2006859" y="103392"/>
                  </a:lnTo>
                  <a:close/>
                  <a:moveTo>
                    <a:pt x="2037453" y="120652"/>
                  </a:moveTo>
                  <a:lnTo>
                    <a:pt x="2093592" y="149015"/>
                  </a:lnTo>
                  <a:lnTo>
                    <a:pt x="2107838" y="102902"/>
                  </a:lnTo>
                  <a:close/>
                  <a:moveTo>
                    <a:pt x="2006859" y="103392"/>
                  </a:moveTo>
                  <a:lnTo>
                    <a:pt x="2037453" y="120652"/>
                  </a:lnTo>
                  <a:lnTo>
                    <a:pt x="2095460" y="0"/>
                  </a:lnTo>
                  <a:close/>
                  <a:moveTo>
                    <a:pt x="2115828" y="16948"/>
                  </a:moveTo>
                  <a:lnTo>
                    <a:pt x="2037453" y="120652"/>
                  </a:lnTo>
                  <a:lnTo>
                    <a:pt x="2107838" y="102902"/>
                  </a:lnTo>
                  <a:close/>
                  <a:moveTo>
                    <a:pt x="2206640" y="83170"/>
                  </a:moveTo>
                  <a:lnTo>
                    <a:pt x="2107838" y="102902"/>
                  </a:lnTo>
                  <a:lnTo>
                    <a:pt x="2093592" y="149015"/>
                  </a:lnTo>
                  <a:close/>
                  <a:moveTo>
                    <a:pt x="2107838" y="102902"/>
                  </a:moveTo>
                  <a:lnTo>
                    <a:pt x="2206640" y="83170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06668" y="77928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79550" y="84488"/>
                  </a:lnTo>
                  <a:lnTo>
                    <a:pt x="2206668" y="7792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60" name="Candidate_density__2159">
              <a:extLst>
                <a:ext uri="{FF2B5EF4-FFF2-40B4-BE49-F238E27FC236}">
                  <a16:creationId xmlns:a16="http://schemas.microsoft.com/office/drawing/2014/main" id="{2355B921-55AB-2BDF-BA2D-2C8CDEAD06B4}"/>
                </a:ext>
              </a:extLst>
            </p:cNvPr>
            <p:cNvSpPr>
              <a:spLocks noGrp="1"/>
            </p:cNvSpPr>
            <p:nvPr/>
          </p:nvSpPr>
          <p:spPr>
            <a:xfrm>
              <a:off x="3785043" y="2587125"/>
              <a:ext cx="1669318" cy="877989"/>
            </a:xfrm>
            <a:custGeom>
              <a:avLst/>
              <a:gdLst/>
              <a:ahLst/>
              <a:cxnLst/>
              <a:rect l="0" t="0" r="0" b="0"/>
              <a:pathLst>
                <a:path w="1669318" h="877989">
                  <a:moveTo>
                    <a:pt x="46131" y="617512"/>
                  </a:moveTo>
                  <a:lnTo>
                    <a:pt x="0" y="576045"/>
                  </a:lnTo>
                  <a:lnTo>
                    <a:pt x="24873" y="602416"/>
                  </a:lnTo>
                  <a:close/>
                  <a:moveTo>
                    <a:pt x="105483" y="624216"/>
                  </a:moveTo>
                  <a:lnTo>
                    <a:pt x="20664" y="585750"/>
                  </a:lnTo>
                  <a:lnTo>
                    <a:pt x="46131" y="617512"/>
                  </a:lnTo>
                  <a:close/>
                  <a:moveTo>
                    <a:pt x="371911" y="607758"/>
                  </a:moveTo>
                  <a:lnTo>
                    <a:pt x="340803" y="689973"/>
                  </a:lnTo>
                  <a:lnTo>
                    <a:pt x="274762" y="699804"/>
                  </a:lnTo>
                  <a:close/>
                  <a:moveTo>
                    <a:pt x="274762" y="699804"/>
                  </a:moveTo>
                  <a:lnTo>
                    <a:pt x="340803" y="689973"/>
                  </a:lnTo>
                  <a:lnTo>
                    <a:pt x="315587" y="701439"/>
                  </a:lnTo>
                  <a:close/>
                  <a:moveTo>
                    <a:pt x="191998" y="641230"/>
                  </a:moveTo>
                  <a:lnTo>
                    <a:pt x="274762" y="699804"/>
                  </a:lnTo>
                  <a:lnTo>
                    <a:pt x="315587" y="701439"/>
                  </a:lnTo>
                  <a:close/>
                  <a:moveTo>
                    <a:pt x="504599" y="568867"/>
                  </a:moveTo>
                  <a:lnTo>
                    <a:pt x="570291" y="615553"/>
                  </a:lnTo>
                  <a:lnTo>
                    <a:pt x="499476" y="569321"/>
                  </a:lnTo>
                  <a:close/>
                  <a:moveTo>
                    <a:pt x="507930" y="466067"/>
                  </a:moveTo>
                  <a:lnTo>
                    <a:pt x="554389" y="448670"/>
                  </a:lnTo>
                  <a:lnTo>
                    <a:pt x="504599" y="568867"/>
                  </a:lnTo>
                  <a:close/>
                  <a:moveTo>
                    <a:pt x="1193744" y="830456"/>
                  </a:moveTo>
                  <a:lnTo>
                    <a:pt x="1241116" y="794605"/>
                  </a:lnTo>
                  <a:lnTo>
                    <a:pt x="1231330" y="782872"/>
                  </a:lnTo>
                  <a:close/>
                  <a:moveTo>
                    <a:pt x="1223430" y="877989"/>
                  </a:moveTo>
                  <a:lnTo>
                    <a:pt x="1241116" y="794605"/>
                  </a:lnTo>
                  <a:lnTo>
                    <a:pt x="1193744" y="830456"/>
                  </a:lnTo>
                  <a:close/>
                  <a:moveTo>
                    <a:pt x="1042183" y="542452"/>
                  </a:moveTo>
                  <a:lnTo>
                    <a:pt x="1097019" y="536227"/>
                  </a:lnTo>
                  <a:lnTo>
                    <a:pt x="1133972" y="580005"/>
                  </a:lnTo>
                  <a:close/>
                  <a:moveTo>
                    <a:pt x="1133972" y="580005"/>
                  </a:moveTo>
                  <a:lnTo>
                    <a:pt x="1097019" y="536227"/>
                  </a:lnTo>
                  <a:lnTo>
                    <a:pt x="1133030" y="497791"/>
                  </a:lnTo>
                  <a:close/>
                  <a:moveTo>
                    <a:pt x="1042183" y="542452"/>
                  </a:moveTo>
                  <a:lnTo>
                    <a:pt x="1034692" y="577901"/>
                  </a:lnTo>
                  <a:lnTo>
                    <a:pt x="974535" y="568184"/>
                  </a:lnTo>
                  <a:close/>
                  <a:moveTo>
                    <a:pt x="1097019" y="536227"/>
                  </a:moveTo>
                  <a:lnTo>
                    <a:pt x="1121869" y="415576"/>
                  </a:lnTo>
                  <a:lnTo>
                    <a:pt x="1133030" y="497791"/>
                  </a:lnTo>
                  <a:close/>
                  <a:moveTo>
                    <a:pt x="1162308" y="397714"/>
                  </a:moveTo>
                  <a:lnTo>
                    <a:pt x="1121869" y="415576"/>
                  </a:lnTo>
                  <a:lnTo>
                    <a:pt x="1137473" y="404864"/>
                  </a:lnTo>
                  <a:close/>
                  <a:moveTo>
                    <a:pt x="1616699" y="270670"/>
                  </a:moveTo>
                  <a:lnTo>
                    <a:pt x="1645135" y="347645"/>
                  </a:lnTo>
                  <a:lnTo>
                    <a:pt x="1649392" y="382481"/>
                  </a:lnTo>
                  <a:close/>
                  <a:moveTo>
                    <a:pt x="1645135" y="347645"/>
                  </a:moveTo>
                  <a:lnTo>
                    <a:pt x="1616699" y="270670"/>
                  </a:lnTo>
                  <a:lnTo>
                    <a:pt x="1643664" y="344045"/>
                  </a:lnTo>
                  <a:close/>
                  <a:moveTo>
                    <a:pt x="1616699" y="270670"/>
                  </a:moveTo>
                  <a:lnTo>
                    <a:pt x="1606242" y="261829"/>
                  </a:lnTo>
                  <a:lnTo>
                    <a:pt x="1643664" y="344045"/>
                  </a:lnTo>
                  <a:close/>
                  <a:moveTo>
                    <a:pt x="1333953" y="0"/>
                  </a:moveTo>
                  <a:lnTo>
                    <a:pt x="1222047" y="53621"/>
                  </a:lnTo>
                  <a:lnTo>
                    <a:pt x="1279868" y="12991"/>
                  </a:lnTo>
                  <a:close/>
                  <a:moveTo>
                    <a:pt x="1606242" y="261829"/>
                  </a:moveTo>
                  <a:lnTo>
                    <a:pt x="1646156" y="146630"/>
                  </a:lnTo>
                  <a:lnTo>
                    <a:pt x="1648006" y="141178"/>
                  </a:lnTo>
                  <a:close/>
                  <a:moveTo>
                    <a:pt x="1630208" y="59505"/>
                  </a:moveTo>
                  <a:lnTo>
                    <a:pt x="1646156" y="146630"/>
                  </a:lnTo>
                  <a:lnTo>
                    <a:pt x="1669318" y="8830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61" name="Candidate_density__2160">
              <a:extLst>
                <a:ext uri="{FF2B5EF4-FFF2-40B4-BE49-F238E27FC236}">
                  <a16:creationId xmlns:a16="http://schemas.microsoft.com/office/drawing/2014/main" id="{69A91443-2AB8-A29D-B985-97DAA220AD2B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1982709"/>
              <a:ext cx="2206668" cy="1425725"/>
            </a:xfrm>
            <a:custGeom>
              <a:avLst/>
              <a:gdLst/>
              <a:ahLst/>
              <a:cxnLst/>
              <a:rect l="0" t="0" r="0" b="0"/>
              <a:pathLst>
                <a:path w="2206668" h="1425725">
                  <a:moveTo>
                    <a:pt x="0" y="960186"/>
                  </a:moveTo>
                  <a:lnTo>
                    <a:pt x="69587" y="1003965"/>
                  </a:lnTo>
                  <a:lnTo>
                    <a:pt x="58142" y="921750"/>
                  </a:lnTo>
                  <a:close/>
                  <a:moveTo>
                    <a:pt x="43518" y="839535"/>
                  </a:moveTo>
                  <a:lnTo>
                    <a:pt x="0" y="960186"/>
                  </a:lnTo>
                  <a:lnTo>
                    <a:pt x="58142" y="921750"/>
                  </a:lnTo>
                  <a:close/>
                  <a:moveTo>
                    <a:pt x="505742" y="1040821"/>
                  </a:moveTo>
                  <a:lnTo>
                    <a:pt x="533672" y="968807"/>
                  </a:lnTo>
                  <a:lnTo>
                    <a:pt x="448295" y="1026932"/>
                  </a:lnTo>
                  <a:close/>
                  <a:moveTo>
                    <a:pt x="513885" y="927092"/>
                  </a:moveTo>
                  <a:lnTo>
                    <a:pt x="533672" y="968807"/>
                  </a:lnTo>
                  <a:lnTo>
                    <a:pt x="564173" y="970871"/>
                  </a:lnTo>
                  <a:close/>
                  <a:moveTo>
                    <a:pt x="458001" y="618672"/>
                  </a:moveTo>
                  <a:lnTo>
                    <a:pt x="534111" y="717481"/>
                  </a:lnTo>
                  <a:lnTo>
                    <a:pt x="531375" y="619613"/>
                  </a:lnTo>
                  <a:close/>
                  <a:moveTo>
                    <a:pt x="367170" y="631925"/>
                  </a:moveTo>
                  <a:lnTo>
                    <a:pt x="458001" y="618672"/>
                  </a:lnTo>
                  <a:lnTo>
                    <a:pt x="448219" y="526532"/>
                  </a:lnTo>
                  <a:close/>
                  <a:moveTo>
                    <a:pt x="458001" y="618672"/>
                  </a:moveTo>
                  <a:lnTo>
                    <a:pt x="515770" y="532208"/>
                  </a:lnTo>
                  <a:lnTo>
                    <a:pt x="448219" y="526532"/>
                  </a:lnTo>
                  <a:close/>
                  <a:moveTo>
                    <a:pt x="358872" y="538578"/>
                  </a:moveTo>
                  <a:lnTo>
                    <a:pt x="448219" y="526532"/>
                  </a:lnTo>
                  <a:lnTo>
                    <a:pt x="386316" y="481322"/>
                  </a:lnTo>
                  <a:close/>
                  <a:moveTo>
                    <a:pt x="1197203" y="1343509"/>
                  </a:moveTo>
                  <a:lnTo>
                    <a:pt x="1249726" y="1425725"/>
                  </a:lnTo>
                  <a:lnTo>
                    <a:pt x="1306155" y="1387289"/>
                  </a:lnTo>
                  <a:close/>
                  <a:moveTo>
                    <a:pt x="1197203" y="1343509"/>
                  </a:moveTo>
                  <a:lnTo>
                    <a:pt x="1306155" y="1387289"/>
                  </a:lnTo>
                  <a:lnTo>
                    <a:pt x="1258961" y="1305073"/>
                  </a:lnTo>
                  <a:close/>
                  <a:moveTo>
                    <a:pt x="1183242" y="1261295"/>
                  </a:moveTo>
                  <a:lnTo>
                    <a:pt x="1197203" y="1343509"/>
                  </a:lnTo>
                  <a:lnTo>
                    <a:pt x="1258961" y="1305073"/>
                  </a:lnTo>
                  <a:close/>
                  <a:moveTo>
                    <a:pt x="1258961" y="1305073"/>
                  </a:moveTo>
                  <a:lnTo>
                    <a:pt x="1306155" y="1387289"/>
                  </a:lnTo>
                  <a:lnTo>
                    <a:pt x="1348123" y="1266637"/>
                  </a:lnTo>
                  <a:close/>
                  <a:moveTo>
                    <a:pt x="1275699" y="1140643"/>
                  </a:moveTo>
                  <a:lnTo>
                    <a:pt x="1353761" y="1184422"/>
                  </a:lnTo>
                  <a:lnTo>
                    <a:pt x="1352661" y="1102207"/>
                  </a:lnTo>
                  <a:close/>
                  <a:moveTo>
                    <a:pt x="918055" y="709169"/>
                  </a:moveTo>
                  <a:lnTo>
                    <a:pt x="941430" y="691131"/>
                  </a:lnTo>
                  <a:lnTo>
                    <a:pt x="916547" y="729568"/>
                  </a:lnTo>
                  <a:close/>
                  <a:moveTo>
                    <a:pt x="1658086" y="904682"/>
                  </a:moveTo>
                  <a:lnTo>
                    <a:pt x="1620795" y="940407"/>
                  </a:lnTo>
                  <a:lnTo>
                    <a:pt x="1613865" y="1025334"/>
                  </a:lnTo>
                  <a:close/>
                  <a:moveTo>
                    <a:pt x="1374830" y="458135"/>
                  </a:moveTo>
                  <a:lnTo>
                    <a:pt x="1434982" y="387776"/>
                  </a:lnTo>
                  <a:lnTo>
                    <a:pt x="1415885" y="385258"/>
                  </a:lnTo>
                  <a:close/>
                  <a:moveTo>
                    <a:pt x="1374830" y="458135"/>
                  </a:moveTo>
                  <a:lnTo>
                    <a:pt x="1415885" y="385258"/>
                  </a:lnTo>
                  <a:lnTo>
                    <a:pt x="1330199" y="394327"/>
                  </a:lnTo>
                  <a:close/>
                  <a:moveTo>
                    <a:pt x="1490616" y="424595"/>
                  </a:moveTo>
                  <a:lnTo>
                    <a:pt x="1514699" y="407165"/>
                  </a:lnTo>
                  <a:lnTo>
                    <a:pt x="1434982" y="387776"/>
                  </a:lnTo>
                  <a:close/>
                  <a:moveTo>
                    <a:pt x="1490616" y="424595"/>
                  </a:moveTo>
                  <a:lnTo>
                    <a:pt x="1568115" y="422183"/>
                  </a:lnTo>
                  <a:lnTo>
                    <a:pt x="1514699" y="407165"/>
                  </a:lnTo>
                  <a:close/>
                  <a:moveTo>
                    <a:pt x="1568115" y="422183"/>
                  </a:moveTo>
                  <a:lnTo>
                    <a:pt x="1490616" y="424595"/>
                  </a:lnTo>
                  <a:lnTo>
                    <a:pt x="1577276" y="425929"/>
                  </a:lnTo>
                  <a:close/>
                  <a:moveTo>
                    <a:pt x="1757517" y="489478"/>
                  </a:moveTo>
                  <a:lnTo>
                    <a:pt x="1688441" y="485044"/>
                  </a:lnTo>
                  <a:lnTo>
                    <a:pt x="1778385" y="572605"/>
                  </a:lnTo>
                  <a:close/>
                  <a:moveTo>
                    <a:pt x="1757517" y="489478"/>
                  </a:moveTo>
                  <a:lnTo>
                    <a:pt x="1812042" y="581164"/>
                  </a:lnTo>
                  <a:lnTo>
                    <a:pt x="1876077" y="491919"/>
                  </a:lnTo>
                  <a:close/>
                  <a:moveTo>
                    <a:pt x="1757517" y="489478"/>
                  </a:moveTo>
                  <a:lnTo>
                    <a:pt x="1876077" y="491919"/>
                  </a:lnTo>
                  <a:lnTo>
                    <a:pt x="1841470" y="460512"/>
                  </a:lnTo>
                  <a:close/>
                  <a:moveTo>
                    <a:pt x="1626171" y="475076"/>
                  </a:moveTo>
                  <a:lnTo>
                    <a:pt x="1659588" y="455023"/>
                  </a:lnTo>
                  <a:lnTo>
                    <a:pt x="1577276" y="425929"/>
                  </a:lnTo>
                  <a:close/>
                  <a:moveTo>
                    <a:pt x="1688441" y="485044"/>
                  </a:moveTo>
                  <a:lnTo>
                    <a:pt x="1730772" y="442506"/>
                  </a:lnTo>
                  <a:lnTo>
                    <a:pt x="1659588" y="455023"/>
                  </a:lnTo>
                  <a:close/>
                  <a:moveTo>
                    <a:pt x="1688441" y="485044"/>
                  </a:moveTo>
                  <a:lnTo>
                    <a:pt x="1757517" y="489478"/>
                  </a:lnTo>
                  <a:lnTo>
                    <a:pt x="1730772" y="442506"/>
                  </a:lnTo>
                  <a:close/>
                  <a:moveTo>
                    <a:pt x="1889608" y="442683"/>
                  </a:moveTo>
                  <a:lnTo>
                    <a:pt x="1876077" y="491919"/>
                  </a:lnTo>
                  <a:lnTo>
                    <a:pt x="1934953" y="422076"/>
                  </a:lnTo>
                  <a:close/>
                  <a:moveTo>
                    <a:pt x="1841470" y="460512"/>
                  </a:moveTo>
                  <a:lnTo>
                    <a:pt x="1876077" y="491919"/>
                  </a:lnTo>
                  <a:lnTo>
                    <a:pt x="1889608" y="442683"/>
                  </a:lnTo>
                  <a:close/>
                  <a:moveTo>
                    <a:pt x="2019847" y="397393"/>
                  </a:moveTo>
                  <a:lnTo>
                    <a:pt x="2006859" y="487031"/>
                  </a:lnTo>
                  <a:lnTo>
                    <a:pt x="2095460" y="383640"/>
                  </a:lnTo>
                  <a:close/>
                  <a:moveTo>
                    <a:pt x="2095460" y="383640"/>
                  </a:moveTo>
                  <a:lnTo>
                    <a:pt x="2037453" y="504291"/>
                  </a:lnTo>
                  <a:lnTo>
                    <a:pt x="2115828" y="400588"/>
                  </a:lnTo>
                  <a:close/>
                  <a:moveTo>
                    <a:pt x="1934953" y="422076"/>
                  </a:moveTo>
                  <a:lnTo>
                    <a:pt x="2006859" y="487031"/>
                  </a:lnTo>
                  <a:lnTo>
                    <a:pt x="2019847" y="397393"/>
                  </a:lnTo>
                  <a:close/>
                  <a:moveTo>
                    <a:pt x="2019847" y="397393"/>
                  </a:moveTo>
                  <a:lnTo>
                    <a:pt x="2104998" y="360095"/>
                  </a:lnTo>
                  <a:lnTo>
                    <a:pt x="2073041" y="314647"/>
                  </a:lnTo>
                  <a:close/>
                  <a:moveTo>
                    <a:pt x="2019847" y="397393"/>
                  </a:moveTo>
                  <a:lnTo>
                    <a:pt x="2073041" y="314647"/>
                  </a:lnTo>
                  <a:lnTo>
                    <a:pt x="1996947" y="315918"/>
                  </a:lnTo>
                  <a:close/>
                  <a:moveTo>
                    <a:pt x="1996947" y="315918"/>
                  </a:moveTo>
                  <a:lnTo>
                    <a:pt x="2073041" y="314647"/>
                  </a:lnTo>
                  <a:lnTo>
                    <a:pt x="1968876" y="238647"/>
                  </a:lnTo>
                  <a:close/>
                  <a:moveTo>
                    <a:pt x="2095460" y="383640"/>
                  </a:moveTo>
                  <a:lnTo>
                    <a:pt x="2115828" y="400588"/>
                  </a:lnTo>
                  <a:lnTo>
                    <a:pt x="2116329" y="379547"/>
                  </a:lnTo>
                  <a:close/>
                  <a:moveTo>
                    <a:pt x="2104998" y="360095"/>
                  </a:moveTo>
                  <a:lnTo>
                    <a:pt x="2095460" y="383640"/>
                  </a:lnTo>
                  <a:lnTo>
                    <a:pt x="2116329" y="379547"/>
                  </a:lnTo>
                  <a:close/>
                  <a:moveTo>
                    <a:pt x="2205121" y="367952"/>
                  </a:moveTo>
                  <a:lnTo>
                    <a:pt x="2115828" y="400588"/>
                  </a:lnTo>
                  <a:lnTo>
                    <a:pt x="2206668" y="461567"/>
                  </a:lnTo>
                  <a:close/>
                  <a:moveTo>
                    <a:pt x="2205121" y="367952"/>
                  </a:moveTo>
                  <a:lnTo>
                    <a:pt x="2116329" y="379547"/>
                  </a:lnTo>
                  <a:lnTo>
                    <a:pt x="2115828" y="400588"/>
                  </a:lnTo>
                  <a:close/>
                  <a:moveTo>
                    <a:pt x="2116329" y="379547"/>
                  </a:moveTo>
                  <a:lnTo>
                    <a:pt x="2164738" y="304797"/>
                  </a:lnTo>
                  <a:lnTo>
                    <a:pt x="2104998" y="360095"/>
                  </a:lnTo>
                  <a:close/>
                  <a:moveTo>
                    <a:pt x="2116329" y="379547"/>
                  </a:moveTo>
                  <a:lnTo>
                    <a:pt x="2205121" y="367952"/>
                  </a:lnTo>
                  <a:lnTo>
                    <a:pt x="2164738" y="304797"/>
                  </a:lnTo>
                  <a:close/>
                  <a:moveTo>
                    <a:pt x="2091044" y="99826"/>
                  </a:moveTo>
                  <a:lnTo>
                    <a:pt x="2066107" y="214689"/>
                  </a:lnTo>
                  <a:lnTo>
                    <a:pt x="2097760" y="98558"/>
                  </a:lnTo>
                  <a:close/>
                  <a:moveTo>
                    <a:pt x="2091044" y="99826"/>
                  </a:moveTo>
                  <a:lnTo>
                    <a:pt x="1981132" y="175642"/>
                  </a:lnTo>
                  <a:lnTo>
                    <a:pt x="2066107" y="214689"/>
                  </a:lnTo>
                  <a:close/>
                  <a:moveTo>
                    <a:pt x="2091044" y="99826"/>
                  </a:moveTo>
                  <a:lnTo>
                    <a:pt x="2091113" y="92982"/>
                  </a:lnTo>
                  <a:lnTo>
                    <a:pt x="1985478" y="125058"/>
                  </a:lnTo>
                  <a:close/>
                  <a:moveTo>
                    <a:pt x="2091044" y="99826"/>
                  </a:moveTo>
                  <a:lnTo>
                    <a:pt x="2097760" y="98558"/>
                  </a:lnTo>
                  <a:lnTo>
                    <a:pt x="2091113" y="92982"/>
                  </a:lnTo>
                  <a:close/>
                  <a:moveTo>
                    <a:pt x="2180698" y="180773"/>
                  </a:moveTo>
                  <a:lnTo>
                    <a:pt x="2192565" y="193638"/>
                  </a:lnTo>
                  <a:lnTo>
                    <a:pt x="2192678" y="177883"/>
                  </a:lnTo>
                  <a:close/>
                  <a:moveTo>
                    <a:pt x="2097760" y="98558"/>
                  </a:moveTo>
                  <a:lnTo>
                    <a:pt x="2192678" y="177883"/>
                  </a:lnTo>
                  <a:lnTo>
                    <a:pt x="2184911" y="84106"/>
                  </a:lnTo>
                  <a:close/>
                  <a:moveTo>
                    <a:pt x="2097760" y="98558"/>
                  </a:moveTo>
                  <a:lnTo>
                    <a:pt x="2180698" y="180773"/>
                  </a:lnTo>
                  <a:lnTo>
                    <a:pt x="2192678" y="177883"/>
                  </a:lnTo>
                  <a:close/>
                  <a:moveTo>
                    <a:pt x="2184911" y="84106"/>
                  </a:moveTo>
                  <a:lnTo>
                    <a:pt x="2091113" y="92982"/>
                  </a:lnTo>
                  <a:lnTo>
                    <a:pt x="2097760" y="98558"/>
                  </a:lnTo>
                  <a:close/>
                  <a:moveTo>
                    <a:pt x="2090717" y="0"/>
                  </a:moveTo>
                  <a:lnTo>
                    <a:pt x="2091113" y="92982"/>
                  </a:lnTo>
                  <a:lnTo>
                    <a:pt x="2184911" y="8410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62" name="Candidate_density__2161">
              <a:extLst>
                <a:ext uri="{FF2B5EF4-FFF2-40B4-BE49-F238E27FC236}">
                  <a16:creationId xmlns:a16="http://schemas.microsoft.com/office/drawing/2014/main" id="{9B583105-DE6F-BC93-9188-43DE8B4E2385}"/>
                </a:ext>
              </a:extLst>
            </p:cNvPr>
            <p:cNvSpPr>
              <a:spLocks noGrp="1"/>
            </p:cNvSpPr>
            <p:nvPr/>
          </p:nvSpPr>
          <p:spPr>
            <a:xfrm>
              <a:off x="3596239" y="1982709"/>
              <a:ext cx="2134829" cy="1305073"/>
            </a:xfrm>
            <a:custGeom>
              <a:avLst/>
              <a:gdLst/>
              <a:ahLst/>
              <a:cxnLst/>
              <a:rect l="0" t="0" r="0" b="0"/>
              <a:pathLst>
                <a:path w="2134829" h="1305073">
                  <a:moveTo>
                    <a:pt x="1616" y="871681"/>
                  </a:moveTo>
                  <a:lnTo>
                    <a:pt x="0" y="900857"/>
                  </a:lnTo>
                  <a:lnTo>
                    <a:pt x="73349" y="839535"/>
                  </a:lnTo>
                  <a:close/>
                  <a:moveTo>
                    <a:pt x="73349" y="839535"/>
                  </a:moveTo>
                  <a:lnTo>
                    <a:pt x="0" y="900857"/>
                  </a:lnTo>
                  <a:lnTo>
                    <a:pt x="29831" y="960186"/>
                  </a:lnTo>
                  <a:close/>
                  <a:moveTo>
                    <a:pt x="87973" y="921750"/>
                  </a:moveTo>
                  <a:lnTo>
                    <a:pt x="120734" y="801099"/>
                  </a:lnTo>
                  <a:lnTo>
                    <a:pt x="73349" y="839535"/>
                  </a:lnTo>
                  <a:close/>
                  <a:moveTo>
                    <a:pt x="69649" y="757319"/>
                  </a:moveTo>
                  <a:lnTo>
                    <a:pt x="73349" y="839535"/>
                  </a:lnTo>
                  <a:lnTo>
                    <a:pt x="120734" y="801099"/>
                  </a:lnTo>
                  <a:close/>
                  <a:moveTo>
                    <a:pt x="69649" y="757319"/>
                  </a:moveTo>
                  <a:lnTo>
                    <a:pt x="120734" y="801099"/>
                  </a:lnTo>
                  <a:lnTo>
                    <a:pt x="124797" y="718883"/>
                  </a:lnTo>
                  <a:close/>
                  <a:moveTo>
                    <a:pt x="118804" y="636668"/>
                  </a:moveTo>
                  <a:lnTo>
                    <a:pt x="118438" y="637115"/>
                  </a:lnTo>
                  <a:lnTo>
                    <a:pt x="69649" y="757319"/>
                  </a:lnTo>
                  <a:close/>
                  <a:moveTo>
                    <a:pt x="124797" y="718883"/>
                  </a:moveTo>
                  <a:lnTo>
                    <a:pt x="118804" y="636668"/>
                  </a:lnTo>
                  <a:lnTo>
                    <a:pt x="69649" y="757319"/>
                  </a:lnTo>
                  <a:close/>
                  <a:moveTo>
                    <a:pt x="118910" y="636379"/>
                  </a:moveTo>
                  <a:lnTo>
                    <a:pt x="118438" y="637115"/>
                  </a:lnTo>
                  <a:lnTo>
                    <a:pt x="118804" y="636668"/>
                  </a:lnTo>
                  <a:close/>
                  <a:moveTo>
                    <a:pt x="124797" y="718883"/>
                  </a:moveTo>
                  <a:lnTo>
                    <a:pt x="190818" y="690031"/>
                  </a:lnTo>
                  <a:lnTo>
                    <a:pt x="175242" y="691027"/>
                  </a:lnTo>
                  <a:close/>
                  <a:moveTo>
                    <a:pt x="118804" y="636668"/>
                  </a:moveTo>
                  <a:lnTo>
                    <a:pt x="175242" y="691027"/>
                  </a:lnTo>
                  <a:lnTo>
                    <a:pt x="119397" y="636336"/>
                  </a:lnTo>
                  <a:close/>
                  <a:moveTo>
                    <a:pt x="118804" y="636668"/>
                  </a:moveTo>
                  <a:lnTo>
                    <a:pt x="124797" y="718883"/>
                  </a:lnTo>
                  <a:lnTo>
                    <a:pt x="175242" y="691027"/>
                  </a:lnTo>
                  <a:close/>
                  <a:moveTo>
                    <a:pt x="196983" y="680447"/>
                  </a:moveTo>
                  <a:lnTo>
                    <a:pt x="184617" y="598232"/>
                  </a:lnTo>
                  <a:lnTo>
                    <a:pt x="175242" y="691027"/>
                  </a:lnTo>
                  <a:close/>
                  <a:moveTo>
                    <a:pt x="184617" y="598232"/>
                  </a:moveTo>
                  <a:lnTo>
                    <a:pt x="119397" y="636336"/>
                  </a:lnTo>
                  <a:lnTo>
                    <a:pt x="175242" y="691027"/>
                  </a:lnTo>
                  <a:close/>
                  <a:moveTo>
                    <a:pt x="118910" y="636379"/>
                  </a:moveTo>
                  <a:lnTo>
                    <a:pt x="118804" y="636668"/>
                  </a:lnTo>
                  <a:lnTo>
                    <a:pt x="119397" y="636336"/>
                  </a:lnTo>
                  <a:close/>
                  <a:moveTo>
                    <a:pt x="223472" y="533458"/>
                  </a:moveTo>
                  <a:lnTo>
                    <a:pt x="119397" y="636336"/>
                  </a:lnTo>
                  <a:lnTo>
                    <a:pt x="184617" y="598232"/>
                  </a:lnTo>
                  <a:close/>
                  <a:moveTo>
                    <a:pt x="118910" y="636379"/>
                  </a:moveTo>
                  <a:lnTo>
                    <a:pt x="119397" y="636336"/>
                  </a:lnTo>
                  <a:lnTo>
                    <a:pt x="223472" y="533458"/>
                  </a:lnTo>
                  <a:close/>
                  <a:moveTo>
                    <a:pt x="184617" y="598232"/>
                  </a:moveTo>
                  <a:lnTo>
                    <a:pt x="295144" y="654140"/>
                  </a:lnTo>
                  <a:lnTo>
                    <a:pt x="277719" y="568214"/>
                  </a:lnTo>
                  <a:close/>
                  <a:moveTo>
                    <a:pt x="184617" y="598232"/>
                  </a:moveTo>
                  <a:lnTo>
                    <a:pt x="196983" y="680447"/>
                  </a:lnTo>
                  <a:lnTo>
                    <a:pt x="295144" y="654140"/>
                  </a:lnTo>
                  <a:close/>
                  <a:moveTo>
                    <a:pt x="308190" y="559795"/>
                  </a:moveTo>
                  <a:lnTo>
                    <a:pt x="277719" y="568214"/>
                  </a:lnTo>
                  <a:lnTo>
                    <a:pt x="295144" y="654140"/>
                  </a:lnTo>
                  <a:close/>
                  <a:moveTo>
                    <a:pt x="223472" y="533458"/>
                  </a:moveTo>
                  <a:lnTo>
                    <a:pt x="184617" y="598232"/>
                  </a:lnTo>
                  <a:lnTo>
                    <a:pt x="277719" y="568214"/>
                  </a:lnTo>
                  <a:close/>
                  <a:moveTo>
                    <a:pt x="347489" y="503277"/>
                  </a:moveTo>
                  <a:lnTo>
                    <a:pt x="223472" y="533458"/>
                  </a:lnTo>
                  <a:lnTo>
                    <a:pt x="308190" y="559795"/>
                  </a:lnTo>
                  <a:close/>
                  <a:moveTo>
                    <a:pt x="308190" y="559795"/>
                  </a:moveTo>
                  <a:lnTo>
                    <a:pt x="223472" y="533458"/>
                  </a:lnTo>
                  <a:lnTo>
                    <a:pt x="277719" y="568214"/>
                  </a:lnTo>
                  <a:close/>
                  <a:moveTo>
                    <a:pt x="308190" y="559795"/>
                  </a:moveTo>
                  <a:lnTo>
                    <a:pt x="397001" y="631925"/>
                  </a:lnTo>
                  <a:lnTo>
                    <a:pt x="388703" y="538578"/>
                  </a:lnTo>
                  <a:close/>
                  <a:moveTo>
                    <a:pt x="308190" y="559795"/>
                  </a:moveTo>
                  <a:lnTo>
                    <a:pt x="358059" y="642010"/>
                  </a:lnTo>
                  <a:lnTo>
                    <a:pt x="397001" y="631925"/>
                  </a:lnTo>
                  <a:close/>
                  <a:moveTo>
                    <a:pt x="397001" y="631925"/>
                  </a:moveTo>
                  <a:lnTo>
                    <a:pt x="478051" y="526532"/>
                  </a:lnTo>
                  <a:lnTo>
                    <a:pt x="388703" y="538578"/>
                  </a:lnTo>
                  <a:close/>
                  <a:moveTo>
                    <a:pt x="347489" y="503277"/>
                  </a:moveTo>
                  <a:lnTo>
                    <a:pt x="308190" y="559795"/>
                  </a:lnTo>
                  <a:lnTo>
                    <a:pt x="388703" y="538578"/>
                  </a:lnTo>
                  <a:close/>
                  <a:moveTo>
                    <a:pt x="388703" y="538578"/>
                  </a:moveTo>
                  <a:lnTo>
                    <a:pt x="416147" y="481322"/>
                  </a:lnTo>
                  <a:lnTo>
                    <a:pt x="347489" y="503277"/>
                  </a:lnTo>
                  <a:close/>
                  <a:moveTo>
                    <a:pt x="1213073" y="1261295"/>
                  </a:moveTo>
                  <a:lnTo>
                    <a:pt x="1288792" y="1305073"/>
                  </a:lnTo>
                  <a:lnTo>
                    <a:pt x="1325835" y="1222858"/>
                  </a:lnTo>
                  <a:close/>
                  <a:moveTo>
                    <a:pt x="1377955" y="1266637"/>
                  </a:moveTo>
                  <a:lnTo>
                    <a:pt x="1387130" y="1236798"/>
                  </a:lnTo>
                  <a:lnTo>
                    <a:pt x="1325855" y="1222849"/>
                  </a:lnTo>
                  <a:close/>
                  <a:moveTo>
                    <a:pt x="1325835" y="1222858"/>
                  </a:moveTo>
                  <a:lnTo>
                    <a:pt x="1377955" y="1266637"/>
                  </a:lnTo>
                  <a:lnTo>
                    <a:pt x="1325855" y="1222849"/>
                  </a:lnTo>
                  <a:close/>
                  <a:moveTo>
                    <a:pt x="1288792" y="1305073"/>
                  </a:moveTo>
                  <a:lnTo>
                    <a:pt x="1377955" y="1266637"/>
                  </a:lnTo>
                  <a:lnTo>
                    <a:pt x="1325835" y="1222858"/>
                  </a:lnTo>
                  <a:close/>
                  <a:moveTo>
                    <a:pt x="1325855" y="1222849"/>
                  </a:moveTo>
                  <a:lnTo>
                    <a:pt x="1387130" y="1236798"/>
                  </a:lnTo>
                  <a:lnTo>
                    <a:pt x="1383592" y="1184422"/>
                  </a:lnTo>
                  <a:close/>
                  <a:moveTo>
                    <a:pt x="1383592" y="1184422"/>
                  </a:moveTo>
                  <a:lnTo>
                    <a:pt x="1387130" y="1236798"/>
                  </a:lnTo>
                  <a:lnTo>
                    <a:pt x="1416751" y="1249044"/>
                  </a:lnTo>
                  <a:close/>
                  <a:moveTo>
                    <a:pt x="985844" y="608917"/>
                  </a:moveTo>
                  <a:lnTo>
                    <a:pt x="971261" y="691131"/>
                  </a:lnTo>
                  <a:lnTo>
                    <a:pt x="1038373" y="652695"/>
                  </a:lnTo>
                  <a:close/>
                  <a:moveTo>
                    <a:pt x="985844" y="608917"/>
                  </a:moveTo>
                  <a:lnTo>
                    <a:pt x="1038373" y="652695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85844" y="608917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90761" y="590813"/>
                  </a:lnTo>
                  <a:lnTo>
                    <a:pt x="985844" y="608917"/>
                  </a:lnTo>
                  <a:close/>
                  <a:moveTo>
                    <a:pt x="1035846" y="544177"/>
                  </a:moveTo>
                  <a:lnTo>
                    <a:pt x="1027726" y="570480"/>
                  </a:lnTo>
                  <a:lnTo>
                    <a:pt x="1084768" y="536427"/>
                  </a:lnTo>
                  <a:close/>
                  <a:moveTo>
                    <a:pt x="1035846" y="544177"/>
                  </a:moveTo>
                  <a:lnTo>
                    <a:pt x="1084768" y="536427"/>
                  </a:lnTo>
                  <a:lnTo>
                    <a:pt x="1056648" y="488265"/>
                  </a:lnTo>
                  <a:close/>
                  <a:moveTo>
                    <a:pt x="1056648" y="488265"/>
                  </a:moveTo>
                  <a:lnTo>
                    <a:pt x="1084768" y="536427"/>
                  </a:lnTo>
                  <a:lnTo>
                    <a:pt x="1091726" y="532043"/>
                  </a:lnTo>
                  <a:close/>
                  <a:moveTo>
                    <a:pt x="1056648" y="488265"/>
                  </a:moveTo>
                  <a:lnTo>
                    <a:pt x="1091726" y="532043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56648" y="488265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87307" y="457922"/>
                  </a:lnTo>
                  <a:lnTo>
                    <a:pt x="1056648" y="488265"/>
                  </a:lnTo>
                  <a:close/>
                  <a:moveTo>
                    <a:pt x="1130672" y="449828"/>
                  </a:moveTo>
                  <a:lnTo>
                    <a:pt x="1210360" y="487594"/>
                  </a:lnTo>
                  <a:lnTo>
                    <a:pt x="1151517" y="442661"/>
                  </a:lnTo>
                  <a:close/>
                  <a:moveTo>
                    <a:pt x="1139629" y="438343"/>
                  </a:moveTo>
                  <a:lnTo>
                    <a:pt x="1130672" y="449828"/>
                  </a:lnTo>
                  <a:lnTo>
                    <a:pt x="1151517" y="442661"/>
                  </a:lnTo>
                  <a:close/>
                  <a:moveTo>
                    <a:pt x="1151517" y="442661"/>
                  </a:moveTo>
                  <a:lnTo>
                    <a:pt x="1204594" y="402579"/>
                  </a:lnTo>
                  <a:lnTo>
                    <a:pt x="1139629" y="438343"/>
                  </a:lnTo>
                  <a:close/>
                  <a:moveTo>
                    <a:pt x="1151517" y="442661"/>
                  </a:moveTo>
                  <a:lnTo>
                    <a:pt x="1245085" y="427183"/>
                  </a:lnTo>
                  <a:lnTo>
                    <a:pt x="1204594" y="402579"/>
                  </a:lnTo>
                  <a:close/>
                  <a:moveTo>
                    <a:pt x="1245085" y="427183"/>
                  </a:moveTo>
                  <a:lnTo>
                    <a:pt x="1151517" y="442661"/>
                  </a:lnTo>
                  <a:lnTo>
                    <a:pt x="1286280" y="492787"/>
                  </a:lnTo>
                  <a:close/>
                  <a:moveTo>
                    <a:pt x="1330921" y="381035"/>
                  </a:moveTo>
                  <a:lnTo>
                    <a:pt x="1245085" y="427183"/>
                  </a:lnTo>
                  <a:lnTo>
                    <a:pt x="1298269" y="411392"/>
                  </a:lnTo>
                  <a:close/>
                  <a:moveTo>
                    <a:pt x="1204594" y="402579"/>
                  </a:moveTo>
                  <a:lnTo>
                    <a:pt x="1245085" y="427183"/>
                  </a:lnTo>
                  <a:lnTo>
                    <a:pt x="1330921" y="381035"/>
                  </a:lnTo>
                  <a:close/>
                  <a:moveTo>
                    <a:pt x="1245085" y="427183"/>
                  </a:moveTo>
                  <a:lnTo>
                    <a:pt x="1286280" y="492787"/>
                  </a:lnTo>
                  <a:lnTo>
                    <a:pt x="1298269" y="411392"/>
                  </a:lnTo>
                  <a:close/>
                  <a:moveTo>
                    <a:pt x="1286795" y="493366"/>
                  </a:moveTo>
                  <a:lnTo>
                    <a:pt x="1298269" y="411392"/>
                  </a:lnTo>
                  <a:lnTo>
                    <a:pt x="1286280" y="492787"/>
                  </a:lnTo>
                  <a:close/>
                  <a:moveTo>
                    <a:pt x="1360030" y="394327"/>
                  </a:moveTo>
                  <a:lnTo>
                    <a:pt x="1298269" y="411392"/>
                  </a:lnTo>
                  <a:lnTo>
                    <a:pt x="1286795" y="493366"/>
                  </a:lnTo>
                  <a:close/>
                  <a:moveTo>
                    <a:pt x="1404662" y="458135"/>
                  </a:moveTo>
                  <a:lnTo>
                    <a:pt x="1360030" y="394327"/>
                  </a:lnTo>
                  <a:lnTo>
                    <a:pt x="1286795" y="493366"/>
                  </a:lnTo>
                  <a:close/>
                  <a:moveTo>
                    <a:pt x="1414881" y="455170"/>
                  </a:moveTo>
                  <a:lnTo>
                    <a:pt x="1464813" y="387776"/>
                  </a:lnTo>
                  <a:lnTo>
                    <a:pt x="1404662" y="458135"/>
                  </a:lnTo>
                  <a:close/>
                  <a:moveTo>
                    <a:pt x="1330921" y="381035"/>
                  </a:moveTo>
                  <a:lnTo>
                    <a:pt x="1298269" y="411392"/>
                  </a:lnTo>
                  <a:lnTo>
                    <a:pt x="1360030" y="394327"/>
                  </a:lnTo>
                  <a:close/>
                  <a:moveTo>
                    <a:pt x="1464813" y="387776"/>
                  </a:moveTo>
                  <a:lnTo>
                    <a:pt x="1414881" y="455170"/>
                  </a:lnTo>
                  <a:lnTo>
                    <a:pt x="1520447" y="424595"/>
                  </a:lnTo>
                  <a:close/>
                  <a:moveTo>
                    <a:pt x="1759018" y="416734"/>
                  </a:moveTo>
                  <a:lnTo>
                    <a:pt x="1787348" y="489478"/>
                  </a:lnTo>
                  <a:lnTo>
                    <a:pt x="1871301" y="460512"/>
                  </a:lnTo>
                  <a:close/>
                  <a:moveTo>
                    <a:pt x="1838933" y="378297"/>
                  </a:moveTo>
                  <a:lnTo>
                    <a:pt x="1919439" y="442683"/>
                  </a:lnTo>
                  <a:lnTo>
                    <a:pt x="1906867" y="352812"/>
                  </a:lnTo>
                  <a:close/>
                  <a:moveTo>
                    <a:pt x="1838933" y="378297"/>
                  </a:moveTo>
                  <a:lnTo>
                    <a:pt x="1871301" y="460512"/>
                  </a:lnTo>
                  <a:lnTo>
                    <a:pt x="1919439" y="442683"/>
                  </a:lnTo>
                  <a:close/>
                  <a:moveTo>
                    <a:pt x="1964784" y="422076"/>
                  </a:moveTo>
                  <a:lnTo>
                    <a:pt x="1941224" y="339861"/>
                  </a:lnTo>
                  <a:lnTo>
                    <a:pt x="1919439" y="442683"/>
                  </a:lnTo>
                  <a:close/>
                  <a:moveTo>
                    <a:pt x="1941224" y="339861"/>
                  </a:moveTo>
                  <a:lnTo>
                    <a:pt x="1906867" y="352812"/>
                  </a:lnTo>
                  <a:lnTo>
                    <a:pt x="1919439" y="442683"/>
                  </a:lnTo>
                  <a:close/>
                  <a:moveTo>
                    <a:pt x="1826945" y="296082"/>
                  </a:moveTo>
                  <a:lnTo>
                    <a:pt x="1838933" y="378297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1948102" y="257646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2049678" y="397393"/>
                  </a:lnTo>
                  <a:lnTo>
                    <a:pt x="2026778" y="315918"/>
                  </a:lnTo>
                  <a:close/>
                  <a:moveTo>
                    <a:pt x="1941224" y="339861"/>
                  </a:moveTo>
                  <a:lnTo>
                    <a:pt x="1964784" y="422076"/>
                  </a:lnTo>
                  <a:lnTo>
                    <a:pt x="2049678" y="397393"/>
                  </a:lnTo>
                  <a:close/>
                  <a:moveTo>
                    <a:pt x="2125292" y="383640"/>
                  </a:moveTo>
                  <a:lnTo>
                    <a:pt x="2134829" y="360095"/>
                  </a:lnTo>
                  <a:lnTo>
                    <a:pt x="2049678" y="397393"/>
                  </a:lnTo>
                  <a:close/>
                  <a:moveTo>
                    <a:pt x="1948102" y="257646"/>
                  </a:moveTo>
                  <a:lnTo>
                    <a:pt x="2026778" y="315918"/>
                  </a:lnTo>
                  <a:lnTo>
                    <a:pt x="1998707" y="238647"/>
                  </a:lnTo>
                  <a:close/>
                  <a:moveTo>
                    <a:pt x="1948102" y="257646"/>
                  </a:moveTo>
                  <a:lnTo>
                    <a:pt x="1941224" y="339861"/>
                  </a:lnTo>
                  <a:lnTo>
                    <a:pt x="2026778" y="315918"/>
                  </a:lnTo>
                  <a:close/>
                  <a:moveTo>
                    <a:pt x="1978477" y="136994"/>
                  </a:moveTo>
                  <a:lnTo>
                    <a:pt x="1998707" y="238647"/>
                  </a:lnTo>
                  <a:lnTo>
                    <a:pt x="2010963" y="175642"/>
                  </a:lnTo>
                  <a:close/>
                  <a:moveTo>
                    <a:pt x="1978477" y="136994"/>
                  </a:moveTo>
                  <a:lnTo>
                    <a:pt x="2010963" y="175642"/>
                  </a:lnTo>
                  <a:lnTo>
                    <a:pt x="2015309" y="125058"/>
                  </a:lnTo>
                  <a:close/>
                  <a:moveTo>
                    <a:pt x="1987397" y="87530"/>
                  </a:moveTo>
                  <a:lnTo>
                    <a:pt x="1978477" y="136994"/>
                  </a:lnTo>
                  <a:lnTo>
                    <a:pt x="2015309" y="125058"/>
                  </a:lnTo>
                  <a:close/>
                  <a:moveTo>
                    <a:pt x="2120876" y="99826"/>
                  </a:moveTo>
                  <a:lnTo>
                    <a:pt x="2015309" y="125058"/>
                  </a:lnTo>
                  <a:lnTo>
                    <a:pt x="2010963" y="175642"/>
                  </a:lnTo>
                  <a:close/>
                  <a:moveTo>
                    <a:pt x="2063692" y="16343"/>
                  </a:moveTo>
                  <a:lnTo>
                    <a:pt x="2120944" y="92982"/>
                  </a:lnTo>
                  <a:lnTo>
                    <a:pt x="2120548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63" name="Candidate_density__2162">
              <a:extLst>
                <a:ext uri="{FF2B5EF4-FFF2-40B4-BE49-F238E27FC236}">
                  <a16:creationId xmlns:a16="http://schemas.microsoft.com/office/drawing/2014/main" id="{390931C9-4FF4-B187-38A2-79892F18F8A2}"/>
                </a:ext>
              </a:extLst>
            </p:cNvPr>
            <p:cNvSpPr>
              <a:spLocks noGrp="1"/>
            </p:cNvSpPr>
            <p:nvPr/>
          </p:nvSpPr>
          <p:spPr>
            <a:xfrm>
              <a:off x="4827226" y="2733755"/>
              <a:ext cx="603973" cy="440517"/>
            </a:xfrm>
            <a:custGeom>
              <a:avLst/>
              <a:gdLst/>
              <a:ahLst/>
              <a:cxnLst/>
              <a:rect l="0" t="0" r="0" b="0"/>
              <a:pathLst>
                <a:path w="603973" h="440517">
                  <a:moveTo>
                    <a:pt x="0" y="395822"/>
                  </a:moveTo>
                  <a:lnTo>
                    <a:pt x="91789" y="433375"/>
                  </a:lnTo>
                  <a:lnTo>
                    <a:pt x="58818" y="440517"/>
                  </a:lnTo>
                  <a:close/>
                  <a:moveTo>
                    <a:pt x="58818" y="440517"/>
                  </a:moveTo>
                  <a:lnTo>
                    <a:pt x="6423" y="433375"/>
                  </a:lnTo>
                  <a:lnTo>
                    <a:pt x="0" y="395822"/>
                  </a:lnTo>
                  <a:close/>
                  <a:moveTo>
                    <a:pt x="576302" y="81218"/>
                  </a:moveTo>
                  <a:lnTo>
                    <a:pt x="603973" y="0"/>
                  </a:lnTo>
                  <a:lnTo>
                    <a:pt x="564059" y="115199"/>
                  </a:lnTo>
                  <a:close/>
                  <a:moveTo>
                    <a:pt x="603973" y="0"/>
                  </a:moveTo>
                  <a:lnTo>
                    <a:pt x="576302" y="81218"/>
                  </a:lnTo>
                  <a:lnTo>
                    <a:pt x="603036" y="3298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64" name="Candidate_density__2163">
              <a:extLst>
                <a:ext uri="{FF2B5EF4-FFF2-40B4-BE49-F238E27FC236}">
                  <a16:creationId xmlns:a16="http://schemas.microsoft.com/office/drawing/2014/main" id="{7C028F13-2156-9089-45EA-8573E25FD72C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57785"/>
              <a:ext cx="1732670" cy="811269"/>
            </a:xfrm>
            <a:custGeom>
              <a:avLst/>
              <a:gdLst/>
              <a:ahLst/>
              <a:cxnLst/>
              <a:rect l="0" t="0" r="0" b="0"/>
              <a:pathLst>
                <a:path w="1732670" h="811269">
                  <a:moveTo>
                    <a:pt x="19488" y="528889"/>
                  </a:moveTo>
                  <a:lnTo>
                    <a:pt x="0" y="567326"/>
                  </a:lnTo>
                  <a:lnTo>
                    <a:pt x="46948" y="611105"/>
                  </a:lnTo>
                  <a:close/>
                  <a:moveTo>
                    <a:pt x="46948" y="611105"/>
                  </a:moveTo>
                  <a:lnTo>
                    <a:pt x="104036" y="693320"/>
                  </a:lnTo>
                  <a:lnTo>
                    <a:pt x="127840" y="654883"/>
                  </a:lnTo>
                  <a:close/>
                  <a:moveTo>
                    <a:pt x="449419" y="610304"/>
                  </a:moveTo>
                  <a:lnTo>
                    <a:pt x="407074" y="584139"/>
                  </a:lnTo>
                  <a:lnTo>
                    <a:pt x="500077" y="618891"/>
                  </a:lnTo>
                  <a:close/>
                  <a:moveTo>
                    <a:pt x="449419" y="610304"/>
                  </a:moveTo>
                  <a:lnTo>
                    <a:pt x="459905" y="616447"/>
                  </a:lnTo>
                  <a:lnTo>
                    <a:pt x="437922" y="601708"/>
                  </a:lnTo>
                  <a:close/>
                  <a:moveTo>
                    <a:pt x="504056" y="526387"/>
                  </a:moveTo>
                  <a:lnTo>
                    <a:pt x="563380" y="576912"/>
                  </a:lnTo>
                  <a:lnTo>
                    <a:pt x="514074" y="495795"/>
                  </a:lnTo>
                  <a:close/>
                  <a:moveTo>
                    <a:pt x="514074" y="495795"/>
                  </a:moveTo>
                  <a:lnTo>
                    <a:pt x="563380" y="576912"/>
                  </a:lnTo>
                  <a:lnTo>
                    <a:pt x="564848" y="539574"/>
                  </a:lnTo>
                  <a:close/>
                  <a:moveTo>
                    <a:pt x="542516" y="457359"/>
                  </a:moveTo>
                  <a:lnTo>
                    <a:pt x="514074" y="495795"/>
                  </a:lnTo>
                  <a:lnTo>
                    <a:pt x="564848" y="539574"/>
                  </a:lnTo>
                  <a:close/>
                  <a:moveTo>
                    <a:pt x="460886" y="200614"/>
                  </a:moveTo>
                  <a:lnTo>
                    <a:pt x="389398" y="198140"/>
                  </a:lnTo>
                  <a:lnTo>
                    <a:pt x="499889" y="187785"/>
                  </a:lnTo>
                  <a:close/>
                  <a:moveTo>
                    <a:pt x="1038460" y="627132"/>
                  </a:moveTo>
                  <a:lnTo>
                    <a:pt x="1006559" y="688850"/>
                  </a:lnTo>
                  <a:lnTo>
                    <a:pt x="1051011" y="639849"/>
                  </a:lnTo>
                  <a:close/>
                  <a:moveTo>
                    <a:pt x="1038460" y="627132"/>
                  </a:moveTo>
                  <a:lnTo>
                    <a:pt x="951811" y="547614"/>
                  </a:lnTo>
                  <a:lnTo>
                    <a:pt x="915025" y="625277"/>
                  </a:lnTo>
                  <a:close/>
                  <a:moveTo>
                    <a:pt x="754246" y="302812"/>
                  </a:moveTo>
                  <a:lnTo>
                    <a:pt x="734961" y="294163"/>
                  </a:lnTo>
                  <a:lnTo>
                    <a:pt x="805043" y="277529"/>
                  </a:lnTo>
                  <a:close/>
                  <a:moveTo>
                    <a:pt x="867956" y="234093"/>
                  </a:moveTo>
                  <a:lnTo>
                    <a:pt x="754246" y="302812"/>
                  </a:lnTo>
                  <a:lnTo>
                    <a:pt x="805043" y="277529"/>
                  </a:lnTo>
                  <a:close/>
                  <a:moveTo>
                    <a:pt x="1412931" y="772684"/>
                  </a:moveTo>
                  <a:lnTo>
                    <a:pt x="1336820" y="773968"/>
                  </a:lnTo>
                  <a:lnTo>
                    <a:pt x="1320451" y="811269"/>
                  </a:lnTo>
                  <a:close/>
                  <a:moveTo>
                    <a:pt x="1316356" y="89960"/>
                  </a:moveTo>
                  <a:lnTo>
                    <a:pt x="1442827" y="129341"/>
                  </a:lnTo>
                  <a:lnTo>
                    <a:pt x="1366320" y="62310"/>
                  </a:lnTo>
                  <a:close/>
                  <a:moveTo>
                    <a:pt x="1537748" y="188303"/>
                  </a:moveTo>
                  <a:lnTo>
                    <a:pt x="1523406" y="151957"/>
                  </a:lnTo>
                  <a:lnTo>
                    <a:pt x="1567938" y="206798"/>
                  </a:lnTo>
                  <a:close/>
                  <a:moveTo>
                    <a:pt x="1520096" y="106088"/>
                  </a:moveTo>
                  <a:lnTo>
                    <a:pt x="1516189" y="144525"/>
                  </a:lnTo>
                  <a:lnTo>
                    <a:pt x="1537748" y="188303"/>
                  </a:lnTo>
                  <a:close/>
                  <a:moveTo>
                    <a:pt x="1520096" y="106088"/>
                  </a:moveTo>
                  <a:lnTo>
                    <a:pt x="1488043" y="83194"/>
                  </a:lnTo>
                  <a:lnTo>
                    <a:pt x="1442827" y="129341"/>
                  </a:lnTo>
                  <a:close/>
                  <a:moveTo>
                    <a:pt x="1586120" y="91924"/>
                  </a:moveTo>
                  <a:lnTo>
                    <a:pt x="1649466" y="129413"/>
                  </a:lnTo>
                  <a:lnTo>
                    <a:pt x="1624095" y="106088"/>
                  </a:lnTo>
                  <a:close/>
                  <a:moveTo>
                    <a:pt x="1678370" y="177610"/>
                  </a:moveTo>
                  <a:lnTo>
                    <a:pt x="1649466" y="129413"/>
                  </a:lnTo>
                  <a:lnTo>
                    <a:pt x="1586120" y="91924"/>
                  </a:lnTo>
                  <a:close/>
                  <a:moveTo>
                    <a:pt x="1678370" y="177610"/>
                  </a:moveTo>
                  <a:lnTo>
                    <a:pt x="1732670" y="188303"/>
                  </a:lnTo>
                  <a:lnTo>
                    <a:pt x="1649466" y="129413"/>
                  </a:lnTo>
                  <a:close/>
                  <a:moveTo>
                    <a:pt x="1586120" y="91924"/>
                  </a:moveTo>
                  <a:lnTo>
                    <a:pt x="1624095" y="106088"/>
                  </a:lnTo>
                  <a:lnTo>
                    <a:pt x="1638342" y="9968"/>
                  </a:lnTo>
                  <a:close/>
                  <a:moveTo>
                    <a:pt x="1576072" y="0"/>
                  </a:moveTo>
                  <a:lnTo>
                    <a:pt x="1586120" y="91924"/>
                  </a:lnTo>
                  <a:lnTo>
                    <a:pt x="1638342" y="996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65" name="Candidate_density__2164">
              <a:extLst>
                <a:ext uri="{FF2B5EF4-FFF2-40B4-BE49-F238E27FC236}">
                  <a16:creationId xmlns:a16="http://schemas.microsoft.com/office/drawing/2014/main" id="{C723DCEE-57AD-33BE-ECFC-EF9C3AD5AA1F}"/>
                </a:ext>
              </a:extLst>
            </p:cNvPr>
            <p:cNvSpPr>
              <a:spLocks noGrp="1"/>
            </p:cNvSpPr>
            <p:nvPr/>
          </p:nvSpPr>
          <p:spPr>
            <a:xfrm>
              <a:off x="3732195" y="2547745"/>
              <a:ext cx="1709486" cy="909810"/>
            </a:xfrm>
            <a:custGeom>
              <a:avLst/>
              <a:gdLst/>
              <a:ahLst/>
              <a:cxnLst/>
              <a:rect l="0" t="0" r="0" b="0"/>
              <a:pathLst>
                <a:path w="1709486" h="909810">
                  <a:moveTo>
                    <a:pt x="48011" y="603360"/>
                  </a:moveTo>
                  <a:lnTo>
                    <a:pt x="52848" y="615425"/>
                  </a:lnTo>
                  <a:lnTo>
                    <a:pt x="73513" y="625130"/>
                  </a:lnTo>
                  <a:close/>
                  <a:moveTo>
                    <a:pt x="48011" y="603360"/>
                  </a:moveTo>
                  <a:lnTo>
                    <a:pt x="0" y="558298"/>
                  </a:lnTo>
                  <a:lnTo>
                    <a:pt x="52848" y="615425"/>
                  </a:lnTo>
                  <a:close/>
                  <a:moveTo>
                    <a:pt x="185207" y="668504"/>
                  </a:moveTo>
                  <a:lnTo>
                    <a:pt x="163179" y="647138"/>
                  </a:lnTo>
                  <a:lnTo>
                    <a:pt x="158332" y="663596"/>
                  </a:lnTo>
                  <a:close/>
                  <a:moveTo>
                    <a:pt x="158332" y="663596"/>
                  </a:moveTo>
                  <a:lnTo>
                    <a:pt x="163179" y="647138"/>
                  </a:lnTo>
                  <a:lnTo>
                    <a:pt x="131083" y="625173"/>
                  </a:lnTo>
                  <a:close/>
                  <a:moveTo>
                    <a:pt x="158332" y="663596"/>
                  </a:moveTo>
                  <a:lnTo>
                    <a:pt x="131083" y="625173"/>
                  </a:lnTo>
                  <a:lnTo>
                    <a:pt x="73513" y="625130"/>
                  </a:lnTo>
                  <a:close/>
                  <a:moveTo>
                    <a:pt x="185207" y="668504"/>
                  </a:moveTo>
                  <a:lnTo>
                    <a:pt x="292581" y="729353"/>
                  </a:lnTo>
                  <a:lnTo>
                    <a:pt x="221074" y="682977"/>
                  </a:lnTo>
                  <a:close/>
                  <a:moveTo>
                    <a:pt x="163179" y="647138"/>
                  </a:moveTo>
                  <a:lnTo>
                    <a:pt x="185207" y="668504"/>
                  </a:lnTo>
                  <a:lnTo>
                    <a:pt x="221074" y="682977"/>
                  </a:lnTo>
                  <a:close/>
                  <a:moveTo>
                    <a:pt x="486490" y="367398"/>
                  </a:moveTo>
                  <a:lnTo>
                    <a:pt x="413493" y="323620"/>
                  </a:lnTo>
                  <a:lnTo>
                    <a:pt x="458048" y="405835"/>
                  </a:lnTo>
                  <a:close/>
                  <a:moveTo>
                    <a:pt x="782174" y="526739"/>
                  </a:moveTo>
                  <a:lnTo>
                    <a:pt x="739944" y="584049"/>
                  </a:lnTo>
                  <a:lnTo>
                    <a:pt x="858999" y="535317"/>
                  </a:lnTo>
                  <a:close/>
                  <a:moveTo>
                    <a:pt x="916917" y="575607"/>
                  </a:moveTo>
                  <a:lnTo>
                    <a:pt x="858999" y="535317"/>
                  </a:lnTo>
                  <a:lnTo>
                    <a:pt x="927832" y="589000"/>
                  </a:lnTo>
                  <a:close/>
                  <a:moveTo>
                    <a:pt x="916917" y="575607"/>
                  </a:moveTo>
                  <a:lnTo>
                    <a:pt x="927832" y="589000"/>
                  </a:lnTo>
                  <a:lnTo>
                    <a:pt x="950533" y="598890"/>
                  </a:lnTo>
                  <a:close/>
                  <a:moveTo>
                    <a:pt x="1247636" y="619386"/>
                  </a:moveTo>
                  <a:lnTo>
                    <a:pt x="1286710" y="589421"/>
                  </a:lnTo>
                  <a:lnTo>
                    <a:pt x="1281041" y="583716"/>
                  </a:lnTo>
                  <a:close/>
                  <a:moveTo>
                    <a:pt x="1186250" y="580949"/>
                  </a:moveTo>
                  <a:lnTo>
                    <a:pt x="1167063" y="635942"/>
                  </a:lnTo>
                  <a:lnTo>
                    <a:pt x="1215081" y="600271"/>
                  </a:lnTo>
                  <a:close/>
                  <a:moveTo>
                    <a:pt x="1101455" y="619386"/>
                  </a:moveTo>
                  <a:lnTo>
                    <a:pt x="1186250" y="580949"/>
                  </a:lnTo>
                  <a:lnTo>
                    <a:pt x="1087541" y="617281"/>
                  </a:lnTo>
                  <a:close/>
                  <a:moveTo>
                    <a:pt x="1482421" y="909810"/>
                  </a:moveTo>
                  <a:lnTo>
                    <a:pt x="1540821" y="894073"/>
                  </a:lnTo>
                  <a:lnTo>
                    <a:pt x="1433478" y="827595"/>
                  </a:lnTo>
                  <a:close/>
                  <a:moveTo>
                    <a:pt x="1364796" y="602715"/>
                  </a:moveTo>
                  <a:lnTo>
                    <a:pt x="1371647" y="570646"/>
                  </a:lnTo>
                  <a:lnTo>
                    <a:pt x="1353559" y="624158"/>
                  </a:lnTo>
                  <a:close/>
                  <a:moveTo>
                    <a:pt x="1260331" y="0"/>
                  </a:moveTo>
                  <a:lnTo>
                    <a:pt x="1274896" y="93001"/>
                  </a:lnTo>
                  <a:lnTo>
                    <a:pt x="1386801" y="39380"/>
                  </a:lnTo>
                  <a:close/>
                  <a:moveTo>
                    <a:pt x="1694205" y="429597"/>
                  </a:moveTo>
                  <a:lnTo>
                    <a:pt x="1703262" y="547855"/>
                  </a:lnTo>
                  <a:lnTo>
                    <a:pt x="1709486" y="465640"/>
                  </a:lnTo>
                  <a:close/>
                  <a:moveTo>
                    <a:pt x="1673235" y="246461"/>
                  </a:moveTo>
                  <a:lnTo>
                    <a:pt x="1702828" y="344988"/>
                  </a:lnTo>
                  <a:lnTo>
                    <a:pt x="1695052" y="262773"/>
                  </a:lnTo>
                  <a:close/>
                  <a:moveTo>
                    <a:pt x="1662984" y="154702"/>
                  </a:moveTo>
                  <a:lnTo>
                    <a:pt x="1695052" y="262773"/>
                  </a:lnTo>
                  <a:lnTo>
                    <a:pt x="1700854" y="180558"/>
                  </a:lnTo>
                  <a:close/>
                  <a:moveTo>
                    <a:pt x="1662984" y="154702"/>
                  </a:moveTo>
                  <a:lnTo>
                    <a:pt x="1673235" y="246461"/>
                  </a:lnTo>
                  <a:lnTo>
                    <a:pt x="1695052" y="26277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66" name="Candidate_density__2165">
              <a:extLst>
                <a:ext uri="{FF2B5EF4-FFF2-40B4-BE49-F238E27FC236}">
                  <a16:creationId xmlns:a16="http://schemas.microsoft.com/office/drawing/2014/main" id="{49FB12A0-8D59-298C-58CE-6F055854FC8C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47745"/>
              <a:ext cx="1709931" cy="625130"/>
            </a:xfrm>
            <a:custGeom>
              <a:avLst/>
              <a:gdLst/>
              <a:ahLst/>
              <a:cxnLst/>
              <a:rect l="0" t="0" r="0" b="0"/>
              <a:pathLst>
                <a:path w="1709931" h="625130">
                  <a:moveTo>
                    <a:pt x="57088" y="603360"/>
                  </a:moveTo>
                  <a:lnTo>
                    <a:pt x="0" y="521144"/>
                  </a:lnTo>
                  <a:lnTo>
                    <a:pt x="9078" y="558298"/>
                  </a:lnTo>
                  <a:close/>
                  <a:moveTo>
                    <a:pt x="80892" y="564923"/>
                  </a:moveTo>
                  <a:lnTo>
                    <a:pt x="57088" y="603360"/>
                  </a:lnTo>
                  <a:lnTo>
                    <a:pt x="82590" y="625130"/>
                  </a:lnTo>
                  <a:close/>
                  <a:moveTo>
                    <a:pt x="297665" y="444272"/>
                  </a:moveTo>
                  <a:lnTo>
                    <a:pt x="298174" y="444453"/>
                  </a:lnTo>
                  <a:lnTo>
                    <a:pt x="297011" y="439095"/>
                  </a:lnTo>
                  <a:close/>
                  <a:moveTo>
                    <a:pt x="351248" y="461896"/>
                  </a:moveTo>
                  <a:lnTo>
                    <a:pt x="298174" y="444453"/>
                  </a:lnTo>
                  <a:lnTo>
                    <a:pt x="390974" y="511748"/>
                  </a:lnTo>
                  <a:close/>
                  <a:moveTo>
                    <a:pt x="298174" y="444453"/>
                  </a:moveTo>
                  <a:lnTo>
                    <a:pt x="298580" y="444959"/>
                  </a:lnTo>
                  <a:lnTo>
                    <a:pt x="390974" y="511748"/>
                  </a:lnTo>
                  <a:close/>
                  <a:moveTo>
                    <a:pt x="298580" y="444959"/>
                  </a:moveTo>
                  <a:lnTo>
                    <a:pt x="298174" y="444453"/>
                  </a:lnTo>
                  <a:lnTo>
                    <a:pt x="297665" y="444272"/>
                  </a:lnTo>
                  <a:close/>
                  <a:moveTo>
                    <a:pt x="328247" y="488050"/>
                  </a:moveTo>
                  <a:lnTo>
                    <a:pt x="298580" y="444959"/>
                  </a:lnTo>
                  <a:lnTo>
                    <a:pt x="297665" y="444272"/>
                  </a:lnTo>
                  <a:close/>
                  <a:moveTo>
                    <a:pt x="360126" y="494178"/>
                  </a:moveTo>
                  <a:lnTo>
                    <a:pt x="390974" y="511748"/>
                  </a:lnTo>
                  <a:lnTo>
                    <a:pt x="298580" y="444959"/>
                  </a:lnTo>
                  <a:close/>
                  <a:moveTo>
                    <a:pt x="360126" y="494178"/>
                  </a:moveTo>
                  <a:lnTo>
                    <a:pt x="402471" y="520344"/>
                  </a:lnTo>
                  <a:lnTo>
                    <a:pt x="390974" y="511748"/>
                  </a:lnTo>
                  <a:close/>
                  <a:moveTo>
                    <a:pt x="457108" y="436426"/>
                  </a:moveTo>
                  <a:lnTo>
                    <a:pt x="519558" y="488050"/>
                  </a:lnTo>
                  <a:lnTo>
                    <a:pt x="516431" y="486952"/>
                  </a:lnTo>
                  <a:close/>
                  <a:moveTo>
                    <a:pt x="270122" y="66889"/>
                  </a:moveTo>
                  <a:lnTo>
                    <a:pt x="320493" y="96484"/>
                  </a:lnTo>
                  <a:lnTo>
                    <a:pt x="350959" y="159190"/>
                  </a:lnTo>
                  <a:close/>
                  <a:moveTo>
                    <a:pt x="991512" y="537171"/>
                  </a:moveTo>
                  <a:lnTo>
                    <a:pt x="925994" y="575607"/>
                  </a:lnTo>
                  <a:lnTo>
                    <a:pt x="959611" y="598890"/>
                  </a:lnTo>
                  <a:close/>
                  <a:moveTo>
                    <a:pt x="925994" y="575607"/>
                  </a:moveTo>
                  <a:lnTo>
                    <a:pt x="991512" y="537171"/>
                  </a:lnTo>
                  <a:lnTo>
                    <a:pt x="868076" y="535317"/>
                  </a:lnTo>
                  <a:close/>
                  <a:moveTo>
                    <a:pt x="1004063" y="549888"/>
                  </a:moveTo>
                  <a:lnTo>
                    <a:pt x="959611" y="598890"/>
                  </a:lnTo>
                  <a:lnTo>
                    <a:pt x="1096618" y="617281"/>
                  </a:lnTo>
                  <a:close/>
                  <a:moveTo>
                    <a:pt x="1246196" y="58371"/>
                  </a:moveTo>
                  <a:lnTo>
                    <a:pt x="1332710" y="148721"/>
                  </a:lnTo>
                  <a:lnTo>
                    <a:pt x="1289760" y="83546"/>
                  </a:lnTo>
                  <a:close/>
                  <a:moveTo>
                    <a:pt x="1246196" y="58371"/>
                  </a:moveTo>
                  <a:lnTo>
                    <a:pt x="1289760" y="83546"/>
                  </a:lnTo>
                  <a:lnTo>
                    <a:pt x="1269408" y="0"/>
                  </a:lnTo>
                  <a:close/>
                  <a:moveTo>
                    <a:pt x="1469241" y="54564"/>
                  </a:moveTo>
                  <a:lnTo>
                    <a:pt x="1476458" y="61997"/>
                  </a:lnTo>
                  <a:lnTo>
                    <a:pt x="1490799" y="98343"/>
                  </a:lnTo>
                  <a:close/>
                  <a:moveTo>
                    <a:pt x="1469241" y="54564"/>
                  </a:moveTo>
                  <a:lnTo>
                    <a:pt x="1473148" y="16128"/>
                  </a:lnTo>
                  <a:lnTo>
                    <a:pt x="1395878" y="39380"/>
                  </a:lnTo>
                  <a:close/>
                  <a:moveTo>
                    <a:pt x="1631422" y="87650"/>
                  </a:moveTo>
                  <a:lnTo>
                    <a:pt x="1709931" y="180558"/>
                  </a:lnTo>
                  <a:lnTo>
                    <a:pt x="1685722" y="98343"/>
                  </a:lnTo>
                  <a:close/>
                  <a:moveTo>
                    <a:pt x="1631422" y="87650"/>
                  </a:moveTo>
                  <a:lnTo>
                    <a:pt x="1672062" y="154702"/>
                  </a:lnTo>
                  <a:lnTo>
                    <a:pt x="1709931" y="18055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67" name="Candidate_density__2166">
              <a:extLst>
                <a:ext uri="{FF2B5EF4-FFF2-40B4-BE49-F238E27FC236}">
                  <a16:creationId xmlns:a16="http://schemas.microsoft.com/office/drawing/2014/main" id="{958D2827-3FEA-8488-CA43-6509B2467E2E}"/>
                </a:ext>
              </a:extLst>
            </p:cNvPr>
            <p:cNvSpPr>
              <a:spLocks noGrp="1"/>
            </p:cNvSpPr>
            <p:nvPr/>
          </p:nvSpPr>
          <p:spPr>
            <a:xfrm>
              <a:off x="3890526" y="2728303"/>
              <a:ext cx="1554861" cy="561579"/>
            </a:xfrm>
            <a:custGeom>
              <a:avLst/>
              <a:gdLst/>
              <a:ahLst/>
              <a:cxnLst/>
              <a:rect l="0" t="0" r="0" b="0"/>
              <a:pathLst>
                <a:path w="1554861" h="561579">
                  <a:moveTo>
                    <a:pt x="0" y="483037"/>
                  </a:moveTo>
                  <a:lnTo>
                    <a:pt x="76688" y="491102"/>
                  </a:lnTo>
                  <a:lnTo>
                    <a:pt x="26875" y="487946"/>
                  </a:lnTo>
                  <a:close/>
                  <a:moveTo>
                    <a:pt x="134250" y="548795"/>
                  </a:moveTo>
                  <a:lnTo>
                    <a:pt x="140792" y="556018"/>
                  </a:lnTo>
                  <a:lnTo>
                    <a:pt x="153096" y="561579"/>
                  </a:lnTo>
                  <a:close/>
                  <a:moveTo>
                    <a:pt x="140792" y="556018"/>
                  </a:moveTo>
                  <a:lnTo>
                    <a:pt x="134250" y="548795"/>
                  </a:lnTo>
                  <a:lnTo>
                    <a:pt x="26875" y="487946"/>
                  </a:lnTo>
                  <a:close/>
                  <a:moveTo>
                    <a:pt x="86515" y="500052"/>
                  </a:moveTo>
                  <a:lnTo>
                    <a:pt x="140792" y="556018"/>
                  </a:lnTo>
                  <a:lnTo>
                    <a:pt x="26875" y="487946"/>
                  </a:lnTo>
                  <a:close/>
                  <a:moveTo>
                    <a:pt x="149702" y="225277"/>
                  </a:moveTo>
                  <a:lnTo>
                    <a:pt x="130256" y="263713"/>
                  </a:lnTo>
                  <a:lnTo>
                    <a:pt x="174275" y="210357"/>
                  </a:lnTo>
                  <a:close/>
                  <a:moveTo>
                    <a:pt x="130256" y="263713"/>
                  </a:moveTo>
                  <a:lnTo>
                    <a:pt x="129602" y="258536"/>
                  </a:lnTo>
                  <a:lnTo>
                    <a:pt x="174275" y="210357"/>
                  </a:lnTo>
                  <a:close/>
                  <a:moveTo>
                    <a:pt x="511633" y="420511"/>
                  </a:moveTo>
                  <a:lnTo>
                    <a:pt x="581612" y="403491"/>
                  </a:lnTo>
                  <a:lnTo>
                    <a:pt x="623842" y="346180"/>
                  </a:lnTo>
                  <a:close/>
                  <a:moveTo>
                    <a:pt x="581612" y="403491"/>
                  </a:moveTo>
                  <a:lnTo>
                    <a:pt x="651336" y="385518"/>
                  </a:lnTo>
                  <a:lnTo>
                    <a:pt x="700667" y="354758"/>
                  </a:lnTo>
                  <a:close/>
                  <a:moveTo>
                    <a:pt x="869052" y="427005"/>
                  </a:moveTo>
                  <a:lnTo>
                    <a:pt x="792201" y="418332"/>
                  </a:lnTo>
                  <a:lnTo>
                    <a:pt x="769500" y="408442"/>
                  </a:lnTo>
                  <a:close/>
                  <a:moveTo>
                    <a:pt x="792201" y="418332"/>
                  </a:moveTo>
                  <a:lnTo>
                    <a:pt x="869052" y="427005"/>
                  </a:lnTo>
                  <a:lnTo>
                    <a:pt x="929209" y="436722"/>
                  </a:lnTo>
                  <a:close/>
                  <a:moveTo>
                    <a:pt x="936700" y="401274"/>
                  </a:moveTo>
                  <a:lnTo>
                    <a:pt x="943123" y="438827"/>
                  </a:lnTo>
                  <a:lnTo>
                    <a:pt x="929209" y="436722"/>
                  </a:lnTo>
                  <a:close/>
                  <a:moveTo>
                    <a:pt x="943123" y="438827"/>
                  </a:moveTo>
                  <a:lnTo>
                    <a:pt x="995518" y="445969"/>
                  </a:lnTo>
                  <a:lnTo>
                    <a:pt x="1008731" y="455384"/>
                  </a:lnTo>
                  <a:close/>
                  <a:moveTo>
                    <a:pt x="1008731" y="455384"/>
                  </a:moveTo>
                  <a:lnTo>
                    <a:pt x="1128378" y="408863"/>
                  </a:lnTo>
                  <a:lnTo>
                    <a:pt x="1056749" y="419713"/>
                  </a:lnTo>
                  <a:close/>
                  <a:moveTo>
                    <a:pt x="1027919" y="400391"/>
                  </a:moveTo>
                  <a:lnTo>
                    <a:pt x="943123" y="438827"/>
                  </a:lnTo>
                  <a:lnTo>
                    <a:pt x="1008731" y="455384"/>
                  </a:lnTo>
                  <a:close/>
                  <a:moveTo>
                    <a:pt x="1056749" y="419713"/>
                  </a:moveTo>
                  <a:lnTo>
                    <a:pt x="1128378" y="408863"/>
                  </a:lnTo>
                  <a:lnTo>
                    <a:pt x="1195228" y="443600"/>
                  </a:lnTo>
                  <a:close/>
                  <a:moveTo>
                    <a:pt x="1195228" y="443600"/>
                  </a:moveTo>
                  <a:lnTo>
                    <a:pt x="1213316" y="390088"/>
                  </a:lnTo>
                  <a:lnTo>
                    <a:pt x="1209490" y="361955"/>
                  </a:lnTo>
                  <a:close/>
                  <a:moveTo>
                    <a:pt x="1128378" y="408863"/>
                  </a:moveTo>
                  <a:lnTo>
                    <a:pt x="1206464" y="422157"/>
                  </a:lnTo>
                  <a:lnTo>
                    <a:pt x="1195228" y="443600"/>
                  </a:lnTo>
                  <a:close/>
                  <a:moveTo>
                    <a:pt x="1213316" y="390088"/>
                  </a:moveTo>
                  <a:lnTo>
                    <a:pt x="1193303" y="372949"/>
                  </a:lnTo>
                  <a:lnTo>
                    <a:pt x="1209490" y="361955"/>
                  </a:lnTo>
                  <a:close/>
                  <a:moveTo>
                    <a:pt x="1554861" y="294194"/>
                  </a:moveTo>
                  <a:lnTo>
                    <a:pt x="1539652" y="206467"/>
                  </a:lnTo>
                  <a:lnTo>
                    <a:pt x="1551154" y="285081"/>
                  </a:lnTo>
                  <a:close/>
                  <a:moveTo>
                    <a:pt x="1539652" y="206467"/>
                  </a:moveTo>
                  <a:lnTo>
                    <a:pt x="1538181" y="202867"/>
                  </a:lnTo>
                  <a:lnTo>
                    <a:pt x="1551154" y="285081"/>
                  </a:lnTo>
                  <a:close/>
                  <a:moveTo>
                    <a:pt x="1538181" y="202867"/>
                  </a:moveTo>
                  <a:lnTo>
                    <a:pt x="1544496" y="164430"/>
                  </a:lnTo>
                  <a:lnTo>
                    <a:pt x="1551154" y="285081"/>
                  </a:lnTo>
                  <a:close/>
                  <a:moveTo>
                    <a:pt x="1544496" y="164430"/>
                  </a:moveTo>
                  <a:lnTo>
                    <a:pt x="1538181" y="202867"/>
                  </a:lnTo>
                  <a:lnTo>
                    <a:pt x="1500759" y="120651"/>
                  </a:lnTo>
                  <a:close/>
                  <a:moveTo>
                    <a:pt x="1536720" y="82214"/>
                  </a:moveTo>
                  <a:lnTo>
                    <a:pt x="1544496" y="164430"/>
                  </a:lnTo>
                  <a:lnTo>
                    <a:pt x="1500759" y="120651"/>
                  </a:lnTo>
                  <a:close/>
                  <a:moveTo>
                    <a:pt x="1500759" y="120651"/>
                  </a:moveTo>
                  <a:lnTo>
                    <a:pt x="1542522" y="0"/>
                  </a:lnTo>
                  <a:lnTo>
                    <a:pt x="1536720" y="82214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68" name="Candidate_density__2167">
              <a:extLst>
                <a:ext uri="{FF2B5EF4-FFF2-40B4-BE49-F238E27FC236}">
                  <a16:creationId xmlns:a16="http://schemas.microsoft.com/office/drawing/2014/main" id="{545D5457-AE31-7F12-F42F-C787E2299FF3}"/>
                </a:ext>
              </a:extLst>
            </p:cNvPr>
            <p:cNvSpPr>
              <a:spLocks noGrp="1"/>
            </p:cNvSpPr>
            <p:nvPr/>
          </p:nvSpPr>
          <p:spPr>
            <a:xfrm>
              <a:off x="3684211" y="2408638"/>
              <a:ext cx="1670327" cy="936205"/>
            </a:xfrm>
            <a:custGeom>
              <a:avLst/>
              <a:gdLst/>
              <a:ahLst/>
              <a:cxnLst/>
              <a:rect l="0" t="0" r="0" b="0"/>
              <a:pathLst>
                <a:path w="1670327" h="936205">
                  <a:moveTo>
                    <a:pt x="78641" y="621814"/>
                  </a:moveTo>
                  <a:lnTo>
                    <a:pt x="30939" y="550577"/>
                  </a:lnTo>
                  <a:lnTo>
                    <a:pt x="11446" y="578035"/>
                  </a:lnTo>
                  <a:close/>
                  <a:moveTo>
                    <a:pt x="78641" y="621814"/>
                  </a:moveTo>
                  <a:lnTo>
                    <a:pt x="11446" y="578035"/>
                  </a:lnTo>
                  <a:lnTo>
                    <a:pt x="38906" y="660251"/>
                  </a:lnTo>
                  <a:close/>
                  <a:moveTo>
                    <a:pt x="0" y="495821"/>
                  </a:moveTo>
                  <a:lnTo>
                    <a:pt x="11446" y="578035"/>
                  </a:lnTo>
                  <a:lnTo>
                    <a:pt x="17132" y="461710"/>
                  </a:lnTo>
                  <a:close/>
                  <a:moveTo>
                    <a:pt x="11446" y="578035"/>
                  </a:moveTo>
                  <a:lnTo>
                    <a:pt x="30939" y="550577"/>
                  </a:lnTo>
                  <a:lnTo>
                    <a:pt x="17132" y="461710"/>
                  </a:lnTo>
                  <a:close/>
                  <a:moveTo>
                    <a:pt x="17132" y="461710"/>
                  </a:moveTo>
                  <a:lnTo>
                    <a:pt x="21061" y="452181"/>
                  </a:lnTo>
                  <a:lnTo>
                    <a:pt x="0" y="495821"/>
                  </a:lnTo>
                  <a:close/>
                  <a:moveTo>
                    <a:pt x="0" y="495821"/>
                  </a:moveTo>
                  <a:lnTo>
                    <a:pt x="21061" y="452181"/>
                  </a:lnTo>
                  <a:lnTo>
                    <a:pt x="32761" y="375169"/>
                  </a:lnTo>
                  <a:close/>
                  <a:moveTo>
                    <a:pt x="39336" y="539599"/>
                  </a:moveTo>
                  <a:lnTo>
                    <a:pt x="17132" y="461710"/>
                  </a:lnTo>
                  <a:lnTo>
                    <a:pt x="30939" y="550577"/>
                  </a:lnTo>
                  <a:close/>
                  <a:moveTo>
                    <a:pt x="39336" y="539599"/>
                  </a:moveTo>
                  <a:lnTo>
                    <a:pt x="20546" y="457384"/>
                  </a:lnTo>
                  <a:lnTo>
                    <a:pt x="17132" y="461710"/>
                  </a:lnTo>
                  <a:close/>
                  <a:moveTo>
                    <a:pt x="21061" y="452181"/>
                  </a:moveTo>
                  <a:lnTo>
                    <a:pt x="17132" y="461710"/>
                  </a:lnTo>
                  <a:lnTo>
                    <a:pt x="20546" y="457384"/>
                  </a:lnTo>
                  <a:close/>
                  <a:moveTo>
                    <a:pt x="359399" y="235590"/>
                  </a:moveTo>
                  <a:lnTo>
                    <a:pt x="230710" y="248306"/>
                  </a:lnTo>
                  <a:lnTo>
                    <a:pt x="337373" y="259860"/>
                  </a:lnTo>
                  <a:close/>
                  <a:moveTo>
                    <a:pt x="381355" y="247287"/>
                  </a:moveTo>
                  <a:lnTo>
                    <a:pt x="436903" y="246708"/>
                  </a:lnTo>
                  <a:lnTo>
                    <a:pt x="359399" y="235590"/>
                  </a:lnTo>
                  <a:close/>
                  <a:moveTo>
                    <a:pt x="1289982" y="840708"/>
                  </a:moveTo>
                  <a:lnTo>
                    <a:pt x="1312791" y="936205"/>
                  </a:lnTo>
                  <a:lnTo>
                    <a:pt x="1312409" y="860415"/>
                  </a:lnTo>
                  <a:close/>
                  <a:moveTo>
                    <a:pt x="1289982" y="840708"/>
                  </a:moveTo>
                  <a:lnTo>
                    <a:pt x="1312409" y="860415"/>
                  </a:lnTo>
                  <a:lnTo>
                    <a:pt x="1328778" y="823115"/>
                  </a:lnTo>
                  <a:close/>
                  <a:moveTo>
                    <a:pt x="1285102" y="197478"/>
                  </a:moveTo>
                  <a:lnTo>
                    <a:pt x="1308314" y="139107"/>
                  </a:lnTo>
                  <a:lnTo>
                    <a:pt x="1239849" y="134175"/>
                  </a:lnTo>
                  <a:close/>
                  <a:moveTo>
                    <a:pt x="1239849" y="134175"/>
                  </a:moveTo>
                  <a:lnTo>
                    <a:pt x="1308314" y="139107"/>
                  </a:lnTo>
                  <a:lnTo>
                    <a:pt x="1316689" y="32206"/>
                  </a:lnTo>
                  <a:close/>
                  <a:moveTo>
                    <a:pt x="1358278" y="111456"/>
                  </a:moveTo>
                  <a:lnTo>
                    <a:pt x="1326908" y="29241"/>
                  </a:lnTo>
                  <a:lnTo>
                    <a:pt x="1308314" y="139107"/>
                  </a:lnTo>
                  <a:close/>
                  <a:moveTo>
                    <a:pt x="1443542" y="73020"/>
                  </a:moveTo>
                  <a:lnTo>
                    <a:pt x="1434784" y="178487"/>
                  </a:lnTo>
                  <a:lnTo>
                    <a:pt x="1480000" y="132341"/>
                  </a:lnTo>
                  <a:close/>
                  <a:moveTo>
                    <a:pt x="1443542" y="73020"/>
                  </a:moveTo>
                  <a:lnTo>
                    <a:pt x="1358278" y="111456"/>
                  </a:lnTo>
                  <a:lnTo>
                    <a:pt x="1434784" y="178487"/>
                  </a:lnTo>
                  <a:close/>
                  <a:moveTo>
                    <a:pt x="1512054" y="155234"/>
                  </a:moveTo>
                  <a:lnTo>
                    <a:pt x="1594841" y="227533"/>
                  </a:lnTo>
                  <a:lnTo>
                    <a:pt x="1578077" y="141070"/>
                  </a:lnTo>
                  <a:close/>
                  <a:moveTo>
                    <a:pt x="1594841" y="227533"/>
                  </a:moveTo>
                  <a:lnTo>
                    <a:pt x="1670327" y="226756"/>
                  </a:lnTo>
                  <a:lnTo>
                    <a:pt x="1578077" y="141070"/>
                  </a:lnTo>
                  <a:close/>
                  <a:moveTo>
                    <a:pt x="1578077" y="141070"/>
                  </a:moveTo>
                  <a:lnTo>
                    <a:pt x="1480000" y="132341"/>
                  </a:lnTo>
                  <a:lnTo>
                    <a:pt x="1512054" y="155234"/>
                  </a:lnTo>
                  <a:close/>
                  <a:moveTo>
                    <a:pt x="1476123" y="63273"/>
                  </a:moveTo>
                  <a:lnTo>
                    <a:pt x="1480000" y="132341"/>
                  </a:lnTo>
                  <a:lnTo>
                    <a:pt x="1578077" y="141070"/>
                  </a:lnTo>
                  <a:close/>
                  <a:moveTo>
                    <a:pt x="1568030" y="49146"/>
                  </a:moveTo>
                  <a:lnTo>
                    <a:pt x="1476123" y="63273"/>
                  </a:lnTo>
                  <a:lnTo>
                    <a:pt x="1578077" y="141070"/>
                  </a:lnTo>
                  <a:close/>
                  <a:moveTo>
                    <a:pt x="1476123" y="63273"/>
                  </a:moveTo>
                  <a:lnTo>
                    <a:pt x="1568030" y="49146"/>
                  </a:lnTo>
                  <a:lnTo>
                    <a:pt x="1519135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69" name="Candidate_density__2168">
              <a:extLst>
                <a:ext uri="{FF2B5EF4-FFF2-40B4-BE49-F238E27FC236}">
                  <a16:creationId xmlns:a16="http://schemas.microsoft.com/office/drawing/2014/main" id="{6093C810-92A3-2252-26DE-D71C1D7E24AD}"/>
                </a:ext>
              </a:extLst>
            </p:cNvPr>
            <p:cNvSpPr>
              <a:spLocks noGrp="1"/>
            </p:cNvSpPr>
            <p:nvPr/>
          </p:nvSpPr>
          <p:spPr>
            <a:xfrm>
              <a:off x="4031318" y="3013385"/>
              <a:ext cx="1414069" cy="455864"/>
            </a:xfrm>
            <a:custGeom>
              <a:avLst/>
              <a:gdLst/>
              <a:ahLst/>
              <a:cxnLst/>
              <a:rect l="0" t="0" r="0" b="0"/>
              <a:pathLst>
                <a:path w="1414069" h="455864">
                  <a:moveTo>
                    <a:pt x="85107" y="270035"/>
                  </a:moveTo>
                  <a:lnTo>
                    <a:pt x="12305" y="276497"/>
                  </a:lnTo>
                  <a:lnTo>
                    <a:pt x="0" y="270937"/>
                  </a:lnTo>
                  <a:close/>
                  <a:moveTo>
                    <a:pt x="12305" y="276497"/>
                  </a:moveTo>
                  <a:lnTo>
                    <a:pt x="85107" y="270035"/>
                  </a:lnTo>
                  <a:lnTo>
                    <a:pt x="144092" y="275372"/>
                  </a:lnTo>
                  <a:close/>
                  <a:moveTo>
                    <a:pt x="370842" y="135429"/>
                  </a:moveTo>
                  <a:lnTo>
                    <a:pt x="332686" y="182245"/>
                  </a:lnTo>
                  <a:lnTo>
                    <a:pt x="440820" y="118409"/>
                  </a:lnTo>
                  <a:close/>
                  <a:moveTo>
                    <a:pt x="1183298" y="444170"/>
                  </a:moveTo>
                  <a:lnTo>
                    <a:pt x="1212446" y="452214"/>
                  </a:lnTo>
                  <a:lnTo>
                    <a:pt x="1225468" y="455864"/>
                  </a:lnTo>
                  <a:close/>
                  <a:moveTo>
                    <a:pt x="1238931" y="444170"/>
                  </a:moveTo>
                  <a:lnTo>
                    <a:pt x="1225468" y="455864"/>
                  </a:lnTo>
                  <a:lnTo>
                    <a:pt x="1212446" y="452214"/>
                  </a:lnTo>
                  <a:close/>
                  <a:moveTo>
                    <a:pt x="1183298" y="444170"/>
                  </a:moveTo>
                  <a:lnTo>
                    <a:pt x="1225468" y="455864"/>
                  </a:lnTo>
                  <a:lnTo>
                    <a:pt x="1241698" y="428433"/>
                  </a:lnTo>
                  <a:close/>
                  <a:moveTo>
                    <a:pt x="1241698" y="428433"/>
                  </a:moveTo>
                  <a:lnTo>
                    <a:pt x="1225468" y="455864"/>
                  </a:lnTo>
                  <a:lnTo>
                    <a:pt x="1238931" y="444170"/>
                  </a:lnTo>
                  <a:close/>
                  <a:moveTo>
                    <a:pt x="1259318" y="367224"/>
                  </a:moveTo>
                  <a:lnTo>
                    <a:pt x="1286999" y="352103"/>
                  </a:lnTo>
                  <a:lnTo>
                    <a:pt x="1287783" y="323519"/>
                  </a:lnTo>
                  <a:close/>
                  <a:moveTo>
                    <a:pt x="1241698" y="428433"/>
                  </a:moveTo>
                  <a:lnTo>
                    <a:pt x="1277553" y="371944"/>
                  </a:lnTo>
                  <a:lnTo>
                    <a:pt x="1259318" y="367224"/>
                  </a:lnTo>
                  <a:close/>
                  <a:moveTo>
                    <a:pt x="1390683" y="120652"/>
                  </a:moveTo>
                  <a:lnTo>
                    <a:pt x="1385472" y="129826"/>
                  </a:lnTo>
                  <a:lnTo>
                    <a:pt x="1345582" y="195888"/>
                  </a:lnTo>
                  <a:close/>
                  <a:moveTo>
                    <a:pt x="1390683" y="120652"/>
                  </a:moveTo>
                  <a:lnTo>
                    <a:pt x="1404139" y="82215"/>
                  </a:lnTo>
                  <a:lnTo>
                    <a:pt x="1385472" y="129826"/>
                  </a:lnTo>
                  <a:close/>
                  <a:moveTo>
                    <a:pt x="1390683" y="120652"/>
                  </a:moveTo>
                  <a:lnTo>
                    <a:pt x="1414069" y="9113"/>
                  </a:lnTo>
                  <a:lnTo>
                    <a:pt x="1410363" y="0"/>
                  </a:lnTo>
                  <a:close/>
                  <a:moveTo>
                    <a:pt x="1390683" y="120652"/>
                  </a:moveTo>
                  <a:lnTo>
                    <a:pt x="1410363" y="0"/>
                  </a:lnTo>
                  <a:lnTo>
                    <a:pt x="140413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70" name="Candidate_density__2169">
              <a:extLst>
                <a:ext uri="{FF2B5EF4-FFF2-40B4-BE49-F238E27FC236}">
                  <a16:creationId xmlns:a16="http://schemas.microsoft.com/office/drawing/2014/main" id="{26CF30F1-C97D-047A-E100-DE0092510F1B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407305"/>
              <a:ext cx="1498589" cy="842042"/>
            </a:xfrm>
            <a:custGeom>
              <a:avLst/>
              <a:gdLst/>
              <a:ahLst/>
              <a:cxnLst/>
              <a:rect l="0" t="0" r="0" b="0"/>
              <a:pathLst>
                <a:path w="1498589" h="842042">
                  <a:moveTo>
                    <a:pt x="45780" y="407552"/>
                  </a:moveTo>
                  <a:lnTo>
                    <a:pt x="515" y="453514"/>
                  </a:lnTo>
                  <a:lnTo>
                    <a:pt x="0" y="458718"/>
                  </a:lnTo>
                  <a:close/>
                  <a:moveTo>
                    <a:pt x="515" y="453514"/>
                  </a:moveTo>
                  <a:lnTo>
                    <a:pt x="45780" y="407552"/>
                  </a:lnTo>
                  <a:lnTo>
                    <a:pt x="12216" y="376503"/>
                  </a:lnTo>
                  <a:close/>
                  <a:moveTo>
                    <a:pt x="45780" y="407552"/>
                  </a:moveTo>
                  <a:lnTo>
                    <a:pt x="55901" y="338067"/>
                  </a:lnTo>
                  <a:lnTo>
                    <a:pt x="12216" y="376503"/>
                  </a:lnTo>
                  <a:close/>
                  <a:moveTo>
                    <a:pt x="55901" y="338067"/>
                  </a:moveTo>
                  <a:lnTo>
                    <a:pt x="82300" y="265435"/>
                  </a:lnTo>
                  <a:lnTo>
                    <a:pt x="16279" y="294288"/>
                  </a:lnTo>
                  <a:close/>
                  <a:moveTo>
                    <a:pt x="12216" y="376503"/>
                  </a:moveTo>
                  <a:lnTo>
                    <a:pt x="55901" y="338067"/>
                  </a:lnTo>
                  <a:lnTo>
                    <a:pt x="16279" y="294288"/>
                  </a:lnTo>
                  <a:close/>
                  <a:moveTo>
                    <a:pt x="88464" y="255852"/>
                  </a:moveTo>
                  <a:lnTo>
                    <a:pt x="66724" y="266431"/>
                  </a:lnTo>
                  <a:lnTo>
                    <a:pt x="82300" y="265435"/>
                  </a:lnTo>
                  <a:close/>
                  <a:moveTo>
                    <a:pt x="82300" y="265435"/>
                  </a:moveTo>
                  <a:lnTo>
                    <a:pt x="55901" y="338067"/>
                  </a:lnTo>
                  <a:lnTo>
                    <a:pt x="142020" y="305309"/>
                  </a:lnTo>
                  <a:close/>
                  <a:moveTo>
                    <a:pt x="186625" y="229545"/>
                  </a:moveTo>
                  <a:lnTo>
                    <a:pt x="88464" y="255852"/>
                  </a:lnTo>
                  <a:lnTo>
                    <a:pt x="210165" y="249640"/>
                  </a:lnTo>
                  <a:close/>
                  <a:moveTo>
                    <a:pt x="88464" y="255852"/>
                  </a:moveTo>
                  <a:lnTo>
                    <a:pt x="82300" y="265435"/>
                  </a:lnTo>
                  <a:lnTo>
                    <a:pt x="210165" y="249640"/>
                  </a:lnTo>
                  <a:close/>
                  <a:moveTo>
                    <a:pt x="210165" y="249640"/>
                  </a:moveTo>
                  <a:lnTo>
                    <a:pt x="82300" y="265435"/>
                  </a:lnTo>
                  <a:lnTo>
                    <a:pt x="163605" y="299630"/>
                  </a:lnTo>
                  <a:close/>
                  <a:moveTo>
                    <a:pt x="163605" y="299630"/>
                  </a:moveTo>
                  <a:lnTo>
                    <a:pt x="82300" y="265435"/>
                  </a:lnTo>
                  <a:lnTo>
                    <a:pt x="142020" y="305309"/>
                  </a:lnTo>
                  <a:close/>
                  <a:moveTo>
                    <a:pt x="249541" y="217415"/>
                  </a:moveTo>
                  <a:lnTo>
                    <a:pt x="186625" y="229545"/>
                  </a:lnTo>
                  <a:lnTo>
                    <a:pt x="210165" y="249640"/>
                  </a:lnTo>
                  <a:close/>
                  <a:moveTo>
                    <a:pt x="249541" y="217415"/>
                  </a:moveTo>
                  <a:lnTo>
                    <a:pt x="199672" y="135200"/>
                  </a:lnTo>
                  <a:lnTo>
                    <a:pt x="186625" y="229545"/>
                  </a:lnTo>
                  <a:close/>
                  <a:moveTo>
                    <a:pt x="210165" y="249640"/>
                  </a:moveTo>
                  <a:lnTo>
                    <a:pt x="163605" y="299630"/>
                  </a:lnTo>
                  <a:lnTo>
                    <a:pt x="251727" y="276711"/>
                  </a:lnTo>
                  <a:close/>
                  <a:moveTo>
                    <a:pt x="288483" y="207329"/>
                  </a:moveTo>
                  <a:lnTo>
                    <a:pt x="249541" y="217415"/>
                  </a:lnTo>
                  <a:lnTo>
                    <a:pt x="338853" y="236924"/>
                  </a:lnTo>
                  <a:close/>
                  <a:moveTo>
                    <a:pt x="249541" y="217415"/>
                  </a:moveTo>
                  <a:lnTo>
                    <a:pt x="210165" y="249640"/>
                  </a:lnTo>
                  <a:lnTo>
                    <a:pt x="338853" y="236924"/>
                  </a:lnTo>
                  <a:close/>
                  <a:moveTo>
                    <a:pt x="316828" y="261194"/>
                  </a:moveTo>
                  <a:lnTo>
                    <a:pt x="210165" y="249640"/>
                  </a:lnTo>
                  <a:lnTo>
                    <a:pt x="251727" y="276711"/>
                  </a:lnTo>
                  <a:close/>
                  <a:moveTo>
                    <a:pt x="1269436" y="842042"/>
                  </a:moveTo>
                  <a:lnTo>
                    <a:pt x="1308232" y="824448"/>
                  </a:lnTo>
                  <a:lnTo>
                    <a:pt x="1278612" y="812203"/>
                  </a:lnTo>
                  <a:close/>
                  <a:moveTo>
                    <a:pt x="708388" y="348006"/>
                  </a:moveTo>
                  <a:lnTo>
                    <a:pt x="791573" y="340970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839368" y="284573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900267" y="313196"/>
                  </a:lnTo>
                  <a:lnTo>
                    <a:pt x="839368" y="284573"/>
                  </a:lnTo>
                  <a:close/>
                  <a:moveTo>
                    <a:pt x="839368" y="284573"/>
                  </a:moveTo>
                  <a:lnTo>
                    <a:pt x="900267" y="313196"/>
                  </a:lnTo>
                  <a:lnTo>
                    <a:pt x="862743" y="266536"/>
                  </a:lnTo>
                  <a:close/>
                  <a:moveTo>
                    <a:pt x="862743" y="266536"/>
                  </a:moveTo>
                  <a:lnTo>
                    <a:pt x="900267" y="313196"/>
                  </a:lnTo>
                  <a:lnTo>
                    <a:pt x="908785" y="310314"/>
                  </a:lnTo>
                  <a:close/>
                  <a:moveTo>
                    <a:pt x="862743" y="266536"/>
                  </a:moveTo>
                  <a:lnTo>
                    <a:pt x="908785" y="310314"/>
                  </a:lnTo>
                  <a:lnTo>
                    <a:pt x="929855" y="228099"/>
                  </a:lnTo>
                  <a:close/>
                  <a:moveTo>
                    <a:pt x="900267" y="313196"/>
                  </a:moveTo>
                  <a:lnTo>
                    <a:pt x="906605" y="320758"/>
                  </a:lnTo>
                  <a:lnTo>
                    <a:pt x="908785" y="310314"/>
                  </a:lnTo>
                  <a:close/>
                  <a:moveTo>
                    <a:pt x="929855" y="228099"/>
                  </a:moveTo>
                  <a:lnTo>
                    <a:pt x="908785" y="310314"/>
                  </a:lnTo>
                  <a:lnTo>
                    <a:pt x="1022765" y="271878"/>
                  </a:lnTo>
                  <a:close/>
                  <a:moveTo>
                    <a:pt x="929855" y="228099"/>
                  </a:moveTo>
                  <a:lnTo>
                    <a:pt x="1022765" y="271878"/>
                  </a:lnTo>
                  <a:lnTo>
                    <a:pt x="998719" y="189663"/>
                  </a:lnTo>
                  <a:close/>
                  <a:moveTo>
                    <a:pt x="919207" y="145884"/>
                  </a:moveTo>
                  <a:lnTo>
                    <a:pt x="989133" y="135457"/>
                  </a:lnTo>
                  <a:lnTo>
                    <a:pt x="976250" y="111831"/>
                  </a:lnTo>
                  <a:close/>
                  <a:moveTo>
                    <a:pt x="998719" y="189663"/>
                  </a:moveTo>
                  <a:lnTo>
                    <a:pt x="989133" y="135457"/>
                  </a:lnTo>
                  <a:lnTo>
                    <a:pt x="919207" y="145884"/>
                  </a:lnTo>
                  <a:close/>
                  <a:moveTo>
                    <a:pt x="929855" y="228099"/>
                  </a:moveTo>
                  <a:lnTo>
                    <a:pt x="998719" y="189663"/>
                  </a:lnTo>
                  <a:lnTo>
                    <a:pt x="919207" y="145884"/>
                  </a:lnTo>
                  <a:close/>
                  <a:moveTo>
                    <a:pt x="976250" y="111831"/>
                  </a:moveTo>
                  <a:lnTo>
                    <a:pt x="989133" y="135457"/>
                  </a:lnTo>
                  <a:lnTo>
                    <a:pt x="983208" y="107448"/>
                  </a:lnTo>
                  <a:close/>
                  <a:moveTo>
                    <a:pt x="998719" y="189663"/>
                  </a:moveTo>
                  <a:lnTo>
                    <a:pt x="1027777" y="270124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998719" y="189663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1007776" y="186293"/>
                  </a:lnTo>
                  <a:lnTo>
                    <a:pt x="983208" y="107448"/>
                  </a:lnTo>
                  <a:close/>
                  <a:moveTo>
                    <a:pt x="983208" y="107448"/>
                  </a:moveTo>
                  <a:lnTo>
                    <a:pt x="1007776" y="186293"/>
                  </a:lnTo>
                  <a:lnTo>
                    <a:pt x="1099605" y="151227"/>
                  </a:lnTo>
                  <a:close/>
                  <a:moveTo>
                    <a:pt x="983208" y="107448"/>
                  </a:moveTo>
                  <a:lnTo>
                    <a:pt x="1099605" y="151227"/>
                  </a:lnTo>
                  <a:lnTo>
                    <a:pt x="1099083" y="69012"/>
                  </a:lnTo>
                  <a:close/>
                  <a:moveTo>
                    <a:pt x="1099083" y="69012"/>
                  </a:moveTo>
                  <a:lnTo>
                    <a:pt x="1101842" y="62998"/>
                  </a:lnTo>
                  <a:lnTo>
                    <a:pt x="1022153" y="25232"/>
                  </a:lnTo>
                  <a:close/>
                  <a:moveTo>
                    <a:pt x="983208" y="107448"/>
                  </a:moveTo>
                  <a:lnTo>
                    <a:pt x="1099083" y="69012"/>
                  </a:lnTo>
                  <a:lnTo>
                    <a:pt x="1022153" y="25232"/>
                  </a:lnTo>
                  <a:close/>
                  <a:moveTo>
                    <a:pt x="1042998" y="18066"/>
                  </a:moveTo>
                  <a:lnTo>
                    <a:pt x="1101842" y="62998"/>
                  </a:lnTo>
                  <a:lnTo>
                    <a:pt x="1177762" y="68192"/>
                  </a:lnTo>
                  <a:close/>
                  <a:moveTo>
                    <a:pt x="1099083" y="69012"/>
                  </a:moveTo>
                  <a:lnTo>
                    <a:pt x="1138555" y="140565"/>
                  </a:lnTo>
                  <a:lnTo>
                    <a:pt x="1105789" y="67110"/>
                  </a:lnTo>
                  <a:close/>
                  <a:moveTo>
                    <a:pt x="1099083" y="69012"/>
                  </a:moveTo>
                  <a:lnTo>
                    <a:pt x="1099605" y="151227"/>
                  </a:lnTo>
                  <a:lnTo>
                    <a:pt x="1138555" y="140565"/>
                  </a:lnTo>
                  <a:close/>
                  <a:moveTo>
                    <a:pt x="1138555" y="140565"/>
                  </a:moveTo>
                  <a:lnTo>
                    <a:pt x="1219304" y="135509"/>
                  </a:lnTo>
                  <a:lnTo>
                    <a:pt x="1178277" y="68771"/>
                  </a:lnTo>
                  <a:close/>
                  <a:moveTo>
                    <a:pt x="1138555" y="140565"/>
                  </a:moveTo>
                  <a:lnTo>
                    <a:pt x="1178277" y="68771"/>
                  </a:lnTo>
                  <a:lnTo>
                    <a:pt x="1105789" y="67110"/>
                  </a:lnTo>
                  <a:close/>
                  <a:moveTo>
                    <a:pt x="1219304" y="135509"/>
                  </a:moveTo>
                  <a:lnTo>
                    <a:pt x="1296143" y="33539"/>
                  </a:lnTo>
                  <a:lnTo>
                    <a:pt x="1178277" y="68771"/>
                  </a:lnTo>
                  <a:close/>
                  <a:moveTo>
                    <a:pt x="1306362" y="30575"/>
                  </a:moveTo>
                  <a:lnTo>
                    <a:pt x="1296143" y="33539"/>
                  </a:lnTo>
                  <a:lnTo>
                    <a:pt x="1287769" y="140440"/>
                  </a:lnTo>
                  <a:close/>
                  <a:moveTo>
                    <a:pt x="1101842" y="62998"/>
                  </a:moveTo>
                  <a:lnTo>
                    <a:pt x="1099083" y="69012"/>
                  </a:lnTo>
                  <a:lnTo>
                    <a:pt x="1105789" y="67110"/>
                  </a:lnTo>
                  <a:close/>
                  <a:moveTo>
                    <a:pt x="1105789" y="67110"/>
                  </a:moveTo>
                  <a:lnTo>
                    <a:pt x="1177762" y="68192"/>
                  </a:lnTo>
                  <a:lnTo>
                    <a:pt x="1101842" y="62998"/>
                  </a:lnTo>
                  <a:close/>
                  <a:moveTo>
                    <a:pt x="1105789" y="67110"/>
                  </a:moveTo>
                  <a:lnTo>
                    <a:pt x="1178277" y="68771"/>
                  </a:lnTo>
                  <a:lnTo>
                    <a:pt x="1177762" y="68192"/>
                  </a:lnTo>
                  <a:close/>
                  <a:moveTo>
                    <a:pt x="1306362" y="30575"/>
                  </a:moveTo>
                  <a:lnTo>
                    <a:pt x="1432385" y="32465"/>
                  </a:lnTo>
                  <a:lnTo>
                    <a:pt x="1411929" y="0"/>
                  </a:lnTo>
                  <a:close/>
                  <a:moveTo>
                    <a:pt x="1422997" y="74354"/>
                  </a:moveTo>
                  <a:lnTo>
                    <a:pt x="1432385" y="32465"/>
                  </a:lnTo>
                  <a:lnTo>
                    <a:pt x="1306362" y="30575"/>
                  </a:lnTo>
                  <a:close/>
                  <a:moveTo>
                    <a:pt x="1337732" y="112790"/>
                  </a:moveTo>
                  <a:lnTo>
                    <a:pt x="1422997" y="74354"/>
                  </a:lnTo>
                  <a:lnTo>
                    <a:pt x="1306362" y="30575"/>
                  </a:lnTo>
                  <a:close/>
                  <a:moveTo>
                    <a:pt x="1411929" y="0"/>
                  </a:moveTo>
                  <a:lnTo>
                    <a:pt x="1432385" y="32465"/>
                  </a:lnTo>
                  <a:lnTo>
                    <a:pt x="1498589" y="1334"/>
                  </a:lnTo>
                  <a:close/>
                  <a:moveTo>
                    <a:pt x="1422997" y="74354"/>
                  </a:moveTo>
                  <a:lnTo>
                    <a:pt x="1459455" y="133675"/>
                  </a:lnTo>
                  <a:lnTo>
                    <a:pt x="1455577" y="64607"/>
                  </a:lnTo>
                  <a:close/>
                  <a:moveTo>
                    <a:pt x="1432385" y="32465"/>
                  </a:moveTo>
                  <a:lnTo>
                    <a:pt x="1422997" y="74354"/>
                  </a:lnTo>
                  <a:lnTo>
                    <a:pt x="1455577" y="64607"/>
                  </a:lnTo>
                  <a:close/>
                  <a:moveTo>
                    <a:pt x="1455577" y="64607"/>
                  </a:moveTo>
                  <a:lnTo>
                    <a:pt x="1498589" y="1334"/>
                  </a:lnTo>
                  <a:lnTo>
                    <a:pt x="1432385" y="3246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71" name="Candidate_density__2170">
              <a:extLst>
                <a:ext uri="{FF2B5EF4-FFF2-40B4-BE49-F238E27FC236}">
                  <a16:creationId xmlns:a16="http://schemas.microsoft.com/office/drawing/2014/main" id="{1B2885B9-B2B6-33F1-5F8A-139AFBEA3EA8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702447"/>
              <a:ext cx="1622391" cy="682892"/>
            </a:xfrm>
            <a:custGeom>
              <a:avLst/>
              <a:gdLst/>
              <a:ahLst/>
              <a:cxnLst/>
              <a:rect l="0" t="0" r="0" b="0"/>
              <a:pathLst>
                <a:path w="1622391" h="682892">
                  <a:moveTo>
                    <a:pt x="0" y="410221"/>
                  </a:moveTo>
                  <a:lnTo>
                    <a:pt x="1699" y="470428"/>
                  </a:lnTo>
                  <a:lnTo>
                    <a:pt x="59269" y="470471"/>
                  </a:lnTo>
                  <a:close/>
                  <a:moveTo>
                    <a:pt x="226017" y="536215"/>
                  </a:moveTo>
                  <a:lnTo>
                    <a:pt x="205602" y="523728"/>
                  </a:lnTo>
                  <a:lnTo>
                    <a:pt x="149260" y="528275"/>
                  </a:lnTo>
                  <a:close/>
                  <a:moveTo>
                    <a:pt x="126388" y="453999"/>
                  </a:moveTo>
                  <a:lnTo>
                    <a:pt x="149260" y="528275"/>
                  </a:lnTo>
                  <a:lnTo>
                    <a:pt x="205602" y="523728"/>
                  </a:lnTo>
                  <a:close/>
                  <a:moveTo>
                    <a:pt x="126388" y="453999"/>
                  </a:moveTo>
                  <a:lnTo>
                    <a:pt x="91365" y="492436"/>
                  </a:lnTo>
                  <a:lnTo>
                    <a:pt x="149260" y="528275"/>
                  </a:lnTo>
                  <a:close/>
                  <a:moveTo>
                    <a:pt x="91365" y="492436"/>
                  </a:moveTo>
                  <a:lnTo>
                    <a:pt x="126388" y="453999"/>
                  </a:lnTo>
                  <a:lnTo>
                    <a:pt x="59269" y="470471"/>
                  </a:lnTo>
                  <a:close/>
                  <a:moveTo>
                    <a:pt x="311156" y="497778"/>
                  </a:moveTo>
                  <a:lnTo>
                    <a:pt x="226017" y="536215"/>
                  </a:lnTo>
                  <a:lnTo>
                    <a:pt x="292924" y="571552"/>
                  </a:lnTo>
                  <a:close/>
                  <a:moveTo>
                    <a:pt x="279234" y="339476"/>
                  </a:moveTo>
                  <a:lnTo>
                    <a:pt x="217688" y="290257"/>
                  </a:lnTo>
                  <a:lnTo>
                    <a:pt x="247355" y="333348"/>
                  </a:lnTo>
                  <a:close/>
                  <a:moveTo>
                    <a:pt x="295037" y="364249"/>
                  </a:moveTo>
                  <a:lnTo>
                    <a:pt x="247355" y="333348"/>
                  </a:lnTo>
                  <a:lnTo>
                    <a:pt x="339155" y="313996"/>
                  </a:lnTo>
                  <a:close/>
                  <a:moveTo>
                    <a:pt x="414676" y="212696"/>
                  </a:moveTo>
                  <a:lnTo>
                    <a:pt x="437008" y="294912"/>
                  </a:lnTo>
                  <a:lnTo>
                    <a:pt x="418947" y="186392"/>
                  </a:lnTo>
                  <a:close/>
                  <a:moveTo>
                    <a:pt x="379921" y="187757"/>
                  </a:moveTo>
                  <a:lnTo>
                    <a:pt x="418947" y="186392"/>
                  </a:lnTo>
                  <a:lnTo>
                    <a:pt x="353965" y="178629"/>
                  </a:lnTo>
                  <a:close/>
                  <a:moveTo>
                    <a:pt x="637812" y="329827"/>
                  </a:moveTo>
                  <a:lnTo>
                    <a:pt x="560599" y="369423"/>
                  </a:lnTo>
                  <a:lnTo>
                    <a:pt x="631453" y="355677"/>
                  </a:lnTo>
                  <a:close/>
                  <a:moveTo>
                    <a:pt x="726651" y="318195"/>
                  </a:moveTo>
                  <a:lnTo>
                    <a:pt x="631453" y="355677"/>
                  </a:lnTo>
                  <a:lnTo>
                    <a:pt x="710360" y="372036"/>
                  </a:lnTo>
                  <a:close/>
                  <a:moveTo>
                    <a:pt x="726651" y="318195"/>
                  </a:moveTo>
                  <a:lnTo>
                    <a:pt x="637812" y="329827"/>
                  </a:lnTo>
                  <a:lnTo>
                    <a:pt x="631453" y="355677"/>
                  </a:lnTo>
                  <a:close/>
                  <a:moveTo>
                    <a:pt x="787185" y="380615"/>
                  </a:moveTo>
                  <a:lnTo>
                    <a:pt x="823971" y="302952"/>
                  </a:lnTo>
                  <a:lnTo>
                    <a:pt x="710360" y="372036"/>
                  </a:lnTo>
                  <a:close/>
                  <a:moveTo>
                    <a:pt x="1114436" y="426247"/>
                  </a:moveTo>
                  <a:lnTo>
                    <a:pt x="1056830" y="401054"/>
                  </a:lnTo>
                  <a:lnTo>
                    <a:pt x="1015727" y="462579"/>
                  </a:lnTo>
                  <a:close/>
                  <a:moveTo>
                    <a:pt x="1015727" y="462579"/>
                  </a:moveTo>
                  <a:lnTo>
                    <a:pt x="1056830" y="401054"/>
                  </a:lnTo>
                  <a:lnTo>
                    <a:pt x="923171" y="395186"/>
                  </a:lnTo>
                  <a:close/>
                  <a:moveTo>
                    <a:pt x="1371893" y="657637"/>
                  </a:moveTo>
                  <a:lnTo>
                    <a:pt x="1361664" y="672893"/>
                  </a:lnTo>
                  <a:lnTo>
                    <a:pt x="1413362" y="682892"/>
                  </a:lnTo>
                  <a:close/>
                  <a:moveTo>
                    <a:pt x="1166132" y="387811"/>
                  </a:moveTo>
                  <a:lnTo>
                    <a:pt x="1143267" y="445569"/>
                  </a:lnTo>
                  <a:lnTo>
                    <a:pt x="1191882" y="412130"/>
                  </a:lnTo>
                  <a:close/>
                  <a:moveTo>
                    <a:pt x="1166132" y="387811"/>
                  </a:moveTo>
                  <a:lnTo>
                    <a:pt x="1114436" y="426247"/>
                  </a:lnTo>
                  <a:lnTo>
                    <a:pt x="1143267" y="445569"/>
                  </a:lnTo>
                  <a:close/>
                  <a:moveTo>
                    <a:pt x="1114436" y="426247"/>
                  </a:moveTo>
                  <a:lnTo>
                    <a:pt x="1166132" y="387811"/>
                  </a:lnTo>
                  <a:lnTo>
                    <a:pt x="1056830" y="401054"/>
                  </a:lnTo>
                  <a:close/>
                  <a:moveTo>
                    <a:pt x="1191882" y="412130"/>
                  </a:moveTo>
                  <a:lnTo>
                    <a:pt x="1283985" y="468328"/>
                  </a:lnTo>
                  <a:lnTo>
                    <a:pt x="1262555" y="349374"/>
                  </a:lnTo>
                  <a:close/>
                  <a:moveTo>
                    <a:pt x="1593144" y="272501"/>
                  </a:moveTo>
                  <a:lnTo>
                    <a:pt x="1558038" y="299549"/>
                  </a:lnTo>
                  <a:lnTo>
                    <a:pt x="1622391" y="274895"/>
                  </a:lnTo>
                  <a:close/>
                  <a:moveTo>
                    <a:pt x="1622391" y="274895"/>
                  </a:moveTo>
                  <a:lnTo>
                    <a:pt x="1567018" y="359412"/>
                  </a:lnTo>
                  <a:lnTo>
                    <a:pt x="1620705" y="376357"/>
                  </a:lnTo>
                  <a:close/>
                  <a:moveTo>
                    <a:pt x="1593144" y="272501"/>
                  </a:moveTo>
                  <a:lnTo>
                    <a:pt x="1622391" y="274895"/>
                  </a:lnTo>
                  <a:lnTo>
                    <a:pt x="1621708" y="258941"/>
                  </a:lnTo>
                  <a:close/>
                  <a:moveTo>
                    <a:pt x="1616647" y="179473"/>
                  </a:moveTo>
                  <a:lnTo>
                    <a:pt x="1593144" y="272501"/>
                  </a:lnTo>
                  <a:lnTo>
                    <a:pt x="1621708" y="258941"/>
                  </a:lnTo>
                  <a:close/>
                  <a:moveTo>
                    <a:pt x="1554541" y="269464"/>
                  </a:moveTo>
                  <a:lnTo>
                    <a:pt x="1593144" y="272501"/>
                  </a:lnTo>
                  <a:lnTo>
                    <a:pt x="1616647" y="179473"/>
                  </a:lnTo>
                  <a:close/>
                  <a:moveTo>
                    <a:pt x="1551438" y="171894"/>
                  </a:moveTo>
                  <a:lnTo>
                    <a:pt x="1616647" y="179473"/>
                  </a:lnTo>
                  <a:lnTo>
                    <a:pt x="1601421" y="91759"/>
                  </a:lnTo>
                  <a:close/>
                  <a:moveTo>
                    <a:pt x="1551438" y="171894"/>
                  </a:moveTo>
                  <a:lnTo>
                    <a:pt x="1601421" y="91759"/>
                  </a:lnTo>
                  <a:lnTo>
                    <a:pt x="1540718" y="80517"/>
                  </a:lnTo>
                  <a:close/>
                  <a:moveTo>
                    <a:pt x="1540718" y="80517"/>
                  </a:moveTo>
                  <a:lnTo>
                    <a:pt x="1601421" y="91759"/>
                  </a:lnTo>
                  <a:lnTo>
                    <a:pt x="159117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72" name="Candidate_density__2171">
              <a:extLst>
                <a:ext uri="{FF2B5EF4-FFF2-40B4-BE49-F238E27FC236}">
                  <a16:creationId xmlns:a16="http://schemas.microsoft.com/office/drawing/2014/main" id="{953DAC73-5764-DB7F-D172-968544294C31}"/>
                </a:ext>
              </a:extLst>
            </p:cNvPr>
            <p:cNvSpPr>
              <a:spLocks noGrp="1"/>
            </p:cNvSpPr>
            <p:nvPr/>
          </p:nvSpPr>
          <p:spPr>
            <a:xfrm>
              <a:off x="3715150" y="2563873"/>
              <a:ext cx="1639388" cy="609045"/>
            </a:xfrm>
            <a:custGeom>
              <a:avLst/>
              <a:gdLst/>
              <a:ahLst/>
              <a:cxnLst/>
              <a:rect l="0" t="0" r="0" b="0"/>
              <a:pathLst>
                <a:path w="1639388" h="609045">
                  <a:moveTo>
                    <a:pt x="7967" y="505016"/>
                  </a:moveTo>
                  <a:lnTo>
                    <a:pt x="88858" y="548795"/>
                  </a:lnTo>
                  <a:lnTo>
                    <a:pt x="47702" y="466580"/>
                  </a:lnTo>
                  <a:close/>
                  <a:moveTo>
                    <a:pt x="18200" y="401928"/>
                  </a:moveTo>
                  <a:lnTo>
                    <a:pt x="0" y="395342"/>
                  </a:lnTo>
                  <a:lnTo>
                    <a:pt x="47702" y="466580"/>
                  </a:lnTo>
                  <a:close/>
                  <a:moveTo>
                    <a:pt x="8397" y="384365"/>
                  </a:moveTo>
                  <a:lnTo>
                    <a:pt x="0" y="395342"/>
                  </a:lnTo>
                  <a:lnTo>
                    <a:pt x="18200" y="401928"/>
                  </a:lnTo>
                  <a:close/>
                  <a:moveTo>
                    <a:pt x="159594" y="510359"/>
                  </a:moveTo>
                  <a:lnTo>
                    <a:pt x="148127" y="609045"/>
                  </a:lnTo>
                  <a:lnTo>
                    <a:pt x="191714" y="556808"/>
                  </a:lnTo>
                  <a:close/>
                  <a:moveTo>
                    <a:pt x="47702" y="466580"/>
                  </a:moveTo>
                  <a:lnTo>
                    <a:pt x="88858" y="548795"/>
                  </a:lnTo>
                  <a:lnTo>
                    <a:pt x="159594" y="510359"/>
                  </a:lnTo>
                  <a:close/>
                  <a:moveTo>
                    <a:pt x="23805" y="375990"/>
                  </a:moveTo>
                  <a:lnTo>
                    <a:pt x="18200" y="401928"/>
                  </a:lnTo>
                  <a:lnTo>
                    <a:pt x="75508" y="345929"/>
                  </a:lnTo>
                  <a:close/>
                  <a:moveTo>
                    <a:pt x="75508" y="345929"/>
                  </a:moveTo>
                  <a:lnTo>
                    <a:pt x="18200" y="401928"/>
                  </a:lnTo>
                  <a:lnTo>
                    <a:pt x="47702" y="466580"/>
                  </a:lnTo>
                  <a:close/>
                  <a:moveTo>
                    <a:pt x="75508" y="345929"/>
                  </a:moveTo>
                  <a:lnTo>
                    <a:pt x="47702" y="466580"/>
                  </a:lnTo>
                  <a:lnTo>
                    <a:pt x="127108" y="428144"/>
                  </a:lnTo>
                  <a:close/>
                  <a:moveTo>
                    <a:pt x="8397" y="384365"/>
                  </a:moveTo>
                  <a:lnTo>
                    <a:pt x="18200" y="401928"/>
                  </a:lnTo>
                  <a:lnTo>
                    <a:pt x="23805" y="375990"/>
                  </a:lnTo>
                  <a:close/>
                  <a:moveTo>
                    <a:pt x="75508" y="345929"/>
                  </a:moveTo>
                  <a:lnTo>
                    <a:pt x="127108" y="428144"/>
                  </a:lnTo>
                  <a:lnTo>
                    <a:pt x="194997" y="389707"/>
                  </a:lnTo>
                  <a:close/>
                  <a:moveTo>
                    <a:pt x="350416" y="92052"/>
                  </a:moveTo>
                  <a:lnTo>
                    <a:pt x="306434" y="104625"/>
                  </a:lnTo>
                  <a:lnTo>
                    <a:pt x="390975" y="98888"/>
                  </a:lnTo>
                  <a:close/>
                  <a:moveTo>
                    <a:pt x="328459" y="80356"/>
                  </a:moveTo>
                  <a:lnTo>
                    <a:pt x="306434" y="104625"/>
                  </a:lnTo>
                  <a:lnTo>
                    <a:pt x="350416" y="92052"/>
                  </a:lnTo>
                  <a:close/>
                  <a:moveTo>
                    <a:pt x="350416" y="92052"/>
                  </a:moveTo>
                  <a:lnTo>
                    <a:pt x="390975" y="98888"/>
                  </a:lnTo>
                  <a:lnTo>
                    <a:pt x="460907" y="81697"/>
                  </a:lnTo>
                  <a:close/>
                  <a:moveTo>
                    <a:pt x="816822" y="356613"/>
                  </a:moveTo>
                  <a:lnTo>
                    <a:pt x="815197" y="356931"/>
                  </a:lnTo>
                  <a:lnTo>
                    <a:pt x="815509" y="456769"/>
                  </a:lnTo>
                  <a:close/>
                  <a:moveTo>
                    <a:pt x="725928" y="300047"/>
                  </a:moveTo>
                  <a:lnTo>
                    <a:pt x="680786" y="274398"/>
                  </a:lnTo>
                  <a:lnTo>
                    <a:pt x="729392" y="366096"/>
                  </a:lnTo>
                  <a:close/>
                  <a:moveTo>
                    <a:pt x="729392" y="366096"/>
                  </a:moveTo>
                  <a:lnTo>
                    <a:pt x="815197" y="356931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5200" y="355163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6822" y="356613"/>
                  </a:lnTo>
                  <a:lnTo>
                    <a:pt x="815200" y="355163"/>
                  </a:lnTo>
                  <a:close/>
                  <a:moveTo>
                    <a:pt x="680786" y="274398"/>
                  </a:moveTo>
                  <a:lnTo>
                    <a:pt x="684063" y="192183"/>
                  </a:lnTo>
                  <a:lnTo>
                    <a:pt x="639722" y="278312"/>
                  </a:lnTo>
                  <a:close/>
                  <a:moveTo>
                    <a:pt x="684063" y="192183"/>
                  </a:moveTo>
                  <a:lnTo>
                    <a:pt x="620208" y="194085"/>
                  </a:lnTo>
                  <a:lnTo>
                    <a:pt x="639722" y="278312"/>
                  </a:lnTo>
                  <a:close/>
                  <a:moveTo>
                    <a:pt x="539277" y="199287"/>
                  </a:moveTo>
                  <a:lnTo>
                    <a:pt x="620208" y="194085"/>
                  </a:lnTo>
                  <a:lnTo>
                    <a:pt x="586332" y="121533"/>
                  </a:lnTo>
                  <a:close/>
                  <a:moveTo>
                    <a:pt x="539277" y="199287"/>
                  </a:moveTo>
                  <a:lnTo>
                    <a:pt x="586332" y="121533"/>
                  </a:lnTo>
                  <a:lnTo>
                    <a:pt x="513694" y="119994"/>
                  </a:lnTo>
                  <a:close/>
                  <a:moveTo>
                    <a:pt x="684063" y="192183"/>
                  </a:moveTo>
                  <a:lnTo>
                    <a:pt x="695979" y="188075"/>
                  </a:lnTo>
                  <a:lnTo>
                    <a:pt x="620208" y="194085"/>
                  </a:lnTo>
                  <a:close/>
                  <a:moveTo>
                    <a:pt x="429120" y="128159"/>
                  </a:moveTo>
                  <a:lnTo>
                    <a:pt x="513694" y="119994"/>
                  </a:lnTo>
                  <a:lnTo>
                    <a:pt x="460907" y="81697"/>
                  </a:lnTo>
                  <a:close/>
                  <a:moveTo>
                    <a:pt x="513694" y="119994"/>
                  </a:moveTo>
                  <a:lnTo>
                    <a:pt x="538294" y="92375"/>
                  </a:lnTo>
                  <a:lnTo>
                    <a:pt x="460907" y="81697"/>
                  </a:lnTo>
                  <a:close/>
                  <a:moveTo>
                    <a:pt x="912830" y="441526"/>
                  </a:moveTo>
                  <a:lnTo>
                    <a:pt x="999479" y="521044"/>
                  </a:lnTo>
                  <a:lnTo>
                    <a:pt x="973238" y="400391"/>
                  </a:lnTo>
                  <a:close/>
                  <a:moveTo>
                    <a:pt x="973238" y="400391"/>
                  </a:moveTo>
                  <a:lnTo>
                    <a:pt x="999479" y="521044"/>
                  </a:lnTo>
                  <a:lnTo>
                    <a:pt x="1053229" y="472595"/>
                  </a:lnTo>
                  <a:close/>
                  <a:moveTo>
                    <a:pt x="914401" y="318177"/>
                  </a:moveTo>
                  <a:lnTo>
                    <a:pt x="917396" y="434529"/>
                  </a:lnTo>
                  <a:lnTo>
                    <a:pt x="950686" y="367863"/>
                  </a:lnTo>
                  <a:close/>
                  <a:moveTo>
                    <a:pt x="908386" y="438828"/>
                  </a:moveTo>
                  <a:lnTo>
                    <a:pt x="917396" y="434529"/>
                  </a:lnTo>
                  <a:lnTo>
                    <a:pt x="914401" y="318177"/>
                  </a:lnTo>
                  <a:close/>
                  <a:moveTo>
                    <a:pt x="816822" y="356613"/>
                  </a:moveTo>
                  <a:lnTo>
                    <a:pt x="908386" y="438828"/>
                  </a:lnTo>
                  <a:lnTo>
                    <a:pt x="914401" y="318177"/>
                  </a:lnTo>
                  <a:close/>
                  <a:moveTo>
                    <a:pt x="917396" y="434529"/>
                  </a:moveTo>
                  <a:lnTo>
                    <a:pt x="973238" y="400391"/>
                  </a:lnTo>
                  <a:lnTo>
                    <a:pt x="950686" y="367863"/>
                  </a:lnTo>
                  <a:close/>
                  <a:moveTo>
                    <a:pt x="876884" y="235962"/>
                  </a:moveTo>
                  <a:lnTo>
                    <a:pt x="815200" y="355163"/>
                  </a:lnTo>
                  <a:lnTo>
                    <a:pt x="816822" y="356613"/>
                  </a:lnTo>
                  <a:close/>
                  <a:moveTo>
                    <a:pt x="680786" y="274398"/>
                  </a:moveTo>
                  <a:lnTo>
                    <a:pt x="725928" y="300047"/>
                  </a:lnTo>
                  <a:lnTo>
                    <a:pt x="725659" y="269040"/>
                  </a:lnTo>
                  <a:close/>
                  <a:moveTo>
                    <a:pt x="684063" y="192183"/>
                  </a:moveTo>
                  <a:lnTo>
                    <a:pt x="725659" y="269040"/>
                  </a:lnTo>
                  <a:lnTo>
                    <a:pt x="697994" y="191438"/>
                  </a:lnTo>
                  <a:close/>
                  <a:moveTo>
                    <a:pt x="684063" y="192183"/>
                  </a:moveTo>
                  <a:lnTo>
                    <a:pt x="680786" y="274398"/>
                  </a:lnTo>
                  <a:lnTo>
                    <a:pt x="725659" y="269040"/>
                  </a:lnTo>
                  <a:close/>
                  <a:moveTo>
                    <a:pt x="814904" y="257077"/>
                  </a:moveTo>
                  <a:lnTo>
                    <a:pt x="725928" y="300047"/>
                  </a:lnTo>
                  <a:lnTo>
                    <a:pt x="815200" y="355163"/>
                  </a:lnTo>
                  <a:close/>
                  <a:moveTo>
                    <a:pt x="814904" y="257077"/>
                  </a:moveTo>
                  <a:lnTo>
                    <a:pt x="725659" y="269040"/>
                  </a:lnTo>
                  <a:lnTo>
                    <a:pt x="725928" y="300047"/>
                  </a:lnTo>
                  <a:close/>
                  <a:moveTo>
                    <a:pt x="725659" y="269040"/>
                  </a:moveTo>
                  <a:lnTo>
                    <a:pt x="781179" y="184402"/>
                  </a:lnTo>
                  <a:lnTo>
                    <a:pt x="697994" y="191438"/>
                  </a:lnTo>
                  <a:close/>
                  <a:moveTo>
                    <a:pt x="695979" y="188075"/>
                  </a:moveTo>
                  <a:lnTo>
                    <a:pt x="684063" y="192183"/>
                  </a:lnTo>
                  <a:lnTo>
                    <a:pt x="697994" y="191438"/>
                  </a:lnTo>
                  <a:close/>
                  <a:moveTo>
                    <a:pt x="697994" y="191438"/>
                  </a:moveTo>
                  <a:lnTo>
                    <a:pt x="766061" y="171441"/>
                  </a:lnTo>
                  <a:lnTo>
                    <a:pt x="695979" y="188075"/>
                  </a:lnTo>
                  <a:close/>
                  <a:moveTo>
                    <a:pt x="1071501" y="369836"/>
                  </a:moveTo>
                  <a:lnTo>
                    <a:pt x="1053229" y="472595"/>
                  </a:lnTo>
                  <a:lnTo>
                    <a:pt x="1093642" y="361955"/>
                  </a:lnTo>
                  <a:close/>
                  <a:moveTo>
                    <a:pt x="1093642" y="361955"/>
                  </a:moveTo>
                  <a:lnTo>
                    <a:pt x="1053229" y="472595"/>
                  </a:lnTo>
                  <a:lnTo>
                    <a:pt x="1067034" y="482607"/>
                  </a:lnTo>
                  <a:close/>
                  <a:moveTo>
                    <a:pt x="1093642" y="361955"/>
                  </a:moveTo>
                  <a:lnTo>
                    <a:pt x="1067034" y="482607"/>
                  </a:lnTo>
                  <a:lnTo>
                    <a:pt x="1161800" y="444170"/>
                  </a:lnTo>
                  <a:close/>
                  <a:moveTo>
                    <a:pt x="973238" y="400391"/>
                  </a:moveTo>
                  <a:lnTo>
                    <a:pt x="1053229" y="472595"/>
                  </a:lnTo>
                  <a:lnTo>
                    <a:pt x="1071501" y="369836"/>
                  </a:lnTo>
                  <a:close/>
                  <a:moveTo>
                    <a:pt x="950686" y="367863"/>
                  </a:moveTo>
                  <a:lnTo>
                    <a:pt x="973238" y="400391"/>
                  </a:lnTo>
                  <a:lnTo>
                    <a:pt x="1050771" y="279740"/>
                  </a:lnTo>
                  <a:close/>
                  <a:moveTo>
                    <a:pt x="1064605" y="299927"/>
                  </a:moveTo>
                  <a:lnTo>
                    <a:pt x="973238" y="400391"/>
                  </a:lnTo>
                  <a:lnTo>
                    <a:pt x="1071501" y="369836"/>
                  </a:lnTo>
                  <a:close/>
                  <a:moveTo>
                    <a:pt x="1185743" y="137368"/>
                  </a:moveTo>
                  <a:lnTo>
                    <a:pt x="1268693" y="75258"/>
                  </a:lnTo>
                  <a:lnTo>
                    <a:pt x="1254162" y="42244"/>
                  </a:lnTo>
                  <a:close/>
                  <a:moveTo>
                    <a:pt x="1268693" y="75258"/>
                  </a:moveTo>
                  <a:lnTo>
                    <a:pt x="1309313" y="120652"/>
                  </a:lnTo>
                  <a:lnTo>
                    <a:pt x="1254162" y="42244"/>
                  </a:lnTo>
                  <a:close/>
                  <a:moveTo>
                    <a:pt x="1286693" y="115889"/>
                  </a:moveTo>
                  <a:lnTo>
                    <a:pt x="1365056" y="156885"/>
                  </a:lnTo>
                  <a:lnTo>
                    <a:pt x="1309313" y="120652"/>
                  </a:lnTo>
                  <a:close/>
                  <a:moveTo>
                    <a:pt x="1430378" y="122455"/>
                  </a:moveTo>
                  <a:lnTo>
                    <a:pt x="1365056" y="156885"/>
                  </a:lnTo>
                  <a:lnTo>
                    <a:pt x="1478567" y="87425"/>
                  </a:lnTo>
                  <a:close/>
                  <a:moveTo>
                    <a:pt x="1498766" y="82215"/>
                  </a:moveTo>
                  <a:lnTo>
                    <a:pt x="1528956" y="100710"/>
                  </a:lnTo>
                  <a:lnTo>
                    <a:pt x="1478567" y="87425"/>
                  </a:lnTo>
                  <a:close/>
                  <a:moveTo>
                    <a:pt x="1268693" y="75258"/>
                  </a:moveTo>
                  <a:lnTo>
                    <a:pt x="1260544" y="120652"/>
                  </a:lnTo>
                  <a:lnTo>
                    <a:pt x="1286693" y="115889"/>
                  </a:lnTo>
                  <a:close/>
                  <a:moveTo>
                    <a:pt x="1286693" y="115889"/>
                  </a:moveTo>
                  <a:lnTo>
                    <a:pt x="1309313" y="120652"/>
                  </a:lnTo>
                  <a:lnTo>
                    <a:pt x="1268693" y="75258"/>
                  </a:lnTo>
                  <a:close/>
                  <a:moveTo>
                    <a:pt x="1610205" y="134747"/>
                  </a:moveTo>
                  <a:lnTo>
                    <a:pt x="1563902" y="72299"/>
                  </a:lnTo>
                  <a:lnTo>
                    <a:pt x="1530636" y="138844"/>
                  </a:lnTo>
                  <a:close/>
                  <a:moveTo>
                    <a:pt x="1610205" y="134747"/>
                  </a:moveTo>
                  <a:lnTo>
                    <a:pt x="1639388" y="71522"/>
                  </a:lnTo>
                  <a:lnTo>
                    <a:pt x="1563902" y="72299"/>
                  </a:lnTo>
                  <a:close/>
                  <a:moveTo>
                    <a:pt x="1481114" y="0"/>
                  </a:moveTo>
                  <a:lnTo>
                    <a:pt x="1498766" y="82215"/>
                  </a:lnTo>
                  <a:lnTo>
                    <a:pt x="1563902" y="7229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73" name="Candidate_density__2172">
              <a:extLst>
                <a:ext uri="{FF2B5EF4-FFF2-40B4-BE49-F238E27FC236}">
                  <a16:creationId xmlns:a16="http://schemas.microsoft.com/office/drawing/2014/main" id="{FF3D2136-0CB3-92CC-A033-9B8887F358D4}"/>
                </a:ext>
              </a:extLst>
            </p:cNvPr>
            <p:cNvSpPr>
              <a:spLocks noGrp="1"/>
            </p:cNvSpPr>
            <p:nvPr/>
          </p:nvSpPr>
          <p:spPr>
            <a:xfrm>
              <a:off x="3953269" y="2794206"/>
              <a:ext cx="1488412" cy="647612"/>
            </a:xfrm>
            <a:custGeom>
              <a:avLst/>
              <a:gdLst/>
              <a:ahLst/>
              <a:cxnLst/>
              <a:rect l="0" t="0" r="0" b="0"/>
              <a:pathLst>
                <a:path w="1488412" h="647612">
                  <a:moveTo>
                    <a:pt x="76757" y="444456"/>
                  </a:moveTo>
                  <a:lnTo>
                    <a:pt x="90354" y="495676"/>
                  </a:lnTo>
                  <a:lnTo>
                    <a:pt x="143664" y="479793"/>
                  </a:lnTo>
                  <a:close/>
                  <a:moveTo>
                    <a:pt x="76757" y="444456"/>
                  </a:moveTo>
                  <a:lnTo>
                    <a:pt x="71507" y="482892"/>
                  </a:lnTo>
                  <a:lnTo>
                    <a:pt x="90354" y="495676"/>
                  </a:lnTo>
                  <a:close/>
                  <a:moveTo>
                    <a:pt x="71507" y="482892"/>
                  </a:moveTo>
                  <a:lnTo>
                    <a:pt x="76757" y="444456"/>
                  </a:lnTo>
                  <a:lnTo>
                    <a:pt x="0" y="436516"/>
                  </a:lnTo>
                  <a:close/>
                  <a:moveTo>
                    <a:pt x="185444" y="420798"/>
                  </a:moveTo>
                  <a:lnTo>
                    <a:pt x="143664" y="479793"/>
                  </a:lnTo>
                  <a:lnTo>
                    <a:pt x="273780" y="472416"/>
                  </a:lnTo>
                  <a:close/>
                  <a:moveTo>
                    <a:pt x="98095" y="241589"/>
                  </a:moveTo>
                  <a:lnTo>
                    <a:pt x="67513" y="197811"/>
                  </a:lnTo>
                  <a:lnTo>
                    <a:pt x="86959" y="159374"/>
                  </a:lnTo>
                  <a:close/>
                  <a:moveTo>
                    <a:pt x="86959" y="159374"/>
                  </a:moveTo>
                  <a:lnTo>
                    <a:pt x="118745" y="120937"/>
                  </a:lnTo>
                  <a:lnTo>
                    <a:pt x="98095" y="241589"/>
                  </a:lnTo>
                  <a:close/>
                  <a:moveTo>
                    <a:pt x="411339" y="277664"/>
                  </a:moveTo>
                  <a:lnTo>
                    <a:pt x="448891" y="354608"/>
                  </a:lnTo>
                  <a:lnTo>
                    <a:pt x="482193" y="263918"/>
                  </a:lnTo>
                  <a:close/>
                  <a:moveTo>
                    <a:pt x="482193" y="263918"/>
                  </a:moveTo>
                  <a:lnTo>
                    <a:pt x="448891" y="354608"/>
                  </a:lnTo>
                  <a:lnTo>
                    <a:pt x="561100" y="280277"/>
                  </a:lnTo>
                  <a:close/>
                  <a:moveTo>
                    <a:pt x="230661" y="95998"/>
                  </a:moveTo>
                  <a:lnTo>
                    <a:pt x="265416" y="120937"/>
                  </a:lnTo>
                  <a:lnTo>
                    <a:pt x="269687" y="94633"/>
                  </a:lnTo>
                  <a:close/>
                  <a:moveTo>
                    <a:pt x="159355" y="108055"/>
                  </a:moveTo>
                  <a:lnTo>
                    <a:pt x="230661" y="95998"/>
                  </a:lnTo>
                  <a:lnTo>
                    <a:pt x="204705" y="86870"/>
                  </a:lnTo>
                  <a:close/>
                  <a:moveTo>
                    <a:pt x="1212404" y="581134"/>
                  </a:moveTo>
                  <a:lnTo>
                    <a:pt x="1319747" y="647612"/>
                  </a:lnTo>
                  <a:lnTo>
                    <a:pt x="1264102" y="591133"/>
                  </a:lnTo>
                  <a:close/>
                  <a:moveTo>
                    <a:pt x="1042622" y="320371"/>
                  </a:moveTo>
                  <a:lnTo>
                    <a:pt x="994007" y="353810"/>
                  </a:lnTo>
                  <a:lnTo>
                    <a:pt x="1132485" y="377697"/>
                  </a:lnTo>
                  <a:close/>
                  <a:moveTo>
                    <a:pt x="1473131" y="183136"/>
                  </a:moveTo>
                  <a:lnTo>
                    <a:pt x="1471445" y="284598"/>
                  </a:lnTo>
                  <a:lnTo>
                    <a:pt x="1482188" y="301394"/>
                  </a:lnTo>
                  <a:close/>
                  <a:moveTo>
                    <a:pt x="1488412" y="219179"/>
                  </a:moveTo>
                  <a:lnTo>
                    <a:pt x="1472448" y="167182"/>
                  </a:lnTo>
                  <a:lnTo>
                    <a:pt x="1473131" y="183136"/>
                  </a:lnTo>
                  <a:close/>
                  <a:moveTo>
                    <a:pt x="1481754" y="98527"/>
                  </a:moveTo>
                  <a:lnTo>
                    <a:pt x="1472448" y="167182"/>
                  </a:lnTo>
                  <a:lnTo>
                    <a:pt x="1488412" y="219179"/>
                  </a:lnTo>
                  <a:close/>
                  <a:moveTo>
                    <a:pt x="1467387" y="87714"/>
                  </a:moveTo>
                  <a:lnTo>
                    <a:pt x="1472448" y="167182"/>
                  </a:lnTo>
                  <a:lnTo>
                    <a:pt x="1481754" y="98527"/>
                  </a:lnTo>
                  <a:close/>
                  <a:moveTo>
                    <a:pt x="1452161" y="0"/>
                  </a:moveTo>
                  <a:lnTo>
                    <a:pt x="1467387" y="87714"/>
                  </a:lnTo>
                  <a:lnTo>
                    <a:pt x="1481754" y="9852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74" name="Candidate_density__2173">
              <a:extLst>
                <a:ext uri="{FF2B5EF4-FFF2-40B4-BE49-F238E27FC236}">
                  <a16:creationId xmlns:a16="http://schemas.microsoft.com/office/drawing/2014/main" id="{92E9228C-8D01-B8E6-91B6-5785D350E950}"/>
                </a:ext>
              </a:extLst>
            </p:cNvPr>
            <p:cNvSpPr>
              <a:spLocks noGrp="1"/>
            </p:cNvSpPr>
            <p:nvPr/>
          </p:nvSpPr>
          <p:spPr>
            <a:xfrm>
              <a:off x="4043622" y="3071870"/>
              <a:ext cx="1391834" cy="369948"/>
            </a:xfrm>
            <a:custGeom>
              <a:avLst/>
              <a:gdLst/>
              <a:ahLst/>
              <a:cxnLst/>
              <a:rect l="0" t="0" r="0" b="0"/>
              <a:pathLst>
                <a:path w="1391834" h="369948">
                  <a:moveTo>
                    <a:pt x="53310" y="202129"/>
                  </a:moveTo>
                  <a:lnTo>
                    <a:pt x="0" y="218012"/>
                  </a:lnTo>
                  <a:lnTo>
                    <a:pt x="131788" y="216887"/>
                  </a:lnTo>
                  <a:close/>
                  <a:moveTo>
                    <a:pt x="53310" y="202129"/>
                  </a:moveTo>
                  <a:lnTo>
                    <a:pt x="131788" y="216887"/>
                  </a:lnTo>
                  <a:lnTo>
                    <a:pt x="183427" y="194751"/>
                  </a:lnTo>
                  <a:close/>
                  <a:moveTo>
                    <a:pt x="183427" y="194751"/>
                  </a:moveTo>
                  <a:lnTo>
                    <a:pt x="255160" y="184293"/>
                  </a:lnTo>
                  <a:lnTo>
                    <a:pt x="298377" y="130673"/>
                  </a:lnTo>
                  <a:close/>
                  <a:moveTo>
                    <a:pt x="315705" y="66970"/>
                  </a:moveTo>
                  <a:lnTo>
                    <a:pt x="298377" y="130673"/>
                  </a:lnTo>
                  <a:lnTo>
                    <a:pt x="348731" y="89918"/>
                  </a:lnTo>
                  <a:close/>
                  <a:moveTo>
                    <a:pt x="315705" y="66970"/>
                  </a:moveTo>
                  <a:lnTo>
                    <a:pt x="348731" y="89918"/>
                  </a:lnTo>
                  <a:lnTo>
                    <a:pt x="320986" y="0"/>
                  </a:lnTo>
                  <a:close/>
                  <a:moveTo>
                    <a:pt x="320986" y="0"/>
                  </a:moveTo>
                  <a:lnTo>
                    <a:pt x="348731" y="89918"/>
                  </a:lnTo>
                  <a:lnTo>
                    <a:pt x="358537" y="76944"/>
                  </a:lnTo>
                  <a:close/>
                  <a:moveTo>
                    <a:pt x="1173748" y="313469"/>
                  </a:moveTo>
                  <a:lnTo>
                    <a:pt x="1229393" y="369948"/>
                  </a:lnTo>
                  <a:lnTo>
                    <a:pt x="1247013" y="308739"/>
                  </a:lnTo>
                  <a:close/>
                  <a:moveTo>
                    <a:pt x="1173748" y="313469"/>
                  </a:moveTo>
                  <a:lnTo>
                    <a:pt x="1247013" y="308739"/>
                  </a:lnTo>
                  <a:lnTo>
                    <a:pt x="1285265" y="236550"/>
                  </a:lnTo>
                  <a:close/>
                  <a:moveTo>
                    <a:pt x="1275478" y="265033"/>
                  </a:moveTo>
                  <a:lnTo>
                    <a:pt x="1285265" y="236550"/>
                  </a:lnTo>
                  <a:lnTo>
                    <a:pt x="1247013" y="308739"/>
                  </a:lnTo>
                  <a:close/>
                  <a:moveTo>
                    <a:pt x="1042131" y="100033"/>
                  </a:moveTo>
                  <a:lnTo>
                    <a:pt x="1044371" y="98906"/>
                  </a:lnTo>
                  <a:lnTo>
                    <a:pt x="952268" y="42707"/>
                  </a:lnTo>
                  <a:close/>
                  <a:moveTo>
                    <a:pt x="1381092" y="6934"/>
                  </a:moveTo>
                  <a:lnTo>
                    <a:pt x="1352567" y="105945"/>
                  </a:lnTo>
                  <a:lnTo>
                    <a:pt x="1373167" y="71341"/>
                  </a:lnTo>
                  <a:close/>
                  <a:moveTo>
                    <a:pt x="1336078" y="83030"/>
                  </a:moveTo>
                  <a:lnTo>
                    <a:pt x="1352567" y="105945"/>
                  </a:lnTo>
                  <a:lnTo>
                    <a:pt x="1381092" y="6934"/>
                  </a:lnTo>
                  <a:close/>
                  <a:moveTo>
                    <a:pt x="1381092" y="6934"/>
                  </a:moveTo>
                  <a:lnTo>
                    <a:pt x="1373167" y="71341"/>
                  </a:lnTo>
                  <a:lnTo>
                    <a:pt x="1391834" y="2373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75" name="Candidate_density__2174">
              <a:extLst>
                <a:ext uri="{FF2B5EF4-FFF2-40B4-BE49-F238E27FC236}">
                  <a16:creationId xmlns:a16="http://schemas.microsoft.com/office/drawing/2014/main" id="{D79A6112-CAA8-D157-2FCC-E1B927C7267B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606116"/>
              <a:ext cx="1616647" cy="566802"/>
            </a:xfrm>
            <a:custGeom>
              <a:avLst/>
              <a:gdLst/>
              <a:ahLst/>
              <a:cxnLst/>
              <a:rect l="0" t="0" r="0" b="0"/>
              <a:pathLst>
                <a:path w="1616647" h="566802">
                  <a:moveTo>
                    <a:pt x="126388" y="550330"/>
                  </a:moveTo>
                  <a:lnTo>
                    <a:pt x="102856" y="514564"/>
                  </a:lnTo>
                  <a:lnTo>
                    <a:pt x="59269" y="566802"/>
                  </a:lnTo>
                  <a:close/>
                  <a:moveTo>
                    <a:pt x="70736" y="468115"/>
                  </a:moveTo>
                  <a:lnTo>
                    <a:pt x="0" y="506552"/>
                  </a:lnTo>
                  <a:lnTo>
                    <a:pt x="59269" y="566802"/>
                  </a:lnTo>
                  <a:close/>
                  <a:moveTo>
                    <a:pt x="279234" y="435807"/>
                  </a:moveTo>
                  <a:lnTo>
                    <a:pt x="295037" y="460580"/>
                  </a:lnTo>
                  <a:lnTo>
                    <a:pt x="372237" y="470559"/>
                  </a:lnTo>
                  <a:close/>
                  <a:moveTo>
                    <a:pt x="295037" y="460580"/>
                  </a:moveTo>
                  <a:lnTo>
                    <a:pt x="279234" y="435807"/>
                  </a:lnTo>
                  <a:lnTo>
                    <a:pt x="247355" y="429679"/>
                  </a:lnTo>
                  <a:close/>
                  <a:moveTo>
                    <a:pt x="637812" y="426158"/>
                  </a:moveTo>
                  <a:lnTo>
                    <a:pt x="726651" y="414525"/>
                  </a:lnTo>
                  <a:lnTo>
                    <a:pt x="726339" y="314687"/>
                  </a:lnTo>
                  <a:close/>
                  <a:moveTo>
                    <a:pt x="637812" y="426158"/>
                  </a:moveTo>
                  <a:lnTo>
                    <a:pt x="726339" y="314687"/>
                  </a:lnTo>
                  <a:lnTo>
                    <a:pt x="640534" y="323853"/>
                  </a:lnTo>
                  <a:close/>
                  <a:moveTo>
                    <a:pt x="710360" y="468367"/>
                  </a:moveTo>
                  <a:lnTo>
                    <a:pt x="819527" y="396585"/>
                  </a:lnTo>
                  <a:lnTo>
                    <a:pt x="726651" y="414525"/>
                  </a:lnTo>
                  <a:close/>
                  <a:moveTo>
                    <a:pt x="823971" y="399283"/>
                  </a:moveTo>
                  <a:lnTo>
                    <a:pt x="819527" y="396585"/>
                  </a:lnTo>
                  <a:lnTo>
                    <a:pt x="710360" y="468367"/>
                  </a:lnTo>
                  <a:close/>
                  <a:moveTo>
                    <a:pt x="819527" y="396585"/>
                  </a:moveTo>
                  <a:lnTo>
                    <a:pt x="727964" y="314369"/>
                  </a:lnTo>
                  <a:lnTo>
                    <a:pt x="726651" y="414525"/>
                  </a:lnTo>
                  <a:close/>
                  <a:moveTo>
                    <a:pt x="531349" y="151841"/>
                  </a:moveTo>
                  <a:lnTo>
                    <a:pt x="607121" y="145831"/>
                  </a:lnTo>
                  <a:lnTo>
                    <a:pt x="558321" y="90414"/>
                  </a:lnTo>
                  <a:close/>
                  <a:moveTo>
                    <a:pt x="531349" y="151841"/>
                  </a:moveTo>
                  <a:lnTo>
                    <a:pt x="558321" y="90414"/>
                  </a:lnTo>
                  <a:lnTo>
                    <a:pt x="497473" y="79290"/>
                  </a:lnTo>
                  <a:close/>
                  <a:moveTo>
                    <a:pt x="424836" y="77750"/>
                  </a:moveTo>
                  <a:lnTo>
                    <a:pt x="497473" y="79290"/>
                  </a:lnTo>
                  <a:lnTo>
                    <a:pt x="449436" y="50132"/>
                  </a:lnTo>
                  <a:close/>
                  <a:moveTo>
                    <a:pt x="910620" y="478800"/>
                  </a:moveTo>
                  <a:lnTo>
                    <a:pt x="923171" y="491517"/>
                  </a:lnTo>
                  <a:lnTo>
                    <a:pt x="941561" y="461084"/>
                  </a:lnTo>
                  <a:close/>
                  <a:moveTo>
                    <a:pt x="828537" y="392285"/>
                  </a:moveTo>
                  <a:lnTo>
                    <a:pt x="823971" y="399283"/>
                  </a:lnTo>
                  <a:lnTo>
                    <a:pt x="884379" y="358148"/>
                  </a:lnTo>
                  <a:close/>
                  <a:moveTo>
                    <a:pt x="964371" y="430352"/>
                  </a:moveTo>
                  <a:lnTo>
                    <a:pt x="910620" y="478800"/>
                  </a:lnTo>
                  <a:lnTo>
                    <a:pt x="941561" y="461084"/>
                  </a:lnTo>
                  <a:close/>
                  <a:moveTo>
                    <a:pt x="923171" y="491517"/>
                  </a:moveTo>
                  <a:lnTo>
                    <a:pt x="978175" y="440363"/>
                  </a:lnTo>
                  <a:lnTo>
                    <a:pt x="941561" y="461084"/>
                  </a:lnTo>
                  <a:close/>
                  <a:moveTo>
                    <a:pt x="1056830" y="497385"/>
                  </a:moveTo>
                  <a:lnTo>
                    <a:pt x="978175" y="440363"/>
                  </a:lnTo>
                  <a:lnTo>
                    <a:pt x="923171" y="491517"/>
                  </a:lnTo>
                  <a:close/>
                  <a:moveTo>
                    <a:pt x="941561" y="461084"/>
                  </a:moveTo>
                  <a:lnTo>
                    <a:pt x="978175" y="440363"/>
                  </a:lnTo>
                  <a:lnTo>
                    <a:pt x="964371" y="430352"/>
                  </a:lnTo>
                  <a:close/>
                  <a:moveTo>
                    <a:pt x="819527" y="396585"/>
                  </a:moveTo>
                  <a:lnTo>
                    <a:pt x="823971" y="399283"/>
                  </a:lnTo>
                  <a:lnTo>
                    <a:pt x="828537" y="392285"/>
                  </a:lnTo>
                  <a:close/>
                  <a:moveTo>
                    <a:pt x="1166132" y="484142"/>
                  </a:moveTo>
                  <a:lnTo>
                    <a:pt x="1094636" y="423533"/>
                  </a:lnTo>
                  <a:lnTo>
                    <a:pt x="1056830" y="497385"/>
                  </a:lnTo>
                  <a:close/>
                  <a:moveTo>
                    <a:pt x="1072942" y="401927"/>
                  </a:moveTo>
                  <a:lnTo>
                    <a:pt x="1056830" y="497385"/>
                  </a:lnTo>
                  <a:lnTo>
                    <a:pt x="1094636" y="423533"/>
                  </a:lnTo>
                  <a:close/>
                  <a:moveTo>
                    <a:pt x="1072942" y="401927"/>
                  </a:moveTo>
                  <a:lnTo>
                    <a:pt x="978175" y="440363"/>
                  </a:lnTo>
                  <a:lnTo>
                    <a:pt x="1056830" y="497385"/>
                  </a:lnTo>
                  <a:close/>
                  <a:moveTo>
                    <a:pt x="1166132" y="484142"/>
                  </a:moveTo>
                  <a:lnTo>
                    <a:pt x="1191882" y="508461"/>
                  </a:lnTo>
                  <a:lnTo>
                    <a:pt x="1202331" y="470359"/>
                  </a:lnTo>
                  <a:close/>
                  <a:moveTo>
                    <a:pt x="1262555" y="445705"/>
                  </a:moveTo>
                  <a:lnTo>
                    <a:pt x="1283985" y="564659"/>
                  </a:lnTo>
                  <a:lnTo>
                    <a:pt x="1321384" y="527920"/>
                  </a:lnTo>
                  <a:close/>
                  <a:moveTo>
                    <a:pt x="1262555" y="445705"/>
                  </a:moveTo>
                  <a:lnTo>
                    <a:pt x="1202331" y="470359"/>
                  </a:lnTo>
                  <a:lnTo>
                    <a:pt x="1191882" y="508461"/>
                  </a:lnTo>
                  <a:close/>
                  <a:moveTo>
                    <a:pt x="1165304" y="0"/>
                  </a:moveTo>
                  <a:lnTo>
                    <a:pt x="1220454" y="78408"/>
                  </a:lnTo>
                  <a:lnTo>
                    <a:pt x="1251819" y="90349"/>
                  </a:lnTo>
                  <a:close/>
                  <a:moveTo>
                    <a:pt x="1276198" y="114641"/>
                  </a:moveTo>
                  <a:lnTo>
                    <a:pt x="1251819" y="90349"/>
                  </a:lnTo>
                  <a:lnTo>
                    <a:pt x="1220454" y="78408"/>
                  </a:lnTo>
                  <a:close/>
                  <a:moveTo>
                    <a:pt x="1551438" y="268225"/>
                  </a:moveTo>
                  <a:lnTo>
                    <a:pt x="1554541" y="365795"/>
                  </a:lnTo>
                  <a:lnTo>
                    <a:pt x="1616647" y="275804"/>
                  </a:lnTo>
                  <a:close/>
                  <a:moveTo>
                    <a:pt x="1540718" y="176847"/>
                  </a:moveTo>
                  <a:lnTo>
                    <a:pt x="1591170" y="96331"/>
                  </a:lnTo>
                  <a:lnTo>
                    <a:pt x="1521347" y="92504"/>
                  </a:lnTo>
                  <a:close/>
                  <a:moveTo>
                    <a:pt x="1521347" y="92504"/>
                  </a:moveTo>
                  <a:lnTo>
                    <a:pt x="1591170" y="96331"/>
                  </a:lnTo>
                  <a:lnTo>
                    <a:pt x="1550530" y="2927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76" name="Candidate_density__2175">
              <a:extLst>
                <a:ext uri="{FF2B5EF4-FFF2-40B4-BE49-F238E27FC236}">
                  <a16:creationId xmlns:a16="http://schemas.microsoft.com/office/drawing/2014/main" id="{7271E34C-2F59-FF05-A4E2-0EB8A4D15466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542813"/>
              <a:ext cx="1574296" cy="531419"/>
            </a:xfrm>
            <a:custGeom>
              <a:avLst/>
              <a:gdLst/>
              <a:ahLst/>
              <a:cxnLst/>
              <a:rect l="0" t="0" r="0" b="0"/>
              <a:pathLst>
                <a:path w="1574296" h="531419">
                  <a:moveTo>
                    <a:pt x="58095" y="487640"/>
                  </a:moveTo>
                  <a:lnTo>
                    <a:pt x="169988" y="531419"/>
                  </a:lnTo>
                  <a:lnTo>
                    <a:pt x="137501" y="449204"/>
                  </a:lnTo>
                  <a:close/>
                  <a:moveTo>
                    <a:pt x="44372" y="284773"/>
                  </a:moveTo>
                  <a:lnTo>
                    <a:pt x="34199" y="397049"/>
                  </a:lnTo>
                  <a:lnTo>
                    <a:pt x="54225" y="303615"/>
                  </a:lnTo>
                  <a:close/>
                  <a:moveTo>
                    <a:pt x="18790" y="405424"/>
                  </a:moveTo>
                  <a:lnTo>
                    <a:pt x="34199" y="397049"/>
                  </a:lnTo>
                  <a:lnTo>
                    <a:pt x="44372" y="284773"/>
                  </a:lnTo>
                  <a:close/>
                  <a:moveTo>
                    <a:pt x="0" y="323209"/>
                  </a:moveTo>
                  <a:lnTo>
                    <a:pt x="18790" y="405424"/>
                  </a:lnTo>
                  <a:lnTo>
                    <a:pt x="44372" y="284773"/>
                  </a:lnTo>
                  <a:close/>
                  <a:moveTo>
                    <a:pt x="34199" y="397049"/>
                  </a:moveTo>
                  <a:lnTo>
                    <a:pt x="85902" y="366988"/>
                  </a:lnTo>
                  <a:lnTo>
                    <a:pt x="54225" y="303615"/>
                  </a:lnTo>
                  <a:close/>
                  <a:moveTo>
                    <a:pt x="45780" y="272044"/>
                  </a:moveTo>
                  <a:lnTo>
                    <a:pt x="0" y="323209"/>
                  </a:lnTo>
                  <a:lnTo>
                    <a:pt x="44372" y="284773"/>
                  </a:lnTo>
                  <a:close/>
                  <a:moveTo>
                    <a:pt x="54760" y="280241"/>
                  </a:moveTo>
                  <a:lnTo>
                    <a:pt x="54225" y="303615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54225" y="303615"/>
                  </a:lnTo>
                  <a:lnTo>
                    <a:pt x="85902" y="366988"/>
                  </a:lnTo>
                  <a:close/>
                  <a:moveTo>
                    <a:pt x="126987" y="246337"/>
                  </a:moveTo>
                  <a:lnTo>
                    <a:pt x="85902" y="366988"/>
                  </a:lnTo>
                  <a:lnTo>
                    <a:pt x="152549" y="328552"/>
                  </a:lnTo>
                  <a:close/>
                  <a:moveTo>
                    <a:pt x="44372" y="284773"/>
                  </a:moveTo>
                  <a:lnTo>
                    <a:pt x="54225" y="303615"/>
                  </a:lnTo>
                  <a:lnTo>
                    <a:pt x="54760" y="280241"/>
                  </a:lnTo>
                  <a:close/>
                  <a:moveTo>
                    <a:pt x="45780" y="272044"/>
                  </a:moveTo>
                  <a:lnTo>
                    <a:pt x="44372" y="284773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55901" y="202558"/>
                  </a:lnTo>
                  <a:lnTo>
                    <a:pt x="151706" y="174223"/>
                  </a:lnTo>
                  <a:close/>
                  <a:moveTo>
                    <a:pt x="55901" y="202558"/>
                  </a:moveTo>
                  <a:lnTo>
                    <a:pt x="45780" y="272044"/>
                  </a:lnTo>
                  <a:lnTo>
                    <a:pt x="151706" y="174223"/>
                  </a:lnTo>
                  <a:close/>
                  <a:moveTo>
                    <a:pt x="151706" y="174223"/>
                  </a:moveTo>
                  <a:lnTo>
                    <a:pt x="45780" y="272044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45780" y="272044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151706" y="174223"/>
                  </a:lnTo>
                  <a:lnTo>
                    <a:pt x="163605" y="164122"/>
                  </a:lnTo>
                  <a:close/>
                  <a:moveTo>
                    <a:pt x="151706" y="174223"/>
                  </a:moveTo>
                  <a:lnTo>
                    <a:pt x="126987" y="246337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163605" y="164122"/>
                  </a:lnTo>
                  <a:lnTo>
                    <a:pt x="276575" y="147224"/>
                  </a:lnTo>
                  <a:close/>
                  <a:moveTo>
                    <a:pt x="163605" y="164122"/>
                  </a:moveTo>
                  <a:lnTo>
                    <a:pt x="151706" y="174223"/>
                  </a:lnTo>
                  <a:lnTo>
                    <a:pt x="276575" y="147224"/>
                  </a:lnTo>
                  <a:close/>
                  <a:moveTo>
                    <a:pt x="276575" y="147224"/>
                  </a:moveTo>
                  <a:lnTo>
                    <a:pt x="151706" y="174223"/>
                  </a:lnTo>
                  <a:lnTo>
                    <a:pt x="240953" y="207900"/>
                  </a:lnTo>
                  <a:close/>
                  <a:moveTo>
                    <a:pt x="240953" y="207900"/>
                  </a:moveTo>
                  <a:lnTo>
                    <a:pt x="151706" y="174223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276575" y="147224"/>
                  </a:lnTo>
                  <a:lnTo>
                    <a:pt x="316828" y="125685"/>
                  </a:lnTo>
                  <a:close/>
                  <a:moveTo>
                    <a:pt x="316828" y="125685"/>
                  </a:moveTo>
                  <a:lnTo>
                    <a:pt x="276575" y="147224"/>
                  </a:lnTo>
                  <a:lnTo>
                    <a:pt x="401368" y="119948"/>
                  </a:lnTo>
                  <a:close/>
                  <a:moveTo>
                    <a:pt x="401368" y="119948"/>
                  </a:moveTo>
                  <a:lnTo>
                    <a:pt x="276575" y="147224"/>
                  </a:lnTo>
                  <a:lnTo>
                    <a:pt x="364877" y="169464"/>
                  </a:lnTo>
                  <a:close/>
                  <a:moveTo>
                    <a:pt x="439514" y="149219"/>
                  </a:moveTo>
                  <a:lnTo>
                    <a:pt x="471301" y="102757"/>
                  </a:lnTo>
                  <a:lnTo>
                    <a:pt x="401368" y="119948"/>
                  </a:lnTo>
                  <a:close/>
                  <a:moveTo>
                    <a:pt x="825298" y="278137"/>
                  </a:moveTo>
                  <a:lnTo>
                    <a:pt x="825594" y="376223"/>
                  </a:lnTo>
                  <a:lnTo>
                    <a:pt x="887278" y="257021"/>
                  </a:lnTo>
                  <a:close/>
                  <a:moveTo>
                    <a:pt x="887278" y="257021"/>
                  </a:moveTo>
                  <a:lnTo>
                    <a:pt x="827216" y="377672"/>
                  </a:lnTo>
                  <a:lnTo>
                    <a:pt x="924794" y="339236"/>
                  </a:lnTo>
                  <a:close/>
                  <a:moveTo>
                    <a:pt x="736052" y="290099"/>
                  </a:moveTo>
                  <a:lnTo>
                    <a:pt x="825298" y="278137"/>
                  </a:lnTo>
                  <a:lnTo>
                    <a:pt x="791573" y="205462"/>
                  </a:lnTo>
                  <a:close/>
                  <a:moveTo>
                    <a:pt x="887278" y="257021"/>
                  </a:moveTo>
                  <a:lnTo>
                    <a:pt x="906605" y="185249"/>
                  </a:lnTo>
                  <a:lnTo>
                    <a:pt x="825298" y="278137"/>
                  </a:lnTo>
                  <a:close/>
                  <a:moveTo>
                    <a:pt x="825298" y="278137"/>
                  </a:moveTo>
                  <a:lnTo>
                    <a:pt x="906605" y="185249"/>
                  </a:lnTo>
                  <a:lnTo>
                    <a:pt x="900267" y="177688"/>
                  </a:lnTo>
                  <a:close/>
                  <a:moveTo>
                    <a:pt x="825298" y="278137"/>
                  </a:moveTo>
                  <a:lnTo>
                    <a:pt x="900267" y="177688"/>
                  </a:lnTo>
                  <a:lnTo>
                    <a:pt x="791573" y="205462"/>
                  </a:lnTo>
                  <a:close/>
                  <a:moveTo>
                    <a:pt x="964168" y="325922"/>
                  </a:moveTo>
                  <a:lnTo>
                    <a:pt x="961080" y="388922"/>
                  </a:lnTo>
                  <a:lnTo>
                    <a:pt x="1061164" y="300800"/>
                  </a:lnTo>
                  <a:close/>
                  <a:moveTo>
                    <a:pt x="1061164" y="300800"/>
                  </a:moveTo>
                  <a:lnTo>
                    <a:pt x="983631" y="421451"/>
                  </a:lnTo>
                  <a:lnTo>
                    <a:pt x="1074999" y="320987"/>
                  </a:lnTo>
                  <a:close/>
                  <a:moveTo>
                    <a:pt x="1081895" y="390896"/>
                  </a:moveTo>
                  <a:lnTo>
                    <a:pt x="1104036" y="383014"/>
                  </a:lnTo>
                  <a:lnTo>
                    <a:pt x="1074999" y="320987"/>
                  </a:lnTo>
                  <a:close/>
                  <a:moveTo>
                    <a:pt x="924794" y="339236"/>
                  </a:moveTo>
                  <a:lnTo>
                    <a:pt x="961080" y="388922"/>
                  </a:lnTo>
                  <a:lnTo>
                    <a:pt x="964168" y="325922"/>
                  </a:lnTo>
                  <a:close/>
                  <a:moveTo>
                    <a:pt x="887278" y="257021"/>
                  </a:moveTo>
                  <a:lnTo>
                    <a:pt x="964168" y="325922"/>
                  </a:lnTo>
                  <a:lnTo>
                    <a:pt x="948456" y="238603"/>
                  </a:lnTo>
                  <a:close/>
                  <a:moveTo>
                    <a:pt x="887278" y="257021"/>
                  </a:moveTo>
                  <a:lnTo>
                    <a:pt x="924794" y="339236"/>
                  </a:lnTo>
                  <a:lnTo>
                    <a:pt x="964168" y="325922"/>
                  </a:lnTo>
                  <a:close/>
                  <a:moveTo>
                    <a:pt x="1061164" y="300800"/>
                  </a:moveTo>
                  <a:lnTo>
                    <a:pt x="1032007" y="218584"/>
                  </a:lnTo>
                  <a:lnTo>
                    <a:pt x="964168" y="325922"/>
                  </a:lnTo>
                  <a:close/>
                  <a:moveTo>
                    <a:pt x="1032007" y="218584"/>
                  </a:moveTo>
                  <a:lnTo>
                    <a:pt x="948456" y="238603"/>
                  </a:lnTo>
                  <a:lnTo>
                    <a:pt x="964168" y="325922"/>
                  </a:lnTo>
                  <a:close/>
                  <a:moveTo>
                    <a:pt x="906605" y="185249"/>
                  </a:moveTo>
                  <a:lnTo>
                    <a:pt x="887278" y="257021"/>
                  </a:lnTo>
                  <a:lnTo>
                    <a:pt x="948456" y="238603"/>
                  </a:lnTo>
                  <a:close/>
                  <a:moveTo>
                    <a:pt x="906605" y="185249"/>
                  </a:moveTo>
                  <a:lnTo>
                    <a:pt x="948456" y="238603"/>
                  </a:lnTo>
                  <a:lnTo>
                    <a:pt x="908785" y="174806"/>
                  </a:lnTo>
                  <a:close/>
                  <a:moveTo>
                    <a:pt x="908785" y="174806"/>
                  </a:moveTo>
                  <a:lnTo>
                    <a:pt x="948456" y="238603"/>
                  </a:lnTo>
                  <a:lnTo>
                    <a:pt x="1032007" y="218584"/>
                  </a:lnTo>
                  <a:close/>
                  <a:moveTo>
                    <a:pt x="908785" y="174806"/>
                  </a:moveTo>
                  <a:lnTo>
                    <a:pt x="1032007" y="218584"/>
                  </a:lnTo>
                  <a:lnTo>
                    <a:pt x="1022765" y="136369"/>
                  </a:lnTo>
                  <a:close/>
                  <a:moveTo>
                    <a:pt x="1072297" y="298607"/>
                  </a:moveTo>
                  <a:lnTo>
                    <a:pt x="1074999" y="320987"/>
                  </a:lnTo>
                  <a:lnTo>
                    <a:pt x="1173468" y="262363"/>
                  </a:lnTo>
                  <a:close/>
                  <a:moveTo>
                    <a:pt x="1061164" y="300800"/>
                  </a:moveTo>
                  <a:lnTo>
                    <a:pt x="1074999" y="320987"/>
                  </a:lnTo>
                  <a:lnTo>
                    <a:pt x="1072297" y="298607"/>
                  </a:lnTo>
                  <a:close/>
                  <a:moveTo>
                    <a:pt x="1032007" y="218584"/>
                  </a:moveTo>
                  <a:lnTo>
                    <a:pt x="1072297" y="298607"/>
                  </a:lnTo>
                  <a:lnTo>
                    <a:pt x="1055219" y="212399"/>
                  </a:lnTo>
                  <a:close/>
                  <a:moveTo>
                    <a:pt x="1032007" y="218584"/>
                  </a:moveTo>
                  <a:lnTo>
                    <a:pt x="1061164" y="300800"/>
                  </a:lnTo>
                  <a:lnTo>
                    <a:pt x="1072297" y="298607"/>
                  </a:lnTo>
                  <a:close/>
                  <a:moveTo>
                    <a:pt x="1173468" y="262363"/>
                  </a:moveTo>
                  <a:lnTo>
                    <a:pt x="1133541" y="180148"/>
                  </a:lnTo>
                  <a:lnTo>
                    <a:pt x="1072297" y="298607"/>
                  </a:lnTo>
                  <a:close/>
                  <a:moveTo>
                    <a:pt x="1133541" y="180148"/>
                  </a:moveTo>
                  <a:lnTo>
                    <a:pt x="1055219" y="212399"/>
                  </a:lnTo>
                  <a:lnTo>
                    <a:pt x="1072297" y="298607"/>
                  </a:lnTo>
                  <a:close/>
                  <a:moveTo>
                    <a:pt x="1022765" y="136369"/>
                  </a:moveTo>
                  <a:lnTo>
                    <a:pt x="1055219" y="212399"/>
                  </a:lnTo>
                  <a:lnTo>
                    <a:pt x="1027777" y="134616"/>
                  </a:lnTo>
                  <a:close/>
                  <a:moveTo>
                    <a:pt x="1022765" y="136369"/>
                  </a:moveTo>
                  <a:lnTo>
                    <a:pt x="1032007" y="218584"/>
                  </a:lnTo>
                  <a:lnTo>
                    <a:pt x="1055219" y="212399"/>
                  </a:lnTo>
                  <a:close/>
                  <a:moveTo>
                    <a:pt x="1133541" y="180148"/>
                  </a:moveTo>
                  <a:lnTo>
                    <a:pt x="1112862" y="97933"/>
                  </a:lnTo>
                  <a:lnTo>
                    <a:pt x="1055219" y="212399"/>
                  </a:lnTo>
                  <a:close/>
                  <a:moveTo>
                    <a:pt x="1112862" y="97933"/>
                  </a:moveTo>
                  <a:lnTo>
                    <a:pt x="1027777" y="134616"/>
                  </a:lnTo>
                  <a:lnTo>
                    <a:pt x="1055219" y="212399"/>
                  </a:lnTo>
                  <a:close/>
                  <a:moveTo>
                    <a:pt x="998719" y="54155"/>
                  </a:moveTo>
                  <a:lnTo>
                    <a:pt x="1022765" y="136369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099605" y="15718"/>
                  </a:lnTo>
                  <a:lnTo>
                    <a:pt x="1027777" y="134616"/>
                  </a:lnTo>
                  <a:close/>
                  <a:moveTo>
                    <a:pt x="1099605" y="15718"/>
                  </a:moveTo>
                  <a:lnTo>
                    <a:pt x="1007776" y="50785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196136" y="158428"/>
                  </a:lnTo>
                  <a:lnTo>
                    <a:pt x="1168755" y="80595"/>
                  </a:lnTo>
                  <a:close/>
                  <a:moveTo>
                    <a:pt x="1112862" y="97933"/>
                  </a:moveTo>
                  <a:lnTo>
                    <a:pt x="1133541" y="180148"/>
                  </a:lnTo>
                  <a:lnTo>
                    <a:pt x="1196136" y="158428"/>
                  </a:lnTo>
                  <a:close/>
                  <a:moveTo>
                    <a:pt x="1270937" y="141712"/>
                  </a:moveTo>
                  <a:lnTo>
                    <a:pt x="1279087" y="96318"/>
                  </a:lnTo>
                  <a:lnTo>
                    <a:pt x="1196136" y="158428"/>
                  </a:lnTo>
                  <a:close/>
                  <a:moveTo>
                    <a:pt x="1196136" y="158428"/>
                  </a:moveTo>
                  <a:lnTo>
                    <a:pt x="1264556" y="63303"/>
                  </a:lnTo>
                  <a:lnTo>
                    <a:pt x="1168755" y="80595"/>
                  </a:lnTo>
                  <a:close/>
                  <a:moveTo>
                    <a:pt x="1099605" y="15718"/>
                  </a:moveTo>
                  <a:lnTo>
                    <a:pt x="1168755" y="80595"/>
                  </a:lnTo>
                  <a:lnTo>
                    <a:pt x="1138555" y="5056"/>
                  </a:lnTo>
                  <a:close/>
                  <a:moveTo>
                    <a:pt x="1099605" y="15718"/>
                  </a:moveTo>
                  <a:lnTo>
                    <a:pt x="1112862" y="97933"/>
                  </a:lnTo>
                  <a:lnTo>
                    <a:pt x="1168755" y="80595"/>
                  </a:lnTo>
                  <a:close/>
                  <a:moveTo>
                    <a:pt x="1168755" y="80595"/>
                  </a:moveTo>
                  <a:lnTo>
                    <a:pt x="1264556" y="63303"/>
                  </a:lnTo>
                  <a:lnTo>
                    <a:pt x="1219304" y="0"/>
                  </a:lnTo>
                  <a:close/>
                  <a:moveTo>
                    <a:pt x="1168755" y="80595"/>
                  </a:moveTo>
                  <a:lnTo>
                    <a:pt x="1219304" y="0"/>
                  </a:lnTo>
                  <a:lnTo>
                    <a:pt x="1138555" y="5056"/>
                  </a:lnTo>
                  <a:close/>
                  <a:moveTo>
                    <a:pt x="1433772" y="186509"/>
                  </a:moveTo>
                  <a:lnTo>
                    <a:pt x="1375450" y="177945"/>
                  </a:lnTo>
                  <a:lnTo>
                    <a:pt x="1297087" y="136949"/>
                  </a:lnTo>
                  <a:close/>
                  <a:moveTo>
                    <a:pt x="1488961" y="108485"/>
                  </a:moveTo>
                  <a:lnTo>
                    <a:pt x="1433772" y="186509"/>
                  </a:lnTo>
                  <a:lnTo>
                    <a:pt x="1435546" y="185490"/>
                  </a:lnTo>
                  <a:close/>
                  <a:moveTo>
                    <a:pt x="1375450" y="177945"/>
                  </a:moveTo>
                  <a:lnTo>
                    <a:pt x="1433772" y="186509"/>
                  </a:lnTo>
                  <a:lnTo>
                    <a:pt x="1488961" y="108485"/>
                  </a:lnTo>
                  <a:close/>
                  <a:moveTo>
                    <a:pt x="1488961" y="108485"/>
                  </a:moveTo>
                  <a:lnTo>
                    <a:pt x="1435546" y="185490"/>
                  </a:lnTo>
                  <a:lnTo>
                    <a:pt x="1541029" y="159904"/>
                  </a:lnTo>
                  <a:close/>
                  <a:moveTo>
                    <a:pt x="1541029" y="159904"/>
                  </a:moveTo>
                  <a:lnTo>
                    <a:pt x="1509160" y="103275"/>
                  </a:lnTo>
                  <a:lnTo>
                    <a:pt x="1488961" y="108485"/>
                  </a:lnTo>
                  <a:close/>
                  <a:moveTo>
                    <a:pt x="1574296" y="93359"/>
                  </a:moveTo>
                  <a:lnTo>
                    <a:pt x="1509160" y="103275"/>
                  </a:lnTo>
                  <a:lnTo>
                    <a:pt x="1541029" y="15990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77" name="Candidate_density__2176">
              <a:extLst>
                <a:ext uri="{FF2B5EF4-FFF2-40B4-BE49-F238E27FC236}">
                  <a16:creationId xmlns:a16="http://schemas.microsoft.com/office/drawing/2014/main" id="{70D1E8B8-415B-B81E-DA2D-4041BEA65275}"/>
                </a:ext>
              </a:extLst>
            </p:cNvPr>
            <p:cNvSpPr>
              <a:spLocks noGrp="1"/>
            </p:cNvSpPr>
            <p:nvPr/>
          </p:nvSpPr>
          <p:spPr>
            <a:xfrm>
              <a:off x="4040228" y="2890204"/>
              <a:ext cx="1376561" cy="446700"/>
            </a:xfrm>
            <a:custGeom>
              <a:avLst/>
              <a:gdLst/>
              <a:ahLst/>
              <a:cxnLst/>
              <a:rect l="0" t="0" r="0" b="0"/>
              <a:pathLst>
                <a:path w="1376561" h="446700">
                  <a:moveTo>
                    <a:pt x="186821" y="376418"/>
                  </a:moveTo>
                  <a:lnTo>
                    <a:pt x="135182" y="398553"/>
                  </a:lnTo>
                  <a:lnTo>
                    <a:pt x="258554" y="365960"/>
                  </a:lnTo>
                  <a:close/>
                  <a:moveTo>
                    <a:pt x="301771" y="312339"/>
                  </a:moveTo>
                  <a:lnTo>
                    <a:pt x="323775" y="305426"/>
                  </a:lnTo>
                  <a:lnTo>
                    <a:pt x="352125" y="271585"/>
                  </a:lnTo>
                  <a:close/>
                  <a:moveTo>
                    <a:pt x="318633" y="311928"/>
                  </a:moveTo>
                  <a:lnTo>
                    <a:pt x="323775" y="305426"/>
                  </a:lnTo>
                  <a:lnTo>
                    <a:pt x="301771" y="312339"/>
                  </a:lnTo>
                  <a:close/>
                  <a:moveTo>
                    <a:pt x="258554" y="365960"/>
                  </a:moveTo>
                  <a:lnTo>
                    <a:pt x="318633" y="311928"/>
                  </a:lnTo>
                  <a:lnTo>
                    <a:pt x="301771" y="312339"/>
                  </a:lnTo>
                  <a:close/>
                  <a:moveTo>
                    <a:pt x="352125" y="271585"/>
                  </a:moveTo>
                  <a:lnTo>
                    <a:pt x="323775" y="305426"/>
                  </a:lnTo>
                  <a:lnTo>
                    <a:pt x="361931" y="258610"/>
                  </a:lnTo>
                  <a:close/>
                  <a:moveTo>
                    <a:pt x="31786" y="24939"/>
                  </a:moveTo>
                  <a:lnTo>
                    <a:pt x="0" y="63376"/>
                  </a:lnTo>
                  <a:lnTo>
                    <a:pt x="72396" y="12057"/>
                  </a:lnTo>
                  <a:close/>
                  <a:moveTo>
                    <a:pt x="0" y="63376"/>
                  </a:moveTo>
                  <a:lnTo>
                    <a:pt x="24573" y="48456"/>
                  </a:lnTo>
                  <a:lnTo>
                    <a:pt x="72396" y="12057"/>
                  </a:lnTo>
                  <a:close/>
                  <a:moveTo>
                    <a:pt x="72396" y="12057"/>
                  </a:moveTo>
                  <a:lnTo>
                    <a:pt x="24573" y="48456"/>
                  </a:lnTo>
                  <a:lnTo>
                    <a:pt x="143702" y="0"/>
                  </a:lnTo>
                  <a:close/>
                  <a:moveTo>
                    <a:pt x="1278872" y="446700"/>
                  </a:moveTo>
                  <a:lnTo>
                    <a:pt x="1294236" y="408263"/>
                  </a:lnTo>
                  <a:lnTo>
                    <a:pt x="1288659" y="418216"/>
                  </a:lnTo>
                  <a:close/>
                  <a:moveTo>
                    <a:pt x="1294236" y="408263"/>
                  </a:moveTo>
                  <a:lnTo>
                    <a:pt x="1278872" y="446700"/>
                  </a:lnTo>
                  <a:lnTo>
                    <a:pt x="1330412" y="326048"/>
                  </a:lnTo>
                  <a:close/>
                  <a:moveTo>
                    <a:pt x="1045525" y="281699"/>
                  </a:moveTo>
                  <a:lnTo>
                    <a:pt x="1059788" y="200054"/>
                  </a:lnTo>
                  <a:lnTo>
                    <a:pt x="1047765" y="280572"/>
                  </a:lnTo>
                  <a:close/>
                  <a:moveTo>
                    <a:pt x="1307902" y="390454"/>
                  </a:moveTo>
                  <a:lnTo>
                    <a:pt x="1288659" y="418216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29379" y="355260"/>
                  </a:lnTo>
                  <a:lnTo>
                    <a:pt x="1294236" y="408263"/>
                  </a:lnTo>
                  <a:close/>
                  <a:moveTo>
                    <a:pt x="1330412" y="326048"/>
                  </a:moveTo>
                  <a:lnTo>
                    <a:pt x="1355961" y="287611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30412" y="326048"/>
                  </a:lnTo>
                  <a:lnTo>
                    <a:pt x="1376561" y="253007"/>
                  </a:lnTo>
                  <a:close/>
                  <a:moveTo>
                    <a:pt x="1330412" y="326048"/>
                  </a:moveTo>
                  <a:lnTo>
                    <a:pt x="1336671" y="319069"/>
                  </a:lnTo>
                  <a:lnTo>
                    <a:pt x="1376561" y="2530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78" name="Candidate_density__2177">
              <a:extLst>
                <a:ext uri="{FF2B5EF4-FFF2-40B4-BE49-F238E27FC236}">
                  <a16:creationId xmlns:a16="http://schemas.microsoft.com/office/drawing/2014/main" id="{5B12E07F-903F-EFCC-A2FB-D4E6FD5E2936}"/>
                </a:ext>
              </a:extLst>
            </p:cNvPr>
            <p:cNvSpPr>
              <a:spLocks noGrp="1"/>
            </p:cNvSpPr>
            <p:nvPr/>
          </p:nvSpPr>
          <p:spPr>
            <a:xfrm>
              <a:off x="4009611" y="2881076"/>
              <a:ext cx="1132715" cy="521136"/>
            </a:xfrm>
            <a:custGeom>
              <a:avLst/>
              <a:gdLst/>
              <a:ahLst/>
              <a:cxnLst/>
              <a:rect l="0" t="0" r="0" b="0"/>
              <a:pathLst>
                <a:path w="1132715" h="521136">
                  <a:moveTo>
                    <a:pt x="105554" y="319149"/>
                  </a:moveTo>
                  <a:lnTo>
                    <a:pt x="87322" y="392923"/>
                  </a:lnTo>
                  <a:lnTo>
                    <a:pt x="129102" y="333928"/>
                  </a:lnTo>
                  <a:close/>
                  <a:moveTo>
                    <a:pt x="20415" y="357586"/>
                  </a:moveTo>
                  <a:lnTo>
                    <a:pt x="105554" y="319149"/>
                  </a:lnTo>
                  <a:lnTo>
                    <a:pt x="0" y="345099"/>
                  </a:lnTo>
                  <a:close/>
                  <a:moveTo>
                    <a:pt x="185089" y="328055"/>
                  </a:moveTo>
                  <a:lnTo>
                    <a:pt x="129102" y="333928"/>
                  </a:lnTo>
                  <a:lnTo>
                    <a:pt x="263264" y="341679"/>
                  </a:lnTo>
                  <a:close/>
                  <a:moveTo>
                    <a:pt x="41753" y="154719"/>
                  </a:moveTo>
                  <a:lnTo>
                    <a:pt x="52785" y="112046"/>
                  </a:lnTo>
                  <a:lnTo>
                    <a:pt x="50967" y="118681"/>
                  </a:lnTo>
                  <a:close/>
                  <a:moveTo>
                    <a:pt x="62403" y="34067"/>
                  </a:moveTo>
                  <a:lnTo>
                    <a:pt x="52785" y="112046"/>
                  </a:lnTo>
                  <a:lnTo>
                    <a:pt x="41753" y="154719"/>
                  </a:lnTo>
                  <a:close/>
                  <a:moveTo>
                    <a:pt x="143144" y="104335"/>
                  </a:moveTo>
                  <a:lnTo>
                    <a:pt x="87988" y="188675"/>
                  </a:lnTo>
                  <a:lnTo>
                    <a:pt x="55286" y="115170"/>
                  </a:lnTo>
                  <a:close/>
                  <a:moveTo>
                    <a:pt x="55286" y="115170"/>
                  </a:moveTo>
                  <a:lnTo>
                    <a:pt x="62403" y="34067"/>
                  </a:lnTo>
                  <a:lnTo>
                    <a:pt x="148363" y="0"/>
                  </a:lnTo>
                  <a:close/>
                  <a:moveTo>
                    <a:pt x="55286" y="115170"/>
                  </a:moveTo>
                  <a:lnTo>
                    <a:pt x="148363" y="0"/>
                  </a:lnTo>
                  <a:lnTo>
                    <a:pt x="143144" y="104335"/>
                  </a:lnTo>
                  <a:close/>
                  <a:moveTo>
                    <a:pt x="148363" y="0"/>
                  </a:moveTo>
                  <a:lnTo>
                    <a:pt x="213345" y="7763"/>
                  </a:lnTo>
                  <a:lnTo>
                    <a:pt x="143144" y="104335"/>
                  </a:lnTo>
                  <a:close/>
                  <a:moveTo>
                    <a:pt x="369077" y="141932"/>
                  </a:moveTo>
                  <a:lnTo>
                    <a:pt x="432209" y="151198"/>
                  </a:lnTo>
                  <a:lnTo>
                    <a:pt x="434932" y="48893"/>
                  </a:lnTo>
                  <a:close/>
                  <a:moveTo>
                    <a:pt x="369077" y="141932"/>
                  </a:moveTo>
                  <a:lnTo>
                    <a:pt x="434932" y="48893"/>
                  </a:lnTo>
                  <a:lnTo>
                    <a:pt x="363442" y="46420"/>
                  </a:lnTo>
                  <a:close/>
                  <a:moveTo>
                    <a:pt x="369077" y="141932"/>
                  </a:moveTo>
                  <a:lnTo>
                    <a:pt x="363442" y="46420"/>
                  </a:lnTo>
                  <a:lnTo>
                    <a:pt x="327375" y="121625"/>
                  </a:lnTo>
                  <a:close/>
                  <a:moveTo>
                    <a:pt x="363442" y="46420"/>
                  </a:moveTo>
                  <a:lnTo>
                    <a:pt x="338807" y="39409"/>
                  </a:lnTo>
                  <a:lnTo>
                    <a:pt x="327375" y="121625"/>
                  </a:lnTo>
                  <a:close/>
                  <a:moveTo>
                    <a:pt x="1078594" y="429120"/>
                  </a:moveTo>
                  <a:lnTo>
                    <a:pt x="1132715" y="445713"/>
                  </a:lnTo>
                  <a:lnTo>
                    <a:pt x="1088528" y="521136"/>
                  </a:lnTo>
                  <a:close/>
                  <a:moveTo>
                    <a:pt x="1107851" y="335176"/>
                  </a:moveTo>
                  <a:lnTo>
                    <a:pt x="1078382" y="289700"/>
                  </a:lnTo>
                  <a:lnTo>
                    <a:pt x="1120061" y="35590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79" name="Candidate_density__2178">
              <a:extLst>
                <a:ext uri="{FF2B5EF4-FFF2-40B4-BE49-F238E27FC236}">
                  <a16:creationId xmlns:a16="http://schemas.microsoft.com/office/drawing/2014/main" id="{147E4A99-EC36-07A0-9E4B-E022259D0956}"/>
                </a:ext>
              </a:extLst>
            </p:cNvPr>
            <p:cNvSpPr>
              <a:spLocks noGrp="1"/>
            </p:cNvSpPr>
            <p:nvPr/>
          </p:nvSpPr>
          <p:spPr>
            <a:xfrm>
              <a:off x="3925057" y="2782964"/>
              <a:ext cx="1501342" cy="443211"/>
            </a:xfrm>
            <a:custGeom>
              <a:avLst/>
              <a:gdLst/>
              <a:ahLst/>
              <a:cxnLst/>
              <a:rect l="0" t="0" r="0" b="0"/>
              <a:pathLst>
                <a:path w="1501342" h="443211">
                  <a:moveTo>
                    <a:pt x="190108" y="417262"/>
                  </a:moveTo>
                  <a:lnTo>
                    <a:pt x="116779" y="348494"/>
                  </a:lnTo>
                  <a:lnTo>
                    <a:pt x="84554" y="443211"/>
                  </a:lnTo>
                  <a:close/>
                  <a:moveTo>
                    <a:pt x="104653" y="335046"/>
                  </a:moveTo>
                  <a:lnTo>
                    <a:pt x="5340" y="373483"/>
                  </a:lnTo>
                  <a:lnTo>
                    <a:pt x="84554" y="443211"/>
                  </a:lnTo>
                  <a:close/>
                  <a:moveTo>
                    <a:pt x="215463" y="378825"/>
                  </a:moveTo>
                  <a:lnTo>
                    <a:pt x="213656" y="432041"/>
                  </a:lnTo>
                  <a:lnTo>
                    <a:pt x="269643" y="426167"/>
                  </a:lnTo>
                  <a:close/>
                  <a:moveTo>
                    <a:pt x="215463" y="378825"/>
                  </a:moveTo>
                  <a:lnTo>
                    <a:pt x="190108" y="417262"/>
                  </a:lnTo>
                  <a:lnTo>
                    <a:pt x="213656" y="432041"/>
                  </a:lnTo>
                  <a:close/>
                  <a:moveTo>
                    <a:pt x="165157" y="296609"/>
                  </a:moveTo>
                  <a:lnTo>
                    <a:pt x="190108" y="417262"/>
                  </a:lnTo>
                  <a:lnTo>
                    <a:pt x="215463" y="378825"/>
                  </a:lnTo>
                  <a:close/>
                  <a:moveTo>
                    <a:pt x="218106" y="233479"/>
                  </a:moveTo>
                  <a:lnTo>
                    <a:pt x="126307" y="252831"/>
                  </a:lnTo>
                  <a:lnTo>
                    <a:pt x="141491" y="312032"/>
                  </a:lnTo>
                  <a:close/>
                  <a:moveTo>
                    <a:pt x="141491" y="312032"/>
                  </a:moveTo>
                  <a:lnTo>
                    <a:pt x="126307" y="252831"/>
                  </a:lnTo>
                  <a:lnTo>
                    <a:pt x="135521" y="216793"/>
                  </a:lnTo>
                  <a:close/>
                  <a:moveTo>
                    <a:pt x="141491" y="312032"/>
                  </a:moveTo>
                  <a:lnTo>
                    <a:pt x="165157" y="296609"/>
                  </a:lnTo>
                  <a:lnTo>
                    <a:pt x="218106" y="233479"/>
                  </a:lnTo>
                  <a:close/>
                  <a:moveTo>
                    <a:pt x="8283" y="159552"/>
                  </a:moveTo>
                  <a:lnTo>
                    <a:pt x="0" y="190532"/>
                  </a:lnTo>
                  <a:lnTo>
                    <a:pt x="89439" y="132180"/>
                  </a:lnTo>
                  <a:close/>
                  <a:moveTo>
                    <a:pt x="89439" y="132180"/>
                  </a:moveTo>
                  <a:lnTo>
                    <a:pt x="71163" y="252831"/>
                  </a:lnTo>
                  <a:lnTo>
                    <a:pt x="137338" y="210158"/>
                  </a:lnTo>
                  <a:close/>
                  <a:moveTo>
                    <a:pt x="137338" y="210158"/>
                  </a:moveTo>
                  <a:lnTo>
                    <a:pt x="71163" y="252831"/>
                  </a:lnTo>
                  <a:lnTo>
                    <a:pt x="135521" y="216793"/>
                  </a:lnTo>
                  <a:close/>
                  <a:moveTo>
                    <a:pt x="519485" y="147005"/>
                  </a:moveTo>
                  <a:lnTo>
                    <a:pt x="429816" y="59221"/>
                  </a:lnTo>
                  <a:lnTo>
                    <a:pt x="447996" y="144533"/>
                  </a:lnTo>
                  <a:close/>
                  <a:moveTo>
                    <a:pt x="334186" y="76375"/>
                  </a:moveTo>
                  <a:lnTo>
                    <a:pt x="423361" y="137522"/>
                  </a:lnTo>
                  <a:lnTo>
                    <a:pt x="447996" y="144533"/>
                  </a:lnTo>
                  <a:close/>
                  <a:moveTo>
                    <a:pt x="973587" y="246685"/>
                  </a:moveTo>
                  <a:lnTo>
                    <a:pt x="1045083" y="307295"/>
                  </a:lnTo>
                  <a:lnTo>
                    <a:pt x="1062632" y="186643"/>
                  </a:lnTo>
                  <a:close/>
                  <a:moveTo>
                    <a:pt x="1062632" y="186643"/>
                  </a:moveTo>
                  <a:lnTo>
                    <a:pt x="1045083" y="307295"/>
                  </a:lnTo>
                  <a:lnTo>
                    <a:pt x="1099836" y="224849"/>
                  </a:lnTo>
                  <a:close/>
                  <a:moveTo>
                    <a:pt x="1099836" y="224849"/>
                  </a:moveTo>
                  <a:lnTo>
                    <a:pt x="1045083" y="307295"/>
                  </a:lnTo>
                  <a:lnTo>
                    <a:pt x="1081282" y="293511"/>
                  </a:lnTo>
                  <a:close/>
                  <a:moveTo>
                    <a:pt x="1192405" y="433288"/>
                  </a:moveTo>
                  <a:lnTo>
                    <a:pt x="1200336" y="351073"/>
                  </a:lnTo>
                  <a:lnTo>
                    <a:pt x="1162936" y="387812"/>
                  </a:lnTo>
                  <a:close/>
                  <a:moveTo>
                    <a:pt x="1391326" y="362820"/>
                  </a:moveTo>
                  <a:lnTo>
                    <a:pt x="1454643" y="371936"/>
                  </a:lnTo>
                  <a:lnTo>
                    <a:pt x="1445970" y="278895"/>
                  </a:lnTo>
                  <a:close/>
                  <a:moveTo>
                    <a:pt x="1436990" y="219032"/>
                  </a:moveTo>
                  <a:lnTo>
                    <a:pt x="1416696" y="191985"/>
                  </a:lnTo>
                  <a:lnTo>
                    <a:pt x="1445970" y="278895"/>
                  </a:lnTo>
                  <a:close/>
                  <a:moveTo>
                    <a:pt x="1501342" y="194378"/>
                  </a:moveTo>
                  <a:lnTo>
                    <a:pt x="1436990" y="219032"/>
                  </a:lnTo>
                  <a:lnTo>
                    <a:pt x="1445970" y="278895"/>
                  </a:lnTo>
                  <a:close/>
                  <a:moveTo>
                    <a:pt x="1236761" y="127610"/>
                  </a:moveTo>
                  <a:lnTo>
                    <a:pt x="1227197" y="207168"/>
                  </a:lnTo>
                  <a:lnTo>
                    <a:pt x="1317871" y="109770"/>
                  </a:lnTo>
                  <a:close/>
                  <a:moveTo>
                    <a:pt x="1236761" y="127610"/>
                  </a:moveTo>
                  <a:lnTo>
                    <a:pt x="1317871" y="109770"/>
                  </a:lnTo>
                  <a:lnTo>
                    <a:pt x="1250410" y="78756"/>
                  </a:lnTo>
                  <a:close/>
                  <a:moveTo>
                    <a:pt x="1416696" y="191985"/>
                  </a:moveTo>
                  <a:lnTo>
                    <a:pt x="1436990" y="219032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336221" y="120933"/>
                  </a:lnTo>
                  <a:lnTo>
                    <a:pt x="1416696" y="191985"/>
                  </a:lnTo>
                  <a:close/>
                  <a:moveTo>
                    <a:pt x="1336795" y="106877"/>
                  </a:moveTo>
                  <a:lnTo>
                    <a:pt x="1336221" y="120933"/>
                  </a:lnTo>
                  <a:lnTo>
                    <a:pt x="1433492" y="188947"/>
                  </a:lnTo>
                  <a:close/>
                  <a:moveTo>
                    <a:pt x="1430390" y="91377"/>
                  </a:moveTo>
                  <a:lnTo>
                    <a:pt x="1336795" y="106877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436990" y="219032"/>
                  </a:lnTo>
                  <a:lnTo>
                    <a:pt x="1472095" y="191985"/>
                  </a:lnTo>
                  <a:close/>
                  <a:moveTo>
                    <a:pt x="1317871" y="109770"/>
                  </a:moveTo>
                  <a:lnTo>
                    <a:pt x="1336221" y="120933"/>
                  </a:lnTo>
                  <a:lnTo>
                    <a:pt x="1336795" y="106877"/>
                  </a:lnTo>
                  <a:close/>
                  <a:moveTo>
                    <a:pt x="1336795" y="106877"/>
                  </a:moveTo>
                  <a:lnTo>
                    <a:pt x="1250410" y="78756"/>
                  </a:lnTo>
                  <a:lnTo>
                    <a:pt x="1317871" y="109770"/>
                  </a:lnTo>
                  <a:close/>
                  <a:moveTo>
                    <a:pt x="1336795" y="106877"/>
                  </a:moveTo>
                  <a:lnTo>
                    <a:pt x="1430390" y="91377"/>
                  </a:lnTo>
                  <a:lnTo>
                    <a:pt x="1419670" y="0"/>
                  </a:lnTo>
                  <a:close/>
                  <a:moveTo>
                    <a:pt x="1336795" y="106877"/>
                  </a:moveTo>
                  <a:lnTo>
                    <a:pt x="1419670" y="0"/>
                  </a:lnTo>
                  <a:lnTo>
                    <a:pt x="1341123" y="326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80" name="Candidate_density__2179">
              <a:extLst>
                <a:ext uri="{FF2B5EF4-FFF2-40B4-BE49-F238E27FC236}">
                  <a16:creationId xmlns:a16="http://schemas.microsoft.com/office/drawing/2014/main" id="{EE720A02-8330-CA9E-66E1-BB4DC5659AD7}"/>
                </a:ext>
              </a:extLst>
            </p:cNvPr>
            <p:cNvSpPr>
              <a:spLocks noGrp="1"/>
            </p:cNvSpPr>
            <p:nvPr/>
          </p:nvSpPr>
          <p:spPr>
            <a:xfrm>
              <a:off x="3790659" y="2679762"/>
              <a:ext cx="1580368" cy="630434"/>
            </a:xfrm>
            <a:custGeom>
              <a:avLst/>
              <a:gdLst/>
              <a:ahLst/>
              <a:cxnLst/>
              <a:rect l="0" t="0" r="0" b="0"/>
              <a:pathLst>
                <a:path w="1580368" h="630434">
                  <a:moveTo>
                    <a:pt x="239051" y="438248"/>
                  </a:moveTo>
                  <a:lnTo>
                    <a:pt x="218952" y="546413"/>
                  </a:lnTo>
                  <a:lnTo>
                    <a:pt x="251178" y="451696"/>
                  </a:lnTo>
                  <a:close/>
                  <a:moveTo>
                    <a:pt x="124249" y="377831"/>
                  </a:moveTo>
                  <a:lnTo>
                    <a:pt x="116206" y="440919"/>
                  </a:lnTo>
                  <a:lnTo>
                    <a:pt x="205562" y="356033"/>
                  </a:lnTo>
                  <a:close/>
                  <a:moveTo>
                    <a:pt x="205562" y="356033"/>
                  </a:moveTo>
                  <a:lnTo>
                    <a:pt x="116206" y="440919"/>
                  </a:lnTo>
                  <a:lnTo>
                    <a:pt x="139738" y="476685"/>
                  </a:lnTo>
                  <a:close/>
                  <a:moveTo>
                    <a:pt x="205562" y="356033"/>
                  </a:moveTo>
                  <a:lnTo>
                    <a:pt x="139738" y="476685"/>
                  </a:lnTo>
                  <a:lnTo>
                    <a:pt x="239051" y="438248"/>
                  </a:lnTo>
                  <a:close/>
                  <a:moveTo>
                    <a:pt x="119489" y="273818"/>
                  </a:moveTo>
                  <a:lnTo>
                    <a:pt x="124249" y="377831"/>
                  </a:lnTo>
                  <a:lnTo>
                    <a:pt x="134398" y="293735"/>
                  </a:lnTo>
                  <a:close/>
                  <a:moveTo>
                    <a:pt x="84086" y="394470"/>
                  </a:moveTo>
                  <a:lnTo>
                    <a:pt x="124249" y="377831"/>
                  </a:lnTo>
                  <a:lnTo>
                    <a:pt x="119489" y="273818"/>
                  </a:lnTo>
                  <a:close/>
                  <a:moveTo>
                    <a:pt x="51599" y="312255"/>
                  </a:moveTo>
                  <a:lnTo>
                    <a:pt x="84086" y="394470"/>
                  </a:lnTo>
                  <a:lnTo>
                    <a:pt x="119489" y="273818"/>
                  </a:lnTo>
                  <a:close/>
                  <a:moveTo>
                    <a:pt x="124249" y="377831"/>
                  </a:moveTo>
                  <a:lnTo>
                    <a:pt x="205562" y="356033"/>
                  </a:lnTo>
                  <a:lnTo>
                    <a:pt x="134398" y="293735"/>
                  </a:lnTo>
                  <a:close/>
                  <a:moveTo>
                    <a:pt x="0" y="230040"/>
                  </a:moveTo>
                  <a:lnTo>
                    <a:pt x="119489" y="273818"/>
                  </a:lnTo>
                  <a:lnTo>
                    <a:pt x="66647" y="191603"/>
                  </a:lnTo>
                  <a:close/>
                  <a:moveTo>
                    <a:pt x="275889" y="415234"/>
                  </a:moveTo>
                  <a:lnTo>
                    <a:pt x="251178" y="451696"/>
                  </a:lnTo>
                  <a:lnTo>
                    <a:pt x="299555" y="399812"/>
                  </a:lnTo>
                  <a:close/>
                  <a:moveTo>
                    <a:pt x="299555" y="399812"/>
                  </a:moveTo>
                  <a:lnTo>
                    <a:pt x="251178" y="451696"/>
                  </a:lnTo>
                  <a:lnTo>
                    <a:pt x="324506" y="520464"/>
                  </a:lnTo>
                  <a:close/>
                  <a:moveTo>
                    <a:pt x="239051" y="438248"/>
                  </a:moveTo>
                  <a:lnTo>
                    <a:pt x="251178" y="451696"/>
                  </a:lnTo>
                  <a:lnTo>
                    <a:pt x="275889" y="415234"/>
                  </a:lnTo>
                  <a:close/>
                  <a:moveTo>
                    <a:pt x="205562" y="356033"/>
                  </a:moveTo>
                  <a:lnTo>
                    <a:pt x="275889" y="415234"/>
                  </a:lnTo>
                  <a:lnTo>
                    <a:pt x="269920" y="319995"/>
                  </a:lnTo>
                  <a:close/>
                  <a:moveTo>
                    <a:pt x="205562" y="356033"/>
                  </a:moveTo>
                  <a:lnTo>
                    <a:pt x="239051" y="438248"/>
                  </a:lnTo>
                  <a:lnTo>
                    <a:pt x="275889" y="415234"/>
                  </a:lnTo>
                  <a:close/>
                  <a:moveTo>
                    <a:pt x="134398" y="293735"/>
                  </a:moveTo>
                  <a:lnTo>
                    <a:pt x="205562" y="356033"/>
                  </a:lnTo>
                  <a:lnTo>
                    <a:pt x="223838" y="235382"/>
                  </a:lnTo>
                  <a:close/>
                  <a:moveTo>
                    <a:pt x="119489" y="273818"/>
                  </a:moveTo>
                  <a:lnTo>
                    <a:pt x="134398" y="293735"/>
                  </a:lnTo>
                  <a:lnTo>
                    <a:pt x="142681" y="262754"/>
                  </a:lnTo>
                  <a:close/>
                  <a:moveTo>
                    <a:pt x="66647" y="191603"/>
                  </a:moveTo>
                  <a:lnTo>
                    <a:pt x="119489" y="273818"/>
                  </a:lnTo>
                  <a:lnTo>
                    <a:pt x="142681" y="262754"/>
                  </a:lnTo>
                  <a:close/>
                  <a:moveTo>
                    <a:pt x="223838" y="235382"/>
                  </a:moveTo>
                  <a:lnTo>
                    <a:pt x="164323" y="153166"/>
                  </a:lnTo>
                  <a:lnTo>
                    <a:pt x="142681" y="262754"/>
                  </a:lnTo>
                  <a:close/>
                  <a:moveTo>
                    <a:pt x="653884" y="250207"/>
                  </a:moveTo>
                  <a:lnTo>
                    <a:pt x="605278" y="158509"/>
                  </a:lnTo>
                  <a:lnTo>
                    <a:pt x="564214" y="162423"/>
                  </a:lnTo>
                  <a:close/>
                  <a:moveTo>
                    <a:pt x="510010" y="216506"/>
                  </a:moveTo>
                  <a:lnTo>
                    <a:pt x="557759" y="240724"/>
                  </a:lnTo>
                  <a:lnTo>
                    <a:pt x="468584" y="179577"/>
                  </a:lnTo>
                  <a:close/>
                  <a:moveTo>
                    <a:pt x="468584" y="179577"/>
                  </a:moveTo>
                  <a:lnTo>
                    <a:pt x="582395" y="247735"/>
                  </a:lnTo>
                  <a:lnTo>
                    <a:pt x="564214" y="162423"/>
                  </a:lnTo>
                  <a:close/>
                  <a:moveTo>
                    <a:pt x="468584" y="179577"/>
                  </a:moveTo>
                  <a:lnTo>
                    <a:pt x="564214" y="162423"/>
                  </a:lnTo>
                  <a:lnTo>
                    <a:pt x="544699" y="78196"/>
                  </a:lnTo>
                  <a:close/>
                  <a:moveTo>
                    <a:pt x="468584" y="179577"/>
                  </a:moveTo>
                  <a:lnTo>
                    <a:pt x="544699" y="78196"/>
                  </a:lnTo>
                  <a:lnTo>
                    <a:pt x="463769" y="83398"/>
                  </a:lnTo>
                  <a:close/>
                  <a:moveTo>
                    <a:pt x="375300" y="94731"/>
                  </a:moveTo>
                  <a:lnTo>
                    <a:pt x="463769" y="83398"/>
                  </a:lnTo>
                  <a:lnTo>
                    <a:pt x="438186" y="4105"/>
                  </a:lnTo>
                  <a:close/>
                  <a:moveTo>
                    <a:pt x="1115083" y="317813"/>
                  </a:moveTo>
                  <a:lnTo>
                    <a:pt x="1107986" y="349887"/>
                  </a:lnTo>
                  <a:lnTo>
                    <a:pt x="1197030" y="289845"/>
                  </a:lnTo>
                  <a:close/>
                  <a:moveTo>
                    <a:pt x="1215681" y="396713"/>
                  </a:moveTo>
                  <a:lnTo>
                    <a:pt x="1275905" y="372060"/>
                  </a:lnTo>
                  <a:lnTo>
                    <a:pt x="1234235" y="328051"/>
                  </a:lnTo>
                  <a:close/>
                  <a:moveTo>
                    <a:pt x="1086292" y="328281"/>
                  </a:moveTo>
                  <a:lnTo>
                    <a:pt x="1107986" y="349887"/>
                  </a:lnTo>
                  <a:lnTo>
                    <a:pt x="1115083" y="317813"/>
                  </a:lnTo>
                  <a:close/>
                  <a:moveTo>
                    <a:pt x="1018134" y="246066"/>
                  </a:moveTo>
                  <a:lnTo>
                    <a:pt x="1115083" y="317813"/>
                  </a:lnTo>
                  <a:lnTo>
                    <a:pt x="1127318" y="207774"/>
                  </a:lnTo>
                  <a:close/>
                  <a:moveTo>
                    <a:pt x="1018134" y="246066"/>
                  </a:moveTo>
                  <a:lnTo>
                    <a:pt x="1086292" y="328281"/>
                  </a:lnTo>
                  <a:lnTo>
                    <a:pt x="1115083" y="317813"/>
                  </a:lnTo>
                  <a:close/>
                  <a:moveTo>
                    <a:pt x="1197030" y="289845"/>
                  </a:moveTo>
                  <a:lnTo>
                    <a:pt x="1127676" y="207630"/>
                  </a:lnTo>
                  <a:lnTo>
                    <a:pt x="1115083" y="317813"/>
                  </a:lnTo>
                  <a:close/>
                  <a:moveTo>
                    <a:pt x="1339013" y="557223"/>
                  </a:moveTo>
                  <a:lnTo>
                    <a:pt x="1303653" y="587594"/>
                  </a:lnTo>
                  <a:lnTo>
                    <a:pt x="1326804" y="536490"/>
                  </a:lnTo>
                  <a:close/>
                  <a:moveTo>
                    <a:pt x="1297546" y="630434"/>
                  </a:moveTo>
                  <a:lnTo>
                    <a:pt x="1303653" y="587594"/>
                  </a:lnTo>
                  <a:lnTo>
                    <a:pt x="1339013" y="557223"/>
                  </a:lnTo>
                  <a:close/>
                  <a:moveTo>
                    <a:pt x="1275905" y="372060"/>
                  </a:moveTo>
                  <a:lnTo>
                    <a:pt x="1351372" y="447083"/>
                  </a:lnTo>
                  <a:lnTo>
                    <a:pt x="1354409" y="344522"/>
                  </a:lnTo>
                  <a:close/>
                  <a:moveTo>
                    <a:pt x="1243238" y="274218"/>
                  </a:moveTo>
                  <a:lnTo>
                    <a:pt x="1234235" y="328051"/>
                  </a:lnTo>
                  <a:lnTo>
                    <a:pt x="1305450" y="251408"/>
                  </a:lnTo>
                  <a:close/>
                  <a:moveTo>
                    <a:pt x="1234235" y="328051"/>
                  </a:moveTo>
                  <a:lnTo>
                    <a:pt x="1275905" y="372060"/>
                  </a:lnTo>
                  <a:lnTo>
                    <a:pt x="1305450" y="251408"/>
                  </a:lnTo>
                  <a:close/>
                  <a:moveTo>
                    <a:pt x="1305450" y="251408"/>
                  </a:moveTo>
                  <a:lnTo>
                    <a:pt x="1275905" y="372060"/>
                  </a:lnTo>
                  <a:lnTo>
                    <a:pt x="1361595" y="310370"/>
                  </a:lnTo>
                  <a:close/>
                  <a:moveTo>
                    <a:pt x="1361595" y="310370"/>
                  </a:moveTo>
                  <a:lnTo>
                    <a:pt x="1275905" y="372060"/>
                  </a:lnTo>
                  <a:lnTo>
                    <a:pt x="1354409" y="344522"/>
                  </a:lnTo>
                  <a:close/>
                  <a:moveTo>
                    <a:pt x="1354409" y="344522"/>
                  </a:moveTo>
                  <a:lnTo>
                    <a:pt x="1387299" y="333623"/>
                  </a:lnTo>
                  <a:lnTo>
                    <a:pt x="1361595" y="310370"/>
                  </a:lnTo>
                  <a:close/>
                  <a:moveTo>
                    <a:pt x="1197030" y="289845"/>
                  </a:moveTo>
                  <a:lnTo>
                    <a:pt x="1234235" y="328051"/>
                  </a:lnTo>
                  <a:lnTo>
                    <a:pt x="1243238" y="274218"/>
                  </a:lnTo>
                  <a:close/>
                  <a:moveTo>
                    <a:pt x="1228413" y="169193"/>
                  </a:moveTo>
                  <a:lnTo>
                    <a:pt x="1243238" y="274218"/>
                  </a:lnTo>
                  <a:lnTo>
                    <a:pt x="1259530" y="207423"/>
                  </a:lnTo>
                  <a:close/>
                  <a:moveTo>
                    <a:pt x="1197030" y="289845"/>
                  </a:moveTo>
                  <a:lnTo>
                    <a:pt x="1243238" y="274218"/>
                  </a:lnTo>
                  <a:lnTo>
                    <a:pt x="1228413" y="169193"/>
                  </a:lnTo>
                  <a:close/>
                  <a:moveTo>
                    <a:pt x="1127676" y="207630"/>
                  </a:moveTo>
                  <a:lnTo>
                    <a:pt x="1197030" y="289845"/>
                  </a:lnTo>
                  <a:lnTo>
                    <a:pt x="1228413" y="169193"/>
                  </a:lnTo>
                  <a:close/>
                  <a:moveTo>
                    <a:pt x="1243238" y="274218"/>
                  </a:moveTo>
                  <a:lnTo>
                    <a:pt x="1305450" y="251408"/>
                  </a:lnTo>
                  <a:lnTo>
                    <a:pt x="1259530" y="207423"/>
                  </a:lnTo>
                  <a:close/>
                  <a:moveTo>
                    <a:pt x="1525725" y="466022"/>
                  </a:moveTo>
                  <a:lnTo>
                    <a:pt x="1580368" y="382097"/>
                  </a:lnTo>
                  <a:lnTo>
                    <a:pt x="1488657" y="396065"/>
                  </a:lnTo>
                  <a:close/>
                  <a:moveTo>
                    <a:pt x="1580368" y="382097"/>
                  </a:moveTo>
                  <a:lnTo>
                    <a:pt x="1551094" y="295187"/>
                  </a:lnTo>
                  <a:lnTo>
                    <a:pt x="1463036" y="316802"/>
                  </a:lnTo>
                  <a:close/>
                  <a:moveTo>
                    <a:pt x="1580368" y="382097"/>
                  </a:moveTo>
                  <a:lnTo>
                    <a:pt x="1463036" y="316802"/>
                  </a:lnTo>
                  <a:lnTo>
                    <a:pt x="1488657" y="396065"/>
                  </a:lnTo>
                  <a:close/>
                  <a:moveTo>
                    <a:pt x="1361595" y="310370"/>
                  </a:moveTo>
                  <a:lnTo>
                    <a:pt x="1387299" y="333623"/>
                  </a:lnTo>
                  <a:lnTo>
                    <a:pt x="1452269" y="212972"/>
                  </a:lnTo>
                  <a:close/>
                  <a:moveTo>
                    <a:pt x="1452269" y="212972"/>
                  </a:moveTo>
                  <a:lnTo>
                    <a:pt x="1387299" y="333623"/>
                  </a:lnTo>
                  <a:lnTo>
                    <a:pt x="1470620" y="224135"/>
                  </a:lnTo>
                  <a:close/>
                  <a:moveTo>
                    <a:pt x="1470620" y="224135"/>
                  </a:moveTo>
                  <a:lnTo>
                    <a:pt x="1387299" y="333623"/>
                  </a:lnTo>
                  <a:lnTo>
                    <a:pt x="1463036" y="316802"/>
                  </a:lnTo>
                  <a:close/>
                  <a:moveTo>
                    <a:pt x="1463036" y="316802"/>
                  </a:moveTo>
                  <a:lnTo>
                    <a:pt x="1551094" y="295187"/>
                  </a:lnTo>
                  <a:lnTo>
                    <a:pt x="1470620" y="224135"/>
                  </a:lnTo>
                  <a:close/>
                  <a:moveTo>
                    <a:pt x="1305450" y="251408"/>
                  </a:moveTo>
                  <a:lnTo>
                    <a:pt x="1361595" y="310370"/>
                  </a:lnTo>
                  <a:lnTo>
                    <a:pt x="1371160" y="230812"/>
                  </a:lnTo>
                  <a:close/>
                  <a:moveTo>
                    <a:pt x="1259530" y="207423"/>
                  </a:moveTo>
                  <a:lnTo>
                    <a:pt x="1305450" y="251408"/>
                  </a:lnTo>
                  <a:lnTo>
                    <a:pt x="1338183" y="130756"/>
                  </a:lnTo>
                  <a:close/>
                  <a:moveTo>
                    <a:pt x="1338183" y="130756"/>
                  </a:moveTo>
                  <a:lnTo>
                    <a:pt x="1305450" y="251408"/>
                  </a:lnTo>
                  <a:lnTo>
                    <a:pt x="1384809" y="181958"/>
                  </a:lnTo>
                  <a:close/>
                  <a:moveTo>
                    <a:pt x="1384809" y="181958"/>
                  </a:moveTo>
                  <a:lnTo>
                    <a:pt x="1305450" y="251408"/>
                  </a:lnTo>
                  <a:lnTo>
                    <a:pt x="1371160" y="230812"/>
                  </a:lnTo>
                  <a:close/>
                  <a:moveTo>
                    <a:pt x="1185035" y="4763"/>
                  </a:moveTo>
                  <a:lnTo>
                    <a:pt x="1235083" y="80663"/>
                  </a:lnTo>
                  <a:lnTo>
                    <a:pt x="1211185" y="0"/>
                  </a:lnTo>
                  <a:close/>
                  <a:moveTo>
                    <a:pt x="1386573" y="118189"/>
                  </a:moveTo>
                  <a:lnTo>
                    <a:pt x="1384809" y="181958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386573" y="118189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455127" y="22955"/>
                  </a:lnTo>
                  <a:lnTo>
                    <a:pt x="1386573" y="118189"/>
                  </a:lnTo>
                  <a:close/>
                  <a:moveTo>
                    <a:pt x="1475522" y="106467"/>
                  </a:moveTo>
                  <a:lnTo>
                    <a:pt x="1554068" y="103202"/>
                  </a:lnTo>
                  <a:lnTo>
                    <a:pt x="1534697" y="18858"/>
                  </a:lnTo>
                  <a:close/>
                  <a:moveTo>
                    <a:pt x="1475522" y="106467"/>
                  </a:moveTo>
                  <a:lnTo>
                    <a:pt x="1534697" y="18858"/>
                  </a:lnTo>
                  <a:lnTo>
                    <a:pt x="1455127" y="2295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81" name="Candidate_density__2180">
              <a:extLst>
                <a:ext uri="{FF2B5EF4-FFF2-40B4-BE49-F238E27FC236}">
                  <a16:creationId xmlns:a16="http://schemas.microsoft.com/office/drawing/2014/main" id="{36D8AC76-1C70-397F-669D-B726FF461970}"/>
                </a:ext>
              </a:extLst>
            </p:cNvPr>
            <p:cNvSpPr>
              <a:spLocks noGrp="1"/>
            </p:cNvSpPr>
            <p:nvPr/>
          </p:nvSpPr>
          <p:spPr>
            <a:xfrm>
              <a:off x="3831744" y="2662761"/>
              <a:ext cx="1447572" cy="553491"/>
            </a:xfrm>
            <a:custGeom>
              <a:avLst/>
              <a:gdLst/>
              <a:ahLst/>
              <a:cxnLst/>
              <a:rect l="0" t="0" r="0" b="0"/>
              <a:pathLst>
                <a:path w="1447572" h="553491">
                  <a:moveTo>
                    <a:pt x="43001" y="411471"/>
                  </a:moveTo>
                  <a:lnTo>
                    <a:pt x="75120" y="457919"/>
                  </a:lnTo>
                  <a:lnTo>
                    <a:pt x="83164" y="394831"/>
                  </a:lnTo>
                  <a:close/>
                  <a:moveTo>
                    <a:pt x="25562" y="208604"/>
                  </a:moveTo>
                  <a:lnTo>
                    <a:pt x="101596" y="27975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06008" y="176075"/>
                  </a:lnTo>
                  <a:lnTo>
                    <a:pt x="101596" y="279754"/>
                  </a:lnTo>
                  <a:close/>
                  <a:moveTo>
                    <a:pt x="0" y="126389"/>
                  </a:moveTo>
                  <a:lnTo>
                    <a:pt x="106008" y="176075"/>
                  </a:lnTo>
                  <a:lnTo>
                    <a:pt x="75960" y="100412"/>
                  </a:lnTo>
                  <a:close/>
                  <a:moveTo>
                    <a:pt x="0" y="126389"/>
                  </a:moveTo>
                  <a:lnTo>
                    <a:pt x="25562" y="20860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13966" y="87952"/>
                  </a:lnTo>
                  <a:lnTo>
                    <a:pt x="106008" y="176075"/>
                  </a:lnTo>
                  <a:close/>
                  <a:moveTo>
                    <a:pt x="113966" y="87952"/>
                  </a:moveTo>
                  <a:lnTo>
                    <a:pt x="75960" y="100412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82753" y="252382"/>
                  </a:lnTo>
                  <a:lnTo>
                    <a:pt x="254646" y="213946"/>
                  </a:lnTo>
                  <a:close/>
                  <a:moveTo>
                    <a:pt x="123238" y="170167"/>
                  </a:moveTo>
                  <a:lnTo>
                    <a:pt x="254646" y="213946"/>
                  </a:lnTo>
                  <a:lnTo>
                    <a:pt x="227975" y="131731"/>
                  </a:lnTo>
                  <a:close/>
                  <a:moveTo>
                    <a:pt x="113966" y="87952"/>
                  </a:moveTo>
                  <a:lnTo>
                    <a:pt x="230796" y="115699"/>
                  </a:lnTo>
                  <a:lnTo>
                    <a:pt x="201056" y="59303"/>
                  </a:lnTo>
                  <a:close/>
                  <a:moveTo>
                    <a:pt x="227975" y="131731"/>
                  </a:moveTo>
                  <a:lnTo>
                    <a:pt x="230796" y="115699"/>
                  </a:lnTo>
                  <a:lnTo>
                    <a:pt x="113966" y="87952"/>
                  </a:lnTo>
                  <a:close/>
                  <a:moveTo>
                    <a:pt x="123238" y="170167"/>
                  </a:moveTo>
                  <a:lnTo>
                    <a:pt x="227975" y="131731"/>
                  </a:lnTo>
                  <a:lnTo>
                    <a:pt x="113966" y="87952"/>
                  </a:lnTo>
                  <a:close/>
                  <a:moveTo>
                    <a:pt x="149588" y="27276"/>
                  </a:moveTo>
                  <a:lnTo>
                    <a:pt x="113966" y="87952"/>
                  </a:lnTo>
                  <a:lnTo>
                    <a:pt x="201056" y="59303"/>
                  </a:lnTo>
                  <a:close/>
                  <a:moveTo>
                    <a:pt x="237890" y="49516"/>
                  </a:moveTo>
                  <a:lnTo>
                    <a:pt x="149588" y="27276"/>
                  </a:lnTo>
                  <a:lnTo>
                    <a:pt x="201056" y="59303"/>
                  </a:lnTo>
                  <a:close/>
                  <a:moveTo>
                    <a:pt x="201056" y="59303"/>
                  </a:moveTo>
                  <a:lnTo>
                    <a:pt x="230796" y="115699"/>
                  </a:lnTo>
                  <a:lnTo>
                    <a:pt x="237890" y="49516"/>
                  </a:lnTo>
                  <a:close/>
                  <a:moveTo>
                    <a:pt x="258690" y="212632"/>
                  </a:moveTo>
                  <a:lnTo>
                    <a:pt x="335361" y="210892"/>
                  </a:lnTo>
                  <a:lnTo>
                    <a:pt x="334215" y="111731"/>
                  </a:lnTo>
                  <a:close/>
                  <a:moveTo>
                    <a:pt x="258690" y="212632"/>
                  </a:moveTo>
                  <a:lnTo>
                    <a:pt x="334215" y="111731"/>
                  </a:lnTo>
                  <a:lnTo>
                    <a:pt x="239817" y="127883"/>
                  </a:lnTo>
                  <a:close/>
                  <a:moveTo>
                    <a:pt x="335361" y="210892"/>
                  </a:moveTo>
                  <a:lnTo>
                    <a:pt x="427499" y="196577"/>
                  </a:lnTo>
                  <a:lnTo>
                    <a:pt x="422684" y="100399"/>
                  </a:lnTo>
                  <a:close/>
                  <a:moveTo>
                    <a:pt x="335361" y="210892"/>
                  </a:moveTo>
                  <a:lnTo>
                    <a:pt x="422684" y="100399"/>
                  </a:lnTo>
                  <a:lnTo>
                    <a:pt x="334215" y="111731"/>
                  </a:lnTo>
                  <a:close/>
                  <a:moveTo>
                    <a:pt x="427499" y="196577"/>
                  </a:moveTo>
                  <a:lnTo>
                    <a:pt x="335361" y="210892"/>
                  </a:lnTo>
                  <a:lnTo>
                    <a:pt x="468925" y="233507"/>
                  </a:lnTo>
                  <a:close/>
                  <a:moveTo>
                    <a:pt x="230796" y="115699"/>
                  </a:moveTo>
                  <a:lnTo>
                    <a:pt x="227975" y="131731"/>
                  </a:lnTo>
                  <a:lnTo>
                    <a:pt x="239817" y="127883"/>
                  </a:lnTo>
                  <a:close/>
                  <a:moveTo>
                    <a:pt x="239817" y="127883"/>
                  </a:moveTo>
                  <a:lnTo>
                    <a:pt x="237890" y="49516"/>
                  </a:lnTo>
                  <a:lnTo>
                    <a:pt x="230796" y="115699"/>
                  </a:lnTo>
                  <a:close/>
                  <a:moveTo>
                    <a:pt x="312527" y="29271"/>
                  </a:moveTo>
                  <a:lnTo>
                    <a:pt x="237890" y="49516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12527" y="29271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97101" y="21106"/>
                  </a:lnTo>
                  <a:lnTo>
                    <a:pt x="312527" y="29271"/>
                  </a:lnTo>
                  <a:close/>
                  <a:moveTo>
                    <a:pt x="274381" y="0"/>
                  </a:moveTo>
                  <a:lnTo>
                    <a:pt x="237890" y="49516"/>
                  </a:lnTo>
                  <a:lnTo>
                    <a:pt x="312527" y="29271"/>
                  </a:lnTo>
                  <a:close/>
                  <a:moveTo>
                    <a:pt x="1086591" y="224630"/>
                  </a:moveTo>
                  <a:lnTo>
                    <a:pt x="1086233" y="224775"/>
                  </a:lnTo>
                  <a:lnTo>
                    <a:pt x="1073998" y="334814"/>
                  </a:lnTo>
                  <a:close/>
                  <a:moveTo>
                    <a:pt x="948012" y="201039"/>
                  </a:moveTo>
                  <a:lnTo>
                    <a:pt x="977049" y="263066"/>
                  </a:lnTo>
                  <a:lnTo>
                    <a:pt x="1046481" y="142415"/>
                  </a:lnTo>
                  <a:close/>
                  <a:moveTo>
                    <a:pt x="1046481" y="142415"/>
                  </a:moveTo>
                  <a:lnTo>
                    <a:pt x="977049" y="263066"/>
                  </a:lnTo>
                  <a:lnTo>
                    <a:pt x="1086171" y="223733"/>
                  </a:lnTo>
                  <a:close/>
                  <a:moveTo>
                    <a:pt x="1086171" y="223733"/>
                  </a:moveTo>
                  <a:lnTo>
                    <a:pt x="977049" y="263066"/>
                  </a:lnTo>
                  <a:lnTo>
                    <a:pt x="1086233" y="224775"/>
                  </a:lnTo>
                  <a:close/>
                  <a:moveTo>
                    <a:pt x="1086233" y="224775"/>
                  </a:moveTo>
                  <a:lnTo>
                    <a:pt x="1086591" y="224630"/>
                  </a:lnTo>
                  <a:lnTo>
                    <a:pt x="1086171" y="223733"/>
                  </a:lnTo>
                  <a:close/>
                  <a:moveTo>
                    <a:pt x="1293649" y="471275"/>
                  </a:moveTo>
                  <a:lnTo>
                    <a:pt x="1359301" y="472403"/>
                  </a:lnTo>
                  <a:lnTo>
                    <a:pt x="1310287" y="464083"/>
                  </a:lnTo>
                  <a:close/>
                  <a:moveTo>
                    <a:pt x="1345618" y="515054"/>
                  </a:moveTo>
                  <a:lnTo>
                    <a:pt x="1359301" y="472403"/>
                  </a:lnTo>
                  <a:lnTo>
                    <a:pt x="1293649" y="471275"/>
                  </a:lnTo>
                  <a:close/>
                  <a:moveTo>
                    <a:pt x="1285719" y="553491"/>
                  </a:moveTo>
                  <a:lnTo>
                    <a:pt x="1345618" y="515054"/>
                  </a:lnTo>
                  <a:lnTo>
                    <a:pt x="1293649" y="471275"/>
                  </a:lnTo>
                  <a:close/>
                  <a:moveTo>
                    <a:pt x="1234820" y="389061"/>
                  </a:moveTo>
                  <a:lnTo>
                    <a:pt x="1293649" y="471275"/>
                  </a:lnTo>
                  <a:lnTo>
                    <a:pt x="1310287" y="464083"/>
                  </a:lnTo>
                  <a:close/>
                  <a:moveTo>
                    <a:pt x="1372009" y="432839"/>
                  </a:moveTo>
                  <a:lnTo>
                    <a:pt x="1346214" y="350624"/>
                  </a:lnTo>
                  <a:lnTo>
                    <a:pt x="1310287" y="464083"/>
                  </a:lnTo>
                  <a:close/>
                  <a:moveTo>
                    <a:pt x="1346214" y="350624"/>
                  </a:moveTo>
                  <a:lnTo>
                    <a:pt x="1313323" y="361523"/>
                  </a:lnTo>
                  <a:lnTo>
                    <a:pt x="1310287" y="464083"/>
                  </a:lnTo>
                  <a:close/>
                  <a:moveTo>
                    <a:pt x="1310287" y="464083"/>
                  </a:moveTo>
                  <a:lnTo>
                    <a:pt x="1359301" y="472403"/>
                  </a:lnTo>
                  <a:lnTo>
                    <a:pt x="1372009" y="432839"/>
                  </a:lnTo>
                  <a:close/>
                  <a:moveTo>
                    <a:pt x="1078758" y="130760"/>
                  </a:moveTo>
                  <a:lnTo>
                    <a:pt x="1086171" y="223733"/>
                  </a:lnTo>
                  <a:lnTo>
                    <a:pt x="1170490" y="103979"/>
                  </a:lnTo>
                  <a:close/>
                  <a:moveTo>
                    <a:pt x="1170490" y="103979"/>
                  </a:moveTo>
                  <a:lnTo>
                    <a:pt x="1086171" y="223733"/>
                  </a:lnTo>
                  <a:lnTo>
                    <a:pt x="1086591" y="224630"/>
                  </a:lnTo>
                  <a:close/>
                  <a:moveTo>
                    <a:pt x="1170490" y="103979"/>
                  </a:moveTo>
                  <a:lnTo>
                    <a:pt x="1086591" y="224630"/>
                  </a:lnTo>
                  <a:lnTo>
                    <a:pt x="1187328" y="186194"/>
                  </a:lnTo>
                  <a:close/>
                  <a:moveTo>
                    <a:pt x="1046481" y="142415"/>
                  </a:moveTo>
                  <a:lnTo>
                    <a:pt x="1086171" y="223733"/>
                  </a:lnTo>
                  <a:lnTo>
                    <a:pt x="1078758" y="130760"/>
                  </a:lnTo>
                  <a:close/>
                  <a:moveTo>
                    <a:pt x="1006554" y="60200"/>
                  </a:moveTo>
                  <a:lnTo>
                    <a:pt x="1078758" y="130760"/>
                  </a:lnTo>
                  <a:lnTo>
                    <a:pt x="1069149" y="38480"/>
                  </a:lnTo>
                  <a:close/>
                  <a:moveTo>
                    <a:pt x="1006554" y="60200"/>
                  </a:moveTo>
                  <a:lnTo>
                    <a:pt x="1046481" y="142415"/>
                  </a:lnTo>
                  <a:lnTo>
                    <a:pt x="1078758" y="130760"/>
                  </a:lnTo>
                  <a:close/>
                  <a:moveTo>
                    <a:pt x="1170490" y="103979"/>
                  </a:moveTo>
                  <a:lnTo>
                    <a:pt x="1143950" y="21764"/>
                  </a:lnTo>
                  <a:lnTo>
                    <a:pt x="1078758" y="130760"/>
                  </a:lnTo>
                  <a:close/>
                  <a:moveTo>
                    <a:pt x="1143950" y="21764"/>
                  </a:moveTo>
                  <a:lnTo>
                    <a:pt x="1069149" y="38480"/>
                  </a:lnTo>
                  <a:lnTo>
                    <a:pt x="1078758" y="130760"/>
                  </a:lnTo>
                  <a:close/>
                  <a:moveTo>
                    <a:pt x="1346214" y="350624"/>
                  </a:moveTo>
                  <a:lnTo>
                    <a:pt x="1447572" y="413065"/>
                  </a:lnTo>
                  <a:lnTo>
                    <a:pt x="1421951" y="333803"/>
                  </a:lnTo>
                  <a:close/>
                  <a:moveTo>
                    <a:pt x="1346214" y="350624"/>
                  </a:moveTo>
                  <a:lnTo>
                    <a:pt x="1372009" y="432839"/>
                  </a:lnTo>
                  <a:lnTo>
                    <a:pt x="1447572" y="413065"/>
                  </a:lnTo>
                  <a:close/>
                  <a:moveTo>
                    <a:pt x="1221897" y="175074"/>
                  </a:moveTo>
                  <a:lnTo>
                    <a:pt x="1218445" y="224423"/>
                  </a:lnTo>
                  <a:lnTo>
                    <a:pt x="1297097" y="147757"/>
                  </a:lnTo>
                  <a:close/>
                  <a:moveTo>
                    <a:pt x="1187328" y="186194"/>
                  </a:moveTo>
                  <a:lnTo>
                    <a:pt x="1218445" y="224423"/>
                  </a:lnTo>
                  <a:lnTo>
                    <a:pt x="1221897" y="175074"/>
                  </a:lnTo>
                  <a:close/>
                  <a:moveTo>
                    <a:pt x="1170490" y="103979"/>
                  </a:moveTo>
                  <a:lnTo>
                    <a:pt x="1221897" y="175074"/>
                  </a:lnTo>
                  <a:lnTo>
                    <a:pt x="1193998" y="97663"/>
                  </a:lnTo>
                  <a:close/>
                  <a:moveTo>
                    <a:pt x="1170490" y="103979"/>
                  </a:moveTo>
                  <a:lnTo>
                    <a:pt x="1187328" y="186194"/>
                  </a:lnTo>
                  <a:lnTo>
                    <a:pt x="1221897" y="175074"/>
                  </a:lnTo>
                  <a:close/>
                  <a:moveTo>
                    <a:pt x="1297097" y="147757"/>
                  </a:moveTo>
                  <a:lnTo>
                    <a:pt x="1308403" y="66902"/>
                  </a:lnTo>
                  <a:lnTo>
                    <a:pt x="1221897" y="175074"/>
                  </a:lnTo>
                  <a:close/>
                  <a:moveTo>
                    <a:pt x="1221897" y="175074"/>
                  </a:moveTo>
                  <a:lnTo>
                    <a:pt x="1308403" y="66902"/>
                  </a:lnTo>
                  <a:lnTo>
                    <a:pt x="1306785" y="66561"/>
                  </a:lnTo>
                  <a:close/>
                  <a:moveTo>
                    <a:pt x="1221897" y="175074"/>
                  </a:moveTo>
                  <a:lnTo>
                    <a:pt x="1306785" y="66561"/>
                  </a:lnTo>
                  <a:lnTo>
                    <a:pt x="1193998" y="97663"/>
                  </a:lnTo>
                  <a:close/>
                  <a:moveTo>
                    <a:pt x="1143950" y="21764"/>
                  </a:moveTo>
                  <a:lnTo>
                    <a:pt x="1170490" y="103979"/>
                  </a:lnTo>
                  <a:lnTo>
                    <a:pt x="1193998" y="97663"/>
                  </a:lnTo>
                  <a:close/>
                  <a:moveTo>
                    <a:pt x="1193998" y="97663"/>
                  </a:moveTo>
                  <a:lnTo>
                    <a:pt x="1306785" y="66561"/>
                  </a:lnTo>
                  <a:lnTo>
                    <a:pt x="1170100" y="17001"/>
                  </a:lnTo>
                  <a:close/>
                  <a:moveTo>
                    <a:pt x="1306785" y="66561"/>
                  </a:moveTo>
                  <a:lnTo>
                    <a:pt x="1308403" y="66902"/>
                  </a:lnTo>
                  <a:lnTo>
                    <a:pt x="1308559" y="65542"/>
                  </a:lnTo>
                  <a:close/>
                  <a:moveTo>
                    <a:pt x="1297097" y="147757"/>
                  </a:moveTo>
                  <a:lnTo>
                    <a:pt x="1343724" y="198959"/>
                  </a:lnTo>
                  <a:lnTo>
                    <a:pt x="1345488" y="135189"/>
                  </a:lnTo>
                  <a:close/>
                  <a:moveTo>
                    <a:pt x="1308403" y="66902"/>
                  </a:moveTo>
                  <a:lnTo>
                    <a:pt x="1297097" y="147757"/>
                  </a:lnTo>
                  <a:lnTo>
                    <a:pt x="1345488" y="135189"/>
                  </a:lnTo>
                  <a:close/>
                  <a:moveTo>
                    <a:pt x="1345488" y="135189"/>
                  </a:moveTo>
                  <a:lnTo>
                    <a:pt x="1308559" y="65542"/>
                  </a:lnTo>
                  <a:lnTo>
                    <a:pt x="1308403" y="66902"/>
                  </a:lnTo>
                  <a:close/>
                  <a:moveTo>
                    <a:pt x="1414042" y="39956"/>
                  </a:moveTo>
                  <a:lnTo>
                    <a:pt x="1308559" y="65542"/>
                  </a:lnTo>
                  <a:lnTo>
                    <a:pt x="1345488" y="1351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82" name="Candidate_density__2181">
              <a:extLst>
                <a:ext uri="{FF2B5EF4-FFF2-40B4-BE49-F238E27FC236}">
                  <a16:creationId xmlns:a16="http://schemas.microsoft.com/office/drawing/2014/main" id="{3769B2B4-4945-9970-B2DF-AA6F3796CF7B}"/>
                </a:ext>
              </a:extLst>
            </p:cNvPr>
            <p:cNvSpPr>
              <a:spLocks noGrp="1"/>
            </p:cNvSpPr>
            <p:nvPr/>
          </p:nvSpPr>
          <p:spPr>
            <a:xfrm>
              <a:off x="4062396" y="2881076"/>
              <a:ext cx="1362318" cy="385546"/>
            </a:xfrm>
            <a:custGeom>
              <a:avLst/>
              <a:gdLst/>
              <a:ahLst/>
              <a:cxnLst/>
              <a:rect l="0" t="0" r="0" b="0"/>
              <a:pathLst>
                <a:path w="1362318" h="385546">
                  <a:moveTo>
                    <a:pt x="76317" y="333928"/>
                  </a:moveTo>
                  <a:lnTo>
                    <a:pt x="164654" y="385546"/>
                  </a:lnTo>
                  <a:lnTo>
                    <a:pt x="210479" y="341679"/>
                  </a:lnTo>
                  <a:close/>
                  <a:moveTo>
                    <a:pt x="132305" y="328055"/>
                  </a:moveTo>
                  <a:lnTo>
                    <a:pt x="210479" y="341679"/>
                  </a:lnTo>
                  <a:lnTo>
                    <a:pt x="244337" y="253065"/>
                  </a:lnTo>
                  <a:close/>
                  <a:moveTo>
                    <a:pt x="244337" y="253065"/>
                  </a:moveTo>
                  <a:lnTo>
                    <a:pt x="296932" y="257764"/>
                  </a:lnTo>
                  <a:lnTo>
                    <a:pt x="260377" y="242276"/>
                  </a:lnTo>
                  <a:close/>
                  <a:moveTo>
                    <a:pt x="279604" y="321467"/>
                  </a:moveTo>
                  <a:lnTo>
                    <a:pt x="296932" y="257764"/>
                  </a:lnTo>
                  <a:lnTo>
                    <a:pt x="244337" y="253065"/>
                  </a:lnTo>
                  <a:close/>
                  <a:moveTo>
                    <a:pt x="210479" y="341679"/>
                  </a:moveTo>
                  <a:lnTo>
                    <a:pt x="279604" y="321467"/>
                  </a:lnTo>
                  <a:lnTo>
                    <a:pt x="244337" y="253065"/>
                  </a:lnTo>
                  <a:close/>
                  <a:moveTo>
                    <a:pt x="260377" y="242276"/>
                  </a:moveTo>
                  <a:lnTo>
                    <a:pt x="296932" y="257764"/>
                  </a:lnTo>
                  <a:lnTo>
                    <a:pt x="302212" y="190794"/>
                  </a:lnTo>
                  <a:close/>
                  <a:moveTo>
                    <a:pt x="0" y="112046"/>
                  </a:moveTo>
                  <a:lnTo>
                    <a:pt x="9618" y="34067"/>
                  </a:lnTo>
                  <a:lnTo>
                    <a:pt x="2501" y="115170"/>
                  </a:lnTo>
                  <a:close/>
                  <a:moveTo>
                    <a:pt x="95578" y="0"/>
                  </a:moveTo>
                  <a:lnTo>
                    <a:pt x="9618" y="34067"/>
                  </a:lnTo>
                  <a:lnTo>
                    <a:pt x="50229" y="21185"/>
                  </a:lnTo>
                  <a:close/>
                  <a:moveTo>
                    <a:pt x="267647" y="125014"/>
                  </a:moveTo>
                  <a:lnTo>
                    <a:pt x="302212" y="190794"/>
                  </a:lnTo>
                  <a:lnTo>
                    <a:pt x="316292" y="141932"/>
                  </a:lnTo>
                  <a:close/>
                  <a:moveTo>
                    <a:pt x="260377" y="242276"/>
                  </a:moveTo>
                  <a:lnTo>
                    <a:pt x="302212" y="190794"/>
                  </a:lnTo>
                  <a:lnTo>
                    <a:pt x="248863" y="236251"/>
                  </a:lnTo>
                  <a:close/>
                  <a:moveTo>
                    <a:pt x="379425" y="151198"/>
                  </a:moveTo>
                  <a:lnTo>
                    <a:pt x="316292" y="141932"/>
                  </a:lnTo>
                  <a:lnTo>
                    <a:pt x="302212" y="190794"/>
                  </a:lnTo>
                  <a:close/>
                  <a:moveTo>
                    <a:pt x="1271276" y="350744"/>
                  </a:moveTo>
                  <a:lnTo>
                    <a:pt x="1301672" y="378954"/>
                  </a:lnTo>
                  <a:lnTo>
                    <a:pt x="1317304" y="273824"/>
                  </a:lnTo>
                  <a:close/>
                  <a:moveTo>
                    <a:pt x="1308631" y="180783"/>
                  </a:moveTo>
                  <a:lnTo>
                    <a:pt x="1317304" y="273824"/>
                  </a:lnTo>
                  <a:lnTo>
                    <a:pt x="1362318" y="19772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83" name="Candidate_density__2182">
              <a:extLst>
                <a:ext uri="{FF2B5EF4-FFF2-40B4-BE49-F238E27FC236}">
                  <a16:creationId xmlns:a16="http://schemas.microsoft.com/office/drawing/2014/main" id="{772AB517-5589-039C-0753-9616AAA46589}"/>
                </a:ext>
              </a:extLst>
            </p:cNvPr>
            <p:cNvSpPr>
              <a:spLocks noGrp="1"/>
            </p:cNvSpPr>
            <p:nvPr/>
          </p:nvSpPr>
          <p:spPr>
            <a:xfrm>
              <a:off x="4227049" y="3154900"/>
              <a:ext cx="1169140" cy="111722"/>
            </a:xfrm>
            <a:custGeom>
              <a:avLst/>
              <a:gdLst/>
              <a:ahLst/>
              <a:cxnLst/>
              <a:rect l="0" t="0" r="0" b="0"/>
              <a:pathLst>
                <a:path w="1169140" h="111722">
                  <a:moveTo>
                    <a:pt x="45825" y="67855"/>
                  </a:moveTo>
                  <a:lnTo>
                    <a:pt x="0" y="111722"/>
                  </a:lnTo>
                  <a:lnTo>
                    <a:pt x="114950" y="47643"/>
                  </a:lnTo>
                  <a:close/>
                  <a:moveTo>
                    <a:pt x="1152651" y="0"/>
                  </a:moveTo>
                  <a:lnTo>
                    <a:pt x="1137019" y="105130"/>
                  </a:lnTo>
                  <a:lnTo>
                    <a:pt x="1142558" y="90564"/>
                  </a:lnTo>
                  <a:close/>
                  <a:moveTo>
                    <a:pt x="1152651" y="0"/>
                  </a:moveTo>
                  <a:lnTo>
                    <a:pt x="1142558" y="90564"/>
                  </a:lnTo>
                  <a:lnTo>
                    <a:pt x="1169140" y="2291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84" name="Candidate_density__2183">
              <a:extLst>
                <a:ext uri="{FF2B5EF4-FFF2-40B4-BE49-F238E27FC236}">
                  <a16:creationId xmlns:a16="http://schemas.microsoft.com/office/drawing/2014/main" id="{25343E62-A3B9-6629-1290-0FF17B26B333}"/>
                </a:ext>
              </a:extLst>
            </p:cNvPr>
            <p:cNvSpPr>
              <a:spLocks noGrp="1"/>
            </p:cNvSpPr>
            <p:nvPr/>
          </p:nvSpPr>
          <p:spPr>
            <a:xfrm>
              <a:off x="5217370" y="3245464"/>
              <a:ext cx="152237" cy="139875"/>
            </a:xfrm>
            <a:custGeom>
              <a:avLst/>
              <a:gdLst/>
              <a:ahLst/>
              <a:cxnLst/>
              <a:rect l="0" t="0" r="0" b="0"/>
              <a:pathLst>
                <a:path w="152237" h="139875">
                  <a:moveTo>
                    <a:pt x="51452" y="117044"/>
                  </a:moveTo>
                  <a:lnTo>
                    <a:pt x="0" y="139875"/>
                  </a:lnTo>
                  <a:lnTo>
                    <a:pt x="111516" y="62956"/>
                  </a:lnTo>
                  <a:close/>
                  <a:moveTo>
                    <a:pt x="18270" y="135218"/>
                  </a:moveTo>
                  <a:lnTo>
                    <a:pt x="51452" y="117044"/>
                  </a:lnTo>
                  <a:lnTo>
                    <a:pt x="99268" y="80616"/>
                  </a:lnTo>
                  <a:close/>
                  <a:moveTo>
                    <a:pt x="99268" y="80616"/>
                  </a:moveTo>
                  <a:lnTo>
                    <a:pt x="130760" y="35194"/>
                  </a:lnTo>
                  <a:lnTo>
                    <a:pt x="146697" y="14566"/>
                  </a:lnTo>
                  <a:close/>
                  <a:moveTo>
                    <a:pt x="111516" y="62956"/>
                  </a:moveTo>
                  <a:lnTo>
                    <a:pt x="130760" y="35194"/>
                  </a:lnTo>
                  <a:lnTo>
                    <a:pt x="99268" y="80616"/>
                  </a:lnTo>
                  <a:close/>
                  <a:moveTo>
                    <a:pt x="51452" y="117044"/>
                  </a:moveTo>
                  <a:lnTo>
                    <a:pt x="111516" y="62956"/>
                  </a:lnTo>
                  <a:lnTo>
                    <a:pt x="99268" y="80616"/>
                  </a:lnTo>
                  <a:close/>
                  <a:moveTo>
                    <a:pt x="117094" y="53003"/>
                  </a:moveTo>
                  <a:lnTo>
                    <a:pt x="152237" y="0"/>
                  </a:lnTo>
                  <a:lnTo>
                    <a:pt x="130760" y="35194"/>
                  </a:lnTo>
                  <a:close/>
                  <a:moveTo>
                    <a:pt x="146697" y="14566"/>
                  </a:moveTo>
                  <a:lnTo>
                    <a:pt x="130760" y="35194"/>
                  </a:lnTo>
                  <a:lnTo>
                    <a:pt x="152237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85" name="Candidate_density__2184">
              <a:extLst>
                <a:ext uri="{FF2B5EF4-FFF2-40B4-BE49-F238E27FC236}">
                  <a16:creationId xmlns:a16="http://schemas.microsoft.com/office/drawing/2014/main" id="{89E1BB10-9D98-0A83-8FAA-E38AF24D7D0B}"/>
                </a:ext>
              </a:extLst>
            </p:cNvPr>
            <p:cNvSpPr>
              <a:spLocks noGrp="1"/>
            </p:cNvSpPr>
            <p:nvPr/>
          </p:nvSpPr>
          <p:spPr>
            <a:xfrm>
              <a:off x="4194700" y="2916446"/>
              <a:ext cx="1185000" cy="485766"/>
            </a:xfrm>
            <a:custGeom>
              <a:avLst/>
              <a:gdLst/>
              <a:ahLst/>
              <a:cxnLst/>
              <a:rect l="0" t="0" r="0" b="0"/>
              <a:pathLst>
                <a:path w="1185000" h="485766">
                  <a:moveTo>
                    <a:pt x="1467" y="206906"/>
                  </a:moveTo>
                  <a:lnTo>
                    <a:pt x="0" y="292684"/>
                  </a:lnTo>
                  <a:lnTo>
                    <a:pt x="41399" y="232265"/>
                  </a:lnTo>
                  <a:close/>
                  <a:moveTo>
                    <a:pt x="41399" y="232265"/>
                  </a:moveTo>
                  <a:lnTo>
                    <a:pt x="0" y="292684"/>
                  </a:lnTo>
                  <a:lnTo>
                    <a:pt x="112032" y="217694"/>
                  </a:lnTo>
                  <a:close/>
                  <a:moveTo>
                    <a:pt x="1467" y="206906"/>
                  </a:moveTo>
                  <a:lnTo>
                    <a:pt x="41399" y="232265"/>
                  </a:lnTo>
                  <a:lnTo>
                    <a:pt x="52153" y="192649"/>
                  </a:lnTo>
                  <a:close/>
                  <a:moveTo>
                    <a:pt x="116558" y="200881"/>
                  </a:moveTo>
                  <a:lnTo>
                    <a:pt x="52153" y="192649"/>
                  </a:lnTo>
                  <a:lnTo>
                    <a:pt x="41399" y="232265"/>
                  </a:lnTo>
                  <a:close/>
                  <a:moveTo>
                    <a:pt x="52153" y="192649"/>
                  </a:moveTo>
                  <a:lnTo>
                    <a:pt x="116558" y="200881"/>
                  </a:lnTo>
                  <a:lnTo>
                    <a:pt x="65456" y="107008"/>
                  </a:lnTo>
                  <a:close/>
                  <a:moveTo>
                    <a:pt x="116558" y="200881"/>
                  </a:moveTo>
                  <a:lnTo>
                    <a:pt x="135342" y="89644"/>
                  </a:lnTo>
                  <a:lnTo>
                    <a:pt x="65456" y="107008"/>
                  </a:lnTo>
                  <a:close/>
                  <a:moveTo>
                    <a:pt x="135342" y="89644"/>
                  </a:moveTo>
                  <a:lnTo>
                    <a:pt x="183988" y="106561"/>
                  </a:lnTo>
                  <a:lnTo>
                    <a:pt x="142285" y="86254"/>
                  </a:lnTo>
                  <a:close/>
                  <a:moveTo>
                    <a:pt x="136072" y="84924"/>
                  </a:moveTo>
                  <a:lnTo>
                    <a:pt x="65456" y="107008"/>
                  </a:lnTo>
                  <a:lnTo>
                    <a:pt x="135342" y="89644"/>
                  </a:lnTo>
                  <a:close/>
                  <a:moveTo>
                    <a:pt x="136072" y="84924"/>
                  </a:moveTo>
                  <a:lnTo>
                    <a:pt x="135342" y="89644"/>
                  </a:lnTo>
                  <a:lnTo>
                    <a:pt x="142285" y="86254"/>
                  </a:lnTo>
                  <a:close/>
                  <a:moveTo>
                    <a:pt x="117415" y="0"/>
                  </a:moveTo>
                  <a:lnTo>
                    <a:pt x="136072" y="84924"/>
                  </a:lnTo>
                  <a:lnTo>
                    <a:pt x="142285" y="86254"/>
                  </a:lnTo>
                  <a:close/>
                  <a:moveTo>
                    <a:pt x="915816" y="464236"/>
                  </a:moveTo>
                  <a:lnTo>
                    <a:pt x="903439" y="485766"/>
                  </a:lnTo>
                  <a:lnTo>
                    <a:pt x="932604" y="474262"/>
                  </a:lnTo>
                  <a:close/>
                  <a:moveTo>
                    <a:pt x="1121683" y="229337"/>
                  </a:moveTo>
                  <a:lnTo>
                    <a:pt x="1138972" y="315374"/>
                  </a:lnTo>
                  <a:lnTo>
                    <a:pt x="1185000" y="23845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86" name="Candidate_density__2185">
              <a:extLst>
                <a:ext uri="{FF2B5EF4-FFF2-40B4-BE49-F238E27FC236}">
                  <a16:creationId xmlns:a16="http://schemas.microsoft.com/office/drawing/2014/main" id="{EB02441A-9B73-3B8D-DC32-E8518D5F3A2D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96268"/>
              <a:ext cx="1319175" cy="505945"/>
            </a:xfrm>
            <a:custGeom>
              <a:avLst/>
              <a:gdLst/>
              <a:ahLst/>
              <a:cxnLst/>
              <a:rect l="0" t="0" r="0" b="0"/>
              <a:pathLst>
                <a:path w="1319175" h="505945">
                  <a:moveTo>
                    <a:pt x="181670" y="227085"/>
                  </a:moveTo>
                  <a:lnTo>
                    <a:pt x="126024" y="265521"/>
                  </a:lnTo>
                  <a:lnTo>
                    <a:pt x="180204" y="312863"/>
                  </a:lnTo>
                  <a:close/>
                  <a:moveTo>
                    <a:pt x="124385" y="167624"/>
                  </a:moveTo>
                  <a:lnTo>
                    <a:pt x="83103" y="173484"/>
                  </a:lnTo>
                  <a:lnTo>
                    <a:pt x="181670" y="227085"/>
                  </a:lnTo>
                  <a:close/>
                  <a:moveTo>
                    <a:pt x="181670" y="227085"/>
                  </a:moveTo>
                  <a:lnTo>
                    <a:pt x="83103" y="173484"/>
                  </a:lnTo>
                  <a:lnTo>
                    <a:pt x="75718" y="183306"/>
                  </a:lnTo>
                  <a:close/>
                  <a:moveTo>
                    <a:pt x="181670" y="227085"/>
                  </a:moveTo>
                  <a:lnTo>
                    <a:pt x="75718" y="183306"/>
                  </a:lnTo>
                  <a:lnTo>
                    <a:pt x="126024" y="265521"/>
                  </a:lnTo>
                  <a:close/>
                  <a:moveTo>
                    <a:pt x="138258" y="89144"/>
                  </a:moveTo>
                  <a:lnTo>
                    <a:pt x="75718" y="183306"/>
                  </a:lnTo>
                  <a:lnTo>
                    <a:pt x="83103" y="173484"/>
                  </a:lnTo>
                  <a:close/>
                  <a:moveTo>
                    <a:pt x="67117" y="62654"/>
                  </a:moveTo>
                  <a:lnTo>
                    <a:pt x="47899" y="96855"/>
                  </a:lnTo>
                  <a:lnTo>
                    <a:pt x="50400" y="99979"/>
                  </a:lnTo>
                  <a:close/>
                  <a:moveTo>
                    <a:pt x="0" y="18876"/>
                  </a:moveTo>
                  <a:lnTo>
                    <a:pt x="47899" y="96855"/>
                  </a:lnTo>
                  <a:lnTo>
                    <a:pt x="67117" y="62654"/>
                  </a:lnTo>
                  <a:close/>
                  <a:moveTo>
                    <a:pt x="103501" y="144869"/>
                  </a:moveTo>
                  <a:lnTo>
                    <a:pt x="50400" y="99979"/>
                  </a:lnTo>
                  <a:lnTo>
                    <a:pt x="83103" y="173484"/>
                  </a:lnTo>
                  <a:close/>
                  <a:moveTo>
                    <a:pt x="316276" y="105103"/>
                  </a:moveTo>
                  <a:lnTo>
                    <a:pt x="248612" y="99520"/>
                  </a:lnTo>
                  <a:lnTo>
                    <a:pt x="245659" y="127187"/>
                  </a:lnTo>
                  <a:close/>
                  <a:moveTo>
                    <a:pt x="248612" y="99520"/>
                  </a:moveTo>
                  <a:lnTo>
                    <a:pt x="316276" y="105103"/>
                  </a:lnTo>
                  <a:lnTo>
                    <a:pt x="297619" y="20179"/>
                  </a:lnTo>
                  <a:close/>
                  <a:moveTo>
                    <a:pt x="297619" y="20179"/>
                  </a:moveTo>
                  <a:lnTo>
                    <a:pt x="322489" y="106433"/>
                  </a:lnTo>
                  <a:lnTo>
                    <a:pt x="333921" y="24218"/>
                  </a:lnTo>
                  <a:close/>
                  <a:moveTo>
                    <a:pt x="297619" y="20179"/>
                  </a:moveTo>
                  <a:lnTo>
                    <a:pt x="333921" y="24218"/>
                  </a:lnTo>
                  <a:lnTo>
                    <a:pt x="286172" y="0"/>
                  </a:lnTo>
                  <a:close/>
                  <a:moveTo>
                    <a:pt x="1096020" y="484415"/>
                  </a:moveTo>
                  <a:lnTo>
                    <a:pt x="1073708" y="413928"/>
                  </a:lnTo>
                  <a:lnTo>
                    <a:pt x="1083642" y="505945"/>
                  </a:lnTo>
                  <a:close/>
                  <a:moveTo>
                    <a:pt x="1245300" y="335020"/>
                  </a:moveTo>
                  <a:lnTo>
                    <a:pt x="1319175" y="335552"/>
                  </a:lnTo>
                  <a:lnTo>
                    <a:pt x="1301887" y="24951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87" name="Candidate_density__2186">
              <a:extLst>
                <a:ext uri="{FF2B5EF4-FFF2-40B4-BE49-F238E27FC236}">
                  <a16:creationId xmlns:a16="http://schemas.microsoft.com/office/drawing/2014/main" id="{972DACC6-40FF-7ADA-4EB0-7808F64044DB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76707"/>
              <a:ext cx="1136599" cy="503975"/>
            </a:xfrm>
            <a:custGeom>
              <a:avLst/>
              <a:gdLst/>
              <a:ahLst/>
              <a:cxnLst/>
              <a:rect l="0" t="0" r="0" b="0"/>
              <a:pathLst>
                <a:path w="1136599" h="503975">
                  <a:moveTo>
                    <a:pt x="71893" y="0"/>
                  </a:moveTo>
                  <a:lnTo>
                    <a:pt x="0" y="38436"/>
                  </a:lnTo>
                  <a:lnTo>
                    <a:pt x="67117" y="82215"/>
                  </a:lnTo>
                  <a:close/>
                  <a:moveTo>
                    <a:pt x="103501" y="164430"/>
                  </a:moveTo>
                  <a:lnTo>
                    <a:pt x="83103" y="193044"/>
                  </a:lnTo>
                  <a:lnTo>
                    <a:pt x="124385" y="187184"/>
                  </a:lnTo>
                  <a:close/>
                  <a:moveTo>
                    <a:pt x="103501" y="164430"/>
                  </a:moveTo>
                  <a:lnTo>
                    <a:pt x="67117" y="82215"/>
                  </a:lnTo>
                  <a:lnTo>
                    <a:pt x="50400" y="119539"/>
                  </a:lnTo>
                  <a:close/>
                  <a:moveTo>
                    <a:pt x="248612" y="119080"/>
                  </a:moveTo>
                  <a:lnTo>
                    <a:pt x="297619" y="39739"/>
                  </a:lnTo>
                  <a:lnTo>
                    <a:pt x="222079" y="40559"/>
                  </a:lnTo>
                  <a:close/>
                  <a:moveTo>
                    <a:pt x="222079" y="40559"/>
                  </a:moveTo>
                  <a:lnTo>
                    <a:pt x="286172" y="19560"/>
                  </a:lnTo>
                  <a:lnTo>
                    <a:pt x="214049" y="28563"/>
                  </a:lnTo>
                  <a:close/>
                  <a:moveTo>
                    <a:pt x="222079" y="40559"/>
                  </a:moveTo>
                  <a:lnTo>
                    <a:pt x="297619" y="39739"/>
                  </a:lnTo>
                  <a:lnTo>
                    <a:pt x="286172" y="19560"/>
                  </a:lnTo>
                  <a:close/>
                  <a:moveTo>
                    <a:pt x="1096020" y="503975"/>
                  </a:moveTo>
                  <a:lnTo>
                    <a:pt x="1073954" y="421760"/>
                  </a:lnTo>
                  <a:lnTo>
                    <a:pt x="1073708" y="433489"/>
                  </a:lnTo>
                  <a:close/>
                  <a:moveTo>
                    <a:pt x="1073954" y="421760"/>
                  </a:moveTo>
                  <a:lnTo>
                    <a:pt x="1096020" y="503975"/>
                  </a:lnTo>
                  <a:lnTo>
                    <a:pt x="1136599" y="482452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88" name="Candidate_density__2187">
              <a:extLst>
                <a:ext uri="{FF2B5EF4-FFF2-40B4-BE49-F238E27FC236}">
                  <a16:creationId xmlns:a16="http://schemas.microsoft.com/office/drawing/2014/main" id="{FB56C322-D319-719E-4D15-4D30EE3212DA}"/>
                </a:ext>
              </a:extLst>
            </p:cNvPr>
            <p:cNvSpPr>
              <a:spLocks noGrp="1"/>
            </p:cNvSpPr>
            <p:nvPr/>
          </p:nvSpPr>
          <p:spPr>
            <a:xfrm>
              <a:off x="4236099" y="3006090"/>
              <a:ext cx="1097573" cy="396122"/>
            </a:xfrm>
            <a:custGeom>
              <a:avLst/>
              <a:gdLst/>
              <a:ahLst/>
              <a:cxnLst/>
              <a:rect l="0" t="0" r="0" b="0"/>
              <a:pathLst>
                <a:path w="1097573" h="396122">
                  <a:moveTo>
                    <a:pt x="75159" y="111237"/>
                  </a:moveTo>
                  <a:lnTo>
                    <a:pt x="0" y="142621"/>
                  </a:lnTo>
                  <a:lnTo>
                    <a:pt x="70633" y="128051"/>
                  </a:lnTo>
                  <a:close/>
                  <a:moveTo>
                    <a:pt x="75159" y="111237"/>
                  </a:moveTo>
                  <a:lnTo>
                    <a:pt x="70633" y="128051"/>
                  </a:lnTo>
                  <a:lnTo>
                    <a:pt x="86674" y="117262"/>
                  </a:lnTo>
                  <a:close/>
                  <a:moveTo>
                    <a:pt x="75159" y="111237"/>
                  </a:moveTo>
                  <a:lnTo>
                    <a:pt x="128509" y="65780"/>
                  </a:lnTo>
                  <a:lnTo>
                    <a:pt x="93943" y="0"/>
                  </a:lnTo>
                  <a:close/>
                  <a:moveTo>
                    <a:pt x="968113" y="393507"/>
                  </a:moveTo>
                  <a:lnTo>
                    <a:pt x="891205" y="384618"/>
                  </a:lnTo>
                  <a:lnTo>
                    <a:pt x="862040" y="396122"/>
                  </a:lnTo>
                  <a:close/>
                  <a:moveTo>
                    <a:pt x="968113" y="393507"/>
                  </a:moveTo>
                  <a:lnTo>
                    <a:pt x="1015559" y="355696"/>
                  </a:lnTo>
                  <a:lnTo>
                    <a:pt x="891205" y="384618"/>
                  </a:lnTo>
                  <a:close/>
                  <a:moveTo>
                    <a:pt x="1026612" y="322920"/>
                  </a:moveTo>
                  <a:lnTo>
                    <a:pt x="1015559" y="355696"/>
                  </a:lnTo>
                  <a:lnTo>
                    <a:pt x="1052561" y="336155"/>
                  </a:lnTo>
                  <a:close/>
                  <a:moveTo>
                    <a:pt x="1026612" y="322920"/>
                  </a:moveTo>
                  <a:lnTo>
                    <a:pt x="1052561" y="336155"/>
                  </a:lnTo>
                  <a:lnTo>
                    <a:pt x="1097573" y="22573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89" name="Candidate_density__2188">
              <a:extLst>
                <a:ext uri="{FF2B5EF4-FFF2-40B4-BE49-F238E27FC236}">
                  <a16:creationId xmlns:a16="http://schemas.microsoft.com/office/drawing/2014/main" id="{E99D2A0B-8ED5-8252-311A-6E05F7DC81C2}"/>
                </a:ext>
              </a:extLst>
            </p:cNvPr>
            <p:cNvSpPr>
              <a:spLocks noGrp="1"/>
            </p:cNvSpPr>
            <p:nvPr/>
          </p:nvSpPr>
          <p:spPr>
            <a:xfrm>
              <a:off x="4059719" y="2790644"/>
              <a:ext cx="1256664" cy="568516"/>
            </a:xfrm>
            <a:custGeom>
              <a:avLst/>
              <a:gdLst/>
              <a:ahLst/>
              <a:cxnLst/>
              <a:rect l="0" t="0" r="0" b="0"/>
              <a:pathLst>
                <a:path w="1256664" h="568516">
                  <a:moveTo>
                    <a:pt x="26671" y="86063"/>
                  </a:moveTo>
                  <a:lnTo>
                    <a:pt x="81091" y="143886"/>
                  </a:lnTo>
                  <a:lnTo>
                    <a:pt x="30715" y="84749"/>
                  </a:lnTo>
                  <a:close/>
                  <a:moveTo>
                    <a:pt x="26671" y="86063"/>
                  </a:moveTo>
                  <a:lnTo>
                    <a:pt x="21895" y="168278"/>
                  </a:lnTo>
                  <a:lnTo>
                    <a:pt x="81091" y="143886"/>
                  </a:lnTo>
                  <a:close/>
                  <a:moveTo>
                    <a:pt x="149251" y="129842"/>
                  </a:moveTo>
                  <a:lnTo>
                    <a:pt x="168827" y="114627"/>
                  </a:lnTo>
                  <a:lnTo>
                    <a:pt x="81091" y="143886"/>
                  </a:lnTo>
                  <a:close/>
                  <a:moveTo>
                    <a:pt x="81091" y="143886"/>
                  </a:moveTo>
                  <a:lnTo>
                    <a:pt x="168827" y="114627"/>
                  </a:lnTo>
                  <a:lnTo>
                    <a:pt x="107386" y="83009"/>
                  </a:lnTo>
                  <a:close/>
                  <a:moveTo>
                    <a:pt x="81091" y="143886"/>
                  </a:moveTo>
                  <a:lnTo>
                    <a:pt x="107386" y="83009"/>
                  </a:lnTo>
                  <a:lnTo>
                    <a:pt x="30715" y="84749"/>
                  </a:lnTo>
                  <a:close/>
                  <a:moveTo>
                    <a:pt x="0" y="3848"/>
                  </a:moveTo>
                  <a:lnTo>
                    <a:pt x="30715" y="84749"/>
                  </a:lnTo>
                  <a:lnTo>
                    <a:pt x="11842" y="0"/>
                  </a:lnTo>
                  <a:close/>
                  <a:moveTo>
                    <a:pt x="0" y="3848"/>
                  </a:moveTo>
                  <a:lnTo>
                    <a:pt x="26671" y="86063"/>
                  </a:lnTo>
                  <a:lnTo>
                    <a:pt x="30715" y="84749"/>
                  </a:lnTo>
                  <a:close/>
                  <a:moveTo>
                    <a:pt x="107386" y="83009"/>
                  </a:moveTo>
                  <a:lnTo>
                    <a:pt x="168827" y="114627"/>
                  </a:lnTo>
                  <a:lnTo>
                    <a:pt x="240950" y="105624"/>
                  </a:lnTo>
                  <a:close/>
                  <a:moveTo>
                    <a:pt x="168827" y="114627"/>
                  </a:moveTo>
                  <a:lnTo>
                    <a:pt x="149251" y="129842"/>
                  </a:lnTo>
                  <a:lnTo>
                    <a:pt x="176857" y="126622"/>
                  </a:lnTo>
                  <a:close/>
                  <a:moveTo>
                    <a:pt x="1034593" y="476712"/>
                  </a:moveTo>
                  <a:lnTo>
                    <a:pt x="1028486" y="519552"/>
                  </a:lnTo>
                  <a:lnTo>
                    <a:pt x="1028732" y="507823"/>
                  </a:lnTo>
                  <a:close/>
                  <a:moveTo>
                    <a:pt x="1028732" y="507823"/>
                  </a:moveTo>
                  <a:lnTo>
                    <a:pt x="1091376" y="568516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28732" y="507823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57800" y="495720"/>
                  </a:lnTo>
                  <a:lnTo>
                    <a:pt x="1057743" y="425608"/>
                  </a:lnTo>
                  <a:close/>
                  <a:moveTo>
                    <a:pt x="1057743" y="425608"/>
                  </a:moveTo>
                  <a:lnTo>
                    <a:pt x="1057800" y="495720"/>
                  </a:lnTo>
                  <a:lnTo>
                    <a:pt x="1108146" y="469386"/>
                  </a:lnTo>
                  <a:close/>
                  <a:moveTo>
                    <a:pt x="1057743" y="425608"/>
                  </a:moveTo>
                  <a:lnTo>
                    <a:pt x="1108146" y="469386"/>
                  </a:lnTo>
                  <a:lnTo>
                    <a:pt x="1117642" y="387172"/>
                  </a:lnTo>
                  <a:close/>
                  <a:moveTo>
                    <a:pt x="1117642" y="387172"/>
                  </a:moveTo>
                  <a:lnTo>
                    <a:pt x="1200077" y="440644"/>
                  </a:lnTo>
                  <a:lnTo>
                    <a:pt x="1158769" y="374135"/>
                  </a:lnTo>
                  <a:close/>
                  <a:moveTo>
                    <a:pt x="1117642" y="387172"/>
                  </a:moveTo>
                  <a:lnTo>
                    <a:pt x="1108146" y="469386"/>
                  </a:lnTo>
                  <a:lnTo>
                    <a:pt x="1200077" y="440644"/>
                  </a:lnTo>
                  <a:close/>
                  <a:moveTo>
                    <a:pt x="1200077" y="440644"/>
                  </a:moveTo>
                  <a:lnTo>
                    <a:pt x="1256664" y="355140"/>
                  </a:lnTo>
                  <a:lnTo>
                    <a:pt x="1158769" y="374135"/>
                  </a:lnTo>
                  <a:close/>
                  <a:moveTo>
                    <a:pt x="1131326" y="344520"/>
                  </a:moveTo>
                  <a:lnTo>
                    <a:pt x="1117642" y="387172"/>
                  </a:lnTo>
                  <a:lnTo>
                    <a:pt x="1158769" y="374135"/>
                  </a:lnTo>
                  <a:close/>
                  <a:moveTo>
                    <a:pt x="1158769" y="374135"/>
                  </a:moveTo>
                  <a:lnTo>
                    <a:pt x="1144034" y="304956"/>
                  </a:lnTo>
                  <a:lnTo>
                    <a:pt x="1131326" y="344520"/>
                  </a:lnTo>
                  <a:close/>
                  <a:moveTo>
                    <a:pt x="1219597" y="285183"/>
                  </a:moveTo>
                  <a:lnTo>
                    <a:pt x="1144034" y="304956"/>
                  </a:lnTo>
                  <a:lnTo>
                    <a:pt x="1158769" y="374135"/>
                  </a:lnTo>
                  <a:close/>
                  <a:moveTo>
                    <a:pt x="1256664" y="355140"/>
                  </a:moveTo>
                  <a:lnTo>
                    <a:pt x="1219597" y="285183"/>
                  </a:lnTo>
                  <a:lnTo>
                    <a:pt x="1158769" y="37413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90" name="Candidate_density__2189">
              <a:extLst>
                <a:ext uri="{FF2B5EF4-FFF2-40B4-BE49-F238E27FC236}">
                  <a16:creationId xmlns:a16="http://schemas.microsoft.com/office/drawing/2014/main" id="{90B07E19-B452-D320-E1E0-A7EC971C6A02}"/>
                </a:ext>
              </a:extLst>
            </p:cNvPr>
            <p:cNvSpPr>
              <a:spLocks noGrp="1"/>
            </p:cNvSpPr>
            <p:nvPr/>
          </p:nvSpPr>
          <p:spPr>
            <a:xfrm>
              <a:off x="5098139" y="3231820"/>
              <a:ext cx="265929" cy="170393"/>
            </a:xfrm>
            <a:custGeom>
              <a:avLst/>
              <a:gdLst/>
              <a:ahLst/>
              <a:cxnLst/>
              <a:rect l="0" t="0" r="0" b="0"/>
              <a:pathLst>
                <a:path w="265929" h="170393">
                  <a:moveTo>
                    <a:pt x="106073" y="167777"/>
                  </a:moveTo>
                  <a:lnTo>
                    <a:pt x="0" y="170393"/>
                  </a:lnTo>
                  <a:lnTo>
                    <a:pt x="78129" y="167467"/>
                  </a:lnTo>
                  <a:close/>
                  <a:moveTo>
                    <a:pt x="137502" y="148862"/>
                  </a:moveTo>
                  <a:lnTo>
                    <a:pt x="190521" y="110426"/>
                  </a:lnTo>
                  <a:lnTo>
                    <a:pt x="153519" y="129967"/>
                  </a:lnTo>
                  <a:close/>
                  <a:moveTo>
                    <a:pt x="235533" y="0"/>
                  </a:moveTo>
                  <a:lnTo>
                    <a:pt x="190521" y="110426"/>
                  </a:lnTo>
                  <a:lnTo>
                    <a:pt x="218500" y="94260"/>
                  </a:lnTo>
                  <a:close/>
                  <a:moveTo>
                    <a:pt x="235533" y="0"/>
                  </a:moveTo>
                  <a:lnTo>
                    <a:pt x="218500" y="94260"/>
                  </a:lnTo>
                  <a:lnTo>
                    <a:pt x="265929" y="2821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91" name="Candidate_density__2190">
              <a:extLst>
                <a:ext uri="{FF2B5EF4-FFF2-40B4-BE49-F238E27FC236}">
                  <a16:creationId xmlns:a16="http://schemas.microsoft.com/office/drawing/2014/main" id="{50835882-A85D-970E-CBDB-1E54B1F90283}"/>
                </a:ext>
              </a:extLst>
            </p:cNvPr>
            <p:cNvSpPr>
              <a:spLocks noGrp="1"/>
            </p:cNvSpPr>
            <p:nvPr/>
          </p:nvSpPr>
          <p:spPr>
            <a:xfrm>
              <a:off x="5204212" y="3326080"/>
              <a:ext cx="112426" cy="73517"/>
            </a:xfrm>
            <a:custGeom>
              <a:avLst/>
              <a:gdLst/>
              <a:ahLst/>
              <a:cxnLst/>
              <a:rect l="0" t="0" r="0" b="0"/>
              <a:pathLst>
                <a:path w="112426" h="73517">
                  <a:moveTo>
                    <a:pt x="31429" y="54602"/>
                  </a:moveTo>
                  <a:lnTo>
                    <a:pt x="47446" y="35707"/>
                  </a:lnTo>
                  <a:lnTo>
                    <a:pt x="0" y="73517"/>
                  </a:lnTo>
                  <a:close/>
                  <a:moveTo>
                    <a:pt x="84448" y="16166"/>
                  </a:moveTo>
                  <a:lnTo>
                    <a:pt x="31429" y="54602"/>
                  </a:lnTo>
                  <a:lnTo>
                    <a:pt x="112426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92" name="Candidate_density__2191">
              <a:extLst>
                <a:ext uri="{FF2B5EF4-FFF2-40B4-BE49-F238E27FC236}">
                  <a16:creationId xmlns:a16="http://schemas.microsoft.com/office/drawing/2014/main" id="{EBC79435-F8E3-2B10-4F3E-6572BD1AA329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17266"/>
              <a:ext cx="1181098" cy="441894"/>
            </a:xfrm>
            <a:custGeom>
              <a:avLst/>
              <a:gdLst/>
              <a:ahLst/>
              <a:cxnLst/>
              <a:rect l="0" t="0" r="0" b="0"/>
              <a:pathLst>
                <a:path w="1181098" h="441894">
                  <a:moveTo>
                    <a:pt x="76349" y="103411"/>
                  </a:moveTo>
                  <a:lnTo>
                    <a:pt x="57268" y="146625"/>
                  </a:lnTo>
                  <a:lnTo>
                    <a:pt x="129983" y="85435"/>
                  </a:lnTo>
                  <a:close/>
                  <a:moveTo>
                    <a:pt x="36384" y="123871"/>
                  </a:moveTo>
                  <a:lnTo>
                    <a:pt x="57268" y="146625"/>
                  </a:lnTo>
                  <a:lnTo>
                    <a:pt x="76349" y="103411"/>
                  </a:lnTo>
                  <a:close/>
                  <a:moveTo>
                    <a:pt x="0" y="41656"/>
                  </a:moveTo>
                  <a:lnTo>
                    <a:pt x="36384" y="123871"/>
                  </a:lnTo>
                  <a:lnTo>
                    <a:pt x="76349" y="103411"/>
                  </a:lnTo>
                  <a:close/>
                  <a:moveTo>
                    <a:pt x="129983" y="85435"/>
                  </a:moveTo>
                  <a:lnTo>
                    <a:pt x="127357" y="3220"/>
                  </a:lnTo>
                  <a:lnTo>
                    <a:pt x="76349" y="103411"/>
                  </a:lnTo>
                  <a:close/>
                  <a:moveTo>
                    <a:pt x="127357" y="3220"/>
                  </a:moveTo>
                  <a:lnTo>
                    <a:pt x="181495" y="78521"/>
                  </a:lnTo>
                  <a:lnTo>
                    <a:pt x="154962" y="0"/>
                  </a:lnTo>
                  <a:close/>
                  <a:moveTo>
                    <a:pt x="127357" y="3220"/>
                  </a:moveTo>
                  <a:lnTo>
                    <a:pt x="129983" y="85435"/>
                  </a:lnTo>
                  <a:lnTo>
                    <a:pt x="181495" y="78521"/>
                  </a:lnTo>
                  <a:close/>
                  <a:moveTo>
                    <a:pt x="1106697" y="424980"/>
                  </a:moveTo>
                  <a:lnTo>
                    <a:pt x="1086251" y="342764"/>
                  </a:lnTo>
                  <a:lnTo>
                    <a:pt x="1069482" y="441894"/>
                  </a:lnTo>
                  <a:close/>
                  <a:moveTo>
                    <a:pt x="1086251" y="342764"/>
                  </a:moveTo>
                  <a:lnTo>
                    <a:pt x="1181098" y="411744"/>
                  </a:lnTo>
                  <a:lnTo>
                    <a:pt x="1178183" y="314022"/>
                  </a:lnTo>
                  <a:close/>
                  <a:moveTo>
                    <a:pt x="1086251" y="342764"/>
                  </a:moveTo>
                  <a:lnTo>
                    <a:pt x="1106697" y="424980"/>
                  </a:lnTo>
                  <a:lnTo>
                    <a:pt x="1181098" y="41174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93" name="Candidate_density__2192">
              <a:extLst>
                <a:ext uri="{FF2B5EF4-FFF2-40B4-BE49-F238E27FC236}">
                  <a16:creationId xmlns:a16="http://schemas.microsoft.com/office/drawing/2014/main" id="{3D4C09E9-6B07-45E6-4C26-4287AAFE83B9}"/>
                </a:ext>
              </a:extLst>
            </p:cNvPr>
            <p:cNvSpPr>
              <a:spLocks noGrp="1"/>
            </p:cNvSpPr>
            <p:nvPr/>
          </p:nvSpPr>
          <p:spPr>
            <a:xfrm>
              <a:off x="4138882" y="2995787"/>
              <a:ext cx="1194790" cy="394921"/>
            </a:xfrm>
            <a:custGeom>
              <a:avLst/>
              <a:gdLst/>
              <a:ahLst/>
              <a:cxnLst/>
              <a:rect l="0" t="0" r="0" b="0"/>
              <a:pathLst>
                <a:path w="1194790" h="394921">
                  <a:moveTo>
                    <a:pt x="0" y="68104"/>
                  </a:moveTo>
                  <a:lnTo>
                    <a:pt x="57285" y="127565"/>
                  </a:lnTo>
                  <a:lnTo>
                    <a:pt x="72715" y="6914"/>
                  </a:lnTo>
                  <a:close/>
                  <a:moveTo>
                    <a:pt x="72715" y="6914"/>
                  </a:moveTo>
                  <a:lnTo>
                    <a:pt x="57285" y="127565"/>
                  </a:lnTo>
                  <a:lnTo>
                    <a:pt x="121274" y="27667"/>
                  </a:lnTo>
                  <a:close/>
                  <a:moveTo>
                    <a:pt x="121274" y="27667"/>
                  </a:moveTo>
                  <a:lnTo>
                    <a:pt x="57285" y="127565"/>
                  </a:lnTo>
                  <a:lnTo>
                    <a:pt x="107971" y="113308"/>
                  </a:lnTo>
                  <a:close/>
                  <a:moveTo>
                    <a:pt x="72715" y="6914"/>
                  </a:moveTo>
                  <a:lnTo>
                    <a:pt x="121274" y="27667"/>
                  </a:lnTo>
                  <a:lnTo>
                    <a:pt x="124227" y="0"/>
                  </a:lnTo>
                  <a:close/>
                  <a:moveTo>
                    <a:pt x="971634" y="384895"/>
                  </a:moveTo>
                  <a:lnTo>
                    <a:pt x="988422" y="394921"/>
                  </a:lnTo>
                  <a:lnTo>
                    <a:pt x="1012213" y="363372"/>
                  </a:lnTo>
                  <a:close/>
                  <a:moveTo>
                    <a:pt x="988422" y="394921"/>
                  </a:moveTo>
                  <a:lnTo>
                    <a:pt x="1049429" y="346458"/>
                  </a:lnTo>
                  <a:lnTo>
                    <a:pt x="1012213" y="363372"/>
                  </a:lnTo>
                  <a:close/>
                  <a:moveTo>
                    <a:pt x="1120914" y="235500"/>
                  </a:moveTo>
                  <a:lnTo>
                    <a:pt x="1123829" y="333223"/>
                  </a:lnTo>
                  <a:lnTo>
                    <a:pt x="1194790" y="23603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94" name="Candidate_density__2193">
              <a:extLst>
                <a:ext uri="{FF2B5EF4-FFF2-40B4-BE49-F238E27FC236}">
                  <a16:creationId xmlns:a16="http://schemas.microsoft.com/office/drawing/2014/main" id="{F66C4474-081F-62D7-32FB-91F5E0715556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20485"/>
              <a:ext cx="1086251" cy="438674"/>
            </a:xfrm>
            <a:custGeom>
              <a:avLst/>
              <a:gdLst/>
              <a:ahLst/>
              <a:cxnLst/>
              <a:rect l="0" t="0" r="0" b="0"/>
              <a:pathLst>
                <a:path w="1086251" h="438674">
                  <a:moveTo>
                    <a:pt x="0" y="38437"/>
                  </a:moveTo>
                  <a:lnTo>
                    <a:pt x="76349" y="100191"/>
                  </a:lnTo>
                  <a:lnTo>
                    <a:pt x="59196" y="14044"/>
                  </a:lnTo>
                  <a:close/>
                  <a:moveTo>
                    <a:pt x="127357" y="0"/>
                  </a:moveTo>
                  <a:lnTo>
                    <a:pt x="59196" y="14044"/>
                  </a:lnTo>
                  <a:lnTo>
                    <a:pt x="76349" y="100191"/>
                  </a:lnTo>
                  <a:close/>
                  <a:moveTo>
                    <a:pt x="1086251" y="339545"/>
                  </a:moveTo>
                  <a:lnTo>
                    <a:pt x="1035906" y="365879"/>
                  </a:lnTo>
                  <a:lnTo>
                    <a:pt x="1069482" y="43867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95" name="Candidate_density__2194">
              <a:extLst>
                <a:ext uri="{FF2B5EF4-FFF2-40B4-BE49-F238E27FC236}">
                  <a16:creationId xmlns:a16="http://schemas.microsoft.com/office/drawing/2014/main" id="{5594A25E-70CC-AE9B-D004-2821C1984608}"/>
                </a:ext>
              </a:extLst>
            </p:cNvPr>
            <p:cNvSpPr>
              <a:spLocks noGrp="1"/>
            </p:cNvSpPr>
            <p:nvPr/>
          </p:nvSpPr>
          <p:spPr>
            <a:xfrm>
              <a:off x="5127304" y="3329010"/>
              <a:ext cx="135408" cy="61698"/>
            </a:xfrm>
            <a:custGeom>
              <a:avLst/>
              <a:gdLst/>
              <a:ahLst/>
              <a:cxnLst/>
              <a:rect l="0" t="0" r="0" b="0"/>
              <a:pathLst>
                <a:path w="135408" h="61698">
                  <a:moveTo>
                    <a:pt x="124354" y="32777"/>
                  </a:moveTo>
                  <a:lnTo>
                    <a:pt x="61007" y="13236"/>
                  </a:lnTo>
                  <a:lnTo>
                    <a:pt x="0" y="61698"/>
                  </a:lnTo>
                  <a:close/>
                  <a:moveTo>
                    <a:pt x="61007" y="13236"/>
                  </a:moveTo>
                  <a:lnTo>
                    <a:pt x="124354" y="32777"/>
                  </a:lnTo>
                  <a:lnTo>
                    <a:pt x="13540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</p:grpSp>
      <p:grpSp>
        <p:nvGrpSpPr>
          <p:cNvPr id="6216" name="Find：受体主链">
            <a:extLst>
              <a:ext uri="{FF2B5EF4-FFF2-40B4-BE49-F238E27FC236}">
                <a16:creationId xmlns:a16="http://schemas.microsoft.com/office/drawing/2014/main" id="{438E293D-3AAB-5B1C-5EE7-5A7B6EB8204D}"/>
              </a:ext>
            </a:extLst>
          </p:cNvPr>
          <p:cNvGrpSpPr/>
          <p:nvPr/>
        </p:nvGrpSpPr>
        <p:grpSpPr>
          <a:xfrm>
            <a:off x="2462839" y="813263"/>
            <a:ext cx="2004268" cy="2483849"/>
            <a:chOff x="3601423" y="1531829"/>
            <a:chExt cx="3221145" cy="3991899"/>
          </a:xfrm>
        </p:grpSpPr>
        <p:sp>
          <p:nvSpPr>
            <p:cNvPr id="2196" name="Candidate_receptor__2195">
              <a:extLst>
                <a:ext uri="{FF2B5EF4-FFF2-40B4-BE49-F238E27FC236}">
                  <a16:creationId xmlns:a16="http://schemas.microsoft.com/office/drawing/2014/main" id="{63B8DE3A-0AA3-8D09-F992-E2FA4D31343C}"/>
                </a:ext>
              </a:extLst>
            </p:cNvPr>
            <p:cNvSpPr>
              <a:spLocks noGrp="1"/>
            </p:cNvSpPr>
            <p:nvPr/>
          </p:nvSpPr>
          <p:spPr>
            <a:xfrm>
              <a:off x="5046711" y="4901734"/>
              <a:ext cx="109638" cy="5665"/>
            </a:xfrm>
            <a:custGeom>
              <a:avLst/>
              <a:gdLst/>
              <a:ahLst/>
              <a:cxnLst/>
              <a:rect l="0" t="0" r="0" b="0"/>
              <a:pathLst>
                <a:path w="109638" h="5665">
                  <a:moveTo>
                    <a:pt x="109638" y="0"/>
                  </a:moveTo>
                  <a:lnTo>
                    <a:pt x="0" y="5665"/>
                  </a:lnTo>
                </a:path>
              </a:pathLst>
            </a:custGeom>
            <a:noFill/>
            <a:ln w="20003">
              <a:solidFill>
                <a:srgbClr val="DBE0E3"/>
              </a:solidFill>
            </a:ln>
          </p:spPr>
        </p:sp>
        <p:sp>
          <p:nvSpPr>
            <p:cNvPr id="2197" name="Candidate_receptor__2196">
              <a:extLst>
                <a:ext uri="{FF2B5EF4-FFF2-40B4-BE49-F238E27FC236}">
                  <a16:creationId xmlns:a16="http://schemas.microsoft.com/office/drawing/2014/main" id="{5A8D0677-895A-C4BA-1202-EF4B903F3C3B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907399"/>
              <a:ext cx="34930" cy="47760"/>
            </a:xfrm>
            <a:custGeom>
              <a:avLst/>
              <a:gdLst/>
              <a:ahLst/>
              <a:cxnLst/>
              <a:rect l="0" t="0" r="0" b="0"/>
              <a:pathLst>
                <a:path w="34930" h="47760">
                  <a:moveTo>
                    <a:pt x="34930" y="0"/>
                  </a:moveTo>
                  <a:lnTo>
                    <a:pt x="0" y="4776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198" name="Candidate_receptor__2197">
              <a:extLst>
                <a:ext uri="{FF2B5EF4-FFF2-40B4-BE49-F238E27FC236}">
                  <a16:creationId xmlns:a16="http://schemas.microsoft.com/office/drawing/2014/main" id="{16A4EFFD-BC7E-951D-EBB1-6D82E9B889BC}"/>
                </a:ext>
              </a:extLst>
            </p:cNvPr>
            <p:cNvSpPr>
              <a:spLocks noGrp="1"/>
            </p:cNvSpPr>
            <p:nvPr/>
          </p:nvSpPr>
          <p:spPr>
            <a:xfrm>
              <a:off x="5156350" y="4901734"/>
              <a:ext cx="3236" cy="111271"/>
            </a:xfrm>
            <a:custGeom>
              <a:avLst/>
              <a:gdLst/>
              <a:ahLst/>
              <a:cxnLst/>
              <a:rect l="0" t="0" r="0" b="0"/>
              <a:pathLst>
                <a:path w="3236" h="111271">
                  <a:moveTo>
                    <a:pt x="3236" y="1112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199" name="Candidate_receptor__2198">
              <a:extLst>
                <a:ext uri="{FF2B5EF4-FFF2-40B4-BE49-F238E27FC236}">
                  <a16:creationId xmlns:a16="http://schemas.microsoft.com/office/drawing/2014/main" id="{D4B4CC94-84D6-5D1E-4534-BEB6A0782999}"/>
                </a:ext>
              </a:extLst>
            </p:cNvPr>
            <p:cNvSpPr>
              <a:spLocks noGrp="1"/>
            </p:cNvSpPr>
            <p:nvPr/>
          </p:nvSpPr>
          <p:spPr>
            <a:xfrm>
              <a:off x="5159586" y="5013005"/>
              <a:ext cx="115302" cy="6434"/>
            </a:xfrm>
            <a:custGeom>
              <a:avLst/>
              <a:gdLst/>
              <a:ahLst/>
              <a:cxnLst/>
              <a:rect l="0" t="0" r="0" b="0"/>
              <a:pathLst>
                <a:path w="115302" h="6434">
                  <a:moveTo>
                    <a:pt x="115302" y="64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0" name="Candidate_receptor__2199">
              <a:extLst>
                <a:ext uri="{FF2B5EF4-FFF2-40B4-BE49-F238E27FC236}">
                  <a16:creationId xmlns:a16="http://schemas.microsoft.com/office/drawing/2014/main" id="{056005B9-9876-0950-E16C-992675B21245}"/>
                </a:ext>
              </a:extLst>
            </p:cNvPr>
            <p:cNvSpPr>
              <a:spLocks noGrp="1"/>
            </p:cNvSpPr>
            <p:nvPr/>
          </p:nvSpPr>
          <p:spPr>
            <a:xfrm>
              <a:off x="5274888" y="4967719"/>
              <a:ext cx="92004" cy="51720"/>
            </a:xfrm>
            <a:custGeom>
              <a:avLst/>
              <a:gdLst/>
              <a:ahLst/>
              <a:cxnLst/>
              <a:rect l="0" t="0" r="0" b="0"/>
              <a:pathLst>
                <a:path w="92004" h="51720">
                  <a:moveTo>
                    <a:pt x="92004" y="0"/>
                  </a:moveTo>
                  <a:lnTo>
                    <a:pt x="0" y="5172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1" name="Candidate_receptor__2200">
              <a:extLst>
                <a:ext uri="{FF2B5EF4-FFF2-40B4-BE49-F238E27FC236}">
                  <a16:creationId xmlns:a16="http://schemas.microsoft.com/office/drawing/2014/main" id="{41E95EBC-6F22-AD41-0935-E485C03B9312}"/>
                </a:ext>
              </a:extLst>
            </p:cNvPr>
            <p:cNvSpPr>
              <a:spLocks noGrp="1"/>
            </p:cNvSpPr>
            <p:nvPr/>
          </p:nvSpPr>
          <p:spPr>
            <a:xfrm>
              <a:off x="5477538" y="4884120"/>
              <a:ext cx="34193" cy="107503"/>
            </a:xfrm>
            <a:custGeom>
              <a:avLst/>
              <a:gdLst/>
              <a:ahLst/>
              <a:cxnLst/>
              <a:rect l="0" t="0" r="0" b="0"/>
              <a:pathLst>
                <a:path w="34193" h="107503">
                  <a:moveTo>
                    <a:pt x="34193" y="0"/>
                  </a:moveTo>
                  <a:lnTo>
                    <a:pt x="0" y="107503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2" name="Candidate_receptor__2201">
              <a:extLst>
                <a:ext uri="{FF2B5EF4-FFF2-40B4-BE49-F238E27FC236}">
                  <a16:creationId xmlns:a16="http://schemas.microsoft.com/office/drawing/2014/main" id="{8742D63B-58FB-CC4B-A1D3-3B0DC60ADB41}"/>
                </a:ext>
              </a:extLst>
            </p:cNvPr>
            <p:cNvSpPr>
              <a:spLocks noGrp="1"/>
            </p:cNvSpPr>
            <p:nvPr/>
          </p:nvSpPr>
          <p:spPr>
            <a:xfrm>
              <a:off x="5366892" y="4967719"/>
              <a:ext cx="110646" cy="23904"/>
            </a:xfrm>
            <a:custGeom>
              <a:avLst/>
              <a:gdLst/>
              <a:ahLst/>
              <a:cxnLst/>
              <a:rect l="0" t="0" r="0" b="0"/>
              <a:pathLst>
                <a:path w="110646" h="23904">
                  <a:moveTo>
                    <a:pt x="110646" y="23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3" name="Candidate_receptor__2202">
              <a:extLst>
                <a:ext uri="{FF2B5EF4-FFF2-40B4-BE49-F238E27FC236}">
                  <a16:creationId xmlns:a16="http://schemas.microsoft.com/office/drawing/2014/main" id="{FC44C476-0216-540E-1DDD-61967FD2E8F4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791149"/>
              <a:ext cx="103173" cy="48920"/>
            </a:xfrm>
            <a:custGeom>
              <a:avLst/>
              <a:gdLst/>
              <a:ahLst/>
              <a:cxnLst/>
              <a:rect l="0" t="0" r="0" b="0"/>
              <a:pathLst>
                <a:path w="103173" h="48920">
                  <a:moveTo>
                    <a:pt x="103173" y="0"/>
                  </a:moveTo>
                  <a:lnTo>
                    <a:pt x="0" y="4892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4" name="Candidate_receptor__2203">
              <a:extLst>
                <a:ext uri="{FF2B5EF4-FFF2-40B4-BE49-F238E27FC236}">
                  <a16:creationId xmlns:a16="http://schemas.microsoft.com/office/drawing/2014/main" id="{480D6818-0A6B-371A-1A96-C0CFA8FF778A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21613"/>
              <a:ext cx="108335" cy="932"/>
            </a:xfrm>
            <a:custGeom>
              <a:avLst/>
              <a:gdLst/>
              <a:ahLst/>
              <a:cxnLst/>
              <a:rect l="0" t="0" r="0" b="0"/>
              <a:pathLst>
                <a:path w="108335" h="932">
                  <a:moveTo>
                    <a:pt x="0" y="0"/>
                  </a:moveTo>
                  <a:lnTo>
                    <a:pt x="108335" y="932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5" name="Candidate_receptor__2204">
              <a:extLst>
                <a:ext uri="{FF2B5EF4-FFF2-40B4-BE49-F238E27FC236}">
                  <a16:creationId xmlns:a16="http://schemas.microsoft.com/office/drawing/2014/main" id="{2B2189EA-DD0C-0952-9210-CADB5370CD56}"/>
                </a:ext>
              </a:extLst>
            </p:cNvPr>
            <p:cNvSpPr>
              <a:spLocks noGrp="1"/>
            </p:cNvSpPr>
            <p:nvPr/>
          </p:nvSpPr>
          <p:spPr>
            <a:xfrm>
              <a:off x="5020224" y="4791149"/>
              <a:ext cx="49541" cy="84039"/>
            </a:xfrm>
            <a:custGeom>
              <a:avLst/>
              <a:gdLst/>
              <a:ahLst/>
              <a:cxnLst/>
              <a:rect l="0" t="0" r="0" b="0"/>
              <a:pathLst>
                <a:path w="49541" h="84039">
                  <a:moveTo>
                    <a:pt x="49541" y="84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6" name="Candidate_receptor__2205">
              <a:extLst>
                <a:ext uri="{FF2B5EF4-FFF2-40B4-BE49-F238E27FC236}">
                  <a16:creationId xmlns:a16="http://schemas.microsoft.com/office/drawing/2014/main" id="{5F99822B-D6F6-4CEB-12A7-B2334EFD5581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875188"/>
              <a:ext cx="57984" cy="79971"/>
            </a:xfrm>
            <a:custGeom>
              <a:avLst/>
              <a:gdLst/>
              <a:ahLst/>
              <a:cxnLst/>
              <a:rect l="0" t="0" r="0" b="0"/>
              <a:pathLst>
                <a:path w="57984" h="79971">
                  <a:moveTo>
                    <a:pt x="0" y="79971"/>
                  </a:moveTo>
                  <a:lnTo>
                    <a:pt x="57984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7" name="Candidate_receptor__2206">
              <a:extLst>
                <a:ext uri="{FF2B5EF4-FFF2-40B4-BE49-F238E27FC236}">
                  <a16:creationId xmlns:a16="http://schemas.microsoft.com/office/drawing/2014/main" id="{77887E74-1AEF-9886-B406-6816EC5E177C}"/>
                </a:ext>
              </a:extLst>
            </p:cNvPr>
            <p:cNvSpPr>
              <a:spLocks noGrp="1"/>
            </p:cNvSpPr>
            <p:nvPr/>
          </p:nvSpPr>
          <p:spPr>
            <a:xfrm>
              <a:off x="5405580" y="4722545"/>
              <a:ext cx="40277" cy="85064"/>
            </a:xfrm>
            <a:custGeom>
              <a:avLst/>
              <a:gdLst/>
              <a:ahLst/>
              <a:cxnLst/>
              <a:rect l="0" t="0" r="0" b="0"/>
              <a:pathLst>
                <a:path w="40277" h="85064">
                  <a:moveTo>
                    <a:pt x="0" y="0"/>
                  </a:moveTo>
                  <a:lnTo>
                    <a:pt x="40277" y="85064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8" name="Candidate_receptor__2207">
              <a:extLst>
                <a:ext uri="{FF2B5EF4-FFF2-40B4-BE49-F238E27FC236}">
                  <a16:creationId xmlns:a16="http://schemas.microsoft.com/office/drawing/2014/main" id="{2ADD3132-9A1F-E47F-465E-FB58E7DC3ACD}"/>
                </a:ext>
              </a:extLst>
            </p:cNvPr>
            <p:cNvSpPr>
              <a:spLocks noGrp="1"/>
            </p:cNvSpPr>
            <p:nvPr/>
          </p:nvSpPr>
          <p:spPr>
            <a:xfrm>
              <a:off x="5445857" y="4807609"/>
              <a:ext cx="65874" cy="76511"/>
            </a:xfrm>
            <a:custGeom>
              <a:avLst/>
              <a:gdLst/>
              <a:ahLst/>
              <a:cxnLst/>
              <a:rect l="0" t="0" r="0" b="0"/>
              <a:pathLst>
                <a:path w="65874" h="76511">
                  <a:moveTo>
                    <a:pt x="0" y="0"/>
                  </a:moveTo>
                  <a:lnTo>
                    <a:pt x="65874" y="76511"/>
                  </a:lnTo>
                </a:path>
              </a:pathLst>
            </a:custGeom>
            <a:noFill/>
            <a:ln w="8096">
              <a:solidFill>
                <a:srgbClr val="DCE0E4"/>
              </a:solidFill>
            </a:ln>
          </p:spPr>
        </p:sp>
        <p:sp>
          <p:nvSpPr>
            <p:cNvPr id="2209" name="Candidate_receptor__2208">
              <a:extLst>
                <a:ext uri="{FF2B5EF4-FFF2-40B4-BE49-F238E27FC236}">
                  <a16:creationId xmlns:a16="http://schemas.microsoft.com/office/drawing/2014/main" id="{67EA379D-8794-2827-9807-280016F6560D}"/>
                </a:ext>
              </a:extLst>
            </p:cNvPr>
            <p:cNvSpPr>
              <a:spLocks noGrp="1"/>
            </p:cNvSpPr>
            <p:nvPr/>
          </p:nvSpPr>
          <p:spPr>
            <a:xfrm>
              <a:off x="6430654" y="4443226"/>
              <a:ext cx="105176" cy="17702"/>
            </a:xfrm>
            <a:custGeom>
              <a:avLst/>
              <a:gdLst/>
              <a:ahLst/>
              <a:cxnLst/>
              <a:rect l="0" t="0" r="0" b="0"/>
              <a:pathLst>
                <a:path w="105176" h="17702">
                  <a:moveTo>
                    <a:pt x="0" y="17702"/>
                  </a:moveTo>
                  <a:lnTo>
                    <a:pt x="105176" y="0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2210" name="Candidate_receptor__2209">
              <a:extLst>
                <a:ext uri="{FF2B5EF4-FFF2-40B4-BE49-F238E27FC236}">
                  <a16:creationId xmlns:a16="http://schemas.microsoft.com/office/drawing/2014/main" id="{67E2419D-8B31-4DE9-7D0C-8165F92F7CBE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840069"/>
              <a:ext cx="17691" cy="10081"/>
            </a:xfrm>
            <a:custGeom>
              <a:avLst/>
              <a:gdLst/>
              <a:ahLst/>
              <a:cxnLst/>
              <a:rect l="0" t="0" r="0" b="0"/>
              <a:pathLst>
                <a:path w="17691" h="10081">
                  <a:moveTo>
                    <a:pt x="0" y="0"/>
                  </a:moveTo>
                  <a:lnTo>
                    <a:pt x="17691" y="10081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1" name="Candidate_receptor__2210">
              <a:extLst>
                <a:ext uri="{FF2B5EF4-FFF2-40B4-BE49-F238E27FC236}">
                  <a16:creationId xmlns:a16="http://schemas.microsoft.com/office/drawing/2014/main" id="{5F53BCF6-793B-E5F8-9FBB-44F7E06EE2A3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411256"/>
              <a:ext cx="65992" cy="49672"/>
            </a:xfrm>
            <a:custGeom>
              <a:avLst/>
              <a:gdLst/>
              <a:ahLst/>
              <a:cxnLst/>
              <a:rect l="0" t="0" r="0" b="0"/>
              <a:pathLst>
                <a:path w="65992" h="49672">
                  <a:moveTo>
                    <a:pt x="0" y="0"/>
                  </a:moveTo>
                  <a:lnTo>
                    <a:pt x="65992" y="49672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2212" name="Candidate_receptor__2211">
              <a:extLst>
                <a:ext uri="{FF2B5EF4-FFF2-40B4-BE49-F238E27FC236}">
                  <a16:creationId xmlns:a16="http://schemas.microsoft.com/office/drawing/2014/main" id="{649DD254-7E10-AFBA-9AA1-E2D0A370F967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43163"/>
              <a:ext cx="103627" cy="33977"/>
            </a:xfrm>
            <a:custGeom>
              <a:avLst/>
              <a:gdLst/>
              <a:ahLst/>
              <a:cxnLst/>
              <a:rect l="0" t="0" r="0" b="0"/>
              <a:pathLst>
                <a:path w="103627" h="33977">
                  <a:moveTo>
                    <a:pt x="0" y="0"/>
                  </a:moveTo>
                  <a:lnTo>
                    <a:pt x="103627" y="3397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3" name="Candidate_receptor__2212">
              <a:extLst>
                <a:ext uri="{FF2B5EF4-FFF2-40B4-BE49-F238E27FC236}">
                  <a16:creationId xmlns:a16="http://schemas.microsoft.com/office/drawing/2014/main" id="{9FF546D8-7D27-6E3A-CE5C-8B97F7960B45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05693"/>
              <a:ext cx="48628" cy="15920"/>
            </a:xfrm>
            <a:custGeom>
              <a:avLst/>
              <a:gdLst/>
              <a:ahLst/>
              <a:cxnLst/>
              <a:rect l="0" t="0" r="0" b="0"/>
              <a:pathLst>
                <a:path w="48628" h="15920">
                  <a:moveTo>
                    <a:pt x="48628" y="0"/>
                  </a:moveTo>
                  <a:lnTo>
                    <a:pt x="0" y="15920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4" name="Candidate_receptor__2213">
              <a:extLst>
                <a:ext uri="{FF2B5EF4-FFF2-40B4-BE49-F238E27FC236}">
                  <a16:creationId xmlns:a16="http://schemas.microsoft.com/office/drawing/2014/main" id="{0F3CEC49-6352-5235-C286-6FB11CC72859}"/>
                </a:ext>
              </a:extLst>
            </p:cNvPr>
            <p:cNvSpPr>
              <a:spLocks noGrp="1"/>
            </p:cNvSpPr>
            <p:nvPr/>
          </p:nvSpPr>
          <p:spPr>
            <a:xfrm>
              <a:off x="5276410" y="4565463"/>
              <a:ext cx="102032" cy="33897"/>
            </a:xfrm>
            <a:custGeom>
              <a:avLst/>
              <a:gdLst/>
              <a:ahLst/>
              <a:cxnLst/>
              <a:rect l="0" t="0" r="0" b="0"/>
              <a:pathLst>
                <a:path w="102032" h="33897">
                  <a:moveTo>
                    <a:pt x="0" y="0"/>
                  </a:moveTo>
                  <a:lnTo>
                    <a:pt x="102032" y="3389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5" name="Candidate_receptor__2214">
              <a:extLst>
                <a:ext uri="{FF2B5EF4-FFF2-40B4-BE49-F238E27FC236}">
                  <a16:creationId xmlns:a16="http://schemas.microsoft.com/office/drawing/2014/main" id="{5270D3EC-8BF1-962D-2565-FF82D226D701}"/>
                </a:ext>
              </a:extLst>
            </p:cNvPr>
            <p:cNvSpPr>
              <a:spLocks noGrp="1"/>
            </p:cNvSpPr>
            <p:nvPr/>
          </p:nvSpPr>
          <p:spPr>
            <a:xfrm>
              <a:off x="5623502" y="4587028"/>
              <a:ext cx="83586" cy="62819"/>
            </a:xfrm>
            <a:custGeom>
              <a:avLst/>
              <a:gdLst/>
              <a:ahLst/>
              <a:cxnLst/>
              <a:rect l="0" t="0" r="0" b="0"/>
              <a:pathLst>
                <a:path w="83586" h="62819">
                  <a:moveTo>
                    <a:pt x="83586" y="62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6" name="Candidate_receptor__2215">
              <a:extLst>
                <a:ext uri="{FF2B5EF4-FFF2-40B4-BE49-F238E27FC236}">
                  <a16:creationId xmlns:a16="http://schemas.microsoft.com/office/drawing/2014/main" id="{5A887C70-4E1C-3229-8CFE-A5844625F024}"/>
                </a:ext>
              </a:extLst>
            </p:cNvPr>
            <p:cNvSpPr>
              <a:spLocks noGrp="1"/>
            </p:cNvSpPr>
            <p:nvPr/>
          </p:nvSpPr>
          <p:spPr>
            <a:xfrm>
              <a:off x="4883250" y="4702844"/>
              <a:ext cx="91178" cy="39212"/>
            </a:xfrm>
            <a:custGeom>
              <a:avLst/>
              <a:gdLst/>
              <a:ahLst/>
              <a:cxnLst/>
              <a:rect l="0" t="0" r="0" b="0"/>
              <a:pathLst>
                <a:path w="91178" h="39212">
                  <a:moveTo>
                    <a:pt x="91178" y="39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7" name="Candidate_receptor__2216">
              <a:extLst>
                <a:ext uri="{FF2B5EF4-FFF2-40B4-BE49-F238E27FC236}">
                  <a16:creationId xmlns:a16="http://schemas.microsoft.com/office/drawing/2014/main" id="{DD922039-0543-FD71-D7CD-2D13130A59A8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02844"/>
              <a:ext cx="74944" cy="61179"/>
            </a:xfrm>
            <a:custGeom>
              <a:avLst/>
              <a:gdLst/>
              <a:ahLst/>
              <a:cxnLst/>
              <a:rect l="0" t="0" r="0" b="0"/>
              <a:pathLst>
                <a:path w="74944" h="61179">
                  <a:moveTo>
                    <a:pt x="74944" y="0"/>
                  </a:moveTo>
                  <a:lnTo>
                    <a:pt x="0" y="61179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8" name="Candidate_receptor__2217">
              <a:extLst>
                <a:ext uri="{FF2B5EF4-FFF2-40B4-BE49-F238E27FC236}">
                  <a16:creationId xmlns:a16="http://schemas.microsoft.com/office/drawing/2014/main" id="{D57C13F7-DB3E-FE75-6787-FC2AEF6CE65E}"/>
                </a:ext>
              </a:extLst>
            </p:cNvPr>
            <p:cNvSpPr>
              <a:spLocks noGrp="1"/>
            </p:cNvSpPr>
            <p:nvPr/>
          </p:nvSpPr>
          <p:spPr>
            <a:xfrm>
              <a:off x="5659866" y="4649847"/>
              <a:ext cx="47222" cy="97168"/>
            </a:xfrm>
            <a:custGeom>
              <a:avLst/>
              <a:gdLst/>
              <a:ahLst/>
              <a:cxnLst/>
              <a:rect l="0" t="0" r="0" b="0"/>
              <a:pathLst>
                <a:path w="47222" h="97168">
                  <a:moveTo>
                    <a:pt x="0" y="97168"/>
                  </a:moveTo>
                  <a:lnTo>
                    <a:pt x="47222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9" name="Candidate_receptor__2218">
              <a:extLst>
                <a:ext uri="{FF2B5EF4-FFF2-40B4-BE49-F238E27FC236}">
                  <a16:creationId xmlns:a16="http://schemas.microsoft.com/office/drawing/2014/main" id="{330F640E-3B28-2D79-0C1B-097ABF47A552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587028"/>
              <a:ext cx="79792" cy="52910"/>
            </a:xfrm>
            <a:custGeom>
              <a:avLst/>
              <a:gdLst/>
              <a:ahLst/>
              <a:cxnLst/>
              <a:rect l="0" t="0" r="0" b="0"/>
              <a:pathLst>
                <a:path w="79792" h="52910">
                  <a:moveTo>
                    <a:pt x="79792" y="0"/>
                  </a:moveTo>
                  <a:lnTo>
                    <a:pt x="0" y="5291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0" name="Candidate_receptor__2219">
              <a:extLst>
                <a:ext uri="{FF2B5EF4-FFF2-40B4-BE49-F238E27FC236}">
                  <a16:creationId xmlns:a16="http://schemas.microsoft.com/office/drawing/2014/main" id="{02AA0CE7-D5C5-2A49-14A0-8715F2FDB1B0}"/>
                </a:ext>
              </a:extLst>
            </p:cNvPr>
            <p:cNvSpPr>
              <a:spLocks noGrp="1"/>
            </p:cNvSpPr>
            <p:nvPr/>
          </p:nvSpPr>
          <p:spPr>
            <a:xfrm>
              <a:off x="6438225" y="4277140"/>
              <a:ext cx="6043" cy="60907"/>
            </a:xfrm>
            <a:custGeom>
              <a:avLst/>
              <a:gdLst/>
              <a:ahLst/>
              <a:cxnLst/>
              <a:rect l="0" t="0" r="0" b="0"/>
              <a:pathLst>
                <a:path w="6043" h="60907">
                  <a:moveTo>
                    <a:pt x="0" y="0"/>
                  </a:moveTo>
                  <a:lnTo>
                    <a:pt x="6043" y="60907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1" name="Candidate_receptor__2220">
              <a:extLst>
                <a:ext uri="{FF2B5EF4-FFF2-40B4-BE49-F238E27FC236}">
                  <a16:creationId xmlns:a16="http://schemas.microsoft.com/office/drawing/2014/main" id="{CD0D0F60-9EB4-D71C-AD6D-15E28E4606EB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65463"/>
              <a:ext cx="48249" cy="36426"/>
            </a:xfrm>
            <a:custGeom>
              <a:avLst/>
              <a:gdLst/>
              <a:ahLst/>
              <a:cxnLst/>
              <a:rect l="0" t="0" r="0" b="0"/>
              <a:pathLst>
                <a:path w="48249" h="36426">
                  <a:moveTo>
                    <a:pt x="0" y="36426"/>
                  </a:moveTo>
                  <a:lnTo>
                    <a:pt x="48249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2" name="Candidate_receptor__2221">
              <a:extLst>
                <a:ext uri="{FF2B5EF4-FFF2-40B4-BE49-F238E27FC236}">
                  <a16:creationId xmlns:a16="http://schemas.microsoft.com/office/drawing/2014/main" id="{9DCD59A9-9D95-8EA0-6DFA-4708D07793F3}"/>
                </a:ext>
              </a:extLst>
            </p:cNvPr>
            <p:cNvSpPr>
              <a:spLocks noGrp="1"/>
            </p:cNvSpPr>
            <p:nvPr/>
          </p:nvSpPr>
          <p:spPr>
            <a:xfrm>
              <a:off x="5280384" y="5007192"/>
              <a:ext cx="59949" cy="80786"/>
            </a:xfrm>
            <a:custGeom>
              <a:avLst/>
              <a:gdLst/>
              <a:ahLst/>
              <a:cxnLst/>
              <a:rect l="0" t="0" r="0" b="0"/>
              <a:pathLst>
                <a:path w="59949" h="80786">
                  <a:moveTo>
                    <a:pt x="0" y="0"/>
                  </a:moveTo>
                  <a:lnTo>
                    <a:pt x="59949" y="8078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3" name="Candidate_receptor__2222">
              <a:extLst>
                <a:ext uri="{FF2B5EF4-FFF2-40B4-BE49-F238E27FC236}">
                  <a16:creationId xmlns:a16="http://schemas.microsoft.com/office/drawing/2014/main" id="{46B2E22D-F41D-20A0-19D5-BDC75C15689D}"/>
                </a:ext>
              </a:extLst>
            </p:cNvPr>
            <p:cNvSpPr>
              <a:spLocks noGrp="1"/>
            </p:cNvSpPr>
            <p:nvPr/>
          </p:nvSpPr>
          <p:spPr>
            <a:xfrm>
              <a:off x="6388481" y="4099833"/>
              <a:ext cx="75086" cy="57164"/>
            </a:xfrm>
            <a:custGeom>
              <a:avLst/>
              <a:gdLst/>
              <a:ahLst/>
              <a:cxnLst/>
              <a:rect l="0" t="0" r="0" b="0"/>
              <a:pathLst>
                <a:path w="75086" h="57164">
                  <a:moveTo>
                    <a:pt x="0" y="0"/>
                  </a:moveTo>
                  <a:lnTo>
                    <a:pt x="75086" y="5716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4" name="Candidate_receptor__2223">
              <a:extLst>
                <a:ext uri="{FF2B5EF4-FFF2-40B4-BE49-F238E27FC236}">
                  <a16:creationId xmlns:a16="http://schemas.microsoft.com/office/drawing/2014/main" id="{A0351854-88AC-7C32-D37B-610BC7F54C21}"/>
                </a:ext>
              </a:extLst>
            </p:cNvPr>
            <p:cNvSpPr>
              <a:spLocks noGrp="1"/>
            </p:cNvSpPr>
            <p:nvPr/>
          </p:nvSpPr>
          <p:spPr>
            <a:xfrm>
              <a:off x="5345873" y="4599360"/>
              <a:ext cx="32569" cy="106333"/>
            </a:xfrm>
            <a:custGeom>
              <a:avLst/>
              <a:gdLst/>
              <a:ahLst/>
              <a:cxnLst/>
              <a:rect l="0" t="0" r="0" b="0"/>
              <a:pathLst>
                <a:path w="32569" h="106333">
                  <a:moveTo>
                    <a:pt x="32569" y="0"/>
                  </a:moveTo>
                  <a:lnTo>
                    <a:pt x="0" y="106333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5" name="Candidate_receptor__2224">
              <a:extLst>
                <a:ext uri="{FF2B5EF4-FFF2-40B4-BE49-F238E27FC236}">
                  <a16:creationId xmlns:a16="http://schemas.microsoft.com/office/drawing/2014/main" id="{46840FA8-F4A6-2E17-B663-18F72F0B856C}"/>
                </a:ext>
              </a:extLst>
            </p:cNvPr>
            <p:cNvSpPr>
              <a:spLocks noGrp="1"/>
            </p:cNvSpPr>
            <p:nvPr/>
          </p:nvSpPr>
          <p:spPr>
            <a:xfrm>
              <a:off x="4934743" y="4742056"/>
              <a:ext cx="39685" cy="108094"/>
            </a:xfrm>
            <a:custGeom>
              <a:avLst/>
              <a:gdLst/>
              <a:ahLst/>
              <a:cxnLst/>
              <a:rect l="0" t="0" r="0" b="0"/>
              <a:pathLst>
                <a:path w="39685" h="108094">
                  <a:moveTo>
                    <a:pt x="0" y="108094"/>
                  </a:moveTo>
                  <a:lnTo>
                    <a:pt x="39685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6" name="Candidate_receptor__2225">
              <a:extLst>
                <a:ext uri="{FF2B5EF4-FFF2-40B4-BE49-F238E27FC236}">
                  <a16:creationId xmlns:a16="http://schemas.microsoft.com/office/drawing/2014/main" id="{EED41CE3-4BEF-3D4C-D692-E1BB403F19CC}"/>
                </a:ext>
              </a:extLst>
            </p:cNvPr>
            <p:cNvSpPr>
              <a:spLocks noGrp="1"/>
            </p:cNvSpPr>
            <p:nvPr/>
          </p:nvSpPr>
          <p:spPr>
            <a:xfrm>
              <a:off x="5067534" y="5305564"/>
              <a:ext cx="111203" cy="25730"/>
            </a:xfrm>
            <a:custGeom>
              <a:avLst/>
              <a:gdLst/>
              <a:ahLst/>
              <a:cxnLst/>
              <a:rect l="0" t="0" r="0" b="0"/>
              <a:pathLst>
                <a:path w="111203" h="25730">
                  <a:moveTo>
                    <a:pt x="111203" y="2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7" name="Candidate_receptor__2226">
              <a:extLst>
                <a:ext uri="{FF2B5EF4-FFF2-40B4-BE49-F238E27FC236}">
                  <a16:creationId xmlns:a16="http://schemas.microsoft.com/office/drawing/2014/main" id="{13686A0F-97E9-A72D-27A5-89252F626104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7192"/>
              <a:ext cx="80453" cy="12291"/>
            </a:xfrm>
            <a:custGeom>
              <a:avLst/>
              <a:gdLst/>
              <a:ahLst/>
              <a:cxnLst/>
              <a:rect l="0" t="0" r="0" b="0"/>
              <a:pathLst>
                <a:path w="80453" h="12291">
                  <a:moveTo>
                    <a:pt x="0" y="12291"/>
                  </a:moveTo>
                  <a:lnTo>
                    <a:pt x="80453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8" name="Candidate_receptor__2227">
              <a:extLst>
                <a:ext uri="{FF2B5EF4-FFF2-40B4-BE49-F238E27FC236}">
                  <a16:creationId xmlns:a16="http://schemas.microsoft.com/office/drawing/2014/main" id="{43C15AB9-D7D7-1BAE-FF6E-A9A9BA6DE6CB}"/>
                </a:ext>
              </a:extLst>
            </p:cNvPr>
            <p:cNvSpPr>
              <a:spLocks noGrp="1"/>
            </p:cNvSpPr>
            <p:nvPr/>
          </p:nvSpPr>
          <p:spPr>
            <a:xfrm>
              <a:off x="5178737" y="5278804"/>
              <a:ext cx="102756" cy="52490"/>
            </a:xfrm>
            <a:custGeom>
              <a:avLst/>
              <a:gdLst/>
              <a:ahLst/>
              <a:cxnLst/>
              <a:rect l="0" t="0" r="0" b="0"/>
              <a:pathLst>
                <a:path w="102756" h="52490">
                  <a:moveTo>
                    <a:pt x="102756" y="0"/>
                  </a:moveTo>
                  <a:lnTo>
                    <a:pt x="0" y="52490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29" name="Candidate_receptor__2228">
              <a:extLst>
                <a:ext uri="{FF2B5EF4-FFF2-40B4-BE49-F238E27FC236}">
                  <a16:creationId xmlns:a16="http://schemas.microsoft.com/office/drawing/2014/main" id="{BF3B23FF-7D4F-9BCE-2855-13020D56A787}"/>
                </a:ext>
              </a:extLst>
            </p:cNvPr>
            <p:cNvSpPr>
              <a:spLocks noGrp="1"/>
            </p:cNvSpPr>
            <p:nvPr/>
          </p:nvSpPr>
          <p:spPr>
            <a:xfrm>
              <a:off x="6329216" y="3934455"/>
              <a:ext cx="107699" cy="35944"/>
            </a:xfrm>
            <a:custGeom>
              <a:avLst/>
              <a:gdLst/>
              <a:ahLst/>
              <a:cxnLst/>
              <a:rect l="0" t="0" r="0" b="0"/>
              <a:pathLst>
                <a:path w="107699" h="35944">
                  <a:moveTo>
                    <a:pt x="0" y="0"/>
                  </a:moveTo>
                  <a:lnTo>
                    <a:pt x="107699" y="3594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0" name="Candidate_receptor__2229">
              <a:extLst>
                <a:ext uri="{FF2B5EF4-FFF2-40B4-BE49-F238E27FC236}">
                  <a16:creationId xmlns:a16="http://schemas.microsoft.com/office/drawing/2014/main" id="{F5228514-6F67-13C3-8F88-3AC8BC3C0713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167439"/>
              <a:ext cx="24360" cy="111365"/>
            </a:xfrm>
            <a:custGeom>
              <a:avLst/>
              <a:gdLst/>
              <a:ahLst/>
              <a:cxnLst/>
              <a:rect l="0" t="0" r="0" b="0"/>
              <a:pathLst>
                <a:path w="24360" h="111365">
                  <a:moveTo>
                    <a:pt x="0" y="0"/>
                  </a:moveTo>
                  <a:lnTo>
                    <a:pt x="24360" y="111365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1" name="Candidate_receptor__2230">
              <a:extLst>
                <a:ext uri="{FF2B5EF4-FFF2-40B4-BE49-F238E27FC236}">
                  <a16:creationId xmlns:a16="http://schemas.microsoft.com/office/drawing/2014/main" id="{ACABA333-754A-3E01-1CE0-7CF78E40A29F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82513"/>
              <a:ext cx="69345" cy="17320"/>
            </a:xfrm>
            <a:custGeom>
              <a:avLst/>
              <a:gdLst/>
              <a:ahLst/>
              <a:cxnLst/>
              <a:rect l="0" t="0" r="0" b="0"/>
              <a:pathLst>
                <a:path w="69345" h="17320">
                  <a:moveTo>
                    <a:pt x="0" y="0"/>
                  </a:moveTo>
                  <a:lnTo>
                    <a:pt x="69345" y="1732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2" name="Candidate_receptor__2231">
              <a:extLst>
                <a:ext uri="{FF2B5EF4-FFF2-40B4-BE49-F238E27FC236}">
                  <a16:creationId xmlns:a16="http://schemas.microsoft.com/office/drawing/2014/main" id="{B49EFD7D-B6A1-B0AB-AC71-1F0A91D323AF}"/>
                </a:ext>
              </a:extLst>
            </p:cNvPr>
            <p:cNvSpPr>
              <a:spLocks noGrp="1"/>
            </p:cNvSpPr>
            <p:nvPr/>
          </p:nvSpPr>
          <p:spPr>
            <a:xfrm>
              <a:off x="6535830" y="4443226"/>
              <a:ext cx="14222" cy="27089"/>
            </a:xfrm>
            <a:custGeom>
              <a:avLst/>
              <a:gdLst/>
              <a:ahLst/>
              <a:cxnLst/>
              <a:rect l="0" t="0" r="0" b="0"/>
              <a:pathLst>
                <a:path w="14222" h="27089">
                  <a:moveTo>
                    <a:pt x="0" y="0"/>
                  </a:moveTo>
                  <a:lnTo>
                    <a:pt x="14222" y="2708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3" name="Candidate_receptor__2232">
              <a:extLst>
                <a:ext uri="{FF2B5EF4-FFF2-40B4-BE49-F238E27FC236}">
                  <a16:creationId xmlns:a16="http://schemas.microsoft.com/office/drawing/2014/main" id="{EB0503D2-EA9E-0F75-2BA2-565BE0E670E1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338046"/>
              <a:ext cx="79606" cy="73209"/>
            </a:xfrm>
            <a:custGeom>
              <a:avLst/>
              <a:gdLst/>
              <a:ahLst/>
              <a:cxnLst/>
              <a:rect l="0" t="0" r="0" b="0"/>
              <a:pathLst>
                <a:path w="79606" h="73209">
                  <a:moveTo>
                    <a:pt x="79606" y="0"/>
                  </a:moveTo>
                  <a:lnTo>
                    <a:pt x="0" y="7320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4" name="Candidate_receptor__2233">
              <a:extLst>
                <a:ext uri="{FF2B5EF4-FFF2-40B4-BE49-F238E27FC236}">
                  <a16:creationId xmlns:a16="http://schemas.microsoft.com/office/drawing/2014/main" id="{577DCD6E-91D5-2F18-8CD2-E66E387D3EE0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087979"/>
              <a:ext cx="83200" cy="79461"/>
            </a:xfrm>
            <a:custGeom>
              <a:avLst/>
              <a:gdLst/>
              <a:ahLst/>
              <a:cxnLst/>
              <a:rect l="0" t="0" r="0" b="0"/>
              <a:pathLst>
                <a:path w="83200" h="79461">
                  <a:moveTo>
                    <a:pt x="83200" y="0"/>
                  </a:moveTo>
                  <a:lnTo>
                    <a:pt x="0" y="79461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5" name="Candidate_receptor__2234">
              <a:extLst>
                <a:ext uri="{FF2B5EF4-FFF2-40B4-BE49-F238E27FC236}">
                  <a16:creationId xmlns:a16="http://schemas.microsoft.com/office/drawing/2014/main" id="{DC764045-4BF9-FF08-E2A8-90AFE25B48F2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12077"/>
              <a:ext cx="40268" cy="31085"/>
            </a:xfrm>
            <a:custGeom>
              <a:avLst/>
              <a:gdLst/>
              <a:ahLst/>
              <a:cxnLst/>
              <a:rect l="0" t="0" r="0" b="0"/>
              <a:pathLst>
                <a:path w="40268" h="31085">
                  <a:moveTo>
                    <a:pt x="40268" y="0"/>
                  </a:moveTo>
                  <a:lnTo>
                    <a:pt x="0" y="3108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6" name="Candidate_receptor__2235">
              <a:extLst>
                <a:ext uri="{FF2B5EF4-FFF2-40B4-BE49-F238E27FC236}">
                  <a16:creationId xmlns:a16="http://schemas.microsoft.com/office/drawing/2014/main" id="{DCC031ED-7B92-5F5C-E432-5B85DEB13ED3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66074"/>
              <a:ext cx="102342" cy="25646"/>
            </a:xfrm>
            <a:custGeom>
              <a:avLst/>
              <a:gdLst/>
              <a:ahLst/>
              <a:cxnLst/>
              <a:rect l="0" t="0" r="0" b="0"/>
              <a:pathLst>
                <a:path w="102342" h="25646">
                  <a:moveTo>
                    <a:pt x="0" y="0"/>
                  </a:moveTo>
                  <a:lnTo>
                    <a:pt x="102342" y="2564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7" name="Candidate_receptor__2236">
              <a:extLst>
                <a:ext uri="{FF2B5EF4-FFF2-40B4-BE49-F238E27FC236}">
                  <a16:creationId xmlns:a16="http://schemas.microsoft.com/office/drawing/2014/main" id="{A61C1371-6D51-4198-80ED-1DDE14E19046}"/>
                </a:ext>
              </a:extLst>
            </p:cNvPr>
            <p:cNvSpPr>
              <a:spLocks noGrp="1"/>
            </p:cNvSpPr>
            <p:nvPr/>
          </p:nvSpPr>
          <p:spPr>
            <a:xfrm>
              <a:off x="6321267" y="3618052"/>
              <a:ext cx="89424" cy="47515"/>
            </a:xfrm>
            <a:custGeom>
              <a:avLst/>
              <a:gdLst/>
              <a:ahLst/>
              <a:cxnLst/>
              <a:rect l="0" t="0" r="0" b="0"/>
              <a:pathLst>
                <a:path w="89424" h="47515">
                  <a:moveTo>
                    <a:pt x="0" y="0"/>
                  </a:moveTo>
                  <a:lnTo>
                    <a:pt x="89424" y="4751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8" name="Candidate_receptor__2237">
              <a:extLst>
                <a:ext uri="{FF2B5EF4-FFF2-40B4-BE49-F238E27FC236}">
                  <a16:creationId xmlns:a16="http://schemas.microsoft.com/office/drawing/2014/main" id="{89F8773C-30CF-0338-35C1-3701F407B5E9}"/>
                </a:ext>
              </a:extLst>
            </p:cNvPr>
            <p:cNvSpPr>
              <a:spLocks noGrp="1"/>
            </p:cNvSpPr>
            <p:nvPr/>
          </p:nvSpPr>
          <p:spPr>
            <a:xfrm>
              <a:off x="6384695" y="3791720"/>
              <a:ext cx="37924" cy="56702"/>
            </a:xfrm>
            <a:custGeom>
              <a:avLst/>
              <a:gdLst/>
              <a:ahLst/>
              <a:cxnLst/>
              <a:rect l="0" t="0" r="0" b="0"/>
              <a:pathLst>
                <a:path w="37924" h="56702">
                  <a:moveTo>
                    <a:pt x="0" y="0"/>
                  </a:moveTo>
                  <a:lnTo>
                    <a:pt x="37924" y="5670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39" name="Candidate_receptor__2238">
              <a:extLst>
                <a:ext uri="{FF2B5EF4-FFF2-40B4-BE49-F238E27FC236}">
                  <a16:creationId xmlns:a16="http://schemas.microsoft.com/office/drawing/2014/main" id="{DE2073CD-678C-D82B-2D44-DDCA5F07C668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901036"/>
              <a:ext cx="8924" cy="33419"/>
            </a:xfrm>
            <a:custGeom>
              <a:avLst/>
              <a:gdLst/>
              <a:ahLst/>
              <a:cxnLst/>
              <a:rect l="0" t="0" r="0" b="0"/>
              <a:pathLst>
                <a:path w="8924" h="33419">
                  <a:moveTo>
                    <a:pt x="0" y="0"/>
                  </a:moveTo>
                  <a:lnTo>
                    <a:pt x="8924" y="33419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0" name="Candidate_receptor__2239">
              <a:extLst>
                <a:ext uri="{FF2B5EF4-FFF2-40B4-BE49-F238E27FC236}">
                  <a16:creationId xmlns:a16="http://schemas.microsoft.com/office/drawing/2014/main" id="{43A935AE-B0FE-FA69-B731-06F6643E0CA8}"/>
                </a:ext>
              </a:extLst>
            </p:cNvPr>
            <p:cNvSpPr>
              <a:spLocks noGrp="1"/>
            </p:cNvSpPr>
            <p:nvPr/>
          </p:nvSpPr>
          <p:spPr>
            <a:xfrm>
              <a:off x="6374866" y="4156997"/>
              <a:ext cx="88701" cy="55081"/>
            </a:xfrm>
            <a:custGeom>
              <a:avLst/>
              <a:gdLst/>
              <a:ahLst/>
              <a:cxnLst/>
              <a:rect l="0" t="0" r="0" b="0"/>
              <a:pathLst>
                <a:path w="88701" h="55081">
                  <a:moveTo>
                    <a:pt x="88701" y="0"/>
                  </a:moveTo>
                  <a:lnTo>
                    <a:pt x="0" y="5508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1" name="Candidate_receptor__2240">
              <a:extLst>
                <a:ext uri="{FF2B5EF4-FFF2-40B4-BE49-F238E27FC236}">
                  <a16:creationId xmlns:a16="http://schemas.microsoft.com/office/drawing/2014/main" id="{80FAD86E-4CFB-A9B5-DECE-2B9610C8E6EE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1477"/>
              <a:ext cx="114921" cy="1770"/>
            </a:xfrm>
            <a:custGeom>
              <a:avLst/>
              <a:gdLst/>
              <a:ahLst/>
              <a:cxnLst/>
              <a:rect l="0" t="0" r="0" b="0"/>
              <a:pathLst>
                <a:path w="114921" h="1770">
                  <a:moveTo>
                    <a:pt x="0" y="1770"/>
                  </a:moveTo>
                  <a:lnTo>
                    <a:pt x="114921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2" name="Candidate_receptor__2241">
              <a:extLst>
                <a:ext uri="{FF2B5EF4-FFF2-40B4-BE49-F238E27FC236}">
                  <a16:creationId xmlns:a16="http://schemas.microsoft.com/office/drawing/2014/main" id="{4FB6F8EB-8D24-DDDA-0963-A932B20B52A0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99834"/>
              <a:ext cx="27654" cy="5730"/>
            </a:xfrm>
            <a:custGeom>
              <a:avLst/>
              <a:gdLst/>
              <a:ahLst/>
              <a:cxnLst/>
              <a:rect l="0" t="0" r="0" b="0"/>
              <a:pathLst>
                <a:path w="27654" h="5730">
                  <a:moveTo>
                    <a:pt x="27654" y="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3" name="Candidate_receptor__2242">
              <a:extLst>
                <a:ext uri="{FF2B5EF4-FFF2-40B4-BE49-F238E27FC236}">
                  <a16:creationId xmlns:a16="http://schemas.microsoft.com/office/drawing/2014/main" id="{F5D193CB-1C1F-6C29-013D-3B596F034B36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34310"/>
              <a:ext cx="45880" cy="29713"/>
            </a:xfrm>
            <a:custGeom>
              <a:avLst/>
              <a:gdLst/>
              <a:ahLst/>
              <a:cxnLst/>
              <a:rect l="0" t="0" r="0" b="0"/>
              <a:pathLst>
                <a:path w="45880" h="29713">
                  <a:moveTo>
                    <a:pt x="0" y="29713"/>
                  </a:moveTo>
                  <a:lnTo>
                    <a:pt x="4588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4" name="Candidate_receptor__2243">
              <a:extLst>
                <a:ext uri="{FF2B5EF4-FFF2-40B4-BE49-F238E27FC236}">
                  <a16:creationId xmlns:a16="http://schemas.microsoft.com/office/drawing/2014/main" id="{75F18B3A-DBD8-C649-60AB-6D0F96B84150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94630"/>
              <a:ext cx="58742" cy="23422"/>
            </a:xfrm>
            <a:custGeom>
              <a:avLst/>
              <a:gdLst/>
              <a:ahLst/>
              <a:cxnLst/>
              <a:rect l="0" t="0" r="0" b="0"/>
              <a:pathLst>
                <a:path w="58742" h="23422">
                  <a:moveTo>
                    <a:pt x="0" y="0"/>
                  </a:moveTo>
                  <a:lnTo>
                    <a:pt x="58742" y="2342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5" name="Candidate_receptor__2244">
              <a:extLst>
                <a:ext uri="{FF2B5EF4-FFF2-40B4-BE49-F238E27FC236}">
                  <a16:creationId xmlns:a16="http://schemas.microsoft.com/office/drawing/2014/main" id="{A4B2572E-9F8F-31F6-B655-0865DD4AC59A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627425"/>
              <a:ext cx="65945" cy="12514"/>
            </a:xfrm>
            <a:custGeom>
              <a:avLst/>
              <a:gdLst/>
              <a:ahLst/>
              <a:cxnLst/>
              <a:rect l="0" t="0" r="0" b="0"/>
              <a:pathLst>
                <a:path w="65945" h="12514">
                  <a:moveTo>
                    <a:pt x="0" y="12514"/>
                  </a:moveTo>
                  <a:lnTo>
                    <a:pt x="65945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6" name="Candidate_receptor__2245">
              <a:extLst>
                <a:ext uri="{FF2B5EF4-FFF2-40B4-BE49-F238E27FC236}">
                  <a16:creationId xmlns:a16="http://schemas.microsoft.com/office/drawing/2014/main" id="{CFC7D735-9FEA-A2AC-E31C-BB97C42F9FB3}"/>
                </a:ext>
              </a:extLst>
            </p:cNvPr>
            <p:cNvSpPr>
              <a:spLocks noGrp="1"/>
            </p:cNvSpPr>
            <p:nvPr/>
          </p:nvSpPr>
          <p:spPr>
            <a:xfrm>
              <a:off x="4759691" y="4614164"/>
              <a:ext cx="106055" cy="8419"/>
            </a:xfrm>
            <a:custGeom>
              <a:avLst/>
              <a:gdLst/>
              <a:ahLst/>
              <a:cxnLst/>
              <a:rect l="0" t="0" r="0" b="0"/>
              <a:pathLst>
                <a:path w="106055" h="8419">
                  <a:moveTo>
                    <a:pt x="106055" y="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7" name="Candidate_receptor__2246">
              <a:extLst>
                <a:ext uri="{FF2B5EF4-FFF2-40B4-BE49-F238E27FC236}">
                  <a16:creationId xmlns:a16="http://schemas.microsoft.com/office/drawing/2014/main" id="{08F825B0-5DBF-8791-6EEE-949CF7BE2D9F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60681"/>
              <a:ext cx="105687" cy="6727"/>
            </a:xfrm>
            <a:custGeom>
              <a:avLst/>
              <a:gdLst/>
              <a:ahLst/>
              <a:cxnLst/>
              <a:rect l="0" t="0" r="0" b="0"/>
              <a:pathLst>
                <a:path w="105687" h="6727">
                  <a:moveTo>
                    <a:pt x="105687" y="6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8" name="Candidate_receptor__2247">
              <a:extLst>
                <a:ext uri="{FF2B5EF4-FFF2-40B4-BE49-F238E27FC236}">
                  <a16:creationId xmlns:a16="http://schemas.microsoft.com/office/drawing/2014/main" id="{7F7EF78B-78D9-3FEB-CBC6-DAF0FF73AAEF}"/>
                </a:ext>
              </a:extLst>
            </p:cNvPr>
            <p:cNvSpPr>
              <a:spLocks noGrp="1"/>
            </p:cNvSpPr>
            <p:nvPr/>
          </p:nvSpPr>
          <p:spPr>
            <a:xfrm>
              <a:off x="6405298" y="3970400"/>
              <a:ext cx="31616" cy="61412"/>
            </a:xfrm>
            <a:custGeom>
              <a:avLst/>
              <a:gdLst/>
              <a:ahLst/>
              <a:cxnLst/>
              <a:rect l="0" t="0" r="0" b="0"/>
              <a:pathLst>
                <a:path w="31616" h="61412">
                  <a:moveTo>
                    <a:pt x="31616" y="0"/>
                  </a:moveTo>
                  <a:lnTo>
                    <a:pt x="0" y="6141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9" name="Candidate_receptor__2248">
              <a:extLst>
                <a:ext uri="{FF2B5EF4-FFF2-40B4-BE49-F238E27FC236}">
                  <a16:creationId xmlns:a16="http://schemas.microsoft.com/office/drawing/2014/main" id="{9997C1FF-0E6B-594F-8020-5AC05B7310E9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50198"/>
              <a:ext cx="77804" cy="51691"/>
            </a:xfrm>
            <a:custGeom>
              <a:avLst/>
              <a:gdLst/>
              <a:ahLst/>
              <a:cxnLst/>
              <a:rect l="0" t="0" r="0" b="0"/>
              <a:pathLst>
                <a:path w="77804" h="51691">
                  <a:moveTo>
                    <a:pt x="77804" y="0"/>
                  </a:moveTo>
                  <a:lnTo>
                    <a:pt x="0" y="5169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50" name="Candidate_receptor__2249">
              <a:extLst>
                <a:ext uri="{FF2B5EF4-FFF2-40B4-BE49-F238E27FC236}">
                  <a16:creationId xmlns:a16="http://schemas.microsoft.com/office/drawing/2014/main" id="{62AE1C95-BBCE-2CC7-F9B0-D506F9F1BBB4}"/>
                </a:ext>
              </a:extLst>
            </p:cNvPr>
            <p:cNvSpPr>
              <a:spLocks noGrp="1"/>
            </p:cNvSpPr>
            <p:nvPr/>
          </p:nvSpPr>
          <p:spPr>
            <a:xfrm>
              <a:off x="5298701" y="4451477"/>
              <a:ext cx="7264" cy="98720"/>
            </a:xfrm>
            <a:custGeom>
              <a:avLst/>
              <a:gdLst/>
              <a:ahLst/>
              <a:cxnLst/>
              <a:rect l="0" t="0" r="0" b="0"/>
              <a:pathLst>
                <a:path w="7264" h="98720">
                  <a:moveTo>
                    <a:pt x="0" y="0"/>
                  </a:moveTo>
                  <a:lnTo>
                    <a:pt x="7264" y="9872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1" name="Candidate_receptor__2250">
              <a:extLst>
                <a:ext uri="{FF2B5EF4-FFF2-40B4-BE49-F238E27FC236}">
                  <a16:creationId xmlns:a16="http://schemas.microsoft.com/office/drawing/2014/main" id="{21A3409F-D878-3A86-229B-66828C509A8D}"/>
                </a:ext>
              </a:extLst>
            </p:cNvPr>
            <p:cNvSpPr>
              <a:spLocks noGrp="1"/>
            </p:cNvSpPr>
            <p:nvPr/>
          </p:nvSpPr>
          <p:spPr>
            <a:xfrm>
              <a:off x="5207372" y="4885096"/>
              <a:ext cx="112186" cy="26163"/>
            </a:xfrm>
            <a:custGeom>
              <a:avLst/>
              <a:gdLst/>
              <a:ahLst/>
              <a:cxnLst/>
              <a:rect l="0" t="0" r="0" b="0"/>
              <a:pathLst>
                <a:path w="112186" h="26163">
                  <a:moveTo>
                    <a:pt x="0" y="0"/>
                  </a:moveTo>
                  <a:lnTo>
                    <a:pt x="112186" y="261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2" name="Candidate_receptor__2251">
              <a:extLst>
                <a:ext uri="{FF2B5EF4-FFF2-40B4-BE49-F238E27FC236}">
                  <a16:creationId xmlns:a16="http://schemas.microsoft.com/office/drawing/2014/main" id="{0544C7B4-F6F2-58DF-6157-D876AA8A953F}"/>
                </a:ext>
              </a:extLst>
            </p:cNvPr>
            <p:cNvSpPr>
              <a:spLocks noGrp="1"/>
            </p:cNvSpPr>
            <p:nvPr/>
          </p:nvSpPr>
          <p:spPr>
            <a:xfrm>
              <a:off x="6550052" y="4432602"/>
              <a:ext cx="106926" cy="37713"/>
            </a:xfrm>
            <a:custGeom>
              <a:avLst/>
              <a:gdLst/>
              <a:ahLst/>
              <a:cxnLst/>
              <a:rect l="0" t="0" r="0" b="0"/>
              <a:pathLst>
                <a:path w="106926" h="37713">
                  <a:moveTo>
                    <a:pt x="0" y="37713"/>
                  </a:moveTo>
                  <a:lnTo>
                    <a:pt x="1069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3" name="Candidate_receptor__2252">
              <a:extLst>
                <a:ext uri="{FF2B5EF4-FFF2-40B4-BE49-F238E27FC236}">
                  <a16:creationId xmlns:a16="http://schemas.microsoft.com/office/drawing/2014/main" id="{93020E6E-633B-CECC-373F-8C2C1AD1319D}"/>
                </a:ext>
              </a:extLst>
            </p:cNvPr>
            <p:cNvSpPr>
              <a:spLocks noGrp="1"/>
            </p:cNvSpPr>
            <p:nvPr/>
          </p:nvSpPr>
          <p:spPr>
            <a:xfrm>
              <a:off x="5510740" y="4501708"/>
              <a:ext cx="113132" cy="13301"/>
            </a:xfrm>
            <a:custGeom>
              <a:avLst/>
              <a:gdLst/>
              <a:ahLst/>
              <a:cxnLst/>
              <a:rect l="0" t="0" r="0" b="0"/>
              <a:pathLst>
                <a:path w="113132" h="13301">
                  <a:moveTo>
                    <a:pt x="113132" y="1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4" name="Candidate_receptor__2253">
              <a:extLst>
                <a:ext uri="{FF2B5EF4-FFF2-40B4-BE49-F238E27FC236}">
                  <a16:creationId xmlns:a16="http://schemas.microsoft.com/office/drawing/2014/main" id="{B5B8699B-40F9-23F8-B039-49E12DA74344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31812"/>
              <a:ext cx="86162" cy="50701"/>
            </a:xfrm>
            <a:custGeom>
              <a:avLst/>
              <a:gdLst/>
              <a:ahLst/>
              <a:cxnLst/>
              <a:rect l="0" t="0" r="0" b="0"/>
              <a:pathLst>
                <a:path w="86162" h="50701">
                  <a:moveTo>
                    <a:pt x="86162" y="0"/>
                  </a:moveTo>
                  <a:lnTo>
                    <a:pt x="0" y="50701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5" name="Candidate_receptor__2254">
              <a:extLst>
                <a:ext uri="{FF2B5EF4-FFF2-40B4-BE49-F238E27FC236}">
                  <a16:creationId xmlns:a16="http://schemas.microsoft.com/office/drawing/2014/main" id="{B38DB2E1-88B0-72D0-3215-DB2B7421242C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84343" cy="51966"/>
            </a:xfrm>
            <a:custGeom>
              <a:avLst/>
              <a:gdLst/>
              <a:ahLst/>
              <a:cxnLst/>
              <a:rect l="0" t="0" r="0" b="0"/>
              <a:pathLst>
                <a:path w="84343" h="51966">
                  <a:moveTo>
                    <a:pt x="84343" y="51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6" name="Candidate_receptor__2255">
              <a:extLst>
                <a:ext uri="{FF2B5EF4-FFF2-40B4-BE49-F238E27FC236}">
                  <a16:creationId xmlns:a16="http://schemas.microsoft.com/office/drawing/2014/main" id="{CE5B2351-E4CD-D837-1EB0-DC3E789A5AF1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14164"/>
              <a:ext cx="53191" cy="53138"/>
            </a:xfrm>
            <a:custGeom>
              <a:avLst/>
              <a:gdLst/>
              <a:ahLst/>
              <a:cxnLst/>
              <a:rect l="0" t="0" r="0" b="0"/>
              <a:pathLst>
                <a:path w="53191" h="53138">
                  <a:moveTo>
                    <a:pt x="53191" y="0"/>
                  </a:moveTo>
                  <a:lnTo>
                    <a:pt x="0" y="5313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7" name="Candidate_receptor__2256">
              <a:extLst>
                <a:ext uri="{FF2B5EF4-FFF2-40B4-BE49-F238E27FC236}">
                  <a16:creationId xmlns:a16="http://schemas.microsoft.com/office/drawing/2014/main" id="{3B244F76-D623-1F0E-B1B0-7CDA590750BB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545976"/>
              <a:ext cx="6685" cy="97321"/>
            </a:xfrm>
            <a:custGeom>
              <a:avLst/>
              <a:gdLst/>
              <a:ahLst/>
              <a:cxnLst/>
              <a:rect l="0" t="0" r="0" b="0"/>
              <a:pathLst>
                <a:path w="6685" h="97321">
                  <a:moveTo>
                    <a:pt x="0" y="97321"/>
                  </a:moveTo>
                  <a:lnTo>
                    <a:pt x="668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8" name="Candidate_receptor__2257">
              <a:extLst>
                <a:ext uri="{FF2B5EF4-FFF2-40B4-BE49-F238E27FC236}">
                  <a16:creationId xmlns:a16="http://schemas.microsoft.com/office/drawing/2014/main" id="{C22581D1-CEBB-77AC-021E-B630196209E1}"/>
                </a:ext>
              </a:extLst>
            </p:cNvPr>
            <p:cNvSpPr>
              <a:spLocks noGrp="1"/>
            </p:cNvSpPr>
            <p:nvPr/>
          </p:nvSpPr>
          <p:spPr>
            <a:xfrm>
              <a:off x="5093321" y="5167409"/>
              <a:ext cx="35850" cy="62238"/>
            </a:xfrm>
            <a:custGeom>
              <a:avLst/>
              <a:gdLst/>
              <a:ahLst/>
              <a:cxnLst/>
              <a:rect l="0" t="0" r="0" b="0"/>
              <a:pathLst>
                <a:path w="35850" h="62238">
                  <a:moveTo>
                    <a:pt x="35850" y="622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9" name="Candidate_receptor__2258">
              <a:extLst>
                <a:ext uri="{FF2B5EF4-FFF2-40B4-BE49-F238E27FC236}">
                  <a16:creationId xmlns:a16="http://schemas.microsoft.com/office/drawing/2014/main" id="{4887959D-1E10-3AFB-0B6E-82161F50AA47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9647"/>
              <a:ext cx="80123" cy="9836"/>
            </a:xfrm>
            <a:custGeom>
              <a:avLst/>
              <a:gdLst/>
              <a:ahLst/>
              <a:cxnLst/>
              <a:rect l="0" t="0" r="0" b="0"/>
              <a:pathLst>
                <a:path w="80123" h="9836">
                  <a:moveTo>
                    <a:pt x="80123" y="0"/>
                  </a:moveTo>
                  <a:lnTo>
                    <a:pt x="0" y="983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0" name="Candidate_receptor__2259">
              <a:extLst>
                <a:ext uri="{FF2B5EF4-FFF2-40B4-BE49-F238E27FC236}">
                  <a16:creationId xmlns:a16="http://schemas.microsoft.com/office/drawing/2014/main" id="{E4E1B514-ECB0-FE5E-4774-973BFD914BC9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21330"/>
              <a:ext cx="56992" cy="44744"/>
            </a:xfrm>
            <a:custGeom>
              <a:avLst/>
              <a:gdLst/>
              <a:ahLst/>
              <a:cxnLst/>
              <a:rect l="0" t="0" r="0" b="0"/>
              <a:pathLst>
                <a:path w="56992" h="44744">
                  <a:moveTo>
                    <a:pt x="56992" y="0"/>
                  </a:moveTo>
                  <a:lnTo>
                    <a:pt x="0" y="4474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1" name="Candidate_receptor__2260">
              <a:extLst>
                <a:ext uri="{FF2B5EF4-FFF2-40B4-BE49-F238E27FC236}">
                  <a16:creationId xmlns:a16="http://schemas.microsoft.com/office/drawing/2014/main" id="{EC72AB0D-EE3A-7195-C17B-65765D8A6E85}"/>
                </a:ext>
              </a:extLst>
            </p:cNvPr>
            <p:cNvSpPr>
              <a:spLocks noGrp="1"/>
            </p:cNvSpPr>
            <p:nvPr/>
          </p:nvSpPr>
          <p:spPr>
            <a:xfrm>
              <a:off x="4854186" y="4622584"/>
              <a:ext cx="11561" cy="111726"/>
            </a:xfrm>
            <a:custGeom>
              <a:avLst/>
              <a:gdLst/>
              <a:ahLst/>
              <a:cxnLst/>
              <a:rect l="0" t="0" r="0" b="0"/>
              <a:pathLst>
                <a:path w="11561" h="111726">
                  <a:moveTo>
                    <a:pt x="0" y="111726"/>
                  </a:moveTo>
                  <a:lnTo>
                    <a:pt x="1156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2" name="Candidate_receptor__2261">
              <a:extLst>
                <a:ext uri="{FF2B5EF4-FFF2-40B4-BE49-F238E27FC236}">
                  <a16:creationId xmlns:a16="http://schemas.microsoft.com/office/drawing/2014/main" id="{E4622520-A7F9-5285-7FF8-8AC7C7B9D651}"/>
                </a:ext>
              </a:extLst>
            </p:cNvPr>
            <p:cNvSpPr>
              <a:spLocks noGrp="1"/>
            </p:cNvSpPr>
            <p:nvPr/>
          </p:nvSpPr>
          <p:spPr>
            <a:xfrm>
              <a:off x="5609655" y="4515009"/>
              <a:ext cx="14217" cy="112416"/>
            </a:xfrm>
            <a:custGeom>
              <a:avLst/>
              <a:gdLst/>
              <a:ahLst/>
              <a:cxnLst/>
              <a:rect l="0" t="0" r="0" b="0"/>
              <a:pathLst>
                <a:path w="14217" h="112416">
                  <a:moveTo>
                    <a:pt x="0" y="112416"/>
                  </a:moveTo>
                  <a:lnTo>
                    <a:pt x="14217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3" name="Candidate_receptor__2262">
              <a:extLst>
                <a:ext uri="{FF2B5EF4-FFF2-40B4-BE49-F238E27FC236}">
                  <a16:creationId xmlns:a16="http://schemas.microsoft.com/office/drawing/2014/main" id="{62AD1CED-8020-2FCF-A98E-FC2E1307EBE0}"/>
                </a:ext>
              </a:extLst>
            </p:cNvPr>
            <p:cNvSpPr>
              <a:spLocks noGrp="1"/>
            </p:cNvSpPr>
            <p:nvPr/>
          </p:nvSpPr>
          <p:spPr>
            <a:xfrm>
              <a:off x="6372076" y="3380920"/>
              <a:ext cx="17510" cy="91193"/>
            </a:xfrm>
            <a:custGeom>
              <a:avLst/>
              <a:gdLst/>
              <a:ahLst/>
              <a:cxnLst/>
              <a:rect l="0" t="0" r="0" b="0"/>
              <a:pathLst>
                <a:path w="17510" h="91193">
                  <a:moveTo>
                    <a:pt x="17510" y="0"/>
                  </a:moveTo>
                  <a:lnTo>
                    <a:pt x="0" y="9119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4" name="Candidate_receptor__2263">
              <a:extLst>
                <a:ext uri="{FF2B5EF4-FFF2-40B4-BE49-F238E27FC236}">
                  <a16:creationId xmlns:a16="http://schemas.microsoft.com/office/drawing/2014/main" id="{F5B1F70F-B2C3-C981-98FD-93CAC4EA0225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848422"/>
              <a:ext cx="102327" cy="52614"/>
            </a:xfrm>
            <a:custGeom>
              <a:avLst/>
              <a:gdLst/>
              <a:ahLst/>
              <a:cxnLst/>
              <a:rect l="0" t="0" r="0" b="0"/>
              <a:pathLst>
                <a:path w="102327" h="52614">
                  <a:moveTo>
                    <a:pt x="102327" y="0"/>
                  </a:moveTo>
                  <a:lnTo>
                    <a:pt x="0" y="5261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5" name="Candidate_receptor__2264">
              <a:extLst>
                <a:ext uri="{FF2B5EF4-FFF2-40B4-BE49-F238E27FC236}">
                  <a16:creationId xmlns:a16="http://schemas.microsoft.com/office/drawing/2014/main" id="{4D9500D9-8A89-61A6-2BC8-35FE6857503D}"/>
                </a:ext>
              </a:extLst>
            </p:cNvPr>
            <p:cNvSpPr>
              <a:spLocks noGrp="1"/>
            </p:cNvSpPr>
            <p:nvPr/>
          </p:nvSpPr>
          <p:spPr>
            <a:xfrm>
              <a:off x="6339345" y="3665567"/>
              <a:ext cx="71346" cy="55763"/>
            </a:xfrm>
            <a:custGeom>
              <a:avLst/>
              <a:gdLst/>
              <a:ahLst/>
              <a:cxnLst/>
              <a:rect l="0" t="0" r="0" b="0"/>
              <a:pathLst>
                <a:path w="71346" h="55763">
                  <a:moveTo>
                    <a:pt x="71346" y="0"/>
                  </a:moveTo>
                  <a:lnTo>
                    <a:pt x="0" y="557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6" name="Candidate_receptor__2265">
              <a:extLst>
                <a:ext uri="{FF2B5EF4-FFF2-40B4-BE49-F238E27FC236}">
                  <a16:creationId xmlns:a16="http://schemas.microsoft.com/office/drawing/2014/main" id="{AF188612-C40B-8CE0-BD77-FCEA8374DF38}"/>
                </a:ext>
              </a:extLst>
            </p:cNvPr>
            <p:cNvSpPr>
              <a:spLocks noGrp="1"/>
            </p:cNvSpPr>
            <p:nvPr/>
          </p:nvSpPr>
          <p:spPr>
            <a:xfrm>
              <a:off x="5280053" y="4911259"/>
              <a:ext cx="39505" cy="98388"/>
            </a:xfrm>
            <a:custGeom>
              <a:avLst/>
              <a:gdLst/>
              <a:ahLst/>
              <a:cxnLst/>
              <a:rect l="0" t="0" r="0" b="0"/>
              <a:pathLst>
                <a:path w="39505" h="98388">
                  <a:moveTo>
                    <a:pt x="39505" y="0"/>
                  </a:moveTo>
                  <a:lnTo>
                    <a:pt x="0" y="9838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7" name="Candidate_receptor__2266">
              <a:extLst>
                <a:ext uri="{FF2B5EF4-FFF2-40B4-BE49-F238E27FC236}">
                  <a16:creationId xmlns:a16="http://schemas.microsoft.com/office/drawing/2014/main" id="{ED12E8C2-BA76-B376-9B91-40639A0B7D04}"/>
                </a:ext>
              </a:extLst>
            </p:cNvPr>
            <p:cNvSpPr>
              <a:spLocks noGrp="1"/>
            </p:cNvSpPr>
            <p:nvPr/>
          </p:nvSpPr>
          <p:spPr>
            <a:xfrm>
              <a:off x="6353146" y="3472112"/>
              <a:ext cx="18930" cy="68862"/>
            </a:xfrm>
            <a:custGeom>
              <a:avLst/>
              <a:gdLst/>
              <a:ahLst/>
              <a:cxnLst/>
              <a:rect l="0" t="0" r="0" b="0"/>
              <a:pathLst>
                <a:path w="18930" h="68862">
                  <a:moveTo>
                    <a:pt x="18930" y="0"/>
                  </a:moveTo>
                  <a:lnTo>
                    <a:pt x="0" y="6886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8" name="Candidate_receptor__2267">
              <a:extLst>
                <a:ext uri="{FF2B5EF4-FFF2-40B4-BE49-F238E27FC236}">
                  <a16:creationId xmlns:a16="http://schemas.microsoft.com/office/drawing/2014/main" id="{5CC92C9F-AE98-0E43-FEA4-936409F6E0B5}"/>
                </a:ext>
              </a:extLst>
            </p:cNvPr>
            <p:cNvSpPr>
              <a:spLocks noGrp="1"/>
            </p:cNvSpPr>
            <p:nvPr/>
          </p:nvSpPr>
          <p:spPr>
            <a:xfrm>
              <a:off x="5003671" y="5012417"/>
              <a:ext cx="90674" cy="41504"/>
            </a:xfrm>
            <a:custGeom>
              <a:avLst/>
              <a:gdLst/>
              <a:ahLst/>
              <a:cxnLst/>
              <a:rect l="0" t="0" r="0" b="0"/>
              <a:pathLst>
                <a:path w="90674" h="41504">
                  <a:moveTo>
                    <a:pt x="90674" y="4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9" name="Candidate_receptor__2268">
              <a:extLst>
                <a:ext uri="{FF2B5EF4-FFF2-40B4-BE49-F238E27FC236}">
                  <a16:creationId xmlns:a16="http://schemas.microsoft.com/office/drawing/2014/main" id="{60CD1A86-559F-1E31-E349-FC590ED316F5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3248"/>
              <a:ext cx="12489" cy="17557"/>
            </a:xfrm>
            <a:custGeom>
              <a:avLst/>
              <a:gdLst/>
              <a:ahLst/>
              <a:cxnLst/>
              <a:rect l="0" t="0" r="0" b="0"/>
              <a:pathLst>
                <a:path w="12489" h="17557">
                  <a:moveTo>
                    <a:pt x="12489" y="17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0" name="Candidate_receptor__2269">
              <a:extLst>
                <a:ext uri="{FF2B5EF4-FFF2-40B4-BE49-F238E27FC236}">
                  <a16:creationId xmlns:a16="http://schemas.microsoft.com/office/drawing/2014/main" id="{59EEC056-BF33-9237-5C5F-1EE7A16C4D43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29646"/>
              <a:ext cx="89291" cy="70188"/>
            </a:xfrm>
            <a:custGeom>
              <a:avLst/>
              <a:gdLst/>
              <a:ahLst/>
              <a:cxnLst/>
              <a:rect l="0" t="0" r="0" b="0"/>
              <a:pathLst>
                <a:path w="89291" h="70188">
                  <a:moveTo>
                    <a:pt x="0" y="70188"/>
                  </a:moveTo>
                  <a:lnTo>
                    <a:pt x="8929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1" name="Candidate_receptor__2270">
              <a:extLst>
                <a:ext uri="{FF2B5EF4-FFF2-40B4-BE49-F238E27FC236}">
                  <a16:creationId xmlns:a16="http://schemas.microsoft.com/office/drawing/2014/main" id="{83BFCB7A-EA21-0A71-7B80-873C476FFBCC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501708"/>
              <a:ext cx="19122" cy="55030"/>
            </a:xfrm>
            <a:custGeom>
              <a:avLst/>
              <a:gdLst/>
              <a:ahLst/>
              <a:cxnLst/>
              <a:rect l="0" t="0" r="0" b="0"/>
              <a:pathLst>
                <a:path w="19122" h="55030">
                  <a:moveTo>
                    <a:pt x="19122" y="0"/>
                  </a:moveTo>
                  <a:lnTo>
                    <a:pt x="0" y="5503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2" name="Candidate_receptor__2271">
              <a:extLst>
                <a:ext uri="{FF2B5EF4-FFF2-40B4-BE49-F238E27FC236}">
                  <a16:creationId xmlns:a16="http://schemas.microsoft.com/office/drawing/2014/main" id="{57D41395-7166-C7B3-D206-4CB67CCB0A76}"/>
                </a:ext>
              </a:extLst>
            </p:cNvPr>
            <p:cNvSpPr>
              <a:spLocks noGrp="1"/>
            </p:cNvSpPr>
            <p:nvPr/>
          </p:nvSpPr>
          <p:spPr>
            <a:xfrm>
              <a:off x="6632522" y="4276643"/>
              <a:ext cx="102907" cy="20704"/>
            </a:xfrm>
            <a:custGeom>
              <a:avLst/>
              <a:gdLst/>
              <a:ahLst/>
              <a:cxnLst/>
              <a:rect l="0" t="0" r="0" b="0"/>
              <a:pathLst>
                <a:path w="102907" h="20704">
                  <a:moveTo>
                    <a:pt x="102907" y="207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3" name="Candidate_receptor__2272">
              <a:extLst>
                <a:ext uri="{FF2B5EF4-FFF2-40B4-BE49-F238E27FC236}">
                  <a16:creationId xmlns:a16="http://schemas.microsoft.com/office/drawing/2014/main" id="{F392A181-F51F-BF5F-DB06-7080440DA5D2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40974"/>
              <a:ext cx="90621" cy="53656"/>
            </a:xfrm>
            <a:custGeom>
              <a:avLst/>
              <a:gdLst/>
              <a:ahLst/>
              <a:cxnLst/>
              <a:rect l="0" t="0" r="0" b="0"/>
              <a:pathLst>
                <a:path w="90621" h="53656">
                  <a:moveTo>
                    <a:pt x="90621" y="0"/>
                  </a:moveTo>
                  <a:lnTo>
                    <a:pt x="0" y="5365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4" name="Candidate_receptor__2273">
              <a:extLst>
                <a:ext uri="{FF2B5EF4-FFF2-40B4-BE49-F238E27FC236}">
                  <a16:creationId xmlns:a16="http://schemas.microsoft.com/office/drawing/2014/main" id="{51EAA764-1839-52D6-F2E6-FFDA12832A62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85096"/>
              <a:ext cx="14289" cy="18944"/>
            </a:xfrm>
            <a:custGeom>
              <a:avLst/>
              <a:gdLst/>
              <a:ahLst/>
              <a:cxnLst/>
              <a:rect l="0" t="0" r="0" b="0"/>
              <a:pathLst>
                <a:path w="14289" h="18944">
                  <a:moveTo>
                    <a:pt x="0" y="18944"/>
                  </a:moveTo>
                  <a:lnTo>
                    <a:pt x="1428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5" name="Candidate_receptor__2274">
              <a:extLst>
                <a:ext uri="{FF2B5EF4-FFF2-40B4-BE49-F238E27FC236}">
                  <a16:creationId xmlns:a16="http://schemas.microsoft.com/office/drawing/2014/main" id="{6106978C-3AE1-1FCF-499A-66A8D3AD93CF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5002624"/>
              <a:ext cx="58505" cy="9794"/>
            </a:xfrm>
            <a:custGeom>
              <a:avLst/>
              <a:gdLst/>
              <a:ahLst/>
              <a:cxnLst/>
              <a:rect l="0" t="0" r="0" b="0"/>
              <a:pathLst>
                <a:path w="58505" h="9794">
                  <a:moveTo>
                    <a:pt x="58505" y="97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6" name="Candidate_receptor__2275">
              <a:extLst>
                <a:ext uri="{FF2B5EF4-FFF2-40B4-BE49-F238E27FC236}">
                  <a16:creationId xmlns:a16="http://schemas.microsoft.com/office/drawing/2014/main" id="{68EF743C-36CD-2199-7491-31C1E223A26E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643297"/>
              <a:ext cx="75208" cy="74659"/>
            </a:xfrm>
            <a:custGeom>
              <a:avLst/>
              <a:gdLst/>
              <a:ahLst/>
              <a:cxnLst/>
              <a:rect l="0" t="0" r="0" b="0"/>
              <a:pathLst>
                <a:path w="75208" h="74659">
                  <a:moveTo>
                    <a:pt x="75208" y="746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7" name="Candidate_receptor__2276">
              <a:extLst>
                <a:ext uri="{FF2B5EF4-FFF2-40B4-BE49-F238E27FC236}">
                  <a16:creationId xmlns:a16="http://schemas.microsoft.com/office/drawing/2014/main" id="{8D2CA68B-DC28-A844-E8ED-654786018D61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30580"/>
              <a:ext cx="35149" cy="30101"/>
            </a:xfrm>
            <a:custGeom>
              <a:avLst/>
              <a:gdLst/>
              <a:ahLst/>
              <a:cxnLst/>
              <a:rect l="0" t="0" r="0" b="0"/>
              <a:pathLst>
                <a:path w="35149" h="30101">
                  <a:moveTo>
                    <a:pt x="0" y="30101"/>
                  </a:moveTo>
                  <a:lnTo>
                    <a:pt x="3514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8" name="Candidate_receptor__2277">
              <a:extLst>
                <a:ext uri="{FF2B5EF4-FFF2-40B4-BE49-F238E27FC236}">
                  <a16:creationId xmlns:a16="http://schemas.microsoft.com/office/drawing/2014/main" id="{3A0EA948-FDBB-18CC-69E8-C807CDA5601B}"/>
                </a:ext>
              </a:extLst>
            </p:cNvPr>
            <p:cNvSpPr>
              <a:spLocks noGrp="1"/>
            </p:cNvSpPr>
            <p:nvPr/>
          </p:nvSpPr>
          <p:spPr>
            <a:xfrm>
              <a:off x="6656978" y="4400386"/>
              <a:ext cx="41625" cy="32216"/>
            </a:xfrm>
            <a:custGeom>
              <a:avLst/>
              <a:gdLst/>
              <a:ahLst/>
              <a:cxnLst/>
              <a:rect l="0" t="0" r="0" b="0"/>
              <a:pathLst>
                <a:path w="41625" h="32216">
                  <a:moveTo>
                    <a:pt x="0" y="32216"/>
                  </a:moveTo>
                  <a:lnTo>
                    <a:pt x="4162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9" name="Candidate_receptor__2278">
              <a:extLst>
                <a:ext uri="{FF2B5EF4-FFF2-40B4-BE49-F238E27FC236}">
                  <a16:creationId xmlns:a16="http://schemas.microsoft.com/office/drawing/2014/main" id="{4317DFC5-5E96-0311-92FA-AE69C9D84FED}"/>
                </a:ext>
              </a:extLst>
            </p:cNvPr>
            <p:cNvSpPr>
              <a:spLocks noGrp="1"/>
            </p:cNvSpPr>
            <p:nvPr/>
          </p:nvSpPr>
          <p:spPr>
            <a:xfrm>
              <a:off x="4637596" y="4505925"/>
              <a:ext cx="112762" cy="19257"/>
            </a:xfrm>
            <a:custGeom>
              <a:avLst/>
              <a:gdLst/>
              <a:ahLst/>
              <a:cxnLst/>
              <a:rect l="0" t="0" r="0" b="0"/>
              <a:pathLst>
                <a:path w="112762" h="19257">
                  <a:moveTo>
                    <a:pt x="112762" y="0"/>
                  </a:moveTo>
                  <a:lnTo>
                    <a:pt x="0" y="19257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0" name="Candidate_receptor__2279">
              <a:extLst>
                <a:ext uri="{FF2B5EF4-FFF2-40B4-BE49-F238E27FC236}">
                  <a16:creationId xmlns:a16="http://schemas.microsoft.com/office/drawing/2014/main" id="{E06250AD-596E-CECA-E662-81FD45A1F6B4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52441"/>
              <a:ext cx="113151" cy="23268"/>
            </a:xfrm>
            <a:custGeom>
              <a:avLst/>
              <a:gdLst/>
              <a:ahLst/>
              <a:cxnLst/>
              <a:rect l="0" t="0" r="0" b="0"/>
              <a:pathLst>
                <a:path w="113151" h="23268">
                  <a:moveTo>
                    <a:pt x="113151" y="232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1" name="Candidate_receptor__2280">
              <a:extLst>
                <a:ext uri="{FF2B5EF4-FFF2-40B4-BE49-F238E27FC236}">
                  <a16:creationId xmlns:a16="http://schemas.microsoft.com/office/drawing/2014/main" id="{F6C57842-A5DB-CE8A-C795-F393BE8D960D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76643"/>
              <a:ext cx="53824" cy="21552"/>
            </a:xfrm>
            <a:custGeom>
              <a:avLst/>
              <a:gdLst/>
              <a:ahLst/>
              <a:cxnLst/>
              <a:rect l="0" t="0" r="0" b="0"/>
              <a:pathLst>
                <a:path w="53824" h="21552">
                  <a:moveTo>
                    <a:pt x="53824" y="0"/>
                  </a:moveTo>
                  <a:lnTo>
                    <a:pt x="0" y="2155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2" name="Candidate_receptor__2281">
              <a:extLst>
                <a:ext uri="{FF2B5EF4-FFF2-40B4-BE49-F238E27FC236}">
                  <a16:creationId xmlns:a16="http://schemas.microsoft.com/office/drawing/2014/main" id="{68C6D0F9-F693-9555-D73D-B850056E8B1F}"/>
                </a:ext>
              </a:extLst>
            </p:cNvPr>
            <p:cNvSpPr>
              <a:spLocks noGrp="1"/>
            </p:cNvSpPr>
            <p:nvPr/>
          </p:nvSpPr>
          <p:spPr>
            <a:xfrm>
              <a:off x="5214030" y="4313103"/>
              <a:ext cx="62690" cy="76668"/>
            </a:xfrm>
            <a:custGeom>
              <a:avLst/>
              <a:gdLst/>
              <a:ahLst/>
              <a:cxnLst/>
              <a:rect l="0" t="0" r="0" b="0"/>
              <a:pathLst>
                <a:path w="62690" h="76668">
                  <a:moveTo>
                    <a:pt x="0" y="0"/>
                  </a:moveTo>
                  <a:lnTo>
                    <a:pt x="62690" y="7666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3" name="Candidate_receptor__2282">
              <a:extLst>
                <a:ext uri="{FF2B5EF4-FFF2-40B4-BE49-F238E27FC236}">
                  <a16:creationId xmlns:a16="http://schemas.microsoft.com/office/drawing/2014/main" id="{4789DFE1-A8FB-EAC6-43B4-418A90FDBB73}"/>
                </a:ext>
              </a:extLst>
            </p:cNvPr>
            <p:cNvSpPr>
              <a:spLocks noGrp="1"/>
            </p:cNvSpPr>
            <p:nvPr/>
          </p:nvSpPr>
          <p:spPr>
            <a:xfrm>
              <a:off x="6203265" y="4378120"/>
              <a:ext cx="60433" cy="93379"/>
            </a:xfrm>
            <a:custGeom>
              <a:avLst/>
              <a:gdLst/>
              <a:ahLst/>
              <a:cxnLst/>
              <a:rect l="0" t="0" r="0" b="0"/>
              <a:pathLst>
                <a:path w="60433" h="93379">
                  <a:moveTo>
                    <a:pt x="60433" y="93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4" name="Candidate_receptor__2283">
              <a:extLst>
                <a:ext uri="{FF2B5EF4-FFF2-40B4-BE49-F238E27FC236}">
                  <a16:creationId xmlns:a16="http://schemas.microsoft.com/office/drawing/2014/main" id="{0D361B06-96E8-2E86-1DC0-F8B4B5F57259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47234" cy="25929"/>
            </a:xfrm>
            <a:custGeom>
              <a:avLst/>
              <a:gdLst/>
              <a:ahLst/>
              <a:cxnLst/>
              <a:rect l="0" t="0" r="0" b="0"/>
              <a:pathLst>
                <a:path w="47234" h="25929">
                  <a:moveTo>
                    <a:pt x="0" y="0"/>
                  </a:moveTo>
                  <a:lnTo>
                    <a:pt x="47234" y="25929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5" name="Candidate_receptor__2284">
              <a:extLst>
                <a:ext uri="{FF2B5EF4-FFF2-40B4-BE49-F238E27FC236}">
                  <a16:creationId xmlns:a16="http://schemas.microsoft.com/office/drawing/2014/main" id="{E76AFBC5-9550-60FD-AEA3-6C7FFD72CC1E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13103"/>
              <a:ext cx="87153" cy="23376"/>
            </a:xfrm>
            <a:custGeom>
              <a:avLst/>
              <a:gdLst/>
              <a:ahLst/>
              <a:cxnLst/>
              <a:rect l="0" t="0" r="0" b="0"/>
              <a:pathLst>
                <a:path w="87153" h="23376">
                  <a:moveTo>
                    <a:pt x="0" y="23376"/>
                  </a:moveTo>
                  <a:lnTo>
                    <a:pt x="8715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6" name="Candidate_receptor__2285">
              <a:extLst>
                <a:ext uri="{FF2B5EF4-FFF2-40B4-BE49-F238E27FC236}">
                  <a16:creationId xmlns:a16="http://schemas.microsoft.com/office/drawing/2014/main" id="{9BE705CB-AEDE-1150-8107-3B37D14CC6E7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08771"/>
              <a:ext cx="60895" cy="58531"/>
            </a:xfrm>
            <a:custGeom>
              <a:avLst/>
              <a:gdLst/>
              <a:ahLst/>
              <a:cxnLst/>
              <a:rect l="0" t="0" r="0" b="0"/>
              <a:pathLst>
                <a:path w="60895" h="58531">
                  <a:moveTo>
                    <a:pt x="0" y="58531"/>
                  </a:moveTo>
                  <a:lnTo>
                    <a:pt x="6089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7" name="Candidate_receptor__2286">
              <a:extLst>
                <a:ext uri="{FF2B5EF4-FFF2-40B4-BE49-F238E27FC236}">
                  <a16:creationId xmlns:a16="http://schemas.microsoft.com/office/drawing/2014/main" id="{A9F7ADA4-414D-9A34-2A09-87DAA446D4B5}"/>
                </a:ext>
              </a:extLst>
            </p:cNvPr>
            <p:cNvSpPr>
              <a:spLocks noGrp="1"/>
            </p:cNvSpPr>
            <p:nvPr/>
          </p:nvSpPr>
          <p:spPr>
            <a:xfrm>
              <a:off x="5022783" y="5053921"/>
              <a:ext cx="71563" cy="76659"/>
            </a:xfrm>
            <a:custGeom>
              <a:avLst/>
              <a:gdLst/>
              <a:ahLst/>
              <a:cxnLst/>
              <a:rect l="0" t="0" r="0" b="0"/>
              <a:pathLst>
                <a:path w="71563" h="76659">
                  <a:moveTo>
                    <a:pt x="0" y="76659"/>
                  </a:moveTo>
                  <a:lnTo>
                    <a:pt x="7156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8" name="Candidate_receptor__2287">
              <a:extLst>
                <a:ext uri="{FF2B5EF4-FFF2-40B4-BE49-F238E27FC236}">
                  <a16:creationId xmlns:a16="http://schemas.microsoft.com/office/drawing/2014/main" id="{F089598C-6927-4F09-6360-C7259821822D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4757"/>
              <a:ext cx="109596" cy="701"/>
            </a:xfrm>
            <a:custGeom>
              <a:avLst/>
              <a:gdLst/>
              <a:ahLst/>
              <a:cxnLst/>
              <a:rect l="0" t="0" r="0" b="0"/>
              <a:pathLst>
                <a:path w="109596" h="701">
                  <a:moveTo>
                    <a:pt x="0" y="701"/>
                  </a:moveTo>
                  <a:lnTo>
                    <a:pt x="10959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9" name="Candidate_receptor__2288">
              <a:extLst>
                <a:ext uri="{FF2B5EF4-FFF2-40B4-BE49-F238E27FC236}">
                  <a16:creationId xmlns:a16="http://schemas.microsoft.com/office/drawing/2014/main" id="{E618D844-449B-329B-3203-61CC2B573F60}"/>
                </a:ext>
              </a:extLst>
            </p:cNvPr>
            <p:cNvSpPr>
              <a:spLocks noGrp="1"/>
            </p:cNvSpPr>
            <p:nvPr/>
          </p:nvSpPr>
          <p:spPr>
            <a:xfrm>
              <a:off x="6698603" y="4297348"/>
              <a:ext cx="36826" cy="103039"/>
            </a:xfrm>
            <a:custGeom>
              <a:avLst/>
              <a:gdLst/>
              <a:ahLst/>
              <a:cxnLst/>
              <a:rect l="0" t="0" r="0" b="0"/>
              <a:pathLst>
                <a:path w="36826" h="103039">
                  <a:moveTo>
                    <a:pt x="0" y="103039"/>
                  </a:moveTo>
                  <a:lnTo>
                    <a:pt x="368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90" name="Candidate_receptor__2289">
              <a:extLst>
                <a:ext uri="{FF2B5EF4-FFF2-40B4-BE49-F238E27FC236}">
                  <a16:creationId xmlns:a16="http://schemas.microsoft.com/office/drawing/2014/main" id="{810A0A81-00D3-0DF5-95FC-416F637B7EF1}"/>
                </a:ext>
              </a:extLst>
            </p:cNvPr>
            <p:cNvSpPr>
              <a:spLocks noGrp="1"/>
            </p:cNvSpPr>
            <p:nvPr/>
          </p:nvSpPr>
          <p:spPr>
            <a:xfrm>
              <a:off x="5196268" y="4389771"/>
              <a:ext cx="80452" cy="81034"/>
            </a:xfrm>
            <a:custGeom>
              <a:avLst/>
              <a:gdLst/>
              <a:ahLst/>
              <a:cxnLst/>
              <a:rect l="0" t="0" r="0" b="0"/>
              <a:pathLst>
                <a:path w="80452" h="81034">
                  <a:moveTo>
                    <a:pt x="80452" y="0"/>
                  </a:moveTo>
                  <a:lnTo>
                    <a:pt x="0" y="8103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91" name="Candidate_receptor__2290">
              <a:extLst>
                <a:ext uri="{FF2B5EF4-FFF2-40B4-BE49-F238E27FC236}">
                  <a16:creationId xmlns:a16="http://schemas.microsoft.com/office/drawing/2014/main" id="{F632036D-E2F3-A568-AD38-1AE5580232FD}"/>
                </a:ext>
              </a:extLst>
            </p:cNvPr>
            <p:cNvSpPr>
              <a:spLocks noGrp="1"/>
            </p:cNvSpPr>
            <p:nvPr/>
          </p:nvSpPr>
          <p:spPr>
            <a:xfrm>
              <a:off x="4750358" y="4505925"/>
              <a:ext cx="17038" cy="102846"/>
            </a:xfrm>
            <a:custGeom>
              <a:avLst/>
              <a:gdLst/>
              <a:ahLst/>
              <a:cxnLst/>
              <a:rect l="0" t="0" r="0" b="0"/>
              <a:pathLst>
                <a:path w="17038" h="102846">
                  <a:moveTo>
                    <a:pt x="17038" y="102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2" name="Candidate_receptor__2291">
              <a:extLst>
                <a:ext uri="{FF2B5EF4-FFF2-40B4-BE49-F238E27FC236}">
                  <a16:creationId xmlns:a16="http://schemas.microsoft.com/office/drawing/2014/main" id="{0B39588E-4E48-17CA-E3AB-66AC5BC8467D}"/>
                </a:ext>
              </a:extLst>
            </p:cNvPr>
            <p:cNvSpPr>
              <a:spLocks noGrp="1"/>
            </p:cNvSpPr>
            <p:nvPr/>
          </p:nvSpPr>
          <p:spPr>
            <a:xfrm>
              <a:off x="5259218" y="4754757"/>
              <a:ext cx="29407" cy="92099"/>
            </a:xfrm>
            <a:custGeom>
              <a:avLst/>
              <a:gdLst/>
              <a:ahLst/>
              <a:cxnLst/>
              <a:rect l="0" t="0" r="0" b="0"/>
              <a:pathLst>
                <a:path w="29407" h="92099">
                  <a:moveTo>
                    <a:pt x="0" y="0"/>
                  </a:moveTo>
                  <a:lnTo>
                    <a:pt x="29407" y="92099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3" name="Candidate_receptor__2292">
              <a:extLst>
                <a:ext uri="{FF2B5EF4-FFF2-40B4-BE49-F238E27FC236}">
                  <a16:creationId xmlns:a16="http://schemas.microsoft.com/office/drawing/2014/main" id="{06538587-271E-7779-FE61-9BB3A59B96AF}"/>
                </a:ext>
              </a:extLst>
            </p:cNvPr>
            <p:cNvSpPr>
              <a:spLocks noGrp="1"/>
            </p:cNvSpPr>
            <p:nvPr/>
          </p:nvSpPr>
          <p:spPr>
            <a:xfrm>
              <a:off x="6389586" y="3380920"/>
              <a:ext cx="34164" cy="15622"/>
            </a:xfrm>
            <a:custGeom>
              <a:avLst/>
              <a:gdLst/>
              <a:ahLst/>
              <a:cxnLst/>
              <a:rect l="0" t="0" r="0" b="0"/>
              <a:pathLst>
                <a:path w="34164" h="15622">
                  <a:moveTo>
                    <a:pt x="34164" y="156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2294" name="Candidate_receptor__2293">
              <a:extLst>
                <a:ext uri="{FF2B5EF4-FFF2-40B4-BE49-F238E27FC236}">
                  <a16:creationId xmlns:a16="http://schemas.microsoft.com/office/drawing/2014/main" id="{3E83CC1A-908D-D409-BFCE-146308723214}"/>
                </a:ext>
              </a:extLst>
            </p:cNvPr>
            <p:cNvSpPr>
              <a:spLocks noGrp="1"/>
            </p:cNvSpPr>
            <p:nvPr/>
          </p:nvSpPr>
          <p:spPr>
            <a:xfrm>
              <a:off x="5035047" y="4875709"/>
              <a:ext cx="9977" cy="75079"/>
            </a:xfrm>
            <a:custGeom>
              <a:avLst/>
              <a:gdLst/>
              <a:ahLst/>
              <a:cxnLst/>
              <a:rect l="0" t="0" r="0" b="0"/>
              <a:pathLst>
                <a:path w="9977" h="75079">
                  <a:moveTo>
                    <a:pt x="0" y="75079"/>
                  </a:moveTo>
                  <a:lnTo>
                    <a:pt x="9977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5" name="Candidate_receptor__2294">
              <a:extLst>
                <a:ext uri="{FF2B5EF4-FFF2-40B4-BE49-F238E27FC236}">
                  <a16:creationId xmlns:a16="http://schemas.microsoft.com/office/drawing/2014/main" id="{A79443CC-F8EE-BC20-8432-8B1009AD7A7E}"/>
                </a:ext>
              </a:extLst>
            </p:cNvPr>
            <p:cNvSpPr>
              <a:spLocks noGrp="1"/>
            </p:cNvSpPr>
            <p:nvPr/>
          </p:nvSpPr>
          <p:spPr>
            <a:xfrm>
              <a:off x="6526812" y="4146378"/>
              <a:ext cx="114772" cy="12466"/>
            </a:xfrm>
            <a:custGeom>
              <a:avLst/>
              <a:gdLst/>
              <a:ahLst/>
              <a:cxnLst/>
              <a:rect l="0" t="0" r="0" b="0"/>
              <a:pathLst>
                <a:path w="114772" h="12466">
                  <a:moveTo>
                    <a:pt x="114772" y="0"/>
                  </a:moveTo>
                  <a:lnTo>
                    <a:pt x="0" y="12466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6" name="Candidate_receptor__2295">
              <a:extLst>
                <a:ext uri="{FF2B5EF4-FFF2-40B4-BE49-F238E27FC236}">
                  <a16:creationId xmlns:a16="http://schemas.microsoft.com/office/drawing/2014/main" id="{384BA713-15AB-0B24-7AA3-0900A6E9684E}"/>
                </a:ext>
              </a:extLst>
            </p:cNvPr>
            <p:cNvSpPr>
              <a:spLocks noGrp="1"/>
            </p:cNvSpPr>
            <p:nvPr/>
          </p:nvSpPr>
          <p:spPr>
            <a:xfrm>
              <a:off x="6166310" y="4471499"/>
              <a:ext cx="97388" cy="48440"/>
            </a:xfrm>
            <a:custGeom>
              <a:avLst/>
              <a:gdLst/>
              <a:ahLst/>
              <a:cxnLst/>
              <a:rect l="0" t="0" r="0" b="0"/>
              <a:pathLst>
                <a:path w="97388" h="48440">
                  <a:moveTo>
                    <a:pt x="0" y="48440"/>
                  </a:moveTo>
                  <a:lnTo>
                    <a:pt x="973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7" name="Candidate_receptor__2296">
              <a:extLst>
                <a:ext uri="{FF2B5EF4-FFF2-40B4-BE49-F238E27FC236}">
                  <a16:creationId xmlns:a16="http://schemas.microsoft.com/office/drawing/2014/main" id="{F51F812C-998F-1B16-234F-F344DB45729F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395753"/>
              <a:ext cx="100249" cy="41040"/>
            </a:xfrm>
            <a:custGeom>
              <a:avLst/>
              <a:gdLst/>
              <a:ahLst/>
              <a:cxnLst/>
              <a:rect l="0" t="0" r="0" b="0"/>
              <a:pathLst>
                <a:path w="100249" h="41040">
                  <a:moveTo>
                    <a:pt x="100249" y="0"/>
                  </a:moveTo>
                  <a:lnTo>
                    <a:pt x="0" y="4104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8" name="Candidate_receptor__2297">
              <a:extLst>
                <a:ext uri="{FF2B5EF4-FFF2-40B4-BE49-F238E27FC236}">
                  <a16:creationId xmlns:a16="http://schemas.microsoft.com/office/drawing/2014/main" id="{81759D14-32E7-1B24-56B1-D06B2ACB31FE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525182"/>
              <a:ext cx="12520" cy="40852"/>
            </a:xfrm>
            <a:custGeom>
              <a:avLst/>
              <a:gdLst/>
              <a:ahLst/>
              <a:cxnLst/>
              <a:rect l="0" t="0" r="0" b="0"/>
              <a:pathLst>
                <a:path w="12520" h="40852">
                  <a:moveTo>
                    <a:pt x="12520" y="0"/>
                  </a:moveTo>
                  <a:lnTo>
                    <a:pt x="0" y="40852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9" name="Candidate_receptor__2298">
              <a:extLst>
                <a:ext uri="{FF2B5EF4-FFF2-40B4-BE49-F238E27FC236}">
                  <a16:creationId xmlns:a16="http://schemas.microsoft.com/office/drawing/2014/main" id="{054DACF3-CBB5-8E63-413F-53094BED1BFD}"/>
                </a:ext>
              </a:extLst>
            </p:cNvPr>
            <p:cNvSpPr>
              <a:spLocks noGrp="1"/>
            </p:cNvSpPr>
            <p:nvPr/>
          </p:nvSpPr>
          <p:spPr>
            <a:xfrm>
              <a:off x="6271941" y="4644584"/>
              <a:ext cx="54338" cy="73373"/>
            </a:xfrm>
            <a:custGeom>
              <a:avLst/>
              <a:gdLst/>
              <a:ahLst/>
              <a:cxnLst/>
              <a:rect l="0" t="0" r="0" b="0"/>
              <a:pathLst>
                <a:path w="54338" h="73373">
                  <a:moveTo>
                    <a:pt x="54338" y="0"/>
                  </a:moveTo>
                  <a:lnTo>
                    <a:pt x="0" y="73373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2300" name="Candidate_receptor__2299">
              <a:extLst>
                <a:ext uri="{FF2B5EF4-FFF2-40B4-BE49-F238E27FC236}">
                  <a16:creationId xmlns:a16="http://schemas.microsoft.com/office/drawing/2014/main" id="{FF750CF4-01A3-B560-B444-7B95D7C24B5C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52270" cy="4715"/>
            </a:xfrm>
            <a:custGeom>
              <a:avLst/>
              <a:gdLst/>
              <a:ahLst/>
              <a:cxnLst/>
              <a:rect l="0" t="0" r="0" b="0"/>
              <a:pathLst>
                <a:path w="52270" h="4715">
                  <a:moveTo>
                    <a:pt x="52270" y="47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1" name="Candidate_receptor__2300">
              <a:extLst>
                <a:ext uri="{FF2B5EF4-FFF2-40B4-BE49-F238E27FC236}">
                  <a16:creationId xmlns:a16="http://schemas.microsoft.com/office/drawing/2014/main" id="{1F85FD3E-CEFB-18C0-9FC1-A4939A8F377C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482800"/>
              <a:ext cx="73843" cy="73937"/>
            </a:xfrm>
            <a:custGeom>
              <a:avLst/>
              <a:gdLst/>
              <a:ahLst/>
              <a:cxnLst/>
              <a:rect l="0" t="0" r="0" b="0"/>
              <a:pathLst>
                <a:path w="73843" h="73937">
                  <a:moveTo>
                    <a:pt x="0" y="73937"/>
                  </a:moveTo>
                  <a:lnTo>
                    <a:pt x="73843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2" name="Candidate_receptor__2301">
              <a:extLst>
                <a:ext uri="{FF2B5EF4-FFF2-40B4-BE49-F238E27FC236}">
                  <a16:creationId xmlns:a16="http://schemas.microsoft.com/office/drawing/2014/main" id="{9069C1A3-7A11-46A0-A0CC-404273862A44}"/>
                </a:ext>
              </a:extLst>
            </p:cNvPr>
            <p:cNvSpPr>
              <a:spLocks noGrp="1"/>
            </p:cNvSpPr>
            <p:nvPr/>
          </p:nvSpPr>
          <p:spPr>
            <a:xfrm>
              <a:off x="5504328" y="4395753"/>
              <a:ext cx="61133" cy="87048"/>
            </a:xfrm>
            <a:custGeom>
              <a:avLst/>
              <a:gdLst/>
              <a:ahLst/>
              <a:cxnLst/>
              <a:rect l="0" t="0" r="0" b="0"/>
              <a:pathLst>
                <a:path w="61133" h="87048">
                  <a:moveTo>
                    <a:pt x="61133" y="870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3" name="Candidate_receptor__2302">
              <a:extLst>
                <a:ext uri="{FF2B5EF4-FFF2-40B4-BE49-F238E27FC236}">
                  <a16:creationId xmlns:a16="http://schemas.microsoft.com/office/drawing/2014/main" id="{ADE29399-87E6-3842-0E58-8890C68A94FC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91231"/>
              <a:ext cx="98158" cy="12739"/>
            </a:xfrm>
            <a:custGeom>
              <a:avLst/>
              <a:gdLst/>
              <a:ahLst/>
              <a:cxnLst/>
              <a:rect l="0" t="0" r="0" b="0"/>
              <a:pathLst>
                <a:path w="98158" h="12739">
                  <a:moveTo>
                    <a:pt x="98158" y="12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4" name="Candidate_receptor__2303">
              <a:extLst>
                <a:ext uri="{FF2B5EF4-FFF2-40B4-BE49-F238E27FC236}">
                  <a16:creationId xmlns:a16="http://schemas.microsoft.com/office/drawing/2014/main" id="{5C5B6795-CB3A-B818-3E34-2BEDF6F6DCE2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46857"/>
              <a:ext cx="95541" cy="57184"/>
            </a:xfrm>
            <a:custGeom>
              <a:avLst/>
              <a:gdLst/>
              <a:ahLst/>
              <a:cxnLst/>
              <a:rect l="0" t="0" r="0" b="0"/>
              <a:pathLst>
                <a:path w="95541" h="57184">
                  <a:moveTo>
                    <a:pt x="95541" y="0"/>
                  </a:moveTo>
                  <a:lnTo>
                    <a:pt x="0" y="57184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5" name="Candidate_receptor__2304">
              <a:extLst>
                <a:ext uri="{FF2B5EF4-FFF2-40B4-BE49-F238E27FC236}">
                  <a16:creationId xmlns:a16="http://schemas.microsoft.com/office/drawing/2014/main" id="{424C74B1-4267-BAA6-E3B8-7B9DE99A2844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4950788"/>
              <a:ext cx="89881" cy="51836"/>
            </a:xfrm>
            <a:custGeom>
              <a:avLst/>
              <a:gdLst/>
              <a:ahLst/>
              <a:cxnLst/>
              <a:rect l="0" t="0" r="0" b="0"/>
              <a:pathLst>
                <a:path w="89881" h="51836">
                  <a:moveTo>
                    <a:pt x="0" y="51836"/>
                  </a:moveTo>
                  <a:lnTo>
                    <a:pt x="89881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6" name="Candidate_receptor__2305">
              <a:extLst>
                <a:ext uri="{FF2B5EF4-FFF2-40B4-BE49-F238E27FC236}">
                  <a16:creationId xmlns:a16="http://schemas.microsoft.com/office/drawing/2014/main" id="{EA4ECB76-9DD8-1699-5F8B-FBBF20570DC4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34220"/>
              <a:ext cx="8488" cy="18220"/>
            </a:xfrm>
            <a:custGeom>
              <a:avLst/>
              <a:gdLst/>
              <a:ahLst/>
              <a:cxnLst/>
              <a:rect l="0" t="0" r="0" b="0"/>
              <a:pathLst>
                <a:path w="8488" h="18220">
                  <a:moveTo>
                    <a:pt x="0" y="18220"/>
                  </a:moveTo>
                  <a:lnTo>
                    <a:pt x="84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7" name="Candidate_receptor__2306">
              <a:extLst>
                <a:ext uri="{FF2B5EF4-FFF2-40B4-BE49-F238E27FC236}">
                  <a16:creationId xmlns:a16="http://schemas.microsoft.com/office/drawing/2014/main" id="{AEAE5E66-7107-2AEF-DCAA-4FDD51D1A4EB}"/>
                </a:ext>
              </a:extLst>
            </p:cNvPr>
            <p:cNvSpPr>
              <a:spLocks noGrp="1"/>
            </p:cNvSpPr>
            <p:nvPr/>
          </p:nvSpPr>
          <p:spPr>
            <a:xfrm>
              <a:off x="4990283" y="4703969"/>
              <a:ext cx="43384" cy="63066"/>
            </a:xfrm>
            <a:custGeom>
              <a:avLst/>
              <a:gdLst/>
              <a:ahLst/>
              <a:cxnLst/>
              <a:rect l="0" t="0" r="0" b="0"/>
              <a:pathLst>
                <a:path w="43384" h="63066">
                  <a:moveTo>
                    <a:pt x="43384" y="630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08" name="Candidate_receptor__2307">
              <a:extLst>
                <a:ext uri="{FF2B5EF4-FFF2-40B4-BE49-F238E27FC236}">
                  <a16:creationId xmlns:a16="http://schemas.microsoft.com/office/drawing/2014/main" id="{BD98398B-72E5-C84F-C6F2-88C0CAA7BB51}"/>
                </a:ext>
              </a:extLst>
            </p:cNvPr>
            <p:cNvSpPr>
              <a:spLocks noGrp="1"/>
            </p:cNvSpPr>
            <p:nvPr/>
          </p:nvSpPr>
          <p:spPr>
            <a:xfrm>
              <a:off x="6641583" y="4146378"/>
              <a:ext cx="12010" cy="86526"/>
            </a:xfrm>
            <a:custGeom>
              <a:avLst/>
              <a:gdLst/>
              <a:ahLst/>
              <a:cxnLst/>
              <a:rect l="0" t="0" r="0" b="0"/>
              <a:pathLst>
                <a:path w="12010" h="86526">
                  <a:moveTo>
                    <a:pt x="12010" y="86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09" name="Candidate_receptor__2308">
              <a:extLst>
                <a:ext uri="{FF2B5EF4-FFF2-40B4-BE49-F238E27FC236}">
                  <a16:creationId xmlns:a16="http://schemas.microsoft.com/office/drawing/2014/main" id="{BA5C29F2-BE6A-B472-6978-2B1EABBC3BFA}"/>
                </a:ext>
              </a:extLst>
            </p:cNvPr>
            <p:cNvSpPr>
              <a:spLocks noGrp="1"/>
            </p:cNvSpPr>
            <p:nvPr/>
          </p:nvSpPr>
          <p:spPr>
            <a:xfrm>
              <a:off x="4923392" y="4533619"/>
              <a:ext cx="88632" cy="44770"/>
            </a:xfrm>
            <a:custGeom>
              <a:avLst/>
              <a:gdLst/>
              <a:ahLst/>
              <a:cxnLst/>
              <a:rect l="0" t="0" r="0" b="0"/>
              <a:pathLst>
                <a:path w="88632" h="44770">
                  <a:moveTo>
                    <a:pt x="88632" y="447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0" name="Candidate_receptor__2309">
              <a:extLst>
                <a:ext uri="{FF2B5EF4-FFF2-40B4-BE49-F238E27FC236}">
                  <a16:creationId xmlns:a16="http://schemas.microsoft.com/office/drawing/2014/main" id="{1930B3CB-1E22-CA42-F18C-FEDCEBB76C58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32904"/>
              <a:ext cx="74896" cy="65292"/>
            </a:xfrm>
            <a:custGeom>
              <a:avLst/>
              <a:gdLst/>
              <a:ahLst/>
              <a:cxnLst/>
              <a:rect l="0" t="0" r="0" b="0"/>
              <a:pathLst>
                <a:path w="74896" h="65292">
                  <a:moveTo>
                    <a:pt x="0" y="65292"/>
                  </a:moveTo>
                  <a:lnTo>
                    <a:pt x="7489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1" name="Candidate_receptor__2310">
              <a:extLst>
                <a:ext uri="{FF2B5EF4-FFF2-40B4-BE49-F238E27FC236}">
                  <a16:creationId xmlns:a16="http://schemas.microsoft.com/office/drawing/2014/main" id="{FDE3C079-81FB-4C38-CD37-9D7E6830E321}"/>
                </a:ext>
              </a:extLst>
            </p:cNvPr>
            <p:cNvSpPr>
              <a:spLocks noGrp="1"/>
            </p:cNvSpPr>
            <p:nvPr/>
          </p:nvSpPr>
          <p:spPr>
            <a:xfrm>
              <a:off x="4529436" y="4393451"/>
              <a:ext cx="110590" cy="33023"/>
            </a:xfrm>
            <a:custGeom>
              <a:avLst/>
              <a:gdLst/>
              <a:ahLst/>
              <a:cxnLst/>
              <a:rect l="0" t="0" r="0" b="0"/>
              <a:pathLst>
                <a:path w="110590" h="33023">
                  <a:moveTo>
                    <a:pt x="110590" y="0"/>
                  </a:moveTo>
                  <a:lnTo>
                    <a:pt x="0" y="33023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2" name="Candidate_receptor__2311">
              <a:extLst>
                <a:ext uri="{FF2B5EF4-FFF2-40B4-BE49-F238E27FC236}">
                  <a16:creationId xmlns:a16="http://schemas.microsoft.com/office/drawing/2014/main" id="{995136AB-43DB-6791-781E-DFA294327B3F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5458"/>
              <a:ext cx="34010" cy="14546"/>
            </a:xfrm>
            <a:custGeom>
              <a:avLst/>
              <a:gdLst/>
              <a:ahLst/>
              <a:cxnLst/>
              <a:rect l="0" t="0" r="0" b="0"/>
              <a:pathLst>
                <a:path w="34010" h="14546">
                  <a:moveTo>
                    <a:pt x="34010" y="14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3" name="Candidate_receptor__2312">
              <a:extLst>
                <a:ext uri="{FF2B5EF4-FFF2-40B4-BE49-F238E27FC236}">
                  <a16:creationId xmlns:a16="http://schemas.microsoft.com/office/drawing/2014/main" id="{85B3925E-EC11-48E9-92F5-ADDA427C8807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23667"/>
              <a:ext cx="69915" cy="12812"/>
            </a:xfrm>
            <a:custGeom>
              <a:avLst/>
              <a:gdLst/>
              <a:ahLst/>
              <a:cxnLst/>
              <a:rect l="0" t="0" r="0" b="0"/>
              <a:pathLst>
                <a:path w="69915" h="12812">
                  <a:moveTo>
                    <a:pt x="69915" y="0"/>
                  </a:moveTo>
                  <a:lnTo>
                    <a:pt x="0" y="12812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4" name="Candidate_receptor__2313">
              <a:extLst>
                <a:ext uri="{FF2B5EF4-FFF2-40B4-BE49-F238E27FC236}">
                  <a16:creationId xmlns:a16="http://schemas.microsoft.com/office/drawing/2014/main" id="{72835B23-F954-0D58-A91B-AF5663F622C1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89814" cy="70425"/>
            </a:xfrm>
            <a:custGeom>
              <a:avLst/>
              <a:gdLst/>
              <a:ahLst/>
              <a:cxnLst/>
              <a:rect l="0" t="0" r="0" b="0"/>
              <a:pathLst>
                <a:path w="89814" h="70425">
                  <a:moveTo>
                    <a:pt x="89814" y="704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5" name="Candidate_receptor__2314">
              <a:extLst>
                <a:ext uri="{FF2B5EF4-FFF2-40B4-BE49-F238E27FC236}">
                  <a16:creationId xmlns:a16="http://schemas.microsoft.com/office/drawing/2014/main" id="{2586F470-9C31-41ED-980D-F127CF4C38A8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533619"/>
              <a:ext cx="74587" cy="960"/>
            </a:xfrm>
            <a:custGeom>
              <a:avLst/>
              <a:gdLst/>
              <a:ahLst/>
              <a:cxnLst/>
              <a:rect l="0" t="0" r="0" b="0"/>
              <a:pathLst>
                <a:path w="74587" h="960">
                  <a:moveTo>
                    <a:pt x="74587" y="0"/>
                  </a:moveTo>
                  <a:lnTo>
                    <a:pt x="0" y="96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6" name="Candidate_receptor__2315">
              <a:extLst>
                <a:ext uri="{FF2B5EF4-FFF2-40B4-BE49-F238E27FC236}">
                  <a16:creationId xmlns:a16="http://schemas.microsoft.com/office/drawing/2014/main" id="{7CB83747-D05F-8897-CD05-3F92393F1F7A}"/>
                </a:ext>
              </a:extLst>
            </p:cNvPr>
            <p:cNvSpPr>
              <a:spLocks noGrp="1"/>
            </p:cNvSpPr>
            <p:nvPr/>
          </p:nvSpPr>
          <p:spPr>
            <a:xfrm>
              <a:off x="5115115" y="4191711"/>
              <a:ext cx="111992" cy="26540"/>
            </a:xfrm>
            <a:custGeom>
              <a:avLst/>
              <a:gdLst/>
              <a:ahLst/>
              <a:cxnLst/>
              <a:rect l="0" t="0" r="0" b="0"/>
              <a:pathLst>
                <a:path w="111992" h="26540">
                  <a:moveTo>
                    <a:pt x="0" y="0"/>
                  </a:moveTo>
                  <a:lnTo>
                    <a:pt x="111992" y="2654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7" name="Candidate_receptor__2316">
              <a:extLst>
                <a:ext uri="{FF2B5EF4-FFF2-40B4-BE49-F238E27FC236}">
                  <a16:creationId xmlns:a16="http://schemas.microsoft.com/office/drawing/2014/main" id="{4A42756D-9771-F6EA-4CB8-7CE122593A85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14242" cy="222"/>
            </a:xfrm>
            <a:custGeom>
              <a:avLst/>
              <a:gdLst/>
              <a:ahLst/>
              <a:cxnLst/>
              <a:rect l="0" t="0" r="0" b="0"/>
              <a:pathLst>
                <a:path w="114242" h="222">
                  <a:moveTo>
                    <a:pt x="114242" y="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8" name="Candidate_receptor__2317">
              <a:extLst>
                <a:ext uri="{FF2B5EF4-FFF2-40B4-BE49-F238E27FC236}">
                  <a16:creationId xmlns:a16="http://schemas.microsoft.com/office/drawing/2014/main" id="{7D361AFD-8A43-3EE8-E09E-FC18B93435F3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149649"/>
              <a:ext cx="3542" cy="9194"/>
            </a:xfrm>
            <a:custGeom>
              <a:avLst/>
              <a:gdLst/>
              <a:ahLst/>
              <a:cxnLst/>
              <a:rect l="0" t="0" r="0" b="0"/>
              <a:pathLst>
                <a:path w="3542" h="9194">
                  <a:moveTo>
                    <a:pt x="3542" y="9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9" name="Candidate_receptor__2318">
              <a:extLst>
                <a:ext uri="{FF2B5EF4-FFF2-40B4-BE49-F238E27FC236}">
                  <a16:creationId xmlns:a16="http://schemas.microsoft.com/office/drawing/2014/main" id="{73101FB1-36D8-8EB1-E258-140B1F5EB85F}"/>
                </a:ext>
              </a:extLst>
            </p:cNvPr>
            <p:cNvSpPr>
              <a:spLocks noGrp="1"/>
            </p:cNvSpPr>
            <p:nvPr/>
          </p:nvSpPr>
          <p:spPr>
            <a:xfrm>
              <a:off x="5655840" y="4871213"/>
              <a:ext cx="106231" cy="8709"/>
            </a:xfrm>
            <a:custGeom>
              <a:avLst/>
              <a:gdLst/>
              <a:ahLst/>
              <a:cxnLst/>
              <a:rect l="0" t="0" r="0" b="0"/>
              <a:pathLst>
                <a:path w="106231" h="8709">
                  <a:moveTo>
                    <a:pt x="0" y="0"/>
                  </a:moveTo>
                  <a:lnTo>
                    <a:pt x="106231" y="8709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2320" name="Candidate_receptor__2319">
              <a:extLst>
                <a:ext uri="{FF2B5EF4-FFF2-40B4-BE49-F238E27FC236}">
                  <a16:creationId xmlns:a16="http://schemas.microsoft.com/office/drawing/2014/main" id="{89204447-C1FF-8E6E-FDB5-2B77896F5013}"/>
                </a:ext>
              </a:extLst>
            </p:cNvPr>
            <p:cNvSpPr>
              <a:spLocks noGrp="1"/>
            </p:cNvSpPr>
            <p:nvPr/>
          </p:nvSpPr>
          <p:spPr>
            <a:xfrm>
              <a:off x="6326278" y="4644584"/>
              <a:ext cx="93131" cy="32082"/>
            </a:xfrm>
            <a:custGeom>
              <a:avLst/>
              <a:gdLst/>
              <a:ahLst/>
              <a:cxnLst/>
              <a:rect l="0" t="0" r="0" b="0"/>
              <a:pathLst>
                <a:path w="93131" h="32082">
                  <a:moveTo>
                    <a:pt x="93131" y="32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2321" name="Candidate_receptor__2320">
              <a:extLst>
                <a:ext uri="{FF2B5EF4-FFF2-40B4-BE49-F238E27FC236}">
                  <a16:creationId xmlns:a16="http://schemas.microsoft.com/office/drawing/2014/main" id="{268E4DC7-F85F-80B0-CEC6-E7D4EAA40F2E}"/>
                </a:ext>
              </a:extLst>
            </p:cNvPr>
            <p:cNvSpPr>
              <a:spLocks noGrp="1"/>
            </p:cNvSpPr>
            <p:nvPr/>
          </p:nvSpPr>
          <p:spPr>
            <a:xfrm>
              <a:off x="4940361" y="4767035"/>
              <a:ext cx="93306" cy="67185"/>
            </a:xfrm>
            <a:custGeom>
              <a:avLst/>
              <a:gdLst/>
              <a:ahLst/>
              <a:cxnLst/>
              <a:rect l="0" t="0" r="0" b="0"/>
              <a:pathLst>
                <a:path w="93306" h="67185">
                  <a:moveTo>
                    <a:pt x="0" y="67185"/>
                  </a:moveTo>
                  <a:lnTo>
                    <a:pt x="9330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22" name="Candidate_receptor__2321">
              <a:extLst>
                <a:ext uri="{FF2B5EF4-FFF2-40B4-BE49-F238E27FC236}">
                  <a16:creationId xmlns:a16="http://schemas.microsoft.com/office/drawing/2014/main" id="{F3D0AF87-C596-3FDD-7B42-DF27527F3232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4007966"/>
              <a:ext cx="93927" cy="20571"/>
            </a:xfrm>
            <a:custGeom>
              <a:avLst/>
              <a:gdLst/>
              <a:ahLst/>
              <a:cxnLst/>
              <a:rect l="0" t="0" r="0" b="0"/>
              <a:pathLst>
                <a:path w="93927" h="20571">
                  <a:moveTo>
                    <a:pt x="93927" y="0"/>
                  </a:moveTo>
                  <a:lnTo>
                    <a:pt x="0" y="20571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23" name="Candidate_receptor__2322">
              <a:extLst>
                <a:ext uri="{FF2B5EF4-FFF2-40B4-BE49-F238E27FC236}">
                  <a16:creationId xmlns:a16="http://schemas.microsoft.com/office/drawing/2014/main" id="{7FF6C5F9-E56F-BF07-03B8-429424ECF239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436792"/>
              <a:ext cx="47323" cy="15161"/>
            </a:xfrm>
            <a:custGeom>
              <a:avLst/>
              <a:gdLst/>
              <a:ahLst/>
              <a:cxnLst/>
              <a:rect l="0" t="0" r="0" b="0"/>
              <a:pathLst>
                <a:path w="47323" h="15161">
                  <a:moveTo>
                    <a:pt x="0" y="0"/>
                  </a:moveTo>
                  <a:lnTo>
                    <a:pt x="47323" y="15161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4" name="Candidate_receptor__2323">
              <a:extLst>
                <a:ext uri="{FF2B5EF4-FFF2-40B4-BE49-F238E27FC236}">
                  <a16:creationId xmlns:a16="http://schemas.microsoft.com/office/drawing/2014/main" id="{97FDC2A5-C895-AAB4-D6B5-115968C9772B}"/>
                </a:ext>
              </a:extLst>
            </p:cNvPr>
            <p:cNvSpPr>
              <a:spLocks noGrp="1"/>
            </p:cNvSpPr>
            <p:nvPr/>
          </p:nvSpPr>
          <p:spPr>
            <a:xfrm>
              <a:off x="6419410" y="4610104"/>
              <a:ext cx="81621" cy="66562"/>
            </a:xfrm>
            <a:custGeom>
              <a:avLst/>
              <a:gdLst/>
              <a:ahLst/>
              <a:cxnLst/>
              <a:rect l="0" t="0" r="0" b="0"/>
              <a:pathLst>
                <a:path w="81621" h="66562">
                  <a:moveTo>
                    <a:pt x="81621" y="0"/>
                  </a:moveTo>
                  <a:lnTo>
                    <a:pt x="0" y="66562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25" name="Candidate_receptor__2324">
              <a:extLst>
                <a:ext uri="{FF2B5EF4-FFF2-40B4-BE49-F238E27FC236}">
                  <a16:creationId xmlns:a16="http://schemas.microsoft.com/office/drawing/2014/main" id="{7155D75C-E5D0-F351-F39F-4C78BEF2A6C3}"/>
                </a:ext>
              </a:extLst>
            </p:cNvPr>
            <p:cNvSpPr>
              <a:spLocks noGrp="1"/>
            </p:cNvSpPr>
            <p:nvPr/>
          </p:nvSpPr>
          <p:spPr>
            <a:xfrm>
              <a:off x="4640026" y="4393451"/>
              <a:ext cx="43340" cy="87259"/>
            </a:xfrm>
            <a:custGeom>
              <a:avLst/>
              <a:gdLst/>
              <a:ahLst/>
              <a:cxnLst/>
              <a:rect l="0" t="0" r="0" b="0"/>
              <a:pathLst>
                <a:path w="43340" h="87259">
                  <a:moveTo>
                    <a:pt x="43340" y="872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6" name="Candidate_receptor__2325">
              <a:extLst>
                <a:ext uri="{FF2B5EF4-FFF2-40B4-BE49-F238E27FC236}">
                  <a16:creationId xmlns:a16="http://schemas.microsoft.com/office/drawing/2014/main" id="{CAC9C101-CD15-6247-8395-0BA90A40BC16}"/>
                </a:ext>
              </a:extLst>
            </p:cNvPr>
            <p:cNvSpPr>
              <a:spLocks noGrp="1"/>
            </p:cNvSpPr>
            <p:nvPr/>
          </p:nvSpPr>
          <p:spPr>
            <a:xfrm>
              <a:off x="6251735" y="4300076"/>
              <a:ext cx="45245" cy="84028"/>
            </a:xfrm>
            <a:custGeom>
              <a:avLst/>
              <a:gdLst/>
              <a:ahLst/>
              <a:cxnLst/>
              <a:rect l="0" t="0" r="0" b="0"/>
              <a:pathLst>
                <a:path w="45245" h="84028">
                  <a:moveTo>
                    <a:pt x="0" y="84028"/>
                  </a:moveTo>
                  <a:lnTo>
                    <a:pt x="4524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7" name="Candidate_receptor__2326">
              <a:extLst>
                <a:ext uri="{FF2B5EF4-FFF2-40B4-BE49-F238E27FC236}">
                  <a16:creationId xmlns:a16="http://schemas.microsoft.com/office/drawing/2014/main" id="{2AABE12B-16CF-C574-7488-9981F2A8AD63}"/>
                </a:ext>
              </a:extLst>
            </p:cNvPr>
            <p:cNvSpPr>
              <a:spLocks noGrp="1"/>
            </p:cNvSpPr>
            <p:nvPr/>
          </p:nvSpPr>
          <p:spPr>
            <a:xfrm>
              <a:off x="6533811" y="4007966"/>
              <a:ext cx="63741" cy="53508"/>
            </a:xfrm>
            <a:custGeom>
              <a:avLst/>
              <a:gdLst/>
              <a:ahLst/>
              <a:cxnLst/>
              <a:rect l="0" t="0" r="0" b="0"/>
              <a:pathLst>
                <a:path w="63741" h="53508">
                  <a:moveTo>
                    <a:pt x="63741" y="53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8" name="Candidate_receptor__2327">
              <a:extLst>
                <a:ext uri="{FF2B5EF4-FFF2-40B4-BE49-F238E27FC236}">
                  <a16:creationId xmlns:a16="http://schemas.microsoft.com/office/drawing/2014/main" id="{BCFC1FA4-BC04-26C9-A47D-C5B05756719B}"/>
                </a:ext>
              </a:extLst>
            </p:cNvPr>
            <p:cNvSpPr>
              <a:spLocks noGrp="1"/>
            </p:cNvSpPr>
            <p:nvPr/>
          </p:nvSpPr>
          <p:spPr>
            <a:xfrm>
              <a:off x="5196793" y="4218251"/>
              <a:ext cx="30315" cy="105416"/>
            </a:xfrm>
            <a:custGeom>
              <a:avLst/>
              <a:gdLst/>
              <a:ahLst/>
              <a:cxnLst/>
              <a:rect l="0" t="0" r="0" b="0"/>
              <a:pathLst>
                <a:path w="30315" h="105416">
                  <a:moveTo>
                    <a:pt x="30315" y="0"/>
                  </a:moveTo>
                  <a:lnTo>
                    <a:pt x="0" y="10541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9" name="Candidate_receptor__2328">
              <a:extLst>
                <a:ext uri="{FF2B5EF4-FFF2-40B4-BE49-F238E27FC236}">
                  <a16:creationId xmlns:a16="http://schemas.microsoft.com/office/drawing/2014/main" id="{D1A23A9C-DB1B-967B-9F1A-6BAD2C2B44D1}"/>
                </a:ext>
              </a:extLst>
            </p:cNvPr>
            <p:cNvSpPr>
              <a:spLocks noGrp="1"/>
            </p:cNvSpPr>
            <p:nvPr/>
          </p:nvSpPr>
          <p:spPr>
            <a:xfrm>
              <a:off x="5892756" y="4607473"/>
              <a:ext cx="14440" cy="96493"/>
            </a:xfrm>
            <a:custGeom>
              <a:avLst/>
              <a:gdLst/>
              <a:ahLst/>
              <a:cxnLst/>
              <a:rect l="0" t="0" r="0" b="0"/>
              <a:pathLst>
                <a:path w="14440" h="96493">
                  <a:moveTo>
                    <a:pt x="14440" y="96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0" name="Candidate_receptor__2329">
              <a:extLst>
                <a:ext uri="{FF2B5EF4-FFF2-40B4-BE49-F238E27FC236}">
                  <a16:creationId xmlns:a16="http://schemas.microsoft.com/office/drawing/2014/main" id="{9A37628D-DF65-E89C-2945-57E84CBB7DD9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480710"/>
              <a:ext cx="58289" cy="85324"/>
            </a:xfrm>
            <a:custGeom>
              <a:avLst/>
              <a:gdLst/>
              <a:ahLst/>
              <a:cxnLst/>
              <a:rect l="0" t="0" r="0" b="0"/>
              <a:pathLst>
                <a:path w="58289" h="85324">
                  <a:moveTo>
                    <a:pt x="0" y="85324"/>
                  </a:moveTo>
                  <a:lnTo>
                    <a:pt x="58289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1" name="Candidate_receptor__2330">
              <a:extLst>
                <a:ext uri="{FF2B5EF4-FFF2-40B4-BE49-F238E27FC236}">
                  <a16:creationId xmlns:a16="http://schemas.microsoft.com/office/drawing/2014/main" id="{CC178880-168C-9C99-2369-4A8BB9D785B0}"/>
                </a:ext>
              </a:extLst>
            </p:cNvPr>
            <p:cNvSpPr>
              <a:spLocks noGrp="1"/>
            </p:cNvSpPr>
            <p:nvPr/>
          </p:nvSpPr>
          <p:spPr>
            <a:xfrm>
              <a:off x="5344266" y="5298904"/>
              <a:ext cx="87054" cy="9992"/>
            </a:xfrm>
            <a:custGeom>
              <a:avLst/>
              <a:gdLst/>
              <a:ahLst/>
              <a:cxnLst/>
              <a:rect l="0" t="0" r="0" b="0"/>
              <a:pathLst>
                <a:path w="87054" h="9992">
                  <a:moveTo>
                    <a:pt x="0" y="0"/>
                  </a:moveTo>
                  <a:lnTo>
                    <a:pt x="87054" y="9992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2" name="Candidate_receptor__2331">
              <a:extLst>
                <a:ext uri="{FF2B5EF4-FFF2-40B4-BE49-F238E27FC236}">
                  <a16:creationId xmlns:a16="http://schemas.microsoft.com/office/drawing/2014/main" id="{CDE3FAE4-4FB4-F377-7AEC-708C23086CCE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100740" cy="10699"/>
            </a:xfrm>
            <a:custGeom>
              <a:avLst/>
              <a:gdLst/>
              <a:ahLst/>
              <a:cxnLst/>
              <a:rect l="0" t="0" r="0" b="0"/>
              <a:pathLst>
                <a:path w="100740" h="10699">
                  <a:moveTo>
                    <a:pt x="0" y="0"/>
                  </a:moveTo>
                  <a:lnTo>
                    <a:pt x="100740" y="1069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3" name="Candidate_receptor__2332">
              <a:extLst>
                <a:ext uri="{FF2B5EF4-FFF2-40B4-BE49-F238E27FC236}">
                  <a16:creationId xmlns:a16="http://schemas.microsoft.com/office/drawing/2014/main" id="{DE3523C8-AB11-A641-F715-E2A396410057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98904"/>
              <a:ext cx="83248" cy="15755"/>
            </a:xfrm>
            <a:custGeom>
              <a:avLst/>
              <a:gdLst/>
              <a:ahLst/>
              <a:cxnLst/>
              <a:rect l="0" t="0" r="0" b="0"/>
              <a:pathLst>
                <a:path w="83248" h="15755">
                  <a:moveTo>
                    <a:pt x="0" y="15755"/>
                  </a:moveTo>
                  <a:lnTo>
                    <a:pt x="8324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4" name="Candidate_receptor__2333">
              <a:extLst>
                <a:ext uri="{FF2B5EF4-FFF2-40B4-BE49-F238E27FC236}">
                  <a16:creationId xmlns:a16="http://schemas.microsoft.com/office/drawing/2014/main" id="{AC49C737-04D4-D8C7-01A2-97E6A759C0A1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57519"/>
              <a:ext cx="61606" cy="33711"/>
            </a:xfrm>
            <a:custGeom>
              <a:avLst/>
              <a:gdLst/>
              <a:ahLst/>
              <a:cxnLst/>
              <a:rect l="0" t="0" r="0" b="0"/>
              <a:pathLst>
                <a:path w="61606" h="33711">
                  <a:moveTo>
                    <a:pt x="0" y="33711"/>
                  </a:moveTo>
                  <a:lnTo>
                    <a:pt x="61606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5" name="Candidate_receptor__2334">
              <a:extLst>
                <a:ext uri="{FF2B5EF4-FFF2-40B4-BE49-F238E27FC236}">
                  <a16:creationId xmlns:a16="http://schemas.microsoft.com/office/drawing/2014/main" id="{3C48E8D1-5C06-361D-6459-7DB7F3E43D89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83950" cy="5710"/>
            </a:xfrm>
            <a:custGeom>
              <a:avLst/>
              <a:gdLst/>
              <a:ahLst/>
              <a:cxnLst/>
              <a:rect l="0" t="0" r="0" b="0"/>
              <a:pathLst>
                <a:path w="83950" h="5710">
                  <a:moveTo>
                    <a:pt x="0" y="0"/>
                  </a:moveTo>
                  <a:lnTo>
                    <a:pt x="83950" y="571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36" name="Candidate_receptor__2335">
              <a:extLst>
                <a:ext uri="{FF2B5EF4-FFF2-40B4-BE49-F238E27FC236}">
                  <a16:creationId xmlns:a16="http://schemas.microsoft.com/office/drawing/2014/main" id="{5269268F-372E-9C89-3705-125B2DCA2F1D}"/>
                </a:ext>
              </a:extLst>
            </p:cNvPr>
            <p:cNvSpPr>
              <a:spLocks noGrp="1"/>
            </p:cNvSpPr>
            <p:nvPr/>
          </p:nvSpPr>
          <p:spPr>
            <a:xfrm>
              <a:off x="5431321" y="5247236"/>
              <a:ext cx="74786" cy="61661"/>
            </a:xfrm>
            <a:custGeom>
              <a:avLst/>
              <a:gdLst/>
              <a:ahLst/>
              <a:cxnLst/>
              <a:rect l="0" t="0" r="0" b="0"/>
              <a:pathLst>
                <a:path w="74786" h="61661">
                  <a:moveTo>
                    <a:pt x="0" y="61661"/>
                  </a:moveTo>
                  <a:lnTo>
                    <a:pt x="74786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37" name="Candidate_receptor__2336">
              <a:extLst>
                <a:ext uri="{FF2B5EF4-FFF2-40B4-BE49-F238E27FC236}">
                  <a16:creationId xmlns:a16="http://schemas.microsoft.com/office/drawing/2014/main" id="{DBF1793A-2303-2FAD-1034-AE809C26E0CF}"/>
                </a:ext>
              </a:extLst>
            </p:cNvPr>
            <p:cNvSpPr>
              <a:spLocks noGrp="1"/>
            </p:cNvSpPr>
            <p:nvPr/>
          </p:nvSpPr>
          <p:spPr>
            <a:xfrm>
              <a:off x="4835901" y="4381528"/>
              <a:ext cx="111704" cy="23975"/>
            </a:xfrm>
            <a:custGeom>
              <a:avLst/>
              <a:gdLst/>
              <a:ahLst/>
              <a:cxnLst/>
              <a:rect l="0" t="0" r="0" b="0"/>
              <a:pathLst>
                <a:path w="111704" h="23975">
                  <a:moveTo>
                    <a:pt x="111704" y="23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8" name="Candidate_receptor__2337">
              <a:extLst>
                <a:ext uri="{FF2B5EF4-FFF2-40B4-BE49-F238E27FC236}">
                  <a16:creationId xmlns:a16="http://schemas.microsoft.com/office/drawing/2014/main" id="{444B8C5B-896E-0D33-0019-D27404095939}"/>
                </a:ext>
              </a:extLst>
            </p:cNvPr>
            <p:cNvSpPr>
              <a:spLocks noGrp="1"/>
            </p:cNvSpPr>
            <p:nvPr/>
          </p:nvSpPr>
          <p:spPr>
            <a:xfrm>
              <a:off x="4953731" y="4578389"/>
              <a:ext cx="58293" cy="79130"/>
            </a:xfrm>
            <a:custGeom>
              <a:avLst/>
              <a:gdLst/>
              <a:ahLst/>
              <a:cxnLst/>
              <a:rect l="0" t="0" r="0" b="0"/>
              <a:pathLst>
                <a:path w="58293" h="79130">
                  <a:moveTo>
                    <a:pt x="0" y="79130"/>
                  </a:moveTo>
                  <a:lnTo>
                    <a:pt x="58293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9" name="Candidate_receptor__2338">
              <a:extLst>
                <a:ext uri="{FF2B5EF4-FFF2-40B4-BE49-F238E27FC236}">
                  <a16:creationId xmlns:a16="http://schemas.microsoft.com/office/drawing/2014/main" id="{40B2665E-923C-B4C5-1965-7C9A70D7674D}"/>
                </a:ext>
              </a:extLst>
            </p:cNvPr>
            <p:cNvSpPr>
              <a:spLocks noGrp="1"/>
            </p:cNvSpPr>
            <p:nvPr/>
          </p:nvSpPr>
          <p:spPr>
            <a:xfrm>
              <a:off x="4512121" y="4426475"/>
              <a:ext cx="17315" cy="7739"/>
            </a:xfrm>
            <a:custGeom>
              <a:avLst/>
              <a:gdLst/>
              <a:ahLst/>
              <a:cxnLst/>
              <a:rect l="0" t="0" r="0" b="0"/>
              <a:pathLst>
                <a:path w="17315" h="7739">
                  <a:moveTo>
                    <a:pt x="17315" y="0"/>
                  </a:moveTo>
                  <a:lnTo>
                    <a:pt x="0" y="7739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40" name="Candidate_receptor__2339">
              <a:extLst>
                <a:ext uri="{FF2B5EF4-FFF2-40B4-BE49-F238E27FC236}">
                  <a16:creationId xmlns:a16="http://schemas.microsoft.com/office/drawing/2014/main" id="{2B946FC1-97E6-5879-CAF2-F326213F36A6}"/>
                </a:ext>
              </a:extLst>
            </p:cNvPr>
            <p:cNvSpPr>
              <a:spLocks noGrp="1"/>
            </p:cNvSpPr>
            <p:nvPr/>
          </p:nvSpPr>
          <p:spPr>
            <a:xfrm>
              <a:off x="6501030" y="4600652"/>
              <a:ext cx="57353" cy="9453"/>
            </a:xfrm>
            <a:custGeom>
              <a:avLst/>
              <a:gdLst/>
              <a:ahLst/>
              <a:cxnLst/>
              <a:rect l="0" t="0" r="0" b="0"/>
              <a:pathLst>
                <a:path w="57353" h="9453">
                  <a:moveTo>
                    <a:pt x="57353" y="0"/>
                  </a:moveTo>
                  <a:lnTo>
                    <a:pt x="0" y="945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1" name="Candidate_receptor__2340">
              <a:extLst>
                <a:ext uri="{FF2B5EF4-FFF2-40B4-BE49-F238E27FC236}">
                  <a16:creationId xmlns:a16="http://schemas.microsoft.com/office/drawing/2014/main" id="{3ECEBBE9-B14A-6BAF-D08B-20C739D5217D}"/>
                </a:ext>
              </a:extLst>
            </p:cNvPr>
            <p:cNvSpPr>
              <a:spLocks noGrp="1"/>
            </p:cNvSpPr>
            <p:nvPr/>
          </p:nvSpPr>
          <p:spPr>
            <a:xfrm>
              <a:off x="5506107" y="5197921"/>
              <a:ext cx="53715" cy="49315"/>
            </a:xfrm>
            <a:custGeom>
              <a:avLst/>
              <a:gdLst/>
              <a:ahLst/>
              <a:cxnLst/>
              <a:rect l="0" t="0" r="0" b="0"/>
              <a:pathLst>
                <a:path w="53715" h="49315">
                  <a:moveTo>
                    <a:pt x="0" y="49315"/>
                  </a:moveTo>
                  <a:lnTo>
                    <a:pt x="53715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42" name="Candidate_receptor__2341">
              <a:extLst>
                <a:ext uri="{FF2B5EF4-FFF2-40B4-BE49-F238E27FC236}">
                  <a16:creationId xmlns:a16="http://schemas.microsoft.com/office/drawing/2014/main" id="{154BABA2-081F-FC57-B683-458AFDB13D9B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91711"/>
              <a:ext cx="18930" cy="37373"/>
            </a:xfrm>
            <a:custGeom>
              <a:avLst/>
              <a:gdLst/>
              <a:ahLst/>
              <a:cxnLst/>
              <a:rect l="0" t="0" r="0" b="0"/>
              <a:pathLst>
                <a:path w="18930" h="37373">
                  <a:moveTo>
                    <a:pt x="0" y="37373"/>
                  </a:moveTo>
                  <a:lnTo>
                    <a:pt x="1893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3" name="Candidate_receptor__2342">
              <a:extLst>
                <a:ext uri="{FF2B5EF4-FFF2-40B4-BE49-F238E27FC236}">
                  <a16:creationId xmlns:a16="http://schemas.microsoft.com/office/drawing/2014/main" id="{022C89FD-FDA6-2E16-44D8-20575E8B5B6E}"/>
                </a:ext>
              </a:extLst>
            </p:cNvPr>
            <p:cNvSpPr>
              <a:spLocks noGrp="1"/>
            </p:cNvSpPr>
            <p:nvPr/>
          </p:nvSpPr>
          <p:spPr>
            <a:xfrm>
              <a:off x="5183632" y="4660754"/>
              <a:ext cx="34816" cy="109250"/>
            </a:xfrm>
            <a:custGeom>
              <a:avLst/>
              <a:gdLst/>
              <a:ahLst/>
              <a:cxnLst/>
              <a:rect l="0" t="0" r="0" b="0"/>
              <a:pathLst>
                <a:path w="34816" h="109250">
                  <a:moveTo>
                    <a:pt x="34816" y="0"/>
                  </a:moveTo>
                  <a:lnTo>
                    <a:pt x="0" y="10925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4" name="Candidate_receptor__2343">
              <a:extLst>
                <a:ext uri="{FF2B5EF4-FFF2-40B4-BE49-F238E27FC236}">
                  <a16:creationId xmlns:a16="http://schemas.microsoft.com/office/drawing/2014/main" id="{AA37803E-AB46-0F69-8BF1-65A2902D5634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692828"/>
              <a:ext cx="40355" cy="103034"/>
            </a:xfrm>
            <a:custGeom>
              <a:avLst/>
              <a:gdLst/>
              <a:ahLst/>
              <a:cxnLst/>
              <a:rect l="0" t="0" r="0" b="0"/>
              <a:pathLst>
                <a:path w="40355" h="103034">
                  <a:moveTo>
                    <a:pt x="0" y="103034"/>
                  </a:moveTo>
                  <a:lnTo>
                    <a:pt x="4035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5" name="Candidate_receptor__2344">
              <a:extLst>
                <a:ext uri="{FF2B5EF4-FFF2-40B4-BE49-F238E27FC236}">
                  <a16:creationId xmlns:a16="http://schemas.microsoft.com/office/drawing/2014/main" id="{395FF325-B134-5645-156D-B7E2F167B460}"/>
                </a:ext>
              </a:extLst>
            </p:cNvPr>
            <p:cNvSpPr>
              <a:spLocks noGrp="1"/>
            </p:cNvSpPr>
            <p:nvPr/>
          </p:nvSpPr>
          <p:spPr>
            <a:xfrm>
              <a:off x="5224030" y="5160322"/>
              <a:ext cx="106637" cy="8868"/>
            </a:xfrm>
            <a:custGeom>
              <a:avLst/>
              <a:gdLst/>
              <a:ahLst/>
              <a:cxnLst/>
              <a:rect l="0" t="0" r="0" b="0"/>
              <a:pathLst>
                <a:path w="106637" h="8868">
                  <a:moveTo>
                    <a:pt x="0" y="8868"/>
                  </a:moveTo>
                  <a:lnTo>
                    <a:pt x="10663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6" name="Candidate_receptor__2345">
              <a:extLst>
                <a:ext uri="{FF2B5EF4-FFF2-40B4-BE49-F238E27FC236}">
                  <a16:creationId xmlns:a16="http://schemas.microsoft.com/office/drawing/2014/main" id="{5634CE8C-A2C7-050F-E0D7-E855C4D86B7F}"/>
                </a:ext>
              </a:extLst>
            </p:cNvPr>
            <p:cNvSpPr>
              <a:spLocks noGrp="1"/>
            </p:cNvSpPr>
            <p:nvPr/>
          </p:nvSpPr>
          <p:spPr>
            <a:xfrm>
              <a:off x="6406450" y="3878366"/>
              <a:ext cx="111444" cy="12619"/>
            </a:xfrm>
            <a:custGeom>
              <a:avLst/>
              <a:gdLst/>
              <a:ahLst/>
              <a:cxnLst/>
              <a:rect l="0" t="0" r="0" b="0"/>
              <a:pathLst>
                <a:path w="111444" h="12619">
                  <a:moveTo>
                    <a:pt x="111444" y="126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7" name="Candidate_receptor__2346">
              <a:extLst>
                <a:ext uri="{FF2B5EF4-FFF2-40B4-BE49-F238E27FC236}">
                  <a16:creationId xmlns:a16="http://schemas.microsoft.com/office/drawing/2014/main" id="{8CF16213-BDCD-3352-CA93-2CC022FC78BE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795862"/>
              <a:ext cx="66053" cy="84357"/>
            </a:xfrm>
            <a:custGeom>
              <a:avLst/>
              <a:gdLst/>
              <a:ahLst/>
              <a:cxnLst/>
              <a:rect l="0" t="0" r="0" b="0"/>
              <a:pathLst>
                <a:path w="66053" h="84357">
                  <a:moveTo>
                    <a:pt x="66053" y="84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8" name="Candidate_receptor__2347">
              <a:extLst>
                <a:ext uri="{FF2B5EF4-FFF2-40B4-BE49-F238E27FC236}">
                  <a16:creationId xmlns:a16="http://schemas.microsoft.com/office/drawing/2014/main" id="{5215D3B1-6833-E574-AD1E-32F524403B30}"/>
                </a:ext>
              </a:extLst>
            </p:cNvPr>
            <p:cNvSpPr>
              <a:spLocks noGrp="1"/>
            </p:cNvSpPr>
            <p:nvPr/>
          </p:nvSpPr>
          <p:spPr>
            <a:xfrm>
              <a:off x="5375264" y="4310822"/>
              <a:ext cx="106195" cy="29676"/>
            </a:xfrm>
            <a:custGeom>
              <a:avLst/>
              <a:gdLst/>
              <a:ahLst/>
              <a:cxnLst/>
              <a:rect l="0" t="0" r="0" b="0"/>
              <a:pathLst>
                <a:path w="106195" h="29676">
                  <a:moveTo>
                    <a:pt x="106195" y="296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9" name="Candidate_receptor__2348">
              <a:extLst>
                <a:ext uri="{FF2B5EF4-FFF2-40B4-BE49-F238E27FC236}">
                  <a16:creationId xmlns:a16="http://schemas.microsoft.com/office/drawing/2014/main" id="{113DFB9A-25B6-45B2-B385-ABC7F188737B}"/>
                </a:ext>
              </a:extLst>
            </p:cNvPr>
            <p:cNvSpPr>
              <a:spLocks noGrp="1"/>
            </p:cNvSpPr>
            <p:nvPr/>
          </p:nvSpPr>
          <p:spPr>
            <a:xfrm>
              <a:off x="6471267" y="4470979"/>
              <a:ext cx="111487" cy="20456"/>
            </a:xfrm>
            <a:custGeom>
              <a:avLst/>
              <a:gdLst/>
              <a:ahLst/>
              <a:cxnLst/>
              <a:rect l="0" t="0" r="0" b="0"/>
              <a:pathLst>
                <a:path w="111487" h="20456">
                  <a:moveTo>
                    <a:pt x="0" y="0"/>
                  </a:moveTo>
                  <a:lnTo>
                    <a:pt x="111487" y="2045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0" name="Candidate_receptor__2349">
              <a:extLst>
                <a:ext uri="{FF2B5EF4-FFF2-40B4-BE49-F238E27FC236}">
                  <a16:creationId xmlns:a16="http://schemas.microsoft.com/office/drawing/2014/main" id="{ABFC7BC5-7536-84B3-B847-93DB0F486CDF}"/>
                </a:ext>
              </a:extLst>
            </p:cNvPr>
            <p:cNvSpPr>
              <a:spLocks noGrp="1"/>
            </p:cNvSpPr>
            <p:nvPr/>
          </p:nvSpPr>
          <p:spPr>
            <a:xfrm>
              <a:off x="5426566" y="4628542"/>
              <a:ext cx="95222" cy="64286"/>
            </a:xfrm>
            <a:custGeom>
              <a:avLst/>
              <a:gdLst/>
              <a:ahLst/>
              <a:cxnLst/>
              <a:rect l="0" t="0" r="0" b="0"/>
              <a:pathLst>
                <a:path w="95222" h="64286">
                  <a:moveTo>
                    <a:pt x="95222" y="642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1" name="Candidate_receptor__2350">
              <a:extLst>
                <a:ext uri="{FF2B5EF4-FFF2-40B4-BE49-F238E27FC236}">
                  <a16:creationId xmlns:a16="http://schemas.microsoft.com/office/drawing/2014/main" id="{19419279-AE28-2106-D5F1-1D33F4600E5B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061474"/>
              <a:ext cx="74282" cy="88175"/>
            </a:xfrm>
            <a:custGeom>
              <a:avLst/>
              <a:gdLst/>
              <a:ahLst/>
              <a:cxnLst/>
              <a:rect l="0" t="0" r="0" b="0"/>
              <a:pathLst>
                <a:path w="74282" h="88175">
                  <a:moveTo>
                    <a:pt x="0" y="88175"/>
                  </a:moveTo>
                  <a:lnTo>
                    <a:pt x="7428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2" name="Candidate_receptor__2351">
              <a:extLst>
                <a:ext uri="{FF2B5EF4-FFF2-40B4-BE49-F238E27FC236}">
                  <a16:creationId xmlns:a16="http://schemas.microsoft.com/office/drawing/2014/main" id="{513A3A83-3AE2-9315-F87C-2AA2CB4C26D6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411" cy="21393"/>
            </a:xfrm>
            <a:custGeom>
              <a:avLst/>
              <a:gdLst/>
              <a:ahLst/>
              <a:cxnLst/>
              <a:rect l="0" t="0" r="0" b="0"/>
              <a:pathLst>
                <a:path w="411" h="21393">
                  <a:moveTo>
                    <a:pt x="0" y="0"/>
                  </a:moveTo>
                  <a:lnTo>
                    <a:pt x="411" y="2139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3" name="Candidate_receptor__2352">
              <a:extLst>
                <a:ext uri="{FF2B5EF4-FFF2-40B4-BE49-F238E27FC236}">
                  <a16:creationId xmlns:a16="http://schemas.microsoft.com/office/drawing/2014/main" id="{0F5A08A4-B5B7-85B6-CF81-931E69F57115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0099" cy="27103"/>
            </a:xfrm>
            <a:custGeom>
              <a:avLst/>
              <a:gdLst/>
              <a:ahLst/>
              <a:cxnLst/>
              <a:rect l="0" t="0" r="0" b="0"/>
              <a:pathLst>
                <a:path w="10099" h="27103">
                  <a:moveTo>
                    <a:pt x="0" y="0"/>
                  </a:moveTo>
                  <a:lnTo>
                    <a:pt x="10099" y="2710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4" name="Candidate_receptor__2353">
              <a:extLst>
                <a:ext uri="{FF2B5EF4-FFF2-40B4-BE49-F238E27FC236}">
                  <a16:creationId xmlns:a16="http://schemas.microsoft.com/office/drawing/2014/main" id="{CFE8B48C-C393-686D-B403-C4B90CB3605B}"/>
                </a:ext>
              </a:extLst>
            </p:cNvPr>
            <p:cNvSpPr>
              <a:spLocks noGrp="1"/>
            </p:cNvSpPr>
            <p:nvPr/>
          </p:nvSpPr>
          <p:spPr>
            <a:xfrm>
              <a:off x="5943128" y="3524905"/>
              <a:ext cx="34392" cy="104373"/>
            </a:xfrm>
            <a:custGeom>
              <a:avLst/>
              <a:gdLst/>
              <a:ahLst/>
              <a:cxnLst/>
              <a:rect l="0" t="0" r="0" b="0"/>
              <a:pathLst>
                <a:path w="34392" h="104373">
                  <a:moveTo>
                    <a:pt x="0" y="104373"/>
                  </a:moveTo>
                  <a:lnTo>
                    <a:pt x="34392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55" name="Candidate_receptor__2354">
              <a:extLst>
                <a:ext uri="{FF2B5EF4-FFF2-40B4-BE49-F238E27FC236}">
                  <a16:creationId xmlns:a16="http://schemas.microsoft.com/office/drawing/2014/main" id="{B749EAC3-4C0B-3655-2C27-80D83395E2DE}"/>
                </a:ext>
              </a:extLst>
            </p:cNvPr>
            <p:cNvSpPr>
              <a:spLocks noGrp="1"/>
            </p:cNvSpPr>
            <p:nvPr/>
          </p:nvSpPr>
          <p:spPr>
            <a:xfrm>
              <a:off x="5451401" y="4340499"/>
              <a:ext cx="30058" cy="111454"/>
            </a:xfrm>
            <a:custGeom>
              <a:avLst/>
              <a:gdLst/>
              <a:ahLst/>
              <a:cxnLst/>
              <a:rect l="0" t="0" r="0" b="0"/>
              <a:pathLst>
                <a:path w="30058" h="111454">
                  <a:moveTo>
                    <a:pt x="0" y="111454"/>
                  </a:moveTo>
                  <a:lnTo>
                    <a:pt x="3005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6" name="Candidate_receptor__2355">
              <a:extLst>
                <a:ext uri="{FF2B5EF4-FFF2-40B4-BE49-F238E27FC236}">
                  <a16:creationId xmlns:a16="http://schemas.microsoft.com/office/drawing/2014/main" id="{5C9CC8EE-25E8-DC4E-2DC2-8E2D3997AB2A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38725"/>
              <a:ext cx="99296" cy="22029"/>
            </a:xfrm>
            <a:custGeom>
              <a:avLst/>
              <a:gdLst/>
              <a:ahLst/>
              <a:cxnLst/>
              <a:rect l="0" t="0" r="0" b="0"/>
              <a:pathLst>
                <a:path w="99296" h="22029">
                  <a:moveTo>
                    <a:pt x="0" y="0"/>
                  </a:moveTo>
                  <a:lnTo>
                    <a:pt x="99296" y="2202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7" name="Candidate_receptor__2356">
              <a:extLst>
                <a:ext uri="{FF2B5EF4-FFF2-40B4-BE49-F238E27FC236}">
                  <a16:creationId xmlns:a16="http://schemas.microsoft.com/office/drawing/2014/main" id="{E5C170E2-87B6-8AD1-76C7-D9F0891A6BF1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880219"/>
              <a:ext cx="79927" cy="82468"/>
            </a:xfrm>
            <a:custGeom>
              <a:avLst/>
              <a:gdLst/>
              <a:ahLst/>
              <a:cxnLst/>
              <a:rect l="0" t="0" r="0" b="0"/>
              <a:pathLst>
                <a:path w="79927" h="82468">
                  <a:moveTo>
                    <a:pt x="0" y="82468"/>
                  </a:moveTo>
                  <a:lnTo>
                    <a:pt x="799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8" name="Candidate_receptor__2357">
              <a:extLst>
                <a:ext uri="{FF2B5EF4-FFF2-40B4-BE49-F238E27FC236}">
                  <a16:creationId xmlns:a16="http://schemas.microsoft.com/office/drawing/2014/main" id="{B4A94F62-EF85-23C0-33DA-4A5906DE2AF2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10822"/>
              <a:ext cx="50354" cy="62368"/>
            </a:xfrm>
            <a:custGeom>
              <a:avLst/>
              <a:gdLst/>
              <a:ahLst/>
              <a:cxnLst/>
              <a:rect l="0" t="0" r="0" b="0"/>
              <a:pathLst>
                <a:path w="50354" h="62368">
                  <a:moveTo>
                    <a:pt x="50354" y="0"/>
                  </a:moveTo>
                  <a:lnTo>
                    <a:pt x="0" y="62368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9" name="Candidate_receptor__2358">
              <a:extLst>
                <a:ext uri="{FF2B5EF4-FFF2-40B4-BE49-F238E27FC236}">
                  <a16:creationId xmlns:a16="http://schemas.microsoft.com/office/drawing/2014/main" id="{FA5CBE94-380B-0993-DE4E-124E00EC8A43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491471"/>
              <a:ext cx="75300" cy="43108"/>
            </a:xfrm>
            <a:custGeom>
              <a:avLst/>
              <a:gdLst/>
              <a:ahLst/>
              <a:cxnLst/>
              <a:rect l="0" t="0" r="0" b="0"/>
              <a:pathLst>
                <a:path w="75300" h="43108">
                  <a:moveTo>
                    <a:pt x="0" y="43108"/>
                  </a:moveTo>
                  <a:lnTo>
                    <a:pt x="753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0" name="Candidate_receptor__2359">
              <a:extLst>
                <a:ext uri="{FF2B5EF4-FFF2-40B4-BE49-F238E27FC236}">
                  <a16:creationId xmlns:a16="http://schemas.microsoft.com/office/drawing/2014/main" id="{71E76954-C62D-25B6-C603-B4FB2A170575}"/>
                </a:ext>
              </a:extLst>
            </p:cNvPr>
            <p:cNvSpPr>
              <a:spLocks noGrp="1"/>
            </p:cNvSpPr>
            <p:nvPr/>
          </p:nvSpPr>
          <p:spPr>
            <a:xfrm>
              <a:off x="4924105" y="4405504"/>
              <a:ext cx="23500" cy="85968"/>
            </a:xfrm>
            <a:custGeom>
              <a:avLst/>
              <a:gdLst/>
              <a:ahLst/>
              <a:cxnLst/>
              <a:rect l="0" t="0" r="0" b="0"/>
              <a:pathLst>
                <a:path w="23500" h="85968">
                  <a:moveTo>
                    <a:pt x="0" y="85968"/>
                  </a:moveTo>
                  <a:lnTo>
                    <a:pt x="235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1" name="Candidate_receptor__2360">
              <a:extLst>
                <a:ext uri="{FF2B5EF4-FFF2-40B4-BE49-F238E27FC236}">
                  <a16:creationId xmlns:a16="http://schemas.microsoft.com/office/drawing/2014/main" id="{436AE493-4600-A49E-C9A1-45D60CF3187F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165396"/>
              <a:ext cx="45127" cy="3794"/>
            </a:xfrm>
            <a:custGeom>
              <a:avLst/>
              <a:gdLst/>
              <a:ahLst/>
              <a:cxnLst/>
              <a:rect l="0" t="0" r="0" b="0"/>
              <a:pathLst>
                <a:path w="45127" h="3794">
                  <a:moveTo>
                    <a:pt x="0" y="0"/>
                  </a:moveTo>
                  <a:lnTo>
                    <a:pt x="45127" y="379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2" name="Candidate_receptor__2361">
              <a:extLst>
                <a:ext uri="{FF2B5EF4-FFF2-40B4-BE49-F238E27FC236}">
                  <a16:creationId xmlns:a16="http://schemas.microsoft.com/office/drawing/2014/main" id="{F028E43C-64B5-9B2C-D1B4-95B0F74FC436}"/>
                </a:ext>
              </a:extLst>
            </p:cNvPr>
            <p:cNvSpPr>
              <a:spLocks noGrp="1"/>
            </p:cNvSpPr>
            <p:nvPr/>
          </p:nvSpPr>
          <p:spPr>
            <a:xfrm>
              <a:off x="6558383" y="4491435"/>
              <a:ext cx="24371" cy="109217"/>
            </a:xfrm>
            <a:custGeom>
              <a:avLst/>
              <a:gdLst/>
              <a:ahLst/>
              <a:cxnLst/>
              <a:rect l="0" t="0" r="0" b="0"/>
              <a:pathLst>
                <a:path w="24371" h="109217">
                  <a:moveTo>
                    <a:pt x="24371" y="0"/>
                  </a:moveTo>
                  <a:lnTo>
                    <a:pt x="0" y="10921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3" name="Candidate_receptor__2362">
              <a:extLst>
                <a:ext uri="{FF2B5EF4-FFF2-40B4-BE49-F238E27FC236}">
                  <a16:creationId xmlns:a16="http://schemas.microsoft.com/office/drawing/2014/main" id="{37D6D4E5-FF95-BF44-7A8A-D85BC828FF80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628542"/>
              <a:ext cx="59068" cy="82379"/>
            </a:xfrm>
            <a:custGeom>
              <a:avLst/>
              <a:gdLst/>
              <a:ahLst/>
              <a:cxnLst/>
              <a:rect l="0" t="0" r="0" b="0"/>
              <a:pathLst>
                <a:path w="59068" h="82379">
                  <a:moveTo>
                    <a:pt x="59068" y="0"/>
                  </a:moveTo>
                  <a:lnTo>
                    <a:pt x="0" y="8237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4" name="Candidate_receptor__2363">
              <a:extLst>
                <a:ext uri="{FF2B5EF4-FFF2-40B4-BE49-F238E27FC236}">
                  <a16:creationId xmlns:a16="http://schemas.microsoft.com/office/drawing/2014/main" id="{3F1C6B73-BA53-2F21-0689-40169BB13283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81528"/>
              <a:ext cx="27085" cy="4984"/>
            </a:xfrm>
            <a:custGeom>
              <a:avLst/>
              <a:gdLst/>
              <a:ahLst/>
              <a:cxnLst/>
              <a:rect l="0" t="0" r="0" b="0"/>
              <a:pathLst>
                <a:path w="27085" h="4984">
                  <a:moveTo>
                    <a:pt x="27085" y="0"/>
                  </a:moveTo>
                  <a:lnTo>
                    <a:pt x="0" y="498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5" name="Candidate_receptor__2364">
              <a:extLst>
                <a:ext uri="{FF2B5EF4-FFF2-40B4-BE49-F238E27FC236}">
                  <a16:creationId xmlns:a16="http://schemas.microsoft.com/office/drawing/2014/main" id="{01A8597F-EB39-35FC-6FA2-2CDAC0F64AF3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15247" cy="42144"/>
            </a:xfrm>
            <a:custGeom>
              <a:avLst/>
              <a:gdLst/>
              <a:ahLst/>
              <a:cxnLst/>
              <a:rect l="0" t="0" r="0" b="0"/>
              <a:pathLst>
                <a:path w="15247" h="42144">
                  <a:moveTo>
                    <a:pt x="15247" y="421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66" name="Candidate_receptor__2365">
              <a:extLst>
                <a:ext uri="{FF2B5EF4-FFF2-40B4-BE49-F238E27FC236}">
                  <a16:creationId xmlns:a16="http://schemas.microsoft.com/office/drawing/2014/main" id="{052F4E64-5DC4-A498-5C3F-FCDB1C78C876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3978857"/>
              <a:ext cx="53727" cy="49679"/>
            </a:xfrm>
            <a:custGeom>
              <a:avLst/>
              <a:gdLst/>
              <a:ahLst/>
              <a:cxnLst/>
              <a:rect l="0" t="0" r="0" b="0"/>
              <a:pathLst>
                <a:path w="53727" h="49679">
                  <a:moveTo>
                    <a:pt x="0" y="49679"/>
                  </a:moveTo>
                  <a:lnTo>
                    <a:pt x="537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7" name="Candidate_receptor__2366">
              <a:extLst>
                <a:ext uri="{FF2B5EF4-FFF2-40B4-BE49-F238E27FC236}">
                  <a16:creationId xmlns:a16="http://schemas.microsoft.com/office/drawing/2014/main" id="{D83D777D-52BC-6C6C-7199-7BEB32468A4A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34415"/>
              <a:ext cx="111910" cy="16667"/>
            </a:xfrm>
            <a:custGeom>
              <a:avLst/>
              <a:gdLst/>
              <a:ahLst/>
              <a:cxnLst/>
              <a:rect l="0" t="0" r="0" b="0"/>
              <a:pathLst>
                <a:path w="111910" h="16667">
                  <a:moveTo>
                    <a:pt x="111910" y="0"/>
                  </a:moveTo>
                  <a:lnTo>
                    <a:pt x="0" y="1666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8" name="Candidate_receptor__2367">
              <a:extLst>
                <a:ext uri="{FF2B5EF4-FFF2-40B4-BE49-F238E27FC236}">
                  <a16:creationId xmlns:a16="http://schemas.microsoft.com/office/drawing/2014/main" id="{A872DC49-2766-DA5C-9B3D-026DDE4A4E29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5361"/>
              <a:ext cx="107602" cy="33712"/>
            </a:xfrm>
            <a:custGeom>
              <a:avLst/>
              <a:gdLst/>
              <a:ahLst/>
              <a:cxnLst/>
              <a:rect l="0" t="0" r="0" b="0"/>
              <a:pathLst>
                <a:path w="107602" h="33712">
                  <a:moveTo>
                    <a:pt x="0" y="33712"/>
                  </a:moveTo>
                  <a:lnTo>
                    <a:pt x="10760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9" name="Candidate_receptor__2368">
              <a:extLst>
                <a:ext uri="{FF2B5EF4-FFF2-40B4-BE49-F238E27FC236}">
                  <a16:creationId xmlns:a16="http://schemas.microsoft.com/office/drawing/2014/main" id="{7D9F5123-7A2A-25FC-8F9A-43DD125B686E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878366"/>
              <a:ext cx="24635" cy="5423"/>
            </a:xfrm>
            <a:custGeom>
              <a:avLst/>
              <a:gdLst/>
              <a:ahLst/>
              <a:cxnLst/>
              <a:rect l="0" t="0" r="0" b="0"/>
              <a:pathLst>
                <a:path w="24635" h="5423">
                  <a:moveTo>
                    <a:pt x="24635" y="0"/>
                  </a:moveTo>
                  <a:lnTo>
                    <a:pt x="0" y="542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0" name="Candidate_receptor__2369">
              <a:extLst>
                <a:ext uri="{FF2B5EF4-FFF2-40B4-BE49-F238E27FC236}">
                  <a16:creationId xmlns:a16="http://schemas.microsoft.com/office/drawing/2014/main" id="{E4A8FDA0-E149-017D-7C34-A2B92E450A3C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70979"/>
              <a:ext cx="37642" cy="48832"/>
            </a:xfrm>
            <a:custGeom>
              <a:avLst/>
              <a:gdLst/>
              <a:ahLst/>
              <a:cxnLst/>
              <a:rect l="0" t="0" r="0" b="0"/>
              <a:pathLst>
                <a:path w="37642" h="48832">
                  <a:moveTo>
                    <a:pt x="0" y="48832"/>
                  </a:moveTo>
                  <a:lnTo>
                    <a:pt x="3764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1" name="Candidate_receptor__2370">
              <a:extLst>
                <a:ext uri="{FF2B5EF4-FFF2-40B4-BE49-F238E27FC236}">
                  <a16:creationId xmlns:a16="http://schemas.microsoft.com/office/drawing/2014/main" id="{13933A37-A7E7-7C60-67C5-E3FCF73E1F89}"/>
                </a:ext>
              </a:extLst>
            </p:cNvPr>
            <p:cNvSpPr>
              <a:spLocks noGrp="1"/>
            </p:cNvSpPr>
            <p:nvPr/>
          </p:nvSpPr>
          <p:spPr>
            <a:xfrm>
              <a:off x="6311779" y="4131532"/>
              <a:ext cx="8908" cy="100629"/>
            </a:xfrm>
            <a:custGeom>
              <a:avLst/>
              <a:gdLst/>
              <a:ahLst/>
              <a:cxnLst/>
              <a:rect l="0" t="0" r="0" b="0"/>
              <a:pathLst>
                <a:path w="8908" h="100629">
                  <a:moveTo>
                    <a:pt x="8908" y="100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2" name="Candidate_receptor__2371">
              <a:extLst>
                <a:ext uri="{FF2B5EF4-FFF2-40B4-BE49-F238E27FC236}">
                  <a16:creationId xmlns:a16="http://schemas.microsoft.com/office/drawing/2014/main" id="{EA1888B5-6E25-BF27-7A70-68B171CED762}"/>
                </a:ext>
              </a:extLst>
            </p:cNvPr>
            <p:cNvSpPr>
              <a:spLocks noGrp="1"/>
            </p:cNvSpPr>
            <p:nvPr/>
          </p:nvSpPr>
          <p:spPr>
            <a:xfrm>
              <a:off x="5896128" y="3629279"/>
              <a:ext cx="47000" cy="35793"/>
            </a:xfrm>
            <a:custGeom>
              <a:avLst/>
              <a:gdLst/>
              <a:ahLst/>
              <a:cxnLst/>
              <a:rect l="0" t="0" r="0" b="0"/>
              <a:pathLst>
                <a:path w="47000" h="35793">
                  <a:moveTo>
                    <a:pt x="0" y="35793"/>
                  </a:moveTo>
                  <a:lnTo>
                    <a:pt x="47000" y="0"/>
                  </a:lnTo>
                </a:path>
              </a:pathLst>
            </a:custGeom>
            <a:noFill/>
            <a:ln w="8096">
              <a:solidFill>
                <a:srgbClr val="DEE3E7"/>
              </a:solidFill>
            </a:ln>
          </p:spPr>
        </p:sp>
        <p:sp>
          <p:nvSpPr>
            <p:cNvPr id="2373" name="Candidate_receptor__2372">
              <a:extLst>
                <a:ext uri="{FF2B5EF4-FFF2-40B4-BE49-F238E27FC236}">
                  <a16:creationId xmlns:a16="http://schemas.microsoft.com/office/drawing/2014/main" id="{3CAB29BB-5A76-C285-5946-0485815AD013}"/>
                </a:ext>
              </a:extLst>
            </p:cNvPr>
            <p:cNvSpPr>
              <a:spLocks noGrp="1"/>
            </p:cNvSpPr>
            <p:nvPr/>
          </p:nvSpPr>
          <p:spPr>
            <a:xfrm>
              <a:off x="6493611" y="3890985"/>
              <a:ext cx="24283" cy="87873"/>
            </a:xfrm>
            <a:custGeom>
              <a:avLst/>
              <a:gdLst/>
              <a:ahLst/>
              <a:cxnLst/>
              <a:rect l="0" t="0" r="0" b="0"/>
              <a:pathLst>
                <a:path w="24283" h="87873">
                  <a:moveTo>
                    <a:pt x="0" y="87873"/>
                  </a:moveTo>
                  <a:lnTo>
                    <a:pt x="24283" y="0"/>
                  </a:lnTo>
                </a:path>
              </a:pathLst>
            </a:custGeom>
            <a:noFill/>
            <a:ln w="20003">
              <a:solidFill>
                <a:srgbClr val="DEE3E7"/>
              </a:solidFill>
            </a:ln>
          </p:spPr>
        </p:sp>
        <p:sp>
          <p:nvSpPr>
            <p:cNvPr id="2374" name="Candidate_receptor__2373">
              <a:extLst>
                <a:ext uri="{FF2B5EF4-FFF2-40B4-BE49-F238E27FC236}">
                  <a16:creationId xmlns:a16="http://schemas.microsoft.com/office/drawing/2014/main" id="{7FD23A3C-A322-7445-695C-88C9519FF2E6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88602" cy="35632"/>
            </a:xfrm>
            <a:custGeom>
              <a:avLst/>
              <a:gdLst/>
              <a:ahLst/>
              <a:cxnLst/>
              <a:rect l="0" t="0" r="0" b="0"/>
              <a:pathLst>
                <a:path w="88602" h="35632">
                  <a:moveTo>
                    <a:pt x="88602" y="356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5" name="Candidate_receptor__2374">
              <a:extLst>
                <a:ext uri="{FF2B5EF4-FFF2-40B4-BE49-F238E27FC236}">
                  <a16:creationId xmlns:a16="http://schemas.microsoft.com/office/drawing/2014/main" id="{8864FC88-BA0D-8022-8A30-44DC8D9F6C24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68608"/>
              <a:ext cx="103135" cy="15262"/>
            </a:xfrm>
            <a:custGeom>
              <a:avLst/>
              <a:gdLst/>
              <a:ahLst/>
              <a:cxnLst/>
              <a:rect l="0" t="0" r="0" b="0"/>
              <a:pathLst>
                <a:path w="103135" h="15262">
                  <a:moveTo>
                    <a:pt x="0" y="15262"/>
                  </a:moveTo>
                  <a:lnTo>
                    <a:pt x="103135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6" name="Candidate_receptor__2375">
              <a:extLst>
                <a:ext uri="{FF2B5EF4-FFF2-40B4-BE49-F238E27FC236}">
                  <a16:creationId xmlns:a16="http://schemas.microsoft.com/office/drawing/2014/main" id="{A479B558-3C04-853A-502E-30E4A1DF84AA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45692"/>
              <a:ext cx="49477" cy="68967"/>
            </a:xfrm>
            <a:custGeom>
              <a:avLst/>
              <a:gdLst/>
              <a:ahLst/>
              <a:cxnLst/>
              <a:rect l="0" t="0" r="0" b="0"/>
              <a:pathLst>
                <a:path w="49477" h="68967">
                  <a:moveTo>
                    <a:pt x="49477" y="0"/>
                  </a:moveTo>
                  <a:lnTo>
                    <a:pt x="0" y="68967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7" name="Candidate_receptor__2376">
              <a:extLst>
                <a:ext uri="{FF2B5EF4-FFF2-40B4-BE49-F238E27FC236}">
                  <a16:creationId xmlns:a16="http://schemas.microsoft.com/office/drawing/2014/main" id="{0C476158-7817-E6BD-A8E8-C32A2C7AC49C}"/>
                </a:ext>
              </a:extLst>
            </p:cNvPr>
            <p:cNvSpPr>
              <a:spLocks noGrp="1"/>
            </p:cNvSpPr>
            <p:nvPr/>
          </p:nvSpPr>
          <p:spPr>
            <a:xfrm>
              <a:off x="5786200" y="4476198"/>
              <a:ext cx="73716" cy="68652"/>
            </a:xfrm>
            <a:custGeom>
              <a:avLst/>
              <a:gdLst/>
              <a:ahLst/>
              <a:cxnLst/>
              <a:rect l="0" t="0" r="0" b="0"/>
              <a:pathLst>
                <a:path w="73716" h="68652">
                  <a:moveTo>
                    <a:pt x="73716" y="68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8" name="Candidate_receptor__2377">
              <a:extLst>
                <a:ext uri="{FF2B5EF4-FFF2-40B4-BE49-F238E27FC236}">
                  <a16:creationId xmlns:a16="http://schemas.microsoft.com/office/drawing/2014/main" id="{6650F031-9EA5-8B0D-CA76-816ED55ABB3D}"/>
                </a:ext>
              </a:extLst>
            </p:cNvPr>
            <p:cNvSpPr>
              <a:spLocks noGrp="1"/>
            </p:cNvSpPr>
            <p:nvPr/>
          </p:nvSpPr>
          <p:spPr>
            <a:xfrm>
              <a:off x="5310494" y="5160322"/>
              <a:ext cx="20172" cy="85370"/>
            </a:xfrm>
            <a:custGeom>
              <a:avLst/>
              <a:gdLst/>
              <a:ahLst/>
              <a:cxnLst/>
              <a:rect l="0" t="0" r="0" b="0"/>
              <a:pathLst>
                <a:path w="20172" h="85370">
                  <a:moveTo>
                    <a:pt x="20172" y="0"/>
                  </a:moveTo>
                  <a:lnTo>
                    <a:pt x="0" y="8537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9" name="Candidate_receptor__2378">
              <a:extLst>
                <a:ext uri="{FF2B5EF4-FFF2-40B4-BE49-F238E27FC236}">
                  <a16:creationId xmlns:a16="http://schemas.microsoft.com/office/drawing/2014/main" id="{FF17719F-9484-8A34-71AD-03AA2A4F210D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39056"/>
              <a:ext cx="107372" cy="5200"/>
            </a:xfrm>
            <a:custGeom>
              <a:avLst/>
              <a:gdLst/>
              <a:ahLst/>
              <a:cxnLst/>
              <a:rect l="0" t="0" r="0" b="0"/>
              <a:pathLst>
                <a:path w="107372" h="5200">
                  <a:moveTo>
                    <a:pt x="107372" y="52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0" name="Candidate_receptor__2379">
              <a:extLst>
                <a:ext uri="{FF2B5EF4-FFF2-40B4-BE49-F238E27FC236}">
                  <a16:creationId xmlns:a16="http://schemas.microsoft.com/office/drawing/2014/main" id="{01EC49BE-CE42-6591-57A6-F4B7CF27618C}"/>
                </a:ext>
              </a:extLst>
            </p:cNvPr>
            <p:cNvSpPr>
              <a:spLocks noGrp="1"/>
            </p:cNvSpPr>
            <p:nvPr/>
          </p:nvSpPr>
          <p:spPr>
            <a:xfrm>
              <a:off x="5141955" y="4068608"/>
              <a:ext cx="38358" cy="91882"/>
            </a:xfrm>
            <a:custGeom>
              <a:avLst/>
              <a:gdLst/>
              <a:ahLst/>
              <a:cxnLst/>
              <a:rect l="0" t="0" r="0" b="0"/>
              <a:pathLst>
                <a:path w="38358" h="91882">
                  <a:moveTo>
                    <a:pt x="0" y="0"/>
                  </a:moveTo>
                  <a:lnTo>
                    <a:pt x="38358" y="91882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1" name="Candidate_receptor__2380">
              <a:extLst>
                <a:ext uri="{FF2B5EF4-FFF2-40B4-BE49-F238E27FC236}">
                  <a16:creationId xmlns:a16="http://schemas.microsoft.com/office/drawing/2014/main" id="{12C3D008-238C-A34A-7976-D54008CF8DFC}"/>
                </a:ext>
              </a:extLst>
            </p:cNvPr>
            <p:cNvSpPr>
              <a:spLocks noGrp="1"/>
            </p:cNvSpPr>
            <p:nvPr/>
          </p:nvSpPr>
          <p:spPr>
            <a:xfrm>
              <a:off x="5907196" y="4703966"/>
              <a:ext cx="27980" cy="10625"/>
            </a:xfrm>
            <a:custGeom>
              <a:avLst/>
              <a:gdLst/>
              <a:ahLst/>
              <a:cxnLst/>
              <a:rect l="0" t="0" r="0" b="0"/>
              <a:pathLst>
                <a:path w="27980" h="10625">
                  <a:moveTo>
                    <a:pt x="27980" y="10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2" name="Candidate_receptor__2381">
              <a:extLst>
                <a:ext uri="{FF2B5EF4-FFF2-40B4-BE49-F238E27FC236}">
                  <a16:creationId xmlns:a16="http://schemas.microsoft.com/office/drawing/2014/main" id="{39FDFE0C-1628-4C1B-4429-21AEEE04E7C4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76198"/>
              <a:ext cx="88991" cy="32223"/>
            </a:xfrm>
            <a:custGeom>
              <a:avLst/>
              <a:gdLst/>
              <a:ahLst/>
              <a:cxnLst/>
              <a:rect l="0" t="0" r="0" b="0"/>
              <a:pathLst>
                <a:path w="88991" h="32223">
                  <a:moveTo>
                    <a:pt x="88991" y="0"/>
                  </a:moveTo>
                  <a:lnTo>
                    <a:pt x="0" y="3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3" name="Candidate_receptor__2382">
              <a:extLst>
                <a:ext uri="{FF2B5EF4-FFF2-40B4-BE49-F238E27FC236}">
                  <a16:creationId xmlns:a16="http://schemas.microsoft.com/office/drawing/2014/main" id="{0FB09E68-5B21-F3E9-D81B-D48735F60F39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66033" cy="13897"/>
            </a:xfrm>
            <a:custGeom>
              <a:avLst/>
              <a:gdLst/>
              <a:ahLst/>
              <a:cxnLst/>
              <a:rect l="0" t="0" r="0" b="0"/>
              <a:pathLst>
                <a:path w="66033" h="13897">
                  <a:moveTo>
                    <a:pt x="66033" y="138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4" name="Candidate_receptor__2383">
              <a:extLst>
                <a:ext uri="{FF2B5EF4-FFF2-40B4-BE49-F238E27FC236}">
                  <a16:creationId xmlns:a16="http://schemas.microsoft.com/office/drawing/2014/main" id="{52289364-3ECB-DD1C-464E-3FD701288485}"/>
                </a:ext>
              </a:extLst>
            </p:cNvPr>
            <p:cNvSpPr>
              <a:spLocks noGrp="1"/>
            </p:cNvSpPr>
            <p:nvPr/>
          </p:nvSpPr>
          <p:spPr>
            <a:xfrm>
              <a:off x="6050719" y="3571991"/>
              <a:ext cx="55302" cy="50931"/>
            </a:xfrm>
            <a:custGeom>
              <a:avLst/>
              <a:gdLst/>
              <a:ahLst/>
              <a:cxnLst/>
              <a:rect l="0" t="0" r="0" b="0"/>
              <a:pathLst>
                <a:path w="55302" h="50931">
                  <a:moveTo>
                    <a:pt x="0" y="0"/>
                  </a:moveTo>
                  <a:lnTo>
                    <a:pt x="55302" y="50931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5" name="Candidate_receptor__2384">
              <a:extLst>
                <a:ext uri="{FF2B5EF4-FFF2-40B4-BE49-F238E27FC236}">
                  <a16:creationId xmlns:a16="http://schemas.microsoft.com/office/drawing/2014/main" id="{D3943218-8C42-B8D5-7ABD-7AFBBB339F07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60490"/>
              <a:ext cx="84127" cy="68593"/>
            </a:xfrm>
            <a:custGeom>
              <a:avLst/>
              <a:gdLst/>
              <a:ahLst/>
              <a:cxnLst/>
              <a:rect l="0" t="0" r="0" b="0"/>
              <a:pathLst>
                <a:path w="84127" h="68593">
                  <a:moveTo>
                    <a:pt x="84127" y="0"/>
                  </a:moveTo>
                  <a:lnTo>
                    <a:pt x="0" y="6859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6" name="Candidate_receptor__2385">
              <a:extLst>
                <a:ext uri="{FF2B5EF4-FFF2-40B4-BE49-F238E27FC236}">
                  <a16:creationId xmlns:a16="http://schemas.microsoft.com/office/drawing/2014/main" id="{E928036C-1D78-C370-C240-4D546B59DD5A}"/>
                </a:ext>
              </a:extLst>
            </p:cNvPr>
            <p:cNvSpPr>
              <a:spLocks noGrp="1"/>
            </p:cNvSpPr>
            <p:nvPr/>
          </p:nvSpPr>
          <p:spPr>
            <a:xfrm>
              <a:off x="6207577" y="4232161"/>
              <a:ext cx="113110" cy="18883"/>
            </a:xfrm>
            <a:custGeom>
              <a:avLst/>
              <a:gdLst/>
              <a:ahLst/>
              <a:cxnLst/>
              <a:rect l="0" t="0" r="0" b="0"/>
              <a:pathLst>
                <a:path w="113110" h="18883">
                  <a:moveTo>
                    <a:pt x="0" y="18883"/>
                  </a:moveTo>
                  <a:lnTo>
                    <a:pt x="11311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7" name="Candidate_receptor__2386">
              <a:extLst>
                <a:ext uri="{FF2B5EF4-FFF2-40B4-BE49-F238E27FC236}">
                  <a16:creationId xmlns:a16="http://schemas.microsoft.com/office/drawing/2014/main" id="{8E1C6CD1-0F42-8F48-8E58-94C590D42883}"/>
                </a:ext>
              </a:extLst>
            </p:cNvPr>
            <p:cNvSpPr>
              <a:spLocks noGrp="1"/>
            </p:cNvSpPr>
            <p:nvPr/>
          </p:nvSpPr>
          <p:spPr>
            <a:xfrm>
              <a:off x="5977520" y="3524905"/>
              <a:ext cx="73199" cy="47086"/>
            </a:xfrm>
            <a:custGeom>
              <a:avLst/>
              <a:gdLst/>
              <a:ahLst/>
              <a:cxnLst/>
              <a:rect l="0" t="0" r="0" b="0"/>
              <a:pathLst>
                <a:path w="73199" h="47086">
                  <a:moveTo>
                    <a:pt x="0" y="0"/>
                  </a:moveTo>
                  <a:lnTo>
                    <a:pt x="73199" y="47086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8" name="Candidate_receptor__2387">
              <a:extLst>
                <a:ext uri="{FF2B5EF4-FFF2-40B4-BE49-F238E27FC236}">
                  <a16:creationId xmlns:a16="http://schemas.microsoft.com/office/drawing/2014/main" id="{52DEF809-C108-FFB8-9A3A-0A4F902015F3}"/>
                </a:ext>
              </a:extLst>
            </p:cNvPr>
            <p:cNvSpPr>
              <a:spLocks noGrp="1"/>
            </p:cNvSpPr>
            <p:nvPr/>
          </p:nvSpPr>
          <p:spPr>
            <a:xfrm>
              <a:off x="6415866" y="3734415"/>
              <a:ext cx="38862" cy="61997"/>
            </a:xfrm>
            <a:custGeom>
              <a:avLst/>
              <a:gdLst/>
              <a:ahLst/>
              <a:cxnLst/>
              <a:rect l="0" t="0" r="0" b="0"/>
              <a:pathLst>
                <a:path w="38862" h="61997">
                  <a:moveTo>
                    <a:pt x="38862" y="619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9" name="Candidate_receptor__2388">
              <a:extLst>
                <a:ext uri="{FF2B5EF4-FFF2-40B4-BE49-F238E27FC236}">
                  <a16:creationId xmlns:a16="http://schemas.microsoft.com/office/drawing/2014/main" id="{651234E8-EB73-A07B-9278-D48431EF484C}"/>
                </a:ext>
              </a:extLst>
            </p:cNvPr>
            <p:cNvSpPr>
              <a:spLocks noGrp="1"/>
            </p:cNvSpPr>
            <p:nvPr/>
          </p:nvSpPr>
          <p:spPr>
            <a:xfrm>
              <a:off x="5559822" y="5197921"/>
              <a:ext cx="59567" cy="71383"/>
            </a:xfrm>
            <a:custGeom>
              <a:avLst/>
              <a:gdLst/>
              <a:ahLst/>
              <a:cxnLst/>
              <a:rect l="0" t="0" r="0" b="0"/>
              <a:pathLst>
                <a:path w="59567" h="71383">
                  <a:moveTo>
                    <a:pt x="0" y="0"/>
                  </a:moveTo>
                  <a:lnTo>
                    <a:pt x="59567" y="71383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0" name="Candidate_receptor__2389">
              <a:extLst>
                <a:ext uri="{FF2B5EF4-FFF2-40B4-BE49-F238E27FC236}">
                  <a16:creationId xmlns:a16="http://schemas.microsoft.com/office/drawing/2014/main" id="{CC0EE0BA-2431-428C-E727-30F02EC20E79}"/>
                </a:ext>
              </a:extLst>
            </p:cNvPr>
            <p:cNvSpPr>
              <a:spLocks noGrp="1"/>
            </p:cNvSpPr>
            <p:nvPr/>
          </p:nvSpPr>
          <p:spPr>
            <a:xfrm>
              <a:off x="5209506" y="5015361"/>
              <a:ext cx="36376" cy="62921"/>
            </a:xfrm>
            <a:custGeom>
              <a:avLst/>
              <a:gdLst/>
              <a:ahLst/>
              <a:cxnLst/>
              <a:rect l="0" t="0" r="0" b="0"/>
              <a:pathLst>
                <a:path w="36376" h="62921">
                  <a:moveTo>
                    <a:pt x="0" y="0"/>
                  </a:moveTo>
                  <a:lnTo>
                    <a:pt x="36376" y="62921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1" name="Candidate_receptor__2390">
              <a:extLst>
                <a:ext uri="{FF2B5EF4-FFF2-40B4-BE49-F238E27FC236}">
                  <a16:creationId xmlns:a16="http://schemas.microsoft.com/office/drawing/2014/main" id="{93080B1E-EE23-9095-8B9F-AE4D2B9AE3B0}"/>
                </a:ext>
              </a:extLst>
            </p:cNvPr>
            <p:cNvSpPr>
              <a:spLocks noGrp="1"/>
            </p:cNvSpPr>
            <p:nvPr/>
          </p:nvSpPr>
          <p:spPr>
            <a:xfrm>
              <a:off x="4872603" y="4244256"/>
              <a:ext cx="26855" cy="76960"/>
            </a:xfrm>
            <a:custGeom>
              <a:avLst/>
              <a:gdLst/>
              <a:ahLst/>
              <a:cxnLst/>
              <a:rect l="0" t="0" r="0" b="0"/>
              <a:pathLst>
                <a:path w="26855" h="76960">
                  <a:moveTo>
                    <a:pt x="26855" y="76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2" name="Candidate_receptor__2391">
              <a:extLst>
                <a:ext uri="{FF2B5EF4-FFF2-40B4-BE49-F238E27FC236}">
                  <a16:creationId xmlns:a16="http://schemas.microsoft.com/office/drawing/2014/main" id="{CDCBDD37-03F3-1B1C-4A84-238E8B5484D9}"/>
                </a:ext>
              </a:extLst>
            </p:cNvPr>
            <p:cNvSpPr>
              <a:spLocks noGrp="1"/>
            </p:cNvSpPr>
            <p:nvPr/>
          </p:nvSpPr>
          <p:spPr>
            <a:xfrm>
              <a:off x="5788613" y="4544849"/>
              <a:ext cx="71303" cy="89505"/>
            </a:xfrm>
            <a:custGeom>
              <a:avLst/>
              <a:gdLst/>
              <a:ahLst/>
              <a:cxnLst/>
              <a:rect l="0" t="0" r="0" b="0"/>
              <a:pathLst>
                <a:path w="71303" h="89505">
                  <a:moveTo>
                    <a:pt x="0" y="89505"/>
                  </a:moveTo>
                  <a:lnTo>
                    <a:pt x="7130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3" name="Candidate_receptor__2392">
              <a:extLst>
                <a:ext uri="{FF2B5EF4-FFF2-40B4-BE49-F238E27FC236}">
                  <a16:creationId xmlns:a16="http://schemas.microsoft.com/office/drawing/2014/main" id="{0806088D-FA91-1AC7-6606-C02A788BE1CB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81146"/>
              <a:ext cx="102960" cy="22223"/>
            </a:xfrm>
            <a:custGeom>
              <a:avLst/>
              <a:gdLst/>
              <a:ahLst/>
              <a:cxnLst/>
              <a:rect l="0" t="0" r="0" b="0"/>
              <a:pathLst>
                <a:path w="102960" h="22223">
                  <a:moveTo>
                    <a:pt x="0" y="0"/>
                  </a:moveTo>
                  <a:lnTo>
                    <a:pt x="102960" y="2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4" name="Candidate_receptor__2393">
              <a:extLst>
                <a:ext uri="{FF2B5EF4-FFF2-40B4-BE49-F238E27FC236}">
                  <a16:creationId xmlns:a16="http://schemas.microsoft.com/office/drawing/2014/main" id="{AA9E9D2C-CF7C-FCC1-4AE8-F2577890D00D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962687"/>
              <a:ext cx="9183" cy="16910"/>
            </a:xfrm>
            <a:custGeom>
              <a:avLst/>
              <a:gdLst/>
              <a:ahLst/>
              <a:cxnLst/>
              <a:rect l="0" t="0" r="0" b="0"/>
              <a:pathLst>
                <a:path w="9183" h="16910">
                  <a:moveTo>
                    <a:pt x="9183" y="16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5" name="Candidate_receptor__2394">
              <a:extLst>
                <a:ext uri="{FF2B5EF4-FFF2-40B4-BE49-F238E27FC236}">
                  <a16:creationId xmlns:a16="http://schemas.microsoft.com/office/drawing/2014/main" id="{890A82CA-6A20-9EC0-37D8-6004D2A5A7AE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58649"/>
              <a:ext cx="33344" cy="75565"/>
            </a:xfrm>
            <a:custGeom>
              <a:avLst/>
              <a:gdLst/>
              <a:ahLst/>
              <a:cxnLst/>
              <a:rect l="0" t="0" r="0" b="0"/>
              <a:pathLst>
                <a:path w="33344" h="75565">
                  <a:moveTo>
                    <a:pt x="33344" y="755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6" name="Candidate_receptor__2395">
              <a:extLst>
                <a:ext uri="{FF2B5EF4-FFF2-40B4-BE49-F238E27FC236}">
                  <a16:creationId xmlns:a16="http://schemas.microsoft.com/office/drawing/2014/main" id="{CC102100-C66C-1C8C-9D7B-81AB3250DB59}"/>
                </a:ext>
              </a:extLst>
            </p:cNvPr>
            <p:cNvSpPr>
              <a:spLocks noGrp="1"/>
            </p:cNvSpPr>
            <p:nvPr/>
          </p:nvSpPr>
          <p:spPr>
            <a:xfrm>
              <a:off x="5062105" y="4899373"/>
              <a:ext cx="91909" cy="10658"/>
            </a:xfrm>
            <a:custGeom>
              <a:avLst/>
              <a:gdLst/>
              <a:ahLst/>
              <a:cxnLst/>
              <a:rect l="0" t="0" r="0" b="0"/>
              <a:pathLst>
                <a:path w="91909" h="10658">
                  <a:moveTo>
                    <a:pt x="0" y="0"/>
                  </a:moveTo>
                  <a:lnTo>
                    <a:pt x="91909" y="1065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7" name="Candidate_receptor__2396">
              <a:extLst>
                <a:ext uri="{FF2B5EF4-FFF2-40B4-BE49-F238E27FC236}">
                  <a16:creationId xmlns:a16="http://schemas.microsoft.com/office/drawing/2014/main" id="{F38438FC-287C-DB8E-89E7-514611999855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09051"/>
              <a:ext cx="54536" cy="29674"/>
            </a:xfrm>
            <a:custGeom>
              <a:avLst/>
              <a:gdLst/>
              <a:ahLst/>
              <a:cxnLst/>
              <a:rect l="0" t="0" r="0" b="0"/>
              <a:pathLst>
                <a:path w="54536" h="29674">
                  <a:moveTo>
                    <a:pt x="54536" y="0"/>
                  </a:moveTo>
                  <a:lnTo>
                    <a:pt x="0" y="296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8" name="Candidate_receptor__2397">
              <a:extLst>
                <a:ext uri="{FF2B5EF4-FFF2-40B4-BE49-F238E27FC236}">
                  <a16:creationId xmlns:a16="http://schemas.microsoft.com/office/drawing/2014/main" id="{F38A4759-CC2A-AA09-3D77-B8D5C9F03626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99373"/>
              <a:ext cx="71023" cy="30769"/>
            </a:xfrm>
            <a:custGeom>
              <a:avLst/>
              <a:gdLst/>
              <a:ahLst/>
              <a:cxnLst/>
              <a:rect l="0" t="0" r="0" b="0"/>
              <a:pathLst>
                <a:path w="71023" h="30769">
                  <a:moveTo>
                    <a:pt x="0" y="30769"/>
                  </a:moveTo>
                  <a:lnTo>
                    <a:pt x="7102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9" name="Candidate_receptor__2398">
              <a:extLst>
                <a:ext uri="{FF2B5EF4-FFF2-40B4-BE49-F238E27FC236}">
                  <a16:creationId xmlns:a16="http://schemas.microsoft.com/office/drawing/2014/main" id="{A1338F9E-E0C4-795E-F622-59B315DD251A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078282"/>
              <a:ext cx="66979" cy="87114"/>
            </a:xfrm>
            <a:custGeom>
              <a:avLst/>
              <a:gdLst/>
              <a:ahLst/>
              <a:cxnLst/>
              <a:rect l="0" t="0" r="0" b="0"/>
              <a:pathLst>
                <a:path w="66979" h="87114">
                  <a:moveTo>
                    <a:pt x="66979" y="0"/>
                  </a:moveTo>
                  <a:lnTo>
                    <a:pt x="0" y="8711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0" name="Candidate_receptor__2399">
              <a:extLst>
                <a:ext uri="{FF2B5EF4-FFF2-40B4-BE49-F238E27FC236}">
                  <a16:creationId xmlns:a16="http://schemas.microsoft.com/office/drawing/2014/main" id="{7366A6EC-62B6-80D8-EF98-0778483945F9}"/>
                </a:ext>
              </a:extLst>
            </p:cNvPr>
            <p:cNvSpPr>
              <a:spLocks noGrp="1"/>
            </p:cNvSpPr>
            <p:nvPr/>
          </p:nvSpPr>
          <p:spPr>
            <a:xfrm>
              <a:off x="6150540" y="4503369"/>
              <a:ext cx="42552" cy="66808"/>
            </a:xfrm>
            <a:custGeom>
              <a:avLst/>
              <a:gdLst/>
              <a:ahLst/>
              <a:cxnLst/>
              <a:rect l="0" t="0" r="0" b="0"/>
              <a:pathLst>
                <a:path w="42552" h="66808">
                  <a:moveTo>
                    <a:pt x="0" y="0"/>
                  </a:moveTo>
                  <a:lnTo>
                    <a:pt x="42552" y="6680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1" name="Candidate_receptor__2400">
              <a:extLst>
                <a:ext uri="{FF2B5EF4-FFF2-40B4-BE49-F238E27FC236}">
                  <a16:creationId xmlns:a16="http://schemas.microsoft.com/office/drawing/2014/main" id="{0C299281-15D5-28FE-506D-A25D171769A1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21216"/>
              <a:ext cx="90642" cy="65297"/>
            </a:xfrm>
            <a:custGeom>
              <a:avLst/>
              <a:gdLst/>
              <a:ahLst/>
              <a:cxnLst/>
              <a:rect l="0" t="0" r="0" b="0"/>
              <a:pathLst>
                <a:path w="90642" h="65297">
                  <a:moveTo>
                    <a:pt x="0" y="65297"/>
                  </a:moveTo>
                  <a:lnTo>
                    <a:pt x="90642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2" name="Candidate_receptor__2401">
              <a:extLst>
                <a:ext uri="{FF2B5EF4-FFF2-40B4-BE49-F238E27FC236}">
                  <a16:creationId xmlns:a16="http://schemas.microsoft.com/office/drawing/2014/main" id="{78D5B673-9A5B-20BE-8250-E4EFFE7EBC67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00550"/>
              <a:ext cx="1169" cy="50532"/>
            </a:xfrm>
            <a:custGeom>
              <a:avLst/>
              <a:gdLst/>
              <a:ahLst/>
              <a:cxnLst/>
              <a:rect l="0" t="0" r="0" b="0"/>
              <a:pathLst>
                <a:path w="1169" h="50532">
                  <a:moveTo>
                    <a:pt x="0" y="50532"/>
                  </a:moveTo>
                  <a:lnTo>
                    <a:pt x="1169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3" name="Candidate_receptor__2402">
              <a:extLst>
                <a:ext uri="{FF2B5EF4-FFF2-40B4-BE49-F238E27FC236}">
                  <a16:creationId xmlns:a16="http://schemas.microsoft.com/office/drawing/2014/main" id="{F080DDAF-DBEA-551D-5956-ADF0D15DE214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710921"/>
              <a:ext cx="71224" cy="6048"/>
            </a:xfrm>
            <a:custGeom>
              <a:avLst/>
              <a:gdLst/>
              <a:ahLst/>
              <a:cxnLst/>
              <a:rect l="0" t="0" r="0" b="0"/>
              <a:pathLst>
                <a:path w="71224" h="6048">
                  <a:moveTo>
                    <a:pt x="0" y="0"/>
                  </a:moveTo>
                  <a:lnTo>
                    <a:pt x="71224" y="604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4" name="Candidate_receptor__2403">
              <a:extLst>
                <a:ext uri="{FF2B5EF4-FFF2-40B4-BE49-F238E27FC236}">
                  <a16:creationId xmlns:a16="http://schemas.microsoft.com/office/drawing/2014/main" id="{15404B93-AD24-9FBA-B90D-1B616A76A627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567098"/>
              <a:ext cx="57274" cy="97974"/>
            </a:xfrm>
            <a:custGeom>
              <a:avLst/>
              <a:gdLst/>
              <a:ahLst/>
              <a:cxnLst/>
              <a:rect l="0" t="0" r="0" b="0"/>
              <a:pathLst>
                <a:path w="57274" h="97974">
                  <a:moveTo>
                    <a:pt x="0" y="0"/>
                  </a:moveTo>
                  <a:lnTo>
                    <a:pt x="57274" y="979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05" name="Candidate_receptor__2404">
              <a:extLst>
                <a:ext uri="{FF2B5EF4-FFF2-40B4-BE49-F238E27FC236}">
                  <a16:creationId xmlns:a16="http://schemas.microsoft.com/office/drawing/2014/main" id="{68E0AE50-774B-58A9-988D-D1F884E744F3}"/>
                </a:ext>
              </a:extLst>
            </p:cNvPr>
            <p:cNvSpPr>
              <a:spLocks noGrp="1"/>
            </p:cNvSpPr>
            <p:nvPr/>
          </p:nvSpPr>
          <p:spPr>
            <a:xfrm>
              <a:off x="5051905" y="4490104"/>
              <a:ext cx="114170" cy="8120"/>
            </a:xfrm>
            <a:custGeom>
              <a:avLst/>
              <a:gdLst/>
              <a:ahLst/>
              <a:cxnLst/>
              <a:rect l="0" t="0" r="0" b="0"/>
              <a:pathLst>
                <a:path w="114170" h="8120">
                  <a:moveTo>
                    <a:pt x="0" y="0"/>
                  </a:moveTo>
                  <a:lnTo>
                    <a:pt x="114170" y="812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6" name="Candidate_receptor__2405">
              <a:extLst>
                <a:ext uri="{FF2B5EF4-FFF2-40B4-BE49-F238E27FC236}">
                  <a16:creationId xmlns:a16="http://schemas.microsoft.com/office/drawing/2014/main" id="{87ED176A-AA1C-E64D-CA67-D5A0DD9E7729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796412"/>
              <a:ext cx="72913" cy="87377"/>
            </a:xfrm>
            <a:custGeom>
              <a:avLst/>
              <a:gdLst/>
              <a:ahLst/>
              <a:cxnLst/>
              <a:rect l="0" t="0" r="0" b="0"/>
              <a:pathLst>
                <a:path w="72913" h="87377">
                  <a:moveTo>
                    <a:pt x="0" y="87377"/>
                  </a:moveTo>
                  <a:lnTo>
                    <a:pt x="7291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7" name="Candidate_receptor__2406">
              <a:extLst>
                <a:ext uri="{FF2B5EF4-FFF2-40B4-BE49-F238E27FC236}">
                  <a16:creationId xmlns:a16="http://schemas.microsoft.com/office/drawing/2014/main" id="{49659DE7-42AB-99D7-8258-3BD946E0230C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2473"/>
              <a:ext cx="13664" cy="36600"/>
            </a:xfrm>
            <a:custGeom>
              <a:avLst/>
              <a:gdLst/>
              <a:ahLst/>
              <a:cxnLst/>
              <a:rect l="0" t="0" r="0" b="0"/>
              <a:pathLst>
                <a:path w="13664" h="36600">
                  <a:moveTo>
                    <a:pt x="13664" y="0"/>
                  </a:moveTo>
                  <a:lnTo>
                    <a:pt x="0" y="3660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8" name="Candidate_receptor__2407">
              <a:extLst>
                <a:ext uri="{FF2B5EF4-FFF2-40B4-BE49-F238E27FC236}">
                  <a16:creationId xmlns:a16="http://schemas.microsoft.com/office/drawing/2014/main" id="{926EEB7D-C0E0-CBF6-8838-4DC1C83F03E4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28102"/>
              <a:ext cx="67780" cy="45088"/>
            </a:xfrm>
            <a:custGeom>
              <a:avLst/>
              <a:gdLst/>
              <a:ahLst/>
              <a:cxnLst/>
              <a:rect l="0" t="0" r="0" b="0"/>
              <a:pathLst>
                <a:path w="67780" h="45088">
                  <a:moveTo>
                    <a:pt x="0" y="45088"/>
                  </a:moveTo>
                  <a:lnTo>
                    <a:pt x="6778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9" name="Candidate_receptor__2408">
              <a:extLst>
                <a:ext uri="{FF2B5EF4-FFF2-40B4-BE49-F238E27FC236}">
                  <a16:creationId xmlns:a16="http://schemas.microsoft.com/office/drawing/2014/main" id="{37E30CD1-45A2-48C3-CA45-E67766438D5A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63089"/>
              <a:ext cx="114578" cy="13310"/>
            </a:xfrm>
            <a:custGeom>
              <a:avLst/>
              <a:gdLst/>
              <a:ahLst/>
              <a:cxnLst/>
              <a:rect l="0" t="0" r="0" b="0"/>
              <a:pathLst>
                <a:path w="114578" h="13310">
                  <a:moveTo>
                    <a:pt x="0" y="13310"/>
                  </a:moveTo>
                  <a:lnTo>
                    <a:pt x="114578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10" name="Candidate_receptor__2409">
              <a:extLst>
                <a:ext uri="{FF2B5EF4-FFF2-40B4-BE49-F238E27FC236}">
                  <a16:creationId xmlns:a16="http://schemas.microsoft.com/office/drawing/2014/main" id="{5C67C7BE-44DA-6B16-1AE0-AA7431FD1177}"/>
                </a:ext>
              </a:extLst>
            </p:cNvPr>
            <p:cNvSpPr>
              <a:spLocks noGrp="1"/>
            </p:cNvSpPr>
            <p:nvPr/>
          </p:nvSpPr>
          <p:spPr>
            <a:xfrm>
              <a:off x="5259713" y="4220275"/>
              <a:ext cx="112587" cy="23294"/>
            </a:xfrm>
            <a:custGeom>
              <a:avLst/>
              <a:gdLst/>
              <a:ahLst/>
              <a:cxnLst/>
              <a:rect l="0" t="0" r="0" b="0"/>
              <a:pathLst>
                <a:path w="112587" h="23294">
                  <a:moveTo>
                    <a:pt x="112587" y="0"/>
                  </a:moveTo>
                  <a:lnTo>
                    <a:pt x="0" y="2329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11" name="Candidate_receptor__2410">
              <a:extLst>
                <a:ext uri="{FF2B5EF4-FFF2-40B4-BE49-F238E27FC236}">
                  <a16:creationId xmlns:a16="http://schemas.microsoft.com/office/drawing/2014/main" id="{A53D4654-E3C7-CB65-5C05-952C69C95771}"/>
                </a:ext>
              </a:extLst>
            </p:cNvPr>
            <p:cNvSpPr>
              <a:spLocks noGrp="1"/>
            </p:cNvSpPr>
            <p:nvPr/>
          </p:nvSpPr>
          <p:spPr>
            <a:xfrm>
              <a:off x="6280035" y="3532760"/>
              <a:ext cx="84146" cy="71645"/>
            </a:xfrm>
            <a:custGeom>
              <a:avLst/>
              <a:gdLst/>
              <a:ahLst/>
              <a:cxnLst/>
              <a:rect l="0" t="0" r="0" b="0"/>
              <a:pathLst>
                <a:path w="84146" h="71645">
                  <a:moveTo>
                    <a:pt x="84146" y="71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12" name="Candidate_receptor__2411">
              <a:extLst>
                <a:ext uri="{FF2B5EF4-FFF2-40B4-BE49-F238E27FC236}">
                  <a16:creationId xmlns:a16="http://schemas.microsoft.com/office/drawing/2014/main" id="{05D3E81C-3076-3619-0738-50EA88F9FBDF}"/>
                </a:ext>
              </a:extLst>
            </p:cNvPr>
            <p:cNvSpPr>
              <a:spLocks noGrp="1"/>
            </p:cNvSpPr>
            <p:nvPr/>
          </p:nvSpPr>
          <p:spPr>
            <a:xfrm>
              <a:off x="5594855" y="3043386"/>
              <a:ext cx="81838" cy="78802"/>
            </a:xfrm>
            <a:custGeom>
              <a:avLst/>
              <a:gdLst/>
              <a:ahLst/>
              <a:cxnLst/>
              <a:rect l="0" t="0" r="0" b="0"/>
              <a:pathLst>
                <a:path w="81838" h="78802">
                  <a:moveTo>
                    <a:pt x="0" y="78802"/>
                  </a:moveTo>
                  <a:lnTo>
                    <a:pt x="81838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13" name="Candidate_receptor__2412">
              <a:extLst>
                <a:ext uri="{FF2B5EF4-FFF2-40B4-BE49-F238E27FC236}">
                  <a16:creationId xmlns:a16="http://schemas.microsoft.com/office/drawing/2014/main" id="{7C7E027F-6356-0C58-9760-7FBFC97B5840}"/>
                </a:ext>
              </a:extLst>
            </p:cNvPr>
            <p:cNvSpPr>
              <a:spLocks noGrp="1"/>
            </p:cNvSpPr>
            <p:nvPr/>
          </p:nvSpPr>
          <p:spPr>
            <a:xfrm>
              <a:off x="4812463" y="4082713"/>
              <a:ext cx="69676" cy="60450"/>
            </a:xfrm>
            <a:custGeom>
              <a:avLst/>
              <a:gdLst/>
              <a:ahLst/>
              <a:cxnLst/>
              <a:rect l="0" t="0" r="0" b="0"/>
              <a:pathLst>
                <a:path w="69676" h="60450">
                  <a:moveTo>
                    <a:pt x="69676" y="60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4" name="Candidate_receptor__2413">
              <a:extLst>
                <a:ext uri="{FF2B5EF4-FFF2-40B4-BE49-F238E27FC236}">
                  <a16:creationId xmlns:a16="http://schemas.microsoft.com/office/drawing/2014/main" id="{A7DE570E-5968-56BC-7D72-46B3B1A2E4C6}"/>
                </a:ext>
              </a:extLst>
            </p:cNvPr>
            <p:cNvSpPr>
              <a:spLocks noGrp="1"/>
            </p:cNvSpPr>
            <p:nvPr/>
          </p:nvSpPr>
          <p:spPr>
            <a:xfrm>
              <a:off x="4913195" y="4770781"/>
              <a:ext cx="109357" cy="33316"/>
            </a:xfrm>
            <a:custGeom>
              <a:avLst/>
              <a:gdLst/>
              <a:ahLst/>
              <a:cxnLst/>
              <a:rect l="0" t="0" r="0" b="0"/>
              <a:pathLst>
                <a:path w="109357" h="33316">
                  <a:moveTo>
                    <a:pt x="0" y="33316"/>
                  </a:moveTo>
                  <a:lnTo>
                    <a:pt x="10935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5" name="Candidate_receptor__2414">
              <a:extLst>
                <a:ext uri="{FF2B5EF4-FFF2-40B4-BE49-F238E27FC236}">
                  <a16:creationId xmlns:a16="http://schemas.microsoft.com/office/drawing/2014/main" id="{297F1999-28CF-B920-FCBB-92A34D9B4F03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58028" cy="67027"/>
            </a:xfrm>
            <a:custGeom>
              <a:avLst/>
              <a:gdLst/>
              <a:ahLst/>
              <a:cxnLst/>
              <a:rect l="0" t="0" r="0" b="0"/>
              <a:pathLst>
                <a:path w="58028" h="67027">
                  <a:moveTo>
                    <a:pt x="0" y="0"/>
                  </a:moveTo>
                  <a:lnTo>
                    <a:pt x="58028" y="67027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16" name="Candidate_receptor__2415">
              <a:extLst>
                <a:ext uri="{FF2B5EF4-FFF2-40B4-BE49-F238E27FC236}">
                  <a16:creationId xmlns:a16="http://schemas.microsoft.com/office/drawing/2014/main" id="{563D59B0-8C93-E15F-D2E2-008FF9B8FA58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63880"/>
              <a:ext cx="80479" cy="55931"/>
            </a:xfrm>
            <a:custGeom>
              <a:avLst/>
              <a:gdLst/>
              <a:ahLst/>
              <a:cxnLst/>
              <a:rect l="0" t="0" r="0" b="0"/>
              <a:pathLst>
                <a:path w="80479" h="55931">
                  <a:moveTo>
                    <a:pt x="80479" y="0"/>
                  </a:moveTo>
                  <a:lnTo>
                    <a:pt x="0" y="5593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7" name="Candidate_receptor__2416">
              <a:extLst>
                <a:ext uri="{FF2B5EF4-FFF2-40B4-BE49-F238E27FC236}">
                  <a16:creationId xmlns:a16="http://schemas.microsoft.com/office/drawing/2014/main" id="{FFA0512C-65BF-7854-FF6D-452053837C0C}"/>
                </a:ext>
              </a:extLst>
            </p:cNvPr>
            <p:cNvSpPr>
              <a:spLocks noGrp="1"/>
            </p:cNvSpPr>
            <p:nvPr/>
          </p:nvSpPr>
          <p:spPr>
            <a:xfrm>
              <a:off x="5935175" y="4714591"/>
              <a:ext cx="34343" cy="107474"/>
            </a:xfrm>
            <a:custGeom>
              <a:avLst/>
              <a:gdLst/>
              <a:ahLst/>
              <a:cxnLst/>
              <a:rect l="0" t="0" r="0" b="0"/>
              <a:pathLst>
                <a:path w="34343" h="107474">
                  <a:moveTo>
                    <a:pt x="34343" y="1074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18" name="Candidate_receptor__2417">
              <a:extLst>
                <a:ext uri="{FF2B5EF4-FFF2-40B4-BE49-F238E27FC236}">
                  <a16:creationId xmlns:a16="http://schemas.microsoft.com/office/drawing/2014/main" id="{DE9EA1D9-A053-8D1F-4A7C-2756DB2301B9}"/>
                </a:ext>
              </a:extLst>
            </p:cNvPr>
            <p:cNvSpPr>
              <a:spLocks noGrp="1"/>
            </p:cNvSpPr>
            <p:nvPr/>
          </p:nvSpPr>
          <p:spPr>
            <a:xfrm>
              <a:off x="5166074" y="4498224"/>
              <a:ext cx="7614" cy="110827"/>
            </a:xfrm>
            <a:custGeom>
              <a:avLst/>
              <a:gdLst/>
              <a:ahLst/>
              <a:cxnLst/>
              <a:rect l="0" t="0" r="0" b="0"/>
              <a:pathLst>
                <a:path w="7614" h="110827">
                  <a:moveTo>
                    <a:pt x="0" y="0"/>
                  </a:moveTo>
                  <a:lnTo>
                    <a:pt x="7614" y="11082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9" name="Candidate_receptor__2418">
              <a:extLst>
                <a:ext uri="{FF2B5EF4-FFF2-40B4-BE49-F238E27FC236}">
                  <a16:creationId xmlns:a16="http://schemas.microsoft.com/office/drawing/2014/main" id="{C7FE0344-F823-1FE7-D7E7-FD295C52C3A0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83870"/>
              <a:ext cx="44535" cy="5802"/>
            </a:xfrm>
            <a:custGeom>
              <a:avLst/>
              <a:gdLst/>
              <a:ahLst/>
              <a:cxnLst/>
              <a:rect l="0" t="0" r="0" b="0"/>
              <a:pathLst>
                <a:path w="44535" h="5802">
                  <a:moveTo>
                    <a:pt x="44535" y="58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0" name="Candidate_receptor__2419">
              <a:extLst>
                <a:ext uri="{FF2B5EF4-FFF2-40B4-BE49-F238E27FC236}">
                  <a16:creationId xmlns:a16="http://schemas.microsoft.com/office/drawing/2014/main" id="{8BB0B05A-F0E3-72D1-C77D-C99B888A5746}"/>
                </a:ext>
              </a:extLst>
            </p:cNvPr>
            <p:cNvSpPr>
              <a:spLocks noGrp="1"/>
            </p:cNvSpPr>
            <p:nvPr/>
          </p:nvSpPr>
          <p:spPr>
            <a:xfrm>
              <a:off x="6484769" y="4363089"/>
              <a:ext cx="29336" cy="100791"/>
            </a:xfrm>
            <a:custGeom>
              <a:avLst/>
              <a:gdLst/>
              <a:ahLst/>
              <a:cxnLst/>
              <a:rect l="0" t="0" r="0" b="0"/>
              <a:pathLst>
                <a:path w="29336" h="100791">
                  <a:moveTo>
                    <a:pt x="0" y="0"/>
                  </a:moveTo>
                  <a:lnTo>
                    <a:pt x="29336" y="10079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1" name="Candidate_receptor__2420">
              <a:extLst>
                <a:ext uri="{FF2B5EF4-FFF2-40B4-BE49-F238E27FC236}">
                  <a16:creationId xmlns:a16="http://schemas.microsoft.com/office/drawing/2014/main" id="{C00FAB0A-5201-68E3-E6F2-9C625CED3A86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58894"/>
              <a:ext cx="70952" cy="23819"/>
            </a:xfrm>
            <a:custGeom>
              <a:avLst/>
              <a:gdLst/>
              <a:ahLst/>
              <a:cxnLst/>
              <a:rect l="0" t="0" r="0" b="0"/>
              <a:pathLst>
                <a:path w="70952" h="23819">
                  <a:moveTo>
                    <a:pt x="70952" y="23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2" name="Candidate_receptor__2421">
              <a:extLst>
                <a:ext uri="{FF2B5EF4-FFF2-40B4-BE49-F238E27FC236}">
                  <a16:creationId xmlns:a16="http://schemas.microsoft.com/office/drawing/2014/main" id="{600B0103-CD47-F9A8-9F2B-6278A953C2C1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26717"/>
              <a:ext cx="42886" cy="12340"/>
            </a:xfrm>
            <a:custGeom>
              <a:avLst/>
              <a:gdLst/>
              <a:ahLst/>
              <a:cxnLst/>
              <a:rect l="0" t="0" r="0" b="0"/>
              <a:pathLst>
                <a:path w="42886" h="12340">
                  <a:moveTo>
                    <a:pt x="0" y="12340"/>
                  </a:moveTo>
                  <a:lnTo>
                    <a:pt x="42886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3" name="Candidate_receptor__2422">
              <a:extLst>
                <a:ext uri="{FF2B5EF4-FFF2-40B4-BE49-F238E27FC236}">
                  <a16:creationId xmlns:a16="http://schemas.microsoft.com/office/drawing/2014/main" id="{85E28188-D0FB-DFA2-6941-9E6D8EAB2481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53362" cy="33957"/>
            </a:xfrm>
            <a:custGeom>
              <a:avLst/>
              <a:gdLst/>
              <a:ahLst/>
              <a:cxnLst/>
              <a:rect l="0" t="0" r="0" b="0"/>
              <a:pathLst>
                <a:path w="53362" h="33957">
                  <a:moveTo>
                    <a:pt x="0" y="0"/>
                  </a:moveTo>
                  <a:lnTo>
                    <a:pt x="53362" y="3395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4" name="Candidate_receptor__2423">
              <a:extLst>
                <a:ext uri="{FF2B5EF4-FFF2-40B4-BE49-F238E27FC236}">
                  <a16:creationId xmlns:a16="http://schemas.microsoft.com/office/drawing/2014/main" id="{7E3D05C2-3895-B082-56D7-2D67231689DD}"/>
                </a:ext>
              </a:extLst>
            </p:cNvPr>
            <p:cNvSpPr>
              <a:spLocks noGrp="1"/>
            </p:cNvSpPr>
            <p:nvPr/>
          </p:nvSpPr>
          <p:spPr>
            <a:xfrm>
              <a:off x="5372300" y="4220275"/>
              <a:ext cx="20390" cy="107827"/>
            </a:xfrm>
            <a:custGeom>
              <a:avLst/>
              <a:gdLst/>
              <a:ahLst/>
              <a:cxnLst/>
              <a:rect l="0" t="0" r="0" b="0"/>
              <a:pathLst>
                <a:path w="20390" h="107827">
                  <a:moveTo>
                    <a:pt x="20390" y="1078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5" name="Candidate_receptor__2424">
              <a:extLst>
                <a:ext uri="{FF2B5EF4-FFF2-40B4-BE49-F238E27FC236}">
                  <a16:creationId xmlns:a16="http://schemas.microsoft.com/office/drawing/2014/main" id="{5F8E17B9-0929-F979-B97F-7A82C9AEABFA}"/>
                </a:ext>
              </a:extLst>
            </p:cNvPr>
            <p:cNvSpPr>
              <a:spLocks noGrp="1"/>
            </p:cNvSpPr>
            <p:nvPr/>
          </p:nvSpPr>
          <p:spPr>
            <a:xfrm>
              <a:off x="6087851" y="4334810"/>
              <a:ext cx="87292" cy="55777"/>
            </a:xfrm>
            <a:custGeom>
              <a:avLst/>
              <a:gdLst/>
              <a:ahLst/>
              <a:cxnLst/>
              <a:rect l="0" t="0" r="0" b="0"/>
              <a:pathLst>
                <a:path w="87292" h="55777">
                  <a:moveTo>
                    <a:pt x="0" y="0"/>
                  </a:moveTo>
                  <a:lnTo>
                    <a:pt x="87292" y="5577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6" name="Candidate_receptor__2425">
              <a:extLst>
                <a:ext uri="{FF2B5EF4-FFF2-40B4-BE49-F238E27FC236}">
                  <a16:creationId xmlns:a16="http://schemas.microsoft.com/office/drawing/2014/main" id="{E009912B-1BAF-E96C-7F55-EC230D073BC3}"/>
                </a:ext>
              </a:extLst>
            </p:cNvPr>
            <p:cNvSpPr>
              <a:spLocks noGrp="1"/>
            </p:cNvSpPr>
            <p:nvPr/>
          </p:nvSpPr>
          <p:spPr>
            <a:xfrm>
              <a:off x="6205132" y="3532760"/>
              <a:ext cx="74904" cy="30253"/>
            </a:xfrm>
            <a:custGeom>
              <a:avLst/>
              <a:gdLst/>
              <a:ahLst/>
              <a:cxnLst/>
              <a:rect l="0" t="0" r="0" b="0"/>
              <a:pathLst>
                <a:path w="74904" h="30253">
                  <a:moveTo>
                    <a:pt x="74904" y="0"/>
                  </a:moveTo>
                  <a:lnTo>
                    <a:pt x="0" y="3025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27" name="Candidate_receptor__2426">
              <a:extLst>
                <a:ext uri="{FF2B5EF4-FFF2-40B4-BE49-F238E27FC236}">
                  <a16:creationId xmlns:a16="http://schemas.microsoft.com/office/drawing/2014/main" id="{4A60B1BE-2D6F-E734-2BB5-F13CF7958F7C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34282"/>
              <a:ext cx="64561" cy="81154"/>
            </a:xfrm>
            <a:custGeom>
              <a:avLst/>
              <a:gdLst/>
              <a:ahLst/>
              <a:cxnLst/>
              <a:rect l="0" t="0" r="0" b="0"/>
              <a:pathLst>
                <a:path w="64561" h="81154">
                  <a:moveTo>
                    <a:pt x="0" y="81154"/>
                  </a:moveTo>
                  <a:lnTo>
                    <a:pt x="64561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8" name="Candidate_receptor__2427">
              <a:extLst>
                <a:ext uri="{FF2B5EF4-FFF2-40B4-BE49-F238E27FC236}">
                  <a16:creationId xmlns:a16="http://schemas.microsoft.com/office/drawing/2014/main" id="{043C961A-3F4B-5457-CC2F-404F944A41E7}"/>
                </a:ext>
              </a:extLst>
            </p:cNvPr>
            <p:cNvSpPr>
              <a:spLocks noGrp="1"/>
            </p:cNvSpPr>
            <p:nvPr/>
          </p:nvSpPr>
          <p:spPr>
            <a:xfrm>
              <a:off x="6319669" y="3979548"/>
              <a:ext cx="55375" cy="97811"/>
            </a:xfrm>
            <a:custGeom>
              <a:avLst/>
              <a:gdLst/>
              <a:ahLst/>
              <a:cxnLst/>
              <a:rect l="0" t="0" r="0" b="0"/>
              <a:pathLst>
                <a:path w="55375" h="97811">
                  <a:moveTo>
                    <a:pt x="55375" y="978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9" name="Candidate_receptor__2428">
              <a:extLst>
                <a:ext uri="{FF2B5EF4-FFF2-40B4-BE49-F238E27FC236}">
                  <a16:creationId xmlns:a16="http://schemas.microsoft.com/office/drawing/2014/main" id="{667E924B-0E13-5853-707F-D69BB6CCCB3B}"/>
                </a:ext>
              </a:extLst>
            </p:cNvPr>
            <p:cNvSpPr>
              <a:spLocks noGrp="1"/>
            </p:cNvSpPr>
            <p:nvPr/>
          </p:nvSpPr>
          <p:spPr>
            <a:xfrm>
              <a:off x="5412064" y="4834282"/>
              <a:ext cx="91007" cy="36399"/>
            </a:xfrm>
            <a:custGeom>
              <a:avLst/>
              <a:gdLst/>
              <a:ahLst/>
              <a:cxnLst/>
              <a:rect l="0" t="0" r="0" b="0"/>
              <a:pathLst>
                <a:path w="91007" h="36399">
                  <a:moveTo>
                    <a:pt x="0" y="0"/>
                  </a:moveTo>
                  <a:lnTo>
                    <a:pt x="91007" y="36399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0" name="Candidate_receptor__2429">
              <a:extLst>
                <a:ext uri="{FF2B5EF4-FFF2-40B4-BE49-F238E27FC236}">
                  <a16:creationId xmlns:a16="http://schemas.microsoft.com/office/drawing/2014/main" id="{4A1CD94B-E49D-E2B6-B7C0-AE2A033EEEC0}"/>
                </a:ext>
              </a:extLst>
            </p:cNvPr>
            <p:cNvSpPr>
              <a:spLocks noGrp="1"/>
            </p:cNvSpPr>
            <p:nvPr/>
          </p:nvSpPr>
          <p:spPr>
            <a:xfrm>
              <a:off x="5162745" y="5474753"/>
              <a:ext cx="96553" cy="41099"/>
            </a:xfrm>
            <a:custGeom>
              <a:avLst/>
              <a:gdLst/>
              <a:ahLst/>
              <a:cxnLst/>
              <a:rect l="0" t="0" r="0" b="0"/>
              <a:pathLst>
                <a:path w="96553" h="41099">
                  <a:moveTo>
                    <a:pt x="96553" y="410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1" name="Candidate_receptor__2430">
              <a:extLst>
                <a:ext uri="{FF2B5EF4-FFF2-40B4-BE49-F238E27FC236}">
                  <a16:creationId xmlns:a16="http://schemas.microsoft.com/office/drawing/2014/main" id="{106FCD1A-42BB-D7EB-00F8-74DBA96BD75C}"/>
                </a:ext>
              </a:extLst>
            </p:cNvPr>
            <p:cNvSpPr>
              <a:spLocks noGrp="1"/>
            </p:cNvSpPr>
            <p:nvPr/>
          </p:nvSpPr>
          <p:spPr>
            <a:xfrm>
              <a:off x="5969518" y="4789841"/>
              <a:ext cx="110487" cy="32224"/>
            </a:xfrm>
            <a:custGeom>
              <a:avLst/>
              <a:gdLst/>
              <a:ahLst/>
              <a:cxnLst/>
              <a:rect l="0" t="0" r="0" b="0"/>
              <a:pathLst>
                <a:path w="110487" h="32224">
                  <a:moveTo>
                    <a:pt x="110487" y="0"/>
                  </a:moveTo>
                  <a:lnTo>
                    <a:pt x="0" y="32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2" name="Candidate_receptor__2431">
              <a:extLst>
                <a:ext uri="{FF2B5EF4-FFF2-40B4-BE49-F238E27FC236}">
                  <a16:creationId xmlns:a16="http://schemas.microsoft.com/office/drawing/2014/main" id="{007196D7-5F02-C6E1-26A6-2CDD166245DB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96405"/>
              <a:ext cx="61027" cy="12015"/>
            </a:xfrm>
            <a:custGeom>
              <a:avLst/>
              <a:gdLst/>
              <a:ahLst/>
              <a:cxnLst/>
              <a:rect l="0" t="0" r="0" b="0"/>
              <a:pathLst>
                <a:path w="61027" h="12015">
                  <a:moveTo>
                    <a:pt x="0" y="12015"/>
                  </a:moveTo>
                  <a:lnTo>
                    <a:pt x="6102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3" name="Candidate_receptor__2432">
              <a:extLst>
                <a:ext uri="{FF2B5EF4-FFF2-40B4-BE49-F238E27FC236}">
                  <a16:creationId xmlns:a16="http://schemas.microsoft.com/office/drawing/2014/main" id="{FC6D0C4E-9C2E-165B-0242-290C799E11F6}"/>
                </a:ext>
              </a:extLst>
            </p:cNvPr>
            <p:cNvSpPr>
              <a:spLocks noGrp="1"/>
            </p:cNvSpPr>
            <p:nvPr/>
          </p:nvSpPr>
          <p:spPr>
            <a:xfrm>
              <a:off x="6305124" y="3604405"/>
              <a:ext cx="59057" cy="96145"/>
            </a:xfrm>
            <a:custGeom>
              <a:avLst/>
              <a:gdLst/>
              <a:ahLst/>
              <a:cxnLst/>
              <a:rect l="0" t="0" r="0" b="0"/>
              <a:pathLst>
                <a:path w="59057" h="96145">
                  <a:moveTo>
                    <a:pt x="0" y="96145"/>
                  </a:moveTo>
                  <a:lnTo>
                    <a:pt x="5905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4" name="Candidate_receptor__2433">
              <a:extLst>
                <a:ext uri="{FF2B5EF4-FFF2-40B4-BE49-F238E27FC236}">
                  <a16:creationId xmlns:a16="http://schemas.microsoft.com/office/drawing/2014/main" id="{D22C53E9-739A-BF39-CA2A-DA72114FAE63}"/>
                </a:ext>
              </a:extLst>
            </p:cNvPr>
            <p:cNvSpPr>
              <a:spLocks noGrp="1"/>
            </p:cNvSpPr>
            <p:nvPr/>
          </p:nvSpPr>
          <p:spPr>
            <a:xfrm>
              <a:off x="5689062" y="4351344"/>
              <a:ext cx="104748" cy="40671"/>
            </a:xfrm>
            <a:custGeom>
              <a:avLst/>
              <a:gdLst/>
              <a:ahLst/>
              <a:cxnLst/>
              <a:rect l="0" t="0" r="0" b="0"/>
              <a:pathLst>
                <a:path w="104748" h="40671">
                  <a:moveTo>
                    <a:pt x="104748" y="40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5" name="Candidate_receptor__2434">
              <a:extLst>
                <a:ext uri="{FF2B5EF4-FFF2-40B4-BE49-F238E27FC236}">
                  <a16:creationId xmlns:a16="http://schemas.microsoft.com/office/drawing/2014/main" id="{FD70D66B-AFD3-5BA3-1516-565A4493BC50}"/>
                </a:ext>
              </a:extLst>
            </p:cNvPr>
            <p:cNvSpPr>
              <a:spLocks noGrp="1"/>
            </p:cNvSpPr>
            <p:nvPr/>
          </p:nvSpPr>
          <p:spPr>
            <a:xfrm>
              <a:off x="5115568" y="4910032"/>
              <a:ext cx="38446" cy="102441"/>
            </a:xfrm>
            <a:custGeom>
              <a:avLst/>
              <a:gdLst/>
              <a:ahLst/>
              <a:cxnLst/>
              <a:rect l="0" t="0" r="0" b="0"/>
              <a:pathLst>
                <a:path w="38446" h="102441">
                  <a:moveTo>
                    <a:pt x="38446" y="0"/>
                  </a:moveTo>
                  <a:lnTo>
                    <a:pt x="0" y="1024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6" name="Candidate_receptor__2435">
              <a:extLst>
                <a:ext uri="{FF2B5EF4-FFF2-40B4-BE49-F238E27FC236}">
                  <a16:creationId xmlns:a16="http://schemas.microsoft.com/office/drawing/2014/main" id="{5560E8AC-FCB7-5C92-BEFA-0E39DED66BF3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471097"/>
              <a:ext cx="11370" cy="96001"/>
            </a:xfrm>
            <a:custGeom>
              <a:avLst/>
              <a:gdLst/>
              <a:ahLst/>
              <a:cxnLst/>
              <a:rect l="0" t="0" r="0" b="0"/>
              <a:pathLst>
                <a:path w="11370" h="96001">
                  <a:moveTo>
                    <a:pt x="11370" y="0"/>
                  </a:moveTo>
                  <a:lnTo>
                    <a:pt x="0" y="96001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7" name="Candidate_receptor__2436">
              <a:extLst>
                <a:ext uri="{FF2B5EF4-FFF2-40B4-BE49-F238E27FC236}">
                  <a16:creationId xmlns:a16="http://schemas.microsoft.com/office/drawing/2014/main" id="{A42D7895-6B58-DDB9-932D-E88093986BE0}"/>
                </a:ext>
              </a:extLst>
            </p:cNvPr>
            <p:cNvSpPr>
              <a:spLocks noGrp="1"/>
            </p:cNvSpPr>
            <p:nvPr/>
          </p:nvSpPr>
          <p:spPr>
            <a:xfrm>
              <a:off x="5619389" y="5200531"/>
              <a:ext cx="43309" cy="68772"/>
            </a:xfrm>
            <a:custGeom>
              <a:avLst/>
              <a:gdLst/>
              <a:ahLst/>
              <a:cxnLst/>
              <a:rect l="0" t="0" r="0" b="0"/>
              <a:pathLst>
                <a:path w="43309" h="68772">
                  <a:moveTo>
                    <a:pt x="0" y="68772"/>
                  </a:moveTo>
                  <a:lnTo>
                    <a:pt x="43309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8" name="Candidate_receptor__2437">
              <a:extLst>
                <a:ext uri="{FF2B5EF4-FFF2-40B4-BE49-F238E27FC236}">
                  <a16:creationId xmlns:a16="http://schemas.microsoft.com/office/drawing/2014/main" id="{565E2AA9-FA4A-A95D-A587-AFBB81003888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404729"/>
              <a:ext cx="91615" cy="6963"/>
            </a:xfrm>
            <a:custGeom>
              <a:avLst/>
              <a:gdLst/>
              <a:ahLst/>
              <a:cxnLst/>
              <a:rect l="0" t="0" r="0" b="0"/>
              <a:pathLst>
                <a:path w="91615" h="6963">
                  <a:moveTo>
                    <a:pt x="0" y="6963"/>
                  </a:moveTo>
                  <a:lnTo>
                    <a:pt x="91615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9" name="Candidate_receptor__2438">
              <a:extLst>
                <a:ext uri="{FF2B5EF4-FFF2-40B4-BE49-F238E27FC236}">
                  <a16:creationId xmlns:a16="http://schemas.microsoft.com/office/drawing/2014/main" id="{5C6D12BA-F8F4-EC68-9E2A-DF2BB242C114}"/>
                </a:ext>
              </a:extLst>
            </p:cNvPr>
            <p:cNvSpPr>
              <a:spLocks noGrp="1"/>
            </p:cNvSpPr>
            <p:nvPr/>
          </p:nvSpPr>
          <p:spPr>
            <a:xfrm>
              <a:off x="5676693" y="3043386"/>
              <a:ext cx="69678" cy="34224"/>
            </a:xfrm>
            <a:custGeom>
              <a:avLst/>
              <a:gdLst/>
              <a:ahLst/>
              <a:cxnLst/>
              <a:rect l="0" t="0" r="0" b="0"/>
              <a:pathLst>
                <a:path w="69678" h="34224">
                  <a:moveTo>
                    <a:pt x="0" y="0"/>
                  </a:moveTo>
                  <a:lnTo>
                    <a:pt x="69678" y="34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40" name="Candidate_receptor__2439">
              <a:extLst>
                <a:ext uri="{FF2B5EF4-FFF2-40B4-BE49-F238E27FC236}">
                  <a16:creationId xmlns:a16="http://schemas.microsoft.com/office/drawing/2014/main" id="{DF6B3133-279C-60C7-5519-75123FD9C0EC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90104"/>
              <a:ext cx="24795" cy="40836"/>
            </a:xfrm>
            <a:custGeom>
              <a:avLst/>
              <a:gdLst/>
              <a:ahLst/>
              <a:cxnLst/>
              <a:rect l="0" t="0" r="0" b="0"/>
              <a:pathLst>
                <a:path w="24795" h="40836">
                  <a:moveTo>
                    <a:pt x="0" y="40836"/>
                  </a:moveTo>
                  <a:lnTo>
                    <a:pt x="2479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1" name="Candidate_receptor__2440">
              <a:extLst>
                <a:ext uri="{FF2B5EF4-FFF2-40B4-BE49-F238E27FC236}">
                  <a16:creationId xmlns:a16="http://schemas.microsoft.com/office/drawing/2014/main" id="{2C4467B4-769F-5059-C43D-2A670EC43EE4}"/>
                </a:ext>
              </a:extLst>
            </p:cNvPr>
            <p:cNvSpPr>
              <a:spLocks noGrp="1"/>
            </p:cNvSpPr>
            <p:nvPr/>
          </p:nvSpPr>
          <p:spPr>
            <a:xfrm>
              <a:off x="5438722" y="4602897"/>
              <a:ext cx="15824" cy="114072"/>
            </a:xfrm>
            <a:custGeom>
              <a:avLst/>
              <a:gdLst/>
              <a:ahLst/>
              <a:cxnLst/>
              <a:rect l="0" t="0" r="0" b="0"/>
              <a:pathLst>
                <a:path w="15824" h="114072">
                  <a:moveTo>
                    <a:pt x="0" y="114072"/>
                  </a:moveTo>
                  <a:lnTo>
                    <a:pt x="1582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2" name="Candidate_receptor__2441">
              <a:extLst>
                <a:ext uri="{FF2B5EF4-FFF2-40B4-BE49-F238E27FC236}">
                  <a16:creationId xmlns:a16="http://schemas.microsoft.com/office/drawing/2014/main" id="{F45F5533-8B81-0803-5B75-905202E3FA7C}"/>
                </a:ext>
              </a:extLst>
            </p:cNvPr>
            <p:cNvSpPr>
              <a:spLocks noGrp="1"/>
            </p:cNvSpPr>
            <p:nvPr/>
          </p:nvSpPr>
          <p:spPr>
            <a:xfrm>
              <a:off x="5343249" y="4574118"/>
              <a:ext cx="111296" cy="28779"/>
            </a:xfrm>
            <a:custGeom>
              <a:avLst/>
              <a:gdLst/>
              <a:ahLst/>
              <a:cxnLst/>
              <a:rect l="0" t="0" r="0" b="0"/>
              <a:pathLst>
                <a:path w="111296" h="28779">
                  <a:moveTo>
                    <a:pt x="111296" y="2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3" name="Candidate_receptor__2442">
              <a:extLst>
                <a:ext uri="{FF2B5EF4-FFF2-40B4-BE49-F238E27FC236}">
                  <a16:creationId xmlns:a16="http://schemas.microsoft.com/office/drawing/2014/main" id="{7E39880E-D175-D7A5-3209-76158233A671}"/>
                </a:ext>
              </a:extLst>
            </p:cNvPr>
            <p:cNvSpPr>
              <a:spLocks noGrp="1"/>
            </p:cNvSpPr>
            <p:nvPr/>
          </p:nvSpPr>
          <p:spPr>
            <a:xfrm>
              <a:off x="4767564" y="3830590"/>
              <a:ext cx="66498" cy="92131"/>
            </a:xfrm>
            <a:custGeom>
              <a:avLst/>
              <a:gdLst/>
              <a:ahLst/>
              <a:cxnLst/>
              <a:rect l="0" t="0" r="0" b="0"/>
              <a:pathLst>
                <a:path w="66498" h="92131">
                  <a:moveTo>
                    <a:pt x="66498" y="921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44" name="Candidate_receptor__2443">
              <a:extLst>
                <a:ext uri="{FF2B5EF4-FFF2-40B4-BE49-F238E27FC236}">
                  <a16:creationId xmlns:a16="http://schemas.microsoft.com/office/drawing/2014/main" id="{A1648372-5463-03EC-F935-1404C925540E}"/>
                </a:ext>
              </a:extLst>
            </p:cNvPr>
            <p:cNvSpPr>
              <a:spLocks noGrp="1"/>
            </p:cNvSpPr>
            <p:nvPr/>
          </p:nvSpPr>
          <p:spPr>
            <a:xfrm>
              <a:off x="5476742" y="4870680"/>
              <a:ext cx="26329" cy="108916"/>
            </a:xfrm>
            <a:custGeom>
              <a:avLst/>
              <a:gdLst/>
              <a:ahLst/>
              <a:cxnLst/>
              <a:rect l="0" t="0" r="0" b="0"/>
              <a:pathLst>
                <a:path w="26329" h="108916">
                  <a:moveTo>
                    <a:pt x="26329" y="0"/>
                  </a:moveTo>
                  <a:lnTo>
                    <a:pt x="0" y="1089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5" name="Candidate_receptor__2444">
              <a:extLst>
                <a:ext uri="{FF2B5EF4-FFF2-40B4-BE49-F238E27FC236}">
                  <a16:creationId xmlns:a16="http://schemas.microsoft.com/office/drawing/2014/main" id="{16310C37-CEF8-67F6-D1F4-995C986E8D85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58220"/>
              <a:ext cx="49694" cy="22926"/>
            </a:xfrm>
            <a:custGeom>
              <a:avLst/>
              <a:gdLst/>
              <a:ahLst/>
              <a:cxnLst/>
              <a:rect l="0" t="0" r="0" b="0"/>
              <a:pathLst>
                <a:path w="49694" h="22926">
                  <a:moveTo>
                    <a:pt x="49694" y="0"/>
                  </a:moveTo>
                  <a:lnTo>
                    <a:pt x="0" y="2292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6" name="Candidate_receptor__2445">
              <a:extLst>
                <a:ext uri="{FF2B5EF4-FFF2-40B4-BE49-F238E27FC236}">
                  <a16:creationId xmlns:a16="http://schemas.microsoft.com/office/drawing/2014/main" id="{4C72B658-77F5-5A58-F1C6-1DA337C5DAB4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321802"/>
              <a:ext cx="53981" cy="13008"/>
            </a:xfrm>
            <a:custGeom>
              <a:avLst/>
              <a:gdLst/>
              <a:ahLst/>
              <a:cxnLst/>
              <a:rect l="0" t="0" r="0" b="0"/>
              <a:pathLst>
                <a:path w="53981" h="13008">
                  <a:moveTo>
                    <a:pt x="0" y="0"/>
                  </a:moveTo>
                  <a:lnTo>
                    <a:pt x="53981" y="1300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7" name="Candidate_receptor__2446">
              <a:extLst>
                <a:ext uri="{FF2B5EF4-FFF2-40B4-BE49-F238E27FC236}">
                  <a16:creationId xmlns:a16="http://schemas.microsoft.com/office/drawing/2014/main" id="{D1FAA087-70FB-ADA7-9AC0-A287399AE909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243569"/>
              <a:ext cx="7574" cy="39041"/>
            </a:xfrm>
            <a:custGeom>
              <a:avLst/>
              <a:gdLst/>
              <a:ahLst/>
              <a:cxnLst/>
              <a:rect l="0" t="0" r="0" b="0"/>
              <a:pathLst>
                <a:path w="7574" h="39041">
                  <a:moveTo>
                    <a:pt x="7574" y="0"/>
                  </a:moveTo>
                  <a:lnTo>
                    <a:pt x="0" y="390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8" name="Candidate_receptor__2447">
              <a:extLst>
                <a:ext uri="{FF2B5EF4-FFF2-40B4-BE49-F238E27FC236}">
                  <a16:creationId xmlns:a16="http://schemas.microsoft.com/office/drawing/2014/main" id="{B229DDA0-E65F-4013-B85C-B233402BDE8F}"/>
                </a:ext>
              </a:extLst>
            </p:cNvPr>
            <p:cNvSpPr>
              <a:spLocks noGrp="1"/>
            </p:cNvSpPr>
            <p:nvPr/>
          </p:nvSpPr>
          <p:spPr>
            <a:xfrm>
              <a:off x="6096358" y="4570177"/>
              <a:ext cx="96734" cy="53437"/>
            </a:xfrm>
            <a:custGeom>
              <a:avLst/>
              <a:gdLst/>
              <a:ahLst/>
              <a:cxnLst/>
              <a:rect l="0" t="0" r="0" b="0"/>
              <a:pathLst>
                <a:path w="96734" h="53437">
                  <a:moveTo>
                    <a:pt x="96734" y="0"/>
                  </a:moveTo>
                  <a:lnTo>
                    <a:pt x="0" y="534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9" name="Candidate_receptor__2448">
              <a:extLst>
                <a:ext uri="{FF2B5EF4-FFF2-40B4-BE49-F238E27FC236}">
                  <a16:creationId xmlns:a16="http://schemas.microsoft.com/office/drawing/2014/main" id="{B28086E6-2BD8-625A-4A0E-602C61ACD4FA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74753"/>
              <a:ext cx="67007" cy="35273"/>
            </a:xfrm>
            <a:custGeom>
              <a:avLst/>
              <a:gdLst/>
              <a:ahLst/>
              <a:cxnLst/>
              <a:rect l="0" t="0" r="0" b="0"/>
              <a:pathLst>
                <a:path w="67007" h="35273">
                  <a:moveTo>
                    <a:pt x="67007" y="0"/>
                  </a:moveTo>
                  <a:lnTo>
                    <a:pt x="0" y="3527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0" name="Candidate_receptor__2449">
              <a:extLst>
                <a:ext uri="{FF2B5EF4-FFF2-40B4-BE49-F238E27FC236}">
                  <a16:creationId xmlns:a16="http://schemas.microsoft.com/office/drawing/2014/main" id="{10CF5ECA-0292-0B2C-6BAB-4BD0FF6AF504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03521"/>
              <a:ext cx="74242" cy="55128"/>
            </a:xfrm>
            <a:custGeom>
              <a:avLst/>
              <a:gdLst/>
              <a:ahLst/>
              <a:cxnLst/>
              <a:rect l="0" t="0" r="0" b="0"/>
              <a:pathLst>
                <a:path w="74242" h="55128">
                  <a:moveTo>
                    <a:pt x="0" y="55128"/>
                  </a:moveTo>
                  <a:lnTo>
                    <a:pt x="74242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51" name="Candidate_receptor__2450">
              <a:extLst>
                <a:ext uri="{FF2B5EF4-FFF2-40B4-BE49-F238E27FC236}">
                  <a16:creationId xmlns:a16="http://schemas.microsoft.com/office/drawing/2014/main" id="{D8C28A05-C53A-29B2-DFEB-015E9FD3453B}"/>
                </a:ext>
              </a:extLst>
            </p:cNvPr>
            <p:cNvSpPr>
              <a:spLocks noGrp="1"/>
            </p:cNvSpPr>
            <p:nvPr/>
          </p:nvSpPr>
          <p:spPr>
            <a:xfrm>
              <a:off x="6276538" y="4077359"/>
              <a:ext cx="98505" cy="52498"/>
            </a:xfrm>
            <a:custGeom>
              <a:avLst/>
              <a:gdLst/>
              <a:ahLst/>
              <a:cxnLst/>
              <a:rect l="0" t="0" r="0" b="0"/>
              <a:pathLst>
                <a:path w="98505" h="52498">
                  <a:moveTo>
                    <a:pt x="0" y="52498"/>
                  </a:moveTo>
                  <a:lnTo>
                    <a:pt x="9850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2" name="Candidate_receptor__2451">
              <a:extLst>
                <a:ext uri="{FF2B5EF4-FFF2-40B4-BE49-F238E27FC236}">
                  <a16:creationId xmlns:a16="http://schemas.microsoft.com/office/drawing/2014/main" id="{073DDB36-C075-4470-522A-6DD1AACB370A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76399"/>
              <a:ext cx="5567" cy="29607"/>
            </a:xfrm>
            <a:custGeom>
              <a:avLst/>
              <a:gdLst/>
              <a:ahLst/>
              <a:cxnLst/>
              <a:rect l="0" t="0" r="0" b="0"/>
              <a:pathLst>
                <a:path w="5567" h="29607">
                  <a:moveTo>
                    <a:pt x="5567" y="296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3" name="Candidate_receptor__2452">
              <a:extLst>
                <a:ext uri="{FF2B5EF4-FFF2-40B4-BE49-F238E27FC236}">
                  <a16:creationId xmlns:a16="http://schemas.microsoft.com/office/drawing/2014/main" id="{66BB327C-B256-3731-ADB3-FB4CE8CDFBC8}"/>
                </a:ext>
              </a:extLst>
            </p:cNvPr>
            <p:cNvSpPr>
              <a:spLocks noGrp="1"/>
            </p:cNvSpPr>
            <p:nvPr/>
          </p:nvSpPr>
          <p:spPr>
            <a:xfrm>
              <a:off x="4808117" y="4143163"/>
              <a:ext cx="74023" cy="83553"/>
            </a:xfrm>
            <a:custGeom>
              <a:avLst/>
              <a:gdLst/>
              <a:ahLst/>
              <a:cxnLst/>
              <a:rect l="0" t="0" r="0" b="0"/>
              <a:pathLst>
                <a:path w="74023" h="83553">
                  <a:moveTo>
                    <a:pt x="0" y="83553"/>
                  </a:moveTo>
                  <a:lnTo>
                    <a:pt x="7402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4" name="Candidate_receptor__2453">
              <a:extLst>
                <a:ext uri="{FF2B5EF4-FFF2-40B4-BE49-F238E27FC236}">
                  <a16:creationId xmlns:a16="http://schemas.microsoft.com/office/drawing/2014/main" id="{D44ED582-E7F9-B258-FB51-C71F99ED5A9D}"/>
                </a:ext>
              </a:extLst>
            </p:cNvPr>
            <p:cNvSpPr>
              <a:spLocks noGrp="1"/>
            </p:cNvSpPr>
            <p:nvPr/>
          </p:nvSpPr>
          <p:spPr>
            <a:xfrm>
              <a:off x="5022552" y="4770781"/>
              <a:ext cx="15107" cy="80658"/>
            </a:xfrm>
            <a:custGeom>
              <a:avLst/>
              <a:gdLst/>
              <a:ahLst/>
              <a:cxnLst/>
              <a:rect l="0" t="0" r="0" b="0"/>
              <a:pathLst>
                <a:path w="15107" h="80658">
                  <a:moveTo>
                    <a:pt x="0" y="0"/>
                  </a:moveTo>
                  <a:lnTo>
                    <a:pt x="15107" y="8065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5" name="Candidate_receptor__2454">
              <a:extLst>
                <a:ext uri="{FF2B5EF4-FFF2-40B4-BE49-F238E27FC236}">
                  <a16:creationId xmlns:a16="http://schemas.microsoft.com/office/drawing/2014/main" id="{8463BC7F-6649-D727-F9B7-5DA743D82521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797162"/>
              <a:ext cx="18309" cy="6936"/>
            </a:xfrm>
            <a:custGeom>
              <a:avLst/>
              <a:gdLst/>
              <a:ahLst/>
              <a:cxnLst/>
              <a:rect l="0" t="0" r="0" b="0"/>
              <a:pathLst>
                <a:path w="18309" h="6936">
                  <a:moveTo>
                    <a:pt x="0" y="0"/>
                  </a:moveTo>
                  <a:lnTo>
                    <a:pt x="18309" y="693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6" name="Candidate_receptor__2455">
              <a:extLst>
                <a:ext uri="{FF2B5EF4-FFF2-40B4-BE49-F238E27FC236}">
                  <a16:creationId xmlns:a16="http://schemas.microsoft.com/office/drawing/2014/main" id="{9B737D2C-5AAD-EC73-DC3C-50A86B572C23}"/>
                </a:ext>
              </a:extLst>
            </p:cNvPr>
            <p:cNvSpPr>
              <a:spLocks noGrp="1"/>
            </p:cNvSpPr>
            <p:nvPr/>
          </p:nvSpPr>
          <p:spPr>
            <a:xfrm>
              <a:off x="5758236" y="4392015"/>
              <a:ext cx="35573" cy="104390"/>
            </a:xfrm>
            <a:custGeom>
              <a:avLst/>
              <a:gdLst/>
              <a:ahLst/>
              <a:cxnLst/>
              <a:rect l="0" t="0" r="0" b="0"/>
              <a:pathLst>
                <a:path w="35573" h="104390">
                  <a:moveTo>
                    <a:pt x="0" y="104390"/>
                  </a:moveTo>
                  <a:lnTo>
                    <a:pt x="3557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7" name="Candidate_receptor__2456">
              <a:extLst>
                <a:ext uri="{FF2B5EF4-FFF2-40B4-BE49-F238E27FC236}">
                  <a16:creationId xmlns:a16="http://schemas.microsoft.com/office/drawing/2014/main" id="{DF3094FE-8043-E8E7-1530-490A9A85C417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79548"/>
              <a:ext cx="61375" cy="3950"/>
            </a:xfrm>
            <a:custGeom>
              <a:avLst/>
              <a:gdLst/>
              <a:ahLst/>
              <a:cxnLst/>
              <a:rect l="0" t="0" r="0" b="0"/>
              <a:pathLst>
                <a:path w="61375" h="3950">
                  <a:moveTo>
                    <a:pt x="61375" y="0"/>
                  </a:moveTo>
                  <a:lnTo>
                    <a:pt x="0" y="395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8" name="Candidate_receptor__2457">
              <a:extLst>
                <a:ext uri="{FF2B5EF4-FFF2-40B4-BE49-F238E27FC236}">
                  <a16:creationId xmlns:a16="http://schemas.microsoft.com/office/drawing/2014/main" id="{15EEAA39-8D6E-0F32-8DD4-2595FEDEE20B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51440"/>
              <a:ext cx="46577" cy="78703"/>
            </a:xfrm>
            <a:custGeom>
              <a:avLst/>
              <a:gdLst/>
              <a:ahLst/>
              <a:cxnLst/>
              <a:rect l="0" t="0" r="0" b="0"/>
              <a:pathLst>
                <a:path w="46577" h="78703">
                  <a:moveTo>
                    <a:pt x="46577" y="0"/>
                  </a:moveTo>
                  <a:lnTo>
                    <a:pt x="0" y="787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9" name="Candidate_receptor__2458">
              <a:extLst>
                <a:ext uri="{FF2B5EF4-FFF2-40B4-BE49-F238E27FC236}">
                  <a16:creationId xmlns:a16="http://schemas.microsoft.com/office/drawing/2014/main" id="{2BFF5954-6C3C-68E9-5DC3-0445A803F80F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65609"/>
              <a:ext cx="87663" cy="42406"/>
            </a:xfrm>
            <a:custGeom>
              <a:avLst/>
              <a:gdLst/>
              <a:ahLst/>
              <a:cxnLst/>
              <a:rect l="0" t="0" r="0" b="0"/>
              <a:pathLst>
                <a:path w="87663" h="42406">
                  <a:moveTo>
                    <a:pt x="0" y="42406"/>
                  </a:moveTo>
                  <a:lnTo>
                    <a:pt x="8766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0" name="Candidate_receptor__2459">
              <a:extLst>
                <a:ext uri="{FF2B5EF4-FFF2-40B4-BE49-F238E27FC236}">
                  <a16:creationId xmlns:a16="http://schemas.microsoft.com/office/drawing/2014/main" id="{4D0531F7-CB04-2149-BB7B-AE117E14D96E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1344"/>
              <a:ext cx="50868" cy="46793"/>
            </a:xfrm>
            <a:custGeom>
              <a:avLst/>
              <a:gdLst/>
              <a:ahLst/>
              <a:cxnLst/>
              <a:rect l="0" t="0" r="0" b="0"/>
              <a:pathLst>
                <a:path w="50868" h="46793">
                  <a:moveTo>
                    <a:pt x="50868" y="0"/>
                  </a:moveTo>
                  <a:lnTo>
                    <a:pt x="0" y="4679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1" name="Candidate_receptor__2460">
              <a:extLst>
                <a:ext uri="{FF2B5EF4-FFF2-40B4-BE49-F238E27FC236}">
                  <a16:creationId xmlns:a16="http://schemas.microsoft.com/office/drawing/2014/main" id="{A472FE8C-FA9D-3B1E-9A40-E268D3DEA840}"/>
                </a:ext>
              </a:extLst>
            </p:cNvPr>
            <p:cNvSpPr>
              <a:spLocks noGrp="1"/>
            </p:cNvSpPr>
            <p:nvPr/>
          </p:nvSpPr>
          <p:spPr>
            <a:xfrm>
              <a:off x="5560395" y="3080366"/>
              <a:ext cx="34461" cy="41823"/>
            </a:xfrm>
            <a:custGeom>
              <a:avLst/>
              <a:gdLst/>
              <a:ahLst/>
              <a:cxnLst/>
              <a:rect l="0" t="0" r="0" b="0"/>
              <a:pathLst>
                <a:path w="34461" h="41823">
                  <a:moveTo>
                    <a:pt x="0" y="0"/>
                  </a:moveTo>
                  <a:lnTo>
                    <a:pt x="34461" y="4182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62" name="Candidate_receptor__2461">
              <a:extLst>
                <a:ext uri="{FF2B5EF4-FFF2-40B4-BE49-F238E27FC236}">
                  <a16:creationId xmlns:a16="http://schemas.microsoft.com/office/drawing/2014/main" id="{B70A19DF-FF5F-C3A5-D27F-7657A4F0D852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71634"/>
              <a:ext cx="109918" cy="35216"/>
            </a:xfrm>
            <a:custGeom>
              <a:avLst/>
              <a:gdLst/>
              <a:ahLst/>
              <a:cxnLst/>
              <a:rect l="0" t="0" r="0" b="0"/>
              <a:pathLst>
                <a:path w="109918" h="35216">
                  <a:moveTo>
                    <a:pt x="0" y="0"/>
                  </a:moveTo>
                  <a:lnTo>
                    <a:pt x="109918" y="352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3" name="Candidate_receptor__2462">
              <a:extLst>
                <a:ext uri="{FF2B5EF4-FFF2-40B4-BE49-F238E27FC236}">
                  <a16:creationId xmlns:a16="http://schemas.microsoft.com/office/drawing/2014/main" id="{A146BAE8-F4D8-EA1D-FC10-71ED50F3DDC9}"/>
                </a:ext>
              </a:extLst>
            </p:cNvPr>
            <p:cNvSpPr>
              <a:spLocks noGrp="1"/>
            </p:cNvSpPr>
            <p:nvPr/>
          </p:nvSpPr>
          <p:spPr>
            <a:xfrm>
              <a:off x="5083355" y="3996099"/>
              <a:ext cx="67504" cy="93574"/>
            </a:xfrm>
            <a:custGeom>
              <a:avLst/>
              <a:gdLst/>
              <a:ahLst/>
              <a:cxnLst/>
              <a:rect l="0" t="0" r="0" b="0"/>
              <a:pathLst>
                <a:path w="67504" h="93574">
                  <a:moveTo>
                    <a:pt x="67504" y="0"/>
                  </a:moveTo>
                  <a:lnTo>
                    <a:pt x="0" y="9357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4" name="Candidate_receptor__2463">
              <a:extLst>
                <a:ext uri="{FF2B5EF4-FFF2-40B4-BE49-F238E27FC236}">
                  <a16:creationId xmlns:a16="http://schemas.microsoft.com/office/drawing/2014/main" id="{053CFD97-DC7F-C330-C8FB-82C4C1920F68}"/>
                </a:ext>
              </a:extLst>
            </p:cNvPr>
            <p:cNvSpPr>
              <a:spLocks noGrp="1"/>
            </p:cNvSpPr>
            <p:nvPr/>
          </p:nvSpPr>
          <p:spPr>
            <a:xfrm>
              <a:off x="5746371" y="3077610"/>
              <a:ext cx="72608" cy="89174"/>
            </a:xfrm>
            <a:custGeom>
              <a:avLst/>
              <a:gdLst/>
              <a:ahLst/>
              <a:cxnLst/>
              <a:rect l="0" t="0" r="0" b="0"/>
              <a:pathLst>
                <a:path w="72608" h="89174">
                  <a:moveTo>
                    <a:pt x="0" y="0"/>
                  </a:moveTo>
                  <a:lnTo>
                    <a:pt x="72608" y="8917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65" name="Candidate_receptor__2464">
              <a:extLst>
                <a:ext uri="{FF2B5EF4-FFF2-40B4-BE49-F238E27FC236}">
                  <a16:creationId xmlns:a16="http://schemas.microsoft.com/office/drawing/2014/main" id="{648F2D88-330B-8002-A81F-BC89D4E304A5}"/>
                </a:ext>
              </a:extLst>
            </p:cNvPr>
            <p:cNvSpPr>
              <a:spLocks noGrp="1"/>
            </p:cNvSpPr>
            <p:nvPr/>
          </p:nvSpPr>
          <p:spPr>
            <a:xfrm>
              <a:off x="6097274" y="4390588"/>
              <a:ext cx="77869" cy="67633"/>
            </a:xfrm>
            <a:custGeom>
              <a:avLst/>
              <a:gdLst/>
              <a:ahLst/>
              <a:cxnLst/>
              <a:rect l="0" t="0" r="0" b="0"/>
              <a:pathLst>
                <a:path w="77869" h="67633">
                  <a:moveTo>
                    <a:pt x="77869" y="0"/>
                  </a:moveTo>
                  <a:lnTo>
                    <a:pt x="0" y="6763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6" name="Candidate_receptor__2465">
              <a:extLst>
                <a:ext uri="{FF2B5EF4-FFF2-40B4-BE49-F238E27FC236}">
                  <a16:creationId xmlns:a16="http://schemas.microsoft.com/office/drawing/2014/main" id="{395CAF44-0FEA-ACAE-11C9-07DB0481C629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574118"/>
              <a:ext cx="31510" cy="88203"/>
            </a:xfrm>
            <a:custGeom>
              <a:avLst/>
              <a:gdLst/>
              <a:ahLst/>
              <a:cxnLst/>
              <a:rect l="0" t="0" r="0" b="0"/>
              <a:pathLst>
                <a:path w="31510" h="88203">
                  <a:moveTo>
                    <a:pt x="31510" y="0"/>
                  </a:moveTo>
                  <a:lnTo>
                    <a:pt x="0" y="882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7" name="Candidate_receptor__2466">
              <a:extLst>
                <a:ext uri="{FF2B5EF4-FFF2-40B4-BE49-F238E27FC236}">
                  <a16:creationId xmlns:a16="http://schemas.microsoft.com/office/drawing/2014/main" id="{F6952E7E-CA0B-45B7-A101-1DDE381B2175}"/>
                </a:ext>
              </a:extLst>
            </p:cNvPr>
            <p:cNvSpPr>
              <a:spLocks noGrp="1"/>
            </p:cNvSpPr>
            <p:nvPr/>
          </p:nvSpPr>
          <p:spPr>
            <a:xfrm>
              <a:off x="5259298" y="5450814"/>
              <a:ext cx="85964" cy="65037"/>
            </a:xfrm>
            <a:custGeom>
              <a:avLst/>
              <a:gdLst/>
              <a:ahLst/>
              <a:cxnLst/>
              <a:rect l="0" t="0" r="0" b="0"/>
              <a:pathLst>
                <a:path w="85964" h="65037">
                  <a:moveTo>
                    <a:pt x="85964" y="0"/>
                  </a:moveTo>
                  <a:lnTo>
                    <a:pt x="0" y="650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8" name="Candidate_receptor__2467">
              <a:extLst>
                <a:ext uri="{FF2B5EF4-FFF2-40B4-BE49-F238E27FC236}">
                  <a16:creationId xmlns:a16="http://schemas.microsoft.com/office/drawing/2014/main" id="{4B954C60-EF3A-F6FB-8123-E4F8088F24A1}"/>
                </a:ext>
              </a:extLst>
            </p:cNvPr>
            <p:cNvSpPr>
              <a:spLocks noGrp="1"/>
            </p:cNvSpPr>
            <p:nvPr/>
          </p:nvSpPr>
          <p:spPr>
            <a:xfrm>
              <a:off x="4867115" y="4665609"/>
              <a:ext cx="71895" cy="25525"/>
            </a:xfrm>
            <a:custGeom>
              <a:avLst/>
              <a:gdLst/>
              <a:ahLst/>
              <a:cxnLst/>
              <a:rect l="0" t="0" r="0" b="0"/>
              <a:pathLst>
                <a:path w="71895" h="25525">
                  <a:moveTo>
                    <a:pt x="0" y="0"/>
                  </a:moveTo>
                  <a:lnTo>
                    <a:pt x="71895" y="25525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9" name="Candidate_receptor__2468">
              <a:extLst>
                <a:ext uri="{FF2B5EF4-FFF2-40B4-BE49-F238E27FC236}">
                  <a16:creationId xmlns:a16="http://schemas.microsoft.com/office/drawing/2014/main" id="{F475C404-E102-8E42-FE15-70928158952F}"/>
                </a:ext>
              </a:extLst>
            </p:cNvPr>
            <p:cNvSpPr>
              <a:spLocks noGrp="1"/>
            </p:cNvSpPr>
            <p:nvPr/>
          </p:nvSpPr>
          <p:spPr>
            <a:xfrm>
              <a:off x="4828625" y="3922721"/>
              <a:ext cx="5437" cy="91257"/>
            </a:xfrm>
            <a:custGeom>
              <a:avLst/>
              <a:gdLst/>
              <a:ahLst/>
              <a:cxnLst/>
              <a:rect l="0" t="0" r="0" b="0"/>
              <a:pathLst>
                <a:path w="5437" h="91257">
                  <a:moveTo>
                    <a:pt x="0" y="91257"/>
                  </a:moveTo>
                  <a:lnTo>
                    <a:pt x="543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0" name="Candidate_receptor__2469">
              <a:extLst>
                <a:ext uri="{FF2B5EF4-FFF2-40B4-BE49-F238E27FC236}">
                  <a16:creationId xmlns:a16="http://schemas.microsoft.com/office/drawing/2014/main" id="{0F8AADC5-FAC2-0389-0FF8-EB946A5ADEAC}"/>
                </a:ext>
              </a:extLst>
            </p:cNvPr>
            <p:cNvSpPr>
              <a:spLocks noGrp="1"/>
            </p:cNvSpPr>
            <p:nvPr/>
          </p:nvSpPr>
          <p:spPr>
            <a:xfrm>
              <a:off x="6709055" y="4596959"/>
              <a:ext cx="74967" cy="83484"/>
            </a:xfrm>
            <a:custGeom>
              <a:avLst/>
              <a:gdLst/>
              <a:ahLst/>
              <a:cxnLst/>
              <a:rect l="0" t="0" r="0" b="0"/>
              <a:pathLst>
                <a:path w="74967" h="83484">
                  <a:moveTo>
                    <a:pt x="0" y="83484"/>
                  </a:moveTo>
                  <a:lnTo>
                    <a:pt x="7496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1" name="Candidate_receptor__2470">
              <a:extLst>
                <a:ext uri="{FF2B5EF4-FFF2-40B4-BE49-F238E27FC236}">
                  <a16:creationId xmlns:a16="http://schemas.microsoft.com/office/drawing/2014/main" id="{B9A7F2FA-A614-F305-D5DD-4B0936A08E2C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13978"/>
              <a:ext cx="87113" cy="44916"/>
            </a:xfrm>
            <a:custGeom>
              <a:avLst/>
              <a:gdLst/>
              <a:ahLst/>
              <a:cxnLst/>
              <a:rect l="0" t="0" r="0" b="0"/>
              <a:pathLst>
                <a:path w="87113" h="44916">
                  <a:moveTo>
                    <a:pt x="0" y="44916"/>
                  </a:moveTo>
                  <a:lnTo>
                    <a:pt x="87113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2" name="Candidate_receptor__2471">
              <a:extLst>
                <a:ext uri="{FF2B5EF4-FFF2-40B4-BE49-F238E27FC236}">
                  <a16:creationId xmlns:a16="http://schemas.microsoft.com/office/drawing/2014/main" id="{742C7FE0-4849-0426-CCC9-D3D0ADEDD012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26431"/>
              <a:ext cx="96087" cy="59364"/>
            </a:xfrm>
            <a:custGeom>
              <a:avLst/>
              <a:gdLst/>
              <a:ahLst/>
              <a:cxnLst/>
              <a:rect l="0" t="0" r="0" b="0"/>
              <a:pathLst>
                <a:path w="96087" h="59364">
                  <a:moveTo>
                    <a:pt x="96087" y="0"/>
                  </a:moveTo>
                  <a:lnTo>
                    <a:pt x="0" y="5936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3" name="Candidate_receptor__2472">
              <a:extLst>
                <a:ext uri="{FF2B5EF4-FFF2-40B4-BE49-F238E27FC236}">
                  <a16:creationId xmlns:a16="http://schemas.microsoft.com/office/drawing/2014/main" id="{A41CCA99-0197-2DF9-22C4-BAB367AD52D9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238101"/>
              <a:ext cx="33824" cy="109325"/>
            </a:xfrm>
            <a:custGeom>
              <a:avLst/>
              <a:gdLst/>
              <a:ahLst/>
              <a:cxnLst/>
              <a:rect l="0" t="0" r="0" b="0"/>
              <a:pathLst>
                <a:path w="33824" h="109325">
                  <a:moveTo>
                    <a:pt x="33824" y="0"/>
                  </a:moveTo>
                  <a:lnTo>
                    <a:pt x="0" y="10932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4" name="Candidate_receptor__2473">
              <a:extLst>
                <a:ext uri="{FF2B5EF4-FFF2-40B4-BE49-F238E27FC236}">
                  <a16:creationId xmlns:a16="http://schemas.microsoft.com/office/drawing/2014/main" id="{5C7A96C2-5E3D-8134-921B-640B8F942CAB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76465"/>
              <a:ext cx="32586" cy="38971"/>
            </a:xfrm>
            <a:custGeom>
              <a:avLst/>
              <a:gdLst/>
              <a:ahLst/>
              <a:cxnLst/>
              <a:rect l="0" t="0" r="0" b="0"/>
              <a:pathLst>
                <a:path w="32586" h="38971">
                  <a:moveTo>
                    <a:pt x="32586" y="0"/>
                  </a:moveTo>
                  <a:lnTo>
                    <a:pt x="0" y="3897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5" name="Candidate_receptor__2474">
              <a:extLst>
                <a:ext uri="{FF2B5EF4-FFF2-40B4-BE49-F238E27FC236}">
                  <a16:creationId xmlns:a16="http://schemas.microsoft.com/office/drawing/2014/main" id="{6512FDC7-3CA9-A79A-E604-474E0C5CA209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8078"/>
              <a:ext cx="19889" cy="84935"/>
            </a:xfrm>
            <a:custGeom>
              <a:avLst/>
              <a:gdLst/>
              <a:ahLst/>
              <a:cxnLst/>
              <a:rect l="0" t="0" r="0" b="0"/>
              <a:pathLst>
                <a:path w="19889" h="84935">
                  <a:moveTo>
                    <a:pt x="19889" y="849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6" name="Candidate_receptor__2475">
              <a:extLst>
                <a:ext uri="{FF2B5EF4-FFF2-40B4-BE49-F238E27FC236}">
                  <a16:creationId xmlns:a16="http://schemas.microsoft.com/office/drawing/2014/main" id="{8E61147C-D9B9-392B-EF4C-B3D8141CB7AB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70812" cy="55365"/>
            </a:xfrm>
            <a:custGeom>
              <a:avLst/>
              <a:gdLst/>
              <a:ahLst/>
              <a:cxnLst/>
              <a:rect l="0" t="0" r="0" b="0"/>
              <a:pathLst>
                <a:path w="70812" h="55365">
                  <a:moveTo>
                    <a:pt x="0" y="0"/>
                  </a:moveTo>
                  <a:lnTo>
                    <a:pt x="70812" y="5536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7" name="Candidate_receptor__2476">
              <a:extLst>
                <a:ext uri="{FF2B5EF4-FFF2-40B4-BE49-F238E27FC236}">
                  <a16:creationId xmlns:a16="http://schemas.microsoft.com/office/drawing/2014/main" id="{273ACD16-4360-CDD1-F719-E12B98BB1EE8}"/>
                </a:ext>
              </a:extLst>
            </p:cNvPr>
            <p:cNvSpPr>
              <a:spLocks noGrp="1"/>
            </p:cNvSpPr>
            <p:nvPr/>
          </p:nvSpPr>
          <p:spPr>
            <a:xfrm>
              <a:off x="5042914" y="5358496"/>
              <a:ext cx="114294" cy="1745"/>
            </a:xfrm>
            <a:custGeom>
              <a:avLst/>
              <a:gdLst/>
              <a:ahLst/>
              <a:cxnLst/>
              <a:rect l="0" t="0" r="0" b="0"/>
              <a:pathLst>
                <a:path w="114294" h="1745">
                  <a:moveTo>
                    <a:pt x="114294" y="1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8" name="Candidate_receptor__2477">
              <a:extLst>
                <a:ext uri="{FF2B5EF4-FFF2-40B4-BE49-F238E27FC236}">
                  <a16:creationId xmlns:a16="http://schemas.microsoft.com/office/drawing/2014/main" id="{01A394B8-00AC-2C03-8470-66D6C3AC9C08}"/>
                </a:ext>
              </a:extLst>
            </p:cNvPr>
            <p:cNvSpPr>
              <a:spLocks noGrp="1"/>
            </p:cNvSpPr>
            <p:nvPr/>
          </p:nvSpPr>
          <p:spPr>
            <a:xfrm>
              <a:off x="5252448" y="4767595"/>
              <a:ext cx="105704" cy="27623"/>
            </a:xfrm>
            <a:custGeom>
              <a:avLst/>
              <a:gdLst/>
              <a:ahLst/>
              <a:cxnLst/>
              <a:rect l="0" t="0" r="0" b="0"/>
              <a:pathLst>
                <a:path w="105704" h="27623">
                  <a:moveTo>
                    <a:pt x="0" y="27623"/>
                  </a:moveTo>
                  <a:lnTo>
                    <a:pt x="10570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9" name="Candidate_receptor__2478">
              <a:extLst>
                <a:ext uri="{FF2B5EF4-FFF2-40B4-BE49-F238E27FC236}">
                  <a16:creationId xmlns:a16="http://schemas.microsoft.com/office/drawing/2014/main" id="{D503B4B9-EC6B-9822-298A-CD868C78C081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902643"/>
              <a:ext cx="25382" cy="2162"/>
            </a:xfrm>
            <a:custGeom>
              <a:avLst/>
              <a:gdLst/>
              <a:ahLst/>
              <a:cxnLst/>
              <a:rect l="0" t="0" r="0" b="0"/>
              <a:pathLst>
                <a:path w="25382" h="2162">
                  <a:moveTo>
                    <a:pt x="25382" y="21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0" name="Candidate_receptor__2479">
              <a:extLst>
                <a:ext uri="{FF2B5EF4-FFF2-40B4-BE49-F238E27FC236}">
                  <a16:creationId xmlns:a16="http://schemas.microsoft.com/office/drawing/2014/main" id="{5935E63B-78D2-DE50-372D-02DFE8699E09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17539"/>
              <a:ext cx="97132" cy="56150"/>
            </a:xfrm>
            <a:custGeom>
              <a:avLst/>
              <a:gdLst/>
              <a:ahLst/>
              <a:cxnLst/>
              <a:rect l="0" t="0" r="0" b="0"/>
              <a:pathLst>
                <a:path w="97132" h="56150">
                  <a:moveTo>
                    <a:pt x="97132" y="0"/>
                  </a:moveTo>
                  <a:lnTo>
                    <a:pt x="0" y="5615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1" name="Candidate_receptor__2480">
              <a:extLst>
                <a:ext uri="{FF2B5EF4-FFF2-40B4-BE49-F238E27FC236}">
                  <a16:creationId xmlns:a16="http://schemas.microsoft.com/office/drawing/2014/main" id="{3332D17E-C1E5-E837-8D95-AC0AA8855BF9}"/>
                </a:ext>
              </a:extLst>
            </p:cNvPr>
            <p:cNvSpPr>
              <a:spLocks noGrp="1"/>
            </p:cNvSpPr>
            <p:nvPr/>
          </p:nvSpPr>
          <p:spPr>
            <a:xfrm>
              <a:off x="4721434" y="4548532"/>
              <a:ext cx="101422" cy="16674"/>
            </a:xfrm>
            <a:custGeom>
              <a:avLst/>
              <a:gdLst/>
              <a:ahLst/>
              <a:cxnLst/>
              <a:rect l="0" t="0" r="0" b="0"/>
              <a:pathLst>
                <a:path w="101422" h="16674">
                  <a:moveTo>
                    <a:pt x="0" y="16674"/>
                  </a:moveTo>
                  <a:lnTo>
                    <a:pt x="101422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2" name="Candidate_receptor__2481">
              <a:extLst>
                <a:ext uri="{FF2B5EF4-FFF2-40B4-BE49-F238E27FC236}">
                  <a16:creationId xmlns:a16="http://schemas.microsoft.com/office/drawing/2014/main" id="{13FC45D4-90A3-1789-A922-783AA8F450BC}"/>
                </a:ext>
              </a:extLst>
            </p:cNvPr>
            <p:cNvSpPr>
              <a:spLocks noGrp="1"/>
            </p:cNvSpPr>
            <p:nvPr/>
          </p:nvSpPr>
          <p:spPr>
            <a:xfrm>
              <a:off x="6376026" y="4244283"/>
              <a:ext cx="71882" cy="73455"/>
            </a:xfrm>
            <a:custGeom>
              <a:avLst/>
              <a:gdLst/>
              <a:ahLst/>
              <a:cxnLst/>
              <a:rect l="0" t="0" r="0" b="0"/>
              <a:pathLst>
                <a:path w="71882" h="73455">
                  <a:moveTo>
                    <a:pt x="0" y="0"/>
                  </a:moveTo>
                  <a:lnTo>
                    <a:pt x="71882" y="7345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3" name="Candidate_receptor__2482">
              <a:extLst>
                <a:ext uri="{FF2B5EF4-FFF2-40B4-BE49-F238E27FC236}">
                  <a16:creationId xmlns:a16="http://schemas.microsoft.com/office/drawing/2014/main" id="{48C5A5AB-A7DF-147F-D6B7-46B6B63A28F0}"/>
                </a:ext>
              </a:extLst>
            </p:cNvPr>
            <p:cNvSpPr>
              <a:spLocks noGrp="1"/>
            </p:cNvSpPr>
            <p:nvPr/>
          </p:nvSpPr>
          <p:spPr>
            <a:xfrm>
              <a:off x="5101621" y="3924842"/>
              <a:ext cx="49238" cy="71257"/>
            </a:xfrm>
            <a:custGeom>
              <a:avLst/>
              <a:gdLst/>
              <a:ahLst/>
              <a:cxnLst/>
              <a:rect l="0" t="0" r="0" b="0"/>
              <a:pathLst>
                <a:path w="49238" h="71257">
                  <a:moveTo>
                    <a:pt x="0" y="0"/>
                  </a:moveTo>
                  <a:lnTo>
                    <a:pt x="49238" y="71257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4" name="Candidate_receptor__2483">
              <a:extLst>
                <a:ext uri="{FF2B5EF4-FFF2-40B4-BE49-F238E27FC236}">
                  <a16:creationId xmlns:a16="http://schemas.microsoft.com/office/drawing/2014/main" id="{B8278CFF-4BBE-6A35-CCA8-83F3F66C7F1A}"/>
                </a:ext>
              </a:extLst>
            </p:cNvPr>
            <p:cNvSpPr>
              <a:spLocks noGrp="1"/>
            </p:cNvSpPr>
            <p:nvPr/>
          </p:nvSpPr>
          <p:spPr>
            <a:xfrm>
              <a:off x="6129250" y="4206850"/>
              <a:ext cx="14784" cy="77295"/>
            </a:xfrm>
            <a:custGeom>
              <a:avLst/>
              <a:gdLst/>
              <a:ahLst/>
              <a:cxnLst/>
              <a:rect l="0" t="0" r="0" b="0"/>
              <a:pathLst>
                <a:path w="14784" h="77295">
                  <a:moveTo>
                    <a:pt x="14784" y="0"/>
                  </a:moveTo>
                  <a:lnTo>
                    <a:pt x="0" y="7729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5" name="Candidate_receptor__2484">
              <a:extLst>
                <a:ext uri="{FF2B5EF4-FFF2-40B4-BE49-F238E27FC236}">
                  <a16:creationId xmlns:a16="http://schemas.microsoft.com/office/drawing/2014/main" id="{DCE38E0C-94CE-567D-F286-F6099E368FF0}"/>
                </a:ext>
              </a:extLst>
            </p:cNvPr>
            <p:cNvSpPr>
              <a:spLocks noGrp="1"/>
            </p:cNvSpPr>
            <p:nvPr/>
          </p:nvSpPr>
          <p:spPr>
            <a:xfrm>
              <a:off x="6784022" y="4507628"/>
              <a:ext cx="38546" cy="89331"/>
            </a:xfrm>
            <a:custGeom>
              <a:avLst/>
              <a:gdLst/>
              <a:ahLst/>
              <a:cxnLst/>
              <a:rect l="0" t="0" r="0" b="0"/>
              <a:pathLst>
                <a:path w="38546" h="89331">
                  <a:moveTo>
                    <a:pt x="0" y="89331"/>
                  </a:moveTo>
                  <a:lnTo>
                    <a:pt x="38546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6" name="Candidate_receptor__2485">
              <a:extLst>
                <a:ext uri="{FF2B5EF4-FFF2-40B4-BE49-F238E27FC236}">
                  <a16:creationId xmlns:a16="http://schemas.microsoft.com/office/drawing/2014/main" id="{89E9EFFC-0B7F-3E9B-561C-3692AC6D6536}"/>
                </a:ext>
              </a:extLst>
            </p:cNvPr>
            <p:cNvSpPr>
              <a:spLocks noGrp="1"/>
            </p:cNvSpPr>
            <p:nvPr/>
          </p:nvSpPr>
          <p:spPr>
            <a:xfrm>
              <a:off x="5769610" y="3166784"/>
              <a:ext cx="49368" cy="54074"/>
            </a:xfrm>
            <a:custGeom>
              <a:avLst/>
              <a:gdLst/>
              <a:ahLst/>
              <a:cxnLst/>
              <a:rect l="0" t="0" r="0" b="0"/>
              <a:pathLst>
                <a:path w="49368" h="54074">
                  <a:moveTo>
                    <a:pt x="49368" y="0"/>
                  </a:moveTo>
                  <a:lnTo>
                    <a:pt x="0" y="54074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487" name="Candidate_receptor__2486">
              <a:extLst>
                <a:ext uri="{FF2B5EF4-FFF2-40B4-BE49-F238E27FC236}">
                  <a16:creationId xmlns:a16="http://schemas.microsoft.com/office/drawing/2014/main" id="{EE312A0E-3D06-6A46-CDFD-52556E53A532}"/>
                </a:ext>
              </a:extLst>
            </p:cNvPr>
            <p:cNvSpPr>
              <a:spLocks noGrp="1"/>
            </p:cNvSpPr>
            <p:nvPr/>
          </p:nvSpPr>
          <p:spPr>
            <a:xfrm>
              <a:off x="5040367" y="4373892"/>
              <a:ext cx="65297" cy="83298"/>
            </a:xfrm>
            <a:custGeom>
              <a:avLst/>
              <a:gdLst/>
              <a:ahLst/>
              <a:cxnLst/>
              <a:rect l="0" t="0" r="0" b="0"/>
              <a:pathLst>
                <a:path w="65297" h="83298">
                  <a:moveTo>
                    <a:pt x="0" y="0"/>
                  </a:moveTo>
                  <a:lnTo>
                    <a:pt x="65297" y="8329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8" name="Candidate_receptor__2487">
              <a:extLst>
                <a:ext uri="{FF2B5EF4-FFF2-40B4-BE49-F238E27FC236}">
                  <a16:creationId xmlns:a16="http://schemas.microsoft.com/office/drawing/2014/main" id="{F3C86150-FEB3-E729-9B1C-5B2F37BD367B}"/>
                </a:ext>
              </a:extLst>
            </p:cNvPr>
            <p:cNvSpPr>
              <a:spLocks noGrp="1"/>
            </p:cNvSpPr>
            <p:nvPr/>
          </p:nvSpPr>
          <p:spPr>
            <a:xfrm>
              <a:off x="6763703" y="4426431"/>
              <a:ext cx="58865" cy="81197"/>
            </a:xfrm>
            <a:custGeom>
              <a:avLst/>
              <a:gdLst/>
              <a:ahLst/>
              <a:cxnLst/>
              <a:rect l="0" t="0" r="0" b="0"/>
              <a:pathLst>
                <a:path w="58865" h="81197">
                  <a:moveTo>
                    <a:pt x="58865" y="811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9" name="Candidate_receptor__2488">
              <a:extLst>
                <a:ext uri="{FF2B5EF4-FFF2-40B4-BE49-F238E27FC236}">
                  <a16:creationId xmlns:a16="http://schemas.microsoft.com/office/drawing/2014/main" id="{515B9DD3-DA49-4803-690F-CE2CC6790B85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57190"/>
              <a:ext cx="78555" cy="73750"/>
            </a:xfrm>
            <a:custGeom>
              <a:avLst/>
              <a:gdLst/>
              <a:ahLst/>
              <a:cxnLst/>
              <a:rect l="0" t="0" r="0" b="0"/>
              <a:pathLst>
                <a:path w="78555" h="73750">
                  <a:moveTo>
                    <a:pt x="78555" y="0"/>
                  </a:moveTo>
                  <a:lnTo>
                    <a:pt x="0" y="7375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0" name="Candidate_receptor__2489">
              <a:extLst>
                <a:ext uri="{FF2B5EF4-FFF2-40B4-BE49-F238E27FC236}">
                  <a16:creationId xmlns:a16="http://schemas.microsoft.com/office/drawing/2014/main" id="{A9EE87AD-2708-2FDD-7894-C7BFB539CE9B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373892"/>
              <a:ext cx="92123" cy="48566"/>
            </a:xfrm>
            <a:custGeom>
              <a:avLst/>
              <a:gdLst/>
              <a:ahLst/>
              <a:cxnLst/>
              <a:rect l="0" t="0" r="0" b="0"/>
              <a:pathLst>
                <a:path w="92123" h="48566">
                  <a:moveTo>
                    <a:pt x="0" y="48566"/>
                  </a:moveTo>
                  <a:lnTo>
                    <a:pt x="92123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1" name="Candidate_receptor__2490">
              <a:extLst>
                <a:ext uri="{FF2B5EF4-FFF2-40B4-BE49-F238E27FC236}">
                  <a16:creationId xmlns:a16="http://schemas.microsoft.com/office/drawing/2014/main" id="{F069EA29-7EFA-1BD3-920F-706886A65901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44283"/>
              <a:ext cx="82154" cy="35653"/>
            </a:xfrm>
            <a:custGeom>
              <a:avLst/>
              <a:gdLst/>
              <a:ahLst/>
              <a:cxnLst/>
              <a:rect l="0" t="0" r="0" b="0"/>
              <a:pathLst>
                <a:path w="82154" h="35653">
                  <a:moveTo>
                    <a:pt x="0" y="35653"/>
                  </a:moveTo>
                  <a:lnTo>
                    <a:pt x="82154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2" name="Candidate_receptor__2491">
              <a:extLst>
                <a:ext uri="{FF2B5EF4-FFF2-40B4-BE49-F238E27FC236}">
                  <a16:creationId xmlns:a16="http://schemas.microsoft.com/office/drawing/2014/main" id="{6A34A9AD-17A4-8E8A-2010-79C39FFF28B3}"/>
                </a:ext>
              </a:extLst>
            </p:cNvPr>
            <p:cNvSpPr>
              <a:spLocks noGrp="1"/>
            </p:cNvSpPr>
            <p:nvPr/>
          </p:nvSpPr>
          <p:spPr>
            <a:xfrm>
              <a:off x="5247248" y="4117539"/>
              <a:ext cx="68591" cy="77073"/>
            </a:xfrm>
            <a:custGeom>
              <a:avLst/>
              <a:gdLst/>
              <a:ahLst/>
              <a:cxnLst/>
              <a:rect l="0" t="0" r="0" b="0"/>
              <a:pathLst>
                <a:path w="68591" h="77073">
                  <a:moveTo>
                    <a:pt x="68591" y="770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3" name="Candidate_receptor__2492">
              <a:extLst>
                <a:ext uri="{FF2B5EF4-FFF2-40B4-BE49-F238E27FC236}">
                  <a16:creationId xmlns:a16="http://schemas.microsoft.com/office/drawing/2014/main" id="{4658FD52-F03A-C32E-2318-5238EE0D25E8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691134"/>
              <a:ext cx="44124" cy="106028"/>
            </a:xfrm>
            <a:custGeom>
              <a:avLst/>
              <a:gdLst/>
              <a:ahLst/>
              <a:cxnLst/>
              <a:rect l="0" t="0" r="0" b="0"/>
              <a:pathLst>
                <a:path w="44124" h="106028">
                  <a:moveTo>
                    <a:pt x="44124" y="0"/>
                  </a:moveTo>
                  <a:lnTo>
                    <a:pt x="0" y="10602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4" name="Candidate_receptor__2493">
              <a:extLst>
                <a:ext uri="{FF2B5EF4-FFF2-40B4-BE49-F238E27FC236}">
                  <a16:creationId xmlns:a16="http://schemas.microsoft.com/office/drawing/2014/main" id="{4942B922-A107-1CDA-84DC-E49EA2394F0B}"/>
                </a:ext>
              </a:extLst>
            </p:cNvPr>
            <p:cNvSpPr>
              <a:spLocks noGrp="1"/>
            </p:cNvSpPr>
            <p:nvPr/>
          </p:nvSpPr>
          <p:spPr>
            <a:xfrm>
              <a:off x="6087650" y="4591082"/>
              <a:ext cx="8709" cy="32531"/>
            </a:xfrm>
            <a:custGeom>
              <a:avLst/>
              <a:gdLst/>
              <a:ahLst/>
              <a:cxnLst/>
              <a:rect l="0" t="0" r="0" b="0"/>
              <a:pathLst>
                <a:path w="8709" h="32531">
                  <a:moveTo>
                    <a:pt x="8709" y="325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5" name="Candidate_receptor__2494">
              <a:extLst>
                <a:ext uri="{FF2B5EF4-FFF2-40B4-BE49-F238E27FC236}">
                  <a16:creationId xmlns:a16="http://schemas.microsoft.com/office/drawing/2014/main" id="{277E1D4F-F6FD-FA5F-E091-49D0E90C645C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194612"/>
              <a:ext cx="63700" cy="87998"/>
            </a:xfrm>
            <a:custGeom>
              <a:avLst/>
              <a:gdLst/>
              <a:ahLst/>
              <a:cxnLst/>
              <a:rect l="0" t="0" r="0" b="0"/>
              <a:pathLst>
                <a:path w="63700" h="87998">
                  <a:moveTo>
                    <a:pt x="0" y="87998"/>
                  </a:moveTo>
                  <a:lnTo>
                    <a:pt x="6370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6" name="Candidate_receptor__2495">
              <a:extLst>
                <a:ext uri="{FF2B5EF4-FFF2-40B4-BE49-F238E27FC236}">
                  <a16:creationId xmlns:a16="http://schemas.microsoft.com/office/drawing/2014/main" id="{2755EBF0-CB9D-81E5-ACF9-21B5562BA88B}"/>
                </a:ext>
              </a:extLst>
            </p:cNvPr>
            <p:cNvSpPr>
              <a:spLocks noGrp="1"/>
            </p:cNvSpPr>
            <p:nvPr/>
          </p:nvSpPr>
          <p:spPr>
            <a:xfrm>
              <a:off x="6375758" y="4317738"/>
              <a:ext cx="72150" cy="88268"/>
            </a:xfrm>
            <a:custGeom>
              <a:avLst/>
              <a:gdLst/>
              <a:ahLst/>
              <a:cxnLst/>
              <a:rect l="0" t="0" r="0" b="0"/>
              <a:pathLst>
                <a:path w="72150" h="88268">
                  <a:moveTo>
                    <a:pt x="72150" y="0"/>
                  </a:moveTo>
                  <a:lnTo>
                    <a:pt x="0" y="8826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7" name="Candidate_receptor__2496">
              <a:extLst>
                <a:ext uri="{FF2B5EF4-FFF2-40B4-BE49-F238E27FC236}">
                  <a16:creationId xmlns:a16="http://schemas.microsoft.com/office/drawing/2014/main" id="{53EB573D-EA45-7756-8B92-6FB881EC8B55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34803"/>
              <a:ext cx="110209" cy="32816"/>
            </a:xfrm>
            <a:custGeom>
              <a:avLst/>
              <a:gdLst/>
              <a:ahLst/>
              <a:cxnLst/>
              <a:rect l="0" t="0" r="0" b="0"/>
              <a:pathLst>
                <a:path w="110209" h="32816">
                  <a:moveTo>
                    <a:pt x="110209" y="0"/>
                  </a:moveTo>
                  <a:lnTo>
                    <a:pt x="0" y="32816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8" name="Candidate_receptor__2497">
              <a:extLst>
                <a:ext uri="{FF2B5EF4-FFF2-40B4-BE49-F238E27FC236}">
                  <a16:creationId xmlns:a16="http://schemas.microsoft.com/office/drawing/2014/main" id="{984B92FD-39D4-7938-0911-579188D5EAE8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372065"/>
              <a:ext cx="26029" cy="39627"/>
            </a:xfrm>
            <a:custGeom>
              <a:avLst/>
              <a:gdLst/>
              <a:ahLst/>
              <a:cxnLst/>
              <a:rect l="0" t="0" r="0" b="0"/>
              <a:pathLst>
                <a:path w="26029" h="39627">
                  <a:moveTo>
                    <a:pt x="26029" y="0"/>
                  </a:moveTo>
                  <a:lnTo>
                    <a:pt x="0" y="3962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499" name="Candidate_receptor__2498">
              <a:extLst>
                <a:ext uri="{FF2B5EF4-FFF2-40B4-BE49-F238E27FC236}">
                  <a16:creationId xmlns:a16="http://schemas.microsoft.com/office/drawing/2014/main" id="{82651918-E07D-B16D-A4B7-08089FF61683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284145"/>
              <a:ext cx="95380" cy="37657"/>
            </a:xfrm>
            <a:custGeom>
              <a:avLst/>
              <a:gdLst/>
              <a:ahLst/>
              <a:cxnLst/>
              <a:rect l="0" t="0" r="0" b="0"/>
              <a:pathLst>
                <a:path w="95380" h="37657">
                  <a:moveTo>
                    <a:pt x="95380" y="0"/>
                  </a:moveTo>
                  <a:lnTo>
                    <a:pt x="0" y="37657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0" name="Candidate_receptor__2499">
              <a:extLst>
                <a:ext uri="{FF2B5EF4-FFF2-40B4-BE49-F238E27FC236}">
                  <a16:creationId xmlns:a16="http://schemas.microsoft.com/office/drawing/2014/main" id="{7892221A-38C1-0CA0-5DF1-FFF4D5443339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58214"/>
              <a:ext cx="3276" cy="13420"/>
            </a:xfrm>
            <a:custGeom>
              <a:avLst/>
              <a:gdLst/>
              <a:ahLst/>
              <a:cxnLst/>
              <a:rect l="0" t="0" r="0" b="0"/>
              <a:pathLst>
                <a:path w="3276" h="13420">
                  <a:moveTo>
                    <a:pt x="3276" y="0"/>
                  </a:moveTo>
                  <a:lnTo>
                    <a:pt x="0" y="13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1" name="Candidate_receptor__2500">
              <a:extLst>
                <a:ext uri="{FF2B5EF4-FFF2-40B4-BE49-F238E27FC236}">
                  <a16:creationId xmlns:a16="http://schemas.microsoft.com/office/drawing/2014/main" id="{117A5F72-6D9D-B509-C1A7-977609020A06}"/>
                </a:ext>
              </a:extLst>
            </p:cNvPr>
            <p:cNvSpPr>
              <a:spLocks noGrp="1"/>
            </p:cNvSpPr>
            <p:nvPr/>
          </p:nvSpPr>
          <p:spPr>
            <a:xfrm>
              <a:off x="6609702" y="4635785"/>
              <a:ext cx="99353" cy="44657"/>
            </a:xfrm>
            <a:custGeom>
              <a:avLst/>
              <a:gdLst/>
              <a:ahLst/>
              <a:cxnLst/>
              <a:rect l="0" t="0" r="0" b="0"/>
              <a:pathLst>
                <a:path w="99353" h="44657">
                  <a:moveTo>
                    <a:pt x="0" y="0"/>
                  </a:moveTo>
                  <a:lnTo>
                    <a:pt x="99353" y="4465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2" name="Candidate_receptor__2501">
              <a:extLst>
                <a:ext uri="{FF2B5EF4-FFF2-40B4-BE49-F238E27FC236}">
                  <a16:creationId xmlns:a16="http://schemas.microsoft.com/office/drawing/2014/main" id="{192A92AF-1982-DBA0-043D-AFB6297EBE3B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4012613"/>
              <a:ext cx="94291" cy="18385"/>
            </a:xfrm>
            <a:custGeom>
              <a:avLst/>
              <a:gdLst/>
              <a:ahLst/>
              <a:cxnLst/>
              <a:rect l="0" t="0" r="0" b="0"/>
              <a:pathLst>
                <a:path w="94291" h="18385">
                  <a:moveTo>
                    <a:pt x="0" y="0"/>
                  </a:moveTo>
                  <a:lnTo>
                    <a:pt x="94291" y="18385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3" name="Candidate_receptor__2502">
              <a:extLst>
                <a:ext uri="{FF2B5EF4-FFF2-40B4-BE49-F238E27FC236}">
                  <a16:creationId xmlns:a16="http://schemas.microsoft.com/office/drawing/2014/main" id="{F8940CDA-334C-83F9-55A6-6B755EF0ED8D}"/>
                </a:ext>
              </a:extLst>
            </p:cNvPr>
            <p:cNvSpPr>
              <a:spLocks noGrp="1"/>
            </p:cNvSpPr>
            <p:nvPr/>
          </p:nvSpPr>
          <p:spPr>
            <a:xfrm>
              <a:off x="5670535" y="3220858"/>
              <a:ext cx="99075" cy="17243"/>
            </a:xfrm>
            <a:custGeom>
              <a:avLst/>
              <a:gdLst/>
              <a:ahLst/>
              <a:cxnLst/>
              <a:rect l="0" t="0" r="0" b="0"/>
              <a:pathLst>
                <a:path w="99075" h="17243">
                  <a:moveTo>
                    <a:pt x="99075" y="0"/>
                  </a:moveTo>
                  <a:lnTo>
                    <a:pt x="0" y="1724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4" name="Candidate_receptor__2503">
              <a:extLst>
                <a:ext uri="{FF2B5EF4-FFF2-40B4-BE49-F238E27FC236}">
                  <a16:creationId xmlns:a16="http://schemas.microsoft.com/office/drawing/2014/main" id="{AA436C9C-5F9C-AABD-6748-BA2E36DB122B}"/>
                </a:ext>
              </a:extLst>
            </p:cNvPr>
            <p:cNvSpPr>
              <a:spLocks noGrp="1"/>
            </p:cNvSpPr>
            <p:nvPr/>
          </p:nvSpPr>
          <p:spPr>
            <a:xfrm>
              <a:off x="4567989" y="4430393"/>
              <a:ext cx="108735" cy="36795"/>
            </a:xfrm>
            <a:custGeom>
              <a:avLst/>
              <a:gdLst/>
              <a:ahLst/>
              <a:cxnLst/>
              <a:rect l="0" t="0" r="0" b="0"/>
              <a:pathLst>
                <a:path w="108735" h="36795">
                  <a:moveTo>
                    <a:pt x="0" y="36795"/>
                  </a:moveTo>
                  <a:lnTo>
                    <a:pt x="10873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5" name="Candidate_receptor__2504">
              <a:extLst>
                <a:ext uri="{FF2B5EF4-FFF2-40B4-BE49-F238E27FC236}">
                  <a16:creationId xmlns:a16="http://schemas.microsoft.com/office/drawing/2014/main" id="{6E35D7EC-0394-27CD-7A3C-2B971637C603}"/>
                </a:ext>
              </a:extLst>
            </p:cNvPr>
            <p:cNvSpPr>
              <a:spLocks noGrp="1"/>
            </p:cNvSpPr>
            <p:nvPr/>
          </p:nvSpPr>
          <p:spPr>
            <a:xfrm>
              <a:off x="5621087" y="5200531"/>
              <a:ext cx="41611" cy="26241"/>
            </a:xfrm>
            <a:custGeom>
              <a:avLst/>
              <a:gdLst/>
              <a:ahLst/>
              <a:cxnLst/>
              <a:rect l="0" t="0" r="0" b="0"/>
              <a:pathLst>
                <a:path w="41611" h="26241">
                  <a:moveTo>
                    <a:pt x="41611" y="0"/>
                  </a:moveTo>
                  <a:lnTo>
                    <a:pt x="0" y="2624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6" name="Candidate_receptor__2505">
              <a:extLst>
                <a:ext uri="{FF2B5EF4-FFF2-40B4-BE49-F238E27FC236}">
                  <a16:creationId xmlns:a16="http://schemas.microsoft.com/office/drawing/2014/main" id="{B480EF5A-58F9-130B-30F8-ED0BC9994D97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565206"/>
              <a:ext cx="52698" cy="14445"/>
            </a:xfrm>
            <a:custGeom>
              <a:avLst/>
              <a:gdLst/>
              <a:ahLst/>
              <a:cxnLst/>
              <a:rect l="0" t="0" r="0" b="0"/>
              <a:pathLst>
                <a:path w="52698" h="14445">
                  <a:moveTo>
                    <a:pt x="0" y="14445"/>
                  </a:moveTo>
                  <a:lnTo>
                    <a:pt x="52698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7" name="Candidate_receptor__2506">
              <a:extLst>
                <a:ext uri="{FF2B5EF4-FFF2-40B4-BE49-F238E27FC236}">
                  <a16:creationId xmlns:a16="http://schemas.microsoft.com/office/drawing/2014/main" id="{E4947F79-A1DC-5BC0-F209-FE3A59E10064}"/>
                </a:ext>
              </a:extLst>
            </p:cNvPr>
            <p:cNvSpPr>
              <a:spLocks noGrp="1"/>
            </p:cNvSpPr>
            <p:nvPr/>
          </p:nvSpPr>
          <p:spPr>
            <a:xfrm>
              <a:off x="5489986" y="5089797"/>
              <a:ext cx="67215" cy="91111"/>
            </a:xfrm>
            <a:custGeom>
              <a:avLst/>
              <a:gdLst/>
              <a:ahLst/>
              <a:cxnLst/>
              <a:rect l="0" t="0" r="0" b="0"/>
              <a:pathLst>
                <a:path w="67215" h="91111">
                  <a:moveTo>
                    <a:pt x="67215" y="0"/>
                  </a:moveTo>
                  <a:lnTo>
                    <a:pt x="0" y="911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8" name="Candidate_receptor__2507">
              <a:extLst>
                <a:ext uri="{FF2B5EF4-FFF2-40B4-BE49-F238E27FC236}">
                  <a16:creationId xmlns:a16="http://schemas.microsoft.com/office/drawing/2014/main" id="{33CA7B45-E333-736C-5CE2-F01D6A85ADFA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03521"/>
              <a:ext cx="26125" cy="65149"/>
            </a:xfrm>
            <a:custGeom>
              <a:avLst/>
              <a:gdLst/>
              <a:ahLst/>
              <a:cxnLst/>
              <a:rect l="0" t="0" r="0" b="0"/>
              <a:pathLst>
                <a:path w="26125" h="65149">
                  <a:moveTo>
                    <a:pt x="26125" y="0"/>
                  </a:moveTo>
                  <a:lnTo>
                    <a:pt x="0" y="65149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9" name="Candidate_receptor__2508">
              <a:extLst>
                <a:ext uri="{FF2B5EF4-FFF2-40B4-BE49-F238E27FC236}">
                  <a16:creationId xmlns:a16="http://schemas.microsoft.com/office/drawing/2014/main" id="{052AB5AC-32DC-CDBF-EEEB-8265ABA9C2B3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56443"/>
              <a:ext cx="63699" cy="53583"/>
            </a:xfrm>
            <a:custGeom>
              <a:avLst/>
              <a:gdLst/>
              <a:ahLst/>
              <a:cxnLst/>
              <a:rect l="0" t="0" r="0" b="0"/>
              <a:pathLst>
                <a:path w="63699" h="53583">
                  <a:moveTo>
                    <a:pt x="0" y="53583"/>
                  </a:moveTo>
                  <a:lnTo>
                    <a:pt x="63699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0" name="Candidate_receptor__2509">
              <a:extLst>
                <a:ext uri="{FF2B5EF4-FFF2-40B4-BE49-F238E27FC236}">
                  <a16:creationId xmlns:a16="http://schemas.microsoft.com/office/drawing/2014/main" id="{024962EA-486B-5E8B-F5A1-C7984E093BA6}"/>
                </a:ext>
              </a:extLst>
            </p:cNvPr>
            <p:cNvSpPr>
              <a:spLocks noGrp="1"/>
            </p:cNvSpPr>
            <p:nvPr/>
          </p:nvSpPr>
          <p:spPr>
            <a:xfrm>
              <a:off x="6089031" y="4030997"/>
              <a:ext cx="46521" cy="67884"/>
            </a:xfrm>
            <a:custGeom>
              <a:avLst/>
              <a:gdLst/>
              <a:ahLst/>
              <a:cxnLst/>
              <a:rect l="0" t="0" r="0" b="0"/>
              <a:pathLst>
                <a:path w="46521" h="67884">
                  <a:moveTo>
                    <a:pt x="0" y="0"/>
                  </a:moveTo>
                  <a:lnTo>
                    <a:pt x="46521" y="6788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1" name="Candidate_receptor__2510">
              <a:extLst>
                <a:ext uri="{FF2B5EF4-FFF2-40B4-BE49-F238E27FC236}">
                  <a16:creationId xmlns:a16="http://schemas.microsoft.com/office/drawing/2014/main" id="{C146229A-8F13-EB26-6680-FEC227039298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95218"/>
              <a:ext cx="17442" cy="58323"/>
            </a:xfrm>
            <a:custGeom>
              <a:avLst/>
              <a:gdLst/>
              <a:ahLst/>
              <a:cxnLst/>
              <a:rect l="0" t="0" r="0" b="0"/>
              <a:pathLst>
                <a:path w="17442" h="58323">
                  <a:moveTo>
                    <a:pt x="0" y="58323"/>
                  </a:moveTo>
                  <a:lnTo>
                    <a:pt x="1744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2" name="Candidate_receptor__2511">
              <a:extLst>
                <a:ext uri="{FF2B5EF4-FFF2-40B4-BE49-F238E27FC236}">
                  <a16:creationId xmlns:a16="http://schemas.microsoft.com/office/drawing/2014/main" id="{50A5B201-7FF9-DAAA-D6B1-F16268CF713B}"/>
                </a:ext>
              </a:extLst>
            </p:cNvPr>
            <p:cNvSpPr>
              <a:spLocks noGrp="1"/>
            </p:cNvSpPr>
            <p:nvPr/>
          </p:nvSpPr>
          <p:spPr>
            <a:xfrm>
              <a:off x="6330512" y="3847054"/>
              <a:ext cx="86168" cy="76636"/>
            </a:xfrm>
            <a:custGeom>
              <a:avLst/>
              <a:gdLst/>
              <a:ahLst/>
              <a:cxnLst/>
              <a:rect l="0" t="0" r="0" b="0"/>
              <a:pathLst>
                <a:path w="86168" h="76636">
                  <a:moveTo>
                    <a:pt x="86168" y="766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3" name="Candidate_receptor__2512">
              <a:extLst>
                <a:ext uri="{FF2B5EF4-FFF2-40B4-BE49-F238E27FC236}">
                  <a16:creationId xmlns:a16="http://schemas.microsoft.com/office/drawing/2014/main" id="{DE82AAC5-DCD9-A3D0-C42A-1B2D2BEC8675}"/>
                </a:ext>
              </a:extLst>
            </p:cNvPr>
            <p:cNvSpPr>
              <a:spLocks noGrp="1"/>
            </p:cNvSpPr>
            <p:nvPr/>
          </p:nvSpPr>
          <p:spPr>
            <a:xfrm>
              <a:off x="5345262" y="5450814"/>
              <a:ext cx="30183" cy="72914"/>
            </a:xfrm>
            <a:custGeom>
              <a:avLst/>
              <a:gdLst/>
              <a:ahLst/>
              <a:cxnLst/>
              <a:rect l="0" t="0" r="0" b="0"/>
              <a:pathLst>
                <a:path w="30183" h="72914">
                  <a:moveTo>
                    <a:pt x="30183" y="729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14" name="Candidate_receptor__2513">
              <a:extLst>
                <a:ext uri="{FF2B5EF4-FFF2-40B4-BE49-F238E27FC236}">
                  <a16:creationId xmlns:a16="http://schemas.microsoft.com/office/drawing/2014/main" id="{68CEF900-EEEC-7C26-518F-8E664D2301F0}"/>
                </a:ext>
              </a:extLst>
            </p:cNvPr>
            <p:cNvSpPr>
              <a:spLocks noGrp="1"/>
            </p:cNvSpPr>
            <p:nvPr/>
          </p:nvSpPr>
          <p:spPr>
            <a:xfrm>
              <a:off x="5358152" y="4767595"/>
              <a:ext cx="21937" cy="108871"/>
            </a:xfrm>
            <a:custGeom>
              <a:avLst/>
              <a:gdLst/>
              <a:ahLst/>
              <a:cxnLst/>
              <a:rect l="0" t="0" r="0" b="0"/>
              <a:pathLst>
                <a:path w="21937" h="108871">
                  <a:moveTo>
                    <a:pt x="0" y="0"/>
                  </a:moveTo>
                  <a:lnTo>
                    <a:pt x="21937" y="10887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5" name="Candidate_receptor__2514">
              <a:extLst>
                <a:ext uri="{FF2B5EF4-FFF2-40B4-BE49-F238E27FC236}">
                  <a16:creationId xmlns:a16="http://schemas.microsoft.com/office/drawing/2014/main" id="{A0EA9A2E-2AC8-CE47-91E7-D219A96FB064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113837" cy="11934"/>
            </a:xfrm>
            <a:custGeom>
              <a:avLst/>
              <a:gdLst/>
              <a:ahLst/>
              <a:cxnLst/>
              <a:rect l="0" t="0" r="0" b="0"/>
              <a:pathLst>
                <a:path w="113837" h="11934">
                  <a:moveTo>
                    <a:pt x="113837" y="119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6" name="Candidate_receptor__2515">
              <a:extLst>
                <a:ext uri="{FF2B5EF4-FFF2-40B4-BE49-F238E27FC236}">
                  <a16:creationId xmlns:a16="http://schemas.microsoft.com/office/drawing/2014/main" id="{66F1DE05-AAFA-05D5-5E17-F3889FF339E1}"/>
                </a:ext>
              </a:extLst>
            </p:cNvPr>
            <p:cNvSpPr>
              <a:spLocks noGrp="1"/>
            </p:cNvSpPr>
            <p:nvPr/>
          </p:nvSpPr>
          <p:spPr>
            <a:xfrm>
              <a:off x="5157208" y="5360242"/>
              <a:ext cx="2229" cy="96202"/>
            </a:xfrm>
            <a:custGeom>
              <a:avLst/>
              <a:gdLst/>
              <a:ahLst/>
              <a:cxnLst/>
              <a:rect l="0" t="0" r="0" b="0"/>
              <a:pathLst>
                <a:path w="2229" h="96202">
                  <a:moveTo>
                    <a:pt x="2229" y="96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7" name="Candidate_receptor__2516">
              <a:extLst>
                <a:ext uri="{FF2B5EF4-FFF2-40B4-BE49-F238E27FC236}">
                  <a16:creationId xmlns:a16="http://schemas.microsoft.com/office/drawing/2014/main" id="{F5BDABC6-0299-AE06-BBF0-878ED0026EC3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46912"/>
              <a:ext cx="26694" cy="61103"/>
            </a:xfrm>
            <a:custGeom>
              <a:avLst/>
              <a:gdLst/>
              <a:ahLst/>
              <a:cxnLst/>
              <a:rect l="0" t="0" r="0" b="0"/>
              <a:pathLst>
                <a:path w="26694" h="61103">
                  <a:moveTo>
                    <a:pt x="26694" y="0"/>
                  </a:moveTo>
                  <a:lnTo>
                    <a:pt x="0" y="61103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8" name="Candidate_receptor__2517">
              <a:extLst>
                <a:ext uri="{FF2B5EF4-FFF2-40B4-BE49-F238E27FC236}">
                  <a16:creationId xmlns:a16="http://schemas.microsoft.com/office/drawing/2014/main" id="{F57E0BC4-5E18-9A87-EF21-1826424D64E2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83498"/>
              <a:ext cx="91775" cy="24420"/>
            </a:xfrm>
            <a:custGeom>
              <a:avLst/>
              <a:gdLst/>
              <a:ahLst/>
              <a:cxnLst/>
              <a:rect l="0" t="0" r="0" b="0"/>
              <a:pathLst>
                <a:path w="91775" h="24420">
                  <a:moveTo>
                    <a:pt x="0" y="0"/>
                  </a:moveTo>
                  <a:lnTo>
                    <a:pt x="91775" y="24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9" name="Candidate_receptor__2518">
              <a:extLst>
                <a:ext uri="{FF2B5EF4-FFF2-40B4-BE49-F238E27FC236}">
                  <a16:creationId xmlns:a16="http://schemas.microsoft.com/office/drawing/2014/main" id="{28EF0942-99A4-94E2-31C7-3DA521FECA1E}"/>
                </a:ext>
              </a:extLst>
            </p:cNvPr>
            <p:cNvSpPr>
              <a:spLocks noGrp="1"/>
            </p:cNvSpPr>
            <p:nvPr/>
          </p:nvSpPr>
          <p:spPr>
            <a:xfrm>
              <a:off x="6517532" y="4635785"/>
              <a:ext cx="92170" cy="69163"/>
            </a:xfrm>
            <a:custGeom>
              <a:avLst/>
              <a:gdLst/>
              <a:ahLst/>
              <a:cxnLst/>
              <a:rect l="0" t="0" r="0" b="0"/>
              <a:pathLst>
                <a:path w="92170" h="69163">
                  <a:moveTo>
                    <a:pt x="0" y="69163"/>
                  </a:moveTo>
                  <a:lnTo>
                    <a:pt x="9217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0" name="Candidate_receptor__2519">
              <a:extLst>
                <a:ext uri="{FF2B5EF4-FFF2-40B4-BE49-F238E27FC236}">
                  <a16:creationId xmlns:a16="http://schemas.microsoft.com/office/drawing/2014/main" id="{69657B58-575F-5454-71F8-5D0AED154D00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635056"/>
              <a:ext cx="71312" cy="27264"/>
            </a:xfrm>
            <a:custGeom>
              <a:avLst/>
              <a:gdLst/>
              <a:ahLst/>
              <a:cxnLst/>
              <a:rect l="0" t="0" r="0" b="0"/>
              <a:pathLst>
                <a:path w="71312" h="27264">
                  <a:moveTo>
                    <a:pt x="0" y="27264"/>
                  </a:moveTo>
                  <a:lnTo>
                    <a:pt x="713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1" name="Candidate_receptor__2520">
              <a:extLst>
                <a:ext uri="{FF2B5EF4-FFF2-40B4-BE49-F238E27FC236}">
                  <a16:creationId xmlns:a16="http://schemas.microsoft.com/office/drawing/2014/main" id="{1597C888-5B81-1598-D2E9-2C690A89A9AC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347427"/>
              <a:ext cx="44150" cy="21453"/>
            </a:xfrm>
            <a:custGeom>
              <a:avLst/>
              <a:gdLst/>
              <a:ahLst/>
              <a:cxnLst/>
              <a:rect l="0" t="0" r="0" b="0"/>
              <a:pathLst>
                <a:path w="44150" h="21453">
                  <a:moveTo>
                    <a:pt x="0" y="0"/>
                  </a:moveTo>
                  <a:lnTo>
                    <a:pt x="44150" y="2145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2" name="Candidate_receptor__2521">
              <a:extLst>
                <a:ext uri="{FF2B5EF4-FFF2-40B4-BE49-F238E27FC236}">
                  <a16:creationId xmlns:a16="http://schemas.microsoft.com/office/drawing/2014/main" id="{E89DE5BD-57C5-27E5-397A-53593686BA49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7282"/>
              <a:ext cx="74145" cy="40855"/>
            </a:xfrm>
            <a:custGeom>
              <a:avLst/>
              <a:gdLst/>
              <a:ahLst/>
              <a:cxnLst/>
              <a:rect l="0" t="0" r="0" b="0"/>
              <a:pathLst>
                <a:path w="74145" h="40855">
                  <a:moveTo>
                    <a:pt x="0" y="40855"/>
                  </a:moveTo>
                  <a:lnTo>
                    <a:pt x="7414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3" name="Candidate_receptor__2522">
              <a:extLst>
                <a:ext uri="{FF2B5EF4-FFF2-40B4-BE49-F238E27FC236}">
                  <a16:creationId xmlns:a16="http://schemas.microsoft.com/office/drawing/2014/main" id="{7AE3CB29-9FF3-A927-6172-DECA82C13F96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58496"/>
              <a:ext cx="17481" cy="29414"/>
            </a:xfrm>
            <a:custGeom>
              <a:avLst/>
              <a:gdLst/>
              <a:ahLst/>
              <a:cxnLst/>
              <a:rect l="0" t="0" r="0" b="0"/>
              <a:pathLst>
                <a:path w="17481" h="29414">
                  <a:moveTo>
                    <a:pt x="17481" y="0"/>
                  </a:moveTo>
                  <a:lnTo>
                    <a:pt x="0" y="2941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4" name="Candidate_receptor__2523">
              <a:extLst>
                <a:ext uri="{FF2B5EF4-FFF2-40B4-BE49-F238E27FC236}">
                  <a16:creationId xmlns:a16="http://schemas.microsoft.com/office/drawing/2014/main" id="{BB8EB87A-1FA7-FB81-C665-665CA70ED10F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68670"/>
              <a:ext cx="41095" cy="98518"/>
            </a:xfrm>
            <a:custGeom>
              <a:avLst/>
              <a:gdLst/>
              <a:ahLst/>
              <a:cxnLst/>
              <a:rect l="0" t="0" r="0" b="0"/>
              <a:pathLst>
                <a:path w="41095" h="98518">
                  <a:moveTo>
                    <a:pt x="0" y="0"/>
                  </a:moveTo>
                  <a:lnTo>
                    <a:pt x="41095" y="9851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5" name="Candidate_receptor__2524">
              <a:extLst>
                <a:ext uri="{FF2B5EF4-FFF2-40B4-BE49-F238E27FC236}">
                  <a16:creationId xmlns:a16="http://schemas.microsoft.com/office/drawing/2014/main" id="{D50F2647-1382-4FFD-7D7F-40A921C775E8}"/>
                </a:ext>
              </a:extLst>
            </p:cNvPr>
            <p:cNvSpPr>
              <a:spLocks noGrp="1"/>
            </p:cNvSpPr>
            <p:nvPr/>
          </p:nvSpPr>
          <p:spPr>
            <a:xfrm>
              <a:off x="6350068" y="3923690"/>
              <a:ext cx="66612" cy="84228"/>
            </a:xfrm>
            <a:custGeom>
              <a:avLst/>
              <a:gdLst/>
              <a:ahLst/>
              <a:cxnLst/>
              <a:rect l="0" t="0" r="0" b="0"/>
              <a:pathLst>
                <a:path w="66612" h="84228">
                  <a:moveTo>
                    <a:pt x="0" y="84228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6" name="Candidate_receptor__2525">
              <a:extLst>
                <a:ext uri="{FF2B5EF4-FFF2-40B4-BE49-F238E27FC236}">
                  <a16:creationId xmlns:a16="http://schemas.microsoft.com/office/drawing/2014/main" id="{7C98C0ED-3762-4418-BFFE-317DCEE3B1FE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080366"/>
              <a:ext cx="19364" cy="78053"/>
            </a:xfrm>
            <a:custGeom>
              <a:avLst/>
              <a:gdLst/>
              <a:ahLst/>
              <a:cxnLst/>
              <a:rect l="0" t="0" r="0" b="0"/>
              <a:pathLst>
                <a:path w="19364" h="78053">
                  <a:moveTo>
                    <a:pt x="0" y="78053"/>
                  </a:moveTo>
                  <a:lnTo>
                    <a:pt x="19364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7" name="Candidate_receptor__2526">
              <a:extLst>
                <a:ext uri="{FF2B5EF4-FFF2-40B4-BE49-F238E27FC236}">
                  <a16:creationId xmlns:a16="http://schemas.microsoft.com/office/drawing/2014/main" id="{46C3939B-9821-AF0A-A97E-892D2C4C25EA}"/>
                </a:ext>
              </a:extLst>
            </p:cNvPr>
            <p:cNvSpPr>
              <a:spLocks noGrp="1"/>
            </p:cNvSpPr>
            <p:nvPr/>
          </p:nvSpPr>
          <p:spPr>
            <a:xfrm>
              <a:off x="6026877" y="3860185"/>
              <a:ext cx="96058" cy="55911"/>
            </a:xfrm>
            <a:custGeom>
              <a:avLst/>
              <a:gdLst/>
              <a:ahLst/>
              <a:cxnLst/>
              <a:rect l="0" t="0" r="0" b="0"/>
              <a:pathLst>
                <a:path w="96058" h="55911">
                  <a:moveTo>
                    <a:pt x="0" y="0"/>
                  </a:moveTo>
                  <a:lnTo>
                    <a:pt x="96058" y="559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8" name="Candidate_receptor__2527">
              <a:extLst>
                <a:ext uri="{FF2B5EF4-FFF2-40B4-BE49-F238E27FC236}">
                  <a16:creationId xmlns:a16="http://schemas.microsoft.com/office/drawing/2014/main" id="{538ED041-F6B2-B892-BECD-D1C90AE35334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85794"/>
              <a:ext cx="24609" cy="15306"/>
            </a:xfrm>
            <a:custGeom>
              <a:avLst/>
              <a:gdLst/>
              <a:ahLst/>
              <a:cxnLst/>
              <a:rect l="0" t="0" r="0" b="0"/>
              <a:pathLst>
                <a:path w="24609" h="15306">
                  <a:moveTo>
                    <a:pt x="0" y="0"/>
                  </a:moveTo>
                  <a:lnTo>
                    <a:pt x="24609" y="1530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29" name="Candidate_receptor__2528">
              <a:extLst>
                <a:ext uri="{FF2B5EF4-FFF2-40B4-BE49-F238E27FC236}">
                  <a16:creationId xmlns:a16="http://schemas.microsoft.com/office/drawing/2014/main" id="{F1EA8BB2-FEF1-8EFF-3571-CE421CC16EF6}"/>
                </a:ext>
              </a:extLst>
            </p:cNvPr>
            <p:cNvSpPr>
              <a:spLocks noGrp="1"/>
            </p:cNvSpPr>
            <p:nvPr/>
          </p:nvSpPr>
          <p:spPr>
            <a:xfrm>
              <a:off x="5712339" y="4255881"/>
              <a:ext cx="3906" cy="101401"/>
            </a:xfrm>
            <a:custGeom>
              <a:avLst/>
              <a:gdLst/>
              <a:ahLst/>
              <a:cxnLst/>
              <a:rect l="0" t="0" r="0" b="0"/>
              <a:pathLst>
                <a:path w="3906" h="101401">
                  <a:moveTo>
                    <a:pt x="0" y="101401"/>
                  </a:moveTo>
                  <a:lnTo>
                    <a:pt x="39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0" name="Candidate_receptor__2529">
              <a:extLst>
                <a:ext uri="{FF2B5EF4-FFF2-40B4-BE49-F238E27FC236}">
                  <a16:creationId xmlns:a16="http://schemas.microsoft.com/office/drawing/2014/main" id="{6EA80F06-2AEA-6CE4-DB5A-922A69714E20}"/>
                </a:ext>
              </a:extLst>
            </p:cNvPr>
            <p:cNvSpPr>
              <a:spLocks noGrp="1"/>
            </p:cNvSpPr>
            <p:nvPr/>
          </p:nvSpPr>
          <p:spPr>
            <a:xfrm>
              <a:off x="4806145" y="4548532"/>
              <a:ext cx="16711" cy="98380"/>
            </a:xfrm>
            <a:custGeom>
              <a:avLst/>
              <a:gdLst/>
              <a:ahLst/>
              <a:cxnLst/>
              <a:rect l="0" t="0" r="0" b="0"/>
              <a:pathLst>
                <a:path w="16711" h="98380">
                  <a:moveTo>
                    <a:pt x="16711" y="0"/>
                  </a:moveTo>
                  <a:lnTo>
                    <a:pt x="0" y="9838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1" name="Candidate_receptor__2530">
              <a:extLst>
                <a:ext uri="{FF2B5EF4-FFF2-40B4-BE49-F238E27FC236}">
                  <a16:creationId xmlns:a16="http://schemas.microsoft.com/office/drawing/2014/main" id="{7F26D878-F8A8-46F8-4526-CE30A0CA36CB}"/>
                </a:ext>
              </a:extLst>
            </p:cNvPr>
            <p:cNvSpPr>
              <a:spLocks noGrp="1"/>
            </p:cNvSpPr>
            <p:nvPr/>
          </p:nvSpPr>
          <p:spPr>
            <a:xfrm>
              <a:off x="5320897" y="5073108"/>
              <a:ext cx="56560" cy="65492"/>
            </a:xfrm>
            <a:custGeom>
              <a:avLst/>
              <a:gdLst/>
              <a:ahLst/>
              <a:cxnLst/>
              <a:rect l="0" t="0" r="0" b="0"/>
              <a:pathLst>
                <a:path w="56560" h="65492">
                  <a:moveTo>
                    <a:pt x="56560" y="0"/>
                  </a:moveTo>
                  <a:lnTo>
                    <a:pt x="0" y="6549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2" name="Candidate_receptor__2531">
              <a:extLst>
                <a:ext uri="{FF2B5EF4-FFF2-40B4-BE49-F238E27FC236}">
                  <a16:creationId xmlns:a16="http://schemas.microsoft.com/office/drawing/2014/main" id="{904823E4-516C-793F-0089-12EB10A5D9F6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607784"/>
              <a:ext cx="112545" cy="24067"/>
            </a:xfrm>
            <a:custGeom>
              <a:avLst/>
              <a:gdLst/>
              <a:ahLst/>
              <a:cxnLst/>
              <a:rect l="0" t="0" r="0" b="0"/>
              <a:pathLst>
                <a:path w="112545" h="24067">
                  <a:moveTo>
                    <a:pt x="112545" y="24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3" name="Candidate_receptor__2532">
              <a:extLst>
                <a:ext uri="{FF2B5EF4-FFF2-40B4-BE49-F238E27FC236}">
                  <a16:creationId xmlns:a16="http://schemas.microsoft.com/office/drawing/2014/main" id="{78FC4B20-FC30-91CA-BB5F-0C3B406D5A6E}"/>
                </a:ext>
              </a:extLst>
            </p:cNvPr>
            <p:cNvSpPr>
              <a:spLocks noGrp="1"/>
            </p:cNvSpPr>
            <p:nvPr/>
          </p:nvSpPr>
          <p:spPr>
            <a:xfrm>
              <a:off x="5802104" y="4734803"/>
              <a:ext cx="25504" cy="73583"/>
            </a:xfrm>
            <a:custGeom>
              <a:avLst/>
              <a:gdLst/>
              <a:ahLst/>
              <a:cxnLst/>
              <a:rect l="0" t="0" r="0" b="0"/>
              <a:pathLst>
                <a:path w="25504" h="73583">
                  <a:moveTo>
                    <a:pt x="25504" y="735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4" name="Candidate_receptor__2533">
              <a:extLst>
                <a:ext uri="{FF2B5EF4-FFF2-40B4-BE49-F238E27FC236}">
                  <a16:creationId xmlns:a16="http://schemas.microsoft.com/office/drawing/2014/main" id="{5E0A4D74-1D2D-2D06-3A41-FE4D73D4C529}"/>
                </a:ext>
              </a:extLst>
            </p:cNvPr>
            <p:cNvSpPr>
              <a:spLocks noGrp="1"/>
            </p:cNvSpPr>
            <p:nvPr/>
          </p:nvSpPr>
          <p:spPr>
            <a:xfrm>
              <a:off x="5377458" y="5033582"/>
              <a:ext cx="73113" cy="39527"/>
            </a:xfrm>
            <a:custGeom>
              <a:avLst/>
              <a:gdLst/>
              <a:ahLst/>
              <a:cxnLst/>
              <a:rect l="0" t="0" r="0" b="0"/>
              <a:pathLst>
                <a:path w="73113" h="39527">
                  <a:moveTo>
                    <a:pt x="73113" y="0"/>
                  </a:moveTo>
                  <a:lnTo>
                    <a:pt x="0" y="39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5" name="Candidate_receptor__2534">
              <a:extLst>
                <a:ext uri="{FF2B5EF4-FFF2-40B4-BE49-F238E27FC236}">
                  <a16:creationId xmlns:a16="http://schemas.microsoft.com/office/drawing/2014/main" id="{A8F7FFF9-9007-E65E-AD8F-49425FB228D4}"/>
                </a:ext>
              </a:extLst>
            </p:cNvPr>
            <p:cNvSpPr>
              <a:spLocks noGrp="1"/>
            </p:cNvSpPr>
            <p:nvPr/>
          </p:nvSpPr>
          <p:spPr>
            <a:xfrm>
              <a:off x="5557201" y="5089797"/>
              <a:ext cx="60100" cy="26711"/>
            </a:xfrm>
            <a:custGeom>
              <a:avLst/>
              <a:gdLst/>
              <a:ahLst/>
              <a:cxnLst/>
              <a:rect l="0" t="0" r="0" b="0"/>
              <a:pathLst>
                <a:path w="60100" h="26711">
                  <a:moveTo>
                    <a:pt x="60100" y="267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6" name="Candidate_receptor__2535">
              <a:extLst>
                <a:ext uri="{FF2B5EF4-FFF2-40B4-BE49-F238E27FC236}">
                  <a16:creationId xmlns:a16="http://schemas.microsoft.com/office/drawing/2014/main" id="{1EAA352F-EF38-F1D4-D711-2F8FAC956B7F}"/>
                </a:ext>
              </a:extLst>
            </p:cNvPr>
            <p:cNvSpPr>
              <a:spLocks noGrp="1"/>
            </p:cNvSpPr>
            <p:nvPr/>
          </p:nvSpPr>
          <p:spPr>
            <a:xfrm>
              <a:off x="5764177" y="3780073"/>
              <a:ext cx="104353" cy="24103"/>
            </a:xfrm>
            <a:custGeom>
              <a:avLst/>
              <a:gdLst/>
              <a:ahLst/>
              <a:cxnLst/>
              <a:rect l="0" t="0" r="0" b="0"/>
              <a:pathLst>
                <a:path w="104353" h="24103">
                  <a:moveTo>
                    <a:pt x="104353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7" name="Candidate_receptor__2536">
              <a:extLst>
                <a:ext uri="{FF2B5EF4-FFF2-40B4-BE49-F238E27FC236}">
                  <a16:creationId xmlns:a16="http://schemas.microsoft.com/office/drawing/2014/main" id="{F154A51F-5B2B-A756-739A-B73E4BC1797F}"/>
                </a:ext>
              </a:extLst>
            </p:cNvPr>
            <p:cNvSpPr>
              <a:spLocks noGrp="1"/>
            </p:cNvSpPr>
            <p:nvPr/>
          </p:nvSpPr>
          <p:spPr>
            <a:xfrm>
              <a:off x="4676724" y="4430393"/>
              <a:ext cx="43671" cy="52303"/>
            </a:xfrm>
            <a:custGeom>
              <a:avLst/>
              <a:gdLst/>
              <a:ahLst/>
              <a:cxnLst/>
              <a:rect l="0" t="0" r="0" b="0"/>
              <a:pathLst>
                <a:path w="43671" h="52303">
                  <a:moveTo>
                    <a:pt x="0" y="0"/>
                  </a:moveTo>
                  <a:lnTo>
                    <a:pt x="43671" y="5230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8" name="Candidate_receptor__2537">
              <a:extLst>
                <a:ext uri="{FF2B5EF4-FFF2-40B4-BE49-F238E27FC236}">
                  <a16:creationId xmlns:a16="http://schemas.microsoft.com/office/drawing/2014/main" id="{E1ADDCF0-134D-EAB6-9CA0-82F8E2B6DC78}"/>
                </a:ext>
              </a:extLst>
            </p:cNvPr>
            <p:cNvSpPr>
              <a:spLocks noGrp="1"/>
            </p:cNvSpPr>
            <p:nvPr/>
          </p:nvSpPr>
          <p:spPr>
            <a:xfrm>
              <a:off x="4722471" y="2201370"/>
              <a:ext cx="34568" cy="109725"/>
            </a:xfrm>
            <a:custGeom>
              <a:avLst/>
              <a:gdLst/>
              <a:ahLst/>
              <a:cxnLst/>
              <a:rect l="0" t="0" r="0" b="0"/>
              <a:pathLst>
                <a:path w="34568" h="109725">
                  <a:moveTo>
                    <a:pt x="0" y="0"/>
                  </a:moveTo>
                  <a:lnTo>
                    <a:pt x="34568" y="10972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9" name="Candidate_receptor__2538">
              <a:extLst>
                <a:ext uri="{FF2B5EF4-FFF2-40B4-BE49-F238E27FC236}">
                  <a16:creationId xmlns:a16="http://schemas.microsoft.com/office/drawing/2014/main" id="{8FD3CD1B-504B-BC99-6274-2446B510CEF4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96590"/>
              <a:ext cx="112176" cy="18086"/>
            </a:xfrm>
            <a:custGeom>
              <a:avLst/>
              <a:gdLst/>
              <a:ahLst/>
              <a:cxnLst/>
              <a:rect l="0" t="0" r="0" b="0"/>
              <a:pathLst>
                <a:path w="112176" h="18086">
                  <a:moveTo>
                    <a:pt x="112176" y="180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0" name="Candidate_receptor__2539">
              <a:extLst>
                <a:ext uri="{FF2B5EF4-FFF2-40B4-BE49-F238E27FC236}">
                  <a16:creationId xmlns:a16="http://schemas.microsoft.com/office/drawing/2014/main" id="{9FCAE7E9-189F-AC77-B0ED-8F8D916C297B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70618"/>
              <a:ext cx="27594" cy="3072"/>
            </a:xfrm>
            <a:custGeom>
              <a:avLst/>
              <a:gdLst/>
              <a:ahLst/>
              <a:cxnLst/>
              <a:rect l="0" t="0" r="0" b="0"/>
              <a:pathLst>
                <a:path w="27594" h="3072">
                  <a:moveTo>
                    <a:pt x="0" y="3072"/>
                  </a:moveTo>
                  <a:lnTo>
                    <a:pt x="275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1" name="Candidate_receptor__2540">
              <a:extLst>
                <a:ext uri="{FF2B5EF4-FFF2-40B4-BE49-F238E27FC236}">
                  <a16:creationId xmlns:a16="http://schemas.microsoft.com/office/drawing/2014/main" id="{47F659E3-A572-1CBF-3CAB-8105717DA53E}"/>
                </a:ext>
              </a:extLst>
            </p:cNvPr>
            <p:cNvSpPr>
              <a:spLocks noGrp="1"/>
            </p:cNvSpPr>
            <p:nvPr/>
          </p:nvSpPr>
          <p:spPr>
            <a:xfrm>
              <a:off x="5199227" y="4978485"/>
              <a:ext cx="78966" cy="73707"/>
            </a:xfrm>
            <a:custGeom>
              <a:avLst/>
              <a:gdLst/>
              <a:ahLst/>
              <a:cxnLst/>
              <a:rect l="0" t="0" r="0" b="0"/>
              <a:pathLst>
                <a:path w="78966" h="73707">
                  <a:moveTo>
                    <a:pt x="78966" y="0"/>
                  </a:moveTo>
                  <a:lnTo>
                    <a:pt x="0" y="7370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2" name="Candidate_receptor__2541">
              <a:extLst>
                <a:ext uri="{FF2B5EF4-FFF2-40B4-BE49-F238E27FC236}">
                  <a16:creationId xmlns:a16="http://schemas.microsoft.com/office/drawing/2014/main" id="{7F357170-8259-E5B9-4184-7916771B019D}"/>
                </a:ext>
              </a:extLst>
            </p:cNvPr>
            <p:cNvSpPr>
              <a:spLocks noGrp="1"/>
            </p:cNvSpPr>
            <p:nvPr/>
          </p:nvSpPr>
          <p:spPr>
            <a:xfrm>
              <a:off x="6037393" y="4098881"/>
              <a:ext cx="98159" cy="59332"/>
            </a:xfrm>
            <a:custGeom>
              <a:avLst/>
              <a:gdLst/>
              <a:ahLst/>
              <a:cxnLst/>
              <a:rect l="0" t="0" r="0" b="0"/>
              <a:pathLst>
                <a:path w="98159" h="59332">
                  <a:moveTo>
                    <a:pt x="98159" y="0"/>
                  </a:moveTo>
                  <a:lnTo>
                    <a:pt x="0" y="5933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3" name="Candidate_receptor__2542">
              <a:extLst>
                <a:ext uri="{FF2B5EF4-FFF2-40B4-BE49-F238E27FC236}">
                  <a16:creationId xmlns:a16="http://schemas.microsoft.com/office/drawing/2014/main" id="{AFF80938-3EFC-04E5-D567-E8CE2B2F90D3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921253"/>
              <a:ext cx="89735" cy="28359"/>
            </a:xfrm>
            <a:custGeom>
              <a:avLst/>
              <a:gdLst/>
              <a:ahLst/>
              <a:cxnLst/>
              <a:rect l="0" t="0" r="0" b="0"/>
              <a:pathLst>
                <a:path w="89735" h="28359">
                  <a:moveTo>
                    <a:pt x="89735" y="283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4" name="Candidate_receptor__2543">
              <a:extLst>
                <a:ext uri="{FF2B5EF4-FFF2-40B4-BE49-F238E27FC236}">
                  <a16:creationId xmlns:a16="http://schemas.microsoft.com/office/drawing/2014/main" id="{248DD623-C48C-4563-1EC5-48EA69F55C10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26496" cy="72253"/>
            </a:xfrm>
            <a:custGeom>
              <a:avLst/>
              <a:gdLst/>
              <a:ahLst/>
              <a:cxnLst/>
              <a:rect l="0" t="0" r="0" b="0"/>
              <a:pathLst>
                <a:path w="26496" h="72253">
                  <a:moveTo>
                    <a:pt x="26496" y="722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45" name="Candidate_receptor__2544">
              <a:extLst>
                <a:ext uri="{FF2B5EF4-FFF2-40B4-BE49-F238E27FC236}">
                  <a16:creationId xmlns:a16="http://schemas.microsoft.com/office/drawing/2014/main" id="{A0749CE5-C44B-E1D5-11AC-3D7C15CF4963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65165"/>
              <a:ext cx="3468" cy="2454"/>
            </a:xfrm>
            <a:custGeom>
              <a:avLst/>
              <a:gdLst/>
              <a:ahLst/>
              <a:cxnLst/>
              <a:rect l="0" t="0" r="0" b="0"/>
              <a:pathLst>
                <a:path w="3468" h="2454">
                  <a:moveTo>
                    <a:pt x="0" y="2454"/>
                  </a:moveTo>
                  <a:lnTo>
                    <a:pt x="34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6" name="Candidate_receptor__2545">
              <a:extLst>
                <a:ext uri="{FF2B5EF4-FFF2-40B4-BE49-F238E27FC236}">
                  <a16:creationId xmlns:a16="http://schemas.microsoft.com/office/drawing/2014/main" id="{D86E02C3-2EE7-3E6D-BE24-DFEC6D60247C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808386"/>
              <a:ext cx="48138" cy="94257"/>
            </a:xfrm>
            <a:custGeom>
              <a:avLst/>
              <a:gdLst/>
              <a:ahLst/>
              <a:cxnLst/>
              <a:rect l="0" t="0" r="0" b="0"/>
              <a:pathLst>
                <a:path w="48138" h="94257">
                  <a:moveTo>
                    <a:pt x="0" y="94257"/>
                  </a:moveTo>
                  <a:lnTo>
                    <a:pt x="4813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7" name="Candidate_receptor__2546">
              <a:extLst>
                <a:ext uri="{FF2B5EF4-FFF2-40B4-BE49-F238E27FC236}">
                  <a16:creationId xmlns:a16="http://schemas.microsoft.com/office/drawing/2014/main" id="{113C8F71-4344-4246-9386-8FAD3328CA90}"/>
                </a:ext>
              </a:extLst>
            </p:cNvPr>
            <p:cNvSpPr>
              <a:spLocks noGrp="1"/>
            </p:cNvSpPr>
            <p:nvPr/>
          </p:nvSpPr>
          <p:spPr>
            <a:xfrm>
              <a:off x="5889255" y="4261458"/>
              <a:ext cx="104801" cy="14188"/>
            </a:xfrm>
            <a:custGeom>
              <a:avLst/>
              <a:gdLst/>
              <a:ahLst/>
              <a:cxnLst/>
              <a:rect l="0" t="0" r="0" b="0"/>
              <a:pathLst>
                <a:path w="104801" h="14188">
                  <a:moveTo>
                    <a:pt x="104801" y="14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8" name="Candidate_receptor__2547">
              <a:extLst>
                <a:ext uri="{FF2B5EF4-FFF2-40B4-BE49-F238E27FC236}">
                  <a16:creationId xmlns:a16="http://schemas.microsoft.com/office/drawing/2014/main" id="{746A88C0-2FD1-558B-019C-9931AD70842B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70121"/>
              <a:ext cx="111339" cy="20961"/>
            </a:xfrm>
            <a:custGeom>
              <a:avLst/>
              <a:gdLst/>
              <a:ahLst/>
              <a:cxnLst/>
              <a:rect l="0" t="0" r="0" b="0"/>
              <a:pathLst>
                <a:path w="111339" h="20961">
                  <a:moveTo>
                    <a:pt x="111339" y="20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9" name="Candidate_receptor__2548">
              <a:extLst>
                <a:ext uri="{FF2B5EF4-FFF2-40B4-BE49-F238E27FC236}">
                  <a16:creationId xmlns:a16="http://schemas.microsoft.com/office/drawing/2014/main" id="{7F490C46-F7B6-3B9B-77E5-69801FBE3396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24842"/>
              <a:ext cx="39274" cy="72157"/>
            </a:xfrm>
            <a:custGeom>
              <a:avLst/>
              <a:gdLst/>
              <a:ahLst/>
              <a:cxnLst/>
              <a:rect l="0" t="0" r="0" b="0"/>
              <a:pathLst>
                <a:path w="39274" h="72157">
                  <a:moveTo>
                    <a:pt x="0" y="72157"/>
                  </a:moveTo>
                  <a:lnTo>
                    <a:pt x="39274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0" name="Candidate_receptor__2549">
              <a:extLst>
                <a:ext uri="{FF2B5EF4-FFF2-40B4-BE49-F238E27FC236}">
                  <a16:creationId xmlns:a16="http://schemas.microsoft.com/office/drawing/2014/main" id="{3A6D92C4-03A7-86DA-4718-EAE3D7B8CF6C}"/>
                </a:ext>
              </a:extLst>
            </p:cNvPr>
            <p:cNvSpPr>
              <a:spLocks noGrp="1"/>
            </p:cNvSpPr>
            <p:nvPr/>
          </p:nvSpPr>
          <p:spPr>
            <a:xfrm>
              <a:off x="5023770" y="4937005"/>
              <a:ext cx="80467" cy="81551"/>
            </a:xfrm>
            <a:custGeom>
              <a:avLst/>
              <a:gdLst/>
              <a:ahLst/>
              <a:cxnLst/>
              <a:rect l="0" t="0" r="0" b="0"/>
              <a:pathLst>
                <a:path w="80467" h="81551">
                  <a:moveTo>
                    <a:pt x="80467" y="0"/>
                  </a:moveTo>
                  <a:lnTo>
                    <a:pt x="0" y="8155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1" name="Candidate_receptor__2550">
              <a:extLst>
                <a:ext uri="{FF2B5EF4-FFF2-40B4-BE49-F238E27FC236}">
                  <a16:creationId xmlns:a16="http://schemas.microsoft.com/office/drawing/2014/main" id="{E4D5302B-F46A-21B2-F897-11472DEB132D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23750"/>
              <a:ext cx="112910" cy="23245"/>
            </a:xfrm>
            <a:custGeom>
              <a:avLst/>
              <a:gdLst/>
              <a:ahLst/>
              <a:cxnLst/>
              <a:rect l="0" t="0" r="0" b="0"/>
              <a:pathLst>
                <a:path w="112910" h="23245">
                  <a:moveTo>
                    <a:pt x="112910" y="0"/>
                  </a:moveTo>
                  <a:lnTo>
                    <a:pt x="0" y="232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2" name="Candidate_receptor__2551">
              <a:extLst>
                <a:ext uri="{FF2B5EF4-FFF2-40B4-BE49-F238E27FC236}">
                  <a16:creationId xmlns:a16="http://schemas.microsoft.com/office/drawing/2014/main" id="{8A8EE6AE-B1E7-C3A5-D263-17B0581CFF16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415829"/>
              <a:ext cx="56716" cy="6628"/>
            </a:xfrm>
            <a:custGeom>
              <a:avLst/>
              <a:gdLst/>
              <a:ahLst/>
              <a:cxnLst/>
              <a:rect l="0" t="0" r="0" b="0"/>
              <a:pathLst>
                <a:path w="56716" h="6628">
                  <a:moveTo>
                    <a:pt x="56716" y="0"/>
                  </a:moveTo>
                  <a:lnTo>
                    <a:pt x="0" y="66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3" name="Candidate_receptor__2552">
              <a:extLst>
                <a:ext uri="{FF2B5EF4-FFF2-40B4-BE49-F238E27FC236}">
                  <a16:creationId xmlns:a16="http://schemas.microsoft.com/office/drawing/2014/main" id="{476C8370-A891-A0DA-9D9F-3D19475C8FD2}"/>
                </a:ext>
              </a:extLst>
            </p:cNvPr>
            <p:cNvSpPr>
              <a:spLocks noGrp="1"/>
            </p:cNvSpPr>
            <p:nvPr/>
          </p:nvSpPr>
          <p:spPr>
            <a:xfrm>
              <a:off x="5353158" y="4523750"/>
              <a:ext cx="29893" cy="111306"/>
            </a:xfrm>
            <a:custGeom>
              <a:avLst/>
              <a:gdLst/>
              <a:ahLst/>
              <a:cxnLst/>
              <a:rect l="0" t="0" r="0" b="0"/>
              <a:pathLst>
                <a:path w="29893" h="111306">
                  <a:moveTo>
                    <a:pt x="29893" y="1113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4" name="Candidate_receptor__2553">
              <a:extLst>
                <a:ext uri="{FF2B5EF4-FFF2-40B4-BE49-F238E27FC236}">
                  <a16:creationId xmlns:a16="http://schemas.microsoft.com/office/drawing/2014/main" id="{7D322C2E-32D4-031C-2EE9-999FB63A62BE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47054"/>
              <a:ext cx="27163" cy="23899"/>
            </a:xfrm>
            <a:custGeom>
              <a:avLst/>
              <a:gdLst/>
              <a:ahLst/>
              <a:cxnLst/>
              <a:rect l="0" t="0" r="0" b="0"/>
              <a:pathLst>
                <a:path w="27163" h="23899">
                  <a:moveTo>
                    <a:pt x="27163" y="0"/>
                  </a:moveTo>
                  <a:lnTo>
                    <a:pt x="0" y="2389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5" name="Candidate_receptor__2554">
              <a:extLst>
                <a:ext uri="{FF2B5EF4-FFF2-40B4-BE49-F238E27FC236}">
                  <a16:creationId xmlns:a16="http://schemas.microsoft.com/office/drawing/2014/main" id="{20EABA90-643F-D090-337B-0EE5844BE778}"/>
                </a:ext>
              </a:extLst>
            </p:cNvPr>
            <p:cNvSpPr>
              <a:spLocks noGrp="1"/>
            </p:cNvSpPr>
            <p:nvPr/>
          </p:nvSpPr>
          <p:spPr>
            <a:xfrm>
              <a:off x="5375444" y="5472288"/>
              <a:ext cx="100763" cy="51440"/>
            </a:xfrm>
            <a:custGeom>
              <a:avLst/>
              <a:gdLst/>
              <a:ahLst/>
              <a:cxnLst/>
              <a:rect l="0" t="0" r="0" b="0"/>
              <a:pathLst>
                <a:path w="100763" h="51440">
                  <a:moveTo>
                    <a:pt x="100763" y="0"/>
                  </a:moveTo>
                  <a:lnTo>
                    <a:pt x="0" y="5144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6" name="Candidate_receptor__2555">
              <a:extLst>
                <a:ext uri="{FF2B5EF4-FFF2-40B4-BE49-F238E27FC236}">
                  <a16:creationId xmlns:a16="http://schemas.microsoft.com/office/drawing/2014/main" id="{A2821893-E1B8-9574-4A99-590D150C197B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25869"/>
              <a:ext cx="104616" cy="34905"/>
            </a:xfrm>
            <a:custGeom>
              <a:avLst/>
              <a:gdLst/>
              <a:ahLst/>
              <a:cxnLst/>
              <a:rect l="0" t="0" r="0" b="0"/>
              <a:pathLst>
                <a:path w="104616" h="34905">
                  <a:moveTo>
                    <a:pt x="104616" y="0"/>
                  </a:moveTo>
                  <a:lnTo>
                    <a:pt x="0" y="3490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7" name="Candidate_receptor__2556">
              <a:extLst>
                <a:ext uri="{FF2B5EF4-FFF2-40B4-BE49-F238E27FC236}">
                  <a16:creationId xmlns:a16="http://schemas.microsoft.com/office/drawing/2014/main" id="{F1CBBBF2-9B7D-9103-74ED-3FA9D6E6FC6E}"/>
                </a:ext>
              </a:extLst>
            </p:cNvPr>
            <p:cNvSpPr>
              <a:spLocks noGrp="1"/>
            </p:cNvSpPr>
            <p:nvPr/>
          </p:nvSpPr>
          <p:spPr>
            <a:xfrm>
              <a:off x="5844144" y="3949612"/>
              <a:ext cx="64395" cy="25460"/>
            </a:xfrm>
            <a:custGeom>
              <a:avLst/>
              <a:gdLst/>
              <a:ahLst/>
              <a:cxnLst/>
              <a:rect l="0" t="0" r="0" b="0"/>
              <a:pathLst>
                <a:path w="64395" h="25460">
                  <a:moveTo>
                    <a:pt x="64395" y="254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8" name="Candidate_receptor__2557">
              <a:extLst>
                <a:ext uri="{FF2B5EF4-FFF2-40B4-BE49-F238E27FC236}">
                  <a16:creationId xmlns:a16="http://schemas.microsoft.com/office/drawing/2014/main" id="{1C0CF3EC-BB31-936C-0BC1-C9A0C99E7DA7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1547"/>
              <a:ext cx="39032" cy="6531"/>
            </a:xfrm>
            <a:custGeom>
              <a:avLst/>
              <a:gdLst/>
              <a:ahLst/>
              <a:cxnLst/>
              <a:rect l="0" t="0" r="0" b="0"/>
              <a:pathLst>
                <a:path w="39032" h="6531">
                  <a:moveTo>
                    <a:pt x="0" y="6531"/>
                  </a:moveTo>
                  <a:lnTo>
                    <a:pt x="39032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9" name="Candidate_receptor__2558">
              <a:extLst>
                <a:ext uri="{FF2B5EF4-FFF2-40B4-BE49-F238E27FC236}">
                  <a16:creationId xmlns:a16="http://schemas.microsoft.com/office/drawing/2014/main" id="{25D96654-D02D-1625-DFD3-9252F426B5B6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94310"/>
              <a:ext cx="104912" cy="40765"/>
            </a:xfrm>
            <a:custGeom>
              <a:avLst/>
              <a:gdLst/>
              <a:ahLst/>
              <a:cxnLst/>
              <a:rect l="0" t="0" r="0" b="0"/>
              <a:pathLst>
                <a:path w="104912" h="40765">
                  <a:moveTo>
                    <a:pt x="0" y="0"/>
                  </a:moveTo>
                  <a:lnTo>
                    <a:pt x="104912" y="407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0" name="Candidate_receptor__2559">
              <a:extLst>
                <a:ext uri="{FF2B5EF4-FFF2-40B4-BE49-F238E27FC236}">
                  <a16:creationId xmlns:a16="http://schemas.microsoft.com/office/drawing/2014/main" id="{57E5D73F-D08A-8106-50DE-8ACB830BBFAA}"/>
                </a:ext>
              </a:extLst>
            </p:cNvPr>
            <p:cNvSpPr>
              <a:spLocks noGrp="1"/>
            </p:cNvSpPr>
            <p:nvPr/>
          </p:nvSpPr>
          <p:spPr>
            <a:xfrm>
              <a:off x="5971340" y="4426740"/>
              <a:ext cx="84806" cy="9457"/>
            </a:xfrm>
            <a:custGeom>
              <a:avLst/>
              <a:gdLst/>
              <a:ahLst/>
              <a:cxnLst/>
              <a:rect l="0" t="0" r="0" b="0"/>
              <a:pathLst>
                <a:path w="84806" h="9457">
                  <a:moveTo>
                    <a:pt x="84806" y="94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1" name="Candidate_receptor__2560">
              <a:extLst>
                <a:ext uri="{FF2B5EF4-FFF2-40B4-BE49-F238E27FC236}">
                  <a16:creationId xmlns:a16="http://schemas.microsoft.com/office/drawing/2014/main" id="{723974FB-87C0-A190-4628-C0F7FF1D92B7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405998"/>
              <a:ext cx="81969" cy="20741"/>
            </a:xfrm>
            <a:custGeom>
              <a:avLst/>
              <a:gdLst/>
              <a:ahLst/>
              <a:cxnLst/>
              <a:rect l="0" t="0" r="0" b="0"/>
              <a:pathLst>
                <a:path w="81969" h="20741">
                  <a:moveTo>
                    <a:pt x="81969" y="207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2" name="Candidate_receptor__2561">
              <a:extLst>
                <a:ext uri="{FF2B5EF4-FFF2-40B4-BE49-F238E27FC236}">
                  <a16:creationId xmlns:a16="http://schemas.microsoft.com/office/drawing/2014/main" id="{FE0D4D10-472E-1379-245F-87887E001091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27211"/>
              <a:ext cx="80514" cy="47162"/>
            </a:xfrm>
            <a:custGeom>
              <a:avLst/>
              <a:gdLst/>
              <a:ahLst/>
              <a:cxnLst/>
              <a:rect l="0" t="0" r="0" b="0"/>
              <a:pathLst>
                <a:path w="80514" h="47162">
                  <a:moveTo>
                    <a:pt x="80514" y="0"/>
                  </a:moveTo>
                  <a:lnTo>
                    <a:pt x="0" y="4716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3" name="Candidate_receptor__2562">
              <a:extLst>
                <a:ext uri="{FF2B5EF4-FFF2-40B4-BE49-F238E27FC236}">
                  <a16:creationId xmlns:a16="http://schemas.microsoft.com/office/drawing/2014/main" id="{A8579F0A-0692-9C5B-F610-C746239BDE09}"/>
                </a:ext>
              </a:extLst>
            </p:cNvPr>
            <p:cNvSpPr>
              <a:spLocks noGrp="1"/>
            </p:cNvSpPr>
            <p:nvPr/>
          </p:nvSpPr>
          <p:spPr>
            <a:xfrm>
              <a:off x="5468793" y="5139824"/>
              <a:ext cx="21193" cy="41084"/>
            </a:xfrm>
            <a:custGeom>
              <a:avLst/>
              <a:gdLst/>
              <a:ahLst/>
              <a:cxnLst/>
              <a:rect l="0" t="0" r="0" b="0"/>
              <a:pathLst>
                <a:path w="21193" h="41084">
                  <a:moveTo>
                    <a:pt x="21193" y="410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4" name="Candidate_receptor__2563">
              <a:extLst>
                <a:ext uri="{FF2B5EF4-FFF2-40B4-BE49-F238E27FC236}">
                  <a16:creationId xmlns:a16="http://schemas.microsoft.com/office/drawing/2014/main" id="{5F4C0F3C-AAFB-BF23-7DE9-EDD714E8C2B6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693597"/>
              <a:ext cx="88560" cy="72109"/>
            </a:xfrm>
            <a:custGeom>
              <a:avLst/>
              <a:gdLst/>
              <a:ahLst/>
              <a:cxnLst/>
              <a:rect l="0" t="0" r="0" b="0"/>
              <a:pathLst>
                <a:path w="88560" h="72109">
                  <a:moveTo>
                    <a:pt x="0" y="72109"/>
                  </a:moveTo>
                  <a:lnTo>
                    <a:pt x="8856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5" name="Candidate_receptor__2564">
              <a:extLst>
                <a:ext uri="{FF2B5EF4-FFF2-40B4-BE49-F238E27FC236}">
                  <a16:creationId xmlns:a16="http://schemas.microsoft.com/office/drawing/2014/main" id="{85A03DCE-7629-6916-FD3D-3A477D7A955B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63655"/>
              <a:ext cx="73928" cy="16281"/>
            </a:xfrm>
            <a:custGeom>
              <a:avLst/>
              <a:gdLst/>
              <a:ahLst/>
              <a:cxnLst/>
              <a:rect l="0" t="0" r="0" b="0"/>
              <a:pathLst>
                <a:path w="73928" h="16281">
                  <a:moveTo>
                    <a:pt x="73928" y="0"/>
                  </a:moveTo>
                  <a:lnTo>
                    <a:pt x="0" y="1628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6" name="Candidate_receptor__2565">
              <a:extLst>
                <a:ext uri="{FF2B5EF4-FFF2-40B4-BE49-F238E27FC236}">
                  <a16:creationId xmlns:a16="http://schemas.microsoft.com/office/drawing/2014/main" id="{B4A5F070-083B-6E1B-E548-DC3860C77142}"/>
                </a:ext>
              </a:extLst>
            </p:cNvPr>
            <p:cNvSpPr>
              <a:spLocks noGrp="1"/>
            </p:cNvSpPr>
            <p:nvPr/>
          </p:nvSpPr>
          <p:spPr>
            <a:xfrm>
              <a:off x="5617301" y="5116508"/>
              <a:ext cx="3786" cy="110265"/>
            </a:xfrm>
            <a:custGeom>
              <a:avLst/>
              <a:gdLst/>
              <a:ahLst/>
              <a:cxnLst/>
              <a:rect l="0" t="0" r="0" b="0"/>
              <a:pathLst>
                <a:path w="3786" h="110265">
                  <a:moveTo>
                    <a:pt x="3786" y="1102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7" name="Candidate_receptor__2566">
              <a:extLst>
                <a:ext uri="{FF2B5EF4-FFF2-40B4-BE49-F238E27FC236}">
                  <a16:creationId xmlns:a16="http://schemas.microsoft.com/office/drawing/2014/main" id="{9799450C-9B8A-C0F8-8272-79652E35D646}"/>
                </a:ext>
              </a:extLst>
            </p:cNvPr>
            <p:cNvSpPr>
              <a:spLocks noGrp="1"/>
            </p:cNvSpPr>
            <p:nvPr/>
          </p:nvSpPr>
          <p:spPr>
            <a:xfrm>
              <a:off x="5653424" y="4627211"/>
              <a:ext cx="82608" cy="30210"/>
            </a:xfrm>
            <a:custGeom>
              <a:avLst/>
              <a:gdLst/>
              <a:ahLst/>
              <a:cxnLst/>
              <a:rect l="0" t="0" r="0" b="0"/>
              <a:pathLst>
                <a:path w="82608" h="30210">
                  <a:moveTo>
                    <a:pt x="82608" y="302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8" name="Candidate_receptor__2567">
              <a:extLst>
                <a:ext uri="{FF2B5EF4-FFF2-40B4-BE49-F238E27FC236}">
                  <a16:creationId xmlns:a16="http://schemas.microsoft.com/office/drawing/2014/main" id="{4483EA25-B9A6-C96E-7876-8238C810D0E7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739302"/>
              <a:ext cx="37035" cy="40771"/>
            </a:xfrm>
            <a:custGeom>
              <a:avLst/>
              <a:gdLst/>
              <a:ahLst/>
              <a:cxnLst/>
              <a:rect l="0" t="0" r="0" b="0"/>
              <a:pathLst>
                <a:path w="37035" h="40771">
                  <a:moveTo>
                    <a:pt x="37035" y="407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9" name="Candidate_receptor__2568">
              <a:extLst>
                <a:ext uri="{FF2B5EF4-FFF2-40B4-BE49-F238E27FC236}">
                  <a16:creationId xmlns:a16="http://schemas.microsoft.com/office/drawing/2014/main" id="{004CD774-ED93-24DC-75BC-4D5A5F4E6951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482695"/>
              <a:ext cx="51659" cy="96956"/>
            </a:xfrm>
            <a:custGeom>
              <a:avLst/>
              <a:gdLst/>
              <a:ahLst/>
              <a:cxnLst/>
              <a:rect l="0" t="0" r="0" b="0"/>
              <a:pathLst>
                <a:path w="51659" h="96956">
                  <a:moveTo>
                    <a:pt x="51659" y="0"/>
                  </a:moveTo>
                  <a:lnTo>
                    <a:pt x="0" y="9695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0" name="Candidate_receptor__2569">
              <a:extLst>
                <a:ext uri="{FF2B5EF4-FFF2-40B4-BE49-F238E27FC236}">
                  <a16:creationId xmlns:a16="http://schemas.microsoft.com/office/drawing/2014/main" id="{1B972A5B-B207-8E2E-EA4E-50EFA11D8C6E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48658"/>
              <a:ext cx="29378" cy="11527"/>
            </a:xfrm>
            <a:custGeom>
              <a:avLst/>
              <a:gdLst/>
              <a:ahLst/>
              <a:cxnLst/>
              <a:rect l="0" t="0" r="0" b="0"/>
              <a:pathLst>
                <a:path w="29378" h="11527">
                  <a:moveTo>
                    <a:pt x="0" y="0"/>
                  </a:moveTo>
                  <a:lnTo>
                    <a:pt x="29378" y="11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1" name="Candidate_receptor__2570">
              <a:extLst>
                <a:ext uri="{FF2B5EF4-FFF2-40B4-BE49-F238E27FC236}">
                  <a16:creationId xmlns:a16="http://schemas.microsoft.com/office/drawing/2014/main" id="{8B901BC6-930F-FAC0-E0C9-DFF33FA52F5B}"/>
                </a:ext>
              </a:extLst>
            </p:cNvPr>
            <p:cNvSpPr>
              <a:spLocks noGrp="1"/>
            </p:cNvSpPr>
            <p:nvPr/>
          </p:nvSpPr>
          <p:spPr>
            <a:xfrm>
              <a:off x="6279163" y="4131076"/>
              <a:ext cx="111249" cy="25913"/>
            </a:xfrm>
            <a:custGeom>
              <a:avLst/>
              <a:gdLst/>
              <a:ahLst/>
              <a:cxnLst/>
              <a:rect l="0" t="0" r="0" b="0"/>
              <a:pathLst>
                <a:path w="111249" h="25913">
                  <a:moveTo>
                    <a:pt x="0" y="0"/>
                  </a:moveTo>
                  <a:lnTo>
                    <a:pt x="111249" y="2591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2" name="Candidate_receptor__2571">
              <a:extLst>
                <a:ext uri="{FF2B5EF4-FFF2-40B4-BE49-F238E27FC236}">
                  <a16:creationId xmlns:a16="http://schemas.microsoft.com/office/drawing/2014/main" id="{7035BA13-D059-E85C-3CB0-AB7A448D1F7B}"/>
                </a:ext>
              </a:extLst>
            </p:cNvPr>
            <p:cNvSpPr>
              <a:spLocks noGrp="1"/>
            </p:cNvSpPr>
            <p:nvPr/>
          </p:nvSpPr>
          <p:spPr>
            <a:xfrm>
              <a:off x="4915892" y="4289862"/>
              <a:ext cx="113483" cy="17045"/>
            </a:xfrm>
            <a:custGeom>
              <a:avLst/>
              <a:gdLst/>
              <a:ahLst/>
              <a:cxnLst/>
              <a:rect l="0" t="0" r="0" b="0"/>
              <a:pathLst>
                <a:path w="113483" h="17045">
                  <a:moveTo>
                    <a:pt x="0" y="0"/>
                  </a:moveTo>
                  <a:lnTo>
                    <a:pt x="113483" y="170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3" name="Candidate_receptor__2572">
              <a:extLst>
                <a:ext uri="{FF2B5EF4-FFF2-40B4-BE49-F238E27FC236}">
                  <a16:creationId xmlns:a16="http://schemas.microsoft.com/office/drawing/2014/main" id="{9B0047A4-EEDF-947D-C3D6-EE9B689D6786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9690" cy="38238"/>
            </a:xfrm>
            <a:custGeom>
              <a:avLst/>
              <a:gdLst/>
              <a:ahLst/>
              <a:cxnLst/>
              <a:rect l="0" t="0" r="0" b="0"/>
              <a:pathLst>
                <a:path w="9690" h="38238">
                  <a:moveTo>
                    <a:pt x="0" y="0"/>
                  </a:moveTo>
                  <a:lnTo>
                    <a:pt x="9690" y="3823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4" name="Candidate_receptor__2573">
              <a:extLst>
                <a:ext uri="{FF2B5EF4-FFF2-40B4-BE49-F238E27FC236}">
                  <a16:creationId xmlns:a16="http://schemas.microsoft.com/office/drawing/2014/main" id="{7A64E46D-77FE-198B-3C71-6A28CF788F80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3981461"/>
              <a:ext cx="67173" cy="31152"/>
            </a:xfrm>
            <a:custGeom>
              <a:avLst/>
              <a:gdLst/>
              <a:ahLst/>
              <a:cxnLst/>
              <a:rect l="0" t="0" r="0" b="0"/>
              <a:pathLst>
                <a:path w="67173" h="31152">
                  <a:moveTo>
                    <a:pt x="67173" y="0"/>
                  </a:moveTo>
                  <a:lnTo>
                    <a:pt x="0" y="3115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5" name="Candidate_receptor__2574">
              <a:extLst>
                <a:ext uri="{FF2B5EF4-FFF2-40B4-BE49-F238E27FC236}">
                  <a16:creationId xmlns:a16="http://schemas.microsoft.com/office/drawing/2014/main" id="{42302C3F-3D83-6EFB-F8B1-0F1F0F1E2A78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909419"/>
              <a:ext cx="77065" cy="58093"/>
            </a:xfrm>
            <a:custGeom>
              <a:avLst/>
              <a:gdLst/>
              <a:ahLst/>
              <a:cxnLst/>
              <a:rect l="0" t="0" r="0" b="0"/>
              <a:pathLst>
                <a:path w="77065" h="58093">
                  <a:moveTo>
                    <a:pt x="77065" y="0"/>
                  </a:moveTo>
                  <a:lnTo>
                    <a:pt x="0" y="5809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6" name="Candidate_receptor__2575">
              <a:extLst>
                <a:ext uri="{FF2B5EF4-FFF2-40B4-BE49-F238E27FC236}">
                  <a16:creationId xmlns:a16="http://schemas.microsoft.com/office/drawing/2014/main" id="{A5B644FF-4698-A811-F575-51218BF9806A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690607"/>
              <a:ext cx="16012" cy="14341"/>
            </a:xfrm>
            <a:custGeom>
              <a:avLst/>
              <a:gdLst/>
              <a:ahLst/>
              <a:cxnLst/>
              <a:rect l="0" t="0" r="0" b="0"/>
              <a:pathLst>
                <a:path w="16012" h="14341">
                  <a:moveTo>
                    <a:pt x="0" y="0"/>
                  </a:moveTo>
                  <a:lnTo>
                    <a:pt x="16012" y="1434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7" name="Candidate_receptor__2576">
              <a:extLst>
                <a:ext uri="{FF2B5EF4-FFF2-40B4-BE49-F238E27FC236}">
                  <a16:creationId xmlns:a16="http://schemas.microsoft.com/office/drawing/2014/main" id="{DA46FCD0-F5DC-7554-F042-31502C373486}"/>
                </a:ext>
              </a:extLst>
            </p:cNvPr>
            <p:cNvSpPr>
              <a:spLocks noGrp="1"/>
            </p:cNvSpPr>
            <p:nvPr/>
          </p:nvSpPr>
          <p:spPr>
            <a:xfrm>
              <a:off x="5040760" y="5225869"/>
              <a:ext cx="54946" cy="76789"/>
            </a:xfrm>
            <a:custGeom>
              <a:avLst/>
              <a:gdLst/>
              <a:ahLst/>
              <a:cxnLst/>
              <a:rect l="0" t="0" r="0" b="0"/>
              <a:pathLst>
                <a:path w="54946" h="76789">
                  <a:moveTo>
                    <a:pt x="54946" y="767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8" name="Candidate_receptor__2577">
              <a:extLst>
                <a:ext uri="{FF2B5EF4-FFF2-40B4-BE49-F238E27FC236}">
                  <a16:creationId xmlns:a16="http://schemas.microsoft.com/office/drawing/2014/main" id="{1761BF6E-70F6-3A39-4BD6-02DBF0681D37}"/>
                </a:ext>
              </a:extLst>
            </p:cNvPr>
            <p:cNvSpPr>
              <a:spLocks noGrp="1"/>
            </p:cNvSpPr>
            <p:nvPr/>
          </p:nvSpPr>
          <p:spPr>
            <a:xfrm>
              <a:off x="6616793" y="4354007"/>
              <a:ext cx="97278" cy="35185"/>
            </a:xfrm>
            <a:custGeom>
              <a:avLst/>
              <a:gdLst/>
              <a:ahLst/>
              <a:cxnLst/>
              <a:rect l="0" t="0" r="0" b="0"/>
              <a:pathLst>
                <a:path w="97278" h="35185">
                  <a:moveTo>
                    <a:pt x="97278" y="351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9" name="Candidate_receptor__2578">
              <a:extLst>
                <a:ext uri="{FF2B5EF4-FFF2-40B4-BE49-F238E27FC236}">
                  <a16:creationId xmlns:a16="http://schemas.microsoft.com/office/drawing/2014/main" id="{28DDF666-EE9C-3371-88EA-ADFF19ECD808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158419"/>
              <a:ext cx="111170" cy="24493"/>
            </a:xfrm>
            <a:custGeom>
              <a:avLst/>
              <a:gdLst/>
              <a:ahLst/>
              <a:cxnLst/>
              <a:rect l="0" t="0" r="0" b="0"/>
              <a:pathLst>
                <a:path w="111170" h="24493">
                  <a:moveTo>
                    <a:pt x="111170" y="24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0" name="Candidate_receptor__2579">
              <a:extLst>
                <a:ext uri="{FF2B5EF4-FFF2-40B4-BE49-F238E27FC236}">
                  <a16:creationId xmlns:a16="http://schemas.microsoft.com/office/drawing/2014/main" id="{C1A84219-0991-1FFC-B1E9-6B0BBFF74245}"/>
                </a:ext>
              </a:extLst>
            </p:cNvPr>
            <p:cNvSpPr>
              <a:spLocks noGrp="1"/>
            </p:cNvSpPr>
            <p:nvPr/>
          </p:nvSpPr>
          <p:spPr>
            <a:xfrm>
              <a:off x="6340248" y="3372065"/>
              <a:ext cx="80938" cy="48990"/>
            </a:xfrm>
            <a:custGeom>
              <a:avLst/>
              <a:gdLst/>
              <a:ahLst/>
              <a:cxnLst/>
              <a:rect l="0" t="0" r="0" b="0"/>
              <a:pathLst>
                <a:path w="80938" h="48990">
                  <a:moveTo>
                    <a:pt x="80938" y="489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81" name="Candidate_receptor__2580">
              <a:extLst>
                <a:ext uri="{FF2B5EF4-FFF2-40B4-BE49-F238E27FC236}">
                  <a16:creationId xmlns:a16="http://schemas.microsoft.com/office/drawing/2014/main" id="{E0A97807-AC85-8D25-8A9D-395EDCAAC3C3}"/>
                </a:ext>
              </a:extLst>
            </p:cNvPr>
            <p:cNvSpPr>
              <a:spLocks noGrp="1"/>
            </p:cNvSpPr>
            <p:nvPr/>
          </p:nvSpPr>
          <p:spPr>
            <a:xfrm>
              <a:off x="5160340" y="5052191"/>
              <a:ext cx="38887" cy="16427"/>
            </a:xfrm>
            <a:custGeom>
              <a:avLst/>
              <a:gdLst/>
              <a:ahLst/>
              <a:cxnLst/>
              <a:rect l="0" t="0" r="0" b="0"/>
              <a:pathLst>
                <a:path w="38887" h="16427">
                  <a:moveTo>
                    <a:pt x="38887" y="0"/>
                  </a:moveTo>
                  <a:lnTo>
                    <a:pt x="0" y="164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2" name="Candidate_receptor__2581">
              <a:extLst>
                <a:ext uri="{FF2B5EF4-FFF2-40B4-BE49-F238E27FC236}">
                  <a16:creationId xmlns:a16="http://schemas.microsoft.com/office/drawing/2014/main" id="{BCACF51B-49CE-E1FE-0CC5-984CC73CADCA}"/>
                </a:ext>
              </a:extLst>
            </p:cNvPr>
            <p:cNvSpPr>
              <a:spLocks noGrp="1"/>
            </p:cNvSpPr>
            <p:nvPr/>
          </p:nvSpPr>
          <p:spPr>
            <a:xfrm>
              <a:off x="6061912" y="3916096"/>
              <a:ext cx="61023" cy="65365"/>
            </a:xfrm>
            <a:custGeom>
              <a:avLst/>
              <a:gdLst/>
              <a:ahLst/>
              <a:cxnLst/>
              <a:rect l="0" t="0" r="0" b="0"/>
              <a:pathLst>
                <a:path w="61023" h="65365">
                  <a:moveTo>
                    <a:pt x="61023" y="0"/>
                  </a:moveTo>
                  <a:lnTo>
                    <a:pt x="0" y="653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3" name="Candidate_receptor__2582">
              <a:extLst>
                <a:ext uri="{FF2B5EF4-FFF2-40B4-BE49-F238E27FC236}">
                  <a16:creationId xmlns:a16="http://schemas.microsoft.com/office/drawing/2014/main" id="{7C40267E-76AF-1A58-757F-F64E812F312A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354007"/>
              <a:ext cx="63060" cy="78845"/>
            </a:xfrm>
            <a:custGeom>
              <a:avLst/>
              <a:gdLst/>
              <a:ahLst/>
              <a:cxnLst/>
              <a:rect l="0" t="0" r="0" b="0"/>
              <a:pathLst>
                <a:path w="63060" h="78845">
                  <a:moveTo>
                    <a:pt x="63060" y="0"/>
                  </a:moveTo>
                  <a:lnTo>
                    <a:pt x="0" y="788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4" name="Candidate_receptor__2583">
              <a:extLst>
                <a:ext uri="{FF2B5EF4-FFF2-40B4-BE49-F238E27FC236}">
                  <a16:creationId xmlns:a16="http://schemas.microsoft.com/office/drawing/2014/main" id="{414C728C-C034-5AD1-84FA-5D655449CA54}"/>
                </a:ext>
              </a:extLst>
            </p:cNvPr>
            <p:cNvSpPr>
              <a:spLocks noGrp="1"/>
            </p:cNvSpPr>
            <p:nvPr/>
          </p:nvSpPr>
          <p:spPr>
            <a:xfrm>
              <a:off x="5458091" y="5360781"/>
              <a:ext cx="18116" cy="111508"/>
            </a:xfrm>
            <a:custGeom>
              <a:avLst/>
              <a:gdLst/>
              <a:ahLst/>
              <a:cxnLst/>
              <a:rect l="0" t="0" r="0" b="0"/>
              <a:pathLst>
                <a:path w="18116" h="111508">
                  <a:moveTo>
                    <a:pt x="0" y="0"/>
                  </a:moveTo>
                  <a:lnTo>
                    <a:pt x="18116" y="111508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85" name="Candidate_receptor__2584">
              <a:extLst>
                <a:ext uri="{FF2B5EF4-FFF2-40B4-BE49-F238E27FC236}">
                  <a16:creationId xmlns:a16="http://schemas.microsoft.com/office/drawing/2014/main" id="{5ED5DE12-26C9-4A0D-EB96-E30C03F8FBC4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226248"/>
              <a:ext cx="41326" cy="35209"/>
            </a:xfrm>
            <a:custGeom>
              <a:avLst/>
              <a:gdLst/>
              <a:ahLst/>
              <a:cxnLst/>
              <a:rect l="0" t="0" r="0" b="0"/>
              <a:pathLst>
                <a:path w="41326" h="35209">
                  <a:moveTo>
                    <a:pt x="41326" y="35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6" name="Candidate_receptor__2585">
              <a:extLst>
                <a:ext uri="{FF2B5EF4-FFF2-40B4-BE49-F238E27FC236}">
                  <a16:creationId xmlns:a16="http://schemas.microsoft.com/office/drawing/2014/main" id="{17ECF7F7-360B-9057-85A2-F8AF9157C908}"/>
                </a:ext>
              </a:extLst>
            </p:cNvPr>
            <p:cNvSpPr>
              <a:spLocks noGrp="1"/>
            </p:cNvSpPr>
            <p:nvPr/>
          </p:nvSpPr>
          <p:spPr>
            <a:xfrm>
              <a:off x="5820183" y="3631851"/>
              <a:ext cx="3079" cy="42777"/>
            </a:xfrm>
            <a:custGeom>
              <a:avLst/>
              <a:gdLst/>
              <a:ahLst/>
              <a:cxnLst/>
              <a:rect l="0" t="0" r="0" b="0"/>
              <a:pathLst>
                <a:path w="3079" h="42777">
                  <a:moveTo>
                    <a:pt x="0" y="42777"/>
                  </a:moveTo>
                  <a:lnTo>
                    <a:pt x="3079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7" name="Candidate_receptor__2586">
              <a:extLst>
                <a:ext uri="{FF2B5EF4-FFF2-40B4-BE49-F238E27FC236}">
                  <a16:creationId xmlns:a16="http://schemas.microsoft.com/office/drawing/2014/main" id="{D239074A-56A7-BEE4-EF6A-738E8088684B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62970"/>
              <a:ext cx="35634" cy="90571"/>
            </a:xfrm>
            <a:custGeom>
              <a:avLst/>
              <a:gdLst/>
              <a:ahLst/>
              <a:cxnLst/>
              <a:rect l="0" t="0" r="0" b="0"/>
              <a:pathLst>
                <a:path w="35634" h="90571">
                  <a:moveTo>
                    <a:pt x="35634" y="0"/>
                  </a:moveTo>
                  <a:lnTo>
                    <a:pt x="0" y="9057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8" name="Candidate_receptor__2587">
              <a:extLst>
                <a:ext uri="{FF2B5EF4-FFF2-40B4-BE49-F238E27FC236}">
                  <a16:creationId xmlns:a16="http://schemas.microsoft.com/office/drawing/2014/main" id="{36641E8B-F5DA-C71A-A6E2-CD1A3D876217}"/>
                </a:ext>
              </a:extLst>
            </p:cNvPr>
            <p:cNvSpPr>
              <a:spLocks noGrp="1"/>
            </p:cNvSpPr>
            <p:nvPr/>
          </p:nvSpPr>
          <p:spPr>
            <a:xfrm>
              <a:off x="5199689" y="4693597"/>
              <a:ext cx="70950" cy="69373"/>
            </a:xfrm>
            <a:custGeom>
              <a:avLst/>
              <a:gdLst/>
              <a:ahLst/>
              <a:cxnLst/>
              <a:rect l="0" t="0" r="0" b="0"/>
              <a:pathLst>
                <a:path w="70950" h="69373">
                  <a:moveTo>
                    <a:pt x="0" y="0"/>
                  </a:moveTo>
                  <a:lnTo>
                    <a:pt x="70950" y="6937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9" name="Candidate_receptor__2588">
              <a:extLst>
                <a:ext uri="{FF2B5EF4-FFF2-40B4-BE49-F238E27FC236}">
                  <a16:creationId xmlns:a16="http://schemas.microsoft.com/office/drawing/2014/main" id="{320E29F7-929E-6CFB-01AE-8745C4BA8E81}"/>
                </a:ext>
              </a:extLst>
            </p:cNvPr>
            <p:cNvSpPr>
              <a:spLocks noGrp="1"/>
            </p:cNvSpPr>
            <p:nvPr/>
          </p:nvSpPr>
          <p:spPr>
            <a:xfrm>
              <a:off x="4924630" y="4875169"/>
              <a:ext cx="63387" cy="34250"/>
            </a:xfrm>
            <a:custGeom>
              <a:avLst/>
              <a:gdLst/>
              <a:ahLst/>
              <a:cxnLst/>
              <a:rect l="0" t="0" r="0" b="0"/>
              <a:pathLst>
                <a:path w="63387" h="34250">
                  <a:moveTo>
                    <a:pt x="63387" y="0"/>
                  </a:moveTo>
                  <a:lnTo>
                    <a:pt x="0" y="3425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0" name="Candidate_receptor__2589">
              <a:extLst>
                <a:ext uri="{FF2B5EF4-FFF2-40B4-BE49-F238E27FC236}">
                  <a16:creationId xmlns:a16="http://schemas.microsoft.com/office/drawing/2014/main" id="{C25F03CA-334A-4EC7-33DC-A681125E1686}"/>
                </a:ext>
              </a:extLst>
            </p:cNvPr>
            <p:cNvSpPr>
              <a:spLocks noGrp="1"/>
            </p:cNvSpPr>
            <p:nvPr/>
          </p:nvSpPr>
          <p:spPr>
            <a:xfrm>
              <a:off x="6420332" y="4567122"/>
              <a:ext cx="92832" cy="9511"/>
            </a:xfrm>
            <a:custGeom>
              <a:avLst/>
              <a:gdLst/>
              <a:ahLst/>
              <a:cxnLst/>
              <a:rect l="0" t="0" r="0" b="0"/>
              <a:pathLst>
                <a:path w="92832" h="9511">
                  <a:moveTo>
                    <a:pt x="0" y="0"/>
                  </a:moveTo>
                  <a:lnTo>
                    <a:pt x="92832" y="951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1" name="Candidate_receptor__2590">
              <a:extLst>
                <a:ext uri="{FF2B5EF4-FFF2-40B4-BE49-F238E27FC236}">
                  <a16:creationId xmlns:a16="http://schemas.microsoft.com/office/drawing/2014/main" id="{DC00DBC9-A2AE-5506-C893-710E8C7DBCC0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556564"/>
              <a:ext cx="15406" cy="51220"/>
            </a:xfrm>
            <a:custGeom>
              <a:avLst/>
              <a:gdLst/>
              <a:ahLst/>
              <a:cxnLst/>
              <a:rect l="0" t="0" r="0" b="0"/>
              <a:pathLst>
                <a:path w="15406" h="51220">
                  <a:moveTo>
                    <a:pt x="0" y="51220"/>
                  </a:moveTo>
                  <a:lnTo>
                    <a:pt x="154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2" name="Candidate_receptor__2591">
              <a:extLst>
                <a:ext uri="{FF2B5EF4-FFF2-40B4-BE49-F238E27FC236}">
                  <a16:creationId xmlns:a16="http://schemas.microsoft.com/office/drawing/2014/main" id="{1DDBD0C8-CE36-8A43-064E-6E57EFC64A76}"/>
                </a:ext>
              </a:extLst>
            </p:cNvPr>
            <p:cNvSpPr>
              <a:spLocks noGrp="1"/>
            </p:cNvSpPr>
            <p:nvPr/>
          </p:nvSpPr>
          <p:spPr>
            <a:xfrm>
              <a:off x="5917420" y="4114677"/>
              <a:ext cx="16092" cy="34882"/>
            </a:xfrm>
            <a:custGeom>
              <a:avLst/>
              <a:gdLst/>
              <a:ahLst/>
              <a:cxnLst/>
              <a:rect l="0" t="0" r="0" b="0"/>
              <a:pathLst>
                <a:path w="16092" h="34882">
                  <a:moveTo>
                    <a:pt x="16092" y="348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3" name="Candidate_receptor__2592">
              <a:extLst>
                <a:ext uri="{FF2B5EF4-FFF2-40B4-BE49-F238E27FC236}">
                  <a16:creationId xmlns:a16="http://schemas.microsoft.com/office/drawing/2014/main" id="{CCEE50DB-C5E8-0468-FB8E-FA5EAF3ED819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67122"/>
              <a:ext cx="62635" cy="58961"/>
            </a:xfrm>
            <a:custGeom>
              <a:avLst/>
              <a:gdLst/>
              <a:ahLst/>
              <a:cxnLst/>
              <a:rect l="0" t="0" r="0" b="0"/>
              <a:pathLst>
                <a:path w="62635" h="58961">
                  <a:moveTo>
                    <a:pt x="0" y="58961"/>
                  </a:moveTo>
                  <a:lnTo>
                    <a:pt x="62635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4" name="Candidate_receptor__2593">
              <a:extLst>
                <a:ext uri="{FF2B5EF4-FFF2-40B4-BE49-F238E27FC236}">
                  <a16:creationId xmlns:a16="http://schemas.microsoft.com/office/drawing/2014/main" id="{31139904-93BA-645C-719A-E993253518DB}"/>
                </a:ext>
              </a:extLst>
            </p:cNvPr>
            <p:cNvSpPr>
              <a:spLocks noGrp="1"/>
            </p:cNvSpPr>
            <p:nvPr/>
          </p:nvSpPr>
          <p:spPr>
            <a:xfrm>
              <a:off x="6367800" y="4156989"/>
              <a:ext cx="22612" cy="106665"/>
            </a:xfrm>
            <a:custGeom>
              <a:avLst/>
              <a:gdLst/>
              <a:ahLst/>
              <a:cxnLst/>
              <a:rect l="0" t="0" r="0" b="0"/>
              <a:pathLst>
                <a:path w="22612" h="106665">
                  <a:moveTo>
                    <a:pt x="22612" y="0"/>
                  </a:moveTo>
                  <a:lnTo>
                    <a:pt x="0" y="1066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5" name="Candidate_receptor__2594">
              <a:extLst>
                <a:ext uri="{FF2B5EF4-FFF2-40B4-BE49-F238E27FC236}">
                  <a16:creationId xmlns:a16="http://schemas.microsoft.com/office/drawing/2014/main" id="{D7026758-754B-3849-303A-CAD775CA3E78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02658"/>
              <a:ext cx="70273" cy="85253"/>
            </a:xfrm>
            <a:custGeom>
              <a:avLst/>
              <a:gdLst/>
              <a:ahLst/>
              <a:cxnLst/>
              <a:rect l="0" t="0" r="0" b="0"/>
              <a:pathLst>
                <a:path w="70273" h="85253">
                  <a:moveTo>
                    <a:pt x="0" y="85253"/>
                  </a:moveTo>
                  <a:lnTo>
                    <a:pt x="70273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6" name="Candidate_receptor__2595">
              <a:extLst>
                <a:ext uri="{FF2B5EF4-FFF2-40B4-BE49-F238E27FC236}">
                  <a16:creationId xmlns:a16="http://schemas.microsoft.com/office/drawing/2014/main" id="{325C87B6-F048-C939-48AC-15122CCE6235}"/>
                </a:ext>
              </a:extLst>
            </p:cNvPr>
            <p:cNvSpPr>
              <a:spLocks noGrp="1"/>
            </p:cNvSpPr>
            <p:nvPr/>
          </p:nvSpPr>
          <p:spPr>
            <a:xfrm>
              <a:off x="5004959" y="4306906"/>
              <a:ext cx="24416" cy="108923"/>
            </a:xfrm>
            <a:custGeom>
              <a:avLst/>
              <a:gdLst/>
              <a:ahLst/>
              <a:cxnLst/>
              <a:rect l="0" t="0" r="0" b="0"/>
              <a:pathLst>
                <a:path w="24416" h="108923">
                  <a:moveTo>
                    <a:pt x="24416" y="0"/>
                  </a:moveTo>
                  <a:lnTo>
                    <a:pt x="0" y="10892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7" name="Candidate_receptor__2596">
              <a:extLst>
                <a:ext uri="{FF2B5EF4-FFF2-40B4-BE49-F238E27FC236}">
                  <a16:creationId xmlns:a16="http://schemas.microsoft.com/office/drawing/2014/main" id="{78DB65C5-F160-98CC-A40C-13C141D9E86F}"/>
                </a:ext>
              </a:extLst>
            </p:cNvPr>
            <p:cNvSpPr>
              <a:spLocks noGrp="1"/>
            </p:cNvSpPr>
            <p:nvPr/>
          </p:nvSpPr>
          <p:spPr>
            <a:xfrm>
              <a:off x="4745471" y="4802260"/>
              <a:ext cx="80504" cy="64778"/>
            </a:xfrm>
            <a:custGeom>
              <a:avLst/>
              <a:gdLst/>
              <a:ahLst/>
              <a:cxnLst/>
              <a:rect l="0" t="0" r="0" b="0"/>
              <a:pathLst>
                <a:path w="80504" h="64778">
                  <a:moveTo>
                    <a:pt x="80504" y="0"/>
                  </a:moveTo>
                  <a:lnTo>
                    <a:pt x="0" y="6477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8" name="Candidate_receptor__2597">
              <a:extLst>
                <a:ext uri="{FF2B5EF4-FFF2-40B4-BE49-F238E27FC236}">
                  <a16:creationId xmlns:a16="http://schemas.microsoft.com/office/drawing/2014/main" id="{D9F62DEC-BB58-24CB-3A4B-D635D9FDBB67}"/>
                </a:ext>
              </a:extLst>
            </p:cNvPr>
            <p:cNvSpPr>
              <a:spLocks noGrp="1"/>
            </p:cNvSpPr>
            <p:nvPr/>
          </p:nvSpPr>
          <p:spPr>
            <a:xfrm>
              <a:off x="6692225" y="4389191"/>
              <a:ext cx="21846" cy="111910"/>
            </a:xfrm>
            <a:custGeom>
              <a:avLst/>
              <a:gdLst/>
              <a:ahLst/>
              <a:cxnLst/>
              <a:rect l="0" t="0" r="0" b="0"/>
              <a:pathLst>
                <a:path w="21846" h="111910">
                  <a:moveTo>
                    <a:pt x="0" y="111910"/>
                  </a:moveTo>
                  <a:lnTo>
                    <a:pt x="2184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9" name="Candidate_receptor__2598">
              <a:extLst>
                <a:ext uri="{FF2B5EF4-FFF2-40B4-BE49-F238E27FC236}">
                  <a16:creationId xmlns:a16="http://schemas.microsoft.com/office/drawing/2014/main" id="{B4B6AD11-77C4-8E19-A55E-35D172B4EC23}"/>
                </a:ext>
              </a:extLst>
            </p:cNvPr>
            <p:cNvSpPr>
              <a:spLocks noGrp="1"/>
            </p:cNvSpPr>
            <p:nvPr/>
          </p:nvSpPr>
          <p:spPr>
            <a:xfrm>
              <a:off x="5450571" y="5033582"/>
              <a:ext cx="18223" cy="106242"/>
            </a:xfrm>
            <a:custGeom>
              <a:avLst/>
              <a:gdLst/>
              <a:ahLst/>
              <a:cxnLst/>
              <a:rect l="0" t="0" r="0" b="0"/>
              <a:pathLst>
                <a:path w="18223" h="106242">
                  <a:moveTo>
                    <a:pt x="18223" y="1062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0" name="Candidate_receptor__2599">
              <a:extLst>
                <a:ext uri="{FF2B5EF4-FFF2-40B4-BE49-F238E27FC236}">
                  <a16:creationId xmlns:a16="http://schemas.microsoft.com/office/drawing/2014/main" id="{A8F2457A-DAF9-9AF4-0BEB-68082370511D}"/>
                </a:ext>
              </a:extLst>
            </p:cNvPr>
            <p:cNvSpPr>
              <a:spLocks noGrp="1"/>
            </p:cNvSpPr>
            <p:nvPr/>
          </p:nvSpPr>
          <p:spPr>
            <a:xfrm>
              <a:off x="4757039" y="2311095"/>
              <a:ext cx="34105" cy="19428"/>
            </a:xfrm>
            <a:custGeom>
              <a:avLst/>
              <a:gdLst/>
              <a:ahLst/>
              <a:cxnLst/>
              <a:rect l="0" t="0" r="0" b="0"/>
              <a:pathLst>
                <a:path w="34105" h="19428">
                  <a:moveTo>
                    <a:pt x="0" y="0"/>
                  </a:moveTo>
                  <a:lnTo>
                    <a:pt x="34105" y="194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1" name="Candidate_receptor__2600">
              <a:extLst>
                <a:ext uri="{FF2B5EF4-FFF2-40B4-BE49-F238E27FC236}">
                  <a16:creationId xmlns:a16="http://schemas.microsoft.com/office/drawing/2014/main" id="{8CED9361-59F5-D2E0-37C4-83908B823F90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60781"/>
              <a:ext cx="114463" cy="19675"/>
            </a:xfrm>
            <a:custGeom>
              <a:avLst/>
              <a:gdLst/>
              <a:ahLst/>
              <a:cxnLst/>
              <a:rect l="0" t="0" r="0" b="0"/>
              <a:pathLst>
                <a:path w="114463" h="19675">
                  <a:moveTo>
                    <a:pt x="0" y="19675"/>
                  </a:moveTo>
                  <a:lnTo>
                    <a:pt x="114463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2" name="Candidate_receptor__2601">
              <a:extLst>
                <a:ext uri="{FF2B5EF4-FFF2-40B4-BE49-F238E27FC236}">
                  <a16:creationId xmlns:a16="http://schemas.microsoft.com/office/drawing/2014/main" id="{656CDC95-DF8B-FAEB-C0AF-D7EB3BCB32DF}"/>
                </a:ext>
              </a:extLst>
            </p:cNvPr>
            <p:cNvSpPr>
              <a:spLocks noGrp="1"/>
            </p:cNvSpPr>
            <p:nvPr/>
          </p:nvSpPr>
          <p:spPr>
            <a:xfrm>
              <a:off x="6096244" y="3735075"/>
              <a:ext cx="3710" cy="65030"/>
            </a:xfrm>
            <a:custGeom>
              <a:avLst/>
              <a:gdLst/>
              <a:ahLst/>
              <a:cxnLst/>
              <a:rect l="0" t="0" r="0" b="0"/>
              <a:pathLst>
                <a:path w="3710" h="65030">
                  <a:moveTo>
                    <a:pt x="0" y="0"/>
                  </a:moveTo>
                  <a:lnTo>
                    <a:pt x="3710" y="6503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3" name="Candidate_receptor__2602">
              <a:extLst>
                <a:ext uri="{FF2B5EF4-FFF2-40B4-BE49-F238E27FC236}">
                  <a16:creationId xmlns:a16="http://schemas.microsoft.com/office/drawing/2014/main" id="{094FE2E5-022F-D54A-62D9-13EA943C3A2C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96999"/>
              <a:ext cx="100181" cy="58422"/>
            </a:xfrm>
            <a:custGeom>
              <a:avLst/>
              <a:gdLst/>
              <a:ahLst/>
              <a:cxnLst/>
              <a:rect l="0" t="0" r="0" b="0"/>
              <a:pathLst>
                <a:path w="100181" h="58422">
                  <a:moveTo>
                    <a:pt x="100181" y="584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4" name="Candidate_receptor__2603">
              <a:extLst>
                <a:ext uri="{FF2B5EF4-FFF2-40B4-BE49-F238E27FC236}">
                  <a16:creationId xmlns:a16="http://schemas.microsoft.com/office/drawing/2014/main" id="{A6794AF1-5E0B-C05D-4101-993308543985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46995"/>
              <a:ext cx="18475" cy="77089"/>
            </a:xfrm>
            <a:custGeom>
              <a:avLst/>
              <a:gdLst/>
              <a:ahLst/>
              <a:cxnLst/>
              <a:rect l="0" t="0" r="0" b="0"/>
              <a:pathLst>
                <a:path w="18475" h="77089">
                  <a:moveTo>
                    <a:pt x="0" y="0"/>
                  </a:moveTo>
                  <a:lnTo>
                    <a:pt x="18475" y="7708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5" name="Candidate_receptor__2604">
              <a:extLst>
                <a:ext uri="{FF2B5EF4-FFF2-40B4-BE49-F238E27FC236}">
                  <a16:creationId xmlns:a16="http://schemas.microsoft.com/office/drawing/2014/main" id="{8281C789-3C10-6407-C9AF-68C1D0763646}"/>
                </a:ext>
              </a:extLst>
            </p:cNvPr>
            <p:cNvSpPr>
              <a:spLocks noGrp="1"/>
            </p:cNvSpPr>
            <p:nvPr/>
          </p:nvSpPr>
          <p:spPr>
            <a:xfrm>
              <a:off x="5162528" y="4055421"/>
              <a:ext cx="15183" cy="115197"/>
            </a:xfrm>
            <a:custGeom>
              <a:avLst/>
              <a:gdLst/>
              <a:ahLst/>
              <a:cxnLst/>
              <a:rect l="0" t="0" r="0" b="0"/>
              <a:pathLst>
                <a:path w="15183" h="115197">
                  <a:moveTo>
                    <a:pt x="15183" y="115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6" name="Candidate_receptor__2605">
              <a:extLst>
                <a:ext uri="{FF2B5EF4-FFF2-40B4-BE49-F238E27FC236}">
                  <a16:creationId xmlns:a16="http://schemas.microsoft.com/office/drawing/2014/main" id="{FFBAF2A5-C26A-5904-FC9F-FAA34BF087CC}"/>
                </a:ext>
              </a:extLst>
            </p:cNvPr>
            <p:cNvSpPr>
              <a:spLocks noGrp="1"/>
            </p:cNvSpPr>
            <p:nvPr/>
          </p:nvSpPr>
          <p:spPr>
            <a:xfrm>
              <a:off x="5104236" y="4937005"/>
              <a:ext cx="45309" cy="18887"/>
            </a:xfrm>
            <a:custGeom>
              <a:avLst/>
              <a:gdLst/>
              <a:ahLst/>
              <a:cxnLst/>
              <a:rect l="0" t="0" r="0" b="0"/>
              <a:pathLst>
                <a:path w="45309" h="18887">
                  <a:moveTo>
                    <a:pt x="45309" y="188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7" name="Candidate_receptor__2606">
              <a:extLst>
                <a:ext uri="{FF2B5EF4-FFF2-40B4-BE49-F238E27FC236}">
                  <a16:creationId xmlns:a16="http://schemas.microsoft.com/office/drawing/2014/main" id="{FE05A139-DE76-6E50-3CB0-3983C7DB4062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40900"/>
              <a:ext cx="20884" cy="55690"/>
            </a:xfrm>
            <a:custGeom>
              <a:avLst/>
              <a:gdLst/>
              <a:ahLst/>
              <a:cxnLst/>
              <a:rect l="0" t="0" r="0" b="0"/>
              <a:pathLst>
                <a:path w="20884" h="55690">
                  <a:moveTo>
                    <a:pt x="0" y="55690"/>
                  </a:moveTo>
                  <a:lnTo>
                    <a:pt x="2088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8" name="Candidate_receptor__2607">
              <a:extLst>
                <a:ext uri="{FF2B5EF4-FFF2-40B4-BE49-F238E27FC236}">
                  <a16:creationId xmlns:a16="http://schemas.microsoft.com/office/drawing/2014/main" id="{331C31D0-1C0D-D9BE-18B3-9E2F4C6FED5A}"/>
                </a:ext>
              </a:extLst>
            </p:cNvPr>
            <p:cNvSpPr>
              <a:spLocks noGrp="1"/>
            </p:cNvSpPr>
            <p:nvPr/>
          </p:nvSpPr>
          <p:spPr>
            <a:xfrm>
              <a:off x="5652201" y="3072059"/>
              <a:ext cx="9528" cy="110853"/>
            </a:xfrm>
            <a:custGeom>
              <a:avLst/>
              <a:gdLst/>
              <a:ahLst/>
              <a:cxnLst/>
              <a:rect l="0" t="0" r="0" b="0"/>
              <a:pathLst>
                <a:path w="9528" h="110853">
                  <a:moveTo>
                    <a:pt x="9528" y="0"/>
                  </a:moveTo>
                  <a:lnTo>
                    <a:pt x="0" y="11085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9" name="Candidate_receptor__2608">
              <a:extLst>
                <a:ext uri="{FF2B5EF4-FFF2-40B4-BE49-F238E27FC236}">
                  <a16:creationId xmlns:a16="http://schemas.microsoft.com/office/drawing/2014/main" id="{6661DFDF-533F-D352-7BBC-218EE3BBF46A}"/>
                </a:ext>
              </a:extLst>
            </p:cNvPr>
            <p:cNvSpPr>
              <a:spLocks noGrp="1"/>
            </p:cNvSpPr>
            <p:nvPr/>
          </p:nvSpPr>
          <p:spPr>
            <a:xfrm>
              <a:off x="5817692" y="3804176"/>
              <a:ext cx="50837" cy="50317"/>
            </a:xfrm>
            <a:custGeom>
              <a:avLst/>
              <a:gdLst/>
              <a:ahLst/>
              <a:cxnLst/>
              <a:rect l="0" t="0" r="0" b="0"/>
              <a:pathLst>
                <a:path w="50837" h="50317">
                  <a:moveTo>
                    <a:pt x="0" y="50317"/>
                  </a:moveTo>
                  <a:lnTo>
                    <a:pt x="50837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0" name="Candidate_receptor__2609">
              <a:extLst>
                <a:ext uri="{FF2B5EF4-FFF2-40B4-BE49-F238E27FC236}">
                  <a16:creationId xmlns:a16="http://schemas.microsoft.com/office/drawing/2014/main" id="{1B34DFB3-E946-77FB-8E60-5E9D934409E9}"/>
                </a:ext>
              </a:extLst>
            </p:cNvPr>
            <p:cNvSpPr>
              <a:spLocks noGrp="1"/>
            </p:cNvSpPr>
            <p:nvPr/>
          </p:nvSpPr>
          <p:spPr>
            <a:xfrm>
              <a:off x="5695364" y="4657421"/>
              <a:ext cx="40668" cy="107743"/>
            </a:xfrm>
            <a:custGeom>
              <a:avLst/>
              <a:gdLst/>
              <a:ahLst/>
              <a:cxnLst/>
              <a:rect l="0" t="0" r="0" b="0"/>
              <a:pathLst>
                <a:path w="40668" h="107743">
                  <a:moveTo>
                    <a:pt x="0" y="107743"/>
                  </a:moveTo>
                  <a:lnTo>
                    <a:pt x="406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1" name="Candidate_receptor__2610">
              <a:extLst>
                <a:ext uri="{FF2B5EF4-FFF2-40B4-BE49-F238E27FC236}">
                  <a16:creationId xmlns:a16="http://schemas.microsoft.com/office/drawing/2014/main" id="{001D0C3D-77FE-8930-53C3-31512F787177}"/>
                </a:ext>
              </a:extLst>
            </p:cNvPr>
            <p:cNvSpPr>
              <a:spLocks noGrp="1"/>
            </p:cNvSpPr>
            <p:nvPr/>
          </p:nvSpPr>
          <p:spPr>
            <a:xfrm>
              <a:off x="5278193" y="4978485"/>
              <a:ext cx="33664" cy="72960"/>
            </a:xfrm>
            <a:custGeom>
              <a:avLst/>
              <a:gdLst/>
              <a:ahLst/>
              <a:cxnLst/>
              <a:rect l="0" t="0" r="0" b="0"/>
              <a:pathLst>
                <a:path w="33664" h="72960">
                  <a:moveTo>
                    <a:pt x="33664" y="72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2" name="Candidate_receptor__2611">
              <a:extLst>
                <a:ext uri="{FF2B5EF4-FFF2-40B4-BE49-F238E27FC236}">
                  <a16:creationId xmlns:a16="http://schemas.microsoft.com/office/drawing/2014/main" id="{BD7C4B75-8335-91AF-D405-83DE86EF37C3}"/>
                </a:ext>
              </a:extLst>
            </p:cNvPr>
            <p:cNvSpPr>
              <a:spLocks noGrp="1"/>
            </p:cNvSpPr>
            <p:nvPr/>
          </p:nvSpPr>
          <p:spPr>
            <a:xfrm>
              <a:off x="4573085" y="4741368"/>
              <a:ext cx="86447" cy="74024"/>
            </a:xfrm>
            <a:custGeom>
              <a:avLst/>
              <a:gdLst/>
              <a:ahLst/>
              <a:cxnLst/>
              <a:rect l="0" t="0" r="0" b="0"/>
              <a:pathLst>
                <a:path w="86447" h="74024">
                  <a:moveTo>
                    <a:pt x="86447" y="0"/>
                  </a:moveTo>
                  <a:lnTo>
                    <a:pt x="0" y="74024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3" name="Candidate_receptor__2612">
              <a:extLst>
                <a:ext uri="{FF2B5EF4-FFF2-40B4-BE49-F238E27FC236}">
                  <a16:creationId xmlns:a16="http://schemas.microsoft.com/office/drawing/2014/main" id="{C812E2DB-5662-A403-4F46-9325B09CCB45}"/>
                </a:ext>
              </a:extLst>
            </p:cNvPr>
            <p:cNvSpPr>
              <a:spLocks noGrp="1"/>
            </p:cNvSpPr>
            <p:nvPr/>
          </p:nvSpPr>
          <p:spPr>
            <a:xfrm>
              <a:off x="5311857" y="5051445"/>
              <a:ext cx="9041" cy="87156"/>
            </a:xfrm>
            <a:custGeom>
              <a:avLst/>
              <a:gdLst/>
              <a:ahLst/>
              <a:cxnLst/>
              <a:rect l="0" t="0" r="0" b="0"/>
              <a:pathLst>
                <a:path w="9041" h="87156">
                  <a:moveTo>
                    <a:pt x="9041" y="871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4" name="Candidate_receptor__2613">
              <a:extLst>
                <a:ext uri="{FF2B5EF4-FFF2-40B4-BE49-F238E27FC236}">
                  <a16:creationId xmlns:a16="http://schemas.microsoft.com/office/drawing/2014/main" id="{46F5B4B3-5035-F6E4-24C6-8A145F64B9FA}"/>
                </a:ext>
              </a:extLst>
            </p:cNvPr>
            <p:cNvSpPr>
              <a:spLocks noGrp="1"/>
            </p:cNvSpPr>
            <p:nvPr/>
          </p:nvSpPr>
          <p:spPr>
            <a:xfrm>
              <a:off x="5518061" y="4520036"/>
              <a:ext cx="104142" cy="2642"/>
            </a:xfrm>
            <a:custGeom>
              <a:avLst/>
              <a:gdLst/>
              <a:ahLst/>
              <a:cxnLst/>
              <a:rect l="0" t="0" r="0" b="0"/>
              <a:pathLst>
                <a:path w="104142" h="2642">
                  <a:moveTo>
                    <a:pt x="104142" y="0"/>
                  </a:moveTo>
                  <a:lnTo>
                    <a:pt x="0" y="264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5" name="Candidate_receptor__2614">
              <a:extLst>
                <a:ext uri="{FF2B5EF4-FFF2-40B4-BE49-F238E27FC236}">
                  <a16:creationId xmlns:a16="http://schemas.microsoft.com/office/drawing/2014/main" id="{8B516865-5500-83DF-7F45-E417AF740383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68880"/>
              <a:ext cx="74243" cy="36275"/>
            </a:xfrm>
            <a:custGeom>
              <a:avLst/>
              <a:gdLst/>
              <a:ahLst/>
              <a:cxnLst/>
              <a:rect l="0" t="0" r="0" b="0"/>
              <a:pathLst>
                <a:path w="74243" h="36275">
                  <a:moveTo>
                    <a:pt x="74243" y="0"/>
                  </a:moveTo>
                  <a:lnTo>
                    <a:pt x="0" y="36275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16" name="Candidate_receptor__2615">
              <a:extLst>
                <a:ext uri="{FF2B5EF4-FFF2-40B4-BE49-F238E27FC236}">
                  <a16:creationId xmlns:a16="http://schemas.microsoft.com/office/drawing/2014/main" id="{80E37E11-ECDA-4FD0-DB28-227ED02A761D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531334"/>
              <a:ext cx="44173" cy="86169"/>
            </a:xfrm>
            <a:custGeom>
              <a:avLst/>
              <a:gdLst/>
              <a:ahLst/>
              <a:cxnLst/>
              <a:rect l="0" t="0" r="0" b="0"/>
              <a:pathLst>
                <a:path w="44173" h="86169">
                  <a:moveTo>
                    <a:pt x="0" y="0"/>
                  </a:moveTo>
                  <a:lnTo>
                    <a:pt x="44173" y="8616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7" name="Candidate_receptor__2616">
              <a:extLst>
                <a:ext uri="{FF2B5EF4-FFF2-40B4-BE49-F238E27FC236}">
                  <a16:creationId xmlns:a16="http://schemas.microsoft.com/office/drawing/2014/main" id="{ED8D123E-B15B-1DA5-327D-856FAF5F2D5B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09380"/>
              <a:ext cx="15394" cy="60741"/>
            </a:xfrm>
            <a:custGeom>
              <a:avLst/>
              <a:gdLst/>
              <a:ahLst/>
              <a:cxnLst/>
              <a:rect l="0" t="0" r="0" b="0"/>
              <a:pathLst>
                <a:path w="15394" h="60741">
                  <a:moveTo>
                    <a:pt x="0" y="60741"/>
                  </a:moveTo>
                  <a:lnTo>
                    <a:pt x="153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8" name="Candidate_receptor__2617">
              <a:extLst>
                <a:ext uri="{FF2B5EF4-FFF2-40B4-BE49-F238E27FC236}">
                  <a16:creationId xmlns:a16="http://schemas.microsoft.com/office/drawing/2014/main" id="{EC6124C0-AE53-DE6E-CB6A-2A743BD4C53F}"/>
                </a:ext>
              </a:extLst>
            </p:cNvPr>
            <p:cNvSpPr>
              <a:spLocks noGrp="1"/>
            </p:cNvSpPr>
            <p:nvPr/>
          </p:nvSpPr>
          <p:spPr>
            <a:xfrm>
              <a:off x="4998191" y="4984209"/>
              <a:ext cx="25578" cy="34347"/>
            </a:xfrm>
            <a:custGeom>
              <a:avLst/>
              <a:gdLst/>
              <a:ahLst/>
              <a:cxnLst/>
              <a:rect l="0" t="0" r="0" b="0"/>
              <a:pathLst>
                <a:path w="25578" h="34347">
                  <a:moveTo>
                    <a:pt x="25578" y="34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9" name="Candidate_receptor__2618">
              <a:extLst>
                <a:ext uri="{FF2B5EF4-FFF2-40B4-BE49-F238E27FC236}">
                  <a16:creationId xmlns:a16="http://schemas.microsoft.com/office/drawing/2014/main" id="{69546C4B-F848-9CDA-5E52-13F6F524F558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854492"/>
              <a:ext cx="63284" cy="66761"/>
            </a:xfrm>
            <a:custGeom>
              <a:avLst/>
              <a:gdLst/>
              <a:ahLst/>
              <a:cxnLst/>
              <a:rect l="0" t="0" r="0" b="0"/>
              <a:pathLst>
                <a:path w="63284" h="66761">
                  <a:moveTo>
                    <a:pt x="0" y="66761"/>
                  </a:moveTo>
                  <a:lnTo>
                    <a:pt x="6328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0" name="Candidate_receptor__2619">
              <a:extLst>
                <a:ext uri="{FF2B5EF4-FFF2-40B4-BE49-F238E27FC236}">
                  <a16:creationId xmlns:a16="http://schemas.microsoft.com/office/drawing/2014/main" id="{DDBF5FD0-47DA-5A66-8CA1-C4A6AC29D044}"/>
                </a:ext>
              </a:extLst>
            </p:cNvPr>
            <p:cNvSpPr>
              <a:spLocks noGrp="1"/>
            </p:cNvSpPr>
            <p:nvPr/>
          </p:nvSpPr>
          <p:spPr>
            <a:xfrm>
              <a:off x="5726123" y="3487985"/>
              <a:ext cx="79785" cy="68579"/>
            </a:xfrm>
            <a:custGeom>
              <a:avLst/>
              <a:gdLst/>
              <a:ahLst/>
              <a:cxnLst/>
              <a:rect l="0" t="0" r="0" b="0"/>
              <a:pathLst>
                <a:path w="79785" h="68579">
                  <a:moveTo>
                    <a:pt x="0" y="68579"/>
                  </a:moveTo>
                  <a:lnTo>
                    <a:pt x="797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1" name="Candidate_receptor__2620">
              <a:extLst>
                <a:ext uri="{FF2B5EF4-FFF2-40B4-BE49-F238E27FC236}">
                  <a16:creationId xmlns:a16="http://schemas.microsoft.com/office/drawing/2014/main" id="{150B137F-5972-AA75-BECF-CC5BD835B407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89862"/>
              <a:ext cx="32242" cy="37273"/>
            </a:xfrm>
            <a:custGeom>
              <a:avLst/>
              <a:gdLst/>
              <a:ahLst/>
              <a:cxnLst/>
              <a:rect l="0" t="0" r="0" b="0"/>
              <a:pathLst>
                <a:path w="32242" h="37273">
                  <a:moveTo>
                    <a:pt x="0" y="37273"/>
                  </a:moveTo>
                  <a:lnTo>
                    <a:pt x="3224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2" name="Candidate_receptor__2621">
              <a:extLst>
                <a:ext uri="{FF2B5EF4-FFF2-40B4-BE49-F238E27FC236}">
                  <a16:creationId xmlns:a16="http://schemas.microsoft.com/office/drawing/2014/main" id="{8F7AD98C-CBFA-2809-FF37-A8B7C02572E7}"/>
                </a:ext>
              </a:extLst>
            </p:cNvPr>
            <p:cNvSpPr>
              <a:spLocks noGrp="1"/>
            </p:cNvSpPr>
            <p:nvPr/>
          </p:nvSpPr>
          <p:spPr>
            <a:xfrm>
              <a:off x="6413669" y="3753346"/>
              <a:ext cx="808" cy="105041"/>
            </a:xfrm>
            <a:custGeom>
              <a:avLst/>
              <a:gdLst/>
              <a:ahLst/>
              <a:cxnLst/>
              <a:rect l="0" t="0" r="0" b="0"/>
              <a:pathLst>
                <a:path w="808" h="105041">
                  <a:moveTo>
                    <a:pt x="808" y="105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3" name="Candidate_receptor__2622">
              <a:extLst>
                <a:ext uri="{FF2B5EF4-FFF2-40B4-BE49-F238E27FC236}">
                  <a16:creationId xmlns:a16="http://schemas.microsoft.com/office/drawing/2014/main" id="{CCDEFC35-653B-E7F4-B80E-A1D1C1474A4E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450832"/>
              <a:ext cx="42854" cy="80503"/>
            </a:xfrm>
            <a:custGeom>
              <a:avLst/>
              <a:gdLst/>
              <a:ahLst/>
              <a:cxnLst/>
              <a:rect l="0" t="0" r="0" b="0"/>
              <a:pathLst>
                <a:path w="42854" h="80503">
                  <a:moveTo>
                    <a:pt x="42854" y="0"/>
                  </a:moveTo>
                  <a:lnTo>
                    <a:pt x="0" y="8050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4" name="Candidate_receptor__2623">
              <a:extLst>
                <a:ext uri="{FF2B5EF4-FFF2-40B4-BE49-F238E27FC236}">
                  <a16:creationId xmlns:a16="http://schemas.microsoft.com/office/drawing/2014/main" id="{1B569764-45E5-135F-CE76-87071E7CD884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867038"/>
              <a:ext cx="53953" cy="19508"/>
            </a:xfrm>
            <a:custGeom>
              <a:avLst/>
              <a:gdLst/>
              <a:ahLst/>
              <a:cxnLst/>
              <a:rect l="0" t="0" r="0" b="0"/>
              <a:pathLst>
                <a:path w="53953" h="19508">
                  <a:moveTo>
                    <a:pt x="53953" y="0"/>
                  </a:moveTo>
                  <a:lnTo>
                    <a:pt x="0" y="195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5" name="Candidate_receptor__2624">
              <a:extLst>
                <a:ext uri="{FF2B5EF4-FFF2-40B4-BE49-F238E27FC236}">
                  <a16:creationId xmlns:a16="http://schemas.microsoft.com/office/drawing/2014/main" id="{694CE148-BFA3-44E6-DA6E-3206BC80B7BE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31076"/>
              <a:ext cx="20910" cy="35381"/>
            </a:xfrm>
            <a:custGeom>
              <a:avLst/>
              <a:gdLst/>
              <a:ahLst/>
              <a:cxnLst/>
              <a:rect l="0" t="0" r="0" b="0"/>
              <a:pathLst>
                <a:path w="20910" h="35381">
                  <a:moveTo>
                    <a:pt x="0" y="35381"/>
                  </a:moveTo>
                  <a:lnTo>
                    <a:pt x="209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6" name="Candidate_receptor__2625">
              <a:extLst>
                <a:ext uri="{FF2B5EF4-FFF2-40B4-BE49-F238E27FC236}">
                  <a16:creationId xmlns:a16="http://schemas.microsoft.com/office/drawing/2014/main" id="{00C3D211-D854-1AD3-A797-2D90B6F7E190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100234" cy="25656"/>
            </a:xfrm>
            <a:custGeom>
              <a:avLst/>
              <a:gdLst/>
              <a:ahLst/>
              <a:cxnLst/>
              <a:rect l="0" t="0" r="0" b="0"/>
              <a:pathLst>
                <a:path w="100234" h="25656">
                  <a:moveTo>
                    <a:pt x="100234" y="256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7" name="Candidate_receptor__2626">
              <a:extLst>
                <a:ext uri="{FF2B5EF4-FFF2-40B4-BE49-F238E27FC236}">
                  <a16:creationId xmlns:a16="http://schemas.microsoft.com/office/drawing/2014/main" id="{D1D8B73B-98DC-94F0-6A38-49124FAB7FCE}"/>
                </a:ext>
              </a:extLst>
            </p:cNvPr>
            <p:cNvSpPr>
              <a:spLocks noGrp="1"/>
            </p:cNvSpPr>
            <p:nvPr/>
          </p:nvSpPr>
          <p:spPr>
            <a:xfrm>
              <a:off x="4867454" y="2530398"/>
              <a:ext cx="26036" cy="103778"/>
            </a:xfrm>
            <a:custGeom>
              <a:avLst/>
              <a:gdLst/>
              <a:ahLst/>
              <a:cxnLst/>
              <a:rect l="0" t="0" r="0" b="0"/>
              <a:pathLst>
                <a:path w="26036" h="103778">
                  <a:moveTo>
                    <a:pt x="26036" y="1037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28" name="Candidate_receptor__2627">
              <a:extLst>
                <a:ext uri="{FF2B5EF4-FFF2-40B4-BE49-F238E27FC236}">
                  <a16:creationId xmlns:a16="http://schemas.microsoft.com/office/drawing/2014/main" id="{0B2D6A6F-0E3B-47C6-EE3A-0C33E67A90C2}"/>
                </a:ext>
              </a:extLst>
            </p:cNvPr>
            <p:cNvSpPr>
              <a:spLocks noGrp="1"/>
            </p:cNvSpPr>
            <p:nvPr/>
          </p:nvSpPr>
          <p:spPr>
            <a:xfrm>
              <a:off x="5952862" y="4275645"/>
              <a:ext cx="41193" cy="58431"/>
            </a:xfrm>
            <a:custGeom>
              <a:avLst/>
              <a:gdLst/>
              <a:ahLst/>
              <a:cxnLst/>
              <a:rect l="0" t="0" r="0" b="0"/>
              <a:pathLst>
                <a:path w="41193" h="58431">
                  <a:moveTo>
                    <a:pt x="0" y="58431"/>
                  </a:moveTo>
                  <a:lnTo>
                    <a:pt x="4119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9" name="Candidate_receptor__2628">
              <a:extLst>
                <a:ext uri="{FF2B5EF4-FFF2-40B4-BE49-F238E27FC236}">
                  <a16:creationId xmlns:a16="http://schemas.microsoft.com/office/drawing/2014/main" id="{1A6D1E61-4E5F-A2C3-903D-C621CDC15DA8}"/>
                </a:ext>
              </a:extLst>
            </p:cNvPr>
            <p:cNvSpPr>
              <a:spLocks noGrp="1"/>
            </p:cNvSpPr>
            <p:nvPr/>
          </p:nvSpPr>
          <p:spPr>
            <a:xfrm>
              <a:off x="5632529" y="4120555"/>
              <a:ext cx="63423" cy="86087"/>
            </a:xfrm>
            <a:custGeom>
              <a:avLst/>
              <a:gdLst/>
              <a:ahLst/>
              <a:cxnLst/>
              <a:rect l="0" t="0" r="0" b="0"/>
              <a:pathLst>
                <a:path w="63423" h="86087">
                  <a:moveTo>
                    <a:pt x="63423" y="860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0" name="Candidate_receptor__2629">
              <a:extLst>
                <a:ext uri="{FF2B5EF4-FFF2-40B4-BE49-F238E27FC236}">
                  <a16:creationId xmlns:a16="http://schemas.microsoft.com/office/drawing/2014/main" id="{06C4A460-67BB-A10C-D38E-D38EEE6A3F27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576634"/>
              <a:ext cx="11644" cy="113974"/>
            </a:xfrm>
            <a:custGeom>
              <a:avLst/>
              <a:gdLst/>
              <a:ahLst/>
              <a:cxnLst/>
              <a:rect l="0" t="0" r="0" b="0"/>
              <a:pathLst>
                <a:path w="11644" h="113974">
                  <a:moveTo>
                    <a:pt x="11644" y="0"/>
                  </a:moveTo>
                  <a:lnTo>
                    <a:pt x="0" y="11397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1" name="Candidate_receptor__2630">
              <a:extLst>
                <a:ext uri="{FF2B5EF4-FFF2-40B4-BE49-F238E27FC236}">
                  <a16:creationId xmlns:a16="http://schemas.microsoft.com/office/drawing/2014/main" id="{3B9375FD-CBFE-2AA3-108E-2916217AE5D0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58387"/>
              <a:ext cx="111128" cy="12566"/>
            </a:xfrm>
            <a:custGeom>
              <a:avLst/>
              <a:gdLst/>
              <a:ahLst/>
              <a:cxnLst/>
              <a:rect l="0" t="0" r="0" b="0"/>
              <a:pathLst>
                <a:path w="111128" h="12566">
                  <a:moveTo>
                    <a:pt x="0" y="12566"/>
                  </a:moveTo>
                  <a:lnTo>
                    <a:pt x="11112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2" name="Candidate_receptor__2631">
              <a:extLst>
                <a:ext uri="{FF2B5EF4-FFF2-40B4-BE49-F238E27FC236}">
                  <a16:creationId xmlns:a16="http://schemas.microsoft.com/office/drawing/2014/main" id="{4C1E422E-9694-F26F-C3AF-D87149AE711C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674628"/>
              <a:ext cx="93041" cy="64674"/>
            </a:xfrm>
            <a:custGeom>
              <a:avLst/>
              <a:gdLst/>
              <a:ahLst/>
              <a:cxnLst/>
              <a:rect l="0" t="0" r="0" b="0"/>
              <a:pathLst>
                <a:path w="93041" h="64674">
                  <a:moveTo>
                    <a:pt x="0" y="64674"/>
                  </a:moveTo>
                  <a:lnTo>
                    <a:pt x="930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3" name="Candidate_receptor__2632">
              <a:extLst>
                <a:ext uri="{FF2B5EF4-FFF2-40B4-BE49-F238E27FC236}">
                  <a16:creationId xmlns:a16="http://schemas.microsoft.com/office/drawing/2014/main" id="{3B15DAD1-AFBE-EFBF-950D-36E778D10984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765705"/>
              <a:ext cx="19902" cy="8719"/>
            </a:xfrm>
            <a:custGeom>
              <a:avLst/>
              <a:gdLst/>
              <a:ahLst/>
              <a:cxnLst/>
              <a:rect l="0" t="0" r="0" b="0"/>
              <a:pathLst>
                <a:path w="19902" h="8719">
                  <a:moveTo>
                    <a:pt x="19902" y="87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4" name="Candidate_receptor__2633">
              <a:extLst>
                <a:ext uri="{FF2B5EF4-FFF2-40B4-BE49-F238E27FC236}">
                  <a16:creationId xmlns:a16="http://schemas.microsoft.com/office/drawing/2014/main" id="{2FA05F6D-AF6C-2256-E8A7-6ED178CA6A50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74902"/>
              <a:ext cx="33290" cy="19408"/>
            </a:xfrm>
            <a:custGeom>
              <a:avLst/>
              <a:gdLst/>
              <a:ahLst/>
              <a:cxnLst/>
              <a:rect l="0" t="0" r="0" b="0"/>
              <a:pathLst>
                <a:path w="33290" h="19408">
                  <a:moveTo>
                    <a:pt x="33290" y="0"/>
                  </a:moveTo>
                  <a:lnTo>
                    <a:pt x="0" y="194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5" name="Candidate_receptor__2634">
              <a:extLst>
                <a:ext uri="{FF2B5EF4-FFF2-40B4-BE49-F238E27FC236}">
                  <a16:creationId xmlns:a16="http://schemas.microsoft.com/office/drawing/2014/main" id="{B34DDEE7-EEC2-11C8-4230-6575BD6FB8E0}"/>
                </a:ext>
              </a:extLst>
            </p:cNvPr>
            <p:cNvSpPr>
              <a:spLocks noGrp="1"/>
            </p:cNvSpPr>
            <p:nvPr/>
          </p:nvSpPr>
          <p:spPr>
            <a:xfrm>
              <a:off x="5826128" y="3975072"/>
              <a:ext cx="82410" cy="65828"/>
            </a:xfrm>
            <a:custGeom>
              <a:avLst/>
              <a:gdLst/>
              <a:ahLst/>
              <a:cxnLst/>
              <a:rect l="0" t="0" r="0" b="0"/>
              <a:pathLst>
                <a:path w="82410" h="65828">
                  <a:moveTo>
                    <a:pt x="0" y="65828"/>
                  </a:moveTo>
                  <a:lnTo>
                    <a:pt x="824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6" name="Candidate_receptor__2635">
              <a:extLst>
                <a:ext uri="{FF2B5EF4-FFF2-40B4-BE49-F238E27FC236}">
                  <a16:creationId xmlns:a16="http://schemas.microsoft.com/office/drawing/2014/main" id="{B3416909-4FA8-6A26-2CE3-119B127454A0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58096"/>
              <a:ext cx="32938" cy="2679"/>
            </a:xfrm>
            <a:custGeom>
              <a:avLst/>
              <a:gdLst/>
              <a:ahLst/>
              <a:cxnLst/>
              <a:rect l="0" t="0" r="0" b="0"/>
              <a:pathLst>
                <a:path w="32938" h="2679">
                  <a:moveTo>
                    <a:pt x="0" y="2679"/>
                  </a:moveTo>
                  <a:lnTo>
                    <a:pt x="3293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7" name="Candidate_receptor__2636">
              <a:extLst>
                <a:ext uri="{FF2B5EF4-FFF2-40B4-BE49-F238E27FC236}">
                  <a16:creationId xmlns:a16="http://schemas.microsoft.com/office/drawing/2014/main" id="{7F77C3FE-F0CA-4D76-3825-6AA14B324611}"/>
                </a:ext>
              </a:extLst>
            </p:cNvPr>
            <p:cNvSpPr>
              <a:spLocks noGrp="1"/>
            </p:cNvSpPr>
            <p:nvPr/>
          </p:nvSpPr>
          <p:spPr>
            <a:xfrm>
              <a:off x="5991705" y="4436197"/>
              <a:ext cx="64441" cy="73184"/>
            </a:xfrm>
            <a:custGeom>
              <a:avLst/>
              <a:gdLst/>
              <a:ahLst/>
              <a:cxnLst/>
              <a:rect l="0" t="0" r="0" b="0"/>
              <a:pathLst>
                <a:path w="64441" h="73184">
                  <a:moveTo>
                    <a:pt x="0" y="73184"/>
                  </a:moveTo>
                  <a:lnTo>
                    <a:pt x="644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8" name="Candidate_receptor__2637">
              <a:extLst>
                <a:ext uri="{FF2B5EF4-FFF2-40B4-BE49-F238E27FC236}">
                  <a16:creationId xmlns:a16="http://schemas.microsoft.com/office/drawing/2014/main" id="{49D3DBCA-6B94-AA6B-7EF5-FC0932690D43}"/>
                </a:ext>
              </a:extLst>
            </p:cNvPr>
            <p:cNvSpPr>
              <a:spLocks noGrp="1"/>
            </p:cNvSpPr>
            <p:nvPr/>
          </p:nvSpPr>
          <p:spPr>
            <a:xfrm>
              <a:off x="6117972" y="3450832"/>
              <a:ext cx="106304" cy="20715"/>
            </a:xfrm>
            <a:custGeom>
              <a:avLst/>
              <a:gdLst/>
              <a:ahLst/>
              <a:cxnLst/>
              <a:rect l="0" t="0" r="0" b="0"/>
              <a:pathLst>
                <a:path w="106304" h="20715">
                  <a:moveTo>
                    <a:pt x="106304" y="207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39" name="Candidate_receptor__2638">
              <a:extLst>
                <a:ext uri="{FF2B5EF4-FFF2-40B4-BE49-F238E27FC236}">
                  <a16:creationId xmlns:a16="http://schemas.microsoft.com/office/drawing/2014/main" id="{2F201A5A-8A9F-F11A-EE1E-EDD9E3D4A209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334076"/>
              <a:ext cx="63491" cy="71922"/>
            </a:xfrm>
            <a:custGeom>
              <a:avLst/>
              <a:gdLst/>
              <a:ahLst/>
              <a:cxnLst/>
              <a:rect l="0" t="0" r="0" b="0"/>
              <a:pathLst>
                <a:path w="63491" h="71922">
                  <a:moveTo>
                    <a:pt x="0" y="71922"/>
                  </a:moveTo>
                  <a:lnTo>
                    <a:pt x="6349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0" name="Candidate_receptor__2639">
              <a:extLst>
                <a:ext uri="{FF2B5EF4-FFF2-40B4-BE49-F238E27FC236}">
                  <a16:creationId xmlns:a16="http://schemas.microsoft.com/office/drawing/2014/main" id="{D1D4996E-A233-7198-13D1-346441189CC8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00105"/>
              <a:ext cx="102455" cy="48553"/>
            </a:xfrm>
            <a:custGeom>
              <a:avLst/>
              <a:gdLst/>
              <a:ahLst/>
              <a:cxnLst/>
              <a:rect l="0" t="0" r="0" b="0"/>
              <a:pathLst>
                <a:path w="102455" h="48553">
                  <a:moveTo>
                    <a:pt x="102455" y="0"/>
                  </a:moveTo>
                  <a:lnTo>
                    <a:pt x="0" y="4855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1" name="Candidate_receptor__2640">
              <a:extLst>
                <a:ext uri="{FF2B5EF4-FFF2-40B4-BE49-F238E27FC236}">
                  <a16:creationId xmlns:a16="http://schemas.microsoft.com/office/drawing/2014/main" id="{4C686BCC-86E1-6FF5-61B7-D2E0ABAFA587}"/>
                </a:ext>
              </a:extLst>
            </p:cNvPr>
            <p:cNvSpPr>
              <a:spLocks noGrp="1"/>
            </p:cNvSpPr>
            <p:nvPr/>
          </p:nvSpPr>
          <p:spPr>
            <a:xfrm>
              <a:off x="4404621" y="4689854"/>
              <a:ext cx="85251" cy="36964"/>
            </a:xfrm>
            <a:custGeom>
              <a:avLst/>
              <a:gdLst/>
              <a:ahLst/>
              <a:cxnLst/>
              <a:rect l="0" t="0" r="0" b="0"/>
              <a:pathLst>
                <a:path w="85251" h="36964">
                  <a:moveTo>
                    <a:pt x="85251" y="0"/>
                  </a:moveTo>
                  <a:lnTo>
                    <a:pt x="0" y="3696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2" name="Candidate_receptor__2641">
              <a:extLst>
                <a:ext uri="{FF2B5EF4-FFF2-40B4-BE49-F238E27FC236}">
                  <a16:creationId xmlns:a16="http://schemas.microsoft.com/office/drawing/2014/main" id="{24D17271-13E3-0F67-DDC5-A0AB5911DCEA}"/>
                </a:ext>
              </a:extLst>
            </p:cNvPr>
            <p:cNvSpPr>
              <a:spLocks noGrp="1"/>
            </p:cNvSpPr>
            <p:nvPr/>
          </p:nvSpPr>
          <p:spPr>
            <a:xfrm>
              <a:off x="5612098" y="4206641"/>
              <a:ext cx="83854" cy="75544"/>
            </a:xfrm>
            <a:custGeom>
              <a:avLst/>
              <a:gdLst/>
              <a:ahLst/>
              <a:cxnLst/>
              <a:rect l="0" t="0" r="0" b="0"/>
              <a:pathLst>
                <a:path w="83854" h="75544">
                  <a:moveTo>
                    <a:pt x="0" y="75544"/>
                  </a:moveTo>
                  <a:lnTo>
                    <a:pt x="8385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3" name="Candidate_receptor__2642">
              <a:extLst>
                <a:ext uri="{FF2B5EF4-FFF2-40B4-BE49-F238E27FC236}">
                  <a16:creationId xmlns:a16="http://schemas.microsoft.com/office/drawing/2014/main" id="{2588881F-60C3-866A-0C0D-EF8505F638CA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522677"/>
              <a:ext cx="47338" cy="23363"/>
            </a:xfrm>
            <a:custGeom>
              <a:avLst/>
              <a:gdLst/>
              <a:ahLst/>
              <a:cxnLst/>
              <a:rect l="0" t="0" r="0" b="0"/>
              <a:pathLst>
                <a:path w="47338" h="23363">
                  <a:moveTo>
                    <a:pt x="47338" y="0"/>
                  </a:moveTo>
                  <a:lnTo>
                    <a:pt x="0" y="2336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4" name="Candidate_receptor__2643">
              <a:extLst>
                <a:ext uri="{FF2B5EF4-FFF2-40B4-BE49-F238E27FC236}">
                  <a16:creationId xmlns:a16="http://schemas.microsoft.com/office/drawing/2014/main" id="{BA79F113-38A5-3C93-73E3-F5D9585C98E8}"/>
                </a:ext>
              </a:extLst>
            </p:cNvPr>
            <p:cNvSpPr>
              <a:spLocks noGrp="1"/>
            </p:cNvSpPr>
            <p:nvPr/>
          </p:nvSpPr>
          <p:spPr>
            <a:xfrm>
              <a:off x="6263432" y="4466385"/>
              <a:ext cx="109319" cy="33850"/>
            </a:xfrm>
            <a:custGeom>
              <a:avLst/>
              <a:gdLst/>
              <a:ahLst/>
              <a:cxnLst/>
              <a:rect l="0" t="0" r="0" b="0"/>
              <a:pathLst>
                <a:path w="109319" h="33850">
                  <a:moveTo>
                    <a:pt x="0" y="33850"/>
                  </a:moveTo>
                  <a:lnTo>
                    <a:pt x="109319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5" name="Candidate_receptor__2644">
              <a:extLst>
                <a:ext uri="{FF2B5EF4-FFF2-40B4-BE49-F238E27FC236}">
                  <a16:creationId xmlns:a16="http://schemas.microsoft.com/office/drawing/2014/main" id="{1F979C6A-AEB6-1FC9-A76B-8A6D95B0AFE5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20555"/>
              <a:ext cx="88764" cy="29439"/>
            </a:xfrm>
            <a:custGeom>
              <a:avLst/>
              <a:gdLst/>
              <a:ahLst/>
              <a:cxnLst/>
              <a:rect l="0" t="0" r="0" b="0"/>
              <a:pathLst>
                <a:path w="88764" h="29439">
                  <a:moveTo>
                    <a:pt x="88764" y="0"/>
                  </a:moveTo>
                  <a:lnTo>
                    <a:pt x="0" y="2943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6" name="Candidate_receptor__2645">
              <a:extLst>
                <a:ext uri="{FF2B5EF4-FFF2-40B4-BE49-F238E27FC236}">
                  <a16:creationId xmlns:a16="http://schemas.microsoft.com/office/drawing/2014/main" id="{8FAF79D3-AC15-B1FA-AB4B-9F864A03BCEE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149558"/>
              <a:ext cx="85583" cy="76690"/>
            </a:xfrm>
            <a:custGeom>
              <a:avLst/>
              <a:gdLst/>
              <a:ahLst/>
              <a:cxnLst/>
              <a:rect l="0" t="0" r="0" b="0"/>
              <a:pathLst>
                <a:path w="85583" h="76690">
                  <a:moveTo>
                    <a:pt x="0" y="76690"/>
                  </a:moveTo>
                  <a:lnTo>
                    <a:pt x="8558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7" name="Candidate_receptor__2646">
              <a:extLst>
                <a:ext uri="{FF2B5EF4-FFF2-40B4-BE49-F238E27FC236}">
                  <a16:creationId xmlns:a16="http://schemas.microsoft.com/office/drawing/2014/main" id="{F195B003-D238-6B24-1F18-321D3EB45654}"/>
                </a:ext>
              </a:extLst>
            </p:cNvPr>
            <p:cNvSpPr>
              <a:spLocks noGrp="1"/>
            </p:cNvSpPr>
            <p:nvPr/>
          </p:nvSpPr>
          <p:spPr>
            <a:xfrm>
              <a:off x="6369354" y="4900693"/>
              <a:ext cx="104792" cy="19829"/>
            </a:xfrm>
            <a:custGeom>
              <a:avLst/>
              <a:gdLst/>
              <a:ahLst/>
              <a:cxnLst/>
              <a:rect l="0" t="0" r="0" b="0"/>
              <a:pathLst>
                <a:path w="104792" h="19829">
                  <a:moveTo>
                    <a:pt x="0" y="19829"/>
                  </a:moveTo>
                  <a:lnTo>
                    <a:pt x="104792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48" name="Candidate_receptor__2647">
              <a:extLst>
                <a:ext uri="{FF2B5EF4-FFF2-40B4-BE49-F238E27FC236}">
                  <a16:creationId xmlns:a16="http://schemas.microsoft.com/office/drawing/2014/main" id="{73EE7CB1-DE88-F245-4265-8B972329CC96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18065"/>
              <a:ext cx="31608" cy="56309"/>
            </a:xfrm>
            <a:custGeom>
              <a:avLst/>
              <a:gdLst/>
              <a:ahLst/>
              <a:cxnLst/>
              <a:rect l="0" t="0" r="0" b="0"/>
              <a:pathLst>
                <a:path w="31608" h="56309">
                  <a:moveTo>
                    <a:pt x="0" y="56309"/>
                  </a:moveTo>
                  <a:lnTo>
                    <a:pt x="3160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9" name="Candidate_receptor__2648">
              <a:extLst>
                <a:ext uri="{FF2B5EF4-FFF2-40B4-BE49-F238E27FC236}">
                  <a16:creationId xmlns:a16="http://schemas.microsoft.com/office/drawing/2014/main" id="{FD160185-4B39-B3CF-4869-D4F20DCA7C76}"/>
                </a:ext>
              </a:extLst>
            </p:cNvPr>
            <p:cNvSpPr>
              <a:spLocks noGrp="1"/>
            </p:cNvSpPr>
            <p:nvPr/>
          </p:nvSpPr>
          <p:spPr>
            <a:xfrm>
              <a:off x="5149545" y="4955891"/>
              <a:ext cx="10795" cy="112727"/>
            </a:xfrm>
            <a:custGeom>
              <a:avLst/>
              <a:gdLst/>
              <a:ahLst/>
              <a:cxnLst/>
              <a:rect l="0" t="0" r="0" b="0"/>
              <a:pathLst>
                <a:path w="10795" h="112727">
                  <a:moveTo>
                    <a:pt x="10795" y="112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0" name="Candidate_receptor__2649">
              <a:extLst>
                <a:ext uri="{FF2B5EF4-FFF2-40B4-BE49-F238E27FC236}">
                  <a16:creationId xmlns:a16="http://schemas.microsoft.com/office/drawing/2014/main" id="{EAF347A1-5FBD-A2FC-0444-4150D07D33CD}"/>
                </a:ext>
              </a:extLst>
            </p:cNvPr>
            <p:cNvSpPr>
              <a:spLocks noGrp="1"/>
            </p:cNvSpPr>
            <p:nvPr/>
          </p:nvSpPr>
          <p:spPr>
            <a:xfrm>
              <a:off x="4903447" y="3486277"/>
              <a:ext cx="102268" cy="43567"/>
            </a:xfrm>
            <a:custGeom>
              <a:avLst/>
              <a:gdLst/>
              <a:ahLst/>
              <a:cxnLst/>
              <a:rect l="0" t="0" r="0" b="0"/>
              <a:pathLst>
                <a:path w="102268" h="43567">
                  <a:moveTo>
                    <a:pt x="102268" y="435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1" name="Candidate_receptor__2650">
              <a:extLst>
                <a:ext uri="{FF2B5EF4-FFF2-40B4-BE49-F238E27FC236}">
                  <a16:creationId xmlns:a16="http://schemas.microsoft.com/office/drawing/2014/main" id="{CC1F8448-851E-46E5-5C09-93C9516C2608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889872"/>
              <a:ext cx="927" cy="77640"/>
            </a:xfrm>
            <a:custGeom>
              <a:avLst/>
              <a:gdLst/>
              <a:ahLst/>
              <a:cxnLst/>
              <a:rect l="0" t="0" r="0" b="0"/>
              <a:pathLst>
                <a:path w="927" h="77640">
                  <a:moveTo>
                    <a:pt x="0" y="77640"/>
                  </a:moveTo>
                  <a:lnTo>
                    <a:pt x="927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2" name="Candidate_receptor__2651">
              <a:extLst>
                <a:ext uri="{FF2B5EF4-FFF2-40B4-BE49-F238E27FC236}">
                  <a16:creationId xmlns:a16="http://schemas.microsoft.com/office/drawing/2014/main" id="{FCB13FBB-75FE-FBB4-8173-580B113BBC6C}"/>
                </a:ext>
              </a:extLst>
            </p:cNvPr>
            <p:cNvSpPr>
              <a:spLocks noGrp="1"/>
            </p:cNvSpPr>
            <p:nvPr/>
          </p:nvSpPr>
          <p:spPr>
            <a:xfrm>
              <a:off x="4489872" y="4662530"/>
              <a:ext cx="67866" cy="27324"/>
            </a:xfrm>
            <a:custGeom>
              <a:avLst/>
              <a:gdLst/>
              <a:ahLst/>
              <a:cxnLst/>
              <a:rect l="0" t="0" r="0" b="0"/>
              <a:pathLst>
                <a:path w="67866" h="27324">
                  <a:moveTo>
                    <a:pt x="67866" y="0"/>
                  </a:moveTo>
                  <a:lnTo>
                    <a:pt x="0" y="2732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3" name="Candidate_receptor__2652">
              <a:extLst>
                <a:ext uri="{FF2B5EF4-FFF2-40B4-BE49-F238E27FC236}">
                  <a16:creationId xmlns:a16="http://schemas.microsoft.com/office/drawing/2014/main" id="{0F03C6E2-CD3D-6905-B927-982B4810F338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726819"/>
              <a:ext cx="3431" cy="107932"/>
            </a:xfrm>
            <a:custGeom>
              <a:avLst/>
              <a:gdLst/>
              <a:ahLst/>
              <a:cxnLst/>
              <a:rect l="0" t="0" r="0" b="0"/>
              <a:pathLst>
                <a:path w="3431" h="107932">
                  <a:moveTo>
                    <a:pt x="3431" y="0"/>
                  </a:moveTo>
                  <a:lnTo>
                    <a:pt x="0" y="107932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4" name="Candidate_receptor__2653">
              <a:extLst>
                <a:ext uri="{FF2B5EF4-FFF2-40B4-BE49-F238E27FC236}">
                  <a16:creationId xmlns:a16="http://schemas.microsoft.com/office/drawing/2014/main" id="{BADB2BF1-A10D-B880-E280-FDFC2CB973B7}"/>
                </a:ext>
              </a:extLst>
            </p:cNvPr>
            <p:cNvSpPr>
              <a:spLocks noGrp="1"/>
            </p:cNvSpPr>
            <p:nvPr/>
          </p:nvSpPr>
          <p:spPr>
            <a:xfrm>
              <a:off x="6474145" y="4803684"/>
              <a:ext cx="21914" cy="97008"/>
            </a:xfrm>
            <a:custGeom>
              <a:avLst/>
              <a:gdLst/>
              <a:ahLst/>
              <a:cxnLst/>
              <a:rect l="0" t="0" r="0" b="0"/>
              <a:pathLst>
                <a:path w="21914" h="97008">
                  <a:moveTo>
                    <a:pt x="0" y="97008"/>
                  </a:moveTo>
                  <a:lnTo>
                    <a:pt x="21914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5" name="Candidate_receptor__2654">
              <a:extLst>
                <a:ext uri="{FF2B5EF4-FFF2-40B4-BE49-F238E27FC236}">
                  <a16:creationId xmlns:a16="http://schemas.microsoft.com/office/drawing/2014/main" id="{5B986F2F-3B23-59FD-A130-BC105A9178A9}"/>
                </a:ext>
              </a:extLst>
            </p:cNvPr>
            <p:cNvSpPr>
              <a:spLocks noGrp="1"/>
            </p:cNvSpPr>
            <p:nvPr/>
          </p:nvSpPr>
          <p:spPr>
            <a:xfrm>
              <a:off x="4988017" y="4875169"/>
              <a:ext cx="10174" cy="109040"/>
            </a:xfrm>
            <a:custGeom>
              <a:avLst/>
              <a:gdLst/>
              <a:ahLst/>
              <a:cxnLst/>
              <a:rect l="0" t="0" r="0" b="0"/>
              <a:pathLst>
                <a:path w="10174" h="109040">
                  <a:moveTo>
                    <a:pt x="10174" y="1090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6" name="Candidate_receptor__2655">
              <a:extLst>
                <a:ext uri="{FF2B5EF4-FFF2-40B4-BE49-F238E27FC236}">
                  <a16:creationId xmlns:a16="http://schemas.microsoft.com/office/drawing/2014/main" id="{4ECC7CC8-C30E-310E-75E1-D72C93A2ACE0}"/>
                </a:ext>
              </a:extLst>
            </p:cNvPr>
            <p:cNvSpPr>
              <a:spLocks noGrp="1"/>
            </p:cNvSpPr>
            <p:nvPr/>
          </p:nvSpPr>
          <p:spPr>
            <a:xfrm>
              <a:off x="4905996" y="5120655"/>
              <a:ext cx="101643" cy="29779"/>
            </a:xfrm>
            <a:custGeom>
              <a:avLst/>
              <a:gdLst/>
              <a:ahLst/>
              <a:cxnLst/>
              <a:rect l="0" t="0" r="0" b="0"/>
              <a:pathLst>
                <a:path w="101643" h="29779">
                  <a:moveTo>
                    <a:pt x="101643" y="29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7" name="Candidate_receptor__2656">
              <a:extLst>
                <a:ext uri="{FF2B5EF4-FFF2-40B4-BE49-F238E27FC236}">
                  <a16:creationId xmlns:a16="http://schemas.microsoft.com/office/drawing/2014/main" id="{214B34B8-FE79-3E78-310C-6773AACD4489}"/>
                </a:ext>
              </a:extLst>
            </p:cNvPr>
            <p:cNvSpPr>
              <a:spLocks noGrp="1"/>
            </p:cNvSpPr>
            <p:nvPr/>
          </p:nvSpPr>
          <p:spPr>
            <a:xfrm>
              <a:off x="4659532" y="4741368"/>
              <a:ext cx="44801" cy="35188"/>
            </a:xfrm>
            <a:custGeom>
              <a:avLst/>
              <a:gdLst/>
              <a:ahLst/>
              <a:cxnLst/>
              <a:rect l="0" t="0" r="0" b="0"/>
              <a:pathLst>
                <a:path w="44801" h="35188">
                  <a:moveTo>
                    <a:pt x="44801" y="35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8" name="Candidate_receptor__2657">
              <a:extLst>
                <a:ext uri="{FF2B5EF4-FFF2-40B4-BE49-F238E27FC236}">
                  <a16:creationId xmlns:a16="http://schemas.microsoft.com/office/drawing/2014/main" id="{9223AC27-9261-56B0-D092-B64BA342F166}"/>
                </a:ext>
              </a:extLst>
            </p:cNvPr>
            <p:cNvSpPr>
              <a:spLocks noGrp="1"/>
            </p:cNvSpPr>
            <p:nvPr/>
          </p:nvSpPr>
          <p:spPr>
            <a:xfrm>
              <a:off x="5379747" y="4389774"/>
              <a:ext cx="108034" cy="36649"/>
            </a:xfrm>
            <a:custGeom>
              <a:avLst/>
              <a:gdLst/>
              <a:ahLst/>
              <a:cxnLst/>
              <a:rect l="0" t="0" r="0" b="0"/>
              <a:pathLst>
                <a:path w="108034" h="36649">
                  <a:moveTo>
                    <a:pt x="108034" y="0"/>
                  </a:moveTo>
                  <a:lnTo>
                    <a:pt x="0" y="3664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9" name="Candidate_receptor__2658">
              <a:extLst>
                <a:ext uri="{FF2B5EF4-FFF2-40B4-BE49-F238E27FC236}">
                  <a16:creationId xmlns:a16="http://schemas.microsoft.com/office/drawing/2014/main" id="{18A87ED5-1FD6-F170-B6EE-C144CF172B09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80456"/>
              <a:ext cx="9719" cy="37860"/>
            </a:xfrm>
            <a:custGeom>
              <a:avLst/>
              <a:gdLst/>
              <a:ahLst/>
              <a:cxnLst/>
              <a:rect l="0" t="0" r="0" b="0"/>
              <a:pathLst>
                <a:path w="9719" h="37860">
                  <a:moveTo>
                    <a:pt x="9719" y="37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0" name="Candidate_receptor__2659">
              <a:extLst>
                <a:ext uri="{FF2B5EF4-FFF2-40B4-BE49-F238E27FC236}">
                  <a16:creationId xmlns:a16="http://schemas.microsoft.com/office/drawing/2014/main" id="{7E33B671-A043-A1D0-14B6-0473F4154A15}"/>
                </a:ext>
              </a:extLst>
            </p:cNvPr>
            <p:cNvSpPr>
              <a:spLocks noGrp="1"/>
            </p:cNvSpPr>
            <p:nvPr/>
          </p:nvSpPr>
          <p:spPr>
            <a:xfrm>
              <a:off x="4825975" y="4802260"/>
              <a:ext cx="22518" cy="87612"/>
            </a:xfrm>
            <a:custGeom>
              <a:avLst/>
              <a:gdLst/>
              <a:ahLst/>
              <a:cxnLst/>
              <a:rect l="0" t="0" r="0" b="0"/>
              <a:pathLst>
                <a:path w="22518" h="87612">
                  <a:moveTo>
                    <a:pt x="22518" y="87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1" name="Candidate_receptor__2660">
              <a:extLst>
                <a:ext uri="{FF2B5EF4-FFF2-40B4-BE49-F238E27FC236}">
                  <a16:creationId xmlns:a16="http://schemas.microsoft.com/office/drawing/2014/main" id="{90E1628C-792D-9C91-15BF-0DEC68D07C6C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405538"/>
              <a:ext cx="47655" cy="27314"/>
            </a:xfrm>
            <a:custGeom>
              <a:avLst/>
              <a:gdLst/>
              <a:ahLst/>
              <a:cxnLst/>
              <a:rect l="0" t="0" r="0" b="0"/>
              <a:pathLst>
                <a:path w="47655" h="27314">
                  <a:moveTo>
                    <a:pt x="0" y="27314"/>
                  </a:moveTo>
                  <a:lnTo>
                    <a:pt x="4765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2" name="Candidate_receptor__2661">
              <a:extLst>
                <a:ext uri="{FF2B5EF4-FFF2-40B4-BE49-F238E27FC236}">
                  <a16:creationId xmlns:a16="http://schemas.microsoft.com/office/drawing/2014/main" id="{106AA040-B709-6A82-3239-B7F9AE8A1995}"/>
                </a:ext>
              </a:extLst>
            </p:cNvPr>
            <p:cNvSpPr>
              <a:spLocks noGrp="1"/>
            </p:cNvSpPr>
            <p:nvPr/>
          </p:nvSpPr>
          <p:spPr>
            <a:xfrm>
              <a:off x="6421186" y="3421055"/>
              <a:ext cx="24684" cy="57039"/>
            </a:xfrm>
            <a:custGeom>
              <a:avLst/>
              <a:gdLst/>
              <a:ahLst/>
              <a:cxnLst/>
              <a:rect l="0" t="0" r="0" b="0"/>
              <a:pathLst>
                <a:path w="24684" h="57039">
                  <a:moveTo>
                    <a:pt x="24684" y="570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63" name="Candidate_receptor__2662">
              <a:extLst>
                <a:ext uri="{FF2B5EF4-FFF2-40B4-BE49-F238E27FC236}">
                  <a16:creationId xmlns:a16="http://schemas.microsoft.com/office/drawing/2014/main" id="{B3690C08-B31C-7E13-E536-3FF8EE428A2E}"/>
                </a:ext>
              </a:extLst>
            </p:cNvPr>
            <p:cNvSpPr>
              <a:spLocks noGrp="1"/>
            </p:cNvSpPr>
            <p:nvPr/>
          </p:nvSpPr>
          <p:spPr>
            <a:xfrm>
              <a:off x="5604518" y="4520036"/>
              <a:ext cx="17685" cy="98029"/>
            </a:xfrm>
            <a:custGeom>
              <a:avLst/>
              <a:gdLst/>
              <a:ahLst/>
              <a:cxnLst/>
              <a:rect l="0" t="0" r="0" b="0"/>
              <a:pathLst>
                <a:path w="17685" h="98029">
                  <a:moveTo>
                    <a:pt x="0" y="98029"/>
                  </a:moveTo>
                  <a:lnTo>
                    <a:pt x="176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4" name="Candidate_receptor__2663">
              <a:extLst>
                <a:ext uri="{FF2B5EF4-FFF2-40B4-BE49-F238E27FC236}">
                  <a16:creationId xmlns:a16="http://schemas.microsoft.com/office/drawing/2014/main" id="{23AC344C-5FCE-D3FF-7783-A89531107BDA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342768"/>
              <a:ext cx="56576" cy="100105"/>
            </a:xfrm>
            <a:custGeom>
              <a:avLst/>
              <a:gdLst/>
              <a:ahLst/>
              <a:cxnLst/>
              <a:rect l="0" t="0" r="0" b="0"/>
              <a:pathLst>
                <a:path w="56576" h="100105">
                  <a:moveTo>
                    <a:pt x="0" y="0"/>
                  </a:moveTo>
                  <a:lnTo>
                    <a:pt x="56576" y="10010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5" name="Candidate_receptor__2664">
              <a:extLst>
                <a:ext uri="{FF2B5EF4-FFF2-40B4-BE49-F238E27FC236}">
                  <a16:creationId xmlns:a16="http://schemas.microsoft.com/office/drawing/2014/main" id="{0857650A-94F0-28D1-42D3-1D7E16ECF806}"/>
                </a:ext>
              </a:extLst>
            </p:cNvPr>
            <p:cNvSpPr>
              <a:spLocks noGrp="1"/>
            </p:cNvSpPr>
            <p:nvPr/>
          </p:nvSpPr>
          <p:spPr>
            <a:xfrm>
              <a:off x="6024623" y="3617503"/>
              <a:ext cx="94667" cy="57399"/>
            </a:xfrm>
            <a:custGeom>
              <a:avLst/>
              <a:gdLst/>
              <a:ahLst/>
              <a:cxnLst/>
              <a:rect l="0" t="0" r="0" b="0"/>
              <a:pathLst>
                <a:path w="94667" h="57399">
                  <a:moveTo>
                    <a:pt x="94667" y="0"/>
                  </a:moveTo>
                  <a:lnTo>
                    <a:pt x="0" y="5739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6" name="Candidate_receptor__2665">
              <a:extLst>
                <a:ext uri="{FF2B5EF4-FFF2-40B4-BE49-F238E27FC236}">
                  <a16:creationId xmlns:a16="http://schemas.microsoft.com/office/drawing/2014/main" id="{3E395B13-71D0-E81E-F23C-C14AD0D2DF78}"/>
                </a:ext>
              </a:extLst>
            </p:cNvPr>
            <p:cNvSpPr>
              <a:spLocks noGrp="1"/>
            </p:cNvSpPr>
            <p:nvPr/>
          </p:nvSpPr>
          <p:spPr>
            <a:xfrm>
              <a:off x="5039608" y="4647638"/>
              <a:ext cx="99636" cy="12144"/>
            </a:xfrm>
            <a:custGeom>
              <a:avLst/>
              <a:gdLst/>
              <a:ahLst/>
              <a:cxnLst/>
              <a:rect l="0" t="0" r="0" b="0"/>
              <a:pathLst>
                <a:path w="99636" h="12144">
                  <a:moveTo>
                    <a:pt x="0" y="0"/>
                  </a:moveTo>
                  <a:lnTo>
                    <a:pt x="99636" y="1214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7" name="Candidate_receptor__2666">
              <a:extLst>
                <a:ext uri="{FF2B5EF4-FFF2-40B4-BE49-F238E27FC236}">
                  <a16:creationId xmlns:a16="http://schemas.microsoft.com/office/drawing/2014/main" id="{84B9721F-0E30-7142-2FB4-CB459D013957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072059"/>
              <a:ext cx="51873" cy="30865"/>
            </a:xfrm>
            <a:custGeom>
              <a:avLst/>
              <a:gdLst/>
              <a:ahLst/>
              <a:cxnLst/>
              <a:rect l="0" t="0" r="0" b="0"/>
              <a:pathLst>
                <a:path w="51873" h="30865">
                  <a:moveTo>
                    <a:pt x="0" y="30865"/>
                  </a:moveTo>
                  <a:lnTo>
                    <a:pt x="5187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8" name="Candidate_receptor__2667">
              <a:extLst>
                <a:ext uri="{FF2B5EF4-FFF2-40B4-BE49-F238E27FC236}">
                  <a16:creationId xmlns:a16="http://schemas.microsoft.com/office/drawing/2014/main" id="{2327C7C4-8D0C-A955-D398-A7E1A1C5AF5C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56343"/>
              <a:ext cx="40021" cy="69741"/>
            </a:xfrm>
            <a:custGeom>
              <a:avLst/>
              <a:gdLst/>
              <a:ahLst/>
              <a:cxnLst/>
              <a:rect l="0" t="0" r="0" b="0"/>
              <a:pathLst>
                <a:path w="40021" h="69741">
                  <a:moveTo>
                    <a:pt x="40021" y="0"/>
                  </a:moveTo>
                  <a:lnTo>
                    <a:pt x="0" y="69741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9" name="Candidate_receptor__2668">
              <a:extLst>
                <a:ext uri="{FF2B5EF4-FFF2-40B4-BE49-F238E27FC236}">
                  <a16:creationId xmlns:a16="http://schemas.microsoft.com/office/drawing/2014/main" id="{C23BA837-BBF8-64D9-26D8-4997C1C2865A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20655"/>
              <a:ext cx="54674" cy="51055"/>
            </a:xfrm>
            <a:custGeom>
              <a:avLst/>
              <a:gdLst/>
              <a:ahLst/>
              <a:cxnLst/>
              <a:rect l="0" t="0" r="0" b="0"/>
              <a:pathLst>
                <a:path w="54674" h="51055">
                  <a:moveTo>
                    <a:pt x="54674" y="0"/>
                  </a:moveTo>
                  <a:lnTo>
                    <a:pt x="0" y="5105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0" name="Candidate_receptor__2669">
              <a:extLst>
                <a:ext uri="{FF2B5EF4-FFF2-40B4-BE49-F238E27FC236}">
                  <a16:creationId xmlns:a16="http://schemas.microsoft.com/office/drawing/2014/main" id="{9D7C9E28-1076-32BD-EDF5-9B8F038CCFC7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772567"/>
              <a:ext cx="15689" cy="42825"/>
            </a:xfrm>
            <a:custGeom>
              <a:avLst/>
              <a:gdLst/>
              <a:ahLst/>
              <a:cxnLst/>
              <a:rect l="0" t="0" r="0" b="0"/>
              <a:pathLst>
                <a:path w="15689" h="42825">
                  <a:moveTo>
                    <a:pt x="15689" y="428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1" name="Candidate_receptor__2670">
              <a:extLst>
                <a:ext uri="{FF2B5EF4-FFF2-40B4-BE49-F238E27FC236}">
                  <a16:creationId xmlns:a16="http://schemas.microsoft.com/office/drawing/2014/main" id="{28739150-7F19-8B2D-C065-483A7ED95CAF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47638"/>
              <a:ext cx="43658" cy="83761"/>
            </a:xfrm>
            <a:custGeom>
              <a:avLst/>
              <a:gdLst/>
              <a:ahLst/>
              <a:cxnLst/>
              <a:rect l="0" t="0" r="0" b="0"/>
              <a:pathLst>
                <a:path w="43658" h="83761">
                  <a:moveTo>
                    <a:pt x="0" y="83761"/>
                  </a:moveTo>
                  <a:lnTo>
                    <a:pt x="436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2" name="Candidate_receptor__2671">
              <a:extLst>
                <a:ext uri="{FF2B5EF4-FFF2-40B4-BE49-F238E27FC236}">
                  <a16:creationId xmlns:a16="http://schemas.microsoft.com/office/drawing/2014/main" id="{67F1DFE2-4313-5697-8546-1E5AD973D26A}"/>
                </a:ext>
              </a:extLst>
            </p:cNvPr>
            <p:cNvSpPr>
              <a:spLocks noGrp="1"/>
            </p:cNvSpPr>
            <p:nvPr/>
          </p:nvSpPr>
          <p:spPr>
            <a:xfrm>
              <a:off x="4835059" y="3486277"/>
              <a:ext cx="68387" cy="30537"/>
            </a:xfrm>
            <a:custGeom>
              <a:avLst/>
              <a:gdLst/>
              <a:ahLst/>
              <a:cxnLst/>
              <a:rect l="0" t="0" r="0" b="0"/>
              <a:pathLst>
                <a:path w="68387" h="30537">
                  <a:moveTo>
                    <a:pt x="68387" y="0"/>
                  </a:moveTo>
                  <a:lnTo>
                    <a:pt x="0" y="30537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73" name="Candidate_receptor__2672">
              <a:extLst>
                <a:ext uri="{FF2B5EF4-FFF2-40B4-BE49-F238E27FC236}">
                  <a16:creationId xmlns:a16="http://schemas.microsoft.com/office/drawing/2014/main" id="{21F7F1EB-807E-6D3C-0357-21CE882F9623}"/>
                </a:ext>
              </a:extLst>
            </p:cNvPr>
            <p:cNvSpPr>
              <a:spLocks noGrp="1"/>
            </p:cNvSpPr>
            <p:nvPr/>
          </p:nvSpPr>
          <p:spPr>
            <a:xfrm>
              <a:off x="6468219" y="4294326"/>
              <a:ext cx="108396" cy="26308"/>
            </a:xfrm>
            <a:custGeom>
              <a:avLst/>
              <a:gdLst/>
              <a:ahLst/>
              <a:cxnLst/>
              <a:rect l="0" t="0" r="0" b="0"/>
              <a:pathLst>
                <a:path w="108396" h="26308">
                  <a:moveTo>
                    <a:pt x="108396" y="0"/>
                  </a:moveTo>
                  <a:lnTo>
                    <a:pt x="0" y="263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4" name="Candidate_receptor__2673">
              <a:extLst>
                <a:ext uri="{FF2B5EF4-FFF2-40B4-BE49-F238E27FC236}">
                  <a16:creationId xmlns:a16="http://schemas.microsoft.com/office/drawing/2014/main" id="{756A155B-A07D-E96D-2358-F645D8654A14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834751"/>
              <a:ext cx="59428" cy="32255"/>
            </a:xfrm>
            <a:custGeom>
              <a:avLst/>
              <a:gdLst/>
              <a:ahLst/>
              <a:cxnLst/>
              <a:rect l="0" t="0" r="0" b="0"/>
              <a:pathLst>
                <a:path w="59428" h="32255">
                  <a:moveTo>
                    <a:pt x="0" y="0"/>
                  </a:moveTo>
                  <a:lnTo>
                    <a:pt x="59428" y="32255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75" name="Candidate_receptor__2674">
              <a:extLst>
                <a:ext uri="{FF2B5EF4-FFF2-40B4-BE49-F238E27FC236}">
                  <a16:creationId xmlns:a16="http://schemas.microsoft.com/office/drawing/2014/main" id="{3315723B-1E96-1050-0BE9-9D8D2F993453}"/>
                </a:ext>
              </a:extLst>
            </p:cNvPr>
            <p:cNvSpPr>
              <a:spLocks noGrp="1"/>
            </p:cNvSpPr>
            <p:nvPr/>
          </p:nvSpPr>
          <p:spPr>
            <a:xfrm>
              <a:off x="6372751" y="4466385"/>
              <a:ext cx="24967" cy="89957"/>
            </a:xfrm>
            <a:custGeom>
              <a:avLst/>
              <a:gdLst/>
              <a:ahLst/>
              <a:cxnLst/>
              <a:rect l="0" t="0" r="0" b="0"/>
              <a:pathLst>
                <a:path w="24967" h="89957">
                  <a:moveTo>
                    <a:pt x="0" y="0"/>
                  </a:moveTo>
                  <a:lnTo>
                    <a:pt x="24967" y="89957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6" name="Candidate_receptor__2675">
              <a:extLst>
                <a:ext uri="{FF2B5EF4-FFF2-40B4-BE49-F238E27FC236}">
                  <a16:creationId xmlns:a16="http://schemas.microsoft.com/office/drawing/2014/main" id="{6B63B8C7-BF19-1129-6FAA-2146DABFA13D}"/>
                </a:ext>
              </a:extLst>
            </p:cNvPr>
            <p:cNvSpPr>
              <a:spLocks noGrp="1"/>
            </p:cNvSpPr>
            <p:nvPr/>
          </p:nvSpPr>
          <p:spPr>
            <a:xfrm>
              <a:off x="5258723" y="4548748"/>
              <a:ext cx="54445" cy="75335"/>
            </a:xfrm>
            <a:custGeom>
              <a:avLst/>
              <a:gdLst/>
              <a:ahLst/>
              <a:cxnLst/>
              <a:rect l="0" t="0" r="0" b="0"/>
              <a:pathLst>
                <a:path w="54445" h="75335">
                  <a:moveTo>
                    <a:pt x="0" y="75335"/>
                  </a:moveTo>
                  <a:lnTo>
                    <a:pt x="5444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7" name="Candidate_receptor__2676">
              <a:extLst>
                <a:ext uri="{FF2B5EF4-FFF2-40B4-BE49-F238E27FC236}">
                  <a16:creationId xmlns:a16="http://schemas.microsoft.com/office/drawing/2014/main" id="{8715778C-65BD-5446-1E97-2F79CAC6201E}"/>
                </a:ext>
              </a:extLst>
            </p:cNvPr>
            <p:cNvSpPr>
              <a:spLocks noGrp="1"/>
            </p:cNvSpPr>
            <p:nvPr/>
          </p:nvSpPr>
          <p:spPr>
            <a:xfrm>
              <a:off x="4700646" y="2287584"/>
              <a:ext cx="90498" cy="42939"/>
            </a:xfrm>
            <a:custGeom>
              <a:avLst/>
              <a:gdLst/>
              <a:ahLst/>
              <a:cxnLst/>
              <a:rect l="0" t="0" r="0" b="0"/>
              <a:pathLst>
                <a:path w="90498" h="42939">
                  <a:moveTo>
                    <a:pt x="90498" y="429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8" name="Candidate_receptor__2677">
              <a:extLst>
                <a:ext uri="{FF2B5EF4-FFF2-40B4-BE49-F238E27FC236}">
                  <a16:creationId xmlns:a16="http://schemas.microsoft.com/office/drawing/2014/main" id="{9CD23DDE-A151-D58D-1589-525EADD7253D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3511"/>
              <a:ext cx="107552" cy="5106"/>
            </a:xfrm>
            <a:custGeom>
              <a:avLst/>
              <a:gdLst/>
              <a:ahLst/>
              <a:cxnLst/>
              <a:rect l="0" t="0" r="0" b="0"/>
              <a:pathLst>
                <a:path w="107552" h="5106">
                  <a:moveTo>
                    <a:pt x="0" y="5106"/>
                  </a:moveTo>
                  <a:lnTo>
                    <a:pt x="10755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9" name="Candidate_receptor__2678">
              <a:extLst>
                <a:ext uri="{FF2B5EF4-FFF2-40B4-BE49-F238E27FC236}">
                  <a16:creationId xmlns:a16="http://schemas.microsoft.com/office/drawing/2014/main" id="{98E40866-3FE2-D750-118F-1F5E8E2A0A5E}"/>
                </a:ext>
              </a:extLst>
            </p:cNvPr>
            <p:cNvSpPr>
              <a:spLocks noGrp="1"/>
            </p:cNvSpPr>
            <p:nvPr/>
          </p:nvSpPr>
          <p:spPr>
            <a:xfrm>
              <a:off x="4969081" y="5150434"/>
              <a:ext cx="38558" cy="107662"/>
            </a:xfrm>
            <a:custGeom>
              <a:avLst/>
              <a:gdLst/>
              <a:ahLst/>
              <a:cxnLst/>
              <a:rect l="0" t="0" r="0" b="0"/>
              <a:pathLst>
                <a:path w="38558" h="107662">
                  <a:moveTo>
                    <a:pt x="0" y="107662"/>
                  </a:moveTo>
                  <a:lnTo>
                    <a:pt x="385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80" name="Candidate_receptor__2679">
              <a:extLst>
                <a:ext uri="{FF2B5EF4-FFF2-40B4-BE49-F238E27FC236}">
                  <a16:creationId xmlns:a16="http://schemas.microsoft.com/office/drawing/2014/main" id="{5745C530-6948-5CE0-E7FB-889113FF03A6}"/>
                </a:ext>
              </a:extLst>
            </p:cNvPr>
            <p:cNvSpPr>
              <a:spLocks noGrp="1"/>
            </p:cNvSpPr>
            <p:nvPr/>
          </p:nvSpPr>
          <p:spPr>
            <a:xfrm>
              <a:off x="5005715" y="3425738"/>
              <a:ext cx="31704" cy="104106"/>
            </a:xfrm>
            <a:custGeom>
              <a:avLst/>
              <a:gdLst/>
              <a:ahLst/>
              <a:cxnLst/>
              <a:rect l="0" t="0" r="0" b="0"/>
              <a:pathLst>
                <a:path w="31704" h="104106">
                  <a:moveTo>
                    <a:pt x="31704" y="0"/>
                  </a:moveTo>
                  <a:lnTo>
                    <a:pt x="0" y="104106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81" name="Candidate_receptor__2680">
              <a:extLst>
                <a:ext uri="{FF2B5EF4-FFF2-40B4-BE49-F238E27FC236}">
                  <a16:creationId xmlns:a16="http://schemas.microsoft.com/office/drawing/2014/main" id="{9057AF83-7B0A-7DFD-98B8-30F9E43F8E21}"/>
                </a:ext>
              </a:extLst>
            </p:cNvPr>
            <p:cNvSpPr>
              <a:spLocks noGrp="1"/>
            </p:cNvSpPr>
            <p:nvPr/>
          </p:nvSpPr>
          <p:spPr>
            <a:xfrm>
              <a:off x="5168818" y="2462899"/>
              <a:ext cx="28112" cy="107279"/>
            </a:xfrm>
            <a:custGeom>
              <a:avLst/>
              <a:gdLst/>
              <a:ahLst/>
              <a:cxnLst/>
              <a:rect l="0" t="0" r="0" b="0"/>
              <a:pathLst>
                <a:path w="28112" h="107279">
                  <a:moveTo>
                    <a:pt x="0" y="0"/>
                  </a:moveTo>
                  <a:lnTo>
                    <a:pt x="28112" y="10727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2" name="Candidate_receptor__2681">
              <a:extLst>
                <a:ext uri="{FF2B5EF4-FFF2-40B4-BE49-F238E27FC236}">
                  <a16:creationId xmlns:a16="http://schemas.microsoft.com/office/drawing/2014/main" id="{DEE9B65E-A872-306C-0631-0AA74A40D87E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776555"/>
              <a:ext cx="12815" cy="109991"/>
            </a:xfrm>
            <a:custGeom>
              <a:avLst/>
              <a:gdLst/>
              <a:ahLst/>
              <a:cxnLst/>
              <a:rect l="0" t="0" r="0" b="0"/>
              <a:pathLst>
                <a:path w="12815" h="109991">
                  <a:moveTo>
                    <a:pt x="0" y="109991"/>
                  </a:moveTo>
                  <a:lnTo>
                    <a:pt x="12815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3" name="Candidate_receptor__2682">
              <a:extLst>
                <a:ext uri="{FF2B5EF4-FFF2-40B4-BE49-F238E27FC236}">
                  <a16:creationId xmlns:a16="http://schemas.microsoft.com/office/drawing/2014/main" id="{B9EA30A3-02B1-198C-C436-C887AFD15BE7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287584"/>
              <a:ext cx="90485" cy="55184"/>
            </a:xfrm>
            <a:custGeom>
              <a:avLst/>
              <a:gdLst/>
              <a:ahLst/>
              <a:cxnLst/>
              <a:rect l="0" t="0" r="0" b="0"/>
              <a:pathLst>
                <a:path w="90485" h="55184">
                  <a:moveTo>
                    <a:pt x="90485" y="0"/>
                  </a:moveTo>
                  <a:lnTo>
                    <a:pt x="0" y="5518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4" name="Candidate_receptor__2683">
              <a:extLst>
                <a:ext uri="{FF2B5EF4-FFF2-40B4-BE49-F238E27FC236}">
                  <a16:creationId xmlns:a16="http://schemas.microsoft.com/office/drawing/2014/main" id="{04C4C61A-56A1-C3D7-1E9C-A4FD3AA23ABB}"/>
                </a:ext>
              </a:extLst>
            </p:cNvPr>
            <p:cNvSpPr>
              <a:spLocks noGrp="1"/>
            </p:cNvSpPr>
            <p:nvPr/>
          </p:nvSpPr>
          <p:spPr>
            <a:xfrm>
              <a:off x="6496059" y="4768475"/>
              <a:ext cx="108531" cy="35210"/>
            </a:xfrm>
            <a:custGeom>
              <a:avLst/>
              <a:gdLst/>
              <a:ahLst/>
              <a:cxnLst/>
              <a:rect l="0" t="0" r="0" b="0"/>
              <a:pathLst>
                <a:path w="108531" h="35210">
                  <a:moveTo>
                    <a:pt x="0" y="35210"/>
                  </a:moveTo>
                  <a:lnTo>
                    <a:pt x="108531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85" name="Candidate_receptor__2684">
              <a:extLst>
                <a:ext uri="{FF2B5EF4-FFF2-40B4-BE49-F238E27FC236}">
                  <a16:creationId xmlns:a16="http://schemas.microsoft.com/office/drawing/2014/main" id="{855B6C4B-FE5D-1D66-D99A-25F397A5488C}"/>
                </a:ext>
              </a:extLst>
            </p:cNvPr>
            <p:cNvSpPr>
              <a:spLocks noGrp="1"/>
            </p:cNvSpPr>
            <p:nvPr/>
          </p:nvSpPr>
          <p:spPr>
            <a:xfrm>
              <a:off x="6321502" y="4013511"/>
              <a:ext cx="27416" cy="97051"/>
            </a:xfrm>
            <a:custGeom>
              <a:avLst/>
              <a:gdLst/>
              <a:ahLst/>
              <a:cxnLst/>
              <a:rect l="0" t="0" r="0" b="0"/>
              <a:pathLst>
                <a:path w="27416" h="97051">
                  <a:moveTo>
                    <a:pt x="0" y="0"/>
                  </a:moveTo>
                  <a:lnTo>
                    <a:pt x="27416" y="9705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6" name="Candidate_receptor__2685">
              <a:extLst>
                <a:ext uri="{FF2B5EF4-FFF2-40B4-BE49-F238E27FC236}">
                  <a16:creationId xmlns:a16="http://schemas.microsoft.com/office/drawing/2014/main" id="{30E256A8-4321-7541-3270-569A63ABF1CC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500236"/>
              <a:ext cx="8209" cy="14739"/>
            </a:xfrm>
            <a:custGeom>
              <a:avLst/>
              <a:gdLst/>
              <a:ahLst/>
              <a:cxnLst/>
              <a:rect l="0" t="0" r="0" b="0"/>
              <a:pathLst>
                <a:path w="8209" h="14739">
                  <a:moveTo>
                    <a:pt x="0" y="14739"/>
                  </a:moveTo>
                  <a:lnTo>
                    <a:pt x="820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7" name="Candidate_receptor__2686">
              <a:extLst>
                <a:ext uri="{FF2B5EF4-FFF2-40B4-BE49-F238E27FC236}">
                  <a16:creationId xmlns:a16="http://schemas.microsoft.com/office/drawing/2014/main" id="{96D59FA5-7ECF-D5D0-BD9D-AE87A97A1688}"/>
                </a:ext>
              </a:extLst>
            </p:cNvPr>
            <p:cNvSpPr>
              <a:spLocks noGrp="1"/>
            </p:cNvSpPr>
            <p:nvPr/>
          </p:nvSpPr>
          <p:spPr>
            <a:xfrm>
              <a:off x="5487781" y="4389774"/>
              <a:ext cx="32801" cy="63680"/>
            </a:xfrm>
            <a:custGeom>
              <a:avLst/>
              <a:gdLst/>
              <a:ahLst/>
              <a:cxnLst/>
              <a:rect l="0" t="0" r="0" b="0"/>
              <a:pathLst>
                <a:path w="32801" h="63680">
                  <a:moveTo>
                    <a:pt x="32801" y="636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8" name="Candidate_receptor__2687">
              <a:extLst>
                <a:ext uri="{FF2B5EF4-FFF2-40B4-BE49-F238E27FC236}">
                  <a16:creationId xmlns:a16="http://schemas.microsoft.com/office/drawing/2014/main" id="{DD9B9E33-18E6-EA51-0C77-59AF617DDEF4}"/>
                </a:ext>
              </a:extLst>
            </p:cNvPr>
            <p:cNvSpPr>
              <a:spLocks noGrp="1"/>
            </p:cNvSpPr>
            <p:nvPr/>
          </p:nvSpPr>
          <p:spPr>
            <a:xfrm>
              <a:off x="5131030" y="4659781"/>
              <a:ext cx="8213" cy="114643"/>
            </a:xfrm>
            <a:custGeom>
              <a:avLst/>
              <a:gdLst/>
              <a:ahLst/>
              <a:cxnLst/>
              <a:rect l="0" t="0" r="0" b="0"/>
              <a:pathLst>
                <a:path w="8213" h="114643">
                  <a:moveTo>
                    <a:pt x="8213" y="0"/>
                  </a:moveTo>
                  <a:lnTo>
                    <a:pt x="0" y="11464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9" name="Candidate_receptor__2688">
              <a:extLst>
                <a:ext uri="{FF2B5EF4-FFF2-40B4-BE49-F238E27FC236}">
                  <a16:creationId xmlns:a16="http://schemas.microsoft.com/office/drawing/2014/main" id="{1479DBBE-18DF-2210-44FE-AE08219C6648}"/>
                </a:ext>
              </a:extLst>
            </p:cNvPr>
            <p:cNvSpPr>
              <a:spLocks noGrp="1"/>
            </p:cNvSpPr>
            <p:nvPr/>
          </p:nvSpPr>
          <p:spPr>
            <a:xfrm>
              <a:off x="6317746" y="4835541"/>
              <a:ext cx="51607" cy="84980"/>
            </a:xfrm>
            <a:custGeom>
              <a:avLst/>
              <a:gdLst/>
              <a:ahLst/>
              <a:cxnLst/>
              <a:rect l="0" t="0" r="0" b="0"/>
              <a:pathLst>
                <a:path w="51607" h="84980">
                  <a:moveTo>
                    <a:pt x="0" y="0"/>
                  </a:moveTo>
                  <a:lnTo>
                    <a:pt x="51607" y="8498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0" name="Candidate_receptor__2689">
              <a:extLst>
                <a:ext uri="{FF2B5EF4-FFF2-40B4-BE49-F238E27FC236}">
                  <a16:creationId xmlns:a16="http://schemas.microsoft.com/office/drawing/2014/main" id="{E9317357-0B4B-82F9-670B-5946C41C5FB6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10562"/>
              <a:ext cx="90666" cy="55894"/>
            </a:xfrm>
            <a:custGeom>
              <a:avLst/>
              <a:gdLst/>
              <a:ahLst/>
              <a:cxnLst/>
              <a:rect l="0" t="0" r="0" b="0"/>
              <a:pathLst>
                <a:path w="90666" h="55894">
                  <a:moveTo>
                    <a:pt x="90666" y="0"/>
                  </a:moveTo>
                  <a:lnTo>
                    <a:pt x="0" y="5589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1" name="Candidate_receptor__2690">
              <a:extLst>
                <a:ext uri="{FF2B5EF4-FFF2-40B4-BE49-F238E27FC236}">
                  <a16:creationId xmlns:a16="http://schemas.microsoft.com/office/drawing/2014/main" id="{46AC7097-DDBD-6BD0-681D-C2C576EAF2C4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43548" cy="29792"/>
            </a:xfrm>
            <a:custGeom>
              <a:avLst/>
              <a:gdLst/>
              <a:ahLst/>
              <a:cxnLst/>
              <a:rect l="0" t="0" r="0" b="0"/>
              <a:pathLst>
                <a:path w="43548" h="29792">
                  <a:moveTo>
                    <a:pt x="0" y="0"/>
                  </a:moveTo>
                  <a:lnTo>
                    <a:pt x="43548" y="2979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2" name="Candidate_receptor__2691">
              <a:extLst>
                <a:ext uri="{FF2B5EF4-FFF2-40B4-BE49-F238E27FC236}">
                  <a16:creationId xmlns:a16="http://schemas.microsoft.com/office/drawing/2014/main" id="{BEDFA1D8-5385-A0EB-9F75-5010DD707F13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31025"/>
              <a:ext cx="4663" cy="74130"/>
            </a:xfrm>
            <a:custGeom>
              <a:avLst/>
              <a:gdLst/>
              <a:ahLst/>
              <a:cxnLst/>
              <a:rect l="0" t="0" r="0" b="0"/>
              <a:pathLst>
                <a:path w="4663" h="74130">
                  <a:moveTo>
                    <a:pt x="0" y="74130"/>
                  </a:moveTo>
                  <a:lnTo>
                    <a:pt x="4663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3" name="Candidate_receptor__2692">
              <a:extLst>
                <a:ext uri="{FF2B5EF4-FFF2-40B4-BE49-F238E27FC236}">
                  <a16:creationId xmlns:a16="http://schemas.microsoft.com/office/drawing/2014/main" id="{709EC262-DF68-7D80-A897-03135572257D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30228" cy="2384"/>
            </a:xfrm>
            <a:custGeom>
              <a:avLst/>
              <a:gdLst/>
              <a:ahLst/>
              <a:cxnLst/>
              <a:rect l="0" t="0" r="0" b="0"/>
              <a:pathLst>
                <a:path w="30228" h="2384">
                  <a:moveTo>
                    <a:pt x="0" y="0"/>
                  </a:moveTo>
                  <a:lnTo>
                    <a:pt x="30228" y="2384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4" name="Candidate_receptor__2693">
              <a:extLst>
                <a:ext uri="{FF2B5EF4-FFF2-40B4-BE49-F238E27FC236}">
                  <a16:creationId xmlns:a16="http://schemas.microsoft.com/office/drawing/2014/main" id="{72196BDB-5066-18CA-A42B-64E71CA8B8AB}"/>
                </a:ext>
              </a:extLst>
            </p:cNvPr>
            <p:cNvSpPr>
              <a:spLocks noGrp="1"/>
            </p:cNvSpPr>
            <p:nvPr/>
          </p:nvSpPr>
          <p:spPr>
            <a:xfrm>
              <a:off x="5235508" y="4467845"/>
              <a:ext cx="77660" cy="80903"/>
            </a:xfrm>
            <a:custGeom>
              <a:avLst/>
              <a:gdLst/>
              <a:ahLst/>
              <a:cxnLst/>
              <a:rect l="0" t="0" r="0" b="0"/>
              <a:pathLst>
                <a:path w="77660" h="80903">
                  <a:moveTo>
                    <a:pt x="77660" y="809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5" name="Candidate_receptor__2694">
              <a:extLst>
                <a:ext uri="{FF2B5EF4-FFF2-40B4-BE49-F238E27FC236}">
                  <a16:creationId xmlns:a16="http://schemas.microsoft.com/office/drawing/2014/main" id="{3573C811-08D7-87B7-9495-C41DDCD51D20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467845"/>
              <a:ext cx="87496" cy="68806"/>
            </a:xfrm>
            <a:custGeom>
              <a:avLst/>
              <a:gdLst/>
              <a:ahLst/>
              <a:cxnLst/>
              <a:rect l="0" t="0" r="0" b="0"/>
              <a:pathLst>
                <a:path w="87496" h="68806">
                  <a:moveTo>
                    <a:pt x="87496" y="0"/>
                  </a:moveTo>
                  <a:lnTo>
                    <a:pt x="0" y="68806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6" name="Candidate_receptor__2695">
              <a:extLst>
                <a:ext uri="{FF2B5EF4-FFF2-40B4-BE49-F238E27FC236}">
                  <a16:creationId xmlns:a16="http://schemas.microsoft.com/office/drawing/2014/main" id="{FF8F4FDC-18DF-8EE5-9241-A19ED05E5CFD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71218"/>
              <a:ext cx="89421" cy="23965"/>
            </a:xfrm>
            <a:custGeom>
              <a:avLst/>
              <a:gdLst/>
              <a:ahLst/>
              <a:cxnLst/>
              <a:rect l="0" t="0" r="0" b="0"/>
              <a:pathLst>
                <a:path w="89421" h="23965">
                  <a:moveTo>
                    <a:pt x="89421" y="0"/>
                  </a:moveTo>
                  <a:lnTo>
                    <a:pt x="0" y="23965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7" name="Candidate_receptor__2696">
              <a:extLst>
                <a:ext uri="{FF2B5EF4-FFF2-40B4-BE49-F238E27FC236}">
                  <a16:creationId xmlns:a16="http://schemas.microsoft.com/office/drawing/2014/main" id="{9CC27518-01F5-2054-D790-807A09B74669}"/>
                </a:ext>
              </a:extLst>
            </p:cNvPr>
            <p:cNvSpPr>
              <a:spLocks noGrp="1"/>
            </p:cNvSpPr>
            <p:nvPr/>
          </p:nvSpPr>
          <p:spPr>
            <a:xfrm>
              <a:off x="6576615" y="4294326"/>
              <a:ext cx="24772" cy="111212"/>
            </a:xfrm>
            <a:custGeom>
              <a:avLst/>
              <a:gdLst/>
              <a:ahLst/>
              <a:cxnLst/>
              <a:rect l="0" t="0" r="0" b="0"/>
              <a:pathLst>
                <a:path w="24772" h="111212">
                  <a:moveTo>
                    <a:pt x="24772" y="111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8" name="Candidate_receptor__2697">
              <a:extLst>
                <a:ext uri="{FF2B5EF4-FFF2-40B4-BE49-F238E27FC236}">
                  <a16:creationId xmlns:a16="http://schemas.microsoft.com/office/drawing/2014/main" id="{B7C1351C-D879-D617-ACD5-0DD78C92F36C}"/>
                </a:ext>
              </a:extLst>
            </p:cNvPr>
            <p:cNvSpPr>
              <a:spLocks noGrp="1"/>
            </p:cNvSpPr>
            <p:nvPr/>
          </p:nvSpPr>
          <p:spPr>
            <a:xfrm>
              <a:off x="5196931" y="2570178"/>
              <a:ext cx="85818" cy="34749"/>
            </a:xfrm>
            <a:custGeom>
              <a:avLst/>
              <a:gdLst/>
              <a:ahLst/>
              <a:cxnLst/>
              <a:rect l="0" t="0" r="0" b="0"/>
              <a:pathLst>
                <a:path w="85818" h="34749">
                  <a:moveTo>
                    <a:pt x="0" y="0"/>
                  </a:moveTo>
                  <a:lnTo>
                    <a:pt x="85818" y="3474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9" name="Candidate_receptor__2698">
              <a:extLst>
                <a:ext uri="{FF2B5EF4-FFF2-40B4-BE49-F238E27FC236}">
                  <a16:creationId xmlns:a16="http://schemas.microsoft.com/office/drawing/2014/main" id="{F9E61EDD-75A6-56A4-A2AF-6906375FA6CC}"/>
                </a:ext>
              </a:extLst>
            </p:cNvPr>
            <p:cNvSpPr>
              <a:spLocks noGrp="1"/>
            </p:cNvSpPr>
            <p:nvPr/>
          </p:nvSpPr>
          <p:spPr>
            <a:xfrm>
              <a:off x="5341444" y="4271218"/>
              <a:ext cx="83085" cy="21111"/>
            </a:xfrm>
            <a:custGeom>
              <a:avLst/>
              <a:gdLst/>
              <a:ahLst/>
              <a:cxnLst/>
              <a:rect l="0" t="0" r="0" b="0"/>
              <a:pathLst>
                <a:path w="83085" h="21111">
                  <a:moveTo>
                    <a:pt x="83085" y="211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0" name="Candidate_receptor__2699">
              <a:extLst>
                <a:ext uri="{FF2B5EF4-FFF2-40B4-BE49-F238E27FC236}">
                  <a16:creationId xmlns:a16="http://schemas.microsoft.com/office/drawing/2014/main" id="{912B52EE-2F85-2D49-32C1-B35FB923A873}"/>
                </a:ext>
              </a:extLst>
            </p:cNvPr>
            <p:cNvSpPr>
              <a:spLocks noGrp="1"/>
            </p:cNvSpPr>
            <p:nvPr/>
          </p:nvSpPr>
          <p:spPr>
            <a:xfrm>
              <a:off x="5064863" y="2413811"/>
              <a:ext cx="103956" cy="49089"/>
            </a:xfrm>
            <a:custGeom>
              <a:avLst/>
              <a:gdLst/>
              <a:ahLst/>
              <a:cxnLst/>
              <a:rect l="0" t="0" r="0" b="0"/>
              <a:pathLst>
                <a:path w="103956" h="49089">
                  <a:moveTo>
                    <a:pt x="0" y="0"/>
                  </a:moveTo>
                  <a:lnTo>
                    <a:pt x="103956" y="49089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01" name="Candidate_receptor__2700">
              <a:extLst>
                <a:ext uri="{FF2B5EF4-FFF2-40B4-BE49-F238E27FC236}">
                  <a16:creationId xmlns:a16="http://schemas.microsoft.com/office/drawing/2014/main" id="{D03220EB-FE8E-DC20-CDB4-2EF619B5B6E5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79666"/>
              <a:ext cx="77550" cy="47469"/>
            </a:xfrm>
            <a:custGeom>
              <a:avLst/>
              <a:gdLst/>
              <a:ahLst/>
              <a:cxnLst/>
              <a:rect l="0" t="0" r="0" b="0"/>
              <a:pathLst>
                <a:path w="77550" h="47469">
                  <a:moveTo>
                    <a:pt x="77550" y="0"/>
                  </a:moveTo>
                  <a:lnTo>
                    <a:pt x="0" y="4746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2" name="Candidate_receptor__2701">
              <a:extLst>
                <a:ext uri="{FF2B5EF4-FFF2-40B4-BE49-F238E27FC236}">
                  <a16:creationId xmlns:a16="http://schemas.microsoft.com/office/drawing/2014/main" id="{F6BF8F01-AC67-03EC-770F-071DA881BB33}"/>
                </a:ext>
              </a:extLst>
            </p:cNvPr>
            <p:cNvSpPr>
              <a:spLocks noGrp="1"/>
            </p:cNvSpPr>
            <p:nvPr/>
          </p:nvSpPr>
          <p:spPr>
            <a:xfrm>
              <a:off x="6445870" y="3478094"/>
              <a:ext cx="98878" cy="58864"/>
            </a:xfrm>
            <a:custGeom>
              <a:avLst/>
              <a:gdLst/>
              <a:ahLst/>
              <a:cxnLst/>
              <a:rect l="0" t="0" r="0" b="0"/>
              <a:pathLst>
                <a:path w="98878" h="58864">
                  <a:moveTo>
                    <a:pt x="98878" y="588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03" name="Candidate_receptor__2702">
              <a:extLst>
                <a:ext uri="{FF2B5EF4-FFF2-40B4-BE49-F238E27FC236}">
                  <a16:creationId xmlns:a16="http://schemas.microsoft.com/office/drawing/2014/main" id="{533CC89C-885B-A4C8-A806-151FB04F4BE3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662530"/>
              <a:ext cx="343" cy="110037"/>
            </a:xfrm>
            <a:custGeom>
              <a:avLst/>
              <a:gdLst/>
              <a:ahLst/>
              <a:cxnLst/>
              <a:rect l="0" t="0" r="0" b="0"/>
              <a:pathLst>
                <a:path w="343" h="110037">
                  <a:moveTo>
                    <a:pt x="0" y="110037"/>
                  </a:moveTo>
                  <a:lnTo>
                    <a:pt x="343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4" name="Candidate_receptor__2703">
              <a:extLst>
                <a:ext uri="{FF2B5EF4-FFF2-40B4-BE49-F238E27FC236}">
                  <a16:creationId xmlns:a16="http://schemas.microsoft.com/office/drawing/2014/main" id="{7E7ADC9A-AA58-B2DE-E30D-39DA0A575388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280157"/>
              <a:ext cx="53854" cy="91297"/>
            </a:xfrm>
            <a:custGeom>
              <a:avLst/>
              <a:gdLst/>
              <a:ahLst/>
              <a:cxnLst/>
              <a:rect l="0" t="0" r="0" b="0"/>
              <a:pathLst>
                <a:path w="53854" h="91297">
                  <a:moveTo>
                    <a:pt x="0" y="91297"/>
                  </a:moveTo>
                  <a:lnTo>
                    <a:pt x="53854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5" name="Candidate_receptor__2704">
              <a:extLst>
                <a:ext uri="{FF2B5EF4-FFF2-40B4-BE49-F238E27FC236}">
                  <a16:creationId xmlns:a16="http://schemas.microsoft.com/office/drawing/2014/main" id="{462A51D1-F081-F13F-4CD9-0798FC1CA48D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320633"/>
              <a:ext cx="16425" cy="66100"/>
            </a:xfrm>
            <a:custGeom>
              <a:avLst/>
              <a:gdLst/>
              <a:ahLst/>
              <a:cxnLst/>
              <a:rect l="0" t="0" r="0" b="0"/>
              <a:pathLst>
                <a:path w="16425" h="66100">
                  <a:moveTo>
                    <a:pt x="16425" y="0"/>
                  </a:moveTo>
                  <a:lnTo>
                    <a:pt x="0" y="6610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6" name="Candidate_receptor__2705">
              <a:extLst>
                <a:ext uri="{FF2B5EF4-FFF2-40B4-BE49-F238E27FC236}">
                  <a16:creationId xmlns:a16="http://schemas.microsoft.com/office/drawing/2014/main" id="{FDE621C3-92FF-36CC-8EDF-7EF35D36E42C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453454"/>
              <a:ext cx="49859" cy="92586"/>
            </a:xfrm>
            <a:custGeom>
              <a:avLst/>
              <a:gdLst/>
              <a:ahLst/>
              <a:cxnLst/>
              <a:rect l="0" t="0" r="0" b="0"/>
              <a:pathLst>
                <a:path w="49859" h="92586">
                  <a:moveTo>
                    <a:pt x="0" y="92586"/>
                  </a:moveTo>
                  <a:lnTo>
                    <a:pt x="4985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7" name="Candidate_receptor__2706">
              <a:extLst>
                <a:ext uri="{FF2B5EF4-FFF2-40B4-BE49-F238E27FC236}">
                  <a16:creationId xmlns:a16="http://schemas.microsoft.com/office/drawing/2014/main" id="{7450FC36-665F-FA52-19B3-D15213FEE231}"/>
                </a:ext>
              </a:extLst>
            </p:cNvPr>
            <p:cNvSpPr>
              <a:spLocks noGrp="1"/>
            </p:cNvSpPr>
            <p:nvPr/>
          </p:nvSpPr>
          <p:spPr>
            <a:xfrm>
              <a:off x="6383991" y="3603101"/>
              <a:ext cx="66556" cy="91283"/>
            </a:xfrm>
            <a:custGeom>
              <a:avLst/>
              <a:gdLst/>
              <a:ahLst/>
              <a:cxnLst/>
              <a:rect l="0" t="0" r="0" b="0"/>
              <a:pathLst>
                <a:path w="66556" h="91283">
                  <a:moveTo>
                    <a:pt x="66556" y="912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8" name="Candidate_receptor__2707">
              <a:extLst>
                <a:ext uri="{FF2B5EF4-FFF2-40B4-BE49-F238E27FC236}">
                  <a16:creationId xmlns:a16="http://schemas.microsoft.com/office/drawing/2014/main" id="{51446392-603F-D105-99F9-0093FB1D656F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393928"/>
              <a:ext cx="1058" cy="32495"/>
            </a:xfrm>
            <a:custGeom>
              <a:avLst/>
              <a:gdLst/>
              <a:ahLst/>
              <a:cxnLst/>
              <a:rect l="0" t="0" r="0" b="0"/>
              <a:pathLst>
                <a:path w="1058" h="32495">
                  <a:moveTo>
                    <a:pt x="1058" y="32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9" name="Candidate_receptor__2708">
              <a:extLst>
                <a:ext uri="{FF2B5EF4-FFF2-40B4-BE49-F238E27FC236}">
                  <a16:creationId xmlns:a16="http://schemas.microsoft.com/office/drawing/2014/main" id="{07235A87-B218-6F07-6309-40F2AD617498}"/>
                </a:ext>
              </a:extLst>
            </p:cNvPr>
            <p:cNvSpPr>
              <a:spLocks noGrp="1"/>
            </p:cNvSpPr>
            <p:nvPr/>
          </p:nvSpPr>
          <p:spPr>
            <a:xfrm>
              <a:off x="4961200" y="4178533"/>
              <a:ext cx="2323" cy="101133"/>
            </a:xfrm>
            <a:custGeom>
              <a:avLst/>
              <a:gdLst/>
              <a:ahLst/>
              <a:cxnLst/>
              <a:rect l="0" t="0" r="0" b="0"/>
              <a:pathLst>
                <a:path w="2323" h="101133">
                  <a:moveTo>
                    <a:pt x="2323" y="0"/>
                  </a:moveTo>
                  <a:lnTo>
                    <a:pt x="0" y="10113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0" name="Candidate_receptor__2709">
              <a:extLst>
                <a:ext uri="{FF2B5EF4-FFF2-40B4-BE49-F238E27FC236}">
                  <a16:creationId xmlns:a16="http://schemas.microsoft.com/office/drawing/2014/main" id="{AFFAC494-FC94-A13B-9DA4-781AC51F1466}"/>
                </a:ext>
              </a:extLst>
            </p:cNvPr>
            <p:cNvSpPr>
              <a:spLocks noGrp="1"/>
            </p:cNvSpPr>
            <p:nvPr/>
          </p:nvSpPr>
          <p:spPr>
            <a:xfrm>
              <a:off x="5270068" y="5280157"/>
              <a:ext cx="96640" cy="28752"/>
            </a:xfrm>
            <a:custGeom>
              <a:avLst/>
              <a:gdLst/>
              <a:ahLst/>
              <a:cxnLst/>
              <a:rect l="0" t="0" r="0" b="0"/>
              <a:pathLst>
                <a:path w="96640" h="28752">
                  <a:moveTo>
                    <a:pt x="0" y="0"/>
                  </a:moveTo>
                  <a:lnTo>
                    <a:pt x="96640" y="2875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1" name="Candidate_receptor__2710">
              <a:extLst>
                <a:ext uri="{FF2B5EF4-FFF2-40B4-BE49-F238E27FC236}">
                  <a16:creationId xmlns:a16="http://schemas.microsoft.com/office/drawing/2014/main" id="{D9905590-6220-A87B-4F85-B035A298985D}"/>
                </a:ext>
              </a:extLst>
            </p:cNvPr>
            <p:cNvSpPr>
              <a:spLocks noGrp="1"/>
            </p:cNvSpPr>
            <p:nvPr/>
          </p:nvSpPr>
          <p:spPr>
            <a:xfrm>
              <a:off x="4784581" y="3713182"/>
              <a:ext cx="80922" cy="67040"/>
            </a:xfrm>
            <a:custGeom>
              <a:avLst/>
              <a:gdLst/>
              <a:ahLst/>
              <a:cxnLst/>
              <a:rect l="0" t="0" r="0" b="0"/>
              <a:pathLst>
                <a:path w="80922" h="67040">
                  <a:moveTo>
                    <a:pt x="80922" y="670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12" name="Candidate_receptor__2711">
              <a:extLst>
                <a:ext uri="{FF2B5EF4-FFF2-40B4-BE49-F238E27FC236}">
                  <a16:creationId xmlns:a16="http://schemas.microsoft.com/office/drawing/2014/main" id="{D02196D3-BCA1-DC9E-26C8-A7A81A9E19EB}"/>
                </a:ext>
              </a:extLst>
            </p:cNvPr>
            <p:cNvSpPr>
              <a:spLocks noGrp="1"/>
            </p:cNvSpPr>
            <p:nvPr/>
          </p:nvSpPr>
          <p:spPr>
            <a:xfrm>
              <a:off x="4666737" y="2429131"/>
              <a:ext cx="35207" cy="13741"/>
            </a:xfrm>
            <a:custGeom>
              <a:avLst/>
              <a:gdLst/>
              <a:ahLst/>
              <a:cxnLst/>
              <a:rect l="0" t="0" r="0" b="0"/>
              <a:pathLst>
                <a:path w="35207" h="13741">
                  <a:moveTo>
                    <a:pt x="0" y="13741"/>
                  </a:moveTo>
                  <a:lnTo>
                    <a:pt x="35207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3" name="Candidate_receptor__2712">
              <a:extLst>
                <a:ext uri="{FF2B5EF4-FFF2-40B4-BE49-F238E27FC236}">
                  <a16:creationId xmlns:a16="http://schemas.microsoft.com/office/drawing/2014/main" id="{8D254A4E-5FA9-072C-BA6E-6F661274ECA0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49994"/>
              <a:ext cx="67388" cy="8901"/>
            </a:xfrm>
            <a:custGeom>
              <a:avLst/>
              <a:gdLst/>
              <a:ahLst/>
              <a:cxnLst/>
              <a:rect l="0" t="0" r="0" b="0"/>
              <a:pathLst>
                <a:path w="67388" h="8901">
                  <a:moveTo>
                    <a:pt x="0" y="0"/>
                  </a:moveTo>
                  <a:lnTo>
                    <a:pt x="67388" y="890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4" name="Candidate_receptor__2713">
              <a:extLst>
                <a:ext uri="{FF2B5EF4-FFF2-40B4-BE49-F238E27FC236}">
                  <a16:creationId xmlns:a16="http://schemas.microsoft.com/office/drawing/2014/main" id="{4314E139-AD4D-E36A-F6A2-2BC2EF26580C}"/>
                </a:ext>
              </a:extLst>
            </p:cNvPr>
            <p:cNvSpPr>
              <a:spLocks noGrp="1"/>
            </p:cNvSpPr>
            <p:nvPr/>
          </p:nvSpPr>
          <p:spPr>
            <a:xfrm>
              <a:off x="4728590" y="3621550"/>
              <a:ext cx="55991" cy="91632"/>
            </a:xfrm>
            <a:custGeom>
              <a:avLst/>
              <a:gdLst/>
              <a:ahLst/>
              <a:cxnLst/>
              <a:rect l="0" t="0" r="0" b="0"/>
              <a:pathLst>
                <a:path w="55991" h="91632">
                  <a:moveTo>
                    <a:pt x="55991" y="91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15" name="Candidate_receptor__2714">
              <a:extLst>
                <a:ext uri="{FF2B5EF4-FFF2-40B4-BE49-F238E27FC236}">
                  <a16:creationId xmlns:a16="http://schemas.microsoft.com/office/drawing/2014/main" id="{E38FC821-38AE-1A7E-E6DD-4365C7510C8F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370632"/>
              <a:ext cx="82072" cy="31534"/>
            </a:xfrm>
            <a:custGeom>
              <a:avLst/>
              <a:gdLst/>
              <a:ahLst/>
              <a:cxnLst/>
              <a:rect l="0" t="0" r="0" b="0"/>
              <a:pathLst>
                <a:path w="82072" h="31534">
                  <a:moveTo>
                    <a:pt x="0" y="31534"/>
                  </a:moveTo>
                  <a:lnTo>
                    <a:pt x="82072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6" name="Candidate_receptor__2715">
              <a:extLst>
                <a:ext uri="{FF2B5EF4-FFF2-40B4-BE49-F238E27FC236}">
                  <a16:creationId xmlns:a16="http://schemas.microsoft.com/office/drawing/2014/main" id="{DDE9530E-DCD7-33EF-54EF-38F7E1F96402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70549" cy="50584"/>
            </a:xfrm>
            <a:custGeom>
              <a:avLst/>
              <a:gdLst/>
              <a:ahLst/>
              <a:cxnLst/>
              <a:rect l="0" t="0" r="0" b="0"/>
              <a:pathLst>
                <a:path w="70549" h="50584">
                  <a:moveTo>
                    <a:pt x="0" y="0"/>
                  </a:moveTo>
                  <a:lnTo>
                    <a:pt x="70549" y="50584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17" name="Candidate_receptor__2716">
              <a:extLst>
                <a:ext uri="{FF2B5EF4-FFF2-40B4-BE49-F238E27FC236}">
                  <a16:creationId xmlns:a16="http://schemas.microsoft.com/office/drawing/2014/main" id="{C9A6C58C-CB81-BFC9-F739-5AFFF9F9BDD4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942397"/>
              <a:ext cx="35969" cy="8290"/>
            </a:xfrm>
            <a:custGeom>
              <a:avLst/>
              <a:gdLst/>
              <a:ahLst/>
              <a:cxnLst/>
              <a:rect l="0" t="0" r="0" b="0"/>
              <a:pathLst>
                <a:path w="35969" h="8290">
                  <a:moveTo>
                    <a:pt x="35969" y="0"/>
                  </a:moveTo>
                  <a:lnTo>
                    <a:pt x="0" y="8290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2718" name="Candidate_receptor__2717">
              <a:extLst>
                <a:ext uri="{FF2B5EF4-FFF2-40B4-BE49-F238E27FC236}">
                  <a16:creationId xmlns:a16="http://schemas.microsoft.com/office/drawing/2014/main" id="{64C5F6D2-6987-D4AF-6943-D78DF14058A7}"/>
                </a:ext>
              </a:extLst>
            </p:cNvPr>
            <p:cNvSpPr>
              <a:spLocks noGrp="1"/>
            </p:cNvSpPr>
            <p:nvPr/>
          </p:nvSpPr>
          <p:spPr>
            <a:xfrm>
              <a:off x="6227278" y="4370632"/>
              <a:ext cx="73044" cy="39440"/>
            </a:xfrm>
            <a:custGeom>
              <a:avLst/>
              <a:gdLst/>
              <a:ahLst/>
              <a:cxnLst/>
              <a:rect l="0" t="0" r="0" b="0"/>
              <a:pathLst>
                <a:path w="73044" h="39440">
                  <a:moveTo>
                    <a:pt x="0" y="0"/>
                  </a:moveTo>
                  <a:lnTo>
                    <a:pt x="73044" y="3944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19" name="Candidate_receptor__2718">
              <a:extLst>
                <a:ext uri="{FF2B5EF4-FFF2-40B4-BE49-F238E27FC236}">
                  <a16:creationId xmlns:a16="http://schemas.microsoft.com/office/drawing/2014/main" id="{80D71794-1B55-8EAE-A15B-5E66A952EC78}"/>
                </a:ext>
              </a:extLst>
            </p:cNvPr>
            <p:cNvSpPr>
              <a:spLocks noGrp="1"/>
            </p:cNvSpPr>
            <p:nvPr/>
          </p:nvSpPr>
          <p:spPr>
            <a:xfrm>
              <a:off x="4865503" y="3746004"/>
              <a:ext cx="89750" cy="34219"/>
            </a:xfrm>
            <a:custGeom>
              <a:avLst/>
              <a:gdLst/>
              <a:ahLst/>
              <a:cxnLst/>
              <a:rect l="0" t="0" r="0" b="0"/>
              <a:pathLst>
                <a:path w="89750" h="34219">
                  <a:moveTo>
                    <a:pt x="89750" y="0"/>
                  </a:moveTo>
                  <a:lnTo>
                    <a:pt x="0" y="34219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0" name="Candidate_receptor__2719">
              <a:extLst>
                <a:ext uri="{FF2B5EF4-FFF2-40B4-BE49-F238E27FC236}">
                  <a16:creationId xmlns:a16="http://schemas.microsoft.com/office/drawing/2014/main" id="{7D59DC68-3C13-1B24-BA91-2D02119AB870}"/>
                </a:ext>
              </a:extLst>
            </p:cNvPr>
            <p:cNvSpPr>
              <a:spLocks noGrp="1"/>
            </p:cNvSpPr>
            <p:nvPr/>
          </p:nvSpPr>
          <p:spPr>
            <a:xfrm>
              <a:off x="5353346" y="5308908"/>
              <a:ext cx="13362" cy="109408"/>
            </a:xfrm>
            <a:custGeom>
              <a:avLst/>
              <a:gdLst/>
              <a:ahLst/>
              <a:cxnLst/>
              <a:rect l="0" t="0" r="0" b="0"/>
              <a:pathLst>
                <a:path w="13362" h="109408">
                  <a:moveTo>
                    <a:pt x="13362" y="0"/>
                  </a:moveTo>
                  <a:lnTo>
                    <a:pt x="0" y="109408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1" name="Candidate_receptor__2720">
              <a:extLst>
                <a:ext uri="{FF2B5EF4-FFF2-40B4-BE49-F238E27FC236}">
                  <a16:creationId xmlns:a16="http://schemas.microsoft.com/office/drawing/2014/main" id="{6BF78AB3-05AA-1538-2844-638CB7113FB9}"/>
                </a:ext>
              </a:extLst>
            </p:cNvPr>
            <p:cNvSpPr>
              <a:spLocks noGrp="1"/>
            </p:cNvSpPr>
            <p:nvPr/>
          </p:nvSpPr>
          <p:spPr>
            <a:xfrm>
              <a:off x="6604591" y="4690996"/>
              <a:ext cx="52890" cy="77478"/>
            </a:xfrm>
            <a:custGeom>
              <a:avLst/>
              <a:gdLst/>
              <a:ahLst/>
              <a:cxnLst/>
              <a:rect l="0" t="0" r="0" b="0"/>
              <a:pathLst>
                <a:path w="52890" h="77478">
                  <a:moveTo>
                    <a:pt x="0" y="77478"/>
                  </a:moveTo>
                  <a:lnTo>
                    <a:pt x="5289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2" name="Candidate_receptor__2721">
              <a:extLst>
                <a:ext uri="{FF2B5EF4-FFF2-40B4-BE49-F238E27FC236}">
                  <a16:creationId xmlns:a16="http://schemas.microsoft.com/office/drawing/2014/main" id="{8A9B622E-9929-2229-56C3-4BCB2EB96E9D}"/>
                </a:ext>
              </a:extLst>
            </p:cNvPr>
            <p:cNvSpPr>
              <a:spLocks noGrp="1"/>
            </p:cNvSpPr>
            <p:nvPr/>
          </p:nvSpPr>
          <p:spPr>
            <a:xfrm>
              <a:off x="5813374" y="2963803"/>
              <a:ext cx="87624" cy="44824"/>
            </a:xfrm>
            <a:custGeom>
              <a:avLst/>
              <a:gdLst/>
              <a:ahLst/>
              <a:cxnLst/>
              <a:rect l="0" t="0" r="0" b="0"/>
              <a:pathLst>
                <a:path w="87624" h="44824">
                  <a:moveTo>
                    <a:pt x="87624" y="0"/>
                  </a:moveTo>
                  <a:lnTo>
                    <a:pt x="0" y="44824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2723" name="Candidate_receptor__2722">
              <a:extLst>
                <a:ext uri="{FF2B5EF4-FFF2-40B4-BE49-F238E27FC236}">
                  <a16:creationId xmlns:a16="http://schemas.microsoft.com/office/drawing/2014/main" id="{0A649A97-CFA0-3B28-D10A-DDF18FC63762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94560" cy="4852"/>
            </a:xfrm>
            <a:custGeom>
              <a:avLst/>
              <a:gdLst/>
              <a:ahLst/>
              <a:cxnLst/>
              <a:rect l="0" t="0" r="0" b="0"/>
              <a:pathLst>
                <a:path w="94560" h="4852">
                  <a:moveTo>
                    <a:pt x="0" y="0"/>
                  </a:moveTo>
                  <a:lnTo>
                    <a:pt x="94560" y="4852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4" name="Candidate_receptor__2723">
              <a:extLst>
                <a:ext uri="{FF2B5EF4-FFF2-40B4-BE49-F238E27FC236}">
                  <a16:creationId xmlns:a16="http://schemas.microsoft.com/office/drawing/2014/main" id="{F18496E8-FD4A-7CAB-179E-2BF51A37DF92}"/>
                </a:ext>
              </a:extLst>
            </p:cNvPr>
            <p:cNvSpPr>
              <a:spLocks noGrp="1"/>
            </p:cNvSpPr>
            <p:nvPr/>
          </p:nvSpPr>
          <p:spPr>
            <a:xfrm>
              <a:off x="6356983" y="3694383"/>
              <a:ext cx="93564" cy="63099"/>
            </a:xfrm>
            <a:custGeom>
              <a:avLst/>
              <a:gdLst/>
              <a:ahLst/>
              <a:cxnLst/>
              <a:rect l="0" t="0" r="0" b="0"/>
              <a:pathLst>
                <a:path w="93564" h="63099">
                  <a:moveTo>
                    <a:pt x="0" y="63099"/>
                  </a:moveTo>
                  <a:lnTo>
                    <a:pt x="93564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5" name="Candidate_receptor__2724">
              <a:extLst>
                <a:ext uri="{FF2B5EF4-FFF2-40B4-BE49-F238E27FC236}">
                  <a16:creationId xmlns:a16="http://schemas.microsoft.com/office/drawing/2014/main" id="{19822B97-9D1E-7734-FA35-A32FEDABD172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102924"/>
              <a:ext cx="102623" cy="40479"/>
            </a:xfrm>
            <a:custGeom>
              <a:avLst/>
              <a:gdLst/>
              <a:ahLst/>
              <a:cxnLst/>
              <a:rect l="0" t="0" r="0" b="0"/>
              <a:pathLst>
                <a:path w="102623" h="40479">
                  <a:moveTo>
                    <a:pt x="102623" y="404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6" name="Candidate_receptor__2725">
              <a:extLst>
                <a:ext uri="{FF2B5EF4-FFF2-40B4-BE49-F238E27FC236}">
                  <a16:creationId xmlns:a16="http://schemas.microsoft.com/office/drawing/2014/main" id="{7CA41A20-0599-51D1-4E78-6BC88F125A2C}"/>
                </a:ext>
              </a:extLst>
            </p:cNvPr>
            <p:cNvSpPr>
              <a:spLocks noGrp="1"/>
            </p:cNvSpPr>
            <p:nvPr/>
          </p:nvSpPr>
          <p:spPr>
            <a:xfrm>
              <a:off x="5572409" y="3996179"/>
              <a:ext cx="94686" cy="63432"/>
            </a:xfrm>
            <a:custGeom>
              <a:avLst/>
              <a:gdLst/>
              <a:ahLst/>
              <a:cxnLst/>
              <a:rect l="0" t="0" r="0" b="0"/>
              <a:pathLst>
                <a:path w="94686" h="63432">
                  <a:moveTo>
                    <a:pt x="94686" y="634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7" name="Candidate_receptor__2726">
              <a:extLst>
                <a:ext uri="{FF2B5EF4-FFF2-40B4-BE49-F238E27FC236}">
                  <a16:creationId xmlns:a16="http://schemas.microsoft.com/office/drawing/2014/main" id="{F63A0492-F9F5-C3C5-F95C-720F003DAAE5}"/>
                </a:ext>
              </a:extLst>
            </p:cNvPr>
            <p:cNvSpPr>
              <a:spLocks noGrp="1"/>
            </p:cNvSpPr>
            <p:nvPr/>
          </p:nvSpPr>
          <p:spPr>
            <a:xfrm>
              <a:off x="4881444" y="4573648"/>
              <a:ext cx="97505" cy="57088"/>
            </a:xfrm>
            <a:custGeom>
              <a:avLst/>
              <a:gdLst/>
              <a:ahLst/>
              <a:cxnLst/>
              <a:rect l="0" t="0" r="0" b="0"/>
              <a:pathLst>
                <a:path w="97505" h="57088">
                  <a:moveTo>
                    <a:pt x="0" y="57088"/>
                  </a:moveTo>
                  <a:lnTo>
                    <a:pt x="97505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8" name="Candidate_receptor__2727">
              <a:extLst>
                <a:ext uri="{FF2B5EF4-FFF2-40B4-BE49-F238E27FC236}">
                  <a16:creationId xmlns:a16="http://schemas.microsoft.com/office/drawing/2014/main" id="{BFBA9106-4AD9-51CD-3E9A-EB53CB5F1A18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15636"/>
              <a:ext cx="112954" cy="22983"/>
            </a:xfrm>
            <a:custGeom>
              <a:avLst/>
              <a:gdLst/>
              <a:ahLst/>
              <a:cxnLst/>
              <a:rect l="0" t="0" r="0" b="0"/>
              <a:pathLst>
                <a:path w="112954" h="22983">
                  <a:moveTo>
                    <a:pt x="112954" y="0"/>
                  </a:moveTo>
                  <a:lnTo>
                    <a:pt x="0" y="2298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9" name="Candidate_receptor__2728">
              <a:extLst>
                <a:ext uri="{FF2B5EF4-FFF2-40B4-BE49-F238E27FC236}">
                  <a16:creationId xmlns:a16="http://schemas.microsoft.com/office/drawing/2014/main" id="{D6892F9D-D145-3C4F-8AE4-EE74BD72B33B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6261"/>
              <a:ext cx="67414" cy="80553"/>
            </a:xfrm>
            <a:custGeom>
              <a:avLst/>
              <a:gdLst/>
              <a:ahLst/>
              <a:cxnLst/>
              <a:rect l="0" t="0" r="0" b="0"/>
              <a:pathLst>
                <a:path w="67414" h="80553">
                  <a:moveTo>
                    <a:pt x="67414" y="805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0" name="Candidate_receptor__2729">
              <a:extLst>
                <a:ext uri="{FF2B5EF4-FFF2-40B4-BE49-F238E27FC236}">
                  <a16:creationId xmlns:a16="http://schemas.microsoft.com/office/drawing/2014/main" id="{9ECCFDF4-54B7-E6BF-CF61-4F5D4E057B7A}"/>
                </a:ext>
              </a:extLst>
            </p:cNvPr>
            <p:cNvSpPr>
              <a:spLocks noGrp="1"/>
            </p:cNvSpPr>
            <p:nvPr/>
          </p:nvSpPr>
          <p:spPr>
            <a:xfrm>
              <a:off x="5178404" y="3792131"/>
              <a:ext cx="90922" cy="13073"/>
            </a:xfrm>
            <a:custGeom>
              <a:avLst/>
              <a:gdLst/>
              <a:ahLst/>
              <a:cxnLst/>
              <a:rect l="0" t="0" r="0" b="0"/>
              <a:pathLst>
                <a:path w="90922" h="13073">
                  <a:moveTo>
                    <a:pt x="90922" y="0"/>
                  </a:moveTo>
                  <a:lnTo>
                    <a:pt x="0" y="1307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1" name="Candidate_receptor__2730">
              <a:extLst>
                <a:ext uri="{FF2B5EF4-FFF2-40B4-BE49-F238E27FC236}">
                  <a16:creationId xmlns:a16="http://schemas.microsoft.com/office/drawing/2014/main" id="{72D3B138-E185-CE0A-9A61-C4DBEE70E5F7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03101"/>
              <a:ext cx="68111" cy="15156"/>
            </a:xfrm>
            <a:custGeom>
              <a:avLst/>
              <a:gdLst/>
              <a:ahLst/>
              <a:cxnLst/>
              <a:rect l="0" t="0" r="0" b="0"/>
              <a:pathLst>
                <a:path w="68111" h="15156">
                  <a:moveTo>
                    <a:pt x="68111" y="0"/>
                  </a:moveTo>
                  <a:lnTo>
                    <a:pt x="0" y="15156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2" name="Candidate_receptor__2731">
              <a:extLst>
                <a:ext uri="{FF2B5EF4-FFF2-40B4-BE49-F238E27FC236}">
                  <a16:creationId xmlns:a16="http://schemas.microsoft.com/office/drawing/2014/main" id="{E624A75E-979D-8C93-2FFC-8F977BBB83E8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43924" cy="42390"/>
            </a:xfrm>
            <a:custGeom>
              <a:avLst/>
              <a:gdLst/>
              <a:ahLst/>
              <a:cxnLst/>
              <a:rect l="0" t="0" r="0" b="0"/>
              <a:pathLst>
                <a:path w="43924" h="42390">
                  <a:moveTo>
                    <a:pt x="43924" y="42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3" name="Candidate_receptor__2732">
              <a:extLst>
                <a:ext uri="{FF2B5EF4-FFF2-40B4-BE49-F238E27FC236}">
                  <a16:creationId xmlns:a16="http://schemas.microsoft.com/office/drawing/2014/main" id="{8E99E0EB-AC91-195F-DAB2-F6775DDF4DA4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70113"/>
              <a:ext cx="26599" cy="61286"/>
            </a:xfrm>
            <a:custGeom>
              <a:avLst/>
              <a:gdLst/>
              <a:ahLst/>
              <a:cxnLst/>
              <a:rect l="0" t="0" r="0" b="0"/>
              <a:pathLst>
                <a:path w="26599" h="61286">
                  <a:moveTo>
                    <a:pt x="26599" y="0"/>
                  </a:moveTo>
                  <a:lnTo>
                    <a:pt x="0" y="61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4" name="Candidate_receptor__2733">
              <a:extLst>
                <a:ext uri="{FF2B5EF4-FFF2-40B4-BE49-F238E27FC236}">
                  <a16:creationId xmlns:a16="http://schemas.microsoft.com/office/drawing/2014/main" id="{0FE1AC6A-1CF5-EFF1-2313-739F9761FE75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8617"/>
              <a:ext cx="44450" cy="14702"/>
            </a:xfrm>
            <a:custGeom>
              <a:avLst/>
              <a:gdLst/>
              <a:ahLst/>
              <a:cxnLst/>
              <a:rect l="0" t="0" r="0" b="0"/>
              <a:pathLst>
                <a:path w="44450" h="14702">
                  <a:moveTo>
                    <a:pt x="44450" y="147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5" name="Candidate_receptor__2734">
              <a:extLst>
                <a:ext uri="{FF2B5EF4-FFF2-40B4-BE49-F238E27FC236}">
                  <a16:creationId xmlns:a16="http://schemas.microsoft.com/office/drawing/2014/main" id="{C4238B73-0348-9B6F-AF7C-91246C648DBA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15121"/>
              <a:ext cx="65634" cy="56589"/>
            </a:xfrm>
            <a:custGeom>
              <a:avLst/>
              <a:gdLst/>
              <a:ahLst/>
              <a:cxnLst/>
              <a:rect l="0" t="0" r="0" b="0"/>
              <a:pathLst>
                <a:path w="65634" h="56589">
                  <a:moveTo>
                    <a:pt x="0" y="56589"/>
                  </a:moveTo>
                  <a:lnTo>
                    <a:pt x="65634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6" name="Candidate_receptor__2735">
              <a:extLst>
                <a:ext uri="{FF2B5EF4-FFF2-40B4-BE49-F238E27FC236}">
                  <a16:creationId xmlns:a16="http://schemas.microsoft.com/office/drawing/2014/main" id="{12F82E65-AFF6-0DE4-9AEA-13081FEEC71A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292329"/>
              <a:ext cx="45841" cy="101599"/>
            </a:xfrm>
            <a:custGeom>
              <a:avLst/>
              <a:gdLst/>
              <a:ahLst/>
              <a:cxnLst/>
              <a:rect l="0" t="0" r="0" b="0"/>
              <a:pathLst>
                <a:path w="45841" h="101599">
                  <a:moveTo>
                    <a:pt x="0" y="101599"/>
                  </a:moveTo>
                  <a:lnTo>
                    <a:pt x="4584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7" name="Candidate_receptor__2736">
              <a:extLst>
                <a:ext uri="{FF2B5EF4-FFF2-40B4-BE49-F238E27FC236}">
                  <a16:creationId xmlns:a16="http://schemas.microsoft.com/office/drawing/2014/main" id="{1D4E165E-1C9A-0012-82ED-6169A27D1F48}"/>
                </a:ext>
              </a:extLst>
            </p:cNvPr>
            <p:cNvSpPr>
              <a:spLocks noGrp="1"/>
            </p:cNvSpPr>
            <p:nvPr/>
          </p:nvSpPr>
          <p:spPr>
            <a:xfrm>
              <a:off x="6012425" y="4775110"/>
              <a:ext cx="92685" cy="19801"/>
            </a:xfrm>
            <a:custGeom>
              <a:avLst/>
              <a:gdLst/>
              <a:ahLst/>
              <a:cxnLst/>
              <a:rect l="0" t="0" r="0" b="0"/>
              <a:pathLst>
                <a:path w="92685" h="19801">
                  <a:moveTo>
                    <a:pt x="92685" y="198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8" name="Candidate_receptor__2737">
              <a:extLst>
                <a:ext uri="{FF2B5EF4-FFF2-40B4-BE49-F238E27FC236}">
                  <a16:creationId xmlns:a16="http://schemas.microsoft.com/office/drawing/2014/main" id="{6F29B7F8-5729-E849-477D-37AED3D4061F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410073"/>
              <a:ext cx="45099" cy="104902"/>
            </a:xfrm>
            <a:custGeom>
              <a:avLst/>
              <a:gdLst/>
              <a:ahLst/>
              <a:cxnLst/>
              <a:rect l="0" t="0" r="0" b="0"/>
              <a:pathLst>
                <a:path w="45099" h="104902">
                  <a:moveTo>
                    <a:pt x="45099" y="0"/>
                  </a:moveTo>
                  <a:lnTo>
                    <a:pt x="0" y="10490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9" name="Candidate_receptor__2738">
              <a:extLst>
                <a:ext uri="{FF2B5EF4-FFF2-40B4-BE49-F238E27FC236}">
                  <a16:creationId xmlns:a16="http://schemas.microsoft.com/office/drawing/2014/main" id="{884E68CC-C2B8-CD7B-95DB-E3C05F999D77}"/>
                </a:ext>
              </a:extLst>
            </p:cNvPr>
            <p:cNvSpPr>
              <a:spLocks noGrp="1"/>
            </p:cNvSpPr>
            <p:nvPr/>
          </p:nvSpPr>
          <p:spPr>
            <a:xfrm>
              <a:off x="5611153" y="4059611"/>
              <a:ext cx="55943" cy="99284"/>
            </a:xfrm>
            <a:custGeom>
              <a:avLst/>
              <a:gdLst/>
              <a:ahLst/>
              <a:cxnLst/>
              <a:rect l="0" t="0" r="0" b="0"/>
              <a:pathLst>
                <a:path w="55943" h="99284">
                  <a:moveTo>
                    <a:pt x="0" y="99284"/>
                  </a:moveTo>
                  <a:lnTo>
                    <a:pt x="55943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0" name="Candidate_receptor__2739">
              <a:extLst>
                <a:ext uri="{FF2B5EF4-FFF2-40B4-BE49-F238E27FC236}">
                  <a16:creationId xmlns:a16="http://schemas.microsoft.com/office/drawing/2014/main" id="{1CEA565F-9A52-E572-8B1E-2A4CDF1FECF6}"/>
                </a:ext>
              </a:extLst>
            </p:cNvPr>
            <p:cNvSpPr>
              <a:spLocks noGrp="1"/>
            </p:cNvSpPr>
            <p:nvPr/>
          </p:nvSpPr>
          <p:spPr>
            <a:xfrm>
              <a:off x="5039160" y="2413811"/>
              <a:ext cx="25703" cy="57050"/>
            </a:xfrm>
            <a:custGeom>
              <a:avLst/>
              <a:gdLst/>
              <a:ahLst/>
              <a:cxnLst/>
              <a:rect l="0" t="0" r="0" b="0"/>
              <a:pathLst>
                <a:path w="25703" h="57050">
                  <a:moveTo>
                    <a:pt x="0" y="57050"/>
                  </a:moveTo>
                  <a:lnTo>
                    <a:pt x="25703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1" name="Candidate_receptor__2740">
              <a:extLst>
                <a:ext uri="{FF2B5EF4-FFF2-40B4-BE49-F238E27FC236}">
                  <a16:creationId xmlns:a16="http://schemas.microsoft.com/office/drawing/2014/main" id="{3B390791-0E5B-2128-BB0A-20E16AD34B05}"/>
                </a:ext>
              </a:extLst>
            </p:cNvPr>
            <p:cNvSpPr>
              <a:spLocks noGrp="1"/>
            </p:cNvSpPr>
            <p:nvPr/>
          </p:nvSpPr>
          <p:spPr>
            <a:xfrm>
              <a:off x="6544749" y="3536958"/>
              <a:ext cx="12884" cy="36892"/>
            </a:xfrm>
            <a:custGeom>
              <a:avLst/>
              <a:gdLst/>
              <a:ahLst/>
              <a:cxnLst/>
              <a:rect l="0" t="0" r="0" b="0"/>
              <a:pathLst>
                <a:path w="12884" h="36892">
                  <a:moveTo>
                    <a:pt x="12884" y="368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2" name="Candidate_receptor__2741">
              <a:extLst>
                <a:ext uri="{FF2B5EF4-FFF2-40B4-BE49-F238E27FC236}">
                  <a16:creationId xmlns:a16="http://schemas.microsoft.com/office/drawing/2014/main" id="{6550B251-959D-93D3-989C-939C7E89831A}"/>
                </a:ext>
              </a:extLst>
            </p:cNvPr>
            <p:cNvSpPr>
              <a:spLocks noGrp="1"/>
            </p:cNvSpPr>
            <p:nvPr/>
          </p:nvSpPr>
          <p:spPr>
            <a:xfrm>
              <a:off x="5718198" y="2944656"/>
              <a:ext cx="95176" cy="63971"/>
            </a:xfrm>
            <a:custGeom>
              <a:avLst/>
              <a:gdLst/>
              <a:ahLst/>
              <a:cxnLst/>
              <a:rect l="0" t="0" r="0" b="0"/>
              <a:pathLst>
                <a:path w="95176" h="63971">
                  <a:moveTo>
                    <a:pt x="95176" y="6397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3" name="Candidate_receptor__2742">
              <a:extLst>
                <a:ext uri="{FF2B5EF4-FFF2-40B4-BE49-F238E27FC236}">
                  <a16:creationId xmlns:a16="http://schemas.microsoft.com/office/drawing/2014/main" id="{DFDDCCB1-F037-F7F9-612E-674B91FE26F3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536651"/>
              <a:ext cx="49150" cy="30000"/>
            </a:xfrm>
            <a:custGeom>
              <a:avLst/>
              <a:gdLst/>
              <a:ahLst/>
              <a:cxnLst/>
              <a:rect l="0" t="0" r="0" b="0"/>
              <a:pathLst>
                <a:path w="49150" h="30000">
                  <a:moveTo>
                    <a:pt x="0" y="0"/>
                  </a:moveTo>
                  <a:lnTo>
                    <a:pt x="49150" y="3000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4" name="Candidate_receptor__2743">
              <a:extLst>
                <a:ext uri="{FF2B5EF4-FFF2-40B4-BE49-F238E27FC236}">
                  <a16:creationId xmlns:a16="http://schemas.microsoft.com/office/drawing/2014/main" id="{3DBA8854-CE21-6FA2-05D7-5652B35E1B3D}"/>
                </a:ext>
              </a:extLst>
            </p:cNvPr>
            <p:cNvSpPr>
              <a:spLocks noGrp="1"/>
            </p:cNvSpPr>
            <p:nvPr/>
          </p:nvSpPr>
          <p:spPr>
            <a:xfrm>
              <a:off x="6076925" y="4251502"/>
              <a:ext cx="79274" cy="44178"/>
            </a:xfrm>
            <a:custGeom>
              <a:avLst/>
              <a:gdLst/>
              <a:ahLst/>
              <a:cxnLst/>
              <a:rect l="0" t="0" r="0" b="0"/>
              <a:pathLst>
                <a:path w="79274" h="44178">
                  <a:moveTo>
                    <a:pt x="0" y="0"/>
                  </a:moveTo>
                  <a:lnTo>
                    <a:pt x="79274" y="4417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5" name="Candidate_receptor__2744">
              <a:extLst>
                <a:ext uri="{FF2B5EF4-FFF2-40B4-BE49-F238E27FC236}">
                  <a16:creationId xmlns:a16="http://schemas.microsoft.com/office/drawing/2014/main" id="{8352D6EA-8BAA-4D79-4D11-60538411DC6D}"/>
                </a:ext>
              </a:extLst>
            </p:cNvPr>
            <p:cNvSpPr>
              <a:spLocks noGrp="1"/>
            </p:cNvSpPr>
            <p:nvPr/>
          </p:nvSpPr>
          <p:spPr>
            <a:xfrm>
              <a:off x="4892405" y="5015636"/>
              <a:ext cx="24551" cy="99485"/>
            </a:xfrm>
            <a:custGeom>
              <a:avLst/>
              <a:gdLst/>
              <a:ahLst/>
              <a:cxnLst/>
              <a:rect l="0" t="0" r="0" b="0"/>
              <a:pathLst>
                <a:path w="24551" h="99485">
                  <a:moveTo>
                    <a:pt x="24551" y="994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6" name="Candidate_receptor__2745">
              <a:extLst>
                <a:ext uri="{FF2B5EF4-FFF2-40B4-BE49-F238E27FC236}">
                  <a16:creationId xmlns:a16="http://schemas.microsoft.com/office/drawing/2014/main" id="{A2C6983E-BCAA-582E-6C6E-AF62F3CC5F7E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75110"/>
              <a:ext cx="69915" cy="9286"/>
            </a:xfrm>
            <a:custGeom>
              <a:avLst/>
              <a:gdLst/>
              <a:ahLst/>
              <a:cxnLst/>
              <a:rect l="0" t="0" r="0" b="0"/>
              <a:pathLst>
                <a:path w="69915" h="9286">
                  <a:moveTo>
                    <a:pt x="69915" y="0"/>
                  </a:moveTo>
                  <a:lnTo>
                    <a:pt x="0" y="9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7" name="Candidate_receptor__2746">
              <a:extLst>
                <a:ext uri="{FF2B5EF4-FFF2-40B4-BE49-F238E27FC236}">
                  <a16:creationId xmlns:a16="http://schemas.microsoft.com/office/drawing/2014/main" id="{25BF804C-AD65-FE65-764C-3403FB8F234A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251502"/>
              <a:ext cx="74966" cy="1782"/>
            </a:xfrm>
            <a:custGeom>
              <a:avLst/>
              <a:gdLst/>
              <a:ahLst/>
              <a:cxnLst/>
              <a:rect l="0" t="0" r="0" b="0"/>
              <a:pathLst>
                <a:path w="74966" h="1782">
                  <a:moveTo>
                    <a:pt x="0" y="1782"/>
                  </a:moveTo>
                  <a:lnTo>
                    <a:pt x="7496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8" name="Candidate_receptor__2747">
              <a:extLst>
                <a:ext uri="{FF2B5EF4-FFF2-40B4-BE49-F238E27FC236}">
                  <a16:creationId xmlns:a16="http://schemas.microsoft.com/office/drawing/2014/main" id="{8DCC7EC4-650F-2799-F96A-32B589B8F669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24310"/>
              <a:ext cx="92800" cy="67729"/>
            </a:xfrm>
            <a:custGeom>
              <a:avLst/>
              <a:gdLst/>
              <a:ahLst/>
              <a:cxnLst/>
              <a:rect l="0" t="0" r="0" b="0"/>
              <a:pathLst>
                <a:path w="92800" h="67729">
                  <a:moveTo>
                    <a:pt x="92800" y="0"/>
                  </a:moveTo>
                  <a:lnTo>
                    <a:pt x="0" y="6772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9" name="Candidate_receptor__2748">
              <a:extLst>
                <a:ext uri="{FF2B5EF4-FFF2-40B4-BE49-F238E27FC236}">
                  <a16:creationId xmlns:a16="http://schemas.microsoft.com/office/drawing/2014/main" id="{3652AA7F-6884-EA76-324F-F5CFDC9674B4}"/>
                </a:ext>
              </a:extLst>
            </p:cNvPr>
            <p:cNvSpPr>
              <a:spLocks noGrp="1"/>
            </p:cNvSpPr>
            <p:nvPr/>
          </p:nvSpPr>
          <p:spPr>
            <a:xfrm>
              <a:off x="5883713" y="4635045"/>
              <a:ext cx="114008" cy="16448"/>
            </a:xfrm>
            <a:custGeom>
              <a:avLst/>
              <a:gdLst/>
              <a:ahLst/>
              <a:cxnLst/>
              <a:rect l="0" t="0" r="0" b="0"/>
              <a:pathLst>
                <a:path w="114008" h="16448">
                  <a:moveTo>
                    <a:pt x="114008" y="0"/>
                  </a:moveTo>
                  <a:lnTo>
                    <a:pt x="0" y="1644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0" name="Candidate_receptor__2749">
              <a:extLst>
                <a:ext uri="{FF2B5EF4-FFF2-40B4-BE49-F238E27FC236}">
                  <a16:creationId xmlns:a16="http://schemas.microsoft.com/office/drawing/2014/main" id="{F65649D0-1043-8643-02C4-12BA22C876A9}"/>
                </a:ext>
              </a:extLst>
            </p:cNvPr>
            <p:cNvSpPr>
              <a:spLocks noGrp="1"/>
            </p:cNvSpPr>
            <p:nvPr/>
          </p:nvSpPr>
          <p:spPr>
            <a:xfrm>
              <a:off x="6233944" y="3877859"/>
              <a:ext cx="90797" cy="61872"/>
            </a:xfrm>
            <a:custGeom>
              <a:avLst/>
              <a:gdLst/>
              <a:ahLst/>
              <a:cxnLst/>
              <a:rect l="0" t="0" r="0" b="0"/>
              <a:pathLst>
                <a:path w="90797" h="61872">
                  <a:moveTo>
                    <a:pt x="0" y="0"/>
                  </a:moveTo>
                  <a:lnTo>
                    <a:pt x="90797" y="6187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1" name="Candidate_receptor__2750">
              <a:extLst>
                <a:ext uri="{FF2B5EF4-FFF2-40B4-BE49-F238E27FC236}">
                  <a16:creationId xmlns:a16="http://schemas.microsoft.com/office/drawing/2014/main" id="{7171AF01-933C-2A2F-F25F-CA2D9181415D}"/>
                </a:ext>
              </a:extLst>
            </p:cNvPr>
            <p:cNvSpPr>
              <a:spLocks noGrp="1"/>
            </p:cNvSpPr>
            <p:nvPr/>
          </p:nvSpPr>
          <p:spPr>
            <a:xfrm>
              <a:off x="5765665" y="3231841"/>
              <a:ext cx="77975" cy="72644"/>
            </a:xfrm>
            <a:custGeom>
              <a:avLst/>
              <a:gdLst/>
              <a:ahLst/>
              <a:cxnLst/>
              <a:rect l="0" t="0" r="0" b="0"/>
              <a:pathLst>
                <a:path w="77975" h="72644">
                  <a:moveTo>
                    <a:pt x="77975" y="0"/>
                  </a:moveTo>
                  <a:lnTo>
                    <a:pt x="0" y="7264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2" name="Candidate_receptor__2751">
              <a:extLst>
                <a:ext uri="{FF2B5EF4-FFF2-40B4-BE49-F238E27FC236}">
                  <a16:creationId xmlns:a16="http://schemas.microsoft.com/office/drawing/2014/main" id="{B3708544-E9E0-3E21-52CF-426C43C1B02F}"/>
                </a:ext>
              </a:extLst>
            </p:cNvPr>
            <p:cNvSpPr>
              <a:spLocks noGrp="1"/>
            </p:cNvSpPr>
            <p:nvPr/>
          </p:nvSpPr>
          <p:spPr>
            <a:xfrm>
              <a:off x="4978949" y="4573648"/>
              <a:ext cx="43600" cy="96465"/>
            </a:xfrm>
            <a:custGeom>
              <a:avLst/>
              <a:gdLst/>
              <a:ahLst/>
              <a:cxnLst/>
              <a:rect l="0" t="0" r="0" b="0"/>
              <a:pathLst>
                <a:path w="43600" h="96465">
                  <a:moveTo>
                    <a:pt x="0" y="0"/>
                  </a:moveTo>
                  <a:lnTo>
                    <a:pt x="43600" y="9646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3" name="Candidate_receptor__2752">
              <a:extLst>
                <a:ext uri="{FF2B5EF4-FFF2-40B4-BE49-F238E27FC236}">
                  <a16:creationId xmlns:a16="http://schemas.microsoft.com/office/drawing/2014/main" id="{17879FE7-6E94-4A81-834B-1F7CD408F66B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85273" cy="60082"/>
            </a:xfrm>
            <a:custGeom>
              <a:avLst/>
              <a:gdLst/>
              <a:ahLst/>
              <a:cxnLst/>
              <a:rect l="0" t="0" r="0" b="0"/>
              <a:pathLst>
                <a:path w="85273" h="60082">
                  <a:moveTo>
                    <a:pt x="85273" y="6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4" name="Candidate_receptor__2753">
              <a:extLst>
                <a:ext uri="{FF2B5EF4-FFF2-40B4-BE49-F238E27FC236}">
                  <a16:creationId xmlns:a16="http://schemas.microsoft.com/office/drawing/2014/main" id="{9C69B55D-A73F-3B3E-04CA-ABC925E1D538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837072"/>
              <a:ext cx="25221" cy="29933"/>
            </a:xfrm>
            <a:custGeom>
              <a:avLst/>
              <a:gdLst/>
              <a:ahLst/>
              <a:cxnLst/>
              <a:rect l="0" t="0" r="0" b="0"/>
              <a:pathLst>
                <a:path w="25221" h="29933">
                  <a:moveTo>
                    <a:pt x="25221" y="299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5" name="Candidate_receptor__2754">
              <a:extLst>
                <a:ext uri="{FF2B5EF4-FFF2-40B4-BE49-F238E27FC236}">
                  <a16:creationId xmlns:a16="http://schemas.microsoft.com/office/drawing/2014/main" id="{408760BA-42FB-41DA-253F-E7136C97B2DA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646468"/>
              <a:ext cx="75288" cy="86668"/>
            </a:xfrm>
            <a:custGeom>
              <a:avLst/>
              <a:gdLst/>
              <a:ahLst/>
              <a:cxnLst/>
              <a:rect l="0" t="0" r="0" b="0"/>
              <a:pathLst>
                <a:path w="75288" h="86668">
                  <a:moveTo>
                    <a:pt x="0" y="0"/>
                  </a:moveTo>
                  <a:lnTo>
                    <a:pt x="75288" y="8666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6" name="Candidate_receptor__2755">
              <a:extLst>
                <a:ext uri="{FF2B5EF4-FFF2-40B4-BE49-F238E27FC236}">
                  <a16:creationId xmlns:a16="http://schemas.microsoft.com/office/drawing/2014/main" id="{51CC81EB-6433-159F-A9EF-9D0219E888B1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96179"/>
              <a:ext cx="41336" cy="27018"/>
            </a:xfrm>
            <a:custGeom>
              <a:avLst/>
              <a:gdLst/>
              <a:ahLst/>
              <a:cxnLst/>
              <a:rect l="0" t="0" r="0" b="0"/>
              <a:pathLst>
                <a:path w="41336" h="27018">
                  <a:moveTo>
                    <a:pt x="41336" y="0"/>
                  </a:moveTo>
                  <a:lnTo>
                    <a:pt x="0" y="2701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7" name="Candidate_receptor__2756">
              <a:extLst>
                <a:ext uri="{FF2B5EF4-FFF2-40B4-BE49-F238E27FC236}">
                  <a16:creationId xmlns:a16="http://schemas.microsoft.com/office/drawing/2014/main" id="{AAACBD9F-2FF4-CFFB-3FC0-A6609CCD78A1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295680"/>
              <a:ext cx="10994" cy="106486"/>
            </a:xfrm>
            <a:custGeom>
              <a:avLst/>
              <a:gdLst/>
              <a:ahLst/>
              <a:cxnLst/>
              <a:rect l="0" t="0" r="0" b="0"/>
              <a:pathLst>
                <a:path w="10994" h="106486">
                  <a:moveTo>
                    <a:pt x="10994" y="0"/>
                  </a:moveTo>
                  <a:lnTo>
                    <a:pt x="0" y="1064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8" name="Candidate_receptor__2757">
              <a:extLst>
                <a:ext uri="{FF2B5EF4-FFF2-40B4-BE49-F238E27FC236}">
                  <a16:creationId xmlns:a16="http://schemas.microsoft.com/office/drawing/2014/main" id="{845BAC96-19FB-ED71-B9F9-FDDA56B9F2E4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835541"/>
              <a:ext cx="7639" cy="29803"/>
            </a:xfrm>
            <a:custGeom>
              <a:avLst/>
              <a:gdLst/>
              <a:ahLst/>
              <a:cxnLst/>
              <a:rect l="0" t="0" r="0" b="0"/>
              <a:pathLst>
                <a:path w="7639" h="29803">
                  <a:moveTo>
                    <a:pt x="0" y="29803"/>
                  </a:moveTo>
                  <a:lnTo>
                    <a:pt x="7639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9" name="Candidate_receptor__2758">
              <a:extLst>
                <a:ext uri="{FF2B5EF4-FFF2-40B4-BE49-F238E27FC236}">
                  <a16:creationId xmlns:a16="http://schemas.microsoft.com/office/drawing/2014/main" id="{A4EC0445-C703-960D-3252-20A2817D4B86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37629"/>
              <a:ext cx="28147" cy="57553"/>
            </a:xfrm>
            <a:custGeom>
              <a:avLst/>
              <a:gdLst/>
              <a:ahLst/>
              <a:cxnLst/>
              <a:rect l="0" t="0" r="0" b="0"/>
              <a:pathLst>
                <a:path w="28147" h="57553">
                  <a:moveTo>
                    <a:pt x="0" y="57553"/>
                  </a:moveTo>
                  <a:lnTo>
                    <a:pt x="2814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0" name="Candidate_receptor__2759">
              <a:extLst>
                <a:ext uri="{FF2B5EF4-FFF2-40B4-BE49-F238E27FC236}">
                  <a16:creationId xmlns:a16="http://schemas.microsoft.com/office/drawing/2014/main" id="{B978D105-1D03-4CEC-ECAF-F2A96B0C043F}"/>
                </a:ext>
              </a:extLst>
            </p:cNvPr>
            <p:cNvSpPr>
              <a:spLocks noGrp="1"/>
            </p:cNvSpPr>
            <p:nvPr/>
          </p:nvSpPr>
          <p:spPr>
            <a:xfrm>
              <a:off x="5219656" y="2583858"/>
              <a:ext cx="63092" cy="21069"/>
            </a:xfrm>
            <a:custGeom>
              <a:avLst/>
              <a:gdLst/>
              <a:ahLst/>
              <a:cxnLst/>
              <a:rect l="0" t="0" r="0" b="0"/>
              <a:pathLst>
                <a:path w="63092" h="21069">
                  <a:moveTo>
                    <a:pt x="63092" y="210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1" name="Candidate_receptor__2760">
              <a:extLst>
                <a:ext uri="{FF2B5EF4-FFF2-40B4-BE49-F238E27FC236}">
                  <a16:creationId xmlns:a16="http://schemas.microsoft.com/office/drawing/2014/main" id="{6916EC61-2351-B7E5-AD2F-2388272345B7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630735"/>
              <a:ext cx="1997" cy="43729"/>
            </a:xfrm>
            <a:custGeom>
              <a:avLst/>
              <a:gdLst/>
              <a:ahLst/>
              <a:cxnLst/>
              <a:rect l="0" t="0" r="0" b="0"/>
              <a:pathLst>
                <a:path w="1997" h="43729">
                  <a:moveTo>
                    <a:pt x="0" y="43729"/>
                  </a:moveTo>
                  <a:lnTo>
                    <a:pt x="199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2" name="Candidate_receptor__2761">
              <a:extLst>
                <a:ext uri="{FF2B5EF4-FFF2-40B4-BE49-F238E27FC236}">
                  <a16:creationId xmlns:a16="http://schemas.microsoft.com/office/drawing/2014/main" id="{796197D5-E62C-30E9-FA24-47305CA2BFC0}"/>
                </a:ext>
              </a:extLst>
            </p:cNvPr>
            <p:cNvSpPr>
              <a:spLocks noGrp="1"/>
            </p:cNvSpPr>
            <p:nvPr/>
          </p:nvSpPr>
          <p:spPr>
            <a:xfrm>
              <a:off x="5663510" y="2701165"/>
              <a:ext cx="6181" cy="20440"/>
            </a:xfrm>
            <a:custGeom>
              <a:avLst/>
              <a:gdLst/>
              <a:ahLst/>
              <a:cxnLst/>
              <a:rect l="0" t="0" r="0" b="0"/>
              <a:pathLst>
                <a:path w="6181" h="20440">
                  <a:moveTo>
                    <a:pt x="0" y="20440"/>
                  </a:moveTo>
                  <a:lnTo>
                    <a:pt x="618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63" name="Candidate_receptor__2762">
              <a:extLst>
                <a:ext uri="{FF2B5EF4-FFF2-40B4-BE49-F238E27FC236}">
                  <a16:creationId xmlns:a16="http://schemas.microsoft.com/office/drawing/2014/main" id="{43238B63-33B3-F04E-EC1B-CD17576DB44B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340569"/>
              <a:ext cx="32925" cy="30885"/>
            </a:xfrm>
            <a:custGeom>
              <a:avLst/>
              <a:gdLst/>
              <a:ahLst/>
              <a:cxnLst/>
              <a:rect l="0" t="0" r="0" b="0"/>
              <a:pathLst>
                <a:path w="32925" h="30885">
                  <a:moveTo>
                    <a:pt x="32925" y="0"/>
                  </a:moveTo>
                  <a:lnTo>
                    <a:pt x="0" y="3088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4" name="Candidate_receptor__2763">
              <a:extLst>
                <a:ext uri="{FF2B5EF4-FFF2-40B4-BE49-F238E27FC236}">
                  <a16:creationId xmlns:a16="http://schemas.microsoft.com/office/drawing/2014/main" id="{A1D57E23-4946-91E0-6EA5-FEA9BB762270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299638"/>
              <a:ext cx="41455" cy="87095"/>
            </a:xfrm>
            <a:custGeom>
              <a:avLst/>
              <a:gdLst/>
              <a:ahLst/>
              <a:cxnLst/>
              <a:rect l="0" t="0" r="0" b="0"/>
              <a:pathLst>
                <a:path w="41455" h="87095">
                  <a:moveTo>
                    <a:pt x="0" y="87095"/>
                  </a:moveTo>
                  <a:lnTo>
                    <a:pt x="414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5" name="Candidate_receptor__2764">
              <a:extLst>
                <a:ext uri="{FF2B5EF4-FFF2-40B4-BE49-F238E27FC236}">
                  <a16:creationId xmlns:a16="http://schemas.microsoft.com/office/drawing/2014/main" id="{B184D1A9-C099-4C20-10AE-ACE5E538ACB3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27438" cy="102186"/>
            </a:xfrm>
            <a:custGeom>
              <a:avLst/>
              <a:gdLst/>
              <a:ahLst/>
              <a:cxnLst/>
              <a:rect l="0" t="0" r="0" b="0"/>
              <a:pathLst>
                <a:path w="27438" h="102186">
                  <a:moveTo>
                    <a:pt x="27438" y="1021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6" name="Candidate_receptor__2765">
              <a:extLst>
                <a:ext uri="{FF2B5EF4-FFF2-40B4-BE49-F238E27FC236}">
                  <a16:creationId xmlns:a16="http://schemas.microsoft.com/office/drawing/2014/main" id="{166798EB-91E7-ACFD-95C8-5D32B1F5320F}"/>
                </a:ext>
              </a:extLst>
            </p:cNvPr>
            <p:cNvSpPr>
              <a:spLocks noGrp="1"/>
            </p:cNvSpPr>
            <p:nvPr/>
          </p:nvSpPr>
          <p:spPr>
            <a:xfrm>
              <a:off x="5048223" y="4103615"/>
              <a:ext cx="97619" cy="51338"/>
            </a:xfrm>
            <a:custGeom>
              <a:avLst/>
              <a:gdLst/>
              <a:ahLst/>
              <a:cxnLst/>
              <a:rect l="0" t="0" r="0" b="0"/>
              <a:pathLst>
                <a:path w="97619" h="51338">
                  <a:moveTo>
                    <a:pt x="97619" y="51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7" name="Candidate_receptor__2766">
              <a:extLst>
                <a:ext uri="{FF2B5EF4-FFF2-40B4-BE49-F238E27FC236}">
                  <a16:creationId xmlns:a16="http://schemas.microsoft.com/office/drawing/2014/main" id="{D069DC91-2CA4-32A8-89C4-F4AE4052EBC1}"/>
                </a:ext>
              </a:extLst>
            </p:cNvPr>
            <p:cNvSpPr>
              <a:spLocks noGrp="1"/>
            </p:cNvSpPr>
            <p:nvPr/>
          </p:nvSpPr>
          <p:spPr>
            <a:xfrm>
              <a:off x="4596543" y="2397951"/>
              <a:ext cx="105401" cy="31181"/>
            </a:xfrm>
            <a:custGeom>
              <a:avLst/>
              <a:gdLst/>
              <a:ahLst/>
              <a:cxnLst/>
              <a:rect l="0" t="0" r="0" b="0"/>
              <a:pathLst>
                <a:path w="105401" h="31181">
                  <a:moveTo>
                    <a:pt x="105401" y="31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8" name="Candidate_receptor__2767">
              <a:extLst>
                <a:ext uri="{FF2B5EF4-FFF2-40B4-BE49-F238E27FC236}">
                  <a16:creationId xmlns:a16="http://schemas.microsoft.com/office/drawing/2014/main" id="{43B75169-CEC6-8782-3425-49247FCC5895}"/>
                </a:ext>
              </a:extLst>
            </p:cNvPr>
            <p:cNvSpPr>
              <a:spLocks noGrp="1"/>
            </p:cNvSpPr>
            <p:nvPr/>
          </p:nvSpPr>
          <p:spPr>
            <a:xfrm>
              <a:off x="6420976" y="4224310"/>
              <a:ext cx="72273" cy="75328"/>
            </a:xfrm>
            <a:custGeom>
              <a:avLst/>
              <a:gdLst/>
              <a:ahLst/>
              <a:cxnLst/>
              <a:rect l="0" t="0" r="0" b="0"/>
              <a:pathLst>
                <a:path w="72273" h="75328">
                  <a:moveTo>
                    <a:pt x="72273" y="753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9" name="Candidate_receptor__2768">
              <a:extLst>
                <a:ext uri="{FF2B5EF4-FFF2-40B4-BE49-F238E27FC236}">
                  <a16:creationId xmlns:a16="http://schemas.microsoft.com/office/drawing/2014/main" id="{EF4636CB-2F29-52B7-6608-9C614FADB572}"/>
                </a:ext>
              </a:extLst>
            </p:cNvPr>
            <p:cNvSpPr>
              <a:spLocks noGrp="1"/>
            </p:cNvSpPr>
            <p:nvPr/>
          </p:nvSpPr>
          <p:spPr>
            <a:xfrm>
              <a:off x="5586201" y="3322570"/>
              <a:ext cx="25081" cy="8455"/>
            </a:xfrm>
            <a:custGeom>
              <a:avLst/>
              <a:gdLst/>
              <a:ahLst/>
              <a:cxnLst/>
              <a:rect l="0" t="0" r="0" b="0"/>
              <a:pathLst>
                <a:path w="25081" h="8455">
                  <a:moveTo>
                    <a:pt x="25081" y="84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70" name="Candidate_receptor__2769">
              <a:extLst>
                <a:ext uri="{FF2B5EF4-FFF2-40B4-BE49-F238E27FC236}">
                  <a16:creationId xmlns:a16="http://schemas.microsoft.com/office/drawing/2014/main" id="{879FE99C-0C69-1E32-E267-ADCD30C76925}"/>
                </a:ext>
              </a:extLst>
            </p:cNvPr>
            <p:cNvSpPr>
              <a:spLocks noGrp="1"/>
            </p:cNvSpPr>
            <p:nvPr/>
          </p:nvSpPr>
          <p:spPr>
            <a:xfrm>
              <a:off x="5228963" y="3690476"/>
              <a:ext cx="40363" cy="101655"/>
            </a:xfrm>
            <a:custGeom>
              <a:avLst/>
              <a:gdLst/>
              <a:ahLst/>
              <a:cxnLst/>
              <a:rect l="0" t="0" r="0" b="0"/>
              <a:pathLst>
                <a:path w="40363" h="101655">
                  <a:moveTo>
                    <a:pt x="0" y="0"/>
                  </a:moveTo>
                  <a:lnTo>
                    <a:pt x="40363" y="1016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1" name="Candidate_receptor__2770">
              <a:extLst>
                <a:ext uri="{FF2B5EF4-FFF2-40B4-BE49-F238E27FC236}">
                  <a16:creationId xmlns:a16="http://schemas.microsoft.com/office/drawing/2014/main" id="{2A344B1D-499A-7E0B-971D-B2859203F1A6}"/>
                </a:ext>
              </a:extLst>
            </p:cNvPr>
            <p:cNvSpPr>
              <a:spLocks noGrp="1"/>
            </p:cNvSpPr>
            <p:nvPr/>
          </p:nvSpPr>
          <p:spPr>
            <a:xfrm>
              <a:off x="6258400" y="3939731"/>
              <a:ext cx="66340" cy="93588"/>
            </a:xfrm>
            <a:custGeom>
              <a:avLst/>
              <a:gdLst/>
              <a:ahLst/>
              <a:cxnLst/>
              <a:rect l="0" t="0" r="0" b="0"/>
              <a:pathLst>
                <a:path w="66340" h="93588">
                  <a:moveTo>
                    <a:pt x="66340" y="0"/>
                  </a:moveTo>
                  <a:lnTo>
                    <a:pt x="0" y="9358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2" name="Candidate_receptor__2771">
              <a:extLst>
                <a:ext uri="{FF2B5EF4-FFF2-40B4-BE49-F238E27FC236}">
                  <a16:creationId xmlns:a16="http://schemas.microsoft.com/office/drawing/2014/main" id="{D1A195FA-93FF-28CA-E163-279B003ECD20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143404"/>
              <a:ext cx="4436" cy="71926"/>
            </a:xfrm>
            <a:custGeom>
              <a:avLst/>
              <a:gdLst/>
              <a:ahLst/>
              <a:cxnLst/>
              <a:rect l="0" t="0" r="0" b="0"/>
              <a:pathLst>
                <a:path w="4436" h="71926">
                  <a:moveTo>
                    <a:pt x="0" y="71926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3" name="Candidate_receptor__2772">
              <a:extLst>
                <a:ext uri="{FF2B5EF4-FFF2-40B4-BE49-F238E27FC236}">
                  <a16:creationId xmlns:a16="http://schemas.microsoft.com/office/drawing/2014/main" id="{4B21D093-FCF3-8896-3456-9AA315FE246D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38619"/>
              <a:ext cx="6424" cy="30955"/>
            </a:xfrm>
            <a:custGeom>
              <a:avLst/>
              <a:gdLst/>
              <a:ahLst/>
              <a:cxnLst/>
              <a:rect l="0" t="0" r="0" b="0"/>
              <a:pathLst>
                <a:path w="6424" h="30955">
                  <a:moveTo>
                    <a:pt x="0" y="0"/>
                  </a:moveTo>
                  <a:lnTo>
                    <a:pt x="6424" y="309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4" name="Candidate_receptor__2773">
              <a:extLst>
                <a:ext uri="{FF2B5EF4-FFF2-40B4-BE49-F238E27FC236}">
                  <a16:creationId xmlns:a16="http://schemas.microsoft.com/office/drawing/2014/main" id="{39A8279A-97EA-ACD1-1DC3-69C2F7E365CA}"/>
                </a:ext>
              </a:extLst>
            </p:cNvPr>
            <p:cNvSpPr>
              <a:spLocks noGrp="1"/>
            </p:cNvSpPr>
            <p:nvPr/>
          </p:nvSpPr>
          <p:spPr>
            <a:xfrm>
              <a:off x="5115856" y="5229782"/>
              <a:ext cx="103635" cy="30664"/>
            </a:xfrm>
            <a:custGeom>
              <a:avLst/>
              <a:gdLst/>
              <a:ahLst/>
              <a:cxnLst/>
              <a:rect l="0" t="0" r="0" b="0"/>
              <a:pathLst>
                <a:path w="103635" h="30664">
                  <a:moveTo>
                    <a:pt x="0" y="30664"/>
                  </a:moveTo>
                  <a:lnTo>
                    <a:pt x="10363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5" name="Candidate_receptor__2774">
              <a:extLst>
                <a:ext uri="{FF2B5EF4-FFF2-40B4-BE49-F238E27FC236}">
                  <a16:creationId xmlns:a16="http://schemas.microsoft.com/office/drawing/2014/main" id="{5DFF0385-8191-A085-8F99-AE8CF8329789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77859"/>
              <a:ext cx="63400" cy="31362"/>
            </a:xfrm>
            <a:custGeom>
              <a:avLst/>
              <a:gdLst/>
              <a:ahLst/>
              <a:cxnLst/>
              <a:rect l="0" t="0" r="0" b="0"/>
              <a:pathLst>
                <a:path w="63400" h="31362">
                  <a:moveTo>
                    <a:pt x="0" y="31362"/>
                  </a:moveTo>
                  <a:lnTo>
                    <a:pt x="6340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6" name="Candidate_receptor__2775">
              <a:extLst>
                <a:ext uri="{FF2B5EF4-FFF2-40B4-BE49-F238E27FC236}">
                  <a16:creationId xmlns:a16="http://schemas.microsoft.com/office/drawing/2014/main" id="{60100933-72E1-8939-534A-74BCEA273F07}"/>
                </a:ext>
              </a:extLst>
            </p:cNvPr>
            <p:cNvSpPr>
              <a:spLocks noGrp="1"/>
            </p:cNvSpPr>
            <p:nvPr/>
          </p:nvSpPr>
          <p:spPr>
            <a:xfrm>
              <a:off x="5843640" y="3182285"/>
              <a:ext cx="31726" cy="49556"/>
            </a:xfrm>
            <a:custGeom>
              <a:avLst/>
              <a:gdLst/>
              <a:ahLst/>
              <a:cxnLst/>
              <a:rect l="0" t="0" r="0" b="0"/>
              <a:pathLst>
                <a:path w="31726" h="49556">
                  <a:moveTo>
                    <a:pt x="31726" y="0"/>
                  </a:moveTo>
                  <a:lnTo>
                    <a:pt x="0" y="4955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7" name="Candidate_receptor__2776">
              <a:extLst>
                <a:ext uri="{FF2B5EF4-FFF2-40B4-BE49-F238E27FC236}">
                  <a16:creationId xmlns:a16="http://schemas.microsoft.com/office/drawing/2014/main" id="{03422C93-A01B-BBD3-142B-2CB02653E1E4}"/>
                </a:ext>
              </a:extLst>
            </p:cNvPr>
            <p:cNvSpPr>
              <a:spLocks noGrp="1"/>
            </p:cNvSpPr>
            <p:nvPr/>
          </p:nvSpPr>
          <p:spPr>
            <a:xfrm>
              <a:off x="5145841" y="4128676"/>
              <a:ext cx="94569" cy="26276"/>
            </a:xfrm>
            <a:custGeom>
              <a:avLst/>
              <a:gdLst/>
              <a:ahLst/>
              <a:cxnLst/>
              <a:rect l="0" t="0" r="0" b="0"/>
              <a:pathLst>
                <a:path w="94569" h="26276">
                  <a:moveTo>
                    <a:pt x="94569" y="0"/>
                  </a:moveTo>
                  <a:lnTo>
                    <a:pt x="0" y="26276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78" name="Candidate_receptor__2777">
              <a:extLst>
                <a:ext uri="{FF2B5EF4-FFF2-40B4-BE49-F238E27FC236}">
                  <a16:creationId xmlns:a16="http://schemas.microsoft.com/office/drawing/2014/main" id="{DC9BF42E-0A02-718D-72BE-E5F799059D6B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67039" cy="37451"/>
            </a:xfrm>
            <a:custGeom>
              <a:avLst/>
              <a:gdLst/>
              <a:ahLst/>
              <a:cxnLst/>
              <a:rect l="0" t="0" r="0" b="0"/>
              <a:pathLst>
                <a:path w="67039" h="37451">
                  <a:moveTo>
                    <a:pt x="67039" y="374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9" name="Candidate_receptor__2778">
              <a:extLst>
                <a:ext uri="{FF2B5EF4-FFF2-40B4-BE49-F238E27FC236}">
                  <a16:creationId xmlns:a16="http://schemas.microsoft.com/office/drawing/2014/main" id="{1176FE43-3BFE-B762-2DAC-6B7251A1B561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90996"/>
              <a:ext cx="64096" cy="14876"/>
            </a:xfrm>
            <a:custGeom>
              <a:avLst/>
              <a:gdLst/>
              <a:ahLst/>
              <a:cxnLst/>
              <a:rect l="0" t="0" r="0" b="0"/>
              <a:pathLst>
                <a:path w="64096" h="14876">
                  <a:moveTo>
                    <a:pt x="64096" y="0"/>
                  </a:moveTo>
                  <a:lnTo>
                    <a:pt x="0" y="1487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0" name="Candidate_receptor__2779">
              <a:extLst>
                <a:ext uri="{FF2B5EF4-FFF2-40B4-BE49-F238E27FC236}">
                  <a16:creationId xmlns:a16="http://schemas.microsoft.com/office/drawing/2014/main" id="{8C1352E2-B43F-5446-F665-5378113BF062}"/>
                </a:ext>
              </a:extLst>
            </p:cNvPr>
            <p:cNvSpPr>
              <a:spLocks noGrp="1"/>
            </p:cNvSpPr>
            <p:nvPr/>
          </p:nvSpPr>
          <p:spPr>
            <a:xfrm>
              <a:off x="4896175" y="3746004"/>
              <a:ext cx="59078" cy="6258"/>
            </a:xfrm>
            <a:custGeom>
              <a:avLst/>
              <a:gdLst/>
              <a:ahLst/>
              <a:cxnLst/>
              <a:rect l="0" t="0" r="0" b="0"/>
              <a:pathLst>
                <a:path w="59078" h="6258">
                  <a:moveTo>
                    <a:pt x="0" y="6258"/>
                  </a:moveTo>
                  <a:lnTo>
                    <a:pt x="5907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1" name="Candidate_receptor__2780">
              <a:extLst>
                <a:ext uri="{FF2B5EF4-FFF2-40B4-BE49-F238E27FC236}">
                  <a16:creationId xmlns:a16="http://schemas.microsoft.com/office/drawing/2014/main" id="{924A7C7A-E149-719E-C9F2-6BDDC859E9A1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583858"/>
              <a:ext cx="83702" cy="62610"/>
            </a:xfrm>
            <a:custGeom>
              <a:avLst/>
              <a:gdLst/>
              <a:ahLst/>
              <a:cxnLst/>
              <a:rect l="0" t="0" r="0" b="0"/>
              <a:pathLst>
                <a:path w="83702" h="62610">
                  <a:moveTo>
                    <a:pt x="83702" y="0"/>
                  </a:moveTo>
                  <a:lnTo>
                    <a:pt x="0" y="626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2" name="Candidate_receptor__2781">
              <a:extLst>
                <a:ext uri="{FF2B5EF4-FFF2-40B4-BE49-F238E27FC236}">
                  <a16:creationId xmlns:a16="http://schemas.microsoft.com/office/drawing/2014/main" id="{8C5E547B-9483-E90F-CF6F-7EB4FE72B14F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397951"/>
              <a:ext cx="44717" cy="106207"/>
            </a:xfrm>
            <a:custGeom>
              <a:avLst/>
              <a:gdLst/>
              <a:ahLst/>
              <a:cxnLst/>
              <a:rect l="0" t="0" r="0" b="0"/>
              <a:pathLst>
                <a:path w="44717" h="106207">
                  <a:moveTo>
                    <a:pt x="44717" y="0"/>
                  </a:moveTo>
                  <a:lnTo>
                    <a:pt x="0" y="10620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3" name="Candidate_receptor__2782">
              <a:extLst>
                <a:ext uri="{FF2B5EF4-FFF2-40B4-BE49-F238E27FC236}">
                  <a16:creationId xmlns:a16="http://schemas.microsoft.com/office/drawing/2014/main" id="{44158C67-65C9-ED2C-F56D-44D6001655C3}"/>
                </a:ext>
              </a:extLst>
            </p:cNvPr>
            <p:cNvSpPr>
              <a:spLocks noGrp="1"/>
            </p:cNvSpPr>
            <p:nvPr/>
          </p:nvSpPr>
          <p:spPr>
            <a:xfrm>
              <a:off x="5753271" y="3525307"/>
              <a:ext cx="93111" cy="57604"/>
            </a:xfrm>
            <a:custGeom>
              <a:avLst/>
              <a:gdLst/>
              <a:ahLst/>
              <a:cxnLst/>
              <a:rect l="0" t="0" r="0" b="0"/>
              <a:pathLst>
                <a:path w="93111" h="57604">
                  <a:moveTo>
                    <a:pt x="0" y="57604"/>
                  </a:moveTo>
                  <a:lnTo>
                    <a:pt x="9311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84" name="Candidate_receptor__2783">
              <a:extLst>
                <a:ext uri="{FF2B5EF4-FFF2-40B4-BE49-F238E27FC236}">
                  <a16:creationId xmlns:a16="http://schemas.microsoft.com/office/drawing/2014/main" id="{F9DC616B-0A80-74A7-77F0-88252DCE1945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44656"/>
              <a:ext cx="33985" cy="50928"/>
            </a:xfrm>
            <a:custGeom>
              <a:avLst/>
              <a:gdLst/>
              <a:ahLst/>
              <a:cxnLst/>
              <a:rect l="0" t="0" r="0" b="0"/>
              <a:pathLst>
                <a:path w="33985" h="50928">
                  <a:moveTo>
                    <a:pt x="33985" y="0"/>
                  </a:moveTo>
                  <a:lnTo>
                    <a:pt x="0" y="5092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85" name="Candidate_receptor__2784">
              <a:extLst>
                <a:ext uri="{FF2B5EF4-FFF2-40B4-BE49-F238E27FC236}">
                  <a16:creationId xmlns:a16="http://schemas.microsoft.com/office/drawing/2014/main" id="{A40CE6E8-54FD-46CF-6E9A-879790834721}"/>
                </a:ext>
              </a:extLst>
            </p:cNvPr>
            <p:cNvSpPr>
              <a:spLocks noGrp="1"/>
            </p:cNvSpPr>
            <p:nvPr/>
          </p:nvSpPr>
          <p:spPr>
            <a:xfrm>
              <a:off x="5970400" y="4108464"/>
              <a:ext cx="113808" cy="7184"/>
            </a:xfrm>
            <a:custGeom>
              <a:avLst/>
              <a:gdLst/>
              <a:ahLst/>
              <a:cxnLst/>
              <a:rect l="0" t="0" r="0" b="0"/>
              <a:pathLst>
                <a:path w="113808" h="7184">
                  <a:moveTo>
                    <a:pt x="0" y="7184"/>
                  </a:moveTo>
                  <a:lnTo>
                    <a:pt x="11380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6" name="Candidate_receptor__2785">
              <a:extLst>
                <a:ext uri="{FF2B5EF4-FFF2-40B4-BE49-F238E27FC236}">
                  <a16:creationId xmlns:a16="http://schemas.microsoft.com/office/drawing/2014/main" id="{47DC070F-6FDD-941E-135F-F3100F403F46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96080"/>
              <a:ext cx="93772" cy="19937"/>
            </a:xfrm>
            <a:custGeom>
              <a:avLst/>
              <a:gdLst/>
              <a:ahLst/>
              <a:cxnLst/>
              <a:rect l="0" t="0" r="0" b="0"/>
              <a:pathLst>
                <a:path w="93772" h="19937">
                  <a:moveTo>
                    <a:pt x="93772" y="0"/>
                  </a:moveTo>
                  <a:lnTo>
                    <a:pt x="0" y="1993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7" name="Candidate_receptor__2786">
              <a:extLst>
                <a:ext uri="{FF2B5EF4-FFF2-40B4-BE49-F238E27FC236}">
                  <a16:creationId xmlns:a16="http://schemas.microsoft.com/office/drawing/2014/main" id="{1BA0EF9A-A8C6-C59A-3973-EAA2D576E3AA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885583"/>
              <a:ext cx="62761" cy="65103"/>
            </a:xfrm>
            <a:custGeom>
              <a:avLst/>
              <a:gdLst/>
              <a:ahLst/>
              <a:cxnLst/>
              <a:rect l="0" t="0" r="0" b="0"/>
              <a:pathLst>
                <a:path w="62761" h="65103">
                  <a:moveTo>
                    <a:pt x="0" y="65103"/>
                  </a:moveTo>
                  <a:lnTo>
                    <a:pt x="6276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8" name="Candidate_receptor__2787">
              <a:extLst>
                <a:ext uri="{FF2B5EF4-FFF2-40B4-BE49-F238E27FC236}">
                  <a16:creationId xmlns:a16="http://schemas.microsoft.com/office/drawing/2014/main" id="{86703EE0-2ECA-2CEC-81C7-6A411F9D8768}"/>
                </a:ext>
              </a:extLst>
            </p:cNvPr>
            <p:cNvSpPr>
              <a:spLocks noGrp="1"/>
            </p:cNvSpPr>
            <p:nvPr/>
          </p:nvSpPr>
          <p:spPr>
            <a:xfrm>
              <a:off x="6071288" y="4794911"/>
              <a:ext cx="33822" cy="90673"/>
            </a:xfrm>
            <a:custGeom>
              <a:avLst/>
              <a:gdLst/>
              <a:ahLst/>
              <a:cxnLst/>
              <a:rect l="0" t="0" r="0" b="0"/>
              <a:pathLst>
                <a:path w="33822" h="90673">
                  <a:moveTo>
                    <a:pt x="0" y="90673"/>
                  </a:moveTo>
                  <a:lnTo>
                    <a:pt x="3382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9" name="Candidate_receptor__2788">
              <a:extLst>
                <a:ext uri="{FF2B5EF4-FFF2-40B4-BE49-F238E27FC236}">
                  <a16:creationId xmlns:a16="http://schemas.microsoft.com/office/drawing/2014/main" id="{B382D224-2D00-5D6C-B898-7786FEDC3F68}"/>
                </a:ext>
              </a:extLst>
            </p:cNvPr>
            <p:cNvSpPr>
              <a:spLocks noGrp="1"/>
            </p:cNvSpPr>
            <p:nvPr/>
          </p:nvSpPr>
          <p:spPr>
            <a:xfrm>
              <a:off x="5997721" y="4635045"/>
              <a:ext cx="8304" cy="69486"/>
            </a:xfrm>
            <a:custGeom>
              <a:avLst/>
              <a:gdLst/>
              <a:ahLst/>
              <a:cxnLst/>
              <a:rect l="0" t="0" r="0" b="0"/>
              <a:pathLst>
                <a:path w="8304" h="69486">
                  <a:moveTo>
                    <a:pt x="8304" y="69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0" name="Candidate_receptor__2789">
              <a:extLst>
                <a:ext uri="{FF2B5EF4-FFF2-40B4-BE49-F238E27FC236}">
                  <a16:creationId xmlns:a16="http://schemas.microsoft.com/office/drawing/2014/main" id="{EADA6A56-77A9-2849-BA64-D65E43A6162E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215329"/>
              <a:ext cx="57623" cy="89155"/>
            </a:xfrm>
            <a:custGeom>
              <a:avLst/>
              <a:gdLst/>
              <a:ahLst/>
              <a:cxnLst/>
              <a:rect l="0" t="0" r="0" b="0"/>
              <a:pathLst>
                <a:path w="57623" h="89155">
                  <a:moveTo>
                    <a:pt x="57623" y="891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1" name="Candidate_receptor__2790">
              <a:extLst>
                <a:ext uri="{FF2B5EF4-FFF2-40B4-BE49-F238E27FC236}">
                  <a16:creationId xmlns:a16="http://schemas.microsoft.com/office/drawing/2014/main" id="{535CDE76-ADE1-7E8F-8213-9B2E7430A7C6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470861"/>
              <a:ext cx="96697" cy="53301"/>
            </a:xfrm>
            <a:custGeom>
              <a:avLst/>
              <a:gdLst/>
              <a:ahLst/>
              <a:cxnLst/>
              <a:rect l="0" t="0" r="0" b="0"/>
              <a:pathLst>
                <a:path w="96697" h="53301">
                  <a:moveTo>
                    <a:pt x="0" y="53301"/>
                  </a:moveTo>
                  <a:lnTo>
                    <a:pt x="9669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92" name="Candidate_receptor__2791">
              <a:extLst>
                <a:ext uri="{FF2B5EF4-FFF2-40B4-BE49-F238E27FC236}">
                  <a16:creationId xmlns:a16="http://schemas.microsoft.com/office/drawing/2014/main" id="{CF2620AA-B92B-0987-9062-145228BD33F4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5791"/>
              <a:ext cx="17355" cy="470"/>
            </a:xfrm>
            <a:custGeom>
              <a:avLst/>
              <a:gdLst/>
              <a:ahLst/>
              <a:cxnLst/>
              <a:rect l="0" t="0" r="0" b="0"/>
              <a:pathLst>
                <a:path w="17355" h="470">
                  <a:moveTo>
                    <a:pt x="0" y="470"/>
                  </a:moveTo>
                  <a:lnTo>
                    <a:pt x="173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3" name="Candidate_receptor__2792">
              <a:extLst>
                <a:ext uri="{FF2B5EF4-FFF2-40B4-BE49-F238E27FC236}">
                  <a16:creationId xmlns:a16="http://schemas.microsoft.com/office/drawing/2014/main" id="{9467080D-6897-C1AB-6A0B-AD1C02A86BB9}"/>
                </a:ext>
              </a:extLst>
            </p:cNvPr>
            <p:cNvSpPr>
              <a:spLocks noGrp="1"/>
            </p:cNvSpPr>
            <p:nvPr/>
          </p:nvSpPr>
          <p:spPr>
            <a:xfrm>
              <a:off x="5868481" y="4496080"/>
              <a:ext cx="70905" cy="34759"/>
            </a:xfrm>
            <a:custGeom>
              <a:avLst/>
              <a:gdLst/>
              <a:ahLst/>
              <a:cxnLst/>
              <a:rect l="0" t="0" r="0" b="0"/>
              <a:pathLst>
                <a:path w="70905" h="34759">
                  <a:moveTo>
                    <a:pt x="70905" y="347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4" name="Candidate_receptor__2793">
              <a:extLst>
                <a:ext uri="{FF2B5EF4-FFF2-40B4-BE49-F238E27FC236}">
                  <a16:creationId xmlns:a16="http://schemas.microsoft.com/office/drawing/2014/main" id="{85C16051-52DC-B842-EB40-0A63254E3CC5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60446"/>
              <a:ext cx="15172" cy="71138"/>
            </a:xfrm>
            <a:custGeom>
              <a:avLst/>
              <a:gdLst/>
              <a:ahLst/>
              <a:cxnLst/>
              <a:rect l="0" t="0" r="0" b="0"/>
              <a:pathLst>
                <a:path w="15172" h="71138">
                  <a:moveTo>
                    <a:pt x="0" y="71138"/>
                  </a:moveTo>
                  <a:lnTo>
                    <a:pt x="1517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5" name="Candidate_receptor__2794">
              <a:extLst>
                <a:ext uri="{FF2B5EF4-FFF2-40B4-BE49-F238E27FC236}">
                  <a16:creationId xmlns:a16="http://schemas.microsoft.com/office/drawing/2014/main" id="{E689D2D4-4C0A-4E4F-B9BD-8BD06479CAD5}"/>
                </a:ext>
              </a:extLst>
            </p:cNvPr>
            <p:cNvSpPr>
              <a:spLocks noGrp="1"/>
            </p:cNvSpPr>
            <p:nvPr/>
          </p:nvSpPr>
          <p:spPr>
            <a:xfrm>
              <a:off x="4970297" y="3484758"/>
              <a:ext cx="105761" cy="38314"/>
            </a:xfrm>
            <a:custGeom>
              <a:avLst/>
              <a:gdLst/>
              <a:ahLst/>
              <a:cxnLst/>
              <a:rect l="0" t="0" r="0" b="0"/>
              <a:pathLst>
                <a:path w="105761" h="38314">
                  <a:moveTo>
                    <a:pt x="105761" y="0"/>
                  </a:moveTo>
                  <a:lnTo>
                    <a:pt x="0" y="3831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6" name="Candidate_receptor__2795">
              <a:extLst>
                <a:ext uri="{FF2B5EF4-FFF2-40B4-BE49-F238E27FC236}">
                  <a16:creationId xmlns:a16="http://schemas.microsoft.com/office/drawing/2014/main" id="{5627DFF4-99FD-51AE-619C-19D7AA0C0126}"/>
                </a:ext>
              </a:extLst>
            </p:cNvPr>
            <p:cNvSpPr>
              <a:spLocks noGrp="1"/>
            </p:cNvSpPr>
            <p:nvPr/>
          </p:nvSpPr>
          <p:spPr>
            <a:xfrm>
              <a:off x="5103671" y="4431818"/>
              <a:ext cx="106799" cy="24847"/>
            </a:xfrm>
            <a:custGeom>
              <a:avLst/>
              <a:gdLst/>
              <a:ahLst/>
              <a:cxnLst/>
              <a:rect l="0" t="0" r="0" b="0"/>
              <a:pathLst>
                <a:path w="106799" h="24847">
                  <a:moveTo>
                    <a:pt x="106799" y="248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7" name="Candidate_receptor__2796">
              <a:extLst>
                <a:ext uri="{FF2B5EF4-FFF2-40B4-BE49-F238E27FC236}">
                  <a16:creationId xmlns:a16="http://schemas.microsoft.com/office/drawing/2014/main" id="{CB4C192B-C5FA-8825-58FF-4E463E3BB0DD}"/>
                </a:ext>
              </a:extLst>
            </p:cNvPr>
            <p:cNvSpPr>
              <a:spLocks noGrp="1"/>
            </p:cNvSpPr>
            <p:nvPr/>
          </p:nvSpPr>
          <p:spPr>
            <a:xfrm>
              <a:off x="6453608" y="3533149"/>
              <a:ext cx="104025" cy="40702"/>
            </a:xfrm>
            <a:custGeom>
              <a:avLst/>
              <a:gdLst/>
              <a:ahLst/>
              <a:cxnLst/>
              <a:rect l="0" t="0" r="0" b="0"/>
              <a:pathLst>
                <a:path w="104025" h="40702">
                  <a:moveTo>
                    <a:pt x="0" y="0"/>
                  </a:moveTo>
                  <a:lnTo>
                    <a:pt x="104025" y="40702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98" name="Candidate_receptor__2797">
              <a:extLst>
                <a:ext uri="{FF2B5EF4-FFF2-40B4-BE49-F238E27FC236}">
                  <a16:creationId xmlns:a16="http://schemas.microsoft.com/office/drawing/2014/main" id="{98521B90-D9AD-FE35-514E-5F4BBF7178A8}"/>
                </a:ext>
              </a:extLst>
            </p:cNvPr>
            <p:cNvSpPr>
              <a:spLocks noGrp="1"/>
            </p:cNvSpPr>
            <p:nvPr/>
          </p:nvSpPr>
          <p:spPr>
            <a:xfrm>
              <a:off x="5211242" y="2720884"/>
              <a:ext cx="31839" cy="12251"/>
            </a:xfrm>
            <a:custGeom>
              <a:avLst/>
              <a:gdLst/>
              <a:ahLst/>
              <a:cxnLst/>
              <a:rect l="0" t="0" r="0" b="0"/>
              <a:pathLst>
                <a:path w="31839" h="12251">
                  <a:moveTo>
                    <a:pt x="0" y="12251"/>
                  </a:moveTo>
                  <a:lnTo>
                    <a:pt x="3183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9" name="Candidate_receptor__2798">
              <a:extLst>
                <a:ext uri="{FF2B5EF4-FFF2-40B4-BE49-F238E27FC236}">
                  <a16:creationId xmlns:a16="http://schemas.microsoft.com/office/drawing/2014/main" id="{B86614C8-E465-01FD-C89F-91ECF360A328}"/>
                </a:ext>
              </a:extLst>
            </p:cNvPr>
            <p:cNvSpPr>
              <a:spLocks noGrp="1"/>
            </p:cNvSpPr>
            <p:nvPr/>
          </p:nvSpPr>
          <p:spPr>
            <a:xfrm>
              <a:off x="4960012" y="4103615"/>
              <a:ext cx="88210" cy="61786"/>
            </a:xfrm>
            <a:custGeom>
              <a:avLst/>
              <a:gdLst/>
              <a:ahLst/>
              <a:cxnLst/>
              <a:rect l="0" t="0" r="0" b="0"/>
              <a:pathLst>
                <a:path w="88210" h="61786">
                  <a:moveTo>
                    <a:pt x="88210" y="0"/>
                  </a:moveTo>
                  <a:lnTo>
                    <a:pt x="0" y="617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0" name="Candidate_receptor__2799">
              <a:extLst>
                <a:ext uri="{FF2B5EF4-FFF2-40B4-BE49-F238E27FC236}">
                  <a16:creationId xmlns:a16="http://schemas.microsoft.com/office/drawing/2014/main" id="{6548C5C7-9422-1398-3CA2-293FD715BF36}"/>
                </a:ext>
              </a:extLst>
            </p:cNvPr>
            <p:cNvSpPr>
              <a:spLocks noGrp="1"/>
            </p:cNvSpPr>
            <p:nvPr/>
          </p:nvSpPr>
          <p:spPr>
            <a:xfrm>
              <a:off x="5197162" y="4456665"/>
              <a:ext cx="13309" cy="109986"/>
            </a:xfrm>
            <a:custGeom>
              <a:avLst/>
              <a:gdLst/>
              <a:ahLst/>
              <a:cxnLst/>
              <a:rect l="0" t="0" r="0" b="0"/>
              <a:pathLst>
                <a:path w="13309" h="109986">
                  <a:moveTo>
                    <a:pt x="0" y="109986"/>
                  </a:moveTo>
                  <a:lnTo>
                    <a:pt x="1330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1" name="Candidate_receptor__2800">
              <a:extLst>
                <a:ext uri="{FF2B5EF4-FFF2-40B4-BE49-F238E27FC236}">
                  <a16:creationId xmlns:a16="http://schemas.microsoft.com/office/drawing/2014/main" id="{191C4C16-9F2D-10A4-AA54-CF38F07AC482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691874"/>
              <a:ext cx="20476" cy="99232"/>
            </a:xfrm>
            <a:custGeom>
              <a:avLst/>
              <a:gdLst/>
              <a:ahLst/>
              <a:cxnLst/>
              <a:rect l="0" t="0" r="0" b="0"/>
              <a:pathLst>
                <a:path w="20476" h="99232">
                  <a:moveTo>
                    <a:pt x="0" y="99232"/>
                  </a:moveTo>
                  <a:lnTo>
                    <a:pt x="2047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2" name="Candidate_receptor__2801">
              <a:extLst>
                <a:ext uri="{FF2B5EF4-FFF2-40B4-BE49-F238E27FC236}">
                  <a16:creationId xmlns:a16="http://schemas.microsoft.com/office/drawing/2014/main" id="{33721888-E98F-EFC6-3B2C-43DAF506E8C9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625930"/>
              <a:ext cx="7449" cy="25563"/>
            </a:xfrm>
            <a:custGeom>
              <a:avLst/>
              <a:gdLst/>
              <a:ahLst/>
              <a:cxnLst/>
              <a:rect l="0" t="0" r="0" b="0"/>
              <a:pathLst>
                <a:path w="7449" h="25563">
                  <a:moveTo>
                    <a:pt x="7449" y="255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3" name="Candidate_receptor__2802">
              <a:extLst>
                <a:ext uri="{FF2B5EF4-FFF2-40B4-BE49-F238E27FC236}">
                  <a16:creationId xmlns:a16="http://schemas.microsoft.com/office/drawing/2014/main" id="{DE73ACC2-87CF-7EBD-01DD-31C85F319A43}"/>
                </a:ext>
              </a:extLst>
            </p:cNvPr>
            <p:cNvSpPr>
              <a:spLocks noGrp="1"/>
            </p:cNvSpPr>
            <p:nvPr/>
          </p:nvSpPr>
          <p:spPr>
            <a:xfrm>
              <a:off x="5219491" y="5229782"/>
              <a:ext cx="29647" cy="110787"/>
            </a:xfrm>
            <a:custGeom>
              <a:avLst/>
              <a:gdLst/>
              <a:ahLst/>
              <a:cxnLst/>
              <a:rect l="0" t="0" r="0" b="0"/>
              <a:pathLst>
                <a:path w="29647" h="110787">
                  <a:moveTo>
                    <a:pt x="0" y="0"/>
                  </a:moveTo>
                  <a:lnTo>
                    <a:pt x="29647" y="11078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4" name="Candidate_receptor__2803">
              <a:extLst>
                <a:ext uri="{FF2B5EF4-FFF2-40B4-BE49-F238E27FC236}">
                  <a16:creationId xmlns:a16="http://schemas.microsoft.com/office/drawing/2014/main" id="{5CA42E19-A773-DEB4-5D64-EA50E5E8D421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504158"/>
              <a:ext cx="96657" cy="47803"/>
            </a:xfrm>
            <a:custGeom>
              <a:avLst/>
              <a:gdLst/>
              <a:ahLst/>
              <a:cxnLst/>
              <a:rect l="0" t="0" r="0" b="0"/>
              <a:pathLst>
                <a:path w="96657" h="47803">
                  <a:moveTo>
                    <a:pt x="0" y="0"/>
                  </a:moveTo>
                  <a:lnTo>
                    <a:pt x="96657" y="47803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5" name="Candidate_receptor__2804">
              <a:extLst>
                <a:ext uri="{FF2B5EF4-FFF2-40B4-BE49-F238E27FC236}">
                  <a16:creationId xmlns:a16="http://schemas.microsoft.com/office/drawing/2014/main" id="{8568A076-D8E6-FD19-56C0-E55F29398615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18257"/>
              <a:ext cx="86559" cy="14311"/>
            </a:xfrm>
            <a:custGeom>
              <a:avLst/>
              <a:gdLst/>
              <a:ahLst/>
              <a:cxnLst/>
              <a:rect l="0" t="0" r="0" b="0"/>
              <a:pathLst>
                <a:path w="86559" h="14311">
                  <a:moveTo>
                    <a:pt x="0" y="0"/>
                  </a:moveTo>
                  <a:lnTo>
                    <a:pt x="86559" y="1431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6" name="Candidate_receptor__2805">
              <a:extLst>
                <a:ext uri="{FF2B5EF4-FFF2-40B4-BE49-F238E27FC236}">
                  <a16:creationId xmlns:a16="http://schemas.microsoft.com/office/drawing/2014/main" id="{FFD2E421-4435-9E2C-75BA-D1C4EAA10BA1}"/>
                </a:ext>
              </a:extLst>
            </p:cNvPr>
            <p:cNvSpPr>
              <a:spLocks noGrp="1"/>
            </p:cNvSpPr>
            <p:nvPr/>
          </p:nvSpPr>
          <p:spPr>
            <a:xfrm>
              <a:off x="5889894" y="3680881"/>
              <a:ext cx="104833" cy="47337"/>
            </a:xfrm>
            <a:custGeom>
              <a:avLst/>
              <a:gdLst/>
              <a:ahLst/>
              <a:cxnLst/>
              <a:rect l="0" t="0" r="0" b="0"/>
              <a:pathLst>
                <a:path w="104833" h="47337">
                  <a:moveTo>
                    <a:pt x="104833" y="0"/>
                  </a:moveTo>
                  <a:lnTo>
                    <a:pt x="0" y="4733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07" name="Candidate_receptor__2806">
              <a:extLst>
                <a:ext uri="{FF2B5EF4-FFF2-40B4-BE49-F238E27FC236}">
                  <a16:creationId xmlns:a16="http://schemas.microsoft.com/office/drawing/2014/main" id="{96F78A60-0D6B-F376-AB49-2A562A458348}"/>
                </a:ext>
              </a:extLst>
            </p:cNvPr>
            <p:cNvSpPr>
              <a:spLocks noGrp="1"/>
            </p:cNvSpPr>
            <p:nvPr/>
          </p:nvSpPr>
          <p:spPr>
            <a:xfrm>
              <a:off x="5240410" y="4128676"/>
              <a:ext cx="39760" cy="108953"/>
            </a:xfrm>
            <a:custGeom>
              <a:avLst/>
              <a:gdLst/>
              <a:ahLst/>
              <a:cxnLst/>
              <a:rect l="0" t="0" r="0" b="0"/>
              <a:pathLst>
                <a:path w="39760" h="108953">
                  <a:moveTo>
                    <a:pt x="39760" y="1089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08" name="Candidate_receptor__2807">
              <a:extLst>
                <a:ext uri="{FF2B5EF4-FFF2-40B4-BE49-F238E27FC236}">
                  <a16:creationId xmlns:a16="http://schemas.microsoft.com/office/drawing/2014/main" id="{672B618F-08CF-1263-7EFF-23D2515CD554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865081"/>
              <a:ext cx="108372" cy="23566"/>
            </a:xfrm>
            <a:custGeom>
              <a:avLst/>
              <a:gdLst/>
              <a:ahLst/>
              <a:cxnLst/>
              <a:rect l="0" t="0" r="0" b="0"/>
              <a:pathLst>
                <a:path w="108372" h="23566">
                  <a:moveTo>
                    <a:pt x="108372" y="23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9" name="Candidate_receptor__2808">
              <a:extLst>
                <a:ext uri="{FF2B5EF4-FFF2-40B4-BE49-F238E27FC236}">
                  <a16:creationId xmlns:a16="http://schemas.microsoft.com/office/drawing/2014/main" id="{EF440392-EFDA-310E-EFBD-BADA251D3B07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92039"/>
              <a:ext cx="20192" cy="31949"/>
            </a:xfrm>
            <a:custGeom>
              <a:avLst/>
              <a:gdLst/>
              <a:ahLst/>
              <a:cxnLst/>
              <a:rect l="0" t="0" r="0" b="0"/>
              <a:pathLst>
                <a:path w="20192" h="31949">
                  <a:moveTo>
                    <a:pt x="0" y="0"/>
                  </a:moveTo>
                  <a:lnTo>
                    <a:pt x="20192" y="3194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0" name="Candidate_receptor__2809">
              <a:extLst>
                <a:ext uri="{FF2B5EF4-FFF2-40B4-BE49-F238E27FC236}">
                  <a16:creationId xmlns:a16="http://schemas.microsoft.com/office/drawing/2014/main" id="{186D6792-A905-1124-BE42-9D9BC1615099}"/>
                </a:ext>
              </a:extLst>
            </p:cNvPr>
            <p:cNvSpPr>
              <a:spLocks noGrp="1"/>
            </p:cNvSpPr>
            <p:nvPr/>
          </p:nvSpPr>
          <p:spPr>
            <a:xfrm>
              <a:off x="4743509" y="4534456"/>
              <a:ext cx="63185" cy="88360"/>
            </a:xfrm>
            <a:custGeom>
              <a:avLst/>
              <a:gdLst/>
              <a:ahLst/>
              <a:cxnLst/>
              <a:rect l="0" t="0" r="0" b="0"/>
              <a:pathLst>
                <a:path w="63185" h="88360">
                  <a:moveTo>
                    <a:pt x="0" y="88360"/>
                  </a:moveTo>
                  <a:lnTo>
                    <a:pt x="6318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1" name="Candidate_receptor__2810">
              <a:extLst>
                <a:ext uri="{FF2B5EF4-FFF2-40B4-BE49-F238E27FC236}">
                  <a16:creationId xmlns:a16="http://schemas.microsoft.com/office/drawing/2014/main" id="{E23CC545-E744-726F-8BB0-A3B2BE8B24B4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690476"/>
              <a:ext cx="98012" cy="47625"/>
            </a:xfrm>
            <a:custGeom>
              <a:avLst/>
              <a:gdLst/>
              <a:ahLst/>
              <a:cxnLst/>
              <a:rect l="0" t="0" r="0" b="0"/>
              <a:pathLst>
                <a:path w="98012" h="47625">
                  <a:moveTo>
                    <a:pt x="0" y="47625"/>
                  </a:moveTo>
                  <a:lnTo>
                    <a:pt x="9801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2" name="Candidate_receptor__2811">
              <a:extLst>
                <a:ext uri="{FF2B5EF4-FFF2-40B4-BE49-F238E27FC236}">
                  <a16:creationId xmlns:a16="http://schemas.microsoft.com/office/drawing/2014/main" id="{EAB9CC70-0F76-CEF8-1C84-662257582E38}"/>
                </a:ext>
              </a:extLst>
            </p:cNvPr>
            <p:cNvSpPr>
              <a:spLocks noGrp="1"/>
            </p:cNvSpPr>
            <p:nvPr/>
          </p:nvSpPr>
          <p:spPr>
            <a:xfrm>
              <a:off x="4472355" y="3620026"/>
              <a:ext cx="96619" cy="8867"/>
            </a:xfrm>
            <a:custGeom>
              <a:avLst/>
              <a:gdLst/>
              <a:ahLst/>
              <a:cxnLst/>
              <a:rect l="0" t="0" r="0" b="0"/>
              <a:pathLst>
                <a:path w="96619" h="8867">
                  <a:moveTo>
                    <a:pt x="0" y="0"/>
                  </a:moveTo>
                  <a:lnTo>
                    <a:pt x="96619" y="886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3" name="Candidate_receptor__2812">
              <a:extLst>
                <a:ext uri="{FF2B5EF4-FFF2-40B4-BE49-F238E27FC236}">
                  <a16:creationId xmlns:a16="http://schemas.microsoft.com/office/drawing/2014/main" id="{58942BF4-F8DF-76BB-C6C2-B09A0A047146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31818"/>
              <a:ext cx="39611" cy="88734"/>
            </a:xfrm>
            <a:custGeom>
              <a:avLst/>
              <a:gdLst/>
              <a:ahLst/>
              <a:cxnLst/>
              <a:rect l="0" t="0" r="0" b="0"/>
              <a:pathLst>
                <a:path w="39611" h="88734">
                  <a:moveTo>
                    <a:pt x="39611" y="0"/>
                  </a:moveTo>
                  <a:lnTo>
                    <a:pt x="0" y="8873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4" name="Candidate_receptor__2813">
              <a:extLst>
                <a:ext uri="{FF2B5EF4-FFF2-40B4-BE49-F238E27FC236}">
                  <a16:creationId xmlns:a16="http://schemas.microsoft.com/office/drawing/2014/main" id="{F819CE87-2AD2-CF18-0536-149B6C3EA91A}"/>
                </a:ext>
              </a:extLst>
            </p:cNvPr>
            <p:cNvSpPr>
              <a:spLocks noGrp="1"/>
            </p:cNvSpPr>
            <p:nvPr/>
          </p:nvSpPr>
          <p:spPr>
            <a:xfrm>
              <a:off x="5994726" y="3578342"/>
              <a:ext cx="51910" cy="102539"/>
            </a:xfrm>
            <a:custGeom>
              <a:avLst/>
              <a:gdLst/>
              <a:ahLst/>
              <a:cxnLst/>
              <a:rect l="0" t="0" r="0" b="0"/>
              <a:pathLst>
                <a:path w="51910" h="102539">
                  <a:moveTo>
                    <a:pt x="51910" y="0"/>
                  </a:moveTo>
                  <a:lnTo>
                    <a:pt x="0" y="102539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5" name="Candidate_receptor__2814">
              <a:extLst>
                <a:ext uri="{FF2B5EF4-FFF2-40B4-BE49-F238E27FC236}">
                  <a16:creationId xmlns:a16="http://schemas.microsoft.com/office/drawing/2014/main" id="{3D37001B-8910-9DE3-6235-6EFE37153040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04531"/>
              <a:ext cx="63515" cy="79866"/>
            </a:xfrm>
            <a:custGeom>
              <a:avLst/>
              <a:gdLst/>
              <a:ahLst/>
              <a:cxnLst/>
              <a:rect l="0" t="0" r="0" b="0"/>
              <a:pathLst>
                <a:path w="63515" h="79866">
                  <a:moveTo>
                    <a:pt x="0" y="79866"/>
                  </a:moveTo>
                  <a:lnTo>
                    <a:pt x="6351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6" name="Candidate_receptor__2815">
              <a:extLst>
                <a:ext uri="{FF2B5EF4-FFF2-40B4-BE49-F238E27FC236}">
                  <a16:creationId xmlns:a16="http://schemas.microsoft.com/office/drawing/2014/main" id="{F8D1DB58-9313-394A-87E9-E85EBA5A1182}"/>
                </a:ext>
              </a:extLst>
            </p:cNvPr>
            <p:cNvSpPr>
              <a:spLocks noGrp="1"/>
            </p:cNvSpPr>
            <p:nvPr/>
          </p:nvSpPr>
          <p:spPr>
            <a:xfrm>
              <a:off x="5846382" y="3487622"/>
              <a:ext cx="28885" cy="37685"/>
            </a:xfrm>
            <a:custGeom>
              <a:avLst/>
              <a:gdLst/>
              <a:ahLst/>
              <a:cxnLst/>
              <a:rect l="0" t="0" r="0" b="0"/>
              <a:pathLst>
                <a:path w="28885" h="37685">
                  <a:moveTo>
                    <a:pt x="0" y="37685"/>
                  </a:moveTo>
                  <a:lnTo>
                    <a:pt x="28885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7" name="Candidate_receptor__2816">
              <a:extLst>
                <a:ext uri="{FF2B5EF4-FFF2-40B4-BE49-F238E27FC236}">
                  <a16:creationId xmlns:a16="http://schemas.microsoft.com/office/drawing/2014/main" id="{5812E862-DB74-9289-C8AA-BE064FE13327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620026"/>
              <a:ext cx="59257" cy="53976"/>
            </a:xfrm>
            <a:custGeom>
              <a:avLst/>
              <a:gdLst/>
              <a:ahLst/>
              <a:cxnLst/>
              <a:rect l="0" t="0" r="0" b="0"/>
              <a:pathLst>
                <a:path w="59257" h="53976">
                  <a:moveTo>
                    <a:pt x="0" y="53976"/>
                  </a:moveTo>
                  <a:lnTo>
                    <a:pt x="5925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8" name="Candidate_receptor__2817">
              <a:extLst>
                <a:ext uri="{FF2B5EF4-FFF2-40B4-BE49-F238E27FC236}">
                  <a16:creationId xmlns:a16="http://schemas.microsoft.com/office/drawing/2014/main" id="{2AC14177-1D16-7C61-82E5-CE733755567F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736357"/>
              <a:ext cx="46438" cy="100716"/>
            </a:xfrm>
            <a:custGeom>
              <a:avLst/>
              <a:gdLst/>
              <a:ahLst/>
              <a:cxnLst/>
              <a:rect l="0" t="0" r="0" b="0"/>
              <a:pathLst>
                <a:path w="46438" h="100716">
                  <a:moveTo>
                    <a:pt x="0" y="100716"/>
                  </a:moveTo>
                  <a:lnTo>
                    <a:pt x="46438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9" name="Candidate_receptor__2818">
              <a:extLst>
                <a:ext uri="{FF2B5EF4-FFF2-40B4-BE49-F238E27FC236}">
                  <a16:creationId xmlns:a16="http://schemas.microsoft.com/office/drawing/2014/main" id="{A98D0C2F-652A-3B9F-E4BF-B88E486B9F88}"/>
                </a:ext>
              </a:extLst>
            </p:cNvPr>
            <p:cNvSpPr>
              <a:spLocks noGrp="1"/>
            </p:cNvSpPr>
            <p:nvPr/>
          </p:nvSpPr>
          <p:spPr>
            <a:xfrm>
              <a:off x="6257246" y="4709436"/>
              <a:ext cx="94971" cy="53126"/>
            </a:xfrm>
            <a:custGeom>
              <a:avLst/>
              <a:gdLst/>
              <a:ahLst/>
              <a:cxnLst/>
              <a:rect l="0" t="0" r="0" b="0"/>
              <a:pathLst>
                <a:path w="94971" h="53126">
                  <a:moveTo>
                    <a:pt x="0" y="0"/>
                  </a:moveTo>
                  <a:lnTo>
                    <a:pt x="94971" y="5312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0" name="Candidate_receptor__2819">
              <a:extLst>
                <a:ext uri="{FF2B5EF4-FFF2-40B4-BE49-F238E27FC236}">
                  <a16:creationId xmlns:a16="http://schemas.microsoft.com/office/drawing/2014/main" id="{2A341406-D638-82FC-97B0-BDD09E22CF8F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57111" cy="6110"/>
            </a:xfrm>
            <a:custGeom>
              <a:avLst/>
              <a:gdLst/>
              <a:ahLst/>
              <a:cxnLst/>
              <a:rect l="0" t="0" r="0" b="0"/>
              <a:pathLst>
                <a:path w="57111" h="6110">
                  <a:moveTo>
                    <a:pt x="0" y="0"/>
                  </a:moveTo>
                  <a:lnTo>
                    <a:pt x="57111" y="61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1" name="Candidate_receptor__2820">
              <a:extLst>
                <a:ext uri="{FF2B5EF4-FFF2-40B4-BE49-F238E27FC236}">
                  <a16:creationId xmlns:a16="http://schemas.microsoft.com/office/drawing/2014/main" id="{9C8E0787-B11D-4B14-BB7F-03918B133C7F}"/>
                </a:ext>
              </a:extLst>
            </p:cNvPr>
            <p:cNvSpPr>
              <a:spLocks noGrp="1"/>
            </p:cNvSpPr>
            <p:nvPr/>
          </p:nvSpPr>
          <p:spPr>
            <a:xfrm>
              <a:off x="4806694" y="4534456"/>
              <a:ext cx="84478" cy="34709"/>
            </a:xfrm>
            <a:custGeom>
              <a:avLst/>
              <a:gdLst/>
              <a:ahLst/>
              <a:cxnLst/>
              <a:rect l="0" t="0" r="0" b="0"/>
              <a:pathLst>
                <a:path w="84478" h="34709">
                  <a:moveTo>
                    <a:pt x="0" y="0"/>
                  </a:moveTo>
                  <a:lnTo>
                    <a:pt x="84478" y="3470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2" name="Candidate_receptor__2821">
              <a:extLst>
                <a:ext uri="{FF2B5EF4-FFF2-40B4-BE49-F238E27FC236}">
                  <a16:creationId xmlns:a16="http://schemas.microsoft.com/office/drawing/2014/main" id="{024BA3A7-EECB-2F81-B2A9-128CB945446A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5711"/>
              <a:ext cx="115530" cy="4081"/>
            </a:xfrm>
            <a:custGeom>
              <a:avLst/>
              <a:gdLst/>
              <a:ahLst/>
              <a:cxnLst/>
              <a:rect l="0" t="0" r="0" b="0"/>
              <a:pathLst>
                <a:path w="115530" h="4081">
                  <a:moveTo>
                    <a:pt x="115530" y="0"/>
                  </a:moveTo>
                  <a:lnTo>
                    <a:pt x="0" y="408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3" name="Candidate_receptor__2822">
              <a:extLst>
                <a:ext uri="{FF2B5EF4-FFF2-40B4-BE49-F238E27FC236}">
                  <a16:creationId xmlns:a16="http://schemas.microsoft.com/office/drawing/2014/main" id="{D5C09BEE-146A-41C5-87B4-29A8BB01C539}"/>
                </a:ext>
              </a:extLst>
            </p:cNvPr>
            <p:cNvSpPr>
              <a:spLocks noGrp="1"/>
            </p:cNvSpPr>
            <p:nvPr/>
          </p:nvSpPr>
          <p:spPr>
            <a:xfrm>
              <a:off x="4568974" y="3628894"/>
              <a:ext cx="66772" cy="87361"/>
            </a:xfrm>
            <a:custGeom>
              <a:avLst/>
              <a:gdLst/>
              <a:ahLst/>
              <a:cxnLst/>
              <a:rect l="0" t="0" r="0" b="0"/>
              <a:pathLst>
                <a:path w="66772" h="87361">
                  <a:moveTo>
                    <a:pt x="0" y="0"/>
                  </a:moveTo>
                  <a:lnTo>
                    <a:pt x="66772" y="87361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24" name="Candidate_receptor__2823">
              <a:extLst>
                <a:ext uri="{FF2B5EF4-FFF2-40B4-BE49-F238E27FC236}">
                  <a16:creationId xmlns:a16="http://schemas.microsoft.com/office/drawing/2014/main" id="{BB4B1E16-EE0B-1ABD-674F-213EFF55B817}"/>
                </a:ext>
              </a:extLst>
            </p:cNvPr>
            <p:cNvSpPr>
              <a:spLocks noGrp="1"/>
            </p:cNvSpPr>
            <p:nvPr/>
          </p:nvSpPr>
          <p:spPr>
            <a:xfrm>
              <a:off x="5741034" y="4360343"/>
              <a:ext cx="108154" cy="9852"/>
            </a:xfrm>
            <a:custGeom>
              <a:avLst/>
              <a:gdLst/>
              <a:ahLst/>
              <a:cxnLst/>
              <a:rect l="0" t="0" r="0" b="0"/>
              <a:pathLst>
                <a:path w="108154" h="9852">
                  <a:moveTo>
                    <a:pt x="108154" y="98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5" name="Candidate_receptor__2824">
              <a:extLst>
                <a:ext uri="{FF2B5EF4-FFF2-40B4-BE49-F238E27FC236}">
                  <a16:creationId xmlns:a16="http://schemas.microsoft.com/office/drawing/2014/main" id="{E8B2B0EE-B24A-421F-3408-B5DCDF261D41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762561"/>
              <a:ext cx="42109" cy="102783"/>
            </a:xfrm>
            <a:custGeom>
              <a:avLst/>
              <a:gdLst/>
              <a:ahLst/>
              <a:cxnLst/>
              <a:rect l="0" t="0" r="0" b="0"/>
              <a:pathLst>
                <a:path w="42109" h="102783">
                  <a:moveTo>
                    <a:pt x="42109" y="0"/>
                  </a:moveTo>
                  <a:lnTo>
                    <a:pt x="0" y="102783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26" name="Candidate_receptor__2825">
              <a:extLst>
                <a:ext uri="{FF2B5EF4-FFF2-40B4-BE49-F238E27FC236}">
                  <a16:creationId xmlns:a16="http://schemas.microsoft.com/office/drawing/2014/main" id="{12584DD4-D04F-8D26-DF20-9FAF2710ADCF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199189"/>
              <a:ext cx="69560" cy="54095"/>
            </a:xfrm>
            <a:custGeom>
              <a:avLst/>
              <a:gdLst/>
              <a:ahLst/>
              <a:cxnLst/>
              <a:rect l="0" t="0" r="0" b="0"/>
              <a:pathLst>
                <a:path w="69560" h="54095">
                  <a:moveTo>
                    <a:pt x="69560" y="0"/>
                  </a:moveTo>
                  <a:lnTo>
                    <a:pt x="0" y="54095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7" name="Candidate_receptor__2826">
              <a:extLst>
                <a:ext uri="{FF2B5EF4-FFF2-40B4-BE49-F238E27FC236}">
                  <a16:creationId xmlns:a16="http://schemas.microsoft.com/office/drawing/2014/main" id="{DE898EEA-78D6-AB5F-B50A-EDC8263420B7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752261"/>
              <a:ext cx="23055" cy="112820"/>
            </a:xfrm>
            <a:custGeom>
              <a:avLst/>
              <a:gdLst/>
              <a:ahLst/>
              <a:cxnLst/>
              <a:rect l="0" t="0" r="0" b="0"/>
              <a:pathLst>
                <a:path w="23055" h="112820">
                  <a:moveTo>
                    <a:pt x="0" y="112820"/>
                  </a:moveTo>
                  <a:lnTo>
                    <a:pt x="23055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8" name="Candidate_receptor__2827">
              <a:extLst>
                <a:ext uri="{FF2B5EF4-FFF2-40B4-BE49-F238E27FC236}">
                  <a16:creationId xmlns:a16="http://schemas.microsoft.com/office/drawing/2014/main" id="{0C44F21B-4FAE-EA81-F3DF-05CF25EC0AA3}"/>
                </a:ext>
              </a:extLst>
            </p:cNvPr>
            <p:cNvSpPr>
              <a:spLocks noGrp="1"/>
            </p:cNvSpPr>
            <p:nvPr/>
          </p:nvSpPr>
          <p:spPr>
            <a:xfrm>
              <a:off x="6071519" y="4108464"/>
              <a:ext cx="12689" cy="90726"/>
            </a:xfrm>
            <a:custGeom>
              <a:avLst/>
              <a:gdLst/>
              <a:ahLst/>
              <a:cxnLst/>
              <a:rect l="0" t="0" r="0" b="0"/>
              <a:pathLst>
                <a:path w="12689" h="90726">
                  <a:moveTo>
                    <a:pt x="12689" y="0"/>
                  </a:moveTo>
                  <a:lnTo>
                    <a:pt x="0" y="90726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9" name="Candidate_receptor__2828">
              <a:extLst>
                <a:ext uri="{FF2B5EF4-FFF2-40B4-BE49-F238E27FC236}">
                  <a16:creationId xmlns:a16="http://schemas.microsoft.com/office/drawing/2014/main" id="{98A21B5E-2B68-A668-08E1-F486C3EE873D}"/>
                </a:ext>
              </a:extLst>
            </p:cNvPr>
            <p:cNvSpPr>
              <a:spLocks noGrp="1"/>
            </p:cNvSpPr>
            <p:nvPr/>
          </p:nvSpPr>
          <p:spPr>
            <a:xfrm>
              <a:off x="6402439" y="3533149"/>
              <a:ext cx="51168" cy="99419"/>
            </a:xfrm>
            <a:custGeom>
              <a:avLst/>
              <a:gdLst/>
              <a:ahLst/>
              <a:cxnLst/>
              <a:rect l="0" t="0" r="0" b="0"/>
              <a:pathLst>
                <a:path w="51168" h="99419">
                  <a:moveTo>
                    <a:pt x="0" y="99419"/>
                  </a:moveTo>
                  <a:lnTo>
                    <a:pt x="51168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0" name="Candidate_receptor__2829">
              <a:extLst>
                <a:ext uri="{FF2B5EF4-FFF2-40B4-BE49-F238E27FC236}">
                  <a16:creationId xmlns:a16="http://schemas.microsoft.com/office/drawing/2014/main" id="{362B43C6-775C-027F-5AD0-C4D8EE8CE592}"/>
                </a:ext>
              </a:extLst>
            </p:cNvPr>
            <p:cNvSpPr>
              <a:spLocks noGrp="1"/>
            </p:cNvSpPr>
            <p:nvPr/>
          </p:nvSpPr>
          <p:spPr>
            <a:xfrm>
              <a:off x="4772212" y="4905600"/>
              <a:ext cx="77190" cy="70785"/>
            </a:xfrm>
            <a:custGeom>
              <a:avLst/>
              <a:gdLst/>
              <a:ahLst/>
              <a:cxnLst/>
              <a:rect l="0" t="0" r="0" b="0"/>
              <a:pathLst>
                <a:path w="77190" h="70785">
                  <a:moveTo>
                    <a:pt x="77190" y="707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1" name="Candidate_receptor__2830">
              <a:extLst>
                <a:ext uri="{FF2B5EF4-FFF2-40B4-BE49-F238E27FC236}">
                  <a16:creationId xmlns:a16="http://schemas.microsoft.com/office/drawing/2014/main" id="{04BBE362-D095-B8BE-6AED-F856007F9094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5600"/>
              <a:ext cx="90670" cy="53630"/>
            </a:xfrm>
            <a:custGeom>
              <a:avLst/>
              <a:gdLst/>
              <a:ahLst/>
              <a:cxnLst/>
              <a:rect l="0" t="0" r="0" b="0"/>
              <a:pathLst>
                <a:path w="90670" h="53630">
                  <a:moveTo>
                    <a:pt x="90670" y="0"/>
                  </a:moveTo>
                  <a:lnTo>
                    <a:pt x="0" y="5363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2" name="Candidate_receptor__2831">
              <a:extLst>
                <a:ext uri="{FF2B5EF4-FFF2-40B4-BE49-F238E27FC236}">
                  <a16:creationId xmlns:a16="http://schemas.microsoft.com/office/drawing/2014/main" id="{F2DD74F8-B2C6-341A-0E5B-31C5499E2FC6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569165"/>
              <a:ext cx="11725" cy="105299"/>
            </a:xfrm>
            <a:custGeom>
              <a:avLst/>
              <a:gdLst/>
              <a:ahLst/>
              <a:cxnLst/>
              <a:rect l="0" t="0" r="0" b="0"/>
              <a:pathLst>
                <a:path w="11725" h="105299">
                  <a:moveTo>
                    <a:pt x="11725" y="0"/>
                  </a:moveTo>
                  <a:lnTo>
                    <a:pt x="0" y="10529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3" name="Candidate_receptor__2832">
              <a:extLst>
                <a:ext uri="{FF2B5EF4-FFF2-40B4-BE49-F238E27FC236}">
                  <a16:creationId xmlns:a16="http://schemas.microsoft.com/office/drawing/2014/main" id="{4ED3719B-8BB4-258B-F242-3B8CE06028B3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80703"/>
              <a:ext cx="88343" cy="42494"/>
            </a:xfrm>
            <a:custGeom>
              <a:avLst/>
              <a:gdLst/>
              <a:ahLst/>
              <a:cxnLst/>
              <a:rect l="0" t="0" r="0" b="0"/>
              <a:pathLst>
                <a:path w="88343" h="42494">
                  <a:moveTo>
                    <a:pt x="0" y="42494"/>
                  </a:moveTo>
                  <a:lnTo>
                    <a:pt x="88343" y="0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34" name="Candidate_receptor__2833">
              <a:extLst>
                <a:ext uri="{FF2B5EF4-FFF2-40B4-BE49-F238E27FC236}">
                  <a16:creationId xmlns:a16="http://schemas.microsoft.com/office/drawing/2014/main" id="{EED3F290-F425-9369-1842-02BB51D5CA4D}"/>
                </a:ext>
              </a:extLst>
            </p:cNvPr>
            <p:cNvSpPr>
              <a:spLocks noGrp="1"/>
            </p:cNvSpPr>
            <p:nvPr/>
          </p:nvSpPr>
          <p:spPr>
            <a:xfrm>
              <a:off x="5033230" y="3387915"/>
              <a:ext cx="42829" cy="96843"/>
            </a:xfrm>
            <a:custGeom>
              <a:avLst/>
              <a:gdLst/>
              <a:ahLst/>
              <a:cxnLst/>
              <a:rect l="0" t="0" r="0" b="0"/>
              <a:pathLst>
                <a:path w="42829" h="96843">
                  <a:moveTo>
                    <a:pt x="0" y="0"/>
                  </a:moveTo>
                  <a:lnTo>
                    <a:pt x="42829" y="96843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5" name="Candidate_receptor__2834">
              <a:extLst>
                <a:ext uri="{FF2B5EF4-FFF2-40B4-BE49-F238E27FC236}">
                  <a16:creationId xmlns:a16="http://schemas.microsoft.com/office/drawing/2014/main" id="{C3908D55-F5FA-3E91-8979-7784F7EAED16}"/>
                </a:ext>
              </a:extLst>
            </p:cNvPr>
            <p:cNvSpPr>
              <a:spLocks noGrp="1"/>
            </p:cNvSpPr>
            <p:nvPr/>
          </p:nvSpPr>
          <p:spPr>
            <a:xfrm>
              <a:off x="4981491" y="3828519"/>
              <a:ext cx="34106" cy="60129"/>
            </a:xfrm>
            <a:custGeom>
              <a:avLst/>
              <a:gdLst/>
              <a:ahLst/>
              <a:cxnLst/>
              <a:rect l="0" t="0" r="0" b="0"/>
              <a:pathLst>
                <a:path w="34106" h="60129">
                  <a:moveTo>
                    <a:pt x="34106" y="0"/>
                  </a:moveTo>
                  <a:lnTo>
                    <a:pt x="0" y="6012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6" name="Candidate_receptor__2835">
              <a:extLst>
                <a:ext uri="{FF2B5EF4-FFF2-40B4-BE49-F238E27FC236}">
                  <a16:creationId xmlns:a16="http://schemas.microsoft.com/office/drawing/2014/main" id="{0B3EBAB0-BF75-9849-680B-7D53FDAB69BE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245775"/>
              <a:ext cx="84061" cy="76795"/>
            </a:xfrm>
            <a:custGeom>
              <a:avLst/>
              <a:gdLst/>
              <a:ahLst/>
              <a:cxnLst/>
              <a:rect l="0" t="0" r="0" b="0"/>
              <a:pathLst>
                <a:path w="84061" h="76795">
                  <a:moveTo>
                    <a:pt x="84061" y="767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7" name="Candidate_receptor__2836">
              <a:extLst>
                <a:ext uri="{FF2B5EF4-FFF2-40B4-BE49-F238E27FC236}">
                  <a16:creationId xmlns:a16="http://schemas.microsoft.com/office/drawing/2014/main" id="{92CA5A59-5A94-D883-2D12-2E30962BF80E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111008"/>
              <a:ext cx="11975" cy="4640"/>
            </a:xfrm>
            <a:custGeom>
              <a:avLst/>
              <a:gdLst/>
              <a:ahLst/>
              <a:cxnLst/>
              <a:rect l="0" t="0" r="0" b="0"/>
              <a:pathLst>
                <a:path w="11975" h="4640">
                  <a:moveTo>
                    <a:pt x="0" y="0"/>
                  </a:moveTo>
                  <a:lnTo>
                    <a:pt x="11975" y="464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8" name="Candidate_receptor__2837">
              <a:extLst>
                <a:ext uri="{FF2B5EF4-FFF2-40B4-BE49-F238E27FC236}">
                  <a16:creationId xmlns:a16="http://schemas.microsoft.com/office/drawing/2014/main" id="{0AC1ED79-4B41-6D43-C675-BB019BE9BA69}"/>
                </a:ext>
              </a:extLst>
            </p:cNvPr>
            <p:cNvSpPr>
              <a:spLocks noGrp="1"/>
            </p:cNvSpPr>
            <p:nvPr/>
          </p:nvSpPr>
          <p:spPr>
            <a:xfrm>
              <a:off x="5726473" y="3492476"/>
              <a:ext cx="26798" cy="90434"/>
            </a:xfrm>
            <a:custGeom>
              <a:avLst/>
              <a:gdLst/>
              <a:ahLst/>
              <a:cxnLst/>
              <a:rect l="0" t="0" r="0" b="0"/>
              <a:pathLst>
                <a:path w="26798" h="90434">
                  <a:moveTo>
                    <a:pt x="0" y="0"/>
                  </a:moveTo>
                  <a:lnTo>
                    <a:pt x="26798" y="90434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39" name="Candidate_receptor__2838">
              <a:extLst>
                <a:ext uri="{FF2B5EF4-FFF2-40B4-BE49-F238E27FC236}">
                  <a16:creationId xmlns:a16="http://schemas.microsoft.com/office/drawing/2014/main" id="{09AAD195-1F16-E210-201C-26F9FABC4452}"/>
                </a:ext>
              </a:extLst>
            </p:cNvPr>
            <p:cNvSpPr>
              <a:spLocks noGrp="1"/>
            </p:cNvSpPr>
            <p:nvPr/>
          </p:nvSpPr>
          <p:spPr>
            <a:xfrm>
              <a:off x="4785875" y="4976386"/>
              <a:ext cx="63527" cy="93188"/>
            </a:xfrm>
            <a:custGeom>
              <a:avLst/>
              <a:gdLst/>
              <a:ahLst/>
              <a:cxnLst/>
              <a:rect l="0" t="0" r="0" b="0"/>
              <a:pathLst>
                <a:path w="63527" h="93188">
                  <a:moveTo>
                    <a:pt x="0" y="93188"/>
                  </a:moveTo>
                  <a:lnTo>
                    <a:pt x="63527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0" name="Candidate_receptor__2839">
              <a:extLst>
                <a:ext uri="{FF2B5EF4-FFF2-40B4-BE49-F238E27FC236}">
                  <a16:creationId xmlns:a16="http://schemas.microsoft.com/office/drawing/2014/main" id="{F3167CC5-C50E-42FE-C6FE-1A20C33F0547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709436"/>
              <a:ext cx="60276" cy="39577"/>
            </a:xfrm>
            <a:custGeom>
              <a:avLst/>
              <a:gdLst/>
              <a:ahLst/>
              <a:cxnLst/>
              <a:rect l="0" t="0" r="0" b="0"/>
              <a:pathLst>
                <a:path w="60276" h="39577">
                  <a:moveTo>
                    <a:pt x="0" y="39577"/>
                  </a:moveTo>
                  <a:lnTo>
                    <a:pt x="60276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1" name="Candidate_receptor__2840">
              <a:extLst>
                <a:ext uri="{FF2B5EF4-FFF2-40B4-BE49-F238E27FC236}">
                  <a16:creationId xmlns:a16="http://schemas.microsoft.com/office/drawing/2014/main" id="{92313889-F77B-8F9E-FC2C-EC6B8EF5193F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816856"/>
              <a:ext cx="87841" cy="52351"/>
            </a:xfrm>
            <a:custGeom>
              <a:avLst/>
              <a:gdLst/>
              <a:ahLst/>
              <a:cxnLst/>
              <a:rect l="0" t="0" r="0" b="0"/>
              <a:pathLst>
                <a:path w="87841" h="52351">
                  <a:moveTo>
                    <a:pt x="0" y="0"/>
                  </a:moveTo>
                  <a:lnTo>
                    <a:pt x="87841" y="52351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2" name="Candidate_receptor__2841">
              <a:extLst>
                <a:ext uri="{FF2B5EF4-FFF2-40B4-BE49-F238E27FC236}">
                  <a16:creationId xmlns:a16="http://schemas.microsoft.com/office/drawing/2014/main" id="{48AE12F3-89B9-22EA-9CA4-B4D7D01BBF3F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530839"/>
              <a:ext cx="63123" cy="95091"/>
            </a:xfrm>
            <a:custGeom>
              <a:avLst/>
              <a:gdLst/>
              <a:ahLst/>
              <a:cxnLst/>
              <a:rect l="0" t="0" r="0" b="0"/>
              <a:pathLst>
                <a:path w="63123" h="95091">
                  <a:moveTo>
                    <a:pt x="0" y="95091"/>
                  </a:moveTo>
                  <a:lnTo>
                    <a:pt x="63123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3" name="Candidate_receptor__2842">
              <a:extLst>
                <a:ext uri="{FF2B5EF4-FFF2-40B4-BE49-F238E27FC236}">
                  <a16:creationId xmlns:a16="http://schemas.microsoft.com/office/drawing/2014/main" id="{6342812A-CC22-43B7-336D-C40470981C87}"/>
                </a:ext>
              </a:extLst>
            </p:cNvPr>
            <p:cNvSpPr>
              <a:spLocks noGrp="1"/>
            </p:cNvSpPr>
            <p:nvPr/>
          </p:nvSpPr>
          <p:spPr>
            <a:xfrm>
              <a:off x="6156010" y="3766000"/>
              <a:ext cx="114141" cy="15439"/>
            </a:xfrm>
            <a:custGeom>
              <a:avLst/>
              <a:gdLst/>
              <a:ahLst/>
              <a:cxnLst/>
              <a:rect l="0" t="0" r="0" b="0"/>
              <a:pathLst>
                <a:path w="114141" h="15439">
                  <a:moveTo>
                    <a:pt x="0" y="0"/>
                  </a:moveTo>
                  <a:lnTo>
                    <a:pt x="114141" y="1543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4" name="Candidate_receptor__2843">
              <a:extLst>
                <a:ext uri="{FF2B5EF4-FFF2-40B4-BE49-F238E27FC236}">
                  <a16:creationId xmlns:a16="http://schemas.microsoft.com/office/drawing/2014/main" id="{A15207E6-3DAF-EECF-C3F9-A83B6E1AFD2B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524162"/>
              <a:ext cx="13704" cy="83502"/>
            </a:xfrm>
            <a:custGeom>
              <a:avLst/>
              <a:gdLst/>
              <a:ahLst/>
              <a:cxnLst/>
              <a:rect l="0" t="0" r="0" b="0"/>
              <a:pathLst>
                <a:path w="13704" h="83502">
                  <a:moveTo>
                    <a:pt x="13704" y="835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45" name="Candidate_receptor__2844">
              <a:extLst>
                <a:ext uri="{FF2B5EF4-FFF2-40B4-BE49-F238E27FC236}">
                  <a16:creationId xmlns:a16="http://schemas.microsoft.com/office/drawing/2014/main" id="{F0B3141C-4E77-1E4F-CB47-59CE93C599F4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6592"/>
              <a:ext cx="94167" cy="34666"/>
            </a:xfrm>
            <a:custGeom>
              <a:avLst/>
              <a:gdLst/>
              <a:ahLst/>
              <a:cxnLst/>
              <a:rect l="0" t="0" r="0" b="0"/>
              <a:pathLst>
                <a:path w="94167" h="34666">
                  <a:moveTo>
                    <a:pt x="0" y="34666"/>
                  </a:moveTo>
                  <a:lnTo>
                    <a:pt x="94167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6" name="Candidate_receptor__2845">
              <a:extLst>
                <a:ext uri="{FF2B5EF4-FFF2-40B4-BE49-F238E27FC236}">
                  <a16:creationId xmlns:a16="http://schemas.microsoft.com/office/drawing/2014/main" id="{BC62AAD7-EBE2-3F63-1BCF-D3C3124DAC62}"/>
                </a:ext>
              </a:extLst>
            </p:cNvPr>
            <p:cNvSpPr>
              <a:spLocks noGrp="1"/>
            </p:cNvSpPr>
            <p:nvPr/>
          </p:nvSpPr>
          <p:spPr>
            <a:xfrm>
              <a:off x="5669691" y="2696519"/>
              <a:ext cx="87450" cy="4646"/>
            </a:xfrm>
            <a:custGeom>
              <a:avLst/>
              <a:gdLst/>
              <a:ahLst/>
              <a:cxnLst/>
              <a:rect l="0" t="0" r="0" b="0"/>
              <a:pathLst>
                <a:path w="87450" h="4646">
                  <a:moveTo>
                    <a:pt x="0" y="4646"/>
                  </a:moveTo>
                  <a:lnTo>
                    <a:pt x="8745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47" name="Candidate_receptor__2846">
              <a:extLst>
                <a:ext uri="{FF2B5EF4-FFF2-40B4-BE49-F238E27FC236}">
                  <a16:creationId xmlns:a16="http://schemas.microsoft.com/office/drawing/2014/main" id="{D857C04D-D754-3640-4054-11C1DE3456D8}"/>
                </a:ext>
              </a:extLst>
            </p:cNvPr>
            <p:cNvSpPr>
              <a:spLocks noGrp="1"/>
            </p:cNvSpPr>
            <p:nvPr/>
          </p:nvSpPr>
          <p:spPr>
            <a:xfrm>
              <a:off x="5459825" y="3495179"/>
              <a:ext cx="99642" cy="46473"/>
            </a:xfrm>
            <a:custGeom>
              <a:avLst/>
              <a:gdLst/>
              <a:ahLst/>
              <a:cxnLst/>
              <a:rect l="0" t="0" r="0" b="0"/>
              <a:pathLst>
                <a:path w="99642" h="46473">
                  <a:moveTo>
                    <a:pt x="99642" y="0"/>
                  </a:moveTo>
                  <a:lnTo>
                    <a:pt x="0" y="46473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8" name="Candidate_receptor__2847">
              <a:extLst>
                <a:ext uri="{FF2B5EF4-FFF2-40B4-BE49-F238E27FC236}">
                  <a16:creationId xmlns:a16="http://schemas.microsoft.com/office/drawing/2014/main" id="{1A2A7BE9-FBD3-E846-772E-7D1EB84EBCD5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717693"/>
              <a:ext cx="49109" cy="10526"/>
            </a:xfrm>
            <a:custGeom>
              <a:avLst/>
              <a:gdLst/>
              <a:ahLst/>
              <a:cxnLst/>
              <a:rect l="0" t="0" r="0" b="0"/>
              <a:pathLst>
                <a:path w="49109" h="10526">
                  <a:moveTo>
                    <a:pt x="49109" y="10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9" name="Candidate_receptor__2848">
              <a:extLst>
                <a:ext uri="{FF2B5EF4-FFF2-40B4-BE49-F238E27FC236}">
                  <a16:creationId xmlns:a16="http://schemas.microsoft.com/office/drawing/2014/main" id="{93125D19-4E95-2EA1-66D5-2A71EF2CD475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724295"/>
              <a:ext cx="14904" cy="92561"/>
            </a:xfrm>
            <a:custGeom>
              <a:avLst/>
              <a:gdLst/>
              <a:ahLst/>
              <a:cxnLst/>
              <a:rect l="0" t="0" r="0" b="0"/>
              <a:pathLst>
                <a:path w="14904" h="92561">
                  <a:moveTo>
                    <a:pt x="14904" y="0"/>
                  </a:moveTo>
                  <a:lnTo>
                    <a:pt x="0" y="9256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0" name="Candidate_receptor__2849">
              <a:extLst>
                <a:ext uri="{FF2B5EF4-FFF2-40B4-BE49-F238E27FC236}">
                  <a16:creationId xmlns:a16="http://schemas.microsoft.com/office/drawing/2014/main" id="{5462671F-59AB-CE54-69F6-73E46B1F75E0}"/>
                </a:ext>
              </a:extLst>
            </p:cNvPr>
            <p:cNvSpPr>
              <a:spLocks noGrp="1"/>
            </p:cNvSpPr>
            <p:nvPr/>
          </p:nvSpPr>
          <p:spPr>
            <a:xfrm>
              <a:off x="4635746" y="3716254"/>
              <a:ext cx="66834" cy="5657"/>
            </a:xfrm>
            <a:custGeom>
              <a:avLst/>
              <a:gdLst/>
              <a:ahLst/>
              <a:cxnLst/>
              <a:rect l="0" t="0" r="0" b="0"/>
              <a:pathLst>
                <a:path w="66834" h="5657">
                  <a:moveTo>
                    <a:pt x="0" y="0"/>
                  </a:moveTo>
                  <a:lnTo>
                    <a:pt x="66834" y="565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1" name="Candidate_receptor__2850">
              <a:extLst>
                <a:ext uri="{FF2B5EF4-FFF2-40B4-BE49-F238E27FC236}">
                  <a16:creationId xmlns:a16="http://schemas.microsoft.com/office/drawing/2014/main" id="{A24D7E8B-3811-36BE-2D93-DED27266263E}"/>
                </a:ext>
              </a:extLst>
            </p:cNvPr>
            <p:cNvSpPr>
              <a:spLocks noGrp="1"/>
            </p:cNvSpPr>
            <p:nvPr/>
          </p:nvSpPr>
          <p:spPr>
            <a:xfrm>
              <a:off x="6660278" y="4555711"/>
              <a:ext cx="7094" cy="90276"/>
            </a:xfrm>
            <a:custGeom>
              <a:avLst/>
              <a:gdLst/>
              <a:ahLst/>
              <a:cxnLst/>
              <a:rect l="0" t="0" r="0" b="0"/>
              <a:pathLst>
                <a:path w="7094" h="90276">
                  <a:moveTo>
                    <a:pt x="7094" y="90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2" name="Candidate_receptor__2851">
              <a:extLst>
                <a:ext uri="{FF2B5EF4-FFF2-40B4-BE49-F238E27FC236}">
                  <a16:creationId xmlns:a16="http://schemas.microsoft.com/office/drawing/2014/main" id="{F9AE660B-5E7F-E8BC-DD04-F3091BD2D263}"/>
                </a:ext>
              </a:extLst>
            </p:cNvPr>
            <p:cNvSpPr>
              <a:spLocks noGrp="1"/>
            </p:cNvSpPr>
            <p:nvPr/>
          </p:nvSpPr>
          <p:spPr>
            <a:xfrm>
              <a:off x="5979402" y="3526906"/>
              <a:ext cx="67234" cy="51436"/>
            </a:xfrm>
            <a:custGeom>
              <a:avLst/>
              <a:gdLst/>
              <a:ahLst/>
              <a:cxnLst/>
              <a:rect l="0" t="0" r="0" b="0"/>
              <a:pathLst>
                <a:path w="67234" h="51436">
                  <a:moveTo>
                    <a:pt x="0" y="0"/>
                  </a:moveTo>
                  <a:lnTo>
                    <a:pt x="67234" y="51436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53" name="Candidate_receptor__2852">
              <a:extLst>
                <a:ext uri="{FF2B5EF4-FFF2-40B4-BE49-F238E27FC236}">
                  <a16:creationId xmlns:a16="http://schemas.microsoft.com/office/drawing/2014/main" id="{17C43DBE-D7E5-52DA-3AA3-E5CEF3269A77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86406"/>
              <a:ext cx="88364" cy="22815"/>
            </a:xfrm>
            <a:custGeom>
              <a:avLst/>
              <a:gdLst/>
              <a:ahLst/>
              <a:cxnLst/>
              <a:rect l="0" t="0" r="0" b="0"/>
              <a:pathLst>
                <a:path w="88364" h="22815">
                  <a:moveTo>
                    <a:pt x="88364" y="0"/>
                  </a:moveTo>
                  <a:lnTo>
                    <a:pt x="0" y="2281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4" name="Candidate_receptor__2853">
              <a:extLst>
                <a:ext uri="{FF2B5EF4-FFF2-40B4-BE49-F238E27FC236}">
                  <a16:creationId xmlns:a16="http://schemas.microsoft.com/office/drawing/2014/main" id="{0EC3419D-EABA-0D1E-82D1-C068E7C77EF7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738101"/>
              <a:ext cx="60930" cy="75616"/>
            </a:xfrm>
            <a:custGeom>
              <a:avLst/>
              <a:gdLst/>
              <a:ahLst/>
              <a:cxnLst/>
              <a:rect l="0" t="0" r="0" b="0"/>
              <a:pathLst>
                <a:path w="60930" h="75616">
                  <a:moveTo>
                    <a:pt x="60930" y="756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5" name="Candidate_receptor__2854">
              <a:extLst>
                <a:ext uri="{FF2B5EF4-FFF2-40B4-BE49-F238E27FC236}">
                  <a16:creationId xmlns:a16="http://schemas.microsoft.com/office/drawing/2014/main" id="{CB9AD1F4-298A-4AF0-CB84-D4A7F766D028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360343"/>
              <a:ext cx="39878" cy="14807"/>
            </a:xfrm>
            <a:custGeom>
              <a:avLst/>
              <a:gdLst/>
              <a:ahLst/>
              <a:cxnLst/>
              <a:rect l="0" t="0" r="0" b="0"/>
              <a:pathLst>
                <a:path w="39878" h="14807">
                  <a:moveTo>
                    <a:pt x="39878" y="0"/>
                  </a:moveTo>
                  <a:lnTo>
                    <a:pt x="0" y="1480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6" name="Candidate_receptor__2855">
              <a:extLst>
                <a:ext uri="{FF2B5EF4-FFF2-40B4-BE49-F238E27FC236}">
                  <a16:creationId xmlns:a16="http://schemas.microsoft.com/office/drawing/2014/main" id="{8EDEEFC8-60B8-1CEC-C2C8-F71A9BDE72F2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45987"/>
              <a:ext cx="73988" cy="59886"/>
            </a:xfrm>
            <a:custGeom>
              <a:avLst/>
              <a:gdLst/>
              <a:ahLst/>
              <a:cxnLst/>
              <a:rect l="0" t="0" r="0" b="0"/>
              <a:pathLst>
                <a:path w="73988" h="59886">
                  <a:moveTo>
                    <a:pt x="0" y="59886"/>
                  </a:moveTo>
                  <a:lnTo>
                    <a:pt x="7398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7" name="Candidate_receptor__2856">
              <a:extLst>
                <a:ext uri="{FF2B5EF4-FFF2-40B4-BE49-F238E27FC236}">
                  <a16:creationId xmlns:a16="http://schemas.microsoft.com/office/drawing/2014/main" id="{AEF9B67A-688D-AFE1-1F83-3216C5034598}"/>
                </a:ext>
              </a:extLst>
            </p:cNvPr>
            <p:cNvSpPr>
              <a:spLocks noGrp="1"/>
            </p:cNvSpPr>
            <p:nvPr/>
          </p:nvSpPr>
          <p:spPr>
            <a:xfrm>
              <a:off x="5960110" y="3966592"/>
              <a:ext cx="66792" cy="52290"/>
            </a:xfrm>
            <a:custGeom>
              <a:avLst/>
              <a:gdLst/>
              <a:ahLst/>
              <a:cxnLst/>
              <a:rect l="0" t="0" r="0" b="0"/>
              <a:pathLst>
                <a:path w="66792" h="52290">
                  <a:moveTo>
                    <a:pt x="0" y="0"/>
                  </a:moveTo>
                  <a:lnTo>
                    <a:pt x="66792" y="5229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8" name="Candidate_receptor__2857">
              <a:extLst>
                <a:ext uri="{FF2B5EF4-FFF2-40B4-BE49-F238E27FC236}">
                  <a16:creationId xmlns:a16="http://schemas.microsoft.com/office/drawing/2014/main" id="{21945E2E-5891-EC3C-ADCC-4890C59A69D3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181382"/>
              <a:ext cx="65845" cy="80732"/>
            </a:xfrm>
            <a:custGeom>
              <a:avLst/>
              <a:gdLst/>
              <a:ahLst/>
              <a:cxnLst/>
              <a:rect l="0" t="0" r="0" b="0"/>
              <a:pathLst>
                <a:path w="65845" h="80732">
                  <a:moveTo>
                    <a:pt x="65845" y="0"/>
                  </a:moveTo>
                  <a:lnTo>
                    <a:pt x="0" y="80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9" name="Candidate_receptor__2858">
              <a:extLst>
                <a:ext uri="{FF2B5EF4-FFF2-40B4-BE49-F238E27FC236}">
                  <a16:creationId xmlns:a16="http://schemas.microsoft.com/office/drawing/2014/main" id="{631BD90F-486C-096D-FB27-3CF1EBF0F3CE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59773"/>
              <a:ext cx="44180" cy="56244"/>
            </a:xfrm>
            <a:custGeom>
              <a:avLst/>
              <a:gdLst/>
              <a:ahLst/>
              <a:cxnLst/>
              <a:rect l="0" t="0" r="0" b="0"/>
              <a:pathLst>
                <a:path w="44180" h="56244">
                  <a:moveTo>
                    <a:pt x="0" y="56244"/>
                  </a:moveTo>
                  <a:lnTo>
                    <a:pt x="4418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0" name="Candidate_receptor__2859">
              <a:extLst>
                <a:ext uri="{FF2B5EF4-FFF2-40B4-BE49-F238E27FC236}">
                  <a16:creationId xmlns:a16="http://schemas.microsoft.com/office/drawing/2014/main" id="{36AB13D6-A1EC-67BC-E1F0-E98D265F54E2}"/>
                </a:ext>
              </a:extLst>
            </p:cNvPr>
            <p:cNvSpPr>
              <a:spLocks noGrp="1"/>
            </p:cNvSpPr>
            <p:nvPr/>
          </p:nvSpPr>
          <p:spPr>
            <a:xfrm>
              <a:off x="5596114" y="2833299"/>
              <a:ext cx="107243" cy="28067"/>
            </a:xfrm>
            <a:custGeom>
              <a:avLst/>
              <a:gdLst/>
              <a:ahLst/>
              <a:cxnLst/>
              <a:rect l="0" t="0" r="0" b="0"/>
              <a:pathLst>
                <a:path w="107243" h="28067">
                  <a:moveTo>
                    <a:pt x="107243" y="0"/>
                  </a:moveTo>
                  <a:lnTo>
                    <a:pt x="0" y="28067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1" name="Candidate_receptor__2860">
              <a:extLst>
                <a:ext uri="{FF2B5EF4-FFF2-40B4-BE49-F238E27FC236}">
                  <a16:creationId xmlns:a16="http://schemas.microsoft.com/office/drawing/2014/main" id="{EAACEB1E-DE24-D844-BD78-95A45392C09A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26930"/>
              <a:ext cx="67094" cy="68654"/>
            </a:xfrm>
            <a:custGeom>
              <a:avLst/>
              <a:gdLst/>
              <a:ahLst/>
              <a:cxnLst/>
              <a:rect l="0" t="0" r="0" b="0"/>
              <a:pathLst>
                <a:path w="67094" h="68654">
                  <a:moveTo>
                    <a:pt x="0" y="68654"/>
                  </a:moveTo>
                  <a:lnTo>
                    <a:pt x="67094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2" name="Candidate_receptor__2861">
              <a:extLst>
                <a:ext uri="{FF2B5EF4-FFF2-40B4-BE49-F238E27FC236}">
                  <a16:creationId xmlns:a16="http://schemas.microsoft.com/office/drawing/2014/main" id="{E85AD21F-5D21-0A9A-0E28-F75366D8B7E7}"/>
                </a:ext>
              </a:extLst>
            </p:cNvPr>
            <p:cNvSpPr>
              <a:spLocks noGrp="1"/>
            </p:cNvSpPr>
            <p:nvPr/>
          </p:nvSpPr>
          <p:spPr>
            <a:xfrm>
              <a:off x="6270938" y="4181382"/>
              <a:ext cx="95188" cy="34257"/>
            </a:xfrm>
            <a:custGeom>
              <a:avLst/>
              <a:gdLst/>
              <a:ahLst/>
              <a:cxnLst/>
              <a:rect l="0" t="0" r="0" b="0"/>
              <a:pathLst>
                <a:path w="95188" h="34257">
                  <a:moveTo>
                    <a:pt x="95188" y="342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3" name="Candidate_receptor__2862">
              <a:extLst>
                <a:ext uri="{FF2B5EF4-FFF2-40B4-BE49-F238E27FC236}">
                  <a16:creationId xmlns:a16="http://schemas.microsoft.com/office/drawing/2014/main" id="{642BE50E-057C-CC5D-B2F1-732E3D0CC748}"/>
                </a:ext>
              </a:extLst>
            </p:cNvPr>
            <p:cNvSpPr>
              <a:spLocks noGrp="1"/>
            </p:cNvSpPr>
            <p:nvPr/>
          </p:nvSpPr>
          <p:spPr>
            <a:xfrm>
              <a:off x="4648482" y="2476987"/>
              <a:ext cx="4953" cy="74973"/>
            </a:xfrm>
            <a:custGeom>
              <a:avLst/>
              <a:gdLst/>
              <a:ahLst/>
              <a:cxnLst/>
              <a:rect l="0" t="0" r="0" b="0"/>
              <a:pathLst>
                <a:path w="4953" h="74973">
                  <a:moveTo>
                    <a:pt x="0" y="74973"/>
                  </a:moveTo>
                  <a:lnTo>
                    <a:pt x="4953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4" name="Candidate_receptor__2863">
              <a:extLst>
                <a:ext uri="{FF2B5EF4-FFF2-40B4-BE49-F238E27FC236}">
                  <a16:creationId xmlns:a16="http://schemas.microsoft.com/office/drawing/2014/main" id="{243C12B2-227A-5F40-DD45-91EA8982302E}"/>
                </a:ext>
              </a:extLst>
            </p:cNvPr>
            <p:cNvSpPr>
              <a:spLocks noGrp="1"/>
            </p:cNvSpPr>
            <p:nvPr/>
          </p:nvSpPr>
          <p:spPr>
            <a:xfrm>
              <a:off x="6258908" y="3781439"/>
              <a:ext cx="11243" cy="104967"/>
            </a:xfrm>
            <a:custGeom>
              <a:avLst/>
              <a:gdLst/>
              <a:ahLst/>
              <a:cxnLst/>
              <a:rect l="0" t="0" r="0" b="0"/>
              <a:pathLst>
                <a:path w="11243" h="104967">
                  <a:moveTo>
                    <a:pt x="11243" y="0"/>
                  </a:moveTo>
                  <a:lnTo>
                    <a:pt x="0" y="10496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5" name="Candidate_receptor__2864">
              <a:extLst>
                <a:ext uri="{FF2B5EF4-FFF2-40B4-BE49-F238E27FC236}">
                  <a16:creationId xmlns:a16="http://schemas.microsoft.com/office/drawing/2014/main" id="{E9BAB547-C15E-D9C4-217E-3D369704806C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173770"/>
              <a:ext cx="85495" cy="77762"/>
            </a:xfrm>
            <a:custGeom>
              <a:avLst/>
              <a:gdLst/>
              <a:ahLst/>
              <a:cxnLst/>
              <a:rect l="0" t="0" r="0" b="0"/>
              <a:pathLst>
                <a:path w="85495" h="77762">
                  <a:moveTo>
                    <a:pt x="0" y="77762"/>
                  </a:moveTo>
                  <a:lnTo>
                    <a:pt x="8549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6" name="Candidate_receptor__2865">
              <a:extLst>
                <a:ext uri="{FF2B5EF4-FFF2-40B4-BE49-F238E27FC236}">
                  <a16:creationId xmlns:a16="http://schemas.microsoft.com/office/drawing/2014/main" id="{7373E282-FFC6-6D63-ABA2-CD2BC1DB62F0}"/>
                </a:ext>
              </a:extLst>
            </p:cNvPr>
            <p:cNvSpPr>
              <a:spLocks noGrp="1"/>
            </p:cNvSpPr>
            <p:nvPr/>
          </p:nvSpPr>
          <p:spPr>
            <a:xfrm>
              <a:off x="5132445" y="2720884"/>
              <a:ext cx="110636" cy="3411"/>
            </a:xfrm>
            <a:custGeom>
              <a:avLst/>
              <a:gdLst/>
              <a:ahLst/>
              <a:cxnLst/>
              <a:rect l="0" t="0" r="0" b="0"/>
              <a:pathLst>
                <a:path w="110636" h="3411">
                  <a:moveTo>
                    <a:pt x="110636" y="0"/>
                  </a:moveTo>
                  <a:lnTo>
                    <a:pt x="0" y="341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7" name="Candidate_receptor__2866">
              <a:extLst>
                <a:ext uri="{FF2B5EF4-FFF2-40B4-BE49-F238E27FC236}">
                  <a16:creationId xmlns:a16="http://schemas.microsoft.com/office/drawing/2014/main" id="{554584CD-B4DD-A558-FC93-658296292BC5}"/>
                </a:ext>
              </a:extLst>
            </p:cNvPr>
            <p:cNvSpPr>
              <a:spLocks noGrp="1"/>
            </p:cNvSpPr>
            <p:nvPr/>
          </p:nvSpPr>
          <p:spPr>
            <a:xfrm>
              <a:off x="5703357" y="2833299"/>
              <a:ext cx="47950" cy="93632"/>
            </a:xfrm>
            <a:custGeom>
              <a:avLst/>
              <a:gdLst/>
              <a:ahLst/>
              <a:cxnLst/>
              <a:rect l="0" t="0" r="0" b="0"/>
              <a:pathLst>
                <a:path w="47950" h="93632">
                  <a:moveTo>
                    <a:pt x="47950" y="93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8" name="Candidate_receptor__2867">
              <a:extLst>
                <a:ext uri="{FF2B5EF4-FFF2-40B4-BE49-F238E27FC236}">
                  <a16:creationId xmlns:a16="http://schemas.microsoft.com/office/drawing/2014/main" id="{055EC51F-7D5F-1B68-7124-FDCBF9EA2705}"/>
                </a:ext>
              </a:extLst>
            </p:cNvPr>
            <p:cNvSpPr>
              <a:spLocks noGrp="1"/>
            </p:cNvSpPr>
            <p:nvPr/>
          </p:nvSpPr>
          <p:spPr>
            <a:xfrm>
              <a:off x="5875366" y="3182285"/>
              <a:ext cx="344" cy="67855"/>
            </a:xfrm>
            <a:custGeom>
              <a:avLst/>
              <a:gdLst/>
              <a:ahLst/>
              <a:cxnLst/>
              <a:rect l="0" t="0" r="0" b="0"/>
              <a:pathLst>
                <a:path w="344" h="67855">
                  <a:moveTo>
                    <a:pt x="344" y="678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9" name="Candidate_receptor__2868">
              <a:extLst>
                <a:ext uri="{FF2B5EF4-FFF2-40B4-BE49-F238E27FC236}">
                  <a16:creationId xmlns:a16="http://schemas.microsoft.com/office/drawing/2014/main" id="{107C5670-C842-125A-DDE2-FF87BCC2365F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791105"/>
              <a:ext cx="70448" cy="375"/>
            </a:xfrm>
            <a:custGeom>
              <a:avLst/>
              <a:gdLst/>
              <a:ahLst/>
              <a:cxnLst/>
              <a:rect l="0" t="0" r="0" b="0"/>
              <a:pathLst>
                <a:path w="70448" h="375">
                  <a:moveTo>
                    <a:pt x="70448" y="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0" name="Candidate_receptor__2869">
              <a:extLst>
                <a:ext uri="{FF2B5EF4-FFF2-40B4-BE49-F238E27FC236}">
                  <a16:creationId xmlns:a16="http://schemas.microsoft.com/office/drawing/2014/main" id="{C36B83EE-58DA-7700-4735-611815EBC2C7}"/>
                </a:ext>
              </a:extLst>
            </p:cNvPr>
            <p:cNvSpPr>
              <a:spLocks noGrp="1"/>
            </p:cNvSpPr>
            <p:nvPr/>
          </p:nvSpPr>
          <p:spPr>
            <a:xfrm>
              <a:off x="5818889" y="4370195"/>
              <a:ext cx="30298" cy="89578"/>
            </a:xfrm>
            <a:custGeom>
              <a:avLst/>
              <a:gdLst/>
              <a:ahLst/>
              <a:cxnLst/>
              <a:rect l="0" t="0" r="0" b="0"/>
              <a:pathLst>
                <a:path w="30298" h="89578">
                  <a:moveTo>
                    <a:pt x="0" y="89578"/>
                  </a:moveTo>
                  <a:lnTo>
                    <a:pt x="3029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1" name="Candidate_receptor__2870">
              <a:extLst>
                <a:ext uri="{FF2B5EF4-FFF2-40B4-BE49-F238E27FC236}">
                  <a16:creationId xmlns:a16="http://schemas.microsoft.com/office/drawing/2014/main" id="{54EF7CFF-E4F9-A374-095C-2E26B2996FBB}"/>
                </a:ext>
              </a:extLst>
            </p:cNvPr>
            <p:cNvSpPr>
              <a:spLocks noGrp="1"/>
            </p:cNvSpPr>
            <p:nvPr/>
          </p:nvSpPr>
          <p:spPr>
            <a:xfrm>
              <a:off x="6348368" y="4215640"/>
              <a:ext cx="17758" cy="108348"/>
            </a:xfrm>
            <a:custGeom>
              <a:avLst/>
              <a:gdLst/>
              <a:ahLst/>
              <a:cxnLst/>
              <a:rect l="0" t="0" r="0" b="0"/>
              <a:pathLst>
                <a:path w="17758" h="108348">
                  <a:moveTo>
                    <a:pt x="0" y="108348"/>
                  </a:moveTo>
                  <a:lnTo>
                    <a:pt x="1775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2" name="Candidate_receptor__2871">
              <a:extLst>
                <a:ext uri="{FF2B5EF4-FFF2-40B4-BE49-F238E27FC236}">
                  <a16:creationId xmlns:a16="http://schemas.microsoft.com/office/drawing/2014/main" id="{271FEB68-DF95-1379-1590-C9EC9FF4DDD1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48852"/>
              <a:ext cx="30451" cy="82732"/>
            </a:xfrm>
            <a:custGeom>
              <a:avLst/>
              <a:gdLst/>
              <a:ahLst/>
              <a:cxnLst/>
              <a:rect l="0" t="0" r="0" b="0"/>
              <a:pathLst>
                <a:path w="30451" h="82732">
                  <a:moveTo>
                    <a:pt x="30451" y="0"/>
                  </a:moveTo>
                  <a:lnTo>
                    <a:pt x="0" y="82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3" name="Candidate_receptor__2872">
              <a:extLst>
                <a:ext uri="{FF2B5EF4-FFF2-40B4-BE49-F238E27FC236}">
                  <a16:creationId xmlns:a16="http://schemas.microsoft.com/office/drawing/2014/main" id="{56498457-8F4C-1656-C221-6D6D493C0695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9791"/>
              <a:ext cx="2093" cy="4765"/>
            </a:xfrm>
            <a:custGeom>
              <a:avLst/>
              <a:gdLst/>
              <a:ahLst/>
              <a:cxnLst/>
              <a:rect l="0" t="0" r="0" b="0"/>
              <a:pathLst>
                <a:path w="2093" h="4765">
                  <a:moveTo>
                    <a:pt x="0" y="0"/>
                  </a:moveTo>
                  <a:lnTo>
                    <a:pt x="2093" y="476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4" name="Candidate_receptor__2873">
              <a:extLst>
                <a:ext uri="{FF2B5EF4-FFF2-40B4-BE49-F238E27FC236}">
                  <a16:creationId xmlns:a16="http://schemas.microsoft.com/office/drawing/2014/main" id="{042DF789-FD78-6EF5-2DA3-BD16DAFE093E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1012"/>
              <a:ext cx="110029" cy="21387"/>
            </a:xfrm>
            <a:custGeom>
              <a:avLst/>
              <a:gdLst/>
              <a:ahLst/>
              <a:cxnLst/>
              <a:rect l="0" t="0" r="0" b="0"/>
              <a:pathLst>
                <a:path w="110029" h="21387">
                  <a:moveTo>
                    <a:pt x="110029" y="0"/>
                  </a:moveTo>
                  <a:lnTo>
                    <a:pt x="0" y="2138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5" name="Candidate_receptor__2874">
              <a:extLst>
                <a:ext uri="{FF2B5EF4-FFF2-40B4-BE49-F238E27FC236}">
                  <a16:creationId xmlns:a16="http://schemas.microsoft.com/office/drawing/2014/main" id="{53152BCC-1D48-83FE-C40E-4F780A98F426}"/>
                </a:ext>
              </a:extLst>
            </p:cNvPr>
            <p:cNvSpPr>
              <a:spLocks noGrp="1"/>
            </p:cNvSpPr>
            <p:nvPr/>
          </p:nvSpPr>
          <p:spPr>
            <a:xfrm>
              <a:off x="5875267" y="3487622"/>
              <a:ext cx="104136" cy="39284"/>
            </a:xfrm>
            <a:custGeom>
              <a:avLst/>
              <a:gdLst/>
              <a:ahLst/>
              <a:cxnLst/>
              <a:rect l="0" t="0" r="0" b="0"/>
              <a:pathLst>
                <a:path w="104136" h="39284">
                  <a:moveTo>
                    <a:pt x="0" y="0"/>
                  </a:moveTo>
                  <a:lnTo>
                    <a:pt x="104136" y="39284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76" name="Candidate_receptor__2875">
              <a:extLst>
                <a:ext uri="{FF2B5EF4-FFF2-40B4-BE49-F238E27FC236}">
                  <a16:creationId xmlns:a16="http://schemas.microsoft.com/office/drawing/2014/main" id="{947DBF8B-542F-A596-C17E-B3B0FB50FA62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541652"/>
              <a:ext cx="49773" cy="13100"/>
            </a:xfrm>
            <a:custGeom>
              <a:avLst/>
              <a:gdLst/>
              <a:ahLst/>
              <a:cxnLst/>
              <a:rect l="0" t="0" r="0" b="0"/>
              <a:pathLst>
                <a:path w="49773" h="13100">
                  <a:moveTo>
                    <a:pt x="49773" y="0"/>
                  </a:moveTo>
                  <a:lnTo>
                    <a:pt x="0" y="1310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7" name="Candidate_receptor__2876">
              <a:extLst>
                <a:ext uri="{FF2B5EF4-FFF2-40B4-BE49-F238E27FC236}">
                  <a16:creationId xmlns:a16="http://schemas.microsoft.com/office/drawing/2014/main" id="{09E6388C-8F25-3F54-D697-1402320DB8BD}"/>
                </a:ext>
              </a:extLst>
            </p:cNvPr>
            <p:cNvSpPr>
              <a:spLocks noGrp="1"/>
            </p:cNvSpPr>
            <p:nvPr/>
          </p:nvSpPr>
          <p:spPr>
            <a:xfrm>
              <a:off x="4742977" y="4601445"/>
              <a:ext cx="532" cy="21371"/>
            </a:xfrm>
            <a:custGeom>
              <a:avLst/>
              <a:gdLst/>
              <a:ahLst/>
              <a:cxnLst/>
              <a:rect l="0" t="0" r="0" b="0"/>
              <a:pathLst>
                <a:path w="532" h="21371">
                  <a:moveTo>
                    <a:pt x="0" y="0"/>
                  </a:moveTo>
                  <a:lnTo>
                    <a:pt x="532" y="2137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8" name="Candidate_receptor__2877">
              <a:extLst>
                <a:ext uri="{FF2B5EF4-FFF2-40B4-BE49-F238E27FC236}">
                  <a16:creationId xmlns:a16="http://schemas.microsoft.com/office/drawing/2014/main" id="{4FD002AE-35F2-07A4-6BCE-C9B3A4837998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36357"/>
              <a:ext cx="3124" cy="37752"/>
            </a:xfrm>
            <a:custGeom>
              <a:avLst/>
              <a:gdLst/>
              <a:ahLst/>
              <a:cxnLst/>
              <a:rect l="0" t="0" r="0" b="0"/>
              <a:pathLst>
                <a:path w="3124" h="37752">
                  <a:moveTo>
                    <a:pt x="3124" y="0"/>
                  </a:moveTo>
                  <a:lnTo>
                    <a:pt x="0" y="3775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79" name="Candidate_receptor__2878">
              <a:extLst>
                <a:ext uri="{FF2B5EF4-FFF2-40B4-BE49-F238E27FC236}">
                  <a16:creationId xmlns:a16="http://schemas.microsoft.com/office/drawing/2014/main" id="{98950329-1C58-F58D-A184-533D087FE288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387915"/>
              <a:ext cx="72090" cy="61958"/>
            </a:xfrm>
            <a:custGeom>
              <a:avLst/>
              <a:gdLst/>
              <a:ahLst/>
              <a:cxnLst/>
              <a:rect l="0" t="0" r="0" b="0"/>
              <a:pathLst>
                <a:path w="72090" h="61958">
                  <a:moveTo>
                    <a:pt x="0" y="61958"/>
                  </a:moveTo>
                  <a:lnTo>
                    <a:pt x="7209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0" name="Candidate_receptor__2879">
              <a:extLst>
                <a:ext uri="{FF2B5EF4-FFF2-40B4-BE49-F238E27FC236}">
                  <a16:creationId xmlns:a16="http://schemas.microsoft.com/office/drawing/2014/main" id="{CD7404C5-CDC2-C3A1-301F-EA1891221F5A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78221"/>
              <a:ext cx="53426" cy="42331"/>
            </a:xfrm>
            <a:custGeom>
              <a:avLst/>
              <a:gdLst/>
              <a:ahLst/>
              <a:cxnLst/>
              <a:rect l="0" t="0" r="0" b="0"/>
              <a:pathLst>
                <a:path w="53426" h="42331">
                  <a:moveTo>
                    <a:pt x="0" y="42331"/>
                  </a:moveTo>
                  <a:lnTo>
                    <a:pt x="53426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1" name="Candidate_receptor__2880">
              <a:extLst>
                <a:ext uri="{FF2B5EF4-FFF2-40B4-BE49-F238E27FC236}">
                  <a16:creationId xmlns:a16="http://schemas.microsoft.com/office/drawing/2014/main" id="{ABECD99B-0BFD-24CD-B771-51129F76F1BF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198431"/>
              <a:ext cx="48378" cy="47344"/>
            </a:xfrm>
            <a:custGeom>
              <a:avLst/>
              <a:gdLst/>
              <a:ahLst/>
              <a:cxnLst/>
              <a:rect l="0" t="0" r="0" b="0"/>
              <a:pathLst>
                <a:path w="48378" h="47344">
                  <a:moveTo>
                    <a:pt x="0" y="47344"/>
                  </a:moveTo>
                  <a:lnTo>
                    <a:pt x="4837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2" name="Candidate_receptor__2881">
              <a:extLst>
                <a:ext uri="{FF2B5EF4-FFF2-40B4-BE49-F238E27FC236}">
                  <a16:creationId xmlns:a16="http://schemas.microsoft.com/office/drawing/2014/main" id="{A106B7F7-0F9E-56B7-133E-6D06AA17847D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880305"/>
              <a:ext cx="13343" cy="100398"/>
            </a:xfrm>
            <a:custGeom>
              <a:avLst/>
              <a:gdLst/>
              <a:ahLst/>
              <a:cxnLst/>
              <a:rect l="0" t="0" r="0" b="0"/>
              <a:pathLst>
                <a:path w="13343" h="100398">
                  <a:moveTo>
                    <a:pt x="13343" y="1003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3" name="Candidate_receptor__2882">
              <a:extLst>
                <a:ext uri="{FF2B5EF4-FFF2-40B4-BE49-F238E27FC236}">
                  <a16:creationId xmlns:a16="http://schemas.microsoft.com/office/drawing/2014/main" id="{91D502F3-1CFC-569D-9AA4-93F8CB60698E}"/>
                </a:ext>
              </a:extLst>
            </p:cNvPr>
            <p:cNvSpPr>
              <a:spLocks noGrp="1"/>
            </p:cNvSpPr>
            <p:nvPr/>
          </p:nvSpPr>
          <p:spPr>
            <a:xfrm>
              <a:off x="5058790" y="5173770"/>
              <a:ext cx="72345" cy="75082"/>
            </a:xfrm>
            <a:custGeom>
              <a:avLst/>
              <a:gdLst/>
              <a:ahLst/>
              <a:cxnLst/>
              <a:rect l="0" t="0" r="0" b="0"/>
              <a:pathLst>
                <a:path w="72345" h="75082">
                  <a:moveTo>
                    <a:pt x="0" y="0"/>
                  </a:moveTo>
                  <a:lnTo>
                    <a:pt x="72345" y="7508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4" name="Candidate_receptor__2883">
              <a:extLst>
                <a:ext uri="{FF2B5EF4-FFF2-40B4-BE49-F238E27FC236}">
                  <a16:creationId xmlns:a16="http://schemas.microsoft.com/office/drawing/2014/main" id="{A2A62C55-4328-F4FD-0A3D-312DDCA14B01}"/>
                </a:ext>
              </a:extLst>
            </p:cNvPr>
            <p:cNvSpPr>
              <a:spLocks noGrp="1"/>
            </p:cNvSpPr>
            <p:nvPr/>
          </p:nvSpPr>
          <p:spPr>
            <a:xfrm>
              <a:off x="6125739" y="4586578"/>
              <a:ext cx="109325" cy="31572"/>
            </a:xfrm>
            <a:custGeom>
              <a:avLst/>
              <a:gdLst/>
              <a:ahLst/>
              <a:cxnLst/>
              <a:rect l="0" t="0" r="0" b="0"/>
              <a:pathLst>
                <a:path w="109325" h="31572">
                  <a:moveTo>
                    <a:pt x="0" y="31572"/>
                  </a:moveTo>
                  <a:lnTo>
                    <a:pt x="10932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5" name="Candidate_receptor__2884">
              <a:extLst>
                <a:ext uri="{FF2B5EF4-FFF2-40B4-BE49-F238E27FC236}">
                  <a16:creationId xmlns:a16="http://schemas.microsoft.com/office/drawing/2014/main" id="{EB8A992F-3232-95AE-4193-B45999B74C76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91396"/>
              <a:ext cx="68653" cy="44395"/>
            </a:xfrm>
            <a:custGeom>
              <a:avLst/>
              <a:gdLst/>
              <a:ahLst/>
              <a:cxnLst/>
              <a:rect l="0" t="0" r="0" b="0"/>
              <a:pathLst>
                <a:path w="68653" h="44395">
                  <a:moveTo>
                    <a:pt x="68653" y="4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6" name="Candidate_receptor__2885">
              <a:extLst>
                <a:ext uri="{FF2B5EF4-FFF2-40B4-BE49-F238E27FC236}">
                  <a16:creationId xmlns:a16="http://schemas.microsoft.com/office/drawing/2014/main" id="{0723D10A-69C5-75C0-D983-A4FB61E15C8A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835302"/>
              <a:ext cx="112192" cy="6821"/>
            </a:xfrm>
            <a:custGeom>
              <a:avLst/>
              <a:gdLst/>
              <a:ahLst/>
              <a:cxnLst/>
              <a:rect l="0" t="0" r="0" b="0"/>
              <a:pathLst>
                <a:path w="112192" h="6821">
                  <a:moveTo>
                    <a:pt x="112192" y="68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7" name="Candidate_receptor__2886">
              <a:extLst>
                <a:ext uri="{FF2B5EF4-FFF2-40B4-BE49-F238E27FC236}">
                  <a16:creationId xmlns:a16="http://schemas.microsoft.com/office/drawing/2014/main" id="{8B35EE98-FFB0-769E-FC1C-D10EBBD452BE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161557"/>
              <a:ext cx="69350" cy="91198"/>
            </a:xfrm>
            <a:custGeom>
              <a:avLst/>
              <a:gdLst/>
              <a:ahLst/>
              <a:cxnLst/>
              <a:rect l="0" t="0" r="0" b="0"/>
              <a:pathLst>
                <a:path w="69350" h="91198">
                  <a:moveTo>
                    <a:pt x="0" y="0"/>
                  </a:moveTo>
                  <a:lnTo>
                    <a:pt x="69350" y="91198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88" name="Candidate_receptor__2887">
              <a:extLst>
                <a:ext uri="{FF2B5EF4-FFF2-40B4-BE49-F238E27FC236}">
                  <a16:creationId xmlns:a16="http://schemas.microsoft.com/office/drawing/2014/main" id="{2BB3F250-433A-E9F2-C431-9F304781D5EE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596121"/>
              <a:ext cx="48357" cy="77882"/>
            </a:xfrm>
            <a:custGeom>
              <a:avLst/>
              <a:gdLst/>
              <a:ahLst/>
              <a:cxnLst/>
              <a:rect l="0" t="0" r="0" b="0"/>
              <a:pathLst>
                <a:path w="48357" h="77882">
                  <a:moveTo>
                    <a:pt x="48357" y="0"/>
                  </a:moveTo>
                  <a:lnTo>
                    <a:pt x="0" y="7788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89" name="Candidate_receptor__2888">
              <a:extLst>
                <a:ext uri="{FF2B5EF4-FFF2-40B4-BE49-F238E27FC236}">
                  <a16:creationId xmlns:a16="http://schemas.microsoft.com/office/drawing/2014/main" id="{FA7DB465-8441-64CC-CF70-AD967C968344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018881"/>
              <a:ext cx="68477" cy="92126"/>
            </a:xfrm>
            <a:custGeom>
              <a:avLst/>
              <a:gdLst/>
              <a:ahLst/>
              <a:cxnLst/>
              <a:rect l="0" t="0" r="0" b="0"/>
              <a:pathLst>
                <a:path w="68477" h="92126">
                  <a:moveTo>
                    <a:pt x="68477" y="0"/>
                  </a:moveTo>
                  <a:lnTo>
                    <a:pt x="0" y="92126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90" name="Candidate_receptor__2889">
              <a:extLst>
                <a:ext uri="{FF2B5EF4-FFF2-40B4-BE49-F238E27FC236}">
                  <a16:creationId xmlns:a16="http://schemas.microsoft.com/office/drawing/2014/main" id="{AC9AFBA1-E733-6E85-DE20-5C46166B467A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464"/>
              <a:ext cx="98939" cy="22206"/>
            </a:xfrm>
            <a:custGeom>
              <a:avLst/>
              <a:gdLst/>
              <a:ahLst/>
              <a:cxnLst/>
              <a:rect l="0" t="0" r="0" b="0"/>
              <a:pathLst>
                <a:path w="98939" h="22206">
                  <a:moveTo>
                    <a:pt x="98939" y="0"/>
                  </a:moveTo>
                  <a:lnTo>
                    <a:pt x="0" y="222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1" name="Candidate_receptor__2890">
              <a:extLst>
                <a:ext uri="{FF2B5EF4-FFF2-40B4-BE49-F238E27FC236}">
                  <a16:creationId xmlns:a16="http://schemas.microsoft.com/office/drawing/2014/main" id="{0F7C64E1-4DA8-6CDF-38E1-0D17A6DB912E}"/>
                </a:ext>
              </a:extLst>
            </p:cNvPr>
            <p:cNvSpPr>
              <a:spLocks noGrp="1"/>
            </p:cNvSpPr>
            <p:nvPr/>
          </p:nvSpPr>
          <p:spPr>
            <a:xfrm>
              <a:off x="5806855" y="3862527"/>
              <a:ext cx="108375" cy="11779"/>
            </a:xfrm>
            <a:custGeom>
              <a:avLst/>
              <a:gdLst/>
              <a:ahLst/>
              <a:cxnLst/>
              <a:rect l="0" t="0" r="0" b="0"/>
              <a:pathLst>
                <a:path w="108375" h="11779">
                  <a:moveTo>
                    <a:pt x="0" y="11779"/>
                  </a:moveTo>
                  <a:lnTo>
                    <a:pt x="108375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2" name="Candidate_receptor__2891">
              <a:extLst>
                <a:ext uri="{FF2B5EF4-FFF2-40B4-BE49-F238E27FC236}">
                  <a16:creationId xmlns:a16="http://schemas.microsoft.com/office/drawing/2014/main" id="{BA31878A-BEF2-4D5A-52C2-69912A3DBEF1}"/>
                </a:ext>
              </a:extLst>
            </p:cNvPr>
            <p:cNvSpPr>
              <a:spLocks noGrp="1"/>
            </p:cNvSpPr>
            <p:nvPr/>
          </p:nvSpPr>
          <p:spPr>
            <a:xfrm>
              <a:off x="5559467" y="3495179"/>
              <a:ext cx="26604" cy="87601"/>
            </a:xfrm>
            <a:custGeom>
              <a:avLst/>
              <a:gdLst/>
              <a:ahLst/>
              <a:cxnLst/>
              <a:rect l="0" t="0" r="0" b="0"/>
              <a:pathLst>
                <a:path w="26604" h="87601">
                  <a:moveTo>
                    <a:pt x="26604" y="87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3" name="Candidate_receptor__2892">
              <a:extLst>
                <a:ext uri="{FF2B5EF4-FFF2-40B4-BE49-F238E27FC236}">
                  <a16:creationId xmlns:a16="http://schemas.microsoft.com/office/drawing/2014/main" id="{5211C560-4C3F-F22B-E1E2-C870F3551625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538483"/>
              <a:ext cx="51976" cy="87655"/>
            </a:xfrm>
            <a:custGeom>
              <a:avLst/>
              <a:gdLst/>
              <a:ahLst/>
              <a:cxnLst/>
              <a:rect l="0" t="0" r="0" b="0"/>
              <a:pathLst>
                <a:path w="51976" h="87655">
                  <a:moveTo>
                    <a:pt x="0" y="87655"/>
                  </a:moveTo>
                  <a:lnTo>
                    <a:pt x="51976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4" name="Candidate_receptor__2893">
              <a:extLst>
                <a:ext uri="{FF2B5EF4-FFF2-40B4-BE49-F238E27FC236}">
                  <a16:creationId xmlns:a16="http://schemas.microsoft.com/office/drawing/2014/main" id="{D40D433B-7B08-AFFE-4FB7-43B5951EE7BB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07664"/>
              <a:ext cx="72154" cy="83405"/>
            </a:xfrm>
            <a:custGeom>
              <a:avLst/>
              <a:gdLst/>
              <a:ahLst/>
              <a:cxnLst/>
              <a:rect l="0" t="0" r="0" b="0"/>
              <a:pathLst>
                <a:path w="72154" h="83405">
                  <a:moveTo>
                    <a:pt x="0" y="83405"/>
                  </a:moveTo>
                  <a:lnTo>
                    <a:pt x="7215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5" name="Candidate_receptor__2894">
              <a:extLst>
                <a:ext uri="{FF2B5EF4-FFF2-40B4-BE49-F238E27FC236}">
                  <a16:creationId xmlns:a16="http://schemas.microsoft.com/office/drawing/2014/main" id="{FD599BA1-7032-7613-AAC0-8DF374C7DC28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76295"/>
              <a:ext cx="114233" cy="5435"/>
            </a:xfrm>
            <a:custGeom>
              <a:avLst/>
              <a:gdLst/>
              <a:ahLst/>
              <a:cxnLst/>
              <a:rect l="0" t="0" r="0" b="0"/>
              <a:pathLst>
                <a:path w="114233" h="5435">
                  <a:moveTo>
                    <a:pt x="114233" y="54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6" name="Candidate_receptor__2895">
              <a:extLst>
                <a:ext uri="{FF2B5EF4-FFF2-40B4-BE49-F238E27FC236}">
                  <a16:creationId xmlns:a16="http://schemas.microsoft.com/office/drawing/2014/main" id="{FCB6910C-6C56-EA28-4FF0-FBA0E3456ABB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371922"/>
              <a:ext cx="107906" cy="36136"/>
            </a:xfrm>
            <a:custGeom>
              <a:avLst/>
              <a:gdLst/>
              <a:ahLst/>
              <a:cxnLst/>
              <a:rect l="0" t="0" r="0" b="0"/>
              <a:pathLst>
                <a:path w="107906" h="36136">
                  <a:moveTo>
                    <a:pt x="107906" y="0"/>
                  </a:moveTo>
                  <a:lnTo>
                    <a:pt x="0" y="361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7" name="Candidate_receptor__2896">
              <a:extLst>
                <a:ext uri="{FF2B5EF4-FFF2-40B4-BE49-F238E27FC236}">
                  <a16:creationId xmlns:a16="http://schemas.microsoft.com/office/drawing/2014/main" id="{4799A63F-936F-E886-7274-F5588B984624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626138"/>
              <a:ext cx="25671" cy="94900"/>
            </a:xfrm>
            <a:custGeom>
              <a:avLst/>
              <a:gdLst/>
              <a:ahLst/>
              <a:cxnLst/>
              <a:rect l="0" t="0" r="0" b="0"/>
              <a:pathLst>
                <a:path w="25671" h="94900">
                  <a:moveTo>
                    <a:pt x="25671" y="949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8" name="Candidate_receptor__2897">
              <a:extLst>
                <a:ext uri="{FF2B5EF4-FFF2-40B4-BE49-F238E27FC236}">
                  <a16:creationId xmlns:a16="http://schemas.microsoft.com/office/drawing/2014/main" id="{263ED521-F582-8622-6FDB-A6F9F23A3EA4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8601"/>
              <a:ext cx="1044" cy="50628"/>
            </a:xfrm>
            <a:custGeom>
              <a:avLst/>
              <a:gdLst/>
              <a:ahLst/>
              <a:cxnLst/>
              <a:rect l="0" t="0" r="0" b="0"/>
              <a:pathLst>
                <a:path w="1044" h="50628">
                  <a:moveTo>
                    <a:pt x="0" y="50628"/>
                  </a:moveTo>
                  <a:lnTo>
                    <a:pt x="1044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9" name="Candidate_receptor__2898">
              <a:extLst>
                <a:ext uri="{FF2B5EF4-FFF2-40B4-BE49-F238E27FC236}">
                  <a16:creationId xmlns:a16="http://schemas.microsoft.com/office/drawing/2014/main" id="{F87B4DF6-66C8-014B-287C-97E64E7AB2FB}"/>
                </a:ext>
              </a:extLst>
            </p:cNvPr>
            <p:cNvSpPr>
              <a:spLocks noGrp="1"/>
            </p:cNvSpPr>
            <p:nvPr/>
          </p:nvSpPr>
          <p:spPr>
            <a:xfrm>
              <a:off x="4847453" y="2097241"/>
              <a:ext cx="18348" cy="103702"/>
            </a:xfrm>
            <a:custGeom>
              <a:avLst/>
              <a:gdLst/>
              <a:ahLst/>
              <a:cxnLst/>
              <a:rect l="0" t="0" r="0" b="0"/>
              <a:pathLst>
                <a:path w="18348" h="103702">
                  <a:moveTo>
                    <a:pt x="18348" y="0"/>
                  </a:moveTo>
                  <a:lnTo>
                    <a:pt x="0" y="1037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00" name="Candidate_receptor__2899">
              <a:extLst>
                <a:ext uri="{FF2B5EF4-FFF2-40B4-BE49-F238E27FC236}">
                  <a16:creationId xmlns:a16="http://schemas.microsoft.com/office/drawing/2014/main" id="{8149A3AF-F0BD-D2F8-331D-16B3157F93EF}"/>
                </a:ext>
              </a:extLst>
            </p:cNvPr>
            <p:cNvSpPr>
              <a:spLocks noGrp="1"/>
            </p:cNvSpPr>
            <p:nvPr/>
          </p:nvSpPr>
          <p:spPr>
            <a:xfrm>
              <a:off x="4428045" y="3496639"/>
              <a:ext cx="33409" cy="99482"/>
            </a:xfrm>
            <a:custGeom>
              <a:avLst/>
              <a:gdLst/>
              <a:ahLst/>
              <a:cxnLst/>
              <a:rect l="0" t="0" r="0" b="0"/>
              <a:pathLst>
                <a:path w="33409" h="99482">
                  <a:moveTo>
                    <a:pt x="0" y="0"/>
                  </a:moveTo>
                  <a:lnTo>
                    <a:pt x="33409" y="9948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1" name="Candidate_receptor__2900">
              <a:extLst>
                <a:ext uri="{FF2B5EF4-FFF2-40B4-BE49-F238E27FC236}">
                  <a16:creationId xmlns:a16="http://schemas.microsoft.com/office/drawing/2014/main" id="{72D8959A-2C3A-04FB-133A-15E3D1B0DAC8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103134" cy="20938"/>
            </a:xfrm>
            <a:custGeom>
              <a:avLst/>
              <a:gdLst/>
              <a:ahLst/>
              <a:cxnLst/>
              <a:rect l="0" t="0" r="0" b="0"/>
              <a:pathLst>
                <a:path w="103134" h="20938">
                  <a:moveTo>
                    <a:pt x="0" y="0"/>
                  </a:moveTo>
                  <a:lnTo>
                    <a:pt x="103134" y="209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2" name="Candidate_receptor__2901">
              <a:extLst>
                <a:ext uri="{FF2B5EF4-FFF2-40B4-BE49-F238E27FC236}">
                  <a16:creationId xmlns:a16="http://schemas.microsoft.com/office/drawing/2014/main" id="{9102DED4-DFF3-B0C2-FDB0-960BB01C92F8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66000"/>
              <a:ext cx="747" cy="22933"/>
            </a:xfrm>
            <a:custGeom>
              <a:avLst/>
              <a:gdLst/>
              <a:ahLst/>
              <a:cxnLst/>
              <a:rect l="0" t="0" r="0" b="0"/>
              <a:pathLst>
                <a:path w="747" h="22933">
                  <a:moveTo>
                    <a:pt x="0" y="22933"/>
                  </a:moveTo>
                  <a:lnTo>
                    <a:pt x="74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3" name="Candidate_receptor__2902">
              <a:extLst>
                <a:ext uri="{FF2B5EF4-FFF2-40B4-BE49-F238E27FC236}">
                  <a16:creationId xmlns:a16="http://schemas.microsoft.com/office/drawing/2014/main" id="{8851EBA4-9E04-1CAE-FA71-97260E62B8A3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790859"/>
              <a:ext cx="68339" cy="89446"/>
            </a:xfrm>
            <a:custGeom>
              <a:avLst/>
              <a:gdLst/>
              <a:ahLst/>
              <a:cxnLst/>
              <a:rect l="0" t="0" r="0" b="0"/>
              <a:pathLst>
                <a:path w="68339" h="89446">
                  <a:moveTo>
                    <a:pt x="0" y="89446"/>
                  </a:moveTo>
                  <a:lnTo>
                    <a:pt x="6833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4" name="Candidate_receptor__2903">
              <a:extLst>
                <a:ext uri="{FF2B5EF4-FFF2-40B4-BE49-F238E27FC236}">
                  <a16:creationId xmlns:a16="http://schemas.microsoft.com/office/drawing/2014/main" id="{BCC567FF-64F6-BA26-6756-506C791A0255}"/>
                </a:ext>
              </a:extLst>
            </p:cNvPr>
            <p:cNvSpPr>
              <a:spLocks noGrp="1"/>
            </p:cNvSpPr>
            <p:nvPr/>
          </p:nvSpPr>
          <p:spPr>
            <a:xfrm>
              <a:off x="5191880" y="3725435"/>
              <a:ext cx="61343" cy="88283"/>
            </a:xfrm>
            <a:custGeom>
              <a:avLst/>
              <a:gdLst/>
              <a:ahLst/>
              <a:cxnLst/>
              <a:rect l="0" t="0" r="0" b="0"/>
              <a:pathLst>
                <a:path w="61343" h="88283">
                  <a:moveTo>
                    <a:pt x="61343" y="0"/>
                  </a:moveTo>
                  <a:lnTo>
                    <a:pt x="0" y="8828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5" name="Candidate_receptor__2904">
              <a:extLst>
                <a:ext uri="{FF2B5EF4-FFF2-40B4-BE49-F238E27FC236}">
                  <a16:creationId xmlns:a16="http://schemas.microsoft.com/office/drawing/2014/main" id="{5DDB1AB9-F3C3-E2DC-ECB1-AD266BC0B1B7}"/>
                </a:ext>
              </a:extLst>
            </p:cNvPr>
            <p:cNvSpPr>
              <a:spLocks noGrp="1"/>
            </p:cNvSpPr>
            <p:nvPr/>
          </p:nvSpPr>
          <p:spPr>
            <a:xfrm>
              <a:off x="6563911" y="4411464"/>
              <a:ext cx="59952" cy="67566"/>
            </a:xfrm>
            <a:custGeom>
              <a:avLst/>
              <a:gdLst/>
              <a:ahLst/>
              <a:cxnLst/>
              <a:rect l="0" t="0" r="0" b="0"/>
              <a:pathLst>
                <a:path w="59952" h="67566">
                  <a:moveTo>
                    <a:pt x="59952" y="67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6" name="Candidate_receptor__2905">
              <a:extLst>
                <a:ext uri="{FF2B5EF4-FFF2-40B4-BE49-F238E27FC236}">
                  <a16:creationId xmlns:a16="http://schemas.microsoft.com/office/drawing/2014/main" id="{D59F1621-C948-66AA-73D4-78CE82137A69}"/>
                </a:ext>
              </a:extLst>
            </p:cNvPr>
            <p:cNvSpPr>
              <a:spLocks noGrp="1"/>
            </p:cNvSpPr>
            <p:nvPr/>
          </p:nvSpPr>
          <p:spPr>
            <a:xfrm>
              <a:off x="5738716" y="4221012"/>
              <a:ext cx="31270" cy="71331"/>
            </a:xfrm>
            <a:custGeom>
              <a:avLst/>
              <a:gdLst/>
              <a:ahLst/>
              <a:cxnLst/>
              <a:rect l="0" t="0" r="0" b="0"/>
              <a:pathLst>
                <a:path w="31270" h="71331">
                  <a:moveTo>
                    <a:pt x="31270" y="71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7" name="Candidate_receptor__2906">
              <a:extLst>
                <a:ext uri="{FF2B5EF4-FFF2-40B4-BE49-F238E27FC236}">
                  <a16:creationId xmlns:a16="http://schemas.microsoft.com/office/drawing/2014/main" id="{493AA534-C6BD-D9B3-29DD-8BC1F6C55D9D}"/>
                </a:ext>
              </a:extLst>
            </p:cNvPr>
            <p:cNvSpPr>
              <a:spLocks noGrp="1"/>
            </p:cNvSpPr>
            <p:nvPr/>
          </p:nvSpPr>
          <p:spPr>
            <a:xfrm>
              <a:off x="5659460" y="2420072"/>
              <a:ext cx="27724" cy="105457"/>
            </a:xfrm>
            <a:custGeom>
              <a:avLst/>
              <a:gdLst/>
              <a:ahLst/>
              <a:cxnLst/>
              <a:rect l="0" t="0" r="0" b="0"/>
              <a:pathLst>
                <a:path w="27724" h="105457">
                  <a:moveTo>
                    <a:pt x="0" y="0"/>
                  </a:moveTo>
                  <a:lnTo>
                    <a:pt x="27724" y="105457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08" name="Candidate_receptor__2907">
              <a:extLst>
                <a:ext uri="{FF2B5EF4-FFF2-40B4-BE49-F238E27FC236}">
                  <a16:creationId xmlns:a16="http://schemas.microsoft.com/office/drawing/2014/main" id="{D83ABB09-36B1-7263-2F9A-D179CFD31C12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092887"/>
              <a:ext cx="110142" cy="25368"/>
            </a:xfrm>
            <a:custGeom>
              <a:avLst/>
              <a:gdLst/>
              <a:ahLst/>
              <a:cxnLst/>
              <a:rect l="0" t="0" r="0" b="0"/>
              <a:pathLst>
                <a:path w="110142" h="25368">
                  <a:moveTo>
                    <a:pt x="110142" y="0"/>
                  </a:moveTo>
                  <a:lnTo>
                    <a:pt x="0" y="2536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9" name="Candidate_receptor__2908">
              <a:extLst>
                <a:ext uri="{FF2B5EF4-FFF2-40B4-BE49-F238E27FC236}">
                  <a16:creationId xmlns:a16="http://schemas.microsoft.com/office/drawing/2014/main" id="{D47D966A-6D2F-3BB7-065E-6B9524AB07C0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28519"/>
              <a:ext cx="72851" cy="59496"/>
            </a:xfrm>
            <a:custGeom>
              <a:avLst/>
              <a:gdLst/>
              <a:ahLst/>
              <a:cxnLst/>
              <a:rect l="0" t="0" r="0" b="0"/>
              <a:pathLst>
                <a:path w="72851" h="59496">
                  <a:moveTo>
                    <a:pt x="0" y="59496"/>
                  </a:moveTo>
                  <a:lnTo>
                    <a:pt x="7285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0" name="Candidate_receptor__2909">
              <a:extLst>
                <a:ext uri="{FF2B5EF4-FFF2-40B4-BE49-F238E27FC236}">
                  <a16:creationId xmlns:a16="http://schemas.microsoft.com/office/drawing/2014/main" id="{F75B5106-9CFD-AD1E-D478-2E059791791E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359648"/>
              <a:ext cx="88466" cy="60424"/>
            </a:xfrm>
            <a:custGeom>
              <a:avLst/>
              <a:gdLst/>
              <a:ahLst/>
              <a:cxnLst/>
              <a:rect l="0" t="0" r="0" b="0"/>
              <a:pathLst>
                <a:path w="88466" h="60424">
                  <a:moveTo>
                    <a:pt x="0" y="0"/>
                  </a:moveTo>
                  <a:lnTo>
                    <a:pt x="88466" y="6042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1" name="Candidate_receptor__2910">
              <a:extLst>
                <a:ext uri="{FF2B5EF4-FFF2-40B4-BE49-F238E27FC236}">
                  <a16:creationId xmlns:a16="http://schemas.microsoft.com/office/drawing/2014/main" id="{E88E6CB3-4F58-D959-67A8-20A785036DDD}"/>
                </a:ext>
              </a:extLst>
            </p:cNvPr>
            <p:cNvSpPr>
              <a:spLocks noGrp="1"/>
            </p:cNvSpPr>
            <p:nvPr/>
          </p:nvSpPr>
          <p:spPr>
            <a:xfrm>
              <a:off x="4749958" y="2200942"/>
              <a:ext cx="97495" cy="14018"/>
            </a:xfrm>
            <a:custGeom>
              <a:avLst/>
              <a:gdLst/>
              <a:ahLst/>
              <a:cxnLst/>
              <a:rect l="0" t="0" r="0" b="0"/>
              <a:pathLst>
                <a:path w="97495" h="14018">
                  <a:moveTo>
                    <a:pt x="97495" y="0"/>
                  </a:moveTo>
                  <a:lnTo>
                    <a:pt x="0" y="1401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2" name="Candidate_receptor__2911">
              <a:extLst>
                <a:ext uri="{FF2B5EF4-FFF2-40B4-BE49-F238E27FC236}">
                  <a16:creationId xmlns:a16="http://schemas.microsoft.com/office/drawing/2014/main" id="{A74B03EB-637C-4D84-D07F-E13A9EA41AE8}"/>
                </a:ext>
              </a:extLst>
            </p:cNvPr>
            <p:cNvSpPr>
              <a:spLocks noGrp="1"/>
            </p:cNvSpPr>
            <p:nvPr/>
          </p:nvSpPr>
          <p:spPr>
            <a:xfrm>
              <a:off x="4549821" y="3825927"/>
              <a:ext cx="93431" cy="19978"/>
            </a:xfrm>
            <a:custGeom>
              <a:avLst/>
              <a:gdLst/>
              <a:ahLst/>
              <a:cxnLst/>
              <a:rect l="0" t="0" r="0" b="0"/>
              <a:pathLst>
                <a:path w="93431" h="19978">
                  <a:moveTo>
                    <a:pt x="0" y="0"/>
                  </a:moveTo>
                  <a:lnTo>
                    <a:pt x="93431" y="1997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3" name="Candidate_receptor__2912">
              <a:extLst>
                <a:ext uri="{FF2B5EF4-FFF2-40B4-BE49-F238E27FC236}">
                  <a16:creationId xmlns:a16="http://schemas.microsoft.com/office/drawing/2014/main" id="{A2B40F53-CD2B-5BD4-BE87-D3BC93EAA693}"/>
                </a:ext>
              </a:extLst>
            </p:cNvPr>
            <p:cNvSpPr>
              <a:spLocks noGrp="1"/>
            </p:cNvSpPr>
            <p:nvPr/>
          </p:nvSpPr>
          <p:spPr>
            <a:xfrm>
              <a:off x="4982379" y="3952939"/>
              <a:ext cx="108200" cy="34879"/>
            </a:xfrm>
            <a:custGeom>
              <a:avLst/>
              <a:gdLst/>
              <a:ahLst/>
              <a:cxnLst/>
              <a:rect l="0" t="0" r="0" b="0"/>
              <a:pathLst>
                <a:path w="108200" h="34879">
                  <a:moveTo>
                    <a:pt x="108200" y="0"/>
                  </a:moveTo>
                  <a:lnTo>
                    <a:pt x="0" y="3487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4" name="Candidate_receptor__2913">
              <a:extLst>
                <a:ext uri="{FF2B5EF4-FFF2-40B4-BE49-F238E27FC236}">
                  <a16:creationId xmlns:a16="http://schemas.microsoft.com/office/drawing/2014/main" id="{99909F38-BB94-71E5-0305-339660BBF3E0}"/>
                </a:ext>
              </a:extLst>
            </p:cNvPr>
            <p:cNvSpPr>
              <a:spLocks noGrp="1"/>
            </p:cNvSpPr>
            <p:nvPr/>
          </p:nvSpPr>
          <p:spPr>
            <a:xfrm>
              <a:off x="4512099" y="3742992"/>
              <a:ext cx="37722" cy="82935"/>
            </a:xfrm>
            <a:custGeom>
              <a:avLst/>
              <a:gdLst/>
              <a:ahLst/>
              <a:cxnLst/>
              <a:rect l="0" t="0" r="0" b="0"/>
              <a:pathLst>
                <a:path w="37722" h="82935">
                  <a:moveTo>
                    <a:pt x="0" y="0"/>
                  </a:moveTo>
                  <a:lnTo>
                    <a:pt x="37722" y="8293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5" name="Candidate_receptor__2914">
              <a:extLst>
                <a:ext uri="{FF2B5EF4-FFF2-40B4-BE49-F238E27FC236}">
                  <a16:creationId xmlns:a16="http://schemas.microsoft.com/office/drawing/2014/main" id="{7FF4F458-454E-5787-F9F1-5C5FA9AD2590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7814"/>
              <a:ext cx="39572" cy="47455"/>
            </a:xfrm>
            <a:custGeom>
              <a:avLst/>
              <a:gdLst/>
              <a:ahLst/>
              <a:cxnLst/>
              <a:rect l="0" t="0" r="0" b="0"/>
              <a:pathLst>
                <a:path w="39572" h="47455">
                  <a:moveTo>
                    <a:pt x="39572" y="474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6" name="Candidate_receptor__2915">
              <a:extLst>
                <a:ext uri="{FF2B5EF4-FFF2-40B4-BE49-F238E27FC236}">
                  <a16:creationId xmlns:a16="http://schemas.microsoft.com/office/drawing/2014/main" id="{FEB09F69-4343-03A5-5D05-DFA15CB0C448}"/>
                </a:ext>
              </a:extLst>
            </p:cNvPr>
            <p:cNvSpPr>
              <a:spLocks noGrp="1"/>
            </p:cNvSpPr>
            <p:nvPr/>
          </p:nvSpPr>
          <p:spPr>
            <a:xfrm>
              <a:off x="5518950" y="3092887"/>
              <a:ext cx="31569" cy="105544"/>
            </a:xfrm>
            <a:custGeom>
              <a:avLst/>
              <a:gdLst/>
              <a:ahLst/>
              <a:cxnLst/>
              <a:rect l="0" t="0" r="0" b="0"/>
              <a:pathLst>
                <a:path w="31569" h="105544">
                  <a:moveTo>
                    <a:pt x="31569" y="1055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7" name="Candidate_receptor__2916">
              <a:extLst>
                <a:ext uri="{FF2B5EF4-FFF2-40B4-BE49-F238E27FC236}">
                  <a16:creationId xmlns:a16="http://schemas.microsoft.com/office/drawing/2014/main" id="{6B121FF3-1254-5D1D-5249-5CEF32FA63AC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76987"/>
              <a:ext cx="112618" cy="17192"/>
            </a:xfrm>
            <a:custGeom>
              <a:avLst/>
              <a:gdLst/>
              <a:ahLst/>
              <a:cxnLst/>
              <a:rect l="0" t="0" r="0" b="0"/>
              <a:pathLst>
                <a:path w="112618" h="17192">
                  <a:moveTo>
                    <a:pt x="112618" y="0"/>
                  </a:moveTo>
                  <a:lnTo>
                    <a:pt x="0" y="1719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8" name="Candidate_receptor__2917">
              <a:extLst>
                <a:ext uri="{FF2B5EF4-FFF2-40B4-BE49-F238E27FC236}">
                  <a16:creationId xmlns:a16="http://schemas.microsoft.com/office/drawing/2014/main" id="{2241909D-1016-89F1-152A-2B61833FB00D}"/>
                </a:ext>
              </a:extLst>
            </p:cNvPr>
            <p:cNvSpPr>
              <a:spLocks noGrp="1"/>
            </p:cNvSpPr>
            <p:nvPr/>
          </p:nvSpPr>
          <p:spPr>
            <a:xfrm>
              <a:off x="5536250" y="2803925"/>
              <a:ext cx="59864" cy="57440"/>
            </a:xfrm>
            <a:custGeom>
              <a:avLst/>
              <a:gdLst/>
              <a:ahLst/>
              <a:cxnLst/>
              <a:rect l="0" t="0" r="0" b="0"/>
              <a:pathLst>
                <a:path w="59864" h="57440">
                  <a:moveTo>
                    <a:pt x="59864" y="574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9" name="Candidate_receptor__2918">
              <a:extLst>
                <a:ext uri="{FF2B5EF4-FFF2-40B4-BE49-F238E27FC236}">
                  <a16:creationId xmlns:a16="http://schemas.microsoft.com/office/drawing/2014/main" id="{BD987097-385B-68F4-CF92-D498FF0630FF}"/>
                </a:ext>
              </a:extLst>
            </p:cNvPr>
            <p:cNvSpPr>
              <a:spLocks noGrp="1"/>
            </p:cNvSpPr>
            <p:nvPr/>
          </p:nvSpPr>
          <p:spPr>
            <a:xfrm>
              <a:off x="4865802" y="2096230"/>
              <a:ext cx="113972" cy="1011"/>
            </a:xfrm>
            <a:custGeom>
              <a:avLst/>
              <a:gdLst/>
              <a:ahLst/>
              <a:cxnLst/>
              <a:rect l="0" t="0" r="0" b="0"/>
              <a:pathLst>
                <a:path w="113972" h="1011">
                  <a:moveTo>
                    <a:pt x="113972" y="0"/>
                  </a:moveTo>
                  <a:lnTo>
                    <a:pt x="0" y="101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0" name="Candidate_receptor__2919">
              <a:extLst>
                <a:ext uri="{FF2B5EF4-FFF2-40B4-BE49-F238E27FC236}">
                  <a16:creationId xmlns:a16="http://schemas.microsoft.com/office/drawing/2014/main" id="{70811248-6B0D-0C10-E319-F0164C4AF80B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097568"/>
              <a:ext cx="66345" cy="63989"/>
            </a:xfrm>
            <a:custGeom>
              <a:avLst/>
              <a:gdLst/>
              <a:ahLst/>
              <a:cxnLst/>
              <a:rect l="0" t="0" r="0" b="0"/>
              <a:pathLst>
                <a:path w="66345" h="63989">
                  <a:moveTo>
                    <a:pt x="66345" y="0"/>
                  </a:moveTo>
                  <a:lnTo>
                    <a:pt x="0" y="6398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1" name="Candidate_receptor__2920">
              <a:extLst>
                <a:ext uri="{FF2B5EF4-FFF2-40B4-BE49-F238E27FC236}">
                  <a16:creationId xmlns:a16="http://schemas.microsoft.com/office/drawing/2014/main" id="{0C989BF4-D36D-71FF-946F-5D6FAD9EBE0C}"/>
                </a:ext>
              </a:extLst>
            </p:cNvPr>
            <p:cNvSpPr>
              <a:spLocks noGrp="1"/>
            </p:cNvSpPr>
            <p:nvPr/>
          </p:nvSpPr>
          <p:spPr>
            <a:xfrm>
              <a:off x="5162872" y="2842547"/>
              <a:ext cx="42510" cy="26660"/>
            </a:xfrm>
            <a:custGeom>
              <a:avLst/>
              <a:gdLst/>
              <a:ahLst/>
              <a:cxnLst/>
              <a:rect l="0" t="0" r="0" b="0"/>
              <a:pathLst>
                <a:path w="42510" h="26660">
                  <a:moveTo>
                    <a:pt x="42510" y="266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2" name="Candidate_receptor__2921">
              <a:extLst>
                <a:ext uri="{FF2B5EF4-FFF2-40B4-BE49-F238E27FC236}">
                  <a16:creationId xmlns:a16="http://schemas.microsoft.com/office/drawing/2014/main" id="{227099F0-485E-1019-2221-43891DC528F1}"/>
                </a:ext>
              </a:extLst>
            </p:cNvPr>
            <p:cNvSpPr>
              <a:spLocks noGrp="1"/>
            </p:cNvSpPr>
            <p:nvPr/>
          </p:nvSpPr>
          <p:spPr>
            <a:xfrm>
              <a:off x="5757141" y="2696519"/>
              <a:ext cx="48250" cy="72150"/>
            </a:xfrm>
            <a:custGeom>
              <a:avLst/>
              <a:gdLst/>
              <a:ahLst/>
              <a:cxnLst/>
              <a:rect l="0" t="0" r="0" b="0"/>
              <a:pathLst>
                <a:path w="48250" h="72150">
                  <a:moveTo>
                    <a:pt x="0" y="0"/>
                  </a:moveTo>
                  <a:lnTo>
                    <a:pt x="48250" y="7215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3" name="Candidate_receptor__2922">
              <a:extLst>
                <a:ext uri="{FF2B5EF4-FFF2-40B4-BE49-F238E27FC236}">
                  <a16:creationId xmlns:a16="http://schemas.microsoft.com/office/drawing/2014/main" id="{CC590E3B-0767-3452-AED4-AED433F8A0E2}"/>
                </a:ext>
              </a:extLst>
            </p:cNvPr>
            <p:cNvSpPr>
              <a:spLocks noGrp="1"/>
            </p:cNvSpPr>
            <p:nvPr/>
          </p:nvSpPr>
          <p:spPr>
            <a:xfrm>
              <a:off x="5704916" y="3492476"/>
              <a:ext cx="21557" cy="17633"/>
            </a:xfrm>
            <a:custGeom>
              <a:avLst/>
              <a:gdLst/>
              <a:ahLst/>
              <a:cxnLst/>
              <a:rect l="0" t="0" r="0" b="0"/>
              <a:pathLst>
                <a:path w="21557" h="17633">
                  <a:moveTo>
                    <a:pt x="0" y="17633"/>
                  </a:moveTo>
                  <a:lnTo>
                    <a:pt x="21557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4" name="Candidate_receptor__2923">
              <a:extLst>
                <a:ext uri="{FF2B5EF4-FFF2-40B4-BE49-F238E27FC236}">
                  <a16:creationId xmlns:a16="http://schemas.microsoft.com/office/drawing/2014/main" id="{85F1EB09-44C3-62AB-64F5-2B359BF27CDE}"/>
                </a:ext>
              </a:extLst>
            </p:cNvPr>
            <p:cNvSpPr>
              <a:spLocks noGrp="1"/>
            </p:cNvSpPr>
            <p:nvPr/>
          </p:nvSpPr>
          <p:spPr>
            <a:xfrm>
              <a:off x="4678223" y="2133746"/>
              <a:ext cx="71735" cy="81215"/>
            </a:xfrm>
            <a:custGeom>
              <a:avLst/>
              <a:gdLst/>
              <a:ahLst/>
              <a:cxnLst/>
              <a:rect l="0" t="0" r="0" b="0"/>
              <a:pathLst>
                <a:path w="71735" h="81215">
                  <a:moveTo>
                    <a:pt x="71735" y="81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5" name="Candidate_receptor__2924">
              <a:extLst>
                <a:ext uri="{FF2B5EF4-FFF2-40B4-BE49-F238E27FC236}">
                  <a16:creationId xmlns:a16="http://schemas.microsoft.com/office/drawing/2014/main" id="{DCFBCADE-30ED-FE24-7EBB-8450B6B8A55A}"/>
                </a:ext>
              </a:extLst>
            </p:cNvPr>
            <p:cNvSpPr>
              <a:spLocks noGrp="1"/>
            </p:cNvSpPr>
            <p:nvPr/>
          </p:nvSpPr>
          <p:spPr>
            <a:xfrm>
              <a:off x="5077233" y="4371922"/>
              <a:ext cx="40253" cy="106299"/>
            </a:xfrm>
            <a:custGeom>
              <a:avLst/>
              <a:gdLst/>
              <a:ahLst/>
              <a:cxnLst/>
              <a:rect l="0" t="0" r="0" b="0"/>
              <a:pathLst>
                <a:path w="40253" h="106299">
                  <a:moveTo>
                    <a:pt x="40253" y="1062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6" name="Candidate_receptor__2925">
              <a:extLst>
                <a:ext uri="{FF2B5EF4-FFF2-40B4-BE49-F238E27FC236}">
                  <a16:creationId xmlns:a16="http://schemas.microsoft.com/office/drawing/2014/main" id="{DE67A1B0-7017-5B68-4FF6-D0488621BD4F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88015"/>
              <a:ext cx="39632" cy="99803"/>
            </a:xfrm>
            <a:custGeom>
              <a:avLst/>
              <a:gdLst/>
              <a:ahLst/>
              <a:cxnLst/>
              <a:rect l="0" t="0" r="0" b="0"/>
              <a:pathLst>
                <a:path w="39632" h="99803">
                  <a:moveTo>
                    <a:pt x="39632" y="99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7" name="Candidate_receptor__2926">
              <a:extLst>
                <a:ext uri="{FF2B5EF4-FFF2-40B4-BE49-F238E27FC236}">
                  <a16:creationId xmlns:a16="http://schemas.microsoft.com/office/drawing/2014/main" id="{009E60E8-87A0-4139-B6A2-B03BD68658E2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251532"/>
              <a:ext cx="24462" cy="22288"/>
            </a:xfrm>
            <a:custGeom>
              <a:avLst/>
              <a:gdLst/>
              <a:ahLst/>
              <a:cxnLst/>
              <a:rect l="0" t="0" r="0" b="0"/>
              <a:pathLst>
                <a:path w="24462" h="22288">
                  <a:moveTo>
                    <a:pt x="24462" y="22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8" name="Candidate_receptor__2927">
              <a:extLst>
                <a:ext uri="{FF2B5EF4-FFF2-40B4-BE49-F238E27FC236}">
                  <a16:creationId xmlns:a16="http://schemas.microsoft.com/office/drawing/2014/main" id="{8B030D55-239E-1146-A1CA-8870E1B107D0}"/>
                </a:ext>
              </a:extLst>
            </p:cNvPr>
            <p:cNvSpPr>
              <a:spLocks noGrp="1"/>
            </p:cNvSpPr>
            <p:nvPr/>
          </p:nvSpPr>
          <p:spPr>
            <a:xfrm>
              <a:off x="4950962" y="2412891"/>
              <a:ext cx="99550" cy="50815"/>
            </a:xfrm>
            <a:custGeom>
              <a:avLst/>
              <a:gdLst/>
              <a:ahLst/>
              <a:cxnLst/>
              <a:rect l="0" t="0" r="0" b="0"/>
              <a:pathLst>
                <a:path w="99550" h="50815">
                  <a:moveTo>
                    <a:pt x="0" y="50815"/>
                  </a:moveTo>
                  <a:lnTo>
                    <a:pt x="9955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9" name="Candidate_receptor__2928">
              <a:extLst>
                <a:ext uri="{FF2B5EF4-FFF2-40B4-BE49-F238E27FC236}">
                  <a16:creationId xmlns:a16="http://schemas.microsoft.com/office/drawing/2014/main" id="{36041923-9270-B890-E3A4-9FA17AE029C0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4515"/>
              <a:ext cx="49527" cy="36742"/>
            </a:xfrm>
            <a:custGeom>
              <a:avLst/>
              <a:gdLst/>
              <a:ahLst/>
              <a:cxnLst/>
              <a:rect l="0" t="0" r="0" b="0"/>
              <a:pathLst>
                <a:path w="49527" h="36742">
                  <a:moveTo>
                    <a:pt x="49527" y="0"/>
                  </a:moveTo>
                  <a:lnTo>
                    <a:pt x="0" y="3674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0" name="Candidate_receptor__2929">
              <a:extLst>
                <a:ext uri="{FF2B5EF4-FFF2-40B4-BE49-F238E27FC236}">
                  <a16:creationId xmlns:a16="http://schemas.microsoft.com/office/drawing/2014/main" id="{692CA38D-7077-F638-BF8E-E3BAB4D926FF}"/>
                </a:ext>
              </a:extLst>
            </p:cNvPr>
            <p:cNvSpPr>
              <a:spLocks noGrp="1"/>
            </p:cNvSpPr>
            <p:nvPr/>
          </p:nvSpPr>
          <p:spPr>
            <a:xfrm>
              <a:off x="5576178" y="1842123"/>
              <a:ext cx="43291" cy="45382"/>
            </a:xfrm>
            <a:custGeom>
              <a:avLst/>
              <a:gdLst/>
              <a:ahLst/>
              <a:cxnLst/>
              <a:rect l="0" t="0" r="0" b="0"/>
              <a:pathLst>
                <a:path w="43291" h="45382">
                  <a:moveTo>
                    <a:pt x="43291" y="453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1" name="Candidate_receptor__2930">
              <a:extLst>
                <a:ext uri="{FF2B5EF4-FFF2-40B4-BE49-F238E27FC236}">
                  <a16:creationId xmlns:a16="http://schemas.microsoft.com/office/drawing/2014/main" id="{03D3CB4B-95FF-8F03-D1CB-C171C1600E3C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680669"/>
              <a:ext cx="52700" cy="68344"/>
            </a:xfrm>
            <a:custGeom>
              <a:avLst/>
              <a:gdLst/>
              <a:ahLst/>
              <a:cxnLst/>
              <a:rect l="0" t="0" r="0" b="0"/>
              <a:pathLst>
                <a:path w="52700" h="68344">
                  <a:moveTo>
                    <a:pt x="52700" y="0"/>
                  </a:moveTo>
                  <a:lnTo>
                    <a:pt x="0" y="6834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2" name="Candidate_receptor__2931">
              <a:extLst>
                <a:ext uri="{FF2B5EF4-FFF2-40B4-BE49-F238E27FC236}">
                  <a16:creationId xmlns:a16="http://schemas.microsoft.com/office/drawing/2014/main" id="{808BBB6B-B764-E099-1713-1C075D63B83A}"/>
                </a:ext>
              </a:extLst>
            </p:cNvPr>
            <p:cNvSpPr>
              <a:spLocks noGrp="1"/>
            </p:cNvSpPr>
            <p:nvPr/>
          </p:nvSpPr>
          <p:spPr>
            <a:xfrm>
              <a:off x="5050512" y="2412891"/>
              <a:ext cx="72189" cy="83225"/>
            </a:xfrm>
            <a:custGeom>
              <a:avLst/>
              <a:gdLst/>
              <a:ahLst/>
              <a:cxnLst/>
              <a:rect l="0" t="0" r="0" b="0"/>
              <a:pathLst>
                <a:path w="72189" h="83225">
                  <a:moveTo>
                    <a:pt x="0" y="0"/>
                  </a:moveTo>
                  <a:lnTo>
                    <a:pt x="72189" y="8322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3" name="Candidate_receptor__2932">
              <a:extLst>
                <a:ext uri="{FF2B5EF4-FFF2-40B4-BE49-F238E27FC236}">
                  <a16:creationId xmlns:a16="http://schemas.microsoft.com/office/drawing/2014/main" id="{C093066E-D33D-9DA4-DC67-2BF7C658CA81}"/>
                </a:ext>
              </a:extLst>
            </p:cNvPr>
            <p:cNvSpPr>
              <a:spLocks noGrp="1"/>
            </p:cNvSpPr>
            <p:nvPr/>
          </p:nvSpPr>
          <p:spPr>
            <a:xfrm>
              <a:off x="4621873" y="4721038"/>
              <a:ext cx="82745" cy="79190"/>
            </a:xfrm>
            <a:custGeom>
              <a:avLst/>
              <a:gdLst/>
              <a:ahLst/>
              <a:cxnLst/>
              <a:rect l="0" t="0" r="0" b="0"/>
              <a:pathLst>
                <a:path w="82745" h="79190">
                  <a:moveTo>
                    <a:pt x="82745" y="791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4" name="Candidate_receptor__2933">
              <a:extLst>
                <a:ext uri="{FF2B5EF4-FFF2-40B4-BE49-F238E27FC236}">
                  <a16:creationId xmlns:a16="http://schemas.microsoft.com/office/drawing/2014/main" id="{B197EB79-A4AF-4742-4D66-89A7BE660FD2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678401"/>
              <a:ext cx="93083" cy="39292"/>
            </a:xfrm>
            <a:custGeom>
              <a:avLst/>
              <a:gdLst/>
              <a:ahLst/>
              <a:cxnLst/>
              <a:rect l="0" t="0" r="0" b="0"/>
              <a:pathLst>
                <a:path w="93083" h="39292">
                  <a:moveTo>
                    <a:pt x="0" y="39292"/>
                  </a:moveTo>
                  <a:lnTo>
                    <a:pt x="9308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5" name="Candidate_receptor__2934">
              <a:extLst>
                <a:ext uri="{FF2B5EF4-FFF2-40B4-BE49-F238E27FC236}">
                  <a16:creationId xmlns:a16="http://schemas.microsoft.com/office/drawing/2014/main" id="{83CB8528-D361-F260-5AB8-45D3E9741AE6}"/>
                </a:ext>
              </a:extLst>
            </p:cNvPr>
            <p:cNvSpPr>
              <a:spLocks noGrp="1"/>
            </p:cNvSpPr>
            <p:nvPr/>
          </p:nvSpPr>
          <p:spPr>
            <a:xfrm>
              <a:off x="5473014" y="1685568"/>
              <a:ext cx="87469" cy="32841"/>
            </a:xfrm>
            <a:custGeom>
              <a:avLst/>
              <a:gdLst/>
              <a:ahLst/>
              <a:cxnLst/>
              <a:rect l="0" t="0" r="0" b="0"/>
              <a:pathLst>
                <a:path w="87469" h="32841">
                  <a:moveTo>
                    <a:pt x="87469" y="32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6" name="Candidate_receptor__2935">
              <a:extLst>
                <a:ext uri="{FF2B5EF4-FFF2-40B4-BE49-F238E27FC236}">
                  <a16:creationId xmlns:a16="http://schemas.microsoft.com/office/drawing/2014/main" id="{75FF90B6-2629-162B-C2F0-6D30ABCE2948}"/>
                </a:ext>
              </a:extLst>
            </p:cNvPr>
            <p:cNvSpPr>
              <a:spLocks noGrp="1"/>
            </p:cNvSpPr>
            <p:nvPr/>
          </p:nvSpPr>
          <p:spPr>
            <a:xfrm>
              <a:off x="4580854" y="2097568"/>
              <a:ext cx="97369" cy="36178"/>
            </a:xfrm>
            <a:custGeom>
              <a:avLst/>
              <a:gdLst/>
              <a:ahLst/>
              <a:cxnLst/>
              <a:rect l="0" t="0" r="0" b="0"/>
              <a:pathLst>
                <a:path w="97369" h="36178">
                  <a:moveTo>
                    <a:pt x="97369" y="361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7" name="Candidate_receptor__2936">
              <a:extLst>
                <a:ext uri="{FF2B5EF4-FFF2-40B4-BE49-F238E27FC236}">
                  <a16:creationId xmlns:a16="http://schemas.microsoft.com/office/drawing/2014/main" id="{C25777FC-DFB0-05DA-C58F-5DF770C4B05F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292343"/>
              <a:ext cx="68830" cy="82807"/>
            </a:xfrm>
            <a:custGeom>
              <a:avLst/>
              <a:gdLst/>
              <a:ahLst/>
              <a:cxnLst/>
              <a:rect l="0" t="0" r="0" b="0"/>
              <a:pathLst>
                <a:path w="68830" h="82807">
                  <a:moveTo>
                    <a:pt x="0" y="82807"/>
                  </a:moveTo>
                  <a:lnTo>
                    <a:pt x="6883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8" name="Candidate_receptor__2937">
              <a:extLst>
                <a:ext uri="{FF2B5EF4-FFF2-40B4-BE49-F238E27FC236}">
                  <a16:creationId xmlns:a16="http://schemas.microsoft.com/office/drawing/2014/main" id="{FEC098FF-EF39-013B-1F4D-BBB939F33715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94179"/>
              <a:ext cx="15587" cy="113606"/>
            </a:xfrm>
            <a:custGeom>
              <a:avLst/>
              <a:gdLst/>
              <a:ahLst/>
              <a:cxnLst/>
              <a:rect l="0" t="0" r="0" b="0"/>
              <a:pathLst>
                <a:path w="15587" h="113606">
                  <a:moveTo>
                    <a:pt x="0" y="0"/>
                  </a:moveTo>
                  <a:lnTo>
                    <a:pt x="15587" y="1136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9" name="Candidate_receptor__2938">
              <a:extLst>
                <a:ext uri="{FF2B5EF4-FFF2-40B4-BE49-F238E27FC236}">
                  <a16:creationId xmlns:a16="http://schemas.microsoft.com/office/drawing/2014/main" id="{6DD1C14A-1E4E-885C-106F-64A6D2D0C5E0}"/>
                </a:ext>
              </a:extLst>
            </p:cNvPr>
            <p:cNvSpPr>
              <a:spLocks noGrp="1"/>
            </p:cNvSpPr>
            <p:nvPr/>
          </p:nvSpPr>
          <p:spPr>
            <a:xfrm>
              <a:off x="6235063" y="4586578"/>
              <a:ext cx="14606" cy="94090"/>
            </a:xfrm>
            <a:custGeom>
              <a:avLst/>
              <a:gdLst/>
              <a:ahLst/>
              <a:cxnLst/>
              <a:rect l="0" t="0" r="0" b="0"/>
              <a:pathLst>
                <a:path w="14606" h="94090">
                  <a:moveTo>
                    <a:pt x="0" y="0"/>
                  </a:moveTo>
                  <a:lnTo>
                    <a:pt x="14606" y="9409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0" name="Candidate_receptor__2939">
              <a:extLst>
                <a:ext uri="{FF2B5EF4-FFF2-40B4-BE49-F238E27FC236}">
                  <a16:creationId xmlns:a16="http://schemas.microsoft.com/office/drawing/2014/main" id="{9EE2E663-8076-D0D9-726F-3C48D5E73FA7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45266"/>
              <a:ext cx="24801" cy="108630"/>
            </a:xfrm>
            <a:custGeom>
              <a:avLst/>
              <a:gdLst/>
              <a:ahLst/>
              <a:cxnLst/>
              <a:rect l="0" t="0" r="0" b="0"/>
              <a:pathLst>
                <a:path w="24801" h="108630">
                  <a:moveTo>
                    <a:pt x="0" y="0"/>
                  </a:moveTo>
                  <a:lnTo>
                    <a:pt x="24801" y="10863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41" name="Candidate_receptor__2940">
              <a:extLst>
                <a:ext uri="{FF2B5EF4-FFF2-40B4-BE49-F238E27FC236}">
                  <a16:creationId xmlns:a16="http://schemas.microsoft.com/office/drawing/2014/main" id="{00BCBF38-9C0D-103C-3E45-A0E7535AC1B0}"/>
                </a:ext>
              </a:extLst>
            </p:cNvPr>
            <p:cNvSpPr>
              <a:spLocks noGrp="1"/>
            </p:cNvSpPr>
            <p:nvPr/>
          </p:nvSpPr>
          <p:spPr>
            <a:xfrm>
              <a:off x="4998508" y="2791481"/>
              <a:ext cx="59950" cy="92340"/>
            </a:xfrm>
            <a:custGeom>
              <a:avLst/>
              <a:gdLst/>
              <a:ahLst/>
              <a:cxnLst/>
              <a:rect l="0" t="0" r="0" b="0"/>
              <a:pathLst>
                <a:path w="59950" h="92340">
                  <a:moveTo>
                    <a:pt x="59950" y="923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42" name="Candidate_receptor__2941">
              <a:extLst>
                <a:ext uri="{FF2B5EF4-FFF2-40B4-BE49-F238E27FC236}">
                  <a16:creationId xmlns:a16="http://schemas.microsoft.com/office/drawing/2014/main" id="{CDF4A9A6-1834-95EE-8F23-1E3654069C67}"/>
                </a:ext>
              </a:extLst>
            </p:cNvPr>
            <p:cNvSpPr>
              <a:spLocks noGrp="1"/>
            </p:cNvSpPr>
            <p:nvPr/>
          </p:nvSpPr>
          <p:spPr>
            <a:xfrm>
              <a:off x="5763582" y="3874306"/>
              <a:ext cx="43273" cy="22080"/>
            </a:xfrm>
            <a:custGeom>
              <a:avLst/>
              <a:gdLst/>
              <a:ahLst/>
              <a:cxnLst/>
              <a:rect l="0" t="0" r="0" b="0"/>
              <a:pathLst>
                <a:path w="43273" h="22080">
                  <a:moveTo>
                    <a:pt x="0" y="22080"/>
                  </a:moveTo>
                  <a:lnTo>
                    <a:pt x="4327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3" name="Candidate_receptor__2942">
              <a:extLst>
                <a:ext uri="{FF2B5EF4-FFF2-40B4-BE49-F238E27FC236}">
                  <a16:creationId xmlns:a16="http://schemas.microsoft.com/office/drawing/2014/main" id="{359045E4-4345-618C-9ADE-CC289EF1956F}"/>
                </a:ext>
              </a:extLst>
            </p:cNvPr>
            <p:cNvSpPr>
              <a:spLocks noGrp="1"/>
            </p:cNvSpPr>
            <p:nvPr/>
          </p:nvSpPr>
          <p:spPr>
            <a:xfrm>
              <a:off x="4648178" y="4538483"/>
              <a:ext cx="94799" cy="62962"/>
            </a:xfrm>
            <a:custGeom>
              <a:avLst/>
              <a:gdLst/>
              <a:ahLst/>
              <a:cxnLst/>
              <a:rect l="0" t="0" r="0" b="0"/>
              <a:pathLst>
                <a:path w="94799" h="62962">
                  <a:moveTo>
                    <a:pt x="0" y="0"/>
                  </a:moveTo>
                  <a:lnTo>
                    <a:pt x="94799" y="6296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4" name="Candidate_receptor__2943">
              <a:extLst>
                <a:ext uri="{FF2B5EF4-FFF2-40B4-BE49-F238E27FC236}">
                  <a16:creationId xmlns:a16="http://schemas.microsoft.com/office/drawing/2014/main" id="{7EA9669E-834D-CBC1-9CD8-095ABDE8E989}"/>
                </a:ext>
              </a:extLst>
            </p:cNvPr>
            <p:cNvSpPr>
              <a:spLocks noGrp="1"/>
            </p:cNvSpPr>
            <p:nvPr/>
          </p:nvSpPr>
          <p:spPr>
            <a:xfrm>
              <a:off x="5418662" y="3381731"/>
              <a:ext cx="24353" cy="71486"/>
            </a:xfrm>
            <a:custGeom>
              <a:avLst/>
              <a:gdLst/>
              <a:ahLst/>
              <a:cxnLst/>
              <a:rect l="0" t="0" r="0" b="0"/>
              <a:pathLst>
                <a:path w="24353" h="71486">
                  <a:moveTo>
                    <a:pt x="24353" y="71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5" name="Candidate_receptor__2944">
              <a:extLst>
                <a:ext uri="{FF2B5EF4-FFF2-40B4-BE49-F238E27FC236}">
                  <a16:creationId xmlns:a16="http://schemas.microsoft.com/office/drawing/2014/main" id="{F0E26AD2-6920-530A-7CDE-4A50C6463D34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449873"/>
              <a:ext cx="86528" cy="69094"/>
            </a:xfrm>
            <a:custGeom>
              <a:avLst/>
              <a:gdLst/>
              <a:ahLst/>
              <a:cxnLst/>
              <a:rect l="0" t="0" r="0" b="0"/>
              <a:pathLst>
                <a:path w="86528" h="69094">
                  <a:moveTo>
                    <a:pt x="86528" y="690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6" name="Candidate_receptor__2945">
              <a:extLst>
                <a:ext uri="{FF2B5EF4-FFF2-40B4-BE49-F238E27FC236}">
                  <a16:creationId xmlns:a16="http://schemas.microsoft.com/office/drawing/2014/main" id="{13506995-5408-61D7-FF24-48C85FB80937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618151"/>
              <a:ext cx="22546" cy="13419"/>
            </a:xfrm>
            <a:custGeom>
              <a:avLst/>
              <a:gdLst/>
              <a:ahLst/>
              <a:cxnLst/>
              <a:rect l="0" t="0" r="0" b="0"/>
              <a:pathLst>
                <a:path w="22546" h="13419">
                  <a:moveTo>
                    <a:pt x="0" y="13419"/>
                  </a:moveTo>
                  <a:lnTo>
                    <a:pt x="2254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7" name="Candidate_receptor__2946">
              <a:extLst>
                <a:ext uri="{FF2B5EF4-FFF2-40B4-BE49-F238E27FC236}">
                  <a16:creationId xmlns:a16="http://schemas.microsoft.com/office/drawing/2014/main" id="{2B79726F-3622-8A14-D974-01123E27C621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251649"/>
              <a:ext cx="40823" cy="10465"/>
            </a:xfrm>
            <a:custGeom>
              <a:avLst/>
              <a:gdLst/>
              <a:ahLst/>
              <a:cxnLst/>
              <a:rect l="0" t="0" r="0" b="0"/>
              <a:pathLst>
                <a:path w="40823" h="10465">
                  <a:moveTo>
                    <a:pt x="0" y="10465"/>
                  </a:moveTo>
                  <a:lnTo>
                    <a:pt x="4082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8" name="Candidate_receptor__2947">
              <a:extLst>
                <a:ext uri="{FF2B5EF4-FFF2-40B4-BE49-F238E27FC236}">
                  <a16:creationId xmlns:a16="http://schemas.microsoft.com/office/drawing/2014/main" id="{C1DC2936-FEF7-0B01-7560-8DF149913779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84627"/>
              <a:ext cx="77986" cy="941"/>
            </a:xfrm>
            <a:custGeom>
              <a:avLst/>
              <a:gdLst/>
              <a:ahLst/>
              <a:cxnLst/>
              <a:rect l="0" t="0" r="0" b="0"/>
              <a:pathLst>
                <a:path w="77986" h="941">
                  <a:moveTo>
                    <a:pt x="77986" y="9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9" name="Candidate_receptor__2948">
              <a:extLst>
                <a:ext uri="{FF2B5EF4-FFF2-40B4-BE49-F238E27FC236}">
                  <a16:creationId xmlns:a16="http://schemas.microsoft.com/office/drawing/2014/main" id="{6E08E251-3CF4-C691-6ED9-14D829F09F08}"/>
                </a:ext>
              </a:extLst>
            </p:cNvPr>
            <p:cNvSpPr>
              <a:spLocks noGrp="1"/>
            </p:cNvSpPr>
            <p:nvPr/>
          </p:nvSpPr>
          <p:spPr>
            <a:xfrm>
              <a:off x="6546841" y="4479030"/>
              <a:ext cx="77022" cy="85527"/>
            </a:xfrm>
            <a:custGeom>
              <a:avLst/>
              <a:gdLst/>
              <a:ahLst/>
              <a:cxnLst/>
              <a:rect l="0" t="0" r="0" b="0"/>
              <a:pathLst>
                <a:path w="77022" h="85527">
                  <a:moveTo>
                    <a:pt x="0" y="85527"/>
                  </a:moveTo>
                  <a:lnTo>
                    <a:pt x="7702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0" name="Candidate_receptor__2949">
              <a:extLst>
                <a:ext uri="{FF2B5EF4-FFF2-40B4-BE49-F238E27FC236}">
                  <a16:creationId xmlns:a16="http://schemas.microsoft.com/office/drawing/2014/main" id="{4D907583-9E14-E3F0-F9CA-0E93B3F9F1A2}"/>
                </a:ext>
              </a:extLst>
            </p:cNvPr>
            <p:cNvSpPr>
              <a:spLocks noGrp="1"/>
            </p:cNvSpPr>
            <p:nvPr/>
          </p:nvSpPr>
          <p:spPr>
            <a:xfrm>
              <a:off x="4682586" y="4800228"/>
              <a:ext cx="22033" cy="108373"/>
            </a:xfrm>
            <a:custGeom>
              <a:avLst/>
              <a:gdLst/>
              <a:ahLst/>
              <a:cxnLst/>
              <a:rect l="0" t="0" r="0" b="0"/>
              <a:pathLst>
                <a:path w="22033" h="108373">
                  <a:moveTo>
                    <a:pt x="0" y="108373"/>
                  </a:moveTo>
                  <a:lnTo>
                    <a:pt x="22033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1" name="Candidate_receptor__2950">
              <a:extLst>
                <a:ext uri="{FF2B5EF4-FFF2-40B4-BE49-F238E27FC236}">
                  <a16:creationId xmlns:a16="http://schemas.microsoft.com/office/drawing/2014/main" id="{C9D43B48-39D5-116D-01D4-F71F7C33B007}"/>
                </a:ext>
              </a:extLst>
            </p:cNvPr>
            <p:cNvSpPr>
              <a:spLocks noGrp="1"/>
            </p:cNvSpPr>
            <p:nvPr/>
          </p:nvSpPr>
          <p:spPr>
            <a:xfrm>
              <a:off x="5160301" y="3661514"/>
              <a:ext cx="92921" cy="63920"/>
            </a:xfrm>
            <a:custGeom>
              <a:avLst/>
              <a:gdLst/>
              <a:ahLst/>
              <a:cxnLst/>
              <a:rect l="0" t="0" r="0" b="0"/>
              <a:pathLst>
                <a:path w="92921" h="63920">
                  <a:moveTo>
                    <a:pt x="0" y="0"/>
                  </a:moveTo>
                  <a:lnTo>
                    <a:pt x="92921" y="6392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2" name="Candidate_receptor__2951">
              <a:extLst>
                <a:ext uri="{FF2B5EF4-FFF2-40B4-BE49-F238E27FC236}">
                  <a16:creationId xmlns:a16="http://schemas.microsoft.com/office/drawing/2014/main" id="{D299454B-6AFE-C4C3-A1DA-78054FEB7A8D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408057"/>
              <a:ext cx="95" cy="64924"/>
            </a:xfrm>
            <a:custGeom>
              <a:avLst/>
              <a:gdLst/>
              <a:ahLst/>
              <a:cxnLst/>
              <a:rect l="0" t="0" r="0" b="0"/>
              <a:pathLst>
                <a:path w="95" h="64924">
                  <a:moveTo>
                    <a:pt x="0" y="0"/>
                  </a:moveTo>
                  <a:lnTo>
                    <a:pt x="93" y="6492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3" name="Candidate_receptor__2952">
              <a:extLst>
                <a:ext uri="{FF2B5EF4-FFF2-40B4-BE49-F238E27FC236}">
                  <a16:creationId xmlns:a16="http://schemas.microsoft.com/office/drawing/2014/main" id="{D4C6047A-FE02-C05D-CF8B-5C0A188B3A7C}"/>
                </a:ext>
              </a:extLst>
            </p:cNvPr>
            <p:cNvSpPr>
              <a:spLocks noGrp="1"/>
            </p:cNvSpPr>
            <p:nvPr/>
          </p:nvSpPr>
          <p:spPr>
            <a:xfrm>
              <a:off x="6071504" y="2918879"/>
              <a:ext cx="31164" cy="15369"/>
            </a:xfrm>
            <a:custGeom>
              <a:avLst/>
              <a:gdLst/>
              <a:ahLst/>
              <a:cxnLst/>
              <a:rect l="0" t="0" r="0" b="0"/>
              <a:pathLst>
                <a:path w="31164" h="15369">
                  <a:moveTo>
                    <a:pt x="31164" y="153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4" name="Candidate_receptor__2953">
              <a:extLst>
                <a:ext uri="{FF2B5EF4-FFF2-40B4-BE49-F238E27FC236}">
                  <a16:creationId xmlns:a16="http://schemas.microsoft.com/office/drawing/2014/main" id="{247DDA8C-189B-26C9-6ECD-8664F05EEF5F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267945"/>
              <a:ext cx="65987" cy="91703"/>
            </a:xfrm>
            <a:custGeom>
              <a:avLst/>
              <a:gdLst/>
              <a:ahLst/>
              <a:cxnLst/>
              <a:rect l="0" t="0" r="0" b="0"/>
              <a:pathLst>
                <a:path w="65987" h="91703">
                  <a:moveTo>
                    <a:pt x="65987" y="0"/>
                  </a:moveTo>
                  <a:lnTo>
                    <a:pt x="0" y="9170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5" name="Candidate_receptor__2954">
              <a:extLst>
                <a:ext uri="{FF2B5EF4-FFF2-40B4-BE49-F238E27FC236}">
                  <a16:creationId xmlns:a16="http://schemas.microsoft.com/office/drawing/2014/main" id="{DAD56DA9-6FD9-EFE8-410C-638E1AA4B22D}"/>
                </a:ext>
              </a:extLst>
            </p:cNvPr>
            <p:cNvSpPr>
              <a:spLocks noGrp="1"/>
            </p:cNvSpPr>
            <p:nvPr/>
          </p:nvSpPr>
          <p:spPr>
            <a:xfrm>
              <a:off x="5915230" y="3862527"/>
              <a:ext cx="240" cy="101988"/>
            </a:xfrm>
            <a:custGeom>
              <a:avLst/>
              <a:gdLst/>
              <a:ahLst/>
              <a:cxnLst/>
              <a:rect l="0" t="0" r="0" b="0"/>
              <a:pathLst>
                <a:path w="240" h="101988">
                  <a:moveTo>
                    <a:pt x="0" y="0"/>
                  </a:moveTo>
                  <a:lnTo>
                    <a:pt x="240" y="10198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6" name="Candidate_receptor__2955">
              <a:extLst>
                <a:ext uri="{FF2B5EF4-FFF2-40B4-BE49-F238E27FC236}">
                  <a16:creationId xmlns:a16="http://schemas.microsoft.com/office/drawing/2014/main" id="{24457D9E-C747-D059-2F6E-1BBC14F71C11}"/>
                </a:ext>
              </a:extLst>
            </p:cNvPr>
            <p:cNvSpPr>
              <a:spLocks noGrp="1"/>
            </p:cNvSpPr>
            <p:nvPr/>
          </p:nvSpPr>
          <p:spPr>
            <a:xfrm>
              <a:off x="5687184" y="2483902"/>
              <a:ext cx="98132" cy="41628"/>
            </a:xfrm>
            <a:custGeom>
              <a:avLst/>
              <a:gdLst/>
              <a:ahLst/>
              <a:cxnLst/>
              <a:rect l="0" t="0" r="0" b="0"/>
              <a:pathLst>
                <a:path w="98132" h="41628">
                  <a:moveTo>
                    <a:pt x="0" y="41628"/>
                  </a:moveTo>
                  <a:lnTo>
                    <a:pt x="98132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7" name="Candidate_receptor__2956">
              <a:extLst>
                <a:ext uri="{FF2B5EF4-FFF2-40B4-BE49-F238E27FC236}">
                  <a16:creationId xmlns:a16="http://schemas.microsoft.com/office/drawing/2014/main" id="{31F19518-0112-B906-C2E2-D1C968E19417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22166" cy="48342"/>
            </a:xfrm>
            <a:custGeom>
              <a:avLst/>
              <a:gdLst/>
              <a:ahLst/>
              <a:cxnLst/>
              <a:rect l="0" t="0" r="0" b="0"/>
              <a:pathLst>
                <a:path w="22166" h="48342">
                  <a:moveTo>
                    <a:pt x="22166" y="483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8" name="Candidate_receptor__2957">
              <a:extLst>
                <a:ext uri="{FF2B5EF4-FFF2-40B4-BE49-F238E27FC236}">
                  <a16:creationId xmlns:a16="http://schemas.microsoft.com/office/drawing/2014/main" id="{C39B7966-3928-03B9-01FE-56B8D0356B2C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7600"/>
              <a:ext cx="20680" cy="14799"/>
            </a:xfrm>
            <a:custGeom>
              <a:avLst/>
              <a:gdLst/>
              <a:ahLst/>
              <a:cxnLst/>
              <a:rect l="0" t="0" r="0" b="0"/>
              <a:pathLst>
                <a:path w="20680" h="14799">
                  <a:moveTo>
                    <a:pt x="0" y="14799"/>
                  </a:moveTo>
                  <a:lnTo>
                    <a:pt x="2068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9" name="Candidate_receptor__2958">
              <a:extLst>
                <a:ext uri="{FF2B5EF4-FFF2-40B4-BE49-F238E27FC236}">
                  <a16:creationId xmlns:a16="http://schemas.microsoft.com/office/drawing/2014/main" id="{6D61C63D-203F-EB6C-CD6C-19AE573502DF}"/>
                </a:ext>
              </a:extLst>
            </p:cNvPr>
            <p:cNvSpPr>
              <a:spLocks noGrp="1"/>
            </p:cNvSpPr>
            <p:nvPr/>
          </p:nvSpPr>
          <p:spPr>
            <a:xfrm>
              <a:off x="5674413" y="3790859"/>
              <a:ext cx="34660" cy="5536"/>
            </a:xfrm>
            <a:custGeom>
              <a:avLst/>
              <a:gdLst/>
              <a:ahLst/>
              <a:cxnLst/>
              <a:rect l="0" t="0" r="0" b="0"/>
              <a:pathLst>
                <a:path w="34660" h="5536">
                  <a:moveTo>
                    <a:pt x="0" y="0"/>
                  </a:moveTo>
                  <a:lnTo>
                    <a:pt x="34660" y="55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0" name="Candidate_receptor__2959">
              <a:extLst>
                <a:ext uri="{FF2B5EF4-FFF2-40B4-BE49-F238E27FC236}">
                  <a16:creationId xmlns:a16="http://schemas.microsoft.com/office/drawing/2014/main" id="{E5C6EF6E-0D43-96A6-C0A4-39AC5BC5690D}"/>
                </a:ext>
              </a:extLst>
            </p:cNvPr>
            <p:cNvSpPr>
              <a:spLocks noGrp="1"/>
            </p:cNvSpPr>
            <p:nvPr/>
          </p:nvSpPr>
          <p:spPr>
            <a:xfrm>
              <a:off x="5882684" y="2209281"/>
              <a:ext cx="95109" cy="4102"/>
            </a:xfrm>
            <a:custGeom>
              <a:avLst/>
              <a:gdLst/>
              <a:ahLst/>
              <a:cxnLst/>
              <a:rect l="0" t="0" r="0" b="0"/>
              <a:pathLst>
                <a:path w="95109" h="4102">
                  <a:moveTo>
                    <a:pt x="95109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1" name="Candidate_receptor__2960">
              <a:extLst>
                <a:ext uri="{FF2B5EF4-FFF2-40B4-BE49-F238E27FC236}">
                  <a16:creationId xmlns:a16="http://schemas.microsoft.com/office/drawing/2014/main" id="{B820DE57-6482-832C-1720-5E3FFC2E285D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74108"/>
              <a:ext cx="85513" cy="70986"/>
            </a:xfrm>
            <a:custGeom>
              <a:avLst/>
              <a:gdLst/>
              <a:ahLst/>
              <a:cxnLst/>
              <a:rect l="0" t="0" r="0" b="0"/>
              <a:pathLst>
                <a:path w="85513" h="70986">
                  <a:moveTo>
                    <a:pt x="0" y="0"/>
                  </a:moveTo>
                  <a:lnTo>
                    <a:pt x="85513" y="7098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2" name="Candidate_receptor__2961">
              <a:extLst>
                <a:ext uri="{FF2B5EF4-FFF2-40B4-BE49-F238E27FC236}">
                  <a16:creationId xmlns:a16="http://schemas.microsoft.com/office/drawing/2014/main" id="{A520EECC-7D71-A0B4-0A6B-18A632A75A13}"/>
                </a:ext>
              </a:extLst>
            </p:cNvPr>
            <p:cNvSpPr>
              <a:spLocks noGrp="1"/>
            </p:cNvSpPr>
            <p:nvPr/>
          </p:nvSpPr>
          <p:spPr>
            <a:xfrm>
              <a:off x="4560095" y="2252754"/>
              <a:ext cx="23764" cy="8426"/>
            </a:xfrm>
            <a:custGeom>
              <a:avLst/>
              <a:gdLst/>
              <a:ahLst/>
              <a:cxnLst/>
              <a:rect l="0" t="0" r="0" b="0"/>
              <a:pathLst>
                <a:path w="23764" h="8426">
                  <a:moveTo>
                    <a:pt x="23764" y="0"/>
                  </a:moveTo>
                  <a:lnTo>
                    <a:pt x="0" y="842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3" name="Candidate_receptor__2962">
              <a:extLst>
                <a:ext uri="{FF2B5EF4-FFF2-40B4-BE49-F238E27FC236}">
                  <a16:creationId xmlns:a16="http://schemas.microsoft.com/office/drawing/2014/main" id="{E39C7CDF-4B9D-36D3-79A9-D7599EE42BEC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453217"/>
              <a:ext cx="32964" cy="101535"/>
            </a:xfrm>
            <a:custGeom>
              <a:avLst/>
              <a:gdLst/>
              <a:ahLst/>
              <a:cxnLst/>
              <a:rect l="0" t="0" r="0" b="0"/>
              <a:pathLst>
                <a:path w="32964" h="101535">
                  <a:moveTo>
                    <a:pt x="0" y="101535"/>
                  </a:moveTo>
                  <a:lnTo>
                    <a:pt x="3296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4" name="Candidate_receptor__2963">
              <a:extLst>
                <a:ext uri="{FF2B5EF4-FFF2-40B4-BE49-F238E27FC236}">
                  <a16:creationId xmlns:a16="http://schemas.microsoft.com/office/drawing/2014/main" id="{18E3CC0A-A2D0-BCFC-A891-9E451B0638CB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799795"/>
              <a:ext cx="29884" cy="35507"/>
            </a:xfrm>
            <a:custGeom>
              <a:avLst/>
              <a:gdLst/>
              <a:ahLst/>
              <a:cxnLst/>
              <a:rect l="0" t="0" r="0" b="0"/>
              <a:pathLst>
                <a:path w="29884" h="35507">
                  <a:moveTo>
                    <a:pt x="0" y="35507"/>
                  </a:moveTo>
                  <a:lnTo>
                    <a:pt x="2988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5" name="Candidate_receptor__2964">
              <a:extLst>
                <a:ext uri="{FF2B5EF4-FFF2-40B4-BE49-F238E27FC236}">
                  <a16:creationId xmlns:a16="http://schemas.microsoft.com/office/drawing/2014/main" id="{E759AC89-EE7D-8D47-9081-3C418A565F69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845094"/>
              <a:ext cx="20122" cy="110814"/>
            </a:xfrm>
            <a:custGeom>
              <a:avLst/>
              <a:gdLst/>
              <a:ahLst/>
              <a:cxnLst/>
              <a:rect l="0" t="0" r="0" b="0"/>
              <a:pathLst>
                <a:path w="20122" h="110814">
                  <a:moveTo>
                    <a:pt x="20122" y="0"/>
                  </a:moveTo>
                  <a:lnTo>
                    <a:pt x="0" y="11081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6" name="Candidate_receptor__2965">
              <a:extLst>
                <a:ext uri="{FF2B5EF4-FFF2-40B4-BE49-F238E27FC236}">
                  <a16:creationId xmlns:a16="http://schemas.microsoft.com/office/drawing/2014/main" id="{55943B87-B32C-857A-326A-E94A78D4996A}"/>
                </a:ext>
              </a:extLst>
            </p:cNvPr>
            <p:cNvSpPr>
              <a:spLocks noGrp="1"/>
            </p:cNvSpPr>
            <p:nvPr/>
          </p:nvSpPr>
          <p:spPr>
            <a:xfrm>
              <a:off x="4979773" y="2066594"/>
              <a:ext cx="57015" cy="29636"/>
            </a:xfrm>
            <a:custGeom>
              <a:avLst/>
              <a:gdLst/>
              <a:ahLst/>
              <a:cxnLst/>
              <a:rect l="0" t="0" r="0" b="0"/>
              <a:pathLst>
                <a:path w="57015" h="29636">
                  <a:moveTo>
                    <a:pt x="57015" y="0"/>
                  </a:moveTo>
                  <a:lnTo>
                    <a:pt x="0" y="2963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7" name="Candidate_receptor__2966">
              <a:extLst>
                <a:ext uri="{FF2B5EF4-FFF2-40B4-BE49-F238E27FC236}">
                  <a16:creationId xmlns:a16="http://schemas.microsoft.com/office/drawing/2014/main" id="{00D6477F-F4BA-1222-9346-EF4048D56DD2}"/>
                </a:ext>
              </a:extLst>
            </p:cNvPr>
            <p:cNvSpPr>
              <a:spLocks noGrp="1"/>
            </p:cNvSpPr>
            <p:nvPr/>
          </p:nvSpPr>
          <p:spPr>
            <a:xfrm>
              <a:off x="5875710" y="3242567"/>
              <a:ext cx="71903" cy="7573"/>
            </a:xfrm>
            <a:custGeom>
              <a:avLst/>
              <a:gdLst/>
              <a:ahLst/>
              <a:cxnLst/>
              <a:rect l="0" t="0" r="0" b="0"/>
              <a:pathLst>
                <a:path w="71903" h="7573">
                  <a:moveTo>
                    <a:pt x="71903" y="0"/>
                  </a:moveTo>
                  <a:lnTo>
                    <a:pt x="0" y="757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8" name="Candidate_receptor__2967">
              <a:extLst>
                <a:ext uri="{FF2B5EF4-FFF2-40B4-BE49-F238E27FC236}">
                  <a16:creationId xmlns:a16="http://schemas.microsoft.com/office/drawing/2014/main" id="{DB68FD17-384A-9C0E-65FF-0030110FFAD5}"/>
                </a:ext>
              </a:extLst>
            </p:cNvPr>
            <p:cNvSpPr>
              <a:spLocks noGrp="1"/>
            </p:cNvSpPr>
            <p:nvPr/>
          </p:nvSpPr>
          <p:spPr>
            <a:xfrm>
              <a:off x="5058458" y="2842547"/>
              <a:ext cx="104414" cy="41274"/>
            </a:xfrm>
            <a:custGeom>
              <a:avLst/>
              <a:gdLst/>
              <a:ahLst/>
              <a:cxnLst/>
              <a:rect l="0" t="0" r="0" b="0"/>
              <a:pathLst>
                <a:path w="104414" h="41274">
                  <a:moveTo>
                    <a:pt x="104414" y="0"/>
                  </a:moveTo>
                  <a:lnTo>
                    <a:pt x="0" y="4127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9" name="Candidate_receptor__2968">
              <a:extLst>
                <a:ext uri="{FF2B5EF4-FFF2-40B4-BE49-F238E27FC236}">
                  <a16:creationId xmlns:a16="http://schemas.microsoft.com/office/drawing/2014/main" id="{B40A901E-51B4-B9CC-1B43-80F1E244E7FD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81336"/>
              <a:ext cx="92752" cy="52876"/>
            </a:xfrm>
            <a:custGeom>
              <a:avLst/>
              <a:gdLst/>
              <a:ahLst/>
              <a:cxnLst/>
              <a:rect l="0" t="0" r="0" b="0"/>
              <a:pathLst>
                <a:path w="92752" h="52876">
                  <a:moveTo>
                    <a:pt x="0" y="52876"/>
                  </a:moveTo>
                  <a:lnTo>
                    <a:pt x="9275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0" name="Candidate_receptor__2969">
              <a:extLst>
                <a:ext uri="{FF2B5EF4-FFF2-40B4-BE49-F238E27FC236}">
                  <a16:creationId xmlns:a16="http://schemas.microsoft.com/office/drawing/2014/main" id="{D4AE5FC5-4B9F-5064-643E-A05428FEECB1}"/>
                </a:ext>
              </a:extLst>
            </p:cNvPr>
            <p:cNvSpPr>
              <a:spLocks noGrp="1"/>
            </p:cNvSpPr>
            <p:nvPr/>
          </p:nvSpPr>
          <p:spPr>
            <a:xfrm>
              <a:off x="5122701" y="2464207"/>
              <a:ext cx="103832" cy="31909"/>
            </a:xfrm>
            <a:custGeom>
              <a:avLst/>
              <a:gdLst/>
              <a:ahLst/>
              <a:cxnLst/>
              <a:rect l="0" t="0" r="0" b="0"/>
              <a:pathLst>
                <a:path w="103832" h="31909">
                  <a:moveTo>
                    <a:pt x="0" y="31909"/>
                  </a:moveTo>
                  <a:lnTo>
                    <a:pt x="10383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1" name="Candidate_receptor__2970">
              <a:extLst>
                <a:ext uri="{FF2B5EF4-FFF2-40B4-BE49-F238E27FC236}">
                  <a16:creationId xmlns:a16="http://schemas.microsoft.com/office/drawing/2014/main" id="{BA4EEA5A-428E-8E09-B624-E8E4D635416B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04764"/>
              <a:ext cx="51854" cy="40502"/>
            </a:xfrm>
            <a:custGeom>
              <a:avLst/>
              <a:gdLst/>
              <a:ahLst/>
              <a:cxnLst/>
              <a:rect l="0" t="0" r="0" b="0"/>
              <a:pathLst>
                <a:path w="51854" h="40502">
                  <a:moveTo>
                    <a:pt x="51854" y="0"/>
                  </a:moveTo>
                  <a:lnTo>
                    <a:pt x="0" y="405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72" name="Candidate_receptor__2971">
              <a:extLst>
                <a:ext uri="{FF2B5EF4-FFF2-40B4-BE49-F238E27FC236}">
                  <a16:creationId xmlns:a16="http://schemas.microsoft.com/office/drawing/2014/main" id="{ED4EA99A-E7BA-B434-6FE2-F962B4F423C7}"/>
                </a:ext>
              </a:extLst>
            </p:cNvPr>
            <p:cNvSpPr>
              <a:spLocks noGrp="1"/>
            </p:cNvSpPr>
            <p:nvPr/>
          </p:nvSpPr>
          <p:spPr>
            <a:xfrm>
              <a:off x="5903941" y="3378447"/>
              <a:ext cx="110292" cy="28332"/>
            </a:xfrm>
            <a:custGeom>
              <a:avLst/>
              <a:gdLst/>
              <a:ahLst/>
              <a:cxnLst/>
              <a:rect l="0" t="0" r="0" b="0"/>
              <a:pathLst>
                <a:path w="110292" h="28332">
                  <a:moveTo>
                    <a:pt x="0" y="0"/>
                  </a:moveTo>
                  <a:lnTo>
                    <a:pt x="110292" y="2833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3" name="Candidate_receptor__2972">
              <a:extLst>
                <a:ext uri="{FF2B5EF4-FFF2-40B4-BE49-F238E27FC236}">
                  <a16:creationId xmlns:a16="http://schemas.microsoft.com/office/drawing/2014/main" id="{E5B875FD-5C12-2CD6-B130-70C4FE56330A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91069"/>
              <a:ext cx="4535" cy="64209"/>
            </a:xfrm>
            <a:custGeom>
              <a:avLst/>
              <a:gdLst/>
              <a:ahLst/>
              <a:cxnLst/>
              <a:rect l="0" t="0" r="0" b="0"/>
              <a:pathLst>
                <a:path w="4535" h="64209">
                  <a:moveTo>
                    <a:pt x="4535" y="64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4" name="Candidate_receptor__2973">
              <a:extLst>
                <a:ext uri="{FF2B5EF4-FFF2-40B4-BE49-F238E27FC236}">
                  <a16:creationId xmlns:a16="http://schemas.microsoft.com/office/drawing/2014/main" id="{DB26F8FF-D0F4-EE53-C021-745E9DF6CF6F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209281"/>
              <a:ext cx="70030" cy="21808"/>
            </a:xfrm>
            <a:custGeom>
              <a:avLst/>
              <a:gdLst/>
              <a:ahLst/>
              <a:cxnLst/>
              <a:rect l="0" t="0" r="0" b="0"/>
              <a:pathLst>
                <a:path w="70030" h="21808">
                  <a:moveTo>
                    <a:pt x="70030" y="0"/>
                  </a:moveTo>
                  <a:lnTo>
                    <a:pt x="0" y="2180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5" name="Candidate_receptor__2974">
              <a:extLst>
                <a:ext uri="{FF2B5EF4-FFF2-40B4-BE49-F238E27FC236}">
                  <a16:creationId xmlns:a16="http://schemas.microsoft.com/office/drawing/2014/main" id="{2297D5C8-CBE3-1D55-2E63-07AF6D2B628F}"/>
                </a:ext>
              </a:extLst>
            </p:cNvPr>
            <p:cNvSpPr>
              <a:spLocks noGrp="1"/>
            </p:cNvSpPr>
            <p:nvPr/>
          </p:nvSpPr>
          <p:spPr>
            <a:xfrm>
              <a:off x="5745724" y="2077175"/>
              <a:ext cx="110230" cy="20848"/>
            </a:xfrm>
            <a:custGeom>
              <a:avLst/>
              <a:gdLst/>
              <a:ahLst/>
              <a:cxnLst/>
              <a:rect l="0" t="0" r="0" b="0"/>
              <a:pathLst>
                <a:path w="110230" h="20848">
                  <a:moveTo>
                    <a:pt x="110230" y="0"/>
                  </a:moveTo>
                  <a:lnTo>
                    <a:pt x="0" y="2084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6" name="Candidate_receptor__2975">
              <a:extLst>
                <a:ext uri="{FF2B5EF4-FFF2-40B4-BE49-F238E27FC236}">
                  <a16:creationId xmlns:a16="http://schemas.microsoft.com/office/drawing/2014/main" id="{60B325E6-5187-E363-B2EC-83F06AEEA2A4}"/>
                </a:ext>
              </a:extLst>
            </p:cNvPr>
            <p:cNvSpPr>
              <a:spLocks noGrp="1"/>
            </p:cNvSpPr>
            <p:nvPr/>
          </p:nvSpPr>
          <p:spPr>
            <a:xfrm>
              <a:off x="5047668" y="3428764"/>
              <a:ext cx="65718" cy="90203"/>
            </a:xfrm>
            <a:custGeom>
              <a:avLst/>
              <a:gdLst/>
              <a:ahLst/>
              <a:cxnLst/>
              <a:rect l="0" t="0" r="0" b="0"/>
              <a:pathLst>
                <a:path w="65718" h="90203">
                  <a:moveTo>
                    <a:pt x="65718" y="0"/>
                  </a:moveTo>
                  <a:lnTo>
                    <a:pt x="0" y="9020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7" name="Candidate_receptor__2976">
              <a:extLst>
                <a:ext uri="{FF2B5EF4-FFF2-40B4-BE49-F238E27FC236}">
                  <a16:creationId xmlns:a16="http://schemas.microsoft.com/office/drawing/2014/main" id="{9E17276E-6CB6-6514-F7EF-4F1A390D1EFA}"/>
                </a:ext>
              </a:extLst>
            </p:cNvPr>
            <p:cNvSpPr>
              <a:spLocks noGrp="1"/>
            </p:cNvSpPr>
            <p:nvPr/>
          </p:nvSpPr>
          <p:spPr>
            <a:xfrm>
              <a:off x="6145900" y="4126236"/>
              <a:ext cx="103986" cy="10416"/>
            </a:xfrm>
            <a:custGeom>
              <a:avLst/>
              <a:gdLst/>
              <a:ahLst/>
              <a:cxnLst/>
              <a:rect l="0" t="0" r="0" b="0"/>
              <a:pathLst>
                <a:path w="103986" h="10416">
                  <a:moveTo>
                    <a:pt x="103986" y="104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8" name="Candidate_receptor__2977">
              <a:extLst>
                <a:ext uri="{FF2B5EF4-FFF2-40B4-BE49-F238E27FC236}">
                  <a16:creationId xmlns:a16="http://schemas.microsoft.com/office/drawing/2014/main" id="{D1827FE0-8E73-1B1B-BED2-5A57FD6413C8}"/>
                </a:ext>
              </a:extLst>
            </p:cNvPr>
            <p:cNvSpPr>
              <a:spLocks noGrp="1"/>
            </p:cNvSpPr>
            <p:nvPr/>
          </p:nvSpPr>
          <p:spPr>
            <a:xfrm>
              <a:off x="6473583" y="4271761"/>
              <a:ext cx="90722" cy="44556"/>
            </a:xfrm>
            <a:custGeom>
              <a:avLst/>
              <a:gdLst/>
              <a:ahLst/>
              <a:cxnLst/>
              <a:rect l="0" t="0" r="0" b="0"/>
              <a:pathLst>
                <a:path w="90722" h="44556">
                  <a:moveTo>
                    <a:pt x="90722" y="445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9" name="Candidate_receptor__2978">
              <a:extLst>
                <a:ext uri="{FF2B5EF4-FFF2-40B4-BE49-F238E27FC236}">
                  <a16:creationId xmlns:a16="http://schemas.microsoft.com/office/drawing/2014/main" id="{A2347193-4339-DCF1-288F-D8E891469B1F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6591" cy="106929"/>
            </a:xfrm>
            <a:custGeom>
              <a:avLst/>
              <a:gdLst/>
              <a:ahLst/>
              <a:cxnLst/>
              <a:rect l="0" t="0" r="0" b="0"/>
              <a:pathLst>
                <a:path w="6591" h="106929">
                  <a:moveTo>
                    <a:pt x="0" y="0"/>
                  </a:moveTo>
                  <a:lnTo>
                    <a:pt x="6591" y="10692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0" name="Candidate_receptor__2979">
              <a:extLst>
                <a:ext uri="{FF2B5EF4-FFF2-40B4-BE49-F238E27FC236}">
                  <a16:creationId xmlns:a16="http://schemas.microsoft.com/office/drawing/2014/main" id="{C19DD151-25B4-2C9D-AA0A-9E16AA1596F2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69325"/>
              <a:ext cx="25649" cy="6970"/>
            </a:xfrm>
            <a:custGeom>
              <a:avLst/>
              <a:gdLst/>
              <a:ahLst/>
              <a:cxnLst/>
              <a:rect l="0" t="0" r="0" b="0"/>
              <a:pathLst>
                <a:path w="25649" h="6970">
                  <a:moveTo>
                    <a:pt x="0" y="6970"/>
                  </a:moveTo>
                  <a:lnTo>
                    <a:pt x="2564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1" name="Candidate_receptor__2980">
              <a:extLst>
                <a:ext uri="{FF2B5EF4-FFF2-40B4-BE49-F238E27FC236}">
                  <a16:creationId xmlns:a16="http://schemas.microsoft.com/office/drawing/2014/main" id="{35709F56-A879-D843-5D72-8F5CB703C5A6}"/>
                </a:ext>
              </a:extLst>
            </p:cNvPr>
            <p:cNvSpPr>
              <a:spLocks noGrp="1"/>
            </p:cNvSpPr>
            <p:nvPr/>
          </p:nvSpPr>
          <p:spPr>
            <a:xfrm>
              <a:off x="5593546" y="4081462"/>
              <a:ext cx="105726" cy="43779"/>
            </a:xfrm>
            <a:custGeom>
              <a:avLst/>
              <a:gdLst/>
              <a:ahLst/>
              <a:cxnLst/>
              <a:rect l="0" t="0" r="0" b="0"/>
              <a:pathLst>
                <a:path w="105726" h="43779">
                  <a:moveTo>
                    <a:pt x="105726" y="437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2" name="Candidate_receptor__2981">
              <a:extLst>
                <a:ext uri="{FF2B5EF4-FFF2-40B4-BE49-F238E27FC236}">
                  <a16:creationId xmlns:a16="http://schemas.microsoft.com/office/drawing/2014/main" id="{5243D30E-925F-402A-233D-6E83E5DA06F5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2607360"/>
              <a:ext cx="81301" cy="425"/>
            </a:xfrm>
            <a:custGeom>
              <a:avLst/>
              <a:gdLst/>
              <a:ahLst/>
              <a:cxnLst/>
              <a:rect l="0" t="0" r="0" b="0"/>
              <a:pathLst>
                <a:path w="81301" h="425">
                  <a:moveTo>
                    <a:pt x="0" y="425"/>
                  </a:moveTo>
                  <a:lnTo>
                    <a:pt x="8130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3" name="Candidate_receptor__2982">
              <a:extLst>
                <a:ext uri="{FF2B5EF4-FFF2-40B4-BE49-F238E27FC236}">
                  <a16:creationId xmlns:a16="http://schemas.microsoft.com/office/drawing/2014/main" id="{663EE1C3-7819-A2E6-5610-69ACC30E2E96}"/>
                </a:ext>
              </a:extLst>
            </p:cNvPr>
            <p:cNvSpPr>
              <a:spLocks noGrp="1"/>
            </p:cNvSpPr>
            <p:nvPr/>
          </p:nvSpPr>
          <p:spPr>
            <a:xfrm>
              <a:off x="5067402" y="3922009"/>
              <a:ext cx="23177" cy="30930"/>
            </a:xfrm>
            <a:custGeom>
              <a:avLst/>
              <a:gdLst/>
              <a:ahLst/>
              <a:cxnLst/>
              <a:rect l="0" t="0" r="0" b="0"/>
              <a:pathLst>
                <a:path w="23177" h="30930">
                  <a:moveTo>
                    <a:pt x="0" y="0"/>
                  </a:moveTo>
                  <a:lnTo>
                    <a:pt x="23177" y="3093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4" name="Candidate_receptor__2983">
              <a:extLst>
                <a:ext uri="{FF2B5EF4-FFF2-40B4-BE49-F238E27FC236}">
                  <a16:creationId xmlns:a16="http://schemas.microsoft.com/office/drawing/2014/main" id="{AC8504EA-D220-2A06-E8F0-DE0D2836D0AF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661514"/>
              <a:ext cx="52669" cy="90215"/>
            </a:xfrm>
            <a:custGeom>
              <a:avLst/>
              <a:gdLst/>
              <a:ahLst/>
              <a:cxnLst/>
              <a:rect l="0" t="0" r="0" b="0"/>
              <a:pathLst>
                <a:path w="52669" h="90215">
                  <a:moveTo>
                    <a:pt x="0" y="90215"/>
                  </a:moveTo>
                  <a:lnTo>
                    <a:pt x="5266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5" name="Candidate_receptor__2984">
              <a:extLst>
                <a:ext uri="{FF2B5EF4-FFF2-40B4-BE49-F238E27FC236}">
                  <a16:creationId xmlns:a16="http://schemas.microsoft.com/office/drawing/2014/main" id="{7AF25CEF-4B3C-AD19-FB93-BA80F011D475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42992"/>
              <a:ext cx="99630" cy="7887"/>
            </a:xfrm>
            <a:custGeom>
              <a:avLst/>
              <a:gdLst/>
              <a:ahLst/>
              <a:cxnLst/>
              <a:rect l="0" t="0" r="0" b="0"/>
              <a:pathLst>
                <a:path w="99630" h="7887">
                  <a:moveTo>
                    <a:pt x="0" y="7887"/>
                  </a:moveTo>
                  <a:lnTo>
                    <a:pt x="9963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6" name="Candidate_receptor__2985">
              <a:extLst>
                <a:ext uri="{FF2B5EF4-FFF2-40B4-BE49-F238E27FC236}">
                  <a16:creationId xmlns:a16="http://schemas.microsoft.com/office/drawing/2014/main" id="{B25915A2-F390-D752-425E-3AA29A5C833F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544"/>
              <a:ext cx="43563" cy="22126"/>
            </a:xfrm>
            <a:custGeom>
              <a:avLst/>
              <a:gdLst/>
              <a:ahLst/>
              <a:cxnLst/>
              <a:rect l="0" t="0" r="0" b="0"/>
              <a:pathLst>
                <a:path w="43563" h="22126">
                  <a:moveTo>
                    <a:pt x="0" y="22126"/>
                  </a:moveTo>
                  <a:lnTo>
                    <a:pt x="4356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7" name="Candidate_receptor__2986">
              <a:extLst>
                <a:ext uri="{FF2B5EF4-FFF2-40B4-BE49-F238E27FC236}">
                  <a16:creationId xmlns:a16="http://schemas.microsoft.com/office/drawing/2014/main" id="{1CCF4837-9450-EB56-A2B4-EB64A16FC2FB}"/>
                </a:ext>
              </a:extLst>
            </p:cNvPr>
            <p:cNvSpPr>
              <a:spLocks noGrp="1"/>
            </p:cNvSpPr>
            <p:nvPr/>
          </p:nvSpPr>
          <p:spPr>
            <a:xfrm>
              <a:off x="4943252" y="2463706"/>
              <a:ext cx="7710" cy="78609"/>
            </a:xfrm>
            <a:custGeom>
              <a:avLst/>
              <a:gdLst/>
              <a:ahLst/>
              <a:cxnLst/>
              <a:rect l="0" t="0" r="0" b="0"/>
              <a:pathLst>
                <a:path w="7710" h="78609">
                  <a:moveTo>
                    <a:pt x="0" y="78609"/>
                  </a:moveTo>
                  <a:lnTo>
                    <a:pt x="771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8" name="Candidate_receptor__2987">
              <a:extLst>
                <a:ext uri="{FF2B5EF4-FFF2-40B4-BE49-F238E27FC236}">
                  <a16:creationId xmlns:a16="http://schemas.microsoft.com/office/drawing/2014/main" id="{E3EB42D2-87B1-8479-D35D-291251CDB505}"/>
                </a:ext>
              </a:extLst>
            </p:cNvPr>
            <p:cNvSpPr>
              <a:spLocks noGrp="1"/>
            </p:cNvSpPr>
            <p:nvPr/>
          </p:nvSpPr>
          <p:spPr>
            <a:xfrm>
              <a:off x="6085996" y="4481336"/>
              <a:ext cx="67681" cy="49738"/>
            </a:xfrm>
            <a:custGeom>
              <a:avLst/>
              <a:gdLst/>
              <a:ahLst/>
              <a:cxnLst/>
              <a:rect l="0" t="0" r="0" b="0"/>
              <a:pathLst>
                <a:path w="67681" h="49738">
                  <a:moveTo>
                    <a:pt x="0" y="0"/>
                  </a:moveTo>
                  <a:lnTo>
                    <a:pt x="67681" y="497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9" name="Candidate_receptor__2988">
              <a:extLst>
                <a:ext uri="{FF2B5EF4-FFF2-40B4-BE49-F238E27FC236}">
                  <a16:creationId xmlns:a16="http://schemas.microsoft.com/office/drawing/2014/main" id="{7CC356F0-167C-5460-B38E-6D9EC4F7A9DB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118255"/>
              <a:ext cx="23893" cy="477"/>
            </a:xfrm>
            <a:custGeom>
              <a:avLst/>
              <a:gdLst/>
              <a:ahLst/>
              <a:cxnLst/>
              <a:rect l="0" t="0" r="0" b="0"/>
              <a:pathLst>
                <a:path w="23893" h="477">
                  <a:moveTo>
                    <a:pt x="0" y="0"/>
                  </a:moveTo>
                  <a:lnTo>
                    <a:pt x="23893" y="47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0" name="Candidate_receptor__2989">
              <a:extLst>
                <a:ext uri="{FF2B5EF4-FFF2-40B4-BE49-F238E27FC236}">
                  <a16:creationId xmlns:a16="http://schemas.microsoft.com/office/drawing/2014/main" id="{84E19070-DB94-FADD-E3EE-81E5B70607D2}"/>
                </a:ext>
              </a:extLst>
            </p:cNvPr>
            <p:cNvSpPr>
              <a:spLocks noGrp="1"/>
            </p:cNvSpPr>
            <p:nvPr/>
          </p:nvSpPr>
          <p:spPr>
            <a:xfrm>
              <a:off x="5977792" y="2125466"/>
              <a:ext cx="74128" cy="87917"/>
            </a:xfrm>
            <a:custGeom>
              <a:avLst/>
              <a:gdLst/>
              <a:ahLst/>
              <a:cxnLst/>
              <a:rect l="0" t="0" r="0" b="0"/>
              <a:pathLst>
                <a:path w="74128" h="87917">
                  <a:moveTo>
                    <a:pt x="74128" y="0"/>
                  </a:moveTo>
                  <a:lnTo>
                    <a:pt x="0" y="879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1" name="Candidate_receptor__2990">
              <a:extLst>
                <a:ext uri="{FF2B5EF4-FFF2-40B4-BE49-F238E27FC236}">
                  <a16:creationId xmlns:a16="http://schemas.microsoft.com/office/drawing/2014/main" id="{40CDBBBC-6FF9-E5A3-F0A0-8C3CC758DC41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142285"/>
              <a:ext cx="50106" cy="91951"/>
            </a:xfrm>
            <a:custGeom>
              <a:avLst/>
              <a:gdLst/>
              <a:ahLst/>
              <a:cxnLst/>
              <a:rect l="0" t="0" r="0" b="0"/>
              <a:pathLst>
                <a:path w="50106" h="91951">
                  <a:moveTo>
                    <a:pt x="0" y="91951"/>
                  </a:moveTo>
                  <a:lnTo>
                    <a:pt x="5010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2" name="Candidate_receptor__2991">
              <a:extLst>
                <a:ext uri="{FF2B5EF4-FFF2-40B4-BE49-F238E27FC236}">
                  <a16:creationId xmlns:a16="http://schemas.microsoft.com/office/drawing/2014/main" id="{06086DC6-C35D-4A7D-0B53-1821414F36B1}"/>
                </a:ext>
              </a:extLst>
            </p:cNvPr>
            <p:cNvSpPr>
              <a:spLocks noGrp="1"/>
            </p:cNvSpPr>
            <p:nvPr/>
          </p:nvSpPr>
          <p:spPr>
            <a:xfrm>
              <a:off x="4900199" y="5142285"/>
              <a:ext cx="102022" cy="19340"/>
            </a:xfrm>
            <a:custGeom>
              <a:avLst/>
              <a:gdLst/>
              <a:ahLst/>
              <a:cxnLst/>
              <a:rect l="0" t="0" r="0" b="0"/>
              <a:pathLst>
                <a:path w="102022" h="19340">
                  <a:moveTo>
                    <a:pt x="0" y="0"/>
                  </a:moveTo>
                  <a:lnTo>
                    <a:pt x="102022" y="1934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3" name="Candidate_receptor__2992">
              <a:extLst>
                <a:ext uri="{FF2B5EF4-FFF2-40B4-BE49-F238E27FC236}">
                  <a16:creationId xmlns:a16="http://schemas.microsoft.com/office/drawing/2014/main" id="{8B64B551-DB46-C513-7657-4EFEABA1E663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52154" cy="2060"/>
            </a:xfrm>
            <a:custGeom>
              <a:avLst/>
              <a:gdLst/>
              <a:ahLst/>
              <a:cxnLst/>
              <a:rect l="0" t="0" r="0" b="0"/>
              <a:pathLst>
                <a:path w="52154" h="2060">
                  <a:moveTo>
                    <a:pt x="52154" y="20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4" name="Candidate_receptor__2993">
              <a:extLst>
                <a:ext uri="{FF2B5EF4-FFF2-40B4-BE49-F238E27FC236}">
                  <a16:creationId xmlns:a16="http://schemas.microsoft.com/office/drawing/2014/main" id="{69206BAC-CC64-FB22-E819-3CB96CC8DC67}"/>
                </a:ext>
              </a:extLst>
            </p:cNvPr>
            <p:cNvSpPr>
              <a:spLocks noGrp="1"/>
            </p:cNvSpPr>
            <p:nvPr/>
          </p:nvSpPr>
          <p:spPr>
            <a:xfrm>
              <a:off x="5619469" y="1840087"/>
              <a:ext cx="103707" cy="47417"/>
            </a:xfrm>
            <a:custGeom>
              <a:avLst/>
              <a:gdLst/>
              <a:ahLst/>
              <a:cxnLst/>
              <a:rect l="0" t="0" r="0" b="0"/>
              <a:pathLst>
                <a:path w="103707" h="47417">
                  <a:moveTo>
                    <a:pt x="103707" y="0"/>
                  </a:moveTo>
                  <a:lnTo>
                    <a:pt x="0" y="474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5" name="Candidate_receptor__2994">
              <a:extLst>
                <a:ext uri="{FF2B5EF4-FFF2-40B4-BE49-F238E27FC236}">
                  <a16:creationId xmlns:a16="http://schemas.microsoft.com/office/drawing/2014/main" id="{17EB0084-867A-6E65-6B31-21FC6996AB5E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26236"/>
              <a:ext cx="43714" cy="70912"/>
            </a:xfrm>
            <a:custGeom>
              <a:avLst/>
              <a:gdLst/>
              <a:ahLst/>
              <a:cxnLst/>
              <a:rect l="0" t="0" r="0" b="0"/>
              <a:pathLst>
                <a:path w="43714" h="70912">
                  <a:moveTo>
                    <a:pt x="43714" y="0"/>
                  </a:moveTo>
                  <a:lnTo>
                    <a:pt x="0" y="7091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6" name="Candidate_receptor__2995">
              <a:extLst>
                <a:ext uri="{FF2B5EF4-FFF2-40B4-BE49-F238E27FC236}">
                  <a16:creationId xmlns:a16="http://schemas.microsoft.com/office/drawing/2014/main" id="{34587843-3299-20B1-FC76-3F96A4C4E2BE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20233"/>
              <a:ext cx="83467" cy="68700"/>
            </a:xfrm>
            <a:custGeom>
              <a:avLst/>
              <a:gdLst/>
              <a:ahLst/>
              <a:cxnLst/>
              <a:rect l="0" t="0" r="0" b="0"/>
              <a:pathLst>
                <a:path w="83467" h="68700">
                  <a:moveTo>
                    <a:pt x="83467" y="0"/>
                  </a:moveTo>
                  <a:lnTo>
                    <a:pt x="0" y="6870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7" name="Candidate_receptor__2996">
              <a:extLst>
                <a:ext uri="{FF2B5EF4-FFF2-40B4-BE49-F238E27FC236}">
                  <a16:creationId xmlns:a16="http://schemas.microsoft.com/office/drawing/2014/main" id="{9AE699D6-52BC-ADB8-323A-586CC172AD6A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71761"/>
              <a:ext cx="72254" cy="24737"/>
            </a:xfrm>
            <a:custGeom>
              <a:avLst/>
              <a:gdLst/>
              <a:ahLst/>
              <a:cxnLst/>
              <a:rect l="0" t="0" r="0" b="0"/>
              <a:pathLst>
                <a:path w="72254" h="24737">
                  <a:moveTo>
                    <a:pt x="72254" y="0"/>
                  </a:moveTo>
                  <a:lnTo>
                    <a:pt x="0" y="2473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8" name="Candidate_receptor__2997">
              <a:extLst>
                <a:ext uri="{FF2B5EF4-FFF2-40B4-BE49-F238E27FC236}">
                  <a16:creationId xmlns:a16="http://schemas.microsoft.com/office/drawing/2014/main" id="{8D955499-A183-970A-B4E1-0C5F66EBD9E7}"/>
                </a:ext>
              </a:extLst>
            </p:cNvPr>
            <p:cNvSpPr>
              <a:spLocks noGrp="1"/>
            </p:cNvSpPr>
            <p:nvPr/>
          </p:nvSpPr>
          <p:spPr>
            <a:xfrm>
              <a:off x="5493871" y="1718409"/>
              <a:ext cx="66612" cy="81386"/>
            </a:xfrm>
            <a:custGeom>
              <a:avLst/>
              <a:gdLst/>
              <a:ahLst/>
              <a:cxnLst/>
              <a:rect l="0" t="0" r="0" b="0"/>
              <a:pathLst>
                <a:path w="66612" h="81386">
                  <a:moveTo>
                    <a:pt x="0" y="81386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9" name="Candidate_receptor__2998">
              <a:extLst>
                <a:ext uri="{FF2B5EF4-FFF2-40B4-BE49-F238E27FC236}">
                  <a16:creationId xmlns:a16="http://schemas.microsoft.com/office/drawing/2014/main" id="{1786CFDC-4F94-09F7-089E-E19F08E9C320}"/>
                </a:ext>
              </a:extLst>
            </p:cNvPr>
            <p:cNvSpPr>
              <a:spLocks noGrp="1"/>
            </p:cNvSpPr>
            <p:nvPr/>
          </p:nvSpPr>
          <p:spPr>
            <a:xfrm>
              <a:off x="6014233" y="3312105"/>
              <a:ext cx="36097" cy="94674"/>
            </a:xfrm>
            <a:custGeom>
              <a:avLst/>
              <a:gdLst/>
              <a:ahLst/>
              <a:cxnLst/>
              <a:rect l="0" t="0" r="0" b="0"/>
              <a:pathLst>
                <a:path w="36097" h="94674">
                  <a:moveTo>
                    <a:pt x="0" y="94674"/>
                  </a:moveTo>
                  <a:lnTo>
                    <a:pt x="3609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3000" name="Candidate_receptor__2999">
              <a:extLst>
                <a:ext uri="{FF2B5EF4-FFF2-40B4-BE49-F238E27FC236}">
                  <a16:creationId xmlns:a16="http://schemas.microsoft.com/office/drawing/2014/main" id="{48C97154-C06E-7022-7BCF-6FBB766D09B2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88593"/>
              <a:ext cx="4806" cy="2803"/>
            </a:xfrm>
            <a:custGeom>
              <a:avLst/>
              <a:gdLst/>
              <a:ahLst/>
              <a:cxnLst/>
              <a:rect l="0" t="0" r="0" b="0"/>
              <a:pathLst>
                <a:path w="4806" h="2803">
                  <a:moveTo>
                    <a:pt x="0" y="2803"/>
                  </a:moveTo>
                  <a:lnTo>
                    <a:pt x="4806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1" name="Candidate_receptor__3000">
              <a:extLst>
                <a:ext uri="{FF2B5EF4-FFF2-40B4-BE49-F238E27FC236}">
                  <a16:creationId xmlns:a16="http://schemas.microsoft.com/office/drawing/2014/main" id="{68453E9E-47F7-0683-8C82-140670CF47A6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2780"/>
              <a:ext cx="22631" cy="6274"/>
            </a:xfrm>
            <a:custGeom>
              <a:avLst/>
              <a:gdLst/>
              <a:ahLst/>
              <a:cxnLst/>
              <a:rect l="0" t="0" r="0" b="0"/>
              <a:pathLst>
                <a:path w="22631" h="6274">
                  <a:moveTo>
                    <a:pt x="0" y="6274"/>
                  </a:moveTo>
                  <a:lnTo>
                    <a:pt x="22631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2" name="Candidate_receptor__3001">
              <a:extLst>
                <a:ext uri="{FF2B5EF4-FFF2-40B4-BE49-F238E27FC236}">
                  <a16:creationId xmlns:a16="http://schemas.microsoft.com/office/drawing/2014/main" id="{243B9F91-C7B8-ACE9-5353-CD60BD67CFD1}"/>
                </a:ext>
              </a:extLst>
            </p:cNvPr>
            <p:cNvSpPr>
              <a:spLocks noGrp="1"/>
            </p:cNvSpPr>
            <p:nvPr/>
          </p:nvSpPr>
          <p:spPr>
            <a:xfrm>
              <a:off x="6245916" y="4136652"/>
              <a:ext cx="3970" cy="114997"/>
            </a:xfrm>
            <a:custGeom>
              <a:avLst/>
              <a:gdLst/>
              <a:ahLst/>
              <a:cxnLst/>
              <a:rect l="0" t="0" r="0" b="0"/>
              <a:pathLst>
                <a:path w="3970" h="114997">
                  <a:moveTo>
                    <a:pt x="0" y="114997"/>
                  </a:moveTo>
                  <a:lnTo>
                    <a:pt x="397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3" name="Candidate_receptor__3002">
              <a:extLst>
                <a:ext uri="{FF2B5EF4-FFF2-40B4-BE49-F238E27FC236}">
                  <a16:creationId xmlns:a16="http://schemas.microsoft.com/office/drawing/2014/main" id="{ECE66B5E-858A-E604-A6FE-80F778DE87AD}"/>
                </a:ext>
              </a:extLst>
            </p:cNvPr>
            <p:cNvSpPr>
              <a:spLocks noGrp="1"/>
            </p:cNvSpPr>
            <p:nvPr/>
          </p:nvSpPr>
          <p:spPr>
            <a:xfrm>
              <a:off x="5883437" y="3604555"/>
              <a:ext cx="50430" cy="73846"/>
            </a:xfrm>
            <a:custGeom>
              <a:avLst/>
              <a:gdLst/>
              <a:ahLst/>
              <a:cxnLst/>
              <a:rect l="0" t="0" r="0" b="0"/>
              <a:pathLst>
                <a:path w="50430" h="73846">
                  <a:moveTo>
                    <a:pt x="50430" y="73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4" name="Candidate_receptor__3003">
              <a:extLst>
                <a:ext uri="{FF2B5EF4-FFF2-40B4-BE49-F238E27FC236}">
                  <a16:creationId xmlns:a16="http://schemas.microsoft.com/office/drawing/2014/main" id="{C1D9A6BB-A2C3-8F84-D842-0243F1DA6347}"/>
                </a:ext>
              </a:extLst>
            </p:cNvPr>
            <p:cNvSpPr>
              <a:spLocks noGrp="1"/>
            </p:cNvSpPr>
            <p:nvPr/>
          </p:nvSpPr>
          <p:spPr>
            <a:xfrm>
              <a:off x="4997756" y="5161625"/>
              <a:ext cx="4465" cy="112195"/>
            </a:xfrm>
            <a:custGeom>
              <a:avLst/>
              <a:gdLst/>
              <a:ahLst/>
              <a:cxnLst/>
              <a:rect l="0" t="0" r="0" b="0"/>
              <a:pathLst>
                <a:path w="4465" h="112195">
                  <a:moveTo>
                    <a:pt x="4465" y="0"/>
                  </a:moveTo>
                  <a:lnTo>
                    <a:pt x="0" y="112195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5" name="Candidate_receptor__3004">
              <a:extLst>
                <a:ext uri="{FF2B5EF4-FFF2-40B4-BE49-F238E27FC236}">
                  <a16:creationId xmlns:a16="http://schemas.microsoft.com/office/drawing/2014/main" id="{510A7059-4FD0-36DF-6043-E51860115E7B}"/>
                </a:ext>
              </a:extLst>
            </p:cNvPr>
            <p:cNvSpPr>
              <a:spLocks noGrp="1"/>
            </p:cNvSpPr>
            <p:nvPr/>
          </p:nvSpPr>
          <p:spPr>
            <a:xfrm>
              <a:off x="4766652" y="3104764"/>
              <a:ext cx="104685" cy="28860"/>
            </a:xfrm>
            <a:custGeom>
              <a:avLst/>
              <a:gdLst/>
              <a:ahLst/>
              <a:cxnLst/>
              <a:rect l="0" t="0" r="0" b="0"/>
              <a:pathLst>
                <a:path w="104685" h="28860">
                  <a:moveTo>
                    <a:pt x="104685" y="2886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06" name="Candidate_receptor__3005">
              <a:extLst>
                <a:ext uri="{FF2B5EF4-FFF2-40B4-BE49-F238E27FC236}">
                  <a16:creationId xmlns:a16="http://schemas.microsoft.com/office/drawing/2014/main" id="{3EBDEB61-0DA8-CDB8-3058-3B69DE4CE3AA}"/>
                </a:ext>
              </a:extLst>
            </p:cNvPr>
            <p:cNvSpPr>
              <a:spLocks noGrp="1"/>
            </p:cNvSpPr>
            <p:nvPr/>
          </p:nvSpPr>
          <p:spPr>
            <a:xfrm>
              <a:off x="5649367" y="4125241"/>
              <a:ext cx="49905" cy="102359"/>
            </a:xfrm>
            <a:custGeom>
              <a:avLst/>
              <a:gdLst/>
              <a:ahLst/>
              <a:cxnLst/>
              <a:rect l="0" t="0" r="0" b="0"/>
              <a:pathLst>
                <a:path w="49905" h="102359">
                  <a:moveTo>
                    <a:pt x="0" y="102359"/>
                  </a:moveTo>
                  <a:lnTo>
                    <a:pt x="49905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7" name="Candidate_receptor__3006">
              <a:extLst>
                <a:ext uri="{FF2B5EF4-FFF2-40B4-BE49-F238E27FC236}">
                  <a16:creationId xmlns:a16="http://schemas.microsoft.com/office/drawing/2014/main" id="{B64CA0AD-B7A1-AA88-7182-1148C140764C}"/>
                </a:ext>
              </a:extLst>
            </p:cNvPr>
            <p:cNvSpPr>
              <a:spLocks noGrp="1"/>
            </p:cNvSpPr>
            <p:nvPr/>
          </p:nvSpPr>
          <p:spPr>
            <a:xfrm>
              <a:off x="5709073" y="3796396"/>
              <a:ext cx="54509" cy="99990"/>
            </a:xfrm>
            <a:custGeom>
              <a:avLst/>
              <a:gdLst/>
              <a:ahLst/>
              <a:cxnLst/>
              <a:rect l="0" t="0" r="0" b="0"/>
              <a:pathLst>
                <a:path w="54509" h="99990">
                  <a:moveTo>
                    <a:pt x="0" y="0"/>
                  </a:moveTo>
                  <a:lnTo>
                    <a:pt x="54509" y="9999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8" name="Candidate_receptor__3007">
              <a:extLst>
                <a:ext uri="{FF2B5EF4-FFF2-40B4-BE49-F238E27FC236}">
                  <a16:creationId xmlns:a16="http://schemas.microsoft.com/office/drawing/2014/main" id="{329F16E8-ACB0-C606-433E-7F6B13F7B47E}"/>
                </a:ext>
              </a:extLst>
            </p:cNvPr>
            <p:cNvSpPr>
              <a:spLocks noGrp="1"/>
            </p:cNvSpPr>
            <p:nvPr/>
          </p:nvSpPr>
          <p:spPr>
            <a:xfrm>
              <a:off x="4453511" y="2365762"/>
              <a:ext cx="57694" cy="37238"/>
            </a:xfrm>
            <a:custGeom>
              <a:avLst/>
              <a:gdLst/>
              <a:ahLst/>
              <a:cxnLst/>
              <a:rect l="0" t="0" r="0" b="0"/>
              <a:pathLst>
                <a:path w="57694" h="37238">
                  <a:moveTo>
                    <a:pt x="0" y="0"/>
                  </a:moveTo>
                  <a:lnTo>
                    <a:pt x="57694" y="37238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09" name="Candidate_receptor__3008">
              <a:extLst>
                <a:ext uri="{FF2B5EF4-FFF2-40B4-BE49-F238E27FC236}">
                  <a16:creationId xmlns:a16="http://schemas.microsoft.com/office/drawing/2014/main" id="{99753394-CF93-AB42-0D1E-4ECAFB1CCB95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955909"/>
              <a:ext cx="30509" cy="52566"/>
            </a:xfrm>
            <a:custGeom>
              <a:avLst/>
              <a:gdLst/>
              <a:ahLst/>
              <a:cxnLst/>
              <a:rect l="0" t="0" r="0" b="0"/>
              <a:pathLst>
                <a:path w="30509" h="52566">
                  <a:moveTo>
                    <a:pt x="0" y="0"/>
                  </a:moveTo>
                  <a:lnTo>
                    <a:pt x="30509" y="52566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0" name="Candidate_receptor__3009">
              <a:extLst>
                <a:ext uri="{FF2B5EF4-FFF2-40B4-BE49-F238E27FC236}">
                  <a16:creationId xmlns:a16="http://schemas.microsoft.com/office/drawing/2014/main" id="{F07CD40F-689E-F5D3-F94A-31599AFD26E4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03925"/>
              <a:ext cx="12224" cy="83629"/>
            </a:xfrm>
            <a:custGeom>
              <a:avLst/>
              <a:gdLst/>
              <a:ahLst/>
              <a:cxnLst/>
              <a:rect l="0" t="0" r="0" b="0"/>
              <a:pathLst>
                <a:path w="12224" h="83629">
                  <a:moveTo>
                    <a:pt x="12224" y="0"/>
                  </a:moveTo>
                  <a:lnTo>
                    <a:pt x="0" y="83629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1" name="Candidate_receptor__3010">
              <a:extLst>
                <a:ext uri="{FF2B5EF4-FFF2-40B4-BE49-F238E27FC236}">
                  <a16:creationId xmlns:a16="http://schemas.microsoft.com/office/drawing/2014/main" id="{7E50EF30-8BF3-0D0E-619E-9C9D7B779617}"/>
                </a:ext>
              </a:extLst>
            </p:cNvPr>
            <p:cNvSpPr>
              <a:spLocks noGrp="1"/>
            </p:cNvSpPr>
            <p:nvPr/>
          </p:nvSpPr>
          <p:spPr>
            <a:xfrm>
              <a:off x="5072348" y="2184438"/>
              <a:ext cx="50641" cy="101346"/>
            </a:xfrm>
            <a:custGeom>
              <a:avLst/>
              <a:gdLst/>
              <a:ahLst/>
              <a:cxnLst/>
              <a:rect l="0" t="0" r="0" b="0"/>
              <a:pathLst>
                <a:path w="50641" h="101346">
                  <a:moveTo>
                    <a:pt x="0" y="101346"/>
                  </a:moveTo>
                  <a:lnTo>
                    <a:pt x="50641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2" name="Candidate_receptor__3011">
              <a:extLst>
                <a:ext uri="{FF2B5EF4-FFF2-40B4-BE49-F238E27FC236}">
                  <a16:creationId xmlns:a16="http://schemas.microsoft.com/office/drawing/2014/main" id="{C99A1678-A7D5-E570-55D3-F8B35DA4C6D7}"/>
                </a:ext>
              </a:extLst>
            </p:cNvPr>
            <p:cNvSpPr>
              <a:spLocks noGrp="1"/>
            </p:cNvSpPr>
            <p:nvPr/>
          </p:nvSpPr>
          <p:spPr>
            <a:xfrm>
              <a:off x="4643252" y="3816953"/>
              <a:ext cx="30594" cy="28952"/>
            </a:xfrm>
            <a:custGeom>
              <a:avLst/>
              <a:gdLst/>
              <a:ahLst/>
              <a:cxnLst/>
              <a:rect l="0" t="0" r="0" b="0"/>
              <a:pathLst>
                <a:path w="30594" h="28952">
                  <a:moveTo>
                    <a:pt x="0" y="28952"/>
                  </a:moveTo>
                  <a:lnTo>
                    <a:pt x="30594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13" name="Candidate_receptor__3012">
              <a:extLst>
                <a:ext uri="{FF2B5EF4-FFF2-40B4-BE49-F238E27FC236}">
                  <a16:creationId xmlns:a16="http://schemas.microsoft.com/office/drawing/2014/main" id="{347B0EA2-4A65-B41E-23E6-45A044E9DB45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68156" cy="89092"/>
            </a:xfrm>
            <a:custGeom>
              <a:avLst/>
              <a:gdLst/>
              <a:ahLst/>
              <a:cxnLst/>
              <a:rect l="0" t="0" r="0" b="0"/>
              <a:pathLst>
                <a:path w="68156" h="89092">
                  <a:moveTo>
                    <a:pt x="0" y="0"/>
                  </a:moveTo>
                  <a:lnTo>
                    <a:pt x="68156" y="89092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14" name="Candidate_receptor__3013">
              <a:extLst>
                <a:ext uri="{FF2B5EF4-FFF2-40B4-BE49-F238E27FC236}">
                  <a16:creationId xmlns:a16="http://schemas.microsoft.com/office/drawing/2014/main" id="{E5293D24-7E9C-79B4-D74F-D3B8E44656B8}"/>
                </a:ext>
              </a:extLst>
            </p:cNvPr>
            <p:cNvSpPr>
              <a:spLocks noGrp="1"/>
            </p:cNvSpPr>
            <p:nvPr/>
          </p:nvSpPr>
          <p:spPr>
            <a:xfrm>
              <a:off x="4702957" y="3244104"/>
              <a:ext cx="36641" cy="9791"/>
            </a:xfrm>
            <a:custGeom>
              <a:avLst/>
              <a:gdLst/>
              <a:ahLst/>
              <a:cxnLst/>
              <a:rect l="0" t="0" r="0" b="0"/>
              <a:pathLst>
                <a:path w="36641" h="9791">
                  <a:moveTo>
                    <a:pt x="36641" y="97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5" name="Candidate_receptor__3014">
              <a:extLst>
                <a:ext uri="{FF2B5EF4-FFF2-40B4-BE49-F238E27FC236}">
                  <a16:creationId xmlns:a16="http://schemas.microsoft.com/office/drawing/2014/main" id="{56F96367-8887-E3ED-D20E-AE74253E1795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113175" cy="2348"/>
            </a:xfrm>
            <a:custGeom>
              <a:avLst/>
              <a:gdLst/>
              <a:ahLst/>
              <a:cxnLst/>
              <a:rect l="0" t="0" r="0" b="0"/>
              <a:pathLst>
                <a:path w="113175" h="2348">
                  <a:moveTo>
                    <a:pt x="113175" y="23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16" name="Candidate_receptor__3015">
              <a:extLst>
                <a:ext uri="{FF2B5EF4-FFF2-40B4-BE49-F238E27FC236}">
                  <a16:creationId xmlns:a16="http://schemas.microsoft.com/office/drawing/2014/main" id="{8775F95C-7D70-00F7-D9D3-ECE159545DA0}"/>
                </a:ext>
              </a:extLst>
            </p:cNvPr>
            <p:cNvSpPr>
              <a:spLocks noGrp="1"/>
            </p:cNvSpPr>
            <p:nvPr/>
          </p:nvSpPr>
          <p:spPr>
            <a:xfrm>
              <a:off x="4401248" y="3302420"/>
              <a:ext cx="56223" cy="100182"/>
            </a:xfrm>
            <a:custGeom>
              <a:avLst/>
              <a:gdLst/>
              <a:ahLst/>
              <a:cxnLst/>
              <a:rect l="0" t="0" r="0" b="0"/>
              <a:pathLst>
                <a:path w="56223" h="100182">
                  <a:moveTo>
                    <a:pt x="0" y="0"/>
                  </a:moveTo>
                  <a:lnTo>
                    <a:pt x="56223" y="100182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7" name="Candidate_receptor__3016">
              <a:extLst>
                <a:ext uri="{FF2B5EF4-FFF2-40B4-BE49-F238E27FC236}">
                  <a16:creationId xmlns:a16="http://schemas.microsoft.com/office/drawing/2014/main" id="{18642C0D-7149-B64E-371C-81FBE6C1AA17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531075"/>
              <a:ext cx="50484" cy="100495"/>
            </a:xfrm>
            <a:custGeom>
              <a:avLst/>
              <a:gdLst/>
              <a:ahLst/>
              <a:cxnLst/>
              <a:rect l="0" t="0" r="0" b="0"/>
              <a:pathLst>
                <a:path w="50484" h="100495">
                  <a:moveTo>
                    <a:pt x="50484" y="0"/>
                  </a:moveTo>
                  <a:lnTo>
                    <a:pt x="0" y="100495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8" name="Candidate_receptor__3017">
              <a:extLst>
                <a:ext uri="{FF2B5EF4-FFF2-40B4-BE49-F238E27FC236}">
                  <a16:creationId xmlns:a16="http://schemas.microsoft.com/office/drawing/2014/main" id="{1919721F-48DF-AC05-43AD-1AC457C1DDC6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04750"/>
              <a:ext cx="96341" cy="62144"/>
            </a:xfrm>
            <a:custGeom>
              <a:avLst/>
              <a:gdLst/>
              <a:ahLst/>
              <a:cxnLst/>
              <a:rect l="0" t="0" r="0" b="0"/>
              <a:pathLst>
                <a:path w="96341" h="62144">
                  <a:moveTo>
                    <a:pt x="96341" y="0"/>
                  </a:moveTo>
                  <a:lnTo>
                    <a:pt x="0" y="62144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9" name="Candidate_receptor__3018">
              <a:extLst>
                <a:ext uri="{FF2B5EF4-FFF2-40B4-BE49-F238E27FC236}">
                  <a16:creationId xmlns:a16="http://schemas.microsoft.com/office/drawing/2014/main" id="{05CF27BF-5FC7-0B83-B847-A2EF81A4FD1C}"/>
                </a:ext>
              </a:extLst>
            </p:cNvPr>
            <p:cNvSpPr>
              <a:spLocks noGrp="1"/>
            </p:cNvSpPr>
            <p:nvPr/>
          </p:nvSpPr>
          <p:spPr>
            <a:xfrm>
              <a:off x="5722191" y="2418823"/>
              <a:ext cx="63125" cy="65079"/>
            </a:xfrm>
            <a:custGeom>
              <a:avLst/>
              <a:gdLst/>
              <a:ahLst/>
              <a:cxnLst/>
              <a:rect l="0" t="0" r="0" b="0"/>
              <a:pathLst>
                <a:path w="63125" h="65079">
                  <a:moveTo>
                    <a:pt x="63125" y="650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0" name="Candidate_receptor__3019">
              <a:extLst>
                <a:ext uri="{FF2B5EF4-FFF2-40B4-BE49-F238E27FC236}">
                  <a16:creationId xmlns:a16="http://schemas.microsoft.com/office/drawing/2014/main" id="{F6BFA957-1A7E-B9D7-6CD6-9DAECCEA8A05}"/>
                </a:ext>
              </a:extLst>
            </p:cNvPr>
            <p:cNvSpPr>
              <a:spLocks noGrp="1"/>
            </p:cNvSpPr>
            <p:nvPr/>
          </p:nvSpPr>
          <p:spPr>
            <a:xfrm>
              <a:off x="4871337" y="3133624"/>
              <a:ext cx="60892" cy="72477"/>
            </a:xfrm>
            <a:custGeom>
              <a:avLst/>
              <a:gdLst/>
              <a:ahLst/>
              <a:cxnLst/>
              <a:rect l="0" t="0" r="0" b="0"/>
              <a:pathLst>
                <a:path w="60892" h="72477">
                  <a:moveTo>
                    <a:pt x="60892" y="7247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1" name="Candidate_receptor__3020">
              <a:extLst>
                <a:ext uri="{FF2B5EF4-FFF2-40B4-BE49-F238E27FC236}">
                  <a16:creationId xmlns:a16="http://schemas.microsoft.com/office/drawing/2014/main" id="{C5D10D42-682C-F8EB-01E9-58419F89B4BC}"/>
                </a:ext>
              </a:extLst>
            </p:cNvPr>
            <p:cNvSpPr>
              <a:spLocks noGrp="1"/>
            </p:cNvSpPr>
            <p:nvPr/>
          </p:nvSpPr>
          <p:spPr>
            <a:xfrm>
              <a:off x="5036788" y="2066594"/>
              <a:ext cx="86201" cy="117844"/>
            </a:xfrm>
            <a:custGeom>
              <a:avLst/>
              <a:gdLst/>
              <a:ahLst/>
              <a:cxnLst/>
              <a:rect l="0" t="0" r="0" b="0"/>
              <a:pathLst>
                <a:path w="86201" h="117844">
                  <a:moveTo>
                    <a:pt x="86201" y="1178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2" name="Candidate_receptor__3021">
              <a:extLst>
                <a:ext uri="{FF2B5EF4-FFF2-40B4-BE49-F238E27FC236}">
                  <a16:creationId xmlns:a16="http://schemas.microsoft.com/office/drawing/2014/main" id="{33F72EA3-33E8-D872-91AF-F9B0CF13D96E}"/>
                </a:ext>
              </a:extLst>
            </p:cNvPr>
            <p:cNvSpPr>
              <a:spLocks noGrp="1"/>
            </p:cNvSpPr>
            <p:nvPr/>
          </p:nvSpPr>
          <p:spPr>
            <a:xfrm>
              <a:off x="5633865" y="2223884"/>
              <a:ext cx="3116" cy="44061"/>
            </a:xfrm>
            <a:custGeom>
              <a:avLst/>
              <a:gdLst/>
              <a:ahLst/>
              <a:cxnLst/>
              <a:rect l="0" t="0" r="0" b="0"/>
              <a:pathLst>
                <a:path w="3116" h="44061">
                  <a:moveTo>
                    <a:pt x="0" y="0"/>
                  </a:moveTo>
                  <a:lnTo>
                    <a:pt x="3116" y="4406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3" name="Candidate_receptor__3022">
              <a:extLst>
                <a:ext uri="{FF2B5EF4-FFF2-40B4-BE49-F238E27FC236}">
                  <a16:creationId xmlns:a16="http://schemas.microsoft.com/office/drawing/2014/main" id="{58639109-CCB9-B41F-AB4C-1CD5FB0C452A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76025" cy="61541"/>
            </a:xfrm>
            <a:custGeom>
              <a:avLst/>
              <a:gdLst/>
              <a:ahLst/>
              <a:cxnLst/>
              <a:rect l="0" t="0" r="0" b="0"/>
              <a:pathLst>
                <a:path w="76025" h="61541">
                  <a:moveTo>
                    <a:pt x="0" y="0"/>
                  </a:moveTo>
                  <a:lnTo>
                    <a:pt x="76025" y="6154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4" name="Candidate_receptor__3023">
              <a:extLst>
                <a:ext uri="{FF2B5EF4-FFF2-40B4-BE49-F238E27FC236}">
                  <a16:creationId xmlns:a16="http://schemas.microsoft.com/office/drawing/2014/main" id="{640C7849-E5C8-78E9-282A-26A7FC094305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98022"/>
              <a:ext cx="35663" cy="1493"/>
            </a:xfrm>
            <a:custGeom>
              <a:avLst/>
              <a:gdLst/>
              <a:ahLst/>
              <a:cxnLst/>
              <a:rect l="0" t="0" r="0" b="0"/>
              <a:pathLst>
                <a:path w="35663" h="1493">
                  <a:moveTo>
                    <a:pt x="35663" y="0"/>
                  </a:moveTo>
                  <a:lnTo>
                    <a:pt x="0" y="1493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5" name="Candidate_receptor__3024">
              <a:extLst>
                <a:ext uri="{FF2B5EF4-FFF2-40B4-BE49-F238E27FC236}">
                  <a16:creationId xmlns:a16="http://schemas.microsoft.com/office/drawing/2014/main" id="{7C2D3916-A9F3-58B3-6E36-FB34A62DD51D}"/>
                </a:ext>
              </a:extLst>
            </p:cNvPr>
            <p:cNvSpPr>
              <a:spLocks noGrp="1"/>
            </p:cNvSpPr>
            <p:nvPr/>
          </p:nvSpPr>
          <p:spPr>
            <a:xfrm>
              <a:off x="4840334" y="2542315"/>
              <a:ext cx="102918" cy="46686"/>
            </a:xfrm>
            <a:custGeom>
              <a:avLst/>
              <a:gdLst/>
              <a:ahLst/>
              <a:cxnLst/>
              <a:rect l="0" t="0" r="0" b="0"/>
              <a:pathLst>
                <a:path w="102918" h="46686">
                  <a:moveTo>
                    <a:pt x="0" y="46686"/>
                  </a:moveTo>
                  <a:lnTo>
                    <a:pt x="10291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6" name="Candidate_receptor__3025">
              <a:extLst>
                <a:ext uri="{FF2B5EF4-FFF2-40B4-BE49-F238E27FC236}">
                  <a16:creationId xmlns:a16="http://schemas.microsoft.com/office/drawing/2014/main" id="{879B6484-1E7C-5F15-645A-45CF7A5CF327}"/>
                </a:ext>
              </a:extLst>
            </p:cNvPr>
            <p:cNvSpPr>
              <a:spLocks noGrp="1"/>
            </p:cNvSpPr>
            <p:nvPr/>
          </p:nvSpPr>
          <p:spPr>
            <a:xfrm>
              <a:off x="5026150" y="3378518"/>
              <a:ext cx="87235" cy="50246"/>
            </a:xfrm>
            <a:custGeom>
              <a:avLst/>
              <a:gdLst/>
              <a:ahLst/>
              <a:cxnLst/>
              <a:rect l="0" t="0" r="0" b="0"/>
              <a:pathLst>
                <a:path w="87235" h="50246">
                  <a:moveTo>
                    <a:pt x="0" y="0"/>
                  </a:moveTo>
                  <a:lnTo>
                    <a:pt x="87235" y="5024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7" name="Candidate_receptor__3026">
              <a:extLst>
                <a:ext uri="{FF2B5EF4-FFF2-40B4-BE49-F238E27FC236}">
                  <a16:creationId xmlns:a16="http://schemas.microsoft.com/office/drawing/2014/main" id="{4BB8246A-5C51-0813-5C13-00D36DBF58C6}"/>
                </a:ext>
              </a:extLst>
            </p:cNvPr>
            <p:cNvSpPr>
              <a:spLocks noGrp="1"/>
            </p:cNvSpPr>
            <p:nvPr/>
          </p:nvSpPr>
          <p:spPr>
            <a:xfrm>
              <a:off x="6508535" y="4316316"/>
              <a:ext cx="55770" cy="95228"/>
            </a:xfrm>
            <a:custGeom>
              <a:avLst/>
              <a:gdLst/>
              <a:ahLst/>
              <a:cxnLst/>
              <a:rect l="0" t="0" r="0" b="0"/>
              <a:pathLst>
                <a:path w="55770" h="95228">
                  <a:moveTo>
                    <a:pt x="0" y="95228"/>
                  </a:moveTo>
                  <a:lnTo>
                    <a:pt x="5577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8" name="Candidate_receptor__3027">
              <a:extLst>
                <a:ext uri="{FF2B5EF4-FFF2-40B4-BE49-F238E27FC236}">
                  <a16:creationId xmlns:a16="http://schemas.microsoft.com/office/drawing/2014/main" id="{180957CD-562E-AF05-3001-1DE9E9237DBF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4346"/>
              <a:ext cx="60508" cy="3468"/>
            </a:xfrm>
            <a:custGeom>
              <a:avLst/>
              <a:gdLst/>
              <a:ahLst/>
              <a:cxnLst/>
              <a:rect l="0" t="0" r="0" b="0"/>
              <a:pathLst>
                <a:path w="60508" h="3468">
                  <a:moveTo>
                    <a:pt x="0" y="3468"/>
                  </a:moveTo>
                  <a:lnTo>
                    <a:pt x="6050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9" name="Candidate_receptor__3028">
              <a:extLst>
                <a:ext uri="{FF2B5EF4-FFF2-40B4-BE49-F238E27FC236}">
                  <a16:creationId xmlns:a16="http://schemas.microsoft.com/office/drawing/2014/main" id="{E1D0E9B3-996F-E08D-C050-525B9E6A302B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33445" cy="11287"/>
            </a:xfrm>
            <a:custGeom>
              <a:avLst/>
              <a:gdLst/>
              <a:ahLst/>
              <a:cxnLst/>
              <a:rect l="0" t="0" r="0" b="0"/>
              <a:pathLst>
                <a:path w="33445" h="11287">
                  <a:moveTo>
                    <a:pt x="33445" y="11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30" name="Candidate_receptor__3029">
              <a:extLst>
                <a:ext uri="{FF2B5EF4-FFF2-40B4-BE49-F238E27FC236}">
                  <a16:creationId xmlns:a16="http://schemas.microsoft.com/office/drawing/2014/main" id="{6EFE7FC7-0A77-5447-4559-F9DD12A92AC8}"/>
                </a:ext>
              </a:extLst>
            </p:cNvPr>
            <p:cNvSpPr>
              <a:spLocks noGrp="1"/>
            </p:cNvSpPr>
            <p:nvPr/>
          </p:nvSpPr>
          <p:spPr>
            <a:xfrm>
              <a:off x="5303241" y="3194540"/>
              <a:ext cx="87205" cy="76996"/>
            </a:xfrm>
            <a:custGeom>
              <a:avLst/>
              <a:gdLst/>
              <a:ahLst/>
              <a:cxnLst/>
              <a:rect l="0" t="0" r="0" b="0"/>
              <a:pathLst>
                <a:path w="87205" h="76996">
                  <a:moveTo>
                    <a:pt x="87205" y="76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1" name="Candidate_receptor__3030">
              <a:extLst>
                <a:ext uri="{FF2B5EF4-FFF2-40B4-BE49-F238E27FC236}">
                  <a16:creationId xmlns:a16="http://schemas.microsoft.com/office/drawing/2014/main" id="{A4EDCCCF-4A6E-899A-D08E-0B10E564728A}"/>
                </a:ext>
              </a:extLst>
            </p:cNvPr>
            <p:cNvSpPr>
              <a:spLocks noGrp="1"/>
            </p:cNvSpPr>
            <p:nvPr/>
          </p:nvSpPr>
          <p:spPr>
            <a:xfrm>
              <a:off x="4377065" y="3402602"/>
              <a:ext cx="80406" cy="75159"/>
            </a:xfrm>
            <a:custGeom>
              <a:avLst/>
              <a:gdLst/>
              <a:ahLst/>
              <a:cxnLst/>
              <a:rect l="0" t="0" r="0" b="0"/>
              <a:pathLst>
                <a:path w="80406" h="75159">
                  <a:moveTo>
                    <a:pt x="80406" y="0"/>
                  </a:moveTo>
                  <a:lnTo>
                    <a:pt x="0" y="7515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2" name="Candidate_receptor__3031">
              <a:extLst>
                <a:ext uri="{FF2B5EF4-FFF2-40B4-BE49-F238E27FC236}">
                  <a16:creationId xmlns:a16="http://schemas.microsoft.com/office/drawing/2014/main" id="{71ACA63E-980E-BCA6-7D61-CF6120C46206}"/>
                </a:ext>
              </a:extLst>
            </p:cNvPr>
            <p:cNvSpPr>
              <a:spLocks noGrp="1"/>
            </p:cNvSpPr>
            <p:nvPr/>
          </p:nvSpPr>
          <p:spPr>
            <a:xfrm>
              <a:off x="5834623" y="3374479"/>
              <a:ext cx="69318" cy="3968"/>
            </a:xfrm>
            <a:custGeom>
              <a:avLst/>
              <a:gdLst/>
              <a:ahLst/>
              <a:cxnLst/>
              <a:rect l="0" t="0" r="0" b="0"/>
              <a:pathLst>
                <a:path w="69318" h="3968">
                  <a:moveTo>
                    <a:pt x="0" y="0"/>
                  </a:moveTo>
                  <a:lnTo>
                    <a:pt x="69318" y="3968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3" name="Candidate_receptor__3032">
              <a:extLst>
                <a:ext uri="{FF2B5EF4-FFF2-40B4-BE49-F238E27FC236}">
                  <a16:creationId xmlns:a16="http://schemas.microsoft.com/office/drawing/2014/main" id="{2CB48653-6715-D0F8-E4A4-339A0723A182}"/>
                </a:ext>
              </a:extLst>
            </p:cNvPr>
            <p:cNvSpPr>
              <a:spLocks noGrp="1"/>
            </p:cNvSpPr>
            <p:nvPr/>
          </p:nvSpPr>
          <p:spPr>
            <a:xfrm>
              <a:off x="4969421" y="4380807"/>
              <a:ext cx="37806" cy="92174"/>
            </a:xfrm>
            <a:custGeom>
              <a:avLst/>
              <a:gdLst/>
              <a:ahLst/>
              <a:cxnLst/>
              <a:rect l="0" t="0" r="0" b="0"/>
              <a:pathLst>
                <a:path w="37806" h="92174">
                  <a:moveTo>
                    <a:pt x="0" y="92174"/>
                  </a:moveTo>
                  <a:lnTo>
                    <a:pt x="3780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4" name="Candidate_receptor__3033">
              <a:extLst>
                <a:ext uri="{FF2B5EF4-FFF2-40B4-BE49-F238E27FC236}">
                  <a16:creationId xmlns:a16="http://schemas.microsoft.com/office/drawing/2014/main" id="{0F36F060-0A18-2CA8-D213-A4472B0DB46B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32576"/>
              <a:ext cx="71795" cy="52051"/>
            </a:xfrm>
            <a:custGeom>
              <a:avLst/>
              <a:gdLst/>
              <a:ahLst/>
              <a:cxnLst/>
              <a:rect l="0" t="0" r="0" b="0"/>
              <a:pathLst>
                <a:path w="71795" h="52051">
                  <a:moveTo>
                    <a:pt x="0" y="52051"/>
                  </a:moveTo>
                  <a:lnTo>
                    <a:pt x="7179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5" name="Candidate_receptor__3034">
              <a:extLst>
                <a:ext uri="{FF2B5EF4-FFF2-40B4-BE49-F238E27FC236}">
                  <a16:creationId xmlns:a16="http://schemas.microsoft.com/office/drawing/2014/main" id="{F4EBA510-D41B-1D53-57B5-DD2B28C3564F}"/>
                </a:ext>
              </a:extLst>
            </p:cNvPr>
            <p:cNvSpPr>
              <a:spLocks noGrp="1"/>
            </p:cNvSpPr>
            <p:nvPr/>
          </p:nvSpPr>
          <p:spPr>
            <a:xfrm>
              <a:off x="5927376" y="4390751"/>
              <a:ext cx="101266" cy="11437"/>
            </a:xfrm>
            <a:custGeom>
              <a:avLst/>
              <a:gdLst/>
              <a:ahLst/>
              <a:cxnLst/>
              <a:rect l="0" t="0" r="0" b="0"/>
              <a:pathLst>
                <a:path w="101266" h="11437">
                  <a:moveTo>
                    <a:pt x="0" y="11437"/>
                  </a:moveTo>
                  <a:lnTo>
                    <a:pt x="10126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6" name="Candidate_receptor__3035">
              <a:extLst>
                <a:ext uri="{FF2B5EF4-FFF2-40B4-BE49-F238E27FC236}">
                  <a16:creationId xmlns:a16="http://schemas.microsoft.com/office/drawing/2014/main" id="{37655017-B2FB-D364-5E39-EC19A3BC732F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53447"/>
              <a:ext cx="16204" cy="28015"/>
            </a:xfrm>
            <a:custGeom>
              <a:avLst/>
              <a:gdLst/>
              <a:ahLst/>
              <a:cxnLst/>
              <a:rect l="0" t="0" r="0" b="0"/>
              <a:pathLst>
                <a:path w="16204" h="28015">
                  <a:moveTo>
                    <a:pt x="16204" y="28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37" name="Candidate_receptor__3036">
              <a:extLst>
                <a:ext uri="{FF2B5EF4-FFF2-40B4-BE49-F238E27FC236}">
                  <a16:creationId xmlns:a16="http://schemas.microsoft.com/office/drawing/2014/main" id="{ADFD8DEE-44C1-9E4A-4095-309B171E7249}"/>
                </a:ext>
              </a:extLst>
            </p:cNvPr>
            <p:cNvSpPr>
              <a:spLocks noGrp="1"/>
            </p:cNvSpPr>
            <p:nvPr/>
          </p:nvSpPr>
          <p:spPr>
            <a:xfrm>
              <a:off x="5330078" y="3271536"/>
              <a:ext cx="60368" cy="97788"/>
            </a:xfrm>
            <a:custGeom>
              <a:avLst/>
              <a:gdLst/>
              <a:ahLst/>
              <a:cxnLst/>
              <a:rect l="0" t="0" r="0" b="0"/>
              <a:pathLst>
                <a:path w="60368" h="97788">
                  <a:moveTo>
                    <a:pt x="0" y="97788"/>
                  </a:moveTo>
                  <a:lnTo>
                    <a:pt x="6036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8" name="Candidate_receptor__3037">
              <a:extLst>
                <a:ext uri="{FF2B5EF4-FFF2-40B4-BE49-F238E27FC236}">
                  <a16:creationId xmlns:a16="http://schemas.microsoft.com/office/drawing/2014/main" id="{49F2FB98-5421-6DE7-976C-DD2F0E8C0C14}"/>
                </a:ext>
              </a:extLst>
            </p:cNvPr>
            <p:cNvSpPr>
              <a:spLocks noGrp="1"/>
            </p:cNvSpPr>
            <p:nvPr/>
          </p:nvSpPr>
          <p:spPr>
            <a:xfrm>
              <a:off x="4874423" y="4804211"/>
              <a:ext cx="56032" cy="69089"/>
            </a:xfrm>
            <a:custGeom>
              <a:avLst/>
              <a:gdLst/>
              <a:ahLst/>
              <a:cxnLst/>
              <a:rect l="0" t="0" r="0" b="0"/>
              <a:pathLst>
                <a:path w="56032" h="69089">
                  <a:moveTo>
                    <a:pt x="56032" y="0"/>
                  </a:moveTo>
                  <a:lnTo>
                    <a:pt x="0" y="6908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9" name="Candidate_receptor__3038">
              <a:extLst>
                <a:ext uri="{FF2B5EF4-FFF2-40B4-BE49-F238E27FC236}">
                  <a16:creationId xmlns:a16="http://schemas.microsoft.com/office/drawing/2014/main" id="{E605D65A-2E20-8E6C-4806-5076F7CBA2F8}"/>
                </a:ext>
              </a:extLst>
            </p:cNvPr>
            <p:cNvSpPr>
              <a:spLocks noGrp="1"/>
            </p:cNvSpPr>
            <p:nvPr/>
          </p:nvSpPr>
          <p:spPr>
            <a:xfrm>
              <a:off x="4934884" y="4304750"/>
              <a:ext cx="72343" cy="76057"/>
            </a:xfrm>
            <a:custGeom>
              <a:avLst/>
              <a:gdLst/>
              <a:ahLst/>
              <a:cxnLst/>
              <a:rect l="0" t="0" r="0" b="0"/>
              <a:pathLst>
                <a:path w="72343" h="76057">
                  <a:moveTo>
                    <a:pt x="72343" y="760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0" name="Candidate_receptor__3039">
              <a:extLst>
                <a:ext uri="{FF2B5EF4-FFF2-40B4-BE49-F238E27FC236}">
                  <a16:creationId xmlns:a16="http://schemas.microsoft.com/office/drawing/2014/main" id="{3306AE54-E9A5-C23C-61D8-E42213EC2CCD}"/>
                </a:ext>
              </a:extLst>
            </p:cNvPr>
            <p:cNvSpPr>
              <a:spLocks noGrp="1"/>
            </p:cNvSpPr>
            <p:nvPr/>
          </p:nvSpPr>
          <p:spPr>
            <a:xfrm>
              <a:off x="5226533" y="2464207"/>
              <a:ext cx="56386" cy="43930"/>
            </a:xfrm>
            <a:custGeom>
              <a:avLst/>
              <a:gdLst/>
              <a:ahLst/>
              <a:cxnLst/>
              <a:rect l="0" t="0" r="0" b="0"/>
              <a:pathLst>
                <a:path w="56386" h="43930">
                  <a:moveTo>
                    <a:pt x="0" y="0"/>
                  </a:moveTo>
                  <a:lnTo>
                    <a:pt x="56386" y="4393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1" name="Candidate_receptor__3040">
              <a:extLst>
                <a:ext uri="{FF2B5EF4-FFF2-40B4-BE49-F238E27FC236}">
                  <a16:creationId xmlns:a16="http://schemas.microsoft.com/office/drawing/2014/main" id="{EE421BC7-DCC6-3772-6FFA-1E0AF6D6E2E1}"/>
                </a:ext>
              </a:extLst>
            </p:cNvPr>
            <p:cNvSpPr>
              <a:spLocks noGrp="1"/>
            </p:cNvSpPr>
            <p:nvPr/>
          </p:nvSpPr>
          <p:spPr>
            <a:xfrm>
              <a:off x="5854856" y="2077175"/>
              <a:ext cx="1098" cy="67052"/>
            </a:xfrm>
            <a:custGeom>
              <a:avLst/>
              <a:gdLst/>
              <a:ahLst/>
              <a:cxnLst/>
              <a:rect l="0" t="0" r="0" b="0"/>
              <a:pathLst>
                <a:path w="1098" h="67052">
                  <a:moveTo>
                    <a:pt x="0" y="67052"/>
                  </a:moveTo>
                  <a:lnTo>
                    <a:pt x="109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2" name="Candidate_receptor__3041">
              <a:extLst>
                <a:ext uri="{FF2B5EF4-FFF2-40B4-BE49-F238E27FC236}">
                  <a16:creationId xmlns:a16="http://schemas.microsoft.com/office/drawing/2014/main" id="{D06998D3-D477-A6F1-9BEB-4B7AD9054162}"/>
                </a:ext>
              </a:extLst>
            </p:cNvPr>
            <p:cNvSpPr>
              <a:spLocks noGrp="1"/>
            </p:cNvSpPr>
            <p:nvPr/>
          </p:nvSpPr>
          <p:spPr>
            <a:xfrm>
              <a:off x="5458960" y="1531829"/>
              <a:ext cx="7863" cy="100747"/>
            </a:xfrm>
            <a:custGeom>
              <a:avLst/>
              <a:gdLst/>
              <a:ahLst/>
              <a:cxnLst/>
              <a:rect l="0" t="0" r="0" b="0"/>
              <a:pathLst>
                <a:path w="7863" h="100747">
                  <a:moveTo>
                    <a:pt x="7863" y="100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3" name="Candidate_receptor__3042">
              <a:extLst>
                <a:ext uri="{FF2B5EF4-FFF2-40B4-BE49-F238E27FC236}">
                  <a16:creationId xmlns:a16="http://schemas.microsoft.com/office/drawing/2014/main" id="{8E5239CF-E081-350D-433C-50E821F73FCA}"/>
                </a:ext>
              </a:extLst>
            </p:cNvPr>
            <p:cNvSpPr>
              <a:spLocks noGrp="1"/>
            </p:cNvSpPr>
            <p:nvPr/>
          </p:nvSpPr>
          <p:spPr>
            <a:xfrm>
              <a:off x="6162461" y="3647867"/>
              <a:ext cx="76269" cy="72366"/>
            </a:xfrm>
            <a:custGeom>
              <a:avLst/>
              <a:gdLst/>
              <a:ahLst/>
              <a:cxnLst/>
              <a:rect l="0" t="0" r="0" b="0"/>
              <a:pathLst>
                <a:path w="76269" h="72366">
                  <a:moveTo>
                    <a:pt x="0" y="0"/>
                  </a:moveTo>
                  <a:lnTo>
                    <a:pt x="76269" y="7236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4" name="Candidate_receptor__3043">
              <a:extLst>
                <a:ext uri="{FF2B5EF4-FFF2-40B4-BE49-F238E27FC236}">
                  <a16:creationId xmlns:a16="http://schemas.microsoft.com/office/drawing/2014/main" id="{8DD8679C-1F03-3E96-9E2A-49FB27A825DB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3344" cy="37003"/>
            </a:xfrm>
            <a:custGeom>
              <a:avLst/>
              <a:gdLst/>
              <a:ahLst/>
              <a:cxnLst/>
              <a:rect l="0" t="0" r="0" b="0"/>
              <a:pathLst>
                <a:path w="13344" h="37003">
                  <a:moveTo>
                    <a:pt x="0" y="0"/>
                  </a:moveTo>
                  <a:lnTo>
                    <a:pt x="13344" y="37003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45" name="Candidate_receptor__3044">
              <a:extLst>
                <a:ext uri="{FF2B5EF4-FFF2-40B4-BE49-F238E27FC236}">
                  <a16:creationId xmlns:a16="http://schemas.microsoft.com/office/drawing/2014/main" id="{1F61DDC2-BA81-C154-7064-FBF8E4B9BB75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755278"/>
              <a:ext cx="70385" cy="84337"/>
            </a:xfrm>
            <a:custGeom>
              <a:avLst/>
              <a:gdLst/>
              <a:ahLst/>
              <a:cxnLst/>
              <a:rect l="0" t="0" r="0" b="0"/>
              <a:pathLst>
                <a:path w="70385" h="84337">
                  <a:moveTo>
                    <a:pt x="0" y="84337"/>
                  </a:moveTo>
                  <a:lnTo>
                    <a:pt x="7038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6" name="Candidate_receptor__3045">
              <a:extLst>
                <a:ext uri="{FF2B5EF4-FFF2-40B4-BE49-F238E27FC236}">
                  <a16:creationId xmlns:a16="http://schemas.microsoft.com/office/drawing/2014/main" id="{BEDAD155-B364-5D35-4924-1071E69E2DC2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758316"/>
              <a:ext cx="23871" cy="81771"/>
            </a:xfrm>
            <a:custGeom>
              <a:avLst/>
              <a:gdLst/>
              <a:ahLst/>
              <a:cxnLst/>
              <a:rect l="0" t="0" r="0" b="0"/>
              <a:pathLst>
                <a:path w="23871" h="81771">
                  <a:moveTo>
                    <a:pt x="0" y="0"/>
                  </a:moveTo>
                  <a:lnTo>
                    <a:pt x="23871" y="8177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47" name="Candidate_receptor__3046">
              <a:extLst>
                <a:ext uri="{FF2B5EF4-FFF2-40B4-BE49-F238E27FC236}">
                  <a16:creationId xmlns:a16="http://schemas.microsoft.com/office/drawing/2014/main" id="{2264765F-0491-C16B-D150-88004BCF72F0}"/>
                </a:ext>
              </a:extLst>
            </p:cNvPr>
            <p:cNvSpPr>
              <a:spLocks noGrp="1"/>
            </p:cNvSpPr>
            <p:nvPr/>
          </p:nvSpPr>
          <p:spPr>
            <a:xfrm>
              <a:off x="5056435" y="2285784"/>
              <a:ext cx="15913" cy="73658"/>
            </a:xfrm>
            <a:custGeom>
              <a:avLst/>
              <a:gdLst/>
              <a:ahLst/>
              <a:cxnLst/>
              <a:rect l="0" t="0" r="0" b="0"/>
              <a:pathLst>
                <a:path w="15913" h="73658">
                  <a:moveTo>
                    <a:pt x="0" y="73658"/>
                  </a:moveTo>
                  <a:lnTo>
                    <a:pt x="159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48" name="Candidate_receptor__3047">
              <a:extLst>
                <a:ext uri="{FF2B5EF4-FFF2-40B4-BE49-F238E27FC236}">
                  <a16:creationId xmlns:a16="http://schemas.microsoft.com/office/drawing/2014/main" id="{1163F0BF-AF1A-35B1-6D5B-B6571222F591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87554"/>
              <a:ext cx="107898" cy="40798"/>
            </a:xfrm>
            <a:custGeom>
              <a:avLst/>
              <a:gdLst/>
              <a:ahLst/>
              <a:cxnLst/>
              <a:rect l="0" t="0" r="0" b="0"/>
              <a:pathLst>
                <a:path w="107898" h="40798">
                  <a:moveTo>
                    <a:pt x="0" y="0"/>
                  </a:moveTo>
                  <a:lnTo>
                    <a:pt x="107898" y="4079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49" name="Candidate_receptor__3048">
              <a:extLst>
                <a:ext uri="{FF2B5EF4-FFF2-40B4-BE49-F238E27FC236}">
                  <a16:creationId xmlns:a16="http://schemas.microsoft.com/office/drawing/2014/main" id="{D03328B4-9CCC-3808-4339-8A1294F18059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751730"/>
              <a:ext cx="95018" cy="19954"/>
            </a:xfrm>
            <a:custGeom>
              <a:avLst/>
              <a:gdLst/>
              <a:ahLst/>
              <a:cxnLst/>
              <a:rect l="0" t="0" r="0" b="0"/>
              <a:pathLst>
                <a:path w="95018" h="19954">
                  <a:moveTo>
                    <a:pt x="95018" y="19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0" name="Candidate_receptor__3049">
              <a:extLst>
                <a:ext uri="{FF2B5EF4-FFF2-40B4-BE49-F238E27FC236}">
                  <a16:creationId xmlns:a16="http://schemas.microsoft.com/office/drawing/2014/main" id="{CBA5D115-90A6-C627-A9CF-C685F7DB8FD1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93177" cy="8963"/>
            </a:xfrm>
            <a:custGeom>
              <a:avLst/>
              <a:gdLst/>
              <a:ahLst/>
              <a:cxnLst/>
              <a:rect l="0" t="0" r="0" b="0"/>
              <a:pathLst>
                <a:path w="93177" h="8963">
                  <a:moveTo>
                    <a:pt x="0" y="0"/>
                  </a:moveTo>
                  <a:lnTo>
                    <a:pt x="93177" y="89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1" name="Candidate_receptor__3050">
              <a:extLst>
                <a:ext uri="{FF2B5EF4-FFF2-40B4-BE49-F238E27FC236}">
                  <a16:creationId xmlns:a16="http://schemas.microsoft.com/office/drawing/2014/main" id="{95B111D8-C607-1EBE-AD5B-E13C46D35897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96355"/>
              <a:ext cx="25947" cy="37857"/>
            </a:xfrm>
            <a:custGeom>
              <a:avLst/>
              <a:gdLst/>
              <a:ahLst/>
              <a:cxnLst/>
              <a:rect l="0" t="0" r="0" b="0"/>
              <a:pathLst>
                <a:path w="25947" h="37857">
                  <a:moveTo>
                    <a:pt x="25947" y="0"/>
                  </a:moveTo>
                  <a:lnTo>
                    <a:pt x="0" y="378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2" name="Candidate_receptor__3051">
              <a:extLst>
                <a:ext uri="{FF2B5EF4-FFF2-40B4-BE49-F238E27FC236}">
                  <a16:creationId xmlns:a16="http://schemas.microsoft.com/office/drawing/2014/main" id="{45BB8E29-33D4-0C24-8D84-BC9B05D6193C}"/>
                </a:ext>
              </a:extLst>
            </p:cNvPr>
            <p:cNvSpPr>
              <a:spLocks noGrp="1"/>
            </p:cNvSpPr>
            <p:nvPr/>
          </p:nvSpPr>
          <p:spPr>
            <a:xfrm>
              <a:off x="6389733" y="4135537"/>
              <a:ext cx="107544" cy="22830"/>
            </a:xfrm>
            <a:custGeom>
              <a:avLst/>
              <a:gdLst/>
              <a:ahLst/>
              <a:cxnLst/>
              <a:rect l="0" t="0" r="0" b="0"/>
              <a:pathLst>
                <a:path w="107544" h="22830">
                  <a:moveTo>
                    <a:pt x="107544" y="228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3" name="Candidate_receptor__3052">
              <a:extLst>
                <a:ext uri="{FF2B5EF4-FFF2-40B4-BE49-F238E27FC236}">
                  <a16:creationId xmlns:a16="http://schemas.microsoft.com/office/drawing/2014/main" id="{BACE5E98-0E68-C167-2C00-E52641F2258F}"/>
                </a:ext>
              </a:extLst>
            </p:cNvPr>
            <p:cNvSpPr>
              <a:spLocks noGrp="1"/>
            </p:cNvSpPr>
            <p:nvPr/>
          </p:nvSpPr>
          <p:spPr>
            <a:xfrm>
              <a:off x="6095337" y="2934248"/>
              <a:ext cx="7331" cy="81117"/>
            </a:xfrm>
            <a:custGeom>
              <a:avLst/>
              <a:gdLst/>
              <a:ahLst/>
              <a:cxnLst/>
              <a:rect l="0" t="0" r="0" b="0"/>
              <a:pathLst>
                <a:path w="7331" h="81117">
                  <a:moveTo>
                    <a:pt x="0" y="81117"/>
                  </a:moveTo>
                  <a:lnTo>
                    <a:pt x="733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54" name="Candidate_receptor__3053">
              <a:extLst>
                <a:ext uri="{FF2B5EF4-FFF2-40B4-BE49-F238E27FC236}">
                  <a16:creationId xmlns:a16="http://schemas.microsoft.com/office/drawing/2014/main" id="{E7E92945-5A62-5B35-D404-E5D819667CF9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402187"/>
              <a:ext cx="50451" cy="27556"/>
            </a:xfrm>
            <a:custGeom>
              <a:avLst/>
              <a:gdLst/>
              <a:ahLst/>
              <a:cxnLst/>
              <a:rect l="0" t="0" r="0" b="0"/>
              <a:pathLst>
                <a:path w="50451" h="27556">
                  <a:moveTo>
                    <a:pt x="0" y="27556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5" name="Candidate_receptor__3054">
              <a:extLst>
                <a:ext uri="{FF2B5EF4-FFF2-40B4-BE49-F238E27FC236}">
                  <a16:creationId xmlns:a16="http://schemas.microsoft.com/office/drawing/2014/main" id="{3905280E-58F0-74B8-FE4D-15A0AFF9DE9F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144226"/>
              <a:ext cx="42202" cy="86863"/>
            </a:xfrm>
            <a:custGeom>
              <a:avLst/>
              <a:gdLst/>
              <a:ahLst/>
              <a:cxnLst/>
              <a:rect l="0" t="0" r="0" b="0"/>
              <a:pathLst>
                <a:path w="42202" h="86863">
                  <a:moveTo>
                    <a:pt x="0" y="86863"/>
                  </a:moveTo>
                  <a:lnTo>
                    <a:pt x="4220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6" name="Candidate_receptor__3055">
              <a:extLst>
                <a:ext uri="{FF2B5EF4-FFF2-40B4-BE49-F238E27FC236}">
                  <a16:creationId xmlns:a16="http://schemas.microsoft.com/office/drawing/2014/main" id="{7CD4E904-83A7-B6E6-0D7A-E5EAF7DE566A}"/>
                </a:ext>
              </a:extLst>
            </p:cNvPr>
            <p:cNvSpPr>
              <a:spLocks noGrp="1"/>
            </p:cNvSpPr>
            <p:nvPr/>
          </p:nvSpPr>
          <p:spPr>
            <a:xfrm>
              <a:off x="4542033" y="3970967"/>
              <a:ext cx="41724" cy="96572"/>
            </a:xfrm>
            <a:custGeom>
              <a:avLst/>
              <a:gdLst/>
              <a:ahLst/>
              <a:cxnLst/>
              <a:rect l="0" t="0" r="0" b="0"/>
              <a:pathLst>
                <a:path w="41724" h="96572">
                  <a:moveTo>
                    <a:pt x="0" y="96572"/>
                  </a:moveTo>
                  <a:lnTo>
                    <a:pt x="41724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57" name="Candidate_receptor__3056">
              <a:extLst>
                <a:ext uri="{FF2B5EF4-FFF2-40B4-BE49-F238E27FC236}">
                  <a16:creationId xmlns:a16="http://schemas.microsoft.com/office/drawing/2014/main" id="{11EAFAA4-E489-BFBD-57F1-150F114BC3CD}"/>
                </a:ext>
              </a:extLst>
            </p:cNvPr>
            <p:cNvSpPr>
              <a:spLocks noGrp="1"/>
            </p:cNvSpPr>
            <p:nvPr/>
          </p:nvSpPr>
          <p:spPr>
            <a:xfrm>
              <a:off x="4807847" y="2589001"/>
              <a:ext cx="32487" cy="69366"/>
            </a:xfrm>
            <a:custGeom>
              <a:avLst/>
              <a:gdLst/>
              <a:ahLst/>
              <a:cxnLst/>
              <a:rect l="0" t="0" r="0" b="0"/>
              <a:pathLst>
                <a:path w="32487" h="69366">
                  <a:moveTo>
                    <a:pt x="0" y="69366"/>
                  </a:moveTo>
                  <a:lnTo>
                    <a:pt x="3248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8" name="Candidate_receptor__3057">
              <a:extLst>
                <a:ext uri="{FF2B5EF4-FFF2-40B4-BE49-F238E27FC236}">
                  <a16:creationId xmlns:a16="http://schemas.microsoft.com/office/drawing/2014/main" id="{8D22EAC9-8566-517C-DD24-A2F47E416A2D}"/>
                </a:ext>
              </a:extLst>
            </p:cNvPr>
            <p:cNvSpPr>
              <a:spLocks noGrp="1"/>
            </p:cNvSpPr>
            <p:nvPr/>
          </p:nvSpPr>
          <p:spPr>
            <a:xfrm>
              <a:off x="5028001" y="3922009"/>
              <a:ext cx="39401" cy="105254"/>
            </a:xfrm>
            <a:custGeom>
              <a:avLst/>
              <a:gdLst/>
              <a:ahLst/>
              <a:cxnLst/>
              <a:rect l="0" t="0" r="0" b="0"/>
              <a:pathLst>
                <a:path w="39401" h="105254">
                  <a:moveTo>
                    <a:pt x="0" y="105254"/>
                  </a:moveTo>
                  <a:lnTo>
                    <a:pt x="3940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9" name="Candidate_receptor__3058">
              <a:extLst>
                <a:ext uri="{FF2B5EF4-FFF2-40B4-BE49-F238E27FC236}">
                  <a16:creationId xmlns:a16="http://schemas.microsoft.com/office/drawing/2014/main" id="{93084533-8DCC-1C70-27A0-97C3BF63A7EB}"/>
                </a:ext>
              </a:extLst>
            </p:cNvPr>
            <p:cNvSpPr>
              <a:spLocks noGrp="1"/>
            </p:cNvSpPr>
            <p:nvPr/>
          </p:nvSpPr>
          <p:spPr>
            <a:xfrm>
              <a:off x="5871405" y="3237844"/>
              <a:ext cx="76209" cy="4723"/>
            </a:xfrm>
            <a:custGeom>
              <a:avLst/>
              <a:gdLst/>
              <a:ahLst/>
              <a:cxnLst/>
              <a:rect l="0" t="0" r="0" b="0"/>
              <a:pathLst>
                <a:path w="76209" h="4723">
                  <a:moveTo>
                    <a:pt x="0" y="0"/>
                  </a:moveTo>
                  <a:lnTo>
                    <a:pt x="76209" y="472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0" name="Candidate_receptor__3059">
              <a:extLst>
                <a:ext uri="{FF2B5EF4-FFF2-40B4-BE49-F238E27FC236}">
                  <a16:creationId xmlns:a16="http://schemas.microsoft.com/office/drawing/2014/main" id="{76DBFC21-11DC-11BF-3235-F9A64AD9E1B2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04555"/>
              <a:ext cx="70764" cy="81566"/>
            </a:xfrm>
            <a:custGeom>
              <a:avLst/>
              <a:gdLst/>
              <a:ahLst/>
              <a:cxnLst/>
              <a:rect l="0" t="0" r="0" b="0"/>
              <a:pathLst>
                <a:path w="70764" h="81566">
                  <a:moveTo>
                    <a:pt x="70764" y="0"/>
                  </a:moveTo>
                  <a:lnTo>
                    <a:pt x="0" y="815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1" name="Candidate_receptor__3060">
              <a:extLst>
                <a:ext uri="{FF2B5EF4-FFF2-40B4-BE49-F238E27FC236}">
                  <a16:creationId xmlns:a16="http://schemas.microsoft.com/office/drawing/2014/main" id="{ABE0E8F9-6479-E8A5-B3F1-9A65E2C5F0F8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418823"/>
              <a:ext cx="80577" cy="81205"/>
            </a:xfrm>
            <a:custGeom>
              <a:avLst/>
              <a:gdLst/>
              <a:ahLst/>
              <a:cxnLst/>
              <a:rect l="0" t="0" r="0" b="0"/>
              <a:pathLst>
                <a:path w="80577" h="81205">
                  <a:moveTo>
                    <a:pt x="80577" y="0"/>
                  </a:moveTo>
                  <a:lnTo>
                    <a:pt x="0" y="8120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2" name="Candidate_receptor__3061">
              <a:extLst>
                <a:ext uri="{FF2B5EF4-FFF2-40B4-BE49-F238E27FC236}">
                  <a16:creationId xmlns:a16="http://schemas.microsoft.com/office/drawing/2014/main" id="{2EE93E83-BD94-5637-9634-E87A9E589B71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50879"/>
              <a:ext cx="57840" cy="31402"/>
            </a:xfrm>
            <a:custGeom>
              <a:avLst/>
              <a:gdLst/>
              <a:ahLst/>
              <a:cxnLst/>
              <a:rect l="0" t="0" r="0" b="0"/>
              <a:pathLst>
                <a:path w="57840" h="31402">
                  <a:moveTo>
                    <a:pt x="57840" y="314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3" name="Candidate_receptor__3062">
              <a:extLst>
                <a:ext uri="{FF2B5EF4-FFF2-40B4-BE49-F238E27FC236}">
                  <a16:creationId xmlns:a16="http://schemas.microsoft.com/office/drawing/2014/main" id="{E32362DF-9B50-0F39-0992-D6A20F0A54A3}"/>
                </a:ext>
              </a:extLst>
            </p:cNvPr>
            <p:cNvSpPr>
              <a:spLocks noGrp="1"/>
            </p:cNvSpPr>
            <p:nvPr/>
          </p:nvSpPr>
          <p:spPr>
            <a:xfrm>
              <a:off x="4785361" y="2166187"/>
              <a:ext cx="109776" cy="9628"/>
            </a:xfrm>
            <a:custGeom>
              <a:avLst/>
              <a:gdLst/>
              <a:ahLst/>
              <a:cxnLst/>
              <a:rect l="0" t="0" r="0" b="0"/>
              <a:pathLst>
                <a:path w="109776" h="9628">
                  <a:moveTo>
                    <a:pt x="109776" y="96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4" name="Candidate_receptor__3063">
              <a:extLst>
                <a:ext uri="{FF2B5EF4-FFF2-40B4-BE49-F238E27FC236}">
                  <a16:creationId xmlns:a16="http://schemas.microsoft.com/office/drawing/2014/main" id="{0294A55B-97A4-0AC7-1E55-BD6F729AFCE1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524739"/>
              <a:ext cx="55542" cy="99967"/>
            </a:xfrm>
            <a:custGeom>
              <a:avLst/>
              <a:gdLst/>
              <a:ahLst/>
              <a:cxnLst/>
              <a:rect l="0" t="0" r="0" b="0"/>
              <a:pathLst>
                <a:path w="55542" h="99967">
                  <a:moveTo>
                    <a:pt x="0" y="0"/>
                  </a:moveTo>
                  <a:lnTo>
                    <a:pt x="55542" y="9996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5" name="Candidate_receptor__3064">
              <a:extLst>
                <a:ext uri="{FF2B5EF4-FFF2-40B4-BE49-F238E27FC236}">
                  <a16:creationId xmlns:a16="http://schemas.microsoft.com/office/drawing/2014/main" id="{67EA7689-E98C-DCE5-81A0-DD1DB1F6049D}"/>
                </a:ext>
              </a:extLst>
            </p:cNvPr>
            <p:cNvSpPr>
              <a:spLocks noGrp="1"/>
            </p:cNvSpPr>
            <p:nvPr/>
          </p:nvSpPr>
          <p:spPr>
            <a:xfrm>
              <a:off x="4589631" y="3244104"/>
              <a:ext cx="113326" cy="21312"/>
            </a:xfrm>
            <a:custGeom>
              <a:avLst/>
              <a:gdLst/>
              <a:ahLst/>
              <a:cxnLst/>
              <a:rect l="0" t="0" r="0" b="0"/>
              <a:pathLst>
                <a:path w="113326" h="21312">
                  <a:moveTo>
                    <a:pt x="113326" y="0"/>
                  </a:moveTo>
                  <a:lnTo>
                    <a:pt x="0" y="2131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6" name="Candidate_receptor__3065">
              <a:extLst>
                <a:ext uri="{FF2B5EF4-FFF2-40B4-BE49-F238E27FC236}">
                  <a16:creationId xmlns:a16="http://schemas.microsoft.com/office/drawing/2014/main" id="{1E548D33-7949-68D7-1CB8-4F9507C63175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209246"/>
              <a:ext cx="41653" cy="24990"/>
            </a:xfrm>
            <a:custGeom>
              <a:avLst/>
              <a:gdLst/>
              <a:ahLst/>
              <a:cxnLst/>
              <a:rect l="0" t="0" r="0" b="0"/>
              <a:pathLst>
                <a:path w="41653" h="24990">
                  <a:moveTo>
                    <a:pt x="41653" y="0"/>
                  </a:moveTo>
                  <a:lnTo>
                    <a:pt x="0" y="2499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7" name="Candidate_receptor__3066">
              <a:extLst>
                <a:ext uri="{FF2B5EF4-FFF2-40B4-BE49-F238E27FC236}">
                  <a16:creationId xmlns:a16="http://schemas.microsoft.com/office/drawing/2014/main" id="{1C8110D8-52E6-0447-8E0A-FD748FBC7333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71539"/>
              <a:ext cx="105903" cy="43292"/>
            </a:xfrm>
            <a:custGeom>
              <a:avLst/>
              <a:gdLst/>
              <a:ahLst/>
              <a:cxnLst/>
              <a:rect l="0" t="0" r="0" b="0"/>
              <a:pathLst>
                <a:path w="105903" h="43292">
                  <a:moveTo>
                    <a:pt x="0" y="43292"/>
                  </a:moveTo>
                  <a:lnTo>
                    <a:pt x="10590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8" name="Candidate_receptor__3067">
              <a:extLst>
                <a:ext uri="{FF2B5EF4-FFF2-40B4-BE49-F238E27FC236}">
                  <a16:creationId xmlns:a16="http://schemas.microsoft.com/office/drawing/2014/main" id="{C189E7B2-A24A-4EF6-AEDC-DCCAE0AC220E}"/>
                </a:ext>
              </a:extLst>
            </p:cNvPr>
            <p:cNvSpPr>
              <a:spLocks noGrp="1"/>
            </p:cNvSpPr>
            <p:nvPr/>
          </p:nvSpPr>
          <p:spPr>
            <a:xfrm>
              <a:off x="5578551" y="2122401"/>
              <a:ext cx="55314" cy="101483"/>
            </a:xfrm>
            <a:custGeom>
              <a:avLst/>
              <a:gdLst/>
              <a:ahLst/>
              <a:cxnLst/>
              <a:rect l="0" t="0" r="0" b="0"/>
              <a:pathLst>
                <a:path w="55314" h="101483">
                  <a:moveTo>
                    <a:pt x="0" y="0"/>
                  </a:moveTo>
                  <a:lnTo>
                    <a:pt x="55314" y="1014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9" name="Candidate_receptor__3068">
              <a:extLst>
                <a:ext uri="{FF2B5EF4-FFF2-40B4-BE49-F238E27FC236}">
                  <a16:creationId xmlns:a16="http://schemas.microsoft.com/office/drawing/2014/main" id="{58C4DA29-B13A-B63D-A5F5-B5D838327B38}"/>
                </a:ext>
              </a:extLst>
            </p:cNvPr>
            <p:cNvSpPr>
              <a:spLocks noGrp="1"/>
            </p:cNvSpPr>
            <p:nvPr/>
          </p:nvSpPr>
          <p:spPr>
            <a:xfrm>
              <a:off x="5725319" y="3336286"/>
              <a:ext cx="109305" cy="38193"/>
            </a:xfrm>
            <a:custGeom>
              <a:avLst/>
              <a:gdLst/>
              <a:ahLst/>
              <a:cxnLst/>
              <a:rect l="0" t="0" r="0" b="0"/>
              <a:pathLst>
                <a:path w="109305" h="38193">
                  <a:moveTo>
                    <a:pt x="0" y="0"/>
                  </a:moveTo>
                  <a:lnTo>
                    <a:pt x="109305" y="3819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0" name="Candidate_receptor__3069">
              <a:extLst>
                <a:ext uri="{FF2B5EF4-FFF2-40B4-BE49-F238E27FC236}">
                  <a16:creationId xmlns:a16="http://schemas.microsoft.com/office/drawing/2014/main" id="{11A1C764-2C95-F1E5-624C-5A5327E3A081}"/>
                </a:ext>
              </a:extLst>
            </p:cNvPr>
            <p:cNvSpPr>
              <a:spLocks noGrp="1"/>
            </p:cNvSpPr>
            <p:nvPr/>
          </p:nvSpPr>
          <p:spPr>
            <a:xfrm>
              <a:off x="6008375" y="4035899"/>
              <a:ext cx="109506" cy="28013"/>
            </a:xfrm>
            <a:custGeom>
              <a:avLst/>
              <a:gdLst/>
              <a:ahLst/>
              <a:cxnLst/>
              <a:rect l="0" t="0" r="0" b="0"/>
              <a:pathLst>
                <a:path w="109506" h="28013">
                  <a:moveTo>
                    <a:pt x="109506" y="0"/>
                  </a:moveTo>
                  <a:lnTo>
                    <a:pt x="0" y="280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1" name="Candidate_receptor__3070">
              <a:extLst>
                <a:ext uri="{FF2B5EF4-FFF2-40B4-BE49-F238E27FC236}">
                  <a16:creationId xmlns:a16="http://schemas.microsoft.com/office/drawing/2014/main" id="{C6C0F485-42D8-9409-56F5-1EE19280676E}"/>
                </a:ext>
              </a:extLst>
            </p:cNvPr>
            <p:cNvSpPr>
              <a:spLocks noGrp="1"/>
            </p:cNvSpPr>
            <p:nvPr/>
          </p:nvSpPr>
          <p:spPr>
            <a:xfrm>
              <a:off x="4574611" y="5008475"/>
              <a:ext cx="4552" cy="110100"/>
            </a:xfrm>
            <a:custGeom>
              <a:avLst/>
              <a:gdLst/>
              <a:ahLst/>
              <a:cxnLst/>
              <a:rect l="0" t="0" r="0" b="0"/>
              <a:pathLst>
                <a:path w="4552" h="110100">
                  <a:moveTo>
                    <a:pt x="0" y="0"/>
                  </a:moveTo>
                  <a:lnTo>
                    <a:pt x="4552" y="11010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2" name="Candidate_receptor__3071">
              <a:extLst>
                <a:ext uri="{FF2B5EF4-FFF2-40B4-BE49-F238E27FC236}">
                  <a16:creationId xmlns:a16="http://schemas.microsoft.com/office/drawing/2014/main" id="{60268F7E-512A-02BD-CEC2-D539C43E00FC}"/>
                </a:ext>
              </a:extLst>
            </p:cNvPr>
            <p:cNvSpPr>
              <a:spLocks noGrp="1"/>
            </p:cNvSpPr>
            <p:nvPr/>
          </p:nvSpPr>
          <p:spPr>
            <a:xfrm>
              <a:off x="4768249" y="4829304"/>
              <a:ext cx="106174" cy="43996"/>
            </a:xfrm>
            <a:custGeom>
              <a:avLst/>
              <a:gdLst/>
              <a:ahLst/>
              <a:cxnLst/>
              <a:rect l="0" t="0" r="0" b="0"/>
              <a:pathLst>
                <a:path w="106174" h="43996">
                  <a:moveTo>
                    <a:pt x="106174" y="43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3" name="Candidate_receptor__3072">
              <a:extLst>
                <a:ext uri="{FF2B5EF4-FFF2-40B4-BE49-F238E27FC236}">
                  <a16:creationId xmlns:a16="http://schemas.microsoft.com/office/drawing/2014/main" id="{DD5C33BA-4EA2-1A2E-D40D-E33CF2C39510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02420"/>
              <a:ext cx="43859" cy="22061"/>
            </a:xfrm>
            <a:custGeom>
              <a:avLst/>
              <a:gdLst/>
              <a:ahLst/>
              <a:cxnLst/>
              <a:rect l="0" t="0" r="0" b="0"/>
              <a:pathLst>
                <a:path w="43859" h="22061">
                  <a:moveTo>
                    <a:pt x="0" y="22061"/>
                  </a:moveTo>
                  <a:lnTo>
                    <a:pt x="43859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4" name="Candidate_receptor__3073">
              <a:extLst>
                <a:ext uri="{FF2B5EF4-FFF2-40B4-BE49-F238E27FC236}">
                  <a16:creationId xmlns:a16="http://schemas.microsoft.com/office/drawing/2014/main" id="{51364CD0-E958-84ED-2E01-32B34BDC9E6A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12105"/>
              <a:ext cx="35770" cy="45763"/>
            </a:xfrm>
            <a:custGeom>
              <a:avLst/>
              <a:gdLst/>
              <a:ahLst/>
              <a:cxnLst/>
              <a:rect l="0" t="0" r="0" b="0"/>
              <a:pathLst>
                <a:path w="35770" h="45763">
                  <a:moveTo>
                    <a:pt x="35770" y="0"/>
                  </a:moveTo>
                  <a:lnTo>
                    <a:pt x="0" y="457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5" name="Candidate_receptor__3074">
              <a:extLst>
                <a:ext uri="{FF2B5EF4-FFF2-40B4-BE49-F238E27FC236}">
                  <a16:creationId xmlns:a16="http://schemas.microsoft.com/office/drawing/2014/main" id="{0EE92445-6949-FB2F-1236-D5024D9AB19F}"/>
                </a:ext>
              </a:extLst>
            </p:cNvPr>
            <p:cNvSpPr>
              <a:spLocks noGrp="1"/>
            </p:cNvSpPr>
            <p:nvPr/>
          </p:nvSpPr>
          <p:spPr>
            <a:xfrm>
              <a:off x="4583758" y="3941974"/>
              <a:ext cx="62246" cy="28992"/>
            </a:xfrm>
            <a:custGeom>
              <a:avLst/>
              <a:gdLst/>
              <a:ahLst/>
              <a:cxnLst/>
              <a:rect l="0" t="0" r="0" b="0"/>
              <a:pathLst>
                <a:path w="62246" h="28992">
                  <a:moveTo>
                    <a:pt x="0" y="28992"/>
                  </a:moveTo>
                  <a:lnTo>
                    <a:pt x="6224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6" name="Candidate_receptor__3075">
              <a:extLst>
                <a:ext uri="{FF2B5EF4-FFF2-40B4-BE49-F238E27FC236}">
                  <a16:creationId xmlns:a16="http://schemas.microsoft.com/office/drawing/2014/main" id="{3ED09790-4FDC-9C5A-7FAD-DEC081CCB783}"/>
                </a:ext>
              </a:extLst>
            </p:cNvPr>
            <p:cNvSpPr>
              <a:spLocks noGrp="1"/>
            </p:cNvSpPr>
            <p:nvPr/>
          </p:nvSpPr>
          <p:spPr>
            <a:xfrm>
              <a:off x="6019190" y="4390751"/>
              <a:ext cx="9452" cy="105604"/>
            </a:xfrm>
            <a:custGeom>
              <a:avLst/>
              <a:gdLst/>
              <a:ahLst/>
              <a:cxnLst/>
              <a:rect l="0" t="0" r="0" b="0"/>
              <a:pathLst>
                <a:path w="9452" h="105604">
                  <a:moveTo>
                    <a:pt x="9452" y="0"/>
                  </a:moveTo>
                  <a:lnTo>
                    <a:pt x="0" y="10560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7" name="Candidate_receptor__3076">
              <a:extLst>
                <a:ext uri="{FF2B5EF4-FFF2-40B4-BE49-F238E27FC236}">
                  <a16:creationId xmlns:a16="http://schemas.microsoft.com/office/drawing/2014/main" id="{8F1F0DF0-B40D-5205-1FC0-347AAD536323}"/>
                </a:ext>
              </a:extLst>
            </p:cNvPr>
            <p:cNvSpPr>
              <a:spLocks noGrp="1"/>
            </p:cNvSpPr>
            <p:nvPr/>
          </p:nvSpPr>
          <p:spPr>
            <a:xfrm>
              <a:off x="5631925" y="2898691"/>
              <a:ext cx="78478" cy="29662"/>
            </a:xfrm>
            <a:custGeom>
              <a:avLst/>
              <a:gdLst/>
              <a:ahLst/>
              <a:cxnLst/>
              <a:rect l="0" t="0" r="0" b="0"/>
              <a:pathLst>
                <a:path w="78478" h="29662">
                  <a:moveTo>
                    <a:pt x="0" y="29662"/>
                  </a:moveTo>
                  <a:lnTo>
                    <a:pt x="7847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8" name="Candidate_receptor__3077">
              <a:extLst>
                <a:ext uri="{FF2B5EF4-FFF2-40B4-BE49-F238E27FC236}">
                  <a16:creationId xmlns:a16="http://schemas.microsoft.com/office/drawing/2014/main" id="{5BC491A1-CD6D-6BA3-8C68-2D51FA8CDA4F}"/>
                </a:ext>
              </a:extLst>
            </p:cNvPr>
            <p:cNvSpPr>
              <a:spLocks noGrp="1"/>
            </p:cNvSpPr>
            <p:nvPr/>
          </p:nvSpPr>
          <p:spPr>
            <a:xfrm>
              <a:off x="4932229" y="3165181"/>
              <a:ext cx="92620" cy="40920"/>
            </a:xfrm>
            <a:custGeom>
              <a:avLst/>
              <a:gdLst/>
              <a:ahLst/>
              <a:cxnLst/>
              <a:rect l="0" t="0" r="0" b="0"/>
              <a:pathLst>
                <a:path w="92620" h="40920">
                  <a:moveTo>
                    <a:pt x="92620" y="0"/>
                  </a:moveTo>
                  <a:lnTo>
                    <a:pt x="0" y="4092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9" name="Candidate_receptor__3078">
              <a:extLst>
                <a:ext uri="{FF2B5EF4-FFF2-40B4-BE49-F238E27FC236}">
                  <a16:creationId xmlns:a16="http://schemas.microsoft.com/office/drawing/2014/main" id="{6DC511D4-69B3-33C3-AD56-ECF6DF1D7323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39499"/>
              <a:ext cx="47941" cy="57649"/>
            </a:xfrm>
            <a:custGeom>
              <a:avLst/>
              <a:gdLst/>
              <a:ahLst/>
              <a:cxnLst/>
              <a:rect l="0" t="0" r="0" b="0"/>
              <a:pathLst>
                <a:path w="47941" h="57649">
                  <a:moveTo>
                    <a:pt x="0" y="57649"/>
                  </a:moveTo>
                  <a:lnTo>
                    <a:pt x="4794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0" name="Candidate_receptor__3079">
              <a:extLst>
                <a:ext uri="{FF2B5EF4-FFF2-40B4-BE49-F238E27FC236}">
                  <a16:creationId xmlns:a16="http://schemas.microsoft.com/office/drawing/2014/main" id="{62CFFC98-067C-CFA5-C41B-97B40D0512DA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378518"/>
              <a:ext cx="18197" cy="98369"/>
            </a:xfrm>
            <a:custGeom>
              <a:avLst/>
              <a:gdLst/>
              <a:ahLst/>
              <a:cxnLst/>
              <a:rect l="0" t="0" r="0" b="0"/>
              <a:pathLst>
                <a:path w="18197" h="98369">
                  <a:moveTo>
                    <a:pt x="0" y="98369"/>
                  </a:moveTo>
                  <a:lnTo>
                    <a:pt x="1819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1" name="Candidate_receptor__3080">
              <a:extLst>
                <a:ext uri="{FF2B5EF4-FFF2-40B4-BE49-F238E27FC236}">
                  <a16:creationId xmlns:a16="http://schemas.microsoft.com/office/drawing/2014/main" id="{98402365-A9B2-F5BA-B356-7083CC893F8D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22799" cy="12407"/>
            </a:xfrm>
            <a:custGeom>
              <a:avLst/>
              <a:gdLst/>
              <a:ahLst/>
              <a:cxnLst/>
              <a:rect l="0" t="0" r="0" b="0"/>
              <a:pathLst>
                <a:path w="22799" h="12407">
                  <a:moveTo>
                    <a:pt x="22799" y="124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2" name="Candidate_receptor__3081">
              <a:extLst>
                <a:ext uri="{FF2B5EF4-FFF2-40B4-BE49-F238E27FC236}">
                  <a16:creationId xmlns:a16="http://schemas.microsoft.com/office/drawing/2014/main" id="{010CD320-22E6-0DBD-5ADA-A96EC9151675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66895"/>
              <a:ext cx="25699" cy="27619"/>
            </a:xfrm>
            <a:custGeom>
              <a:avLst/>
              <a:gdLst/>
              <a:ahLst/>
              <a:cxnLst/>
              <a:rect l="0" t="0" r="0" b="0"/>
              <a:pathLst>
                <a:path w="25699" h="27619">
                  <a:moveTo>
                    <a:pt x="0" y="0"/>
                  </a:moveTo>
                  <a:lnTo>
                    <a:pt x="25699" y="27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3" name="Candidate_receptor__3082">
              <a:extLst>
                <a:ext uri="{FF2B5EF4-FFF2-40B4-BE49-F238E27FC236}">
                  <a16:creationId xmlns:a16="http://schemas.microsoft.com/office/drawing/2014/main" id="{0CCFF6C5-7928-C737-9E42-0F80B669E598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31536"/>
              <a:ext cx="33062" cy="87197"/>
            </a:xfrm>
            <a:custGeom>
              <a:avLst/>
              <a:gdLst/>
              <a:ahLst/>
              <a:cxnLst/>
              <a:rect l="0" t="0" r="0" b="0"/>
              <a:pathLst>
                <a:path w="33062" h="87197">
                  <a:moveTo>
                    <a:pt x="33062" y="87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4" name="Candidate_receptor__3083">
              <a:extLst>
                <a:ext uri="{FF2B5EF4-FFF2-40B4-BE49-F238E27FC236}">
                  <a16:creationId xmlns:a16="http://schemas.microsoft.com/office/drawing/2014/main" id="{D37EA17D-3D80-9AD2-3237-A8615E02F8B8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53257"/>
              <a:ext cx="64600" cy="43241"/>
            </a:xfrm>
            <a:custGeom>
              <a:avLst/>
              <a:gdLst/>
              <a:ahLst/>
              <a:cxnLst/>
              <a:rect l="0" t="0" r="0" b="0"/>
              <a:pathLst>
                <a:path w="64600" h="43241">
                  <a:moveTo>
                    <a:pt x="0" y="43241"/>
                  </a:moveTo>
                  <a:lnTo>
                    <a:pt x="6460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5" name="Candidate_receptor__3084">
              <a:extLst>
                <a:ext uri="{FF2B5EF4-FFF2-40B4-BE49-F238E27FC236}">
                  <a16:creationId xmlns:a16="http://schemas.microsoft.com/office/drawing/2014/main" id="{AB9C5A30-0E00-6B9F-F001-56835C7496D6}"/>
                </a:ext>
              </a:extLst>
            </p:cNvPr>
            <p:cNvSpPr>
              <a:spLocks noGrp="1"/>
            </p:cNvSpPr>
            <p:nvPr/>
          </p:nvSpPr>
          <p:spPr>
            <a:xfrm>
              <a:off x="4919473" y="4027263"/>
              <a:ext cx="108528" cy="15749"/>
            </a:xfrm>
            <a:custGeom>
              <a:avLst/>
              <a:gdLst/>
              <a:ahLst/>
              <a:cxnLst/>
              <a:rect l="0" t="0" r="0" b="0"/>
              <a:pathLst>
                <a:path w="108528" h="15749">
                  <a:moveTo>
                    <a:pt x="0" y="15749"/>
                  </a:moveTo>
                  <a:lnTo>
                    <a:pt x="10852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6" name="Candidate_receptor__3085">
              <a:extLst>
                <a:ext uri="{FF2B5EF4-FFF2-40B4-BE49-F238E27FC236}">
                  <a16:creationId xmlns:a16="http://schemas.microsoft.com/office/drawing/2014/main" id="{7F547575-D155-23A8-042B-9C144F83A176}"/>
                </a:ext>
              </a:extLst>
            </p:cNvPr>
            <p:cNvSpPr>
              <a:spLocks noGrp="1"/>
            </p:cNvSpPr>
            <p:nvPr/>
          </p:nvSpPr>
          <p:spPr>
            <a:xfrm>
              <a:off x="5992724" y="3015365"/>
              <a:ext cx="102613" cy="49296"/>
            </a:xfrm>
            <a:custGeom>
              <a:avLst/>
              <a:gdLst/>
              <a:ahLst/>
              <a:cxnLst/>
              <a:rect l="0" t="0" r="0" b="0"/>
              <a:pathLst>
                <a:path w="102613" h="49296">
                  <a:moveTo>
                    <a:pt x="0" y="49296"/>
                  </a:moveTo>
                  <a:lnTo>
                    <a:pt x="1026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7" name="Candidate_receptor__3086">
              <a:extLst>
                <a:ext uri="{FF2B5EF4-FFF2-40B4-BE49-F238E27FC236}">
                  <a16:creationId xmlns:a16="http://schemas.microsoft.com/office/drawing/2014/main" id="{A16B5192-71A8-174E-0957-57B3F01A625B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135537"/>
              <a:ext cx="44423" cy="19809"/>
            </a:xfrm>
            <a:custGeom>
              <a:avLst/>
              <a:gdLst/>
              <a:ahLst/>
              <a:cxnLst/>
              <a:rect l="0" t="0" r="0" b="0"/>
              <a:pathLst>
                <a:path w="44423" h="19809">
                  <a:moveTo>
                    <a:pt x="44423" y="0"/>
                  </a:moveTo>
                  <a:lnTo>
                    <a:pt x="0" y="1980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8" name="Candidate_receptor__3087">
              <a:extLst>
                <a:ext uri="{FF2B5EF4-FFF2-40B4-BE49-F238E27FC236}">
                  <a16:creationId xmlns:a16="http://schemas.microsoft.com/office/drawing/2014/main" id="{0A001D58-CFCF-EACF-D81F-CF8474C4822E}"/>
                </a:ext>
              </a:extLst>
            </p:cNvPr>
            <p:cNvSpPr>
              <a:spLocks noGrp="1"/>
            </p:cNvSpPr>
            <p:nvPr/>
          </p:nvSpPr>
          <p:spPr>
            <a:xfrm>
              <a:off x="4673846" y="3816953"/>
              <a:ext cx="108123" cy="7559"/>
            </a:xfrm>
            <a:custGeom>
              <a:avLst/>
              <a:gdLst/>
              <a:ahLst/>
              <a:cxnLst/>
              <a:rect l="0" t="0" r="0" b="0"/>
              <a:pathLst>
                <a:path w="108123" h="7559">
                  <a:moveTo>
                    <a:pt x="0" y="0"/>
                  </a:moveTo>
                  <a:lnTo>
                    <a:pt x="108123" y="755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9" name="Candidate_receptor__3088">
              <a:extLst>
                <a:ext uri="{FF2B5EF4-FFF2-40B4-BE49-F238E27FC236}">
                  <a16:creationId xmlns:a16="http://schemas.microsoft.com/office/drawing/2014/main" id="{0B1F0D7E-32A0-713B-4245-F8100BE4A495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194540"/>
              <a:ext cx="22198" cy="42094"/>
            </a:xfrm>
            <a:custGeom>
              <a:avLst/>
              <a:gdLst/>
              <a:ahLst/>
              <a:cxnLst/>
              <a:rect l="0" t="0" r="0" b="0"/>
              <a:pathLst>
                <a:path w="22198" h="42094">
                  <a:moveTo>
                    <a:pt x="22198" y="0"/>
                  </a:moveTo>
                  <a:lnTo>
                    <a:pt x="0" y="4209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0" name="Candidate_receptor__3089">
              <a:extLst>
                <a:ext uri="{FF2B5EF4-FFF2-40B4-BE49-F238E27FC236}">
                  <a16:creationId xmlns:a16="http://schemas.microsoft.com/office/drawing/2014/main" id="{CAD73519-2666-B48A-CBAF-835694C4C472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607360"/>
              <a:ext cx="2992" cy="2183"/>
            </a:xfrm>
            <a:custGeom>
              <a:avLst/>
              <a:gdLst/>
              <a:ahLst/>
              <a:cxnLst/>
              <a:rect l="0" t="0" r="0" b="0"/>
              <a:pathLst>
                <a:path w="2992" h="2183">
                  <a:moveTo>
                    <a:pt x="2992" y="0"/>
                  </a:moveTo>
                  <a:lnTo>
                    <a:pt x="0" y="21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1" name="Candidate_receptor__3090">
              <a:extLst>
                <a:ext uri="{FF2B5EF4-FFF2-40B4-BE49-F238E27FC236}">
                  <a16:creationId xmlns:a16="http://schemas.microsoft.com/office/drawing/2014/main" id="{7076C406-16B6-F6E9-B9F5-A2A30E8D5A91}"/>
                </a:ext>
              </a:extLst>
            </p:cNvPr>
            <p:cNvSpPr>
              <a:spLocks noGrp="1"/>
            </p:cNvSpPr>
            <p:nvPr/>
          </p:nvSpPr>
          <p:spPr>
            <a:xfrm>
              <a:off x="4442655" y="2402999"/>
              <a:ext cx="68550" cy="67206"/>
            </a:xfrm>
            <a:custGeom>
              <a:avLst/>
              <a:gdLst/>
              <a:ahLst/>
              <a:cxnLst/>
              <a:rect l="0" t="0" r="0" b="0"/>
              <a:pathLst>
                <a:path w="68550" h="67206">
                  <a:moveTo>
                    <a:pt x="68550" y="0"/>
                  </a:moveTo>
                  <a:lnTo>
                    <a:pt x="0" y="67206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2" name="Candidate_receptor__3091">
              <a:extLst>
                <a:ext uri="{FF2B5EF4-FFF2-40B4-BE49-F238E27FC236}">
                  <a16:creationId xmlns:a16="http://schemas.microsoft.com/office/drawing/2014/main" id="{732503B9-75A7-E944-1EF6-9E37051C5B44}"/>
                </a:ext>
              </a:extLst>
            </p:cNvPr>
            <p:cNvSpPr>
              <a:spLocks noGrp="1"/>
            </p:cNvSpPr>
            <p:nvPr/>
          </p:nvSpPr>
          <p:spPr>
            <a:xfrm>
              <a:off x="4941789" y="2359442"/>
              <a:ext cx="114646" cy="8976"/>
            </a:xfrm>
            <a:custGeom>
              <a:avLst/>
              <a:gdLst/>
              <a:ahLst/>
              <a:cxnLst/>
              <a:rect l="0" t="0" r="0" b="0"/>
              <a:pathLst>
                <a:path w="114646" h="8976">
                  <a:moveTo>
                    <a:pt x="0" y="8976"/>
                  </a:moveTo>
                  <a:lnTo>
                    <a:pt x="114646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3" name="Candidate_receptor__3092">
              <a:extLst>
                <a:ext uri="{FF2B5EF4-FFF2-40B4-BE49-F238E27FC236}">
                  <a16:creationId xmlns:a16="http://schemas.microsoft.com/office/drawing/2014/main" id="{376EE9C1-6629-C0D1-8775-A4223C6B863E}"/>
                </a:ext>
              </a:extLst>
            </p:cNvPr>
            <p:cNvSpPr>
              <a:spLocks noGrp="1"/>
            </p:cNvSpPr>
            <p:nvPr/>
          </p:nvSpPr>
          <p:spPr>
            <a:xfrm>
              <a:off x="4995448" y="4654603"/>
              <a:ext cx="18564" cy="98535"/>
            </a:xfrm>
            <a:custGeom>
              <a:avLst/>
              <a:gdLst/>
              <a:ahLst/>
              <a:cxnLst/>
              <a:rect l="0" t="0" r="0" b="0"/>
              <a:pathLst>
                <a:path w="18564" h="98535">
                  <a:moveTo>
                    <a:pt x="18564" y="0"/>
                  </a:moveTo>
                  <a:lnTo>
                    <a:pt x="0" y="9853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4" name="Candidate_receptor__3093">
              <a:extLst>
                <a:ext uri="{FF2B5EF4-FFF2-40B4-BE49-F238E27FC236}">
                  <a16:creationId xmlns:a16="http://schemas.microsoft.com/office/drawing/2014/main" id="{A0418C8B-80F3-5111-0833-53F66D3B35EC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647867"/>
              <a:ext cx="47234" cy="91777"/>
            </a:xfrm>
            <a:custGeom>
              <a:avLst/>
              <a:gdLst/>
              <a:ahLst/>
              <a:cxnLst/>
              <a:rect l="0" t="0" r="0" b="0"/>
              <a:pathLst>
                <a:path w="47234" h="91777">
                  <a:moveTo>
                    <a:pt x="0" y="91777"/>
                  </a:moveTo>
                  <a:lnTo>
                    <a:pt x="4723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5" name="Candidate_receptor__3094">
              <a:extLst>
                <a:ext uri="{FF2B5EF4-FFF2-40B4-BE49-F238E27FC236}">
                  <a16:creationId xmlns:a16="http://schemas.microsoft.com/office/drawing/2014/main" id="{D0ED5B06-078A-B23C-3D70-664B78BC26CE}"/>
                </a:ext>
              </a:extLst>
            </p:cNvPr>
            <p:cNvSpPr>
              <a:spLocks noGrp="1"/>
            </p:cNvSpPr>
            <p:nvPr/>
          </p:nvSpPr>
          <p:spPr>
            <a:xfrm>
              <a:off x="4895137" y="2097583"/>
              <a:ext cx="26082" cy="78233"/>
            </a:xfrm>
            <a:custGeom>
              <a:avLst/>
              <a:gdLst/>
              <a:ahLst/>
              <a:cxnLst/>
              <a:rect l="0" t="0" r="0" b="0"/>
              <a:pathLst>
                <a:path w="26082" h="78233">
                  <a:moveTo>
                    <a:pt x="26082" y="0"/>
                  </a:moveTo>
                  <a:lnTo>
                    <a:pt x="0" y="7823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6" name="Candidate_receptor__3095">
              <a:extLst>
                <a:ext uri="{FF2B5EF4-FFF2-40B4-BE49-F238E27FC236}">
                  <a16:creationId xmlns:a16="http://schemas.microsoft.com/office/drawing/2014/main" id="{E0014AE1-4B42-25D4-FD43-6094DF2548BC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88593"/>
              <a:ext cx="92267" cy="20917"/>
            </a:xfrm>
            <a:custGeom>
              <a:avLst/>
              <a:gdLst/>
              <a:ahLst/>
              <a:cxnLst/>
              <a:rect l="0" t="0" r="0" b="0"/>
              <a:pathLst>
                <a:path w="92267" h="20917">
                  <a:moveTo>
                    <a:pt x="92267" y="0"/>
                  </a:moveTo>
                  <a:lnTo>
                    <a:pt x="0" y="209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7" name="Candidate_receptor__3096">
              <a:extLst>
                <a:ext uri="{FF2B5EF4-FFF2-40B4-BE49-F238E27FC236}">
                  <a16:creationId xmlns:a16="http://schemas.microsoft.com/office/drawing/2014/main" id="{87F8C33D-03FF-F60B-8DB0-0767E110765D}"/>
                </a:ext>
              </a:extLst>
            </p:cNvPr>
            <p:cNvSpPr>
              <a:spLocks noGrp="1"/>
            </p:cNvSpPr>
            <p:nvPr/>
          </p:nvSpPr>
          <p:spPr>
            <a:xfrm>
              <a:off x="4721754" y="2658367"/>
              <a:ext cx="86093" cy="75191"/>
            </a:xfrm>
            <a:custGeom>
              <a:avLst/>
              <a:gdLst/>
              <a:ahLst/>
              <a:cxnLst/>
              <a:rect l="0" t="0" r="0" b="0"/>
              <a:pathLst>
                <a:path w="86093" h="75191">
                  <a:moveTo>
                    <a:pt x="0" y="75191"/>
                  </a:moveTo>
                  <a:lnTo>
                    <a:pt x="8609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8" name="Candidate_receptor__3097">
              <a:extLst>
                <a:ext uri="{FF2B5EF4-FFF2-40B4-BE49-F238E27FC236}">
                  <a16:creationId xmlns:a16="http://schemas.microsoft.com/office/drawing/2014/main" id="{71F91471-DBED-CD46-A65B-B7D61B71A981}"/>
                </a:ext>
              </a:extLst>
            </p:cNvPr>
            <p:cNvSpPr>
              <a:spLocks noGrp="1"/>
            </p:cNvSpPr>
            <p:nvPr/>
          </p:nvSpPr>
          <p:spPr>
            <a:xfrm>
              <a:off x="4722991" y="2070674"/>
              <a:ext cx="62371" cy="95513"/>
            </a:xfrm>
            <a:custGeom>
              <a:avLst/>
              <a:gdLst/>
              <a:ahLst/>
              <a:cxnLst/>
              <a:rect l="0" t="0" r="0" b="0"/>
              <a:pathLst>
                <a:path w="62371" h="95513">
                  <a:moveTo>
                    <a:pt x="62371" y="955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9" name="Candidate_receptor__3098">
              <a:extLst>
                <a:ext uri="{FF2B5EF4-FFF2-40B4-BE49-F238E27FC236}">
                  <a16:creationId xmlns:a16="http://schemas.microsoft.com/office/drawing/2014/main" id="{B989D447-4D3C-59C8-0151-1A3DB800CD65}"/>
                </a:ext>
              </a:extLst>
            </p:cNvPr>
            <p:cNvSpPr>
              <a:spLocks noGrp="1"/>
            </p:cNvSpPr>
            <p:nvPr/>
          </p:nvSpPr>
          <p:spPr>
            <a:xfrm>
              <a:off x="6073347" y="3394345"/>
              <a:ext cx="94424" cy="60266"/>
            </a:xfrm>
            <a:custGeom>
              <a:avLst/>
              <a:gdLst/>
              <a:ahLst/>
              <a:cxnLst/>
              <a:rect l="0" t="0" r="0" b="0"/>
              <a:pathLst>
                <a:path w="94424" h="60266">
                  <a:moveTo>
                    <a:pt x="0" y="60266"/>
                  </a:moveTo>
                  <a:lnTo>
                    <a:pt x="9442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0" name="Candidate_receptor__3099">
              <a:extLst>
                <a:ext uri="{FF2B5EF4-FFF2-40B4-BE49-F238E27FC236}">
                  <a16:creationId xmlns:a16="http://schemas.microsoft.com/office/drawing/2014/main" id="{90911E5F-BC14-A2E5-411E-5690E3AB285B}"/>
                </a:ext>
              </a:extLst>
            </p:cNvPr>
            <p:cNvSpPr>
              <a:spLocks noGrp="1"/>
            </p:cNvSpPr>
            <p:nvPr/>
          </p:nvSpPr>
          <p:spPr>
            <a:xfrm>
              <a:off x="5763559" y="3203464"/>
              <a:ext cx="107846" cy="34379"/>
            </a:xfrm>
            <a:custGeom>
              <a:avLst/>
              <a:gdLst/>
              <a:ahLst/>
              <a:cxnLst/>
              <a:rect l="0" t="0" r="0" b="0"/>
              <a:pathLst>
                <a:path w="107846" h="34379">
                  <a:moveTo>
                    <a:pt x="0" y="0"/>
                  </a:moveTo>
                  <a:lnTo>
                    <a:pt x="107846" y="3437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1" name="Candidate_receptor__3100">
              <a:extLst>
                <a:ext uri="{FF2B5EF4-FFF2-40B4-BE49-F238E27FC236}">
                  <a16:creationId xmlns:a16="http://schemas.microsoft.com/office/drawing/2014/main" id="{372C0D10-622E-5F25-5BD1-39BB591A1604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00910"/>
              <a:ext cx="46555" cy="98606"/>
            </a:xfrm>
            <a:custGeom>
              <a:avLst/>
              <a:gdLst/>
              <a:ahLst/>
              <a:cxnLst/>
              <a:rect l="0" t="0" r="0" b="0"/>
              <a:pathLst>
                <a:path w="46555" h="98606">
                  <a:moveTo>
                    <a:pt x="0" y="98606"/>
                  </a:moveTo>
                  <a:lnTo>
                    <a:pt x="465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2" name="Candidate_receptor__3101">
              <a:extLst>
                <a:ext uri="{FF2B5EF4-FFF2-40B4-BE49-F238E27FC236}">
                  <a16:creationId xmlns:a16="http://schemas.microsoft.com/office/drawing/2014/main" id="{47960890-86E8-EC31-D7EE-B566BF036208}"/>
                </a:ext>
              </a:extLst>
            </p:cNvPr>
            <p:cNvSpPr>
              <a:spLocks noGrp="1"/>
            </p:cNvSpPr>
            <p:nvPr/>
          </p:nvSpPr>
          <p:spPr>
            <a:xfrm>
              <a:off x="5200482" y="3662388"/>
              <a:ext cx="2168" cy="109295"/>
            </a:xfrm>
            <a:custGeom>
              <a:avLst/>
              <a:gdLst/>
              <a:ahLst/>
              <a:cxnLst/>
              <a:rect l="0" t="0" r="0" b="0"/>
              <a:pathLst>
                <a:path w="2168" h="109295">
                  <a:moveTo>
                    <a:pt x="0" y="0"/>
                  </a:moveTo>
                  <a:lnTo>
                    <a:pt x="2168" y="10929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3" name="Candidate_receptor__3102">
              <a:extLst>
                <a:ext uri="{FF2B5EF4-FFF2-40B4-BE49-F238E27FC236}">
                  <a16:creationId xmlns:a16="http://schemas.microsoft.com/office/drawing/2014/main" id="{C4831BD8-8BCF-4669-16FC-6A59D8741279}"/>
                </a:ext>
              </a:extLst>
            </p:cNvPr>
            <p:cNvSpPr>
              <a:spLocks noGrp="1"/>
            </p:cNvSpPr>
            <p:nvPr/>
          </p:nvSpPr>
          <p:spPr>
            <a:xfrm>
              <a:off x="6465929" y="4158367"/>
              <a:ext cx="31348" cy="94890"/>
            </a:xfrm>
            <a:custGeom>
              <a:avLst/>
              <a:gdLst/>
              <a:ahLst/>
              <a:cxnLst/>
              <a:rect l="0" t="0" r="0" b="0"/>
              <a:pathLst>
                <a:path w="31348" h="94890">
                  <a:moveTo>
                    <a:pt x="0" y="94890"/>
                  </a:moveTo>
                  <a:lnTo>
                    <a:pt x="3134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4" name="Candidate_receptor__3103">
              <a:extLst>
                <a:ext uri="{FF2B5EF4-FFF2-40B4-BE49-F238E27FC236}">
                  <a16:creationId xmlns:a16="http://schemas.microsoft.com/office/drawing/2014/main" id="{9165C281-4466-98C4-86CD-BDDE80ACB73B}"/>
                </a:ext>
              </a:extLst>
            </p:cNvPr>
            <p:cNvSpPr>
              <a:spLocks noGrp="1"/>
            </p:cNvSpPr>
            <p:nvPr/>
          </p:nvSpPr>
          <p:spPr>
            <a:xfrm>
              <a:off x="4959121" y="4588539"/>
              <a:ext cx="54891" cy="66064"/>
            </a:xfrm>
            <a:custGeom>
              <a:avLst/>
              <a:gdLst/>
              <a:ahLst/>
              <a:cxnLst/>
              <a:rect l="0" t="0" r="0" b="0"/>
              <a:pathLst>
                <a:path w="54891" h="66064">
                  <a:moveTo>
                    <a:pt x="0" y="0"/>
                  </a:moveTo>
                  <a:lnTo>
                    <a:pt x="54891" y="6606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5" name="Candidate_receptor__3104">
              <a:extLst>
                <a:ext uri="{FF2B5EF4-FFF2-40B4-BE49-F238E27FC236}">
                  <a16:creationId xmlns:a16="http://schemas.microsoft.com/office/drawing/2014/main" id="{0455D345-AD92-8ED1-463D-B3417E98C02E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688774"/>
              <a:ext cx="85318" cy="69542"/>
            </a:xfrm>
            <a:custGeom>
              <a:avLst/>
              <a:gdLst/>
              <a:ahLst/>
              <a:cxnLst/>
              <a:rect l="0" t="0" r="0" b="0"/>
              <a:pathLst>
                <a:path w="85318" h="69542">
                  <a:moveTo>
                    <a:pt x="85318" y="0"/>
                  </a:moveTo>
                  <a:lnTo>
                    <a:pt x="0" y="695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6" name="Candidate_receptor__3105">
              <a:extLst>
                <a:ext uri="{FF2B5EF4-FFF2-40B4-BE49-F238E27FC236}">
                  <a16:creationId xmlns:a16="http://schemas.microsoft.com/office/drawing/2014/main" id="{E979B4C2-6246-B17D-4AE9-EFB30B6913E0}"/>
                </a:ext>
              </a:extLst>
            </p:cNvPr>
            <p:cNvSpPr>
              <a:spLocks noGrp="1"/>
            </p:cNvSpPr>
            <p:nvPr/>
          </p:nvSpPr>
          <p:spPr>
            <a:xfrm>
              <a:off x="4757147" y="5097493"/>
              <a:ext cx="107712" cy="26504"/>
            </a:xfrm>
            <a:custGeom>
              <a:avLst/>
              <a:gdLst/>
              <a:ahLst/>
              <a:cxnLst/>
              <a:rect l="0" t="0" r="0" b="0"/>
              <a:pathLst>
                <a:path w="107712" h="26504">
                  <a:moveTo>
                    <a:pt x="0" y="26504"/>
                  </a:moveTo>
                  <a:lnTo>
                    <a:pt x="10771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7" name="Candidate_receptor__3106">
              <a:extLst>
                <a:ext uri="{FF2B5EF4-FFF2-40B4-BE49-F238E27FC236}">
                  <a16:creationId xmlns:a16="http://schemas.microsoft.com/office/drawing/2014/main" id="{924267CA-7E06-3032-D9C2-77E453C844BA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86120"/>
              <a:ext cx="87524" cy="64468"/>
            </a:xfrm>
            <a:custGeom>
              <a:avLst/>
              <a:gdLst/>
              <a:ahLst/>
              <a:cxnLst/>
              <a:rect l="0" t="0" r="0" b="0"/>
              <a:pathLst>
                <a:path w="87524" h="64468">
                  <a:moveTo>
                    <a:pt x="0" y="0"/>
                  </a:moveTo>
                  <a:lnTo>
                    <a:pt x="87524" y="6446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8" name="Candidate_receptor__3107">
              <a:extLst>
                <a:ext uri="{FF2B5EF4-FFF2-40B4-BE49-F238E27FC236}">
                  <a16:creationId xmlns:a16="http://schemas.microsoft.com/office/drawing/2014/main" id="{FAD51353-DCA1-62BE-C8E2-347BA07C38C4}"/>
                </a:ext>
              </a:extLst>
            </p:cNvPr>
            <p:cNvSpPr>
              <a:spLocks noGrp="1"/>
            </p:cNvSpPr>
            <p:nvPr/>
          </p:nvSpPr>
          <p:spPr>
            <a:xfrm>
              <a:off x="6117882" y="4035899"/>
              <a:ext cx="32244" cy="103601"/>
            </a:xfrm>
            <a:custGeom>
              <a:avLst/>
              <a:gdLst/>
              <a:ahLst/>
              <a:cxnLst/>
              <a:rect l="0" t="0" r="0" b="0"/>
              <a:pathLst>
                <a:path w="32244" h="103601">
                  <a:moveTo>
                    <a:pt x="32244" y="103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9" name="Candidate_receptor__3108">
              <a:extLst>
                <a:ext uri="{FF2B5EF4-FFF2-40B4-BE49-F238E27FC236}">
                  <a16:creationId xmlns:a16="http://schemas.microsoft.com/office/drawing/2014/main" id="{99F909C3-EBED-27CA-945A-8FA41EB85CBE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9054"/>
              <a:ext cx="65691" cy="34688"/>
            </a:xfrm>
            <a:custGeom>
              <a:avLst/>
              <a:gdLst/>
              <a:ahLst/>
              <a:cxnLst/>
              <a:rect l="0" t="0" r="0" b="0"/>
              <a:pathLst>
                <a:path w="65691" h="34688">
                  <a:moveTo>
                    <a:pt x="65691" y="346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0" name="Candidate_receptor__3109">
              <a:extLst>
                <a:ext uri="{FF2B5EF4-FFF2-40B4-BE49-F238E27FC236}">
                  <a16:creationId xmlns:a16="http://schemas.microsoft.com/office/drawing/2014/main" id="{56C7775E-DD1A-FC90-DDA9-1651BAD5994C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6342" cy="20800"/>
            </a:xfrm>
            <a:custGeom>
              <a:avLst/>
              <a:gdLst/>
              <a:ahLst/>
              <a:cxnLst/>
              <a:rect l="0" t="0" r="0" b="0"/>
              <a:pathLst>
                <a:path w="6342" h="20800">
                  <a:moveTo>
                    <a:pt x="6342" y="20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1" name="Candidate_receptor__3110">
              <a:extLst>
                <a:ext uri="{FF2B5EF4-FFF2-40B4-BE49-F238E27FC236}">
                  <a16:creationId xmlns:a16="http://schemas.microsoft.com/office/drawing/2014/main" id="{8DEB1F9C-DF4E-D746-71A1-997DA8B72464}"/>
                </a:ext>
              </a:extLst>
            </p:cNvPr>
            <p:cNvSpPr>
              <a:spLocks noGrp="1"/>
            </p:cNvSpPr>
            <p:nvPr/>
          </p:nvSpPr>
          <p:spPr>
            <a:xfrm>
              <a:off x="5887499" y="4271539"/>
              <a:ext cx="37539" cy="65948"/>
            </a:xfrm>
            <a:custGeom>
              <a:avLst/>
              <a:gdLst/>
              <a:ahLst/>
              <a:cxnLst/>
              <a:rect l="0" t="0" r="0" b="0"/>
              <a:pathLst>
                <a:path w="37539" h="65948">
                  <a:moveTo>
                    <a:pt x="0" y="0"/>
                  </a:moveTo>
                  <a:lnTo>
                    <a:pt x="37539" y="65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2" name="Candidate_receptor__3111">
              <a:extLst>
                <a:ext uri="{FF2B5EF4-FFF2-40B4-BE49-F238E27FC236}">
                  <a16:creationId xmlns:a16="http://schemas.microsoft.com/office/drawing/2014/main" id="{FCCE5C21-3536-08CA-03E7-F0B6CFDD3BA2}"/>
                </a:ext>
              </a:extLst>
            </p:cNvPr>
            <p:cNvSpPr>
              <a:spLocks noGrp="1"/>
            </p:cNvSpPr>
            <p:nvPr/>
          </p:nvSpPr>
          <p:spPr>
            <a:xfrm>
              <a:off x="5901207" y="3064662"/>
              <a:ext cx="91517" cy="20281"/>
            </a:xfrm>
            <a:custGeom>
              <a:avLst/>
              <a:gdLst/>
              <a:ahLst/>
              <a:cxnLst/>
              <a:rect l="0" t="0" r="0" b="0"/>
              <a:pathLst>
                <a:path w="91517" h="20281">
                  <a:moveTo>
                    <a:pt x="0" y="20281"/>
                  </a:moveTo>
                  <a:lnTo>
                    <a:pt x="91517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13" name="Candidate_receptor__3112">
              <a:extLst>
                <a:ext uri="{FF2B5EF4-FFF2-40B4-BE49-F238E27FC236}">
                  <a16:creationId xmlns:a16="http://schemas.microsoft.com/office/drawing/2014/main" id="{33CFDE47-B5B7-0B67-EC61-E99F6331EBED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22401"/>
              <a:ext cx="79583" cy="22877"/>
            </a:xfrm>
            <a:custGeom>
              <a:avLst/>
              <a:gdLst/>
              <a:ahLst/>
              <a:cxnLst/>
              <a:rect l="0" t="0" r="0" b="0"/>
              <a:pathLst>
                <a:path w="79583" h="22877">
                  <a:moveTo>
                    <a:pt x="0" y="22877"/>
                  </a:moveTo>
                  <a:lnTo>
                    <a:pt x="7958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14" name="Candidate_receptor__3113">
              <a:extLst>
                <a:ext uri="{FF2B5EF4-FFF2-40B4-BE49-F238E27FC236}">
                  <a16:creationId xmlns:a16="http://schemas.microsoft.com/office/drawing/2014/main" id="{52905F81-D9E5-BE93-65D0-2372FA7B00CF}"/>
                </a:ext>
              </a:extLst>
            </p:cNvPr>
            <p:cNvSpPr>
              <a:spLocks noGrp="1"/>
            </p:cNvSpPr>
            <p:nvPr/>
          </p:nvSpPr>
          <p:spPr>
            <a:xfrm>
              <a:off x="4896852" y="2368418"/>
              <a:ext cx="44937" cy="89851"/>
            </a:xfrm>
            <a:custGeom>
              <a:avLst/>
              <a:gdLst/>
              <a:ahLst/>
              <a:cxnLst/>
              <a:rect l="0" t="0" r="0" b="0"/>
              <a:pathLst>
                <a:path w="44937" h="89851">
                  <a:moveTo>
                    <a:pt x="0" y="89851"/>
                  </a:moveTo>
                  <a:lnTo>
                    <a:pt x="4493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5" name="Candidate_receptor__3114">
              <a:extLst>
                <a:ext uri="{FF2B5EF4-FFF2-40B4-BE49-F238E27FC236}">
                  <a16:creationId xmlns:a16="http://schemas.microsoft.com/office/drawing/2014/main" id="{1BF039BF-42DF-9078-9A6B-31E631BE6F2C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484034"/>
              <a:ext cx="74379" cy="40705"/>
            </a:xfrm>
            <a:custGeom>
              <a:avLst/>
              <a:gdLst/>
              <a:ahLst/>
              <a:cxnLst/>
              <a:rect l="0" t="0" r="0" b="0"/>
              <a:pathLst>
                <a:path w="74379" h="40705">
                  <a:moveTo>
                    <a:pt x="74379" y="0"/>
                  </a:moveTo>
                  <a:lnTo>
                    <a:pt x="0" y="4070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6" name="Candidate_receptor__3115">
              <a:extLst>
                <a:ext uri="{FF2B5EF4-FFF2-40B4-BE49-F238E27FC236}">
                  <a16:creationId xmlns:a16="http://schemas.microsoft.com/office/drawing/2014/main" id="{6545C4DE-0515-D930-CCCC-B792EBF6BE16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63912"/>
              <a:ext cx="9808" cy="57415"/>
            </a:xfrm>
            <a:custGeom>
              <a:avLst/>
              <a:gdLst/>
              <a:ahLst/>
              <a:cxnLst/>
              <a:rect l="0" t="0" r="0" b="0"/>
              <a:pathLst>
                <a:path w="9808" h="57415">
                  <a:moveTo>
                    <a:pt x="9808" y="0"/>
                  </a:moveTo>
                  <a:lnTo>
                    <a:pt x="0" y="5741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7" name="Candidate_receptor__3116">
              <a:extLst>
                <a:ext uri="{FF2B5EF4-FFF2-40B4-BE49-F238E27FC236}">
                  <a16:creationId xmlns:a16="http://schemas.microsoft.com/office/drawing/2014/main" id="{E6A2281B-E245-2FD4-C301-0EA089288D54}"/>
                </a:ext>
              </a:extLst>
            </p:cNvPr>
            <p:cNvSpPr>
              <a:spLocks noGrp="1"/>
            </p:cNvSpPr>
            <p:nvPr/>
          </p:nvSpPr>
          <p:spPr>
            <a:xfrm>
              <a:off x="4516846" y="3265416"/>
              <a:ext cx="72785" cy="16451"/>
            </a:xfrm>
            <a:custGeom>
              <a:avLst/>
              <a:gdLst/>
              <a:ahLst/>
              <a:cxnLst/>
              <a:rect l="0" t="0" r="0" b="0"/>
              <a:pathLst>
                <a:path w="72785" h="16451">
                  <a:moveTo>
                    <a:pt x="72785" y="0"/>
                  </a:moveTo>
                  <a:lnTo>
                    <a:pt x="0" y="1645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8" name="Candidate_receptor__3117">
              <a:extLst>
                <a:ext uri="{FF2B5EF4-FFF2-40B4-BE49-F238E27FC236}">
                  <a16:creationId xmlns:a16="http://schemas.microsoft.com/office/drawing/2014/main" id="{054B8536-8EC8-0639-C7CC-21CC325B7D7A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57869"/>
              <a:ext cx="58787" cy="96742"/>
            </a:xfrm>
            <a:custGeom>
              <a:avLst/>
              <a:gdLst/>
              <a:ahLst/>
              <a:cxnLst/>
              <a:rect l="0" t="0" r="0" b="0"/>
              <a:pathLst>
                <a:path w="58787" h="96742">
                  <a:moveTo>
                    <a:pt x="0" y="0"/>
                  </a:moveTo>
                  <a:lnTo>
                    <a:pt x="58787" y="967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9" name="Candidate_receptor__3118">
              <a:extLst>
                <a:ext uri="{FF2B5EF4-FFF2-40B4-BE49-F238E27FC236}">
                  <a16:creationId xmlns:a16="http://schemas.microsoft.com/office/drawing/2014/main" id="{53B15D0A-2D9D-471B-9188-0E3E181E3D52}"/>
                </a:ext>
              </a:extLst>
            </p:cNvPr>
            <p:cNvSpPr>
              <a:spLocks noGrp="1"/>
            </p:cNvSpPr>
            <p:nvPr/>
          </p:nvSpPr>
          <p:spPr>
            <a:xfrm>
              <a:off x="5193197" y="2484034"/>
              <a:ext cx="89722" cy="24103"/>
            </a:xfrm>
            <a:custGeom>
              <a:avLst/>
              <a:gdLst/>
              <a:ahLst/>
              <a:cxnLst/>
              <a:rect l="0" t="0" r="0" b="0"/>
              <a:pathLst>
                <a:path w="89722" h="24103">
                  <a:moveTo>
                    <a:pt x="89722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0" name="Candidate_receptor__3119">
              <a:extLst>
                <a:ext uri="{FF2B5EF4-FFF2-40B4-BE49-F238E27FC236}">
                  <a16:creationId xmlns:a16="http://schemas.microsoft.com/office/drawing/2014/main" id="{F79FC5A4-EB66-CE9E-C31C-6BEF1306D402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839615"/>
              <a:ext cx="15684" cy="1817"/>
            </a:xfrm>
            <a:custGeom>
              <a:avLst/>
              <a:gdLst/>
              <a:ahLst/>
              <a:cxnLst/>
              <a:rect l="0" t="0" r="0" b="0"/>
              <a:pathLst>
                <a:path w="15684" h="1817">
                  <a:moveTo>
                    <a:pt x="15684" y="18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1" name="Candidate_receptor__3120">
              <a:extLst>
                <a:ext uri="{FF2B5EF4-FFF2-40B4-BE49-F238E27FC236}">
                  <a16:creationId xmlns:a16="http://schemas.microsoft.com/office/drawing/2014/main" id="{C4C4F8C8-7B30-3314-70D6-C81D4B0133A8}"/>
                </a:ext>
              </a:extLst>
            </p:cNvPr>
            <p:cNvSpPr>
              <a:spLocks noGrp="1"/>
            </p:cNvSpPr>
            <p:nvPr/>
          </p:nvSpPr>
          <p:spPr>
            <a:xfrm>
              <a:off x="5710403" y="2898691"/>
              <a:ext cx="112810" cy="20383"/>
            </a:xfrm>
            <a:custGeom>
              <a:avLst/>
              <a:gdLst/>
              <a:ahLst/>
              <a:cxnLst/>
              <a:rect l="0" t="0" r="0" b="0"/>
              <a:pathLst>
                <a:path w="112810" h="20383">
                  <a:moveTo>
                    <a:pt x="0" y="0"/>
                  </a:moveTo>
                  <a:lnTo>
                    <a:pt x="112810" y="2038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2" name="Candidate_receptor__3121">
              <a:extLst>
                <a:ext uri="{FF2B5EF4-FFF2-40B4-BE49-F238E27FC236}">
                  <a16:creationId xmlns:a16="http://schemas.microsoft.com/office/drawing/2014/main" id="{4F663DF2-AFBC-5792-5C32-027140B19300}"/>
                </a:ext>
              </a:extLst>
            </p:cNvPr>
            <p:cNvSpPr>
              <a:spLocks noGrp="1"/>
            </p:cNvSpPr>
            <p:nvPr/>
          </p:nvSpPr>
          <p:spPr>
            <a:xfrm>
              <a:off x="5800854" y="3065518"/>
              <a:ext cx="100353" cy="19424"/>
            </a:xfrm>
            <a:custGeom>
              <a:avLst/>
              <a:gdLst/>
              <a:ahLst/>
              <a:cxnLst/>
              <a:rect l="0" t="0" r="0" b="0"/>
              <a:pathLst>
                <a:path w="100353" h="19424">
                  <a:moveTo>
                    <a:pt x="0" y="0"/>
                  </a:moveTo>
                  <a:lnTo>
                    <a:pt x="100353" y="1942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3" name="Candidate_receptor__3122">
              <a:extLst>
                <a:ext uri="{FF2B5EF4-FFF2-40B4-BE49-F238E27FC236}">
                  <a16:creationId xmlns:a16="http://schemas.microsoft.com/office/drawing/2014/main" id="{1DCFE589-A34C-1D41-F4BB-FA557AB33C98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4068"/>
              <a:ext cx="114934" cy="7565"/>
            </a:xfrm>
            <a:custGeom>
              <a:avLst/>
              <a:gdLst/>
              <a:ahLst/>
              <a:cxnLst/>
              <a:rect l="0" t="0" r="0" b="0"/>
              <a:pathLst>
                <a:path w="114934" h="7565">
                  <a:moveTo>
                    <a:pt x="114934" y="0"/>
                  </a:moveTo>
                  <a:lnTo>
                    <a:pt x="0" y="756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4" name="Candidate_receptor__3123">
              <a:extLst>
                <a:ext uri="{FF2B5EF4-FFF2-40B4-BE49-F238E27FC236}">
                  <a16:creationId xmlns:a16="http://schemas.microsoft.com/office/drawing/2014/main" id="{1BA3297E-13B7-92AD-1711-0797EE72B408}"/>
                </a:ext>
              </a:extLst>
            </p:cNvPr>
            <p:cNvSpPr>
              <a:spLocks noGrp="1"/>
            </p:cNvSpPr>
            <p:nvPr/>
          </p:nvSpPr>
          <p:spPr>
            <a:xfrm>
              <a:off x="4864859" y="5097493"/>
              <a:ext cx="26887" cy="111753"/>
            </a:xfrm>
            <a:custGeom>
              <a:avLst/>
              <a:gdLst/>
              <a:ahLst/>
              <a:cxnLst/>
              <a:rect l="0" t="0" r="0" b="0"/>
              <a:pathLst>
                <a:path w="26887" h="111753">
                  <a:moveTo>
                    <a:pt x="0" y="0"/>
                  </a:moveTo>
                  <a:lnTo>
                    <a:pt x="26887" y="11175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5" name="Candidate_receptor__3124">
              <a:extLst>
                <a:ext uri="{FF2B5EF4-FFF2-40B4-BE49-F238E27FC236}">
                  <a16:creationId xmlns:a16="http://schemas.microsoft.com/office/drawing/2014/main" id="{D85A806D-E430-61C9-D1AB-DEC5E53169C8}"/>
                </a:ext>
              </a:extLst>
            </p:cNvPr>
            <p:cNvSpPr>
              <a:spLocks noGrp="1"/>
            </p:cNvSpPr>
            <p:nvPr/>
          </p:nvSpPr>
          <p:spPr>
            <a:xfrm>
              <a:off x="4470308" y="3674570"/>
              <a:ext cx="40640" cy="107711"/>
            </a:xfrm>
            <a:custGeom>
              <a:avLst/>
              <a:gdLst/>
              <a:ahLst/>
              <a:cxnLst/>
              <a:rect l="0" t="0" r="0" b="0"/>
              <a:pathLst>
                <a:path w="40640" h="107711">
                  <a:moveTo>
                    <a:pt x="40640" y="0"/>
                  </a:moveTo>
                  <a:lnTo>
                    <a:pt x="0" y="107711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26" name="Candidate_receptor__3125">
              <a:extLst>
                <a:ext uri="{FF2B5EF4-FFF2-40B4-BE49-F238E27FC236}">
                  <a16:creationId xmlns:a16="http://schemas.microsoft.com/office/drawing/2014/main" id="{2F35BC01-A17B-7CBF-3941-D8A43CE1ECF4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476886"/>
              <a:ext cx="112719" cy="9202"/>
            </a:xfrm>
            <a:custGeom>
              <a:avLst/>
              <a:gdLst/>
              <a:ahLst/>
              <a:cxnLst/>
              <a:rect l="0" t="0" r="0" b="0"/>
              <a:pathLst>
                <a:path w="112719" h="9202">
                  <a:moveTo>
                    <a:pt x="112719" y="9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7" name="Candidate_receptor__3126">
              <a:extLst>
                <a:ext uri="{FF2B5EF4-FFF2-40B4-BE49-F238E27FC236}">
                  <a16:creationId xmlns:a16="http://schemas.microsoft.com/office/drawing/2014/main" id="{70BDDFB2-5722-70EC-0F63-87C9F703672B}"/>
                </a:ext>
              </a:extLst>
            </p:cNvPr>
            <p:cNvSpPr>
              <a:spLocks noGrp="1"/>
            </p:cNvSpPr>
            <p:nvPr/>
          </p:nvSpPr>
          <p:spPr>
            <a:xfrm>
              <a:off x="5174360" y="2624706"/>
              <a:ext cx="9490" cy="10688"/>
            </a:xfrm>
            <a:custGeom>
              <a:avLst/>
              <a:gdLst/>
              <a:ahLst/>
              <a:cxnLst/>
              <a:rect l="0" t="0" r="0" b="0"/>
              <a:pathLst>
                <a:path w="9490" h="10688">
                  <a:moveTo>
                    <a:pt x="0" y="0"/>
                  </a:moveTo>
                  <a:lnTo>
                    <a:pt x="9490" y="1068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8" name="Candidate_receptor__3127">
              <a:extLst>
                <a:ext uri="{FF2B5EF4-FFF2-40B4-BE49-F238E27FC236}">
                  <a16:creationId xmlns:a16="http://schemas.microsoft.com/office/drawing/2014/main" id="{6CF76B55-1A7D-B4A7-A59F-B15BA5B9275E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0594" cy="103751"/>
            </a:xfrm>
            <a:custGeom>
              <a:avLst/>
              <a:gdLst/>
              <a:ahLst/>
              <a:cxnLst/>
              <a:rect l="0" t="0" r="0" b="0"/>
              <a:pathLst>
                <a:path w="10594" h="103751">
                  <a:moveTo>
                    <a:pt x="10594" y="1037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29" name="Candidate_receptor__3128">
              <a:extLst>
                <a:ext uri="{FF2B5EF4-FFF2-40B4-BE49-F238E27FC236}">
                  <a16:creationId xmlns:a16="http://schemas.microsoft.com/office/drawing/2014/main" id="{F68D7A2A-17D5-F9EB-B676-24DF69125AD1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500028"/>
              <a:ext cx="34662" cy="30922"/>
            </a:xfrm>
            <a:custGeom>
              <a:avLst/>
              <a:gdLst/>
              <a:ahLst/>
              <a:cxnLst/>
              <a:rect l="0" t="0" r="0" b="0"/>
              <a:pathLst>
                <a:path w="34662" h="30922">
                  <a:moveTo>
                    <a:pt x="0" y="0"/>
                  </a:moveTo>
                  <a:lnTo>
                    <a:pt x="34662" y="3092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30" name="Candidate_receptor__3129">
              <a:extLst>
                <a:ext uri="{FF2B5EF4-FFF2-40B4-BE49-F238E27FC236}">
                  <a16:creationId xmlns:a16="http://schemas.microsoft.com/office/drawing/2014/main" id="{6D4517E6-E90B-44DE-5931-9DF4BA75D200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77359" cy="28660"/>
            </a:xfrm>
            <a:custGeom>
              <a:avLst/>
              <a:gdLst/>
              <a:ahLst/>
              <a:cxnLst/>
              <a:rect l="0" t="0" r="0" b="0"/>
              <a:pathLst>
                <a:path w="77359" h="28660">
                  <a:moveTo>
                    <a:pt x="0" y="0"/>
                  </a:moveTo>
                  <a:lnTo>
                    <a:pt x="77359" y="2866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31" name="Candidate_receptor__3130">
              <a:extLst>
                <a:ext uri="{FF2B5EF4-FFF2-40B4-BE49-F238E27FC236}">
                  <a16:creationId xmlns:a16="http://schemas.microsoft.com/office/drawing/2014/main" id="{DD5E81DB-B5EE-62A5-CE27-4261522B2D6C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921398"/>
              <a:ext cx="80580" cy="79511"/>
            </a:xfrm>
            <a:custGeom>
              <a:avLst/>
              <a:gdLst/>
              <a:ahLst/>
              <a:cxnLst/>
              <a:rect l="0" t="0" r="0" b="0"/>
              <a:pathLst>
                <a:path w="80580" h="79511">
                  <a:moveTo>
                    <a:pt x="80580" y="795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2" name="Candidate_receptor__3131">
              <a:extLst>
                <a:ext uri="{FF2B5EF4-FFF2-40B4-BE49-F238E27FC236}">
                  <a16:creationId xmlns:a16="http://schemas.microsoft.com/office/drawing/2014/main" id="{309C9705-4EAB-C008-39C3-6A67A96E1AE8}"/>
                </a:ext>
              </a:extLst>
            </p:cNvPr>
            <p:cNvSpPr>
              <a:spLocks noGrp="1"/>
            </p:cNvSpPr>
            <p:nvPr/>
          </p:nvSpPr>
          <p:spPr>
            <a:xfrm>
              <a:off x="4646003" y="3941974"/>
              <a:ext cx="110091" cy="32171"/>
            </a:xfrm>
            <a:custGeom>
              <a:avLst/>
              <a:gdLst/>
              <a:ahLst/>
              <a:cxnLst/>
              <a:rect l="0" t="0" r="0" b="0"/>
              <a:pathLst>
                <a:path w="110091" h="32171">
                  <a:moveTo>
                    <a:pt x="0" y="0"/>
                  </a:moveTo>
                  <a:lnTo>
                    <a:pt x="110091" y="3217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3" name="Candidate_receptor__3132">
              <a:extLst>
                <a:ext uri="{FF2B5EF4-FFF2-40B4-BE49-F238E27FC236}">
                  <a16:creationId xmlns:a16="http://schemas.microsoft.com/office/drawing/2014/main" id="{2331AEF5-FD3D-9DD2-4777-20738E51D6DB}"/>
                </a:ext>
              </a:extLst>
            </p:cNvPr>
            <p:cNvSpPr>
              <a:spLocks noGrp="1"/>
            </p:cNvSpPr>
            <p:nvPr/>
          </p:nvSpPr>
          <p:spPr>
            <a:xfrm>
              <a:off x="4739348" y="5123997"/>
              <a:ext cx="17799" cy="77009"/>
            </a:xfrm>
            <a:custGeom>
              <a:avLst/>
              <a:gdLst/>
              <a:ahLst/>
              <a:cxnLst/>
              <a:rect l="0" t="0" r="0" b="0"/>
              <a:pathLst>
                <a:path w="17799" h="77009">
                  <a:moveTo>
                    <a:pt x="0" y="77009"/>
                  </a:moveTo>
                  <a:lnTo>
                    <a:pt x="1779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4" name="Candidate_receptor__3133">
              <a:extLst>
                <a:ext uri="{FF2B5EF4-FFF2-40B4-BE49-F238E27FC236}">
                  <a16:creationId xmlns:a16="http://schemas.microsoft.com/office/drawing/2014/main" id="{E25D5E4F-F937-D8BD-A08A-798CC5A32107}"/>
                </a:ext>
              </a:extLst>
            </p:cNvPr>
            <p:cNvSpPr>
              <a:spLocks noGrp="1"/>
            </p:cNvSpPr>
            <p:nvPr/>
          </p:nvSpPr>
          <p:spPr>
            <a:xfrm>
              <a:off x="5709957" y="3043571"/>
              <a:ext cx="90897" cy="21948"/>
            </a:xfrm>
            <a:custGeom>
              <a:avLst/>
              <a:gdLst/>
              <a:ahLst/>
              <a:cxnLst/>
              <a:rect l="0" t="0" r="0" b="0"/>
              <a:pathLst>
                <a:path w="90897" h="21948">
                  <a:moveTo>
                    <a:pt x="0" y="0"/>
                  </a:moveTo>
                  <a:lnTo>
                    <a:pt x="90897" y="21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5" name="Candidate_receptor__3134">
              <a:extLst>
                <a:ext uri="{FF2B5EF4-FFF2-40B4-BE49-F238E27FC236}">
                  <a16:creationId xmlns:a16="http://schemas.microsoft.com/office/drawing/2014/main" id="{3C0121AA-0AB2-856E-763F-0E10F814A779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2388"/>
              <a:ext cx="113552" cy="4827"/>
            </a:xfrm>
            <a:custGeom>
              <a:avLst/>
              <a:gdLst/>
              <a:ahLst/>
              <a:cxnLst/>
              <a:rect l="0" t="0" r="0" b="0"/>
              <a:pathLst>
                <a:path w="113552" h="4827">
                  <a:moveTo>
                    <a:pt x="0" y="4827"/>
                  </a:moveTo>
                  <a:lnTo>
                    <a:pt x="11355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6" name="Candidate_receptor__3135">
              <a:extLst>
                <a:ext uri="{FF2B5EF4-FFF2-40B4-BE49-F238E27FC236}">
                  <a16:creationId xmlns:a16="http://schemas.microsoft.com/office/drawing/2014/main" id="{959BC801-F898-B3AC-F990-4D5C06D482D3}"/>
                </a:ext>
              </a:extLst>
            </p:cNvPr>
            <p:cNvSpPr>
              <a:spLocks noGrp="1"/>
            </p:cNvSpPr>
            <p:nvPr/>
          </p:nvSpPr>
          <p:spPr>
            <a:xfrm>
              <a:off x="4881370" y="4506222"/>
              <a:ext cx="77752" cy="82317"/>
            </a:xfrm>
            <a:custGeom>
              <a:avLst/>
              <a:gdLst/>
              <a:ahLst/>
              <a:cxnLst/>
              <a:rect l="0" t="0" r="0" b="0"/>
              <a:pathLst>
                <a:path w="77752" h="82317">
                  <a:moveTo>
                    <a:pt x="0" y="0"/>
                  </a:moveTo>
                  <a:lnTo>
                    <a:pt x="77752" y="823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7" name="Candidate_receptor__3136">
              <a:extLst>
                <a:ext uri="{FF2B5EF4-FFF2-40B4-BE49-F238E27FC236}">
                  <a16:creationId xmlns:a16="http://schemas.microsoft.com/office/drawing/2014/main" id="{319D5D7E-704D-C6BE-46C6-8ED789EB7361}"/>
                </a:ext>
              </a:extLst>
            </p:cNvPr>
            <p:cNvSpPr>
              <a:spLocks noGrp="1"/>
            </p:cNvSpPr>
            <p:nvPr/>
          </p:nvSpPr>
          <p:spPr>
            <a:xfrm>
              <a:off x="5680710" y="3335129"/>
              <a:ext cx="44609" cy="1157"/>
            </a:xfrm>
            <a:custGeom>
              <a:avLst/>
              <a:gdLst/>
              <a:ahLst/>
              <a:cxnLst/>
              <a:rect l="0" t="0" r="0" b="0"/>
              <a:pathLst>
                <a:path w="44609" h="1157">
                  <a:moveTo>
                    <a:pt x="0" y="0"/>
                  </a:moveTo>
                  <a:lnTo>
                    <a:pt x="44609" y="11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8" name="Candidate_receptor__3137">
              <a:extLst>
                <a:ext uri="{FF2B5EF4-FFF2-40B4-BE49-F238E27FC236}">
                  <a16:creationId xmlns:a16="http://schemas.microsoft.com/office/drawing/2014/main" id="{51421C13-A195-92E0-2FF8-57B6F99E64E8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34346"/>
              <a:ext cx="52981" cy="4831"/>
            </a:xfrm>
            <a:custGeom>
              <a:avLst/>
              <a:gdLst/>
              <a:ahLst/>
              <a:cxnLst/>
              <a:rect l="0" t="0" r="0" b="0"/>
              <a:pathLst>
                <a:path w="52981" h="4831">
                  <a:moveTo>
                    <a:pt x="52981" y="0"/>
                  </a:moveTo>
                  <a:lnTo>
                    <a:pt x="0" y="483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9" name="Candidate_receptor__3138">
              <a:extLst>
                <a:ext uri="{FF2B5EF4-FFF2-40B4-BE49-F238E27FC236}">
                  <a16:creationId xmlns:a16="http://schemas.microsoft.com/office/drawing/2014/main" id="{9B2E8872-4E6E-F344-975B-D6756E7E70AC}"/>
                </a:ext>
              </a:extLst>
            </p:cNvPr>
            <p:cNvSpPr>
              <a:spLocks noGrp="1"/>
            </p:cNvSpPr>
            <p:nvPr/>
          </p:nvSpPr>
          <p:spPr>
            <a:xfrm>
              <a:off x="4787172" y="2458269"/>
              <a:ext cx="109680" cy="22654"/>
            </a:xfrm>
            <a:custGeom>
              <a:avLst/>
              <a:gdLst/>
              <a:ahLst/>
              <a:cxnLst/>
              <a:rect l="0" t="0" r="0" b="0"/>
              <a:pathLst>
                <a:path w="109680" h="22654">
                  <a:moveTo>
                    <a:pt x="0" y="22654"/>
                  </a:moveTo>
                  <a:lnTo>
                    <a:pt x="10968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0" name="Candidate_receptor__3139">
              <a:extLst>
                <a:ext uri="{FF2B5EF4-FFF2-40B4-BE49-F238E27FC236}">
                  <a16:creationId xmlns:a16="http://schemas.microsoft.com/office/drawing/2014/main" id="{0A1A9854-BBA6-B628-6DB8-C024AE2C3C9F}"/>
                </a:ext>
              </a:extLst>
            </p:cNvPr>
            <p:cNvSpPr>
              <a:spLocks noGrp="1"/>
            </p:cNvSpPr>
            <p:nvPr/>
          </p:nvSpPr>
          <p:spPr>
            <a:xfrm>
              <a:off x="4864242" y="4394513"/>
              <a:ext cx="17128" cy="111709"/>
            </a:xfrm>
            <a:custGeom>
              <a:avLst/>
              <a:gdLst/>
              <a:ahLst/>
              <a:cxnLst/>
              <a:rect l="0" t="0" r="0" b="0"/>
              <a:pathLst>
                <a:path w="17128" h="111709">
                  <a:moveTo>
                    <a:pt x="0" y="0"/>
                  </a:moveTo>
                  <a:lnTo>
                    <a:pt x="17128" y="11170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1" name="Candidate_receptor__3140">
              <a:extLst>
                <a:ext uri="{FF2B5EF4-FFF2-40B4-BE49-F238E27FC236}">
                  <a16:creationId xmlns:a16="http://schemas.microsoft.com/office/drawing/2014/main" id="{39F52B1E-4ABB-8FD3-61CA-785653F7FD42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09647"/>
              <a:ext cx="74252" cy="43800"/>
            </a:xfrm>
            <a:custGeom>
              <a:avLst/>
              <a:gdLst/>
              <a:ahLst/>
              <a:cxnLst/>
              <a:rect l="0" t="0" r="0" b="0"/>
              <a:pathLst>
                <a:path w="74252" h="43800">
                  <a:moveTo>
                    <a:pt x="0" y="43800"/>
                  </a:moveTo>
                  <a:lnTo>
                    <a:pt x="74252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2" name="Candidate_receptor__3141">
              <a:extLst>
                <a:ext uri="{FF2B5EF4-FFF2-40B4-BE49-F238E27FC236}">
                  <a16:creationId xmlns:a16="http://schemas.microsoft.com/office/drawing/2014/main" id="{A6CB418E-F67D-D114-AEB0-C297E91FE953}"/>
                </a:ext>
              </a:extLst>
            </p:cNvPr>
            <p:cNvSpPr>
              <a:spLocks noGrp="1"/>
            </p:cNvSpPr>
            <p:nvPr/>
          </p:nvSpPr>
          <p:spPr>
            <a:xfrm>
              <a:off x="4743558" y="4829304"/>
              <a:ext cx="24691" cy="50824"/>
            </a:xfrm>
            <a:custGeom>
              <a:avLst/>
              <a:gdLst/>
              <a:ahLst/>
              <a:cxnLst/>
              <a:rect l="0" t="0" r="0" b="0"/>
              <a:pathLst>
                <a:path w="24691" h="50824">
                  <a:moveTo>
                    <a:pt x="24691" y="0"/>
                  </a:moveTo>
                  <a:lnTo>
                    <a:pt x="0" y="50824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3" name="Candidate_receptor__3142">
              <a:extLst>
                <a:ext uri="{FF2B5EF4-FFF2-40B4-BE49-F238E27FC236}">
                  <a16:creationId xmlns:a16="http://schemas.microsoft.com/office/drawing/2014/main" id="{27FBD1A3-F38B-F0AC-4C5D-1385F25436B6}"/>
                </a:ext>
              </a:extLst>
            </p:cNvPr>
            <p:cNvSpPr>
              <a:spLocks noGrp="1"/>
            </p:cNvSpPr>
            <p:nvPr/>
          </p:nvSpPr>
          <p:spPr>
            <a:xfrm>
              <a:off x="4885098" y="4727526"/>
              <a:ext cx="110350" cy="25612"/>
            </a:xfrm>
            <a:custGeom>
              <a:avLst/>
              <a:gdLst/>
              <a:ahLst/>
              <a:cxnLst/>
              <a:rect l="0" t="0" r="0" b="0"/>
              <a:pathLst>
                <a:path w="110350" h="25612">
                  <a:moveTo>
                    <a:pt x="110350" y="25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4" name="Candidate_receptor__3143">
              <a:extLst>
                <a:ext uri="{FF2B5EF4-FFF2-40B4-BE49-F238E27FC236}">
                  <a16:creationId xmlns:a16="http://schemas.microsoft.com/office/drawing/2014/main" id="{D127B313-CAAE-2E0A-5A85-0BD960DA32A6}"/>
                </a:ext>
              </a:extLst>
            </p:cNvPr>
            <p:cNvSpPr>
              <a:spLocks noGrp="1"/>
            </p:cNvSpPr>
            <p:nvPr/>
          </p:nvSpPr>
          <p:spPr>
            <a:xfrm>
              <a:off x="5508509" y="3011906"/>
              <a:ext cx="99370" cy="38947"/>
            </a:xfrm>
            <a:custGeom>
              <a:avLst/>
              <a:gdLst/>
              <a:ahLst/>
              <a:cxnLst/>
              <a:rect l="0" t="0" r="0" b="0"/>
              <a:pathLst>
                <a:path w="99370" h="38947">
                  <a:moveTo>
                    <a:pt x="0" y="0"/>
                  </a:moveTo>
                  <a:lnTo>
                    <a:pt x="99370" y="3894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5" name="Candidate_receptor__3144">
              <a:extLst>
                <a:ext uri="{FF2B5EF4-FFF2-40B4-BE49-F238E27FC236}">
                  <a16:creationId xmlns:a16="http://schemas.microsoft.com/office/drawing/2014/main" id="{8865E532-A1ED-6362-F3D0-2746BF9D145C}"/>
                </a:ext>
              </a:extLst>
            </p:cNvPr>
            <p:cNvSpPr>
              <a:spLocks noGrp="1"/>
            </p:cNvSpPr>
            <p:nvPr/>
          </p:nvSpPr>
          <p:spPr>
            <a:xfrm>
              <a:off x="6160364" y="3330511"/>
              <a:ext cx="7408" cy="63834"/>
            </a:xfrm>
            <a:custGeom>
              <a:avLst/>
              <a:gdLst/>
              <a:ahLst/>
              <a:cxnLst/>
              <a:rect l="0" t="0" r="0" b="0"/>
              <a:pathLst>
                <a:path w="7408" h="63834">
                  <a:moveTo>
                    <a:pt x="7408" y="638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6" name="Candidate_receptor__3145">
              <a:extLst>
                <a:ext uri="{FF2B5EF4-FFF2-40B4-BE49-F238E27FC236}">
                  <a16:creationId xmlns:a16="http://schemas.microsoft.com/office/drawing/2014/main" id="{6589DAB1-66DC-B39C-DB28-6FF49033375A}"/>
                </a:ext>
              </a:extLst>
            </p:cNvPr>
            <p:cNvSpPr>
              <a:spLocks noGrp="1"/>
            </p:cNvSpPr>
            <p:nvPr/>
          </p:nvSpPr>
          <p:spPr>
            <a:xfrm>
              <a:off x="5696233" y="3185789"/>
              <a:ext cx="67326" cy="17676"/>
            </a:xfrm>
            <a:custGeom>
              <a:avLst/>
              <a:gdLst/>
              <a:ahLst/>
              <a:cxnLst/>
              <a:rect l="0" t="0" r="0" b="0"/>
              <a:pathLst>
                <a:path w="67326" h="17676">
                  <a:moveTo>
                    <a:pt x="0" y="0"/>
                  </a:moveTo>
                  <a:lnTo>
                    <a:pt x="67326" y="1767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7" name="Candidate_receptor__3146">
              <a:extLst>
                <a:ext uri="{FF2B5EF4-FFF2-40B4-BE49-F238E27FC236}">
                  <a16:creationId xmlns:a16="http://schemas.microsoft.com/office/drawing/2014/main" id="{45BC6168-C34D-48F1-7574-8EC10099D6F6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337487"/>
              <a:ext cx="48113" cy="92256"/>
            </a:xfrm>
            <a:custGeom>
              <a:avLst/>
              <a:gdLst/>
              <a:ahLst/>
              <a:cxnLst/>
              <a:rect l="0" t="0" r="0" b="0"/>
              <a:pathLst>
                <a:path w="48113" h="92256">
                  <a:moveTo>
                    <a:pt x="48113" y="0"/>
                  </a:moveTo>
                  <a:lnTo>
                    <a:pt x="0" y="9225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8" name="Candidate_receptor__3147">
              <a:extLst>
                <a:ext uri="{FF2B5EF4-FFF2-40B4-BE49-F238E27FC236}">
                  <a16:creationId xmlns:a16="http://schemas.microsoft.com/office/drawing/2014/main" id="{D8BF82F8-5E27-C00C-12F1-9182E3ADA20E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626294"/>
              <a:ext cx="103242" cy="48275"/>
            </a:xfrm>
            <a:custGeom>
              <a:avLst/>
              <a:gdLst/>
              <a:ahLst/>
              <a:cxnLst/>
              <a:rect l="0" t="0" r="0" b="0"/>
              <a:pathLst>
                <a:path w="103242" h="48275">
                  <a:moveTo>
                    <a:pt x="0" y="0"/>
                  </a:moveTo>
                  <a:lnTo>
                    <a:pt x="103242" y="4827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9" name="Candidate_receptor__3148">
              <a:extLst>
                <a:ext uri="{FF2B5EF4-FFF2-40B4-BE49-F238E27FC236}">
                  <a16:creationId xmlns:a16="http://schemas.microsoft.com/office/drawing/2014/main" id="{1FFFF1E4-2722-D47B-D0E2-0249CEAA5FCD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24413" cy="38982"/>
            </a:xfrm>
            <a:custGeom>
              <a:avLst/>
              <a:gdLst/>
              <a:ahLst/>
              <a:cxnLst/>
              <a:rect l="0" t="0" r="0" b="0"/>
              <a:pathLst>
                <a:path w="24413" h="38982">
                  <a:moveTo>
                    <a:pt x="0" y="0"/>
                  </a:moveTo>
                  <a:lnTo>
                    <a:pt x="24413" y="3898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0" name="Candidate_receptor__3149">
              <a:extLst>
                <a:ext uri="{FF2B5EF4-FFF2-40B4-BE49-F238E27FC236}">
                  <a16:creationId xmlns:a16="http://schemas.microsoft.com/office/drawing/2014/main" id="{2E8403C6-B705-C898-0996-7484B0008758}"/>
                </a:ext>
              </a:extLst>
            </p:cNvPr>
            <p:cNvSpPr>
              <a:spLocks noGrp="1"/>
            </p:cNvSpPr>
            <p:nvPr/>
          </p:nvSpPr>
          <p:spPr>
            <a:xfrm>
              <a:off x="5607879" y="3043571"/>
              <a:ext cx="102079" cy="7282"/>
            </a:xfrm>
            <a:custGeom>
              <a:avLst/>
              <a:gdLst/>
              <a:ahLst/>
              <a:cxnLst/>
              <a:rect l="0" t="0" r="0" b="0"/>
              <a:pathLst>
                <a:path w="102079" h="7282">
                  <a:moveTo>
                    <a:pt x="0" y="7282"/>
                  </a:moveTo>
                  <a:lnTo>
                    <a:pt x="10207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1" name="Candidate_receptor__3150">
              <a:extLst>
                <a:ext uri="{FF2B5EF4-FFF2-40B4-BE49-F238E27FC236}">
                  <a16:creationId xmlns:a16="http://schemas.microsoft.com/office/drawing/2014/main" id="{257A5BB1-BD47-FF74-4CF8-42A795A28ACC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11906"/>
              <a:ext cx="108871" cy="19630"/>
            </a:xfrm>
            <a:custGeom>
              <a:avLst/>
              <a:gdLst/>
              <a:ahLst/>
              <a:cxnLst/>
              <a:rect l="0" t="0" r="0" b="0"/>
              <a:pathLst>
                <a:path w="108871" h="19630">
                  <a:moveTo>
                    <a:pt x="0" y="19630"/>
                  </a:moveTo>
                  <a:lnTo>
                    <a:pt x="1088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2" name="Candidate_receptor__3151">
              <a:extLst>
                <a:ext uri="{FF2B5EF4-FFF2-40B4-BE49-F238E27FC236}">
                  <a16:creationId xmlns:a16="http://schemas.microsoft.com/office/drawing/2014/main" id="{B311F559-51D3-5C7C-E761-7184E9E2F547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33558"/>
              <a:ext cx="39972" cy="46716"/>
            </a:xfrm>
            <a:custGeom>
              <a:avLst/>
              <a:gdLst/>
              <a:ahLst/>
              <a:cxnLst/>
              <a:rect l="0" t="0" r="0" b="0"/>
              <a:pathLst>
                <a:path w="39972" h="46716">
                  <a:moveTo>
                    <a:pt x="0" y="46716"/>
                  </a:moveTo>
                  <a:lnTo>
                    <a:pt x="3997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3" name="Candidate_receptor__3152">
              <a:extLst>
                <a:ext uri="{FF2B5EF4-FFF2-40B4-BE49-F238E27FC236}">
                  <a16:creationId xmlns:a16="http://schemas.microsoft.com/office/drawing/2014/main" id="{4C045B6B-04D7-D3A0-BE99-141577847F29}"/>
                </a:ext>
              </a:extLst>
            </p:cNvPr>
            <p:cNvSpPr>
              <a:spLocks noGrp="1"/>
            </p:cNvSpPr>
            <p:nvPr/>
          </p:nvSpPr>
          <p:spPr>
            <a:xfrm>
              <a:off x="4579163" y="5118574"/>
              <a:ext cx="48963" cy="56619"/>
            </a:xfrm>
            <a:custGeom>
              <a:avLst/>
              <a:gdLst/>
              <a:ahLst/>
              <a:cxnLst/>
              <a:rect l="0" t="0" r="0" b="0"/>
              <a:pathLst>
                <a:path w="48963" h="56619">
                  <a:moveTo>
                    <a:pt x="0" y="0"/>
                  </a:moveTo>
                  <a:lnTo>
                    <a:pt x="48963" y="56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4" name="Candidate_receptor__3153">
              <a:extLst>
                <a:ext uri="{FF2B5EF4-FFF2-40B4-BE49-F238E27FC236}">
                  <a16:creationId xmlns:a16="http://schemas.microsoft.com/office/drawing/2014/main" id="{97247AC7-8EED-AB42-A516-A550081DAEB3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94198"/>
              <a:ext cx="246" cy="20633"/>
            </a:xfrm>
            <a:custGeom>
              <a:avLst/>
              <a:gdLst/>
              <a:ahLst/>
              <a:cxnLst/>
              <a:rect l="0" t="0" r="0" b="0"/>
              <a:pathLst>
                <a:path w="246" h="20633">
                  <a:moveTo>
                    <a:pt x="246" y="0"/>
                  </a:moveTo>
                  <a:lnTo>
                    <a:pt x="0" y="2063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5" name="Candidate_receptor__3154">
              <a:extLst>
                <a:ext uri="{FF2B5EF4-FFF2-40B4-BE49-F238E27FC236}">
                  <a16:creationId xmlns:a16="http://schemas.microsoft.com/office/drawing/2014/main" id="{306057A3-C79C-BEA6-61BA-960A4551B043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96346"/>
              <a:ext cx="68140" cy="75026"/>
            </a:xfrm>
            <a:custGeom>
              <a:avLst/>
              <a:gdLst/>
              <a:ahLst/>
              <a:cxnLst/>
              <a:rect l="0" t="0" r="0" b="0"/>
              <a:pathLst>
                <a:path w="68140" h="75026">
                  <a:moveTo>
                    <a:pt x="0" y="0"/>
                  </a:moveTo>
                  <a:lnTo>
                    <a:pt x="68140" y="7502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6" name="Candidate_receptor__3155">
              <a:extLst>
                <a:ext uri="{FF2B5EF4-FFF2-40B4-BE49-F238E27FC236}">
                  <a16:creationId xmlns:a16="http://schemas.microsoft.com/office/drawing/2014/main" id="{EE5FE962-E239-2101-7381-AB8FA1C29492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75588"/>
              <a:ext cx="22625" cy="6944"/>
            </a:xfrm>
            <a:custGeom>
              <a:avLst/>
              <a:gdLst/>
              <a:ahLst/>
              <a:cxnLst/>
              <a:rect l="0" t="0" r="0" b="0"/>
              <a:pathLst>
                <a:path w="22625" h="6944">
                  <a:moveTo>
                    <a:pt x="22625" y="69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7" name="Candidate_receptor__3156">
              <a:extLst>
                <a:ext uri="{FF2B5EF4-FFF2-40B4-BE49-F238E27FC236}">
                  <a16:creationId xmlns:a16="http://schemas.microsoft.com/office/drawing/2014/main" id="{74782B51-949F-B466-779F-9C17F0C646FE}"/>
                </a:ext>
              </a:extLst>
            </p:cNvPr>
            <p:cNvSpPr>
              <a:spLocks noGrp="1"/>
            </p:cNvSpPr>
            <p:nvPr/>
          </p:nvSpPr>
          <p:spPr>
            <a:xfrm>
              <a:off x="5900197" y="3655312"/>
              <a:ext cx="55471" cy="95276"/>
            </a:xfrm>
            <a:custGeom>
              <a:avLst/>
              <a:gdLst/>
              <a:ahLst/>
              <a:cxnLst/>
              <a:rect l="0" t="0" r="0" b="0"/>
              <a:pathLst>
                <a:path w="55471" h="95276">
                  <a:moveTo>
                    <a:pt x="0" y="95276"/>
                  </a:moveTo>
                  <a:lnTo>
                    <a:pt x="554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8" name="Candidate_receptor__3157">
              <a:extLst>
                <a:ext uri="{FF2B5EF4-FFF2-40B4-BE49-F238E27FC236}">
                  <a16:creationId xmlns:a16="http://schemas.microsoft.com/office/drawing/2014/main" id="{BD782264-35A9-2D90-8B51-8F24F38D8D17}"/>
                </a:ext>
              </a:extLst>
            </p:cNvPr>
            <p:cNvSpPr>
              <a:spLocks noGrp="1"/>
            </p:cNvSpPr>
            <p:nvPr/>
          </p:nvSpPr>
          <p:spPr>
            <a:xfrm>
              <a:off x="4921220" y="2005764"/>
              <a:ext cx="65193" cy="91819"/>
            </a:xfrm>
            <a:custGeom>
              <a:avLst/>
              <a:gdLst/>
              <a:ahLst/>
              <a:cxnLst/>
              <a:rect l="0" t="0" r="0" b="0"/>
              <a:pathLst>
                <a:path w="65193" h="91819">
                  <a:moveTo>
                    <a:pt x="65193" y="0"/>
                  </a:moveTo>
                  <a:lnTo>
                    <a:pt x="0" y="918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9" name="Candidate_receptor__3158">
              <a:extLst>
                <a:ext uri="{FF2B5EF4-FFF2-40B4-BE49-F238E27FC236}">
                  <a16:creationId xmlns:a16="http://schemas.microsoft.com/office/drawing/2014/main" id="{3C49CB52-80D3-0592-31EB-7CB0F749C0FF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739643"/>
              <a:ext cx="98016" cy="26101"/>
            </a:xfrm>
            <a:custGeom>
              <a:avLst/>
              <a:gdLst/>
              <a:ahLst/>
              <a:cxnLst/>
              <a:rect l="0" t="0" r="0" b="0"/>
              <a:pathLst>
                <a:path w="98016" h="26101">
                  <a:moveTo>
                    <a:pt x="98016" y="26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0" name="Candidate_receptor__3159">
              <a:extLst>
                <a:ext uri="{FF2B5EF4-FFF2-40B4-BE49-F238E27FC236}">
                  <a16:creationId xmlns:a16="http://schemas.microsoft.com/office/drawing/2014/main" id="{955815E8-E311-674E-606F-CC4195032373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839871"/>
              <a:ext cx="77718" cy="81528"/>
            </a:xfrm>
            <a:custGeom>
              <a:avLst/>
              <a:gdLst/>
              <a:ahLst/>
              <a:cxnLst/>
              <a:rect l="0" t="0" r="0" b="0"/>
              <a:pathLst>
                <a:path w="77718" h="81528">
                  <a:moveTo>
                    <a:pt x="0" y="81528"/>
                  </a:moveTo>
                  <a:lnTo>
                    <a:pt x="7771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1" name="Candidate_receptor__3160">
              <a:extLst>
                <a:ext uri="{FF2B5EF4-FFF2-40B4-BE49-F238E27FC236}">
                  <a16:creationId xmlns:a16="http://schemas.microsoft.com/office/drawing/2014/main" id="{B01B8EB6-2F4F-84F0-AED6-5DF82EC1C9C4}"/>
                </a:ext>
              </a:extLst>
            </p:cNvPr>
            <p:cNvSpPr>
              <a:spLocks noGrp="1"/>
            </p:cNvSpPr>
            <p:nvPr/>
          </p:nvSpPr>
          <p:spPr>
            <a:xfrm>
              <a:off x="4735707" y="2480923"/>
              <a:ext cx="51465" cy="82038"/>
            </a:xfrm>
            <a:custGeom>
              <a:avLst/>
              <a:gdLst/>
              <a:ahLst/>
              <a:cxnLst/>
              <a:rect l="0" t="0" r="0" b="0"/>
              <a:pathLst>
                <a:path w="51465" h="82038">
                  <a:moveTo>
                    <a:pt x="0" y="82038"/>
                  </a:moveTo>
                  <a:lnTo>
                    <a:pt x="5146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2" name="Candidate_receptor__3161">
              <a:extLst>
                <a:ext uri="{FF2B5EF4-FFF2-40B4-BE49-F238E27FC236}">
                  <a16:creationId xmlns:a16="http://schemas.microsoft.com/office/drawing/2014/main" id="{9B8DC65F-7BE2-6578-5FB5-75819920D05A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24481"/>
              <a:ext cx="96261" cy="52763"/>
            </a:xfrm>
            <a:custGeom>
              <a:avLst/>
              <a:gdLst/>
              <a:ahLst/>
              <a:cxnLst/>
              <a:rect l="0" t="0" r="0" b="0"/>
              <a:pathLst>
                <a:path w="96261" h="52763">
                  <a:moveTo>
                    <a:pt x="96261" y="5276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3" name="Candidate_receptor__3162">
              <a:extLst>
                <a:ext uri="{FF2B5EF4-FFF2-40B4-BE49-F238E27FC236}">
                  <a16:creationId xmlns:a16="http://schemas.microsoft.com/office/drawing/2014/main" id="{F59EF378-7CE2-5D88-C16F-3BF8948A4663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15524"/>
              <a:ext cx="18054" cy="80822"/>
            </a:xfrm>
            <a:custGeom>
              <a:avLst/>
              <a:gdLst/>
              <a:ahLst/>
              <a:cxnLst/>
              <a:rect l="0" t="0" r="0" b="0"/>
              <a:pathLst>
                <a:path w="18054" h="80822">
                  <a:moveTo>
                    <a:pt x="18054" y="0"/>
                  </a:moveTo>
                  <a:lnTo>
                    <a:pt x="0" y="8082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4" name="Candidate_receptor__3163">
              <a:extLst>
                <a:ext uri="{FF2B5EF4-FFF2-40B4-BE49-F238E27FC236}">
                  <a16:creationId xmlns:a16="http://schemas.microsoft.com/office/drawing/2014/main" id="{731632DA-4AFD-57DF-6207-046FF31D5D0F}"/>
                </a:ext>
              </a:extLst>
            </p:cNvPr>
            <p:cNvSpPr>
              <a:spLocks noGrp="1"/>
            </p:cNvSpPr>
            <p:nvPr/>
          </p:nvSpPr>
          <p:spPr>
            <a:xfrm>
              <a:off x="5024850" y="3165181"/>
              <a:ext cx="25855" cy="75065"/>
            </a:xfrm>
            <a:custGeom>
              <a:avLst/>
              <a:gdLst/>
              <a:ahLst/>
              <a:cxnLst/>
              <a:rect l="0" t="0" r="0" b="0"/>
              <a:pathLst>
                <a:path w="25855" h="75065">
                  <a:moveTo>
                    <a:pt x="25855" y="750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5" name="Candidate_receptor__3164">
              <a:extLst>
                <a:ext uri="{FF2B5EF4-FFF2-40B4-BE49-F238E27FC236}">
                  <a16:creationId xmlns:a16="http://schemas.microsoft.com/office/drawing/2014/main" id="{1387095A-9F16-B87E-D762-BDC89D48C33C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070674"/>
              <a:ext cx="37651" cy="36188"/>
            </a:xfrm>
            <a:custGeom>
              <a:avLst/>
              <a:gdLst/>
              <a:ahLst/>
              <a:cxnLst/>
              <a:rect l="0" t="0" r="0" b="0"/>
              <a:pathLst>
                <a:path w="37651" h="36188">
                  <a:moveTo>
                    <a:pt x="37651" y="0"/>
                  </a:moveTo>
                  <a:lnTo>
                    <a:pt x="0" y="36188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6" name="Candidate_receptor__3165">
              <a:extLst>
                <a:ext uri="{FF2B5EF4-FFF2-40B4-BE49-F238E27FC236}">
                  <a16:creationId xmlns:a16="http://schemas.microsoft.com/office/drawing/2014/main" id="{600212A4-D13D-E99B-6AD5-4C3F1E25905E}"/>
                </a:ext>
              </a:extLst>
            </p:cNvPr>
            <p:cNvSpPr>
              <a:spLocks noGrp="1"/>
            </p:cNvSpPr>
            <p:nvPr/>
          </p:nvSpPr>
          <p:spPr>
            <a:xfrm>
              <a:off x="4893152" y="4043012"/>
              <a:ext cx="26321" cy="43643"/>
            </a:xfrm>
            <a:custGeom>
              <a:avLst/>
              <a:gdLst/>
              <a:ahLst/>
              <a:cxnLst/>
              <a:rect l="0" t="0" r="0" b="0"/>
              <a:pathLst>
                <a:path w="26321" h="43643">
                  <a:moveTo>
                    <a:pt x="0" y="43643"/>
                  </a:moveTo>
                  <a:lnTo>
                    <a:pt x="2632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7" name="Candidate_receptor__3166">
              <a:extLst>
                <a:ext uri="{FF2B5EF4-FFF2-40B4-BE49-F238E27FC236}">
                  <a16:creationId xmlns:a16="http://schemas.microsoft.com/office/drawing/2014/main" id="{957B9838-FDAC-E372-745E-7E1883B478E9}"/>
                </a:ext>
              </a:extLst>
            </p:cNvPr>
            <p:cNvSpPr>
              <a:spLocks noGrp="1"/>
            </p:cNvSpPr>
            <p:nvPr/>
          </p:nvSpPr>
          <p:spPr>
            <a:xfrm>
              <a:off x="6412117" y="4004068"/>
              <a:ext cx="11099" cy="85861"/>
            </a:xfrm>
            <a:custGeom>
              <a:avLst/>
              <a:gdLst/>
              <a:ahLst/>
              <a:cxnLst/>
              <a:rect l="0" t="0" r="0" b="0"/>
              <a:pathLst>
                <a:path w="11099" h="85861">
                  <a:moveTo>
                    <a:pt x="11099" y="8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8" name="Candidate_receptor__3167">
              <a:extLst>
                <a:ext uri="{FF2B5EF4-FFF2-40B4-BE49-F238E27FC236}">
                  <a16:creationId xmlns:a16="http://schemas.microsoft.com/office/drawing/2014/main" id="{940CCFCC-D033-BC85-1711-9A4EC2F072F0}"/>
                </a:ext>
              </a:extLst>
            </p:cNvPr>
            <p:cNvSpPr>
              <a:spLocks noGrp="1"/>
            </p:cNvSpPr>
            <p:nvPr/>
          </p:nvSpPr>
          <p:spPr>
            <a:xfrm>
              <a:off x="5116876" y="3379961"/>
              <a:ext cx="3796" cy="106128"/>
            </a:xfrm>
            <a:custGeom>
              <a:avLst/>
              <a:gdLst/>
              <a:ahLst/>
              <a:cxnLst/>
              <a:rect l="0" t="0" r="0" b="0"/>
              <a:pathLst>
                <a:path w="3796" h="106128">
                  <a:moveTo>
                    <a:pt x="0" y="0"/>
                  </a:moveTo>
                  <a:lnTo>
                    <a:pt x="3796" y="10612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9" name="Candidate_receptor__3168">
              <a:extLst>
                <a:ext uri="{FF2B5EF4-FFF2-40B4-BE49-F238E27FC236}">
                  <a16:creationId xmlns:a16="http://schemas.microsoft.com/office/drawing/2014/main" id="{5503E628-152E-8C3E-12FA-94CEDD17A5B8}"/>
                </a:ext>
              </a:extLst>
            </p:cNvPr>
            <p:cNvSpPr>
              <a:spLocks noGrp="1"/>
            </p:cNvSpPr>
            <p:nvPr/>
          </p:nvSpPr>
          <p:spPr>
            <a:xfrm>
              <a:off x="5725586" y="4145931"/>
              <a:ext cx="91059" cy="38406"/>
            </a:xfrm>
            <a:custGeom>
              <a:avLst/>
              <a:gdLst/>
              <a:ahLst/>
              <a:cxnLst/>
              <a:rect l="0" t="0" r="0" b="0"/>
              <a:pathLst>
                <a:path w="91059" h="38406">
                  <a:moveTo>
                    <a:pt x="0" y="0"/>
                  </a:moveTo>
                  <a:lnTo>
                    <a:pt x="91059" y="3840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0" name="Candidate_receptor__3169">
              <a:extLst>
                <a:ext uri="{FF2B5EF4-FFF2-40B4-BE49-F238E27FC236}">
                  <a16:creationId xmlns:a16="http://schemas.microsoft.com/office/drawing/2014/main" id="{F460E1A6-9EF6-7AF6-2F5F-F5E6AFB360F3}"/>
                </a:ext>
              </a:extLst>
            </p:cNvPr>
            <p:cNvSpPr>
              <a:spLocks noGrp="1"/>
            </p:cNvSpPr>
            <p:nvPr/>
          </p:nvSpPr>
          <p:spPr>
            <a:xfrm>
              <a:off x="5634259" y="4145931"/>
              <a:ext cx="91326" cy="35855"/>
            </a:xfrm>
            <a:custGeom>
              <a:avLst/>
              <a:gdLst/>
              <a:ahLst/>
              <a:cxnLst/>
              <a:rect l="0" t="0" r="0" b="0"/>
              <a:pathLst>
                <a:path w="91326" h="35855">
                  <a:moveTo>
                    <a:pt x="0" y="35855"/>
                  </a:moveTo>
                  <a:lnTo>
                    <a:pt x="913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1" name="Candidate_receptor__3170">
              <a:extLst>
                <a:ext uri="{FF2B5EF4-FFF2-40B4-BE49-F238E27FC236}">
                  <a16:creationId xmlns:a16="http://schemas.microsoft.com/office/drawing/2014/main" id="{471F1C58-D131-1BE7-182F-9AF508DD013C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224796"/>
              <a:ext cx="109517" cy="11838"/>
            </a:xfrm>
            <a:custGeom>
              <a:avLst/>
              <a:gdLst/>
              <a:ahLst/>
              <a:cxnLst/>
              <a:rect l="0" t="0" r="0" b="0"/>
              <a:pathLst>
                <a:path w="109517" h="11838">
                  <a:moveTo>
                    <a:pt x="0" y="11838"/>
                  </a:moveTo>
                  <a:lnTo>
                    <a:pt x="10951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2" name="Candidate_receptor__3171">
              <a:extLst>
                <a:ext uri="{FF2B5EF4-FFF2-40B4-BE49-F238E27FC236}">
                  <a16:creationId xmlns:a16="http://schemas.microsoft.com/office/drawing/2014/main" id="{BDB3C8CD-0A2A-D893-955A-37D2BCB72707}"/>
                </a:ext>
              </a:extLst>
            </p:cNvPr>
            <p:cNvSpPr>
              <a:spLocks noGrp="1"/>
            </p:cNvSpPr>
            <p:nvPr/>
          </p:nvSpPr>
          <p:spPr>
            <a:xfrm>
              <a:off x="5823213" y="2919074"/>
              <a:ext cx="72827" cy="34108"/>
            </a:xfrm>
            <a:custGeom>
              <a:avLst/>
              <a:gdLst/>
              <a:ahLst/>
              <a:cxnLst/>
              <a:rect l="0" t="0" r="0" b="0"/>
              <a:pathLst>
                <a:path w="72827" h="34108">
                  <a:moveTo>
                    <a:pt x="0" y="0"/>
                  </a:moveTo>
                  <a:lnTo>
                    <a:pt x="72827" y="3410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3" name="Candidate_receptor__3172">
              <a:extLst>
                <a:ext uri="{FF2B5EF4-FFF2-40B4-BE49-F238E27FC236}">
                  <a16:creationId xmlns:a16="http://schemas.microsoft.com/office/drawing/2014/main" id="{93CE1777-B498-03C2-4594-0A83DDD8FEB7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562962"/>
              <a:ext cx="100995" cy="46581"/>
            </a:xfrm>
            <a:custGeom>
              <a:avLst/>
              <a:gdLst/>
              <a:ahLst/>
              <a:cxnLst/>
              <a:rect l="0" t="0" r="0" b="0"/>
              <a:pathLst>
                <a:path w="100995" h="46581">
                  <a:moveTo>
                    <a:pt x="0" y="46581"/>
                  </a:moveTo>
                  <a:lnTo>
                    <a:pt x="10099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4" name="Candidate_receptor__3173">
              <a:extLst>
                <a:ext uri="{FF2B5EF4-FFF2-40B4-BE49-F238E27FC236}">
                  <a16:creationId xmlns:a16="http://schemas.microsoft.com/office/drawing/2014/main" id="{1C3515BC-C8C9-2B5B-5B9A-D0DF0F2DF51E}"/>
                </a:ext>
              </a:extLst>
            </p:cNvPr>
            <p:cNvSpPr>
              <a:spLocks noGrp="1"/>
            </p:cNvSpPr>
            <p:nvPr/>
          </p:nvSpPr>
          <p:spPr>
            <a:xfrm>
              <a:off x="4781968" y="3809980"/>
              <a:ext cx="6026" cy="14532"/>
            </a:xfrm>
            <a:custGeom>
              <a:avLst/>
              <a:gdLst/>
              <a:ahLst/>
              <a:cxnLst/>
              <a:rect l="0" t="0" r="0" b="0"/>
              <a:pathLst>
                <a:path w="6026" h="14532">
                  <a:moveTo>
                    <a:pt x="0" y="14532"/>
                  </a:moveTo>
                  <a:lnTo>
                    <a:pt x="60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5" name="Candidate_receptor__3174">
              <a:extLst>
                <a:ext uri="{FF2B5EF4-FFF2-40B4-BE49-F238E27FC236}">
                  <a16:creationId xmlns:a16="http://schemas.microsoft.com/office/drawing/2014/main" id="{A3E8BFC6-2C7E-64F4-AEBB-514582324A07}"/>
                </a:ext>
              </a:extLst>
            </p:cNvPr>
            <p:cNvSpPr>
              <a:spLocks noGrp="1"/>
            </p:cNvSpPr>
            <p:nvPr/>
          </p:nvSpPr>
          <p:spPr>
            <a:xfrm>
              <a:off x="4453651" y="3281868"/>
              <a:ext cx="63195" cy="95377"/>
            </a:xfrm>
            <a:custGeom>
              <a:avLst/>
              <a:gdLst/>
              <a:ahLst/>
              <a:cxnLst/>
              <a:rect l="0" t="0" r="0" b="0"/>
              <a:pathLst>
                <a:path w="63195" h="95377">
                  <a:moveTo>
                    <a:pt x="63195" y="0"/>
                  </a:moveTo>
                  <a:lnTo>
                    <a:pt x="0" y="95377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76" name="Candidate_receptor__3175">
              <a:extLst>
                <a:ext uri="{FF2B5EF4-FFF2-40B4-BE49-F238E27FC236}">
                  <a16:creationId xmlns:a16="http://schemas.microsoft.com/office/drawing/2014/main" id="{13D645A8-7F1F-A4D7-75E0-63B5C8A0C1E1}"/>
                </a:ext>
              </a:extLst>
            </p:cNvPr>
            <p:cNvSpPr>
              <a:spLocks noGrp="1"/>
            </p:cNvSpPr>
            <p:nvPr/>
          </p:nvSpPr>
          <p:spPr>
            <a:xfrm>
              <a:off x="6213244" y="3765744"/>
              <a:ext cx="75054" cy="85793"/>
            </a:xfrm>
            <a:custGeom>
              <a:avLst/>
              <a:gdLst/>
              <a:ahLst/>
              <a:cxnLst/>
              <a:rect l="0" t="0" r="0" b="0"/>
              <a:pathLst>
                <a:path w="75054" h="85793">
                  <a:moveTo>
                    <a:pt x="75054" y="857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7" name="Candidate_receptor__3176">
              <a:extLst>
                <a:ext uri="{FF2B5EF4-FFF2-40B4-BE49-F238E27FC236}">
                  <a16:creationId xmlns:a16="http://schemas.microsoft.com/office/drawing/2014/main" id="{A1B5E321-4EC5-25E0-4834-1109A69796B5}"/>
                </a:ext>
              </a:extLst>
            </p:cNvPr>
            <p:cNvSpPr>
              <a:spLocks noGrp="1"/>
            </p:cNvSpPr>
            <p:nvPr/>
          </p:nvSpPr>
          <p:spPr>
            <a:xfrm>
              <a:off x="5753754" y="1825015"/>
              <a:ext cx="112655" cy="14856"/>
            </a:xfrm>
            <a:custGeom>
              <a:avLst/>
              <a:gdLst/>
              <a:ahLst/>
              <a:cxnLst/>
              <a:rect l="0" t="0" r="0" b="0"/>
              <a:pathLst>
                <a:path w="112655" h="14856">
                  <a:moveTo>
                    <a:pt x="0" y="14856"/>
                  </a:moveTo>
                  <a:lnTo>
                    <a:pt x="1126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8" name="Candidate_receptor__3177">
              <a:extLst>
                <a:ext uri="{FF2B5EF4-FFF2-40B4-BE49-F238E27FC236}">
                  <a16:creationId xmlns:a16="http://schemas.microsoft.com/office/drawing/2014/main" id="{D40961B9-46F9-7B94-C985-94D434E7B6A9}"/>
                </a:ext>
              </a:extLst>
            </p:cNvPr>
            <p:cNvSpPr>
              <a:spLocks noGrp="1"/>
            </p:cNvSpPr>
            <p:nvPr/>
          </p:nvSpPr>
          <p:spPr>
            <a:xfrm>
              <a:off x="5583469" y="3185789"/>
              <a:ext cx="112764" cy="600"/>
            </a:xfrm>
            <a:custGeom>
              <a:avLst/>
              <a:gdLst/>
              <a:ahLst/>
              <a:cxnLst/>
              <a:rect l="0" t="0" r="0" b="0"/>
              <a:pathLst>
                <a:path w="112764" h="600">
                  <a:moveTo>
                    <a:pt x="0" y="600"/>
                  </a:moveTo>
                  <a:lnTo>
                    <a:pt x="11276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9" name="Candidate_receptor__3178">
              <a:extLst>
                <a:ext uri="{FF2B5EF4-FFF2-40B4-BE49-F238E27FC236}">
                  <a16:creationId xmlns:a16="http://schemas.microsoft.com/office/drawing/2014/main" id="{F7890C9E-041F-C9B8-AF79-1F3548940FF2}"/>
                </a:ext>
              </a:extLst>
            </p:cNvPr>
            <p:cNvSpPr>
              <a:spLocks noGrp="1"/>
            </p:cNvSpPr>
            <p:nvPr/>
          </p:nvSpPr>
          <p:spPr>
            <a:xfrm>
              <a:off x="4986413" y="2005764"/>
              <a:ext cx="109528" cy="25106"/>
            </a:xfrm>
            <a:custGeom>
              <a:avLst/>
              <a:gdLst/>
              <a:ahLst/>
              <a:cxnLst/>
              <a:rect l="0" t="0" r="0" b="0"/>
              <a:pathLst>
                <a:path w="109528" h="25106">
                  <a:moveTo>
                    <a:pt x="109528" y="251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0" name="Candidate_receptor__3179">
              <a:extLst>
                <a:ext uri="{FF2B5EF4-FFF2-40B4-BE49-F238E27FC236}">
                  <a16:creationId xmlns:a16="http://schemas.microsoft.com/office/drawing/2014/main" id="{EAEAF4FC-017A-7188-9AF0-AB608E243633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089929"/>
              <a:ext cx="77906" cy="65417"/>
            </a:xfrm>
            <a:custGeom>
              <a:avLst/>
              <a:gdLst/>
              <a:ahLst/>
              <a:cxnLst/>
              <a:rect l="0" t="0" r="0" b="0"/>
              <a:pathLst>
                <a:path w="77906" h="65417">
                  <a:moveTo>
                    <a:pt x="0" y="65417"/>
                  </a:moveTo>
                  <a:lnTo>
                    <a:pt x="7790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1" name="Candidate_receptor__3180">
              <a:extLst>
                <a:ext uri="{FF2B5EF4-FFF2-40B4-BE49-F238E27FC236}">
                  <a16:creationId xmlns:a16="http://schemas.microsoft.com/office/drawing/2014/main" id="{19A7BABF-C64A-C2D4-8BA6-52BE977E10FA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7215"/>
              <a:ext cx="16492" cy="96194"/>
            </a:xfrm>
            <a:custGeom>
              <a:avLst/>
              <a:gdLst/>
              <a:ahLst/>
              <a:cxnLst/>
              <a:rect l="0" t="0" r="0" b="0"/>
              <a:pathLst>
                <a:path w="16492" h="96194">
                  <a:moveTo>
                    <a:pt x="16492" y="96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2" name="Candidate_receptor__3181">
              <a:extLst>
                <a:ext uri="{FF2B5EF4-FFF2-40B4-BE49-F238E27FC236}">
                  <a16:creationId xmlns:a16="http://schemas.microsoft.com/office/drawing/2014/main" id="{16C3DEB3-E2E1-54F1-7A2A-8EFFDC42F908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3960666"/>
              <a:ext cx="92501" cy="64257"/>
            </a:xfrm>
            <a:custGeom>
              <a:avLst/>
              <a:gdLst/>
              <a:ahLst/>
              <a:cxnLst/>
              <a:rect l="0" t="0" r="0" b="0"/>
              <a:pathLst>
                <a:path w="92501" h="64257">
                  <a:moveTo>
                    <a:pt x="92501" y="0"/>
                  </a:moveTo>
                  <a:lnTo>
                    <a:pt x="0" y="642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3" name="Candidate_receptor__3182">
              <a:extLst>
                <a:ext uri="{FF2B5EF4-FFF2-40B4-BE49-F238E27FC236}">
                  <a16:creationId xmlns:a16="http://schemas.microsoft.com/office/drawing/2014/main" id="{9B6FC132-C91A-61BE-B5DB-037B378E37AC}"/>
                </a:ext>
              </a:extLst>
            </p:cNvPr>
            <p:cNvSpPr>
              <a:spLocks noGrp="1"/>
            </p:cNvSpPr>
            <p:nvPr/>
          </p:nvSpPr>
          <p:spPr>
            <a:xfrm>
              <a:off x="4756095" y="3959397"/>
              <a:ext cx="64189" cy="14749"/>
            </a:xfrm>
            <a:custGeom>
              <a:avLst/>
              <a:gdLst/>
              <a:ahLst/>
              <a:cxnLst/>
              <a:rect l="0" t="0" r="0" b="0"/>
              <a:pathLst>
                <a:path w="64189" h="14749">
                  <a:moveTo>
                    <a:pt x="0" y="14749"/>
                  </a:moveTo>
                  <a:lnTo>
                    <a:pt x="6418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4" name="Candidate_receptor__3183">
              <a:extLst>
                <a:ext uri="{FF2B5EF4-FFF2-40B4-BE49-F238E27FC236}">
                  <a16:creationId xmlns:a16="http://schemas.microsoft.com/office/drawing/2014/main" id="{53AA81CD-88FE-5B18-48AD-6C87BB773458}"/>
                </a:ext>
              </a:extLst>
            </p:cNvPr>
            <p:cNvSpPr>
              <a:spLocks noGrp="1"/>
            </p:cNvSpPr>
            <p:nvPr/>
          </p:nvSpPr>
          <p:spPr>
            <a:xfrm>
              <a:off x="5784624" y="1688774"/>
              <a:ext cx="8987" cy="5396"/>
            </a:xfrm>
            <a:custGeom>
              <a:avLst/>
              <a:gdLst/>
              <a:ahLst/>
              <a:cxnLst/>
              <a:rect l="0" t="0" r="0" b="0"/>
              <a:pathLst>
                <a:path w="8987" h="5396">
                  <a:moveTo>
                    <a:pt x="8987" y="53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5" name="Candidate_receptor__3184">
              <a:extLst>
                <a:ext uri="{FF2B5EF4-FFF2-40B4-BE49-F238E27FC236}">
                  <a16:creationId xmlns:a16="http://schemas.microsoft.com/office/drawing/2014/main" id="{20D6B209-E0E9-3FF6-F696-562B3FCBBCD7}"/>
                </a:ext>
              </a:extLst>
            </p:cNvPr>
            <p:cNvSpPr>
              <a:spLocks noGrp="1"/>
            </p:cNvSpPr>
            <p:nvPr/>
          </p:nvSpPr>
          <p:spPr>
            <a:xfrm>
              <a:off x="4628127" y="5175193"/>
              <a:ext cx="111222" cy="25813"/>
            </a:xfrm>
            <a:custGeom>
              <a:avLst/>
              <a:gdLst/>
              <a:ahLst/>
              <a:cxnLst/>
              <a:rect l="0" t="0" r="0" b="0"/>
              <a:pathLst>
                <a:path w="111222" h="25813">
                  <a:moveTo>
                    <a:pt x="0" y="0"/>
                  </a:moveTo>
                  <a:lnTo>
                    <a:pt x="111222" y="258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6" name="Candidate_receptor__3185">
              <a:extLst>
                <a:ext uri="{FF2B5EF4-FFF2-40B4-BE49-F238E27FC236}">
                  <a16:creationId xmlns:a16="http://schemas.microsoft.com/office/drawing/2014/main" id="{C1C1331B-01BD-2077-7BED-689B71C8E77E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20091" cy="22731"/>
            </a:xfrm>
            <a:custGeom>
              <a:avLst/>
              <a:gdLst/>
              <a:ahLst/>
              <a:cxnLst/>
              <a:rect l="0" t="0" r="0" b="0"/>
              <a:pathLst>
                <a:path w="20091" h="22731">
                  <a:moveTo>
                    <a:pt x="20091" y="227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7" name="Candidate_receptor__3186">
              <a:extLst>
                <a:ext uri="{FF2B5EF4-FFF2-40B4-BE49-F238E27FC236}">
                  <a16:creationId xmlns:a16="http://schemas.microsoft.com/office/drawing/2014/main" id="{1965174E-4F6D-AE6E-D98E-1D48D74870BA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55090"/>
              <a:ext cx="10592" cy="54420"/>
            </a:xfrm>
            <a:custGeom>
              <a:avLst/>
              <a:gdLst/>
              <a:ahLst/>
              <a:cxnLst/>
              <a:rect l="0" t="0" r="0" b="0"/>
              <a:pathLst>
                <a:path w="10592" h="54420">
                  <a:moveTo>
                    <a:pt x="0" y="54420"/>
                  </a:moveTo>
                  <a:lnTo>
                    <a:pt x="1059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8" name="Candidate_receptor__3187">
              <a:extLst>
                <a:ext uri="{FF2B5EF4-FFF2-40B4-BE49-F238E27FC236}">
                  <a16:creationId xmlns:a16="http://schemas.microsoft.com/office/drawing/2014/main" id="{056CB069-0F40-9A1B-14C8-7C9023AAE2B9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557942"/>
              <a:ext cx="35594" cy="68352"/>
            </a:xfrm>
            <a:custGeom>
              <a:avLst/>
              <a:gdLst/>
              <a:ahLst/>
              <a:cxnLst/>
              <a:rect l="0" t="0" r="0" b="0"/>
              <a:pathLst>
                <a:path w="35594" h="68352">
                  <a:moveTo>
                    <a:pt x="35594" y="0"/>
                  </a:moveTo>
                  <a:lnTo>
                    <a:pt x="0" y="6835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9" name="Candidate_receptor__3188">
              <a:extLst>
                <a:ext uri="{FF2B5EF4-FFF2-40B4-BE49-F238E27FC236}">
                  <a16:creationId xmlns:a16="http://schemas.microsoft.com/office/drawing/2014/main" id="{EEE6EFDF-ACA1-5EA5-B353-51F238D510D1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5886"/>
              <a:ext cx="6127" cy="5747"/>
            </a:xfrm>
            <a:custGeom>
              <a:avLst/>
              <a:gdLst/>
              <a:ahLst/>
              <a:cxnLst/>
              <a:rect l="0" t="0" r="0" b="0"/>
              <a:pathLst>
                <a:path w="6127" h="5747">
                  <a:moveTo>
                    <a:pt x="0" y="5747"/>
                  </a:moveTo>
                  <a:lnTo>
                    <a:pt x="612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90" name="Candidate_receptor__3189">
              <a:extLst>
                <a:ext uri="{FF2B5EF4-FFF2-40B4-BE49-F238E27FC236}">
                  <a16:creationId xmlns:a16="http://schemas.microsoft.com/office/drawing/2014/main" id="{B29E3153-A6CA-1F45-4B3E-43834E250015}"/>
                </a:ext>
              </a:extLst>
            </p:cNvPr>
            <p:cNvSpPr>
              <a:spLocks noGrp="1"/>
            </p:cNvSpPr>
            <p:nvPr/>
          </p:nvSpPr>
          <p:spPr>
            <a:xfrm>
              <a:off x="3966357" y="2656714"/>
              <a:ext cx="27178" cy="96714"/>
            </a:xfrm>
            <a:custGeom>
              <a:avLst/>
              <a:gdLst/>
              <a:ahLst/>
              <a:cxnLst/>
              <a:rect l="0" t="0" r="0" b="0"/>
              <a:pathLst>
                <a:path w="27178" h="96714">
                  <a:moveTo>
                    <a:pt x="0" y="0"/>
                  </a:moveTo>
                  <a:lnTo>
                    <a:pt x="27178" y="96714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1" name="Candidate_receptor__3190">
              <a:extLst>
                <a:ext uri="{FF2B5EF4-FFF2-40B4-BE49-F238E27FC236}">
                  <a16:creationId xmlns:a16="http://schemas.microsoft.com/office/drawing/2014/main" id="{ACC019D9-FA98-611E-0E4F-AA1E2CC34C7D}"/>
                </a:ext>
              </a:extLst>
            </p:cNvPr>
            <p:cNvSpPr>
              <a:spLocks noGrp="1"/>
            </p:cNvSpPr>
            <p:nvPr/>
          </p:nvSpPr>
          <p:spPr>
            <a:xfrm>
              <a:off x="5070760" y="2615524"/>
              <a:ext cx="113090" cy="19870"/>
            </a:xfrm>
            <a:custGeom>
              <a:avLst/>
              <a:gdLst/>
              <a:ahLst/>
              <a:cxnLst/>
              <a:rect l="0" t="0" r="0" b="0"/>
              <a:pathLst>
                <a:path w="113090" h="19870">
                  <a:moveTo>
                    <a:pt x="113090" y="1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2" name="Candidate_receptor__3191">
              <a:extLst>
                <a:ext uri="{FF2B5EF4-FFF2-40B4-BE49-F238E27FC236}">
                  <a16:creationId xmlns:a16="http://schemas.microsoft.com/office/drawing/2014/main" id="{D8E056D0-BA72-0BC3-FD16-B4935F724CEE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80274"/>
              <a:ext cx="8228" cy="113951"/>
            </a:xfrm>
            <a:custGeom>
              <a:avLst/>
              <a:gdLst/>
              <a:ahLst/>
              <a:cxnLst/>
              <a:rect l="0" t="0" r="0" b="0"/>
              <a:pathLst>
                <a:path w="8228" h="113951">
                  <a:moveTo>
                    <a:pt x="8228" y="113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193" name="Candidate_receptor__3192">
              <a:extLst>
                <a:ext uri="{FF2B5EF4-FFF2-40B4-BE49-F238E27FC236}">
                  <a16:creationId xmlns:a16="http://schemas.microsoft.com/office/drawing/2014/main" id="{083FA2DF-5EBF-70CE-B012-1B160EBE627F}"/>
                </a:ext>
              </a:extLst>
            </p:cNvPr>
            <p:cNvSpPr>
              <a:spLocks noGrp="1"/>
            </p:cNvSpPr>
            <p:nvPr/>
          </p:nvSpPr>
          <p:spPr>
            <a:xfrm>
              <a:off x="5567000" y="3327341"/>
              <a:ext cx="113709" cy="7788"/>
            </a:xfrm>
            <a:custGeom>
              <a:avLst/>
              <a:gdLst/>
              <a:ahLst/>
              <a:cxnLst/>
              <a:rect l="0" t="0" r="0" b="0"/>
              <a:pathLst>
                <a:path w="113709" h="7788">
                  <a:moveTo>
                    <a:pt x="0" y="0"/>
                  </a:moveTo>
                  <a:lnTo>
                    <a:pt x="113709" y="7788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4" name="Candidate_receptor__3193">
              <a:extLst>
                <a:ext uri="{FF2B5EF4-FFF2-40B4-BE49-F238E27FC236}">
                  <a16:creationId xmlns:a16="http://schemas.microsoft.com/office/drawing/2014/main" id="{000ADAED-7ADC-82BD-3004-B38C0F0DAC93}"/>
                </a:ext>
              </a:extLst>
            </p:cNvPr>
            <p:cNvSpPr>
              <a:spLocks noGrp="1"/>
            </p:cNvSpPr>
            <p:nvPr/>
          </p:nvSpPr>
          <p:spPr>
            <a:xfrm>
              <a:off x="5963848" y="3960666"/>
              <a:ext cx="69782" cy="66095"/>
            </a:xfrm>
            <a:custGeom>
              <a:avLst/>
              <a:gdLst/>
              <a:ahLst/>
              <a:cxnLst/>
              <a:rect l="0" t="0" r="0" b="0"/>
              <a:pathLst>
                <a:path w="69782" h="66095">
                  <a:moveTo>
                    <a:pt x="69782" y="66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5" name="Candidate_receptor__3194">
              <a:extLst>
                <a:ext uri="{FF2B5EF4-FFF2-40B4-BE49-F238E27FC236}">
                  <a16:creationId xmlns:a16="http://schemas.microsoft.com/office/drawing/2014/main" id="{960DA059-9D20-7412-37B0-E0C121AD9437}"/>
                </a:ext>
              </a:extLst>
            </p:cNvPr>
            <p:cNvSpPr>
              <a:spLocks noGrp="1"/>
            </p:cNvSpPr>
            <p:nvPr/>
          </p:nvSpPr>
          <p:spPr>
            <a:xfrm>
              <a:off x="5781842" y="4184337"/>
              <a:ext cx="34803" cy="109860"/>
            </a:xfrm>
            <a:custGeom>
              <a:avLst/>
              <a:gdLst/>
              <a:ahLst/>
              <a:cxnLst/>
              <a:rect l="0" t="0" r="0" b="0"/>
              <a:pathLst>
                <a:path w="34803" h="109860">
                  <a:moveTo>
                    <a:pt x="34803" y="0"/>
                  </a:moveTo>
                  <a:lnTo>
                    <a:pt x="0" y="10986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6" name="Candidate_receptor__3195">
              <a:extLst>
                <a:ext uri="{FF2B5EF4-FFF2-40B4-BE49-F238E27FC236}">
                  <a16:creationId xmlns:a16="http://schemas.microsoft.com/office/drawing/2014/main" id="{3287C01F-C8AA-0885-E837-A166CE66FD7A}"/>
                </a:ext>
              </a:extLst>
            </p:cNvPr>
            <p:cNvSpPr>
              <a:spLocks noGrp="1"/>
            </p:cNvSpPr>
            <p:nvPr/>
          </p:nvSpPr>
          <p:spPr>
            <a:xfrm>
              <a:off x="5868926" y="3620444"/>
              <a:ext cx="86742" cy="34867"/>
            </a:xfrm>
            <a:custGeom>
              <a:avLst/>
              <a:gdLst/>
              <a:ahLst/>
              <a:cxnLst/>
              <a:rect l="0" t="0" r="0" b="0"/>
              <a:pathLst>
                <a:path w="86742" h="34867">
                  <a:moveTo>
                    <a:pt x="86742" y="34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7" name="Candidate_receptor__3196">
              <a:extLst>
                <a:ext uri="{FF2B5EF4-FFF2-40B4-BE49-F238E27FC236}">
                  <a16:creationId xmlns:a16="http://schemas.microsoft.com/office/drawing/2014/main" id="{47408415-990D-3F85-0414-670D4C19DFD6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323582"/>
              <a:ext cx="9521" cy="110436"/>
            </a:xfrm>
            <a:custGeom>
              <a:avLst/>
              <a:gdLst/>
              <a:ahLst/>
              <a:cxnLst/>
              <a:rect l="0" t="0" r="0" b="0"/>
              <a:pathLst>
                <a:path w="9521" h="110436">
                  <a:moveTo>
                    <a:pt x="9521" y="0"/>
                  </a:moveTo>
                  <a:lnTo>
                    <a:pt x="0" y="110436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8" name="Candidate_receptor__3197">
              <a:extLst>
                <a:ext uri="{FF2B5EF4-FFF2-40B4-BE49-F238E27FC236}">
                  <a16:creationId xmlns:a16="http://schemas.microsoft.com/office/drawing/2014/main" id="{FFF13D0E-CDCF-38C2-8828-8F0CDF961799}"/>
                </a:ext>
              </a:extLst>
            </p:cNvPr>
            <p:cNvSpPr>
              <a:spLocks noGrp="1"/>
            </p:cNvSpPr>
            <p:nvPr/>
          </p:nvSpPr>
          <p:spPr>
            <a:xfrm>
              <a:off x="5525074" y="3125625"/>
              <a:ext cx="58395" cy="60763"/>
            </a:xfrm>
            <a:custGeom>
              <a:avLst/>
              <a:gdLst/>
              <a:ahLst/>
              <a:cxnLst/>
              <a:rect l="0" t="0" r="0" b="0"/>
              <a:pathLst>
                <a:path w="58395" h="60763">
                  <a:moveTo>
                    <a:pt x="0" y="0"/>
                  </a:moveTo>
                  <a:lnTo>
                    <a:pt x="58395" y="6076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9" name="Candidate_receptor__3198">
              <a:extLst>
                <a:ext uri="{FF2B5EF4-FFF2-40B4-BE49-F238E27FC236}">
                  <a16:creationId xmlns:a16="http://schemas.microsoft.com/office/drawing/2014/main" id="{31809B12-BBFA-B303-4DC6-E55D61D1E863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26761"/>
              <a:ext cx="35062" cy="94566"/>
            </a:xfrm>
            <a:custGeom>
              <a:avLst/>
              <a:gdLst/>
              <a:ahLst/>
              <a:cxnLst/>
              <a:rect l="0" t="0" r="0" b="0"/>
              <a:pathLst>
                <a:path w="35062" h="94566">
                  <a:moveTo>
                    <a:pt x="0" y="94566"/>
                  </a:moveTo>
                  <a:lnTo>
                    <a:pt x="3506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00" name="Candidate_receptor__3199">
              <a:extLst>
                <a:ext uri="{FF2B5EF4-FFF2-40B4-BE49-F238E27FC236}">
                  <a16:creationId xmlns:a16="http://schemas.microsoft.com/office/drawing/2014/main" id="{89E9E836-E86B-805C-CC06-DECAEFD6C183}"/>
                </a:ext>
              </a:extLst>
            </p:cNvPr>
            <p:cNvSpPr>
              <a:spLocks noGrp="1"/>
            </p:cNvSpPr>
            <p:nvPr/>
          </p:nvSpPr>
          <p:spPr>
            <a:xfrm>
              <a:off x="4589470" y="2894224"/>
              <a:ext cx="100541" cy="56473"/>
            </a:xfrm>
            <a:custGeom>
              <a:avLst/>
              <a:gdLst/>
              <a:ahLst/>
              <a:cxnLst/>
              <a:rect l="0" t="0" r="0" b="0"/>
              <a:pathLst>
                <a:path w="100541" h="56473">
                  <a:moveTo>
                    <a:pt x="0" y="56473"/>
                  </a:moveTo>
                  <a:lnTo>
                    <a:pt x="10054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1" name="Candidate_receptor__3200">
              <a:extLst>
                <a:ext uri="{FF2B5EF4-FFF2-40B4-BE49-F238E27FC236}">
                  <a16:creationId xmlns:a16="http://schemas.microsoft.com/office/drawing/2014/main" id="{FAA01728-9903-F312-D590-0634F241DFEC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45278"/>
              <a:ext cx="78260" cy="24493"/>
            </a:xfrm>
            <a:custGeom>
              <a:avLst/>
              <a:gdLst/>
              <a:ahLst/>
              <a:cxnLst/>
              <a:rect l="0" t="0" r="0" b="0"/>
              <a:pathLst>
                <a:path w="78260" h="24493">
                  <a:moveTo>
                    <a:pt x="78260" y="244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2" name="Candidate_receptor__3201">
              <a:extLst>
                <a:ext uri="{FF2B5EF4-FFF2-40B4-BE49-F238E27FC236}">
                  <a16:creationId xmlns:a16="http://schemas.microsoft.com/office/drawing/2014/main" id="{950E8786-B62B-A0E3-6C3C-70D339FAD1A2}"/>
                </a:ext>
              </a:extLst>
            </p:cNvPr>
            <p:cNvSpPr>
              <a:spLocks noGrp="1"/>
            </p:cNvSpPr>
            <p:nvPr/>
          </p:nvSpPr>
          <p:spPr>
            <a:xfrm>
              <a:off x="5896040" y="2944876"/>
              <a:ext cx="114261" cy="8306"/>
            </a:xfrm>
            <a:custGeom>
              <a:avLst/>
              <a:gdLst/>
              <a:ahLst/>
              <a:cxnLst/>
              <a:rect l="0" t="0" r="0" b="0"/>
              <a:pathLst>
                <a:path w="114261" h="8306">
                  <a:moveTo>
                    <a:pt x="0" y="8306"/>
                  </a:moveTo>
                  <a:lnTo>
                    <a:pt x="11426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3" name="Candidate_receptor__3202">
              <a:extLst>
                <a:ext uri="{FF2B5EF4-FFF2-40B4-BE49-F238E27FC236}">
                  <a16:creationId xmlns:a16="http://schemas.microsoft.com/office/drawing/2014/main" id="{2AE97B44-BF3A-493B-06C6-10E4D750B8BE}"/>
                </a:ext>
              </a:extLst>
            </p:cNvPr>
            <p:cNvSpPr>
              <a:spLocks noGrp="1"/>
            </p:cNvSpPr>
            <p:nvPr/>
          </p:nvSpPr>
          <p:spPr>
            <a:xfrm>
              <a:off x="6288297" y="3851537"/>
              <a:ext cx="66610" cy="50906"/>
            </a:xfrm>
            <a:custGeom>
              <a:avLst/>
              <a:gdLst/>
              <a:ahLst/>
              <a:cxnLst/>
              <a:rect l="0" t="0" r="0" b="0"/>
              <a:pathLst>
                <a:path w="66610" h="50906">
                  <a:moveTo>
                    <a:pt x="66610" y="509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4" name="Candidate_receptor__3203">
              <a:extLst>
                <a:ext uri="{FF2B5EF4-FFF2-40B4-BE49-F238E27FC236}">
                  <a16:creationId xmlns:a16="http://schemas.microsoft.com/office/drawing/2014/main" id="{8F714DFB-6F66-3C47-8C40-BF330DD90089}"/>
                </a:ext>
              </a:extLst>
            </p:cNvPr>
            <p:cNvSpPr>
              <a:spLocks noGrp="1"/>
            </p:cNvSpPr>
            <p:nvPr/>
          </p:nvSpPr>
          <p:spPr>
            <a:xfrm>
              <a:off x="5676276" y="2423014"/>
              <a:ext cx="4685" cy="107936"/>
            </a:xfrm>
            <a:custGeom>
              <a:avLst/>
              <a:gdLst/>
              <a:ahLst/>
              <a:cxnLst/>
              <a:rect l="0" t="0" r="0" b="0"/>
              <a:pathLst>
                <a:path w="4685" h="107936">
                  <a:moveTo>
                    <a:pt x="0" y="107936"/>
                  </a:moveTo>
                  <a:lnTo>
                    <a:pt x="4685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5" name="Candidate_receptor__3204">
              <a:extLst>
                <a:ext uri="{FF2B5EF4-FFF2-40B4-BE49-F238E27FC236}">
                  <a16:creationId xmlns:a16="http://schemas.microsoft.com/office/drawing/2014/main" id="{0065AF3B-F521-2BD9-45C1-A8FA1EBA1EA6}"/>
                </a:ext>
              </a:extLst>
            </p:cNvPr>
            <p:cNvSpPr>
              <a:spLocks noGrp="1"/>
            </p:cNvSpPr>
            <p:nvPr/>
          </p:nvSpPr>
          <p:spPr>
            <a:xfrm>
              <a:off x="5579161" y="2386965"/>
              <a:ext cx="101801" cy="36049"/>
            </a:xfrm>
            <a:custGeom>
              <a:avLst/>
              <a:gdLst/>
              <a:ahLst/>
              <a:cxnLst/>
              <a:rect l="0" t="0" r="0" b="0"/>
              <a:pathLst>
                <a:path w="101801" h="36049">
                  <a:moveTo>
                    <a:pt x="101801" y="36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06" name="Candidate_receptor__3205">
              <a:extLst>
                <a:ext uri="{FF2B5EF4-FFF2-40B4-BE49-F238E27FC236}">
                  <a16:creationId xmlns:a16="http://schemas.microsoft.com/office/drawing/2014/main" id="{890AC097-B4BC-1E6F-3D76-911E89A97E42}"/>
                </a:ext>
              </a:extLst>
            </p:cNvPr>
            <p:cNvSpPr>
              <a:spLocks noGrp="1"/>
            </p:cNvSpPr>
            <p:nvPr/>
          </p:nvSpPr>
          <p:spPr>
            <a:xfrm>
              <a:off x="4783342" y="4086655"/>
              <a:ext cx="109811" cy="32624"/>
            </a:xfrm>
            <a:custGeom>
              <a:avLst/>
              <a:gdLst/>
              <a:ahLst/>
              <a:cxnLst/>
              <a:rect l="0" t="0" r="0" b="0"/>
              <a:pathLst>
                <a:path w="109811" h="32624">
                  <a:moveTo>
                    <a:pt x="0" y="32624"/>
                  </a:moveTo>
                  <a:lnTo>
                    <a:pt x="10981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7" name="Candidate_receptor__3206">
              <a:extLst>
                <a:ext uri="{FF2B5EF4-FFF2-40B4-BE49-F238E27FC236}">
                  <a16:creationId xmlns:a16="http://schemas.microsoft.com/office/drawing/2014/main" id="{04B5973F-7F4C-41A8-C9A0-3C5AF7D9BCE4}"/>
                </a:ext>
              </a:extLst>
            </p:cNvPr>
            <p:cNvSpPr>
              <a:spLocks noGrp="1"/>
            </p:cNvSpPr>
            <p:nvPr/>
          </p:nvSpPr>
          <p:spPr>
            <a:xfrm>
              <a:off x="5312781" y="1843858"/>
              <a:ext cx="110063" cy="15179"/>
            </a:xfrm>
            <a:custGeom>
              <a:avLst/>
              <a:gdLst/>
              <a:ahLst/>
              <a:cxnLst/>
              <a:rect l="0" t="0" r="0" b="0"/>
              <a:pathLst>
                <a:path w="110063" h="15179">
                  <a:moveTo>
                    <a:pt x="110063" y="1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8" name="Candidate_receptor__3207">
              <a:extLst>
                <a:ext uri="{FF2B5EF4-FFF2-40B4-BE49-F238E27FC236}">
                  <a16:creationId xmlns:a16="http://schemas.microsoft.com/office/drawing/2014/main" id="{90581B0F-2D50-6018-A663-200A83201B44}"/>
                </a:ext>
              </a:extLst>
            </p:cNvPr>
            <p:cNvSpPr>
              <a:spLocks noGrp="1"/>
            </p:cNvSpPr>
            <p:nvPr/>
          </p:nvSpPr>
          <p:spPr>
            <a:xfrm>
              <a:off x="5030445" y="2181969"/>
              <a:ext cx="3696" cy="103771"/>
            </a:xfrm>
            <a:custGeom>
              <a:avLst/>
              <a:gdLst/>
              <a:ahLst/>
              <a:cxnLst/>
              <a:rect l="0" t="0" r="0" b="0"/>
              <a:pathLst>
                <a:path w="3696" h="103771">
                  <a:moveTo>
                    <a:pt x="0" y="103771"/>
                  </a:moveTo>
                  <a:lnTo>
                    <a:pt x="3696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9" name="Candidate_receptor__3208">
              <a:extLst>
                <a:ext uri="{FF2B5EF4-FFF2-40B4-BE49-F238E27FC236}">
                  <a16:creationId xmlns:a16="http://schemas.microsoft.com/office/drawing/2014/main" id="{B2E6C61B-4A01-6D9F-D990-8E295EEB7FCF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8245"/>
              <a:ext cx="29826" cy="96830"/>
            </a:xfrm>
            <a:custGeom>
              <a:avLst/>
              <a:gdLst/>
              <a:ahLst/>
              <a:cxnLst/>
              <a:rect l="0" t="0" r="0" b="0"/>
              <a:pathLst>
                <a:path w="29826" h="96830">
                  <a:moveTo>
                    <a:pt x="0" y="0"/>
                  </a:moveTo>
                  <a:lnTo>
                    <a:pt x="29826" y="9683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0" name="Candidate_receptor__3209">
              <a:extLst>
                <a:ext uri="{FF2B5EF4-FFF2-40B4-BE49-F238E27FC236}">
                  <a16:creationId xmlns:a16="http://schemas.microsoft.com/office/drawing/2014/main" id="{8A349DF3-9672-8D5D-8BD0-7114546CF6FB}"/>
                </a:ext>
              </a:extLst>
            </p:cNvPr>
            <p:cNvSpPr>
              <a:spLocks noGrp="1"/>
            </p:cNvSpPr>
            <p:nvPr/>
          </p:nvSpPr>
          <p:spPr>
            <a:xfrm>
              <a:off x="6049170" y="2156693"/>
              <a:ext cx="1108" cy="35522"/>
            </a:xfrm>
            <a:custGeom>
              <a:avLst/>
              <a:gdLst/>
              <a:ahLst/>
              <a:cxnLst/>
              <a:rect l="0" t="0" r="0" b="0"/>
              <a:pathLst>
                <a:path w="1108" h="35522">
                  <a:moveTo>
                    <a:pt x="1108" y="0"/>
                  </a:moveTo>
                  <a:lnTo>
                    <a:pt x="0" y="35522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1" name="Candidate_receptor__3210">
              <a:extLst>
                <a:ext uri="{FF2B5EF4-FFF2-40B4-BE49-F238E27FC236}">
                  <a16:creationId xmlns:a16="http://schemas.microsoft.com/office/drawing/2014/main" id="{8ACA1E31-CCB4-6543-C47F-8569DD604446}"/>
                </a:ext>
              </a:extLst>
            </p:cNvPr>
            <p:cNvSpPr>
              <a:spLocks noGrp="1"/>
            </p:cNvSpPr>
            <p:nvPr/>
          </p:nvSpPr>
          <p:spPr>
            <a:xfrm>
              <a:off x="5576330" y="3615921"/>
              <a:ext cx="52802" cy="7821"/>
            </a:xfrm>
            <a:custGeom>
              <a:avLst/>
              <a:gdLst/>
              <a:ahLst/>
              <a:cxnLst/>
              <a:rect l="0" t="0" r="0" b="0"/>
              <a:pathLst>
                <a:path w="52802" h="7821">
                  <a:moveTo>
                    <a:pt x="0" y="0"/>
                  </a:moveTo>
                  <a:lnTo>
                    <a:pt x="52802" y="7821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2" name="Candidate_receptor__3211">
              <a:extLst>
                <a:ext uri="{FF2B5EF4-FFF2-40B4-BE49-F238E27FC236}">
                  <a16:creationId xmlns:a16="http://schemas.microsoft.com/office/drawing/2014/main" id="{1F3236C1-E451-5459-94AA-A4F0EE55FDC8}"/>
                </a:ext>
              </a:extLst>
            </p:cNvPr>
            <p:cNvSpPr>
              <a:spLocks noGrp="1"/>
            </p:cNvSpPr>
            <p:nvPr/>
          </p:nvSpPr>
          <p:spPr>
            <a:xfrm>
              <a:off x="5866409" y="1733081"/>
              <a:ext cx="35333" cy="91934"/>
            </a:xfrm>
            <a:custGeom>
              <a:avLst/>
              <a:gdLst/>
              <a:ahLst/>
              <a:cxnLst/>
              <a:rect l="0" t="0" r="0" b="0"/>
              <a:pathLst>
                <a:path w="35333" h="91934">
                  <a:moveTo>
                    <a:pt x="0" y="91934"/>
                  </a:moveTo>
                  <a:lnTo>
                    <a:pt x="35333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3" name="Candidate_receptor__3212">
              <a:extLst>
                <a:ext uri="{FF2B5EF4-FFF2-40B4-BE49-F238E27FC236}">
                  <a16:creationId xmlns:a16="http://schemas.microsoft.com/office/drawing/2014/main" id="{BA478C2C-9A56-0779-4542-A163B6F358C8}"/>
                </a:ext>
              </a:extLst>
            </p:cNvPr>
            <p:cNvSpPr>
              <a:spLocks noGrp="1"/>
            </p:cNvSpPr>
            <p:nvPr/>
          </p:nvSpPr>
          <p:spPr>
            <a:xfrm>
              <a:off x="5549517" y="3461261"/>
              <a:ext cx="85716" cy="8107"/>
            </a:xfrm>
            <a:custGeom>
              <a:avLst/>
              <a:gdLst/>
              <a:ahLst/>
              <a:cxnLst/>
              <a:rect l="0" t="0" r="0" b="0"/>
              <a:pathLst>
                <a:path w="85716" h="8107">
                  <a:moveTo>
                    <a:pt x="0" y="0"/>
                  </a:moveTo>
                  <a:lnTo>
                    <a:pt x="85716" y="8107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4" name="Candidate_receptor__3213">
              <a:extLst>
                <a:ext uri="{FF2B5EF4-FFF2-40B4-BE49-F238E27FC236}">
                  <a16:creationId xmlns:a16="http://schemas.microsoft.com/office/drawing/2014/main" id="{95A282F8-4801-55C6-E889-A29B97B601FB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32628" cy="46825"/>
            </a:xfrm>
            <a:custGeom>
              <a:avLst/>
              <a:gdLst/>
              <a:ahLst/>
              <a:cxnLst/>
              <a:rect l="0" t="0" r="0" b="0"/>
              <a:pathLst>
                <a:path w="32628" h="46825">
                  <a:moveTo>
                    <a:pt x="0" y="0"/>
                  </a:moveTo>
                  <a:lnTo>
                    <a:pt x="32628" y="46825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5" name="Candidate_receptor__3214">
              <a:extLst>
                <a:ext uri="{FF2B5EF4-FFF2-40B4-BE49-F238E27FC236}">
                  <a16:creationId xmlns:a16="http://schemas.microsoft.com/office/drawing/2014/main" id="{26088B53-00C4-76C1-4051-3FE9A13F7F4C}"/>
                </a:ext>
              </a:extLst>
            </p:cNvPr>
            <p:cNvSpPr>
              <a:spLocks noGrp="1"/>
            </p:cNvSpPr>
            <p:nvPr/>
          </p:nvSpPr>
          <p:spPr>
            <a:xfrm>
              <a:off x="4833848" y="2841432"/>
              <a:ext cx="48503" cy="84775"/>
            </a:xfrm>
            <a:custGeom>
              <a:avLst/>
              <a:gdLst/>
              <a:ahLst/>
              <a:cxnLst/>
              <a:rect l="0" t="0" r="0" b="0"/>
              <a:pathLst>
                <a:path w="48503" h="84775">
                  <a:moveTo>
                    <a:pt x="48503" y="847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6" name="Candidate_receptor__3215">
              <a:extLst>
                <a:ext uri="{FF2B5EF4-FFF2-40B4-BE49-F238E27FC236}">
                  <a16:creationId xmlns:a16="http://schemas.microsoft.com/office/drawing/2014/main" id="{A445208A-7237-9150-B189-E2DF26419CE5}"/>
                </a:ext>
              </a:extLst>
            </p:cNvPr>
            <p:cNvSpPr>
              <a:spLocks noGrp="1"/>
            </p:cNvSpPr>
            <p:nvPr/>
          </p:nvSpPr>
          <p:spPr>
            <a:xfrm>
              <a:off x="6129519" y="3330511"/>
              <a:ext cx="30845" cy="94263"/>
            </a:xfrm>
            <a:custGeom>
              <a:avLst/>
              <a:gdLst/>
              <a:ahLst/>
              <a:cxnLst/>
              <a:rect l="0" t="0" r="0" b="0"/>
              <a:pathLst>
                <a:path w="30845" h="94263">
                  <a:moveTo>
                    <a:pt x="30845" y="0"/>
                  </a:moveTo>
                  <a:lnTo>
                    <a:pt x="0" y="94263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3217" name="Candidate_receptor__3216">
              <a:extLst>
                <a:ext uri="{FF2B5EF4-FFF2-40B4-BE49-F238E27FC236}">
                  <a16:creationId xmlns:a16="http://schemas.microsoft.com/office/drawing/2014/main" id="{F71A68D8-92A5-D274-DC87-40396EFE5B27}"/>
                </a:ext>
              </a:extLst>
            </p:cNvPr>
            <p:cNvSpPr>
              <a:spLocks noGrp="1"/>
            </p:cNvSpPr>
            <p:nvPr/>
          </p:nvSpPr>
          <p:spPr>
            <a:xfrm>
              <a:off x="5390560" y="3132784"/>
              <a:ext cx="19563" cy="92013"/>
            </a:xfrm>
            <a:custGeom>
              <a:avLst/>
              <a:gdLst/>
              <a:ahLst/>
              <a:cxnLst/>
              <a:rect l="0" t="0" r="0" b="0"/>
              <a:pathLst>
                <a:path w="19563" h="92013">
                  <a:moveTo>
                    <a:pt x="0" y="92013"/>
                  </a:moveTo>
                  <a:lnTo>
                    <a:pt x="19563" y="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3218" name="Candidate_receptor__3217">
              <a:extLst>
                <a:ext uri="{FF2B5EF4-FFF2-40B4-BE49-F238E27FC236}">
                  <a16:creationId xmlns:a16="http://schemas.microsoft.com/office/drawing/2014/main" id="{AB9E5486-0980-9B34-8D81-09734DD3281A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09647"/>
              <a:ext cx="28952" cy="75560"/>
            </a:xfrm>
            <a:custGeom>
              <a:avLst/>
              <a:gdLst/>
              <a:ahLst/>
              <a:cxnLst/>
              <a:rect l="0" t="0" r="0" b="0"/>
              <a:pathLst>
                <a:path w="28952" h="75560">
                  <a:moveTo>
                    <a:pt x="28952" y="0"/>
                  </a:moveTo>
                  <a:lnTo>
                    <a:pt x="0" y="7556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3219" name="Candidate_receptor__3218">
              <a:extLst>
                <a:ext uri="{FF2B5EF4-FFF2-40B4-BE49-F238E27FC236}">
                  <a16:creationId xmlns:a16="http://schemas.microsoft.com/office/drawing/2014/main" id="{4B703E93-E6C2-A90C-06F9-2124950A0B74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79961"/>
              <a:ext cx="95225" cy="19876"/>
            </a:xfrm>
            <a:custGeom>
              <a:avLst/>
              <a:gdLst/>
              <a:ahLst/>
              <a:cxnLst/>
              <a:rect l="0" t="0" r="0" b="0"/>
              <a:pathLst>
                <a:path w="95225" h="19876">
                  <a:moveTo>
                    <a:pt x="0" y="19876"/>
                  </a:moveTo>
                  <a:lnTo>
                    <a:pt x="95225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3220" name="Candidate_receptor__3219">
              <a:extLst>
                <a:ext uri="{FF2B5EF4-FFF2-40B4-BE49-F238E27FC236}">
                  <a16:creationId xmlns:a16="http://schemas.microsoft.com/office/drawing/2014/main" id="{D15BAE74-5D74-2D39-9DD8-2E320EFFB215}"/>
                </a:ext>
              </a:extLst>
            </p:cNvPr>
            <p:cNvSpPr>
              <a:spLocks noGrp="1"/>
            </p:cNvSpPr>
            <p:nvPr/>
          </p:nvSpPr>
          <p:spPr>
            <a:xfrm>
              <a:off x="6010300" y="2944876"/>
              <a:ext cx="79996" cy="69521"/>
            </a:xfrm>
            <a:custGeom>
              <a:avLst/>
              <a:gdLst/>
              <a:ahLst/>
              <a:cxnLst/>
              <a:rect l="0" t="0" r="0" b="0"/>
              <a:pathLst>
                <a:path w="79996" h="69521">
                  <a:moveTo>
                    <a:pt x="0" y="0"/>
                  </a:moveTo>
                  <a:lnTo>
                    <a:pt x="79996" y="695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1" name="Candidate_receptor__3220">
              <a:extLst>
                <a:ext uri="{FF2B5EF4-FFF2-40B4-BE49-F238E27FC236}">
                  <a16:creationId xmlns:a16="http://schemas.microsoft.com/office/drawing/2014/main" id="{1B028B1E-EA38-52D5-51BE-716B8F4924AB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786042"/>
              <a:ext cx="43991" cy="36091"/>
            </a:xfrm>
            <a:custGeom>
              <a:avLst/>
              <a:gdLst/>
              <a:ahLst/>
              <a:cxnLst/>
              <a:rect l="0" t="0" r="0" b="0"/>
              <a:pathLst>
                <a:path w="43991" h="36091">
                  <a:moveTo>
                    <a:pt x="43991" y="0"/>
                  </a:moveTo>
                  <a:lnTo>
                    <a:pt x="0" y="3609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2" name="Candidate_receptor__3221">
              <a:extLst>
                <a:ext uri="{FF2B5EF4-FFF2-40B4-BE49-F238E27FC236}">
                  <a16:creationId xmlns:a16="http://schemas.microsoft.com/office/drawing/2014/main" id="{E304DB09-F759-9BF8-FFD8-9E20D50A1D8B}"/>
                </a:ext>
              </a:extLst>
            </p:cNvPr>
            <p:cNvSpPr>
              <a:spLocks noGrp="1"/>
            </p:cNvSpPr>
            <p:nvPr/>
          </p:nvSpPr>
          <p:spPr>
            <a:xfrm>
              <a:off x="5073438" y="2752923"/>
              <a:ext cx="47408" cy="18450"/>
            </a:xfrm>
            <a:custGeom>
              <a:avLst/>
              <a:gdLst/>
              <a:ahLst/>
              <a:cxnLst/>
              <a:rect l="0" t="0" r="0" b="0"/>
              <a:pathLst>
                <a:path w="47408" h="18450">
                  <a:moveTo>
                    <a:pt x="47408" y="18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3" name="Candidate_receptor__3222">
              <a:extLst>
                <a:ext uri="{FF2B5EF4-FFF2-40B4-BE49-F238E27FC236}">
                  <a16:creationId xmlns:a16="http://schemas.microsoft.com/office/drawing/2014/main" id="{1D7F3CC2-3E4F-4158-3EE7-995B92048F7D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123617"/>
              <a:ext cx="49134" cy="58352"/>
            </a:xfrm>
            <a:custGeom>
              <a:avLst/>
              <a:gdLst/>
              <a:ahLst/>
              <a:cxnLst/>
              <a:rect l="0" t="0" r="0" b="0"/>
              <a:pathLst>
                <a:path w="49134" h="58352">
                  <a:moveTo>
                    <a:pt x="49134" y="583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4" name="Candidate_receptor__3223">
              <a:extLst>
                <a:ext uri="{FF2B5EF4-FFF2-40B4-BE49-F238E27FC236}">
                  <a16:creationId xmlns:a16="http://schemas.microsoft.com/office/drawing/2014/main" id="{F1880AB8-04EF-C343-F415-B2F78A59EEEB}"/>
                </a:ext>
              </a:extLst>
            </p:cNvPr>
            <p:cNvSpPr>
              <a:spLocks noGrp="1"/>
            </p:cNvSpPr>
            <p:nvPr/>
          </p:nvSpPr>
          <p:spPr>
            <a:xfrm>
              <a:off x="4820284" y="3913609"/>
              <a:ext cx="105012" cy="45787"/>
            </a:xfrm>
            <a:custGeom>
              <a:avLst/>
              <a:gdLst/>
              <a:ahLst/>
              <a:cxnLst/>
              <a:rect l="0" t="0" r="0" b="0"/>
              <a:pathLst>
                <a:path w="105012" h="45787">
                  <a:moveTo>
                    <a:pt x="0" y="45787"/>
                  </a:moveTo>
                  <a:lnTo>
                    <a:pt x="1050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5" name="Candidate_receptor__3224">
              <a:extLst>
                <a:ext uri="{FF2B5EF4-FFF2-40B4-BE49-F238E27FC236}">
                  <a16:creationId xmlns:a16="http://schemas.microsoft.com/office/drawing/2014/main" id="{6A55EC46-35B4-A294-7FDC-90F217E39BC5}"/>
                </a:ext>
              </a:extLst>
            </p:cNvPr>
            <p:cNvSpPr>
              <a:spLocks noGrp="1"/>
            </p:cNvSpPr>
            <p:nvPr/>
          </p:nvSpPr>
          <p:spPr>
            <a:xfrm>
              <a:off x="5512018" y="2650649"/>
              <a:ext cx="94159" cy="52531"/>
            </a:xfrm>
            <a:custGeom>
              <a:avLst/>
              <a:gdLst/>
              <a:ahLst/>
              <a:cxnLst/>
              <a:rect l="0" t="0" r="0" b="0"/>
              <a:pathLst>
                <a:path w="94159" h="52531">
                  <a:moveTo>
                    <a:pt x="0" y="52531"/>
                  </a:moveTo>
                  <a:lnTo>
                    <a:pt x="9415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6" name="Candidate_receptor__3225">
              <a:extLst>
                <a:ext uri="{FF2B5EF4-FFF2-40B4-BE49-F238E27FC236}">
                  <a16:creationId xmlns:a16="http://schemas.microsoft.com/office/drawing/2014/main" id="{E82BAAEF-0F0E-C58A-9F2F-E6866AE9D8B4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85208"/>
              <a:ext cx="11617" cy="96578"/>
            </a:xfrm>
            <a:custGeom>
              <a:avLst/>
              <a:gdLst/>
              <a:ahLst/>
              <a:cxnLst/>
              <a:rect l="0" t="0" r="0" b="0"/>
              <a:pathLst>
                <a:path w="11617" h="96578">
                  <a:moveTo>
                    <a:pt x="0" y="0"/>
                  </a:moveTo>
                  <a:lnTo>
                    <a:pt x="11617" y="9657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7" name="Candidate_receptor__3226">
              <a:extLst>
                <a:ext uri="{FF2B5EF4-FFF2-40B4-BE49-F238E27FC236}">
                  <a16:creationId xmlns:a16="http://schemas.microsoft.com/office/drawing/2014/main" id="{837B6B39-D6F0-FDEB-AB94-AECCAA9C5BD1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139140"/>
              <a:ext cx="19227" cy="113290"/>
            </a:xfrm>
            <a:custGeom>
              <a:avLst/>
              <a:gdLst/>
              <a:ahLst/>
              <a:cxnLst/>
              <a:rect l="0" t="0" r="0" b="0"/>
              <a:pathLst>
                <a:path w="19227" h="113290">
                  <a:moveTo>
                    <a:pt x="0" y="113290"/>
                  </a:moveTo>
                  <a:lnTo>
                    <a:pt x="1922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8" name="Candidate_receptor__3227">
              <a:extLst>
                <a:ext uri="{FF2B5EF4-FFF2-40B4-BE49-F238E27FC236}">
                  <a16:creationId xmlns:a16="http://schemas.microsoft.com/office/drawing/2014/main" id="{F465B18C-998D-38F5-0C4A-1F0C6CBCD788}"/>
                </a:ext>
              </a:extLst>
            </p:cNvPr>
            <p:cNvSpPr>
              <a:spLocks noGrp="1"/>
            </p:cNvSpPr>
            <p:nvPr/>
          </p:nvSpPr>
          <p:spPr>
            <a:xfrm>
              <a:off x="4915859" y="2285740"/>
              <a:ext cx="114586" cy="3658"/>
            </a:xfrm>
            <a:custGeom>
              <a:avLst/>
              <a:gdLst/>
              <a:ahLst/>
              <a:cxnLst/>
              <a:rect l="0" t="0" r="0" b="0"/>
              <a:pathLst>
                <a:path w="114586" h="3658">
                  <a:moveTo>
                    <a:pt x="0" y="3658"/>
                  </a:moveTo>
                  <a:lnTo>
                    <a:pt x="11458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9" name="Candidate_receptor__3228">
              <a:extLst>
                <a:ext uri="{FF2B5EF4-FFF2-40B4-BE49-F238E27FC236}">
                  <a16:creationId xmlns:a16="http://schemas.microsoft.com/office/drawing/2014/main" id="{EE3E648A-D22A-E0FC-0C08-E9841F76D4F7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09054"/>
              <a:ext cx="71812" cy="30123"/>
            </a:xfrm>
            <a:custGeom>
              <a:avLst/>
              <a:gdLst/>
              <a:ahLst/>
              <a:cxnLst/>
              <a:rect l="0" t="0" r="0" b="0"/>
              <a:pathLst>
                <a:path w="71812" h="30123">
                  <a:moveTo>
                    <a:pt x="0" y="30123"/>
                  </a:moveTo>
                  <a:lnTo>
                    <a:pt x="718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0" name="Candidate_receptor__3229">
              <a:extLst>
                <a:ext uri="{FF2B5EF4-FFF2-40B4-BE49-F238E27FC236}">
                  <a16:creationId xmlns:a16="http://schemas.microsoft.com/office/drawing/2014/main" id="{EEBFB84E-9A7E-8B9F-1706-4892BB9E377F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501353"/>
              <a:ext cx="61150" cy="98112"/>
            </a:xfrm>
            <a:custGeom>
              <a:avLst/>
              <a:gdLst/>
              <a:ahLst/>
              <a:cxnLst/>
              <a:rect l="0" t="0" r="0" b="0"/>
              <a:pathLst>
                <a:path w="61150" h="98112">
                  <a:moveTo>
                    <a:pt x="0" y="0"/>
                  </a:moveTo>
                  <a:lnTo>
                    <a:pt x="61150" y="9811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1" name="Candidate_receptor__3230">
              <a:extLst>
                <a:ext uri="{FF2B5EF4-FFF2-40B4-BE49-F238E27FC236}">
                  <a16:creationId xmlns:a16="http://schemas.microsoft.com/office/drawing/2014/main" id="{5837F061-CF54-F231-D8AE-F94B3AAAD6BD}"/>
                </a:ext>
              </a:extLst>
            </p:cNvPr>
            <p:cNvSpPr>
              <a:spLocks noGrp="1"/>
            </p:cNvSpPr>
            <p:nvPr/>
          </p:nvSpPr>
          <p:spPr>
            <a:xfrm>
              <a:off x="4995363" y="2855075"/>
              <a:ext cx="41135" cy="41869"/>
            </a:xfrm>
            <a:custGeom>
              <a:avLst/>
              <a:gdLst/>
              <a:ahLst/>
              <a:cxnLst/>
              <a:rect l="0" t="0" r="0" b="0"/>
              <a:pathLst>
                <a:path w="41135" h="41869">
                  <a:moveTo>
                    <a:pt x="0" y="0"/>
                  </a:moveTo>
                  <a:lnTo>
                    <a:pt x="41135" y="4186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2" name="Candidate_receptor__3231">
              <a:extLst>
                <a:ext uri="{FF2B5EF4-FFF2-40B4-BE49-F238E27FC236}">
                  <a16:creationId xmlns:a16="http://schemas.microsoft.com/office/drawing/2014/main" id="{04A00C0A-848A-42EF-6EA1-DBDFC843A87A}"/>
                </a:ext>
              </a:extLst>
            </p:cNvPr>
            <p:cNvSpPr>
              <a:spLocks noGrp="1"/>
            </p:cNvSpPr>
            <p:nvPr/>
          </p:nvSpPr>
          <p:spPr>
            <a:xfrm>
              <a:off x="5523193" y="2352513"/>
              <a:ext cx="55968" cy="34452"/>
            </a:xfrm>
            <a:custGeom>
              <a:avLst/>
              <a:gdLst/>
              <a:ahLst/>
              <a:cxnLst/>
              <a:rect l="0" t="0" r="0" b="0"/>
              <a:pathLst>
                <a:path w="55968" h="34452">
                  <a:moveTo>
                    <a:pt x="55968" y="344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3" name="Candidate_receptor__3232">
              <a:extLst>
                <a:ext uri="{FF2B5EF4-FFF2-40B4-BE49-F238E27FC236}">
                  <a16:creationId xmlns:a16="http://schemas.microsoft.com/office/drawing/2014/main" id="{282F8CFC-0311-E598-A45B-FA7C8E0389AC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41615"/>
              <a:ext cx="93493" cy="33973"/>
            </a:xfrm>
            <a:custGeom>
              <a:avLst/>
              <a:gdLst/>
              <a:ahLst/>
              <a:cxnLst/>
              <a:rect l="0" t="0" r="0" b="0"/>
              <a:pathLst>
                <a:path w="93493" h="33973">
                  <a:moveTo>
                    <a:pt x="0" y="33973"/>
                  </a:moveTo>
                  <a:lnTo>
                    <a:pt x="9349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4" name="Candidate_receptor__3233">
              <a:extLst>
                <a:ext uri="{FF2B5EF4-FFF2-40B4-BE49-F238E27FC236}">
                  <a16:creationId xmlns:a16="http://schemas.microsoft.com/office/drawing/2014/main" id="{923CFB17-6DCC-95FF-C71E-4444D904F032}"/>
                </a:ext>
              </a:extLst>
            </p:cNvPr>
            <p:cNvSpPr>
              <a:spLocks noGrp="1"/>
            </p:cNvSpPr>
            <p:nvPr/>
          </p:nvSpPr>
          <p:spPr>
            <a:xfrm>
              <a:off x="5103423" y="3711386"/>
              <a:ext cx="87290" cy="52024"/>
            </a:xfrm>
            <a:custGeom>
              <a:avLst/>
              <a:gdLst/>
              <a:ahLst/>
              <a:cxnLst/>
              <a:rect l="0" t="0" r="0" b="0"/>
              <a:pathLst>
                <a:path w="87290" h="52024">
                  <a:moveTo>
                    <a:pt x="87290" y="0"/>
                  </a:moveTo>
                  <a:lnTo>
                    <a:pt x="0" y="5202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5" name="Candidate_receptor__3234">
              <a:extLst>
                <a:ext uri="{FF2B5EF4-FFF2-40B4-BE49-F238E27FC236}">
                  <a16:creationId xmlns:a16="http://schemas.microsoft.com/office/drawing/2014/main" id="{BCF5047A-B481-FE1C-08A4-BB700AE46F69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106862"/>
              <a:ext cx="103119" cy="11938"/>
            </a:xfrm>
            <a:custGeom>
              <a:avLst/>
              <a:gdLst/>
              <a:ahLst/>
              <a:cxnLst/>
              <a:rect l="0" t="0" r="0" b="0"/>
              <a:pathLst>
                <a:path w="103119" h="11938">
                  <a:moveTo>
                    <a:pt x="0" y="0"/>
                  </a:moveTo>
                  <a:lnTo>
                    <a:pt x="103119" y="1193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36" name="Candidate_receptor__3235">
              <a:extLst>
                <a:ext uri="{FF2B5EF4-FFF2-40B4-BE49-F238E27FC236}">
                  <a16:creationId xmlns:a16="http://schemas.microsoft.com/office/drawing/2014/main" id="{DBBD5135-C5B5-6600-54D1-AAB7EB7CF0FC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434018"/>
              <a:ext cx="4117" cy="38807"/>
            </a:xfrm>
            <a:custGeom>
              <a:avLst/>
              <a:gdLst/>
              <a:ahLst/>
              <a:cxnLst/>
              <a:rect l="0" t="0" r="0" b="0"/>
              <a:pathLst>
                <a:path w="4117" h="38807">
                  <a:moveTo>
                    <a:pt x="0" y="0"/>
                  </a:moveTo>
                  <a:lnTo>
                    <a:pt x="4117" y="3880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7" name="Candidate_receptor__3236">
              <a:extLst>
                <a:ext uri="{FF2B5EF4-FFF2-40B4-BE49-F238E27FC236}">
                  <a16:creationId xmlns:a16="http://schemas.microsoft.com/office/drawing/2014/main" id="{5DF23B2D-1104-BD88-B8D4-FEE74ABF1CB2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53428"/>
              <a:ext cx="108291" cy="10082"/>
            </a:xfrm>
            <a:custGeom>
              <a:avLst/>
              <a:gdLst/>
              <a:ahLst/>
              <a:cxnLst/>
              <a:rect l="0" t="0" r="0" b="0"/>
              <a:pathLst>
                <a:path w="108291" h="10082">
                  <a:moveTo>
                    <a:pt x="108291" y="0"/>
                  </a:moveTo>
                  <a:lnTo>
                    <a:pt x="0" y="100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8" name="Candidate_receptor__3237">
              <a:extLst>
                <a:ext uri="{FF2B5EF4-FFF2-40B4-BE49-F238E27FC236}">
                  <a16:creationId xmlns:a16="http://schemas.microsoft.com/office/drawing/2014/main" id="{A7061B35-214A-0257-D88F-4A0864F586D7}"/>
                </a:ext>
              </a:extLst>
            </p:cNvPr>
            <p:cNvSpPr>
              <a:spLocks noGrp="1"/>
            </p:cNvSpPr>
            <p:nvPr/>
          </p:nvSpPr>
          <p:spPr>
            <a:xfrm>
              <a:off x="5084383" y="2030870"/>
              <a:ext cx="11557" cy="40010"/>
            </a:xfrm>
            <a:custGeom>
              <a:avLst/>
              <a:gdLst/>
              <a:ahLst/>
              <a:cxnLst/>
              <a:rect l="0" t="0" r="0" b="0"/>
              <a:pathLst>
                <a:path w="11557" h="40010">
                  <a:moveTo>
                    <a:pt x="0" y="40010"/>
                  </a:moveTo>
                  <a:lnTo>
                    <a:pt x="1155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39" name="Candidate_receptor__3238">
              <a:extLst>
                <a:ext uri="{FF2B5EF4-FFF2-40B4-BE49-F238E27FC236}">
                  <a16:creationId xmlns:a16="http://schemas.microsoft.com/office/drawing/2014/main" id="{E760F8DA-98E3-BA29-570B-77EC49F385AB}"/>
                </a:ext>
              </a:extLst>
            </p:cNvPr>
            <p:cNvSpPr>
              <a:spLocks noGrp="1"/>
            </p:cNvSpPr>
            <p:nvPr/>
          </p:nvSpPr>
          <p:spPr>
            <a:xfrm>
              <a:off x="5029870" y="3159116"/>
              <a:ext cx="20835" cy="81131"/>
            </a:xfrm>
            <a:custGeom>
              <a:avLst/>
              <a:gdLst/>
              <a:ahLst/>
              <a:cxnLst/>
              <a:rect l="0" t="0" r="0" b="0"/>
              <a:pathLst>
                <a:path w="20835" h="81131">
                  <a:moveTo>
                    <a:pt x="0" y="0"/>
                  </a:moveTo>
                  <a:lnTo>
                    <a:pt x="20835" y="8113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0" name="Candidate_receptor__3239">
              <a:extLst>
                <a:ext uri="{FF2B5EF4-FFF2-40B4-BE49-F238E27FC236}">
                  <a16:creationId xmlns:a16="http://schemas.microsoft.com/office/drawing/2014/main" id="{8CAAA907-68ED-CB74-96A2-03D4CC67F54B}"/>
                </a:ext>
              </a:extLst>
            </p:cNvPr>
            <p:cNvSpPr>
              <a:spLocks noGrp="1"/>
            </p:cNvSpPr>
            <p:nvPr/>
          </p:nvSpPr>
          <p:spPr>
            <a:xfrm>
              <a:off x="6090296" y="3014398"/>
              <a:ext cx="33381" cy="109603"/>
            </a:xfrm>
            <a:custGeom>
              <a:avLst/>
              <a:gdLst/>
              <a:ahLst/>
              <a:cxnLst/>
              <a:rect l="0" t="0" r="0" b="0"/>
              <a:pathLst>
                <a:path w="33381" h="109603">
                  <a:moveTo>
                    <a:pt x="0" y="0"/>
                  </a:moveTo>
                  <a:lnTo>
                    <a:pt x="33381" y="109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1" name="Candidate_receptor__3240">
              <a:extLst>
                <a:ext uri="{FF2B5EF4-FFF2-40B4-BE49-F238E27FC236}">
                  <a16:creationId xmlns:a16="http://schemas.microsoft.com/office/drawing/2014/main" id="{1E5E90B1-20D6-96B5-0D8C-E65E2CE0CC5F}"/>
                </a:ext>
              </a:extLst>
            </p:cNvPr>
            <p:cNvSpPr>
              <a:spLocks noGrp="1"/>
            </p:cNvSpPr>
            <p:nvPr/>
          </p:nvSpPr>
          <p:spPr>
            <a:xfrm>
              <a:off x="5793611" y="1694170"/>
              <a:ext cx="108131" cy="38910"/>
            </a:xfrm>
            <a:custGeom>
              <a:avLst/>
              <a:gdLst/>
              <a:ahLst/>
              <a:cxnLst/>
              <a:rect l="0" t="0" r="0" b="0"/>
              <a:pathLst>
                <a:path w="108131" h="38910">
                  <a:moveTo>
                    <a:pt x="108131" y="38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2" name="Candidate_receptor__3241">
              <a:extLst>
                <a:ext uri="{FF2B5EF4-FFF2-40B4-BE49-F238E27FC236}">
                  <a16:creationId xmlns:a16="http://schemas.microsoft.com/office/drawing/2014/main" id="{53F8C7F3-0AAE-6598-FD17-68460B545111}"/>
                </a:ext>
              </a:extLst>
            </p:cNvPr>
            <p:cNvSpPr>
              <a:spLocks noGrp="1"/>
            </p:cNvSpPr>
            <p:nvPr/>
          </p:nvSpPr>
          <p:spPr>
            <a:xfrm>
              <a:off x="5577229" y="2062341"/>
              <a:ext cx="39073" cy="107430"/>
            </a:xfrm>
            <a:custGeom>
              <a:avLst/>
              <a:gdLst/>
              <a:ahLst/>
              <a:cxnLst/>
              <a:rect l="0" t="0" r="0" b="0"/>
              <a:pathLst>
                <a:path w="39073" h="107430">
                  <a:moveTo>
                    <a:pt x="39073" y="0"/>
                  </a:moveTo>
                  <a:lnTo>
                    <a:pt x="0" y="10743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3" name="Candidate_receptor__3242">
              <a:extLst>
                <a:ext uri="{FF2B5EF4-FFF2-40B4-BE49-F238E27FC236}">
                  <a16:creationId xmlns:a16="http://schemas.microsoft.com/office/drawing/2014/main" id="{46306D5F-A199-CF32-B5D4-29F235C9F144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4024923"/>
              <a:ext cx="32870" cy="3182"/>
            </a:xfrm>
            <a:custGeom>
              <a:avLst/>
              <a:gdLst/>
              <a:ahLst/>
              <a:cxnLst/>
              <a:rect l="0" t="0" r="0" b="0"/>
              <a:pathLst>
                <a:path w="32870" h="3182">
                  <a:moveTo>
                    <a:pt x="0" y="0"/>
                  </a:moveTo>
                  <a:lnTo>
                    <a:pt x="32870" y="31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4" name="Candidate_receptor__3243">
              <a:extLst>
                <a:ext uri="{FF2B5EF4-FFF2-40B4-BE49-F238E27FC236}">
                  <a16:creationId xmlns:a16="http://schemas.microsoft.com/office/drawing/2014/main" id="{5F6DC56C-FB31-8E4B-7A5E-ED18A1AF8E53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124000"/>
              <a:ext cx="82761" cy="79206"/>
            </a:xfrm>
            <a:custGeom>
              <a:avLst/>
              <a:gdLst/>
              <a:ahLst/>
              <a:cxnLst/>
              <a:rect l="0" t="0" r="0" b="0"/>
              <a:pathLst>
                <a:path w="82761" h="79206">
                  <a:moveTo>
                    <a:pt x="82761" y="0"/>
                  </a:moveTo>
                  <a:lnTo>
                    <a:pt x="0" y="792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5" name="Candidate_receptor__3244">
              <a:extLst>
                <a:ext uri="{FF2B5EF4-FFF2-40B4-BE49-F238E27FC236}">
                  <a16:creationId xmlns:a16="http://schemas.microsoft.com/office/drawing/2014/main" id="{78F2D715-7529-3CA9-BBA0-0BDF7E42DDD4}"/>
                </a:ext>
              </a:extLst>
            </p:cNvPr>
            <p:cNvSpPr>
              <a:spLocks noGrp="1"/>
            </p:cNvSpPr>
            <p:nvPr/>
          </p:nvSpPr>
          <p:spPr>
            <a:xfrm>
              <a:off x="5410122" y="3125625"/>
              <a:ext cx="114951" cy="7158"/>
            </a:xfrm>
            <a:custGeom>
              <a:avLst/>
              <a:gdLst/>
              <a:ahLst/>
              <a:cxnLst/>
              <a:rect l="0" t="0" r="0" b="0"/>
              <a:pathLst>
                <a:path w="114951" h="7158">
                  <a:moveTo>
                    <a:pt x="0" y="7158"/>
                  </a:moveTo>
                  <a:lnTo>
                    <a:pt x="11495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6" name="Candidate_receptor__3245">
              <a:extLst>
                <a:ext uri="{FF2B5EF4-FFF2-40B4-BE49-F238E27FC236}">
                  <a16:creationId xmlns:a16="http://schemas.microsoft.com/office/drawing/2014/main" id="{2DF7C881-20DD-741D-736C-B4110E6728BC}"/>
                </a:ext>
              </a:extLst>
            </p:cNvPr>
            <p:cNvSpPr>
              <a:spLocks noGrp="1"/>
            </p:cNvSpPr>
            <p:nvPr/>
          </p:nvSpPr>
          <p:spPr>
            <a:xfrm>
              <a:off x="6303310" y="3902443"/>
              <a:ext cx="51597" cy="103443"/>
            </a:xfrm>
            <a:custGeom>
              <a:avLst/>
              <a:gdLst/>
              <a:ahLst/>
              <a:cxnLst/>
              <a:rect l="0" t="0" r="0" b="0"/>
              <a:pathLst>
                <a:path w="51597" h="103443">
                  <a:moveTo>
                    <a:pt x="0" y="103443"/>
                  </a:moveTo>
                  <a:lnTo>
                    <a:pt x="5159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7" name="Candidate_receptor__3246">
              <a:extLst>
                <a:ext uri="{FF2B5EF4-FFF2-40B4-BE49-F238E27FC236}">
                  <a16:creationId xmlns:a16="http://schemas.microsoft.com/office/drawing/2014/main" id="{0F8828B3-6227-0D06-EDEE-18DF99740C5E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840284"/>
              <a:ext cx="33742" cy="3574"/>
            </a:xfrm>
            <a:custGeom>
              <a:avLst/>
              <a:gdLst/>
              <a:ahLst/>
              <a:cxnLst/>
              <a:rect l="0" t="0" r="0" b="0"/>
              <a:pathLst>
                <a:path w="33742" h="3574">
                  <a:moveTo>
                    <a:pt x="33742" y="35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8" name="Candidate_receptor__3247">
              <a:extLst>
                <a:ext uri="{FF2B5EF4-FFF2-40B4-BE49-F238E27FC236}">
                  <a16:creationId xmlns:a16="http://schemas.microsoft.com/office/drawing/2014/main" id="{62BA85F7-9C88-927C-5EA5-C41A56F42CCA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35868" cy="25325"/>
            </a:xfrm>
            <a:custGeom>
              <a:avLst/>
              <a:gdLst/>
              <a:ahLst/>
              <a:cxnLst/>
              <a:rect l="0" t="0" r="0" b="0"/>
              <a:pathLst>
                <a:path w="35868" h="25325">
                  <a:moveTo>
                    <a:pt x="35868" y="25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9" name="Candidate_receptor__3248">
              <a:extLst>
                <a:ext uri="{FF2B5EF4-FFF2-40B4-BE49-F238E27FC236}">
                  <a16:creationId xmlns:a16="http://schemas.microsoft.com/office/drawing/2014/main" id="{23882179-2C38-BD29-6E0C-4F45C763EA57}"/>
                </a:ext>
              </a:extLst>
            </p:cNvPr>
            <p:cNvSpPr>
              <a:spLocks noGrp="1"/>
            </p:cNvSpPr>
            <p:nvPr/>
          </p:nvSpPr>
          <p:spPr>
            <a:xfrm>
              <a:off x="4862291" y="2289398"/>
              <a:ext cx="53568" cy="90516"/>
            </a:xfrm>
            <a:custGeom>
              <a:avLst/>
              <a:gdLst/>
              <a:ahLst/>
              <a:cxnLst/>
              <a:rect l="0" t="0" r="0" b="0"/>
              <a:pathLst>
                <a:path w="53568" h="90516">
                  <a:moveTo>
                    <a:pt x="0" y="90516"/>
                  </a:moveTo>
                  <a:lnTo>
                    <a:pt x="5356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0" name="Candidate_receptor__3249">
              <a:extLst>
                <a:ext uri="{FF2B5EF4-FFF2-40B4-BE49-F238E27FC236}">
                  <a16:creationId xmlns:a16="http://schemas.microsoft.com/office/drawing/2014/main" id="{885D09EE-2BF4-D9C5-DF0E-78200C7098D0}"/>
                </a:ext>
              </a:extLst>
            </p:cNvPr>
            <p:cNvSpPr>
              <a:spLocks noGrp="1"/>
            </p:cNvSpPr>
            <p:nvPr/>
          </p:nvSpPr>
          <p:spPr>
            <a:xfrm>
              <a:off x="5431114" y="2323582"/>
              <a:ext cx="92079" cy="28932"/>
            </a:xfrm>
            <a:custGeom>
              <a:avLst/>
              <a:gdLst/>
              <a:ahLst/>
              <a:cxnLst/>
              <a:rect l="0" t="0" r="0" b="0"/>
              <a:pathLst>
                <a:path w="92079" h="28932">
                  <a:moveTo>
                    <a:pt x="92079" y="28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1" name="Candidate_receptor__3250">
              <a:extLst>
                <a:ext uri="{FF2B5EF4-FFF2-40B4-BE49-F238E27FC236}">
                  <a16:creationId xmlns:a16="http://schemas.microsoft.com/office/drawing/2014/main" id="{F5B1CA30-E14F-8BD2-D1AD-537D82D19964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620444"/>
              <a:ext cx="19394" cy="107809"/>
            </a:xfrm>
            <a:custGeom>
              <a:avLst/>
              <a:gdLst/>
              <a:ahLst/>
              <a:cxnLst/>
              <a:rect l="0" t="0" r="0" b="0"/>
              <a:pathLst>
                <a:path w="19394" h="107809">
                  <a:moveTo>
                    <a:pt x="19394" y="0"/>
                  </a:moveTo>
                  <a:lnTo>
                    <a:pt x="0" y="10780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2" name="Candidate_receptor__3251">
              <a:extLst>
                <a:ext uri="{FF2B5EF4-FFF2-40B4-BE49-F238E27FC236}">
                  <a16:creationId xmlns:a16="http://schemas.microsoft.com/office/drawing/2014/main" id="{A1DD9762-4836-6025-633E-611BDF532465}"/>
                </a:ext>
              </a:extLst>
            </p:cNvPr>
            <p:cNvSpPr>
              <a:spLocks noGrp="1"/>
            </p:cNvSpPr>
            <p:nvPr/>
          </p:nvSpPr>
          <p:spPr>
            <a:xfrm>
              <a:off x="4754577" y="2379914"/>
              <a:ext cx="107714" cy="4389"/>
            </a:xfrm>
            <a:custGeom>
              <a:avLst/>
              <a:gdLst/>
              <a:ahLst/>
              <a:cxnLst/>
              <a:rect l="0" t="0" r="0" b="0"/>
              <a:pathLst>
                <a:path w="107714" h="4389">
                  <a:moveTo>
                    <a:pt x="0" y="4389"/>
                  </a:moveTo>
                  <a:lnTo>
                    <a:pt x="10771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3" name="Candidate_receptor__3252">
              <a:extLst>
                <a:ext uri="{FF2B5EF4-FFF2-40B4-BE49-F238E27FC236}">
                  <a16:creationId xmlns:a16="http://schemas.microsoft.com/office/drawing/2014/main" id="{258EC7C2-6B19-780B-F957-8D53D2ACAD95}"/>
                </a:ext>
              </a:extLst>
            </p:cNvPr>
            <p:cNvSpPr>
              <a:spLocks noGrp="1"/>
            </p:cNvSpPr>
            <p:nvPr/>
          </p:nvSpPr>
          <p:spPr>
            <a:xfrm>
              <a:off x="5526252" y="3274726"/>
              <a:ext cx="40748" cy="52615"/>
            </a:xfrm>
            <a:custGeom>
              <a:avLst/>
              <a:gdLst/>
              <a:ahLst/>
              <a:cxnLst/>
              <a:rect l="0" t="0" r="0" b="0"/>
              <a:pathLst>
                <a:path w="40748" h="52615">
                  <a:moveTo>
                    <a:pt x="0" y="0"/>
                  </a:moveTo>
                  <a:lnTo>
                    <a:pt x="40748" y="5261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4" name="Candidate_receptor__3253">
              <a:extLst>
                <a:ext uri="{FF2B5EF4-FFF2-40B4-BE49-F238E27FC236}">
                  <a16:creationId xmlns:a16="http://schemas.microsoft.com/office/drawing/2014/main" id="{6706383F-C119-4F2A-C379-0A9E45AF9C43}"/>
                </a:ext>
              </a:extLst>
            </p:cNvPr>
            <p:cNvSpPr>
              <a:spLocks noGrp="1"/>
            </p:cNvSpPr>
            <p:nvPr/>
          </p:nvSpPr>
          <p:spPr>
            <a:xfrm>
              <a:off x="4729565" y="4116460"/>
              <a:ext cx="53777" cy="2820"/>
            </a:xfrm>
            <a:custGeom>
              <a:avLst/>
              <a:gdLst/>
              <a:ahLst/>
              <a:cxnLst/>
              <a:rect l="0" t="0" r="0" b="0"/>
              <a:pathLst>
                <a:path w="53777" h="2820">
                  <a:moveTo>
                    <a:pt x="0" y="0"/>
                  </a:moveTo>
                  <a:lnTo>
                    <a:pt x="53777" y="28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55" name="Candidate_receptor__3254">
              <a:extLst>
                <a:ext uri="{FF2B5EF4-FFF2-40B4-BE49-F238E27FC236}">
                  <a16:creationId xmlns:a16="http://schemas.microsoft.com/office/drawing/2014/main" id="{36233895-4CA2-655C-E9C3-1CF0E659D891}"/>
                </a:ext>
              </a:extLst>
            </p:cNvPr>
            <p:cNvSpPr>
              <a:spLocks noGrp="1"/>
            </p:cNvSpPr>
            <p:nvPr/>
          </p:nvSpPr>
          <p:spPr>
            <a:xfrm>
              <a:off x="4787995" y="3782187"/>
              <a:ext cx="101831" cy="27793"/>
            </a:xfrm>
            <a:custGeom>
              <a:avLst/>
              <a:gdLst/>
              <a:ahLst/>
              <a:cxnLst/>
              <a:rect l="0" t="0" r="0" b="0"/>
              <a:pathLst>
                <a:path w="101831" h="27793">
                  <a:moveTo>
                    <a:pt x="0" y="27793"/>
                  </a:moveTo>
                  <a:lnTo>
                    <a:pt x="10183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6" name="Candidate_receptor__3255">
              <a:extLst>
                <a:ext uri="{FF2B5EF4-FFF2-40B4-BE49-F238E27FC236}">
                  <a16:creationId xmlns:a16="http://schemas.microsoft.com/office/drawing/2014/main" id="{57513DF0-B525-3AA6-EA84-01D082498DDC}"/>
                </a:ext>
              </a:extLst>
            </p:cNvPr>
            <p:cNvSpPr>
              <a:spLocks noGrp="1"/>
            </p:cNvSpPr>
            <p:nvPr/>
          </p:nvSpPr>
          <p:spPr>
            <a:xfrm>
              <a:off x="4931096" y="3139140"/>
              <a:ext cx="98774" cy="19976"/>
            </a:xfrm>
            <a:custGeom>
              <a:avLst/>
              <a:gdLst/>
              <a:ahLst/>
              <a:cxnLst/>
              <a:rect l="0" t="0" r="0" b="0"/>
              <a:pathLst>
                <a:path w="98774" h="19976">
                  <a:moveTo>
                    <a:pt x="0" y="0"/>
                  </a:moveTo>
                  <a:lnTo>
                    <a:pt x="98774" y="199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7" name="Candidate_receptor__3256">
              <a:extLst>
                <a:ext uri="{FF2B5EF4-FFF2-40B4-BE49-F238E27FC236}">
                  <a16:creationId xmlns:a16="http://schemas.microsoft.com/office/drawing/2014/main" id="{40A1C67C-D939-251D-3E5A-D8BA07217CBB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859037"/>
              <a:ext cx="25363" cy="97083"/>
            </a:xfrm>
            <a:custGeom>
              <a:avLst/>
              <a:gdLst/>
              <a:ahLst/>
              <a:cxnLst/>
              <a:rect l="0" t="0" r="0" b="0"/>
              <a:pathLst>
                <a:path w="25363" h="97083">
                  <a:moveTo>
                    <a:pt x="0" y="97083"/>
                  </a:moveTo>
                  <a:lnTo>
                    <a:pt x="2536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58" name="Candidate_receptor__3257">
              <a:extLst>
                <a:ext uri="{FF2B5EF4-FFF2-40B4-BE49-F238E27FC236}">
                  <a16:creationId xmlns:a16="http://schemas.microsoft.com/office/drawing/2014/main" id="{6462FCA8-15F2-6181-658A-3B1304195AA7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725137"/>
              <a:ext cx="110543" cy="30867"/>
            </a:xfrm>
            <a:custGeom>
              <a:avLst/>
              <a:gdLst/>
              <a:ahLst/>
              <a:cxnLst/>
              <a:rect l="0" t="0" r="0" b="0"/>
              <a:pathLst>
                <a:path w="110543" h="30867">
                  <a:moveTo>
                    <a:pt x="110543" y="30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9" name="Candidate_receptor__3258">
              <a:extLst>
                <a:ext uri="{FF2B5EF4-FFF2-40B4-BE49-F238E27FC236}">
                  <a16:creationId xmlns:a16="http://schemas.microsoft.com/office/drawing/2014/main" id="{FB6BF425-7D44-EF0F-FCB2-3AE2EC27D5ED}"/>
                </a:ext>
              </a:extLst>
            </p:cNvPr>
            <p:cNvSpPr>
              <a:spLocks noGrp="1"/>
            </p:cNvSpPr>
            <p:nvPr/>
          </p:nvSpPr>
          <p:spPr>
            <a:xfrm>
              <a:off x="5616301" y="2037055"/>
              <a:ext cx="109528" cy="25286"/>
            </a:xfrm>
            <a:custGeom>
              <a:avLst/>
              <a:gdLst/>
              <a:ahLst/>
              <a:cxnLst/>
              <a:rect l="0" t="0" r="0" b="0"/>
              <a:pathLst>
                <a:path w="109528" h="25286">
                  <a:moveTo>
                    <a:pt x="109528" y="0"/>
                  </a:moveTo>
                  <a:lnTo>
                    <a:pt x="0" y="252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0" name="Candidate_receptor__3259">
              <a:extLst>
                <a:ext uri="{FF2B5EF4-FFF2-40B4-BE49-F238E27FC236}">
                  <a16:creationId xmlns:a16="http://schemas.microsoft.com/office/drawing/2014/main" id="{FA1FFA4F-A6A6-F5CC-12E1-B292545FC5FE}"/>
                </a:ext>
              </a:extLst>
            </p:cNvPr>
            <p:cNvSpPr>
              <a:spLocks noGrp="1"/>
            </p:cNvSpPr>
            <p:nvPr/>
          </p:nvSpPr>
          <p:spPr>
            <a:xfrm>
              <a:off x="4549115" y="2950697"/>
              <a:ext cx="40354" cy="40854"/>
            </a:xfrm>
            <a:custGeom>
              <a:avLst/>
              <a:gdLst/>
              <a:ahLst/>
              <a:cxnLst/>
              <a:rect l="0" t="0" r="0" b="0"/>
              <a:pathLst>
                <a:path w="40354" h="40854">
                  <a:moveTo>
                    <a:pt x="0" y="40854"/>
                  </a:moveTo>
                  <a:lnTo>
                    <a:pt x="4035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1" name="Candidate_receptor__3260">
              <a:extLst>
                <a:ext uri="{FF2B5EF4-FFF2-40B4-BE49-F238E27FC236}">
                  <a16:creationId xmlns:a16="http://schemas.microsoft.com/office/drawing/2014/main" id="{E6A79BCA-B1D5-9A0B-0344-9F5F80E1DC7E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2923"/>
              <a:ext cx="107901" cy="5323"/>
            </a:xfrm>
            <a:custGeom>
              <a:avLst/>
              <a:gdLst/>
              <a:ahLst/>
              <a:cxnLst/>
              <a:rect l="0" t="0" r="0" b="0"/>
              <a:pathLst>
                <a:path w="107901" h="5323">
                  <a:moveTo>
                    <a:pt x="107901" y="0"/>
                  </a:moveTo>
                  <a:lnTo>
                    <a:pt x="0" y="532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2" name="Candidate_receptor__3261">
              <a:extLst>
                <a:ext uri="{FF2B5EF4-FFF2-40B4-BE49-F238E27FC236}">
                  <a16:creationId xmlns:a16="http://schemas.microsoft.com/office/drawing/2014/main" id="{FED4498E-38A1-0552-D3A2-64B6862A3122}"/>
                </a:ext>
              </a:extLst>
            </p:cNvPr>
            <p:cNvSpPr>
              <a:spLocks noGrp="1"/>
            </p:cNvSpPr>
            <p:nvPr/>
          </p:nvSpPr>
          <p:spPr>
            <a:xfrm>
              <a:off x="4685189" y="2384303"/>
              <a:ext cx="69388" cy="76351"/>
            </a:xfrm>
            <a:custGeom>
              <a:avLst/>
              <a:gdLst/>
              <a:ahLst/>
              <a:cxnLst/>
              <a:rect l="0" t="0" r="0" b="0"/>
              <a:pathLst>
                <a:path w="69388" h="76351">
                  <a:moveTo>
                    <a:pt x="0" y="76351"/>
                  </a:moveTo>
                  <a:lnTo>
                    <a:pt x="6938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3" name="Candidate_receptor__3262">
              <a:extLst>
                <a:ext uri="{FF2B5EF4-FFF2-40B4-BE49-F238E27FC236}">
                  <a16:creationId xmlns:a16="http://schemas.microsoft.com/office/drawing/2014/main" id="{5F230844-C869-6546-7B83-88BE30735E4C}"/>
                </a:ext>
              </a:extLst>
            </p:cNvPr>
            <p:cNvSpPr>
              <a:spLocks noGrp="1"/>
            </p:cNvSpPr>
            <p:nvPr/>
          </p:nvSpPr>
          <p:spPr>
            <a:xfrm>
              <a:off x="4584690" y="2460655"/>
              <a:ext cx="100499" cy="26262"/>
            </a:xfrm>
            <a:custGeom>
              <a:avLst/>
              <a:gdLst/>
              <a:ahLst/>
              <a:cxnLst/>
              <a:rect l="0" t="0" r="0" b="0"/>
              <a:pathLst>
                <a:path w="100499" h="26262">
                  <a:moveTo>
                    <a:pt x="0" y="26262"/>
                  </a:moveTo>
                  <a:lnTo>
                    <a:pt x="10049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4" name="Candidate_receptor__3263">
              <a:extLst>
                <a:ext uri="{FF2B5EF4-FFF2-40B4-BE49-F238E27FC236}">
                  <a16:creationId xmlns:a16="http://schemas.microsoft.com/office/drawing/2014/main" id="{EB912DA2-F143-A7F1-33C4-9F35EC6A1C2B}"/>
                </a:ext>
              </a:extLst>
            </p:cNvPr>
            <p:cNvSpPr>
              <a:spLocks noGrp="1"/>
            </p:cNvSpPr>
            <p:nvPr/>
          </p:nvSpPr>
          <p:spPr>
            <a:xfrm>
              <a:off x="5606177" y="2604347"/>
              <a:ext cx="23789" cy="46301"/>
            </a:xfrm>
            <a:custGeom>
              <a:avLst/>
              <a:gdLst/>
              <a:ahLst/>
              <a:cxnLst/>
              <a:rect l="0" t="0" r="0" b="0"/>
              <a:pathLst>
                <a:path w="23789" h="46301">
                  <a:moveTo>
                    <a:pt x="0" y="46301"/>
                  </a:moveTo>
                  <a:lnTo>
                    <a:pt x="237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5" name="Candidate_receptor__3264">
              <a:extLst>
                <a:ext uri="{FF2B5EF4-FFF2-40B4-BE49-F238E27FC236}">
                  <a16:creationId xmlns:a16="http://schemas.microsoft.com/office/drawing/2014/main" id="{5ACDB4A8-BC5D-A647-65B8-0538E6678F0C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615921"/>
              <a:ext cx="37953" cy="109216"/>
            </a:xfrm>
            <a:custGeom>
              <a:avLst/>
              <a:gdLst/>
              <a:ahLst/>
              <a:cxnLst/>
              <a:rect l="0" t="0" r="0" b="0"/>
              <a:pathLst>
                <a:path w="37953" h="109216">
                  <a:moveTo>
                    <a:pt x="0" y="109216"/>
                  </a:moveTo>
                  <a:lnTo>
                    <a:pt x="3795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6" name="Candidate_receptor__3265">
              <a:extLst>
                <a:ext uri="{FF2B5EF4-FFF2-40B4-BE49-F238E27FC236}">
                  <a16:creationId xmlns:a16="http://schemas.microsoft.com/office/drawing/2014/main" id="{646A0020-5992-B692-7E82-6ED5F9A0389D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415837"/>
              <a:ext cx="5139" cy="112186"/>
            </a:xfrm>
            <a:custGeom>
              <a:avLst/>
              <a:gdLst/>
              <a:ahLst/>
              <a:cxnLst/>
              <a:rect l="0" t="0" r="0" b="0"/>
              <a:pathLst>
                <a:path w="5139" h="112186">
                  <a:moveTo>
                    <a:pt x="0" y="0"/>
                  </a:moveTo>
                  <a:lnTo>
                    <a:pt x="5139" y="1121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7" name="Candidate_receptor__3266">
              <a:extLst>
                <a:ext uri="{FF2B5EF4-FFF2-40B4-BE49-F238E27FC236}">
                  <a16:creationId xmlns:a16="http://schemas.microsoft.com/office/drawing/2014/main" id="{666B7489-99E3-A16E-E154-C2CA4D633EE4}"/>
                </a:ext>
              </a:extLst>
            </p:cNvPr>
            <p:cNvSpPr>
              <a:spLocks noGrp="1"/>
            </p:cNvSpPr>
            <p:nvPr/>
          </p:nvSpPr>
          <p:spPr>
            <a:xfrm>
              <a:off x="4497389" y="2486916"/>
              <a:ext cx="87301" cy="16272"/>
            </a:xfrm>
            <a:custGeom>
              <a:avLst/>
              <a:gdLst/>
              <a:ahLst/>
              <a:cxnLst/>
              <a:rect l="0" t="0" r="0" b="0"/>
              <a:pathLst>
                <a:path w="87301" h="16272">
                  <a:moveTo>
                    <a:pt x="0" y="16272"/>
                  </a:moveTo>
                  <a:lnTo>
                    <a:pt x="873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8" name="Candidate_receptor__3267">
              <a:extLst>
                <a:ext uri="{FF2B5EF4-FFF2-40B4-BE49-F238E27FC236}">
                  <a16:creationId xmlns:a16="http://schemas.microsoft.com/office/drawing/2014/main" id="{8124C22B-72C9-8567-39DA-11E99DB2E156}"/>
                </a:ext>
              </a:extLst>
            </p:cNvPr>
            <p:cNvSpPr>
              <a:spLocks noGrp="1"/>
            </p:cNvSpPr>
            <p:nvPr/>
          </p:nvSpPr>
          <p:spPr>
            <a:xfrm>
              <a:off x="6036513" y="3379363"/>
              <a:ext cx="93006" cy="45411"/>
            </a:xfrm>
            <a:custGeom>
              <a:avLst/>
              <a:gdLst/>
              <a:ahLst/>
              <a:cxnLst/>
              <a:rect l="0" t="0" r="0" b="0"/>
              <a:pathLst>
                <a:path w="93006" h="45411">
                  <a:moveTo>
                    <a:pt x="93006" y="45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9" name="Candidate_receptor__3268">
              <a:extLst>
                <a:ext uri="{FF2B5EF4-FFF2-40B4-BE49-F238E27FC236}">
                  <a16:creationId xmlns:a16="http://schemas.microsoft.com/office/drawing/2014/main" id="{A3C8F034-5290-C305-4781-4F1AF188608A}"/>
                </a:ext>
              </a:extLst>
            </p:cNvPr>
            <p:cNvSpPr>
              <a:spLocks noGrp="1"/>
            </p:cNvSpPr>
            <p:nvPr/>
          </p:nvSpPr>
          <p:spPr>
            <a:xfrm>
              <a:off x="4925296" y="3913609"/>
              <a:ext cx="56923" cy="11049"/>
            </a:xfrm>
            <a:custGeom>
              <a:avLst/>
              <a:gdLst/>
              <a:ahLst/>
              <a:cxnLst/>
              <a:rect l="0" t="0" r="0" b="0"/>
              <a:pathLst>
                <a:path w="56923" h="11049">
                  <a:moveTo>
                    <a:pt x="0" y="0"/>
                  </a:moveTo>
                  <a:lnTo>
                    <a:pt x="56923" y="1104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0" name="Candidate_receptor__3269">
              <a:extLst>
                <a:ext uri="{FF2B5EF4-FFF2-40B4-BE49-F238E27FC236}">
                  <a16:creationId xmlns:a16="http://schemas.microsoft.com/office/drawing/2014/main" id="{3420DE2F-8B9F-C134-2606-4087E02C50DD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74825" cy="55714"/>
            </a:xfrm>
            <a:custGeom>
              <a:avLst/>
              <a:gdLst/>
              <a:ahLst/>
              <a:cxnLst/>
              <a:rect l="0" t="0" r="0" b="0"/>
              <a:pathLst>
                <a:path w="74825" h="55714">
                  <a:moveTo>
                    <a:pt x="0" y="0"/>
                  </a:moveTo>
                  <a:lnTo>
                    <a:pt x="74825" y="5571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1" name="Candidate_receptor__3270">
              <a:extLst>
                <a:ext uri="{FF2B5EF4-FFF2-40B4-BE49-F238E27FC236}">
                  <a16:creationId xmlns:a16="http://schemas.microsoft.com/office/drawing/2014/main" id="{8165D629-EF12-9858-8686-745AD8ABC3AC}"/>
                </a:ext>
              </a:extLst>
            </p:cNvPr>
            <p:cNvSpPr>
              <a:spLocks noGrp="1"/>
            </p:cNvSpPr>
            <p:nvPr/>
          </p:nvSpPr>
          <p:spPr>
            <a:xfrm>
              <a:off x="4031115" y="2599465"/>
              <a:ext cx="62488" cy="44601"/>
            </a:xfrm>
            <a:custGeom>
              <a:avLst/>
              <a:gdLst/>
              <a:ahLst/>
              <a:cxnLst/>
              <a:rect l="0" t="0" r="0" b="0"/>
              <a:pathLst>
                <a:path w="62488" h="44601">
                  <a:moveTo>
                    <a:pt x="62488" y="0"/>
                  </a:moveTo>
                  <a:lnTo>
                    <a:pt x="0" y="4460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2" name="Candidate_receptor__3271">
              <a:extLst>
                <a:ext uri="{FF2B5EF4-FFF2-40B4-BE49-F238E27FC236}">
                  <a16:creationId xmlns:a16="http://schemas.microsoft.com/office/drawing/2014/main" id="{B3A20398-BAE7-7538-6A5B-691195CE055E}"/>
                </a:ext>
              </a:extLst>
            </p:cNvPr>
            <p:cNvSpPr>
              <a:spLocks noGrp="1"/>
            </p:cNvSpPr>
            <p:nvPr/>
          </p:nvSpPr>
          <p:spPr>
            <a:xfrm>
              <a:off x="3868077" y="3019298"/>
              <a:ext cx="14230" cy="82096"/>
            </a:xfrm>
            <a:custGeom>
              <a:avLst/>
              <a:gdLst/>
              <a:ahLst/>
              <a:cxnLst/>
              <a:rect l="0" t="0" r="0" b="0"/>
              <a:pathLst>
                <a:path w="14230" h="82096">
                  <a:moveTo>
                    <a:pt x="14230" y="0"/>
                  </a:moveTo>
                  <a:lnTo>
                    <a:pt x="0" y="8209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3" name="Candidate_receptor__3272">
              <a:extLst>
                <a:ext uri="{FF2B5EF4-FFF2-40B4-BE49-F238E27FC236}">
                  <a16:creationId xmlns:a16="http://schemas.microsoft.com/office/drawing/2014/main" id="{B1252EE4-6E7C-DC21-01DB-A9FFF8BA03DD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89418"/>
              <a:ext cx="16876" cy="112433"/>
            </a:xfrm>
            <a:custGeom>
              <a:avLst/>
              <a:gdLst/>
              <a:ahLst/>
              <a:cxnLst/>
              <a:rect l="0" t="0" r="0" b="0"/>
              <a:pathLst>
                <a:path w="16876" h="112433">
                  <a:moveTo>
                    <a:pt x="0" y="0"/>
                  </a:moveTo>
                  <a:lnTo>
                    <a:pt x="16876" y="11243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4" name="Candidate_receptor__3273">
              <a:extLst>
                <a:ext uri="{FF2B5EF4-FFF2-40B4-BE49-F238E27FC236}">
                  <a16:creationId xmlns:a16="http://schemas.microsoft.com/office/drawing/2014/main" id="{860DB96B-55CD-A670-7F9C-4DDDBE62A349}"/>
                </a:ext>
              </a:extLst>
            </p:cNvPr>
            <p:cNvSpPr>
              <a:spLocks noGrp="1"/>
            </p:cNvSpPr>
            <p:nvPr/>
          </p:nvSpPr>
          <p:spPr>
            <a:xfrm>
              <a:off x="5126040" y="3619399"/>
              <a:ext cx="64673" cy="91987"/>
            </a:xfrm>
            <a:custGeom>
              <a:avLst/>
              <a:gdLst/>
              <a:ahLst/>
              <a:cxnLst/>
              <a:rect l="0" t="0" r="0" b="0"/>
              <a:pathLst>
                <a:path w="64673" h="91987">
                  <a:moveTo>
                    <a:pt x="0" y="0"/>
                  </a:moveTo>
                  <a:lnTo>
                    <a:pt x="64673" y="919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5" name="Candidate_receptor__3274">
              <a:extLst>
                <a:ext uri="{FF2B5EF4-FFF2-40B4-BE49-F238E27FC236}">
                  <a16:creationId xmlns:a16="http://schemas.microsoft.com/office/drawing/2014/main" id="{B3F8404B-2221-A7FE-35EE-F5D652610DAB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99836"/>
              <a:ext cx="38858" cy="94638"/>
            </a:xfrm>
            <a:custGeom>
              <a:avLst/>
              <a:gdLst/>
              <a:ahLst/>
              <a:cxnLst/>
              <a:rect l="0" t="0" r="0" b="0"/>
              <a:pathLst>
                <a:path w="38858" h="94638">
                  <a:moveTo>
                    <a:pt x="38858" y="946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6" name="Candidate_receptor__3275">
              <a:extLst>
                <a:ext uri="{FF2B5EF4-FFF2-40B4-BE49-F238E27FC236}">
                  <a16:creationId xmlns:a16="http://schemas.microsoft.com/office/drawing/2014/main" id="{0AA51481-F47E-DABA-F560-4D9587839A94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9188" cy="77636"/>
            </a:xfrm>
            <a:custGeom>
              <a:avLst/>
              <a:gdLst/>
              <a:ahLst/>
              <a:cxnLst/>
              <a:rect l="0" t="0" r="0" b="0"/>
              <a:pathLst>
                <a:path w="9188" h="77636">
                  <a:moveTo>
                    <a:pt x="0" y="0"/>
                  </a:moveTo>
                  <a:lnTo>
                    <a:pt x="9188" y="7763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7" name="Candidate_receptor__3276">
              <a:extLst>
                <a:ext uri="{FF2B5EF4-FFF2-40B4-BE49-F238E27FC236}">
                  <a16:creationId xmlns:a16="http://schemas.microsoft.com/office/drawing/2014/main" id="{6687AE3C-7880-B158-46BA-9C6CDE13491C}"/>
                </a:ext>
              </a:extLst>
            </p:cNvPr>
            <p:cNvSpPr>
              <a:spLocks noGrp="1"/>
            </p:cNvSpPr>
            <p:nvPr/>
          </p:nvSpPr>
          <p:spPr>
            <a:xfrm>
              <a:off x="5483220" y="2703179"/>
              <a:ext cx="28798" cy="92986"/>
            </a:xfrm>
            <a:custGeom>
              <a:avLst/>
              <a:gdLst/>
              <a:ahLst/>
              <a:cxnLst/>
              <a:rect l="0" t="0" r="0" b="0"/>
              <a:pathLst>
                <a:path w="28798" h="92986">
                  <a:moveTo>
                    <a:pt x="0" y="92986"/>
                  </a:moveTo>
                  <a:lnTo>
                    <a:pt x="28798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8" name="Candidate_receptor__3277">
              <a:extLst>
                <a:ext uri="{FF2B5EF4-FFF2-40B4-BE49-F238E27FC236}">
                  <a16:creationId xmlns:a16="http://schemas.microsoft.com/office/drawing/2014/main" id="{D67CC503-A9FF-AFC7-A2F4-A470EDAFEE67}"/>
                </a:ext>
              </a:extLst>
            </p:cNvPr>
            <p:cNvSpPr>
              <a:spLocks noGrp="1"/>
            </p:cNvSpPr>
            <p:nvPr/>
          </p:nvSpPr>
          <p:spPr>
            <a:xfrm>
              <a:off x="4369410" y="3557942"/>
              <a:ext cx="73889" cy="1255"/>
            </a:xfrm>
            <a:custGeom>
              <a:avLst/>
              <a:gdLst/>
              <a:ahLst/>
              <a:cxnLst/>
              <a:rect l="0" t="0" r="0" b="0"/>
              <a:pathLst>
                <a:path w="73889" h="1255">
                  <a:moveTo>
                    <a:pt x="0" y="1255"/>
                  </a:moveTo>
                  <a:lnTo>
                    <a:pt x="738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9" name="Candidate_receptor__3278">
              <a:extLst>
                <a:ext uri="{FF2B5EF4-FFF2-40B4-BE49-F238E27FC236}">
                  <a16:creationId xmlns:a16="http://schemas.microsoft.com/office/drawing/2014/main" id="{8C69773F-6FD4-6972-37B2-63DC9B52358B}"/>
                </a:ext>
              </a:extLst>
            </p:cNvPr>
            <p:cNvSpPr>
              <a:spLocks noGrp="1"/>
            </p:cNvSpPr>
            <p:nvPr/>
          </p:nvSpPr>
          <p:spPr>
            <a:xfrm>
              <a:off x="4571793" y="3355090"/>
              <a:ext cx="67685" cy="38787"/>
            </a:xfrm>
            <a:custGeom>
              <a:avLst/>
              <a:gdLst/>
              <a:ahLst/>
              <a:cxnLst/>
              <a:rect l="0" t="0" r="0" b="0"/>
              <a:pathLst>
                <a:path w="67685" h="38787">
                  <a:moveTo>
                    <a:pt x="67685" y="0"/>
                  </a:moveTo>
                  <a:lnTo>
                    <a:pt x="0" y="3878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0" name="Candidate_receptor__3279">
              <a:extLst>
                <a:ext uri="{FF2B5EF4-FFF2-40B4-BE49-F238E27FC236}">
                  <a16:creationId xmlns:a16="http://schemas.microsoft.com/office/drawing/2014/main" id="{2EF43D2C-E9A9-DF68-1938-F96B6D58D55C}"/>
                </a:ext>
              </a:extLst>
            </p:cNvPr>
            <p:cNvSpPr>
              <a:spLocks noGrp="1"/>
            </p:cNvSpPr>
            <p:nvPr/>
          </p:nvSpPr>
          <p:spPr>
            <a:xfrm>
              <a:off x="5958757" y="2235455"/>
              <a:ext cx="24407" cy="80198"/>
            </a:xfrm>
            <a:custGeom>
              <a:avLst/>
              <a:gdLst/>
              <a:ahLst/>
              <a:cxnLst/>
              <a:rect l="0" t="0" r="0" b="0"/>
              <a:pathLst>
                <a:path w="24407" h="80198">
                  <a:moveTo>
                    <a:pt x="0" y="80198"/>
                  </a:moveTo>
                  <a:lnTo>
                    <a:pt x="2440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1" name="Candidate_receptor__3280">
              <a:extLst>
                <a:ext uri="{FF2B5EF4-FFF2-40B4-BE49-F238E27FC236}">
                  <a16:creationId xmlns:a16="http://schemas.microsoft.com/office/drawing/2014/main" id="{95CF7E55-26DE-F112-B7E1-D2A444764EDD}"/>
                </a:ext>
              </a:extLst>
            </p:cNvPr>
            <p:cNvSpPr>
              <a:spLocks noGrp="1"/>
            </p:cNvSpPr>
            <p:nvPr/>
          </p:nvSpPr>
          <p:spPr>
            <a:xfrm>
              <a:off x="5952366" y="2315653"/>
              <a:ext cx="6392" cy="82056"/>
            </a:xfrm>
            <a:custGeom>
              <a:avLst/>
              <a:gdLst/>
              <a:ahLst/>
              <a:cxnLst/>
              <a:rect l="0" t="0" r="0" b="0"/>
              <a:pathLst>
                <a:path w="6392" h="82056">
                  <a:moveTo>
                    <a:pt x="0" y="82056"/>
                  </a:moveTo>
                  <a:lnTo>
                    <a:pt x="639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2" name="Candidate_receptor__3281">
              <a:extLst>
                <a:ext uri="{FF2B5EF4-FFF2-40B4-BE49-F238E27FC236}">
                  <a16:creationId xmlns:a16="http://schemas.microsoft.com/office/drawing/2014/main" id="{E17E6C69-5456-12F2-BA0E-35911BC773E6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070880"/>
              <a:ext cx="99377" cy="52737"/>
            </a:xfrm>
            <a:custGeom>
              <a:avLst/>
              <a:gdLst/>
              <a:ahLst/>
              <a:cxnLst/>
              <a:rect l="0" t="0" r="0" b="0"/>
              <a:pathLst>
                <a:path w="99377" h="52737">
                  <a:moveTo>
                    <a:pt x="0" y="52737"/>
                  </a:moveTo>
                  <a:lnTo>
                    <a:pt x="993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3" name="Candidate_receptor__3282">
              <a:extLst>
                <a:ext uri="{FF2B5EF4-FFF2-40B4-BE49-F238E27FC236}">
                  <a16:creationId xmlns:a16="http://schemas.microsoft.com/office/drawing/2014/main" id="{C355ED7E-62B1-8D09-4C21-D5C97E12480D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728254"/>
              <a:ext cx="110848" cy="6506"/>
            </a:xfrm>
            <a:custGeom>
              <a:avLst/>
              <a:gdLst/>
              <a:ahLst/>
              <a:cxnLst/>
              <a:rect l="0" t="0" r="0" b="0"/>
              <a:pathLst>
                <a:path w="110848" h="6506">
                  <a:moveTo>
                    <a:pt x="0" y="0"/>
                  </a:moveTo>
                  <a:lnTo>
                    <a:pt x="110848" y="65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4" name="Candidate_receptor__3283">
              <a:extLst>
                <a:ext uri="{FF2B5EF4-FFF2-40B4-BE49-F238E27FC236}">
                  <a16:creationId xmlns:a16="http://schemas.microsoft.com/office/drawing/2014/main" id="{86A30663-FEB1-1DC7-F56A-31EDE89506A7}"/>
                </a:ext>
              </a:extLst>
            </p:cNvPr>
            <p:cNvSpPr>
              <a:spLocks noGrp="1"/>
            </p:cNvSpPr>
            <p:nvPr/>
          </p:nvSpPr>
          <p:spPr>
            <a:xfrm>
              <a:off x="5725829" y="1929793"/>
              <a:ext cx="14364" cy="107262"/>
            </a:xfrm>
            <a:custGeom>
              <a:avLst/>
              <a:gdLst/>
              <a:ahLst/>
              <a:cxnLst/>
              <a:rect l="0" t="0" r="0" b="0"/>
              <a:pathLst>
                <a:path w="14364" h="107262">
                  <a:moveTo>
                    <a:pt x="14364" y="0"/>
                  </a:moveTo>
                  <a:lnTo>
                    <a:pt x="0" y="1072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5" name="Candidate_receptor__3284">
              <a:extLst>
                <a:ext uri="{FF2B5EF4-FFF2-40B4-BE49-F238E27FC236}">
                  <a16:creationId xmlns:a16="http://schemas.microsoft.com/office/drawing/2014/main" id="{B7955DB3-D8F8-A4C0-0352-9535EB52BF8D}"/>
                </a:ext>
              </a:extLst>
            </p:cNvPr>
            <p:cNvSpPr>
              <a:spLocks noGrp="1"/>
            </p:cNvSpPr>
            <p:nvPr/>
          </p:nvSpPr>
          <p:spPr>
            <a:xfrm>
              <a:off x="4526978" y="4183614"/>
              <a:ext cx="110176" cy="5690"/>
            </a:xfrm>
            <a:custGeom>
              <a:avLst/>
              <a:gdLst/>
              <a:ahLst/>
              <a:cxnLst/>
              <a:rect l="0" t="0" r="0" b="0"/>
              <a:pathLst>
                <a:path w="110176" h="5690">
                  <a:moveTo>
                    <a:pt x="0" y="5690"/>
                  </a:moveTo>
                  <a:lnTo>
                    <a:pt x="11017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6" name="Candidate_receptor__3285">
              <a:extLst>
                <a:ext uri="{FF2B5EF4-FFF2-40B4-BE49-F238E27FC236}">
                  <a16:creationId xmlns:a16="http://schemas.microsoft.com/office/drawing/2014/main" id="{0A41A790-CF7F-E0AA-04F1-D4EDD715F9FA}"/>
                </a:ext>
              </a:extLst>
            </p:cNvPr>
            <p:cNvSpPr>
              <a:spLocks noGrp="1"/>
            </p:cNvSpPr>
            <p:nvPr/>
          </p:nvSpPr>
          <p:spPr>
            <a:xfrm>
              <a:off x="4882350" y="2871452"/>
              <a:ext cx="53939" cy="54754"/>
            </a:xfrm>
            <a:custGeom>
              <a:avLst/>
              <a:gdLst/>
              <a:ahLst/>
              <a:cxnLst/>
              <a:rect l="0" t="0" r="0" b="0"/>
              <a:pathLst>
                <a:path w="53939" h="54754">
                  <a:moveTo>
                    <a:pt x="53939" y="0"/>
                  </a:moveTo>
                  <a:lnTo>
                    <a:pt x="0" y="5475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7" name="Candidate_receptor__3286">
              <a:extLst>
                <a:ext uri="{FF2B5EF4-FFF2-40B4-BE49-F238E27FC236}">
                  <a16:creationId xmlns:a16="http://schemas.microsoft.com/office/drawing/2014/main" id="{E42ED16E-013F-C0C9-9B59-F090CB998C6E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252429"/>
              <a:ext cx="19372" cy="506"/>
            </a:xfrm>
            <a:custGeom>
              <a:avLst/>
              <a:gdLst/>
              <a:ahLst/>
              <a:cxnLst/>
              <a:rect l="0" t="0" r="0" b="0"/>
              <a:pathLst>
                <a:path w="19372" h="506">
                  <a:moveTo>
                    <a:pt x="19372" y="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8" name="Candidate_receptor__3287">
              <a:extLst>
                <a:ext uri="{FF2B5EF4-FFF2-40B4-BE49-F238E27FC236}">
                  <a16:creationId xmlns:a16="http://schemas.microsoft.com/office/drawing/2014/main" id="{EB7EAD7E-AFAB-3DF4-9774-F7E353411377}"/>
                </a:ext>
              </a:extLst>
            </p:cNvPr>
            <p:cNvSpPr>
              <a:spLocks noGrp="1"/>
            </p:cNvSpPr>
            <p:nvPr/>
          </p:nvSpPr>
          <p:spPr>
            <a:xfrm>
              <a:off x="5788279" y="3909100"/>
              <a:ext cx="111562" cy="3634"/>
            </a:xfrm>
            <a:custGeom>
              <a:avLst/>
              <a:gdLst/>
              <a:ahLst/>
              <a:cxnLst/>
              <a:rect l="0" t="0" r="0" b="0"/>
              <a:pathLst>
                <a:path w="111562" h="3634">
                  <a:moveTo>
                    <a:pt x="111562" y="3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9" name="Candidate_receptor__3288">
              <a:extLst>
                <a:ext uri="{FF2B5EF4-FFF2-40B4-BE49-F238E27FC236}">
                  <a16:creationId xmlns:a16="http://schemas.microsoft.com/office/drawing/2014/main" id="{9D8DC418-ADA1-F92E-2308-E4AAAA8BC1FC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495815"/>
              <a:ext cx="17745" cy="5537"/>
            </a:xfrm>
            <a:custGeom>
              <a:avLst/>
              <a:gdLst/>
              <a:ahLst/>
              <a:cxnLst/>
              <a:rect l="0" t="0" r="0" b="0"/>
              <a:pathLst>
                <a:path w="17745" h="5537">
                  <a:moveTo>
                    <a:pt x="17745" y="0"/>
                  </a:moveTo>
                  <a:lnTo>
                    <a:pt x="0" y="553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0" name="Candidate_receptor__3289">
              <a:extLst>
                <a:ext uri="{FF2B5EF4-FFF2-40B4-BE49-F238E27FC236}">
                  <a16:creationId xmlns:a16="http://schemas.microsoft.com/office/drawing/2014/main" id="{AE7FA16D-B3A8-CFE3-20FA-BF772ACB4A8A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97386" cy="34176"/>
            </a:xfrm>
            <a:custGeom>
              <a:avLst/>
              <a:gdLst/>
              <a:ahLst/>
              <a:cxnLst/>
              <a:rect l="0" t="0" r="0" b="0"/>
              <a:pathLst>
                <a:path w="97386" h="34176">
                  <a:moveTo>
                    <a:pt x="97386" y="34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1" name="Candidate_receptor__3290">
              <a:extLst>
                <a:ext uri="{FF2B5EF4-FFF2-40B4-BE49-F238E27FC236}">
                  <a16:creationId xmlns:a16="http://schemas.microsoft.com/office/drawing/2014/main" id="{6FBB53BA-732F-6E81-CBB0-60C78C6B72CE}"/>
                </a:ext>
              </a:extLst>
            </p:cNvPr>
            <p:cNvSpPr>
              <a:spLocks noGrp="1"/>
            </p:cNvSpPr>
            <p:nvPr/>
          </p:nvSpPr>
          <p:spPr>
            <a:xfrm>
              <a:off x="4703869" y="2942536"/>
              <a:ext cx="74682" cy="76721"/>
            </a:xfrm>
            <a:custGeom>
              <a:avLst/>
              <a:gdLst/>
              <a:ahLst/>
              <a:cxnLst/>
              <a:rect l="0" t="0" r="0" b="0"/>
              <a:pathLst>
                <a:path w="74682" h="76721">
                  <a:moveTo>
                    <a:pt x="74682" y="0"/>
                  </a:moveTo>
                  <a:lnTo>
                    <a:pt x="0" y="767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2" name="Candidate_receptor__3291">
              <a:extLst>
                <a:ext uri="{FF2B5EF4-FFF2-40B4-BE49-F238E27FC236}">
                  <a16:creationId xmlns:a16="http://schemas.microsoft.com/office/drawing/2014/main" id="{945F6FBA-7B3F-6E9A-974B-D1906BECA5F8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394632"/>
              <a:ext cx="68769" cy="21204"/>
            </a:xfrm>
            <a:custGeom>
              <a:avLst/>
              <a:gdLst/>
              <a:ahLst/>
              <a:cxnLst/>
              <a:rect l="0" t="0" r="0" b="0"/>
              <a:pathLst>
                <a:path w="68769" h="21204">
                  <a:moveTo>
                    <a:pt x="68769" y="0"/>
                  </a:moveTo>
                  <a:lnTo>
                    <a:pt x="0" y="212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3" name="Candidate_receptor__3292">
              <a:extLst>
                <a:ext uri="{FF2B5EF4-FFF2-40B4-BE49-F238E27FC236}">
                  <a16:creationId xmlns:a16="http://schemas.microsoft.com/office/drawing/2014/main" id="{1762403E-C9BD-A40E-A9E4-972FAECA4B18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60703"/>
              <a:ext cx="34922" cy="98357"/>
            </a:xfrm>
            <a:custGeom>
              <a:avLst/>
              <a:gdLst/>
              <a:ahLst/>
              <a:cxnLst/>
              <a:rect l="0" t="0" r="0" b="0"/>
              <a:pathLst>
                <a:path w="34922" h="98357">
                  <a:moveTo>
                    <a:pt x="0" y="0"/>
                  </a:moveTo>
                  <a:lnTo>
                    <a:pt x="34922" y="9835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4" name="Candidate_receptor__3293">
              <a:extLst>
                <a:ext uri="{FF2B5EF4-FFF2-40B4-BE49-F238E27FC236}">
                  <a16:creationId xmlns:a16="http://schemas.microsoft.com/office/drawing/2014/main" id="{28AB28CE-123E-9699-1960-013862FD3414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05321"/>
              <a:ext cx="88092" cy="55382"/>
            </a:xfrm>
            <a:custGeom>
              <a:avLst/>
              <a:gdLst/>
              <a:ahLst/>
              <a:cxnLst/>
              <a:rect l="0" t="0" r="0" b="0"/>
              <a:pathLst>
                <a:path w="88092" h="55382">
                  <a:moveTo>
                    <a:pt x="88092" y="0"/>
                  </a:moveTo>
                  <a:lnTo>
                    <a:pt x="0" y="55382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5" name="Candidate_receptor__3294">
              <a:extLst>
                <a:ext uri="{FF2B5EF4-FFF2-40B4-BE49-F238E27FC236}">
                  <a16:creationId xmlns:a16="http://schemas.microsoft.com/office/drawing/2014/main" id="{450351C2-4070-F7DB-6A76-7AF3077AA7A9}"/>
                </a:ext>
              </a:extLst>
            </p:cNvPr>
            <p:cNvSpPr>
              <a:spLocks noGrp="1"/>
            </p:cNvSpPr>
            <p:nvPr/>
          </p:nvSpPr>
          <p:spPr>
            <a:xfrm>
              <a:off x="4438652" y="2348458"/>
              <a:ext cx="106994" cy="10602"/>
            </a:xfrm>
            <a:custGeom>
              <a:avLst/>
              <a:gdLst/>
              <a:ahLst/>
              <a:cxnLst/>
              <a:rect l="0" t="0" r="0" b="0"/>
              <a:pathLst>
                <a:path w="106994" h="10602">
                  <a:moveTo>
                    <a:pt x="0" y="10602"/>
                  </a:moveTo>
                  <a:lnTo>
                    <a:pt x="1069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6" name="Candidate_receptor__3295">
              <a:extLst>
                <a:ext uri="{FF2B5EF4-FFF2-40B4-BE49-F238E27FC236}">
                  <a16:creationId xmlns:a16="http://schemas.microsoft.com/office/drawing/2014/main" id="{5AAD55DB-7468-3F81-3D05-84A896DB9C12}"/>
                </a:ext>
              </a:extLst>
            </p:cNvPr>
            <p:cNvSpPr>
              <a:spLocks noGrp="1"/>
            </p:cNvSpPr>
            <p:nvPr/>
          </p:nvSpPr>
          <p:spPr>
            <a:xfrm>
              <a:off x="6050278" y="2155784"/>
              <a:ext cx="94923" cy="909"/>
            </a:xfrm>
            <a:custGeom>
              <a:avLst/>
              <a:gdLst/>
              <a:ahLst/>
              <a:cxnLst/>
              <a:rect l="0" t="0" r="0" b="0"/>
              <a:pathLst>
                <a:path w="94923" h="909">
                  <a:moveTo>
                    <a:pt x="94923" y="0"/>
                  </a:moveTo>
                  <a:lnTo>
                    <a:pt x="0" y="909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7" name="Candidate_receptor__3296">
              <a:extLst>
                <a:ext uri="{FF2B5EF4-FFF2-40B4-BE49-F238E27FC236}">
                  <a16:creationId xmlns:a16="http://schemas.microsoft.com/office/drawing/2014/main" id="{67184AB5-5312-DB31-A9CC-8CFE47939467}"/>
                </a:ext>
              </a:extLst>
            </p:cNvPr>
            <p:cNvSpPr>
              <a:spLocks noGrp="1"/>
            </p:cNvSpPr>
            <p:nvPr/>
          </p:nvSpPr>
          <p:spPr>
            <a:xfrm>
              <a:off x="4497721" y="2991551"/>
              <a:ext cx="51394" cy="102072"/>
            </a:xfrm>
            <a:custGeom>
              <a:avLst/>
              <a:gdLst/>
              <a:ahLst/>
              <a:cxnLst/>
              <a:rect l="0" t="0" r="0" b="0"/>
              <a:pathLst>
                <a:path w="51394" h="102072">
                  <a:moveTo>
                    <a:pt x="0" y="102072"/>
                  </a:moveTo>
                  <a:lnTo>
                    <a:pt x="513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8" name="Candidate_receptor__3297">
              <a:extLst>
                <a:ext uri="{FF2B5EF4-FFF2-40B4-BE49-F238E27FC236}">
                  <a16:creationId xmlns:a16="http://schemas.microsoft.com/office/drawing/2014/main" id="{35666A2F-19C1-4A60-A572-4ED50AAE315D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203206"/>
              <a:ext cx="30383" cy="52734"/>
            </a:xfrm>
            <a:custGeom>
              <a:avLst/>
              <a:gdLst/>
              <a:ahLst/>
              <a:cxnLst/>
              <a:rect l="0" t="0" r="0" b="0"/>
              <a:pathLst>
                <a:path w="30383" h="52734">
                  <a:moveTo>
                    <a:pt x="0" y="0"/>
                  </a:moveTo>
                  <a:lnTo>
                    <a:pt x="30383" y="5273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9" name="Candidate_receptor__3298">
              <a:extLst>
                <a:ext uri="{FF2B5EF4-FFF2-40B4-BE49-F238E27FC236}">
                  <a16:creationId xmlns:a16="http://schemas.microsoft.com/office/drawing/2014/main" id="{35E36562-5755-68C3-70EC-B8E7B591D3F6}"/>
                </a:ext>
              </a:extLst>
            </p:cNvPr>
            <p:cNvSpPr>
              <a:spLocks noGrp="1"/>
            </p:cNvSpPr>
            <p:nvPr/>
          </p:nvSpPr>
          <p:spPr>
            <a:xfrm>
              <a:off x="4427997" y="4184092"/>
              <a:ext cx="98981" cy="5211"/>
            </a:xfrm>
            <a:custGeom>
              <a:avLst/>
              <a:gdLst/>
              <a:ahLst/>
              <a:cxnLst/>
              <a:rect l="0" t="0" r="0" b="0"/>
              <a:pathLst>
                <a:path w="98981" h="5211">
                  <a:moveTo>
                    <a:pt x="0" y="0"/>
                  </a:moveTo>
                  <a:lnTo>
                    <a:pt x="98981" y="521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0" name="Candidate_receptor__3299">
              <a:extLst>
                <a:ext uri="{FF2B5EF4-FFF2-40B4-BE49-F238E27FC236}">
                  <a16:creationId xmlns:a16="http://schemas.microsoft.com/office/drawing/2014/main" id="{A2FE316F-F4D8-769D-D2A9-2CE6348A2616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379363"/>
              <a:ext cx="70006" cy="91551"/>
            </a:xfrm>
            <a:custGeom>
              <a:avLst/>
              <a:gdLst/>
              <a:ahLst/>
              <a:cxnLst/>
              <a:rect l="0" t="0" r="0" b="0"/>
              <a:pathLst>
                <a:path w="70006" h="91551">
                  <a:moveTo>
                    <a:pt x="70006" y="0"/>
                  </a:moveTo>
                  <a:lnTo>
                    <a:pt x="0" y="9155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1" name="Candidate_receptor__3300">
              <a:extLst>
                <a:ext uri="{FF2B5EF4-FFF2-40B4-BE49-F238E27FC236}">
                  <a16:creationId xmlns:a16="http://schemas.microsoft.com/office/drawing/2014/main" id="{22B126AD-4F30-B221-0E49-643F870E0018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29583" cy="98688"/>
            </a:xfrm>
            <a:custGeom>
              <a:avLst/>
              <a:gdLst/>
              <a:ahLst/>
              <a:cxnLst/>
              <a:rect l="0" t="0" r="0" b="0"/>
              <a:pathLst>
                <a:path w="29583" h="98688">
                  <a:moveTo>
                    <a:pt x="0" y="0"/>
                  </a:moveTo>
                  <a:lnTo>
                    <a:pt x="29583" y="9868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2" name="Candidate_receptor__3301">
              <a:extLst>
                <a:ext uri="{FF2B5EF4-FFF2-40B4-BE49-F238E27FC236}">
                  <a16:creationId xmlns:a16="http://schemas.microsoft.com/office/drawing/2014/main" id="{9E655CD8-5198-BB86-B343-94715171919C}"/>
                </a:ext>
              </a:extLst>
            </p:cNvPr>
            <p:cNvSpPr>
              <a:spLocks noGrp="1"/>
            </p:cNvSpPr>
            <p:nvPr/>
          </p:nvSpPr>
          <p:spPr>
            <a:xfrm>
              <a:off x="5899841" y="3912734"/>
              <a:ext cx="4376" cy="115370"/>
            </a:xfrm>
            <a:custGeom>
              <a:avLst/>
              <a:gdLst/>
              <a:ahLst/>
              <a:cxnLst/>
              <a:rect l="0" t="0" r="0" b="0"/>
              <a:pathLst>
                <a:path w="4376" h="115370">
                  <a:moveTo>
                    <a:pt x="4376" y="115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3" name="Candidate_receptor__3302">
              <a:extLst>
                <a:ext uri="{FF2B5EF4-FFF2-40B4-BE49-F238E27FC236}">
                  <a16:creationId xmlns:a16="http://schemas.microsoft.com/office/drawing/2014/main" id="{92A3A75B-C4CC-199A-D162-61B50BEED3CE}"/>
                </a:ext>
              </a:extLst>
            </p:cNvPr>
            <p:cNvSpPr>
              <a:spLocks noGrp="1"/>
            </p:cNvSpPr>
            <p:nvPr/>
          </p:nvSpPr>
          <p:spPr>
            <a:xfrm>
              <a:off x="4637153" y="4116460"/>
              <a:ext cx="92412" cy="67154"/>
            </a:xfrm>
            <a:custGeom>
              <a:avLst/>
              <a:gdLst/>
              <a:ahLst/>
              <a:cxnLst/>
              <a:rect l="0" t="0" r="0" b="0"/>
              <a:pathLst>
                <a:path w="92412" h="67154">
                  <a:moveTo>
                    <a:pt x="0" y="67154"/>
                  </a:moveTo>
                  <a:lnTo>
                    <a:pt x="9241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4" name="Candidate_receptor__3303">
              <a:extLst>
                <a:ext uri="{FF2B5EF4-FFF2-40B4-BE49-F238E27FC236}">
                  <a16:creationId xmlns:a16="http://schemas.microsoft.com/office/drawing/2014/main" id="{9B811D4B-88E0-AEDF-87F3-18874ABAA125}"/>
                </a:ext>
              </a:extLst>
            </p:cNvPr>
            <p:cNvSpPr>
              <a:spLocks noGrp="1"/>
            </p:cNvSpPr>
            <p:nvPr/>
          </p:nvSpPr>
          <p:spPr>
            <a:xfrm>
              <a:off x="5539131" y="3412132"/>
              <a:ext cx="10386" cy="49129"/>
            </a:xfrm>
            <a:custGeom>
              <a:avLst/>
              <a:gdLst/>
              <a:ahLst/>
              <a:cxnLst/>
              <a:rect l="0" t="0" r="0" b="0"/>
              <a:pathLst>
                <a:path w="10386" h="49129">
                  <a:moveTo>
                    <a:pt x="0" y="0"/>
                  </a:moveTo>
                  <a:lnTo>
                    <a:pt x="10386" y="4912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5" name="Candidate_receptor__3304">
              <a:extLst>
                <a:ext uri="{FF2B5EF4-FFF2-40B4-BE49-F238E27FC236}">
                  <a16:creationId xmlns:a16="http://schemas.microsoft.com/office/drawing/2014/main" id="{52E7871C-F1F8-5B84-4F77-7D048C0A5F3F}"/>
                </a:ext>
              </a:extLst>
            </p:cNvPr>
            <p:cNvSpPr>
              <a:spLocks noGrp="1"/>
            </p:cNvSpPr>
            <p:nvPr/>
          </p:nvSpPr>
          <p:spPr>
            <a:xfrm>
              <a:off x="5648920" y="3722537"/>
              <a:ext cx="24527" cy="33467"/>
            </a:xfrm>
            <a:custGeom>
              <a:avLst/>
              <a:gdLst/>
              <a:ahLst/>
              <a:cxnLst/>
              <a:rect l="0" t="0" r="0" b="0"/>
              <a:pathLst>
                <a:path w="24527" h="33467">
                  <a:moveTo>
                    <a:pt x="24527" y="0"/>
                  </a:moveTo>
                  <a:lnTo>
                    <a:pt x="0" y="3346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6" name="Candidate_receptor__3305">
              <a:extLst>
                <a:ext uri="{FF2B5EF4-FFF2-40B4-BE49-F238E27FC236}">
                  <a16:creationId xmlns:a16="http://schemas.microsoft.com/office/drawing/2014/main" id="{DC48356E-8EFC-2042-77EC-04B9AC8B484A}"/>
                </a:ext>
              </a:extLst>
            </p:cNvPr>
            <p:cNvSpPr>
              <a:spLocks noGrp="1"/>
            </p:cNvSpPr>
            <p:nvPr/>
          </p:nvSpPr>
          <p:spPr>
            <a:xfrm>
              <a:off x="4553489" y="3960638"/>
              <a:ext cx="68411" cy="93244"/>
            </a:xfrm>
            <a:custGeom>
              <a:avLst/>
              <a:gdLst/>
              <a:ahLst/>
              <a:cxnLst/>
              <a:rect l="0" t="0" r="0" b="0"/>
              <a:pathLst>
                <a:path w="68411" h="93244">
                  <a:moveTo>
                    <a:pt x="68411" y="0"/>
                  </a:moveTo>
                  <a:lnTo>
                    <a:pt x="0" y="9324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7" name="Candidate_receptor__3306">
              <a:extLst>
                <a:ext uri="{FF2B5EF4-FFF2-40B4-BE49-F238E27FC236}">
                  <a16:creationId xmlns:a16="http://schemas.microsoft.com/office/drawing/2014/main" id="{DA0A438E-A2E5-B598-9E00-5D72F8D1ECD6}"/>
                </a:ext>
              </a:extLst>
            </p:cNvPr>
            <p:cNvSpPr>
              <a:spLocks noGrp="1"/>
            </p:cNvSpPr>
            <p:nvPr/>
          </p:nvSpPr>
          <p:spPr>
            <a:xfrm>
              <a:off x="4532320" y="3889061"/>
              <a:ext cx="89580" cy="71576"/>
            </a:xfrm>
            <a:custGeom>
              <a:avLst/>
              <a:gdLst/>
              <a:ahLst/>
              <a:cxnLst/>
              <a:rect l="0" t="0" r="0" b="0"/>
              <a:pathLst>
                <a:path w="89580" h="71576">
                  <a:moveTo>
                    <a:pt x="0" y="0"/>
                  </a:moveTo>
                  <a:lnTo>
                    <a:pt x="89580" y="71576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8" name="Candidate_receptor__3307">
              <a:extLst>
                <a:ext uri="{FF2B5EF4-FFF2-40B4-BE49-F238E27FC236}">
                  <a16:creationId xmlns:a16="http://schemas.microsoft.com/office/drawing/2014/main" id="{AFEB94DC-C927-C0BD-72CA-15D324C53FA4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19399"/>
              <a:ext cx="92481" cy="59583"/>
            </a:xfrm>
            <a:custGeom>
              <a:avLst/>
              <a:gdLst/>
              <a:ahLst/>
              <a:cxnLst/>
              <a:rect l="0" t="0" r="0" b="0"/>
              <a:pathLst>
                <a:path w="92481" h="59583">
                  <a:moveTo>
                    <a:pt x="0" y="59583"/>
                  </a:moveTo>
                  <a:lnTo>
                    <a:pt x="9248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9" name="Candidate_receptor__3308">
              <a:extLst>
                <a:ext uri="{FF2B5EF4-FFF2-40B4-BE49-F238E27FC236}">
                  <a16:creationId xmlns:a16="http://schemas.microsoft.com/office/drawing/2014/main" id="{72BD9495-66A6-D8DB-246D-85F37C7D4A2F}"/>
                </a:ext>
              </a:extLst>
            </p:cNvPr>
            <p:cNvSpPr>
              <a:spLocks noGrp="1"/>
            </p:cNvSpPr>
            <p:nvPr/>
          </p:nvSpPr>
          <p:spPr>
            <a:xfrm>
              <a:off x="4936289" y="2871452"/>
              <a:ext cx="100209" cy="25492"/>
            </a:xfrm>
            <a:custGeom>
              <a:avLst/>
              <a:gdLst/>
              <a:ahLst/>
              <a:cxnLst/>
              <a:rect l="0" t="0" r="0" b="0"/>
              <a:pathLst>
                <a:path w="100209" h="25492">
                  <a:moveTo>
                    <a:pt x="100209" y="254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0" name="Candidate_receptor__3309">
              <a:extLst>
                <a:ext uri="{FF2B5EF4-FFF2-40B4-BE49-F238E27FC236}">
                  <a16:creationId xmlns:a16="http://schemas.microsoft.com/office/drawing/2014/main" id="{548B5370-7FA2-FFC8-0972-3563747FC468}"/>
                </a:ext>
              </a:extLst>
            </p:cNvPr>
            <p:cNvSpPr>
              <a:spLocks noGrp="1"/>
            </p:cNvSpPr>
            <p:nvPr/>
          </p:nvSpPr>
          <p:spPr>
            <a:xfrm>
              <a:off x="5740194" y="1868318"/>
              <a:ext cx="97115" cy="61475"/>
            </a:xfrm>
            <a:custGeom>
              <a:avLst/>
              <a:gdLst/>
              <a:ahLst/>
              <a:cxnLst/>
              <a:rect l="0" t="0" r="0" b="0"/>
              <a:pathLst>
                <a:path w="97115" h="61475">
                  <a:moveTo>
                    <a:pt x="97115" y="0"/>
                  </a:moveTo>
                  <a:lnTo>
                    <a:pt x="0" y="6147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1" name="Candidate_receptor__3310">
              <a:extLst>
                <a:ext uri="{FF2B5EF4-FFF2-40B4-BE49-F238E27FC236}">
                  <a16:creationId xmlns:a16="http://schemas.microsoft.com/office/drawing/2014/main" id="{63C9975F-5B25-127B-C5F8-BEDF69595B29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433744"/>
              <a:ext cx="40275" cy="79680"/>
            </a:xfrm>
            <a:custGeom>
              <a:avLst/>
              <a:gdLst/>
              <a:ahLst/>
              <a:cxnLst/>
              <a:rect l="0" t="0" r="0" b="0"/>
              <a:pathLst>
                <a:path w="40275" h="79680">
                  <a:moveTo>
                    <a:pt x="40275" y="0"/>
                  </a:moveTo>
                  <a:lnTo>
                    <a:pt x="0" y="7968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2" name="Candidate_receptor__3311">
              <a:extLst>
                <a:ext uri="{FF2B5EF4-FFF2-40B4-BE49-F238E27FC236}">
                  <a16:creationId xmlns:a16="http://schemas.microsoft.com/office/drawing/2014/main" id="{94765A86-2DCB-CED0-55EC-56D196551511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956120"/>
              <a:ext cx="101470" cy="17222"/>
            </a:xfrm>
            <a:custGeom>
              <a:avLst/>
              <a:gdLst/>
              <a:ahLst/>
              <a:cxnLst/>
              <a:rect l="0" t="0" r="0" b="0"/>
              <a:pathLst>
                <a:path w="101470" h="17222">
                  <a:moveTo>
                    <a:pt x="101470" y="172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3" name="Candidate_receptor__3312">
              <a:extLst>
                <a:ext uri="{FF2B5EF4-FFF2-40B4-BE49-F238E27FC236}">
                  <a16:creationId xmlns:a16="http://schemas.microsoft.com/office/drawing/2014/main" id="{370E6458-CA6A-314E-2B47-A2A99BED33F5}"/>
                </a:ext>
              </a:extLst>
            </p:cNvPr>
            <p:cNvSpPr>
              <a:spLocks noGrp="1"/>
            </p:cNvSpPr>
            <p:nvPr/>
          </p:nvSpPr>
          <p:spPr>
            <a:xfrm>
              <a:off x="5803609" y="2337510"/>
              <a:ext cx="4213" cy="112188"/>
            </a:xfrm>
            <a:custGeom>
              <a:avLst/>
              <a:gdLst/>
              <a:ahLst/>
              <a:cxnLst/>
              <a:rect l="0" t="0" r="0" b="0"/>
              <a:pathLst>
                <a:path w="4213" h="112188">
                  <a:moveTo>
                    <a:pt x="0" y="112188"/>
                  </a:moveTo>
                  <a:lnTo>
                    <a:pt x="421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4" name="Candidate_receptor__3313">
              <a:extLst>
                <a:ext uri="{FF2B5EF4-FFF2-40B4-BE49-F238E27FC236}">
                  <a16:creationId xmlns:a16="http://schemas.microsoft.com/office/drawing/2014/main" id="{38FAC76E-B249-94E5-C5B2-30C13F8B5BDA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513424"/>
              <a:ext cx="95" cy="83604"/>
            </a:xfrm>
            <a:custGeom>
              <a:avLst/>
              <a:gdLst/>
              <a:ahLst/>
              <a:cxnLst/>
              <a:rect l="0" t="0" r="0" b="0"/>
              <a:pathLst>
                <a:path w="95" h="83604">
                  <a:moveTo>
                    <a:pt x="0" y="0"/>
                  </a:moveTo>
                  <a:lnTo>
                    <a:pt x="51" y="836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5" name="Candidate_receptor__3314">
              <a:extLst>
                <a:ext uri="{FF2B5EF4-FFF2-40B4-BE49-F238E27FC236}">
                  <a16:creationId xmlns:a16="http://schemas.microsoft.com/office/drawing/2014/main" id="{0343E27E-6FFB-41E2-086F-C65EFE1057A3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18959"/>
              <a:ext cx="2684" cy="44550"/>
            </a:xfrm>
            <a:custGeom>
              <a:avLst/>
              <a:gdLst/>
              <a:ahLst/>
              <a:cxnLst/>
              <a:rect l="0" t="0" r="0" b="0"/>
              <a:pathLst>
                <a:path w="2684" h="44550">
                  <a:moveTo>
                    <a:pt x="0" y="44550"/>
                  </a:moveTo>
                  <a:lnTo>
                    <a:pt x="268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6" name="Candidate_receptor__3315">
              <a:extLst>
                <a:ext uri="{FF2B5EF4-FFF2-40B4-BE49-F238E27FC236}">
                  <a16:creationId xmlns:a16="http://schemas.microsoft.com/office/drawing/2014/main" id="{ADBB3ADA-B5CC-4B9E-A502-53C4973788E0}"/>
                </a:ext>
              </a:extLst>
            </p:cNvPr>
            <p:cNvSpPr>
              <a:spLocks noGrp="1"/>
            </p:cNvSpPr>
            <p:nvPr/>
          </p:nvSpPr>
          <p:spPr>
            <a:xfrm>
              <a:off x="4657341" y="3019257"/>
              <a:ext cx="46528" cy="64495"/>
            </a:xfrm>
            <a:custGeom>
              <a:avLst/>
              <a:gdLst/>
              <a:ahLst/>
              <a:cxnLst/>
              <a:rect l="0" t="0" r="0" b="0"/>
              <a:pathLst>
                <a:path w="46528" h="64495">
                  <a:moveTo>
                    <a:pt x="46528" y="0"/>
                  </a:moveTo>
                  <a:lnTo>
                    <a:pt x="0" y="6449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7" name="Candidate_receptor__3316">
              <a:extLst>
                <a:ext uri="{FF2B5EF4-FFF2-40B4-BE49-F238E27FC236}">
                  <a16:creationId xmlns:a16="http://schemas.microsoft.com/office/drawing/2014/main" id="{B0A7025D-3AC5-6AFF-0316-C3187D83B7D2}"/>
                </a:ext>
              </a:extLst>
            </p:cNvPr>
            <p:cNvSpPr>
              <a:spLocks noGrp="1"/>
            </p:cNvSpPr>
            <p:nvPr/>
          </p:nvSpPr>
          <p:spPr>
            <a:xfrm>
              <a:off x="4788458" y="2061997"/>
              <a:ext cx="16840" cy="56804"/>
            </a:xfrm>
            <a:custGeom>
              <a:avLst/>
              <a:gdLst/>
              <a:ahLst/>
              <a:cxnLst/>
              <a:rect l="0" t="0" r="0" b="0"/>
              <a:pathLst>
                <a:path w="16840" h="56804">
                  <a:moveTo>
                    <a:pt x="0" y="56804"/>
                  </a:moveTo>
                  <a:lnTo>
                    <a:pt x="1684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8" name="Candidate_receptor__3317">
              <a:extLst>
                <a:ext uri="{FF2B5EF4-FFF2-40B4-BE49-F238E27FC236}">
                  <a16:creationId xmlns:a16="http://schemas.microsoft.com/office/drawing/2014/main" id="{E5AF5853-99D5-26D3-B048-5AA5CAC88AF6}"/>
                </a:ext>
              </a:extLst>
            </p:cNvPr>
            <p:cNvSpPr>
              <a:spLocks noGrp="1"/>
            </p:cNvSpPr>
            <p:nvPr/>
          </p:nvSpPr>
          <p:spPr>
            <a:xfrm>
              <a:off x="4545646" y="2343130"/>
              <a:ext cx="85838" cy="5329"/>
            </a:xfrm>
            <a:custGeom>
              <a:avLst/>
              <a:gdLst/>
              <a:ahLst/>
              <a:cxnLst/>
              <a:rect l="0" t="0" r="0" b="0"/>
              <a:pathLst>
                <a:path w="85838" h="5329">
                  <a:moveTo>
                    <a:pt x="0" y="5329"/>
                  </a:moveTo>
                  <a:lnTo>
                    <a:pt x="8583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9" name="Candidate_receptor__3318">
              <a:extLst>
                <a:ext uri="{FF2B5EF4-FFF2-40B4-BE49-F238E27FC236}">
                  <a16:creationId xmlns:a16="http://schemas.microsoft.com/office/drawing/2014/main" id="{EE35D6AB-66D3-CCFE-32DC-B35A649094E3}"/>
                </a:ext>
              </a:extLst>
            </p:cNvPr>
            <p:cNvSpPr>
              <a:spLocks noGrp="1"/>
            </p:cNvSpPr>
            <p:nvPr/>
          </p:nvSpPr>
          <p:spPr>
            <a:xfrm>
              <a:off x="5541405" y="1614107"/>
              <a:ext cx="19592" cy="113490"/>
            </a:xfrm>
            <a:custGeom>
              <a:avLst/>
              <a:gdLst/>
              <a:ahLst/>
              <a:cxnLst/>
              <a:rect l="0" t="0" r="0" b="0"/>
              <a:pathLst>
                <a:path w="19592" h="113490">
                  <a:moveTo>
                    <a:pt x="0" y="113490"/>
                  </a:moveTo>
                  <a:lnTo>
                    <a:pt x="1959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0" name="Candidate_receptor__3319">
              <a:extLst>
                <a:ext uri="{FF2B5EF4-FFF2-40B4-BE49-F238E27FC236}">
                  <a16:creationId xmlns:a16="http://schemas.microsoft.com/office/drawing/2014/main" id="{D9A96B0C-7DE3-E9DB-01D8-BECD26B6D9FE}"/>
                </a:ext>
              </a:extLst>
            </p:cNvPr>
            <p:cNvSpPr>
              <a:spLocks noGrp="1"/>
            </p:cNvSpPr>
            <p:nvPr/>
          </p:nvSpPr>
          <p:spPr>
            <a:xfrm>
              <a:off x="5416103" y="3274726"/>
              <a:ext cx="110149" cy="5201"/>
            </a:xfrm>
            <a:custGeom>
              <a:avLst/>
              <a:gdLst/>
              <a:ahLst/>
              <a:cxnLst/>
              <a:rect l="0" t="0" r="0" b="0"/>
              <a:pathLst>
                <a:path w="110149" h="5201">
                  <a:moveTo>
                    <a:pt x="0" y="5201"/>
                  </a:moveTo>
                  <a:lnTo>
                    <a:pt x="11014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1" name="Candidate_receptor__3320">
              <a:extLst>
                <a:ext uri="{FF2B5EF4-FFF2-40B4-BE49-F238E27FC236}">
                  <a16:creationId xmlns:a16="http://schemas.microsoft.com/office/drawing/2014/main" id="{FF50152D-ABA3-FBA4-148E-AE3FCE83FF11}"/>
                </a:ext>
              </a:extLst>
            </p:cNvPr>
            <p:cNvSpPr>
              <a:spLocks noGrp="1"/>
            </p:cNvSpPr>
            <p:nvPr/>
          </p:nvSpPr>
          <p:spPr>
            <a:xfrm>
              <a:off x="5353116" y="2394632"/>
              <a:ext cx="72594" cy="78192"/>
            </a:xfrm>
            <a:custGeom>
              <a:avLst/>
              <a:gdLst/>
              <a:ahLst/>
              <a:cxnLst/>
              <a:rect l="0" t="0" r="0" b="0"/>
              <a:pathLst>
                <a:path w="72594" h="78192">
                  <a:moveTo>
                    <a:pt x="72594" y="7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2" name="Candidate_receptor__3321">
              <a:extLst>
                <a:ext uri="{FF2B5EF4-FFF2-40B4-BE49-F238E27FC236}">
                  <a16:creationId xmlns:a16="http://schemas.microsoft.com/office/drawing/2014/main" id="{223A0AAC-89F2-8103-9A86-C15999078ABD}"/>
                </a:ext>
              </a:extLst>
            </p:cNvPr>
            <p:cNvSpPr>
              <a:spLocks noGrp="1"/>
            </p:cNvSpPr>
            <p:nvPr/>
          </p:nvSpPr>
          <p:spPr>
            <a:xfrm>
              <a:off x="4764424" y="2826952"/>
              <a:ext cx="14127" cy="115584"/>
            </a:xfrm>
            <a:custGeom>
              <a:avLst/>
              <a:gdLst/>
              <a:ahLst/>
              <a:cxnLst/>
              <a:rect l="0" t="0" r="0" b="0"/>
              <a:pathLst>
                <a:path w="14127" h="115584">
                  <a:moveTo>
                    <a:pt x="0" y="0"/>
                  </a:moveTo>
                  <a:lnTo>
                    <a:pt x="14127" y="11558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3" name="Candidate_receptor__3322">
              <a:extLst>
                <a:ext uri="{FF2B5EF4-FFF2-40B4-BE49-F238E27FC236}">
                  <a16:creationId xmlns:a16="http://schemas.microsoft.com/office/drawing/2014/main" id="{091D2209-CB72-97D4-FD52-01586DBAF809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63254"/>
              <a:ext cx="27179" cy="26165"/>
            </a:xfrm>
            <a:custGeom>
              <a:avLst/>
              <a:gdLst/>
              <a:ahLst/>
              <a:cxnLst/>
              <a:rect l="0" t="0" r="0" b="0"/>
              <a:pathLst>
                <a:path w="27179" h="26165">
                  <a:moveTo>
                    <a:pt x="27179" y="0"/>
                  </a:moveTo>
                  <a:lnTo>
                    <a:pt x="0" y="2616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4" name="Candidate_receptor__3323">
              <a:extLst>
                <a:ext uri="{FF2B5EF4-FFF2-40B4-BE49-F238E27FC236}">
                  <a16:creationId xmlns:a16="http://schemas.microsoft.com/office/drawing/2014/main" id="{D6C130AA-B1A4-74E4-7459-C9E2EC2F1D94}"/>
                </a:ext>
              </a:extLst>
            </p:cNvPr>
            <p:cNvSpPr>
              <a:spLocks noGrp="1"/>
            </p:cNvSpPr>
            <p:nvPr/>
          </p:nvSpPr>
          <p:spPr>
            <a:xfrm>
              <a:off x="5754283" y="3909100"/>
              <a:ext cx="33996" cy="64520"/>
            </a:xfrm>
            <a:custGeom>
              <a:avLst/>
              <a:gdLst/>
              <a:ahLst/>
              <a:cxnLst/>
              <a:rect l="0" t="0" r="0" b="0"/>
              <a:pathLst>
                <a:path w="33996" h="64520">
                  <a:moveTo>
                    <a:pt x="33996" y="0"/>
                  </a:moveTo>
                  <a:lnTo>
                    <a:pt x="0" y="645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5" name="Candidate_receptor__3324">
              <a:extLst>
                <a:ext uri="{FF2B5EF4-FFF2-40B4-BE49-F238E27FC236}">
                  <a16:creationId xmlns:a16="http://schemas.microsoft.com/office/drawing/2014/main" id="{F7A610F6-0ABE-D784-91DA-26F71CF4AEED}"/>
                </a:ext>
              </a:extLst>
            </p:cNvPr>
            <p:cNvSpPr>
              <a:spLocks noGrp="1"/>
            </p:cNvSpPr>
            <p:nvPr/>
          </p:nvSpPr>
          <p:spPr>
            <a:xfrm>
              <a:off x="4841904" y="3641615"/>
              <a:ext cx="2554" cy="14383"/>
            </a:xfrm>
            <a:custGeom>
              <a:avLst/>
              <a:gdLst/>
              <a:ahLst/>
              <a:cxnLst/>
              <a:rect l="0" t="0" r="0" b="0"/>
              <a:pathLst>
                <a:path w="2554" h="14383">
                  <a:moveTo>
                    <a:pt x="2554" y="0"/>
                  </a:moveTo>
                  <a:lnTo>
                    <a:pt x="0" y="1438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6" name="Candidate_receptor__3325">
              <a:extLst>
                <a:ext uri="{FF2B5EF4-FFF2-40B4-BE49-F238E27FC236}">
                  <a16:creationId xmlns:a16="http://schemas.microsoft.com/office/drawing/2014/main" id="{A2E0F02F-E3D5-CF5A-324D-DC1404C491CE}"/>
                </a:ext>
              </a:extLst>
            </p:cNvPr>
            <p:cNvSpPr>
              <a:spLocks noGrp="1"/>
            </p:cNvSpPr>
            <p:nvPr/>
          </p:nvSpPr>
          <p:spPr>
            <a:xfrm>
              <a:off x="5369035" y="1702412"/>
              <a:ext cx="31972" cy="87467"/>
            </a:xfrm>
            <a:custGeom>
              <a:avLst/>
              <a:gdLst/>
              <a:ahLst/>
              <a:cxnLst/>
              <a:rect l="0" t="0" r="0" b="0"/>
              <a:pathLst>
                <a:path w="31972" h="87467">
                  <a:moveTo>
                    <a:pt x="0" y="87467"/>
                  </a:moveTo>
                  <a:lnTo>
                    <a:pt x="3197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7" name="Candidate_receptor__3326">
              <a:extLst>
                <a:ext uri="{FF2B5EF4-FFF2-40B4-BE49-F238E27FC236}">
                  <a16:creationId xmlns:a16="http://schemas.microsoft.com/office/drawing/2014/main" id="{1B98F893-5EDF-5E1C-73B8-8753F7107664}"/>
                </a:ext>
              </a:extLst>
            </p:cNvPr>
            <p:cNvSpPr>
              <a:spLocks noGrp="1"/>
            </p:cNvSpPr>
            <p:nvPr/>
          </p:nvSpPr>
          <p:spPr>
            <a:xfrm>
              <a:off x="4124244" y="2872008"/>
              <a:ext cx="32795" cy="61087"/>
            </a:xfrm>
            <a:custGeom>
              <a:avLst/>
              <a:gdLst/>
              <a:ahLst/>
              <a:cxnLst/>
              <a:rect l="0" t="0" r="0" b="0"/>
              <a:pathLst>
                <a:path w="32795" h="61087">
                  <a:moveTo>
                    <a:pt x="32795" y="0"/>
                  </a:moveTo>
                  <a:lnTo>
                    <a:pt x="0" y="610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8" name="Candidate_receptor__3327">
              <a:extLst>
                <a:ext uri="{FF2B5EF4-FFF2-40B4-BE49-F238E27FC236}">
                  <a16:creationId xmlns:a16="http://schemas.microsoft.com/office/drawing/2014/main" id="{43C1DEED-A5EA-2C96-2121-8F9A7EB7D55D}"/>
                </a:ext>
              </a:extLst>
            </p:cNvPr>
            <p:cNvSpPr>
              <a:spLocks noGrp="1"/>
            </p:cNvSpPr>
            <p:nvPr/>
          </p:nvSpPr>
          <p:spPr>
            <a:xfrm>
              <a:off x="5944262" y="3635627"/>
              <a:ext cx="16118" cy="99132"/>
            </a:xfrm>
            <a:custGeom>
              <a:avLst/>
              <a:gdLst/>
              <a:ahLst/>
              <a:cxnLst/>
              <a:rect l="0" t="0" r="0" b="0"/>
              <a:pathLst>
                <a:path w="16118" h="99132">
                  <a:moveTo>
                    <a:pt x="16118" y="991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9" name="Candidate_receptor__3328">
              <a:extLst>
                <a:ext uri="{FF2B5EF4-FFF2-40B4-BE49-F238E27FC236}">
                  <a16:creationId xmlns:a16="http://schemas.microsoft.com/office/drawing/2014/main" id="{1C892086-ADF5-5C43-255F-7819B2B9E594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3052558"/>
              <a:ext cx="100113" cy="48835"/>
            </a:xfrm>
            <a:custGeom>
              <a:avLst/>
              <a:gdLst/>
              <a:ahLst/>
              <a:cxnLst/>
              <a:rect l="0" t="0" r="0" b="0"/>
              <a:pathLst>
                <a:path w="100113" h="48835">
                  <a:moveTo>
                    <a:pt x="100113" y="488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0" name="Candidate_receptor__3329">
              <a:extLst>
                <a:ext uri="{FF2B5EF4-FFF2-40B4-BE49-F238E27FC236}">
                  <a16:creationId xmlns:a16="http://schemas.microsoft.com/office/drawing/2014/main" id="{AD29E594-9CB4-5B25-E119-C4288B95639C}"/>
                </a:ext>
              </a:extLst>
            </p:cNvPr>
            <p:cNvSpPr>
              <a:spLocks noGrp="1"/>
            </p:cNvSpPr>
            <p:nvPr/>
          </p:nvSpPr>
          <p:spPr>
            <a:xfrm>
              <a:off x="4415876" y="3093624"/>
              <a:ext cx="81846" cy="32387"/>
            </a:xfrm>
            <a:custGeom>
              <a:avLst/>
              <a:gdLst/>
              <a:ahLst/>
              <a:cxnLst/>
              <a:rect l="0" t="0" r="0" b="0"/>
              <a:pathLst>
                <a:path w="81846" h="32387">
                  <a:moveTo>
                    <a:pt x="0" y="32387"/>
                  </a:moveTo>
                  <a:lnTo>
                    <a:pt x="8184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1" name="Candidate_receptor__3330">
              <a:extLst>
                <a:ext uri="{FF2B5EF4-FFF2-40B4-BE49-F238E27FC236}">
                  <a16:creationId xmlns:a16="http://schemas.microsoft.com/office/drawing/2014/main" id="{0E193AFB-777E-B367-5B9F-E9EBF1D044DE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822133"/>
              <a:ext cx="34956" cy="11305"/>
            </a:xfrm>
            <a:custGeom>
              <a:avLst/>
              <a:gdLst/>
              <a:ahLst/>
              <a:cxnLst/>
              <a:rect l="0" t="0" r="0" b="0"/>
              <a:pathLst>
                <a:path w="34956" h="11305">
                  <a:moveTo>
                    <a:pt x="0" y="0"/>
                  </a:moveTo>
                  <a:lnTo>
                    <a:pt x="34956" y="1130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2" name="Candidate_receptor__3331">
              <a:extLst>
                <a:ext uri="{FF2B5EF4-FFF2-40B4-BE49-F238E27FC236}">
                  <a16:creationId xmlns:a16="http://schemas.microsoft.com/office/drawing/2014/main" id="{3A3D126A-EB0B-9C81-99F9-65E92770A497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789879"/>
              <a:ext cx="89996" cy="50405"/>
            </a:xfrm>
            <a:custGeom>
              <a:avLst/>
              <a:gdLst/>
              <a:ahLst/>
              <a:cxnLst/>
              <a:rect l="0" t="0" r="0" b="0"/>
              <a:pathLst>
                <a:path w="89996" h="50405">
                  <a:moveTo>
                    <a:pt x="0" y="50405"/>
                  </a:moveTo>
                  <a:lnTo>
                    <a:pt x="8999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3" name="Candidate_receptor__3332">
              <a:extLst>
                <a:ext uri="{FF2B5EF4-FFF2-40B4-BE49-F238E27FC236}">
                  <a16:creationId xmlns:a16="http://schemas.microsoft.com/office/drawing/2014/main" id="{02E8B120-E168-FB2E-6857-C93EE625B993}"/>
                </a:ext>
              </a:extLst>
            </p:cNvPr>
            <p:cNvSpPr>
              <a:spLocks noGrp="1"/>
            </p:cNvSpPr>
            <p:nvPr/>
          </p:nvSpPr>
          <p:spPr>
            <a:xfrm>
              <a:off x="5258331" y="2504114"/>
              <a:ext cx="31154" cy="23909"/>
            </a:xfrm>
            <a:custGeom>
              <a:avLst/>
              <a:gdLst/>
              <a:ahLst/>
              <a:cxnLst/>
              <a:rect l="0" t="0" r="0" b="0"/>
              <a:pathLst>
                <a:path w="31154" h="23909">
                  <a:moveTo>
                    <a:pt x="31154" y="239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4" name="Candidate_receptor__3333">
              <a:extLst>
                <a:ext uri="{FF2B5EF4-FFF2-40B4-BE49-F238E27FC236}">
                  <a16:creationId xmlns:a16="http://schemas.microsoft.com/office/drawing/2014/main" id="{6F277C1F-E09F-1C07-F857-2CE8CA0D5CD2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201417"/>
              <a:ext cx="10983" cy="104516"/>
            </a:xfrm>
            <a:custGeom>
              <a:avLst/>
              <a:gdLst/>
              <a:ahLst/>
              <a:cxnLst/>
              <a:rect l="0" t="0" r="0" b="0"/>
              <a:pathLst>
                <a:path w="10983" h="104516">
                  <a:moveTo>
                    <a:pt x="10983" y="1045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5" name="Candidate_receptor__3334">
              <a:extLst>
                <a:ext uri="{FF2B5EF4-FFF2-40B4-BE49-F238E27FC236}">
                  <a16:creationId xmlns:a16="http://schemas.microsoft.com/office/drawing/2014/main" id="{3DED4F59-E1C3-19A9-24C0-1AA76D47739A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09054"/>
              <a:ext cx="17491" cy="13217"/>
            </a:xfrm>
            <a:custGeom>
              <a:avLst/>
              <a:gdLst/>
              <a:ahLst/>
              <a:cxnLst/>
              <a:rect l="0" t="0" r="0" b="0"/>
              <a:pathLst>
                <a:path w="17491" h="13217">
                  <a:moveTo>
                    <a:pt x="17491" y="0"/>
                  </a:moveTo>
                  <a:lnTo>
                    <a:pt x="0" y="1321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6" name="Candidate_receptor__3335">
              <a:extLst>
                <a:ext uri="{FF2B5EF4-FFF2-40B4-BE49-F238E27FC236}">
                  <a16:creationId xmlns:a16="http://schemas.microsoft.com/office/drawing/2014/main" id="{08216D16-F58D-8989-5470-61FCC3B251BC}"/>
                </a:ext>
              </a:extLst>
            </p:cNvPr>
            <p:cNvSpPr>
              <a:spLocks noGrp="1"/>
            </p:cNvSpPr>
            <p:nvPr/>
          </p:nvSpPr>
          <p:spPr>
            <a:xfrm>
              <a:off x="3955105" y="2997164"/>
              <a:ext cx="66956" cy="4687"/>
            </a:xfrm>
            <a:custGeom>
              <a:avLst/>
              <a:gdLst/>
              <a:ahLst/>
              <a:cxnLst/>
              <a:rect l="0" t="0" r="0" b="0"/>
              <a:pathLst>
                <a:path w="66956" h="4687">
                  <a:moveTo>
                    <a:pt x="66956" y="4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7" name="Candidate_receptor__3336">
              <a:extLst>
                <a:ext uri="{FF2B5EF4-FFF2-40B4-BE49-F238E27FC236}">
                  <a16:creationId xmlns:a16="http://schemas.microsoft.com/office/drawing/2014/main" id="{25D73B7E-5070-06D9-AF3D-40D72DBED098}"/>
                </a:ext>
              </a:extLst>
            </p:cNvPr>
            <p:cNvSpPr>
              <a:spLocks noGrp="1"/>
            </p:cNvSpPr>
            <p:nvPr/>
          </p:nvSpPr>
          <p:spPr>
            <a:xfrm>
              <a:off x="4889826" y="3782187"/>
              <a:ext cx="11041" cy="17062"/>
            </a:xfrm>
            <a:custGeom>
              <a:avLst/>
              <a:gdLst/>
              <a:ahLst/>
              <a:cxnLst/>
              <a:rect l="0" t="0" r="0" b="0"/>
              <a:pathLst>
                <a:path w="11041" h="17062">
                  <a:moveTo>
                    <a:pt x="0" y="0"/>
                  </a:moveTo>
                  <a:lnTo>
                    <a:pt x="11041" y="170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8" name="Candidate_receptor__3337">
              <a:extLst>
                <a:ext uri="{FF2B5EF4-FFF2-40B4-BE49-F238E27FC236}">
                  <a16:creationId xmlns:a16="http://schemas.microsoft.com/office/drawing/2014/main" id="{2D016309-CC11-F751-84EB-0124936E536E}"/>
                </a:ext>
              </a:extLst>
            </p:cNvPr>
            <p:cNvSpPr>
              <a:spLocks noGrp="1"/>
            </p:cNvSpPr>
            <p:nvPr/>
          </p:nvSpPr>
          <p:spPr>
            <a:xfrm>
              <a:off x="5401008" y="1637307"/>
              <a:ext cx="21998" cy="65105"/>
            </a:xfrm>
            <a:custGeom>
              <a:avLst/>
              <a:gdLst/>
              <a:ahLst/>
              <a:cxnLst/>
              <a:rect l="0" t="0" r="0" b="0"/>
              <a:pathLst>
                <a:path w="21998" h="65105">
                  <a:moveTo>
                    <a:pt x="0" y="65105"/>
                  </a:moveTo>
                  <a:lnTo>
                    <a:pt x="2199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9" name="Candidate_receptor__3338">
              <a:extLst>
                <a:ext uri="{FF2B5EF4-FFF2-40B4-BE49-F238E27FC236}">
                  <a16:creationId xmlns:a16="http://schemas.microsoft.com/office/drawing/2014/main" id="{9DB4845F-6BA8-10F1-814C-1EC40F8DA75B}"/>
                </a:ext>
              </a:extLst>
            </p:cNvPr>
            <p:cNvSpPr>
              <a:spLocks noGrp="1"/>
            </p:cNvSpPr>
            <p:nvPr/>
          </p:nvSpPr>
          <p:spPr>
            <a:xfrm>
              <a:off x="4631484" y="2277101"/>
              <a:ext cx="85991" cy="66028"/>
            </a:xfrm>
            <a:custGeom>
              <a:avLst/>
              <a:gdLst/>
              <a:ahLst/>
              <a:cxnLst/>
              <a:rect l="0" t="0" r="0" b="0"/>
              <a:pathLst>
                <a:path w="85991" h="66028">
                  <a:moveTo>
                    <a:pt x="0" y="66028"/>
                  </a:moveTo>
                  <a:lnTo>
                    <a:pt x="8599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0" name="Candidate_receptor__3339">
              <a:extLst>
                <a:ext uri="{FF2B5EF4-FFF2-40B4-BE49-F238E27FC236}">
                  <a16:creationId xmlns:a16="http://schemas.microsoft.com/office/drawing/2014/main" id="{A3E38010-A530-3326-067D-AE8174DE3736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157289"/>
              <a:ext cx="88884" cy="44127"/>
            </a:xfrm>
            <a:custGeom>
              <a:avLst/>
              <a:gdLst/>
              <a:ahLst/>
              <a:cxnLst/>
              <a:rect l="0" t="0" r="0" b="0"/>
              <a:pathLst>
                <a:path w="88884" h="44127">
                  <a:moveTo>
                    <a:pt x="0" y="44127"/>
                  </a:moveTo>
                  <a:lnTo>
                    <a:pt x="8888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1" name="Candidate_receptor__3340">
              <a:extLst>
                <a:ext uri="{FF2B5EF4-FFF2-40B4-BE49-F238E27FC236}">
                  <a16:creationId xmlns:a16="http://schemas.microsoft.com/office/drawing/2014/main" id="{F48F552D-DA45-51A0-5FD1-AC1229FA6E67}"/>
                </a:ext>
              </a:extLst>
            </p:cNvPr>
            <p:cNvSpPr>
              <a:spLocks noGrp="1"/>
            </p:cNvSpPr>
            <p:nvPr/>
          </p:nvSpPr>
          <p:spPr>
            <a:xfrm>
              <a:off x="4975759" y="2493546"/>
              <a:ext cx="34011" cy="108203"/>
            </a:xfrm>
            <a:custGeom>
              <a:avLst/>
              <a:gdLst/>
              <a:ahLst/>
              <a:cxnLst/>
              <a:rect l="0" t="0" r="0" b="0"/>
              <a:pathLst>
                <a:path w="34011" h="108203">
                  <a:moveTo>
                    <a:pt x="34011" y="0"/>
                  </a:moveTo>
                  <a:lnTo>
                    <a:pt x="0" y="1082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2" name="Candidate_receptor__3341">
              <a:extLst>
                <a:ext uri="{FF2B5EF4-FFF2-40B4-BE49-F238E27FC236}">
                  <a16:creationId xmlns:a16="http://schemas.microsoft.com/office/drawing/2014/main" id="{C01ED817-7497-ECFB-A997-0288163BD69A}"/>
                </a:ext>
              </a:extLst>
            </p:cNvPr>
            <p:cNvSpPr>
              <a:spLocks noGrp="1"/>
            </p:cNvSpPr>
            <p:nvPr/>
          </p:nvSpPr>
          <p:spPr>
            <a:xfrm>
              <a:off x="5807822" y="2316224"/>
              <a:ext cx="84219" cy="21286"/>
            </a:xfrm>
            <a:custGeom>
              <a:avLst/>
              <a:gdLst/>
              <a:ahLst/>
              <a:cxnLst/>
              <a:rect l="0" t="0" r="0" b="0"/>
              <a:pathLst>
                <a:path w="84219" h="21286">
                  <a:moveTo>
                    <a:pt x="0" y="21286"/>
                  </a:moveTo>
                  <a:lnTo>
                    <a:pt x="8421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3" name="Candidate_receptor__3342">
              <a:extLst>
                <a:ext uri="{FF2B5EF4-FFF2-40B4-BE49-F238E27FC236}">
                  <a16:creationId xmlns:a16="http://schemas.microsoft.com/office/drawing/2014/main" id="{6273F8FD-1109-98BD-8061-CB1A34DB35F4}"/>
                </a:ext>
              </a:extLst>
            </p:cNvPr>
            <p:cNvSpPr>
              <a:spLocks noGrp="1"/>
            </p:cNvSpPr>
            <p:nvPr/>
          </p:nvSpPr>
          <p:spPr>
            <a:xfrm>
              <a:off x="4050198" y="2492122"/>
              <a:ext cx="112876" cy="3694"/>
            </a:xfrm>
            <a:custGeom>
              <a:avLst/>
              <a:gdLst/>
              <a:ahLst/>
              <a:cxnLst/>
              <a:rect l="0" t="0" r="0" b="0"/>
              <a:pathLst>
                <a:path w="112876" h="3694">
                  <a:moveTo>
                    <a:pt x="112876" y="0"/>
                  </a:moveTo>
                  <a:lnTo>
                    <a:pt x="0" y="369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4" name="Candidate_receptor__3343">
              <a:extLst>
                <a:ext uri="{FF2B5EF4-FFF2-40B4-BE49-F238E27FC236}">
                  <a16:creationId xmlns:a16="http://schemas.microsoft.com/office/drawing/2014/main" id="{9005C8B9-36D5-7C97-C403-88D7E721F69C}"/>
                </a:ext>
              </a:extLst>
            </p:cNvPr>
            <p:cNvSpPr>
              <a:spLocks noGrp="1"/>
            </p:cNvSpPr>
            <p:nvPr/>
          </p:nvSpPr>
          <p:spPr>
            <a:xfrm>
              <a:off x="5709538" y="1557659"/>
              <a:ext cx="13166" cy="91597"/>
            </a:xfrm>
            <a:custGeom>
              <a:avLst/>
              <a:gdLst/>
              <a:ahLst/>
              <a:cxnLst/>
              <a:rect l="0" t="0" r="0" b="0"/>
              <a:pathLst>
                <a:path w="13166" h="91597">
                  <a:moveTo>
                    <a:pt x="0" y="91597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5" name="Candidate_receptor__3344">
              <a:extLst>
                <a:ext uri="{FF2B5EF4-FFF2-40B4-BE49-F238E27FC236}">
                  <a16:creationId xmlns:a16="http://schemas.microsoft.com/office/drawing/2014/main" id="{ACE5B5B4-6B64-215D-EE72-65927DF290E1}"/>
                </a:ext>
              </a:extLst>
            </p:cNvPr>
            <p:cNvSpPr>
              <a:spLocks noGrp="1"/>
            </p:cNvSpPr>
            <p:nvPr/>
          </p:nvSpPr>
          <p:spPr>
            <a:xfrm>
              <a:off x="4163074" y="2492122"/>
              <a:ext cx="73768" cy="86332"/>
            </a:xfrm>
            <a:custGeom>
              <a:avLst/>
              <a:gdLst/>
              <a:ahLst/>
              <a:cxnLst/>
              <a:rect l="0" t="0" r="0" b="0"/>
              <a:pathLst>
                <a:path w="73768" h="86332">
                  <a:moveTo>
                    <a:pt x="73768" y="863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6" name="Candidate_receptor__3345">
              <a:extLst>
                <a:ext uri="{FF2B5EF4-FFF2-40B4-BE49-F238E27FC236}">
                  <a16:creationId xmlns:a16="http://schemas.microsoft.com/office/drawing/2014/main" id="{8EFEB37D-7847-EAD0-EEB6-83542698860C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774698"/>
              <a:ext cx="10746" cy="93620"/>
            </a:xfrm>
            <a:custGeom>
              <a:avLst/>
              <a:gdLst/>
              <a:ahLst/>
              <a:cxnLst/>
              <a:rect l="0" t="0" r="0" b="0"/>
              <a:pathLst>
                <a:path w="10746" h="93620">
                  <a:moveTo>
                    <a:pt x="0" y="0"/>
                  </a:moveTo>
                  <a:lnTo>
                    <a:pt x="10746" y="9362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7" name="Candidate_receptor__3346">
              <a:extLst>
                <a:ext uri="{FF2B5EF4-FFF2-40B4-BE49-F238E27FC236}">
                  <a16:creationId xmlns:a16="http://schemas.microsoft.com/office/drawing/2014/main" id="{998BE95B-C77A-8D0D-D3BD-1DE2A3808AC6}"/>
                </a:ext>
              </a:extLst>
            </p:cNvPr>
            <p:cNvSpPr>
              <a:spLocks noGrp="1"/>
            </p:cNvSpPr>
            <p:nvPr/>
          </p:nvSpPr>
          <p:spPr>
            <a:xfrm>
              <a:off x="5391857" y="2781006"/>
              <a:ext cx="91363" cy="15159"/>
            </a:xfrm>
            <a:custGeom>
              <a:avLst/>
              <a:gdLst/>
              <a:ahLst/>
              <a:cxnLst/>
              <a:rect l="0" t="0" r="0" b="0"/>
              <a:pathLst>
                <a:path w="91363" h="15159">
                  <a:moveTo>
                    <a:pt x="0" y="0"/>
                  </a:moveTo>
                  <a:lnTo>
                    <a:pt x="91363" y="1515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8" name="Candidate_receptor__3347">
              <a:extLst>
                <a:ext uri="{FF2B5EF4-FFF2-40B4-BE49-F238E27FC236}">
                  <a16:creationId xmlns:a16="http://schemas.microsoft.com/office/drawing/2014/main" id="{E91928E2-0D9F-D36D-A260-24C602B7C357}"/>
                </a:ext>
              </a:extLst>
            </p:cNvPr>
            <p:cNvSpPr>
              <a:spLocks noGrp="1"/>
            </p:cNvSpPr>
            <p:nvPr/>
          </p:nvSpPr>
          <p:spPr>
            <a:xfrm>
              <a:off x="5624476" y="2604347"/>
              <a:ext cx="5491" cy="93813"/>
            </a:xfrm>
            <a:custGeom>
              <a:avLst/>
              <a:gdLst/>
              <a:ahLst/>
              <a:cxnLst/>
              <a:rect l="0" t="0" r="0" b="0"/>
              <a:pathLst>
                <a:path w="5491" h="93813">
                  <a:moveTo>
                    <a:pt x="5491" y="0"/>
                  </a:moveTo>
                  <a:lnTo>
                    <a:pt x="0" y="9381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49" name="Candidate_receptor__3348">
              <a:extLst>
                <a:ext uri="{FF2B5EF4-FFF2-40B4-BE49-F238E27FC236}">
                  <a16:creationId xmlns:a16="http://schemas.microsoft.com/office/drawing/2014/main" id="{4706F112-C4BC-A266-D300-83CD6FF14316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1973342"/>
              <a:ext cx="877" cy="113907"/>
            </a:xfrm>
            <a:custGeom>
              <a:avLst/>
              <a:gdLst/>
              <a:ahLst/>
              <a:cxnLst/>
              <a:rect l="0" t="0" r="0" b="0"/>
              <a:pathLst>
                <a:path w="877" h="113907">
                  <a:moveTo>
                    <a:pt x="0" y="113907"/>
                  </a:moveTo>
                  <a:lnTo>
                    <a:pt x="8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0" name="Candidate_receptor__3349">
              <a:extLst>
                <a:ext uri="{FF2B5EF4-FFF2-40B4-BE49-F238E27FC236}">
                  <a16:creationId xmlns:a16="http://schemas.microsoft.com/office/drawing/2014/main" id="{293EFBC3-4BC0-3410-CE15-851A79FC7234}"/>
                </a:ext>
              </a:extLst>
            </p:cNvPr>
            <p:cNvSpPr>
              <a:spLocks noGrp="1"/>
            </p:cNvSpPr>
            <p:nvPr/>
          </p:nvSpPr>
          <p:spPr>
            <a:xfrm>
              <a:off x="4982219" y="3857520"/>
              <a:ext cx="81501" cy="67138"/>
            </a:xfrm>
            <a:custGeom>
              <a:avLst/>
              <a:gdLst/>
              <a:ahLst/>
              <a:cxnLst/>
              <a:rect l="0" t="0" r="0" b="0"/>
              <a:pathLst>
                <a:path w="81501" h="67138">
                  <a:moveTo>
                    <a:pt x="0" y="67138"/>
                  </a:moveTo>
                  <a:lnTo>
                    <a:pt x="815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1" name="Candidate_receptor__3350">
              <a:extLst>
                <a:ext uri="{FF2B5EF4-FFF2-40B4-BE49-F238E27FC236}">
                  <a16:creationId xmlns:a16="http://schemas.microsoft.com/office/drawing/2014/main" id="{0855FF16-B2A0-27ED-ECFD-C0388421C1A5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9061"/>
              <a:ext cx="49050" cy="56531"/>
            </a:xfrm>
            <a:custGeom>
              <a:avLst/>
              <a:gdLst/>
              <a:ahLst/>
              <a:cxnLst/>
              <a:rect l="0" t="0" r="0" b="0"/>
              <a:pathLst>
                <a:path w="49050" h="56531">
                  <a:moveTo>
                    <a:pt x="0" y="56531"/>
                  </a:moveTo>
                  <a:lnTo>
                    <a:pt x="4905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2" name="Candidate_receptor__3351">
              <a:extLst>
                <a:ext uri="{FF2B5EF4-FFF2-40B4-BE49-F238E27FC236}">
                  <a16:creationId xmlns:a16="http://schemas.microsoft.com/office/drawing/2014/main" id="{58A3D0D2-4FA8-FAC7-CE6A-25E3CE6FED7F}"/>
                </a:ext>
              </a:extLst>
            </p:cNvPr>
            <p:cNvSpPr>
              <a:spLocks noGrp="1"/>
            </p:cNvSpPr>
            <p:nvPr/>
          </p:nvSpPr>
          <p:spPr>
            <a:xfrm>
              <a:off x="4585705" y="3083752"/>
              <a:ext cx="71636" cy="89006"/>
            </a:xfrm>
            <a:custGeom>
              <a:avLst/>
              <a:gdLst/>
              <a:ahLst/>
              <a:cxnLst/>
              <a:rect l="0" t="0" r="0" b="0"/>
              <a:pathLst>
                <a:path w="71636" h="89006">
                  <a:moveTo>
                    <a:pt x="71636" y="0"/>
                  </a:moveTo>
                  <a:lnTo>
                    <a:pt x="0" y="890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3" name="Candidate_receptor__3352">
              <a:extLst>
                <a:ext uri="{FF2B5EF4-FFF2-40B4-BE49-F238E27FC236}">
                  <a16:creationId xmlns:a16="http://schemas.microsoft.com/office/drawing/2014/main" id="{AEEB9C63-46CA-8492-08A3-2BDC6FD41AA5}"/>
                </a:ext>
              </a:extLst>
            </p:cNvPr>
            <p:cNvSpPr>
              <a:spLocks noGrp="1"/>
            </p:cNvSpPr>
            <p:nvPr/>
          </p:nvSpPr>
          <p:spPr>
            <a:xfrm>
              <a:off x="5892041" y="2316224"/>
              <a:ext cx="60325" cy="81485"/>
            </a:xfrm>
            <a:custGeom>
              <a:avLst/>
              <a:gdLst/>
              <a:ahLst/>
              <a:cxnLst/>
              <a:rect l="0" t="0" r="0" b="0"/>
              <a:pathLst>
                <a:path w="60325" h="81485">
                  <a:moveTo>
                    <a:pt x="0" y="0"/>
                  </a:moveTo>
                  <a:lnTo>
                    <a:pt x="60325" y="8148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4" name="Candidate_receptor__3353">
              <a:extLst>
                <a:ext uri="{FF2B5EF4-FFF2-40B4-BE49-F238E27FC236}">
                  <a16:creationId xmlns:a16="http://schemas.microsoft.com/office/drawing/2014/main" id="{3592FFD8-1CBB-4481-6522-7FD9B5612825}"/>
                </a:ext>
              </a:extLst>
            </p:cNvPr>
            <p:cNvSpPr>
              <a:spLocks noGrp="1"/>
            </p:cNvSpPr>
            <p:nvPr/>
          </p:nvSpPr>
          <p:spPr>
            <a:xfrm>
              <a:off x="4717475" y="2277101"/>
              <a:ext cx="92017" cy="8603"/>
            </a:xfrm>
            <a:custGeom>
              <a:avLst/>
              <a:gdLst/>
              <a:ahLst/>
              <a:cxnLst/>
              <a:rect l="0" t="0" r="0" b="0"/>
              <a:pathLst>
                <a:path w="92017" h="8603">
                  <a:moveTo>
                    <a:pt x="0" y="0"/>
                  </a:moveTo>
                  <a:lnTo>
                    <a:pt x="92017" y="8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5" name="Candidate_receptor__3354">
              <a:extLst>
                <a:ext uri="{FF2B5EF4-FFF2-40B4-BE49-F238E27FC236}">
                  <a16:creationId xmlns:a16="http://schemas.microsoft.com/office/drawing/2014/main" id="{6D4F8DAB-8776-7D06-CD04-E690190D7091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81986" cy="55503"/>
            </a:xfrm>
            <a:custGeom>
              <a:avLst/>
              <a:gdLst/>
              <a:ahLst/>
              <a:cxnLst/>
              <a:rect l="0" t="0" r="0" b="0"/>
              <a:pathLst>
                <a:path w="81986" h="55503">
                  <a:moveTo>
                    <a:pt x="81986" y="55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6" name="Candidate_receptor__3355">
              <a:extLst>
                <a:ext uri="{FF2B5EF4-FFF2-40B4-BE49-F238E27FC236}">
                  <a16:creationId xmlns:a16="http://schemas.microsoft.com/office/drawing/2014/main" id="{8CB0488D-EF88-3DFF-E4CA-8DE9FA4431E3}"/>
                </a:ext>
              </a:extLst>
            </p:cNvPr>
            <p:cNvSpPr>
              <a:spLocks noGrp="1"/>
            </p:cNvSpPr>
            <p:nvPr/>
          </p:nvSpPr>
          <p:spPr>
            <a:xfrm>
              <a:off x="5670777" y="1649255"/>
              <a:ext cx="38761" cy="59757"/>
            </a:xfrm>
            <a:custGeom>
              <a:avLst/>
              <a:gdLst/>
              <a:ahLst/>
              <a:cxnLst/>
              <a:rect l="0" t="0" r="0" b="0"/>
              <a:pathLst>
                <a:path w="38761" h="59757">
                  <a:moveTo>
                    <a:pt x="0" y="59757"/>
                  </a:moveTo>
                  <a:lnTo>
                    <a:pt x="3876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7" name="Candidate_receptor__3356">
              <a:extLst>
                <a:ext uri="{FF2B5EF4-FFF2-40B4-BE49-F238E27FC236}">
                  <a16:creationId xmlns:a16="http://schemas.microsoft.com/office/drawing/2014/main" id="{667E7092-F593-7155-BCBE-3034BAC84175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34094" cy="89408"/>
            </a:xfrm>
            <a:custGeom>
              <a:avLst/>
              <a:gdLst/>
              <a:ahLst/>
              <a:cxnLst/>
              <a:rect l="0" t="0" r="0" b="0"/>
              <a:pathLst>
                <a:path w="34094" h="89408">
                  <a:moveTo>
                    <a:pt x="0" y="0"/>
                  </a:moveTo>
                  <a:lnTo>
                    <a:pt x="34094" y="8940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8" name="Candidate_receptor__3357">
              <a:extLst>
                <a:ext uri="{FF2B5EF4-FFF2-40B4-BE49-F238E27FC236}">
                  <a16:creationId xmlns:a16="http://schemas.microsoft.com/office/drawing/2014/main" id="{1423E988-391D-8AE7-8829-25710313DADC}"/>
                </a:ext>
              </a:extLst>
            </p:cNvPr>
            <p:cNvSpPr>
              <a:spLocks noGrp="1"/>
            </p:cNvSpPr>
            <p:nvPr/>
          </p:nvSpPr>
          <p:spPr>
            <a:xfrm>
              <a:off x="5060509" y="3451199"/>
              <a:ext cx="25854" cy="43276"/>
            </a:xfrm>
            <a:custGeom>
              <a:avLst/>
              <a:gdLst/>
              <a:ahLst/>
              <a:cxnLst/>
              <a:rect l="0" t="0" r="0" b="0"/>
              <a:pathLst>
                <a:path w="25854" h="43276">
                  <a:moveTo>
                    <a:pt x="25854" y="0"/>
                  </a:moveTo>
                  <a:lnTo>
                    <a:pt x="0" y="432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9" name="Candidate_receptor__3358">
              <a:extLst>
                <a:ext uri="{FF2B5EF4-FFF2-40B4-BE49-F238E27FC236}">
                  <a16:creationId xmlns:a16="http://schemas.microsoft.com/office/drawing/2014/main" id="{971C3EED-A8B2-F3A9-277D-D8C058B39345}"/>
                </a:ext>
              </a:extLst>
            </p:cNvPr>
            <p:cNvSpPr>
              <a:spLocks noGrp="1"/>
            </p:cNvSpPr>
            <p:nvPr/>
          </p:nvSpPr>
          <p:spPr>
            <a:xfrm>
              <a:off x="4869237" y="3157289"/>
              <a:ext cx="62004" cy="95646"/>
            </a:xfrm>
            <a:custGeom>
              <a:avLst/>
              <a:gdLst/>
              <a:ahLst/>
              <a:cxnLst/>
              <a:rect l="0" t="0" r="0" b="0"/>
              <a:pathLst>
                <a:path w="62004" h="95646">
                  <a:moveTo>
                    <a:pt x="0" y="0"/>
                  </a:moveTo>
                  <a:lnTo>
                    <a:pt x="62004" y="9564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0" name="Candidate_receptor__3359">
              <a:extLst>
                <a:ext uri="{FF2B5EF4-FFF2-40B4-BE49-F238E27FC236}">
                  <a16:creationId xmlns:a16="http://schemas.microsoft.com/office/drawing/2014/main" id="{5287D146-CB60-7487-D501-4818DFC67F1F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39135" cy="79228"/>
            </a:xfrm>
            <a:custGeom>
              <a:avLst/>
              <a:gdLst/>
              <a:ahLst/>
              <a:cxnLst/>
              <a:rect l="0" t="0" r="0" b="0"/>
              <a:pathLst>
                <a:path w="39135" h="79228">
                  <a:moveTo>
                    <a:pt x="39135" y="792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1" name="Candidate_receptor__3360">
              <a:extLst>
                <a:ext uri="{FF2B5EF4-FFF2-40B4-BE49-F238E27FC236}">
                  <a16:creationId xmlns:a16="http://schemas.microsoft.com/office/drawing/2014/main" id="{07DAF188-1710-49F0-D1E4-CF29FBF6B535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470914"/>
              <a:ext cx="19705" cy="22454"/>
            </a:xfrm>
            <a:custGeom>
              <a:avLst/>
              <a:gdLst/>
              <a:ahLst/>
              <a:cxnLst/>
              <a:rect l="0" t="0" r="0" b="0"/>
              <a:pathLst>
                <a:path w="19705" h="22454">
                  <a:moveTo>
                    <a:pt x="0" y="0"/>
                  </a:moveTo>
                  <a:lnTo>
                    <a:pt x="19705" y="2245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2" name="Candidate_receptor__3361">
              <a:extLst>
                <a:ext uri="{FF2B5EF4-FFF2-40B4-BE49-F238E27FC236}">
                  <a16:creationId xmlns:a16="http://schemas.microsoft.com/office/drawing/2014/main" id="{986B8D9A-D944-72AC-11B8-0354141D1E36}"/>
                </a:ext>
              </a:extLst>
            </p:cNvPr>
            <p:cNvSpPr>
              <a:spLocks noGrp="1"/>
            </p:cNvSpPr>
            <p:nvPr/>
          </p:nvSpPr>
          <p:spPr>
            <a:xfrm>
              <a:off x="5983165" y="2235455"/>
              <a:ext cx="71211" cy="47904"/>
            </a:xfrm>
            <a:custGeom>
              <a:avLst/>
              <a:gdLst/>
              <a:ahLst/>
              <a:cxnLst/>
              <a:rect l="0" t="0" r="0" b="0"/>
              <a:pathLst>
                <a:path w="71211" h="47904">
                  <a:moveTo>
                    <a:pt x="0" y="0"/>
                  </a:moveTo>
                  <a:lnTo>
                    <a:pt x="71211" y="479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3" name="Candidate_receptor__3362">
              <a:extLst>
                <a:ext uri="{FF2B5EF4-FFF2-40B4-BE49-F238E27FC236}">
                  <a16:creationId xmlns:a16="http://schemas.microsoft.com/office/drawing/2014/main" id="{73BD4E87-D0F1-9817-E2DF-ED967F0AA46D}"/>
                </a:ext>
              </a:extLst>
            </p:cNvPr>
            <p:cNvSpPr>
              <a:spLocks noGrp="1"/>
            </p:cNvSpPr>
            <p:nvPr/>
          </p:nvSpPr>
          <p:spPr>
            <a:xfrm>
              <a:off x="5673447" y="3648212"/>
              <a:ext cx="87574" cy="74325"/>
            </a:xfrm>
            <a:custGeom>
              <a:avLst/>
              <a:gdLst/>
              <a:ahLst/>
              <a:cxnLst/>
              <a:rect l="0" t="0" r="0" b="0"/>
              <a:pathLst>
                <a:path w="87574" h="74325">
                  <a:moveTo>
                    <a:pt x="87574" y="0"/>
                  </a:moveTo>
                  <a:lnTo>
                    <a:pt x="0" y="7432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4" name="Candidate_receptor__3363">
              <a:extLst>
                <a:ext uri="{FF2B5EF4-FFF2-40B4-BE49-F238E27FC236}">
                  <a16:creationId xmlns:a16="http://schemas.microsoft.com/office/drawing/2014/main" id="{ADA54F45-58E1-0A41-7773-B58F5D94B1AA}"/>
                </a:ext>
              </a:extLst>
            </p:cNvPr>
            <p:cNvSpPr>
              <a:spLocks noGrp="1"/>
            </p:cNvSpPr>
            <p:nvPr/>
          </p:nvSpPr>
          <p:spPr>
            <a:xfrm>
              <a:off x="4674605" y="2826952"/>
              <a:ext cx="89819" cy="1702"/>
            </a:xfrm>
            <a:custGeom>
              <a:avLst/>
              <a:gdLst/>
              <a:ahLst/>
              <a:cxnLst/>
              <a:rect l="0" t="0" r="0" b="0"/>
              <a:pathLst>
                <a:path w="89819" h="1702">
                  <a:moveTo>
                    <a:pt x="0" y="1702"/>
                  </a:moveTo>
                  <a:lnTo>
                    <a:pt x="8981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5" name="Candidate_receptor__3364">
              <a:extLst>
                <a:ext uri="{FF2B5EF4-FFF2-40B4-BE49-F238E27FC236}">
                  <a16:creationId xmlns:a16="http://schemas.microsoft.com/office/drawing/2014/main" id="{A30E3B80-DBF8-16E5-BE67-52C3C27B6C4C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664841"/>
              <a:ext cx="10534" cy="109858"/>
            </a:xfrm>
            <a:custGeom>
              <a:avLst/>
              <a:gdLst/>
              <a:ahLst/>
              <a:cxnLst/>
              <a:rect l="0" t="0" r="0" b="0"/>
              <a:pathLst>
                <a:path w="10534" h="109858">
                  <a:moveTo>
                    <a:pt x="10534" y="0"/>
                  </a:moveTo>
                  <a:lnTo>
                    <a:pt x="0" y="10985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6" name="Candidate_receptor__3365">
              <a:extLst>
                <a:ext uri="{FF2B5EF4-FFF2-40B4-BE49-F238E27FC236}">
                  <a16:creationId xmlns:a16="http://schemas.microsoft.com/office/drawing/2014/main" id="{1B672523-A04B-00CE-AA85-7884BEFD179C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78982"/>
              <a:ext cx="53546" cy="70908"/>
            </a:xfrm>
            <a:custGeom>
              <a:avLst/>
              <a:gdLst/>
              <a:ahLst/>
              <a:cxnLst/>
              <a:rect l="0" t="0" r="0" b="0"/>
              <a:pathLst>
                <a:path w="53546" h="70908">
                  <a:moveTo>
                    <a:pt x="53546" y="70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7" name="Candidate_receptor__3366">
              <a:extLst>
                <a:ext uri="{FF2B5EF4-FFF2-40B4-BE49-F238E27FC236}">
                  <a16:creationId xmlns:a16="http://schemas.microsoft.com/office/drawing/2014/main" id="{37F3CCB0-FB31-117D-4E7F-BBAA009F6622}"/>
                </a:ext>
              </a:extLst>
            </p:cNvPr>
            <p:cNvSpPr>
              <a:spLocks noGrp="1"/>
            </p:cNvSpPr>
            <p:nvPr/>
          </p:nvSpPr>
          <p:spPr>
            <a:xfrm>
              <a:off x="5175298" y="2433744"/>
              <a:ext cx="83033" cy="70370"/>
            </a:xfrm>
            <a:custGeom>
              <a:avLst/>
              <a:gdLst/>
              <a:ahLst/>
              <a:cxnLst/>
              <a:rect l="0" t="0" r="0" b="0"/>
              <a:pathLst>
                <a:path w="83033" h="70370">
                  <a:moveTo>
                    <a:pt x="83033" y="70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8" name="Candidate_receptor__3367">
              <a:extLst>
                <a:ext uri="{FF2B5EF4-FFF2-40B4-BE49-F238E27FC236}">
                  <a16:creationId xmlns:a16="http://schemas.microsoft.com/office/drawing/2014/main" id="{703998D7-E5CF-95FC-3195-CD46638552ED}"/>
                </a:ext>
              </a:extLst>
            </p:cNvPr>
            <p:cNvSpPr>
              <a:spLocks noGrp="1"/>
            </p:cNvSpPr>
            <p:nvPr/>
          </p:nvSpPr>
          <p:spPr>
            <a:xfrm>
              <a:off x="5490361" y="1722648"/>
              <a:ext cx="51044" cy="4949"/>
            </a:xfrm>
            <a:custGeom>
              <a:avLst/>
              <a:gdLst/>
              <a:ahLst/>
              <a:cxnLst/>
              <a:rect l="0" t="0" r="0" b="0"/>
              <a:pathLst>
                <a:path w="51044" h="4949">
                  <a:moveTo>
                    <a:pt x="0" y="0"/>
                  </a:moveTo>
                  <a:lnTo>
                    <a:pt x="51044" y="494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69" name="Candidate_receptor__3368">
              <a:extLst>
                <a:ext uri="{FF2B5EF4-FFF2-40B4-BE49-F238E27FC236}">
                  <a16:creationId xmlns:a16="http://schemas.microsoft.com/office/drawing/2014/main" id="{6739D26B-800B-A97B-ED3A-E90885EF7DA3}"/>
                </a:ext>
              </a:extLst>
            </p:cNvPr>
            <p:cNvSpPr>
              <a:spLocks noGrp="1"/>
            </p:cNvSpPr>
            <p:nvPr/>
          </p:nvSpPr>
          <p:spPr>
            <a:xfrm>
              <a:off x="4491822" y="2205321"/>
              <a:ext cx="58812" cy="47589"/>
            </a:xfrm>
            <a:custGeom>
              <a:avLst/>
              <a:gdLst/>
              <a:ahLst/>
              <a:cxnLst/>
              <a:rect l="0" t="0" r="0" b="0"/>
              <a:pathLst>
                <a:path w="58812" h="47589">
                  <a:moveTo>
                    <a:pt x="58812" y="475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70" name="Candidate_receptor__3369">
              <a:extLst>
                <a:ext uri="{FF2B5EF4-FFF2-40B4-BE49-F238E27FC236}">
                  <a16:creationId xmlns:a16="http://schemas.microsoft.com/office/drawing/2014/main" id="{AD737EC7-9400-AE38-23C8-4C81B20760B6}"/>
                </a:ext>
              </a:extLst>
            </p:cNvPr>
            <p:cNvSpPr>
              <a:spLocks noGrp="1"/>
            </p:cNvSpPr>
            <p:nvPr/>
          </p:nvSpPr>
          <p:spPr>
            <a:xfrm>
              <a:off x="4236843" y="2538071"/>
              <a:ext cx="101896" cy="40382"/>
            </a:xfrm>
            <a:custGeom>
              <a:avLst/>
              <a:gdLst/>
              <a:ahLst/>
              <a:cxnLst/>
              <a:rect l="0" t="0" r="0" b="0"/>
              <a:pathLst>
                <a:path w="101896" h="40382">
                  <a:moveTo>
                    <a:pt x="101896" y="0"/>
                  </a:moveTo>
                  <a:lnTo>
                    <a:pt x="0" y="40382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3371" name="Candidate_receptor__3370">
              <a:extLst>
                <a:ext uri="{FF2B5EF4-FFF2-40B4-BE49-F238E27FC236}">
                  <a16:creationId xmlns:a16="http://schemas.microsoft.com/office/drawing/2014/main" id="{02EF7805-3984-A398-66F5-E8F415D637F8}"/>
                </a:ext>
              </a:extLst>
            </p:cNvPr>
            <p:cNvSpPr>
              <a:spLocks noGrp="1"/>
            </p:cNvSpPr>
            <p:nvPr/>
          </p:nvSpPr>
          <p:spPr>
            <a:xfrm>
              <a:off x="4484641" y="3667296"/>
              <a:ext cx="57994" cy="71855"/>
            </a:xfrm>
            <a:custGeom>
              <a:avLst/>
              <a:gdLst/>
              <a:ahLst/>
              <a:cxnLst/>
              <a:rect l="0" t="0" r="0" b="0"/>
              <a:pathLst>
                <a:path w="57994" h="71855">
                  <a:moveTo>
                    <a:pt x="57994" y="0"/>
                  </a:moveTo>
                  <a:lnTo>
                    <a:pt x="0" y="71855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72" name="Candidate_receptor__3371">
              <a:extLst>
                <a:ext uri="{FF2B5EF4-FFF2-40B4-BE49-F238E27FC236}">
                  <a16:creationId xmlns:a16="http://schemas.microsoft.com/office/drawing/2014/main" id="{0FAE9988-B67E-E09D-25A5-4278A2F9ADD9}"/>
                </a:ext>
              </a:extLst>
            </p:cNvPr>
            <p:cNvSpPr>
              <a:spLocks noGrp="1"/>
            </p:cNvSpPr>
            <p:nvPr/>
          </p:nvSpPr>
          <p:spPr>
            <a:xfrm>
              <a:off x="4809493" y="2223155"/>
              <a:ext cx="90621" cy="62549"/>
            </a:xfrm>
            <a:custGeom>
              <a:avLst/>
              <a:gdLst/>
              <a:ahLst/>
              <a:cxnLst/>
              <a:rect l="0" t="0" r="0" b="0"/>
              <a:pathLst>
                <a:path w="90621" h="62549">
                  <a:moveTo>
                    <a:pt x="0" y="62549"/>
                  </a:moveTo>
                  <a:lnTo>
                    <a:pt x="90621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3373" name="Candidate_receptor__3372">
              <a:extLst>
                <a:ext uri="{FF2B5EF4-FFF2-40B4-BE49-F238E27FC236}">
                  <a16:creationId xmlns:a16="http://schemas.microsoft.com/office/drawing/2014/main" id="{C8E4BEEA-2BFB-BECB-6AAF-AB9FFA81E408}"/>
                </a:ext>
              </a:extLst>
            </p:cNvPr>
            <p:cNvSpPr>
              <a:spLocks noGrp="1"/>
            </p:cNvSpPr>
            <p:nvPr/>
          </p:nvSpPr>
          <p:spPr>
            <a:xfrm>
              <a:off x="4032365" y="2863254"/>
              <a:ext cx="91880" cy="69841"/>
            </a:xfrm>
            <a:custGeom>
              <a:avLst/>
              <a:gdLst/>
              <a:ahLst/>
              <a:cxnLst/>
              <a:rect l="0" t="0" r="0" b="0"/>
              <a:pathLst>
                <a:path w="91880" h="69841">
                  <a:moveTo>
                    <a:pt x="91880" y="69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4" name="Candidate_receptor__3373">
              <a:extLst>
                <a:ext uri="{FF2B5EF4-FFF2-40B4-BE49-F238E27FC236}">
                  <a16:creationId xmlns:a16="http://schemas.microsoft.com/office/drawing/2014/main" id="{E289CC63-E285-1FB9-C011-7430887E659A}"/>
                </a:ext>
              </a:extLst>
            </p:cNvPr>
            <p:cNvSpPr>
              <a:spLocks noGrp="1"/>
            </p:cNvSpPr>
            <p:nvPr/>
          </p:nvSpPr>
          <p:spPr>
            <a:xfrm>
              <a:off x="5560998" y="1614107"/>
              <a:ext cx="38871" cy="9137"/>
            </a:xfrm>
            <a:custGeom>
              <a:avLst/>
              <a:gdLst/>
              <a:ahLst/>
              <a:cxnLst/>
              <a:rect l="0" t="0" r="0" b="0"/>
              <a:pathLst>
                <a:path w="38871" h="9137">
                  <a:moveTo>
                    <a:pt x="0" y="0"/>
                  </a:moveTo>
                  <a:lnTo>
                    <a:pt x="38871" y="913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5" name="Candidate_receptor__3374">
              <a:extLst>
                <a:ext uri="{FF2B5EF4-FFF2-40B4-BE49-F238E27FC236}">
                  <a16:creationId xmlns:a16="http://schemas.microsoft.com/office/drawing/2014/main" id="{D9B65674-91EE-F034-949D-42D48BABABB0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70598" cy="17690"/>
            </a:xfrm>
            <a:custGeom>
              <a:avLst/>
              <a:gdLst/>
              <a:ahLst/>
              <a:cxnLst/>
              <a:rect l="0" t="0" r="0" b="0"/>
              <a:pathLst>
                <a:path w="70598" h="17690">
                  <a:moveTo>
                    <a:pt x="70598" y="176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6" name="Candidate_receptor__3375">
              <a:extLst>
                <a:ext uri="{FF2B5EF4-FFF2-40B4-BE49-F238E27FC236}">
                  <a16:creationId xmlns:a16="http://schemas.microsoft.com/office/drawing/2014/main" id="{0C2FE657-5674-EE1E-9A0E-8C4CF03DB6DD}"/>
                </a:ext>
              </a:extLst>
            </p:cNvPr>
            <p:cNvSpPr>
              <a:spLocks noGrp="1"/>
            </p:cNvSpPr>
            <p:nvPr/>
          </p:nvSpPr>
          <p:spPr>
            <a:xfrm>
              <a:off x="4542635" y="3583724"/>
              <a:ext cx="5136" cy="83572"/>
            </a:xfrm>
            <a:custGeom>
              <a:avLst/>
              <a:gdLst/>
              <a:ahLst/>
              <a:cxnLst/>
              <a:rect l="0" t="0" r="0" b="0"/>
              <a:pathLst>
                <a:path w="5136" h="83572">
                  <a:moveTo>
                    <a:pt x="5136" y="0"/>
                  </a:moveTo>
                  <a:lnTo>
                    <a:pt x="0" y="83572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77" name="Candidate_receptor__3376">
              <a:extLst>
                <a:ext uri="{FF2B5EF4-FFF2-40B4-BE49-F238E27FC236}">
                  <a16:creationId xmlns:a16="http://schemas.microsoft.com/office/drawing/2014/main" id="{EBEC777A-8788-E399-E4A1-41EFDA5C2996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2087249"/>
              <a:ext cx="101783" cy="28528"/>
            </a:xfrm>
            <a:custGeom>
              <a:avLst/>
              <a:gdLst/>
              <a:ahLst/>
              <a:cxnLst/>
              <a:rect l="0" t="0" r="0" b="0"/>
              <a:pathLst>
                <a:path w="101783" h="28528">
                  <a:moveTo>
                    <a:pt x="101783" y="285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78" name="Candidate_receptor__3377">
              <a:extLst>
                <a:ext uri="{FF2B5EF4-FFF2-40B4-BE49-F238E27FC236}">
                  <a16:creationId xmlns:a16="http://schemas.microsoft.com/office/drawing/2014/main" id="{A9B70972-BD97-7A74-4D8E-2417FED9A653}"/>
                </a:ext>
              </a:extLst>
            </p:cNvPr>
            <p:cNvSpPr>
              <a:spLocks noGrp="1"/>
            </p:cNvSpPr>
            <p:nvPr/>
          </p:nvSpPr>
          <p:spPr>
            <a:xfrm>
              <a:off x="6071299" y="3157083"/>
              <a:ext cx="31336" cy="98857"/>
            </a:xfrm>
            <a:custGeom>
              <a:avLst/>
              <a:gdLst/>
              <a:ahLst/>
              <a:cxnLst/>
              <a:rect l="0" t="0" r="0" b="0"/>
              <a:pathLst>
                <a:path w="31336" h="98857">
                  <a:moveTo>
                    <a:pt x="0" y="98857"/>
                  </a:moveTo>
                  <a:lnTo>
                    <a:pt x="3133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9" name="Candidate_receptor__3378">
              <a:extLst>
                <a:ext uri="{FF2B5EF4-FFF2-40B4-BE49-F238E27FC236}">
                  <a16:creationId xmlns:a16="http://schemas.microsoft.com/office/drawing/2014/main" id="{3C9F0440-8380-A08F-00DC-3C83E16790F6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223359"/>
              <a:ext cx="47747" cy="56569"/>
            </a:xfrm>
            <a:custGeom>
              <a:avLst/>
              <a:gdLst/>
              <a:ahLst/>
              <a:cxnLst/>
              <a:rect l="0" t="0" r="0" b="0"/>
              <a:pathLst>
                <a:path w="47747" h="56569">
                  <a:moveTo>
                    <a:pt x="0" y="0"/>
                  </a:moveTo>
                  <a:lnTo>
                    <a:pt x="47747" y="5656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0" name="Candidate_receptor__3379">
              <a:extLst>
                <a:ext uri="{FF2B5EF4-FFF2-40B4-BE49-F238E27FC236}">
                  <a16:creationId xmlns:a16="http://schemas.microsoft.com/office/drawing/2014/main" id="{1EBBA29C-4F73-3B7B-2DF2-9461A3EC86B0}"/>
                </a:ext>
              </a:extLst>
            </p:cNvPr>
            <p:cNvSpPr>
              <a:spLocks noGrp="1"/>
            </p:cNvSpPr>
            <p:nvPr/>
          </p:nvSpPr>
          <p:spPr>
            <a:xfrm>
              <a:off x="5802140" y="2424249"/>
              <a:ext cx="1469" cy="25449"/>
            </a:xfrm>
            <a:custGeom>
              <a:avLst/>
              <a:gdLst/>
              <a:ahLst/>
              <a:cxnLst/>
              <a:rect l="0" t="0" r="0" b="0"/>
              <a:pathLst>
                <a:path w="1469" h="25449">
                  <a:moveTo>
                    <a:pt x="0" y="0"/>
                  </a:moveTo>
                  <a:lnTo>
                    <a:pt x="1469" y="2544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1" name="Candidate_receptor__3380">
              <a:extLst>
                <a:ext uri="{FF2B5EF4-FFF2-40B4-BE49-F238E27FC236}">
                  <a16:creationId xmlns:a16="http://schemas.microsoft.com/office/drawing/2014/main" id="{84CD637F-1599-7967-22DA-2FE13CA3CFE8}"/>
                </a:ext>
              </a:extLst>
            </p:cNvPr>
            <p:cNvSpPr>
              <a:spLocks noGrp="1"/>
            </p:cNvSpPr>
            <p:nvPr/>
          </p:nvSpPr>
          <p:spPr>
            <a:xfrm>
              <a:off x="4383049" y="3739151"/>
              <a:ext cx="101592" cy="34761"/>
            </a:xfrm>
            <a:custGeom>
              <a:avLst/>
              <a:gdLst/>
              <a:ahLst/>
              <a:cxnLst/>
              <a:rect l="0" t="0" r="0" b="0"/>
              <a:pathLst>
                <a:path w="101592" h="34761">
                  <a:moveTo>
                    <a:pt x="101592" y="0"/>
                  </a:moveTo>
                  <a:lnTo>
                    <a:pt x="0" y="3476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2" name="Candidate_receptor__3381">
              <a:extLst>
                <a:ext uri="{FF2B5EF4-FFF2-40B4-BE49-F238E27FC236}">
                  <a16:creationId xmlns:a16="http://schemas.microsoft.com/office/drawing/2014/main" id="{53256237-549D-BE24-2FC9-87F423DD2F2B}"/>
                </a:ext>
              </a:extLst>
            </p:cNvPr>
            <p:cNvSpPr>
              <a:spLocks noGrp="1"/>
            </p:cNvSpPr>
            <p:nvPr/>
          </p:nvSpPr>
          <p:spPr>
            <a:xfrm>
              <a:off x="4805298" y="2061997"/>
              <a:ext cx="108735" cy="20673"/>
            </a:xfrm>
            <a:custGeom>
              <a:avLst/>
              <a:gdLst/>
              <a:ahLst/>
              <a:cxnLst/>
              <a:rect l="0" t="0" r="0" b="0"/>
              <a:pathLst>
                <a:path w="108735" h="20673">
                  <a:moveTo>
                    <a:pt x="0" y="0"/>
                  </a:moveTo>
                  <a:lnTo>
                    <a:pt x="108735" y="20673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3" name="Candidate_receptor__3382">
              <a:extLst>
                <a:ext uri="{FF2B5EF4-FFF2-40B4-BE49-F238E27FC236}">
                  <a16:creationId xmlns:a16="http://schemas.microsoft.com/office/drawing/2014/main" id="{326F322F-CF45-DC7F-068A-94E768315457}"/>
                </a:ext>
              </a:extLst>
            </p:cNvPr>
            <p:cNvSpPr>
              <a:spLocks noGrp="1"/>
            </p:cNvSpPr>
            <p:nvPr/>
          </p:nvSpPr>
          <p:spPr>
            <a:xfrm>
              <a:off x="5063719" y="3749890"/>
              <a:ext cx="23386" cy="107630"/>
            </a:xfrm>
            <a:custGeom>
              <a:avLst/>
              <a:gdLst/>
              <a:ahLst/>
              <a:cxnLst/>
              <a:rect l="0" t="0" r="0" b="0"/>
              <a:pathLst>
                <a:path w="23386" h="107630">
                  <a:moveTo>
                    <a:pt x="0" y="107630"/>
                  </a:moveTo>
                  <a:lnTo>
                    <a:pt x="2338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4" name="Candidate_receptor__3383">
              <a:extLst>
                <a:ext uri="{FF2B5EF4-FFF2-40B4-BE49-F238E27FC236}">
                  <a16:creationId xmlns:a16="http://schemas.microsoft.com/office/drawing/2014/main" id="{88B99436-89FB-BDF1-428B-836ACDCCBA68}"/>
                </a:ext>
              </a:extLst>
            </p:cNvPr>
            <p:cNvSpPr>
              <a:spLocks noGrp="1"/>
            </p:cNvSpPr>
            <p:nvPr/>
          </p:nvSpPr>
          <p:spPr>
            <a:xfrm>
              <a:off x="4728474" y="3639605"/>
              <a:ext cx="113430" cy="16393"/>
            </a:xfrm>
            <a:custGeom>
              <a:avLst/>
              <a:gdLst/>
              <a:ahLst/>
              <a:cxnLst/>
              <a:rect l="0" t="0" r="0" b="0"/>
              <a:pathLst>
                <a:path w="113430" h="16393">
                  <a:moveTo>
                    <a:pt x="113430" y="163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5" name="Candidate_receptor__3384">
              <a:extLst>
                <a:ext uri="{FF2B5EF4-FFF2-40B4-BE49-F238E27FC236}">
                  <a16:creationId xmlns:a16="http://schemas.microsoft.com/office/drawing/2014/main" id="{4204545F-7E85-3FF4-A38F-69FBBD16F62D}"/>
                </a:ext>
              </a:extLst>
            </p:cNvPr>
            <p:cNvSpPr>
              <a:spLocks noGrp="1"/>
            </p:cNvSpPr>
            <p:nvPr/>
          </p:nvSpPr>
          <p:spPr>
            <a:xfrm>
              <a:off x="5856407" y="3635627"/>
              <a:ext cx="87854" cy="50705"/>
            </a:xfrm>
            <a:custGeom>
              <a:avLst/>
              <a:gdLst/>
              <a:ahLst/>
              <a:cxnLst/>
              <a:rect l="0" t="0" r="0" b="0"/>
              <a:pathLst>
                <a:path w="87854" h="50705">
                  <a:moveTo>
                    <a:pt x="87854" y="0"/>
                  </a:moveTo>
                  <a:lnTo>
                    <a:pt x="0" y="5070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6" name="Candidate_receptor__3385">
              <a:extLst>
                <a:ext uri="{FF2B5EF4-FFF2-40B4-BE49-F238E27FC236}">
                  <a16:creationId xmlns:a16="http://schemas.microsoft.com/office/drawing/2014/main" id="{5EE133D6-2C9E-9DAC-75AA-AE4CE5F769E4}"/>
                </a:ext>
              </a:extLst>
            </p:cNvPr>
            <p:cNvSpPr>
              <a:spLocks noGrp="1"/>
            </p:cNvSpPr>
            <p:nvPr/>
          </p:nvSpPr>
          <p:spPr>
            <a:xfrm>
              <a:off x="4971061" y="2601749"/>
              <a:ext cx="4698" cy="18134"/>
            </a:xfrm>
            <a:custGeom>
              <a:avLst/>
              <a:gdLst/>
              <a:ahLst/>
              <a:cxnLst/>
              <a:rect l="0" t="0" r="0" b="0"/>
              <a:pathLst>
                <a:path w="4698" h="18134">
                  <a:moveTo>
                    <a:pt x="4698" y="0"/>
                  </a:moveTo>
                  <a:lnTo>
                    <a:pt x="0" y="1813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7" name="Candidate_receptor__3386">
              <a:extLst>
                <a:ext uri="{FF2B5EF4-FFF2-40B4-BE49-F238E27FC236}">
                  <a16:creationId xmlns:a16="http://schemas.microsoft.com/office/drawing/2014/main" id="{5CD163C0-3D33-EBDC-4845-360CE2803ABE}"/>
                </a:ext>
              </a:extLst>
            </p:cNvPr>
            <p:cNvSpPr>
              <a:spLocks noGrp="1"/>
            </p:cNvSpPr>
            <p:nvPr/>
          </p:nvSpPr>
          <p:spPr>
            <a:xfrm>
              <a:off x="5761021" y="3648212"/>
              <a:ext cx="95386" cy="38120"/>
            </a:xfrm>
            <a:custGeom>
              <a:avLst/>
              <a:gdLst/>
              <a:ahLst/>
              <a:cxnLst/>
              <a:rect l="0" t="0" r="0" b="0"/>
              <a:pathLst>
                <a:path w="95386" h="38120">
                  <a:moveTo>
                    <a:pt x="95386" y="381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8" name="Candidate_receptor__3387">
              <a:extLst>
                <a:ext uri="{FF2B5EF4-FFF2-40B4-BE49-F238E27FC236}">
                  <a16:creationId xmlns:a16="http://schemas.microsoft.com/office/drawing/2014/main" id="{92A5BA7E-20D1-2071-2E8D-68EB7E72264A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97132"/>
              <a:ext cx="97684" cy="15000"/>
            </a:xfrm>
            <a:custGeom>
              <a:avLst/>
              <a:gdLst/>
              <a:ahLst/>
              <a:cxnLst/>
              <a:rect l="0" t="0" r="0" b="0"/>
              <a:pathLst>
                <a:path w="97684" h="15000">
                  <a:moveTo>
                    <a:pt x="0" y="0"/>
                  </a:moveTo>
                  <a:lnTo>
                    <a:pt x="97684" y="1500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9" name="Candidate_receptor__3388">
              <a:extLst>
                <a:ext uri="{FF2B5EF4-FFF2-40B4-BE49-F238E27FC236}">
                  <a16:creationId xmlns:a16="http://schemas.microsoft.com/office/drawing/2014/main" id="{91EAD264-EA6C-1114-212B-ED24E421EDEF}"/>
                </a:ext>
              </a:extLst>
            </p:cNvPr>
            <p:cNvSpPr>
              <a:spLocks noGrp="1"/>
            </p:cNvSpPr>
            <p:nvPr/>
          </p:nvSpPr>
          <p:spPr>
            <a:xfrm>
              <a:off x="6001573" y="3107328"/>
              <a:ext cx="101062" cy="49755"/>
            </a:xfrm>
            <a:custGeom>
              <a:avLst/>
              <a:gdLst/>
              <a:ahLst/>
              <a:cxnLst/>
              <a:rect l="0" t="0" r="0" b="0"/>
              <a:pathLst>
                <a:path w="101062" h="49755">
                  <a:moveTo>
                    <a:pt x="101062" y="49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0" name="Candidate_receptor__3389">
              <a:extLst>
                <a:ext uri="{FF2B5EF4-FFF2-40B4-BE49-F238E27FC236}">
                  <a16:creationId xmlns:a16="http://schemas.microsoft.com/office/drawing/2014/main" id="{B4329B76-4866-1AC0-82B0-BCB796C191DC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2983403"/>
              <a:ext cx="23368" cy="69155"/>
            </a:xfrm>
            <a:custGeom>
              <a:avLst/>
              <a:gdLst/>
              <a:ahLst/>
              <a:cxnLst/>
              <a:rect l="0" t="0" r="0" b="0"/>
              <a:pathLst>
                <a:path w="23368" h="69155">
                  <a:moveTo>
                    <a:pt x="0" y="69155"/>
                  </a:moveTo>
                  <a:lnTo>
                    <a:pt x="23368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91" name="Candidate_receptor__3390">
              <a:extLst>
                <a:ext uri="{FF2B5EF4-FFF2-40B4-BE49-F238E27FC236}">
                  <a16:creationId xmlns:a16="http://schemas.microsoft.com/office/drawing/2014/main" id="{DDD3B6B5-4D32-8959-1860-EE991C158A0A}"/>
                </a:ext>
              </a:extLst>
            </p:cNvPr>
            <p:cNvSpPr>
              <a:spLocks noGrp="1"/>
            </p:cNvSpPr>
            <p:nvPr/>
          </p:nvSpPr>
          <p:spPr>
            <a:xfrm>
              <a:off x="5009770" y="2493546"/>
              <a:ext cx="72023" cy="36721"/>
            </a:xfrm>
            <a:custGeom>
              <a:avLst/>
              <a:gdLst/>
              <a:ahLst/>
              <a:cxnLst/>
              <a:rect l="0" t="0" r="0" b="0"/>
              <a:pathLst>
                <a:path w="72023" h="36721">
                  <a:moveTo>
                    <a:pt x="72023" y="367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2" name="Candidate_receptor__3391">
              <a:extLst>
                <a:ext uri="{FF2B5EF4-FFF2-40B4-BE49-F238E27FC236}">
                  <a16:creationId xmlns:a16="http://schemas.microsoft.com/office/drawing/2014/main" id="{2239BB3A-AE0E-E7C4-84A1-4E475AAE731C}"/>
                </a:ext>
              </a:extLst>
            </p:cNvPr>
            <p:cNvSpPr>
              <a:spLocks noGrp="1"/>
            </p:cNvSpPr>
            <p:nvPr/>
          </p:nvSpPr>
          <p:spPr>
            <a:xfrm>
              <a:off x="6054376" y="2283359"/>
              <a:ext cx="99978" cy="54011"/>
            </a:xfrm>
            <a:custGeom>
              <a:avLst/>
              <a:gdLst/>
              <a:ahLst/>
              <a:cxnLst/>
              <a:rect l="0" t="0" r="0" b="0"/>
              <a:pathLst>
                <a:path w="99978" h="54011">
                  <a:moveTo>
                    <a:pt x="0" y="0"/>
                  </a:moveTo>
                  <a:lnTo>
                    <a:pt x="99978" y="5401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3" name="Candidate_receptor__3392">
              <a:extLst>
                <a:ext uri="{FF2B5EF4-FFF2-40B4-BE49-F238E27FC236}">
                  <a16:creationId xmlns:a16="http://schemas.microsoft.com/office/drawing/2014/main" id="{37B41309-FFA7-DFE2-77F4-14BF85CDFE91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17286" cy="22268"/>
            </a:xfrm>
            <a:custGeom>
              <a:avLst/>
              <a:gdLst/>
              <a:ahLst/>
              <a:cxnLst/>
              <a:rect l="0" t="0" r="0" b="0"/>
              <a:pathLst>
                <a:path w="17286" h="22268">
                  <a:moveTo>
                    <a:pt x="0" y="0"/>
                  </a:moveTo>
                  <a:lnTo>
                    <a:pt x="17286" y="22268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94" name="Candidate_receptor__3393">
              <a:extLst>
                <a:ext uri="{FF2B5EF4-FFF2-40B4-BE49-F238E27FC236}">
                  <a16:creationId xmlns:a16="http://schemas.microsoft.com/office/drawing/2014/main" id="{1F1BCD0B-8D6E-7D91-B746-21874DE061AD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635216"/>
              <a:ext cx="64520" cy="83744"/>
            </a:xfrm>
            <a:custGeom>
              <a:avLst/>
              <a:gdLst/>
              <a:ahLst/>
              <a:cxnLst/>
              <a:rect l="0" t="0" r="0" b="0"/>
              <a:pathLst>
                <a:path w="64520" h="83744">
                  <a:moveTo>
                    <a:pt x="64520" y="8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5" name="Candidate_receptor__3394">
              <a:extLst>
                <a:ext uri="{FF2B5EF4-FFF2-40B4-BE49-F238E27FC236}">
                  <a16:creationId xmlns:a16="http://schemas.microsoft.com/office/drawing/2014/main" id="{A9C4664E-891A-295C-F70A-889464398D8F}"/>
                </a:ext>
              </a:extLst>
            </p:cNvPr>
            <p:cNvSpPr>
              <a:spLocks noGrp="1"/>
            </p:cNvSpPr>
            <p:nvPr/>
          </p:nvSpPr>
          <p:spPr>
            <a:xfrm>
              <a:off x="4602880" y="2739906"/>
              <a:ext cx="71725" cy="88749"/>
            </a:xfrm>
            <a:custGeom>
              <a:avLst/>
              <a:gdLst/>
              <a:ahLst/>
              <a:cxnLst/>
              <a:rect l="0" t="0" r="0" b="0"/>
              <a:pathLst>
                <a:path w="71725" h="88749">
                  <a:moveTo>
                    <a:pt x="0" y="0"/>
                  </a:moveTo>
                  <a:lnTo>
                    <a:pt x="71725" y="88749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396" name="Candidate_receptor__3395">
              <a:extLst>
                <a:ext uri="{FF2B5EF4-FFF2-40B4-BE49-F238E27FC236}">
                  <a16:creationId xmlns:a16="http://schemas.microsoft.com/office/drawing/2014/main" id="{69454D84-733B-CB69-B5BD-CAEB5D8527F8}"/>
                </a:ext>
              </a:extLst>
            </p:cNvPr>
            <p:cNvSpPr>
              <a:spLocks noGrp="1"/>
            </p:cNvSpPr>
            <p:nvPr/>
          </p:nvSpPr>
          <p:spPr>
            <a:xfrm>
              <a:off x="5081793" y="2530266"/>
              <a:ext cx="53281" cy="66762"/>
            </a:xfrm>
            <a:custGeom>
              <a:avLst/>
              <a:gdLst/>
              <a:ahLst/>
              <a:cxnLst/>
              <a:rect l="0" t="0" r="0" b="0"/>
              <a:pathLst>
                <a:path w="53281" h="66762">
                  <a:moveTo>
                    <a:pt x="53281" y="667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7" name="Candidate_receptor__3396">
              <a:extLst>
                <a:ext uri="{FF2B5EF4-FFF2-40B4-BE49-F238E27FC236}">
                  <a16:creationId xmlns:a16="http://schemas.microsoft.com/office/drawing/2014/main" id="{5973A14E-6DFD-5D93-B570-09B698916323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107328"/>
              <a:ext cx="55712" cy="95351"/>
            </a:xfrm>
            <a:custGeom>
              <a:avLst/>
              <a:gdLst/>
              <a:ahLst/>
              <a:cxnLst/>
              <a:rect l="0" t="0" r="0" b="0"/>
              <a:pathLst>
                <a:path w="55712" h="95351">
                  <a:moveTo>
                    <a:pt x="55712" y="0"/>
                  </a:moveTo>
                  <a:lnTo>
                    <a:pt x="0" y="9535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8" name="Candidate_receptor__3397">
              <a:extLst>
                <a:ext uri="{FF2B5EF4-FFF2-40B4-BE49-F238E27FC236}">
                  <a16:creationId xmlns:a16="http://schemas.microsoft.com/office/drawing/2014/main" id="{2D3CF67B-6234-CD69-FECD-106EFA98126C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345083"/>
              <a:ext cx="62440" cy="80410"/>
            </a:xfrm>
            <a:custGeom>
              <a:avLst/>
              <a:gdLst/>
              <a:ahLst/>
              <a:cxnLst/>
              <a:rect l="0" t="0" r="0" b="0"/>
              <a:pathLst>
                <a:path w="62440" h="80410">
                  <a:moveTo>
                    <a:pt x="0" y="80410"/>
                  </a:moveTo>
                  <a:lnTo>
                    <a:pt x="6244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9" name="Candidate_receptor__3398">
              <a:extLst>
                <a:ext uri="{FF2B5EF4-FFF2-40B4-BE49-F238E27FC236}">
                  <a16:creationId xmlns:a16="http://schemas.microsoft.com/office/drawing/2014/main" id="{8153DB4D-9C17-1004-5D80-A56EB1A8135B}"/>
                </a:ext>
              </a:extLst>
            </p:cNvPr>
            <p:cNvSpPr>
              <a:spLocks noGrp="1"/>
            </p:cNvSpPr>
            <p:nvPr/>
          </p:nvSpPr>
          <p:spPr>
            <a:xfrm>
              <a:off x="5786302" y="1626119"/>
              <a:ext cx="50795" cy="38721"/>
            </a:xfrm>
            <a:custGeom>
              <a:avLst/>
              <a:gdLst/>
              <a:ahLst/>
              <a:cxnLst/>
              <a:rect l="0" t="0" r="0" b="0"/>
              <a:pathLst>
                <a:path w="50795" h="38721">
                  <a:moveTo>
                    <a:pt x="0" y="0"/>
                  </a:moveTo>
                  <a:lnTo>
                    <a:pt x="50795" y="387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0" name="Candidate_receptor__3399">
              <a:extLst>
                <a:ext uri="{FF2B5EF4-FFF2-40B4-BE49-F238E27FC236}">
                  <a16:creationId xmlns:a16="http://schemas.microsoft.com/office/drawing/2014/main" id="{8C3E46B8-B02B-F4A0-8DBE-EDED95408B47}"/>
                </a:ext>
              </a:extLst>
            </p:cNvPr>
            <p:cNvSpPr>
              <a:spLocks noGrp="1"/>
            </p:cNvSpPr>
            <p:nvPr/>
          </p:nvSpPr>
          <p:spPr>
            <a:xfrm>
              <a:off x="4900114" y="2223155"/>
              <a:ext cx="79749" cy="21736"/>
            </a:xfrm>
            <a:custGeom>
              <a:avLst/>
              <a:gdLst/>
              <a:ahLst/>
              <a:cxnLst/>
              <a:rect l="0" t="0" r="0" b="0"/>
              <a:pathLst>
                <a:path w="79749" h="21736">
                  <a:moveTo>
                    <a:pt x="0" y="0"/>
                  </a:moveTo>
                  <a:lnTo>
                    <a:pt x="79749" y="2173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01" name="Candidate_receptor__3400">
              <a:extLst>
                <a:ext uri="{FF2B5EF4-FFF2-40B4-BE49-F238E27FC236}">
                  <a16:creationId xmlns:a16="http://schemas.microsoft.com/office/drawing/2014/main" id="{81B420F6-3393-8BDA-78F6-637BD12EDF93}"/>
                </a:ext>
              </a:extLst>
            </p:cNvPr>
            <p:cNvSpPr>
              <a:spLocks noGrp="1"/>
            </p:cNvSpPr>
            <p:nvPr/>
          </p:nvSpPr>
          <p:spPr>
            <a:xfrm>
              <a:off x="4821145" y="2554575"/>
              <a:ext cx="21348" cy="102250"/>
            </a:xfrm>
            <a:custGeom>
              <a:avLst/>
              <a:gdLst/>
              <a:ahLst/>
              <a:cxnLst/>
              <a:rect l="0" t="0" r="0" b="0"/>
              <a:pathLst>
                <a:path w="21348" h="102250">
                  <a:moveTo>
                    <a:pt x="21348" y="0"/>
                  </a:moveTo>
                  <a:lnTo>
                    <a:pt x="0" y="1022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2" name="Candidate_receptor__3401">
              <a:extLst>
                <a:ext uri="{FF2B5EF4-FFF2-40B4-BE49-F238E27FC236}">
                  <a16:creationId xmlns:a16="http://schemas.microsoft.com/office/drawing/2014/main" id="{661AA315-4A72-9B4E-C256-C7533EB19705}"/>
                </a:ext>
              </a:extLst>
            </p:cNvPr>
            <p:cNvSpPr>
              <a:spLocks noGrp="1"/>
            </p:cNvSpPr>
            <p:nvPr/>
          </p:nvSpPr>
          <p:spPr>
            <a:xfrm>
              <a:off x="5599857" y="2089095"/>
              <a:ext cx="110898" cy="26683"/>
            </a:xfrm>
            <a:custGeom>
              <a:avLst/>
              <a:gdLst/>
              <a:ahLst/>
              <a:cxnLst/>
              <a:rect l="0" t="0" r="0" b="0"/>
              <a:pathLst>
                <a:path w="110898" h="26683">
                  <a:moveTo>
                    <a:pt x="110898" y="0"/>
                  </a:moveTo>
                  <a:lnTo>
                    <a:pt x="0" y="2668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3" name="Candidate_receptor__3402">
              <a:extLst>
                <a:ext uri="{FF2B5EF4-FFF2-40B4-BE49-F238E27FC236}">
                  <a16:creationId xmlns:a16="http://schemas.microsoft.com/office/drawing/2014/main" id="{3BB4F038-78CA-2872-A3A6-A5112D3620A4}"/>
                </a:ext>
              </a:extLst>
            </p:cNvPr>
            <p:cNvSpPr>
              <a:spLocks noGrp="1"/>
            </p:cNvSpPr>
            <p:nvPr/>
          </p:nvSpPr>
          <p:spPr>
            <a:xfrm>
              <a:off x="4545149" y="3170705"/>
              <a:ext cx="40556" cy="2053"/>
            </a:xfrm>
            <a:custGeom>
              <a:avLst/>
              <a:gdLst/>
              <a:ahLst/>
              <a:cxnLst/>
              <a:rect l="0" t="0" r="0" b="0"/>
              <a:pathLst>
                <a:path w="40556" h="2053">
                  <a:moveTo>
                    <a:pt x="40556" y="20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4" name="Candidate_receptor__3403">
              <a:extLst>
                <a:ext uri="{FF2B5EF4-FFF2-40B4-BE49-F238E27FC236}">
                  <a16:creationId xmlns:a16="http://schemas.microsoft.com/office/drawing/2014/main" id="{C41C31D5-77D1-6C14-7896-4BA4974BDB3F}"/>
                </a:ext>
              </a:extLst>
            </p:cNvPr>
            <p:cNvSpPr>
              <a:spLocks noGrp="1"/>
            </p:cNvSpPr>
            <p:nvPr/>
          </p:nvSpPr>
          <p:spPr>
            <a:xfrm>
              <a:off x="5563734" y="2698161"/>
              <a:ext cx="60742" cy="88219"/>
            </a:xfrm>
            <a:custGeom>
              <a:avLst/>
              <a:gdLst/>
              <a:ahLst/>
              <a:cxnLst/>
              <a:rect l="0" t="0" r="0" b="0"/>
              <a:pathLst>
                <a:path w="60742" h="88219">
                  <a:moveTo>
                    <a:pt x="60742" y="0"/>
                  </a:moveTo>
                  <a:lnTo>
                    <a:pt x="0" y="8821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5" name="Candidate_receptor__3404">
              <a:extLst>
                <a:ext uri="{FF2B5EF4-FFF2-40B4-BE49-F238E27FC236}">
                  <a16:creationId xmlns:a16="http://schemas.microsoft.com/office/drawing/2014/main" id="{54091D78-D9B2-AA5D-77A7-6A793CB3B8A7}"/>
                </a:ext>
              </a:extLst>
            </p:cNvPr>
            <p:cNvSpPr>
              <a:spLocks noGrp="1"/>
            </p:cNvSpPr>
            <p:nvPr/>
          </p:nvSpPr>
          <p:spPr>
            <a:xfrm>
              <a:off x="5423006" y="1637307"/>
              <a:ext cx="67355" cy="85341"/>
            </a:xfrm>
            <a:custGeom>
              <a:avLst/>
              <a:gdLst/>
              <a:ahLst/>
              <a:cxnLst/>
              <a:rect l="0" t="0" r="0" b="0"/>
              <a:pathLst>
                <a:path w="67355" h="85341">
                  <a:moveTo>
                    <a:pt x="0" y="0"/>
                  </a:moveTo>
                  <a:lnTo>
                    <a:pt x="67355" y="8534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6" name="Candidate_receptor__3405">
              <a:extLst>
                <a:ext uri="{FF2B5EF4-FFF2-40B4-BE49-F238E27FC236}">
                  <a16:creationId xmlns:a16="http://schemas.microsoft.com/office/drawing/2014/main" id="{6546FF59-7501-161B-0006-10E3AB11356B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391479"/>
              <a:ext cx="34873" cy="96249"/>
            </a:xfrm>
            <a:custGeom>
              <a:avLst/>
              <a:gdLst/>
              <a:ahLst/>
              <a:cxnLst/>
              <a:rect l="0" t="0" r="0" b="0"/>
              <a:pathLst>
                <a:path w="34873" h="96249">
                  <a:moveTo>
                    <a:pt x="34873" y="0"/>
                  </a:moveTo>
                  <a:lnTo>
                    <a:pt x="0" y="9624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7" name="Candidate_receptor__3406">
              <a:extLst>
                <a:ext uri="{FF2B5EF4-FFF2-40B4-BE49-F238E27FC236}">
                  <a16:creationId xmlns:a16="http://schemas.microsoft.com/office/drawing/2014/main" id="{8D2BBB00-DE92-9D20-D6A6-746BA8A0DB8E}"/>
                </a:ext>
              </a:extLst>
            </p:cNvPr>
            <p:cNvSpPr>
              <a:spLocks noGrp="1"/>
            </p:cNvSpPr>
            <p:nvPr/>
          </p:nvSpPr>
          <p:spPr>
            <a:xfrm>
              <a:off x="5722705" y="1557659"/>
              <a:ext cx="63597" cy="68461"/>
            </a:xfrm>
            <a:custGeom>
              <a:avLst/>
              <a:gdLst/>
              <a:ahLst/>
              <a:cxnLst/>
              <a:rect l="0" t="0" r="0" b="0"/>
              <a:pathLst>
                <a:path w="63597" h="68461">
                  <a:moveTo>
                    <a:pt x="0" y="0"/>
                  </a:moveTo>
                  <a:lnTo>
                    <a:pt x="63597" y="6846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8" name="Candidate_receptor__3407">
              <a:extLst>
                <a:ext uri="{FF2B5EF4-FFF2-40B4-BE49-F238E27FC236}">
                  <a16:creationId xmlns:a16="http://schemas.microsoft.com/office/drawing/2014/main" id="{36F2BEBB-E07D-7C99-13DF-E109D4362DED}"/>
                </a:ext>
              </a:extLst>
            </p:cNvPr>
            <p:cNvSpPr>
              <a:spLocks noGrp="1"/>
            </p:cNvSpPr>
            <p:nvPr/>
          </p:nvSpPr>
          <p:spPr>
            <a:xfrm>
              <a:off x="4779984" y="3263012"/>
              <a:ext cx="11351" cy="42921"/>
            </a:xfrm>
            <a:custGeom>
              <a:avLst/>
              <a:gdLst/>
              <a:ahLst/>
              <a:cxnLst/>
              <a:rect l="0" t="0" r="0" b="0"/>
              <a:pathLst>
                <a:path w="11351" h="42921">
                  <a:moveTo>
                    <a:pt x="0" y="0"/>
                  </a:moveTo>
                  <a:lnTo>
                    <a:pt x="11351" y="429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9" name="Candidate_receptor__3408">
              <a:extLst>
                <a:ext uri="{FF2B5EF4-FFF2-40B4-BE49-F238E27FC236}">
                  <a16:creationId xmlns:a16="http://schemas.microsoft.com/office/drawing/2014/main" id="{19361348-957E-D521-D3AA-A4A806CC2844}"/>
                </a:ext>
              </a:extLst>
            </p:cNvPr>
            <p:cNvSpPr>
              <a:spLocks noGrp="1"/>
            </p:cNvSpPr>
            <p:nvPr/>
          </p:nvSpPr>
          <p:spPr>
            <a:xfrm>
              <a:off x="5356559" y="2781006"/>
              <a:ext cx="35298" cy="89531"/>
            </a:xfrm>
            <a:custGeom>
              <a:avLst/>
              <a:gdLst/>
              <a:ahLst/>
              <a:cxnLst/>
              <a:rect l="0" t="0" r="0" b="0"/>
              <a:pathLst>
                <a:path w="35298" h="89531">
                  <a:moveTo>
                    <a:pt x="0" y="89531"/>
                  </a:moveTo>
                  <a:lnTo>
                    <a:pt x="3529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0" name="Candidate_receptor__3409">
              <a:extLst>
                <a:ext uri="{FF2B5EF4-FFF2-40B4-BE49-F238E27FC236}">
                  <a16:creationId xmlns:a16="http://schemas.microsoft.com/office/drawing/2014/main" id="{4DA44671-E11C-2B68-A97C-8E64DF0D933A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425493"/>
              <a:ext cx="19164" cy="72245"/>
            </a:xfrm>
            <a:custGeom>
              <a:avLst/>
              <a:gdLst/>
              <a:ahLst/>
              <a:cxnLst/>
              <a:rect l="0" t="0" r="0" b="0"/>
              <a:pathLst>
                <a:path w="19164" h="72245">
                  <a:moveTo>
                    <a:pt x="19164" y="7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1" name="Candidate_receptor__3410">
              <a:extLst>
                <a:ext uri="{FF2B5EF4-FFF2-40B4-BE49-F238E27FC236}">
                  <a16:creationId xmlns:a16="http://schemas.microsoft.com/office/drawing/2014/main" id="{5DD22BDD-532B-F49E-A727-8A9FE4FC62A9}"/>
                </a:ext>
              </a:extLst>
            </p:cNvPr>
            <p:cNvSpPr>
              <a:spLocks noGrp="1"/>
            </p:cNvSpPr>
            <p:nvPr/>
          </p:nvSpPr>
          <p:spPr>
            <a:xfrm>
              <a:off x="5840270" y="2833438"/>
              <a:ext cx="15176" cy="100547"/>
            </a:xfrm>
            <a:custGeom>
              <a:avLst/>
              <a:gdLst/>
              <a:ahLst/>
              <a:cxnLst/>
              <a:rect l="0" t="0" r="0" b="0"/>
              <a:pathLst>
                <a:path w="15176" h="100547">
                  <a:moveTo>
                    <a:pt x="0" y="0"/>
                  </a:moveTo>
                  <a:lnTo>
                    <a:pt x="15176" y="100547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2" name="Candidate_receptor__3411">
              <a:extLst>
                <a:ext uri="{FF2B5EF4-FFF2-40B4-BE49-F238E27FC236}">
                  <a16:creationId xmlns:a16="http://schemas.microsoft.com/office/drawing/2014/main" id="{640DC8E9-1364-82AA-FC1E-7DB9890C249A}"/>
                </a:ext>
              </a:extLst>
            </p:cNvPr>
            <p:cNvSpPr>
              <a:spLocks noGrp="1"/>
            </p:cNvSpPr>
            <p:nvPr/>
          </p:nvSpPr>
          <p:spPr>
            <a:xfrm>
              <a:off x="5599868" y="1623244"/>
              <a:ext cx="70909" cy="85769"/>
            </a:xfrm>
            <a:custGeom>
              <a:avLst/>
              <a:gdLst/>
              <a:ahLst/>
              <a:cxnLst/>
              <a:rect l="0" t="0" r="0" b="0"/>
              <a:pathLst>
                <a:path w="70909" h="85769">
                  <a:moveTo>
                    <a:pt x="0" y="0"/>
                  </a:moveTo>
                  <a:lnTo>
                    <a:pt x="70909" y="8576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3" name="Candidate_receptor__3412">
              <a:extLst>
                <a:ext uri="{FF2B5EF4-FFF2-40B4-BE49-F238E27FC236}">
                  <a16:creationId xmlns:a16="http://schemas.microsoft.com/office/drawing/2014/main" id="{AAA9F208-1C6E-068D-E0DA-EDE6A04C9FBD}"/>
                </a:ext>
              </a:extLst>
            </p:cNvPr>
            <p:cNvSpPr>
              <a:spLocks noGrp="1"/>
            </p:cNvSpPr>
            <p:nvPr/>
          </p:nvSpPr>
          <p:spPr>
            <a:xfrm>
              <a:off x="4344004" y="3773911"/>
              <a:ext cx="39045" cy="15686"/>
            </a:xfrm>
            <a:custGeom>
              <a:avLst/>
              <a:gdLst/>
              <a:ahLst/>
              <a:cxnLst/>
              <a:rect l="0" t="0" r="0" b="0"/>
              <a:pathLst>
                <a:path w="39045" h="15686">
                  <a:moveTo>
                    <a:pt x="39045" y="0"/>
                  </a:moveTo>
                  <a:lnTo>
                    <a:pt x="0" y="1568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4" name="Candidate_receptor__3413">
              <a:extLst>
                <a:ext uri="{FF2B5EF4-FFF2-40B4-BE49-F238E27FC236}">
                  <a16:creationId xmlns:a16="http://schemas.microsoft.com/office/drawing/2014/main" id="{B3B60B48-8A9C-40A1-3295-55BBFD3B2406}"/>
                </a:ext>
              </a:extLst>
            </p:cNvPr>
            <p:cNvSpPr>
              <a:spLocks noGrp="1"/>
            </p:cNvSpPr>
            <p:nvPr/>
          </p:nvSpPr>
          <p:spPr>
            <a:xfrm>
              <a:off x="5868150" y="3387517"/>
              <a:ext cx="89437" cy="3963"/>
            </a:xfrm>
            <a:custGeom>
              <a:avLst/>
              <a:gdLst/>
              <a:ahLst/>
              <a:cxnLst/>
              <a:rect l="0" t="0" r="0" b="0"/>
              <a:pathLst>
                <a:path w="89437" h="3963">
                  <a:moveTo>
                    <a:pt x="89437" y="0"/>
                  </a:moveTo>
                  <a:lnTo>
                    <a:pt x="0" y="396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5" name="Candidate_receptor__3414">
              <a:extLst>
                <a:ext uri="{FF2B5EF4-FFF2-40B4-BE49-F238E27FC236}">
                  <a16:creationId xmlns:a16="http://schemas.microsoft.com/office/drawing/2014/main" id="{37701B28-0D44-40DA-A63E-87211DBD0DD6}"/>
                </a:ext>
              </a:extLst>
            </p:cNvPr>
            <p:cNvSpPr>
              <a:spLocks noGrp="1"/>
            </p:cNvSpPr>
            <p:nvPr/>
          </p:nvSpPr>
          <p:spPr>
            <a:xfrm>
              <a:off x="4842493" y="2525937"/>
              <a:ext cx="63887" cy="28638"/>
            </a:xfrm>
            <a:custGeom>
              <a:avLst/>
              <a:gdLst/>
              <a:ahLst/>
              <a:cxnLst/>
              <a:rect l="0" t="0" r="0" b="0"/>
              <a:pathLst>
                <a:path w="63887" h="28638">
                  <a:moveTo>
                    <a:pt x="63887" y="0"/>
                  </a:moveTo>
                  <a:lnTo>
                    <a:pt x="0" y="2863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6" name="Candidate_receptor__3415">
              <a:extLst>
                <a:ext uri="{FF2B5EF4-FFF2-40B4-BE49-F238E27FC236}">
                  <a16:creationId xmlns:a16="http://schemas.microsoft.com/office/drawing/2014/main" id="{429C5C2A-4661-8B78-F530-075DDA5A2391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647279"/>
              <a:ext cx="25630" cy="92627"/>
            </a:xfrm>
            <a:custGeom>
              <a:avLst/>
              <a:gdLst/>
              <a:ahLst/>
              <a:cxnLst/>
              <a:rect l="0" t="0" r="0" b="0"/>
              <a:pathLst>
                <a:path w="25630" h="92627">
                  <a:moveTo>
                    <a:pt x="0" y="0"/>
                  </a:moveTo>
                  <a:lnTo>
                    <a:pt x="25630" y="9262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17" name="Candidate_receptor__3416">
              <a:extLst>
                <a:ext uri="{FF2B5EF4-FFF2-40B4-BE49-F238E27FC236}">
                  <a16:creationId xmlns:a16="http://schemas.microsoft.com/office/drawing/2014/main" id="{04449FA9-26DE-5217-FDFA-5C5C1BEE6208}"/>
                </a:ext>
              </a:extLst>
            </p:cNvPr>
            <p:cNvSpPr>
              <a:spLocks noGrp="1"/>
            </p:cNvSpPr>
            <p:nvPr/>
          </p:nvSpPr>
          <p:spPr>
            <a:xfrm>
              <a:off x="5710755" y="1987611"/>
              <a:ext cx="30781" cy="101484"/>
            </a:xfrm>
            <a:custGeom>
              <a:avLst/>
              <a:gdLst/>
              <a:ahLst/>
              <a:cxnLst/>
              <a:rect l="0" t="0" r="0" b="0"/>
              <a:pathLst>
                <a:path w="30781" h="101484">
                  <a:moveTo>
                    <a:pt x="30781" y="0"/>
                  </a:moveTo>
                  <a:lnTo>
                    <a:pt x="0" y="10148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8" name="Candidate_receptor__3417">
              <a:extLst>
                <a:ext uri="{FF2B5EF4-FFF2-40B4-BE49-F238E27FC236}">
                  <a16:creationId xmlns:a16="http://schemas.microsoft.com/office/drawing/2014/main" id="{27EC562C-6BD7-6291-C88D-604964D4F1D7}"/>
                </a:ext>
              </a:extLst>
            </p:cNvPr>
            <p:cNvSpPr>
              <a:spLocks noGrp="1"/>
            </p:cNvSpPr>
            <p:nvPr/>
          </p:nvSpPr>
          <p:spPr>
            <a:xfrm>
              <a:off x="4550634" y="2192218"/>
              <a:ext cx="96161" cy="60692"/>
            </a:xfrm>
            <a:custGeom>
              <a:avLst/>
              <a:gdLst/>
              <a:ahLst/>
              <a:cxnLst/>
              <a:rect l="0" t="0" r="0" b="0"/>
              <a:pathLst>
                <a:path w="96161" h="60692">
                  <a:moveTo>
                    <a:pt x="96161" y="0"/>
                  </a:moveTo>
                  <a:lnTo>
                    <a:pt x="0" y="606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9" name="Candidate_receptor__3418">
              <a:extLst>
                <a:ext uri="{FF2B5EF4-FFF2-40B4-BE49-F238E27FC236}">
                  <a16:creationId xmlns:a16="http://schemas.microsoft.com/office/drawing/2014/main" id="{7DFE1D10-D946-DC4A-BBB8-BA662D32CCBE}"/>
                </a:ext>
              </a:extLst>
            </p:cNvPr>
            <p:cNvSpPr>
              <a:spLocks noGrp="1"/>
            </p:cNvSpPr>
            <p:nvPr/>
          </p:nvSpPr>
          <p:spPr>
            <a:xfrm>
              <a:off x="5725331" y="3943007"/>
              <a:ext cx="28952" cy="30614"/>
            </a:xfrm>
            <a:custGeom>
              <a:avLst/>
              <a:gdLst/>
              <a:ahLst/>
              <a:cxnLst/>
              <a:rect l="0" t="0" r="0" b="0"/>
              <a:pathLst>
                <a:path w="28952" h="30614">
                  <a:moveTo>
                    <a:pt x="28952" y="306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0" name="Candidate_receptor__3419">
              <a:extLst>
                <a:ext uri="{FF2B5EF4-FFF2-40B4-BE49-F238E27FC236}">
                  <a16:creationId xmlns:a16="http://schemas.microsoft.com/office/drawing/2014/main" id="{122DF6FB-6793-B3B6-21B2-6EDE1047C8B6}"/>
                </a:ext>
              </a:extLst>
            </p:cNvPr>
            <p:cNvSpPr>
              <a:spLocks noGrp="1"/>
            </p:cNvSpPr>
            <p:nvPr/>
          </p:nvSpPr>
          <p:spPr>
            <a:xfrm>
              <a:off x="4662291" y="3639605"/>
              <a:ext cx="66183" cy="70776"/>
            </a:xfrm>
            <a:custGeom>
              <a:avLst/>
              <a:gdLst/>
              <a:ahLst/>
              <a:cxnLst/>
              <a:rect l="0" t="0" r="0" b="0"/>
              <a:pathLst>
                <a:path w="66183" h="70776">
                  <a:moveTo>
                    <a:pt x="66183" y="0"/>
                  </a:moveTo>
                  <a:lnTo>
                    <a:pt x="0" y="7077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1" name="Candidate_receptor__3420">
              <a:extLst>
                <a:ext uri="{FF2B5EF4-FFF2-40B4-BE49-F238E27FC236}">
                  <a16:creationId xmlns:a16="http://schemas.microsoft.com/office/drawing/2014/main" id="{82FC212F-42AE-736E-FE6F-7EED3ECA743A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26010"/>
              <a:ext cx="23962" cy="8569"/>
            </a:xfrm>
            <a:custGeom>
              <a:avLst/>
              <a:gdLst/>
              <a:ahLst/>
              <a:cxnLst/>
              <a:rect l="0" t="0" r="0" b="0"/>
              <a:pathLst>
                <a:path w="23962" h="8569">
                  <a:moveTo>
                    <a:pt x="0" y="8569"/>
                  </a:moveTo>
                  <a:lnTo>
                    <a:pt x="23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2" name="Candidate_receptor__3421">
              <a:extLst>
                <a:ext uri="{FF2B5EF4-FFF2-40B4-BE49-F238E27FC236}">
                  <a16:creationId xmlns:a16="http://schemas.microsoft.com/office/drawing/2014/main" id="{47CBDDB7-2E4A-D3D1-EEA0-1C44685CC8C7}"/>
                </a:ext>
              </a:extLst>
            </p:cNvPr>
            <p:cNvSpPr>
              <a:spLocks noGrp="1"/>
            </p:cNvSpPr>
            <p:nvPr/>
          </p:nvSpPr>
          <p:spPr>
            <a:xfrm>
              <a:off x="4890729" y="3528920"/>
              <a:ext cx="49318" cy="68742"/>
            </a:xfrm>
            <a:custGeom>
              <a:avLst/>
              <a:gdLst/>
              <a:ahLst/>
              <a:cxnLst/>
              <a:rect l="0" t="0" r="0" b="0"/>
              <a:pathLst>
                <a:path w="49318" h="68742">
                  <a:moveTo>
                    <a:pt x="0" y="68742"/>
                  </a:moveTo>
                  <a:lnTo>
                    <a:pt x="4931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3" name="Candidate_receptor__3422">
              <a:extLst>
                <a:ext uri="{FF2B5EF4-FFF2-40B4-BE49-F238E27FC236}">
                  <a16:creationId xmlns:a16="http://schemas.microsoft.com/office/drawing/2014/main" id="{4BC7327A-C201-F02A-CEF5-6D0F0733A0FE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15412" cy="101495"/>
            </a:xfrm>
            <a:custGeom>
              <a:avLst/>
              <a:gdLst/>
              <a:ahLst/>
              <a:cxnLst/>
              <a:rect l="0" t="0" r="0" b="0"/>
              <a:pathLst>
                <a:path w="15412" h="101495">
                  <a:moveTo>
                    <a:pt x="0" y="0"/>
                  </a:moveTo>
                  <a:lnTo>
                    <a:pt x="15412" y="10149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4" name="Candidate_receptor__3423">
              <a:extLst>
                <a:ext uri="{FF2B5EF4-FFF2-40B4-BE49-F238E27FC236}">
                  <a16:creationId xmlns:a16="http://schemas.microsoft.com/office/drawing/2014/main" id="{39B3B061-E7CC-7FF0-BEB5-0BE39B38E595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130899"/>
              <a:ext cx="67123" cy="92460"/>
            </a:xfrm>
            <a:custGeom>
              <a:avLst/>
              <a:gdLst/>
              <a:ahLst/>
              <a:cxnLst/>
              <a:rect l="0" t="0" r="0" b="0"/>
              <a:pathLst>
                <a:path w="67123" h="92460">
                  <a:moveTo>
                    <a:pt x="67123" y="0"/>
                  </a:moveTo>
                  <a:lnTo>
                    <a:pt x="0" y="9246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5" name="Candidate_receptor__3424">
              <a:extLst>
                <a:ext uri="{FF2B5EF4-FFF2-40B4-BE49-F238E27FC236}">
                  <a16:creationId xmlns:a16="http://schemas.microsoft.com/office/drawing/2014/main" id="{A35B8207-B28E-6914-843A-3C3059BA5F1D}"/>
                </a:ext>
              </a:extLst>
            </p:cNvPr>
            <p:cNvSpPr>
              <a:spLocks noGrp="1"/>
            </p:cNvSpPr>
            <p:nvPr/>
          </p:nvSpPr>
          <p:spPr>
            <a:xfrm>
              <a:off x="6154354" y="2337370"/>
              <a:ext cx="41214" cy="54328"/>
            </a:xfrm>
            <a:custGeom>
              <a:avLst/>
              <a:gdLst/>
              <a:ahLst/>
              <a:cxnLst/>
              <a:rect l="0" t="0" r="0" b="0"/>
              <a:pathLst>
                <a:path w="41214" h="54328">
                  <a:moveTo>
                    <a:pt x="0" y="0"/>
                  </a:moveTo>
                  <a:lnTo>
                    <a:pt x="41214" y="5432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6" name="Candidate_receptor__3425">
              <a:extLst>
                <a:ext uri="{FF2B5EF4-FFF2-40B4-BE49-F238E27FC236}">
                  <a16:creationId xmlns:a16="http://schemas.microsoft.com/office/drawing/2014/main" id="{B6CBDC3D-92AF-76C7-DA4F-1D435AD53096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1944" cy="81752"/>
            </a:xfrm>
            <a:custGeom>
              <a:avLst/>
              <a:gdLst/>
              <a:ahLst/>
              <a:cxnLst/>
              <a:rect l="0" t="0" r="0" b="0"/>
              <a:pathLst>
                <a:path w="1944" h="81752">
                  <a:moveTo>
                    <a:pt x="1944" y="817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7" name="Candidate_receptor__3426">
              <a:extLst>
                <a:ext uri="{FF2B5EF4-FFF2-40B4-BE49-F238E27FC236}">
                  <a16:creationId xmlns:a16="http://schemas.microsoft.com/office/drawing/2014/main" id="{3DEC47ED-4725-E683-C570-14D21782494D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3003342"/>
              <a:ext cx="28217" cy="110740"/>
            </a:xfrm>
            <a:custGeom>
              <a:avLst/>
              <a:gdLst/>
              <a:ahLst/>
              <a:cxnLst/>
              <a:rect l="0" t="0" r="0" b="0"/>
              <a:pathLst>
                <a:path w="28217" h="110740">
                  <a:moveTo>
                    <a:pt x="0" y="0"/>
                  </a:moveTo>
                  <a:lnTo>
                    <a:pt x="28217" y="1107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8" name="Candidate_receptor__3427">
              <a:extLst>
                <a:ext uri="{FF2B5EF4-FFF2-40B4-BE49-F238E27FC236}">
                  <a16:creationId xmlns:a16="http://schemas.microsoft.com/office/drawing/2014/main" id="{04223F1A-BB48-D223-FC5A-3F549213D0A4}"/>
                </a:ext>
              </a:extLst>
            </p:cNvPr>
            <p:cNvSpPr>
              <a:spLocks noGrp="1"/>
            </p:cNvSpPr>
            <p:nvPr/>
          </p:nvSpPr>
          <p:spPr>
            <a:xfrm>
              <a:off x="4900866" y="3799249"/>
              <a:ext cx="74984" cy="47705"/>
            </a:xfrm>
            <a:custGeom>
              <a:avLst/>
              <a:gdLst/>
              <a:ahLst/>
              <a:cxnLst/>
              <a:rect l="0" t="0" r="0" b="0"/>
              <a:pathLst>
                <a:path w="74984" h="47705">
                  <a:moveTo>
                    <a:pt x="0" y="0"/>
                  </a:moveTo>
                  <a:lnTo>
                    <a:pt x="74984" y="477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9" name="Candidate_receptor__3428">
              <a:extLst>
                <a:ext uri="{FF2B5EF4-FFF2-40B4-BE49-F238E27FC236}">
                  <a16:creationId xmlns:a16="http://schemas.microsoft.com/office/drawing/2014/main" id="{C379BBDB-CA2A-E7C9-99BB-485AF9ED6959}"/>
                </a:ext>
              </a:extLst>
            </p:cNvPr>
            <p:cNvSpPr>
              <a:spLocks noGrp="1"/>
            </p:cNvSpPr>
            <p:nvPr/>
          </p:nvSpPr>
          <p:spPr>
            <a:xfrm>
              <a:off x="5741535" y="1968441"/>
              <a:ext cx="110500" cy="19170"/>
            </a:xfrm>
            <a:custGeom>
              <a:avLst/>
              <a:gdLst/>
              <a:ahLst/>
              <a:cxnLst/>
              <a:rect l="0" t="0" r="0" b="0"/>
              <a:pathLst>
                <a:path w="110500" h="19170">
                  <a:moveTo>
                    <a:pt x="110500" y="0"/>
                  </a:moveTo>
                  <a:lnTo>
                    <a:pt x="0" y="191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0" name="Candidate_receptor__3429">
              <a:extLst>
                <a:ext uri="{FF2B5EF4-FFF2-40B4-BE49-F238E27FC236}">
                  <a16:creationId xmlns:a16="http://schemas.microsoft.com/office/drawing/2014/main" id="{35918D04-7FBA-2C30-994F-FD1F4E95DE30}"/>
                </a:ext>
              </a:extLst>
            </p:cNvPr>
            <p:cNvSpPr>
              <a:spLocks noGrp="1"/>
            </p:cNvSpPr>
            <p:nvPr/>
          </p:nvSpPr>
          <p:spPr>
            <a:xfrm>
              <a:off x="5720175" y="2345083"/>
              <a:ext cx="81965" cy="79166"/>
            </a:xfrm>
            <a:custGeom>
              <a:avLst/>
              <a:gdLst/>
              <a:ahLst/>
              <a:cxnLst/>
              <a:rect l="0" t="0" r="0" b="0"/>
              <a:pathLst>
                <a:path w="81965" h="79166">
                  <a:moveTo>
                    <a:pt x="0" y="0"/>
                  </a:moveTo>
                  <a:lnTo>
                    <a:pt x="81965" y="7916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1" name="Candidate_receptor__3430">
              <a:extLst>
                <a:ext uri="{FF2B5EF4-FFF2-40B4-BE49-F238E27FC236}">
                  <a16:creationId xmlns:a16="http://schemas.microsoft.com/office/drawing/2014/main" id="{B8809D78-41BA-5415-8140-5D787E177310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596149"/>
              <a:ext cx="95512" cy="51130"/>
            </a:xfrm>
            <a:custGeom>
              <a:avLst/>
              <a:gdLst/>
              <a:ahLst/>
              <a:cxnLst/>
              <a:rect l="0" t="0" r="0" b="0"/>
              <a:pathLst>
                <a:path w="95512" h="51130">
                  <a:moveTo>
                    <a:pt x="95512" y="0"/>
                  </a:moveTo>
                  <a:lnTo>
                    <a:pt x="0" y="5113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2" name="Candidate_receptor__3431">
              <a:extLst>
                <a:ext uri="{FF2B5EF4-FFF2-40B4-BE49-F238E27FC236}">
                  <a16:creationId xmlns:a16="http://schemas.microsoft.com/office/drawing/2014/main" id="{8EB1750D-623F-24C0-E3DF-9E5727EB2436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6140"/>
              <a:ext cx="59175" cy="59452"/>
            </a:xfrm>
            <a:custGeom>
              <a:avLst/>
              <a:gdLst/>
              <a:ahLst/>
              <a:cxnLst/>
              <a:rect l="0" t="0" r="0" b="0"/>
              <a:pathLst>
                <a:path w="59175" h="59452">
                  <a:moveTo>
                    <a:pt x="59175" y="0"/>
                  </a:moveTo>
                  <a:lnTo>
                    <a:pt x="0" y="5945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3" name="Candidate_receptor__3432">
              <a:extLst>
                <a:ext uri="{FF2B5EF4-FFF2-40B4-BE49-F238E27FC236}">
                  <a16:creationId xmlns:a16="http://schemas.microsoft.com/office/drawing/2014/main" id="{C794C3DD-EF42-621C-BED2-ED6F96AE3982}"/>
                </a:ext>
              </a:extLst>
            </p:cNvPr>
            <p:cNvSpPr>
              <a:spLocks noGrp="1"/>
            </p:cNvSpPr>
            <p:nvPr/>
          </p:nvSpPr>
          <p:spPr>
            <a:xfrm>
              <a:off x="4338739" y="2538071"/>
              <a:ext cx="5070" cy="71825"/>
            </a:xfrm>
            <a:custGeom>
              <a:avLst/>
              <a:gdLst/>
              <a:ahLst/>
              <a:cxnLst/>
              <a:rect l="0" t="0" r="0" b="0"/>
              <a:pathLst>
                <a:path w="5070" h="71825">
                  <a:moveTo>
                    <a:pt x="5070" y="71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4" name="Candidate_receptor__3433">
              <a:extLst>
                <a:ext uri="{FF2B5EF4-FFF2-40B4-BE49-F238E27FC236}">
                  <a16:creationId xmlns:a16="http://schemas.microsoft.com/office/drawing/2014/main" id="{D7C8D232-7AC7-CB33-56E7-9E0D9D0EA4FE}"/>
                </a:ext>
              </a:extLst>
            </p:cNvPr>
            <p:cNvSpPr>
              <a:spLocks noGrp="1"/>
            </p:cNvSpPr>
            <p:nvPr/>
          </p:nvSpPr>
          <p:spPr>
            <a:xfrm>
              <a:off x="5957587" y="3387517"/>
              <a:ext cx="28625" cy="105851"/>
            </a:xfrm>
            <a:custGeom>
              <a:avLst/>
              <a:gdLst/>
              <a:ahLst/>
              <a:cxnLst/>
              <a:rect l="0" t="0" r="0" b="0"/>
              <a:pathLst>
                <a:path w="28625" h="105851">
                  <a:moveTo>
                    <a:pt x="28625" y="105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5" name="Candidate_receptor__3434">
              <a:extLst>
                <a:ext uri="{FF2B5EF4-FFF2-40B4-BE49-F238E27FC236}">
                  <a16:creationId xmlns:a16="http://schemas.microsoft.com/office/drawing/2014/main" id="{AFF8450D-52A6-535C-A3F1-C275090198E0}"/>
                </a:ext>
              </a:extLst>
            </p:cNvPr>
            <p:cNvSpPr>
              <a:spLocks noGrp="1"/>
            </p:cNvSpPr>
            <p:nvPr/>
          </p:nvSpPr>
          <p:spPr>
            <a:xfrm>
              <a:off x="5069330" y="3451199"/>
              <a:ext cx="17033" cy="102637"/>
            </a:xfrm>
            <a:custGeom>
              <a:avLst/>
              <a:gdLst/>
              <a:ahLst/>
              <a:cxnLst/>
              <a:rect l="0" t="0" r="0" b="0"/>
              <a:pathLst>
                <a:path w="17033" h="102637">
                  <a:moveTo>
                    <a:pt x="0" y="102637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6" name="Candidate_receptor__3435">
              <a:extLst>
                <a:ext uri="{FF2B5EF4-FFF2-40B4-BE49-F238E27FC236}">
                  <a16:creationId xmlns:a16="http://schemas.microsoft.com/office/drawing/2014/main" id="{A02F21B1-99A9-8A48-EFFD-D2E7FA070A73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550218"/>
              <a:ext cx="62466" cy="84997"/>
            </a:xfrm>
            <a:custGeom>
              <a:avLst/>
              <a:gdLst/>
              <a:ahLst/>
              <a:cxnLst/>
              <a:rect l="0" t="0" r="0" b="0"/>
              <a:pathLst>
                <a:path w="62466" h="84997">
                  <a:moveTo>
                    <a:pt x="0" y="84997"/>
                  </a:moveTo>
                  <a:lnTo>
                    <a:pt x="62466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7" name="Candidate_receptor__3436">
              <a:extLst>
                <a:ext uri="{FF2B5EF4-FFF2-40B4-BE49-F238E27FC236}">
                  <a16:creationId xmlns:a16="http://schemas.microsoft.com/office/drawing/2014/main" id="{0F20016F-1182-8359-CD8D-59F7358660F7}"/>
                </a:ext>
              </a:extLst>
            </p:cNvPr>
            <p:cNvSpPr>
              <a:spLocks noGrp="1"/>
            </p:cNvSpPr>
            <p:nvPr/>
          </p:nvSpPr>
          <p:spPr>
            <a:xfrm>
              <a:off x="4232067" y="3675614"/>
              <a:ext cx="93246" cy="27550"/>
            </a:xfrm>
            <a:custGeom>
              <a:avLst/>
              <a:gdLst/>
              <a:ahLst/>
              <a:cxnLst/>
              <a:rect l="0" t="0" r="0" b="0"/>
              <a:pathLst>
                <a:path w="93246" h="27550">
                  <a:moveTo>
                    <a:pt x="93246" y="0"/>
                  </a:moveTo>
                  <a:lnTo>
                    <a:pt x="0" y="275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8" name="Candidate_receptor__3437">
              <a:extLst>
                <a:ext uri="{FF2B5EF4-FFF2-40B4-BE49-F238E27FC236}">
                  <a16:creationId xmlns:a16="http://schemas.microsoft.com/office/drawing/2014/main" id="{B3737123-D592-56DB-9AE3-6CEF756CCA41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18152"/>
              <a:ext cx="48390" cy="4119"/>
            </a:xfrm>
            <a:custGeom>
              <a:avLst/>
              <a:gdLst/>
              <a:ahLst/>
              <a:cxnLst/>
              <a:rect l="0" t="0" r="0" b="0"/>
              <a:pathLst>
                <a:path w="48390" h="4119">
                  <a:moveTo>
                    <a:pt x="0" y="4119"/>
                  </a:moveTo>
                  <a:lnTo>
                    <a:pt x="4839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9" name="Candidate_receptor__3438">
              <a:extLst>
                <a:ext uri="{FF2B5EF4-FFF2-40B4-BE49-F238E27FC236}">
                  <a16:creationId xmlns:a16="http://schemas.microsoft.com/office/drawing/2014/main" id="{9D863245-8142-0737-918C-83D885A6FCCC}"/>
                </a:ext>
              </a:extLst>
            </p:cNvPr>
            <p:cNvSpPr>
              <a:spLocks noGrp="1"/>
            </p:cNvSpPr>
            <p:nvPr/>
          </p:nvSpPr>
          <p:spPr>
            <a:xfrm>
              <a:off x="3736127" y="3116210"/>
              <a:ext cx="23610" cy="99536"/>
            </a:xfrm>
            <a:custGeom>
              <a:avLst/>
              <a:gdLst/>
              <a:ahLst/>
              <a:cxnLst/>
              <a:rect l="0" t="0" r="0" b="0"/>
              <a:pathLst>
                <a:path w="23610" h="99536">
                  <a:moveTo>
                    <a:pt x="23610" y="995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0" name="Candidate_receptor__3439">
              <a:extLst>
                <a:ext uri="{FF2B5EF4-FFF2-40B4-BE49-F238E27FC236}">
                  <a16:creationId xmlns:a16="http://schemas.microsoft.com/office/drawing/2014/main" id="{61FFF6A1-96D0-FCF3-251C-2526AED6C112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10710" cy="23510"/>
            </a:xfrm>
            <a:custGeom>
              <a:avLst/>
              <a:gdLst/>
              <a:ahLst/>
              <a:cxnLst/>
              <a:rect l="0" t="0" r="0" b="0"/>
              <a:pathLst>
                <a:path w="10710" h="23510">
                  <a:moveTo>
                    <a:pt x="10710" y="235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1" name="Candidate_receptor__3440">
              <a:extLst>
                <a:ext uri="{FF2B5EF4-FFF2-40B4-BE49-F238E27FC236}">
                  <a16:creationId xmlns:a16="http://schemas.microsoft.com/office/drawing/2014/main" id="{07A8806F-3693-6E0A-F59B-67C3A2241923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71587"/>
              <a:ext cx="13453" cy="111816"/>
            </a:xfrm>
            <a:custGeom>
              <a:avLst/>
              <a:gdLst/>
              <a:ahLst/>
              <a:cxnLst/>
              <a:rect l="0" t="0" r="0" b="0"/>
              <a:pathLst>
                <a:path w="13453" h="111816">
                  <a:moveTo>
                    <a:pt x="13453" y="1118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2" name="Candidate_receptor__3441">
              <a:extLst>
                <a:ext uri="{FF2B5EF4-FFF2-40B4-BE49-F238E27FC236}">
                  <a16:creationId xmlns:a16="http://schemas.microsoft.com/office/drawing/2014/main" id="{0D26339D-A5BE-786A-89F1-A9E3894564D0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23745" cy="57544"/>
            </a:xfrm>
            <a:custGeom>
              <a:avLst/>
              <a:gdLst/>
              <a:ahLst/>
              <a:cxnLst/>
              <a:rect l="0" t="0" r="0" b="0"/>
              <a:pathLst>
                <a:path w="23745" h="57544">
                  <a:moveTo>
                    <a:pt x="0" y="0"/>
                  </a:moveTo>
                  <a:lnTo>
                    <a:pt x="23745" y="57544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3" name="Candidate_receptor__3442">
              <a:extLst>
                <a:ext uri="{FF2B5EF4-FFF2-40B4-BE49-F238E27FC236}">
                  <a16:creationId xmlns:a16="http://schemas.microsoft.com/office/drawing/2014/main" id="{53FA9959-58F1-CFC8-8D45-B7993EA3460A}"/>
                </a:ext>
              </a:extLst>
            </p:cNvPr>
            <p:cNvSpPr>
              <a:spLocks noGrp="1"/>
            </p:cNvSpPr>
            <p:nvPr/>
          </p:nvSpPr>
          <p:spPr>
            <a:xfrm>
              <a:off x="4672762" y="2525309"/>
              <a:ext cx="57796" cy="70840"/>
            </a:xfrm>
            <a:custGeom>
              <a:avLst/>
              <a:gdLst/>
              <a:ahLst/>
              <a:cxnLst/>
              <a:rect l="0" t="0" r="0" b="0"/>
              <a:pathLst>
                <a:path w="57796" h="70840">
                  <a:moveTo>
                    <a:pt x="57796" y="0"/>
                  </a:moveTo>
                  <a:lnTo>
                    <a:pt x="0" y="708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4" name="Candidate_receptor__3443">
              <a:extLst>
                <a:ext uri="{FF2B5EF4-FFF2-40B4-BE49-F238E27FC236}">
                  <a16:creationId xmlns:a16="http://schemas.microsoft.com/office/drawing/2014/main" id="{B97922ED-7D09-4ADD-1096-6EB026D9E1D5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721945"/>
              <a:ext cx="43446" cy="106194"/>
            </a:xfrm>
            <a:custGeom>
              <a:avLst/>
              <a:gdLst/>
              <a:ahLst/>
              <a:cxnLst/>
              <a:rect l="0" t="0" r="0" b="0"/>
              <a:pathLst>
                <a:path w="43446" h="106194">
                  <a:moveTo>
                    <a:pt x="0" y="0"/>
                  </a:moveTo>
                  <a:lnTo>
                    <a:pt x="43446" y="10619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5" name="Candidate_receptor__3444">
              <a:extLst>
                <a:ext uri="{FF2B5EF4-FFF2-40B4-BE49-F238E27FC236}">
                  <a16:creationId xmlns:a16="http://schemas.microsoft.com/office/drawing/2014/main" id="{FB4AB2F9-0B18-69A3-5F2F-11D7E2188509}"/>
                </a:ext>
              </a:extLst>
            </p:cNvPr>
            <p:cNvSpPr>
              <a:spLocks noGrp="1"/>
            </p:cNvSpPr>
            <p:nvPr/>
          </p:nvSpPr>
          <p:spPr>
            <a:xfrm>
              <a:off x="4191390" y="3703163"/>
              <a:ext cx="40677" cy="69853"/>
            </a:xfrm>
            <a:custGeom>
              <a:avLst/>
              <a:gdLst/>
              <a:ahLst/>
              <a:cxnLst/>
              <a:rect l="0" t="0" r="0" b="0"/>
              <a:pathLst>
                <a:path w="40677" h="69853">
                  <a:moveTo>
                    <a:pt x="40677" y="0"/>
                  </a:moveTo>
                  <a:lnTo>
                    <a:pt x="0" y="69853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6" name="Candidate_receptor__3445">
              <a:extLst>
                <a:ext uri="{FF2B5EF4-FFF2-40B4-BE49-F238E27FC236}">
                  <a16:creationId xmlns:a16="http://schemas.microsoft.com/office/drawing/2014/main" id="{753CA75F-99D8-F2D9-4536-383DA0FEE282}"/>
                </a:ext>
              </a:extLst>
            </p:cNvPr>
            <p:cNvSpPr>
              <a:spLocks noGrp="1"/>
            </p:cNvSpPr>
            <p:nvPr/>
          </p:nvSpPr>
          <p:spPr>
            <a:xfrm>
              <a:off x="5852035" y="1900237"/>
              <a:ext cx="65685" cy="68204"/>
            </a:xfrm>
            <a:custGeom>
              <a:avLst/>
              <a:gdLst/>
              <a:ahLst/>
              <a:cxnLst/>
              <a:rect l="0" t="0" r="0" b="0"/>
              <a:pathLst>
                <a:path w="65685" h="68204">
                  <a:moveTo>
                    <a:pt x="65685" y="0"/>
                  </a:moveTo>
                  <a:lnTo>
                    <a:pt x="0" y="6820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7" name="Candidate_receptor__3446">
              <a:extLst>
                <a:ext uri="{FF2B5EF4-FFF2-40B4-BE49-F238E27FC236}">
                  <a16:creationId xmlns:a16="http://schemas.microsoft.com/office/drawing/2014/main" id="{0D438AE2-272B-48EE-13A3-F957DCADC6B4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2901352"/>
              <a:ext cx="49962" cy="101521"/>
            </a:xfrm>
            <a:custGeom>
              <a:avLst/>
              <a:gdLst/>
              <a:ahLst/>
              <a:cxnLst/>
              <a:rect l="0" t="0" r="0" b="0"/>
              <a:pathLst>
                <a:path w="49962" h="101521">
                  <a:moveTo>
                    <a:pt x="0" y="101521"/>
                  </a:moveTo>
                  <a:lnTo>
                    <a:pt x="49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8" name="Candidate_receptor__3447">
              <a:extLst>
                <a:ext uri="{FF2B5EF4-FFF2-40B4-BE49-F238E27FC236}">
                  <a16:creationId xmlns:a16="http://schemas.microsoft.com/office/drawing/2014/main" id="{09919455-24BC-C3F1-DC15-F97087AD3688}"/>
                </a:ext>
              </a:extLst>
            </p:cNvPr>
            <p:cNvSpPr>
              <a:spLocks noGrp="1"/>
            </p:cNvSpPr>
            <p:nvPr/>
          </p:nvSpPr>
          <p:spPr>
            <a:xfrm>
              <a:off x="5710326" y="2977778"/>
              <a:ext cx="5665" cy="50470"/>
            </a:xfrm>
            <a:custGeom>
              <a:avLst/>
              <a:gdLst/>
              <a:ahLst/>
              <a:cxnLst/>
              <a:rect l="0" t="0" r="0" b="0"/>
              <a:pathLst>
                <a:path w="5665" h="50470">
                  <a:moveTo>
                    <a:pt x="5665" y="0"/>
                  </a:moveTo>
                  <a:lnTo>
                    <a:pt x="0" y="504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9" name="Candidate_receptor__3448">
              <a:extLst>
                <a:ext uri="{FF2B5EF4-FFF2-40B4-BE49-F238E27FC236}">
                  <a16:creationId xmlns:a16="http://schemas.microsoft.com/office/drawing/2014/main" id="{1DEC5FE5-AC9F-9326-52AC-CC30CC3058A7}"/>
                </a:ext>
              </a:extLst>
            </p:cNvPr>
            <p:cNvSpPr>
              <a:spLocks noGrp="1"/>
            </p:cNvSpPr>
            <p:nvPr/>
          </p:nvSpPr>
          <p:spPr>
            <a:xfrm>
              <a:off x="4979862" y="2174503"/>
              <a:ext cx="83147" cy="70388"/>
            </a:xfrm>
            <a:custGeom>
              <a:avLst/>
              <a:gdLst/>
              <a:ahLst/>
              <a:cxnLst/>
              <a:rect l="0" t="0" r="0" b="0"/>
              <a:pathLst>
                <a:path w="83147" h="70388">
                  <a:moveTo>
                    <a:pt x="0" y="70388"/>
                  </a:moveTo>
                  <a:lnTo>
                    <a:pt x="83147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0" name="Candidate_receptor__3449">
              <a:extLst>
                <a:ext uri="{FF2B5EF4-FFF2-40B4-BE49-F238E27FC236}">
                  <a16:creationId xmlns:a16="http://schemas.microsoft.com/office/drawing/2014/main" id="{6B40F6B8-C02B-6EF5-2AA6-195AB6607C6E}"/>
                </a:ext>
              </a:extLst>
            </p:cNvPr>
            <p:cNvSpPr>
              <a:spLocks noGrp="1"/>
            </p:cNvSpPr>
            <p:nvPr/>
          </p:nvSpPr>
          <p:spPr>
            <a:xfrm>
              <a:off x="4914033" y="2082670"/>
              <a:ext cx="6703" cy="51221"/>
            </a:xfrm>
            <a:custGeom>
              <a:avLst/>
              <a:gdLst/>
              <a:ahLst/>
              <a:cxnLst/>
              <a:rect l="0" t="0" r="0" b="0"/>
              <a:pathLst>
                <a:path w="6703" h="51221">
                  <a:moveTo>
                    <a:pt x="0" y="0"/>
                  </a:moveTo>
                  <a:lnTo>
                    <a:pt x="6703" y="5122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1" name="Candidate_receptor__3450">
              <a:extLst>
                <a:ext uri="{FF2B5EF4-FFF2-40B4-BE49-F238E27FC236}">
                  <a16:creationId xmlns:a16="http://schemas.microsoft.com/office/drawing/2014/main" id="{4BA295CE-8B86-8A5F-650A-3D6B605D2A6D}"/>
                </a:ext>
              </a:extLst>
            </p:cNvPr>
            <p:cNvSpPr>
              <a:spLocks noGrp="1"/>
            </p:cNvSpPr>
            <p:nvPr/>
          </p:nvSpPr>
          <p:spPr>
            <a:xfrm>
              <a:off x="5245405" y="2856645"/>
              <a:ext cx="111154" cy="13892"/>
            </a:xfrm>
            <a:custGeom>
              <a:avLst/>
              <a:gdLst/>
              <a:ahLst/>
              <a:cxnLst/>
              <a:rect l="0" t="0" r="0" b="0"/>
              <a:pathLst>
                <a:path w="111154" h="13892">
                  <a:moveTo>
                    <a:pt x="0" y="0"/>
                  </a:moveTo>
                  <a:lnTo>
                    <a:pt x="111154" y="1389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2" name="Candidate_receptor__3451">
              <a:extLst>
                <a:ext uri="{FF2B5EF4-FFF2-40B4-BE49-F238E27FC236}">
                  <a16:creationId xmlns:a16="http://schemas.microsoft.com/office/drawing/2014/main" id="{0769D785-8658-739F-6F65-F33B6340A841}"/>
                </a:ext>
              </a:extLst>
            </p:cNvPr>
            <p:cNvSpPr>
              <a:spLocks noGrp="1"/>
            </p:cNvSpPr>
            <p:nvPr/>
          </p:nvSpPr>
          <p:spPr>
            <a:xfrm>
              <a:off x="4906380" y="2525937"/>
              <a:ext cx="64680" cy="93945"/>
            </a:xfrm>
            <a:custGeom>
              <a:avLst/>
              <a:gdLst/>
              <a:ahLst/>
              <a:cxnLst/>
              <a:rect l="0" t="0" r="0" b="0"/>
              <a:pathLst>
                <a:path w="64680" h="93945">
                  <a:moveTo>
                    <a:pt x="64680" y="939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3" name="Candidate_receptor__3452">
              <a:extLst>
                <a:ext uri="{FF2B5EF4-FFF2-40B4-BE49-F238E27FC236}">
                  <a16:creationId xmlns:a16="http://schemas.microsoft.com/office/drawing/2014/main" id="{2613CAAF-A08B-F7E7-9089-819E91AA76B7}"/>
                </a:ext>
              </a:extLst>
            </p:cNvPr>
            <p:cNvSpPr>
              <a:spLocks noGrp="1"/>
            </p:cNvSpPr>
            <p:nvPr/>
          </p:nvSpPr>
          <p:spPr>
            <a:xfrm>
              <a:off x="4699335" y="3182597"/>
              <a:ext cx="80649" cy="80415"/>
            </a:xfrm>
            <a:custGeom>
              <a:avLst/>
              <a:gdLst/>
              <a:ahLst/>
              <a:cxnLst/>
              <a:rect l="0" t="0" r="0" b="0"/>
              <a:pathLst>
                <a:path w="80649" h="80415">
                  <a:moveTo>
                    <a:pt x="0" y="0"/>
                  </a:moveTo>
                  <a:lnTo>
                    <a:pt x="80649" y="8041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4" name="Candidate_receptor__3453">
              <a:extLst>
                <a:ext uri="{FF2B5EF4-FFF2-40B4-BE49-F238E27FC236}">
                  <a16:creationId xmlns:a16="http://schemas.microsoft.com/office/drawing/2014/main" id="{D3764286-29A0-289D-62F5-B3B28A8697BE}"/>
                </a:ext>
              </a:extLst>
            </p:cNvPr>
            <p:cNvSpPr>
              <a:spLocks noGrp="1"/>
            </p:cNvSpPr>
            <p:nvPr/>
          </p:nvSpPr>
          <p:spPr>
            <a:xfrm>
              <a:off x="5917721" y="1824820"/>
              <a:ext cx="67913" cy="75417"/>
            </a:xfrm>
            <a:custGeom>
              <a:avLst/>
              <a:gdLst/>
              <a:ahLst/>
              <a:cxnLst/>
              <a:rect l="0" t="0" r="0" b="0"/>
              <a:pathLst>
                <a:path w="67913" h="75417">
                  <a:moveTo>
                    <a:pt x="67913" y="0"/>
                  </a:moveTo>
                  <a:lnTo>
                    <a:pt x="0" y="7541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5" name="Candidate_receptor__3454">
              <a:extLst>
                <a:ext uri="{FF2B5EF4-FFF2-40B4-BE49-F238E27FC236}">
                  <a16:creationId xmlns:a16="http://schemas.microsoft.com/office/drawing/2014/main" id="{4786FB72-3B72-8A84-219E-3211AC1C9CC2}"/>
                </a:ext>
              </a:extLst>
            </p:cNvPr>
            <p:cNvSpPr>
              <a:spLocks noGrp="1"/>
            </p:cNvSpPr>
            <p:nvPr/>
          </p:nvSpPr>
          <p:spPr>
            <a:xfrm>
              <a:off x="4547771" y="3583724"/>
              <a:ext cx="19062" cy="78988"/>
            </a:xfrm>
            <a:custGeom>
              <a:avLst/>
              <a:gdLst/>
              <a:ahLst/>
              <a:cxnLst/>
              <a:rect l="0" t="0" r="0" b="0"/>
              <a:pathLst>
                <a:path w="19062" h="78988">
                  <a:moveTo>
                    <a:pt x="19062" y="789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6" name="Candidate_receptor__3455">
              <a:extLst>
                <a:ext uri="{FF2B5EF4-FFF2-40B4-BE49-F238E27FC236}">
                  <a16:creationId xmlns:a16="http://schemas.microsoft.com/office/drawing/2014/main" id="{8A9E685C-2495-7AB0-F015-35C107133CA3}"/>
                </a:ext>
              </a:extLst>
            </p:cNvPr>
            <p:cNvSpPr>
              <a:spLocks noGrp="1"/>
            </p:cNvSpPr>
            <p:nvPr/>
          </p:nvSpPr>
          <p:spPr>
            <a:xfrm>
              <a:off x="4646795" y="2192218"/>
              <a:ext cx="86887" cy="48962"/>
            </a:xfrm>
            <a:custGeom>
              <a:avLst/>
              <a:gdLst/>
              <a:ahLst/>
              <a:cxnLst/>
              <a:rect l="0" t="0" r="0" b="0"/>
              <a:pathLst>
                <a:path w="86887" h="48962">
                  <a:moveTo>
                    <a:pt x="86887" y="4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7" name="Candidate_receptor__3456">
              <a:extLst>
                <a:ext uri="{FF2B5EF4-FFF2-40B4-BE49-F238E27FC236}">
                  <a16:creationId xmlns:a16="http://schemas.microsoft.com/office/drawing/2014/main" id="{5C0E057F-92DD-C629-9E56-38EF70B7365E}"/>
                </a:ext>
              </a:extLst>
            </p:cNvPr>
            <p:cNvSpPr>
              <a:spLocks noGrp="1"/>
            </p:cNvSpPr>
            <p:nvPr/>
          </p:nvSpPr>
          <p:spPr>
            <a:xfrm>
              <a:off x="5480745" y="2776611"/>
              <a:ext cx="82989" cy="9768"/>
            </a:xfrm>
            <a:custGeom>
              <a:avLst/>
              <a:gdLst/>
              <a:ahLst/>
              <a:cxnLst/>
              <a:rect l="0" t="0" r="0" b="0"/>
              <a:pathLst>
                <a:path w="82989" h="9768">
                  <a:moveTo>
                    <a:pt x="82989" y="97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8" name="Candidate_receptor__3457">
              <a:extLst>
                <a:ext uri="{FF2B5EF4-FFF2-40B4-BE49-F238E27FC236}">
                  <a16:creationId xmlns:a16="http://schemas.microsoft.com/office/drawing/2014/main" id="{3A111DCB-AC89-0B58-C8D7-736405D28299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20854"/>
              <a:ext cx="19074" cy="76278"/>
            </a:xfrm>
            <a:custGeom>
              <a:avLst/>
              <a:gdLst/>
              <a:ahLst/>
              <a:cxnLst/>
              <a:rect l="0" t="0" r="0" b="0"/>
              <a:pathLst>
                <a:path w="19074" h="76278">
                  <a:moveTo>
                    <a:pt x="19074" y="0"/>
                  </a:moveTo>
                  <a:lnTo>
                    <a:pt x="0" y="7627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9" name="Candidate_receptor__3458">
              <a:extLst>
                <a:ext uri="{FF2B5EF4-FFF2-40B4-BE49-F238E27FC236}">
                  <a16:creationId xmlns:a16="http://schemas.microsoft.com/office/drawing/2014/main" id="{F3F8E4B3-122F-060E-DB6B-00E70C6B63F6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202679"/>
              <a:ext cx="51924" cy="3165"/>
            </a:xfrm>
            <a:custGeom>
              <a:avLst/>
              <a:gdLst/>
              <a:ahLst/>
              <a:cxnLst/>
              <a:rect l="0" t="0" r="0" b="0"/>
              <a:pathLst>
                <a:path w="51924" h="3165">
                  <a:moveTo>
                    <a:pt x="0" y="0"/>
                  </a:moveTo>
                  <a:lnTo>
                    <a:pt x="51924" y="31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0" name="Candidate_receptor__3459">
              <a:extLst>
                <a:ext uri="{FF2B5EF4-FFF2-40B4-BE49-F238E27FC236}">
                  <a16:creationId xmlns:a16="http://schemas.microsoft.com/office/drawing/2014/main" id="{83696A26-9484-4329-BEC0-8AA701277D0B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398420"/>
              <a:ext cx="23100" cy="112955"/>
            </a:xfrm>
            <a:custGeom>
              <a:avLst/>
              <a:gdLst/>
              <a:ahLst/>
              <a:cxnLst/>
              <a:rect l="0" t="0" r="0" b="0"/>
              <a:pathLst>
                <a:path w="23100" h="112955">
                  <a:moveTo>
                    <a:pt x="0" y="112955"/>
                  </a:moveTo>
                  <a:lnTo>
                    <a:pt x="2310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1" name="Candidate_receptor__3460">
              <a:extLst>
                <a:ext uri="{FF2B5EF4-FFF2-40B4-BE49-F238E27FC236}">
                  <a16:creationId xmlns:a16="http://schemas.microsoft.com/office/drawing/2014/main" id="{B9C08482-9AF2-98DD-B683-738BE8CE3D7C}"/>
                </a:ext>
              </a:extLst>
            </p:cNvPr>
            <p:cNvSpPr>
              <a:spLocks noGrp="1"/>
            </p:cNvSpPr>
            <p:nvPr/>
          </p:nvSpPr>
          <p:spPr>
            <a:xfrm>
              <a:off x="3759738" y="3215747"/>
              <a:ext cx="51425" cy="42094"/>
            </a:xfrm>
            <a:custGeom>
              <a:avLst/>
              <a:gdLst/>
              <a:ahLst/>
              <a:cxnLst/>
              <a:rect l="0" t="0" r="0" b="0"/>
              <a:pathLst>
                <a:path w="51425" h="42094">
                  <a:moveTo>
                    <a:pt x="51425" y="4209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62" name="Candidate_receptor__3461">
              <a:extLst>
                <a:ext uri="{FF2B5EF4-FFF2-40B4-BE49-F238E27FC236}">
                  <a16:creationId xmlns:a16="http://schemas.microsoft.com/office/drawing/2014/main" id="{F45FB42C-1171-C6AE-4093-35F56505E54A}"/>
                </a:ext>
              </a:extLst>
            </p:cNvPr>
            <p:cNvSpPr>
              <a:spLocks noGrp="1"/>
            </p:cNvSpPr>
            <p:nvPr/>
          </p:nvSpPr>
          <p:spPr>
            <a:xfrm>
              <a:off x="5965745" y="1741222"/>
              <a:ext cx="19889" cy="83597"/>
            </a:xfrm>
            <a:custGeom>
              <a:avLst/>
              <a:gdLst/>
              <a:ahLst/>
              <a:cxnLst/>
              <a:rect l="0" t="0" r="0" b="0"/>
              <a:pathLst>
                <a:path w="19889" h="83597">
                  <a:moveTo>
                    <a:pt x="0" y="0"/>
                  </a:moveTo>
                  <a:lnTo>
                    <a:pt x="19889" y="8359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63" name="Candidate_receptor__3462">
              <a:extLst>
                <a:ext uri="{FF2B5EF4-FFF2-40B4-BE49-F238E27FC236}">
                  <a16:creationId xmlns:a16="http://schemas.microsoft.com/office/drawing/2014/main" id="{0B3798D3-23A1-62C9-9B53-464B11CB2355}"/>
                </a:ext>
              </a:extLst>
            </p:cNvPr>
            <p:cNvSpPr>
              <a:spLocks noGrp="1"/>
            </p:cNvSpPr>
            <p:nvPr/>
          </p:nvSpPr>
          <p:spPr>
            <a:xfrm>
              <a:off x="5078727" y="2901352"/>
              <a:ext cx="99805" cy="56025"/>
            </a:xfrm>
            <a:custGeom>
              <a:avLst/>
              <a:gdLst/>
              <a:ahLst/>
              <a:cxnLst/>
              <a:rect l="0" t="0" r="0" b="0"/>
              <a:pathLst>
                <a:path w="99805" h="56025">
                  <a:moveTo>
                    <a:pt x="0" y="0"/>
                  </a:moveTo>
                  <a:lnTo>
                    <a:pt x="99805" y="5602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4" name="Candidate_receptor__3463">
              <a:extLst>
                <a:ext uri="{FF2B5EF4-FFF2-40B4-BE49-F238E27FC236}">
                  <a16:creationId xmlns:a16="http://schemas.microsoft.com/office/drawing/2014/main" id="{A47C4413-2EE9-C163-4E8F-2B92F63C9E67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63092" cy="83930"/>
            </a:xfrm>
            <a:custGeom>
              <a:avLst/>
              <a:gdLst/>
              <a:ahLst/>
              <a:cxnLst/>
              <a:rect l="0" t="0" r="0" b="0"/>
              <a:pathLst>
                <a:path w="63092" h="83930">
                  <a:moveTo>
                    <a:pt x="63092" y="839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5" name="Candidate_receptor__3464">
              <a:extLst>
                <a:ext uri="{FF2B5EF4-FFF2-40B4-BE49-F238E27FC236}">
                  <a16:creationId xmlns:a16="http://schemas.microsoft.com/office/drawing/2014/main" id="{E45591B8-22A4-5894-A5D8-6DF0E15EAA2A}"/>
                </a:ext>
              </a:extLst>
            </p:cNvPr>
            <p:cNvSpPr>
              <a:spLocks noGrp="1"/>
            </p:cNvSpPr>
            <p:nvPr/>
          </p:nvSpPr>
          <p:spPr>
            <a:xfrm>
              <a:off x="4325313" y="3675614"/>
              <a:ext cx="18691" cy="113983"/>
            </a:xfrm>
            <a:custGeom>
              <a:avLst/>
              <a:gdLst/>
              <a:ahLst/>
              <a:cxnLst/>
              <a:rect l="0" t="0" r="0" b="0"/>
              <a:pathLst>
                <a:path w="18691" h="113983">
                  <a:moveTo>
                    <a:pt x="18691" y="1139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6" name="Candidate_receptor__3465">
              <a:extLst>
                <a:ext uri="{FF2B5EF4-FFF2-40B4-BE49-F238E27FC236}">
                  <a16:creationId xmlns:a16="http://schemas.microsoft.com/office/drawing/2014/main" id="{E176AC1A-81D0-A99E-16BD-4E518A9255CB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791009"/>
              <a:ext cx="50501" cy="32758"/>
            </a:xfrm>
            <a:custGeom>
              <a:avLst/>
              <a:gdLst/>
              <a:ahLst/>
              <a:cxnLst/>
              <a:rect l="0" t="0" r="0" b="0"/>
              <a:pathLst>
                <a:path w="50501" h="32758">
                  <a:moveTo>
                    <a:pt x="0" y="32758"/>
                  </a:moveTo>
                  <a:lnTo>
                    <a:pt x="50501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7" name="Candidate_receptor__3466">
              <a:extLst>
                <a:ext uri="{FF2B5EF4-FFF2-40B4-BE49-F238E27FC236}">
                  <a16:creationId xmlns:a16="http://schemas.microsoft.com/office/drawing/2014/main" id="{5A5294C5-9A89-36CD-16C7-047AE10954E5}"/>
                </a:ext>
              </a:extLst>
            </p:cNvPr>
            <p:cNvSpPr>
              <a:spLocks noGrp="1"/>
            </p:cNvSpPr>
            <p:nvPr/>
          </p:nvSpPr>
          <p:spPr>
            <a:xfrm>
              <a:off x="4801707" y="2606994"/>
              <a:ext cx="19437" cy="49831"/>
            </a:xfrm>
            <a:custGeom>
              <a:avLst/>
              <a:gdLst/>
              <a:ahLst/>
              <a:cxnLst/>
              <a:rect l="0" t="0" r="0" b="0"/>
              <a:pathLst>
                <a:path w="19437" h="49831">
                  <a:moveTo>
                    <a:pt x="19437" y="49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8" name="Candidate_receptor__3467">
              <a:extLst>
                <a:ext uri="{FF2B5EF4-FFF2-40B4-BE49-F238E27FC236}">
                  <a16:creationId xmlns:a16="http://schemas.microsoft.com/office/drawing/2014/main" id="{50EF8087-6FCA-3546-53B6-43716BBB67C8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09100"/>
              <a:ext cx="91725" cy="62487"/>
            </a:xfrm>
            <a:custGeom>
              <a:avLst/>
              <a:gdLst/>
              <a:ahLst/>
              <a:cxnLst/>
              <a:rect l="0" t="0" r="0" b="0"/>
              <a:pathLst>
                <a:path w="91725" h="62487">
                  <a:moveTo>
                    <a:pt x="0" y="62487"/>
                  </a:moveTo>
                  <a:lnTo>
                    <a:pt x="91725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9" name="Candidate_receptor__3468">
              <a:extLst>
                <a:ext uri="{FF2B5EF4-FFF2-40B4-BE49-F238E27FC236}">
                  <a16:creationId xmlns:a16="http://schemas.microsoft.com/office/drawing/2014/main" id="{DBB27CF0-FB97-DDA6-1329-424F9DF65B20}"/>
                </a:ext>
              </a:extLst>
            </p:cNvPr>
            <p:cNvSpPr>
              <a:spLocks noGrp="1"/>
            </p:cNvSpPr>
            <p:nvPr/>
          </p:nvSpPr>
          <p:spPr>
            <a:xfrm>
              <a:off x="4456409" y="3170705"/>
              <a:ext cx="88740" cy="58802"/>
            </a:xfrm>
            <a:custGeom>
              <a:avLst/>
              <a:gdLst/>
              <a:ahLst/>
              <a:cxnLst/>
              <a:rect l="0" t="0" r="0" b="0"/>
              <a:pathLst>
                <a:path w="88740" h="58802">
                  <a:moveTo>
                    <a:pt x="88740" y="0"/>
                  </a:moveTo>
                  <a:lnTo>
                    <a:pt x="0" y="5880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0" name="Candidate_receptor__3469">
              <a:extLst>
                <a:ext uri="{FF2B5EF4-FFF2-40B4-BE49-F238E27FC236}">
                  <a16:creationId xmlns:a16="http://schemas.microsoft.com/office/drawing/2014/main" id="{6C573614-8619-1565-3BA0-717609E329A4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2975834"/>
              <a:ext cx="40140" cy="27508"/>
            </a:xfrm>
            <a:custGeom>
              <a:avLst/>
              <a:gdLst/>
              <a:ahLst/>
              <a:cxnLst/>
              <a:rect l="0" t="0" r="0" b="0"/>
              <a:pathLst>
                <a:path w="40140" h="27508">
                  <a:moveTo>
                    <a:pt x="40140" y="0"/>
                  </a:moveTo>
                  <a:lnTo>
                    <a:pt x="0" y="2750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1" name="Candidate_receptor__3470">
              <a:extLst>
                <a:ext uri="{FF2B5EF4-FFF2-40B4-BE49-F238E27FC236}">
                  <a16:creationId xmlns:a16="http://schemas.microsoft.com/office/drawing/2014/main" id="{D88E0025-B65D-02B2-4D4F-7F50EE2746C0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3372194"/>
              <a:ext cx="93930" cy="52805"/>
            </a:xfrm>
            <a:custGeom>
              <a:avLst/>
              <a:gdLst/>
              <a:ahLst/>
              <a:cxnLst/>
              <a:rect l="0" t="0" r="0" b="0"/>
              <a:pathLst>
                <a:path w="93930" h="52805">
                  <a:moveTo>
                    <a:pt x="0" y="0"/>
                  </a:moveTo>
                  <a:lnTo>
                    <a:pt x="93930" y="528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2" name="Candidate_receptor__3471">
              <a:extLst>
                <a:ext uri="{FF2B5EF4-FFF2-40B4-BE49-F238E27FC236}">
                  <a16:creationId xmlns:a16="http://schemas.microsoft.com/office/drawing/2014/main" id="{87898BA4-6D2C-330E-4F7F-787024F9F349}"/>
                </a:ext>
              </a:extLst>
            </p:cNvPr>
            <p:cNvSpPr>
              <a:spLocks noGrp="1"/>
            </p:cNvSpPr>
            <p:nvPr/>
          </p:nvSpPr>
          <p:spPr>
            <a:xfrm>
              <a:off x="4566833" y="3662712"/>
              <a:ext cx="95458" cy="47669"/>
            </a:xfrm>
            <a:custGeom>
              <a:avLst/>
              <a:gdLst/>
              <a:ahLst/>
              <a:cxnLst/>
              <a:rect l="0" t="0" r="0" b="0"/>
              <a:pathLst>
                <a:path w="95458" h="47669">
                  <a:moveTo>
                    <a:pt x="95458" y="476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3" name="Candidate_receptor__3472">
              <a:extLst>
                <a:ext uri="{FF2B5EF4-FFF2-40B4-BE49-F238E27FC236}">
                  <a16:creationId xmlns:a16="http://schemas.microsoft.com/office/drawing/2014/main" id="{3F7D9637-1A92-2191-84E9-C5C07C97A8B2}"/>
                </a:ext>
              </a:extLst>
            </p:cNvPr>
            <p:cNvSpPr>
              <a:spLocks noGrp="1"/>
            </p:cNvSpPr>
            <p:nvPr/>
          </p:nvSpPr>
          <p:spPr>
            <a:xfrm>
              <a:off x="5702520" y="3344697"/>
              <a:ext cx="82576" cy="70723"/>
            </a:xfrm>
            <a:custGeom>
              <a:avLst/>
              <a:gdLst/>
              <a:ahLst/>
              <a:cxnLst/>
              <a:rect l="0" t="0" r="0" b="0"/>
              <a:pathLst>
                <a:path w="82576" h="70723">
                  <a:moveTo>
                    <a:pt x="82576" y="0"/>
                  </a:moveTo>
                  <a:lnTo>
                    <a:pt x="0" y="7072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4" name="Candidate_receptor__3473">
              <a:extLst>
                <a:ext uri="{FF2B5EF4-FFF2-40B4-BE49-F238E27FC236}">
                  <a16:creationId xmlns:a16="http://schemas.microsoft.com/office/drawing/2014/main" id="{D3EBC069-12C6-F162-F8CF-978F386220E9}"/>
                </a:ext>
              </a:extLst>
            </p:cNvPr>
            <p:cNvSpPr>
              <a:spLocks noGrp="1"/>
            </p:cNvSpPr>
            <p:nvPr/>
          </p:nvSpPr>
          <p:spPr>
            <a:xfrm>
              <a:off x="4812444" y="3518152"/>
              <a:ext cx="78285" cy="79510"/>
            </a:xfrm>
            <a:custGeom>
              <a:avLst/>
              <a:gdLst/>
              <a:ahLst/>
              <a:cxnLst/>
              <a:rect l="0" t="0" r="0" b="0"/>
              <a:pathLst>
                <a:path w="78285" h="79510">
                  <a:moveTo>
                    <a:pt x="0" y="0"/>
                  </a:moveTo>
                  <a:lnTo>
                    <a:pt x="78285" y="7951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5" name="Candidate_receptor__3474">
              <a:extLst>
                <a:ext uri="{FF2B5EF4-FFF2-40B4-BE49-F238E27FC236}">
                  <a16:creationId xmlns:a16="http://schemas.microsoft.com/office/drawing/2014/main" id="{09A9E387-C18E-D8E9-5F80-1A1834999BCA}"/>
                </a:ext>
              </a:extLst>
            </p:cNvPr>
            <p:cNvSpPr>
              <a:spLocks noGrp="1"/>
            </p:cNvSpPr>
            <p:nvPr/>
          </p:nvSpPr>
          <p:spPr>
            <a:xfrm>
              <a:off x="5435479" y="3079022"/>
              <a:ext cx="19162" cy="51878"/>
            </a:xfrm>
            <a:custGeom>
              <a:avLst/>
              <a:gdLst/>
              <a:ahLst/>
              <a:cxnLst/>
              <a:rect l="0" t="0" r="0" b="0"/>
              <a:pathLst>
                <a:path w="19162" h="51878">
                  <a:moveTo>
                    <a:pt x="19162" y="0"/>
                  </a:moveTo>
                  <a:lnTo>
                    <a:pt x="0" y="5187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6" name="Candidate_receptor__3475">
              <a:extLst>
                <a:ext uri="{FF2B5EF4-FFF2-40B4-BE49-F238E27FC236}">
                  <a16:creationId xmlns:a16="http://schemas.microsoft.com/office/drawing/2014/main" id="{A847A5CC-BBC4-14AC-7C32-98DAC4E11BBC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326846"/>
              <a:ext cx="109739" cy="36753"/>
            </a:xfrm>
            <a:custGeom>
              <a:avLst/>
              <a:gdLst/>
              <a:ahLst/>
              <a:cxnLst/>
              <a:rect l="0" t="0" r="0" b="0"/>
              <a:pathLst>
                <a:path w="109739" h="36753">
                  <a:moveTo>
                    <a:pt x="0" y="0"/>
                  </a:moveTo>
                  <a:lnTo>
                    <a:pt x="109739" y="3675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7" name="Candidate_receptor__3476">
              <a:extLst>
                <a:ext uri="{FF2B5EF4-FFF2-40B4-BE49-F238E27FC236}">
                  <a16:creationId xmlns:a16="http://schemas.microsoft.com/office/drawing/2014/main" id="{FF8405A6-B674-37F2-AA65-1F149CE447BE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434978"/>
              <a:ext cx="13794" cy="52750"/>
            </a:xfrm>
            <a:custGeom>
              <a:avLst/>
              <a:gdLst/>
              <a:ahLst/>
              <a:cxnLst/>
              <a:rect l="0" t="0" r="0" b="0"/>
              <a:pathLst>
                <a:path w="13794" h="52750">
                  <a:moveTo>
                    <a:pt x="0" y="52750"/>
                  </a:moveTo>
                  <a:lnTo>
                    <a:pt x="13794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8" name="Candidate_receptor__3477">
              <a:extLst>
                <a:ext uri="{FF2B5EF4-FFF2-40B4-BE49-F238E27FC236}">
                  <a16:creationId xmlns:a16="http://schemas.microsoft.com/office/drawing/2014/main" id="{DF75B8D8-4A81-D5F4-E283-4EC6206798C9}"/>
                </a:ext>
              </a:extLst>
            </p:cNvPr>
            <p:cNvSpPr>
              <a:spLocks noGrp="1"/>
            </p:cNvSpPr>
            <p:nvPr/>
          </p:nvSpPr>
          <p:spPr>
            <a:xfrm>
              <a:off x="5063010" y="2174503"/>
              <a:ext cx="102610" cy="45450"/>
            </a:xfrm>
            <a:custGeom>
              <a:avLst/>
              <a:gdLst/>
              <a:ahLst/>
              <a:cxnLst/>
              <a:rect l="0" t="0" r="0" b="0"/>
              <a:pathLst>
                <a:path w="102610" h="45450">
                  <a:moveTo>
                    <a:pt x="0" y="0"/>
                  </a:moveTo>
                  <a:lnTo>
                    <a:pt x="102610" y="454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9" name="Candidate_receptor__3478">
              <a:extLst>
                <a:ext uri="{FF2B5EF4-FFF2-40B4-BE49-F238E27FC236}">
                  <a16:creationId xmlns:a16="http://schemas.microsoft.com/office/drawing/2014/main" id="{EB925A55-4A71-918A-A12B-69FA8DC35121}"/>
                </a:ext>
              </a:extLst>
            </p:cNvPr>
            <p:cNvSpPr>
              <a:spLocks noGrp="1"/>
            </p:cNvSpPr>
            <p:nvPr/>
          </p:nvSpPr>
          <p:spPr>
            <a:xfrm>
              <a:off x="5783335" y="2906852"/>
              <a:ext cx="72112" cy="27133"/>
            </a:xfrm>
            <a:custGeom>
              <a:avLst/>
              <a:gdLst/>
              <a:ahLst/>
              <a:cxnLst/>
              <a:rect l="0" t="0" r="0" b="0"/>
              <a:pathLst>
                <a:path w="72112" h="27133">
                  <a:moveTo>
                    <a:pt x="72112" y="271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0" name="Candidate_receptor__3479">
              <a:extLst>
                <a:ext uri="{FF2B5EF4-FFF2-40B4-BE49-F238E27FC236}">
                  <a16:creationId xmlns:a16="http://schemas.microsoft.com/office/drawing/2014/main" id="{A67E0217-5817-8DD8-5E30-84D14248B9B2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219954"/>
              <a:ext cx="32987" cy="106892"/>
            </a:xfrm>
            <a:custGeom>
              <a:avLst/>
              <a:gdLst/>
              <a:ahLst/>
              <a:cxnLst/>
              <a:rect l="0" t="0" r="0" b="0"/>
              <a:pathLst>
                <a:path w="32987" h="106892">
                  <a:moveTo>
                    <a:pt x="32987" y="0"/>
                  </a:moveTo>
                  <a:lnTo>
                    <a:pt x="0" y="1068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1" name="Candidate_receptor__3480">
              <a:extLst>
                <a:ext uri="{FF2B5EF4-FFF2-40B4-BE49-F238E27FC236}">
                  <a16:creationId xmlns:a16="http://schemas.microsoft.com/office/drawing/2014/main" id="{E5A0B9C6-1323-F58D-66B0-A39E8559F2BC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34579"/>
              <a:ext cx="64496" cy="94929"/>
            </a:xfrm>
            <a:custGeom>
              <a:avLst/>
              <a:gdLst/>
              <a:ahLst/>
              <a:cxnLst/>
              <a:rect l="0" t="0" r="0" b="0"/>
              <a:pathLst>
                <a:path w="64496" h="94929">
                  <a:moveTo>
                    <a:pt x="64496" y="949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82" name="Candidate_receptor__3481">
              <a:extLst>
                <a:ext uri="{FF2B5EF4-FFF2-40B4-BE49-F238E27FC236}">
                  <a16:creationId xmlns:a16="http://schemas.microsoft.com/office/drawing/2014/main" id="{A7067682-7B07-6450-38F1-685606367577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86859"/>
              <a:ext cx="43299" cy="86348"/>
            </a:xfrm>
            <a:custGeom>
              <a:avLst/>
              <a:gdLst/>
              <a:ahLst/>
              <a:cxnLst/>
              <a:rect l="0" t="0" r="0" b="0"/>
              <a:pathLst>
                <a:path w="43299" h="86348">
                  <a:moveTo>
                    <a:pt x="0" y="0"/>
                  </a:moveTo>
                  <a:lnTo>
                    <a:pt x="43299" y="8634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3" name="Candidate_receptor__3482">
              <a:extLst>
                <a:ext uri="{FF2B5EF4-FFF2-40B4-BE49-F238E27FC236}">
                  <a16:creationId xmlns:a16="http://schemas.microsoft.com/office/drawing/2014/main" id="{EABDD7EF-DA82-8B43-5075-FF94E7329055}"/>
                </a:ext>
              </a:extLst>
            </p:cNvPr>
            <p:cNvSpPr>
              <a:spLocks noGrp="1"/>
            </p:cNvSpPr>
            <p:nvPr/>
          </p:nvSpPr>
          <p:spPr>
            <a:xfrm>
              <a:off x="4205882" y="2474852"/>
              <a:ext cx="54807" cy="100820"/>
            </a:xfrm>
            <a:custGeom>
              <a:avLst/>
              <a:gdLst/>
              <a:ahLst/>
              <a:cxnLst/>
              <a:rect l="0" t="0" r="0" b="0"/>
              <a:pathLst>
                <a:path w="54807" h="100820">
                  <a:moveTo>
                    <a:pt x="0" y="100820"/>
                  </a:moveTo>
                  <a:lnTo>
                    <a:pt x="54807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4" name="Candidate_receptor__3483">
              <a:extLst>
                <a:ext uri="{FF2B5EF4-FFF2-40B4-BE49-F238E27FC236}">
                  <a16:creationId xmlns:a16="http://schemas.microsoft.com/office/drawing/2014/main" id="{4E254009-DB84-E8B8-61E6-2CA4E179EF1C}"/>
                </a:ext>
              </a:extLst>
            </p:cNvPr>
            <p:cNvSpPr>
              <a:spLocks noGrp="1"/>
            </p:cNvSpPr>
            <p:nvPr/>
          </p:nvSpPr>
          <p:spPr>
            <a:xfrm>
              <a:off x="4926214" y="3846953"/>
              <a:ext cx="49636" cy="91191"/>
            </a:xfrm>
            <a:custGeom>
              <a:avLst/>
              <a:gdLst/>
              <a:ahLst/>
              <a:cxnLst/>
              <a:rect l="0" t="0" r="0" b="0"/>
              <a:pathLst>
                <a:path w="49636" h="91191">
                  <a:moveTo>
                    <a:pt x="49636" y="0"/>
                  </a:moveTo>
                  <a:lnTo>
                    <a:pt x="0" y="9119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85" name="Candidate_receptor__3484">
              <a:extLst>
                <a:ext uri="{FF2B5EF4-FFF2-40B4-BE49-F238E27FC236}">
                  <a16:creationId xmlns:a16="http://schemas.microsoft.com/office/drawing/2014/main" id="{C937661D-C20C-A0B1-BAB6-97B655E36819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3002873"/>
              <a:ext cx="47344" cy="43475"/>
            </a:xfrm>
            <a:custGeom>
              <a:avLst/>
              <a:gdLst/>
              <a:ahLst/>
              <a:cxnLst/>
              <a:rect l="0" t="0" r="0" b="0"/>
              <a:pathLst>
                <a:path w="47344" h="43475">
                  <a:moveTo>
                    <a:pt x="47344" y="434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6" name="Candidate_receptor__3485">
              <a:extLst>
                <a:ext uri="{FF2B5EF4-FFF2-40B4-BE49-F238E27FC236}">
                  <a16:creationId xmlns:a16="http://schemas.microsoft.com/office/drawing/2014/main" id="{2203B642-C20C-DAE4-7C5F-CF449085768F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82756" cy="30570"/>
            </a:xfrm>
            <a:custGeom>
              <a:avLst/>
              <a:gdLst/>
              <a:ahLst/>
              <a:cxnLst/>
              <a:rect l="0" t="0" r="0" b="0"/>
              <a:pathLst>
                <a:path w="82756" h="30570">
                  <a:moveTo>
                    <a:pt x="82756" y="305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7" name="Candidate_receptor__3486">
              <a:extLst>
                <a:ext uri="{FF2B5EF4-FFF2-40B4-BE49-F238E27FC236}">
                  <a16:creationId xmlns:a16="http://schemas.microsoft.com/office/drawing/2014/main" id="{4A84139A-D008-BE76-223E-0DA9E7EB554D}"/>
                </a:ext>
              </a:extLst>
            </p:cNvPr>
            <p:cNvSpPr>
              <a:spLocks noGrp="1"/>
            </p:cNvSpPr>
            <p:nvPr/>
          </p:nvSpPr>
          <p:spPr>
            <a:xfrm>
              <a:off x="5562698" y="3114082"/>
              <a:ext cx="34995" cy="95"/>
            </a:xfrm>
            <a:custGeom>
              <a:avLst/>
              <a:gdLst/>
              <a:ahLst/>
              <a:cxnLst/>
              <a:rect l="0" t="0" r="0" b="0"/>
              <a:pathLst>
                <a:path w="34995" h="95">
                  <a:moveTo>
                    <a:pt x="34995" y="0"/>
                  </a:moveTo>
                  <a:lnTo>
                    <a:pt x="0" y="9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8" name="Candidate_receptor__3487">
              <a:extLst>
                <a:ext uri="{FF2B5EF4-FFF2-40B4-BE49-F238E27FC236}">
                  <a16:creationId xmlns:a16="http://schemas.microsoft.com/office/drawing/2014/main" id="{AF9C7A2C-69AA-B1C7-371F-FF10053E17A4}"/>
                </a:ext>
              </a:extLst>
            </p:cNvPr>
            <p:cNvSpPr>
              <a:spLocks noGrp="1"/>
            </p:cNvSpPr>
            <p:nvPr/>
          </p:nvSpPr>
          <p:spPr>
            <a:xfrm>
              <a:off x="5637743" y="2416667"/>
              <a:ext cx="39156" cy="81072"/>
            </a:xfrm>
            <a:custGeom>
              <a:avLst/>
              <a:gdLst/>
              <a:ahLst/>
              <a:cxnLst/>
              <a:rect l="0" t="0" r="0" b="0"/>
              <a:pathLst>
                <a:path w="39156" h="81072">
                  <a:moveTo>
                    <a:pt x="0" y="0"/>
                  </a:moveTo>
                  <a:lnTo>
                    <a:pt x="39156" y="8107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9" name="Candidate_receptor__3488">
              <a:extLst>
                <a:ext uri="{FF2B5EF4-FFF2-40B4-BE49-F238E27FC236}">
                  <a16:creationId xmlns:a16="http://schemas.microsoft.com/office/drawing/2014/main" id="{F57D389C-8EE7-8C9B-581A-45AA744E6B0B}"/>
                </a:ext>
              </a:extLst>
            </p:cNvPr>
            <p:cNvSpPr>
              <a:spLocks noGrp="1"/>
            </p:cNvSpPr>
            <p:nvPr/>
          </p:nvSpPr>
          <p:spPr>
            <a:xfrm>
              <a:off x="5545044" y="2398420"/>
              <a:ext cx="92699" cy="18246"/>
            </a:xfrm>
            <a:custGeom>
              <a:avLst/>
              <a:gdLst/>
              <a:ahLst/>
              <a:cxnLst/>
              <a:rect l="0" t="0" r="0" b="0"/>
              <a:pathLst>
                <a:path w="92699" h="18246">
                  <a:moveTo>
                    <a:pt x="0" y="0"/>
                  </a:moveTo>
                  <a:lnTo>
                    <a:pt x="92699" y="1824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0" name="Candidate_receptor__3489">
              <a:extLst>
                <a:ext uri="{FF2B5EF4-FFF2-40B4-BE49-F238E27FC236}">
                  <a16:creationId xmlns:a16="http://schemas.microsoft.com/office/drawing/2014/main" id="{B5A024C5-A376-8699-7CFD-0E1BC931098F}"/>
                </a:ext>
              </a:extLst>
            </p:cNvPr>
            <p:cNvSpPr>
              <a:spLocks noGrp="1"/>
            </p:cNvSpPr>
            <p:nvPr/>
          </p:nvSpPr>
          <p:spPr>
            <a:xfrm>
              <a:off x="4650334" y="3417913"/>
              <a:ext cx="85118" cy="7086"/>
            </a:xfrm>
            <a:custGeom>
              <a:avLst/>
              <a:gdLst/>
              <a:ahLst/>
              <a:cxnLst/>
              <a:rect l="0" t="0" r="0" b="0"/>
              <a:pathLst>
                <a:path w="85118" h="7086">
                  <a:moveTo>
                    <a:pt x="0" y="7086"/>
                  </a:moveTo>
                  <a:lnTo>
                    <a:pt x="85118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91" name="Candidate_receptor__3490">
              <a:extLst>
                <a:ext uri="{FF2B5EF4-FFF2-40B4-BE49-F238E27FC236}">
                  <a16:creationId xmlns:a16="http://schemas.microsoft.com/office/drawing/2014/main" id="{1EACD195-4261-D7FC-242F-D5567B8C2443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82597"/>
              <a:ext cx="57963" cy="15948"/>
            </a:xfrm>
            <a:custGeom>
              <a:avLst/>
              <a:gdLst/>
              <a:ahLst/>
              <a:cxnLst/>
              <a:rect l="0" t="0" r="0" b="0"/>
              <a:pathLst>
                <a:path w="57963" h="15948">
                  <a:moveTo>
                    <a:pt x="0" y="15948"/>
                  </a:moveTo>
                  <a:lnTo>
                    <a:pt x="5796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2" name="Candidate_receptor__3491">
              <a:extLst>
                <a:ext uri="{FF2B5EF4-FFF2-40B4-BE49-F238E27FC236}">
                  <a16:creationId xmlns:a16="http://schemas.microsoft.com/office/drawing/2014/main" id="{62264C96-90F9-57FA-BDD0-84A0BBAF0108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1963699"/>
              <a:ext cx="48686" cy="99512"/>
            </a:xfrm>
            <a:custGeom>
              <a:avLst/>
              <a:gdLst/>
              <a:ahLst/>
              <a:cxnLst/>
              <a:rect l="0" t="0" r="0" b="0"/>
              <a:pathLst>
                <a:path w="48686" h="99512">
                  <a:moveTo>
                    <a:pt x="0" y="99512"/>
                  </a:moveTo>
                  <a:lnTo>
                    <a:pt x="48686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93" name="Candidate_receptor__3492">
              <a:extLst>
                <a:ext uri="{FF2B5EF4-FFF2-40B4-BE49-F238E27FC236}">
                  <a16:creationId xmlns:a16="http://schemas.microsoft.com/office/drawing/2014/main" id="{E2B5E705-F8B2-57B8-5D3E-018A34D1F6A5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13124"/>
              <a:ext cx="3948" cy="73735"/>
            </a:xfrm>
            <a:custGeom>
              <a:avLst/>
              <a:gdLst/>
              <a:ahLst/>
              <a:cxnLst/>
              <a:rect l="0" t="0" r="0" b="0"/>
              <a:pathLst>
                <a:path w="3948" h="73735">
                  <a:moveTo>
                    <a:pt x="3948" y="0"/>
                  </a:moveTo>
                  <a:lnTo>
                    <a:pt x="0" y="7373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4" name="Candidate_receptor__3493">
              <a:extLst>
                <a:ext uri="{FF2B5EF4-FFF2-40B4-BE49-F238E27FC236}">
                  <a16:creationId xmlns:a16="http://schemas.microsoft.com/office/drawing/2014/main" id="{06FAE5B5-F4EE-7C99-05C8-02B4B4BE05C8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686980"/>
              <a:ext cx="25897" cy="34965"/>
            </a:xfrm>
            <a:custGeom>
              <a:avLst/>
              <a:gdLst/>
              <a:ahLst/>
              <a:cxnLst/>
              <a:rect l="0" t="0" r="0" b="0"/>
              <a:pathLst>
                <a:path w="25897" h="34965">
                  <a:moveTo>
                    <a:pt x="25897" y="0"/>
                  </a:moveTo>
                  <a:lnTo>
                    <a:pt x="0" y="349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5" name="Candidate_receptor__3494">
              <a:extLst>
                <a:ext uri="{FF2B5EF4-FFF2-40B4-BE49-F238E27FC236}">
                  <a16:creationId xmlns:a16="http://schemas.microsoft.com/office/drawing/2014/main" id="{526CA702-3867-8A68-B5A4-C3481680364C}"/>
                </a:ext>
              </a:extLst>
            </p:cNvPr>
            <p:cNvSpPr>
              <a:spLocks noGrp="1"/>
            </p:cNvSpPr>
            <p:nvPr/>
          </p:nvSpPr>
          <p:spPr>
            <a:xfrm>
              <a:off x="4994927" y="3515955"/>
              <a:ext cx="74403" cy="37880"/>
            </a:xfrm>
            <a:custGeom>
              <a:avLst/>
              <a:gdLst/>
              <a:ahLst/>
              <a:cxnLst/>
              <a:rect l="0" t="0" r="0" b="0"/>
              <a:pathLst>
                <a:path w="74403" h="37880">
                  <a:moveTo>
                    <a:pt x="0" y="0"/>
                  </a:moveTo>
                  <a:lnTo>
                    <a:pt x="74403" y="3788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6" name="Candidate_receptor__3495">
              <a:extLst>
                <a:ext uri="{FF2B5EF4-FFF2-40B4-BE49-F238E27FC236}">
                  <a16:creationId xmlns:a16="http://schemas.microsoft.com/office/drawing/2014/main" id="{E704759C-C0C1-C1DD-4547-B6D5DFF7E826}"/>
                </a:ext>
              </a:extLst>
            </p:cNvPr>
            <p:cNvSpPr>
              <a:spLocks noGrp="1"/>
            </p:cNvSpPr>
            <p:nvPr/>
          </p:nvSpPr>
          <p:spPr>
            <a:xfrm>
              <a:off x="4730558" y="2525309"/>
              <a:ext cx="71149" cy="81685"/>
            </a:xfrm>
            <a:custGeom>
              <a:avLst/>
              <a:gdLst/>
              <a:ahLst/>
              <a:cxnLst/>
              <a:rect l="0" t="0" r="0" b="0"/>
              <a:pathLst>
                <a:path w="71149" h="81685">
                  <a:moveTo>
                    <a:pt x="71149" y="816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7" name="Candidate_receptor__3496">
              <a:extLst>
                <a:ext uri="{FF2B5EF4-FFF2-40B4-BE49-F238E27FC236}">
                  <a16:creationId xmlns:a16="http://schemas.microsoft.com/office/drawing/2014/main" id="{026CC6A5-3060-9499-0532-544648A9E051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56825" cy="68786"/>
            </a:xfrm>
            <a:custGeom>
              <a:avLst/>
              <a:gdLst/>
              <a:ahLst/>
              <a:cxnLst/>
              <a:rect l="0" t="0" r="0" b="0"/>
              <a:pathLst>
                <a:path w="56825" h="68786">
                  <a:moveTo>
                    <a:pt x="0" y="0"/>
                  </a:moveTo>
                  <a:lnTo>
                    <a:pt x="56825" y="6878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498" name="Candidate_receptor__3497">
              <a:extLst>
                <a:ext uri="{FF2B5EF4-FFF2-40B4-BE49-F238E27FC236}">
                  <a16:creationId xmlns:a16="http://schemas.microsoft.com/office/drawing/2014/main" id="{DC9EB8C4-693F-0D3F-192A-7E3131AE050C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505489"/>
              <a:ext cx="54021" cy="44730"/>
            </a:xfrm>
            <a:custGeom>
              <a:avLst/>
              <a:gdLst/>
              <a:ahLst/>
              <a:cxnLst/>
              <a:rect l="0" t="0" r="0" b="0"/>
              <a:pathLst>
                <a:path w="54021" h="44730">
                  <a:moveTo>
                    <a:pt x="54021" y="44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499" name="Candidate_receptor__3498">
              <a:extLst>
                <a:ext uri="{FF2B5EF4-FFF2-40B4-BE49-F238E27FC236}">
                  <a16:creationId xmlns:a16="http://schemas.microsoft.com/office/drawing/2014/main" id="{B3D8C47E-94B1-B58B-D700-FF83D43E49E9}"/>
                </a:ext>
              </a:extLst>
            </p:cNvPr>
            <p:cNvSpPr>
              <a:spLocks noGrp="1"/>
            </p:cNvSpPr>
            <p:nvPr/>
          </p:nvSpPr>
          <p:spPr>
            <a:xfrm>
              <a:off x="4733681" y="2166848"/>
              <a:ext cx="78924" cy="74332"/>
            </a:xfrm>
            <a:custGeom>
              <a:avLst/>
              <a:gdLst/>
              <a:ahLst/>
              <a:cxnLst/>
              <a:rect l="0" t="0" r="0" b="0"/>
              <a:pathLst>
                <a:path w="78924" h="74332">
                  <a:moveTo>
                    <a:pt x="78924" y="0"/>
                  </a:moveTo>
                  <a:lnTo>
                    <a:pt x="0" y="74332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0" name="Candidate_receptor__3499">
              <a:extLst>
                <a:ext uri="{FF2B5EF4-FFF2-40B4-BE49-F238E27FC236}">
                  <a16:creationId xmlns:a16="http://schemas.microsoft.com/office/drawing/2014/main" id="{067FE860-8867-D155-346F-4ED5D572FB2A}"/>
                </a:ext>
              </a:extLst>
            </p:cNvPr>
            <p:cNvSpPr>
              <a:spLocks noGrp="1"/>
            </p:cNvSpPr>
            <p:nvPr/>
          </p:nvSpPr>
          <p:spPr>
            <a:xfrm>
              <a:off x="4455339" y="2828139"/>
              <a:ext cx="18990" cy="11419"/>
            </a:xfrm>
            <a:custGeom>
              <a:avLst/>
              <a:gdLst/>
              <a:ahLst/>
              <a:cxnLst/>
              <a:rect l="0" t="0" r="0" b="0"/>
              <a:pathLst>
                <a:path w="18990" h="11419">
                  <a:moveTo>
                    <a:pt x="18990" y="0"/>
                  </a:moveTo>
                  <a:lnTo>
                    <a:pt x="0" y="1141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1" name="Candidate_receptor__3500">
              <a:extLst>
                <a:ext uri="{FF2B5EF4-FFF2-40B4-BE49-F238E27FC236}">
                  <a16:creationId xmlns:a16="http://schemas.microsoft.com/office/drawing/2014/main" id="{C082429F-EE5B-C482-B319-AB6A8ABF2A05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806665"/>
              <a:ext cx="48352" cy="49980"/>
            </a:xfrm>
            <a:custGeom>
              <a:avLst/>
              <a:gdLst/>
              <a:ahLst/>
              <a:cxnLst/>
              <a:rect l="0" t="0" r="0" b="0"/>
              <a:pathLst>
                <a:path w="48352" h="49980">
                  <a:moveTo>
                    <a:pt x="0" y="0"/>
                  </a:moveTo>
                  <a:lnTo>
                    <a:pt x="48352" y="4998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2" name="Candidate_receptor__3501">
              <a:extLst>
                <a:ext uri="{FF2B5EF4-FFF2-40B4-BE49-F238E27FC236}">
                  <a16:creationId xmlns:a16="http://schemas.microsoft.com/office/drawing/2014/main" id="{D435D1F6-E685-16A1-BDD8-B09583A6BB51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311961"/>
              <a:ext cx="43488" cy="79737"/>
            </a:xfrm>
            <a:custGeom>
              <a:avLst/>
              <a:gdLst/>
              <a:ahLst/>
              <a:cxnLst/>
              <a:rect l="0" t="0" r="0" b="0"/>
              <a:pathLst>
                <a:path w="43488" h="79737">
                  <a:moveTo>
                    <a:pt x="43488" y="79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3" name="Candidate_receptor__3502">
              <a:extLst>
                <a:ext uri="{FF2B5EF4-FFF2-40B4-BE49-F238E27FC236}">
                  <a16:creationId xmlns:a16="http://schemas.microsoft.com/office/drawing/2014/main" id="{19A4271F-2EBF-F75A-E193-B1E893A0884E}"/>
                </a:ext>
              </a:extLst>
            </p:cNvPr>
            <p:cNvSpPr>
              <a:spLocks noGrp="1"/>
            </p:cNvSpPr>
            <p:nvPr/>
          </p:nvSpPr>
          <p:spPr>
            <a:xfrm>
              <a:off x="5701875" y="3415421"/>
              <a:ext cx="646" cy="51183"/>
            </a:xfrm>
            <a:custGeom>
              <a:avLst/>
              <a:gdLst/>
              <a:ahLst/>
              <a:cxnLst/>
              <a:rect l="0" t="0" r="0" b="0"/>
              <a:pathLst>
                <a:path w="646" h="51183">
                  <a:moveTo>
                    <a:pt x="646" y="0"/>
                  </a:moveTo>
                  <a:lnTo>
                    <a:pt x="0" y="5118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4" name="Candidate_receptor__3503">
              <a:extLst>
                <a:ext uri="{FF2B5EF4-FFF2-40B4-BE49-F238E27FC236}">
                  <a16:creationId xmlns:a16="http://schemas.microsoft.com/office/drawing/2014/main" id="{70418A84-EC7A-F7F1-6067-1FA050FC7E85}"/>
                </a:ext>
              </a:extLst>
            </p:cNvPr>
            <p:cNvSpPr>
              <a:spLocks noGrp="1"/>
            </p:cNvSpPr>
            <p:nvPr/>
          </p:nvSpPr>
          <p:spPr>
            <a:xfrm>
              <a:off x="4343808" y="2518307"/>
              <a:ext cx="1370" cy="91589"/>
            </a:xfrm>
            <a:custGeom>
              <a:avLst/>
              <a:gdLst/>
              <a:ahLst/>
              <a:cxnLst/>
              <a:rect l="0" t="0" r="0" b="0"/>
              <a:pathLst>
                <a:path w="1370" h="91589">
                  <a:moveTo>
                    <a:pt x="1370" y="0"/>
                  </a:moveTo>
                  <a:lnTo>
                    <a:pt x="0" y="9158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5" name="Candidate_receptor__3504">
              <a:extLst>
                <a:ext uri="{FF2B5EF4-FFF2-40B4-BE49-F238E27FC236}">
                  <a16:creationId xmlns:a16="http://schemas.microsoft.com/office/drawing/2014/main" id="{19E1C640-C89F-26E8-9522-C2250485FE62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16210"/>
              <a:ext cx="57034" cy="42703"/>
            </a:xfrm>
            <a:custGeom>
              <a:avLst/>
              <a:gdLst/>
              <a:ahLst/>
              <a:cxnLst/>
              <a:rect l="0" t="0" r="0" b="0"/>
              <a:pathLst>
                <a:path w="57034" h="42703">
                  <a:moveTo>
                    <a:pt x="57034" y="0"/>
                  </a:moveTo>
                  <a:lnTo>
                    <a:pt x="0" y="42703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6" name="Candidate_receptor__3505">
              <a:extLst>
                <a:ext uri="{FF2B5EF4-FFF2-40B4-BE49-F238E27FC236}">
                  <a16:creationId xmlns:a16="http://schemas.microsoft.com/office/drawing/2014/main" id="{EFF301D1-B353-6042-E63D-360D3A5476E5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091926"/>
              <a:ext cx="111532" cy="20854"/>
            </a:xfrm>
            <a:custGeom>
              <a:avLst/>
              <a:gdLst/>
              <a:ahLst/>
              <a:cxnLst/>
              <a:rect l="0" t="0" r="0" b="0"/>
              <a:pathLst>
                <a:path w="111532" h="20854">
                  <a:moveTo>
                    <a:pt x="111532" y="0"/>
                  </a:moveTo>
                  <a:lnTo>
                    <a:pt x="0" y="2085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7" name="Candidate_receptor__3506">
              <a:extLst>
                <a:ext uri="{FF2B5EF4-FFF2-40B4-BE49-F238E27FC236}">
                  <a16:creationId xmlns:a16="http://schemas.microsoft.com/office/drawing/2014/main" id="{81090E10-9F0C-A8D7-7EF1-A6D244058849}"/>
                </a:ext>
              </a:extLst>
            </p:cNvPr>
            <p:cNvSpPr>
              <a:spLocks noGrp="1"/>
            </p:cNvSpPr>
            <p:nvPr/>
          </p:nvSpPr>
          <p:spPr>
            <a:xfrm>
              <a:off x="5609615" y="2975834"/>
              <a:ext cx="100711" cy="52414"/>
            </a:xfrm>
            <a:custGeom>
              <a:avLst/>
              <a:gdLst/>
              <a:ahLst/>
              <a:cxnLst/>
              <a:rect l="0" t="0" r="0" b="0"/>
              <a:pathLst>
                <a:path w="100711" h="52414">
                  <a:moveTo>
                    <a:pt x="100711" y="52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8" name="Candidate_receptor__3507">
              <a:extLst>
                <a:ext uri="{FF2B5EF4-FFF2-40B4-BE49-F238E27FC236}">
                  <a16:creationId xmlns:a16="http://schemas.microsoft.com/office/drawing/2014/main" id="{362D211E-8991-23B7-684C-2A42BC49B9B3}"/>
                </a:ext>
              </a:extLst>
            </p:cNvPr>
            <p:cNvSpPr>
              <a:spLocks noGrp="1"/>
            </p:cNvSpPr>
            <p:nvPr/>
          </p:nvSpPr>
          <p:spPr>
            <a:xfrm>
              <a:off x="4812606" y="2133890"/>
              <a:ext cx="108130" cy="32958"/>
            </a:xfrm>
            <a:custGeom>
              <a:avLst/>
              <a:gdLst/>
              <a:ahLst/>
              <a:cxnLst/>
              <a:rect l="0" t="0" r="0" b="0"/>
              <a:pathLst>
                <a:path w="108130" h="32958">
                  <a:moveTo>
                    <a:pt x="108130" y="0"/>
                  </a:moveTo>
                  <a:lnTo>
                    <a:pt x="0" y="32958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9" name="Candidate_receptor__3508">
              <a:extLst>
                <a:ext uri="{FF2B5EF4-FFF2-40B4-BE49-F238E27FC236}">
                  <a16:creationId xmlns:a16="http://schemas.microsoft.com/office/drawing/2014/main" id="{3FC1E3CC-BEBC-B9C4-D86C-65273CDF5EAB}"/>
                </a:ext>
              </a:extLst>
            </p:cNvPr>
            <p:cNvSpPr>
              <a:spLocks noGrp="1"/>
            </p:cNvSpPr>
            <p:nvPr/>
          </p:nvSpPr>
          <p:spPr>
            <a:xfrm>
              <a:off x="5785096" y="3344697"/>
              <a:ext cx="61976" cy="90281"/>
            </a:xfrm>
            <a:custGeom>
              <a:avLst/>
              <a:gdLst/>
              <a:ahLst/>
              <a:cxnLst/>
              <a:rect l="0" t="0" r="0" b="0"/>
              <a:pathLst>
                <a:path w="61976" h="90281">
                  <a:moveTo>
                    <a:pt x="61976" y="902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0" name="Candidate_receptor__3509">
              <a:extLst>
                <a:ext uri="{FF2B5EF4-FFF2-40B4-BE49-F238E27FC236}">
                  <a16:creationId xmlns:a16="http://schemas.microsoft.com/office/drawing/2014/main" id="{D4D5C21C-EEAB-1D09-411C-F7597AE049EB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2063211"/>
              <a:ext cx="64951" cy="94143"/>
            </a:xfrm>
            <a:custGeom>
              <a:avLst/>
              <a:gdLst/>
              <a:ahLst/>
              <a:cxnLst/>
              <a:rect l="0" t="0" r="0" b="0"/>
              <a:pathLst>
                <a:path w="64951" h="94143">
                  <a:moveTo>
                    <a:pt x="64951" y="941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1" name="Candidate_receptor__3510">
              <a:extLst>
                <a:ext uri="{FF2B5EF4-FFF2-40B4-BE49-F238E27FC236}">
                  <a16:creationId xmlns:a16="http://schemas.microsoft.com/office/drawing/2014/main" id="{4190BCD4-86E3-F3E7-7195-BFE788299EBD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709433"/>
              <a:ext cx="12269" cy="99667"/>
            </a:xfrm>
            <a:custGeom>
              <a:avLst/>
              <a:gdLst/>
              <a:ahLst/>
              <a:cxnLst/>
              <a:rect l="0" t="0" r="0" b="0"/>
              <a:pathLst>
                <a:path w="12269" h="99667">
                  <a:moveTo>
                    <a:pt x="12269" y="99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2" name="Candidate_receptor__3511">
              <a:extLst>
                <a:ext uri="{FF2B5EF4-FFF2-40B4-BE49-F238E27FC236}">
                  <a16:creationId xmlns:a16="http://schemas.microsoft.com/office/drawing/2014/main" id="{26941970-CEB1-063D-D954-318949853F06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24317" cy="103223"/>
            </a:xfrm>
            <a:custGeom>
              <a:avLst/>
              <a:gdLst/>
              <a:ahLst/>
              <a:cxnLst/>
              <a:rect l="0" t="0" r="0" b="0"/>
              <a:pathLst>
                <a:path w="24317" h="103223">
                  <a:moveTo>
                    <a:pt x="0" y="0"/>
                  </a:moveTo>
                  <a:lnTo>
                    <a:pt x="24317" y="10322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3" name="Candidate_receptor__3512">
              <a:extLst>
                <a:ext uri="{FF2B5EF4-FFF2-40B4-BE49-F238E27FC236}">
                  <a16:creationId xmlns:a16="http://schemas.microsoft.com/office/drawing/2014/main" id="{99CE204C-4BAC-5207-937C-D523FD5466FD}"/>
                </a:ext>
              </a:extLst>
            </p:cNvPr>
            <p:cNvSpPr>
              <a:spLocks noGrp="1"/>
            </p:cNvSpPr>
            <p:nvPr/>
          </p:nvSpPr>
          <p:spPr>
            <a:xfrm>
              <a:off x="4260689" y="2474852"/>
              <a:ext cx="84489" cy="43455"/>
            </a:xfrm>
            <a:custGeom>
              <a:avLst/>
              <a:gdLst/>
              <a:ahLst/>
              <a:cxnLst/>
              <a:rect l="0" t="0" r="0" b="0"/>
              <a:pathLst>
                <a:path w="84489" h="43455">
                  <a:moveTo>
                    <a:pt x="0" y="0"/>
                  </a:moveTo>
                  <a:lnTo>
                    <a:pt x="84489" y="4345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4" name="Candidate_receptor__3513">
              <a:extLst>
                <a:ext uri="{FF2B5EF4-FFF2-40B4-BE49-F238E27FC236}">
                  <a16:creationId xmlns:a16="http://schemas.microsoft.com/office/drawing/2014/main" id="{221D7071-1D52-0797-0BE3-5508D083C985}"/>
                </a:ext>
              </a:extLst>
            </p:cNvPr>
            <p:cNvSpPr>
              <a:spLocks noGrp="1"/>
            </p:cNvSpPr>
            <p:nvPr/>
          </p:nvSpPr>
          <p:spPr>
            <a:xfrm>
              <a:off x="5981043" y="3091926"/>
              <a:ext cx="16743" cy="113918"/>
            </a:xfrm>
            <a:custGeom>
              <a:avLst/>
              <a:gdLst/>
              <a:ahLst/>
              <a:cxnLst/>
              <a:rect l="0" t="0" r="0" b="0"/>
              <a:pathLst>
                <a:path w="16743" h="113918">
                  <a:moveTo>
                    <a:pt x="16743" y="1139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5" name="Candidate_receptor__3514">
              <a:extLst>
                <a:ext uri="{FF2B5EF4-FFF2-40B4-BE49-F238E27FC236}">
                  <a16:creationId xmlns:a16="http://schemas.microsoft.com/office/drawing/2014/main" id="{BE1DE0B6-96B5-D7E1-DC23-58EFD7F2CFF1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217446"/>
              <a:ext cx="38927" cy="94515"/>
            </a:xfrm>
            <a:custGeom>
              <a:avLst/>
              <a:gdLst/>
              <a:ahLst/>
              <a:cxnLst/>
              <a:rect l="0" t="0" r="0" b="0"/>
              <a:pathLst>
                <a:path w="38927" h="94515">
                  <a:moveTo>
                    <a:pt x="0" y="94515"/>
                  </a:moveTo>
                  <a:lnTo>
                    <a:pt x="3892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6" name="Candidate_receptor__3515">
              <a:extLst>
                <a:ext uri="{FF2B5EF4-FFF2-40B4-BE49-F238E27FC236}">
                  <a16:creationId xmlns:a16="http://schemas.microsoft.com/office/drawing/2014/main" id="{922ED5FA-2909-A040-3F96-AAAE9BF58DE5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511376"/>
              <a:ext cx="13784" cy="4814"/>
            </a:xfrm>
            <a:custGeom>
              <a:avLst/>
              <a:gdLst/>
              <a:ahLst/>
              <a:cxnLst/>
              <a:rect l="0" t="0" r="0" b="0"/>
              <a:pathLst>
                <a:path w="13784" h="4814">
                  <a:moveTo>
                    <a:pt x="13784" y="48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7" name="Candidate_receptor__3516">
              <a:extLst>
                <a:ext uri="{FF2B5EF4-FFF2-40B4-BE49-F238E27FC236}">
                  <a16:creationId xmlns:a16="http://schemas.microsoft.com/office/drawing/2014/main" id="{49B06D9B-5FF8-6D71-9AE0-1D5FB87C5268}"/>
                </a:ext>
              </a:extLst>
            </p:cNvPr>
            <p:cNvSpPr>
              <a:spLocks noGrp="1"/>
            </p:cNvSpPr>
            <p:nvPr/>
          </p:nvSpPr>
          <p:spPr>
            <a:xfrm>
              <a:off x="4542445" y="3886140"/>
              <a:ext cx="7144" cy="44603"/>
            </a:xfrm>
            <a:custGeom>
              <a:avLst/>
              <a:gdLst/>
              <a:ahLst/>
              <a:cxnLst/>
              <a:rect l="0" t="0" r="0" b="0"/>
              <a:pathLst>
                <a:path w="7144" h="44603">
                  <a:moveTo>
                    <a:pt x="7144" y="446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8" name="Candidate_receptor__3517">
              <a:extLst>
                <a:ext uri="{FF2B5EF4-FFF2-40B4-BE49-F238E27FC236}">
                  <a16:creationId xmlns:a16="http://schemas.microsoft.com/office/drawing/2014/main" id="{72701E18-58A5-A88C-AD12-749C712305FF}"/>
                </a:ext>
              </a:extLst>
            </p:cNvPr>
            <p:cNvSpPr>
              <a:spLocks noGrp="1"/>
            </p:cNvSpPr>
            <p:nvPr/>
          </p:nvSpPr>
          <p:spPr>
            <a:xfrm>
              <a:off x="5475012" y="1914883"/>
              <a:ext cx="49960" cy="48817"/>
            </a:xfrm>
            <a:custGeom>
              <a:avLst/>
              <a:gdLst/>
              <a:ahLst/>
              <a:cxnLst/>
              <a:rect l="0" t="0" r="0" b="0"/>
              <a:pathLst>
                <a:path w="49960" h="48817">
                  <a:moveTo>
                    <a:pt x="0" y="48817"/>
                  </a:moveTo>
                  <a:lnTo>
                    <a:pt x="4996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9" name="Candidate_receptor__3518">
              <a:extLst>
                <a:ext uri="{FF2B5EF4-FFF2-40B4-BE49-F238E27FC236}">
                  <a16:creationId xmlns:a16="http://schemas.microsoft.com/office/drawing/2014/main" id="{4FA768C9-011E-DB71-BAA3-61BBFF33284E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493299"/>
              <a:ext cx="100473" cy="9630"/>
            </a:xfrm>
            <a:custGeom>
              <a:avLst/>
              <a:gdLst/>
              <a:ahLst/>
              <a:cxnLst/>
              <a:rect l="0" t="0" r="0" b="0"/>
              <a:pathLst>
                <a:path w="100473" h="9630">
                  <a:moveTo>
                    <a:pt x="0" y="9630"/>
                  </a:moveTo>
                  <a:lnTo>
                    <a:pt x="100473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0" name="Candidate_receptor__3519">
              <a:extLst>
                <a:ext uri="{FF2B5EF4-FFF2-40B4-BE49-F238E27FC236}">
                  <a16:creationId xmlns:a16="http://schemas.microsoft.com/office/drawing/2014/main" id="{E34AFD77-579B-5C1F-811D-0CBB7D648893}"/>
                </a:ext>
              </a:extLst>
            </p:cNvPr>
            <p:cNvSpPr>
              <a:spLocks noGrp="1"/>
            </p:cNvSpPr>
            <p:nvPr/>
          </p:nvSpPr>
          <p:spPr>
            <a:xfrm>
              <a:off x="5447121" y="2776611"/>
              <a:ext cx="33624" cy="90324"/>
            </a:xfrm>
            <a:custGeom>
              <a:avLst/>
              <a:gdLst/>
              <a:ahLst/>
              <a:cxnLst/>
              <a:rect l="0" t="0" r="0" b="0"/>
              <a:pathLst>
                <a:path w="33624" h="90324">
                  <a:moveTo>
                    <a:pt x="33624" y="0"/>
                  </a:moveTo>
                  <a:lnTo>
                    <a:pt x="0" y="90324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1" name="Candidate_receptor__3520">
              <a:extLst>
                <a:ext uri="{FF2B5EF4-FFF2-40B4-BE49-F238E27FC236}">
                  <a16:creationId xmlns:a16="http://schemas.microsoft.com/office/drawing/2014/main" id="{07DE8B7C-A987-A741-BC58-524F8104B4D3}"/>
                </a:ext>
              </a:extLst>
            </p:cNvPr>
            <p:cNvSpPr>
              <a:spLocks noGrp="1"/>
            </p:cNvSpPr>
            <p:nvPr/>
          </p:nvSpPr>
          <p:spPr>
            <a:xfrm>
              <a:off x="5178532" y="2955963"/>
              <a:ext cx="19890" cy="1414"/>
            </a:xfrm>
            <a:custGeom>
              <a:avLst/>
              <a:gdLst/>
              <a:ahLst/>
              <a:cxnLst/>
              <a:rect l="0" t="0" r="0" b="0"/>
              <a:pathLst>
                <a:path w="19890" h="1414">
                  <a:moveTo>
                    <a:pt x="0" y="1414"/>
                  </a:moveTo>
                  <a:lnTo>
                    <a:pt x="1989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2" name="Candidate_receptor__3521">
              <a:extLst>
                <a:ext uri="{FF2B5EF4-FFF2-40B4-BE49-F238E27FC236}">
                  <a16:creationId xmlns:a16="http://schemas.microsoft.com/office/drawing/2014/main" id="{BD018012-FD67-5688-EB70-7E171D8454D0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59513" cy="52299"/>
            </a:xfrm>
            <a:custGeom>
              <a:avLst/>
              <a:gdLst/>
              <a:ahLst/>
              <a:cxnLst/>
              <a:rect l="0" t="0" r="0" b="0"/>
              <a:pathLst>
                <a:path w="59513" h="52299">
                  <a:moveTo>
                    <a:pt x="59513" y="522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3" name="Candidate_receptor__3522">
              <a:extLst>
                <a:ext uri="{FF2B5EF4-FFF2-40B4-BE49-F238E27FC236}">
                  <a16:creationId xmlns:a16="http://schemas.microsoft.com/office/drawing/2014/main" id="{B5BFB838-B48E-A17A-515D-6D74E822AD80}"/>
                </a:ext>
              </a:extLst>
            </p:cNvPr>
            <p:cNvSpPr>
              <a:spLocks noGrp="1"/>
            </p:cNvSpPr>
            <p:nvPr/>
          </p:nvSpPr>
          <p:spPr>
            <a:xfrm>
              <a:off x="5491278" y="2114297"/>
              <a:ext cx="101946" cy="43058"/>
            </a:xfrm>
            <a:custGeom>
              <a:avLst/>
              <a:gdLst/>
              <a:ahLst/>
              <a:cxnLst/>
              <a:rect l="0" t="0" r="0" b="0"/>
              <a:pathLst>
                <a:path w="101946" h="43058">
                  <a:moveTo>
                    <a:pt x="101946" y="0"/>
                  </a:moveTo>
                  <a:lnTo>
                    <a:pt x="0" y="43058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4" name="Candidate_receptor__3523">
              <a:extLst>
                <a:ext uri="{FF2B5EF4-FFF2-40B4-BE49-F238E27FC236}">
                  <a16:creationId xmlns:a16="http://schemas.microsoft.com/office/drawing/2014/main" id="{50987F1C-89F4-7AF5-D136-CD1FC0B24914}"/>
                </a:ext>
              </a:extLst>
            </p:cNvPr>
            <p:cNvSpPr>
              <a:spLocks noGrp="1"/>
            </p:cNvSpPr>
            <p:nvPr/>
          </p:nvSpPr>
          <p:spPr>
            <a:xfrm>
              <a:off x="4137114" y="2549157"/>
              <a:ext cx="68768" cy="26515"/>
            </a:xfrm>
            <a:custGeom>
              <a:avLst/>
              <a:gdLst/>
              <a:ahLst/>
              <a:cxnLst/>
              <a:rect l="0" t="0" r="0" b="0"/>
              <a:pathLst>
                <a:path w="68768" h="26515">
                  <a:moveTo>
                    <a:pt x="0" y="0"/>
                  </a:moveTo>
                  <a:lnTo>
                    <a:pt x="68768" y="2651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5" name="Candidate_receptor__3524">
              <a:extLst>
                <a:ext uri="{FF2B5EF4-FFF2-40B4-BE49-F238E27FC236}">
                  <a16:creationId xmlns:a16="http://schemas.microsoft.com/office/drawing/2014/main" id="{0A20E4BB-0DDB-C7E5-2D99-343F6A81A07B}"/>
                </a:ext>
              </a:extLst>
            </p:cNvPr>
            <p:cNvSpPr>
              <a:spLocks noGrp="1"/>
            </p:cNvSpPr>
            <p:nvPr/>
          </p:nvSpPr>
          <p:spPr>
            <a:xfrm>
              <a:off x="5454641" y="3079022"/>
              <a:ext cx="108056" cy="35151"/>
            </a:xfrm>
            <a:custGeom>
              <a:avLst/>
              <a:gdLst/>
              <a:ahLst/>
              <a:cxnLst/>
              <a:rect l="0" t="0" r="0" b="0"/>
              <a:pathLst>
                <a:path w="108056" h="35151">
                  <a:moveTo>
                    <a:pt x="108056" y="351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6" name="Candidate_receptor__3525">
              <a:extLst>
                <a:ext uri="{FF2B5EF4-FFF2-40B4-BE49-F238E27FC236}">
                  <a16:creationId xmlns:a16="http://schemas.microsoft.com/office/drawing/2014/main" id="{B1E1B5F2-4316-8584-537B-CF69B0582F17}"/>
                </a:ext>
              </a:extLst>
            </p:cNvPr>
            <p:cNvSpPr>
              <a:spLocks noGrp="1"/>
            </p:cNvSpPr>
            <p:nvPr/>
          </p:nvSpPr>
          <p:spPr>
            <a:xfrm>
              <a:off x="4829664" y="3938144"/>
              <a:ext cx="96550" cy="31439"/>
            </a:xfrm>
            <a:custGeom>
              <a:avLst/>
              <a:gdLst/>
              <a:ahLst/>
              <a:cxnLst/>
              <a:rect l="0" t="0" r="0" b="0"/>
              <a:pathLst>
                <a:path w="96550" h="31439">
                  <a:moveTo>
                    <a:pt x="96550" y="0"/>
                  </a:moveTo>
                  <a:lnTo>
                    <a:pt x="0" y="3143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7" name="Candidate_receptor__3526">
              <a:extLst>
                <a:ext uri="{FF2B5EF4-FFF2-40B4-BE49-F238E27FC236}">
                  <a16:creationId xmlns:a16="http://schemas.microsoft.com/office/drawing/2014/main" id="{C19CBCAA-3BB4-3C7B-049E-6F3E38B8AA83}"/>
                </a:ext>
              </a:extLst>
            </p:cNvPr>
            <p:cNvSpPr>
              <a:spLocks noGrp="1"/>
            </p:cNvSpPr>
            <p:nvPr/>
          </p:nvSpPr>
          <p:spPr>
            <a:xfrm>
              <a:off x="5237186" y="2321767"/>
              <a:ext cx="5186" cy="41831"/>
            </a:xfrm>
            <a:custGeom>
              <a:avLst/>
              <a:gdLst/>
              <a:ahLst/>
              <a:cxnLst/>
              <a:rect l="0" t="0" r="0" b="0"/>
              <a:pathLst>
                <a:path w="5186" h="41831">
                  <a:moveTo>
                    <a:pt x="5186" y="41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8" name="Candidate_receptor__3527">
              <a:extLst>
                <a:ext uri="{FF2B5EF4-FFF2-40B4-BE49-F238E27FC236}">
                  <a16:creationId xmlns:a16="http://schemas.microsoft.com/office/drawing/2014/main" id="{511DC6F5-4C36-7E2A-916D-191E27C12A8F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90177"/>
              <a:ext cx="41332" cy="104372"/>
            </a:xfrm>
            <a:custGeom>
              <a:avLst/>
              <a:gdLst/>
              <a:ahLst/>
              <a:cxnLst/>
              <a:rect l="0" t="0" r="0" b="0"/>
              <a:pathLst>
                <a:path w="41332" h="104372">
                  <a:moveTo>
                    <a:pt x="0" y="0"/>
                  </a:moveTo>
                  <a:lnTo>
                    <a:pt x="41332" y="10437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9" name="Candidate_receptor__3528">
              <a:extLst>
                <a:ext uri="{FF2B5EF4-FFF2-40B4-BE49-F238E27FC236}">
                  <a16:creationId xmlns:a16="http://schemas.microsoft.com/office/drawing/2014/main" id="{97A40122-6331-7E2D-6CB3-9F7A9FDA106D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112780"/>
              <a:ext cx="5238" cy="84363"/>
            </a:xfrm>
            <a:custGeom>
              <a:avLst/>
              <a:gdLst/>
              <a:ahLst/>
              <a:cxnLst/>
              <a:rect l="0" t="0" r="0" b="0"/>
              <a:pathLst>
                <a:path w="5238" h="84363">
                  <a:moveTo>
                    <a:pt x="0" y="0"/>
                  </a:moveTo>
                  <a:lnTo>
                    <a:pt x="5238" y="84363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0" name="Candidate_receptor__3529">
              <a:extLst>
                <a:ext uri="{FF2B5EF4-FFF2-40B4-BE49-F238E27FC236}">
                  <a16:creationId xmlns:a16="http://schemas.microsoft.com/office/drawing/2014/main" id="{3A0C3144-1BDC-6977-E9D0-33BCE4741AE1}"/>
                </a:ext>
              </a:extLst>
            </p:cNvPr>
            <p:cNvSpPr>
              <a:spLocks noGrp="1"/>
            </p:cNvSpPr>
            <p:nvPr/>
          </p:nvSpPr>
          <p:spPr>
            <a:xfrm>
              <a:off x="5593224" y="2114297"/>
              <a:ext cx="110499" cy="31312"/>
            </a:xfrm>
            <a:custGeom>
              <a:avLst/>
              <a:gdLst/>
              <a:ahLst/>
              <a:cxnLst/>
              <a:rect l="0" t="0" r="0" b="0"/>
              <a:pathLst>
                <a:path w="110499" h="31312">
                  <a:moveTo>
                    <a:pt x="110499" y="313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1" name="Candidate_receptor__3530">
              <a:extLst>
                <a:ext uri="{FF2B5EF4-FFF2-40B4-BE49-F238E27FC236}">
                  <a16:creationId xmlns:a16="http://schemas.microsoft.com/office/drawing/2014/main" id="{7D46BCC7-F45D-D497-9F45-166F50AF90CE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648130"/>
              <a:ext cx="97374" cy="61303"/>
            </a:xfrm>
            <a:custGeom>
              <a:avLst/>
              <a:gdLst/>
              <a:ahLst/>
              <a:cxnLst/>
              <a:rect l="0" t="0" r="0" b="0"/>
              <a:pathLst>
                <a:path w="97374" h="61303">
                  <a:moveTo>
                    <a:pt x="0" y="61303"/>
                  </a:moveTo>
                  <a:lnTo>
                    <a:pt x="97374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2" name="Candidate_receptor__3531">
              <a:extLst>
                <a:ext uri="{FF2B5EF4-FFF2-40B4-BE49-F238E27FC236}">
                  <a16:creationId xmlns:a16="http://schemas.microsoft.com/office/drawing/2014/main" id="{B73C97D7-05CC-DBFB-FDC1-69C6319DF29E}"/>
                </a:ext>
              </a:extLst>
            </p:cNvPr>
            <p:cNvSpPr>
              <a:spLocks noGrp="1"/>
            </p:cNvSpPr>
            <p:nvPr/>
          </p:nvSpPr>
          <p:spPr>
            <a:xfrm>
              <a:off x="4248156" y="3046362"/>
              <a:ext cx="12106" cy="39840"/>
            </a:xfrm>
            <a:custGeom>
              <a:avLst/>
              <a:gdLst/>
              <a:ahLst/>
              <a:cxnLst/>
              <a:rect l="0" t="0" r="0" b="0"/>
              <a:pathLst>
                <a:path w="12106" h="39840">
                  <a:moveTo>
                    <a:pt x="0" y="0"/>
                  </a:moveTo>
                  <a:lnTo>
                    <a:pt x="12106" y="3984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3" name="Candidate_receptor__3532">
              <a:extLst>
                <a:ext uri="{FF2B5EF4-FFF2-40B4-BE49-F238E27FC236}">
                  <a16:creationId xmlns:a16="http://schemas.microsoft.com/office/drawing/2014/main" id="{AAEEDAF4-E2EC-A851-47AC-73F7540D54F4}"/>
                </a:ext>
              </a:extLst>
            </p:cNvPr>
            <p:cNvSpPr>
              <a:spLocks noGrp="1"/>
            </p:cNvSpPr>
            <p:nvPr/>
          </p:nvSpPr>
          <p:spPr>
            <a:xfrm>
              <a:off x="3999106" y="2444180"/>
              <a:ext cx="112878" cy="12532"/>
            </a:xfrm>
            <a:custGeom>
              <a:avLst/>
              <a:gdLst/>
              <a:ahLst/>
              <a:cxnLst/>
              <a:rect l="0" t="0" r="0" b="0"/>
              <a:pathLst>
                <a:path w="112878" h="12532">
                  <a:moveTo>
                    <a:pt x="0" y="12532"/>
                  </a:moveTo>
                  <a:lnTo>
                    <a:pt x="11287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4" name="Candidate_receptor__3533">
              <a:extLst>
                <a:ext uri="{FF2B5EF4-FFF2-40B4-BE49-F238E27FC236}">
                  <a16:creationId xmlns:a16="http://schemas.microsoft.com/office/drawing/2014/main" id="{310DF2D0-3450-0403-AB10-C2C813030DE9}"/>
                </a:ext>
              </a:extLst>
            </p:cNvPr>
            <p:cNvSpPr>
              <a:spLocks noGrp="1"/>
            </p:cNvSpPr>
            <p:nvPr/>
          </p:nvSpPr>
          <p:spPr>
            <a:xfrm>
              <a:off x="5872966" y="2007964"/>
              <a:ext cx="93623" cy="60378"/>
            </a:xfrm>
            <a:custGeom>
              <a:avLst/>
              <a:gdLst/>
              <a:ahLst/>
              <a:cxnLst/>
              <a:rect l="0" t="0" r="0" b="0"/>
              <a:pathLst>
                <a:path w="93623" h="60378">
                  <a:moveTo>
                    <a:pt x="93623" y="0"/>
                  </a:moveTo>
                  <a:lnTo>
                    <a:pt x="0" y="6037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5" name="Candidate_receptor__3534">
              <a:extLst>
                <a:ext uri="{FF2B5EF4-FFF2-40B4-BE49-F238E27FC236}">
                  <a16:creationId xmlns:a16="http://schemas.microsoft.com/office/drawing/2014/main" id="{DFCB3C0D-425A-0D3F-276C-25D5BAA8DDAA}"/>
                </a:ext>
              </a:extLst>
            </p:cNvPr>
            <p:cNvSpPr>
              <a:spLocks noGrp="1"/>
            </p:cNvSpPr>
            <p:nvPr/>
          </p:nvSpPr>
          <p:spPr>
            <a:xfrm>
              <a:off x="5918916" y="1741222"/>
              <a:ext cx="46829" cy="49921"/>
            </a:xfrm>
            <a:custGeom>
              <a:avLst/>
              <a:gdLst/>
              <a:ahLst/>
              <a:cxnLst/>
              <a:rect l="0" t="0" r="0" b="0"/>
              <a:pathLst>
                <a:path w="46829" h="49921">
                  <a:moveTo>
                    <a:pt x="0" y="49921"/>
                  </a:moveTo>
                  <a:lnTo>
                    <a:pt x="46829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6" name="Candidate_receptor__3535">
              <a:extLst>
                <a:ext uri="{FF2B5EF4-FFF2-40B4-BE49-F238E27FC236}">
                  <a16:creationId xmlns:a16="http://schemas.microsoft.com/office/drawing/2014/main" id="{771B5220-37AA-47A5-E8F7-3A0BC6BFEFDE}"/>
                </a:ext>
              </a:extLst>
            </p:cNvPr>
            <p:cNvSpPr>
              <a:spLocks noGrp="1"/>
            </p:cNvSpPr>
            <p:nvPr/>
          </p:nvSpPr>
          <p:spPr>
            <a:xfrm>
              <a:off x="5764656" y="2051600"/>
              <a:ext cx="108310" cy="16743"/>
            </a:xfrm>
            <a:custGeom>
              <a:avLst/>
              <a:gdLst/>
              <a:ahLst/>
              <a:cxnLst/>
              <a:rect l="0" t="0" r="0" b="0"/>
              <a:pathLst>
                <a:path w="108310" h="16743">
                  <a:moveTo>
                    <a:pt x="108310" y="16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7" name="Candidate_receptor__3536">
              <a:extLst>
                <a:ext uri="{FF2B5EF4-FFF2-40B4-BE49-F238E27FC236}">
                  <a16:creationId xmlns:a16="http://schemas.microsoft.com/office/drawing/2014/main" id="{E480A6B5-0CDA-BAF1-1382-4400E720D41A}"/>
                </a:ext>
              </a:extLst>
            </p:cNvPr>
            <p:cNvSpPr>
              <a:spLocks noGrp="1"/>
            </p:cNvSpPr>
            <p:nvPr/>
          </p:nvSpPr>
          <p:spPr>
            <a:xfrm>
              <a:off x="3601423" y="3000431"/>
              <a:ext cx="94175" cy="30108"/>
            </a:xfrm>
            <a:custGeom>
              <a:avLst/>
              <a:gdLst/>
              <a:ahLst/>
              <a:cxnLst/>
              <a:rect l="0" t="0" r="0" b="0"/>
              <a:pathLst>
                <a:path w="94175" h="30108">
                  <a:moveTo>
                    <a:pt x="0" y="30108"/>
                  </a:moveTo>
                  <a:lnTo>
                    <a:pt x="94175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8" name="Candidate_receptor__3537">
              <a:extLst>
                <a:ext uri="{FF2B5EF4-FFF2-40B4-BE49-F238E27FC236}">
                  <a16:creationId xmlns:a16="http://schemas.microsoft.com/office/drawing/2014/main" id="{E6DCFBAE-28A7-F4D3-D2E0-D26A13964CC9}"/>
                </a:ext>
              </a:extLst>
            </p:cNvPr>
            <p:cNvSpPr>
              <a:spLocks noGrp="1"/>
            </p:cNvSpPr>
            <p:nvPr/>
          </p:nvSpPr>
          <p:spPr>
            <a:xfrm>
              <a:off x="3811163" y="3187696"/>
              <a:ext cx="32760" cy="70145"/>
            </a:xfrm>
            <a:custGeom>
              <a:avLst/>
              <a:gdLst/>
              <a:ahLst/>
              <a:cxnLst/>
              <a:rect l="0" t="0" r="0" b="0"/>
              <a:pathLst>
                <a:path w="32760" h="70145">
                  <a:moveTo>
                    <a:pt x="32760" y="0"/>
                  </a:moveTo>
                  <a:lnTo>
                    <a:pt x="0" y="7014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9" name="Candidate_receptor__3538">
              <a:extLst>
                <a:ext uri="{FF2B5EF4-FFF2-40B4-BE49-F238E27FC236}">
                  <a16:creationId xmlns:a16="http://schemas.microsoft.com/office/drawing/2014/main" id="{A118911D-49C9-52E8-EC16-4CA1326C20AE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708630"/>
              <a:ext cx="57728" cy="98035"/>
            </a:xfrm>
            <a:custGeom>
              <a:avLst/>
              <a:gdLst/>
              <a:ahLst/>
              <a:cxnLst/>
              <a:rect l="0" t="0" r="0" b="0"/>
              <a:pathLst>
                <a:path w="57728" h="98035">
                  <a:moveTo>
                    <a:pt x="57728" y="0"/>
                  </a:moveTo>
                  <a:lnTo>
                    <a:pt x="0" y="9803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40" name="Candidate_receptor__3539">
              <a:extLst>
                <a:ext uri="{FF2B5EF4-FFF2-40B4-BE49-F238E27FC236}">
                  <a16:creationId xmlns:a16="http://schemas.microsoft.com/office/drawing/2014/main" id="{56846D07-3579-CBCC-5B34-3661470DAA43}"/>
                </a:ext>
              </a:extLst>
            </p:cNvPr>
            <p:cNvSpPr>
              <a:spLocks noGrp="1"/>
            </p:cNvSpPr>
            <p:nvPr/>
          </p:nvSpPr>
          <p:spPr>
            <a:xfrm>
              <a:off x="4345107" y="2813124"/>
              <a:ext cx="110231" cy="26435"/>
            </a:xfrm>
            <a:custGeom>
              <a:avLst/>
              <a:gdLst/>
              <a:ahLst/>
              <a:cxnLst/>
              <a:rect l="0" t="0" r="0" b="0"/>
              <a:pathLst>
                <a:path w="110231" h="26435">
                  <a:moveTo>
                    <a:pt x="110231" y="264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1" name="Candidate_receptor__3540">
              <a:extLst>
                <a:ext uri="{FF2B5EF4-FFF2-40B4-BE49-F238E27FC236}">
                  <a16:creationId xmlns:a16="http://schemas.microsoft.com/office/drawing/2014/main" id="{D5FBC50C-BF2D-B93C-3C59-E77D27880515}"/>
                </a:ext>
              </a:extLst>
            </p:cNvPr>
            <p:cNvSpPr>
              <a:spLocks noGrp="1"/>
            </p:cNvSpPr>
            <p:nvPr/>
          </p:nvSpPr>
          <p:spPr>
            <a:xfrm>
              <a:off x="4456780" y="2686980"/>
              <a:ext cx="112671" cy="19629"/>
            </a:xfrm>
            <a:custGeom>
              <a:avLst/>
              <a:gdLst/>
              <a:ahLst/>
              <a:cxnLst/>
              <a:rect l="0" t="0" r="0" b="0"/>
              <a:pathLst>
                <a:path w="112671" h="19629">
                  <a:moveTo>
                    <a:pt x="112671" y="19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2" name="Candidate_receptor__3541">
              <a:extLst>
                <a:ext uri="{FF2B5EF4-FFF2-40B4-BE49-F238E27FC236}">
                  <a16:creationId xmlns:a16="http://schemas.microsoft.com/office/drawing/2014/main" id="{73098A9D-1A94-3F4C-85CE-1AB8C4E9115C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328588"/>
              <a:ext cx="56680" cy="98814"/>
            </a:xfrm>
            <a:custGeom>
              <a:avLst/>
              <a:gdLst/>
              <a:ahLst/>
              <a:cxnLst/>
              <a:rect l="0" t="0" r="0" b="0"/>
              <a:pathLst>
                <a:path w="56680" h="98814">
                  <a:moveTo>
                    <a:pt x="56680" y="0"/>
                  </a:moveTo>
                  <a:lnTo>
                    <a:pt x="0" y="9881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3" name="Candidate_receptor__3542">
              <a:extLst>
                <a:ext uri="{FF2B5EF4-FFF2-40B4-BE49-F238E27FC236}">
                  <a16:creationId xmlns:a16="http://schemas.microsoft.com/office/drawing/2014/main" id="{827ED75E-B7C4-A963-2509-17B4D59054CE}"/>
                </a:ext>
              </a:extLst>
            </p:cNvPr>
            <p:cNvSpPr>
              <a:spLocks noGrp="1"/>
            </p:cNvSpPr>
            <p:nvPr/>
          </p:nvSpPr>
          <p:spPr>
            <a:xfrm>
              <a:off x="5703723" y="2051600"/>
              <a:ext cx="60933" cy="94008"/>
            </a:xfrm>
            <a:custGeom>
              <a:avLst/>
              <a:gdLst/>
              <a:ahLst/>
              <a:cxnLst/>
              <a:rect l="0" t="0" r="0" b="0"/>
              <a:pathLst>
                <a:path w="60933" h="94008">
                  <a:moveTo>
                    <a:pt x="60933" y="0"/>
                  </a:moveTo>
                  <a:lnTo>
                    <a:pt x="0" y="9400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4" name="Candidate_receptor__3543">
              <a:extLst>
                <a:ext uri="{FF2B5EF4-FFF2-40B4-BE49-F238E27FC236}">
                  <a16:creationId xmlns:a16="http://schemas.microsoft.com/office/drawing/2014/main" id="{6C6DE681-A4CB-3E8A-7568-DEDC10C8DD50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67718"/>
              <a:ext cx="11665" cy="97202"/>
            </a:xfrm>
            <a:custGeom>
              <a:avLst/>
              <a:gdLst/>
              <a:ahLst/>
              <a:cxnLst/>
              <a:rect l="0" t="0" r="0" b="0"/>
              <a:pathLst>
                <a:path w="11665" h="97202">
                  <a:moveTo>
                    <a:pt x="11665" y="97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5" name="Candidate_receptor__3544">
              <a:extLst>
                <a:ext uri="{FF2B5EF4-FFF2-40B4-BE49-F238E27FC236}">
                  <a16:creationId xmlns:a16="http://schemas.microsoft.com/office/drawing/2014/main" id="{F114149E-6BB3-04F8-CD20-BB1E7CC0A536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78109"/>
              <a:ext cx="2046" cy="113118"/>
            </a:xfrm>
            <a:custGeom>
              <a:avLst/>
              <a:gdLst/>
              <a:ahLst/>
              <a:cxnLst/>
              <a:rect l="0" t="0" r="0" b="0"/>
              <a:pathLst>
                <a:path w="2046" h="113118">
                  <a:moveTo>
                    <a:pt x="2046" y="1131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6" name="Candidate_receptor__3545">
              <a:extLst>
                <a:ext uri="{FF2B5EF4-FFF2-40B4-BE49-F238E27FC236}">
                  <a16:creationId xmlns:a16="http://schemas.microsoft.com/office/drawing/2014/main" id="{19BF4B6D-EE20-F5E0-E37B-EC7523A78E9F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20854"/>
              <a:ext cx="27378" cy="20988"/>
            </a:xfrm>
            <a:custGeom>
              <a:avLst/>
              <a:gdLst/>
              <a:ahLst/>
              <a:cxnLst/>
              <a:rect l="0" t="0" r="0" b="0"/>
              <a:pathLst>
                <a:path w="27378" h="20988">
                  <a:moveTo>
                    <a:pt x="0" y="20988"/>
                  </a:moveTo>
                  <a:lnTo>
                    <a:pt x="27378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47" name="Candidate_receptor__3546">
              <a:extLst>
                <a:ext uri="{FF2B5EF4-FFF2-40B4-BE49-F238E27FC236}">
                  <a16:creationId xmlns:a16="http://schemas.microsoft.com/office/drawing/2014/main" id="{5340E39C-EBE7-7B05-08DB-59FB5770020D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22704"/>
              <a:ext cx="82292" cy="45014"/>
            </a:xfrm>
            <a:custGeom>
              <a:avLst/>
              <a:gdLst/>
              <a:ahLst/>
              <a:cxnLst/>
              <a:rect l="0" t="0" r="0" b="0"/>
              <a:pathLst>
                <a:path w="82292" h="45014">
                  <a:moveTo>
                    <a:pt x="0" y="45014"/>
                  </a:moveTo>
                  <a:lnTo>
                    <a:pt x="82292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48" name="Candidate_receptor__3547">
              <a:extLst>
                <a:ext uri="{FF2B5EF4-FFF2-40B4-BE49-F238E27FC236}">
                  <a16:creationId xmlns:a16="http://schemas.microsoft.com/office/drawing/2014/main" id="{71ABEDA2-BF38-697C-DB6D-1678FA8BA758}"/>
                </a:ext>
              </a:extLst>
            </p:cNvPr>
            <p:cNvSpPr>
              <a:spLocks noGrp="1"/>
            </p:cNvSpPr>
            <p:nvPr/>
          </p:nvSpPr>
          <p:spPr>
            <a:xfrm>
              <a:off x="4111985" y="2444180"/>
              <a:ext cx="25129" cy="104977"/>
            </a:xfrm>
            <a:custGeom>
              <a:avLst/>
              <a:gdLst/>
              <a:ahLst/>
              <a:cxnLst/>
              <a:rect l="0" t="0" r="0" b="0"/>
              <a:pathLst>
                <a:path w="25129" h="104977">
                  <a:moveTo>
                    <a:pt x="0" y="0"/>
                  </a:moveTo>
                  <a:lnTo>
                    <a:pt x="25129" y="10497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49" name="Candidate_receptor__3548">
              <a:extLst>
                <a:ext uri="{FF2B5EF4-FFF2-40B4-BE49-F238E27FC236}">
                  <a16:creationId xmlns:a16="http://schemas.microsoft.com/office/drawing/2014/main" id="{2CDECDB8-D366-604C-D321-1575A8D9F774}"/>
                </a:ext>
              </a:extLst>
            </p:cNvPr>
            <p:cNvSpPr>
              <a:spLocks noGrp="1"/>
            </p:cNvSpPr>
            <p:nvPr/>
          </p:nvSpPr>
          <p:spPr>
            <a:xfrm>
              <a:off x="4315298" y="2948369"/>
              <a:ext cx="69160" cy="24838"/>
            </a:xfrm>
            <a:custGeom>
              <a:avLst/>
              <a:gdLst/>
              <a:ahLst/>
              <a:cxnLst/>
              <a:rect l="0" t="0" r="0" b="0"/>
              <a:pathLst>
                <a:path w="69160" h="24838">
                  <a:moveTo>
                    <a:pt x="69160" y="24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0" name="Candidate_receptor__3549">
              <a:extLst>
                <a:ext uri="{FF2B5EF4-FFF2-40B4-BE49-F238E27FC236}">
                  <a16:creationId xmlns:a16="http://schemas.microsoft.com/office/drawing/2014/main" id="{9B9C75FD-2585-3F59-BF48-A91447E762A0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502929"/>
              <a:ext cx="15165" cy="111786"/>
            </a:xfrm>
            <a:custGeom>
              <a:avLst/>
              <a:gdLst/>
              <a:ahLst/>
              <a:cxnLst/>
              <a:rect l="0" t="0" r="0" b="0"/>
              <a:pathLst>
                <a:path w="15165" h="111786">
                  <a:moveTo>
                    <a:pt x="15165" y="11178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1" name="Candidate_receptor__3550">
              <a:extLst>
                <a:ext uri="{FF2B5EF4-FFF2-40B4-BE49-F238E27FC236}">
                  <a16:creationId xmlns:a16="http://schemas.microsoft.com/office/drawing/2014/main" id="{8AD12228-324F-CFB2-336F-FB11A32812D0}"/>
                </a:ext>
              </a:extLst>
            </p:cNvPr>
            <p:cNvSpPr>
              <a:spLocks noGrp="1"/>
            </p:cNvSpPr>
            <p:nvPr/>
          </p:nvSpPr>
          <p:spPr>
            <a:xfrm>
              <a:off x="5032007" y="2958045"/>
              <a:ext cx="44101" cy="88304"/>
            </a:xfrm>
            <a:custGeom>
              <a:avLst/>
              <a:gdLst/>
              <a:ahLst/>
              <a:cxnLst/>
              <a:rect l="0" t="0" r="0" b="0"/>
              <a:pathLst>
                <a:path w="44101" h="88304">
                  <a:moveTo>
                    <a:pt x="0" y="0"/>
                  </a:moveTo>
                  <a:lnTo>
                    <a:pt x="44101" y="8830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2" name="Candidate_receptor__3551">
              <a:extLst>
                <a:ext uri="{FF2B5EF4-FFF2-40B4-BE49-F238E27FC236}">
                  <a16:creationId xmlns:a16="http://schemas.microsoft.com/office/drawing/2014/main" id="{002C040B-F7DB-AF47-031D-16C99941C76A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58045"/>
              <a:ext cx="101644" cy="20065"/>
            </a:xfrm>
            <a:custGeom>
              <a:avLst/>
              <a:gdLst/>
              <a:ahLst/>
              <a:cxnLst/>
              <a:rect l="0" t="0" r="0" b="0"/>
              <a:pathLst>
                <a:path w="101644" h="20065">
                  <a:moveTo>
                    <a:pt x="0" y="20065"/>
                  </a:moveTo>
                  <a:lnTo>
                    <a:pt x="10164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3" name="Candidate_receptor__3552">
              <a:extLst>
                <a:ext uri="{FF2B5EF4-FFF2-40B4-BE49-F238E27FC236}">
                  <a16:creationId xmlns:a16="http://schemas.microsoft.com/office/drawing/2014/main" id="{F5980AAA-F81A-0356-12CA-6A7DA74978AD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91458" cy="5229"/>
            </a:xfrm>
            <a:custGeom>
              <a:avLst/>
              <a:gdLst/>
              <a:ahLst/>
              <a:cxnLst/>
              <a:rect l="0" t="0" r="0" b="0"/>
              <a:pathLst>
                <a:path w="91458" h="5229">
                  <a:moveTo>
                    <a:pt x="91458" y="52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4" name="Candidate_receptor__3553">
              <a:extLst>
                <a:ext uri="{FF2B5EF4-FFF2-40B4-BE49-F238E27FC236}">
                  <a16:creationId xmlns:a16="http://schemas.microsoft.com/office/drawing/2014/main" id="{8FCC0A70-202F-07FC-0791-32AEA91782C5}"/>
                </a:ext>
              </a:extLst>
            </p:cNvPr>
            <p:cNvSpPr>
              <a:spLocks noGrp="1"/>
            </p:cNvSpPr>
            <p:nvPr/>
          </p:nvSpPr>
          <p:spPr>
            <a:xfrm>
              <a:off x="5335186" y="2866935"/>
              <a:ext cx="111935" cy="20497"/>
            </a:xfrm>
            <a:custGeom>
              <a:avLst/>
              <a:gdLst/>
              <a:ahLst/>
              <a:cxnLst/>
              <a:rect l="0" t="0" r="0" b="0"/>
              <a:pathLst>
                <a:path w="111935" h="20497">
                  <a:moveTo>
                    <a:pt x="111935" y="0"/>
                  </a:moveTo>
                  <a:lnTo>
                    <a:pt x="0" y="2049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5" name="Candidate_receptor__3554">
              <a:extLst>
                <a:ext uri="{FF2B5EF4-FFF2-40B4-BE49-F238E27FC236}">
                  <a16:creationId xmlns:a16="http://schemas.microsoft.com/office/drawing/2014/main" id="{1FD12BDB-5AFF-DDAF-1403-9699BE04BF36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809496"/>
              <a:ext cx="31615" cy="14271"/>
            </a:xfrm>
            <a:custGeom>
              <a:avLst/>
              <a:gdLst/>
              <a:ahLst/>
              <a:cxnLst/>
              <a:rect l="0" t="0" r="0" b="0"/>
              <a:pathLst>
                <a:path w="31615" h="14271">
                  <a:moveTo>
                    <a:pt x="31615" y="0"/>
                  </a:moveTo>
                  <a:lnTo>
                    <a:pt x="0" y="1427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6" name="Candidate_receptor__3555">
              <a:extLst>
                <a:ext uri="{FF2B5EF4-FFF2-40B4-BE49-F238E27FC236}">
                  <a16:creationId xmlns:a16="http://schemas.microsoft.com/office/drawing/2014/main" id="{60F33EF8-0616-0055-DD8C-9FD8327DB548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43798"/>
              <a:ext cx="42965" cy="46380"/>
            </a:xfrm>
            <a:custGeom>
              <a:avLst/>
              <a:gdLst/>
              <a:ahLst/>
              <a:cxnLst/>
              <a:rect l="0" t="0" r="0" b="0"/>
              <a:pathLst>
                <a:path w="42965" h="46380">
                  <a:moveTo>
                    <a:pt x="42965" y="0"/>
                  </a:moveTo>
                  <a:lnTo>
                    <a:pt x="0" y="4638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7" name="Candidate_receptor__3556">
              <a:extLst>
                <a:ext uri="{FF2B5EF4-FFF2-40B4-BE49-F238E27FC236}">
                  <a16:creationId xmlns:a16="http://schemas.microsoft.com/office/drawing/2014/main" id="{C413FED4-3C81-B16E-B797-F495A576E75B}"/>
                </a:ext>
              </a:extLst>
            </p:cNvPr>
            <p:cNvSpPr>
              <a:spLocks noGrp="1"/>
            </p:cNvSpPr>
            <p:nvPr/>
          </p:nvSpPr>
          <p:spPr>
            <a:xfrm>
              <a:off x="3954708" y="2552808"/>
              <a:ext cx="13978" cy="95323"/>
            </a:xfrm>
            <a:custGeom>
              <a:avLst/>
              <a:gdLst/>
              <a:ahLst/>
              <a:cxnLst/>
              <a:rect l="0" t="0" r="0" b="0"/>
              <a:pathLst>
                <a:path w="13978" h="95323">
                  <a:moveTo>
                    <a:pt x="0" y="95323"/>
                  </a:moveTo>
                  <a:lnTo>
                    <a:pt x="1397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8" name="Candidate_receptor__3557">
              <a:extLst>
                <a:ext uri="{FF2B5EF4-FFF2-40B4-BE49-F238E27FC236}">
                  <a16:creationId xmlns:a16="http://schemas.microsoft.com/office/drawing/2014/main" id="{1FD9945C-BB4D-5093-178E-2336F6BD5996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98545"/>
              <a:ext cx="63636" cy="61280"/>
            </a:xfrm>
            <a:custGeom>
              <a:avLst/>
              <a:gdLst/>
              <a:ahLst/>
              <a:cxnLst/>
              <a:rect l="0" t="0" r="0" b="0"/>
              <a:pathLst>
                <a:path w="63636" h="61280">
                  <a:moveTo>
                    <a:pt x="63636" y="6128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9" name="Candidate_receptor__3558">
              <a:extLst>
                <a:ext uri="{FF2B5EF4-FFF2-40B4-BE49-F238E27FC236}">
                  <a16:creationId xmlns:a16="http://schemas.microsoft.com/office/drawing/2014/main" id="{F094E7E5-86A1-C1BF-BA6D-F60AC21874F0}"/>
                </a:ext>
              </a:extLst>
            </p:cNvPr>
            <p:cNvSpPr>
              <a:spLocks noGrp="1"/>
            </p:cNvSpPr>
            <p:nvPr/>
          </p:nvSpPr>
          <p:spPr>
            <a:xfrm>
              <a:off x="5609683" y="3328588"/>
              <a:ext cx="85855" cy="35755"/>
            </a:xfrm>
            <a:custGeom>
              <a:avLst/>
              <a:gdLst/>
              <a:ahLst/>
              <a:cxnLst/>
              <a:rect l="0" t="0" r="0" b="0"/>
              <a:pathLst>
                <a:path w="85855" h="35755">
                  <a:moveTo>
                    <a:pt x="85855" y="35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0" name="Candidate_receptor__3559">
              <a:extLst>
                <a:ext uri="{FF2B5EF4-FFF2-40B4-BE49-F238E27FC236}">
                  <a16:creationId xmlns:a16="http://schemas.microsoft.com/office/drawing/2014/main" id="{A1E07C5D-AA2D-BFAC-D2BC-0AB1D183C714}"/>
                </a:ext>
              </a:extLst>
            </p:cNvPr>
            <p:cNvSpPr>
              <a:spLocks noGrp="1"/>
            </p:cNvSpPr>
            <p:nvPr/>
          </p:nvSpPr>
          <p:spPr>
            <a:xfrm>
              <a:off x="3968687" y="2456713"/>
              <a:ext cx="30420" cy="96095"/>
            </a:xfrm>
            <a:custGeom>
              <a:avLst/>
              <a:gdLst/>
              <a:ahLst/>
              <a:cxnLst/>
              <a:rect l="0" t="0" r="0" b="0"/>
              <a:pathLst>
                <a:path w="30420" h="96095">
                  <a:moveTo>
                    <a:pt x="0" y="96095"/>
                  </a:moveTo>
                  <a:lnTo>
                    <a:pt x="3042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1" name="Candidate_receptor__3560">
              <a:extLst>
                <a:ext uri="{FF2B5EF4-FFF2-40B4-BE49-F238E27FC236}">
                  <a16:creationId xmlns:a16="http://schemas.microsoft.com/office/drawing/2014/main" id="{EDEAE5A2-8768-AB79-AF31-D6E3CC0640C8}"/>
                </a:ext>
              </a:extLst>
            </p:cNvPr>
            <p:cNvSpPr>
              <a:spLocks noGrp="1"/>
            </p:cNvSpPr>
            <p:nvPr/>
          </p:nvSpPr>
          <p:spPr>
            <a:xfrm>
              <a:off x="4722450" y="3372221"/>
              <a:ext cx="13002" cy="45691"/>
            </a:xfrm>
            <a:custGeom>
              <a:avLst/>
              <a:gdLst/>
              <a:ahLst/>
              <a:cxnLst/>
              <a:rect l="0" t="0" r="0" b="0"/>
              <a:pathLst>
                <a:path w="13002" h="45691">
                  <a:moveTo>
                    <a:pt x="13002" y="456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2" name="Candidate_receptor__3561">
              <a:extLst>
                <a:ext uri="{FF2B5EF4-FFF2-40B4-BE49-F238E27FC236}">
                  <a16:creationId xmlns:a16="http://schemas.microsoft.com/office/drawing/2014/main" id="{953A7FEB-E75E-54C4-4E90-F3193BF3A325}"/>
                </a:ext>
              </a:extLst>
            </p:cNvPr>
            <p:cNvSpPr>
              <a:spLocks noGrp="1"/>
            </p:cNvSpPr>
            <p:nvPr/>
          </p:nvSpPr>
          <p:spPr>
            <a:xfrm>
              <a:off x="3695597" y="2902112"/>
              <a:ext cx="59400" cy="98319"/>
            </a:xfrm>
            <a:custGeom>
              <a:avLst/>
              <a:gdLst/>
              <a:ahLst/>
              <a:cxnLst/>
              <a:rect l="0" t="0" r="0" b="0"/>
              <a:pathLst>
                <a:path w="59400" h="98319">
                  <a:moveTo>
                    <a:pt x="0" y="98319"/>
                  </a:moveTo>
                  <a:lnTo>
                    <a:pt x="5940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3" name="Candidate_receptor__3562">
              <a:extLst>
                <a:ext uri="{FF2B5EF4-FFF2-40B4-BE49-F238E27FC236}">
                  <a16:creationId xmlns:a16="http://schemas.microsoft.com/office/drawing/2014/main" id="{7D6B79ED-5C0E-34E5-81C7-367CB8526DC6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59369"/>
              <a:ext cx="113902" cy="19324"/>
            </a:xfrm>
            <a:custGeom>
              <a:avLst/>
              <a:gdLst/>
              <a:ahLst/>
              <a:cxnLst/>
              <a:rect l="0" t="0" r="0" b="0"/>
              <a:pathLst>
                <a:path w="113902" h="19324">
                  <a:moveTo>
                    <a:pt x="0" y="19324"/>
                  </a:moveTo>
                  <a:lnTo>
                    <a:pt x="113902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4" name="Candidate_receptor__3563">
              <a:extLst>
                <a:ext uri="{FF2B5EF4-FFF2-40B4-BE49-F238E27FC236}">
                  <a16:creationId xmlns:a16="http://schemas.microsoft.com/office/drawing/2014/main" id="{014A039C-5356-2388-46BF-46365E91A031}"/>
                </a:ext>
              </a:extLst>
            </p:cNvPr>
            <p:cNvSpPr>
              <a:spLocks noGrp="1"/>
            </p:cNvSpPr>
            <p:nvPr/>
          </p:nvSpPr>
          <p:spPr>
            <a:xfrm>
              <a:off x="5469883" y="2422704"/>
              <a:ext cx="65845" cy="93486"/>
            </a:xfrm>
            <a:custGeom>
              <a:avLst/>
              <a:gdLst/>
              <a:ahLst/>
              <a:cxnLst/>
              <a:rect l="0" t="0" r="0" b="0"/>
              <a:pathLst>
                <a:path w="65845" h="93486">
                  <a:moveTo>
                    <a:pt x="0" y="0"/>
                  </a:moveTo>
                  <a:lnTo>
                    <a:pt x="65845" y="93486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5" name="Candidate_receptor__3564">
              <a:extLst>
                <a:ext uri="{FF2B5EF4-FFF2-40B4-BE49-F238E27FC236}">
                  <a16:creationId xmlns:a16="http://schemas.microsoft.com/office/drawing/2014/main" id="{04C7CBEF-651C-6D4B-5C82-EC85B3BFD283}"/>
                </a:ext>
              </a:extLst>
            </p:cNvPr>
            <p:cNvSpPr>
              <a:spLocks noGrp="1"/>
            </p:cNvSpPr>
            <p:nvPr/>
          </p:nvSpPr>
          <p:spPr>
            <a:xfrm>
              <a:off x="5695537" y="3364343"/>
              <a:ext cx="6337" cy="102261"/>
            </a:xfrm>
            <a:custGeom>
              <a:avLst/>
              <a:gdLst/>
              <a:ahLst/>
              <a:cxnLst/>
              <a:rect l="0" t="0" r="0" b="0"/>
              <a:pathLst>
                <a:path w="6337" h="102261">
                  <a:moveTo>
                    <a:pt x="6337" y="102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6" name="Candidate_receptor__3565">
              <a:extLst>
                <a:ext uri="{FF2B5EF4-FFF2-40B4-BE49-F238E27FC236}">
                  <a16:creationId xmlns:a16="http://schemas.microsoft.com/office/drawing/2014/main" id="{97FCD8B3-236C-BB5A-A66E-8207EF6DC476}"/>
                </a:ext>
              </a:extLst>
            </p:cNvPr>
            <p:cNvSpPr>
              <a:spLocks noGrp="1"/>
            </p:cNvSpPr>
            <p:nvPr/>
          </p:nvSpPr>
          <p:spPr>
            <a:xfrm>
              <a:off x="4260717" y="3614715"/>
              <a:ext cx="105705" cy="33649"/>
            </a:xfrm>
            <a:custGeom>
              <a:avLst/>
              <a:gdLst/>
              <a:ahLst/>
              <a:cxnLst/>
              <a:rect l="0" t="0" r="0" b="0"/>
              <a:pathLst>
                <a:path w="105705" h="33649">
                  <a:moveTo>
                    <a:pt x="105705" y="336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7" name="Candidate_receptor__3566">
              <a:extLst>
                <a:ext uri="{FF2B5EF4-FFF2-40B4-BE49-F238E27FC236}">
                  <a16:creationId xmlns:a16="http://schemas.microsoft.com/office/drawing/2014/main" id="{2B1C535D-23C5-AC53-A169-2B789F5B4700}"/>
                </a:ext>
              </a:extLst>
            </p:cNvPr>
            <p:cNvSpPr>
              <a:spLocks noGrp="1"/>
            </p:cNvSpPr>
            <p:nvPr/>
          </p:nvSpPr>
          <p:spPr>
            <a:xfrm>
              <a:off x="4007357" y="3147994"/>
              <a:ext cx="3964" cy="98683"/>
            </a:xfrm>
            <a:custGeom>
              <a:avLst/>
              <a:gdLst/>
              <a:ahLst/>
              <a:cxnLst/>
              <a:rect l="0" t="0" r="0" b="0"/>
              <a:pathLst>
                <a:path w="3964" h="98683">
                  <a:moveTo>
                    <a:pt x="3964" y="0"/>
                  </a:moveTo>
                  <a:lnTo>
                    <a:pt x="0" y="9868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8" name="Candidate_receptor__3567">
              <a:extLst>
                <a:ext uri="{FF2B5EF4-FFF2-40B4-BE49-F238E27FC236}">
                  <a16:creationId xmlns:a16="http://schemas.microsoft.com/office/drawing/2014/main" id="{FBE23FF8-C6B3-ADBB-76D9-302D5CA7392B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78693"/>
              <a:ext cx="13375" cy="112725"/>
            </a:xfrm>
            <a:custGeom>
              <a:avLst/>
              <a:gdLst/>
              <a:ahLst/>
              <a:cxnLst/>
              <a:rect l="0" t="0" r="0" b="0"/>
              <a:pathLst>
                <a:path w="13375" h="112725">
                  <a:moveTo>
                    <a:pt x="13375" y="1127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9" name="Candidate_receptor__3568">
              <a:extLst>
                <a:ext uri="{FF2B5EF4-FFF2-40B4-BE49-F238E27FC236}">
                  <a16:creationId xmlns:a16="http://schemas.microsoft.com/office/drawing/2014/main" id="{B1B0F7A3-0DA0-2161-8D70-72129F9AE9FB}"/>
                </a:ext>
              </a:extLst>
            </p:cNvPr>
            <p:cNvSpPr>
              <a:spLocks noGrp="1"/>
            </p:cNvSpPr>
            <p:nvPr/>
          </p:nvSpPr>
          <p:spPr>
            <a:xfrm>
              <a:off x="4569452" y="2628713"/>
              <a:ext cx="19148" cy="77897"/>
            </a:xfrm>
            <a:custGeom>
              <a:avLst/>
              <a:gdLst/>
              <a:ahLst/>
              <a:cxnLst/>
              <a:rect l="0" t="0" r="0" b="0"/>
              <a:pathLst>
                <a:path w="19148" h="77897">
                  <a:moveTo>
                    <a:pt x="19148" y="0"/>
                  </a:moveTo>
                  <a:lnTo>
                    <a:pt x="0" y="7789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0" name="Candidate_receptor__3569">
              <a:extLst>
                <a:ext uri="{FF2B5EF4-FFF2-40B4-BE49-F238E27FC236}">
                  <a16:creationId xmlns:a16="http://schemas.microsoft.com/office/drawing/2014/main" id="{C041C09A-DE41-F9F9-8BD0-F7A1B3DCB40C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439125"/>
              <a:ext cx="24538" cy="66364"/>
            </a:xfrm>
            <a:custGeom>
              <a:avLst/>
              <a:gdLst/>
              <a:ahLst/>
              <a:cxnLst/>
              <a:rect l="0" t="0" r="0" b="0"/>
              <a:pathLst>
                <a:path w="24538" h="66364">
                  <a:moveTo>
                    <a:pt x="0" y="66364"/>
                  </a:moveTo>
                  <a:lnTo>
                    <a:pt x="24538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1" name="Candidate_receptor__3570">
              <a:extLst>
                <a:ext uri="{FF2B5EF4-FFF2-40B4-BE49-F238E27FC236}">
                  <a16:creationId xmlns:a16="http://schemas.microsoft.com/office/drawing/2014/main" id="{CFF1D51D-0AD2-9C65-F015-E18724885C78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825882"/>
              <a:ext cx="51157" cy="89001"/>
            </a:xfrm>
            <a:custGeom>
              <a:avLst/>
              <a:gdLst/>
              <a:ahLst/>
              <a:cxnLst/>
              <a:rect l="0" t="0" r="0" b="0"/>
              <a:pathLst>
                <a:path w="51157" h="89001">
                  <a:moveTo>
                    <a:pt x="51157" y="890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2" name="Candidate_receptor__3571">
              <a:extLst>
                <a:ext uri="{FF2B5EF4-FFF2-40B4-BE49-F238E27FC236}">
                  <a16:creationId xmlns:a16="http://schemas.microsoft.com/office/drawing/2014/main" id="{9BDF5B00-98E5-C9E3-7EFF-9DACB9411324}"/>
                </a:ext>
              </a:extLst>
            </p:cNvPr>
            <p:cNvSpPr>
              <a:spLocks noGrp="1"/>
            </p:cNvSpPr>
            <p:nvPr/>
          </p:nvSpPr>
          <p:spPr>
            <a:xfrm>
              <a:off x="3754998" y="2878322"/>
              <a:ext cx="109579" cy="23791"/>
            </a:xfrm>
            <a:custGeom>
              <a:avLst/>
              <a:gdLst/>
              <a:ahLst/>
              <a:cxnLst/>
              <a:rect l="0" t="0" r="0" b="0"/>
              <a:pathLst>
                <a:path w="109579" h="23791">
                  <a:moveTo>
                    <a:pt x="0" y="23791"/>
                  </a:moveTo>
                  <a:lnTo>
                    <a:pt x="109579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3" name="Candidate_receptor__3572">
              <a:extLst>
                <a:ext uri="{FF2B5EF4-FFF2-40B4-BE49-F238E27FC236}">
                  <a16:creationId xmlns:a16="http://schemas.microsoft.com/office/drawing/2014/main" id="{5195CB56-F466-44AF-FE1E-3F554F961DEB}"/>
                </a:ext>
              </a:extLst>
            </p:cNvPr>
            <p:cNvSpPr>
              <a:spLocks noGrp="1"/>
            </p:cNvSpPr>
            <p:nvPr/>
          </p:nvSpPr>
          <p:spPr>
            <a:xfrm>
              <a:off x="5254781" y="2653858"/>
              <a:ext cx="15251" cy="54772"/>
            </a:xfrm>
            <a:custGeom>
              <a:avLst/>
              <a:gdLst/>
              <a:ahLst/>
              <a:cxnLst/>
              <a:rect l="0" t="0" r="0" b="0"/>
              <a:pathLst>
                <a:path w="15251" h="54772">
                  <a:moveTo>
                    <a:pt x="15251" y="0"/>
                  </a:moveTo>
                  <a:lnTo>
                    <a:pt x="0" y="5477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4" name="Candidate_receptor__3573">
              <a:extLst>
                <a:ext uri="{FF2B5EF4-FFF2-40B4-BE49-F238E27FC236}">
                  <a16:creationId xmlns:a16="http://schemas.microsoft.com/office/drawing/2014/main" id="{203757D6-8623-2547-4125-BD66F07AE19F}"/>
                </a:ext>
              </a:extLst>
            </p:cNvPr>
            <p:cNvSpPr>
              <a:spLocks noGrp="1"/>
            </p:cNvSpPr>
            <p:nvPr/>
          </p:nvSpPr>
          <p:spPr>
            <a:xfrm>
              <a:off x="4821748" y="3878785"/>
              <a:ext cx="7916" cy="90798"/>
            </a:xfrm>
            <a:custGeom>
              <a:avLst/>
              <a:gdLst/>
              <a:ahLst/>
              <a:cxnLst/>
              <a:rect l="0" t="0" r="0" b="0"/>
              <a:pathLst>
                <a:path w="7916" h="90798">
                  <a:moveTo>
                    <a:pt x="7916" y="9079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5" name="Candidate_receptor__3574">
              <a:extLst>
                <a:ext uri="{FF2B5EF4-FFF2-40B4-BE49-F238E27FC236}">
                  <a16:creationId xmlns:a16="http://schemas.microsoft.com/office/drawing/2014/main" id="{9DDF1C0B-46F3-AA5D-E6CC-84157880E4D0}"/>
                </a:ext>
              </a:extLst>
            </p:cNvPr>
            <p:cNvSpPr>
              <a:spLocks noGrp="1"/>
            </p:cNvSpPr>
            <p:nvPr/>
          </p:nvSpPr>
          <p:spPr>
            <a:xfrm>
              <a:off x="5806487" y="1791144"/>
              <a:ext cx="112429" cy="6015"/>
            </a:xfrm>
            <a:custGeom>
              <a:avLst/>
              <a:gdLst/>
              <a:ahLst/>
              <a:cxnLst/>
              <a:rect l="0" t="0" r="0" b="0"/>
              <a:pathLst>
                <a:path w="112429" h="6015">
                  <a:moveTo>
                    <a:pt x="0" y="6015"/>
                  </a:moveTo>
                  <a:lnTo>
                    <a:pt x="11242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6" name="Candidate_receptor__3575">
              <a:extLst>
                <a:ext uri="{FF2B5EF4-FFF2-40B4-BE49-F238E27FC236}">
                  <a16:creationId xmlns:a16="http://schemas.microsoft.com/office/drawing/2014/main" id="{D183FF00-371D-C944-8CAE-94127CCB1316}"/>
                </a:ext>
              </a:extLst>
            </p:cNvPr>
            <p:cNvSpPr>
              <a:spLocks noGrp="1"/>
            </p:cNvSpPr>
            <p:nvPr/>
          </p:nvSpPr>
          <p:spPr>
            <a:xfrm>
              <a:off x="4114049" y="3182833"/>
              <a:ext cx="40678" cy="11716"/>
            </a:xfrm>
            <a:custGeom>
              <a:avLst/>
              <a:gdLst/>
              <a:ahLst/>
              <a:cxnLst/>
              <a:rect l="0" t="0" r="0" b="0"/>
              <a:pathLst>
                <a:path w="40678" h="11716">
                  <a:moveTo>
                    <a:pt x="40678" y="117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7" name="Candidate_receptor__3576">
              <a:extLst>
                <a:ext uri="{FF2B5EF4-FFF2-40B4-BE49-F238E27FC236}">
                  <a16:creationId xmlns:a16="http://schemas.microsoft.com/office/drawing/2014/main" id="{AAF65E7A-5583-D612-927C-158E8607D43D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21767"/>
              <a:ext cx="81114" cy="75640"/>
            </a:xfrm>
            <a:custGeom>
              <a:avLst/>
              <a:gdLst/>
              <a:ahLst/>
              <a:cxnLst/>
              <a:rect l="0" t="0" r="0" b="0"/>
              <a:pathLst>
                <a:path w="81114" h="75640">
                  <a:moveTo>
                    <a:pt x="81114" y="0"/>
                  </a:moveTo>
                  <a:lnTo>
                    <a:pt x="0" y="7564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8" name="Candidate_receptor__3577">
              <a:extLst>
                <a:ext uri="{FF2B5EF4-FFF2-40B4-BE49-F238E27FC236}">
                  <a16:creationId xmlns:a16="http://schemas.microsoft.com/office/drawing/2014/main" id="{DDD57A20-9C93-ECA0-598A-65B2E7E31196}"/>
                </a:ext>
              </a:extLst>
            </p:cNvPr>
            <p:cNvSpPr>
              <a:spLocks noGrp="1"/>
            </p:cNvSpPr>
            <p:nvPr/>
          </p:nvSpPr>
          <p:spPr>
            <a:xfrm>
              <a:off x="4156360" y="3043798"/>
              <a:ext cx="103903" cy="42405"/>
            </a:xfrm>
            <a:custGeom>
              <a:avLst/>
              <a:gdLst/>
              <a:ahLst/>
              <a:cxnLst/>
              <a:rect l="0" t="0" r="0" b="0"/>
              <a:pathLst>
                <a:path w="103903" h="42405">
                  <a:moveTo>
                    <a:pt x="103903" y="424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9" name="Candidate_receptor__3578">
              <a:extLst>
                <a:ext uri="{FF2B5EF4-FFF2-40B4-BE49-F238E27FC236}">
                  <a16:creationId xmlns:a16="http://schemas.microsoft.com/office/drawing/2014/main" id="{0F1742E9-9508-CCD5-BAA5-086DC944997F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45575"/>
              <a:ext cx="28540" cy="13338"/>
            </a:xfrm>
            <a:custGeom>
              <a:avLst/>
              <a:gdLst/>
              <a:ahLst/>
              <a:cxnLst/>
              <a:rect l="0" t="0" r="0" b="0"/>
              <a:pathLst>
                <a:path w="28540" h="13338">
                  <a:moveTo>
                    <a:pt x="0" y="13338"/>
                  </a:moveTo>
                  <a:lnTo>
                    <a:pt x="2854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0" name="Candidate_receptor__3579">
              <a:extLst>
                <a:ext uri="{FF2B5EF4-FFF2-40B4-BE49-F238E27FC236}">
                  <a16:creationId xmlns:a16="http://schemas.microsoft.com/office/drawing/2014/main" id="{36BDB454-3049-7268-EAC0-AA81E22D7064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33040" cy="74549"/>
            </a:xfrm>
            <a:custGeom>
              <a:avLst/>
              <a:gdLst/>
              <a:ahLst/>
              <a:cxnLst/>
              <a:rect l="0" t="0" r="0" b="0"/>
              <a:pathLst>
                <a:path w="33040" h="74549">
                  <a:moveTo>
                    <a:pt x="0" y="0"/>
                  </a:moveTo>
                  <a:lnTo>
                    <a:pt x="33040" y="74549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1" name="Candidate_receptor__3580">
              <a:extLst>
                <a:ext uri="{FF2B5EF4-FFF2-40B4-BE49-F238E27FC236}">
                  <a16:creationId xmlns:a16="http://schemas.microsoft.com/office/drawing/2014/main" id="{D14C87B6-521D-8E8E-DDA5-AD5B93BDBD99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97407"/>
              <a:ext cx="69914" cy="89384"/>
            </a:xfrm>
            <a:custGeom>
              <a:avLst/>
              <a:gdLst/>
              <a:ahLst/>
              <a:cxnLst/>
              <a:rect l="0" t="0" r="0" b="0"/>
              <a:pathLst>
                <a:path w="69914" h="89384">
                  <a:moveTo>
                    <a:pt x="0" y="0"/>
                  </a:moveTo>
                  <a:lnTo>
                    <a:pt x="69914" y="8938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2" name="Candidate_receptor__3581">
              <a:extLst>
                <a:ext uri="{FF2B5EF4-FFF2-40B4-BE49-F238E27FC236}">
                  <a16:creationId xmlns:a16="http://schemas.microsoft.com/office/drawing/2014/main" id="{0E901A96-0B20-3148-D68F-73B64F4B1383}"/>
                </a:ext>
              </a:extLst>
            </p:cNvPr>
            <p:cNvSpPr>
              <a:spLocks noGrp="1"/>
            </p:cNvSpPr>
            <p:nvPr/>
          </p:nvSpPr>
          <p:spPr>
            <a:xfrm>
              <a:off x="3983707" y="3246677"/>
              <a:ext cx="23649" cy="42561"/>
            </a:xfrm>
            <a:custGeom>
              <a:avLst/>
              <a:gdLst/>
              <a:ahLst/>
              <a:cxnLst/>
              <a:rect l="0" t="0" r="0" b="0"/>
              <a:pathLst>
                <a:path w="23649" h="42561">
                  <a:moveTo>
                    <a:pt x="23649" y="0"/>
                  </a:moveTo>
                  <a:lnTo>
                    <a:pt x="0" y="4256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3" name="Candidate_receptor__3582">
              <a:extLst>
                <a:ext uri="{FF2B5EF4-FFF2-40B4-BE49-F238E27FC236}">
                  <a16:creationId xmlns:a16="http://schemas.microsoft.com/office/drawing/2014/main" id="{23BB8DC5-96CE-B8FC-3F3C-4E85B1A5C6E7}"/>
                </a:ext>
              </a:extLst>
            </p:cNvPr>
            <p:cNvSpPr>
              <a:spLocks noGrp="1"/>
            </p:cNvSpPr>
            <p:nvPr/>
          </p:nvSpPr>
          <p:spPr>
            <a:xfrm>
              <a:off x="5198421" y="2955963"/>
              <a:ext cx="49085" cy="85281"/>
            </a:xfrm>
            <a:custGeom>
              <a:avLst/>
              <a:gdLst/>
              <a:ahLst/>
              <a:cxnLst/>
              <a:rect l="0" t="0" r="0" b="0"/>
              <a:pathLst>
                <a:path w="49085" h="85281">
                  <a:moveTo>
                    <a:pt x="0" y="0"/>
                  </a:moveTo>
                  <a:lnTo>
                    <a:pt x="49085" y="85281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4" name="Candidate_receptor__3583">
              <a:extLst>
                <a:ext uri="{FF2B5EF4-FFF2-40B4-BE49-F238E27FC236}">
                  <a16:creationId xmlns:a16="http://schemas.microsoft.com/office/drawing/2014/main" id="{2DCD2B8C-4061-D17B-2CCB-0B6D32A72E57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857633"/>
              <a:ext cx="15935" cy="73110"/>
            </a:xfrm>
            <a:custGeom>
              <a:avLst/>
              <a:gdLst/>
              <a:ahLst/>
              <a:cxnLst/>
              <a:rect l="0" t="0" r="0" b="0"/>
              <a:pathLst>
                <a:path w="15935" h="73110">
                  <a:moveTo>
                    <a:pt x="0" y="0"/>
                  </a:moveTo>
                  <a:lnTo>
                    <a:pt x="15935" y="7311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5" name="Candidate_receptor__3584">
              <a:extLst>
                <a:ext uri="{FF2B5EF4-FFF2-40B4-BE49-F238E27FC236}">
                  <a16:creationId xmlns:a16="http://schemas.microsoft.com/office/drawing/2014/main" id="{54CB6245-1B1F-4F8D-3ABC-44CC196D6796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97552"/>
              <a:ext cx="13472" cy="10413"/>
            </a:xfrm>
            <a:custGeom>
              <a:avLst/>
              <a:gdLst/>
              <a:ahLst/>
              <a:cxnLst/>
              <a:rect l="0" t="0" r="0" b="0"/>
              <a:pathLst>
                <a:path w="13472" h="10413">
                  <a:moveTo>
                    <a:pt x="0" y="0"/>
                  </a:moveTo>
                  <a:lnTo>
                    <a:pt x="13472" y="10413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6" name="Candidate_receptor__3585">
              <a:extLst>
                <a:ext uri="{FF2B5EF4-FFF2-40B4-BE49-F238E27FC236}">
                  <a16:creationId xmlns:a16="http://schemas.microsoft.com/office/drawing/2014/main" id="{D2DAACBE-F7CA-EEFC-2B08-96FD11587A85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414309"/>
              <a:ext cx="13975" cy="13094"/>
            </a:xfrm>
            <a:custGeom>
              <a:avLst/>
              <a:gdLst/>
              <a:ahLst/>
              <a:cxnLst/>
              <a:rect l="0" t="0" r="0" b="0"/>
              <a:pathLst>
                <a:path w="13975" h="13094">
                  <a:moveTo>
                    <a:pt x="0" y="13094"/>
                  </a:moveTo>
                  <a:lnTo>
                    <a:pt x="139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7" name="Candidate_receptor__3586">
              <a:extLst>
                <a:ext uri="{FF2B5EF4-FFF2-40B4-BE49-F238E27FC236}">
                  <a16:creationId xmlns:a16="http://schemas.microsoft.com/office/drawing/2014/main" id="{0734C703-370A-CE3A-8609-A642D438B944}"/>
                </a:ext>
              </a:extLst>
            </p:cNvPr>
            <p:cNvSpPr>
              <a:spLocks noGrp="1"/>
            </p:cNvSpPr>
            <p:nvPr/>
          </p:nvSpPr>
          <p:spPr>
            <a:xfrm>
              <a:off x="5874749" y="3123909"/>
              <a:ext cx="45075" cy="73234"/>
            </a:xfrm>
            <a:custGeom>
              <a:avLst/>
              <a:gdLst/>
              <a:ahLst/>
              <a:cxnLst/>
              <a:rect l="0" t="0" r="0" b="0"/>
              <a:pathLst>
                <a:path w="45075" h="73234">
                  <a:moveTo>
                    <a:pt x="0" y="73234"/>
                  </a:moveTo>
                  <a:lnTo>
                    <a:pt x="450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8" name="Candidate_receptor__3587">
              <a:extLst>
                <a:ext uri="{FF2B5EF4-FFF2-40B4-BE49-F238E27FC236}">
                  <a16:creationId xmlns:a16="http://schemas.microsoft.com/office/drawing/2014/main" id="{DD8EA603-3F31-4B72-2E07-F0566FDB6AD1}"/>
                </a:ext>
              </a:extLst>
            </p:cNvPr>
            <p:cNvSpPr>
              <a:spLocks noGrp="1"/>
            </p:cNvSpPr>
            <p:nvPr/>
          </p:nvSpPr>
          <p:spPr>
            <a:xfrm>
              <a:off x="4179167" y="2710329"/>
              <a:ext cx="55399" cy="99167"/>
            </a:xfrm>
            <a:custGeom>
              <a:avLst/>
              <a:gdLst/>
              <a:ahLst/>
              <a:cxnLst/>
              <a:rect l="0" t="0" r="0" b="0"/>
              <a:pathLst>
                <a:path w="55399" h="99167">
                  <a:moveTo>
                    <a:pt x="55399" y="0"/>
                  </a:moveTo>
                  <a:lnTo>
                    <a:pt x="0" y="9916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9" name="Candidate_receptor__3588">
              <a:extLst>
                <a:ext uri="{FF2B5EF4-FFF2-40B4-BE49-F238E27FC236}">
                  <a16:creationId xmlns:a16="http://schemas.microsoft.com/office/drawing/2014/main" id="{4F372B33-9803-1818-B6F8-69F1D90B88F2}"/>
                </a:ext>
              </a:extLst>
            </p:cNvPr>
            <p:cNvSpPr>
              <a:spLocks noGrp="1"/>
            </p:cNvSpPr>
            <p:nvPr/>
          </p:nvSpPr>
          <p:spPr>
            <a:xfrm>
              <a:off x="4343735" y="3261517"/>
              <a:ext cx="40229" cy="75624"/>
            </a:xfrm>
            <a:custGeom>
              <a:avLst/>
              <a:gdLst/>
              <a:ahLst/>
              <a:cxnLst/>
              <a:rect l="0" t="0" r="0" b="0"/>
              <a:pathLst>
                <a:path w="40229" h="75624">
                  <a:moveTo>
                    <a:pt x="40229" y="75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0" name="Candidate_receptor__3589">
              <a:extLst>
                <a:ext uri="{FF2B5EF4-FFF2-40B4-BE49-F238E27FC236}">
                  <a16:creationId xmlns:a16="http://schemas.microsoft.com/office/drawing/2014/main" id="{B305AB94-C18A-ABED-FF3F-5DCA75EF49AB}"/>
                </a:ext>
              </a:extLst>
            </p:cNvPr>
            <p:cNvSpPr>
              <a:spLocks noGrp="1"/>
            </p:cNvSpPr>
            <p:nvPr/>
          </p:nvSpPr>
          <p:spPr>
            <a:xfrm>
              <a:off x="5658648" y="1679951"/>
              <a:ext cx="35514" cy="86548"/>
            </a:xfrm>
            <a:custGeom>
              <a:avLst/>
              <a:gdLst/>
              <a:ahLst/>
              <a:cxnLst/>
              <a:rect l="0" t="0" r="0" b="0"/>
              <a:pathLst>
                <a:path w="35514" h="86548">
                  <a:moveTo>
                    <a:pt x="0" y="86548"/>
                  </a:moveTo>
                  <a:lnTo>
                    <a:pt x="3551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1" name="Candidate_receptor__3590">
              <a:extLst>
                <a:ext uri="{FF2B5EF4-FFF2-40B4-BE49-F238E27FC236}">
                  <a16:creationId xmlns:a16="http://schemas.microsoft.com/office/drawing/2014/main" id="{D50DBA27-1F89-F5F0-6A7C-F141EA0EB667}"/>
                </a:ext>
              </a:extLst>
            </p:cNvPr>
            <p:cNvSpPr>
              <a:spLocks noGrp="1"/>
            </p:cNvSpPr>
            <p:nvPr/>
          </p:nvSpPr>
          <p:spPr>
            <a:xfrm>
              <a:off x="4932409" y="3078935"/>
              <a:ext cx="34909" cy="12293"/>
            </a:xfrm>
            <a:custGeom>
              <a:avLst/>
              <a:gdLst/>
              <a:ahLst/>
              <a:cxnLst/>
              <a:rect l="0" t="0" r="0" b="0"/>
              <a:pathLst>
                <a:path w="34909" h="12293">
                  <a:moveTo>
                    <a:pt x="34909" y="0"/>
                  </a:moveTo>
                  <a:lnTo>
                    <a:pt x="0" y="1229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2" name="Candidate_receptor__3591">
              <a:extLst>
                <a:ext uri="{FF2B5EF4-FFF2-40B4-BE49-F238E27FC236}">
                  <a16:creationId xmlns:a16="http://schemas.microsoft.com/office/drawing/2014/main" id="{56328EF1-8E6A-686E-2B9E-2EB76DE0733E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210107"/>
              <a:ext cx="65880" cy="51409"/>
            </a:xfrm>
            <a:custGeom>
              <a:avLst/>
              <a:gdLst/>
              <a:ahLst/>
              <a:cxnLst/>
              <a:rect l="0" t="0" r="0" b="0"/>
              <a:pathLst>
                <a:path w="65880" h="51409">
                  <a:moveTo>
                    <a:pt x="65880" y="5140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3" name="Candidate_receptor__3592">
              <a:extLst>
                <a:ext uri="{FF2B5EF4-FFF2-40B4-BE49-F238E27FC236}">
                  <a16:creationId xmlns:a16="http://schemas.microsoft.com/office/drawing/2014/main" id="{7E203ECA-0215-D477-F04E-351E47E42418}"/>
                </a:ext>
              </a:extLst>
            </p:cNvPr>
            <p:cNvSpPr>
              <a:spLocks noGrp="1"/>
            </p:cNvSpPr>
            <p:nvPr/>
          </p:nvSpPr>
          <p:spPr>
            <a:xfrm>
              <a:off x="6090531" y="2159746"/>
              <a:ext cx="110940" cy="20285"/>
            </a:xfrm>
            <a:custGeom>
              <a:avLst/>
              <a:gdLst/>
              <a:ahLst/>
              <a:cxnLst/>
              <a:rect l="0" t="0" r="0" b="0"/>
              <a:pathLst>
                <a:path w="110940" h="20285">
                  <a:moveTo>
                    <a:pt x="110940" y="202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4" name="Candidate_receptor__3593">
              <a:extLst>
                <a:ext uri="{FF2B5EF4-FFF2-40B4-BE49-F238E27FC236}">
                  <a16:creationId xmlns:a16="http://schemas.microsoft.com/office/drawing/2014/main" id="{8D53DE9E-F5D1-9DBA-B259-CB48701C5B5F}"/>
                </a:ext>
              </a:extLst>
            </p:cNvPr>
            <p:cNvSpPr>
              <a:spLocks noGrp="1"/>
            </p:cNvSpPr>
            <p:nvPr/>
          </p:nvSpPr>
          <p:spPr>
            <a:xfrm>
              <a:off x="4705008" y="3259825"/>
              <a:ext cx="17442" cy="112397"/>
            </a:xfrm>
            <a:custGeom>
              <a:avLst/>
              <a:gdLst/>
              <a:ahLst/>
              <a:cxnLst/>
              <a:rect l="0" t="0" r="0" b="0"/>
              <a:pathLst>
                <a:path w="17442" h="112397">
                  <a:moveTo>
                    <a:pt x="17442" y="1123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5" name="Candidate_receptor__3594">
              <a:extLst>
                <a:ext uri="{FF2B5EF4-FFF2-40B4-BE49-F238E27FC236}">
                  <a16:creationId xmlns:a16="http://schemas.microsoft.com/office/drawing/2014/main" id="{76F2EEB4-8277-CA3F-4CA7-87908A9E1AF7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720477"/>
              <a:ext cx="44033" cy="105405"/>
            </a:xfrm>
            <a:custGeom>
              <a:avLst/>
              <a:gdLst/>
              <a:ahLst/>
              <a:cxnLst/>
              <a:rect l="0" t="0" r="0" b="0"/>
              <a:pathLst>
                <a:path w="44033" h="105405">
                  <a:moveTo>
                    <a:pt x="0" y="105405"/>
                  </a:moveTo>
                  <a:lnTo>
                    <a:pt x="4403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6" name="Candidate_receptor__3595">
              <a:extLst>
                <a:ext uri="{FF2B5EF4-FFF2-40B4-BE49-F238E27FC236}">
                  <a16:creationId xmlns:a16="http://schemas.microsoft.com/office/drawing/2014/main" id="{96C428A7-0471-6EE4-DF41-7E187D7EF446}"/>
                </a:ext>
              </a:extLst>
            </p:cNvPr>
            <p:cNvSpPr>
              <a:spLocks noGrp="1"/>
            </p:cNvSpPr>
            <p:nvPr/>
          </p:nvSpPr>
          <p:spPr>
            <a:xfrm>
              <a:off x="5581589" y="2278494"/>
              <a:ext cx="70901" cy="78875"/>
            </a:xfrm>
            <a:custGeom>
              <a:avLst/>
              <a:gdLst/>
              <a:ahLst/>
              <a:cxnLst/>
              <a:rect l="0" t="0" r="0" b="0"/>
              <a:pathLst>
                <a:path w="70901" h="78875">
                  <a:moveTo>
                    <a:pt x="0" y="0"/>
                  </a:moveTo>
                  <a:lnTo>
                    <a:pt x="70901" y="78875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7" name="Candidate_receptor__3596">
              <a:extLst>
                <a:ext uri="{FF2B5EF4-FFF2-40B4-BE49-F238E27FC236}">
                  <a16:creationId xmlns:a16="http://schemas.microsoft.com/office/drawing/2014/main" id="{4211C080-D76E-6C67-1A4D-521136CDA5C6}"/>
                </a:ext>
              </a:extLst>
            </p:cNvPr>
            <p:cNvSpPr>
              <a:spLocks noGrp="1"/>
            </p:cNvSpPr>
            <p:nvPr/>
          </p:nvSpPr>
          <p:spPr>
            <a:xfrm>
              <a:off x="4234566" y="2676847"/>
              <a:ext cx="104217" cy="33482"/>
            </a:xfrm>
            <a:custGeom>
              <a:avLst/>
              <a:gdLst/>
              <a:ahLst/>
              <a:cxnLst/>
              <a:rect l="0" t="0" r="0" b="0"/>
              <a:pathLst>
                <a:path w="104217" h="33482">
                  <a:moveTo>
                    <a:pt x="104217" y="0"/>
                  </a:moveTo>
                  <a:lnTo>
                    <a:pt x="0" y="3348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8" name="Candidate_receptor__3597">
              <a:extLst>
                <a:ext uri="{FF2B5EF4-FFF2-40B4-BE49-F238E27FC236}">
                  <a16:creationId xmlns:a16="http://schemas.microsoft.com/office/drawing/2014/main" id="{03F0AC88-5B42-6430-9314-507A2AE8E947}"/>
                </a:ext>
              </a:extLst>
            </p:cNvPr>
            <p:cNvSpPr>
              <a:spLocks noGrp="1"/>
            </p:cNvSpPr>
            <p:nvPr/>
          </p:nvSpPr>
          <p:spPr>
            <a:xfrm>
              <a:off x="5290065" y="2855415"/>
              <a:ext cx="45121" cy="32017"/>
            </a:xfrm>
            <a:custGeom>
              <a:avLst/>
              <a:gdLst/>
              <a:ahLst/>
              <a:cxnLst/>
              <a:rect l="0" t="0" r="0" b="0"/>
              <a:pathLst>
                <a:path w="45121" h="32017">
                  <a:moveTo>
                    <a:pt x="45121" y="3201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9" name="Candidate_receptor__3598">
              <a:extLst>
                <a:ext uri="{FF2B5EF4-FFF2-40B4-BE49-F238E27FC236}">
                  <a16:creationId xmlns:a16="http://schemas.microsoft.com/office/drawing/2014/main" id="{15FA7A27-E806-1BEB-D9A3-17E0FFCD8EDD}"/>
                </a:ext>
              </a:extLst>
            </p:cNvPr>
            <p:cNvSpPr>
              <a:spLocks noGrp="1"/>
            </p:cNvSpPr>
            <p:nvPr/>
          </p:nvSpPr>
          <p:spPr>
            <a:xfrm>
              <a:off x="5225985" y="2431313"/>
              <a:ext cx="83038" cy="55478"/>
            </a:xfrm>
            <a:custGeom>
              <a:avLst/>
              <a:gdLst/>
              <a:ahLst/>
              <a:cxnLst/>
              <a:rect l="0" t="0" r="0" b="0"/>
              <a:pathLst>
                <a:path w="83038" h="55478">
                  <a:moveTo>
                    <a:pt x="0" y="55478"/>
                  </a:moveTo>
                  <a:lnTo>
                    <a:pt x="8303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0" name="Candidate_receptor__3599">
              <a:extLst>
                <a:ext uri="{FF2B5EF4-FFF2-40B4-BE49-F238E27FC236}">
                  <a16:creationId xmlns:a16="http://schemas.microsoft.com/office/drawing/2014/main" id="{4B91E45C-43DB-2B25-1E4E-BFF74FC3BC1F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12187" cy="107797"/>
            </a:xfrm>
            <a:custGeom>
              <a:avLst/>
              <a:gdLst/>
              <a:ahLst/>
              <a:cxnLst/>
              <a:rect l="0" t="0" r="0" b="0"/>
              <a:pathLst>
                <a:path w="12187" h="107797">
                  <a:moveTo>
                    <a:pt x="12187" y="1077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1" name="Candidate_receptor__3600">
              <a:extLst>
                <a:ext uri="{FF2B5EF4-FFF2-40B4-BE49-F238E27FC236}">
                  <a16:creationId xmlns:a16="http://schemas.microsoft.com/office/drawing/2014/main" id="{4EC2F0C9-D051-5DB4-A5E7-57D4AA5526DF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601506"/>
              <a:ext cx="41407" cy="107508"/>
            </a:xfrm>
            <a:custGeom>
              <a:avLst/>
              <a:gdLst/>
              <a:ahLst/>
              <a:cxnLst/>
              <a:rect l="0" t="0" r="0" b="0"/>
              <a:pathLst>
                <a:path w="41407" h="107508">
                  <a:moveTo>
                    <a:pt x="41407" y="107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2" name="Candidate_receptor__3601">
              <a:extLst>
                <a:ext uri="{FF2B5EF4-FFF2-40B4-BE49-F238E27FC236}">
                  <a16:creationId xmlns:a16="http://schemas.microsoft.com/office/drawing/2014/main" id="{AED72BD0-BA26-398D-E799-67506118DBE2}"/>
                </a:ext>
              </a:extLst>
            </p:cNvPr>
            <p:cNvSpPr>
              <a:spLocks noGrp="1"/>
            </p:cNvSpPr>
            <p:nvPr/>
          </p:nvSpPr>
          <p:spPr>
            <a:xfrm>
              <a:off x="4699843" y="3709535"/>
              <a:ext cx="22279" cy="112572"/>
            </a:xfrm>
            <a:custGeom>
              <a:avLst/>
              <a:gdLst/>
              <a:ahLst/>
              <a:cxnLst/>
              <a:rect l="0" t="0" r="0" b="0"/>
              <a:pathLst>
                <a:path w="22279" h="112572">
                  <a:moveTo>
                    <a:pt x="22279" y="1125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3" name="Candidate_receptor__3602">
              <a:extLst>
                <a:ext uri="{FF2B5EF4-FFF2-40B4-BE49-F238E27FC236}">
                  <a16:creationId xmlns:a16="http://schemas.microsoft.com/office/drawing/2014/main" id="{01C089CB-FE18-BCA1-7D52-8F77E3EAC9C6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043341"/>
              <a:ext cx="86082" cy="76548"/>
            </a:xfrm>
            <a:custGeom>
              <a:avLst/>
              <a:gdLst/>
              <a:ahLst/>
              <a:cxnLst/>
              <a:rect l="0" t="0" r="0" b="0"/>
              <a:pathLst>
                <a:path w="86082" h="76548">
                  <a:moveTo>
                    <a:pt x="86082" y="0"/>
                  </a:moveTo>
                  <a:lnTo>
                    <a:pt x="0" y="76548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4" name="Candidate_receptor__3603">
              <a:extLst>
                <a:ext uri="{FF2B5EF4-FFF2-40B4-BE49-F238E27FC236}">
                  <a16:creationId xmlns:a16="http://schemas.microsoft.com/office/drawing/2014/main" id="{DE7CB5F8-C2CB-B7C9-AC3F-09AFED99911A}"/>
                </a:ext>
              </a:extLst>
            </p:cNvPr>
            <p:cNvSpPr>
              <a:spLocks noGrp="1"/>
            </p:cNvSpPr>
            <p:nvPr/>
          </p:nvSpPr>
          <p:spPr>
            <a:xfrm>
              <a:off x="3864576" y="2780031"/>
              <a:ext cx="34120" cy="98291"/>
            </a:xfrm>
            <a:custGeom>
              <a:avLst/>
              <a:gdLst/>
              <a:ahLst/>
              <a:cxnLst/>
              <a:rect l="0" t="0" r="0" b="0"/>
              <a:pathLst>
                <a:path w="34120" h="98291">
                  <a:moveTo>
                    <a:pt x="0" y="98291"/>
                  </a:moveTo>
                  <a:lnTo>
                    <a:pt x="3412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5" name="Candidate_receptor__3604">
              <a:extLst>
                <a:ext uri="{FF2B5EF4-FFF2-40B4-BE49-F238E27FC236}">
                  <a16:creationId xmlns:a16="http://schemas.microsoft.com/office/drawing/2014/main" id="{90BB87A1-51A1-AB4B-516E-AE07797B1E1A}"/>
                </a:ext>
              </a:extLst>
            </p:cNvPr>
            <p:cNvSpPr>
              <a:spLocks noGrp="1"/>
            </p:cNvSpPr>
            <p:nvPr/>
          </p:nvSpPr>
          <p:spPr>
            <a:xfrm>
              <a:off x="5634805" y="1766499"/>
              <a:ext cx="23843" cy="60972"/>
            </a:xfrm>
            <a:custGeom>
              <a:avLst/>
              <a:gdLst/>
              <a:ahLst/>
              <a:cxnLst/>
              <a:rect l="0" t="0" r="0" b="0"/>
              <a:pathLst>
                <a:path w="23843" h="60972">
                  <a:moveTo>
                    <a:pt x="0" y="60972"/>
                  </a:moveTo>
                  <a:lnTo>
                    <a:pt x="2384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6" name="Candidate_receptor__3605">
              <a:extLst>
                <a:ext uri="{FF2B5EF4-FFF2-40B4-BE49-F238E27FC236}">
                  <a16:creationId xmlns:a16="http://schemas.microsoft.com/office/drawing/2014/main" id="{5C2B5068-113B-380E-EF8F-8702235CAC9C}"/>
                </a:ext>
              </a:extLst>
            </p:cNvPr>
            <p:cNvSpPr>
              <a:spLocks noGrp="1"/>
            </p:cNvSpPr>
            <p:nvPr/>
          </p:nvSpPr>
          <p:spPr>
            <a:xfrm>
              <a:off x="4722122" y="3822107"/>
              <a:ext cx="99625" cy="56678"/>
            </a:xfrm>
            <a:custGeom>
              <a:avLst/>
              <a:gdLst/>
              <a:ahLst/>
              <a:cxnLst/>
              <a:rect l="0" t="0" r="0" b="0"/>
              <a:pathLst>
                <a:path w="99625" h="56678">
                  <a:moveTo>
                    <a:pt x="99625" y="566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7" name="Candidate_receptor__3606">
              <a:extLst>
                <a:ext uri="{FF2B5EF4-FFF2-40B4-BE49-F238E27FC236}">
                  <a16:creationId xmlns:a16="http://schemas.microsoft.com/office/drawing/2014/main" id="{06AC58DA-53FD-7D16-67EC-91F398FBACF5}"/>
                </a:ext>
              </a:extLst>
            </p:cNvPr>
            <p:cNvSpPr>
              <a:spLocks noGrp="1"/>
            </p:cNvSpPr>
            <p:nvPr/>
          </p:nvSpPr>
          <p:spPr>
            <a:xfrm>
              <a:off x="6084862" y="2402133"/>
              <a:ext cx="45034" cy="90599"/>
            </a:xfrm>
            <a:custGeom>
              <a:avLst/>
              <a:gdLst/>
              <a:ahLst/>
              <a:cxnLst/>
              <a:rect l="0" t="0" r="0" b="0"/>
              <a:pathLst>
                <a:path w="45034" h="90599">
                  <a:moveTo>
                    <a:pt x="0" y="90599"/>
                  </a:moveTo>
                  <a:lnTo>
                    <a:pt x="45034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8" name="Candidate_receptor__3607">
              <a:extLst>
                <a:ext uri="{FF2B5EF4-FFF2-40B4-BE49-F238E27FC236}">
                  <a16:creationId xmlns:a16="http://schemas.microsoft.com/office/drawing/2014/main" id="{0590BB68-B610-223B-76A6-E1F15F4183CB}"/>
                </a:ext>
              </a:extLst>
            </p:cNvPr>
            <p:cNvSpPr>
              <a:spLocks noGrp="1"/>
            </p:cNvSpPr>
            <p:nvPr/>
          </p:nvSpPr>
          <p:spPr>
            <a:xfrm>
              <a:off x="5384367" y="2515010"/>
              <a:ext cx="14889" cy="49910"/>
            </a:xfrm>
            <a:custGeom>
              <a:avLst/>
              <a:gdLst/>
              <a:ahLst/>
              <a:cxnLst/>
              <a:rect l="0" t="0" r="0" b="0"/>
              <a:pathLst>
                <a:path w="14889" h="49910">
                  <a:moveTo>
                    <a:pt x="0" y="0"/>
                  </a:moveTo>
                  <a:lnTo>
                    <a:pt x="14889" y="4991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9" name="Candidate_receptor__3608">
              <a:extLst>
                <a:ext uri="{FF2B5EF4-FFF2-40B4-BE49-F238E27FC236}">
                  <a16:creationId xmlns:a16="http://schemas.microsoft.com/office/drawing/2014/main" id="{8B6C2420-6DA9-4077-16F3-2BEB8E9B323C}"/>
                </a:ext>
              </a:extLst>
            </p:cNvPr>
            <p:cNvSpPr>
              <a:spLocks noGrp="1"/>
            </p:cNvSpPr>
            <p:nvPr/>
          </p:nvSpPr>
          <p:spPr>
            <a:xfrm>
              <a:off x="5100635" y="3223592"/>
              <a:ext cx="19679" cy="35777"/>
            </a:xfrm>
            <a:custGeom>
              <a:avLst/>
              <a:gdLst/>
              <a:ahLst/>
              <a:cxnLst/>
              <a:rect l="0" t="0" r="0" b="0"/>
              <a:pathLst>
                <a:path w="19679" h="35777">
                  <a:moveTo>
                    <a:pt x="0" y="35777"/>
                  </a:moveTo>
                  <a:lnTo>
                    <a:pt x="1967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10" name="Candidate_receptor__3609">
              <a:extLst>
                <a:ext uri="{FF2B5EF4-FFF2-40B4-BE49-F238E27FC236}">
                  <a16:creationId xmlns:a16="http://schemas.microsoft.com/office/drawing/2014/main" id="{CD115DCF-A37F-46C8-0ECD-B10193B4A73E}"/>
                </a:ext>
              </a:extLst>
            </p:cNvPr>
            <p:cNvSpPr>
              <a:spLocks noGrp="1"/>
            </p:cNvSpPr>
            <p:nvPr/>
          </p:nvSpPr>
          <p:spPr>
            <a:xfrm>
              <a:off x="5903770" y="2439315"/>
              <a:ext cx="31436" cy="110690"/>
            </a:xfrm>
            <a:custGeom>
              <a:avLst/>
              <a:gdLst/>
              <a:ahLst/>
              <a:cxnLst/>
              <a:rect l="0" t="0" r="0" b="0"/>
              <a:pathLst>
                <a:path w="31436" h="110690">
                  <a:moveTo>
                    <a:pt x="0" y="110690"/>
                  </a:moveTo>
                  <a:lnTo>
                    <a:pt x="31436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11" name="Candidate_receptor__3610">
              <a:extLst>
                <a:ext uri="{FF2B5EF4-FFF2-40B4-BE49-F238E27FC236}">
                  <a16:creationId xmlns:a16="http://schemas.microsoft.com/office/drawing/2014/main" id="{082C6545-6555-D1BB-BABE-44A497399F89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06257"/>
              <a:ext cx="94227" cy="35585"/>
            </a:xfrm>
            <a:custGeom>
              <a:avLst/>
              <a:gdLst/>
              <a:ahLst/>
              <a:cxnLst/>
              <a:rect l="0" t="0" r="0" b="0"/>
              <a:pathLst>
                <a:path w="94227" h="35585">
                  <a:moveTo>
                    <a:pt x="94227" y="0"/>
                  </a:moveTo>
                  <a:lnTo>
                    <a:pt x="0" y="3558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2" name="Candidate_receptor__3611">
              <a:extLst>
                <a:ext uri="{FF2B5EF4-FFF2-40B4-BE49-F238E27FC236}">
                  <a16:creationId xmlns:a16="http://schemas.microsoft.com/office/drawing/2014/main" id="{69CC5240-9185-CB61-2363-5C2CE9EFCAAF}"/>
                </a:ext>
              </a:extLst>
            </p:cNvPr>
            <p:cNvSpPr>
              <a:spLocks noGrp="1"/>
            </p:cNvSpPr>
            <p:nvPr/>
          </p:nvSpPr>
          <p:spPr>
            <a:xfrm>
              <a:off x="4900229" y="2752875"/>
              <a:ext cx="23219" cy="91381"/>
            </a:xfrm>
            <a:custGeom>
              <a:avLst/>
              <a:gdLst/>
              <a:ahLst/>
              <a:cxnLst/>
              <a:rect l="0" t="0" r="0" b="0"/>
              <a:pathLst>
                <a:path w="23219" h="91381">
                  <a:moveTo>
                    <a:pt x="23219" y="913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3" name="Candidate_receptor__3612">
              <a:extLst>
                <a:ext uri="{FF2B5EF4-FFF2-40B4-BE49-F238E27FC236}">
                  <a16:creationId xmlns:a16="http://schemas.microsoft.com/office/drawing/2014/main" id="{54482858-4684-A06B-E5E4-54A2E74F3D6C}"/>
                </a:ext>
              </a:extLst>
            </p:cNvPr>
            <p:cNvSpPr>
              <a:spLocks noGrp="1"/>
            </p:cNvSpPr>
            <p:nvPr/>
          </p:nvSpPr>
          <p:spPr>
            <a:xfrm>
              <a:off x="3843923" y="3187696"/>
              <a:ext cx="59748" cy="21030"/>
            </a:xfrm>
            <a:custGeom>
              <a:avLst/>
              <a:gdLst/>
              <a:ahLst/>
              <a:cxnLst/>
              <a:rect l="0" t="0" r="0" b="0"/>
              <a:pathLst>
                <a:path w="59748" h="21030">
                  <a:moveTo>
                    <a:pt x="59748" y="210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14" name="Candidate_receptor__3613">
              <a:extLst>
                <a:ext uri="{FF2B5EF4-FFF2-40B4-BE49-F238E27FC236}">
                  <a16:creationId xmlns:a16="http://schemas.microsoft.com/office/drawing/2014/main" id="{D3F65426-70F2-3DFA-0570-35ED0A9B6F95}"/>
                </a:ext>
              </a:extLst>
            </p:cNvPr>
            <p:cNvSpPr>
              <a:spLocks noGrp="1"/>
            </p:cNvSpPr>
            <p:nvPr/>
          </p:nvSpPr>
          <p:spPr>
            <a:xfrm>
              <a:off x="4011321" y="3147994"/>
              <a:ext cx="102728" cy="34839"/>
            </a:xfrm>
            <a:custGeom>
              <a:avLst/>
              <a:gdLst/>
              <a:ahLst/>
              <a:cxnLst/>
              <a:rect l="0" t="0" r="0" b="0"/>
              <a:pathLst>
                <a:path w="102728" h="34839">
                  <a:moveTo>
                    <a:pt x="102728" y="34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5" name="Candidate_receptor__3614">
              <a:extLst>
                <a:ext uri="{FF2B5EF4-FFF2-40B4-BE49-F238E27FC236}">
                  <a16:creationId xmlns:a16="http://schemas.microsoft.com/office/drawing/2014/main" id="{19C513F8-9507-4C01-DE2D-08706129E852}"/>
                </a:ext>
              </a:extLst>
            </p:cNvPr>
            <p:cNvSpPr>
              <a:spLocks noGrp="1"/>
            </p:cNvSpPr>
            <p:nvPr/>
          </p:nvSpPr>
          <p:spPr>
            <a:xfrm>
              <a:off x="5995755" y="2135748"/>
              <a:ext cx="94776" cy="23998"/>
            </a:xfrm>
            <a:custGeom>
              <a:avLst/>
              <a:gdLst/>
              <a:ahLst/>
              <a:cxnLst/>
              <a:rect l="0" t="0" r="0" b="0"/>
              <a:pathLst>
                <a:path w="94776" h="23998">
                  <a:moveTo>
                    <a:pt x="94776" y="23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6" name="Candidate_receptor__3615">
              <a:extLst>
                <a:ext uri="{FF2B5EF4-FFF2-40B4-BE49-F238E27FC236}">
                  <a16:creationId xmlns:a16="http://schemas.microsoft.com/office/drawing/2014/main" id="{CB3EBD0B-5058-1E3B-E047-81F3E220EA24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905982"/>
              <a:ext cx="18333" cy="112267"/>
            </a:xfrm>
            <a:custGeom>
              <a:avLst/>
              <a:gdLst/>
              <a:ahLst/>
              <a:cxnLst/>
              <a:rect l="0" t="0" r="0" b="0"/>
              <a:pathLst>
                <a:path w="18333" h="112267">
                  <a:moveTo>
                    <a:pt x="18333" y="1122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7" name="Candidate_receptor__3616">
              <a:extLst>
                <a:ext uri="{FF2B5EF4-FFF2-40B4-BE49-F238E27FC236}">
                  <a16:creationId xmlns:a16="http://schemas.microsoft.com/office/drawing/2014/main" id="{3812B145-51C4-9335-23CA-FBFAD5AFB932}"/>
                </a:ext>
              </a:extLst>
            </p:cNvPr>
            <p:cNvSpPr>
              <a:spLocks noGrp="1"/>
            </p:cNvSpPr>
            <p:nvPr/>
          </p:nvSpPr>
          <p:spPr>
            <a:xfrm>
              <a:off x="5841407" y="3043341"/>
              <a:ext cx="78417" cy="80568"/>
            </a:xfrm>
            <a:custGeom>
              <a:avLst/>
              <a:gdLst/>
              <a:ahLst/>
              <a:cxnLst/>
              <a:rect l="0" t="0" r="0" b="0"/>
              <a:pathLst>
                <a:path w="78417" h="80568">
                  <a:moveTo>
                    <a:pt x="78417" y="805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8" name="Candidate_receptor__3617">
              <a:extLst>
                <a:ext uri="{FF2B5EF4-FFF2-40B4-BE49-F238E27FC236}">
                  <a16:creationId xmlns:a16="http://schemas.microsoft.com/office/drawing/2014/main" id="{C7467C2A-B280-D9C9-C42C-689C9F70A267}"/>
                </a:ext>
              </a:extLst>
            </p:cNvPr>
            <p:cNvSpPr>
              <a:spLocks noGrp="1"/>
            </p:cNvSpPr>
            <p:nvPr/>
          </p:nvSpPr>
          <p:spPr>
            <a:xfrm>
              <a:off x="5500244" y="2278494"/>
              <a:ext cx="81345" cy="13750"/>
            </a:xfrm>
            <a:custGeom>
              <a:avLst/>
              <a:gdLst/>
              <a:ahLst/>
              <a:cxnLst/>
              <a:rect l="0" t="0" r="0" b="0"/>
              <a:pathLst>
                <a:path w="81345" h="13750">
                  <a:moveTo>
                    <a:pt x="0" y="13750"/>
                  </a:moveTo>
                  <a:lnTo>
                    <a:pt x="81345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19" name="Candidate_receptor__3618">
              <a:extLst>
                <a:ext uri="{FF2B5EF4-FFF2-40B4-BE49-F238E27FC236}">
                  <a16:creationId xmlns:a16="http://schemas.microsoft.com/office/drawing/2014/main" id="{714E64FB-1BF2-0C93-2D14-6960E4376D26}"/>
                </a:ext>
              </a:extLst>
            </p:cNvPr>
            <p:cNvSpPr>
              <a:spLocks noGrp="1"/>
            </p:cNvSpPr>
            <p:nvPr/>
          </p:nvSpPr>
          <p:spPr>
            <a:xfrm>
              <a:off x="5000108" y="3365027"/>
              <a:ext cx="72499" cy="26391"/>
            </a:xfrm>
            <a:custGeom>
              <a:avLst/>
              <a:gdLst/>
              <a:ahLst/>
              <a:cxnLst/>
              <a:rect l="0" t="0" r="0" b="0"/>
              <a:pathLst>
                <a:path w="72499" h="26391">
                  <a:moveTo>
                    <a:pt x="72499" y="0"/>
                  </a:moveTo>
                  <a:lnTo>
                    <a:pt x="0" y="2639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0" name="Candidate_receptor__3619">
              <a:extLst>
                <a:ext uri="{FF2B5EF4-FFF2-40B4-BE49-F238E27FC236}">
                  <a16:creationId xmlns:a16="http://schemas.microsoft.com/office/drawing/2014/main" id="{406EE2B8-E3FF-E1EF-82F0-5618C79BE5B9}"/>
                </a:ext>
              </a:extLst>
            </p:cNvPr>
            <p:cNvSpPr>
              <a:spLocks noGrp="1"/>
            </p:cNvSpPr>
            <p:nvPr/>
          </p:nvSpPr>
          <p:spPr>
            <a:xfrm>
              <a:off x="4164917" y="3782708"/>
              <a:ext cx="113579" cy="12560"/>
            </a:xfrm>
            <a:custGeom>
              <a:avLst/>
              <a:gdLst/>
              <a:ahLst/>
              <a:cxnLst/>
              <a:rect l="0" t="0" r="0" b="0"/>
              <a:pathLst>
                <a:path w="113579" h="12560">
                  <a:moveTo>
                    <a:pt x="0" y="12560"/>
                  </a:moveTo>
                  <a:lnTo>
                    <a:pt x="11357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1" name="Candidate_receptor__3620">
              <a:extLst>
                <a:ext uri="{FF2B5EF4-FFF2-40B4-BE49-F238E27FC236}">
                  <a16:creationId xmlns:a16="http://schemas.microsoft.com/office/drawing/2014/main" id="{89EFDCB4-7831-C66D-278B-B6EEC3B6B39F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" cy="73096"/>
            </a:xfrm>
            <a:custGeom>
              <a:avLst/>
              <a:gdLst/>
              <a:ahLst/>
              <a:cxnLst/>
              <a:rect l="0" t="0" r="0" b="0"/>
              <a:pathLst>
                <a:path w="95" h="73096">
                  <a:moveTo>
                    <a:pt x="73" y="730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2" name="Candidate_receptor__3621">
              <a:extLst>
                <a:ext uri="{FF2B5EF4-FFF2-40B4-BE49-F238E27FC236}">
                  <a16:creationId xmlns:a16="http://schemas.microsoft.com/office/drawing/2014/main" id="{CF0297F4-E07A-2982-543D-E9DE99B9FFE5}"/>
                </a:ext>
              </a:extLst>
            </p:cNvPr>
            <p:cNvSpPr>
              <a:spLocks noGrp="1"/>
            </p:cNvSpPr>
            <p:nvPr/>
          </p:nvSpPr>
          <p:spPr>
            <a:xfrm>
              <a:off x="4342213" y="3648364"/>
              <a:ext cx="24208" cy="58576"/>
            </a:xfrm>
            <a:custGeom>
              <a:avLst/>
              <a:gdLst/>
              <a:ahLst/>
              <a:cxnLst/>
              <a:rect l="0" t="0" r="0" b="0"/>
              <a:pathLst>
                <a:path w="24208" h="58576">
                  <a:moveTo>
                    <a:pt x="0" y="58576"/>
                  </a:moveTo>
                  <a:lnTo>
                    <a:pt x="2420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3" name="Candidate_receptor__3622">
              <a:extLst>
                <a:ext uri="{FF2B5EF4-FFF2-40B4-BE49-F238E27FC236}">
                  <a16:creationId xmlns:a16="http://schemas.microsoft.com/office/drawing/2014/main" id="{FE07F2E3-CE9F-BE9E-68DA-D2A5AB6ED06E}"/>
                </a:ext>
              </a:extLst>
            </p:cNvPr>
            <p:cNvSpPr>
              <a:spLocks noGrp="1"/>
            </p:cNvSpPr>
            <p:nvPr/>
          </p:nvSpPr>
          <p:spPr>
            <a:xfrm>
              <a:off x="4338783" y="2570655"/>
              <a:ext cx="39469" cy="106192"/>
            </a:xfrm>
            <a:custGeom>
              <a:avLst/>
              <a:gdLst/>
              <a:ahLst/>
              <a:cxnLst/>
              <a:rect l="0" t="0" r="0" b="0"/>
              <a:pathLst>
                <a:path w="39469" h="106192">
                  <a:moveTo>
                    <a:pt x="39469" y="0"/>
                  </a:moveTo>
                  <a:lnTo>
                    <a:pt x="0" y="10619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4" name="Candidate_receptor__3623">
              <a:extLst>
                <a:ext uri="{FF2B5EF4-FFF2-40B4-BE49-F238E27FC236}">
                  <a16:creationId xmlns:a16="http://schemas.microsoft.com/office/drawing/2014/main" id="{747511FF-9B45-15BA-A721-8FD223077079}"/>
                </a:ext>
              </a:extLst>
            </p:cNvPr>
            <p:cNvSpPr>
              <a:spLocks noGrp="1"/>
            </p:cNvSpPr>
            <p:nvPr/>
          </p:nvSpPr>
          <p:spPr>
            <a:xfrm>
              <a:off x="6046638" y="2492732"/>
              <a:ext cx="38224" cy="45998"/>
            </a:xfrm>
            <a:custGeom>
              <a:avLst/>
              <a:gdLst/>
              <a:ahLst/>
              <a:cxnLst/>
              <a:rect l="0" t="0" r="0" b="0"/>
              <a:pathLst>
                <a:path w="38224" h="45998">
                  <a:moveTo>
                    <a:pt x="0" y="45998"/>
                  </a:moveTo>
                  <a:lnTo>
                    <a:pt x="382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5" name="Candidate_receptor__3624">
              <a:extLst>
                <a:ext uri="{FF2B5EF4-FFF2-40B4-BE49-F238E27FC236}">
                  <a16:creationId xmlns:a16="http://schemas.microsoft.com/office/drawing/2014/main" id="{2ABED08C-6651-0F14-8950-CB0EEADBB185}"/>
                </a:ext>
              </a:extLst>
            </p:cNvPr>
            <p:cNvSpPr>
              <a:spLocks noGrp="1"/>
            </p:cNvSpPr>
            <p:nvPr/>
          </p:nvSpPr>
          <p:spPr>
            <a:xfrm>
              <a:off x="3898696" y="2736541"/>
              <a:ext cx="106173" cy="43490"/>
            </a:xfrm>
            <a:custGeom>
              <a:avLst/>
              <a:gdLst/>
              <a:ahLst/>
              <a:cxnLst/>
              <a:rect l="0" t="0" r="0" b="0"/>
              <a:pathLst>
                <a:path w="106173" h="43490">
                  <a:moveTo>
                    <a:pt x="0" y="43490"/>
                  </a:moveTo>
                  <a:lnTo>
                    <a:pt x="10617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6" name="Candidate_receptor__3625">
              <a:extLst>
                <a:ext uri="{FF2B5EF4-FFF2-40B4-BE49-F238E27FC236}">
                  <a16:creationId xmlns:a16="http://schemas.microsoft.com/office/drawing/2014/main" id="{D8541679-8318-29BD-B9DD-B097F851A548}"/>
                </a:ext>
              </a:extLst>
            </p:cNvPr>
            <p:cNvSpPr>
              <a:spLocks noGrp="1"/>
            </p:cNvSpPr>
            <p:nvPr/>
          </p:nvSpPr>
          <p:spPr>
            <a:xfrm>
              <a:off x="5887114" y="2135748"/>
              <a:ext cx="108642" cy="28858"/>
            </a:xfrm>
            <a:custGeom>
              <a:avLst/>
              <a:gdLst/>
              <a:ahLst/>
              <a:cxnLst/>
              <a:rect l="0" t="0" r="0" b="0"/>
              <a:pathLst>
                <a:path w="108642" h="28858">
                  <a:moveTo>
                    <a:pt x="108642" y="0"/>
                  </a:moveTo>
                  <a:lnTo>
                    <a:pt x="0" y="2885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7" name="Candidate_receptor__3626">
              <a:extLst>
                <a:ext uri="{FF2B5EF4-FFF2-40B4-BE49-F238E27FC236}">
                  <a16:creationId xmlns:a16="http://schemas.microsoft.com/office/drawing/2014/main" id="{E486BC46-1507-3A08-1EA5-C82A9FF62F8E}"/>
                </a:ext>
              </a:extLst>
            </p:cNvPr>
            <p:cNvSpPr>
              <a:spLocks noGrp="1"/>
            </p:cNvSpPr>
            <p:nvPr/>
          </p:nvSpPr>
          <p:spPr>
            <a:xfrm>
              <a:off x="6046203" y="2322508"/>
              <a:ext cx="83694" cy="79625"/>
            </a:xfrm>
            <a:custGeom>
              <a:avLst/>
              <a:gdLst/>
              <a:ahLst/>
              <a:cxnLst/>
              <a:rect l="0" t="0" r="0" b="0"/>
              <a:pathLst>
                <a:path w="83694" h="79625">
                  <a:moveTo>
                    <a:pt x="83694" y="796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8" name="Candidate_receptor__3627">
              <a:extLst>
                <a:ext uri="{FF2B5EF4-FFF2-40B4-BE49-F238E27FC236}">
                  <a16:creationId xmlns:a16="http://schemas.microsoft.com/office/drawing/2014/main" id="{FE2540C8-4C5B-20DD-7547-92393715B584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28713"/>
              <a:ext cx="92111" cy="34249"/>
            </a:xfrm>
            <a:custGeom>
              <a:avLst/>
              <a:gdLst/>
              <a:ahLst/>
              <a:cxnLst/>
              <a:rect l="0" t="0" r="0" b="0"/>
              <a:pathLst>
                <a:path w="92111" h="34249">
                  <a:moveTo>
                    <a:pt x="0" y="34249"/>
                  </a:moveTo>
                  <a:lnTo>
                    <a:pt x="92111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9" name="Candidate_receptor__3628">
              <a:extLst>
                <a:ext uri="{FF2B5EF4-FFF2-40B4-BE49-F238E27FC236}">
                  <a16:creationId xmlns:a16="http://schemas.microsoft.com/office/drawing/2014/main" id="{F4EF6EF1-2C35-B52B-7A10-49F976764A56}"/>
                </a:ext>
              </a:extLst>
            </p:cNvPr>
            <p:cNvSpPr>
              <a:spLocks noGrp="1"/>
            </p:cNvSpPr>
            <p:nvPr/>
          </p:nvSpPr>
          <p:spPr>
            <a:xfrm>
              <a:off x="4653660" y="3632660"/>
              <a:ext cx="46183" cy="76875"/>
            </a:xfrm>
            <a:custGeom>
              <a:avLst/>
              <a:gdLst/>
              <a:ahLst/>
              <a:cxnLst/>
              <a:rect l="0" t="0" r="0" b="0"/>
              <a:pathLst>
                <a:path w="46183" h="76875">
                  <a:moveTo>
                    <a:pt x="46183" y="768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0" name="Candidate_receptor__3629">
              <a:extLst>
                <a:ext uri="{FF2B5EF4-FFF2-40B4-BE49-F238E27FC236}">
                  <a16:creationId xmlns:a16="http://schemas.microsoft.com/office/drawing/2014/main" id="{066FD926-130C-0E5D-D1AE-89F502359743}"/>
                </a:ext>
              </a:extLst>
            </p:cNvPr>
            <p:cNvSpPr>
              <a:spLocks noGrp="1"/>
            </p:cNvSpPr>
            <p:nvPr/>
          </p:nvSpPr>
          <p:spPr>
            <a:xfrm>
              <a:off x="4767060" y="2900156"/>
              <a:ext cx="16249" cy="42561"/>
            </a:xfrm>
            <a:custGeom>
              <a:avLst/>
              <a:gdLst/>
              <a:ahLst/>
              <a:cxnLst/>
              <a:rect l="0" t="0" r="0" b="0"/>
              <a:pathLst>
                <a:path w="16249" h="42561">
                  <a:moveTo>
                    <a:pt x="0" y="42561"/>
                  </a:moveTo>
                  <a:lnTo>
                    <a:pt x="1624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1" name="Candidate_receptor__3630">
              <a:extLst>
                <a:ext uri="{FF2B5EF4-FFF2-40B4-BE49-F238E27FC236}">
                  <a16:creationId xmlns:a16="http://schemas.microsoft.com/office/drawing/2014/main" id="{F2CFBFDF-16CD-50A8-15DF-5405B8BDF8CF}"/>
                </a:ext>
              </a:extLst>
            </p:cNvPr>
            <p:cNvSpPr>
              <a:spLocks noGrp="1"/>
            </p:cNvSpPr>
            <p:nvPr/>
          </p:nvSpPr>
          <p:spPr>
            <a:xfrm>
              <a:off x="5753766" y="1759034"/>
              <a:ext cx="52721" cy="38125"/>
            </a:xfrm>
            <a:custGeom>
              <a:avLst/>
              <a:gdLst/>
              <a:ahLst/>
              <a:cxnLst/>
              <a:rect l="0" t="0" r="0" b="0"/>
              <a:pathLst>
                <a:path w="52721" h="38125">
                  <a:moveTo>
                    <a:pt x="0" y="0"/>
                  </a:moveTo>
                  <a:lnTo>
                    <a:pt x="52721" y="3812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2" name="Candidate_receptor__3631">
              <a:extLst>
                <a:ext uri="{FF2B5EF4-FFF2-40B4-BE49-F238E27FC236}">
                  <a16:creationId xmlns:a16="http://schemas.microsoft.com/office/drawing/2014/main" id="{8948F2A7-B7E9-8B2B-6066-04E6BC89094F}"/>
                </a:ext>
              </a:extLst>
            </p:cNvPr>
            <p:cNvSpPr>
              <a:spLocks noGrp="1"/>
            </p:cNvSpPr>
            <p:nvPr/>
          </p:nvSpPr>
          <p:spPr>
            <a:xfrm>
              <a:off x="5390085" y="2292244"/>
              <a:ext cx="110159" cy="6001"/>
            </a:xfrm>
            <a:custGeom>
              <a:avLst/>
              <a:gdLst/>
              <a:ahLst/>
              <a:cxnLst/>
              <a:rect l="0" t="0" r="0" b="0"/>
              <a:pathLst>
                <a:path w="110159" h="6001">
                  <a:moveTo>
                    <a:pt x="0" y="6001"/>
                  </a:moveTo>
                  <a:lnTo>
                    <a:pt x="11015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3" name="Candidate_receptor__3632">
              <a:extLst>
                <a:ext uri="{FF2B5EF4-FFF2-40B4-BE49-F238E27FC236}">
                  <a16:creationId xmlns:a16="http://schemas.microsoft.com/office/drawing/2014/main" id="{81FA05F6-2C33-1CB3-7BA0-E3B728C629C3}"/>
                </a:ext>
              </a:extLst>
            </p:cNvPr>
            <p:cNvSpPr>
              <a:spLocks noGrp="1"/>
            </p:cNvSpPr>
            <p:nvPr/>
          </p:nvSpPr>
          <p:spPr>
            <a:xfrm>
              <a:off x="4278496" y="3706940"/>
              <a:ext cx="63718" cy="75768"/>
            </a:xfrm>
            <a:custGeom>
              <a:avLst/>
              <a:gdLst/>
              <a:ahLst/>
              <a:cxnLst/>
              <a:rect l="0" t="0" r="0" b="0"/>
              <a:pathLst>
                <a:path w="63718" h="75768">
                  <a:moveTo>
                    <a:pt x="0" y="75768"/>
                  </a:moveTo>
                  <a:lnTo>
                    <a:pt x="6371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4" name="Candidate_receptor__3633">
              <a:extLst>
                <a:ext uri="{FF2B5EF4-FFF2-40B4-BE49-F238E27FC236}">
                  <a16:creationId xmlns:a16="http://schemas.microsoft.com/office/drawing/2014/main" id="{D38DD6BB-27C0-272F-8DCA-B6A58EF55AC8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2996948"/>
              <a:ext cx="78633" cy="71044"/>
            </a:xfrm>
            <a:custGeom>
              <a:avLst/>
              <a:gdLst/>
              <a:ahLst/>
              <a:cxnLst/>
              <a:rect l="0" t="0" r="0" b="0"/>
              <a:pathLst>
                <a:path w="78633" h="71044">
                  <a:moveTo>
                    <a:pt x="0" y="71044"/>
                  </a:moveTo>
                  <a:lnTo>
                    <a:pt x="7863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5" name="Candidate_receptor__3634">
              <a:extLst>
                <a:ext uri="{FF2B5EF4-FFF2-40B4-BE49-F238E27FC236}">
                  <a16:creationId xmlns:a16="http://schemas.microsoft.com/office/drawing/2014/main" id="{DA04C013-F7A8-FAE7-9C94-BDB1A15D940B}"/>
                </a:ext>
              </a:extLst>
            </p:cNvPr>
            <p:cNvSpPr>
              <a:spLocks noGrp="1"/>
            </p:cNvSpPr>
            <p:nvPr/>
          </p:nvSpPr>
          <p:spPr>
            <a:xfrm>
              <a:off x="5527370" y="3306257"/>
              <a:ext cx="39607" cy="108052"/>
            </a:xfrm>
            <a:custGeom>
              <a:avLst/>
              <a:gdLst/>
              <a:ahLst/>
              <a:cxnLst/>
              <a:rect l="0" t="0" r="0" b="0"/>
              <a:pathLst>
                <a:path w="39607" h="108052">
                  <a:moveTo>
                    <a:pt x="39607" y="1080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6" name="Candidate_receptor__3635">
              <a:extLst>
                <a:ext uri="{FF2B5EF4-FFF2-40B4-BE49-F238E27FC236}">
                  <a16:creationId xmlns:a16="http://schemas.microsoft.com/office/drawing/2014/main" id="{6B7764AD-4394-1ADC-B2A6-CEA260FD7B7C}"/>
                </a:ext>
              </a:extLst>
            </p:cNvPr>
            <p:cNvSpPr>
              <a:spLocks noGrp="1"/>
            </p:cNvSpPr>
            <p:nvPr/>
          </p:nvSpPr>
          <p:spPr>
            <a:xfrm>
              <a:off x="5798205" y="2113263"/>
              <a:ext cx="88909" cy="51343"/>
            </a:xfrm>
            <a:custGeom>
              <a:avLst/>
              <a:gdLst/>
              <a:ahLst/>
              <a:cxnLst/>
              <a:rect l="0" t="0" r="0" b="0"/>
              <a:pathLst>
                <a:path w="88909" h="51343">
                  <a:moveTo>
                    <a:pt x="88909" y="513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7" name="Candidate_receptor__3636">
              <a:extLst>
                <a:ext uri="{FF2B5EF4-FFF2-40B4-BE49-F238E27FC236}">
                  <a16:creationId xmlns:a16="http://schemas.microsoft.com/office/drawing/2014/main" id="{24B83563-CD86-F03A-01B7-85C6BD25F7C2}"/>
                </a:ext>
              </a:extLst>
            </p:cNvPr>
            <p:cNvSpPr>
              <a:spLocks noGrp="1"/>
            </p:cNvSpPr>
            <p:nvPr/>
          </p:nvSpPr>
          <p:spPr>
            <a:xfrm>
              <a:off x="5229175" y="2558936"/>
              <a:ext cx="40857" cy="94922"/>
            </a:xfrm>
            <a:custGeom>
              <a:avLst/>
              <a:gdLst/>
              <a:ahLst/>
              <a:cxnLst/>
              <a:rect l="0" t="0" r="0" b="0"/>
              <a:pathLst>
                <a:path w="40857" h="94922">
                  <a:moveTo>
                    <a:pt x="0" y="0"/>
                  </a:moveTo>
                  <a:lnTo>
                    <a:pt x="40857" y="9492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8" name="Candidate_receptor__3637">
              <a:extLst>
                <a:ext uri="{FF2B5EF4-FFF2-40B4-BE49-F238E27FC236}">
                  <a16:creationId xmlns:a16="http://schemas.microsoft.com/office/drawing/2014/main" id="{98A810C4-A4C3-16E2-5CA6-B6F4B909AB91}"/>
                </a:ext>
              </a:extLst>
            </p:cNvPr>
            <p:cNvSpPr>
              <a:spLocks noGrp="1"/>
            </p:cNvSpPr>
            <p:nvPr/>
          </p:nvSpPr>
          <p:spPr>
            <a:xfrm>
              <a:off x="5309024" y="2431313"/>
              <a:ext cx="75343" cy="83697"/>
            </a:xfrm>
            <a:custGeom>
              <a:avLst/>
              <a:gdLst/>
              <a:ahLst/>
              <a:cxnLst/>
              <a:rect l="0" t="0" r="0" b="0"/>
              <a:pathLst>
                <a:path w="75343" h="83697">
                  <a:moveTo>
                    <a:pt x="0" y="0"/>
                  </a:moveTo>
                  <a:lnTo>
                    <a:pt x="75343" y="8369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9" name="Candidate_receptor__3638">
              <a:extLst>
                <a:ext uri="{FF2B5EF4-FFF2-40B4-BE49-F238E27FC236}">
                  <a16:creationId xmlns:a16="http://schemas.microsoft.com/office/drawing/2014/main" id="{71907E79-EF25-B9CF-3C06-0A7B0E919D02}"/>
                </a:ext>
              </a:extLst>
            </p:cNvPr>
            <p:cNvSpPr>
              <a:spLocks noGrp="1"/>
            </p:cNvSpPr>
            <p:nvPr/>
          </p:nvSpPr>
          <p:spPr>
            <a:xfrm>
              <a:off x="5762441" y="2442393"/>
              <a:ext cx="44738" cy="68288"/>
            </a:xfrm>
            <a:custGeom>
              <a:avLst/>
              <a:gdLst/>
              <a:ahLst/>
              <a:cxnLst/>
              <a:rect l="0" t="0" r="0" b="0"/>
              <a:pathLst>
                <a:path w="44738" h="68288">
                  <a:moveTo>
                    <a:pt x="0" y="68288"/>
                  </a:moveTo>
                  <a:lnTo>
                    <a:pt x="44738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0" name="Candidate_receptor__3639">
              <a:extLst>
                <a:ext uri="{FF2B5EF4-FFF2-40B4-BE49-F238E27FC236}">
                  <a16:creationId xmlns:a16="http://schemas.microsoft.com/office/drawing/2014/main" id="{E85FB8DE-631B-03E7-516D-060DEF8D3E1E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41243"/>
              <a:ext cx="88149" cy="37739"/>
            </a:xfrm>
            <a:custGeom>
              <a:avLst/>
              <a:gdLst/>
              <a:ahLst/>
              <a:cxnLst/>
              <a:rect l="0" t="0" r="0" b="0"/>
              <a:pathLst>
                <a:path w="88149" h="37739">
                  <a:moveTo>
                    <a:pt x="88149" y="0"/>
                  </a:moveTo>
                  <a:lnTo>
                    <a:pt x="0" y="377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1" name="Candidate_receptor__3640">
              <a:extLst>
                <a:ext uri="{FF2B5EF4-FFF2-40B4-BE49-F238E27FC236}">
                  <a16:creationId xmlns:a16="http://schemas.microsoft.com/office/drawing/2014/main" id="{BBE83D56-7E14-F579-07A8-B76E5A983712}"/>
                </a:ext>
              </a:extLst>
            </p:cNvPr>
            <p:cNvSpPr>
              <a:spLocks noGrp="1"/>
            </p:cNvSpPr>
            <p:nvPr/>
          </p:nvSpPr>
          <p:spPr>
            <a:xfrm>
              <a:off x="5732317" y="2510681"/>
              <a:ext cx="30124" cy="72694"/>
            </a:xfrm>
            <a:custGeom>
              <a:avLst/>
              <a:gdLst/>
              <a:ahLst/>
              <a:cxnLst/>
              <a:rect l="0" t="0" r="0" b="0"/>
              <a:pathLst>
                <a:path w="30124" h="72694">
                  <a:moveTo>
                    <a:pt x="0" y="72694"/>
                  </a:moveTo>
                  <a:lnTo>
                    <a:pt x="301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2" name="Candidate_receptor__3641">
              <a:extLst>
                <a:ext uri="{FF2B5EF4-FFF2-40B4-BE49-F238E27FC236}">
                  <a16:creationId xmlns:a16="http://schemas.microsoft.com/office/drawing/2014/main" id="{5B19092A-7C91-76F9-2DA1-D90418C90624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458108"/>
              <a:ext cx="110718" cy="26639"/>
            </a:xfrm>
            <a:custGeom>
              <a:avLst/>
              <a:gdLst/>
              <a:ahLst/>
              <a:cxnLst/>
              <a:rect l="0" t="0" r="0" b="0"/>
              <a:pathLst>
                <a:path w="110718" h="26639">
                  <a:moveTo>
                    <a:pt x="110718" y="26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3" name="Candidate_receptor__3642">
              <a:extLst>
                <a:ext uri="{FF2B5EF4-FFF2-40B4-BE49-F238E27FC236}">
                  <a16:creationId xmlns:a16="http://schemas.microsoft.com/office/drawing/2014/main" id="{60360C56-B6E9-68A5-AAEE-AD3B6B3C504E}"/>
                </a:ext>
              </a:extLst>
            </p:cNvPr>
            <p:cNvSpPr>
              <a:spLocks noGrp="1"/>
            </p:cNvSpPr>
            <p:nvPr/>
          </p:nvSpPr>
          <p:spPr>
            <a:xfrm>
              <a:off x="3903671" y="3208726"/>
              <a:ext cx="80036" cy="80511"/>
            </a:xfrm>
            <a:custGeom>
              <a:avLst/>
              <a:gdLst/>
              <a:ahLst/>
              <a:cxnLst/>
              <a:rect l="0" t="0" r="0" b="0"/>
              <a:pathLst>
                <a:path w="80036" h="80511">
                  <a:moveTo>
                    <a:pt x="80036" y="805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4" name="Candidate_receptor__3643">
              <a:extLst>
                <a:ext uri="{FF2B5EF4-FFF2-40B4-BE49-F238E27FC236}">
                  <a16:creationId xmlns:a16="http://schemas.microsoft.com/office/drawing/2014/main" id="{385286E6-1B5C-B924-9793-090B50270609}"/>
                </a:ext>
              </a:extLst>
            </p:cNvPr>
            <p:cNvSpPr>
              <a:spLocks noGrp="1"/>
            </p:cNvSpPr>
            <p:nvPr/>
          </p:nvSpPr>
          <p:spPr>
            <a:xfrm>
              <a:off x="5517849" y="1720477"/>
              <a:ext cx="57565" cy="19439"/>
            </a:xfrm>
            <a:custGeom>
              <a:avLst/>
              <a:gdLst/>
              <a:ahLst/>
              <a:cxnLst/>
              <a:rect l="0" t="0" r="0" b="0"/>
              <a:pathLst>
                <a:path w="57565" h="19439">
                  <a:moveTo>
                    <a:pt x="0" y="0"/>
                  </a:moveTo>
                  <a:lnTo>
                    <a:pt x="57565" y="194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5" name="Candidate_receptor__3644">
              <a:extLst>
                <a:ext uri="{FF2B5EF4-FFF2-40B4-BE49-F238E27FC236}">
                  <a16:creationId xmlns:a16="http://schemas.microsoft.com/office/drawing/2014/main" id="{7966786A-E5C0-D91A-FC81-431BF422ED3F}"/>
                </a:ext>
              </a:extLst>
            </p:cNvPr>
            <p:cNvSpPr>
              <a:spLocks noGrp="1"/>
            </p:cNvSpPr>
            <p:nvPr/>
          </p:nvSpPr>
          <p:spPr>
            <a:xfrm>
              <a:off x="5174868" y="2008970"/>
              <a:ext cx="112899" cy="6808"/>
            </a:xfrm>
            <a:custGeom>
              <a:avLst/>
              <a:gdLst/>
              <a:ahLst/>
              <a:cxnLst/>
              <a:rect l="0" t="0" r="0" b="0"/>
              <a:pathLst>
                <a:path w="112899" h="6808">
                  <a:moveTo>
                    <a:pt x="112899" y="0"/>
                  </a:moveTo>
                  <a:lnTo>
                    <a:pt x="0" y="680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6" name="Candidate_receptor__3645">
              <a:extLst>
                <a:ext uri="{FF2B5EF4-FFF2-40B4-BE49-F238E27FC236}">
                  <a16:creationId xmlns:a16="http://schemas.microsoft.com/office/drawing/2014/main" id="{A6FA9F74-B9D6-C6C2-E1F9-B8E9B071B1B6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357369"/>
              <a:ext cx="31154" cy="94083"/>
            </a:xfrm>
            <a:custGeom>
              <a:avLst/>
              <a:gdLst/>
              <a:ahLst/>
              <a:cxnLst/>
              <a:rect l="0" t="0" r="0" b="0"/>
              <a:pathLst>
                <a:path w="31154" h="94083">
                  <a:moveTo>
                    <a:pt x="31154" y="0"/>
                  </a:moveTo>
                  <a:lnTo>
                    <a:pt x="0" y="94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7" name="Candidate_receptor__3646">
              <a:extLst>
                <a:ext uri="{FF2B5EF4-FFF2-40B4-BE49-F238E27FC236}">
                  <a16:creationId xmlns:a16="http://schemas.microsoft.com/office/drawing/2014/main" id="{3C19B1E7-7A88-4A3D-342C-AB75C33C2302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129909"/>
              <a:ext cx="105291" cy="40897"/>
            </a:xfrm>
            <a:custGeom>
              <a:avLst/>
              <a:gdLst/>
              <a:ahLst/>
              <a:cxnLst/>
              <a:rect l="0" t="0" r="0" b="0"/>
              <a:pathLst>
                <a:path w="105291" h="40897">
                  <a:moveTo>
                    <a:pt x="0" y="0"/>
                  </a:moveTo>
                  <a:lnTo>
                    <a:pt x="105291" y="4089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8" name="Candidate_receptor__3647">
              <a:extLst>
                <a:ext uri="{FF2B5EF4-FFF2-40B4-BE49-F238E27FC236}">
                  <a16:creationId xmlns:a16="http://schemas.microsoft.com/office/drawing/2014/main" id="{7333889C-8EC0-ABA6-A7B4-33E438287633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3067992"/>
              <a:ext cx="35569" cy="85241"/>
            </a:xfrm>
            <a:custGeom>
              <a:avLst/>
              <a:gdLst/>
              <a:ahLst/>
              <a:cxnLst/>
              <a:rect l="0" t="0" r="0" b="0"/>
              <a:pathLst>
                <a:path w="35569" h="85241">
                  <a:moveTo>
                    <a:pt x="35569" y="852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9" name="Candidate_receptor__3648">
              <a:extLst>
                <a:ext uri="{FF2B5EF4-FFF2-40B4-BE49-F238E27FC236}">
                  <a16:creationId xmlns:a16="http://schemas.microsoft.com/office/drawing/2014/main" id="{C80BEB7B-A86F-DF0E-39A8-E0A18458C013}"/>
                </a:ext>
              </a:extLst>
            </p:cNvPr>
            <p:cNvSpPr>
              <a:spLocks noGrp="1"/>
            </p:cNvSpPr>
            <p:nvPr/>
          </p:nvSpPr>
          <p:spPr>
            <a:xfrm>
              <a:off x="5935207" y="2439315"/>
              <a:ext cx="56452" cy="1356"/>
            </a:xfrm>
            <a:custGeom>
              <a:avLst/>
              <a:gdLst/>
              <a:ahLst/>
              <a:cxnLst/>
              <a:rect l="0" t="0" r="0" b="0"/>
              <a:pathLst>
                <a:path w="56452" h="1356">
                  <a:moveTo>
                    <a:pt x="0" y="0"/>
                  </a:moveTo>
                  <a:lnTo>
                    <a:pt x="56452" y="13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0" name="Candidate_receptor__3649">
              <a:extLst>
                <a:ext uri="{FF2B5EF4-FFF2-40B4-BE49-F238E27FC236}">
                  <a16:creationId xmlns:a16="http://schemas.microsoft.com/office/drawing/2014/main" id="{E59BC27F-98F3-85BA-8C6C-FE9E99251C80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2958322"/>
              <a:ext cx="11189" cy="91758"/>
            </a:xfrm>
            <a:custGeom>
              <a:avLst/>
              <a:gdLst/>
              <a:ahLst/>
              <a:cxnLst/>
              <a:rect l="0" t="0" r="0" b="0"/>
              <a:pathLst>
                <a:path w="11189" h="91758">
                  <a:moveTo>
                    <a:pt x="0" y="91758"/>
                  </a:moveTo>
                  <a:lnTo>
                    <a:pt x="1118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1" name="Candidate_receptor__3650">
              <a:extLst>
                <a:ext uri="{FF2B5EF4-FFF2-40B4-BE49-F238E27FC236}">
                  <a16:creationId xmlns:a16="http://schemas.microsoft.com/office/drawing/2014/main" id="{37F459F3-C7CA-1633-5BD9-43510D7446ED}"/>
                </a:ext>
              </a:extLst>
            </p:cNvPr>
            <p:cNvSpPr>
              <a:spLocks noGrp="1"/>
            </p:cNvSpPr>
            <p:nvPr/>
          </p:nvSpPr>
          <p:spPr>
            <a:xfrm>
              <a:off x="4995780" y="2709014"/>
              <a:ext cx="49957" cy="20379"/>
            </a:xfrm>
            <a:custGeom>
              <a:avLst/>
              <a:gdLst/>
              <a:ahLst/>
              <a:cxnLst/>
              <a:rect l="0" t="0" r="0" b="0"/>
              <a:pathLst>
                <a:path w="49957" h="20379">
                  <a:moveTo>
                    <a:pt x="0" y="20379"/>
                  </a:moveTo>
                  <a:lnTo>
                    <a:pt x="49957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2" name="Candidate_receptor__3651">
              <a:extLst>
                <a:ext uri="{FF2B5EF4-FFF2-40B4-BE49-F238E27FC236}">
                  <a16:creationId xmlns:a16="http://schemas.microsoft.com/office/drawing/2014/main" id="{3A1D78C5-E716-738C-7039-9B3D00A607C1}"/>
                </a:ext>
              </a:extLst>
            </p:cNvPr>
            <p:cNvSpPr>
              <a:spLocks noGrp="1"/>
            </p:cNvSpPr>
            <p:nvPr/>
          </p:nvSpPr>
          <p:spPr>
            <a:xfrm>
              <a:off x="5694162" y="1679951"/>
              <a:ext cx="59604" cy="79083"/>
            </a:xfrm>
            <a:custGeom>
              <a:avLst/>
              <a:gdLst/>
              <a:ahLst/>
              <a:cxnLst/>
              <a:rect l="0" t="0" r="0" b="0"/>
              <a:pathLst>
                <a:path w="59604" h="79083">
                  <a:moveTo>
                    <a:pt x="0" y="0"/>
                  </a:moveTo>
                  <a:lnTo>
                    <a:pt x="59604" y="79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3" name="Candidate_receptor__3652">
              <a:extLst>
                <a:ext uri="{FF2B5EF4-FFF2-40B4-BE49-F238E27FC236}">
                  <a16:creationId xmlns:a16="http://schemas.microsoft.com/office/drawing/2014/main" id="{DD12E64F-BB79-8BDB-ED13-4AEBE8862E27}"/>
                </a:ext>
              </a:extLst>
            </p:cNvPr>
            <p:cNvSpPr>
              <a:spLocks noGrp="1"/>
            </p:cNvSpPr>
            <p:nvPr/>
          </p:nvSpPr>
          <p:spPr>
            <a:xfrm>
              <a:off x="4887687" y="2996948"/>
              <a:ext cx="79631" cy="81986"/>
            </a:xfrm>
            <a:custGeom>
              <a:avLst/>
              <a:gdLst/>
              <a:ahLst/>
              <a:cxnLst/>
              <a:rect l="0" t="0" r="0" b="0"/>
              <a:pathLst>
                <a:path w="79631" h="81986">
                  <a:moveTo>
                    <a:pt x="0" y="0"/>
                  </a:moveTo>
                  <a:lnTo>
                    <a:pt x="79631" y="8198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4" name="Candidate_receptor__3653">
              <a:extLst>
                <a:ext uri="{FF2B5EF4-FFF2-40B4-BE49-F238E27FC236}">
                  <a16:creationId xmlns:a16="http://schemas.microsoft.com/office/drawing/2014/main" id="{84B94518-FB73-4D99-FFA1-117E42BD2157}"/>
                </a:ext>
              </a:extLst>
            </p:cNvPr>
            <p:cNvSpPr>
              <a:spLocks noGrp="1"/>
            </p:cNvSpPr>
            <p:nvPr/>
          </p:nvSpPr>
          <p:spPr>
            <a:xfrm>
              <a:off x="4004869" y="2636799"/>
              <a:ext cx="24438" cy="99742"/>
            </a:xfrm>
            <a:custGeom>
              <a:avLst/>
              <a:gdLst/>
              <a:ahLst/>
              <a:cxnLst/>
              <a:rect l="0" t="0" r="0" b="0"/>
              <a:pathLst>
                <a:path w="24438" h="99742">
                  <a:moveTo>
                    <a:pt x="0" y="99742"/>
                  </a:moveTo>
                  <a:lnTo>
                    <a:pt x="2443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55" name="Candidate_receptor__3654">
              <a:extLst>
                <a:ext uri="{FF2B5EF4-FFF2-40B4-BE49-F238E27FC236}">
                  <a16:creationId xmlns:a16="http://schemas.microsoft.com/office/drawing/2014/main" id="{44E90DCB-A24E-2489-75E6-5CF23701901F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879737"/>
              <a:ext cx="45474" cy="26245"/>
            </a:xfrm>
            <a:custGeom>
              <a:avLst/>
              <a:gdLst/>
              <a:ahLst/>
              <a:cxnLst/>
              <a:rect l="0" t="0" r="0" b="0"/>
              <a:pathLst>
                <a:path w="45474" h="26245">
                  <a:moveTo>
                    <a:pt x="0" y="26245"/>
                  </a:moveTo>
                  <a:lnTo>
                    <a:pt x="4547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6" name="Candidate_receptor__3655">
              <a:extLst>
                <a:ext uri="{FF2B5EF4-FFF2-40B4-BE49-F238E27FC236}">
                  <a16:creationId xmlns:a16="http://schemas.microsoft.com/office/drawing/2014/main" id="{9C15ADAB-AB46-CD24-22E8-A7CD3E02E966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119888"/>
              <a:ext cx="29072" cy="43103"/>
            </a:xfrm>
            <a:custGeom>
              <a:avLst/>
              <a:gdLst/>
              <a:ahLst/>
              <a:cxnLst/>
              <a:rect l="0" t="0" r="0" b="0"/>
              <a:pathLst>
                <a:path w="29072" h="43103">
                  <a:moveTo>
                    <a:pt x="0" y="0"/>
                  </a:moveTo>
                  <a:lnTo>
                    <a:pt x="29072" y="4310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7" name="Candidate_receptor__3656">
              <a:extLst>
                <a:ext uri="{FF2B5EF4-FFF2-40B4-BE49-F238E27FC236}">
                  <a16:creationId xmlns:a16="http://schemas.microsoft.com/office/drawing/2014/main" id="{F5924308-ED9A-4D0A-1469-64C32998E408}"/>
                </a:ext>
              </a:extLst>
            </p:cNvPr>
            <p:cNvSpPr>
              <a:spLocks noGrp="1"/>
            </p:cNvSpPr>
            <p:nvPr/>
          </p:nvSpPr>
          <p:spPr>
            <a:xfrm>
              <a:off x="3707633" y="3145575"/>
              <a:ext cx="26175" cy="104561"/>
            </a:xfrm>
            <a:custGeom>
              <a:avLst/>
              <a:gdLst/>
              <a:ahLst/>
              <a:cxnLst/>
              <a:rect l="0" t="0" r="0" b="0"/>
              <a:pathLst>
                <a:path w="26175" h="104561">
                  <a:moveTo>
                    <a:pt x="0" y="0"/>
                  </a:moveTo>
                  <a:lnTo>
                    <a:pt x="26175" y="104561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58" name="Candidate_receptor__3657">
              <a:extLst>
                <a:ext uri="{FF2B5EF4-FFF2-40B4-BE49-F238E27FC236}">
                  <a16:creationId xmlns:a16="http://schemas.microsoft.com/office/drawing/2014/main" id="{B8C84274-CC7B-E6A0-D6EB-4AC847728CEF}"/>
                </a:ext>
              </a:extLst>
            </p:cNvPr>
            <p:cNvSpPr>
              <a:spLocks noGrp="1"/>
            </p:cNvSpPr>
            <p:nvPr/>
          </p:nvSpPr>
          <p:spPr>
            <a:xfrm>
              <a:off x="4286007" y="3337140"/>
              <a:ext cx="97956" cy="17861"/>
            </a:xfrm>
            <a:custGeom>
              <a:avLst/>
              <a:gdLst/>
              <a:ahLst/>
              <a:cxnLst/>
              <a:rect l="0" t="0" r="0" b="0"/>
              <a:pathLst>
                <a:path w="97956" h="17861">
                  <a:moveTo>
                    <a:pt x="0" y="17861"/>
                  </a:moveTo>
                  <a:lnTo>
                    <a:pt x="9795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9" name="Candidate_receptor__3658">
              <a:extLst>
                <a:ext uri="{FF2B5EF4-FFF2-40B4-BE49-F238E27FC236}">
                  <a16:creationId xmlns:a16="http://schemas.microsoft.com/office/drawing/2014/main" id="{3C32BA41-6D9B-5F79-1649-5B9C32306D35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575512"/>
              <a:ext cx="30713" cy="25994"/>
            </a:xfrm>
            <a:custGeom>
              <a:avLst/>
              <a:gdLst/>
              <a:ahLst/>
              <a:cxnLst/>
              <a:rect l="0" t="0" r="0" b="0"/>
              <a:pathLst>
                <a:path w="30713" h="25994">
                  <a:moveTo>
                    <a:pt x="0" y="25994"/>
                  </a:moveTo>
                  <a:lnTo>
                    <a:pt x="3071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0" name="Candidate_receptor__3659">
              <a:extLst>
                <a:ext uri="{FF2B5EF4-FFF2-40B4-BE49-F238E27FC236}">
                  <a16:creationId xmlns:a16="http://schemas.microsoft.com/office/drawing/2014/main" id="{2D6A17AD-750F-F8DD-D61D-CA5D857038C6}"/>
                </a:ext>
              </a:extLst>
            </p:cNvPr>
            <p:cNvSpPr>
              <a:spLocks noGrp="1"/>
            </p:cNvSpPr>
            <p:nvPr/>
          </p:nvSpPr>
          <p:spPr>
            <a:xfrm>
              <a:off x="5305937" y="2264977"/>
              <a:ext cx="84148" cy="33268"/>
            </a:xfrm>
            <a:custGeom>
              <a:avLst/>
              <a:gdLst/>
              <a:ahLst/>
              <a:cxnLst/>
              <a:rect l="0" t="0" r="0" b="0"/>
              <a:pathLst>
                <a:path w="84148" h="33268">
                  <a:moveTo>
                    <a:pt x="0" y="0"/>
                  </a:moveTo>
                  <a:lnTo>
                    <a:pt x="84148" y="3326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1" name="Candidate_receptor__3660">
              <a:extLst>
                <a:ext uri="{FF2B5EF4-FFF2-40B4-BE49-F238E27FC236}">
                  <a16:creationId xmlns:a16="http://schemas.microsoft.com/office/drawing/2014/main" id="{1F423ED7-92B2-157C-B4BC-1AE896D93792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3050080"/>
              <a:ext cx="20853" cy="78437"/>
            </a:xfrm>
            <a:custGeom>
              <a:avLst/>
              <a:gdLst/>
              <a:ahLst/>
              <a:cxnLst/>
              <a:rect l="0" t="0" r="0" b="0"/>
              <a:pathLst>
                <a:path w="20853" h="78437">
                  <a:moveTo>
                    <a:pt x="20853" y="784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2" name="Candidate_receptor__3661">
              <a:extLst>
                <a:ext uri="{FF2B5EF4-FFF2-40B4-BE49-F238E27FC236}">
                  <a16:creationId xmlns:a16="http://schemas.microsoft.com/office/drawing/2014/main" id="{91CDE706-6824-AB6D-B2F5-122654CCBDB1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015778"/>
              <a:ext cx="11025" cy="114132"/>
            </a:xfrm>
            <a:custGeom>
              <a:avLst/>
              <a:gdLst/>
              <a:ahLst/>
              <a:cxnLst/>
              <a:rect l="0" t="0" r="0" b="0"/>
              <a:pathLst>
                <a:path w="11025" h="114132">
                  <a:moveTo>
                    <a:pt x="11025" y="0"/>
                  </a:moveTo>
                  <a:lnTo>
                    <a:pt x="0" y="11413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3" name="Candidate_receptor__3662">
              <a:extLst>
                <a:ext uri="{FF2B5EF4-FFF2-40B4-BE49-F238E27FC236}">
                  <a16:creationId xmlns:a16="http://schemas.microsoft.com/office/drawing/2014/main" id="{503E908C-0193-BD61-CC87-0F3AD0C29DE3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790896"/>
              <a:ext cx="67880" cy="66737"/>
            </a:xfrm>
            <a:custGeom>
              <a:avLst/>
              <a:gdLst/>
              <a:ahLst/>
              <a:cxnLst/>
              <a:rect l="0" t="0" r="0" b="0"/>
              <a:pathLst>
                <a:path w="67880" h="66737">
                  <a:moveTo>
                    <a:pt x="67880" y="0"/>
                  </a:moveTo>
                  <a:lnTo>
                    <a:pt x="0" y="6673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4" name="Candidate_receptor__3663">
              <a:extLst>
                <a:ext uri="{FF2B5EF4-FFF2-40B4-BE49-F238E27FC236}">
                  <a16:creationId xmlns:a16="http://schemas.microsoft.com/office/drawing/2014/main" id="{FEB19CEB-3B00-103A-EF44-CD117CBF5463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355002"/>
              <a:ext cx="22396" cy="103107"/>
            </a:xfrm>
            <a:custGeom>
              <a:avLst/>
              <a:gdLst/>
              <a:ahLst/>
              <a:cxnLst/>
              <a:rect l="0" t="0" r="0" b="0"/>
              <a:pathLst>
                <a:path w="22396" h="103107">
                  <a:moveTo>
                    <a:pt x="0" y="103107"/>
                  </a:moveTo>
                  <a:lnTo>
                    <a:pt x="2239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5" name="Candidate_receptor__3664">
              <a:extLst>
                <a:ext uri="{FF2B5EF4-FFF2-40B4-BE49-F238E27FC236}">
                  <a16:creationId xmlns:a16="http://schemas.microsoft.com/office/drawing/2014/main" id="{FFC07648-2D56-0DB9-01D1-651DAE69B384}"/>
                </a:ext>
              </a:extLst>
            </p:cNvPr>
            <p:cNvSpPr>
              <a:spLocks noGrp="1"/>
            </p:cNvSpPr>
            <p:nvPr/>
          </p:nvSpPr>
          <p:spPr>
            <a:xfrm>
              <a:off x="3856392" y="2439125"/>
              <a:ext cx="25246" cy="26255"/>
            </a:xfrm>
            <a:custGeom>
              <a:avLst/>
              <a:gdLst/>
              <a:ahLst/>
              <a:cxnLst/>
              <a:rect l="0" t="0" r="0" b="0"/>
              <a:pathLst>
                <a:path w="25246" h="26255">
                  <a:moveTo>
                    <a:pt x="0" y="0"/>
                  </a:moveTo>
                  <a:lnTo>
                    <a:pt x="25246" y="2625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6" name="Candidate_receptor__3665">
              <a:extLst>
                <a:ext uri="{FF2B5EF4-FFF2-40B4-BE49-F238E27FC236}">
                  <a16:creationId xmlns:a16="http://schemas.microsoft.com/office/drawing/2014/main" id="{885CF292-E7C4-6A9E-1309-22049AE49B42}"/>
                </a:ext>
              </a:extLst>
            </p:cNvPr>
            <p:cNvSpPr>
              <a:spLocks noGrp="1"/>
            </p:cNvSpPr>
            <p:nvPr/>
          </p:nvSpPr>
          <p:spPr>
            <a:xfrm>
              <a:off x="5872387" y="2531537"/>
              <a:ext cx="31383" cy="18467"/>
            </a:xfrm>
            <a:custGeom>
              <a:avLst/>
              <a:gdLst/>
              <a:ahLst/>
              <a:cxnLst/>
              <a:rect l="0" t="0" r="0" b="0"/>
              <a:pathLst>
                <a:path w="31383" h="18467">
                  <a:moveTo>
                    <a:pt x="0" y="0"/>
                  </a:moveTo>
                  <a:lnTo>
                    <a:pt x="31383" y="184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7" name="Candidate_receptor__3666">
              <a:extLst>
                <a:ext uri="{FF2B5EF4-FFF2-40B4-BE49-F238E27FC236}">
                  <a16:creationId xmlns:a16="http://schemas.microsoft.com/office/drawing/2014/main" id="{9DC8E7AA-5B8A-0903-BA35-0E83151B1845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187363"/>
              <a:ext cx="89020" cy="22744"/>
            </a:xfrm>
            <a:custGeom>
              <a:avLst/>
              <a:gdLst/>
              <a:ahLst/>
              <a:cxnLst/>
              <a:rect l="0" t="0" r="0" b="0"/>
              <a:pathLst>
                <a:path w="89020" h="22744">
                  <a:moveTo>
                    <a:pt x="0" y="22744"/>
                  </a:moveTo>
                  <a:lnTo>
                    <a:pt x="8902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8" name="Candidate_receptor__3667">
              <a:extLst>
                <a:ext uri="{FF2B5EF4-FFF2-40B4-BE49-F238E27FC236}">
                  <a16:creationId xmlns:a16="http://schemas.microsoft.com/office/drawing/2014/main" id="{72A3E05A-0421-8CE0-85B9-5731B09288E3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65998" cy="22634"/>
            </a:xfrm>
            <a:custGeom>
              <a:avLst/>
              <a:gdLst/>
              <a:ahLst/>
              <a:cxnLst/>
              <a:rect l="0" t="0" r="0" b="0"/>
              <a:pathLst>
                <a:path w="65998" h="22634">
                  <a:moveTo>
                    <a:pt x="0" y="0"/>
                  </a:moveTo>
                  <a:lnTo>
                    <a:pt x="65998" y="2263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9" name="Candidate_receptor__3668">
              <a:extLst>
                <a:ext uri="{FF2B5EF4-FFF2-40B4-BE49-F238E27FC236}">
                  <a16:creationId xmlns:a16="http://schemas.microsoft.com/office/drawing/2014/main" id="{1BF5E875-7C31-28EF-741C-EB7392F02BFD}"/>
                </a:ext>
              </a:extLst>
            </p:cNvPr>
            <p:cNvSpPr>
              <a:spLocks noGrp="1"/>
            </p:cNvSpPr>
            <p:nvPr/>
          </p:nvSpPr>
          <p:spPr>
            <a:xfrm>
              <a:off x="5269135" y="2170806"/>
              <a:ext cx="36802" cy="94170"/>
            </a:xfrm>
            <a:custGeom>
              <a:avLst/>
              <a:gdLst/>
              <a:ahLst/>
              <a:cxnLst/>
              <a:rect l="0" t="0" r="0" b="0"/>
              <a:pathLst>
                <a:path w="36802" h="94170">
                  <a:moveTo>
                    <a:pt x="0" y="0"/>
                  </a:moveTo>
                  <a:lnTo>
                    <a:pt x="36802" y="9417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0" name="Candidate_receptor__3669">
              <a:extLst>
                <a:ext uri="{FF2B5EF4-FFF2-40B4-BE49-F238E27FC236}">
                  <a16:creationId xmlns:a16="http://schemas.microsoft.com/office/drawing/2014/main" id="{EA391F7D-6E73-63E0-CB2E-36102577A8DC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62962"/>
              <a:ext cx="40678" cy="107624"/>
            </a:xfrm>
            <a:custGeom>
              <a:avLst/>
              <a:gdLst/>
              <a:ahLst/>
              <a:cxnLst/>
              <a:rect l="0" t="0" r="0" b="0"/>
              <a:pathLst>
                <a:path w="40678" h="107624">
                  <a:moveTo>
                    <a:pt x="40678" y="107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1" name="Candidate_receptor__3670">
              <a:extLst>
                <a:ext uri="{FF2B5EF4-FFF2-40B4-BE49-F238E27FC236}">
                  <a16:creationId xmlns:a16="http://schemas.microsoft.com/office/drawing/2014/main" id="{7D5B5A11-726C-44F4-160D-620A53DFEF55}"/>
                </a:ext>
              </a:extLst>
            </p:cNvPr>
            <p:cNvSpPr>
              <a:spLocks noGrp="1"/>
            </p:cNvSpPr>
            <p:nvPr/>
          </p:nvSpPr>
          <p:spPr>
            <a:xfrm>
              <a:off x="5692506" y="2113263"/>
              <a:ext cx="105699" cy="45567"/>
            </a:xfrm>
            <a:custGeom>
              <a:avLst/>
              <a:gdLst/>
              <a:ahLst/>
              <a:cxnLst/>
              <a:rect l="0" t="0" r="0" b="0"/>
              <a:pathLst>
                <a:path w="105699" h="45567">
                  <a:moveTo>
                    <a:pt x="105699" y="0"/>
                  </a:moveTo>
                  <a:lnTo>
                    <a:pt x="0" y="455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2" name="Candidate_receptor__3671">
              <a:extLst>
                <a:ext uri="{FF2B5EF4-FFF2-40B4-BE49-F238E27FC236}">
                  <a16:creationId xmlns:a16="http://schemas.microsoft.com/office/drawing/2014/main" id="{BB1036B1-331C-98D3-5DFF-485565470568}"/>
                </a:ext>
              </a:extLst>
            </p:cNvPr>
            <p:cNvSpPr>
              <a:spLocks noGrp="1"/>
            </p:cNvSpPr>
            <p:nvPr/>
          </p:nvSpPr>
          <p:spPr>
            <a:xfrm>
              <a:off x="5575414" y="1739916"/>
              <a:ext cx="59391" cy="87555"/>
            </a:xfrm>
            <a:custGeom>
              <a:avLst/>
              <a:gdLst/>
              <a:ahLst/>
              <a:cxnLst/>
              <a:rect l="0" t="0" r="0" b="0"/>
              <a:pathLst>
                <a:path w="59391" h="87555">
                  <a:moveTo>
                    <a:pt x="0" y="0"/>
                  </a:moveTo>
                  <a:lnTo>
                    <a:pt x="59391" y="8755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3" name="Candidate_receptor__3672">
              <a:extLst>
                <a:ext uri="{FF2B5EF4-FFF2-40B4-BE49-F238E27FC236}">
                  <a16:creationId xmlns:a16="http://schemas.microsoft.com/office/drawing/2014/main" id="{E947799C-7784-FA42-2C67-49DA4190F116}"/>
                </a:ext>
              </a:extLst>
            </p:cNvPr>
            <p:cNvSpPr>
              <a:spLocks noGrp="1"/>
            </p:cNvSpPr>
            <p:nvPr/>
          </p:nvSpPr>
          <p:spPr>
            <a:xfrm>
              <a:off x="4029307" y="2560735"/>
              <a:ext cx="83670" cy="76064"/>
            </a:xfrm>
            <a:custGeom>
              <a:avLst/>
              <a:gdLst/>
              <a:ahLst/>
              <a:cxnLst/>
              <a:rect l="0" t="0" r="0" b="0"/>
              <a:pathLst>
                <a:path w="83670" h="76064">
                  <a:moveTo>
                    <a:pt x="0" y="76064"/>
                  </a:moveTo>
                  <a:lnTo>
                    <a:pt x="8367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4" name="Candidate_receptor__3673">
              <a:extLst>
                <a:ext uri="{FF2B5EF4-FFF2-40B4-BE49-F238E27FC236}">
                  <a16:creationId xmlns:a16="http://schemas.microsoft.com/office/drawing/2014/main" id="{5074706A-6E41-7225-D26E-7CE689A880A2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38974"/>
              <a:ext cx="74606" cy="58578"/>
            </a:xfrm>
            <a:custGeom>
              <a:avLst/>
              <a:gdLst/>
              <a:ahLst/>
              <a:cxnLst/>
              <a:rect l="0" t="0" r="0" b="0"/>
              <a:pathLst>
                <a:path w="74606" h="58578">
                  <a:moveTo>
                    <a:pt x="74606" y="0"/>
                  </a:moveTo>
                  <a:lnTo>
                    <a:pt x="0" y="5857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5" name="Candidate_receptor__3674">
              <a:extLst>
                <a:ext uri="{FF2B5EF4-FFF2-40B4-BE49-F238E27FC236}">
                  <a16:creationId xmlns:a16="http://schemas.microsoft.com/office/drawing/2014/main" id="{0BD083B9-98B5-11D5-2F66-67A95B5DA66D}"/>
                </a:ext>
              </a:extLst>
            </p:cNvPr>
            <p:cNvSpPr>
              <a:spLocks noGrp="1"/>
            </p:cNvSpPr>
            <p:nvPr/>
          </p:nvSpPr>
          <p:spPr>
            <a:xfrm>
              <a:off x="4837120" y="2814993"/>
              <a:ext cx="86327" cy="29264"/>
            </a:xfrm>
            <a:custGeom>
              <a:avLst/>
              <a:gdLst/>
              <a:ahLst/>
              <a:cxnLst/>
              <a:rect l="0" t="0" r="0" b="0"/>
              <a:pathLst>
                <a:path w="86327" h="29264">
                  <a:moveTo>
                    <a:pt x="0" y="0"/>
                  </a:moveTo>
                  <a:lnTo>
                    <a:pt x="86327" y="2926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6" name="Candidate_receptor__3675">
              <a:extLst>
                <a:ext uri="{FF2B5EF4-FFF2-40B4-BE49-F238E27FC236}">
                  <a16:creationId xmlns:a16="http://schemas.microsoft.com/office/drawing/2014/main" id="{CC795E65-D792-D535-00D2-349EE14666DC}"/>
                </a:ext>
              </a:extLst>
            </p:cNvPr>
            <p:cNvSpPr>
              <a:spLocks noGrp="1"/>
            </p:cNvSpPr>
            <p:nvPr/>
          </p:nvSpPr>
          <p:spPr>
            <a:xfrm>
              <a:off x="4605674" y="3006437"/>
              <a:ext cx="39341" cy="11812"/>
            </a:xfrm>
            <a:custGeom>
              <a:avLst/>
              <a:gdLst/>
              <a:ahLst/>
              <a:cxnLst/>
              <a:rect l="0" t="0" r="0" b="0"/>
              <a:pathLst>
                <a:path w="39341" h="11812">
                  <a:moveTo>
                    <a:pt x="0" y="0"/>
                  </a:moveTo>
                  <a:lnTo>
                    <a:pt x="39341" y="1181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7" name="Candidate_receptor__3676">
              <a:extLst>
                <a:ext uri="{FF2B5EF4-FFF2-40B4-BE49-F238E27FC236}">
                  <a16:creationId xmlns:a16="http://schemas.microsoft.com/office/drawing/2014/main" id="{B8D4A88B-172D-9957-F4B0-277354C2B344}"/>
                </a:ext>
              </a:extLst>
            </p:cNvPr>
            <p:cNvSpPr>
              <a:spLocks noGrp="1"/>
            </p:cNvSpPr>
            <p:nvPr/>
          </p:nvSpPr>
          <p:spPr>
            <a:xfrm>
              <a:off x="5998619" y="2260197"/>
              <a:ext cx="47583" cy="62311"/>
            </a:xfrm>
            <a:custGeom>
              <a:avLst/>
              <a:gdLst/>
              <a:ahLst/>
              <a:cxnLst/>
              <a:rect l="0" t="0" r="0" b="0"/>
              <a:pathLst>
                <a:path w="47583" h="62311">
                  <a:moveTo>
                    <a:pt x="47583" y="623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8" name="Candidate_receptor__3677">
              <a:extLst>
                <a:ext uri="{FF2B5EF4-FFF2-40B4-BE49-F238E27FC236}">
                  <a16:creationId xmlns:a16="http://schemas.microsoft.com/office/drawing/2014/main" id="{06885DA6-308A-7053-E2BC-5C10B6C2853A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32660"/>
              <a:ext cx="100463" cy="54413"/>
            </a:xfrm>
            <a:custGeom>
              <a:avLst/>
              <a:gdLst/>
              <a:ahLst/>
              <a:cxnLst/>
              <a:rect l="0" t="0" r="0" b="0"/>
              <a:pathLst>
                <a:path w="100463" h="54413">
                  <a:moveTo>
                    <a:pt x="100463" y="0"/>
                  </a:moveTo>
                  <a:lnTo>
                    <a:pt x="0" y="54413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9" name="Candidate_receptor__3678">
              <a:extLst>
                <a:ext uri="{FF2B5EF4-FFF2-40B4-BE49-F238E27FC236}">
                  <a16:creationId xmlns:a16="http://schemas.microsoft.com/office/drawing/2014/main" id="{5D84FF32-38E3-B4E9-EA54-68BF0AB9E80C}"/>
                </a:ext>
              </a:extLst>
            </p:cNvPr>
            <p:cNvSpPr>
              <a:spLocks noGrp="1"/>
            </p:cNvSpPr>
            <p:nvPr/>
          </p:nvSpPr>
          <p:spPr>
            <a:xfrm>
              <a:off x="4990336" y="3296928"/>
              <a:ext cx="82271" cy="68099"/>
            </a:xfrm>
            <a:custGeom>
              <a:avLst/>
              <a:gdLst/>
              <a:ahLst/>
              <a:cxnLst/>
              <a:rect l="0" t="0" r="0" b="0"/>
              <a:pathLst>
                <a:path w="82271" h="68099">
                  <a:moveTo>
                    <a:pt x="0" y="0"/>
                  </a:moveTo>
                  <a:lnTo>
                    <a:pt x="82271" y="6809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80" name="Candidate_receptor__3679">
              <a:extLst>
                <a:ext uri="{FF2B5EF4-FFF2-40B4-BE49-F238E27FC236}">
                  <a16:creationId xmlns:a16="http://schemas.microsoft.com/office/drawing/2014/main" id="{4C77B9E8-58E7-04B9-3654-D352A2BDCBB6}"/>
                </a:ext>
              </a:extLst>
            </p:cNvPr>
            <p:cNvSpPr>
              <a:spLocks noGrp="1"/>
            </p:cNvSpPr>
            <p:nvPr/>
          </p:nvSpPr>
          <p:spPr>
            <a:xfrm>
              <a:off x="5287768" y="2008970"/>
              <a:ext cx="69728" cy="805"/>
            </a:xfrm>
            <a:custGeom>
              <a:avLst/>
              <a:gdLst/>
              <a:ahLst/>
              <a:cxnLst/>
              <a:rect l="0" t="0" r="0" b="0"/>
              <a:pathLst>
                <a:path w="69728" h="805">
                  <a:moveTo>
                    <a:pt x="69728" y="8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81" name="Candidate_receptor__3680">
              <a:extLst>
                <a:ext uri="{FF2B5EF4-FFF2-40B4-BE49-F238E27FC236}">
                  <a16:creationId xmlns:a16="http://schemas.microsoft.com/office/drawing/2014/main" id="{A42AB906-9E0F-3524-2F78-7838372DDFA0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624" cy="49613"/>
            </a:xfrm>
            <a:custGeom>
              <a:avLst/>
              <a:gdLst/>
              <a:ahLst/>
              <a:cxnLst/>
              <a:rect l="0" t="0" r="0" b="0"/>
              <a:pathLst>
                <a:path w="95624" h="49613">
                  <a:moveTo>
                    <a:pt x="0" y="0"/>
                  </a:moveTo>
                  <a:lnTo>
                    <a:pt x="95624" y="4961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82" name="Candidate_receptor__3681">
              <a:extLst>
                <a:ext uri="{FF2B5EF4-FFF2-40B4-BE49-F238E27FC236}">
                  <a16:creationId xmlns:a16="http://schemas.microsoft.com/office/drawing/2014/main" id="{DFD10E73-29FF-B5F2-BDFD-85BB8DB875F9}"/>
                </a:ext>
              </a:extLst>
            </p:cNvPr>
            <p:cNvSpPr>
              <a:spLocks noGrp="1"/>
            </p:cNvSpPr>
            <p:nvPr/>
          </p:nvSpPr>
          <p:spPr>
            <a:xfrm>
              <a:off x="5139806" y="2558936"/>
              <a:ext cx="89368" cy="62885"/>
            </a:xfrm>
            <a:custGeom>
              <a:avLst/>
              <a:gdLst/>
              <a:ahLst/>
              <a:cxnLst/>
              <a:rect l="0" t="0" r="0" b="0"/>
              <a:pathLst>
                <a:path w="89368" h="62885">
                  <a:moveTo>
                    <a:pt x="0" y="62885"/>
                  </a:moveTo>
                  <a:lnTo>
                    <a:pt x="89368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3" name="Candidate_receptor__3682">
              <a:extLst>
                <a:ext uri="{FF2B5EF4-FFF2-40B4-BE49-F238E27FC236}">
                  <a16:creationId xmlns:a16="http://schemas.microsoft.com/office/drawing/2014/main" id="{30E287FA-4A87-779C-07B8-3D020D424DF8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520007"/>
              <a:ext cx="80704" cy="75679"/>
            </a:xfrm>
            <a:custGeom>
              <a:avLst/>
              <a:gdLst/>
              <a:ahLst/>
              <a:cxnLst/>
              <a:rect l="0" t="0" r="0" b="0"/>
              <a:pathLst>
                <a:path w="80704" h="75679">
                  <a:moveTo>
                    <a:pt x="0" y="0"/>
                  </a:moveTo>
                  <a:lnTo>
                    <a:pt x="80704" y="7567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4" name="Candidate_receptor__3683">
              <a:extLst>
                <a:ext uri="{FF2B5EF4-FFF2-40B4-BE49-F238E27FC236}">
                  <a16:creationId xmlns:a16="http://schemas.microsoft.com/office/drawing/2014/main" id="{813ABEB3-A746-FAC1-043C-BC5396E8F6AD}"/>
                </a:ext>
              </a:extLst>
            </p:cNvPr>
            <p:cNvSpPr>
              <a:spLocks noGrp="1"/>
            </p:cNvSpPr>
            <p:nvPr/>
          </p:nvSpPr>
          <p:spPr>
            <a:xfrm>
              <a:off x="5269479" y="2855415"/>
              <a:ext cx="20585" cy="83720"/>
            </a:xfrm>
            <a:custGeom>
              <a:avLst/>
              <a:gdLst/>
              <a:ahLst/>
              <a:cxnLst/>
              <a:rect l="0" t="0" r="0" b="0"/>
              <a:pathLst>
                <a:path w="20585" h="83720">
                  <a:moveTo>
                    <a:pt x="20585" y="0"/>
                  </a:moveTo>
                  <a:lnTo>
                    <a:pt x="0" y="8372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5" name="Candidate_receptor__3684">
              <a:extLst>
                <a:ext uri="{FF2B5EF4-FFF2-40B4-BE49-F238E27FC236}">
                  <a16:creationId xmlns:a16="http://schemas.microsoft.com/office/drawing/2014/main" id="{9642E7C7-3316-433A-D2CC-C9BD186AC364}"/>
                </a:ext>
              </a:extLst>
            </p:cNvPr>
            <p:cNvSpPr>
              <a:spLocks noGrp="1"/>
            </p:cNvSpPr>
            <p:nvPr/>
          </p:nvSpPr>
          <p:spPr>
            <a:xfrm>
              <a:off x="5991659" y="2440671"/>
              <a:ext cx="54979" cy="98059"/>
            </a:xfrm>
            <a:custGeom>
              <a:avLst/>
              <a:gdLst/>
              <a:ahLst/>
              <a:cxnLst/>
              <a:rect l="0" t="0" r="0" b="0"/>
              <a:pathLst>
                <a:path w="54979" h="98059">
                  <a:moveTo>
                    <a:pt x="0" y="0"/>
                  </a:moveTo>
                  <a:lnTo>
                    <a:pt x="54979" y="9805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6" name="Candidate_receptor__3685">
              <a:extLst>
                <a:ext uri="{FF2B5EF4-FFF2-40B4-BE49-F238E27FC236}">
                  <a16:creationId xmlns:a16="http://schemas.microsoft.com/office/drawing/2014/main" id="{0CD16330-68F3-534C-084D-D2F5DA2DF4F6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87073"/>
              <a:ext cx="48338" cy="103823"/>
            </a:xfrm>
            <a:custGeom>
              <a:avLst/>
              <a:gdLst/>
              <a:ahLst/>
              <a:cxnLst/>
              <a:rect l="0" t="0" r="0" b="0"/>
              <a:pathLst>
                <a:path w="48338" h="103823">
                  <a:moveTo>
                    <a:pt x="0" y="0"/>
                  </a:moveTo>
                  <a:lnTo>
                    <a:pt x="48338" y="103823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7" name="Candidate_receptor__3686">
              <a:extLst>
                <a:ext uri="{FF2B5EF4-FFF2-40B4-BE49-F238E27FC236}">
                  <a16:creationId xmlns:a16="http://schemas.microsoft.com/office/drawing/2014/main" id="{C86639AD-B21D-1FAC-FB9A-2A2E779C1279}"/>
                </a:ext>
              </a:extLst>
            </p:cNvPr>
            <p:cNvSpPr>
              <a:spLocks noGrp="1"/>
            </p:cNvSpPr>
            <p:nvPr/>
          </p:nvSpPr>
          <p:spPr>
            <a:xfrm>
              <a:off x="5120314" y="3223592"/>
              <a:ext cx="80097" cy="47672"/>
            </a:xfrm>
            <a:custGeom>
              <a:avLst/>
              <a:gdLst/>
              <a:ahLst/>
              <a:cxnLst/>
              <a:rect l="0" t="0" r="0" b="0"/>
              <a:pathLst>
                <a:path w="80097" h="47672">
                  <a:moveTo>
                    <a:pt x="0" y="0"/>
                  </a:moveTo>
                  <a:lnTo>
                    <a:pt x="80097" y="47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8" name="Candidate_receptor__3687">
              <a:extLst>
                <a:ext uri="{FF2B5EF4-FFF2-40B4-BE49-F238E27FC236}">
                  <a16:creationId xmlns:a16="http://schemas.microsoft.com/office/drawing/2014/main" id="{EC2A3F53-F3DA-9A5C-95A8-0DB327416F72}"/>
                </a:ext>
              </a:extLst>
            </p:cNvPr>
            <p:cNvSpPr>
              <a:spLocks noGrp="1"/>
            </p:cNvSpPr>
            <p:nvPr/>
          </p:nvSpPr>
          <p:spPr>
            <a:xfrm>
              <a:off x="4378251" y="2570655"/>
              <a:ext cx="8765" cy="9006"/>
            </a:xfrm>
            <a:custGeom>
              <a:avLst/>
              <a:gdLst/>
              <a:ahLst/>
              <a:cxnLst/>
              <a:rect l="0" t="0" r="0" b="0"/>
              <a:pathLst>
                <a:path w="8765" h="9006">
                  <a:moveTo>
                    <a:pt x="8765" y="9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9" name="Candidate_receptor__3688">
              <a:extLst>
                <a:ext uri="{FF2B5EF4-FFF2-40B4-BE49-F238E27FC236}">
                  <a16:creationId xmlns:a16="http://schemas.microsoft.com/office/drawing/2014/main" id="{6D09BA19-4AA7-2E11-9807-89F0ECEBD4D2}"/>
                </a:ext>
              </a:extLst>
            </p:cNvPr>
            <p:cNvSpPr>
              <a:spLocks noGrp="1"/>
            </p:cNvSpPr>
            <p:nvPr/>
          </p:nvSpPr>
          <p:spPr>
            <a:xfrm>
              <a:off x="5615300" y="2082837"/>
              <a:ext cx="77205" cy="75993"/>
            </a:xfrm>
            <a:custGeom>
              <a:avLst/>
              <a:gdLst/>
              <a:ahLst/>
              <a:cxnLst/>
              <a:rect l="0" t="0" r="0" b="0"/>
              <a:pathLst>
                <a:path w="77205" h="75993">
                  <a:moveTo>
                    <a:pt x="77205" y="759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0" name="Candidate_receptor__3689">
              <a:extLst>
                <a:ext uri="{FF2B5EF4-FFF2-40B4-BE49-F238E27FC236}">
                  <a16:creationId xmlns:a16="http://schemas.microsoft.com/office/drawing/2014/main" id="{49A8466D-EBB6-79FA-98EA-8FDB06DE38D0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760720"/>
              <a:ext cx="99087" cy="58644"/>
            </a:xfrm>
            <a:custGeom>
              <a:avLst/>
              <a:gdLst/>
              <a:ahLst/>
              <a:cxnLst/>
              <a:rect l="0" t="0" r="0" b="0"/>
              <a:pathLst>
                <a:path w="99087" h="58644">
                  <a:moveTo>
                    <a:pt x="0" y="0"/>
                  </a:moveTo>
                  <a:lnTo>
                    <a:pt x="99087" y="5864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1" name="Candidate_receptor__3690">
              <a:extLst>
                <a:ext uri="{FF2B5EF4-FFF2-40B4-BE49-F238E27FC236}">
                  <a16:creationId xmlns:a16="http://schemas.microsoft.com/office/drawing/2014/main" id="{B99E30C4-9C75-BF51-2055-508E315A855A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296928"/>
              <a:ext cx="76788" cy="85166"/>
            </a:xfrm>
            <a:custGeom>
              <a:avLst/>
              <a:gdLst/>
              <a:ahLst/>
              <a:cxnLst/>
              <a:rect l="0" t="0" r="0" b="0"/>
              <a:pathLst>
                <a:path w="76788" h="85166">
                  <a:moveTo>
                    <a:pt x="0" y="85166"/>
                  </a:moveTo>
                  <a:lnTo>
                    <a:pt x="76788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2" name="Candidate_receptor__3691">
              <a:extLst>
                <a:ext uri="{FF2B5EF4-FFF2-40B4-BE49-F238E27FC236}">
                  <a16:creationId xmlns:a16="http://schemas.microsoft.com/office/drawing/2014/main" id="{07642345-E627-CA7D-53E5-C8F500EE0272}"/>
                </a:ext>
              </a:extLst>
            </p:cNvPr>
            <p:cNvSpPr>
              <a:spLocks noGrp="1"/>
            </p:cNvSpPr>
            <p:nvPr/>
          </p:nvSpPr>
          <p:spPr>
            <a:xfrm>
              <a:off x="4672157" y="2879737"/>
              <a:ext cx="94903" cy="62980"/>
            </a:xfrm>
            <a:custGeom>
              <a:avLst/>
              <a:gdLst/>
              <a:ahLst/>
              <a:cxnLst/>
              <a:rect l="0" t="0" r="0" b="0"/>
              <a:pathLst>
                <a:path w="94903" h="62980">
                  <a:moveTo>
                    <a:pt x="0" y="0"/>
                  </a:moveTo>
                  <a:lnTo>
                    <a:pt x="94903" y="6298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3" name="Candidate_receptor__3692">
              <a:extLst>
                <a:ext uri="{FF2B5EF4-FFF2-40B4-BE49-F238E27FC236}">
                  <a16:creationId xmlns:a16="http://schemas.microsoft.com/office/drawing/2014/main" id="{A2C041DC-462A-903E-EB85-175F81C05A6B}"/>
                </a:ext>
              </a:extLst>
            </p:cNvPr>
            <p:cNvSpPr>
              <a:spLocks noGrp="1"/>
            </p:cNvSpPr>
            <p:nvPr/>
          </p:nvSpPr>
          <p:spPr>
            <a:xfrm>
              <a:off x="4366876" y="3072618"/>
              <a:ext cx="1363" cy="114745"/>
            </a:xfrm>
            <a:custGeom>
              <a:avLst/>
              <a:gdLst/>
              <a:ahLst/>
              <a:cxnLst/>
              <a:rect l="0" t="0" r="0" b="0"/>
              <a:pathLst>
                <a:path w="1363" h="114745">
                  <a:moveTo>
                    <a:pt x="0" y="114745"/>
                  </a:moveTo>
                  <a:lnTo>
                    <a:pt x="136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4" name="Candidate_receptor__3693">
              <a:extLst>
                <a:ext uri="{FF2B5EF4-FFF2-40B4-BE49-F238E27FC236}">
                  <a16:creationId xmlns:a16="http://schemas.microsoft.com/office/drawing/2014/main" id="{E67BE77E-D83D-8FBA-1C1B-0E6C676B319B}"/>
                </a:ext>
              </a:extLst>
            </p:cNvPr>
            <p:cNvSpPr>
              <a:spLocks noGrp="1"/>
            </p:cNvSpPr>
            <p:nvPr/>
          </p:nvSpPr>
          <p:spPr>
            <a:xfrm>
              <a:off x="5807179" y="2442393"/>
              <a:ext cx="65208" cy="89145"/>
            </a:xfrm>
            <a:custGeom>
              <a:avLst/>
              <a:gdLst/>
              <a:ahLst/>
              <a:cxnLst/>
              <a:rect l="0" t="0" r="0" b="0"/>
              <a:pathLst>
                <a:path w="65208" h="89145">
                  <a:moveTo>
                    <a:pt x="0" y="0"/>
                  </a:moveTo>
                  <a:lnTo>
                    <a:pt x="65208" y="8914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5" name="Candidate_receptor__3694">
              <a:extLst>
                <a:ext uri="{FF2B5EF4-FFF2-40B4-BE49-F238E27FC236}">
                  <a16:creationId xmlns:a16="http://schemas.microsoft.com/office/drawing/2014/main" id="{10F002BE-6422-4DD3-E793-5632CA383203}"/>
                </a:ext>
              </a:extLst>
            </p:cNvPr>
            <p:cNvSpPr>
              <a:spLocks noGrp="1"/>
            </p:cNvSpPr>
            <p:nvPr/>
          </p:nvSpPr>
          <p:spPr>
            <a:xfrm>
              <a:off x="5035042" y="2575512"/>
              <a:ext cx="104764" cy="46309"/>
            </a:xfrm>
            <a:custGeom>
              <a:avLst/>
              <a:gdLst/>
              <a:ahLst/>
              <a:cxnLst/>
              <a:rect l="0" t="0" r="0" b="0"/>
              <a:pathLst>
                <a:path w="104764" h="46309">
                  <a:moveTo>
                    <a:pt x="0" y="0"/>
                  </a:moveTo>
                  <a:lnTo>
                    <a:pt x="104764" y="4630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6" name="Candidate_receptor__3695">
              <a:extLst>
                <a:ext uri="{FF2B5EF4-FFF2-40B4-BE49-F238E27FC236}">
                  <a16:creationId xmlns:a16="http://schemas.microsoft.com/office/drawing/2014/main" id="{494550F1-A469-7318-DFB5-F4F092677DC7}"/>
                </a:ext>
              </a:extLst>
            </p:cNvPr>
            <p:cNvSpPr>
              <a:spLocks noGrp="1"/>
            </p:cNvSpPr>
            <p:nvPr/>
          </p:nvSpPr>
          <p:spPr>
            <a:xfrm>
              <a:off x="5357495" y="2009774"/>
              <a:ext cx="80426" cy="71791"/>
            </a:xfrm>
            <a:custGeom>
              <a:avLst/>
              <a:gdLst/>
              <a:ahLst/>
              <a:cxnLst/>
              <a:rect l="0" t="0" r="0" b="0"/>
              <a:pathLst>
                <a:path w="80426" h="71791">
                  <a:moveTo>
                    <a:pt x="80426" y="717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7" name="Candidate_receptor__3696">
              <a:extLst>
                <a:ext uri="{FF2B5EF4-FFF2-40B4-BE49-F238E27FC236}">
                  <a16:creationId xmlns:a16="http://schemas.microsoft.com/office/drawing/2014/main" id="{456C720E-2B09-F61D-BD1A-16933687564D}"/>
                </a:ext>
              </a:extLst>
            </p:cNvPr>
            <p:cNvSpPr>
              <a:spLocks noGrp="1"/>
            </p:cNvSpPr>
            <p:nvPr/>
          </p:nvSpPr>
          <p:spPr>
            <a:xfrm>
              <a:off x="4510359" y="2958322"/>
              <a:ext cx="95316" cy="48114"/>
            </a:xfrm>
            <a:custGeom>
              <a:avLst/>
              <a:gdLst/>
              <a:ahLst/>
              <a:cxnLst/>
              <a:rect l="0" t="0" r="0" b="0"/>
              <a:pathLst>
                <a:path w="95316" h="48114">
                  <a:moveTo>
                    <a:pt x="0" y="0"/>
                  </a:moveTo>
                  <a:lnTo>
                    <a:pt x="95316" y="4811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8" name="Candidate_receptor__3697">
              <a:extLst>
                <a:ext uri="{FF2B5EF4-FFF2-40B4-BE49-F238E27FC236}">
                  <a16:creationId xmlns:a16="http://schemas.microsoft.com/office/drawing/2014/main" id="{D799BDF4-1778-0B9C-BE79-E5253A477167}"/>
                </a:ext>
              </a:extLst>
            </p:cNvPr>
            <p:cNvSpPr>
              <a:spLocks noGrp="1"/>
            </p:cNvSpPr>
            <p:nvPr/>
          </p:nvSpPr>
          <p:spPr>
            <a:xfrm>
              <a:off x="3783033" y="2595686"/>
              <a:ext cx="21823" cy="80204"/>
            </a:xfrm>
            <a:custGeom>
              <a:avLst/>
              <a:gdLst/>
              <a:ahLst/>
              <a:cxnLst/>
              <a:rect l="0" t="0" r="0" b="0"/>
              <a:pathLst>
                <a:path w="21823" h="80204">
                  <a:moveTo>
                    <a:pt x="21823" y="0"/>
                  </a:moveTo>
                  <a:lnTo>
                    <a:pt x="0" y="8020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9" name="Candidate_receptor__3698">
              <a:extLst>
                <a:ext uri="{FF2B5EF4-FFF2-40B4-BE49-F238E27FC236}">
                  <a16:creationId xmlns:a16="http://schemas.microsoft.com/office/drawing/2014/main" id="{61559C2A-497F-6DB4-B992-EA2B82CFBB41}"/>
                </a:ext>
              </a:extLst>
            </p:cNvPr>
            <p:cNvSpPr>
              <a:spLocks noGrp="1"/>
            </p:cNvSpPr>
            <p:nvPr/>
          </p:nvSpPr>
          <p:spPr>
            <a:xfrm>
              <a:off x="3725824" y="2819364"/>
              <a:ext cx="15619" cy="109018"/>
            </a:xfrm>
            <a:custGeom>
              <a:avLst/>
              <a:gdLst/>
              <a:ahLst/>
              <a:cxnLst/>
              <a:rect l="0" t="0" r="0" b="0"/>
              <a:pathLst>
                <a:path w="15619" h="109018">
                  <a:moveTo>
                    <a:pt x="0" y="0"/>
                  </a:moveTo>
                  <a:lnTo>
                    <a:pt x="15619" y="10901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0" name="Candidate_receptor__3699">
              <a:extLst>
                <a:ext uri="{FF2B5EF4-FFF2-40B4-BE49-F238E27FC236}">
                  <a16:creationId xmlns:a16="http://schemas.microsoft.com/office/drawing/2014/main" id="{F53CE73E-C058-59B5-1E67-0E57210E4C16}"/>
                </a:ext>
              </a:extLst>
            </p:cNvPr>
            <p:cNvSpPr>
              <a:spLocks noGrp="1"/>
            </p:cNvSpPr>
            <p:nvPr/>
          </p:nvSpPr>
          <p:spPr>
            <a:xfrm>
              <a:off x="4537167" y="2728047"/>
              <a:ext cx="86494" cy="42538"/>
            </a:xfrm>
            <a:custGeom>
              <a:avLst/>
              <a:gdLst/>
              <a:ahLst/>
              <a:cxnLst/>
              <a:rect l="0" t="0" r="0" b="0"/>
              <a:pathLst>
                <a:path w="86494" h="42538">
                  <a:moveTo>
                    <a:pt x="86494" y="0"/>
                  </a:moveTo>
                  <a:lnTo>
                    <a:pt x="0" y="4253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1" name="Candidate_receptor__3700">
              <a:extLst>
                <a:ext uri="{FF2B5EF4-FFF2-40B4-BE49-F238E27FC236}">
                  <a16:creationId xmlns:a16="http://schemas.microsoft.com/office/drawing/2014/main" id="{E1802BB6-29F3-98AF-CF22-7E4149224F59}"/>
                </a:ext>
              </a:extLst>
            </p:cNvPr>
            <p:cNvSpPr>
              <a:spLocks noGrp="1"/>
            </p:cNvSpPr>
            <p:nvPr/>
          </p:nvSpPr>
          <p:spPr>
            <a:xfrm>
              <a:off x="4112977" y="2560735"/>
              <a:ext cx="74991" cy="22109"/>
            </a:xfrm>
            <a:custGeom>
              <a:avLst/>
              <a:gdLst/>
              <a:ahLst/>
              <a:cxnLst/>
              <a:rect l="0" t="0" r="0" b="0"/>
              <a:pathLst>
                <a:path w="74991" h="22109">
                  <a:moveTo>
                    <a:pt x="0" y="0"/>
                  </a:moveTo>
                  <a:lnTo>
                    <a:pt x="74991" y="2210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2" name="Candidate_receptor__3701">
              <a:extLst>
                <a:ext uri="{FF2B5EF4-FFF2-40B4-BE49-F238E27FC236}">
                  <a16:creationId xmlns:a16="http://schemas.microsoft.com/office/drawing/2014/main" id="{86232CCA-5793-7EF0-1030-9F7BEB8E1BCA}"/>
                </a:ext>
              </a:extLst>
            </p:cNvPr>
            <p:cNvSpPr>
              <a:spLocks noGrp="1"/>
            </p:cNvSpPr>
            <p:nvPr/>
          </p:nvSpPr>
          <p:spPr>
            <a:xfrm>
              <a:off x="3733808" y="3250136"/>
              <a:ext cx="95402" cy="6089"/>
            </a:xfrm>
            <a:custGeom>
              <a:avLst/>
              <a:gdLst/>
              <a:ahLst/>
              <a:cxnLst/>
              <a:rect l="0" t="0" r="0" b="0"/>
              <a:pathLst>
                <a:path w="95402" h="6089">
                  <a:moveTo>
                    <a:pt x="0" y="0"/>
                  </a:moveTo>
                  <a:lnTo>
                    <a:pt x="95402" y="608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3" name="Candidate_receptor__3702">
              <a:extLst>
                <a:ext uri="{FF2B5EF4-FFF2-40B4-BE49-F238E27FC236}">
                  <a16:creationId xmlns:a16="http://schemas.microsoft.com/office/drawing/2014/main" id="{E1B53AF4-29F1-568E-B02F-938A70EC06CD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469061"/>
              <a:ext cx="7059" cy="15686"/>
            </a:xfrm>
            <a:custGeom>
              <a:avLst/>
              <a:gdLst/>
              <a:ahLst/>
              <a:cxnLst/>
              <a:rect l="0" t="0" r="0" b="0"/>
              <a:pathLst>
                <a:path w="7059" h="15686">
                  <a:moveTo>
                    <a:pt x="0" y="0"/>
                  </a:moveTo>
                  <a:lnTo>
                    <a:pt x="7059" y="1568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4" name="Candidate_receptor__3703">
              <a:extLst>
                <a:ext uri="{FF2B5EF4-FFF2-40B4-BE49-F238E27FC236}">
                  <a16:creationId xmlns:a16="http://schemas.microsoft.com/office/drawing/2014/main" id="{D6DCDD33-69C0-89EC-484B-4158C8BD6BAA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382094"/>
              <a:ext cx="71525" cy="74673"/>
            </a:xfrm>
            <a:custGeom>
              <a:avLst/>
              <a:gdLst/>
              <a:ahLst/>
              <a:cxnLst/>
              <a:rect l="0" t="0" r="0" b="0"/>
              <a:pathLst>
                <a:path w="71525" h="74673">
                  <a:moveTo>
                    <a:pt x="71525" y="746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5" name="Candidate_receptor__3704">
              <a:extLst>
                <a:ext uri="{FF2B5EF4-FFF2-40B4-BE49-F238E27FC236}">
                  <a16:creationId xmlns:a16="http://schemas.microsoft.com/office/drawing/2014/main" id="{3F9A303B-373A-572E-2104-99D1F9853AD6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451452"/>
              <a:ext cx="74665" cy="45976"/>
            </a:xfrm>
            <a:custGeom>
              <a:avLst/>
              <a:gdLst/>
              <a:ahLst/>
              <a:cxnLst/>
              <a:rect l="0" t="0" r="0" b="0"/>
              <a:pathLst>
                <a:path w="74665" h="45976">
                  <a:moveTo>
                    <a:pt x="0" y="0"/>
                  </a:moveTo>
                  <a:lnTo>
                    <a:pt x="74665" y="4597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6" name="Candidate_receptor__3705">
              <a:extLst>
                <a:ext uri="{FF2B5EF4-FFF2-40B4-BE49-F238E27FC236}">
                  <a16:creationId xmlns:a16="http://schemas.microsoft.com/office/drawing/2014/main" id="{4C212D7E-5695-5066-DF69-8971D90BF139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666603"/>
              <a:ext cx="41228" cy="94117"/>
            </a:xfrm>
            <a:custGeom>
              <a:avLst/>
              <a:gdLst/>
              <a:ahLst/>
              <a:cxnLst/>
              <a:rect l="0" t="0" r="0" b="0"/>
              <a:pathLst>
                <a:path w="41228" h="94117">
                  <a:moveTo>
                    <a:pt x="41228" y="0"/>
                  </a:moveTo>
                  <a:lnTo>
                    <a:pt x="0" y="94117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7" name="Candidate_receptor__3706">
              <a:extLst>
                <a:ext uri="{FF2B5EF4-FFF2-40B4-BE49-F238E27FC236}">
                  <a16:creationId xmlns:a16="http://schemas.microsoft.com/office/drawing/2014/main" id="{A1876015-1AEA-F37A-5567-DBF389EC4248}"/>
                </a:ext>
              </a:extLst>
            </p:cNvPr>
            <p:cNvSpPr>
              <a:spLocks noGrp="1"/>
            </p:cNvSpPr>
            <p:nvPr/>
          </p:nvSpPr>
          <p:spPr>
            <a:xfrm>
              <a:off x="5696001" y="2497428"/>
              <a:ext cx="36316" cy="85947"/>
            </a:xfrm>
            <a:custGeom>
              <a:avLst/>
              <a:gdLst/>
              <a:ahLst/>
              <a:cxnLst/>
              <a:rect l="0" t="0" r="0" b="0"/>
              <a:pathLst>
                <a:path w="36316" h="85947">
                  <a:moveTo>
                    <a:pt x="0" y="0"/>
                  </a:moveTo>
                  <a:lnTo>
                    <a:pt x="36316" y="859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8" name="Candidate_receptor__3707">
              <a:extLst>
                <a:ext uri="{FF2B5EF4-FFF2-40B4-BE49-F238E27FC236}">
                  <a16:creationId xmlns:a16="http://schemas.microsoft.com/office/drawing/2014/main" id="{378D619B-A665-3160-DE4A-5D710EC889D0}"/>
                </a:ext>
              </a:extLst>
            </p:cNvPr>
            <p:cNvSpPr>
              <a:spLocks noGrp="1"/>
            </p:cNvSpPr>
            <p:nvPr/>
          </p:nvSpPr>
          <p:spPr>
            <a:xfrm>
              <a:off x="5883732" y="2256924"/>
              <a:ext cx="114888" cy="3272"/>
            </a:xfrm>
            <a:custGeom>
              <a:avLst/>
              <a:gdLst/>
              <a:ahLst/>
              <a:cxnLst/>
              <a:rect l="0" t="0" r="0" b="0"/>
              <a:pathLst>
                <a:path w="114888" h="3272">
                  <a:moveTo>
                    <a:pt x="114888" y="32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9" name="Candidate_receptor__3708">
              <a:extLst>
                <a:ext uri="{FF2B5EF4-FFF2-40B4-BE49-F238E27FC236}">
                  <a16:creationId xmlns:a16="http://schemas.microsoft.com/office/drawing/2014/main" id="{819A702B-3C56-D079-329C-486278ABC92F}"/>
                </a:ext>
              </a:extLst>
            </p:cNvPr>
            <p:cNvSpPr>
              <a:spLocks noGrp="1"/>
            </p:cNvSpPr>
            <p:nvPr/>
          </p:nvSpPr>
          <p:spPr>
            <a:xfrm>
              <a:off x="3741443" y="2928382"/>
              <a:ext cx="115510" cy="2933"/>
            </a:xfrm>
            <a:custGeom>
              <a:avLst/>
              <a:gdLst/>
              <a:ahLst/>
              <a:cxnLst/>
              <a:rect l="0" t="0" r="0" b="0"/>
              <a:pathLst>
                <a:path w="115510" h="2933">
                  <a:moveTo>
                    <a:pt x="0" y="0"/>
                  </a:moveTo>
                  <a:lnTo>
                    <a:pt x="115510" y="2933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0" name="Candidate_receptor__3709">
              <a:extLst>
                <a:ext uri="{FF2B5EF4-FFF2-40B4-BE49-F238E27FC236}">
                  <a16:creationId xmlns:a16="http://schemas.microsoft.com/office/drawing/2014/main" id="{07D41972-0977-A26F-C9F3-23A220EBB09F}"/>
                </a:ext>
              </a:extLst>
            </p:cNvPr>
            <p:cNvSpPr>
              <a:spLocks noGrp="1"/>
            </p:cNvSpPr>
            <p:nvPr/>
          </p:nvSpPr>
          <p:spPr>
            <a:xfrm>
              <a:off x="3938356" y="2854842"/>
              <a:ext cx="102407" cy="11324"/>
            </a:xfrm>
            <a:custGeom>
              <a:avLst/>
              <a:gdLst/>
              <a:ahLst/>
              <a:cxnLst/>
              <a:rect l="0" t="0" r="0" b="0"/>
              <a:pathLst>
                <a:path w="102407" h="11324">
                  <a:moveTo>
                    <a:pt x="0" y="0"/>
                  </a:moveTo>
                  <a:lnTo>
                    <a:pt x="102407" y="1132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1" name="Candidate_receptor__3710">
              <a:extLst>
                <a:ext uri="{FF2B5EF4-FFF2-40B4-BE49-F238E27FC236}">
                  <a16:creationId xmlns:a16="http://schemas.microsoft.com/office/drawing/2014/main" id="{FA63BF83-81F2-122E-4BAA-9B8715216B4E}"/>
                </a:ext>
              </a:extLst>
            </p:cNvPr>
            <p:cNvSpPr>
              <a:spLocks noGrp="1"/>
            </p:cNvSpPr>
            <p:nvPr/>
          </p:nvSpPr>
          <p:spPr>
            <a:xfrm>
              <a:off x="5437921" y="2081566"/>
              <a:ext cx="78975" cy="27951"/>
            </a:xfrm>
            <a:custGeom>
              <a:avLst/>
              <a:gdLst/>
              <a:ahLst/>
              <a:cxnLst/>
              <a:rect l="0" t="0" r="0" b="0"/>
              <a:pathLst>
                <a:path w="78975" h="27951">
                  <a:moveTo>
                    <a:pt x="78975" y="27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12" name="Candidate_receptor__3711">
              <a:extLst>
                <a:ext uri="{FF2B5EF4-FFF2-40B4-BE49-F238E27FC236}">
                  <a16:creationId xmlns:a16="http://schemas.microsoft.com/office/drawing/2014/main" id="{4E0A5511-4EFD-8756-3D38-CDB8BEA04391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78983"/>
              <a:ext cx="13076" cy="54672"/>
            </a:xfrm>
            <a:custGeom>
              <a:avLst/>
              <a:gdLst/>
              <a:ahLst/>
              <a:cxnLst/>
              <a:rect l="0" t="0" r="0" b="0"/>
              <a:pathLst>
                <a:path w="13076" h="54672">
                  <a:moveTo>
                    <a:pt x="0" y="0"/>
                  </a:moveTo>
                  <a:lnTo>
                    <a:pt x="13076" y="54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3" name="Candidate_receptor__3712">
              <a:extLst>
                <a:ext uri="{FF2B5EF4-FFF2-40B4-BE49-F238E27FC236}">
                  <a16:creationId xmlns:a16="http://schemas.microsoft.com/office/drawing/2014/main" id="{7C4E5551-B283-FCDC-E467-A3AC10D386E3}"/>
                </a:ext>
              </a:extLst>
            </p:cNvPr>
            <p:cNvSpPr>
              <a:spLocks noGrp="1"/>
            </p:cNvSpPr>
            <p:nvPr/>
          </p:nvSpPr>
          <p:spPr>
            <a:xfrm>
              <a:off x="4040762" y="2800383"/>
              <a:ext cx="76602" cy="65783"/>
            </a:xfrm>
            <a:custGeom>
              <a:avLst/>
              <a:gdLst/>
              <a:ahLst/>
              <a:cxnLst/>
              <a:rect l="0" t="0" r="0" b="0"/>
              <a:pathLst>
                <a:path w="76602" h="65783">
                  <a:moveTo>
                    <a:pt x="0" y="65783"/>
                  </a:moveTo>
                  <a:lnTo>
                    <a:pt x="76602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14" name="Candidate_receptor__3713">
              <a:extLst>
                <a:ext uri="{FF2B5EF4-FFF2-40B4-BE49-F238E27FC236}">
                  <a16:creationId xmlns:a16="http://schemas.microsoft.com/office/drawing/2014/main" id="{5BFB01FF-F2B4-CA30-921E-89A51DCAD307}"/>
                </a:ext>
              </a:extLst>
            </p:cNvPr>
            <p:cNvSpPr>
              <a:spLocks noGrp="1"/>
            </p:cNvSpPr>
            <p:nvPr/>
          </p:nvSpPr>
          <p:spPr>
            <a:xfrm>
              <a:off x="5776880" y="3055128"/>
              <a:ext cx="7517" cy="107863"/>
            </a:xfrm>
            <a:custGeom>
              <a:avLst/>
              <a:gdLst/>
              <a:ahLst/>
              <a:cxnLst/>
              <a:rect l="0" t="0" r="0" b="0"/>
              <a:pathLst>
                <a:path w="7517" h="107863">
                  <a:moveTo>
                    <a:pt x="7517" y="107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5" name="Candidate_receptor__3714">
              <a:extLst>
                <a:ext uri="{FF2B5EF4-FFF2-40B4-BE49-F238E27FC236}">
                  <a16:creationId xmlns:a16="http://schemas.microsoft.com/office/drawing/2014/main" id="{CE8991AE-454C-8F36-4F0C-4210EADC309C}"/>
                </a:ext>
              </a:extLst>
            </p:cNvPr>
            <p:cNvSpPr>
              <a:spLocks noGrp="1"/>
            </p:cNvSpPr>
            <p:nvPr/>
          </p:nvSpPr>
          <p:spPr>
            <a:xfrm>
              <a:off x="5668513" y="3033963"/>
              <a:ext cx="108367" cy="21166"/>
            </a:xfrm>
            <a:custGeom>
              <a:avLst/>
              <a:gdLst/>
              <a:ahLst/>
              <a:cxnLst/>
              <a:rect l="0" t="0" r="0" b="0"/>
              <a:pathLst>
                <a:path w="108367" h="21166">
                  <a:moveTo>
                    <a:pt x="108367" y="2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6" name="Candidate_receptor__3715">
              <a:extLst>
                <a:ext uri="{FF2B5EF4-FFF2-40B4-BE49-F238E27FC236}">
                  <a16:creationId xmlns:a16="http://schemas.microsoft.com/office/drawing/2014/main" id="{B33D284C-3FB4-DEC6-1C78-76973FB1C948}"/>
                </a:ext>
              </a:extLst>
            </p:cNvPr>
            <p:cNvSpPr>
              <a:spLocks noGrp="1"/>
            </p:cNvSpPr>
            <p:nvPr/>
          </p:nvSpPr>
          <p:spPr>
            <a:xfrm>
              <a:off x="4841582" y="3085075"/>
              <a:ext cx="3041" cy="68158"/>
            </a:xfrm>
            <a:custGeom>
              <a:avLst/>
              <a:gdLst/>
              <a:ahLst/>
              <a:cxnLst/>
              <a:rect l="0" t="0" r="0" b="0"/>
              <a:pathLst>
                <a:path w="3041" h="68158">
                  <a:moveTo>
                    <a:pt x="0" y="0"/>
                  </a:moveTo>
                  <a:lnTo>
                    <a:pt x="3041" y="68158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7" name="Candidate_receptor__3716">
              <a:extLst>
                <a:ext uri="{FF2B5EF4-FFF2-40B4-BE49-F238E27FC236}">
                  <a16:creationId xmlns:a16="http://schemas.microsoft.com/office/drawing/2014/main" id="{06E714E8-A283-0661-FD87-3E8B325F3A83}"/>
                </a:ext>
              </a:extLst>
            </p:cNvPr>
            <p:cNvSpPr>
              <a:spLocks noGrp="1"/>
            </p:cNvSpPr>
            <p:nvPr/>
          </p:nvSpPr>
          <p:spPr>
            <a:xfrm>
              <a:off x="3856953" y="2854842"/>
              <a:ext cx="81403" cy="76473"/>
            </a:xfrm>
            <a:custGeom>
              <a:avLst/>
              <a:gdLst/>
              <a:ahLst/>
              <a:cxnLst/>
              <a:rect l="0" t="0" r="0" b="0"/>
              <a:pathLst>
                <a:path w="81403" h="76473">
                  <a:moveTo>
                    <a:pt x="0" y="76473"/>
                  </a:moveTo>
                  <a:lnTo>
                    <a:pt x="81403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18" name="Candidate_receptor__3717">
              <a:extLst>
                <a:ext uri="{FF2B5EF4-FFF2-40B4-BE49-F238E27FC236}">
                  <a16:creationId xmlns:a16="http://schemas.microsoft.com/office/drawing/2014/main" id="{016F1341-7875-4E9C-F1AA-2CCFA750E7AC}"/>
                </a:ext>
              </a:extLst>
            </p:cNvPr>
            <p:cNvSpPr>
              <a:spLocks noGrp="1"/>
            </p:cNvSpPr>
            <p:nvPr/>
          </p:nvSpPr>
          <p:spPr>
            <a:xfrm>
              <a:off x="5157937" y="2939135"/>
              <a:ext cx="111543" cy="11279"/>
            </a:xfrm>
            <a:custGeom>
              <a:avLst/>
              <a:gdLst/>
              <a:ahLst/>
              <a:cxnLst/>
              <a:rect l="0" t="0" r="0" b="0"/>
              <a:pathLst>
                <a:path w="111543" h="11279">
                  <a:moveTo>
                    <a:pt x="111543" y="0"/>
                  </a:moveTo>
                  <a:lnTo>
                    <a:pt x="0" y="11279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19" name="Candidate_receptor__3718">
              <a:extLst>
                <a:ext uri="{FF2B5EF4-FFF2-40B4-BE49-F238E27FC236}">
                  <a16:creationId xmlns:a16="http://schemas.microsoft.com/office/drawing/2014/main" id="{DC46FE81-CA7D-43A1-E1EA-4084B853755E}"/>
                </a:ext>
              </a:extLst>
            </p:cNvPr>
            <p:cNvSpPr>
              <a:spLocks noGrp="1"/>
            </p:cNvSpPr>
            <p:nvPr/>
          </p:nvSpPr>
          <p:spPr>
            <a:xfrm>
              <a:off x="5516896" y="2082837"/>
              <a:ext cx="98404" cy="26679"/>
            </a:xfrm>
            <a:custGeom>
              <a:avLst/>
              <a:gdLst/>
              <a:ahLst/>
              <a:cxnLst/>
              <a:rect l="0" t="0" r="0" b="0"/>
              <a:pathLst>
                <a:path w="98404" h="26679">
                  <a:moveTo>
                    <a:pt x="98404" y="0"/>
                  </a:moveTo>
                  <a:lnTo>
                    <a:pt x="0" y="26679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0" name="Candidate_receptor__3719">
              <a:extLst>
                <a:ext uri="{FF2B5EF4-FFF2-40B4-BE49-F238E27FC236}">
                  <a16:creationId xmlns:a16="http://schemas.microsoft.com/office/drawing/2014/main" id="{03F7156F-ADC6-9B43-31CD-3492526A953B}"/>
                </a:ext>
              </a:extLst>
            </p:cNvPr>
            <p:cNvSpPr>
              <a:spLocks noGrp="1"/>
            </p:cNvSpPr>
            <p:nvPr/>
          </p:nvSpPr>
          <p:spPr>
            <a:xfrm>
              <a:off x="4452898" y="3078210"/>
              <a:ext cx="67125" cy="50306"/>
            </a:xfrm>
            <a:custGeom>
              <a:avLst/>
              <a:gdLst/>
              <a:ahLst/>
              <a:cxnLst/>
              <a:rect l="0" t="0" r="0" b="0"/>
              <a:pathLst>
                <a:path w="67125" h="50306">
                  <a:moveTo>
                    <a:pt x="0" y="0"/>
                  </a:moveTo>
                  <a:lnTo>
                    <a:pt x="67125" y="5030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1" name="Candidate_receptor__3720">
              <a:extLst>
                <a:ext uri="{FF2B5EF4-FFF2-40B4-BE49-F238E27FC236}">
                  <a16:creationId xmlns:a16="http://schemas.microsoft.com/office/drawing/2014/main" id="{430A1067-641E-9C8F-5704-C4994CB3A4BB}"/>
                </a:ext>
              </a:extLst>
            </p:cNvPr>
            <p:cNvSpPr>
              <a:spLocks noGrp="1"/>
            </p:cNvSpPr>
            <p:nvPr/>
          </p:nvSpPr>
          <p:spPr>
            <a:xfrm>
              <a:off x="4368239" y="3072618"/>
              <a:ext cx="84659" cy="5592"/>
            </a:xfrm>
            <a:custGeom>
              <a:avLst/>
              <a:gdLst/>
              <a:ahLst/>
              <a:cxnLst/>
              <a:rect l="0" t="0" r="0" b="0"/>
              <a:pathLst>
                <a:path w="84659" h="5592">
                  <a:moveTo>
                    <a:pt x="0" y="0"/>
                  </a:moveTo>
                  <a:lnTo>
                    <a:pt x="84659" y="5592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2" name="Candidate_receptor__3721">
              <a:extLst>
                <a:ext uri="{FF2B5EF4-FFF2-40B4-BE49-F238E27FC236}">
                  <a16:creationId xmlns:a16="http://schemas.microsoft.com/office/drawing/2014/main" id="{3D21477D-7742-0C89-D537-D6EDF3CD58D0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049233"/>
              <a:ext cx="40079" cy="107257"/>
            </a:xfrm>
            <a:custGeom>
              <a:avLst/>
              <a:gdLst/>
              <a:ahLst/>
              <a:cxnLst/>
              <a:rect l="0" t="0" r="0" b="0"/>
              <a:pathLst>
                <a:path w="40079" h="107257">
                  <a:moveTo>
                    <a:pt x="0" y="107257"/>
                  </a:moveTo>
                  <a:lnTo>
                    <a:pt x="40079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3" name="Candidate_receptor__3722">
              <a:extLst>
                <a:ext uri="{FF2B5EF4-FFF2-40B4-BE49-F238E27FC236}">
                  <a16:creationId xmlns:a16="http://schemas.microsoft.com/office/drawing/2014/main" id="{470488CB-3DCC-5E8E-896B-31C25F08120B}"/>
                </a:ext>
              </a:extLst>
            </p:cNvPr>
            <p:cNvSpPr>
              <a:spLocks noGrp="1"/>
            </p:cNvSpPr>
            <p:nvPr/>
          </p:nvSpPr>
          <p:spPr>
            <a:xfrm>
              <a:off x="5944832" y="1905520"/>
              <a:ext cx="82890" cy="33454"/>
            </a:xfrm>
            <a:custGeom>
              <a:avLst/>
              <a:gdLst/>
              <a:ahLst/>
              <a:cxnLst/>
              <a:rect l="0" t="0" r="0" b="0"/>
              <a:pathLst>
                <a:path w="82890" h="33454">
                  <a:moveTo>
                    <a:pt x="0" y="0"/>
                  </a:moveTo>
                  <a:lnTo>
                    <a:pt x="82890" y="33454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4" name="Candidate_receptor__3723">
              <a:extLst>
                <a:ext uri="{FF2B5EF4-FFF2-40B4-BE49-F238E27FC236}">
                  <a16:creationId xmlns:a16="http://schemas.microsoft.com/office/drawing/2014/main" id="{1C8B14EB-86E0-84C7-F838-34D1C3C840A6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487888"/>
              <a:ext cx="69694" cy="32118"/>
            </a:xfrm>
            <a:custGeom>
              <a:avLst/>
              <a:gdLst/>
              <a:ahLst/>
              <a:cxnLst/>
              <a:rect l="0" t="0" r="0" b="0"/>
              <a:pathLst>
                <a:path w="69694" h="32118">
                  <a:moveTo>
                    <a:pt x="69694" y="0"/>
                  </a:moveTo>
                  <a:lnTo>
                    <a:pt x="0" y="3211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5" name="Candidate_receptor__3724">
              <a:extLst>
                <a:ext uri="{FF2B5EF4-FFF2-40B4-BE49-F238E27FC236}">
                  <a16:creationId xmlns:a16="http://schemas.microsoft.com/office/drawing/2014/main" id="{68B9E4EF-67FC-0D99-73CE-8820D6E4E9AF}"/>
                </a:ext>
              </a:extLst>
            </p:cNvPr>
            <p:cNvSpPr>
              <a:spLocks noGrp="1"/>
            </p:cNvSpPr>
            <p:nvPr/>
          </p:nvSpPr>
          <p:spPr>
            <a:xfrm>
              <a:off x="3667965" y="2666603"/>
              <a:ext cx="115068" cy="9287"/>
            </a:xfrm>
            <a:custGeom>
              <a:avLst/>
              <a:gdLst/>
              <a:ahLst/>
              <a:cxnLst/>
              <a:rect l="0" t="0" r="0" b="0"/>
              <a:pathLst>
                <a:path w="115068" h="9287">
                  <a:moveTo>
                    <a:pt x="115068" y="9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6" name="Candidate_receptor__3725">
              <a:extLst>
                <a:ext uri="{FF2B5EF4-FFF2-40B4-BE49-F238E27FC236}">
                  <a16:creationId xmlns:a16="http://schemas.microsoft.com/office/drawing/2014/main" id="{A5589099-C490-AD5A-0087-AD0A7D886E20}"/>
                </a:ext>
              </a:extLst>
            </p:cNvPr>
            <p:cNvSpPr>
              <a:spLocks noGrp="1"/>
            </p:cNvSpPr>
            <p:nvPr/>
          </p:nvSpPr>
          <p:spPr>
            <a:xfrm>
              <a:off x="3829210" y="3256226"/>
              <a:ext cx="40004" cy="106348"/>
            </a:xfrm>
            <a:custGeom>
              <a:avLst/>
              <a:gdLst/>
              <a:ahLst/>
              <a:cxnLst/>
              <a:rect l="0" t="0" r="0" b="0"/>
              <a:pathLst>
                <a:path w="40004" h="106348">
                  <a:moveTo>
                    <a:pt x="0" y="0"/>
                  </a:moveTo>
                  <a:lnTo>
                    <a:pt x="40004" y="10634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7" name="Candidate_receptor__3726">
              <a:extLst>
                <a:ext uri="{FF2B5EF4-FFF2-40B4-BE49-F238E27FC236}">
                  <a16:creationId xmlns:a16="http://schemas.microsoft.com/office/drawing/2014/main" id="{14CB73C9-2003-2F94-6ACE-F96D14025BBB}"/>
                </a:ext>
              </a:extLst>
            </p:cNvPr>
            <p:cNvSpPr>
              <a:spLocks noGrp="1"/>
            </p:cNvSpPr>
            <p:nvPr/>
          </p:nvSpPr>
          <p:spPr>
            <a:xfrm>
              <a:off x="3793846" y="2465381"/>
              <a:ext cx="87792" cy="22508"/>
            </a:xfrm>
            <a:custGeom>
              <a:avLst/>
              <a:gdLst/>
              <a:ahLst/>
              <a:cxnLst/>
              <a:rect l="0" t="0" r="0" b="0"/>
              <a:pathLst>
                <a:path w="87792" h="22508">
                  <a:moveTo>
                    <a:pt x="87792" y="0"/>
                  </a:moveTo>
                  <a:lnTo>
                    <a:pt x="0" y="2250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8" name="Candidate_receptor__3727">
              <a:extLst>
                <a:ext uri="{FF2B5EF4-FFF2-40B4-BE49-F238E27FC236}">
                  <a16:creationId xmlns:a16="http://schemas.microsoft.com/office/drawing/2014/main" id="{9CA8363C-4B91-B4DF-BF06-05E05DB50A21}"/>
                </a:ext>
              </a:extLst>
            </p:cNvPr>
            <p:cNvSpPr>
              <a:spLocks noGrp="1"/>
            </p:cNvSpPr>
            <p:nvPr/>
          </p:nvSpPr>
          <p:spPr>
            <a:xfrm>
              <a:off x="5840151" y="1905520"/>
              <a:ext cx="104681" cy="16332"/>
            </a:xfrm>
            <a:custGeom>
              <a:avLst/>
              <a:gdLst/>
              <a:ahLst/>
              <a:cxnLst/>
              <a:rect l="0" t="0" r="0" b="0"/>
              <a:pathLst>
                <a:path w="104681" h="16332">
                  <a:moveTo>
                    <a:pt x="0" y="16332"/>
                  </a:moveTo>
                  <a:lnTo>
                    <a:pt x="104681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9" name="Candidate_receptor__3728">
              <a:extLst>
                <a:ext uri="{FF2B5EF4-FFF2-40B4-BE49-F238E27FC236}">
                  <a16:creationId xmlns:a16="http://schemas.microsoft.com/office/drawing/2014/main" id="{69453DB0-4D0F-F772-7475-BC4FDBF64527}"/>
                </a:ext>
              </a:extLst>
            </p:cNvPr>
            <p:cNvSpPr>
              <a:spLocks noGrp="1"/>
            </p:cNvSpPr>
            <p:nvPr/>
          </p:nvSpPr>
          <p:spPr>
            <a:xfrm>
              <a:off x="4117364" y="2795300"/>
              <a:ext cx="114076" cy="5083"/>
            </a:xfrm>
            <a:custGeom>
              <a:avLst/>
              <a:gdLst/>
              <a:ahLst/>
              <a:cxnLst/>
              <a:rect l="0" t="0" r="0" b="0"/>
              <a:pathLst>
                <a:path w="114076" h="5083">
                  <a:moveTo>
                    <a:pt x="0" y="5083"/>
                  </a:moveTo>
                  <a:lnTo>
                    <a:pt x="114076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0" name="Candidate_receptor__3729">
              <a:extLst>
                <a:ext uri="{FF2B5EF4-FFF2-40B4-BE49-F238E27FC236}">
                  <a16:creationId xmlns:a16="http://schemas.microsoft.com/office/drawing/2014/main" id="{68D29FEF-8F8C-5C1C-8A82-F2C1FAFC94E6}"/>
                </a:ext>
              </a:extLst>
            </p:cNvPr>
            <p:cNvSpPr>
              <a:spLocks noGrp="1"/>
            </p:cNvSpPr>
            <p:nvPr/>
          </p:nvSpPr>
          <p:spPr>
            <a:xfrm>
              <a:off x="5834983" y="2175801"/>
              <a:ext cx="48749" cy="81124"/>
            </a:xfrm>
            <a:custGeom>
              <a:avLst/>
              <a:gdLst/>
              <a:ahLst/>
              <a:cxnLst/>
              <a:rect l="0" t="0" r="0" b="0"/>
              <a:pathLst>
                <a:path w="48749" h="81124">
                  <a:moveTo>
                    <a:pt x="48749" y="811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1" name="Candidate_receptor__3730">
              <a:extLst>
                <a:ext uri="{FF2B5EF4-FFF2-40B4-BE49-F238E27FC236}">
                  <a16:creationId xmlns:a16="http://schemas.microsoft.com/office/drawing/2014/main" id="{0C603970-8FF6-860A-55A8-EE8FAEC43C77}"/>
                </a:ext>
              </a:extLst>
            </p:cNvPr>
            <p:cNvSpPr>
              <a:spLocks noGrp="1"/>
            </p:cNvSpPr>
            <p:nvPr/>
          </p:nvSpPr>
          <p:spPr>
            <a:xfrm>
              <a:off x="4735859" y="3049233"/>
              <a:ext cx="105723" cy="35841"/>
            </a:xfrm>
            <a:custGeom>
              <a:avLst/>
              <a:gdLst/>
              <a:ahLst/>
              <a:cxnLst/>
              <a:rect l="0" t="0" r="0" b="0"/>
              <a:pathLst>
                <a:path w="105723" h="35841">
                  <a:moveTo>
                    <a:pt x="0" y="0"/>
                  </a:moveTo>
                  <a:lnTo>
                    <a:pt x="105723" y="35841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2" name="Candidate_receptor__3731">
              <a:extLst>
                <a:ext uri="{FF2B5EF4-FFF2-40B4-BE49-F238E27FC236}">
                  <a16:creationId xmlns:a16="http://schemas.microsoft.com/office/drawing/2014/main" id="{C4231C85-5DF6-79C1-F6ED-CE0099BCC99A}"/>
                </a:ext>
              </a:extLst>
            </p:cNvPr>
            <p:cNvSpPr>
              <a:spLocks noGrp="1"/>
            </p:cNvSpPr>
            <p:nvPr/>
          </p:nvSpPr>
          <p:spPr>
            <a:xfrm>
              <a:off x="4387017" y="2498900"/>
              <a:ext cx="65836" cy="80761"/>
            </a:xfrm>
            <a:custGeom>
              <a:avLst/>
              <a:gdLst/>
              <a:ahLst/>
              <a:cxnLst/>
              <a:rect l="0" t="0" r="0" b="0"/>
              <a:pathLst>
                <a:path w="65836" h="80761">
                  <a:moveTo>
                    <a:pt x="65836" y="0"/>
                  </a:moveTo>
                  <a:lnTo>
                    <a:pt x="0" y="80761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3" name="Candidate_receptor__3732">
              <a:extLst>
                <a:ext uri="{FF2B5EF4-FFF2-40B4-BE49-F238E27FC236}">
                  <a16:creationId xmlns:a16="http://schemas.microsoft.com/office/drawing/2014/main" id="{3A09DAF6-0DA9-D7F9-C969-5A4DC4F2A3E3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1263"/>
              <a:ext cx="49756" cy="27726"/>
            </a:xfrm>
            <a:custGeom>
              <a:avLst/>
              <a:gdLst/>
              <a:ahLst/>
              <a:cxnLst/>
              <a:rect l="0" t="0" r="0" b="0"/>
              <a:pathLst>
                <a:path w="49756" h="27726">
                  <a:moveTo>
                    <a:pt x="49756" y="0"/>
                  </a:moveTo>
                  <a:lnTo>
                    <a:pt x="0" y="2772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4" name="Candidate_receptor__3733">
              <a:extLst>
                <a:ext uri="{FF2B5EF4-FFF2-40B4-BE49-F238E27FC236}">
                  <a16:creationId xmlns:a16="http://schemas.microsoft.com/office/drawing/2014/main" id="{7063F9AD-F315-E323-919F-B774A6E85AE0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21852"/>
              <a:ext cx="55774" cy="58216"/>
            </a:xfrm>
            <a:custGeom>
              <a:avLst/>
              <a:gdLst/>
              <a:ahLst/>
              <a:cxnLst/>
              <a:rect l="0" t="0" r="0" b="0"/>
              <a:pathLst>
                <a:path w="55774" h="58216">
                  <a:moveTo>
                    <a:pt x="0" y="58216"/>
                  </a:moveTo>
                  <a:lnTo>
                    <a:pt x="55774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5" name="Candidate_receptor__3734">
              <a:extLst>
                <a:ext uri="{FF2B5EF4-FFF2-40B4-BE49-F238E27FC236}">
                  <a16:creationId xmlns:a16="http://schemas.microsoft.com/office/drawing/2014/main" id="{8F2DE825-48CC-6220-60B1-BF3E5C53D30C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62296" cy="86798"/>
            </a:xfrm>
            <a:custGeom>
              <a:avLst/>
              <a:gdLst/>
              <a:ahLst/>
              <a:cxnLst/>
              <a:rect l="0" t="0" r="0" b="0"/>
              <a:pathLst>
                <a:path w="62296" h="86798">
                  <a:moveTo>
                    <a:pt x="0" y="0"/>
                  </a:moveTo>
                  <a:lnTo>
                    <a:pt x="62296" y="8679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36" name="Candidate_receptor__3735">
              <a:extLst>
                <a:ext uri="{FF2B5EF4-FFF2-40B4-BE49-F238E27FC236}">
                  <a16:creationId xmlns:a16="http://schemas.microsoft.com/office/drawing/2014/main" id="{C0B5F7B3-283A-9989-2D21-5B098F2A193C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80495"/>
              <a:ext cx="66378" cy="47553"/>
            </a:xfrm>
            <a:custGeom>
              <a:avLst/>
              <a:gdLst/>
              <a:ahLst/>
              <a:cxnLst/>
              <a:rect l="0" t="0" r="0" b="0"/>
              <a:pathLst>
                <a:path w="66378" h="47553">
                  <a:moveTo>
                    <a:pt x="0" y="0"/>
                  </a:moveTo>
                  <a:lnTo>
                    <a:pt x="66378" y="4755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37" name="Candidate_receptor__3736">
              <a:extLst>
                <a:ext uri="{FF2B5EF4-FFF2-40B4-BE49-F238E27FC236}">
                  <a16:creationId xmlns:a16="http://schemas.microsoft.com/office/drawing/2014/main" id="{CAEB746B-1CAD-E9DC-7314-DF4CB9D3E258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156490"/>
              <a:ext cx="51103" cy="34371"/>
            </a:xfrm>
            <a:custGeom>
              <a:avLst/>
              <a:gdLst/>
              <a:ahLst/>
              <a:cxnLst/>
              <a:rect l="0" t="0" r="0" b="0"/>
              <a:pathLst>
                <a:path w="51103" h="34371">
                  <a:moveTo>
                    <a:pt x="51103" y="34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38" name="Candidate_receptor__3737">
              <a:extLst>
                <a:ext uri="{FF2B5EF4-FFF2-40B4-BE49-F238E27FC236}">
                  <a16:creationId xmlns:a16="http://schemas.microsoft.com/office/drawing/2014/main" id="{80CAAE49-FA8C-1B57-390A-5B5FAF9E6825}"/>
                </a:ext>
              </a:extLst>
            </p:cNvPr>
            <p:cNvSpPr>
              <a:spLocks noGrp="1"/>
            </p:cNvSpPr>
            <p:nvPr/>
          </p:nvSpPr>
          <p:spPr>
            <a:xfrm>
              <a:off x="4985073" y="3379954"/>
              <a:ext cx="17832" cy="76813"/>
            </a:xfrm>
            <a:custGeom>
              <a:avLst/>
              <a:gdLst/>
              <a:ahLst/>
              <a:cxnLst/>
              <a:rect l="0" t="0" r="0" b="0"/>
              <a:pathLst>
                <a:path w="17832" h="76813">
                  <a:moveTo>
                    <a:pt x="17832" y="0"/>
                  </a:moveTo>
                  <a:lnTo>
                    <a:pt x="0" y="7681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39" name="Candidate_receptor__3738">
              <a:extLst>
                <a:ext uri="{FF2B5EF4-FFF2-40B4-BE49-F238E27FC236}">
                  <a16:creationId xmlns:a16="http://schemas.microsoft.com/office/drawing/2014/main" id="{2AB36FDE-AB72-7702-E4BF-B17A7DD3EC10}"/>
                </a:ext>
              </a:extLst>
            </p:cNvPr>
            <p:cNvSpPr>
              <a:spLocks noGrp="1"/>
            </p:cNvSpPr>
            <p:nvPr/>
          </p:nvSpPr>
          <p:spPr>
            <a:xfrm>
              <a:off x="4187968" y="2498968"/>
              <a:ext cx="3496" cy="83876"/>
            </a:xfrm>
            <a:custGeom>
              <a:avLst/>
              <a:gdLst/>
              <a:ahLst/>
              <a:cxnLst/>
              <a:rect l="0" t="0" r="0" b="0"/>
              <a:pathLst>
                <a:path w="3496" h="83876">
                  <a:moveTo>
                    <a:pt x="0" y="83876"/>
                  </a:moveTo>
                  <a:lnTo>
                    <a:pt x="3496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0" name="Candidate_receptor__3739">
              <a:extLst>
                <a:ext uri="{FF2B5EF4-FFF2-40B4-BE49-F238E27FC236}">
                  <a16:creationId xmlns:a16="http://schemas.microsoft.com/office/drawing/2014/main" id="{59210D01-7405-85CA-622D-B297FACD777C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377183"/>
              <a:ext cx="51548" cy="91878"/>
            </a:xfrm>
            <a:custGeom>
              <a:avLst/>
              <a:gdLst/>
              <a:ahLst/>
              <a:cxnLst/>
              <a:rect l="0" t="0" r="0" b="0"/>
              <a:pathLst>
                <a:path w="51548" h="91878">
                  <a:moveTo>
                    <a:pt x="51548" y="0"/>
                  </a:moveTo>
                  <a:lnTo>
                    <a:pt x="0" y="9187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1" name="Candidate_receptor__3740">
              <a:extLst>
                <a:ext uri="{FF2B5EF4-FFF2-40B4-BE49-F238E27FC236}">
                  <a16:creationId xmlns:a16="http://schemas.microsoft.com/office/drawing/2014/main" id="{01D705CD-BA88-CB51-A0AB-63D3AF8FA9CF}"/>
                </a:ext>
              </a:extLst>
            </p:cNvPr>
            <p:cNvSpPr>
              <a:spLocks noGrp="1"/>
            </p:cNvSpPr>
            <p:nvPr/>
          </p:nvSpPr>
          <p:spPr>
            <a:xfrm>
              <a:off x="5123463" y="2950414"/>
              <a:ext cx="34474" cy="63220"/>
            </a:xfrm>
            <a:custGeom>
              <a:avLst/>
              <a:gdLst/>
              <a:ahLst/>
              <a:cxnLst/>
              <a:rect l="0" t="0" r="0" b="0"/>
              <a:pathLst>
                <a:path w="34474" h="63220">
                  <a:moveTo>
                    <a:pt x="34474" y="0"/>
                  </a:moveTo>
                  <a:lnTo>
                    <a:pt x="0" y="6322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2" name="Candidate_receptor__3741">
              <a:extLst>
                <a:ext uri="{FF2B5EF4-FFF2-40B4-BE49-F238E27FC236}">
                  <a16:creationId xmlns:a16="http://schemas.microsoft.com/office/drawing/2014/main" id="{631AC873-C412-B71F-B9B5-617195BBA242}"/>
                </a:ext>
              </a:extLst>
            </p:cNvPr>
            <p:cNvSpPr>
              <a:spLocks noGrp="1"/>
            </p:cNvSpPr>
            <p:nvPr/>
          </p:nvSpPr>
          <p:spPr>
            <a:xfrm>
              <a:off x="5723618" y="2175801"/>
              <a:ext cx="111364" cy="16077"/>
            </a:xfrm>
            <a:custGeom>
              <a:avLst/>
              <a:gdLst/>
              <a:ahLst/>
              <a:cxnLst/>
              <a:rect l="0" t="0" r="0" b="0"/>
              <a:pathLst>
                <a:path w="111364" h="16077">
                  <a:moveTo>
                    <a:pt x="111364" y="0"/>
                  </a:moveTo>
                  <a:lnTo>
                    <a:pt x="0" y="1607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3" name="Candidate_receptor__3742">
              <a:extLst>
                <a:ext uri="{FF2B5EF4-FFF2-40B4-BE49-F238E27FC236}">
                  <a16:creationId xmlns:a16="http://schemas.microsoft.com/office/drawing/2014/main" id="{D8ABC21E-BD77-2A7C-4ACA-4AAAC0982B5C}"/>
                </a:ext>
              </a:extLst>
            </p:cNvPr>
            <p:cNvSpPr>
              <a:spLocks noGrp="1"/>
            </p:cNvSpPr>
            <p:nvPr/>
          </p:nvSpPr>
          <p:spPr>
            <a:xfrm>
              <a:off x="5085248" y="3133655"/>
              <a:ext cx="87186" cy="47115"/>
            </a:xfrm>
            <a:custGeom>
              <a:avLst/>
              <a:gdLst/>
              <a:ahLst/>
              <a:cxnLst/>
              <a:rect l="0" t="0" r="0" b="0"/>
              <a:pathLst>
                <a:path w="87186" h="47115">
                  <a:moveTo>
                    <a:pt x="87186" y="0"/>
                  </a:moveTo>
                  <a:lnTo>
                    <a:pt x="0" y="4711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4" name="Candidate_receptor__3743">
              <a:extLst>
                <a:ext uri="{FF2B5EF4-FFF2-40B4-BE49-F238E27FC236}">
                  <a16:creationId xmlns:a16="http://schemas.microsoft.com/office/drawing/2014/main" id="{F3B8208A-76C3-AB55-7877-213336ACB671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20395"/>
              <a:ext cx="5604" cy="52903"/>
            </a:xfrm>
            <a:custGeom>
              <a:avLst/>
              <a:gdLst/>
              <a:ahLst/>
              <a:cxnLst/>
              <a:rect l="0" t="0" r="0" b="0"/>
              <a:pathLst>
                <a:path w="5604" h="52903">
                  <a:moveTo>
                    <a:pt x="5604" y="0"/>
                  </a:moveTo>
                  <a:lnTo>
                    <a:pt x="0" y="5290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5" name="Candidate_receptor__3744">
              <a:extLst>
                <a:ext uri="{FF2B5EF4-FFF2-40B4-BE49-F238E27FC236}">
                  <a16:creationId xmlns:a16="http://schemas.microsoft.com/office/drawing/2014/main" id="{C1CE73EA-40FD-1692-C90C-115BD05EEDA9}"/>
                </a:ext>
              </a:extLst>
            </p:cNvPr>
            <p:cNvSpPr>
              <a:spLocks noGrp="1"/>
            </p:cNvSpPr>
            <p:nvPr/>
          </p:nvSpPr>
          <p:spPr>
            <a:xfrm>
              <a:off x="4231440" y="2748188"/>
              <a:ext cx="12395" cy="47112"/>
            </a:xfrm>
            <a:custGeom>
              <a:avLst/>
              <a:gdLst/>
              <a:ahLst/>
              <a:cxnLst/>
              <a:rect l="0" t="0" r="0" b="0"/>
              <a:pathLst>
                <a:path w="12395" h="47112">
                  <a:moveTo>
                    <a:pt x="0" y="47112"/>
                  </a:moveTo>
                  <a:lnTo>
                    <a:pt x="12395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6" name="Candidate_receptor__3745">
              <a:extLst>
                <a:ext uri="{FF2B5EF4-FFF2-40B4-BE49-F238E27FC236}">
                  <a16:creationId xmlns:a16="http://schemas.microsoft.com/office/drawing/2014/main" id="{94E25F60-7024-5FEB-8367-33833221F83A}"/>
                </a:ext>
              </a:extLst>
            </p:cNvPr>
            <p:cNvSpPr>
              <a:spLocks noGrp="1"/>
            </p:cNvSpPr>
            <p:nvPr/>
          </p:nvSpPr>
          <p:spPr>
            <a:xfrm>
              <a:off x="4053316" y="2928826"/>
              <a:ext cx="105161" cy="43928"/>
            </a:xfrm>
            <a:custGeom>
              <a:avLst/>
              <a:gdLst/>
              <a:ahLst/>
              <a:cxnLst/>
              <a:rect l="0" t="0" r="0" b="0"/>
              <a:pathLst>
                <a:path w="105161" h="43928">
                  <a:moveTo>
                    <a:pt x="0" y="43928"/>
                  </a:moveTo>
                  <a:lnTo>
                    <a:pt x="105161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7" name="Candidate_receptor__3746">
              <a:extLst>
                <a:ext uri="{FF2B5EF4-FFF2-40B4-BE49-F238E27FC236}">
                  <a16:creationId xmlns:a16="http://schemas.microsoft.com/office/drawing/2014/main" id="{16595D26-108B-6433-7A46-ACACAEE674DF}"/>
                </a:ext>
              </a:extLst>
            </p:cNvPr>
            <p:cNvSpPr>
              <a:spLocks noGrp="1"/>
            </p:cNvSpPr>
            <p:nvPr/>
          </p:nvSpPr>
          <p:spPr>
            <a:xfrm>
              <a:off x="5146757" y="2814031"/>
              <a:ext cx="114220" cy="10751"/>
            </a:xfrm>
            <a:custGeom>
              <a:avLst/>
              <a:gdLst/>
              <a:ahLst/>
              <a:cxnLst/>
              <a:rect l="0" t="0" r="0" b="0"/>
              <a:pathLst>
                <a:path w="114220" h="10751">
                  <a:moveTo>
                    <a:pt x="114220" y="0"/>
                  </a:moveTo>
                  <a:lnTo>
                    <a:pt x="0" y="1075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8" name="Candidate_receptor__3747">
              <a:extLst>
                <a:ext uri="{FF2B5EF4-FFF2-40B4-BE49-F238E27FC236}">
                  <a16:creationId xmlns:a16="http://schemas.microsoft.com/office/drawing/2014/main" id="{7F70EDD6-687D-01AA-20CF-DABE21330E9F}"/>
                </a:ext>
              </a:extLst>
            </p:cNvPr>
            <p:cNvSpPr>
              <a:spLocks noGrp="1"/>
            </p:cNvSpPr>
            <p:nvPr/>
          </p:nvSpPr>
          <p:spPr>
            <a:xfrm>
              <a:off x="3869214" y="3362574"/>
              <a:ext cx="11129" cy="4076"/>
            </a:xfrm>
            <a:custGeom>
              <a:avLst/>
              <a:gdLst/>
              <a:ahLst/>
              <a:cxnLst/>
              <a:rect l="0" t="0" r="0" b="0"/>
              <a:pathLst>
                <a:path w="11129" h="4076">
                  <a:moveTo>
                    <a:pt x="0" y="0"/>
                  </a:moveTo>
                  <a:lnTo>
                    <a:pt x="11129" y="4076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9" name="Candidate_receptor__3748">
              <a:extLst>
                <a:ext uri="{FF2B5EF4-FFF2-40B4-BE49-F238E27FC236}">
                  <a16:creationId xmlns:a16="http://schemas.microsoft.com/office/drawing/2014/main" id="{37A0CD0C-60F7-6CF0-FA8E-FF10EA60C2CA}"/>
                </a:ext>
              </a:extLst>
            </p:cNvPr>
            <p:cNvSpPr>
              <a:spLocks noGrp="1"/>
            </p:cNvSpPr>
            <p:nvPr/>
          </p:nvSpPr>
          <p:spPr>
            <a:xfrm>
              <a:off x="5499003" y="2219372"/>
              <a:ext cx="19727" cy="112520"/>
            </a:xfrm>
            <a:custGeom>
              <a:avLst/>
              <a:gdLst/>
              <a:ahLst/>
              <a:cxnLst/>
              <a:rect l="0" t="0" r="0" b="0"/>
              <a:pathLst>
                <a:path w="19727" h="112520">
                  <a:moveTo>
                    <a:pt x="19727" y="0"/>
                  </a:moveTo>
                  <a:lnTo>
                    <a:pt x="0" y="11252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50" name="Candidate_receptor__3749">
              <a:extLst>
                <a:ext uri="{FF2B5EF4-FFF2-40B4-BE49-F238E27FC236}">
                  <a16:creationId xmlns:a16="http://schemas.microsoft.com/office/drawing/2014/main" id="{87055B81-3B2A-FFE3-27FE-42F7DEEF70F2}"/>
                </a:ext>
              </a:extLst>
            </p:cNvPr>
            <p:cNvSpPr>
              <a:spLocks noGrp="1"/>
            </p:cNvSpPr>
            <p:nvPr/>
          </p:nvSpPr>
          <p:spPr>
            <a:xfrm>
              <a:off x="4888391" y="3368597"/>
              <a:ext cx="114514" cy="11356"/>
            </a:xfrm>
            <a:custGeom>
              <a:avLst/>
              <a:gdLst/>
              <a:ahLst/>
              <a:cxnLst/>
              <a:rect l="0" t="0" r="0" b="0"/>
              <a:pathLst>
                <a:path w="114514" h="11356">
                  <a:moveTo>
                    <a:pt x="0" y="0"/>
                  </a:moveTo>
                  <a:lnTo>
                    <a:pt x="114514" y="11356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51" name="Candidate_receptor__3750">
              <a:extLst>
                <a:ext uri="{FF2B5EF4-FFF2-40B4-BE49-F238E27FC236}">
                  <a16:creationId xmlns:a16="http://schemas.microsoft.com/office/drawing/2014/main" id="{288E26E2-BD30-2A99-2CE2-109110017B27}"/>
                </a:ext>
              </a:extLst>
            </p:cNvPr>
            <p:cNvSpPr>
              <a:spLocks noGrp="1"/>
            </p:cNvSpPr>
            <p:nvPr/>
          </p:nvSpPr>
          <p:spPr>
            <a:xfrm>
              <a:off x="3962631" y="2931517"/>
              <a:ext cx="90684" cy="41237"/>
            </a:xfrm>
            <a:custGeom>
              <a:avLst/>
              <a:gdLst/>
              <a:ahLst/>
              <a:cxnLst/>
              <a:rect l="0" t="0" r="0" b="0"/>
              <a:pathLst>
                <a:path w="90684" h="41237">
                  <a:moveTo>
                    <a:pt x="0" y="0"/>
                  </a:moveTo>
                  <a:lnTo>
                    <a:pt x="90684" y="4123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2" name="Candidate_receptor__3751">
              <a:extLst>
                <a:ext uri="{FF2B5EF4-FFF2-40B4-BE49-F238E27FC236}">
                  <a16:creationId xmlns:a16="http://schemas.microsoft.com/office/drawing/2014/main" id="{F254F4AE-948F-89AB-1A22-3DB80DC8E928}"/>
                </a:ext>
              </a:extLst>
            </p:cNvPr>
            <p:cNvSpPr>
              <a:spLocks noGrp="1"/>
            </p:cNvSpPr>
            <p:nvPr/>
          </p:nvSpPr>
          <p:spPr>
            <a:xfrm>
              <a:off x="4376376" y="2464477"/>
              <a:ext cx="76477" cy="34423"/>
            </a:xfrm>
            <a:custGeom>
              <a:avLst/>
              <a:gdLst/>
              <a:ahLst/>
              <a:cxnLst/>
              <a:rect l="0" t="0" r="0" b="0"/>
              <a:pathLst>
                <a:path w="76477" h="34423">
                  <a:moveTo>
                    <a:pt x="0" y="0"/>
                  </a:moveTo>
                  <a:lnTo>
                    <a:pt x="76477" y="34423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53" name="Candidate_receptor__3752">
              <a:extLst>
                <a:ext uri="{FF2B5EF4-FFF2-40B4-BE49-F238E27FC236}">
                  <a16:creationId xmlns:a16="http://schemas.microsoft.com/office/drawing/2014/main" id="{36B2FD6D-C1C4-CF53-F232-84CBE26F104B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368597"/>
              <a:ext cx="11764" cy="114041"/>
            </a:xfrm>
            <a:custGeom>
              <a:avLst/>
              <a:gdLst/>
              <a:ahLst/>
              <a:cxnLst/>
              <a:rect l="0" t="0" r="0" b="0"/>
              <a:pathLst>
                <a:path w="11764" h="114041">
                  <a:moveTo>
                    <a:pt x="0" y="114041"/>
                  </a:moveTo>
                  <a:lnTo>
                    <a:pt x="1176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4" name="Candidate_receptor__3753">
              <a:extLst>
                <a:ext uri="{FF2B5EF4-FFF2-40B4-BE49-F238E27FC236}">
                  <a16:creationId xmlns:a16="http://schemas.microsoft.com/office/drawing/2014/main" id="{BC5C3775-F929-FDE0-9765-0E9C9705331A}"/>
                </a:ext>
              </a:extLst>
            </p:cNvPr>
            <p:cNvSpPr>
              <a:spLocks noGrp="1"/>
            </p:cNvSpPr>
            <p:nvPr/>
          </p:nvSpPr>
          <p:spPr>
            <a:xfrm>
              <a:off x="5650508" y="2118339"/>
              <a:ext cx="73110" cy="73538"/>
            </a:xfrm>
            <a:custGeom>
              <a:avLst/>
              <a:gdLst/>
              <a:ahLst/>
              <a:cxnLst/>
              <a:rect l="0" t="0" r="0" b="0"/>
              <a:pathLst>
                <a:path w="73110" h="73538">
                  <a:moveTo>
                    <a:pt x="73110" y="735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5" name="Candidate_receptor__3754">
              <a:extLst>
                <a:ext uri="{FF2B5EF4-FFF2-40B4-BE49-F238E27FC236}">
                  <a16:creationId xmlns:a16="http://schemas.microsoft.com/office/drawing/2014/main" id="{F58B8F3A-EF1E-4EB8-DA8F-D9A098F48EC1}"/>
                </a:ext>
              </a:extLst>
            </p:cNvPr>
            <p:cNvSpPr>
              <a:spLocks noGrp="1"/>
            </p:cNvSpPr>
            <p:nvPr/>
          </p:nvSpPr>
          <p:spPr>
            <a:xfrm>
              <a:off x="4746883" y="3190237"/>
              <a:ext cx="112780" cy="624"/>
            </a:xfrm>
            <a:custGeom>
              <a:avLst/>
              <a:gdLst/>
              <a:ahLst/>
              <a:cxnLst/>
              <a:rect l="0" t="0" r="0" b="0"/>
              <a:pathLst>
                <a:path w="112780" h="624">
                  <a:moveTo>
                    <a:pt x="112780" y="0"/>
                  </a:moveTo>
                  <a:lnTo>
                    <a:pt x="0" y="624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6" name="Candidate_receptor__3755">
              <a:extLst>
                <a:ext uri="{FF2B5EF4-FFF2-40B4-BE49-F238E27FC236}">
                  <a16:creationId xmlns:a16="http://schemas.microsoft.com/office/drawing/2014/main" id="{9F85CA4B-1D75-A9B5-4303-662B8EE68646}"/>
                </a:ext>
              </a:extLst>
            </p:cNvPr>
            <p:cNvSpPr>
              <a:spLocks noGrp="1"/>
            </p:cNvSpPr>
            <p:nvPr/>
          </p:nvSpPr>
          <p:spPr>
            <a:xfrm>
              <a:off x="5012265" y="3013633"/>
              <a:ext cx="111199" cy="28286"/>
            </a:xfrm>
            <a:custGeom>
              <a:avLst/>
              <a:gdLst/>
              <a:ahLst/>
              <a:cxnLst/>
              <a:rect l="0" t="0" r="0" b="0"/>
              <a:pathLst>
                <a:path w="111199" h="28286">
                  <a:moveTo>
                    <a:pt x="111199" y="0"/>
                  </a:moveTo>
                  <a:lnTo>
                    <a:pt x="0" y="2828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7" name="Candidate_receptor__3756">
              <a:extLst>
                <a:ext uri="{FF2B5EF4-FFF2-40B4-BE49-F238E27FC236}">
                  <a16:creationId xmlns:a16="http://schemas.microsoft.com/office/drawing/2014/main" id="{9EF38982-8368-80C6-3B99-1D480686E3B5}"/>
                </a:ext>
              </a:extLst>
            </p:cNvPr>
            <p:cNvSpPr>
              <a:spLocks noGrp="1"/>
            </p:cNvSpPr>
            <p:nvPr/>
          </p:nvSpPr>
          <p:spPr>
            <a:xfrm>
              <a:off x="3911689" y="3458441"/>
              <a:ext cx="99407" cy="19309"/>
            </a:xfrm>
            <a:custGeom>
              <a:avLst/>
              <a:gdLst/>
              <a:ahLst/>
              <a:cxnLst/>
              <a:rect l="0" t="0" r="0" b="0"/>
              <a:pathLst>
                <a:path w="99407" h="19309">
                  <a:moveTo>
                    <a:pt x="0" y="19309"/>
                  </a:moveTo>
                  <a:lnTo>
                    <a:pt x="9940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8" name="Candidate_receptor__3757">
              <a:extLst>
                <a:ext uri="{FF2B5EF4-FFF2-40B4-BE49-F238E27FC236}">
                  <a16:creationId xmlns:a16="http://schemas.microsoft.com/office/drawing/2014/main" id="{EF9E5BCA-FA8F-3480-0C49-767AECB04A6B}"/>
                </a:ext>
              </a:extLst>
            </p:cNvPr>
            <p:cNvSpPr>
              <a:spLocks noGrp="1"/>
            </p:cNvSpPr>
            <p:nvPr/>
          </p:nvSpPr>
          <p:spPr>
            <a:xfrm>
              <a:off x="4011097" y="3458441"/>
              <a:ext cx="99775" cy="7781"/>
            </a:xfrm>
            <a:custGeom>
              <a:avLst/>
              <a:gdLst/>
              <a:ahLst/>
              <a:cxnLst/>
              <a:rect l="0" t="0" r="0" b="0"/>
              <a:pathLst>
                <a:path w="99775" h="7781">
                  <a:moveTo>
                    <a:pt x="0" y="0"/>
                  </a:moveTo>
                  <a:lnTo>
                    <a:pt x="99775" y="778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9" name="Candidate_receptor__3758">
              <a:extLst>
                <a:ext uri="{FF2B5EF4-FFF2-40B4-BE49-F238E27FC236}">
                  <a16:creationId xmlns:a16="http://schemas.microsoft.com/office/drawing/2014/main" id="{7FF4E3F0-7309-A051-FD09-0F35F3DE1461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71186" cy="4825"/>
            </a:xfrm>
            <a:custGeom>
              <a:avLst/>
              <a:gdLst/>
              <a:ahLst/>
              <a:cxnLst/>
              <a:rect l="0" t="0" r="0" b="0"/>
              <a:pathLst>
                <a:path w="71186" h="4825">
                  <a:moveTo>
                    <a:pt x="71186" y="4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0" name="Candidate_receptor__3759">
              <a:extLst>
                <a:ext uri="{FF2B5EF4-FFF2-40B4-BE49-F238E27FC236}">
                  <a16:creationId xmlns:a16="http://schemas.microsoft.com/office/drawing/2014/main" id="{907E276C-F9AD-95B9-EA11-7E9E7FD40310}"/>
                </a:ext>
              </a:extLst>
            </p:cNvPr>
            <p:cNvSpPr>
              <a:spLocks noGrp="1"/>
            </p:cNvSpPr>
            <p:nvPr/>
          </p:nvSpPr>
          <p:spPr>
            <a:xfrm>
              <a:off x="4330345" y="3343096"/>
              <a:ext cx="88474" cy="34087"/>
            </a:xfrm>
            <a:custGeom>
              <a:avLst/>
              <a:gdLst/>
              <a:ahLst/>
              <a:cxnLst/>
              <a:rect l="0" t="0" r="0" b="0"/>
              <a:pathLst>
                <a:path w="88474" h="34087">
                  <a:moveTo>
                    <a:pt x="0" y="0"/>
                  </a:moveTo>
                  <a:lnTo>
                    <a:pt x="88474" y="34087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1" name="Candidate_receptor__3760">
              <a:extLst>
                <a:ext uri="{FF2B5EF4-FFF2-40B4-BE49-F238E27FC236}">
                  <a16:creationId xmlns:a16="http://schemas.microsoft.com/office/drawing/2014/main" id="{FDABFE79-6A68-56F8-4460-C0D1FA39D454}"/>
                </a:ext>
              </a:extLst>
            </p:cNvPr>
            <p:cNvSpPr>
              <a:spLocks noGrp="1"/>
            </p:cNvSpPr>
            <p:nvPr/>
          </p:nvSpPr>
          <p:spPr>
            <a:xfrm>
              <a:off x="5260977" y="2814031"/>
              <a:ext cx="29685" cy="96670"/>
            </a:xfrm>
            <a:custGeom>
              <a:avLst/>
              <a:gdLst/>
              <a:ahLst/>
              <a:cxnLst/>
              <a:rect l="0" t="0" r="0" b="0"/>
              <a:pathLst>
                <a:path w="29685" h="96670">
                  <a:moveTo>
                    <a:pt x="29685" y="966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2" name="Candidate_receptor__3761">
              <a:extLst>
                <a:ext uri="{FF2B5EF4-FFF2-40B4-BE49-F238E27FC236}">
                  <a16:creationId xmlns:a16="http://schemas.microsoft.com/office/drawing/2014/main" id="{5BB3A19B-DD81-1350-FA70-2E3A0FCC64B0}"/>
                </a:ext>
              </a:extLst>
            </p:cNvPr>
            <p:cNvSpPr>
              <a:spLocks noGrp="1"/>
            </p:cNvSpPr>
            <p:nvPr/>
          </p:nvSpPr>
          <p:spPr>
            <a:xfrm>
              <a:off x="4052900" y="3311549"/>
              <a:ext cx="97118" cy="53337"/>
            </a:xfrm>
            <a:custGeom>
              <a:avLst/>
              <a:gdLst/>
              <a:ahLst/>
              <a:cxnLst/>
              <a:rect l="0" t="0" r="0" b="0"/>
              <a:pathLst>
                <a:path w="97118" h="53337">
                  <a:moveTo>
                    <a:pt x="97118" y="533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3" name="Candidate_receptor__3762">
              <a:extLst>
                <a:ext uri="{FF2B5EF4-FFF2-40B4-BE49-F238E27FC236}">
                  <a16:creationId xmlns:a16="http://schemas.microsoft.com/office/drawing/2014/main" id="{5D714BAF-F675-5909-9722-A99367ADFD93}"/>
                </a:ext>
              </a:extLst>
            </p:cNvPr>
            <p:cNvSpPr>
              <a:spLocks noGrp="1"/>
            </p:cNvSpPr>
            <p:nvPr/>
          </p:nvSpPr>
          <p:spPr>
            <a:xfrm>
              <a:off x="5084739" y="2824782"/>
              <a:ext cx="62018" cy="52165"/>
            </a:xfrm>
            <a:custGeom>
              <a:avLst/>
              <a:gdLst/>
              <a:ahLst/>
              <a:cxnLst/>
              <a:rect l="0" t="0" r="0" b="0"/>
              <a:pathLst>
                <a:path w="62018" h="52165">
                  <a:moveTo>
                    <a:pt x="62018" y="0"/>
                  </a:moveTo>
                  <a:lnTo>
                    <a:pt x="0" y="5216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4" name="Candidate_receptor__3763">
              <a:extLst>
                <a:ext uri="{FF2B5EF4-FFF2-40B4-BE49-F238E27FC236}">
                  <a16:creationId xmlns:a16="http://schemas.microsoft.com/office/drawing/2014/main" id="{BCD704AB-6264-E41C-4231-63BA599D82CB}"/>
                </a:ext>
              </a:extLst>
            </p:cNvPr>
            <p:cNvSpPr>
              <a:spLocks noGrp="1"/>
            </p:cNvSpPr>
            <p:nvPr/>
          </p:nvSpPr>
          <p:spPr>
            <a:xfrm>
              <a:off x="4110872" y="3364886"/>
              <a:ext cx="39147" cy="101336"/>
            </a:xfrm>
            <a:custGeom>
              <a:avLst/>
              <a:gdLst/>
              <a:ahLst/>
              <a:cxnLst/>
              <a:rect l="0" t="0" r="0" b="0"/>
              <a:pathLst>
                <a:path w="39147" h="101336">
                  <a:moveTo>
                    <a:pt x="0" y="101336"/>
                  </a:moveTo>
                  <a:lnTo>
                    <a:pt x="3914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5" name="Candidate_receptor__3764">
              <a:extLst>
                <a:ext uri="{FF2B5EF4-FFF2-40B4-BE49-F238E27FC236}">
                  <a16:creationId xmlns:a16="http://schemas.microsoft.com/office/drawing/2014/main" id="{B0A7C8DA-A4DB-AC87-D6FF-FF635CBA4E82}"/>
                </a:ext>
              </a:extLst>
            </p:cNvPr>
            <p:cNvSpPr>
              <a:spLocks noGrp="1"/>
            </p:cNvSpPr>
            <p:nvPr/>
          </p:nvSpPr>
          <p:spPr>
            <a:xfrm>
              <a:off x="5407714" y="2331892"/>
              <a:ext cx="91289" cy="6530"/>
            </a:xfrm>
            <a:custGeom>
              <a:avLst/>
              <a:gdLst/>
              <a:ahLst/>
              <a:cxnLst/>
              <a:rect l="0" t="0" r="0" b="0"/>
              <a:pathLst>
                <a:path w="91289" h="6530">
                  <a:moveTo>
                    <a:pt x="91289" y="0"/>
                  </a:moveTo>
                  <a:lnTo>
                    <a:pt x="0" y="653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6" name="Candidate_receptor__3765">
              <a:extLst>
                <a:ext uri="{FF2B5EF4-FFF2-40B4-BE49-F238E27FC236}">
                  <a16:creationId xmlns:a16="http://schemas.microsoft.com/office/drawing/2014/main" id="{2F3D0BBC-E67C-82B1-5D6C-F270887BA368}"/>
                </a:ext>
              </a:extLst>
            </p:cNvPr>
            <p:cNvSpPr>
              <a:spLocks noGrp="1"/>
            </p:cNvSpPr>
            <p:nvPr/>
          </p:nvSpPr>
          <p:spPr>
            <a:xfrm>
              <a:off x="4191465" y="2498968"/>
              <a:ext cx="94951" cy="38206"/>
            </a:xfrm>
            <a:custGeom>
              <a:avLst/>
              <a:gdLst/>
              <a:ahLst/>
              <a:cxnLst/>
              <a:rect l="0" t="0" r="0" b="0"/>
              <a:pathLst>
                <a:path w="94951" h="38206">
                  <a:moveTo>
                    <a:pt x="0" y="0"/>
                  </a:moveTo>
                  <a:lnTo>
                    <a:pt x="94951" y="3820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7" name="Candidate_receptor__3766">
              <a:extLst>
                <a:ext uri="{FF2B5EF4-FFF2-40B4-BE49-F238E27FC236}">
                  <a16:creationId xmlns:a16="http://schemas.microsoft.com/office/drawing/2014/main" id="{2033C3F4-C318-F704-1AC1-759AC99AB8E8}"/>
                </a:ext>
              </a:extLst>
            </p:cNvPr>
            <p:cNvSpPr>
              <a:spLocks noGrp="1"/>
            </p:cNvSpPr>
            <p:nvPr/>
          </p:nvSpPr>
          <p:spPr>
            <a:xfrm>
              <a:off x="4158477" y="2915916"/>
              <a:ext cx="87717" cy="12910"/>
            </a:xfrm>
            <a:custGeom>
              <a:avLst/>
              <a:gdLst/>
              <a:ahLst/>
              <a:cxnLst/>
              <a:rect l="0" t="0" r="0" b="0"/>
              <a:pathLst>
                <a:path w="87717" h="12910">
                  <a:moveTo>
                    <a:pt x="0" y="12910"/>
                  </a:moveTo>
                  <a:lnTo>
                    <a:pt x="87717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8" name="Candidate_receptor__3767">
              <a:extLst>
                <a:ext uri="{FF2B5EF4-FFF2-40B4-BE49-F238E27FC236}">
                  <a16:creationId xmlns:a16="http://schemas.microsoft.com/office/drawing/2014/main" id="{00D79A3E-B866-CB54-9D74-95464360BA5C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339222"/>
              <a:ext cx="60554" cy="96745"/>
            </a:xfrm>
            <a:custGeom>
              <a:avLst/>
              <a:gdLst/>
              <a:ahLst/>
              <a:cxnLst/>
              <a:rect l="0" t="0" r="0" b="0"/>
              <a:pathLst>
                <a:path w="60554" h="96745">
                  <a:moveTo>
                    <a:pt x="60554" y="967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9" name="Candidate_receptor__3768">
              <a:extLst>
                <a:ext uri="{FF2B5EF4-FFF2-40B4-BE49-F238E27FC236}">
                  <a16:creationId xmlns:a16="http://schemas.microsoft.com/office/drawing/2014/main" id="{EBFC670B-B08C-061F-D34B-EE8B5AEDF2D9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435967"/>
              <a:ext cx="80516" cy="81834"/>
            </a:xfrm>
            <a:custGeom>
              <a:avLst/>
              <a:gdLst/>
              <a:ahLst/>
              <a:cxnLst/>
              <a:rect l="0" t="0" r="0" b="0"/>
              <a:pathLst>
                <a:path w="80516" h="81834">
                  <a:moveTo>
                    <a:pt x="0" y="81834"/>
                  </a:moveTo>
                  <a:lnTo>
                    <a:pt x="80516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0" name="Candidate_receptor__3769">
              <a:extLst>
                <a:ext uri="{FF2B5EF4-FFF2-40B4-BE49-F238E27FC236}">
                  <a16:creationId xmlns:a16="http://schemas.microsoft.com/office/drawing/2014/main" id="{ACDDA200-8159-E3A9-D10D-23820C9944CD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18071"/>
              <a:ext cx="29944" cy="61998"/>
            </a:xfrm>
            <a:custGeom>
              <a:avLst/>
              <a:gdLst/>
              <a:ahLst/>
              <a:cxnLst/>
              <a:rect l="0" t="0" r="0" b="0"/>
              <a:pathLst>
                <a:path w="29944" h="61998">
                  <a:moveTo>
                    <a:pt x="29944" y="0"/>
                  </a:moveTo>
                  <a:lnTo>
                    <a:pt x="0" y="61998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1" name="Candidate_receptor__3770">
              <a:extLst>
                <a:ext uri="{FF2B5EF4-FFF2-40B4-BE49-F238E27FC236}">
                  <a16:creationId xmlns:a16="http://schemas.microsoft.com/office/drawing/2014/main" id="{B4D95E56-B494-E1E2-0C71-DB067E041737}"/>
                </a:ext>
              </a:extLst>
            </p:cNvPr>
            <p:cNvSpPr>
              <a:spLocks noGrp="1"/>
            </p:cNvSpPr>
            <p:nvPr/>
          </p:nvSpPr>
          <p:spPr>
            <a:xfrm>
              <a:off x="3868413" y="2931517"/>
              <a:ext cx="94219" cy="66045"/>
            </a:xfrm>
            <a:custGeom>
              <a:avLst/>
              <a:gdLst/>
              <a:ahLst/>
              <a:cxnLst/>
              <a:rect l="0" t="0" r="0" b="0"/>
              <a:pathLst>
                <a:path w="94219" h="66045">
                  <a:moveTo>
                    <a:pt x="0" y="66045"/>
                  </a:moveTo>
                  <a:lnTo>
                    <a:pt x="9421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2" name="Candidate_receptor__3771">
              <a:extLst>
                <a:ext uri="{FF2B5EF4-FFF2-40B4-BE49-F238E27FC236}">
                  <a16:creationId xmlns:a16="http://schemas.microsoft.com/office/drawing/2014/main" id="{164FAE5B-95DC-A426-7706-77219F938369}"/>
                </a:ext>
              </a:extLst>
            </p:cNvPr>
            <p:cNvSpPr>
              <a:spLocks noGrp="1"/>
            </p:cNvSpPr>
            <p:nvPr/>
          </p:nvSpPr>
          <p:spPr>
            <a:xfrm>
              <a:off x="3761199" y="2956305"/>
              <a:ext cx="107214" cy="41257"/>
            </a:xfrm>
            <a:custGeom>
              <a:avLst/>
              <a:gdLst/>
              <a:ahLst/>
              <a:cxnLst/>
              <a:rect l="0" t="0" r="0" b="0"/>
              <a:pathLst>
                <a:path w="107214" h="41257">
                  <a:moveTo>
                    <a:pt x="0" y="0"/>
                  </a:moveTo>
                  <a:lnTo>
                    <a:pt x="107214" y="4125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3" name="Candidate_receptor__3772">
              <a:extLst>
                <a:ext uri="{FF2B5EF4-FFF2-40B4-BE49-F238E27FC236}">
                  <a16:creationId xmlns:a16="http://schemas.microsoft.com/office/drawing/2014/main" id="{1230AE96-8D60-E374-286F-CFE9E0729F17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72446"/>
              <a:ext cx="113544" cy="852"/>
            </a:xfrm>
            <a:custGeom>
              <a:avLst/>
              <a:gdLst/>
              <a:ahLst/>
              <a:cxnLst/>
              <a:rect l="0" t="0" r="0" b="0"/>
              <a:pathLst>
                <a:path w="113544" h="852">
                  <a:moveTo>
                    <a:pt x="0" y="852"/>
                  </a:moveTo>
                  <a:lnTo>
                    <a:pt x="113544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4" name="Candidate_receptor__3773">
              <a:extLst>
                <a:ext uri="{FF2B5EF4-FFF2-40B4-BE49-F238E27FC236}">
                  <a16:creationId xmlns:a16="http://schemas.microsoft.com/office/drawing/2014/main" id="{D96326BF-E8BC-CF33-44FE-1012EFD483C7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240368"/>
              <a:ext cx="51048" cy="102729"/>
            </a:xfrm>
            <a:custGeom>
              <a:avLst/>
              <a:gdLst/>
              <a:ahLst/>
              <a:cxnLst/>
              <a:rect l="0" t="0" r="0" b="0"/>
              <a:pathLst>
                <a:path w="51048" h="102729">
                  <a:moveTo>
                    <a:pt x="0" y="0"/>
                  </a:moveTo>
                  <a:lnTo>
                    <a:pt x="51048" y="10272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5" name="Candidate_receptor__3774">
              <a:extLst>
                <a:ext uri="{FF2B5EF4-FFF2-40B4-BE49-F238E27FC236}">
                  <a16:creationId xmlns:a16="http://schemas.microsoft.com/office/drawing/2014/main" id="{9697EE6E-6E26-7877-50A1-089C69A0C065}"/>
                </a:ext>
              </a:extLst>
            </p:cNvPr>
            <p:cNvSpPr>
              <a:spLocks noGrp="1"/>
            </p:cNvSpPr>
            <p:nvPr/>
          </p:nvSpPr>
          <p:spPr>
            <a:xfrm>
              <a:off x="3880343" y="3366650"/>
              <a:ext cx="31347" cy="111100"/>
            </a:xfrm>
            <a:custGeom>
              <a:avLst/>
              <a:gdLst/>
              <a:ahLst/>
              <a:cxnLst/>
              <a:rect l="0" t="0" r="0" b="0"/>
              <a:pathLst>
                <a:path w="31347" h="111100">
                  <a:moveTo>
                    <a:pt x="0" y="0"/>
                  </a:moveTo>
                  <a:lnTo>
                    <a:pt x="31347" y="11110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6" name="Candidate_receptor__3775">
              <a:extLst>
                <a:ext uri="{FF2B5EF4-FFF2-40B4-BE49-F238E27FC236}">
                  <a16:creationId xmlns:a16="http://schemas.microsoft.com/office/drawing/2014/main" id="{A3104D9A-88B7-E868-8C1E-E245DFB014EC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45615"/>
              <a:ext cx="36909" cy="34880"/>
            </a:xfrm>
            <a:custGeom>
              <a:avLst/>
              <a:gdLst/>
              <a:ahLst/>
              <a:cxnLst/>
              <a:rect l="0" t="0" r="0" b="0"/>
              <a:pathLst>
                <a:path w="36909" h="34880">
                  <a:moveTo>
                    <a:pt x="36909" y="0"/>
                  </a:moveTo>
                  <a:lnTo>
                    <a:pt x="0" y="3488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7" name="Candidate_receptor__3776">
              <a:extLst>
                <a:ext uri="{FF2B5EF4-FFF2-40B4-BE49-F238E27FC236}">
                  <a16:creationId xmlns:a16="http://schemas.microsoft.com/office/drawing/2014/main" id="{F3479DCD-386D-95A6-D77D-A60A8FEBE222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5117"/>
              <a:ext cx="52369" cy="23872"/>
            </a:xfrm>
            <a:custGeom>
              <a:avLst/>
              <a:gdLst/>
              <a:ahLst/>
              <a:cxnLst/>
              <a:rect l="0" t="0" r="0" b="0"/>
              <a:pathLst>
                <a:path w="52369" h="23872">
                  <a:moveTo>
                    <a:pt x="0" y="23872"/>
                  </a:moveTo>
                  <a:lnTo>
                    <a:pt x="52369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8" name="Candidate_receptor__3777">
              <a:extLst>
                <a:ext uri="{FF2B5EF4-FFF2-40B4-BE49-F238E27FC236}">
                  <a16:creationId xmlns:a16="http://schemas.microsoft.com/office/drawing/2014/main" id="{D019A83E-51E5-4D1E-99B8-B593F28D8736}"/>
                </a:ext>
              </a:extLst>
            </p:cNvPr>
            <p:cNvSpPr>
              <a:spLocks noGrp="1"/>
            </p:cNvSpPr>
            <p:nvPr/>
          </p:nvSpPr>
          <p:spPr>
            <a:xfrm>
              <a:off x="4286416" y="2464477"/>
              <a:ext cx="89960" cy="72698"/>
            </a:xfrm>
            <a:custGeom>
              <a:avLst/>
              <a:gdLst/>
              <a:ahLst/>
              <a:cxnLst/>
              <a:rect l="0" t="0" r="0" b="0"/>
              <a:pathLst>
                <a:path w="89960" h="72698">
                  <a:moveTo>
                    <a:pt x="0" y="72698"/>
                  </a:moveTo>
                  <a:lnTo>
                    <a:pt x="8996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9" name="Candidate_receptor__3778">
              <a:extLst>
                <a:ext uri="{FF2B5EF4-FFF2-40B4-BE49-F238E27FC236}">
                  <a16:creationId xmlns:a16="http://schemas.microsoft.com/office/drawing/2014/main" id="{E66031E8-9936-ED94-C474-6394A4EF608C}"/>
                </a:ext>
              </a:extLst>
            </p:cNvPr>
            <p:cNvSpPr>
              <a:spLocks noGrp="1"/>
            </p:cNvSpPr>
            <p:nvPr/>
          </p:nvSpPr>
          <p:spPr>
            <a:xfrm>
              <a:off x="5104165" y="2690725"/>
              <a:ext cx="111144" cy="2245"/>
            </a:xfrm>
            <a:custGeom>
              <a:avLst/>
              <a:gdLst/>
              <a:ahLst/>
              <a:cxnLst/>
              <a:rect l="0" t="0" r="0" b="0"/>
              <a:pathLst>
                <a:path w="111144" h="2245">
                  <a:moveTo>
                    <a:pt x="111144" y="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0" name="Candidate_receptor__3779">
              <a:extLst>
                <a:ext uri="{FF2B5EF4-FFF2-40B4-BE49-F238E27FC236}">
                  <a16:creationId xmlns:a16="http://schemas.microsoft.com/office/drawing/2014/main" id="{4425A6DC-971E-3511-BFA8-D9A0D23E28FA}"/>
                </a:ext>
              </a:extLst>
            </p:cNvPr>
            <p:cNvSpPr>
              <a:spLocks noGrp="1"/>
            </p:cNvSpPr>
            <p:nvPr/>
          </p:nvSpPr>
          <p:spPr>
            <a:xfrm>
              <a:off x="4974470" y="2876947"/>
              <a:ext cx="110269" cy="24826"/>
            </a:xfrm>
            <a:custGeom>
              <a:avLst/>
              <a:gdLst/>
              <a:ahLst/>
              <a:cxnLst/>
              <a:rect l="0" t="0" r="0" b="0"/>
              <a:pathLst>
                <a:path w="110269" h="24826">
                  <a:moveTo>
                    <a:pt x="110269" y="0"/>
                  </a:moveTo>
                  <a:lnTo>
                    <a:pt x="0" y="2482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1" name="Candidate_receptor__3780">
              <a:extLst>
                <a:ext uri="{FF2B5EF4-FFF2-40B4-BE49-F238E27FC236}">
                  <a16:creationId xmlns:a16="http://schemas.microsoft.com/office/drawing/2014/main" id="{2789E059-6FCE-6C65-5DFD-8BDDD9184B7B}"/>
                </a:ext>
              </a:extLst>
            </p:cNvPr>
            <p:cNvSpPr>
              <a:spLocks noGrp="1"/>
            </p:cNvSpPr>
            <p:nvPr/>
          </p:nvSpPr>
          <p:spPr>
            <a:xfrm>
              <a:off x="5215310" y="2590754"/>
              <a:ext cx="48413" cy="102216"/>
            </a:xfrm>
            <a:custGeom>
              <a:avLst/>
              <a:gdLst/>
              <a:ahLst/>
              <a:cxnLst/>
              <a:rect l="0" t="0" r="0" b="0"/>
              <a:pathLst>
                <a:path w="48413" h="102216">
                  <a:moveTo>
                    <a:pt x="48413" y="0"/>
                  </a:moveTo>
                  <a:lnTo>
                    <a:pt x="0" y="10221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2" name="Candidate_receptor__3781">
              <a:extLst>
                <a:ext uri="{FF2B5EF4-FFF2-40B4-BE49-F238E27FC236}">
                  <a16:creationId xmlns:a16="http://schemas.microsoft.com/office/drawing/2014/main" id="{732991E2-E38E-E0E0-E7BA-583C580CBC16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482638"/>
              <a:ext cx="79670" cy="2273"/>
            </a:xfrm>
            <a:custGeom>
              <a:avLst/>
              <a:gdLst/>
              <a:ahLst/>
              <a:cxnLst/>
              <a:rect l="0" t="0" r="0" b="0"/>
              <a:pathLst>
                <a:path w="79670" h="2273">
                  <a:moveTo>
                    <a:pt x="79670" y="2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3" name="Candidate_receptor__3782">
              <a:extLst>
                <a:ext uri="{FF2B5EF4-FFF2-40B4-BE49-F238E27FC236}">
                  <a16:creationId xmlns:a16="http://schemas.microsoft.com/office/drawing/2014/main" id="{C446C6CA-70AE-07C0-C14B-77F87B6F2C20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244733"/>
              <a:ext cx="13405" cy="94489"/>
            </a:xfrm>
            <a:custGeom>
              <a:avLst/>
              <a:gdLst/>
              <a:ahLst/>
              <a:cxnLst/>
              <a:rect l="0" t="0" r="0" b="0"/>
              <a:pathLst>
                <a:path w="13405" h="94489">
                  <a:moveTo>
                    <a:pt x="0" y="94489"/>
                  </a:moveTo>
                  <a:lnTo>
                    <a:pt x="13405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4" name="Candidate_receptor__3783">
              <a:extLst>
                <a:ext uri="{FF2B5EF4-FFF2-40B4-BE49-F238E27FC236}">
                  <a16:creationId xmlns:a16="http://schemas.microsoft.com/office/drawing/2014/main" id="{5318498E-D7E0-1A4E-A45F-36F71BCF9A33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213303"/>
              <a:ext cx="13935" cy="6069"/>
            </a:xfrm>
            <a:custGeom>
              <a:avLst/>
              <a:gdLst/>
              <a:ahLst/>
              <a:cxnLst/>
              <a:rect l="0" t="0" r="0" b="0"/>
              <a:pathLst>
                <a:path w="13935" h="6069">
                  <a:moveTo>
                    <a:pt x="0" y="0"/>
                  </a:moveTo>
                  <a:lnTo>
                    <a:pt x="13935" y="606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5" name="Candidate_receptor__3784">
              <a:extLst>
                <a:ext uri="{FF2B5EF4-FFF2-40B4-BE49-F238E27FC236}">
                  <a16:creationId xmlns:a16="http://schemas.microsoft.com/office/drawing/2014/main" id="{3EB2C048-C575-83EE-1018-DB3A6D96244D}"/>
                </a:ext>
              </a:extLst>
            </p:cNvPr>
            <p:cNvSpPr>
              <a:spLocks noGrp="1"/>
            </p:cNvSpPr>
            <p:nvPr/>
          </p:nvSpPr>
          <p:spPr>
            <a:xfrm>
              <a:off x="5066174" y="3180769"/>
              <a:ext cx="19074" cy="21861"/>
            </a:xfrm>
            <a:custGeom>
              <a:avLst/>
              <a:gdLst/>
              <a:ahLst/>
              <a:cxnLst/>
              <a:rect l="0" t="0" r="0" b="0"/>
              <a:pathLst>
                <a:path w="19074" h="21861">
                  <a:moveTo>
                    <a:pt x="19074" y="0"/>
                  </a:moveTo>
                  <a:lnTo>
                    <a:pt x="0" y="2186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6" name="Candidate_receptor__3785">
              <a:extLst>
                <a:ext uri="{FF2B5EF4-FFF2-40B4-BE49-F238E27FC236}">
                  <a16:creationId xmlns:a16="http://schemas.microsoft.com/office/drawing/2014/main" id="{9F201D80-B4BD-EEBF-B3A9-C27E19CC2DCE}"/>
                </a:ext>
              </a:extLst>
            </p:cNvPr>
            <p:cNvSpPr>
              <a:spLocks noGrp="1"/>
            </p:cNvSpPr>
            <p:nvPr/>
          </p:nvSpPr>
          <p:spPr>
            <a:xfrm>
              <a:off x="4242570" y="3070081"/>
              <a:ext cx="90065" cy="20820"/>
            </a:xfrm>
            <a:custGeom>
              <a:avLst/>
              <a:gdLst/>
              <a:ahLst/>
              <a:cxnLst/>
              <a:rect l="0" t="0" r="0" b="0"/>
              <a:pathLst>
                <a:path w="90065" h="20820">
                  <a:moveTo>
                    <a:pt x="0" y="0"/>
                  </a:moveTo>
                  <a:lnTo>
                    <a:pt x="90065" y="2082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7" name="Candidate_receptor__3786">
              <a:extLst>
                <a:ext uri="{FF2B5EF4-FFF2-40B4-BE49-F238E27FC236}">
                  <a16:creationId xmlns:a16="http://schemas.microsoft.com/office/drawing/2014/main" id="{9D0CAACC-C966-D58E-3B7A-E075C500E1DA}"/>
                </a:ext>
              </a:extLst>
            </p:cNvPr>
            <p:cNvSpPr>
              <a:spLocks noGrp="1"/>
            </p:cNvSpPr>
            <p:nvPr/>
          </p:nvSpPr>
          <p:spPr>
            <a:xfrm>
              <a:off x="3674078" y="2956305"/>
              <a:ext cx="87121" cy="51031"/>
            </a:xfrm>
            <a:custGeom>
              <a:avLst/>
              <a:gdLst/>
              <a:ahLst/>
              <a:cxnLst/>
              <a:rect l="0" t="0" r="0" b="0"/>
              <a:pathLst>
                <a:path w="87121" h="51031">
                  <a:moveTo>
                    <a:pt x="0" y="51031"/>
                  </a:moveTo>
                  <a:lnTo>
                    <a:pt x="87121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8" name="Candidate_receptor__3787">
              <a:extLst>
                <a:ext uri="{FF2B5EF4-FFF2-40B4-BE49-F238E27FC236}">
                  <a16:creationId xmlns:a16="http://schemas.microsoft.com/office/drawing/2014/main" id="{8366DBB4-3A5F-496C-E656-06DF3FCDE329}"/>
                </a:ext>
              </a:extLst>
            </p:cNvPr>
            <p:cNvSpPr>
              <a:spLocks noGrp="1"/>
            </p:cNvSpPr>
            <p:nvPr/>
          </p:nvSpPr>
          <p:spPr>
            <a:xfrm>
              <a:off x="5030397" y="2690725"/>
              <a:ext cx="73768" cy="60805"/>
            </a:xfrm>
            <a:custGeom>
              <a:avLst/>
              <a:gdLst/>
              <a:ahLst/>
              <a:cxnLst/>
              <a:rect l="0" t="0" r="0" b="0"/>
              <a:pathLst>
                <a:path w="73768" h="60805">
                  <a:moveTo>
                    <a:pt x="73768" y="0"/>
                  </a:moveTo>
                  <a:lnTo>
                    <a:pt x="0" y="6080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9" name="Candidate_receptor__3788">
              <a:extLst>
                <a:ext uri="{FF2B5EF4-FFF2-40B4-BE49-F238E27FC236}">
                  <a16:creationId xmlns:a16="http://schemas.microsoft.com/office/drawing/2014/main" id="{396D78DF-728C-905B-50BA-F92BA0723E23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852959"/>
              <a:ext cx="66048" cy="93192"/>
            </a:xfrm>
            <a:custGeom>
              <a:avLst/>
              <a:gdLst/>
              <a:ahLst/>
              <a:cxnLst/>
              <a:rect l="0" t="0" r="0" b="0"/>
              <a:pathLst>
                <a:path w="66048" h="93192">
                  <a:moveTo>
                    <a:pt x="0" y="93192"/>
                  </a:moveTo>
                  <a:lnTo>
                    <a:pt x="66048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90" name="Candidate_receptor__3789">
              <a:extLst>
                <a:ext uri="{FF2B5EF4-FFF2-40B4-BE49-F238E27FC236}">
                  <a16:creationId xmlns:a16="http://schemas.microsoft.com/office/drawing/2014/main" id="{F3359B1F-EB5E-8641-F9B6-236DE41DE8BD}"/>
                </a:ext>
              </a:extLst>
            </p:cNvPr>
            <p:cNvSpPr>
              <a:spLocks noGrp="1"/>
            </p:cNvSpPr>
            <p:nvPr/>
          </p:nvSpPr>
          <p:spPr>
            <a:xfrm>
              <a:off x="4978548" y="3041920"/>
              <a:ext cx="33716" cy="26000"/>
            </a:xfrm>
            <a:custGeom>
              <a:avLst/>
              <a:gdLst/>
              <a:ahLst/>
              <a:cxnLst/>
              <a:rect l="0" t="0" r="0" b="0"/>
              <a:pathLst>
                <a:path w="33716" h="26000">
                  <a:moveTo>
                    <a:pt x="33716" y="0"/>
                  </a:moveTo>
                  <a:lnTo>
                    <a:pt x="0" y="2600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91" name="Candidate_receptor__3790">
              <a:extLst>
                <a:ext uri="{FF2B5EF4-FFF2-40B4-BE49-F238E27FC236}">
                  <a16:creationId xmlns:a16="http://schemas.microsoft.com/office/drawing/2014/main" id="{62156708-B547-219A-C516-26ACD95D6822}"/>
                </a:ext>
              </a:extLst>
            </p:cNvPr>
            <p:cNvSpPr>
              <a:spLocks noGrp="1"/>
            </p:cNvSpPr>
            <p:nvPr/>
          </p:nvSpPr>
          <p:spPr>
            <a:xfrm>
              <a:off x="4170103" y="3051602"/>
              <a:ext cx="72466" cy="18480"/>
            </a:xfrm>
            <a:custGeom>
              <a:avLst/>
              <a:gdLst/>
              <a:ahLst/>
              <a:cxnLst/>
              <a:rect l="0" t="0" r="0" b="0"/>
              <a:pathLst>
                <a:path w="72466" h="18480">
                  <a:moveTo>
                    <a:pt x="0" y="0"/>
                  </a:moveTo>
                  <a:lnTo>
                    <a:pt x="72466" y="1848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2" name="Candidate_receptor__3791">
              <a:extLst>
                <a:ext uri="{FF2B5EF4-FFF2-40B4-BE49-F238E27FC236}">
                  <a16:creationId xmlns:a16="http://schemas.microsoft.com/office/drawing/2014/main" id="{55CDA738-A788-2F08-9841-8C5390D82DDF}"/>
                </a:ext>
              </a:extLst>
            </p:cNvPr>
            <p:cNvSpPr>
              <a:spLocks noGrp="1"/>
            </p:cNvSpPr>
            <p:nvPr/>
          </p:nvSpPr>
          <p:spPr>
            <a:xfrm>
              <a:off x="4859663" y="3133865"/>
              <a:ext cx="25202" cy="56372"/>
            </a:xfrm>
            <a:custGeom>
              <a:avLst/>
              <a:gdLst/>
              <a:ahLst/>
              <a:cxnLst/>
              <a:rect l="0" t="0" r="0" b="0"/>
              <a:pathLst>
                <a:path w="25202" h="56372">
                  <a:moveTo>
                    <a:pt x="25202" y="0"/>
                  </a:moveTo>
                  <a:lnTo>
                    <a:pt x="0" y="5637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3" name="Candidate_receptor__3792">
              <a:extLst>
                <a:ext uri="{FF2B5EF4-FFF2-40B4-BE49-F238E27FC236}">
                  <a16:creationId xmlns:a16="http://schemas.microsoft.com/office/drawing/2014/main" id="{B8365743-F663-4CCB-FF54-B27AD7EDA0C1}"/>
                </a:ext>
              </a:extLst>
            </p:cNvPr>
            <p:cNvSpPr>
              <a:spLocks noGrp="1"/>
            </p:cNvSpPr>
            <p:nvPr/>
          </p:nvSpPr>
          <p:spPr>
            <a:xfrm>
              <a:off x="5290662" y="2910701"/>
              <a:ext cx="95028" cy="29202"/>
            </a:xfrm>
            <a:custGeom>
              <a:avLst/>
              <a:gdLst/>
              <a:ahLst/>
              <a:cxnLst/>
              <a:rect l="0" t="0" r="0" b="0"/>
              <a:pathLst>
                <a:path w="95028" h="29202">
                  <a:moveTo>
                    <a:pt x="95028" y="292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4" name="Candidate_receptor__3793">
              <a:extLst>
                <a:ext uri="{FF2B5EF4-FFF2-40B4-BE49-F238E27FC236}">
                  <a16:creationId xmlns:a16="http://schemas.microsoft.com/office/drawing/2014/main" id="{7BE07771-DE99-C0A5-53E0-4219000FF486}"/>
                </a:ext>
              </a:extLst>
            </p:cNvPr>
            <p:cNvSpPr>
              <a:spLocks noGrp="1"/>
            </p:cNvSpPr>
            <p:nvPr/>
          </p:nvSpPr>
          <p:spPr>
            <a:xfrm>
              <a:off x="5719197" y="1852959"/>
              <a:ext cx="95125" cy="65112"/>
            </a:xfrm>
            <a:custGeom>
              <a:avLst/>
              <a:gdLst/>
              <a:ahLst/>
              <a:cxnLst/>
              <a:rect l="0" t="0" r="0" b="0"/>
              <a:pathLst>
                <a:path w="95125" h="65112">
                  <a:moveTo>
                    <a:pt x="0" y="0"/>
                  </a:moveTo>
                  <a:lnTo>
                    <a:pt x="95125" y="6511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5" name="Candidate_receptor__3794">
              <a:extLst>
                <a:ext uri="{FF2B5EF4-FFF2-40B4-BE49-F238E27FC236}">
                  <a16:creationId xmlns:a16="http://schemas.microsoft.com/office/drawing/2014/main" id="{F71D30AE-118B-1859-280F-B269DCFBEC12}"/>
                </a:ext>
              </a:extLst>
            </p:cNvPr>
            <p:cNvSpPr>
              <a:spLocks noGrp="1"/>
            </p:cNvSpPr>
            <p:nvPr/>
          </p:nvSpPr>
          <p:spPr>
            <a:xfrm>
              <a:off x="4594192" y="2645615"/>
              <a:ext cx="108488" cy="5552"/>
            </a:xfrm>
            <a:custGeom>
              <a:avLst/>
              <a:gdLst/>
              <a:ahLst/>
              <a:cxnLst/>
              <a:rect l="0" t="0" r="0" b="0"/>
              <a:pathLst>
                <a:path w="108488" h="5552">
                  <a:moveTo>
                    <a:pt x="108488" y="55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6" name="Candidate_receptor__3795">
              <a:extLst>
                <a:ext uri="{FF2B5EF4-FFF2-40B4-BE49-F238E27FC236}">
                  <a16:creationId xmlns:a16="http://schemas.microsoft.com/office/drawing/2014/main" id="{037751DB-5D2C-C133-1FF8-D6B817C1F8FA}"/>
                </a:ext>
              </a:extLst>
            </p:cNvPr>
            <p:cNvSpPr>
              <a:spLocks noGrp="1"/>
            </p:cNvSpPr>
            <p:nvPr/>
          </p:nvSpPr>
          <p:spPr>
            <a:xfrm>
              <a:off x="4923621" y="2751529"/>
              <a:ext cx="106776" cy="16035"/>
            </a:xfrm>
            <a:custGeom>
              <a:avLst/>
              <a:gdLst/>
              <a:ahLst/>
              <a:cxnLst/>
              <a:rect l="0" t="0" r="0" b="0"/>
              <a:pathLst>
                <a:path w="106776" h="16035">
                  <a:moveTo>
                    <a:pt x="106776" y="0"/>
                  </a:moveTo>
                  <a:lnTo>
                    <a:pt x="0" y="16035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797" name="Candidate_receptor__3796">
              <a:extLst>
                <a:ext uri="{FF2B5EF4-FFF2-40B4-BE49-F238E27FC236}">
                  <a16:creationId xmlns:a16="http://schemas.microsoft.com/office/drawing/2014/main" id="{37F77DE0-593D-3491-99D3-63A03947FFE1}"/>
                </a:ext>
              </a:extLst>
            </p:cNvPr>
            <p:cNvSpPr>
              <a:spLocks noGrp="1"/>
            </p:cNvSpPr>
            <p:nvPr/>
          </p:nvSpPr>
          <p:spPr>
            <a:xfrm>
              <a:off x="4174456" y="2748188"/>
              <a:ext cx="69380" cy="21120"/>
            </a:xfrm>
            <a:custGeom>
              <a:avLst/>
              <a:gdLst/>
              <a:ahLst/>
              <a:cxnLst/>
              <a:rect l="0" t="0" r="0" b="0"/>
              <a:pathLst>
                <a:path w="69380" h="21120">
                  <a:moveTo>
                    <a:pt x="69380" y="0"/>
                  </a:moveTo>
                  <a:lnTo>
                    <a:pt x="0" y="2112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8" name="Candidate_receptor__3797">
              <a:extLst>
                <a:ext uri="{FF2B5EF4-FFF2-40B4-BE49-F238E27FC236}">
                  <a16:creationId xmlns:a16="http://schemas.microsoft.com/office/drawing/2014/main" id="{D39CB2F3-ECBB-663E-1051-8B130358150E}"/>
                </a:ext>
              </a:extLst>
            </p:cNvPr>
            <p:cNvSpPr>
              <a:spLocks noGrp="1"/>
            </p:cNvSpPr>
            <p:nvPr/>
          </p:nvSpPr>
          <p:spPr>
            <a:xfrm>
              <a:off x="4910420" y="2901773"/>
              <a:ext cx="64050" cy="41669"/>
            </a:xfrm>
            <a:custGeom>
              <a:avLst/>
              <a:gdLst/>
              <a:ahLst/>
              <a:cxnLst/>
              <a:rect l="0" t="0" r="0" b="0"/>
              <a:pathLst>
                <a:path w="64050" h="41669">
                  <a:moveTo>
                    <a:pt x="64050" y="0"/>
                  </a:moveTo>
                  <a:lnTo>
                    <a:pt x="0" y="41669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799" name="Candidate_receptor__3798">
              <a:extLst>
                <a:ext uri="{FF2B5EF4-FFF2-40B4-BE49-F238E27FC236}">
                  <a16:creationId xmlns:a16="http://schemas.microsoft.com/office/drawing/2014/main" id="{89D1DBA9-D13E-CB80-410E-FD7C0ACB6F3B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517801"/>
              <a:ext cx="2620" cy="8470"/>
            </a:xfrm>
            <a:custGeom>
              <a:avLst/>
              <a:gdLst/>
              <a:ahLst/>
              <a:cxnLst/>
              <a:rect l="0" t="0" r="0" b="0"/>
              <a:pathLst>
                <a:path w="2620" h="8470">
                  <a:moveTo>
                    <a:pt x="2620" y="84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800" name="Candidate_receptor__3799">
              <a:extLst>
                <a:ext uri="{FF2B5EF4-FFF2-40B4-BE49-F238E27FC236}">
                  <a16:creationId xmlns:a16="http://schemas.microsoft.com/office/drawing/2014/main" id="{CC1D392B-3BDF-9B85-CD55-853F4B422902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187580"/>
              <a:ext cx="3331" cy="52788"/>
            </a:xfrm>
            <a:custGeom>
              <a:avLst/>
              <a:gdLst/>
              <a:ahLst/>
              <a:cxnLst/>
              <a:rect l="0" t="0" r="0" b="0"/>
              <a:pathLst>
                <a:path w="3331" h="52788">
                  <a:moveTo>
                    <a:pt x="3331" y="0"/>
                  </a:moveTo>
                  <a:lnTo>
                    <a:pt x="0" y="5278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1" name="Candidate_receptor__3800">
              <a:extLst>
                <a:ext uri="{FF2B5EF4-FFF2-40B4-BE49-F238E27FC236}">
                  <a16:creationId xmlns:a16="http://schemas.microsoft.com/office/drawing/2014/main" id="{83208CC0-EF86-22B7-AAB2-D3178CF3D6E2}"/>
                </a:ext>
              </a:extLst>
            </p:cNvPr>
            <p:cNvSpPr>
              <a:spLocks noGrp="1"/>
            </p:cNvSpPr>
            <p:nvPr/>
          </p:nvSpPr>
          <p:spPr>
            <a:xfrm>
              <a:off x="5599001" y="2118339"/>
              <a:ext cx="51507" cy="31466"/>
            </a:xfrm>
            <a:custGeom>
              <a:avLst/>
              <a:gdLst/>
              <a:ahLst/>
              <a:cxnLst/>
              <a:rect l="0" t="0" r="0" b="0"/>
              <a:pathLst>
                <a:path w="51507" h="31466">
                  <a:moveTo>
                    <a:pt x="51507" y="0"/>
                  </a:moveTo>
                  <a:lnTo>
                    <a:pt x="0" y="3146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2" name="Candidate_receptor__3801">
              <a:extLst>
                <a:ext uri="{FF2B5EF4-FFF2-40B4-BE49-F238E27FC236}">
                  <a16:creationId xmlns:a16="http://schemas.microsoft.com/office/drawing/2014/main" id="{E190E476-607B-49FA-1731-1C6F6822789D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11549"/>
              <a:ext cx="2092" cy="54186"/>
            </a:xfrm>
            <a:custGeom>
              <a:avLst/>
              <a:gdLst/>
              <a:ahLst/>
              <a:cxnLst/>
              <a:rect l="0" t="0" r="0" b="0"/>
              <a:pathLst>
                <a:path w="2092" h="54186">
                  <a:moveTo>
                    <a:pt x="2092" y="0"/>
                  </a:moveTo>
                  <a:lnTo>
                    <a:pt x="0" y="5418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3" name="Candidate_receptor__3802">
              <a:extLst>
                <a:ext uri="{FF2B5EF4-FFF2-40B4-BE49-F238E27FC236}">
                  <a16:creationId xmlns:a16="http://schemas.microsoft.com/office/drawing/2014/main" id="{46A569D4-090A-A250-10DC-68C91A39131F}"/>
                </a:ext>
              </a:extLst>
            </p:cNvPr>
            <p:cNvSpPr>
              <a:spLocks noGrp="1"/>
            </p:cNvSpPr>
            <p:nvPr/>
          </p:nvSpPr>
          <p:spPr>
            <a:xfrm>
              <a:off x="5263723" y="2590754"/>
              <a:ext cx="63490" cy="1676"/>
            </a:xfrm>
            <a:custGeom>
              <a:avLst/>
              <a:gdLst/>
              <a:ahLst/>
              <a:cxnLst/>
              <a:rect l="0" t="0" r="0" b="0"/>
              <a:pathLst>
                <a:path w="63490" h="1676">
                  <a:moveTo>
                    <a:pt x="63490" y="1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4" name="Candidate_receptor__3803">
              <a:extLst>
                <a:ext uri="{FF2B5EF4-FFF2-40B4-BE49-F238E27FC236}">
                  <a16:creationId xmlns:a16="http://schemas.microsoft.com/office/drawing/2014/main" id="{7232E402-61A0-776B-C00B-9D0592F7FCC5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23681"/>
              <a:ext cx="50451" cy="84099"/>
            </a:xfrm>
            <a:custGeom>
              <a:avLst/>
              <a:gdLst/>
              <a:ahLst/>
              <a:cxnLst/>
              <a:rect l="0" t="0" r="0" b="0"/>
              <a:pathLst>
                <a:path w="50451" h="84099">
                  <a:moveTo>
                    <a:pt x="0" y="84099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5" name="Candidate_receptor__3804">
              <a:extLst>
                <a:ext uri="{FF2B5EF4-FFF2-40B4-BE49-F238E27FC236}">
                  <a16:creationId xmlns:a16="http://schemas.microsoft.com/office/drawing/2014/main" id="{972AA4C1-9D48-BFDF-51DB-D32EB8BFE9E5}"/>
                </a:ext>
              </a:extLst>
            </p:cNvPr>
            <p:cNvSpPr>
              <a:spLocks noGrp="1"/>
            </p:cNvSpPr>
            <p:nvPr/>
          </p:nvSpPr>
          <p:spPr>
            <a:xfrm>
              <a:off x="5506763" y="2425460"/>
              <a:ext cx="27861" cy="46986"/>
            </a:xfrm>
            <a:custGeom>
              <a:avLst/>
              <a:gdLst/>
              <a:ahLst/>
              <a:cxnLst/>
              <a:rect l="0" t="0" r="0" b="0"/>
              <a:pathLst>
                <a:path w="27861" h="46986">
                  <a:moveTo>
                    <a:pt x="0" y="46986"/>
                  </a:moveTo>
                  <a:lnTo>
                    <a:pt x="2786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6" name="Candidate_receptor__3805">
              <a:extLst>
                <a:ext uri="{FF2B5EF4-FFF2-40B4-BE49-F238E27FC236}">
                  <a16:creationId xmlns:a16="http://schemas.microsoft.com/office/drawing/2014/main" id="{CFF25652-7E70-417B-5E14-47ED5E1AA08F}"/>
                </a:ext>
              </a:extLst>
            </p:cNvPr>
            <p:cNvSpPr>
              <a:spLocks noGrp="1"/>
            </p:cNvSpPr>
            <p:nvPr/>
          </p:nvSpPr>
          <p:spPr>
            <a:xfrm>
              <a:off x="4702680" y="2651167"/>
              <a:ext cx="84308" cy="7006"/>
            </a:xfrm>
            <a:custGeom>
              <a:avLst/>
              <a:gdLst/>
              <a:ahLst/>
              <a:cxnLst/>
              <a:rect l="0" t="0" r="0" b="0"/>
              <a:pathLst>
                <a:path w="84308" h="7006">
                  <a:moveTo>
                    <a:pt x="84308" y="7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7" name="Candidate_receptor__3806">
              <a:extLst>
                <a:ext uri="{FF2B5EF4-FFF2-40B4-BE49-F238E27FC236}">
                  <a16:creationId xmlns:a16="http://schemas.microsoft.com/office/drawing/2014/main" id="{B5556C12-276E-5887-19A3-AA20E3DEEA5D}"/>
                </a:ext>
              </a:extLst>
            </p:cNvPr>
            <p:cNvSpPr>
              <a:spLocks noGrp="1"/>
            </p:cNvSpPr>
            <p:nvPr/>
          </p:nvSpPr>
          <p:spPr>
            <a:xfrm>
              <a:off x="4849969" y="2767564"/>
              <a:ext cx="73653" cy="33325"/>
            </a:xfrm>
            <a:custGeom>
              <a:avLst/>
              <a:gdLst/>
              <a:ahLst/>
              <a:cxnLst/>
              <a:rect l="0" t="0" r="0" b="0"/>
              <a:pathLst>
                <a:path w="73653" h="33325">
                  <a:moveTo>
                    <a:pt x="73653" y="0"/>
                  </a:moveTo>
                  <a:lnTo>
                    <a:pt x="0" y="3332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8" name="Candidate_receptor__3807">
              <a:extLst>
                <a:ext uri="{FF2B5EF4-FFF2-40B4-BE49-F238E27FC236}">
                  <a16:creationId xmlns:a16="http://schemas.microsoft.com/office/drawing/2014/main" id="{80D4E64B-5F8F-D780-7405-521BCE8746D3}"/>
                </a:ext>
              </a:extLst>
            </p:cNvPr>
            <p:cNvSpPr>
              <a:spLocks noGrp="1"/>
            </p:cNvSpPr>
            <p:nvPr/>
          </p:nvSpPr>
          <p:spPr>
            <a:xfrm>
              <a:off x="3667044" y="2758794"/>
              <a:ext cx="98845" cy="56355"/>
            </a:xfrm>
            <a:custGeom>
              <a:avLst/>
              <a:gdLst/>
              <a:ahLst/>
              <a:cxnLst/>
              <a:rect l="0" t="0" r="0" b="0"/>
              <a:pathLst>
                <a:path w="98845" h="56355">
                  <a:moveTo>
                    <a:pt x="98845" y="0"/>
                  </a:moveTo>
                  <a:lnTo>
                    <a:pt x="0" y="5635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9" name="Candidate_receptor__3808">
              <a:extLst>
                <a:ext uri="{FF2B5EF4-FFF2-40B4-BE49-F238E27FC236}">
                  <a16:creationId xmlns:a16="http://schemas.microsoft.com/office/drawing/2014/main" id="{D1C21F30-81AC-950B-6646-BEBA524C637C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946151"/>
              <a:ext cx="45438" cy="59564"/>
            </a:xfrm>
            <a:custGeom>
              <a:avLst/>
              <a:gdLst/>
              <a:ahLst/>
              <a:cxnLst/>
              <a:rect l="0" t="0" r="0" b="0"/>
              <a:pathLst>
                <a:path w="45438" h="59564">
                  <a:moveTo>
                    <a:pt x="45438" y="595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0" name="Candidate_receptor__3809">
              <a:extLst>
                <a:ext uri="{FF2B5EF4-FFF2-40B4-BE49-F238E27FC236}">
                  <a16:creationId xmlns:a16="http://schemas.microsoft.com/office/drawing/2014/main" id="{4C7D9856-76BA-0EBA-960D-AC5E3B0B00BF}"/>
                </a:ext>
              </a:extLst>
            </p:cNvPr>
            <p:cNvSpPr>
              <a:spLocks noGrp="1"/>
            </p:cNvSpPr>
            <p:nvPr/>
          </p:nvSpPr>
          <p:spPr>
            <a:xfrm>
              <a:off x="5721739" y="2414959"/>
              <a:ext cx="78545" cy="8722"/>
            </a:xfrm>
            <a:custGeom>
              <a:avLst/>
              <a:gdLst/>
              <a:ahLst/>
              <a:cxnLst/>
              <a:rect l="0" t="0" r="0" b="0"/>
              <a:pathLst>
                <a:path w="78545" h="8722">
                  <a:moveTo>
                    <a:pt x="0" y="8722"/>
                  </a:moveTo>
                  <a:lnTo>
                    <a:pt x="7854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1" name="Candidate_receptor__3810">
              <a:extLst>
                <a:ext uri="{FF2B5EF4-FFF2-40B4-BE49-F238E27FC236}">
                  <a16:creationId xmlns:a16="http://schemas.microsoft.com/office/drawing/2014/main" id="{83E8E90A-C163-5872-A563-31884B58AED5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3462"/>
              <a:ext cx="619" cy="115331"/>
            </a:xfrm>
            <a:custGeom>
              <a:avLst/>
              <a:gdLst/>
              <a:ahLst/>
              <a:cxnLst/>
              <a:rect l="0" t="0" r="0" b="0"/>
              <a:pathLst>
                <a:path w="619" h="115331">
                  <a:moveTo>
                    <a:pt x="0" y="0"/>
                  </a:moveTo>
                  <a:lnTo>
                    <a:pt x="619" y="1153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2" name="Candidate_receptor__3811">
              <a:extLst>
                <a:ext uri="{FF2B5EF4-FFF2-40B4-BE49-F238E27FC236}">
                  <a16:creationId xmlns:a16="http://schemas.microsoft.com/office/drawing/2014/main" id="{B5D89A0E-608C-9C43-DA0C-F46851F35EA7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210374"/>
              <a:ext cx="102914" cy="34358"/>
            </a:xfrm>
            <a:custGeom>
              <a:avLst/>
              <a:gdLst/>
              <a:ahLst/>
              <a:cxnLst/>
              <a:rect l="0" t="0" r="0" b="0"/>
              <a:pathLst>
                <a:path w="102914" h="34358">
                  <a:moveTo>
                    <a:pt x="102914" y="343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3" name="Candidate_receptor__3812">
              <a:extLst>
                <a:ext uri="{FF2B5EF4-FFF2-40B4-BE49-F238E27FC236}">
                  <a16:creationId xmlns:a16="http://schemas.microsoft.com/office/drawing/2014/main" id="{95D86399-4A28-67CA-BFD5-F9AA5E106B67}"/>
                </a:ext>
              </a:extLst>
            </p:cNvPr>
            <p:cNvSpPr>
              <a:spLocks noGrp="1"/>
            </p:cNvSpPr>
            <p:nvPr/>
          </p:nvSpPr>
          <p:spPr>
            <a:xfrm>
              <a:off x="4060222" y="3051602"/>
              <a:ext cx="109881" cy="30605"/>
            </a:xfrm>
            <a:custGeom>
              <a:avLst/>
              <a:gdLst/>
              <a:ahLst/>
              <a:cxnLst/>
              <a:rect l="0" t="0" r="0" b="0"/>
              <a:pathLst>
                <a:path w="109881" h="30605">
                  <a:moveTo>
                    <a:pt x="0" y="30605"/>
                  </a:moveTo>
                  <a:lnTo>
                    <a:pt x="10988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4" name="Candidate_receptor__3813">
              <a:extLst>
                <a:ext uri="{FF2B5EF4-FFF2-40B4-BE49-F238E27FC236}">
                  <a16:creationId xmlns:a16="http://schemas.microsoft.com/office/drawing/2014/main" id="{2352D53F-1BA3-B136-D749-EDBE2080A4C9}"/>
                </a:ext>
              </a:extLst>
            </p:cNvPr>
            <p:cNvSpPr>
              <a:spLocks noGrp="1"/>
            </p:cNvSpPr>
            <p:nvPr/>
          </p:nvSpPr>
          <p:spPr>
            <a:xfrm>
              <a:off x="4812692" y="2943442"/>
              <a:ext cx="97728" cy="52122"/>
            </a:xfrm>
            <a:custGeom>
              <a:avLst/>
              <a:gdLst/>
              <a:ahLst/>
              <a:cxnLst/>
              <a:rect l="0" t="0" r="0" b="0"/>
              <a:pathLst>
                <a:path w="97728" h="52122">
                  <a:moveTo>
                    <a:pt x="97728" y="0"/>
                  </a:moveTo>
                  <a:lnTo>
                    <a:pt x="0" y="521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5" name="Candidate_receptor__3814">
              <a:extLst>
                <a:ext uri="{FF2B5EF4-FFF2-40B4-BE49-F238E27FC236}">
                  <a16:creationId xmlns:a16="http://schemas.microsoft.com/office/drawing/2014/main" id="{536C9DB5-3404-1579-D1BB-CCCC626591B9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31095" cy="18687"/>
            </a:xfrm>
            <a:custGeom>
              <a:avLst/>
              <a:gdLst/>
              <a:ahLst/>
              <a:cxnLst/>
              <a:rect l="0" t="0" r="0" b="0"/>
              <a:pathLst>
                <a:path w="31095" h="18687">
                  <a:moveTo>
                    <a:pt x="31095" y="186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6" name="Candidate_receptor__3815">
              <a:extLst>
                <a:ext uri="{FF2B5EF4-FFF2-40B4-BE49-F238E27FC236}">
                  <a16:creationId xmlns:a16="http://schemas.microsoft.com/office/drawing/2014/main" id="{FE8CFAFE-F75E-15CE-DDCB-34DF42FBEA0A}"/>
                </a:ext>
              </a:extLst>
            </p:cNvPr>
            <p:cNvSpPr>
              <a:spLocks noGrp="1"/>
            </p:cNvSpPr>
            <p:nvPr/>
          </p:nvSpPr>
          <p:spPr>
            <a:xfrm>
              <a:off x="4282627" y="3090902"/>
              <a:ext cx="50007" cy="96678"/>
            </a:xfrm>
            <a:custGeom>
              <a:avLst/>
              <a:gdLst/>
              <a:ahLst/>
              <a:cxnLst/>
              <a:rect l="0" t="0" r="0" b="0"/>
              <a:pathLst>
                <a:path w="50007" h="96678">
                  <a:moveTo>
                    <a:pt x="50007" y="0"/>
                  </a:moveTo>
                  <a:lnTo>
                    <a:pt x="0" y="9667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7" name="Candidate_receptor__3816">
              <a:extLst>
                <a:ext uri="{FF2B5EF4-FFF2-40B4-BE49-F238E27FC236}">
                  <a16:creationId xmlns:a16="http://schemas.microsoft.com/office/drawing/2014/main" id="{AC979B74-03C1-63BA-6FBD-2F5591AA8CBE}"/>
                </a:ext>
              </a:extLst>
            </p:cNvPr>
            <p:cNvSpPr>
              <a:spLocks noGrp="1"/>
            </p:cNvSpPr>
            <p:nvPr/>
          </p:nvSpPr>
          <p:spPr>
            <a:xfrm>
              <a:off x="4786987" y="2625403"/>
              <a:ext cx="101862" cy="32770"/>
            </a:xfrm>
            <a:custGeom>
              <a:avLst/>
              <a:gdLst/>
              <a:ahLst/>
              <a:cxnLst/>
              <a:rect l="0" t="0" r="0" b="0"/>
              <a:pathLst>
                <a:path w="101862" h="32770">
                  <a:moveTo>
                    <a:pt x="101862" y="0"/>
                  </a:moveTo>
                  <a:lnTo>
                    <a:pt x="0" y="3277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8" name="Candidate_receptor__3817">
              <a:extLst>
                <a:ext uri="{FF2B5EF4-FFF2-40B4-BE49-F238E27FC236}">
                  <a16:creationId xmlns:a16="http://schemas.microsoft.com/office/drawing/2014/main" id="{A5C89AF3-921A-DC5D-9943-728BAA62E032}"/>
                </a:ext>
              </a:extLst>
            </p:cNvPr>
            <p:cNvSpPr>
              <a:spLocks noGrp="1"/>
            </p:cNvSpPr>
            <p:nvPr/>
          </p:nvSpPr>
          <p:spPr>
            <a:xfrm>
              <a:off x="4081922" y="2701555"/>
              <a:ext cx="92534" cy="67752"/>
            </a:xfrm>
            <a:custGeom>
              <a:avLst/>
              <a:gdLst/>
              <a:ahLst/>
              <a:cxnLst/>
              <a:rect l="0" t="0" r="0" b="0"/>
              <a:pathLst>
                <a:path w="92534" h="67752">
                  <a:moveTo>
                    <a:pt x="92534" y="677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9" name="Candidate_receptor__3818">
              <a:extLst>
                <a:ext uri="{FF2B5EF4-FFF2-40B4-BE49-F238E27FC236}">
                  <a16:creationId xmlns:a16="http://schemas.microsoft.com/office/drawing/2014/main" id="{B9ED3F3F-B8DA-B48F-1D27-6A6EA4BA28F7}"/>
                </a:ext>
              </a:extLst>
            </p:cNvPr>
            <p:cNvSpPr>
              <a:spLocks noGrp="1"/>
            </p:cNvSpPr>
            <p:nvPr/>
          </p:nvSpPr>
          <p:spPr>
            <a:xfrm>
              <a:off x="4757244" y="2800890"/>
              <a:ext cx="92725" cy="52422"/>
            </a:xfrm>
            <a:custGeom>
              <a:avLst/>
              <a:gdLst/>
              <a:ahLst/>
              <a:cxnLst/>
              <a:rect l="0" t="0" r="0" b="0"/>
              <a:pathLst>
                <a:path w="92725" h="52422">
                  <a:moveTo>
                    <a:pt x="92725" y="0"/>
                  </a:moveTo>
                  <a:lnTo>
                    <a:pt x="0" y="524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0" name="Candidate_receptor__3819">
              <a:extLst>
                <a:ext uri="{FF2B5EF4-FFF2-40B4-BE49-F238E27FC236}">
                  <a16:creationId xmlns:a16="http://schemas.microsoft.com/office/drawing/2014/main" id="{53B58C6A-B2AB-8F21-BEED-DD66887A7508}"/>
                </a:ext>
              </a:extLst>
            </p:cNvPr>
            <p:cNvSpPr>
              <a:spLocks noGrp="1"/>
            </p:cNvSpPr>
            <p:nvPr/>
          </p:nvSpPr>
          <p:spPr>
            <a:xfrm>
              <a:off x="4884864" y="3067920"/>
              <a:ext cx="93684" cy="65946"/>
            </a:xfrm>
            <a:custGeom>
              <a:avLst/>
              <a:gdLst/>
              <a:ahLst/>
              <a:cxnLst/>
              <a:rect l="0" t="0" r="0" b="0"/>
              <a:pathLst>
                <a:path w="93684" h="65946">
                  <a:moveTo>
                    <a:pt x="93684" y="0"/>
                  </a:moveTo>
                  <a:lnTo>
                    <a:pt x="0" y="6594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1" name="Candidate_receptor__3820">
              <a:extLst>
                <a:ext uri="{FF2B5EF4-FFF2-40B4-BE49-F238E27FC236}">
                  <a16:creationId xmlns:a16="http://schemas.microsoft.com/office/drawing/2014/main" id="{2101C98B-3623-B435-91EC-83578E32EBE5}"/>
                </a:ext>
              </a:extLst>
            </p:cNvPr>
            <p:cNvSpPr>
              <a:spLocks noGrp="1"/>
            </p:cNvSpPr>
            <p:nvPr/>
          </p:nvSpPr>
          <p:spPr>
            <a:xfrm>
              <a:off x="4776120" y="2491080"/>
              <a:ext cx="109143" cy="10312"/>
            </a:xfrm>
            <a:custGeom>
              <a:avLst/>
              <a:gdLst/>
              <a:ahLst/>
              <a:cxnLst/>
              <a:rect l="0" t="0" r="0" b="0"/>
              <a:pathLst>
                <a:path w="109143" h="10312">
                  <a:moveTo>
                    <a:pt x="0" y="0"/>
                  </a:moveTo>
                  <a:lnTo>
                    <a:pt x="109143" y="1031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2" name="Candidate_receptor__3821">
              <a:extLst>
                <a:ext uri="{FF2B5EF4-FFF2-40B4-BE49-F238E27FC236}">
                  <a16:creationId xmlns:a16="http://schemas.microsoft.com/office/drawing/2014/main" id="{335E9BCE-5147-B954-DCF2-66F44226DA3C}"/>
                </a:ext>
              </a:extLst>
            </p:cNvPr>
            <p:cNvSpPr>
              <a:spLocks noGrp="1"/>
            </p:cNvSpPr>
            <p:nvPr/>
          </p:nvSpPr>
          <p:spPr>
            <a:xfrm>
              <a:off x="5203024" y="3275117"/>
              <a:ext cx="10470" cy="98414"/>
            </a:xfrm>
            <a:custGeom>
              <a:avLst/>
              <a:gdLst/>
              <a:ahLst/>
              <a:cxnLst/>
              <a:rect l="0" t="0" r="0" b="0"/>
              <a:pathLst>
                <a:path w="10470" h="98414">
                  <a:moveTo>
                    <a:pt x="0" y="0"/>
                  </a:moveTo>
                  <a:lnTo>
                    <a:pt x="10470" y="98414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3" name="Candidate_receptor__3822">
              <a:extLst>
                <a:ext uri="{FF2B5EF4-FFF2-40B4-BE49-F238E27FC236}">
                  <a16:creationId xmlns:a16="http://schemas.microsoft.com/office/drawing/2014/main" id="{776BDB6A-0912-3DA0-62A1-4E510506C5B3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913867"/>
              <a:ext cx="23091" cy="93469"/>
            </a:xfrm>
            <a:custGeom>
              <a:avLst/>
              <a:gdLst/>
              <a:ahLst/>
              <a:cxnLst/>
              <a:rect l="0" t="0" r="0" b="0"/>
              <a:pathLst>
                <a:path w="23091" h="93469">
                  <a:moveTo>
                    <a:pt x="0" y="0"/>
                  </a:moveTo>
                  <a:lnTo>
                    <a:pt x="23091" y="93469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4" name="Candidate_receptor__3823">
              <a:extLst>
                <a:ext uri="{FF2B5EF4-FFF2-40B4-BE49-F238E27FC236}">
                  <a16:creationId xmlns:a16="http://schemas.microsoft.com/office/drawing/2014/main" id="{B95E6A27-2A39-44A9-921F-C04951CD3400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149805"/>
              <a:ext cx="94204" cy="63498"/>
            </a:xfrm>
            <a:custGeom>
              <a:avLst/>
              <a:gdLst/>
              <a:ahLst/>
              <a:cxnLst/>
              <a:rect l="0" t="0" r="0" b="0"/>
              <a:pathLst>
                <a:path w="94204" h="63498">
                  <a:moveTo>
                    <a:pt x="94204" y="0"/>
                  </a:moveTo>
                  <a:lnTo>
                    <a:pt x="0" y="6349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5" name="Candidate_receptor__3824">
              <a:extLst>
                <a:ext uri="{FF2B5EF4-FFF2-40B4-BE49-F238E27FC236}">
                  <a16:creationId xmlns:a16="http://schemas.microsoft.com/office/drawing/2014/main" id="{26F680DB-6F32-F6D9-EB92-13499AD18A55}"/>
                </a:ext>
              </a:extLst>
            </p:cNvPr>
            <p:cNvSpPr>
              <a:spLocks noGrp="1"/>
            </p:cNvSpPr>
            <p:nvPr/>
          </p:nvSpPr>
          <p:spPr>
            <a:xfrm>
              <a:off x="3981647" y="3015698"/>
              <a:ext cx="78575" cy="66509"/>
            </a:xfrm>
            <a:custGeom>
              <a:avLst/>
              <a:gdLst/>
              <a:ahLst/>
              <a:cxnLst/>
              <a:rect l="0" t="0" r="0" b="0"/>
              <a:pathLst>
                <a:path w="78575" h="66509">
                  <a:moveTo>
                    <a:pt x="0" y="0"/>
                  </a:moveTo>
                  <a:lnTo>
                    <a:pt x="78575" y="6650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6" name="Candidate_receptor__3825">
              <a:extLst>
                <a:ext uri="{FF2B5EF4-FFF2-40B4-BE49-F238E27FC236}">
                  <a16:creationId xmlns:a16="http://schemas.microsoft.com/office/drawing/2014/main" id="{581F7C1A-92E5-747D-028F-D3F1877EF7FC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815149"/>
              <a:ext cx="16058" cy="98718"/>
            </a:xfrm>
            <a:custGeom>
              <a:avLst/>
              <a:gdLst/>
              <a:ahLst/>
              <a:cxnLst/>
              <a:rect l="0" t="0" r="0" b="0"/>
              <a:pathLst>
                <a:path w="16058" h="98718">
                  <a:moveTo>
                    <a:pt x="16058" y="0"/>
                  </a:moveTo>
                  <a:lnTo>
                    <a:pt x="0" y="9871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7" name="Candidate_receptor__3826">
              <a:extLst>
                <a:ext uri="{FF2B5EF4-FFF2-40B4-BE49-F238E27FC236}">
                  <a16:creationId xmlns:a16="http://schemas.microsoft.com/office/drawing/2014/main" id="{1A348C74-D053-32F1-72BE-B1C9534A7E93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5985" cy="95437"/>
            </a:xfrm>
            <a:custGeom>
              <a:avLst/>
              <a:gdLst/>
              <a:ahLst/>
              <a:cxnLst/>
              <a:rect l="0" t="0" r="0" b="0"/>
              <a:pathLst>
                <a:path w="5985" h="95437">
                  <a:moveTo>
                    <a:pt x="0" y="0"/>
                  </a:moveTo>
                  <a:lnTo>
                    <a:pt x="5985" y="95437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8" name="Candidate_receptor__3827">
              <a:extLst>
                <a:ext uri="{FF2B5EF4-FFF2-40B4-BE49-F238E27FC236}">
                  <a16:creationId xmlns:a16="http://schemas.microsoft.com/office/drawing/2014/main" id="{85A78B0A-4FC2-161E-A775-8E7884D4AD07}"/>
                </a:ext>
              </a:extLst>
            </p:cNvPr>
            <p:cNvSpPr>
              <a:spLocks noGrp="1"/>
            </p:cNvSpPr>
            <p:nvPr/>
          </p:nvSpPr>
          <p:spPr>
            <a:xfrm>
              <a:off x="4888850" y="2625403"/>
              <a:ext cx="96122" cy="5292"/>
            </a:xfrm>
            <a:custGeom>
              <a:avLst/>
              <a:gdLst/>
              <a:ahLst/>
              <a:cxnLst/>
              <a:rect l="0" t="0" r="0" b="0"/>
              <a:pathLst>
                <a:path w="96122" h="5292">
                  <a:moveTo>
                    <a:pt x="96122" y="52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9" name="Candidate_receptor__3828">
              <a:extLst>
                <a:ext uri="{FF2B5EF4-FFF2-40B4-BE49-F238E27FC236}">
                  <a16:creationId xmlns:a16="http://schemas.microsoft.com/office/drawing/2014/main" id="{F15A1178-2E8E-132B-24A6-ACCFA6068C8E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412667"/>
              <a:ext cx="59767" cy="72244"/>
            </a:xfrm>
            <a:custGeom>
              <a:avLst/>
              <a:gdLst/>
              <a:ahLst/>
              <a:cxnLst/>
              <a:rect l="0" t="0" r="0" b="0"/>
              <a:pathLst>
                <a:path w="59767" h="72244">
                  <a:moveTo>
                    <a:pt x="0" y="0"/>
                  </a:moveTo>
                  <a:lnTo>
                    <a:pt x="59767" y="722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0" name="Candidate_receptor__3829">
              <a:extLst>
                <a:ext uri="{FF2B5EF4-FFF2-40B4-BE49-F238E27FC236}">
                  <a16:creationId xmlns:a16="http://schemas.microsoft.com/office/drawing/2014/main" id="{D30E5E4F-440A-8C81-0395-5E9E9D00C152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096410"/>
              <a:ext cx="11256" cy="113964"/>
            </a:xfrm>
            <a:custGeom>
              <a:avLst/>
              <a:gdLst/>
              <a:ahLst/>
              <a:cxnLst/>
              <a:rect l="0" t="0" r="0" b="0"/>
              <a:pathLst>
                <a:path w="11256" h="113964">
                  <a:moveTo>
                    <a:pt x="0" y="113964"/>
                  </a:moveTo>
                  <a:lnTo>
                    <a:pt x="1125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1" name="Candidate_receptor__3830">
              <a:extLst>
                <a:ext uri="{FF2B5EF4-FFF2-40B4-BE49-F238E27FC236}">
                  <a16:creationId xmlns:a16="http://schemas.microsoft.com/office/drawing/2014/main" id="{E9D7D67C-A552-2278-DE05-DBF3FEA8B5B2}"/>
                </a:ext>
              </a:extLst>
            </p:cNvPr>
            <p:cNvSpPr>
              <a:spLocks noGrp="1"/>
            </p:cNvSpPr>
            <p:nvPr/>
          </p:nvSpPr>
          <p:spPr>
            <a:xfrm>
              <a:off x="4978445" y="3202630"/>
              <a:ext cx="87729" cy="63231"/>
            </a:xfrm>
            <a:custGeom>
              <a:avLst/>
              <a:gdLst/>
              <a:ahLst/>
              <a:cxnLst/>
              <a:rect l="0" t="0" r="0" b="0"/>
              <a:pathLst>
                <a:path w="87729" h="63231">
                  <a:moveTo>
                    <a:pt x="87729" y="0"/>
                  </a:moveTo>
                  <a:lnTo>
                    <a:pt x="0" y="632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2" name="Candidate_receptor__3831">
              <a:extLst>
                <a:ext uri="{FF2B5EF4-FFF2-40B4-BE49-F238E27FC236}">
                  <a16:creationId xmlns:a16="http://schemas.microsoft.com/office/drawing/2014/main" id="{51061858-8549-D609-91CF-314446EE0890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491080"/>
              <a:ext cx="103393" cy="48993"/>
            </a:xfrm>
            <a:custGeom>
              <a:avLst/>
              <a:gdLst/>
              <a:ahLst/>
              <a:cxnLst/>
              <a:rect l="0" t="0" r="0" b="0"/>
              <a:pathLst>
                <a:path w="103393" h="48993">
                  <a:moveTo>
                    <a:pt x="0" y="48993"/>
                  </a:moveTo>
                  <a:lnTo>
                    <a:pt x="103393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3" name="Candidate_receptor__3832">
              <a:extLst>
                <a:ext uri="{FF2B5EF4-FFF2-40B4-BE49-F238E27FC236}">
                  <a16:creationId xmlns:a16="http://schemas.microsoft.com/office/drawing/2014/main" id="{6C13E80C-2254-AC4D-03DA-C8B535E4B9E9}"/>
                </a:ext>
              </a:extLst>
            </p:cNvPr>
            <p:cNvSpPr>
              <a:spLocks noGrp="1"/>
            </p:cNvSpPr>
            <p:nvPr/>
          </p:nvSpPr>
          <p:spPr>
            <a:xfrm>
              <a:off x="4984972" y="2572272"/>
              <a:ext cx="87909" cy="58423"/>
            </a:xfrm>
            <a:custGeom>
              <a:avLst/>
              <a:gdLst/>
              <a:ahLst/>
              <a:cxnLst/>
              <a:rect l="0" t="0" r="0" b="0"/>
              <a:pathLst>
                <a:path w="87909" h="58423">
                  <a:moveTo>
                    <a:pt x="87909" y="0"/>
                  </a:moveTo>
                  <a:lnTo>
                    <a:pt x="0" y="5842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4" name="Candidate_receptor__3833">
              <a:extLst>
                <a:ext uri="{FF2B5EF4-FFF2-40B4-BE49-F238E27FC236}">
                  <a16:creationId xmlns:a16="http://schemas.microsoft.com/office/drawing/2014/main" id="{32A2B42B-0F4E-1565-31B4-58378406A28F}"/>
                </a:ext>
              </a:extLst>
            </p:cNvPr>
            <p:cNvSpPr>
              <a:spLocks noGrp="1"/>
            </p:cNvSpPr>
            <p:nvPr/>
          </p:nvSpPr>
          <p:spPr>
            <a:xfrm>
              <a:off x="3895452" y="2634984"/>
              <a:ext cx="22796" cy="66344"/>
            </a:xfrm>
            <a:custGeom>
              <a:avLst/>
              <a:gdLst/>
              <a:ahLst/>
              <a:cxnLst/>
              <a:rect l="0" t="0" r="0" b="0"/>
              <a:pathLst>
                <a:path w="22796" h="66344">
                  <a:moveTo>
                    <a:pt x="22796" y="0"/>
                  </a:moveTo>
                  <a:lnTo>
                    <a:pt x="0" y="663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5" name="Candidate_receptor__3834">
              <a:extLst>
                <a:ext uri="{FF2B5EF4-FFF2-40B4-BE49-F238E27FC236}">
                  <a16:creationId xmlns:a16="http://schemas.microsoft.com/office/drawing/2014/main" id="{E92F1B72-85FD-C786-5D32-DD73CBD47A07}"/>
                </a:ext>
              </a:extLst>
            </p:cNvPr>
            <p:cNvSpPr>
              <a:spLocks noGrp="1"/>
            </p:cNvSpPr>
            <p:nvPr/>
          </p:nvSpPr>
          <p:spPr>
            <a:xfrm>
              <a:off x="4788154" y="2995564"/>
              <a:ext cx="24538" cy="58081"/>
            </a:xfrm>
            <a:custGeom>
              <a:avLst/>
              <a:gdLst/>
              <a:ahLst/>
              <a:cxnLst/>
              <a:rect l="0" t="0" r="0" b="0"/>
              <a:pathLst>
                <a:path w="24538" h="58081">
                  <a:moveTo>
                    <a:pt x="24538" y="0"/>
                  </a:moveTo>
                  <a:lnTo>
                    <a:pt x="0" y="5808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6" name="Candidate_receptor__3835">
              <a:extLst>
                <a:ext uri="{FF2B5EF4-FFF2-40B4-BE49-F238E27FC236}">
                  <a16:creationId xmlns:a16="http://schemas.microsoft.com/office/drawing/2014/main" id="{903B644E-023B-8E85-38CF-480BA0AFDA67}"/>
                </a:ext>
              </a:extLst>
            </p:cNvPr>
            <p:cNvSpPr>
              <a:spLocks noGrp="1"/>
            </p:cNvSpPr>
            <p:nvPr/>
          </p:nvSpPr>
          <p:spPr>
            <a:xfrm>
              <a:off x="5698587" y="2005715"/>
              <a:ext cx="70422" cy="90695"/>
            </a:xfrm>
            <a:custGeom>
              <a:avLst/>
              <a:gdLst/>
              <a:ahLst/>
              <a:cxnLst/>
              <a:rect l="0" t="0" r="0" b="0"/>
              <a:pathLst>
                <a:path w="70422" h="90695">
                  <a:moveTo>
                    <a:pt x="70422" y="906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7" name="Candidate_receptor__3836">
              <a:extLst>
                <a:ext uri="{FF2B5EF4-FFF2-40B4-BE49-F238E27FC236}">
                  <a16:creationId xmlns:a16="http://schemas.microsoft.com/office/drawing/2014/main" id="{3EB10C17-2CEE-5042-4422-5476F5CF23DA}"/>
                </a:ext>
              </a:extLst>
            </p:cNvPr>
            <p:cNvSpPr>
              <a:spLocks noGrp="1"/>
            </p:cNvSpPr>
            <p:nvPr/>
          </p:nvSpPr>
          <p:spPr>
            <a:xfrm>
              <a:off x="5800284" y="2414959"/>
              <a:ext cx="29637" cy="111311"/>
            </a:xfrm>
            <a:custGeom>
              <a:avLst/>
              <a:gdLst/>
              <a:ahLst/>
              <a:cxnLst/>
              <a:rect l="0" t="0" r="0" b="0"/>
              <a:pathLst>
                <a:path w="29637" h="111311">
                  <a:moveTo>
                    <a:pt x="0" y="0"/>
                  </a:moveTo>
                  <a:lnTo>
                    <a:pt x="29637" y="11131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8" name="Candidate_receptor__3837">
              <a:extLst>
                <a:ext uri="{FF2B5EF4-FFF2-40B4-BE49-F238E27FC236}">
                  <a16:creationId xmlns:a16="http://schemas.microsoft.com/office/drawing/2014/main" id="{2E9CC320-E28B-4788-3489-08CEAAEDD79A}"/>
                </a:ext>
              </a:extLst>
            </p:cNvPr>
            <p:cNvSpPr>
              <a:spLocks noGrp="1"/>
            </p:cNvSpPr>
            <p:nvPr/>
          </p:nvSpPr>
          <p:spPr>
            <a:xfrm>
              <a:off x="5072881" y="2572272"/>
              <a:ext cx="93421" cy="27474"/>
            </a:xfrm>
            <a:custGeom>
              <a:avLst/>
              <a:gdLst/>
              <a:ahLst/>
              <a:cxnLst/>
              <a:rect l="0" t="0" r="0" b="0"/>
              <a:pathLst>
                <a:path w="93421" h="27474">
                  <a:moveTo>
                    <a:pt x="93421" y="274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9" name="Candidate_receptor__3838">
              <a:extLst>
                <a:ext uri="{FF2B5EF4-FFF2-40B4-BE49-F238E27FC236}">
                  <a16:creationId xmlns:a16="http://schemas.microsoft.com/office/drawing/2014/main" id="{9BF4E076-1DBB-CBFC-8A1B-CA56D3441A95}"/>
                </a:ext>
              </a:extLst>
            </p:cNvPr>
            <p:cNvSpPr>
              <a:spLocks noGrp="1"/>
            </p:cNvSpPr>
            <p:nvPr/>
          </p:nvSpPr>
          <p:spPr>
            <a:xfrm>
              <a:off x="4151881" y="3230206"/>
              <a:ext cx="8983" cy="111269"/>
            </a:xfrm>
            <a:custGeom>
              <a:avLst/>
              <a:gdLst/>
              <a:ahLst/>
              <a:cxnLst/>
              <a:rect l="0" t="0" r="0" b="0"/>
              <a:pathLst>
                <a:path w="8983" h="111269">
                  <a:moveTo>
                    <a:pt x="8983" y="1112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0" name="Candidate_receptor__3839">
              <a:extLst>
                <a:ext uri="{FF2B5EF4-FFF2-40B4-BE49-F238E27FC236}">
                  <a16:creationId xmlns:a16="http://schemas.microsoft.com/office/drawing/2014/main" id="{68507236-9BDC-F91A-A1BA-1939949B680B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96742"/>
              <a:ext cx="106168" cy="33464"/>
            </a:xfrm>
            <a:custGeom>
              <a:avLst/>
              <a:gdLst/>
              <a:ahLst/>
              <a:cxnLst/>
              <a:rect l="0" t="0" r="0" b="0"/>
              <a:pathLst>
                <a:path w="106168" h="33464">
                  <a:moveTo>
                    <a:pt x="106168" y="334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1" name="Candidate_receptor__3840">
              <a:extLst>
                <a:ext uri="{FF2B5EF4-FFF2-40B4-BE49-F238E27FC236}">
                  <a16:creationId xmlns:a16="http://schemas.microsoft.com/office/drawing/2014/main" id="{65CF6C0D-3D6F-3526-9C1D-D73FF321B12E}"/>
                </a:ext>
              </a:extLst>
            </p:cNvPr>
            <p:cNvSpPr>
              <a:spLocks noGrp="1"/>
            </p:cNvSpPr>
            <p:nvPr/>
          </p:nvSpPr>
          <p:spPr>
            <a:xfrm>
              <a:off x="4065448" y="2608529"/>
              <a:ext cx="16474" cy="93027"/>
            </a:xfrm>
            <a:custGeom>
              <a:avLst/>
              <a:gdLst/>
              <a:ahLst/>
              <a:cxnLst/>
              <a:rect l="0" t="0" r="0" b="0"/>
              <a:pathLst>
                <a:path w="16474" h="93027">
                  <a:moveTo>
                    <a:pt x="16474" y="93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2" name="Candidate_receptor__3841">
              <a:extLst>
                <a:ext uri="{FF2B5EF4-FFF2-40B4-BE49-F238E27FC236}">
                  <a16:creationId xmlns:a16="http://schemas.microsoft.com/office/drawing/2014/main" id="{EDA7C8AA-975C-19E9-17A6-C0307569761F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41474"/>
              <a:ext cx="110055" cy="24260"/>
            </a:xfrm>
            <a:custGeom>
              <a:avLst/>
              <a:gdLst/>
              <a:ahLst/>
              <a:cxnLst/>
              <a:rect l="0" t="0" r="0" b="0"/>
              <a:pathLst>
                <a:path w="110055" h="24260">
                  <a:moveTo>
                    <a:pt x="0" y="24260"/>
                  </a:moveTo>
                  <a:lnTo>
                    <a:pt x="11005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3" name="Candidate_receptor__3842">
              <a:extLst>
                <a:ext uri="{FF2B5EF4-FFF2-40B4-BE49-F238E27FC236}">
                  <a16:creationId xmlns:a16="http://schemas.microsoft.com/office/drawing/2014/main" id="{E63871B8-8D4A-B820-01CD-C79A4023C2AD}"/>
                </a:ext>
              </a:extLst>
            </p:cNvPr>
            <p:cNvSpPr>
              <a:spLocks noGrp="1"/>
            </p:cNvSpPr>
            <p:nvPr/>
          </p:nvSpPr>
          <p:spPr>
            <a:xfrm>
              <a:off x="4885263" y="2475183"/>
              <a:ext cx="71415" cy="26208"/>
            </a:xfrm>
            <a:custGeom>
              <a:avLst/>
              <a:gdLst/>
              <a:ahLst/>
              <a:cxnLst/>
              <a:rect l="0" t="0" r="0" b="0"/>
              <a:pathLst>
                <a:path w="71415" h="26208">
                  <a:moveTo>
                    <a:pt x="0" y="26208"/>
                  </a:moveTo>
                  <a:lnTo>
                    <a:pt x="7141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4" name="Candidate_receptor__3843">
              <a:extLst>
                <a:ext uri="{FF2B5EF4-FFF2-40B4-BE49-F238E27FC236}">
                  <a16:creationId xmlns:a16="http://schemas.microsoft.com/office/drawing/2014/main" id="{6B8F6B9B-A1BE-A8F2-CE4B-6E1962AA33DC}"/>
                </a:ext>
              </a:extLst>
            </p:cNvPr>
            <p:cNvSpPr>
              <a:spLocks noGrp="1"/>
            </p:cNvSpPr>
            <p:nvPr/>
          </p:nvSpPr>
          <p:spPr>
            <a:xfrm>
              <a:off x="4715254" y="2853312"/>
              <a:ext cx="41990" cy="22721"/>
            </a:xfrm>
            <a:custGeom>
              <a:avLst/>
              <a:gdLst/>
              <a:ahLst/>
              <a:cxnLst/>
              <a:rect l="0" t="0" r="0" b="0"/>
              <a:pathLst>
                <a:path w="41990" h="22721">
                  <a:moveTo>
                    <a:pt x="41990" y="0"/>
                  </a:moveTo>
                  <a:lnTo>
                    <a:pt x="0" y="2272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5" name="Candidate_receptor__3844">
              <a:extLst>
                <a:ext uri="{FF2B5EF4-FFF2-40B4-BE49-F238E27FC236}">
                  <a16:creationId xmlns:a16="http://schemas.microsoft.com/office/drawing/2014/main" id="{07E68681-6CC6-98BF-E1FC-E9574C8DF451}"/>
                </a:ext>
              </a:extLst>
            </p:cNvPr>
            <p:cNvSpPr>
              <a:spLocks noGrp="1"/>
            </p:cNvSpPr>
            <p:nvPr/>
          </p:nvSpPr>
          <p:spPr>
            <a:xfrm>
              <a:off x="5327213" y="2592430"/>
              <a:ext cx="43449" cy="103813"/>
            </a:xfrm>
            <a:custGeom>
              <a:avLst/>
              <a:gdLst/>
              <a:ahLst/>
              <a:cxnLst/>
              <a:rect l="0" t="0" r="0" b="0"/>
              <a:pathLst>
                <a:path w="43449" h="103813">
                  <a:moveTo>
                    <a:pt x="43449" y="1038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6" name="Candidate_receptor__3845">
              <a:extLst>
                <a:ext uri="{FF2B5EF4-FFF2-40B4-BE49-F238E27FC236}">
                  <a16:creationId xmlns:a16="http://schemas.microsoft.com/office/drawing/2014/main" id="{9F0FFC90-96BE-7AF0-0C0E-413FA70DCBDE}"/>
                </a:ext>
              </a:extLst>
            </p:cNvPr>
            <p:cNvSpPr>
              <a:spLocks noGrp="1"/>
            </p:cNvSpPr>
            <p:nvPr/>
          </p:nvSpPr>
          <p:spPr>
            <a:xfrm>
              <a:off x="5346095" y="2906146"/>
              <a:ext cx="39595" cy="33757"/>
            </a:xfrm>
            <a:custGeom>
              <a:avLst/>
              <a:gdLst/>
              <a:ahLst/>
              <a:cxnLst/>
              <a:rect l="0" t="0" r="0" b="0"/>
              <a:pathLst>
                <a:path w="39595" h="33757">
                  <a:moveTo>
                    <a:pt x="0" y="0"/>
                  </a:moveTo>
                  <a:lnTo>
                    <a:pt x="39595" y="3375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7" name="Candidate_receptor__3846">
              <a:extLst>
                <a:ext uri="{FF2B5EF4-FFF2-40B4-BE49-F238E27FC236}">
                  <a16:creationId xmlns:a16="http://schemas.microsoft.com/office/drawing/2014/main" id="{DF00F361-DD75-2BCC-5D4A-0D4D0A1BDCC7}"/>
                </a:ext>
              </a:extLst>
            </p:cNvPr>
            <p:cNvSpPr>
              <a:spLocks noGrp="1"/>
            </p:cNvSpPr>
            <p:nvPr/>
          </p:nvSpPr>
          <p:spPr>
            <a:xfrm>
              <a:off x="5534624" y="2357735"/>
              <a:ext cx="90557" cy="67725"/>
            </a:xfrm>
            <a:custGeom>
              <a:avLst/>
              <a:gdLst/>
              <a:ahLst/>
              <a:cxnLst/>
              <a:rect l="0" t="0" r="0" b="0"/>
              <a:pathLst>
                <a:path w="90557" h="67725">
                  <a:moveTo>
                    <a:pt x="0" y="67725"/>
                  </a:moveTo>
                  <a:lnTo>
                    <a:pt x="9055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8" name="Candidate_receptor__3847">
              <a:extLst>
                <a:ext uri="{FF2B5EF4-FFF2-40B4-BE49-F238E27FC236}">
                  <a16:creationId xmlns:a16="http://schemas.microsoft.com/office/drawing/2014/main" id="{2B9960B0-C25E-5511-10C7-1B5C0C308C77}"/>
                </a:ext>
              </a:extLst>
            </p:cNvPr>
            <p:cNvSpPr>
              <a:spLocks noGrp="1"/>
            </p:cNvSpPr>
            <p:nvPr/>
          </p:nvSpPr>
          <p:spPr>
            <a:xfrm>
              <a:off x="3869176" y="3015698"/>
              <a:ext cx="112472" cy="17882"/>
            </a:xfrm>
            <a:custGeom>
              <a:avLst/>
              <a:gdLst/>
              <a:ahLst/>
              <a:cxnLst/>
              <a:rect l="0" t="0" r="0" b="0"/>
              <a:pathLst>
                <a:path w="112472" h="17882">
                  <a:moveTo>
                    <a:pt x="0" y="17882"/>
                  </a:moveTo>
                  <a:lnTo>
                    <a:pt x="112472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9" name="Candidate_receptor__3848">
              <a:extLst>
                <a:ext uri="{FF2B5EF4-FFF2-40B4-BE49-F238E27FC236}">
                  <a16:creationId xmlns:a16="http://schemas.microsoft.com/office/drawing/2014/main" id="{DE3EB87A-CB8B-FB84-1C8A-002B9F2F2591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2611"/>
              <a:ext cx="35454" cy="852"/>
            </a:xfrm>
            <a:custGeom>
              <a:avLst/>
              <a:gdLst/>
              <a:ahLst/>
              <a:cxnLst/>
              <a:rect l="0" t="0" r="0" b="0"/>
              <a:pathLst>
                <a:path w="35454" h="852">
                  <a:moveTo>
                    <a:pt x="35454" y="0"/>
                  </a:moveTo>
                  <a:lnTo>
                    <a:pt x="0" y="85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0" name="Candidate_receptor__3849">
              <a:extLst>
                <a:ext uri="{FF2B5EF4-FFF2-40B4-BE49-F238E27FC236}">
                  <a16:creationId xmlns:a16="http://schemas.microsoft.com/office/drawing/2014/main" id="{B04421A0-51DC-75BA-23A7-3544F007B2FB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43567"/>
              <a:ext cx="11873" cy="64213"/>
            </a:xfrm>
            <a:custGeom>
              <a:avLst/>
              <a:gdLst/>
              <a:ahLst/>
              <a:cxnLst/>
              <a:rect l="0" t="0" r="0" b="0"/>
              <a:pathLst>
                <a:path w="11873" h="64213">
                  <a:moveTo>
                    <a:pt x="11873" y="0"/>
                  </a:moveTo>
                  <a:lnTo>
                    <a:pt x="0" y="64213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1" name="Candidate_receptor__3850">
              <a:extLst>
                <a:ext uri="{FF2B5EF4-FFF2-40B4-BE49-F238E27FC236}">
                  <a16:creationId xmlns:a16="http://schemas.microsoft.com/office/drawing/2014/main" id="{B9337C99-39D7-DE58-6648-03F07A5AC0A0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540073"/>
              <a:ext cx="24382" cy="64830"/>
            </a:xfrm>
            <a:custGeom>
              <a:avLst/>
              <a:gdLst/>
              <a:ahLst/>
              <a:cxnLst/>
              <a:rect l="0" t="0" r="0" b="0"/>
              <a:pathLst>
                <a:path w="24382" h="64830">
                  <a:moveTo>
                    <a:pt x="24382" y="648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52" name="Candidate_receptor__3851">
              <a:extLst>
                <a:ext uri="{FF2B5EF4-FFF2-40B4-BE49-F238E27FC236}">
                  <a16:creationId xmlns:a16="http://schemas.microsoft.com/office/drawing/2014/main" id="{4242C2D3-5AE4-9777-F10F-DBDC81A2539A}"/>
                </a:ext>
              </a:extLst>
            </p:cNvPr>
            <p:cNvSpPr>
              <a:spLocks noGrp="1"/>
            </p:cNvSpPr>
            <p:nvPr/>
          </p:nvSpPr>
          <p:spPr>
            <a:xfrm>
              <a:off x="5166303" y="2517282"/>
              <a:ext cx="80471" cy="82464"/>
            </a:xfrm>
            <a:custGeom>
              <a:avLst/>
              <a:gdLst/>
              <a:ahLst/>
              <a:cxnLst/>
              <a:rect l="0" t="0" r="0" b="0"/>
              <a:pathLst>
                <a:path w="80471" h="82464">
                  <a:moveTo>
                    <a:pt x="80471" y="0"/>
                  </a:moveTo>
                  <a:lnTo>
                    <a:pt x="0" y="8246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3" name="Candidate_receptor__3852">
              <a:extLst>
                <a:ext uri="{FF2B5EF4-FFF2-40B4-BE49-F238E27FC236}">
                  <a16:creationId xmlns:a16="http://schemas.microsoft.com/office/drawing/2014/main" id="{323FA97E-3AF4-94D9-0247-F1BF26C14CAF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75189"/>
              <a:ext cx="66846" cy="94230"/>
            </a:xfrm>
            <a:custGeom>
              <a:avLst/>
              <a:gdLst/>
              <a:ahLst/>
              <a:cxnLst/>
              <a:rect l="0" t="0" r="0" b="0"/>
              <a:pathLst>
                <a:path w="66846" h="94230">
                  <a:moveTo>
                    <a:pt x="66846" y="942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4" name="Candidate_receptor__3853">
              <a:extLst>
                <a:ext uri="{FF2B5EF4-FFF2-40B4-BE49-F238E27FC236}">
                  <a16:creationId xmlns:a16="http://schemas.microsoft.com/office/drawing/2014/main" id="{03CBDB70-1369-2B32-086D-AD4A5DF39A4B}"/>
                </a:ext>
              </a:extLst>
            </p:cNvPr>
            <p:cNvSpPr>
              <a:spLocks noGrp="1"/>
            </p:cNvSpPr>
            <p:nvPr/>
          </p:nvSpPr>
          <p:spPr>
            <a:xfrm>
              <a:off x="5625181" y="2357735"/>
              <a:ext cx="57980" cy="85832"/>
            </a:xfrm>
            <a:custGeom>
              <a:avLst/>
              <a:gdLst/>
              <a:ahLst/>
              <a:cxnLst/>
              <a:rect l="0" t="0" r="0" b="0"/>
              <a:pathLst>
                <a:path w="57980" h="85832">
                  <a:moveTo>
                    <a:pt x="0" y="0"/>
                  </a:moveTo>
                  <a:lnTo>
                    <a:pt x="57980" y="8583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5" name="Candidate_receptor__3854">
              <a:extLst>
                <a:ext uri="{FF2B5EF4-FFF2-40B4-BE49-F238E27FC236}">
                  <a16:creationId xmlns:a16="http://schemas.microsoft.com/office/drawing/2014/main" id="{BB171FA1-649F-FEDA-2805-D39738DCDDB1}"/>
                </a:ext>
              </a:extLst>
            </p:cNvPr>
            <p:cNvSpPr>
              <a:spLocks noGrp="1"/>
            </p:cNvSpPr>
            <p:nvPr/>
          </p:nvSpPr>
          <p:spPr>
            <a:xfrm>
              <a:off x="4958578" y="3265861"/>
              <a:ext cx="19867" cy="79987"/>
            </a:xfrm>
            <a:custGeom>
              <a:avLst/>
              <a:gdLst/>
              <a:ahLst/>
              <a:cxnLst/>
              <a:rect l="0" t="0" r="0" b="0"/>
              <a:pathLst>
                <a:path w="19867" h="79987">
                  <a:moveTo>
                    <a:pt x="19867" y="0"/>
                  </a:moveTo>
                  <a:lnTo>
                    <a:pt x="0" y="79987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56" name="Candidate_receptor__3855">
              <a:extLst>
                <a:ext uri="{FF2B5EF4-FFF2-40B4-BE49-F238E27FC236}">
                  <a16:creationId xmlns:a16="http://schemas.microsoft.com/office/drawing/2014/main" id="{65B53E99-DF4E-A61E-5F96-C9FA68983219}"/>
                </a:ext>
              </a:extLst>
            </p:cNvPr>
            <p:cNvSpPr>
              <a:spLocks noGrp="1"/>
            </p:cNvSpPr>
            <p:nvPr/>
          </p:nvSpPr>
          <p:spPr>
            <a:xfrm>
              <a:off x="4956678" y="2471532"/>
              <a:ext cx="114693" cy="3651"/>
            </a:xfrm>
            <a:custGeom>
              <a:avLst/>
              <a:gdLst/>
              <a:ahLst/>
              <a:cxnLst/>
              <a:rect l="0" t="0" r="0" b="0"/>
              <a:pathLst>
                <a:path w="114693" h="3651">
                  <a:moveTo>
                    <a:pt x="0" y="3651"/>
                  </a:moveTo>
                  <a:lnTo>
                    <a:pt x="114693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7" name="Candidate_receptor__3856">
              <a:extLst>
                <a:ext uri="{FF2B5EF4-FFF2-40B4-BE49-F238E27FC236}">
                  <a16:creationId xmlns:a16="http://schemas.microsoft.com/office/drawing/2014/main" id="{BDF8C360-FC10-B1A2-1EDF-DEE32A313126}"/>
                </a:ext>
              </a:extLst>
            </p:cNvPr>
            <p:cNvSpPr>
              <a:spLocks noGrp="1"/>
            </p:cNvSpPr>
            <p:nvPr/>
          </p:nvSpPr>
          <p:spPr>
            <a:xfrm>
              <a:off x="3826444" y="2941272"/>
              <a:ext cx="42732" cy="92307"/>
            </a:xfrm>
            <a:custGeom>
              <a:avLst/>
              <a:gdLst/>
              <a:ahLst/>
              <a:cxnLst/>
              <a:rect l="0" t="0" r="0" b="0"/>
              <a:pathLst>
                <a:path w="42732" h="92307">
                  <a:moveTo>
                    <a:pt x="0" y="0"/>
                  </a:moveTo>
                  <a:lnTo>
                    <a:pt x="42732" y="92307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8" name="Candidate_receptor__3857">
              <a:extLst>
                <a:ext uri="{FF2B5EF4-FFF2-40B4-BE49-F238E27FC236}">
                  <a16:creationId xmlns:a16="http://schemas.microsoft.com/office/drawing/2014/main" id="{931D3613-2AD6-F5A3-A0C9-FC4B4693D05B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06146"/>
              <a:ext cx="91302" cy="69043"/>
            </a:xfrm>
            <a:custGeom>
              <a:avLst/>
              <a:gdLst/>
              <a:ahLst/>
              <a:cxnLst/>
              <a:rect l="0" t="0" r="0" b="0"/>
              <a:pathLst>
                <a:path w="91302" h="69043">
                  <a:moveTo>
                    <a:pt x="0" y="69043"/>
                  </a:moveTo>
                  <a:lnTo>
                    <a:pt x="9130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9" name="Candidate_receptor__3858">
              <a:extLst>
                <a:ext uri="{FF2B5EF4-FFF2-40B4-BE49-F238E27FC236}">
                  <a16:creationId xmlns:a16="http://schemas.microsoft.com/office/drawing/2014/main" id="{C38A4213-5521-9254-C17D-375B213A5F2F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345849"/>
              <a:ext cx="62046" cy="66819"/>
            </a:xfrm>
            <a:custGeom>
              <a:avLst/>
              <a:gdLst/>
              <a:ahLst/>
              <a:cxnLst/>
              <a:rect l="0" t="0" r="0" b="0"/>
              <a:pathLst>
                <a:path w="62046" h="66819">
                  <a:moveTo>
                    <a:pt x="62046" y="0"/>
                  </a:moveTo>
                  <a:lnTo>
                    <a:pt x="0" y="66819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0" name="Candidate_receptor__3859">
              <a:extLst>
                <a:ext uri="{FF2B5EF4-FFF2-40B4-BE49-F238E27FC236}">
                  <a16:creationId xmlns:a16="http://schemas.microsoft.com/office/drawing/2014/main" id="{9A9E30F7-5596-9666-807C-1A6E8778534C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696243"/>
              <a:ext cx="58942" cy="68116"/>
            </a:xfrm>
            <a:custGeom>
              <a:avLst/>
              <a:gdLst/>
              <a:ahLst/>
              <a:cxnLst/>
              <a:rect l="0" t="0" r="0" b="0"/>
              <a:pathLst>
                <a:path w="58942" h="68116">
                  <a:moveTo>
                    <a:pt x="0" y="68116"/>
                  </a:moveTo>
                  <a:lnTo>
                    <a:pt x="58942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1" name="Candidate_receptor__3860">
              <a:extLst>
                <a:ext uri="{FF2B5EF4-FFF2-40B4-BE49-F238E27FC236}">
                  <a16:creationId xmlns:a16="http://schemas.microsoft.com/office/drawing/2014/main" id="{1AE53F90-6603-51C7-3441-F242FD15E314}"/>
                </a:ext>
              </a:extLst>
            </p:cNvPr>
            <p:cNvSpPr>
              <a:spLocks noGrp="1"/>
            </p:cNvSpPr>
            <p:nvPr/>
          </p:nvSpPr>
          <p:spPr>
            <a:xfrm>
              <a:off x="3800724" y="2642611"/>
              <a:ext cx="94727" cy="58717"/>
            </a:xfrm>
            <a:custGeom>
              <a:avLst/>
              <a:gdLst/>
              <a:ahLst/>
              <a:cxnLst/>
              <a:rect l="0" t="0" r="0" b="0"/>
              <a:pathLst>
                <a:path w="94727" h="58717">
                  <a:moveTo>
                    <a:pt x="94727" y="587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2" name="Candidate_receptor__3861">
              <a:extLst>
                <a:ext uri="{FF2B5EF4-FFF2-40B4-BE49-F238E27FC236}">
                  <a16:creationId xmlns:a16="http://schemas.microsoft.com/office/drawing/2014/main" id="{655C4773-9E27-3073-DAD5-9F0CF37AD34B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60568" cy="48898"/>
            </a:xfrm>
            <a:custGeom>
              <a:avLst/>
              <a:gdLst/>
              <a:ahLst/>
              <a:cxnLst/>
              <a:rect l="0" t="0" r="0" b="0"/>
              <a:pathLst>
                <a:path w="60568" h="48898">
                  <a:moveTo>
                    <a:pt x="60568" y="488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3" name="Candidate_receptor__3862">
              <a:extLst>
                <a:ext uri="{FF2B5EF4-FFF2-40B4-BE49-F238E27FC236}">
                  <a16:creationId xmlns:a16="http://schemas.microsoft.com/office/drawing/2014/main" id="{707B3C4C-9DD7-C227-C525-699F98100522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94545" cy="10275"/>
            </a:xfrm>
            <a:custGeom>
              <a:avLst/>
              <a:gdLst/>
              <a:ahLst/>
              <a:cxnLst/>
              <a:rect l="0" t="0" r="0" b="0"/>
              <a:pathLst>
                <a:path w="94545" h="10275">
                  <a:moveTo>
                    <a:pt x="0" y="0"/>
                  </a:moveTo>
                  <a:lnTo>
                    <a:pt x="94545" y="10275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4" name="Candidate_receptor__3863">
              <a:extLst>
                <a:ext uri="{FF2B5EF4-FFF2-40B4-BE49-F238E27FC236}">
                  <a16:creationId xmlns:a16="http://schemas.microsoft.com/office/drawing/2014/main" id="{75155E26-17E9-214A-E74D-201C8F0E8FAC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24086"/>
              <a:ext cx="23844" cy="72656"/>
            </a:xfrm>
            <a:custGeom>
              <a:avLst/>
              <a:gdLst/>
              <a:ahLst/>
              <a:cxnLst/>
              <a:rect l="0" t="0" r="0" b="0"/>
              <a:pathLst>
                <a:path w="23844" h="72656">
                  <a:moveTo>
                    <a:pt x="0" y="72656"/>
                  </a:moveTo>
                  <a:lnTo>
                    <a:pt x="23844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5" name="Candidate_receptor__3864">
              <a:extLst>
                <a:ext uri="{FF2B5EF4-FFF2-40B4-BE49-F238E27FC236}">
                  <a16:creationId xmlns:a16="http://schemas.microsoft.com/office/drawing/2014/main" id="{27DFC75D-69A0-92DB-2C25-54A605276044}"/>
                </a:ext>
              </a:extLst>
            </p:cNvPr>
            <p:cNvSpPr>
              <a:spLocks noGrp="1"/>
            </p:cNvSpPr>
            <p:nvPr/>
          </p:nvSpPr>
          <p:spPr>
            <a:xfrm>
              <a:off x="5213494" y="3353509"/>
              <a:ext cx="16447" cy="20022"/>
            </a:xfrm>
            <a:custGeom>
              <a:avLst/>
              <a:gdLst/>
              <a:ahLst/>
              <a:cxnLst/>
              <a:rect l="0" t="0" r="0" b="0"/>
              <a:pathLst>
                <a:path w="16447" h="20022">
                  <a:moveTo>
                    <a:pt x="0" y="20022"/>
                  </a:moveTo>
                  <a:lnTo>
                    <a:pt x="16447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6" name="Candidate_receptor__3865">
              <a:extLst>
                <a:ext uri="{FF2B5EF4-FFF2-40B4-BE49-F238E27FC236}">
                  <a16:creationId xmlns:a16="http://schemas.microsoft.com/office/drawing/2014/main" id="{19DE942A-F9B7-AC8A-CBA3-9404A440C9F4}"/>
                </a:ext>
              </a:extLst>
            </p:cNvPr>
            <p:cNvSpPr>
              <a:spLocks noGrp="1"/>
            </p:cNvSpPr>
            <p:nvPr/>
          </p:nvSpPr>
          <p:spPr>
            <a:xfrm>
              <a:off x="3972831" y="2588445"/>
              <a:ext cx="92617" cy="20083"/>
            </a:xfrm>
            <a:custGeom>
              <a:avLst/>
              <a:gdLst/>
              <a:ahLst/>
              <a:cxnLst/>
              <a:rect l="0" t="0" r="0" b="0"/>
              <a:pathLst>
                <a:path w="92617" h="20083">
                  <a:moveTo>
                    <a:pt x="92617" y="200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7" name="Candidate_receptor__3866">
              <a:extLst>
                <a:ext uri="{FF2B5EF4-FFF2-40B4-BE49-F238E27FC236}">
                  <a16:creationId xmlns:a16="http://schemas.microsoft.com/office/drawing/2014/main" id="{EA39BC10-A3EC-268D-0190-E02486EB7404}"/>
                </a:ext>
              </a:extLst>
            </p:cNvPr>
            <p:cNvSpPr>
              <a:spLocks noGrp="1"/>
            </p:cNvSpPr>
            <p:nvPr/>
          </p:nvSpPr>
          <p:spPr>
            <a:xfrm>
              <a:off x="4694383" y="2765535"/>
              <a:ext cx="20870" cy="110497"/>
            </a:xfrm>
            <a:custGeom>
              <a:avLst/>
              <a:gdLst/>
              <a:ahLst/>
              <a:cxnLst/>
              <a:rect l="0" t="0" r="0" b="0"/>
              <a:pathLst>
                <a:path w="20870" h="110497">
                  <a:moveTo>
                    <a:pt x="20870" y="110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8" name="Candidate_receptor__3867">
              <a:extLst>
                <a:ext uri="{FF2B5EF4-FFF2-40B4-BE49-F238E27FC236}">
                  <a16:creationId xmlns:a16="http://schemas.microsoft.com/office/drawing/2014/main" id="{66BCD551-13EE-8ECC-2DD3-5C1C88FCA65E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65535"/>
              <a:ext cx="113609" cy="16362"/>
            </a:xfrm>
            <a:custGeom>
              <a:avLst/>
              <a:gdLst/>
              <a:ahLst/>
              <a:cxnLst/>
              <a:rect l="0" t="0" r="0" b="0"/>
              <a:pathLst>
                <a:path w="113609" h="16362">
                  <a:moveTo>
                    <a:pt x="113609" y="0"/>
                  </a:moveTo>
                  <a:lnTo>
                    <a:pt x="0" y="16362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3869" name="Candidate_receptor__3868">
              <a:extLst>
                <a:ext uri="{FF2B5EF4-FFF2-40B4-BE49-F238E27FC236}">
                  <a16:creationId xmlns:a16="http://schemas.microsoft.com/office/drawing/2014/main" id="{3A985EA8-2671-A02A-5F5A-79791E1810B5}"/>
                </a:ext>
              </a:extLst>
            </p:cNvPr>
            <p:cNvSpPr>
              <a:spLocks noGrp="1"/>
            </p:cNvSpPr>
            <p:nvPr/>
          </p:nvSpPr>
          <p:spPr>
            <a:xfrm>
              <a:off x="5321639" y="3045564"/>
              <a:ext cx="64958" cy="23855"/>
            </a:xfrm>
            <a:custGeom>
              <a:avLst/>
              <a:gdLst/>
              <a:ahLst/>
              <a:cxnLst/>
              <a:rect l="0" t="0" r="0" b="0"/>
              <a:pathLst>
                <a:path w="64958" h="23855">
                  <a:moveTo>
                    <a:pt x="64958" y="0"/>
                  </a:moveTo>
                  <a:lnTo>
                    <a:pt x="0" y="2385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3870" name="Candidate_receptor__3869">
              <a:extLst>
                <a:ext uri="{FF2B5EF4-FFF2-40B4-BE49-F238E27FC236}">
                  <a16:creationId xmlns:a16="http://schemas.microsoft.com/office/drawing/2014/main" id="{752B153A-C83C-F2BA-44AC-542C49913405}"/>
                </a:ext>
              </a:extLst>
            </p:cNvPr>
            <p:cNvSpPr>
              <a:spLocks noGrp="1"/>
            </p:cNvSpPr>
            <p:nvPr/>
          </p:nvSpPr>
          <p:spPr>
            <a:xfrm>
              <a:off x="5242687" y="2516756"/>
              <a:ext cx="4086" cy="526"/>
            </a:xfrm>
            <a:custGeom>
              <a:avLst/>
              <a:gdLst/>
              <a:ahLst/>
              <a:cxnLst/>
              <a:rect l="0" t="0" r="0" b="0"/>
              <a:pathLst>
                <a:path w="4086" h="526">
                  <a:moveTo>
                    <a:pt x="0" y="0"/>
                  </a:moveTo>
                  <a:lnTo>
                    <a:pt x="4086" y="52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1" name="Candidate_receptor__3870">
              <a:extLst>
                <a:ext uri="{FF2B5EF4-FFF2-40B4-BE49-F238E27FC236}">
                  <a16:creationId xmlns:a16="http://schemas.microsoft.com/office/drawing/2014/main" id="{F2B842C2-B483-CDC0-59A7-1AFDDD1E4BB9}"/>
                </a:ext>
              </a:extLst>
            </p:cNvPr>
            <p:cNvSpPr>
              <a:spLocks noGrp="1"/>
            </p:cNvSpPr>
            <p:nvPr/>
          </p:nvSpPr>
          <p:spPr>
            <a:xfrm>
              <a:off x="5071371" y="2471532"/>
              <a:ext cx="56221" cy="30996"/>
            </a:xfrm>
            <a:custGeom>
              <a:avLst/>
              <a:gdLst/>
              <a:ahLst/>
              <a:cxnLst/>
              <a:rect l="0" t="0" r="0" b="0"/>
              <a:pathLst>
                <a:path w="56221" h="30996">
                  <a:moveTo>
                    <a:pt x="0" y="0"/>
                  </a:moveTo>
                  <a:lnTo>
                    <a:pt x="56221" y="3099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2" name="Candidate_receptor__3871">
              <a:extLst>
                <a:ext uri="{FF2B5EF4-FFF2-40B4-BE49-F238E27FC236}">
                  <a16:creationId xmlns:a16="http://schemas.microsoft.com/office/drawing/2014/main" id="{50C3F66A-31F6-E93E-EB60-F3174BC6FD7B}"/>
                </a:ext>
              </a:extLst>
            </p:cNvPr>
            <p:cNvSpPr>
              <a:spLocks noGrp="1"/>
            </p:cNvSpPr>
            <p:nvPr/>
          </p:nvSpPr>
          <p:spPr>
            <a:xfrm>
              <a:off x="4697109" y="2577302"/>
              <a:ext cx="82815" cy="27601"/>
            </a:xfrm>
            <a:custGeom>
              <a:avLst/>
              <a:gdLst/>
              <a:ahLst/>
              <a:cxnLst/>
              <a:rect l="0" t="0" r="0" b="0"/>
              <a:pathLst>
                <a:path w="82815" h="27601">
                  <a:moveTo>
                    <a:pt x="82815" y="0"/>
                  </a:moveTo>
                  <a:lnTo>
                    <a:pt x="0" y="27601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3" name="Candidate_receptor__3872">
              <a:extLst>
                <a:ext uri="{FF2B5EF4-FFF2-40B4-BE49-F238E27FC236}">
                  <a16:creationId xmlns:a16="http://schemas.microsoft.com/office/drawing/2014/main" id="{5D1B314F-17E0-10D4-C0B5-B571D8E00FFA}"/>
                </a:ext>
              </a:extLst>
            </p:cNvPr>
            <p:cNvSpPr>
              <a:spLocks noGrp="1"/>
            </p:cNvSpPr>
            <p:nvPr/>
          </p:nvSpPr>
          <p:spPr>
            <a:xfrm>
              <a:off x="3959615" y="3105492"/>
              <a:ext cx="109941" cy="18594"/>
            </a:xfrm>
            <a:custGeom>
              <a:avLst/>
              <a:gdLst/>
              <a:ahLst/>
              <a:cxnLst/>
              <a:rect l="0" t="0" r="0" b="0"/>
              <a:pathLst>
                <a:path w="109941" h="18594">
                  <a:moveTo>
                    <a:pt x="109941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4" name="Candidate_receptor__3873">
              <a:extLst>
                <a:ext uri="{FF2B5EF4-FFF2-40B4-BE49-F238E27FC236}">
                  <a16:creationId xmlns:a16="http://schemas.microsoft.com/office/drawing/2014/main" id="{4CA8C87A-E3D5-DD90-033F-6D3E57C5A3EE}"/>
                </a:ext>
              </a:extLst>
            </p:cNvPr>
            <p:cNvSpPr>
              <a:spLocks noGrp="1"/>
            </p:cNvSpPr>
            <p:nvPr/>
          </p:nvSpPr>
          <p:spPr>
            <a:xfrm>
              <a:off x="3855971" y="3105492"/>
              <a:ext cx="103644" cy="41975"/>
            </a:xfrm>
            <a:custGeom>
              <a:avLst/>
              <a:gdLst/>
              <a:ahLst/>
              <a:cxnLst/>
              <a:rect l="0" t="0" r="0" b="0"/>
              <a:pathLst>
                <a:path w="103644" h="41975">
                  <a:moveTo>
                    <a:pt x="103644" y="0"/>
                  </a:moveTo>
                  <a:lnTo>
                    <a:pt x="0" y="41975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5" name="Candidate_receptor__3874">
              <a:extLst>
                <a:ext uri="{FF2B5EF4-FFF2-40B4-BE49-F238E27FC236}">
                  <a16:creationId xmlns:a16="http://schemas.microsoft.com/office/drawing/2014/main" id="{91A872FD-047B-49CA-83CB-7C725847540E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81897"/>
              <a:ext cx="1939" cy="68517"/>
            </a:xfrm>
            <a:custGeom>
              <a:avLst/>
              <a:gdLst/>
              <a:ahLst/>
              <a:cxnLst/>
              <a:rect l="0" t="0" r="0" b="0"/>
              <a:pathLst>
                <a:path w="1939" h="68517">
                  <a:moveTo>
                    <a:pt x="0" y="0"/>
                  </a:moveTo>
                  <a:lnTo>
                    <a:pt x="1939" y="6851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6" name="Candidate_receptor__3875">
              <a:extLst>
                <a:ext uri="{FF2B5EF4-FFF2-40B4-BE49-F238E27FC236}">
                  <a16:creationId xmlns:a16="http://schemas.microsoft.com/office/drawing/2014/main" id="{BF42C66C-92BC-427F-81D4-5C329160A39E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63472"/>
              <a:ext cx="70891" cy="83995"/>
            </a:xfrm>
            <a:custGeom>
              <a:avLst/>
              <a:gdLst/>
              <a:ahLst/>
              <a:cxnLst/>
              <a:rect l="0" t="0" r="0" b="0"/>
              <a:pathLst>
                <a:path w="70891" h="83995">
                  <a:moveTo>
                    <a:pt x="70891" y="839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7" name="Candidate_receptor__3876">
              <a:extLst>
                <a:ext uri="{FF2B5EF4-FFF2-40B4-BE49-F238E27FC236}">
                  <a16:creationId xmlns:a16="http://schemas.microsoft.com/office/drawing/2014/main" id="{FD34CCD6-2E41-C59F-C81B-26398020CC81}"/>
                </a:ext>
              </a:extLst>
            </p:cNvPr>
            <p:cNvSpPr>
              <a:spLocks noGrp="1"/>
            </p:cNvSpPr>
            <p:nvPr/>
          </p:nvSpPr>
          <p:spPr>
            <a:xfrm>
              <a:off x="3785853" y="2941272"/>
              <a:ext cx="40590" cy="176"/>
            </a:xfrm>
            <a:custGeom>
              <a:avLst/>
              <a:gdLst/>
              <a:ahLst/>
              <a:cxnLst/>
              <a:rect l="0" t="0" r="0" b="0"/>
              <a:pathLst>
                <a:path w="40590" h="176">
                  <a:moveTo>
                    <a:pt x="0" y="176"/>
                  </a:moveTo>
                  <a:lnTo>
                    <a:pt x="4059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8" name="Candidate_receptor__3877">
              <a:extLst>
                <a:ext uri="{FF2B5EF4-FFF2-40B4-BE49-F238E27FC236}">
                  <a16:creationId xmlns:a16="http://schemas.microsoft.com/office/drawing/2014/main" id="{5133F1E3-4412-E5E2-FCF4-3E3E94CD0B2D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764359"/>
              <a:ext cx="59719" cy="25261"/>
            </a:xfrm>
            <a:custGeom>
              <a:avLst/>
              <a:gdLst/>
              <a:ahLst/>
              <a:cxnLst/>
              <a:rect l="0" t="0" r="0" b="0"/>
              <a:pathLst>
                <a:path w="59719" h="25261">
                  <a:moveTo>
                    <a:pt x="59719" y="25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9" name="Candidate_receptor__3878">
              <a:extLst>
                <a:ext uri="{FF2B5EF4-FFF2-40B4-BE49-F238E27FC236}">
                  <a16:creationId xmlns:a16="http://schemas.microsoft.com/office/drawing/2014/main" id="{ACB63778-4B97-1742-7CAF-B8D44F88876A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7504"/>
              <a:ext cx="58505" cy="12820"/>
            </a:xfrm>
            <a:custGeom>
              <a:avLst/>
              <a:gdLst/>
              <a:ahLst/>
              <a:cxnLst/>
              <a:rect l="0" t="0" r="0" b="0"/>
              <a:pathLst>
                <a:path w="58505" h="12820">
                  <a:moveTo>
                    <a:pt x="58505" y="0"/>
                  </a:moveTo>
                  <a:lnTo>
                    <a:pt x="0" y="1282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0" name="Candidate_receptor__3879">
              <a:extLst>
                <a:ext uri="{FF2B5EF4-FFF2-40B4-BE49-F238E27FC236}">
                  <a16:creationId xmlns:a16="http://schemas.microsoft.com/office/drawing/2014/main" id="{1F98A550-BBB3-838D-B122-CF38AA02410E}"/>
                </a:ext>
              </a:extLst>
            </p:cNvPr>
            <p:cNvSpPr>
              <a:spLocks noGrp="1"/>
            </p:cNvSpPr>
            <p:nvPr/>
          </p:nvSpPr>
          <p:spPr>
            <a:xfrm>
              <a:off x="5229941" y="3353509"/>
              <a:ext cx="69115" cy="72446"/>
            </a:xfrm>
            <a:custGeom>
              <a:avLst/>
              <a:gdLst/>
              <a:ahLst/>
              <a:cxnLst/>
              <a:rect l="0" t="0" r="0" b="0"/>
              <a:pathLst>
                <a:path w="69115" h="72446">
                  <a:moveTo>
                    <a:pt x="0" y="0"/>
                  </a:moveTo>
                  <a:lnTo>
                    <a:pt x="69115" y="7244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1" name="Candidate_receptor__3880">
              <a:extLst>
                <a:ext uri="{FF2B5EF4-FFF2-40B4-BE49-F238E27FC236}">
                  <a16:creationId xmlns:a16="http://schemas.microsoft.com/office/drawing/2014/main" id="{84FE3867-5F0F-9F34-A843-80CC68379380}"/>
                </a:ext>
              </a:extLst>
            </p:cNvPr>
            <p:cNvSpPr>
              <a:spLocks noGrp="1"/>
            </p:cNvSpPr>
            <p:nvPr/>
          </p:nvSpPr>
          <p:spPr>
            <a:xfrm>
              <a:off x="5127592" y="2502528"/>
              <a:ext cx="115096" cy="14227"/>
            </a:xfrm>
            <a:custGeom>
              <a:avLst/>
              <a:gdLst/>
              <a:ahLst/>
              <a:cxnLst/>
              <a:rect l="0" t="0" r="0" b="0"/>
              <a:pathLst>
                <a:path w="115096" h="14227">
                  <a:moveTo>
                    <a:pt x="0" y="0"/>
                  </a:moveTo>
                  <a:lnTo>
                    <a:pt x="115096" y="1422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2" name="Candidate_receptor__3881">
              <a:extLst>
                <a:ext uri="{FF2B5EF4-FFF2-40B4-BE49-F238E27FC236}">
                  <a16:creationId xmlns:a16="http://schemas.microsoft.com/office/drawing/2014/main" id="{83222355-73AE-2B25-DBB8-CAA960435D78}"/>
                </a:ext>
              </a:extLst>
            </p:cNvPr>
            <p:cNvSpPr>
              <a:spLocks noGrp="1"/>
            </p:cNvSpPr>
            <p:nvPr/>
          </p:nvSpPr>
          <p:spPr>
            <a:xfrm>
              <a:off x="4779925" y="2577302"/>
              <a:ext cx="78466" cy="83654"/>
            </a:xfrm>
            <a:custGeom>
              <a:avLst/>
              <a:gdLst/>
              <a:ahLst/>
              <a:cxnLst/>
              <a:rect l="0" t="0" r="0" b="0"/>
              <a:pathLst>
                <a:path w="78466" h="83654">
                  <a:moveTo>
                    <a:pt x="78466" y="83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3" name="Candidate_receptor__3882">
              <a:extLst>
                <a:ext uri="{FF2B5EF4-FFF2-40B4-BE49-F238E27FC236}">
                  <a16:creationId xmlns:a16="http://schemas.microsoft.com/office/drawing/2014/main" id="{183DA6D5-432E-55B5-27E3-AAC61CB613BA}"/>
                </a:ext>
              </a:extLst>
            </p:cNvPr>
            <p:cNvSpPr>
              <a:spLocks noGrp="1"/>
            </p:cNvSpPr>
            <p:nvPr/>
          </p:nvSpPr>
          <p:spPr>
            <a:xfrm>
              <a:off x="5293202" y="3017199"/>
              <a:ext cx="93396" cy="28365"/>
            </a:xfrm>
            <a:custGeom>
              <a:avLst/>
              <a:gdLst/>
              <a:ahLst/>
              <a:cxnLst/>
              <a:rect l="0" t="0" r="0" b="0"/>
              <a:pathLst>
                <a:path w="93396" h="28365">
                  <a:moveTo>
                    <a:pt x="0" y="0"/>
                  </a:moveTo>
                  <a:lnTo>
                    <a:pt x="93396" y="2836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4" name="Candidate_receptor__3883">
              <a:extLst>
                <a:ext uri="{FF2B5EF4-FFF2-40B4-BE49-F238E27FC236}">
                  <a16:creationId xmlns:a16="http://schemas.microsoft.com/office/drawing/2014/main" id="{67E578D9-46FB-C2C9-48D5-C7D360198528}"/>
                </a:ext>
              </a:extLst>
            </p:cNvPr>
            <p:cNvSpPr>
              <a:spLocks noGrp="1"/>
            </p:cNvSpPr>
            <p:nvPr/>
          </p:nvSpPr>
          <p:spPr>
            <a:xfrm>
              <a:off x="4766523" y="2807290"/>
              <a:ext cx="85441" cy="76609"/>
            </a:xfrm>
            <a:custGeom>
              <a:avLst/>
              <a:gdLst/>
              <a:ahLst/>
              <a:cxnLst/>
              <a:rect l="0" t="0" r="0" b="0"/>
              <a:pathLst>
                <a:path w="85441" h="76609">
                  <a:moveTo>
                    <a:pt x="0" y="0"/>
                  </a:moveTo>
                  <a:lnTo>
                    <a:pt x="85441" y="76609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5" name="Candidate_receptor__3884">
              <a:extLst>
                <a:ext uri="{FF2B5EF4-FFF2-40B4-BE49-F238E27FC236}">
                  <a16:creationId xmlns:a16="http://schemas.microsoft.com/office/drawing/2014/main" id="{B8291F2F-FEA6-7A34-3C88-D6718D187BCB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017199"/>
              <a:ext cx="50855" cy="98301"/>
            </a:xfrm>
            <a:custGeom>
              <a:avLst/>
              <a:gdLst/>
              <a:ahLst/>
              <a:cxnLst/>
              <a:rect l="0" t="0" r="0" b="0"/>
              <a:pathLst>
                <a:path w="50855" h="98301">
                  <a:moveTo>
                    <a:pt x="0" y="98301"/>
                  </a:moveTo>
                  <a:lnTo>
                    <a:pt x="50855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6" name="Candidate_receptor__3885">
              <a:extLst>
                <a:ext uri="{FF2B5EF4-FFF2-40B4-BE49-F238E27FC236}">
                  <a16:creationId xmlns:a16="http://schemas.microsoft.com/office/drawing/2014/main" id="{69CA1102-8FCF-B307-13BE-C2D12E5D35D0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115500"/>
              <a:ext cx="92873" cy="57910"/>
            </a:xfrm>
            <a:custGeom>
              <a:avLst/>
              <a:gdLst/>
              <a:ahLst/>
              <a:cxnLst/>
              <a:rect l="0" t="0" r="0" b="0"/>
              <a:pathLst>
                <a:path w="92873" h="57910">
                  <a:moveTo>
                    <a:pt x="92873" y="5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7" name="Candidate_receptor__3886">
              <a:extLst>
                <a:ext uri="{FF2B5EF4-FFF2-40B4-BE49-F238E27FC236}">
                  <a16:creationId xmlns:a16="http://schemas.microsoft.com/office/drawing/2014/main" id="{DF842A9C-1407-C8E6-795D-2DD668D14896}"/>
                </a:ext>
              </a:extLst>
            </p:cNvPr>
            <p:cNvSpPr>
              <a:spLocks noGrp="1"/>
            </p:cNvSpPr>
            <p:nvPr/>
          </p:nvSpPr>
          <p:spPr>
            <a:xfrm>
              <a:off x="4851964" y="2806645"/>
              <a:ext cx="82152" cy="77254"/>
            </a:xfrm>
            <a:custGeom>
              <a:avLst/>
              <a:gdLst/>
              <a:ahLst/>
              <a:cxnLst/>
              <a:rect l="0" t="0" r="0" b="0"/>
              <a:pathLst>
                <a:path w="82152" h="77254">
                  <a:moveTo>
                    <a:pt x="0" y="77254"/>
                  </a:moveTo>
                  <a:lnTo>
                    <a:pt x="82152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8" name="Candidate_receptor__3887">
              <a:extLst>
                <a:ext uri="{FF2B5EF4-FFF2-40B4-BE49-F238E27FC236}">
                  <a16:creationId xmlns:a16="http://schemas.microsoft.com/office/drawing/2014/main" id="{CCBDE17E-3FEC-FF7E-4BB1-7720A04ED3C0}"/>
                </a:ext>
              </a:extLst>
            </p:cNvPr>
            <p:cNvSpPr>
              <a:spLocks noGrp="1"/>
            </p:cNvSpPr>
            <p:nvPr/>
          </p:nvSpPr>
          <p:spPr>
            <a:xfrm>
              <a:off x="4858391" y="2648599"/>
              <a:ext cx="92042" cy="12357"/>
            </a:xfrm>
            <a:custGeom>
              <a:avLst/>
              <a:gdLst/>
              <a:ahLst/>
              <a:cxnLst/>
              <a:rect l="0" t="0" r="0" b="0"/>
              <a:pathLst>
                <a:path w="92042" h="12357">
                  <a:moveTo>
                    <a:pt x="92042" y="0"/>
                  </a:moveTo>
                  <a:lnTo>
                    <a:pt x="0" y="1235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9" name="Candidate_receptor__3888">
              <a:extLst>
                <a:ext uri="{FF2B5EF4-FFF2-40B4-BE49-F238E27FC236}">
                  <a16:creationId xmlns:a16="http://schemas.microsoft.com/office/drawing/2014/main" id="{B0E5F321-CDDA-2233-B559-53798C30AD9B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30315"/>
              <a:ext cx="42371" cy="33157"/>
            </a:xfrm>
            <a:custGeom>
              <a:avLst/>
              <a:gdLst/>
              <a:ahLst/>
              <a:cxnLst/>
              <a:rect l="0" t="0" r="0" b="0"/>
              <a:pathLst>
                <a:path w="42371" h="33157">
                  <a:moveTo>
                    <a:pt x="0" y="33157"/>
                  </a:moveTo>
                  <a:lnTo>
                    <a:pt x="42371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0" name="Candidate_receptor__3889">
              <a:extLst>
                <a:ext uri="{FF2B5EF4-FFF2-40B4-BE49-F238E27FC236}">
                  <a16:creationId xmlns:a16="http://schemas.microsoft.com/office/drawing/2014/main" id="{7F16C8BB-AD82-E237-D682-951E03630AA9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12918" cy="114989"/>
            </a:xfrm>
            <a:custGeom>
              <a:avLst/>
              <a:gdLst/>
              <a:ahLst/>
              <a:cxnLst/>
              <a:rect l="0" t="0" r="0" b="0"/>
              <a:pathLst>
                <a:path w="12918" h="114989">
                  <a:moveTo>
                    <a:pt x="0" y="0"/>
                  </a:moveTo>
                  <a:lnTo>
                    <a:pt x="12918" y="114989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91" name="Candidate_receptor__3890">
              <a:extLst>
                <a:ext uri="{FF2B5EF4-FFF2-40B4-BE49-F238E27FC236}">
                  <a16:creationId xmlns:a16="http://schemas.microsoft.com/office/drawing/2014/main" id="{57B42F74-8233-A945-8B67-892812046E7B}"/>
                </a:ext>
              </a:extLst>
            </p:cNvPr>
            <p:cNvSpPr>
              <a:spLocks noGrp="1"/>
            </p:cNvSpPr>
            <p:nvPr/>
          </p:nvSpPr>
          <p:spPr>
            <a:xfrm>
              <a:off x="4670839" y="2807290"/>
              <a:ext cx="95684" cy="227"/>
            </a:xfrm>
            <a:custGeom>
              <a:avLst/>
              <a:gdLst/>
              <a:ahLst/>
              <a:cxnLst/>
              <a:rect l="0" t="0" r="0" b="0"/>
              <a:pathLst>
                <a:path w="95684" h="227">
                  <a:moveTo>
                    <a:pt x="0" y="227"/>
                  </a:moveTo>
                  <a:lnTo>
                    <a:pt x="95684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2" name="Candidate_receptor__3891">
              <a:extLst>
                <a:ext uri="{FF2B5EF4-FFF2-40B4-BE49-F238E27FC236}">
                  <a16:creationId xmlns:a16="http://schemas.microsoft.com/office/drawing/2014/main" id="{A174C35B-55FB-548A-577F-6B51B3649A6D}"/>
                </a:ext>
              </a:extLst>
            </p:cNvPr>
            <p:cNvSpPr>
              <a:spLocks noGrp="1"/>
            </p:cNvSpPr>
            <p:nvPr/>
          </p:nvSpPr>
          <p:spPr>
            <a:xfrm>
              <a:off x="4582714" y="2807517"/>
              <a:ext cx="88126" cy="42897"/>
            </a:xfrm>
            <a:custGeom>
              <a:avLst/>
              <a:gdLst/>
              <a:ahLst/>
              <a:cxnLst/>
              <a:rect l="0" t="0" r="0" b="0"/>
              <a:pathLst>
                <a:path w="88126" h="42897">
                  <a:moveTo>
                    <a:pt x="0" y="42897"/>
                  </a:moveTo>
                  <a:lnTo>
                    <a:pt x="88126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3" name="Candidate_receptor__3892">
              <a:extLst>
                <a:ext uri="{FF2B5EF4-FFF2-40B4-BE49-F238E27FC236}">
                  <a16:creationId xmlns:a16="http://schemas.microsoft.com/office/drawing/2014/main" id="{E9AC73C0-F007-4150-E2A0-9631A710E722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49924"/>
              <a:ext cx="27988" cy="109499"/>
            </a:xfrm>
            <a:custGeom>
              <a:avLst/>
              <a:gdLst/>
              <a:ahLst/>
              <a:cxnLst/>
              <a:rect l="0" t="0" r="0" b="0"/>
              <a:pathLst>
                <a:path w="27988" h="109499">
                  <a:moveTo>
                    <a:pt x="27988" y="1094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4" name="Candidate_receptor__3893">
              <a:extLst>
                <a:ext uri="{FF2B5EF4-FFF2-40B4-BE49-F238E27FC236}">
                  <a16:creationId xmlns:a16="http://schemas.microsoft.com/office/drawing/2014/main" id="{C31F3638-E054-B86D-C058-43D8585B937B}"/>
                </a:ext>
              </a:extLst>
            </p:cNvPr>
            <p:cNvSpPr>
              <a:spLocks noGrp="1"/>
            </p:cNvSpPr>
            <p:nvPr/>
          </p:nvSpPr>
          <p:spPr>
            <a:xfrm>
              <a:off x="5213743" y="3425954"/>
              <a:ext cx="85313" cy="32411"/>
            </a:xfrm>
            <a:custGeom>
              <a:avLst/>
              <a:gdLst/>
              <a:ahLst/>
              <a:cxnLst/>
              <a:rect l="0" t="0" r="0" b="0"/>
              <a:pathLst>
                <a:path w="85313" h="32411">
                  <a:moveTo>
                    <a:pt x="85313" y="0"/>
                  </a:moveTo>
                  <a:lnTo>
                    <a:pt x="0" y="32411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895" name="Candidate_receptor__3894">
              <a:extLst>
                <a:ext uri="{FF2B5EF4-FFF2-40B4-BE49-F238E27FC236}">
                  <a16:creationId xmlns:a16="http://schemas.microsoft.com/office/drawing/2014/main" id="{0388C491-1595-4567-C393-1110EA7E105A}"/>
                </a:ext>
              </a:extLst>
            </p:cNvPr>
            <p:cNvSpPr>
              <a:spLocks noGrp="1"/>
            </p:cNvSpPr>
            <p:nvPr/>
          </p:nvSpPr>
          <p:spPr>
            <a:xfrm>
              <a:off x="4065048" y="2749896"/>
              <a:ext cx="17972" cy="110065"/>
            </a:xfrm>
            <a:custGeom>
              <a:avLst/>
              <a:gdLst/>
              <a:ahLst/>
              <a:cxnLst/>
              <a:rect l="0" t="0" r="0" b="0"/>
              <a:pathLst>
                <a:path w="17972" h="110065">
                  <a:moveTo>
                    <a:pt x="17972" y="0"/>
                  </a:moveTo>
                  <a:lnTo>
                    <a:pt x="0" y="110065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6" name="Candidate_receptor__3895">
              <a:extLst>
                <a:ext uri="{FF2B5EF4-FFF2-40B4-BE49-F238E27FC236}">
                  <a16:creationId xmlns:a16="http://schemas.microsoft.com/office/drawing/2014/main" id="{B23A217A-101F-54CF-45A1-13D77FB51361}"/>
                </a:ext>
              </a:extLst>
            </p:cNvPr>
            <p:cNvSpPr>
              <a:spLocks noGrp="1"/>
            </p:cNvSpPr>
            <p:nvPr/>
          </p:nvSpPr>
          <p:spPr>
            <a:xfrm>
              <a:off x="5311075" y="2712069"/>
              <a:ext cx="60365" cy="77550"/>
            </a:xfrm>
            <a:custGeom>
              <a:avLst/>
              <a:gdLst/>
              <a:ahLst/>
              <a:cxnLst/>
              <a:rect l="0" t="0" r="0" b="0"/>
              <a:pathLst>
                <a:path w="60365" h="77550">
                  <a:moveTo>
                    <a:pt x="0" y="0"/>
                  </a:moveTo>
                  <a:lnTo>
                    <a:pt x="60365" y="775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7" name="Candidate_receptor__3896">
              <a:extLst>
                <a:ext uri="{FF2B5EF4-FFF2-40B4-BE49-F238E27FC236}">
                  <a16:creationId xmlns:a16="http://schemas.microsoft.com/office/drawing/2014/main" id="{BE46A067-BE75-3C56-7AFD-9773CF1A4A10}"/>
                </a:ext>
              </a:extLst>
            </p:cNvPr>
            <p:cNvSpPr>
              <a:spLocks noGrp="1"/>
            </p:cNvSpPr>
            <p:nvPr/>
          </p:nvSpPr>
          <p:spPr>
            <a:xfrm>
              <a:off x="4235888" y="2773386"/>
              <a:ext cx="114037" cy="18574"/>
            </a:xfrm>
            <a:custGeom>
              <a:avLst/>
              <a:gdLst/>
              <a:ahLst/>
              <a:cxnLst/>
              <a:rect l="0" t="0" r="0" b="0"/>
              <a:pathLst>
                <a:path w="114037" h="18574">
                  <a:moveTo>
                    <a:pt x="114037" y="185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8" name="Candidate_receptor__3897">
              <a:extLst>
                <a:ext uri="{FF2B5EF4-FFF2-40B4-BE49-F238E27FC236}">
                  <a16:creationId xmlns:a16="http://schemas.microsoft.com/office/drawing/2014/main" id="{C257FFDF-9E73-70B5-08D1-1112DCF3B525}"/>
                </a:ext>
              </a:extLst>
            </p:cNvPr>
            <p:cNvSpPr>
              <a:spLocks noGrp="1"/>
            </p:cNvSpPr>
            <p:nvPr/>
          </p:nvSpPr>
          <p:spPr>
            <a:xfrm>
              <a:off x="4967999" y="2900059"/>
              <a:ext cx="78127" cy="84649"/>
            </a:xfrm>
            <a:custGeom>
              <a:avLst/>
              <a:gdLst/>
              <a:ahLst/>
              <a:cxnLst/>
              <a:rect l="0" t="0" r="0" b="0"/>
              <a:pathLst>
                <a:path w="78127" h="84649">
                  <a:moveTo>
                    <a:pt x="0" y="84649"/>
                  </a:moveTo>
                  <a:lnTo>
                    <a:pt x="7812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899" name="Candidate_receptor__3898">
              <a:extLst>
                <a:ext uri="{FF2B5EF4-FFF2-40B4-BE49-F238E27FC236}">
                  <a16:creationId xmlns:a16="http://schemas.microsoft.com/office/drawing/2014/main" id="{8AD48AEF-341A-6B2E-443E-4E997455BB53}"/>
                </a:ext>
              </a:extLst>
            </p:cNvPr>
            <p:cNvSpPr>
              <a:spLocks noGrp="1"/>
            </p:cNvSpPr>
            <p:nvPr/>
          </p:nvSpPr>
          <p:spPr>
            <a:xfrm>
              <a:off x="4036787" y="3209820"/>
              <a:ext cx="113708" cy="20019"/>
            </a:xfrm>
            <a:custGeom>
              <a:avLst/>
              <a:gdLst/>
              <a:ahLst/>
              <a:cxnLst/>
              <a:rect l="0" t="0" r="0" b="0"/>
              <a:pathLst>
                <a:path w="113708" h="20019">
                  <a:moveTo>
                    <a:pt x="0" y="20019"/>
                  </a:moveTo>
                  <a:lnTo>
                    <a:pt x="113708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0" name="Candidate_receptor__3899">
              <a:extLst>
                <a:ext uri="{FF2B5EF4-FFF2-40B4-BE49-F238E27FC236}">
                  <a16:creationId xmlns:a16="http://schemas.microsoft.com/office/drawing/2014/main" id="{D2A21B2C-D73D-0446-B565-7F163380394F}"/>
                </a:ext>
              </a:extLst>
            </p:cNvPr>
            <p:cNvSpPr>
              <a:spLocks noGrp="1"/>
            </p:cNvSpPr>
            <p:nvPr/>
          </p:nvSpPr>
          <p:spPr>
            <a:xfrm>
              <a:off x="3924946" y="2757517"/>
              <a:ext cx="15554" cy="90750"/>
            </a:xfrm>
            <a:custGeom>
              <a:avLst/>
              <a:gdLst/>
              <a:ahLst/>
              <a:cxnLst/>
              <a:rect l="0" t="0" r="0" b="0"/>
              <a:pathLst>
                <a:path w="15554" h="90750">
                  <a:moveTo>
                    <a:pt x="15554" y="0"/>
                  </a:moveTo>
                  <a:lnTo>
                    <a:pt x="0" y="907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1" name="Candidate_receptor__3900">
              <a:extLst>
                <a:ext uri="{FF2B5EF4-FFF2-40B4-BE49-F238E27FC236}">
                  <a16:creationId xmlns:a16="http://schemas.microsoft.com/office/drawing/2014/main" id="{1D4C85A3-7FDE-5A8E-B08C-FB1940F31AF1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12069"/>
              <a:ext cx="97780" cy="37855"/>
            </a:xfrm>
            <a:custGeom>
              <a:avLst/>
              <a:gdLst/>
              <a:ahLst/>
              <a:cxnLst/>
              <a:rect l="0" t="0" r="0" b="0"/>
              <a:pathLst>
                <a:path w="97780" h="37855">
                  <a:moveTo>
                    <a:pt x="0" y="37855"/>
                  </a:moveTo>
                  <a:lnTo>
                    <a:pt x="9778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2" name="Candidate_receptor__3901">
              <a:extLst>
                <a:ext uri="{FF2B5EF4-FFF2-40B4-BE49-F238E27FC236}">
                  <a16:creationId xmlns:a16="http://schemas.microsoft.com/office/drawing/2014/main" id="{B9968D10-4F9E-E964-5BCA-DDFC83029369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0837"/>
              <a:ext cx="91777" cy="19487"/>
            </a:xfrm>
            <a:custGeom>
              <a:avLst/>
              <a:gdLst/>
              <a:ahLst/>
              <a:cxnLst/>
              <a:rect l="0" t="0" r="0" b="0"/>
              <a:pathLst>
                <a:path w="91777" h="19487">
                  <a:moveTo>
                    <a:pt x="0" y="19487"/>
                  </a:moveTo>
                  <a:lnTo>
                    <a:pt x="9177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3" name="Candidate_receptor__3902">
              <a:extLst>
                <a:ext uri="{FF2B5EF4-FFF2-40B4-BE49-F238E27FC236}">
                  <a16:creationId xmlns:a16="http://schemas.microsoft.com/office/drawing/2014/main" id="{682DCE3E-491A-EDF6-FD37-B830C71FCE6D}"/>
                </a:ext>
              </a:extLst>
            </p:cNvPr>
            <p:cNvSpPr>
              <a:spLocks noGrp="1"/>
            </p:cNvSpPr>
            <p:nvPr/>
          </p:nvSpPr>
          <p:spPr>
            <a:xfrm>
              <a:off x="3898350" y="2848267"/>
              <a:ext cx="26596" cy="61549"/>
            </a:xfrm>
            <a:custGeom>
              <a:avLst/>
              <a:gdLst/>
              <a:ahLst/>
              <a:cxnLst/>
              <a:rect l="0" t="0" r="0" b="0"/>
              <a:pathLst>
                <a:path w="26596" h="61549">
                  <a:moveTo>
                    <a:pt x="26596" y="0"/>
                  </a:moveTo>
                  <a:lnTo>
                    <a:pt x="0" y="6154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4" name="Candidate_receptor__3903">
              <a:extLst>
                <a:ext uri="{FF2B5EF4-FFF2-40B4-BE49-F238E27FC236}">
                  <a16:creationId xmlns:a16="http://schemas.microsoft.com/office/drawing/2014/main" id="{83A109D4-9B0B-6217-C563-FA62F71DA2EA}"/>
                </a:ext>
              </a:extLst>
            </p:cNvPr>
            <p:cNvSpPr>
              <a:spLocks noGrp="1"/>
            </p:cNvSpPr>
            <p:nvPr/>
          </p:nvSpPr>
          <p:spPr>
            <a:xfrm>
              <a:off x="4934116" y="2743914"/>
              <a:ext cx="2228" cy="62731"/>
            </a:xfrm>
            <a:custGeom>
              <a:avLst/>
              <a:gdLst/>
              <a:ahLst/>
              <a:cxnLst/>
              <a:rect l="0" t="0" r="0" b="0"/>
              <a:pathLst>
                <a:path w="2228" h="62731">
                  <a:moveTo>
                    <a:pt x="0" y="62731"/>
                  </a:moveTo>
                  <a:lnTo>
                    <a:pt x="222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5" name="Candidate_receptor__3904">
              <a:extLst>
                <a:ext uri="{FF2B5EF4-FFF2-40B4-BE49-F238E27FC236}">
                  <a16:creationId xmlns:a16="http://schemas.microsoft.com/office/drawing/2014/main" id="{EE022ADA-804A-A92F-0C73-8149E4BD96DD}"/>
                </a:ext>
              </a:extLst>
            </p:cNvPr>
            <p:cNvSpPr>
              <a:spLocks noGrp="1"/>
            </p:cNvSpPr>
            <p:nvPr/>
          </p:nvSpPr>
          <p:spPr>
            <a:xfrm>
              <a:off x="4342916" y="2791960"/>
              <a:ext cx="7008" cy="108877"/>
            </a:xfrm>
            <a:custGeom>
              <a:avLst/>
              <a:gdLst/>
              <a:ahLst/>
              <a:cxnLst/>
              <a:rect l="0" t="0" r="0" b="0"/>
              <a:pathLst>
                <a:path w="7008" h="108877">
                  <a:moveTo>
                    <a:pt x="0" y="108877"/>
                  </a:moveTo>
                  <a:lnTo>
                    <a:pt x="700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6" name="Candidate_receptor__3905">
              <a:extLst>
                <a:ext uri="{FF2B5EF4-FFF2-40B4-BE49-F238E27FC236}">
                  <a16:creationId xmlns:a16="http://schemas.microsoft.com/office/drawing/2014/main" id="{BFF484AB-4E15-3846-991C-AF8CFBE03F1C}"/>
                </a:ext>
              </a:extLst>
            </p:cNvPr>
            <p:cNvSpPr>
              <a:spLocks noGrp="1"/>
            </p:cNvSpPr>
            <p:nvPr/>
          </p:nvSpPr>
          <p:spPr>
            <a:xfrm>
              <a:off x="4003300" y="3128755"/>
              <a:ext cx="33487" cy="101084"/>
            </a:xfrm>
            <a:custGeom>
              <a:avLst/>
              <a:gdLst/>
              <a:ahLst/>
              <a:cxnLst/>
              <a:rect l="0" t="0" r="0" b="0"/>
              <a:pathLst>
                <a:path w="33487" h="101084">
                  <a:moveTo>
                    <a:pt x="0" y="0"/>
                  </a:moveTo>
                  <a:lnTo>
                    <a:pt x="33487" y="101084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7" name="Candidate_receptor__3906">
              <a:extLst>
                <a:ext uri="{FF2B5EF4-FFF2-40B4-BE49-F238E27FC236}">
                  <a16:creationId xmlns:a16="http://schemas.microsoft.com/office/drawing/2014/main" id="{9F6AE7CA-A2DE-B231-2CFC-8DF37F219583}"/>
                </a:ext>
              </a:extLst>
            </p:cNvPr>
            <p:cNvSpPr>
              <a:spLocks noGrp="1"/>
            </p:cNvSpPr>
            <p:nvPr/>
          </p:nvSpPr>
          <p:spPr>
            <a:xfrm>
              <a:off x="5326016" y="3115452"/>
              <a:ext cx="9203" cy="57959"/>
            </a:xfrm>
            <a:custGeom>
              <a:avLst/>
              <a:gdLst/>
              <a:ahLst/>
              <a:cxnLst/>
              <a:rect l="0" t="0" r="0" b="0"/>
              <a:pathLst>
                <a:path w="9203" h="57959">
                  <a:moveTo>
                    <a:pt x="0" y="0"/>
                  </a:moveTo>
                  <a:lnTo>
                    <a:pt x="9203" y="5795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8" name="Candidate_receptor__3907">
              <a:extLst>
                <a:ext uri="{FF2B5EF4-FFF2-40B4-BE49-F238E27FC236}">
                  <a16:creationId xmlns:a16="http://schemas.microsoft.com/office/drawing/2014/main" id="{233E91A7-402D-E785-A76B-D065411CDA19}"/>
                </a:ext>
              </a:extLst>
            </p:cNvPr>
            <p:cNvSpPr>
              <a:spLocks noGrp="1"/>
            </p:cNvSpPr>
            <p:nvPr/>
          </p:nvSpPr>
          <p:spPr>
            <a:xfrm>
              <a:off x="4890515" y="2948027"/>
              <a:ext cx="77484" cy="36681"/>
            </a:xfrm>
            <a:custGeom>
              <a:avLst/>
              <a:gdLst/>
              <a:ahLst/>
              <a:cxnLst/>
              <a:rect l="0" t="0" r="0" b="0"/>
              <a:pathLst>
                <a:path w="77484" h="36681">
                  <a:moveTo>
                    <a:pt x="0" y="0"/>
                  </a:moveTo>
                  <a:lnTo>
                    <a:pt x="77484" y="3668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09" name="Candidate_receptor__3908">
              <a:extLst>
                <a:ext uri="{FF2B5EF4-FFF2-40B4-BE49-F238E27FC236}">
                  <a16:creationId xmlns:a16="http://schemas.microsoft.com/office/drawing/2014/main" id="{E1FB5082-2922-D5EE-793B-D7FF6D3AFD9B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47125" cy="3075"/>
            </a:xfrm>
            <a:custGeom>
              <a:avLst/>
              <a:gdLst/>
              <a:ahLst/>
              <a:cxnLst/>
              <a:rect l="0" t="0" r="0" b="0"/>
              <a:pathLst>
                <a:path w="47125" h="3075">
                  <a:moveTo>
                    <a:pt x="47125" y="30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0" name="Candidate_receptor__3909">
              <a:extLst>
                <a:ext uri="{FF2B5EF4-FFF2-40B4-BE49-F238E27FC236}">
                  <a16:creationId xmlns:a16="http://schemas.microsoft.com/office/drawing/2014/main" id="{6EBC77A9-53F4-E02F-8BD0-55F7CFC20649}"/>
                </a:ext>
              </a:extLst>
            </p:cNvPr>
            <p:cNvSpPr>
              <a:spLocks noGrp="1"/>
            </p:cNvSpPr>
            <p:nvPr/>
          </p:nvSpPr>
          <p:spPr>
            <a:xfrm>
              <a:off x="4936344" y="2648599"/>
              <a:ext cx="14089" cy="95315"/>
            </a:xfrm>
            <a:custGeom>
              <a:avLst/>
              <a:gdLst/>
              <a:ahLst/>
              <a:cxnLst/>
              <a:rect l="0" t="0" r="0" b="0"/>
              <a:pathLst>
                <a:path w="14089" h="95315">
                  <a:moveTo>
                    <a:pt x="0" y="95315"/>
                  </a:moveTo>
                  <a:lnTo>
                    <a:pt x="1408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1" name="Candidate_receptor__3910">
              <a:extLst>
                <a:ext uri="{FF2B5EF4-FFF2-40B4-BE49-F238E27FC236}">
                  <a16:creationId xmlns:a16="http://schemas.microsoft.com/office/drawing/2014/main" id="{053AF944-0146-6654-9596-B46CF7DA5C60}"/>
                </a:ext>
              </a:extLst>
            </p:cNvPr>
            <p:cNvSpPr>
              <a:spLocks noGrp="1"/>
            </p:cNvSpPr>
            <p:nvPr/>
          </p:nvSpPr>
          <p:spPr>
            <a:xfrm>
              <a:off x="4083020" y="2720549"/>
              <a:ext cx="29901" cy="29347"/>
            </a:xfrm>
            <a:custGeom>
              <a:avLst/>
              <a:gdLst/>
              <a:ahLst/>
              <a:cxnLst/>
              <a:rect l="0" t="0" r="0" b="0"/>
              <a:pathLst>
                <a:path w="29901" h="29347">
                  <a:moveTo>
                    <a:pt x="29901" y="0"/>
                  </a:moveTo>
                  <a:lnTo>
                    <a:pt x="0" y="2934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2" name="Candidate_receptor__3911">
              <a:extLst>
                <a:ext uri="{FF2B5EF4-FFF2-40B4-BE49-F238E27FC236}">
                  <a16:creationId xmlns:a16="http://schemas.microsoft.com/office/drawing/2014/main" id="{9DB08783-E6A2-5B5D-9B38-6230ED5D6A55}"/>
                </a:ext>
              </a:extLst>
            </p:cNvPr>
            <p:cNvSpPr>
              <a:spLocks noGrp="1"/>
            </p:cNvSpPr>
            <p:nvPr/>
          </p:nvSpPr>
          <p:spPr>
            <a:xfrm>
              <a:off x="3827452" y="3030315"/>
              <a:ext cx="62622" cy="89503"/>
            </a:xfrm>
            <a:custGeom>
              <a:avLst/>
              <a:gdLst/>
              <a:ahLst/>
              <a:cxnLst/>
              <a:rect l="0" t="0" r="0" b="0"/>
              <a:pathLst>
                <a:path w="62622" h="89503">
                  <a:moveTo>
                    <a:pt x="0" y="0"/>
                  </a:moveTo>
                  <a:lnTo>
                    <a:pt x="62622" y="8950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3" name="Candidate_receptor__3912">
              <a:extLst>
                <a:ext uri="{FF2B5EF4-FFF2-40B4-BE49-F238E27FC236}">
                  <a16:creationId xmlns:a16="http://schemas.microsoft.com/office/drawing/2014/main" id="{29B85AD4-03D8-EE45-3BA0-E4104BFF6C59}"/>
                </a:ext>
              </a:extLst>
            </p:cNvPr>
            <p:cNvSpPr>
              <a:spLocks noGrp="1"/>
            </p:cNvSpPr>
            <p:nvPr/>
          </p:nvSpPr>
          <p:spPr>
            <a:xfrm>
              <a:off x="4150495" y="3209820"/>
              <a:ext cx="55273" cy="51543"/>
            </a:xfrm>
            <a:custGeom>
              <a:avLst/>
              <a:gdLst/>
              <a:ahLst/>
              <a:cxnLst/>
              <a:rect l="0" t="0" r="0" b="0"/>
              <a:pathLst>
                <a:path w="55273" h="51543">
                  <a:moveTo>
                    <a:pt x="0" y="0"/>
                  </a:moveTo>
                  <a:lnTo>
                    <a:pt x="55273" y="5154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4" name="Candidate_receptor__3913">
              <a:extLst>
                <a:ext uri="{FF2B5EF4-FFF2-40B4-BE49-F238E27FC236}">
                  <a16:creationId xmlns:a16="http://schemas.microsoft.com/office/drawing/2014/main" id="{615621FC-7CF4-4A20-0F83-6E8C5C8BD212}"/>
                </a:ext>
              </a:extLst>
            </p:cNvPr>
            <p:cNvSpPr>
              <a:spLocks noGrp="1"/>
            </p:cNvSpPr>
            <p:nvPr/>
          </p:nvSpPr>
          <p:spPr>
            <a:xfrm>
              <a:off x="4187640" y="2773386"/>
              <a:ext cx="48247" cy="34803"/>
            </a:xfrm>
            <a:custGeom>
              <a:avLst/>
              <a:gdLst/>
              <a:ahLst/>
              <a:cxnLst/>
              <a:rect l="0" t="0" r="0" b="0"/>
              <a:pathLst>
                <a:path w="48247" h="34803">
                  <a:moveTo>
                    <a:pt x="48247" y="0"/>
                  </a:moveTo>
                  <a:lnTo>
                    <a:pt x="0" y="3480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5" name="Candidate_receptor__3914">
              <a:extLst>
                <a:ext uri="{FF2B5EF4-FFF2-40B4-BE49-F238E27FC236}">
                  <a16:creationId xmlns:a16="http://schemas.microsoft.com/office/drawing/2014/main" id="{1C927E27-19CF-BB0E-CC6D-5B360BCC454C}"/>
                </a:ext>
              </a:extLst>
            </p:cNvPr>
            <p:cNvSpPr>
              <a:spLocks noGrp="1"/>
            </p:cNvSpPr>
            <p:nvPr/>
          </p:nvSpPr>
          <p:spPr>
            <a:xfrm>
              <a:off x="3890074" y="3119818"/>
              <a:ext cx="113226" cy="8937"/>
            </a:xfrm>
            <a:custGeom>
              <a:avLst/>
              <a:gdLst/>
              <a:ahLst/>
              <a:cxnLst/>
              <a:rect l="0" t="0" r="0" b="0"/>
              <a:pathLst>
                <a:path w="113226" h="8937">
                  <a:moveTo>
                    <a:pt x="0" y="0"/>
                  </a:moveTo>
                  <a:lnTo>
                    <a:pt x="113226" y="8937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6" name="Candidate_receptor__3915">
              <a:extLst>
                <a:ext uri="{FF2B5EF4-FFF2-40B4-BE49-F238E27FC236}">
                  <a16:creationId xmlns:a16="http://schemas.microsoft.com/office/drawing/2014/main" id="{3D446FCA-4E48-FAE5-24A2-01A97393B369}"/>
                </a:ext>
              </a:extLst>
            </p:cNvPr>
            <p:cNvSpPr>
              <a:spLocks noGrp="1"/>
            </p:cNvSpPr>
            <p:nvPr/>
          </p:nvSpPr>
          <p:spPr>
            <a:xfrm>
              <a:off x="5046126" y="2870053"/>
              <a:ext cx="57987" cy="30006"/>
            </a:xfrm>
            <a:custGeom>
              <a:avLst/>
              <a:gdLst/>
              <a:ahLst/>
              <a:cxnLst/>
              <a:rect l="0" t="0" r="0" b="0"/>
              <a:pathLst>
                <a:path w="57987" h="30006">
                  <a:moveTo>
                    <a:pt x="0" y="30006"/>
                  </a:moveTo>
                  <a:lnTo>
                    <a:pt x="5798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7" name="Candidate_receptor__3916">
              <a:extLst>
                <a:ext uri="{FF2B5EF4-FFF2-40B4-BE49-F238E27FC236}">
                  <a16:creationId xmlns:a16="http://schemas.microsoft.com/office/drawing/2014/main" id="{CD0CF377-1DF3-8519-10A9-C5FD2DCC9455}"/>
                </a:ext>
              </a:extLst>
            </p:cNvPr>
            <p:cNvSpPr>
              <a:spLocks noGrp="1"/>
            </p:cNvSpPr>
            <p:nvPr/>
          </p:nvSpPr>
          <p:spPr>
            <a:xfrm>
              <a:off x="4006758" y="2823790"/>
              <a:ext cx="58290" cy="36172"/>
            </a:xfrm>
            <a:custGeom>
              <a:avLst/>
              <a:gdLst/>
              <a:ahLst/>
              <a:cxnLst/>
              <a:rect l="0" t="0" r="0" b="0"/>
              <a:pathLst>
                <a:path w="58290" h="36172">
                  <a:moveTo>
                    <a:pt x="58290" y="361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8" name="Candidate_receptor__3917">
              <a:extLst>
                <a:ext uri="{FF2B5EF4-FFF2-40B4-BE49-F238E27FC236}">
                  <a16:creationId xmlns:a16="http://schemas.microsoft.com/office/drawing/2014/main" id="{00C50AC9-327D-356E-3CAC-C8114AF1FDB2}"/>
                </a:ext>
              </a:extLst>
            </p:cNvPr>
            <p:cNvSpPr>
              <a:spLocks noGrp="1"/>
            </p:cNvSpPr>
            <p:nvPr/>
          </p:nvSpPr>
          <p:spPr>
            <a:xfrm>
              <a:off x="5241284" y="2832063"/>
              <a:ext cx="27461" cy="27359"/>
            </a:xfrm>
            <a:custGeom>
              <a:avLst/>
              <a:gdLst/>
              <a:ahLst/>
              <a:cxnLst/>
              <a:rect l="0" t="0" r="0" b="0"/>
              <a:pathLst>
                <a:path w="27461" h="27359">
                  <a:moveTo>
                    <a:pt x="27461" y="0"/>
                  </a:moveTo>
                  <a:lnTo>
                    <a:pt x="0" y="2735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9" name="Candidate_receptor__3918">
              <a:extLst>
                <a:ext uri="{FF2B5EF4-FFF2-40B4-BE49-F238E27FC236}">
                  <a16:creationId xmlns:a16="http://schemas.microsoft.com/office/drawing/2014/main" id="{B3B971E9-E5AD-851C-9471-7B17E137CC3C}"/>
                </a:ext>
              </a:extLst>
            </p:cNvPr>
            <p:cNvSpPr>
              <a:spLocks noGrp="1"/>
            </p:cNvSpPr>
            <p:nvPr/>
          </p:nvSpPr>
          <p:spPr>
            <a:xfrm>
              <a:off x="4793320" y="2948027"/>
              <a:ext cx="97195" cy="58321"/>
            </a:xfrm>
            <a:custGeom>
              <a:avLst/>
              <a:gdLst/>
              <a:ahLst/>
              <a:cxnLst/>
              <a:rect l="0" t="0" r="0" b="0"/>
              <a:pathLst>
                <a:path w="97195" h="58321">
                  <a:moveTo>
                    <a:pt x="0" y="58321"/>
                  </a:moveTo>
                  <a:lnTo>
                    <a:pt x="97195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20" name="Candidate_receptor__3919">
              <a:extLst>
                <a:ext uri="{FF2B5EF4-FFF2-40B4-BE49-F238E27FC236}">
                  <a16:creationId xmlns:a16="http://schemas.microsoft.com/office/drawing/2014/main" id="{D680E468-E341-C6EC-FD02-0C7250DC3C91}"/>
                </a:ext>
              </a:extLst>
            </p:cNvPr>
            <p:cNvSpPr>
              <a:spLocks noGrp="1"/>
            </p:cNvSpPr>
            <p:nvPr/>
          </p:nvSpPr>
          <p:spPr>
            <a:xfrm>
              <a:off x="3940501" y="2757517"/>
              <a:ext cx="66258" cy="66273"/>
            </a:xfrm>
            <a:custGeom>
              <a:avLst/>
              <a:gdLst/>
              <a:ahLst/>
              <a:cxnLst/>
              <a:rect l="0" t="0" r="0" b="0"/>
              <a:pathLst>
                <a:path w="66258" h="66273">
                  <a:moveTo>
                    <a:pt x="66258" y="66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1" name="Candidate_receptor__3920">
              <a:extLst>
                <a:ext uri="{FF2B5EF4-FFF2-40B4-BE49-F238E27FC236}">
                  <a16:creationId xmlns:a16="http://schemas.microsoft.com/office/drawing/2014/main" id="{3C93B45E-AFDE-636F-8ECA-D0C01DBC651E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43920"/>
              <a:ext cx="16972" cy="111129"/>
            </a:xfrm>
            <a:custGeom>
              <a:avLst/>
              <a:gdLst/>
              <a:ahLst/>
              <a:cxnLst/>
              <a:rect l="0" t="0" r="0" b="0"/>
              <a:pathLst>
                <a:path w="16972" h="111129">
                  <a:moveTo>
                    <a:pt x="16972" y="1111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2" name="Candidate_receptor__3921">
              <a:extLst>
                <a:ext uri="{FF2B5EF4-FFF2-40B4-BE49-F238E27FC236}">
                  <a16:creationId xmlns:a16="http://schemas.microsoft.com/office/drawing/2014/main" id="{049DC8BA-2152-B53F-6887-BBE420661F2B}"/>
                </a:ext>
              </a:extLst>
            </p:cNvPr>
            <p:cNvSpPr>
              <a:spLocks noGrp="1"/>
            </p:cNvSpPr>
            <p:nvPr/>
          </p:nvSpPr>
          <p:spPr>
            <a:xfrm>
              <a:off x="3820060" y="2829534"/>
              <a:ext cx="78290" cy="80282"/>
            </a:xfrm>
            <a:custGeom>
              <a:avLst/>
              <a:gdLst/>
              <a:ahLst/>
              <a:cxnLst/>
              <a:rect l="0" t="0" r="0" b="0"/>
              <a:pathLst>
                <a:path w="78290" h="80282">
                  <a:moveTo>
                    <a:pt x="78290" y="802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3" name="Candidate_receptor__3922">
              <a:extLst>
                <a:ext uri="{FF2B5EF4-FFF2-40B4-BE49-F238E27FC236}">
                  <a16:creationId xmlns:a16="http://schemas.microsoft.com/office/drawing/2014/main" id="{1CC3932E-3827-4544-E9EE-4DF4C467D920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15452"/>
              <a:ext cx="111377" cy="28468"/>
            </a:xfrm>
            <a:custGeom>
              <a:avLst/>
              <a:gdLst/>
              <a:ahLst/>
              <a:cxnLst/>
              <a:rect l="0" t="0" r="0" b="0"/>
              <a:pathLst>
                <a:path w="111377" h="28468">
                  <a:moveTo>
                    <a:pt x="0" y="28468"/>
                  </a:moveTo>
                  <a:lnTo>
                    <a:pt x="11137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4" name="Candidate_receptor__3923">
              <a:extLst>
                <a:ext uri="{FF2B5EF4-FFF2-40B4-BE49-F238E27FC236}">
                  <a16:creationId xmlns:a16="http://schemas.microsoft.com/office/drawing/2014/main" id="{A7CD824A-67A4-DEC7-92A5-928187735033}"/>
                </a:ext>
              </a:extLst>
            </p:cNvPr>
            <p:cNvSpPr>
              <a:spLocks noGrp="1"/>
            </p:cNvSpPr>
            <p:nvPr/>
          </p:nvSpPr>
          <p:spPr>
            <a:xfrm>
              <a:off x="4112922" y="2720549"/>
              <a:ext cx="74718" cy="87639"/>
            </a:xfrm>
            <a:custGeom>
              <a:avLst/>
              <a:gdLst/>
              <a:ahLst/>
              <a:cxnLst/>
              <a:rect l="0" t="0" r="0" b="0"/>
              <a:pathLst>
                <a:path w="74718" h="87639">
                  <a:moveTo>
                    <a:pt x="74718" y="87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5" name="Candidate_receptor__3924">
              <a:extLst>
                <a:ext uri="{FF2B5EF4-FFF2-40B4-BE49-F238E27FC236}">
                  <a16:creationId xmlns:a16="http://schemas.microsoft.com/office/drawing/2014/main" id="{478290D3-A9B3-5B79-D8AE-BE919F5E7CBF}"/>
                </a:ext>
              </a:extLst>
            </p:cNvPr>
            <p:cNvSpPr>
              <a:spLocks noGrp="1"/>
            </p:cNvSpPr>
            <p:nvPr/>
          </p:nvSpPr>
          <p:spPr>
            <a:xfrm>
              <a:off x="4205768" y="3185506"/>
              <a:ext cx="85260" cy="75857"/>
            </a:xfrm>
            <a:custGeom>
              <a:avLst/>
              <a:gdLst/>
              <a:ahLst/>
              <a:cxnLst/>
              <a:rect l="0" t="0" r="0" b="0"/>
              <a:pathLst>
                <a:path w="85260" h="75857">
                  <a:moveTo>
                    <a:pt x="0" y="75857"/>
                  </a:moveTo>
                  <a:lnTo>
                    <a:pt x="8526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6" name="Candidate_receptor__3925">
              <a:extLst>
                <a:ext uri="{FF2B5EF4-FFF2-40B4-BE49-F238E27FC236}">
                  <a16:creationId xmlns:a16="http://schemas.microsoft.com/office/drawing/2014/main" id="{3850C924-2656-926E-1249-9F4873BD07ED}"/>
                </a:ext>
              </a:extLst>
            </p:cNvPr>
            <p:cNvSpPr>
              <a:spLocks noGrp="1"/>
            </p:cNvSpPr>
            <p:nvPr/>
          </p:nvSpPr>
          <p:spPr>
            <a:xfrm>
              <a:off x="5231611" y="3255049"/>
              <a:ext cx="88380" cy="9148"/>
            </a:xfrm>
            <a:custGeom>
              <a:avLst/>
              <a:gdLst/>
              <a:ahLst/>
              <a:cxnLst/>
              <a:rect l="0" t="0" r="0" b="0"/>
              <a:pathLst>
                <a:path w="88380" h="9148">
                  <a:moveTo>
                    <a:pt x="88380" y="9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7" name="Candidate_receptor__3926">
              <a:extLst>
                <a:ext uri="{FF2B5EF4-FFF2-40B4-BE49-F238E27FC236}">
                  <a16:creationId xmlns:a16="http://schemas.microsoft.com/office/drawing/2014/main" id="{1AA9B4EC-8F46-84CB-B89A-5BFE86F61F27}"/>
                </a:ext>
              </a:extLst>
            </p:cNvPr>
            <p:cNvSpPr>
              <a:spLocks noGrp="1"/>
            </p:cNvSpPr>
            <p:nvPr/>
          </p:nvSpPr>
          <p:spPr>
            <a:xfrm>
              <a:off x="4216115" y="3098123"/>
              <a:ext cx="74913" cy="87383"/>
            </a:xfrm>
            <a:custGeom>
              <a:avLst/>
              <a:gdLst/>
              <a:ahLst/>
              <a:cxnLst/>
              <a:rect l="0" t="0" r="0" b="0"/>
              <a:pathLst>
                <a:path w="74913" h="87383">
                  <a:moveTo>
                    <a:pt x="74913" y="8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8" name="Candidate_receptor__3927">
              <a:extLst>
                <a:ext uri="{FF2B5EF4-FFF2-40B4-BE49-F238E27FC236}">
                  <a16:creationId xmlns:a16="http://schemas.microsoft.com/office/drawing/2014/main" id="{EFAF0036-9D95-E25F-CF15-CCB5AB1D593A}"/>
                </a:ext>
              </a:extLst>
            </p:cNvPr>
            <p:cNvSpPr>
              <a:spLocks noGrp="1"/>
            </p:cNvSpPr>
            <p:nvPr/>
          </p:nvSpPr>
          <p:spPr>
            <a:xfrm>
              <a:off x="5104112" y="2777524"/>
              <a:ext cx="63554" cy="92529"/>
            </a:xfrm>
            <a:custGeom>
              <a:avLst/>
              <a:gdLst/>
              <a:ahLst/>
              <a:cxnLst/>
              <a:rect l="0" t="0" r="0" b="0"/>
              <a:pathLst>
                <a:path w="63554" h="92529">
                  <a:moveTo>
                    <a:pt x="0" y="92529"/>
                  </a:moveTo>
                  <a:lnTo>
                    <a:pt x="63554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9" name="Candidate_receptor__3928">
              <a:extLst>
                <a:ext uri="{FF2B5EF4-FFF2-40B4-BE49-F238E27FC236}">
                  <a16:creationId xmlns:a16="http://schemas.microsoft.com/office/drawing/2014/main" id="{49E06E25-4A19-DAB8-302C-3A391BB3945D}"/>
                </a:ext>
              </a:extLst>
            </p:cNvPr>
            <p:cNvSpPr>
              <a:spLocks noGrp="1"/>
            </p:cNvSpPr>
            <p:nvPr/>
          </p:nvSpPr>
          <p:spPr>
            <a:xfrm>
              <a:off x="5167666" y="2777524"/>
              <a:ext cx="101078" cy="54539"/>
            </a:xfrm>
            <a:custGeom>
              <a:avLst/>
              <a:gdLst/>
              <a:ahLst/>
              <a:cxnLst/>
              <a:rect l="0" t="0" r="0" b="0"/>
              <a:pathLst>
                <a:path w="101078" h="54539">
                  <a:moveTo>
                    <a:pt x="0" y="0"/>
                  </a:moveTo>
                  <a:lnTo>
                    <a:pt x="101078" y="54539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30" name="Candidate_receptor__3929">
              <a:extLst>
                <a:ext uri="{FF2B5EF4-FFF2-40B4-BE49-F238E27FC236}">
                  <a16:creationId xmlns:a16="http://schemas.microsoft.com/office/drawing/2014/main" id="{5E8EEDB5-00E5-D50A-0CC1-BC70D04A60A0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098123"/>
              <a:ext cx="62509" cy="48674"/>
            </a:xfrm>
            <a:custGeom>
              <a:avLst/>
              <a:gdLst/>
              <a:ahLst/>
              <a:cxnLst/>
              <a:rect l="0" t="0" r="0" b="0"/>
              <a:pathLst>
                <a:path w="62509" h="48674">
                  <a:moveTo>
                    <a:pt x="62509" y="0"/>
                  </a:moveTo>
                  <a:lnTo>
                    <a:pt x="0" y="48674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31" name="Candidate_receptor__3930">
              <a:extLst>
                <a:ext uri="{FF2B5EF4-FFF2-40B4-BE49-F238E27FC236}">
                  <a16:creationId xmlns:a16="http://schemas.microsoft.com/office/drawing/2014/main" id="{BD4694DB-961D-8517-ACC6-A21E9CF45A40}"/>
                </a:ext>
              </a:extLst>
            </p:cNvPr>
            <p:cNvSpPr>
              <a:spLocks noGrp="1"/>
            </p:cNvSpPr>
            <p:nvPr/>
          </p:nvSpPr>
          <p:spPr>
            <a:xfrm>
              <a:off x="5266933" y="3205219"/>
              <a:ext cx="53058" cy="58978"/>
            </a:xfrm>
            <a:custGeom>
              <a:avLst/>
              <a:gdLst/>
              <a:ahLst/>
              <a:cxnLst/>
              <a:rect l="0" t="0" r="0" b="0"/>
              <a:pathLst>
                <a:path w="53058" h="58978">
                  <a:moveTo>
                    <a:pt x="0" y="0"/>
                  </a:moveTo>
                  <a:lnTo>
                    <a:pt x="53058" y="5897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2" name="Candidate_receptor__3931">
              <a:extLst>
                <a:ext uri="{FF2B5EF4-FFF2-40B4-BE49-F238E27FC236}">
                  <a16:creationId xmlns:a16="http://schemas.microsoft.com/office/drawing/2014/main" id="{E027B2EF-D950-5C63-8ABE-FB9438997FA3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146798"/>
              <a:ext cx="98419" cy="16470"/>
            </a:xfrm>
            <a:custGeom>
              <a:avLst/>
              <a:gdLst/>
              <a:ahLst/>
              <a:cxnLst/>
              <a:rect l="0" t="0" r="0" b="0"/>
              <a:pathLst>
                <a:path w="98419" h="16470">
                  <a:moveTo>
                    <a:pt x="0" y="0"/>
                  </a:moveTo>
                  <a:lnTo>
                    <a:pt x="98419" y="1647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3" name="Candidate_receptor__3932">
              <a:extLst>
                <a:ext uri="{FF2B5EF4-FFF2-40B4-BE49-F238E27FC236}">
                  <a16:creationId xmlns:a16="http://schemas.microsoft.com/office/drawing/2014/main" id="{3135F3E6-F0FE-C934-D003-2B54AB18DDE4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05219"/>
              <a:ext cx="91055" cy="69640"/>
            </a:xfrm>
            <a:custGeom>
              <a:avLst/>
              <a:gdLst/>
              <a:ahLst/>
              <a:cxnLst/>
              <a:rect l="0" t="0" r="0" b="0"/>
              <a:pathLst>
                <a:path w="91055" h="69640">
                  <a:moveTo>
                    <a:pt x="0" y="69640"/>
                  </a:moveTo>
                  <a:lnTo>
                    <a:pt x="9105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4" name="Candidate_receptor__3933">
              <a:extLst>
                <a:ext uri="{FF2B5EF4-FFF2-40B4-BE49-F238E27FC236}">
                  <a16:creationId xmlns:a16="http://schemas.microsoft.com/office/drawing/2014/main" id="{BB5C4D1A-8E4C-90DC-613F-04B1456BADB8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74859"/>
              <a:ext cx="69726" cy="91188"/>
            </a:xfrm>
            <a:custGeom>
              <a:avLst/>
              <a:gdLst/>
              <a:ahLst/>
              <a:cxnLst/>
              <a:rect l="0" t="0" r="0" b="0"/>
              <a:pathLst>
                <a:path w="69726" h="91188">
                  <a:moveTo>
                    <a:pt x="69726" y="91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5" name="Candidate_receptor__3934">
              <a:extLst>
                <a:ext uri="{FF2B5EF4-FFF2-40B4-BE49-F238E27FC236}">
                  <a16:creationId xmlns:a16="http://schemas.microsoft.com/office/drawing/2014/main" id="{267BAE3B-262D-1722-2A1B-674FD986341B}"/>
                </a:ext>
              </a:extLst>
            </p:cNvPr>
            <p:cNvSpPr>
              <a:spLocks noGrp="1"/>
            </p:cNvSpPr>
            <p:nvPr/>
          </p:nvSpPr>
          <p:spPr>
            <a:xfrm>
              <a:off x="4252025" y="3051927"/>
              <a:ext cx="29894" cy="111341"/>
            </a:xfrm>
            <a:custGeom>
              <a:avLst/>
              <a:gdLst/>
              <a:ahLst/>
              <a:cxnLst/>
              <a:rect l="0" t="0" r="0" b="0"/>
              <a:pathLst>
                <a:path w="29894" h="111341">
                  <a:moveTo>
                    <a:pt x="0" y="111341"/>
                  </a:moveTo>
                  <a:lnTo>
                    <a:pt x="2989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6" name="Candidate_receptor__3935">
              <a:extLst>
                <a:ext uri="{FF2B5EF4-FFF2-40B4-BE49-F238E27FC236}">
                  <a16:creationId xmlns:a16="http://schemas.microsoft.com/office/drawing/2014/main" id="{842DF496-0729-7F04-155B-8154A4BD2FAA}"/>
                </a:ext>
              </a:extLst>
            </p:cNvPr>
            <p:cNvSpPr>
              <a:spLocks noGrp="1"/>
            </p:cNvSpPr>
            <p:nvPr/>
          </p:nvSpPr>
          <p:spPr>
            <a:xfrm>
              <a:off x="4182436" y="3017153"/>
              <a:ext cx="99483" cy="34774"/>
            </a:xfrm>
            <a:custGeom>
              <a:avLst/>
              <a:gdLst/>
              <a:ahLst/>
              <a:cxnLst/>
              <a:rect l="0" t="0" r="0" b="0"/>
              <a:pathLst>
                <a:path w="99483" h="34774">
                  <a:moveTo>
                    <a:pt x="99483" y="34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3937" name="Candidate_receptor__3936">
              <a:extLst>
                <a:ext uri="{FF2B5EF4-FFF2-40B4-BE49-F238E27FC236}">
                  <a16:creationId xmlns:a16="http://schemas.microsoft.com/office/drawing/2014/main" id="{7312F464-73DE-5A80-3800-0643B707EA3E}"/>
                </a:ext>
              </a:extLst>
            </p:cNvPr>
            <p:cNvSpPr>
              <a:spLocks noGrp="1"/>
            </p:cNvSpPr>
            <p:nvPr/>
          </p:nvSpPr>
          <p:spPr>
            <a:xfrm>
              <a:off x="5245605" y="3355075"/>
              <a:ext cx="29656" cy="10973"/>
            </a:xfrm>
            <a:custGeom>
              <a:avLst/>
              <a:gdLst/>
              <a:ahLst/>
              <a:cxnLst/>
              <a:rect l="0" t="0" r="0" b="0"/>
              <a:pathLst>
                <a:path w="29656" h="10973">
                  <a:moveTo>
                    <a:pt x="29656" y="0"/>
                  </a:moveTo>
                  <a:lnTo>
                    <a:pt x="0" y="10973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3938" name="Candidate_receptor__3937">
              <a:extLst>
                <a:ext uri="{FF2B5EF4-FFF2-40B4-BE49-F238E27FC236}">
                  <a16:creationId xmlns:a16="http://schemas.microsoft.com/office/drawing/2014/main" id="{7B4AD0DC-7E5D-DFBE-E0E0-4CD4F32887C3}"/>
                </a:ext>
              </a:extLst>
            </p:cNvPr>
            <p:cNvSpPr>
              <a:spLocks noGrp="1"/>
            </p:cNvSpPr>
            <p:nvPr/>
          </p:nvSpPr>
          <p:spPr>
            <a:xfrm>
              <a:off x="5110865" y="3312613"/>
              <a:ext cx="66151" cy="79192"/>
            </a:xfrm>
            <a:custGeom>
              <a:avLst/>
              <a:gdLst/>
              <a:ahLst/>
              <a:cxnLst/>
              <a:rect l="0" t="0" r="0" b="0"/>
              <a:pathLst>
                <a:path w="66151" h="79192">
                  <a:moveTo>
                    <a:pt x="0" y="79192"/>
                  </a:moveTo>
                  <a:lnTo>
                    <a:pt x="66151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3939" name="Candidate_receptor__3938">
              <a:extLst>
                <a:ext uri="{FF2B5EF4-FFF2-40B4-BE49-F238E27FC236}">
                  <a16:creationId xmlns:a16="http://schemas.microsoft.com/office/drawing/2014/main" id="{0A10E2F8-9380-9B94-3BBF-4686051AB24C}"/>
                </a:ext>
              </a:extLst>
            </p:cNvPr>
            <p:cNvSpPr>
              <a:spLocks noGrp="1"/>
            </p:cNvSpPr>
            <p:nvPr/>
          </p:nvSpPr>
          <p:spPr>
            <a:xfrm>
              <a:off x="5177016" y="3312613"/>
              <a:ext cx="98245" cy="42462"/>
            </a:xfrm>
            <a:custGeom>
              <a:avLst/>
              <a:gdLst/>
              <a:ahLst/>
              <a:cxnLst/>
              <a:rect l="0" t="0" r="0" b="0"/>
              <a:pathLst>
                <a:path w="98245" h="42462">
                  <a:moveTo>
                    <a:pt x="0" y="0"/>
                  </a:moveTo>
                  <a:lnTo>
                    <a:pt x="98245" y="42462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</p:grpSp>
      <p:grpSp>
        <p:nvGrpSpPr>
          <p:cNvPr id="6217" name="Candidate_B1">
            <a:extLst>
              <a:ext uri="{FF2B5EF4-FFF2-40B4-BE49-F238E27FC236}">
                <a16:creationId xmlns:a16="http://schemas.microsoft.com/office/drawing/2014/main" id="{0764098E-7156-FAC9-EC55-57274AAE723A}"/>
              </a:ext>
            </a:extLst>
          </p:cNvPr>
          <p:cNvGrpSpPr/>
          <p:nvPr/>
        </p:nvGrpSpPr>
        <p:grpSpPr>
          <a:xfrm>
            <a:off x="2773384" y="1264745"/>
            <a:ext cx="290407" cy="438573"/>
            <a:chOff x="4100513" y="2257425"/>
            <a:chExt cx="466725" cy="704850"/>
          </a:xfrm>
        </p:grpSpPr>
        <p:sp>
          <p:nvSpPr>
            <p:cNvPr id="3940" name="Candidate_B1__3939">
              <a:extLst>
                <a:ext uri="{FF2B5EF4-FFF2-40B4-BE49-F238E27FC236}">
                  <a16:creationId xmlns:a16="http://schemas.microsoft.com/office/drawing/2014/main" id="{02D39544-43DC-3540-EBCF-E8ACA1259289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129832" y="704404"/>
                  </a:moveTo>
                  <a:lnTo>
                    <a:pt x="81983" y="692757"/>
                  </a:lnTo>
                  <a:lnTo>
                    <a:pt x="129832" y="693382"/>
                  </a:lnTo>
                  <a:close/>
                  <a:moveTo>
                    <a:pt x="129832" y="704404"/>
                  </a:moveTo>
                  <a:lnTo>
                    <a:pt x="129832" y="693382"/>
                  </a:lnTo>
                  <a:lnTo>
                    <a:pt x="177681" y="704850"/>
                  </a:lnTo>
                  <a:close/>
                  <a:moveTo>
                    <a:pt x="177681" y="704850"/>
                  </a:moveTo>
                  <a:lnTo>
                    <a:pt x="177681" y="694035"/>
                  </a:lnTo>
                  <a:lnTo>
                    <a:pt x="225530" y="694518"/>
                  </a:lnTo>
                  <a:close/>
                  <a:moveTo>
                    <a:pt x="276610" y="656342"/>
                  </a:moveTo>
                  <a:lnTo>
                    <a:pt x="293701" y="656342"/>
                  </a:lnTo>
                  <a:lnTo>
                    <a:pt x="273379" y="671513"/>
                  </a:lnTo>
                  <a:close/>
                  <a:moveTo>
                    <a:pt x="315843" y="620457"/>
                  </a:moveTo>
                  <a:lnTo>
                    <a:pt x="321227" y="628671"/>
                  </a:lnTo>
                  <a:lnTo>
                    <a:pt x="293701" y="656342"/>
                  </a:lnTo>
                  <a:close/>
                  <a:moveTo>
                    <a:pt x="3309" y="620457"/>
                  </a:moveTo>
                  <a:lnTo>
                    <a:pt x="18540" y="620457"/>
                  </a:lnTo>
                  <a:lnTo>
                    <a:pt x="24946" y="656342"/>
                  </a:lnTo>
                  <a:close/>
                  <a:moveTo>
                    <a:pt x="13874" y="584573"/>
                  </a:moveTo>
                  <a:lnTo>
                    <a:pt x="3309" y="620457"/>
                  </a:lnTo>
                  <a:lnTo>
                    <a:pt x="0" y="584573"/>
                  </a:lnTo>
                  <a:close/>
                  <a:moveTo>
                    <a:pt x="23823" y="548689"/>
                  </a:moveTo>
                  <a:lnTo>
                    <a:pt x="0" y="584573"/>
                  </a:lnTo>
                  <a:lnTo>
                    <a:pt x="10555" y="548689"/>
                  </a:lnTo>
                  <a:close/>
                  <a:moveTo>
                    <a:pt x="355764" y="584573"/>
                  </a:moveTo>
                  <a:lnTo>
                    <a:pt x="328549" y="620457"/>
                  </a:lnTo>
                  <a:lnTo>
                    <a:pt x="347311" y="584573"/>
                  </a:lnTo>
                  <a:close/>
                  <a:moveTo>
                    <a:pt x="355764" y="584573"/>
                  </a:moveTo>
                  <a:lnTo>
                    <a:pt x="347311" y="584573"/>
                  </a:lnTo>
                  <a:lnTo>
                    <a:pt x="369076" y="566498"/>
                  </a:lnTo>
                  <a:close/>
                  <a:moveTo>
                    <a:pt x="10555" y="548689"/>
                  </a:moveTo>
                  <a:lnTo>
                    <a:pt x="32179" y="512805"/>
                  </a:lnTo>
                  <a:lnTo>
                    <a:pt x="23823" y="548689"/>
                  </a:lnTo>
                  <a:close/>
                  <a:moveTo>
                    <a:pt x="377739" y="548689"/>
                  </a:moveTo>
                  <a:lnTo>
                    <a:pt x="382585" y="548689"/>
                  </a:lnTo>
                  <a:lnTo>
                    <a:pt x="369076" y="566498"/>
                  </a:lnTo>
                  <a:close/>
                  <a:moveTo>
                    <a:pt x="407065" y="512805"/>
                  </a:moveTo>
                  <a:lnTo>
                    <a:pt x="382585" y="548689"/>
                  </a:lnTo>
                  <a:lnTo>
                    <a:pt x="405273" y="512805"/>
                  </a:lnTo>
                  <a:close/>
                  <a:moveTo>
                    <a:pt x="43163" y="512805"/>
                  </a:moveTo>
                  <a:lnTo>
                    <a:pt x="34135" y="509993"/>
                  </a:lnTo>
                  <a:lnTo>
                    <a:pt x="54572" y="476921"/>
                  </a:lnTo>
                  <a:close/>
                  <a:moveTo>
                    <a:pt x="407065" y="512805"/>
                  </a:moveTo>
                  <a:lnTo>
                    <a:pt x="405273" y="512805"/>
                  </a:lnTo>
                  <a:lnTo>
                    <a:pt x="416925" y="492776"/>
                  </a:lnTo>
                  <a:close/>
                  <a:moveTo>
                    <a:pt x="77429" y="441036"/>
                  </a:moveTo>
                  <a:lnTo>
                    <a:pt x="54572" y="476921"/>
                  </a:lnTo>
                  <a:lnTo>
                    <a:pt x="71053" y="441036"/>
                  </a:lnTo>
                  <a:close/>
                  <a:moveTo>
                    <a:pt x="424545" y="476921"/>
                  </a:moveTo>
                  <a:lnTo>
                    <a:pt x="425067" y="476921"/>
                  </a:lnTo>
                  <a:lnTo>
                    <a:pt x="416925" y="492776"/>
                  </a:lnTo>
                  <a:close/>
                  <a:moveTo>
                    <a:pt x="433095" y="441036"/>
                  </a:moveTo>
                  <a:lnTo>
                    <a:pt x="425067" y="476921"/>
                  </a:lnTo>
                  <a:lnTo>
                    <a:pt x="432783" y="441036"/>
                  </a:lnTo>
                  <a:close/>
                  <a:moveTo>
                    <a:pt x="71053" y="441036"/>
                  </a:moveTo>
                  <a:lnTo>
                    <a:pt x="77677" y="405152"/>
                  </a:lnTo>
                  <a:lnTo>
                    <a:pt x="77429" y="441036"/>
                  </a:lnTo>
                  <a:close/>
                  <a:moveTo>
                    <a:pt x="430903" y="405152"/>
                  </a:moveTo>
                  <a:lnTo>
                    <a:pt x="433095" y="441036"/>
                  </a:lnTo>
                  <a:lnTo>
                    <a:pt x="429788" y="405152"/>
                  </a:lnTo>
                  <a:close/>
                  <a:moveTo>
                    <a:pt x="421806" y="369268"/>
                  </a:moveTo>
                  <a:lnTo>
                    <a:pt x="430903" y="405152"/>
                  </a:lnTo>
                  <a:lnTo>
                    <a:pt x="418538" y="369268"/>
                  </a:lnTo>
                  <a:close/>
                  <a:moveTo>
                    <a:pt x="416925" y="364720"/>
                  </a:moveTo>
                  <a:lnTo>
                    <a:pt x="416925" y="351482"/>
                  </a:lnTo>
                  <a:lnTo>
                    <a:pt x="421806" y="369268"/>
                  </a:lnTo>
                  <a:close/>
                  <a:moveTo>
                    <a:pt x="416925" y="351482"/>
                  </a:moveTo>
                  <a:lnTo>
                    <a:pt x="416925" y="364720"/>
                  </a:lnTo>
                  <a:lnTo>
                    <a:pt x="412675" y="333384"/>
                  </a:lnTo>
                  <a:close/>
                  <a:moveTo>
                    <a:pt x="65716" y="333384"/>
                  </a:moveTo>
                  <a:lnTo>
                    <a:pt x="77004" y="333384"/>
                  </a:lnTo>
                  <a:lnTo>
                    <a:pt x="74239" y="369268"/>
                  </a:lnTo>
                  <a:close/>
                  <a:moveTo>
                    <a:pt x="71970" y="297499"/>
                  </a:moveTo>
                  <a:lnTo>
                    <a:pt x="65716" y="333384"/>
                  </a:lnTo>
                  <a:lnTo>
                    <a:pt x="59345" y="297499"/>
                  </a:lnTo>
                  <a:close/>
                  <a:moveTo>
                    <a:pt x="409196" y="297499"/>
                  </a:moveTo>
                  <a:lnTo>
                    <a:pt x="412675" y="333384"/>
                  </a:lnTo>
                  <a:lnTo>
                    <a:pt x="400824" y="297499"/>
                  </a:lnTo>
                  <a:close/>
                  <a:moveTo>
                    <a:pt x="73541" y="261615"/>
                  </a:moveTo>
                  <a:lnTo>
                    <a:pt x="59345" y="297499"/>
                  </a:lnTo>
                  <a:lnTo>
                    <a:pt x="60057" y="261615"/>
                  </a:lnTo>
                  <a:close/>
                  <a:moveTo>
                    <a:pt x="412689" y="261615"/>
                  </a:moveTo>
                  <a:lnTo>
                    <a:pt x="409196" y="297499"/>
                  </a:lnTo>
                  <a:lnTo>
                    <a:pt x="402930" y="261615"/>
                  </a:lnTo>
                  <a:close/>
                  <a:moveTo>
                    <a:pt x="60057" y="261615"/>
                  </a:moveTo>
                  <a:lnTo>
                    <a:pt x="69701" y="225731"/>
                  </a:lnTo>
                  <a:lnTo>
                    <a:pt x="73541" y="261615"/>
                  </a:lnTo>
                  <a:close/>
                  <a:moveTo>
                    <a:pt x="414041" y="225731"/>
                  </a:moveTo>
                  <a:lnTo>
                    <a:pt x="416925" y="247369"/>
                  </a:lnTo>
                  <a:lnTo>
                    <a:pt x="412689" y="261615"/>
                  </a:lnTo>
                  <a:close/>
                  <a:moveTo>
                    <a:pt x="83723" y="225731"/>
                  </a:moveTo>
                  <a:lnTo>
                    <a:pt x="81983" y="200163"/>
                  </a:lnTo>
                  <a:lnTo>
                    <a:pt x="86762" y="189847"/>
                  </a:lnTo>
                  <a:close/>
                  <a:moveTo>
                    <a:pt x="116357" y="153963"/>
                  </a:moveTo>
                  <a:lnTo>
                    <a:pt x="86762" y="189847"/>
                  </a:lnTo>
                  <a:lnTo>
                    <a:pt x="105028" y="153963"/>
                  </a:lnTo>
                  <a:close/>
                  <a:moveTo>
                    <a:pt x="442757" y="189847"/>
                  </a:moveTo>
                  <a:lnTo>
                    <a:pt x="424800" y="225731"/>
                  </a:lnTo>
                  <a:lnTo>
                    <a:pt x="433345" y="189847"/>
                  </a:lnTo>
                  <a:close/>
                  <a:moveTo>
                    <a:pt x="458848" y="153963"/>
                  </a:moveTo>
                  <a:lnTo>
                    <a:pt x="442757" y="189847"/>
                  </a:lnTo>
                  <a:lnTo>
                    <a:pt x="450850" y="153963"/>
                  </a:lnTo>
                  <a:close/>
                  <a:moveTo>
                    <a:pt x="105028" y="153963"/>
                  </a:moveTo>
                  <a:lnTo>
                    <a:pt x="123642" y="118079"/>
                  </a:lnTo>
                  <a:lnTo>
                    <a:pt x="116357" y="153963"/>
                  </a:lnTo>
                  <a:close/>
                  <a:moveTo>
                    <a:pt x="459070" y="118079"/>
                  </a:moveTo>
                  <a:lnTo>
                    <a:pt x="464774" y="126234"/>
                  </a:lnTo>
                  <a:lnTo>
                    <a:pt x="458848" y="153963"/>
                  </a:lnTo>
                  <a:close/>
                  <a:moveTo>
                    <a:pt x="133551" y="118079"/>
                  </a:moveTo>
                  <a:lnTo>
                    <a:pt x="129832" y="107319"/>
                  </a:lnTo>
                  <a:lnTo>
                    <a:pt x="144348" y="82194"/>
                  </a:lnTo>
                  <a:close/>
                  <a:moveTo>
                    <a:pt x="144348" y="82194"/>
                  </a:moveTo>
                  <a:lnTo>
                    <a:pt x="175793" y="46310"/>
                  </a:lnTo>
                  <a:lnTo>
                    <a:pt x="153160" y="82194"/>
                  </a:lnTo>
                  <a:close/>
                  <a:moveTo>
                    <a:pt x="436976" y="46310"/>
                  </a:moveTo>
                  <a:lnTo>
                    <a:pt x="461104" y="82194"/>
                  </a:lnTo>
                  <a:lnTo>
                    <a:pt x="427658" y="46310"/>
                  </a:lnTo>
                  <a:close/>
                  <a:moveTo>
                    <a:pt x="225530" y="16032"/>
                  </a:moveTo>
                  <a:lnTo>
                    <a:pt x="225530" y="22216"/>
                  </a:lnTo>
                  <a:lnTo>
                    <a:pt x="177681" y="44751"/>
                  </a:lnTo>
                  <a:close/>
                  <a:moveTo>
                    <a:pt x="225530" y="16032"/>
                  </a:moveTo>
                  <a:lnTo>
                    <a:pt x="244186" y="10426"/>
                  </a:lnTo>
                  <a:lnTo>
                    <a:pt x="264429" y="10426"/>
                  </a:lnTo>
                  <a:close/>
                  <a:moveTo>
                    <a:pt x="369076" y="14233"/>
                  </a:moveTo>
                  <a:lnTo>
                    <a:pt x="374412" y="10426"/>
                  </a:lnTo>
                  <a:lnTo>
                    <a:pt x="416925" y="30615"/>
                  </a:lnTo>
                  <a:close/>
                  <a:moveTo>
                    <a:pt x="416925" y="37902"/>
                  </a:moveTo>
                  <a:lnTo>
                    <a:pt x="416925" y="30615"/>
                  </a:lnTo>
                  <a:lnTo>
                    <a:pt x="436976" y="46310"/>
                  </a:lnTo>
                  <a:close/>
                  <a:moveTo>
                    <a:pt x="273379" y="2397"/>
                  </a:moveTo>
                  <a:lnTo>
                    <a:pt x="264429" y="10426"/>
                  </a:lnTo>
                  <a:lnTo>
                    <a:pt x="244186" y="10426"/>
                  </a:lnTo>
                  <a:close/>
                  <a:moveTo>
                    <a:pt x="321227" y="0"/>
                  </a:moveTo>
                  <a:lnTo>
                    <a:pt x="273379" y="7957"/>
                  </a:lnTo>
                  <a:lnTo>
                    <a:pt x="273379" y="2397"/>
                  </a:lnTo>
                  <a:close/>
                  <a:moveTo>
                    <a:pt x="321227" y="0"/>
                  </a:moveTo>
                  <a:lnTo>
                    <a:pt x="369076" y="8357"/>
                  </a:lnTo>
                  <a:lnTo>
                    <a:pt x="321227" y="5408"/>
                  </a:lnTo>
                  <a:close/>
                  <a:moveTo>
                    <a:pt x="77677" y="405152"/>
                  </a:moveTo>
                  <a:lnTo>
                    <a:pt x="74239" y="369268"/>
                  </a:lnTo>
                  <a:lnTo>
                    <a:pt x="81983" y="369268"/>
                  </a:lnTo>
                  <a:close/>
                  <a:moveTo>
                    <a:pt x="81983" y="200163"/>
                  </a:moveTo>
                  <a:lnTo>
                    <a:pt x="81983" y="225731"/>
                  </a:lnTo>
                  <a:lnTo>
                    <a:pt x="69701" y="225731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3941" name="Candidate_B1__3940">
              <a:extLst>
                <a:ext uri="{FF2B5EF4-FFF2-40B4-BE49-F238E27FC236}">
                  <a16:creationId xmlns:a16="http://schemas.microsoft.com/office/drawing/2014/main" id="{4E48F6BE-4673-026A-F208-057B36469FE8}"/>
                </a:ext>
              </a:extLst>
            </p:cNvPr>
            <p:cNvSpPr>
              <a:spLocks noGrp="1"/>
            </p:cNvSpPr>
            <p:nvPr/>
          </p:nvSpPr>
          <p:spPr>
            <a:xfrm>
              <a:off x="4125459" y="2265782"/>
              <a:ext cx="441779" cy="686161"/>
            </a:xfrm>
            <a:custGeom>
              <a:avLst/>
              <a:gdLst/>
              <a:ahLst/>
              <a:cxnLst/>
              <a:rect l="0" t="0" r="0" b="0"/>
              <a:pathLst>
                <a:path w="441779" h="686161">
                  <a:moveTo>
                    <a:pt x="9188" y="647984"/>
                  </a:moveTo>
                  <a:lnTo>
                    <a:pt x="55866" y="683868"/>
                  </a:lnTo>
                  <a:lnTo>
                    <a:pt x="9188" y="656150"/>
                  </a:lnTo>
                  <a:close/>
                  <a:moveTo>
                    <a:pt x="9188" y="647984"/>
                  </a:moveTo>
                  <a:lnTo>
                    <a:pt x="57037" y="683868"/>
                  </a:lnTo>
                  <a:lnTo>
                    <a:pt x="55866" y="683868"/>
                  </a:lnTo>
                  <a:close/>
                  <a:moveTo>
                    <a:pt x="205993" y="683868"/>
                  </a:moveTo>
                  <a:lnTo>
                    <a:pt x="200583" y="683868"/>
                  </a:lnTo>
                  <a:lnTo>
                    <a:pt x="248432" y="663156"/>
                  </a:lnTo>
                  <a:close/>
                  <a:moveTo>
                    <a:pt x="439827" y="97478"/>
                  </a:moveTo>
                  <a:lnTo>
                    <a:pt x="439827" y="109721"/>
                  </a:lnTo>
                  <a:lnTo>
                    <a:pt x="436158" y="73837"/>
                  </a:lnTo>
                  <a:close/>
                  <a:moveTo>
                    <a:pt x="55866" y="683868"/>
                  </a:moveTo>
                  <a:lnTo>
                    <a:pt x="57037" y="683868"/>
                  </a:lnTo>
                  <a:lnTo>
                    <a:pt x="57037" y="684400"/>
                  </a:lnTo>
                  <a:close/>
                  <a:moveTo>
                    <a:pt x="205993" y="683868"/>
                  </a:moveTo>
                  <a:lnTo>
                    <a:pt x="200583" y="686161"/>
                  </a:lnTo>
                  <a:lnTo>
                    <a:pt x="200583" y="683868"/>
                  </a:lnTo>
                  <a:close/>
                  <a:moveTo>
                    <a:pt x="0" y="647984"/>
                  </a:moveTo>
                  <a:lnTo>
                    <a:pt x="9188" y="647984"/>
                  </a:lnTo>
                  <a:lnTo>
                    <a:pt x="9188" y="656150"/>
                  </a:lnTo>
                  <a:close/>
                  <a:moveTo>
                    <a:pt x="303603" y="612100"/>
                  </a:moveTo>
                  <a:lnTo>
                    <a:pt x="296281" y="620314"/>
                  </a:lnTo>
                  <a:lnTo>
                    <a:pt x="296281" y="612100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7232" y="504447"/>
                  </a:lnTo>
                  <a:close/>
                  <a:moveTo>
                    <a:pt x="399853" y="217374"/>
                  </a:moveTo>
                  <a:lnTo>
                    <a:pt x="391978" y="239011"/>
                  </a:lnTo>
                  <a:lnTo>
                    <a:pt x="391978" y="217374"/>
                  </a:lnTo>
                  <a:close/>
                  <a:moveTo>
                    <a:pt x="104886" y="98962"/>
                  </a:moveTo>
                  <a:lnTo>
                    <a:pt x="104886" y="109721"/>
                  </a:lnTo>
                  <a:lnTo>
                    <a:pt x="98696" y="109721"/>
                  </a:lnTo>
                  <a:close/>
                  <a:moveTo>
                    <a:pt x="441779" y="109721"/>
                  </a:moveTo>
                  <a:lnTo>
                    <a:pt x="439827" y="117877"/>
                  </a:lnTo>
                  <a:lnTo>
                    <a:pt x="439827" y="109721"/>
                  </a:lnTo>
                  <a:close/>
                  <a:moveTo>
                    <a:pt x="439827" y="97478"/>
                  </a:moveTo>
                  <a:lnTo>
                    <a:pt x="441779" y="109721"/>
                  </a:lnTo>
                  <a:lnTo>
                    <a:pt x="439827" y="109721"/>
                  </a:lnTo>
                  <a:close/>
                  <a:moveTo>
                    <a:pt x="152735" y="36393"/>
                  </a:moveTo>
                  <a:lnTo>
                    <a:pt x="152735" y="37953"/>
                  </a:lnTo>
                  <a:lnTo>
                    <a:pt x="150847" y="37953"/>
                  </a:lnTo>
                  <a:close/>
                  <a:moveTo>
                    <a:pt x="344130" y="0"/>
                  </a:moveTo>
                  <a:lnTo>
                    <a:pt x="349465" y="2069"/>
                  </a:lnTo>
                  <a:lnTo>
                    <a:pt x="344130" y="2069"/>
                  </a:lnTo>
                  <a:close/>
                  <a:moveTo>
                    <a:pt x="9188" y="501636"/>
                  </a:moveTo>
                  <a:lnTo>
                    <a:pt x="7232" y="504447"/>
                  </a:lnTo>
                  <a:lnTo>
                    <a:pt x="9188" y="504447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29626" y="468563"/>
                  </a:lnTo>
                  <a:close/>
                  <a:moveTo>
                    <a:pt x="391978" y="360911"/>
                  </a:moveTo>
                  <a:lnTo>
                    <a:pt x="405956" y="396795"/>
                  </a:lnTo>
                  <a:lnTo>
                    <a:pt x="396859" y="360911"/>
                  </a:lnTo>
                  <a:close/>
                  <a:moveTo>
                    <a:pt x="391978" y="360911"/>
                  </a:moveTo>
                  <a:lnTo>
                    <a:pt x="396859" y="360911"/>
                  </a:lnTo>
                  <a:lnTo>
                    <a:pt x="391978" y="343124"/>
                  </a:lnTo>
                  <a:close/>
                  <a:moveTo>
                    <a:pt x="439827" y="117877"/>
                  </a:moveTo>
                  <a:lnTo>
                    <a:pt x="439827" y="109721"/>
                  </a:lnTo>
                  <a:lnTo>
                    <a:pt x="433901" y="145605"/>
                  </a:lnTo>
                  <a:close/>
                  <a:moveTo>
                    <a:pt x="439827" y="109721"/>
                  </a:moveTo>
                  <a:lnTo>
                    <a:pt x="439827" y="117877"/>
                  </a:lnTo>
                  <a:lnTo>
                    <a:pt x="441779" y="109721"/>
                  </a:lnTo>
                  <a:close/>
                  <a:moveTo>
                    <a:pt x="439827" y="109721"/>
                  </a:moveTo>
                  <a:lnTo>
                    <a:pt x="441779" y="109721"/>
                  </a:lnTo>
                  <a:lnTo>
                    <a:pt x="439827" y="97478"/>
                  </a:lnTo>
                  <a:close/>
                  <a:moveTo>
                    <a:pt x="152735" y="36393"/>
                  </a:moveTo>
                  <a:lnTo>
                    <a:pt x="150847" y="37953"/>
                  </a:lnTo>
                  <a:lnTo>
                    <a:pt x="152735" y="37953"/>
                  </a:lnTo>
                  <a:close/>
                  <a:moveTo>
                    <a:pt x="349465" y="2069"/>
                  </a:moveTo>
                  <a:lnTo>
                    <a:pt x="344130" y="2069"/>
                  </a:lnTo>
                  <a:lnTo>
                    <a:pt x="391978" y="22257"/>
                  </a:lnTo>
                  <a:close/>
                  <a:moveTo>
                    <a:pt x="344130" y="2069"/>
                  </a:moveTo>
                  <a:lnTo>
                    <a:pt x="349465" y="2069"/>
                  </a:lnTo>
                  <a:lnTo>
                    <a:pt x="344130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3942" name="Candidate_B1__3941">
              <a:extLst>
                <a:ext uri="{FF2B5EF4-FFF2-40B4-BE49-F238E27FC236}">
                  <a16:creationId xmlns:a16="http://schemas.microsoft.com/office/drawing/2014/main" id="{98BBB048-DAD2-C510-8BBB-75BAC47D49E3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81111" y="692226"/>
                  </a:moveTo>
                  <a:lnTo>
                    <a:pt x="80813" y="692226"/>
                  </a:lnTo>
                  <a:lnTo>
                    <a:pt x="81983" y="692757"/>
                  </a:lnTo>
                  <a:close/>
                  <a:moveTo>
                    <a:pt x="80813" y="692226"/>
                  </a:moveTo>
                  <a:lnTo>
                    <a:pt x="81111" y="692226"/>
                  </a:lnTo>
                  <a:lnTo>
                    <a:pt x="34135" y="664507"/>
                  </a:lnTo>
                  <a:close/>
                  <a:moveTo>
                    <a:pt x="81983" y="692757"/>
                  </a:moveTo>
                  <a:lnTo>
                    <a:pt x="129832" y="704404"/>
                  </a:lnTo>
                  <a:lnTo>
                    <a:pt x="129832" y="704255"/>
                  </a:lnTo>
                  <a:close/>
                  <a:moveTo>
                    <a:pt x="129832" y="704404"/>
                  </a:moveTo>
                  <a:lnTo>
                    <a:pt x="177681" y="704850"/>
                  </a:lnTo>
                  <a:lnTo>
                    <a:pt x="177681" y="704643"/>
                  </a:lnTo>
                  <a:close/>
                  <a:moveTo>
                    <a:pt x="177681" y="704850"/>
                  </a:moveTo>
                  <a:lnTo>
                    <a:pt x="225530" y="694518"/>
                  </a:lnTo>
                  <a:lnTo>
                    <a:pt x="225530" y="694155"/>
                  </a:lnTo>
                  <a:close/>
                  <a:moveTo>
                    <a:pt x="230939" y="692226"/>
                  </a:moveTo>
                  <a:lnTo>
                    <a:pt x="225530" y="694155"/>
                  </a:lnTo>
                  <a:lnTo>
                    <a:pt x="225530" y="694518"/>
                  </a:lnTo>
                  <a:close/>
                  <a:moveTo>
                    <a:pt x="230939" y="692226"/>
                  </a:moveTo>
                  <a:lnTo>
                    <a:pt x="273379" y="671513"/>
                  </a:lnTo>
                  <a:lnTo>
                    <a:pt x="273379" y="670495"/>
                  </a:lnTo>
                  <a:close/>
                  <a:moveTo>
                    <a:pt x="25230" y="656342"/>
                  </a:moveTo>
                  <a:lnTo>
                    <a:pt x="24946" y="656342"/>
                  </a:lnTo>
                  <a:lnTo>
                    <a:pt x="34135" y="664507"/>
                  </a:lnTo>
                  <a:close/>
                  <a:moveTo>
                    <a:pt x="3309" y="620457"/>
                  </a:moveTo>
                  <a:lnTo>
                    <a:pt x="24946" y="656342"/>
                  </a:lnTo>
                  <a:lnTo>
                    <a:pt x="25230" y="656342"/>
                  </a:lnTo>
                  <a:close/>
                  <a:moveTo>
                    <a:pt x="293701" y="656342"/>
                  </a:moveTo>
                  <a:lnTo>
                    <a:pt x="273379" y="670495"/>
                  </a:lnTo>
                  <a:lnTo>
                    <a:pt x="273379" y="671513"/>
                  </a:lnTo>
                  <a:close/>
                  <a:moveTo>
                    <a:pt x="293701" y="656342"/>
                  </a:moveTo>
                  <a:lnTo>
                    <a:pt x="321227" y="628671"/>
                  </a:lnTo>
                  <a:lnTo>
                    <a:pt x="321227" y="624629"/>
                  </a:lnTo>
                  <a:close/>
                  <a:moveTo>
                    <a:pt x="0" y="584573"/>
                  </a:moveTo>
                  <a:lnTo>
                    <a:pt x="3309" y="620457"/>
                  </a:lnTo>
                  <a:lnTo>
                    <a:pt x="3743" y="620457"/>
                  </a:lnTo>
                  <a:close/>
                  <a:moveTo>
                    <a:pt x="328549" y="620457"/>
                  </a:moveTo>
                  <a:lnTo>
                    <a:pt x="321227" y="624629"/>
                  </a:lnTo>
                  <a:lnTo>
                    <a:pt x="321227" y="628671"/>
                  </a:lnTo>
                  <a:close/>
                  <a:moveTo>
                    <a:pt x="324727" y="620457"/>
                  </a:moveTo>
                  <a:lnTo>
                    <a:pt x="328549" y="620457"/>
                  </a:lnTo>
                  <a:lnTo>
                    <a:pt x="355764" y="584573"/>
                  </a:lnTo>
                  <a:close/>
                  <a:moveTo>
                    <a:pt x="10555" y="548689"/>
                  </a:moveTo>
                  <a:lnTo>
                    <a:pt x="0" y="584573"/>
                  </a:lnTo>
                  <a:lnTo>
                    <a:pt x="819" y="584573"/>
                  </a:lnTo>
                  <a:close/>
                  <a:moveTo>
                    <a:pt x="355764" y="584573"/>
                  </a:moveTo>
                  <a:lnTo>
                    <a:pt x="369076" y="566498"/>
                  </a:lnTo>
                  <a:lnTo>
                    <a:pt x="369076" y="552501"/>
                  </a:lnTo>
                  <a:close/>
                  <a:moveTo>
                    <a:pt x="32179" y="512805"/>
                  </a:moveTo>
                  <a:lnTo>
                    <a:pt x="34135" y="515715"/>
                  </a:lnTo>
                  <a:lnTo>
                    <a:pt x="34135" y="512805"/>
                  </a:lnTo>
                  <a:close/>
                  <a:moveTo>
                    <a:pt x="10555" y="548689"/>
                  </a:moveTo>
                  <a:lnTo>
                    <a:pt x="12380" y="548689"/>
                  </a:lnTo>
                  <a:lnTo>
                    <a:pt x="32179" y="512805"/>
                  </a:lnTo>
                  <a:close/>
                  <a:moveTo>
                    <a:pt x="382585" y="548689"/>
                  </a:moveTo>
                  <a:lnTo>
                    <a:pt x="369076" y="552501"/>
                  </a:lnTo>
                  <a:lnTo>
                    <a:pt x="369076" y="566498"/>
                  </a:lnTo>
                  <a:close/>
                  <a:moveTo>
                    <a:pt x="371611" y="548689"/>
                  </a:moveTo>
                  <a:lnTo>
                    <a:pt x="382585" y="548689"/>
                  </a:lnTo>
                  <a:lnTo>
                    <a:pt x="407065" y="512805"/>
                  </a:lnTo>
                  <a:close/>
                  <a:moveTo>
                    <a:pt x="54572" y="476921"/>
                  </a:moveTo>
                  <a:lnTo>
                    <a:pt x="34135" y="512805"/>
                  </a:lnTo>
                  <a:lnTo>
                    <a:pt x="36062" y="512805"/>
                  </a:lnTo>
                  <a:close/>
                  <a:moveTo>
                    <a:pt x="416925" y="492776"/>
                  </a:moveTo>
                  <a:lnTo>
                    <a:pt x="416925" y="476921"/>
                  </a:lnTo>
                  <a:lnTo>
                    <a:pt x="407065" y="512805"/>
                  </a:lnTo>
                  <a:close/>
                  <a:moveTo>
                    <a:pt x="407065" y="512805"/>
                  </a:moveTo>
                  <a:lnTo>
                    <a:pt x="416925" y="476921"/>
                  </a:lnTo>
                  <a:lnTo>
                    <a:pt x="410583" y="476921"/>
                  </a:lnTo>
                  <a:close/>
                  <a:moveTo>
                    <a:pt x="71053" y="441036"/>
                  </a:moveTo>
                  <a:lnTo>
                    <a:pt x="54572" y="476921"/>
                  </a:lnTo>
                  <a:lnTo>
                    <a:pt x="61416" y="476921"/>
                  </a:lnTo>
                  <a:close/>
                  <a:moveTo>
                    <a:pt x="416925" y="476921"/>
                  </a:moveTo>
                  <a:lnTo>
                    <a:pt x="416925" y="492776"/>
                  </a:lnTo>
                  <a:lnTo>
                    <a:pt x="425067" y="476921"/>
                  </a:lnTo>
                  <a:close/>
                  <a:moveTo>
                    <a:pt x="425067" y="476921"/>
                  </a:moveTo>
                  <a:lnTo>
                    <a:pt x="416925" y="446747"/>
                  </a:lnTo>
                  <a:lnTo>
                    <a:pt x="416925" y="476921"/>
                  </a:lnTo>
                  <a:close/>
                  <a:moveTo>
                    <a:pt x="433095" y="441036"/>
                  </a:moveTo>
                  <a:lnTo>
                    <a:pt x="418226" y="441036"/>
                  </a:lnTo>
                  <a:lnTo>
                    <a:pt x="425067" y="476921"/>
                  </a:lnTo>
                  <a:close/>
                  <a:moveTo>
                    <a:pt x="77677" y="405152"/>
                  </a:moveTo>
                  <a:lnTo>
                    <a:pt x="81983" y="431635"/>
                  </a:lnTo>
                  <a:lnTo>
                    <a:pt x="81983" y="405152"/>
                  </a:lnTo>
                  <a:close/>
                  <a:moveTo>
                    <a:pt x="71053" y="441036"/>
                  </a:moveTo>
                  <a:lnTo>
                    <a:pt x="80284" y="441036"/>
                  </a:lnTo>
                  <a:lnTo>
                    <a:pt x="77677" y="405152"/>
                  </a:lnTo>
                  <a:close/>
                  <a:moveTo>
                    <a:pt x="433095" y="441036"/>
                  </a:moveTo>
                  <a:lnTo>
                    <a:pt x="430903" y="405152"/>
                  </a:lnTo>
                  <a:lnTo>
                    <a:pt x="418226" y="441036"/>
                  </a:lnTo>
                  <a:close/>
                  <a:moveTo>
                    <a:pt x="77677" y="405152"/>
                  </a:moveTo>
                  <a:lnTo>
                    <a:pt x="81983" y="405152"/>
                  </a:lnTo>
                  <a:lnTo>
                    <a:pt x="80659" y="369268"/>
                  </a:lnTo>
                  <a:close/>
                  <a:moveTo>
                    <a:pt x="74239" y="369268"/>
                  </a:moveTo>
                  <a:lnTo>
                    <a:pt x="77677" y="405152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405152"/>
                  </a:lnTo>
                  <a:lnTo>
                    <a:pt x="430903" y="405152"/>
                  </a:lnTo>
                  <a:close/>
                  <a:moveTo>
                    <a:pt x="65716" y="333384"/>
                  </a:moveTo>
                  <a:lnTo>
                    <a:pt x="74239" y="369268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351482"/>
                  </a:lnTo>
                  <a:lnTo>
                    <a:pt x="410521" y="369268"/>
                  </a:lnTo>
                  <a:close/>
                  <a:moveTo>
                    <a:pt x="410521" y="369268"/>
                  </a:moveTo>
                  <a:lnTo>
                    <a:pt x="416925" y="351482"/>
                  </a:lnTo>
                  <a:lnTo>
                    <a:pt x="412675" y="333384"/>
                  </a:lnTo>
                  <a:close/>
                  <a:moveTo>
                    <a:pt x="59345" y="297499"/>
                  </a:moveTo>
                  <a:lnTo>
                    <a:pt x="65716" y="333384"/>
                  </a:lnTo>
                  <a:lnTo>
                    <a:pt x="69396" y="333384"/>
                  </a:lnTo>
                  <a:close/>
                  <a:moveTo>
                    <a:pt x="404922" y="333384"/>
                  </a:moveTo>
                  <a:lnTo>
                    <a:pt x="412675" y="333384"/>
                  </a:lnTo>
                  <a:lnTo>
                    <a:pt x="409196" y="297499"/>
                  </a:lnTo>
                  <a:close/>
                  <a:moveTo>
                    <a:pt x="60057" y="261615"/>
                  </a:moveTo>
                  <a:lnTo>
                    <a:pt x="59345" y="297499"/>
                  </a:lnTo>
                  <a:lnTo>
                    <a:pt x="61378" y="297499"/>
                  </a:lnTo>
                  <a:close/>
                  <a:moveTo>
                    <a:pt x="403949" y="297499"/>
                  </a:moveTo>
                  <a:lnTo>
                    <a:pt x="409196" y="297499"/>
                  </a:lnTo>
                  <a:lnTo>
                    <a:pt x="412689" y="261615"/>
                  </a:lnTo>
                  <a:close/>
                  <a:moveTo>
                    <a:pt x="69701" y="225731"/>
                  </a:moveTo>
                  <a:lnTo>
                    <a:pt x="60057" y="261615"/>
                  </a:lnTo>
                  <a:lnTo>
                    <a:pt x="61488" y="261615"/>
                  </a:lnTo>
                  <a:close/>
                  <a:moveTo>
                    <a:pt x="412689" y="261615"/>
                  </a:moveTo>
                  <a:lnTo>
                    <a:pt x="416925" y="247369"/>
                  </a:lnTo>
                  <a:lnTo>
                    <a:pt x="416925" y="233344"/>
                  </a:lnTo>
                  <a:close/>
                  <a:moveTo>
                    <a:pt x="81983" y="204397"/>
                  </a:moveTo>
                  <a:lnTo>
                    <a:pt x="81983" y="200163"/>
                  </a:lnTo>
                  <a:lnTo>
                    <a:pt x="69701" y="225731"/>
                  </a:lnTo>
                  <a:close/>
                  <a:moveTo>
                    <a:pt x="81983" y="200163"/>
                  </a:moveTo>
                  <a:lnTo>
                    <a:pt x="81983" y="204397"/>
                  </a:lnTo>
                  <a:lnTo>
                    <a:pt x="86762" y="189847"/>
                  </a:lnTo>
                  <a:close/>
                  <a:moveTo>
                    <a:pt x="424800" y="225731"/>
                  </a:moveTo>
                  <a:lnTo>
                    <a:pt x="416925" y="233344"/>
                  </a:lnTo>
                  <a:lnTo>
                    <a:pt x="416925" y="247369"/>
                  </a:lnTo>
                  <a:close/>
                  <a:moveTo>
                    <a:pt x="419691" y="225731"/>
                  </a:moveTo>
                  <a:lnTo>
                    <a:pt x="424800" y="225731"/>
                  </a:lnTo>
                  <a:lnTo>
                    <a:pt x="442757" y="189847"/>
                  </a:lnTo>
                  <a:close/>
                  <a:moveTo>
                    <a:pt x="105028" y="153963"/>
                  </a:moveTo>
                  <a:lnTo>
                    <a:pt x="86762" y="189847"/>
                  </a:lnTo>
                  <a:lnTo>
                    <a:pt x="89066" y="189847"/>
                  </a:lnTo>
                  <a:close/>
                  <a:moveTo>
                    <a:pt x="437026" y="189847"/>
                  </a:moveTo>
                  <a:lnTo>
                    <a:pt x="442757" y="189847"/>
                  </a:lnTo>
                  <a:lnTo>
                    <a:pt x="458848" y="153963"/>
                  </a:lnTo>
                  <a:close/>
                  <a:moveTo>
                    <a:pt x="123642" y="118079"/>
                  </a:moveTo>
                  <a:lnTo>
                    <a:pt x="105028" y="153963"/>
                  </a:lnTo>
                  <a:lnTo>
                    <a:pt x="108855" y="153963"/>
                  </a:lnTo>
                  <a:close/>
                  <a:moveTo>
                    <a:pt x="458848" y="153963"/>
                  </a:moveTo>
                  <a:lnTo>
                    <a:pt x="464774" y="118079"/>
                  </a:lnTo>
                  <a:lnTo>
                    <a:pt x="459851" y="118079"/>
                  </a:lnTo>
                  <a:close/>
                  <a:moveTo>
                    <a:pt x="129832" y="117132"/>
                  </a:moveTo>
                  <a:lnTo>
                    <a:pt x="129832" y="107319"/>
                  </a:lnTo>
                  <a:lnTo>
                    <a:pt x="123642" y="118079"/>
                  </a:lnTo>
                  <a:close/>
                  <a:moveTo>
                    <a:pt x="129832" y="107319"/>
                  </a:moveTo>
                  <a:lnTo>
                    <a:pt x="129832" y="117132"/>
                  </a:lnTo>
                  <a:lnTo>
                    <a:pt x="144348" y="82194"/>
                  </a:lnTo>
                  <a:close/>
                  <a:moveTo>
                    <a:pt x="464774" y="118079"/>
                  </a:moveTo>
                  <a:lnTo>
                    <a:pt x="464774" y="105835"/>
                  </a:lnTo>
                  <a:lnTo>
                    <a:pt x="459851" y="118079"/>
                  </a:lnTo>
                  <a:close/>
                  <a:moveTo>
                    <a:pt x="459851" y="118079"/>
                  </a:moveTo>
                  <a:lnTo>
                    <a:pt x="464774" y="105835"/>
                  </a:lnTo>
                  <a:lnTo>
                    <a:pt x="461104" y="82194"/>
                  </a:lnTo>
                  <a:close/>
                  <a:moveTo>
                    <a:pt x="175793" y="46310"/>
                  </a:moveTo>
                  <a:lnTo>
                    <a:pt x="177681" y="52589"/>
                  </a:lnTo>
                  <a:lnTo>
                    <a:pt x="177681" y="46310"/>
                  </a:lnTo>
                  <a:close/>
                  <a:moveTo>
                    <a:pt x="144348" y="82194"/>
                  </a:moveTo>
                  <a:lnTo>
                    <a:pt x="151032" y="82194"/>
                  </a:lnTo>
                  <a:lnTo>
                    <a:pt x="175793" y="46310"/>
                  </a:lnTo>
                  <a:close/>
                  <a:moveTo>
                    <a:pt x="453680" y="82194"/>
                  </a:moveTo>
                  <a:lnTo>
                    <a:pt x="461104" y="82194"/>
                  </a:lnTo>
                  <a:lnTo>
                    <a:pt x="436976" y="46310"/>
                  </a:lnTo>
                  <a:close/>
                  <a:moveTo>
                    <a:pt x="177681" y="44751"/>
                  </a:moveTo>
                  <a:lnTo>
                    <a:pt x="177681" y="46310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177681" y="44751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225530" y="21863"/>
                  </a:lnTo>
                  <a:lnTo>
                    <a:pt x="244186" y="10426"/>
                  </a:lnTo>
                  <a:close/>
                  <a:moveTo>
                    <a:pt x="416925" y="30615"/>
                  </a:moveTo>
                  <a:lnTo>
                    <a:pt x="427904" y="46310"/>
                  </a:lnTo>
                  <a:lnTo>
                    <a:pt x="436976" y="46310"/>
                  </a:lnTo>
                  <a:close/>
                  <a:moveTo>
                    <a:pt x="416925" y="30615"/>
                  </a:moveTo>
                  <a:lnTo>
                    <a:pt x="369076" y="10426"/>
                  </a:lnTo>
                  <a:lnTo>
                    <a:pt x="369076" y="14121"/>
                  </a:lnTo>
                  <a:close/>
                  <a:moveTo>
                    <a:pt x="273379" y="7803"/>
                  </a:moveTo>
                  <a:lnTo>
                    <a:pt x="273379" y="2397"/>
                  </a:lnTo>
                  <a:lnTo>
                    <a:pt x="244186" y="10426"/>
                  </a:lnTo>
                  <a:close/>
                  <a:moveTo>
                    <a:pt x="321227" y="5298"/>
                  </a:moveTo>
                  <a:lnTo>
                    <a:pt x="321227" y="0"/>
                  </a:lnTo>
                  <a:lnTo>
                    <a:pt x="273379" y="2397"/>
                  </a:lnTo>
                  <a:close/>
                  <a:moveTo>
                    <a:pt x="369076" y="8357"/>
                  </a:moveTo>
                  <a:lnTo>
                    <a:pt x="349932" y="10426"/>
                  </a:lnTo>
                  <a:lnTo>
                    <a:pt x="369076" y="10426"/>
                  </a:lnTo>
                  <a:close/>
                  <a:moveTo>
                    <a:pt x="321227" y="0"/>
                  </a:moveTo>
                  <a:lnTo>
                    <a:pt x="321227" y="5298"/>
                  </a:lnTo>
                  <a:lnTo>
                    <a:pt x="369076" y="8357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3943" name="Candidate_B1__3942">
              <a:extLst>
                <a:ext uri="{FF2B5EF4-FFF2-40B4-BE49-F238E27FC236}">
                  <a16:creationId xmlns:a16="http://schemas.microsoft.com/office/drawing/2014/main" id="{77FC73F4-008F-5113-FEDB-11FC8110BFD3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9822"/>
              <a:ext cx="461104" cy="702453"/>
            </a:xfrm>
            <a:custGeom>
              <a:avLst/>
              <a:gdLst/>
              <a:ahLst/>
              <a:cxnLst/>
              <a:rect l="0" t="0" r="0" b="0"/>
              <a:pathLst>
                <a:path w="461104" h="702453">
                  <a:moveTo>
                    <a:pt x="81111" y="689829"/>
                  </a:moveTo>
                  <a:lnTo>
                    <a:pt x="81983" y="690360"/>
                  </a:lnTo>
                  <a:lnTo>
                    <a:pt x="81983" y="690225"/>
                  </a:lnTo>
                  <a:close/>
                  <a:moveTo>
                    <a:pt x="81111" y="689829"/>
                  </a:moveTo>
                  <a:lnTo>
                    <a:pt x="34135" y="661872"/>
                  </a:lnTo>
                  <a:lnTo>
                    <a:pt x="34135" y="662110"/>
                  </a:lnTo>
                  <a:close/>
                  <a:moveTo>
                    <a:pt x="81983" y="690225"/>
                  </a:moveTo>
                  <a:lnTo>
                    <a:pt x="81983" y="690360"/>
                  </a:lnTo>
                  <a:lnTo>
                    <a:pt x="129832" y="701858"/>
                  </a:lnTo>
                  <a:close/>
                  <a:moveTo>
                    <a:pt x="129832" y="701858"/>
                  </a:moveTo>
                  <a:lnTo>
                    <a:pt x="129832" y="702007"/>
                  </a:lnTo>
                  <a:lnTo>
                    <a:pt x="177681" y="702246"/>
                  </a:lnTo>
                  <a:close/>
                  <a:moveTo>
                    <a:pt x="177681" y="702246"/>
                  </a:moveTo>
                  <a:lnTo>
                    <a:pt x="177681" y="702453"/>
                  </a:lnTo>
                  <a:lnTo>
                    <a:pt x="225530" y="691758"/>
                  </a:lnTo>
                  <a:close/>
                  <a:moveTo>
                    <a:pt x="230939" y="689829"/>
                  </a:moveTo>
                  <a:lnTo>
                    <a:pt x="230042" y="689829"/>
                  </a:lnTo>
                  <a:lnTo>
                    <a:pt x="225530" y="691758"/>
                  </a:lnTo>
                  <a:close/>
                  <a:moveTo>
                    <a:pt x="230042" y="689829"/>
                  </a:moveTo>
                  <a:lnTo>
                    <a:pt x="230939" y="689829"/>
                  </a:lnTo>
                  <a:lnTo>
                    <a:pt x="273379" y="668098"/>
                  </a:lnTo>
                  <a:close/>
                  <a:moveTo>
                    <a:pt x="25230" y="653944"/>
                  </a:moveTo>
                  <a:lnTo>
                    <a:pt x="34135" y="662110"/>
                  </a:lnTo>
                  <a:lnTo>
                    <a:pt x="34135" y="661872"/>
                  </a:lnTo>
                  <a:close/>
                  <a:moveTo>
                    <a:pt x="3309" y="618060"/>
                  </a:moveTo>
                  <a:lnTo>
                    <a:pt x="25230" y="653944"/>
                  </a:lnTo>
                  <a:lnTo>
                    <a:pt x="3743" y="618060"/>
                  </a:lnTo>
                  <a:close/>
                  <a:moveTo>
                    <a:pt x="293701" y="653944"/>
                  </a:moveTo>
                  <a:lnTo>
                    <a:pt x="291897" y="653944"/>
                  </a:lnTo>
                  <a:lnTo>
                    <a:pt x="273379" y="668098"/>
                  </a:lnTo>
                  <a:close/>
                  <a:moveTo>
                    <a:pt x="291897" y="653944"/>
                  </a:moveTo>
                  <a:lnTo>
                    <a:pt x="293701" y="653944"/>
                  </a:lnTo>
                  <a:lnTo>
                    <a:pt x="321227" y="622232"/>
                  </a:lnTo>
                  <a:close/>
                  <a:moveTo>
                    <a:pt x="0" y="582176"/>
                  </a:moveTo>
                  <a:lnTo>
                    <a:pt x="3743" y="618060"/>
                  </a:lnTo>
                  <a:lnTo>
                    <a:pt x="819" y="582176"/>
                  </a:lnTo>
                  <a:close/>
                  <a:moveTo>
                    <a:pt x="328549" y="618060"/>
                  </a:moveTo>
                  <a:lnTo>
                    <a:pt x="324727" y="618060"/>
                  </a:lnTo>
                  <a:lnTo>
                    <a:pt x="321227" y="622232"/>
                  </a:lnTo>
                  <a:close/>
                  <a:moveTo>
                    <a:pt x="349184" y="582176"/>
                  </a:moveTo>
                  <a:lnTo>
                    <a:pt x="324727" y="618060"/>
                  </a:lnTo>
                  <a:lnTo>
                    <a:pt x="355764" y="582176"/>
                  </a:lnTo>
                  <a:close/>
                  <a:moveTo>
                    <a:pt x="10555" y="546292"/>
                  </a:moveTo>
                  <a:lnTo>
                    <a:pt x="819" y="582176"/>
                  </a:lnTo>
                  <a:lnTo>
                    <a:pt x="12380" y="546292"/>
                  </a:lnTo>
                  <a:close/>
                  <a:moveTo>
                    <a:pt x="349184" y="582176"/>
                  </a:moveTo>
                  <a:lnTo>
                    <a:pt x="355764" y="582176"/>
                  </a:lnTo>
                  <a:lnTo>
                    <a:pt x="369076" y="550104"/>
                  </a:lnTo>
                  <a:close/>
                  <a:moveTo>
                    <a:pt x="12380" y="546292"/>
                  </a:moveTo>
                  <a:lnTo>
                    <a:pt x="34135" y="513318"/>
                  </a:lnTo>
                  <a:lnTo>
                    <a:pt x="32179" y="510408"/>
                  </a:lnTo>
                  <a:close/>
                  <a:moveTo>
                    <a:pt x="382585" y="546292"/>
                  </a:moveTo>
                  <a:lnTo>
                    <a:pt x="371611" y="546292"/>
                  </a:lnTo>
                  <a:lnTo>
                    <a:pt x="369076" y="550104"/>
                  </a:lnTo>
                  <a:close/>
                  <a:moveTo>
                    <a:pt x="394205" y="510408"/>
                  </a:moveTo>
                  <a:lnTo>
                    <a:pt x="371611" y="546292"/>
                  </a:lnTo>
                  <a:lnTo>
                    <a:pt x="407065" y="510408"/>
                  </a:lnTo>
                  <a:close/>
                  <a:moveTo>
                    <a:pt x="54572" y="474523"/>
                  </a:moveTo>
                  <a:lnTo>
                    <a:pt x="36062" y="510408"/>
                  </a:lnTo>
                  <a:lnTo>
                    <a:pt x="61416" y="474523"/>
                  </a:lnTo>
                  <a:close/>
                  <a:moveTo>
                    <a:pt x="34135" y="510408"/>
                  </a:moveTo>
                  <a:lnTo>
                    <a:pt x="34135" y="513318"/>
                  </a:lnTo>
                  <a:lnTo>
                    <a:pt x="36062" y="510408"/>
                  </a:lnTo>
                  <a:close/>
                  <a:moveTo>
                    <a:pt x="407065" y="510408"/>
                  </a:moveTo>
                  <a:lnTo>
                    <a:pt x="410583" y="474523"/>
                  </a:lnTo>
                  <a:lnTo>
                    <a:pt x="394205" y="510408"/>
                  </a:lnTo>
                  <a:close/>
                  <a:moveTo>
                    <a:pt x="71053" y="438639"/>
                  </a:moveTo>
                  <a:lnTo>
                    <a:pt x="61416" y="474523"/>
                  </a:lnTo>
                  <a:lnTo>
                    <a:pt x="80284" y="438639"/>
                  </a:lnTo>
                  <a:close/>
                  <a:moveTo>
                    <a:pt x="418226" y="438639"/>
                  </a:moveTo>
                  <a:lnTo>
                    <a:pt x="416925" y="444350"/>
                  </a:lnTo>
                  <a:lnTo>
                    <a:pt x="425067" y="474523"/>
                  </a:lnTo>
                  <a:close/>
                  <a:moveTo>
                    <a:pt x="410583" y="474523"/>
                  </a:moveTo>
                  <a:lnTo>
                    <a:pt x="416925" y="474523"/>
                  </a:lnTo>
                  <a:lnTo>
                    <a:pt x="416925" y="444350"/>
                  </a:lnTo>
                  <a:close/>
                  <a:moveTo>
                    <a:pt x="80284" y="438639"/>
                  </a:moveTo>
                  <a:lnTo>
                    <a:pt x="81983" y="429238"/>
                  </a:lnTo>
                  <a:lnTo>
                    <a:pt x="77677" y="402755"/>
                  </a:lnTo>
                  <a:close/>
                  <a:moveTo>
                    <a:pt x="418226" y="438639"/>
                  </a:moveTo>
                  <a:lnTo>
                    <a:pt x="416925" y="402755"/>
                  </a:lnTo>
                  <a:lnTo>
                    <a:pt x="416925" y="405792"/>
                  </a:lnTo>
                  <a:close/>
                  <a:moveTo>
                    <a:pt x="430903" y="402755"/>
                  </a:moveTo>
                  <a:lnTo>
                    <a:pt x="416925" y="402755"/>
                  </a:lnTo>
                  <a:lnTo>
                    <a:pt x="418226" y="438639"/>
                  </a:lnTo>
                  <a:close/>
                  <a:moveTo>
                    <a:pt x="80659" y="366871"/>
                  </a:moveTo>
                  <a:lnTo>
                    <a:pt x="8198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597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1983" y="429238"/>
                  </a:lnTo>
                  <a:lnTo>
                    <a:pt x="85973" y="402755"/>
                  </a:lnTo>
                  <a:close/>
                  <a:moveTo>
                    <a:pt x="416925" y="402755"/>
                  </a:moveTo>
                  <a:lnTo>
                    <a:pt x="416925" y="366871"/>
                  </a:lnTo>
                  <a:lnTo>
                    <a:pt x="416820" y="402755"/>
                  </a:lnTo>
                  <a:close/>
                  <a:moveTo>
                    <a:pt x="416925" y="366871"/>
                  </a:moveTo>
                  <a:lnTo>
                    <a:pt x="410521" y="366871"/>
                  </a:lnTo>
                  <a:lnTo>
                    <a:pt x="416820" y="402755"/>
                  </a:lnTo>
                  <a:close/>
                  <a:moveTo>
                    <a:pt x="416925" y="405792"/>
                  </a:moveTo>
                  <a:lnTo>
                    <a:pt x="416925" y="402755"/>
                  </a:lnTo>
                  <a:lnTo>
                    <a:pt x="416820" y="402755"/>
                  </a:lnTo>
                  <a:close/>
                  <a:moveTo>
                    <a:pt x="65716" y="330987"/>
                  </a:moveTo>
                  <a:lnTo>
                    <a:pt x="80659" y="366871"/>
                  </a:lnTo>
                  <a:lnTo>
                    <a:pt x="69396" y="330987"/>
                  </a:lnTo>
                  <a:close/>
                  <a:moveTo>
                    <a:pt x="410521" y="366871"/>
                  </a:moveTo>
                  <a:lnTo>
                    <a:pt x="412675" y="330987"/>
                  </a:lnTo>
                  <a:lnTo>
                    <a:pt x="404922" y="330987"/>
                  </a:lnTo>
                  <a:close/>
                  <a:moveTo>
                    <a:pt x="59345" y="295102"/>
                  </a:moveTo>
                  <a:lnTo>
                    <a:pt x="69396" y="330987"/>
                  </a:lnTo>
                  <a:lnTo>
                    <a:pt x="61378" y="295102"/>
                  </a:lnTo>
                  <a:close/>
                  <a:moveTo>
                    <a:pt x="403949" y="295102"/>
                  </a:moveTo>
                  <a:lnTo>
                    <a:pt x="404922" y="330987"/>
                  </a:lnTo>
                  <a:lnTo>
                    <a:pt x="409196" y="295102"/>
                  </a:lnTo>
                  <a:close/>
                  <a:moveTo>
                    <a:pt x="60057" y="259218"/>
                  </a:moveTo>
                  <a:lnTo>
                    <a:pt x="61378" y="295102"/>
                  </a:lnTo>
                  <a:lnTo>
                    <a:pt x="61488" y="259218"/>
                  </a:lnTo>
                  <a:close/>
                  <a:moveTo>
                    <a:pt x="408593" y="259218"/>
                  </a:moveTo>
                  <a:lnTo>
                    <a:pt x="403949" y="295102"/>
                  </a:lnTo>
                  <a:lnTo>
                    <a:pt x="412689" y="259218"/>
                  </a:lnTo>
                  <a:close/>
                  <a:moveTo>
                    <a:pt x="69701" y="223334"/>
                  </a:moveTo>
                  <a:lnTo>
                    <a:pt x="61488" y="259218"/>
                  </a:lnTo>
                  <a:lnTo>
                    <a:pt x="71332" y="223334"/>
                  </a:lnTo>
                  <a:close/>
                  <a:moveTo>
                    <a:pt x="408593" y="259218"/>
                  </a:moveTo>
                  <a:lnTo>
                    <a:pt x="412689" y="259218"/>
                  </a:lnTo>
                  <a:lnTo>
                    <a:pt x="416925" y="230947"/>
                  </a:lnTo>
                  <a:close/>
                  <a:moveTo>
                    <a:pt x="81983" y="202000"/>
                  </a:moveTo>
                  <a:lnTo>
                    <a:pt x="69701" y="223334"/>
                  </a:lnTo>
                  <a:lnTo>
                    <a:pt x="71332" y="223334"/>
                  </a:lnTo>
                  <a:close/>
                  <a:moveTo>
                    <a:pt x="81983" y="202000"/>
                  </a:moveTo>
                  <a:lnTo>
                    <a:pt x="89066" y="187450"/>
                  </a:lnTo>
                  <a:lnTo>
                    <a:pt x="86762" y="187450"/>
                  </a:lnTo>
                  <a:close/>
                  <a:moveTo>
                    <a:pt x="424800" y="223334"/>
                  </a:moveTo>
                  <a:lnTo>
                    <a:pt x="419691" y="223334"/>
                  </a:lnTo>
                  <a:lnTo>
                    <a:pt x="416925" y="230947"/>
                  </a:lnTo>
                  <a:close/>
                  <a:moveTo>
                    <a:pt x="437026" y="187450"/>
                  </a:moveTo>
                  <a:lnTo>
                    <a:pt x="419691" y="223334"/>
                  </a:lnTo>
                  <a:lnTo>
                    <a:pt x="442757" y="187450"/>
                  </a:lnTo>
                  <a:close/>
                  <a:moveTo>
                    <a:pt x="105028" y="151566"/>
                  </a:moveTo>
                  <a:lnTo>
                    <a:pt x="89066" y="187450"/>
                  </a:lnTo>
                  <a:lnTo>
                    <a:pt x="108855" y="151566"/>
                  </a:lnTo>
                  <a:close/>
                  <a:moveTo>
                    <a:pt x="452592" y="151566"/>
                  </a:moveTo>
                  <a:lnTo>
                    <a:pt x="437026" y="187450"/>
                  </a:lnTo>
                  <a:lnTo>
                    <a:pt x="458848" y="151566"/>
                  </a:lnTo>
                  <a:close/>
                  <a:moveTo>
                    <a:pt x="123642" y="115681"/>
                  </a:moveTo>
                  <a:lnTo>
                    <a:pt x="108855" y="151566"/>
                  </a:lnTo>
                  <a:lnTo>
                    <a:pt x="129265" y="115681"/>
                  </a:lnTo>
                  <a:close/>
                  <a:moveTo>
                    <a:pt x="458848" y="151566"/>
                  </a:moveTo>
                  <a:lnTo>
                    <a:pt x="459851" y="115681"/>
                  </a:lnTo>
                  <a:lnTo>
                    <a:pt x="452592" y="151566"/>
                  </a:lnTo>
                  <a:close/>
                  <a:moveTo>
                    <a:pt x="129832" y="114735"/>
                  </a:moveTo>
                  <a:lnTo>
                    <a:pt x="123642" y="115681"/>
                  </a:lnTo>
                  <a:lnTo>
                    <a:pt x="129265" y="115681"/>
                  </a:lnTo>
                  <a:close/>
                  <a:moveTo>
                    <a:pt x="129832" y="114735"/>
                  </a:moveTo>
                  <a:lnTo>
                    <a:pt x="151032" y="79797"/>
                  </a:lnTo>
                  <a:lnTo>
                    <a:pt x="144348" y="79797"/>
                  </a:lnTo>
                  <a:close/>
                  <a:moveTo>
                    <a:pt x="459851" y="115681"/>
                  </a:moveTo>
                  <a:lnTo>
                    <a:pt x="461104" y="79797"/>
                  </a:lnTo>
                  <a:lnTo>
                    <a:pt x="453680" y="79797"/>
                  </a:lnTo>
                  <a:close/>
                  <a:moveTo>
                    <a:pt x="151032" y="79797"/>
                  </a:moveTo>
                  <a:lnTo>
                    <a:pt x="177681" y="50192"/>
                  </a:lnTo>
                  <a:lnTo>
                    <a:pt x="175793" y="43913"/>
                  </a:lnTo>
                  <a:close/>
                  <a:moveTo>
                    <a:pt x="427904" y="43913"/>
                  </a:moveTo>
                  <a:lnTo>
                    <a:pt x="453680" y="79797"/>
                  </a:lnTo>
                  <a:lnTo>
                    <a:pt x="436976" y="43913"/>
                  </a:lnTo>
                  <a:close/>
                  <a:moveTo>
                    <a:pt x="225530" y="19466"/>
                  </a:moveTo>
                  <a:lnTo>
                    <a:pt x="177681" y="43913"/>
                  </a:lnTo>
                  <a:lnTo>
                    <a:pt x="185054" y="43913"/>
                  </a:lnTo>
                  <a:close/>
                  <a:moveTo>
                    <a:pt x="177681" y="43913"/>
                  </a:moveTo>
                  <a:lnTo>
                    <a:pt x="177681" y="50192"/>
                  </a:lnTo>
                  <a:lnTo>
                    <a:pt x="185054" y="43913"/>
                  </a:lnTo>
                  <a:close/>
                  <a:moveTo>
                    <a:pt x="225530" y="19466"/>
                  </a:moveTo>
                  <a:lnTo>
                    <a:pt x="263821" y="8029"/>
                  </a:lnTo>
                  <a:lnTo>
                    <a:pt x="244186" y="8029"/>
                  </a:lnTo>
                  <a:close/>
                  <a:moveTo>
                    <a:pt x="416925" y="28218"/>
                  </a:moveTo>
                  <a:lnTo>
                    <a:pt x="416925" y="35323"/>
                  </a:lnTo>
                  <a:lnTo>
                    <a:pt x="427904" y="43913"/>
                  </a:lnTo>
                  <a:close/>
                  <a:moveTo>
                    <a:pt x="416925" y="28218"/>
                  </a:moveTo>
                  <a:lnTo>
                    <a:pt x="369076" y="11724"/>
                  </a:lnTo>
                  <a:lnTo>
                    <a:pt x="416925" y="35323"/>
                  </a:lnTo>
                  <a:close/>
                  <a:moveTo>
                    <a:pt x="273379" y="5405"/>
                  </a:moveTo>
                  <a:lnTo>
                    <a:pt x="244186" y="8029"/>
                  </a:lnTo>
                  <a:lnTo>
                    <a:pt x="263821" y="8029"/>
                  </a:lnTo>
                  <a:close/>
                  <a:moveTo>
                    <a:pt x="321227" y="2901"/>
                  </a:moveTo>
                  <a:lnTo>
                    <a:pt x="273379" y="0"/>
                  </a:lnTo>
                  <a:lnTo>
                    <a:pt x="273379" y="5405"/>
                  </a:lnTo>
                  <a:close/>
                  <a:moveTo>
                    <a:pt x="321227" y="2901"/>
                  </a:moveTo>
                  <a:lnTo>
                    <a:pt x="349932" y="8029"/>
                  </a:lnTo>
                  <a:lnTo>
                    <a:pt x="369076" y="5960"/>
                  </a:lnTo>
                  <a:close/>
                  <a:moveTo>
                    <a:pt x="369076" y="11724"/>
                  </a:moveTo>
                  <a:lnTo>
                    <a:pt x="369076" y="8029"/>
                  </a:lnTo>
                  <a:lnTo>
                    <a:pt x="349932" y="8029"/>
                  </a:lnTo>
                  <a:close/>
                  <a:moveTo>
                    <a:pt x="81111" y="689829"/>
                  </a:moveTo>
                  <a:lnTo>
                    <a:pt x="81983" y="690225"/>
                  </a:lnTo>
                  <a:lnTo>
                    <a:pt x="81983" y="689829"/>
                  </a:lnTo>
                  <a:close/>
                  <a:moveTo>
                    <a:pt x="369076" y="550104"/>
                  </a:moveTo>
                  <a:lnTo>
                    <a:pt x="369076" y="546292"/>
                  </a:lnTo>
                  <a:lnTo>
                    <a:pt x="349184" y="582176"/>
                  </a:lnTo>
                  <a:close/>
                  <a:moveTo>
                    <a:pt x="369076" y="546292"/>
                  </a:moveTo>
                  <a:lnTo>
                    <a:pt x="369076" y="550104"/>
                  </a:lnTo>
                  <a:lnTo>
                    <a:pt x="371611" y="546292"/>
                  </a:lnTo>
                  <a:close/>
                  <a:moveTo>
                    <a:pt x="416925" y="444350"/>
                  </a:moveTo>
                  <a:lnTo>
                    <a:pt x="416925" y="438639"/>
                  </a:lnTo>
                  <a:lnTo>
                    <a:pt x="410583" y="474523"/>
                  </a:lnTo>
                  <a:close/>
                  <a:moveTo>
                    <a:pt x="81983" y="429238"/>
                  </a:moveTo>
                  <a:lnTo>
                    <a:pt x="80284" y="438639"/>
                  </a:lnTo>
                  <a:lnTo>
                    <a:pt x="81983" y="438639"/>
                  </a:lnTo>
                  <a:close/>
                  <a:moveTo>
                    <a:pt x="81983" y="429238"/>
                  </a:moveTo>
                  <a:lnTo>
                    <a:pt x="81983" y="438639"/>
                  </a:lnTo>
                  <a:lnTo>
                    <a:pt x="85973" y="402755"/>
                  </a:lnTo>
                  <a:close/>
                  <a:moveTo>
                    <a:pt x="416925" y="438639"/>
                  </a:moveTo>
                  <a:lnTo>
                    <a:pt x="416925" y="444350"/>
                  </a:lnTo>
                  <a:lnTo>
                    <a:pt x="418226" y="438639"/>
                  </a:lnTo>
                  <a:close/>
                  <a:moveTo>
                    <a:pt x="416925" y="438639"/>
                  </a:moveTo>
                  <a:lnTo>
                    <a:pt x="418226" y="438639"/>
                  </a:lnTo>
                  <a:lnTo>
                    <a:pt x="416925" y="405792"/>
                  </a:lnTo>
                  <a:close/>
                  <a:moveTo>
                    <a:pt x="80659" y="366871"/>
                  </a:moveTo>
                  <a:lnTo>
                    <a:pt x="81983" y="375237"/>
                  </a:lnTo>
                  <a:lnTo>
                    <a:pt x="81983" y="366871"/>
                  </a:lnTo>
                  <a:close/>
                  <a:moveTo>
                    <a:pt x="69396" y="330987"/>
                  </a:moveTo>
                  <a:lnTo>
                    <a:pt x="80659" y="366871"/>
                  </a:lnTo>
                  <a:lnTo>
                    <a:pt x="81983" y="366871"/>
                  </a:lnTo>
                  <a:close/>
                  <a:moveTo>
                    <a:pt x="416925" y="230947"/>
                  </a:moveTo>
                  <a:lnTo>
                    <a:pt x="416925" y="223334"/>
                  </a:lnTo>
                  <a:lnTo>
                    <a:pt x="408593" y="259218"/>
                  </a:lnTo>
                  <a:close/>
                  <a:moveTo>
                    <a:pt x="416925" y="223334"/>
                  </a:moveTo>
                  <a:lnTo>
                    <a:pt x="416925" y="230947"/>
                  </a:lnTo>
                  <a:lnTo>
                    <a:pt x="419691" y="223334"/>
                  </a:lnTo>
                  <a:close/>
                  <a:moveTo>
                    <a:pt x="129832" y="114735"/>
                  </a:moveTo>
                  <a:lnTo>
                    <a:pt x="129265" y="115681"/>
                  </a:lnTo>
                  <a:lnTo>
                    <a:pt x="129832" y="115681"/>
                  </a:lnTo>
                  <a:close/>
                  <a:moveTo>
                    <a:pt x="129832" y="114735"/>
                  </a:moveTo>
                  <a:lnTo>
                    <a:pt x="129832" y="115681"/>
                  </a:lnTo>
                  <a:lnTo>
                    <a:pt x="151032" y="79797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3944" name="Candidate_B1__3943">
              <a:extLst>
                <a:ext uri="{FF2B5EF4-FFF2-40B4-BE49-F238E27FC236}">
                  <a16:creationId xmlns:a16="http://schemas.microsoft.com/office/drawing/2014/main" id="{98ED0AF5-7A89-3257-F072-B519583EC567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2723"/>
              <a:ext cx="459032" cy="699346"/>
            </a:xfrm>
            <a:custGeom>
              <a:avLst/>
              <a:gdLst/>
              <a:ahLst/>
              <a:cxnLst/>
              <a:rect l="0" t="0" r="0" b="0"/>
              <a:pathLst>
                <a:path w="459032" h="699346">
                  <a:moveTo>
                    <a:pt x="33315" y="658971"/>
                  </a:moveTo>
                  <a:lnTo>
                    <a:pt x="80291" y="686928"/>
                  </a:lnTo>
                  <a:lnTo>
                    <a:pt x="44602" y="651044"/>
                  </a:lnTo>
                  <a:close/>
                  <a:moveTo>
                    <a:pt x="81164" y="674101"/>
                  </a:moveTo>
                  <a:lnTo>
                    <a:pt x="80291" y="686928"/>
                  </a:lnTo>
                  <a:lnTo>
                    <a:pt x="81164" y="686928"/>
                  </a:lnTo>
                  <a:close/>
                  <a:moveTo>
                    <a:pt x="81164" y="687324"/>
                  </a:moveTo>
                  <a:lnTo>
                    <a:pt x="126609" y="686928"/>
                  </a:lnTo>
                  <a:lnTo>
                    <a:pt x="81164" y="686928"/>
                  </a:lnTo>
                  <a:close/>
                  <a:moveTo>
                    <a:pt x="129013" y="698957"/>
                  </a:moveTo>
                  <a:lnTo>
                    <a:pt x="129013" y="687513"/>
                  </a:lnTo>
                  <a:lnTo>
                    <a:pt x="81164" y="687324"/>
                  </a:lnTo>
                  <a:close/>
                  <a:moveTo>
                    <a:pt x="129013" y="698957"/>
                  </a:moveTo>
                  <a:lnTo>
                    <a:pt x="176862" y="699346"/>
                  </a:lnTo>
                  <a:lnTo>
                    <a:pt x="176862" y="687943"/>
                  </a:lnTo>
                  <a:close/>
                  <a:moveTo>
                    <a:pt x="224710" y="688858"/>
                  </a:moveTo>
                  <a:lnTo>
                    <a:pt x="224710" y="686928"/>
                  </a:lnTo>
                  <a:lnTo>
                    <a:pt x="176862" y="687943"/>
                  </a:lnTo>
                  <a:close/>
                  <a:moveTo>
                    <a:pt x="176862" y="699346"/>
                  </a:moveTo>
                  <a:lnTo>
                    <a:pt x="224710" y="688858"/>
                  </a:lnTo>
                  <a:lnTo>
                    <a:pt x="176862" y="687943"/>
                  </a:lnTo>
                  <a:close/>
                  <a:moveTo>
                    <a:pt x="224710" y="686928"/>
                  </a:moveTo>
                  <a:lnTo>
                    <a:pt x="224710" y="688858"/>
                  </a:lnTo>
                  <a:lnTo>
                    <a:pt x="229222" y="686928"/>
                  </a:lnTo>
                  <a:close/>
                  <a:moveTo>
                    <a:pt x="224710" y="686928"/>
                  </a:moveTo>
                  <a:lnTo>
                    <a:pt x="272559" y="665197"/>
                  </a:lnTo>
                  <a:lnTo>
                    <a:pt x="224710" y="676276"/>
                  </a:lnTo>
                  <a:close/>
                  <a:moveTo>
                    <a:pt x="229222" y="686928"/>
                  </a:moveTo>
                  <a:lnTo>
                    <a:pt x="272559" y="665197"/>
                  </a:lnTo>
                  <a:lnTo>
                    <a:pt x="224710" y="686928"/>
                  </a:lnTo>
                  <a:close/>
                  <a:moveTo>
                    <a:pt x="24410" y="651044"/>
                  </a:moveTo>
                  <a:lnTo>
                    <a:pt x="33315" y="658971"/>
                  </a:lnTo>
                  <a:lnTo>
                    <a:pt x="33315" y="651044"/>
                  </a:lnTo>
                  <a:close/>
                  <a:moveTo>
                    <a:pt x="2924" y="615160"/>
                  </a:moveTo>
                  <a:lnTo>
                    <a:pt x="24410" y="651044"/>
                  </a:lnTo>
                  <a:lnTo>
                    <a:pt x="19354" y="615160"/>
                  </a:lnTo>
                  <a:close/>
                  <a:moveTo>
                    <a:pt x="272559" y="651044"/>
                  </a:moveTo>
                  <a:lnTo>
                    <a:pt x="272559" y="665197"/>
                  </a:lnTo>
                  <a:lnTo>
                    <a:pt x="291078" y="651044"/>
                  </a:lnTo>
                  <a:close/>
                  <a:moveTo>
                    <a:pt x="272559" y="648972"/>
                  </a:moveTo>
                  <a:lnTo>
                    <a:pt x="320408" y="619331"/>
                  </a:lnTo>
                  <a:lnTo>
                    <a:pt x="320408" y="615160"/>
                  </a:lnTo>
                  <a:close/>
                  <a:moveTo>
                    <a:pt x="291078" y="651044"/>
                  </a:moveTo>
                  <a:lnTo>
                    <a:pt x="320408" y="619331"/>
                  </a:lnTo>
                  <a:lnTo>
                    <a:pt x="272559" y="651044"/>
                  </a:lnTo>
                  <a:close/>
                  <a:moveTo>
                    <a:pt x="0" y="579275"/>
                  </a:moveTo>
                  <a:lnTo>
                    <a:pt x="2924" y="615160"/>
                  </a:lnTo>
                  <a:lnTo>
                    <a:pt x="19354" y="615160"/>
                  </a:lnTo>
                  <a:close/>
                  <a:moveTo>
                    <a:pt x="320408" y="615160"/>
                  </a:moveTo>
                  <a:lnTo>
                    <a:pt x="320408" y="619331"/>
                  </a:lnTo>
                  <a:lnTo>
                    <a:pt x="323907" y="615160"/>
                  </a:lnTo>
                  <a:close/>
                  <a:moveTo>
                    <a:pt x="323907" y="615160"/>
                  </a:moveTo>
                  <a:lnTo>
                    <a:pt x="320408" y="588061"/>
                  </a:lnTo>
                  <a:lnTo>
                    <a:pt x="320408" y="615160"/>
                  </a:lnTo>
                  <a:close/>
                  <a:moveTo>
                    <a:pt x="348364" y="579275"/>
                  </a:moveTo>
                  <a:lnTo>
                    <a:pt x="325696" y="579275"/>
                  </a:lnTo>
                  <a:lnTo>
                    <a:pt x="323907" y="615160"/>
                  </a:lnTo>
                  <a:close/>
                  <a:moveTo>
                    <a:pt x="11560" y="543391"/>
                  </a:moveTo>
                  <a:lnTo>
                    <a:pt x="0" y="579275"/>
                  </a:lnTo>
                  <a:lnTo>
                    <a:pt x="16139" y="579275"/>
                  </a:lnTo>
                  <a:close/>
                  <a:moveTo>
                    <a:pt x="348364" y="579275"/>
                  </a:moveTo>
                  <a:lnTo>
                    <a:pt x="368257" y="543391"/>
                  </a:lnTo>
                  <a:lnTo>
                    <a:pt x="343929" y="543391"/>
                  </a:lnTo>
                  <a:close/>
                  <a:moveTo>
                    <a:pt x="33315" y="538307"/>
                  </a:moveTo>
                  <a:lnTo>
                    <a:pt x="33315" y="510417"/>
                  </a:lnTo>
                  <a:lnTo>
                    <a:pt x="11560" y="543391"/>
                  </a:lnTo>
                  <a:close/>
                  <a:moveTo>
                    <a:pt x="33315" y="510417"/>
                  </a:moveTo>
                  <a:lnTo>
                    <a:pt x="33315" y="538307"/>
                  </a:lnTo>
                  <a:lnTo>
                    <a:pt x="35243" y="507507"/>
                  </a:lnTo>
                  <a:close/>
                  <a:moveTo>
                    <a:pt x="368257" y="507507"/>
                  </a:moveTo>
                  <a:lnTo>
                    <a:pt x="370791" y="543391"/>
                  </a:lnTo>
                  <a:lnTo>
                    <a:pt x="393385" y="507507"/>
                  </a:lnTo>
                  <a:close/>
                  <a:moveTo>
                    <a:pt x="368257" y="507507"/>
                  </a:moveTo>
                  <a:lnTo>
                    <a:pt x="368257" y="543391"/>
                  </a:lnTo>
                  <a:lnTo>
                    <a:pt x="370791" y="543391"/>
                  </a:lnTo>
                  <a:close/>
                  <a:moveTo>
                    <a:pt x="35243" y="507507"/>
                  </a:moveTo>
                  <a:lnTo>
                    <a:pt x="56258" y="507507"/>
                  </a:lnTo>
                  <a:lnTo>
                    <a:pt x="60597" y="471623"/>
                  </a:lnTo>
                  <a:close/>
                  <a:moveTo>
                    <a:pt x="409764" y="471623"/>
                  </a:moveTo>
                  <a:lnTo>
                    <a:pt x="377608" y="471623"/>
                  </a:lnTo>
                  <a:lnTo>
                    <a:pt x="393385" y="507507"/>
                  </a:lnTo>
                  <a:close/>
                  <a:moveTo>
                    <a:pt x="79465" y="435739"/>
                  </a:moveTo>
                  <a:lnTo>
                    <a:pt x="81164" y="471623"/>
                  </a:lnTo>
                  <a:lnTo>
                    <a:pt x="81164" y="435739"/>
                  </a:lnTo>
                  <a:close/>
                  <a:moveTo>
                    <a:pt x="79465" y="435739"/>
                  </a:moveTo>
                  <a:lnTo>
                    <a:pt x="60597" y="471623"/>
                  </a:lnTo>
                  <a:lnTo>
                    <a:pt x="81164" y="471623"/>
                  </a:lnTo>
                  <a:close/>
                  <a:moveTo>
                    <a:pt x="409764" y="471623"/>
                  </a:moveTo>
                  <a:lnTo>
                    <a:pt x="416106" y="435739"/>
                  </a:lnTo>
                  <a:lnTo>
                    <a:pt x="385499" y="435739"/>
                  </a:lnTo>
                  <a:close/>
                  <a:moveTo>
                    <a:pt x="85154" y="399854"/>
                  </a:moveTo>
                  <a:lnTo>
                    <a:pt x="81164" y="435739"/>
                  </a:lnTo>
                  <a:lnTo>
                    <a:pt x="106209" y="435739"/>
                  </a:lnTo>
                  <a:close/>
                  <a:moveTo>
                    <a:pt x="416106" y="435739"/>
                  </a:moveTo>
                  <a:lnTo>
                    <a:pt x="416106" y="402891"/>
                  </a:lnTo>
                  <a:lnTo>
                    <a:pt x="385499" y="435739"/>
                  </a:lnTo>
                  <a:close/>
                  <a:moveTo>
                    <a:pt x="385499" y="435739"/>
                  </a:moveTo>
                  <a:lnTo>
                    <a:pt x="416106" y="402891"/>
                  </a:lnTo>
                  <a:lnTo>
                    <a:pt x="416001" y="399854"/>
                  </a:lnTo>
                  <a:close/>
                  <a:moveTo>
                    <a:pt x="81164" y="363970"/>
                  </a:moveTo>
                  <a:lnTo>
                    <a:pt x="81164" y="372336"/>
                  </a:lnTo>
                  <a:lnTo>
                    <a:pt x="102235" y="363970"/>
                  </a:lnTo>
                  <a:close/>
                  <a:moveTo>
                    <a:pt x="102235" y="363970"/>
                  </a:moveTo>
                  <a:lnTo>
                    <a:pt x="81164" y="372336"/>
                  </a:lnTo>
                  <a:lnTo>
                    <a:pt x="85154" y="399854"/>
                  </a:lnTo>
                  <a:close/>
                  <a:moveTo>
                    <a:pt x="385600" y="399854"/>
                  </a:moveTo>
                  <a:lnTo>
                    <a:pt x="416001" y="399854"/>
                  </a:lnTo>
                  <a:lnTo>
                    <a:pt x="409702" y="363970"/>
                  </a:lnTo>
                  <a:close/>
                  <a:moveTo>
                    <a:pt x="68577" y="328086"/>
                  </a:moveTo>
                  <a:lnTo>
                    <a:pt x="81164" y="363970"/>
                  </a:lnTo>
                  <a:lnTo>
                    <a:pt x="81164" y="328086"/>
                  </a:lnTo>
                  <a:close/>
                  <a:moveTo>
                    <a:pt x="382088" y="363970"/>
                  </a:moveTo>
                  <a:lnTo>
                    <a:pt x="409702" y="363970"/>
                  </a:lnTo>
                  <a:lnTo>
                    <a:pt x="404103" y="328086"/>
                  </a:lnTo>
                  <a:close/>
                  <a:moveTo>
                    <a:pt x="60559" y="292202"/>
                  </a:moveTo>
                  <a:lnTo>
                    <a:pt x="68577" y="328086"/>
                  </a:lnTo>
                  <a:lnTo>
                    <a:pt x="78485" y="292202"/>
                  </a:lnTo>
                  <a:close/>
                  <a:moveTo>
                    <a:pt x="380294" y="328086"/>
                  </a:moveTo>
                  <a:lnTo>
                    <a:pt x="404103" y="328086"/>
                  </a:lnTo>
                  <a:lnTo>
                    <a:pt x="403129" y="292202"/>
                  </a:lnTo>
                  <a:close/>
                  <a:moveTo>
                    <a:pt x="60668" y="256318"/>
                  </a:moveTo>
                  <a:lnTo>
                    <a:pt x="60559" y="292202"/>
                  </a:lnTo>
                  <a:lnTo>
                    <a:pt x="78485" y="292202"/>
                  </a:lnTo>
                  <a:close/>
                  <a:moveTo>
                    <a:pt x="382518" y="292202"/>
                  </a:moveTo>
                  <a:lnTo>
                    <a:pt x="403129" y="292202"/>
                  </a:lnTo>
                  <a:lnTo>
                    <a:pt x="407774" y="256318"/>
                  </a:lnTo>
                  <a:close/>
                  <a:moveTo>
                    <a:pt x="60668" y="256318"/>
                  </a:moveTo>
                  <a:lnTo>
                    <a:pt x="77897" y="256318"/>
                  </a:lnTo>
                  <a:lnTo>
                    <a:pt x="70512" y="220433"/>
                  </a:lnTo>
                  <a:close/>
                  <a:moveTo>
                    <a:pt x="407774" y="256318"/>
                  </a:moveTo>
                  <a:lnTo>
                    <a:pt x="416106" y="220433"/>
                  </a:lnTo>
                  <a:lnTo>
                    <a:pt x="398686" y="220433"/>
                  </a:lnTo>
                  <a:close/>
                  <a:moveTo>
                    <a:pt x="81164" y="199100"/>
                  </a:moveTo>
                  <a:lnTo>
                    <a:pt x="70512" y="220433"/>
                  </a:lnTo>
                  <a:lnTo>
                    <a:pt x="81164" y="220433"/>
                  </a:lnTo>
                  <a:close/>
                  <a:moveTo>
                    <a:pt x="81164" y="199100"/>
                  </a:moveTo>
                  <a:lnTo>
                    <a:pt x="81164" y="220433"/>
                  </a:lnTo>
                  <a:lnTo>
                    <a:pt x="88247" y="184549"/>
                  </a:lnTo>
                  <a:close/>
                  <a:moveTo>
                    <a:pt x="416106" y="184549"/>
                  </a:moveTo>
                  <a:lnTo>
                    <a:pt x="418872" y="220433"/>
                  </a:lnTo>
                  <a:lnTo>
                    <a:pt x="436206" y="184549"/>
                  </a:lnTo>
                  <a:close/>
                  <a:moveTo>
                    <a:pt x="416106" y="184549"/>
                  </a:moveTo>
                  <a:lnTo>
                    <a:pt x="416106" y="220433"/>
                  </a:lnTo>
                  <a:lnTo>
                    <a:pt x="418872" y="220433"/>
                  </a:lnTo>
                  <a:close/>
                  <a:moveTo>
                    <a:pt x="108035" y="148665"/>
                  </a:moveTo>
                  <a:lnTo>
                    <a:pt x="88247" y="184549"/>
                  </a:lnTo>
                  <a:lnTo>
                    <a:pt x="106647" y="184549"/>
                  </a:lnTo>
                  <a:close/>
                  <a:moveTo>
                    <a:pt x="451773" y="148665"/>
                  </a:moveTo>
                  <a:lnTo>
                    <a:pt x="429027" y="148665"/>
                  </a:lnTo>
                  <a:lnTo>
                    <a:pt x="436206" y="184549"/>
                  </a:lnTo>
                  <a:close/>
                  <a:moveTo>
                    <a:pt x="128445" y="112781"/>
                  </a:moveTo>
                  <a:lnTo>
                    <a:pt x="129013" y="148642"/>
                  </a:lnTo>
                  <a:lnTo>
                    <a:pt x="129013" y="112781"/>
                  </a:lnTo>
                  <a:close/>
                  <a:moveTo>
                    <a:pt x="108035" y="148665"/>
                  </a:moveTo>
                  <a:lnTo>
                    <a:pt x="128999" y="148665"/>
                  </a:lnTo>
                  <a:lnTo>
                    <a:pt x="128445" y="112781"/>
                  </a:lnTo>
                  <a:close/>
                  <a:moveTo>
                    <a:pt x="429027" y="148665"/>
                  </a:moveTo>
                  <a:lnTo>
                    <a:pt x="451773" y="148665"/>
                  </a:lnTo>
                  <a:lnTo>
                    <a:pt x="459032" y="112781"/>
                  </a:lnTo>
                  <a:close/>
                  <a:moveTo>
                    <a:pt x="150213" y="76896"/>
                  </a:moveTo>
                  <a:lnTo>
                    <a:pt x="129013" y="112781"/>
                  </a:lnTo>
                  <a:lnTo>
                    <a:pt x="150607" y="112781"/>
                  </a:lnTo>
                  <a:close/>
                  <a:moveTo>
                    <a:pt x="435799" y="112781"/>
                  </a:moveTo>
                  <a:lnTo>
                    <a:pt x="459032" y="112781"/>
                  </a:lnTo>
                  <a:lnTo>
                    <a:pt x="452860" y="76896"/>
                  </a:lnTo>
                  <a:close/>
                  <a:moveTo>
                    <a:pt x="176862" y="75035"/>
                  </a:moveTo>
                  <a:lnTo>
                    <a:pt x="176862" y="47291"/>
                  </a:lnTo>
                  <a:lnTo>
                    <a:pt x="150213" y="76896"/>
                  </a:lnTo>
                  <a:close/>
                  <a:moveTo>
                    <a:pt x="176862" y="47291"/>
                  </a:moveTo>
                  <a:lnTo>
                    <a:pt x="176862" y="75035"/>
                  </a:lnTo>
                  <a:lnTo>
                    <a:pt x="184235" y="41012"/>
                  </a:lnTo>
                  <a:close/>
                  <a:moveTo>
                    <a:pt x="427085" y="41012"/>
                  </a:moveTo>
                  <a:lnTo>
                    <a:pt x="416106" y="41012"/>
                  </a:lnTo>
                  <a:lnTo>
                    <a:pt x="427428" y="76896"/>
                  </a:lnTo>
                  <a:close/>
                  <a:moveTo>
                    <a:pt x="452860" y="76896"/>
                  </a:moveTo>
                  <a:lnTo>
                    <a:pt x="427085" y="41012"/>
                  </a:lnTo>
                  <a:lnTo>
                    <a:pt x="427428" y="76896"/>
                  </a:lnTo>
                  <a:close/>
                  <a:moveTo>
                    <a:pt x="224710" y="36498"/>
                  </a:moveTo>
                  <a:lnTo>
                    <a:pt x="224710" y="16565"/>
                  </a:lnTo>
                  <a:lnTo>
                    <a:pt x="184235" y="41012"/>
                  </a:lnTo>
                  <a:close/>
                  <a:moveTo>
                    <a:pt x="272559" y="5128"/>
                  </a:moveTo>
                  <a:lnTo>
                    <a:pt x="263001" y="5128"/>
                  </a:lnTo>
                  <a:lnTo>
                    <a:pt x="272559" y="20264"/>
                  </a:lnTo>
                  <a:close/>
                  <a:moveTo>
                    <a:pt x="272559" y="20264"/>
                  </a:moveTo>
                  <a:lnTo>
                    <a:pt x="263001" y="5128"/>
                  </a:lnTo>
                  <a:lnTo>
                    <a:pt x="224710" y="16565"/>
                  </a:lnTo>
                  <a:close/>
                  <a:moveTo>
                    <a:pt x="349113" y="5128"/>
                  </a:moveTo>
                  <a:lnTo>
                    <a:pt x="320408" y="5128"/>
                  </a:lnTo>
                  <a:lnTo>
                    <a:pt x="368257" y="8823"/>
                  </a:lnTo>
                  <a:close/>
                  <a:moveTo>
                    <a:pt x="368257" y="8823"/>
                  </a:moveTo>
                  <a:lnTo>
                    <a:pt x="320408" y="5128"/>
                  </a:lnTo>
                  <a:lnTo>
                    <a:pt x="320408" y="17637"/>
                  </a:lnTo>
                  <a:close/>
                  <a:moveTo>
                    <a:pt x="416106" y="32423"/>
                  </a:moveTo>
                  <a:lnTo>
                    <a:pt x="392431" y="41012"/>
                  </a:lnTo>
                  <a:lnTo>
                    <a:pt x="416106" y="41012"/>
                  </a:lnTo>
                  <a:close/>
                  <a:moveTo>
                    <a:pt x="368257" y="8823"/>
                  </a:moveTo>
                  <a:lnTo>
                    <a:pt x="368257" y="28244"/>
                  </a:lnTo>
                  <a:lnTo>
                    <a:pt x="416106" y="32423"/>
                  </a:lnTo>
                  <a:close/>
                  <a:moveTo>
                    <a:pt x="416106" y="41012"/>
                  </a:moveTo>
                  <a:lnTo>
                    <a:pt x="427085" y="41012"/>
                  </a:lnTo>
                  <a:lnTo>
                    <a:pt x="416106" y="32423"/>
                  </a:lnTo>
                  <a:close/>
                  <a:moveTo>
                    <a:pt x="272559" y="2505"/>
                  </a:moveTo>
                  <a:lnTo>
                    <a:pt x="263001" y="5128"/>
                  </a:lnTo>
                  <a:lnTo>
                    <a:pt x="272559" y="5128"/>
                  </a:lnTo>
                  <a:close/>
                  <a:moveTo>
                    <a:pt x="272559" y="5128"/>
                  </a:moveTo>
                  <a:lnTo>
                    <a:pt x="320408" y="0"/>
                  </a:lnTo>
                  <a:lnTo>
                    <a:pt x="272559" y="2505"/>
                  </a:lnTo>
                  <a:close/>
                  <a:moveTo>
                    <a:pt x="272559" y="5128"/>
                  </a:moveTo>
                  <a:lnTo>
                    <a:pt x="320408" y="5128"/>
                  </a:lnTo>
                  <a:lnTo>
                    <a:pt x="320408" y="0"/>
                  </a:lnTo>
                  <a:close/>
                  <a:moveTo>
                    <a:pt x="320408" y="5128"/>
                  </a:moveTo>
                  <a:lnTo>
                    <a:pt x="349113" y="5128"/>
                  </a:lnTo>
                  <a:lnTo>
                    <a:pt x="320408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3945" name="Candidate_B1__3944">
              <a:extLst>
                <a:ext uri="{FF2B5EF4-FFF2-40B4-BE49-F238E27FC236}">
                  <a16:creationId xmlns:a16="http://schemas.microsoft.com/office/drawing/2014/main" id="{B36AE2EB-2216-1567-272F-FF5419A0DED3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7851"/>
              <a:ext cx="459032" cy="693829"/>
            </a:xfrm>
            <a:custGeom>
              <a:avLst/>
              <a:gdLst/>
              <a:ahLst/>
              <a:cxnLst/>
              <a:rect l="0" t="0" r="0" b="0"/>
              <a:pathLst>
                <a:path w="459032" h="693829">
                  <a:moveTo>
                    <a:pt x="33315" y="645916"/>
                  </a:moveTo>
                  <a:lnTo>
                    <a:pt x="33315" y="653843"/>
                  </a:lnTo>
                  <a:lnTo>
                    <a:pt x="44602" y="645916"/>
                  </a:lnTo>
                  <a:close/>
                  <a:moveTo>
                    <a:pt x="44602" y="645916"/>
                  </a:moveTo>
                  <a:lnTo>
                    <a:pt x="80291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6609" y="681800"/>
                  </a:lnTo>
                  <a:lnTo>
                    <a:pt x="81164" y="682196"/>
                  </a:lnTo>
                  <a:close/>
                  <a:moveTo>
                    <a:pt x="81164" y="681800"/>
                  </a:moveTo>
                  <a:lnTo>
                    <a:pt x="126609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9013" y="693829"/>
                  </a:lnTo>
                  <a:lnTo>
                    <a:pt x="176862" y="682815"/>
                  </a:lnTo>
                  <a:close/>
                  <a:moveTo>
                    <a:pt x="176862" y="682815"/>
                  </a:moveTo>
                  <a:lnTo>
                    <a:pt x="224710" y="681800"/>
                  </a:lnTo>
                  <a:lnTo>
                    <a:pt x="181357" y="681800"/>
                  </a:lnTo>
                  <a:close/>
                  <a:moveTo>
                    <a:pt x="224710" y="671148"/>
                  </a:moveTo>
                  <a:lnTo>
                    <a:pt x="272559" y="660069"/>
                  </a:lnTo>
                  <a:lnTo>
                    <a:pt x="272559" y="645916"/>
                  </a:lnTo>
                  <a:close/>
                  <a:moveTo>
                    <a:pt x="181357" y="681800"/>
                  </a:moveTo>
                  <a:lnTo>
                    <a:pt x="224710" y="681800"/>
                  </a:lnTo>
                  <a:lnTo>
                    <a:pt x="224710" y="671148"/>
                  </a:lnTo>
                  <a:close/>
                  <a:moveTo>
                    <a:pt x="19354" y="610032"/>
                  </a:moveTo>
                  <a:lnTo>
                    <a:pt x="33315" y="645916"/>
                  </a:lnTo>
                  <a:lnTo>
                    <a:pt x="33315" y="632139"/>
                  </a:lnTo>
                  <a:close/>
                  <a:moveTo>
                    <a:pt x="24410" y="645916"/>
                  </a:moveTo>
                  <a:lnTo>
                    <a:pt x="33315" y="645916"/>
                  </a:lnTo>
                  <a:lnTo>
                    <a:pt x="19354" y="610032"/>
                  </a:lnTo>
                  <a:close/>
                  <a:moveTo>
                    <a:pt x="33315" y="645916"/>
                  </a:moveTo>
                  <a:lnTo>
                    <a:pt x="44602" y="645916"/>
                  </a:lnTo>
                  <a:lnTo>
                    <a:pt x="33315" y="632139"/>
                  </a:lnTo>
                  <a:close/>
                  <a:moveTo>
                    <a:pt x="272559" y="643844"/>
                  </a:moveTo>
                  <a:lnTo>
                    <a:pt x="320408" y="610032"/>
                  </a:lnTo>
                  <a:lnTo>
                    <a:pt x="303927" y="610032"/>
                  </a:lnTo>
                  <a:close/>
                  <a:moveTo>
                    <a:pt x="272559" y="645916"/>
                  </a:moveTo>
                  <a:lnTo>
                    <a:pt x="320408" y="614203"/>
                  </a:lnTo>
                  <a:lnTo>
                    <a:pt x="272559" y="643844"/>
                  </a:lnTo>
                  <a:close/>
                  <a:moveTo>
                    <a:pt x="0" y="574147"/>
                  </a:moveTo>
                  <a:lnTo>
                    <a:pt x="19354" y="610032"/>
                  </a:lnTo>
                  <a:lnTo>
                    <a:pt x="16139" y="574147"/>
                  </a:lnTo>
                  <a:close/>
                  <a:moveTo>
                    <a:pt x="325696" y="574147"/>
                  </a:moveTo>
                  <a:lnTo>
                    <a:pt x="320408" y="582932"/>
                  </a:lnTo>
                  <a:lnTo>
                    <a:pt x="323907" y="610032"/>
                  </a:lnTo>
                  <a:close/>
                  <a:moveTo>
                    <a:pt x="303927" y="610032"/>
                  </a:moveTo>
                  <a:lnTo>
                    <a:pt x="320408" y="610032"/>
                  </a:lnTo>
                  <a:lnTo>
                    <a:pt x="320408" y="582932"/>
                  </a:lnTo>
                  <a:close/>
                  <a:moveTo>
                    <a:pt x="11560" y="538263"/>
                  </a:moveTo>
                  <a:lnTo>
                    <a:pt x="16139" y="574147"/>
                  </a:lnTo>
                  <a:lnTo>
                    <a:pt x="29691" y="538263"/>
                  </a:lnTo>
                  <a:close/>
                  <a:moveTo>
                    <a:pt x="348364" y="574147"/>
                  </a:moveTo>
                  <a:lnTo>
                    <a:pt x="343929" y="538263"/>
                  </a:lnTo>
                  <a:lnTo>
                    <a:pt x="325696" y="574147"/>
                  </a:lnTo>
                  <a:close/>
                  <a:moveTo>
                    <a:pt x="33315" y="533179"/>
                  </a:moveTo>
                  <a:lnTo>
                    <a:pt x="11560" y="538263"/>
                  </a:lnTo>
                  <a:lnTo>
                    <a:pt x="29691" y="538263"/>
                  </a:lnTo>
                  <a:close/>
                  <a:moveTo>
                    <a:pt x="33315" y="533179"/>
                  </a:moveTo>
                  <a:lnTo>
                    <a:pt x="56258" y="502379"/>
                  </a:lnTo>
                  <a:lnTo>
                    <a:pt x="35243" y="502379"/>
                  </a:lnTo>
                  <a:close/>
                  <a:moveTo>
                    <a:pt x="368257" y="538263"/>
                  </a:moveTo>
                  <a:lnTo>
                    <a:pt x="368257" y="502379"/>
                  </a:lnTo>
                  <a:lnTo>
                    <a:pt x="343929" y="538263"/>
                  </a:lnTo>
                  <a:close/>
                  <a:moveTo>
                    <a:pt x="60597" y="466495"/>
                  </a:moveTo>
                  <a:lnTo>
                    <a:pt x="81164" y="472566"/>
                  </a:lnTo>
                  <a:lnTo>
                    <a:pt x="81164" y="466495"/>
                  </a:lnTo>
                  <a:close/>
                  <a:moveTo>
                    <a:pt x="56258" y="502379"/>
                  </a:moveTo>
                  <a:lnTo>
                    <a:pt x="81164" y="472566"/>
                  </a:lnTo>
                  <a:lnTo>
                    <a:pt x="60597" y="466495"/>
                  </a:lnTo>
                  <a:close/>
                  <a:moveTo>
                    <a:pt x="393385" y="502379"/>
                  </a:moveTo>
                  <a:lnTo>
                    <a:pt x="368257" y="488155"/>
                  </a:lnTo>
                  <a:lnTo>
                    <a:pt x="368257" y="502379"/>
                  </a:lnTo>
                  <a:close/>
                  <a:moveTo>
                    <a:pt x="377608" y="466495"/>
                  </a:moveTo>
                  <a:lnTo>
                    <a:pt x="368257" y="488155"/>
                  </a:lnTo>
                  <a:lnTo>
                    <a:pt x="393385" y="502379"/>
                  </a:lnTo>
                  <a:close/>
                  <a:moveTo>
                    <a:pt x="106209" y="430610"/>
                  </a:moveTo>
                  <a:lnTo>
                    <a:pt x="81164" y="430610"/>
                  </a:lnTo>
                  <a:lnTo>
                    <a:pt x="81164" y="466495"/>
                  </a:lnTo>
                  <a:close/>
                  <a:moveTo>
                    <a:pt x="409764" y="466495"/>
                  </a:moveTo>
                  <a:lnTo>
                    <a:pt x="385499" y="430610"/>
                  </a:lnTo>
                  <a:lnTo>
                    <a:pt x="377608" y="466495"/>
                  </a:lnTo>
                  <a:close/>
                  <a:moveTo>
                    <a:pt x="85154" y="394726"/>
                  </a:moveTo>
                  <a:lnTo>
                    <a:pt x="106209" y="430610"/>
                  </a:lnTo>
                  <a:lnTo>
                    <a:pt x="110676" y="394726"/>
                  </a:lnTo>
                  <a:close/>
                  <a:moveTo>
                    <a:pt x="385499" y="430610"/>
                  </a:moveTo>
                  <a:lnTo>
                    <a:pt x="416001" y="394726"/>
                  </a:lnTo>
                  <a:lnTo>
                    <a:pt x="385600" y="394726"/>
                  </a:lnTo>
                  <a:close/>
                  <a:moveTo>
                    <a:pt x="102235" y="358842"/>
                  </a:moveTo>
                  <a:lnTo>
                    <a:pt x="85154" y="394726"/>
                  </a:lnTo>
                  <a:lnTo>
                    <a:pt x="110676" y="394726"/>
                  </a:lnTo>
                  <a:close/>
                  <a:moveTo>
                    <a:pt x="382088" y="358842"/>
                  </a:moveTo>
                  <a:lnTo>
                    <a:pt x="385600" y="394726"/>
                  </a:lnTo>
                  <a:lnTo>
                    <a:pt x="409702" y="358842"/>
                  </a:lnTo>
                  <a:close/>
                  <a:moveTo>
                    <a:pt x="102235" y="358842"/>
                  </a:moveTo>
                  <a:lnTo>
                    <a:pt x="88534" y="322958"/>
                  </a:lnTo>
                  <a:lnTo>
                    <a:pt x="81164" y="358842"/>
                  </a:lnTo>
                  <a:close/>
                  <a:moveTo>
                    <a:pt x="88534" y="322958"/>
                  </a:moveTo>
                  <a:lnTo>
                    <a:pt x="81164" y="322958"/>
                  </a:lnTo>
                  <a:lnTo>
                    <a:pt x="81164" y="358842"/>
                  </a:lnTo>
                  <a:close/>
                  <a:moveTo>
                    <a:pt x="380294" y="322958"/>
                  </a:moveTo>
                  <a:lnTo>
                    <a:pt x="382088" y="358842"/>
                  </a:lnTo>
                  <a:lnTo>
                    <a:pt x="404103" y="322958"/>
                  </a:lnTo>
                  <a:close/>
                  <a:moveTo>
                    <a:pt x="78485" y="287074"/>
                  </a:moveTo>
                  <a:lnTo>
                    <a:pt x="81164" y="322958"/>
                  </a:lnTo>
                  <a:lnTo>
                    <a:pt x="81164" y="296483"/>
                  </a:lnTo>
                  <a:close/>
                  <a:moveTo>
                    <a:pt x="68577" y="322958"/>
                  </a:moveTo>
                  <a:lnTo>
                    <a:pt x="81164" y="322958"/>
                  </a:lnTo>
                  <a:lnTo>
                    <a:pt x="78485" y="287074"/>
                  </a:lnTo>
                  <a:close/>
                  <a:moveTo>
                    <a:pt x="81164" y="322958"/>
                  </a:moveTo>
                  <a:lnTo>
                    <a:pt x="88534" y="322958"/>
                  </a:lnTo>
                  <a:lnTo>
                    <a:pt x="81164" y="296483"/>
                  </a:lnTo>
                  <a:close/>
                  <a:moveTo>
                    <a:pt x="382518" y="287074"/>
                  </a:moveTo>
                  <a:lnTo>
                    <a:pt x="380294" y="322958"/>
                  </a:lnTo>
                  <a:lnTo>
                    <a:pt x="403129" y="287074"/>
                  </a:lnTo>
                  <a:close/>
                  <a:moveTo>
                    <a:pt x="60668" y="251189"/>
                  </a:moveTo>
                  <a:lnTo>
                    <a:pt x="78485" y="287074"/>
                  </a:lnTo>
                  <a:lnTo>
                    <a:pt x="77897" y="251189"/>
                  </a:lnTo>
                  <a:close/>
                  <a:moveTo>
                    <a:pt x="388534" y="251189"/>
                  </a:moveTo>
                  <a:lnTo>
                    <a:pt x="382518" y="287074"/>
                  </a:lnTo>
                  <a:lnTo>
                    <a:pt x="407774" y="251189"/>
                  </a:lnTo>
                  <a:close/>
                  <a:moveTo>
                    <a:pt x="70512" y="215305"/>
                  </a:moveTo>
                  <a:lnTo>
                    <a:pt x="81164" y="240047"/>
                  </a:lnTo>
                  <a:lnTo>
                    <a:pt x="81164" y="215305"/>
                  </a:lnTo>
                  <a:close/>
                  <a:moveTo>
                    <a:pt x="77897" y="251189"/>
                  </a:moveTo>
                  <a:lnTo>
                    <a:pt x="81164" y="240047"/>
                  </a:lnTo>
                  <a:lnTo>
                    <a:pt x="70512" y="215305"/>
                  </a:lnTo>
                  <a:close/>
                  <a:moveTo>
                    <a:pt x="407774" y="251189"/>
                  </a:moveTo>
                  <a:lnTo>
                    <a:pt x="398686" y="215305"/>
                  </a:lnTo>
                  <a:lnTo>
                    <a:pt x="388534" y="251189"/>
                  </a:lnTo>
                  <a:close/>
                  <a:moveTo>
                    <a:pt x="88247" y="179421"/>
                  </a:moveTo>
                  <a:lnTo>
                    <a:pt x="81164" y="215305"/>
                  </a:lnTo>
                  <a:lnTo>
                    <a:pt x="88176" y="215305"/>
                  </a:lnTo>
                  <a:close/>
                  <a:moveTo>
                    <a:pt x="88247" y="179421"/>
                  </a:moveTo>
                  <a:lnTo>
                    <a:pt x="88176" y="215305"/>
                  </a:lnTo>
                  <a:lnTo>
                    <a:pt x="106647" y="179421"/>
                  </a:lnTo>
                  <a:close/>
                  <a:moveTo>
                    <a:pt x="81164" y="215305"/>
                  </a:moveTo>
                  <a:lnTo>
                    <a:pt x="81164" y="240047"/>
                  </a:lnTo>
                  <a:lnTo>
                    <a:pt x="88176" y="215305"/>
                  </a:lnTo>
                  <a:close/>
                  <a:moveTo>
                    <a:pt x="416106" y="215305"/>
                  </a:moveTo>
                  <a:lnTo>
                    <a:pt x="416106" y="179421"/>
                  </a:lnTo>
                  <a:lnTo>
                    <a:pt x="398686" y="215305"/>
                  </a:lnTo>
                  <a:close/>
                  <a:moveTo>
                    <a:pt x="108035" y="143537"/>
                  </a:moveTo>
                  <a:lnTo>
                    <a:pt x="106647" y="179421"/>
                  </a:lnTo>
                  <a:lnTo>
                    <a:pt x="128999" y="143537"/>
                  </a:lnTo>
                  <a:close/>
                  <a:moveTo>
                    <a:pt x="436206" y="179421"/>
                  </a:moveTo>
                  <a:lnTo>
                    <a:pt x="416106" y="173106"/>
                  </a:lnTo>
                  <a:lnTo>
                    <a:pt x="416106" y="179421"/>
                  </a:lnTo>
                  <a:close/>
                  <a:moveTo>
                    <a:pt x="429027" y="143537"/>
                  </a:moveTo>
                  <a:lnTo>
                    <a:pt x="416106" y="173106"/>
                  </a:lnTo>
                  <a:lnTo>
                    <a:pt x="436206" y="179421"/>
                  </a:lnTo>
                  <a:close/>
                  <a:moveTo>
                    <a:pt x="128999" y="143537"/>
                  </a:moveTo>
                  <a:lnTo>
                    <a:pt x="129013" y="143514"/>
                  </a:lnTo>
                  <a:lnTo>
                    <a:pt x="128445" y="107653"/>
                  </a:lnTo>
                  <a:close/>
                  <a:moveTo>
                    <a:pt x="435799" y="107653"/>
                  </a:moveTo>
                  <a:lnTo>
                    <a:pt x="429027" y="143537"/>
                  </a:lnTo>
                  <a:lnTo>
                    <a:pt x="459032" y="107653"/>
                  </a:lnTo>
                  <a:close/>
                  <a:moveTo>
                    <a:pt x="150213" y="71768"/>
                  </a:moveTo>
                  <a:lnTo>
                    <a:pt x="150607" y="107653"/>
                  </a:lnTo>
                  <a:lnTo>
                    <a:pt x="175172" y="71768"/>
                  </a:lnTo>
                  <a:close/>
                  <a:moveTo>
                    <a:pt x="129013" y="107653"/>
                  </a:moveTo>
                  <a:lnTo>
                    <a:pt x="129013" y="143514"/>
                  </a:lnTo>
                  <a:lnTo>
                    <a:pt x="150607" y="107653"/>
                  </a:lnTo>
                  <a:close/>
                  <a:moveTo>
                    <a:pt x="427428" y="71768"/>
                  </a:moveTo>
                  <a:lnTo>
                    <a:pt x="435799" y="107653"/>
                  </a:lnTo>
                  <a:lnTo>
                    <a:pt x="452860" y="71768"/>
                  </a:lnTo>
                  <a:close/>
                  <a:moveTo>
                    <a:pt x="176862" y="69907"/>
                  </a:moveTo>
                  <a:lnTo>
                    <a:pt x="150213" y="71768"/>
                  </a:lnTo>
                  <a:lnTo>
                    <a:pt x="175172" y="71768"/>
                  </a:lnTo>
                  <a:close/>
                  <a:moveTo>
                    <a:pt x="176862" y="69907"/>
                  </a:moveTo>
                  <a:lnTo>
                    <a:pt x="217216" y="35884"/>
                  </a:lnTo>
                  <a:lnTo>
                    <a:pt x="184235" y="35884"/>
                  </a:lnTo>
                  <a:close/>
                  <a:moveTo>
                    <a:pt x="427428" y="71768"/>
                  </a:moveTo>
                  <a:lnTo>
                    <a:pt x="416106" y="35884"/>
                  </a:lnTo>
                  <a:lnTo>
                    <a:pt x="416106" y="57119"/>
                  </a:lnTo>
                  <a:close/>
                  <a:moveTo>
                    <a:pt x="224710" y="31370"/>
                  </a:moveTo>
                  <a:lnTo>
                    <a:pt x="184235" y="35884"/>
                  </a:lnTo>
                  <a:lnTo>
                    <a:pt x="217216" y="35884"/>
                  </a:lnTo>
                  <a:close/>
                  <a:moveTo>
                    <a:pt x="272559" y="15136"/>
                  </a:moveTo>
                  <a:lnTo>
                    <a:pt x="224710" y="11437"/>
                  </a:lnTo>
                  <a:lnTo>
                    <a:pt x="224710" y="31370"/>
                  </a:lnTo>
                  <a:close/>
                  <a:moveTo>
                    <a:pt x="368257" y="3695"/>
                  </a:moveTo>
                  <a:lnTo>
                    <a:pt x="320408" y="12509"/>
                  </a:lnTo>
                  <a:lnTo>
                    <a:pt x="368257" y="23116"/>
                  </a:lnTo>
                  <a:close/>
                  <a:moveTo>
                    <a:pt x="368257" y="23116"/>
                  </a:moveTo>
                  <a:lnTo>
                    <a:pt x="392431" y="35884"/>
                  </a:lnTo>
                  <a:lnTo>
                    <a:pt x="416106" y="27294"/>
                  </a:lnTo>
                  <a:close/>
                  <a:moveTo>
                    <a:pt x="416106" y="57119"/>
                  </a:moveTo>
                  <a:lnTo>
                    <a:pt x="416106" y="35884"/>
                  </a:lnTo>
                  <a:lnTo>
                    <a:pt x="392431" y="35884"/>
                  </a:lnTo>
                  <a:close/>
                  <a:moveTo>
                    <a:pt x="320408" y="0"/>
                  </a:moveTo>
                  <a:lnTo>
                    <a:pt x="272559" y="0"/>
                  </a:lnTo>
                  <a:lnTo>
                    <a:pt x="320408" y="12509"/>
                  </a:lnTo>
                  <a:close/>
                  <a:moveTo>
                    <a:pt x="272559" y="0"/>
                  </a:moveTo>
                  <a:lnTo>
                    <a:pt x="272559" y="15136"/>
                  </a:lnTo>
                  <a:lnTo>
                    <a:pt x="320408" y="12509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3946" name="Candidate_B1__3945">
              <a:extLst>
                <a:ext uri="{FF2B5EF4-FFF2-40B4-BE49-F238E27FC236}">
                  <a16:creationId xmlns:a16="http://schemas.microsoft.com/office/drawing/2014/main" id="{309C3DD6-EBC5-98CD-8C2C-C1DF4D5A58C6}"/>
                </a:ext>
              </a:extLst>
            </p:cNvPr>
            <p:cNvSpPr>
              <a:spLocks noGrp="1"/>
            </p:cNvSpPr>
            <p:nvPr/>
          </p:nvSpPr>
          <p:spPr>
            <a:xfrm>
              <a:off x="4117471" y="2280360"/>
              <a:ext cx="419659" cy="670306"/>
            </a:xfrm>
            <a:custGeom>
              <a:avLst/>
              <a:gdLst/>
              <a:ahLst/>
              <a:cxnLst/>
              <a:rect l="0" t="0" r="0" b="0"/>
              <a:pathLst>
                <a:path w="419659" h="670306">
                  <a:moveTo>
                    <a:pt x="208571" y="658639"/>
                  </a:moveTo>
                  <a:lnTo>
                    <a:pt x="256420" y="633407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3407"/>
                  </a:lnTo>
                  <a:lnTo>
                    <a:pt x="256420" y="631335"/>
                  </a:lnTo>
                  <a:close/>
                  <a:moveTo>
                    <a:pt x="352118" y="489870"/>
                  </a:moveTo>
                  <a:lnTo>
                    <a:pt x="345795" y="489870"/>
                  </a:lnTo>
                  <a:lnTo>
                    <a:pt x="327789" y="525754"/>
                  </a:lnTo>
                  <a:close/>
                  <a:moveTo>
                    <a:pt x="345795" y="489870"/>
                  </a:moveTo>
                  <a:lnTo>
                    <a:pt x="352118" y="489870"/>
                  </a:lnTo>
                  <a:lnTo>
                    <a:pt x="352118" y="475646"/>
                  </a:lnTo>
                  <a:close/>
                  <a:moveTo>
                    <a:pt x="70267" y="453986"/>
                  </a:moveTo>
                  <a:lnTo>
                    <a:pt x="90070" y="418102"/>
                  </a:lnTo>
                  <a:lnTo>
                    <a:pt x="65025" y="453986"/>
                  </a:lnTo>
                  <a:close/>
                  <a:moveTo>
                    <a:pt x="65025" y="453986"/>
                  </a:moveTo>
                  <a:lnTo>
                    <a:pt x="65025" y="460057"/>
                  </a:lnTo>
                  <a:lnTo>
                    <a:pt x="70267" y="453986"/>
                  </a:lnTo>
                  <a:close/>
                  <a:moveTo>
                    <a:pt x="399966" y="166912"/>
                  </a:moveTo>
                  <a:lnTo>
                    <a:pt x="397328" y="166912"/>
                  </a:lnTo>
                  <a:lnTo>
                    <a:pt x="382547" y="202796"/>
                  </a:lnTo>
                  <a:close/>
                  <a:moveTo>
                    <a:pt x="397328" y="166912"/>
                  </a:moveTo>
                  <a:lnTo>
                    <a:pt x="399966" y="166912"/>
                  </a:lnTo>
                  <a:lnTo>
                    <a:pt x="399966" y="160597"/>
                  </a:lnTo>
                  <a:close/>
                  <a:moveTo>
                    <a:pt x="110470" y="669291"/>
                  </a:moveTo>
                  <a:lnTo>
                    <a:pt x="112874" y="669876"/>
                  </a:lnTo>
                  <a:lnTo>
                    <a:pt x="112874" y="669291"/>
                  </a:lnTo>
                  <a:close/>
                  <a:moveTo>
                    <a:pt x="65025" y="656464"/>
                  </a:moveTo>
                  <a:lnTo>
                    <a:pt x="110470" y="669291"/>
                  </a:lnTo>
                  <a:lnTo>
                    <a:pt x="87484" y="633407"/>
                  </a:lnTo>
                  <a:close/>
                  <a:moveTo>
                    <a:pt x="112874" y="642072"/>
                  </a:moveTo>
                  <a:lnTo>
                    <a:pt x="110470" y="669291"/>
                  </a:lnTo>
                  <a:lnTo>
                    <a:pt x="112874" y="669291"/>
                  </a:lnTo>
                  <a:close/>
                  <a:moveTo>
                    <a:pt x="160723" y="669291"/>
                  </a:moveTo>
                  <a:lnTo>
                    <a:pt x="112874" y="669876"/>
                  </a:lnTo>
                  <a:lnTo>
                    <a:pt x="160723" y="670306"/>
                  </a:lnTo>
                  <a:close/>
                  <a:moveTo>
                    <a:pt x="160723" y="669291"/>
                  </a:moveTo>
                  <a:lnTo>
                    <a:pt x="112874" y="669291"/>
                  </a:lnTo>
                  <a:lnTo>
                    <a:pt x="112874" y="669876"/>
                  </a:lnTo>
                  <a:close/>
                  <a:moveTo>
                    <a:pt x="112874" y="669291"/>
                  </a:moveTo>
                  <a:lnTo>
                    <a:pt x="160723" y="669291"/>
                  </a:lnTo>
                  <a:lnTo>
                    <a:pt x="112874" y="642072"/>
                  </a:lnTo>
                  <a:close/>
                  <a:moveTo>
                    <a:pt x="160723" y="669291"/>
                  </a:moveTo>
                  <a:lnTo>
                    <a:pt x="160723" y="670306"/>
                  </a:lnTo>
                  <a:lnTo>
                    <a:pt x="165218" y="669291"/>
                  </a:lnTo>
                  <a:close/>
                  <a:moveTo>
                    <a:pt x="160723" y="669291"/>
                  </a:moveTo>
                  <a:lnTo>
                    <a:pt x="208571" y="658639"/>
                  </a:lnTo>
                  <a:lnTo>
                    <a:pt x="160723" y="642971"/>
                  </a:lnTo>
                  <a:close/>
                  <a:moveTo>
                    <a:pt x="165218" y="669291"/>
                  </a:moveTo>
                  <a:lnTo>
                    <a:pt x="208571" y="658639"/>
                  </a:lnTo>
                  <a:lnTo>
                    <a:pt x="160723" y="669291"/>
                  </a:lnTo>
                  <a:close/>
                  <a:moveTo>
                    <a:pt x="28463" y="633407"/>
                  </a:moveTo>
                  <a:lnTo>
                    <a:pt x="65025" y="656464"/>
                  </a:lnTo>
                  <a:lnTo>
                    <a:pt x="65025" y="633407"/>
                  </a:lnTo>
                  <a:close/>
                  <a:moveTo>
                    <a:pt x="17176" y="619630"/>
                  </a:moveTo>
                  <a:lnTo>
                    <a:pt x="28463" y="633407"/>
                  </a:lnTo>
                  <a:lnTo>
                    <a:pt x="44528" y="597523"/>
                  </a:lnTo>
                  <a:close/>
                  <a:moveTo>
                    <a:pt x="208571" y="633407"/>
                  </a:moveTo>
                  <a:lnTo>
                    <a:pt x="208571" y="658639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1335"/>
                  </a:lnTo>
                  <a:lnTo>
                    <a:pt x="208571" y="633407"/>
                  </a:lnTo>
                  <a:close/>
                  <a:moveTo>
                    <a:pt x="3215" y="597523"/>
                  </a:moveTo>
                  <a:lnTo>
                    <a:pt x="17176" y="619630"/>
                  </a:lnTo>
                  <a:lnTo>
                    <a:pt x="17176" y="597523"/>
                  </a:lnTo>
                  <a:close/>
                  <a:moveTo>
                    <a:pt x="0" y="561638"/>
                  </a:moveTo>
                  <a:lnTo>
                    <a:pt x="17176" y="597523"/>
                  </a:lnTo>
                  <a:lnTo>
                    <a:pt x="17176" y="561638"/>
                  </a:lnTo>
                  <a:close/>
                  <a:moveTo>
                    <a:pt x="0" y="561638"/>
                  </a:moveTo>
                  <a:lnTo>
                    <a:pt x="3215" y="597523"/>
                  </a:lnTo>
                  <a:lnTo>
                    <a:pt x="17176" y="597523"/>
                  </a:lnTo>
                  <a:close/>
                  <a:moveTo>
                    <a:pt x="256420" y="597523"/>
                  </a:moveTo>
                  <a:lnTo>
                    <a:pt x="256420" y="631335"/>
                  </a:lnTo>
                  <a:lnTo>
                    <a:pt x="287787" y="597523"/>
                  </a:lnTo>
                  <a:close/>
                  <a:moveTo>
                    <a:pt x="287787" y="597523"/>
                  </a:moveTo>
                  <a:lnTo>
                    <a:pt x="304269" y="570424"/>
                  </a:lnTo>
                  <a:lnTo>
                    <a:pt x="256420" y="597523"/>
                  </a:lnTo>
                  <a:close/>
                  <a:moveTo>
                    <a:pt x="13552" y="525754"/>
                  </a:moveTo>
                  <a:lnTo>
                    <a:pt x="17176" y="561638"/>
                  </a:lnTo>
                  <a:lnTo>
                    <a:pt x="17176" y="525754"/>
                  </a:lnTo>
                  <a:close/>
                  <a:moveTo>
                    <a:pt x="13552" y="525754"/>
                  </a:moveTo>
                  <a:lnTo>
                    <a:pt x="0" y="561638"/>
                  </a:lnTo>
                  <a:lnTo>
                    <a:pt x="17176" y="561638"/>
                  </a:lnTo>
                  <a:close/>
                  <a:moveTo>
                    <a:pt x="304269" y="561638"/>
                  </a:moveTo>
                  <a:lnTo>
                    <a:pt x="304269" y="570424"/>
                  </a:lnTo>
                  <a:lnTo>
                    <a:pt x="309556" y="561638"/>
                  </a:lnTo>
                  <a:close/>
                  <a:moveTo>
                    <a:pt x="304269" y="525754"/>
                  </a:moveTo>
                  <a:lnTo>
                    <a:pt x="309556" y="561638"/>
                  </a:lnTo>
                  <a:lnTo>
                    <a:pt x="327789" y="525754"/>
                  </a:lnTo>
                  <a:close/>
                  <a:moveTo>
                    <a:pt x="304269" y="525754"/>
                  </a:moveTo>
                  <a:lnTo>
                    <a:pt x="304269" y="561638"/>
                  </a:lnTo>
                  <a:lnTo>
                    <a:pt x="309556" y="561638"/>
                  </a:lnTo>
                  <a:close/>
                  <a:moveTo>
                    <a:pt x="17176" y="520670"/>
                  </a:moveTo>
                  <a:lnTo>
                    <a:pt x="13552" y="525754"/>
                  </a:lnTo>
                  <a:lnTo>
                    <a:pt x="17176" y="525754"/>
                  </a:lnTo>
                  <a:close/>
                  <a:moveTo>
                    <a:pt x="40119" y="489870"/>
                  </a:moveTo>
                  <a:lnTo>
                    <a:pt x="17176" y="520670"/>
                  </a:lnTo>
                  <a:lnTo>
                    <a:pt x="65025" y="515575"/>
                  </a:lnTo>
                  <a:close/>
                  <a:moveTo>
                    <a:pt x="304269" y="489870"/>
                  </a:moveTo>
                  <a:lnTo>
                    <a:pt x="327789" y="525754"/>
                  </a:lnTo>
                  <a:lnTo>
                    <a:pt x="345795" y="489870"/>
                  </a:lnTo>
                  <a:close/>
                  <a:moveTo>
                    <a:pt x="65025" y="460057"/>
                  </a:moveTo>
                  <a:lnTo>
                    <a:pt x="40119" y="489870"/>
                  </a:lnTo>
                  <a:lnTo>
                    <a:pt x="65025" y="489870"/>
                  </a:lnTo>
                  <a:close/>
                  <a:moveTo>
                    <a:pt x="70267" y="453986"/>
                  </a:moveTo>
                  <a:lnTo>
                    <a:pt x="65025" y="460057"/>
                  </a:lnTo>
                  <a:lnTo>
                    <a:pt x="112874" y="470550"/>
                  </a:lnTo>
                  <a:close/>
                  <a:moveTo>
                    <a:pt x="352118" y="453986"/>
                  </a:moveTo>
                  <a:lnTo>
                    <a:pt x="345795" y="489870"/>
                  </a:lnTo>
                  <a:lnTo>
                    <a:pt x="352118" y="475646"/>
                  </a:lnTo>
                  <a:close/>
                  <a:moveTo>
                    <a:pt x="304269" y="489870"/>
                  </a:moveTo>
                  <a:lnTo>
                    <a:pt x="345795" y="489870"/>
                  </a:lnTo>
                  <a:lnTo>
                    <a:pt x="352118" y="453986"/>
                  </a:lnTo>
                  <a:close/>
                  <a:moveTo>
                    <a:pt x="90070" y="418102"/>
                  </a:moveTo>
                  <a:lnTo>
                    <a:pt x="70267" y="453986"/>
                  </a:lnTo>
                  <a:lnTo>
                    <a:pt x="112874" y="453986"/>
                  </a:lnTo>
                  <a:close/>
                  <a:moveTo>
                    <a:pt x="352118" y="453986"/>
                  </a:moveTo>
                  <a:lnTo>
                    <a:pt x="352118" y="475646"/>
                  </a:lnTo>
                  <a:lnTo>
                    <a:pt x="361469" y="453986"/>
                  </a:lnTo>
                  <a:close/>
                  <a:moveTo>
                    <a:pt x="352118" y="418102"/>
                  </a:moveTo>
                  <a:lnTo>
                    <a:pt x="361469" y="453986"/>
                  </a:lnTo>
                  <a:lnTo>
                    <a:pt x="369359" y="418102"/>
                  </a:lnTo>
                  <a:close/>
                  <a:moveTo>
                    <a:pt x="352118" y="418102"/>
                  </a:moveTo>
                  <a:lnTo>
                    <a:pt x="352118" y="453986"/>
                  </a:lnTo>
                  <a:lnTo>
                    <a:pt x="361469" y="453986"/>
                  </a:lnTo>
                  <a:close/>
                  <a:moveTo>
                    <a:pt x="94537" y="382217"/>
                  </a:moveTo>
                  <a:lnTo>
                    <a:pt x="112874" y="418102"/>
                  </a:lnTo>
                  <a:lnTo>
                    <a:pt x="112874" y="382217"/>
                  </a:lnTo>
                  <a:close/>
                  <a:moveTo>
                    <a:pt x="94537" y="382217"/>
                  </a:moveTo>
                  <a:lnTo>
                    <a:pt x="90070" y="418102"/>
                  </a:lnTo>
                  <a:lnTo>
                    <a:pt x="112874" y="418102"/>
                  </a:lnTo>
                  <a:close/>
                  <a:moveTo>
                    <a:pt x="352118" y="382217"/>
                  </a:moveTo>
                  <a:lnTo>
                    <a:pt x="369359" y="418102"/>
                  </a:lnTo>
                  <a:lnTo>
                    <a:pt x="369461" y="382217"/>
                  </a:lnTo>
                  <a:close/>
                  <a:moveTo>
                    <a:pt x="352118" y="382217"/>
                  </a:moveTo>
                  <a:lnTo>
                    <a:pt x="352118" y="418102"/>
                  </a:lnTo>
                  <a:lnTo>
                    <a:pt x="369359" y="418102"/>
                  </a:lnTo>
                  <a:close/>
                  <a:moveTo>
                    <a:pt x="86096" y="346333"/>
                  </a:moveTo>
                  <a:lnTo>
                    <a:pt x="112874" y="382217"/>
                  </a:lnTo>
                  <a:lnTo>
                    <a:pt x="112874" y="346333"/>
                  </a:lnTo>
                  <a:close/>
                  <a:moveTo>
                    <a:pt x="86096" y="346333"/>
                  </a:moveTo>
                  <a:lnTo>
                    <a:pt x="94537" y="382217"/>
                  </a:lnTo>
                  <a:lnTo>
                    <a:pt x="112874" y="382217"/>
                  </a:lnTo>
                  <a:close/>
                  <a:moveTo>
                    <a:pt x="352118" y="346333"/>
                  </a:moveTo>
                  <a:lnTo>
                    <a:pt x="369461" y="382217"/>
                  </a:lnTo>
                  <a:lnTo>
                    <a:pt x="365949" y="346333"/>
                  </a:lnTo>
                  <a:close/>
                  <a:moveTo>
                    <a:pt x="352118" y="346333"/>
                  </a:moveTo>
                  <a:lnTo>
                    <a:pt x="352118" y="382217"/>
                  </a:lnTo>
                  <a:lnTo>
                    <a:pt x="369461" y="382217"/>
                  </a:lnTo>
                  <a:close/>
                  <a:moveTo>
                    <a:pt x="72395" y="310449"/>
                  </a:moveTo>
                  <a:lnTo>
                    <a:pt x="86096" y="346333"/>
                  </a:lnTo>
                  <a:lnTo>
                    <a:pt x="112874" y="346333"/>
                  </a:lnTo>
                  <a:close/>
                  <a:moveTo>
                    <a:pt x="352118" y="310449"/>
                  </a:moveTo>
                  <a:lnTo>
                    <a:pt x="365949" y="346333"/>
                  </a:lnTo>
                  <a:lnTo>
                    <a:pt x="364155" y="310449"/>
                  </a:lnTo>
                  <a:close/>
                  <a:moveTo>
                    <a:pt x="352118" y="310449"/>
                  </a:moveTo>
                  <a:lnTo>
                    <a:pt x="352118" y="346333"/>
                  </a:lnTo>
                  <a:lnTo>
                    <a:pt x="365949" y="346333"/>
                  </a:lnTo>
                  <a:close/>
                  <a:moveTo>
                    <a:pt x="65025" y="283974"/>
                  </a:moveTo>
                  <a:lnTo>
                    <a:pt x="72395" y="310449"/>
                  </a:lnTo>
                  <a:lnTo>
                    <a:pt x="102013" y="274565"/>
                  </a:lnTo>
                  <a:close/>
                  <a:moveTo>
                    <a:pt x="352118" y="274565"/>
                  </a:moveTo>
                  <a:lnTo>
                    <a:pt x="364155" y="310449"/>
                  </a:lnTo>
                  <a:lnTo>
                    <a:pt x="366379" y="274565"/>
                  </a:lnTo>
                  <a:close/>
                  <a:moveTo>
                    <a:pt x="352118" y="274565"/>
                  </a:moveTo>
                  <a:lnTo>
                    <a:pt x="352118" y="310449"/>
                  </a:lnTo>
                  <a:lnTo>
                    <a:pt x="364155" y="310449"/>
                  </a:lnTo>
                  <a:close/>
                  <a:moveTo>
                    <a:pt x="62345" y="274565"/>
                  </a:moveTo>
                  <a:lnTo>
                    <a:pt x="65025" y="283974"/>
                  </a:lnTo>
                  <a:lnTo>
                    <a:pt x="65025" y="274565"/>
                  </a:lnTo>
                  <a:close/>
                  <a:moveTo>
                    <a:pt x="61758" y="238681"/>
                  </a:moveTo>
                  <a:lnTo>
                    <a:pt x="65025" y="274565"/>
                  </a:lnTo>
                  <a:lnTo>
                    <a:pt x="65025" y="238681"/>
                  </a:lnTo>
                  <a:close/>
                  <a:moveTo>
                    <a:pt x="61758" y="238681"/>
                  </a:moveTo>
                  <a:lnTo>
                    <a:pt x="62345" y="274565"/>
                  </a:lnTo>
                  <a:lnTo>
                    <a:pt x="65025" y="274565"/>
                  </a:lnTo>
                  <a:close/>
                  <a:moveTo>
                    <a:pt x="352118" y="238681"/>
                  </a:moveTo>
                  <a:lnTo>
                    <a:pt x="366379" y="274565"/>
                  </a:lnTo>
                  <a:lnTo>
                    <a:pt x="372395" y="238681"/>
                  </a:lnTo>
                  <a:close/>
                  <a:moveTo>
                    <a:pt x="352118" y="238681"/>
                  </a:moveTo>
                  <a:lnTo>
                    <a:pt x="352118" y="274565"/>
                  </a:lnTo>
                  <a:lnTo>
                    <a:pt x="366379" y="274565"/>
                  </a:lnTo>
                  <a:close/>
                  <a:moveTo>
                    <a:pt x="65025" y="227538"/>
                  </a:moveTo>
                  <a:lnTo>
                    <a:pt x="61758" y="238681"/>
                  </a:lnTo>
                  <a:lnTo>
                    <a:pt x="65025" y="238681"/>
                  </a:lnTo>
                  <a:close/>
                  <a:moveTo>
                    <a:pt x="65025" y="227538"/>
                  </a:moveTo>
                  <a:lnTo>
                    <a:pt x="65025" y="238681"/>
                  </a:lnTo>
                  <a:lnTo>
                    <a:pt x="72036" y="202796"/>
                  </a:lnTo>
                  <a:close/>
                  <a:moveTo>
                    <a:pt x="352118" y="202796"/>
                  </a:moveTo>
                  <a:lnTo>
                    <a:pt x="372395" y="238681"/>
                  </a:lnTo>
                  <a:lnTo>
                    <a:pt x="382547" y="202796"/>
                  </a:lnTo>
                  <a:close/>
                  <a:moveTo>
                    <a:pt x="72036" y="202796"/>
                  </a:moveTo>
                  <a:lnTo>
                    <a:pt x="111683" y="202796"/>
                  </a:lnTo>
                  <a:lnTo>
                    <a:pt x="90508" y="166912"/>
                  </a:lnTo>
                  <a:close/>
                  <a:moveTo>
                    <a:pt x="352118" y="166912"/>
                  </a:moveTo>
                  <a:lnTo>
                    <a:pt x="382547" y="202796"/>
                  </a:lnTo>
                  <a:lnTo>
                    <a:pt x="397328" y="166912"/>
                  </a:lnTo>
                  <a:close/>
                  <a:moveTo>
                    <a:pt x="112860" y="131028"/>
                  </a:moveTo>
                  <a:lnTo>
                    <a:pt x="112874" y="166912"/>
                  </a:lnTo>
                  <a:lnTo>
                    <a:pt x="112874" y="131028"/>
                  </a:lnTo>
                  <a:close/>
                  <a:moveTo>
                    <a:pt x="112860" y="131028"/>
                  </a:moveTo>
                  <a:lnTo>
                    <a:pt x="90508" y="166912"/>
                  </a:lnTo>
                  <a:lnTo>
                    <a:pt x="112874" y="166912"/>
                  </a:lnTo>
                  <a:close/>
                  <a:moveTo>
                    <a:pt x="397328" y="166912"/>
                  </a:moveTo>
                  <a:lnTo>
                    <a:pt x="399966" y="160597"/>
                  </a:lnTo>
                  <a:lnTo>
                    <a:pt x="352118" y="166912"/>
                  </a:lnTo>
                  <a:close/>
                  <a:moveTo>
                    <a:pt x="112874" y="131005"/>
                  </a:moveTo>
                  <a:lnTo>
                    <a:pt x="112860" y="131028"/>
                  </a:lnTo>
                  <a:lnTo>
                    <a:pt x="112874" y="131028"/>
                  </a:lnTo>
                  <a:close/>
                  <a:moveTo>
                    <a:pt x="134468" y="95144"/>
                  </a:moveTo>
                  <a:lnTo>
                    <a:pt x="112874" y="131005"/>
                  </a:lnTo>
                  <a:lnTo>
                    <a:pt x="160723" y="129598"/>
                  </a:lnTo>
                  <a:close/>
                  <a:moveTo>
                    <a:pt x="159827" y="131028"/>
                  </a:moveTo>
                  <a:lnTo>
                    <a:pt x="112874" y="131005"/>
                  </a:lnTo>
                  <a:lnTo>
                    <a:pt x="112874" y="131028"/>
                  </a:lnTo>
                  <a:close/>
                  <a:moveTo>
                    <a:pt x="399966" y="131028"/>
                  </a:moveTo>
                  <a:lnTo>
                    <a:pt x="399966" y="160597"/>
                  </a:lnTo>
                  <a:lnTo>
                    <a:pt x="412888" y="131028"/>
                  </a:lnTo>
                  <a:close/>
                  <a:moveTo>
                    <a:pt x="399966" y="95144"/>
                  </a:moveTo>
                  <a:lnTo>
                    <a:pt x="412888" y="131028"/>
                  </a:lnTo>
                  <a:lnTo>
                    <a:pt x="419659" y="95144"/>
                  </a:lnTo>
                  <a:close/>
                  <a:moveTo>
                    <a:pt x="399966" y="95144"/>
                  </a:moveTo>
                  <a:lnTo>
                    <a:pt x="399966" y="131028"/>
                  </a:lnTo>
                  <a:lnTo>
                    <a:pt x="412888" y="131028"/>
                  </a:lnTo>
                  <a:close/>
                  <a:moveTo>
                    <a:pt x="159032" y="59259"/>
                  </a:moveTo>
                  <a:lnTo>
                    <a:pt x="160723" y="95144"/>
                  </a:lnTo>
                  <a:lnTo>
                    <a:pt x="160723" y="59259"/>
                  </a:lnTo>
                  <a:close/>
                  <a:moveTo>
                    <a:pt x="159032" y="59259"/>
                  </a:moveTo>
                  <a:lnTo>
                    <a:pt x="134468" y="95144"/>
                  </a:lnTo>
                  <a:lnTo>
                    <a:pt x="160723" y="95144"/>
                  </a:lnTo>
                  <a:close/>
                  <a:moveTo>
                    <a:pt x="399966" y="59259"/>
                  </a:moveTo>
                  <a:lnTo>
                    <a:pt x="419659" y="95144"/>
                  </a:lnTo>
                  <a:lnTo>
                    <a:pt x="411289" y="59259"/>
                  </a:lnTo>
                  <a:close/>
                  <a:moveTo>
                    <a:pt x="399966" y="59259"/>
                  </a:moveTo>
                  <a:lnTo>
                    <a:pt x="399966" y="95144"/>
                  </a:lnTo>
                  <a:lnTo>
                    <a:pt x="419659" y="95144"/>
                  </a:lnTo>
                  <a:close/>
                  <a:moveTo>
                    <a:pt x="160723" y="57398"/>
                  </a:moveTo>
                  <a:lnTo>
                    <a:pt x="159032" y="59259"/>
                  </a:lnTo>
                  <a:lnTo>
                    <a:pt x="160723" y="59259"/>
                  </a:lnTo>
                  <a:close/>
                  <a:moveTo>
                    <a:pt x="160723" y="59259"/>
                  </a:moveTo>
                  <a:lnTo>
                    <a:pt x="201077" y="23375"/>
                  </a:lnTo>
                  <a:lnTo>
                    <a:pt x="160723" y="57398"/>
                  </a:lnTo>
                  <a:close/>
                  <a:moveTo>
                    <a:pt x="208571" y="23375"/>
                  </a:moveTo>
                  <a:lnTo>
                    <a:pt x="201077" y="23375"/>
                  </a:lnTo>
                  <a:lnTo>
                    <a:pt x="160723" y="59259"/>
                  </a:lnTo>
                  <a:close/>
                  <a:moveTo>
                    <a:pt x="208571" y="59259"/>
                  </a:moveTo>
                  <a:lnTo>
                    <a:pt x="208571" y="23375"/>
                  </a:lnTo>
                  <a:lnTo>
                    <a:pt x="160723" y="59259"/>
                  </a:lnTo>
                  <a:close/>
                  <a:moveTo>
                    <a:pt x="352118" y="23375"/>
                  </a:moveTo>
                  <a:lnTo>
                    <a:pt x="399966" y="44610"/>
                  </a:lnTo>
                  <a:lnTo>
                    <a:pt x="376291" y="23375"/>
                  </a:lnTo>
                  <a:close/>
                  <a:moveTo>
                    <a:pt x="399966" y="59259"/>
                  </a:moveTo>
                  <a:lnTo>
                    <a:pt x="399966" y="44610"/>
                  </a:lnTo>
                  <a:lnTo>
                    <a:pt x="352118" y="23375"/>
                  </a:lnTo>
                  <a:close/>
                  <a:moveTo>
                    <a:pt x="399966" y="59259"/>
                  </a:moveTo>
                  <a:lnTo>
                    <a:pt x="411289" y="59259"/>
                  </a:lnTo>
                  <a:lnTo>
                    <a:pt x="399966" y="44610"/>
                  </a:lnTo>
                  <a:close/>
                  <a:moveTo>
                    <a:pt x="208571" y="18861"/>
                  </a:moveTo>
                  <a:lnTo>
                    <a:pt x="201077" y="23375"/>
                  </a:lnTo>
                  <a:lnTo>
                    <a:pt x="208571" y="23375"/>
                  </a:lnTo>
                  <a:close/>
                  <a:moveTo>
                    <a:pt x="208571" y="23375"/>
                  </a:moveTo>
                  <a:lnTo>
                    <a:pt x="256420" y="2627"/>
                  </a:lnTo>
                  <a:lnTo>
                    <a:pt x="208571" y="18861"/>
                  </a:lnTo>
                  <a:close/>
                  <a:moveTo>
                    <a:pt x="208571" y="23375"/>
                  </a:moveTo>
                  <a:lnTo>
                    <a:pt x="256420" y="23375"/>
                  </a:lnTo>
                  <a:lnTo>
                    <a:pt x="256420" y="2627"/>
                  </a:lnTo>
                  <a:close/>
                  <a:moveTo>
                    <a:pt x="256420" y="23375"/>
                  </a:moveTo>
                  <a:lnTo>
                    <a:pt x="304269" y="0"/>
                  </a:lnTo>
                  <a:lnTo>
                    <a:pt x="256420" y="2627"/>
                  </a:lnTo>
                  <a:close/>
                  <a:moveTo>
                    <a:pt x="304269" y="23375"/>
                  </a:moveTo>
                  <a:lnTo>
                    <a:pt x="352118" y="10607"/>
                  </a:lnTo>
                  <a:lnTo>
                    <a:pt x="304269" y="0"/>
                  </a:lnTo>
                  <a:close/>
                  <a:moveTo>
                    <a:pt x="304269" y="23375"/>
                  </a:moveTo>
                  <a:lnTo>
                    <a:pt x="352118" y="23375"/>
                  </a:lnTo>
                  <a:lnTo>
                    <a:pt x="352118" y="10607"/>
                  </a:lnTo>
                  <a:close/>
                  <a:moveTo>
                    <a:pt x="352118" y="23375"/>
                  </a:moveTo>
                  <a:lnTo>
                    <a:pt x="376291" y="23375"/>
                  </a:lnTo>
                  <a:lnTo>
                    <a:pt x="352118" y="10607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3947" name="Candidate_B1__3946">
              <a:extLst>
                <a:ext uri="{FF2B5EF4-FFF2-40B4-BE49-F238E27FC236}">
                  <a16:creationId xmlns:a16="http://schemas.microsoft.com/office/drawing/2014/main" id="{561BA475-A00E-4BBD-049C-7021078B7FB3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280360"/>
              <a:ext cx="382790" cy="669291"/>
            </a:xfrm>
            <a:custGeom>
              <a:avLst/>
              <a:gdLst/>
              <a:ahLst/>
              <a:cxnLst/>
              <a:rect l="0" t="0" r="0" b="0"/>
              <a:pathLst>
                <a:path w="382790" h="669291">
                  <a:moveTo>
                    <a:pt x="47849" y="633407"/>
                  </a:moveTo>
                  <a:lnTo>
                    <a:pt x="47849" y="656464"/>
                  </a:lnTo>
                  <a:lnTo>
                    <a:pt x="70308" y="633407"/>
                  </a:lnTo>
                  <a:close/>
                  <a:moveTo>
                    <a:pt x="70308" y="633407"/>
                  </a:moveTo>
                  <a:lnTo>
                    <a:pt x="93293" y="669291"/>
                  </a:lnTo>
                  <a:lnTo>
                    <a:pt x="95698" y="642072"/>
                  </a:lnTo>
                  <a:close/>
                  <a:moveTo>
                    <a:pt x="143546" y="669291"/>
                  </a:moveTo>
                  <a:lnTo>
                    <a:pt x="143546" y="642971"/>
                  </a:lnTo>
                  <a:lnTo>
                    <a:pt x="95698" y="642072"/>
                  </a:lnTo>
                  <a:close/>
                  <a:moveTo>
                    <a:pt x="143546" y="642971"/>
                  </a:moveTo>
                  <a:lnTo>
                    <a:pt x="191395" y="658639"/>
                  </a:lnTo>
                  <a:lnTo>
                    <a:pt x="191395" y="633407"/>
                  </a:lnTo>
                  <a:close/>
                  <a:moveTo>
                    <a:pt x="0" y="597523"/>
                  </a:moveTo>
                  <a:lnTo>
                    <a:pt x="0" y="619630"/>
                  </a:lnTo>
                  <a:lnTo>
                    <a:pt x="27351" y="597523"/>
                  </a:lnTo>
                  <a:close/>
                  <a:moveTo>
                    <a:pt x="27351" y="597523"/>
                  </a:moveTo>
                  <a:lnTo>
                    <a:pt x="11286" y="633407"/>
                  </a:lnTo>
                  <a:lnTo>
                    <a:pt x="47849" y="620408"/>
                  </a:lnTo>
                  <a:close/>
                  <a:moveTo>
                    <a:pt x="47849" y="620408"/>
                  </a:moveTo>
                  <a:lnTo>
                    <a:pt x="11286" y="633407"/>
                  </a:lnTo>
                  <a:lnTo>
                    <a:pt x="47849" y="633407"/>
                  </a:lnTo>
                  <a:close/>
                  <a:moveTo>
                    <a:pt x="191395" y="626824"/>
                  </a:moveTo>
                  <a:lnTo>
                    <a:pt x="239244" y="631335"/>
                  </a:lnTo>
                  <a:lnTo>
                    <a:pt x="239244" y="597523"/>
                  </a:lnTo>
                  <a:close/>
                  <a:moveTo>
                    <a:pt x="191395" y="633407"/>
                  </a:moveTo>
                  <a:lnTo>
                    <a:pt x="239244" y="631335"/>
                  </a:lnTo>
                  <a:lnTo>
                    <a:pt x="191395" y="626824"/>
                  </a:lnTo>
                  <a:close/>
                  <a:moveTo>
                    <a:pt x="22265" y="561638"/>
                  </a:moveTo>
                  <a:lnTo>
                    <a:pt x="0" y="561638"/>
                  </a:lnTo>
                  <a:lnTo>
                    <a:pt x="0" y="597523"/>
                  </a:lnTo>
                  <a:close/>
                  <a:moveTo>
                    <a:pt x="239244" y="576927"/>
                  </a:moveTo>
                  <a:lnTo>
                    <a:pt x="287093" y="561638"/>
                  </a:lnTo>
                  <a:lnTo>
                    <a:pt x="247325" y="561638"/>
                  </a:lnTo>
                  <a:close/>
                  <a:moveTo>
                    <a:pt x="239244" y="576927"/>
                  </a:moveTo>
                  <a:lnTo>
                    <a:pt x="287093" y="570424"/>
                  </a:lnTo>
                  <a:lnTo>
                    <a:pt x="287093" y="561638"/>
                  </a:lnTo>
                  <a:close/>
                  <a:moveTo>
                    <a:pt x="239244" y="597523"/>
                  </a:moveTo>
                  <a:lnTo>
                    <a:pt x="287093" y="570424"/>
                  </a:lnTo>
                  <a:lnTo>
                    <a:pt x="239244" y="576927"/>
                  </a:lnTo>
                  <a:close/>
                  <a:moveTo>
                    <a:pt x="38989" y="525754"/>
                  </a:moveTo>
                  <a:lnTo>
                    <a:pt x="0" y="525754"/>
                  </a:lnTo>
                  <a:lnTo>
                    <a:pt x="0" y="561638"/>
                  </a:lnTo>
                  <a:close/>
                  <a:moveTo>
                    <a:pt x="287093" y="561638"/>
                  </a:moveTo>
                  <a:lnTo>
                    <a:pt x="287093" y="525754"/>
                  </a:lnTo>
                  <a:lnTo>
                    <a:pt x="247325" y="561638"/>
                  </a:lnTo>
                  <a:close/>
                  <a:moveTo>
                    <a:pt x="47849" y="489870"/>
                  </a:moveTo>
                  <a:lnTo>
                    <a:pt x="22943" y="489870"/>
                  </a:lnTo>
                  <a:lnTo>
                    <a:pt x="47849" y="515575"/>
                  </a:lnTo>
                  <a:close/>
                  <a:moveTo>
                    <a:pt x="47849" y="515575"/>
                  </a:moveTo>
                  <a:lnTo>
                    <a:pt x="0" y="520670"/>
                  </a:lnTo>
                  <a:lnTo>
                    <a:pt x="38989" y="525754"/>
                  </a:lnTo>
                  <a:close/>
                  <a:moveTo>
                    <a:pt x="38989" y="525754"/>
                  </a:moveTo>
                  <a:lnTo>
                    <a:pt x="0" y="520670"/>
                  </a:lnTo>
                  <a:lnTo>
                    <a:pt x="0" y="525754"/>
                  </a:lnTo>
                  <a:close/>
                  <a:moveTo>
                    <a:pt x="287093" y="489870"/>
                  </a:moveTo>
                  <a:lnTo>
                    <a:pt x="287093" y="525754"/>
                  </a:lnTo>
                  <a:lnTo>
                    <a:pt x="310613" y="525754"/>
                  </a:lnTo>
                  <a:close/>
                  <a:moveTo>
                    <a:pt x="287093" y="525754"/>
                  </a:moveTo>
                  <a:lnTo>
                    <a:pt x="287093" y="489870"/>
                  </a:lnTo>
                  <a:lnTo>
                    <a:pt x="257488" y="525754"/>
                  </a:lnTo>
                  <a:close/>
                  <a:moveTo>
                    <a:pt x="95698" y="453986"/>
                  </a:moveTo>
                  <a:lnTo>
                    <a:pt x="53091" y="453986"/>
                  </a:lnTo>
                  <a:lnTo>
                    <a:pt x="95698" y="470550"/>
                  </a:lnTo>
                  <a:close/>
                  <a:moveTo>
                    <a:pt x="95698" y="470550"/>
                  </a:moveTo>
                  <a:lnTo>
                    <a:pt x="47849" y="460057"/>
                  </a:lnTo>
                  <a:lnTo>
                    <a:pt x="75733" y="489870"/>
                  </a:lnTo>
                  <a:close/>
                  <a:moveTo>
                    <a:pt x="75733" y="489870"/>
                  </a:moveTo>
                  <a:lnTo>
                    <a:pt x="47849" y="460057"/>
                  </a:lnTo>
                  <a:lnTo>
                    <a:pt x="47849" y="489870"/>
                  </a:lnTo>
                  <a:close/>
                  <a:moveTo>
                    <a:pt x="287093" y="453986"/>
                  </a:moveTo>
                  <a:lnTo>
                    <a:pt x="287093" y="489870"/>
                  </a:lnTo>
                  <a:lnTo>
                    <a:pt x="334941" y="453986"/>
                  </a:lnTo>
                  <a:close/>
                  <a:moveTo>
                    <a:pt x="72893" y="418102"/>
                  </a:moveTo>
                  <a:lnTo>
                    <a:pt x="95698" y="453986"/>
                  </a:lnTo>
                  <a:lnTo>
                    <a:pt x="95698" y="418102"/>
                  </a:lnTo>
                  <a:close/>
                  <a:moveTo>
                    <a:pt x="138727" y="418102"/>
                  </a:moveTo>
                  <a:lnTo>
                    <a:pt x="95698" y="418102"/>
                  </a:lnTo>
                  <a:lnTo>
                    <a:pt x="95698" y="453986"/>
                  </a:lnTo>
                  <a:close/>
                  <a:moveTo>
                    <a:pt x="287093" y="453986"/>
                  </a:moveTo>
                  <a:lnTo>
                    <a:pt x="334941" y="453986"/>
                  </a:lnTo>
                  <a:lnTo>
                    <a:pt x="334941" y="418102"/>
                  </a:lnTo>
                  <a:close/>
                  <a:moveTo>
                    <a:pt x="287093" y="453986"/>
                  </a:moveTo>
                  <a:lnTo>
                    <a:pt x="334941" y="418102"/>
                  </a:lnTo>
                  <a:lnTo>
                    <a:pt x="287093" y="418102"/>
                  </a:lnTo>
                  <a:close/>
                  <a:moveTo>
                    <a:pt x="139378" y="382217"/>
                  </a:moveTo>
                  <a:lnTo>
                    <a:pt x="95698" y="382217"/>
                  </a:lnTo>
                  <a:lnTo>
                    <a:pt x="95698" y="418102"/>
                  </a:lnTo>
                  <a:close/>
                  <a:moveTo>
                    <a:pt x="287093" y="418102"/>
                  </a:moveTo>
                  <a:lnTo>
                    <a:pt x="334941" y="418102"/>
                  </a:lnTo>
                  <a:lnTo>
                    <a:pt x="334941" y="382217"/>
                  </a:lnTo>
                  <a:close/>
                  <a:moveTo>
                    <a:pt x="287093" y="418102"/>
                  </a:moveTo>
                  <a:lnTo>
                    <a:pt x="334941" y="382217"/>
                  </a:lnTo>
                  <a:lnTo>
                    <a:pt x="287093" y="382217"/>
                  </a:lnTo>
                  <a:close/>
                  <a:moveTo>
                    <a:pt x="123550" y="346333"/>
                  </a:moveTo>
                  <a:lnTo>
                    <a:pt x="95698" y="346333"/>
                  </a:lnTo>
                  <a:lnTo>
                    <a:pt x="95698" y="382217"/>
                  </a:lnTo>
                  <a:close/>
                  <a:moveTo>
                    <a:pt x="290219" y="346333"/>
                  </a:moveTo>
                  <a:lnTo>
                    <a:pt x="287093" y="374306"/>
                  </a:lnTo>
                  <a:lnTo>
                    <a:pt x="334941" y="346333"/>
                  </a:lnTo>
                  <a:close/>
                  <a:moveTo>
                    <a:pt x="334941" y="346333"/>
                  </a:moveTo>
                  <a:lnTo>
                    <a:pt x="287093" y="374306"/>
                  </a:lnTo>
                  <a:lnTo>
                    <a:pt x="287093" y="382217"/>
                  </a:lnTo>
                  <a:close/>
                  <a:moveTo>
                    <a:pt x="334941" y="346333"/>
                  </a:moveTo>
                  <a:lnTo>
                    <a:pt x="287093" y="382217"/>
                  </a:lnTo>
                  <a:lnTo>
                    <a:pt x="334941" y="382217"/>
                  </a:lnTo>
                  <a:close/>
                  <a:moveTo>
                    <a:pt x="55219" y="310449"/>
                  </a:moveTo>
                  <a:lnTo>
                    <a:pt x="95698" y="346333"/>
                  </a:lnTo>
                  <a:lnTo>
                    <a:pt x="95698" y="310449"/>
                  </a:lnTo>
                  <a:close/>
                  <a:moveTo>
                    <a:pt x="334941" y="346333"/>
                  </a:moveTo>
                  <a:lnTo>
                    <a:pt x="334941" y="310449"/>
                  </a:lnTo>
                  <a:lnTo>
                    <a:pt x="290219" y="346333"/>
                  </a:lnTo>
                  <a:close/>
                  <a:moveTo>
                    <a:pt x="334941" y="310449"/>
                  </a:moveTo>
                  <a:lnTo>
                    <a:pt x="297237" y="310449"/>
                  </a:lnTo>
                  <a:lnTo>
                    <a:pt x="290219" y="346333"/>
                  </a:lnTo>
                  <a:close/>
                  <a:moveTo>
                    <a:pt x="47849" y="274565"/>
                  </a:moveTo>
                  <a:lnTo>
                    <a:pt x="47849" y="283974"/>
                  </a:lnTo>
                  <a:lnTo>
                    <a:pt x="84836" y="274565"/>
                  </a:lnTo>
                  <a:close/>
                  <a:moveTo>
                    <a:pt x="84836" y="274565"/>
                  </a:moveTo>
                  <a:lnTo>
                    <a:pt x="55219" y="310449"/>
                  </a:lnTo>
                  <a:lnTo>
                    <a:pt x="95698" y="302267"/>
                  </a:lnTo>
                  <a:close/>
                  <a:moveTo>
                    <a:pt x="95698" y="302267"/>
                  </a:moveTo>
                  <a:lnTo>
                    <a:pt x="55219" y="310449"/>
                  </a:lnTo>
                  <a:lnTo>
                    <a:pt x="95698" y="310449"/>
                  </a:lnTo>
                  <a:close/>
                  <a:moveTo>
                    <a:pt x="334941" y="310449"/>
                  </a:moveTo>
                  <a:lnTo>
                    <a:pt x="334941" y="274565"/>
                  </a:lnTo>
                  <a:lnTo>
                    <a:pt x="297237" y="310449"/>
                  </a:lnTo>
                  <a:close/>
                  <a:moveTo>
                    <a:pt x="334941" y="274565"/>
                  </a:moveTo>
                  <a:lnTo>
                    <a:pt x="305264" y="274565"/>
                  </a:lnTo>
                  <a:lnTo>
                    <a:pt x="297237" y="310449"/>
                  </a:lnTo>
                  <a:close/>
                  <a:moveTo>
                    <a:pt x="84836" y="274565"/>
                  </a:moveTo>
                  <a:lnTo>
                    <a:pt x="82984" y="238681"/>
                  </a:lnTo>
                  <a:lnTo>
                    <a:pt x="47849" y="274565"/>
                  </a:lnTo>
                  <a:close/>
                  <a:moveTo>
                    <a:pt x="82984" y="238681"/>
                  </a:moveTo>
                  <a:lnTo>
                    <a:pt x="47849" y="238681"/>
                  </a:lnTo>
                  <a:lnTo>
                    <a:pt x="47849" y="274565"/>
                  </a:lnTo>
                  <a:close/>
                  <a:moveTo>
                    <a:pt x="334941" y="274565"/>
                  </a:moveTo>
                  <a:lnTo>
                    <a:pt x="334941" y="238681"/>
                  </a:lnTo>
                  <a:lnTo>
                    <a:pt x="305264" y="274565"/>
                  </a:lnTo>
                  <a:close/>
                  <a:moveTo>
                    <a:pt x="54860" y="202796"/>
                  </a:moveTo>
                  <a:lnTo>
                    <a:pt x="47849" y="238681"/>
                  </a:lnTo>
                  <a:lnTo>
                    <a:pt x="82984" y="238681"/>
                  </a:lnTo>
                  <a:close/>
                  <a:moveTo>
                    <a:pt x="54860" y="202796"/>
                  </a:moveTo>
                  <a:lnTo>
                    <a:pt x="82984" y="238681"/>
                  </a:lnTo>
                  <a:lnTo>
                    <a:pt x="94507" y="202796"/>
                  </a:lnTo>
                  <a:close/>
                  <a:moveTo>
                    <a:pt x="334941" y="202796"/>
                  </a:moveTo>
                  <a:lnTo>
                    <a:pt x="334941" y="238681"/>
                  </a:lnTo>
                  <a:lnTo>
                    <a:pt x="355219" y="238681"/>
                  </a:lnTo>
                  <a:close/>
                  <a:moveTo>
                    <a:pt x="334941" y="238681"/>
                  </a:moveTo>
                  <a:lnTo>
                    <a:pt x="334941" y="202796"/>
                  </a:lnTo>
                  <a:lnTo>
                    <a:pt x="312677" y="238681"/>
                  </a:lnTo>
                  <a:close/>
                  <a:moveTo>
                    <a:pt x="73331" y="166912"/>
                  </a:moveTo>
                  <a:lnTo>
                    <a:pt x="95698" y="200680"/>
                  </a:lnTo>
                  <a:lnTo>
                    <a:pt x="95698" y="166912"/>
                  </a:lnTo>
                  <a:close/>
                  <a:moveTo>
                    <a:pt x="94507" y="202796"/>
                  </a:moveTo>
                  <a:lnTo>
                    <a:pt x="95698" y="200680"/>
                  </a:lnTo>
                  <a:lnTo>
                    <a:pt x="73331" y="166912"/>
                  </a:lnTo>
                  <a:close/>
                  <a:moveTo>
                    <a:pt x="334941" y="166912"/>
                  </a:moveTo>
                  <a:lnTo>
                    <a:pt x="334941" y="202796"/>
                  </a:lnTo>
                  <a:lnTo>
                    <a:pt x="365371" y="202796"/>
                  </a:lnTo>
                  <a:close/>
                  <a:moveTo>
                    <a:pt x="142651" y="131028"/>
                  </a:moveTo>
                  <a:lnTo>
                    <a:pt x="95698" y="131028"/>
                  </a:lnTo>
                  <a:lnTo>
                    <a:pt x="95698" y="166912"/>
                  </a:lnTo>
                  <a:close/>
                  <a:moveTo>
                    <a:pt x="334941" y="161843"/>
                  </a:moveTo>
                  <a:lnTo>
                    <a:pt x="382790" y="131028"/>
                  </a:lnTo>
                  <a:lnTo>
                    <a:pt x="345683" y="131028"/>
                  </a:lnTo>
                  <a:close/>
                  <a:moveTo>
                    <a:pt x="334941" y="161843"/>
                  </a:moveTo>
                  <a:lnTo>
                    <a:pt x="382790" y="160597"/>
                  </a:lnTo>
                  <a:lnTo>
                    <a:pt x="382790" y="131028"/>
                  </a:lnTo>
                  <a:close/>
                  <a:moveTo>
                    <a:pt x="334941" y="166912"/>
                  </a:moveTo>
                  <a:lnTo>
                    <a:pt x="382790" y="160597"/>
                  </a:lnTo>
                  <a:lnTo>
                    <a:pt x="334941" y="161843"/>
                  </a:lnTo>
                  <a:close/>
                  <a:moveTo>
                    <a:pt x="143546" y="95144"/>
                  </a:moveTo>
                  <a:lnTo>
                    <a:pt x="117292" y="95144"/>
                  </a:lnTo>
                  <a:lnTo>
                    <a:pt x="143546" y="129598"/>
                  </a:lnTo>
                  <a:close/>
                  <a:moveTo>
                    <a:pt x="143546" y="129598"/>
                  </a:moveTo>
                  <a:lnTo>
                    <a:pt x="95698" y="131005"/>
                  </a:lnTo>
                  <a:lnTo>
                    <a:pt x="142651" y="131028"/>
                  </a:lnTo>
                  <a:close/>
                  <a:moveTo>
                    <a:pt x="382790" y="131028"/>
                  </a:moveTo>
                  <a:lnTo>
                    <a:pt x="382790" y="95144"/>
                  </a:lnTo>
                  <a:lnTo>
                    <a:pt x="345683" y="131028"/>
                  </a:lnTo>
                  <a:close/>
                  <a:moveTo>
                    <a:pt x="143546" y="95144"/>
                  </a:moveTo>
                  <a:lnTo>
                    <a:pt x="191395" y="59259"/>
                  </a:lnTo>
                  <a:lnTo>
                    <a:pt x="143546" y="59259"/>
                  </a:lnTo>
                  <a:close/>
                  <a:moveTo>
                    <a:pt x="334941" y="59259"/>
                  </a:moveTo>
                  <a:lnTo>
                    <a:pt x="382790" y="95144"/>
                  </a:lnTo>
                  <a:lnTo>
                    <a:pt x="382790" y="59259"/>
                  </a:lnTo>
                  <a:close/>
                  <a:moveTo>
                    <a:pt x="191395" y="59259"/>
                  </a:moveTo>
                  <a:lnTo>
                    <a:pt x="239244" y="23375"/>
                  </a:lnTo>
                  <a:lnTo>
                    <a:pt x="191395" y="23375"/>
                  </a:lnTo>
                  <a:close/>
                  <a:moveTo>
                    <a:pt x="334941" y="59259"/>
                  </a:moveTo>
                  <a:lnTo>
                    <a:pt x="382790" y="59259"/>
                  </a:lnTo>
                  <a:lnTo>
                    <a:pt x="334941" y="23375"/>
                  </a:lnTo>
                  <a:close/>
                  <a:moveTo>
                    <a:pt x="287093" y="23375"/>
                  </a:moveTo>
                  <a:lnTo>
                    <a:pt x="334941" y="59259"/>
                  </a:lnTo>
                  <a:lnTo>
                    <a:pt x="334941" y="23375"/>
                  </a:lnTo>
                  <a:close/>
                  <a:moveTo>
                    <a:pt x="239244" y="23375"/>
                  </a:moveTo>
                  <a:lnTo>
                    <a:pt x="287093" y="23375"/>
                  </a:lnTo>
                  <a:lnTo>
                    <a:pt x="287093" y="0"/>
                  </a:lnTo>
                  <a:close/>
                  <a:moveTo>
                    <a:pt x="287093" y="23375"/>
                  </a:moveTo>
                  <a:lnTo>
                    <a:pt x="239244" y="23375"/>
                  </a:lnTo>
                  <a:lnTo>
                    <a:pt x="287093" y="4065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3948" name="Candidate_B1__3947">
              <a:extLst>
                <a:ext uri="{FF2B5EF4-FFF2-40B4-BE49-F238E27FC236}">
                  <a16:creationId xmlns:a16="http://schemas.microsoft.com/office/drawing/2014/main" id="{DA9C1DC8-9D95-1CCE-C711-DE0074FCF004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303735"/>
              <a:ext cx="382790" cy="619596"/>
            </a:xfrm>
            <a:custGeom>
              <a:avLst/>
              <a:gdLst/>
              <a:ahLst/>
              <a:cxnLst/>
              <a:rect l="0" t="0" r="0" b="0"/>
              <a:pathLst>
                <a:path w="382790" h="619596">
                  <a:moveTo>
                    <a:pt x="143546" y="619596"/>
                  </a:moveTo>
                  <a:lnTo>
                    <a:pt x="191395" y="610031"/>
                  </a:lnTo>
                  <a:lnTo>
                    <a:pt x="175859" y="610031"/>
                  </a:lnTo>
                  <a:close/>
                  <a:moveTo>
                    <a:pt x="47849" y="610031"/>
                  </a:moveTo>
                  <a:lnTo>
                    <a:pt x="70308" y="610031"/>
                  </a:lnTo>
                  <a:lnTo>
                    <a:pt x="47849" y="597033"/>
                  </a:lnTo>
                  <a:close/>
                  <a:moveTo>
                    <a:pt x="191395" y="603448"/>
                  </a:moveTo>
                  <a:lnTo>
                    <a:pt x="239244" y="574147"/>
                  </a:lnTo>
                  <a:lnTo>
                    <a:pt x="226171" y="574147"/>
                  </a:lnTo>
                  <a:close/>
                  <a:moveTo>
                    <a:pt x="175859" y="610031"/>
                  </a:moveTo>
                  <a:lnTo>
                    <a:pt x="191395" y="610031"/>
                  </a:lnTo>
                  <a:lnTo>
                    <a:pt x="191395" y="603448"/>
                  </a:lnTo>
                  <a:close/>
                  <a:moveTo>
                    <a:pt x="27351" y="574147"/>
                  </a:moveTo>
                  <a:lnTo>
                    <a:pt x="22265" y="538263"/>
                  </a:lnTo>
                  <a:lnTo>
                    <a:pt x="0" y="574147"/>
                  </a:lnTo>
                  <a:close/>
                  <a:moveTo>
                    <a:pt x="226171" y="574147"/>
                  </a:moveTo>
                  <a:lnTo>
                    <a:pt x="239244" y="574147"/>
                  </a:lnTo>
                  <a:lnTo>
                    <a:pt x="239244" y="553552"/>
                  </a:lnTo>
                  <a:close/>
                  <a:moveTo>
                    <a:pt x="22265" y="538263"/>
                  </a:moveTo>
                  <a:lnTo>
                    <a:pt x="38989" y="502379"/>
                  </a:lnTo>
                  <a:lnTo>
                    <a:pt x="0" y="538263"/>
                  </a:lnTo>
                  <a:close/>
                  <a:moveTo>
                    <a:pt x="287093" y="502379"/>
                  </a:moveTo>
                  <a:lnTo>
                    <a:pt x="257488" y="502379"/>
                  </a:lnTo>
                  <a:lnTo>
                    <a:pt x="247325" y="538263"/>
                  </a:lnTo>
                  <a:close/>
                  <a:moveTo>
                    <a:pt x="287093" y="466495"/>
                  </a:moveTo>
                  <a:lnTo>
                    <a:pt x="265025" y="466495"/>
                  </a:lnTo>
                  <a:lnTo>
                    <a:pt x="257488" y="502379"/>
                  </a:lnTo>
                  <a:close/>
                  <a:moveTo>
                    <a:pt x="47849" y="466495"/>
                  </a:moveTo>
                  <a:lnTo>
                    <a:pt x="47849" y="492200"/>
                  </a:lnTo>
                  <a:lnTo>
                    <a:pt x="75733" y="466495"/>
                  </a:lnTo>
                  <a:close/>
                  <a:moveTo>
                    <a:pt x="287093" y="466495"/>
                  </a:moveTo>
                  <a:lnTo>
                    <a:pt x="287093" y="430610"/>
                  </a:lnTo>
                  <a:lnTo>
                    <a:pt x="265025" y="466495"/>
                  </a:lnTo>
                  <a:close/>
                  <a:moveTo>
                    <a:pt x="287093" y="430610"/>
                  </a:moveTo>
                  <a:lnTo>
                    <a:pt x="273149" y="430610"/>
                  </a:lnTo>
                  <a:lnTo>
                    <a:pt x="265025" y="466495"/>
                  </a:lnTo>
                  <a:close/>
                  <a:moveTo>
                    <a:pt x="116791" y="430610"/>
                  </a:moveTo>
                  <a:lnTo>
                    <a:pt x="138727" y="394726"/>
                  </a:lnTo>
                  <a:lnTo>
                    <a:pt x="95698" y="430610"/>
                  </a:lnTo>
                  <a:close/>
                  <a:moveTo>
                    <a:pt x="95698" y="430610"/>
                  </a:moveTo>
                  <a:lnTo>
                    <a:pt x="95698" y="447175"/>
                  </a:lnTo>
                  <a:lnTo>
                    <a:pt x="116791" y="430610"/>
                  </a:lnTo>
                  <a:close/>
                  <a:moveTo>
                    <a:pt x="287093" y="430610"/>
                  </a:moveTo>
                  <a:lnTo>
                    <a:pt x="287093" y="394726"/>
                  </a:lnTo>
                  <a:lnTo>
                    <a:pt x="273149" y="430610"/>
                  </a:lnTo>
                  <a:close/>
                  <a:moveTo>
                    <a:pt x="287093" y="394726"/>
                  </a:moveTo>
                  <a:lnTo>
                    <a:pt x="280562" y="394726"/>
                  </a:lnTo>
                  <a:lnTo>
                    <a:pt x="273149" y="430610"/>
                  </a:lnTo>
                  <a:close/>
                  <a:moveTo>
                    <a:pt x="138727" y="394726"/>
                  </a:moveTo>
                  <a:lnTo>
                    <a:pt x="139378" y="358842"/>
                  </a:lnTo>
                  <a:lnTo>
                    <a:pt x="95698" y="394726"/>
                  </a:lnTo>
                  <a:close/>
                  <a:moveTo>
                    <a:pt x="287093" y="394726"/>
                  </a:moveTo>
                  <a:lnTo>
                    <a:pt x="287093" y="358842"/>
                  </a:lnTo>
                  <a:lnTo>
                    <a:pt x="280562" y="394726"/>
                  </a:lnTo>
                  <a:close/>
                  <a:moveTo>
                    <a:pt x="287093" y="358842"/>
                  </a:moveTo>
                  <a:lnTo>
                    <a:pt x="285522" y="358842"/>
                  </a:lnTo>
                  <a:lnTo>
                    <a:pt x="280562" y="394726"/>
                  </a:lnTo>
                  <a:close/>
                  <a:moveTo>
                    <a:pt x="139378" y="358842"/>
                  </a:moveTo>
                  <a:lnTo>
                    <a:pt x="123550" y="322958"/>
                  </a:lnTo>
                  <a:lnTo>
                    <a:pt x="95698" y="358842"/>
                  </a:lnTo>
                  <a:close/>
                  <a:moveTo>
                    <a:pt x="285522" y="358842"/>
                  </a:moveTo>
                  <a:lnTo>
                    <a:pt x="287093" y="358842"/>
                  </a:lnTo>
                  <a:lnTo>
                    <a:pt x="287093" y="350930"/>
                  </a:lnTo>
                  <a:close/>
                  <a:moveTo>
                    <a:pt x="123550" y="322958"/>
                  </a:moveTo>
                  <a:lnTo>
                    <a:pt x="99914" y="287074"/>
                  </a:lnTo>
                  <a:lnTo>
                    <a:pt x="95698" y="322958"/>
                  </a:lnTo>
                  <a:close/>
                  <a:moveTo>
                    <a:pt x="99914" y="287074"/>
                  </a:moveTo>
                  <a:lnTo>
                    <a:pt x="95698" y="287074"/>
                  </a:lnTo>
                  <a:lnTo>
                    <a:pt x="95698" y="322958"/>
                  </a:lnTo>
                  <a:close/>
                  <a:moveTo>
                    <a:pt x="95698" y="287074"/>
                  </a:moveTo>
                  <a:lnTo>
                    <a:pt x="99914" y="287074"/>
                  </a:lnTo>
                  <a:lnTo>
                    <a:pt x="95698" y="278891"/>
                  </a:lnTo>
                  <a:close/>
                  <a:moveTo>
                    <a:pt x="334941" y="215305"/>
                  </a:moveTo>
                  <a:lnTo>
                    <a:pt x="312677" y="215305"/>
                  </a:lnTo>
                  <a:lnTo>
                    <a:pt x="305264" y="251189"/>
                  </a:lnTo>
                  <a:close/>
                  <a:moveTo>
                    <a:pt x="334941" y="179421"/>
                  </a:moveTo>
                  <a:lnTo>
                    <a:pt x="320773" y="179421"/>
                  </a:lnTo>
                  <a:lnTo>
                    <a:pt x="312677" y="215305"/>
                  </a:lnTo>
                  <a:close/>
                  <a:moveTo>
                    <a:pt x="334941" y="179421"/>
                  </a:moveTo>
                  <a:lnTo>
                    <a:pt x="334941" y="143537"/>
                  </a:lnTo>
                  <a:lnTo>
                    <a:pt x="320773" y="179421"/>
                  </a:lnTo>
                  <a:close/>
                  <a:moveTo>
                    <a:pt x="334941" y="143537"/>
                  </a:moveTo>
                  <a:lnTo>
                    <a:pt x="333015" y="143537"/>
                  </a:lnTo>
                  <a:lnTo>
                    <a:pt x="320773" y="179421"/>
                  </a:lnTo>
                  <a:close/>
                  <a:moveTo>
                    <a:pt x="118145" y="143537"/>
                  </a:moveTo>
                  <a:lnTo>
                    <a:pt x="142651" y="107653"/>
                  </a:lnTo>
                  <a:lnTo>
                    <a:pt x="95698" y="143537"/>
                  </a:lnTo>
                  <a:close/>
                  <a:moveTo>
                    <a:pt x="95698" y="143537"/>
                  </a:moveTo>
                  <a:lnTo>
                    <a:pt x="95698" y="177305"/>
                  </a:lnTo>
                  <a:lnTo>
                    <a:pt x="118145" y="143537"/>
                  </a:lnTo>
                  <a:close/>
                  <a:moveTo>
                    <a:pt x="333015" y="143537"/>
                  </a:moveTo>
                  <a:lnTo>
                    <a:pt x="334941" y="143537"/>
                  </a:lnTo>
                  <a:lnTo>
                    <a:pt x="334941" y="138467"/>
                  </a:lnTo>
                  <a:close/>
                  <a:moveTo>
                    <a:pt x="382790" y="71768"/>
                  </a:moveTo>
                  <a:lnTo>
                    <a:pt x="349687" y="71768"/>
                  </a:lnTo>
                  <a:lnTo>
                    <a:pt x="345683" y="107653"/>
                  </a:lnTo>
                  <a:close/>
                  <a:moveTo>
                    <a:pt x="169676" y="71768"/>
                  </a:moveTo>
                  <a:lnTo>
                    <a:pt x="191395" y="46456"/>
                  </a:lnTo>
                  <a:lnTo>
                    <a:pt x="143546" y="71768"/>
                  </a:lnTo>
                  <a:close/>
                  <a:moveTo>
                    <a:pt x="143546" y="71768"/>
                  </a:moveTo>
                  <a:lnTo>
                    <a:pt x="191395" y="46456"/>
                  </a:lnTo>
                  <a:lnTo>
                    <a:pt x="191395" y="35884"/>
                  </a:lnTo>
                  <a:close/>
                  <a:moveTo>
                    <a:pt x="143546" y="71768"/>
                  </a:moveTo>
                  <a:lnTo>
                    <a:pt x="143546" y="106223"/>
                  </a:lnTo>
                  <a:lnTo>
                    <a:pt x="169676" y="71768"/>
                  </a:lnTo>
                  <a:close/>
                  <a:moveTo>
                    <a:pt x="334941" y="39186"/>
                  </a:moveTo>
                  <a:lnTo>
                    <a:pt x="349687" y="71768"/>
                  </a:lnTo>
                  <a:lnTo>
                    <a:pt x="334941" y="35884"/>
                  </a:lnTo>
                  <a:close/>
                  <a:moveTo>
                    <a:pt x="334941" y="35884"/>
                  </a:moveTo>
                  <a:lnTo>
                    <a:pt x="349687" y="71768"/>
                  </a:lnTo>
                  <a:lnTo>
                    <a:pt x="382790" y="71768"/>
                  </a:lnTo>
                  <a:close/>
                  <a:moveTo>
                    <a:pt x="206472" y="35884"/>
                  </a:moveTo>
                  <a:lnTo>
                    <a:pt x="239244" y="20149"/>
                  </a:lnTo>
                  <a:lnTo>
                    <a:pt x="191395" y="35884"/>
                  </a:lnTo>
                  <a:close/>
                  <a:moveTo>
                    <a:pt x="191395" y="35884"/>
                  </a:moveTo>
                  <a:lnTo>
                    <a:pt x="239244" y="20149"/>
                  </a:lnTo>
                  <a:lnTo>
                    <a:pt x="239244" y="0"/>
                  </a:lnTo>
                  <a:close/>
                  <a:moveTo>
                    <a:pt x="191395" y="35884"/>
                  </a:moveTo>
                  <a:lnTo>
                    <a:pt x="191395" y="46456"/>
                  </a:lnTo>
                  <a:lnTo>
                    <a:pt x="206472" y="35884"/>
                  </a:lnTo>
                  <a:close/>
                  <a:moveTo>
                    <a:pt x="287093" y="17282"/>
                  </a:moveTo>
                  <a:lnTo>
                    <a:pt x="331872" y="35884"/>
                  </a:lnTo>
                  <a:lnTo>
                    <a:pt x="287093" y="0"/>
                  </a:lnTo>
                  <a:close/>
                  <a:moveTo>
                    <a:pt x="287093" y="0"/>
                  </a:moveTo>
                  <a:lnTo>
                    <a:pt x="331872" y="35884"/>
                  </a:lnTo>
                  <a:lnTo>
                    <a:pt x="334941" y="35884"/>
                  </a:lnTo>
                  <a:close/>
                  <a:moveTo>
                    <a:pt x="334941" y="39186"/>
                  </a:moveTo>
                  <a:lnTo>
                    <a:pt x="334941" y="35884"/>
                  </a:lnTo>
                  <a:lnTo>
                    <a:pt x="331872" y="35884"/>
                  </a:lnTo>
                  <a:close/>
                  <a:moveTo>
                    <a:pt x="239244" y="0"/>
                  </a:moveTo>
                  <a:lnTo>
                    <a:pt x="239244" y="20149"/>
                  </a:lnTo>
                  <a:lnTo>
                    <a:pt x="287093" y="17282"/>
                  </a:lnTo>
                  <a:close/>
                  <a:moveTo>
                    <a:pt x="70308" y="610031"/>
                  </a:moveTo>
                  <a:lnTo>
                    <a:pt x="95698" y="618697"/>
                  </a:lnTo>
                  <a:lnTo>
                    <a:pt x="95698" y="610031"/>
                  </a:lnTo>
                  <a:close/>
                  <a:moveTo>
                    <a:pt x="95698" y="610031"/>
                  </a:moveTo>
                  <a:lnTo>
                    <a:pt x="47849" y="597033"/>
                  </a:lnTo>
                  <a:lnTo>
                    <a:pt x="70308" y="610031"/>
                  </a:lnTo>
                  <a:close/>
                  <a:moveTo>
                    <a:pt x="47849" y="574147"/>
                  </a:moveTo>
                  <a:lnTo>
                    <a:pt x="47849" y="597033"/>
                  </a:lnTo>
                  <a:lnTo>
                    <a:pt x="95698" y="610031"/>
                  </a:lnTo>
                  <a:close/>
                  <a:moveTo>
                    <a:pt x="143546" y="610031"/>
                  </a:moveTo>
                  <a:lnTo>
                    <a:pt x="95698" y="618697"/>
                  </a:lnTo>
                  <a:lnTo>
                    <a:pt x="143546" y="619596"/>
                  </a:lnTo>
                  <a:close/>
                  <a:moveTo>
                    <a:pt x="143546" y="610031"/>
                  </a:moveTo>
                  <a:lnTo>
                    <a:pt x="95698" y="610031"/>
                  </a:lnTo>
                  <a:lnTo>
                    <a:pt x="95698" y="618697"/>
                  </a:lnTo>
                  <a:close/>
                  <a:moveTo>
                    <a:pt x="143546" y="610031"/>
                  </a:moveTo>
                  <a:lnTo>
                    <a:pt x="143546" y="619596"/>
                  </a:lnTo>
                  <a:lnTo>
                    <a:pt x="175859" y="610031"/>
                  </a:lnTo>
                  <a:close/>
                  <a:moveTo>
                    <a:pt x="191395" y="574147"/>
                  </a:moveTo>
                  <a:lnTo>
                    <a:pt x="175859" y="610031"/>
                  </a:lnTo>
                  <a:lnTo>
                    <a:pt x="191395" y="603448"/>
                  </a:lnTo>
                  <a:close/>
                  <a:moveTo>
                    <a:pt x="143546" y="610031"/>
                  </a:moveTo>
                  <a:lnTo>
                    <a:pt x="175859" y="610031"/>
                  </a:lnTo>
                  <a:lnTo>
                    <a:pt x="191395" y="574147"/>
                  </a:lnTo>
                  <a:close/>
                  <a:moveTo>
                    <a:pt x="27351" y="574147"/>
                  </a:moveTo>
                  <a:lnTo>
                    <a:pt x="47849" y="597033"/>
                  </a:lnTo>
                  <a:lnTo>
                    <a:pt x="47849" y="574147"/>
                  </a:lnTo>
                  <a:close/>
                  <a:moveTo>
                    <a:pt x="22265" y="538263"/>
                  </a:moveTo>
                  <a:lnTo>
                    <a:pt x="27351" y="574147"/>
                  </a:lnTo>
                  <a:lnTo>
                    <a:pt x="47849" y="574147"/>
                  </a:lnTo>
                  <a:close/>
                  <a:moveTo>
                    <a:pt x="191395" y="574147"/>
                  </a:moveTo>
                  <a:lnTo>
                    <a:pt x="191395" y="603448"/>
                  </a:lnTo>
                  <a:lnTo>
                    <a:pt x="226171" y="574147"/>
                  </a:lnTo>
                  <a:close/>
                  <a:moveTo>
                    <a:pt x="239244" y="538263"/>
                  </a:moveTo>
                  <a:lnTo>
                    <a:pt x="226171" y="574147"/>
                  </a:lnTo>
                  <a:lnTo>
                    <a:pt x="239244" y="553552"/>
                  </a:lnTo>
                  <a:close/>
                  <a:moveTo>
                    <a:pt x="191395" y="574147"/>
                  </a:moveTo>
                  <a:lnTo>
                    <a:pt x="226171" y="574147"/>
                  </a:lnTo>
                  <a:lnTo>
                    <a:pt x="239244" y="538263"/>
                  </a:lnTo>
                  <a:close/>
                  <a:moveTo>
                    <a:pt x="38989" y="502379"/>
                  </a:moveTo>
                  <a:lnTo>
                    <a:pt x="47849" y="538263"/>
                  </a:lnTo>
                  <a:lnTo>
                    <a:pt x="47849" y="502379"/>
                  </a:lnTo>
                  <a:close/>
                  <a:moveTo>
                    <a:pt x="38989" y="502379"/>
                  </a:moveTo>
                  <a:lnTo>
                    <a:pt x="22265" y="538263"/>
                  </a:lnTo>
                  <a:lnTo>
                    <a:pt x="47849" y="538263"/>
                  </a:lnTo>
                  <a:close/>
                  <a:moveTo>
                    <a:pt x="239244" y="538263"/>
                  </a:moveTo>
                  <a:lnTo>
                    <a:pt x="239244" y="553552"/>
                  </a:lnTo>
                  <a:lnTo>
                    <a:pt x="247325" y="538263"/>
                  </a:lnTo>
                  <a:close/>
                  <a:moveTo>
                    <a:pt x="239244" y="502379"/>
                  </a:moveTo>
                  <a:lnTo>
                    <a:pt x="247325" y="538263"/>
                  </a:lnTo>
                  <a:lnTo>
                    <a:pt x="257488" y="502379"/>
                  </a:lnTo>
                  <a:close/>
                  <a:moveTo>
                    <a:pt x="239244" y="502379"/>
                  </a:moveTo>
                  <a:lnTo>
                    <a:pt x="239244" y="538263"/>
                  </a:lnTo>
                  <a:lnTo>
                    <a:pt x="247325" y="538263"/>
                  </a:lnTo>
                  <a:close/>
                  <a:moveTo>
                    <a:pt x="47849" y="492200"/>
                  </a:moveTo>
                  <a:lnTo>
                    <a:pt x="38989" y="502379"/>
                  </a:lnTo>
                  <a:lnTo>
                    <a:pt x="47849" y="502379"/>
                  </a:lnTo>
                  <a:close/>
                  <a:moveTo>
                    <a:pt x="47849" y="502379"/>
                  </a:moveTo>
                  <a:lnTo>
                    <a:pt x="75733" y="466495"/>
                  </a:lnTo>
                  <a:lnTo>
                    <a:pt x="47849" y="492200"/>
                  </a:lnTo>
                  <a:close/>
                  <a:moveTo>
                    <a:pt x="95698" y="466495"/>
                  </a:moveTo>
                  <a:lnTo>
                    <a:pt x="75733" y="466495"/>
                  </a:lnTo>
                  <a:lnTo>
                    <a:pt x="47849" y="502379"/>
                  </a:lnTo>
                  <a:close/>
                  <a:moveTo>
                    <a:pt x="239244" y="466495"/>
                  </a:moveTo>
                  <a:lnTo>
                    <a:pt x="257488" y="502379"/>
                  </a:lnTo>
                  <a:lnTo>
                    <a:pt x="265025" y="466495"/>
                  </a:lnTo>
                  <a:close/>
                  <a:moveTo>
                    <a:pt x="239244" y="466495"/>
                  </a:moveTo>
                  <a:lnTo>
                    <a:pt x="239244" y="502379"/>
                  </a:lnTo>
                  <a:lnTo>
                    <a:pt x="257488" y="502379"/>
                  </a:lnTo>
                  <a:close/>
                  <a:moveTo>
                    <a:pt x="95698" y="447175"/>
                  </a:moveTo>
                  <a:lnTo>
                    <a:pt x="75733" y="466495"/>
                  </a:lnTo>
                  <a:lnTo>
                    <a:pt x="95698" y="466495"/>
                  </a:lnTo>
                  <a:close/>
                  <a:moveTo>
                    <a:pt x="95698" y="466495"/>
                  </a:moveTo>
                  <a:lnTo>
                    <a:pt x="116791" y="430610"/>
                  </a:lnTo>
                  <a:lnTo>
                    <a:pt x="95698" y="447175"/>
                  </a:lnTo>
                  <a:close/>
                  <a:moveTo>
                    <a:pt x="143546" y="430610"/>
                  </a:moveTo>
                  <a:lnTo>
                    <a:pt x="116791" y="430610"/>
                  </a:lnTo>
                  <a:lnTo>
                    <a:pt x="95698" y="466495"/>
                  </a:lnTo>
                  <a:close/>
                  <a:moveTo>
                    <a:pt x="239244" y="430610"/>
                  </a:moveTo>
                  <a:lnTo>
                    <a:pt x="265025" y="466495"/>
                  </a:lnTo>
                  <a:lnTo>
                    <a:pt x="273149" y="430610"/>
                  </a:lnTo>
                  <a:close/>
                  <a:moveTo>
                    <a:pt x="239244" y="430610"/>
                  </a:moveTo>
                  <a:lnTo>
                    <a:pt x="239244" y="466495"/>
                  </a:lnTo>
                  <a:lnTo>
                    <a:pt x="265025" y="466495"/>
                  </a:lnTo>
                  <a:close/>
                  <a:moveTo>
                    <a:pt x="138727" y="394726"/>
                  </a:moveTo>
                  <a:lnTo>
                    <a:pt x="143546" y="430610"/>
                  </a:lnTo>
                  <a:lnTo>
                    <a:pt x="143546" y="394726"/>
                  </a:lnTo>
                  <a:close/>
                  <a:moveTo>
                    <a:pt x="138727" y="394726"/>
                  </a:moveTo>
                  <a:lnTo>
                    <a:pt x="116791" y="430610"/>
                  </a:lnTo>
                  <a:lnTo>
                    <a:pt x="143546" y="430610"/>
                  </a:lnTo>
                  <a:close/>
                  <a:moveTo>
                    <a:pt x="143546" y="430610"/>
                  </a:moveTo>
                  <a:lnTo>
                    <a:pt x="191395" y="394726"/>
                  </a:lnTo>
                  <a:lnTo>
                    <a:pt x="143546" y="394726"/>
                  </a:lnTo>
                  <a:close/>
                  <a:moveTo>
                    <a:pt x="239244" y="394726"/>
                  </a:moveTo>
                  <a:lnTo>
                    <a:pt x="273149" y="430610"/>
                  </a:lnTo>
                  <a:lnTo>
                    <a:pt x="280562" y="394726"/>
                  </a:lnTo>
                  <a:close/>
                  <a:moveTo>
                    <a:pt x="239244" y="394726"/>
                  </a:moveTo>
                  <a:lnTo>
                    <a:pt x="239244" y="430610"/>
                  </a:lnTo>
                  <a:lnTo>
                    <a:pt x="273149" y="430610"/>
                  </a:lnTo>
                  <a:close/>
                  <a:moveTo>
                    <a:pt x="139378" y="358842"/>
                  </a:moveTo>
                  <a:lnTo>
                    <a:pt x="143546" y="394726"/>
                  </a:lnTo>
                  <a:lnTo>
                    <a:pt x="143546" y="358842"/>
                  </a:lnTo>
                  <a:close/>
                  <a:moveTo>
                    <a:pt x="139378" y="358842"/>
                  </a:moveTo>
                  <a:lnTo>
                    <a:pt x="138727" y="394726"/>
                  </a:lnTo>
                  <a:lnTo>
                    <a:pt x="143546" y="394726"/>
                  </a:lnTo>
                  <a:close/>
                  <a:moveTo>
                    <a:pt x="143546" y="394726"/>
                  </a:moveTo>
                  <a:lnTo>
                    <a:pt x="191395" y="394726"/>
                  </a:lnTo>
                  <a:lnTo>
                    <a:pt x="191395" y="358842"/>
                  </a:lnTo>
                  <a:close/>
                  <a:moveTo>
                    <a:pt x="143546" y="394726"/>
                  </a:moveTo>
                  <a:lnTo>
                    <a:pt x="191395" y="358842"/>
                  </a:lnTo>
                  <a:lnTo>
                    <a:pt x="143546" y="358842"/>
                  </a:lnTo>
                  <a:close/>
                  <a:moveTo>
                    <a:pt x="239244" y="358842"/>
                  </a:moveTo>
                  <a:lnTo>
                    <a:pt x="280562" y="394726"/>
                  </a:lnTo>
                  <a:lnTo>
                    <a:pt x="285522" y="358842"/>
                  </a:lnTo>
                  <a:close/>
                  <a:moveTo>
                    <a:pt x="239244" y="358842"/>
                  </a:moveTo>
                  <a:lnTo>
                    <a:pt x="239244" y="394726"/>
                  </a:lnTo>
                  <a:lnTo>
                    <a:pt x="280562" y="394726"/>
                  </a:lnTo>
                  <a:close/>
                  <a:moveTo>
                    <a:pt x="123550" y="322958"/>
                  </a:moveTo>
                  <a:lnTo>
                    <a:pt x="143546" y="358842"/>
                  </a:lnTo>
                  <a:lnTo>
                    <a:pt x="143546" y="322958"/>
                  </a:lnTo>
                  <a:close/>
                  <a:moveTo>
                    <a:pt x="123550" y="322958"/>
                  </a:moveTo>
                  <a:lnTo>
                    <a:pt x="139378" y="358842"/>
                  </a:lnTo>
                  <a:lnTo>
                    <a:pt x="143546" y="358842"/>
                  </a:lnTo>
                  <a:close/>
                  <a:moveTo>
                    <a:pt x="287093" y="322958"/>
                  </a:moveTo>
                  <a:lnTo>
                    <a:pt x="285522" y="358842"/>
                  </a:lnTo>
                  <a:lnTo>
                    <a:pt x="287093" y="350930"/>
                  </a:lnTo>
                  <a:close/>
                  <a:moveTo>
                    <a:pt x="239244" y="358842"/>
                  </a:moveTo>
                  <a:lnTo>
                    <a:pt x="285522" y="358842"/>
                  </a:lnTo>
                  <a:lnTo>
                    <a:pt x="287093" y="322958"/>
                  </a:lnTo>
                  <a:close/>
                  <a:moveTo>
                    <a:pt x="99914" y="287074"/>
                  </a:moveTo>
                  <a:lnTo>
                    <a:pt x="123550" y="322958"/>
                  </a:lnTo>
                  <a:lnTo>
                    <a:pt x="143546" y="322958"/>
                  </a:lnTo>
                  <a:close/>
                  <a:moveTo>
                    <a:pt x="239244" y="322958"/>
                  </a:moveTo>
                  <a:lnTo>
                    <a:pt x="287093" y="322958"/>
                  </a:lnTo>
                  <a:lnTo>
                    <a:pt x="287093" y="287074"/>
                  </a:lnTo>
                  <a:close/>
                  <a:moveTo>
                    <a:pt x="287093" y="322958"/>
                  </a:moveTo>
                  <a:lnTo>
                    <a:pt x="287093" y="350930"/>
                  </a:lnTo>
                  <a:lnTo>
                    <a:pt x="290219" y="322958"/>
                  </a:lnTo>
                  <a:close/>
                  <a:moveTo>
                    <a:pt x="287093" y="287074"/>
                  </a:moveTo>
                  <a:lnTo>
                    <a:pt x="290219" y="322958"/>
                  </a:lnTo>
                  <a:lnTo>
                    <a:pt x="297237" y="287074"/>
                  </a:lnTo>
                  <a:close/>
                  <a:moveTo>
                    <a:pt x="287093" y="287074"/>
                  </a:moveTo>
                  <a:lnTo>
                    <a:pt x="287093" y="322958"/>
                  </a:lnTo>
                  <a:lnTo>
                    <a:pt x="290219" y="322958"/>
                  </a:lnTo>
                  <a:close/>
                  <a:moveTo>
                    <a:pt x="143546" y="287074"/>
                  </a:moveTo>
                  <a:lnTo>
                    <a:pt x="95698" y="278891"/>
                  </a:lnTo>
                  <a:lnTo>
                    <a:pt x="99914" y="287074"/>
                  </a:lnTo>
                  <a:close/>
                  <a:moveTo>
                    <a:pt x="95698" y="251189"/>
                  </a:moveTo>
                  <a:lnTo>
                    <a:pt x="95698" y="278891"/>
                  </a:lnTo>
                  <a:lnTo>
                    <a:pt x="143546" y="287074"/>
                  </a:lnTo>
                  <a:close/>
                  <a:moveTo>
                    <a:pt x="287093" y="251189"/>
                  </a:moveTo>
                  <a:lnTo>
                    <a:pt x="297237" y="287074"/>
                  </a:lnTo>
                  <a:lnTo>
                    <a:pt x="305264" y="251189"/>
                  </a:lnTo>
                  <a:close/>
                  <a:moveTo>
                    <a:pt x="287093" y="251189"/>
                  </a:moveTo>
                  <a:lnTo>
                    <a:pt x="287093" y="287074"/>
                  </a:lnTo>
                  <a:lnTo>
                    <a:pt x="297237" y="287074"/>
                  </a:lnTo>
                  <a:close/>
                  <a:moveTo>
                    <a:pt x="84836" y="251189"/>
                  </a:moveTo>
                  <a:lnTo>
                    <a:pt x="95698" y="278891"/>
                  </a:lnTo>
                  <a:lnTo>
                    <a:pt x="95698" y="251189"/>
                  </a:lnTo>
                  <a:close/>
                  <a:moveTo>
                    <a:pt x="82984" y="215305"/>
                  </a:moveTo>
                  <a:lnTo>
                    <a:pt x="95698" y="251189"/>
                  </a:lnTo>
                  <a:lnTo>
                    <a:pt x="95698" y="215305"/>
                  </a:lnTo>
                  <a:close/>
                  <a:moveTo>
                    <a:pt x="82984" y="215305"/>
                  </a:moveTo>
                  <a:lnTo>
                    <a:pt x="84836" y="251189"/>
                  </a:lnTo>
                  <a:lnTo>
                    <a:pt x="95698" y="251189"/>
                  </a:lnTo>
                  <a:close/>
                  <a:moveTo>
                    <a:pt x="287093" y="215305"/>
                  </a:moveTo>
                  <a:lnTo>
                    <a:pt x="305264" y="251189"/>
                  </a:lnTo>
                  <a:lnTo>
                    <a:pt x="312677" y="215305"/>
                  </a:lnTo>
                  <a:close/>
                  <a:moveTo>
                    <a:pt x="287093" y="215305"/>
                  </a:moveTo>
                  <a:lnTo>
                    <a:pt x="287093" y="251189"/>
                  </a:lnTo>
                  <a:lnTo>
                    <a:pt x="305264" y="251189"/>
                  </a:lnTo>
                  <a:close/>
                  <a:moveTo>
                    <a:pt x="94507" y="179421"/>
                  </a:moveTo>
                  <a:lnTo>
                    <a:pt x="95698" y="215305"/>
                  </a:lnTo>
                  <a:lnTo>
                    <a:pt x="95698" y="179421"/>
                  </a:lnTo>
                  <a:close/>
                  <a:moveTo>
                    <a:pt x="94507" y="179421"/>
                  </a:moveTo>
                  <a:lnTo>
                    <a:pt x="82984" y="215305"/>
                  </a:lnTo>
                  <a:lnTo>
                    <a:pt x="95698" y="215305"/>
                  </a:lnTo>
                  <a:close/>
                  <a:moveTo>
                    <a:pt x="287093" y="179421"/>
                  </a:moveTo>
                  <a:lnTo>
                    <a:pt x="312677" y="215305"/>
                  </a:lnTo>
                  <a:lnTo>
                    <a:pt x="320773" y="179421"/>
                  </a:lnTo>
                  <a:close/>
                  <a:moveTo>
                    <a:pt x="95698" y="177305"/>
                  </a:moveTo>
                  <a:lnTo>
                    <a:pt x="94507" y="179421"/>
                  </a:lnTo>
                  <a:lnTo>
                    <a:pt x="95698" y="179421"/>
                  </a:lnTo>
                  <a:close/>
                  <a:moveTo>
                    <a:pt x="95698" y="179421"/>
                  </a:moveTo>
                  <a:lnTo>
                    <a:pt x="118145" y="143537"/>
                  </a:lnTo>
                  <a:lnTo>
                    <a:pt x="95698" y="177305"/>
                  </a:lnTo>
                  <a:close/>
                  <a:moveTo>
                    <a:pt x="143546" y="143537"/>
                  </a:moveTo>
                  <a:lnTo>
                    <a:pt x="118145" y="143537"/>
                  </a:lnTo>
                  <a:lnTo>
                    <a:pt x="95698" y="179421"/>
                  </a:lnTo>
                  <a:close/>
                  <a:moveTo>
                    <a:pt x="287093" y="143537"/>
                  </a:moveTo>
                  <a:lnTo>
                    <a:pt x="320773" y="179421"/>
                  </a:lnTo>
                  <a:lnTo>
                    <a:pt x="333015" y="143537"/>
                  </a:lnTo>
                  <a:close/>
                  <a:moveTo>
                    <a:pt x="142651" y="107653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142651" y="107653"/>
                  </a:moveTo>
                  <a:lnTo>
                    <a:pt x="118145" y="143537"/>
                  </a:lnTo>
                  <a:lnTo>
                    <a:pt x="143546" y="143537"/>
                  </a:lnTo>
                  <a:close/>
                  <a:moveTo>
                    <a:pt x="334941" y="107653"/>
                  </a:moveTo>
                  <a:lnTo>
                    <a:pt x="333015" y="143537"/>
                  </a:lnTo>
                  <a:lnTo>
                    <a:pt x="334941" y="138467"/>
                  </a:lnTo>
                  <a:close/>
                  <a:moveTo>
                    <a:pt x="287093" y="143537"/>
                  </a:moveTo>
                  <a:lnTo>
                    <a:pt x="333015" y="143537"/>
                  </a:lnTo>
                  <a:lnTo>
                    <a:pt x="334941" y="107653"/>
                  </a:lnTo>
                  <a:close/>
                  <a:moveTo>
                    <a:pt x="143546" y="106223"/>
                  </a:moveTo>
                  <a:lnTo>
                    <a:pt x="142651" y="107653"/>
                  </a:lnTo>
                  <a:lnTo>
                    <a:pt x="143546" y="107653"/>
                  </a:lnTo>
                  <a:close/>
                  <a:moveTo>
                    <a:pt x="143546" y="107653"/>
                  </a:moveTo>
                  <a:lnTo>
                    <a:pt x="169676" y="71768"/>
                  </a:lnTo>
                  <a:lnTo>
                    <a:pt x="143546" y="106223"/>
                  </a:lnTo>
                  <a:close/>
                  <a:moveTo>
                    <a:pt x="191395" y="71768"/>
                  </a:moveTo>
                  <a:lnTo>
                    <a:pt x="169676" y="71768"/>
                  </a:lnTo>
                  <a:lnTo>
                    <a:pt x="143546" y="107653"/>
                  </a:lnTo>
                  <a:close/>
                  <a:moveTo>
                    <a:pt x="334941" y="107653"/>
                  </a:moveTo>
                  <a:lnTo>
                    <a:pt x="334941" y="138467"/>
                  </a:lnTo>
                  <a:lnTo>
                    <a:pt x="345683" y="107653"/>
                  </a:lnTo>
                  <a:close/>
                  <a:moveTo>
                    <a:pt x="334941" y="71768"/>
                  </a:moveTo>
                  <a:lnTo>
                    <a:pt x="345683" y="107653"/>
                  </a:lnTo>
                  <a:lnTo>
                    <a:pt x="349687" y="71768"/>
                  </a:lnTo>
                  <a:close/>
                  <a:moveTo>
                    <a:pt x="334941" y="71768"/>
                  </a:moveTo>
                  <a:lnTo>
                    <a:pt x="334941" y="107653"/>
                  </a:lnTo>
                  <a:lnTo>
                    <a:pt x="345683" y="107653"/>
                  </a:lnTo>
                  <a:close/>
                  <a:moveTo>
                    <a:pt x="191395" y="46456"/>
                  </a:moveTo>
                  <a:lnTo>
                    <a:pt x="169676" y="71768"/>
                  </a:lnTo>
                  <a:lnTo>
                    <a:pt x="191395" y="71768"/>
                  </a:lnTo>
                  <a:close/>
                  <a:moveTo>
                    <a:pt x="191395" y="71768"/>
                  </a:moveTo>
                  <a:lnTo>
                    <a:pt x="206472" y="35884"/>
                  </a:lnTo>
                  <a:lnTo>
                    <a:pt x="191395" y="46456"/>
                  </a:lnTo>
                  <a:close/>
                  <a:moveTo>
                    <a:pt x="239244" y="35884"/>
                  </a:moveTo>
                  <a:lnTo>
                    <a:pt x="206472" y="35884"/>
                  </a:lnTo>
                  <a:lnTo>
                    <a:pt x="191395" y="71768"/>
                  </a:lnTo>
                  <a:close/>
                  <a:moveTo>
                    <a:pt x="287093" y="35884"/>
                  </a:moveTo>
                  <a:lnTo>
                    <a:pt x="334941" y="39186"/>
                  </a:lnTo>
                  <a:lnTo>
                    <a:pt x="331872" y="35884"/>
                  </a:lnTo>
                  <a:close/>
                  <a:moveTo>
                    <a:pt x="334941" y="71768"/>
                  </a:moveTo>
                  <a:lnTo>
                    <a:pt x="334941" y="39186"/>
                  </a:lnTo>
                  <a:lnTo>
                    <a:pt x="287093" y="35884"/>
                  </a:lnTo>
                  <a:close/>
                  <a:moveTo>
                    <a:pt x="334941" y="71768"/>
                  </a:moveTo>
                  <a:lnTo>
                    <a:pt x="349687" y="71768"/>
                  </a:lnTo>
                  <a:lnTo>
                    <a:pt x="334941" y="39186"/>
                  </a:lnTo>
                  <a:close/>
                  <a:moveTo>
                    <a:pt x="239244" y="20149"/>
                  </a:moveTo>
                  <a:lnTo>
                    <a:pt x="206472" y="35884"/>
                  </a:lnTo>
                  <a:lnTo>
                    <a:pt x="239244" y="35884"/>
                  </a:lnTo>
                  <a:close/>
                  <a:moveTo>
                    <a:pt x="239244" y="35884"/>
                  </a:moveTo>
                  <a:lnTo>
                    <a:pt x="287093" y="17282"/>
                  </a:lnTo>
                  <a:lnTo>
                    <a:pt x="239244" y="20149"/>
                  </a:lnTo>
                  <a:close/>
                  <a:moveTo>
                    <a:pt x="239244" y="35884"/>
                  </a:moveTo>
                  <a:lnTo>
                    <a:pt x="287093" y="35884"/>
                  </a:lnTo>
                  <a:lnTo>
                    <a:pt x="287093" y="17282"/>
                  </a:lnTo>
                  <a:close/>
                  <a:moveTo>
                    <a:pt x="287093" y="35884"/>
                  </a:moveTo>
                  <a:lnTo>
                    <a:pt x="331872" y="35884"/>
                  </a:lnTo>
                  <a:lnTo>
                    <a:pt x="287093" y="17282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3949" name="Candidate_B1__3948">
              <a:extLst>
                <a:ext uri="{FF2B5EF4-FFF2-40B4-BE49-F238E27FC236}">
                  <a16:creationId xmlns:a16="http://schemas.microsoft.com/office/drawing/2014/main" id="{6BC10E41-FF6E-768B-F311-C51E4892CB82}"/>
                </a:ext>
              </a:extLst>
            </p:cNvPr>
            <p:cNvSpPr>
              <a:spLocks noGrp="1"/>
            </p:cNvSpPr>
            <p:nvPr/>
          </p:nvSpPr>
          <p:spPr>
            <a:xfrm>
              <a:off x="4156913" y="2339619"/>
              <a:ext cx="312676" cy="574147"/>
            </a:xfrm>
            <a:custGeom>
              <a:avLst/>
              <a:gdLst/>
              <a:ahLst/>
              <a:cxnLst/>
              <a:rect l="0" t="0" r="0" b="0"/>
              <a:pathLst>
                <a:path w="312676" h="574147">
                  <a:moveTo>
                    <a:pt x="73432" y="538263"/>
                  </a:moveTo>
                  <a:lnTo>
                    <a:pt x="25583" y="538263"/>
                  </a:lnTo>
                  <a:lnTo>
                    <a:pt x="73432" y="574147"/>
                  </a:lnTo>
                  <a:close/>
                  <a:moveTo>
                    <a:pt x="73432" y="574147"/>
                  </a:moveTo>
                  <a:lnTo>
                    <a:pt x="121281" y="574147"/>
                  </a:lnTo>
                  <a:lnTo>
                    <a:pt x="121281" y="538263"/>
                  </a:lnTo>
                  <a:close/>
                  <a:moveTo>
                    <a:pt x="73432" y="574147"/>
                  </a:moveTo>
                  <a:lnTo>
                    <a:pt x="121281" y="538263"/>
                  </a:lnTo>
                  <a:lnTo>
                    <a:pt x="73432" y="538263"/>
                  </a:lnTo>
                  <a:close/>
                  <a:moveTo>
                    <a:pt x="121281" y="538263"/>
                  </a:moveTo>
                  <a:lnTo>
                    <a:pt x="121281" y="574147"/>
                  </a:lnTo>
                  <a:lnTo>
                    <a:pt x="169130" y="538263"/>
                  </a:lnTo>
                  <a:close/>
                  <a:moveTo>
                    <a:pt x="0" y="502379"/>
                  </a:moveTo>
                  <a:lnTo>
                    <a:pt x="25583" y="538263"/>
                  </a:lnTo>
                  <a:lnTo>
                    <a:pt x="25583" y="502379"/>
                  </a:lnTo>
                  <a:close/>
                  <a:moveTo>
                    <a:pt x="25583" y="538263"/>
                  </a:moveTo>
                  <a:lnTo>
                    <a:pt x="73432" y="538263"/>
                  </a:lnTo>
                  <a:lnTo>
                    <a:pt x="73432" y="502379"/>
                  </a:lnTo>
                  <a:close/>
                  <a:moveTo>
                    <a:pt x="25583" y="538263"/>
                  </a:moveTo>
                  <a:lnTo>
                    <a:pt x="73432" y="502379"/>
                  </a:lnTo>
                  <a:lnTo>
                    <a:pt x="25583" y="502379"/>
                  </a:lnTo>
                  <a:close/>
                  <a:moveTo>
                    <a:pt x="121281" y="538263"/>
                  </a:moveTo>
                  <a:lnTo>
                    <a:pt x="169130" y="538263"/>
                  </a:lnTo>
                  <a:lnTo>
                    <a:pt x="169130" y="502379"/>
                  </a:lnTo>
                  <a:close/>
                  <a:moveTo>
                    <a:pt x="169130" y="502379"/>
                  </a:moveTo>
                  <a:lnTo>
                    <a:pt x="169130" y="538263"/>
                  </a:lnTo>
                  <a:lnTo>
                    <a:pt x="216978" y="502379"/>
                  </a:lnTo>
                  <a:close/>
                  <a:moveTo>
                    <a:pt x="25583" y="502379"/>
                  </a:moveTo>
                  <a:lnTo>
                    <a:pt x="73432" y="502379"/>
                  </a:lnTo>
                  <a:lnTo>
                    <a:pt x="73432" y="466495"/>
                  </a:lnTo>
                  <a:close/>
                  <a:moveTo>
                    <a:pt x="25583" y="502379"/>
                  </a:moveTo>
                  <a:lnTo>
                    <a:pt x="73432" y="466495"/>
                  </a:lnTo>
                  <a:lnTo>
                    <a:pt x="25583" y="466495"/>
                  </a:lnTo>
                  <a:close/>
                  <a:moveTo>
                    <a:pt x="169130" y="502379"/>
                  </a:moveTo>
                  <a:lnTo>
                    <a:pt x="216978" y="502379"/>
                  </a:lnTo>
                  <a:lnTo>
                    <a:pt x="216978" y="466495"/>
                  </a:lnTo>
                  <a:close/>
                  <a:moveTo>
                    <a:pt x="169130" y="502379"/>
                  </a:moveTo>
                  <a:lnTo>
                    <a:pt x="216978" y="466495"/>
                  </a:lnTo>
                  <a:lnTo>
                    <a:pt x="169130" y="466495"/>
                  </a:lnTo>
                  <a:close/>
                  <a:moveTo>
                    <a:pt x="73432" y="466495"/>
                  </a:moveTo>
                  <a:lnTo>
                    <a:pt x="73432" y="430610"/>
                  </a:lnTo>
                  <a:lnTo>
                    <a:pt x="25583" y="466495"/>
                  </a:lnTo>
                  <a:close/>
                  <a:moveTo>
                    <a:pt x="73432" y="466495"/>
                  </a:moveTo>
                  <a:lnTo>
                    <a:pt x="121281" y="466495"/>
                  </a:lnTo>
                  <a:lnTo>
                    <a:pt x="121281" y="430610"/>
                  </a:lnTo>
                  <a:close/>
                  <a:moveTo>
                    <a:pt x="73432" y="466495"/>
                  </a:moveTo>
                  <a:lnTo>
                    <a:pt x="121281" y="430610"/>
                  </a:lnTo>
                  <a:lnTo>
                    <a:pt x="73432" y="430610"/>
                  </a:lnTo>
                  <a:close/>
                  <a:moveTo>
                    <a:pt x="121281" y="466495"/>
                  </a:moveTo>
                  <a:lnTo>
                    <a:pt x="169130" y="466495"/>
                  </a:lnTo>
                  <a:lnTo>
                    <a:pt x="169130" y="430610"/>
                  </a:lnTo>
                  <a:close/>
                  <a:moveTo>
                    <a:pt x="121281" y="466495"/>
                  </a:moveTo>
                  <a:lnTo>
                    <a:pt x="169130" y="430610"/>
                  </a:lnTo>
                  <a:lnTo>
                    <a:pt x="121281" y="430610"/>
                  </a:lnTo>
                  <a:close/>
                  <a:moveTo>
                    <a:pt x="169130" y="466495"/>
                  </a:moveTo>
                  <a:lnTo>
                    <a:pt x="216978" y="466495"/>
                  </a:lnTo>
                  <a:lnTo>
                    <a:pt x="216978" y="430610"/>
                  </a:lnTo>
                  <a:close/>
                  <a:moveTo>
                    <a:pt x="169130" y="466495"/>
                  </a:moveTo>
                  <a:lnTo>
                    <a:pt x="216978" y="430610"/>
                  </a:lnTo>
                  <a:lnTo>
                    <a:pt x="169130" y="430610"/>
                  </a:lnTo>
                  <a:close/>
                  <a:moveTo>
                    <a:pt x="121281" y="430610"/>
                  </a:moveTo>
                  <a:lnTo>
                    <a:pt x="121281" y="394726"/>
                  </a:lnTo>
                  <a:lnTo>
                    <a:pt x="73432" y="430610"/>
                  </a:lnTo>
                  <a:close/>
                  <a:moveTo>
                    <a:pt x="121281" y="430610"/>
                  </a:moveTo>
                  <a:lnTo>
                    <a:pt x="169130" y="430610"/>
                  </a:lnTo>
                  <a:lnTo>
                    <a:pt x="169130" y="394726"/>
                  </a:lnTo>
                  <a:close/>
                  <a:moveTo>
                    <a:pt x="121281" y="430610"/>
                  </a:moveTo>
                  <a:lnTo>
                    <a:pt x="169130" y="394726"/>
                  </a:lnTo>
                  <a:lnTo>
                    <a:pt x="121281" y="394726"/>
                  </a:lnTo>
                  <a:close/>
                  <a:moveTo>
                    <a:pt x="169130" y="430610"/>
                  </a:moveTo>
                  <a:lnTo>
                    <a:pt x="216978" y="430610"/>
                  </a:lnTo>
                  <a:lnTo>
                    <a:pt x="216978" y="394726"/>
                  </a:lnTo>
                  <a:close/>
                  <a:moveTo>
                    <a:pt x="169130" y="430610"/>
                  </a:moveTo>
                  <a:lnTo>
                    <a:pt x="216978" y="394726"/>
                  </a:lnTo>
                  <a:lnTo>
                    <a:pt x="169130" y="394726"/>
                  </a:lnTo>
                  <a:close/>
                  <a:moveTo>
                    <a:pt x="121281" y="394726"/>
                  </a:moveTo>
                  <a:lnTo>
                    <a:pt x="169130" y="394726"/>
                  </a:lnTo>
                  <a:lnTo>
                    <a:pt x="169130" y="358842"/>
                  </a:lnTo>
                  <a:close/>
                  <a:moveTo>
                    <a:pt x="169130" y="394726"/>
                  </a:moveTo>
                  <a:lnTo>
                    <a:pt x="216978" y="394726"/>
                  </a:lnTo>
                  <a:lnTo>
                    <a:pt x="216978" y="358842"/>
                  </a:lnTo>
                  <a:close/>
                  <a:moveTo>
                    <a:pt x="169130" y="394726"/>
                  </a:moveTo>
                  <a:lnTo>
                    <a:pt x="216978" y="358842"/>
                  </a:lnTo>
                  <a:lnTo>
                    <a:pt x="169130" y="358842"/>
                  </a:lnTo>
                  <a:close/>
                  <a:moveTo>
                    <a:pt x="169130" y="358842"/>
                  </a:moveTo>
                  <a:lnTo>
                    <a:pt x="216978" y="358842"/>
                  </a:lnTo>
                  <a:lnTo>
                    <a:pt x="216978" y="322958"/>
                  </a:lnTo>
                  <a:close/>
                  <a:moveTo>
                    <a:pt x="169130" y="358842"/>
                  </a:moveTo>
                  <a:lnTo>
                    <a:pt x="216978" y="322958"/>
                  </a:lnTo>
                  <a:lnTo>
                    <a:pt x="169130" y="322958"/>
                  </a:lnTo>
                  <a:close/>
                  <a:moveTo>
                    <a:pt x="121281" y="322958"/>
                  </a:moveTo>
                  <a:lnTo>
                    <a:pt x="169130" y="322958"/>
                  </a:lnTo>
                  <a:lnTo>
                    <a:pt x="169130" y="287074"/>
                  </a:lnTo>
                  <a:close/>
                  <a:moveTo>
                    <a:pt x="121281" y="322958"/>
                  </a:moveTo>
                  <a:lnTo>
                    <a:pt x="169130" y="287074"/>
                  </a:lnTo>
                  <a:lnTo>
                    <a:pt x="121281" y="287074"/>
                  </a:lnTo>
                  <a:close/>
                  <a:moveTo>
                    <a:pt x="169130" y="322958"/>
                  </a:moveTo>
                  <a:lnTo>
                    <a:pt x="216978" y="322958"/>
                  </a:lnTo>
                  <a:lnTo>
                    <a:pt x="216978" y="287074"/>
                  </a:lnTo>
                  <a:close/>
                  <a:moveTo>
                    <a:pt x="169130" y="322958"/>
                  </a:moveTo>
                  <a:lnTo>
                    <a:pt x="216978" y="287074"/>
                  </a:lnTo>
                  <a:lnTo>
                    <a:pt x="169130" y="287074"/>
                  </a:lnTo>
                  <a:close/>
                  <a:moveTo>
                    <a:pt x="216978" y="287074"/>
                  </a:moveTo>
                  <a:lnTo>
                    <a:pt x="216978" y="322958"/>
                  </a:lnTo>
                  <a:lnTo>
                    <a:pt x="264827" y="287074"/>
                  </a:lnTo>
                  <a:close/>
                  <a:moveTo>
                    <a:pt x="77649" y="251189"/>
                  </a:moveTo>
                  <a:lnTo>
                    <a:pt x="121281" y="287074"/>
                  </a:lnTo>
                  <a:lnTo>
                    <a:pt x="121281" y="251189"/>
                  </a:lnTo>
                  <a:close/>
                  <a:moveTo>
                    <a:pt x="121281" y="287074"/>
                  </a:moveTo>
                  <a:lnTo>
                    <a:pt x="169130" y="287074"/>
                  </a:lnTo>
                  <a:lnTo>
                    <a:pt x="169130" y="251189"/>
                  </a:lnTo>
                  <a:close/>
                  <a:moveTo>
                    <a:pt x="121281" y="287074"/>
                  </a:moveTo>
                  <a:lnTo>
                    <a:pt x="169130" y="251189"/>
                  </a:lnTo>
                  <a:lnTo>
                    <a:pt x="121281" y="251189"/>
                  </a:lnTo>
                  <a:close/>
                  <a:moveTo>
                    <a:pt x="169130" y="287074"/>
                  </a:moveTo>
                  <a:lnTo>
                    <a:pt x="216978" y="287074"/>
                  </a:lnTo>
                  <a:lnTo>
                    <a:pt x="216978" y="251189"/>
                  </a:lnTo>
                  <a:close/>
                  <a:moveTo>
                    <a:pt x="169130" y="287074"/>
                  </a:moveTo>
                  <a:lnTo>
                    <a:pt x="216978" y="251189"/>
                  </a:lnTo>
                  <a:lnTo>
                    <a:pt x="169130" y="251189"/>
                  </a:lnTo>
                  <a:close/>
                  <a:moveTo>
                    <a:pt x="216978" y="287074"/>
                  </a:moveTo>
                  <a:lnTo>
                    <a:pt x="264827" y="251189"/>
                  </a:lnTo>
                  <a:lnTo>
                    <a:pt x="216978" y="251189"/>
                  </a:lnTo>
                  <a:close/>
                  <a:moveTo>
                    <a:pt x="121281" y="215305"/>
                  </a:moveTo>
                  <a:lnTo>
                    <a:pt x="73432" y="215305"/>
                  </a:lnTo>
                  <a:lnTo>
                    <a:pt x="121281" y="251189"/>
                  </a:lnTo>
                  <a:close/>
                  <a:moveTo>
                    <a:pt x="121281" y="251189"/>
                  </a:moveTo>
                  <a:lnTo>
                    <a:pt x="169130" y="251189"/>
                  </a:lnTo>
                  <a:lnTo>
                    <a:pt x="169130" y="215305"/>
                  </a:lnTo>
                  <a:close/>
                  <a:moveTo>
                    <a:pt x="169130" y="251189"/>
                  </a:moveTo>
                  <a:lnTo>
                    <a:pt x="216978" y="251189"/>
                  </a:lnTo>
                  <a:lnTo>
                    <a:pt x="216978" y="215305"/>
                  </a:lnTo>
                  <a:close/>
                  <a:moveTo>
                    <a:pt x="216978" y="251189"/>
                  </a:moveTo>
                  <a:lnTo>
                    <a:pt x="264827" y="251189"/>
                  </a:lnTo>
                  <a:lnTo>
                    <a:pt x="264827" y="215305"/>
                  </a:lnTo>
                  <a:close/>
                  <a:moveTo>
                    <a:pt x="216978" y="251189"/>
                  </a:moveTo>
                  <a:lnTo>
                    <a:pt x="264827" y="215305"/>
                  </a:lnTo>
                  <a:lnTo>
                    <a:pt x="216978" y="215305"/>
                  </a:lnTo>
                  <a:close/>
                  <a:moveTo>
                    <a:pt x="73432" y="215305"/>
                  </a:moveTo>
                  <a:lnTo>
                    <a:pt x="121281" y="215305"/>
                  </a:lnTo>
                  <a:lnTo>
                    <a:pt x="121281" y="179421"/>
                  </a:lnTo>
                  <a:close/>
                  <a:moveTo>
                    <a:pt x="73432" y="215305"/>
                  </a:moveTo>
                  <a:lnTo>
                    <a:pt x="121281" y="179421"/>
                  </a:lnTo>
                  <a:lnTo>
                    <a:pt x="73432" y="179421"/>
                  </a:lnTo>
                  <a:close/>
                  <a:moveTo>
                    <a:pt x="216978" y="215305"/>
                  </a:moveTo>
                  <a:lnTo>
                    <a:pt x="264827" y="215305"/>
                  </a:lnTo>
                  <a:lnTo>
                    <a:pt x="264827" y="179421"/>
                  </a:lnTo>
                  <a:close/>
                  <a:moveTo>
                    <a:pt x="216978" y="215305"/>
                  </a:moveTo>
                  <a:lnTo>
                    <a:pt x="264827" y="179421"/>
                  </a:lnTo>
                  <a:lnTo>
                    <a:pt x="216978" y="179421"/>
                  </a:lnTo>
                  <a:close/>
                  <a:moveTo>
                    <a:pt x="73432" y="179421"/>
                  </a:moveTo>
                  <a:lnTo>
                    <a:pt x="121281" y="179421"/>
                  </a:lnTo>
                  <a:lnTo>
                    <a:pt x="121281" y="143537"/>
                  </a:lnTo>
                  <a:close/>
                  <a:moveTo>
                    <a:pt x="73432" y="179421"/>
                  </a:moveTo>
                  <a:lnTo>
                    <a:pt x="121281" y="143537"/>
                  </a:lnTo>
                  <a:lnTo>
                    <a:pt x="73432" y="143537"/>
                  </a:lnTo>
                  <a:close/>
                  <a:moveTo>
                    <a:pt x="216978" y="179421"/>
                  </a:moveTo>
                  <a:lnTo>
                    <a:pt x="264827" y="179421"/>
                  </a:lnTo>
                  <a:lnTo>
                    <a:pt x="264827" y="143537"/>
                  </a:lnTo>
                  <a:close/>
                  <a:moveTo>
                    <a:pt x="264827" y="143537"/>
                  </a:moveTo>
                  <a:lnTo>
                    <a:pt x="264827" y="179421"/>
                  </a:lnTo>
                  <a:lnTo>
                    <a:pt x="290411" y="179421"/>
                  </a:lnTo>
                  <a:close/>
                  <a:moveTo>
                    <a:pt x="121281" y="143537"/>
                  </a:moveTo>
                  <a:lnTo>
                    <a:pt x="121281" y="107653"/>
                  </a:lnTo>
                  <a:lnTo>
                    <a:pt x="73432" y="143537"/>
                  </a:lnTo>
                  <a:close/>
                  <a:moveTo>
                    <a:pt x="121281" y="143537"/>
                  </a:moveTo>
                  <a:lnTo>
                    <a:pt x="169130" y="107653"/>
                  </a:lnTo>
                  <a:lnTo>
                    <a:pt x="121281" y="107653"/>
                  </a:lnTo>
                  <a:close/>
                  <a:moveTo>
                    <a:pt x="216978" y="143537"/>
                  </a:moveTo>
                  <a:lnTo>
                    <a:pt x="264827" y="143537"/>
                  </a:lnTo>
                  <a:lnTo>
                    <a:pt x="264827" y="107653"/>
                  </a:lnTo>
                  <a:close/>
                  <a:moveTo>
                    <a:pt x="264827" y="107653"/>
                  </a:moveTo>
                  <a:lnTo>
                    <a:pt x="264827" y="143537"/>
                  </a:lnTo>
                  <a:lnTo>
                    <a:pt x="298508" y="143537"/>
                  </a:lnTo>
                  <a:close/>
                  <a:moveTo>
                    <a:pt x="121281" y="107653"/>
                  </a:moveTo>
                  <a:lnTo>
                    <a:pt x="169130" y="107653"/>
                  </a:lnTo>
                  <a:lnTo>
                    <a:pt x="169130" y="71768"/>
                  </a:lnTo>
                  <a:close/>
                  <a:moveTo>
                    <a:pt x="121281" y="107653"/>
                  </a:moveTo>
                  <a:lnTo>
                    <a:pt x="169130" y="71768"/>
                  </a:lnTo>
                  <a:lnTo>
                    <a:pt x="121281" y="71768"/>
                  </a:lnTo>
                  <a:close/>
                  <a:moveTo>
                    <a:pt x="169130" y="107653"/>
                  </a:moveTo>
                  <a:lnTo>
                    <a:pt x="216978" y="71768"/>
                  </a:lnTo>
                  <a:lnTo>
                    <a:pt x="169130" y="71768"/>
                  </a:lnTo>
                  <a:close/>
                  <a:moveTo>
                    <a:pt x="216978" y="107653"/>
                  </a:moveTo>
                  <a:lnTo>
                    <a:pt x="264827" y="107653"/>
                  </a:lnTo>
                  <a:lnTo>
                    <a:pt x="264827" y="71768"/>
                  </a:lnTo>
                  <a:close/>
                  <a:moveTo>
                    <a:pt x="216978" y="107653"/>
                  </a:moveTo>
                  <a:lnTo>
                    <a:pt x="264827" y="71768"/>
                  </a:lnTo>
                  <a:lnTo>
                    <a:pt x="216978" y="71768"/>
                  </a:lnTo>
                  <a:close/>
                  <a:moveTo>
                    <a:pt x="264827" y="71768"/>
                  </a:moveTo>
                  <a:lnTo>
                    <a:pt x="264827" y="107653"/>
                  </a:lnTo>
                  <a:lnTo>
                    <a:pt x="312676" y="71768"/>
                  </a:lnTo>
                  <a:close/>
                  <a:moveTo>
                    <a:pt x="169130" y="71768"/>
                  </a:moveTo>
                  <a:lnTo>
                    <a:pt x="169130" y="35884"/>
                  </a:lnTo>
                  <a:lnTo>
                    <a:pt x="121281" y="71768"/>
                  </a:lnTo>
                  <a:close/>
                  <a:moveTo>
                    <a:pt x="169130" y="71768"/>
                  </a:moveTo>
                  <a:lnTo>
                    <a:pt x="216978" y="71768"/>
                  </a:lnTo>
                  <a:lnTo>
                    <a:pt x="216978" y="35884"/>
                  </a:lnTo>
                  <a:close/>
                  <a:moveTo>
                    <a:pt x="169130" y="71768"/>
                  </a:moveTo>
                  <a:lnTo>
                    <a:pt x="216978" y="35884"/>
                  </a:lnTo>
                  <a:lnTo>
                    <a:pt x="169130" y="35884"/>
                  </a:lnTo>
                  <a:close/>
                  <a:moveTo>
                    <a:pt x="216978" y="71768"/>
                  </a:moveTo>
                  <a:lnTo>
                    <a:pt x="264827" y="71768"/>
                  </a:lnTo>
                  <a:lnTo>
                    <a:pt x="264827" y="35884"/>
                  </a:lnTo>
                  <a:close/>
                  <a:moveTo>
                    <a:pt x="216978" y="71768"/>
                  </a:moveTo>
                  <a:lnTo>
                    <a:pt x="264827" y="35884"/>
                  </a:lnTo>
                  <a:lnTo>
                    <a:pt x="216978" y="35884"/>
                  </a:lnTo>
                  <a:close/>
                  <a:moveTo>
                    <a:pt x="264827" y="71768"/>
                  </a:moveTo>
                  <a:lnTo>
                    <a:pt x="312676" y="71768"/>
                  </a:lnTo>
                  <a:lnTo>
                    <a:pt x="312676" y="35884"/>
                  </a:lnTo>
                  <a:close/>
                  <a:moveTo>
                    <a:pt x="264827" y="71768"/>
                  </a:moveTo>
                  <a:lnTo>
                    <a:pt x="312676" y="35884"/>
                  </a:lnTo>
                  <a:lnTo>
                    <a:pt x="264827" y="35884"/>
                  </a:lnTo>
                  <a:close/>
                  <a:moveTo>
                    <a:pt x="216978" y="35884"/>
                  </a:moveTo>
                  <a:lnTo>
                    <a:pt x="216978" y="0"/>
                  </a:lnTo>
                  <a:lnTo>
                    <a:pt x="169130" y="35884"/>
                  </a:lnTo>
                  <a:close/>
                  <a:moveTo>
                    <a:pt x="216978" y="35884"/>
                  </a:moveTo>
                  <a:lnTo>
                    <a:pt x="264827" y="35884"/>
                  </a:lnTo>
                  <a:lnTo>
                    <a:pt x="264827" y="0"/>
                  </a:lnTo>
                  <a:close/>
                  <a:moveTo>
                    <a:pt x="216978" y="35884"/>
                  </a:moveTo>
                  <a:lnTo>
                    <a:pt x="264827" y="0"/>
                  </a:lnTo>
                  <a:lnTo>
                    <a:pt x="216978" y="0"/>
                  </a:lnTo>
                  <a:close/>
                  <a:moveTo>
                    <a:pt x="264827" y="35884"/>
                  </a:moveTo>
                  <a:lnTo>
                    <a:pt x="312676" y="35884"/>
                  </a:lnTo>
                  <a:lnTo>
                    <a:pt x="264827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3950" name="Candidate_B1__3949">
              <a:extLst>
                <a:ext uri="{FF2B5EF4-FFF2-40B4-BE49-F238E27FC236}">
                  <a16:creationId xmlns:a16="http://schemas.microsoft.com/office/drawing/2014/main" id="{8CEAFB38-F3D3-4B5E-E7C6-1AC6683BF6ED}"/>
                </a:ext>
              </a:extLst>
            </p:cNvPr>
            <p:cNvSpPr>
              <a:spLocks noGrp="1"/>
            </p:cNvSpPr>
            <p:nvPr/>
          </p:nvSpPr>
          <p:spPr>
            <a:xfrm>
              <a:off x="4230345" y="2411388"/>
              <a:ext cx="191395" cy="466495"/>
            </a:xfrm>
            <a:custGeom>
              <a:avLst/>
              <a:gdLst/>
              <a:ahLst/>
              <a:cxnLst/>
              <a:rect l="0" t="0" r="0" b="0"/>
              <a:pathLst>
                <a:path w="191395" h="466495">
                  <a:moveTo>
                    <a:pt x="0" y="466495"/>
                  </a:moveTo>
                  <a:lnTo>
                    <a:pt x="47849" y="466495"/>
                  </a:lnTo>
                  <a:lnTo>
                    <a:pt x="47849" y="430610"/>
                  </a:lnTo>
                  <a:close/>
                  <a:moveTo>
                    <a:pt x="0" y="466495"/>
                  </a:moveTo>
                  <a:lnTo>
                    <a:pt x="47849" y="430610"/>
                  </a:lnTo>
                  <a:lnTo>
                    <a:pt x="0" y="430610"/>
                  </a:lnTo>
                  <a:close/>
                  <a:moveTo>
                    <a:pt x="47849" y="466495"/>
                  </a:moveTo>
                  <a:lnTo>
                    <a:pt x="95698" y="430610"/>
                  </a:lnTo>
                  <a:lnTo>
                    <a:pt x="47849" y="430610"/>
                  </a:lnTo>
                  <a:close/>
                  <a:moveTo>
                    <a:pt x="0" y="430610"/>
                  </a:moveTo>
                  <a:lnTo>
                    <a:pt x="47849" y="430610"/>
                  </a:lnTo>
                  <a:lnTo>
                    <a:pt x="47849" y="394726"/>
                  </a:lnTo>
                  <a:close/>
                  <a:moveTo>
                    <a:pt x="0" y="430610"/>
                  </a:moveTo>
                  <a:lnTo>
                    <a:pt x="47849" y="394726"/>
                  </a:lnTo>
                  <a:lnTo>
                    <a:pt x="0" y="394726"/>
                  </a:lnTo>
                  <a:close/>
                  <a:moveTo>
                    <a:pt x="47849" y="430610"/>
                  </a:moveTo>
                  <a:lnTo>
                    <a:pt x="95698" y="430610"/>
                  </a:lnTo>
                  <a:lnTo>
                    <a:pt x="95698" y="394726"/>
                  </a:lnTo>
                  <a:close/>
                  <a:moveTo>
                    <a:pt x="47849" y="430610"/>
                  </a:moveTo>
                  <a:lnTo>
                    <a:pt x="95698" y="394726"/>
                  </a:lnTo>
                  <a:lnTo>
                    <a:pt x="47849" y="394726"/>
                  </a:lnTo>
                  <a:close/>
                  <a:moveTo>
                    <a:pt x="47849" y="179421"/>
                  </a:moveTo>
                  <a:lnTo>
                    <a:pt x="95698" y="143537"/>
                  </a:lnTo>
                  <a:lnTo>
                    <a:pt x="47849" y="143537"/>
                  </a:lnTo>
                  <a:close/>
                  <a:moveTo>
                    <a:pt x="95698" y="179421"/>
                  </a:moveTo>
                  <a:lnTo>
                    <a:pt x="143546" y="143537"/>
                  </a:lnTo>
                  <a:lnTo>
                    <a:pt x="95698" y="143537"/>
                  </a:lnTo>
                  <a:close/>
                  <a:moveTo>
                    <a:pt x="47849" y="143537"/>
                  </a:moveTo>
                  <a:lnTo>
                    <a:pt x="95698" y="143537"/>
                  </a:lnTo>
                  <a:lnTo>
                    <a:pt x="95698" y="107653"/>
                  </a:lnTo>
                  <a:close/>
                  <a:moveTo>
                    <a:pt x="47849" y="143537"/>
                  </a:moveTo>
                  <a:lnTo>
                    <a:pt x="95698" y="107653"/>
                  </a:lnTo>
                  <a:lnTo>
                    <a:pt x="47849" y="107653"/>
                  </a:lnTo>
                  <a:close/>
                  <a:moveTo>
                    <a:pt x="95698" y="143537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95698" y="143537"/>
                  </a:moveTo>
                  <a:lnTo>
                    <a:pt x="143546" y="107653"/>
                  </a:lnTo>
                  <a:lnTo>
                    <a:pt x="95698" y="107653"/>
                  </a:lnTo>
                  <a:close/>
                  <a:moveTo>
                    <a:pt x="47849" y="107653"/>
                  </a:moveTo>
                  <a:lnTo>
                    <a:pt x="95698" y="107653"/>
                  </a:lnTo>
                  <a:lnTo>
                    <a:pt x="95698" y="71768"/>
                  </a:lnTo>
                  <a:close/>
                  <a:moveTo>
                    <a:pt x="47849" y="107653"/>
                  </a:moveTo>
                  <a:lnTo>
                    <a:pt x="95698" y="71768"/>
                  </a:lnTo>
                  <a:lnTo>
                    <a:pt x="47849" y="71768"/>
                  </a:lnTo>
                  <a:close/>
                  <a:moveTo>
                    <a:pt x="95698" y="107653"/>
                  </a:moveTo>
                  <a:lnTo>
                    <a:pt x="143546" y="107653"/>
                  </a:lnTo>
                  <a:lnTo>
                    <a:pt x="143546" y="71768"/>
                  </a:lnTo>
                  <a:close/>
                  <a:moveTo>
                    <a:pt x="95698" y="107653"/>
                  </a:moveTo>
                  <a:lnTo>
                    <a:pt x="143546" y="71768"/>
                  </a:lnTo>
                  <a:lnTo>
                    <a:pt x="95698" y="71768"/>
                  </a:lnTo>
                  <a:close/>
                  <a:moveTo>
                    <a:pt x="143546" y="107653"/>
                  </a:moveTo>
                  <a:lnTo>
                    <a:pt x="191395" y="71768"/>
                  </a:lnTo>
                  <a:lnTo>
                    <a:pt x="143546" y="71768"/>
                  </a:lnTo>
                  <a:close/>
                  <a:moveTo>
                    <a:pt x="47849" y="71768"/>
                  </a:moveTo>
                  <a:lnTo>
                    <a:pt x="95698" y="71768"/>
                  </a:lnTo>
                  <a:lnTo>
                    <a:pt x="95698" y="35884"/>
                  </a:lnTo>
                  <a:close/>
                  <a:moveTo>
                    <a:pt x="95698" y="71768"/>
                  </a:moveTo>
                  <a:lnTo>
                    <a:pt x="143546" y="71768"/>
                  </a:lnTo>
                  <a:lnTo>
                    <a:pt x="143546" y="35884"/>
                  </a:lnTo>
                  <a:close/>
                  <a:moveTo>
                    <a:pt x="95698" y="71768"/>
                  </a:moveTo>
                  <a:lnTo>
                    <a:pt x="143546" y="35884"/>
                  </a:lnTo>
                  <a:lnTo>
                    <a:pt x="95698" y="35884"/>
                  </a:lnTo>
                  <a:close/>
                  <a:moveTo>
                    <a:pt x="143546" y="71768"/>
                  </a:moveTo>
                  <a:lnTo>
                    <a:pt x="191395" y="35884"/>
                  </a:lnTo>
                  <a:lnTo>
                    <a:pt x="143546" y="35884"/>
                  </a:lnTo>
                  <a:close/>
                  <a:moveTo>
                    <a:pt x="95698" y="35884"/>
                  </a:moveTo>
                  <a:lnTo>
                    <a:pt x="143546" y="35884"/>
                  </a:lnTo>
                  <a:lnTo>
                    <a:pt x="143546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grpSp>
        <p:nvGrpSpPr>
          <p:cNvPr id="50007" name="Candidate_B2">
            <a:extLst>
              <a:ext uri="{FF2B5EF4-FFF2-40B4-BE49-F238E27FC236}">
                <a16:creationId xmlns:a16="http://schemas.microsoft.com/office/drawing/2014/main" id="{926581F8-F0C0-E8E4-6738-92FECFAC3E95}"/>
              </a:ext>
            </a:extLst>
          </p:cNvPr>
          <p:cNvGrpSpPr/>
          <p:nvPr/>
        </p:nvGrpSpPr>
        <p:grpSpPr>
          <a:xfrm>
            <a:off x="3834257" y="2189305"/>
            <a:ext cx="290407" cy="349673"/>
            <a:chOff x="4681538" y="4071938"/>
            <a:chExt cx="466725" cy="561975"/>
          </a:xfrm>
        </p:grpSpPr>
        <p:sp>
          <p:nvSpPr>
            <p:cNvPr id="50008" name="Candidate_B3__3963">
              <a:extLst>
                <a:ext uri="{FF2B5EF4-FFF2-40B4-BE49-F238E27FC236}">
                  <a16:creationId xmlns:a16="http://schemas.microsoft.com/office/drawing/2014/main" id="{B7D1D819-FCC5-D156-FDED-F65F3E5F6489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6725" cy="561975"/>
            </a:xfrm>
            <a:custGeom>
              <a:avLst/>
              <a:gdLst/>
              <a:ahLst/>
              <a:cxnLst/>
              <a:rect l="0" t="0" r="0" b="0"/>
              <a:pathLst>
                <a:path w="466725" h="561975">
                  <a:moveTo>
                    <a:pt x="68960" y="541669"/>
                  </a:moveTo>
                  <a:lnTo>
                    <a:pt x="75330" y="545163"/>
                  </a:lnTo>
                  <a:lnTo>
                    <a:pt x="75330" y="541669"/>
                  </a:lnTo>
                  <a:close/>
                  <a:moveTo>
                    <a:pt x="68960" y="541669"/>
                  </a:moveTo>
                  <a:lnTo>
                    <a:pt x="75330" y="541669"/>
                  </a:lnTo>
                  <a:lnTo>
                    <a:pt x="36563" y="519563"/>
                  </a:lnTo>
                  <a:close/>
                  <a:moveTo>
                    <a:pt x="114096" y="557755"/>
                  </a:moveTo>
                  <a:lnTo>
                    <a:pt x="114096" y="553368"/>
                  </a:lnTo>
                  <a:lnTo>
                    <a:pt x="75330" y="545163"/>
                  </a:lnTo>
                  <a:close/>
                  <a:moveTo>
                    <a:pt x="114096" y="557755"/>
                  </a:moveTo>
                  <a:lnTo>
                    <a:pt x="152862" y="561975"/>
                  </a:lnTo>
                  <a:lnTo>
                    <a:pt x="152862" y="558245"/>
                  </a:lnTo>
                  <a:close/>
                  <a:moveTo>
                    <a:pt x="152862" y="561975"/>
                  </a:moveTo>
                  <a:lnTo>
                    <a:pt x="191629" y="560586"/>
                  </a:lnTo>
                  <a:lnTo>
                    <a:pt x="191629" y="557370"/>
                  </a:lnTo>
                  <a:close/>
                  <a:moveTo>
                    <a:pt x="191629" y="560586"/>
                  </a:moveTo>
                  <a:lnTo>
                    <a:pt x="230395" y="555126"/>
                  </a:lnTo>
                  <a:lnTo>
                    <a:pt x="230395" y="552422"/>
                  </a:lnTo>
                  <a:close/>
                  <a:moveTo>
                    <a:pt x="230395" y="555126"/>
                  </a:moveTo>
                  <a:lnTo>
                    <a:pt x="269162" y="546279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69162" y="544116"/>
                  </a:lnTo>
                  <a:lnTo>
                    <a:pt x="269162" y="546279"/>
                  </a:lnTo>
                  <a:close/>
                  <a:moveTo>
                    <a:pt x="284238" y="541669"/>
                  </a:moveTo>
                  <a:lnTo>
                    <a:pt x="307928" y="535070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22036" y="504707"/>
                  </a:lnTo>
                  <a:lnTo>
                    <a:pt x="36563" y="519563"/>
                  </a:lnTo>
                  <a:close/>
                  <a:moveTo>
                    <a:pt x="3170" y="467745"/>
                  </a:moveTo>
                  <a:lnTo>
                    <a:pt x="22036" y="504707"/>
                  </a:lnTo>
                  <a:lnTo>
                    <a:pt x="28853" y="504707"/>
                  </a:lnTo>
                  <a:close/>
                  <a:moveTo>
                    <a:pt x="307928" y="535070"/>
                  </a:moveTo>
                  <a:lnTo>
                    <a:pt x="346694" y="519983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46694" y="519004"/>
                  </a:lnTo>
                  <a:lnTo>
                    <a:pt x="346694" y="519983"/>
                  </a:lnTo>
                  <a:close/>
                  <a:moveTo>
                    <a:pt x="373116" y="504707"/>
                  </a:moveTo>
                  <a:lnTo>
                    <a:pt x="385461" y="496232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3170" y="467745"/>
                  </a:lnTo>
                  <a:lnTo>
                    <a:pt x="8802" y="467745"/>
                  </a:lnTo>
                  <a:close/>
                  <a:moveTo>
                    <a:pt x="415693" y="467745"/>
                  </a:moveTo>
                  <a:lnTo>
                    <a:pt x="385461" y="495425"/>
                  </a:lnTo>
                  <a:lnTo>
                    <a:pt x="385461" y="496232"/>
                  </a:lnTo>
                  <a:close/>
                  <a:moveTo>
                    <a:pt x="415693" y="467745"/>
                  </a:moveTo>
                  <a:lnTo>
                    <a:pt x="424227" y="45516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0" y="430783"/>
                  </a:lnTo>
                  <a:lnTo>
                    <a:pt x="5333" y="430783"/>
                  </a:lnTo>
                  <a:close/>
                  <a:moveTo>
                    <a:pt x="439031" y="430783"/>
                  </a:moveTo>
                  <a:lnTo>
                    <a:pt x="424227" y="453666"/>
                  </a:lnTo>
                  <a:lnTo>
                    <a:pt x="424227" y="455165"/>
                  </a:lnTo>
                  <a:close/>
                  <a:moveTo>
                    <a:pt x="437852" y="430783"/>
                  </a:moveTo>
                  <a:lnTo>
                    <a:pt x="439031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36563" y="356995"/>
                  </a:lnTo>
                  <a:lnTo>
                    <a:pt x="10201" y="393821"/>
                  </a:lnTo>
                  <a:close/>
                  <a:moveTo>
                    <a:pt x="36563" y="356995"/>
                  </a:moveTo>
                  <a:lnTo>
                    <a:pt x="36563" y="364710"/>
                  </a:lnTo>
                  <a:lnTo>
                    <a:pt x="36677" y="356860"/>
                  </a:lnTo>
                  <a:close/>
                  <a:moveTo>
                    <a:pt x="449388" y="393821"/>
                  </a:moveTo>
                  <a:lnTo>
                    <a:pt x="45136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75330" y="322550"/>
                  </a:lnTo>
                  <a:lnTo>
                    <a:pt x="36677" y="356860"/>
                  </a:lnTo>
                  <a:close/>
                  <a:moveTo>
                    <a:pt x="75330" y="322550"/>
                  </a:moveTo>
                  <a:lnTo>
                    <a:pt x="75330" y="327662"/>
                  </a:lnTo>
                  <a:lnTo>
                    <a:pt x="78937" y="319898"/>
                  </a:lnTo>
                  <a:close/>
                  <a:moveTo>
                    <a:pt x="454712" y="356860"/>
                  </a:moveTo>
                  <a:lnTo>
                    <a:pt x="4581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114096" y="286589"/>
                  </a:lnTo>
                  <a:lnTo>
                    <a:pt x="78937" y="319898"/>
                  </a:lnTo>
                  <a:close/>
                  <a:moveTo>
                    <a:pt x="114096" y="286589"/>
                  </a:moveTo>
                  <a:lnTo>
                    <a:pt x="114096" y="292120"/>
                  </a:lnTo>
                  <a:lnTo>
                    <a:pt x="117752" y="282936"/>
                  </a:lnTo>
                  <a:close/>
                  <a:moveTo>
                    <a:pt x="462994" y="317872"/>
                  </a:moveTo>
                  <a:lnTo>
                    <a:pt x="462994" y="282936"/>
                  </a:lnTo>
                  <a:lnTo>
                    <a:pt x="462806" y="319898"/>
                  </a:lnTo>
                  <a:close/>
                  <a:moveTo>
                    <a:pt x="126785" y="245974"/>
                  </a:moveTo>
                  <a:lnTo>
                    <a:pt x="117752" y="282936"/>
                  </a:lnTo>
                  <a:lnTo>
                    <a:pt x="123224" y="282936"/>
                  </a:lnTo>
                  <a:close/>
                  <a:moveTo>
                    <a:pt x="462994" y="282936"/>
                  </a:moveTo>
                  <a:lnTo>
                    <a:pt x="462994" y="317872"/>
                  </a:lnTo>
                  <a:lnTo>
                    <a:pt x="466725" y="282936"/>
                  </a:lnTo>
                  <a:close/>
                  <a:moveTo>
                    <a:pt x="462994" y="245974"/>
                  </a:moveTo>
                  <a:lnTo>
                    <a:pt x="466725" y="282936"/>
                  </a:lnTo>
                  <a:lnTo>
                    <a:pt x="466629" y="245974"/>
                  </a:lnTo>
                  <a:close/>
                  <a:moveTo>
                    <a:pt x="462994" y="245974"/>
                  </a:moveTo>
                  <a:lnTo>
                    <a:pt x="462994" y="282936"/>
                  </a:lnTo>
                  <a:lnTo>
                    <a:pt x="466725" y="282936"/>
                  </a:lnTo>
                  <a:close/>
                  <a:moveTo>
                    <a:pt x="126785" y="245974"/>
                  </a:moveTo>
                  <a:lnTo>
                    <a:pt x="130561" y="245974"/>
                  </a:lnTo>
                  <a:lnTo>
                    <a:pt x="114096" y="220071"/>
                  </a:lnTo>
                  <a:close/>
                  <a:moveTo>
                    <a:pt x="462994" y="245974"/>
                  </a:moveTo>
                  <a:lnTo>
                    <a:pt x="466629" y="245974"/>
                  </a:lnTo>
                  <a:lnTo>
                    <a:pt x="462994" y="228493"/>
                  </a:lnTo>
                  <a:close/>
                  <a:moveTo>
                    <a:pt x="462994" y="245974"/>
                  </a:moveTo>
                  <a:lnTo>
                    <a:pt x="462994" y="228493"/>
                  </a:lnTo>
                  <a:lnTo>
                    <a:pt x="457256" y="245974"/>
                  </a:lnTo>
                  <a:close/>
                  <a:moveTo>
                    <a:pt x="457256" y="245974"/>
                  </a:moveTo>
                  <a:lnTo>
                    <a:pt x="462994" y="228493"/>
                  </a:lnTo>
                  <a:lnTo>
                    <a:pt x="459323" y="209012"/>
                  </a:lnTo>
                  <a:close/>
                  <a:moveTo>
                    <a:pt x="108529" y="209012"/>
                  </a:moveTo>
                  <a:lnTo>
                    <a:pt x="108483" y="209012"/>
                  </a:lnTo>
                  <a:lnTo>
                    <a:pt x="114096" y="220071"/>
                  </a:lnTo>
                  <a:close/>
                  <a:moveTo>
                    <a:pt x="78969" y="172050"/>
                  </a:moveTo>
                  <a:lnTo>
                    <a:pt x="108483" y="209012"/>
                  </a:lnTo>
                  <a:lnTo>
                    <a:pt x="108529" y="209012"/>
                  </a:lnTo>
                  <a:close/>
                  <a:moveTo>
                    <a:pt x="448796" y="209012"/>
                  </a:moveTo>
                  <a:lnTo>
                    <a:pt x="459323" y="209012"/>
                  </a:lnTo>
                  <a:lnTo>
                    <a:pt x="441435" y="172050"/>
                  </a:lnTo>
                  <a:close/>
                  <a:moveTo>
                    <a:pt x="78969" y="172050"/>
                  </a:moveTo>
                  <a:lnTo>
                    <a:pt x="76541" y="172050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8470" y="172050"/>
                  </a:lnTo>
                  <a:lnTo>
                    <a:pt x="441435" y="172050"/>
                  </a:lnTo>
                  <a:close/>
                  <a:moveTo>
                    <a:pt x="424227" y="152100"/>
                  </a:moveTo>
                  <a:lnTo>
                    <a:pt x="405686" y="135089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58030" y="135089"/>
                  </a:lnTo>
                  <a:lnTo>
                    <a:pt x="75330" y="166296"/>
                  </a:lnTo>
                  <a:close/>
                  <a:moveTo>
                    <a:pt x="51924" y="98127"/>
                  </a:moveTo>
                  <a:lnTo>
                    <a:pt x="58030" y="135089"/>
                  </a:lnTo>
                  <a:lnTo>
                    <a:pt x="55137" y="135089"/>
                  </a:lnTo>
                  <a:close/>
                  <a:moveTo>
                    <a:pt x="385461" y="119762"/>
                  </a:moveTo>
                  <a:lnTo>
                    <a:pt x="390926" y="135089"/>
                  </a:lnTo>
                  <a:lnTo>
                    <a:pt x="405686" y="135089"/>
                  </a:lnTo>
                  <a:close/>
                  <a:moveTo>
                    <a:pt x="350128" y="98127"/>
                  </a:moveTo>
                  <a:lnTo>
                    <a:pt x="346694" y="98127"/>
                  </a:lnTo>
                  <a:lnTo>
                    <a:pt x="385461" y="119762"/>
                  </a:lnTo>
                  <a:close/>
                  <a:moveTo>
                    <a:pt x="385461" y="119762"/>
                  </a:moveTo>
                  <a:lnTo>
                    <a:pt x="346694" y="98127"/>
                  </a:lnTo>
                  <a:lnTo>
                    <a:pt x="346694" y="103266"/>
                  </a:lnTo>
                  <a:close/>
                  <a:moveTo>
                    <a:pt x="61453" y="61165"/>
                  </a:moveTo>
                  <a:lnTo>
                    <a:pt x="51924" y="98127"/>
                  </a:lnTo>
                  <a:lnTo>
                    <a:pt x="48886" y="98127"/>
                  </a:lnTo>
                  <a:close/>
                  <a:moveTo>
                    <a:pt x="307928" y="69293"/>
                  </a:moveTo>
                  <a:lnTo>
                    <a:pt x="297051" y="61165"/>
                  </a:lnTo>
                  <a:lnTo>
                    <a:pt x="295081" y="61165"/>
                  </a:lnTo>
                  <a:close/>
                  <a:moveTo>
                    <a:pt x="346694" y="95826"/>
                  </a:moveTo>
                  <a:lnTo>
                    <a:pt x="339644" y="98127"/>
                  </a:lnTo>
                  <a:lnTo>
                    <a:pt x="346694" y="98127"/>
                  </a:lnTo>
                  <a:close/>
                  <a:moveTo>
                    <a:pt x="307928" y="69293"/>
                  </a:moveTo>
                  <a:lnTo>
                    <a:pt x="307928" y="72593"/>
                  </a:lnTo>
                  <a:lnTo>
                    <a:pt x="346694" y="95826"/>
                  </a:lnTo>
                  <a:close/>
                  <a:moveTo>
                    <a:pt x="346694" y="98127"/>
                  </a:moveTo>
                  <a:lnTo>
                    <a:pt x="350128" y="98127"/>
                  </a:lnTo>
                  <a:lnTo>
                    <a:pt x="346694" y="95826"/>
                  </a:lnTo>
                  <a:close/>
                  <a:moveTo>
                    <a:pt x="75330" y="37779"/>
                  </a:moveTo>
                  <a:lnTo>
                    <a:pt x="75330" y="42493"/>
                  </a:lnTo>
                  <a:lnTo>
                    <a:pt x="61453" y="61165"/>
                  </a:lnTo>
                  <a:close/>
                  <a:moveTo>
                    <a:pt x="75330" y="42493"/>
                  </a:moveTo>
                  <a:lnTo>
                    <a:pt x="75330" y="37779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95081" y="61165"/>
                  </a:lnTo>
                  <a:lnTo>
                    <a:pt x="297051" y="61165"/>
                  </a:lnTo>
                  <a:close/>
                  <a:moveTo>
                    <a:pt x="269162" y="40091"/>
                  </a:moveTo>
                  <a:lnTo>
                    <a:pt x="243505" y="24203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114096" y="12800"/>
                  </a:lnTo>
                  <a:lnTo>
                    <a:pt x="95306" y="24203"/>
                  </a:lnTo>
                  <a:close/>
                  <a:moveTo>
                    <a:pt x="152862" y="0"/>
                  </a:moveTo>
                  <a:lnTo>
                    <a:pt x="152862" y="2642"/>
                  </a:lnTo>
                  <a:lnTo>
                    <a:pt x="114096" y="12800"/>
                  </a:lnTo>
                  <a:close/>
                  <a:moveTo>
                    <a:pt x="191629" y="1774"/>
                  </a:moveTo>
                  <a:lnTo>
                    <a:pt x="191629" y="4203"/>
                  </a:lnTo>
                  <a:lnTo>
                    <a:pt x="152862" y="2642"/>
                  </a:lnTo>
                  <a:close/>
                  <a:moveTo>
                    <a:pt x="230395" y="14580"/>
                  </a:moveTo>
                  <a:lnTo>
                    <a:pt x="230395" y="16732"/>
                  </a:lnTo>
                  <a:lnTo>
                    <a:pt x="191629" y="4203"/>
                  </a:lnTo>
                  <a:close/>
                  <a:moveTo>
                    <a:pt x="230395" y="16732"/>
                  </a:moveTo>
                  <a:lnTo>
                    <a:pt x="246565" y="24203"/>
                  </a:lnTo>
                  <a:lnTo>
                    <a:pt x="243505" y="24203"/>
                  </a:lnTo>
                  <a:close/>
                </a:path>
              </a:pathLst>
            </a:custGeom>
            <a:solidFill>
              <a:srgbClr val="53BA84"/>
            </a:solidFill>
            <a:ln w="4001">
              <a:solidFill>
                <a:srgbClr val="B1E0C7"/>
              </a:solidFill>
            </a:ln>
          </p:spPr>
        </p:sp>
        <p:sp>
          <p:nvSpPr>
            <p:cNvPr id="50009" name="Candidate_B3__3964">
              <a:extLst>
                <a:ext uri="{FF2B5EF4-FFF2-40B4-BE49-F238E27FC236}">
                  <a16:creationId xmlns:a16="http://schemas.microsoft.com/office/drawing/2014/main" id="{1E5D9958-07A0-DBC7-66D9-CA09EA1378A2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2994" cy="561975"/>
            </a:xfrm>
            <a:custGeom>
              <a:avLst/>
              <a:gdLst/>
              <a:ahLst/>
              <a:cxnLst/>
              <a:rect l="0" t="0" r="0" b="0"/>
              <a:pathLst>
                <a:path w="462994" h="561975">
                  <a:moveTo>
                    <a:pt x="36563" y="519563"/>
                  </a:moveTo>
                  <a:lnTo>
                    <a:pt x="75330" y="541669"/>
                  </a:lnTo>
                  <a:lnTo>
                    <a:pt x="75330" y="539832"/>
                  </a:lnTo>
                  <a:close/>
                  <a:moveTo>
                    <a:pt x="36563" y="519563"/>
                  </a:moveTo>
                  <a:lnTo>
                    <a:pt x="75330" y="539832"/>
                  </a:lnTo>
                  <a:lnTo>
                    <a:pt x="36563" y="512608"/>
                  </a:lnTo>
                  <a:close/>
                  <a:moveTo>
                    <a:pt x="75330" y="545163"/>
                  </a:moveTo>
                  <a:lnTo>
                    <a:pt x="80108" y="541669"/>
                  </a:lnTo>
                  <a:lnTo>
                    <a:pt x="75330" y="541669"/>
                  </a:lnTo>
                  <a:close/>
                  <a:moveTo>
                    <a:pt x="114096" y="553368"/>
                  </a:moveTo>
                  <a:lnTo>
                    <a:pt x="80108" y="541669"/>
                  </a:lnTo>
                  <a:lnTo>
                    <a:pt x="75330" y="545163"/>
                  </a:lnTo>
                  <a:close/>
                  <a:moveTo>
                    <a:pt x="75330" y="541669"/>
                  </a:moveTo>
                  <a:lnTo>
                    <a:pt x="80108" y="541669"/>
                  </a:lnTo>
                  <a:lnTo>
                    <a:pt x="75330" y="539832"/>
                  </a:lnTo>
                  <a:close/>
                  <a:moveTo>
                    <a:pt x="114096" y="553368"/>
                  </a:moveTo>
                  <a:lnTo>
                    <a:pt x="114096" y="557755"/>
                  </a:lnTo>
                  <a:lnTo>
                    <a:pt x="152862" y="558245"/>
                  </a:lnTo>
                  <a:close/>
                  <a:moveTo>
                    <a:pt x="152862" y="558245"/>
                  </a:moveTo>
                  <a:lnTo>
                    <a:pt x="152862" y="561975"/>
                  </a:lnTo>
                  <a:lnTo>
                    <a:pt x="191629" y="557370"/>
                  </a:lnTo>
                  <a:close/>
                  <a:moveTo>
                    <a:pt x="191629" y="557370"/>
                  </a:moveTo>
                  <a:lnTo>
                    <a:pt x="191629" y="560586"/>
                  </a:lnTo>
                  <a:lnTo>
                    <a:pt x="230395" y="552422"/>
                  </a:lnTo>
                  <a:close/>
                  <a:moveTo>
                    <a:pt x="230395" y="552422"/>
                  </a:moveTo>
                  <a:lnTo>
                    <a:pt x="230395" y="555126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77621" y="541669"/>
                  </a:lnTo>
                  <a:lnTo>
                    <a:pt x="269162" y="544116"/>
                  </a:lnTo>
                  <a:close/>
                  <a:moveTo>
                    <a:pt x="277621" y="541669"/>
                  </a:moveTo>
                  <a:lnTo>
                    <a:pt x="284238" y="541669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36563" y="519563"/>
                  </a:lnTo>
                  <a:lnTo>
                    <a:pt x="36563" y="512608"/>
                  </a:lnTo>
                  <a:close/>
                  <a:moveTo>
                    <a:pt x="3170" y="467745"/>
                  </a:moveTo>
                  <a:lnTo>
                    <a:pt x="28853" y="504707"/>
                  </a:lnTo>
                  <a:lnTo>
                    <a:pt x="8802" y="467745"/>
                  </a:lnTo>
                  <a:close/>
                  <a:moveTo>
                    <a:pt x="307928" y="533751"/>
                  </a:moveTo>
                  <a:lnTo>
                    <a:pt x="307928" y="535070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71779" y="504707"/>
                  </a:lnTo>
                  <a:lnTo>
                    <a:pt x="346694" y="519004"/>
                  </a:lnTo>
                  <a:close/>
                  <a:moveTo>
                    <a:pt x="371779" y="504707"/>
                  </a:moveTo>
                  <a:lnTo>
                    <a:pt x="373116" y="504707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8802" y="467745"/>
                  </a:lnTo>
                  <a:lnTo>
                    <a:pt x="5333" y="430783"/>
                  </a:lnTo>
                  <a:close/>
                  <a:moveTo>
                    <a:pt x="415693" y="467745"/>
                  </a:moveTo>
                  <a:lnTo>
                    <a:pt x="414858" y="467745"/>
                  </a:lnTo>
                  <a:lnTo>
                    <a:pt x="385461" y="495425"/>
                  </a:lnTo>
                  <a:close/>
                  <a:moveTo>
                    <a:pt x="414858" y="467745"/>
                  </a:moveTo>
                  <a:lnTo>
                    <a:pt x="415693" y="46774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5333" y="430783"/>
                  </a:lnTo>
                  <a:lnTo>
                    <a:pt x="15924" y="393821"/>
                  </a:lnTo>
                  <a:close/>
                  <a:moveTo>
                    <a:pt x="439031" y="430783"/>
                  </a:moveTo>
                  <a:lnTo>
                    <a:pt x="437852" y="430783"/>
                  </a:lnTo>
                  <a:lnTo>
                    <a:pt x="424227" y="453666"/>
                  </a:lnTo>
                  <a:close/>
                  <a:moveTo>
                    <a:pt x="449388" y="393821"/>
                  </a:moveTo>
                  <a:lnTo>
                    <a:pt x="437852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10201" y="393821"/>
                  </a:lnTo>
                  <a:lnTo>
                    <a:pt x="15924" y="393821"/>
                  </a:lnTo>
                  <a:close/>
                  <a:moveTo>
                    <a:pt x="36563" y="364710"/>
                  </a:moveTo>
                  <a:lnTo>
                    <a:pt x="43028" y="356860"/>
                  </a:lnTo>
                  <a:lnTo>
                    <a:pt x="36677" y="356860"/>
                  </a:lnTo>
                  <a:close/>
                  <a:moveTo>
                    <a:pt x="454712" y="356860"/>
                  </a:moveTo>
                  <a:lnTo>
                    <a:pt x="44938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36677" y="356860"/>
                  </a:lnTo>
                  <a:lnTo>
                    <a:pt x="43028" y="356860"/>
                  </a:lnTo>
                  <a:close/>
                  <a:moveTo>
                    <a:pt x="75330" y="327662"/>
                  </a:moveTo>
                  <a:lnTo>
                    <a:pt x="85653" y="319898"/>
                  </a:lnTo>
                  <a:lnTo>
                    <a:pt x="78937" y="319898"/>
                  </a:lnTo>
                  <a:close/>
                  <a:moveTo>
                    <a:pt x="457521" y="319898"/>
                  </a:moveTo>
                  <a:lnTo>
                    <a:pt x="4547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78937" y="319898"/>
                  </a:lnTo>
                  <a:lnTo>
                    <a:pt x="85653" y="319898"/>
                  </a:lnTo>
                  <a:close/>
                  <a:moveTo>
                    <a:pt x="114096" y="292120"/>
                  </a:moveTo>
                  <a:lnTo>
                    <a:pt x="123224" y="282936"/>
                  </a:lnTo>
                  <a:lnTo>
                    <a:pt x="117752" y="282936"/>
                  </a:lnTo>
                  <a:close/>
                  <a:moveTo>
                    <a:pt x="462806" y="319898"/>
                  </a:moveTo>
                  <a:lnTo>
                    <a:pt x="462994" y="282936"/>
                  </a:lnTo>
                  <a:lnTo>
                    <a:pt x="458956" y="282936"/>
                  </a:lnTo>
                  <a:close/>
                  <a:moveTo>
                    <a:pt x="462806" y="319898"/>
                  </a:moveTo>
                  <a:lnTo>
                    <a:pt x="458956" y="282936"/>
                  </a:lnTo>
                  <a:lnTo>
                    <a:pt x="457521" y="319898"/>
                  </a:lnTo>
                  <a:close/>
                  <a:moveTo>
                    <a:pt x="126785" y="245974"/>
                  </a:moveTo>
                  <a:lnTo>
                    <a:pt x="123224" y="282936"/>
                  </a:lnTo>
                  <a:lnTo>
                    <a:pt x="130561" y="245974"/>
                  </a:lnTo>
                  <a:close/>
                  <a:moveTo>
                    <a:pt x="462994" y="282936"/>
                  </a:moveTo>
                  <a:lnTo>
                    <a:pt x="462994" y="245974"/>
                  </a:lnTo>
                  <a:lnTo>
                    <a:pt x="458956" y="282936"/>
                  </a:lnTo>
                  <a:close/>
                  <a:moveTo>
                    <a:pt x="462994" y="245974"/>
                  </a:moveTo>
                  <a:lnTo>
                    <a:pt x="457256" y="245974"/>
                  </a:lnTo>
                  <a:lnTo>
                    <a:pt x="458956" y="282936"/>
                  </a:lnTo>
                  <a:close/>
                  <a:moveTo>
                    <a:pt x="130561" y="245974"/>
                  </a:moveTo>
                  <a:lnTo>
                    <a:pt x="114096" y="218444"/>
                  </a:lnTo>
                  <a:lnTo>
                    <a:pt x="114096" y="220071"/>
                  </a:lnTo>
                  <a:close/>
                  <a:moveTo>
                    <a:pt x="457256" y="245974"/>
                  </a:moveTo>
                  <a:lnTo>
                    <a:pt x="459323" y="209012"/>
                  </a:lnTo>
                  <a:lnTo>
                    <a:pt x="448796" y="209012"/>
                  </a:lnTo>
                  <a:close/>
                  <a:moveTo>
                    <a:pt x="108529" y="209012"/>
                  </a:moveTo>
                  <a:lnTo>
                    <a:pt x="114096" y="220071"/>
                  </a:lnTo>
                  <a:lnTo>
                    <a:pt x="114096" y="218444"/>
                  </a:lnTo>
                  <a:close/>
                  <a:moveTo>
                    <a:pt x="78969" y="172050"/>
                  </a:moveTo>
                  <a:lnTo>
                    <a:pt x="108529" y="209012"/>
                  </a:lnTo>
                  <a:lnTo>
                    <a:pt x="76541" y="172050"/>
                  </a:lnTo>
                  <a:close/>
                  <a:moveTo>
                    <a:pt x="428470" y="172050"/>
                  </a:moveTo>
                  <a:lnTo>
                    <a:pt x="448796" y="209012"/>
                  </a:lnTo>
                  <a:lnTo>
                    <a:pt x="441435" y="172050"/>
                  </a:lnTo>
                  <a:close/>
                  <a:moveTo>
                    <a:pt x="76541" y="172050"/>
                  </a:moveTo>
                  <a:lnTo>
                    <a:pt x="75330" y="170257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4227" y="167074"/>
                  </a:lnTo>
                  <a:lnTo>
                    <a:pt x="428470" y="172050"/>
                  </a:lnTo>
                  <a:close/>
                  <a:moveTo>
                    <a:pt x="424227" y="167074"/>
                  </a:moveTo>
                  <a:lnTo>
                    <a:pt x="424227" y="152100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75330" y="166296"/>
                  </a:lnTo>
                  <a:lnTo>
                    <a:pt x="75330" y="170257"/>
                  </a:lnTo>
                  <a:close/>
                  <a:moveTo>
                    <a:pt x="51924" y="98127"/>
                  </a:moveTo>
                  <a:lnTo>
                    <a:pt x="55137" y="135089"/>
                  </a:lnTo>
                  <a:lnTo>
                    <a:pt x="48886" y="98127"/>
                  </a:lnTo>
                  <a:close/>
                  <a:moveTo>
                    <a:pt x="385461" y="119762"/>
                  </a:moveTo>
                  <a:lnTo>
                    <a:pt x="385461" y="130711"/>
                  </a:lnTo>
                  <a:lnTo>
                    <a:pt x="390926" y="135089"/>
                  </a:lnTo>
                  <a:close/>
                  <a:moveTo>
                    <a:pt x="385461" y="119762"/>
                  </a:moveTo>
                  <a:lnTo>
                    <a:pt x="346694" y="103266"/>
                  </a:lnTo>
                  <a:lnTo>
                    <a:pt x="385461" y="130711"/>
                  </a:lnTo>
                  <a:close/>
                  <a:moveTo>
                    <a:pt x="61453" y="61165"/>
                  </a:moveTo>
                  <a:lnTo>
                    <a:pt x="48886" y="98127"/>
                  </a:lnTo>
                  <a:lnTo>
                    <a:pt x="57968" y="61165"/>
                  </a:lnTo>
                  <a:close/>
                  <a:moveTo>
                    <a:pt x="307928" y="72593"/>
                  </a:moveTo>
                  <a:lnTo>
                    <a:pt x="307928" y="69293"/>
                  </a:lnTo>
                  <a:lnTo>
                    <a:pt x="295081" y="61165"/>
                  </a:lnTo>
                  <a:close/>
                  <a:moveTo>
                    <a:pt x="307928" y="72593"/>
                  </a:moveTo>
                  <a:lnTo>
                    <a:pt x="339644" y="98127"/>
                  </a:lnTo>
                  <a:lnTo>
                    <a:pt x="346694" y="95826"/>
                  </a:lnTo>
                  <a:close/>
                  <a:moveTo>
                    <a:pt x="346694" y="103266"/>
                  </a:moveTo>
                  <a:lnTo>
                    <a:pt x="346694" y="98127"/>
                  </a:lnTo>
                  <a:lnTo>
                    <a:pt x="339644" y="98127"/>
                  </a:lnTo>
                  <a:close/>
                  <a:moveTo>
                    <a:pt x="75330" y="37779"/>
                  </a:moveTo>
                  <a:lnTo>
                    <a:pt x="61453" y="61165"/>
                  </a:lnTo>
                  <a:lnTo>
                    <a:pt x="57968" y="61165"/>
                  </a:lnTo>
                  <a:close/>
                  <a:moveTo>
                    <a:pt x="75330" y="37779"/>
                  </a:moveTo>
                  <a:lnTo>
                    <a:pt x="90163" y="24203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69162" y="39540"/>
                  </a:lnTo>
                  <a:lnTo>
                    <a:pt x="295081" y="61165"/>
                  </a:lnTo>
                  <a:close/>
                  <a:moveTo>
                    <a:pt x="269162" y="39540"/>
                  </a:moveTo>
                  <a:lnTo>
                    <a:pt x="269162" y="40091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95306" y="24203"/>
                  </a:lnTo>
                  <a:lnTo>
                    <a:pt x="90163" y="24203"/>
                  </a:lnTo>
                  <a:close/>
                  <a:moveTo>
                    <a:pt x="152862" y="0"/>
                  </a:moveTo>
                  <a:lnTo>
                    <a:pt x="114096" y="12800"/>
                  </a:lnTo>
                  <a:lnTo>
                    <a:pt x="114096" y="9702"/>
                  </a:lnTo>
                  <a:close/>
                  <a:moveTo>
                    <a:pt x="191629" y="1774"/>
                  </a:moveTo>
                  <a:lnTo>
                    <a:pt x="152862" y="2642"/>
                  </a:lnTo>
                  <a:lnTo>
                    <a:pt x="152862" y="0"/>
                  </a:lnTo>
                  <a:close/>
                  <a:moveTo>
                    <a:pt x="230395" y="14580"/>
                  </a:moveTo>
                  <a:lnTo>
                    <a:pt x="191629" y="4203"/>
                  </a:lnTo>
                  <a:lnTo>
                    <a:pt x="191629" y="1774"/>
                  </a:lnTo>
                  <a:close/>
                  <a:moveTo>
                    <a:pt x="230395" y="16732"/>
                  </a:moveTo>
                  <a:lnTo>
                    <a:pt x="230395" y="14580"/>
                  </a:lnTo>
                  <a:lnTo>
                    <a:pt x="246565" y="24203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1E0C7"/>
              </a:solidFill>
            </a:ln>
          </p:spPr>
        </p:sp>
        <p:sp>
          <p:nvSpPr>
            <p:cNvPr id="50010" name="Candidate_B3__3965">
              <a:extLst>
                <a:ext uri="{FF2B5EF4-FFF2-40B4-BE49-F238E27FC236}">
                  <a16:creationId xmlns:a16="http://schemas.microsoft.com/office/drawing/2014/main" id="{514A60F5-B508-3C71-DFC8-D0B434DE62E8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74775" y="541669"/>
                  </a:moveTo>
                  <a:lnTo>
                    <a:pt x="108763" y="553368"/>
                  </a:lnTo>
                  <a:lnTo>
                    <a:pt x="108763" y="541669"/>
                  </a:lnTo>
                  <a:close/>
                  <a:moveTo>
                    <a:pt x="74775" y="541669"/>
                  </a:moveTo>
                  <a:lnTo>
                    <a:pt x="108763" y="541669"/>
                  </a:lnTo>
                  <a:lnTo>
                    <a:pt x="69997" y="539832"/>
                  </a:lnTo>
                  <a:close/>
                  <a:moveTo>
                    <a:pt x="147530" y="558245"/>
                  </a:moveTo>
                  <a:lnTo>
                    <a:pt x="147530" y="543916"/>
                  </a:lnTo>
                  <a:lnTo>
                    <a:pt x="108763" y="553368"/>
                  </a:lnTo>
                  <a:close/>
                  <a:moveTo>
                    <a:pt x="147530" y="558245"/>
                  </a:moveTo>
                  <a:lnTo>
                    <a:pt x="186296" y="557370"/>
                  </a:lnTo>
                  <a:lnTo>
                    <a:pt x="186296" y="543918"/>
                  </a:lnTo>
                  <a:close/>
                  <a:moveTo>
                    <a:pt x="186296" y="557370"/>
                  </a:moveTo>
                  <a:lnTo>
                    <a:pt x="225062" y="552422"/>
                  </a:lnTo>
                  <a:lnTo>
                    <a:pt x="186296" y="543918"/>
                  </a:lnTo>
                  <a:close/>
                  <a:moveTo>
                    <a:pt x="263829" y="541669"/>
                  </a:moveTo>
                  <a:lnTo>
                    <a:pt x="225062" y="552422"/>
                  </a:lnTo>
                  <a:lnTo>
                    <a:pt x="263829" y="544116"/>
                  </a:lnTo>
                  <a:close/>
                  <a:moveTo>
                    <a:pt x="263829" y="541669"/>
                  </a:moveTo>
                  <a:lnTo>
                    <a:pt x="225062" y="541669"/>
                  </a:lnTo>
                  <a:lnTo>
                    <a:pt x="225062" y="552422"/>
                  </a:lnTo>
                  <a:close/>
                  <a:moveTo>
                    <a:pt x="263829" y="541669"/>
                  </a:moveTo>
                  <a:lnTo>
                    <a:pt x="263829" y="544116"/>
                  </a:lnTo>
                  <a:lnTo>
                    <a:pt x="272288" y="541669"/>
                  </a:lnTo>
                  <a:close/>
                  <a:moveTo>
                    <a:pt x="263829" y="532925"/>
                  </a:moveTo>
                  <a:lnTo>
                    <a:pt x="272288" y="541669"/>
                  </a:lnTo>
                  <a:lnTo>
                    <a:pt x="302595" y="533751"/>
                  </a:lnTo>
                  <a:close/>
                  <a:moveTo>
                    <a:pt x="23521" y="504707"/>
                  </a:moveTo>
                  <a:lnTo>
                    <a:pt x="31230" y="512608"/>
                  </a:lnTo>
                  <a:lnTo>
                    <a:pt x="31230" y="504707"/>
                  </a:lnTo>
                  <a:close/>
                  <a:moveTo>
                    <a:pt x="3469" y="467745"/>
                  </a:moveTo>
                  <a:lnTo>
                    <a:pt x="23521" y="504707"/>
                  </a:lnTo>
                  <a:lnTo>
                    <a:pt x="22963" y="467745"/>
                  </a:lnTo>
                  <a:close/>
                  <a:moveTo>
                    <a:pt x="69997" y="539832"/>
                  </a:moveTo>
                  <a:lnTo>
                    <a:pt x="69997" y="521522"/>
                  </a:lnTo>
                  <a:lnTo>
                    <a:pt x="31230" y="512608"/>
                  </a:lnTo>
                  <a:close/>
                  <a:moveTo>
                    <a:pt x="302595" y="533751"/>
                  </a:moveTo>
                  <a:lnTo>
                    <a:pt x="341362" y="519004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1362" y="507045"/>
                  </a:lnTo>
                  <a:lnTo>
                    <a:pt x="341362" y="519004"/>
                  </a:lnTo>
                  <a:close/>
                  <a:moveTo>
                    <a:pt x="366446" y="504707"/>
                  </a:moveTo>
                  <a:lnTo>
                    <a:pt x="380128" y="495425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3469" y="467745"/>
                  </a:lnTo>
                  <a:lnTo>
                    <a:pt x="22963" y="467745"/>
                  </a:lnTo>
                  <a:close/>
                  <a:moveTo>
                    <a:pt x="409525" y="467745"/>
                  </a:moveTo>
                  <a:lnTo>
                    <a:pt x="380128" y="481571"/>
                  </a:lnTo>
                  <a:lnTo>
                    <a:pt x="380128" y="495425"/>
                  </a:lnTo>
                  <a:close/>
                  <a:moveTo>
                    <a:pt x="409525" y="467745"/>
                  </a:moveTo>
                  <a:lnTo>
                    <a:pt x="418894" y="453666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0" y="430783"/>
                  </a:lnTo>
                  <a:lnTo>
                    <a:pt x="18478" y="430783"/>
                  </a:lnTo>
                  <a:close/>
                  <a:moveTo>
                    <a:pt x="432520" y="430783"/>
                  </a:moveTo>
                  <a:lnTo>
                    <a:pt x="418894" y="430859"/>
                  </a:lnTo>
                  <a:lnTo>
                    <a:pt x="418894" y="453666"/>
                  </a:lnTo>
                  <a:close/>
                  <a:moveTo>
                    <a:pt x="418939" y="430783"/>
                  </a:moveTo>
                  <a:lnTo>
                    <a:pt x="432520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31230" y="364710"/>
                  </a:lnTo>
                  <a:lnTo>
                    <a:pt x="10591" y="393821"/>
                  </a:lnTo>
                  <a:close/>
                  <a:moveTo>
                    <a:pt x="31230" y="364710"/>
                  </a:moveTo>
                  <a:lnTo>
                    <a:pt x="31230" y="393005"/>
                  </a:lnTo>
                  <a:lnTo>
                    <a:pt x="37695" y="356860"/>
                  </a:lnTo>
                  <a:close/>
                  <a:moveTo>
                    <a:pt x="430784" y="393821"/>
                  </a:moveTo>
                  <a:lnTo>
                    <a:pt x="444055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69997" y="327662"/>
                  </a:lnTo>
                  <a:lnTo>
                    <a:pt x="37695" y="356860"/>
                  </a:lnTo>
                  <a:close/>
                  <a:moveTo>
                    <a:pt x="69997" y="327662"/>
                  </a:moveTo>
                  <a:lnTo>
                    <a:pt x="69997" y="347971"/>
                  </a:lnTo>
                  <a:lnTo>
                    <a:pt x="80320" y="319898"/>
                  </a:lnTo>
                  <a:close/>
                  <a:moveTo>
                    <a:pt x="434785" y="356860"/>
                  </a:moveTo>
                  <a:lnTo>
                    <a:pt x="449379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108763" y="292120"/>
                  </a:lnTo>
                  <a:lnTo>
                    <a:pt x="80320" y="319898"/>
                  </a:lnTo>
                  <a:close/>
                  <a:moveTo>
                    <a:pt x="108763" y="292120"/>
                  </a:moveTo>
                  <a:lnTo>
                    <a:pt x="108763" y="317540"/>
                  </a:lnTo>
                  <a:lnTo>
                    <a:pt x="117891" y="282936"/>
                  </a:lnTo>
                  <a:close/>
                  <a:moveTo>
                    <a:pt x="435133" y="319898"/>
                  </a:moveTo>
                  <a:lnTo>
                    <a:pt x="452188" y="319898"/>
                  </a:lnTo>
                  <a:lnTo>
                    <a:pt x="453623" y="282936"/>
                  </a:lnTo>
                  <a:close/>
                  <a:moveTo>
                    <a:pt x="117891" y="282936"/>
                  </a:moveTo>
                  <a:lnTo>
                    <a:pt x="143169" y="282936"/>
                  </a:lnTo>
                  <a:lnTo>
                    <a:pt x="125228" y="245974"/>
                  </a:lnTo>
                  <a:close/>
                  <a:moveTo>
                    <a:pt x="433696" y="282936"/>
                  </a:moveTo>
                  <a:lnTo>
                    <a:pt x="453623" y="282936"/>
                  </a:lnTo>
                  <a:lnTo>
                    <a:pt x="451923" y="245974"/>
                  </a:lnTo>
                  <a:close/>
                  <a:moveTo>
                    <a:pt x="108763" y="218444"/>
                  </a:moveTo>
                  <a:lnTo>
                    <a:pt x="125228" y="245974"/>
                  </a:lnTo>
                  <a:lnTo>
                    <a:pt x="123826" y="209012"/>
                  </a:lnTo>
                  <a:close/>
                  <a:moveTo>
                    <a:pt x="451923" y="245974"/>
                  </a:moveTo>
                  <a:lnTo>
                    <a:pt x="443463" y="209012"/>
                  </a:lnTo>
                  <a:lnTo>
                    <a:pt x="429020" y="245974"/>
                  </a:lnTo>
                  <a:close/>
                  <a:moveTo>
                    <a:pt x="103196" y="209012"/>
                  </a:moveTo>
                  <a:lnTo>
                    <a:pt x="108763" y="218444"/>
                  </a:lnTo>
                  <a:lnTo>
                    <a:pt x="108763" y="209012"/>
                  </a:lnTo>
                  <a:close/>
                  <a:moveTo>
                    <a:pt x="71208" y="172050"/>
                  </a:moveTo>
                  <a:lnTo>
                    <a:pt x="103196" y="209012"/>
                  </a:lnTo>
                  <a:lnTo>
                    <a:pt x="85672" y="172050"/>
                  </a:lnTo>
                  <a:close/>
                  <a:moveTo>
                    <a:pt x="418894" y="172050"/>
                  </a:moveTo>
                  <a:lnTo>
                    <a:pt x="443463" y="209012"/>
                  </a:lnTo>
                  <a:lnTo>
                    <a:pt x="423137" y="172050"/>
                  </a:lnTo>
                  <a:close/>
                  <a:moveTo>
                    <a:pt x="418894" y="172050"/>
                  </a:moveTo>
                  <a:lnTo>
                    <a:pt x="418894" y="209012"/>
                  </a:lnTo>
                  <a:lnTo>
                    <a:pt x="443463" y="209012"/>
                  </a:lnTo>
                  <a:close/>
                  <a:moveTo>
                    <a:pt x="71208" y="172050"/>
                  </a:moveTo>
                  <a:lnTo>
                    <a:pt x="85672" y="172050"/>
                  </a:lnTo>
                  <a:lnTo>
                    <a:pt x="69997" y="170257"/>
                  </a:lnTo>
                  <a:close/>
                  <a:moveTo>
                    <a:pt x="418894" y="172050"/>
                  </a:moveTo>
                  <a:lnTo>
                    <a:pt x="423137" y="172050"/>
                  </a:lnTo>
                  <a:lnTo>
                    <a:pt x="418894" y="167074"/>
                  </a:lnTo>
                  <a:close/>
                  <a:moveTo>
                    <a:pt x="380128" y="135089"/>
                  </a:moveTo>
                  <a:lnTo>
                    <a:pt x="418894" y="172050"/>
                  </a:lnTo>
                  <a:lnTo>
                    <a:pt x="385593" y="135089"/>
                  </a:lnTo>
                  <a:close/>
                  <a:moveTo>
                    <a:pt x="385593" y="135089"/>
                  </a:moveTo>
                  <a:lnTo>
                    <a:pt x="418894" y="172050"/>
                  </a:lnTo>
                  <a:lnTo>
                    <a:pt x="418894" y="167074"/>
                  </a:lnTo>
                  <a:close/>
                  <a:moveTo>
                    <a:pt x="61163" y="135089"/>
                  </a:moveTo>
                  <a:lnTo>
                    <a:pt x="49804" y="135089"/>
                  </a:lnTo>
                  <a:lnTo>
                    <a:pt x="69997" y="170257"/>
                  </a:lnTo>
                  <a:close/>
                  <a:moveTo>
                    <a:pt x="43554" y="98127"/>
                  </a:moveTo>
                  <a:lnTo>
                    <a:pt x="49804" y="135089"/>
                  </a:lnTo>
                  <a:lnTo>
                    <a:pt x="61163" y="135089"/>
                  </a:lnTo>
                  <a:close/>
                  <a:moveTo>
                    <a:pt x="341362" y="103266"/>
                  </a:moveTo>
                  <a:lnTo>
                    <a:pt x="334311" y="98127"/>
                  </a:lnTo>
                  <a:lnTo>
                    <a:pt x="306658" y="98127"/>
                  </a:lnTo>
                  <a:close/>
                  <a:moveTo>
                    <a:pt x="341362" y="103266"/>
                  </a:moveTo>
                  <a:lnTo>
                    <a:pt x="341362" y="128683"/>
                  </a:lnTo>
                  <a:lnTo>
                    <a:pt x="380128" y="130711"/>
                  </a:lnTo>
                  <a:close/>
                  <a:moveTo>
                    <a:pt x="380128" y="135089"/>
                  </a:moveTo>
                  <a:lnTo>
                    <a:pt x="385593" y="135089"/>
                  </a:lnTo>
                  <a:lnTo>
                    <a:pt x="380128" y="130711"/>
                  </a:lnTo>
                  <a:close/>
                  <a:moveTo>
                    <a:pt x="52635" y="61165"/>
                  </a:moveTo>
                  <a:lnTo>
                    <a:pt x="43554" y="98127"/>
                  </a:lnTo>
                  <a:lnTo>
                    <a:pt x="54085" y="98127"/>
                  </a:lnTo>
                  <a:close/>
                  <a:moveTo>
                    <a:pt x="302595" y="72593"/>
                  </a:moveTo>
                  <a:lnTo>
                    <a:pt x="306658" y="98127"/>
                  </a:lnTo>
                  <a:lnTo>
                    <a:pt x="334311" y="98127"/>
                  </a:lnTo>
                  <a:close/>
                  <a:moveTo>
                    <a:pt x="302595" y="72593"/>
                  </a:moveTo>
                  <a:lnTo>
                    <a:pt x="289748" y="61165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69997" y="37779"/>
                  </a:lnTo>
                  <a:lnTo>
                    <a:pt x="52635" y="61165"/>
                  </a:lnTo>
                  <a:close/>
                  <a:moveTo>
                    <a:pt x="69997" y="37779"/>
                  </a:moveTo>
                  <a:lnTo>
                    <a:pt x="69997" y="53356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70932" y="61165"/>
                  </a:lnTo>
                  <a:lnTo>
                    <a:pt x="289748" y="61165"/>
                  </a:lnTo>
                  <a:close/>
                  <a:moveTo>
                    <a:pt x="241233" y="24203"/>
                  </a:moveTo>
                  <a:lnTo>
                    <a:pt x="225062" y="24203"/>
                  </a:lnTo>
                  <a:lnTo>
                    <a:pt x="263829" y="39540"/>
                  </a:lnTo>
                  <a:close/>
                  <a:moveTo>
                    <a:pt x="108763" y="20027"/>
                  </a:moveTo>
                  <a:lnTo>
                    <a:pt x="108763" y="9702"/>
                  </a:lnTo>
                  <a:lnTo>
                    <a:pt x="84830" y="24203"/>
                  </a:lnTo>
                  <a:close/>
                  <a:moveTo>
                    <a:pt x="147530" y="9224"/>
                  </a:moveTo>
                  <a:lnTo>
                    <a:pt x="147530" y="0"/>
                  </a:lnTo>
                  <a:lnTo>
                    <a:pt x="108763" y="9702"/>
                  </a:lnTo>
                  <a:close/>
                  <a:moveTo>
                    <a:pt x="186296" y="11263"/>
                  </a:moveTo>
                  <a:lnTo>
                    <a:pt x="186296" y="1774"/>
                  </a:lnTo>
                  <a:lnTo>
                    <a:pt x="147530" y="0"/>
                  </a:lnTo>
                  <a:close/>
                  <a:moveTo>
                    <a:pt x="186296" y="1774"/>
                  </a:moveTo>
                  <a:lnTo>
                    <a:pt x="186296" y="11263"/>
                  </a:lnTo>
                  <a:lnTo>
                    <a:pt x="225062" y="14580"/>
                  </a:lnTo>
                  <a:close/>
                  <a:moveTo>
                    <a:pt x="225062" y="24203"/>
                  </a:moveTo>
                  <a:lnTo>
                    <a:pt x="241233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1E0C7"/>
              </a:solidFill>
            </a:ln>
          </p:spPr>
        </p:sp>
        <p:sp>
          <p:nvSpPr>
            <p:cNvPr id="50011" name="Candidate_B3__3966">
              <a:extLst>
                <a:ext uri="{FF2B5EF4-FFF2-40B4-BE49-F238E27FC236}">
                  <a16:creationId xmlns:a16="http://schemas.microsoft.com/office/drawing/2014/main" id="{48692A33-8A64-4E8C-DF91-78FFD44EE415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69997" y="539832"/>
                  </a:moveTo>
                  <a:lnTo>
                    <a:pt x="108763" y="541669"/>
                  </a:lnTo>
                  <a:lnTo>
                    <a:pt x="108763" y="537612"/>
                  </a:lnTo>
                  <a:close/>
                  <a:moveTo>
                    <a:pt x="69997" y="539832"/>
                  </a:moveTo>
                  <a:lnTo>
                    <a:pt x="108763" y="537612"/>
                  </a:lnTo>
                  <a:lnTo>
                    <a:pt x="69997" y="521522"/>
                  </a:lnTo>
                  <a:close/>
                  <a:moveTo>
                    <a:pt x="108763" y="553368"/>
                  </a:moveTo>
                  <a:lnTo>
                    <a:pt x="133584" y="541669"/>
                  </a:lnTo>
                  <a:lnTo>
                    <a:pt x="108763" y="541669"/>
                  </a:lnTo>
                  <a:close/>
                  <a:moveTo>
                    <a:pt x="147530" y="543916"/>
                  </a:moveTo>
                  <a:lnTo>
                    <a:pt x="133584" y="541669"/>
                  </a:lnTo>
                  <a:lnTo>
                    <a:pt x="108763" y="553368"/>
                  </a:lnTo>
                  <a:close/>
                  <a:moveTo>
                    <a:pt x="147530" y="543916"/>
                  </a:moveTo>
                  <a:lnTo>
                    <a:pt x="147530" y="558245"/>
                  </a:lnTo>
                  <a:lnTo>
                    <a:pt x="186296" y="543918"/>
                  </a:lnTo>
                  <a:close/>
                  <a:moveTo>
                    <a:pt x="225062" y="552422"/>
                  </a:moveTo>
                  <a:lnTo>
                    <a:pt x="225062" y="541669"/>
                  </a:lnTo>
                  <a:lnTo>
                    <a:pt x="186296" y="543918"/>
                  </a:lnTo>
                  <a:close/>
                  <a:moveTo>
                    <a:pt x="225062" y="541669"/>
                  </a:moveTo>
                  <a:lnTo>
                    <a:pt x="263829" y="541669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63829" y="532925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72288" y="541669"/>
                  </a:lnTo>
                  <a:lnTo>
                    <a:pt x="263829" y="532925"/>
                  </a:lnTo>
                  <a:close/>
                  <a:moveTo>
                    <a:pt x="263829" y="532925"/>
                  </a:moveTo>
                  <a:lnTo>
                    <a:pt x="302595" y="533751"/>
                  </a:lnTo>
                  <a:lnTo>
                    <a:pt x="302595" y="522834"/>
                  </a:lnTo>
                  <a:close/>
                  <a:moveTo>
                    <a:pt x="22963" y="467745"/>
                  </a:moveTo>
                  <a:lnTo>
                    <a:pt x="31230" y="504707"/>
                  </a:lnTo>
                  <a:lnTo>
                    <a:pt x="31230" y="482024"/>
                  </a:lnTo>
                  <a:close/>
                  <a:moveTo>
                    <a:pt x="23521" y="504707"/>
                  </a:moveTo>
                  <a:lnTo>
                    <a:pt x="31230" y="504707"/>
                  </a:lnTo>
                  <a:lnTo>
                    <a:pt x="22963" y="467745"/>
                  </a:lnTo>
                  <a:close/>
                  <a:moveTo>
                    <a:pt x="31230" y="512608"/>
                  </a:moveTo>
                  <a:lnTo>
                    <a:pt x="47761" y="504707"/>
                  </a:lnTo>
                  <a:lnTo>
                    <a:pt x="31230" y="504707"/>
                  </a:lnTo>
                  <a:close/>
                  <a:moveTo>
                    <a:pt x="69997" y="521522"/>
                  </a:moveTo>
                  <a:lnTo>
                    <a:pt x="47761" y="504707"/>
                  </a:lnTo>
                  <a:lnTo>
                    <a:pt x="31230" y="512608"/>
                  </a:lnTo>
                  <a:close/>
                  <a:moveTo>
                    <a:pt x="31230" y="504707"/>
                  </a:moveTo>
                  <a:lnTo>
                    <a:pt x="47761" y="504707"/>
                  </a:lnTo>
                  <a:lnTo>
                    <a:pt x="31230" y="482024"/>
                  </a:lnTo>
                  <a:close/>
                  <a:moveTo>
                    <a:pt x="302595" y="522834"/>
                  </a:moveTo>
                  <a:lnTo>
                    <a:pt x="302595" y="533751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5532" y="504707"/>
                  </a:lnTo>
                  <a:lnTo>
                    <a:pt x="341362" y="507045"/>
                  </a:lnTo>
                  <a:close/>
                  <a:moveTo>
                    <a:pt x="345532" y="504707"/>
                  </a:moveTo>
                  <a:lnTo>
                    <a:pt x="366446" y="504707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22963" y="467745"/>
                  </a:lnTo>
                  <a:lnTo>
                    <a:pt x="18478" y="430783"/>
                  </a:lnTo>
                  <a:close/>
                  <a:moveTo>
                    <a:pt x="409525" y="467745"/>
                  </a:moveTo>
                  <a:lnTo>
                    <a:pt x="394832" y="467745"/>
                  </a:lnTo>
                  <a:lnTo>
                    <a:pt x="380128" y="481571"/>
                  </a:lnTo>
                  <a:close/>
                  <a:moveTo>
                    <a:pt x="394832" y="467745"/>
                  </a:moveTo>
                  <a:lnTo>
                    <a:pt x="409525" y="467745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18478" y="430783"/>
                  </a:lnTo>
                  <a:lnTo>
                    <a:pt x="30658" y="393821"/>
                  </a:lnTo>
                  <a:close/>
                  <a:moveTo>
                    <a:pt x="432520" y="430783"/>
                  </a:moveTo>
                  <a:lnTo>
                    <a:pt x="418939" y="430783"/>
                  </a:lnTo>
                  <a:lnTo>
                    <a:pt x="418894" y="430859"/>
                  </a:lnTo>
                  <a:close/>
                  <a:moveTo>
                    <a:pt x="430784" y="393821"/>
                  </a:moveTo>
                  <a:lnTo>
                    <a:pt x="418939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10591" y="393821"/>
                  </a:lnTo>
                  <a:lnTo>
                    <a:pt x="30658" y="393821"/>
                  </a:lnTo>
                  <a:close/>
                  <a:moveTo>
                    <a:pt x="31230" y="393005"/>
                  </a:moveTo>
                  <a:lnTo>
                    <a:pt x="60351" y="356860"/>
                  </a:lnTo>
                  <a:lnTo>
                    <a:pt x="37695" y="356860"/>
                  </a:lnTo>
                  <a:close/>
                  <a:moveTo>
                    <a:pt x="434785" y="356860"/>
                  </a:moveTo>
                  <a:lnTo>
                    <a:pt x="430784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37695" y="356860"/>
                  </a:lnTo>
                  <a:lnTo>
                    <a:pt x="60351" y="356860"/>
                  </a:lnTo>
                  <a:close/>
                  <a:moveTo>
                    <a:pt x="69997" y="347971"/>
                  </a:moveTo>
                  <a:lnTo>
                    <a:pt x="106410" y="319898"/>
                  </a:lnTo>
                  <a:lnTo>
                    <a:pt x="80320" y="319898"/>
                  </a:lnTo>
                  <a:close/>
                  <a:moveTo>
                    <a:pt x="435133" y="319898"/>
                  </a:moveTo>
                  <a:lnTo>
                    <a:pt x="434785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80320" y="319898"/>
                  </a:lnTo>
                  <a:lnTo>
                    <a:pt x="106410" y="319898"/>
                  </a:lnTo>
                  <a:close/>
                  <a:moveTo>
                    <a:pt x="108763" y="317540"/>
                  </a:moveTo>
                  <a:lnTo>
                    <a:pt x="143169" y="282936"/>
                  </a:lnTo>
                  <a:lnTo>
                    <a:pt x="117891" y="282936"/>
                  </a:lnTo>
                  <a:close/>
                  <a:moveTo>
                    <a:pt x="433696" y="282936"/>
                  </a:moveTo>
                  <a:lnTo>
                    <a:pt x="435133" y="319898"/>
                  </a:lnTo>
                  <a:lnTo>
                    <a:pt x="453623" y="282936"/>
                  </a:lnTo>
                  <a:close/>
                  <a:moveTo>
                    <a:pt x="125228" y="245974"/>
                  </a:moveTo>
                  <a:lnTo>
                    <a:pt x="147530" y="258134"/>
                  </a:lnTo>
                  <a:lnTo>
                    <a:pt x="147530" y="245974"/>
                  </a:lnTo>
                  <a:close/>
                  <a:moveTo>
                    <a:pt x="143169" y="282936"/>
                  </a:moveTo>
                  <a:lnTo>
                    <a:pt x="147530" y="258134"/>
                  </a:lnTo>
                  <a:lnTo>
                    <a:pt x="125228" y="245974"/>
                  </a:lnTo>
                  <a:close/>
                  <a:moveTo>
                    <a:pt x="429020" y="245974"/>
                  </a:moveTo>
                  <a:lnTo>
                    <a:pt x="433696" y="282936"/>
                  </a:lnTo>
                  <a:lnTo>
                    <a:pt x="451923" y="245974"/>
                  </a:lnTo>
                  <a:close/>
                  <a:moveTo>
                    <a:pt x="108763" y="209012"/>
                  </a:moveTo>
                  <a:lnTo>
                    <a:pt x="108763" y="218444"/>
                  </a:lnTo>
                  <a:lnTo>
                    <a:pt x="123826" y="209012"/>
                  </a:lnTo>
                  <a:close/>
                  <a:moveTo>
                    <a:pt x="123826" y="209012"/>
                  </a:moveTo>
                  <a:lnTo>
                    <a:pt x="125228" y="245974"/>
                  </a:lnTo>
                  <a:lnTo>
                    <a:pt x="147530" y="242911"/>
                  </a:lnTo>
                  <a:close/>
                  <a:moveTo>
                    <a:pt x="147530" y="242911"/>
                  </a:moveTo>
                  <a:lnTo>
                    <a:pt x="125228" y="245974"/>
                  </a:lnTo>
                  <a:lnTo>
                    <a:pt x="147530" y="245974"/>
                  </a:lnTo>
                  <a:close/>
                  <a:moveTo>
                    <a:pt x="443463" y="209012"/>
                  </a:moveTo>
                  <a:lnTo>
                    <a:pt x="418894" y="209012"/>
                  </a:lnTo>
                  <a:lnTo>
                    <a:pt x="429020" y="245974"/>
                  </a:lnTo>
                  <a:close/>
                  <a:moveTo>
                    <a:pt x="85672" y="172050"/>
                  </a:moveTo>
                  <a:lnTo>
                    <a:pt x="108763" y="209012"/>
                  </a:lnTo>
                  <a:lnTo>
                    <a:pt x="108763" y="196432"/>
                  </a:lnTo>
                  <a:close/>
                  <a:moveTo>
                    <a:pt x="103196" y="209012"/>
                  </a:moveTo>
                  <a:lnTo>
                    <a:pt x="108763" y="209012"/>
                  </a:lnTo>
                  <a:lnTo>
                    <a:pt x="85672" y="172050"/>
                  </a:lnTo>
                  <a:close/>
                  <a:moveTo>
                    <a:pt x="108763" y="209012"/>
                  </a:moveTo>
                  <a:lnTo>
                    <a:pt x="123826" y="209012"/>
                  </a:lnTo>
                  <a:lnTo>
                    <a:pt x="108763" y="196432"/>
                  </a:lnTo>
                  <a:close/>
                  <a:moveTo>
                    <a:pt x="418894" y="209012"/>
                  </a:moveTo>
                  <a:lnTo>
                    <a:pt x="418894" y="172050"/>
                  </a:lnTo>
                  <a:lnTo>
                    <a:pt x="416738" y="209012"/>
                  </a:lnTo>
                  <a:close/>
                  <a:moveTo>
                    <a:pt x="418894" y="172050"/>
                  </a:moveTo>
                  <a:lnTo>
                    <a:pt x="391328" y="172050"/>
                  </a:lnTo>
                  <a:lnTo>
                    <a:pt x="416738" y="209012"/>
                  </a:lnTo>
                  <a:close/>
                  <a:moveTo>
                    <a:pt x="85672" y="172050"/>
                  </a:moveTo>
                  <a:lnTo>
                    <a:pt x="69997" y="150060"/>
                  </a:lnTo>
                  <a:lnTo>
                    <a:pt x="69997" y="170257"/>
                  </a:lnTo>
                  <a:close/>
                  <a:moveTo>
                    <a:pt x="380128" y="160882"/>
                  </a:moveTo>
                  <a:lnTo>
                    <a:pt x="391328" y="172050"/>
                  </a:lnTo>
                  <a:lnTo>
                    <a:pt x="380128" y="135089"/>
                  </a:lnTo>
                  <a:close/>
                  <a:moveTo>
                    <a:pt x="391328" y="172050"/>
                  </a:moveTo>
                  <a:lnTo>
                    <a:pt x="418894" y="172050"/>
                  </a:lnTo>
                  <a:lnTo>
                    <a:pt x="380128" y="135089"/>
                  </a:lnTo>
                  <a:close/>
                  <a:moveTo>
                    <a:pt x="61163" y="135089"/>
                  </a:moveTo>
                  <a:lnTo>
                    <a:pt x="69997" y="170257"/>
                  </a:lnTo>
                  <a:lnTo>
                    <a:pt x="69997" y="150060"/>
                  </a:lnTo>
                  <a:close/>
                  <a:moveTo>
                    <a:pt x="43554" y="98127"/>
                  </a:moveTo>
                  <a:lnTo>
                    <a:pt x="61163" y="135089"/>
                  </a:lnTo>
                  <a:lnTo>
                    <a:pt x="54085" y="98127"/>
                  </a:lnTo>
                  <a:close/>
                  <a:moveTo>
                    <a:pt x="341362" y="128683"/>
                  </a:moveTo>
                  <a:lnTo>
                    <a:pt x="341362" y="103266"/>
                  </a:lnTo>
                  <a:lnTo>
                    <a:pt x="306658" y="98127"/>
                  </a:lnTo>
                  <a:close/>
                  <a:moveTo>
                    <a:pt x="380128" y="130711"/>
                  </a:moveTo>
                  <a:lnTo>
                    <a:pt x="349293" y="135089"/>
                  </a:lnTo>
                  <a:lnTo>
                    <a:pt x="380128" y="135089"/>
                  </a:lnTo>
                  <a:close/>
                  <a:moveTo>
                    <a:pt x="341362" y="128683"/>
                  </a:moveTo>
                  <a:lnTo>
                    <a:pt x="349293" y="135089"/>
                  </a:lnTo>
                  <a:lnTo>
                    <a:pt x="380128" y="130711"/>
                  </a:lnTo>
                  <a:close/>
                  <a:moveTo>
                    <a:pt x="380128" y="160882"/>
                  </a:moveTo>
                  <a:lnTo>
                    <a:pt x="380128" y="135089"/>
                  </a:lnTo>
                  <a:lnTo>
                    <a:pt x="349293" y="135089"/>
                  </a:lnTo>
                  <a:close/>
                  <a:moveTo>
                    <a:pt x="52635" y="61165"/>
                  </a:moveTo>
                  <a:lnTo>
                    <a:pt x="54085" y="98127"/>
                  </a:lnTo>
                  <a:lnTo>
                    <a:pt x="64205" y="61165"/>
                  </a:lnTo>
                  <a:close/>
                  <a:moveTo>
                    <a:pt x="302595" y="72593"/>
                  </a:moveTo>
                  <a:lnTo>
                    <a:pt x="302595" y="94323"/>
                  </a:lnTo>
                  <a:lnTo>
                    <a:pt x="306658" y="98127"/>
                  </a:lnTo>
                  <a:close/>
                  <a:moveTo>
                    <a:pt x="302595" y="94323"/>
                  </a:moveTo>
                  <a:lnTo>
                    <a:pt x="302595" y="72593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52635" y="61165"/>
                  </a:lnTo>
                  <a:lnTo>
                    <a:pt x="64205" y="61165"/>
                  </a:lnTo>
                  <a:close/>
                  <a:moveTo>
                    <a:pt x="69997" y="53356"/>
                  </a:moveTo>
                  <a:lnTo>
                    <a:pt x="101862" y="24203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63829" y="54706"/>
                  </a:lnTo>
                  <a:lnTo>
                    <a:pt x="270932" y="61165"/>
                  </a:lnTo>
                  <a:close/>
                  <a:moveTo>
                    <a:pt x="263829" y="39540"/>
                  </a:moveTo>
                  <a:lnTo>
                    <a:pt x="225062" y="24203"/>
                  </a:lnTo>
                  <a:lnTo>
                    <a:pt x="225062" y="25929"/>
                  </a:lnTo>
                  <a:close/>
                  <a:moveTo>
                    <a:pt x="263829" y="39540"/>
                  </a:moveTo>
                  <a:lnTo>
                    <a:pt x="225062" y="25929"/>
                  </a:lnTo>
                  <a:lnTo>
                    <a:pt x="263829" y="54706"/>
                  </a:lnTo>
                  <a:close/>
                  <a:moveTo>
                    <a:pt x="108763" y="20027"/>
                  </a:moveTo>
                  <a:lnTo>
                    <a:pt x="84830" y="24203"/>
                  </a:lnTo>
                  <a:lnTo>
                    <a:pt x="101862" y="24203"/>
                  </a:lnTo>
                  <a:close/>
                  <a:moveTo>
                    <a:pt x="147530" y="9224"/>
                  </a:moveTo>
                  <a:lnTo>
                    <a:pt x="108763" y="9702"/>
                  </a:lnTo>
                  <a:lnTo>
                    <a:pt x="108763" y="20027"/>
                  </a:lnTo>
                  <a:close/>
                  <a:moveTo>
                    <a:pt x="186296" y="11263"/>
                  </a:moveTo>
                  <a:lnTo>
                    <a:pt x="147530" y="0"/>
                  </a:lnTo>
                  <a:lnTo>
                    <a:pt x="147530" y="9224"/>
                  </a:lnTo>
                  <a:close/>
                  <a:moveTo>
                    <a:pt x="225062" y="14580"/>
                  </a:moveTo>
                  <a:lnTo>
                    <a:pt x="221109" y="24203"/>
                  </a:lnTo>
                  <a:lnTo>
                    <a:pt x="225062" y="24203"/>
                  </a:lnTo>
                  <a:close/>
                  <a:moveTo>
                    <a:pt x="186296" y="11263"/>
                  </a:moveTo>
                  <a:lnTo>
                    <a:pt x="221109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61C08E"/>
            </a:solidFill>
            <a:ln w="4001">
              <a:solidFill>
                <a:srgbClr val="B1E0C7"/>
              </a:solidFill>
            </a:ln>
          </p:spPr>
        </p:sp>
        <p:sp>
          <p:nvSpPr>
            <p:cNvPr id="50012" name="Candidate_B3__3967">
              <a:extLst>
                <a:ext uri="{FF2B5EF4-FFF2-40B4-BE49-F238E27FC236}">
                  <a16:creationId xmlns:a16="http://schemas.microsoft.com/office/drawing/2014/main" id="{2F11AA5F-8F05-1FFF-A3D6-35B8DF769BB4}"/>
                </a:ext>
              </a:extLst>
            </p:cNvPr>
            <p:cNvSpPr>
              <a:spLocks noGrp="1"/>
            </p:cNvSpPr>
            <p:nvPr/>
          </p:nvSpPr>
          <p:spPr>
            <a:xfrm>
              <a:off x="4705349" y="4081162"/>
              <a:ext cx="416655" cy="534694"/>
            </a:xfrm>
            <a:custGeom>
              <a:avLst/>
              <a:gdLst/>
              <a:ahLst/>
              <a:cxnLst/>
              <a:rect l="0" t="0" r="0" b="0"/>
              <a:pathLst>
                <a:path w="416655" h="534694">
                  <a:moveTo>
                    <a:pt x="90285" y="532444"/>
                  </a:moveTo>
                  <a:lnTo>
                    <a:pt x="115106" y="532444"/>
                  </a:lnTo>
                  <a:lnTo>
                    <a:pt x="90285" y="528388"/>
                  </a:lnTo>
                  <a:close/>
                  <a:moveTo>
                    <a:pt x="167818" y="534694"/>
                  </a:moveTo>
                  <a:lnTo>
                    <a:pt x="206584" y="532444"/>
                  </a:lnTo>
                  <a:lnTo>
                    <a:pt x="187278" y="532444"/>
                  </a:lnTo>
                  <a:close/>
                  <a:moveTo>
                    <a:pt x="187278" y="532444"/>
                  </a:moveTo>
                  <a:lnTo>
                    <a:pt x="206584" y="532444"/>
                  </a:lnTo>
                  <a:lnTo>
                    <a:pt x="206584" y="530484"/>
                  </a:lnTo>
                  <a:close/>
                  <a:moveTo>
                    <a:pt x="129051" y="236750"/>
                  </a:moveTo>
                  <a:lnTo>
                    <a:pt x="131104" y="236750"/>
                  </a:lnTo>
                  <a:lnTo>
                    <a:pt x="129051" y="233687"/>
                  </a:lnTo>
                  <a:close/>
                  <a:moveTo>
                    <a:pt x="129051" y="236750"/>
                  </a:moveTo>
                  <a:lnTo>
                    <a:pt x="129051" y="248909"/>
                  </a:lnTo>
                  <a:lnTo>
                    <a:pt x="131104" y="236750"/>
                  </a:lnTo>
                  <a:close/>
                  <a:moveTo>
                    <a:pt x="410541" y="236750"/>
                  </a:moveTo>
                  <a:lnTo>
                    <a:pt x="400416" y="199788"/>
                  </a:lnTo>
                  <a:lnTo>
                    <a:pt x="400416" y="205645"/>
                  </a:lnTo>
                  <a:close/>
                  <a:moveTo>
                    <a:pt x="400416" y="205645"/>
                  </a:moveTo>
                  <a:lnTo>
                    <a:pt x="400416" y="199788"/>
                  </a:lnTo>
                  <a:lnTo>
                    <a:pt x="398260" y="199788"/>
                  </a:lnTo>
                  <a:close/>
                  <a:moveTo>
                    <a:pt x="206584" y="16705"/>
                  </a:moveTo>
                  <a:lnTo>
                    <a:pt x="206584" y="14978"/>
                  </a:lnTo>
                  <a:lnTo>
                    <a:pt x="202631" y="14978"/>
                  </a:lnTo>
                  <a:close/>
                  <a:moveTo>
                    <a:pt x="115106" y="532444"/>
                  </a:moveTo>
                  <a:lnTo>
                    <a:pt x="129051" y="534691"/>
                  </a:lnTo>
                  <a:lnTo>
                    <a:pt x="129051" y="532444"/>
                  </a:lnTo>
                  <a:close/>
                  <a:moveTo>
                    <a:pt x="115106" y="532444"/>
                  </a:moveTo>
                  <a:lnTo>
                    <a:pt x="129051" y="532444"/>
                  </a:lnTo>
                  <a:lnTo>
                    <a:pt x="90285" y="528388"/>
                  </a:lnTo>
                  <a:close/>
                  <a:moveTo>
                    <a:pt x="167818" y="532444"/>
                  </a:moveTo>
                  <a:lnTo>
                    <a:pt x="129051" y="534691"/>
                  </a:lnTo>
                  <a:lnTo>
                    <a:pt x="167818" y="534694"/>
                  </a:lnTo>
                  <a:close/>
                  <a:moveTo>
                    <a:pt x="167818" y="532444"/>
                  </a:moveTo>
                  <a:lnTo>
                    <a:pt x="129051" y="532444"/>
                  </a:lnTo>
                  <a:lnTo>
                    <a:pt x="129051" y="534691"/>
                  </a:lnTo>
                  <a:close/>
                  <a:moveTo>
                    <a:pt x="167818" y="532444"/>
                  </a:moveTo>
                  <a:lnTo>
                    <a:pt x="167818" y="534694"/>
                  </a:lnTo>
                  <a:lnTo>
                    <a:pt x="187278" y="532444"/>
                  </a:lnTo>
                  <a:close/>
                  <a:moveTo>
                    <a:pt x="29283" y="495482"/>
                  </a:moveTo>
                  <a:lnTo>
                    <a:pt x="51518" y="512298"/>
                  </a:lnTo>
                  <a:lnTo>
                    <a:pt x="51518" y="495482"/>
                  </a:lnTo>
                  <a:close/>
                  <a:moveTo>
                    <a:pt x="322883" y="495482"/>
                  </a:moveTo>
                  <a:lnTo>
                    <a:pt x="284117" y="513610"/>
                  </a:lnTo>
                  <a:lnTo>
                    <a:pt x="322883" y="497820"/>
                  </a:lnTo>
                  <a:close/>
                  <a:moveTo>
                    <a:pt x="322883" y="495482"/>
                  </a:moveTo>
                  <a:lnTo>
                    <a:pt x="322883" y="497820"/>
                  </a:lnTo>
                  <a:lnTo>
                    <a:pt x="327054" y="495482"/>
                  </a:lnTo>
                  <a:close/>
                  <a:moveTo>
                    <a:pt x="327054" y="495482"/>
                  </a:moveTo>
                  <a:lnTo>
                    <a:pt x="361650" y="472347"/>
                  </a:lnTo>
                  <a:lnTo>
                    <a:pt x="322883" y="495482"/>
                  </a:lnTo>
                  <a:close/>
                  <a:moveTo>
                    <a:pt x="4485" y="458521"/>
                  </a:moveTo>
                  <a:lnTo>
                    <a:pt x="12752" y="472799"/>
                  </a:lnTo>
                  <a:lnTo>
                    <a:pt x="12752" y="458521"/>
                  </a:lnTo>
                  <a:close/>
                  <a:moveTo>
                    <a:pt x="0" y="421559"/>
                  </a:moveTo>
                  <a:lnTo>
                    <a:pt x="12752" y="458521"/>
                  </a:lnTo>
                  <a:lnTo>
                    <a:pt x="12752" y="421559"/>
                  </a:lnTo>
                  <a:close/>
                  <a:moveTo>
                    <a:pt x="0" y="421559"/>
                  </a:moveTo>
                  <a:lnTo>
                    <a:pt x="4485" y="458521"/>
                  </a:lnTo>
                  <a:lnTo>
                    <a:pt x="12752" y="458521"/>
                  </a:lnTo>
                  <a:close/>
                  <a:moveTo>
                    <a:pt x="361650" y="458521"/>
                  </a:moveTo>
                  <a:lnTo>
                    <a:pt x="361650" y="472347"/>
                  </a:lnTo>
                  <a:lnTo>
                    <a:pt x="376354" y="458521"/>
                  </a:lnTo>
                  <a:close/>
                  <a:moveTo>
                    <a:pt x="376354" y="458521"/>
                  </a:moveTo>
                  <a:lnTo>
                    <a:pt x="400416" y="421634"/>
                  </a:lnTo>
                  <a:lnTo>
                    <a:pt x="361650" y="458521"/>
                  </a:lnTo>
                  <a:close/>
                  <a:moveTo>
                    <a:pt x="12179" y="384597"/>
                  </a:moveTo>
                  <a:lnTo>
                    <a:pt x="12752" y="421559"/>
                  </a:lnTo>
                  <a:lnTo>
                    <a:pt x="12752" y="384597"/>
                  </a:lnTo>
                  <a:close/>
                  <a:moveTo>
                    <a:pt x="12179" y="384597"/>
                  </a:moveTo>
                  <a:lnTo>
                    <a:pt x="0" y="421559"/>
                  </a:lnTo>
                  <a:lnTo>
                    <a:pt x="12752" y="421559"/>
                  </a:lnTo>
                  <a:close/>
                  <a:moveTo>
                    <a:pt x="400416" y="421559"/>
                  </a:moveTo>
                  <a:lnTo>
                    <a:pt x="400416" y="421634"/>
                  </a:lnTo>
                  <a:lnTo>
                    <a:pt x="400460" y="421559"/>
                  </a:lnTo>
                  <a:close/>
                  <a:moveTo>
                    <a:pt x="400416" y="384597"/>
                  </a:moveTo>
                  <a:lnTo>
                    <a:pt x="400460" y="421559"/>
                  </a:lnTo>
                  <a:lnTo>
                    <a:pt x="412306" y="384597"/>
                  </a:lnTo>
                  <a:close/>
                  <a:moveTo>
                    <a:pt x="400416" y="384597"/>
                  </a:moveTo>
                  <a:lnTo>
                    <a:pt x="400416" y="421559"/>
                  </a:lnTo>
                  <a:lnTo>
                    <a:pt x="400460" y="421559"/>
                  </a:lnTo>
                  <a:close/>
                  <a:moveTo>
                    <a:pt x="12752" y="383780"/>
                  </a:moveTo>
                  <a:lnTo>
                    <a:pt x="12179" y="384597"/>
                  </a:lnTo>
                  <a:lnTo>
                    <a:pt x="12752" y="384597"/>
                  </a:lnTo>
                  <a:close/>
                  <a:moveTo>
                    <a:pt x="12752" y="384597"/>
                  </a:moveTo>
                  <a:lnTo>
                    <a:pt x="41873" y="347635"/>
                  </a:lnTo>
                  <a:lnTo>
                    <a:pt x="12752" y="383780"/>
                  </a:lnTo>
                  <a:close/>
                  <a:moveTo>
                    <a:pt x="51518" y="347635"/>
                  </a:moveTo>
                  <a:lnTo>
                    <a:pt x="41873" y="347635"/>
                  </a:lnTo>
                  <a:lnTo>
                    <a:pt x="12752" y="384597"/>
                  </a:lnTo>
                  <a:close/>
                  <a:moveTo>
                    <a:pt x="400416" y="347635"/>
                  </a:moveTo>
                  <a:lnTo>
                    <a:pt x="412306" y="384597"/>
                  </a:lnTo>
                  <a:lnTo>
                    <a:pt x="416307" y="347635"/>
                  </a:lnTo>
                  <a:close/>
                  <a:moveTo>
                    <a:pt x="51518" y="338747"/>
                  </a:moveTo>
                  <a:lnTo>
                    <a:pt x="41873" y="347635"/>
                  </a:lnTo>
                  <a:lnTo>
                    <a:pt x="51518" y="347635"/>
                  </a:lnTo>
                  <a:close/>
                  <a:moveTo>
                    <a:pt x="400416" y="310673"/>
                  </a:moveTo>
                  <a:lnTo>
                    <a:pt x="416307" y="347635"/>
                  </a:lnTo>
                  <a:lnTo>
                    <a:pt x="416655" y="310673"/>
                  </a:lnTo>
                  <a:close/>
                  <a:moveTo>
                    <a:pt x="90285" y="308316"/>
                  </a:moveTo>
                  <a:lnTo>
                    <a:pt x="87932" y="310673"/>
                  </a:lnTo>
                  <a:lnTo>
                    <a:pt x="90285" y="310673"/>
                  </a:lnTo>
                  <a:close/>
                  <a:moveTo>
                    <a:pt x="90285" y="310673"/>
                  </a:moveTo>
                  <a:lnTo>
                    <a:pt x="124691" y="273711"/>
                  </a:lnTo>
                  <a:lnTo>
                    <a:pt x="90285" y="308316"/>
                  </a:lnTo>
                  <a:close/>
                  <a:moveTo>
                    <a:pt x="129051" y="273711"/>
                  </a:moveTo>
                  <a:lnTo>
                    <a:pt x="124691" y="273711"/>
                  </a:lnTo>
                  <a:lnTo>
                    <a:pt x="90285" y="310673"/>
                  </a:lnTo>
                  <a:close/>
                  <a:moveTo>
                    <a:pt x="400416" y="273711"/>
                  </a:moveTo>
                  <a:lnTo>
                    <a:pt x="416655" y="310673"/>
                  </a:lnTo>
                  <a:lnTo>
                    <a:pt x="415218" y="273711"/>
                  </a:lnTo>
                  <a:close/>
                  <a:moveTo>
                    <a:pt x="129051" y="248909"/>
                  </a:moveTo>
                  <a:lnTo>
                    <a:pt x="124691" y="273711"/>
                  </a:lnTo>
                  <a:lnTo>
                    <a:pt x="129051" y="273711"/>
                  </a:lnTo>
                  <a:close/>
                  <a:moveTo>
                    <a:pt x="129051" y="273711"/>
                  </a:moveTo>
                  <a:lnTo>
                    <a:pt x="131104" y="236750"/>
                  </a:lnTo>
                  <a:lnTo>
                    <a:pt x="129051" y="248909"/>
                  </a:lnTo>
                  <a:close/>
                  <a:moveTo>
                    <a:pt x="167818" y="236750"/>
                  </a:moveTo>
                  <a:lnTo>
                    <a:pt x="131104" y="236750"/>
                  </a:lnTo>
                  <a:lnTo>
                    <a:pt x="129051" y="273711"/>
                  </a:lnTo>
                  <a:close/>
                  <a:moveTo>
                    <a:pt x="400416" y="236750"/>
                  </a:moveTo>
                  <a:lnTo>
                    <a:pt x="415218" y="273711"/>
                  </a:lnTo>
                  <a:lnTo>
                    <a:pt x="410541" y="236750"/>
                  </a:lnTo>
                  <a:close/>
                  <a:moveTo>
                    <a:pt x="400416" y="236750"/>
                  </a:moveTo>
                  <a:lnTo>
                    <a:pt x="400416" y="273711"/>
                  </a:lnTo>
                  <a:lnTo>
                    <a:pt x="415218" y="273711"/>
                  </a:lnTo>
                  <a:close/>
                  <a:moveTo>
                    <a:pt x="167818" y="236750"/>
                  </a:moveTo>
                  <a:lnTo>
                    <a:pt x="129051" y="233687"/>
                  </a:lnTo>
                  <a:lnTo>
                    <a:pt x="131104" y="236750"/>
                  </a:lnTo>
                  <a:close/>
                  <a:moveTo>
                    <a:pt x="400416" y="236750"/>
                  </a:moveTo>
                  <a:lnTo>
                    <a:pt x="410541" y="236750"/>
                  </a:lnTo>
                  <a:lnTo>
                    <a:pt x="400416" y="205645"/>
                  </a:lnTo>
                  <a:close/>
                  <a:moveTo>
                    <a:pt x="398260" y="199788"/>
                  </a:moveTo>
                  <a:lnTo>
                    <a:pt x="400416" y="236750"/>
                  </a:lnTo>
                  <a:lnTo>
                    <a:pt x="400416" y="205645"/>
                  </a:lnTo>
                  <a:close/>
                  <a:moveTo>
                    <a:pt x="105348" y="199788"/>
                  </a:moveTo>
                  <a:lnTo>
                    <a:pt x="129051" y="233687"/>
                  </a:lnTo>
                  <a:lnTo>
                    <a:pt x="129051" y="199788"/>
                  </a:lnTo>
                  <a:close/>
                  <a:moveTo>
                    <a:pt x="361650" y="162826"/>
                  </a:moveTo>
                  <a:lnTo>
                    <a:pt x="398260" y="199788"/>
                  </a:lnTo>
                  <a:lnTo>
                    <a:pt x="372850" y="162826"/>
                  </a:lnTo>
                  <a:close/>
                  <a:moveTo>
                    <a:pt x="67194" y="162826"/>
                  </a:moveTo>
                  <a:lnTo>
                    <a:pt x="90285" y="187207"/>
                  </a:lnTo>
                  <a:lnTo>
                    <a:pt x="90285" y="162826"/>
                  </a:lnTo>
                  <a:close/>
                  <a:moveTo>
                    <a:pt x="322883" y="125864"/>
                  </a:moveTo>
                  <a:lnTo>
                    <a:pt x="361650" y="151657"/>
                  </a:lnTo>
                  <a:lnTo>
                    <a:pt x="330814" y="125864"/>
                  </a:lnTo>
                  <a:close/>
                  <a:moveTo>
                    <a:pt x="361650" y="162826"/>
                  </a:moveTo>
                  <a:lnTo>
                    <a:pt x="361650" y="151657"/>
                  </a:lnTo>
                  <a:lnTo>
                    <a:pt x="322883" y="125864"/>
                  </a:lnTo>
                  <a:close/>
                  <a:moveTo>
                    <a:pt x="361650" y="162826"/>
                  </a:moveTo>
                  <a:lnTo>
                    <a:pt x="372850" y="162826"/>
                  </a:lnTo>
                  <a:lnTo>
                    <a:pt x="361650" y="151657"/>
                  </a:lnTo>
                  <a:close/>
                  <a:moveTo>
                    <a:pt x="42685" y="125864"/>
                  </a:moveTo>
                  <a:lnTo>
                    <a:pt x="51518" y="140835"/>
                  </a:lnTo>
                  <a:lnTo>
                    <a:pt x="51518" y="125864"/>
                  </a:lnTo>
                  <a:close/>
                  <a:moveTo>
                    <a:pt x="35607" y="88902"/>
                  </a:moveTo>
                  <a:lnTo>
                    <a:pt x="42685" y="125864"/>
                  </a:lnTo>
                  <a:lnTo>
                    <a:pt x="51518" y="125864"/>
                  </a:lnTo>
                  <a:close/>
                  <a:moveTo>
                    <a:pt x="284117" y="88902"/>
                  </a:moveTo>
                  <a:lnTo>
                    <a:pt x="322883" y="119459"/>
                  </a:lnTo>
                  <a:lnTo>
                    <a:pt x="288179" y="88902"/>
                  </a:lnTo>
                  <a:close/>
                  <a:moveTo>
                    <a:pt x="322883" y="125864"/>
                  </a:moveTo>
                  <a:lnTo>
                    <a:pt x="322883" y="119459"/>
                  </a:lnTo>
                  <a:lnTo>
                    <a:pt x="284117" y="88902"/>
                  </a:lnTo>
                  <a:close/>
                  <a:moveTo>
                    <a:pt x="322883" y="125864"/>
                  </a:moveTo>
                  <a:lnTo>
                    <a:pt x="330814" y="125864"/>
                  </a:lnTo>
                  <a:lnTo>
                    <a:pt x="322883" y="119459"/>
                  </a:lnTo>
                  <a:close/>
                  <a:moveTo>
                    <a:pt x="45726" y="51940"/>
                  </a:moveTo>
                  <a:lnTo>
                    <a:pt x="51518" y="88902"/>
                  </a:lnTo>
                  <a:lnTo>
                    <a:pt x="51518" y="51940"/>
                  </a:lnTo>
                  <a:close/>
                  <a:moveTo>
                    <a:pt x="45726" y="51940"/>
                  </a:moveTo>
                  <a:lnTo>
                    <a:pt x="35607" y="88902"/>
                  </a:lnTo>
                  <a:lnTo>
                    <a:pt x="51518" y="88902"/>
                  </a:lnTo>
                  <a:close/>
                  <a:moveTo>
                    <a:pt x="245350" y="51940"/>
                  </a:moveTo>
                  <a:lnTo>
                    <a:pt x="284117" y="85099"/>
                  </a:lnTo>
                  <a:lnTo>
                    <a:pt x="252453" y="51940"/>
                  </a:lnTo>
                  <a:close/>
                  <a:moveTo>
                    <a:pt x="284117" y="88902"/>
                  </a:moveTo>
                  <a:lnTo>
                    <a:pt x="284117" y="85099"/>
                  </a:lnTo>
                  <a:lnTo>
                    <a:pt x="245350" y="51940"/>
                  </a:lnTo>
                  <a:close/>
                  <a:moveTo>
                    <a:pt x="284117" y="88902"/>
                  </a:moveTo>
                  <a:lnTo>
                    <a:pt x="288179" y="88902"/>
                  </a:lnTo>
                  <a:lnTo>
                    <a:pt x="284117" y="85099"/>
                  </a:lnTo>
                  <a:close/>
                  <a:moveTo>
                    <a:pt x="51518" y="44131"/>
                  </a:moveTo>
                  <a:lnTo>
                    <a:pt x="45726" y="51940"/>
                  </a:lnTo>
                  <a:lnTo>
                    <a:pt x="51518" y="51940"/>
                  </a:lnTo>
                  <a:close/>
                  <a:moveTo>
                    <a:pt x="202631" y="14978"/>
                  </a:moveTo>
                  <a:lnTo>
                    <a:pt x="167818" y="14978"/>
                  </a:lnTo>
                  <a:lnTo>
                    <a:pt x="206584" y="16705"/>
                  </a:lnTo>
                  <a:close/>
                  <a:moveTo>
                    <a:pt x="245350" y="51940"/>
                  </a:moveTo>
                  <a:lnTo>
                    <a:pt x="252453" y="51940"/>
                  </a:lnTo>
                  <a:lnTo>
                    <a:pt x="245350" y="45481"/>
                  </a:lnTo>
                  <a:close/>
                  <a:moveTo>
                    <a:pt x="90285" y="10803"/>
                  </a:moveTo>
                  <a:lnTo>
                    <a:pt x="83383" y="14978"/>
                  </a:lnTo>
                  <a:lnTo>
                    <a:pt x="90285" y="14978"/>
                  </a:lnTo>
                  <a:close/>
                  <a:moveTo>
                    <a:pt x="90285" y="14978"/>
                  </a:moveTo>
                  <a:lnTo>
                    <a:pt x="129051" y="0"/>
                  </a:lnTo>
                  <a:lnTo>
                    <a:pt x="90285" y="10803"/>
                  </a:lnTo>
                  <a:close/>
                  <a:moveTo>
                    <a:pt x="90285" y="14978"/>
                  </a:moveTo>
                  <a:lnTo>
                    <a:pt x="129051" y="14978"/>
                  </a:lnTo>
                  <a:lnTo>
                    <a:pt x="129051" y="0"/>
                  </a:lnTo>
                  <a:close/>
                  <a:moveTo>
                    <a:pt x="129051" y="14978"/>
                  </a:moveTo>
                  <a:lnTo>
                    <a:pt x="167818" y="2038"/>
                  </a:lnTo>
                  <a:lnTo>
                    <a:pt x="129051" y="0"/>
                  </a:lnTo>
                  <a:close/>
                  <a:moveTo>
                    <a:pt x="167818" y="14978"/>
                  </a:moveTo>
                  <a:lnTo>
                    <a:pt x="202631" y="14978"/>
                  </a:lnTo>
                  <a:lnTo>
                    <a:pt x="167818" y="2038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1E0C7"/>
              </a:solidFill>
            </a:ln>
          </p:spPr>
        </p:sp>
        <p:sp>
          <p:nvSpPr>
            <p:cNvPr id="50013" name="Candidate_B3__3968">
              <a:extLst>
                <a:ext uri="{FF2B5EF4-FFF2-40B4-BE49-F238E27FC236}">
                  <a16:creationId xmlns:a16="http://schemas.microsoft.com/office/drawing/2014/main" id="{FECAFD09-6815-61BC-14EE-487417459A4F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83200"/>
              <a:ext cx="403903" cy="530406"/>
            </a:xfrm>
            <a:custGeom>
              <a:avLst/>
              <a:gdLst/>
              <a:ahLst/>
              <a:cxnLst/>
              <a:rect l="0" t="0" r="0" b="0"/>
              <a:pathLst>
                <a:path w="403903" h="530406">
                  <a:moveTo>
                    <a:pt x="77533" y="526349"/>
                  </a:moveTo>
                  <a:lnTo>
                    <a:pt x="116299" y="530406"/>
                  </a:lnTo>
                  <a:lnTo>
                    <a:pt x="116299" y="504450"/>
                  </a:lnTo>
                  <a:close/>
                  <a:moveTo>
                    <a:pt x="77533" y="526349"/>
                  </a:moveTo>
                  <a:lnTo>
                    <a:pt x="116299" y="504450"/>
                  </a:lnTo>
                  <a:lnTo>
                    <a:pt x="77533" y="494286"/>
                  </a:lnTo>
                  <a:close/>
                  <a:moveTo>
                    <a:pt x="116299" y="530406"/>
                  </a:moveTo>
                  <a:lnTo>
                    <a:pt x="155066" y="53040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55066" y="50678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74526" y="530406"/>
                  </a:lnTo>
                  <a:lnTo>
                    <a:pt x="155066" y="506786"/>
                  </a:lnTo>
                  <a:close/>
                  <a:moveTo>
                    <a:pt x="155066" y="506786"/>
                  </a:moveTo>
                  <a:lnTo>
                    <a:pt x="174526" y="530406"/>
                  </a:lnTo>
                  <a:lnTo>
                    <a:pt x="193832" y="528446"/>
                  </a:lnTo>
                  <a:close/>
                  <a:moveTo>
                    <a:pt x="155066" y="506786"/>
                  </a:moveTo>
                  <a:lnTo>
                    <a:pt x="193832" y="528446"/>
                  </a:lnTo>
                  <a:lnTo>
                    <a:pt x="193832" y="504223"/>
                  </a:lnTo>
                  <a:close/>
                  <a:moveTo>
                    <a:pt x="0" y="456482"/>
                  </a:moveTo>
                  <a:lnTo>
                    <a:pt x="0" y="470761"/>
                  </a:lnTo>
                  <a:lnTo>
                    <a:pt x="33346" y="456482"/>
                  </a:lnTo>
                  <a:close/>
                  <a:moveTo>
                    <a:pt x="0" y="470761"/>
                  </a:moveTo>
                  <a:lnTo>
                    <a:pt x="16531" y="493444"/>
                  </a:lnTo>
                  <a:lnTo>
                    <a:pt x="33346" y="456482"/>
                  </a:lnTo>
                  <a:close/>
                  <a:moveTo>
                    <a:pt x="33346" y="456482"/>
                  </a:moveTo>
                  <a:lnTo>
                    <a:pt x="16531" y="493444"/>
                  </a:lnTo>
                  <a:lnTo>
                    <a:pt x="38766" y="463383"/>
                  </a:lnTo>
                  <a:close/>
                  <a:moveTo>
                    <a:pt x="38766" y="463383"/>
                  </a:moveTo>
                  <a:lnTo>
                    <a:pt x="16531" y="493444"/>
                  </a:lnTo>
                  <a:lnTo>
                    <a:pt x="38766" y="493444"/>
                  </a:lnTo>
                  <a:close/>
                  <a:moveTo>
                    <a:pt x="38766" y="510259"/>
                  </a:moveTo>
                  <a:lnTo>
                    <a:pt x="75849" y="493444"/>
                  </a:lnTo>
                  <a:lnTo>
                    <a:pt x="38766" y="493444"/>
                  </a:lnTo>
                  <a:close/>
                  <a:moveTo>
                    <a:pt x="77533" y="494286"/>
                  </a:moveTo>
                  <a:lnTo>
                    <a:pt x="75849" y="493444"/>
                  </a:lnTo>
                  <a:lnTo>
                    <a:pt x="38766" y="510259"/>
                  </a:lnTo>
                  <a:close/>
                  <a:moveTo>
                    <a:pt x="77533" y="526349"/>
                  </a:moveTo>
                  <a:lnTo>
                    <a:pt x="77533" y="494286"/>
                  </a:lnTo>
                  <a:lnTo>
                    <a:pt x="38766" y="510259"/>
                  </a:lnTo>
                  <a:close/>
                  <a:moveTo>
                    <a:pt x="193832" y="528446"/>
                  </a:moveTo>
                  <a:lnTo>
                    <a:pt x="232598" y="521662"/>
                  </a:lnTo>
                  <a:lnTo>
                    <a:pt x="232598" y="497892"/>
                  </a:lnTo>
                  <a:close/>
                  <a:moveTo>
                    <a:pt x="193832" y="504223"/>
                  </a:moveTo>
                  <a:lnTo>
                    <a:pt x="193832" y="528446"/>
                  </a:lnTo>
                  <a:lnTo>
                    <a:pt x="232598" y="497892"/>
                  </a:lnTo>
                  <a:close/>
                  <a:moveTo>
                    <a:pt x="271365" y="511571"/>
                  </a:moveTo>
                  <a:lnTo>
                    <a:pt x="271365" y="493444"/>
                  </a:lnTo>
                  <a:lnTo>
                    <a:pt x="232598" y="497892"/>
                  </a:lnTo>
                  <a:close/>
                  <a:moveTo>
                    <a:pt x="232598" y="521662"/>
                  </a:moveTo>
                  <a:lnTo>
                    <a:pt x="271365" y="511571"/>
                  </a:lnTo>
                  <a:lnTo>
                    <a:pt x="232598" y="497892"/>
                  </a:lnTo>
                  <a:close/>
                  <a:moveTo>
                    <a:pt x="310131" y="493444"/>
                  </a:moveTo>
                  <a:lnTo>
                    <a:pt x="271365" y="493444"/>
                  </a:lnTo>
                  <a:lnTo>
                    <a:pt x="271365" y="511571"/>
                  </a:lnTo>
                  <a:close/>
                  <a:moveTo>
                    <a:pt x="271365" y="493444"/>
                  </a:moveTo>
                  <a:lnTo>
                    <a:pt x="310131" y="493444"/>
                  </a:lnTo>
                  <a:lnTo>
                    <a:pt x="271365" y="486930"/>
                  </a:lnTo>
                  <a:close/>
                  <a:moveTo>
                    <a:pt x="310131" y="493444"/>
                  </a:moveTo>
                  <a:lnTo>
                    <a:pt x="310131" y="468889"/>
                  </a:lnTo>
                  <a:lnTo>
                    <a:pt x="271365" y="486930"/>
                  </a:lnTo>
                  <a:close/>
                  <a:moveTo>
                    <a:pt x="310131" y="468889"/>
                  </a:moveTo>
                  <a:lnTo>
                    <a:pt x="348898" y="470308"/>
                  </a:lnTo>
                  <a:lnTo>
                    <a:pt x="348898" y="456482"/>
                  </a:lnTo>
                  <a:close/>
                  <a:moveTo>
                    <a:pt x="310131" y="493444"/>
                  </a:moveTo>
                  <a:lnTo>
                    <a:pt x="348898" y="470308"/>
                  </a:lnTo>
                  <a:lnTo>
                    <a:pt x="310131" y="468889"/>
                  </a:lnTo>
                  <a:close/>
                  <a:moveTo>
                    <a:pt x="26005" y="419520"/>
                  </a:moveTo>
                  <a:lnTo>
                    <a:pt x="0" y="419520"/>
                  </a:lnTo>
                  <a:lnTo>
                    <a:pt x="0" y="456482"/>
                  </a:lnTo>
                  <a:close/>
                  <a:moveTo>
                    <a:pt x="348898" y="433225"/>
                  </a:moveTo>
                  <a:lnTo>
                    <a:pt x="387664" y="419520"/>
                  </a:lnTo>
                  <a:lnTo>
                    <a:pt x="358603" y="419520"/>
                  </a:lnTo>
                  <a:close/>
                  <a:moveTo>
                    <a:pt x="348898" y="433225"/>
                  </a:moveTo>
                  <a:lnTo>
                    <a:pt x="387664" y="419596"/>
                  </a:lnTo>
                  <a:lnTo>
                    <a:pt x="387664" y="419520"/>
                  </a:lnTo>
                  <a:close/>
                  <a:moveTo>
                    <a:pt x="348898" y="456482"/>
                  </a:moveTo>
                  <a:lnTo>
                    <a:pt x="387664" y="419596"/>
                  </a:lnTo>
                  <a:lnTo>
                    <a:pt x="348898" y="433225"/>
                  </a:lnTo>
                  <a:close/>
                  <a:moveTo>
                    <a:pt x="0" y="419520"/>
                  </a:moveTo>
                  <a:lnTo>
                    <a:pt x="38766" y="382559"/>
                  </a:lnTo>
                  <a:lnTo>
                    <a:pt x="0" y="382559"/>
                  </a:lnTo>
                  <a:close/>
                  <a:moveTo>
                    <a:pt x="387664" y="419520"/>
                  </a:moveTo>
                  <a:lnTo>
                    <a:pt x="387664" y="382559"/>
                  </a:lnTo>
                  <a:lnTo>
                    <a:pt x="358603" y="419520"/>
                  </a:lnTo>
                  <a:close/>
                  <a:moveTo>
                    <a:pt x="38766" y="382559"/>
                  </a:moveTo>
                  <a:lnTo>
                    <a:pt x="38766" y="345597"/>
                  </a:lnTo>
                  <a:lnTo>
                    <a:pt x="0" y="382559"/>
                  </a:lnTo>
                  <a:close/>
                  <a:moveTo>
                    <a:pt x="387664" y="345597"/>
                  </a:moveTo>
                  <a:lnTo>
                    <a:pt x="387664" y="382559"/>
                  </a:lnTo>
                  <a:lnTo>
                    <a:pt x="399554" y="382559"/>
                  </a:lnTo>
                  <a:close/>
                  <a:moveTo>
                    <a:pt x="387664" y="382559"/>
                  </a:moveTo>
                  <a:lnTo>
                    <a:pt x="387664" y="345597"/>
                  </a:lnTo>
                  <a:lnTo>
                    <a:pt x="370802" y="382559"/>
                  </a:lnTo>
                  <a:close/>
                  <a:moveTo>
                    <a:pt x="77533" y="308635"/>
                  </a:moveTo>
                  <a:lnTo>
                    <a:pt x="75180" y="308635"/>
                  </a:lnTo>
                  <a:lnTo>
                    <a:pt x="77533" y="345332"/>
                  </a:lnTo>
                  <a:close/>
                  <a:moveTo>
                    <a:pt x="75180" y="308635"/>
                  </a:moveTo>
                  <a:lnTo>
                    <a:pt x="38766" y="336709"/>
                  </a:lnTo>
                  <a:lnTo>
                    <a:pt x="77533" y="345332"/>
                  </a:lnTo>
                  <a:close/>
                  <a:moveTo>
                    <a:pt x="77533" y="345332"/>
                  </a:moveTo>
                  <a:lnTo>
                    <a:pt x="38766" y="336709"/>
                  </a:lnTo>
                  <a:lnTo>
                    <a:pt x="77208" y="345597"/>
                  </a:lnTo>
                  <a:close/>
                  <a:moveTo>
                    <a:pt x="77208" y="345597"/>
                  </a:moveTo>
                  <a:lnTo>
                    <a:pt x="38766" y="336709"/>
                  </a:lnTo>
                  <a:lnTo>
                    <a:pt x="38766" y="345597"/>
                  </a:lnTo>
                  <a:close/>
                  <a:moveTo>
                    <a:pt x="387664" y="308635"/>
                  </a:moveTo>
                  <a:lnTo>
                    <a:pt x="387664" y="345597"/>
                  </a:lnTo>
                  <a:lnTo>
                    <a:pt x="403555" y="345597"/>
                  </a:lnTo>
                  <a:close/>
                  <a:moveTo>
                    <a:pt x="387664" y="345597"/>
                  </a:moveTo>
                  <a:lnTo>
                    <a:pt x="387664" y="308635"/>
                  </a:lnTo>
                  <a:lnTo>
                    <a:pt x="372577" y="345597"/>
                  </a:lnTo>
                  <a:close/>
                  <a:moveTo>
                    <a:pt x="116299" y="308635"/>
                  </a:moveTo>
                  <a:lnTo>
                    <a:pt x="116299" y="271673"/>
                  </a:lnTo>
                  <a:lnTo>
                    <a:pt x="77533" y="308635"/>
                  </a:lnTo>
                  <a:close/>
                  <a:moveTo>
                    <a:pt x="116299" y="308635"/>
                  </a:moveTo>
                  <a:lnTo>
                    <a:pt x="77533" y="308635"/>
                  </a:lnTo>
                  <a:lnTo>
                    <a:pt x="116299" y="317104"/>
                  </a:lnTo>
                  <a:close/>
                  <a:moveTo>
                    <a:pt x="77533" y="308635"/>
                  </a:moveTo>
                  <a:lnTo>
                    <a:pt x="77533" y="345332"/>
                  </a:lnTo>
                  <a:lnTo>
                    <a:pt x="116299" y="317104"/>
                  </a:lnTo>
                  <a:close/>
                  <a:moveTo>
                    <a:pt x="116299" y="308635"/>
                  </a:moveTo>
                  <a:lnTo>
                    <a:pt x="155066" y="271673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308635"/>
                  </a:lnTo>
                  <a:lnTo>
                    <a:pt x="403903" y="308635"/>
                  </a:lnTo>
                  <a:close/>
                  <a:moveTo>
                    <a:pt x="387664" y="308635"/>
                  </a:moveTo>
                  <a:lnTo>
                    <a:pt x="387664" y="271673"/>
                  </a:lnTo>
                  <a:lnTo>
                    <a:pt x="368254" y="308635"/>
                  </a:lnTo>
                  <a:close/>
                  <a:moveTo>
                    <a:pt x="155066" y="271673"/>
                  </a:moveTo>
                  <a:lnTo>
                    <a:pt x="155066" y="234711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234711"/>
                  </a:lnTo>
                  <a:lnTo>
                    <a:pt x="360544" y="271673"/>
                  </a:lnTo>
                  <a:close/>
                  <a:moveTo>
                    <a:pt x="116299" y="197749"/>
                  </a:moveTo>
                  <a:lnTo>
                    <a:pt x="116299" y="231648"/>
                  </a:lnTo>
                  <a:lnTo>
                    <a:pt x="155066" y="234711"/>
                  </a:lnTo>
                  <a:close/>
                  <a:moveTo>
                    <a:pt x="155066" y="197749"/>
                  </a:moveTo>
                  <a:lnTo>
                    <a:pt x="116299" y="197749"/>
                  </a:lnTo>
                  <a:lnTo>
                    <a:pt x="155066" y="234711"/>
                  </a:lnTo>
                  <a:close/>
                  <a:moveTo>
                    <a:pt x="348962" y="234711"/>
                  </a:moveTo>
                  <a:lnTo>
                    <a:pt x="387664" y="234711"/>
                  </a:lnTo>
                  <a:lnTo>
                    <a:pt x="348898" y="197749"/>
                  </a:lnTo>
                  <a:close/>
                  <a:moveTo>
                    <a:pt x="348898" y="197749"/>
                  </a:moveTo>
                  <a:lnTo>
                    <a:pt x="387664" y="234711"/>
                  </a:lnTo>
                  <a:lnTo>
                    <a:pt x="385508" y="197749"/>
                  </a:lnTo>
                  <a:close/>
                  <a:moveTo>
                    <a:pt x="77533" y="160787"/>
                  </a:moveTo>
                  <a:lnTo>
                    <a:pt x="77533" y="185169"/>
                  </a:lnTo>
                  <a:lnTo>
                    <a:pt x="98842" y="160787"/>
                  </a:lnTo>
                  <a:close/>
                  <a:moveTo>
                    <a:pt x="77533" y="185169"/>
                  </a:moveTo>
                  <a:lnTo>
                    <a:pt x="92596" y="197749"/>
                  </a:lnTo>
                  <a:lnTo>
                    <a:pt x="98842" y="160787"/>
                  </a:lnTo>
                  <a:close/>
                  <a:moveTo>
                    <a:pt x="98842" y="160787"/>
                  </a:moveTo>
                  <a:lnTo>
                    <a:pt x="92596" y="197749"/>
                  </a:lnTo>
                  <a:lnTo>
                    <a:pt x="116299" y="174030"/>
                  </a:lnTo>
                  <a:close/>
                  <a:moveTo>
                    <a:pt x="116299" y="174030"/>
                  </a:moveTo>
                  <a:lnTo>
                    <a:pt x="92596" y="197749"/>
                  </a:lnTo>
                  <a:lnTo>
                    <a:pt x="116299" y="197749"/>
                  </a:lnTo>
                  <a:close/>
                  <a:moveTo>
                    <a:pt x="348898" y="160787"/>
                  </a:moveTo>
                  <a:lnTo>
                    <a:pt x="348898" y="197749"/>
                  </a:lnTo>
                  <a:lnTo>
                    <a:pt x="385508" y="197749"/>
                  </a:lnTo>
                  <a:close/>
                  <a:moveTo>
                    <a:pt x="310131" y="160787"/>
                  </a:moveTo>
                  <a:lnTo>
                    <a:pt x="348898" y="197749"/>
                  </a:lnTo>
                  <a:lnTo>
                    <a:pt x="348898" y="160787"/>
                  </a:lnTo>
                  <a:close/>
                  <a:moveTo>
                    <a:pt x="38766" y="123826"/>
                  </a:moveTo>
                  <a:lnTo>
                    <a:pt x="38766" y="138797"/>
                  </a:lnTo>
                  <a:lnTo>
                    <a:pt x="62663" y="123826"/>
                  </a:lnTo>
                  <a:close/>
                  <a:moveTo>
                    <a:pt x="38766" y="138797"/>
                  </a:moveTo>
                  <a:lnTo>
                    <a:pt x="54442" y="160787"/>
                  </a:lnTo>
                  <a:lnTo>
                    <a:pt x="62663" y="123826"/>
                  </a:lnTo>
                  <a:close/>
                  <a:moveTo>
                    <a:pt x="62663" y="123826"/>
                  </a:moveTo>
                  <a:lnTo>
                    <a:pt x="54442" y="160787"/>
                  </a:lnTo>
                  <a:lnTo>
                    <a:pt x="77533" y="142771"/>
                  </a:lnTo>
                  <a:close/>
                  <a:moveTo>
                    <a:pt x="77533" y="142771"/>
                  </a:moveTo>
                  <a:lnTo>
                    <a:pt x="54442" y="160787"/>
                  </a:lnTo>
                  <a:lnTo>
                    <a:pt x="77533" y="160787"/>
                  </a:lnTo>
                  <a:close/>
                  <a:moveTo>
                    <a:pt x="310131" y="160787"/>
                  </a:moveTo>
                  <a:lnTo>
                    <a:pt x="348898" y="160787"/>
                  </a:lnTo>
                  <a:lnTo>
                    <a:pt x="310131" y="123826"/>
                  </a:lnTo>
                  <a:close/>
                  <a:moveTo>
                    <a:pt x="271365" y="123826"/>
                  </a:moveTo>
                  <a:lnTo>
                    <a:pt x="310131" y="160787"/>
                  </a:lnTo>
                  <a:lnTo>
                    <a:pt x="310131" y="123826"/>
                  </a:lnTo>
                  <a:close/>
                  <a:moveTo>
                    <a:pt x="22855" y="86864"/>
                  </a:moveTo>
                  <a:lnTo>
                    <a:pt x="38766" y="123826"/>
                  </a:lnTo>
                  <a:lnTo>
                    <a:pt x="38766" y="86864"/>
                  </a:lnTo>
                  <a:close/>
                  <a:moveTo>
                    <a:pt x="53412" y="86864"/>
                  </a:moveTo>
                  <a:lnTo>
                    <a:pt x="38766" y="86864"/>
                  </a:lnTo>
                  <a:lnTo>
                    <a:pt x="38766" y="123826"/>
                  </a:lnTo>
                  <a:close/>
                  <a:moveTo>
                    <a:pt x="271365" y="123826"/>
                  </a:moveTo>
                  <a:lnTo>
                    <a:pt x="310131" y="123826"/>
                  </a:lnTo>
                  <a:lnTo>
                    <a:pt x="271365" y="86864"/>
                  </a:lnTo>
                  <a:close/>
                  <a:moveTo>
                    <a:pt x="232598" y="86864"/>
                  </a:moveTo>
                  <a:lnTo>
                    <a:pt x="271365" y="123826"/>
                  </a:lnTo>
                  <a:lnTo>
                    <a:pt x="271365" y="86864"/>
                  </a:lnTo>
                  <a:close/>
                  <a:moveTo>
                    <a:pt x="68325" y="49902"/>
                  </a:moveTo>
                  <a:lnTo>
                    <a:pt x="38766" y="49902"/>
                  </a:lnTo>
                  <a:lnTo>
                    <a:pt x="38766" y="86864"/>
                  </a:lnTo>
                  <a:close/>
                  <a:moveTo>
                    <a:pt x="232598" y="86864"/>
                  </a:moveTo>
                  <a:lnTo>
                    <a:pt x="271365" y="86864"/>
                  </a:lnTo>
                  <a:lnTo>
                    <a:pt x="232598" y="49902"/>
                  </a:lnTo>
                  <a:close/>
                  <a:moveTo>
                    <a:pt x="232598" y="86864"/>
                  </a:moveTo>
                  <a:lnTo>
                    <a:pt x="232598" y="49902"/>
                  </a:lnTo>
                  <a:lnTo>
                    <a:pt x="228763" y="86864"/>
                  </a:lnTo>
                  <a:close/>
                  <a:moveTo>
                    <a:pt x="232598" y="49902"/>
                  </a:moveTo>
                  <a:lnTo>
                    <a:pt x="197802" y="49902"/>
                  </a:lnTo>
                  <a:lnTo>
                    <a:pt x="228763" y="86864"/>
                  </a:lnTo>
                  <a:close/>
                  <a:moveTo>
                    <a:pt x="77533" y="12940"/>
                  </a:moveTo>
                  <a:lnTo>
                    <a:pt x="70632" y="12940"/>
                  </a:lnTo>
                  <a:lnTo>
                    <a:pt x="77533" y="41398"/>
                  </a:lnTo>
                  <a:close/>
                  <a:moveTo>
                    <a:pt x="70632" y="12940"/>
                  </a:moveTo>
                  <a:lnTo>
                    <a:pt x="38766" y="42093"/>
                  </a:lnTo>
                  <a:lnTo>
                    <a:pt x="77533" y="41398"/>
                  </a:lnTo>
                  <a:close/>
                  <a:moveTo>
                    <a:pt x="77533" y="41398"/>
                  </a:moveTo>
                  <a:lnTo>
                    <a:pt x="38766" y="42093"/>
                  </a:lnTo>
                  <a:lnTo>
                    <a:pt x="68325" y="49902"/>
                  </a:lnTo>
                  <a:close/>
                  <a:moveTo>
                    <a:pt x="68325" y="49902"/>
                  </a:moveTo>
                  <a:lnTo>
                    <a:pt x="38766" y="42093"/>
                  </a:lnTo>
                  <a:lnTo>
                    <a:pt x="38766" y="49902"/>
                  </a:lnTo>
                  <a:close/>
                  <a:moveTo>
                    <a:pt x="193832" y="14666"/>
                  </a:moveTo>
                  <a:lnTo>
                    <a:pt x="155066" y="12940"/>
                  </a:lnTo>
                  <a:lnTo>
                    <a:pt x="155066" y="27496"/>
                  </a:lnTo>
                  <a:close/>
                  <a:moveTo>
                    <a:pt x="193832" y="14666"/>
                  </a:moveTo>
                  <a:lnTo>
                    <a:pt x="155066" y="27496"/>
                  </a:lnTo>
                  <a:lnTo>
                    <a:pt x="193832" y="46672"/>
                  </a:lnTo>
                  <a:close/>
                  <a:moveTo>
                    <a:pt x="232598" y="43443"/>
                  </a:moveTo>
                  <a:lnTo>
                    <a:pt x="197802" y="49902"/>
                  </a:lnTo>
                  <a:lnTo>
                    <a:pt x="232598" y="49902"/>
                  </a:lnTo>
                  <a:close/>
                  <a:moveTo>
                    <a:pt x="193832" y="46672"/>
                  </a:moveTo>
                  <a:lnTo>
                    <a:pt x="197802" y="49902"/>
                  </a:lnTo>
                  <a:lnTo>
                    <a:pt x="232598" y="43443"/>
                  </a:lnTo>
                  <a:close/>
                  <a:moveTo>
                    <a:pt x="193832" y="14666"/>
                  </a:moveTo>
                  <a:lnTo>
                    <a:pt x="193832" y="46672"/>
                  </a:lnTo>
                  <a:lnTo>
                    <a:pt x="232598" y="43443"/>
                  </a:lnTo>
                  <a:close/>
                  <a:moveTo>
                    <a:pt x="116299" y="12940"/>
                  </a:moveTo>
                  <a:lnTo>
                    <a:pt x="77533" y="12940"/>
                  </a:lnTo>
                  <a:lnTo>
                    <a:pt x="116299" y="25013"/>
                  </a:lnTo>
                  <a:close/>
                  <a:moveTo>
                    <a:pt x="77533" y="12940"/>
                  </a:moveTo>
                  <a:lnTo>
                    <a:pt x="77533" y="41398"/>
                  </a:lnTo>
                  <a:lnTo>
                    <a:pt x="116299" y="25013"/>
                  </a:lnTo>
                  <a:close/>
                  <a:moveTo>
                    <a:pt x="116299" y="12940"/>
                  </a:moveTo>
                  <a:lnTo>
                    <a:pt x="155066" y="12940"/>
                  </a:lnTo>
                  <a:lnTo>
                    <a:pt x="155066" y="0"/>
                  </a:lnTo>
                  <a:close/>
                  <a:moveTo>
                    <a:pt x="155066" y="12940"/>
                  </a:moveTo>
                  <a:lnTo>
                    <a:pt x="116299" y="12940"/>
                  </a:lnTo>
                  <a:lnTo>
                    <a:pt x="155066" y="27496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1E0C7"/>
              </a:solidFill>
            </a:ln>
          </p:spPr>
        </p:sp>
        <p:sp>
          <p:nvSpPr>
            <p:cNvPr id="50014" name="Candidate_B3__3969">
              <a:extLst>
                <a:ext uri="{FF2B5EF4-FFF2-40B4-BE49-F238E27FC236}">
                  <a16:creationId xmlns:a16="http://schemas.microsoft.com/office/drawing/2014/main" id="{AAE7A05E-47E5-9D49-52ED-902433971560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96140"/>
              <a:ext cx="387664" cy="493846"/>
            </a:xfrm>
            <a:custGeom>
              <a:avLst/>
              <a:gdLst/>
              <a:ahLst/>
              <a:cxnLst/>
              <a:rect l="0" t="0" r="0" b="0"/>
              <a:pathLst>
                <a:path w="387664" h="493846">
                  <a:moveTo>
                    <a:pt x="38766" y="480504"/>
                  </a:moveTo>
                  <a:lnTo>
                    <a:pt x="75849" y="480504"/>
                  </a:lnTo>
                  <a:lnTo>
                    <a:pt x="38766" y="450443"/>
                  </a:lnTo>
                  <a:close/>
                  <a:moveTo>
                    <a:pt x="232598" y="484952"/>
                  </a:moveTo>
                  <a:lnTo>
                    <a:pt x="271365" y="480504"/>
                  </a:lnTo>
                  <a:lnTo>
                    <a:pt x="249044" y="480504"/>
                  </a:lnTo>
                  <a:close/>
                  <a:moveTo>
                    <a:pt x="249044" y="480504"/>
                  </a:moveTo>
                  <a:lnTo>
                    <a:pt x="271365" y="480504"/>
                  </a:lnTo>
                  <a:lnTo>
                    <a:pt x="271365" y="473990"/>
                  </a:lnTo>
                  <a:close/>
                  <a:moveTo>
                    <a:pt x="310131" y="455949"/>
                  </a:moveTo>
                  <a:lnTo>
                    <a:pt x="348898" y="443542"/>
                  </a:lnTo>
                  <a:lnTo>
                    <a:pt x="327571" y="443542"/>
                  </a:lnTo>
                  <a:close/>
                  <a:moveTo>
                    <a:pt x="33346" y="443542"/>
                  </a:moveTo>
                  <a:lnTo>
                    <a:pt x="26005" y="406580"/>
                  </a:lnTo>
                  <a:lnTo>
                    <a:pt x="0" y="443542"/>
                  </a:lnTo>
                  <a:close/>
                  <a:moveTo>
                    <a:pt x="327571" y="443542"/>
                  </a:moveTo>
                  <a:lnTo>
                    <a:pt x="348898" y="443542"/>
                  </a:lnTo>
                  <a:lnTo>
                    <a:pt x="348898" y="420285"/>
                  </a:lnTo>
                  <a:close/>
                  <a:moveTo>
                    <a:pt x="26005" y="406580"/>
                  </a:moveTo>
                  <a:lnTo>
                    <a:pt x="38766" y="372850"/>
                  </a:lnTo>
                  <a:lnTo>
                    <a:pt x="0" y="406580"/>
                  </a:lnTo>
                  <a:close/>
                  <a:moveTo>
                    <a:pt x="0" y="406580"/>
                  </a:moveTo>
                  <a:lnTo>
                    <a:pt x="38766" y="372850"/>
                  </a:lnTo>
                  <a:lnTo>
                    <a:pt x="38766" y="369618"/>
                  </a:lnTo>
                  <a:close/>
                  <a:moveTo>
                    <a:pt x="387664" y="369618"/>
                  </a:moveTo>
                  <a:lnTo>
                    <a:pt x="370802" y="369618"/>
                  </a:lnTo>
                  <a:lnTo>
                    <a:pt x="358603" y="406580"/>
                  </a:lnTo>
                  <a:close/>
                  <a:moveTo>
                    <a:pt x="40176" y="369618"/>
                  </a:moveTo>
                  <a:lnTo>
                    <a:pt x="77208" y="332657"/>
                  </a:lnTo>
                  <a:lnTo>
                    <a:pt x="38766" y="369618"/>
                  </a:lnTo>
                  <a:close/>
                  <a:moveTo>
                    <a:pt x="77208" y="332657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38766" y="369618"/>
                  </a:moveTo>
                  <a:lnTo>
                    <a:pt x="38766" y="372850"/>
                  </a:lnTo>
                  <a:lnTo>
                    <a:pt x="40176" y="369618"/>
                  </a:lnTo>
                  <a:close/>
                  <a:moveTo>
                    <a:pt x="387664" y="332657"/>
                  </a:moveTo>
                  <a:lnTo>
                    <a:pt x="372577" y="332657"/>
                  </a:lnTo>
                  <a:lnTo>
                    <a:pt x="370802" y="369618"/>
                  </a:lnTo>
                  <a:close/>
                  <a:moveTo>
                    <a:pt x="387664" y="295695"/>
                  </a:moveTo>
                  <a:lnTo>
                    <a:pt x="368254" y="295695"/>
                  </a:lnTo>
                  <a:lnTo>
                    <a:pt x="372577" y="332657"/>
                  </a:lnTo>
                  <a:close/>
                  <a:moveTo>
                    <a:pt x="128328" y="295695"/>
                  </a:moveTo>
                  <a:lnTo>
                    <a:pt x="155066" y="268812"/>
                  </a:lnTo>
                  <a:lnTo>
                    <a:pt x="116299" y="295695"/>
                  </a:lnTo>
                  <a:close/>
                  <a:moveTo>
                    <a:pt x="116299" y="295695"/>
                  </a:moveTo>
                  <a:lnTo>
                    <a:pt x="155066" y="268812"/>
                  </a:lnTo>
                  <a:lnTo>
                    <a:pt x="155066" y="258733"/>
                  </a:lnTo>
                  <a:close/>
                  <a:moveTo>
                    <a:pt x="116299" y="295695"/>
                  </a:moveTo>
                  <a:lnTo>
                    <a:pt x="116299" y="304164"/>
                  </a:lnTo>
                  <a:lnTo>
                    <a:pt x="128328" y="295695"/>
                  </a:lnTo>
                  <a:close/>
                  <a:moveTo>
                    <a:pt x="387664" y="258733"/>
                  </a:moveTo>
                  <a:lnTo>
                    <a:pt x="360544" y="258733"/>
                  </a:lnTo>
                  <a:lnTo>
                    <a:pt x="368254" y="295695"/>
                  </a:lnTo>
                  <a:close/>
                  <a:moveTo>
                    <a:pt x="165294" y="258733"/>
                  </a:moveTo>
                  <a:lnTo>
                    <a:pt x="177828" y="221771"/>
                  </a:lnTo>
                  <a:lnTo>
                    <a:pt x="155066" y="258733"/>
                  </a:lnTo>
                  <a:close/>
                  <a:moveTo>
                    <a:pt x="177828" y="221771"/>
                  </a:moveTo>
                  <a:lnTo>
                    <a:pt x="155066" y="221771"/>
                  </a:lnTo>
                  <a:lnTo>
                    <a:pt x="155066" y="258733"/>
                  </a:lnTo>
                  <a:close/>
                  <a:moveTo>
                    <a:pt x="155066" y="258733"/>
                  </a:moveTo>
                  <a:lnTo>
                    <a:pt x="155066" y="268812"/>
                  </a:lnTo>
                  <a:lnTo>
                    <a:pt x="165294" y="258733"/>
                  </a:lnTo>
                  <a:close/>
                  <a:moveTo>
                    <a:pt x="387664" y="221771"/>
                  </a:moveTo>
                  <a:lnTo>
                    <a:pt x="348962" y="221771"/>
                  </a:lnTo>
                  <a:lnTo>
                    <a:pt x="360544" y="258733"/>
                  </a:lnTo>
                  <a:close/>
                  <a:moveTo>
                    <a:pt x="177828" y="221771"/>
                  </a:moveTo>
                  <a:lnTo>
                    <a:pt x="155866" y="184809"/>
                  </a:lnTo>
                  <a:lnTo>
                    <a:pt x="155066" y="221771"/>
                  </a:lnTo>
                  <a:close/>
                  <a:moveTo>
                    <a:pt x="155866" y="184809"/>
                  </a:moveTo>
                  <a:lnTo>
                    <a:pt x="155066" y="184809"/>
                  </a:lnTo>
                  <a:lnTo>
                    <a:pt x="155066" y="221771"/>
                  </a:lnTo>
                  <a:close/>
                  <a:moveTo>
                    <a:pt x="348898" y="221638"/>
                  </a:moveTo>
                  <a:lnTo>
                    <a:pt x="348962" y="221771"/>
                  </a:lnTo>
                  <a:lnTo>
                    <a:pt x="348898" y="184809"/>
                  </a:lnTo>
                  <a:close/>
                  <a:moveTo>
                    <a:pt x="116299" y="184809"/>
                  </a:moveTo>
                  <a:lnTo>
                    <a:pt x="155066" y="184809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066" y="184364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866" y="184809"/>
                  </a:lnTo>
                  <a:lnTo>
                    <a:pt x="155066" y="184364"/>
                  </a:lnTo>
                  <a:close/>
                  <a:moveTo>
                    <a:pt x="310131" y="170524"/>
                  </a:moveTo>
                  <a:lnTo>
                    <a:pt x="323418" y="184809"/>
                  </a:lnTo>
                  <a:lnTo>
                    <a:pt x="310131" y="147847"/>
                  </a:lnTo>
                  <a:close/>
                  <a:moveTo>
                    <a:pt x="310131" y="147847"/>
                  </a:moveTo>
                  <a:lnTo>
                    <a:pt x="323418" y="184809"/>
                  </a:lnTo>
                  <a:lnTo>
                    <a:pt x="348898" y="184809"/>
                  </a:lnTo>
                  <a:close/>
                  <a:moveTo>
                    <a:pt x="348898" y="221638"/>
                  </a:moveTo>
                  <a:lnTo>
                    <a:pt x="348898" y="184809"/>
                  </a:lnTo>
                  <a:lnTo>
                    <a:pt x="323418" y="184809"/>
                  </a:lnTo>
                  <a:close/>
                  <a:moveTo>
                    <a:pt x="77533" y="147847"/>
                  </a:moveTo>
                  <a:lnTo>
                    <a:pt x="98842" y="147847"/>
                  </a:lnTo>
                  <a:lnTo>
                    <a:pt x="77533" y="129831"/>
                  </a:lnTo>
                  <a:close/>
                  <a:moveTo>
                    <a:pt x="271365" y="136101"/>
                  </a:moveTo>
                  <a:lnTo>
                    <a:pt x="283489" y="147847"/>
                  </a:lnTo>
                  <a:lnTo>
                    <a:pt x="271365" y="110886"/>
                  </a:lnTo>
                  <a:close/>
                  <a:moveTo>
                    <a:pt x="271365" y="110886"/>
                  </a:moveTo>
                  <a:lnTo>
                    <a:pt x="283489" y="147847"/>
                  </a:lnTo>
                  <a:lnTo>
                    <a:pt x="310131" y="147847"/>
                  </a:lnTo>
                  <a:close/>
                  <a:moveTo>
                    <a:pt x="310131" y="170524"/>
                  </a:moveTo>
                  <a:lnTo>
                    <a:pt x="310131" y="147847"/>
                  </a:lnTo>
                  <a:lnTo>
                    <a:pt x="283489" y="147847"/>
                  </a:lnTo>
                  <a:close/>
                  <a:moveTo>
                    <a:pt x="62663" y="110886"/>
                  </a:moveTo>
                  <a:lnTo>
                    <a:pt x="53412" y="73924"/>
                  </a:lnTo>
                  <a:lnTo>
                    <a:pt x="38766" y="110886"/>
                  </a:lnTo>
                  <a:close/>
                  <a:moveTo>
                    <a:pt x="232598" y="81169"/>
                  </a:moveTo>
                  <a:lnTo>
                    <a:pt x="251672" y="110886"/>
                  </a:lnTo>
                  <a:lnTo>
                    <a:pt x="232598" y="73924"/>
                  </a:lnTo>
                  <a:close/>
                  <a:moveTo>
                    <a:pt x="232598" y="73924"/>
                  </a:moveTo>
                  <a:lnTo>
                    <a:pt x="251672" y="110886"/>
                  </a:lnTo>
                  <a:lnTo>
                    <a:pt x="271365" y="110886"/>
                  </a:lnTo>
                  <a:close/>
                  <a:moveTo>
                    <a:pt x="271365" y="136101"/>
                  </a:moveTo>
                  <a:lnTo>
                    <a:pt x="271365" y="110886"/>
                  </a:lnTo>
                  <a:lnTo>
                    <a:pt x="251672" y="110886"/>
                  </a:lnTo>
                  <a:close/>
                  <a:moveTo>
                    <a:pt x="53412" y="73924"/>
                  </a:moveTo>
                  <a:lnTo>
                    <a:pt x="68325" y="36962"/>
                  </a:lnTo>
                  <a:lnTo>
                    <a:pt x="38766" y="73924"/>
                  </a:lnTo>
                  <a:close/>
                  <a:moveTo>
                    <a:pt x="232598" y="81169"/>
                  </a:moveTo>
                  <a:lnTo>
                    <a:pt x="232598" y="73924"/>
                  </a:lnTo>
                  <a:lnTo>
                    <a:pt x="228763" y="73924"/>
                  </a:lnTo>
                  <a:close/>
                  <a:moveTo>
                    <a:pt x="116299" y="0"/>
                  </a:moveTo>
                  <a:lnTo>
                    <a:pt x="116299" y="12073"/>
                  </a:lnTo>
                  <a:lnTo>
                    <a:pt x="155066" y="14556"/>
                  </a:lnTo>
                  <a:close/>
                  <a:moveTo>
                    <a:pt x="75849" y="480504"/>
                  </a:moveTo>
                  <a:lnTo>
                    <a:pt x="77533" y="481346"/>
                  </a:lnTo>
                  <a:lnTo>
                    <a:pt x="77533" y="480504"/>
                  </a:lnTo>
                  <a:close/>
                  <a:moveTo>
                    <a:pt x="77533" y="480504"/>
                  </a:moveTo>
                  <a:lnTo>
                    <a:pt x="38766" y="450443"/>
                  </a:lnTo>
                  <a:lnTo>
                    <a:pt x="75849" y="480504"/>
                  </a:lnTo>
                  <a:close/>
                  <a:moveTo>
                    <a:pt x="38766" y="443542"/>
                  </a:moveTo>
                  <a:lnTo>
                    <a:pt x="38766" y="450443"/>
                  </a:lnTo>
                  <a:lnTo>
                    <a:pt x="77533" y="480504"/>
                  </a:lnTo>
                  <a:close/>
                  <a:moveTo>
                    <a:pt x="116299" y="480504"/>
                  </a:moveTo>
                  <a:lnTo>
                    <a:pt x="77533" y="481346"/>
                  </a:lnTo>
                  <a:lnTo>
                    <a:pt x="116299" y="491510"/>
                  </a:lnTo>
                  <a:close/>
                  <a:moveTo>
                    <a:pt x="116299" y="480504"/>
                  </a:moveTo>
                  <a:lnTo>
                    <a:pt x="77533" y="480504"/>
                  </a:lnTo>
                  <a:lnTo>
                    <a:pt x="77533" y="481346"/>
                  </a:lnTo>
                  <a:close/>
                  <a:moveTo>
                    <a:pt x="155066" y="480504"/>
                  </a:moveTo>
                  <a:lnTo>
                    <a:pt x="116299" y="491510"/>
                  </a:lnTo>
                  <a:lnTo>
                    <a:pt x="155066" y="493846"/>
                  </a:lnTo>
                  <a:close/>
                  <a:moveTo>
                    <a:pt x="193832" y="480504"/>
                  </a:moveTo>
                  <a:lnTo>
                    <a:pt x="155066" y="493846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193832" y="491283"/>
                  </a:lnTo>
                  <a:lnTo>
                    <a:pt x="232598" y="484952"/>
                  </a:lnTo>
                  <a:close/>
                  <a:moveTo>
                    <a:pt x="232598" y="480504"/>
                  </a:moveTo>
                  <a:lnTo>
                    <a:pt x="193832" y="480504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232598" y="484952"/>
                  </a:lnTo>
                  <a:lnTo>
                    <a:pt x="249044" y="480504"/>
                  </a:lnTo>
                  <a:close/>
                  <a:moveTo>
                    <a:pt x="33346" y="443542"/>
                  </a:moveTo>
                  <a:lnTo>
                    <a:pt x="38766" y="450443"/>
                  </a:lnTo>
                  <a:lnTo>
                    <a:pt x="38766" y="443542"/>
                  </a:lnTo>
                  <a:close/>
                  <a:moveTo>
                    <a:pt x="26005" y="406580"/>
                  </a:moveTo>
                  <a:lnTo>
                    <a:pt x="38766" y="443542"/>
                  </a:lnTo>
                  <a:lnTo>
                    <a:pt x="38766" y="406580"/>
                  </a:lnTo>
                  <a:close/>
                  <a:moveTo>
                    <a:pt x="26005" y="406580"/>
                  </a:moveTo>
                  <a:lnTo>
                    <a:pt x="33346" y="443542"/>
                  </a:lnTo>
                  <a:lnTo>
                    <a:pt x="38766" y="443542"/>
                  </a:lnTo>
                  <a:close/>
                  <a:moveTo>
                    <a:pt x="310131" y="443542"/>
                  </a:moveTo>
                  <a:lnTo>
                    <a:pt x="271365" y="473990"/>
                  </a:lnTo>
                  <a:lnTo>
                    <a:pt x="310131" y="455949"/>
                  </a:lnTo>
                  <a:close/>
                  <a:moveTo>
                    <a:pt x="310131" y="443542"/>
                  </a:moveTo>
                  <a:lnTo>
                    <a:pt x="310131" y="455949"/>
                  </a:lnTo>
                  <a:lnTo>
                    <a:pt x="327571" y="443542"/>
                  </a:lnTo>
                  <a:close/>
                  <a:moveTo>
                    <a:pt x="348898" y="406580"/>
                  </a:moveTo>
                  <a:lnTo>
                    <a:pt x="327571" y="443542"/>
                  </a:lnTo>
                  <a:lnTo>
                    <a:pt x="348898" y="420285"/>
                  </a:lnTo>
                  <a:close/>
                  <a:moveTo>
                    <a:pt x="310131" y="443542"/>
                  </a:moveTo>
                  <a:lnTo>
                    <a:pt x="327571" y="443542"/>
                  </a:lnTo>
                  <a:lnTo>
                    <a:pt x="348898" y="406580"/>
                  </a:lnTo>
                  <a:close/>
                  <a:moveTo>
                    <a:pt x="38766" y="372850"/>
                  </a:moveTo>
                  <a:lnTo>
                    <a:pt x="26005" y="406580"/>
                  </a:lnTo>
                  <a:lnTo>
                    <a:pt x="38766" y="406580"/>
                  </a:lnTo>
                  <a:close/>
                  <a:moveTo>
                    <a:pt x="38766" y="406580"/>
                  </a:moveTo>
                  <a:lnTo>
                    <a:pt x="40176" y="369618"/>
                  </a:lnTo>
                  <a:lnTo>
                    <a:pt x="38766" y="372850"/>
                  </a:lnTo>
                  <a:close/>
                  <a:moveTo>
                    <a:pt x="348898" y="406580"/>
                  </a:moveTo>
                  <a:lnTo>
                    <a:pt x="348898" y="420285"/>
                  </a:lnTo>
                  <a:lnTo>
                    <a:pt x="358603" y="406580"/>
                  </a:lnTo>
                  <a:close/>
                  <a:moveTo>
                    <a:pt x="348898" y="369618"/>
                  </a:moveTo>
                  <a:lnTo>
                    <a:pt x="358603" y="406580"/>
                  </a:lnTo>
                  <a:lnTo>
                    <a:pt x="370802" y="369618"/>
                  </a:lnTo>
                  <a:close/>
                  <a:moveTo>
                    <a:pt x="77208" y="332657"/>
                  </a:moveTo>
                  <a:lnTo>
                    <a:pt x="77533" y="369618"/>
                  </a:lnTo>
                  <a:lnTo>
                    <a:pt x="77533" y="332657"/>
                  </a:lnTo>
                  <a:close/>
                  <a:moveTo>
                    <a:pt x="77208" y="332657"/>
                  </a:moveTo>
                  <a:lnTo>
                    <a:pt x="40176" y="369618"/>
                  </a:lnTo>
                  <a:lnTo>
                    <a:pt x="77533" y="369618"/>
                  </a:lnTo>
                  <a:close/>
                  <a:moveTo>
                    <a:pt x="348898" y="332657"/>
                  </a:moveTo>
                  <a:lnTo>
                    <a:pt x="370802" y="369618"/>
                  </a:lnTo>
                  <a:lnTo>
                    <a:pt x="372577" y="332657"/>
                  </a:lnTo>
                  <a:close/>
                  <a:moveTo>
                    <a:pt x="77533" y="332392"/>
                  </a:moveTo>
                  <a:lnTo>
                    <a:pt x="77208" y="332657"/>
                  </a:lnTo>
                  <a:lnTo>
                    <a:pt x="77533" y="332657"/>
                  </a:lnTo>
                  <a:close/>
                  <a:moveTo>
                    <a:pt x="77533" y="332657"/>
                  </a:moveTo>
                  <a:lnTo>
                    <a:pt x="116299" y="304164"/>
                  </a:lnTo>
                  <a:lnTo>
                    <a:pt x="77533" y="332392"/>
                  </a:lnTo>
                  <a:close/>
                  <a:moveTo>
                    <a:pt x="77533" y="332657"/>
                  </a:moveTo>
                  <a:lnTo>
                    <a:pt x="116299" y="332657"/>
                  </a:lnTo>
                  <a:lnTo>
                    <a:pt x="116299" y="304164"/>
                  </a:lnTo>
                  <a:close/>
                  <a:moveTo>
                    <a:pt x="116299" y="332657"/>
                  </a:moveTo>
                  <a:lnTo>
                    <a:pt x="128328" y="295695"/>
                  </a:lnTo>
                  <a:lnTo>
                    <a:pt x="116299" y="304164"/>
                  </a:lnTo>
                  <a:close/>
                  <a:moveTo>
                    <a:pt x="348898" y="295695"/>
                  </a:moveTo>
                  <a:lnTo>
                    <a:pt x="372577" y="332657"/>
                  </a:lnTo>
                  <a:lnTo>
                    <a:pt x="368254" y="295695"/>
                  </a:lnTo>
                  <a:close/>
                  <a:moveTo>
                    <a:pt x="155066" y="268812"/>
                  </a:moveTo>
                  <a:lnTo>
                    <a:pt x="128328" y="295695"/>
                  </a:lnTo>
                  <a:lnTo>
                    <a:pt x="155066" y="295695"/>
                  </a:lnTo>
                  <a:close/>
                  <a:moveTo>
                    <a:pt x="155066" y="295695"/>
                  </a:moveTo>
                  <a:lnTo>
                    <a:pt x="165294" y="258733"/>
                  </a:lnTo>
                  <a:lnTo>
                    <a:pt x="155066" y="268812"/>
                  </a:lnTo>
                  <a:close/>
                  <a:moveTo>
                    <a:pt x="348898" y="258733"/>
                  </a:moveTo>
                  <a:lnTo>
                    <a:pt x="368254" y="295695"/>
                  </a:lnTo>
                  <a:lnTo>
                    <a:pt x="360544" y="258733"/>
                  </a:lnTo>
                  <a:close/>
                  <a:moveTo>
                    <a:pt x="348898" y="258733"/>
                  </a:moveTo>
                  <a:lnTo>
                    <a:pt x="348898" y="295695"/>
                  </a:lnTo>
                  <a:lnTo>
                    <a:pt x="368254" y="295695"/>
                  </a:lnTo>
                  <a:close/>
                  <a:moveTo>
                    <a:pt x="177828" y="221771"/>
                  </a:moveTo>
                  <a:lnTo>
                    <a:pt x="193832" y="258733"/>
                  </a:lnTo>
                  <a:lnTo>
                    <a:pt x="193832" y="221771"/>
                  </a:lnTo>
                  <a:close/>
                  <a:moveTo>
                    <a:pt x="177828" y="221771"/>
                  </a:moveTo>
                  <a:lnTo>
                    <a:pt x="165294" y="258733"/>
                  </a:lnTo>
                  <a:lnTo>
                    <a:pt x="193832" y="258733"/>
                  </a:lnTo>
                  <a:close/>
                  <a:moveTo>
                    <a:pt x="348898" y="221771"/>
                  </a:moveTo>
                  <a:lnTo>
                    <a:pt x="360544" y="258733"/>
                  </a:lnTo>
                  <a:lnTo>
                    <a:pt x="348962" y="221771"/>
                  </a:lnTo>
                  <a:close/>
                  <a:moveTo>
                    <a:pt x="348898" y="221771"/>
                  </a:moveTo>
                  <a:lnTo>
                    <a:pt x="348898" y="258733"/>
                  </a:lnTo>
                  <a:lnTo>
                    <a:pt x="360544" y="258733"/>
                  </a:lnTo>
                  <a:close/>
                  <a:moveTo>
                    <a:pt x="155866" y="184809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866" y="184809"/>
                  </a:moveTo>
                  <a:lnTo>
                    <a:pt x="177828" y="221771"/>
                  </a:lnTo>
                  <a:lnTo>
                    <a:pt x="193832" y="221771"/>
                  </a:lnTo>
                  <a:close/>
                  <a:moveTo>
                    <a:pt x="310131" y="184809"/>
                  </a:moveTo>
                  <a:lnTo>
                    <a:pt x="348898" y="221638"/>
                  </a:lnTo>
                  <a:lnTo>
                    <a:pt x="323418" y="184809"/>
                  </a:lnTo>
                  <a:close/>
                  <a:moveTo>
                    <a:pt x="348898" y="221771"/>
                  </a:moveTo>
                  <a:lnTo>
                    <a:pt x="348898" y="221638"/>
                  </a:lnTo>
                  <a:lnTo>
                    <a:pt x="310131" y="184809"/>
                  </a:lnTo>
                  <a:close/>
                  <a:moveTo>
                    <a:pt x="310131" y="221771"/>
                  </a:moveTo>
                  <a:lnTo>
                    <a:pt x="348898" y="221771"/>
                  </a:lnTo>
                  <a:lnTo>
                    <a:pt x="310131" y="184809"/>
                  </a:lnTo>
                  <a:close/>
                  <a:moveTo>
                    <a:pt x="348898" y="221771"/>
                  </a:moveTo>
                  <a:lnTo>
                    <a:pt x="348962" y="221771"/>
                  </a:lnTo>
                  <a:lnTo>
                    <a:pt x="348898" y="221638"/>
                  </a:lnTo>
                  <a:close/>
                  <a:moveTo>
                    <a:pt x="193832" y="184809"/>
                  </a:moveTo>
                  <a:lnTo>
                    <a:pt x="155066" y="184364"/>
                  </a:lnTo>
                  <a:lnTo>
                    <a:pt x="155866" y="184809"/>
                  </a:lnTo>
                  <a:close/>
                  <a:moveTo>
                    <a:pt x="271365" y="147847"/>
                  </a:moveTo>
                  <a:lnTo>
                    <a:pt x="310131" y="170524"/>
                  </a:lnTo>
                  <a:lnTo>
                    <a:pt x="283489" y="147847"/>
                  </a:lnTo>
                  <a:close/>
                  <a:moveTo>
                    <a:pt x="310131" y="184809"/>
                  </a:moveTo>
                  <a:lnTo>
                    <a:pt x="310131" y="170524"/>
                  </a:lnTo>
                  <a:lnTo>
                    <a:pt x="271365" y="147847"/>
                  </a:lnTo>
                  <a:close/>
                  <a:moveTo>
                    <a:pt x="271365" y="184809"/>
                  </a:moveTo>
                  <a:lnTo>
                    <a:pt x="310131" y="184809"/>
                  </a:lnTo>
                  <a:lnTo>
                    <a:pt x="271365" y="147847"/>
                  </a:lnTo>
                  <a:close/>
                  <a:moveTo>
                    <a:pt x="310131" y="184809"/>
                  </a:moveTo>
                  <a:lnTo>
                    <a:pt x="323418" y="184809"/>
                  </a:lnTo>
                  <a:lnTo>
                    <a:pt x="310131" y="170524"/>
                  </a:lnTo>
                  <a:close/>
                  <a:moveTo>
                    <a:pt x="98842" y="147847"/>
                  </a:moveTo>
                  <a:lnTo>
                    <a:pt x="116299" y="161090"/>
                  </a:lnTo>
                  <a:lnTo>
                    <a:pt x="116299" y="147847"/>
                  </a:lnTo>
                  <a:close/>
                  <a:moveTo>
                    <a:pt x="116299" y="147847"/>
                  </a:moveTo>
                  <a:lnTo>
                    <a:pt x="77533" y="129831"/>
                  </a:lnTo>
                  <a:lnTo>
                    <a:pt x="98842" y="147847"/>
                  </a:lnTo>
                  <a:close/>
                  <a:moveTo>
                    <a:pt x="77533" y="110886"/>
                  </a:moveTo>
                  <a:lnTo>
                    <a:pt x="77533" y="129831"/>
                  </a:lnTo>
                  <a:lnTo>
                    <a:pt x="116299" y="147847"/>
                  </a:lnTo>
                  <a:close/>
                  <a:moveTo>
                    <a:pt x="155066" y="147847"/>
                  </a:moveTo>
                  <a:lnTo>
                    <a:pt x="116299" y="161090"/>
                  </a:lnTo>
                  <a:lnTo>
                    <a:pt x="155066" y="184364"/>
                  </a:lnTo>
                  <a:close/>
                  <a:moveTo>
                    <a:pt x="232598" y="110886"/>
                  </a:moveTo>
                  <a:lnTo>
                    <a:pt x="271365" y="136101"/>
                  </a:lnTo>
                  <a:lnTo>
                    <a:pt x="251672" y="110886"/>
                  </a:lnTo>
                  <a:close/>
                  <a:moveTo>
                    <a:pt x="271365" y="147847"/>
                  </a:moveTo>
                  <a:lnTo>
                    <a:pt x="271365" y="136101"/>
                  </a:lnTo>
                  <a:lnTo>
                    <a:pt x="232598" y="110886"/>
                  </a:lnTo>
                  <a:close/>
                  <a:moveTo>
                    <a:pt x="271365" y="147847"/>
                  </a:moveTo>
                  <a:lnTo>
                    <a:pt x="283489" y="147847"/>
                  </a:lnTo>
                  <a:lnTo>
                    <a:pt x="271365" y="136101"/>
                  </a:lnTo>
                  <a:close/>
                  <a:moveTo>
                    <a:pt x="62663" y="110886"/>
                  </a:moveTo>
                  <a:lnTo>
                    <a:pt x="77533" y="129831"/>
                  </a:lnTo>
                  <a:lnTo>
                    <a:pt x="77533" y="110886"/>
                  </a:lnTo>
                  <a:close/>
                  <a:moveTo>
                    <a:pt x="53412" y="73924"/>
                  </a:moveTo>
                  <a:lnTo>
                    <a:pt x="62663" y="110886"/>
                  </a:lnTo>
                  <a:lnTo>
                    <a:pt x="77533" y="110886"/>
                  </a:lnTo>
                  <a:close/>
                  <a:moveTo>
                    <a:pt x="193832" y="73924"/>
                  </a:moveTo>
                  <a:lnTo>
                    <a:pt x="232598" y="81169"/>
                  </a:lnTo>
                  <a:lnTo>
                    <a:pt x="228763" y="73924"/>
                  </a:lnTo>
                  <a:close/>
                  <a:moveTo>
                    <a:pt x="232598" y="110886"/>
                  </a:moveTo>
                  <a:lnTo>
                    <a:pt x="251672" y="110886"/>
                  </a:lnTo>
                  <a:lnTo>
                    <a:pt x="232598" y="81169"/>
                  </a:lnTo>
                  <a:close/>
                  <a:moveTo>
                    <a:pt x="68325" y="36962"/>
                  </a:moveTo>
                  <a:lnTo>
                    <a:pt x="53412" y="73924"/>
                  </a:lnTo>
                  <a:lnTo>
                    <a:pt x="77533" y="73924"/>
                  </a:lnTo>
                  <a:close/>
                  <a:moveTo>
                    <a:pt x="193832" y="36962"/>
                  </a:moveTo>
                  <a:lnTo>
                    <a:pt x="228763" y="73924"/>
                  </a:lnTo>
                  <a:lnTo>
                    <a:pt x="197802" y="36962"/>
                  </a:lnTo>
                  <a:close/>
                  <a:moveTo>
                    <a:pt x="193832" y="36962"/>
                  </a:moveTo>
                  <a:lnTo>
                    <a:pt x="193832" y="73924"/>
                  </a:lnTo>
                  <a:lnTo>
                    <a:pt x="228763" y="73924"/>
                  </a:lnTo>
                  <a:close/>
                  <a:moveTo>
                    <a:pt x="77533" y="28458"/>
                  </a:moveTo>
                  <a:lnTo>
                    <a:pt x="68325" y="36962"/>
                  </a:lnTo>
                  <a:lnTo>
                    <a:pt x="77533" y="36962"/>
                  </a:lnTo>
                  <a:close/>
                  <a:moveTo>
                    <a:pt x="77533" y="36962"/>
                  </a:moveTo>
                  <a:lnTo>
                    <a:pt x="116299" y="12073"/>
                  </a:lnTo>
                  <a:lnTo>
                    <a:pt x="77533" y="28458"/>
                  </a:lnTo>
                  <a:close/>
                  <a:moveTo>
                    <a:pt x="116299" y="36962"/>
                  </a:moveTo>
                  <a:lnTo>
                    <a:pt x="155066" y="14556"/>
                  </a:lnTo>
                  <a:lnTo>
                    <a:pt x="116299" y="12073"/>
                  </a:lnTo>
                  <a:close/>
                  <a:moveTo>
                    <a:pt x="155066" y="36962"/>
                  </a:moveTo>
                  <a:lnTo>
                    <a:pt x="193832" y="33732"/>
                  </a:lnTo>
                  <a:lnTo>
                    <a:pt x="155066" y="14556"/>
                  </a:lnTo>
                  <a:close/>
                  <a:moveTo>
                    <a:pt x="155066" y="36962"/>
                  </a:moveTo>
                  <a:lnTo>
                    <a:pt x="193832" y="36962"/>
                  </a:lnTo>
                  <a:lnTo>
                    <a:pt x="193832" y="33732"/>
                  </a:lnTo>
                  <a:close/>
                  <a:moveTo>
                    <a:pt x="193832" y="36962"/>
                  </a:moveTo>
                  <a:lnTo>
                    <a:pt x="197802" y="36962"/>
                  </a:lnTo>
                  <a:lnTo>
                    <a:pt x="193832" y="33732"/>
                  </a:lnTo>
                  <a:close/>
                </a:path>
              </a:pathLst>
            </a:custGeom>
            <a:solidFill>
              <a:srgbClr val="6FC698"/>
            </a:solidFill>
            <a:ln w="4001">
              <a:solidFill>
                <a:srgbClr val="B1E0C7"/>
              </a:solidFill>
            </a:ln>
          </p:spPr>
        </p:sp>
        <p:sp>
          <p:nvSpPr>
            <p:cNvPr id="50015" name="Candidate_B3__3970">
              <a:extLst>
                <a:ext uri="{FF2B5EF4-FFF2-40B4-BE49-F238E27FC236}">
                  <a16:creationId xmlns:a16="http://schemas.microsoft.com/office/drawing/2014/main" id="{0780FB94-826D-4732-886A-4B7F7AA4F578}"/>
                </a:ext>
              </a:extLst>
            </p:cNvPr>
            <p:cNvSpPr>
              <a:spLocks noGrp="1"/>
            </p:cNvSpPr>
            <p:nvPr/>
          </p:nvSpPr>
          <p:spPr>
            <a:xfrm>
              <a:off x="4756867" y="4108214"/>
              <a:ext cx="333810" cy="481772"/>
            </a:xfrm>
            <a:custGeom>
              <a:avLst/>
              <a:gdLst/>
              <a:ahLst/>
              <a:cxnLst/>
              <a:rect l="0" t="0" r="0" b="0"/>
              <a:pathLst>
                <a:path w="333810" h="481772">
                  <a:moveTo>
                    <a:pt x="38766" y="431469"/>
                  </a:moveTo>
                  <a:lnTo>
                    <a:pt x="0" y="431469"/>
                  </a:lnTo>
                  <a:lnTo>
                    <a:pt x="38766" y="468431"/>
                  </a:lnTo>
                  <a:close/>
                  <a:moveTo>
                    <a:pt x="38766" y="468431"/>
                  </a:moveTo>
                  <a:lnTo>
                    <a:pt x="77533" y="468431"/>
                  </a:lnTo>
                  <a:lnTo>
                    <a:pt x="77533" y="431469"/>
                  </a:lnTo>
                  <a:close/>
                  <a:moveTo>
                    <a:pt x="38766" y="468431"/>
                  </a:moveTo>
                  <a:lnTo>
                    <a:pt x="77533" y="431469"/>
                  </a:lnTo>
                  <a:lnTo>
                    <a:pt x="38766" y="431469"/>
                  </a:lnTo>
                  <a:close/>
                  <a:moveTo>
                    <a:pt x="116299" y="468431"/>
                  </a:moveTo>
                  <a:lnTo>
                    <a:pt x="77533" y="468431"/>
                  </a:lnTo>
                  <a:lnTo>
                    <a:pt x="77533" y="479437"/>
                  </a:lnTo>
                  <a:close/>
                  <a:moveTo>
                    <a:pt x="77533" y="468431"/>
                  </a:moveTo>
                  <a:lnTo>
                    <a:pt x="116299" y="468431"/>
                  </a:lnTo>
                  <a:lnTo>
                    <a:pt x="116299" y="431469"/>
                  </a:lnTo>
                  <a:close/>
                  <a:moveTo>
                    <a:pt x="155066" y="468431"/>
                  </a:moveTo>
                  <a:lnTo>
                    <a:pt x="116299" y="468431"/>
                  </a:lnTo>
                  <a:lnTo>
                    <a:pt x="116299" y="481772"/>
                  </a:lnTo>
                  <a:close/>
                  <a:moveTo>
                    <a:pt x="116299" y="468431"/>
                  </a:moveTo>
                  <a:lnTo>
                    <a:pt x="155066" y="468431"/>
                  </a:lnTo>
                  <a:lnTo>
                    <a:pt x="155066" y="431469"/>
                  </a:lnTo>
                  <a:close/>
                  <a:moveTo>
                    <a:pt x="155066" y="468431"/>
                  </a:moveTo>
                  <a:lnTo>
                    <a:pt x="193832" y="468431"/>
                  </a:lnTo>
                  <a:lnTo>
                    <a:pt x="193832" y="431469"/>
                  </a:lnTo>
                  <a:close/>
                  <a:moveTo>
                    <a:pt x="232599" y="431469"/>
                  </a:moveTo>
                  <a:lnTo>
                    <a:pt x="210278" y="468431"/>
                  </a:lnTo>
                  <a:lnTo>
                    <a:pt x="232599" y="461916"/>
                  </a:lnTo>
                  <a:close/>
                  <a:moveTo>
                    <a:pt x="193832" y="468431"/>
                  </a:moveTo>
                  <a:lnTo>
                    <a:pt x="210278" y="468431"/>
                  </a:lnTo>
                  <a:lnTo>
                    <a:pt x="232599" y="431469"/>
                  </a:lnTo>
                  <a:close/>
                  <a:moveTo>
                    <a:pt x="193832" y="431469"/>
                  </a:moveTo>
                  <a:lnTo>
                    <a:pt x="193832" y="468431"/>
                  </a:lnTo>
                  <a:lnTo>
                    <a:pt x="232599" y="431469"/>
                  </a:lnTo>
                  <a:close/>
                  <a:moveTo>
                    <a:pt x="0" y="431469"/>
                  </a:moveTo>
                  <a:lnTo>
                    <a:pt x="38766" y="431469"/>
                  </a:lnTo>
                  <a:lnTo>
                    <a:pt x="38766" y="394507"/>
                  </a:lnTo>
                  <a:close/>
                  <a:moveTo>
                    <a:pt x="0" y="431469"/>
                  </a:moveTo>
                  <a:lnTo>
                    <a:pt x="38766" y="394507"/>
                  </a:lnTo>
                  <a:lnTo>
                    <a:pt x="0" y="394507"/>
                  </a:lnTo>
                  <a:close/>
                  <a:moveTo>
                    <a:pt x="271365" y="431469"/>
                  </a:moveTo>
                  <a:lnTo>
                    <a:pt x="232599" y="431469"/>
                  </a:lnTo>
                  <a:lnTo>
                    <a:pt x="232599" y="461916"/>
                  </a:lnTo>
                  <a:close/>
                  <a:moveTo>
                    <a:pt x="271365" y="394507"/>
                  </a:moveTo>
                  <a:lnTo>
                    <a:pt x="232599" y="431469"/>
                  </a:lnTo>
                  <a:lnTo>
                    <a:pt x="271365" y="431469"/>
                  </a:lnTo>
                  <a:close/>
                  <a:moveTo>
                    <a:pt x="271365" y="394507"/>
                  </a:moveTo>
                  <a:lnTo>
                    <a:pt x="271365" y="431469"/>
                  </a:lnTo>
                  <a:lnTo>
                    <a:pt x="310131" y="394507"/>
                  </a:lnTo>
                  <a:close/>
                  <a:moveTo>
                    <a:pt x="38766" y="357545"/>
                  </a:moveTo>
                  <a:lnTo>
                    <a:pt x="1410" y="357545"/>
                  </a:lnTo>
                  <a:lnTo>
                    <a:pt x="0" y="394507"/>
                  </a:lnTo>
                  <a:close/>
                  <a:moveTo>
                    <a:pt x="38766" y="394507"/>
                  </a:moveTo>
                  <a:lnTo>
                    <a:pt x="38766" y="357545"/>
                  </a:lnTo>
                  <a:lnTo>
                    <a:pt x="0" y="394507"/>
                  </a:lnTo>
                  <a:close/>
                  <a:moveTo>
                    <a:pt x="271365" y="394507"/>
                  </a:moveTo>
                  <a:lnTo>
                    <a:pt x="310131" y="394507"/>
                  </a:lnTo>
                  <a:lnTo>
                    <a:pt x="310131" y="357545"/>
                  </a:lnTo>
                  <a:close/>
                  <a:moveTo>
                    <a:pt x="310131" y="357545"/>
                  </a:moveTo>
                  <a:lnTo>
                    <a:pt x="310131" y="394507"/>
                  </a:lnTo>
                  <a:lnTo>
                    <a:pt x="319837" y="394507"/>
                  </a:lnTo>
                  <a:close/>
                  <a:moveTo>
                    <a:pt x="38766" y="357545"/>
                  </a:moveTo>
                  <a:lnTo>
                    <a:pt x="77533" y="357545"/>
                  </a:lnTo>
                  <a:lnTo>
                    <a:pt x="77533" y="320583"/>
                  </a:lnTo>
                  <a:close/>
                  <a:moveTo>
                    <a:pt x="38766" y="357545"/>
                  </a:moveTo>
                  <a:lnTo>
                    <a:pt x="77533" y="320583"/>
                  </a:lnTo>
                  <a:lnTo>
                    <a:pt x="38766" y="320583"/>
                  </a:lnTo>
                  <a:close/>
                  <a:moveTo>
                    <a:pt x="271365" y="357545"/>
                  </a:moveTo>
                  <a:lnTo>
                    <a:pt x="310131" y="357545"/>
                  </a:lnTo>
                  <a:lnTo>
                    <a:pt x="310131" y="320583"/>
                  </a:lnTo>
                  <a:close/>
                  <a:moveTo>
                    <a:pt x="310131" y="320583"/>
                  </a:moveTo>
                  <a:lnTo>
                    <a:pt x="310131" y="357545"/>
                  </a:lnTo>
                  <a:lnTo>
                    <a:pt x="332035" y="357545"/>
                  </a:lnTo>
                  <a:close/>
                  <a:moveTo>
                    <a:pt x="116299" y="283622"/>
                  </a:moveTo>
                  <a:lnTo>
                    <a:pt x="89561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16299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55066" y="283622"/>
                  </a:lnTo>
                  <a:lnTo>
                    <a:pt x="116299" y="283622"/>
                  </a:lnTo>
                  <a:close/>
                  <a:moveTo>
                    <a:pt x="271365" y="320583"/>
                  </a:moveTo>
                  <a:lnTo>
                    <a:pt x="310131" y="320583"/>
                  </a:lnTo>
                  <a:lnTo>
                    <a:pt x="310131" y="283622"/>
                  </a:lnTo>
                  <a:close/>
                  <a:moveTo>
                    <a:pt x="310131" y="283622"/>
                  </a:moveTo>
                  <a:lnTo>
                    <a:pt x="310131" y="320583"/>
                  </a:lnTo>
                  <a:lnTo>
                    <a:pt x="333810" y="320583"/>
                  </a:lnTo>
                  <a:close/>
                  <a:moveTo>
                    <a:pt x="155066" y="246660"/>
                  </a:moveTo>
                  <a:lnTo>
                    <a:pt x="126528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55066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93832" y="246660"/>
                  </a:lnTo>
                  <a:lnTo>
                    <a:pt x="155066" y="246660"/>
                  </a:lnTo>
                  <a:close/>
                  <a:moveTo>
                    <a:pt x="271365" y="283622"/>
                  </a:moveTo>
                  <a:lnTo>
                    <a:pt x="310131" y="283622"/>
                  </a:lnTo>
                  <a:lnTo>
                    <a:pt x="310131" y="246660"/>
                  </a:lnTo>
                  <a:close/>
                  <a:moveTo>
                    <a:pt x="271365" y="283622"/>
                  </a:moveTo>
                  <a:lnTo>
                    <a:pt x="310131" y="246660"/>
                  </a:lnTo>
                  <a:lnTo>
                    <a:pt x="271365" y="246660"/>
                  </a:lnTo>
                  <a:close/>
                  <a:moveTo>
                    <a:pt x="155066" y="246660"/>
                  </a:moveTo>
                  <a:lnTo>
                    <a:pt x="193832" y="246660"/>
                  </a:lnTo>
                  <a:lnTo>
                    <a:pt x="193832" y="209698"/>
                  </a:lnTo>
                  <a:close/>
                  <a:moveTo>
                    <a:pt x="155066" y="246660"/>
                  </a:moveTo>
                  <a:lnTo>
                    <a:pt x="193832" y="209698"/>
                  </a:lnTo>
                  <a:lnTo>
                    <a:pt x="155066" y="209698"/>
                  </a:lnTo>
                  <a:close/>
                  <a:moveTo>
                    <a:pt x="193832" y="246660"/>
                  </a:moveTo>
                  <a:lnTo>
                    <a:pt x="232599" y="246660"/>
                  </a:lnTo>
                  <a:lnTo>
                    <a:pt x="232599" y="209698"/>
                  </a:lnTo>
                  <a:close/>
                  <a:moveTo>
                    <a:pt x="193832" y="246660"/>
                  </a:moveTo>
                  <a:lnTo>
                    <a:pt x="232599" y="209698"/>
                  </a:lnTo>
                  <a:lnTo>
                    <a:pt x="193832" y="209698"/>
                  </a:lnTo>
                  <a:close/>
                  <a:moveTo>
                    <a:pt x="232599" y="246660"/>
                  </a:moveTo>
                  <a:lnTo>
                    <a:pt x="271365" y="246660"/>
                  </a:lnTo>
                  <a:lnTo>
                    <a:pt x="271365" y="209698"/>
                  </a:lnTo>
                  <a:close/>
                  <a:moveTo>
                    <a:pt x="232599" y="246660"/>
                  </a:moveTo>
                  <a:lnTo>
                    <a:pt x="271365" y="209698"/>
                  </a:lnTo>
                  <a:lnTo>
                    <a:pt x="232599" y="209698"/>
                  </a:lnTo>
                  <a:close/>
                  <a:moveTo>
                    <a:pt x="271365" y="246660"/>
                  </a:moveTo>
                  <a:lnTo>
                    <a:pt x="310131" y="246660"/>
                  </a:lnTo>
                  <a:lnTo>
                    <a:pt x="310131" y="209698"/>
                  </a:lnTo>
                  <a:close/>
                  <a:moveTo>
                    <a:pt x="271365" y="246660"/>
                  </a:moveTo>
                  <a:lnTo>
                    <a:pt x="310131" y="209698"/>
                  </a:lnTo>
                  <a:lnTo>
                    <a:pt x="271365" y="209698"/>
                  </a:lnTo>
                  <a:close/>
                  <a:moveTo>
                    <a:pt x="155066" y="209698"/>
                  </a:moveTo>
                  <a:lnTo>
                    <a:pt x="193832" y="209698"/>
                  </a:lnTo>
                  <a:lnTo>
                    <a:pt x="193832" y="172736"/>
                  </a:lnTo>
                  <a:close/>
                  <a:moveTo>
                    <a:pt x="155066" y="209698"/>
                  </a:moveTo>
                  <a:lnTo>
                    <a:pt x="193832" y="172736"/>
                  </a:lnTo>
                  <a:lnTo>
                    <a:pt x="155066" y="172736"/>
                  </a:lnTo>
                  <a:close/>
                  <a:moveTo>
                    <a:pt x="193832" y="209698"/>
                  </a:moveTo>
                  <a:lnTo>
                    <a:pt x="232599" y="209698"/>
                  </a:lnTo>
                  <a:lnTo>
                    <a:pt x="232599" y="172736"/>
                  </a:lnTo>
                  <a:close/>
                  <a:moveTo>
                    <a:pt x="193832" y="209698"/>
                  </a:moveTo>
                  <a:lnTo>
                    <a:pt x="232599" y="172736"/>
                  </a:lnTo>
                  <a:lnTo>
                    <a:pt x="193832" y="172736"/>
                  </a:lnTo>
                  <a:close/>
                  <a:moveTo>
                    <a:pt x="232599" y="209698"/>
                  </a:moveTo>
                  <a:lnTo>
                    <a:pt x="271365" y="209698"/>
                  </a:lnTo>
                  <a:lnTo>
                    <a:pt x="271365" y="172736"/>
                  </a:lnTo>
                  <a:close/>
                  <a:moveTo>
                    <a:pt x="232599" y="209698"/>
                  </a:moveTo>
                  <a:lnTo>
                    <a:pt x="271365" y="172736"/>
                  </a:lnTo>
                  <a:lnTo>
                    <a:pt x="232599" y="172736"/>
                  </a:lnTo>
                  <a:close/>
                  <a:moveTo>
                    <a:pt x="116299" y="135774"/>
                  </a:moveTo>
                  <a:lnTo>
                    <a:pt x="116299" y="172291"/>
                  </a:lnTo>
                  <a:lnTo>
                    <a:pt x="155066" y="172736"/>
                  </a:lnTo>
                  <a:close/>
                  <a:moveTo>
                    <a:pt x="155066" y="135774"/>
                  </a:moveTo>
                  <a:lnTo>
                    <a:pt x="116299" y="135774"/>
                  </a:lnTo>
                  <a:lnTo>
                    <a:pt x="155066" y="172736"/>
                  </a:lnTo>
                  <a:close/>
                  <a:moveTo>
                    <a:pt x="155066" y="172736"/>
                  </a:moveTo>
                  <a:lnTo>
                    <a:pt x="193832" y="172736"/>
                  </a:lnTo>
                  <a:lnTo>
                    <a:pt x="193832" y="135774"/>
                  </a:lnTo>
                  <a:close/>
                  <a:moveTo>
                    <a:pt x="155066" y="172736"/>
                  </a:moveTo>
                  <a:lnTo>
                    <a:pt x="193832" y="135774"/>
                  </a:lnTo>
                  <a:lnTo>
                    <a:pt x="155066" y="135774"/>
                  </a:lnTo>
                  <a:close/>
                  <a:moveTo>
                    <a:pt x="193832" y="172736"/>
                  </a:moveTo>
                  <a:lnTo>
                    <a:pt x="232599" y="172736"/>
                  </a:lnTo>
                  <a:lnTo>
                    <a:pt x="232599" y="135774"/>
                  </a:lnTo>
                  <a:close/>
                  <a:moveTo>
                    <a:pt x="193832" y="172736"/>
                  </a:moveTo>
                  <a:lnTo>
                    <a:pt x="232599" y="135774"/>
                  </a:lnTo>
                  <a:lnTo>
                    <a:pt x="193832" y="135774"/>
                  </a:lnTo>
                  <a:close/>
                  <a:moveTo>
                    <a:pt x="77533" y="98812"/>
                  </a:moveTo>
                  <a:lnTo>
                    <a:pt x="38766" y="98812"/>
                  </a:lnTo>
                  <a:lnTo>
                    <a:pt x="77533" y="135774"/>
                  </a:lnTo>
                  <a:close/>
                  <a:moveTo>
                    <a:pt x="116299" y="135774"/>
                  </a:moveTo>
                  <a:lnTo>
                    <a:pt x="77533" y="135774"/>
                  </a:lnTo>
                  <a:lnTo>
                    <a:pt x="77533" y="149017"/>
                  </a:lnTo>
                  <a:close/>
                  <a:moveTo>
                    <a:pt x="77533" y="135774"/>
                  </a:moveTo>
                  <a:lnTo>
                    <a:pt x="116299" y="135774"/>
                  </a:lnTo>
                  <a:lnTo>
                    <a:pt x="116299" y="98812"/>
                  </a:lnTo>
                  <a:close/>
                  <a:moveTo>
                    <a:pt x="77533" y="135774"/>
                  </a:moveTo>
                  <a:lnTo>
                    <a:pt x="116299" y="98812"/>
                  </a:lnTo>
                  <a:lnTo>
                    <a:pt x="77533" y="98812"/>
                  </a:lnTo>
                  <a:close/>
                  <a:moveTo>
                    <a:pt x="116299" y="135774"/>
                  </a:moveTo>
                  <a:lnTo>
                    <a:pt x="155066" y="135774"/>
                  </a:lnTo>
                  <a:lnTo>
                    <a:pt x="155066" y="98812"/>
                  </a:lnTo>
                  <a:close/>
                  <a:moveTo>
                    <a:pt x="116299" y="135774"/>
                  </a:moveTo>
                  <a:lnTo>
                    <a:pt x="155066" y="98812"/>
                  </a:lnTo>
                  <a:lnTo>
                    <a:pt x="116299" y="98812"/>
                  </a:lnTo>
                  <a:close/>
                  <a:moveTo>
                    <a:pt x="155066" y="135774"/>
                  </a:moveTo>
                  <a:lnTo>
                    <a:pt x="193832" y="135774"/>
                  </a:lnTo>
                  <a:lnTo>
                    <a:pt x="193832" y="98812"/>
                  </a:lnTo>
                  <a:close/>
                  <a:moveTo>
                    <a:pt x="155066" y="135774"/>
                  </a:moveTo>
                  <a:lnTo>
                    <a:pt x="193832" y="98812"/>
                  </a:lnTo>
                  <a:lnTo>
                    <a:pt x="155066" y="98812"/>
                  </a:lnTo>
                  <a:close/>
                  <a:moveTo>
                    <a:pt x="193832" y="135774"/>
                  </a:moveTo>
                  <a:lnTo>
                    <a:pt x="232599" y="135774"/>
                  </a:lnTo>
                  <a:lnTo>
                    <a:pt x="193832" y="98812"/>
                  </a:lnTo>
                  <a:close/>
                  <a:moveTo>
                    <a:pt x="14645" y="61850"/>
                  </a:moveTo>
                  <a:lnTo>
                    <a:pt x="38766" y="98812"/>
                  </a:lnTo>
                  <a:lnTo>
                    <a:pt x="38766" y="61850"/>
                  </a:lnTo>
                  <a:close/>
                  <a:moveTo>
                    <a:pt x="38766" y="98812"/>
                  </a:moveTo>
                  <a:lnTo>
                    <a:pt x="77533" y="98812"/>
                  </a:lnTo>
                  <a:lnTo>
                    <a:pt x="77533" y="61850"/>
                  </a:lnTo>
                  <a:close/>
                  <a:moveTo>
                    <a:pt x="38766" y="98812"/>
                  </a:moveTo>
                  <a:lnTo>
                    <a:pt x="77533" y="61850"/>
                  </a:lnTo>
                  <a:lnTo>
                    <a:pt x="38766" y="61850"/>
                  </a:lnTo>
                  <a:close/>
                  <a:moveTo>
                    <a:pt x="116299" y="98812"/>
                  </a:moveTo>
                  <a:lnTo>
                    <a:pt x="155066" y="98812"/>
                  </a:lnTo>
                  <a:lnTo>
                    <a:pt x="155066" y="61850"/>
                  </a:lnTo>
                  <a:close/>
                  <a:moveTo>
                    <a:pt x="116299" y="98812"/>
                  </a:moveTo>
                  <a:lnTo>
                    <a:pt x="155066" y="61850"/>
                  </a:lnTo>
                  <a:lnTo>
                    <a:pt x="116299" y="61850"/>
                  </a:lnTo>
                  <a:close/>
                  <a:moveTo>
                    <a:pt x="193832" y="98812"/>
                  </a:moveTo>
                  <a:lnTo>
                    <a:pt x="193832" y="69096"/>
                  </a:lnTo>
                  <a:lnTo>
                    <a:pt x="155066" y="61850"/>
                  </a:lnTo>
                  <a:close/>
                  <a:moveTo>
                    <a:pt x="155066" y="98812"/>
                  </a:moveTo>
                  <a:lnTo>
                    <a:pt x="193832" y="98812"/>
                  </a:lnTo>
                  <a:lnTo>
                    <a:pt x="155066" y="61850"/>
                  </a:lnTo>
                  <a:close/>
                  <a:moveTo>
                    <a:pt x="29559" y="24889"/>
                  </a:moveTo>
                  <a:lnTo>
                    <a:pt x="38766" y="61850"/>
                  </a:lnTo>
                  <a:lnTo>
                    <a:pt x="38766" y="24889"/>
                  </a:lnTo>
                  <a:close/>
                  <a:moveTo>
                    <a:pt x="38766" y="61850"/>
                  </a:moveTo>
                  <a:lnTo>
                    <a:pt x="77533" y="61850"/>
                  </a:lnTo>
                  <a:lnTo>
                    <a:pt x="77533" y="24889"/>
                  </a:lnTo>
                  <a:close/>
                  <a:moveTo>
                    <a:pt x="38766" y="61850"/>
                  </a:moveTo>
                  <a:lnTo>
                    <a:pt x="77533" y="24889"/>
                  </a:lnTo>
                  <a:lnTo>
                    <a:pt x="38766" y="24889"/>
                  </a:lnTo>
                  <a:close/>
                  <a:moveTo>
                    <a:pt x="77533" y="61850"/>
                  </a:moveTo>
                  <a:lnTo>
                    <a:pt x="116299" y="61850"/>
                  </a:lnTo>
                  <a:lnTo>
                    <a:pt x="116299" y="24889"/>
                  </a:lnTo>
                  <a:close/>
                  <a:moveTo>
                    <a:pt x="77533" y="61850"/>
                  </a:moveTo>
                  <a:lnTo>
                    <a:pt x="116299" y="24889"/>
                  </a:lnTo>
                  <a:lnTo>
                    <a:pt x="77533" y="24889"/>
                  </a:lnTo>
                  <a:close/>
                  <a:moveTo>
                    <a:pt x="116299" y="61850"/>
                  </a:moveTo>
                  <a:lnTo>
                    <a:pt x="155066" y="61850"/>
                  </a:lnTo>
                  <a:lnTo>
                    <a:pt x="155066" y="24889"/>
                  </a:lnTo>
                  <a:close/>
                  <a:moveTo>
                    <a:pt x="116299" y="61850"/>
                  </a:moveTo>
                  <a:lnTo>
                    <a:pt x="155066" y="24889"/>
                  </a:lnTo>
                  <a:lnTo>
                    <a:pt x="116299" y="24889"/>
                  </a:lnTo>
                  <a:close/>
                  <a:moveTo>
                    <a:pt x="38766" y="24889"/>
                  </a:moveTo>
                  <a:lnTo>
                    <a:pt x="77533" y="24889"/>
                  </a:lnTo>
                  <a:lnTo>
                    <a:pt x="77533" y="0"/>
                  </a:lnTo>
                  <a:close/>
                  <a:moveTo>
                    <a:pt x="77533" y="24889"/>
                  </a:moveTo>
                  <a:lnTo>
                    <a:pt x="116299" y="24889"/>
                  </a:lnTo>
                  <a:lnTo>
                    <a:pt x="116299" y="2483"/>
                  </a:lnTo>
                  <a:close/>
                </a:path>
              </a:pathLst>
            </a:custGeom>
            <a:solidFill>
              <a:srgbClr val="75C89C"/>
            </a:solidFill>
            <a:ln w="4001">
              <a:solidFill>
                <a:srgbClr val="B1E0C7"/>
              </a:solidFill>
            </a:ln>
          </p:spPr>
        </p:sp>
        <p:sp>
          <p:nvSpPr>
            <p:cNvPr id="50016" name="Candidate_B3__3971">
              <a:extLst>
                <a:ext uri="{FF2B5EF4-FFF2-40B4-BE49-F238E27FC236}">
                  <a16:creationId xmlns:a16="http://schemas.microsoft.com/office/drawing/2014/main" id="{B4197156-0E77-5961-BE8A-E923D457A483}"/>
                </a:ext>
              </a:extLst>
            </p:cNvPr>
            <p:cNvSpPr>
              <a:spLocks noGrp="1"/>
            </p:cNvSpPr>
            <p:nvPr/>
          </p:nvSpPr>
          <p:spPr>
            <a:xfrm>
              <a:off x="4795633" y="4170064"/>
              <a:ext cx="271365" cy="406580"/>
            </a:xfrm>
            <a:custGeom>
              <a:avLst/>
              <a:gdLst/>
              <a:ahLst/>
              <a:cxnLst/>
              <a:rect l="0" t="0" r="0" b="0"/>
              <a:pathLst>
                <a:path w="271365" h="406580">
                  <a:moveTo>
                    <a:pt x="38766" y="406580"/>
                  </a:moveTo>
                  <a:lnTo>
                    <a:pt x="77533" y="369618"/>
                  </a:lnTo>
                  <a:lnTo>
                    <a:pt x="38766" y="369618"/>
                  </a:lnTo>
                  <a:close/>
                  <a:moveTo>
                    <a:pt x="77533" y="406580"/>
                  </a:moveTo>
                  <a:lnTo>
                    <a:pt x="116299" y="369618"/>
                  </a:lnTo>
                  <a:lnTo>
                    <a:pt x="77533" y="369618"/>
                  </a:lnTo>
                  <a:close/>
                  <a:moveTo>
                    <a:pt x="116299" y="406580"/>
                  </a:moveTo>
                  <a:lnTo>
                    <a:pt x="155066" y="369618"/>
                  </a:lnTo>
                  <a:lnTo>
                    <a:pt x="116299" y="369618"/>
                  </a:lnTo>
                  <a:close/>
                  <a:moveTo>
                    <a:pt x="0" y="369618"/>
                  </a:moveTo>
                  <a:lnTo>
                    <a:pt x="38766" y="369618"/>
                  </a:lnTo>
                  <a:lnTo>
                    <a:pt x="38766" y="332657"/>
                  </a:lnTo>
                  <a:close/>
                  <a:moveTo>
                    <a:pt x="0" y="369618"/>
                  </a:moveTo>
                  <a:lnTo>
                    <a:pt x="38766" y="332657"/>
                  </a:lnTo>
                  <a:lnTo>
                    <a:pt x="0" y="332657"/>
                  </a:lnTo>
                  <a:close/>
                  <a:moveTo>
                    <a:pt x="77533" y="357257"/>
                  </a:moveTo>
                  <a:lnTo>
                    <a:pt x="43492" y="332657"/>
                  </a:lnTo>
                  <a:lnTo>
                    <a:pt x="77533" y="369618"/>
                  </a:lnTo>
                  <a:close/>
                  <a:moveTo>
                    <a:pt x="77533" y="369618"/>
                  </a:moveTo>
                  <a:lnTo>
                    <a:pt x="43492" y="332657"/>
                  </a:lnTo>
                  <a:lnTo>
                    <a:pt x="38766" y="332657"/>
                  </a:lnTo>
                  <a:close/>
                  <a:moveTo>
                    <a:pt x="77533" y="369618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77533" y="369618"/>
                  </a:moveTo>
                  <a:lnTo>
                    <a:pt x="116299" y="369618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16299" y="363551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55066" y="369618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55066" y="358596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93832" y="369618"/>
                  </a:lnTo>
                  <a:lnTo>
                    <a:pt x="155066" y="358596"/>
                  </a:lnTo>
                  <a:close/>
                  <a:moveTo>
                    <a:pt x="193832" y="369618"/>
                  </a:moveTo>
                  <a:lnTo>
                    <a:pt x="193832" y="343913"/>
                  </a:lnTo>
                  <a:lnTo>
                    <a:pt x="155066" y="358596"/>
                  </a:lnTo>
                  <a:close/>
                  <a:moveTo>
                    <a:pt x="209641" y="332657"/>
                  </a:moveTo>
                  <a:lnTo>
                    <a:pt x="193832" y="343913"/>
                  </a:lnTo>
                  <a:lnTo>
                    <a:pt x="232598" y="332657"/>
                  </a:lnTo>
                  <a:close/>
                  <a:moveTo>
                    <a:pt x="232598" y="332657"/>
                  </a:moveTo>
                  <a:lnTo>
                    <a:pt x="193832" y="343913"/>
                  </a:lnTo>
                  <a:lnTo>
                    <a:pt x="193832" y="369618"/>
                  </a:lnTo>
                  <a:close/>
                  <a:moveTo>
                    <a:pt x="0" y="332657"/>
                  </a:moveTo>
                  <a:lnTo>
                    <a:pt x="38766" y="332657"/>
                  </a:lnTo>
                  <a:lnTo>
                    <a:pt x="38766" y="295695"/>
                  </a:lnTo>
                  <a:close/>
                  <a:moveTo>
                    <a:pt x="0" y="332657"/>
                  </a:moveTo>
                  <a:lnTo>
                    <a:pt x="38766" y="295695"/>
                  </a:lnTo>
                  <a:lnTo>
                    <a:pt x="0" y="295695"/>
                  </a:lnTo>
                  <a:close/>
                  <a:moveTo>
                    <a:pt x="43492" y="332657"/>
                  </a:moveTo>
                  <a:lnTo>
                    <a:pt x="59748" y="295695"/>
                  </a:lnTo>
                  <a:lnTo>
                    <a:pt x="38766" y="332657"/>
                  </a:lnTo>
                  <a:close/>
                  <a:moveTo>
                    <a:pt x="59748" y="295695"/>
                  </a:moveTo>
                  <a:lnTo>
                    <a:pt x="38766" y="295695"/>
                  </a:lnTo>
                  <a:lnTo>
                    <a:pt x="38766" y="332657"/>
                  </a:lnTo>
                  <a:close/>
                  <a:moveTo>
                    <a:pt x="232598" y="332657"/>
                  </a:moveTo>
                  <a:lnTo>
                    <a:pt x="271365" y="295695"/>
                  </a:lnTo>
                  <a:lnTo>
                    <a:pt x="232598" y="295695"/>
                  </a:lnTo>
                  <a:close/>
                  <a:moveTo>
                    <a:pt x="232598" y="332657"/>
                  </a:moveTo>
                  <a:lnTo>
                    <a:pt x="232598" y="295695"/>
                  </a:lnTo>
                  <a:lnTo>
                    <a:pt x="209641" y="332657"/>
                  </a:lnTo>
                  <a:close/>
                  <a:moveTo>
                    <a:pt x="232598" y="295695"/>
                  </a:moveTo>
                  <a:lnTo>
                    <a:pt x="230826" y="295695"/>
                  </a:lnTo>
                  <a:lnTo>
                    <a:pt x="209641" y="332657"/>
                  </a:lnTo>
                  <a:close/>
                  <a:moveTo>
                    <a:pt x="59748" y="295695"/>
                  </a:moveTo>
                  <a:lnTo>
                    <a:pt x="77533" y="281627"/>
                  </a:lnTo>
                  <a:lnTo>
                    <a:pt x="38766" y="295695"/>
                  </a:lnTo>
                  <a:close/>
                  <a:moveTo>
                    <a:pt x="38766" y="295695"/>
                  </a:moveTo>
                  <a:lnTo>
                    <a:pt x="77533" y="281627"/>
                  </a:lnTo>
                  <a:lnTo>
                    <a:pt x="77533" y="258733"/>
                  </a:lnTo>
                  <a:close/>
                  <a:moveTo>
                    <a:pt x="38766" y="295695"/>
                  </a:moveTo>
                  <a:lnTo>
                    <a:pt x="77533" y="258733"/>
                  </a:lnTo>
                  <a:lnTo>
                    <a:pt x="38766" y="258733"/>
                  </a:lnTo>
                  <a:close/>
                  <a:moveTo>
                    <a:pt x="232598" y="295695"/>
                  </a:moveTo>
                  <a:lnTo>
                    <a:pt x="271365" y="258733"/>
                  </a:lnTo>
                  <a:lnTo>
                    <a:pt x="232598" y="258733"/>
                  </a:lnTo>
                  <a:close/>
                  <a:moveTo>
                    <a:pt x="232598" y="295695"/>
                  </a:moveTo>
                  <a:lnTo>
                    <a:pt x="232598" y="258733"/>
                  </a:lnTo>
                  <a:lnTo>
                    <a:pt x="230826" y="295695"/>
                  </a:lnTo>
                  <a:close/>
                  <a:moveTo>
                    <a:pt x="232598" y="258733"/>
                  </a:moveTo>
                  <a:lnTo>
                    <a:pt x="221854" y="258733"/>
                  </a:lnTo>
                  <a:lnTo>
                    <a:pt x="230826" y="295695"/>
                  </a:lnTo>
                  <a:close/>
                  <a:moveTo>
                    <a:pt x="108315" y="258733"/>
                  </a:moveTo>
                  <a:lnTo>
                    <a:pt x="116299" y="253676"/>
                  </a:lnTo>
                  <a:lnTo>
                    <a:pt x="77533" y="258733"/>
                  </a:lnTo>
                  <a:close/>
                  <a:moveTo>
                    <a:pt x="77533" y="258733"/>
                  </a:moveTo>
                  <a:lnTo>
                    <a:pt x="116299" y="253676"/>
                  </a:lnTo>
                  <a:lnTo>
                    <a:pt x="116299" y="221771"/>
                  </a:lnTo>
                  <a:close/>
                  <a:moveTo>
                    <a:pt x="77533" y="258733"/>
                  </a:moveTo>
                  <a:lnTo>
                    <a:pt x="77533" y="281627"/>
                  </a:lnTo>
                  <a:lnTo>
                    <a:pt x="108315" y="258733"/>
                  </a:lnTo>
                  <a:close/>
                  <a:moveTo>
                    <a:pt x="232598" y="258733"/>
                  </a:moveTo>
                  <a:lnTo>
                    <a:pt x="271365" y="221771"/>
                  </a:lnTo>
                  <a:lnTo>
                    <a:pt x="232598" y="221771"/>
                  </a:lnTo>
                  <a:close/>
                  <a:moveTo>
                    <a:pt x="193832" y="233980"/>
                  </a:moveTo>
                  <a:lnTo>
                    <a:pt x="221854" y="258733"/>
                  </a:lnTo>
                  <a:lnTo>
                    <a:pt x="193832" y="221771"/>
                  </a:lnTo>
                  <a:close/>
                  <a:moveTo>
                    <a:pt x="193832" y="221771"/>
                  </a:moveTo>
                  <a:lnTo>
                    <a:pt x="221854" y="258733"/>
                  </a:lnTo>
                  <a:lnTo>
                    <a:pt x="232598" y="258733"/>
                  </a:lnTo>
                  <a:close/>
                  <a:moveTo>
                    <a:pt x="193832" y="221771"/>
                  </a:moveTo>
                  <a:lnTo>
                    <a:pt x="232598" y="258733"/>
                  </a:lnTo>
                  <a:lnTo>
                    <a:pt x="232598" y="221771"/>
                  </a:lnTo>
                  <a:close/>
                  <a:moveTo>
                    <a:pt x="116299" y="221771"/>
                  </a:moveTo>
                  <a:lnTo>
                    <a:pt x="155066" y="221771"/>
                  </a:lnTo>
                  <a:lnTo>
                    <a:pt x="155066" y="184809"/>
                  </a:lnTo>
                  <a:close/>
                  <a:moveTo>
                    <a:pt x="155066" y="221771"/>
                  </a:moveTo>
                  <a:lnTo>
                    <a:pt x="116299" y="221771"/>
                  </a:lnTo>
                  <a:lnTo>
                    <a:pt x="155066" y="236080"/>
                  </a:lnTo>
                  <a:close/>
                  <a:moveTo>
                    <a:pt x="116299" y="221771"/>
                  </a:moveTo>
                  <a:lnTo>
                    <a:pt x="116299" y="253676"/>
                  </a:lnTo>
                  <a:lnTo>
                    <a:pt x="155066" y="236080"/>
                  </a:lnTo>
                  <a:close/>
                  <a:moveTo>
                    <a:pt x="155066" y="221771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066" y="221771"/>
                  </a:moveTo>
                  <a:lnTo>
                    <a:pt x="193832" y="184809"/>
                  </a:lnTo>
                  <a:lnTo>
                    <a:pt x="155066" y="184809"/>
                  </a:lnTo>
                  <a:close/>
                  <a:moveTo>
                    <a:pt x="193832" y="221771"/>
                  </a:moveTo>
                  <a:lnTo>
                    <a:pt x="155066" y="221771"/>
                  </a:lnTo>
                  <a:lnTo>
                    <a:pt x="193832" y="233980"/>
                  </a:lnTo>
                  <a:close/>
                  <a:moveTo>
                    <a:pt x="155066" y="221771"/>
                  </a:moveTo>
                  <a:lnTo>
                    <a:pt x="155066" y="236080"/>
                  </a:lnTo>
                  <a:lnTo>
                    <a:pt x="193832" y="233980"/>
                  </a:lnTo>
                  <a:close/>
                  <a:moveTo>
                    <a:pt x="193832" y="221771"/>
                  </a:moveTo>
                  <a:lnTo>
                    <a:pt x="232598" y="221771"/>
                  </a:lnTo>
                  <a:lnTo>
                    <a:pt x="232598" y="184809"/>
                  </a:lnTo>
                  <a:close/>
                  <a:moveTo>
                    <a:pt x="193832" y="221771"/>
                  </a:moveTo>
                  <a:lnTo>
                    <a:pt x="232598" y="184809"/>
                  </a:lnTo>
                  <a:lnTo>
                    <a:pt x="193832" y="184809"/>
                  </a:lnTo>
                  <a:close/>
                  <a:moveTo>
                    <a:pt x="38766" y="36962"/>
                  </a:moveTo>
                  <a:lnTo>
                    <a:pt x="77533" y="36962"/>
                  </a:lnTo>
                  <a:lnTo>
                    <a:pt x="77533" y="0"/>
                  </a:lnTo>
                  <a:close/>
                  <a:moveTo>
                    <a:pt x="38766" y="36962"/>
                  </a:moveTo>
                  <a:lnTo>
                    <a:pt x="77533" y="0"/>
                  </a:lnTo>
                  <a:lnTo>
                    <a:pt x="38766" y="0"/>
                  </a:lnTo>
                  <a:close/>
                  <a:moveTo>
                    <a:pt x="43492" y="332657"/>
                  </a:moveTo>
                  <a:lnTo>
                    <a:pt x="77533" y="357257"/>
                  </a:lnTo>
                  <a:lnTo>
                    <a:pt x="77533" y="332657"/>
                  </a:lnTo>
                  <a:close/>
                  <a:moveTo>
                    <a:pt x="59748" y="295695"/>
                  </a:moveTo>
                  <a:lnTo>
                    <a:pt x="77533" y="332657"/>
                  </a:lnTo>
                  <a:lnTo>
                    <a:pt x="77533" y="295695"/>
                  </a:lnTo>
                  <a:close/>
                  <a:moveTo>
                    <a:pt x="59748" y="295695"/>
                  </a:moveTo>
                  <a:lnTo>
                    <a:pt x="43492" y="332657"/>
                  </a:lnTo>
                  <a:lnTo>
                    <a:pt x="77533" y="332657"/>
                  </a:lnTo>
                  <a:close/>
                  <a:moveTo>
                    <a:pt x="116299" y="332657"/>
                  </a:moveTo>
                  <a:lnTo>
                    <a:pt x="77533" y="357257"/>
                  </a:lnTo>
                  <a:lnTo>
                    <a:pt x="116299" y="363551"/>
                  </a:lnTo>
                  <a:close/>
                  <a:moveTo>
                    <a:pt x="155066" y="332657"/>
                  </a:moveTo>
                  <a:lnTo>
                    <a:pt x="116299" y="363551"/>
                  </a:lnTo>
                  <a:lnTo>
                    <a:pt x="155066" y="358596"/>
                  </a:lnTo>
                  <a:close/>
                  <a:moveTo>
                    <a:pt x="193832" y="332657"/>
                  </a:moveTo>
                  <a:lnTo>
                    <a:pt x="155066" y="358596"/>
                  </a:lnTo>
                  <a:lnTo>
                    <a:pt x="193832" y="343913"/>
                  </a:lnTo>
                  <a:close/>
                  <a:moveTo>
                    <a:pt x="193832" y="332657"/>
                  </a:moveTo>
                  <a:lnTo>
                    <a:pt x="193832" y="343913"/>
                  </a:lnTo>
                  <a:lnTo>
                    <a:pt x="209641" y="332657"/>
                  </a:lnTo>
                  <a:close/>
                  <a:moveTo>
                    <a:pt x="193832" y="295695"/>
                  </a:moveTo>
                  <a:lnTo>
                    <a:pt x="209641" y="332657"/>
                  </a:lnTo>
                  <a:lnTo>
                    <a:pt x="230826" y="295695"/>
                  </a:lnTo>
                  <a:close/>
                  <a:moveTo>
                    <a:pt x="77533" y="281627"/>
                  </a:moveTo>
                  <a:lnTo>
                    <a:pt x="59748" y="295695"/>
                  </a:lnTo>
                  <a:lnTo>
                    <a:pt x="77533" y="295695"/>
                  </a:lnTo>
                  <a:close/>
                  <a:moveTo>
                    <a:pt x="77533" y="295695"/>
                  </a:moveTo>
                  <a:lnTo>
                    <a:pt x="108315" y="258733"/>
                  </a:lnTo>
                  <a:lnTo>
                    <a:pt x="77533" y="281627"/>
                  </a:lnTo>
                  <a:close/>
                  <a:moveTo>
                    <a:pt x="116299" y="258733"/>
                  </a:moveTo>
                  <a:lnTo>
                    <a:pt x="108315" y="258733"/>
                  </a:lnTo>
                  <a:lnTo>
                    <a:pt x="77533" y="295695"/>
                  </a:lnTo>
                  <a:close/>
                  <a:moveTo>
                    <a:pt x="193832" y="258733"/>
                  </a:moveTo>
                  <a:lnTo>
                    <a:pt x="230826" y="295695"/>
                  </a:lnTo>
                  <a:lnTo>
                    <a:pt x="221854" y="258733"/>
                  </a:lnTo>
                  <a:close/>
                  <a:moveTo>
                    <a:pt x="116299" y="253676"/>
                  </a:moveTo>
                  <a:lnTo>
                    <a:pt x="108315" y="258733"/>
                  </a:lnTo>
                  <a:lnTo>
                    <a:pt x="116299" y="258733"/>
                  </a:lnTo>
                  <a:close/>
                  <a:moveTo>
                    <a:pt x="116299" y="258733"/>
                  </a:moveTo>
                  <a:lnTo>
                    <a:pt x="155066" y="236080"/>
                  </a:lnTo>
                  <a:lnTo>
                    <a:pt x="116299" y="253676"/>
                  </a:lnTo>
                  <a:close/>
                  <a:moveTo>
                    <a:pt x="116299" y="258733"/>
                  </a:moveTo>
                  <a:lnTo>
                    <a:pt x="155066" y="258733"/>
                  </a:lnTo>
                  <a:lnTo>
                    <a:pt x="155066" y="236080"/>
                  </a:lnTo>
                  <a:close/>
                  <a:moveTo>
                    <a:pt x="155066" y="258733"/>
                  </a:moveTo>
                  <a:lnTo>
                    <a:pt x="193832" y="233980"/>
                  </a:lnTo>
                  <a:lnTo>
                    <a:pt x="155066" y="236080"/>
                  </a:lnTo>
                  <a:close/>
                  <a:moveTo>
                    <a:pt x="193832" y="258733"/>
                  </a:moveTo>
                  <a:lnTo>
                    <a:pt x="221854" y="258733"/>
                  </a:lnTo>
                  <a:lnTo>
                    <a:pt x="193832" y="23398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1E0C7"/>
              </a:solidFill>
            </a:ln>
          </p:spPr>
        </p:sp>
        <p:sp>
          <p:nvSpPr>
            <p:cNvPr id="50017" name="Candidate_B3__3972">
              <a:extLst>
                <a:ext uri="{FF2B5EF4-FFF2-40B4-BE49-F238E27FC236}">
                  <a16:creationId xmlns:a16="http://schemas.microsoft.com/office/drawing/2014/main" id="{AFF73E97-D8E7-67B2-A54D-3E513C64A8E3}"/>
                </a:ext>
              </a:extLst>
            </p:cNvPr>
            <p:cNvSpPr>
              <a:spLocks noGrp="1"/>
            </p:cNvSpPr>
            <p:nvPr/>
          </p:nvSpPr>
          <p:spPr>
            <a:xfrm>
              <a:off x="4873166" y="4404045"/>
              <a:ext cx="153293" cy="129570"/>
            </a:xfrm>
            <a:custGeom>
              <a:avLst/>
              <a:gdLst/>
              <a:ahLst/>
              <a:cxnLst/>
              <a:rect l="0" t="0" r="0" b="0"/>
              <a:pathLst>
                <a:path w="153293" h="129570">
                  <a:moveTo>
                    <a:pt x="38766" y="98676"/>
                  </a:moveTo>
                  <a:lnTo>
                    <a:pt x="0" y="98676"/>
                  </a:lnTo>
                  <a:lnTo>
                    <a:pt x="0" y="123277"/>
                  </a:lnTo>
                  <a:close/>
                  <a:moveTo>
                    <a:pt x="0" y="98676"/>
                  </a:moveTo>
                  <a:lnTo>
                    <a:pt x="38766" y="98676"/>
                  </a:lnTo>
                  <a:lnTo>
                    <a:pt x="38766" y="61714"/>
                  </a:lnTo>
                  <a:close/>
                  <a:moveTo>
                    <a:pt x="0" y="98676"/>
                  </a:moveTo>
                  <a:lnTo>
                    <a:pt x="38766" y="61714"/>
                  </a:lnTo>
                  <a:lnTo>
                    <a:pt x="0" y="61714"/>
                  </a:lnTo>
                  <a:close/>
                  <a:moveTo>
                    <a:pt x="77533" y="98676"/>
                  </a:moveTo>
                  <a:lnTo>
                    <a:pt x="38766" y="98676"/>
                  </a:lnTo>
                  <a:lnTo>
                    <a:pt x="38766" y="129570"/>
                  </a:lnTo>
                  <a:close/>
                  <a:moveTo>
                    <a:pt x="38766" y="98676"/>
                  </a:moveTo>
                  <a:lnTo>
                    <a:pt x="77533" y="98676"/>
                  </a:lnTo>
                  <a:lnTo>
                    <a:pt x="77533" y="61714"/>
                  </a:lnTo>
                  <a:close/>
                  <a:moveTo>
                    <a:pt x="38766" y="98676"/>
                  </a:moveTo>
                  <a:lnTo>
                    <a:pt x="77533" y="61714"/>
                  </a:lnTo>
                  <a:lnTo>
                    <a:pt x="38766" y="61714"/>
                  </a:lnTo>
                  <a:close/>
                  <a:moveTo>
                    <a:pt x="116299" y="98676"/>
                  </a:moveTo>
                  <a:lnTo>
                    <a:pt x="77533" y="98676"/>
                  </a:lnTo>
                  <a:lnTo>
                    <a:pt x="77533" y="124615"/>
                  </a:lnTo>
                  <a:close/>
                  <a:moveTo>
                    <a:pt x="77533" y="98676"/>
                  </a:moveTo>
                  <a:lnTo>
                    <a:pt x="116299" y="98676"/>
                  </a:lnTo>
                  <a:lnTo>
                    <a:pt x="116299" y="61714"/>
                  </a:lnTo>
                  <a:close/>
                  <a:moveTo>
                    <a:pt x="77533" y="98676"/>
                  </a:moveTo>
                  <a:lnTo>
                    <a:pt x="116299" y="61714"/>
                  </a:lnTo>
                  <a:lnTo>
                    <a:pt x="77533" y="61714"/>
                  </a:lnTo>
                  <a:close/>
                  <a:moveTo>
                    <a:pt x="116299" y="61714"/>
                  </a:moveTo>
                  <a:lnTo>
                    <a:pt x="116299" y="98676"/>
                  </a:lnTo>
                  <a:lnTo>
                    <a:pt x="132108" y="98676"/>
                  </a:lnTo>
                  <a:close/>
                  <a:moveTo>
                    <a:pt x="38766" y="61714"/>
                  </a:moveTo>
                  <a:lnTo>
                    <a:pt x="38766" y="24753"/>
                  </a:lnTo>
                  <a:lnTo>
                    <a:pt x="0" y="61714"/>
                  </a:lnTo>
                  <a:close/>
                  <a:moveTo>
                    <a:pt x="38766" y="61714"/>
                  </a:moveTo>
                  <a:lnTo>
                    <a:pt x="77533" y="61714"/>
                  </a:lnTo>
                  <a:lnTo>
                    <a:pt x="77533" y="24753"/>
                  </a:lnTo>
                  <a:close/>
                  <a:moveTo>
                    <a:pt x="38766" y="61714"/>
                  </a:moveTo>
                  <a:lnTo>
                    <a:pt x="77533" y="24753"/>
                  </a:lnTo>
                  <a:lnTo>
                    <a:pt x="38766" y="24753"/>
                  </a:lnTo>
                  <a:close/>
                  <a:moveTo>
                    <a:pt x="77533" y="61714"/>
                  </a:moveTo>
                  <a:lnTo>
                    <a:pt x="116299" y="61714"/>
                  </a:lnTo>
                  <a:lnTo>
                    <a:pt x="116299" y="24753"/>
                  </a:lnTo>
                  <a:close/>
                  <a:moveTo>
                    <a:pt x="77533" y="61714"/>
                  </a:moveTo>
                  <a:lnTo>
                    <a:pt x="116299" y="24753"/>
                  </a:lnTo>
                  <a:lnTo>
                    <a:pt x="77533" y="24753"/>
                  </a:lnTo>
                  <a:close/>
                  <a:moveTo>
                    <a:pt x="116299" y="24753"/>
                  </a:moveTo>
                  <a:lnTo>
                    <a:pt x="116299" y="61714"/>
                  </a:lnTo>
                  <a:lnTo>
                    <a:pt x="153293" y="61714"/>
                  </a:lnTo>
                  <a:close/>
                  <a:moveTo>
                    <a:pt x="77533" y="24753"/>
                  </a:moveTo>
                  <a:lnTo>
                    <a:pt x="116299" y="24753"/>
                  </a:lnTo>
                  <a:lnTo>
                    <a:pt x="116299" y="0"/>
                  </a:lnTo>
                  <a:close/>
                </a:path>
              </a:pathLst>
            </a:custGeom>
            <a:solidFill>
              <a:srgbClr val="7DCBA2"/>
            </a:solidFill>
            <a:ln w="4001">
              <a:solidFill>
                <a:srgbClr val="B1E0C7"/>
              </a:solidFill>
            </a:ln>
          </p:spPr>
        </p:sp>
      </p:grpSp>
      <p:grpSp>
        <p:nvGrpSpPr>
          <p:cNvPr id="6219" name="Candidate_B3">
            <a:extLst>
              <a:ext uri="{FF2B5EF4-FFF2-40B4-BE49-F238E27FC236}">
                <a16:creationId xmlns:a16="http://schemas.microsoft.com/office/drawing/2014/main" id="{14139E2B-2118-3659-E781-A5A09DA9A699}"/>
              </a:ext>
            </a:extLst>
          </p:cNvPr>
          <p:cNvGrpSpPr/>
          <p:nvPr/>
        </p:nvGrpSpPr>
        <p:grpSpPr>
          <a:xfrm>
            <a:off x="3134911" y="2393775"/>
            <a:ext cx="290407" cy="349673"/>
            <a:chOff x="4681538" y="4071938"/>
            <a:chExt cx="466725" cy="561975"/>
          </a:xfrm>
        </p:grpSpPr>
        <p:sp>
          <p:nvSpPr>
            <p:cNvPr id="3964" name="Candidate_B3__3963">
              <a:extLst>
                <a:ext uri="{FF2B5EF4-FFF2-40B4-BE49-F238E27FC236}">
                  <a16:creationId xmlns:a16="http://schemas.microsoft.com/office/drawing/2014/main" id="{151C7C2A-7CB3-9C83-A7EA-48718B307844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6725" cy="561975"/>
            </a:xfrm>
            <a:custGeom>
              <a:avLst/>
              <a:gdLst/>
              <a:ahLst/>
              <a:cxnLst/>
              <a:rect l="0" t="0" r="0" b="0"/>
              <a:pathLst>
                <a:path w="466725" h="561975">
                  <a:moveTo>
                    <a:pt x="68960" y="541669"/>
                  </a:moveTo>
                  <a:lnTo>
                    <a:pt x="75330" y="545163"/>
                  </a:lnTo>
                  <a:lnTo>
                    <a:pt x="75330" y="541669"/>
                  </a:lnTo>
                  <a:close/>
                  <a:moveTo>
                    <a:pt x="68960" y="541669"/>
                  </a:moveTo>
                  <a:lnTo>
                    <a:pt x="75330" y="541669"/>
                  </a:lnTo>
                  <a:lnTo>
                    <a:pt x="36563" y="519563"/>
                  </a:lnTo>
                  <a:close/>
                  <a:moveTo>
                    <a:pt x="114096" y="557755"/>
                  </a:moveTo>
                  <a:lnTo>
                    <a:pt x="114096" y="553368"/>
                  </a:lnTo>
                  <a:lnTo>
                    <a:pt x="75330" y="545163"/>
                  </a:lnTo>
                  <a:close/>
                  <a:moveTo>
                    <a:pt x="114096" y="557755"/>
                  </a:moveTo>
                  <a:lnTo>
                    <a:pt x="152862" y="561975"/>
                  </a:lnTo>
                  <a:lnTo>
                    <a:pt x="152862" y="558245"/>
                  </a:lnTo>
                  <a:close/>
                  <a:moveTo>
                    <a:pt x="152862" y="561975"/>
                  </a:moveTo>
                  <a:lnTo>
                    <a:pt x="191629" y="560586"/>
                  </a:lnTo>
                  <a:lnTo>
                    <a:pt x="191629" y="557370"/>
                  </a:lnTo>
                  <a:close/>
                  <a:moveTo>
                    <a:pt x="191629" y="560586"/>
                  </a:moveTo>
                  <a:lnTo>
                    <a:pt x="230395" y="555126"/>
                  </a:lnTo>
                  <a:lnTo>
                    <a:pt x="230395" y="552422"/>
                  </a:lnTo>
                  <a:close/>
                  <a:moveTo>
                    <a:pt x="230395" y="555126"/>
                  </a:moveTo>
                  <a:lnTo>
                    <a:pt x="269162" y="546279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69162" y="544116"/>
                  </a:lnTo>
                  <a:lnTo>
                    <a:pt x="269162" y="546279"/>
                  </a:lnTo>
                  <a:close/>
                  <a:moveTo>
                    <a:pt x="284238" y="541669"/>
                  </a:moveTo>
                  <a:lnTo>
                    <a:pt x="307928" y="535070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22036" y="504707"/>
                  </a:lnTo>
                  <a:lnTo>
                    <a:pt x="36563" y="519563"/>
                  </a:lnTo>
                  <a:close/>
                  <a:moveTo>
                    <a:pt x="3170" y="467745"/>
                  </a:moveTo>
                  <a:lnTo>
                    <a:pt x="22036" y="504707"/>
                  </a:lnTo>
                  <a:lnTo>
                    <a:pt x="28853" y="504707"/>
                  </a:lnTo>
                  <a:close/>
                  <a:moveTo>
                    <a:pt x="307928" y="535070"/>
                  </a:moveTo>
                  <a:lnTo>
                    <a:pt x="346694" y="519983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46694" y="519004"/>
                  </a:lnTo>
                  <a:lnTo>
                    <a:pt x="346694" y="519983"/>
                  </a:lnTo>
                  <a:close/>
                  <a:moveTo>
                    <a:pt x="373116" y="504707"/>
                  </a:moveTo>
                  <a:lnTo>
                    <a:pt x="385461" y="496232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3170" y="467745"/>
                  </a:lnTo>
                  <a:lnTo>
                    <a:pt x="8802" y="467745"/>
                  </a:lnTo>
                  <a:close/>
                  <a:moveTo>
                    <a:pt x="415693" y="467745"/>
                  </a:moveTo>
                  <a:lnTo>
                    <a:pt x="385461" y="495425"/>
                  </a:lnTo>
                  <a:lnTo>
                    <a:pt x="385461" y="496232"/>
                  </a:lnTo>
                  <a:close/>
                  <a:moveTo>
                    <a:pt x="415693" y="467745"/>
                  </a:moveTo>
                  <a:lnTo>
                    <a:pt x="424227" y="45516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0" y="430783"/>
                  </a:lnTo>
                  <a:lnTo>
                    <a:pt x="5333" y="430783"/>
                  </a:lnTo>
                  <a:close/>
                  <a:moveTo>
                    <a:pt x="439031" y="430783"/>
                  </a:moveTo>
                  <a:lnTo>
                    <a:pt x="424227" y="453666"/>
                  </a:lnTo>
                  <a:lnTo>
                    <a:pt x="424227" y="455165"/>
                  </a:lnTo>
                  <a:close/>
                  <a:moveTo>
                    <a:pt x="437852" y="430783"/>
                  </a:moveTo>
                  <a:lnTo>
                    <a:pt x="439031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36563" y="356995"/>
                  </a:lnTo>
                  <a:lnTo>
                    <a:pt x="10201" y="393821"/>
                  </a:lnTo>
                  <a:close/>
                  <a:moveTo>
                    <a:pt x="36563" y="356995"/>
                  </a:moveTo>
                  <a:lnTo>
                    <a:pt x="36563" y="364710"/>
                  </a:lnTo>
                  <a:lnTo>
                    <a:pt x="36677" y="356860"/>
                  </a:lnTo>
                  <a:close/>
                  <a:moveTo>
                    <a:pt x="449388" y="393821"/>
                  </a:moveTo>
                  <a:lnTo>
                    <a:pt x="45136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75330" y="322550"/>
                  </a:lnTo>
                  <a:lnTo>
                    <a:pt x="36677" y="356860"/>
                  </a:lnTo>
                  <a:close/>
                  <a:moveTo>
                    <a:pt x="75330" y="322550"/>
                  </a:moveTo>
                  <a:lnTo>
                    <a:pt x="75330" y="327662"/>
                  </a:lnTo>
                  <a:lnTo>
                    <a:pt x="78937" y="319898"/>
                  </a:lnTo>
                  <a:close/>
                  <a:moveTo>
                    <a:pt x="454712" y="356860"/>
                  </a:moveTo>
                  <a:lnTo>
                    <a:pt x="4581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114096" y="286589"/>
                  </a:lnTo>
                  <a:lnTo>
                    <a:pt x="78937" y="319898"/>
                  </a:lnTo>
                  <a:close/>
                  <a:moveTo>
                    <a:pt x="114096" y="286589"/>
                  </a:moveTo>
                  <a:lnTo>
                    <a:pt x="114096" y="292120"/>
                  </a:lnTo>
                  <a:lnTo>
                    <a:pt x="117752" y="282936"/>
                  </a:lnTo>
                  <a:close/>
                  <a:moveTo>
                    <a:pt x="462994" y="317872"/>
                  </a:moveTo>
                  <a:lnTo>
                    <a:pt x="462994" y="282936"/>
                  </a:lnTo>
                  <a:lnTo>
                    <a:pt x="462806" y="319898"/>
                  </a:lnTo>
                  <a:close/>
                  <a:moveTo>
                    <a:pt x="126785" y="245974"/>
                  </a:moveTo>
                  <a:lnTo>
                    <a:pt x="117752" y="282936"/>
                  </a:lnTo>
                  <a:lnTo>
                    <a:pt x="123224" y="282936"/>
                  </a:lnTo>
                  <a:close/>
                  <a:moveTo>
                    <a:pt x="462994" y="282936"/>
                  </a:moveTo>
                  <a:lnTo>
                    <a:pt x="462994" y="317872"/>
                  </a:lnTo>
                  <a:lnTo>
                    <a:pt x="466725" y="282936"/>
                  </a:lnTo>
                  <a:close/>
                  <a:moveTo>
                    <a:pt x="462994" y="245974"/>
                  </a:moveTo>
                  <a:lnTo>
                    <a:pt x="466725" y="282936"/>
                  </a:lnTo>
                  <a:lnTo>
                    <a:pt x="466629" y="245974"/>
                  </a:lnTo>
                  <a:close/>
                  <a:moveTo>
                    <a:pt x="462994" y="245974"/>
                  </a:moveTo>
                  <a:lnTo>
                    <a:pt x="462994" y="282936"/>
                  </a:lnTo>
                  <a:lnTo>
                    <a:pt x="466725" y="282936"/>
                  </a:lnTo>
                  <a:close/>
                  <a:moveTo>
                    <a:pt x="126785" y="245974"/>
                  </a:moveTo>
                  <a:lnTo>
                    <a:pt x="130561" y="245974"/>
                  </a:lnTo>
                  <a:lnTo>
                    <a:pt x="114096" y="220071"/>
                  </a:lnTo>
                  <a:close/>
                  <a:moveTo>
                    <a:pt x="462994" y="245974"/>
                  </a:moveTo>
                  <a:lnTo>
                    <a:pt x="466629" y="245974"/>
                  </a:lnTo>
                  <a:lnTo>
                    <a:pt x="462994" y="228493"/>
                  </a:lnTo>
                  <a:close/>
                  <a:moveTo>
                    <a:pt x="462994" y="245974"/>
                  </a:moveTo>
                  <a:lnTo>
                    <a:pt x="462994" y="228493"/>
                  </a:lnTo>
                  <a:lnTo>
                    <a:pt x="457256" y="245974"/>
                  </a:lnTo>
                  <a:close/>
                  <a:moveTo>
                    <a:pt x="457256" y="245974"/>
                  </a:moveTo>
                  <a:lnTo>
                    <a:pt x="462994" y="228493"/>
                  </a:lnTo>
                  <a:lnTo>
                    <a:pt x="459323" y="209012"/>
                  </a:lnTo>
                  <a:close/>
                  <a:moveTo>
                    <a:pt x="108529" y="209012"/>
                  </a:moveTo>
                  <a:lnTo>
                    <a:pt x="108483" y="209012"/>
                  </a:lnTo>
                  <a:lnTo>
                    <a:pt x="114096" y="220071"/>
                  </a:lnTo>
                  <a:close/>
                  <a:moveTo>
                    <a:pt x="78969" y="172050"/>
                  </a:moveTo>
                  <a:lnTo>
                    <a:pt x="108483" y="209012"/>
                  </a:lnTo>
                  <a:lnTo>
                    <a:pt x="108529" y="209012"/>
                  </a:lnTo>
                  <a:close/>
                  <a:moveTo>
                    <a:pt x="448796" y="209012"/>
                  </a:moveTo>
                  <a:lnTo>
                    <a:pt x="459323" y="209012"/>
                  </a:lnTo>
                  <a:lnTo>
                    <a:pt x="441435" y="172050"/>
                  </a:lnTo>
                  <a:close/>
                  <a:moveTo>
                    <a:pt x="78969" y="172050"/>
                  </a:moveTo>
                  <a:lnTo>
                    <a:pt x="76541" y="172050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8470" y="172050"/>
                  </a:lnTo>
                  <a:lnTo>
                    <a:pt x="441435" y="172050"/>
                  </a:lnTo>
                  <a:close/>
                  <a:moveTo>
                    <a:pt x="424227" y="152100"/>
                  </a:moveTo>
                  <a:lnTo>
                    <a:pt x="405686" y="135089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58030" y="135089"/>
                  </a:lnTo>
                  <a:lnTo>
                    <a:pt x="75330" y="166296"/>
                  </a:lnTo>
                  <a:close/>
                  <a:moveTo>
                    <a:pt x="51924" y="98127"/>
                  </a:moveTo>
                  <a:lnTo>
                    <a:pt x="58030" y="135089"/>
                  </a:lnTo>
                  <a:lnTo>
                    <a:pt x="55137" y="135089"/>
                  </a:lnTo>
                  <a:close/>
                  <a:moveTo>
                    <a:pt x="385461" y="119762"/>
                  </a:moveTo>
                  <a:lnTo>
                    <a:pt x="390926" y="135089"/>
                  </a:lnTo>
                  <a:lnTo>
                    <a:pt x="405686" y="135089"/>
                  </a:lnTo>
                  <a:close/>
                  <a:moveTo>
                    <a:pt x="350128" y="98127"/>
                  </a:moveTo>
                  <a:lnTo>
                    <a:pt x="346694" y="98127"/>
                  </a:lnTo>
                  <a:lnTo>
                    <a:pt x="385461" y="119762"/>
                  </a:lnTo>
                  <a:close/>
                  <a:moveTo>
                    <a:pt x="385461" y="119762"/>
                  </a:moveTo>
                  <a:lnTo>
                    <a:pt x="346694" y="98127"/>
                  </a:lnTo>
                  <a:lnTo>
                    <a:pt x="346694" y="103266"/>
                  </a:lnTo>
                  <a:close/>
                  <a:moveTo>
                    <a:pt x="61453" y="61165"/>
                  </a:moveTo>
                  <a:lnTo>
                    <a:pt x="51924" y="98127"/>
                  </a:lnTo>
                  <a:lnTo>
                    <a:pt x="48886" y="98127"/>
                  </a:lnTo>
                  <a:close/>
                  <a:moveTo>
                    <a:pt x="307928" y="69293"/>
                  </a:moveTo>
                  <a:lnTo>
                    <a:pt x="297051" y="61165"/>
                  </a:lnTo>
                  <a:lnTo>
                    <a:pt x="295081" y="61165"/>
                  </a:lnTo>
                  <a:close/>
                  <a:moveTo>
                    <a:pt x="346694" y="95826"/>
                  </a:moveTo>
                  <a:lnTo>
                    <a:pt x="339644" y="98127"/>
                  </a:lnTo>
                  <a:lnTo>
                    <a:pt x="346694" y="98127"/>
                  </a:lnTo>
                  <a:close/>
                  <a:moveTo>
                    <a:pt x="307928" y="69293"/>
                  </a:moveTo>
                  <a:lnTo>
                    <a:pt x="307928" y="72593"/>
                  </a:lnTo>
                  <a:lnTo>
                    <a:pt x="346694" y="95826"/>
                  </a:lnTo>
                  <a:close/>
                  <a:moveTo>
                    <a:pt x="346694" y="98127"/>
                  </a:moveTo>
                  <a:lnTo>
                    <a:pt x="350128" y="98127"/>
                  </a:lnTo>
                  <a:lnTo>
                    <a:pt x="346694" y="95826"/>
                  </a:lnTo>
                  <a:close/>
                  <a:moveTo>
                    <a:pt x="75330" y="37779"/>
                  </a:moveTo>
                  <a:lnTo>
                    <a:pt x="75330" y="42493"/>
                  </a:lnTo>
                  <a:lnTo>
                    <a:pt x="61453" y="61165"/>
                  </a:lnTo>
                  <a:close/>
                  <a:moveTo>
                    <a:pt x="75330" y="42493"/>
                  </a:moveTo>
                  <a:lnTo>
                    <a:pt x="75330" y="37779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95081" y="61165"/>
                  </a:lnTo>
                  <a:lnTo>
                    <a:pt x="297051" y="61165"/>
                  </a:lnTo>
                  <a:close/>
                  <a:moveTo>
                    <a:pt x="269162" y="40091"/>
                  </a:moveTo>
                  <a:lnTo>
                    <a:pt x="243505" y="24203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114096" y="12800"/>
                  </a:lnTo>
                  <a:lnTo>
                    <a:pt x="95306" y="24203"/>
                  </a:lnTo>
                  <a:close/>
                  <a:moveTo>
                    <a:pt x="152862" y="0"/>
                  </a:moveTo>
                  <a:lnTo>
                    <a:pt x="152862" y="2642"/>
                  </a:lnTo>
                  <a:lnTo>
                    <a:pt x="114096" y="12800"/>
                  </a:lnTo>
                  <a:close/>
                  <a:moveTo>
                    <a:pt x="191629" y="1774"/>
                  </a:moveTo>
                  <a:lnTo>
                    <a:pt x="191629" y="4203"/>
                  </a:lnTo>
                  <a:lnTo>
                    <a:pt x="152862" y="2642"/>
                  </a:lnTo>
                  <a:close/>
                  <a:moveTo>
                    <a:pt x="230395" y="14580"/>
                  </a:moveTo>
                  <a:lnTo>
                    <a:pt x="230395" y="16732"/>
                  </a:lnTo>
                  <a:lnTo>
                    <a:pt x="191629" y="4203"/>
                  </a:lnTo>
                  <a:close/>
                  <a:moveTo>
                    <a:pt x="230395" y="16732"/>
                  </a:moveTo>
                  <a:lnTo>
                    <a:pt x="246565" y="24203"/>
                  </a:lnTo>
                  <a:lnTo>
                    <a:pt x="243505" y="24203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3965" name="Candidate_B3__3964">
              <a:extLst>
                <a:ext uri="{FF2B5EF4-FFF2-40B4-BE49-F238E27FC236}">
                  <a16:creationId xmlns:a16="http://schemas.microsoft.com/office/drawing/2014/main" id="{2BF75C22-E8CD-7D1D-BBAD-6873007A56E5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2994" cy="561975"/>
            </a:xfrm>
            <a:custGeom>
              <a:avLst/>
              <a:gdLst/>
              <a:ahLst/>
              <a:cxnLst/>
              <a:rect l="0" t="0" r="0" b="0"/>
              <a:pathLst>
                <a:path w="462994" h="561975">
                  <a:moveTo>
                    <a:pt x="36563" y="519563"/>
                  </a:moveTo>
                  <a:lnTo>
                    <a:pt x="75330" y="541669"/>
                  </a:lnTo>
                  <a:lnTo>
                    <a:pt x="75330" y="539832"/>
                  </a:lnTo>
                  <a:close/>
                  <a:moveTo>
                    <a:pt x="36563" y="519563"/>
                  </a:moveTo>
                  <a:lnTo>
                    <a:pt x="75330" y="539832"/>
                  </a:lnTo>
                  <a:lnTo>
                    <a:pt x="36563" y="512608"/>
                  </a:lnTo>
                  <a:close/>
                  <a:moveTo>
                    <a:pt x="75330" y="545163"/>
                  </a:moveTo>
                  <a:lnTo>
                    <a:pt x="80108" y="541669"/>
                  </a:lnTo>
                  <a:lnTo>
                    <a:pt x="75330" y="541669"/>
                  </a:lnTo>
                  <a:close/>
                  <a:moveTo>
                    <a:pt x="114096" y="553368"/>
                  </a:moveTo>
                  <a:lnTo>
                    <a:pt x="80108" y="541669"/>
                  </a:lnTo>
                  <a:lnTo>
                    <a:pt x="75330" y="545163"/>
                  </a:lnTo>
                  <a:close/>
                  <a:moveTo>
                    <a:pt x="75330" y="541669"/>
                  </a:moveTo>
                  <a:lnTo>
                    <a:pt x="80108" y="541669"/>
                  </a:lnTo>
                  <a:lnTo>
                    <a:pt x="75330" y="539832"/>
                  </a:lnTo>
                  <a:close/>
                  <a:moveTo>
                    <a:pt x="114096" y="553368"/>
                  </a:moveTo>
                  <a:lnTo>
                    <a:pt x="114096" y="557755"/>
                  </a:lnTo>
                  <a:lnTo>
                    <a:pt x="152862" y="558245"/>
                  </a:lnTo>
                  <a:close/>
                  <a:moveTo>
                    <a:pt x="152862" y="558245"/>
                  </a:moveTo>
                  <a:lnTo>
                    <a:pt x="152862" y="561975"/>
                  </a:lnTo>
                  <a:lnTo>
                    <a:pt x="191629" y="557370"/>
                  </a:lnTo>
                  <a:close/>
                  <a:moveTo>
                    <a:pt x="191629" y="557370"/>
                  </a:moveTo>
                  <a:lnTo>
                    <a:pt x="191629" y="560586"/>
                  </a:lnTo>
                  <a:lnTo>
                    <a:pt x="230395" y="552422"/>
                  </a:lnTo>
                  <a:close/>
                  <a:moveTo>
                    <a:pt x="230395" y="552422"/>
                  </a:moveTo>
                  <a:lnTo>
                    <a:pt x="230395" y="555126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77621" y="541669"/>
                  </a:lnTo>
                  <a:lnTo>
                    <a:pt x="269162" y="544116"/>
                  </a:lnTo>
                  <a:close/>
                  <a:moveTo>
                    <a:pt x="277621" y="541669"/>
                  </a:moveTo>
                  <a:lnTo>
                    <a:pt x="284238" y="541669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36563" y="519563"/>
                  </a:lnTo>
                  <a:lnTo>
                    <a:pt x="36563" y="512608"/>
                  </a:lnTo>
                  <a:close/>
                  <a:moveTo>
                    <a:pt x="3170" y="467745"/>
                  </a:moveTo>
                  <a:lnTo>
                    <a:pt x="28853" y="504707"/>
                  </a:lnTo>
                  <a:lnTo>
                    <a:pt x="8802" y="467745"/>
                  </a:lnTo>
                  <a:close/>
                  <a:moveTo>
                    <a:pt x="307928" y="533751"/>
                  </a:moveTo>
                  <a:lnTo>
                    <a:pt x="307928" y="535070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71779" y="504707"/>
                  </a:lnTo>
                  <a:lnTo>
                    <a:pt x="346694" y="519004"/>
                  </a:lnTo>
                  <a:close/>
                  <a:moveTo>
                    <a:pt x="371779" y="504707"/>
                  </a:moveTo>
                  <a:lnTo>
                    <a:pt x="373116" y="504707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8802" y="467745"/>
                  </a:lnTo>
                  <a:lnTo>
                    <a:pt x="5333" y="430783"/>
                  </a:lnTo>
                  <a:close/>
                  <a:moveTo>
                    <a:pt x="415693" y="467745"/>
                  </a:moveTo>
                  <a:lnTo>
                    <a:pt x="414858" y="467745"/>
                  </a:lnTo>
                  <a:lnTo>
                    <a:pt x="385461" y="495425"/>
                  </a:lnTo>
                  <a:close/>
                  <a:moveTo>
                    <a:pt x="414858" y="467745"/>
                  </a:moveTo>
                  <a:lnTo>
                    <a:pt x="415693" y="46774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5333" y="430783"/>
                  </a:lnTo>
                  <a:lnTo>
                    <a:pt x="15924" y="393821"/>
                  </a:lnTo>
                  <a:close/>
                  <a:moveTo>
                    <a:pt x="439031" y="430783"/>
                  </a:moveTo>
                  <a:lnTo>
                    <a:pt x="437852" y="430783"/>
                  </a:lnTo>
                  <a:lnTo>
                    <a:pt x="424227" y="453666"/>
                  </a:lnTo>
                  <a:close/>
                  <a:moveTo>
                    <a:pt x="449388" y="393821"/>
                  </a:moveTo>
                  <a:lnTo>
                    <a:pt x="437852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10201" y="393821"/>
                  </a:lnTo>
                  <a:lnTo>
                    <a:pt x="15924" y="393821"/>
                  </a:lnTo>
                  <a:close/>
                  <a:moveTo>
                    <a:pt x="36563" y="364710"/>
                  </a:moveTo>
                  <a:lnTo>
                    <a:pt x="43028" y="356860"/>
                  </a:lnTo>
                  <a:lnTo>
                    <a:pt x="36677" y="356860"/>
                  </a:lnTo>
                  <a:close/>
                  <a:moveTo>
                    <a:pt x="454712" y="356860"/>
                  </a:moveTo>
                  <a:lnTo>
                    <a:pt x="44938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36677" y="356860"/>
                  </a:lnTo>
                  <a:lnTo>
                    <a:pt x="43028" y="356860"/>
                  </a:lnTo>
                  <a:close/>
                  <a:moveTo>
                    <a:pt x="75330" y="327662"/>
                  </a:moveTo>
                  <a:lnTo>
                    <a:pt x="85653" y="319898"/>
                  </a:lnTo>
                  <a:lnTo>
                    <a:pt x="78937" y="319898"/>
                  </a:lnTo>
                  <a:close/>
                  <a:moveTo>
                    <a:pt x="457521" y="319898"/>
                  </a:moveTo>
                  <a:lnTo>
                    <a:pt x="4547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78937" y="319898"/>
                  </a:lnTo>
                  <a:lnTo>
                    <a:pt x="85653" y="319898"/>
                  </a:lnTo>
                  <a:close/>
                  <a:moveTo>
                    <a:pt x="114096" y="292120"/>
                  </a:moveTo>
                  <a:lnTo>
                    <a:pt x="123224" y="282936"/>
                  </a:lnTo>
                  <a:lnTo>
                    <a:pt x="117752" y="282936"/>
                  </a:lnTo>
                  <a:close/>
                  <a:moveTo>
                    <a:pt x="462806" y="319898"/>
                  </a:moveTo>
                  <a:lnTo>
                    <a:pt x="462994" y="282936"/>
                  </a:lnTo>
                  <a:lnTo>
                    <a:pt x="458956" y="282936"/>
                  </a:lnTo>
                  <a:close/>
                  <a:moveTo>
                    <a:pt x="462806" y="319898"/>
                  </a:moveTo>
                  <a:lnTo>
                    <a:pt x="458956" y="282936"/>
                  </a:lnTo>
                  <a:lnTo>
                    <a:pt x="457521" y="319898"/>
                  </a:lnTo>
                  <a:close/>
                  <a:moveTo>
                    <a:pt x="126785" y="245974"/>
                  </a:moveTo>
                  <a:lnTo>
                    <a:pt x="123224" y="282936"/>
                  </a:lnTo>
                  <a:lnTo>
                    <a:pt x="130561" y="245974"/>
                  </a:lnTo>
                  <a:close/>
                  <a:moveTo>
                    <a:pt x="462994" y="282936"/>
                  </a:moveTo>
                  <a:lnTo>
                    <a:pt x="462994" y="245974"/>
                  </a:lnTo>
                  <a:lnTo>
                    <a:pt x="458956" y="282936"/>
                  </a:lnTo>
                  <a:close/>
                  <a:moveTo>
                    <a:pt x="462994" y="245974"/>
                  </a:moveTo>
                  <a:lnTo>
                    <a:pt x="457256" y="245974"/>
                  </a:lnTo>
                  <a:lnTo>
                    <a:pt x="458956" y="282936"/>
                  </a:lnTo>
                  <a:close/>
                  <a:moveTo>
                    <a:pt x="130561" y="245974"/>
                  </a:moveTo>
                  <a:lnTo>
                    <a:pt x="114096" y="218444"/>
                  </a:lnTo>
                  <a:lnTo>
                    <a:pt x="114096" y="220071"/>
                  </a:lnTo>
                  <a:close/>
                  <a:moveTo>
                    <a:pt x="457256" y="245974"/>
                  </a:moveTo>
                  <a:lnTo>
                    <a:pt x="459323" y="209012"/>
                  </a:lnTo>
                  <a:lnTo>
                    <a:pt x="448796" y="209012"/>
                  </a:lnTo>
                  <a:close/>
                  <a:moveTo>
                    <a:pt x="108529" y="209012"/>
                  </a:moveTo>
                  <a:lnTo>
                    <a:pt x="114096" y="220071"/>
                  </a:lnTo>
                  <a:lnTo>
                    <a:pt x="114096" y="218444"/>
                  </a:lnTo>
                  <a:close/>
                  <a:moveTo>
                    <a:pt x="78969" y="172050"/>
                  </a:moveTo>
                  <a:lnTo>
                    <a:pt x="108529" y="209012"/>
                  </a:lnTo>
                  <a:lnTo>
                    <a:pt x="76541" y="172050"/>
                  </a:lnTo>
                  <a:close/>
                  <a:moveTo>
                    <a:pt x="428470" y="172050"/>
                  </a:moveTo>
                  <a:lnTo>
                    <a:pt x="448796" y="209012"/>
                  </a:lnTo>
                  <a:lnTo>
                    <a:pt x="441435" y="172050"/>
                  </a:lnTo>
                  <a:close/>
                  <a:moveTo>
                    <a:pt x="76541" y="172050"/>
                  </a:moveTo>
                  <a:lnTo>
                    <a:pt x="75330" y="170257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4227" y="167074"/>
                  </a:lnTo>
                  <a:lnTo>
                    <a:pt x="428470" y="172050"/>
                  </a:lnTo>
                  <a:close/>
                  <a:moveTo>
                    <a:pt x="424227" y="167074"/>
                  </a:moveTo>
                  <a:lnTo>
                    <a:pt x="424227" y="152100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75330" y="166296"/>
                  </a:lnTo>
                  <a:lnTo>
                    <a:pt x="75330" y="170257"/>
                  </a:lnTo>
                  <a:close/>
                  <a:moveTo>
                    <a:pt x="51924" y="98127"/>
                  </a:moveTo>
                  <a:lnTo>
                    <a:pt x="55137" y="135089"/>
                  </a:lnTo>
                  <a:lnTo>
                    <a:pt x="48886" y="98127"/>
                  </a:lnTo>
                  <a:close/>
                  <a:moveTo>
                    <a:pt x="385461" y="119762"/>
                  </a:moveTo>
                  <a:lnTo>
                    <a:pt x="385461" y="130711"/>
                  </a:lnTo>
                  <a:lnTo>
                    <a:pt x="390926" y="135089"/>
                  </a:lnTo>
                  <a:close/>
                  <a:moveTo>
                    <a:pt x="385461" y="119762"/>
                  </a:moveTo>
                  <a:lnTo>
                    <a:pt x="346694" y="103266"/>
                  </a:lnTo>
                  <a:lnTo>
                    <a:pt x="385461" y="130711"/>
                  </a:lnTo>
                  <a:close/>
                  <a:moveTo>
                    <a:pt x="61453" y="61165"/>
                  </a:moveTo>
                  <a:lnTo>
                    <a:pt x="48886" y="98127"/>
                  </a:lnTo>
                  <a:lnTo>
                    <a:pt x="57968" y="61165"/>
                  </a:lnTo>
                  <a:close/>
                  <a:moveTo>
                    <a:pt x="307928" y="72593"/>
                  </a:moveTo>
                  <a:lnTo>
                    <a:pt x="307928" y="69293"/>
                  </a:lnTo>
                  <a:lnTo>
                    <a:pt x="295081" y="61165"/>
                  </a:lnTo>
                  <a:close/>
                  <a:moveTo>
                    <a:pt x="307928" y="72593"/>
                  </a:moveTo>
                  <a:lnTo>
                    <a:pt x="339644" y="98127"/>
                  </a:lnTo>
                  <a:lnTo>
                    <a:pt x="346694" y="95826"/>
                  </a:lnTo>
                  <a:close/>
                  <a:moveTo>
                    <a:pt x="346694" y="103266"/>
                  </a:moveTo>
                  <a:lnTo>
                    <a:pt x="346694" y="98127"/>
                  </a:lnTo>
                  <a:lnTo>
                    <a:pt x="339644" y="98127"/>
                  </a:lnTo>
                  <a:close/>
                  <a:moveTo>
                    <a:pt x="75330" y="37779"/>
                  </a:moveTo>
                  <a:lnTo>
                    <a:pt x="61453" y="61165"/>
                  </a:lnTo>
                  <a:lnTo>
                    <a:pt x="57968" y="61165"/>
                  </a:lnTo>
                  <a:close/>
                  <a:moveTo>
                    <a:pt x="75330" y="37779"/>
                  </a:moveTo>
                  <a:lnTo>
                    <a:pt x="90163" y="24203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69162" y="39540"/>
                  </a:lnTo>
                  <a:lnTo>
                    <a:pt x="295081" y="61165"/>
                  </a:lnTo>
                  <a:close/>
                  <a:moveTo>
                    <a:pt x="269162" y="39540"/>
                  </a:moveTo>
                  <a:lnTo>
                    <a:pt x="269162" y="40091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95306" y="24203"/>
                  </a:lnTo>
                  <a:lnTo>
                    <a:pt x="90163" y="24203"/>
                  </a:lnTo>
                  <a:close/>
                  <a:moveTo>
                    <a:pt x="152862" y="0"/>
                  </a:moveTo>
                  <a:lnTo>
                    <a:pt x="114096" y="12800"/>
                  </a:lnTo>
                  <a:lnTo>
                    <a:pt x="114096" y="9702"/>
                  </a:lnTo>
                  <a:close/>
                  <a:moveTo>
                    <a:pt x="191629" y="1774"/>
                  </a:moveTo>
                  <a:lnTo>
                    <a:pt x="152862" y="2642"/>
                  </a:lnTo>
                  <a:lnTo>
                    <a:pt x="152862" y="0"/>
                  </a:lnTo>
                  <a:close/>
                  <a:moveTo>
                    <a:pt x="230395" y="14580"/>
                  </a:moveTo>
                  <a:lnTo>
                    <a:pt x="191629" y="4203"/>
                  </a:lnTo>
                  <a:lnTo>
                    <a:pt x="191629" y="1774"/>
                  </a:lnTo>
                  <a:close/>
                  <a:moveTo>
                    <a:pt x="230395" y="16732"/>
                  </a:moveTo>
                  <a:lnTo>
                    <a:pt x="230395" y="14580"/>
                  </a:lnTo>
                  <a:lnTo>
                    <a:pt x="246565" y="24203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3966" name="Candidate_B3__3965">
              <a:extLst>
                <a:ext uri="{FF2B5EF4-FFF2-40B4-BE49-F238E27FC236}">
                  <a16:creationId xmlns:a16="http://schemas.microsoft.com/office/drawing/2014/main" id="{4332BD82-F786-227B-E98E-30DD1B220F61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74775" y="541669"/>
                  </a:moveTo>
                  <a:lnTo>
                    <a:pt x="108763" y="553368"/>
                  </a:lnTo>
                  <a:lnTo>
                    <a:pt x="108763" y="541669"/>
                  </a:lnTo>
                  <a:close/>
                  <a:moveTo>
                    <a:pt x="74775" y="541669"/>
                  </a:moveTo>
                  <a:lnTo>
                    <a:pt x="108763" y="541669"/>
                  </a:lnTo>
                  <a:lnTo>
                    <a:pt x="69997" y="539832"/>
                  </a:lnTo>
                  <a:close/>
                  <a:moveTo>
                    <a:pt x="147530" y="558245"/>
                  </a:moveTo>
                  <a:lnTo>
                    <a:pt x="147530" y="543916"/>
                  </a:lnTo>
                  <a:lnTo>
                    <a:pt x="108763" y="553368"/>
                  </a:lnTo>
                  <a:close/>
                  <a:moveTo>
                    <a:pt x="147530" y="558245"/>
                  </a:moveTo>
                  <a:lnTo>
                    <a:pt x="186296" y="557370"/>
                  </a:lnTo>
                  <a:lnTo>
                    <a:pt x="186296" y="543918"/>
                  </a:lnTo>
                  <a:close/>
                  <a:moveTo>
                    <a:pt x="186296" y="557370"/>
                  </a:moveTo>
                  <a:lnTo>
                    <a:pt x="225062" y="552422"/>
                  </a:lnTo>
                  <a:lnTo>
                    <a:pt x="186296" y="543918"/>
                  </a:lnTo>
                  <a:close/>
                  <a:moveTo>
                    <a:pt x="263829" y="541669"/>
                  </a:moveTo>
                  <a:lnTo>
                    <a:pt x="225062" y="552422"/>
                  </a:lnTo>
                  <a:lnTo>
                    <a:pt x="263829" y="544116"/>
                  </a:lnTo>
                  <a:close/>
                  <a:moveTo>
                    <a:pt x="263829" y="541669"/>
                  </a:moveTo>
                  <a:lnTo>
                    <a:pt x="225062" y="541669"/>
                  </a:lnTo>
                  <a:lnTo>
                    <a:pt x="225062" y="552422"/>
                  </a:lnTo>
                  <a:close/>
                  <a:moveTo>
                    <a:pt x="263829" y="541669"/>
                  </a:moveTo>
                  <a:lnTo>
                    <a:pt x="263829" y="544116"/>
                  </a:lnTo>
                  <a:lnTo>
                    <a:pt x="272288" y="541669"/>
                  </a:lnTo>
                  <a:close/>
                  <a:moveTo>
                    <a:pt x="263829" y="532925"/>
                  </a:moveTo>
                  <a:lnTo>
                    <a:pt x="272288" y="541669"/>
                  </a:lnTo>
                  <a:lnTo>
                    <a:pt x="302595" y="533751"/>
                  </a:lnTo>
                  <a:close/>
                  <a:moveTo>
                    <a:pt x="23521" y="504707"/>
                  </a:moveTo>
                  <a:lnTo>
                    <a:pt x="31230" y="512608"/>
                  </a:lnTo>
                  <a:lnTo>
                    <a:pt x="31230" y="504707"/>
                  </a:lnTo>
                  <a:close/>
                  <a:moveTo>
                    <a:pt x="3469" y="467745"/>
                  </a:moveTo>
                  <a:lnTo>
                    <a:pt x="23521" y="504707"/>
                  </a:lnTo>
                  <a:lnTo>
                    <a:pt x="22963" y="467745"/>
                  </a:lnTo>
                  <a:close/>
                  <a:moveTo>
                    <a:pt x="69997" y="539832"/>
                  </a:moveTo>
                  <a:lnTo>
                    <a:pt x="69997" y="521522"/>
                  </a:lnTo>
                  <a:lnTo>
                    <a:pt x="31230" y="512608"/>
                  </a:lnTo>
                  <a:close/>
                  <a:moveTo>
                    <a:pt x="302595" y="533751"/>
                  </a:moveTo>
                  <a:lnTo>
                    <a:pt x="341362" y="519004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1362" y="507045"/>
                  </a:lnTo>
                  <a:lnTo>
                    <a:pt x="341362" y="519004"/>
                  </a:lnTo>
                  <a:close/>
                  <a:moveTo>
                    <a:pt x="366446" y="504707"/>
                  </a:moveTo>
                  <a:lnTo>
                    <a:pt x="380128" y="495425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3469" y="467745"/>
                  </a:lnTo>
                  <a:lnTo>
                    <a:pt x="22963" y="467745"/>
                  </a:lnTo>
                  <a:close/>
                  <a:moveTo>
                    <a:pt x="409525" y="467745"/>
                  </a:moveTo>
                  <a:lnTo>
                    <a:pt x="380128" y="481571"/>
                  </a:lnTo>
                  <a:lnTo>
                    <a:pt x="380128" y="495425"/>
                  </a:lnTo>
                  <a:close/>
                  <a:moveTo>
                    <a:pt x="409525" y="467745"/>
                  </a:moveTo>
                  <a:lnTo>
                    <a:pt x="418894" y="453666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0" y="430783"/>
                  </a:lnTo>
                  <a:lnTo>
                    <a:pt x="18478" y="430783"/>
                  </a:lnTo>
                  <a:close/>
                  <a:moveTo>
                    <a:pt x="432520" y="430783"/>
                  </a:moveTo>
                  <a:lnTo>
                    <a:pt x="418894" y="430859"/>
                  </a:lnTo>
                  <a:lnTo>
                    <a:pt x="418894" y="453666"/>
                  </a:lnTo>
                  <a:close/>
                  <a:moveTo>
                    <a:pt x="418939" y="430783"/>
                  </a:moveTo>
                  <a:lnTo>
                    <a:pt x="432520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31230" y="364710"/>
                  </a:lnTo>
                  <a:lnTo>
                    <a:pt x="10591" y="393821"/>
                  </a:lnTo>
                  <a:close/>
                  <a:moveTo>
                    <a:pt x="31230" y="364710"/>
                  </a:moveTo>
                  <a:lnTo>
                    <a:pt x="31230" y="393005"/>
                  </a:lnTo>
                  <a:lnTo>
                    <a:pt x="37695" y="356860"/>
                  </a:lnTo>
                  <a:close/>
                  <a:moveTo>
                    <a:pt x="430784" y="393821"/>
                  </a:moveTo>
                  <a:lnTo>
                    <a:pt x="444055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69997" y="327662"/>
                  </a:lnTo>
                  <a:lnTo>
                    <a:pt x="37695" y="356860"/>
                  </a:lnTo>
                  <a:close/>
                  <a:moveTo>
                    <a:pt x="69997" y="327662"/>
                  </a:moveTo>
                  <a:lnTo>
                    <a:pt x="69997" y="347971"/>
                  </a:lnTo>
                  <a:lnTo>
                    <a:pt x="80320" y="319898"/>
                  </a:lnTo>
                  <a:close/>
                  <a:moveTo>
                    <a:pt x="434785" y="356860"/>
                  </a:moveTo>
                  <a:lnTo>
                    <a:pt x="449379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108763" y="292120"/>
                  </a:lnTo>
                  <a:lnTo>
                    <a:pt x="80320" y="319898"/>
                  </a:lnTo>
                  <a:close/>
                  <a:moveTo>
                    <a:pt x="108763" y="292120"/>
                  </a:moveTo>
                  <a:lnTo>
                    <a:pt x="108763" y="317540"/>
                  </a:lnTo>
                  <a:lnTo>
                    <a:pt x="117891" y="282936"/>
                  </a:lnTo>
                  <a:close/>
                  <a:moveTo>
                    <a:pt x="435133" y="319898"/>
                  </a:moveTo>
                  <a:lnTo>
                    <a:pt x="452188" y="319898"/>
                  </a:lnTo>
                  <a:lnTo>
                    <a:pt x="453623" y="282936"/>
                  </a:lnTo>
                  <a:close/>
                  <a:moveTo>
                    <a:pt x="117891" y="282936"/>
                  </a:moveTo>
                  <a:lnTo>
                    <a:pt x="143169" y="282936"/>
                  </a:lnTo>
                  <a:lnTo>
                    <a:pt x="125228" y="245974"/>
                  </a:lnTo>
                  <a:close/>
                  <a:moveTo>
                    <a:pt x="433696" y="282936"/>
                  </a:moveTo>
                  <a:lnTo>
                    <a:pt x="453623" y="282936"/>
                  </a:lnTo>
                  <a:lnTo>
                    <a:pt x="451923" y="245974"/>
                  </a:lnTo>
                  <a:close/>
                  <a:moveTo>
                    <a:pt x="108763" y="218444"/>
                  </a:moveTo>
                  <a:lnTo>
                    <a:pt x="125228" y="245974"/>
                  </a:lnTo>
                  <a:lnTo>
                    <a:pt x="123826" y="209012"/>
                  </a:lnTo>
                  <a:close/>
                  <a:moveTo>
                    <a:pt x="451923" y="245974"/>
                  </a:moveTo>
                  <a:lnTo>
                    <a:pt x="443463" y="209012"/>
                  </a:lnTo>
                  <a:lnTo>
                    <a:pt x="429020" y="245974"/>
                  </a:lnTo>
                  <a:close/>
                  <a:moveTo>
                    <a:pt x="103196" y="209012"/>
                  </a:moveTo>
                  <a:lnTo>
                    <a:pt x="108763" y="218444"/>
                  </a:lnTo>
                  <a:lnTo>
                    <a:pt x="108763" y="209012"/>
                  </a:lnTo>
                  <a:close/>
                  <a:moveTo>
                    <a:pt x="71208" y="172050"/>
                  </a:moveTo>
                  <a:lnTo>
                    <a:pt x="103196" y="209012"/>
                  </a:lnTo>
                  <a:lnTo>
                    <a:pt x="85672" y="172050"/>
                  </a:lnTo>
                  <a:close/>
                  <a:moveTo>
                    <a:pt x="418894" y="172050"/>
                  </a:moveTo>
                  <a:lnTo>
                    <a:pt x="443463" y="209012"/>
                  </a:lnTo>
                  <a:lnTo>
                    <a:pt x="423137" y="172050"/>
                  </a:lnTo>
                  <a:close/>
                  <a:moveTo>
                    <a:pt x="418894" y="172050"/>
                  </a:moveTo>
                  <a:lnTo>
                    <a:pt x="418894" y="209012"/>
                  </a:lnTo>
                  <a:lnTo>
                    <a:pt x="443463" y="209012"/>
                  </a:lnTo>
                  <a:close/>
                  <a:moveTo>
                    <a:pt x="71208" y="172050"/>
                  </a:moveTo>
                  <a:lnTo>
                    <a:pt x="85672" y="172050"/>
                  </a:lnTo>
                  <a:lnTo>
                    <a:pt x="69997" y="170257"/>
                  </a:lnTo>
                  <a:close/>
                  <a:moveTo>
                    <a:pt x="418894" y="172050"/>
                  </a:moveTo>
                  <a:lnTo>
                    <a:pt x="423137" y="172050"/>
                  </a:lnTo>
                  <a:lnTo>
                    <a:pt x="418894" y="167074"/>
                  </a:lnTo>
                  <a:close/>
                  <a:moveTo>
                    <a:pt x="380128" y="135089"/>
                  </a:moveTo>
                  <a:lnTo>
                    <a:pt x="418894" y="172050"/>
                  </a:lnTo>
                  <a:lnTo>
                    <a:pt x="385593" y="135089"/>
                  </a:lnTo>
                  <a:close/>
                  <a:moveTo>
                    <a:pt x="385593" y="135089"/>
                  </a:moveTo>
                  <a:lnTo>
                    <a:pt x="418894" y="172050"/>
                  </a:lnTo>
                  <a:lnTo>
                    <a:pt x="418894" y="167074"/>
                  </a:lnTo>
                  <a:close/>
                  <a:moveTo>
                    <a:pt x="61163" y="135089"/>
                  </a:moveTo>
                  <a:lnTo>
                    <a:pt x="49804" y="135089"/>
                  </a:lnTo>
                  <a:lnTo>
                    <a:pt x="69997" y="170257"/>
                  </a:lnTo>
                  <a:close/>
                  <a:moveTo>
                    <a:pt x="43554" y="98127"/>
                  </a:moveTo>
                  <a:lnTo>
                    <a:pt x="49804" y="135089"/>
                  </a:lnTo>
                  <a:lnTo>
                    <a:pt x="61163" y="135089"/>
                  </a:lnTo>
                  <a:close/>
                  <a:moveTo>
                    <a:pt x="341362" y="103266"/>
                  </a:moveTo>
                  <a:lnTo>
                    <a:pt x="334311" y="98127"/>
                  </a:lnTo>
                  <a:lnTo>
                    <a:pt x="306658" y="98127"/>
                  </a:lnTo>
                  <a:close/>
                  <a:moveTo>
                    <a:pt x="341362" y="103266"/>
                  </a:moveTo>
                  <a:lnTo>
                    <a:pt x="341362" y="128683"/>
                  </a:lnTo>
                  <a:lnTo>
                    <a:pt x="380128" y="130711"/>
                  </a:lnTo>
                  <a:close/>
                  <a:moveTo>
                    <a:pt x="380128" y="135089"/>
                  </a:moveTo>
                  <a:lnTo>
                    <a:pt x="385593" y="135089"/>
                  </a:lnTo>
                  <a:lnTo>
                    <a:pt x="380128" y="130711"/>
                  </a:lnTo>
                  <a:close/>
                  <a:moveTo>
                    <a:pt x="52635" y="61165"/>
                  </a:moveTo>
                  <a:lnTo>
                    <a:pt x="43554" y="98127"/>
                  </a:lnTo>
                  <a:lnTo>
                    <a:pt x="54085" y="98127"/>
                  </a:lnTo>
                  <a:close/>
                  <a:moveTo>
                    <a:pt x="302595" y="72593"/>
                  </a:moveTo>
                  <a:lnTo>
                    <a:pt x="306658" y="98127"/>
                  </a:lnTo>
                  <a:lnTo>
                    <a:pt x="334311" y="98127"/>
                  </a:lnTo>
                  <a:close/>
                  <a:moveTo>
                    <a:pt x="302595" y="72593"/>
                  </a:moveTo>
                  <a:lnTo>
                    <a:pt x="289748" y="61165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69997" y="37779"/>
                  </a:lnTo>
                  <a:lnTo>
                    <a:pt x="52635" y="61165"/>
                  </a:lnTo>
                  <a:close/>
                  <a:moveTo>
                    <a:pt x="69997" y="37779"/>
                  </a:moveTo>
                  <a:lnTo>
                    <a:pt x="69997" y="53356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70932" y="61165"/>
                  </a:lnTo>
                  <a:lnTo>
                    <a:pt x="289748" y="61165"/>
                  </a:lnTo>
                  <a:close/>
                  <a:moveTo>
                    <a:pt x="241233" y="24203"/>
                  </a:moveTo>
                  <a:lnTo>
                    <a:pt x="225062" y="24203"/>
                  </a:lnTo>
                  <a:lnTo>
                    <a:pt x="263829" y="39540"/>
                  </a:lnTo>
                  <a:close/>
                  <a:moveTo>
                    <a:pt x="108763" y="20027"/>
                  </a:moveTo>
                  <a:lnTo>
                    <a:pt x="108763" y="9702"/>
                  </a:lnTo>
                  <a:lnTo>
                    <a:pt x="84830" y="24203"/>
                  </a:lnTo>
                  <a:close/>
                  <a:moveTo>
                    <a:pt x="147530" y="9224"/>
                  </a:moveTo>
                  <a:lnTo>
                    <a:pt x="147530" y="0"/>
                  </a:lnTo>
                  <a:lnTo>
                    <a:pt x="108763" y="9702"/>
                  </a:lnTo>
                  <a:close/>
                  <a:moveTo>
                    <a:pt x="186296" y="11263"/>
                  </a:moveTo>
                  <a:lnTo>
                    <a:pt x="186296" y="1774"/>
                  </a:lnTo>
                  <a:lnTo>
                    <a:pt x="147530" y="0"/>
                  </a:lnTo>
                  <a:close/>
                  <a:moveTo>
                    <a:pt x="186296" y="1774"/>
                  </a:moveTo>
                  <a:lnTo>
                    <a:pt x="186296" y="11263"/>
                  </a:lnTo>
                  <a:lnTo>
                    <a:pt x="225062" y="14580"/>
                  </a:lnTo>
                  <a:close/>
                  <a:moveTo>
                    <a:pt x="225062" y="24203"/>
                  </a:moveTo>
                  <a:lnTo>
                    <a:pt x="241233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3967" name="Candidate_B3__3966">
              <a:extLst>
                <a:ext uri="{FF2B5EF4-FFF2-40B4-BE49-F238E27FC236}">
                  <a16:creationId xmlns:a16="http://schemas.microsoft.com/office/drawing/2014/main" id="{8D080BFF-CD76-94CF-D038-B53ECF2877C1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69997" y="539832"/>
                  </a:moveTo>
                  <a:lnTo>
                    <a:pt x="108763" y="541669"/>
                  </a:lnTo>
                  <a:lnTo>
                    <a:pt x="108763" y="537612"/>
                  </a:lnTo>
                  <a:close/>
                  <a:moveTo>
                    <a:pt x="69997" y="539832"/>
                  </a:moveTo>
                  <a:lnTo>
                    <a:pt x="108763" y="537612"/>
                  </a:lnTo>
                  <a:lnTo>
                    <a:pt x="69997" y="521522"/>
                  </a:lnTo>
                  <a:close/>
                  <a:moveTo>
                    <a:pt x="108763" y="553368"/>
                  </a:moveTo>
                  <a:lnTo>
                    <a:pt x="133584" y="541669"/>
                  </a:lnTo>
                  <a:lnTo>
                    <a:pt x="108763" y="541669"/>
                  </a:lnTo>
                  <a:close/>
                  <a:moveTo>
                    <a:pt x="147530" y="543916"/>
                  </a:moveTo>
                  <a:lnTo>
                    <a:pt x="133584" y="541669"/>
                  </a:lnTo>
                  <a:lnTo>
                    <a:pt x="108763" y="553368"/>
                  </a:lnTo>
                  <a:close/>
                  <a:moveTo>
                    <a:pt x="147530" y="543916"/>
                  </a:moveTo>
                  <a:lnTo>
                    <a:pt x="147530" y="558245"/>
                  </a:lnTo>
                  <a:lnTo>
                    <a:pt x="186296" y="543918"/>
                  </a:lnTo>
                  <a:close/>
                  <a:moveTo>
                    <a:pt x="225062" y="552422"/>
                  </a:moveTo>
                  <a:lnTo>
                    <a:pt x="225062" y="541669"/>
                  </a:lnTo>
                  <a:lnTo>
                    <a:pt x="186296" y="543918"/>
                  </a:lnTo>
                  <a:close/>
                  <a:moveTo>
                    <a:pt x="225062" y="541669"/>
                  </a:moveTo>
                  <a:lnTo>
                    <a:pt x="263829" y="541669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63829" y="532925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72288" y="541669"/>
                  </a:lnTo>
                  <a:lnTo>
                    <a:pt x="263829" y="532925"/>
                  </a:lnTo>
                  <a:close/>
                  <a:moveTo>
                    <a:pt x="263829" y="532925"/>
                  </a:moveTo>
                  <a:lnTo>
                    <a:pt x="302595" y="533751"/>
                  </a:lnTo>
                  <a:lnTo>
                    <a:pt x="302595" y="522834"/>
                  </a:lnTo>
                  <a:close/>
                  <a:moveTo>
                    <a:pt x="22963" y="467745"/>
                  </a:moveTo>
                  <a:lnTo>
                    <a:pt x="31230" y="504707"/>
                  </a:lnTo>
                  <a:lnTo>
                    <a:pt x="31230" y="482024"/>
                  </a:lnTo>
                  <a:close/>
                  <a:moveTo>
                    <a:pt x="23521" y="504707"/>
                  </a:moveTo>
                  <a:lnTo>
                    <a:pt x="31230" y="504707"/>
                  </a:lnTo>
                  <a:lnTo>
                    <a:pt x="22963" y="467745"/>
                  </a:lnTo>
                  <a:close/>
                  <a:moveTo>
                    <a:pt x="31230" y="512608"/>
                  </a:moveTo>
                  <a:lnTo>
                    <a:pt x="47761" y="504707"/>
                  </a:lnTo>
                  <a:lnTo>
                    <a:pt x="31230" y="504707"/>
                  </a:lnTo>
                  <a:close/>
                  <a:moveTo>
                    <a:pt x="69997" y="521522"/>
                  </a:moveTo>
                  <a:lnTo>
                    <a:pt x="47761" y="504707"/>
                  </a:lnTo>
                  <a:lnTo>
                    <a:pt x="31230" y="512608"/>
                  </a:lnTo>
                  <a:close/>
                  <a:moveTo>
                    <a:pt x="31230" y="504707"/>
                  </a:moveTo>
                  <a:lnTo>
                    <a:pt x="47761" y="504707"/>
                  </a:lnTo>
                  <a:lnTo>
                    <a:pt x="31230" y="482024"/>
                  </a:lnTo>
                  <a:close/>
                  <a:moveTo>
                    <a:pt x="302595" y="522834"/>
                  </a:moveTo>
                  <a:lnTo>
                    <a:pt x="302595" y="533751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5532" y="504707"/>
                  </a:lnTo>
                  <a:lnTo>
                    <a:pt x="341362" y="507045"/>
                  </a:lnTo>
                  <a:close/>
                  <a:moveTo>
                    <a:pt x="345532" y="504707"/>
                  </a:moveTo>
                  <a:lnTo>
                    <a:pt x="366446" y="504707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22963" y="467745"/>
                  </a:lnTo>
                  <a:lnTo>
                    <a:pt x="18478" y="430783"/>
                  </a:lnTo>
                  <a:close/>
                  <a:moveTo>
                    <a:pt x="409525" y="467745"/>
                  </a:moveTo>
                  <a:lnTo>
                    <a:pt x="394832" y="467745"/>
                  </a:lnTo>
                  <a:lnTo>
                    <a:pt x="380128" y="481571"/>
                  </a:lnTo>
                  <a:close/>
                  <a:moveTo>
                    <a:pt x="394832" y="467745"/>
                  </a:moveTo>
                  <a:lnTo>
                    <a:pt x="409525" y="467745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18478" y="430783"/>
                  </a:lnTo>
                  <a:lnTo>
                    <a:pt x="30658" y="393821"/>
                  </a:lnTo>
                  <a:close/>
                  <a:moveTo>
                    <a:pt x="432520" y="430783"/>
                  </a:moveTo>
                  <a:lnTo>
                    <a:pt x="418939" y="430783"/>
                  </a:lnTo>
                  <a:lnTo>
                    <a:pt x="418894" y="430859"/>
                  </a:lnTo>
                  <a:close/>
                  <a:moveTo>
                    <a:pt x="430784" y="393821"/>
                  </a:moveTo>
                  <a:lnTo>
                    <a:pt x="418939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10591" y="393821"/>
                  </a:lnTo>
                  <a:lnTo>
                    <a:pt x="30658" y="393821"/>
                  </a:lnTo>
                  <a:close/>
                  <a:moveTo>
                    <a:pt x="31230" y="393005"/>
                  </a:moveTo>
                  <a:lnTo>
                    <a:pt x="60351" y="356860"/>
                  </a:lnTo>
                  <a:lnTo>
                    <a:pt x="37695" y="356860"/>
                  </a:lnTo>
                  <a:close/>
                  <a:moveTo>
                    <a:pt x="434785" y="356860"/>
                  </a:moveTo>
                  <a:lnTo>
                    <a:pt x="430784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37695" y="356860"/>
                  </a:lnTo>
                  <a:lnTo>
                    <a:pt x="60351" y="356860"/>
                  </a:lnTo>
                  <a:close/>
                  <a:moveTo>
                    <a:pt x="69997" y="347971"/>
                  </a:moveTo>
                  <a:lnTo>
                    <a:pt x="106410" y="319898"/>
                  </a:lnTo>
                  <a:lnTo>
                    <a:pt x="80320" y="319898"/>
                  </a:lnTo>
                  <a:close/>
                  <a:moveTo>
                    <a:pt x="435133" y="319898"/>
                  </a:moveTo>
                  <a:lnTo>
                    <a:pt x="434785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80320" y="319898"/>
                  </a:lnTo>
                  <a:lnTo>
                    <a:pt x="106410" y="319898"/>
                  </a:lnTo>
                  <a:close/>
                  <a:moveTo>
                    <a:pt x="108763" y="317540"/>
                  </a:moveTo>
                  <a:lnTo>
                    <a:pt x="143169" y="282936"/>
                  </a:lnTo>
                  <a:lnTo>
                    <a:pt x="117891" y="282936"/>
                  </a:lnTo>
                  <a:close/>
                  <a:moveTo>
                    <a:pt x="433696" y="282936"/>
                  </a:moveTo>
                  <a:lnTo>
                    <a:pt x="435133" y="319898"/>
                  </a:lnTo>
                  <a:lnTo>
                    <a:pt x="453623" y="282936"/>
                  </a:lnTo>
                  <a:close/>
                  <a:moveTo>
                    <a:pt x="125228" y="245974"/>
                  </a:moveTo>
                  <a:lnTo>
                    <a:pt x="147530" y="258134"/>
                  </a:lnTo>
                  <a:lnTo>
                    <a:pt x="147530" y="245974"/>
                  </a:lnTo>
                  <a:close/>
                  <a:moveTo>
                    <a:pt x="143169" y="282936"/>
                  </a:moveTo>
                  <a:lnTo>
                    <a:pt x="147530" y="258134"/>
                  </a:lnTo>
                  <a:lnTo>
                    <a:pt x="125228" y="245974"/>
                  </a:lnTo>
                  <a:close/>
                  <a:moveTo>
                    <a:pt x="429020" y="245974"/>
                  </a:moveTo>
                  <a:lnTo>
                    <a:pt x="433696" y="282936"/>
                  </a:lnTo>
                  <a:lnTo>
                    <a:pt x="451923" y="245974"/>
                  </a:lnTo>
                  <a:close/>
                  <a:moveTo>
                    <a:pt x="108763" y="209012"/>
                  </a:moveTo>
                  <a:lnTo>
                    <a:pt x="108763" y="218444"/>
                  </a:lnTo>
                  <a:lnTo>
                    <a:pt x="123826" y="209012"/>
                  </a:lnTo>
                  <a:close/>
                  <a:moveTo>
                    <a:pt x="123826" y="209012"/>
                  </a:moveTo>
                  <a:lnTo>
                    <a:pt x="125228" y="245974"/>
                  </a:lnTo>
                  <a:lnTo>
                    <a:pt x="147530" y="242911"/>
                  </a:lnTo>
                  <a:close/>
                  <a:moveTo>
                    <a:pt x="147530" y="242911"/>
                  </a:moveTo>
                  <a:lnTo>
                    <a:pt x="125228" y="245974"/>
                  </a:lnTo>
                  <a:lnTo>
                    <a:pt x="147530" y="245974"/>
                  </a:lnTo>
                  <a:close/>
                  <a:moveTo>
                    <a:pt x="443463" y="209012"/>
                  </a:moveTo>
                  <a:lnTo>
                    <a:pt x="418894" y="209012"/>
                  </a:lnTo>
                  <a:lnTo>
                    <a:pt x="429020" y="245974"/>
                  </a:lnTo>
                  <a:close/>
                  <a:moveTo>
                    <a:pt x="85672" y="172050"/>
                  </a:moveTo>
                  <a:lnTo>
                    <a:pt x="108763" y="209012"/>
                  </a:lnTo>
                  <a:lnTo>
                    <a:pt x="108763" y="196432"/>
                  </a:lnTo>
                  <a:close/>
                  <a:moveTo>
                    <a:pt x="103196" y="209012"/>
                  </a:moveTo>
                  <a:lnTo>
                    <a:pt x="108763" y="209012"/>
                  </a:lnTo>
                  <a:lnTo>
                    <a:pt x="85672" y="172050"/>
                  </a:lnTo>
                  <a:close/>
                  <a:moveTo>
                    <a:pt x="108763" y="209012"/>
                  </a:moveTo>
                  <a:lnTo>
                    <a:pt x="123826" y="209012"/>
                  </a:lnTo>
                  <a:lnTo>
                    <a:pt x="108763" y="196432"/>
                  </a:lnTo>
                  <a:close/>
                  <a:moveTo>
                    <a:pt x="418894" y="209012"/>
                  </a:moveTo>
                  <a:lnTo>
                    <a:pt x="418894" y="172050"/>
                  </a:lnTo>
                  <a:lnTo>
                    <a:pt x="416738" y="209012"/>
                  </a:lnTo>
                  <a:close/>
                  <a:moveTo>
                    <a:pt x="418894" y="172050"/>
                  </a:moveTo>
                  <a:lnTo>
                    <a:pt x="391328" y="172050"/>
                  </a:lnTo>
                  <a:lnTo>
                    <a:pt x="416738" y="209012"/>
                  </a:lnTo>
                  <a:close/>
                  <a:moveTo>
                    <a:pt x="85672" y="172050"/>
                  </a:moveTo>
                  <a:lnTo>
                    <a:pt x="69997" y="150060"/>
                  </a:lnTo>
                  <a:lnTo>
                    <a:pt x="69997" y="170257"/>
                  </a:lnTo>
                  <a:close/>
                  <a:moveTo>
                    <a:pt x="380128" y="160882"/>
                  </a:moveTo>
                  <a:lnTo>
                    <a:pt x="391328" y="172050"/>
                  </a:lnTo>
                  <a:lnTo>
                    <a:pt x="380128" y="135089"/>
                  </a:lnTo>
                  <a:close/>
                  <a:moveTo>
                    <a:pt x="391328" y="172050"/>
                  </a:moveTo>
                  <a:lnTo>
                    <a:pt x="418894" y="172050"/>
                  </a:lnTo>
                  <a:lnTo>
                    <a:pt x="380128" y="135089"/>
                  </a:lnTo>
                  <a:close/>
                  <a:moveTo>
                    <a:pt x="61163" y="135089"/>
                  </a:moveTo>
                  <a:lnTo>
                    <a:pt x="69997" y="170257"/>
                  </a:lnTo>
                  <a:lnTo>
                    <a:pt x="69997" y="150060"/>
                  </a:lnTo>
                  <a:close/>
                  <a:moveTo>
                    <a:pt x="43554" y="98127"/>
                  </a:moveTo>
                  <a:lnTo>
                    <a:pt x="61163" y="135089"/>
                  </a:lnTo>
                  <a:lnTo>
                    <a:pt x="54085" y="98127"/>
                  </a:lnTo>
                  <a:close/>
                  <a:moveTo>
                    <a:pt x="341362" y="128683"/>
                  </a:moveTo>
                  <a:lnTo>
                    <a:pt x="341362" y="103266"/>
                  </a:lnTo>
                  <a:lnTo>
                    <a:pt x="306658" y="98127"/>
                  </a:lnTo>
                  <a:close/>
                  <a:moveTo>
                    <a:pt x="380128" y="130711"/>
                  </a:moveTo>
                  <a:lnTo>
                    <a:pt x="349293" y="135089"/>
                  </a:lnTo>
                  <a:lnTo>
                    <a:pt x="380128" y="135089"/>
                  </a:lnTo>
                  <a:close/>
                  <a:moveTo>
                    <a:pt x="341362" y="128683"/>
                  </a:moveTo>
                  <a:lnTo>
                    <a:pt x="349293" y="135089"/>
                  </a:lnTo>
                  <a:lnTo>
                    <a:pt x="380128" y="130711"/>
                  </a:lnTo>
                  <a:close/>
                  <a:moveTo>
                    <a:pt x="380128" y="160882"/>
                  </a:moveTo>
                  <a:lnTo>
                    <a:pt x="380128" y="135089"/>
                  </a:lnTo>
                  <a:lnTo>
                    <a:pt x="349293" y="135089"/>
                  </a:lnTo>
                  <a:close/>
                  <a:moveTo>
                    <a:pt x="52635" y="61165"/>
                  </a:moveTo>
                  <a:lnTo>
                    <a:pt x="54085" y="98127"/>
                  </a:lnTo>
                  <a:lnTo>
                    <a:pt x="64205" y="61165"/>
                  </a:lnTo>
                  <a:close/>
                  <a:moveTo>
                    <a:pt x="302595" y="72593"/>
                  </a:moveTo>
                  <a:lnTo>
                    <a:pt x="302595" y="94323"/>
                  </a:lnTo>
                  <a:lnTo>
                    <a:pt x="306658" y="98127"/>
                  </a:lnTo>
                  <a:close/>
                  <a:moveTo>
                    <a:pt x="302595" y="94323"/>
                  </a:moveTo>
                  <a:lnTo>
                    <a:pt x="302595" y="72593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52635" y="61165"/>
                  </a:lnTo>
                  <a:lnTo>
                    <a:pt x="64205" y="61165"/>
                  </a:lnTo>
                  <a:close/>
                  <a:moveTo>
                    <a:pt x="69997" y="53356"/>
                  </a:moveTo>
                  <a:lnTo>
                    <a:pt x="101862" y="24203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63829" y="54706"/>
                  </a:lnTo>
                  <a:lnTo>
                    <a:pt x="270932" y="61165"/>
                  </a:lnTo>
                  <a:close/>
                  <a:moveTo>
                    <a:pt x="263829" y="39540"/>
                  </a:moveTo>
                  <a:lnTo>
                    <a:pt x="225062" y="24203"/>
                  </a:lnTo>
                  <a:lnTo>
                    <a:pt x="225062" y="25929"/>
                  </a:lnTo>
                  <a:close/>
                  <a:moveTo>
                    <a:pt x="263829" y="39540"/>
                  </a:moveTo>
                  <a:lnTo>
                    <a:pt x="225062" y="25929"/>
                  </a:lnTo>
                  <a:lnTo>
                    <a:pt x="263829" y="54706"/>
                  </a:lnTo>
                  <a:close/>
                  <a:moveTo>
                    <a:pt x="108763" y="20027"/>
                  </a:moveTo>
                  <a:lnTo>
                    <a:pt x="84830" y="24203"/>
                  </a:lnTo>
                  <a:lnTo>
                    <a:pt x="101862" y="24203"/>
                  </a:lnTo>
                  <a:close/>
                  <a:moveTo>
                    <a:pt x="147530" y="9224"/>
                  </a:moveTo>
                  <a:lnTo>
                    <a:pt x="108763" y="9702"/>
                  </a:lnTo>
                  <a:lnTo>
                    <a:pt x="108763" y="20027"/>
                  </a:lnTo>
                  <a:close/>
                  <a:moveTo>
                    <a:pt x="186296" y="11263"/>
                  </a:moveTo>
                  <a:lnTo>
                    <a:pt x="147530" y="0"/>
                  </a:lnTo>
                  <a:lnTo>
                    <a:pt x="147530" y="9224"/>
                  </a:lnTo>
                  <a:close/>
                  <a:moveTo>
                    <a:pt x="225062" y="14580"/>
                  </a:moveTo>
                  <a:lnTo>
                    <a:pt x="221109" y="24203"/>
                  </a:lnTo>
                  <a:lnTo>
                    <a:pt x="225062" y="24203"/>
                  </a:lnTo>
                  <a:close/>
                  <a:moveTo>
                    <a:pt x="186296" y="11263"/>
                  </a:moveTo>
                  <a:lnTo>
                    <a:pt x="221109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3968" name="Candidate_B3__3967">
              <a:extLst>
                <a:ext uri="{FF2B5EF4-FFF2-40B4-BE49-F238E27FC236}">
                  <a16:creationId xmlns:a16="http://schemas.microsoft.com/office/drawing/2014/main" id="{892BFFBE-ED3E-FCC6-76E6-08D23376DF68}"/>
                </a:ext>
              </a:extLst>
            </p:cNvPr>
            <p:cNvSpPr>
              <a:spLocks noGrp="1"/>
            </p:cNvSpPr>
            <p:nvPr/>
          </p:nvSpPr>
          <p:spPr>
            <a:xfrm>
              <a:off x="4705349" y="4081162"/>
              <a:ext cx="416655" cy="534694"/>
            </a:xfrm>
            <a:custGeom>
              <a:avLst/>
              <a:gdLst/>
              <a:ahLst/>
              <a:cxnLst/>
              <a:rect l="0" t="0" r="0" b="0"/>
              <a:pathLst>
                <a:path w="416655" h="534694">
                  <a:moveTo>
                    <a:pt x="90285" y="532444"/>
                  </a:moveTo>
                  <a:lnTo>
                    <a:pt x="115106" y="532444"/>
                  </a:lnTo>
                  <a:lnTo>
                    <a:pt x="90285" y="528388"/>
                  </a:lnTo>
                  <a:close/>
                  <a:moveTo>
                    <a:pt x="167818" y="534694"/>
                  </a:moveTo>
                  <a:lnTo>
                    <a:pt x="206584" y="532444"/>
                  </a:lnTo>
                  <a:lnTo>
                    <a:pt x="187278" y="532444"/>
                  </a:lnTo>
                  <a:close/>
                  <a:moveTo>
                    <a:pt x="187278" y="532444"/>
                  </a:moveTo>
                  <a:lnTo>
                    <a:pt x="206584" y="532444"/>
                  </a:lnTo>
                  <a:lnTo>
                    <a:pt x="206584" y="530484"/>
                  </a:lnTo>
                  <a:close/>
                  <a:moveTo>
                    <a:pt x="129051" y="236750"/>
                  </a:moveTo>
                  <a:lnTo>
                    <a:pt x="131104" y="236750"/>
                  </a:lnTo>
                  <a:lnTo>
                    <a:pt x="129051" y="233687"/>
                  </a:lnTo>
                  <a:close/>
                  <a:moveTo>
                    <a:pt x="129051" y="236750"/>
                  </a:moveTo>
                  <a:lnTo>
                    <a:pt x="129051" y="248909"/>
                  </a:lnTo>
                  <a:lnTo>
                    <a:pt x="131104" y="236750"/>
                  </a:lnTo>
                  <a:close/>
                  <a:moveTo>
                    <a:pt x="410541" y="236750"/>
                  </a:moveTo>
                  <a:lnTo>
                    <a:pt x="400416" y="199788"/>
                  </a:lnTo>
                  <a:lnTo>
                    <a:pt x="400416" y="205645"/>
                  </a:lnTo>
                  <a:close/>
                  <a:moveTo>
                    <a:pt x="400416" y="205645"/>
                  </a:moveTo>
                  <a:lnTo>
                    <a:pt x="400416" y="199788"/>
                  </a:lnTo>
                  <a:lnTo>
                    <a:pt x="398260" y="199788"/>
                  </a:lnTo>
                  <a:close/>
                  <a:moveTo>
                    <a:pt x="206584" y="16705"/>
                  </a:moveTo>
                  <a:lnTo>
                    <a:pt x="206584" y="14978"/>
                  </a:lnTo>
                  <a:lnTo>
                    <a:pt x="202631" y="14978"/>
                  </a:lnTo>
                  <a:close/>
                  <a:moveTo>
                    <a:pt x="115106" y="532444"/>
                  </a:moveTo>
                  <a:lnTo>
                    <a:pt x="129051" y="534691"/>
                  </a:lnTo>
                  <a:lnTo>
                    <a:pt x="129051" y="532444"/>
                  </a:lnTo>
                  <a:close/>
                  <a:moveTo>
                    <a:pt x="115106" y="532444"/>
                  </a:moveTo>
                  <a:lnTo>
                    <a:pt x="129051" y="532444"/>
                  </a:lnTo>
                  <a:lnTo>
                    <a:pt x="90285" y="528388"/>
                  </a:lnTo>
                  <a:close/>
                  <a:moveTo>
                    <a:pt x="167818" y="532444"/>
                  </a:moveTo>
                  <a:lnTo>
                    <a:pt x="129051" y="534691"/>
                  </a:lnTo>
                  <a:lnTo>
                    <a:pt x="167818" y="534694"/>
                  </a:lnTo>
                  <a:close/>
                  <a:moveTo>
                    <a:pt x="167818" y="532444"/>
                  </a:moveTo>
                  <a:lnTo>
                    <a:pt x="129051" y="532444"/>
                  </a:lnTo>
                  <a:lnTo>
                    <a:pt x="129051" y="534691"/>
                  </a:lnTo>
                  <a:close/>
                  <a:moveTo>
                    <a:pt x="167818" y="532444"/>
                  </a:moveTo>
                  <a:lnTo>
                    <a:pt x="167818" y="534694"/>
                  </a:lnTo>
                  <a:lnTo>
                    <a:pt x="187278" y="532444"/>
                  </a:lnTo>
                  <a:close/>
                  <a:moveTo>
                    <a:pt x="29283" y="495482"/>
                  </a:moveTo>
                  <a:lnTo>
                    <a:pt x="51518" y="512298"/>
                  </a:lnTo>
                  <a:lnTo>
                    <a:pt x="51518" y="495482"/>
                  </a:lnTo>
                  <a:close/>
                  <a:moveTo>
                    <a:pt x="322883" y="495482"/>
                  </a:moveTo>
                  <a:lnTo>
                    <a:pt x="284117" y="513610"/>
                  </a:lnTo>
                  <a:lnTo>
                    <a:pt x="322883" y="497820"/>
                  </a:lnTo>
                  <a:close/>
                  <a:moveTo>
                    <a:pt x="322883" y="495482"/>
                  </a:moveTo>
                  <a:lnTo>
                    <a:pt x="322883" y="497820"/>
                  </a:lnTo>
                  <a:lnTo>
                    <a:pt x="327054" y="495482"/>
                  </a:lnTo>
                  <a:close/>
                  <a:moveTo>
                    <a:pt x="327054" y="495482"/>
                  </a:moveTo>
                  <a:lnTo>
                    <a:pt x="361650" y="472347"/>
                  </a:lnTo>
                  <a:lnTo>
                    <a:pt x="322883" y="495482"/>
                  </a:lnTo>
                  <a:close/>
                  <a:moveTo>
                    <a:pt x="4485" y="458521"/>
                  </a:moveTo>
                  <a:lnTo>
                    <a:pt x="12752" y="472799"/>
                  </a:lnTo>
                  <a:lnTo>
                    <a:pt x="12752" y="458521"/>
                  </a:lnTo>
                  <a:close/>
                  <a:moveTo>
                    <a:pt x="0" y="421559"/>
                  </a:moveTo>
                  <a:lnTo>
                    <a:pt x="12752" y="458521"/>
                  </a:lnTo>
                  <a:lnTo>
                    <a:pt x="12752" y="421559"/>
                  </a:lnTo>
                  <a:close/>
                  <a:moveTo>
                    <a:pt x="0" y="421559"/>
                  </a:moveTo>
                  <a:lnTo>
                    <a:pt x="4485" y="458521"/>
                  </a:lnTo>
                  <a:lnTo>
                    <a:pt x="12752" y="458521"/>
                  </a:lnTo>
                  <a:close/>
                  <a:moveTo>
                    <a:pt x="361650" y="458521"/>
                  </a:moveTo>
                  <a:lnTo>
                    <a:pt x="361650" y="472347"/>
                  </a:lnTo>
                  <a:lnTo>
                    <a:pt x="376354" y="458521"/>
                  </a:lnTo>
                  <a:close/>
                  <a:moveTo>
                    <a:pt x="376354" y="458521"/>
                  </a:moveTo>
                  <a:lnTo>
                    <a:pt x="400416" y="421634"/>
                  </a:lnTo>
                  <a:lnTo>
                    <a:pt x="361650" y="458521"/>
                  </a:lnTo>
                  <a:close/>
                  <a:moveTo>
                    <a:pt x="12179" y="384597"/>
                  </a:moveTo>
                  <a:lnTo>
                    <a:pt x="12752" y="421559"/>
                  </a:lnTo>
                  <a:lnTo>
                    <a:pt x="12752" y="384597"/>
                  </a:lnTo>
                  <a:close/>
                  <a:moveTo>
                    <a:pt x="12179" y="384597"/>
                  </a:moveTo>
                  <a:lnTo>
                    <a:pt x="0" y="421559"/>
                  </a:lnTo>
                  <a:lnTo>
                    <a:pt x="12752" y="421559"/>
                  </a:lnTo>
                  <a:close/>
                  <a:moveTo>
                    <a:pt x="400416" y="421559"/>
                  </a:moveTo>
                  <a:lnTo>
                    <a:pt x="400416" y="421634"/>
                  </a:lnTo>
                  <a:lnTo>
                    <a:pt x="400460" y="421559"/>
                  </a:lnTo>
                  <a:close/>
                  <a:moveTo>
                    <a:pt x="400416" y="384597"/>
                  </a:moveTo>
                  <a:lnTo>
                    <a:pt x="400460" y="421559"/>
                  </a:lnTo>
                  <a:lnTo>
                    <a:pt x="412306" y="384597"/>
                  </a:lnTo>
                  <a:close/>
                  <a:moveTo>
                    <a:pt x="400416" y="384597"/>
                  </a:moveTo>
                  <a:lnTo>
                    <a:pt x="400416" y="421559"/>
                  </a:lnTo>
                  <a:lnTo>
                    <a:pt x="400460" y="421559"/>
                  </a:lnTo>
                  <a:close/>
                  <a:moveTo>
                    <a:pt x="12752" y="383780"/>
                  </a:moveTo>
                  <a:lnTo>
                    <a:pt x="12179" y="384597"/>
                  </a:lnTo>
                  <a:lnTo>
                    <a:pt x="12752" y="384597"/>
                  </a:lnTo>
                  <a:close/>
                  <a:moveTo>
                    <a:pt x="12752" y="384597"/>
                  </a:moveTo>
                  <a:lnTo>
                    <a:pt x="41873" y="347635"/>
                  </a:lnTo>
                  <a:lnTo>
                    <a:pt x="12752" y="383780"/>
                  </a:lnTo>
                  <a:close/>
                  <a:moveTo>
                    <a:pt x="51518" y="347635"/>
                  </a:moveTo>
                  <a:lnTo>
                    <a:pt x="41873" y="347635"/>
                  </a:lnTo>
                  <a:lnTo>
                    <a:pt x="12752" y="384597"/>
                  </a:lnTo>
                  <a:close/>
                  <a:moveTo>
                    <a:pt x="400416" y="347635"/>
                  </a:moveTo>
                  <a:lnTo>
                    <a:pt x="412306" y="384597"/>
                  </a:lnTo>
                  <a:lnTo>
                    <a:pt x="416307" y="347635"/>
                  </a:lnTo>
                  <a:close/>
                  <a:moveTo>
                    <a:pt x="51518" y="338747"/>
                  </a:moveTo>
                  <a:lnTo>
                    <a:pt x="41873" y="347635"/>
                  </a:lnTo>
                  <a:lnTo>
                    <a:pt x="51518" y="347635"/>
                  </a:lnTo>
                  <a:close/>
                  <a:moveTo>
                    <a:pt x="400416" y="310673"/>
                  </a:moveTo>
                  <a:lnTo>
                    <a:pt x="416307" y="347635"/>
                  </a:lnTo>
                  <a:lnTo>
                    <a:pt x="416655" y="310673"/>
                  </a:lnTo>
                  <a:close/>
                  <a:moveTo>
                    <a:pt x="90285" y="308316"/>
                  </a:moveTo>
                  <a:lnTo>
                    <a:pt x="87932" y="310673"/>
                  </a:lnTo>
                  <a:lnTo>
                    <a:pt x="90285" y="310673"/>
                  </a:lnTo>
                  <a:close/>
                  <a:moveTo>
                    <a:pt x="90285" y="310673"/>
                  </a:moveTo>
                  <a:lnTo>
                    <a:pt x="124691" y="273711"/>
                  </a:lnTo>
                  <a:lnTo>
                    <a:pt x="90285" y="308316"/>
                  </a:lnTo>
                  <a:close/>
                  <a:moveTo>
                    <a:pt x="129051" y="273711"/>
                  </a:moveTo>
                  <a:lnTo>
                    <a:pt x="124691" y="273711"/>
                  </a:lnTo>
                  <a:lnTo>
                    <a:pt x="90285" y="310673"/>
                  </a:lnTo>
                  <a:close/>
                  <a:moveTo>
                    <a:pt x="400416" y="273711"/>
                  </a:moveTo>
                  <a:lnTo>
                    <a:pt x="416655" y="310673"/>
                  </a:lnTo>
                  <a:lnTo>
                    <a:pt x="415218" y="273711"/>
                  </a:lnTo>
                  <a:close/>
                  <a:moveTo>
                    <a:pt x="129051" y="248909"/>
                  </a:moveTo>
                  <a:lnTo>
                    <a:pt x="124691" y="273711"/>
                  </a:lnTo>
                  <a:lnTo>
                    <a:pt x="129051" y="273711"/>
                  </a:lnTo>
                  <a:close/>
                  <a:moveTo>
                    <a:pt x="129051" y="273711"/>
                  </a:moveTo>
                  <a:lnTo>
                    <a:pt x="131104" y="236750"/>
                  </a:lnTo>
                  <a:lnTo>
                    <a:pt x="129051" y="248909"/>
                  </a:lnTo>
                  <a:close/>
                  <a:moveTo>
                    <a:pt x="167818" y="236750"/>
                  </a:moveTo>
                  <a:lnTo>
                    <a:pt x="131104" y="236750"/>
                  </a:lnTo>
                  <a:lnTo>
                    <a:pt x="129051" y="273711"/>
                  </a:lnTo>
                  <a:close/>
                  <a:moveTo>
                    <a:pt x="400416" y="236750"/>
                  </a:moveTo>
                  <a:lnTo>
                    <a:pt x="415218" y="273711"/>
                  </a:lnTo>
                  <a:lnTo>
                    <a:pt x="410541" y="236750"/>
                  </a:lnTo>
                  <a:close/>
                  <a:moveTo>
                    <a:pt x="400416" y="236750"/>
                  </a:moveTo>
                  <a:lnTo>
                    <a:pt x="400416" y="273711"/>
                  </a:lnTo>
                  <a:lnTo>
                    <a:pt x="415218" y="273711"/>
                  </a:lnTo>
                  <a:close/>
                  <a:moveTo>
                    <a:pt x="167818" y="236750"/>
                  </a:moveTo>
                  <a:lnTo>
                    <a:pt x="129051" y="233687"/>
                  </a:lnTo>
                  <a:lnTo>
                    <a:pt x="131104" y="236750"/>
                  </a:lnTo>
                  <a:close/>
                  <a:moveTo>
                    <a:pt x="400416" y="236750"/>
                  </a:moveTo>
                  <a:lnTo>
                    <a:pt x="410541" y="236750"/>
                  </a:lnTo>
                  <a:lnTo>
                    <a:pt x="400416" y="205645"/>
                  </a:lnTo>
                  <a:close/>
                  <a:moveTo>
                    <a:pt x="398260" y="199788"/>
                  </a:moveTo>
                  <a:lnTo>
                    <a:pt x="400416" y="236750"/>
                  </a:lnTo>
                  <a:lnTo>
                    <a:pt x="400416" y="205645"/>
                  </a:lnTo>
                  <a:close/>
                  <a:moveTo>
                    <a:pt x="105348" y="199788"/>
                  </a:moveTo>
                  <a:lnTo>
                    <a:pt x="129051" y="233687"/>
                  </a:lnTo>
                  <a:lnTo>
                    <a:pt x="129051" y="199788"/>
                  </a:lnTo>
                  <a:close/>
                  <a:moveTo>
                    <a:pt x="361650" y="162826"/>
                  </a:moveTo>
                  <a:lnTo>
                    <a:pt x="398260" y="199788"/>
                  </a:lnTo>
                  <a:lnTo>
                    <a:pt x="372850" y="162826"/>
                  </a:lnTo>
                  <a:close/>
                  <a:moveTo>
                    <a:pt x="67194" y="162826"/>
                  </a:moveTo>
                  <a:lnTo>
                    <a:pt x="90285" y="187207"/>
                  </a:lnTo>
                  <a:lnTo>
                    <a:pt x="90285" y="162826"/>
                  </a:lnTo>
                  <a:close/>
                  <a:moveTo>
                    <a:pt x="322883" y="125864"/>
                  </a:moveTo>
                  <a:lnTo>
                    <a:pt x="361650" y="151657"/>
                  </a:lnTo>
                  <a:lnTo>
                    <a:pt x="330814" y="125864"/>
                  </a:lnTo>
                  <a:close/>
                  <a:moveTo>
                    <a:pt x="361650" y="162826"/>
                  </a:moveTo>
                  <a:lnTo>
                    <a:pt x="361650" y="151657"/>
                  </a:lnTo>
                  <a:lnTo>
                    <a:pt x="322883" y="125864"/>
                  </a:lnTo>
                  <a:close/>
                  <a:moveTo>
                    <a:pt x="361650" y="162826"/>
                  </a:moveTo>
                  <a:lnTo>
                    <a:pt x="372850" y="162826"/>
                  </a:lnTo>
                  <a:lnTo>
                    <a:pt x="361650" y="151657"/>
                  </a:lnTo>
                  <a:close/>
                  <a:moveTo>
                    <a:pt x="42685" y="125864"/>
                  </a:moveTo>
                  <a:lnTo>
                    <a:pt x="51518" y="140835"/>
                  </a:lnTo>
                  <a:lnTo>
                    <a:pt x="51518" y="125864"/>
                  </a:lnTo>
                  <a:close/>
                  <a:moveTo>
                    <a:pt x="35607" y="88902"/>
                  </a:moveTo>
                  <a:lnTo>
                    <a:pt x="42685" y="125864"/>
                  </a:lnTo>
                  <a:lnTo>
                    <a:pt x="51518" y="125864"/>
                  </a:lnTo>
                  <a:close/>
                  <a:moveTo>
                    <a:pt x="284117" y="88902"/>
                  </a:moveTo>
                  <a:lnTo>
                    <a:pt x="322883" y="119459"/>
                  </a:lnTo>
                  <a:lnTo>
                    <a:pt x="288179" y="88902"/>
                  </a:lnTo>
                  <a:close/>
                  <a:moveTo>
                    <a:pt x="322883" y="125864"/>
                  </a:moveTo>
                  <a:lnTo>
                    <a:pt x="322883" y="119459"/>
                  </a:lnTo>
                  <a:lnTo>
                    <a:pt x="284117" y="88902"/>
                  </a:lnTo>
                  <a:close/>
                  <a:moveTo>
                    <a:pt x="322883" y="125864"/>
                  </a:moveTo>
                  <a:lnTo>
                    <a:pt x="330814" y="125864"/>
                  </a:lnTo>
                  <a:lnTo>
                    <a:pt x="322883" y="119459"/>
                  </a:lnTo>
                  <a:close/>
                  <a:moveTo>
                    <a:pt x="45726" y="51940"/>
                  </a:moveTo>
                  <a:lnTo>
                    <a:pt x="51518" y="88902"/>
                  </a:lnTo>
                  <a:lnTo>
                    <a:pt x="51518" y="51940"/>
                  </a:lnTo>
                  <a:close/>
                  <a:moveTo>
                    <a:pt x="45726" y="51940"/>
                  </a:moveTo>
                  <a:lnTo>
                    <a:pt x="35607" y="88902"/>
                  </a:lnTo>
                  <a:lnTo>
                    <a:pt x="51518" y="88902"/>
                  </a:lnTo>
                  <a:close/>
                  <a:moveTo>
                    <a:pt x="245350" y="51940"/>
                  </a:moveTo>
                  <a:lnTo>
                    <a:pt x="284117" y="85099"/>
                  </a:lnTo>
                  <a:lnTo>
                    <a:pt x="252453" y="51940"/>
                  </a:lnTo>
                  <a:close/>
                  <a:moveTo>
                    <a:pt x="284117" y="88902"/>
                  </a:moveTo>
                  <a:lnTo>
                    <a:pt x="284117" y="85099"/>
                  </a:lnTo>
                  <a:lnTo>
                    <a:pt x="245350" y="51940"/>
                  </a:lnTo>
                  <a:close/>
                  <a:moveTo>
                    <a:pt x="284117" y="88902"/>
                  </a:moveTo>
                  <a:lnTo>
                    <a:pt x="288179" y="88902"/>
                  </a:lnTo>
                  <a:lnTo>
                    <a:pt x="284117" y="85099"/>
                  </a:lnTo>
                  <a:close/>
                  <a:moveTo>
                    <a:pt x="51518" y="44131"/>
                  </a:moveTo>
                  <a:lnTo>
                    <a:pt x="45726" y="51940"/>
                  </a:lnTo>
                  <a:lnTo>
                    <a:pt x="51518" y="51940"/>
                  </a:lnTo>
                  <a:close/>
                  <a:moveTo>
                    <a:pt x="202631" y="14978"/>
                  </a:moveTo>
                  <a:lnTo>
                    <a:pt x="167818" y="14978"/>
                  </a:lnTo>
                  <a:lnTo>
                    <a:pt x="206584" y="16705"/>
                  </a:lnTo>
                  <a:close/>
                  <a:moveTo>
                    <a:pt x="245350" y="51940"/>
                  </a:moveTo>
                  <a:lnTo>
                    <a:pt x="252453" y="51940"/>
                  </a:lnTo>
                  <a:lnTo>
                    <a:pt x="245350" y="45481"/>
                  </a:lnTo>
                  <a:close/>
                  <a:moveTo>
                    <a:pt x="90285" y="10803"/>
                  </a:moveTo>
                  <a:lnTo>
                    <a:pt x="83383" y="14978"/>
                  </a:lnTo>
                  <a:lnTo>
                    <a:pt x="90285" y="14978"/>
                  </a:lnTo>
                  <a:close/>
                  <a:moveTo>
                    <a:pt x="90285" y="14978"/>
                  </a:moveTo>
                  <a:lnTo>
                    <a:pt x="129051" y="0"/>
                  </a:lnTo>
                  <a:lnTo>
                    <a:pt x="90285" y="10803"/>
                  </a:lnTo>
                  <a:close/>
                  <a:moveTo>
                    <a:pt x="90285" y="14978"/>
                  </a:moveTo>
                  <a:lnTo>
                    <a:pt x="129051" y="14978"/>
                  </a:lnTo>
                  <a:lnTo>
                    <a:pt x="129051" y="0"/>
                  </a:lnTo>
                  <a:close/>
                  <a:moveTo>
                    <a:pt x="129051" y="14978"/>
                  </a:moveTo>
                  <a:lnTo>
                    <a:pt x="167818" y="2038"/>
                  </a:lnTo>
                  <a:lnTo>
                    <a:pt x="129051" y="0"/>
                  </a:lnTo>
                  <a:close/>
                  <a:moveTo>
                    <a:pt x="167818" y="14978"/>
                  </a:moveTo>
                  <a:lnTo>
                    <a:pt x="202631" y="14978"/>
                  </a:lnTo>
                  <a:lnTo>
                    <a:pt x="167818" y="2038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3969" name="Candidate_B3__3968">
              <a:extLst>
                <a:ext uri="{FF2B5EF4-FFF2-40B4-BE49-F238E27FC236}">
                  <a16:creationId xmlns:a16="http://schemas.microsoft.com/office/drawing/2014/main" id="{B5D0DBCB-0D26-2372-BC26-4D184ACEC360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83200"/>
              <a:ext cx="403903" cy="530406"/>
            </a:xfrm>
            <a:custGeom>
              <a:avLst/>
              <a:gdLst/>
              <a:ahLst/>
              <a:cxnLst/>
              <a:rect l="0" t="0" r="0" b="0"/>
              <a:pathLst>
                <a:path w="403903" h="530406">
                  <a:moveTo>
                    <a:pt x="77533" y="526349"/>
                  </a:moveTo>
                  <a:lnTo>
                    <a:pt x="116299" y="530406"/>
                  </a:lnTo>
                  <a:lnTo>
                    <a:pt x="116299" y="504450"/>
                  </a:lnTo>
                  <a:close/>
                  <a:moveTo>
                    <a:pt x="77533" y="526349"/>
                  </a:moveTo>
                  <a:lnTo>
                    <a:pt x="116299" y="504450"/>
                  </a:lnTo>
                  <a:lnTo>
                    <a:pt x="77533" y="494286"/>
                  </a:lnTo>
                  <a:close/>
                  <a:moveTo>
                    <a:pt x="116299" y="530406"/>
                  </a:moveTo>
                  <a:lnTo>
                    <a:pt x="155066" y="53040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55066" y="50678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74526" y="530406"/>
                  </a:lnTo>
                  <a:lnTo>
                    <a:pt x="155066" y="506786"/>
                  </a:lnTo>
                  <a:close/>
                  <a:moveTo>
                    <a:pt x="155066" y="506786"/>
                  </a:moveTo>
                  <a:lnTo>
                    <a:pt x="174526" y="530406"/>
                  </a:lnTo>
                  <a:lnTo>
                    <a:pt x="193832" y="528446"/>
                  </a:lnTo>
                  <a:close/>
                  <a:moveTo>
                    <a:pt x="155066" y="506786"/>
                  </a:moveTo>
                  <a:lnTo>
                    <a:pt x="193832" y="528446"/>
                  </a:lnTo>
                  <a:lnTo>
                    <a:pt x="193832" y="504223"/>
                  </a:lnTo>
                  <a:close/>
                  <a:moveTo>
                    <a:pt x="0" y="456482"/>
                  </a:moveTo>
                  <a:lnTo>
                    <a:pt x="0" y="470761"/>
                  </a:lnTo>
                  <a:lnTo>
                    <a:pt x="33346" y="456482"/>
                  </a:lnTo>
                  <a:close/>
                  <a:moveTo>
                    <a:pt x="0" y="470761"/>
                  </a:moveTo>
                  <a:lnTo>
                    <a:pt x="16531" y="493444"/>
                  </a:lnTo>
                  <a:lnTo>
                    <a:pt x="33346" y="456482"/>
                  </a:lnTo>
                  <a:close/>
                  <a:moveTo>
                    <a:pt x="33346" y="456482"/>
                  </a:moveTo>
                  <a:lnTo>
                    <a:pt x="16531" y="493444"/>
                  </a:lnTo>
                  <a:lnTo>
                    <a:pt x="38766" y="463383"/>
                  </a:lnTo>
                  <a:close/>
                  <a:moveTo>
                    <a:pt x="38766" y="463383"/>
                  </a:moveTo>
                  <a:lnTo>
                    <a:pt x="16531" y="493444"/>
                  </a:lnTo>
                  <a:lnTo>
                    <a:pt x="38766" y="493444"/>
                  </a:lnTo>
                  <a:close/>
                  <a:moveTo>
                    <a:pt x="38766" y="510259"/>
                  </a:moveTo>
                  <a:lnTo>
                    <a:pt x="75849" y="493444"/>
                  </a:lnTo>
                  <a:lnTo>
                    <a:pt x="38766" y="493444"/>
                  </a:lnTo>
                  <a:close/>
                  <a:moveTo>
                    <a:pt x="77533" y="494286"/>
                  </a:moveTo>
                  <a:lnTo>
                    <a:pt x="75849" y="493444"/>
                  </a:lnTo>
                  <a:lnTo>
                    <a:pt x="38766" y="510259"/>
                  </a:lnTo>
                  <a:close/>
                  <a:moveTo>
                    <a:pt x="77533" y="526349"/>
                  </a:moveTo>
                  <a:lnTo>
                    <a:pt x="77533" y="494286"/>
                  </a:lnTo>
                  <a:lnTo>
                    <a:pt x="38766" y="510259"/>
                  </a:lnTo>
                  <a:close/>
                  <a:moveTo>
                    <a:pt x="193832" y="528446"/>
                  </a:moveTo>
                  <a:lnTo>
                    <a:pt x="232598" y="521662"/>
                  </a:lnTo>
                  <a:lnTo>
                    <a:pt x="232598" y="497892"/>
                  </a:lnTo>
                  <a:close/>
                  <a:moveTo>
                    <a:pt x="193832" y="504223"/>
                  </a:moveTo>
                  <a:lnTo>
                    <a:pt x="193832" y="528446"/>
                  </a:lnTo>
                  <a:lnTo>
                    <a:pt x="232598" y="497892"/>
                  </a:lnTo>
                  <a:close/>
                  <a:moveTo>
                    <a:pt x="271365" y="511571"/>
                  </a:moveTo>
                  <a:lnTo>
                    <a:pt x="271365" y="493444"/>
                  </a:lnTo>
                  <a:lnTo>
                    <a:pt x="232598" y="497892"/>
                  </a:lnTo>
                  <a:close/>
                  <a:moveTo>
                    <a:pt x="232598" y="521662"/>
                  </a:moveTo>
                  <a:lnTo>
                    <a:pt x="271365" y="511571"/>
                  </a:lnTo>
                  <a:lnTo>
                    <a:pt x="232598" y="497892"/>
                  </a:lnTo>
                  <a:close/>
                  <a:moveTo>
                    <a:pt x="310131" y="493444"/>
                  </a:moveTo>
                  <a:lnTo>
                    <a:pt x="271365" y="493444"/>
                  </a:lnTo>
                  <a:lnTo>
                    <a:pt x="271365" y="511571"/>
                  </a:lnTo>
                  <a:close/>
                  <a:moveTo>
                    <a:pt x="271365" y="493444"/>
                  </a:moveTo>
                  <a:lnTo>
                    <a:pt x="310131" y="493444"/>
                  </a:lnTo>
                  <a:lnTo>
                    <a:pt x="271365" y="486930"/>
                  </a:lnTo>
                  <a:close/>
                  <a:moveTo>
                    <a:pt x="310131" y="493444"/>
                  </a:moveTo>
                  <a:lnTo>
                    <a:pt x="310131" y="468889"/>
                  </a:lnTo>
                  <a:lnTo>
                    <a:pt x="271365" y="486930"/>
                  </a:lnTo>
                  <a:close/>
                  <a:moveTo>
                    <a:pt x="310131" y="468889"/>
                  </a:moveTo>
                  <a:lnTo>
                    <a:pt x="348898" y="470308"/>
                  </a:lnTo>
                  <a:lnTo>
                    <a:pt x="348898" y="456482"/>
                  </a:lnTo>
                  <a:close/>
                  <a:moveTo>
                    <a:pt x="310131" y="493444"/>
                  </a:moveTo>
                  <a:lnTo>
                    <a:pt x="348898" y="470308"/>
                  </a:lnTo>
                  <a:lnTo>
                    <a:pt x="310131" y="468889"/>
                  </a:lnTo>
                  <a:close/>
                  <a:moveTo>
                    <a:pt x="26005" y="419520"/>
                  </a:moveTo>
                  <a:lnTo>
                    <a:pt x="0" y="419520"/>
                  </a:lnTo>
                  <a:lnTo>
                    <a:pt x="0" y="456482"/>
                  </a:lnTo>
                  <a:close/>
                  <a:moveTo>
                    <a:pt x="348898" y="433225"/>
                  </a:moveTo>
                  <a:lnTo>
                    <a:pt x="387664" y="419520"/>
                  </a:lnTo>
                  <a:lnTo>
                    <a:pt x="358603" y="419520"/>
                  </a:lnTo>
                  <a:close/>
                  <a:moveTo>
                    <a:pt x="348898" y="433225"/>
                  </a:moveTo>
                  <a:lnTo>
                    <a:pt x="387664" y="419596"/>
                  </a:lnTo>
                  <a:lnTo>
                    <a:pt x="387664" y="419520"/>
                  </a:lnTo>
                  <a:close/>
                  <a:moveTo>
                    <a:pt x="348898" y="456482"/>
                  </a:moveTo>
                  <a:lnTo>
                    <a:pt x="387664" y="419596"/>
                  </a:lnTo>
                  <a:lnTo>
                    <a:pt x="348898" y="433225"/>
                  </a:lnTo>
                  <a:close/>
                  <a:moveTo>
                    <a:pt x="0" y="419520"/>
                  </a:moveTo>
                  <a:lnTo>
                    <a:pt x="38766" y="382559"/>
                  </a:lnTo>
                  <a:lnTo>
                    <a:pt x="0" y="382559"/>
                  </a:lnTo>
                  <a:close/>
                  <a:moveTo>
                    <a:pt x="387664" y="419520"/>
                  </a:moveTo>
                  <a:lnTo>
                    <a:pt x="387664" y="382559"/>
                  </a:lnTo>
                  <a:lnTo>
                    <a:pt x="358603" y="419520"/>
                  </a:lnTo>
                  <a:close/>
                  <a:moveTo>
                    <a:pt x="38766" y="382559"/>
                  </a:moveTo>
                  <a:lnTo>
                    <a:pt x="38766" y="345597"/>
                  </a:lnTo>
                  <a:lnTo>
                    <a:pt x="0" y="382559"/>
                  </a:lnTo>
                  <a:close/>
                  <a:moveTo>
                    <a:pt x="387664" y="345597"/>
                  </a:moveTo>
                  <a:lnTo>
                    <a:pt x="387664" y="382559"/>
                  </a:lnTo>
                  <a:lnTo>
                    <a:pt x="399554" y="382559"/>
                  </a:lnTo>
                  <a:close/>
                  <a:moveTo>
                    <a:pt x="387664" y="382559"/>
                  </a:moveTo>
                  <a:lnTo>
                    <a:pt x="387664" y="345597"/>
                  </a:lnTo>
                  <a:lnTo>
                    <a:pt x="370802" y="382559"/>
                  </a:lnTo>
                  <a:close/>
                  <a:moveTo>
                    <a:pt x="77533" y="308635"/>
                  </a:moveTo>
                  <a:lnTo>
                    <a:pt x="75180" y="308635"/>
                  </a:lnTo>
                  <a:lnTo>
                    <a:pt x="77533" y="345332"/>
                  </a:lnTo>
                  <a:close/>
                  <a:moveTo>
                    <a:pt x="75180" y="308635"/>
                  </a:moveTo>
                  <a:lnTo>
                    <a:pt x="38766" y="336709"/>
                  </a:lnTo>
                  <a:lnTo>
                    <a:pt x="77533" y="345332"/>
                  </a:lnTo>
                  <a:close/>
                  <a:moveTo>
                    <a:pt x="77533" y="345332"/>
                  </a:moveTo>
                  <a:lnTo>
                    <a:pt x="38766" y="336709"/>
                  </a:lnTo>
                  <a:lnTo>
                    <a:pt x="77208" y="345597"/>
                  </a:lnTo>
                  <a:close/>
                  <a:moveTo>
                    <a:pt x="77208" y="345597"/>
                  </a:moveTo>
                  <a:lnTo>
                    <a:pt x="38766" y="336709"/>
                  </a:lnTo>
                  <a:lnTo>
                    <a:pt x="38766" y="345597"/>
                  </a:lnTo>
                  <a:close/>
                  <a:moveTo>
                    <a:pt x="387664" y="308635"/>
                  </a:moveTo>
                  <a:lnTo>
                    <a:pt x="387664" y="345597"/>
                  </a:lnTo>
                  <a:lnTo>
                    <a:pt x="403555" y="345597"/>
                  </a:lnTo>
                  <a:close/>
                  <a:moveTo>
                    <a:pt x="387664" y="345597"/>
                  </a:moveTo>
                  <a:lnTo>
                    <a:pt x="387664" y="308635"/>
                  </a:lnTo>
                  <a:lnTo>
                    <a:pt x="372577" y="345597"/>
                  </a:lnTo>
                  <a:close/>
                  <a:moveTo>
                    <a:pt x="116299" y="308635"/>
                  </a:moveTo>
                  <a:lnTo>
                    <a:pt x="116299" y="271673"/>
                  </a:lnTo>
                  <a:lnTo>
                    <a:pt x="77533" y="308635"/>
                  </a:lnTo>
                  <a:close/>
                  <a:moveTo>
                    <a:pt x="116299" y="308635"/>
                  </a:moveTo>
                  <a:lnTo>
                    <a:pt x="77533" y="308635"/>
                  </a:lnTo>
                  <a:lnTo>
                    <a:pt x="116299" y="317104"/>
                  </a:lnTo>
                  <a:close/>
                  <a:moveTo>
                    <a:pt x="77533" y="308635"/>
                  </a:moveTo>
                  <a:lnTo>
                    <a:pt x="77533" y="345332"/>
                  </a:lnTo>
                  <a:lnTo>
                    <a:pt x="116299" y="317104"/>
                  </a:lnTo>
                  <a:close/>
                  <a:moveTo>
                    <a:pt x="116299" y="308635"/>
                  </a:moveTo>
                  <a:lnTo>
                    <a:pt x="155066" y="271673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308635"/>
                  </a:lnTo>
                  <a:lnTo>
                    <a:pt x="403903" y="308635"/>
                  </a:lnTo>
                  <a:close/>
                  <a:moveTo>
                    <a:pt x="387664" y="308635"/>
                  </a:moveTo>
                  <a:lnTo>
                    <a:pt x="387664" y="271673"/>
                  </a:lnTo>
                  <a:lnTo>
                    <a:pt x="368254" y="308635"/>
                  </a:lnTo>
                  <a:close/>
                  <a:moveTo>
                    <a:pt x="155066" y="271673"/>
                  </a:moveTo>
                  <a:lnTo>
                    <a:pt x="155066" y="234711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234711"/>
                  </a:lnTo>
                  <a:lnTo>
                    <a:pt x="360544" y="271673"/>
                  </a:lnTo>
                  <a:close/>
                  <a:moveTo>
                    <a:pt x="116299" y="197749"/>
                  </a:moveTo>
                  <a:lnTo>
                    <a:pt x="116299" y="231648"/>
                  </a:lnTo>
                  <a:lnTo>
                    <a:pt x="155066" y="234711"/>
                  </a:lnTo>
                  <a:close/>
                  <a:moveTo>
                    <a:pt x="155066" y="197749"/>
                  </a:moveTo>
                  <a:lnTo>
                    <a:pt x="116299" y="197749"/>
                  </a:lnTo>
                  <a:lnTo>
                    <a:pt x="155066" y="234711"/>
                  </a:lnTo>
                  <a:close/>
                  <a:moveTo>
                    <a:pt x="348962" y="234711"/>
                  </a:moveTo>
                  <a:lnTo>
                    <a:pt x="387664" y="234711"/>
                  </a:lnTo>
                  <a:lnTo>
                    <a:pt x="348898" y="197749"/>
                  </a:lnTo>
                  <a:close/>
                  <a:moveTo>
                    <a:pt x="348898" y="197749"/>
                  </a:moveTo>
                  <a:lnTo>
                    <a:pt x="387664" y="234711"/>
                  </a:lnTo>
                  <a:lnTo>
                    <a:pt x="385508" y="197749"/>
                  </a:lnTo>
                  <a:close/>
                  <a:moveTo>
                    <a:pt x="77533" y="160787"/>
                  </a:moveTo>
                  <a:lnTo>
                    <a:pt x="77533" y="185169"/>
                  </a:lnTo>
                  <a:lnTo>
                    <a:pt x="98842" y="160787"/>
                  </a:lnTo>
                  <a:close/>
                  <a:moveTo>
                    <a:pt x="77533" y="185169"/>
                  </a:moveTo>
                  <a:lnTo>
                    <a:pt x="92596" y="197749"/>
                  </a:lnTo>
                  <a:lnTo>
                    <a:pt x="98842" y="160787"/>
                  </a:lnTo>
                  <a:close/>
                  <a:moveTo>
                    <a:pt x="98842" y="160787"/>
                  </a:moveTo>
                  <a:lnTo>
                    <a:pt x="92596" y="197749"/>
                  </a:lnTo>
                  <a:lnTo>
                    <a:pt x="116299" y="174030"/>
                  </a:lnTo>
                  <a:close/>
                  <a:moveTo>
                    <a:pt x="116299" y="174030"/>
                  </a:moveTo>
                  <a:lnTo>
                    <a:pt x="92596" y="197749"/>
                  </a:lnTo>
                  <a:lnTo>
                    <a:pt x="116299" y="197749"/>
                  </a:lnTo>
                  <a:close/>
                  <a:moveTo>
                    <a:pt x="348898" y="160787"/>
                  </a:moveTo>
                  <a:lnTo>
                    <a:pt x="348898" y="197749"/>
                  </a:lnTo>
                  <a:lnTo>
                    <a:pt x="385508" y="197749"/>
                  </a:lnTo>
                  <a:close/>
                  <a:moveTo>
                    <a:pt x="310131" y="160787"/>
                  </a:moveTo>
                  <a:lnTo>
                    <a:pt x="348898" y="197749"/>
                  </a:lnTo>
                  <a:lnTo>
                    <a:pt x="348898" y="160787"/>
                  </a:lnTo>
                  <a:close/>
                  <a:moveTo>
                    <a:pt x="38766" y="123826"/>
                  </a:moveTo>
                  <a:lnTo>
                    <a:pt x="38766" y="138797"/>
                  </a:lnTo>
                  <a:lnTo>
                    <a:pt x="62663" y="123826"/>
                  </a:lnTo>
                  <a:close/>
                  <a:moveTo>
                    <a:pt x="38766" y="138797"/>
                  </a:moveTo>
                  <a:lnTo>
                    <a:pt x="54442" y="160787"/>
                  </a:lnTo>
                  <a:lnTo>
                    <a:pt x="62663" y="123826"/>
                  </a:lnTo>
                  <a:close/>
                  <a:moveTo>
                    <a:pt x="62663" y="123826"/>
                  </a:moveTo>
                  <a:lnTo>
                    <a:pt x="54442" y="160787"/>
                  </a:lnTo>
                  <a:lnTo>
                    <a:pt x="77533" y="142771"/>
                  </a:lnTo>
                  <a:close/>
                  <a:moveTo>
                    <a:pt x="77533" y="142771"/>
                  </a:moveTo>
                  <a:lnTo>
                    <a:pt x="54442" y="160787"/>
                  </a:lnTo>
                  <a:lnTo>
                    <a:pt x="77533" y="160787"/>
                  </a:lnTo>
                  <a:close/>
                  <a:moveTo>
                    <a:pt x="310131" y="160787"/>
                  </a:moveTo>
                  <a:lnTo>
                    <a:pt x="348898" y="160787"/>
                  </a:lnTo>
                  <a:lnTo>
                    <a:pt x="310131" y="123826"/>
                  </a:lnTo>
                  <a:close/>
                  <a:moveTo>
                    <a:pt x="271365" y="123826"/>
                  </a:moveTo>
                  <a:lnTo>
                    <a:pt x="310131" y="160787"/>
                  </a:lnTo>
                  <a:lnTo>
                    <a:pt x="310131" y="123826"/>
                  </a:lnTo>
                  <a:close/>
                  <a:moveTo>
                    <a:pt x="22855" y="86864"/>
                  </a:moveTo>
                  <a:lnTo>
                    <a:pt x="38766" y="123826"/>
                  </a:lnTo>
                  <a:lnTo>
                    <a:pt x="38766" y="86864"/>
                  </a:lnTo>
                  <a:close/>
                  <a:moveTo>
                    <a:pt x="53412" y="86864"/>
                  </a:moveTo>
                  <a:lnTo>
                    <a:pt x="38766" y="86864"/>
                  </a:lnTo>
                  <a:lnTo>
                    <a:pt x="38766" y="123826"/>
                  </a:lnTo>
                  <a:close/>
                  <a:moveTo>
                    <a:pt x="271365" y="123826"/>
                  </a:moveTo>
                  <a:lnTo>
                    <a:pt x="310131" y="123826"/>
                  </a:lnTo>
                  <a:lnTo>
                    <a:pt x="271365" y="86864"/>
                  </a:lnTo>
                  <a:close/>
                  <a:moveTo>
                    <a:pt x="232598" y="86864"/>
                  </a:moveTo>
                  <a:lnTo>
                    <a:pt x="271365" y="123826"/>
                  </a:lnTo>
                  <a:lnTo>
                    <a:pt x="271365" y="86864"/>
                  </a:lnTo>
                  <a:close/>
                  <a:moveTo>
                    <a:pt x="68325" y="49902"/>
                  </a:moveTo>
                  <a:lnTo>
                    <a:pt x="38766" y="49902"/>
                  </a:lnTo>
                  <a:lnTo>
                    <a:pt x="38766" y="86864"/>
                  </a:lnTo>
                  <a:close/>
                  <a:moveTo>
                    <a:pt x="232598" y="86864"/>
                  </a:moveTo>
                  <a:lnTo>
                    <a:pt x="271365" y="86864"/>
                  </a:lnTo>
                  <a:lnTo>
                    <a:pt x="232598" y="49902"/>
                  </a:lnTo>
                  <a:close/>
                  <a:moveTo>
                    <a:pt x="232598" y="86864"/>
                  </a:moveTo>
                  <a:lnTo>
                    <a:pt x="232598" y="49902"/>
                  </a:lnTo>
                  <a:lnTo>
                    <a:pt x="228763" y="86864"/>
                  </a:lnTo>
                  <a:close/>
                  <a:moveTo>
                    <a:pt x="232598" y="49902"/>
                  </a:moveTo>
                  <a:lnTo>
                    <a:pt x="197802" y="49902"/>
                  </a:lnTo>
                  <a:lnTo>
                    <a:pt x="228763" y="86864"/>
                  </a:lnTo>
                  <a:close/>
                  <a:moveTo>
                    <a:pt x="77533" y="12940"/>
                  </a:moveTo>
                  <a:lnTo>
                    <a:pt x="70632" y="12940"/>
                  </a:lnTo>
                  <a:lnTo>
                    <a:pt x="77533" y="41398"/>
                  </a:lnTo>
                  <a:close/>
                  <a:moveTo>
                    <a:pt x="70632" y="12940"/>
                  </a:moveTo>
                  <a:lnTo>
                    <a:pt x="38766" y="42093"/>
                  </a:lnTo>
                  <a:lnTo>
                    <a:pt x="77533" y="41398"/>
                  </a:lnTo>
                  <a:close/>
                  <a:moveTo>
                    <a:pt x="77533" y="41398"/>
                  </a:moveTo>
                  <a:lnTo>
                    <a:pt x="38766" y="42093"/>
                  </a:lnTo>
                  <a:lnTo>
                    <a:pt x="68325" y="49902"/>
                  </a:lnTo>
                  <a:close/>
                  <a:moveTo>
                    <a:pt x="68325" y="49902"/>
                  </a:moveTo>
                  <a:lnTo>
                    <a:pt x="38766" y="42093"/>
                  </a:lnTo>
                  <a:lnTo>
                    <a:pt x="38766" y="49902"/>
                  </a:lnTo>
                  <a:close/>
                  <a:moveTo>
                    <a:pt x="193832" y="14666"/>
                  </a:moveTo>
                  <a:lnTo>
                    <a:pt x="155066" y="12940"/>
                  </a:lnTo>
                  <a:lnTo>
                    <a:pt x="155066" y="27496"/>
                  </a:lnTo>
                  <a:close/>
                  <a:moveTo>
                    <a:pt x="193832" y="14666"/>
                  </a:moveTo>
                  <a:lnTo>
                    <a:pt x="155066" y="27496"/>
                  </a:lnTo>
                  <a:lnTo>
                    <a:pt x="193832" y="46672"/>
                  </a:lnTo>
                  <a:close/>
                  <a:moveTo>
                    <a:pt x="232598" y="43443"/>
                  </a:moveTo>
                  <a:lnTo>
                    <a:pt x="197802" y="49902"/>
                  </a:lnTo>
                  <a:lnTo>
                    <a:pt x="232598" y="49902"/>
                  </a:lnTo>
                  <a:close/>
                  <a:moveTo>
                    <a:pt x="193832" y="46672"/>
                  </a:moveTo>
                  <a:lnTo>
                    <a:pt x="197802" y="49902"/>
                  </a:lnTo>
                  <a:lnTo>
                    <a:pt x="232598" y="43443"/>
                  </a:lnTo>
                  <a:close/>
                  <a:moveTo>
                    <a:pt x="193832" y="14666"/>
                  </a:moveTo>
                  <a:lnTo>
                    <a:pt x="193832" y="46672"/>
                  </a:lnTo>
                  <a:lnTo>
                    <a:pt x="232598" y="43443"/>
                  </a:lnTo>
                  <a:close/>
                  <a:moveTo>
                    <a:pt x="116299" y="12940"/>
                  </a:moveTo>
                  <a:lnTo>
                    <a:pt x="77533" y="12940"/>
                  </a:lnTo>
                  <a:lnTo>
                    <a:pt x="116299" y="25013"/>
                  </a:lnTo>
                  <a:close/>
                  <a:moveTo>
                    <a:pt x="77533" y="12940"/>
                  </a:moveTo>
                  <a:lnTo>
                    <a:pt x="77533" y="41398"/>
                  </a:lnTo>
                  <a:lnTo>
                    <a:pt x="116299" y="25013"/>
                  </a:lnTo>
                  <a:close/>
                  <a:moveTo>
                    <a:pt x="116299" y="12940"/>
                  </a:moveTo>
                  <a:lnTo>
                    <a:pt x="155066" y="12940"/>
                  </a:lnTo>
                  <a:lnTo>
                    <a:pt x="155066" y="0"/>
                  </a:lnTo>
                  <a:close/>
                  <a:moveTo>
                    <a:pt x="155066" y="12940"/>
                  </a:moveTo>
                  <a:lnTo>
                    <a:pt x="116299" y="12940"/>
                  </a:lnTo>
                  <a:lnTo>
                    <a:pt x="155066" y="27496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3970" name="Candidate_B3__3969">
              <a:extLst>
                <a:ext uri="{FF2B5EF4-FFF2-40B4-BE49-F238E27FC236}">
                  <a16:creationId xmlns:a16="http://schemas.microsoft.com/office/drawing/2014/main" id="{B98021B6-DF9E-5336-6856-29F9503E5D62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96140"/>
              <a:ext cx="387664" cy="493846"/>
            </a:xfrm>
            <a:custGeom>
              <a:avLst/>
              <a:gdLst/>
              <a:ahLst/>
              <a:cxnLst/>
              <a:rect l="0" t="0" r="0" b="0"/>
              <a:pathLst>
                <a:path w="387664" h="493846">
                  <a:moveTo>
                    <a:pt x="38766" y="480504"/>
                  </a:moveTo>
                  <a:lnTo>
                    <a:pt x="75849" y="480504"/>
                  </a:lnTo>
                  <a:lnTo>
                    <a:pt x="38766" y="450443"/>
                  </a:lnTo>
                  <a:close/>
                  <a:moveTo>
                    <a:pt x="232598" y="484952"/>
                  </a:moveTo>
                  <a:lnTo>
                    <a:pt x="271365" y="480504"/>
                  </a:lnTo>
                  <a:lnTo>
                    <a:pt x="249044" y="480504"/>
                  </a:lnTo>
                  <a:close/>
                  <a:moveTo>
                    <a:pt x="249044" y="480504"/>
                  </a:moveTo>
                  <a:lnTo>
                    <a:pt x="271365" y="480504"/>
                  </a:lnTo>
                  <a:lnTo>
                    <a:pt x="271365" y="473990"/>
                  </a:lnTo>
                  <a:close/>
                  <a:moveTo>
                    <a:pt x="310131" y="455949"/>
                  </a:moveTo>
                  <a:lnTo>
                    <a:pt x="348898" y="443542"/>
                  </a:lnTo>
                  <a:lnTo>
                    <a:pt x="327571" y="443542"/>
                  </a:lnTo>
                  <a:close/>
                  <a:moveTo>
                    <a:pt x="33346" y="443542"/>
                  </a:moveTo>
                  <a:lnTo>
                    <a:pt x="26005" y="406580"/>
                  </a:lnTo>
                  <a:lnTo>
                    <a:pt x="0" y="443542"/>
                  </a:lnTo>
                  <a:close/>
                  <a:moveTo>
                    <a:pt x="327571" y="443542"/>
                  </a:moveTo>
                  <a:lnTo>
                    <a:pt x="348898" y="443542"/>
                  </a:lnTo>
                  <a:lnTo>
                    <a:pt x="348898" y="420285"/>
                  </a:lnTo>
                  <a:close/>
                  <a:moveTo>
                    <a:pt x="26005" y="406580"/>
                  </a:moveTo>
                  <a:lnTo>
                    <a:pt x="38766" y="372850"/>
                  </a:lnTo>
                  <a:lnTo>
                    <a:pt x="0" y="406580"/>
                  </a:lnTo>
                  <a:close/>
                  <a:moveTo>
                    <a:pt x="0" y="406580"/>
                  </a:moveTo>
                  <a:lnTo>
                    <a:pt x="38766" y="372850"/>
                  </a:lnTo>
                  <a:lnTo>
                    <a:pt x="38766" y="369618"/>
                  </a:lnTo>
                  <a:close/>
                  <a:moveTo>
                    <a:pt x="387664" y="369618"/>
                  </a:moveTo>
                  <a:lnTo>
                    <a:pt x="370802" y="369618"/>
                  </a:lnTo>
                  <a:lnTo>
                    <a:pt x="358603" y="406580"/>
                  </a:lnTo>
                  <a:close/>
                  <a:moveTo>
                    <a:pt x="40176" y="369618"/>
                  </a:moveTo>
                  <a:lnTo>
                    <a:pt x="77208" y="332657"/>
                  </a:lnTo>
                  <a:lnTo>
                    <a:pt x="38766" y="369618"/>
                  </a:lnTo>
                  <a:close/>
                  <a:moveTo>
                    <a:pt x="77208" y="332657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38766" y="369618"/>
                  </a:moveTo>
                  <a:lnTo>
                    <a:pt x="38766" y="372850"/>
                  </a:lnTo>
                  <a:lnTo>
                    <a:pt x="40176" y="369618"/>
                  </a:lnTo>
                  <a:close/>
                  <a:moveTo>
                    <a:pt x="387664" y="332657"/>
                  </a:moveTo>
                  <a:lnTo>
                    <a:pt x="372577" y="332657"/>
                  </a:lnTo>
                  <a:lnTo>
                    <a:pt x="370802" y="369618"/>
                  </a:lnTo>
                  <a:close/>
                  <a:moveTo>
                    <a:pt x="387664" y="295695"/>
                  </a:moveTo>
                  <a:lnTo>
                    <a:pt x="368254" y="295695"/>
                  </a:lnTo>
                  <a:lnTo>
                    <a:pt x="372577" y="332657"/>
                  </a:lnTo>
                  <a:close/>
                  <a:moveTo>
                    <a:pt x="128328" y="295695"/>
                  </a:moveTo>
                  <a:lnTo>
                    <a:pt x="155066" y="268812"/>
                  </a:lnTo>
                  <a:lnTo>
                    <a:pt x="116299" y="295695"/>
                  </a:lnTo>
                  <a:close/>
                  <a:moveTo>
                    <a:pt x="116299" y="295695"/>
                  </a:moveTo>
                  <a:lnTo>
                    <a:pt x="155066" y="268812"/>
                  </a:lnTo>
                  <a:lnTo>
                    <a:pt x="155066" y="258733"/>
                  </a:lnTo>
                  <a:close/>
                  <a:moveTo>
                    <a:pt x="116299" y="295695"/>
                  </a:moveTo>
                  <a:lnTo>
                    <a:pt x="116299" y="304164"/>
                  </a:lnTo>
                  <a:lnTo>
                    <a:pt x="128328" y="295695"/>
                  </a:lnTo>
                  <a:close/>
                  <a:moveTo>
                    <a:pt x="387664" y="258733"/>
                  </a:moveTo>
                  <a:lnTo>
                    <a:pt x="360544" y="258733"/>
                  </a:lnTo>
                  <a:lnTo>
                    <a:pt x="368254" y="295695"/>
                  </a:lnTo>
                  <a:close/>
                  <a:moveTo>
                    <a:pt x="165294" y="258733"/>
                  </a:moveTo>
                  <a:lnTo>
                    <a:pt x="177828" y="221771"/>
                  </a:lnTo>
                  <a:lnTo>
                    <a:pt x="155066" y="258733"/>
                  </a:lnTo>
                  <a:close/>
                  <a:moveTo>
                    <a:pt x="177828" y="221771"/>
                  </a:moveTo>
                  <a:lnTo>
                    <a:pt x="155066" y="221771"/>
                  </a:lnTo>
                  <a:lnTo>
                    <a:pt x="155066" y="258733"/>
                  </a:lnTo>
                  <a:close/>
                  <a:moveTo>
                    <a:pt x="155066" y="258733"/>
                  </a:moveTo>
                  <a:lnTo>
                    <a:pt x="155066" y="268812"/>
                  </a:lnTo>
                  <a:lnTo>
                    <a:pt x="165294" y="258733"/>
                  </a:lnTo>
                  <a:close/>
                  <a:moveTo>
                    <a:pt x="387664" y="221771"/>
                  </a:moveTo>
                  <a:lnTo>
                    <a:pt x="348962" y="221771"/>
                  </a:lnTo>
                  <a:lnTo>
                    <a:pt x="360544" y="258733"/>
                  </a:lnTo>
                  <a:close/>
                  <a:moveTo>
                    <a:pt x="177828" y="221771"/>
                  </a:moveTo>
                  <a:lnTo>
                    <a:pt x="155866" y="184809"/>
                  </a:lnTo>
                  <a:lnTo>
                    <a:pt x="155066" y="221771"/>
                  </a:lnTo>
                  <a:close/>
                  <a:moveTo>
                    <a:pt x="155866" y="184809"/>
                  </a:moveTo>
                  <a:lnTo>
                    <a:pt x="155066" y="184809"/>
                  </a:lnTo>
                  <a:lnTo>
                    <a:pt x="155066" y="221771"/>
                  </a:lnTo>
                  <a:close/>
                  <a:moveTo>
                    <a:pt x="348898" y="221638"/>
                  </a:moveTo>
                  <a:lnTo>
                    <a:pt x="348962" y="221771"/>
                  </a:lnTo>
                  <a:lnTo>
                    <a:pt x="348898" y="184809"/>
                  </a:lnTo>
                  <a:close/>
                  <a:moveTo>
                    <a:pt x="116299" y="184809"/>
                  </a:moveTo>
                  <a:lnTo>
                    <a:pt x="155066" y="184809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066" y="184364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866" y="184809"/>
                  </a:lnTo>
                  <a:lnTo>
                    <a:pt x="155066" y="184364"/>
                  </a:lnTo>
                  <a:close/>
                  <a:moveTo>
                    <a:pt x="310131" y="170524"/>
                  </a:moveTo>
                  <a:lnTo>
                    <a:pt x="323418" y="184809"/>
                  </a:lnTo>
                  <a:lnTo>
                    <a:pt x="310131" y="147847"/>
                  </a:lnTo>
                  <a:close/>
                  <a:moveTo>
                    <a:pt x="310131" y="147847"/>
                  </a:moveTo>
                  <a:lnTo>
                    <a:pt x="323418" y="184809"/>
                  </a:lnTo>
                  <a:lnTo>
                    <a:pt x="348898" y="184809"/>
                  </a:lnTo>
                  <a:close/>
                  <a:moveTo>
                    <a:pt x="348898" y="221638"/>
                  </a:moveTo>
                  <a:lnTo>
                    <a:pt x="348898" y="184809"/>
                  </a:lnTo>
                  <a:lnTo>
                    <a:pt x="323418" y="184809"/>
                  </a:lnTo>
                  <a:close/>
                  <a:moveTo>
                    <a:pt x="77533" y="147847"/>
                  </a:moveTo>
                  <a:lnTo>
                    <a:pt x="98842" y="147847"/>
                  </a:lnTo>
                  <a:lnTo>
                    <a:pt x="77533" y="129831"/>
                  </a:lnTo>
                  <a:close/>
                  <a:moveTo>
                    <a:pt x="271365" y="136101"/>
                  </a:moveTo>
                  <a:lnTo>
                    <a:pt x="283489" y="147847"/>
                  </a:lnTo>
                  <a:lnTo>
                    <a:pt x="271365" y="110886"/>
                  </a:lnTo>
                  <a:close/>
                  <a:moveTo>
                    <a:pt x="271365" y="110886"/>
                  </a:moveTo>
                  <a:lnTo>
                    <a:pt x="283489" y="147847"/>
                  </a:lnTo>
                  <a:lnTo>
                    <a:pt x="310131" y="147847"/>
                  </a:lnTo>
                  <a:close/>
                  <a:moveTo>
                    <a:pt x="310131" y="170524"/>
                  </a:moveTo>
                  <a:lnTo>
                    <a:pt x="310131" y="147847"/>
                  </a:lnTo>
                  <a:lnTo>
                    <a:pt x="283489" y="147847"/>
                  </a:lnTo>
                  <a:close/>
                  <a:moveTo>
                    <a:pt x="62663" y="110886"/>
                  </a:moveTo>
                  <a:lnTo>
                    <a:pt x="53412" y="73924"/>
                  </a:lnTo>
                  <a:lnTo>
                    <a:pt x="38766" y="110886"/>
                  </a:lnTo>
                  <a:close/>
                  <a:moveTo>
                    <a:pt x="232598" y="81169"/>
                  </a:moveTo>
                  <a:lnTo>
                    <a:pt x="251672" y="110886"/>
                  </a:lnTo>
                  <a:lnTo>
                    <a:pt x="232598" y="73924"/>
                  </a:lnTo>
                  <a:close/>
                  <a:moveTo>
                    <a:pt x="232598" y="73924"/>
                  </a:moveTo>
                  <a:lnTo>
                    <a:pt x="251672" y="110886"/>
                  </a:lnTo>
                  <a:lnTo>
                    <a:pt x="271365" y="110886"/>
                  </a:lnTo>
                  <a:close/>
                  <a:moveTo>
                    <a:pt x="271365" y="136101"/>
                  </a:moveTo>
                  <a:lnTo>
                    <a:pt x="271365" y="110886"/>
                  </a:lnTo>
                  <a:lnTo>
                    <a:pt x="251672" y="110886"/>
                  </a:lnTo>
                  <a:close/>
                  <a:moveTo>
                    <a:pt x="53412" y="73924"/>
                  </a:moveTo>
                  <a:lnTo>
                    <a:pt x="68325" y="36962"/>
                  </a:lnTo>
                  <a:lnTo>
                    <a:pt x="38766" y="73924"/>
                  </a:lnTo>
                  <a:close/>
                  <a:moveTo>
                    <a:pt x="232598" y="81169"/>
                  </a:moveTo>
                  <a:lnTo>
                    <a:pt x="232598" y="73924"/>
                  </a:lnTo>
                  <a:lnTo>
                    <a:pt x="228763" y="73924"/>
                  </a:lnTo>
                  <a:close/>
                  <a:moveTo>
                    <a:pt x="116299" y="0"/>
                  </a:moveTo>
                  <a:lnTo>
                    <a:pt x="116299" y="12073"/>
                  </a:lnTo>
                  <a:lnTo>
                    <a:pt x="155066" y="14556"/>
                  </a:lnTo>
                  <a:close/>
                  <a:moveTo>
                    <a:pt x="75849" y="480504"/>
                  </a:moveTo>
                  <a:lnTo>
                    <a:pt x="77533" y="481346"/>
                  </a:lnTo>
                  <a:lnTo>
                    <a:pt x="77533" y="480504"/>
                  </a:lnTo>
                  <a:close/>
                  <a:moveTo>
                    <a:pt x="77533" y="480504"/>
                  </a:moveTo>
                  <a:lnTo>
                    <a:pt x="38766" y="450443"/>
                  </a:lnTo>
                  <a:lnTo>
                    <a:pt x="75849" y="480504"/>
                  </a:lnTo>
                  <a:close/>
                  <a:moveTo>
                    <a:pt x="38766" y="443542"/>
                  </a:moveTo>
                  <a:lnTo>
                    <a:pt x="38766" y="450443"/>
                  </a:lnTo>
                  <a:lnTo>
                    <a:pt x="77533" y="480504"/>
                  </a:lnTo>
                  <a:close/>
                  <a:moveTo>
                    <a:pt x="116299" y="480504"/>
                  </a:moveTo>
                  <a:lnTo>
                    <a:pt x="77533" y="481346"/>
                  </a:lnTo>
                  <a:lnTo>
                    <a:pt x="116299" y="491510"/>
                  </a:lnTo>
                  <a:close/>
                  <a:moveTo>
                    <a:pt x="116299" y="480504"/>
                  </a:moveTo>
                  <a:lnTo>
                    <a:pt x="77533" y="480504"/>
                  </a:lnTo>
                  <a:lnTo>
                    <a:pt x="77533" y="481346"/>
                  </a:lnTo>
                  <a:close/>
                  <a:moveTo>
                    <a:pt x="155066" y="480504"/>
                  </a:moveTo>
                  <a:lnTo>
                    <a:pt x="116299" y="491510"/>
                  </a:lnTo>
                  <a:lnTo>
                    <a:pt x="155066" y="493846"/>
                  </a:lnTo>
                  <a:close/>
                  <a:moveTo>
                    <a:pt x="193832" y="480504"/>
                  </a:moveTo>
                  <a:lnTo>
                    <a:pt x="155066" y="493846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193832" y="491283"/>
                  </a:lnTo>
                  <a:lnTo>
                    <a:pt x="232598" y="484952"/>
                  </a:lnTo>
                  <a:close/>
                  <a:moveTo>
                    <a:pt x="232598" y="480504"/>
                  </a:moveTo>
                  <a:lnTo>
                    <a:pt x="193832" y="480504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232598" y="484952"/>
                  </a:lnTo>
                  <a:lnTo>
                    <a:pt x="249044" y="480504"/>
                  </a:lnTo>
                  <a:close/>
                  <a:moveTo>
                    <a:pt x="33346" y="443542"/>
                  </a:moveTo>
                  <a:lnTo>
                    <a:pt x="38766" y="450443"/>
                  </a:lnTo>
                  <a:lnTo>
                    <a:pt x="38766" y="443542"/>
                  </a:lnTo>
                  <a:close/>
                  <a:moveTo>
                    <a:pt x="26005" y="406580"/>
                  </a:moveTo>
                  <a:lnTo>
                    <a:pt x="38766" y="443542"/>
                  </a:lnTo>
                  <a:lnTo>
                    <a:pt x="38766" y="406580"/>
                  </a:lnTo>
                  <a:close/>
                  <a:moveTo>
                    <a:pt x="26005" y="406580"/>
                  </a:moveTo>
                  <a:lnTo>
                    <a:pt x="33346" y="443542"/>
                  </a:lnTo>
                  <a:lnTo>
                    <a:pt x="38766" y="443542"/>
                  </a:lnTo>
                  <a:close/>
                  <a:moveTo>
                    <a:pt x="310131" y="443542"/>
                  </a:moveTo>
                  <a:lnTo>
                    <a:pt x="271365" y="473990"/>
                  </a:lnTo>
                  <a:lnTo>
                    <a:pt x="310131" y="455949"/>
                  </a:lnTo>
                  <a:close/>
                  <a:moveTo>
                    <a:pt x="310131" y="443542"/>
                  </a:moveTo>
                  <a:lnTo>
                    <a:pt x="310131" y="455949"/>
                  </a:lnTo>
                  <a:lnTo>
                    <a:pt x="327571" y="443542"/>
                  </a:lnTo>
                  <a:close/>
                  <a:moveTo>
                    <a:pt x="348898" y="406580"/>
                  </a:moveTo>
                  <a:lnTo>
                    <a:pt x="327571" y="443542"/>
                  </a:lnTo>
                  <a:lnTo>
                    <a:pt x="348898" y="420285"/>
                  </a:lnTo>
                  <a:close/>
                  <a:moveTo>
                    <a:pt x="310131" y="443542"/>
                  </a:moveTo>
                  <a:lnTo>
                    <a:pt x="327571" y="443542"/>
                  </a:lnTo>
                  <a:lnTo>
                    <a:pt x="348898" y="406580"/>
                  </a:lnTo>
                  <a:close/>
                  <a:moveTo>
                    <a:pt x="38766" y="372850"/>
                  </a:moveTo>
                  <a:lnTo>
                    <a:pt x="26005" y="406580"/>
                  </a:lnTo>
                  <a:lnTo>
                    <a:pt x="38766" y="406580"/>
                  </a:lnTo>
                  <a:close/>
                  <a:moveTo>
                    <a:pt x="38766" y="406580"/>
                  </a:moveTo>
                  <a:lnTo>
                    <a:pt x="40176" y="369618"/>
                  </a:lnTo>
                  <a:lnTo>
                    <a:pt x="38766" y="372850"/>
                  </a:lnTo>
                  <a:close/>
                  <a:moveTo>
                    <a:pt x="348898" y="406580"/>
                  </a:moveTo>
                  <a:lnTo>
                    <a:pt x="348898" y="420285"/>
                  </a:lnTo>
                  <a:lnTo>
                    <a:pt x="358603" y="406580"/>
                  </a:lnTo>
                  <a:close/>
                  <a:moveTo>
                    <a:pt x="348898" y="369618"/>
                  </a:moveTo>
                  <a:lnTo>
                    <a:pt x="358603" y="406580"/>
                  </a:lnTo>
                  <a:lnTo>
                    <a:pt x="370802" y="369618"/>
                  </a:lnTo>
                  <a:close/>
                  <a:moveTo>
                    <a:pt x="77208" y="332657"/>
                  </a:moveTo>
                  <a:lnTo>
                    <a:pt x="77533" y="369618"/>
                  </a:lnTo>
                  <a:lnTo>
                    <a:pt x="77533" y="332657"/>
                  </a:lnTo>
                  <a:close/>
                  <a:moveTo>
                    <a:pt x="77208" y="332657"/>
                  </a:moveTo>
                  <a:lnTo>
                    <a:pt x="40176" y="369618"/>
                  </a:lnTo>
                  <a:lnTo>
                    <a:pt x="77533" y="369618"/>
                  </a:lnTo>
                  <a:close/>
                  <a:moveTo>
                    <a:pt x="348898" y="332657"/>
                  </a:moveTo>
                  <a:lnTo>
                    <a:pt x="370802" y="369618"/>
                  </a:lnTo>
                  <a:lnTo>
                    <a:pt x="372577" y="332657"/>
                  </a:lnTo>
                  <a:close/>
                  <a:moveTo>
                    <a:pt x="77533" y="332392"/>
                  </a:moveTo>
                  <a:lnTo>
                    <a:pt x="77208" y="332657"/>
                  </a:lnTo>
                  <a:lnTo>
                    <a:pt x="77533" y="332657"/>
                  </a:lnTo>
                  <a:close/>
                  <a:moveTo>
                    <a:pt x="77533" y="332657"/>
                  </a:moveTo>
                  <a:lnTo>
                    <a:pt x="116299" y="304164"/>
                  </a:lnTo>
                  <a:lnTo>
                    <a:pt x="77533" y="332392"/>
                  </a:lnTo>
                  <a:close/>
                  <a:moveTo>
                    <a:pt x="77533" y="332657"/>
                  </a:moveTo>
                  <a:lnTo>
                    <a:pt x="116299" y="332657"/>
                  </a:lnTo>
                  <a:lnTo>
                    <a:pt x="116299" y="304164"/>
                  </a:lnTo>
                  <a:close/>
                  <a:moveTo>
                    <a:pt x="116299" y="332657"/>
                  </a:moveTo>
                  <a:lnTo>
                    <a:pt x="128328" y="295695"/>
                  </a:lnTo>
                  <a:lnTo>
                    <a:pt x="116299" y="304164"/>
                  </a:lnTo>
                  <a:close/>
                  <a:moveTo>
                    <a:pt x="348898" y="295695"/>
                  </a:moveTo>
                  <a:lnTo>
                    <a:pt x="372577" y="332657"/>
                  </a:lnTo>
                  <a:lnTo>
                    <a:pt x="368254" y="295695"/>
                  </a:lnTo>
                  <a:close/>
                  <a:moveTo>
                    <a:pt x="155066" y="268812"/>
                  </a:moveTo>
                  <a:lnTo>
                    <a:pt x="128328" y="295695"/>
                  </a:lnTo>
                  <a:lnTo>
                    <a:pt x="155066" y="295695"/>
                  </a:lnTo>
                  <a:close/>
                  <a:moveTo>
                    <a:pt x="155066" y="295695"/>
                  </a:moveTo>
                  <a:lnTo>
                    <a:pt x="165294" y="258733"/>
                  </a:lnTo>
                  <a:lnTo>
                    <a:pt x="155066" y="268812"/>
                  </a:lnTo>
                  <a:close/>
                  <a:moveTo>
                    <a:pt x="348898" y="258733"/>
                  </a:moveTo>
                  <a:lnTo>
                    <a:pt x="368254" y="295695"/>
                  </a:lnTo>
                  <a:lnTo>
                    <a:pt x="360544" y="258733"/>
                  </a:lnTo>
                  <a:close/>
                  <a:moveTo>
                    <a:pt x="348898" y="258733"/>
                  </a:moveTo>
                  <a:lnTo>
                    <a:pt x="348898" y="295695"/>
                  </a:lnTo>
                  <a:lnTo>
                    <a:pt x="368254" y="295695"/>
                  </a:lnTo>
                  <a:close/>
                  <a:moveTo>
                    <a:pt x="177828" y="221771"/>
                  </a:moveTo>
                  <a:lnTo>
                    <a:pt x="193832" y="258733"/>
                  </a:lnTo>
                  <a:lnTo>
                    <a:pt x="193832" y="221771"/>
                  </a:lnTo>
                  <a:close/>
                  <a:moveTo>
                    <a:pt x="177828" y="221771"/>
                  </a:moveTo>
                  <a:lnTo>
                    <a:pt x="165294" y="258733"/>
                  </a:lnTo>
                  <a:lnTo>
                    <a:pt x="193832" y="258733"/>
                  </a:lnTo>
                  <a:close/>
                  <a:moveTo>
                    <a:pt x="348898" y="221771"/>
                  </a:moveTo>
                  <a:lnTo>
                    <a:pt x="360544" y="258733"/>
                  </a:lnTo>
                  <a:lnTo>
                    <a:pt x="348962" y="221771"/>
                  </a:lnTo>
                  <a:close/>
                  <a:moveTo>
                    <a:pt x="348898" y="221771"/>
                  </a:moveTo>
                  <a:lnTo>
                    <a:pt x="348898" y="258733"/>
                  </a:lnTo>
                  <a:lnTo>
                    <a:pt x="360544" y="258733"/>
                  </a:lnTo>
                  <a:close/>
                  <a:moveTo>
                    <a:pt x="155866" y="184809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866" y="184809"/>
                  </a:moveTo>
                  <a:lnTo>
                    <a:pt x="177828" y="221771"/>
                  </a:lnTo>
                  <a:lnTo>
                    <a:pt x="193832" y="221771"/>
                  </a:lnTo>
                  <a:close/>
                  <a:moveTo>
                    <a:pt x="310131" y="184809"/>
                  </a:moveTo>
                  <a:lnTo>
                    <a:pt x="348898" y="221638"/>
                  </a:lnTo>
                  <a:lnTo>
                    <a:pt x="323418" y="184809"/>
                  </a:lnTo>
                  <a:close/>
                  <a:moveTo>
                    <a:pt x="348898" y="221771"/>
                  </a:moveTo>
                  <a:lnTo>
                    <a:pt x="348898" y="221638"/>
                  </a:lnTo>
                  <a:lnTo>
                    <a:pt x="310131" y="184809"/>
                  </a:lnTo>
                  <a:close/>
                  <a:moveTo>
                    <a:pt x="310131" y="221771"/>
                  </a:moveTo>
                  <a:lnTo>
                    <a:pt x="348898" y="221771"/>
                  </a:lnTo>
                  <a:lnTo>
                    <a:pt x="310131" y="184809"/>
                  </a:lnTo>
                  <a:close/>
                  <a:moveTo>
                    <a:pt x="348898" y="221771"/>
                  </a:moveTo>
                  <a:lnTo>
                    <a:pt x="348962" y="221771"/>
                  </a:lnTo>
                  <a:lnTo>
                    <a:pt x="348898" y="221638"/>
                  </a:lnTo>
                  <a:close/>
                  <a:moveTo>
                    <a:pt x="193832" y="184809"/>
                  </a:moveTo>
                  <a:lnTo>
                    <a:pt x="155066" y="184364"/>
                  </a:lnTo>
                  <a:lnTo>
                    <a:pt x="155866" y="184809"/>
                  </a:lnTo>
                  <a:close/>
                  <a:moveTo>
                    <a:pt x="271365" y="147847"/>
                  </a:moveTo>
                  <a:lnTo>
                    <a:pt x="310131" y="170524"/>
                  </a:lnTo>
                  <a:lnTo>
                    <a:pt x="283489" y="147847"/>
                  </a:lnTo>
                  <a:close/>
                  <a:moveTo>
                    <a:pt x="310131" y="184809"/>
                  </a:moveTo>
                  <a:lnTo>
                    <a:pt x="310131" y="170524"/>
                  </a:lnTo>
                  <a:lnTo>
                    <a:pt x="271365" y="147847"/>
                  </a:lnTo>
                  <a:close/>
                  <a:moveTo>
                    <a:pt x="271365" y="184809"/>
                  </a:moveTo>
                  <a:lnTo>
                    <a:pt x="310131" y="184809"/>
                  </a:lnTo>
                  <a:lnTo>
                    <a:pt x="271365" y="147847"/>
                  </a:lnTo>
                  <a:close/>
                  <a:moveTo>
                    <a:pt x="310131" y="184809"/>
                  </a:moveTo>
                  <a:lnTo>
                    <a:pt x="323418" y="184809"/>
                  </a:lnTo>
                  <a:lnTo>
                    <a:pt x="310131" y="170524"/>
                  </a:lnTo>
                  <a:close/>
                  <a:moveTo>
                    <a:pt x="98842" y="147847"/>
                  </a:moveTo>
                  <a:lnTo>
                    <a:pt x="116299" y="161090"/>
                  </a:lnTo>
                  <a:lnTo>
                    <a:pt x="116299" y="147847"/>
                  </a:lnTo>
                  <a:close/>
                  <a:moveTo>
                    <a:pt x="116299" y="147847"/>
                  </a:moveTo>
                  <a:lnTo>
                    <a:pt x="77533" y="129831"/>
                  </a:lnTo>
                  <a:lnTo>
                    <a:pt x="98842" y="147847"/>
                  </a:lnTo>
                  <a:close/>
                  <a:moveTo>
                    <a:pt x="77533" y="110886"/>
                  </a:moveTo>
                  <a:lnTo>
                    <a:pt x="77533" y="129831"/>
                  </a:lnTo>
                  <a:lnTo>
                    <a:pt x="116299" y="147847"/>
                  </a:lnTo>
                  <a:close/>
                  <a:moveTo>
                    <a:pt x="155066" y="147847"/>
                  </a:moveTo>
                  <a:lnTo>
                    <a:pt x="116299" y="161090"/>
                  </a:lnTo>
                  <a:lnTo>
                    <a:pt x="155066" y="184364"/>
                  </a:lnTo>
                  <a:close/>
                  <a:moveTo>
                    <a:pt x="232598" y="110886"/>
                  </a:moveTo>
                  <a:lnTo>
                    <a:pt x="271365" y="136101"/>
                  </a:lnTo>
                  <a:lnTo>
                    <a:pt x="251672" y="110886"/>
                  </a:lnTo>
                  <a:close/>
                  <a:moveTo>
                    <a:pt x="271365" y="147847"/>
                  </a:moveTo>
                  <a:lnTo>
                    <a:pt x="271365" y="136101"/>
                  </a:lnTo>
                  <a:lnTo>
                    <a:pt x="232598" y="110886"/>
                  </a:lnTo>
                  <a:close/>
                  <a:moveTo>
                    <a:pt x="271365" y="147847"/>
                  </a:moveTo>
                  <a:lnTo>
                    <a:pt x="283489" y="147847"/>
                  </a:lnTo>
                  <a:lnTo>
                    <a:pt x="271365" y="136101"/>
                  </a:lnTo>
                  <a:close/>
                  <a:moveTo>
                    <a:pt x="62663" y="110886"/>
                  </a:moveTo>
                  <a:lnTo>
                    <a:pt x="77533" y="129831"/>
                  </a:lnTo>
                  <a:lnTo>
                    <a:pt x="77533" y="110886"/>
                  </a:lnTo>
                  <a:close/>
                  <a:moveTo>
                    <a:pt x="53412" y="73924"/>
                  </a:moveTo>
                  <a:lnTo>
                    <a:pt x="62663" y="110886"/>
                  </a:lnTo>
                  <a:lnTo>
                    <a:pt x="77533" y="110886"/>
                  </a:lnTo>
                  <a:close/>
                  <a:moveTo>
                    <a:pt x="193832" y="73924"/>
                  </a:moveTo>
                  <a:lnTo>
                    <a:pt x="232598" y="81169"/>
                  </a:lnTo>
                  <a:lnTo>
                    <a:pt x="228763" y="73924"/>
                  </a:lnTo>
                  <a:close/>
                  <a:moveTo>
                    <a:pt x="232598" y="110886"/>
                  </a:moveTo>
                  <a:lnTo>
                    <a:pt x="251672" y="110886"/>
                  </a:lnTo>
                  <a:lnTo>
                    <a:pt x="232598" y="81169"/>
                  </a:lnTo>
                  <a:close/>
                  <a:moveTo>
                    <a:pt x="68325" y="36962"/>
                  </a:moveTo>
                  <a:lnTo>
                    <a:pt x="53412" y="73924"/>
                  </a:lnTo>
                  <a:lnTo>
                    <a:pt x="77533" y="73924"/>
                  </a:lnTo>
                  <a:close/>
                  <a:moveTo>
                    <a:pt x="193832" y="36962"/>
                  </a:moveTo>
                  <a:lnTo>
                    <a:pt x="228763" y="73924"/>
                  </a:lnTo>
                  <a:lnTo>
                    <a:pt x="197802" y="36962"/>
                  </a:lnTo>
                  <a:close/>
                  <a:moveTo>
                    <a:pt x="193832" y="36962"/>
                  </a:moveTo>
                  <a:lnTo>
                    <a:pt x="193832" y="73924"/>
                  </a:lnTo>
                  <a:lnTo>
                    <a:pt x="228763" y="73924"/>
                  </a:lnTo>
                  <a:close/>
                  <a:moveTo>
                    <a:pt x="77533" y="28458"/>
                  </a:moveTo>
                  <a:lnTo>
                    <a:pt x="68325" y="36962"/>
                  </a:lnTo>
                  <a:lnTo>
                    <a:pt x="77533" y="36962"/>
                  </a:lnTo>
                  <a:close/>
                  <a:moveTo>
                    <a:pt x="77533" y="36962"/>
                  </a:moveTo>
                  <a:lnTo>
                    <a:pt x="116299" y="12073"/>
                  </a:lnTo>
                  <a:lnTo>
                    <a:pt x="77533" y="28458"/>
                  </a:lnTo>
                  <a:close/>
                  <a:moveTo>
                    <a:pt x="116299" y="36962"/>
                  </a:moveTo>
                  <a:lnTo>
                    <a:pt x="155066" y="14556"/>
                  </a:lnTo>
                  <a:lnTo>
                    <a:pt x="116299" y="12073"/>
                  </a:lnTo>
                  <a:close/>
                  <a:moveTo>
                    <a:pt x="155066" y="36962"/>
                  </a:moveTo>
                  <a:lnTo>
                    <a:pt x="193832" y="33732"/>
                  </a:lnTo>
                  <a:lnTo>
                    <a:pt x="155066" y="14556"/>
                  </a:lnTo>
                  <a:close/>
                  <a:moveTo>
                    <a:pt x="155066" y="36962"/>
                  </a:moveTo>
                  <a:lnTo>
                    <a:pt x="193832" y="36962"/>
                  </a:lnTo>
                  <a:lnTo>
                    <a:pt x="193832" y="33732"/>
                  </a:lnTo>
                  <a:close/>
                  <a:moveTo>
                    <a:pt x="193832" y="36962"/>
                  </a:moveTo>
                  <a:lnTo>
                    <a:pt x="197802" y="36962"/>
                  </a:lnTo>
                  <a:lnTo>
                    <a:pt x="193832" y="33732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3971" name="Candidate_B3__3970">
              <a:extLst>
                <a:ext uri="{FF2B5EF4-FFF2-40B4-BE49-F238E27FC236}">
                  <a16:creationId xmlns:a16="http://schemas.microsoft.com/office/drawing/2014/main" id="{B01E4D02-506E-8F6E-ACF7-C97B404DC419}"/>
                </a:ext>
              </a:extLst>
            </p:cNvPr>
            <p:cNvSpPr>
              <a:spLocks noGrp="1"/>
            </p:cNvSpPr>
            <p:nvPr/>
          </p:nvSpPr>
          <p:spPr>
            <a:xfrm>
              <a:off x="4756867" y="4108214"/>
              <a:ext cx="333810" cy="481772"/>
            </a:xfrm>
            <a:custGeom>
              <a:avLst/>
              <a:gdLst/>
              <a:ahLst/>
              <a:cxnLst/>
              <a:rect l="0" t="0" r="0" b="0"/>
              <a:pathLst>
                <a:path w="333810" h="481772">
                  <a:moveTo>
                    <a:pt x="38766" y="431469"/>
                  </a:moveTo>
                  <a:lnTo>
                    <a:pt x="0" y="431469"/>
                  </a:lnTo>
                  <a:lnTo>
                    <a:pt x="38766" y="468431"/>
                  </a:lnTo>
                  <a:close/>
                  <a:moveTo>
                    <a:pt x="38766" y="468431"/>
                  </a:moveTo>
                  <a:lnTo>
                    <a:pt x="77533" y="468431"/>
                  </a:lnTo>
                  <a:lnTo>
                    <a:pt x="77533" y="431469"/>
                  </a:lnTo>
                  <a:close/>
                  <a:moveTo>
                    <a:pt x="38766" y="468431"/>
                  </a:moveTo>
                  <a:lnTo>
                    <a:pt x="77533" y="431469"/>
                  </a:lnTo>
                  <a:lnTo>
                    <a:pt x="38766" y="431469"/>
                  </a:lnTo>
                  <a:close/>
                  <a:moveTo>
                    <a:pt x="116299" y="468431"/>
                  </a:moveTo>
                  <a:lnTo>
                    <a:pt x="77533" y="468431"/>
                  </a:lnTo>
                  <a:lnTo>
                    <a:pt x="77533" y="479437"/>
                  </a:lnTo>
                  <a:close/>
                  <a:moveTo>
                    <a:pt x="77533" y="468431"/>
                  </a:moveTo>
                  <a:lnTo>
                    <a:pt x="116299" y="468431"/>
                  </a:lnTo>
                  <a:lnTo>
                    <a:pt x="116299" y="431469"/>
                  </a:lnTo>
                  <a:close/>
                  <a:moveTo>
                    <a:pt x="155066" y="468431"/>
                  </a:moveTo>
                  <a:lnTo>
                    <a:pt x="116299" y="468431"/>
                  </a:lnTo>
                  <a:lnTo>
                    <a:pt x="116299" y="481772"/>
                  </a:lnTo>
                  <a:close/>
                  <a:moveTo>
                    <a:pt x="116299" y="468431"/>
                  </a:moveTo>
                  <a:lnTo>
                    <a:pt x="155066" y="468431"/>
                  </a:lnTo>
                  <a:lnTo>
                    <a:pt x="155066" y="431469"/>
                  </a:lnTo>
                  <a:close/>
                  <a:moveTo>
                    <a:pt x="155066" y="468431"/>
                  </a:moveTo>
                  <a:lnTo>
                    <a:pt x="193832" y="468431"/>
                  </a:lnTo>
                  <a:lnTo>
                    <a:pt x="193832" y="431469"/>
                  </a:lnTo>
                  <a:close/>
                  <a:moveTo>
                    <a:pt x="232599" y="431469"/>
                  </a:moveTo>
                  <a:lnTo>
                    <a:pt x="210278" y="468431"/>
                  </a:lnTo>
                  <a:lnTo>
                    <a:pt x="232599" y="461916"/>
                  </a:lnTo>
                  <a:close/>
                  <a:moveTo>
                    <a:pt x="193832" y="468431"/>
                  </a:moveTo>
                  <a:lnTo>
                    <a:pt x="210278" y="468431"/>
                  </a:lnTo>
                  <a:lnTo>
                    <a:pt x="232599" y="431469"/>
                  </a:lnTo>
                  <a:close/>
                  <a:moveTo>
                    <a:pt x="193832" y="431469"/>
                  </a:moveTo>
                  <a:lnTo>
                    <a:pt x="193832" y="468431"/>
                  </a:lnTo>
                  <a:lnTo>
                    <a:pt x="232599" y="431469"/>
                  </a:lnTo>
                  <a:close/>
                  <a:moveTo>
                    <a:pt x="0" y="431469"/>
                  </a:moveTo>
                  <a:lnTo>
                    <a:pt x="38766" y="431469"/>
                  </a:lnTo>
                  <a:lnTo>
                    <a:pt x="38766" y="394507"/>
                  </a:lnTo>
                  <a:close/>
                  <a:moveTo>
                    <a:pt x="0" y="431469"/>
                  </a:moveTo>
                  <a:lnTo>
                    <a:pt x="38766" y="394507"/>
                  </a:lnTo>
                  <a:lnTo>
                    <a:pt x="0" y="394507"/>
                  </a:lnTo>
                  <a:close/>
                  <a:moveTo>
                    <a:pt x="271365" y="431469"/>
                  </a:moveTo>
                  <a:lnTo>
                    <a:pt x="232599" y="431469"/>
                  </a:lnTo>
                  <a:lnTo>
                    <a:pt x="232599" y="461916"/>
                  </a:lnTo>
                  <a:close/>
                  <a:moveTo>
                    <a:pt x="271365" y="394507"/>
                  </a:moveTo>
                  <a:lnTo>
                    <a:pt x="232599" y="431469"/>
                  </a:lnTo>
                  <a:lnTo>
                    <a:pt x="271365" y="431469"/>
                  </a:lnTo>
                  <a:close/>
                  <a:moveTo>
                    <a:pt x="271365" y="394507"/>
                  </a:moveTo>
                  <a:lnTo>
                    <a:pt x="271365" y="431469"/>
                  </a:lnTo>
                  <a:lnTo>
                    <a:pt x="310131" y="394507"/>
                  </a:lnTo>
                  <a:close/>
                  <a:moveTo>
                    <a:pt x="38766" y="357545"/>
                  </a:moveTo>
                  <a:lnTo>
                    <a:pt x="1410" y="357545"/>
                  </a:lnTo>
                  <a:lnTo>
                    <a:pt x="0" y="394507"/>
                  </a:lnTo>
                  <a:close/>
                  <a:moveTo>
                    <a:pt x="38766" y="394507"/>
                  </a:moveTo>
                  <a:lnTo>
                    <a:pt x="38766" y="357545"/>
                  </a:lnTo>
                  <a:lnTo>
                    <a:pt x="0" y="394507"/>
                  </a:lnTo>
                  <a:close/>
                  <a:moveTo>
                    <a:pt x="271365" y="394507"/>
                  </a:moveTo>
                  <a:lnTo>
                    <a:pt x="310131" y="394507"/>
                  </a:lnTo>
                  <a:lnTo>
                    <a:pt x="310131" y="357545"/>
                  </a:lnTo>
                  <a:close/>
                  <a:moveTo>
                    <a:pt x="310131" y="357545"/>
                  </a:moveTo>
                  <a:lnTo>
                    <a:pt x="310131" y="394507"/>
                  </a:lnTo>
                  <a:lnTo>
                    <a:pt x="319837" y="394507"/>
                  </a:lnTo>
                  <a:close/>
                  <a:moveTo>
                    <a:pt x="38766" y="357545"/>
                  </a:moveTo>
                  <a:lnTo>
                    <a:pt x="77533" y="357545"/>
                  </a:lnTo>
                  <a:lnTo>
                    <a:pt x="77533" y="320583"/>
                  </a:lnTo>
                  <a:close/>
                  <a:moveTo>
                    <a:pt x="38766" y="357545"/>
                  </a:moveTo>
                  <a:lnTo>
                    <a:pt x="77533" y="320583"/>
                  </a:lnTo>
                  <a:lnTo>
                    <a:pt x="38766" y="320583"/>
                  </a:lnTo>
                  <a:close/>
                  <a:moveTo>
                    <a:pt x="271365" y="357545"/>
                  </a:moveTo>
                  <a:lnTo>
                    <a:pt x="310131" y="357545"/>
                  </a:lnTo>
                  <a:lnTo>
                    <a:pt x="310131" y="320583"/>
                  </a:lnTo>
                  <a:close/>
                  <a:moveTo>
                    <a:pt x="310131" y="320583"/>
                  </a:moveTo>
                  <a:lnTo>
                    <a:pt x="310131" y="357545"/>
                  </a:lnTo>
                  <a:lnTo>
                    <a:pt x="332035" y="357545"/>
                  </a:lnTo>
                  <a:close/>
                  <a:moveTo>
                    <a:pt x="116299" y="283622"/>
                  </a:moveTo>
                  <a:lnTo>
                    <a:pt x="89561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16299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55066" y="283622"/>
                  </a:lnTo>
                  <a:lnTo>
                    <a:pt x="116299" y="283622"/>
                  </a:lnTo>
                  <a:close/>
                  <a:moveTo>
                    <a:pt x="271365" y="320583"/>
                  </a:moveTo>
                  <a:lnTo>
                    <a:pt x="310131" y="320583"/>
                  </a:lnTo>
                  <a:lnTo>
                    <a:pt x="310131" y="283622"/>
                  </a:lnTo>
                  <a:close/>
                  <a:moveTo>
                    <a:pt x="310131" y="283622"/>
                  </a:moveTo>
                  <a:lnTo>
                    <a:pt x="310131" y="320583"/>
                  </a:lnTo>
                  <a:lnTo>
                    <a:pt x="333810" y="320583"/>
                  </a:lnTo>
                  <a:close/>
                  <a:moveTo>
                    <a:pt x="155066" y="246660"/>
                  </a:moveTo>
                  <a:lnTo>
                    <a:pt x="126528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55066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93832" y="246660"/>
                  </a:lnTo>
                  <a:lnTo>
                    <a:pt x="155066" y="246660"/>
                  </a:lnTo>
                  <a:close/>
                  <a:moveTo>
                    <a:pt x="271365" y="283622"/>
                  </a:moveTo>
                  <a:lnTo>
                    <a:pt x="310131" y="283622"/>
                  </a:lnTo>
                  <a:lnTo>
                    <a:pt x="310131" y="246660"/>
                  </a:lnTo>
                  <a:close/>
                  <a:moveTo>
                    <a:pt x="271365" y="283622"/>
                  </a:moveTo>
                  <a:lnTo>
                    <a:pt x="310131" y="246660"/>
                  </a:lnTo>
                  <a:lnTo>
                    <a:pt x="271365" y="246660"/>
                  </a:lnTo>
                  <a:close/>
                  <a:moveTo>
                    <a:pt x="155066" y="246660"/>
                  </a:moveTo>
                  <a:lnTo>
                    <a:pt x="193832" y="246660"/>
                  </a:lnTo>
                  <a:lnTo>
                    <a:pt x="193832" y="209698"/>
                  </a:lnTo>
                  <a:close/>
                  <a:moveTo>
                    <a:pt x="155066" y="246660"/>
                  </a:moveTo>
                  <a:lnTo>
                    <a:pt x="193832" y="209698"/>
                  </a:lnTo>
                  <a:lnTo>
                    <a:pt x="155066" y="209698"/>
                  </a:lnTo>
                  <a:close/>
                  <a:moveTo>
                    <a:pt x="193832" y="246660"/>
                  </a:moveTo>
                  <a:lnTo>
                    <a:pt x="232599" y="246660"/>
                  </a:lnTo>
                  <a:lnTo>
                    <a:pt x="232599" y="209698"/>
                  </a:lnTo>
                  <a:close/>
                  <a:moveTo>
                    <a:pt x="193832" y="246660"/>
                  </a:moveTo>
                  <a:lnTo>
                    <a:pt x="232599" y="209698"/>
                  </a:lnTo>
                  <a:lnTo>
                    <a:pt x="193832" y="209698"/>
                  </a:lnTo>
                  <a:close/>
                  <a:moveTo>
                    <a:pt x="232599" y="246660"/>
                  </a:moveTo>
                  <a:lnTo>
                    <a:pt x="271365" y="246660"/>
                  </a:lnTo>
                  <a:lnTo>
                    <a:pt x="271365" y="209698"/>
                  </a:lnTo>
                  <a:close/>
                  <a:moveTo>
                    <a:pt x="232599" y="246660"/>
                  </a:moveTo>
                  <a:lnTo>
                    <a:pt x="271365" y="209698"/>
                  </a:lnTo>
                  <a:lnTo>
                    <a:pt x="232599" y="209698"/>
                  </a:lnTo>
                  <a:close/>
                  <a:moveTo>
                    <a:pt x="271365" y="246660"/>
                  </a:moveTo>
                  <a:lnTo>
                    <a:pt x="310131" y="246660"/>
                  </a:lnTo>
                  <a:lnTo>
                    <a:pt x="310131" y="209698"/>
                  </a:lnTo>
                  <a:close/>
                  <a:moveTo>
                    <a:pt x="271365" y="246660"/>
                  </a:moveTo>
                  <a:lnTo>
                    <a:pt x="310131" y="209698"/>
                  </a:lnTo>
                  <a:lnTo>
                    <a:pt x="271365" y="209698"/>
                  </a:lnTo>
                  <a:close/>
                  <a:moveTo>
                    <a:pt x="155066" y="209698"/>
                  </a:moveTo>
                  <a:lnTo>
                    <a:pt x="193832" y="209698"/>
                  </a:lnTo>
                  <a:lnTo>
                    <a:pt x="193832" y="172736"/>
                  </a:lnTo>
                  <a:close/>
                  <a:moveTo>
                    <a:pt x="155066" y="209698"/>
                  </a:moveTo>
                  <a:lnTo>
                    <a:pt x="193832" y="172736"/>
                  </a:lnTo>
                  <a:lnTo>
                    <a:pt x="155066" y="172736"/>
                  </a:lnTo>
                  <a:close/>
                  <a:moveTo>
                    <a:pt x="193832" y="209698"/>
                  </a:moveTo>
                  <a:lnTo>
                    <a:pt x="232599" y="209698"/>
                  </a:lnTo>
                  <a:lnTo>
                    <a:pt x="232599" y="172736"/>
                  </a:lnTo>
                  <a:close/>
                  <a:moveTo>
                    <a:pt x="193832" y="209698"/>
                  </a:moveTo>
                  <a:lnTo>
                    <a:pt x="232599" y="172736"/>
                  </a:lnTo>
                  <a:lnTo>
                    <a:pt x="193832" y="172736"/>
                  </a:lnTo>
                  <a:close/>
                  <a:moveTo>
                    <a:pt x="232599" y="209698"/>
                  </a:moveTo>
                  <a:lnTo>
                    <a:pt x="271365" y="209698"/>
                  </a:lnTo>
                  <a:lnTo>
                    <a:pt x="271365" y="172736"/>
                  </a:lnTo>
                  <a:close/>
                  <a:moveTo>
                    <a:pt x="232599" y="209698"/>
                  </a:moveTo>
                  <a:lnTo>
                    <a:pt x="271365" y="172736"/>
                  </a:lnTo>
                  <a:lnTo>
                    <a:pt x="232599" y="172736"/>
                  </a:lnTo>
                  <a:close/>
                  <a:moveTo>
                    <a:pt x="116299" y="135774"/>
                  </a:moveTo>
                  <a:lnTo>
                    <a:pt x="116299" y="172291"/>
                  </a:lnTo>
                  <a:lnTo>
                    <a:pt x="155066" y="172736"/>
                  </a:lnTo>
                  <a:close/>
                  <a:moveTo>
                    <a:pt x="155066" y="135774"/>
                  </a:moveTo>
                  <a:lnTo>
                    <a:pt x="116299" y="135774"/>
                  </a:lnTo>
                  <a:lnTo>
                    <a:pt x="155066" y="172736"/>
                  </a:lnTo>
                  <a:close/>
                  <a:moveTo>
                    <a:pt x="155066" y="172736"/>
                  </a:moveTo>
                  <a:lnTo>
                    <a:pt x="193832" y="172736"/>
                  </a:lnTo>
                  <a:lnTo>
                    <a:pt x="193832" y="135774"/>
                  </a:lnTo>
                  <a:close/>
                  <a:moveTo>
                    <a:pt x="155066" y="172736"/>
                  </a:moveTo>
                  <a:lnTo>
                    <a:pt x="193832" y="135774"/>
                  </a:lnTo>
                  <a:lnTo>
                    <a:pt x="155066" y="135774"/>
                  </a:lnTo>
                  <a:close/>
                  <a:moveTo>
                    <a:pt x="193832" y="172736"/>
                  </a:moveTo>
                  <a:lnTo>
                    <a:pt x="232599" y="172736"/>
                  </a:lnTo>
                  <a:lnTo>
                    <a:pt x="232599" y="135774"/>
                  </a:lnTo>
                  <a:close/>
                  <a:moveTo>
                    <a:pt x="193832" y="172736"/>
                  </a:moveTo>
                  <a:lnTo>
                    <a:pt x="232599" y="135774"/>
                  </a:lnTo>
                  <a:lnTo>
                    <a:pt x="193832" y="135774"/>
                  </a:lnTo>
                  <a:close/>
                  <a:moveTo>
                    <a:pt x="77533" y="98812"/>
                  </a:moveTo>
                  <a:lnTo>
                    <a:pt x="38766" y="98812"/>
                  </a:lnTo>
                  <a:lnTo>
                    <a:pt x="77533" y="135774"/>
                  </a:lnTo>
                  <a:close/>
                  <a:moveTo>
                    <a:pt x="116299" y="135774"/>
                  </a:moveTo>
                  <a:lnTo>
                    <a:pt x="77533" y="135774"/>
                  </a:lnTo>
                  <a:lnTo>
                    <a:pt x="77533" y="149017"/>
                  </a:lnTo>
                  <a:close/>
                  <a:moveTo>
                    <a:pt x="77533" y="135774"/>
                  </a:moveTo>
                  <a:lnTo>
                    <a:pt x="116299" y="135774"/>
                  </a:lnTo>
                  <a:lnTo>
                    <a:pt x="116299" y="98812"/>
                  </a:lnTo>
                  <a:close/>
                  <a:moveTo>
                    <a:pt x="77533" y="135774"/>
                  </a:moveTo>
                  <a:lnTo>
                    <a:pt x="116299" y="98812"/>
                  </a:lnTo>
                  <a:lnTo>
                    <a:pt x="77533" y="98812"/>
                  </a:lnTo>
                  <a:close/>
                  <a:moveTo>
                    <a:pt x="116299" y="135774"/>
                  </a:moveTo>
                  <a:lnTo>
                    <a:pt x="155066" y="135774"/>
                  </a:lnTo>
                  <a:lnTo>
                    <a:pt x="155066" y="98812"/>
                  </a:lnTo>
                  <a:close/>
                  <a:moveTo>
                    <a:pt x="116299" y="135774"/>
                  </a:moveTo>
                  <a:lnTo>
                    <a:pt x="155066" y="98812"/>
                  </a:lnTo>
                  <a:lnTo>
                    <a:pt x="116299" y="98812"/>
                  </a:lnTo>
                  <a:close/>
                  <a:moveTo>
                    <a:pt x="155066" y="135774"/>
                  </a:moveTo>
                  <a:lnTo>
                    <a:pt x="193832" y="135774"/>
                  </a:lnTo>
                  <a:lnTo>
                    <a:pt x="193832" y="98812"/>
                  </a:lnTo>
                  <a:close/>
                  <a:moveTo>
                    <a:pt x="155066" y="135774"/>
                  </a:moveTo>
                  <a:lnTo>
                    <a:pt x="193832" y="98812"/>
                  </a:lnTo>
                  <a:lnTo>
                    <a:pt x="155066" y="98812"/>
                  </a:lnTo>
                  <a:close/>
                  <a:moveTo>
                    <a:pt x="193832" y="135774"/>
                  </a:moveTo>
                  <a:lnTo>
                    <a:pt x="232599" y="135774"/>
                  </a:lnTo>
                  <a:lnTo>
                    <a:pt x="193832" y="98812"/>
                  </a:lnTo>
                  <a:close/>
                  <a:moveTo>
                    <a:pt x="14645" y="61850"/>
                  </a:moveTo>
                  <a:lnTo>
                    <a:pt x="38766" y="98812"/>
                  </a:lnTo>
                  <a:lnTo>
                    <a:pt x="38766" y="61850"/>
                  </a:lnTo>
                  <a:close/>
                  <a:moveTo>
                    <a:pt x="38766" y="98812"/>
                  </a:moveTo>
                  <a:lnTo>
                    <a:pt x="77533" y="98812"/>
                  </a:lnTo>
                  <a:lnTo>
                    <a:pt x="77533" y="61850"/>
                  </a:lnTo>
                  <a:close/>
                  <a:moveTo>
                    <a:pt x="38766" y="98812"/>
                  </a:moveTo>
                  <a:lnTo>
                    <a:pt x="77533" y="61850"/>
                  </a:lnTo>
                  <a:lnTo>
                    <a:pt x="38766" y="61850"/>
                  </a:lnTo>
                  <a:close/>
                  <a:moveTo>
                    <a:pt x="116299" y="98812"/>
                  </a:moveTo>
                  <a:lnTo>
                    <a:pt x="155066" y="98812"/>
                  </a:lnTo>
                  <a:lnTo>
                    <a:pt x="155066" y="61850"/>
                  </a:lnTo>
                  <a:close/>
                  <a:moveTo>
                    <a:pt x="116299" y="98812"/>
                  </a:moveTo>
                  <a:lnTo>
                    <a:pt x="155066" y="61850"/>
                  </a:lnTo>
                  <a:lnTo>
                    <a:pt x="116299" y="61850"/>
                  </a:lnTo>
                  <a:close/>
                  <a:moveTo>
                    <a:pt x="193832" y="98812"/>
                  </a:moveTo>
                  <a:lnTo>
                    <a:pt x="193832" y="69096"/>
                  </a:lnTo>
                  <a:lnTo>
                    <a:pt x="155066" y="61850"/>
                  </a:lnTo>
                  <a:close/>
                  <a:moveTo>
                    <a:pt x="155066" y="98812"/>
                  </a:moveTo>
                  <a:lnTo>
                    <a:pt x="193832" y="98812"/>
                  </a:lnTo>
                  <a:lnTo>
                    <a:pt x="155066" y="61850"/>
                  </a:lnTo>
                  <a:close/>
                  <a:moveTo>
                    <a:pt x="29559" y="24889"/>
                  </a:moveTo>
                  <a:lnTo>
                    <a:pt x="38766" y="61850"/>
                  </a:lnTo>
                  <a:lnTo>
                    <a:pt x="38766" y="24889"/>
                  </a:lnTo>
                  <a:close/>
                  <a:moveTo>
                    <a:pt x="38766" y="61850"/>
                  </a:moveTo>
                  <a:lnTo>
                    <a:pt x="77533" y="61850"/>
                  </a:lnTo>
                  <a:lnTo>
                    <a:pt x="77533" y="24889"/>
                  </a:lnTo>
                  <a:close/>
                  <a:moveTo>
                    <a:pt x="38766" y="61850"/>
                  </a:moveTo>
                  <a:lnTo>
                    <a:pt x="77533" y="24889"/>
                  </a:lnTo>
                  <a:lnTo>
                    <a:pt x="38766" y="24889"/>
                  </a:lnTo>
                  <a:close/>
                  <a:moveTo>
                    <a:pt x="77533" y="61850"/>
                  </a:moveTo>
                  <a:lnTo>
                    <a:pt x="116299" y="61850"/>
                  </a:lnTo>
                  <a:lnTo>
                    <a:pt x="116299" y="24889"/>
                  </a:lnTo>
                  <a:close/>
                  <a:moveTo>
                    <a:pt x="77533" y="61850"/>
                  </a:moveTo>
                  <a:lnTo>
                    <a:pt x="116299" y="24889"/>
                  </a:lnTo>
                  <a:lnTo>
                    <a:pt x="77533" y="24889"/>
                  </a:lnTo>
                  <a:close/>
                  <a:moveTo>
                    <a:pt x="116299" y="61850"/>
                  </a:moveTo>
                  <a:lnTo>
                    <a:pt x="155066" y="61850"/>
                  </a:lnTo>
                  <a:lnTo>
                    <a:pt x="155066" y="24889"/>
                  </a:lnTo>
                  <a:close/>
                  <a:moveTo>
                    <a:pt x="116299" y="61850"/>
                  </a:moveTo>
                  <a:lnTo>
                    <a:pt x="155066" y="24889"/>
                  </a:lnTo>
                  <a:lnTo>
                    <a:pt x="116299" y="24889"/>
                  </a:lnTo>
                  <a:close/>
                  <a:moveTo>
                    <a:pt x="38766" y="24889"/>
                  </a:moveTo>
                  <a:lnTo>
                    <a:pt x="77533" y="24889"/>
                  </a:lnTo>
                  <a:lnTo>
                    <a:pt x="77533" y="0"/>
                  </a:lnTo>
                  <a:close/>
                  <a:moveTo>
                    <a:pt x="77533" y="24889"/>
                  </a:moveTo>
                  <a:lnTo>
                    <a:pt x="116299" y="24889"/>
                  </a:lnTo>
                  <a:lnTo>
                    <a:pt x="116299" y="2483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3972" name="Candidate_B3__3971">
              <a:extLst>
                <a:ext uri="{FF2B5EF4-FFF2-40B4-BE49-F238E27FC236}">
                  <a16:creationId xmlns:a16="http://schemas.microsoft.com/office/drawing/2014/main" id="{660DEF2D-1B30-EBC3-45E0-F6E1084DE5B1}"/>
                </a:ext>
              </a:extLst>
            </p:cNvPr>
            <p:cNvSpPr>
              <a:spLocks noGrp="1"/>
            </p:cNvSpPr>
            <p:nvPr/>
          </p:nvSpPr>
          <p:spPr>
            <a:xfrm>
              <a:off x="4795633" y="4170064"/>
              <a:ext cx="271365" cy="406580"/>
            </a:xfrm>
            <a:custGeom>
              <a:avLst/>
              <a:gdLst/>
              <a:ahLst/>
              <a:cxnLst/>
              <a:rect l="0" t="0" r="0" b="0"/>
              <a:pathLst>
                <a:path w="271365" h="406580">
                  <a:moveTo>
                    <a:pt x="38766" y="406580"/>
                  </a:moveTo>
                  <a:lnTo>
                    <a:pt x="77533" y="369618"/>
                  </a:lnTo>
                  <a:lnTo>
                    <a:pt x="38766" y="369618"/>
                  </a:lnTo>
                  <a:close/>
                  <a:moveTo>
                    <a:pt x="77533" y="406580"/>
                  </a:moveTo>
                  <a:lnTo>
                    <a:pt x="116299" y="369618"/>
                  </a:lnTo>
                  <a:lnTo>
                    <a:pt x="77533" y="369618"/>
                  </a:lnTo>
                  <a:close/>
                  <a:moveTo>
                    <a:pt x="116299" y="406580"/>
                  </a:moveTo>
                  <a:lnTo>
                    <a:pt x="155066" y="369618"/>
                  </a:lnTo>
                  <a:lnTo>
                    <a:pt x="116299" y="369618"/>
                  </a:lnTo>
                  <a:close/>
                  <a:moveTo>
                    <a:pt x="0" y="369618"/>
                  </a:moveTo>
                  <a:lnTo>
                    <a:pt x="38766" y="369618"/>
                  </a:lnTo>
                  <a:lnTo>
                    <a:pt x="38766" y="332657"/>
                  </a:lnTo>
                  <a:close/>
                  <a:moveTo>
                    <a:pt x="0" y="369618"/>
                  </a:moveTo>
                  <a:lnTo>
                    <a:pt x="38766" y="332657"/>
                  </a:lnTo>
                  <a:lnTo>
                    <a:pt x="0" y="332657"/>
                  </a:lnTo>
                  <a:close/>
                  <a:moveTo>
                    <a:pt x="77533" y="357257"/>
                  </a:moveTo>
                  <a:lnTo>
                    <a:pt x="43492" y="332657"/>
                  </a:lnTo>
                  <a:lnTo>
                    <a:pt x="77533" y="369618"/>
                  </a:lnTo>
                  <a:close/>
                  <a:moveTo>
                    <a:pt x="77533" y="369618"/>
                  </a:moveTo>
                  <a:lnTo>
                    <a:pt x="43492" y="332657"/>
                  </a:lnTo>
                  <a:lnTo>
                    <a:pt x="38766" y="332657"/>
                  </a:lnTo>
                  <a:close/>
                  <a:moveTo>
                    <a:pt x="77533" y="369618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77533" y="369618"/>
                  </a:moveTo>
                  <a:lnTo>
                    <a:pt x="116299" y="369618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16299" y="363551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55066" y="369618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55066" y="358596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93832" y="369618"/>
                  </a:lnTo>
                  <a:lnTo>
                    <a:pt x="155066" y="358596"/>
                  </a:lnTo>
                  <a:close/>
                  <a:moveTo>
                    <a:pt x="193832" y="369618"/>
                  </a:moveTo>
                  <a:lnTo>
                    <a:pt x="193832" y="343913"/>
                  </a:lnTo>
                  <a:lnTo>
                    <a:pt x="155066" y="358596"/>
                  </a:lnTo>
                  <a:close/>
                  <a:moveTo>
                    <a:pt x="209641" y="332657"/>
                  </a:moveTo>
                  <a:lnTo>
                    <a:pt x="193832" y="343913"/>
                  </a:lnTo>
                  <a:lnTo>
                    <a:pt x="232598" y="332657"/>
                  </a:lnTo>
                  <a:close/>
                  <a:moveTo>
                    <a:pt x="232598" y="332657"/>
                  </a:moveTo>
                  <a:lnTo>
                    <a:pt x="193832" y="343913"/>
                  </a:lnTo>
                  <a:lnTo>
                    <a:pt x="193832" y="369618"/>
                  </a:lnTo>
                  <a:close/>
                  <a:moveTo>
                    <a:pt x="0" y="332657"/>
                  </a:moveTo>
                  <a:lnTo>
                    <a:pt x="38766" y="332657"/>
                  </a:lnTo>
                  <a:lnTo>
                    <a:pt x="38766" y="295695"/>
                  </a:lnTo>
                  <a:close/>
                  <a:moveTo>
                    <a:pt x="0" y="332657"/>
                  </a:moveTo>
                  <a:lnTo>
                    <a:pt x="38766" y="295695"/>
                  </a:lnTo>
                  <a:lnTo>
                    <a:pt x="0" y="295695"/>
                  </a:lnTo>
                  <a:close/>
                  <a:moveTo>
                    <a:pt x="43492" y="332657"/>
                  </a:moveTo>
                  <a:lnTo>
                    <a:pt x="59748" y="295695"/>
                  </a:lnTo>
                  <a:lnTo>
                    <a:pt x="38766" y="332657"/>
                  </a:lnTo>
                  <a:close/>
                  <a:moveTo>
                    <a:pt x="59748" y="295695"/>
                  </a:moveTo>
                  <a:lnTo>
                    <a:pt x="38766" y="295695"/>
                  </a:lnTo>
                  <a:lnTo>
                    <a:pt x="38766" y="332657"/>
                  </a:lnTo>
                  <a:close/>
                  <a:moveTo>
                    <a:pt x="232598" y="332657"/>
                  </a:moveTo>
                  <a:lnTo>
                    <a:pt x="271365" y="295695"/>
                  </a:lnTo>
                  <a:lnTo>
                    <a:pt x="232598" y="295695"/>
                  </a:lnTo>
                  <a:close/>
                  <a:moveTo>
                    <a:pt x="232598" y="332657"/>
                  </a:moveTo>
                  <a:lnTo>
                    <a:pt x="232598" y="295695"/>
                  </a:lnTo>
                  <a:lnTo>
                    <a:pt x="209641" y="332657"/>
                  </a:lnTo>
                  <a:close/>
                  <a:moveTo>
                    <a:pt x="232598" y="295695"/>
                  </a:moveTo>
                  <a:lnTo>
                    <a:pt x="230826" y="295695"/>
                  </a:lnTo>
                  <a:lnTo>
                    <a:pt x="209641" y="332657"/>
                  </a:lnTo>
                  <a:close/>
                  <a:moveTo>
                    <a:pt x="59748" y="295695"/>
                  </a:moveTo>
                  <a:lnTo>
                    <a:pt x="77533" y="281627"/>
                  </a:lnTo>
                  <a:lnTo>
                    <a:pt x="38766" y="295695"/>
                  </a:lnTo>
                  <a:close/>
                  <a:moveTo>
                    <a:pt x="38766" y="295695"/>
                  </a:moveTo>
                  <a:lnTo>
                    <a:pt x="77533" y="281627"/>
                  </a:lnTo>
                  <a:lnTo>
                    <a:pt x="77533" y="258733"/>
                  </a:lnTo>
                  <a:close/>
                  <a:moveTo>
                    <a:pt x="38766" y="295695"/>
                  </a:moveTo>
                  <a:lnTo>
                    <a:pt x="77533" y="258733"/>
                  </a:lnTo>
                  <a:lnTo>
                    <a:pt x="38766" y="258733"/>
                  </a:lnTo>
                  <a:close/>
                  <a:moveTo>
                    <a:pt x="232598" y="295695"/>
                  </a:moveTo>
                  <a:lnTo>
                    <a:pt x="271365" y="258733"/>
                  </a:lnTo>
                  <a:lnTo>
                    <a:pt x="232598" y="258733"/>
                  </a:lnTo>
                  <a:close/>
                  <a:moveTo>
                    <a:pt x="232598" y="295695"/>
                  </a:moveTo>
                  <a:lnTo>
                    <a:pt x="232598" y="258733"/>
                  </a:lnTo>
                  <a:lnTo>
                    <a:pt x="230826" y="295695"/>
                  </a:lnTo>
                  <a:close/>
                  <a:moveTo>
                    <a:pt x="232598" y="258733"/>
                  </a:moveTo>
                  <a:lnTo>
                    <a:pt x="221854" y="258733"/>
                  </a:lnTo>
                  <a:lnTo>
                    <a:pt x="230826" y="295695"/>
                  </a:lnTo>
                  <a:close/>
                  <a:moveTo>
                    <a:pt x="108315" y="258733"/>
                  </a:moveTo>
                  <a:lnTo>
                    <a:pt x="116299" y="253676"/>
                  </a:lnTo>
                  <a:lnTo>
                    <a:pt x="77533" y="258733"/>
                  </a:lnTo>
                  <a:close/>
                  <a:moveTo>
                    <a:pt x="77533" y="258733"/>
                  </a:moveTo>
                  <a:lnTo>
                    <a:pt x="116299" y="253676"/>
                  </a:lnTo>
                  <a:lnTo>
                    <a:pt x="116299" y="221771"/>
                  </a:lnTo>
                  <a:close/>
                  <a:moveTo>
                    <a:pt x="77533" y="258733"/>
                  </a:moveTo>
                  <a:lnTo>
                    <a:pt x="77533" y="281627"/>
                  </a:lnTo>
                  <a:lnTo>
                    <a:pt x="108315" y="258733"/>
                  </a:lnTo>
                  <a:close/>
                  <a:moveTo>
                    <a:pt x="232598" y="258733"/>
                  </a:moveTo>
                  <a:lnTo>
                    <a:pt x="271365" y="221771"/>
                  </a:lnTo>
                  <a:lnTo>
                    <a:pt x="232598" y="221771"/>
                  </a:lnTo>
                  <a:close/>
                  <a:moveTo>
                    <a:pt x="193832" y="233980"/>
                  </a:moveTo>
                  <a:lnTo>
                    <a:pt x="221854" y="258733"/>
                  </a:lnTo>
                  <a:lnTo>
                    <a:pt x="193832" y="221771"/>
                  </a:lnTo>
                  <a:close/>
                  <a:moveTo>
                    <a:pt x="193832" y="221771"/>
                  </a:moveTo>
                  <a:lnTo>
                    <a:pt x="221854" y="258733"/>
                  </a:lnTo>
                  <a:lnTo>
                    <a:pt x="232598" y="258733"/>
                  </a:lnTo>
                  <a:close/>
                  <a:moveTo>
                    <a:pt x="193832" y="221771"/>
                  </a:moveTo>
                  <a:lnTo>
                    <a:pt x="232598" y="258733"/>
                  </a:lnTo>
                  <a:lnTo>
                    <a:pt x="232598" y="221771"/>
                  </a:lnTo>
                  <a:close/>
                  <a:moveTo>
                    <a:pt x="116299" y="221771"/>
                  </a:moveTo>
                  <a:lnTo>
                    <a:pt x="155066" y="221771"/>
                  </a:lnTo>
                  <a:lnTo>
                    <a:pt x="155066" y="184809"/>
                  </a:lnTo>
                  <a:close/>
                  <a:moveTo>
                    <a:pt x="155066" y="221771"/>
                  </a:moveTo>
                  <a:lnTo>
                    <a:pt x="116299" y="221771"/>
                  </a:lnTo>
                  <a:lnTo>
                    <a:pt x="155066" y="236080"/>
                  </a:lnTo>
                  <a:close/>
                  <a:moveTo>
                    <a:pt x="116299" y="221771"/>
                  </a:moveTo>
                  <a:lnTo>
                    <a:pt x="116299" y="253676"/>
                  </a:lnTo>
                  <a:lnTo>
                    <a:pt x="155066" y="236080"/>
                  </a:lnTo>
                  <a:close/>
                  <a:moveTo>
                    <a:pt x="155066" y="221771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066" y="221771"/>
                  </a:moveTo>
                  <a:lnTo>
                    <a:pt x="193832" y="184809"/>
                  </a:lnTo>
                  <a:lnTo>
                    <a:pt x="155066" y="184809"/>
                  </a:lnTo>
                  <a:close/>
                  <a:moveTo>
                    <a:pt x="193832" y="221771"/>
                  </a:moveTo>
                  <a:lnTo>
                    <a:pt x="155066" y="221771"/>
                  </a:lnTo>
                  <a:lnTo>
                    <a:pt x="193832" y="233980"/>
                  </a:lnTo>
                  <a:close/>
                  <a:moveTo>
                    <a:pt x="155066" y="221771"/>
                  </a:moveTo>
                  <a:lnTo>
                    <a:pt x="155066" y="236080"/>
                  </a:lnTo>
                  <a:lnTo>
                    <a:pt x="193832" y="233980"/>
                  </a:lnTo>
                  <a:close/>
                  <a:moveTo>
                    <a:pt x="193832" y="221771"/>
                  </a:moveTo>
                  <a:lnTo>
                    <a:pt x="232598" y="221771"/>
                  </a:lnTo>
                  <a:lnTo>
                    <a:pt x="232598" y="184809"/>
                  </a:lnTo>
                  <a:close/>
                  <a:moveTo>
                    <a:pt x="193832" y="221771"/>
                  </a:moveTo>
                  <a:lnTo>
                    <a:pt x="232598" y="184809"/>
                  </a:lnTo>
                  <a:lnTo>
                    <a:pt x="193832" y="184809"/>
                  </a:lnTo>
                  <a:close/>
                  <a:moveTo>
                    <a:pt x="38766" y="36962"/>
                  </a:moveTo>
                  <a:lnTo>
                    <a:pt x="77533" y="36962"/>
                  </a:lnTo>
                  <a:lnTo>
                    <a:pt x="77533" y="0"/>
                  </a:lnTo>
                  <a:close/>
                  <a:moveTo>
                    <a:pt x="38766" y="36962"/>
                  </a:moveTo>
                  <a:lnTo>
                    <a:pt x="77533" y="0"/>
                  </a:lnTo>
                  <a:lnTo>
                    <a:pt x="38766" y="0"/>
                  </a:lnTo>
                  <a:close/>
                  <a:moveTo>
                    <a:pt x="43492" y="332657"/>
                  </a:moveTo>
                  <a:lnTo>
                    <a:pt x="77533" y="357257"/>
                  </a:lnTo>
                  <a:lnTo>
                    <a:pt x="77533" y="332657"/>
                  </a:lnTo>
                  <a:close/>
                  <a:moveTo>
                    <a:pt x="59748" y="295695"/>
                  </a:moveTo>
                  <a:lnTo>
                    <a:pt x="77533" y="332657"/>
                  </a:lnTo>
                  <a:lnTo>
                    <a:pt x="77533" y="295695"/>
                  </a:lnTo>
                  <a:close/>
                  <a:moveTo>
                    <a:pt x="59748" y="295695"/>
                  </a:moveTo>
                  <a:lnTo>
                    <a:pt x="43492" y="332657"/>
                  </a:lnTo>
                  <a:lnTo>
                    <a:pt x="77533" y="332657"/>
                  </a:lnTo>
                  <a:close/>
                  <a:moveTo>
                    <a:pt x="116299" y="332657"/>
                  </a:moveTo>
                  <a:lnTo>
                    <a:pt x="77533" y="357257"/>
                  </a:lnTo>
                  <a:lnTo>
                    <a:pt x="116299" y="363551"/>
                  </a:lnTo>
                  <a:close/>
                  <a:moveTo>
                    <a:pt x="155066" y="332657"/>
                  </a:moveTo>
                  <a:lnTo>
                    <a:pt x="116299" y="363551"/>
                  </a:lnTo>
                  <a:lnTo>
                    <a:pt x="155066" y="358596"/>
                  </a:lnTo>
                  <a:close/>
                  <a:moveTo>
                    <a:pt x="193832" y="332657"/>
                  </a:moveTo>
                  <a:lnTo>
                    <a:pt x="155066" y="358596"/>
                  </a:lnTo>
                  <a:lnTo>
                    <a:pt x="193832" y="343913"/>
                  </a:lnTo>
                  <a:close/>
                  <a:moveTo>
                    <a:pt x="193832" y="332657"/>
                  </a:moveTo>
                  <a:lnTo>
                    <a:pt x="193832" y="343913"/>
                  </a:lnTo>
                  <a:lnTo>
                    <a:pt x="209641" y="332657"/>
                  </a:lnTo>
                  <a:close/>
                  <a:moveTo>
                    <a:pt x="193832" y="295695"/>
                  </a:moveTo>
                  <a:lnTo>
                    <a:pt x="209641" y="332657"/>
                  </a:lnTo>
                  <a:lnTo>
                    <a:pt x="230826" y="295695"/>
                  </a:lnTo>
                  <a:close/>
                  <a:moveTo>
                    <a:pt x="77533" y="281627"/>
                  </a:moveTo>
                  <a:lnTo>
                    <a:pt x="59748" y="295695"/>
                  </a:lnTo>
                  <a:lnTo>
                    <a:pt x="77533" y="295695"/>
                  </a:lnTo>
                  <a:close/>
                  <a:moveTo>
                    <a:pt x="77533" y="295695"/>
                  </a:moveTo>
                  <a:lnTo>
                    <a:pt x="108315" y="258733"/>
                  </a:lnTo>
                  <a:lnTo>
                    <a:pt x="77533" y="281627"/>
                  </a:lnTo>
                  <a:close/>
                  <a:moveTo>
                    <a:pt x="116299" y="258733"/>
                  </a:moveTo>
                  <a:lnTo>
                    <a:pt x="108315" y="258733"/>
                  </a:lnTo>
                  <a:lnTo>
                    <a:pt x="77533" y="295695"/>
                  </a:lnTo>
                  <a:close/>
                  <a:moveTo>
                    <a:pt x="193832" y="258733"/>
                  </a:moveTo>
                  <a:lnTo>
                    <a:pt x="230826" y="295695"/>
                  </a:lnTo>
                  <a:lnTo>
                    <a:pt x="221854" y="258733"/>
                  </a:lnTo>
                  <a:close/>
                  <a:moveTo>
                    <a:pt x="116299" y="253676"/>
                  </a:moveTo>
                  <a:lnTo>
                    <a:pt x="108315" y="258733"/>
                  </a:lnTo>
                  <a:lnTo>
                    <a:pt x="116299" y="258733"/>
                  </a:lnTo>
                  <a:close/>
                  <a:moveTo>
                    <a:pt x="116299" y="258733"/>
                  </a:moveTo>
                  <a:lnTo>
                    <a:pt x="155066" y="236080"/>
                  </a:lnTo>
                  <a:lnTo>
                    <a:pt x="116299" y="253676"/>
                  </a:lnTo>
                  <a:close/>
                  <a:moveTo>
                    <a:pt x="116299" y="258733"/>
                  </a:moveTo>
                  <a:lnTo>
                    <a:pt x="155066" y="258733"/>
                  </a:lnTo>
                  <a:lnTo>
                    <a:pt x="155066" y="236080"/>
                  </a:lnTo>
                  <a:close/>
                  <a:moveTo>
                    <a:pt x="155066" y="258733"/>
                  </a:moveTo>
                  <a:lnTo>
                    <a:pt x="193832" y="233980"/>
                  </a:lnTo>
                  <a:lnTo>
                    <a:pt x="155066" y="236080"/>
                  </a:lnTo>
                  <a:close/>
                  <a:moveTo>
                    <a:pt x="193832" y="258733"/>
                  </a:moveTo>
                  <a:lnTo>
                    <a:pt x="221854" y="258733"/>
                  </a:lnTo>
                  <a:lnTo>
                    <a:pt x="193832" y="233980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3973" name="Candidate_B3__3972">
              <a:extLst>
                <a:ext uri="{FF2B5EF4-FFF2-40B4-BE49-F238E27FC236}">
                  <a16:creationId xmlns:a16="http://schemas.microsoft.com/office/drawing/2014/main" id="{BD3059D5-0A7A-5804-FA66-A198C906433E}"/>
                </a:ext>
              </a:extLst>
            </p:cNvPr>
            <p:cNvSpPr>
              <a:spLocks noGrp="1"/>
            </p:cNvSpPr>
            <p:nvPr/>
          </p:nvSpPr>
          <p:spPr>
            <a:xfrm>
              <a:off x="4873166" y="4404045"/>
              <a:ext cx="153293" cy="129570"/>
            </a:xfrm>
            <a:custGeom>
              <a:avLst/>
              <a:gdLst/>
              <a:ahLst/>
              <a:cxnLst/>
              <a:rect l="0" t="0" r="0" b="0"/>
              <a:pathLst>
                <a:path w="153293" h="129570">
                  <a:moveTo>
                    <a:pt x="38766" y="98676"/>
                  </a:moveTo>
                  <a:lnTo>
                    <a:pt x="0" y="98676"/>
                  </a:lnTo>
                  <a:lnTo>
                    <a:pt x="0" y="123277"/>
                  </a:lnTo>
                  <a:close/>
                  <a:moveTo>
                    <a:pt x="0" y="98676"/>
                  </a:moveTo>
                  <a:lnTo>
                    <a:pt x="38766" y="98676"/>
                  </a:lnTo>
                  <a:lnTo>
                    <a:pt x="38766" y="61714"/>
                  </a:lnTo>
                  <a:close/>
                  <a:moveTo>
                    <a:pt x="0" y="98676"/>
                  </a:moveTo>
                  <a:lnTo>
                    <a:pt x="38766" y="61714"/>
                  </a:lnTo>
                  <a:lnTo>
                    <a:pt x="0" y="61714"/>
                  </a:lnTo>
                  <a:close/>
                  <a:moveTo>
                    <a:pt x="77533" y="98676"/>
                  </a:moveTo>
                  <a:lnTo>
                    <a:pt x="38766" y="98676"/>
                  </a:lnTo>
                  <a:lnTo>
                    <a:pt x="38766" y="129570"/>
                  </a:lnTo>
                  <a:close/>
                  <a:moveTo>
                    <a:pt x="38766" y="98676"/>
                  </a:moveTo>
                  <a:lnTo>
                    <a:pt x="77533" y="98676"/>
                  </a:lnTo>
                  <a:lnTo>
                    <a:pt x="77533" y="61714"/>
                  </a:lnTo>
                  <a:close/>
                  <a:moveTo>
                    <a:pt x="38766" y="98676"/>
                  </a:moveTo>
                  <a:lnTo>
                    <a:pt x="77533" y="61714"/>
                  </a:lnTo>
                  <a:lnTo>
                    <a:pt x="38766" y="61714"/>
                  </a:lnTo>
                  <a:close/>
                  <a:moveTo>
                    <a:pt x="116299" y="98676"/>
                  </a:moveTo>
                  <a:lnTo>
                    <a:pt x="77533" y="98676"/>
                  </a:lnTo>
                  <a:lnTo>
                    <a:pt x="77533" y="124615"/>
                  </a:lnTo>
                  <a:close/>
                  <a:moveTo>
                    <a:pt x="77533" y="98676"/>
                  </a:moveTo>
                  <a:lnTo>
                    <a:pt x="116299" y="98676"/>
                  </a:lnTo>
                  <a:lnTo>
                    <a:pt x="116299" y="61714"/>
                  </a:lnTo>
                  <a:close/>
                  <a:moveTo>
                    <a:pt x="77533" y="98676"/>
                  </a:moveTo>
                  <a:lnTo>
                    <a:pt x="116299" y="61714"/>
                  </a:lnTo>
                  <a:lnTo>
                    <a:pt x="77533" y="61714"/>
                  </a:lnTo>
                  <a:close/>
                  <a:moveTo>
                    <a:pt x="116299" y="61714"/>
                  </a:moveTo>
                  <a:lnTo>
                    <a:pt x="116299" y="98676"/>
                  </a:lnTo>
                  <a:lnTo>
                    <a:pt x="132108" y="98676"/>
                  </a:lnTo>
                  <a:close/>
                  <a:moveTo>
                    <a:pt x="38766" y="61714"/>
                  </a:moveTo>
                  <a:lnTo>
                    <a:pt x="38766" y="24753"/>
                  </a:lnTo>
                  <a:lnTo>
                    <a:pt x="0" y="61714"/>
                  </a:lnTo>
                  <a:close/>
                  <a:moveTo>
                    <a:pt x="38766" y="61714"/>
                  </a:moveTo>
                  <a:lnTo>
                    <a:pt x="77533" y="61714"/>
                  </a:lnTo>
                  <a:lnTo>
                    <a:pt x="77533" y="24753"/>
                  </a:lnTo>
                  <a:close/>
                  <a:moveTo>
                    <a:pt x="38766" y="61714"/>
                  </a:moveTo>
                  <a:lnTo>
                    <a:pt x="77533" y="24753"/>
                  </a:lnTo>
                  <a:lnTo>
                    <a:pt x="38766" y="24753"/>
                  </a:lnTo>
                  <a:close/>
                  <a:moveTo>
                    <a:pt x="77533" y="61714"/>
                  </a:moveTo>
                  <a:lnTo>
                    <a:pt x="116299" y="61714"/>
                  </a:lnTo>
                  <a:lnTo>
                    <a:pt x="116299" y="24753"/>
                  </a:lnTo>
                  <a:close/>
                  <a:moveTo>
                    <a:pt x="77533" y="61714"/>
                  </a:moveTo>
                  <a:lnTo>
                    <a:pt x="116299" y="24753"/>
                  </a:lnTo>
                  <a:lnTo>
                    <a:pt x="77533" y="24753"/>
                  </a:lnTo>
                  <a:close/>
                  <a:moveTo>
                    <a:pt x="116299" y="24753"/>
                  </a:moveTo>
                  <a:lnTo>
                    <a:pt x="116299" y="61714"/>
                  </a:lnTo>
                  <a:lnTo>
                    <a:pt x="153293" y="61714"/>
                  </a:lnTo>
                  <a:close/>
                  <a:moveTo>
                    <a:pt x="77533" y="24753"/>
                  </a:moveTo>
                  <a:lnTo>
                    <a:pt x="116299" y="24753"/>
                  </a:lnTo>
                  <a:lnTo>
                    <a:pt x="116299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grpSp>
        <p:nvGrpSpPr>
          <p:cNvPr id="6220" name="Candidate_B4">
            <a:extLst>
              <a:ext uri="{FF2B5EF4-FFF2-40B4-BE49-F238E27FC236}">
                <a16:creationId xmlns:a16="http://schemas.microsoft.com/office/drawing/2014/main" id="{E6106173-A2B2-E9DB-B184-AFCFB38526CB}"/>
              </a:ext>
            </a:extLst>
          </p:cNvPr>
          <p:cNvGrpSpPr/>
          <p:nvPr/>
        </p:nvGrpSpPr>
        <p:grpSpPr>
          <a:xfrm>
            <a:off x="3659420" y="1032215"/>
            <a:ext cx="260773" cy="407365"/>
            <a:chOff x="5524500" y="1883718"/>
            <a:chExt cx="419100" cy="654694"/>
          </a:xfrm>
        </p:grpSpPr>
        <p:sp>
          <p:nvSpPr>
            <p:cNvPr id="3975" name="Candidate_B4__3974">
              <a:extLst>
                <a:ext uri="{FF2B5EF4-FFF2-40B4-BE49-F238E27FC236}">
                  <a16:creationId xmlns:a16="http://schemas.microsoft.com/office/drawing/2014/main" id="{C257F594-20D1-9D21-42E9-44BAB440E00A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1883718"/>
              <a:ext cx="337319" cy="653632"/>
            </a:xfrm>
            <a:custGeom>
              <a:avLst/>
              <a:gdLst/>
              <a:ahLst/>
              <a:cxnLst/>
              <a:rect l="0" t="0" r="0" b="0"/>
              <a:pathLst>
                <a:path w="337319" h="653632">
                  <a:moveTo>
                    <a:pt x="38391" y="652932"/>
                  </a:moveTo>
                  <a:lnTo>
                    <a:pt x="41040" y="653632"/>
                  </a:lnTo>
                  <a:lnTo>
                    <a:pt x="41040" y="652932"/>
                  </a:lnTo>
                  <a:close/>
                  <a:moveTo>
                    <a:pt x="38391" y="652932"/>
                  </a:moveTo>
                  <a:lnTo>
                    <a:pt x="41040" y="652932"/>
                  </a:lnTo>
                  <a:lnTo>
                    <a:pt x="0" y="642348"/>
                  </a:lnTo>
                  <a:close/>
                  <a:moveTo>
                    <a:pt x="246243" y="552121"/>
                  </a:moveTo>
                  <a:lnTo>
                    <a:pt x="246243" y="551820"/>
                  </a:lnTo>
                  <a:lnTo>
                    <a:pt x="215876" y="585524"/>
                  </a:lnTo>
                  <a:close/>
                  <a:moveTo>
                    <a:pt x="246243" y="551820"/>
                  </a:moveTo>
                  <a:lnTo>
                    <a:pt x="246243" y="552121"/>
                  </a:lnTo>
                  <a:lnTo>
                    <a:pt x="246541" y="551820"/>
                  </a:lnTo>
                  <a:close/>
                  <a:moveTo>
                    <a:pt x="328323" y="450708"/>
                  </a:moveTo>
                  <a:lnTo>
                    <a:pt x="327742" y="450708"/>
                  </a:lnTo>
                  <a:lnTo>
                    <a:pt x="328323" y="448589"/>
                  </a:lnTo>
                  <a:close/>
                  <a:moveTo>
                    <a:pt x="337319" y="417004"/>
                  </a:moveTo>
                  <a:lnTo>
                    <a:pt x="328323" y="450708"/>
                  </a:lnTo>
                  <a:lnTo>
                    <a:pt x="328323" y="448589"/>
                  </a:lnTo>
                  <a:close/>
                  <a:moveTo>
                    <a:pt x="205202" y="79963"/>
                  </a:moveTo>
                  <a:lnTo>
                    <a:pt x="214964" y="113667"/>
                  </a:lnTo>
                  <a:lnTo>
                    <a:pt x="209539" y="79963"/>
                  </a:lnTo>
                  <a:close/>
                  <a:moveTo>
                    <a:pt x="205202" y="79963"/>
                  </a:moveTo>
                  <a:lnTo>
                    <a:pt x="209539" y="79963"/>
                  </a:lnTo>
                  <a:lnTo>
                    <a:pt x="205202" y="71138"/>
                  </a:lnTo>
                  <a:close/>
                  <a:moveTo>
                    <a:pt x="41040" y="8808"/>
                  </a:moveTo>
                  <a:lnTo>
                    <a:pt x="33408" y="12555"/>
                  </a:lnTo>
                  <a:lnTo>
                    <a:pt x="41040" y="12555"/>
                  </a:lnTo>
                  <a:close/>
                  <a:moveTo>
                    <a:pt x="41040" y="12555"/>
                  </a:moveTo>
                  <a:lnTo>
                    <a:pt x="82081" y="0"/>
                  </a:lnTo>
                  <a:lnTo>
                    <a:pt x="41040" y="8808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3976" name="Candidate_B4__3975">
              <a:extLst>
                <a:ext uri="{FF2B5EF4-FFF2-40B4-BE49-F238E27FC236}">
                  <a16:creationId xmlns:a16="http://schemas.microsoft.com/office/drawing/2014/main" id="{6C036FCD-4296-3692-FAAF-DEF71AFEB9FA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83718"/>
              <a:ext cx="419100" cy="654694"/>
            </a:xfrm>
            <a:custGeom>
              <a:avLst/>
              <a:gdLst/>
              <a:ahLst/>
              <a:cxnLst/>
              <a:rect l="0" t="0" r="0" b="0"/>
              <a:pathLst>
                <a:path w="419100" h="654694">
                  <a:moveTo>
                    <a:pt x="79188" y="642348"/>
                  </a:moveTo>
                  <a:lnTo>
                    <a:pt x="12022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20229" y="653632"/>
                  </a:lnTo>
                  <a:lnTo>
                    <a:pt x="161269" y="654694"/>
                  </a:lnTo>
                  <a:close/>
                  <a:moveTo>
                    <a:pt x="161269" y="652932"/>
                  </a:moveTo>
                  <a:lnTo>
                    <a:pt x="120229" y="652932"/>
                  </a:lnTo>
                  <a:lnTo>
                    <a:pt x="120229" y="653632"/>
                  </a:lnTo>
                  <a:close/>
                  <a:moveTo>
                    <a:pt x="120229" y="652932"/>
                  </a:moveTo>
                  <a:lnTo>
                    <a:pt x="16126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61269" y="654694"/>
                  </a:lnTo>
                  <a:lnTo>
                    <a:pt x="169595" y="652932"/>
                  </a:lnTo>
                  <a:close/>
                  <a:moveTo>
                    <a:pt x="161269" y="652932"/>
                  </a:moveTo>
                  <a:lnTo>
                    <a:pt x="169595" y="652932"/>
                  </a:lnTo>
                  <a:lnTo>
                    <a:pt x="161269" y="650033"/>
                  </a:lnTo>
                  <a:close/>
                  <a:moveTo>
                    <a:pt x="161269" y="650033"/>
                  </a:moveTo>
                  <a:lnTo>
                    <a:pt x="169595" y="652932"/>
                  </a:lnTo>
                  <a:lnTo>
                    <a:pt x="202309" y="646361"/>
                  </a:lnTo>
                  <a:close/>
                  <a:moveTo>
                    <a:pt x="51464" y="619228"/>
                  </a:moveTo>
                  <a:lnTo>
                    <a:pt x="42740" y="619228"/>
                  </a:lnTo>
                  <a:lnTo>
                    <a:pt x="79188" y="642348"/>
                  </a:lnTo>
                  <a:close/>
                  <a:moveTo>
                    <a:pt x="42740" y="619228"/>
                  </a:moveTo>
                  <a:lnTo>
                    <a:pt x="51464" y="619228"/>
                  </a:lnTo>
                  <a:lnTo>
                    <a:pt x="38148" y="614324"/>
                  </a:lnTo>
                  <a:close/>
                  <a:moveTo>
                    <a:pt x="202309" y="646361"/>
                  </a:moveTo>
                  <a:lnTo>
                    <a:pt x="243350" y="627588"/>
                  </a:lnTo>
                  <a:lnTo>
                    <a:pt x="243350" y="622600"/>
                  </a:lnTo>
                  <a:close/>
                  <a:moveTo>
                    <a:pt x="255741" y="619228"/>
                  </a:moveTo>
                  <a:lnTo>
                    <a:pt x="243350" y="622600"/>
                  </a:lnTo>
                  <a:lnTo>
                    <a:pt x="243350" y="627588"/>
                  </a:lnTo>
                  <a:close/>
                  <a:moveTo>
                    <a:pt x="255741" y="619228"/>
                  </a:moveTo>
                  <a:lnTo>
                    <a:pt x="284390" y="595395"/>
                  </a:lnTo>
                  <a:lnTo>
                    <a:pt x="284390" y="590876"/>
                  </a:lnTo>
                  <a:close/>
                  <a:moveTo>
                    <a:pt x="24138" y="585524"/>
                  </a:moveTo>
                  <a:lnTo>
                    <a:pt x="17651" y="585524"/>
                  </a:lnTo>
                  <a:lnTo>
                    <a:pt x="38148" y="614324"/>
                  </a:lnTo>
                  <a:close/>
                  <a:moveTo>
                    <a:pt x="10772" y="551820"/>
                  </a:moveTo>
                  <a:lnTo>
                    <a:pt x="17651" y="585524"/>
                  </a:lnTo>
                  <a:lnTo>
                    <a:pt x="24138" y="585524"/>
                  </a:lnTo>
                  <a:close/>
                  <a:moveTo>
                    <a:pt x="295064" y="585524"/>
                  </a:moveTo>
                  <a:lnTo>
                    <a:pt x="284390" y="590876"/>
                  </a:lnTo>
                  <a:lnTo>
                    <a:pt x="284390" y="595395"/>
                  </a:lnTo>
                  <a:close/>
                  <a:moveTo>
                    <a:pt x="295064" y="585524"/>
                  </a:moveTo>
                  <a:lnTo>
                    <a:pt x="325431" y="551820"/>
                  </a:lnTo>
                  <a:lnTo>
                    <a:pt x="323786" y="551820"/>
                  </a:lnTo>
                  <a:close/>
                  <a:moveTo>
                    <a:pt x="16524" y="518116"/>
                  </a:moveTo>
                  <a:lnTo>
                    <a:pt x="10772" y="551820"/>
                  </a:lnTo>
                  <a:lnTo>
                    <a:pt x="16431" y="551820"/>
                  </a:lnTo>
                  <a:close/>
                  <a:moveTo>
                    <a:pt x="325729" y="551820"/>
                  </a:moveTo>
                  <a:lnTo>
                    <a:pt x="325431" y="550074"/>
                  </a:lnTo>
                  <a:lnTo>
                    <a:pt x="325431" y="551820"/>
                  </a:lnTo>
                  <a:close/>
                  <a:moveTo>
                    <a:pt x="357411" y="518116"/>
                  </a:moveTo>
                  <a:lnTo>
                    <a:pt x="357723" y="518116"/>
                  </a:lnTo>
                  <a:lnTo>
                    <a:pt x="325729" y="551820"/>
                  </a:lnTo>
                  <a:close/>
                  <a:moveTo>
                    <a:pt x="32710" y="484412"/>
                  </a:moveTo>
                  <a:lnTo>
                    <a:pt x="16524" y="518116"/>
                  </a:lnTo>
                  <a:lnTo>
                    <a:pt x="21829" y="518116"/>
                  </a:lnTo>
                  <a:close/>
                  <a:moveTo>
                    <a:pt x="357411" y="518116"/>
                  </a:moveTo>
                  <a:lnTo>
                    <a:pt x="366471" y="507540"/>
                  </a:lnTo>
                  <a:lnTo>
                    <a:pt x="366471" y="508613"/>
                  </a:lnTo>
                  <a:close/>
                  <a:moveTo>
                    <a:pt x="38148" y="483507"/>
                  </a:moveTo>
                  <a:lnTo>
                    <a:pt x="38148" y="475298"/>
                  </a:lnTo>
                  <a:lnTo>
                    <a:pt x="32710" y="484412"/>
                  </a:lnTo>
                  <a:close/>
                  <a:moveTo>
                    <a:pt x="38148" y="475298"/>
                  </a:moveTo>
                  <a:lnTo>
                    <a:pt x="38148" y="483507"/>
                  </a:lnTo>
                  <a:lnTo>
                    <a:pt x="52840" y="450708"/>
                  </a:lnTo>
                  <a:close/>
                  <a:moveTo>
                    <a:pt x="386769" y="484412"/>
                  </a:moveTo>
                  <a:lnTo>
                    <a:pt x="366471" y="508613"/>
                  </a:lnTo>
                  <a:lnTo>
                    <a:pt x="366471" y="507540"/>
                  </a:lnTo>
                  <a:close/>
                  <a:moveTo>
                    <a:pt x="407512" y="450708"/>
                  </a:moveTo>
                  <a:lnTo>
                    <a:pt x="407512" y="453848"/>
                  </a:lnTo>
                  <a:lnTo>
                    <a:pt x="406930" y="450708"/>
                  </a:lnTo>
                  <a:close/>
                  <a:moveTo>
                    <a:pt x="406930" y="450708"/>
                  </a:moveTo>
                  <a:lnTo>
                    <a:pt x="388620" y="484412"/>
                  </a:lnTo>
                  <a:lnTo>
                    <a:pt x="386769" y="484412"/>
                  </a:lnTo>
                  <a:close/>
                  <a:moveTo>
                    <a:pt x="67415" y="417004"/>
                  </a:moveTo>
                  <a:lnTo>
                    <a:pt x="52840" y="450708"/>
                  </a:lnTo>
                  <a:lnTo>
                    <a:pt x="56136" y="450708"/>
                  </a:lnTo>
                  <a:close/>
                  <a:moveTo>
                    <a:pt x="68599" y="383300"/>
                  </a:moveTo>
                  <a:lnTo>
                    <a:pt x="67415" y="417004"/>
                  </a:lnTo>
                  <a:lnTo>
                    <a:pt x="69583" y="417004"/>
                  </a:lnTo>
                  <a:close/>
                  <a:moveTo>
                    <a:pt x="409445" y="450708"/>
                  </a:moveTo>
                  <a:lnTo>
                    <a:pt x="407512" y="450708"/>
                  </a:lnTo>
                  <a:lnTo>
                    <a:pt x="416507" y="417004"/>
                  </a:lnTo>
                  <a:close/>
                  <a:moveTo>
                    <a:pt x="419100" y="417004"/>
                  </a:moveTo>
                  <a:lnTo>
                    <a:pt x="416507" y="417004"/>
                  </a:lnTo>
                  <a:lnTo>
                    <a:pt x="413693" y="383300"/>
                  </a:lnTo>
                  <a:close/>
                  <a:moveTo>
                    <a:pt x="54665" y="349596"/>
                  </a:moveTo>
                  <a:lnTo>
                    <a:pt x="68599" y="383300"/>
                  </a:lnTo>
                  <a:lnTo>
                    <a:pt x="70761" y="383300"/>
                  </a:lnTo>
                  <a:close/>
                  <a:moveTo>
                    <a:pt x="407512" y="369106"/>
                  </a:moveTo>
                  <a:lnTo>
                    <a:pt x="416307" y="383300"/>
                  </a:lnTo>
                  <a:lnTo>
                    <a:pt x="413693" y="383300"/>
                  </a:lnTo>
                  <a:close/>
                  <a:moveTo>
                    <a:pt x="407512" y="369106"/>
                  </a:moveTo>
                  <a:lnTo>
                    <a:pt x="399019" y="349596"/>
                  </a:lnTo>
                  <a:lnTo>
                    <a:pt x="401314" y="349596"/>
                  </a:lnTo>
                  <a:close/>
                  <a:moveTo>
                    <a:pt x="54665" y="349596"/>
                  </a:moveTo>
                  <a:lnTo>
                    <a:pt x="58084" y="349596"/>
                  </a:lnTo>
                  <a:lnTo>
                    <a:pt x="38148" y="325162"/>
                  </a:lnTo>
                  <a:close/>
                  <a:moveTo>
                    <a:pt x="401314" y="349596"/>
                  </a:moveTo>
                  <a:lnTo>
                    <a:pt x="399019" y="349596"/>
                  </a:lnTo>
                  <a:lnTo>
                    <a:pt x="373990" y="315892"/>
                  </a:lnTo>
                  <a:close/>
                  <a:moveTo>
                    <a:pt x="37028" y="315892"/>
                  </a:moveTo>
                  <a:lnTo>
                    <a:pt x="31904" y="315892"/>
                  </a:lnTo>
                  <a:lnTo>
                    <a:pt x="38148" y="325162"/>
                  </a:lnTo>
                  <a:close/>
                  <a:moveTo>
                    <a:pt x="11700" y="282188"/>
                  </a:moveTo>
                  <a:lnTo>
                    <a:pt x="31904" y="315892"/>
                  </a:lnTo>
                  <a:lnTo>
                    <a:pt x="37028" y="315892"/>
                  </a:lnTo>
                  <a:close/>
                  <a:moveTo>
                    <a:pt x="366471" y="307471"/>
                  </a:moveTo>
                  <a:lnTo>
                    <a:pt x="375550" y="315892"/>
                  </a:lnTo>
                  <a:lnTo>
                    <a:pt x="373990" y="315892"/>
                  </a:lnTo>
                  <a:close/>
                  <a:moveTo>
                    <a:pt x="366471" y="307471"/>
                  </a:moveTo>
                  <a:lnTo>
                    <a:pt x="344806" y="282188"/>
                  </a:lnTo>
                  <a:lnTo>
                    <a:pt x="344197" y="282188"/>
                  </a:lnTo>
                  <a:close/>
                  <a:moveTo>
                    <a:pt x="1004" y="248484"/>
                  </a:moveTo>
                  <a:lnTo>
                    <a:pt x="11700" y="282188"/>
                  </a:lnTo>
                  <a:lnTo>
                    <a:pt x="17208" y="282188"/>
                  </a:lnTo>
                  <a:close/>
                  <a:moveTo>
                    <a:pt x="325431" y="256627"/>
                  </a:moveTo>
                  <a:lnTo>
                    <a:pt x="344197" y="282188"/>
                  </a:lnTo>
                  <a:lnTo>
                    <a:pt x="344806" y="282188"/>
                  </a:lnTo>
                  <a:close/>
                  <a:moveTo>
                    <a:pt x="325431" y="256627"/>
                  </a:moveTo>
                  <a:lnTo>
                    <a:pt x="320195" y="248484"/>
                  </a:lnTo>
                  <a:lnTo>
                    <a:pt x="317066" y="248484"/>
                  </a:lnTo>
                  <a:close/>
                  <a:moveTo>
                    <a:pt x="0" y="214780"/>
                  </a:moveTo>
                  <a:lnTo>
                    <a:pt x="1004" y="248484"/>
                  </a:lnTo>
                  <a:lnTo>
                    <a:pt x="6750" y="248484"/>
                  </a:lnTo>
                  <a:close/>
                  <a:moveTo>
                    <a:pt x="317066" y="248484"/>
                  </a:moveTo>
                  <a:lnTo>
                    <a:pt x="320195" y="248484"/>
                  </a:lnTo>
                  <a:lnTo>
                    <a:pt x="304807" y="214780"/>
                  </a:lnTo>
                  <a:close/>
                  <a:moveTo>
                    <a:pt x="6671" y="181076"/>
                  </a:moveTo>
                  <a:lnTo>
                    <a:pt x="0" y="214780"/>
                  </a:lnTo>
                  <a:lnTo>
                    <a:pt x="6373" y="214780"/>
                  </a:lnTo>
                  <a:close/>
                  <a:moveTo>
                    <a:pt x="298741" y="214780"/>
                  </a:moveTo>
                  <a:lnTo>
                    <a:pt x="304807" y="214780"/>
                  </a:lnTo>
                  <a:lnTo>
                    <a:pt x="296387" y="181076"/>
                  </a:lnTo>
                  <a:close/>
                  <a:moveTo>
                    <a:pt x="17168" y="147371"/>
                  </a:moveTo>
                  <a:lnTo>
                    <a:pt x="6671" y="181076"/>
                  </a:lnTo>
                  <a:lnTo>
                    <a:pt x="14591" y="181076"/>
                  </a:lnTo>
                  <a:close/>
                  <a:moveTo>
                    <a:pt x="296387" y="181076"/>
                  </a:moveTo>
                  <a:lnTo>
                    <a:pt x="294332" y="147371"/>
                  </a:lnTo>
                  <a:lnTo>
                    <a:pt x="286814" y="181076"/>
                  </a:lnTo>
                  <a:close/>
                  <a:moveTo>
                    <a:pt x="28781" y="113667"/>
                  </a:moveTo>
                  <a:lnTo>
                    <a:pt x="38148" y="124784"/>
                  </a:lnTo>
                  <a:lnTo>
                    <a:pt x="38148" y="113667"/>
                  </a:lnTo>
                  <a:close/>
                  <a:moveTo>
                    <a:pt x="17168" y="147371"/>
                  </a:moveTo>
                  <a:lnTo>
                    <a:pt x="27914" y="147371"/>
                  </a:lnTo>
                  <a:lnTo>
                    <a:pt x="28781" y="113667"/>
                  </a:lnTo>
                  <a:close/>
                  <a:moveTo>
                    <a:pt x="284390" y="113667"/>
                  </a:moveTo>
                  <a:lnTo>
                    <a:pt x="294332" y="147371"/>
                  </a:lnTo>
                  <a:lnTo>
                    <a:pt x="294152" y="113667"/>
                  </a:lnTo>
                  <a:close/>
                  <a:moveTo>
                    <a:pt x="284390" y="113667"/>
                  </a:moveTo>
                  <a:lnTo>
                    <a:pt x="284390" y="147371"/>
                  </a:lnTo>
                  <a:lnTo>
                    <a:pt x="294332" y="147371"/>
                  </a:lnTo>
                  <a:close/>
                  <a:moveTo>
                    <a:pt x="38148" y="92477"/>
                  </a:moveTo>
                  <a:lnTo>
                    <a:pt x="28781" y="113667"/>
                  </a:lnTo>
                  <a:lnTo>
                    <a:pt x="38148" y="113667"/>
                  </a:lnTo>
                  <a:close/>
                  <a:moveTo>
                    <a:pt x="38148" y="92477"/>
                  </a:moveTo>
                  <a:lnTo>
                    <a:pt x="38148" y="113667"/>
                  </a:lnTo>
                  <a:lnTo>
                    <a:pt x="42969" y="79963"/>
                  </a:lnTo>
                  <a:close/>
                  <a:moveTo>
                    <a:pt x="42969" y="79963"/>
                  </a:moveTo>
                  <a:lnTo>
                    <a:pt x="38148" y="113667"/>
                  </a:lnTo>
                  <a:lnTo>
                    <a:pt x="42696" y="113667"/>
                  </a:lnTo>
                  <a:close/>
                  <a:moveTo>
                    <a:pt x="284390" y="79963"/>
                  </a:moveTo>
                  <a:lnTo>
                    <a:pt x="284390" y="113667"/>
                  </a:lnTo>
                  <a:lnTo>
                    <a:pt x="294152" y="113667"/>
                  </a:lnTo>
                  <a:close/>
                  <a:moveTo>
                    <a:pt x="64731" y="46259"/>
                  </a:moveTo>
                  <a:lnTo>
                    <a:pt x="79188" y="54159"/>
                  </a:lnTo>
                  <a:lnTo>
                    <a:pt x="79188" y="46259"/>
                  </a:lnTo>
                  <a:close/>
                  <a:moveTo>
                    <a:pt x="42969" y="79963"/>
                  </a:moveTo>
                  <a:lnTo>
                    <a:pt x="59044" y="79963"/>
                  </a:lnTo>
                  <a:lnTo>
                    <a:pt x="64731" y="46259"/>
                  </a:lnTo>
                  <a:close/>
                  <a:moveTo>
                    <a:pt x="284390" y="79963"/>
                  </a:moveTo>
                  <a:lnTo>
                    <a:pt x="284390" y="71138"/>
                  </a:lnTo>
                  <a:lnTo>
                    <a:pt x="271195" y="79963"/>
                  </a:lnTo>
                  <a:close/>
                  <a:moveTo>
                    <a:pt x="271195" y="79963"/>
                  </a:moveTo>
                  <a:lnTo>
                    <a:pt x="284390" y="71138"/>
                  </a:lnTo>
                  <a:lnTo>
                    <a:pt x="271636" y="46259"/>
                  </a:lnTo>
                  <a:close/>
                  <a:moveTo>
                    <a:pt x="79188" y="32829"/>
                  </a:moveTo>
                  <a:lnTo>
                    <a:pt x="64731" y="46259"/>
                  </a:lnTo>
                  <a:lnTo>
                    <a:pt x="79188" y="46259"/>
                  </a:lnTo>
                  <a:close/>
                  <a:moveTo>
                    <a:pt x="120229" y="12555"/>
                  </a:moveTo>
                  <a:lnTo>
                    <a:pt x="112596" y="12555"/>
                  </a:lnTo>
                  <a:lnTo>
                    <a:pt x="120229" y="25299"/>
                  </a:lnTo>
                  <a:close/>
                  <a:moveTo>
                    <a:pt x="112596" y="12555"/>
                  </a:moveTo>
                  <a:lnTo>
                    <a:pt x="79188" y="32829"/>
                  </a:lnTo>
                  <a:lnTo>
                    <a:pt x="120229" y="25299"/>
                  </a:lnTo>
                  <a:close/>
                  <a:moveTo>
                    <a:pt x="87252" y="46259"/>
                  </a:moveTo>
                  <a:lnTo>
                    <a:pt x="79188" y="32829"/>
                  </a:lnTo>
                  <a:lnTo>
                    <a:pt x="79188" y="46259"/>
                  </a:lnTo>
                  <a:close/>
                  <a:moveTo>
                    <a:pt x="243350" y="20997"/>
                  </a:moveTo>
                  <a:lnTo>
                    <a:pt x="249570" y="46259"/>
                  </a:lnTo>
                  <a:lnTo>
                    <a:pt x="271636" y="46259"/>
                  </a:lnTo>
                  <a:close/>
                  <a:moveTo>
                    <a:pt x="225715" y="12555"/>
                  </a:moveTo>
                  <a:lnTo>
                    <a:pt x="202309" y="12555"/>
                  </a:lnTo>
                  <a:lnTo>
                    <a:pt x="243350" y="20997"/>
                  </a:lnTo>
                  <a:close/>
                  <a:moveTo>
                    <a:pt x="243350" y="20997"/>
                  </a:moveTo>
                  <a:lnTo>
                    <a:pt x="202309" y="12555"/>
                  </a:lnTo>
                  <a:lnTo>
                    <a:pt x="202309" y="19718"/>
                  </a:lnTo>
                  <a:close/>
                  <a:moveTo>
                    <a:pt x="120229" y="12555"/>
                  </a:moveTo>
                  <a:lnTo>
                    <a:pt x="161269" y="12555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3412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12555"/>
                  </a:lnTo>
                  <a:lnTo>
                    <a:pt x="202309" y="3412"/>
                  </a:lnTo>
                  <a:close/>
                  <a:moveTo>
                    <a:pt x="202309" y="12555"/>
                  </a:moveTo>
                  <a:lnTo>
                    <a:pt x="225715" y="12555"/>
                  </a:lnTo>
                  <a:lnTo>
                    <a:pt x="202309" y="3412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3977" name="Candidate_B4__3976">
              <a:extLst>
                <a:ext uri="{FF2B5EF4-FFF2-40B4-BE49-F238E27FC236}">
                  <a16:creationId xmlns:a16="http://schemas.microsoft.com/office/drawing/2014/main" id="{0F3E7410-4A73-43C1-A97E-CD444173E63F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96274"/>
              <a:ext cx="419100" cy="640377"/>
            </a:xfrm>
            <a:custGeom>
              <a:avLst/>
              <a:gdLst/>
              <a:ahLst/>
              <a:cxnLst/>
              <a:rect l="0" t="0" r="0" b="0"/>
              <a:pathLst>
                <a:path w="419100" h="640377">
                  <a:moveTo>
                    <a:pt x="79188" y="629793"/>
                  </a:moveTo>
                  <a:lnTo>
                    <a:pt x="120229" y="636302"/>
                  </a:lnTo>
                  <a:lnTo>
                    <a:pt x="79188" y="624253"/>
                  </a:lnTo>
                  <a:close/>
                  <a:moveTo>
                    <a:pt x="161269" y="640377"/>
                  </a:moveTo>
                  <a:lnTo>
                    <a:pt x="161269" y="637478"/>
                  </a:lnTo>
                  <a:lnTo>
                    <a:pt x="120229" y="636302"/>
                  </a:lnTo>
                  <a:close/>
                  <a:moveTo>
                    <a:pt x="161269" y="637478"/>
                  </a:moveTo>
                  <a:lnTo>
                    <a:pt x="202309" y="633806"/>
                  </a:lnTo>
                  <a:lnTo>
                    <a:pt x="202309" y="629228"/>
                  </a:lnTo>
                  <a:close/>
                  <a:moveTo>
                    <a:pt x="51464" y="606673"/>
                  </a:moveTo>
                  <a:lnTo>
                    <a:pt x="79188" y="629793"/>
                  </a:lnTo>
                  <a:lnTo>
                    <a:pt x="79188" y="624253"/>
                  </a:lnTo>
                  <a:close/>
                  <a:moveTo>
                    <a:pt x="51464" y="606673"/>
                  </a:moveTo>
                  <a:lnTo>
                    <a:pt x="38148" y="592539"/>
                  </a:lnTo>
                  <a:lnTo>
                    <a:pt x="38148" y="601769"/>
                  </a:lnTo>
                  <a:close/>
                  <a:moveTo>
                    <a:pt x="202309" y="629228"/>
                  </a:moveTo>
                  <a:lnTo>
                    <a:pt x="202309" y="633806"/>
                  </a:lnTo>
                  <a:lnTo>
                    <a:pt x="243350" y="610044"/>
                  </a:lnTo>
                  <a:close/>
                  <a:moveTo>
                    <a:pt x="255741" y="606673"/>
                  </a:moveTo>
                  <a:lnTo>
                    <a:pt x="248469" y="606673"/>
                  </a:lnTo>
                  <a:lnTo>
                    <a:pt x="243350" y="610044"/>
                  </a:lnTo>
                  <a:close/>
                  <a:moveTo>
                    <a:pt x="248469" y="606673"/>
                  </a:moveTo>
                  <a:lnTo>
                    <a:pt x="255741" y="606673"/>
                  </a:lnTo>
                  <a:lnTo>
                    <a:pt x="284390" y="578321"/>
                  </a:lnTo>
                  <a:close/>
                  <a:moveTo>
                    <a:pt x="24138" y="572969"/>
                  </a:moveTo>
                  <a:lnTo>
                    <a:pt x="38148" y="601769"/>
                  </a:lnTo>
                  <a:lnTo>
                    <a:pt x="38148" y="592539"/>
                  </a:lnTo>
                  <a:close/>
                  <a:moveTo>
                    <a:pt x="10772" y="539265"/>
                  </a:moveTo>
                  <a:lnTo>
                    <a:pt x="24138" y="572969"/>
                  </a:lnTo>
                  <a:lnTo>
                    <a:pt x="16431" y="539265"/>
                  </a:lnTo>
                  <a:close/>
                  <a:moveTo>
                    <a:pt x="295064" y="572969"/>
                  </a:moveTo>
                  <a:lnTo>
                    <a:pt x="290442" y="572969"/>
                  </a:lnTo>
                  <a:lnTo>
                    <a:pt x="284390" y="578321"/>
                  </a:lnTo>
                  <a:close/>
                  <a:moveTo>
                    <a:pt x="295064" y="572969"/>
                  </a:moveTo>
                  <a:lnTo>
                    <a:pt x="323786" y="539265"/>
                  </a:lnTo>
                  <a:lnTo>
                    <a:pt x="290442" y="572969"/>
                  </a:lnTo>
                  <a:close/>
                  <a:moveTo>
                    <a:pt x="16524" y="505561"/>
                  </a:moveTo>
                  <a:lnTo>
                    <a:pt x="16431" y="539265"/>
                  </a:lnTo>
                  <a:lnTo>
                    <a:pt x="21829" y="505561"/>
                  </a:lnTo>
                  <a:close/>
                  <a:moveTo>
                    <a:pt x="357723" y="505561"/>
                  </a:moveTo>
                  <a:lnTo>
                    <a:pt x="325431" y="537519"/>
                  </a:lnTo>
                  <a:lnTo>
                    <a:pt x="325729" y="539265"/>
                  </a:lnTo>
                  <a:close/>
                  <a:moveTo>
                    <a:pt x="323786" y="539265"/>
                  </a:moveTo>
                  <a:lnTo>
                    <a:pt x="325431" y="539265"/>
                  </a:lnTo>
                  <a:lnTo>
                    <a:pt x="325431" y="537519"/>
                  </a:lnTo>
                  <a:close/>
                  <a:moveTo>
                    <a:pt x="32710" y="471857"/>
                  </a:moveTo>
                  <a:lnTo>
                    <a:pt x="21829" y="505561"/>
                  </a:lnTo>
                  <a:lnTo>
                    <a:pt x="37640" y="471857"/>
                  </a:lnTo>
                  <a:close/>
                  <a:moveTo>
                    <a:pt x="357723" y="505561"/>
                  </a:moveTo>
                  <a:lnTo>
                    <a:pt x="357411" y="505561"/>
                  </a:lnTo>
                  <a:lnTo>
                    <a:pt x="366471" y="496058"/>
                  </a:lnTo>
                  <a:close/>
                  <a:moveTo>
                    <a:pt x="38148" y="470951"/>
                  </a:moveTo>
                  <a:lnTo>
                    <a:pt x="32710" y="471857"/>
                  </a:lnTo>
                  <a:lnTo>
                    <a:pt x="37640" y="471857"/>
                  </a:lnTo>
                  <a:close/>
                  <a:moveTo>
                    <a:pt x="38148" y="470951"/>
                  </a:moveTo>
                  <a:lnTo>
                    <a:pt x="56136" y="438153"/>
                  </a:lnTo>
                  <a:lnTo>
                    <a:pt x="52840" y="438153"/>
                  </a:lnTo>
                  <a:close/>
                  <a:moveTo>
                    <a:pt x="386769" y="471857"/>
                  </a:moveTo>
                  <a:lnTo>
                    <a:pt x="388620" y="471857"/>
                  </a:lnTo>
                  <a:lnTo>
                    <a:pt x="366471" y="496058"/>
                  </a:lnTo>
                  <a:close/>
                  <a:moveTo>
                    <a:pt x="406930" y="438153"/>
                  </a:moveTo>
                  <a:lnTo>
                    <a:pt x="407512" y="441293"/>
                  </a:lnTo>
                  <a:lnTo>
                    <a:pt x="388620" y="471857"/>
                  </a:lnTo>
                  <a:close/>
                  <a:moveTo>
                    <a:pt x="67415" y="404449"/>
                  </a:moveTo>
                  <a:lnTo>
                    <a:pt x="56136" y="438153"/>
                  </a:lnTo>
                  <a:lnTo>
                    <a:pt x="69583" y="404449"/>
                  </a:lnTo>
                  <a:close/>
                  <a:moveTo>
                    <a:pt x="68599" y="370745"/>
                  </a:moveTo>
                  <a:lnTo>
                    <a:pt x="69583" y="404449"/>
                  </a:lnTo>
                  <a:lnTo>
                    <a:pt x="70761" y="370745"/>
                  </a:lnTo>
                  <a:close/>
                  <a:moveTo>
                    <a:pt x="419100" y="404449"/>
                  </a:moveTo>
                  <a:lnTo>
                    <a:pt x="409445" y="438153"/>
                  </a:lnTo>
                  <a:lnTo>
                    <a:pt x="416507" y="404449"/>
                  </a:lnTo>
                  <a:close/>
                  <a:moveTo>
                    <a:pt x="416307" y="370745"/>
                  </a:moveTo>
                  <a:lnTo>
                    <a:pt x="419100" y="404449"/>
                  </a:lnTo>
                  <a:lnTo>
                    <a:pt x="413693" y="370745"/>
                  </a:lnTo>
                  <a:close/>
                  <a:moveTo>
                    <a:pt x="54665" y="337041"/>
                  </a:moveTo>
                  <a:lnTo>
                    <a:pt x="70761" y="370745"/>
                  </a:lnTo>
                  <a:lnTo>
                    <a:pt x="58084" y="337041"/>
                  </a:lnTo>
                  <a:close/>
                  <a:moveTo>
                    <a:pt x="407512" y="356550"/>
                  </a:moveTo>
                  <a:lnTo>
                    <a:pt x="407512" y="350897"/>
                  </a:lnTo>
                  <a:lnTo>
                    <a:pt x="416307" y="370745"/>
                  </a:lnTo>
                  <a:close/>
                  <a:moveTo>
                    <a:pt x="407512" y="350897"/>
                  </a:moveTo>
                  <a:lnTo>
                    <a:pt x="407512" y="356550"/>
                  </a:lnTo>
                  <a:lnTo>
                    <a:pt x="401314" y="337041"/>
                  </a:lnTo>
                  <a:close/>
                  <a:moveTo>
                    <a:pt x="58084" y="337041"/>
                  </a:moveTo>
                  <a:lnTo>
                    <a:pt x="38148" y="305095"/>
                  </a:lnTo>
                  <a:lnTo>
                    <a:pt x="38148" y="312607"/>
                  </a:lnTo>
                  <a:close/>
                  <a:moveTo>
                    <a:pt x="375550" y="303337"/>
                  </a:moveTo>
                  <a:lnTo>
                    <a:pt x="401314" y="337041"/>
                  </a:lnTo>
                  <a:lnTo>
                    <a:pt x="373990" y="303337"/>
                  </a:lnTo>
                  <a:close/>
                  <a:moveTo>
                    <a:pt x="37028" y="303337"/>
                  </a:moveTo>
                  <a:lnTo>
                    <a:pt x="38148" y="312607"/>
                  </a:lnTo>
                  <a:lnTo>
                    <a:pt x="38148" y="305095"/>
                  </a:lnTo>
                  <a:close/>
                  <a:moveTo>
                    <a:pt x="11700" y="269632"/>
                  </a:moveTo>
                  <a:lnTo>
                    <a:pt x="37028" y="303337"/>
                  </a:lnTo>
                  <a:lnTo>
                    <a:pt x="17208" y="269632"/>
                  </a:lnTo>
                  <a:close/>
                  <a:moveTo>
                    <a:pt x="366471" y="294915"/>
                  </a:moveTo>
                  <a:lnTo>
                    <a:pt x="366471" y="293654"/>
                  </a:lnTo>
                  <a:lnTo>
                    <a:pt x="375550" y="303337"/>
                  </a:lnTo>
                  <a:close/>
                  <a:moveTo>
                    <a:pt x="366471" y="293654"/>
                  </a:moveTo>
                  <a:lnTo>
                    <a:pt x="366471" y="294915"/>
                  </a:lnTo>
                  <a:lnTo>
                    <a:pt x="344197" y="269632"/>
                  </a:lnTo>
                  <a:close/>
                  <a:moveTo>
                    <a:pt x="1004" y="235928"/>
                  </a:moveTo>
                  <a:lnTo>
                    <a:pt x="17208" y="269632"/>
                  </a:lnTo>
                  <a:lnTo>
                    <a:pt x="6750" y="235928"/>
                  </a:lnTo>
                  <a:close/>
                  <a:moveTo>
                    <a:pt x="325431" y="244072"/>
                  </a:moveTo>
                  <a:lnTo>
                    <a:pt x="325431" y="247306"/>
                  </a:lnTo>
                  <a:lnTo>
                    <a:pt x="344197" y="269632"/>
                  </a:lnTo>
                  <a:close/>
                  <a:moveTo>
                    <a:pt x="325431" y="247306"/>
                  </a:moveTo>
                  <a:lnTo>
                    <a:pt x="325431" y="244072"/>
                  </a:lnTo>
                  <a:lnTo>
                    <a:pt x="317066" y="235928"/>
                  </a:lnTo>
                  <a:close/>
                  <a:moveTo>
                    <a:pt x="0" y="202224"/>
                  </a:moveTo>
                  <a:lnTo>
                    <a:pt x="6750" y="235928"/>
                  </a:lnTo>
                  <a:lnTo>
                    <a:pt x="6373" y="202224"/>
                  </a:lnTo>
                  <a:close/>
                  <a:moveTo>
                    <a:pt x="298741" y="202224"/>
                  </a:moveTo>
                  <a:lnTo>
                    <a:pt x="317066" y="235928"/>
                  </a:lnTo>
                  <a:lnTo>
                    <a:pt x="304807" y="202224"/>
                  </a:lnTo>
                  <a:close/>
                  <a:moveTo>
                    <a:pt x="6671" y="168520"/>
                  </a:moveTo>
                  <a:lnTo>
                    <a:pt x="6373" y="202224"/>
                  </a:lnTo>
                  <a:lnTo>
                    <a:pt x="14591" y="168520"/>
                  </a:lnTo>
                  <a:close/>
                  <a:moveTo>
                    <a:pt x="286814" y="168520"/>
                  </a:moveTo>
                  <a:lnTo>
                    <a:pt x="298741" y="202224"/>
                  </a:lnTo>
                  <a:lnTo>
                    <a:pt x="296387" y="168520"/>
                  </a:lnTo>
                  <a:close/>
                  <a:moveTo>
                    <a:pt x="17168" y="134816"/>
                  </a:moveTo>
                  <a:lnTo>
                    <a:pt x="14591" y="168520"/>
                  </a:lnTo>
                  <a:lnTo>
                    <a:pt x="27914" y="134816"/>
                  </a:lnTo>
                  <a:close/>
                  <a:moveTo>
                    <a:pt x="286814" y="168520"/>
                  </a:moveTo>
                  <a:lnTo>
                    <a:pt x="284390" y="134816"/>
                  </a:lnTo>
                  <a:lnTo>
                    <a:pt x="284390" y="154429"/>
                  </a:lnTo>
                  <a:close/>
                  <a:moveTo>
                    <a:pt x="294332" y="134816"/>
                  </a:moveTo>
                  <a:lnTo>
                    <a:pt x="284390" y="134816"/>
                  </a:lnTo>
                  <a:lnTo>
                    <a:pt x="286814" y="168520"/>
                  </a:lnTo>
                  <a:close/>
                  <a:moveTo>
                    <a:pt x="27914" y="134816"/>
                  </a:moveTo>
                  <a:lnTo>
                    <a:pt x="38148" y="112229"/>
                  </a:lnTo>
                  <a:lnTo>
                    <a:pt x="28781" y="101112"/>
                  </a:lnTo>
                  <a:close/>
                  <a:moveTo>
                    <a:pt x="284390" y="134816"/>
                  </a:moveTo>
                  <a:lnTo>
                    <a:pt x="284390" y="101112"/>
                  </a:lnTo>
                  <a:lnTo>
                    <a:pt x="281534" y="134816"/>
                  </a:lnTo>
                  <a:close/>
                  <a:moveTo>
                    <a:pt x="284390" y="101112"/>
                  </a:moveTo>
                  <a:lnTo>
                    <a:pt x="278752" y="101112"/>
                  </a:lnTo>
                  <a:lnTo>
                    <a:pt x="281534" y="134816"/>
                  </a:lnTo>
                  <a:close/>
                  <a:moveTo>
                    <a:pt x="284390" y="154429"/>
                  </a:moveTo>
                  <a:lnTo>
                    <a:pt x="284390" y="134816"/>
                  </a:lnTo>
                  <a:lnTo>
                    <a:pt x="281534" y="134816"/>
                  </a:lnTo>
                  <a:close/>
                  <a:moveTo>
                    <a:pt x="42969" y="67408"/>
                  </a:moveTo>
                  <a:lnTo>
                    <a:pt x="42696" y="101112"/>
                  </a:lnTo>
                  <a:lnTo>
                    <a:pt x="59044" y="67408"/>
                  </a:lnTo>
                  <a:close/>
                  <a:moveTo>
                    <a:pt x="38148" y="101112"/>
                  </a:moveTo>
                  <a:lnTo>
                    <a:pt x="38148" y="112229"/>
                  </a:lnTo>
                  <a:lnTo>
                    <a:pt x="42696" y="101112"/>
                  </a:lnTo>
                  <a:close/>
                  <a:moveTo>
                    <a:pt x="284390" y="101112"/>
                  </a:moveTo>
                  <a:lnTo>
                    <a:pt x="284390" y="67408"/>
                  </a:lnTo>
                  <a:lnTo>
                    <a:pt x="278752" y="101112"/>
                  </a:lnTo>
                  <a:close/>
                  <a:moveTo>
                    <a:pt x="284390" y="67408"/>
                  </a:moveTo>
                  <a:lnTo>
                    <a:pt x="271195" y="67408"/>
                  </a:lnTo>
                  <a:lnTo>
                    <a:pt x="278752" y="101112"/>
                  </a:lnTo>
                  <a:close/>
                  <a:moveTo>
                    <a:pt x="59044" y="67408"/>
                  </a:moveTo>
                  <a:lnTo>
                    <a:pt x="79188" y="41604"/>
                  </a:lnTo>
                  <a:lnTo>
                    <a:pt x="64731" y="33704"/>
                  </a:lnTo>
                  <a:close/>
                  <a:moveTo>
                    <a:pt x="271195" y="67408"/>
                  </a:moveTo>
                  <a:lnTo>
                    <a:pt x="271636" y="33704"/>
                  </a:lnTo>
                  <a:lnTo>
                    <a:pt x="249570" y="33704"/>
                  </a:lnTo>
                  <a:close/>
                  <a:moveTo>
                    <a:pt x="120229" y="12744"/>
                  </a:moveTo>
                  <a:lnTo>
                    <a:pt x="79188" y="20273"/>
                  </a:lnTo>
                  <a:lnTo>
                    <a:pt x="87252" y="33704"/>
                  </a:lnTo>
                  <a:close/>
                  <a:moveTo>
                    <a:pt x="79188" y="33704"/>
                  </a:moveTo>
                  <a:lnTo>
                    <a:pt x="79188" y="41604"/>
                  </a:lnTo>
                  <a:lnTo>
                    <a:pt x="87252" y="33704"/>
                  </a:lnTo>
                  <a:close/>
                  <a:moveTo>
                    <a:pt x="243350" y="8442"/>
                  </a:moveTo>
                  <a:lnTo>
                    <a:pt x="243350" y="28254"/>
                  </a:lnTo>
                  <a:lnTo>
                    <a:pt x="249570" y="33704"/>
                  </a:lnTo>
                  <a:close/>
                  <a:moveTo>
                    <a:pt x="243350" y="8442"/>
                  </a:moveTo>
                  <a:lnTo>
                    <a:pt x="202309" y="7162"/>
                  </a:lnTo>
                  <a:lnTo>
                    <a:pt x="243350" y="28254"/>
                  </a:lnTo>
                  <a:close/>
                  <a:moveTo>
                    <a:pt x="161269" y="0"/>
                  </a:moveTo>
                  <a:lnTo>
                    <a:pt x="120229" y="0"/>
                  </a:lnTo>
                  <a:lnTo>
                    <a:pt x="161269" y="2997"/>
                  </a:lnTo>
                  <a:close/>
                  <a:moveTo>
                    <a:pt x="120229" y="0"/>
                  </a:moveTo>
                  <a:lnTo>
                    <a:pt x="120229" y="12744"/>
                  </a:lnTo>
                  <a:lnTo>
                    <a:pt x="161269" y="2997"/>
                  </a:lnTo>
                  <a:close/>
                  <a:moveTo>
                    <a:pt x="202309" y="0"/>
                  </a:moveTo>
                  <a:lnTo>
                    <a:pt x="161269" y="0"/>
                  </a:lnTo>
                  <a:lnTo>
                    <a:pt x="202309" y="7162"/>
                  </a:lnTo>
                  <a:close/>
                  <a:moveTo>
                    <a:pt x="161269" y="0"/>
                  </a:moveTo>
                  <a:lnTo>
                    <a:pt x="161269" y="2997"/>
                  </a:lnTo>
                  <a:lnTo>
                    <a:pt x="202309" y="7162"/>
                  </a:lnTo>
                  <a:close/>
                  <a:moveTo>
                    <a:pt x="409445" y="438153"/>
                  </a:moveTo>
                  <a:lnTo>
                    <a:pt x="407512" y="441293"/>
                  </a:lnTo>
                  <a:lnTo>
                    <a:pt x="407512" y="438153"/>
                  </a:lnTo>
                  <a:close/>
                  <a:moveTo>
                    <a:pt x="38148" y="470951"/>
                  </a:moveTo>
                  <a:lnTo>
                    <a:pt x="37640" y="471857"/>
                  </a:lnTo>
                  <a:lnTo>
                    <a:pt x="38148" y="471857"/>
                  </a:lnTo>
                  <a:close/>
                  <a:moveTo>
                    <a:pt x="38148" y="470951"/>
                  </a:moveTo>
                  <a:lnTo>
                    <a:pt x="38148" y="471857"/>
                  </a:lnTo>
                  <a:lnTo>
                    <a:pt x="56136" y="438153"/>
                  </a:lnTo>
                  <a:close/>
                  <a:moveTo>
                    <a:pt x="37028" y="303337"/>
                  </a:moveTo>
                  <a:lnTo>
                    <a:pt x="38148" y="305095"/>
                  </a:lnTo>
                  <a:lnTo>
                    <a:pt x="38148" y="303337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3978" name="Candidate_B4__3977">
              <a:extLst>
                <a:ext uri="{FF2B5EF4-FFF2-40B4-BE49-F238E27FC236}">
                  <a16:creationId xmlns:a16="http://schemas.microsoft.com/office/drawing/2014/main" id="{955E0479-6456-8F8A-E636-87644EA2F3F8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12727" cy="634481"/>
            </a:xfrm>
            <a:custGeom>
              <a:avLst/>
              <a:gdLst/>
              <a:ahLst/>
              <a:cxnLst/>
              <a:rect l="0" t="0" r="0" b="0"/>
              <a:pathLst>
                <a:path w="412727" h="634481">
                  <a:moveTo>
                    <a:pt x="45091" y="603676"/>
                  </a:moveTo>
                  <a:lnTo>
                    <a:pt x="72815" y="621256"/>
                  </a:lnTo>
                  <a:lnTo>
                    <a:pt x="72815" y="603676"/>
                  </a:lnTo>
                  <a:close/>
                  <a:moveTo>
                    <a:pt x="31775" y="589543"/>
                  </a:moveTo>
                  <a:lnTo>
                    <a:pt x="45091" y="603676"/>
                  </a:lnTo>
                  <a:lnTo>
                    <a:pt x="40835" y="569972"/>
                  </a:lnTo>
                  <a:close/>
                  <a:moveTo>
                    <a:pt x="113856" y="633305"/>
                  </a:moveTo>
                  <a:lnTo>
                    <a:pt x="113856" y="616992"/>
                  </a:lnTo>
                  <a:lnTo>
                    <a:pt x="72815" y="621256"/>
                  </a:lnTo>
                  <a:close/>
                  <a:moveTo>
                    <a:pt x="113856" y="633305"/>
                  </a:moveTo>
                  <a:lnTo>
                    <a:pt x="154896" y="634481"/>
                  </a:lnTo>
                  <a:lnTo>
                    <a:pt x="154896" y="619003"/>
                  </a:lnTo>
                  <a:close/>
                  <a:moveTo>
                    <a:pt x="154896" y="634481"/>
                  </a:moveTo>
                  <a:lnTo>
                    <a:pt x="195937" y="626232"/>
                  </a:lnTo>
                  <a:lnTo>
                    <a:pt x="195937" y="609977"/>
                  </a:lnTo>
                  <a:close/>
                  <a:moveTo>
                    <a:pt x="236977" y="607047"/>
                  </a:moveTo>
                  <a:lnTo>
                    <a:pt x="236977" y="603676"/>
                  </a:lnTo>
                  <a:lnTo>
                    <a:pt x="195937" y="609977"/>
                  </a:lnTo>
                  <a:close/>
                  <a:moveTo>
                    <a:pt x="195937" y="626232"/>
                  </a:moveTo>
                  <a:lnTo>
                    <a:pt x="236977" y="607047"/>
                  </a:lnTo>
                  <a:lnTo>
                    <a:pt x="195937" y="609977"/>
                  </a:lnTo>
                  <a:close/>
                  <a:moveTo>
                    <a:pt x="236977" y="603676"/>
                  </a:moveTo>
                  <a:lnTo>
                    <a:pt x="236977" y="607047"/>
                  </a:lnTo>
                  <a:lnTo>
                    <a:pt x="242096" y="603676"/>
                  </a:lnTo>
                  <a:close/>
                  <a:moveTo>
                    <a:pt x="236977" y="588941"/>
                  </a:moveTo>
                  <a:lnTo>
                    <a:pt x="278018" y="575324"/>
                  </a:lnTo>
                  <a:lnTo>
                    <a:pt x="278018" y="569972"/>
                  </a:lnTo>
                  <a:close/>
                  <a:moveTo>
                    <a:pt x="236977" y="603676"/>
                  </a:moveTo>
                  <a:lnTo>
                    <a:pt x="278018" y="575324"/>
                  </a:lnTo>
                  <a:lnTo>
                    <a:pt x="236977" y="588941"/>
                  </a:lnTo>
                  <a:close/>
                  <a:moveTo>
                    <a:pt x="242096" y="603676"/>
                  </a:moveTo>
                  <a:lnTo>
                    <a:pt x="278018" y="575324"/>
                  </a:lnTo>
                  <a:lnTo>
                    <a:pt x="236977" y="603676"/>
                  </a:lnTo>
                  <a:close/>
                  <a:moveTo>
                    <a:pt x="17765" y="569972"/>
                  </a:moveTo>
                  <a:lnTo>
                    <a:pt x="31775" y="589543"/>
                  </a:lnTo>
                  <a:lnTo>
                    <a:pt x="31775" y="569972"/>
                  </a:lnTo>
                  <a:close/>
                  <a:moveTo>
                    <a:pt x="10058" y="536268"/>
                  </a:moveTo>
                  <a:lnTo>
                    <a:pt x="17765" y="569972"/>
                  </a:lnTo>
                  <a:lnTo>
                    <a:pt x="30366" y="536268"/>
                  </a:lnTo>
                  <a:close/>
                  <a:moveTo>
                    <a:pt x="278018" y="569972"/>
                  </a:moveTo>
                  <a:lnTo>
                    <a:pt x="278018" y="575324"/>
                  </a:lnTo>
                  <a:lnTo>
                    <a:pt x="284069" y="569972"/>
                  </a:lnTo>
                  <a:close/>
                  <a:moveTo>
                    <a:pt x="284069" y="569972"/>
                  </a:moveTo>
                  <a:lnTo>
                    <a:pt x="278018" y="556379"/>
                  </a:lnTo>
                  <a:lnTo>
                    <a:pt x="278018" y="569972"/>
                  </a:lnTo>
                  <a:close/>
                  <a:moveTo>
                    <a:pt x="317413" y="536268"/>
                  </a:moveTo>
                  <a:lnTo>
                    <a:pt x="300344" y="536268"/>
                  </a:lnTo>
                  <a:lnTo>
                    <a:pt x="284069" y="569972"/>
                  </a:lnTo>
                  <a:close/>
                  <a:moveTo>
                    <a:pt x="10058" y="536268"/>
                  </a:moveTo>
                  <a:lnTo>
                    <a:pt x="30366" y="536268"/>
                  </a:lnTo>
                  <a:lnTo>
                    <a:pt x="15456" y="502564"/>
                  </a:lnTo>
                  <a:close/>
                  <a:moveTo>
                    <a:pt x="317413" y="536268"/>
                  </a:moveTo>
                  <a:lnTo>
                    <a:pt x="319058" y="534522"/>
                  </a:lnTo>
                  <a:lnTo>
                    <a:pt x="319058" y="518867"/>
                  </a:lnTo>
                  <a:close/>
                  <a:moveTo>
                    <a:pt x="31267" y="468860"/>
                  </a:moveTo>
                  <a:lnTo>
                    <a:pt x="31775" y="502564"/>
                  </a:lnTo>
                  <a:lnTo>
                    <a:pt x="31775" y="468860"/>
                  </a:lnTo>
                  <a:close/>
                  <a:moveTo>
                    <a:pt x="31267" y="468860"/>
                  </a:moveTo>
                  <a:lnTo>
                    <a:pt x="15456" y="502564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19058" y="518867"/>
                  </a:lnTo>
                  <a:lnTo>
                    <a:pt x="319058" y="534522"/>
                  </a:lnTo>
                  <a:close/>
                  <a:moveTo>
                    <a:pt x="351350" y="502564"/>
                  </a:moveTo>
                  <a:lnTo>
                    <a:pt x="360098" y="493061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31775" y="468860"/>
                  </a:lnTo>
                  <a:lnTo>
                    <a:pt x="49399" y="468860"/>
                  </a:lnTo>
                  <a:close/>
                  <a:moveTo>
                    <a:pt x="382247" y="468860"/>
                  </a:moveTo>
                  <a:lnTo>
                    <a:pt x="360098" y="479820"/>
                  </a:lnTo>
                  <a:lnTo>
                    <a:pt x="360098" y="493061"/>
                  </a:lnTo>
                  <a:close/>
                  <a:moveTo>
                    <a:pt x="401139" y="438296"/>
                  </a:moveTo>
                  <a:lnTo>
                    <a:pt x="401139" y="435156"/>
                  </a:lnTo>
                  <a:lnTo>
                    <a:pt x="382247" y="468860"/>
                  </a:lnTo>
                  <a:close/>
                  <a:moveTo>
                    <a:pt x="382247" y="468860"/>
                  </a:moveTo>
                  <a:lnTo>
                    <a:pt x="401139" y="435156"/>
                  </a:lnTo>
                  <a:lnTo>
                    <a:pt x="393356" y="435156"/>
                  </a:lnTo>
                  <a:close/>
                  <a:moveTo>
                    <a:pt x="49764" y="435156"/>
                  </a:moveTo>
                  <a:lnTo>
                    <a:pt x="66705" y="435156"/>
                  </a:lnTo>
                  <a:lnTo>
                    <a:pt x="63211" y="401452"/>
                  </a:lnTo>
                  <a:close/>
                  <a:moveTo>
                    <a:pt x="401139" y="435156"/>
                  </a:moveTo>
                  <a:lnTo>
                    <a:pt x="401139" y="438296"/>
                  </a:lnTo>
                  <a:lnTo>
                    <a:pt x="403072" y="435156"/>
                  </a:lnTo>
                  <a:close/>
                  <a:moveTo>
                    <a:pt x="403072" y="435156"/>
                  </a:moveTo>
                  <a:lnTo>
                    <a:pt x="401139" y="408557"/>
                  </a:lnTo>
                  <a:lnTo>
                    <a:pt x="401139" y="435156"/>
                  </a:lnTo>
                  <a:close/>
                  <a:moveTo>
                    <a:pt x="412727" y="401452"/>
                  </a:moveTo>
                  <a:lnTo>
                    <a:pt x="403250" y="401452"/>
                  </a:lnTo>
                  <a:lnTo>
                    <a:pt x="403072" y="435156"/>
                  </a:lnTo>
                  <a:close/>
                  <a:moveTo>
                    <a:pt x="64388" y="367748"/>
                  </a:moveTo>
                  <a:lnTo>
                    <a:pt x="72815" y="401452"/>
                  </a:lnTo>
                  <a:lnTo>
                    <a:pt x="72815" y="367748"/>
                  </a:lnTo>
                  <a:close/>
                  <a:moveTo>
                    <a:pt x="64388" y="367748"/>
                  </a:moveTo>
                  <a:lnTo>
                    <a:pt x="63211" y="401452"/>
                  </a:lnTo>
                  <a:lnTo>
                    <a:pt x="72815" y="401452"/>
                  </a:lnTo>
                  <a:close/>
                  <a:moveTo>
                    <a:pt x="412727" y="401452"/>
                  </a:moveTo>
                  <a:lnTo>
                    <a:pt x="409934" y="367748"/>
                  </a:lnTo>
                  <a:lnTo>
                    <a:pt x="403250" y="401452"/>
                  </a:lnTo>
                  <a:close/>
                  <a:moveTo>
                    <a:pt x="51712" y="334044"/>
                  </a:moveTo>
                  <a:lnTo>
                    <a:pt x="64388" y="367748"/>
                  </a:lnTo>
                  <a:lnTo>
                    <a:pt x="69260" y="334044"/>
                  </a:lnTo>
                  <a:close/>
                  <a:moveTo>
                    <a:pt x="401139" y="367748"/>
                  </a:moveTo>
                  <a:lnTo>
                    <a:pt x="409934" y="367748"/>
                  </a:lnTo>
                  <a:lnTo>
                    <a:pt x="401139" y="347900"/>
                  </a:lnTo>
                  <a:close/>
                  <a:moveTo>
                    <a:pt x="400275" y="367748"/>
                  </a:moveTo>
                  <a:lnTo>
                    <a:pt x="401139" y="347900"/>
                  </a:lnTo>
                  <a:lnTo>
                    <a:pt x="394941" y="334044"/>
                  </a:lnTo>
                  <a:close/>
                  <a:moveTo>
                    <a:pt x="31775" y="300340"/>
                  </a:moveTo>
                  <a:lnTo>
                    <a:pt x="31775" y="302098"/>
                  </a:lnTo>
                  <a:lnTo>
                    <a:pt x="49858" y="300340"/>
                  </a:lnTo>
                  <a:close/>
                  <a:moveTo>
                    <a:pt x="49858" y="300340"/>
                  </a:moveTo>
                  <a:lnTo>
                    <a:pt x="31775" y="302098"/>
                  </a:lnTo>
                  <a:lnTo>
                    <a:pt x="51712" y="334044"/>
                  </a:lnTo>
                  <a:close/>
                  <a:moveTo>
                    <a:pt x="394941" y="334044"/>
                  </a:moveTo>
                  <a:lnTo>
                    <a:pt x="369177" y="300340"/>
                  </a:lnTo>
                  <a:lnTo>
                    <a:pt x="384660" y="334044"/>
                  </a:lnTo>
                  <a:close/>
                  <a:moveTo>
                    <a:pt x="30656" y="300340"/>
                  </a:moveTo>
                  <a:lnTo>
                    <a:pt x="31775" y="300340"/>
                  </a:lnTo>
                  <a:lnTo>
                    <a:pt x="30656" y="266636"/>
                  </a:lnTo>
                  <a:close/>
                  <a:moveTo>
                    <a:pt x="10835" y="266636"/>
                  </a:moveTo>
                  <a:lnTo>
                    <a:pt x="30656" y="300340"/>
                  </a:lnTo>
                  <a:lnTo>
                    <a:pt x="30656" y="266636"/>
                  </a:lnTo>
                  <a:close/>
                  <a:moveTo>
                    <a:pt x="360098" y="300340"/>
                  </a:moveTo>
                  <a:lnTo>
                    <a:pt x="369177" y="300340"/>
                  </a:lnTo>
                  <a:lnTo>
                    <a:pt x="360098" y="290657"/>
                  </a:lnTo>
                  <a:close/>
                  <a:moveTo>
                    <a:pt x="356319" y="300340"/>
                  </a:moveTo>
                  <a:lnTo>
                    <a:pt x="360098" y="290657"/>
                  </a:lnTo>
                  <a:lnTo>
                    <a:pt x="337824" y="266636"/>
                  </a:lnTo>
                  <a:close/>
                  <a:moveTo>
                    <a:pt x="377" y="232932"/>
                  </a:moveTo>
                  <a:lnTo>
                    <a:pt x="10835" y="266636"/>
                  </a:lnTo>
                  <a:lnTo>
                    <a:pt x="30656" y="266636"/>
                  </a:lnTo>
                  <a:close/>
                  <a:moveTo>
                    <a:pt x="319058" y="244310"/>
                  </a:moveTo>
                  <a:lnTo>
                    <a:pt x="321921" y="266636"/>
                  </a:lnTo>
                  <a:lnTo>
                    <a:pt x="337824" y="266636"/>
                  </a:lnTo>
                  <a:close/>
                  <a:moveTo>
                    <a:pt x="319058" y="244310"/>
                  </a:moveTo>
                  <a:lnTo>
                    <a:pt x="310693" y="232932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377" y="232932"/>
                  </a:lnTo>
                  <a:lnTo>
                    <a:pt x="19934" y="232932"/>
                  </a:lnTo>
                  <a:close/>
                  <a:moveTo>
                    <a:pt x="310693" y="232932"/>
                  </a:moveTo>
                  <a:lnTo>
                    <a:pt x="292368" y="199228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20615" y="199228"/>
                  </a:lnTo>
                  <a:lnTo>
                    <a:pt x="8218" y="165523"/>
                  </a:lnTo>
                  <a:close/>
                  <a:moveTo>
                    <a:pt x="278018" y="165523"/>
                  </a:moveTo>
                  <a:lnTo>
                    <a:pt x="292368" y="199228"/>
                  </a:lnTo>
                  <a:lnTo>
                    <a:pt x="280441" y="165523"/>
                  </a:lnTo>
                  <a:close/>
                  <a:moveTo>
                    <a:pt x="278018" y="165523"/>
                  </a:moveTo>
                  <a:lnTo>
                    <a:pt x="278018" y="199228"/>
                  </a:lnTo>
                  <a:lnTo>
                    <a:pt x="292368" y="199228"/>
                  </a:lnTo>
                  <a:close/>
                  <a:moveTo>
                    <a:pt x="21541" y="131819"/>
                  </a:moveTo>
                  <a:lnTo>
                    <a:pt x="31775" y="165523"/>
                  </a:lnTo>
                  <a:lnTo>
                    <a:pt x="31775" y="131819"/>
                  </a:lnTo>
                  <a:close/>
                  <a:moveTo>
                    <a:pt x="21541" y="131819"/>
                  </a:moveTo>
                  <a:lnTo>
                    <a:pt x="8218" y="165523"/>
                  </a:lnTo>
                  <a:lnTo>
                    <a:pt x="31775" y="165523"/>
                  </a:lnTo>
                  <a:close/>
                  <a:moveTo>
                    <a:pt x="278018" y="165523"/>
                  </a:moveTo>
                  <a:lnTo>
                    <a:pt x="280441" y="165523"/>
                  </a:lnTo>
                  <a:lnTo>
                    <a:pt x="278018" y="151432"/>
                  </a:lnTo>
                  <a:close/>
                  <a:moveTo>
                    <a:pt x="278018" y="165523"/>
                  </a:moveTo>
                  <a:lnTo>
                    <a:pt x="278018" y="151432"/>
                  </a:lnTo>
                  <a:lnTo>
                    <a:pt x="255952" y="165523"/>
                  </a:lnTo>
                  <a:close/>
                  <a:moveTo>
                    <a:pt x="255952" y="165523"/>
                  </a:moveTo>
                  <a:lnTo>
                    <a:pt x="278018" y="151432"/>
                  </a:lnTo>
                  <a:lnTo>
                    <a:pt x="275161" y="131819"/>
                  </a:lnTo>
                  <a:close/>
                  <a:moveTo>
                    <a:pt x="31775" y="109232"/>
                  </a:moveTo>
                  <a:lnTo>
                    <a:pt x="21541" y="131819"/>
                  </a:lnTo>
                  <a:lnTo>
                    <a:pt x="31775" y="131819"/>
                  </a:lnTo>
                  <a:close/>
                  <a:moveTo>
                    <a:pt x="31775" y="109232"/>
                  </a:moveTo>
                  <a:lnTo>
                    <a:pt x="31775" y="131819"/>
                  </a:lnTo>
                  <a:lnTo>
                    <a:pt x="36323" y="98115"/>
                  </a:lnTo>
                  <a:close/>
                  <a:moveTo>
                    <a:pt x="36323" y="98115"/>
                  </a:moveTo>
                  <a:lnTo>
                    <a:pt x="31775" y="131819"/>
                  </a:lnTo>
                  <a:lnTo>
                    <a:pt x="50142" y="131819"/>
                  </a:lnTo>
                  <a:close/>
                  <a:moveTo>
                    <a:pt x="245695" y="131819"/>
                  </a:moveTo>
                  <a:lnTo>
                    <a:pt x="275161" y="131819"/>
                  </a:lnTo>
                  <a:lnTo>
                    <a:pt x="272380" y="98115"/>
                  </a:lnTo>
                  <a:close/>
                  <a:moveTo>
                    <a:pt x="36323" y="98115"/>
                  </a:moveTo>
                  <a:lnTo>
                    <a:pt x="69794" y="98115"/>
                  </a:lnTo>
                  <a:lnTo>
                    <a:pt x="52671" y="64411"/>
                  </a:lnTo>
                  <a:close/>
                  <a:moveTo>
                    <a:pt x="272380" y="98115"/>
                  </a:moveTo>
                  <a:lnTo>
                    <a:pt x="264822" y="64411"/>
                  </a:lnTo>
                  <a:lnTo>
                    <a:pt x="237492" y="98115"/>
                  </a:lnTo>
                  <a:close/>
                  <a:moveTo>
                    <a:pt x="72815" y="38607"/>
                  </a:moveTo>
                  <a:lnTo>
                    <a:pt x="52671" y="64411"/>
                  </a:lnTo>
                  <a:lnTo>
                    <a:pt x="72815" y="64411"/>
                  </a:lnTo>
                  <a:close/>
                  <a:moveTo>
                    <a:pt x="80879" y="30707"/>
                  </a:moveTo>
                  <a:lnTo>
                    <a:pt x="72815" y="38607"/>
                  </a:lnTo>
                  <a:lnTo>
                    <a:pt x="113856" y="50194"/>
                  </a:lnTo>
                  <a:close/>
                  <a:moveTo>
                    <a:pt x="236977" y="30707"/>
                  </a:moveTo>
                  <a:lnTo>
                    <a:pt x="264822" y="64411"/>
                  </a:lnTo>
                  <a:lnTo>
                    <a:pt x="243197" y="30707"/>
                  </a:lnTo>
                  <a:close/>
                  <a:moveTo>
                    <a:pt x="236977" y="30707"/>
                  </a:moveTo>
                  <a:lnTo>
                    <a:pt x="236977" y="64411"/>
                  </a:lnTo>
                  <a:lnTo>
                    <a:pt x="264822" y="64411"/>
                  </a:lnTo>
                  <a:close/>
                  <a:moveTo>
                    <a:pt x="113856" y="9747"/>
                  </a:moveTo>
                  <a:lnTo>
                    <a:pt x="80879" y="30707"/>
                  </a:lnTo>
                  <a:lnTo>
                    <a:pt x="113856" y="30707"/>
                  </a:lnTo>
                  <a:close/>
                  <a:moveTo>
                    <a:pt x="113856" y="30707"/>
                  </a:moveTo>
                  <a:lnTo>
                    <a:pt x="154896" y="0"/>
                  </a:lnTo>
                  <a:lnTo>
                    <a:pt x="113856" y="9747"/>
                  </a:lnTo>
                  <a:close/>
                  <a:moveTo>
                    <a:pt x="154896" y="30707"/>
                  </a:moveTo>
                  <a:lnTo>
                    <a:pt x="195937" y="4166"/>
                  </a:lnTo>
                  <a:lnTo>
                    <a:pt x="154896" y="0"/>
                  </a:lnTo>
                  <a:close/>
                  <a:moveTo>
                    <a:pt x="195937" y="30707"/>
                  </a:moveTo>
                  <a:lnTo>
                    <a:pt x="236977" y="2525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236977" y="30707"/>
                  </a:lnTo>
                  <a:lnTo>
                    <a:pt x="236977" y="25257"/>
                  </a:lnTo>
                  <a:close/>
                  <a:moveTo>
                    <a:pt x="236977" y="30707"/>
                  </a:moveTo>
                  <a:lnTo>
                    <a:pt x="243197" y="30707"/>
                  </a:lnTo>
                  <a:lnTo>
                    <a:pt x="236977" y="25257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3979" name="Candidate_B4__3978">
              <a:extLst>
                <a:ext uri="{FF2B5EF4-FFF2-40B4-BE49-F238E27FC236}">
                  <a16:creationId xmlns:a16="http://schemas.microsoft.com/office/drawing/2014/main" id="{17335C93-0C35-C820-5612-7D4C3B784853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09934" cy="634481"/>
            </a:xfrm>
            <a:custGeom>
              <a:avLst/>
              <a:gdLst/>
              <a:ahLst/>
              <a:cxnLst/>
              <a:rect l="0" t="0" r="0" b="0"/>
              <a:pathLst>
                <a:path w="409934" h="634481">
                  <a:moveTo>
                    <a:pt x="31775" y="569972"/>
                  </a:moveTo>
                  <a:lnTo>
                    <a:pt x="31775" y="589543"/>
                  </a:lnTo>
                  <a:lnTo>
                    <a:pt x="40835" y="569972"/>
                  </a:lnTo>
                  <a:close/>
                  <a:moveTo>
                    <a:pt x="40835" y="569972"/>
                  </a:moveTo>
                  <a:lnTo>
                    <a:pt x="45091" y="603676"/>
                  </a:lnTo>
                  <a:lnTo>
                    <a:pt x="72815" y="601614"/>
                  </a:lnTo>
                  <a:close/>
                  <a:moveTo>
                    <a:pt x="72815" y="601614"/>
                  </a:moveTo>
                  <a:lnTo>
                    <a:pt x="45091" y="603676"/>
                  </a:lnTo>
                  <a:lnTo>
                    <a:pt x="72815" y="603676"/>
                  </a:lnTo>
                  <a:close/>
                  <a:moveTo>
                    <a:pt x="72815" y="621256"/>
                  </a:moveTo>
                  <a:lnTo>
                    <a:pt x="76831" y="603676"/>
                  </a:lnTo>
                  <a:lnTo>
                    <a:pt x="72815" y="603676"/>
                  </a:lnTo>
                  <a:close/>
                  <a:moveTo>
                    <a:pt x="113856" y="616992"/>
                  </a:moveTo>
                  <a:lnTo>
                    <a:pt x="76831" y="603676"/>
                  </a:lnTo>
                  <a:lnTo>
                    <a:pt x="72815" y="621256"/>
                  </a:lnTo>
                  <a:close/>
                  <a:moveTo>
                    <a:pt x="113856" y="616992"/>
                  </a:moveTo>
                  <a:lnTo>
                    <a:pt x="113856" y="633305"/>
                  </a:lnTo>
                  <a:lnTo>
                    <a:pt x="154896" y="619003"/>
                  </a:lnTo>
                  <a:close/>
                  <a:moveTo>
                    <a:pt x="154896" y="619003"/>
                  </a:moveTo>
                  <a:lnTo>
                    <a:pt x="154896" y="634481"/>
                  </a:lnTo>
                  <a:lnTo>
                    <a:pt x="195937" y="609977"/>
                  </a:lnTo>
                  <a:close/>
                  <a:moveTo>
                    <a:pt x="195937" y="609977"/>
                  </a:moveTo>
                  <a:lnTo>
                    <a:pt x="236977" y="603676"/>
                  </a:lnTo>
                  <a:lnTo>
                    <a:pt x="209506" y="603676"/>
                  </a:lnTo>
                  <a:close/>
                  <a:moveTo>
                    <a:pt x="236977" y="588941"/>
                  </a:moveTo>
                  <a:lnTo>
                    <a:pt x="278018" y="569972"/>
                  </a:lnTo>
                  <a:lnTo>
                    <a:pt x="262423" y="569972"/>
                  </a:lnTo>
                  <a:close/>
                  <a:moveTo>
                    <a:pt x="209506" y="603676"/>
                  </a:moveTo>
                  <a:lnTo>
                    <a:pt x="236977" y="603676"/>
                  </a:lnTo>
                  <a:lnTo>
                    <a:pt x="236977" y="588941"/>
                  </a:lnTo>
                  <a:close/>
                  <a:moveTo>
                    <a:pt x="30366" y="536268"/>
                  </a:moveTo>
                  <a:lnTo>
                    <a:pt x="31775" y="569972"/>
                  </a:lnTo>
                  <a:lnTo>
                    <a:pt x="31775" y="541294"/>
                  </a:lnTo>
                  <a:close/>
                  <a:moveTo>
                    <a:pt x="17765" y="569972"/>
                  </a:moveTo>
                  <a:lnTo>
                    <a:pt x="31775" y="569972"/>
                  </a:lnTo>
                  <a:lnTo>
                    <a:pt x="30366" y="536268"/>
                  </a:lnTo>
                  <a:close/>
                  <a:moveTo>
                    <a:pt x="31775" y="569972"/>
                  </a:moveTo>
                  <a:lnTo>
                    <a:pt x="40835" y="569972"/>
                  </a:lnTo>
                  <a:lnTo>
                    <a:pt x="31775" y="541294"/>
                  </a:lnTo>
                  <a:close/>
                  <a:moveTo>
                    <a:pt x="300344" y="536268"/>
                  </a:moveTo>
                  <a:lnTo>
                    <a:pt x="278018" y="556379"/>
                  </a:lnTo>
                  <a:lnTo>
                    <a:pt x="284069" y="569972"/>
                  </a:lnTo>
                  <a:close/>
                  <a:moveTo>
                    <a:pt x="262423" y="569972"/>
                  </a:moveTo>
                  <a:lnTo>
                    <a:pt x="278018" y="569972"/>
                  </a:lnTo>
                  <a:lnTo>
                    <a:pt x="278018" y="556379"/>
                  </a:lnTo>
                  <a:close/>
                  <a:moveTo>
                    <a:pt x="15456" y="502564"/>
                  </a:moveTo>
                  <a:lnTo>
                    <a:pt x="31775" y="526513"/>
                  </a:lnTo>
                  <a:lnTo>
                    <a:pt x="31775" y="502564"/>
                  </a:lnTo>
                  <a:close/>
                  <a:moveTo>
                    <a:pt x="30366" y="536268"/>
                  </a:moveTo>
                  <a:lnTo>
                    <a:pt x="31775" y="526513"/>
                  </a:lnTo>
                  <a:lnTo>
                    <a:pt x="15456" y="502564"/>
                  </a:lnTo>
                  <a:close/>
                  <a:moveTo>
                    <a:pt x="300344" y="536268"/>
                  </a:moveTo>
                  <a:lnTo>
                    <a:pt x="317413" y="536268"/>
                  </a:lnTo>
                  <a:lnTo>
                    <a:pt x="319058" y="518867"/>
                  </a:lnTo>
                  <a:close/>
                  <a:moveTo>
                    <a:pt x="49399" y="468860"/>
                  </a:moveTo>
                  <a:lnTo>
                    <a:pt x="31775" y="468860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37125" y="502564"/>
                  </a:lnTo>
                  <a:lnTo>
                    <a:pt x="319058" y="518867"/>
                  </a:lnTo>
                  <a:close/>
                  <a:moveTo>
                    <a:pt x="337125" y="502564"/>
                  </a:moveTo>
                  <a:lnTo>
                    <a:pt x="351350" y="502564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49399" y="468860"/>
                  </a:lnTo>
                  <a:lnTo>
                    <a:pt x="66705" y="435156"/>
                  </a:lnTo>
                  <a:close/>
                  <a:moveTo>
                    <a:pt x="382247" y="468860"/>
                  </a:moveTo>
                  <a:lnTo>
                    <a:pt x="370667" y="468860"/>
                  </a:lnTo>
                  <a:lnTo>
                    <a:pt x="360098" y="479820"/>
                  </a:lnTo>
                  <a:close/>
                  <a:moveTo>
                    <a:pt x="382247" y="468860"/>
                  </a:moveTo>
                  <a:lnTo>
                    <a:pt x="393356" y="435156"/>
                  </a:lnTo>
                  <a:lnTo>
                    <a:pt x="370667" y="468860"/>
                  </a:lnTo>
                  <a:close/>
                  <a:moveTo>
                    <a:pt x="63211" y="401452"/>
                  </a:moveTo>
                  <a:lnTo>
                    <a:pt x="72815" y="418123"/>
                  </a:lnTo>
                  <a:lnTo>
                    <a:pt x="72815" y="401452"/>
                  </a:lnTo>
                  <a:close/>
                  <a:moveTo>
                    <a:pt x="66705" y="435156"/>
                  </a:moveTo>
                  <a:lnTo>
                    <a:pt x="72815" y="418123"/>
                  </a:lnTo>
                  <a:lnTo>
                    <a:pt x="63211" y="401452"/>
                  </a:lnTo>
                  <a:close/>
                  <a:moveTo>
                    <a:pt x="403250" y="401452"/>
                  </a:moveTo>
                  <a:lnTo>
                    <a:pt x="401139" y="408557"/>
                  </a:lnTo>
                  <a:lnTo>
                    <a:pt x="403072" y="435156"/>
                  </a:lnTo>
                  <a:close/>
                  <a:moveTo>
                    <a:pt x="393356" y="435156"/>
                  </a:moveTo>
                  <a:lnTo>
                    <a:pt x="401139" y="435156"/>
                  </a:lnTo>
                  <a:lnTo>
                    <a:pt x="401139" y="408557"/>
                  </a:lnTo>
                  <a:close/>
                  <a:moveTo>
                    <a:pt x="78610" y="401452"/>
                  </a:moveTo>
                  <a:lnTo>
                    <a:pt x="79869" y="367748"/>
                  </a:lnTo>
                  <a:lnTo>
                    <a:pt x="72815" y="401452"/>
                  </a:lnTo>
                  <a:close/>
                  <a:moveTo>
                    <a:pt x="79869" y="367748"/>
                  </a:moveTo>
                  <a:lnTo>
                    <a:pt x="72815" y="367748"/>
                  </a:lnTo>
                  <a:lnTo>
                    <a:pt x="72815" y="401452"/>
                  </a:lnTo>
                  <a:close/>
                  <a:moveTo>
                    <a:pt x="72815" y="401452"/>
                  </a:moveTo>
                  <a:lnTo>
                    <a:pt x="72815" y="418123"/>
                  </a:lnTo>
                  <a:lnTo>
                    <a:pt x="78610" y="401452"/>
                  </a:lnTo>
                  <a:close/>
                  <a:moveTo>
                    <a:pt x="409934" y="367748"/>
                  </a:moveTo>
                  <a:lnTo>
                    <a:pt x="401139" y="367748"/>
                  </a:lnTo>
                  <a:lnTo>
                    <a:pt x="403250" y="401452"/>
                  </a:lnTo>
                  <a:close/>
                  <a:moveTo>
                    <a:pt x="69260" y="334044"/>
                  </a:moveTo>
                  <a:lnTo>
                    <a:pt x="72815" y="367748"/>
                  </a:lnTo>
                  <a:lnTo>
                    <a:pt x="72815" y="344716"/>
                  </a:lnTo>
                  <a:close/>
                  <a:moveTo>
                    <a:pt x="64388" y="367748"/>
                  </a:moveTo>
                  <a:lnTo>
                    <a:pt x="72815" y="367748"/>
                  </a:lnTo>
                  <a:lnTo>
                    <a:pt x="69260" y="334044"/>
                  </a:lnTo>
                  <a:close/>
                  <a:moveTo>
                    <a:pt x="72815" y="367748"/>
                  </a:moveTo>
                  <a:lnTo>
                    <a:pt x="79869" y="367748"/>
                  </a:lnTo>
                  <a:lnTo>
                    <a:pt x="72815" y="344716"/>
                  </a:lnTo>
                  <a:close/>
                  <a:moveTo>
                    <a:pt x="401139" y="367748"/>
                  </a:moveTo>
                  <a:lnTo>
                    <a:pt x="401139" y="347900"/>
                  </a:lnTo>
                  <a:lnTo>
                    <a:pt x="400275" y="367748"/>
                  </a:lnTo>
                  <a:close/>
                  <a:moveTo>
                    <a:pt x="400275" y="367748"/>
                  </a:moveTo>
                  <a:lnTo>
                    <a:pt x="394941" y="334044"/>
                  </a:lnTo>
                  <a:lnTo>
                    <a:pt x="384660" y="334044"/>
                  </a:lnTo>
                  <a:close/>
                  <a:moveTo>
                    <a:pt x="49858" y="300340"/>
                  </a:moveTo>
                  <a:lnTo>
                    <a:pt x="51712" y="334044"/>
                  </a:lnTo>
                  <a:lnTo>
                    <a:pt x="69260" y="334044"/>
                  </a:lnTo>
                  <a:close/>
                  <a:moveTo>
                    <a:pt x="384660" y="334044"/>
                  </a:moveTo>
                  <a:lnTo>
                    <a:pt x="360098" y="300340"/>
                  </a:lnTo>
                  <a:lnTo>
                    <a:pt x="360098" y="304408"/>
                  </a:lnTo>
                  <a:close/>
                  <a:moveTo>
                    <a:pt x="369177" y="300340"/>
                  </a:moveTo>
                  <a:lnTo>
                    <a:pt x="360098" y="300340"/>
                  </a:lnTo>
                  <a:lnTo>
                    <a:pt x="384660" y="334044"/>
                  </a:lnTo>
                  <a:close/>
                  <a:moveTo>
                    <a:pt x="30656" y="266636"/>
                  </a:moveTo>
                  <a:lnTo>
                    <a:pt x="31775" y="300340"/>
                  </a:lnTo>
                  <a:lnTo>
                    <a:pt x="31775" y="268660"/>
                  </a:lnTo>
                  <a:close/>
                  <a:moveTo>
                    <a:pt x="31775" y="300340"/>
                  </a:moveTo>
                  <a:lnTo>
                    <a:pt x="49858" y="300340"/>
                  </a:lnTo>
                  <a:lnTo>
                    <a:pt x="31775" y="268660"/>
                  </a:lnTo>
                  <a:close/>
                  <a:moveTo>
                    <a:pt x="360098" y="300340"/>
                  </a:moveTo>
                  <a:lnTo>
                    <a:pt x="360098" y="290657"/>
                  </a:lnTo>
                  <a:lnTo>
                    <a:pt x="356319" y="300340"/>
                  </a:lnTo>
                  <a:close/>
                  <a:moveTo>
                    <a:pt x="356319" y="300340"/>
                  </a:moveTo>
                  <a:lnTo>
                    <a:pt x="337824" y="266636"/>
                  </a:lnTo>
                  <a:lnTo>
                    <a:pt x="321921" y="266636"/>
                  </a:lnTo>
                  <a:close/>
                  <a:moveTo>
                    <a:pt x="360098" y="304408"/>
                  </a:moveTo>
                  <a:lnTo>
                    <a:pt x="360098" y="300340"/>
                  </a:lnTo>
                  <a:lnTo>
                    <a:pt x="356319" y="300340"/>
                  </a:lnTo>
                  <a:close/>
                  <a:moveTo>
                    <a:pt x="377" y="232932"/>
                  </a:moveTo>
                  <a:lnTo>
                    <a:pt x="30656" y="266636"/>
                  </a:lnTo>
                  <a:lnTo>
                    <a:pt x="19934" y="232932"/>
                  </a:lnTo>
                  <a:close/>
                  <a:moveTo>
                    <a:pt x="319058" y="244310"/>
                  </a:moveTo>
                  <a:lnTo>
                    <a:pt x="319058" y="263597"/>
                  </a:lnTo>
                  <a:lnTo>
                    <a:pt x="321921" y="266636"/>
                  </a:lnTo>
                  <a:close/>
                  <a:moveTo>
                    <a:pt x="319058" y="263597"/>
                  </a:moveTo>
                  <a:lnTo>
                    <a:pt x="319058" y="244310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19934" y="232932"/>
                  </a:lnTo>
                  <a:lnTo>
                    <a:pt x="20615" y="199228"/>
                  </a:lnTo>
                  <a:close/>
                  <a:moveTo>
                    <a:pt x="292794" y="232932"/>
                  </a:moveTo>
                  <a:lnTo>
                    <a:pt x="278018" y="199228"/>
                  </a:lnTo>
                  <a:lnTo>
                    <a:pt x="278018" y="210532"/>
                  </a:lnTo>
                  <a:close/>
                  <a:moveTo>
                    <a:pt x="292368" y="199228"/>
                  </a:moveTo>
                  <a:lnTo>
                    <a:pt x="278018" y="199228"/>
                  </a:lnTo>
                  <a:lnTo>
                    <a:pt x="292794" y="232932"/>
                  </a:lnTo>
                  <a:close/>
                  <a:moveTo>
                    <a:pt x="8218" y="165523"/>
                  </a:moveTo>
                  <a:lnTo>
                    <a:pt x="31775" y="165943"/>
                  </a:lnTo>
                  <a:lnTo>
                    <a:pt x="31775" y="165523"/>
                  </a:lnTo>
                  <a:close/>
                  <a:moveTo>
                    <a:pt x="20615" y="199228"/>
                  </a:moveTo>
                  <a:lnTo>
                    <a:pt x="31775" y="165943"/>
                  </a:lnTo>
                  <a:lnTo>
                    <a:pt x="8218" y="165523"/>
                  </a:lnTo>
                  <a:close/>
                  <a:moveTo>
                    <a:pt x="278018" y="199228"/>
                  </a:moveTo>
                  <a:lnTo>
                    <a:pt x="278018" y="165523"/>
                  </a:lnTo>
                  <a:lnTo>
                    <a:pt x="271200" y="199228"/>
                  </a:lnTo>
                  <a:close/>
                  <a:moveTo>
                    <a:pt x="278018" y="165523"/>
                  </a:moveTo>
                  <a:lnTo>
                    <a:pt x="255952" y="165523"/>
                  </a:lnTo>
                  <a:lnTo>
                    <a:pt x="271200" y="199228"/>
                  </a:lnTo>
                  <a:close/>
                  <a:moveTo>
                    <a:pt x="278018" y="210532"/>
                  </a:moveTo>
                  <a:lnTo>
                    <a:pt x="278018" y="199228"/>
                  </a:lnTo>
                  <a:lnTo>
                    <a:pt x="271200" y="199228"/>
                  </a:lnTo>
                  <a:close/>
                  <a:moveTo>
                    <a:pt x="50142" y="131819"/>
                  </a:moveTo>
                  <a:lnTo>
                    <a:pt x="31775" y="131819"/>
                  </a:lnTo>
                  <a:lnTo>
                    <a:pt x="31775" y="165523"/>
                  </a:lnTo>
                  <a:close/>
                  <a:moveTo>
                    <a:pt x="255952" y="165523"/>
                  </a:moveTo>
                  <a:lnTo>
                    <a:pt x="275161" y="131819"/>
                  </a:lnTo>
                  <a:lnTo>
                    <a:pt x="245695" y="131819"/>
                  </a:lnTo>
                  <a:close/>
                  <a:moveTo>
                    <a:pt x="36323" y="98115"/>
                  </a:moveTo>
                  <a:lnTo>
                    <a:pt x="50142" y="131819"/>
                  </a:lnTo>
                  <a:lnTo>
                    <a:pt x="69794" y="98115"/>
                  </a:lnTo>
                  <a:close/>
                  <a:moveTo>
                    <a:pt x="237492" y="98115"/>
                  </a:moveTo>
                  <a:lnTo>
                    <a:pt x="245695" y="131819"/>
                  </a:lnTo>
                  <a:lnTo>
                    <a:pt x="272380" y="98115"/>
                  </a:lnTo>
                  <a:close/>
                  <a:moveTo>
                    <a:pt x="52671" y="64411"/>
                  </a:moveTo>
                  <a:lnTo>
                    <a:pt x="72815" y="93613"/>
                  </a:lnTo>
                  <a:lnTo>
                    <a:pt x="72815" y="64411"/>
                  </a:lnTo>
                  <a:close/>
                  <a:moveTo>
                    <a:pt x="69794" y="98115"/>
                  </a:moveTo>
                  <a:lnTo>
                    <a:pt x="72815" y="93613"/>
                  </a:lnTo>
                  <a:lnTo>
                    <a:pt x="52671" y="64411"/>
                  </a:lnTo>
                  <a:close/>
                  <a:moveTo>
                    <a:pt x="237492" y="98115"/>
                  </a:moveTo>
                  <a:lnTo>
                    <a:pt x="236977" y="64411"/>
                  </a:lnTo>
                  <a:lnTo>
                    <a:pt x="236977" y="96813"/>
                  </a:lnTo>
                  <a:close/>
                  <a:moveTo>
                    <a:pt x="264822" y="64411"/>
                  </a:moveTo>
                  <a:lnTo>
                    <a:pt x="236977" y="64411"/>
                  </a:lnTo>
                  <a:lnTo>
                    <a:pt x="237492" y="98115"/>
                  </a:lnTo>
                  <a:close/>
                  <a:moveTo>
                    <a:pt x="113856" y="30707"/>
                  </a:moveTo>
                  <a:lnTo>
                    <a:pt x="80879" y="30707"/>
                  </a:lnTo>
                  <a:lnTo>
                    <a:pt x="113856" y="50194"/>
                  </a:lnTo>
                  <a:close/>
                  <a:moveTo>
                    <a:pt x="113856" y="50194"/>
                  </a:moveTo>
                  <a:lnTo>
                    <a:pt x="72815" y="38607"/>
                  </a:lnTo>
                  <a:lnTo>
                    <a:pt x="96846" y="64411"/>
                  </a:lnTo>
                  <a:close/>
                  <a:moveTo>
                    <a:pt x="96846" y="64411"/>
                  </a:moveTo>
                  <a:lnTo>
                    <a:pt x="72815" y="38607"/>
                  </a:lnTo>
                  <a:lnTo>
                    <a:pt x="72815" y="64411"/>
                  </a:lnTo>
                  <a:close/>
                  <a:moveTo>
                    <a:pt x="72815" y="64411"/>
                  </a:moveTo>
                  <a:lnTo>
                    <a:pt x="72815" y="93613"/>
                  </a:lnTo>
                  <a:lnTo>
                    <a:pt x="96846" y="64411"/>
                  </a:lnTo>
                  <a:close/>
                  <a:moveTo>
                    <a:pt x="195937" y="44402"/>
                  </a:moveTo>
                  <a:lnTo>
                    <a:pt x="219570" y="64411"/>
                  </a:lnTo>
                  <a:lnTo>
                    <a:pt x="195937" y="30707"/>
                  </a:lnTo>
                  <a:close/>
                  <a:moveTo>
                    <a:pt x="195937" y="30707"/>
                  </a:moveTo>
                  <a:lnTo>
                    <a:pt x="219570" y="64411"/>
                  </a:lnTo>
                  <a:lnTo>
                    <a:pt x="236977" y="64411"/>
                  </a:lnTo>
                  <a:close/>
                  <a:moveTo>
                    <a:pt x="195937" y="30707"/>
                  </a:moveTo>
                  <a:lnTo>
                    <a:pt x="236977" y="64411"/>
                  </a:lnTo>
                  <a:lnTo>
                    <a:pt x="236977" y="30707"/>
                  </a:lnTo>
                  <a:close/>
                  <a:moveTo>
                    <a:pt x="236977" y="96813"/>
                  </a:moveTo>
                  <a:lnTo>
                    <a:pt x="236977" y="64411"/>
                  </a:lnTo>
                  <a:lnTo>
                    <a:pt x="219570" y="64411"/>
                  </a:lnTo>
                  <a:close/>
                  <a:moveTo>
                    <a:pt x="113856" y="30707"/>
                  </a:moveTo>
                  <a:lnTo>
                    <a:pt x="154896" y="30707"/>
                  </a:lnTo>
                  <a:lnTo>
                    <a:pt x="154896" y="0"/>
                  </a:lnTo>
                  <a:close/>
                  <a:moveTo>
                    <a:pt x="154896" y="30707"/>
                  </a:moveTo>
                  <a:lnTo>
                    <a:pt x="113856" y="30707"/>
                  </a:lnTo>
                  <a:lnTo>
                    <a:pt x="154896" y="35792"/>
                  </a:lnTo>
                  <a:close/>
                  <a:moveTo>
                    <a:pt x="113856" y="30707"/>
                  </a:moveTo>
                  <a:lnTo>
                    <a:pt x="113856" y="50194"/>
                  </a:lnTo>
                  <a:lnTo>
                    <a:pt x="154896" y="35792"/>
                  </a:lnTo>
                  <a:close/>
                  <a:moveTo>
                    <a:pt x="154896" y="30707"/>
                  </a:moveTo>
                  <a:lnTo>
                    <a:pt x="195937" y="3070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154896" y="30707"/>
                  </a:lnTo>
                  <a:lnTo>
                    <a:pt x="195937" y="44402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3980" name="Candidate_B4__3979">
              <a:extLst>
                <a:ext uri="{FF2B5EF4-FFF2-40B4-BE49-F238E27FC236}">
                  <a16:creationId xmlns:a16="http://schemas.microsoft.com/office/drawing/2014/main" id="{E5962414-4845-583D-3880-AB72CB87FF32}"/>
                </a:ext>
              </a:extLst>
            </p:cNvPr>
            <p:cNvSpPr>
              <a:spLocks noGrp="1"/>
            </p:cNvSpPr>
            <p:nvPr/>
          </p:nvSpPr>
          <p:spPr>
            <a:xfrm>
              <a:off x="5550807" y="1929978"/>
              <a:ext cx="383316" cy="588296"/>
            </a:xfrm>
            <a:custGeom>
              <a:avLst/>
              <a:gdLst/>
              <a:ahLst/>
              <a:cxnLst/>
              <a:rect l="0" t="0" r="0" b="0"/>
              <a:pathLst>
                <a:path w="383316" h="588296">
                  <a:moveTo>
                    <a:pt x="52881" y="572969"/>
                  </a:moveTo>
                  <a:lnTo>
                    <a:pt x="56896" y="572969"/>
                  </a:lnTo>
                  <a:lnTo>
                    <a:pt x="52881" y="570907"/>
                  </a:lnTo>
                  <a:close/>
                  <a:moveTo>
                    <a:pt x="15171" y="471857"/>
                  </a:moveTo>
                  <a:lnTo>
                    <a:pt x="29464" y="438153"/>
                  </a:lnTo>
                  <a:lnTo>
                    <a:pt x="11841" y="471857"/>
                  </a:lnTo>
                  <a:close/>
                  <a:moveTo>
                    <a:pt x="11841" y="471857"/>
                  </a:moveTo>
                  <a:lnTo>
                    <a:pt x="11841" y="495806"/>
                  </a:lnTo>
                  <a:lnTo>
                    <a:pt x="15171" y="471857"/>
                  </a:lnTo>
                  <a:close/>
                  <a:moveTo>
                    <a:pt x="383316" y="370745"/>
                  </a:moveTo>
                  <a:lnTo>
                    <a:pt x="381205" y="337041"/>
                  </a:lnTo>
                  <a:lnTo>
                    <a:pt x="381205" y="347121"/>
                  </a:lnTo>
                  <a:close/>
                  <a:moveTo>
                    <a:pt x="381205" y="347121"/>
                  </a:moveTo>
                  <a:lnTo>
                    <a:pt x="381205" y="337041"/>
                  </a:lnTo>
                  <a:lnTo>
                    <a:pt x="380341" y="337041"/>
                  </a:lnTo>
                  <a:close/>
                  <a:moveTo>
                    <a:pt x="11993" y="134816"/>
                  </a:moveTo>
                  <a:lnTo>
                    <a:pt x="30207" y="101112"/>
                  </a:lnTo>
                  <a:lnTo>
                    <a:pt x="11841" y="134816"/>
                  </a:lnTo>
                  <a:close/>
                  <a:moveTo>
                    <a:pt x="11841" y="134816"/>
                  </a:moveTo>
                  <a:lnTo>
                    <a:pt x="11841" y="135236"/>
                  </a:lnTo>
                  <a:lnTo>
                    <a:pt x="11993" y="134816"/>
                  </a:lnTo>
                  <a:close/>
                  <a:moveTo>
                    <a:pt x="134962" y="0"/>
                  </a:moveTo>
                  <a:lnTo>
                    <a:pt x="134962" y="5085"/>
                  </a:lnTo>
                  <a:lnTo>
                    <a:pt x="176002" y="13695"/>
                  </a:lnTo>
                  <a:close/>
                  <a:moveTo>
                    <a:pt x="56896" y="572969"/>
                  </a:moveTo>
                  <a:lnTo>
                    <a:pt x="93922" y="586285"/>
                  </a:lnTo>
                  <a:lnTo>
                    <a:pt x="93922" y="572969"/>
                  </a:lnTo>
                  <a:close/>
                  <a:moveTo>
                    <a:pt x="52881" y="570907"/>
                  </a:moveTo>
                  <a:lnTo>
                    <a:pt x="56896" y="572969"/>
                  </a:lnTo>
                  <a:lnTo>
                    <a:pt x="78257" y="539265"/>
                  </a:lnTo>
                  <a:close/>
                  <a:moveTo>
                    <a:pt x="134962" y="572969"/>
                  </a:moveTo>
                  <a:lnTo>
                    <a:pt x="93922" y="586285"/>
                  </a:lnTo>
                  <a:lnTo>
                    <a:pt x="134962" y="588296"/>
                  </a:lnTo>
                  <a:close/>
                  <a:moveTo>
                    <a:pt x="134962" y="572969"/>
                  </a:moveTo>
                  <a:lnTo>
                    <a:pt x="93922" y="572969"/>
                  </a:lnTo>
                  <a:lnTo>
                    <a:pt x="93922" y="586285"/>
                  </a:lnTo>
                  <a:close/>
                  <a:moveTo>
                    <a:pt x="176002" y="572969"/>
                  </a:moveTo>
                  <a:lnTo>
                    <a:pt x="134962" y="588296"/>
                  </a:lnTo>
                  <a:lnTo>
                    <a:pt x="176002" y="579270"/>
                  </a:lnTo>
                  <a:close/>
                  <a:moveTo>
                    <a:pt x="176002" y="572969"/>
                  </a:moveTo>
                  <a:lnTo>
                    <a:pt x="134962" y="572969"/>
                  </a:lnTo>
                  <a:lnTo>
                    <a:pt x="134962" y="588296"/>
                  </a:lnTo>
                  <a:close/>
                  <a:moveTo>
                    <a:pt x="176002" y="572969"/>
                  </a:moveTo>
                  <a:lnTo>
                    <a:pt x="176002" y="579270"/>
                  </a:lnTo>
                  <a:lnTo>
                    <a:pt x="189571" y="572969"/>
                  </a:lnTo>
                  <a:close/>
                  <a:moveTo>
                    <a:pt x="189571" y="572969"/>
                  </a:moveTo>
                  <a:lnTo>
                    <a:pt x="217043" y="558234"/>
                  </a:lnTo>
                  <a:lnTo>
                    <a:pt x="176002" y="572969"/>
                  </a:lnTo>
                  <a:close/>
                  <a:moveTo>
                    <a:pt x="20901" y="539265"/>
                  </a:moveTo>
                  <a:lnTo>
                    <a:pt x="52881" y="570907"/>
                  </a:lnTo>
                  <a:lnTo>
                    <a:pt x="52881" y="539265"/>
                  </a:lnTo>
                  <a:close/>
                  <a:moveTo>
                    <a:pt x="52881" y="539265"/>
                  </a:moveTo>
                  <a:lnTo>
                    <a:pt x="11841" y="510587"/>
                  </a:lnTo>
                  <a:lnTo>
                    <a:pt x="20901" y="539265"/>
                  </a:lnTo>
                  <a:close/>
                  <a:moveTo>
                    <a:pt x="11841" y="505561"/>
                  </a:moveTo>
                  <a:lnTo>
                    <a:pt x="11841" y="510587"/>
                  </a:lnTo>
                  <a:lnTo>
                    <a:pt x="52881" y="539265"/>
                  </a:lnTo>
                  <a:close/>
                  <a:moveTo>
                    <a:pt x="217043" y="539265"/>
                  </a:moveTo>
                  <a:lnTo>
                    <a:pt x="217043" y="558234"/>
                  </a:lnTo>
                  <a:lnTo>
                    <a:pt x="242488" y="539265"/>
                  </a:lnTo>
                  <a:close/>
                  <a:moveTo>
                    <a:pt x="242488" y="539265"/>
                  </a:moveTo>
                  <a:lnTo>
                    <a:pt x="258083" y="525672"/>
                  </a:lnTo>
                  <a:lnTo>
                    <a:pt x="217043" y="539265"/>
                  </a:lnTo>
                  <a:close/>
                  <a:moveTo>
                    <a:pt x="10432" y="505561"/>
                  </a:moveTo>
                  <a:lnTo>
                    <a:pt x="11841" y="510587"/>
                  </a:lnTo>
                  <a:lnTo>
                    <a:pt x="11841" y="505561"/>
                  </a:lnTo>
                  <a:close/>
                  <a:moveTo>
                    <a:pt x="11841" y="495806"/>
                  </a:moveTo>
                  <a:lnTo>
                    <a:pt x="10432" y="505561"/>
                  </a:lnTo>
                  <a:lnTo>
                    <a:pt x="11841" y="505561"/>
                  </a:lnTo>
                  <a:close/>
                  <a:moveTo>
                    <a:pt x="11841" y="505561"/>
                  </a:moveTo>
                  <a:lnTo>
                    <a:pt x="15171" y="471857"/>
                  </a:lnTo>
                  <a:lnTo>
                    <a:pt x="11841" y="495806"/>
                  </a:lnTo>
                  <a:close/>
                  <a:moveTo>
                    <a:pt x="52881" y="471857"/>
                  </a:moveTo>
                  <a:lnTo>
                    <a:pt x="15171" y="471857"/>
                  </a:lnTo>
                  <a:lnTo>
                    <a:pt x="11841" y="505561"/>
                  </a:lnTo>
                  <a:close/>
                  <a:moveTo>
                    <a:pt x="258083" y="505561"/>
                  </a:moveTo>
                  <a:lnTo>
                    <a:pt x="258083" y="525672"/>
                  </a:lnTo>
                  <a:lnTo>
                    <a:pt x="280410" y="505561"/>
                  </a:lnTo>
                  <a:close/>
                  <a:moveTo>
                    <a:pt x="280410" y="505561"/>
                  </a:moveTo>
                  <a:lnTo>
                    <a:pt x="299124" y="488159"/>
                  </a:lnTo>
                  <a:lnTo>
                    <a:pt x="258083" y="505561"/>
                  </a:lnTo>
                  <a:close/>
                  <a:moveTo>
                    <a:pt x="29464" y="438153"/>
                  </a:moveTo>
                  <a:lnTo>
                    <a:pt x="15171" y="471857"/>
                  </a:lnTo>
                  <a:lnTo>
                    <a:pt x="52881" y="471857"/>
                  </a:lnTo>
                  <a:close/>
                  <a:moveTo>
                    <a:pt x="299124" y="471857"/>
                  </a:moveTo>
                  <a:lnTo>
                    <a:pt x="299124" y="488159"/>
                  </a:lnTo>
                  <a:lnTo>
                    <a:pt x="317191" y="471857"/>
                  </a:lnTo>
                  <a:close/>
                  <a:moveTo>
                    <a:pt x="317191" y="471857"/>
                  </a:moveTo>
                  <a:lnTo>
                    <a:pt x="340164" y="449113"/>
                  </a:lnTo>
                  <a:lnTo>
                    <a:pt x="299124" y="471857"/>
                  </a:lnTo>
                  <a:close/>
                  <a:moveTo>
                    <a:pt x="46770" y="404449"/>
                  </a:moveTo>
                  <a:lnTo>
                    <a:pt x="52881" y="438153"/>
                  </a:lnTo>
                  <a:lnTo>
                    <a:pt x="52881" y="404449"/>
                  </a:lnTo>
                  <a:close/>
                  <a:moveTo>
                    <a:pt x="46770" y="404449"/>
                  </a:moveTo>
                  <a:lnTo>
                    <a:pt x="29464" y="438153"/>
                  </a:lnTo>
                  <a:lnTo>
                    <a:pt x="52881" y="438153"/>
                  </a:lnTo>
                  <a:close/>
                  <a:moveTo>
                    <a:pt x="340164" y="438153"/>
                  </a:moveTo>
                  <a:lnTo>
                    <a:pt x="340164" y="449113"/>
                  </a:lnTo>
                  <a:lnTo>
                    <a:pt x="350733" y="438153"/>
                  </a:lnTo>
                  <a:close/>
                  <a:moveTo>
                    <a:pt x="373421" y="404449"/>
                  </a:moveTo>
                  <a:lnTo>
                    <a:pt x="348368" y="404449"/>
                  </a:lnTo>
                  <a:lnTo>
                    <a:pt x="350733" y="438153"/>
                  </a:lnTo>
                  <a:close/>
                  <a:moveTo>
                    <a:pt x="52881" y="387416"/>
                  </a:moveTo>
                  <a:lnTo>
                    <a:pt x="46770" y="404449"/>
                  </a:lnTo>
                  <a:lnTo>
                    <a:pt x="52881" y="404449"/>
                  </a:lnTo>
                  <a:close/>
                  <a:moveTo>
                    <a:pt x="52881" y="387416"/>
                  </a:moveTo>
                  <a:lnTo>
                    <a:pt x="52881" y="404449"/>
                  </a:lnTo>
                  <a:lnTo>
                    <a:pt x="58676" y="370745"/>
                  </a:lnTo>
                  <a:close/>
                  <a:moveTo>
                    <a:pt x="58676" y="370745"/>
                  </a:moveTo>
                  <a:lnTo>
                    <a:pt x="52881" y="404449"/>
                  </a:lnTo>
                  <a:lnTo>
                    <a:pt x="80823" y="404449"/>
                  </a:lnTo>
                  <a:close/>
                  <a:moveTo>
                    <a:pt x="381205" y="377850"/>
                  </a:moveTo>
                  <a:lnTo>
                    <a:pt x="381205" y="370745"/>
                  </a:lnTo>
                  <a:lnTo>
                    <a:pt x="373421" y="404449"/>
                  </a:lnTo>
                  <a:close/>
                  <a:moveTo>
                    <a:pt x="373421" y="404449"/>
                  </a:moveTo>
                  <a:lnTo>
                    <a:pt x="381205" y="370745"/>
                  </a:lnTo>
                  <a:lnTo>
                    <a:pt x="359824" y="370745"/>
                  </a:lnTo>
                  <a:close/>
                  <a:moveTo>
                    <a:pt x="59934" y="337041"/>
                  </a:moveTo>
                  <a:lnTo>
                    <a:pt x="58676" y="370745"/>
                  </a:lnTo>
                  <a:lnTo>
                    <a:pt x="89290" y="370745"/>
                  </a:lnTo>
                  <a:close/>
                  <a:moveTo>
                    <a:pt x="381205" y="370745"/>
                  </a:moveTo>
                  <a:lnTo>
                    <a:pt x="381205" y="377850"/>
                  </a:lnTo>
                  <a:lnTo>
                    <a:pt x="383316" y="370745"/>
                  </a:lnTo>
                  <a:close/>
                  <a:moveTo>
                    <a:pt x="381205" y="370745"/>
                  </a:moveTo>
                  <a:lnTo>
                    <a:pt x="383316" y="370745"/>
                  </a:lnTo>
                  <a:lnTo>
                    <a:pt x="381205" y="347121"/>
                  </a:lnTo>
                  <a:close/>
                  <a:moveTo>
                    <a:pt x="381205" y="370745"/>
                  </a:moveTo>
                  <a:lnTo>
                    <a:pt x="381205" y="347121"/>
                  </a:lnTo>
                  <a:lnTo>
                    <a:pt x="359824" y="370745"/>
                  </a:lnTo>
                  <a:close/>
                  <a:moveTo>
                    <a:pt x="359824" y="370745"/>
                  </a:moveTo>
                  <a:lnTo>
                    <a:pt x="381205" y="347121"/>
                  </a:lnTo>
                  <a:lnTo>
                    <a:pt x="380341" y="337041"/>
                  </a:lnTo>
                  <a:close/>
                  <a:moveTo>
                    <a:pt x="52881" y="303337"/>
                  </a:moveTo>
                  <a:lnTo>
                    <a:pt x="52881" y="314009"/>
                  </a:lnTo>
                  <a:lnTo>
                    <a:pt x="84911" y="303337"/>
                  </a:lnTo>
                  <a:close/>
                  <a:moveTo>
                    <a:pt x="84911" y="303337"/>
                  </a:moveTo>
                  <a:lnTo>
                    <a:pt x="52881" y="314009"/>
                  </a:lnTo>
                  <a:lnTo>
                    <a:pt x="59934" y="337041"/>
                  </a:lnTo>
                  <a:close/>
                  <a:moveTo>
                    <a:pt x="380341" y="337041"/>
                  </a:moveTo>
                  <a:lnTo>
                    <a:pt x="364726" y="303337"/>
                  </a:lnTo>
                  <a:lnTo>
                    <a:pt x="356457" y="337041"/>
                  </a:lnTo>
                  <a:close/>
                  <a:moveTo>
                    <a:pt x="49326" y="303337"/>
                  </a:moveTo>
                  <a:lnTo>
                    <a:pt x="52881" y="314009"/>
                  </a:lnTo>
                  <a:lnTo>
                    <a:pt x="52881" y="303337"/>
                  </a:lnTo>
                  <a:close/>
                  <a:moveTo>
                    <a:pt x="29924" y="269632"/>
                  </a:moveTo>
                  <a:lnTo>
                    <a:pt x="52881" y="303337"/>
                  </a:lnTo>
                  <a:lnTo>
                    <a:pt x="52881" y="269632"/>
                  </a:lnTo>
                  <a:close/>
                  <a:moveTo>
                    <a:pt x="29924" y="269632"/>
                  </a:moveTo>
                  <a:lnTo>
                    <a:pt x="49326" y="303337"/>
                  </a:lnTo>
                  <a:lnTo>
                    <a:pt x="52881" y="303337"/>
                  </a:lnTo>
                  <a:close/>
                  <a:moveTo>
                    <a:pt x="340164" y="303337"/>
                  </a:moveTo>
                  <a:lnTo>
                    <a:pt x="364726" y="303337"/>
                  </a:lnTo>
                  <a:lnTo>
                    <a:pt x="340164" y="273701"/>
                  </a:lnTo>
                  <a:close/>
                  <a:moveTo>
                    <a:pt x="337873" y="303337"/>
                  </a:moveTo>
                  <a:lnTo>
                    <a:pt x="340164" y="273701"/>
                  </a:lnTo>
                  <a:lnTo>
                    <a:pt x="336385" y="269632"/>
                  </a:lnTo>
                  <a:close/>
                  <a:moveTo>
                    <a:pt x="11841" y="235928"/>
                  </a:moveTo>
                  <a:lnTo>
                    <a:pt x="11841" y="237953"/>
                  </a:lnTo>
                  <a:lnTo>
                    <a:pt x="51788" y="235928"/>
                  </a:lnTo>
                  <a:close/>
                  <a:moveTo>
                    <a:pt x="11841" y="237953"/>
                  </a:moveTo>
                  <a:lnTo>
                    <a:pt x="29924" y="269632"/>
                  </a:lnTo>
                  <a:lnTo>
                    <a:pt x="51788" y="235928"/>
                  </a:lnTo>
                  <a:close/>
                  <a:moveTo>
                    <a:pt x="301987" y="235928"/>
                  </a:moveTo>
                  <a:lnTo>
                    <a:pt x="299124" y="235928"/>
                  </a:lnTo>
                  <a:lnTo>
                    <a:pt x="303954" y="269632"/>
                  </a:lnTo>
                  <a:close/>
                  <a:moveTo>
                    <a:pt x="336385" y="269632"/>
                  </a:moveTo>
                  <a:lnTo>
                    <a:pt x="301987" y="235928"/>
                  </a:lnTo>
                  <a:lnTo>
                    <a:pt x="303954" y="269632"/>
                  </a:lnTo>
                  <a:close/>
                  <a:moveTo>
                    <a:pt x="10721" y="235928"/>
                  </a:moveTo>
                  <a:lnTo>
                    <a:pt x="11841" y="237953"/>
                  </a:lnTo>
                  <a:lnTo>
                    <a:pt x="11841" y="235928"/>
                  </a:lnTo>
                  <a:close/>
                  <a:moveTo>
                    <a:pt x="0" y="202224"/>
                  </a:moveTo>
                  <a:lnTo>
                    <a:pt x="11841" y="235928"/>
                  </a:lnTo>
                  <a:lnTo>
                    <a:pt x="11841" y="202224"/>
                  </a:lnTo>
                  <a:close/>
                  <a:moveTo>
                    <a:pt x="0" y="202224"/>
                  </a:moveTo>
                  <a:lnTo>
                    <a:pt x="10721" y="235928"/>
                  </a:lnTo>
                  <a:lnTo>
                    <a:pt x="11841" y="235928"/>
                  </a:lnTo>
                  <a:close/>
                  <a:moveTo>
                    <a:pt x="299124" y="235928"/>
                  </a:moveTo>
                  <a:lnTo>
                    <a:pt x="301987" y="235928"/>
                  </a:lnTo>
                  <a:lnTo>
                    <a:pt x="299124" y="232890"/>
                  </a:lnTo>
                  <a:close/>
                  <a:moveTo>
                    <a:pt x="258083" y="202224"/>
                  </a:moveTo>
                  <a:lnTo>
                    <a:pt x="299124" y="235928"/>
                  </a:lnTo>
                  <a:lnTo>
                    <a:pt x="272860" y="202224"/>
                  </a:lnTo>
                  <a:close/>
                  <a:moveTo>
                    <a:pt x="272860" y="202224"/>
                  </a:moveTo>
                  <a:lnTo>
                    <a:pt x="299124" y="235928"/>
                  </a:lnTo>
                  <a:lnTo>
                    <a:pt x="299124" y="232890"/>
                  </a:lnTo>
                  <a:close/>
                  <a:moveTo>
                    <a:pt x="681" y="168520"/>
                  </a:moveTo>
                  <a:lnTo>
                    <a:pt x="11841" y="202224"/>
                  </a:lnTo>
                  <a:lnTo>
                    <a:pt x="11841" y="168520"/>
                  </a:lnTo>
                  <a:close/>
                  <a:moveTo>
                    <a:pt x="681" y="168520"/>
                  </a:moveTo>
                  <a:lnTo>
                    <a:pt x="0" y="202224"/>
                  </a:lnTo>
                  <a:lnTo>
                    <a:pt x="11841" y="202224"/>
                  </a:lnTo>
                  <a:close/>
                  <a:moveTo>
                    <a:pt x="258083" y="202224"/>
                  </a:moveTo>
                  <a:lnTo>
                    <a:pt x="272860" y="202224"/>
                  </a:lnTo>
                  <a:lnTo>
                    <a:pt x="258083" y="179824"/>
                  </a:lnTo>
                  <a:close/>
                  <a:moveTo>
                    <a:pt x="251266" y="168520"/>
                  </a:moveTo>
                  <a:lnTo>
                    <a:pt x="258083" y="202224"/>
                  </a:lnTo>
                  <a:lnTo>
                    <a:pt x="258083" y="179824"/>
                  </a:lnTo>
                  <a:close/>
                  <a:moveTo>
                    <a:pt x="11841" y="135236"/>
                  </a:moveTo>
                  <a:lnTo>
                    <a:pt x="681" y="168520"/>
                  </a:lnTo>
                  <a:lnTo>
                    <a:pt x="11841" y="168520"/>
                  </a:lnTo>
                  <a:close/>
                  <a:moveTo>
                    <a:pt x="11993" y="134816"/>
                  </a:moveTo>
                  <a:lnTo>
                    <a:pt x="11841" y="135236"/>
                  </a:lnTo>
                  <a:lnTo>
                    <a:pt x="52881" y="155989"/>
                  </a:lnTo>
                  <a:close/>
                  <a:moveTo>
                    <a:pt x="217043" y="134816"/>
                  </a:moveTo>
                  <a:lnTo>
                    <a:pt x="251266" y="168520"/>
                  </a:lnTo>
                  <a:lnTo>
                    <a:pt x="236018" y="134816"/>
                  </a:lnTo>
                  <a:close/>
                  <a:moveTo>
                    <a:pt x="30207" y="101112"/>
                  </a:moveTo>
                  <a:lnTo>
                    <a:pt x="11993" y="134816"/>
                  </a:lnTo>
                  <a:lnTo>
                    <a:pt x="52881" y="134816"/>
                  </a:lnTo>
                  <a:close/>
                  <a:moveTo>
                    <a:pt x="217043" y="101112"/>
                  </a:moveTo>
                  <a:lnTo>
                    <a:pt x="236018" y="134816"/>
                  </a:lnTo>
                  <a:lnTo>
                    <a:pt x="225761" y="101112"/>
                  </a:lnTo>
                  <a:close/>
                  <a:moveTo>
                    <a:pt x="217043" y="101112"/>
                  </a:moveTo>
                  <a:lnTo>
                    <a:pt x="217043" y="134816"/>
                  </a:lnTo>
                  <a:lnTo>
                    <a:pt x="236018" y="134816"/>
                  </a:lnTo>
                  <a:close/>
                  <a:moveTo>
                    <a:pt x="49860" y="67408"/>
                  </a:moveTo>
                  <a:lnTo>
                    <a:pt x="52881" y="101112"/>
                  </a:lnTo>
                  <a:lnTo>
                    <a:pt x="52881" y="67408"/>
                  </a:lnTo>
                  <a:close/>
                  <a:moveTo>
                    <a:pt x="49860" y="67408"/>
                  </a:moveTo>
                  <a:lnTo>
                    <a:pt x="30207" y="101112"/>
                  </a:lnTo>
                  <a:lnTo>
                    <a:pt x="52881" y="101112"/>
                  </a:lnTo>
                  <a:close/>
                  <a:moveTo>
                    <a:pt x="52881" y="101112"/>
                  </a:moveTo>
                  <a:lnTo>
                    <a:pt x="93922" y="67408"/>
                  </a:lnTo>
                  <a:lnTo>
                    <a:pt x="52881" y="67408"/>
                  </a:lnTo>
                  <a:close/>
                  <a:moveTo>
                    <a:pt x="176002" y="101112"/>
                  </a:moveTo>
                  <a:lnTo>
                    <a:pt x="217043" y="101112"/>
                  </a:lnTo>
                  <a:lnTo>
                    <a:pt x="217043" y="67408"/>
                  </a:lnTo>
                  <a:close/>
                  <a:moveTo>
                    <a:pt x="217043" y="67408"/>
                  </a:moveTo>
                  <a:lnTo>
                    <a:pt x="225761" y="101112"/>
                  </a:lnTo>
                  <a:lnTo>
                    <a:pt x="217557" y="67408"/>
                  </a:lnTo>
                  <a:close/>
                  <a:moveTo>
                    <a:pt x="217043" y="67408"/>
                  </a:moveTo>
                  <a:lnTo>
                    <a:pt x="217043" y="101112"/>
                  </a:lnTo>
                  <a:lnTo>
                    <a:pt x="225761" y="101112"/>
                  </a:lnTo>
                  <a:close/>
                  <a:moveTo>
                    <a:pt x="52881" y="62905"/>
                  </a:moveTo>
                  <a:lnTo>
                    <a:pt x="49860" y="67408"/>
                  </a:lnTo>
                  <a:lnTo>
                    <a:pt x="52881" y="67408"/>
                  </a:lnTo>
                  <a:close/>
                  <a:moveTo>
                    <a:pt x="52881" y="67408"/>
                  </a:moveTo>
                  <a:lnTo>
                    <a:pt x="76912" y="33704"/>
                  </a:lnTo>
                  <a:lnTo>
                    <a:pt x="52881" y="62905"/>
                  </a:lnTo>
                  <a:close/>
                  <a:moveTo>
                    <a:pt x="93922" y="33704"/>
                  </a:moveTo>
                  <a:lnTo>
                    <a:pt x="76912" y="33704"/>
                  </a:lnTo>
                  <a:lnTo>
                    <a:pt x="52881" y="67408"/>
                  </a:lnTo>
                  <a:close/>
                  <a:moveTo>
                    <a:pt x="93922" y="67408"/>
                  </a:moveTo>
                  <a:lnTo>
                    <a:pt x="93922" y="33704"/>
                  </a:lnTo>
                  <a:lnTo>
                    <a:pt x="52881" y="67408"/>
                  </a:lnTo>
                  <a:close/>
                  <a:moveTo>
                    <a:pt x="176002" y="33704"/>
                  </a:moveTo>
                  <a:lnTo>
                    <a:pt x="217043" y="66106"/>
                  </a:lnTo>
                  <a:lnTo>
                    <a:pt x="199636" y="33704"/>
                  </a:lnTo>
                  <a:close/>
                  <a:moveTo>
                    <a:pt x="217043" y="67408"/>
                  </a:moveTo>
                  <a:lnTo>
                    <a:pt x="217043" y="66106"/>
                  </a:lnTo>
                  <a:lnTo>
                    <a:pt x="176002" y="33704"/>
                  </a:lnTo>
                  <a:close/>
                  <a:moveTo>
                    <a:pt x="176002" y="67408"/>
                  </a:moveTo>
                  <a:lnTo>
                    <a:pt x="217043" y="67408"/>
                  </a:lnTo>
                  <a:lnTo>
                    <a:pt x="176002" y="33704"/>
                  </a:lnTo>
                  <a:close/>
                  <a:moveTo>
                    <a:pt x="217043" y="67408"/>
                  </a:moveTo>
                  <a:lnTo>
                    <a:pt x="217557" y="67408"/>
                  </a:lnTo>
                  <a:lnTo>
                    <a:pt x="217043" y="66106"/>
                  </a:lnTo>
                  <a:close/>
                  <a:moveTo>
                    <a:pt x="93922" y="19486"/>
                  </a:moveTo>
                  <a:lnTo>
                    <a:pt x="76912" y="33704"/>
                  </a:lnTo>
                  <a:lnTo>
                    <a:pt x="93922" y="33704"/>
                  </a:lnTo>
                  <a:close/>
                  <a:moveTo>
                    <a:pt x="93922" y="33704"/>
                  </a:moveTo>
                  <a:lnTo>
                    <a:pt x="134962" y="5085"/>
                  </a:lnTo>
                  <a:lnTo>
                    <a:pt x="93922" y="19486"/>
                  </a:lnTo>
                  <a:close/>
                  <a:moveTo>
                    <a:pt x="93922" y="33704"/>
                  </a:moveTo>
                  <a:lnTo>
                    <a:pt x="134962" y="33704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13695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33704"/>
                  </a:lnTo>
                  <a:lnTo>
                    <a:pt x="176002" y="13695"/>
                  </a:lnTo>
                  <a:close/>
                  <a:moveTo>
                    <a:pt x="176002" y="33704"/>
                  </a:moveTo>
                  <a:lnTo>
                    <a:pt x="199636" y="33704"/>
                  </a:lnTo>
                  <a:lnTo>
                    <a:pt x="176002" y="13695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3981" name="Candidate_B4__3980">
              <a:extLst>
                <a:ext uri="{FF2B5EF4-FFF2-40B4-BE49-F238E27FC236}">
                  <a16:creationId xmlns:a16="http://schemas.microsoft.com/office/drawing/2014/main" id="{00D18113-77C5-66B4-C3EC-080630C9F0B4}"/>
                </a:ext>
              </a:extLst>
            </p:cNvPr>
            <p:cNvSpPr>
              <a:spLocks noGrp="1"/>
            </p:cNvSpPr>
            <p:nvPr/>
          </p:nvSpPr>
          <p:spPr>
            <a:xfrm>
              <a:off x="5562648" y="1963682"/>
              <a:ext cx="368500" cy="539265"/>
            </a:xfrm>
            <a:custGeom>
              <a:avLst/>
              <a:gdLst/>
              <a:ahLst/>
              <a:cxnLst/>
              <a:rect l="0" t="0" r="0" b="0"/>
              <a:pathLst>
                <a:path w="368500" h="539265">
                  <a:moveTo>
                    <a:pt x="41040" y="505561"/>
                  </a:moveTo>
                  <a:lnTo>
                    <a:pt x="41040" y="537203"/>
                  </a:lnTo>
                  <a:lnTo>
                    <a:pt x="66416" y="505561"/>
                  </a:lnTo>
                  <a:close/>
                  <a:moveTo>
                    <a:pt x="66416" y="505561"/>
                  </a:moveTo>
                  <a:lnTo>
                    <a:pt x="45056" y="539265"/>
                  </a:lnTo>
                  <a:lnTo>
                    <a:pt x="82081" y="514472"/>
                  </a:lnTo>
                  <a:close/>
                  <a:moveTo>
                    <a:pt x="82081" y="514472"/>
                  </a:moveTo>
                  <a:lnTo>
                    <a:pt x="45056" y="539265"/>
                  </a:lnTo>
                  <a:lnTo>
                    <a:pt x="82081" y="539265"/>
                  </a:lnTo>
                  <a:close/>
                  <a:moveTo>
                    <a:pt x="82081" y="539265"/>
                  </a:moveTo>
                  <a:lnTo>
                    <a:pt x="123121" y="539265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23121" y="520078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64162" y="539265"/>
                  </a:lnTo>
                  <a:lnTo>
                    <a:pt x="123121" y="520078"/>
                  </a:lnTo>
                  <a:close/>
                  <a:moveTo>
                    <a:pt x="164162" y="539265"/>
                  </a:moveTo>
                  <a:lnTo>
                    <a:pt x="164162" y="510661"/>
                  </a:lnTo>
                  <a:lnTo>
                    <a:pt x="123121" y="520078"/>
                  </a:lnTo>
                  <a:close/>
                  <a:moveTo>
                    <a:pt x="164162" y="510661"/>
                  </a:moveTo>
                  <a:lnTo>
                    <a:pt x="205202" y="524530"/>
                  </a:lnTo>
                  <a:lnTo>
                    <a:pt x="205202" y="505561"/>
                  </a:lnTo>
                  <a:close/>
                  <a:moveTo>
                    <a:pt x="164162" y="539265"/>
                  </a:moveTo>
                  <a:lnTo>
                    <a:pt x="205202" y="524530"/>
                  </a:lnTo>
                  <a:lnTo>
                    <a:pt x="164162" y="510661"/>
                  </a:lnTo>
                  <a:close/>
                  <a:moveTo>
                    <a:pt x="41040" y="471857"/>
                  </a:moveTo>
                  <a:lnTo>
                    <a:pt x="0" y="471857"/>
                  </a:lnTo>
                  <a:lnTo>
                    <a:pt x="41040" y="505561"/>
                  </a:lnTo>
                  <a:close/>
                  <a:moveTo>
                    <a:pt x="205202" y="486987"/>
                  </a:moveTo>
                  <a:lnTo>
                    <a:pt x="246243" y="491968"/>
                  </a:lnTo>
                  <a:lnTo>
                    <a:pt x="246243" y="471857"/>
                  </a:lnTo>
                  <a:close/>
                  <a:moveTo>
                    <a:pt x="205202" y="505561"/>
                  </a:moveTo>
                  <a:lnTo>
                    <a:pt x="246243" y="491968"/>
                  </a:lnTo>
                  <a:lnTo>
                    <a:pt x="205202" y="486987"/>
                  </a:lnTo>
                  <a:close/>
                  <a:moveTo>
                    <a:pt x="41040" y="471857"/>
                  </a:moveTo>
                  <a:lnTo>
                    <a:pt x="41040" y="438153"/>
                  </a:lnTo>
                  <a:lnTo>
                    <a:pt x="0" y="471857"/>
                  </a:lnTo>
                  <a:close/>
                  <a:moveTo>
                    <a:pt x="246243" y="456082"/>
                  </a:moveTo>
                  <a:lnTo>
                    <a:pt x="287283" y="438153"/>
                  </a:lnTo>
                  <a:lnTo>
                    <a:pt x="268921" y="438153"/>
                  </a:lnTo>
                  <a:close/>
                  <a:moveTo>
                    <a:pt x="246243" y="456082"/>
                  </a:moveTo>
                  <a:lnTo>
                    <a:pt x="287283" y="454455"/>
                  </a:lnTo>
                  <a:lnTo>
                    <a:pt x="287283" y="438153"/>
                  </a:lnTo>
                  <a:close/>
                  <a:moveTo>
                    <a:pt x="246243" y="471857"/>
                  </a:moveTo>
                  <a:lnTo>
                    <a:pt x="287283" y="454455"/>
                  </a:lnTo>
                  <a:lnTo>
                    <a:pt x="246243" y="456082"/>
                  </a:lnTo>
                  <a:close/>
                  <a:moveTo>
                    <a:pt x="17624" y="404449"/>
                  </a:moveTo>
                  <a:lnTo>
                    <a:pt x="41040" y="438153"/>
                  </a:lnTo>
                  <a:lnTo>
                    <a:pt x="41040" y="404449"/>
                  </a:lnTo>
                  <a:close/>
                  <a:moveTo>
                    <a:pt x="287283" y="423608"/>
                  </a:moveTo>
                  <a:lnTo>
                    <a:pt x="328323" y="404449"/>
                  </a:lnTo>
                  <a:lnTo>
                    <a:pt x="308981" y="404449"/>
                  </a:lnTo>
                  <a:close/>
                  <a:moveTo>
                    <a:pt x="287283" y="423608"/>
                  </a:moveTo>
                  <a:lnTo>
                    <a:pt x="328323" y="415409"/>
                  </a:lnTo>
                  <a:lnTo>
                    <a:pt x="328323" y="404449"/>
                  </a:lnTo>
                  <a:close/>
                  <a:moveTo>
                    <a:pt x="287283" y="438153"/>
                  </a:moveTo>
                  <a:lnTo>
                    <a:pt x="328323" y="415409"/>
                  </a:lnTo>
                  <a:lnTo>
                    <a:pt x="287283" y="423608"/>
                  </a:lnTo>
                  <a:close/>
                  <a:moveTo>
                    <a:pt x="268921" y="438153"/>
                  </a:moveTo>
                  <a:lnTo>
                    <a:pt x="287283" y="438153"/>
                  </a:lnTo>
                  <a:lnTo>
                    <a:pt x="287283" y="423608"/>
                  </a:lnTo>
                  <a:close/>
                  <a:moveTo>
                    <a:pt x="68983" y="370745"/>
                  </a:moveTo>
                  <a:lnTo>
                    <a:pt x="41040" y="370745"/>
                  </a:lnTo>
                  <a:lnTo>
                    <a:pt x="41040" y="404449"/>
                  </a:lnTo>
                  <a:close/>
                  <a:moveTo>
                    <a:pt x="338892" y="404449"/>
                  </a:moveTo>
                  <a:lnTo>
                    <a:pt x="328323" y="381800"/>
                  </a:lnTo>
                  <a:lnTo>
                    <a:pt x="328323" y="404449"/>
                  </a:lnTo>
                  <a:close/>
                  <a:moveTo>
                    <a:pt x="336527" y="370745"/>
                  </a:moveTo>
                  <a:lnTo>
                    <a:pt x="328323" y="381800"/>
                  </a:lnTo>
                  <a:lnTo>
                    <a:pt x="338892" y="404449"/>
                  </a:lnTo>
                  <a:close/>
                  <a:moveTo>
                    <a:pt x="308981" y="404449"/>
                  </a:moveTo>
                  <a:lnTo>
                    <a:pt x="328323" y="404449"/>
                  </a:lnTo>
                  <a:lnTo>
                    <a:pt x="328323" y="381800"/>
                  </a:lnTo>
                  <a:close/>
                  <a:moveTo>
                    <a:pt x="46835" y="337041"/>
                  </a:moveTo>
                  <a:lnTo>
                    <a:pt x="68983" y="370745"/>
                  </a:lnTo>
                  <a:lnTo>
                    <a:pt x="77449" y="337041"/>
                  </a:lnTo>
                  <a:close/>
                  <a:moveTo>
                    <a:pt x="361581" y="370745"/>
                  </a:moveTo>
                  <a:lnTo>
                    <a:pt x="347983" y="337041"/>
                  </a:lnTo>
                  <a:lnTo>
                    <a:pt x="336527" y="370745"/>
                  </a:lnTo>
                  <a:close/>
                  <a:moveTo>
                    <a:pt x="48094" y="303337"/>
                  </a:moveTo>
                  <a:lnTo>
                    <a:pt x="77449" y="337041"/>
                  </a:lnTo>
                  <a:lnTo>
                    <a:pt x="79176" y="303337"/>
                  </a:lnTo>
                  <a:close/>
                  <a:moveTo>
                    <a:pt x="347983" y="337041"/>
                  </a:moveTo>
                  <a:lnTo>
                    <a:pt x="368500" y="303337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48094" y="303337"/>
                  </a:lnTo>
                  <a:lnTo>
                    <a:pt x="79176" y="303337"/>
                  </a:lnTo>
                  <a:close/>
                  <a:moveTo>
                    <a:pt x="352885" y="269633"/>
                  </a:moveTo>
                  <a:lnTo>
                    <a:pt x="328323" y="269633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58688" y="235928"/>
                  </a:lnTo>
                  <a:lnTo>
                    <a:pt x="41040" y="269633"/>
                  </a:lnTo>
                  <a:close/>
                  <a:moveTo>
                    <a:pt x="58688" y="235928"/>
                  </a:moveTo>
                  <a:lnTo>
                    <a:pt x="41040" y="235928"/>
                  </a:lnTo>
                  <a:lnTo>
                    <a:pt x="41040" y="269633"/>
                  </a:lnTo>
                  <a:close/>
                  <a:moveTo>
                    <a:pt x="328323" y="269633"/>
                  </a:moveTo>
                  <a:lnTo>
                    <a:pt x="328323" y="239997"/>
                  </a:lnTo>
                  <a:lnTo>
                    <a:pt x="326032" y="269633"/>
                  </a:lnTo>
                  <a:close/>
                  <a:moveTo>
                    <a:pt x="326032" y="269633"/>
                  </a:moveTo>
                  <a:lnTo>
                    <a:pt x="324544" y="235928"/>
                  </a:lnTo>
                  <a:lnTo>
                    <a:pt x="292113" y="235928"/>
                  </a:lnTo>
                  <a:close/>
                  <a:moveTo>
                    <a:pt x="39947" y="202224"/>
                  </a:moveTo>
                  <a:lnTo>
                    <a:pt x="18083" y="235928"/>
                  </a:lnTo>
                  <a:lnTo>
                    <a:pt x="41040" y="204369"/>
                  </a:lnTo>
                  <a:close/>
                  <a:moveTo>
                    <a:pt x="41040" y="204369"/>
                  </a:moveTo>
                  <a:lnTo>
                    <a:pt x="18083" y="235928"/>
                  </a:lnTo>
                  <a:lnTo>
                    <a:pt x="41040" y="235928"/>
                  </a:lnTo>
                  <a:close/>
                  <a:moveTo>
                    <a:pt x="292113" y="235928"/>
                  </a:moveTo>
                  <a:lnTo>
                    <a:pt x="287283" y="202224"/>
                  </a:lnTo>
                  <a:lnTo>
                    <a:pt x="287283" y="231646"/>
                  </a:lnTo>
                  <a:close/>
                  <a:moveTo>
                    <a:pt x="39947" y="202224"/>
                  </a:moveTo>
                  <a:lnTo>
                    <a:pt x="30540" y="168520"/>
                  </a:lnTo>
                  <a:lnTo>
                    <a:pt x="0" y="202224"/>
                  </a:lnTo>
                  <a:close/>
                  <a:moveTo>
                    <a:pt x="30540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246243" y="196794"/>
                  </a:moveTo>
                  <a:lnTo>
                    <a:pt x="251667" y="202224"/>
                  </a:lnTo>
                  <a:lnTo>
                    <a:pt x="246243" y="168520"/>
                  </a:lnTo>
                  <a:close/>
                  <a:moveTo>
                    <a:pt x="251667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87283" y="231646"/>
                  </a:moveTo>
                  <a:lnTo>
                    <a:pt x="287283" y="202224"/>
                  </a:lnTo>
                  <a:lnTo>
                    <a:pt x="251667" y="202224"/>
                  </a:lnTo>
                  <a:close/>
                  <a:moveTo>
                    <a:pt x="30540" y="168520"/>
                  </a:moveTo>
                  <a:lnTo>
                    <a:pt x="34528" y="134816"/>
                  </a:lnTo>
                  <a:lnTo>
                    <a:pt x="0" y="168520"/>
                  </a:lnTo>
                  <a:close/>
                  <a:moveTo>
                    <a:pt x="34528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218863" y="168520"/>
                  </a:moveTo>
                  <a:lnTo>
                    <a:pt x="246243" y="168520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39425" y="134816"/>
                  </a:lnTo>
                  <a:close/>
                  <a:moveTo>
                    <a:pt x="246243" y="196794"/>
                  </a:moveTo>
                  <a:lnTo>
                    <a:pt x="246243" y="168520"/>
                  </a:lnTo>
                  <a:lnTo>
                    <a:pt x="218863" y="168520"/>
                  </a:lnTo>
                  <a:close/>
                  <a:moveTo>
                    <a:pt x="41040" y="101112"/>
                  </a:moveTo>
                  <a:lnTo>
                    <a:pt x="153" y="101112"/>
                  </a:lnTo>
                  <a:lnTo>
                    <a:pt x="41040" y="122285"/>
                  </a:lnTo>
                  <a:close/>
                  <a:moveTo>
                    <a:pt x="41040" y="122285"/>
                  </a:moveTo>
                  <a:lnTo>
                    <a:pt x="0" y="101532"/>
                  </a:lnTo>
                  <a:lnTo>
                    <a:pt x="34528" y="134816"/>
                  </a:lnTo>
                  <a:close/>
                  <a:moveTo>
                    <a:pt x="34528" y="134816"/>
                  </a:moveTo>
                  <a:lnTo>
                    <a:pt x="0" y="10153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205202" y="134816"/>
                  </a:lnTo>
                  <a:lnTo>
                    <a:pt x="239425" y="134816"/>
                  </a:lnTo>
                  <a:close/>
                  <a:moveTo>
                    <a:pt x="205202" y="134816"/>
                  </a:moveTo>
                  <a:lnTo>
                    <a:pt x="205202" y="101112"/>
                  </a:lnTo>
                  <a:lnTo>
                    <a:pt x="192621" y="134816"/>
                  </a:lnTo>
                  <a:close/>
                  <a:moveTo>
                    <a:pt x="205202" y="101112"/>
                  </a:moveTo>
                  <a:lnTo>
                    <a:pt x="167022" y="101112"/>
                  </a:lnTo>
                  <a:lnTo>
                    <a:pt x="192621" y="134816"/>
                  </a:lnTo>
                  <a:close/>
                  <a:moveTo>
                    <a:pt x="18367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64162" y="67408"/>
                  </a:moveTo>
                  <a:lnTo>
                    <a:pt x="167022" y="101112"/>
                  </a:lnTo>
                  <a:lnTo>
                    <a:pt x="205202" y="101112"/>
                  </a:lnTo>
                  <a:close/>
                  <a:moveTo>
                    <a:pt x="164162" y="67408"/>
                  </a:moveTo>
                  <a:lnTo>
                    <a:pt x="205202" y="101112"/>
                  </a:lnTo>
                  <a:lnTo>
                    <a:pt x="205202" y="6740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64162" y="33704"/>
                  </a:lnTo>
                  <a:close/>
                  <a:moveTo>
                    <a:pt x="123121" y="67408"/>
                  </a:moveTo>
                  <a:lnTo>
                    <a:pt x="164162" y="33704"/>
                  </a:lnTo>
                  <a:lnTo>
                    <a:pt x="123121" y="33704"/>
                  </a:lnTo>
                  <a:close/>
                  <a:moveTo>
                    <a:pt x="164162" y="67408"/>
                  </a:moveTo>
                  <a:lnTo>
                    <a:pt x="205202" y="33704"/>
                  </a:lnTo>
                  <a:lnTo>
                    <a:pt x="164162" y="33704"/>
                  </a:lnTo>
                  <a:close/>
                  <a:moveTo>
                    <a:pt x="82081" y="33704"/>
                  </a:moveTo>
                  <a:lnTo>
                    <a:pt x="123121" y="33704"/>
                  </a:lnTo>
                  <a:lnTo>
                    <a:pt x="123121" y="0"/>
                  </a:lnTo>
                  <a:close/>
                  <a:moveTo>
                    <a:pt x="82081" y="33704"/>
                  </a:moveTo>
                  <a:lnTo>
                    <a:pt x="123121" y="0"/>
                  </a:lnTo>
                  <a:lnTo>
                    <a:pt x="82081" y="0"/>
                  </a:lnTo>
                  <a:close/>
                  <a:moveTo>
                    <a:pt x="123121" y="33704"/>
                  </a:moveTo>
                  <a:lnTo>
                    <a:pt x="164162" y="33704"/>
                  </a:lnTo>
                  <a:lnTo>
                    <a:pt x="164162" y="0"/>
                  </a:lnTo>
                  <a:close/>
                  <a:moveTo>
                    <a:pt x="123121" y="33704"/>
                  </a:moveTo>
                  <a:lnTo>
                    <a:pt x="164162" y="0"/>
                  </a:lnTo>
                  <a:lnTo>
                    <a:pt x="123121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3982" name="Candidate_B4__3981">
              <a:extLst>
                <a:ext uri="{FF2B5EF4-FFF2-40B4-BE49-F238E27FC236}">
                  <a16:creationId xmlns:a16="http://schemas.microsoft.com/office/drawing/2014/main" id="{02F4EB19-1153-FE5B-B932-87D66297E788}"/>
                </a:ext>
              </a:extLst>
            </p:cNvPr>
            <p:cNvSpPr>
              <a:spLocks noGrp="1"/>
            </p:cNvSpPr>
            <p:nvPr/>
          </p:nvSpPr>
          <p:spPr>
            <a:xfrm>
              <a:off x="5593187" y="1997386"/>
              <a:ext cx="317444" cy="486374"/>
            </a:xfrm>
            <a:custGeom>
              <a:avLst/>
              <a:gdLst/>
              <a:ahLst/>
              <a:cxnLst/>
              <a:rect l="0" t="0" r="0" b="0"/>
              <a:pathLst>
                <a:path w="317444" h="486374">
                  <a:moveTo>
                    <a:pt x="133622" y="476957"/>
                  </a:moveTo>
                  <a:lnTo>
                    <a:pt x="174663" y="471857"/>
                  </a:lnTo>
                  <a:lnTo>
                    <a:pt x="143591" y="471857"/>
                  </a:lnTo>
                  <a:close/>
                  <a:moveTo>
                    <a:pt x="35877" y="471857"/>
                  </a:moveTo>
                  <a:lnTo>
                    <a:pt x="10991" y="438153"/>
                  </a:lnTo>
                  <a:lnTo>
                    <a:pt x="10501" y="471857"/>
                  </a:lnTo>
                  <a:close/>
                  <a:moveTo>
                    <a:pt x="10991" y="438153"/>
                  </a:moveTo>
                  <a:lnTo>
                    <a:pt x="10501" y="438153"/>
                  </a:lnTo>
                  <a:lnTo>
                    <a:pt x="10501" y="471857"/>
                  </a:lnTo>
                  <a:close/>
                  <a:moveTo>
                    <a:pt x="174663" y="453283"/>
                  </a:moveTo>
                  <a:lnTo>
                    <a:pt x="215703" y="438153"/>
                  </a:lnTo>
                  <a:lnTo>
                    <a:pt x="194901" y="438153"/>
                  </a:lnTo>
                  <a:close/>
                  <a:moveTo>
                    <a:pt x="143591" y="471857"/>
                  </a:moveTo>
                  <a:lnTo>
                    <a:pt x="174663" y="471857"/>
                  </a:lnTo>
                  <a:lnTo>
                    <a:pt x="174663" y="453283"/>
                  </a:lnTo>
                  <a:close/>
                  <a:moveTo>
                    <a:pt x="10991" y="438153"/>
                  </a:moveTo>
                  <a:lnTo>
                    <a:pt x="12509" y="404449"/>
                  </a:lnTo>
                  <a:lnTo>
                    <a:pt x="10501" y="438153"/>
                  </a:lnTo>
                  <a:close/>
                  <a:moveTo>
                    <a:pt x="12509" y="404449"/>
                  </a:moveTo>
                  <a:lnTo>
                    <a:pt x="10501" y="404449"/>
                  </a:lnTo>
                  <a:lnTo>
                    <a:pt x="10501" y="438153"/>
                  </a:lnTo>
                  <a:close/>
                  <a:moveTo>
                    <a:pt x="194901" y="438153"/>
                  </a:moveTo>
                  <a:lnTo>
                    <a:pt x="215703" y="438153"/>
                  </a:lnTo>
                  <a:lnTo>
                    <a:pt x="215703" y="422378"/>
                  </a:lnTo>
                  <a:close/>
                  <a:moveTo>
                    <a:pt x="12509" y="404449"/>
                  </a:moveTo>
                  <a:lnTo>
                    <a:pt x="25154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10501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38443" y="337041"/>
                  </a:lnTo>
                  <a:lnTo>
                    <a:pt x="10501" y="370745"/>
                  </a:lnTo>
                  <a:close/>
                  <a:moveTo>
                    <a:pt x="314077" y="269632"/>
                  </a:moveTo>
                  <a:lnTo>
                    <a:pt x="297784" y="235928"/>
                  </a:lnTo>
                  <a:lnTo>
                    <a:pt x="297784" y="239481"/>
                  </a:lnTo>
                  <a:close/>
                  <a:moveTo>
                    <a:pt x="297784" y="239481"/>
                  </a:moveTo>
                  <a:lnTo>
                    <a:pt x="297784" y="235928"/>
                  </a:lnTo>
                  <a:lnTo>
                    <a:pt x="295492" y="235928"/>
                  </a:lnTo>
                  <a:close/>
                  <a:moveTo>
                    <a:pt x="10501" y="202224"/>
                  </a:moveTo>
                  <a:lnTo>
                    <a:pt x="28148" y="202224"/>
                  </a:lnTo>
                  <a:lnTo>
                    <a:pt x="10501" y="170664"/>
                  </a:lnTo>
                  <a:close/>
                  <a:moveTo>
                    <a:pt x="174663" y="116358"/>
                  </a:moveTo>
                  <a:lnTo>
                    <a:pt x="188324" y="134816"/>
                  </a:lnTo>
                  <a:lnTo>
                    <a:pt x="174663" y="101112"/>
                  </a:lnTo>
                  <a:close/>
                  <a:moveTo>
                    <a:pt x="174663" y="116358"/>
                  </a:moveTo>
                  <a:lnTo>
                    <a:pt x="174663" y="101112"/>
                  </a:lnTo>
                  <a:lnTo>
                    <a:pt x="162081" y="101112"/>
                  </a:lnTo>
                  <a:close/>
                  <a:moveTo>
                    <a:pt x="27846" y="67408"/>
                  </a:moveTo>
                  <a:lnTo>
                    <a:pt x="51541" y="46214"/>
                  </a:lnTo>
                  <a:lnTo>
                    <a:pt x="10501" y="67408"/>
                  </a:lnTo>
                  <a:close/>
                  <a:moveTo>
                    <a:pt x="10501" y="67408"/>
                  </a:moveTo>
                  <a:lnTo>
                    <a:pt x="51541" y="46214"/>
                  </a:lnTo>
                  <a:lnTo>
                    <a:pt x="51541" y="33704"/>
                  </a:lnTo>
                  <a:close/>
                  <a:moveTo>
                    <a:pt x="10501" y="67408"/>
                  </a:moveTo>
                  <a:lnTo>
                    <a:pt x="10501" y="88581"/>
                  </a:lnTo>
                  <a:lnTo>
                    <a:pt x="27846" y="67408"/>
                  </a:lnTo>
                  <a:close/>
                  <a:moveTo>
                    <a:pt x="133622" y="63382"/>
                  </a:moveTo>
                  <a:lnTo>
                    <a:pt x="136482" y="67408"/>
                  </a:lnTo>
                  <a:lnTo>
                    <a:pt x="133622" y="33704"/>
                  </a:lnTo>
                  <a:close/>
                  <a:moveTo>
                    <a:pt x="51541" y="33704"/>
                  </a:moveTo>
                  <a:lnTo>
                    <a:pt x="92582" y="33704"/>
                  </a:lnTo>
                  <a:lnTo>
                    <a:pt x="92582" y="0"/>
                  </a:lnTo>
                  <a:close/>
                  <a:moveTo>
                    <a:pt x="92582" y="33704"/>
                  </a:moveTo>
                  <a:lnTo>
                    <a:pt x="51541" y="33704"/>
                  </a:lnTo>
                  <a:lnTo>
                    <a:pt x="92582" y="36810"/>
                  </a:lnTo>
                  <a:close/>
                  <a:moveTo>
                    <a:pt x="51541" y="33704"/>
                  </a:moveTo>
                  <a:lnTo>
                    <a:pt x="51541" y="46214"/>
                  </a:lnTo>
                  <a:lnTo>
                    <a:pt x="92582" y="36810"/>
                  </a:lnTo>
                  <a:close/>
                  <a:moveTo>
                    <a:pt x="133622" y="33704"/>
                  </a:moveTo>
                  <a:lnTo>
                    <a:pt x="92582" y="33704"/>
                  </a:lnTo>
                  <a:lnTo>
                    <a:pt x="133622" y="63382"/>
                  </a:lnTo>
                  <a:close/>
                  <a:moveTo>
                    <a:pt x="92582" y="33704"/>
                  </a:moveTo>
                  <a:lnTo>
                    <a:pt x="92582" y="36810"/>
                  </a:lnTo>
                  <a:lnTo>
                    <a:pt x="133622" y="63382"/>
                  </a:lnTo>
                  <a:close/>
                  <a:moveTo>
                    <a:pt x="35877" y="471857"/>
                  </a:moveTo>
                  <a:lnTo>
                    <a:pt x="51541" y="480768"/>
                  </a:lnTo>
                  <a:lnTo>
                    <a:pt x="51541" y="471857"/>
                  </a:lnTo>
                  <a:close/>
                  <a:moveTo>
                    <a:pt x="10991" y="438153"/>
                  </a:moveTo>
                  <a:lnTo>
                    <a:pt x="51541" y="471857"/>
                  </a:lnTo>
                  <a:lnTo>
                    <a:pt x="51541" y="438153"/>
                  </a:lnTo>
                  <a:close/>
                  <a:moveTo>
                    <a:pt x="10991" y="438153"/>
                  </a:moveTo>
                  <a:lnTo>
                    <a:pt x="35877" y="471857"/>
                  </a:lnTo>
                  <a:lnTo>
                    <a:pt x="51541" y="471857"/>
                  </a:lnTo>
                  <a:close/>
                  <a:moveTo>
                    <a:pt x="92582" y="471857"/>
                  </a:moveTo>
                  <a:lnTo>
                    <a:pt x="51541" y="480768"/>
                  </a:lnTo>
                  <a:lnTo>
                    <a:pt x="92582" y="486374"/>
                  </a:lnTo>
                  <a:close/>
                  <a:moveTo>
                    <a:pt x="92582" y="471857"/>
                  </a:moveTo>
                  <a:lnTo>
                    <a:pt x="51541" y="471857"/>
                  </a:lnTo>
                  <a:lnTo>
                    <a:pt x="51541" y="480768"/>
                  </a:lnTo>
                  <a:close/>
                  <a:moveTo>
                    <a:pt x="133622" y="471857"/>
                  </a:moveTo>
                  <a:lnTo>
                    <a:pt x="92582" y="486374"/>
                  </a:lnTo>
                  <a:lnTo>
                    <a:pt x="133622" y="476957"/>
                  </a:lnTo>
                  <a:close/>
                  <a:moveTo>
                    <a:pt x="133622" y="471857"/>
                  </a:moveTo>
                  <a:lnTo>
                    <a:pt x="92582" y="471857"/>
                  </a:lnTo>
                  <a:lnTo>
                    <a:pt x="92582" y="486374"/>
                  </a:lnTo>
                  <a:close/>
                  <a:moveTo>
                    <a:pt x="133622" y="471857"/>
                  </a:moveTo>
                  <a:lnTo>
                    <a:pt x="133622" y="476957"/>
                  </a:lnTo>
                  <a:lnTo>
                    <a:pt x="143591" y="471857"/>
                  </a:lnTo>
                  <a:close/>
                  <a:moveTo>
                    <a:pt x="174663" y="438153"/>
                  </a:moveTo>
                  <a:lnTo>
                    <a:pt x="143591" y="471857"/>
                  </a:lnTo>
                  <a:lnTo>
                    <a:pt x="174663" y="453283"/>
                  </a:lnTo>
                  <a:close/>
                  <a:moveTo>
                    <a:pt x="133622" y="471857"/>
                  </a:moveTo>
                  <a:lnTo>
                    <a:pt x="143591" y="471857"/>
                  </a:lnTo>
                  <a:lnTo>
                    <a:pt x="174663" y="438153"/>
                  </a:lnTo>
                  <a:close/>
                  <a:moveTo>
                    <a:pt x="12509" y="404449"/>
                  </a:moveTo>
                  <a:lnTo>
                    <a:pt x="10991" y="438153"/>
                  </a:lnTo>
                  <a:lnTo>
                    <a:pt x="51541" y="438153"/>
                  </a:lnTo>
                  <a:close/>
                  <a:moveTo>
                    <a:pt x="174663" y="438153"/>
                  </a:moveTo>
                  <a:lnTo>
                    <a:pt x="174663" y="453283"/>
                  </a:lnTo>
                  <a:lnTo>
                    <a:pt x="194901" y="438153"/>
                  </a:lnTo>
                  <a:close/>
                  <a:moveTo>
                    <a:pt x="215703" y="404449"/>
                  </a:moveTo>
                  <a:lnTo>
                    <a:pt x="194901" y="438153"/>
                  </a:lnTo>
                  <a:lnTo>
                    <a:pt x="215703" y="422378"/>
                  </a:lnTo>
                  <a:close/>
                  <a:moveTo>
                    <a:pt x="174663" y="438153"/>
                  </a:moveTo>
                  <a:lnTo>
                    <a:pt x="194901" y="438153"/>
                  </a:lnTo>
                  <a:lnTo>
                    <a:pt x="215703" y="404449"/>
                  </a:lnTo>
                  <a:close/>
                  <a:moveTo>
                    <a:pt x="25154" y="370745"/>
                  </a:moveTo>
                  <a:lnTo>
                    <a:pt x="12509" y="404449"/>
                  </a:lnTo>
                  <a:lnTo>
                    <a:pt x="51541" y="404449"/>
                  </a:lnTo>
                  <a:close/>
                  <a:moveTo>
                    <a:pt x="215703" y="404449"/>
                  </a:moveTo>
                  <a:lnTo>
                    <a:pt x="215703" y="422378"/>
                  </a:lnTo>
                  <a:lnTo>
                    <a:pt x="238382" y="404449"/>
                  </a:lnTo>
                  <a:close/>
                  <a:moveTo>
                    <a:pt x="256743" y="370745"/>
                  </a:moveTo>
                  <a:lnTo>
                    <a:pt x="238382" y="404449"/>
                  </a:lnTo>
                  <a:lnTo>
                    <a:pt x="256743" y="389904"/>
                  </a:lnTo>
                  <a:close/>
                  <a:moveTo>
                    <a:pt x="215703" y="404449"/>
                  </a:moveTo>
                  <a:lnTo>
                    <a:pt x="238382" y="404449"/>
                  </a:lnTo>
                  <a:lnTo>
                    <a:pt x="256743" y="370745"/>
                  </a:lnTo>
                  <a:close/>
                  <a:moveTo>
                    <a:pt x="38443" y="337041"/>
                  </a:moveTo>
                  <a:lnTo>
                    <a:pt x="51541" y="370745"/>
                  </a:lnTo>
                  <a:lnTo>
                    <a:pt x="51541" y="337041"/>
                  </a:lnTo>
                  <a:close/>
                  <a:moveTo>
                    <a:pt x="38443" y="337041"/>
                  </a:moveTo>
                  <a:lnTo>
                    <a:pt x="25154" y="370745"/>
                  </a:lnTo>
                  <a:lnTo>
                    <a:pt x="51541" y="370745"/>
                  </a:lnTo>
                  <a:close/>
                  <a:moveTo>
                    <a:pt x="256743" y="370745"/>
                  </a:moveTo>
                  <a:lnTo>
                    <a:pt x="256743" y="389904"/>
                  </a:lnTo>
                  <a:lnTo>
                    <a:pt x="278441" y="370745"/>
                  </a:lnTo>
                  <a:close/>
                  <a:moveTo>
                    <a:pt x="297784" y="337041"/>
                  </a:moveTo>
                  <a:lnTo>
                    <a:pt x="278441" y="370745"/>
                  </a:lnTo>
                  <a:lnTo>
                    <a:pt x="297784" y="348096"/>
                  </a:lnTo>
                  <a:close/>
                  <a:moveTo>
                    <a:pt x="256743" y="370745"/>
                  </a:moveTo>
                  <a:lnTo>
                    <a:pt x="278441" y="370745"/>
                  </a:lnTo>
                  <a:lnTo>
                    <a:pt x="297784" y="337041"/>
                  </a:lnTo>
                  <a:close/>
                  <a:moveTo>
                    <a:pt x="46910" y="303337"/>
                  </a:moveTo>
                  <a:lnTo>
                    <a:pt x="51541" y="337041"/>
                  </a:lnTo>
                  <a:lnTo>
                    <a:pt x="51541" y="303337"/>
                  </a:lnTo>
                  <a:close/>
                  <a:moveTo>
                    <a:pt x="46910" y="303337"/>
                  </a:moveTo>
                  <a:lnTo>
                    <a:pt x="38443" y="337041"/>
                  </a:lnTo>
                  <a:lnTo>
                    <a:pt x="51541" y="337041"/>
                  </a:lnTo>
                  <a:close/>
                  <a:moveTo>
                    <a:pt x="297784" y="337041"/>
                  </a:moveTo>
                  <a:lnTo>
                    <a:pt x="297784" y="348096"/>
                  </a:lnTo>
                  <a:lnTo>
                    <a:pt x="305988" y="337041"/>
                  </a:lnTo>
                  <a:close/>
                  <a:moveTo>
                    <a:pt x="297784" y="303337"/>
                  </a:moveTo>
                  <a:lnTo>
                    <a:pt x="305988" y="337041"/>
                  </a:lnTo>
                  <a:lnTo>
                    <a:pt x="317444" y="303337"/>
                  </a:lnTo>
                  <a:close/>
                  <a:moveTo>
                    <a:pt x="297784" y="303337"/>
                  </a:moveTo>
                  <a:lnTo>
                    <a:pt x="297784" y="337041"/>
                  </a:lnTo>
                  <a:lnTo>
                    <a:pt x="305988" y="337041"/>
                  </a:lnTo>
                  <a:close/>
                  <a:moveTo>
                    <a:pt x="48637" y="269632"/>
                  </a:moveTo>
                  <a:lnTo>
                    <a:pt x="51541" y="303337"/>
                  </a:lnTo>
                  <a:lnTo>
                    <a:pt x="51541" y="269632"/>
                  </a:lnTo>
                  <a:close/>
                  <a:moveTo>
                    <a:pt x="48637" y="269632"/>
                  </a:moveTo>
                  <a:lnTo>
                    <a:pt x="46910" y="303337"/>
                  </a:lnTo>
                  <a:lnTo>
                    <a:pt x="51541" y="303337"/>
                  </a:lnTo>
                  <a:close/>
                  <a:moveTo>
                    <a:pt x="297784" y="269632"/>
                  </a:moveTo>
                  <a:lnTo>
                    <a:pt x="317444" y="303337"/>
                  </a:lnTo>
                  <a:lnTo>
                    <a:pt x="314077" y="269632"/>
                  </a:lnTo>
                  <a:close/>
                  <a:moveTo>
                    <a:pt x="297784" y="269632"/>
                  </a:moveTo>
                  <a:lnTo>
                    <a:pt x="297784" y="303337"/>
                  </a:lnTo>
                  <a:lnTo>
                    <a:pt x="317444" y="303337"/>
                  </a:lnTo>
                  <a:close/>
                  <a:moveTo>
                    <a:pt x="42531" y="235928"/>
                  </a:moveTo>
                  <a:lnTo>
                    <a:pt x="51541" y="269632"/>
                  </a:lnTo>
                  <a:lnTo>
                    <a:pt x="51541" y="235928"/>
                  </a:lnTo>
                  <a:close/>
                  <a:moveTo>
                    <a:pt x="42531" y="235928"/>
                  </a:moveTo>
                  <a:lnTo>
                    <a:pt x="48637" y="269632"/>
                  </a:lnTo>
                  <a:lnTo>
                    <a:pt x="51541" y="269632"/>
                  </a:lnTo>
                  <a:close/>
                  <a:moveTo>
                    <a:pt x="297784" y="269632"/>
                  </a:moveTo>
                  <a:lnTo>
                    <a:pt x="314077" y="269632"/>
                  </a:lnTo>
                  <a:lnTo>
                    <a:pt x="297784" y="239481"/>
                  </a:lnTo>
                  <a:close/>
                  <a:moveTo>
                    <a:pt x="295492" y="235928"/>
                  </a:moveTo>
                  <a:lnTo>
                    <a:pt x="297784" y="269632"/>
                  </a:lnTo>
                  <a:lnTo>
                    <a:pt x="297784" y="239481"/>
                  </a:lnTo>
                  <a:close/>
                  <a:moveTo>
                    <a:pt x="28148" y="202224"/>
                  </a:moveTo>
                  <a:lnTo>
                    <a:pt x="51541" y="235928"/>
                  </a:lnTo>
                  <a:lnTo>
                    <a:pt x="51541" y="202224"/>
                  </a:lnTo>
                  <a:close/>
                  <a:moveTo>
                    <a:pt x="28148" y="202224"/>
                  </a:moveTo>
                  <a:lnTo>
                    <a:pt x="42531" y="235928"/>
                  </a:lnTo>
                  <a:lnTo>
                    <a:pt x="51541" y="235928"/>
                  </a:lnTo>
                  <a:close/>
                  <a:moveTo>
                    <a:pt x="256743" y="202224"/>
                  </a:moveTo>
                  <a:lnTo>
                    <a:pt x="295492" y="235928"/>
                  </a:lnTo>
                  <a:lnTo>
                    <a:pt x="261574" y="202224"/>
                  </a:lnTo>
                  <a:close/>
                  <a:moveTo>
                    <a:pt x="256743" y="202224"/>
                  </a:moveTo>
                  <a:lnTo>
                    <a:pt x="256743" y="235928"/>
                  </a:lnTo>
                  <a:lnTo>
                    <a:pt x="295492" y="235928"/>
                  </a:lnTo>
                  <a:close/>
                  <a:moveTo>
                    <a:pt x="51541" y="202224"/>
                  </a:moveTo>
                  <a:lnTo>
                    <a:pt x="10501" y="170664"/>
                  </a:lnTo>
                  <a:lnTo>
                    <a:pt x="28148" y="202224"/>
                  </a:lnTo>
                  <a:close/>
                  <a:moveTo>
                    <a:pt x="10501" y="168520"/>
                  </a:moveTo>
                  <a:lnTo>
                    <a:pt x="10501" y="170664"/>
                  </a:lnTo>
                  <a:lnTo>
                    <a:pt x="51541" y="202224"/>
                  </a:lnTo>
                  <a:close/>
                  <a:moveTo>
                    <a:pt x="51541" y="168520"/>
                  </a:moveTo>
                  <a:lnTo>
                    <a:pt x="10501" y="168520"/>
                  </a:lnTo>
                  <a:lnTo>
                    <a:pt x="51541" y="202224"/>
                  </a:lnTo>
                  <a:close/>
                  <a:moveTo>
                    <a:pt x="215703" y="168520"/>
                  </a:moveTo>
                  <a:lnTo>
                    <a:pt x="256743" y="197942"/>
                  </a:lnTo>
                  <a:lnTo>
                    <a:pt x="221128" y="168520"/>
                  </a:lnTo>
                  <a:close/>
                  <a:moveTo>
                    <a:pt x="256743" y="202224"/>
                  </a:moveTo>
                  <a:lnTo>
                    <a:pt x="256743" y="197942"/>
                  </a:lnTo>
                  <a:lnTo>
                    <a:pt x="215703" y="168520"/>
                  </a:lnTo>
                  <a:close/>
                  <a:moveTo>
                    <a:pt x="215703" y="202224"/>
                  </a:moveTo>
                  <a:lnTo>
                    <a:pt x="256743" y="202224"/>
                  </a:lnTo>
                  <a:lnTo>
                    <a:pt x="215703" y="168520"/>
                  </a:lnTo>
                  <a:close/>
                  <a:moveTo>
                    <a:pt x="256743" y="202224"/>
                  </a:moveTo>
                  <a:lnTo>
                    <a:pt x="261574" y="202224"/>
                  </a:lnTo>
                  <a:lnTo>
                    <a:pt x="256743" y="197942"/>
                  </a:lnTo>
                  <a:close/>
                  <a:moveTo>
                    <a:pt x="9408" y="168520"/>
                  </a:moveTo>
                  <a:lnTo>
                    <a:pt x="10501" y="170664"/>
                  </a:lnTo>
                  <a:lnTo>
                    <a:pt x="10501" y="168520"/>
                  </a:lnTo>
                  <a:close/>
                  <a:moveTo>
                    <a:pt x="0" y="134816"/>
                  </a:moveTo>
                  <a:lnTo>
                    <a:pt x="10501" y="168520"/>
                  </a:lnTo>
                  <a:lnTo>
                    <a:pt x="10501" y="134816"/>
                  </a:lnTo>
                  <a:close/>
                  <a:moveTo>
                    <a:pt x="0" y="134816"/>
                  </a:moveTo>
                  <a:lnTo>
                    <a:pt x="9408" y="168520"/>
                  </a:lnTo>
                  <a:lnTo>
                    <a:pt x="10501" y="168520"/>
                  </a:lnTo>
                  <a:close/>
                  <a:moveTo>
                    <a:pt x="10501" y="168520"/>
                  </a:moveTo>
                  <a:lnTo>
                    <a:pt x="51541" y="134816"/>
                  </a:lnTo>
                  <a:lnTo>
                    <a:pt x="10501" y="134816"/>
                  </a:lnTo>
                  <a:close/>
                  <a:moveTo>
                    <a:pt x="174663" y="134816"/>
                  </a:moveTo>
                  <a:lnTo>
                    <a:pt x="215703" y="163090"/>
                  </a:lnTo>
                  <a:lnTo>
                    <a:pt x="188324" y="134816"/>
                  </a:lnTo>
                  <a:close/>
                  <a:moveTo>
                    <a:pt x="215703" y="168520"/>
                  </a:moveTo>
                  <a:lnTo>
                    <a:pt x="215703" y="163090"/>
                  </a:lnTo>
                  <a:lnTo>
                    <a:pt x="174663" y="134816"/>
                  </a:lnTo>
                  <a:close/>
                  <a:moveTo>
                    <a:pt x="174663" y="168520"/>
                  </a:moveTo>
                  <a:lnTo>
                    <a:pt x="215703" y="168520"/>
                  </a:lnTo>
                  <a:lnTo>
                    <a:pt x="174663" y="134816"/>
                  </a:lnTo>
                  <a:close/>
                  <a:moveTo>
                    <a:pt x="215703" y="168520"/>
                  </a:moveTo>
                  <a:lnTo>
                    <a:pt x="221128" y="168520"/>
                  </a:lnTo>
                  <a:lnTo>
                    <a:pt x="215703" y="163090"/>
                  </a:lnTo>
                  <a:close/>
                  <a:moveTo>
                    <a:pt x="3988" y="101112"/>
                  </a:moveTo>
                  <a:lnTo>
                    <a:pt x="10501" y="134816"/>
                  </a:lnTo>
                  <a:lnTo>
                    <a:pt x="10501" y="101112"/>
                  </a:lnTo>
                  <a:close/>
                  <a:moveTo>
                    <a:pt x="3988" y="101112"/>
                  </a:moveTo>
                  <a:lnTo>
                    <a:pt x="0" y="134816"/>
                  </a:lnTo>
                  <a:lnTo>
                    <a:pt x="10501" y="134816"/>
                  </a:lnTo>
                  <a:close/>
                  <a:moveTo>
                    <a:pt x="10501" y="134816"/>
                  </a:moveTo>
                  <a:lnTo>
                    <a:pt x="51541" y="101112"/>
                  </a:lnTo>
                  <a:lnTo>
                    <a:pt x="10501" y="101112"/>
                  </a:lnTo>
                  <a:close/>
                  <a:moveTo>
                    <a:pt x="133622" y="101112"/>
                  </a:moveTo>
                  <a:lnTo>
                    <a:pt x="174663" y="116358"/>
                  </a:lnTo>
                  <a:lnTo>
                    <a:pt x="162081" y="101112"/>
                  </a:lnTo>
                  <a:close/>
                  <a:moveTo>
                    <a:pt x="174663" y="134816"/>
                  </a:moveTo>
                  <a:lnTo>
                    <a:pt x="174663" y="116358"/>
                  </a:lnTo>
                  <a:lnTo>
                    <a:pt x="133622" y="101112"/>
                  </a:lnTo>
                  <a:close/>
                  <a:moveTo>
                    <a:pt x="174663" y="134816"/>
                  </a:moveTo>
                  <a:lnTo>
                    <a:pt x="188324" y="134816"/>
                  </a:lnTo>
                  <a:lnTo>
                    <a:pt x="174663" y="116358"/>
                  </a:lnTo>
                  <a:close/>
                  <a:moveTo>
                    <a:pt x="10501" y="88581"/>
                  </a:moveTo>
                  <a:lnTo>
                    <a:pt x="3988" y="101112"/>
                  </a:lnTo>
                  <a:lnTo>
                    <a:pt x="10501" y="101112"/>
                  </a:lnTo>
                  <a:close/>
                  <a:moveTo>
                    <a:pt x="10501" y="101112"/>
                  </a:moveTo>
                  <a:lnTo>
                    <a:pt x="27846" y="67408"/>
                  </a:lnTo>
                  <a:lnTo>
                    <a:pt x="10501" y="88581"/>
                  </a:lnTo>
                  <a:close/>
                  <a:moveTo>
                    <a:pt x="51541" y="67408"/>
                  </a:moveTo>
                  <a:lnTo>
                    <a:pt x="27846" y="67408"/>
                  </a:lnTo>
                  <a:lnTo>
                    <a:pt x="10501" y="101112"/>
                  </a:lnTo>
                  <a:close/>
                  <a:moveTo>
                    <a:pt x="51541" y="101112"/>
                  </a:moveTo>
                  <a:lnTo>
                    <a:pt x="51541" y="67408"/>
                  </a:lnTo>
                  <a:lnTo>
                    <a:pt x="10501" y="101112"/>
                  </a:lnTo>
                  <a:close/>
                  <a:moveTo>
                    <a:pt x="92582" y="101112"/>
                  </a:moveTo>
                  <a:lnTo>
                    <a:pt x="133622" y="101112"/>
                  </a:lnTo>
                  <a:lnTo>
                    <a:pt x="133622" y="67408"/>
                  </a:lnTo>
                  <a:close/>
                  <a:moveTo>
                    <a:pt x="92582" y="101112"/>
                  </a:moveTo>
                  <a:lnTo>
                    <a:pt x="133622" y="67408"/>
                  </a:lnTo>
                  <a:lnTo>
                    <a:pt x="92582" y="67408"/>
                  </a:lnTo>
                  <a:close/>
                  <a:moveTo>
                    <a:pt x="133622" y="67408"/>
                  </a:moveTo>
                  <a:lnTo>
                    <a:pt x="162081" y="101112"/>
                  </a:lnTo>
                  <a:lnTo>
                    <a:pt x="136482" y="67408"/>
                  </a:lnTo>
                  <a:close/>
                  <a:moveTo>
                    <a:pt x="133622" y="67408"/>
                  </a:moveTo>
                  <a:lnTo>
                    <a:pt x="133622" y="101112"/>
                  </a:lnTo>
                  <a:lnTo>
                    <a:pt x="162081" y="101112"/>
                  </a:lnTo>
                  <a:close/>
                  <a:moveTo>
                    <a:pt x="51541" y="46214"/>
                  </a:moveTo>
                  <a:lnTo>
                    <a:pt x="27846" y="67408"/>
                  </a:lnTo>
                  <a:lnTo>
                    <a:pt x="51541" y="67408"/>
                  </a:lnTo>
                  <a:close/>
                  <a:moveTo>
                    <a:pt x="51541" y="67408"/>
                  </a:moveTo>
                  <a:lnTo>
                    <a:pt x="92582" y="36810"/>
                  </a:lnTo>
                  <a:lnTo>
                    <a:pt x="51541" y="46214"/>
                  </a:lnTo>
                  <a:close/>
                  <a:moveTo>
                    <a:pt x="51541" y="67408"/>
                  </a:moveTo>
                  <a:lnTo>
                    <a:pt x="92582" y="67408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3382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7408"/>
                  </a:lnTo>
                  <a:lnTo>
                    <a:pt x="133622" y="63382"/>
                  </a:lnTo>
                  <a:close/>
                  <a:moveTo>
                    <a:pt x="133622" y="67408"/>
                  </a:moveTo>
                  <a:lnTo>
                    <a:pt x="136482" y="67408"/>
                  </a:lnTo>
                  <a:lnTo>
                    <a:pt x="133622" y="6338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3983" name="Candidate_B4__3982">
              <a:extLst>
                <a:ext uri="{FF2B5EF4-FFF2-40B4-BE49-F238E27FC236}">
                  <a16:creationId xmlns:a16="http://schemas.microsoft.com/office/drawing/2014/main" id="{BD3FD850-1043-6FE3-DFB3-E06C4EB48572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2064794"/>
              <a:ext cx="287283" cy="404449"/>
            </a:xfrm>
            <a:custGeom>
              <a:avLst/>
              <a:gdLst/>
              <a:ahLst/>
              <a:cxnLst/>
              <a:rect l="0" t="0" r="0" b="0"/>
              <a:pathLst>
                <a:path w="287283" h="404449">
                  <a:moveTo>
                    <a:pt x="41040" y="404449"/>
                  </a:moveTo>
                  <a:lnTo>
                    <a:pt x="82081" y="404449"/>
                  </a:lnTo>
                  <a:lnTo>
                    <a:pt x="82081" y="370745"/>
                  </a:lnTo>
                  <a:close/>
                  <a:moveTo>
                    <a:pt x="41040" y="404449"/>
                  </a:moveTo>
                  <a:lnTo>
                    <a:pt x="82081" y="370745"/>
                  </a:lnTo>
                  <a:lnTo>
                    <a:pt x="41040" y="370745"/>
                  </a:lnTo>
                  <a:close/>
                  <a:moveTo>
                    <a:pt x="82081" y="404449"/>
                  </a:moveTo>
                  <a:lnTo>
                    <a:pt x="123121" y="404449"/>
                  </a:lnTo>
                  <a:lnTo>
                    <a:pt x="123121" y="370745"/>
                  </a:lnTo>
                  <a:close/>
                  <a:moveTo>
                    <a:pt x="82081" y="404449"/>
                  </a:moveTo>
                  <a:lnTo>
                    <a:pt x="123121" y="370745"/>
                  </a:lnTo>
                  <a:lnTo>
                    <a:pt x="82081" y="370745"/>
                  </a:lnTo>
                  <a:close/>
                  <a:moveTo>
                    <a:pt x="123121" y="370745"/>
                  </a:moveTo>
                  <a:lnTo>
                    <a:pt x="123121" y="404449"/>
                  </a:lnTo>
                  <a:lnTo>
                    <a:pt x="164162" y="370745"/>
                  </a:lnTo>
                  <a:close/>
                  <a:moveTo>
                    <a:pt x="2008" y="337041"/>
                  </a:moveTo>
                  <a:lnTo>
                    <a:pt x="41040" y="370745"/>
                  </a:lnTo>
                  <a:lnTo>
                    <a:pt x="41040" y="337041"/>
                  </a:lnTo>
                  <a:close/>
                  <a:moveTo>
                    <a:pt x="41040" y="370745"/>
                  </a:moveTo>
                  <a:lnTo>
                    <a:pt x="82081" y="370745"/>
                  </a:lnTo>
                  <a:lnTo>
                    <a:pt x="82081" y="337041"/>
                  </a:lnTo>
                  <a:close/>
                  <a:moveTo>
                    <a:pt x="41040" y="370745"/>
                  </a:moveTo>
                  <a:lnTo>
                    <a:pt x="82081" y="337041"/>
                  </a:lnTo>
                  <a:lnTo>
                    <a:pt x="41040" y="337041"/>
                  </a:lnTo>
                  <a:close/>
                  <a:moveTo>
                    <a:pt x="82081" y="370745"/>
                  </a:moveTo>
                  <a:lnTo>
                    <a:pt x="123121" y="370745"/>
                  </a:lnTo>
                  <a:lnTo>
                    <a:pt x="123121" y="337041"/>
                  </a:lnTo>
                  <a:close/>
                  <a:moveTo>
                    <a:pt x="123121" y="370745"/>
                  </a:moveTo>
                  <a:lnTo>
                    <a:pt x="164162" y="370745"/>
                  </a:lnTo>
                  <a:lnTo>
                    <a:pt x="164162" y="337041"/>
                  </a:lnTo>
                  <a:close/>
                  <a:moveTo>
                    <a:pt x="123121" y="370745"/>
                  </a:moveTo>
                  <a:lnTo>
                    <a:pt x="164162" y="337041"/>
                  </a:lnTo>
                  <a:lnTo>
                    <a:pt x="123121" y="337041"/>
                  </a:lnTo>
                  <a:close/>
                  <a:moveTo>
                    <a:pt x="164162" y="337041"/>
                  </a:moveTo>
                  <a:lnTo>
                    <a:pt x="164162" y="370745"/>
                  </a:lnTo>
                  <a:lnTo>
                    <a:pt x="205202" y="337041"/>
                  </a:lnTo>
                  <a:close/>
                  <a:moveTo>
                    <a:pt x="14654" y="303337"/>
                  </a:moveTo>
                  <a:lnTo>
                    <a:pt x="41040" y="337041"/>
                  </a:lnTo>
                  <a:lnTo>
                    <a:pt x="41040" y="303337"/>
                  </a:lnTo>
                  <a:close/>
                  <a:moveTo>
                    <a:pt x="41040" y="337041"/>
                  </a:moveTo>
                  <a:lnTo>
                    <a:pt x="82081" y="337041"/>
                  </a:lnTo>
                  <a:lnTo>
                    <a:pt x="82081" y="303337"/>
                  </a:lnTo>
                  <a:close/>
                  <a:moveTo>
                    <a:pt x="41040" y="337041"/>
                  </a:moveTo>
                  <a:lnTo>
                    <a:pt x="82081" y="303337"/>
                  </a:lnTo>
                  <a:lnTo>
                    <a:pt x="41040" y="303337"/>
                  </a:lnTo>
                  <a:close/>
                  <a:moveTo>
                    <a:pt x="205202" y="303337"/>
                  </a:moveTo>
                  <a:lnTo>
                    <a:pt x="164162" y="337041"/>
                  </a:lnTo>
                  <a:lnTo>
                    <a:pt x="205202" y="337041"/>
                  </a:lnTo>
                  <a:close/>
                  <a:moveTo>
                    <a:pt x="205202" y="303337"/>
                  </a:moveTo>
                  <a:lnTo>
                    <a:pt x="205202" y="337041"/>
                  </a:lnTo>
                  <a:lnTo>
                    <a:pt x="246243" y="303337"/>
                  </a:lnTo>
                  <a:close/>
                  <a:moveTo>
                    <a:pt x="41040" y="303337"/>
                  </a:moveTo>
                  <a:lnTo>
                    <a:pt x="82081" y="303337"/>
                  </a:lnTo>
                  <a:lnTo>
                    <a:pt x="82081" y="269632"/>
                  </a:lnTo>
                  <a:close/>
                  <a:moveTo>
                    <a:pt x="41040" y="303337"/>
                  </a:moveTo>
                  <a:lnTo>
                    <a:pt x="82081" y="269632"/>
                  </a:lnTo>
                  <a:lnTo>
                    <a:pt x="41040" y="269632"/>
                  </a:lnTo>
                  <a:close/>
                  <a:moveTo>
                    <a:pt x="246243" y="269632"/>
                  </a:moveTo>
                  <a:lnTo>
                    <a:pt x="205202" y="303337"/>
                  </a:lnTo>
                  <a:lnTo>
                    <a:pt x="246243" y="303337"/>
                  </a:lnTo>
                  <a:close/>
                  <a:moveTo>
                    <a:pt x="246243" y="269632"/>
                  </a:moveTo>
                  <a:lnTo>
                    <a:pt x="246243" y="303337"/>
                  </a:lnTo>
                  <a:lnTo>
                    <a:pt x="287283" y="269632"/>
                  </a:lnTo>
                  <a:close/>
                  <a:moveTo>
                    <a:pt x="41040" y="269632"/>
                  </a:moveTo>
                  <a:lnTo>
                    <a:pt x="82081" y="269632"/>
                  </a:lnTo>
                  <a:lnTo>
                    <a:pt x="82081" y="235928"/>
                  </a:lnTo>
                  <a:close/>
                  <a:moveTo>
                    <a:pt x="41040" y="269632"/>
                  </a:moveTo>
                  <a:lnTo>
                    <a:pt x="82081" y="235928"/>
                  </a:lnTo>
                  <a:lnTo>
                    <a:pt x="41040" y="235928"/>
                  </a:lnTo>
                  <a:close/>
                  <a:moveTo>
                    <a:pt x="287283" y="235928"/>
                  </a:moveTo>
                  <a:lnTo>
                    <a:pt x="246243" y="269632"/>
                  </a:lnTo>
                  <a:lnTo>
                    <a:pt x="287283" y="269632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82081" y="202224"/>
                  </a:lnTo>
                  <a:close/>
                  <a:moveTo>
                    <a:pt x="41040" y="235928"/>
                  </a:moveTo>
                  <a:lnTo>
                    <a:pt x="82081" y="202224"/>
                  </a:lnTo>
                  <a:lnTo>
                    <a:pt x="41040" y="202224"/>
                  </a:lnTo>
                  <a:close/>
                  <a:moveTo>
                    <a:pt x="287283" y="235928"/>
                  </a:moveTo>
                  <a:lnTo>
                    <a:pt x="287283" y="202224"/>
                  </a:lnTo>
                  <a:lnTo>
                    <a:pt x="256025" y="235928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251132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46243" y="168520"/>
                  </a:moveTo>
                  <a:lnTo>
                    <a:pt x="287283" y="202224"/>
                  </a:lnTo>
                  <a:lnTo>
                    <a:pt x="284992" y="168520"/>
                  </a:lnTo>
                  <a:close/>
                  <a:moveTo>
                    <a:pt x="41040" y="168520"/>
                  </a:moveTo>
                  <a:lnTo>
                    <a:pt x="82081" y="168520"/>
                  </a:lnTo>
                  <a:lnTo>
                    <a:pt x="82081" y="134816"/>
                  </a:lnTo>
                  <a:close/>
                  <a:moveTo>
                    <a:pt x="41040" y="168520"/>
                  </a:moveTo>
                  <a:lnTo>
                    <a:pt x="82081" y="134816"/>
                  </a:lnTo>
                  <a:lnTo>
                    <a:pt x="41040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46243" y="134816"/>
                  </a:lnTo>
                  <a:close/>
                  <a:moveTo>
                    <a:pt x="41040" y="134816"/>
                  </a:moveTo>
                  <a:lnTo>
                    <a:pt x="82081" y="134816"/>
                  </a:lnTo>
                  <a:lnTo>
                    <a:pt x="82081" y="101112"/>
                  </a:lnTo>
                  <a:close/>
                  <a:moveTo>
                    <a:pt x="41040" y="134816"/>
                  </a:moveTo>
                  <a:lnTo>
                    <a:pt x="82081" y="101112"/>
                  </a:lnTo>
                  <a:lnTo>
                    <a:pt x="41040" y="101112"/>
                  </a:lnTo>
                  <a:close/>
                  <a:moveTo>
                    <a:pt x="82081" y="134816"/>
                  </a:moveTo>
                  <a:lnTo>
                    <a:pt x="123121" y="101112"/>
                  </a:lnTo>
                  <a:lnTo>
                    <a:pt x="82081" y="101112"/>
                  </a:lnTo>
                  <a:close/>
                  <a:moveTo>
                    <a:pt x="123121" y="134816"/>
                  </a:moveTo>
                  <a:lnTo>
                    <a:pt x="164162" y="101112"/>
                  </a:lnTo>
                  <a:lnTo>
                    <a:pt x="123121" y="101112"/>
                  </a:lnTo>
                  <a:close/>
                  <a:moveTo>
                    <a:pt x="164162" y="134816"/>
                  </a:moveTo>
                  <a:lnTo>
                    <a:pt x="205202" y="134816"/>
                  </a:lnTo>
                  <a:lnTo>
                    <a:pt x="205202" y="101112"/>
                  </a:lnTo>
                  <a:close/>
                  <a:moveTo>
                    <a:pt x="164162" y="134816"/>
                  </a:moveTo>
                  <a:lnTo>
                    <a:pt x="205202" y="101112"/>
                  </a:lnTo>
                  <a:lnTo>
                    <a:pt x="164162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101112"/>
                  </a:moveTo>
                  <a:lnTo>
                    <a:pt x="123121" y="101112"/>
                  </a:lnTo>
                  <a:lnTo>
                    <a:pt x="123121" y="67408"/>
                  </a:lnTo>
                  <a:close/>
                  <a:moveTo>
                    <a:pt x="82081" y="101112"/>
                  </a:moveTo>
                  <a:lnTo>
                    <a:pt x="123121" y="67408"/>
                  </a:lnTo>
                  <a:lnTo>
                    <a:pt x="8208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64162" y="67408"/>
                  </a:lnTo>
                  <a:close/>
                  <a:moveTo>
                    <a:pt x="123121" y="101112"/>
                  </a:moveTo>
                  <a:lnTo>
                    <a:pt x="164162" y="67408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23121" y="33704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3984" name="Candidate_B4__3983">
              <a:extLst>
                <a:ext uri="{FF2B5EF4-FFF2-40B4-BE49-F238E27FC236}">
                  <a16:creationId xmlns:a16="http://schemas.microsoft.com/office/drawing/2014/main" id="{B4267F12-D1BD-ACAB-743A-3D80B5F80451}"/>
                </a:ext>
              </a:extLst>
            </p:cNvPr>
            <p:cNvSpPr>
              <a:spLocks noGrp="1"/>
            </p:cNvSpPr>
            <p:nvPr/>
          </p:nvSpPr>
          <p:spPr>
            <a:xfrm>
              <a:off x="5685769" y="2165906"/>
              <a:ext cx="205202" cy="269632"/>
            </a:xfrm>
            <a:custGeom>
              <a:avLst/>
              <a:gdLst/>
              <a:ahLst/>
              <a:cxnLst/>
              <a:rect l="0" t="0" r="0" b="0"/>
              <a:pathLst>
                <a:path w="205202" h="269632">
                  <a:moveTo>
                    <a:pt x="0" y="269632"/>
                  </a:moveTo>
                  <a:lnTo>
                    <a:pt x="41040" y="235928"/>
                  </a:lnTo>
                  <a:lnTo>
                    <a:pt x="0" y="235928"/>
                  </a:lnTo>
                  <a:close/>
                  <a:moveTo>
                    <a:pt x="41040" y="214670"/>
                  </a:moveTo>
                  <a:lnTo>
                    <a:pt x="26226" y="202224"/>
                  </a:lnTo>
                  <a:lnTo>
                    <a:pt x="41040" y="235928"/>
                  </a:lnTo>
                  <a:close/>
                  <a:moveTo>
                    <a:pt x="41040" y="235928"/>
                  </a:moveTo>
                  <a:lnTo>
                    <a:pt x="26226" y="202224"/>
                  </a:lnTo>
                  <a:lnTo>
                    <a:pt x="0" y="202224"/>
                  </a:lnTo>
                  <a:close/>
                  <a:moveTo>
                    <a:pt x="41040" y="235928"/>
                  </a:moveTo>
                  <a:lnTo>
                    <a:pt x="0" y="202224"/>
                  </a:lnTo>
                  <a:lnTo>
                    <a:pt x="0" y="235928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41040" y="214670"/>
                  </a:lnTo>
                  <a:close/>
                  <a:moveTo>
                    <a:pt x="82081" y="235928"/>
                  </a:moveTo>
                  <a:lnTo>
                    <a:pt x="82081" y="211153"/>
                  </a:lnTo>
                  <a:lnTo>
                    <a:pt x="41040" y="214670"/>
                  </a:lnTo>
                  <a:close/>
                  <a:moveTo>
                    <a:pt x="102421" y="202224"/>
                  </a:moveTo>
                  <a:lnTo>
                    <a:pt x="82081" y="211153"/>
                  </a:lnTo>
                  <a:lnTo>
                    <a:pt x="123121" y="202224"/>
                  </a:lnTo>
                  <a:close/>
                  <a:moveTo>
                    <a:pt x="123121" y="202224"/>
                  </a:moveTo>
                  <a:lnTo>
                    <a:pt x="82081" y="211153"/>
                  </a:lnTo>
                  <a:lnTo>
                    <a:pt x="82081" y="235928"/>
                  </a:lnTo>
                  <a:close/>
                  <a:moveTo>
                    <a:pt x="26226" y="202224"/>
                  </a:moveTo>
                  <a:lnTo>
                    <a:pt x="15386" y="168520"/>
                  </a:lnTo>
                  <a:lnTo>
                    <a:pt x="0" y="202224"/>
                  </a:lnTo>
                  <a:close/>
                  <a:moveTo>
                    <a:pt x="15386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155305" y="168520"/>
                  </a:moveTo>
                  <a:lnTo>
                    <a:pt x="123121" y="193041"/>
                  </a:lnTo>
                  <a:lnTo>
                    <a:pt x="164162" y="168520"/>
                  </a:lnTo>
                  <a:close/>
                  <a:moveTo>
                    <a:pt x="164162" y="168520"/>
                  </a:moveTo>
                  <a:lnTo>
                    <a:pt x="123121" y="193041"/>
                  </a:lnTo>
                  <a:lnTo>
                    <a:pt x="123121" y="202224"/>
                  </a:lnTo>
                  <a:close/>
                  <a:moveTo>
                    <a:pt x="102421" y="202224"/>
                  </a:moveTo>
                  <a:lnTo>
                    <a:pt x="123121" y="202224"/>
                  </a:lnTo>
                  <a:lnTo>
                    <a:pt x="123121" y="193041"/>
                  </a:lnTo>
                  <a:close/>
                  <a:moveTo>
                    <a:pt x="15386" y="168520"/>
                  </a:moveTo>
                  <a:lnTo>
                    <a:pt x="14615" y="134816"/>
                  </a:lnTo>
                  <a:lnTo>
                    <a:pt x="0" y="168520"/>
                  </a:lnTo>
                  <a:close/>
                  <a:moveTo>
                    <a:pt x="14615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173944" y="134816"/>
                  </a:moveTo>
                  <a:lnTo>
                    <a:pt x="164162" y="155909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164162" y="155909"/>
                  </a:lnTo>
                  <a:lnTo>
                    <a:pt x="164162" y="168520"/>
                  </a:lnTo>
                  <a:close/>
                  <a:moveTo>
                    <a:pt x="155305" y="168520"/>
                  </a:moveTo>
                  <a:lnTo>
                    <a:pt x="164162" y="168520"/>
                  </a:lnTo>
                  <a:lnTo>
                    <a:pt x="164162" y="155909"/>
                  </a:lnTo>
                  <a:close/>
                  <a:moveTo>
                    <a:pt x="14615" y="134816"/>
                  </a:moveTo>
                  <a:lnTo>
                    <a:pt x="18527" y="101112"/>
                  </a:lnTo>
                  <a:lnTo>
                    <a:pt x="0" y="134816"/>
                  </a:lnTo>
                  <a:close/>
                  <a:moveTo>
                    <a:pt x="18527" y="101112"/>
                  </a:moveTo>
                  <a:lnTo>
                    <a:pt x="0" y="10111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169051" y="101112"/>
                  </a:lnTo>
                  <a:lnTo>
                    <a:pt x="173944" y="134816"/>
                  </a:lnTo>
                  <a:close/>
                  <a:moveTo>
                    <a:pt x="18527" y="101112"/>
                  </a:moveTo>
                  <a:lnTo>
                    <a:pt x="28508" y="67408"/>
                  </a:lnTo>
                  <a:lnTo>
                    <a:pt x="0" y="101112"/>
                  </a:lnTo>
                  <a:close/>
                  <a:moveTo>
                    <a:pt x="28508" y="67408"/>
                  </a:moveTo>
                  <a:lnTo>
                    <a:pt x="0" y="67408"/>
                  </a:lnTo>
                  <a:lnTo>
                    <a:pt x="0" y="101112"/>
                  </a:lnTo>
                  <a:close/>
                  <a:moveTo>
                    <a:pt x="164162" y="94236"/>
                  </a:moveTo>
                  <a:lnTo>
                    <a:pt x="169051" y="101112"/>
                  </a:lnTo>
                  <a:lnTo>
                    <a:pt x="164162" y="67408"/>
                  </a:lnTo>
                  <a:close/>
                  <a:moveTo>
                    <a:pt x="28508" y="67408"/>
                  </a:moveTo>
                  <a:lnTo>
                    <a:pt x="41040" y="47628"/>
                  </a:lnTo>
                  <a:lnTo>
                    <a:pt x="0" y="67408"/>
                  </a:lnTo>
                  <a:close/>
                  <a:moveTo>
                    <a:pt x="0" y="67408"/>
                  </a:moveTo>
                  <a:lnTo>
                    <a:pt x="41040" y="4762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123121" y="59240"/>
                  </a:moveTo>
                  <a:lnTo>
                    <a:pt x="135169" y="67408"/>
                  </a:lnTo>
                  <a:lnTo>
                    <a:pt x="123121" y="33704"/>
                  </a:lnTo>
                  <a:close/>
                  <a:moveTo>
                    <a:pt x="123121" y="33704"/>
                  </a:moveTo>
                  <a:lnTo>
                    <a:pt x="135169" y="67408"/>
                  </a:lnTo>
                  <a:lnTo>
                    <a:pt x="164162" y="67408"/>
                  </a:lnTo>
                  <a:close/>
                  <a:moveTo>
                    <a:pt x="164162" y="94236"/>
                  </a:moveTo>
                  <a:lnTo>
                    <a:pt x="164162" y="67408"/>
                  </a:lnTo>
                  <a:lnTo>
                    <a:pt x="135169" y="67408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82081" y="33704"/>
                  </a:moveTo>
                  <a:lnTo>
                    <a:pt x="41040" y="33704"/>
                  </a:lnTo>
                  <a:lnTo>
                    <a:pt x="82081" y="43812"/>
                  </a:lnTo>
                  <a:close/>
                  <a:moveTo>
                    <a:pt x="41040" y="33704"/>
                  </a:moveTo>
                  <a:lnTo>
                    <a:pt x="41040" y="47628"/>
                  </a:lnTo>
                  <a:lnTo>
                    <a:pt x="82081" y="43812"/>
                  </a:lnTo>
                  <a:close/>
                  <a:moveTo>
                    <a:pt x="123121" y="33704"/>
                  </a:moveTo>
                  <a:lnTo>
                    <a:pt x="82081" y="33704"/>
                  </a:lnTo>
                  <a:lnTo>
                    <a:pt x="123121" y="59240"/>
                  </a:lnTo>
                  <a:close/>
                  <a:moveTo>
                    <a:pt x="82081" y="33704"/>
                  </a:moveTo>
                  <a:lnTo>
                    <a:pt x="82081" y="43812"/>
                  </a:lnTo>
                  <a:lnTo>
                    <a:pt x="123121" y="59240"/>
                  </a:lnTo>
                  <a:close/>
                  <a:moveTo>
                    <a:pt x="26226" y="202224"/>
                  </a:moveTo>
                  <a:lnTo>
                    <a:pt x="41040" y="214670"/>
                  </a:lnTo>
                  <a:lnTo>
                    <a:pt x="41040" y="202224"/>
                  </a:lnTo>
                  <a:close/>
                  <a:moveTo>
                    <a:pt x="15386" y="168520"/>
                  </a:moveTo>
                  <a:lnTo>
                    <a:pt x="41040" y="202224"/>
                  </a:lnTo>
                  <a:lnTo>
                    <a:pt x="41040" y="168520"/>
                  </a:lnTo>
                  <a:close/>
                  <a:moveTo>
                    <a:pt x="15386" y="168520"/>
                  </a:moveTo>
                  <a:lnTo>
                    <a:pt x="26226" y="202224"/>
                  </a:lnTo>
                  <a:lnTo>
                    <a:pt x="41040" y="202224"/>
                  </a:lnTo>
                  <a:close/>
                  <a:moveTo>
                    <a:pt x="82081" y="202224"/>
                  </a:moveTo>
                  <a:lnTo>
                    <a:pt x="41040" y="214670"/>
                  </a:lnTo>
                  <a:lnTo>
                    <a:pt x="82081" y="211153"/>
                  </a:lnTo>
                  <a:close/>
                  <a:moveTo>
                    <a:pt x="82081" y="202224"/>
                  </a:moveTo>
                  <a:lnTo>
                    <a:pt x="41040" y="202224"/>
                  </a:lnTo>
                  <a:lnTo>
                    <a:pt x="41040" y="214670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82081" y="202224"/>
                  </a:moveTo>
                  <a:lnTo>
                    <a:pt x="82081" y="211153"/>
                  </a:lnTo>
                  <a:lnTo>
                    <a:pt x="102421" y="202224"/>
                  </a:lnTo>
                  <a:close/>
                  <a:moveTo>
                    <a:pt x="123121" y="168520"/>
                  </a:moveTo>
                  <a:lnTo>
                    <a:pt x="102421" y="202224"/>
                  </a:lnTo>
                  <a:lnTo>
                    <a:pt x="123121" y="193041"/>
                  </a:lnTo>
                  <a:close/>
                  <a:moveTo>
                    <a:pt x="82081" y="202224"/>
                  </a:moveTo>
                  <a:lnTo>
                    <a:pt x="102421" y="202224"/>
                  </a:lnTo>
                  <a:lnTo>
                    <a:pt x="123121" y="168520"/>
                  </a:lnTo>
                  <a:close/>
                  <a:moveTo>
                    <a:pt x="14615" y="134816"/>
                  </a:moveTo>
                  <a:lnTo>
                    <a:pt x="41040" y="168520"/>
                  </a:lnTo>
                  <a:lnTo>
                    <a:pt x="41040" y="134816"/>
                  </a:lnTo>
                  <a:close/>
                  <a:moveTo>
                    <a:pt x="14615" y="134816"/>
                  </a:moveTo>
                  <a:lnTo>
                    <a:pt x="15386" y="168520"/>
                  </a:lnTo>
                  <a:lnTo>
                    <a:pt x="41040" y="168520"/>
                  </a:lnTo>
                  <a:close/>
                  <a:moveTo>
                    <a:pt x="123121" y="168520"/>
                  </a:moveTo>
                  <a:lnTo>
                    <a:pt x="123121" y="193041"/>
                  </a:lnTo>
                  <a:lnTo>
                    <a:pt x="155305" y="168520"/>
                  </a:lnTo>
                  <a:close/>
                  <a:moveTo>
                    <a:pt x="164162" y="134816"/>
                  </a:moveTo>
                  <a:lnTo>
                    <a:pt x="155305" y="168520"/>
                  </a:lnTo>
                  <a:lnTo>
                    <a:pt x="164162" y="155909"/>
                  </a:lnTo>
                  <a:close/>
                  <a:moveTo>
                    <a:pt x="123121" y="168520"/>
                  </a:moveTo>
                  <a:lnTo>
                    <a:pt x="155305" y="168520"/>
                  </a:lnTo>
                  <a:lnTo>
                    <a:pt x="164162" y="134816"/>
                  </a:lnTo>
                  <a:close/>
                  <a:moveTo>
                    <a:pt x="18527" y="101112"/>
                  </a:moveTo>
                  <a:lnTo>
                    <a:pt x="41040" y="134816"/>
                  </a:lnTo>
                  <a:lnTo>
                    <a:pt x="41040" y="101112"/>
                  </a:lnTo>
                  <a:close/>
                  <a:moveTo>
                    <a:pt x="18527" y="101112"/>
                  </a:moveTo>
                  <a:lnTo>
                    <a:pt x="14615" y="134816"/>
                  </a:lnTo>
                  <a:lnTo>
                    <a:pt x="41040" y="134816"/>
                  </a:lnTo>
                  <a:close/>
                  <a:moveTo>
                    <a:pt x="123121" y="134816"/>
                  </a:moveTo>
                  <a:lnTo>
                    <a:pt x="164162" y="134816"/>
                  </a:lnTo>
                  <a:lnTo>
                    <a:pt x="164162" y="101112"/>
                  </a:lnTo>
                  <a:close/>
                  <a:moveTo>
                    <a:pt x="164162" y="134816"/>
                  </a:moveTo>
                  <a:lnTo>
                    <a:pt x="164162" y="155909"/>
                  </a:lnTo>
                  <a:lnTo>
                    <a:pt x="173944" y="134816"/>
                  </a:lnTo>
                  <a:close/>
                  <a:moveTo>
                    <a:pt x="164162" y="101112"/>
                  </a:moveTo>
                  <a:lnTo>
                    <a:pt x="173944" y="134816"/>
                  </a:lnTo>
                  <a:lnTo>
                    <a:pt x="169051" y="101112"/>
                  </a:lnTo>
                  <a:close/>
                  <a:moveTo>
                    <a:pt x="164162" y="101112"/>
                  </a:moveTo>
                  <a:lnTo>
                    <a:pt x="164162" y="134816"/>
                  </a:lnTo>
                  <a:lnTo>
                    <a:pt x="173944" y="134816"/>
                  </a:lnTo>
                  <a:close/>
                  <a:moveTo>
                    <a:pt x="28508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28508" y="67408"/>
                  </a:moveTo>
                  <a:lnTo>
                    <a:pt x="18527" y="101112"/>
                  </a:lnTo>
                  <a:lnTo>
                    <a:pt x="41040" y="101112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23121" y="67408"/>
                  </a:moveTo>
                  <a:lnTo>
                    <a:pt x="164162" y="94236"/>
                  </a:lnTo>
                  <a:lnTo>
                    <a:pt x="135169" y="67408"/>
                  </a:lnTo>
                  <a:close/>
                  <a:moveTo>
                    <a:pt x="164162" y="101112"/>
                  </a:moveTo>
                  <a:lnTo>
                    <a:pt x="164162" y="94236"/>
                  </a:lnTo>
                  <a:lnTo>
                    <a:pt x="12312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23121" y="67408"/>
                  </a:lnTo>
                  <a:close/>
                  <a:moveTo>
                    <a:pt x="164162" y="101112"/>
                  </a:moveTo>
                  <a:lnTo>
                    <a:pt x="169051" y="101112"/>
                  </a:lnTo>
                  <a:lnTo>
                    <a:pt x="164162" y="94236"/>
                  </a:lnTo>
                  <a:close/>
                  <a:moveTo>
                    <a:pt x="41040" y="47628"/>
                  </a:moveTo>
                  <a:lnTo>
                    <a:pt x="28508" y="67408"/>
                  </a:lnTo>
                  <a:lnTo>
                    <a:pt x="41040" y="67408"/>
                  </a:lnTo>
                  <a:close/>
                  <a:moveTo>
                    <a:pt x="41040" y="67408"/>
                  </a:moveTo>
                  <a:lnTo>
                    <a:pt x="82081" y="43812"/>
                  </a:lnTo>
                  <a:lnTo>
                    <a:pt x="41040" y="4762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59240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59240"/>
                  </a:lnTo>
                  <a:close/>
                  <a:moveTo>
                    <a:pt x="123121" y="67408"/>
                  </a:moveTo>
                  <a:lnTo>
                    <a:pt x="135169" y="67408"/>
                  </a:lnTo>
                  <a:lnTo>
                    <a:pt x="123121" y="5924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3985" name="Candidate_B4__3984">
              <a:extLst>
                <a:ext uri="{FF2B5EF4-FFF2-40B4-BE49-F238E27FC236}">
                  <a16:creationId xmlns:a16="http://schemas.microsoft.com/office/drawing/2014/main" id="{2B9AA8B6-3A5A-E6C6-CE06-EC085EF3489A}"/>
                </a:ext>
              </a:extLst>
            </p:cNvPr>
            <p:cNvSpPr>
              <a:spLocks noGrp="1"/>
            </p:cNvSpPr>
            <p:nvPr/>
          </p:nvSpPr>
          <p:spPr>
            <a:xfrm>
              <a:off x="5726809" y="2233314"/>
              <a:ext cx="123121" cy="134816"/>
            </a:xfrm>
            <a:custGeom>
              <a:avLst/>
              <a:gdLst/>
              <a:ahLst/>
              <a:cxnLst/>
              <a:rect l="0" t="0" r="0" b="0"/>
              <a:pathLst>
                <a:path w="123121" h="134816">
                  <a:moveTo>
                    <a:pt x="41040" y="101112"/>
                  </a:moveTo>
                  <a:lnTo>
                    <a:pt x="41040" y="134816"/>
                  </a:lnTo>
                  <a:lnTo>
                    <a:pt x="82081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0" y="101112"/>
                  </a:moveTo>
                  <a:lnTo>
                    <a:pt x="41040" y="67408"/>
                  </a:lnTo>
                  <a:lnTo>
                    <a:pt x="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67408"/>
                  </a:moveTo>
                  <a:lnTo>
                    <a:pt x="82081" y="101112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grpSp>
        <p:nvGrpSpPr>
          <p:cNvPr id="6221" name="Candidate_B5">
            <a:extLst>
              <a:ext uri="{FF2B5EF4-FFF2-40B4-BE49-F238E27FC236}">
                <a16:creationId xmlns:a16="http://schemas.microsoft.com/office/drawing/2014/main" id="{CF0E19E4-A698-579D-8102-9FA7E8A029DF}"/>
              </a:ext>
            </a:extLst>
          </p:cNvPr>
          <p:cNvGrpSpPr/>
          <p:nvPr/>
        </p:nvGrpSpPr>
        <p:grpSpPr>
          <a:xfrm>
            <a:off x="2573994" y="2100405"/>
            <a:ext cx="260773" cy="302260"/>
            <a:chOff x="3990975" y="3519488"/>
            <a:chExt cx="419100" cy="485775"/>
          </a:xfrm>
        </p:grpSpPr>
        <p:sp>
          <p:nvSpPr>
            <p:cNvPr id="3987" name="Candidate_B5__3986">
              <a:extLst>
                <a:ext uri="{FF2B5EF4-FFF2-40B4-BE49-F238E27FC236}">
                  <a16:creationId xmlns:a16="http://schemas.microsoft.com/office/drawing/2014/main" id="{0D659FF1-DFCA-DB15-E489-AD573E9E15CD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9100" cy="485775"/>
            </a:xfrm>
            <a:custGeom>
              <a:avLst/>
              <a:gdLst/>
              <a:ahLst/>
              <a:cxnLst/>
              <a:rect l="0" t="0" r="0" b="0"/>
              <a:pathLst>
                <a:path w="419100" h="485775">
                  <a:moveTo>
                    <a:pt x="61923" y="468222"/>
                  </a:moveTo>
                  <a:lnTo>
                    <a:pt x="67643" y="471243"/>
                  </a:lnTo>
                  <a:lnTo>
                    <a:pt x="67643" y="468222"/>
                  </a:lnTo>
                  <a:close/>
                  <a:moveTo>
                    <a:pt x="61923" y="468222"/>
                  </a:moveTo>
                  <a:lnTo>
                    <a:pt x="67643" y="468222"/>
                  </a:lnTo>
                  <a:lnTo>
                    <a:pt x="32832" y="449114"/>
                  </a:lnTo>
                  <a:close/>
                  <a:moveTo>
                    <a:pt x="102453" y="482127"/>
                  </a:moveTo>
                  <a:lnTo>
                    <a:pt x="102453" y="478335"/>
                  </a:lnTo>
                  <a:lnTo>
                    <a:pt x="67643" y="471243"/>
                  </a:lnTo>
                  <a:close/>
                  <a:moveTo>
                    <a:pt x="102453" y="482127"/>
                  </a:moveTo>
                  <a:lnTo>
                    <a:pt x="137264" y="485775"/>
                  </a:lnTo>
                  <a:lnTo>
                    <a:pt x="137264" y="482550"/>
                  </a:lnTo>
                  <a:close/>
                  <a:moveTo>
                    <a:pt x="137264" y="485775"/>
                  </a:moveTo>
                  <a:lnTo>
                    <a:pt x="172075" y="484575"/>
                  </a:lnTo>
                  <a:lnTo>
                    <a:pt x="172075" y="481795"/>
                  </a:lnTo>
                  <a:close/>
                  <a:moveTo>
                    <a:pt x="172075" y="484575"/>
                  </a:moveTo>
                  <a:lnTo>
                    <a:pt x="206885" y="479855"/>
                  </a:lnTo>
                  <a:lnTo>
                    <a:pt x="206885" y="477517"/>
                  </a:lnTo>
                  <a:close/>
                  <a:moveTo>
                    <a:pt x="206885" y="479855"/>
                  </a:moveTo>
                  <a:lnTo>
                    <a:pt x="241696" y="472207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1696" y="470337"/>
                  </a:lnTo>
                  <a:lnTo>
                    <a:pt x="241696" y="472207"/>
                  </a:lnTo>
                  <a:close/>
                  <a:moveTo>
                    <a:pt x="255234" y="468222"/>
                  </a:moveTo>
                  <a:lnTo>
                    <a:pt x="276507" y="462518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19788" y="436272"/>
                  </a:lnTo>
                  <a:lnTo>
                    <a:pt x="32832" y="449114"/>
                  </a:lnTo>
                  <a:close/>
                  <a:moveTo>
                    <a:pt x="2846" y="404322"/>
                  </a:moveTo>
                  <a:lnTo>
                    <a:pt x="19788" y="436272"/>
                  </a:lnTo>
                  <a:lnTo>
                    <a:pt x="25909" y="436272"/>
                  </a:lnTo>
                  <a:close/>
                  <a:moveTo>
                    <a:pt x="276507" y="462518"/>
                  </a:moveTo>
                  <a:lnTo>
                    <a:pt x="311317" y="449477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11317" y="448631"/>
                  </a:lnTo>
                  <a:lnTo>
                    <a:pt x="311317" y="449477"/>
                  </a:lnTo>
                  <a:close/>
                  <a:moveTo>
                    <a:pt x="335043" y="436272"/>
                  </a:moveTo>
                  <a:lnTo>
                    <a:pt x="346128" y="428946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2846" y="404322"/>
                  </a:lnTo>
                  <a:lnTo>
                    <a:pt x="7904" y="404322"/>
                  </a:lnTo>
                  <a:close/>
                  <a:moveTo>
                    <a:pt x="373275" y="404322"/>
                  </a:moveTo>
                  <a:lnTo>
                    <a:pt x="346128" y="428249"/>
                  </a:lnTo>
                  <a:lnTo>
                    <a:pt x="346128" y="428946"/>
                  </a:lnTo>
                  <a:close/>
                  <a:moveTo>
                    <a:pt x="373275" y="404322"/>
                  </a:moveTo>
                  <a:lnTo>
                    <a:pt x="380939" y="393448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0" y="372372"/>
                  </a:lnTo>
                  <a:lnTo>
                    <a:pt x="4789" y="372372"/>
                  </a:lnTo>
                  <a:close/>
                  <a:moveTo>
                    <a:pt x="394232" y="372372"/>
                  </a:moveTo>
                  <a:lnTo>
                    <a:pt x="380939" y="392152"/>
                  </a:lnTo>
                  <a:lnTo>
                    <a:pt x="380939" y="393448"/>
                  </a:lnTo>
                  <a:close/>
                  <a:moveTo>
                    <a:pt x="393174" y="372372"/>
                  </a:moveTo>
                  <a:lnTo>
                    <a:pt x="394232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32832" y="308589"/>
                  </a:lnTo>
                  <a:lnTo>
                    <a:pt x="9160" y="340422"/>
                  </a:lnTo>
                  <a:close/>
                  <a:moveTo>
                    <a:pt x="32832" y="308589"/>
                  </a:moveTo>
                  <a:lnTo>
                    <a:pt x="32832" y="315258"/>
                  </a:lnTo>
                  <a:lnTo>
                    <a:pt x="32934" y="308472"/>
                  </a:lnTo>
                  <a:close/>
                  <a:moveTo>
                    <a:pt x="403532" y="340422"/>
                  </a:moveTo>
                  <a:lnTo>
                    <a:pt x="405310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67643" y="278815"/>
                  </a:lnTo>
                  <a:lnTo>
                    <a:pt x="32934" y="308472"/>
                  </a:lnTo>
                  <a:close/>
                  <a:moveTo>
                    <a:pt x="67643" y="278815"/>
                  </a:moveTo>
                  <a:lnTo>
                    <a:pt x="67643" y="283233"/>
                  </a:lnTo>
                  <a:lnTo>
                    <a:pt x="70882" y="276522"/>
                  </a:lnTo>
                  <a:close/>
                  <a:moveTo>
                    <a:pt x="408313" y="308472"/>
                  </a:moveTo>
                  <a:lnTo>
                    <a:pt x="411366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102453" y="247729"/>
                  </a:lnTo>
                  <a:lnTo>
                    <a:pt x="70882" y="276522"/>
                  </a:lnTo>
                  <a:close/>
                  <a:moveTo>
                    <a:pt x="102453" y="247729"/>
                  </a:moveTo>
                  <a:lnTo>
                    <a:pt x="102453" y="252510"/>
                  </a:lnTo>
                  <a:lnTo>
                    <a:pt x="105736" y="244572"/>
                  </a:lnTo>
                  <a:close/>
                  <a:moveTo>
                    <a:pt x="415749" y="274770"/>
                  </a:moveTo>
                  <a:lnTo>
                    <a:pt x="415749" y="244572"/>
                  </a:lnTo>
                  <a:lnTo>
                    <a:pt x="415581" y="276522"/>
                  </a:lnTo>
                  <a:close/>
                  <a:moveTo>
                    <a:pt x="113848" y="212622"/>
                  </a:moveTo>
                  <a:lnTo>
                    <a:pt x="105736" y="244572"/>
                  </a:lnTo>
                  <a:lnTo>
                    <a:pt x="110650" y="244572"/>
                  </a:lnTo>
                  <a:close/>
                  <a:moveTo>
                    <a:pt x="415749" y="244572"/>
                  </a:moveTo>
                  <a:lnTo>
                    <a:pt x="415749" y="274770"/>
                  </a:lnTo>
                  <a:lnTo>
                    <a:pt x="419100" y="244572"/>
                  </a:lnTo>
                  <a:close/>
                  <a:moveTo>
                    <a:pt x="415749" y="212622"/>
                  </a:moveTo>
                  <a:lnTo>
                    <a:pt x="419100" y="244572"/>
                  </a:lnTo>
                  <a:lnTo>
                    <a:pt x="419014" y="212622"/>
                  </a:lnTo>
                  <a:close/>
                  <a:moveTo>
                    <a:pt x="415749" y="212622"/>
                  </a:moveTo>
                  <a:lnTo>
                    <a:pt x="415749" y="244572"/>
                  </a:lnTo>
                  <a:lnTo>
                    <a:pt x="419100" y="244572"/>
                  </a:lnTo>
                  <a:close/>
                  <a:moveTo>
                    <a:pt x="113848" y="212622"/>
                  </a:moveTo>
                  <a:lnTo>
                    <a:pt x="117238" y="212622"/>
                  </a:lnTo>
                  <a:lnTo>
                    <a:pt x="102453" y="190231"/>
                  </a:lnTo>
                  <a:close/>
                  <a:moveTo>
                    <a:pt x="415749" y="212622"/>
                  </a:moveTo>
                  <a:lnTo>
                    <a:pt x="419014" y="212622"/>
                  </a:lnTo>
                  <a:lnTo>
                    <a:pt x="415749" y="197511"/>
                  </a:lnTo>
                  <a:close/>
                  <a:moveTo>
                    <a:pt x="415749" y="212622"/>
                  </a:moveTo>
                  <a:lnTo>
                    <a:pt x="415749" y="197511"/>
                  </a:lnTo>
                  <a:lnTo>
                    <a:pt x="410597" y="212622"/>
                  </a:lnTo>
                  <a:close/>
                  <a:moveTo>
                    <a:pt x="410597" y="212622"/>
                  </a:moveTo>
                  <a:lnTo>
                    <a:pt x="415749" y="197511"/>
                  </a:lnTo>
                  <a:lnTo>
                    <a:pt x="412454" y="180672"/>
                  </a:lnTo>
                  <a:close/>
                  <a:moveTo>
                    <a:pt x="97455" y="180672"/>
                  </a:moveTo>
                  <a:lnTo>
                    <a:pt x="97414" y="180672"/>
                  </a:lnTo>
                  <a:lnTo>
                    <a:pt x="102453" y="190231"/>
                  </a:lnTo>
                  <a:close/>
                  <a:moveTo>
                    <a:pt x="70911" y="148722"/>
                  </a:moveTo>
                  <a:lnTo>
                    <a:pt x="97414" y="180672"/>
                  </a:lnTo>
                  <a:lnTo>
                    <a:pt x="97455" y="180672"/>
                  </a:lnTo>
                  <a:close/>
                  <a:moveTo>
                    <a:pt x="403000" y="180672"/>
                  </a:moveTo>
                  <a:lnTo>
                    <a:pt x="412454" y="180672"/>
                  </a:lnTo>
                  <a:lnTo>
                    <a:pt x="396391" y="148722"/>
                  </a:lnTo>
                  <a:close/>
                  <a:moveTo>
                    <a:pt x="70911" y="148722"/>
                  </a:moveTo>
                  <a:lnTo>
                    <a:pt x="68731" y="148722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4748" y="148722"/>
                  </a:lnTo>
                  <a:lnTo>
                    <a:pt x="396391" y="148722"/>
                  </a:lnTo>
                  <a:close/>
                  <a:moveTo>
                    <a:pt x="380939" y="131476"/>
                  </a:moveTo>
                  <a:lnTo>
                    <a:pt x="364289" y="116771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52109" y="116771"/>
                  </a:lnTo>
                  <a:lnTo>
                    <a:pt x="67643" y="143747"/>
                  </a:lnTo>
                  <a:close/>
                  <a:moveTo>
                    <a:pt x="46626" y="84821"/>
                  </a:moveTo>
                  <a:lnTo>
                    <a:pt x="52109" y="116771"/>
                  </a:lnTo>
                  <a:lnTo>
                    <a:pt x="49511" y="116771"/>
                  </a:lnTo>
                  <a:close/>
                  <a:moveTo>
                    <a:pt x="346128" y="103523"/>
                  </a:moveTo>
                  <a:lnTo>
                    <a:pt x="351036" y="116771"/>
                  </a:lnTo>
                  <a:lnTo>
                    <a:pt x="364289" y="116771"/>
                  </a:lnTo>
                  <a:close/>
                  <a:moveTo>
                    <a:pt x="314401" y="84821"/>
                  </a:moveTo>
                  <a:lnTo>
                    <a:pt x="311317" y="84821"/>
                  </a:lnTo>
                  <a:lnTo>
                    <a:pt x="346128" y="103523"/>
                  </a:lnTo>
                  <a:close/>
                  <a:moveTo>
                    <a:pt x="346128" y="103523"/>
                  </a:moveTo>
                  <a:lnTo>
                    <a:pt x="311317" y="84821"/>
                  </a:lnTo>
                  <a:lnTo>
                    <a:pt x="311317" y="89264"/>
                  </a:lnTo>
                  <a:close/>
                  <a:moveTo>
                    <a:pt x="55182" y="52871"/>
                  </a:moveTo>
                  <a:lnTo>
                    <a:pt x="46626" y="84821"/>
                  </a:lnTo>
                  <a:lnTo>
                    <a:pt x="43898" y="84821"/>
                  </a:lnTo>
                  <a:close/>
                  <a:moveTo>
                    <a:pt x="276507" y="59897"/>
                  </a:moveTo>
                  <a:lnTo>
                    <a:pt x="266739" y="52871"/>
                  </a:lnTo>
                  <a:lnTo>
                    <a:pt x="264971" y="52871"/>
                  </a:lnTo>
                  <a:close/>
                  <a:moveTo>
                    <a:pt x="311317" y="82833"/>
                  </a:moveTo>
                  <a:lnTo>
                    <a:pt x="304987" y="84821"/>
                  </a:lnTo>
                  <a:lnTo>
                    <a:pt x="311317" y="84821"/>
                  </a:lnTo>
                  <a:close/>
                  <a:moveTo>
                    <a:pt x="276507" y="59897"/>
                  </a:moveTo>
                  <a:lnTo>
                    <a:pt x="276507" y="62750"/>
                  </a:lnTo>
                  <a:lnTo>
                    <a:pt x="311317" y="82833"/>
                  </a:lnTo>
                  <a:close/>
                  <a:moveTo>
                    <a:pt x="311317" y="84821"/>
                  </a:moveTo>
                  <a:lnTo>
                    <a:pt x="314401" y="84821"/>
                  </a:lnTo>
                  <a:lnTo>
                    <a:pt x="311317" y="82833"/>
                  </a:lnTo>
                  <a:close/>
                  <a:moveTo>
                    <a:pt x="67643" y="32656"/>
                  </a:moveTo>
                  <a:lnTo>
                    <a:pt x="67643" y="36731"/>
                  </a:lnTo>
                  <a:lnTo>
                    <a:pt x="55182" y="52871"/>
                  </a:lnTo>
                  <a:close/>
                  <a:moveTo>
                    <a:pt x="67643" y="36731"/>
                  </a:moveTo>
                  <a:lnTo>
                    <a:pt x="67643" y="32656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64971" y="52871"/>
                  </a:lnTo>
                  <a:lnTo>
                    <a:pt x="266739" y="52871"/>
                  </a:lnTo>
                  <a:close/>
                  <a:moveTo>
                    <a:pt x="241696" y="34655"/>
                  </a:moveTo>
                  <a:lnTo>
                    <a:pt x="218658" y="20921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102453" y="11064"/>
                  </a:lnTo>
                  <a:lnTo>
                    <a:pt x="85581" y="20921"/>
                  </a:lnTo>
                  <a:close/>
                  <a:moveTo>
                    <a:pt x="137264" y="0"/>
                  </a:moveTo>
                  <a:lnTo>
                    <a:pt x="137264" y="2284"/>
                  </a:lnTo>
                  <a:lnTo>
                    <a:pt x="102453" y="11064"/>
                  </a:lnTo>
                  <a:close/>
                  <a:moveTo>
                    <a:pt x="172075" y="1533"/>
                  </a:moveTo>
                  <a:lnTo>
                    <a:pt x="172075" y="3633"/>
                  </a:lnTo>
                  <a:lnTo>
                    <a:pt x="137264" y="2284"/>
                  </a:lnTo>
                  <a:close/>
                  <a:moveTo>
                    <a:pt x="206885" y="12603"/>
                  </a:moveTo>
                  <a:lnTo>
                    <a:pt x="206885" y="14463"/>
                  </a:lnTo>
                  <a:lnTo>
                    <a:pt x="172075" y="3633"/>
                  </a:lnTo>
                  <a:close/>
                  <a:moveTo>
                    <a:pt x="206885" y="14463"/>
                  </a:moveTo>
                  <a:lnTo>
                    <a:pt x="221406" y="20921"/>
                  </a:lnTo>
                  <a:lnTo>
                    <a:pt x="218658" y="20921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3988" name="Candidate_B5__3987">
              <a:extLst>
                <a:ext uri="{FF2B5EF4-FFF2-40B4-BE49-F238E27FC236}">
                  <a16:creationId xmlns:a16="http://schemas.microsoft.com/office/drawing/2014/main" id="{3CF61545-EE72-F360-CBEC-B407A615EB1A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5749" cy="485775"/>
            </a:xfrm>
            <a:custGeom>
              <a:avLst/>
              <a:gdLst/>
              <a:ahLst/>
              <a:cxnLst/>
              <a:rect l="0" t="0" r="0" b="0"/>
              <a:pathLst>
                <a:path w="415749" h="485775">
                  <a:moveTo>
                    <a:pt x="32832" y="449114"/>
                  </a:moveTo>
                  <a:lnTo>
                    <a:pt x="67643" y="468222"/>
                  </a:lnTo>
                  <a:lnTo>
                    <a:pt x="67643" y="466634"/>
                  </a:lnTo>
                  <a:close/>
                  <a:moveTo>
                    <a:pt x="32832" y="449114"/>
                  </a:moveTo>
                  <a:lnTo>
                    <a:pt x="67643" y="466634"/>
                  </a:lnTo>
                  <a:lnTo>
                    <a:pt x="32832" y="443102"/>
                  </a:lnTo>
                  <a:close/>
                  <a:moveTo>
                    <a:pt x="67643" y="471243"/>
                  </a:moveTo>
                  <a:lnTo>
                    <a:pt x="71934" y="468222"/>
                  </a:lnTo>
                  <a:lnTo>
                    <a:pt x="67643" y="468222"/>
                  </a:lnTo>
                  <a:close/>
                  <a:moveTo>
                    <a:pt x="102453" y="478335"/>
                  </a:moveTo>
                  <a:lnTo>
                    <a:pt x="71934" y="468222"/>
                  </a:lnTo>
                  <a:lnTo>
                    <a:pt x="67643" y="471243"/>
                  </a:lnTo>
                  <a:close/>
                  <a:moveTo>
                    <a:pt x="67643" y="468222"/>
                  </a:moveTo>
                  <a:lnTo>
                    <a:pt x="71934" y="468222"/>
                  </a:lnTo>
                  <a:lnTo>
                    <a:pt x="67643" y="466634"/>
                  </a:lnTo>
                  <a:close/>
                  <a:moveTo>
                    <a:pt x="102453" y="478335"/>
                  </a:moveTo>
                  <a:lnTo>
                    <a:pt x="102453" y="482127"/>
                  </a:lnTo>
                  <a:lnTo>
                    <a:pt x="137264" y="482550"/>
                  </a:lnTo>
                  <a:close/>
                  <a:moveTo>
                    <a:pt x="137264" y="482550"/>
                  </a:moveTo>
                  <a:lnTo>
                    <a:pt x="137264" y="485775"/>
                  </a:lnTo>
                  <a:lnTo>
                    <a:pt x="172075" y="481795"/>
                  </a:lnTo>
                  <a:close/>
                  <a:moveTo>
                    <a:pt x="172075" y="481795"/>
                  </a:moveTo>
                  <a:lnTo>
                    <a:pt x="172075" y="484575"/>
                  </a:lnTo>
                  <a:lnTo>
                    <a:pt x="206885" y="477517"/>
                  </a:lnTo>
                  <a:close/>
                  <a:moveTo>
                    <a:pt x="206885" y="477517"/>
                  </a:moveTo>
                  <a:lnTo>
                    <a:pt x="206885" y="479855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9292" y="468222"/>
                  </a:lnTo>
                  <a:lnTo>
                    <a:pt x="241696" y="470337"/>
                  </a:lnTo>
                  <a:close/>
                  <a:moveTo>
                    <a:pt x="249292" y="468222"/>
                  </a:moveTo>
                  <a:lnTo>
                    <a:pt x="255234" y="468222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32832" y="449114"/>
                  </a:lnTo>
                  <a:lnTo>
                    <a:pt x="32832" y="443102"/>
                  </a:lnTo>
                  <a:close/>
                  <a:moveTo>
                    <a:pt x="2846" y="404322"/>
                  </a:moveTo>
                  <a:lnTo>
                    <a:pt x="25909" y="436272"/>
                  </a:lnTo>
                  <a:lnTo>
                    <a:pt x="7904" y="404322"/>
                  </a:lnTo>
                  <a:close/>
                  <a:moveTo>
                    <a:pt x="276507" y="461378"/>
                  </a:moveTo>
                  <a:lnTo>
                    <a:pt x="276507" y="462518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33842" y="436272"/>
                  </a:lnTo>
                  <a:lnTo>
                    <a:pt x="311317" y="448631"/>
                  </a:lnTo>
                  <a:close/>
                  <a:moveTo>
                    <a:pt x="333842" y="436272"/>
                  </a:moveTo>
                  <a:lnTo>
                    <a:pt x="335043" y="436272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7904" y="404322"/>
                  </a:lnTo>
                  <a:lnTo>
                    <a:pt x="4789" y="372372"/>
                  </a:lnTo>
                  <a:close/>
                  <a:moveTo>
                    <a:pt x="373275" y="404322"/>
                  </a:moveTo>
                  <a:lnTo>
                    <a:pt x="372525" y="404322"/>
                  </a:lnTo>
                  <a:lnTo>
                    <a:pt x="346128" y="428249"/>
                  </a:lnTo>
                  <a:close/>
                  <a:moveTo>
                    <a:pt x="372525" y="404322"/>
                  </a:moveTo>
                  <a:lnTo>
                    <a:pt x="373275" y="404322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4789" y="372372"/>
                  </a:lnTo>
                  <a:lnTo>
                    <a:pt x="14299" y="340422"/>
                  </a:lnTo>
                  <a:close/>
                  <a:moveTo>
                    <a:pt x="394232" y="372372"/>
                  </a:moveTo>
                  <a:lnTo>
                    <a:pt x="393174" y="372372"/>
                  </a:lnTo>
                  <a:lnTo>
                    <a:pt x="380939" y="392152"/>
                  </a:lnTo>
                  <a:close/>
                  <a:moveTo>
                    <a:pt x="403532" y="340422"/>
                  </a:moveTo>
                  <a:lnTo>
                    <a:pt x="393174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9160" y="340422"/>
                  </a:lnTo>
                  <a:lnTo>
                    <a:pt x="14299" y="340422"/>
                  </a:lnTo>
                  <a:close/>
                  <a:moveTo>
                    <a:pt x="32832" y="315258"/>
                  </a:moveTo>
                  <a:lnTo>
                    <a:pt x="38637" y="308472"/>
                  </a:lnTo>
                  <a:lnTo>
                    <a:pt x="32934" y="308472"/>
                  </a:lnTo>
                  <a:close/>
                  <a:moveTo>
                    <a:pt x="408313" y="308472"/>
                  </a:moveTo>
                  <a:lnTo>
                    <a:pt x="403532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32934" y="308472"/>
                  </a:lnTo>
                  <a:lnTo>
                    <a:pt x="38637" y="308472"/>
                  </a:lnTo>
                  <a:close/>
                  <a:moveTo>
                    <a:pt x="67643" y="283233"/>
                  </a:moveTo>
                  <a:lnTo>
                    <a:pt x="76913" y="276522"/>
                  </a:lnTo>
                  <a:lnTo>
                    <a:pt x="70882" y="276522"/>
                  </a:lnTo>
                  <a:close/>
                  <a:moveTo>
                    <a:pt x="410835" y="276522"/>
                  </a:moveTo>
                  <a:lnTo>
                    <a:pt x="408313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70882" y="276522"/>
                  </a:lnTo>
                  <a:lnTo>
                    <a:pt x="76913" y="276522"/>
                  </a:lnTo>
                  <a:close/>
                  <a:moveTo>
                    <a:pt x="102453" y="252510"/>
                  </a:moveTo>
                  <a:lnTo>
                    <a:pt x="110650" y="244572"/>
                  </a:lnTo>
                  <a:lnTo>
                    <a:pt x="105736" y="244572"/>
                  </a:lnTo>
                  <a:close/>
                  <a:moveTo>
                    <a:pt x="415581" y="276522"/>
                  </a:moveTo>
                  <a:lnTo>
                    <a:pt x="415749" y="244572"/>
                  </a:lnTo>
                  <a:lnTo>
                    <a:pt x="412124" y="244572"/>
                  </a:lnTo>
                  <a:close/>
                  <a:moveTo>
                    <a:pt x="415581" y="276522"/>
                  </a:moveTo>
                  <a:lnTo>
                    <a:pt x="412124" y="244572"/>
                  </a:lnTo>
                  <a:lnTo>
                    <a:pt x="410835" y="276522"/>
                  </a:lnTo>
                  <a:close/>
                  <a:moveTo>
                    <a:pt x="113848" y="212622"/>
                  </a:moveTo>
                  <a:lnTo>
                    <a:pt x="110650" y="244572"/>
                  </a:lnTo>
                  <a:lnTo>
                    <a:pt x="117238" y="212622"/>
                  </a:lnTo>
                  <a:close/>
                  <a:moveTo>
                    <a:pt x="415749" y="244572"/>
                  </a:moveTo>
                  <a:lnTo>
                    <a:pt x="415749" y="212622"/>
                  </a:lnTo>
                  <a:lnTo>
                    <a:pt x="412124" y="244572"/>
                  </a:lnTo>
                  <a:close/>
                  <a:moveTo>
                    <a:pt x="415749" y="212622"/>
                  </a:moveTo>
                  <a:lnTo>
                    <a:pt x="410597" y="212622"/>
                  </a:lnTo>
                  <a:lnTo>
                    <a:pt x="412124" y="244572"/>
                  </a:lnTo>
                  <a:close/>
                  <a:moveTo>
                    <a:pt x="117238" y="212622"/>
                  </a:moveTo>
                  <a:lnTo>
                    <a:pt x="102453" y="188825"/>
                  </a:lnTo>
                  <a:lnTo>
                    <a:pt x="102453" y="190231"/>
                  </a:lnTo>
                  <a:close/>
                  <a:moveTo>
                    <a:pt x="410597" y="212622"/>
                  </a:moveTo>
                  <a:lnTo>
                    <a:pt x="412454" y="180672"/>
                  </a:lnTo>
                  <a:lnTo>
                    <a:pt x="403000" y="180672"/>
                  </a:lnTo>
                  <a:close/>
                  <a:moveTo>
                    <a:pt x="97455" y="180672"/>
                  </a:moveTo>
                  <a:lnTo>
                    <a:pt x="102453" y="190231"/>
                  </a:lnTo>
                  <a:lnTo>
                    <a:pt x="102453" y="188825"/>
                  </a:lnTo>
                  <a:close/>
                  <a:moveTo>
                    <a:pt x="70911" y="148722"/>
                  </a:moveTo>
                  <a:lnTo>
                    <a:pt x="97455" y="180672"/>
                  </a:lnTo>
                  <a:lnTo>
                    <a:pt x="68731" y="148722"/>
                  </a:lnTo>
                  <a:close/>
                  <a:moveTo>
                    <a:pt x="384748" y="148722"/>
                  </a:moveTo>
                  <a:lnTo>
                    <a:pt x="403000" y="180672"/>
                  </a:lnTo>
                  <a:lnTo>
                    <a:pt x="396391" y="148722"/>
                  </a:lnTo>
                  <a:close/>
                  <a:moveTo>
                    <a:pt x="68731" y="148722"/>
                  </a:moveTo>
                  <a:lnTo>
                    <a:pt x="67643" y="147171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0939" y="144420"/>
                  </a:lnTo>
                  <a:lnTo>
                    <a:pt x="384748" y="148722"/>
                  </a:lnTo>
                  <a:close/>
                  <a:moveTo>
                    <a:pt x="380939" y="144420"/>
                  </a:moveTo>
                  <a:lnTo>
                    <a:pt x="380939" y="131476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67643" y="143747"/>
                  </a:lnTo>
                  <a:lnTo>
                    <a:pt x="67643" y="147171"/>
                  </a:lnTo>
                  <a:close/>
                  <a:moveTo>
                    <a:pt x="46626" y="84821"/>
                  </a:moveTo>
                  <a:lnTo>
                    <a:pt x="49511" y="116771"/>
                  </a:lnTo>
                  <a:lnTo>
                    <a:pt x="43898" y="84821"/>
                  </a:lnTo>
                  <a:close/>
                  <a:moveTo>
                    <a:pt x="346128" y="103523"/>
                  </a:moveTo>
                  <a:lnTo>
                    <a:pt x="346128" y="112987"/>
                  </a:lnTo>
                  <a:lnTo>
                    <a:pt x="351036" y="116771"/>
                  </a:lnTo>
                  <a:close/>
                  <a:moveTo>
                    <a:pt x="346128" y="103523"/>
                  </a:moveTo>
                  <a:lnTo>
                    <a:pt x="311317" y="89264"/>
                  </a:lnTo>
                  <a:lnTo>
                    <a:pt x="346128" y="112987"/>
                  </a:lnTo>
                  <a:close/>
                  <a:moveTo>
                    <a:pt x="55182" y="52871"/>
                  </a:moveTo>
                  <a:lnTo>
                    <a:pt x="43898" y="84821"/>
                  </a:lnTo>
                  <a:lnTo>
                    <a:pt x="52053" y="52871"/>
                  </a:lnTo>
                  <a:close/>
                  <a:moveTo>
                    <a:pt x="276507" y="62750"/>
                  </a:moveTo>
                  <a:lnTo>
                    <a:pt x="276507" y="59897"/>
                  </a:lnTo>
                  <a:lnTo>
                    <a:pt x="264971" y="52871"/>
                  </a:lnTo>
                  <a:close/>
                  <a:moveTo>
                    <a:pt x="276507" y="62750"/>
                  </a:moveTo>
                  <a:lnTo>
                    <a:pt x="304987" y="84821"/>
                  </a:lnTo>
                  <a:lnTo>
                    <a:pt x="311317" y="82833"/>
                  </a:lnTo>
                  <a:close/>
                  <a:moveTo>
                    <a:pt x="311317" y="89264"/>
                  </a:moveTo>
                  <a:lnTo>
                    <a:pt x="311317" y="84821"/>
                  </a:lnTo>
                  <a:lnTo>
                    <a:pt x="304987" y="84821"/>
                  </a:lnTo>
                  <a:close/>
                  <a:moveTo>
                    <a:pt x="67643" y="32656"/>
                  </a:moveTo>
                  <a:lnTo>
                    <a:pt x="55182" y="52871"/>
                  </a:lnTo>
                  <a:lnTo>
                    <a:pt x="52053" y="52871"/>
                  </a:lnTo>
                  <a:close/>
                  <a:moveTo>
                    <a:pt x="67643" y="32656"/>
                  </a:moveTo>
                  <a:lnTo>
                    <a:pt x="80963" y="20921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41696" y="34178"/>
                  </a:lnTo>
                  <a:lnTo>
                    <a:pt x="264971" y="52871"/>
                  </a:lnTo>
                  <a:close/>
                  <a:moveTo>
                    <a:pt x="241696" y="34178"/>
                  </a:moveTo>
                  <a:lnTo>
                    <a:pt x="241696" y="34655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85581" y="20921"/>
                  </a:lnTo>
                  <a:lnTo>
                    <a:pt x="80963" y="20921"/>
                  </a:lnTo>
                  <a:close/>
                  <a:moveTo>
                    <a:pt x="137264" y="0"/>
                  </a:moveTo>
                  <a:lnTo>
                    <a:pt x="102453" y="11064"/>
                  </a:lnTo>
                  <a:lnTo>
                    <a:pt x="102453" y="8387"/>
                  </a:lnTo>
                  <a:close/>
                  <a:moveTo>
                    <a:pt x="172075" y="1533"/>
                  </a:moveTo>
                  <a:lnTo>
                    <a:pt x="137264" y="2284"/>
                  </a:lnTo>
                  <a:lnTo>
                    <a:pt x="137264" y="0"/>
                  </a:lnTo>
                  <a:close/>
                  <a:moveTo>
                    <a:pt x="206885" y="12603"/>
                  </a:moveTo>
                  <a:lnTo>
                    <a:pt x="172075" y="3633"/>
                  </a:lnTo>
                  <a:lnTo>
                    <a:pt x="172075" y="1533"/>
                  </a:lnTo>
                  <a:close/>
                  <a:moveTo>
                    <a:pt x="206885" y="14463"/>
                  </a:moveTo>
                  <a:lnTo>
                    <a:pt x="206885" y="12603"/>
                  </a:lnTo>
                  <a:lnTo>
                    <a:pt x="221406" y="20921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3989" name="Candidate_B5__3988">
              <a:extLst>
                <a:ext uri="{FF2B5EF4-FFF2-40B4-BE49-F238E27FC236}">
                  <a16:creationId xmlns:a16="http://schemas.microsoft.com/office/drawing/2014/main" id="{C237050F-E448-D3BF-594D-99B68CA3C91F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7145" y="468222"/>
                  </a:moveTo>
                  <a:lnTo>
                    <a:pt x="97665" y="478335"/>
                  </a:lnTo>
                  <a:lnTo>
                    <a:pt x="97665" y="468222"/>
                  </a:lnTo>
                  <a:close/>
                  <a:moveTo>
                    <a:pt x="67145" y="468222"/>
                  </a:moveTo>
                  <a:lnTo>
                    <a:pt x="97665" y="468222"/>
                  </a:lnTo>
                  <a:lnTo>
                    <a:pt x="62854" y="466634"/>
                  </a:lnTo>
                  <a:close/>
                  <a:moveTo>
                    <a:pt x="132476" y="482550"/>
                  </a:moveTo>
                  <a:lnTo>
                    <a:pt x="132476" y="470164"/>
                  </a:lnTo>
                  <a:lnTo>
                    <a:pt x="97665" y="478335"/>
                  </a:lnTo>
                  <a:close/>
                  <a:moveTo>
                    <a:pt x="132476" y="482550"/>
                  </a:moveTo>
                  <a:lnTo>
                    <a:pt x="167286" y="481795"/>
                  </a:lnTo>
                  <a:lnTo>
                    <a:pt x="167286" y="470167"/>
                  </a:lnTo>
                  <a:close/>
                  <a:moveTo>
                    <a:pt x="167286" y="481795"/>
                  </a:moveTo>
                  <a:lnTo>
                    <a:pt x="202097" y="477517"/>
                  </a:lnTo>
                  <a:lnTo>
                    <a:pt x="167286" y="470167"/>
                  </a:lnTo>
                  <a:close/>
                  <a:moveTo>
                    <a:pt x="236907" y="468222"/>
                  </a:moveTo>
                  <a:lnTo>
                    <a:pt x="202097" y="477517"/>
                  </a:lnTo>
                  <a:lnTo>
                    <a:pt x="236907" y="470337"/>
                  </a:lnTo>
                  <a:close/>
                  <a:moveTo>
                    <a:pt x="236907" y="468222"/>
                  </a:moveTo>
                  <a:lnTo>
                    <a:pt x="202097" y="468222"/>
                  </a:lnTo>
                  <a:lnTo>
                    <a:pt x="202097" y="477517"/>
                  </a:lnTo>
                  <a:close/>
                  <a:moveTo>
                    <a:pt x="236907" y="468222"/>
                  </a:moveTo>
                  <a:lnTo>
                    <a:pt x="236907" y="470337"/>
                  </a:lnTo>
                  <a:lnTo>
                    <a:pt x="244503" y="468222"/>
                  </a:lnTo>
                  <a:close/>
                  <a:moveTo>
                    <a:pt x="236907" y="460664"/>
                  </a:moveTo>
                  <a:lnTo>
                    <a:pt x="244503" y="468222"/>
                  </a:lnTo>
                  <a:lnTo>
                    <a:pt x="271718" y="461378"/>
                  </a:lnTo>
                  <a:close/>
                  <a:moveTo>
                    <a:pt x="21121" y="436272"/>
                  </a:moveTo>
                  <a:lnTo>
                    <a:pt x="28044" y="443102"/>
                  </a:lnTo>
                  <a:lnTo>
                    <a:pt x="28044" y="436272"/>
                  </a:lnTo>
                  <a:close/>
                  <a:moveTo>
                    <a:pt x="3115" y="404322"/>
                  </a:moveTo>
                  <a:lnTo>
                    <a:pt x="21121" y="436272"/>
                  </a:lnTo>
                  <a:lnTo>
                    <a:pt x="20620" y="404322"/>
                  </a:lnTo>
                  <a:close/>
                  <a:moveTo>
                    <a:pt x="62854" y="466634"/>
                  </a:moveTo>
                  <a:lnTo>
                    <a:pt x="62854" y="450807"/>
                  </a:lnTo>
                  <a:lnTo>
                    <a:pt x="28044" y="443102"/>
                  </a:lnTo>
                  <a:close/>
                  <a:moveTo>
                    <a:pt x="271718" y="461378"/>
                  </a:moveTo>
                  <a:lnTo>
                    <a:pt x="306529" y="448631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06529" y="438293"/>
                  </a:lnTo>
                  <a:lnTo>
                    <a:pt x="306529" y="448631"/>
                  </a:lnTo>
                  <a:close/>
                  <a:moveTo>
                    <a:pt x="329054" y="436272"/>
                  </a:moveTo>
                  <a:lnTo>
                    <a:pt x="341339" y="428249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3115" y="404322"/>
                  </a:lnTo>
                  <a:lnTo>
                    <a:pt x="20620" y="404322"/>
                  </a:lnTo>
                  <a:close/>
                  <a:moveTo>
                    <a:pt x="367737" y="404322"/>
                  </a:moveTo>
                  <a:lnTo>
                    <a:pt x="341339" y="416273"/>
                  </a:lnTo>
                  <a:lnTo>
                    <a:pt x="341339" y="428249"/>
                  </a:lnTo>
                  <a:close/>
                  <a:moveTo>
                    <a:pt x="367737" y="404322"/>
                  </a:moveTo>
                  <a:lnTo>
                    <a:pt x="376150" y="39215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0" y="372372"/>
                  </a:lnTo>
                  <a:lnTo>
                    <a:pt x="16593" y="372372"/>
                  </a:lnTo>
                  <a:close/>
                  <a:moveTo>
                    <a:pt x="388385" y="372372"/>
                  </a:moveTo>
                  <a:lnTo>
                    <a:pt x="376150" y="372437"/>
                  </a:lnTo>
                  <a:lnTo>
                    <a:pt x="376150" y="392152"/>
                  </a:lnTo>
                  <a:close/>
                  <a:moveTo>
                    <a:pt x="376190" y="372372"/>
                  </a:moveTo>
                  <a:lnTo>
                    <a:pt x="388385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28044" y="315258"/>
                  </a:lnTo>
                  <a:lnTo>
                    <a:pt x="9510" y="340422"/>
                  </a:lnTo>
                  <a:close/>
                  <a:moveTo>
                    <a:pt x="28044" y="315258"/>
                  </a:moveTo>
                  <a:lnTo>
                    <a:pt x="28044" y="339716"/>
                  </a:lnTo>
                  <a:lnTo>
                    <a:pt x="33849" y="308472"/>
                  </a:lnTo>
                  <a:close/>
                  <a:moveTo>
                    <a:pt x="386826" y="340422"/>
                  </a:moveTo>
                  <a:lnTo>
                    <a:pt x="398743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62854" y="283233"/>
                  </a:lnTo>
                  <a:lnTo>
                    <a:pt x="33849" y="308472"/>
                  </a:lnTo>
                  <a:close/>
                  <a:moveTo>
                    <a:pt x="62854" y="283233"/>
                  </a:moveTo>
                  <a:lnTo>
                    <a:pt x="62854" y="300789"/>
                  </a:lnTo>
                  <a:lnTo>
                    <a:pt x="72124" y="276522"/>
                  </a:lnTo>
                  <a:close/>
                  <a:moveTo>
                    <a:pt x="390419" y="308472"/>
                  </a:moveTo>
                  <a:lnTo>
                    <a:pt x="403524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97665" y="252510"/>
                  </a:lnTo>
                  <a:lnTo>
                    <a:pt x="72124" y="276522"/>
                  </a:lnTo>
                  <a:close/>
                  <a:moveTo>
                    <a:pt x="97665" y="252510"/>
                  </a:moveTo>
                  <a:lnTo>
                    <a:pt x="97665" y="274484"/>
                  </a:lnTo>
                  <a:lnTo>
                    <a:pt x="105861" y="244572"/>
                  </a:lnTo>
                  <a:close/>
                  <a:moveTo>
                    <a:pt x="390732" y="276522"/>
                  </a:moveTo>
                  <a:lnTo>
                    <a:pt x="406047" y="276522"/>
                  </a:lnTo>
                  <a:lnTo>
                    <a:pt x="407335" y="244572"/>
                  </a:lnTo>
                  <a:close/>
                  <a:moveTo>
                    <a:pt x="105861" y="244572"/>
                  </a:moveTo>
                  <a:lnTo>
                    <a:pt x="128560" y="244572"/>
                  </a:lnTo>
                  <a:lnTo>
                    <a:pt x="112449" y="212622"/>
                  </a:lnTo>
                  <a:close/>
                  <a:moveTo>
                    <a:pt x="389441" y="244572"/>
                  </a:moveTo>
                  <a:lnTo>
                    <a:pt x="407335" y="244572"/>
                  </a:lnTo>
                  <a:lnTo>
                    <a:pt x="405809" y="212622"/>
                  </a:lnTo>
                  <a:close/>
                  <a:moveTo>
                    <a:pt x="97665" y="188825"/>
                  </a:moveTo>
                  <a:lnTo>
                    <a:pt x="112449" y="212622"/>
                  </a:lnTo>
                  <a:lnTo>
                    <a:pt x="111191" y="180672"/>
                  </a:lnTo>
                  <a:close/>
                  <a:moveTo>
                    <a:pt x="405809" y="212622"/>
                  </a:moveTo>
                  <a:lnTo>
                    <a:pt x="398212" y="180672"/>
                  </a:lnTo>
                  <a:lnTo>
                    <a:pt x="385242" y="212622"/>
                  </a:lnTo>
                  <a:close/>
                  <a:moveTo>
                    <a:pt x="92666" y="180672"/>
                  </a:moveTo>
                  <a:lnTo>
                    <a:pt x="97665" y="188825"/>
                  </a:lnTo>
                  <a:lnTo>
                    <a:pt x="97665" y="180672"/>
                  </a:lnTo>
                  <a:close/>
                  <a:moveTo>
                    <a:pt x="63942" y="148722"/>
                  </a:moveTo>
                  <a:lnTo>
                    <a:pt x="92666" y="180672"/>
                  </a:lnTo>
                  <a:lnTo>
                    <a:pt x="76930" y="148722"/>
                  </a:lnTo>
                  <a:close/>
                  <a:moveTo>
                    <a:pt x="376150" y="148722"/>
                  </a:moveTo>
                  <a:lnTo>
                    <a:pt x="398212" y="180672"/>
                  </a:lnTo>
                  <a:lnTo>
                    <a:pt x="379960" y="148722"/>
                  </a:lnTo>
                  <a:close/>
                  <a:moveTo>
                    <a:pt x="376150" y="148722"/>
                  </a:moveTo>
                  <a:lnTo>
                    <a:pt x="376150" y="180672"/>
                  </a:lnTo>
                  <a:lnTo>
                    <a:pt x="398212" y="180672"/>
                  </a:lnTo>
                  <a:close/>
                  <a:moveTo>
                    <a:pt x="63942" y="148722"/>
                  </a:moveTo>
                  <a:lnTo>
                    <a:pt x="76930" y="148722"/>
                  </a:lnTo>
                  <a:lnTo>
                    <a:pt x="62854" y="147171"/>
                  </a:lnTo>
                  <a:close/>
                  <a:moveTo>
                    <a:pt x="376150" y="148722"/>
                  </a:moveTo>
                  <a:lnTo>
                    <a:pt x="379960" y="148722"/>
                  </a:lnTo>
                  <a:lnTo>
                    <a:pt x="376150" y="144420"/>
                  </a:lnTo>
                  <a:close/>
                  <a:moveTo>
                    <a:pt x="341339" y="116771"/>
                  </a:moveTo>
                  <a:lnTo>
                    <a:pt x="376150" y="148722"/>
                  </a:lnTo>
                  <a:lnTo>
                    <a:pt x="346247" y="116771"/>
                  </a:lnTo>
                  <a:close/>
                  <a:moveTo>
                    <a:pt x="346247" y="116771"/>
                  </a:moveTo>
                  <a:lnTo>
                    <a:pt x="376150" y="148722"/>
                  </a:lnTo>
                  <a:lnTo>
                    <a:pt x="376150" y="144420"/>
                  </a:lnTo>
                  <a:close/>
                  <a:moveTo>
                    <a:pt x="54922" y="116771"/>
                  </a:moveTo>
                  <a:lnTo>
                    <a:pt x="44722" y="116771"/>
                  </a:lnTo>
                  <a:lnTo>
                    <a:pt x="62854" y="147171"/>
                  </a:lnTo>
                  <a:close/>
                  <a:moveTo>
                    <a:pt x="39109" y="84821"/>
                  </a:moveTo>
                  <a:lnTo>
                    <a:pt x="44722" y="116771"/>
                  </a:lnTo>
                  <a:lnTo>
                    <a:pt x="54922" y="116771"/>
                  </a:lnTo>
                  <a:close/>
                  <a:moveTo>
                    <a:pt x="306529" y="89264"/>
                  </a:moveTo>
                  <a:lnTo>
                    <a:pt x="300198" y="84821"/>
                  </a:lnTo>
                  <a:lnTo>
                    <a:pt x="275366" y="84821"/>
                  </a:lnTo>
                  <a:close/>
                  <a:moveTo>
                    <a:pt x="306529" y="89264"/>
                  </a:moveTo>
                  <a:lnTo>
                    <a:pt x="306529" y="111235"/>
                  </a:lnTo>
                  <a:lnTo>
                    <a:pt x="341339" y="112987"/>
                  </a:lnTo>
                  <a:close/>
                  <a:moveTo>
                    <a:pt x="341339" y="116771"/>
                  </a:moveTo>
                  <a:lnTo>
                    <a:pt x="346247" y="116771"/>
                  </a:lnTo>
                  <a:lnTo>
                    <a:pt x="341339" y="112987"/>
                  </a:lnTo>
                  <a:close/>
                  <a:moveTo>
                    <a:pt x="47264" y="52871"/>
                  </a:moveTo>
                  <a:lnTo>
                    <a:pt x="39109" y="84821"/>
                  </a:lnTo>
                  <a:lnTo>
                    <a:pt x="48566" y="84821"/>
                  </a:lnTo>
                  <a:close/>
                  <a:moveTo>
                    <a:pt x="271718" y="62750"/>
                  </a:moveTo>
                  <a:lnTo>
                    <a:pt x="275366" y="84821"/>
                  </a:lnTo>
                  <a:lnTo>
                    <a:pt x="300198" y="84821"/>
                  </a:lnTo>
                  <a:close/>
                  <a:moveTo>
                    <a:pt x="271718" y="62750"/>
                  </a:moveTo>
                  <a:lnTo>
                    <a:pt x="260182" y="52871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62854" y="32656"/>
                  </a:lnTo>
                  <a:lnTo>
                    <a:pt x="47264" y="52871"/>
                  </a:lnTo>
                  <a:close/>
                  <a:moveTo>
                    <a:pt x="62854" y="32656"/>
                  </a:moveTo>
                  <a:lnTo>
                    <a:pt x="62854" y="461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43286" y="52871"/>
                  </a:lnTo>
                  <a:lnTo>
                    <a:pt x="260182" y="52871"/>
                  </a:lnTo>
                  <a:close/>
                  <a:moveTo>
                    <a:pt x="216617" y="20921"/>
                  </a:moveTo>
                  <a:lnTo>
                    <a:pt x="202097" y="20921"/>
                  </a:lnTo>
                  <a:lnTo>
                    <a:pt x="236907" y="34178"/>
                  </a:lnTo>
                  <a:close/>
                  <a:moveTo>
                    <a:pt x="97665" y="17312"/>
                  </a:moveTo>
                  <a:lnTo>
                    <a:pt x="97665" y="8387"/>
                  </a:lnTo>
                  <a:lnTo>
                    <a:pt x="76174" y="20921"/>
                  </a:lnTo>
                  <a:close/>
                  <a:moveTo>
                    <a:pt x="132476" y="7974"/>
                  </a:moveTo>
                  <a:lnTo>
                    <a:pt x="132476" y="0"/>
                  </a:lnTo>
                  <a:lnTo>
                    <a:pt x="97665" y="8387"/>
                  </a:lnTo>
                  <a:close/>
                  <a:moveTo>
                    <a:pt x="167286" y="9736"/>
                  </a:moveTo>
                  <a:lnTo>
                    <a:pt x="167286" y="1533"/>
                  </a:lnTo>
                  <a:lnTo>
                    <a:pt x="132476" y="0"/>
                  </a:lnTo>
                  <a:close/>
                  <a:moveTo>
                    <a:pt x="167286" y="1533"/>
                  </a:moveTo>
                  <a:lnTo>
                    <a:pt x="167286" y="9736"/>
                  </a:lnTo>
                  <a:lnTo>
                    <a:pt x="202097" y="12603"/>
                  </a:lnTo>
                  <a:close/>
                  <a:moveTo>
                    <a:pt x="202097" y="20921"/>
                  </a:moveTo>
                  <a:lnTo>
                    <a:pt x="21661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3990" name="Candidate_B5__3989">
              <a:extLst>
                <a:ext uri="{FF2B5EF4-FFF2-40B4-BE49-F238E27FC236}">
                  <a16:creationId xmlns:a16="http://schemas.microsoft.com/office/drawing/2014/main" id="{0DAF31AE-8807-A26E-39A1-2E497D8C805E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2854" y="466634"/>
                  </a:moveTo>
                  <a:lnTo>
                    <a:pt x="97665" y="468222"/>
                  </a:lnTo>
                  <a:lnTo>
                    <a:pt x="97665" y="464715"/>
                  </a:lnTo>
                  <a:close/>
                  <a:moveTo>
                    <a:pt x="62854" y="466634"/>
                  </a:moveTo>
                  <a:lnTo>
                    <a:pt x="97665" y="464715"/>
                  </a:lnTo>
                  <a:lnTo>
                    <a:pt x="62854" y="450807"/>
                  </a:lnTo>
                  <a:close/>
                  <a:moveTo>
                    <a:pt x="97665" y="478335"/>
                  </a:moveTo>
                  <a:lnTo>
                    <a:pt x="119953" y="468222"/>
                  </a:lnTo>
                  <a:lnTo>
                    <a:pt x="97665" y="468222"/>
                  </a:lnTo>
                  <a:close/>
                  <a:moveTo>
                    <a:pt x="132476" y="470164"/>
                  </a:moveTo>
                  <a:lnTo>
                    <a:pt x="119953" y="468222"/>
                  </a:lnTo>
                  <a:lnTo>
                    <a:pt x="97665" y="478335"/>
                  </a:lnTo>
                  <a:close/>
                  <a:moveTo>
                    <a:pt x="132476" y="470164"/>
                  </a:moveTo>
                  <a:lnTo>
                    <a:pt x="132476" y="482550"/>
                  </a:lnTo>
                  <a:lnTo>
                    <a:pt x="167286" y="470167"/>
                  </a:lnTo>
                  <a:close/>
                  <a:moveTo>
                    <a:pt x="202097" y="477517"/>
                  </a:moveTo>
                  <a:lnTo>
                    <a:pt x="202097" y="468222"/>
                  </a:lnTo>
                  <a:lnTo>
                    <a:pt x="167286" y="470167"/>
                  </a:lnTo>
                  <a:close/>
                  <a:moveTo>
                    <a:pt x="202097" y="468222"/>
                  </a:moveTo>
                  <a:lnTo>
                    <a:pt x="236907" y="468222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36907" y="460664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44503" y="468222"/>
                  </a:lnTo>
                  <a:lnTo>
                    <a:pt x="236907" y="460664"/>
                  </a:lnTo>
                  <a:close/>
                  <a:moveTo>
                    <a:pt x="236907" y="460664"/>
                  </a:moveTo>
                  <a:lnTo>
                    <a:pt x="271718" y="461378"/>
                  </a:lnTo>
                  <a:lnTo>
                    <a:pt x="271718" y="451942"/>
                  </a:lnTo>
                  <a:close/>
                  <a:moveTo>
                    <a:pt x="20620" y="404322"/>
                  </a:moveTo>
                  <a:lnTo>
                    <a:pt x="28044" y="436272"/>
                  </a:lnTo>
                  <a:lnTo>
                    <a:pt x="28044" y="416665"/>
                  </a:lnTo>
                  <a:close/>
                  <a:moveTo>
                    <a:pt x="21121" y="436272"/>
                  </a:moveTo>
                  <a:lnTo>
                    <a:pt x="28044" y="436272"/>
                  </a:lnTo>
                  <a:lnTo>
                    <a:pt x="20620" y="404322"/>
                  </a:lnTo>
                  <a:close/>
                  <a:moveTo>
                    <a:pt x="28044" y="443102"/>
                  </a:moveTo>
                  <a:lnTo>
                    <a:pt x="42888" y="436272"/>
                  </a:lnTo>
                  <a:lnTo>
                    <a:pt x="28044" y="436272"/>
                  </a:lnTo>
                  <a:close/>
                  <a:moveTo>
                    <a:pt x="62854" y="450807"/>
                  </a:moveTo>
                  <a:lnTo>
                    <a:pt x="42888" y="436272"/>
                  </a:lnTo>
                  <a:lnTo>
                    <a:pt x="28044" y="443102"/>
                  </a:lnTo>
                  <a:close/>
                  <a:moveTo>
                    <a:pt x="28044" y="436272"/>
                  </a:moveTo>
                  <a:lnTo>
                    <a:pt x="42888" y="436272"/>
                  </a:lnTo>
                  <a:lnTo>
                    <a:pt x="28044" y="416665"/>
                  </a:lnTo>
                  <a:close/>
                  <a:moveTo>
                    <a:pt x="271718" y="451942"/>
                  </a:moveTo>
                  <a:lnTo>
                    <a:pt x="271718" y="461378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10274" y="436272"/>
                  </a:lnTo>
                  <a:lnTo>
                    <a:pt x="306529" y="438293"/>
                  </a:lnTo>
                  <a:close/>
                  <a:moveTo>
                    <a:pt x="310274" y="436272"/>
                  </a:moveTo>
                  <a:lnTo>
                    <a:pt x="329054" y="436272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20620" y="404322"/>
                  </a:lnTo>
                  <a:lnTo>
                    <a:pt x="16593" y="372372"/>
                  </a:lnTo>
                  <a:close/>
                  <a:moveTo>
                    <a:pt x="367737" y="404322"/>
                  </a:moveTo>
                  <a:lnTo>
                    <a:pt x="354543" y="404322"/>
                  </a:lnTo>
                  <a:lnTo>
                    <a:pt x="341339" y="416273"/>
                  </a:lnTo>
                  <a:close/>
                  <a:moveTo>
                    <a:pt x="354543" y="404322"/>
                  </a:moveTo>
                  <a:lnTo>
                    <a:pt x="367737" y="40432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16593" y="372372"/>
                  </a:lnTo>
                  <a:lnTo>
                    <a:pt x="27529" y="340422"/>
                  </a:lnTo>
                  <a:close/>
                  <a:moveTo>
                    <a:pt x="388385" y="372372"/>
                  </a:moveTo>
                  <a:lnTo>
                    <a:pt x="376190" y="372372"/>
                  </a:lnTo>
                  <a:lnTo>
                    <a:pt x="376150" y="372437"/>
                  </a:lnTo>
                  <a:close/>
                  <a:moveTo>
                    <a:pt x="386826" y="340422"/>
                  </a:moveTo>
                  <a:lnTo>
                    <a:pt x="376190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9510" y="340422"/>
                  </a:lnTo>
                  <a:lnTo>
                    <a:pt x="27529" y="340422"/>
                  </a:lnTo>
                  <a:close/>
                  <a:moveTo>
                    <a:pt x="28044" y="339716"/>
                  </a:moveTo>
                  <a:lnTo>
                    <a:pt x="54193" y="308472"/>
                  </a:lnTo>
                  <a:lnTo>
                    <a:pt x="33849" y="308472"/>
                  </a:lnTo>
                  <a:close/>
                  <a:moveTo>
                    <a:pt x="390419" y="308472"/>
                  </a:moveTo>
                  <a:lnTo>
                    <a:pt x="386826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33849" y="308472"/>
                  </a:lnTo>
                  <a:lnTo>
                    <a:pt x="54193" y="308472"/>
                  </a:lnTo>
                  <a:close/>
                  <a:moveTo>
                    <a:pt x="62854" y="300789"/>
                  </a:moveTo>
                  <a:lnTo>
                    <a:pt x="95552" y="276522"/>
                  </a:lnTo>
                  <a:lnTo>
                    <a:pt x="72124" y="276522"/>
                  </a:lnTo>
                  <a:close/>
                  <a:moveTo>
                    <a:pt x="390732" y="276522"/>
                  </a:moveTo>
                  <a:lnTo>
                    <a:pt x="390419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72124" y="276522"/>
                  </a:lnTo>
                  <a:lnTo>
                    <a:pt x="95552" y="276522"/>
                  </a:lnTo>
                  <a:close/>
                  <a:moveTo>
                    <a:pt x="97665" y="274484"/>
                  </a:moveTo>
                  <a:lnTo>
                    <a:pt x="128560" y="244572"/>
                  </a:lnTo>
                  <a:lnTo>
                    <a:pt x="105861" y="244572"/>
                  </a:lnTo>
                  <a:close/>
                  <a:moveTo>
                    <a:pt x="389441" y="244572"/>
                  </a:moveTo>
                  <a:lnTo>
                    <a:pt x="390732" y="276522"/>
                  </a:lnTo>
                  <a:lnTo>
                    <a:pt x="407335" y="244572"/>
                  </a:lnTo>
                  <a:close/>
                  <a:moveTo>
                    <a:pt x="112449" y="212622"/>
                  </a:moveTo>
                  <a:lnTo>
                    <a:pt x="132476" y="223133"/>
                  </a:lnTo>
                  <a:lnTo>
                    <a:pt x="132476" y="212622"/>
                  </a:lnTo>
                  <a:close/>
                  <a:moveTo>
                    <a:pt x="128560" y="244572"/>
                  </a:moveTo>
                  <a:lnTo>
                    <a:pt x="132476" y="223133"/>
                  </a:lnTo>
                  <a:lnTo>
                    <a:pt x="112449" y="212622"/>
                  </a:lnTo>
                  <a:close/>
                  <a:moveTo>
                    <a:pt x="385242" y="212622"/>
                  </a:moveTo>
                  <a:lnTo>
                    <a:pt x="389441" y="244572"/>
                  </a:lnTo>
                  <a:lnTo>
                    <a:pt x="405809" y="212622"/>
                  </a:lnTo>
                  <a:close/>
                  <a:moveTo>
                    <a:pt x="97665" y="180672"/>
                  </a:moveTo>
                  <a:lnTo>
                    <a:pt x="97665" y="188825"/>
                  </a:lnTo>
                  <a:lnTo>
                    <a:pt x="111191" y="180672"/>
                  </a:lnTo>
                  <a:close/>
                  <a:moveTo>
                    <a:pt x="111191" y="180672"/>
                  </a:moveTo>
                  <a:lnTo>
                    <a:pt x="112449" y="212622"/>
                  </a:lnTo>
                  <a:lnTo>
                    <a:pt x="132476" y="209974"/>
                  </a:lnTo>
                  <a:close/>
                  <a:moveTo>
                    <a:pt x="132476" y="209974"/>
                  </a:moveTo>
                  <a:lnTo>
                    <a:pt x="112449" y="212622"/>
                  </a:lnTo>
                  <a:lnTo>
                    <a:pt x="132476" y="212622"/>
                  </a:lnTo>
                  <a:close/>
                  <a:moveTo>
                    <a:pt x="398212" y="180672"/>
                  </a:moveTo>
                  <a:lnTo>
                    <a:pt x="376150" y="180672"/>
                  </a:lnTo>
                  <a:lnTo>
                    <a:pt x="385242" y="212622"/>
                  </a:lnTo>
                  <a:close/>
                  <a:moveTo>
                    <a:pt x="76930" y="148722"/>
                  </a:moveTo>
                  <a:lnTo>
                    <a:pt x="97665" y="180672"/>
                  </a:lnTo>
                  <a:lnTo>
                    <a:pt x="97665" y="169797"/>
                  </a:lnTo>
                  <a:close/>
                  <a:moveTo>
                    <a:pt x="92666" y="180672"/>
                  </a:moveTo>
                  <a:lnTo>
                    <a:pt x="97665" y="180672"/>
                  </a:lnTo>
                  <a:lnTo>
                    <a:pt x="76930" y="148722"/>
                  </a:lnTo>
                  <a:close/>
                  <a:moveTo>
                    <a:pt x="97665" y="180672"/>
                  </a:moveTo>
                  <a:lnTo>
                    <a:pt x="111191" y="180672"/>
                  </a:lnTo>
                  <a:lnTo>
                    <a:pt x="97665" y="169797"/>
                  </a:lnTo>
                  <a:close/>
                  <a:moveTo>
                    <a:pt x="376150" y="180672"/>
                  </a:moveTo>
                  <a:lnTo>
                    <a:pt x="376150" y="148722"/>
                  </a:lnTo>
                  <a:lnTo>
                    <a:pt x="374214" y="180672"/>
                  </a:lnTo>
                  <a:close/>
                  <a:moveTo>
                    <a:pt x="376150" y="148722"/>
                  </a:moveTo>
                  <a:lnTo>
                    <a:pt x="351396" y="148722"/>
                  </a:lnTo>
                  <a:lnTo>
                    <a:pt x="374214" y="180672"/>
                  </a:lnTo>
                  <a:close/>
                  <a:moveTo>
                    <a:pt x="76930" y="148722"/>
                  </a:moveTo>
                  <a:lnTo>
                    <a:pt x="62854" y="129713"/>
                  </a:lnTo>
                  <a:lnTo>
                    <a:pt x="62854" y="147171"/>
                  </a:lnTo>
                  <a:close/>
                  <a:moveTo>
                    <a:pt x="341339" y="139067"/>
                  </a:moveTo>
                  <a:lnTo>
                    <a:pt x="351396" y="148722"/>
                  </a:lnTo>
                  <a:lnTo>
                    <a:pt x="341339" y="116771"/>
                  </a:lnTo>
                  <a:close/>
                  <a:moveTo>
                    <a:pt x="351396" y="148722"/>
                  </a:moveTo>
                  <a:lnTo>
                    <a:pt x="376150" y="148722"/>
                  </a:lnTo>
                  <a:lnTo>
                    <a:pt x="341339" y="116771"/>
                  </a:lnTo>
                  <a:close/>
                  <a:moveTo>
                    <a:pt x="54922" y="116771"/>
                  </a:moveTo>
                  <a:lnTo>
                    <a:pt x="62854" y="147171"/>
                  </a:lnTo>
                  <a:lnTo>
                    <a:pt x="62854" y="129713"/>
                  </a:lnTo>
                  <a:close/>
                  <a:moveTo>
                    <a:pt x="39109" y="84821"/>
                  </a:moveTo>
                  <a:lnTo>
                    <a:pt x="54922" y="116771"/>
                  </a:lnTo>
                  <a:lnTo>
                    <a:pt x="48566" y="84821"/>
                  </a:lnTo>
                  <a:close/>
                  <a:moveTo>
                    <a:pt x="306529" y="111235"/>
                  </a:moveTo>
                  <a:lnTo>
                    <a:pt x="306529" y="89264"/>
                  </a:lnTo>
                  <a:lnTo>
                    <a:pt x="275366" y="84821"/>
                  </a:lnTo>
                  <a:close/>
                  <a:moveTo>
                    <a:pt x="341339" y="112987"/>
                  </a:moveTo>
                  <a:lnTo>
                    <a:pt x="313651" y="116771"/>
                  </a:lnTo>
                  <a:lnTo>
                    <a:pt x="341339" y="116771"/>
                  </a:lnTo>
                  <a:close/>
                  <a:moveTo>
                    <a:pt x="306529" y="111235"/>
                  </a:moveTo>
                  <a:lnTo>
                    <a:pt x="313651" y="116771"/>
                  </a:lnTo>
                  <a:lnTo>
                    <a:pt x="341339" y="112987"/>
                  </a:lnTo>
                  <a:close/>
                  <a:moveTo>
                    <a:pt x="341339" y="139067"/>
                  </a:moveTo>
                  <a:lnTo>
                    <a:pt x="341339" y="116771"/>
                  </a:lnTo>
                  <a:lnTo>
                    <a:pt x="313651" y="116771"/>
                  </a:lnTo>
                  <a:close/>
                  <a:moveTo>
                    <a:pt x="47264" y="52871"/>
                  </a:moveTo>
                  <a:lnTo>
                    <a:pt x="48566" y="84821"/>
                  </a:lnTo>
                  <a:lnTo>
                    <a:pt x="57653" y="52871"/>
                  </a:lnTo>
                  <a:close/>
                  <a:moveTo>
                    <a:pt x="271718" y="62750"/>
                  </a:moveTo>
                  <a:lnTo>
                    <a:pt x="271718" y="81534"/>
                  </a:lnTo>
                  <a:lnTo>
                    <a:pt x="275366" y="84821"/>
                  </a:lnTo>
                  <a:close/>
                  <a:moveTo>
                    <a:pt x="271718" y="81534"/>
                  </a:moveTo>
                  <a:lnTo>
                    <a:pt x="271718" y="62750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47264" y="52871"/>
                  </a:lnTo>
                  <a:lnTo>
                    <a:pt x="57653" y="52871"/>
                  </a:lnTo>
                  <a:close/>
                  <a:moveTo>
                    <a:pt x="62854" y="46121"/>
                  </a:moveTo>
                  <a:lnTo>
                    <a:pt x="91468" y="209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36907" y="47288"/>
                  </a:lnTo>
                  <a:lnTo>
                    <a:pt x="243286" y="52871"/>
                  </a:lnTo>
                  <a:close/>
                  <a:moveTo>
                    <a:pt x="236907" y="34178"/>
                  </a:moveTo>
                  <a:lnTo>
                    <a:pt x="202097" y="20921"/>
                  </a:lnTo>
                  <a:lnTo>
                    <a:pt x="202097" y="22413"/>
                  </a:lnTo>
                  <a:close/>
                  <a:moveTo>
                    <a:pt x="236907" y="34178"/>
                  </a:moveTo>
                  <a:lnTo>
                    <a:pt x="202097" y="22413"/>
                  </a:lnTo>
                  <a:lnTo>
                    <a:pt x="236907" y="47288"/>
                  </a:lnTo>
                  <a:close/>
                  <a:moveTo>
                    <a:pt x="97665" y="17312"/>
                  </a:moveTo>
                  <a:lnTo>
                    <a:pt x="76174" y="20921"/>
                  </a:lnTo>
                  <a:lnTo>
                    <a:pt x="91468" y="20921"/>
                  </a:lnTo>
                  <a:close/>
                  <a:moveTo>
                    <a:pt x="132476" y="7974"/>
                  </a:moveTo>
                  <a:lnTo>
                    <a:pt x="97665" y="8387"/>
                  </a:lnTo>
                  <a:lnTo>
                    <a:pt x="97665" y="17312"/>
                  </a:lnTo>
                  <a:close/>
                  <a:moveTo>
                    <a:pt x="167286" y="9736"/>
                  </a:moveTo>
                  <a:lnTo>
                    <a:pt x="132476" y="0"/>
                  </a:lnTo>
                  <a:lnTo>
                    <a:pt x="132476" y="7974"/>
                  </a:lnTo>
                  <a:close/>
                  <a:moveTo>
                    <a:pt x="202097" y="12603"/>
                  </a:moveTo>
                  <a:lnTo>
                    <a:pt x="198547" y="20921"/>
                  </a:lnTo>
                  <a:lnTo>
                    <a:pt x="202097" y="20921"/>
                  </a:lnTo>
                  <a:close/>
                  <a:moveTo>
                    <a:pt x="167286" y="9736"/>
                  </a:moveTo>
                  <a:lnTo>
                    <a:pt x="19854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3991" name="Candidate_B5__3990">
              <a:extLst>
                <a:ext uri="{FF2B5EF4-FFF2-40B4-BE49-F238E27FC236}">
                  <a16:creationId xmlns:a16="http://schemas.microsoft.com/office/drawing/2014/main" id="{A7FDEBA5-2A7A-E19E-EA1B-BC46A0548207}"/>
                </a:ext>
              </a:extLst>
            </p:cNvPr>
            <p:cNvSpPr>
              <a:spLocks noGrp="1"/>
            </p:cNvSpPr>
            <p:nvPr/>
          </p:nvSpPr>
          <p:spPr>
            <a:xfrm>
              <a:off x="4012356" y="3527461"/>
              <a:ext cx="374139" cy="462193"/>
            </a:xfrm>
            <a:custGeom>
              <a:avLst/>
              <a:gdLst/>
              <a:ahLst/>
              <a:cxnLst/>
              <a:rect l="0" t="0" r="0" b="0"/>
              <a:pathLst>
                <a:path w="374139" h="462193">
                  <a:moveTo>
                    <a:pt x="81072" y="460248"/>
                  </a:moveTo>
                  <a:lnTo>
                    <a:pt x="103360" y="460248"/>
                  </a:lnTo>
                  <a:lnTo>
                    <a:pt x="81072" y="456742"/>
                  </a:lnTo>
                  <a:close/>
                  <a:moveTo>
                    <a:pt x="150693" y="462193"/>
                  </a:moveTo>
                  <a:lnTo>
                    <a:pt x="185504" y="460248"/>
                  </a:lnTo>
                  <a:lnTo>
                    <a:pt x="168168" y="460248"/>
                  </a:lnTo>
                  <a:close/>
                  <a:moveTo>
                    <a:pt x="168168" y="460248"/>
                  </a:moveTo>
                  <a:lnTo>
                    <a:pt x="185504" y="460248"/>
                  </a:lnTo>
                  <a:lnTo>
                    <a:pt x="185504" y="458554"/>
                  </a:lnTo>
                  <a:close/>
                  <a:moveTo>
                    <a:pt x="115883" y="204648"/>
                  </a:moveTo>
                  <a:lnTo>
                    <a:pt x="117726" y="204648"/>
                  </a:lnTo>
                  <a:lnTo>
                    <a:pt x="115883" y="202001"/>
                  </a:lnTo>
                  <a:close/>
                  <a:moveTo>
                    <a:pt x="115883" y="204648"/>
                  </a:moveTo>
                  <a:lnTo>
                    <a:pt x="115883" y="215159"/>
                  </a:lnTo>
                  <a:lnTo>
                    <a:pt x="117726" y="204648"/>
                  </a:lnTo>
                  <a:close/>
                  <a:moveTo>
                    <a:pt x="368649" y="204648"/>
                  </a:moveTo>
                  <a:lnTo>
                    <a:pt x="359557" y="172698"/>
                  </a:lnTo>
                  <a:lnTo>
                    <a:pt x="359557" y="177761"/>
                  </a:lnTo>
                  <a:close/>
                  <a:moveTo>
                    <a:pt x="359557" y="177761"/>
                  </a:moveTo>
                  <a:lnTo>
                    <a:pt x="359557" y="172698"/>
                  </a:lnTo>
                  <a:lnTo>
                    <a:pt x="357621" y="172698"/>
                  </a:lnTo>
                  <a:close/>
                  <a:moveTo>
                    <a:pt x="185504" y="14440"/>
                  </a:moveTo>
                  <a:lnTo>
                    <a:pt x="185504" y="12948"/>
                  </a:lnTo>
                  <a:lnTo>
                    <a:pt x="181954" y="12948"/>
                  </a:lnTo>
                  <a:close/>
                  <a:moveTo>
                    <a:pt x="103360" y="460248"/>
                  </a:moveTo>
                  <a:lnTo>
                    <a:pt x="115883" y="462191"/>
                  </a:lnTo>
                  <a:lnTo>
                    <a:pt x="115883" y="460248"/>
                  </a:lnTo>
                  <a:close/>
                  <a:moveTo>
                    <a:pt x="103360" y="460248"/>
                  </a:moveTo>
                  <a:lnTo>
                    <a:pt x="115883" y="460248"/>
                  </a:lnTo>
                  <a:lnTo>
                    <a:pt x="81072" y="456742"/>
                  </a:lnTo>
                  <a:close/>
                  <a:moveTo>
                    <a:pt x="150693" y="460248"/>
                  </a:moveTo>
                  <a:lnTo>
                    <a:pt x="115883" y="462191"/>
                  </a:lnTo>
                  <a:lnTo>
                    <a:pt x="150693" y="462193"/>
                  </a:lnTo>
                  <a:close/>
                  <a:moveTo>
                    <a:pt x="150693" y="460248"/>
                  </a:moveTo>
                  <a:lnTo>
                    <a:pt x="115883" y="460248"/>
                  </a:lnTo>
                  <a:lnTo>
                    <a:pt x="115883" y="462191"/>
                  </a:lnTo>
                  <a:close/>
                  <a:moveTo>
                    <a:pt x="150693" y="460248"/>
                  </a:moveTo>
                  <a:lnTo>
                    <a:pt x="150693" y="462193"/>
                  </a:lnTo>
                  <a:lnTo>
                    <a:pt x="168168" y="460248"/>
                  </a:lnTo>
                  <a:close/>
                  <a:moveTo>
                    <a:pt x="26295" y="428298"/>
                  </a:moveTo>
                  <a:lnTo>
                    <a:pt x="46261" y="442833"/>
                  </a:lnTo>
                  <a:lnTo>
                    <a:pt x="46261" y="428298"/>
                  </a:lnTo>
                  <a:close/>
                  <a:moveTo>
                    <a:pt x="289936" y="428298"/>
                  </a:moveTo>
                  <a:lnTo>
                    <a:pt x="255125" y="443968"/>
                  </a:lnTo>
                  <a:lnTo>
                    <a:pt x="289936" y="430319"/>
                  </a:lnTo>
                  <a:close/>
                  <a:moveTo>
                    <a:pt x="289936" y="428298"/>
                  </a:moveTo>
                  <a:lnTo>
                    <a:pt x="289936" y="430319"/>
                  </a:lnTo>
                  <a:lnTo>
                    <a:pt x="293681" y="428298"/>
                  </a:lnTo>
                  <a:close/>
                  <a:moveTo>
                    <a:pt x="293681" y="428298"/>
                  </a:moveTo>
                  <a:lnTo>
                    <a:pt x="324747" y="408300"/>
                  </a:lnTo>
                  <a:lnTo>
                    <a:pt x="289936" y="428298"/>
                  </a:lnTo>
                  <a:close/>
                  <a:moveTo>
                    <a:pt x="4027" y="396348"/>
                  </a:moveTo>
                  <a:lnTo>
                    <a:pt x="11451" y="408691"/>
                  </a:lnTo>
                  <a:lnTo>
                    <a:pt x="11451" y="396348"/>
                  </a:lnTo>
                  <a:close/>
                  <a:moveTo>
                    <a:pt x="0" y="364398"/>
                  </a:moveTo>
                  <a:lnTo>
                    <a:pt x="11451" y="396348"/>
                  </a:lnTo>
                  <a:lnTo>
                    <a:pt x="11451" y="364398"/>
                  </a:lnTo>
                  <a:close/>
                  <a:moveTo>
                    <a:pt x="0" y="364398"/>
                  </a:moveTo>
                  <a:lnTo>
                    <a:pt x="4027" y="396348"/>
                  </a:lnTo>
                  <a:lnTo>
                    <a:pt x="11451" y="396348"/>
                  </a:lnTo>
                  <a:close/>
                  <a:moveTo>
                    <a:pt x="324747" y="396348"/>
                  </a:moveTo>
                  <a:lnTo>
                    <a:pt x="324747" y="408300"/>
                  </a:lnTo>
                  <a:lnTo>
                    <a:pt x="337950" y="396348"/>
                  </a:lnTo>
                  <a:close/>
                  <a:moveTo>
                    <a:pt x="337950" y="396348"/>
                  </a:moveTo>
                  <a:lnTo>
                    <a:pt x="359557" y="364464"/>
                  </a:lnTo>
                  <a:lnTo>
                    <a:pt x="324747" y="396348"/>
                  </a:lnTo>
                  <a:close/>
                  <a:moveTo>
                    <a:pt x="10937" y="332448"/>
                  </a:moveTo>
                  <a:lnTo>
                    <a:pt x="11451" y="364398"/>
                  </a:lnTo>
                  <a:lnTo>
                    <a:pt x="11451" y="332448"/>
                  </a:lnTo>
                  <a:close/>
                  <a:moveTo>
                    <a:pt x="10937" y="332448"/>
                  </a:moveTo>
                  <a:lnTo>
                    <a:pt x="0" y="364398"/>
                  </a:lnTo>
                  <a:lnTo>
                    <a:pt x="11451" y="364398"/>
                  </a:lnTo>
                  <a:close/>
                  <a:moveTo>
                    <a:pt x="359557" y="364398"/>
                  </a:moveTo>
                  <a:lnTo>
                    <a:pt x="359557" y="364464"/>
                  </a:lnTo>
                  <a:lnTo>
                    <a:pt x="359597" y="364398"/>
                  </a:lnTo>
                  <a:close/>
                  <a:moveTo>
                    <a:pt x="359557" y="332448"/>
                  </a:moveTo>
                  <a:lnTo>
                    <a:pt x="359597" y="364398"/>
                  </a:lnTo>
                  <a:lnTo>
                    <a:pt x="370234" y="332448"/>
                  </a:lnTo>
                  <a:close/>
                  <a:moveTo>
                    <a:pt x="359557" y="332448"/>
                  </a:moveTo>
                  <a:lnTo>
                    <a:pt x="359557" y="364398"/>
                  </a:lnTo>
                  <a:lnTo>
                    <a:pt x="359597" y="364398"/>
                  </a:lnTo>
                  <a:close/>
                  <a:moveTo>
                    <a:pt x="11451" y="331742"/>
                  </a:moveTo>
                  <a:lnTo>
                    <a:pt x="10937" y="332448"/>
                  </a:lnTo>
                  <a:lnTo>
                    <a:pt x="11451" y="332448"/>
                  </a:lnTo>
                  <a:close/>
                  <a:moveTo>
                    <a:pt x="11451" y="332448"/>
                  </a:moveTo>
                  <a:lnTo>
                    <a:pt x="37600" y="300498"/>
                  </a:lnTo>
                  <a:lnTo>
                    <a:pt x="11451" y="331742"/>
                  </a:lnTo>
                  <a:close/>
                  <a:moveTo>
                    <a:pt x="46261" y="300498"/>
                  </a:moveTo>
                  <a:lnTo>
                    <a:pt x="37600" y="300498"/>
                  </a:lnTo>
                  <a:lnTo>
                    <a:pt x="11451" y="332448"/>
                  </a:lnTo>
                  <a:close/>
                  <a:moveTo>
                    <a:pt x="359557" y="300498"/>
                  </a:moveTo>
                  <a:lnTo>
                    <a:pt x="370234" y="332448"/>
                  </a:lnTo>
                  <a:lnTo>
                    <a:pt x="373826" y="300498"/>
                  </a:lnTo>
                  <a:close/>
                  <a:moveTo>
                    <a:pt x="46261" y="292815"/>
                  </a:moveTo>
                  <a:lnTo>
                    <a:pt x="37600" y="300498"/>
                  </a:lnTo>
                  <a:lnTo>
                    <a:pt x="46261" y="300498"/>
                  </a:lnTo>
                  <a:close/>
                  <a:moveTo>
                    <a:pt x="359557" y="268548"/>
                  </a:moveTo>
                  <a:lnTo>
                    <a:pt x="373826" y="300498"/>
                  </a:lnTo>
                  <a:lnTo>
                    <a:pt x="374139" y="268548"/>
                  </a:lnTo>
                  <a:close/>
                  <a:moveTo>
                    <a:pt x="81072" y="266510"/>
                  </a:moveTo>
                  <a:lnTo>
                    <a:pt x="78959" y="268548"/>
                  </a:lnTo>
                  <a:lnTo>
                    <a:pt x="81072" y="268548"/>
                  </a:lnTo>
                  <a:close/>
                  <a:moveTo>
                    <a:pt x="81072" y="268548"/>
                  </a:moveTo>
                  <a:lnTo>
                    <a:pt x="111967" y="236598"/>
                  </a:lnTo>
                  <a:lnTo>
                    <a:pt x="81072" y="266510"/>
                  </a:lnTo>
                  <a:close/>
                  <a:moveTo>
                    <a:pt x="115883" y="236598"/>
                  </a:moveTo>
                  <a:lnTo>
                    <a:pt x="111967" y="236598"/>
                  </a:lnTo>
                  <a:lnTo>
                    <a:pt x="81072" y="268548"/>
                  </a:lnTo>
                  <a:close/>
                  <a:moveTo>
                    <a:pt x="359557" y="236598"/>
                  </a:moveTo>
                  <a:lnTo>
                    <a:pt x="374139" y="268548"/>
                  </a:lnTo>
                  <a:lnTo>
                    <a:pt x="372849" y="236598"/>
                  </a:lnTo>
                  <a:close/>
                  <a:moveTo>
                    <a:pt x="115883" y="215159"/>
                  </a:moveTo>
                  <a:lnTo>
                    <a:pt x="111967" y="236598"/>
                  </a:lnTo>
                  <a:lnTo>
                    <a:pt x="115883" y="236598"/>
                  </a:lnTo>
                  <a:close/>
                  <a:moveTo>
                    <a:pt x="115883" y="236598"/>
                  </a:moveTo>
                  <a:lnTo>
                    <a:pt x="117726" y="204648"/>
                  </a:lnTo>
                  <a:lnTo>
                    <a:pt x="115883" y="215159"/>
                  </a:lnTo>
                  <a:close/>
                  <a:moveTo>
                    <a:pt x="150693" y="204648"/>
                  </a:moveTo>
                  <a:lnTo>
                    <a:pt x="117726" y="204648"/>
                  </a:lnTo>
                  <a:lnTo>
                    <a:pt x="115883" y="236598"/>
                  </a:lnTo>
                  <a:close/>
                  <a:moveTo>
                    <a:pt x="359557" y="204648"/>
                  </a:moveTo>
                  <a:lnTo>
                    <a:pt x="372849" y="236598"/>
                  </a:lnTo>
                  <a:lnTo>
                    <a:pt x="368649" y="204648"/>
                  </a:lnTo>
                  <a:close/>
                  <a:moveTo>
                    <a:pt x="359557" y="204648"/>
                  </a:moveTo>
                  <a:lnTo>
                    <a:pt x="359557" y="236598"/>
                  </a:lnTo>
                  <a:lnTo>
                    <a:pt x="372849" y="236598"/>
                  </a:lnTo>
                  <a:close/>
                  <a:moveTo>
                    <a:pt x="150693" y="204648"/>
                  </a:moveTo>
                  <a:lnTo>
                    <a:pt x="115883" y="202001"/>
                  </a:lnTo>
                  <a:lnTo>
                    <a:pt x="117726" y="204648"/>
                  </a:lnTo>
                  <a:close/>
                  <a:moveTo>
                    <a:pt x="359557" y="204648"/>
                  </a:moveTo>
                  <a:lnTo>
                    <a:pt x="368649" y="204648"/>
                  </a:lnTo>
                  <a:lnTo>
                    <a:pt x="359557" y="177761"/>
                  </a:lnTo>
                  <a:close/>
                  <a:moveTo>
                    <a:pt x="357621" y="172698"/>
                  </a:moveTo>
                  <a:lnTo>
                    <a:pt x="359557" y="204648"/>
                  </a:lnTo>
                  <a:lnTo>
                    <a:pt x="359557" y="177761"/>
                  </a:lnTo>
                  <a:close/>
                  <a:moveTo>
                    <a:pt x="94598" y="172698"/>
                  </a:moveTo>
                  <a:lnTo>
                    <a:pt x="115883" y="202001"/>
                  </a:lnTo>
                  <a:lnTo>
                    <a:pt x="115883" y="172698"/>
                  </a:lnTo>
                  <a:close/>
                  <a:moveTo>
                    <a:pt x="324747" y="140748"/>
                  </a:moveTo>
                  <a:lnTo>
                    <a:pt x="357621" y="172698"/>
                  </a:lnTo>
                  <a:lnTo>
                    <a:pt x="334804" y="140748"/>
                  </a:lnTo>
                  <a:close/>
                  <a:moveTo>
                    <a:pt x="60337" y="140748"/>
                  </a:moveTo>
                  <a:lnTo>
                    <a:pt x="81072" y="161823"/>
                  </a:lnTo>
                  <a:lnTo>
                    <a:pt x="81072" y="140748"/>
                  </a:lnTo>
                  <a:close/>
                  <a:moveTo>
                    <a:pt x="289936" y="108798"/>
                  </a:moveTo>
                  <a:lnTo>
                    <a:pt x="324747" y="131094"/>
                  </a:lnTo>
                  <a:lnTo>
                    <a:pt x="297058" y="108798"/>
                  </a:lnTo>
                  <a:close/>
                  <a:moveTo>
                    <a:pt x="324747" y="140748"/>
                  </a:moveTo>
                  <a:lnTo>
                    <a:pt x="324747" y="131094"/>
                  </a:lnTo>
                  <a:lnTo>
                    <a:pt x="289936" y="108798"/>
                  </a:lnTo>
                  <a:close/>
                  <a:moveTo>
                    <a:pt x="324747" y="140748"/>
                  </a:moveTo>
                  <a:lnTo>
                    <a:pt x="334804" y="140748"/>
                  </a:lnTo>
                  <a:lnTo>
                    <a:pt x="324747" y="131094"/>
                  </a:lnTo>
                  <a:close/>
                  <a:moveTo>
                    <a:pt x="38329" y="108798"/>
                  </a:moveTo>
                  <a:lnTo>
                    <a:pt x="46261" y="121739"/>
                  </a:lnTo>
                  <a:lnTo>
                    <a:pt x="46261" y="108798"/>
                  </a:lnTo>
                  <a:close/>
                  <a:moveTo>
                    <a:pt x="31973" y="76848"/>
                  </a:moveTo>
                  <a:lnTo>
                    <a:pt x="38329" y="108798"/>
                  </a:lnTo>
                  <a:lnTo>
                    <a:pt x="46261" y="108798"/>
                  </a:lnTo>
                  <a:close/>
                  <a:moveTo>
                    <a:pt x="255125" y="76848"/>
                  </a:moveTo>
                  <a:lnTo>
                    <a:pt x="289936" y="103261"/>
                  </a:lnTo>
                  <a:lnTo>
                    <a:pt x="258773" y="76848"/>
                  </a:lnTo>
                  <a:close/>
                  <a:moveTo>
                    <a:pt x="289936" y="108798"/>
                  </a:moveTo>
                  <a:lnTo>
                    <a:pt x="289936" y="103261"/>
                  </a:lnTo>
                  <a:lnTo>
                    <a:pt x="255125" y="76848"/>
                  </a:lnTo>
                  <a:close/>
                  <a:moveTo>
                    <a:pt x="289936" y="108798"/>
                  </a:moveTo>
                  <a:lnTo>
                    <a:pt x="297058" y="108798"/>
                  </a:lnTo>
                  <a:lnTo>
                    <a:pt x="289936" y="103261"/>
                  </a:lnTo>
                  <a:close/>
                  <a:moveTo>
                    <a:pt x="41060" y="44898"/>
                  </a:moveTo>
                  <a:lnTo>
                    <a:pt x="46261" y="76848"/>
                  </a:lnTo>
                  <a:lnTo>
                    <a:pt x="46261" y="44898"/>
                  </a:lnTo>
                  <a:close/>
                  <a:moveTo>
                    <a:pt x="41060" y="44898"/>
                  </a:moveTo>
                  <a:lnTo>
                    <a:pt x="31973" y="76848"/>
                  </a:lnTo>
                  <a:lnTo>
                    <a:pt x="46261" y="76848"/>
                  </a:lnTo>
                  <a:close/>
                  <a:moveTo>
                    <a:pt x="220315" y="44898"/>
                  </a:moveTo>
                  <a:lnTo>
                    <a:pt x="255125" y="73560"/>
                  </a:lnTo>
                  <a:lnTo>
                    <a:pt x="226693" y="44898"/>
                  </a:lnTo>
                  <a:close/>
                  <a:moveTo>
                    <a:pt x="255125" y="76848"/>
                  </a:moveTo>
                  <a:lnTo>
                    <a:pt x="255125" y="73560"/>
                  </a:lnTo>
                  <a:lnTo>
                    <a:pt x="220315" y="44898"/>
                  </a:lnTo>
                  <a:close/>
                  <a:moveTo>
                    <a:pt x="255125" y="76848"/>
                  </a:moveTo>
                  <a:lnTo>
                    <a:pt x="258773" y="76848"/>
                  </a:lnTo>
                  <a:lnTo>
                    <a:pt x="255125" y="73560"/>
                  </a:lnTo>
                  <a:close/>
                  <a:moveTo>
                    <a:pt x="46261" y="38148"/>
                  </a:moveTo>
                  <a:lnTo>
                    <a:pt x="41060" y="44898"/>
                  </a:lnTo>
                  <a:lnTo>
                    <a:pt x="46261" y="44898"/>
                  </a:lnTo>
                  <a:close/>
                  <a:moveTo>
                    <a:pt x="181954" y="12948"/>
                  </a:moveTo>
                  <a:lnTo>
                    <a:pt x="150693" y="12948"/>
                  </a:lnTo>
                  <a:lnTo>
                    <a:pt x="185504" y="14440"/>
                  </a:lnTo>
                  <a:close/>
                  <a:moveTo>
                    <a:pt x="220315" y="44898"/>
                  </a:moveTo>
                  <a:lnTo>
                    <a:pt x="226693" y="44898"/>
                  </a:lnTo>
                  <a:lnTo>
                    <a:pt x="220315" y="39314"/>
                  </a:lnTo>
                  <a:close/>
                  <a:moveTo>
                    <a:pt x="81072" y="9338"/>
                  </a:moveTo>
                  <a:lnTo>
                    <a:pt x="74875" y="12948"/>
                  </a:lnTo>
                  <a:lnTo>
                    <a:pt x="81072" y="12948"/>
                  </a:lnTo>
                  <a:close/>
                  <a:moveTo>
                    <a:pt x="81072" y="12948"/>
                  </a:moveTo>
                  <a:lnTo>
                    <a:pt x="115883" y="0"/>
                  </a:lnTo>
                  <a:lnTo>
                    <a:pt x="81072" y="9338"/>
                  </a:lnTo>
                  <a:close/>
                  <a:moveTo>
                    <a:pt x="81072" y="12948"/>
                  </a:moveTo>
                  <a:lnTo>
                    <a:pt x="115883" y="12948"/>
                  </a:lnTo>
                  <a:lnTo>
                    <a:pt x="115883" y="0"/>
                  </a:lnTo>
                  <a:close/>
                  <a:moveTo>
                    <a:pt x="115883" y="12948"/>
                  </a:moveTo>
                  <a:lnTo>
                    <a:pt x="150693" y="1762"/>
                  </a:lnTo>
                  <a:lnTo>
                    <a:pt x="115883" y="0"/>
                  </a:lnTo>
                  <a:close/>
                  <a:moveTo>
                    <a:pt x="150693" y="12948"/>
                  </a:moveTo>
                  <a:lnTo>
                    <a:pt x="181954" y="12948"/>
                  </a:lnTo>
                  <a:lnTo>
                    <a:pt x="150693" y="1762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3992" name="Candidate_B5__3991">
              <a:extLst>
                <a:ext uri="{FF2B5EF4-FFF2-40B4-BE49-F238E27FC236}">
                  <a16:creationId xmlns:a16="http://schemas.microsoft.com/office/drawing/2014/main" id="{4D89D526-707B-2FFF-68BA-374BCC020B61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29223"/>
              <a:ext cx="362688" cy="458486"/>
            </a:xfrm>
            <a:custGeom>
              <a:avLst/>
              <a:gdLst/>
              <a:ahLst/>
              <a:cxnLst/>
              <a:rect l="0" t="0" r="0" b="0"/>
              <a:pathLst>
                <a:path w="362688" h="458486">
                  <a:moveTo>
                    <a:pt x="69621" y="454980"/>
                  </a:moveTo>
                  <a:lnTo>
                    <a:pt x="104432" y="458486"/>
                  </a:lnTo>
                  <a:lnTo>
                    <a:pt x="104432" y="436050"/>
                  </a:lnTo>
                  <a:close/>
                  <a:moveTo>
                    <a:pt x="69621" y="454980"/>
                  </a:moveTo>
                  <a:lnTo>
                    <a:pt x="104432" y="436050"/>
                  </a:lnTo>
                  <a:lnTo>
                    <a:pt x="69621" y="427264"/>
                  </a:lnTo>
                  <a:close/>
                  <a:moveTo>
                    <a:pt x="104432" y="458486"/>
                  </a:moveTo>
                  <a:lnTo>
                    <a:pt x="139243" y="458486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39243" y="438069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56717" y="458486"/>
                  </a:lnTo>
                  <a:lnTo>
                    <a:pt x="139243" y="438069"/>
                  </a:lnTo>
                  <a:close/>
                  <a:moveTo>
                    <a:pt x="139243" y="438069"/>
                  </a:moveTo>
                  <a:lnTo>
                    <a:pt x="156717" y="458486"/>
                  </a:lnTo>
                  <a:lnTo>
                    <a:pt x="174053" y="456792"/>
                  </a:lnTo>
                  <a:close/>
                  <a:moveTo>
                    <a:pt x="139243" y="438069"/>
                  </a:moveTo>
                  <a:lnTo>
                    <a:pt x="174053" y="456792"/>
                  </a:lnTo>
                  <a:lnTo>
                    <a:pt x="174053" y="435853"/>
                  </a:lnTo>
                  <a:close/>
                  <a:moveTo>
                    <a:pt x="0" y="394586"/>
                  </a:moveTo>
                  <a:lnTo>
                    <a:pt x="0" y="406929"/>
                  </a:lnTo>
                  <a:lnTo>
                    <a:pt x="29944" y="394586"/>
                  </a:lnTo>
                  <a:close/>
                  <a:moveTo>
                    <a:pt x="0" y="406929"/>
                  </a:moveTo>
                  <a:lnTo>
                    <a:pt x="14844" y="426536"/>
                  </a:lnTo>
                  <a:lnTo>
                    <a:pt x="29944" y="394586"/>
                  </a:lnTo>
                  <a:close/>
                  <a:moveTo>
                    <a:pt x="29944" y="394586"/>
                  </a:moveTo>
                  <a:lnTo>
                    <a:pt x="14844" y="426536"/>
                  </a:lnTo>
                  <a:lnTo>
                    <a:pt x="34811" y="400552"/>
                  </a:lnTo>
                  <a:close/>
                  <a:moveTo>
                    <a:pt x="34811" y="400552"/>
                  </a:moveTo>
                  <a:lnTo>
                    <a:pt x="14844" y="426536"/>
                  </a:lnTo>
                  <a:lnTo>
                    <a:pt x="34811" y="426536"/>
                  </a:lnTo>
                  <a:close/>
                  <a:moveTo>
                    <a:pt x="34811" y="441071"/>
                  </a:moveTo>
                  <a:lnTo>
                    <a:pt x="68109" y="426536"/>
                  </a:lnTo>
                  <a:lnTo>
                    <a:pt x="34811" y="426536"/>
                  </a:lnTo>
                  <a:close/>
                  <a:moveTo>
                    <a:pt x="69621" y="427264"/>
                  </a:moveTo>
                  <a:lnTo>
                    <a:pt x="68109" y="426536"/>
                  </a:lnTo>
                  <a:lnTo>
                    <a:pt x="34811" y="441071"/>
                  </a:lnTo>
                  <a:close/>
                  <a:moveTo>
                    <a:pt x="69621" y="454980"/>
                  </a:moveTo>
                  <a:lnTo>
                    <a:pt x="69621" y="427264"/>
                  </a:lnTo>
                  <a:lnTo>
                    <a:pt x="34811" y="441071"/>
                  </a:lnTo>
                  <a:close/>
                  <a:moveTo>
                    <a:pt x="174053" y="456792"/>
                  </a:moveTo>
                  <a:lnTo>
                    <a:pt x="208864" y="450928"/>
                  </a:lnTo>
                  <a:lnTo>
                    <a:pt x="208864" y="430381"/>
                  </a:lnTo>
                  <a:close/>
                  <a:moveTo>
                    <a:pt x="174053" y="435853"/>
                  </a:moveTo>
                  <a:lnTo>
                    <a:pt x="174053" y="456792"/>
                  </a:lnTo>
                  <a:lnTo>
                    <a:pt x="208864" y="430381"/>
                  </a:lnTo>
                  <a:close/>
                  <a:moveTo>
                    <a:pt x="243675" y="442206"/>
                  </a:moveTo>
                  <a:lnTo>
                    <a:pt x="243675" y="426536"/>
                  </a:lnTo>
                  <a:lnTo>
                    <a:pt x="208864" y="430381"/>
                  </a:lnTo>
                  <a:close/>
                  <a:moveTo>
                    <a:pt x="208864" y="450928"/>
                  </a:moveTo>
                  <a:lnTo>
                    <a:pt x="243675" y="442206"/>
                  </a:lnTo>
                  <a:lnTo>
                    <a:pt x="208864" y="430381"/>
                  </a:lnTo>
                  <a:close/>
                  <a:moveTo>
                    <a:pt x="278485" y="426536"/>
                  </a:moveTo>
                  <a:lnTo>
                    <a:pt x="243675" y="426536"/>
                  </a:lnTo>
                  <a:lnTo>
                    <a:pt x="243675" y="442206"/>
                  </a:lnTo>
                  <a:close/>
                  <a:moveTo>
                    <a:pt x="243675" y="426536"/>
                  </a:moveTo>
                  <a:lnTo>
                    <a:pt x="278485" y="426536"/>
                  </a:lnTo>
                  <a:lnTo>
                    <a:pt x="243675" y="420905"/>
                  </a:lnTo>
                  <a:close/>
                  <a:moveTo>
                    <a:pt x="278485" y="426536"/>
                  </a:moveTo>
                  <a:lnTo>
                    <a:pt x="278485" y="405311"/>
                  </a:lnTo>
                  <a:lnTo>
                    <a:pt x="243675" y="420905"/>
                  </a:lnTo>
                  <a:close/>
                  <a:moveTo>
                    <a:pt x="278485" y="405311"/>
                  </a:moveTo>
                  <a:lnTo>
                    <a:pt x="313296" y="406538"/>
                  </a:lnTo>
                  <a:lnTo>
                    <a:pt x="313296" y="394586"/>
                  </a:lnTo>
                  <a:close/>
                  <a:moveTo>
                    <a:pt x="278485" y="426536"/>
                  </a:moveTo>
                  <a:lnTo>
                    <a:pt x="313296" y="406538"/>
                  </a:lnTo>
                  <a:lnTo>
                    <a:pt x="278485" y="405311"/>
                  </a:lnTo>
                  <a:close/>
                  <a:moveTo>
                    <a:pt x="23351" y="362636"/>
                  </a:moveTo>
                  <a:lnTo>
                    <a:pt x="0" y="362636"/>
                  </a:lnTo>
                  <a:lnTo>
                    <a:pt x="0" y="394586"/>
                  </a:lnTo>
                  <a:close/>
                  <a:moveTo>
                    <a:pt x="313296" y="374482"/>
                  </a:moveTo>
                  <a:lnTo>
                    <a:pt x="348107" y="362636"/>
                  </a:lnTo>
                  <a:lnTo>
                    <a:pt x="322011" y="362636"/>
                  </a:lnTo>
                  <a:close/>
                  <a:moveTo>
                    <a:pt x="313296" y="374482"/>
                  </a:moveTo>
                  <a:lnTo>
                    <a:pt x="348107" y="362702"/>
                  </a:lnTo>
                  <a:lnTo>
                    <a:pt x="348107" y="362636"/>
                  </a:lnTo>
                  <a:close/>
                  <a:moveTo>
                    <a:pt x="313296" y="394586"/>
                  </a:moveTo>
                  <a:lnTo>
                    <a:pt x="348107" y="362702"/>
                  </a:lnTo>
                  <a:lnTo>
                    <a:pt x="313296" y="374482"/>
                  </a:lnTo>
                  <a:close/>
                  <a:moveTo>
                    <a:pt x="0" y="362636"/>
                  </a:moveTo>
                  <a:lnTo>
                    <a:pt x="34811" y="330686"/>
                  </a:lnTo>
                  <a:lnTo>
                    <a:pt x="0" y="330686"/>
                  </a:lnTo>
                  <a:close/>
                  <a:moveTo>
                    <a:pt x="348107" y="362636"/>
                  </a:moveTo>
                  <a:lnTo>
                    <a:pt x="348107" y="330686"/>
                  </a:lnTo>
                  <a:lnTo>
                    <a:pt x="322011" y="362636"/>
                  </a:lnTo>
                  <a:close/>
                  <a:moveTo>
                    <a:pt x="34811" y="330686"/>
                  </a:moveTo>
                  <a:lnTo>
                    <a:pt x="34811" y="298736"/>
                  </a:lnTo>
                  <a:lnTo>
                    <a:pt x="0" y="330686"/>
                  </a:lnTo>
                  <a:close/>
                  <a:moveTo>
                    <a:pt x="348107" y="298736"/>
                  </a:moveTo>
                  <a:lnTo>
                    <a:pt x="348107" y="330686"/>
                  </a:lnTo>
                  <a:lnTo>
                    <a:pt x="358783" y="330686"/>
                  </a:lnTo>
                  <a:close/>
                  <a:moveTo>
                    <a:pt x="348107" y="330686"/>
                  </a:moveTo>
                  <a:lnTo>
                    <a:pt x="348107" y="298736"/>
                  </a:lnTo>
                  <a:lnTo>
                    <a:pt x="332965" y="330686"/>
                  </a:lnTo>
                  <a:close/>
                  <a:moveTo>
                    <a:pt x="69621" y="266786"/>
                  </a:moveTo>
                  <a:lnTo>
                    <a:pt x="67509" y="266786"/>
                  </a:lnTo>
                  <a:lnTo>
                    <a:pt x="69621" y="298508"/>
                  </a:lnTo>
                  <a:close/>
                  <a:moveTo>
                    <a:pt x="67509" y="266786"/>
                  </a:moveTo>
                  <a:lnTo>
                    <a:pt x="34811" y="291053"/>
                  </a:lnTo>
                  <a:lnTo>
                    <a:pt x="69621" y="298508"/>
                  </a:lnTo>
                  <a:close/>
                  <a:moveTo>
                    <a:pt x="69621" y="298508"/>
                  </a:moveTo>
                  <a:lnTo>
                    <a:pt x="34811" y="291053"/>
                  </a:lnTo>
                  <a:lnTo>
                    <a:pt x="69329" y="298736"/>
                  </a:lnTo>
                  <a:close/>
                  <a:moveTo>
                    <a:pt x="69329" y="298736"/>
                  </a:moveTo>
                  <a:lnTo>
                    <a:pt x="34811" y="291053"/>
                  </a:lnTo>
                  <a:lnTo>
                    <a:pt x="34811" y="298736"/>
                  </a:lnTo>
                  <a:close/>
                  <a:moveTo>
                    <a:pt x="348107" y="266786"/>
                  </a:moveTo>
                  <a:lnTo>
                    <a:pt x="348107" y="298736"/>
                  </a:lnTo>
                  <a:lnTo>
                    <a:pt x="362376" y="298736"/>
                  </a:lnTo>
                  <a:close/>
                  <a:moveTo>
                    <a:pt x="348107" y="298736"/>
                  </a:moveTo>
                  <a:lnTo>
                    <a:pt x="348107" y="266786"/>
                  </a:lnTo>
                  <a:lnTo>
                    <a:pt x="334559" y="298736"/>
                  </a:lnTo>
                  <a:close/>
                  <a:moveTo>
                    <a:pt x="104432" y="266786"/>
                  </a:moveTo>
                  <a:lnTo>
                    <a:pt x="104432" y="234836"/>
                  </a:lnTo>
                  <a:lnTo>
                    <a:pt x="69621" y="266786"/>
                  </a:lnTo>
                  <a:close/>
                  <a:moveTo>
                    <a:pt x="104432" y="266786"/>
                  </a:moveTo>
                  <a:lnTo>
                    <a:pt x="69621" y="266786"/>
                  </a:lnTo>
                  <a:lnTo>
                    <a:pt x="104432" y="274107"/>
                  </a:lnTo>
                  <a:close/>
                  <a:moveTo>
                    <a:pt x="69621" y="266786"/>
                  </a:moveTo>
                  <a:lnTo>
                    <a:pt x="69621" y="298508"/>
                  </a:lnTo>
                  <a:lnTo>
                    <a:pt x="104432" y="274107"/>
                  </a:lnTo>
                  <a:close/>
                  <a:moveTo>
                    <a:pt x="104432" y="266786"/>
                  </a:moveTo>
                  <a:lnTo>
                    <a:pt x="139243" y="23483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66786"/>
                  </a:lnTo>
                  <a:lnTo>
                    <a:pt x="362688" y="266786"/>
                  </a:lnTo>
                  <a:close/>
                  <a:moveTo>
                    <a:pt x="348107" y="266786"/>
                  </a:moveTo>
                  <a:lnTo>
                    <a:pt x="348107" y="234836"/>
                  </a:lnTo>
                  <a:lnTo>
                    <a:pt x="330677" y="266786"/>
                  </a:lnTo>
                  <a:close/>
                  <a:moveTo>
                    <a:pt x="139243" y="234836"/>
                  </a:moveTo>
                  <a:lnTo>
                    <a:pt x="139243" y="20288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02886"/>
                  </a:lnTo>
                  <a:lnTo>
                    <a:pt x="323754" y="234836"/>
                  </a:lnTo>
                  <a:close/>
                  <a:moveTo>
                    <a:pt x="104432" y="170936"/>
                  </a:moveTo>
                  <a:lnTo>
                    <a:pt x="104432" y="200239"/>
                  </a:lnTo>
                  <a:lnTo>
                    <a:pt x="139243" y="202886"/>
                  </a:lnTo>
                  <a:close/>
                  <a:moveTo>
                    <a:pt x="139243" y="170936"/>
                  </a:moveTo>
                  <a:lnTo>
                    <a:pt x="104432" y="170936"/>
                  </a:lnTo>
                  <a:lnTo>
                    <a:pt x="139243" y="202886"/>
                  </a:lnTo>
                  <a:close/>
                  <a:moveTo>
                    <a:pt x="313354" y="202886"/>
                  </a:moveTo>
                  <a:lnTo>
                    <a:pt x="348107" y="202886"/>
                  </a:lnTo>
                  <a:lnTo>
                    <a:pt x="313296" y="170936"/>
                  </a:lnTo>
                  <a:close/>
                  <a:moveTo>
                    <a:pt x="313296" y="170936"/>
                  </a:moveTo>
                  <a:lnTo>
                    <a:pt x="348107" y="202886"/>
                  </a:lnTo>
                  <a:lnTo>
                    <a:pt x="346170" y="170936"/>
                  </a:lnTo>
                  <a:close/>
                  <a:moveTo>
                    <a:pt x="69621" y="138986"/>
                  </a:moveTo>
                  <a:lnTo>
                    <a:pt x="69621" y="160061"/>
                  </a:lnTo>
                  <a:lnTo>
                    <a:pt x="88756" y="138986"/>
                  </a:lnTo>
                  <a:close/>
                  <a:moveTo>
                    <a:pt x="69621" y="160061"/>
                  </a:moveTo>
                  <a:lnTo>
                    <a:pt x="83147" y="170936"/>
                  </a:lnTo>
                  <a:lnTo>
                    <a:pt x="88756" y="138986"/>
                  </a:lnTo>
                  <a:close/>
                  <a:moveTo>
                    <a:pt x="88756" y="138986"/>
                  </a:moveTo>
                  <a:lnTo>
                    <a:pt x="83147" y="170936"/>
                  </a:lnTo>
                  <a:lnTo>
                    <a:pt x="104432" y="150433"/>
                  </a:lnTo>
                  <a:close/>
                  <a:moveTo>
                    <a:pt x="104432" y="150433"/>
                  </a:moveTo>
                  <a:lnTo>
                    <a:pt x="83147" y="170936"/>
                  </a:lnTo>
                  <a:lnTo>
                    <a:pt x="104432" y="170936"/>
                  </a:lnTo>
                  <a:close/>
                  <a:moveTo>
                    <a:pt x="313296" y="138986"/>
                  </a:moveTo>
                  <a:lnTo>
                    <a:pt x="313296" y="170936"/>
                  </a:lnTo>
                  <a:lnTo>
                    <a:pt x="346170" y="170936"/>
                  </a:lnTo>
                  <a:close/>
                  <a:moveTo>
                    <a:pt x="278485" y="138986"/>
                  </a:moveTo>
                  <a:lnTo>
                    <a:pt x="313296" y="170936"/>
                  </a:lnTo>
                  <a:lnTo>
                    <a:pt x="313296" y="138986"/>
                  </a:lnTo>
                  <a:close/>
                  <a:moveTo>
                    <a:pt x="34811" y="107036"/>
                  </a:moveTo>
                  <a:lnTo>
                    <a:pt x="34811" y="119977"/>
                  </a:lnTo>
                  <a:lnTo>
                    <a:pt x="56269" y="107036"/>
                  </a:lnTo>
                  <a:close/>
                  <a:moveTo>
                    <a:pt x="34811" y="119977"/>
                  </a:moveTo>
                  <a:lnTo>
                    <a:pt x="48887" y="138986"/>
                  </a:lnTo>
                  <a:lnTo>
                    <a:pt x="56269" y="107036"/>
                  </a:lnTo>
                  <a:close/>
                  <a:moveTo>
                    <a:pt x="56269" y="107036"/>
                  </a:moveTo>
                  <a:lnTo>
                    <a:pt x="48887" y="138986"/>
                  </a:lnTo>
                  <a:lnTo>
                    <a:pt x="69621" y="123412"/>
                  </a:lnTo>
                  <a:close/>
                  <a:moveTo>
                    <a:pt x="69621" y="123412"/>
                  </a:moveTo>
                  <a:lnTo>
                    <a:pt x="48887" y="138986"/>
                  </a:lnTo>
                  <a:lnTo>
                    <a:pt x="69621" y="138986"/>
                  </a:lnTo>
                  <a:close/>
                  <a:moveTo>
                    <a:pt x="278485" y="138986"/>
                  </a:moveTo>
                  <a:lnTo>
                    <a:pt x="313296" y="138986"/>
                  </a:lnTo>
                  <a:lnTo>
                    <a:pt x="278485" y="107036"/>
                  </a:lnTo>
                  <a:close/>
                  <a:moveTo>
                    <a:pt x="243675" y="107036"/>
                  </a:moveTo>
                  <a:lnTo>
                    <a:pt x="278485" y="138986"/>
                  </a:lnTo>
                  <a:lnTo>
                    <a:pt x="278485" y="107036"/>
                  </a:lnTo>
                  <a:close/>
                  <a:moveTo>
                    <a:pt x="20522" y="75086"/>
                  </a:moveTo>
                  <a:lnTo>
                    <a:pt x="34811" y="107036"/>
                  </a:lnTo>
                  <a:lnTo>
                    <a:pt x="34811" y="75086"/>
                  </a:lnTo>
                  <a:close/>
                  <a:moveTo>
                    <a:pt x="47961" y="75086"/>
                  </a:moveTo>
                  <a:lnTo>
                    <a:pt x="34811" y="75086"/>
                  </a:lnTo>
                  <a:lnTo>
                    <a:pt x="34811" y="107036"/>
                  </a:lnTo>
                  <a:close/>
                  <a:moveTo>
                    <a:pt x="243675" y="107036"/>
                  </a:moveTo>
                  <a:lnTo>
                    <a:pt x="278485" y="107036"/>
                  </a:lnTo>
                  <a:lnTo>
                    <a:pt x="243675" y="75086"/>
                  </a:lnTo>
                  <a:close/>
                  <a:moveTo>
                    <a:pt x="208864" y="75086"/>
                  </a:moveTo>
                  <a:lnTo>
                    <a:pt x="243675" y="107036"/>
                  </a:lnTo>
                  <a:lnTo>
                    <a:pt x="243675" y="75086"/>
                  </a:lnTo>
                  <a:close/>
                  <a:moveTo>
                    <a:pt x="61353" y="43136"/>
                  </a:moveTo>
                  <a:lnTo>
                    <a:pt x="34811" y="43136"/>
                  </a:lnTo>
                  <a:lnTo>
                    <a:pt x="34811" y="75086"/>
                  </a:lnTo>
                  <a:close/>
                  <a:moveTo>
                    <a:pt x="208864" y="75086"/>
                  </a:moveTo>
                  <a:lnTo>
                    <a:pt x="243675" y="75086"/>
                  </a:lnTo>
                  <a:lnTo>
                    <a:pt x="208864" y="43136"/>
                  </a:lnTo>
                  <a:close/>
                  <a:moveTo>
                    <a:pt x="208864" y="75086"/>
                  </a:moveTo>
                  <a:lnTo>
                    <a:pt x="208864" y="43136"/>
                  </a:lnTo>
                  <a:lnTo>
                    <a:pt x="205420" y="75086"/>
                  </a:lnTo>
                  <a:close/>
                  <a:moveTo>
                    <a:pt x="208864" y="43136"/>
                  </a:moveTo>
                  <a:lnTo>
                    <a:pt x="177618" y="43136"/>
                  </a:lnTo>
                  <a:lnTo>
                    <a:pt x="205420" y="75086"/>
                  </a:lnTo>
                  <a:close/>
                  <a:moveTo>
                    <a:pt x="69621" y="11186"/>
                  </a:moveTo>
                  <a:lnTo>
                    <a:pt x="63424" y="11186"/>
                  </a:lnTo>
                  <a:lnTo>
                    <a:pt x="69621" y="35785"/>
                  </a:lnTo>
                  <a:close/>
                  <a:moveTo>
                    <a:pt x="63424" y="11186"/>
                  </a:moveTo>
                  <a:lnTo>
                    <a:pt x="34811" y="36386"/>
                  </a:lnTo>
                  <a:lnTo>
                    <a:pt x="69621" y="35785"/>
                  </a:lnTo>
                  <a:close/>
                  <a:moveTo>
                    <a:pt x="69621" y="35785"/>
                  </a:moveTo>
                  <a:lnTo>
                    <a:pt x="34811" y="36386"/>
                  </a:lnTo>
                  <a:lnTo>
                    <a:pt x="61353" y="43136"/>
                  </a:lnTo>
                  <a:close/>
                  <a:moveTo>
                    <a:pt x="61353" y="43136"/>
                  </a:moveTo>
                  <a:lnTo>
                    <a:pt x="34811" y="36386"/>
                  </a:lnTo>
                  <a:lnTo>
                    <a:pt x="34811" y="43136"/>
                  </a:lnTo>
                  <a:close/>
                  <a:moveTo>
                    <a:pt x="174053" y="12678"/>
                  </a:moveTo>
                  <a:lnTo>
                    <a:pt x="139243" y="11186"/>
                  </a:lnTo>
                  <a:lnTo>
                    <a:pt x="139243" y="23768"/>
                  </a:lnTo>
                  <a:close/>
                  <a:moveTo>
                    <a:pt x="174053" y="12678"/>
                  </a:moveTo>
                  <a:lnTo>
                    <a:pt x="139243" y="23768"/>
                  </a:lnTo>
                  <a:lnTo>
                    <a:pt x="174053" y="40343"/>
                  </a:lnTo>
                  <a:close/>
                  <a:moveTo>
                    <a:pt x="208864" y="37552"/>
                  </a:moveTo>
                  <a:lnTo>
                    <a:pt x="177618" y="43136"/>
                  </a:lnTo>
                  <a:lnTo>
                    <a:pt x="208864" y="43136"/>
                  </a:lnTo>
                  <a:close/>
                  <a:moveTo>
                    <a:pt x="174053" y="40343"/>
                  </a:moveTo>
                  <a:lnTo>
                    <a:pt x="177618" y="43136"/>
                  </a:lnTo>
                  <a:lnTo>
                    <a:pt x="208864" y="37552"/>
                  </a:lnTo>
                  <a:close/>
                  <a:moveTo>
                    <a:pt x="174053" y="12678"/>
                  </a:moveTo>
                  <a:lnTo>
                    <a:pt x="174053" y="40343"/>
                  </a:lnTo>
                  <a:lnTo>
                    <a:pt x="208864" y="37552"/>
                  </a:lnTo>
                  <a:close/>
                  <a:moveTo>
                    <a:pt x="104432" y="11186"/>
                  </a:moveTo>
                  <a:lnTo>
                    <a:pt x="69621" y="11186"/>
                  </a:lnTo>
                  <a:lnTo>
                    <a:pt x="104432" y="21622"/>
                  </a:lnTo>
                  <a:close/>
                  <a:moveTo>
                    <a:pt x="69621" y="11186"/>
                  </a:moveTo>
                  <a:lnTo>
                    <a:pt x="69621" y="35785"/>
                  </a:lnTo>
                  <a:lnTo>
                    <a:pt x="104432" y="21622"/>
                  </a:lnTo>
                  <a:close/>
                  <a:moveTo>
                    <a:pt x="104432" y="11186"/>
                  </a:moveTo>
                  <a:lnTo>
                    <a:pt x="139243" y="11186"/>
                  </a:lnTo>
                  <a:lnTo>
                    <a:pt x="139243" y="0"/>
                  </a:lnTo>
                  <a:close/>
                  <a:moveTo>
                    <a:pt x="139243" y="11186"/>
                  </a:moveTo>
                  <a:lnTo>
                    <a:pt x="104432" y="11186"/>
                  </a:lnTo>
                  <a:lnTo>
                    <a:pt x="139243" y="23768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3993" name="Candidate_B5__3992">
              <a:extLst>
                <a:ext uri="{FF2B5EF4-FFF2-40B4-BE49-F238E27FC236}">
                  <a16:creationId xmlns:a16="http://schemas.microsoft.com/office/drawing/2014/main" id="{3D90D582-04EB-B8E6-44FA-9AC4514BE892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40409"/>
              <a:ext cx="348107" cy="426883"/>
            </a:xfrm>
            <a:custGeom>
              <a:avLst/>
              <a:gdLst/>
              <a:ahLst/>
              <a:cxnLst/>
              <a:rect l="0" t="0" r="0" b="0"/>
              <a:pathLst>
                <a:path w="348107" h="426883">
                  <a:moveTo>
                    <a:pt x="34811" y="415351"/>
                  </a:moveTo>
                  <a:lnTo>
                    <a:pt x="68109" y="415351"/>
                  </a:lnTo>
                  <a:lnTo>
                    <a:pt x="34811" y="389366"/>
                  </a:lnTo>
                  <a:close/>
                  <a:moveTo>
                    <a:pt x="208864" y="419195"/>
                  </a:moveTo>
                  <a:lnTo>
                    <a:pt x="243675" y="415351"/>
                  </a:lnTo>
                  <a:lnTo>
                    <a:pt x="223631" y="415351"/>
                  </a:lnTo>
                  <a:close/>
                  <a:moveTo>
                    <a:pt x="223631" y="415351"/>
                  </a:moveTo>
                  <a:lnTo>
                    <a:pt x="243675" y="415351"/>
                  </a:lnTo>
                  <a:lnTo>
                    <a:pt x="243675" y="409720"/>
                  </a:lnTo>
                  <a:close/>
                  <a:moveTo>
                    <a:pt x="278485" y="394125"/>
                  </a:moveTo>
                  <a:lnTo>
                    <a:pt x="313296" y="383401"/>
                  </a:lnTo>
                  <a:lnTo>
                    <a:pt x="294146" y="383401"/>
                  </a:lnTo>
                  <a:close/>
                  <a:moveTo>
                    <a:pt x="29944" y="383401"/>
                  </a:moveTo>
                  <a:lnTo>
                    <a:pt x="23351" y="351451"/>
                  </a:lnTo>
                  <a:lnTo>
                    <a:pt x="0" y="383401"/>
                  </a:lnTo>
                  <a:close/>
                  <a:moveTo>
                    <a:pt x="294146" y="383401"/>
                  </a:moveTo>
                  <a:lnTo>
                    <a:pt x="313296" y="383401"/>
                  </a:lnTo>
                  <a:lnTo>
                    <a:pt x="313296" y="363297"/>
                  </a:lnTo>
                  <a:close/>
                  <a:moveTo>
                    <a:pt x="23351" y="351451"/>
                  </a:moveTo>
                  <a:lnTo>
                    <a:pt x="34811" y="322294"/>
                  </a:lnTo>
                  <a:lnTo>
                    <a:pt x="0" y="351451"/>
                  </a:lnTo>
                  <a:close/>
                  <a:moveTo>
                    <a:pt x="0" y="351451"/>
                  </a:moveTo>
                  <a:lnTo>
                    <a:pt x="34811" y="322294"/>
                  </a:lnTo>
                  <a:lnTo>
                    <a:pt x="34811" y="319501"/>
                  </a:lnTo>
                  <a:close/>
                  <a:moveTo>
                    <a:pt x="348107" y="319501"/>
                  </a:moveTo>
                  <a:lnTo>
                    <a:pt x="332965" y="319501"/>
                  </a:lnTo>
                  <a:lnTo>
                    <a:pt x="322011" y="351451"/>
                  </a:lnTo>
                  <a:close/>
                  <a:moveTo>
                    <a:pt x="36076" y="319501"/>
                  </a:moveTo>
                  <a:lnTo>
                    <a:pt x="69329" y="287551"/>
                  </a:lnTo>
                  <a:lnTo>
                    <a:pt x="34811" y="319501"/>
                  </a:lnTo>
                  <a:close/>
                  <a:moveTo>
                    <a:pt x="69329" y="28755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34811" y="319501"/>
                  </a:moveTo>
                  <a:lnTo>
                    <a:pt x="34811" y="322294"/>
                  </a:lnTo>
                  <a:lnTo>
                    <a:pt x="36076" y="319501"/>
                  </a:lnTo>
                  <a:close/>
                  <a:moveTo>
                    <a:pt x="348107" y="287551"/>
                  </a:moveTo>
                  <a:lnTo>
                    <a:pt x="334559" y="287551"/>
                  </a:lnTo>
                  <a:lnTo>
                    <a:pt x="332965" y="319501"/>
                  </a:lnTo>
                  <a:close/>
                  <a:moveTo>
                    <a:pt x="348107" y="255601"/>
                  </a:moveTo>
                  <a:lnTo>
                    <a:pt x="330677" y="255601"/>
                  </a:lnTo>
                  <a:lnTo>
                    <a:pt x="334559" y="287551"/>
                  </a:lnTo>
                  <a:close/>
                  <a:moveTo>
                    <a:pt x="115233" y="255601"/>
                  </a:moveTo>
                  <a:lnTo>
                    <a:pt x="139243" y="232363"/>
                  </a:lnTo>
                  <a:lnTo>
                    <a:pt x="104432" y="255601"/>
                  </a:lnTo>
                  <a:close/>
                  <a:moveTo>
                    <a:pt x="104432" y="255601"/>
                  </a:moveTo>
                  <a:lnTo>
                    <a:pt x="139243" y="232363"/>
                  </a:lnTo>
                  <a:lnTo>
                    <a:pt x="139243" y="223650"/>
                  </a:lnTo>
                  <a:close/>
                  <a:moveTo>
                    <a:pt x="104432" y="255601"/>
                  </a:moveTo>
                  <a:lnTo>
                    <a:pt x="104432" y="262921"/>
                  </a:lnTo>
                  <a:lnTo>
                    <a:pt x="115233" y="255601"/>
                  </a:lnTo>
                  <a:close/>
                  <a:moveTo>
                    <a:pt x="348107" y="223650"/>
                  </a:moveTo>
                  <a:lnTo>
                    <a:pt x="323754" y="223650"/>
                  </a:lnTo>
                  <a:lnTo>
                    <a:pt x="330677" y="255601"/>
                  </a:lnTo>
                  <a:close/>
                  <a:moveTo>
                    <a:pt x="148428" y="223650"/>
                  </a:moveTo>
                  <a:lnTo>
                    <a:pt x="159683" y="191700"/>
                  </a:lnTo>
                  <a:lnTo>
                    <a:pt x="139243" y="223650"/>
                  </a:lnTo>
                  <a:close/>
                  <a:moveTo>
                    <a:pt x="159683" y="191700"/>
                  </a:moveTo>
                  <a:lnTo>
                    <a:pt x="139243" y="191700"/>
                  </a:lnTo>
                  <a:lnTo>
                    <a:pt x="139243" y="223650"/>
                  </a:lnTo>
                  <a:close/>
                  <a:moveTo>
                    <a:pt x="139243" y="223650"/>
                  </a:moveTo>
                  <a:lnTo>
                    <a:pt x="139243" y="232363"/>
                  </a:lnTo>
                  <a:lnTo>
                    <a:pt x="148428" y="223650"/>
                  </a:lnTo>
                  <a:close/>
                  <a:moveTo>
                    <a:pt x="348107" y="191700"/>
                  </a:moveTo>
                  <a:lnTo>
                    <a:pt x="313354" y="191700"/>
                  </a:lnTo>
                  <a:lnTo>
                    <a:pt x="323754" y="223650"/>
                  </a:lnTo>
                  <a:close/>
                  <a:moveTo>
                    <a:pt x="159683" y="191700"/>
                  </a:moveTo>
                  <a:lnTo>
                    <a:pt x="139961" y="159750"/>
                  </a:lnTo>
                  <a:lnTo>
                    <a:pt x="139243" y="191700"/>
                  </a:lnTo>
                  <a:close/>
                  <a:moveTo>
                    <a:pt x="139961" y="159750"/>
                  </a:moveTo>
                  <a:lnTo>
                    <a:pt x="139243" y="159750"/>
                  </a:lnTo>
                  <a:lnTo>
                    <a:pt x="139243" y="191700"/>
                  </a:lnTo>
                  <a:close/>
                  <a:moveTo>
                    <a:pt x="313296" y="191586"/>
                  </a:moveTo>
                  <a:lnTo>
                    <a:pt x="313354" y="191700"/>
                  </a:lnTo>
                  <a:lnTo>
                    <a:pt x="313296" y="159750"/>
                  </a:lnTo>
                  <a:close/>
                  <a:moveTo>
                    <a:pt x="104432" y="159750"/>
                  </a:moveTo>
                  <a:lnTo>
                    <a:pt x="139243" y="159750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243" y="159365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961" y="159750"/>
                  </a:lnTo>
                  <a:lnTo>
                    <a:pt x="139243" y="159365"/>
                  </a:lnTo>
                  <a:close/>
                  <a:moveTo>
                    <a:pt x="278485" y="147402"/>
                  </a:moveTo>
                  <a:lnTo>
                    <a:pt x="290416" y="159750"/>
                  </a:lnTo>
                  <a:lnTo>
                    <a:pt x="278485" y="127800"/>
                  </a:lnTo>
                  <a:close/>
                  <a:moveTo>
                    <a:pt x="278485" y="127800"/>
                  </a:moveTo>
                  <a:lnTo>
                    <a:pt x="290416" y="159750"/>
                  </a:lnTo>
                  <a:lnTo>
                    <a:pt x="313296" y="159750"/>
                  </a:lnTo>
                  <a:close/>
                  <a:moveTo>
                    <a:pt x="313296" y="191586"/>
                  </a:moveTo>
                  <a:lnTo>
                    <a:pt x="313296" y="159750"/>
                  </a:lnTo>
                  <a:lnTo>
                    <a:pt x="290416" y="159750"/>
                  </a:lnTo>
                  <a:close/>
                  <a:moveTo>
                    <a:pt x="69621" y="127800"/>
                  </a:moveTo>
                  <a:lnTo>
                    <a:pt x="88756" y="127800"/>
                  </a:lnTo>
                  <a:lnTo>
                    <a:pt x="69621" y="112227"/>
                  </a:lnTo>
                  <a:close/>
                  <a:moveTo>
                    <a:pt x="243675" y="117647"/>
                  </a:moveTo>
                  <a:lnTo>
                    <a:pt x="254562" y="127800"/>
                  </a:lnTo>
                  <a:lnTo>
                    <a:pt x="243675" y="95850"/>
                  </a:lnTo>
                  <a:close/>
                  <a:moveTo>
                    <a:pt x="243675" y="95850"/>
                  </a:moveTo>
                  <a:lnTo>
                    <a:pt x="254562" y="127800"/>
                  </a:lnTo>
                  <a:lnTo>
                    <a:pt x="278485" y="127800"/>
                  </a:lnTo>
                  <a:close/>
                  <a:moveTo>
                    <a:pt x="278485" y="147402"/>
                  </a:moveTo>
                  <a:lnTo>
                    <a:pt x="278485" y="127800"/>
                  </a:lnTo>
                  <a:lnTo>
                    <a:pt x="254562" y="127800"/>
                  </a:lnTo>
                  <a:close/>
                  <a:moveTo>
                    <a:pt x="56269" y="95850"/>
                  </a:moveTo>
                  <a:lnTo>
                    <a:pt x="47961" y="63900"/>
                  </a:lnTo>
                  <a:lnTo>
                    <a:pt x="34811" y="95850"/>
                  </a:lnTo>
                  <a:close/>
                  <a:moveTo>
                    <a:pt x="208864" y="70163"/>
                  </a:moveTo>
                  <a:lnTo>
                    <a:pt x="225991" y="95850"/>
                  </a:lnTo>
                  <a:lnTo>
                    <a:pt x="208864" y="63900"/>
                  </a:lnTo>
                  <a:close/>
                  <a:moveTo>
                    <a:pt x="208864" y="63900"/>
                  </a:moveTo>
                  <a:lnTo>
                    <a:pt x="225991" y="95850"/>
                  </a:lnTo>
                  <a:lnTo>
                    <a:pt x="243675" y="95850"/>
                  </a:lnTo>
                  <a:close/>
                  <a:moveTo>
                    <a:pt x="243675" y="117647"/>
                  </a:moveTo>
                  <a:lnTo>
                    <a:pt x="243675" y="95850"/>
                  </a:lnTo>
                  <a:lnTo>
                    <a:pt x="225991" y="95850"/>
                  </a:lnTo>
                  <a:close/>
                  <a:moveTo>
                    <a:pt x="47961" y="63900"/>
                  </a:moveTo>
                  <a:lnTo>
                    <a:pt x="61353" y="31950"/>
                  </a:lnTo>
                  <a:lnTo>
                    <a:pt x="34811" y="63900"/>
                  </a:lnTo>
                  <a:close/>
                  <a:moveTo>
                    <a:pt x="208864" y="70163"/>
                  </a:moveTo>
                  <a:lnTo>
                    <a:pt x="208864" y="63900"/>
                  </a:lnTo>
                  <a:lnTo>
                    <a:pt x="205420" y="63900"/>
                  </a:lnTo>
                  <a:close/>
                  <a:moveTo>
                    <a:pt x="104432" y="0"/>
                  </a:moveTo>
                  <a:lnTo>
                    <a:pt x="104432" y="10436"/>
                  </a:lnTo>
                  <a:lnTo>
                    <a:pt x="139243" y="12582"/>
                  </a:lnTo>
                  <a:close/>
                  <a:moveTo>
                    <a:pt x="68109" y="415351"/>
                  </a:moveTo>
                  <a:lnTo>
                    <a:pt x="69621" y="416079"/>
                  </a:lnTo>
                  <a:lnTo>
                    <a:pt x="69621" y="415351"/>
                  </a:lnTo>
                  <a:close/>
                  <a:moveTo>
                    <a:pt x="69621" y="415351"/>
                  </a:moveTo>
                  <a:lnTo>
                    <a:pt x="34811" y="389366"/>
                  </a:lnTo>
                  <a:lnTo>
                    <a:pt x="68109" y="415351"/>
                  </a:lnTo>
                  <a:close/>
                  <a:moveTo>
                    <a:pt x="34811" y="383401"/>
                  </a:moveTo>
                  <a:lnTo>
                    <a:pt x="34811" y="389366"/>
                  </a:lnTo>
                  <a:lnTo>
                    <a:pt x="69621" y="415351"/>
                  </a:lnTo>
                  <a:close/>
                  <a:moveTo>
                    <a:pt x="104432" y="415351"/>
                  </a:moveTo>
                  <a:lnTo>
                    <a:pt x="69621" y="416079"/>
                  </a:lnTo>
                  <a:lnTo>
                    <a:pt x="104432" y="424865"/>
                  </a:lnTo>
                  <a:close/>
                  <a:moveTo>
                    <a:pt x="104432" y="415351"/>
                  </a:moveTo>
                  <a:lnTo>
                    <a:pt x="69621" y="415351"/>
                  </a:lnTo>
                  <a:lnTo>
                    <a:pt x="69621" y="416079"/>
                  </a:lnTo>
                  <a:close/>
                  <a:moveTo>
                    <a:pt x="139243" y="415351"/>
                  </a:moveTo>
                  <a:lnTo>
                    <a:pt x="104432" y="424865"/>
                  </a:lnTo>
                  <a:lnTo>
                    <a:pt x="139243" y="426883"/>
                  </a:lnTo>
                  <a:close/>
                  <a:moveTo>
                    <a:pt x="174053" y="415351"/>
                  </a:moveTo>
                  <a:lnTo>
                    <a:pt x="139243" y="426883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174053" y="424668"/>
                  </a:lnTo>
                  <a:lnTo>
                    <a:pt x="208864" y="419195"/>
                  </a:lnTo>
                  <a:close/>
                  <a:moveTo>
                    <a:pt x="208864" y="415351"/>
                  </a:moveTo>
                  <a:lnTo>
                    <a:pt x="174053" y="415351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208864" y="419195"/>
                  </a:lnTo>
                  <a:lnTo>
                    <a:pt x="223631" y="415351"/>
                  </a:lnTo>
                  <a:close/>
                  <a:moveTo>
                    <a:pt x="29944" y="383401"/>
                  </a:moveTo>
                  <a:lnTo>
                    <a:pt x="34811" y="389366"/>
                  </a:lnTo>
                  <a:lnTo>
                    <a:pt x="34811" y="383401"/>
                  </a:lnTo>
                  <a:close/>
                  <a:moveTo>
                    <a:pt x="23351" y="351451"/>
                  </a:moveTo>
                  <a:lnTo>
                    <a:pt x="34811" y="383401"/>
                  </a:lnTo>
                  <a:lnTo>
                    <a:pt x="34811" y="351451"/>
                  </a:lnTo>
                  <a:close/>
                  <a:moveTo>
                    <a:pt x="23351" y="351451"/>
                  </a:moveTo>
                  <a:lnTo>
                    <a:pt x="29944" y="383401"/>
                  </a:lnTo>
                  <a:lnTo>
                    <a:pt x="34811" y="383401"/>
                  </a:lnTo>
                  <a:close/>
                  <a:moveTo>
                    <a:pt x="278485" y="383401"/>
                  </a:moveTo>
                  <a:lnTo>
                    <a:pt x="243675" y="409720"/>
                  </a:lnTo>
                  <a:lnTo>
                    <a:pt x="278485" y="394125"/>
                  </a:lnTo>
                  <a:close/>
                  <a:moveTo>
                    <a:pt x="278485" y="383401"/>
                  </a:moveTo>
                  <a:lnTo>
                    <a:pt x="278485" y="394125"/>
                  </a:lnTo>
                  <a:lnTo>
                    <a:pt x="294146" y="383401"/>
                  </a:lnTo>
                  <a:close/>
                  <a:moveTo>
                    <a:pt x="313296" y="351451"/>
                  </a:moveTo>
                  <a:lnTo>
                    <a:pt x="294146" y="383401"/>
                  </a:lnTo>
                  <a:lnTo>
                    <a:pt x="313296" y="363297"/>
                  </a:lnTo>
                  <a:close/>
                  <a:moveTo>
                    <a:pt x="278485" y="383401"/>
                  </a:moveTo>
                  <a:lnTo>
                    <a:pt x="294146" y="383401"/>
                  </a:lnTo>
                  <a:lnTo>
                    <a:pt x="313296" y="351451"/>
                  </a:lnTo>
                  <a:close/>
                  <a:moveTo>
                    <a:pt x="34811" y="322294"/>
                  </a:moveTo>
                  <a:lnTo>
                    <a:pt x="23351" y="351451"/>
                  </a:lnTo>
                  <a:lnTo>
                    <a:pt x="34811" y="351451"/>
                  </a:lnTo>
                  <a:close/>
                  <a:moveTo>
                    <a:pt x="34811" y="351451"/>
                  </a:moveTo>
                  <a:lnTo>
                    <a:pt x="36076" y="319501"/>
                  </a:lnTo>
                  <a:lnTo>
                    <a:pt x="34811" y="322294"/>
                  </a:lnTo>
                  <a:close/>
                  <a:moveTo>
                    <a:pt x="313296" y="351451"/>
                  </a:moveTo>
                  <a:lnTo>
                    <a:pt x="313296" y="363297"/>
                  </a:lnTo>
                  <a:lnTo>
                    <a:pt x="322011" y="351451"/>
                  </a:lnTo>
                  <a:close/>
                  <a:moveTo>
                    <a:pt x="313296" y="319501"/>
                  </a:moveTo>
                  <a:lnTo>
                    <a:pt x="322011" y="351451"/>
                  </a:lnTo>
                  <a:lnTo>
                    <a:pt x="332965" y="319501"/>
                  </a:lnTo>
                  <a:close/>
                  <a:moveTo>
                    <a:pt x="69329" y="287551"/>
                  </a:moveTo>
                  <a:lnTo>
                    <a:pt x="69621" y="319501"/>
                  </a:lnTo>
                  <a:lnTo>
                    <a:pt x="69621" y="287551"/>
                  </a:lnTo>
                  <a:close/>
                  <a:moveTo>
                    <a:pt x="69329" y="287551"/>
                  </a:moveTo>
                  <a:lnTo>
                    <a:pt x="36076" y="319501"/>
                  </a:lnTo>
                  <a:lnTo>
                    <a:pt x="69621" y="319501"/>
                  </a:lnTo>
                  <a:close/>
                  <a:moveTo>
                    <a:pt x="313296" y="287551"/>
                  </a:moveTo>
                  <a:lnTo>
                    <a:pt x="332965" y="319501"/>
                  </a:lnTo>
                  <a:lnTo>
                    <a:pt x="334559" y="287551"/>
                  </a:lnTo>
                  <a:close/>
                  <a:moveTo>
                    <a:pt x="69621" y="287322"/>
                  </a:moveTo>
                  <a:lnTo>
                    <a:pt x="69329" y="287551"/>
                  </a:lnTo>
                  <a:lnTo>
                    <a:pt x="69621" y="287551"/>
                  </a:lnTo>
                  <a:close/>
                  <a:moveTo>
                    <a:pt x="69621" y="287551"/>
                  </a:moveTo>
                  <a:lnTo>
                    <a:pt x="104432" y="262921"/>
                  </a:lnTo>
                  <a:lnTo>
                    <a:pt x="69621" y="287322"/>
                  </a:lnTo>
                  <a:close/>
                  <a:moveTo>
                    <a:pt x="69621" y="287551"/>
                  </a:moveTo>
                  <a:lnTo>
                    <a:pt x="104432" y="287551"/>
                  </a:lnTo>
                  <a:lnTo>
                    <a:pt x="104432" y="262921"/>
                  </a:lnTo>
                  <a:close/>
                  <a:moveTo>
                    <a:pt x="104432" y="287551"/>
                  </a:moveTo>
                  <a:lnTo>
                    <a:pt x="115233" y="255601"/>
                  </a:lnTo>
                  <a:lnTo>
                    <a:pt x="104432" y="262921"/>
                  </a:lnTo>
                  <a:close/>
                  <a:moveTo>
                    <a:pt x="313296" y="255601"/>
                  </a:moveTo>
                  <a:lnTo>
                    <a:pt x="334559" y="287551"/>
                  </a:lnTo>
                  <a:lnTo>
                    <a:pt x="330677" y="255601"/>
                  </a:lnTo>
                  <a:close/>
                  <a:moveTo>
                    <a:pt x="139243" y="232363"/>
                  </a:moveTo>
                  <a:lnTo>
                    <a:pt x="115233" y="255601"/>
                  </a:lnTo>
                  <a:lnTo>
                    <a:pt x="139243" y="255601"/>
                  </a:lnTo>
                  <a:close/>
                  <a:moveTo>
                    <a:pt x="139243" y="255601"/>
                  </a:moveTo>
                  <a:lnTo>
                    <a:pt x="148428" y="223650"/>
                  </a:lnTo>
                  <a:lnTo>
                    <a:pt x="139243" y="232363"/>
                  </a:lnTo>
                  <a:close/>
                  <a:moveTo>
                    <a:pt x="313296" y="223650"/>
                  </a:moveTo>
                  <a:lnTo>
                    <a:pt x="330677" y="255601"/>
                  </a:lnTo>
                  <a:lnTo>
                    <a:pt x="323754" y="223650"/>
                  </a:lnTo>
                  <a:close/>
                  <a:moveTo>
                    <a:pt x="313296" y="223650"/>
                  </a:moveTo>
                  <a:lnTo>
                    <a:pt x="313296" y="255601"/>
                  </a:lnTo>
                  <a:lnTo>
                    <a:pt x="330677" y="255601"/>
                  </a:lnTo>
                  <a:close/>
                  <a:moveTo>
                    <a:pt x="159683" y="191700"/>
                  </a:moveTo>
                  <a:lnTo>
                    <a:pt x="174053" y="223650"/>
                  </a:lnTo>
                  <a:lnTo>
                    <a:pt x="174053" y="191700"/>
                  </a:lnTo>
                  <a:close/>
                  <a:moveTo>
                    <a:pt x="159683" y="191700"/>
                  </a:moveTo>
                  <a:lnTo>
                    <a:pt x="148428" y="223650"/>
                  </a:lnTo>
                  <a:lnTo>
                    <a:pt x="174053" y="223650"/>
                  </a:lnTo>
                  <a:close/>
                  <a:moveTo>
                    <a:pt x="313296" y="191700"/>
                  </a:moveTo>
                  <a:lnTo>
                    <a:pt x="323754" y="223650"/>
                  </a:lnTo>
                  <a:lnTo>
                    <a:pt x="313354" y="191700"/>
                  </a:lnTo>
                  <a:close/>
                  <a:moveTo>
                    <a:pt x="313296" y="191700"/>
                  </a:moveTo>
                  <a:lnTo>
                    <a:pt x="313296" y="223650"/>
                  </a:lnTo>
                  <a:lnTo>
                    <a:pt x="323754" y="223650"/>
                  </a:lnTo>
                  <a:close/>
                  <a:moveTo>
                    <a:pt x="139961" y="15975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961" y="159750"/>
                  </a:moveTo>
                  <a:lnTo>
                    <a:pt x="159683" y="191700"/>
                  </a:lnTo>
                  <a:lnTo>
                    <a:pt x="174053" y="191700"/>
                  </a:lnTo>
                  <a:close/>
                  <a:moveTo>
                    <a:pt x="278485" y="159750"/>
                  </a:moveTo>
                  <a:lnTo>
                    <a:pt x="313296" y="191586"/>
                  </a:lnTo>
                  <a:lnTo>
                    <a:pt x="290416" y="159750"/>
                  </a:lnTo>
                  <a:close/>
                  <a:moveTo>
                    <a:pt x="313296" y="191700"/>
                  </a:moveTo>
                  <a:lnTo>
                    <a:pt x="313296" y="191586"/>
                  </a:lnTo>
                  <a:lnTo>
                    <a:pt x="278485" y="159750"/>
                  </a:lnTo>
                  <a:close/>
                  <a:moveTo>
                    <a:pt x="278485" y="191700"/>
                  </a:moveTo>
                  <a:lnTo>
                    <a:pt x="313296" y="191700"/>
                  </a:lnTo>
                  <a:lnTo>
                    <a:pt x="278485" y="159750"/>
                  </a:lnTo>
                  <a:close/>
                  <a:moveTo>
                    <a:pt x="313296" y="191700"/>
                  </a:moveTo>
                  <a:lnTo>
                    <a:pt x="313354" y="191700"/>
                  </a:lnTo>
                  <a:lnTo>
                    <a:pt x="313296" y="191586"/>
                  </a:lnTo>
                  <a:close/>
                  <a:moveTo>
                    <a:pt x="174053" y="159750"/>
                  </a:moveTo>
                  <a:lnTo>
                    <a:pt x="139243" y="159365"/>
                  </a:lnTo>
                  <a:lnTo>
                    <a:pt x="139961" y="159750"/>
                  </a:lnTo>
                  <a:close/>
                  <a:moveTo>
                    <a:pt x="243675" y="127800"/>
                  </a:moveTo>
                  <a:lnTo>
                    <a:pt x="278485" y="147402"/>
                  </a:lnTo>
                  <a:lnTo>
                    <a:pt x="254562" y="127800"/>
                  </a:lnTo>
                  <a:close/>
                  <a:moveTo>
                    <a:pt x="278485" y="159750"/>
                  </a:moveTo>
                  <a:lnTo>
                    <a:pt x="278485" y="147402"/>
                  </a:lnTo>
                  <a:lnTo>
                    <a:pt x="243675" y="127800"/>
                  </a:lnTo>
                  <a:close/>
                  <a:moveTo>
                    <a:pt x="243675" y="159750"/>
                  </a:moveTo>
                  <a:lnTo>
                    <a:pt x="278485" y="159750"/>
                  </a:lnTo>
                  <a:lnTo>
                    <a:pt x="243675" y="127800"/>
                  </a:lnTo>
                  <a:close/>
                  <a:moveTo>
                    <a:pt x="278485" y="159750"/>
                  </a:moveTo>
                  <a:lnTo>
                    <a:pt x="290416" y="159750"/>
                  </a:lnTo>
                  <a:lnTo>
                    <a:pt x="278485" y="147402"/>
                  </a:lnTo>
                  <a:close/>
                  <a:moveTo>
                    <a:pt x="88756" y="127800"/>
                  </a:moveTo>
                  <a:lnTo>
                    <a:pt x="104432" y="139247"/>
                  </a:lnTo>
                  <a:lnTo>
                    <a:pt x="104432" y="127800"/>
                  </a:lnTo>
                  <a:close/>
                  <a:moveTo>
                    <a:pt x="104432" y="127800"/>
                  </a:moveTo>
                  <a:lnTo>
                    <a:pt x="69621" y="112227"/>
                  </a:lnTo>
                  <a:lnTo>
                    <a:pt x="88756" y="127800"/>
                  </a:lnTo>
                  <a:close/>
                  <a:moveTo>
                    <a:pt x="69621" y="95850"/>
                  </a:moveTo>
                  <a:lnTo>
                    <a:pt x="69621" y="112227"/>
                  </a:lnTo>
                  <a:lnTo>
                    <a:pt x="104432" y="127800"/>
                  </a:lnTo>
                  <a:close/>
                  <a:moveTo>
                    <a:pt x="139243" y="127800"/>
                  </a:moveTo>
                  <a:lnTo>
                    <a:pt x="104432" y="139247"/>
                  </a:lnTo>
                  <a:lnTo>
                    <a:pt x="139243" y="159365"/>
                  </a:lnTo>
                  <a:close/>
                  <a:moveTo>
                    <a:pt x="208864" y="95850"/>
                  </a:moveTo>
                  <a:lnTo>
                    <a:pt x="243675" y="117647"/>
                  </a:lnTo>
                  <a:lnTo>
                    <a:pt x="225991" y="95850"/>
                  </a:lnTo>
                  <a:close/>
                  <a:moveTo>
                    <a:pt x="243675" y="127800"/>
                  </a:moveTo>
                  <a:lnTo>
                    <a:pt x="243675" y="117647"/>
                  </a:lnTo>
                  <a:lnTo>
                    <a:pt x="208864" y="95850"/>
                  </a:lnTo>
                  <a:close/>
                  <a:moveTo>
                    <a:pt x="243675" y="127800"/>
                  </a:moveTo>
                  <a:lnTo>
                    <a:pt x="254562" y="127800"/>
                  </a:lnTo>
                  <a:lnTo>
                    <a:pt x="243675" y="117647"/>
                  </a:lnTo>
                  <a:close/>
                  <a:moveTo>
                    <a:pt x="56269" y="95850"/>
                  </a:moveTo>
                  <a:lnTo>
                    <a:pt x="69621" y="112227"/>
                  </a:lnTo>
                  <a:lnTo>
                    <a:pt x="69621" y="95850"/>
                  </a:lnTo>
                  <a:close/>
                  <a:moveTo>
                    <a:pt x="47961" y="63900"/>
                  </a:moveTo>
                  <a:lnTo>
                    <a:pt x="56269" y="95850"/>
                  </a:lnTo>
                  <a:lnTo>
                    <a:pt x="69621" y="95850"/>
                  </a:lnTo>
                  <a:close/>
                  <a:moveTo>
                    <a:pt x="174053" y="63900"/>
                  </a:moveTo>
                  <a:lnTo>
                    <a:pt x="208864" y="70163"/>
                  </a:lnTo>
                  <a:lnTo>
                    <a:pt x="205420" y="63900"/>
                  </a:lnTo>
                  <a:close/>
                  <a:moveTo>
                    <a:pt x="208864" y="95850"/>
                  </a:moveTo>
                  <a:lnTo>
                    <a:pt x="225991" y="95850"/>
                  </a:lnTo>
                  <a:lnTo>
                    <a:pt x="208864" y="70163"/>
                  </a:lnTo>
                  <a:close/>
                  <a:moveTo>
                    <a:pt x="61353" y="31950"/>
                  </a:moveTo>
                  <a:lnTo>
                    <a:pt x="47961" y="63900"/>
                  </a:lnTo>
                  <a:lnTo>
                    <a:pt x="69621" y="63900"/>
                  </a:lnTo>
                  <a:close/>
                  <a:moveTo>
                    <a:pt x="174053" y="31950"/>
                  </a:moveTo>
                  <a:lnTo>
                    <a:pt x="205420" y="63900"/>
                  </a:lnTo>
                  <a:lnTo>
                    <a:pt x="177618" y="31950"/>
                  </a:lnTo>
                  <a:close/>
                  <a:moveTo>
                    <a:pt x="174053" y="31950"/>
                  </a:moveTo>
                  <a:lnTo>
                    <a:pt x="174053" y="63900"/>
                  </a:lnTo>
                  <a:lnTo>
                    <a:pt x="205420" y="63900"/>
                  </a:lnTo>
                  <a:close/>
                  <a:moveTo>
                    <a:pt x="69621" y="24599"/>
                  </a:moveTo>
                  <a:lnTo>
                    <a:pt x="61353" y="31950"/>
                  </a:lnTo>
                  <a:lnTo>
                    <a:pt x="69621" y="31950"/>
                  </a:lnTo>
                  <a:close/>
                  <a:moveTo>
                    <a:pt x="69621" y="31950"/>
                  </a:moveTo>
                  <a:lnTo>
                    <a:pt x="104432" y="10436"/>
                  </a:lnTo>
                  <a:lnTo>
                    <a:pt x="69621" y="24599"/>
                  </a:lnTo>
                  <a:close/>
                  <a:moveTo>
                    <a:pt x="104432" y="31950"/>
                  </a:moveTo>
                  <a:lnTo>
                    <a:pt x="139243" y="12582"/>
                  </a:lnTo>
                  <a:lnTo>
                    <a:pt x="104432" y="10436"/>
                  </a:lnTo>
                  <a:close/>
                  <a:moveTo>
                    <a:pt x="139243" y="31950"/>
                  </a:moveTo>
                  <a:lnTo>
                    <a:pt x="174053" y="29158"/>
                  </a:lnTo>
                  <a:lnTo>
                    <a:pt x="139243" y="12582"/>
                  </a:lnTo>
                  <a:close/>
                  <a:moveTo>
                    <a:pt x="139243" y="31950"/>
                  </a:moveTo>
                  <a:lnTo>
                    <a:pt x="174053" y="31950"/>
                  </a:lnTo>
                  <a:lnTo>
                    <a:pt x="174053" y="29158"/>
                  </a:lnTo>
                  <a:close/>
                  <a:moveTo>
                    <a:pt x="174053" y="31950"/>
                  </a:moveTo>
                  <a:lnTo>
                    <a:pt x="177618" y="31950"/>
                  </a:lnTo>
                  <a:lnTo>
                    <a:pt x="174053" y="29158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3994" name="Candidate_B5__3993">
              <a:extLst>
                <a:ext uri="{FF2B5EF4-FFF2-40B4-BE49-F238E27FC236}">
                  <a16:creationId xmlns:a16="http://schemas.microsoft.com/office/drawing/2014/main" id="{2C91D6DA-A94A-A90F-EA73-FA0DDED9C09F}"/>
                </a:ext>
              </a:extLst>
            </p:cNvPr>
            <p:cNvSpPr>
              <a:spLocks noGrp="1"/>
            </p:cNvSpPr>
            <p:nvPr/>
          </p:nvSpPr>
          <p:spPr>
            <a:xfrm>
              <a:off x="4058618" y="3550845"/>
              <a:ext cx="299748" cy="416447"/>
            </a:xfrm>
            <a:custGeom>
              <a:avLst/>
              <a:gdLst/>
              <a:ahLst/>
              <a:cxnLst/>
              <a:rect l="0" t="0" r="0" b="0"/>
              <a:pathLst>
                <a:path w="299748" h="416447">
                  <a:moveTo>
                    <a:pt x="34811" y="372965"/>
                  </a:moveTo>
                  <a:lnTo>
                    <a:pt x="0" y="372965"/>
                  </a:lnTo>
                  <a:lnTo>
                    <a:pt x="34811" y="404915"/>
                  </a:lnTo>
                  <a:close/>
                  <a:moveTo>
                    <a:pt x="34811" y="404915"/>
                  </a:moveTo>
                  <a:lnTo>
                    <a:pt x="69621" y="404915"/>
                  </a:lnTo>
                  <a:lnTo>
                    <a:pt x="69621" y="372965"/>
                  </a:lnTo>
                  <a:close/>
                  <a:moveTo>
                    <a:pt x="34811" y="404915"/>
                  </a:moveTo>
                  <a:lnTo>
                    <a:pt x="69621" y="372965"/>
                  </a:lnTo>
                  <a:lnTo>
                    <a:pt x="34811" y="372965"/>
                  </a:lnTo>
                  <a:close/>
                  <a:moveTo>
                    <a:pt x="104432" y="404915"/>
                  </a:moveTo>
                  <a:lnTo>
                    <a:pt x="69621" y="404915"/>
                  </a:lnTo>
                  <a:lnTo>
                    <a:pt x="69621" y="414428"/>
                  </a:lnTo>
                  <a:close/>
                  <a:moveTo>
                    <a:pt x="69621" y="404915"/>
                  </a:moveTo>
                  <a:lnTo>
                    <a:pt x="104432" y="404915"/>
                  </a:lnTo>
                  <a:lnTo>
                    <a:pt x="104432" y="372965"/>
                  </a:lnTo>
                  <a:close/>
                  <a:moveTo>
                    <a:pt x="139243" y="404915"/>
                  </a:moveTo>
                  <a:lnTo>
                    <a:pt x="104432" y="404915"/>
                  </a:lnTo>
                  <a:lnTo>
                    <a:pt x="104432" y="416447"/>
                  </a:lnTo>
                  <a:close/>
                  <a:moveTo>
                    <a:pt x="104432" y="404915"/>
                  </a:moveTo>
                  <a:lnTo>
                    <a:pt x="139243" y="404915"/>
                  </a:lnTo>
                  <a:lnTo>
                    <a:pt x="139243" y="372965"/>
                  </a:lnTo>
                  <a:close/>
                  <a:moveTo>
                    <a:pt x="139243" y="404915"/>
                  </a:moveTo>
                  <a:lnTo>
                    <a:pt x="174053" y="404915"/>
                  </a:lnTo>
                  <a:lnTo>
                    <a:pt x="174053" y="372965"/>
                  </a:lnTo>
                  <a:close/>
                  <a:moveTo>
                    <a:pt x="208864" y="372965"/>
                  </a:moveTo>
                  <a:lnTo>
                    <a:pt x="188821" y="404915"/>
                  </a:lnTo>
                  <a:lnTo>
                    <a:pt x="208864" y="399284"/>
                  </a:lnTo>
                  <a:close/>
                  <a:moveTo>
                    <a:pt x="174053" y="404915"/>
                  </a:moveTo>
                  <a:lnTo>
                    <a:pt x="188821" y="404915"/>
                  </a:lnTo>
                  <a:lnTo>
                    <a:pt x="208864" y="372965"/>
                  </a:lnTo>
                  <a:close/>
                  <a:moveTo>
                    <a:pt x="174053" y="372965"/>
                  </a:moveTo>
                  <a:lnTo>
                    <a:pt x="174053" y="404915"/>
                  </a:lnTo>
                  <a:lnTo>
                    <a:pt x="208864" y="372965"/>
                  </a:lnTo>
                  <a:close/>
                  <a:moveTo>
                    <a:pt x="0" y="372965"/>
                  </a:moveTo>
                  <a:lnTo>
                    <a:pt x="34811" y="372965"/>
                  </a:lnTo>
                  <a:lnTo>
                    <a:pt x="34811" y="341015"/>
                  </a:lnTo>
                  <a:close/>
                  <a:moveTo>
                    <a:pt x="0" y="372965"/>
                  </a:moveTo>
                  <a:lnTo>
                    <a:pt x="34811" y="341015"/>
                  </a:lnTo>
                  <a:lnTo>
                    <a:pt x="0" y="341015"/>
                  </a:lnTo>
                  <a:close/>
                  <a:moveTo>
                    <a:pt x="243675" y="372965"/>
                  </a:moveTo>
                  <a:lnTo>
                    <a:pt x="208864" y="372965"/>
                  </a:lnTo>
                  <a:lnTo>
                    <a:pt x="208864" y="399284"/>
                  </a:lnTo>
                  <a:close/>
                  <a:moveTo>
                    <a:pt x="243675" y="341015"/>
                  </a:moveTo>
                  <a:lnTo>
                    <a:pt x="208864" y="372965"/>
                  </a:lnTo>
                  <a:lnTo>
                    <a:pt x="243675" y="372965"/>
                  </a:lnTo>
                  <a:close/>
                  <a:moveTo>
                    <a:pt x="243675" y="341015"/>
                  </a:moveTo>
                  <a:lnTo>
                    <a:pt x="243675" y="372965"/>
                  </a:lnTo>
                  <a:lnTo>
                    <a:pt x="278485" y="341015"/>
                  </a:lnTo>
                  <a:close/>
                  <a:moveTo>
                    <a:pt x="34811" y="309065"/>
                  </a:moveTo>
                  <a:lnTo>
                    <a:pt x="1266" y="309065"/>
                  </a:lnTo>
                  <a:lnTo>
                    <a:pt x="0" y="341015"/>
                  </a:lnTo>
                  <a:close/>
                  <a:moveTo>
                    <a:pt x="34811" y="341015"/>
                  </a:moveTo>
                  <a:lnTo>
                    <a:pt x="34811" y="309065"/>
                  </a:lnTo>
                  <a:lnTo>
                    <a:pt x="0" y="341015"/>
                  </a:lnTo>
                  <a:close/>
                  <a:moveTo>
                    <a:pt x="243675" y="341015"/>
                  </a:moveTo>
                  <a:lnTo>
                    <a:pt x="278485" y="341015"/>
                  </a:lnTo>
                  <a:lnTo>
                    <a:pt x="278485" y="309065"/>
                  </a:lnTo>
                  <a:close/>
                  <a:moveTo>
                    <a:pt x="278485" y="309065"/>
                  </a:moveTo>
                  <a:lnTo>
                    <a:pt x="278485" y="341015"/>
                  </a:lnTo>
                  <a:lnTo>
                    <a:pt x="287200" y="341015"/>
                  </a:lnTo>
                  <a:close/>
                  <a:moveTo>
                    <a:pt x="34811" y="309065"/>
                  </a:moveTo>
                  <a:lnTo>
                    <a:pt x="69621" y="309065"/>
                  </a:lnTo>
                  <a:lnTo>
                    <a:pt x="69621" y="277114"/>
                  </a:lnTo>
                  <a:close/>
                  <a:moveTo>
                    <a:pt x="34811" y="309065"/>
                  </a:moveTo>
                  <a:lnTo>
                    <a:pt x="69621" y="277114"/>
                  </a:lnTo>
                  <a:lnTo>
                    <a:pt x="34811" y="277114"/>
                  </a:lnTo>
                  <a:close/>
                  <a:moveTo>
                    <a:pt x="243675" y="309065"/>
                  </a:moveTo>
                  <a:lnTo>
                    <a:pt x="278485" y="309065"/>
                  </a:lnTo>
                  <a:lnTo>
                    <a:pt x="278485" y="277114"/>
                  </a:lnTo>
                  <a:close/>
                  <a:moveTo>
                    <a:pt x="278485" y="277114"/>
                  </a:moveTo>
                  <a:lnTo>
                    <a:pt x="278485" y="309065"/>
                  </a:lnTo>
                  <a:lnTo>
                    <a:pt x="298154" y="309065"/>
                  </a:lnTo>
                  <a:close/>
                  <a:moveTo>
                    <a:pt x="104432" y="245164"/>
                  </a:moveTo>
                  <a:lnTo>
                    <a:pt x="80423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04432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39243" y="245164"/>
                  </a:lnTo>
                  <a:lnTo>
                    <a:pt x="104432" y="245164"/>
                  </a:lnTo>
                  <a:close/>
                  <a:moveTo>
                    <a:pt x="243675" y="277114"/>
                  </a:moveTo>
                  <a:lnTo>
                    <a:pt x="278485" y="277114"/>
                  </a:lnTo>
                  <a:lnTo>
                    <a:pt x="278485" y="245164"/>
                  </a:lnTo>
                  <a:close/>
                  <a:moveTo>
                    <a:pt x="278485" y="245164"/>
                  </a:moveTo>
                  <a:lnTo>
                    <a:pt x="278485" y="277114"/>
                  </a:lnTo>
                  <a:lnTo>
                    <a:pt x="299748" y="277114"/>
                  </a:lnTo>
                  <a:close/>
                  <a:moveTo>
                    <a:pt x="139243" y="213214"/>
                  </a:moveTo>
                  <a:lnTo>
                    <a:pt x="113617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39243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74053" y="213214"/>
                  </a:lnTo>
                  <a:lnTo>
                    <a:pt x="139243" y="213214"/>
                  </a:lnTo>
                  <a:close/>
                  <a:moveTo>
                    <a:pt x="243675" y="245164"/>
                  </a:moveTo>
                  <a:lnTo>
                    <a:pt x="278485" y="245164"/>
                  </a:lnTo>
                  <a:lnTo>
                    <a:pt x="278485" y="213214"/>
                  </a:lnTo>
                  <a:close/>
                  <a:moveTo>
                    <a:pt x="243675" y="245164"/>
                  </a:moveTo>
                  <a:lnTo>
                    <a:pt x="278485" y="213214"/>
                  </a:lnTo>
                  <a:lnTo>
                    <a:pt x="243675" y="213214"/>
                  </a:lnTo>
                  <a:close/>
                  <a:moveTo>
                    <a:pt x="139243" y="213214"/>
                  </a:moveTo>
                  <a:lnTo>
                    <a:pt x="174053" y="213214"/>
                  </a:lnTo>
                  <a:lnTo>
                    <a:pt x="174053" y="181264"/>
                  </a:lnTo>
                  <a:close/>
                  <a:moveTo>
                    <a:pt x="139243" y="213214"/>
                  </a:moveTo>
                  <a:lnTo>
                    <a:pt x="174053" y="181264"/>
                  </a:lnTo>
                  <a:lnTo>
                    <a:pt x="139243" y="181264"/>
                  </a:lnTo>
                  <a:close/>
                  <a:moveTo>
                    <a:pt x="174053" y="213214"/>
                  </a:moveTo>
                  <a:lnTo>
                    <a:pt x="208864" y="213214"/>
                  </a:lnTo>
                  <a:lnTo>
                    <a:pt x="208864" y="181264"/>
                  </a:lnTo>
                  <a:close/>
                  <a:moveTo>
                    <a:pt x="174053" y="213214"/>
                  </a:moveTo>
                  <a:lnTo>
                    <a:pt x="208864" y="181264"/>
                  </a:lnTo>
                  <a:lnTo>
                    <a:pt x="174053" y="181264"/>
                  </a:lnTo>
                  <a:close/>
                  <a:moveTo>
                    <a:pt x="208864" y="213214"/>
                  </a:moveTo>
                  <a:lnTo>
                    <a:pt x="243675" y="213214"/>
                  </a:lnTo>
                  <a:lnTo>
                    <a:pt x="243675" y="181264"/>
                  </a:lnTo>
                  <a:close/>
                  <a:moveTo>
                    <a:pt x="208864" y="213214"/>
                  </a:moveTo>
                  <a:lnTo>
                    <a:pt x="243675" y="181264"/>
                  </a:lnTo>
                  <a:lnTo>
                    <a:pt x="208864" y="181264"/>
                  </a:lnTo>
                  <a:close/>
                  <a:moveTo>
                    <a:pt x="243675" y="213214"/>
                  </a:moveTo>
                  <a:lnTo>
                    <a:pt x="278485" y="213214"/>
                  </a:lnTo>
                  <a:lnTo>
                    <a:pt x="278485" y="181264"/>
                  </a:lnTo>
                  <a:close/>
                  <a:moveTo>
                    <a:pt x="243675" y="213214"/>
                  </a:moveTo>
                  <a:lnTo>
                    <a:pt x="278485" y="181264"/>
                  </a:lnTo>
                  <a:lnTo>
                    <a:pt x="243675" y="181264"/>
                  </a:lnTo>
                  <a:close/>
                  <a:moveTo>
                    <a:pt x="139243" y="181264"/>
                  </a:moveTo>
                  <a:lnTo>
                    <a:pt x="174053" y="181264"/>
                  </a:lnTo>
                  <a:lnTo>
                    <a:pt x="174053" y="149314"/>
                  </a:lnTo>
                  <a:close/>
                  <a:moveTo>
                    <a:pt x="139243" y="181264"/>
                  </a:moveTo>
                  <a:lnTo>
                    <a:pt x="174053" y="149314"/>
                  </a:lnTo>
                  <a:lnTo>
                    <a:pt x="139243" y="149314"/>
                  </a:lnTo>
                  <a:close/>
                  <a:moveTo>
                    <a:pt x="174053" y="181264"/>
                  </a:moveTo>
                  <a:lnTo>
                    <a:pt x="208864" y="181264"/>
                  </a:lnTo>
                  <a:lnTo>
                    <a:pt x="208864" y="149314"/>
                  </a:lnTo>
                  <a:close/>
                  <a:moveTo>
                    <a:pt x="174053" y="181264"/>
                  </a:moveTo>
                  <a:lnTo>
                    <a:pt x="208864" y="149314"/>
                  </a:lnTo>
                  <a:lnTo>
                    <a:pt x="174053" y="149314"/>
                  </a:lnTo>
                  <a:close/>
                  <a:moveTo>
                    <a:pt x="208864" y="181264"/>
                  </a:moveTo>
                  <a:lnTo>
                    <a:pt x="243675" y="181264"/>
                  </a:lnTo>
                  <a:lnTo>
                    <a:pt x="243675" y="149314"/>
                  </a:lnTo>
                  <a:close/>
                  <a:moveTo>
                    <a:pt x="208864" y="181264"/>
                  </a:moveTo>
                  <a:lnTo>
                    <a:pt x="243675" y="149314"/>
                  </a:lnTo>
                  <a:lnTo>
                    <a:pt x="208864" y="149314"/>
                  </a:lnTo>
                  <a:close/>
                  <a:moveTo>
                    <a:pt x="104432" y="117364"/>
                  </a:moveTo>
                  <a:lnTo>
                    <a:pt x="104432" y="148929"/>
                  </a:lnTo>
                  <a:lnTo>
                    <a:pt x="139243" y="149314"/>
                  </a:lnTo>
                  <a:close/>
                  <a:moveTo>
                    <a:pt x="139243" y="117364"/>
                  </a:moveTo>
                  <a:lnTo>
                    <a:pt x="104432" y="117364"/>
                  </a:lnTo>
                  <a:lnTo>
                    <a:pt x="139243" y="149314"/>
                  </a:lnTo>
                  <a:close/>
                  <a:moveTo>
                    <a:pt x="139243" y="149314"/>
                  </a:moveTo>
                  <a:lnTo>
                    <a:pt x="174053" y="149314"/>
                  </a:lnTo>
                  <a:lnTo>
                    <a:pt x="174053" y="117364"/>
                  </a:lnTo>
                  <a:close/>
                  <a:moveTo>
                    <a:pt x="139243" y="149314"/>
                  </a:moveTo>
                  <a:lnTo>
                    <a:pt x="174053" y="117364"/>
                  </a:lnTo>
                  <a:lnTo>
                    <a:pt x="139243" y="117364"/>
                  </a:lnTo>
                  <a:close/>
                  <a:moveTo>
                    <a:pt x="174053" y="149314"/>
                  </a:moveTo>
                  <a:lnTo>
                    <a:pt x="208864" y="149314"/>
                  </a:lnTo>
                  <a:lnTo>
                    <a:pt x="208864" y="117364"/>
                  </a:lnTo>
                  <a:close/>
                  <a:moveTo>
                    <a:pt x="174053" y="149314"/>
                  </a:moveTo>
                  <a:lnTo>
                    <a:pt x="208864" y="117364"/>
                  </a:lnTo>
                  <a:lnTo>
                    <a:pt x="174053" y="117364"/>
                  </a:lnTo>
                  <a:close/>
                  <a:moveTo>
                    <a:pt x="69621" y="85414"/>
                  </a:moveTo>
                  <a:lnTo>
                    <a:pt x="34811" y="85414"/>
                  </a:lnTo>
                  <a:lnTo>
                    <a:pt x="69621" y="117364"/>
                  </a:lnTo>
                  <a:close/>
                  <a:moveTo>
                    <a:pt x="104432" y="117364"/>
                  </a:moveTo>
                  <a:lnTo>
                    <a:pt x="69621" y="117364"/>
                  </a:lnTo>
                  <a:lnTo>
                    <a:pt x="69621" y="128811"/>
                  </a:lnTo>
                  <a:close/>
                  <a:moveTo>
                    <a:pt x="69621" y="117364"/>
                  </a:moveTo>
                  <a:lnTo>
                    <a:pt x="104432" y="117364"/>
                  </a:lnTo>
                  <a:lnTo>
                    <a:pt x="104432" y="85414"/>
                  </a:lnTo>
                  <a:close/>
                  <a:moveTo>
                    <a:pt x="69621" y="117364"/>
                  </a:moveTo>
                  <a:lnTo>
                    <a:pt x="104432" y="85414"/>
                  </a:lnTo>
                  <a:lnTo>
                    <a:pt x="69621" y="85414"/>
                  </a:lnTo>
                  <a:close/>
                  <a:moveTo>
                    <a:pt x="104432" y="117364"/>
                  </a:moveTo>
                  <a:lnTo>
                    <a:pt x="139243" y="117364"/>
                  </a:lnTo>
                  <a:lnTo>
                    <a:pt x="139243" y="85414"/>
                  </a:lnTo>
                  <a:close/>
                  <a:moveTo>
                    <a:pt x="104432" y="117364"/>
                  </a:moveTo>
                  <a:lnTo>
                    <a:pt x="139243" y="85414"/>
                  </a:lnTo>
                  <a:lnTo>
                    <a:pt x="104432" y="85414"/>
                  </a:lnTo>
                  <a:close/>
                  <a:moveTo>
                    <a:pt x="139243" y="117364"/>
                  </a:moveTo>
                  <a:lnTo>
                    <a:pt x="174053" y="117364"/>
                  </a:lnTo>
                  <a:lnTo>
                    <a:pt x="174053" y="85414"/>
                  </a:lnTo>
                  <a:close/>
                  <a:moveTo>
                    <a:pt x="139243" y="117364"/>
                  </a:moveTo>
                  <a:lnTo>
                    <a:pt x="174053" y="85414"/>
                  </a:lnTo>
                  <a:lnTo>
                    <a:pt x="139243" y="85414"/>
                  </a:lnTo>
                  <a:close/>
                  <a:moveTo>
                    <a:pt x="174053" y="117364"/>
                  </a:moveTo>
                  <a:lnTo>
                    <a:pt x="208864" y="117364"/>
                  </a:lnTo>
                  <a:lnTo>
                    <a:pt x="174053" y="85414"/>
                  </a:lnTo>
                  <a:close/>
                  <a:moveTo>
                    <a:pt x="13151" y="53464"/>
                  </a:moveTo>
                  <a:lnTo>
                    <a:pt x="34811" y="85414"/>
                  </a:lnTo>
                  <a:lnTo>
                    <a:pt x="34811" y="53464"/>
                  </a:lnTo>
                  <a:close/>
                  <a:moveTo>
                    <a:pt x="34811" y="85414"/>
                  </a:moveTo>
                  <a:lnTo>
                    <a:pt x="69621" y="85414"/>
                  </a:lnTo>
                  <a:lnTo>
                    <a:pt x="69621" y="53464"/>
                  </a:lnTo>
                  <a:close/>
                  <a:moveTo>
                    <a:pt x="34811" y="85414"/>
                  </a:moveTo>
                  <a:lnTo>
                    <a:pt x="69621" y="53464"/>
                  </a:lnTo>
                  <a:lnTo>
                    <a:pt x="34811" y="53464"/>
                  </a:lnTo>
                  <a:close/>
                  <a:moveTo>
                    <a:pt x="104432" y="85414"/>
                  </a:moveTo>
                  <a:lnTo>
                    <a:pt x="139243" y="85414"/>
                  </a:lnTo>
                  <a:lnTo>
                    <a:pt x="139243" y="53464"/>
                  </a:lnTo>
                  <a:close/>
                  <a:moveTo>
                    <a:pt x="104432" y="85414"/>
                  </a:moveTo>
                  <a:lnTo>
                    <a:pt x="139243" y="53464"/>
                  </a:lnTo>
                  <a:lnTo>
                    <a:pt x="104432" y="53464"/>
                  </a:lnTo>
                  <a:close/>
                  <a:moveTo>
                    <a:pt x="174053" y="85414"/>
                  </a:moveTo>
                  <a:lnTo>
                    <a:pt x="174053" y="59727"/>
                  </a:lnTo>
                  <a:lnTo>
                    <a:pt x="139243" y="53464"/>
                  </a:lnTo>
                  <a:close/>
                  <a:moveTo>
                    <a:pt x="139243" y="85414"/>
                  </a:moveTo>
                  <a:lnTo>
                    <a:pt x="174053" y="85414"/>
                  </a:lnTo>
                  <a:lnTo>
                    <a:pt x="139243" y="53464"/>
                  </a:lnTo>
                  <a:close/>
                  <a:moveTo>
                    <a:pt x="26543" y="21514"/>
                  </a:moveTo>
                  <a:lnTo>
                    <a:pt x="34811" y="53464"/>
                  </a:lnTo>
                  <a:lnTo>
                    <a:pt x="34811" y="21514"/>
                  </a:lnTo>
                  <a:close/>
                  <a:moveTo>
                    <a:pt x="34811" y="53464"/>
                  </a:moveTo>
                  <a:lnTo>
                    <a:pt x="69621" y="53464"/>
                  </a:lnTo>
                  <a:lnTo>
                    <a:pt x="69621" y="21514"/>
                  </a:lnTo>
                  <a:close/>
                  <a:moveTo>
                    <a:pt x="34811" y="53464"/>
                  </a:moveTo>
                  <a:lnTo>
                    <a:pt x="69621" y="21514"/>
                  </a:lnTo>
                  <a:lnTo>
                    <a:pt x="34811" y="21514"/>
                  </a:lnTo>
                  <a:close/>
                  <a:moveTo>
                    <a:pt x="69621" y="53464"/>
                  </a:moveTo>
                  <a:lnTo>
                    <a:pt x="104432" y="53464"/>
                  </a:lnTo>
                  <a:lnTo>
                    <a:pt x="104432" y="21514"/>
                  </a:lnTo>
                  <a:close/>
                  <a:moveTo>
                    <a:pt x="69621" y="53464"/>
                  </a:moveTo>
                  <a:lnTo>
                    <a:pt x="104432" y="21514"/>
                  </a:lnTo>
                  <a:lnTo>
                    <a:pt x="69621" y="21514"/>
                  </a:lnTo>
                  <a:close/>
                  <a:moveTo>
                    <a:pt x="104432" y="53464"/>
                  </a:moveTo>
                  <a:lnTo>
                    <a:pt x="139243" y="53464"/>
                  </a:lnTo>
                  <a:lnTo>
                    <a:pt x="139243" y="21514"/>
                  </a:lnTo>
                  <a:close/>
                  <a:moveTo>
                    <a:pt x="104432" y="53464"/>
                  </a:moveTo>
                  <a:lnTo>
                    <a:pt x="139243" y="21514"/>
                  </a:lnTo>
                  <a:lnTo>
                    <a:pt x="104432" y="21514"/>
                  </a:lnTo>
                  <a:close/>
                  <a:moveTo>
                    <a:pt x="34811" y="21514"/>
                  </a:moveTo>
                  <a:lnTo>
                    <a:pt x="69621" y="21514"/>
                  </a:lnTo>
                  <a:lnTo>
                    <a:pt x="69621" y="0"/>
                  </a:lnTo>
                  <a:close/>
                  <a:moveTo>
                    <a:pt x="69621" y="21514"/>
                  </a:moveTo>
                  <a:lnTo>
                    <a:pt x="104432" y="21514"/>
                  </a:lnTo>
                  <a:lnTo>
                    <a:pt x="104432" y="2146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3995" name="Candidate_B5__3994">
              <a:extLst>
                <a:ext uri="{FF2B5EF4-FFF2-40B4-BE49-F238E27FC236}">
                  <a16:creationId xmlns:a16="http://schemas.microsoft.com/office/drawing/2014/main" id="{148EEC39-2424-3288-DDC0-258ABDF5BB20}"/>
                </a:ext>
              </a:extLst>
            </p:cNvPr>
            <p:cNvSpPr>
              <a:spLocks noGrp="1"/>
            </p:cNvSpPr>
            <p:nvPr/>
          </p:nvSpPr>
          <p:spPr>
            <a:xfrm>
              <a:off x="4093428" y="3604309"/>
              <a:ext cx="243675" cy="351451"/>
            </a:xfrm>
            <a:custGeom>
              <a:avLst/>
              <a:gdLst/>
              <a:ahLst/>
              <a:cxnLst/>
              <a:rect l="0" t="0" r="0" b="0"/>
              <a:pathLst>
                <a:path w="243675" h="351451">
                  <a:moveTo>
                    <a:pt x="34811" y="351451"/>
                  </a:moveTo>
                  <a:lnTo>
                    <a:pt x="69621" y="319501"/>
                  </a:lnTo>
                  <a:lnTo>
                    <a:pt x="34811" y="319501"/>
                  </a:lnTo>
                  <a:close/>
                  <a:moveTo>
                    <a:pt x="69621" y="351451"/>
                  </a:moveTo>
                  <a:lnTo>
                    <a:pt x="104432" y="319501"/>
                  </a:lnTo>
                  <a:lnTo>
                    <a:pt x="69621" y="319501"/>
                  </a:lnTo>
                  <a:close/>
                  <a:moveTo>
                    <a:pt x="104432" y="351451"/>
                  </a:moveTo>
                  <a:lnTo>
                    <a:pt x="139243" y="319501"/>
                  </a:lnTo>
                  <a:lnTo>
                    <a:pt x="104432" y="319501"/>
                  </a:lnTo>
                  <a:close/>
                  <a:moveTo>
                    <a:pt x="0" y="319501"/>
                  </a:moveTo>
                  <a:lnTo>
                    <a:pt x="34811" y="319501"/>
                  </a:lnTo>
                  <a:lnTo>
                    <a:pt x="34811" y="287551"/>
                  </a:lnTo>
                  <a:close/>
                  <a:moveTo>
                    <a:pt x="0" y="319501"/>
                  </a:moveTo>
                  <a:lnTo>
                    <a:pt x="34811" y="287551"/>
                  </a:lnTo>
                  <a:lnTo>
                    <a:pt x="0" y="287551"/>
                  </a:lnTo>
                  <a:close/>
                  <a:moveTo>
                    <a:pt x="69621" y="308816"/>
                  </a:moveTo>
                  <a:lnTo>
                    <a:pt x="39054" y="287551"/>
                  </a:lnTo>
                  <a:lnTo>
                    <a:pt x="69621" y="319501"/>
                  </a:lnTo>
                  <a:close/>
                  <a:moveTo>
                    <a:pt x="69621" y="319501"/>
                  </a:moveTo>
                  <a:lnTo>
                    <a:pt x="39054" y="287551"/>
                  </a:lnTo>
                  <a:lnTo>
                    <a:pt x="34811" y="287551"/>
                  </a:lnTo>
                  <a:close/>
                  <a:moveTo>
                    <a:pt x="69621" y="31950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69621" y="319501"/>
                  </a:moveTo>
                  <a:lnTo>
                    <a:pt x="104432" y="319501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04432" y="314256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39243" y="319501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39243" y="309972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74053" y="319501"/>
                  </a:lnTo>
                  <a:lnTo>
                    <a:pt x="139243" y="309972"/>
                  </a:lnTo>
                  <a:close/>
                  <a:moveTo>
                    <a:pt x="174053" y="319501"/>
                  </a:moveTo>
                  <a:lnTo>
                    <a:pt x="174053" y="297281"/>
                  </a:lnTo>
                  <a:lnTo>
                    <a:pt x="139243" y="309972"/>
                  </a:lnTo>
                  <a:close/>
                  <a:moveTo>
                    <a:pt x="188249" y="287551"/>
                  </a:moveTo>
                  <a:lnTo>
                    <a:pt x="174053" y="297281"/>
                  </a:lnTo>
                  <a:lnTo>
                    <a:pt x="208864" y="287551"/>
                  </a:lnTo>
                  <a:close/>
                  <a:moveTo>
                    <a:pt x="208864" y="287551"/>
                  </a:moveTo>
                  <a:lnTo>
                    <a:pt x="174053" y="297281"/>
                  </a:lnTo>
                  <a:lnTo>
                    <a:pt x="174053" y="319501"/>
                  </a:lnTo>
                  <a:close/>
                  <a:moveTo>
                    <a:pt x="0" y="287551"/>
                  </a:moveTo>
                  <a:lnTo>
                    <a:pt x="34811" y="287551"/>
                  </a:lnTo>
                  <a:lnTo>
                    <a:pt x="34811" y="255601"/>
                  </a:lnTo>
                  <a:close/>
                  <a:moveTo>
                    <a:pt x="0" y="287551"/>
                  </a:moveTo>
                  <a:lnTo>
                    <a:pt x="34811" y="255601"/>
                  </a:lnTo>
                  <a:lnTo>
                    <a:pt x="0" y="255601"/>
                  </a:lnTo>
                  <a:close/>
                  <a:moveTo>
                    <a:pt x="39054" y="287551"/>
                  </a:moveTo>
                  <a:lnTo>
                    <a:pt x="53651" y="255601"/>
                  </a:lnTo>
                  <a:lnTo>
                    <a:pt x="34811" y="287551"/>
                  </a:lnTo>
                  <a:close/>
                  <a:moveTo>
                    <a:pt x="53651" y="255601"/>
                  </a:moveTo>
                  <a:lnTo>
                    <a:pt x="34811" y="255601"/>
                  </a:lnTo>
                  <a:lnTo>
                    <a:pt x="34811" y="287551"/>
                  </a:lnTo>
                  <a:close/>
                  <a:moveTo>
                    <a:pt x="208864" y="287551"/>
                  </a:moveTo>
                  <a:lnTo>
                    <a:pt x="243675" y="255601"/>
                  </a:lnTo>
                  <a:lnTo>
                    <a:pt x="208864" y="255601"/>
                  </a:lnTo>
                  <a:close/>
                  <a:moveTo>
                    <a:pt x="208864" y="287551"/>
                  </a:moveTo>
                  <a:lnTo>
                    <a:pt x="208864" y="255601"/>
                  </a:lnTo>
                  <a:lnTo>
                    <a:pt x="188249" y="287551"/>
                  </a:lnTo>
                  <a:close/>
                  <a:moveTo>
                    <a:pt x="208864" y="255601"/>
                  </a:moveTo>
                  <a:lnTo>
                    <a:pt x="207272" y="255601"/>
                  </a:lnTo>
                  <a:lnTo>
                    <a:pt x="188249" y="287551"/>
                  </a:lnTo>
                  <a:close/>
                  <a:moveTo>
                    <a:pt x="53651" y="255601"/>
                  </a:moveTo>
                  <a:lnTo>
                    <a:pt x="69621" y="243440"/>
                  </a:lnTo>
                  <a:lnTo>
                    <a:pt x="34811" y="255601"/>
                  </a:lnTo>
                  <a:close/>
                  <a:moveTo>
                    <a:pt x="34811" y="255601"/>
                  </a:moveTo>
                  <a:lnTo>
                    <a:pt x="69621" y="243440"/>
                  </a:lnTo>
                  <a:lnTo>
                    <a:pt x="69621" y="223650"/>
                  </a:lnTo>
                  <a:close/>
                  <a:moveTo>
                    <a:pt x="34811" y="255601"/>
                  </a:moveTo>
                  <a:lnTo>
                    <a:pt x="69621" y="223650"/>
                  </a:lnTo>
                  <a:lnTo>
                    <a:pt x="34811" y="223650"/>
                  </a:lnTo>
                  <a:close/>
                  <a:moveTo>
                    <a:pt x="208864" y="255601"/>
                  </a:moveTo>
                  <a:lnTo>
                    <a:pt x="243675" y="223650"/>
                  </a:lnTo>
                  <a:lnTo>
                    <a:pt x="208864" y="223650"/>
                  </a:lnTo>
                  <a:close/>
                  <a:moveTo>
                    <a:pt x="208864" y="255601"/>
                  </a:moveTo>
                  <a:lnTo>
                    <a:pt x="208864" y="223650"/>
                  </a:lnTo>
                  <a:lnTo>
                    <a:pt x="207272" y="255601"/>
                  </a:lnTo>
                  <a:close/>
                  <a:moveTo>
                    <a:pt x="208864" y="223650"/>
                  </a:moveTo>
                  <a:lnTo>
                    <a:pt x="199216" y="223650"/>
                  </a:lnTo>
                  <a:lnTo>
                    <a:pt x="207272" y="255601"/>
                  </a:lnTo>
                  <a:close/>
                  <a:moveTo>
                    <a:pt x="97263" y="223650"/>
                  </a:moveTo>
                  <a:lnTo>
                    <a:pt x="104432" y="219279"/>
                  </a:lnTo>
                  <a:lnTo>
                    <a:pt x="69621" y="223650"/>
                  </a:lnTo>
                  <a:close/>
                  <a:moveTo>
                    <a:pt x="69621" y="223650"/>
                  </a:moveTo>
                  <a:lnTo>
                    <a:pt x="104432" y="219279"/>
                  </a:lnTo>
                  <a:lnTo>
                    <a:pt x="104432" y="191700"/>
                  </a:lnTo>
                  <a:close/>
                  <a:moveTo>
                    <a:pt x="69621" y="223650"/>
                  </a:moveTo>
                  <a:lnTo>
                    <a:pt x="69621" y="243440"/>
                  </a:lnTo>
                  <a:lnTo>
                    <a:pt x="97263" y="223650"/>
                  </a:lnTo>
                  <a:close/>
                  <a:moveTo>
                    <a:pt x="208864" y="223650"/>
                  </a:moveTo>
                  <a:lnTo>
                    <a:pt x="243675" y="191700"/>
                  </a:lnTo>
                  <a:lnTo>
                    <a:pt x="208864" y="191700"/>
                  </a:lnTo>
                  <a:close/>
                  <a:moveTo>
                    <a:pt x="174053" y="202254"/>
                  </a:moveTo>
                  <a:lnTo>
                    <a:pt x="199216" y="223650"/>
                  </a:lnTo>
                  <a:lnTo>
                    <a:pt x="174053" y="191700"/>
                  </a:lnTo>
                  <a:close/>
                  <a:moveTo>
                    <a:pt x="174053" y="191700"/>
                  </a:moveTo>
                  <a:lnTo>
                    <a:pt x="199216" y="223650"/>
                  </a:lnTo>
                  <a:lnTo>
                    <a:pt x="208864" y="223650"/>
                  </a:lnTo>
                  <a:close/>
                  <a:moveTo>
                    <a:pt x="174053" y="191700"/>
                  </a:moveTo>
                  <a:lnTo>
                    <a:pt x="208864" y="223650"/>
                  </a:lnTo>
                  <a:lnTo>
                    <a:pt x="208864" y="191700"/>
                  </a:lnTo>
                  <a:close/>
                  <a:moveTo>
                    <a:pt x="104432" y="191700"/>
                  </a:moveTo>
                  <a:lnTo>
                    <a:pt x="139243" y="191700"/>
                  </a:lnTo>
                  <a:lnTo>
                    <a:pt x="139243" y="159750"/>
                  </a:lnTo>
                  <a:close/>
                  <a:moveTo>
                    <a:pt x="139243" y="191700"/>
                  </a:moveTo>
                  <a:lnTo>
                    <a:pt x="104432" y="191700"/>
                  </a:lnTo>
                  <a:lnTo>
                    <a:pt x="139243" y="204070"/>
                  </a:lnTo>
                  <a:close/>
                  <a:moveTo>
                    <a:pt x="104432" y="191700"/>
                  </a:moveTo>
                  <a:lnTo>
                    <a:pt x="104432" y="219279"/>
                  </a:lnTo>
                  <a:lnTo>
                    <a:pt x="139243" y="204070"/>
                  </a:lnTo>
                  <a:close/>
                  <a:moveTo>
                    <a:pt x="139243" y="19170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243" y="191700"/>
                  </a:moveTo>
                  <a:lnTo>
                    <a:pt x="174053" y="159750"/>
                  </a:lnTo>
                  <a:lnTo>
                    <a:pt x="139243" y="159750"/>
                  </a:lnTo>
                  <a:close/>
                  <a:moveTo>
                    <a:pt x="174053" y="191700"/>
                  </a:moveTo>
                  <a:lnTo>
                    <a:pt x="139243" y="191700"/>
                  </a:lnTo>
                  <a:lnTo>
                    <a:pt x="174053" y="202254"/>
                  </a:lnTo>
                  <a:close/>
                  <a:moveTo>
                    <a:pt x="139243" y="191700"/>
                  </a:moveTo>
                  <a:lnTo>
                    <a:pt x="139243" y="204070"/>
                  </a:lnTo>
                  <a:lnTo>
                    <a:pt x="174053" y="202254"/>
                  </a:lnTo>
                  <a:close/>
                  <a:moveTo>
                    <a:pt x="174053" y="191700"/>
                  </a:moveTo>
                  <a:lnTo>
                    <a:pt x="208864" y="191700"/>
                  </a:lnTo>
                  <a:lnTo>
                    <a:pt x="208864" y="159750"/>
                  </a:lnTo>
                  <a:close/>
                  <a:moveTo>
                    <a:pt x="174053" y="191700"/>
                  </a:moveTo>
                  <a:lnTo>
                    <a:pt x="208864" y="159750"/>
                  </a:lnTo>
                  <a:lnTo>
                    <a:pt x="174053" y="159750"/>
                  </a:lnTo>
                  <a:close/>
                  <a:moveTo>
                    <a:pt x="34811" y="31950"/>
                  </a:moveTo>
                  <a:lnTo>
                    <a:pt x="69621" y="31950"/>
                  </a:lnTo>
                  <a:lnTo>
                    <a:pt x="69621" y="0"/>
                  </a:lnTo>
                  <a:close/>
                  <a:moveTo>
                    <a:pt x="34811" y="31950"/>
                  </a:moveTo>
                  <a:lnTo>
                    <a:pt x="69621" y="0"/>
                  </a:lnTo>
                  <a:lnTo>
                    <a:pt x="34811" y="0"/>
                  </a:lnTo>
                  <a:close/>
                  <a:moveTo>
                    <a:pt x="39054" y="287551"/>
                  </a:moveTo>
                  <a:lnTo>
                    <a:pt x="69621" y="308816"/>
                  </a:lnTo>
                  <a:lnTo>
                    <a:pt x="69621" y="287551"/>
                  </a:lnTo>
                  <a:close/>
                  <a:moveTo>
                    <a:pt x="53651" y="255601"/>
                  </a:moveTo>
                  <a:lnTo>
                    <a:pt x="69621" y="287551"/>
                  </a:lnTo>
                  <a:lnTo>
                    <a:pt x="69621" y="255601"/>
                  </a:lnTo>
                  <a:close/>
                  <a:moveTo>
                    <a:pt x="53651" y="255601"/>
                  </a:moveTo>
                  <a:lnTo>
                    <a:pt x="39054" y="287551"/>
                  </a:lnTo>
                  <a:lnTo>
                    <a:pt x="69621" y="287551"/>
                  </a:lnTo>
                  <a:close/>
                  <a:moveTo>
                    <a:pt x="104432" y="287551"/>
                  </a:moveTo>
                  <a:lnTo>
                    <a:pt x="69621" y="308816"/>
                  </a:lnTo>
                  <a:lnTo>
                    <a:pt x="104432" y="314256"/>
                  </a:lnTo>
                  <a:close/>
                  <a:moveTo>
                    <a:pt x="139243" y="287551"/>
                  </a:moveTo>
                  <a:lnTo>
                    <a:pt x="104432" y="314256"/>
                  </a:lnTo>
                  <a:lnTo>
                    <a:pt x="139243" y="309972"/>
                  </a:lnTo>
                  <a:close/>
                  <a:moveTo>
                    <a:pt x="174053" y="287551"/>
                  </a:moveTo>
                  <a:lnTo>
                    <a:pt x="139243" y="309972"/>
                  </a:lnTo>
                  <a:lnTo>
                    <a:pt x="174053" y="297281"/>
                  </a:lnTo>
                  <a:close/>
                  <a:moveTo>
                    <a:pt x="174053" y="287551"/>
                  </a:moveTo>
                  <a:lnTo>
                    <a:pt x="174053" y="297281"/>
                  </a:lnTo>
                  <a:lnTo>
                    <a:pt x="188249" y="287551"/>
                  </a:lnTo>
                  <a:close/>
                  <a:moveTo>
                    <a:pt x="174053" y="255601"/>
                  </a:moveTo>
                  <a:lnTo>
                    <a:pt x="188249" y="287551"/>
                  </a:lnTo>
                  <a:lnTo>
                    <a:pt x="207272" y="255601"/>
                  </a:lnTo>
                  <a:close/>
                  <a:moveTo>
                    <a:pt x="69621" y="243440"/>
                  </a:moveTo>
                  <a:lnTo>
                    <a:pt x="53651" y="255601"/>
                  </a:lnTo>
                  <a:lnTo>
                    <a:pt x="69621" y="255601"/>
                  </a:lnTo>
                  <a:close/>
                  <a:moveTo>
                    <a:pt x="69621" y="255601"/>
                  </a:moveTo>
                  <a:lnTo>
                    <a:pt x="97263" y="223650"/>
                  </a:lnTo>
                  <a:lnTo>
                    <a:pt x="69621" y="243440"/>
                  </a:lnTo>
                  <a:close/>
                  <a:moveTo>
                    <a:pt x="104432" y="223650"/>
                  </a:moveTo>
                  <a:lnTo>
                    <a:pt x="97263" y="223650"/>
                  </a:lnTo>
                  <a:lnTo>
                    <a:pt x="69621" y="255601"/>
                  </a:lnTo>
                  <a:close/>
                  <a:moveTo>
                    <a:pt x="174053" y="223650"/>
                  </a:moveTo>
                  <a:lnTo>
                    <a:pt x="207272" y="255601"/>
                  </a:lnTo>
                  <a:lnTo>
                    <a:pt x="199216" y="223650"/>
                  </a:lnTo>
                  <a:close/>
                  <a:moveTo>
                    <a:pt x="104432" y="219279"/>
                  </a:moveTo>
                  <a:lnTo>
                    <a:pt x="97263" y="223650"/>
                  </a:lnTo>
                  <a:lnTo>
                    <a:pt x="104432" y="223650"/>
                  </a:lnTo>
                  <a:close/>
                  <a:moveTo>
                    <a:pt x="104432" y="223650"/>
                  </a:moveTo>
                  <a:lnTo>
                    <a:pt x="139243" y="204070"/>
                  </a:lnTo>
                  <a:lnTo>
                    <a:pt x="104432" y="219279"/>
                  </a:lnTo>
                  <a:close/>
                  <a:moveTo>
                    <a:pt x="104432" y="223650"/>
                  </a:moveTo>
                  <a:lnTo>
                    <a:pt x="139243" y="223650"/>
                  </a:lnTo>
                  <a:lnTo>
                    <a:pt x="139243" y="204070"/>
                  </a:lnTo>
                  <a:close/>
                  <a:moveTo>
                    <a:pt x="139243" y="223650"/>
                  </a:moveTo>
                  <a:lnTo>
                    <a:pt x="174053" y="202254"/>
                  </a:lnTo>
                  <a:lnTo>
                    <a:pt x="139243" y="204070"/>
                  </a:lnTo>
                  <a:close/>
                  <a:moveTo>
                    <a:pt x="174053" y="223650"/>
                  </a:moveTo>
                  <a:lnTo>
                    <a:pt x="199216" y="223650"/>
                  </a:lnTo>
                  <a:lnTo>
                    <a:pt x="174053" y="202254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3996" name="Candidate_B5__3995">
              <a:extLst>
                <a:ext uri="{FF2B5EF4-FFF2-40B4-BE49-F238E27FC236}">
                  <a16:creationId xmlns:a16="http://schemas.microsoft.com/office/drawing/2014/main" id="{24D2B715-1F8D-37B1-2EB4-D905806C55EF}"/>
                </a:ext>
              </a:extLst>
            </p:cNvPr>
            <p:cNvSpPr>
              <a:spLocks noGrp="1"/>
            </p:cNvSpPr>
            <p:nvPr/>
          </p:nvSpPr>
          <p:spPr>
            <a:xfrm>
              <a:off x="4163050" y="3806563"/>
              <a:ext cx="137651" cy="112001"/>
            </a:xfrm>
            <a:custGeom>
              <a:avLst/>
              <a:gdLst/>
              <a:ahLst/>
              <a:cxnLst/>
              <a:rect l="0" t="0" r="0" b="0"/>
              <a:pathLst>
                <a:path w="137651" h="112001">
                  <a:moveTo>
                    <a:pt x="34811" y="85296"/>
                  </a:moveTo>
                  <a:lnTo>
                    <a:pt x="0" y="85296"/>
                  </a:lnTo>
                  <a:lnTo>
                    <a:pt x="0" y="106561"/>
                  </a:lnTo>
                  <a:close/>
                  <a:moveTo>
                    <a:pt x="0" y="85296"/>
                  </a:moveTo>
                  <a:lnTo>
                    <a:pt x="34811" y="85296"/>
                  </a:lnTo>
                  <a:lnTo>
                    <a:pt x="34811" y="53346"/>
                  </a:lnTo>
                  <a:close/>
                  <a:moveTo>
                    <a:pt x="0" y="85296"/>
                  </a:moveTo>
                  <a:lnTo>
                    <a:pt x="34811" y="53346"/>
                  </a:lnTo>
                  <a:lnTo>
                    <a:pt x="0" y="53346"/>
                  </a:lnTo>
                  <a:close/>
                  <a:moveTo>
                    <a:pt x="69621" y="85296"/>
                  </a:moveTo>
                  <a:lnTo>
                    <a:pt x="34811" y="85296"/>
                  </a:lnTo>
                  <a:lnTo>
                    <a:pt x="34811" y="112001"/>
                  </a:lnTo>
                  <a:close/>
                  <a:moveTo>
                    <a:pt x="34811" y="85296"/>
                  </a:moveTo>
                  <a:lnTo>
                    <a:pt x="69621" y="85296"/>
                  </a:lnTo>
                  <a:lnTo>
                    <a:pt x="69621" y="53346"/>
                  </a:lnTo>
                  <a:close/>
                  <a:moveTo>
                    <a:pt x="34811" y="85296"/>
                  </a:moveTo>
                  <a:lnTo>
                    <a:pt x="69621" y="53346"/>
                  </a:lnTo>
                  <a:lnTo>
                    <a:pt x="34811" y="53346"/>
                  </a:lnTo>
                  <a:close/>
                  <a:moveTo>
                    <a:pt x="104432" y="85296"/>
                  </a:moveTo>
                  <a:lnTo>
                    <a:pt x="69621" y="85296"/>
                  </a:lnTo>
                  <a:lnTo>
                    <a:pt x="69621" y="107718"/>
                  </a:lnTo>
                  <a:close/>
                  <a:moveTo>
                    <a:pt x="69621" y="85296"/>
                  </a:moveTo>
                  <a:lnTo>
                    <a:pt x="104432" y="85296"/>
                  </a:lnTo>
                  <a:lnTo>
                    <a:pt x="104432" y="53346"/>
                  </a:lnTo>
                  <a:close/>
                  <a:moveTo>
                    <a:pt x="69621" y="85296"/>
                  </a:moveTo>
                  <a:lnTo>
                    <a:pt x="104432" y="53346"/>
                  </a:lnTo>
                  <a:lnTo>
                    <a:pt x="69621" y="53346"/>
                  </a:lnTo>
                  <a:close/>
                  <a:moveTo>
                    <a:pt x="104432" y="53346"/>
                  </a:moveTo>
                  <a:lnTo>
                    <a:pt x="104432" y="85296"/>
                  </a:lnTo>
                  <a:lnTo>
                    <a:pt x="118628" y="85296"/>
                  </a:lnTo>
                  <a:close/>
                  <a:moveTo>
                    <a:pt x="34811" y="53346"/>
                  </a:moveTo>
                  <a:lnTo>
                    <a:pt x="34811" y="21396"/>
                  </a:lnTo>
                  <a:lnTo>
                    <a:pt x="0" y="53346"/>
                  </a:lnTo>
                  <a:close/>
                  <a:moveTo>
                    <a:pt x="34811" y="53346"/>
                  </a:moveTo>
                  <a:lnTo>
                    <a:pt x="69621" y="53346"/>
                  </a:lnTo>
                  <a:lnTo>
                    <a:pt x="69621" y="21396"/>
                  </a:lnTo>
                  <a:close/>
                  <a:moveTo>
                    <a:pt x="34811" y="53346"/>
                  </a:moveTo>
                  <a:lnTo>
                    <a:pt x="69621" y="21396"/>
                  </a:lnTo>
                  <a:lnTo>
                    <a:pt x="34811" y="21396"/>
                  </a:lnTo>
                  <a:close/>
                  <a:moveTo>
                    <a:pt x="69621" y="53346"/>
                  </a:moveTo>
                  <a:lnTo>
                    <a:pt x="104432" y="53346"/>
                  </a:lnTo>
                  <a:lnTo>
                    <a:pt x="104432" y="21396"/>
                  </a:lnTo>
                  <a:close/>
                  <a:moveTo>
                    <a:pt x="69621" y="53346"/>
                  </a:moveTo>
                  <a:lnTo>
                    <a:pt x="104432" y="21396"/>
                  </a:lnTo>
                  <a:lnTo>
                    <a:pt x="69621" y="21396"/>
                  </a:lnTo>
                  <a:close/>
                  <a:moveTo>
                    <a:pt x="104432" y="21396"/>
                  </a:moveTo>
                  <a:lnTo>
                    <a:pt x="104432" y="53346"/>
                  </a:lnTo>
                  <a:lnTo>
                    <a:pt x="137651" y="53346"/>
                  </a:lnTo>
                  <a:close/>
                  <a:moveTo>
                    <a:pt x="69621" y="21396"/>
                  </a:moveTo>
                  <a:lnTo>
                    <a:pt x="104432" y="21396"/>
                  </a:lnTo>
                  <a:lnTo>
                    <a:pt x="104432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grpSp>
        <p:nvGrpSpPr>
          <p:cNvPr id="50018" name="Original label 3951 semantic B">
            <a:extLst>
              <a:ext uri="{FF2B5EF4-FFF2-40B4-BE49-F238E27FC236}">
                <a16:creationId xmlns:a16="http://schemas.microsoft.com/office/drawing/2014/main" id="{35337122-DC82-5AEB-54FF-69C6BF0ADF57}"/>
              </a:ext>
            </a:extLst>
          </p:cNvPr>
          <p:cNvGrpSpPr/>
          <p:nvPr/>
        </p:nvGrpSpPr>
        <p:grpSpPr>
          <a:xfrm>
            <a:off x="3052530" y="1412911"/>
            <a:ext cx="266700" cy="200025"/>
            <a:chOff x="0" y="0"/>
            <a:chExt cx="197556" cy="148167"/>
          </a:xfrm>
        </p:grpSpPr>
        <p:sp>
          <p:nvSpPr>
            <p:cNvPr id="3951" name="label__3950">
              <a:extLst>
                <a:ext uri="{FF2B5EF4-FFF2-40B4-BE49-F238E27FC236}">
                  <a16:creationId xmlns:a16="http://schemas.microsoft.com/office/drawing/2014/main" id="{AF27FA65-4A6E-5929-4BDD-5149FB14BA2A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97556" cy="14816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620" b="1">
                  <a:solidFill>
                    <a:srgbClr val="469872"/>
                  </a:solidFill>
                  <a:latin typeface="Arial"/>
                  <a:ea typeface="Arial"/>
                  <a:cs typeface="Arial"/>
                </a:defRPr>
              </a:pPr>
              <a:r>
                <a:rPr sz="1080" b="1" dirty="0">
                  <a:solidFill>
                    <a:srgbClr val="469872"/>
                  </a:solidFill>
                  <a:latin typeface="Arial"/>
                  <a:ea typeface="Arial"/>
                  <a:cs typeface="Arial"/>
                </a:rPr>
                <a:t>B1</a:t>
              </a:r>
            </a:p>
          </p:txBody>
        </p:sp>
      </p:grpSp>
      <p:grpSp>
        <p:nvGrpSpPr>
          <p:cNvPr id="50019" name="Original label 3963 semantic B">
            <a:extLst>
              <a:ext uri="{FF2B5EF4-FFF2-40B4-BE49-F238E27FC236}">
                <a16:creationId xmlns:a16="http://schemas.microsoft.com/office/drawing/2014/main" id="{C3BD2634-C6AE-8218-A290-D64613F1ECBE}"/>
              </a:ext>
            </a:extLst>
          </p:cNvPr>
          <p:cNvGrpSpPr/>
          <p:nvPr/>
        </p:nvGrpSpPr>
        <p:grpSpPr>
          <a:xfrm>
            <a:off x="4113403" y="2337471"/>
            <a:ext cx="266700" cy="200025"/>
            <a:chOff x="0" y="0"/>
            <a:chExt cx="197556" cy="148167"/>
          </a:xfrm>
        </p:grpSpPr>
        <p:sp>
          <p:nvSpPr>
            <p:cNvPr id="3963" name="label__3962">
              <a:extLst>
                <a:ext uri="{FF2B5EF4-FFF2-40B4-BE49-F238E27FC236}">
                  <a16:creationId xmlns:a16="http://schemas.microsoft.com/office/drawing/2014/main" id="{EE702693-5FFA-ADD3-0BEA-65F54175206B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97556" cy="14816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620" b="1">
                  <a:solidFill>
                    <a:srgbClr val="469872"/>
                  </a:solidFill>
                  <a:latin typeface="Arial"/>
                  <a:ea typeface="Arial"/>
                  <a:cs typeface="Arial"/>
                </a:defRPr>
              </a:pPr>
              <a:r>
                <a:rPr sz="1080" b="1" dirty="0">
                  <a:solidFill>
                    <a:srgbClr val="469872"/>
                  </a:solidFill>
                  <a:latin typeface="Arial"/>
                  <a:ea typeface="Arial"/>
                  <a:cs typeface="Arial"/>
                </a:rPr>
                <a:t>B2</a:t>
              </a:r>
            </a:p>
          </p:txBody>
        </p:sp>
      </p:grpSp>
      <p:grpSp>
        <p:nvGrpSpPr>
          <p:cNvPr id="50020" name="Original label 3997 semantic B">
            <a:extLst>
              <a:ext uri="{FF2B5EF4-FFF2-40B4-BE49-F238E27FC236}">
                <a16:creationId xmlns:a16="http://schemas.microsoft.com/office/drawing/2014/main" id="{1B92FF3F-BFC1-54A4-A295-FBE9FEFB7383}"/>
              </a:ext>
            </a:extLst>
          </p:cNvPr>
          <p:cNvGrpSpPr/>
          <p:nvPr/>
        </p:nvGrpSpPr>
        <p:grpSpPr>
          <a:xfrm>
            <a:off x="2846956" y="2307838"/>
            <a:ext cx="266700" cy="200025"/>
            <a:chOff x="0" y="0"/>
            <a:chExt cx="161636" cy="121227"/>
          </a:xfrm>
        </p:grpSpPr>
        <p:sp>
          <p:nvSpPr>
            <p:cNvPr id="3997" name="label__3996">
              <a:extLst>
                <a:ext uri="{FF2B5EF4-FFF2-40B4-BE49-F238E27FC236}">
                  <a16:creationId xmlns:a16="http://schemas.microsoft.com/office/drawing/2014/main" id="{A3F43AAE-C310-200C-1D4E-4796CCEF63A0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61636" cy="12122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980" b="1">
                  <a:solidFill>
                    <a:srgbClr val="4F5965"/>
                  </a:solidFill>
                  <a:latin typeface="Arial"/>
                  <a:ea typeface="Arial"/>
                  <a:cs typeface="Arial"/>
                </a:defRPr>
              </a:pPr>
              <a:r>
                <a:rPr sz="1101" b="1" dirty="0">
                  <a:solidFill>
                    <a:srgbClr val="4F5965"/>
                  </a:solidFill>
                  <a:latin typeface="Arial"/>
                  <a:ea typeface="Arial"/>
                  <a:cs typeface="Arial"/>
                </a:rPr>
                <a:t>B3</a:t>
              </a:r>
            </a:p>
          </p:txBody>
        </p:sp>
      </p:grpSp>
      <p:grpSp>
        <p:nvGrpSpPr>
          <p:cNvPr id="50021" name="Original label 3974 semantic B">
            <a:extLst>
              <a:ext uri="{FF2B5EF4-FFF2-40B4-BE49-F238E27FC236}">
                <a16:creationId xmlns:a16="http://schemas.microsoft.com/office/drawing/2014/main" id="{3175271C-4FA6-C9FA-3B2B-E200CB882193}"/>
              </a:ext>
            </a:extLst>
          </p:cNvPr>
          <p:cNvGrpSpPr/>
          <p:nvPr/>
        </p:nvGrpSpPr>
        <p:grpSpPr>
          <a:xfrm>
            <a:off x="3435392" y="2476155"/>
            <a:ext cx="266700" cy="200025"/>
            <a:chOff x="0" y="0"/>
            <a:chExt cx="197556" cy="148167"/>
          </a:xfrm>
        </p:grpSpPr>
        <p:sp>
          <p:nvSpPr>
            <p:cNvPr id="3974" name="label__3973">
              <a:extLst>
                <a:ext uri="{FF2B5EF4-FFF2-40B4-BE49-F238E27FC236}">
                  <a16:creationId xmlns:a16="http://schemas.microsoft.com/office/drawing/2014/main" id="{BA6078CA-079C-1AE3-B40C-B1E2F5B5C3DB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97556" cy="14816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620" b="1">
                  <a:solidFill>
                    <a:srgbClr val="AF9039"/>
                  </a:solidFill>
                  <a:latin typeface="Arial"/>
                  <a:ea typeface="Arial"/>
                  <a:cs typeface="Arial"/>
                </a:defRPr>
              </a:pPr>
              <a:r>
                <a:rPr sz="1080" b="1" dirty="0">
                  <a:solidFill>
                    <a:srgbClr val="AF9039"/>
                  </a:solidFill>
                  <a:latin typeface="Arial"/>
                  <a:ea typeface="Arial"/>
                  <a:cs typeface="Arial"/>
                </a:rPr>
                <a:t>B4</a:t>
              </a:r>
            </a:p>
          </p:txBody>
        </p:sp>
      </p:grpSp>
      <p:grpSp>
        <p:nvGrpSpPr>
          <p:cNvPr id="50022" name="Original label 3986 semantic B">
            <a:extLst>
              <a:ext uri="{FF2B5EF4-FFF2-40B4-BE49-F238E27FC236}">
                <a16:creationId xmlns:a16="http://schemas.microsoft.com/office/drawing/2014/main" id="{3E6B4ED7-CD89-8B1D-1B6B-B3EBF77BD94D}"/>
              </a:ext>
            </a:extLst>
          </p:cNvPr>
          <p:cNvGrpSpPr/>
          <p:nvPr/>
        </p:nvGrpSpPr>
        <p:grpSpPr>
          <a:xfrm>
            <a:off x="3919008" y="1142655"/>
            <a:ext cx="266700" cy="200025"/>
            <a:chOff x="0" y="0"/>
            <a:chExt cx="197556" cy="148167"/>
          </a:xfrm>
        </p:grpSpPr>
        <p:sp>
          <p:nvSpPr>
            <p:cNvPr id="3986" name="label__3985">
              <a:extLst>
                <a:ext uri="{FF2B5EF4-FFF2-40B4-BE49-F238E27FC236}">
                  <a16:creationId xmlns:a16="http://schemas.microsoft.com/office/drawing/2014/main" id="{BF35872A-AEBD-CB27-84D3-9FDCAD27E56B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97556" cy="14816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620" b="1">
                  <a:solidFill>
                    <a:srgbClr val="B45D6E"/>
                  </a:solidFill>
                  <a:latin typeface="Arial"/>
                  <a:ea typeface="Arial"/>
                  <a:cs typeface="Arial"/>
                </a:defRPr>
              </a:pPr>
              <a:r>
                <a:rPr sz="1080" b="1" dirty="0">
                  <a:solidFill>
                    <a:srgbClr val="B45D6E"/>
                  </a:solidFill>
                  <a:latin typeface="Arial"/>
                  <a:ea typeface="Arial"/>
                  <a:cs typeface="Arial"/>
                </a:rPr>
                <a:t>B5</a:t>
              </a:r>
            </a:p>
          </p:txBody>
        </p:sp>
      </p:grpSp>
      <p:grpSp>
        <p:nvGrpSpPr>
          <p:cNvPr id="6225" name="Match_B1">
            <a:extLst>
              <a:ext uri="{FF2B5EF4-FFF2-40B4-BE49-F238E27FC236}">
                <a16:creationId xmlns:a16="http://schemas.microsoft.com/office/drawing/2014/main" id="{B5F90DCE-A975-1B46-ABA4-AD2B9E9967E3}"/>
              </a:ext>
            </a:extLst>
          </p:cNvPr>
          <p:cNvGrpSpPr/>
          <p:nvPr/>
        </p:nvGrpSpPr>
        <p:grpSpPr>
          <a:xfrm>
            <a:off x="5580390" y="892175"/>
            <a:ext cx="234950" cy="349250"/>
            <a:chOff x="8386763" y="1747838"/>
            <a:chExt cx="352425" cy="523875"/>
          </a:xfrm>
        </p:grpSpPr>
        <p:sp>
          <p:nvSpPr>
            <p:cNvPr id="4009" name="Match_B1__4008">
              <a:extLst>
                <a:ext uri="{FF2B5EF4-FFF2-40B4-BE49-F238E27FC236}">
                  <a16:creationId xmlns:a16="http://schemas.microsoft.com/office/drawing/2014/main" id="{FF175C8C-7E9A-F141-142C-BA80385BF10F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98037" y="523543"/>
                  </a:moveTo>
                  <a:lnTo>
                    <a:pt x="61906" y="514887"/>
                  </a:lnTo>
                  <a:lnTo>
                    <a:pt x="98037" y="515352"/>
                  </a:lnTo>
                  <a:close/>
                  <a:moveTo>
                    <a:pt x="98037" y="523543"/>
                  </a:moveTo>
                  <a:lnTo>
                    <a:pt x="98037" y="515352"/>
                  </a:lnTo>
                  <a:lnTo>
                    <a:pt x="134167" y="523875"/>
                  </a:lnTo>
                  <a:close/>
                  <a:moveTo>
                    <a:pt x="134167" y="523875"/>
                  </a:moveTo>
                  <a:lnTo>
                    <a:pt x="134167" y="515837"/>
                  </a:lnTo>
                  <a:lnTo>
                    <a:pt x="170298" y="516196"/>
                  </a:lnTo>
                  <a:close/>
                  <a:moveTo>
                    <a:pt x="208869" y="487821"/>
                  </a:moveTo>
                  <a:lnTo>
                    <a:pt x="221774" y="487821"/>
                  </a:lnTo>
                  <a:lnTo>
                    <a:pt x="206429" y="499097"/>
                  </a:lnTo>
                  <a:close/>
                  <a:moveTo>
                    <a:pt x="238494" y="461151"/>
                  </a:moveTo>
                  <a:lnTo>
                    <a:pt x="242559" y="467256"/>
                  </a:lnTo>
                  <a:lnTo>
                    <a:pt x="221774" y="487821"/>
                  </a:lnTo>
                  <a:close/>
                  <a:moveTo>
                    <a:pt x="2499" y="461151"/>
                  </a:moveTo>
                  <a:lnTo>
                    <a:pt x="14000" y="461151"/>
                  </a:lnTo>
                  <a:lnTo>
                    <a:pt x="18837" y="487821"/>
                  </a:lnTo>
                  <a:close/>
                  <a:moveTo>
                    <a:pt x="10476" y="434480"/>
                  </a:moveTo>
                  <a:lnTo>
                    <a:pt x="2499" y="461151"/>
                  </a:lnTo>
                  <a:lnTo>
                    <a:pt x="0" y="434480"/>
                  </a:lnTo>
                  <a:close/>
                  <a:moveTo>
                    <a:pt x="17989" y="407809"/>
                  </a:moveTo>
                  <a:lnTo>
                    <a:pt x="0" y="434480"/>
                  </a:lnTo>
                  <a:lnTo>
                    <a:pt x="7970" y="407809"/>
                  </a:lnTo>
                  <a:close/>
                  <a:moveTo>
                    <a:pt x="268638" y="434480"/>
                  </a:moveTo>
                  <a:lnTo>
                    <a:pt x="248088" y="461151"/>
                  </a:lnTo>
                  <a:lnTo>
                    <a:pt x="262255" y="434480"/>
                  </a:lnTo>
                  <a:close/>
                  <a:moveTo>
                    <a:pt x="268638" y="434480"/>
                  </a:moveTo>
                  <a:lnTo>
                    <a:pt x="262255" y="434480"/>
                  </a:lnTo>
                  <a:lnTo>
                    <a:pt x="278690" y="421046"/>
                  </a:lnTo>
                  <a:close/>
                  <a:moveTo>
                    <a:pt x="7970" y="407809"/>
                  </a:moveTo>
                  <a:lnTo>
                    <a:pt x="24298" y="381139"/>
                  </a:lnTo>
                  <a:lnTo>
                    <a:pt x="17989" y="407809"/>
                  </a:lnTo>
                  <a:close/>
                  <a:moveTo>
                    <a:pt x="285231" y="407809"/>
                  </a:moveTo>
                  <a:lnTo>
                    <a:pt x="288891" y="407809"/>
                  </a:lnTo>
                  <a:lnTo>
                    <a:pt x="278690" y="421046"/>
                  </a:lnTo>
                  <a:close/>
                  <a:moveTo>
                    <a:pt x="307376" y="381139"/>
                  </a:moveTo>
                  <a:lnTo>
                    <a:pt x="288891" y="407809"/>
                  </a:lnTo>
                  <a:lnTo>
                    <a:pt x="306023" y="381139"/>
                  </a:lnTo>
                  <a:close/>
                  <a:moveTo>
                    <a:pt x="32592" y="381139"/>
                  </a:moveTo>
                  <a:lnTo>
                    <a:pt x="25775" y="379049"/>
                  </a:lnTo>
                  <a:lnTo>
                    <a:pt x="41208" y="354468"/>
                  </a:lnTo>
                  <a:close/>
                  <a:moveTo>
                    <a:pt x="307376" y="381139"/>
                  </a:moveTo>
                  <a:lnTo>
                    <a:pt x="306023" y="381139"/>
                  </a:lnTo>
                  <a:lnTo>
                    <a:pt x="314821" y="366252"/>
                  </a:lnTo>
                  <a:close/>
                  <a:moveTo>
                    <a:pt x="58466" y="327797"/>
                  </a:moveTo>
                  <a:lnTo>
                    <a:pt x="41208" y="354468"/>
                  </a:lnTo>
                  <a:lnTo>
                    <a:pt x="53652" y="327797"/>
                  </a:lnTo>
                  <a:close/>
                  <a:moveTo>
                    <a:pt x="320575" y="354468"/>
                  </a:moveTo>
                  <a:lnTo>
                    <a:pt x="320969" y="354468"/>
                  </a:lnTo>
                  <a:lnTo>
                    <a:pt x="314821" y="366252"/>
                  </a:lnTo>
                  <a:close/>
                  <a:moveTo>
                    <a:pt x="327031" y="327797"/>
                  </a:moveTo>
                  <a:lnTo>
                    <a:pt x="320969" y="354468"/>
                  </a:lnTo>
                  <a:lnTo>
                    <a:pt x="326795" y="327797"/>
                  </a:lnTo>
                  <a:close/>
                  <a:moveTo>
                    <a:pt x="53652" y="327797"/>
                  </a:moveTo>
                  <a:lnTo>
                    <a:pt x="58654" y="301127"/>
                  </a:lnTo>
                  <a:lnTo>
                    <a:pt x="58466" y="327797"/>
                  </a:lnTo>
                  <a:close/>
                  <a:moveTo>
                    <a:pt x="325376" y="301127"/>
                  </a:moveTo>
                  <a:lnTo>
                    <a:pt x="327031" y="327797"/>
                  </a:lnTo>
                  <a:lnTo>
                    <a:pt x="324534" y="301127"/>
                  </a:lnTo>
                  <a:close/>
                  <a:moveTo>
                    <a:pt x="318506" y="274456"/>
                  </a:moveTo>
                  <a:lnTo>
                    <a:pt x="325376" y="301127"/>
                  </a:lnTo>
                  <a:lnTo>
                    <a:pt x="316039" y="274456"/>
                  </a:lnTo>
                  <a:close/>
                  <a:moveTo>
                    <a:pt x="314821" y="271076"/>
                  </a:moveTo>
                  <a:lnTo>
                    <a:pt x="314821" y="261236"/>
                  </a:lnTo>
                  <a:lnTo>
                    <a:pt x="318506" y="274456"/>
                  </a:lnTo>
                  <a:close/>
                  <a:moveTo>
                    <a:pt x="314821" y="261236"/>
                  </a:moveTo>
                  <a:lnTo>
                    <a:pt x="314821" y="271076"/>
                  </a:lnTo>
                  <a:lnTo>
                    <a:pt x="311612" y="247785"/>
                  </a:lnTo>
                  <a:close/>
                  <a:moveTo>
                    <a:pt x="49622" y="247785"/>
                  </a:moveTo>
                  <a:lnTo>
                    <a:pt x="58146" y="247785"/>
                  </a:lnTo>
                  <a:lnTo>
                    <a:pt x="56058" y="274456"/>
                  </a:lnTo>
                  <a:close/>
                  <a:moveTo>
                    <a:pt x="54345" y="221114"/>
                  </a:moveTo>
                  <a:lnTo>
                    <a:pt x="49622" y="247785"/>
                  </a:lnTo>
                  <a:lnTo>
                    <a:pt x="44811" y="221114"/>
                  </a:lnTo>
                  <a:close/>
                  <a:moveTo>
                    <a:pt x="308985" y="221114"/>
                  </a:moveTo>
                  <a:lnTo>
                    <a:pt x="311612" y="247785"/>
                  </a:lnTo>
                  <a:lnTo>
                    <a:pt x="302663" y="221114"/>
                  </a:lnTo>
                  <a:close/>
                  <a:moveTo>
                    <a:pt x="55531" y="194444"/>
                  </a:moveTo>
                  <a:lnTo>
                    <a:pt x="44811" y="221114"/>
                  </a:lnTo>
                  <a:lnTo>
                    <a:pt x="45349" y="194444"/>
                  </a:lnTo>
                  <a:close/>
                  <a:moveTo>
                    <a:pt x="311622" y="194444"/>
                  </a:moveTo>
                  <a:lnTo>
                    <a:pt x="308985" y="221114"/>
                  </a:lnTo>
                  <a:lnTo>
                    <a:pt x="304253" y="194444"/>
                  </a:lnTo>
                  <a:close/>
                  <a:moveTo>
                    <a:pt x="45349" y="194444"/>
                  </a:moveTo>
                  <a:lnTo>
                    <a:pt x="52631" y="167773"/>
                  </a:lnTo>
                  <a:lnTo>
                    <a:pt x="55531" y="194444"/>
                  </a:lnTo>
                  <a:close/>
                  <a:moveTo>
                    <a:pt x="312644" y="167773"/>
                  </a:moveTo>
                  <a:lnTo>
                    <a:pt x="314821" y="183855"/>
                  </a:lnTo>
                  <a:lnTo>
                    <a:pt x="311622" y="194444"/>
                  </a:lnTo>
                  <a:close/>
                  <a:moveTo>
                    <a:pt x="63219" y="167773"/>
                  </a:moveTo>
                  <a:lnTo>
                    <a:pt x="61906" y="148770"/>
                  </a:lnTo>
                  <a:lnTo>
                    <a:pt x="65514" y="141102"/>
                  </a:lnTo>
                  <a:close/>
                  <a:moveTo>
                    <a:pt x="87862" y="114432"/>
                  </a:moveTo>
                  <a:lnTo>
                    <a:pt x="65514" y="141102"/>
                  </a:lnTo>
                  <a:lnTo>
                    <a:pt x="79307" y="114432"/>
                  </a:lnTo>
                  <a:close/>
                  <a:moveTo>
                    <a:pt x="334327" y="141102"/>
                  </a:moveTo>
                  <a:lnTo>
                    <a:pt x="320767" y="167773"/>
                  </a:lnTo>
                  <a:lnTo>
                    <a:pt x="327220" y="141102"/>
                  </a:lnTo>
                  <a:close/>
                  <a:moveTo>
                    <a:pt x="346477" y="114432"/>
                  </a:moveTo>
                  <a:lnTo>
                    <a:pt x="334327" y="141102"/>
                  </a:lnTo>
                  <a:lnTo>
                    <a:pt x="340438" y="114432"/>
                  </a:lnTo>
                  <a:close/>
                  <a:moveTo>
                    <a:pt x="79307" y="114432"/>
                  </a:moveTo>
                  <a:lnTo>
                    <a:pt x="93362" y="87761"/>
                  </a:lnTo>
                  <a:lnTo>
                    <a:pt x="87862" y="114432"/>
                  </a:lnTo>
                  <a:close/>
                  <a:moveTo>
                    <a:pt x="346645" y="87761"/>
                  </a:moveTo>
                  <a:lnTo>
                    <a:pt x="350951" y="93823"/>
                  </a:lnTo>
                  <a:lnTo>
                    <a:pt x="346477" y="114432"/>
                  </a:lnTo>
                  <a:close/>
                  <a:moveTo>
                    <a:pt x="100845" y="87761"/>
                  </a:moveTo>
                  <a:lnTo>
                    <a:pt x="98037" y="79764"/>
                  </a:lnTo>
                  <a:lnTo>
                    <a:pt x="108998" y="61090"/>
                  </a:lnTo>
                  <a:close/>
                  <a:moveTo>
                    <a:pt x="108998" y="61090"/>
                  </a:moveTo>
                  <a:lnTo>
                    <a:pt x="132742" y="34420"/>
                  </a:lnTo>
                  <a:lnTo>
                    <a:pt x="115652" y="61090"/>
                  </a:lnTo>
                  <a:close/>
                  <a:moveTo>
                    <a:pt x="329961" y="34420"/>
                  </a:moveTo>
                  <a:lnTo>
                    <a:pt x="348181" y="61090"/>
                  </a:lnTo>
                  <a:lnTo>
                    <a:pt x="322926" y="34420"/>
                  </a:lnTo>
                  <a:close/>
                  <a:moveTo>
                    <a:pt x="170298" y="11916"/>
                  </a:moveTo>
                  <a:lnTo>
                    <a:pt x="170298" y="16512"/>
                  </a:lnTo>
                  <a:lnTo>
                    <a:pt x="134167" y="33261"/>
                  </a:lnTo>
                  <a:close/>
                  <a:moveTo>
                    <a:pt x="170298" y="11916"/>
                  </a:moveTo>
                  <a:lnTo>
                    <a:pt x="184385" y="7749"/>
                  </a:lnTo>
                  <a:lnTo>
                    <a:pt x="199671" y="7749"/>
                  </a:lnTo>
                  <a:close/>
                  <a:moveTo>
                    <a:pt x="278690" y="10578"/>
                  </a:moveTo>
                  <a:lnTo>
                    <a:pt x="282719" y="7749"/>
                  </a:lnTo>
                  <a:lnTo>
                    <a:pt x="314821" y="22754"/>
                  </a:lnTo>
                  <a:close/>
                  <a:moveTo>
                    <a:pt x="314821" y="28170"/>
                  </a:moveTo>
                  <a:lnTo>
                    <a:pt x="314821" y="22754"/>
                  </a:lnTo>
                  <a:lnTo>
                    <a:pt x="329961" y="34420"/>
                  </a:lnTo>
                  <a:close/>
                  <a:moveTo>
                    <a:pt x="206429" y="1782"/>
                  </a:moveTo>
                  <a:lnTo>
                    <a:pt x="199671" y="7749"/>
                  </a:lnTo>
                  <a:lnTo>
                    <a:pt x="184385" y="7749"/>
                  </a:lnTo>
                  <a:close/>
                  <a:moveTo>
                    <a:pt x="242559" y="0"/>
                  </a:moveTo>
                  <a:lnTo>
                    <a:pt x="206429" y="5914"/>
                  </a:lnTo>
                  <a:lnTo>
                    <a:pt x="206429" y="1782"/>
                  </a:lnTo>
                  <a:close/>
                  <a:moveTo>
                    <a:pt x="242559" y="0"/>
                  </a:moveTo>
                  <a:lnTo>
                    <a:pt x="278690" y="6211"/>
                  </a:lnTo>
                  <a:lnTo>
                    <a:pt x="242559" y="4020"/>
                  </a:lnTo>
                  <a:close/>
                  <a:moveTo>
                    <a:pt x="58654" y="301127"/>
                  </a:moveTo>
                  <a:lnTo>
                    <a:pt x="56058" y="274456"/>
                  </a:lnTo>
                  <a:lnTo>
                    <a:pt x="61906" y="274456"/>
                  </a:lnTo>
                  <a:close/>
                  <a:moveTo>
                    <a:pt x="61906" y="148770"/>
                  </a:moveTo>
                  <a:lnTo>
                    <a:pt x="61906" y="167773"/>
                  </a:lnTo>
                  <a:lnTo>
                    <a:pt x="52631" y="167773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4010" name="Match_B1__4009">
              <a:extLst>
                <a:ext uri="{FF2B5EF4-FFF2-40B4-BE49-F238E27FC236}">
                  <a16:creationId xmlns:a16="http://schemas.microsoft.com/office/drawing/2014/main" id="{F08F8A38-0C69-7E00-1DB5-E7DCE3C84F5B}"/>
                </a:ext>
              </a:extLst>
            </p:cNvPr>
            <p:cNvSpPr>
              <a:spLocks noGrp="1"/>
            </p:cNvSpPr>
            <p:nvPr/>
          </p:nvSpPr>
          <p:spPr>
            <a:xfrm>
              <a:off x="8405600" y="1754049"/>
              <a:ext cx="333588" cy="509984"/>
            </a:xfrm>
            <a:custGeom>
              <a:avLst/>
              <a:gdLst/>
              <a:ahLst/>
              <a:cxnLst/>
              <a:rect l="0" t="0" r="0" b="0"/>
              <a:pathLst>
                <a:path w="333588" h="509984">
                  <a:moveTo>
                    <a:pt x="6938" y="481610"/>
                  </a:moveTo>
                  <a:lnTo>
                    <a:pt x="42185" y="508281"/>
                  </a:lnTo>
                  <a:lnTo>
                    <a:pt x="6938" y="487679"/>
                  </a:lnTo>
                  <a:close/>
                  <a:moveTo>
                    <a:pt x="6938" y="481610"/>
                  </a:moveTo>
                  <a:lnTo>
                    <a:pt x="43069" y="508281"/>
                  </a:lnTo>
                  <a:lnTo>
                    <a:pt x="42185" y="508281"/>
                  </a:lnTo>
                  <a:close/>
                  <a:moveTo>
                    <a:pt x="155545" y="508281"/>
                  </a:moveTo>
                  <a:lnTo>
                    <a:pt x="151461" y="508281"/>
                  </a:lnTo>
                  <a:lnTo>
                    <a:pt x="187592" y="492886"/>
                  </a:lnTo>
                  <a:close/>
                  <a:moveTo>
                    <a:pt x="332114" y="72450"/>
                  </a:moveTo>
                  <a:lnTo>
                    <a:pt x="332114" y="81550"/>
                  </a:lnTo>
                  <a:lnTo>
                    <a:pt x="329344" y="54879"/>
                  </a:lnTo>
                  <a:close/>
                  <a:moveTo>
                    <a:pt x="42185" y="508281"/>
                  </a:moveTo>
                  <a:lnTo>
                    <a:pt x="43069" y="508281"/>
                  </a:lnTo>
                  <a:lnTo>
                    <a:pt x="43069" y="508675"/>
                  </a:lnTo>
                  <a:close/>
                  <a:moveTo>
                    <a:pt x="155545" y="508281"/>
                  </a:moveTo>
                  <a:lnTo>
                    <a:pt x="151461" y="509984"/>
                  </a:lnTo>
                  <a:lnTo>
                    <a:pt x="151461" y="508281"/>
                  </a:lnTo>
                  <a:close/>
                  <a:moveTo>
                    <a:pt x="0" y="481610"/>
                  </a:moveTo>
                  <a:lnTo>
                    <a:pt x="6938" y="481610"/>
                  </a:lnTo>
                  <a:lnTo>
                    <a:pt x="6938" y="487679"/>
                  </a:lnTo>
                  <a:close/>
                  <a:moveTo>
                    <a:pt x="229251" y="454939"/>
                  </a:moveTo>
                  <a:lnTo>
                    <a:pt x="223722" y="461044"/>
                  </a:lnTo>
                  <a:lnTo>
                    <a:pt x="223722" y="454939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5461" y="374927"/>
                  </a:lnTo>
                  <a:close/>
                  <a:moveTo>
                    <a:pt x="301930" y="161562"/>
                  </a:moveTo>
                  <a:lnTo>
                    <a:pt x="295984" y="177644"/>
                  </a:lnTo>
                  <a:lnTo>
                    <a:pt x="295984" y="161562"/>
                  </a:lnTo>
                  <a:close/>
                  <a:moveTo>
                    <a:pt x="79199" y="73553"/>
                  </a:moveTo>
                  <a:lnTo>
                    <a:pt x="79199" y="81550"/>
                  </a:lnTo>
                  <a:lnTo>
                    <a:pt x="74525" y="81550"/>
                  </a:lnTo>
                  <a:close/>
                  <a:moveTo>
                    <a:pt x="333588" y="81550"/>
                  </a:moveTo>
                  <a:lnTo>
                    <a:pt x="332114" y="87611"/>
                  </a:lnTo>
                  <a:lnTo>
                    <a:pt x="332114" y="81550"/>
                  </a:lnTo>
                  <a:close/>
                  <a:moveTo>
                    <a:pt x="332114" y="72450"/>
                  </a:moveTo>
                  <a:lnTo>
                    <a:pt x="333588" y="81550"/>
                  </a:lnTo>
                  <a:lnTo>
                    <a:pt x="332114" y="81550"/>
                  </a:lnTo>
                  <a:close/>
                  <a:moveTo>
                    <a:pt x="115330" y="27049"/>
                  </a:moveTo>
                  <a:lnTo>
                    <a:pt x="115330" y="28208"/>
                  </a:lnTo>
                  <a:lnTo>
                    <a:pt x="113905" y="28208"/>
                  </a:lnTo>
                  <a:close/>
                  <a:moveTo>
                    <a:pt x="259853" y="0"/>
                  </a:moveTo>
                  <a:lnTo>
                    <a:pt x="263882" y="1537"/>
                  </a:lnTo>
                  <a:lnTo>
                    <a:pt x="259853" y="1537"/>
                  </a:lnTo>
                  <a:close/>
                  <a:moveTo>
                    <a:pt x="6938" y="372837"/>
                  </a:moveTo>
                  <a:lnTo>
                    <a:pt x="5461" y="374927"/>
                  </a:lnTo>
                  <a:lnTo>
                    <a:pt x="6938" y="374927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22371" y="348256"/>
                  </a:lnTo>
                  <a:close/>
                  <a:moveTo>
                    <a:pt x="295984" y="268244"/>
                  </a:moveTo>
                  <a:lnTo>
                    <a:pt x="306538" y="294915"/>
                  </a:lnTo>
                  <a:lnTo>
                    <a:pt x="299669" y="268244"/>
                  </a:lnTo>
                  <a:close/>
                  <a:moveTo>
                    <a:pt x="295984" y="268244"/>
                  </a:moveTo>
                  <a:lnTo>
                    <a:pt x="299669" y="268244"/>
                  </a:lnTo>
                  <a:lnTo>
                    <a:pt x="295984" y="255025"/>
                  </a:lnTo>
                  <a:close/>
                  <a:moveTo>
                    <a:pt x="332114" y="87611"/>
                  </a:moveTo>
                  <a:lnTo>
                    <a:pt x="332114" y="81550"/>
                  </a:lnTo>
                  <a:lnTo>
                    <a:pt x="327640" y="108220"/>
                  </a:lnTo>
                  <a:close/>
                  <a:moveTo>
                    <a:pt x="332114" y="81550"/>
                  </a:moveTo>
                  <a:lnTo>
                    <a:pt x="332114" y="87611"/>
                  </a:lnTo>
                  <a:lnTo>
                    <a:pt x="333588" y="81550"/>
                  </a:lnTo>
                  <a:close/>
                  <a:moveTo>
                    <a:pt x="332114" y="81550"/>
                  </a:moveTo>
                  <a:lnTo>
                    <a:pt x="333588" y="81550"/>
                  </a:lnTo>
                  <a:lnTo>
                    <a:pt x="332114" y="72450"/>
                  </a:lnTo>
                  <a:close/>
                  <a:moveTo>
                    <a:pt x="115330" y="27049"/>
                  </a:moveTo>
                  <a:lnTo>
                    <a:pt x="113905" y="28208"/>
                  </a:lnTo>
                  <a:lnTo>
                    <a:pt x="115330" y="28208"/>
                  </a:lnTo>
                  <a:close/>
                  <a:moveTo>
                    <a:pt x="263882" y="1537"/>
                  </a:moveTo>
                  <a:lnTo>
                    <a:pt x="259853" y="1537"/>
                  </a:lnTo>
                  <a:lnTo>
                    <a:pt x="295984" y="16543"/>
                  </a:lnTo>
                  <a:close/>
                  <a:moveTo>
                    <a:pt x="259853" y="1537"/>
                  </a:moveTo>
                  <a:lnTo>
                    <a:pt x="263882" y="1537"/>
                  </a:lnTo>
                  <a:lnTo>
                    <a:pt x="259853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4011" name="Match_B1__4010">
              <a:extLst>
                <a:ext uri="{FF2B5EF4-FFF2-40B4-BE49-F238E27FC236}">
                  <a16:creationId xmlns:a16="http://schemas.microsoft.com/office/drawing/2014/main" id="{108F313B-8D24-B793-C572-84EF62B21EB0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61247" y="514492"/>
                  </a:moveTo>
                  <a:lnTo>
                    <a:pt x="61022" y="514492"/>
                  </a:lnTo>
                  <a:lnTo>
                    <a:pt x="61906" y="514887"/>
                  </a:lnTo>
                  <a:close/>
                  <a:moveTo>
                    <a:pt x="61022" y="514492"/>
                  </a:moveTo>
                  <a:lnTo>
                    <a:pt x="61247" y="514492"/>
                  </a:lnTo>
                  <a:lnTo>
                    <a:pt x="25775" y="493891"/>
                  </a:lnTo>
                  <a:close/>
                  <a:moveTo>
                    <a:pt x="61906" y="514887"/>
                  </a:moveTo>
                  <a:lnTo>
                    <a:pt x="98037" y="523543"/>
                  </a:lnTo>
                  <a:lnTo>
                    <a:pt x="98037" y="523433"/>
                  </a:lnTo>
                  <a:close/>
                  <a:moveTo>
                    <a:pt x="98037" y="523543"/>
                  </a:moveTo>
                  <a:lnTo>
                    <a:pt x="134167" y="523875"/>
                  </a:lnTo>
                  <a:lnTo>
                    <a:pt x="134167" y="523721"/>
                  </a:lnTo>
                  <a:close/>
                  <a:moveTo>
                    <a:pt x="134167" y="523875"/>
                  </a:moveTo>
                  <a:lnTo>
                    <a:pt x="170298" y="516196"/>
                  </a:lnTo>
                  <a:lnTo>
                    <a:pt x="170298" y="515926"/>
                  </a:lnTo>
                  <a:close/>
                  <a:moveTo>
                    <a:pt x="174383" y="514492"/>
                  </a:moveTo>
                  <a:lnTo>
                    <a:pt x="170298" y="515926"/>
                  </a:lnTo>
                  <a:lnTo>
                    <a:pt x="170298" y="516196"/>
                  </a:lnTo>
                  <a:close/>
                  <a:moveTo>
                    <a:pt x="174383" y="514492"/>
                  </a:moveTo>
                  <a:lnTo>
                    <a:pt x="206429" y="499097"/>
                  </a:lnTo>
                  <a:lnTo>
                    <a:pt x="206429" y="498341"/>
                  </a:lnTo>
                  <a:close/>
                  <a:moveTo>
                    <a:pt x="19051" y="487821"/>
                  </a:moveTo>
                  <a:lnTo>
                    <a:pt x="18837" y="487821"/>
                  </a:lnTo>
                  <a:lnTo>
                    <a:pt x="25775" y="493891"/>
                  </a:lnTo>
                  <a:close/>
                  <a:moveTo>
                    <a:pt x="2499" y="461151"/>
                  </a:moveTo>
                  <a:lnTo>
                    <a:pt x="18837" y="487821"/>
                  </a:lnTo>
                  <a:lnTo>
                    <a:pt x="19051" y="487821"/>
                  </a:lnTo>
                  <a:close/>
                  <a:moveTo>
                    <a:pt x="221774" y="487821"/>
                  </a:moveTo>
                  <a:lnTo>
                    <a:pt x="206429" y="498341"/>
                  </a:lnTo>
                  <a:lnTo>
                    <a:pt x="206429" y="499097"/>
                  </a:lnTo>
                  <a:close/>
                  <a:moveTo>
                    <a:pt x="221774" y="487821"/>
                  </a:moveTo>
                  <a:lnTo>
                    <a:pt x="242559" y="467256"/>
                  </a:lnTo>
                  <a:lnTo>
                    <a:pt x="242559" y="464251"/>
                  </a:lnTo>
                  <a:close/>
                  <a:moveTo>
                    <a:pt x="0" y="434480"/>
                  </a:moveTo>
                  <a:lnTo>
                    <a:pt x="2499" y="461151"/>
                  </a:lnTo>
                  <a:lnTo>
                    <a:pt x="2826" y="461151"/>
                  </a:lnTo>
                  <a:close/>
                  <a:moveTo>
                    <a:pt x="248088" y="461151"/>
                  </a:moveTo>
                  <a:lnTo>
                    <a:pt x="242559" y="464251"/>
                  </a:lnTo>
                  <a:lnTo>
                    <a:pt x="242559" y="467256"/>
                  </a:lnTo>
                  <a:close/>
                  <a:moveTo>
                    <a:pt x="245202" y="461151"/>
                  </a:moveTo>
                  <a:lnTo>
                    <a:pt x="248088" y="461151"/>
                  </a:lnTo>
                  <a:lnTo>
                    <a:pt x="268638" y="434480"/>
                  </a:lnTo>
                  <a:close/>
                  <a:moveTo>
                    <a:pt x="7970" y="407809"/>
                  </a:moveTo>
                  <a:lnTo>
                    <a:pt x="0" y="434480"/>
                  </a:lnTo>
                  <a:lnTo>
                    <a:pt x="619" y="434480"/>
                  </a:lnTo>
                  <a:close/>
                  <a:moveTo>
                    <a:pt x="268638" y="434480"/>
                  </a:moveTo>
                  <a:lnTo>
                    <a:pt x="278690" y="421046"/>
                  </a:lnTo>
                  <a:lnTo>
                    <a:pt x="278690" y="410643"/>
                  </a:lnTo>
                  <a:close/>
                  <a:moveTo>
                    <a:pt x="24298" y="381139"/>
                  </a:moveTo>
                  <a:lnTo>
                    <a:pt x="25775" y="383302"/>
                  </a:lnTo>
                  <a:lnTo>
                    <a:pt x="25775" y="381139"/>
                  </a:lnTo>
                  <a:close/>
                  <a:moveTo>
                    <a:pt x="7970" y="407809"/>
                  </a:moveTo>
                  <a:lnTo>
                    <a:pt x="9348" y="407809"/>
                  </a:lnTo>
                  <a:lnTo>
                    <a:pt x="24298" y="381139"/>
                  </a:lnTo>
                  <a:close/>
                  <a:moveTo>
                    <a:pt x="288891" y="407809"/>
                  </a:moveTo>
                  <a:lnTo>
                    <a:pt x="278690" y="410643"/>
                  </a:lnTo>
                  <a:lnTo>
                    <a:pt x="278690" y="421046"/>
                  </a:lnTo>
                  <a:close/>
                  <a:moveTo>
                    <a:pt x="280604" y="407809"/>
                  </a:moveTo>
                  <a:lnTo>
                    <a:pt x="288891" y="407809"/>
                  </a:lnTo>
                  <a:lnTo>
                    <a:pt x="307376" y="381139"/>
                  </a:lnTo>
                  <a:close/>
                  <a:moveTo>
                    <a:pt x="41208" y="354468"/>
                  </a:moveTo>
                  <a:lnTo>
                    <a:pt x="25775" y="381139"/>
                  </a:lnTo>
                  <a:lnTo>
                    <a:pt x="27230" y="381139"/>
                  </a:lnTo>
                  <a:close/>
                  <a:moveTo>
                    <a:pt x="314821" y="366252"/>
                  </a:moveTo>
                  <a:lnTo>
                    <a:pt x="314821" y="354468"/>
                  </a:lnTo>
                  <a:lnTo>
                    <a:pt x="307376" y="381139"/>
                  </a:lnTo>
                  <a:close/>
                  <a:moveTo>
                    <a:pt x="307376" y="381139"/>
                  </a:moveTo>
                  <a:lnTo>
                    <a:pt x="314821" y="354468"/>
                  </a:lnTo>
                  <a:lnTo>
                    <a:pt x="310032" y="354468"/>
                  </a:lnTo>
                  <a:close/>
                  <a:moveTo>
                    <a:pt x="53652" y="327797"/>
                  </a:moveTo>
                  <a:lnTo>
                    <a:pt x="41208" y="354468"/>
                  </a:lnTo>
                  <a:lnTo>
                    <a:pt x="46375" y="354468"/>
                  </a:lnTo>
                  <a:close/>
                  <a:moveTo>
                    <a:pt x="314821" y="354468"/>
                  </a:moveTo>
                  <a:lnTo>
                    <a:pt x="314821" y="366252"/>
                  </a:lnTo>
                  <a:lnTo>
                    <a:pt x="320969" y="354468"/>
                  </a:lnTo>
                  <a:close/>
                  <a:moveTo>
                    <a:pt x="320969" y="354468"/>
                  </a:moveTo>
                  <a:lnTo>
                    <a:pt x="314821" y="332042"/>
                  </a:lnTo>
                  <a:lnTo>
                    <a:pt x="314821" y="354468"/>
                  </a:lnTo>
                  <a:close/>
                  <a:moveTo>
                    <a:pt x="327031" y="327797"/>
                  </a:moveTo>
                  <a:lnTo>
                    <a:pt x="315803" y="327797"/>
                  </a:lnTo>
                  <a:lnTo>
                    <a:pt x="320969" y="354468"/>
                  </a:lnTo>
                  <a:close/>
                  <a:moveTo>
                    <a:pt x="58654" y="301127"/>
                  </a:moveTo>
                  <a:lnTo>
                    <a:pt x="61906" y="320810"/>
                  </a:lnTo>
                  <a:lnTo>
                    <a:pt x="61906" y="301127"/>
                  </a:lnTo>
                  <a:close/>
                  <a:moveTo>
                    <a:pt x="53652" y="327797"/>
                  </a:moveTo>
                  <a:lnTo>
                    <a:pt x="60622" y="327797"/>
                  </a:lnTo>
                  <a:lnTo>
                    <a:pt x="58654" y="301127"/>
                  </a:lnTo>
                  <a:close/>
                  <a:moveTo>
                    <a:pt x="327031" y="327797"/>
                  </a:moveTo>
                  <a:lnTo>
                    <a:pt x="325376" y="301127"/>
                  </a:lnTo>
                  <a:lnTo>
                    <a:pt x="315803" y="327797"/>
                  </a:lnTo>
                  <a:close/>
                  <a:moveTo>
                    <a:pt x="58654" y="301127"/>
                  </a:moveTo>
                  <a:lnTo>
                    <a:pt x="61906" y="301127"/>
                  </a:lnTo>
                  <a:lnTo>
                    <a:pt x="60906" y="274456"/>
                  </a:lnTo>
                  <a:close/>
                  <a:moveTo>
                    <a:pt x="56058" y="274456"/>
                  </a:moveTo>
                  <a:lnTo>
                    <a:pt x="58654" y="301127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301127"/>
                  </a:lnTo>
                  <a:lnTo>
                    <a:pt x="325376" y="301127"/>
                  </a:lnTo>
                  <a:close/>
                  <a:moveTo>
                    <a:pt x="49622" y="247785"/>
                  </a:moveTo>
                  <a:lnTo>
                    <a:pt x="56058" y="274456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261236"/>
                  </a:lnTo>
                  <a:lnTo>
                    <a:pt x="309985" y="274456"/>
                  </a:lnTo>
                  <a:close/>
                  <a:moveTo>
                    <a:pt x="309985" y="274456"/>
                  </a:moveTo>
                  <a:lnTo>
                    <a:pt x="314821" y="261236"/>
                  </a:lnTo>
                  <a:lnTo>
                    <a:pt x="311612" y="247785"/>
                  </a:lnTo>
                  <a:close/>
                  <a:moveTo>
                    <a:pt x="44811" y="221114"/>
                  </a:moveTo>
                  <a:lnTo>
                    <a:pt x="49622" y="247785"/>
                  </a:lnTo>
                  <a:lnTo>
                    <a:pt x="52401" y="247785"/>
                  </a:lnTo>
                  <a:close/>
                  <a:moveTo>
                    <a:pt x="305758" y="247785"/>
                  </a:moveTo>
                  <a:lnTo>
                    <a:pt x="311612" y="247785"/>
                  </a:lnTo>
                  <a:lnTo>
                    <a:pt x="308985" y="221114"/>
                  </a:lnTo>
                  <a:close/>
                  <a:moveTo>
                    <a:pt x="45349" y="194444"/>
                  </a:moveTo>
                  <a:lnTo>
                    <a:pt x="44811" y="221114"/>
                  </a:lnTo>
                  <a:lnTo>
                    <a:pt x="46347" y="221114"/>
                  </a:lnTo>
                  <a:close/>
                  <a:moveTo>
                    <a:pt x="305022" y="221114"/>
                  </a:moveTo>
                  <a:lnTo>
                    <a:pt x="308985" y="221114"/>
                  </a:lnTo>
                  <a:lnTo>
                    <a:pt x="311622" y="194444"/>
                  </a:lnTo>
                  <a:close/>
                  <a:moveTo>
                    <a:pt x="52631" y="167773"/>
                  </a:moveTo>
                  <a:lnTo>
                    <a:pt x="45349" y="194444"/>
                  </a:lnTo>
                  <a:lnTo>
                    <a:pt x="46429" y="194444"/>
                  </a:lnTo>
                  <a:close/>
                  <a:moveTo>
                    <a:pt x="311622" y="194444"/>
                  </a:moveTo>
                  <a:lnTo>
                    <a:pt x="314821" y="183855"/>
                  </a:lnTo>
                  <a:lnTo>
                    <a:pt x="314821" y="173431"/>
                  </a:lnTo>
                  <a:close/>
                  <a:moveTo>
                    <a:pt x="61906" y="151917"/>
                  </a:moveTo>
                  <a:lnTo>
                    <a:pt x="61906" y="148770"/>
                  </a:lnTo>
                  <a:lnTo>
                    <a:pt x="52631" y="167773"/>
                  </a:lnTo>
                  <a:close/>
                  <a:moveTo>
                    <a:pt x="61906" y="148770"/>
                  </a:moveTo>
                  <a:lnTo>
                    <a:pt x="61906" y="151917"/>
                  </a:lnTo>
                  <a:lnTo>
                    <a:pt x="65514" y="141102"/>
                  </a:lnTo>
                  <a:close/>
                  <a:moveTo>
                    <a:pt x="320767" y="167773"/>
                  </a:moveTo>
                  <a:lnTo>
                    <a:pt x="314821" y="173431"/>
                  </a:lnTo>
                  <a:lnTo>
                    <a:pt x="314821" y="183855"/>
                  </a:lnTo>
                  <a:close/>
                  <a:moveTo>
                    <a:pt x="316910" y="167773"/>
                  </a:moveTo>
                  <a:lnTo>
                    <a:pt x="320767" y="167773"/>
                  </a:lnTo>
                  <a:lnTo>
                    <a:pt x="334327" y="141102"/>
                  </a:lnTo>
                  <a:close/>
                  <a:moveTo>
                    <a:pt x="79307" y="114432"/>
                  </a:moveTo>
                  <a:lnTo>
                    <a:pt x="65514" y="141102"/>
                  </a:lnTo>
                  <a:lnTo>
                    <a:pt x="67254" y="141102"/>
                  </a:lnTo>
                  <a:close/>
                  <a:moveTo>
                    <a:pt x="329999" y="141102"/>
                  </a:moveTo>
                  <a:lnTo>
                    <a:pt x="334327" y="141102"/>
                  </a:lnTo>
                  <a:lnTo>
                    <a:pt x="346477" y="114432"/>
                  </a:lnTo>
                  <a:close/>
                  <a:moveTo>
                    <a:pt x="93362" y="87761"/>
                  </a:moveTo>
                  <a:lnTo>
                    <a:pt x="79307" y="114432"/>
                  </a:lnTo>
                  <a:lnTo>
                    <a:pt x="82196" y="114432"/>
                  </a:lnTo>
                  <a:close/>
                  <a:moveTo>
                    <a:pt x="346477" y="114432"/>
                  </a:moveTo>
                  <a:lnTo>
                    <a:pt x="350951" y="87761"/>
                  </a:lnTo>
                  <a:lnTo>
                    <a:pt x="347235" y="87761"/>
                  </a:lnTo>
                  <a:close/>
                  <a:moveTo>
                    <a:pt x="98037" y="87057"/>
                  </a:moveTo>
                  <a:lnTo>
                    <a:pt x="98037" y="79764"/>
                  </a:lnTo>
                  <a:lnTo>
                    <a:pt x="93362" y="87761"/>
                  </a:lnTo>
                  <a:close/>
                  <a:moveTo>
                    <a:pt x="98037" y="79764"/>
                  </a:moveTo>
                  <a:lnTo>
                    <a:pt x="98037" y="87057"/>
                  </a:lnTo>
                  <a:lnTo>
                    <a:pt x="108998" y="61090"/>
                  </a:lnTo>
                  <a:close/>
                  <a:moveTo>
                    <a:pt x="350951" y="87761"/>
                  </a:moveTo>
                  <a:lnTo>
                    <a:pt x="350951" y="78661"/>
                  </a:lnTo>
                  <a:lnTo>
                    <a:pt x="347235" y="87761"/>
                  </a:lnTo>
                  <a:close/>
                  <a:moveTo>
                    <a:pt x="347235" y="87761"/>
                  </a:moveTo>
                  <a:lnTo>
                    <a:pt x="350951" y="78661"/>
                  </a:lnTo>
                  <a:lnTo>
                    <a:pt x="348181" y="61090"/>
                  </a:lnTo>
                  <a:close/>
                  <a:moveTo>
                    <a:pt x="132742" y="34420"/>
                  </a:moveTo>
                  <a:lnTo>
                    <a:pt x="134167" y="39086"/>
                  </a:lnTo>
                  <a:lnTo>
                    <a:pt x="134167" y="34420"/>
                  </a:lnTo>
                  <a:close/>
                  <a:moveTo>
                    <a:pt x="108998" y="61090"/>
                  </a:moveTo>
                  <a:lnTo>
                    <a:pt x="114044" y="61090"/>
                  </a:lnTo>
                  <a:lnTo>
                    <a:pt x="132742" y="34420"/>
                  </a:lnTo>
                  <a:close/>
                  <a:moveTo>
                    <a:pt x="342574" y="61090"/>
                  </a:moveTo>
                  <a:lnTo>
                    <a:pt x="348181" y="61090"/>
                  </a:lnTo>
                  <a:lnTo>
                    <a:pt x="329961" y="34420"/>
                  </a:lnTo>
                  <a:close/>
                  <a:moveTo>
                    <a:pt x="134167" y="33261"/>
                  </a:moveTo>
                  <a:lnTo>
                    <a:pt x="134167" y="34420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34167" y="33261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70298" y="16249"/>
                  </a:lnTo>
                  <a:lnTo>
                    <a:pt x="184385" y="7749"/>
                  </a:lnTo>
                  <a:close/>
                  <a:moveTo>
                    <a:pt x="314821" y="22754"/>
                  </a:moveTo>
                  <a:lnTo>
                    <a:pt x="323112" y="34420"/>
                  </a:lnTo>
                  <a:lnTo>
                    <a:pt x="329961" y="34420"/>
                  </a:lnTo>
                  <a:close/>
                  <a:moveTo>
                    <a:pt x="314821" y="22754"/>
                  </a:moveTo>
                  <a:lnTo>
                    <a:pt x="278690" y="7749"/>
                  </a:lnTo>
                  <a:lnTo>
                    <a:pt x="278690" y="10495"/>
                  </a:lnTo>
                  <a:close/>
                  <a:moveTo>
                    <a:pt x="206429" y="5799"/>
                  </a:moveTo>
                  <a:lnTo>
                    <a:pt x="206429" y="1782"/>
                  </a:lnTo>
                  <a:lnTo>
                    <a:pt x="184385" y="7749"/>
                  </a:lnTo>
                  <a:close/>
                  <a:moveTo>
                    <a:pt x="242559" y="3938"/>
                  </a:moveTo>
                  <a:lnTo>
                    <a:pt x="242559" y="0"/>
                  </a:lnTo>
                  <a:lnTo>
                    <a:pt x="206429" y="1782"/>
                  </a:lnTo>
                  <a:close/>
                  <a:moveTo>
                    <a:pt x="278690" y="6211"/>
                  </a:moveTo>
                  <a:lnTo>
                    <a:pt x="264234" y="7749"/>
                  </a:lnTo>
                  <a:lnTo>
                    <a:pt x="278690" y="7749"/>
                  </a:lnTo>
                  <a:close/>
                  <a:moveTo>
                    <a:pt x="242559" y="0"/>
                  </a:moveTo>
                  <a:lnTo>
                    <a:pt x="242559" y="3938"/>
                  </a:lnTo>
                  <a:lnTo>
                    <a:pt x="278690" y="6211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4012" name="Match_B1__4011">
              <a:extLst>
                <a:ext uri="{FF2B5EF4-FFF2-40B4-BE49-F238E27FC236}">
                  <a16:creationId xmlns:a16="http://schemas.microsoft.com/office/drawing/2014/main" id="{0D4370A4-FEE7-BBD5-328B-1C666176168E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9619"/>
              <a:ext cx="348181" cy="522093"/>
            </a:xfrm>
            <a:custGeom>
              <a:avLst/>
              <a:gdLst/>
              <a:ahLst/>
              <a:cxnLst/>
              <a:rect l="0" t="0" r="0" b="0"/>
              <a:pathLst>
                <a:path w="348181" h="522093">
                  <a:moveTo>
                    <a:pt x="61247" y="512711"/>
                  </a:moveTo>
                  <a:lnTo>
                    <a:pt x="61906" y="513105"/>
                  </a:lnTo>
                  <a:lnTo>
                    <a:pt x="61906" y="513005"/>
                  </a:lnTo>
                  <a:close/>
                  <a:moveTo>
                    <a:pt x="61247" y="512711"/>
                  </a:moveTo>
                  <a:lnTo>
                    <a:pt x="25775" y="491932"/>
                  </a:lnTo>
                  <a:lnTo>
                    <a:pt x="25775" y="492109"/>
                  </a:lnTo>
                  <a:close/>
                  <a:moveTo>
                    <a:pt x="61906" y="513005"/>
                  </a:moveTo>
                  <a:lnTo>
                    <a:pt x="61906" y="513105"/>
                  </a:lnTo>
                  <a:lnTo>
                    <a:pt x="98037" y="521651"/>
                  </a:lnTo>
                  <a:close/>
                  <a:moveTo>
                    <a:pt x="98037" y="521651"/>
                  </a:moveTo>
                  <a:lnTo>
                    <a:pt x="98037" y="521762"/>
                  </a:lnTo>
                  <a:lnTo>
                    <a:pt x="134167" y="521940"/>
                  </a:lnTo>
                  <a:close/>
                  <a:moveTo>
                    <a:pt x="134167" y="521940"/>
                  </a:moveTo>
                  <a:lnTo>
                    <a:pt x="134167" y="522093"/>
                  </a:lnTo>
                  <a:lnTo>
                    <a:pt x="170298" y="514145"/>
                  </a:lnTo>
                  <a:close/>
                  <a:moveTo>
                    <a:pt x="174383" y="512711"/>
                  </a:moveTo>
                  <a:lnTo>
                    <a:pt x="173705" y="512711"/>
                  </a:lnTo>
                  <a:lnTo>
                    <a:pt x="170298" y="514145"/>
                  </a:lnTo>
                  <a:close/>
                  <a:moveTo>
                    <a:pt x="173705" y="512711"/>
                  </a:moveTo>
                  <a:lnTo>
                    <a:pt x="174383" y="512711"/>
                  </a:lnTo>
                  <a:lnTo>
                    <a:pt x="206429" y="496559"/>
                  </a:lnTo>
                  <a:close/>
                  <a:moveTo>
                    <a:pt x="19051" y="486040"/>
                  </a:moveTo>
                  <a:lnTo>
                    <a:pt x="25775" y="492109"/>
                  </a:lnTo>
                  <a:lnTo>
                    <a:pt x="25775" y="491932"/>
                  </a:lnTo>
                  <a:close/>
                  <a:moveTo>
                    <a:pt x="2499" y="459369"/>
                  </a:moveTo>
                  <a:lnTo>
                    <a:pt x="19051" y="486040"/>
                  </a:lnTo>
                  <a:lnTo>
                    <a:pt x="2826" y="459369"/>
                  </a:lnTo>
                  <a:close/>
                  <a:moveTo>
                    <a:pt x="221774" y="486040"/>
                  </a:moveTo>
                  <a:lnTo>
                    <a:pt x="220412" y="486040"/>
                  </a:lnTo>
                  <a:lnTo>
                    <a:pt x="206429" y="496559"/>
                  </a:lnTo>
                  <a:close/>
                  <a:moveTo>
                    <a:pt x="220412" y="486040"/>
                  </a:moveTo>
                  <a:lnTo>
                    <a:pt x="221774" y="486040"/>
                  </a:lnTo>
                  <a:lnTo>
                    <a:pt x="242559" y="462470"/>
                  </a:lnTo>
                  <a:close/>
                  <a:moveTo>
                    <a:pt x="0" y="432698"/>
                  </a:moveTo>
                  <a:lnTo>
                    <a:pt x="2826" y="459369"/>
                  </a:lnTo>
                  <a:lnTo>
                    <a:pt x="619" y="432698"/>
                  </a:lnTo>
                  <a:close/>
                  <a:moveTo>
                    <a:pt x="248088" y="459369"/>
                  </a:moveTo>
                  <a:lnTo>
                    <a:pt x="245202" y="459369"/>
                  </a:lnTo>
                  <a:lnTo>
                    <a:pt x="242559" y="462470"/>
                  </a:lnTo>
                  <a:close/>
                  <a:moveTo>
                    <a:pt x="263669" y="432698"/>
                  </a:moveTo>
                  <a:lnTo>
                    <a:pt x="245202" y="459369"/>
                  </a:lnTo>
                  <a:lnTo>
                    <a:pt x="268638" y="432698"/>
                  </a:lnTo>
                  <a:close/>
                  <a:moveTo>
                    <a:pt x="7970" y="406028"/>
                  </a:moveTo>
                  <a:lnTo>
                    <a:pt x="619" y="432698"/>
                  </a:lnTo>
                  <a:lnTo>
                    <a:pt x="9348" y="406028"/>
                  </a:lnTo>
                  <a:close/>
                  <a:moveTo>
                    <a:pt x="263669" y="432698"/>
                  </a:moveTo>
                  <a:lnTo>
                    <a:pt x="268638" y="432698"/>
                  </a:lnTo>
                  <a:lnTo>
                    <a:pt x="278690" y="408861"/>
                  </a:lnTo>
                  <a:close/>
                  <a:moveTo>
                    <a:pt x="9348" y="406028"/>
                  </a:moveTo>
                  <a:lnTo>
                    <a:pt x="25775" y="381520"/>
                  </a:lnTo>
                  <a:lnTo>
                    <a:pt x="24298" y="379357"/>
                  </a:lnTo>
                  <a:close/>
                  <a:moveTo>
                    <a:pt x="288891" y="406028"/>
                  </a:moveTo>
                  <a:lnTo>
                    <a:pt x="280604" y="406028"/>
                  </a:lnTo>
                  <a:lnTo>
                    <a:pt x="278690" y="408861"/>
                  </a:lnTo>
                  <a:close/>
                  <a:moveTo>
                    <a:pt x="297665" y="379357"/>
                  </a:moveTo>
                  <a:lnTo>
                    <a:pt x="280604" y="406028"/>
                  </a:lnTo>
                  <a:lnTo>
                    <a:pt x="307376" y="379357"/>
                  </a:lnTo>
                  <a:close/>
                  <a:moveTo>
                    <a:pt x="41208" y="352686"/>
                  </a:moveTo>
                  <a:lnTo>
                    <a:pt x="27230" y="379357"/>
                  </a:lnTo>
                  <a:lnTo>
                    <a:pt x="46375" y="352686"/>
                  </a:lnTo>
                  <a:close/>
                  <a:moveTo>
                    <a:pt x="25775" y="379357"/>
                  </a:moveTo>
                  <a:lnTo>
                    <a:pt x="25775" y="381520"/>
                  </a:lnTo>
                  <a:lnTo>
                    <a:pt x="27230" y="379357"/>
                  </a:lnTo>
                  <a:close/>
                  <a:moveTo>
                    <a:pt x="307376" y="379357"/>
                  </a:moveTo>
                  <a:lnTo>
                    <a:pt x="310032" y="352686"/>
                  </a:lnTo>
                  <a:lnTo>
                    <a:pt x="297665" y="379357"/>
                  </a:lnTo>
                  <a:close/>
                  <a:moveTo>
                    <a:pt x="53652" y="326016"/>
                  </a:moveTo>
                  <a:lnTo>
                    <a:pt x="46375" y="352686"/>
                  </a:lnTo>
                  <a:lnTo>
                    <a:pt x="60622" y="326016"/>
                  </a:lnTo>
                  <a:close/>
                  <a:moveTo>
                    <a:pt x="315803" y="326016"/>
                  </a:moveTo>
                  <a:lnTo>
                    <a:pt x="314821" y="330260"/>
                  </a:lnTo>
                  <a:lnTo>
                    <a:pt x="320969" y="352686"/>
                  </a:lnTo>
                  <a:close/>
                  <a:moveTo>
                    <a:pt x="310032" y="352686"/>
                  </a:moveTo>
                  <a:lnTo>
                    <a:pt x="314821" y="352686"/>
                  </a:lnTo>
                  <a:lnTo>
                    <a:pt x="314821" y="330260"/>
                  </a:lnTo>
                  <a:close/>
                  <a:moveTo>
                    <a:pt x="60622" y="326016"/>
                  </a:moveTo>
                  <a:lnTo>
                    <a:pt x="61906" y="319028"/>
                  </a:lnTo>
                  <a:lnTo>
                    <a:pt x="58654" y="299345"/>
                  </a:lnTo>
                  <a:close/>
                  <a:moveTo>
                    <a:pt x="315803" y="326016"/>
                  </a:moveTo>
                  <a:lnTo>
                    <a:pt x="314821" y="299345"/>
                  </a:lnTo>
                  <a:lnTo>
                    <a:pt x="314821" y="301602"/>
                  </a:lnTo>
                  <a:close/>
                  <a:moveTo>
                    <a:pt x="325376" y="299345"/>
                  </a:moveTo>
                  <a:lnTo>
                    <a:pt x="314821" y="299345"/>
                  </a:lnTo>
                  <a:lnTo>
                    <a:pt x="315803" y="326016"/>
                  </a:lnTo>
                  <a:close/>
                  <a:moveTo>
                    <a:pt x="60906" y="272674"/>
                  </a:moveTo>
                  <a:lnTo>
                    <a:pt x="61906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4919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1906" y="319028"/>
                  </a:lnTo>
                  <a:lnTo>
                    <a:pt x="64919" y="299345"/>
                  </a:lnTo>
                  <a:close/>
                  <a:moveTo>
                    <a:pt x="314821" y="299345"/>
                  </a:moveTo>
                  <a:lnTo>
                    <a:pt x="314821" y="272674"/>
                  </a:lnTo>
                  <a:lnTo>
                    <a:pt x="314741" y="299345"/>
                  </a:lnTo>
                  <a:close/>
                  <a:moveTo>
                    <a:pt x="314821" y="272674"/>
                  </a:moveTo>
                  <a:lnTo>
                    <a:pt x="309985" y="272674"/>
                  </a:lnTo>
                  <a:lnTo>
                    <a:pt x="314741" y="299345"/>
                  </a:lnTo>
                  <a:close/>
                  <a:moveTo>
                    <a:pt x="314821" y="301602"/>
                  </a:moveTo>
                  <a:lnTo>
                    <a:pt x="314821" y="299345"/>
                  </a:lnTo>
                  <a:lnTo>
                    <a:pt x="314741" y="299345"/>
                  </a:lnTo>
                  <a:close/>
                  <a:moveTo>
                    <a:pt x="49622" y="246004"/>
                  </a:moveTo>
                  <a:lnTo>
                    <a:pt x="60906" y="272674"/>
                  </a:lnTo>
                  <a:lnTo>
                    <a:pt x="52401" y="246004"/>
                  </a:lnTo>
                  <a:close/>
                  <a:moveTo>
                    <a:pt x="309985" y="272674"/>
                  </a:moveTo>
                  <a:lnTo>
                    <a:pt x="311612" y="246004"/>
                  </a:lnTo>
                  <a:lnTo>
                    <a:pt x="305758" y="246004"/>
                  </a:lnTo>
                  <a:close/>
                  <a:moveTo>
                    <a:pt x="44811" y="219333"/>
                  </a:moveTo>
                  <a:lnTo>
                    <a:pt x="52401" y="246004"/>
                  </a:lnTo>
                  <a:lnTo>
                    <a:pt x="46347" y="219333"/>
                  </a:lnTo>
                  <a:close/>
                  <a:moveTo>
                    <a:pt x="305022" y="219333"/>
                  </a:moveTo>
                  <a:lnTo>
                    <a:pt x="305758" y="246004"/>
                  </a:lnTo>
                  <a:lnTo>
                    <a:pt x="308985" y="219333"/>
                  </a:lnTo>
                  <a:close/>
                  <a:moveTo>
                    <a:pt x="45349" y="192662"/>
                  </a:moveTo>
                  <a:lnTo>
                    <a:pt x="46347" y="219333"/>
                  </a:lnTo>
                  <a:lnTo>
                    <a:pt x="46429" y="192662"/>
                  </a:lnTo>
                  <a:close/>
                  <a:moveTo>
                    <a:pt x="308530" y="192662"/>
                  </a:moveTo>
                  <a:lnTo>
                    <a:pt x="305022" y="219333"/>
                  </a:lnTo>
                  <a:lnTo>
                    <a:pt x="311622" y="192662"/>
                  </a:lnTo>
                  <a:close/>
                  <a:moveTo>
                    <a:pt x="52631" y="165992"/>
                  </a:moveTo>
                  <a:lnTo>
                    <a:pt x="46429" y="192662"/>
                  </a:lnTo>
                  <a:lnTo>
                    <a:pt x="53863" y="165992"/>
                  </a:lnTo>
                  <a:close/>
                  <a:moveTo>
                    <a:pt x="308530" y="192662"/>
                  </a:moveTo>
                  <a:lnTo>
                    <a:pt x="311622" y="192662"/>
                  </a:lnTo>
                  <a:lnTo>
                    <a:pt x="314821" y="171650"/>
                  </a:lnTo>
                  <a:close/>
                  <a:moveTo>
                    <a:pt x="61906" y="150135"/>
                  </a:moveTo>
                  <a:lnTo>
                    <a:pt x="52631" y="165992"/>
                  </a:lnTo>
                  <a:lnTo>
                    <a:pt x="53863" y="165992"/>
                  </a:lnTo>
                  <a:close/>
                  <a:moveTo>
                    <a:pt x="61906" y="150135"/>
                  </a:moveTo>
                  <a:lnTo>
                    <a:pt x="67254" y="139321"/>
                  </a:lnTo>
                  <a:lnTo>
                    <a:pt x="65514" y="139321"/>
                  </a:lnTo>
                  <a:close/>
                  <a:moveTo>
                    <a:pt x="320767" y="165992"/>
                  </a:moveTo>
                  <a:lnTo>
                    <a:pt x="316910" y="165992"/>
                  </a:lnTo>
                  <a:lnTo>
                    <a:pt x="314821" y="171650"/>
                  </a:lnTo>
                  <a:close/>
                  <a:moveTo>
                    <a:pt x="329999" y="139321"/>
                  </a:moveTo>
                  <a:lnTo>
                    <a:pt x="316910" y="165992"/>
                  </a:lnTo>
                  <a:lnTo>
                    <a:pt x="334327" y="139321"/>
                  </a:lnTo>
                  <a:close/>
                  <a:moveTo>
                    <a:pt x="79307" y="112650"/>
                  </a:moveTo>
                  <a:lnTo>
                    <a:pt x="67254" y="139321"/>
                  </a:lnTo>
                  <a:lnTo>
                    <a:pt x="82196" y="112650"/>
                  </a:lnTo>
                  <a:close/>
                  <a:moveTo>
                    <a:pt x="341753" y="112650"/>
                  </a:moveTo>
                  <a:lnTo>
                    <a:pt x="329999" y="139321"/>
                  </a:lnTo>
                  <a:lnTo>
                    <a:pt x="346477" y="112650"/>
                  </a:lnTo>
                  <a:close/>
                  <a:moveTo>
                    <a:pt x="93362" y="85979"/>
                  </a:moveTo>
                  <a:lnTo>
                    <a:pt x="82196" y="112650"/>
                  </a:lnTo>
                  <a:lnTo>
                    <a:pt x="97608" y="85979"/>
                  </a:lnTo>
                  <a:close/>
                  <a:moveTo>
                    <a:pt x="346477" y="112650"/>
                  </a:moveTo>
                  <a:lnTo>
                    <a:pt x="347235" y="85979"/>
                  </a:lnTo>
                  <a:lnTo>
                    <a:pt x="341753" y="112650"/>
                  </a:lnTo>
                  <a:close/>
                  <a:moveTo>
                    <a:pt x="98037" y="85276"/>
                  </a:moveTo>
                  <a:lnTo>
                    <a:pt x="93362" y="85979"/>
                  </a:lnTo>
                  <a:lnTo>
                    <a:pt x="97608" y="85979"/>
                  </a:lnTo>
                  <a:close/>
                  <a:moveTo>
                    <a:pt x="98037" y="85276"/>
                  </a:moveTo>
                  <a:lnTo>
                    <a:pt x="114044" y="59309"/>
                  </a:lnTo>
                  <a:lnTo>
                    <a:pt x="108998" y="59309"/>
                  </a:lnTo>
                  <a:close/>
                  <a:moveTo>
                    <a:pt x="347235" y="85979"/>
                  </a:moveTo>
                  <a:lnTo>
                    <a:pt x="348181" y="59309"/>
                  </a:lnTo>
                  <a:lnTo>
                    <a:pt x="342574" y="59309"/>
                  </a:lnTo>
                  <a:close/>
                  <a:moveTo>
                    <a:pt x="114044" y="59309"/>
                  </a:moveTo>
                  <a:lnTo>
                    <a:pt x="134167" y="37305"/>
                  </a:lnTo>
                  <a:lnTo>
                    <a:pt x="132742" y="32638"/>
                  </a:lnTo>
                  <a:close/>
                  <a:moveTo>
                    <a:pt x="323112" y="32638"/>
                  </a:moveTo>
                  <a:lnTo>
                    <a:pt x="342574" y="59309"/>
                  </a:lnTo>
                  <a:lnTo>
                    <a:pt x="329961" y="32638"/>
                  </a:lnTo>
                  <a:close/>
                  <a:moveTo>
                    <a:pt x="170298" y="14468"/>
                  </a:moveTo>
                  <a:lnTo>
                    <a:pt x="134167" y="32638"/>
                  </a:lnTo>
                  <a:lnTo>
                    <a:pt x="139735" y="32638"/>
                  </a:lnTo>
                  <a:close/>
                  <a:moveTo>
                    <a:pt x="134167" y="32638"/>
                  </a:moveTo>
                  <a:lnTo>
                    <a:pt x="134167" y="37305"/>
                  </a:lnTo>
                  <a:lnTo>
                    <a:pt x="139735" y="32638"/>
                  </a:lnTo>
                  <a:close/>
                  <a:moveTo>
                    <a:pt x="170298" y="14468"/>
                  </a:moveTo>
                  <a:lnTo>
                    <a:pt x="199212" y="5967"/>
                  </a:lnTo>
                  <a:lnTo>
                    <a:pt x="184385" y="5967"/>
                  </a:lnTo>
                  <a:close/>
                  <a:moveTo>
                    <a:pt x="314821" y="20973"/>
                  </a:moveTo>
                  <a:lnTo>
                    <a:pt x="314821" y="26254"/>
                  </a:lnTo>
                  <a:lnTo>
                    <a:pt x="323112" y="32638"/>
                  </a:lnTo>
                  <a:close/>
                  <a:moveTo>
                    <a:pt x="314821" y="20973"/>
                  </a:moveTo>
                  <a:lnTo>
                    <a:pt x="278690" y="8714"/>
                  </a:lnTo>
                  <a:lnTo>
                    <a:pt x="314821" y="26254"/>
                  </a:lnTo>
                  <a:close/>
                  <a:moveTo>
                    <a:pt x="206429" y="4018"/>
                  </a:moveTo>
                  <a:lnTo>
                    <a:pt x="184385" y="5967"/>
                  </a:lnTo>
                  <a:lnTo>
                    <a:pt x="199212" y="5967"/>
                  </a:lnTo>
                  <a:close/>
                  <a:moveTo>
                    <a:pt x="242559" y="2156"/>
                  </a:moveTo>
                  <a:lnTo>
                    <a:pt x="206429" y="0"/>
                  </a:lnTo>
                  <a:lnTo>
                    <a:pt x="206429" y="4018"/>
                  </a:lnTo>
                  <a:close/>
                  <a:moveTo>
                    <a:pt x="242559" y="2156"/>
                  </a:moveTo>
                  <a:lnTo>
                    <a:pt x="264234" y="5967"/>
                  </a:lnTo>
                  <a:lnTo>
                    <a:pt x="278690" y="4430"/>
                  </a:lnTo>
                  <a:close/>
                  <a:moveTo>
                    <a:pt x="278690" y="8714"/>
                  </a:moveTo>
                  <a:lnTo>
                    <a:pt x="278690" y="5967"/>
                  </a:lnTo>
                  <a:lnTo>
                    <a:pt x="264234" y="5967"/>
                  </a:lnTo>
                  <a:close/>
                  <a:moveTo>
                    <a:pt x="61247" y="512711"/>
                  </a:moveTo>
                  <a:lnTo>
                    <a:pt x="61906" y="513005"/>
                  </a:lnTo>
                  <a:lnTo>
                    <a:pt x="61906" y="512711"/>
                  </a:lnTo>
                  <a:close/>
                  <a:moveTo>
                    <a:pt x="278690" y="408861"/>
                  </a:moveTo>
                  <a:lnTo>
                    <a:pt x="278690" y="406028"/>
                  </a:lnTo>
                  <a:lnTo>
                    <a:pt x="263669" y="432698"/>
                  </a:lnTo>
                  <a:close/>
                  <a:moveTo>
                    <a:pt x="278690" y="406028"/>
                  </a:moveTo>
                  <a:lnTo>
                    <a:pt x="278690" y="408861"/>
                  </a:lnTo>
                  <a:lnTo>
                    <a:pt x="280604" y="406028"/>
                  </a:lnTo>
                  <a:close/>
                  <a:moveTo>
                    <a:pt x="314821" y="330260"/>
                  </a:moveTo>
                  <a:lnTo>
                    <a:pt x="314821" y="326016"/>
                  </a:lnTo>
                  <a:lnTo>
                    <a:pt x="310032" y="352686"/>
                  </a:lnTo>
                  <a:close/>
                  <a:moveTo>
                    <a:pt x="61906" y="319028"/>
                  </a:moveTo>
                  <a:lnTo>
                    <a:pt x="60622" y="326016"/>
                  </a:lnTo>
                  <a:lnTo>
                    <a:pt x="61906" y="326016"/>
                  </a:lnTo>
                  <a:close/>
                  <a:moveTo>
                    <a:pt x="61906" y="319028"/>
                  </a:moveTo>
                  <a:lnTo>
                    <a:pt x="61906" y="326016"/>
                  </a:lnTo>
                  <a:lnTo>
                    <a:pt x="64919" y="299345"/>
                  </a:lnTo>
                  <a:close/>
                  <a:moveTo>
                    <a:pt x="314821" y="326016"/>
                  </a:moveTo>
                  <a:lnTo>
                    <a:pt x="314821" y="330260"/>
                  </a:lnTo>
                  <a:lnTo>
                    <a:pt x="315803" y="326016"/>
                  </a:lnTo>
                  <a:close/>
                  <a:moveTo>
                    <a:pt x="314821" y="326016"/>
                  </a:moveTo>
                  <a:lnTo>
                    <a:pt x="315803" y="326016"/>
                  </a:lnTo>
                  <a:lnTo>
                    <a:pt x="314821" y="301602"/>
                  </a:lnTo>
                  <a:close/>
                  <a:moveTo>
                    <a:pt x="60906" y="272674"/>
                  </a:moveTo>
                  <a:lnTo>
                    <a:pt x="61906" y="278892"/>
                  </a:lnTo>
                  <a:lnTo>
                    <a:pt x="61906" y="272674"/>
                  </a:lnTo>
                  <a:close/>
                  <a:moveTo>
                    <a:pt x="52401" y="246004"/>
                  </a:moveTo>
                  <a:lnTo>
                    <a:pt x="60906" y="272674"/>
                  </a:lnTo>
                  <a:lnTo>
                    <a:pt x="61906" y="272674"/>
                  </a:lnTo>
                  <a:close/>
                  <a:moveTo>
                    <a:pt x="314821" y="171650"/>
                  </a:moveTo>
                  <a:lnTo>
                    <a:pt x="314821" y="165992"/>
                  </a:lnTo>
                  <a:lnTo>
                    <a:pt x="308530" y="192662"/>
                  </a:lnTo>
                  <a:close/>
                  <a:moveTo>
                    <a:pt x="314821" y="165992"/>
                  </a:moveTo>
                  <a:lnTo>
                    <a:pt x="314821" y="171650"/>
                  </a:lnTo>
                  <a:lnTo>
                    <a:pt x="316910" y="165992"/>
                  </a:lnTo>
                  <a:close/>
                  <a:moveTo>
                    <a:pt x="98037" y="85276"/>
                  </a:moveTo>
                  <a:lnTo>
                    <a:pt x="97608" y="85979"/>
                  </a:lnTo>
                  <a:lnTo>
                    <a:pt x="98037" y="85979"/>
                  </a:lnTo>
                  <a:close/>
                  <a:moveTo>
                    <a:pt x="98037" y="85276"/>
                  </a:moveTo>
                  <a:lnTo>
                    <a:pt x="98037" y="85979"/>
                  </a:lnTo>
                  <a:lnTo>
                    <a:pt x="114044" y="59309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4013" name="Match_B1__4012">
              <a:extLst>
                <a:ext uri="{FF2B5EF4-FFF2-40B4-BE49-F238E27FC236}">
                  <a16:creationId xmlns:a16="http://schemas.microsoft.com/office/drawing/2014/main" id="{0B9A3359-B1DD-067F-D433-E66C65C5D2B8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1775"/>
              <a:ext cx="346616" cy="519784"/>
            </a:xfrm>
            <a:custGeom>
              <a:avLst/>
              <a:gdLst/>
              <a:ahLst/>
              <a:cxnLst/>
              <a:rect l="0" t="0" r="0" b="0"/>
              <a:pathLst>
                <a:path w="346616" h="519784">
                  <a:moveTo>
                    <a:pt x="25157" y="489776"/>
                  </a:moveTo>
                  <a:lnTo>
                    <a:pt x="60628" y="510555"/>
                  </a:lnTo>
                  <a:lnTo>
                    <a:pt x="33679" y="483884"/>
                  </a:lnTo>
                  <a:close/>
                  <a:moveTo>
                    <a:pt x="61287" y="501021"/>
                  </a:moveTo>
                  <a:lnTo>
                    <a:pt x="60628" y="510555"/>
                  </a:lnTo>
                  <a:lnTo>
                    <a:pt x="61287" y="510555"/>
                  </a:lnTo>
                  <a:close/>
                  <a:moveTo>
                    <a:pt x="61287" y="510849"/>
                  </a:moveTo>
                  <a:lnTo>
                    <a:pt x="95603" y="510555"/>
                  </a:lnTo>
                  <a:lnTo>
                    <a:pt x="61287" y="510555"/>
                  </a:lnTo>
                  <a:close/>
                  <a:moveTo>
                    <a:pt x="97418" y="519495"/>
                  </a:moveTo>
                  <a:lnTo>
                    <a:pt x="97418" y="510990"/>
                  </a:lnTo>
                  <a:lnTo>
                    <a:pt x="61287" y="510849"/>
                  </a:lnTo>
                  <a:close/>
                  <a:moveTo>
                    <a:pt x="97418" y="519495"/>
                  </a:moveTo>
                  <a:lnTo>
                    <a:pt x="133549" y="519784"/>
                  </a:lnTo>
                  <a:lnTo>
                    <a:pt x="133549" y="511309"/>
                  </a:lnTo>
                  <a:close/>
                  <a:moveTo>
                    <a:pt x="169679" y="511989"/>
                  </a:moveTo>
                  <a:lnTo>
                    <a:pt x="169679" y="510555"/>
                  </a:lnTo>
                  <a:lnTo>
                    <a:pt x="133549" y="511309"/>
                  </a:lnTo>
                  <a:close/>
                  <a:moveTo>
                    <a:pt x="133549" y="519784"/>
                  </a:moveTo>
                  <a:lnTo>
                    <a:pt x="169679" y="511989"/>
                  </a:lnTo>
                  <a:lnTo>
                    <a:pt x="133549" y="511309"/>
                  </a:lnTo>
                  <a:close/>
                  <a:moveTo>
                    <a:pt x="169679" y="510555"/>
                  </a:moveTo>
                  <a:lnTo>
                    <a:pt x="169679" y="511989"/>
                  </a:lnTo>
                  <a:lnTo>
                    <a:pt x="173086" y="510555"/>
                  </a:lnTo>
                  <a:close/>
                  <a:moveTo>
                    <a:pt x="169679" y="510555"/>
                  </a:moveTo>
                  <a:lnTo>
                    <a:pt x="205810" y="494403"/>
                  </a:lnTo>
                  <a:lnTo>
                    <a:pt x="169679" y="502638"/>
                  </a:lnTo>
                  <a:close/>
                  <a:moveTo>
                    <a:pt x="173086" y="510555"/>
                  </a:moveTo>
                  <a:lnTo>
                    <a:pt x="205810" y="494403"/>
                  </a:lnTo>
                  <a:lnTo>
                    <a:pt x="169679" y="510555"/>
                  </a:lnTo>
                  <a:close/>
                  <a:moveTo>
                    <a:pt x="18432" y="483884"/>
                  </a:moveTo>
                  <a:lnTo>
                    <a:pt x="25157" y="489776"/>
                  </a:lnTo>
                  <a:lnTo>
                    <a:pt x="25157" y="483884"/>
                  </a:lnTo>
                  <a:close/>
                  <a:moveTo>
                    <a:pt x="2208" y="457213"/>
                  </a:moveTo>
                  <a:lnTo>
                    <a:pt x="18432" y="483884"/>
                  </a:lnTo>
                  <a:lnTo>
                    <a:pt x="14614" y="457213"/>
                  </a:lnTo>
                  <a:close/>
                  <a:moveTo>
                    <a:pt x="205810" y="483884"/>
                  </a:moveTo>
                  <a:lnTo>
                    <a:pt x="205810" y="494403"/>
                  </a:lnTo>
                  <a:lnTo>
                    <a:pt x="219794" y="483884"/>
                  </a:lnTo>
                  <a:close/>
                  <a:moveTo>
                    <a:pt x="205810" y="482344"/>
                  </a:moveTo>
                  <a:lnTo>
                    <a:pt x="241941" y="460314"/>
                  </a:lnTo>
                  <a:lnTo>
                    <a:pt x="241941" y="457213"/>
                  </a:lnTo>
                  <a:close/>
                  <a:moveTo>
                    <a:pt x="219794" y="483884"/>
                  </a:moveTo>
                  <a:lnTo>
                    <a:pt x="241941" y="460314"/>
                  </a:lnTo>
                  <a:lnTo>
                    <a:pt x="205810" y="483884"/>
                  </a:lnTo>
                  <a:close/>
                  <a:moveTo>
                    <a:pt x="0" y="430543"/>
                  </a:moveTo>
                  <a:lnTo>
                    <a:pt x="2208" y="457213"/>
                  </a:lnTo>
                  <a:lnTo>
                    <a:pt x="14614" y="457213"/>
                  </a:lnTo>
                  <a:close/>
                  <a:moveTo>
                    <a:pt x="241941" y="457213"/>
                  </a:moveTo>
                  <a:lnTo>
                    <a:pt x="241941" y="460314"/>
                  </a:lnTo>
                  <a:lnTo>
                    <a:pt x="244583" y="457213"/>
                  </a:lnTo>
                  <a:close/>
                  <a:moveTo>
                    <a:pt x="244583" y="457213"/>
                  </a:moveTo>
                  <a:lnTo>
                    <a:pt x="241941" y="437072"/>
                  </a:lnTo>
                  <a:lnTo>
                    <a:pt x="241941" y="457213"/>
                  </a:lnTo>
                  <a:close/>
                  <a:moveTo>
                    <a:pt x="263051" y="430543"/>
                  </a:moveTo>
                  <a:lnTo>
                    <a:pt x="245933" y="430543"/>
                  </a:lnTo>
                  <a:lnTo>
                    <a:pt x="244583" y="457213"/>
                  </a:lnTo>
                  <a:close/>
                  <a:moveTo>
                    <a:pt x="8729" y="403872"/>
                  </a:moveTo>
                  <a:lnTo>
                    <a:pt x="0" y="430543"/>
                  </a:lnTo>
                  <a:lnTo>
                    <a:pt x="12187" y="430543"/>
                  </a:lnTo>
                  <a:close/>
                  <a:moveTo>
                    <a:pt x="263051" y="430543"/>
                  </a:moveTo>
                  <a:lnTo>
                    <a:pt x="278071" y="403872"/>
                  </a:lnTo>
                  <a:lnTo>
                    <a:pt x="259701" y="403872"/>
                  </a:lnTo>
                  <a:close/>
                  <a:moveTo>
                    <a:pt x="25157" y="400093"/>
                  </a:moveTo>
                  <a:lnTo>
                    <a:pt x="25157" y="379364"/>
                  </a:lnTo>
                  <a:lnTo>
                    <a:pt x="8729" y="403872"/>
                  </a:lnTo>
                  <a:close/>
                  <a:moveTo>
                    <a:pt x="25157" y="379364"/>
                  </a:moveTo>
                  <a:lnTo>
                    <a:pt x="25157" y="400093"/>
                  </a:lnTo>
                  <a:lnTo>
                    <a:pt x="26612" y="377201"/>
                  </a:lnTo>
                  <a:close/>
                  <a:moveTo>
                    <a:pt x="278071" y="377201"/>
                  </a:moveTo>
                  <a:lnTo>
                    <a:pt x="279985" y="403872"/>
                  </a:lnTo>
                  <a:lnTo>
                    <a:pt x="297046" y="377201"/>
                  </a:lnTo>
                  <a:close/>
                  <a:moveTo>
                    <a:pt x="278071" y="377201"/>
                  </a:moveTo>
                  <a:lnTo>
                    <a:pt x="278071" y="403872"/>
                  </a:lnTo>
                  <a:lnTo>
                    <a:pt x="279985" y="403872"/>
                  </a:lnTo>
                  <a:close/>
                  <a:moveTo>
                    <a:pt x="26612" y="377201"/>
                  </a:moveTo>
                  <a:lnTo>
                    <a:pt x="42481" y="377201"/>
                  </a:lnTo>
                  <a:lnTo>
                    <a:pt x="45757" y="350530"/>
                  </a:lnTo>
                  <a:close/>
                  <a:moveTo>
                    <a:pt x="309413" y="350530"/>
                  </a:moveTo>
                  <a:lnTo>
                    <a:pt x="285133" y="350530"/>
                  </a:lnTo>
                  <a:lnTo>
                    <a:pt x="297046" y="377201"/>
                  </a:lnTo>
                  <a:close/>
                  <a:moveTo>
                    <a:pt x="60004" y="323860"/>
                  </a:moveTo>
                  <a:lnTo>
                    <a:pt x="61287" y="350530"/>
                  </a:lnTo>
                  <a:lnTo>
                    <a:pt x="61287" y="323860"/>
                  </a:lnTo>
                  <a:close/>
                  <a:moveTo>
                    <a:pt x="60004" y="323860"/>
                  </a:moveTo>
                  <a:lnTo>
                    <a:pt x="45757" y="350530"/>
                  </a:lnTo>
                  <a:lnTo>
                    <a:pt x="61287" y="350530"/>
                  </a:lnTo>
                  <a:close/>
                  <a:moveTo>
                    <a:pt x="309413" y="350530"/>
                  </a:moveTo>
                  <a:lnTo>
                    <a:pt x="314202" y="323860"/>
                  </a:lnTo>
                  <a:lnTo>
                    <a:pt x="291091" y="323860"/>
                  </a:lnTo>
                  <a:close/>
                  <a:moveTo>
                    <a:pt x="64300" y="297189"/>
                  </a:moveTo>
                  <a:lnTo>
                    <a:pt x="61287" y="323860"/>
                  </a:lnTo>
                  <a:lnTo>
                    <a:pt x="80198" y="323860"/>
                  </a:lnTo>
                  <a:close/>
                  <a:moveTo>
                    <a:pt x="314202" y="323860"/>
                  </a:moveTo>
                  <a:lnTo>
                    <a:pt x="314202" y="299446"/>
                  </a:lnTo>
                  <a:lnTo>
                    <a:pt x="291091" y="323860"/>
                  </a:lnTo>
                  <a:close/>
                  <a:moveTo>
                    <a:pt x="291091" y="323860"/>
                  </a:moveTo>
                  <a:lnTo>
                    <a:pt x="314202" y="299446"/>
                  </a:lnTo>
                  <a:lnTo>
                    <a:pt x="314123" y="297189"/>
                  </a:lnTo>
                  <a:close/>
                  <a:moveTo>
                    <a:pt x="61287" y="270518"/>
                  </a:moveTo>
                  <a:lnTo>
                    <a:pt x="61287" y="276736"/>
                  </a:lnTo>
                  <a:lnTo>
                    <a:pt x="77198" y="270518"/>
                  </a:lnTo>
                  <a:close/>
                  <a:moveTo>
                    <a:pt x="77198" y="270518"/>
                  </a:moveTo>
                  <a:lnTo>
                    <a:pt x="61287" y="276736"/>
                  </a:lnTo>
                  <a:lnTo>
                    <a:pt x="64300" y="297189"/>
                  </a:lnTo>
                  <a:close/>
                  <a:moveTo>
                    <a:pt x="291167" y="297189"/>
                  </a:moveTo>
                  <a:lnTo>
                    <a:pt x="314123" y="297189"/>
                  </a:lnTo>
                  <a:lnTo>
                    <a:pt x="309367" y="270518"/>
                  </a:lnTo>
                  <a:close/>
                  <a:moveTo>
                    <a:pt x="51783" y="243848"/>
                  </a:moveTo>
                  <a:lnTo>
                    <a:pt x="61287" y="270518"/>
                  </a:lnTo>
                  <a:lnTo>
                    <a:pt x="61287" y="243848"/>
                  </a:lnTo>
                  <a:close/>
                  <a:moveTo>
                    <a:pt x="288515" y="270518"/>
                  </a:moveTo>
                  <a:lnTo>
                    <a:pt x="309367" y="270518"/>
                  </a:lnTo>
                  <a:lnTo>
                    <a:pt x="305139" y="243848"/>
                  </a:lnTo>
                  <a:close/>
                  <a:moveTo>
                    <a:pt x="45728" y="217177"/>
                  </a:moveTo>
                  <a:lnTo>
                    <a:pt x="51783" y="243848"/>
                  </a:lnTo>
                  <a:lnTo>
                    <a:pt x="59264" y="217177"/>
                  </a:lnTo>
                  <a:close/>
                  <a:moveTo>
                    <a:pt x="287161" y="243848"/>
                  </a:moveTo>
                  <a:lnTo>
                    <a:pt x="305139" y="243848"/>
                  </a:lnTo>
                  <a:lnTo>
                    <a:pt x="304404" y="217177"/>
                  </a:lnTo>
                  <a:close/>
                  <a:moveTo>
                    <a:pt x="45811" y="190506"/>
                  </a:moveTo>
                  <a:lnTo>
                    <a:pt x="45728" y="217177"/>
                  </a:lnTo>
                  <a:lnTo>
                    <a:pt x="59264" y="217177"/>
                  </a:lnTo>
                  <a:close/>
                  <a:moveTo>
                    <a:pt x="288840" y="217177"/>
                  </a:moveTo>
                  <a:lnTo>
                    <a:pt x="304404" y="217177"/>
                  </a:lnTo>
                  <a:lnTo>
                    <a:pt x="307911" y="190506"/>
                  </a:lnTo>
                  <a:close/>
                  <a:moveTo>
                    <a:pt x="45811" y="190506"/>
                  </a:moveTo>
                  <a:lnTo>
                    <a:pt x="58820" y="190506"/>
                  </a:lnTo>
                  <a:lnTo>
                    <a:pt x="53244" y="163836"/>
                  </a:lnTo>
                  <a:close/>
                  <a:moveTo>
                    <a:pt x="307911" y="190506"/>
                  </a:moveTo>
                  <a:lnTo>
                    <a:pt x="314202" y="163836"/>
                  </a:lnTo>
                  <a:lnTo>
                    <a:pt x="301049" y="163836"/>
                  </a:lnTo>
                  <a:close/>
                  <a:moveTo>
                    <a:pt x="61287" y="147979"/>
                  </a:moveTo>
                  <a:lnTo>
                    <a:pt x="53244" y="163836"/>
                  </a:lnTo>
                  <a:lnTo>
                    <a:pt x="61287" y="163836"/>
                  </a:lnTo>
                  <a:close/>
                  <a:moveTo>
                    <a:pt x="61287" y="147979"/>
                  </a:moveTo>
                  <a:lnTo>
                    <a:pt x="61287" y="163836"/>
                  </a:lnTo>
                  <a:lnTo>
                    <a:pt x="66635" y="137165"/>
                  </a:lnTo>
                  <a:close/>
                  <a:moveTo>
                    <a:pt x="314202" y="137165"/>
                  </a:moveTo>
                  <a:lnTo>
                    <a:pt x="316291" y="163836"/>
                  </a:lnTo>
                  <a:lnTo>
                    <a:pt x="329380" y="137165"/>
                  </a:lnTo>
                  <a:close/>
                  <a:moveTo>
                    <a:pt x="314202" y="137165"/>
                  </a:moveTo>
                  <a:lnTo>
                    <a:pt x="314202" y="163836"/>
                  </a:lnTo>
                  <a:lnTo>
                    <a:pt x="316291" y="163836"/>
                  </a:lnTo>
                  <a:close/>
                  <a:moveTo>
                    <a:pt x="81578" y="110494"/>
                  </a:moveTo>
                  <a:lnTo>
                    <a:pt x="66635" y="137165"/>
                  </a:lnTo>
                  <a:lnTo>
                    <a:pt x="80529" y="137165"/>
                  </a:lnTo>
                  <a:close/>
                  <a:moveTo>
                    <a:pt x="341135" y="110494"/>
                  </a:moveTo>
                  <a:lnTo>
                    <a:pt x="323960" y="110494"/>
                  </a:lnTo>
                  <a:lnTo>
                    <a:pt x="329380" y="137165"/>
                  </a:lnTo>
                  <a:close/>
                  <a:moveTo>
                    <a:pt x="96989" y="83824"/>
                  </a:moveTo>
                  <a:lnTo>
                    <a:pt x="97418" y="110477"/>
                  </a:lnTo>
                  <a:lnTo>
                    <a:pt x="97418" y="83824"/>
                  </a:lnTo>
                  <a:close/>
                  <a:moveTo>
                    <a:pt x="81578" y="110494"/>
                  </a:moveTo>
                  <a:lnTo>
                    <a:pt x="97408" y="110494"/>
                  </a:lnTo>
                  <a:lnTo>
                    <a:pt x="96989" y="83824"/>
                  </a:lnTo>
                  <a:close/>
                  <a:moveTo>
                    <a:pt x="323960" y="110494"/>
                  </a:moveTo>
                  <a:lnTo>
                    <a:pt x="341135" y="110494"/>
                  </a:lnTo>
                  <a:lnTo>
                    <a:pt x="346616" y="83824"/>
                  </a:lnTo>
                  <a:close/>
                  <a:moveTo>
                    <a:pt x="113426" y="57153"/>
                  </a:moveTo>
                  <a:lnTo>
                    <a:pt x="97418" y="83824"/>
                  </a:lnTo>
                  <a:lnTo>
                    <a:pt x="113724" y="83824"/>
                  </a:lnTo>
                  <a:close/>
                  <a:moveTo>
                    <a:pt x="329072" y="83824"/>
                  </a:moveTo>
                  <a:lnTo>
                    <a:pt x="346616" y="83824"/>
                  </a:lnTo>
                  <a:lnTo>
                    <a:pt x="341956" y="57153"/>
                  </a:lnTo>
                  <a:close/>
                  <a:moveTo>
                    <a:pt x="133549" y="55769"/>
                  </a:moveTo>
                  <a:lnTo>
                    <a:pt x="133549" y="35149"/>
                  </a:lnTo>
                  <a:lnTo>
                    <a:pt x="113426" y="57153"/>
                  </a:lnTo>
                  <a:close/>
                  <a:moveTo>
                    <a:pt x="133549" y="35149"/>
                  </a:moveTo>
                  <a:lnTo>
                    <a:pt x="133549" y="55769"/>
                  </a:lnTo>
                  <a:lnTo>
                    <a:pt x="139116" y="30482"/>
                  </a:lnTo>
                  <a:close/>
                  <a:moveTo>
                    <a:pt x="322493" y="30482"/>
                  </a:moveTo>
                  <a:lnTo>
                    <a:pt x="314202" y="30482"/>
                  </a:lnTo>
                  <a:lnTo>
                    <a:pt x="322752" y="57153"/>
                  </a:lnTo>
                  <a:close/>
                  <a:moveTo>
                    <a:pt x="341956" y="57153"/>
                  </a:moveTo>
                  <a:lnTo>
                    <a:pt x="322493" y="30482"/>
                  </a:lnTo>
                  <a:lnTo>
                    <a:pt x="322752" y="57153"/>
                  </a:lnTo>
                  <a:close/>
                  <a:moveTo>
                    <a:pt x="169679" y="27127"/>
                  </a:moveTo>
                  <a:lnTo>
                    <a:pt x="169679" y="12312"/>
                  </a:lnTo>
                  <a:lnTo>
                    <a:pt x="139116" y="30482"/>
                  </a:lnTo>
                  <a:close/>
                  <a:moveTo>
                    <a:pt x="205810" y="3811"/>
                  </a:moveTo>
                  <a:lnTo>
                    <a:pt x="198593" y="3811"/>
                  </a:lnTo>
                  <a:lnTo>
                    <a:pt x="205810" y="15061"/>
                  </a:lnTo>
                  <a:close/>
                  <a:moveTo>
                    <a:pt x="205810" y="15061"/>
                  </a:moveTo>
                  <a:lnTo>
                    <a:pt x="198593" y="3811"/>
                  </a:lnTo>
                  <a:lnTo>
                    <a:pt x="169679" y="12312"/>
                  </a:lnTo>
                  <a:close/>
                  <a:moveTo>
                    <a:pt x="263616" y="3811"/>
                  </a:moveTo>
                  <a:lnTo>
                    <a:pt x="241941" y="3811"/>
                  </a:lnTo>
                  <a:lnTo>
                    <a:pt x="278071" y="6558"/>
                  </a:lnTo>
                  <a:close/>
                  <a:moveTo>
                    <a:pt x="278071" y="6558"/>
                  </a:moveTo>
                  <a:lnTo>
                    <a:pt x="241941" y="3811"/>
                  </a:lnTo>
                  <a:lnTo>
                    <a:pt x="241941" y="13109"/>
                  </a:lnTo>
                  <a:close/>
                  <a:moveTo>
                    <a:pt x="314202" y="24098"/>
                  </a:moveTo>
                  <a:lnTo>
                    <a:pt x="296325" y="30482"/>
                  </a:lnTo>
                  <a:lnTo>
                    <a:pt x="314202" y="30482"/>
                  </a:lnTo>
                  <a:close/>
                  <a:moveTo>
                    <a:pt x="278071" y="6558"/>
                  </a:moveTo>
                  <a:lnTo>
                    <a:pt x="278071" y="20992"/>
                  </a:lnTo>
                  <a:lnTo>
                    <a:pt x="314202" y="24098"/>
                  </a:lnTo>
                  <a:close/>
                  <a:moveTo>
                    <a:pt x="314202" y="30482"/>
                  </a:moveTo>
                  <a:lnTo>
                    <a:pt x="322493" y="30482"/>
                  </a:lnTo>
                  <a:lnTo>
                    <a:pt x="314202" y="24098"/>
                  </a:lnTo>
                  <a:close/>
                  <a:moveTo>
                    <a:pt x="205810" y="1862"/>
                  </a:moveTo>
                  <a:lnTo>
                    <a:pt x="198593" y="3811"/>
                  </a:lnTo>
                  <a:lnTo>
                    <a:pt x="205810" y="3811"/>
                  </a:lnTo>
                  <a:close/>
                  <a:moveTo>
                    <a:pt x="205810" y="3811"/>
                  </a:moveTo>
                  <a:lnTo>
                    <a:pt x="241941" y="0"/>
                  </a:lnTo>
                  <a:lnTo>
                    <a:pt x="205810" y="1862"/>
                  </a:lnTo>
                  <a:close/>
                  <a:moveTo>
                    <a:pt x="205810" y="3811"/>
                  </a:moveTo>
                  <a:lnTo>
                    <a:pt x="241941" y="3811"/>
                  </a:lnTo>
                  <a:lnTo>
                    <a:pt x="241941" y="0"/>
                  </a:lnTo>
                  <a:close/>
                  <a:moveTo>
                    <a:pt x="241941" y="3811"/>
                  </a:moveTo>
                  <a:lnTo>
                    <a:pt x="263616" y="3811"/>
                  </a:lnTo>
                  <a:lnTo>
                    <a:pt x="241941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4014" name="Match_B1__4013">
              <a:extLst>
                <a:ext uri="{FF2B5EF4-FFF2-40B4-BE49-F238E27FC236}">
                  <a16:creationId xmlns:a16="http://schemas.microsoft.com/office/drawing/2014/main" id="{C8A6B818-87F9-DA47-2C1D-53FBCFC51367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5586"/>
              <a:ext cx="346616" cy="515684"/>
            </a:xfrm>
            <a:custGeom>
              <a:avLst/>
              <a:gdLst/>
              <a:ahLst/>
              <a:cxnLst/>
              <a:rect l="0" t="0" r="0" b="0"/>
              <a:pathLst>
                <a:path w="346616" h="515684">
                  <a:moveTo>
                    <a:pt x="25157" y="480073"/>
                  </a:moveTo>
                  <a:lnTo>
                    <a:pt x="25157" y="485964"/>
                  </a:lnTo>
                  <a:lnTo>
                    <a:pt x="33679" y="480073"/>
                  </a:lnTo>
                  <a:close/>
                  <a:moveTo>
                    <a:pt x="33679" y="480073"/>
                  </a:moveTo>
                  <a:lnTo>
                    <a:pt x="60628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5603" y="506743"/>
                  </a:lnTo>
                  <a:lnTo>
                    <a:pt x="61287" y="507038"/>
                  </a:lnTo>
                  <a:close/>
                  <a:moveTo>
                    <a:pt x="61287" y="506743"/>
                  </a:moveTo>
                  <a:lnTo>
                    <a:pt x="95603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7418" y="515684"/>
                  </a:lnTo>
                  <a:lnTo>
                    <a:pt x="133549" y="507497"/>
                  </a:lnTo>
                  <a:close/>
                  <a:moveTo>
                    <a:pt x="133549" y="507497"/>
                  </a:moveTo>
                  <a:lnTo>
                    <a:pt x="169679" y="506743"/>
                  </a:lnTo>
                  <a:lnTo>
                    <a:pt x="136943" y="506743"/>
                  </a:lnTo>
                  <a:close/>
                  <a:moveTo>
                    <a:pt x="169679" y="498826"/>
                  </a:moveTo>
                  <a:lnTo>
                    <a:pt x="205810" y="490592"/>
                  </a:lnTo>
                  <a:lnTo>
                    <a:pt x="205810" y="480073"/>
                  </a:lnTo>
                  <a:close/>
                  <a:moveTo>
                    <a:pt x="136943" y="506743"/>
                  </a:moveTo>
                  <a:lnTo>
                    <a:pt x="169679" y="506743"/>
                  </a:lnTo>
                  <a:lnTo>
                    <a:pt x="169679" y="498826"/>
                  </a:lnTo>
                  <a:close/>
                  <a:moveTo>
                    <a:pt x="14614" y="453402"/>
                  </a:moveTo>
                  <a:lnTo>
                    <a:pt x="25157" y="480073"/>
                  </a:lnTo>
                  <a:lnTo>
                    <a:pt x="25157" y="469833"/>
                  </a:lnTo>
                  <a:close/>
                  <a:moveTo>
                    <a:pt x="18432" y="480073"/>
                  </a:moveTo>
                  <a:lnTo>
                    <a:pt x="25157" y="480073"/>
                  </a:lnTo>
                  <a:lnTo>
                    <a:pt x="14614" y="453402"/>
                  </a:lnTo>
                  <a:close/>
                  <a:moveTo>
                    <a:pt x="25157" y="480073"/>
                  </a:moveTo>
                  <a:lnTo>
                    <a:pt x="33679" y="480073"/>
                  </a:lnTo>
                  <a:lnTo>
                    <a:pt x="25157" y="469833"/>
                  </a:lnTo>
                  <a:close/>
                  <a:moveTo>
                    <a:pt x="205810" y="478533"/>
                  </a:moveTo>
                  <a:lnTo>
                    <a:pt x="241941" y="453402"/>
                  </a:lnTo>
                  <a:lnTo>
                    <a:pt x="229496" y="453402"/>
                  </a:lnTo>
                  <a:close/>
                  <a:moveTo>
                    <a:pt x="205810" y="480073"/>
                  </a:moveTo>
                  <a:lnTo>
                    <a:pt x="241941" y="456502"/>
                  </a:lnTo>
                  <a:lnTo>
                    <a:pt x="205810" y="478533"/>
                  </a:lnTo>
                  <a:close/>
                  <a:moveTo>
                    <a:pt x="0" y="426731"/>
                  </a:moveTo>
                  <a:lnTo>
                    <a:pt x="14614" y="453402"/>
                  </a:lnTo>
                  <a:lnTo>
                    <a:pt x="12187" y="426731"/>
                  </a:lnTo>
                  <a:close/>
                  <a:moveTo>
                    <a:pt x="245933" y="426731"/>
                  </a:moveTo>
                  <a:lnTo>
                    <a:pt x="241941" y="433261"/>
                  </a:lnTo>
                  <a:lnTo>
                    <a:pt x="244583" y="453402"/>
                  </a:lnTo>
                  <a:close/>
                  <a:moveTo>
                    <a:pt x="229496" y="453402"/>
                  </a:moveTo>
                  <a:lnTo>
                    <a:pt x="241941" y="453402"/>
                  </a:lnTo>
                  <a:lnTo>
                    <a:pt x="241941" y="433261"/>
                  </a:lnTo>
                  <a:close/>
                  <a:moveTo>
                    <a:pt x="8729" y="400060"/>
                  </a:moveTo>
                  <a:lnTo>
                    <a:pt x="12187" y="426731"/>
                  </a:lnTo>
                  <a:lnTo>
                    <a:pt x="22420" y="400060"/>
                  </a:lnTo>
                  <a:close/>
                  <a:moveTo>
                    <a:pt x="263051" y="426731"/>
                  </a:moveTo>
                  <a:lnTo>
                    <a:pt x="259701" y="400060"/>
                  </a:lnTo>
                  <a:lnTo>
                    <a:pt x="245933" y="426731"/>
                  </a:lnTo>
                  <a:close/>
                  <a:moveTo>
                    <a:pt x="25157" y="396282"/>
                  </a:moveTo>
                  <a:lnTo>
                    <a:pt x="8729" y="400060"/>
                  </a:lnTo>
                  <a:lnTo>
                    <a:pt x="22420" y="400060"/>
                  </a:lnTo>
                  <a:close/>
                  <a:moveTo>
                    <a:pt x="25157" y="396282"/>
                  </a:moveTo>
                  <a:lnTo>
                    <a:pt x="42481" y="373390"/>
                  </a:lnTo>
                  <a:lnTo>
                    <a:pt x="26612" y="373390"/>
                  </a:lnTo>
                  <a:close/>
                  <a:moveTo>
                    <a:pt x="278071" y="400060"/>
                  </a:moveTo>
                  <a:lnTo>
                    <a:pt x="278071" y="373390"/>
                  </a:lnTo>
                  <a:lnTo>
                    <a:pt x="259701" y="400060"/>
                  </a:lnTo>
                  <a:close/>
                  <a:moveTo>
                    <a:pt x="45757" y="346719"/>
                  </a:moveTo>
                  <a:lnTo>
                    <a:pt x="61287" y="351232"/>
                  </a:lnTo>
                  <a:lnTo>
                    <a:pt x="61287" y="346719"/>
                  </a:lnTo>
                  <a:close/>
                  <a:moveTo>
                    <a:pt x="42481" y="373390"/>
                  </a:moveTo>
                  <a:lnTo>
                    <a:pt x="61287" y="351232"/>
                  </a:lnTo>
                  <a:lnTo>
                    <a:pt x="45757" y="346719"/>
                  </a:lnTo>
                  <a:close/>
                  <a:moveTo>
                    <a:pt x="297046" y="373390"/>
                  </a:moveTo>
                  <a:lnTo>
                    <a:pt x="278071" y="362818"/>
                  </a:lnTo>
                  <a:lnTo>
                    <a:pt x="278071" y="373390"/>
                  </a:lnTo>
                  <a:close/>
                  <a:moveTo>
                    <a:pt x="285133" y="346719"/>
                  </a:moveTo>
                  <a:lnTo>
                    <a:pt x="278071" y="362818"/>
                  </a:lnTo>
                  <a:lnTo>
                    <a:pt x="297046" y="373390"/>
                  </a:lnTo>
                  <a:close/>
                  <a:moveTo>
                    <a:pt x="80198" y="320048"/>
                  </a:moveTo>
                  <a:lnTo>
                    <a:pt x="61287" y="320048"/>
                  </a:lnTo>
                  <a:lnTo>
                    <a:pt x="61287" y="346719"/>
                  </a:lnTo>
                  <a:close/>
                  <a:moveTo>
                    <a:pt x="309413" y="346719"/>
                  </a:moveTo>
                  <a:lnTo>
                    <a:pt x="291091" y="320048"/>
                  </a:lnTo>
                  <a:lnTo>
                    <a:pt x="285133" y="346719"/>
                  </a:lnTo>
                  <a:close/>
                  <a:moveTo>
                    <a:pt x="64300" y="293378"/>
                  </a:moveTo>
                  <a:lnTo>
                    <a:pt x="80198" y="320048"/>
                  </a:lnTo>
                  <a:lnTo>
                    <a:pt x="83572" y="293378"/>
                  </a:lnTo>
                  <a:close/>
                  <a:moveTo>
                    <a:pt x="291091" y="320048"/>
                  </a:moveTo>
                  <a:lnTo>
                    <a:pt x="314123" y="293378"/>
                  </a:lnTo>
                  <a:lnTo>
                    <a:pt x="291167" y="293378"/>
                  </a:lnTo>
                  <a:close/>
                  <a:moveTo>
                    <a:pt x="77198" y="266707"/>
                  </a:moveTo>
                  <a:lnTo>
                    <a:pt x="64300" y="293378"/>
                  </a:lnTo>
                  <a:lnTo>
                    <a:pt x="83572" y="293378"/>
                  </a:lnTo>
                  <a:close/>
                  <a:moveTo>
                    <a:pt x="288515" y="266707"/>
                  </a:moveTo>
                  <a:lnTo>
                    <a:pt x="291167" y="293378"/>
                  </a:lnTo>
                  <a:lnTo>
                    <a:pt x="309367" y="266707"/>
                  </a:lnTo>
                  <a:close/>
                  <a:moveTo>
                    <a:pt x="77198" y="266707"/>
                  </a:moveTo>
                  <a:lnTo>
                    <a:pt x="66852" y="240036"/>
                  </a:lnTo>
                  <a:lnTo>
                    <a:pt x="61287" y="266707"/>
                  </a:lnTo>
                  <a:close/>
                  <a:moveTo>
                    <a:pt x="66852" y="240036"/>
                  </a:moveTo>
                  <a:lnTo>
                    <a:pt x="61287" y="240036"/>
                  </a:lnTo>
                  <a:lnTo>
                    <a:pt x="61287" y="266707"/>
                  </a:lnTo>
                  <a:close/>
                  <a:moveTo>
                    <a:pt x="287161" y="240036"/>
                  </a:moveTo>
                  <a:lnTo>
                    <a:pt x="288515" y="266707"/>
                  </a:lnTo>
                  <a:lnTo>
                    <a:pt x="305139" y="240036"/>
                  </a:lnTo>
                  <a:close/>
                  <a:moveTo>
                    <a:pt x="59264" y="213366"/>
                  </a:moveTo>
                  <a:lnTo>
                    <a:pt x="61287" y="240036"/>
                  </a:lnTo>
                  <a:lnTo>
                    <a:pt x="61287" y="220359"/>
                  </a:lnTo>
                  <a:close/>
                  <a:moveTo>
                    <a:pt x="51783" y="240036"/>
                  </a:moveTo>
                  <a:lnTo>
                    <a:pt x="61287" y="240036"/>
                  </a:lnTo>
                  <a:lnTo>
                    <a:pt x="59264" y="213366"/>
                  </a:lnTo>
                  <a:close/>
                  <a:moveTo>
                    <a:pt x="61287" y="240036"/>
                  </a:moveTo>
                  <a:lnTo>
                    <a:pt x="66852" y="240036"/>
                  </a:lnTo>
                  <a:lnTo>
                    <a:pt x="61287" y="220359"/>
                  </a:lnTo>
                  <a:close/>
                  <a:moveTo>
                    <a:pt x="288840" y="213366"/>
                  </a:moveTo>
                  <a:lnTo>
                    <a:pt x="287161" y="240036"/>
                  </a:lnTo>
                  <a:lnTo>
                    <a:pt x="304404" y="213366"/>
                  </a:lnTo>
                  <a:close/>
                  <a:moveTo>
                    <a:pt x="45811" y="186695"/>
                  </a:moveTo>
                  <a:lnTo>
                    <a:pt x="59264" y="213366"/>
                  </a:lnTo>
                  <a:lnTo>
                    <a:pt x="58820" y="186695"/>
                  </a:lnTo>
                  <a:close/>
                  <a:moveTo>
                    <a:pt x="293383" y="186695"/>
                  </a:moveTo>
                  <a:lnTo>
                    <a:pt x="288840" y="213366"/>
                  </a:lnTo>
                  <a:lnTo>
                    <a:pt x="307911" y="186695"/>
                  </a:lnTo>
                  <a:close/>
                  <a:moveTo>
                    <a:pt x="53244" y="160024"/>
                  </a:moveTo>
                  <a:lnTo>
                    <a:pt x="61287" y="178414"/>
                  </a:lnTo>
                  <a:lnTo>
                    <a:pt x="61287" y="160024"/>
                  </a:lnTo>
                  <a:close/>
                  <a:moveTo>
                    <a:pt x="58820" y="186695"/>
                  </a:moveTo>
                  <a:lnTo>
                    <a:pt x="61287" y="178414"/>
                  </a:lnTo>
                  <a:lnTo>
                    <a:pt x="53244" y="160024"/>
                  </a:lnTo>
                  <a:close/>
                  <a:moveTo>
                    <a:pt x="307911" y="186695"/>
                  </a:moveTo>
                  <a:lnTo>
                    <a:pt x="301049" y="160024"/>
                  </a:lnTo>
                  <a:lnTo>
                    <a:pt x="293383" y="186695"/>
                  </a:lnTo>
                  <a:close/>
                  <a:moveTo>
                    <a:pt x="66635" y="133354"/>
                  </a:moveTo>
                  <a:lnTo>
                    <a:pt x="61287" y="160024"/>
                  </a:lnTo>
                  <a:lnTo>
                    <a:pt x="66582" y="160024"/>
                  </a:lnTo>
                  <a:close/>
                  <a:moveTo>
                    <a:pt x="66635" y="133354"/>
                  </a:moveTo>
                  <a:lnTo>
                    <a:pt x="66582" y="160024"/>
                  </a:lnTo>
                  <a:lnTo>
                    <a:pt x="80529" y="133354"/>
                  </a:lnTo>
                  <a:close/>
                  <a:moveTo>
                    <a:pt x="61287" y="160024"/>
                  </a:moveTo>
                  <a:lnTo>
                    <a:pt x="61287" y="178414"/>
                  </a:lnTo>
                  <a:lnTo>
                    <a:pt x="66582" y="160024"/>
                  </a:lnTo>
                  <a:close/>
                  <a:moveTo>
                    <a:pt x="314202" y="160024"/>
                  </a:moveTo>
                  <a:lnTo>
                    <a:pt x="314202" y="133354"/>
                  </a:lnTo>
                  <a:lnTo>
                    <a:pt x="301049" y="160024"/>
                  </a:lnTo>
                  <a:close/>
                  <a:moveTo>
                    <a:pt x="81578" y="106683"/>
                  </a:moveTo>
                  <a:lnTo>
                    <a:pt x="80529" y="133354"/>
                  </a:lnTo>
                  <a:lnTo>
                    <a:pt x="97408" y="106683"/>
                  </a:lnTo>
                  <a:close/>
                  <a:moveTo>
                    <a:pt x="329380" y="133354"/>
                  </a:moveTo>
                  <a:lnTo>
                    <a:pt x="314202" y="128660"/>
                  </a:lnTo>
                  <a:lnTo>
                    <a:pt x="314202" y="133354"/>
                  </a:lnTo>
                  <a:close/>
                  <a:moveTo>
                    <a:pt x="323960" y="106683"/>
                  </a:moveTo>
                  <a:lnTo>
                    <a:pt x="314202" y="128660"/>
                  </a:lnTo>
                  <a:lnTo>
                    <a:pt x="329380" y="133354"/>
                  </a:lnTo>
                  <a:close/>
                  <a:moveTo>
                    <a:pt x="97408" y="106683"/>
                  </a:moveTo>
                  <a:lnTo>
                    <a:pt x="97418" y="106666"/>
                  </a:lnTo>
                  <a:lnTo>
                    <a:pt x="96989" y="80012"/>
                  </a:lnTo>
                  <a:close/>
                  <a:moveTo>
                    <a:pt x="329072" y="80012"/>
                  </a:moveTo>
                  <a:lnTo>
                    <a:pt x="323960" y="106683"/>
                  </a:lnTo>
                  <a:lnTo>
                    <a:pt x="346616" y="80012"/>
                  </a:lnTo>
                  <a:close/>
                  <a:moveTo>
                    <a:pt x="113426" y="53341"/>
                  </a:moveTo>
                  <a:lnTo>
                    <a:pt x="113724" y="80012"/>
                  </a:lnTo>
                  <a:lnTo>
                    <a:pt x="132272" y="53341"/>
                  </a:lnTo>
                  <a:close/>
                  <a:moveTo>
                    <a:pt x="97418" y="80012"/>
                  </a:moveTo>
                  <a:lnTo>
                    <a:pt x="97418" y="106666"/>
                  </a:lnTo>
                  <a:lnTo>
                    <a:pt x="113724" y="80012"/>
                  </a:lnTo>
                  <a:close/>
                  <a:moveTo>
                    <a:pt x="322752" y="53341"/>
                  </a:moveTo>
                  <a:lnTo>
                    <a:pt x="329072" y="80012"/>
                  </a:lnTo>
                  <a:lnTo>
                    <a:pt x="341956" y="53341"/>
                  </a:lnTo>
                  <a:close/>
                  <a:moveTo>
                    <a:pt x="133549" y="51958"/>
                  </a:moveTo>
                  <a:lnTo>
                    <a:pt x="113426" y="53341"/>
                  </a:lnTo>
                  <a:lnTo>
                    <a:pt x="132272" y="53341"/>
                  </a:lnTo>
                  <a:close/>
                  <a:moveTo>
                    <a:pt x="133549" y="51958"/>
                  </a:moveTo>
                  <a:lnTo>
                    <a:pt x="164021" y="26671"/>
                  </a:lnTo>
                  <a:lnTo>
                    <a:pt x="139116" y="26671"/>
                  </a:lnTo>
                  <a:close/>
                  <a:moveTo>
                    <a:pt x="322752" y="53341"/>
                  </a:moveTo>
                  <a:lnTo>
                    <a:pt x="314202" y="26671"/>
                  </a:lnTo>
                  <a:lnTo>
                    <a:pt x="314202" y="42453"/>
                  </a:lnTo>
                  <a:close/>
                  <a:moveTo>
                    <a:pt x="169679" y="23316"/>
                  </a:moveTo>
                  <a:lnTo>
                    <a:pt x="139116" y="26671"/>
                  </a:lnTo>
                  <a:lnTo>
                    <a:pt x="164021" y="26671"/>
                  </a:lnTo>
                  <a:close/>
                  <a:moveTo>
                    <a:pt x="205810" y="11250"/>
                  </a:moveTo>
                  <a:lnTo>
                    <a:pt x="169679" y="8500"/>
                  </a:lnTo>
                  <a:lnTo>
                    <a:pt x="169679" y="23316"/>
                  </a:lnTo>
                  <a:close/>
                  <a:moveTo>
                    <a:pt x="278071" y="2746"/>
                  </a:moveTo>
                  <a:lnTo>
                    <a:pt x="241941" y="9297"/>
                  </a:lnTo>
                  <a:lnTo>
                    <a:pt x="278071" y="17180"/>
                  </a:lnTo>
                  <a:close/>
                  <a:moveTo>
                    <a:pt x="278071" y="17180"/>
                  </a:moveTo>
                  <a:lnTo>
                    <a:pt x="296325" y="26671"/>
                  </a:lnTo>
                  <a:lnTo>
                    <a:pt x="314202" y="20286"/>
                  </a:lnTo>
                  <a:close/>
                  <a:moveTo>
                    <a:pt x="314202" y="42453"/>
                  </a:moveTo>
                  <a:lnTo>
                    <a:pt x="314202" y="26671"/>
                  </a:lnTo>
                  <a:lnTo>
                    <a:pt x="296325" y="26671"/>
                  </a:lnTo>
                  <a:close/>
                  <a:moveTo>
                    <a:pt x="241941" y="0"/>
                  </a:moveTo>
                  <a:lnTo>
                    <a:pt x="205810" y="0"/>
                  </a:lnTo>
                  <a:lnTo>
                    <a:pt x="241941" y="9297"/>
                  </a:lnTo>
                  <a:close/>
                  <a:moveTo>
                    <a:pt x="205810" y="0"/>
                  </a:moveTo>
                  <a:lnTo>
                    <a:pt x="205810" y="11250"/>
                  </a:lnTo>
                  <a:lnTo>
                    <a:pt x="241941" y="9297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4015" name="Match_B1__4014">
              <a:extLst>
                <a:ext uri="{FF2B5EF4-FFF2-40B4-BE49-F238E27FC236}">
                  <a16:creationId xmlns:a16="http://schemas.microsoft.com/office/drawing/2014/main" id="{50A75EDA-671D-F4B4-81DF-185D6BA521BE}"/>
                </a:ext>
              </a:extLst>
            </p:cNvPr>
            <p:cNvSpPr>
              <a:spLocks noGrp="1"/>
            </p:cNvSpPr>
            <p:nvPr/>
          </p:nvSpPr>
          <p:spPr>
            <a:xfrm>
              <a:off x="8399568" y="1764884"/>
              <a:ext cx="316886" cy="498200"/>
            </a:xfrm>
            <a:custGeom>
              <a:avLst/>
              <a:gdLst/>
              <a:ahLst/>
              <a:cxnLst/>
              <a:rect l="0" t="0" r="0" b="0"/>
              <a:pathLst>
                <a:path w="316886" h="498200">
                  <a:moveTo>
                    <a:pt x="157493" y="489529"/>
                  </a:moveTo>
                  <a:lnTo>
                    <a:pt x="193623" y="470775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70775"/>
                  </a:lnTo>
                  <a:lnTo>
                    <a:pt x="193623" y="469235"/>
                  </a:lnTo>
                  <a:close/>
                  <a:moveTo>
                    <a:pt x="265885" y="364093"/>
                  </a:moveTo>
                  <a:lnTo>
                    <a:pt x="261111" y="364093"/>
                  </a:lnTo>
                  <a:lnTo>
                    <a:pt x="247514" y="390763"/>
                  </a:lnTo>
                  <a:close/>
                  <a:moveTo>
                    <a:pt x="261111" y="364093"/>
                  </a:moveTo>
                  <a:lnTo>
                    <a:pt x="265885" y="364093"/>
                  </a:lnTo>
                  <a:lnTo>
                    <a:pt x="265885" y="353521"/>
                  </a:lnTo>
                  <a:close/>
                  <a:moveTo>
                    <a:pt x="53059" y="337422"/>
                  </a:moveTo>
                  <a:lnTo>
                    <a:pt x="68012" y="310751"/>
                  </a:lnTo>
                  <a:lnTo>
                    <a:pt x="49101" y="337422"/>
                  </a:lnTo>
                  <a:close/>
                  <a:moveTo>
                    <a:pt x="49101" y="337422"/>
                  </a:moveTo>
                  <a:lnTo>
                    <a:pt x="49101" y="341935"/>
                  </a:lnTo>
                  <a:lnTo>
                    <a:pt x="53059" y="337422"/>
                  </a:lnTo>
                  <a:close/>
                  <a:moveTo>
                    <a:pt x="302015" y="124056"/>
                  </a:moveTo>
                  <a:lnTo>
                    <a:pt x="300023" y="124056"/>
                  </a:lnTo>
                  <a:lnTo>
                    <a:pt x="288862" y="150727"/>
                  </a:lnTo>
                  <a:close/>
                  <a:moveTo>
                    <a:pt x="300023" y="124056"/>
                  </a:moveTo>
                  <a:lnTo>
                    <a:pt x="302015" y="124056"/>
                  </a:lnTo>
                  <a:lnTo>
                    <a:pt x="302015" y="119363"/>
                  </a:lnTo>
                  <a:close/>
                  <a:moveTo>
                    <a:pt x="83416" y="497446"/>
                  </a:moveTo>
                  <a:lnTo>
                    <a:pt x="85231" y="497881"/>
                  </a:lnTo>
                  <a:lnTo>
                    <a:pt x="85231" y="497446"/>
                  </a:lnTo>
                  <a:close/>
                  <a:moveTo>
                    <a:pt x="49101" y="487912"/>
                  </a:moveTo>
                  <a:lnTo>
                    <a:pt x="83416" y="497446"/>
                  </a:lnTo>
                  <a:lnTo>
                    <a:pt x="66060" y="470775"/>
                  </a:lnTo>
                  <a:close/>
                  <a:moveTo>
                    <a:pt x="85231" y="477216"/>
                  </a:moveTo>
                  <a:lnTo>
                    <a:pt x="83416" y="497446"/>
                  </a:lnTo>
                  <a:lnTo>
                    <a:pt x="85231" y="497446"/>
                  </a:lnTo>
                  <a:close/>
                  <a:moveTo>
                    <a:pt x="121362" y="497446"/>
                  </a:moveTo>
                  <a:lnTo>
                    <a:pt x="85231" y="497881"/>
                  </a:lnTo>
                  <a:lnTo>
                    <a:pt x="121362" y="498200"/>
                  </a:lnTo>
                  <a:close/>
                  <a:moveTo>
                    <a:pt x="121362" y="497446"/>
                  </a:moveTo>
                  <a:lnTo>
                    <a:pt x="85231" y="497446"/>
                  </a:lnTo>
                  <a:lnTo>
                    <a:pt x="85231" y="497881"/>
                  </a:lnTo>
                  <a:close/>
                  <a:moveTo>
                    <a:pt x="85231" y="497446"/>
                  </a:moveTo>
                  <a:lnTo>
                    <a:pt x="121362" y="497446"/>
                  </a:lnTo>
                  <a:lnTo>
                    <a:pt x="85231" y="477216"/>
                  </a:lnTo>
                  <a:close/>
                  <a:moveTo>
                    <a:pt x="121362" y="497446"/>
                  </a:moveTo>
                  <a:lnTo>
                    <a:pt x="121362" y="498200"/>
                  </a:lnTo>
                  <a:lnTo>
                    <a:pt x="124757" y="497446"/>
                  </a:lnTo>
                  <a:close/>
                  <a:moveTo>
                    <a:pt x="121362" y="497446"/>
                  </a:moveTo>
                  <a:lnTo>
                    <a:pt x="157493" y="489529"/>
                  </a:lnTo>
                  <a:lnTo>
                    <a:pt x="121362" y="477884"/>
                  </a:lnTo>
                  <a:close/>
                  <a:moveTo>
                    <a:pt x="124757" y="497446"/>
                  </a:moveTo>
                  <a:lnTo>
                    <a:pt x="157493" y="489529"/>
                  </a:lnTo>
                  <a:lnTo>
                    <a:pt x="121362" y="497446"/>
                  </a:lnTo>
                  <a:close/>
                  <a:moveTo>
                    <a:pt x="21492" y="470775"/>
                  </a:moveTo>
                  <a:lnTo>
                    <a:pt x="49101" y="487912"/>
                  </a:lnTo>
                  <a:lnTo>
                    <a:pt x="49101" y="470775"/>
                  </a:lnTo>
                  <a:close/>
                  <a:moveTo>
                    <a:pt x="12970" y="460536"/>
                  </a:moveTo>
                  <a:lnTo>
                    <a:pt x="21492" y="470775"/>
                  </a:lnTo>
                  <a:lnTo>
                    <a:pt x="33623" y="444105"/>
                  </a:lnTo>
                  <a:close/>
                  <a:moveTo>
                    <a:pt x="157493" y="470775"/>
                  </a:moveTo>
                  <a:lnTo>
                    <a:pt x="157493" y="489529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69235"/>
                  </a:lnTo>
                  <a:lnTo>
                    <a:pt x="157493" y="470775"/>
                  </a:lnTo>
                  <a:close/>
                  <a:moveTo>
                    <a:pt x="2428" y="444105"/>
                  </a:moveTo>
                  <a:lnTo>
                    <a:pt x="12970" y="460536"/>
                  </a:lnTo>
                  <a:lnTo>
                    <a:pt x="12970" y="444105"/>
                  </a:lnTo>
                  <a:close/>
                  <a:moveTo>
                    <a:pt x="0" y="417434"/>
                  </a:moveTo>
                  <a:lnTo>
                    <a:pt x="12970" y="444105"/>
                  </a:lnTo>
                  <a:lnTo>
                    <a:pt x="12970" y="417434"/>
                  </a:lnTo>
                  <a:close/>
                  <a:moveTo>
                    <a:pt x="0" y="417434"/>
                  </a:moveTo>
                  <a:lnTo>
                    <a:pt x="2428" y="444105"/>
                  </a:lnTo>
                  <a:lnTo>
                    <a:pt x="12970" y="444105"/>
                  </a:lnTo>
                  <a:close/>
                  <a:moveTo>
                    <a:pt x="193623" y="444105"/>
                  </a:moveTo>
                  <a:lnTo>
                    <a:pt x="193623" y="469235"/>
                  </a:lnTo>
                  <a:lnTo>
                    <a:pt x="217309" y="444105"/>
                  </a:lnTo>
                  <a:close/>
                  <a:moveTo>
                    <a:pt x="217309" y="444105"/>
                  </a:moveTo>
                  <a:lnTo>
                    <a:pt x="229754" y="423963"/>
                  </a:lnTo>
                  <a:lnTo>
                    <a:pt x="193623" y="444105"/>
                  </a:lnTo>
                  <a:close/>
                  <a:moveTo>
                    <a:pt x="10233" y="390763"/>
                  </a:moveTo>
                  <a:lnTo>
                    <a:pt x="12970" y="417434"/>
                  </a:lnTo>
                  <a:lnTo>
                    <a:pt x="12970" y="390763"/>
                  </a:lnTo>
                  <a:close/>
                  <a:moveTo>
                    <a:pt x="10233" y="390763"/>
                  </a:moveTo>
                  <a:lnTo>
                    <a:pt x="0" y="417434"/>
                  </a:lnTo>
                  <a:lnTo>
                    <a:pt x="12970" y="417434"/>
                  </a:lnTo>
                  <a:close/>
                  <a:moveTo>
                    <a:pt x="229754" y="417434"/>
                  </a:moveTo>
                  <a:lnTo>
                    <a:pt x="229754" y="423963"/>
                  </a:lnTo>
                  <a:lnTo>
                    <a:pt x="233747" y="417434"/>
                  </a:lnTo>
                  <a:close/>
                  <a:moveTo>
                    <a:pt x="229754" y="390763"/>
                  </a:moveTo>
                  <a:lnTo>
                    <a:pt x="233747" y="417434"/>
                  </a:lnTo>
                  <a:lnTo>
                    <a:pt x="247514" y="390763"/>
                  </a:lnTo>
                  <a:close/>
                  <a:moveTo>
                    <a:pt x="229754" y="390763"/>
                  </a:moveTo>
                  <a:lnTo>
                    <a:pt x="229754" y="417434"/>
                  </a:lnTo>
                  <a:lnTo>
                    <a:pt x="233747" y="417434"/>
                  </a:lnTo>
                  <a:close/>
                  <a:moveTo>
                    <a:pt x="12970" y="386984"/>
                  </a:moveTo>
                  <a:lnTo>
                    <a:pt x="10233" y="390763"/>
                  </a:lnTo>
                  <a:lnTo>
                    <a:pt x="12970" y="390763"/>
                  </a:lnTo>
                  <a:close/>
                  <a:moveTo>
                    <a:pt x="30294" y="364093"/>
                  </a:moveTo>
                  <a:lnTo>
                    <a:pt x="12970" y="386984"/>
                  </a:lnTo>
                  <a:lnTo>
                    <a:pt x="49101" y="383198"/>
                  </a:lnTo>
                  <a:close/>
                  <a:moveTo>
                    <a:pt x="229754" y="364093"/>
                  </a:moveTo>
                  <a:lnTo>
                    <a:pt x="247514" y="390763"/>
                  </a:lnTo>
                  <a:lnTo>
                    <a:pt x="261111" y="364093"/>
                  </a:lnTo>
                  <a:close/>
                  <a:moveTo>
                    <a:pt x="49101" y="341935"/>
                  </a:moveTo>
                  <a:lnTo>
                    <a:pt x="30294" y="364093"/>
                  </a:lnTo>
                  <a:lnTo>
                    <a:pt x="49101" y="364093"/>
                  </a:lnTo>
                  <a:close/>
                  <a:moveTo>
                    <a:pt x="53059" y="337422"/>
                  </a:moveTo>
                  <a:lnTo>
                    <a:pt x="49101" y="341935"/>
                  </a:lnTo>
                  <a:lnTo>
                    <a:pt x="85231" y="349733"/>
                  </a:lnTo>
                  <a:close/>
                  <a:moveTo>
                    <a:pt x="265885" y="337422"/>
                  </a:moveTo>
                  <a:lnTo>
                    <a:pt x="261111" y="364093"/>
                  </a:lnTo>
                  <a:lnTo>
                    <a:pt x="265885" y="353521"/>
                  </a:lnTo>
                  <a:close/>
                  <a:moveTo>
                    <a:pt x="229754" y="364093"/>
                  </a:moveTo>
                  <a:lnTo>
                    <a:pt x="261111" y="364093"/>
                  </a:lnTo>
                  <a:lnTo>
                    <a:pt x="265885" y="337422"/>
                  </a:lnTo>
                  <a:close/>
                  <a:moveTo>
                    <a:pt x="68012" y="310751"/>
                  </a:moveTo>
                  <a:lnTo>
                    <a:pt x="53059" y="337422"/>
                  </a:lnTo>
                  <a:lnTo>
                    <a:pt x="85231" y="337422"/>
                  </a:lnTo>
                  <a:close/>
                  <a:moveTo>
                    <a:pt x="265885" y="337422"/>
                  </a:moveTo>
                  <a:lnTo>
                    <a:pt x="265885" y="353521"/>
                  </a:lnTo>
                  <a:lnTo>
                    <a:pt x="272946" y="337422"/>
                  </a:lnTo>
                  <a:close/>
                  <a:moveTo>
                    <a:pt x="265885" y="310751"/>
                  </a:moveTo>
                  <a:lnTo>
                    <a:pt x="272946" y="337422"/>
                  </a:lnTo>
                  <a:lnTo>
                    <a:pt x="278904" y="310751"/>
                  </a:lnTo>
                  <a:close/>
                  <a:moveTo>
                    <a:pt x="265885" y="310751"/>
                  </a:moveTo>
                  <a:lnTo>
                    <a:pt x="265885" y="337422"/>
                  </a:lnTo>
                  <a:lnTo>
                    <a:pt x="272946" y="337422"/>
                  </a:lnTo>
                  <a:close/>
                  <a:moveTo>
                    <a:pt x="71385" y="284080"/>
                  </a:moveTo>
                  <a:lnTo>
                    <a:pt x="85231" y="310751"/>
                  </a:lnTo>
                  <a:lnTo>
                    <a:pt x="85231" y="284080"/>
                  </a:lnTo>
                  <a:close/>
                  <a:moveTo>
                    <a:pt x="71385" y="284080"/>
                  </a:moveTo>
                  <a:lnTo>
                    <a:pt x="68012" y="310751"/>
                  </a:lnTo>
                  <a:lnTo>
                    <a:pt x="85231" y="310751"/>
                  </a:lnTo>
                  <a:close/>
                  <a:moveTo>
                    <a:pt x="265885" y="284080"/>
                  </a:moveTo>
                  <a:lnTo>
                    <a:pt x="278904" y="310751"/>
                  </a:lnTo>
                  <a:lnTo>
                    <a:pt x="278981" y="284080"/>
                  </a:lnTo>
                  <a:close/>
                  <a:moveTo>
                    <a:pt x="265885" y="284080"/>
                  </a:moveTo>
                  <a:lnTo>
                    <a:pt x="265885" y="310751"/>
                  </a:lnTo>
                  <a:lnTo>
                    <a:pt x="278904" y="310751"/>
                  </a:lnTo>
                  <a:close/>
                  <a:moveTo>
                    <a:pt x="65011" y="257410"/>
                  </a:moveTo>
                  <a:lnTo>
                    <a:pt x="85231" y="284080"/>
                  </a:lnTo>
                  <a:lnTo>
                    <a:pt x="85231" y="257410"/>
                  </a:lnTo>
                  <a:close/>
                  <a:moveTo>
                    <a:pt x="65011" y="257410"/>
                  </a:moveTo>
                  <a:lnTo>
                    <a:pt x="71385" y="284080"/>
                  </a:lnTo>
                  <a:lnTo>
                    <a:pt x="85231" y="284080"/>
                  </a:lnTo>
                  <a:close/>
                  <a:moveTo>
                    <a:pt x="265885" y="257410"/>
                  </a:moveTo>
                  <a:lnTo>
                    <a:pt x="278981" y="284080"/>
                  </a:lnTo>
                  <a:lnTo>
                    <a:pt x="276329" y="257410"/>
                  </a:lnTo>
                  <a:close/>
                  <a:moveTo>
                    <a:pt x="265885" y="257410"/>
                  </a:moveTo>
                  <a:lnTo>
                    <a:pt x="265885" y="284080"/>
                  </a:lnTo>
                  <a:lnTo>
                    <a:pt x="278981" y="284080"/>
                  </a:lnTo>
                  <a:close/>
                  <a:moveTo>
                    <a:pt x="54666" y="230739"/>
                  </a:moveTo>
                  <a:lnTo>
                    <a:pt x="65011" y="257410"/>
                  </a:lnTo>
                  <a:lnTo>
                    <a:pt x="85231" y="257410"/>
                  </a:lnTo>
                  <a:close/>
                  <a:moveTo>
                    <a:pt x="265885" y="230739"/>
                  </a:moveTo>
                  <a:lnTo>
                    <a:pt x="276329" y="257410"/>
                  </a:lnTo>
                  <a:lnTo>
                    <a:pt x="274974" y="230739"/>
                  </a:lnTo>
                  <a:close/>
                  <a:moveTo>
                    <a:pt x="265885" y="230739"/>
                  </a:moveTo>
                  <a:lnTo>
                    <a:pt x="265885" y="257410"/>
                  </a:lnTo>
                  <a:lnTo>
                    <a:pt x="276329" y="257410"/>
                  </a:lnTo>
                  <a:close/>
                  <a:moveTo>
                    <a:pt x="49101" y="211062"/>
                  </a:moveTo>
                  <a:lnTo>
                    <a:pt x="54666" y="230739"/>
                  </a:lnTo>
                  <a:lnTo>
                    <a:pt x="77030" y="204068"/>
                  </a:lnTo>
                  <a:close/>
                  <a:moveTo>
                    <a:pt x="265885" y="204068"/>
                  </a:moveTo>
                  <a:lnTo>
                    <a:pt x="274974" y="230739"/>
                  </a:lnTo>
                  <a:lnTo>
                    <a:pt x="276653" y="204068"/>
                  </a:lnTo>
                  <a:close/>
                  <a:moveTo>
                    <a:pt x="265885" y="204068"/>
                  </a:moveTo>
                  <a:lnTo>
                    <a:pt x="265885" y="230739"/>
                  </a:lnTo>
                  <a:lnTo>
                    <a:pt x="274974" y="230739"/>
                  </a:lnTo>
                  <a:close/>
                  <a:moveTo>
                    <a:pt x="47077" y="204068"/>
                  </a:moveTo>
                  <a:lnTo>
                    <a:pt x="49101" y="211062"/>
                  </a:lnTo>
                  <a:lnTo>
                    <a:pt x="49101" y="204068"/>
                  </a:lnTo>
                  <a:close/>
                  <a:moveTo>
                    <a:pt x="46634" y="177398"/>
                  </a:moveTo>
                  <a:lnTo>
                    <a:pt x="49101" y="204068"/>
                  </a:lnTo>
                  <a:lnTo>
                    <a:pt x="49101" y="177398"/>
                  </a:lnTo>
                  <a:close/>
                  <a:moveTo>
                    <a:pt x="46634" y="177398"/>
                  </a:moveTo>
                  <a:lnTo>
                    <a:pt x="47077" y="204068"/>
                  </a:lnTo>
                  <a:lnTo>
                    <a:pt x="49101" y="204068"/>
                  </a:lnTo>
                  <a:close/>
                  <a:moveTo>
                    <a:pt x="265885" y="177398"/>
                  </a:moveTo>
                  <a:lnTo>
                    <a:pt x="276653" y="204068"/>
                  </a:lnTo>
                  <a:lnTo>
                    <a:pt x="281196" y="177398"/>
                  </a:lnTo>
                  <a:close/>
                  <a:moveTo>
                    <a:pt x="265885" y="177398"/>
                  </a:moveTo>
                  <a:lnTo>
                    <a:pt x="265885" y="204068"/>
                  </a:lnTo>
                  <a:lnTo>
                    <a:pt x="276653" y="204068"/>
                  </a:lnTo>
                  <a:close/>
                  <a:moveTo>
                    <a:pt x="49101" y="169116"/>
                  </a:moveTo>
                  <a:lnTo>
                    <a:pt x="46634" y="177398"/>
                  </a:lnTo>
                  <a:lnTo>
                    <a:pt x="49101" y="177398"/>
                  </a:lnTo>
                  <a:close/>
                  <a:moveTo>
                    <a:pt x="49101" y="169116"/>
                  </a:moveTo>
                  <a:lnTo>
                    <a:pt x="49101" y="177398"/>
                  </a:lnTo>
                  <a:lnTo>
                    <a:pt x="54395" y="150727"/>
                  </a:lnTo>
                  <a:close/>
                  <a:moveTo>
                    <a:pt x="265885" y="150727"/>
                  </a:moveTo>
                  <a:lnTo>
                    <a:pt x="281196" y="177398"/>
                  </a:lnTo>
                  <a:lnTo>
                    <a:pt x="288862" y="150727"/>
                  </a:lnTo>
                  <a:close/>
                  <a:moveTo>
                    <a:pt x="54395" y="150727"/>
                  </a:moveTo>
                  <a:lnTo>
                    <a:pt x="84332" y="150727"/>
                  </a:lnTo>
                  <a:lnTo>
                    <a:pt x="68343" y="124056"/>
                  </a:lnTo>
                  <a:close/>
                  <a:moveTo>
                    <a:pt x="265885" y="124056"/>
                  </a:moveTo>
                  <a:lnTo>
                    <a:pt x="288862" y="150727"/>
                  </a:lnTo>
                  <a:lnTo>
                    <a:pt x="300023" y="124056"/>
                  </a:lnTo>
                  <a:close/>
                  <a:moveTo>
                    <a:pt x="85221" y="97386"/>
                  </a:moveTo>
                  <a:lnTo>
                    <a:pt x="85231" y="124056"/>
                  </a:lnTo>
                  <a:lnTo>
                    <a:pt x="85231" y="97386"/>
                  </a:lnTo>
                  <a:close/>
                  <a:moveTo>
                    <a:pt x="85221" y="97386"/>
                  </a:moveTo>
                  <a:lnTo>
                    <a:pt x="68343" y="124056"/>
                  </a:lnTo>
                  <a:lnTo>
                    <a:pt x="85231" y="124056"/>
                  </a:lnTo>
                  <a:close/>
                  <a:moveTo>
                    <a:pt x="300023" y="124056"/>
                  </a:moveTo>
                  <a:lnTo>
                    <a:pt x="302015" y="119363"/>
                  </a:lnTo>
                  <a:lnTo>
                    <a:pt x="265885" y="124056"/>
                  </a:lnTo>
                  <a:close/>
                  <a:moveTo>
                    <a:pt x="85231" y="97368"/>
                  </a:moveTo>
                  <a:lnTo>
                    <a:pt x="85221" y="97386"/>
                  </a:lnTo>
                  <a:lnTo>
                    <a:pt x="85231" y="97386"/>
                  </a:lnTo>
                  <a:close/>
                  <a:moveTo>
                    <a:pt x="101537" y="70715"/>
                  </a:moveTo>
                  <a:lnTo>
                    <a:pt x="85231" y="97368"/>
                  </a:lnTo>
                  <a:lnTo>
                    <a:pt x="121362" y="96323"/>
                  </a:lnTo>
                  <a:close/>
                  <a:moveTo>
                    <a:pt x="120686" y="97386"/>
                  </a:moveTo>
                  <a:lnTo>
                    <a:pt x="85231" y="97368"/>
                  </a:lnTo>
                  <a:lnTo>
                    <a:pt x="85231" y="97386"/>
                  </a:lnTo>
                  <a:close/>
                  <a:moveTo>
                    <a:pt x="302015" y="97386"/>
                  </a:moveTo>
                  <a:lnTo>
                    <a:pt x="302015" y="119363"/>
                  </a:lnTo>
                  <a:lnTo>
                    <a:pt x="311773" y="97386"/>
                  </a:lnTo>
                  <a:close/>
                  <a:moveTo>
                    <a:pt x="302015" y="70715"/>
                  </a:moveTo>
                  <a:lnTo>
                    <a:pt x="311773" y="97386"/>
                  </a:lnTo>
                  <a:lnTo>
                    <a:pt x="316886" y="70715"/>
                  </a:lnTo>
                  <a:close/>
                  <a:moveTo>
                    <a:pt x="302015" y="70715"/>
                  </a:moveTo>
                  <a:lnTo>
                    <a:pt x="302015" y="97386"/>
                  </a:lnTo>
                  <a:lnTo>
                    <a:pt x="311773" y="97386"/>
                  </a:lnTo>
                  <a:close/>
                  <a:moveTo>
                    <a:pt x="120086" y="44044"/>
                  </a:moveTo>
                  <a:lnTo>
                    <a:pt x="121362" y="70715"/>
                  </a:lnTo>
                  <a:lnTo>
                    <a:pt x="121362" y="44044"/>
                  </a:lnTo>
                  <a:close/>
                  <a:moveTo>
                    <a:pt x="120086" y="44044"/>
                  </a:moveTo>
                  <a:lnTo>
                    <a:pt x="101537" y="70715"/>
                  </a:lnTo>
                  <a:lnTo>
                    <a:pt x="121362" y="70715"/>
                  </a:lnTo>
                  <a:close/>
                  <a:moveTo>
                    <a:pt x="302015" y="44044"/>
                  </a:moveTo>
                  <a:lnTo>
                    <a:pt x="316886" y="70715"/>
                  </a:lnTo>
                  <a:lnTo>
                    <a:pt x="310565" y="44044"/>
                  </a:lnTo>
                  <a:close/>
                  <a:moveTo>
                    <a:pt x="302015" y="44044"/>
                  </a:moveTo>
                  <a:lnTo>
                    <a:pt x="302015" y="70715"/>
                  </a:lnTo>
                  <a:lnTo>
                    <a:pt x="316886" y="70715"/>
                  </a:lnTo>
                  <a:close/>
                  <a:moveTo>
                    <a:pt x="121362" y="42660"/>
                  </a:moveTo>
                  <a:lnTo>
                    <a:pt x="120086" y="44044"/>
                  </a:lnTo>
                  <a:lnTo>
                    <a:pt x="121362" y="44044"/>
                  </a:lnTo>
                  <a:close/>
                  <a:moveTo>
                    <a:pt x="121362" y="44044"/>
                  </a:moveTo>
                  <a:lnTo>
                    <a:pt x="151834" y="17374"/>
                  </a:lnTo>
                  <a:lnTo>
                    <a:pt x="121362" y="42660"/>
                  </a:lnTo>
                  <a:close/>
                  <a:moveTo>
                    <a:pt x="157493" y="17374"/>
                  </a:moveTo>
                  <a:lnTo>
                    <a:pt x="151834" y="17374"/>
                  </a:lnTo>
                  <a:lnTo>
                    <a:pt x="121362" y="44044"/>
                  </a:lnTo>
                  <a:close/>
                  <a:moveTo>
                    <a:pt x="157493" y="44044"/>
                  </a:moveTo>
                  <a:lnTo>
                    <a:pt x="157493" y="17374"/>
                  </a:lnTo>
                  <a:lnTo>
                    <a:pt x="121362" y="44044"/>
                  </a:lnTo>
                  <a:close/>
                  <a:moveTo>
                    <a:pt x="265885" y="17374"/>
                  </a:moveTo>
                  <a:lnTo>
                    <a:pt x="302015" y="33156"/>
                  </a:lnTo>
                  <a:lnTo>
                    <a:pt x="284138" y="17374"/>
                  </a:lnTo>
                  <a:close/>
                  <a:moveTo>
                    <a:pt x="302015" y="44044"/>
                  </a:moveTo>
                  <a:lnTo>
                    <a:pt x="302015" y="33156"/>
                  </a:lnTo>
                  <a:lnTo>
                    <a:pt x="265885" y="17374"/>
                  </a:lnTo>
                  <a:close/>
                  <a:moveTo>
                    <a:pt x="302015" y="44044"/>
                  </a:moveTo>
                  <a:lnTo>
                    <a:pt x="310565" y="44044"/>
                  </a:lnTo>
                  <a:lnTo>
                    <a:pt x="302015" y="33156"/>
                  </a:lnTo>
                  <a:close/>
                  <a:moveTo>
                    <a:pt x="157493" y="14018"/>
                  </a:moveTo>
                  <a:lnTo>
                    <a:pt x="151834" y="17374"/>
                  </a:lnTo>
                  <a:lnTo>
                    <a:pt x="157493" y="17374"/>
                  </a:lnTo>
                  <a:close/>
                  <a:moveTo>
                    <a:pt x="157493" y="17374"/>
                  </a:moveTo>
                  <a:lnTo>
                    <a:pt x="193623" y="1953"/>
                  </a:lnTo>
                  <a:lnTo>
                    <a:pt x="157493" y="14018"/>
                  </a:lnTo>
                  <a:close/>
                  <a:moveTo>
                    <a:pt x="157493" y="17374"/>
                  </a:moveTo>
                  <a:lnTo>
                    <a:pt x="193623" y="17374"/>
                  </a:lnTo>
                  <a:lnTo>
                    <a:pt x="193623" y="1953"/>
                  </a:lnTo>
                  <a:close/>
                  <a:moveTo>
                    <a:pt x="193623" y="17374"/>
                  </a:moveTo>
                  <a:lnTo>
                    <a:pt x="229754" y="0"/>
                  </a:lnTo>
                  <a:lnTo>
                    <a:pt x="193623" y="1953"/>
                  </a:lnTo>
                  <a:close/>
                  <a:moveTo>
                    <a:pt x="229754" y="17374"/>
                  </a:moveTo>
                  <a:lnTo>
                    <a:pt x="265885" y="7883"/>
                  </a:lnTo>
                  <a:lnTo>
                    <a:pt x="229754" y="0"/>
                  </a:lnTo>
                  <a:close/>
                  <a:moveTo>
                    <a:pt x="229754" y="17374"/>
                  </a:moveTo>
                  <a:lnTo>
                    <a:pt x="265885" y="17374"/>
                  </a:lnTo>
                  <a:lnTo>
                    <a:pt x="265885" y="7883"/>
                  </a:lnTo>
                  <a:close/>
                  <a:moveTo>
                    <a:pt x="265885" y="17374"/>
                  </a:moveTo>
                  <a:lnTo>
                    <a:pt x="284138" y="17374"/>
                  </a:lnTo>
                  <a:lnTo>
                    <a:pt x="265885" y="7883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4016" name="Match_B1__4015">
              <a:extLst>
                <a:ext uri="{FF2B5EF4-FFF2-40B4-BE49-F238E27FC236}">
                  <a16:creationId xmlns:a16="http://schemas.microsoft.com/office/drawing/2014/main" id="{0628C9D7-4664-F367-E2F4-8DE7E42A81F9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64884"/>
              <a:ext cx="289046" cy="497446"/>
            </a:xfrm>
            <a:custGeom>
              <a:avLst/>
              <a:gdLst/>
              <a:ahLst/>
              <a:cxnLst/>
              <a:rect l="0" t="0" r="0" b="0"/>
              <a:pathLst>
                <a:path w="289046" h="497446">
                  <a:moveTo>
                    <a:pt x="36131" y="470775"/>
                  </a:moveTo>
                  <a:lnTo>
                    <a:pt x="36131" y="487912"/>
                  </a:lnTo>
                  <a:lnTo>
                    <a:pt x="53090" y="470775"/>
                  </a:lnTo>
                  <a:close/>
                  <a:moveTo>
                    <a:pt x="53090" y="470775"/>
                  </a:moveTo>
                  <a:lnTo>
                    <a:pt x="70446" y="497446"/>
                  </a:lnTo>
                  <a:lnTo>
                    <a:pt x="72261" y="477216"/>
                  </a:lnTo>
                  <a:close/>
                  <a:moveTo>
                    <a:pt x="108392" y="497446"/>
                  </a:moveTo>
                  <a:lnTo>
                    <a:pt x="108392" y="477884"/>
                  </a:lnTo>
                  <a:lnTo>
                    <a:pt x="72261" y="477216"/>
                  </a:lnTo>
                  <a:close/>
                  <a:moveTo>
                    <a:pt x="108392" y="477884"/>
                  </a:moveTo>
                  <a:lnTo>
                    <a:pt x="144523" y="489529"/>
                  </a:lnTo>
                  <a:lnTo>
                    <a:pt x="144523" y="470775"/>
                  </a:lnTo>
                  <a:close/>
                  <a:moveTo>
                    <a:pt x="0" y="444105"/>
                  </a:moveTo>
                  <a:lnTo>
                    <a:pt x="0" y="460536"/>
                  </a:lnTo>
                  <a:lnTo>
                    <a:pt x="20653" y="444105"/>
                  </a:lnTo>
                  <a:close/>
                  <a:moveTo>
                    <a:pt x="20653" y="444105"/>
                  </a:moveTo>
                  <a:lnTo>
                    <a:pt x="8522" y="470775"/>
                  </a:lnTo>
                  <a:lnTo>
                    <a:pt x="36131" y="461114"/>
                  </a:lnTo>
                  <a:close/>
                  <a:moveTo>
                    <a:pt x="36131" y="461114"/>
                  </a:moveTo>
                  <a:lnTo>
                    <a:pt x="8522" y="470775"/>
                  </a:lnTo>
                  <a:lnTo>
                    <a:pt x="36131" y="470775"/>
                  </a:lnTo>
                  <a:close/>
                  <a:moveTo>
                    <a:pt x="144523" y="465882"/>
                  </a:moveTo>
                  <a:lnTo>
                    <a:pt x="180654" y="469235"/>
                  </a:lnTo>
                  <a:lnTo>
                    <a:pt x="180654" y="444105"/>
                  </a:lnTo>
                  <a:close/>
                  <a:moveTo>
                    <a:pt x="144523" y="470775"/>
                  </a:moveTo>
                  <a:lnTo>
                    <a:pt x="180654" y="469235"/>
                  </a:lnTo>
                  <a:lnTo>
                    <a:pt x="144523" y="465882"/>
                  </a:lnTo>
                  <a:close/>
                  <a:moveTo>
                    <a:pt x="16813" y="417434"/>
                  </a:moveTo>
                  <a:lnTo>
                    <a:pt x="0" y="417434"/>
                  </a:lnTo>
                  <a:lnTo>
                    <a:pt x="0" y="444105"/>
                  </a:lnTo>
                  <a:close/>
                  <a:moveTo>
                    <a:pt x="180654" y="428797"/>
                  </a:moveTo>
                  <a:lnTo>
                    <a:pt x="216784" y="417434"/>
                  </a:lnTo>
                  <a:lnTo>
                    <a:pt x="186755" y="417434"/>
                  </a:lnTo>
                  <a:close/>
                  <a:moveTo>
                    <a:pt x="180654" y="428797"/>
                  </a:moveTo>
                  <a:lnTo>
                    <a:pt x="216784" y="423963"/>
                  </a:lnTo>
                  <a:lnTo>
                    <a:pt x="216784" y="417434"/>
                  </a:lnTo>
                  <a:close/>
                  <a:moveTo>
                    <a:pt x="180654" y="444105"/>
                  </a:moveTo>
                  <a:lnTo>
                    <a:pt x="216784" y="423963"/>
                  </a:lnTo>
                  <a:lnTo>
                    <a:pt x="180654" y="428797"/>
                  </a:lnTo>
                  <a:close/>
                  <a:moveTo>
                    <a:pt x="29440" y="390763"/>
                  </a:moveTo>
                  <a:lnTo>
                    <a:pt x="0" y="390763"/>
                  </a:lnTo>
                  <a:lnTo>
                    <a:pt x="0" y="417434"/>
                  </a:lnTo>
                  <a:close/>
                  <a:moveTo>
                    <a:pt x="216784" y="417434"/>
                  </a:moveTo>
                  <a:lnTo>
                    <a:pt x="216784" y="390763"/>
                  </a:lnTo>
                  <a:lnTo>
                    <a:pt x="186755" y="417434"/>
                  </a:lnTo>
                  <a:close/>
                  <a:moveTo>
                    <a:pt x="36131" y="364093"/>
                  </a:moveTo>
                  <a:lnTo>
                    <a:pt x="17324" y="364093"/>
                  </a:lnTo>
                  <a:lnTo>
                    <a:pt x="36131" y="383198"/>
                  </a:lnTo>
                  <a:close/>
                  <a:moveTo>
                    <a:pt x="36131" y="383198"/>
                  </a:moveTo>
                  <a:lnTo>
                    <a:pt x="0" y="386984"/>
                  </a:lnTo>
                  <a:lnTo>
                    <a:pt x="29440" y="390763"/>
                  </a:lnTo>
                  <a:close/>
                  <a:moveTo>
                    <a:pt x="29440" y="390763"/>
                  </a:moveTo>
                  <a:lnTo>
                    <a:pt x="0" y="386984"/>
                  </a:lnTo>
                  <a:lnTo>
                    <a:pt x="0" y="390763"/>
                  </a:lnTo>
                  <a:close/>
                  <a:moveTo>
                    <a:pt x="216784" y="364093"/>
                  </a:moveTo>
                  <a:lnTo>
                    <a:pt x="216784" y="390763"/>
                  </a:lnTo>
                  <a:lnTo>
                    <a:pt x="234545" y="390763"/>
                  </a:lnTo>
                  <a:close/>
                  <a:moveTo>
                    <a:pt x="216784" y="390763"/>
                  </a:moveTo>
                  <a:lnTo>
                    <a:pt x="216784" y="364093"/>
                  </a:lnTo>
                  <a:lnTo>
                    <a:pt x="194430" y="390763"/>
                  </a:lnTo>
                  <a:close/>
                  <a:moveTo>
                    <a:pt x="72261" y="337422"/>
                  </a:moveTo>
                  <a:lnTo>
                    <a:pt x="40089" y="337422"/>
                  </a:lnTo>
                  <a:lnTo>
                    <a:pt x="72261" y="349733"/>
                  </a:lnTo>
                  <a:close/>
                  <a:moveTo>
                    <a:pt x="72261" y="349733"/>
                  </a:moveTo>
                  <a:lnTo>
                    <a:pt x="36131" y="341935"/>
                  </a:lnTo>
                  <a:lnTo>
                    <a:pt x="57186" y="364093"/>
                  </a:lnTo>
                  <a:close/>
                  <a:moveTo>
                    <a:pt x="57186" y="364093"/>
                  </a:moveTo>
                  <a:lnTo>
                    <a:pt x="36131" y="341935"/>
                  </a:lnTo>
                  <a:lnTo>
                    <a:pt x="36131" y="364093"/>
                  </a:lnTo>
                  <a:close/>
                  <a:moveTo>
                    <a:pt x="216784" y="337422"/>
                  </a:moveTo>
                  <a:lnTo>
                    <a:pt x="216784" y="364093"/>
                  </a:lnTo>
                  <a:lnTo>
                    <a:pt x="252915" y="337422"/>
                  </a:lnTo>
                  <a:close/>
                  <a:moveTo>
                    <a:pt x="55042" y="310751"/>
                  </a:moveTo>
                  <a:lnTo>
                    <a:pt x="72261" y="337422"/>
                  </a:lnTo>
                  <a:lnTo>
                    <a:pt x="72261" y="310751"/>
                  </a:lnTo>
                  <a:close/>
                  <a:moveTo>
                    <a:pt x="104753" y="310751"/>
                  </a:moveTo>
                  <a:lnTo>
                    <a:pt x="72261" y="310751"/>
                  </a:lnTo>
                  <a:lnTo>
                    <a:pt x="72261" y="337422"/>
                  </a:lnTo>
                  <a:close/>
                  <a:moveTo>
                    <a:pt x="216784" y="337422"/>
                  </a:moveTo>
                  <a:lnTo>
                    <a:pt x="252915" y="337422"/>
                  </a:lnTo>
                  <a:lnTo>
                    <a:pt x="252915" y="310751"/>
                  </a:lnTo>
                  <a:close/>
                  <a:moveTo>
                    <a:pt x="216784" y="337422"/>
                  </a:moveTo>
                  <a:lnTo>
                    <a:pt x="252915" y="310751"/>
                  </a:lnTo>
                  <a:lnTo>
                    <a:pt x="216784" y="310751"/>
                  </a:lnTo>
                  <a:close/>
                  <a:moveTo>
                    <a:pt x="105245" y="284080"/>
                  </a:moveTo>
                  <a:lnTo>
                    <a:pt x="72261" y="284080"/>
                  </a:lnTo>
                  <a:lnTo>
                    <a:pt x="72261" y="310751"/>
                  </a:lnTo>
                  <a:close/>
                  <a:moveTo>
                    <a:pt x="216784" y="310751"/>
                  </a:moveTo>
                  <a:lnTo>
                    <a:pt x="252915" y="310751"/>
                  </a:lnTo>
                  <a:lnTo>
                    <a:pt x="252915" y="284080"/>
                  </a:lnTo>
                  <a:close/>
                  <a:moveTo>
                    <a:pt x="216784" y="310751"/>
                  </a:moveTo>
                  <a:lnTo>
                    <a:pt x="252915" y="284080"/>
                  </a:lnTo>
                  <a:lnTo>
                    <a:pt x="216784" y="284080"/>
                  </a:lnTo>
                  <a:close/>
                  <a:moveTo>
                    <a:pt x="93293" y="257410"/>
                  </a:moveTo>
                  <a:lnTo>
                    <a:pt x="72261" y="257410"/>
                  </a:lnTo>
                  <a:lnTo>
                    <a:pt x="72261" y="284080"/>
                  </a:lnTo>
                  <a:close/>
                  <a:moveTo>
                    <a:pt x="219145" y="257410"/>
                  </a:moveTo>
                  <a:lnTo>
                    <a:pt x="216784" y="278200"/>
                  </a:lnTo>
                  <a:lnTo>
                    <a:pt x="252915" y="257410"/>
                  </a:lnTo>
                  <a:close/>
                  <a:moveTo>
                    <a:pt x="252915" y="257410"/>
                  </a:moveTo>
                  <a:lnTo>
                    <a:pt x="216784" y="278200"/>
                  </a:lnTo>
                  <a:lnTo>
                    <a:pt x="216784" y="284080"/>
                  </a:lnTo>
                  <a:close/>
                  <a:moveTo>
                    <a:pt x="252915" y="257410"/>
                  </a:moveTo>
                  <a:lnTo>
                    <a:pt x="216784" y="284080"/>
                  </a:lnTo>
                  <a:lnTo>
                    <a:pt x="252915" y="284080"/>
                  </a:lnTo>
                  <a:close/>
                  <a:moveTo>
                    <a:pt x="41696" y="230739"/>
                  </a:moveTo>
                  <a:lnTo>
                    <a:pt x="72261" y="257410"/>
                  </a:lnTo>
                  <a:lnTo>
                    <a:pt x="72261" y="230739"/>
                  </a:lnTo>
                  <a:close/>
                  <a:moveTo>
                    <a:pt x="252915" y="257410"/>
                  </a:moveTo>
                  <a:lnTo>
                    <a:pt x="252915" y="230739"/>
                  </a:lnTo>
                  <a:lnTo>
                    <a:pt x="219145" y="257410"/>
                  </a:lnTo>
                  <a:close/>
                  <a:moveTo>
                    <a:pt x="252915" y="230739"/>
                  </a:moveTo>
                  <a:lnTo>
                    <a:pt x="224444" y="230739"/>
                  </a:lnTo>
                  <a:lnTo>
                    <a:pt x="219145" y="257410"/>
                  </a:lnTo>
                  <a:close/>
                  <a:moveTo>
                    <a:pt x="36131" y="204068"/>
                  </a:moveTo>
                  <a:lnTo>
                    <a:pt x="36131" y="211062"/>
                  </a:lnTo>
                  <a:lnTo>
                    <a:pt x="64060" y="204068"/>
                  </a:lnTo>
                  <a:close/>
                  <a:moveTo>
                    <a:pt x="64060" y="204068"/>
                  </a:moveTo>
                  <a:lnTo>
                    <a:pt x="41696" y="230739"/>
                  </a:lnTo>
                  <a:lnTo>
                    <a:pt x="72261" y="224658"/>
                  </a:lnTo>
                  <a:close/>
                  <a:moveTo>
                    <a:pt x="72261" y="224658"/>
                  </a:moveTo>
                  <a:lnTo>
                    <a:pt x="41696" y="230739"/>
                  </a:lnTo>
                  <a:lnTo>
                    <a:pt x="72261" y="230739"/>
                  </a:lnTo>
                  <a:close/>
                  <a:moveTo>
                    <a:pt x="252915" y="230739"/>
                  </a:moveTo>
                  <a:lnTo>
                    <a:pt x="252915" y="204068"/>
                  </a:lnTo>
                  <a:lnTo>
                    <a:pt x="224444" y="230739"/>
                  </a:lnTo>
                  <a:close/>
                  <a:moveTo>
                    <a:pt x="252915" y="204068"/>
                  </a:moveTo>
                  <a:lnTo>
                    <a:pt x="230505" y="204068"/>
                  </a:lnTo>
                  <a:lnTo>
                    <a:pt x="224444" y="230739"/>
                  </a:lnTo>
                  <a:close/>
                  <a:moveTo>
                    <a:pt x="64060" y="204068"/>
                  </a:moveTo>
                  <a:lnTo>
                    <a:pt x="62661" y="177398"/>
                  </a:lnTo>
                  <a:lnTo>
                    <a:pt x="36131" y="204068"/>
                  </a:lnTo>
                  <a:close/>
                  <a:moveTo>
                    <a:pt x="62661" y="177398"/>
                  </a:moveTo>
                  <a:lnTo>
                    <a:pt x="36131" y="177398"/>
                  </a:lnTo>
                  <a:lnTo>
                    <a:pt x="36131" y="204068"/>
                  </a:lnTo>
                  <a:close/>
                  <a:moveTo>
                    <a:pt x="252915" y="204068"/>
                  </a:moveTo>
                  <a:lnTo>
                    <a:pt x="252915" y="177398"/>
                  </a:lnTo>
                  <a:lnTo>
                    <a:pt x="230505" y="204068"/>
                  </a:lnTo>
                  <a:close/>
                  <a:moveTo>
                    <a:pt x="41425" y="150727"/>
                  </a:moveTo>
                  <a:lnTo>
                    <a:pt x="36131" y="177398"/>
                  </a:lnTo>
                  <a:lnTo>
                    <a:pt x="62661" y="177398"/>
                  </a:lnTo>
                  <a:close/>
                  <a:moveTo>
                    <a:pt x="41425" y="150727"/>
                  </a:moveTo>
                  <a:lnTo>
                    <a:pt x="62661" y="177398"/>
                  </a:lnTo>
                  <a:lnTo>
                    <a:pt x="71362" y="150727"/>
                  </a:lnTo>
                  <a:close/>
                  <a:moveTo>
                    <a:pt x="252915" y="150727"/>
                  </a:moveTo>
                  <a:lnTo>
                    <a:pt x="252915" y="177398"/>
                  </a:lnTo>
                  <a:lnTo>
                    <a:pt x="268226" y="177398"/>
                  </a:lnTo>
                  <a:close/>
                  <a:moveTo>
                    <a:pt x="252915" y="177398"/>
                  </a:moveTo>
                  <a:lnTo>
                    <a:pt x="252915" y="150727"/>
                  </a:lnTo>
                  <a:lnTo>
                    <a:pt x="236103" y="177398"/>
                  </a:lnTo>
                  <a:close/>
                  <a:moveTo>
                    <a:pt x="55373" y="124056"/>
                  </a:moveTo>
                  <a:lnTo>
                    <a:pt x="72261" y="149154"/>
                  </a:lnTo>
                  <a:lnTo>
                    <a:pt x="72261" y="124056"/>
                  </a:lnTo>
                  <a:close/>
                  <a:moveTo>
                    <a:pt x="71362" y="150727"/>
                  </a:moveTo>
                  <a:lnTo>
                    <a:pt x="72261" y="149154"/>
                  </a:lnTo>
                  <a:lnTo>
                    <a:pt x="55373" y="124056"/>
                  </a:lnTo>
                  <a:close/>
                  <a:moveTo>
                    <a:pt x="252915" y="124056"/>
                  </a:moveTo>
                  <a:lnTo>
                    <a:pt x="252915" y="150727"/>
                  </a:lnTo>
                  <a:lnTo>
                    <a:pt x="275892" y="150727"/>
                  </a:lnTo>
                  <a:close/>
                  <a:moveTo>
                    <a:pt x="107716" y="97386"/>
                  </a:moveTo>
                  <a:lnTo>
                    <a:pt x="72261" y="97386"/>
                  </a:lnTo>
                  <a:lnTo>
                    <a:pt x="72261" y="124056"/>
                  </a:lnTo>
                  <a:close/>
                  <a:moveTo>
                    <a:pt x="252915" y="120289"/>
                  </a:moveTo>
                  <a:lnTo>
                    <a:pt x="289046" y="97386"/>
                  </a:lnTo>
                  <a:lnTo>
                    <a:pt x="261026" y="97386"/>
                  </a:lnTo>
                  <a:close/>
                  <a:moveTo>
                    <a:pt x="252915" y="120289"/>
                  </a:moveTo>
                  <a:lnTo>
                    <a:pt x="289046" y="119363"/>
                  </a:lnTo>
                  <a:lnTo>
                    <a:pt x="289046" y="97386"/>
                  </a:lnTo>
                  <a:close/>
                  <a:moveTo>
                    <a:pt x="252915" y="124056"/>
                  </a:moveTo>
                  <a:lnTo>
                    <a:pt x="289046" y="119363"/>
                  </a:lnTo>
                  <a:lnTo>
                    <a:pt x="252915" y="120289"/>
                  </a:lnTo>
                  <a:close/>
                  <a:moveTo>
                    <a:pt x="108392" y="70715"/>
                  </a:moveTo>
                  <a:lnTo>
                    <a:pt x="88567" y="70715"/>
                  </a:lnTo>
                  <a:lnTo>
                    <a:pt x="108392" y="96323"/>
                  </a:lnTo>
                  <a:close/>
                  <a:moveTo>
                    <a:pt x="108392" y="96323"/>
                  </a:moveTo>
                  <a:lnTo>
                    <a:pt x="72261" y="97368"/>
                  </a:lnTo>
                  <a:lnTo>
                    <a:pt x="107716" y="97386"/>
                  </a:lnTo>
                  <a:close/>
                  <a:moveTo>
                    <a:pt x="289046" y="97386"/>
                  </a:moveTo>
                  <a:lnTo>
                    <a:pt x="289046" y="70715"/>
                  </a:lnTo>
                  <a:lnTo>
                    <a:pt x="261026" y="97386"/>
                  </a:lnTo>
                  <a:close/>
                  <a:moveTo>
                    <a:pt x="108392" y="70715"/>
                  </a:moveTo>
                  <a:lnTo>
                    <a:pt x="144523" y="44044"/>
                  </a:lnTo>
                  <a:lnTo>
                    <a:pt x="108392" y="44044"/>
                  </a:lnTo>
                  <a:close/>
                  <a:moveTo>
                    <a:pt x="252915" y="44044"/>
                  </a:moveTo>
                  <a:lnTo>
                    <a:pt x="289046" y="70715"/>
                  </a:lnTo>
                  <a:lnTo>
                    <a:pt x="289046" y="44044"/>
                  </a:lnTo>
                  <a:close/>
                  <a:moveTo>
                    <a:pt x="144523" y="44044"/>
                  </a:moveTo>
                  <a:lnTo>
                    <a:pt x="180654" y="17374"/>
                  </a:lnTo>
                  <a:lnTo>
                    <a:pt x="144523" y="17374"/>
                  </a:lnTo>
                  <a:close/>
                  <a:moveTo>
                    <a:pt x="252915" y="44044"/>
                  </a:moveTo>
                  <a:lnTo>
                    <a:pt x="289046" y="44044"/>
                  </a:lnTo>
                  <a:lnTo>
                    <a:pt x="252915" y="17374"/>
                  </a:lnTo>
                  <a:close/>
                  <a:moveTo>
                    <a:pt x="216784" y="17374"/>
                  </a:moveTo>
                  <a:lnTo>
                    <a:pt x="252915" y="44044"/>
                  </a:lnTo>
                  <a:lnTo>
                    <a:pt x="252915" y="17374"/>
                  </a:lnTo>
                  <a:close/>
                  <a:moveTo>
                    <a:pt x="180654" y="17374"/>
                  </a:moveTo>
                  <a:lnTo>
                    <a:pt x="216784" y="17374"/>
                  </a:lnTo>
                  <a:lnTo>
                    <a:pt x="216784" y="0"/>
                  </a:lnTo>
                  <a:close/>
                  <a:moveTo>
                    <a:pt x="216784" y="17374"/>
                  </a:moveTo>
                  <a:lnTo>
                    <a:pt x="180654" y="17374"/>
                  </a:lnTo>
                  <a:lnTo>
                    <a:pt x="216784" y="3021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4017" name="Match_B1__4016">
              <a:extLst>
                <a:ext uri="{FF2B5EF4-FFF2-40B4-BE49-F238E27FC236}">
                  <a16:creationId xmlns:a16="http://schemas.microsoft.com/office/drawing/2014/main" id="{F81A101D-3F4F-DB82-8057-72D98B243BEF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82257"/>
              <a:ext cx="289046" cy="460510"/>
            </a:xfrm>
            <a:custGeom>
              <a:avLst/>
              <a:gdLst/>
              <a:ahLst/>
              <a:cxnLst/>
              <a:rect l="0" t="0" r="0" b="0"/>
              <a:pathLst>
                <a:path w="289046" h="460510">
                  <a:moveTo>
                    <a:pt x="108392" y="460510"/>
                  </a:moveTo>
                  <a:lnTo>
                    <a:pt x="144523" y="453402"/>
                  </a:lnTo>
                  <a:lnTo>
                    <a:pt x="132792" y="453402"/>
                  </a:lnTo>
                  <a:close/>
                  <a:moveTo>
                    <a:pt x="36131" y="453402"/>
                  </a:moveTo>
                  <a:lnTo>
                    <a:pt x="53090" y="453402"/>
                  </a:lnTo>
                  <a:lnTo>
                    <a:pt x="36131" y="443741"/>
                  </a:lnTo>
                  <a:close/>
                  <a:moveTo>
                    <a:pt x="144523" y="448509"/>
                  </a:moveTo>
                  <a:lnTo>
                    <a:pt x="180654" y="426731"/>
                  </a:lnTo>
                  <a:lnTo>
                    <a:pt x="170782" y="426731"/>
                  </a:lnTo>
                  <a:close/>
                  <a:moveTo>
                    <a:pt x="132792" y="453402"/>
                  </a:moveTo>
                  <a:lnTo>
                    <a:pt x="144523" y="453402"/>
                  </a:lnTo>
                  <a:lnTo>
                    <a:pt x="144523" y="448509"/>
                  </a:lnTo>
                  <a:close/>
                  <a:moveTo>
                    <a:pt x="20653" y="426731"/>
                  </a:moveTo>
                  <a:lnTo>
                    <a:pt x="16813" y="400060"/>
                  </a:lnTo>
                  <a:lnTo>
                    <a:pt x="0" y="426731"/>
                  </a:lnTo>
                  <a:close/>
                  <a:moveTo>
                    <a:pt x="170782" y="426731"/>
                  </a:moveTo>
                  <a:lnTo>
                    <a:pt x="180654" y="426731"/>
                  </a:lnTo>
                  <a:lnTo>
                    <a:pt x="180654" y="411424"/>
                  </a:lnTo>
                  <a:close/>
                  <a:moveTo>
                    <a:pt x="16813" y="400060"/>
                  </a:moveTo>
                  <a:lnTo>
                    <a:pt x="29440" y="373390"/>
                  </a:lnTo>
                  <a:lnTo>
                    <a:pt x="0" y="400060"/>
                  </a:lnTo>
                  <a:close/>
                  <a:moveTo>
                    <a:pt x="216784" y="373390"/>
                  </a:moveTo>
                  <a:lnTo>
                    <a:pt x="194430" y="373390"/>
                  </a:lnTo>
                  <a:lnTo>
                    <a:pt x="186755" y="400060"/>
                  </a:lnTo>
                  <a:close/>
                  <a:moveTo>
                    <a:pt x="216784" y="346719"/>
                  </a:moveTo>
                  <a:lnTo>
                    <a:pt x="200121" y="346719"/>
                  </a:lnTo>
                  <a:lnTo>
                    <a:pt x="194430" y="373390"/>
                  </a:lnTo>
                  <a:close/>
                  <a:moveTo>
                    <a:pt x="36131" y="346719"/>
                  </a:moveTo>
                  <a:lnTo>
                    <a:pt x="36131" y="365824"/>
                  </a:lnTo>
                  <a:lnTo>
                    <a:pt x="57186" y="346719"/>
                  </a:lnTo>
                  <a:close/>
                  <a:moveTo>
                    <a:pt x="216784" y="346719"/>
                  </a:moveTo>
                  <a:lnTo>
                    <a:pt x="216784" y="320048"/>
                  </a:lnTo>
                  <a:lnTo>
                    <a:pt x="200121" y="346719"/>
                  </a:lnTo>
                  <a:close/>
                  <a:moveTo>
                    <a:pt x="216784" y="320048"/>
                  </a:moveTo>
                  <a:lnTo>
                    <a:pt x="206255" y="320048"/>
                  </a:lnTo>
                  <a:lnTo>
                    <a:pt x="200121" y="346719"/>
                  </a:lnTo>
                  <a:close/>
                  <a:moveTo>
                    <a:pt x="88189" y="320048"/>
                  </a:moveTo>
                  <a:lnTo>
                    <a:pt x="104753" y="293378"/>
                  </a:lnTo>
                  <a:lnTo>
                    <a:pt x="72261" y="320048"/>
                  </a:lnTo>
                  <a:close/>
                  <a:moveTo>
                    <a:pt x="72261" y="320048"/>
                  </a:moveTo>
                  <a:lnTo>
                    <a:pt x="72261" y="332360"/>
                  </a:lnTo>
                  <a:lnTo>
                    <a:pt x="88189" y="320048"/>
                  </a:lnTo>
                  <a:close/>
                  <a:moveTo>
                    <a:pt x="216784" y="320048"/>
                  </a:moveTo>
                  <a:lnTo>
                    <a:pt x="216784" y="293378"/>
                  </a:lnTo>
                  <a:lnTo>
                    <a:pt x="206255" y="320048"/>
                  </a:lnTo>
                  <a:close/>
                  <a:moveTo>
                    <a:pt x="216784" y="293378"/>
                  </a:moveTo>
                  <a:lnTo>
                    <a:pt x="211853" y="293378"/>
                  </a:lnTo>
                  <a:lnTo>
                    <a:pt x="206255" y="320048"/>
                  </a:lnTo>
                  <a:close/>
                  <a:moveTo>
                    <a:pt x="104753" y="293378"/>
                  </a:moveTo>
                  <a:lnTo>
                    <a:pt x="105245" y="266707"/>
                  </a:lnTo>
                  <a:lnTo>
                    <a:pt x="72261" y="293378"/>
                  </a:lnTo>
                  <a:close/>
                  <a:moveTo>
                    <a:pt x="216784" y="293378"/>
                  </a:moveTo>
                  <a:lnTo>
                    <a:pt x="216784" y="266707"/>
                  </a:lnTo>
                  <a:lnTo>
                    <a:pt x="211853" y="293378"/>
                  </a:lnTo>
                  <a:close/>
                  <a:moveTo>
                    <a:pt x="216784" y="266707"/>
                  </a:moveTo>
                  <a:lnTo>
                    <a:pt x="215598" y="266707"/>
                  </a:lnTo>
                  <a:lnTo>
                    <a:pt x="211853" y="293378"/>
                  </a:lnTo>
                  <a:close/>
                  <a:moveTo>
                    <a:pt x="105245" y="266707"/>
                  </a:moveTo>
                  <a:lnTo>
                    <a:pt x="93293" y="240036"/>
                  </a:lnTo>
                  <a:lnTo>
                    <a:pt x="72261" y="266707"/>
                  </a:lnTo>
                  <a:close/>
                  <a:moveTo>
                    <a:pt x="215598" y="266707"/>
                  </a:moveTo>
                  <a:lnTo>
                    <a:pt x="216784" y="266707"/>
                  </a:lnTo>
                  <a:lnTo>
                    <a:pt x="216784" y="260827"/>
                  </a:lnTo>
                  <a:close/>
                  <a:moveTo>
                    <a:pt x="93293" y="240036"/>
                  </a:moveTo>
                  <a:lnTo>
                    <a:pt x="75445" y="213366"/>
                  </a:lnTo>
                  <a:lnTo>
                    <a:pt x="72261" y="240036"/>
                  </a:lnTo>
                  <a:close/>
                  <a:moveTo>
                    <a:pt x="75445" y="213366"/>
                  </a:moveTo>
                  <a:lnTo>
                    <a:pt x="72261" y="213366"/>
                  </a:lnTo>
                  <a:lnTo>
                    <a:pt x="72261" y="240036"/>
                  </a:lnTo>
                  <a:close/>
                  <a:moveTo>
                    <a:pt x="72261" y="213366"/>
                  </a:moveTo>
                  <a:lnTo>
                    <a:pt x="75445" y="213366"/>
                  </a:lnTo>
                  <a:lnTo>
                    <a:pt x="72261" y="207284"/>
                  </a:lnTo>
                  <a:close/>
                  <a:moveTo>
                    <a:pt x="252915" y="160024"/>
                  </a:moveTo>
                  <a:lnTo>
                    <a:pt x="236103" y="160024"/>
                  </a:lnTo>
                  <a:lnTo>
                    <a:pt x="230505" y="186695"/>
                  </a:lnTo>
                  <a:close/>
                  <a:moveTo>
                    <a:pt x="252915" y="133353"/>
                  </a:moveTo>
                  <a:lnTo>
                    <a:pt x="242217" y="133353"/>
                  </a:lnTo>
                  <a:lnTo>
                    <a:pt x="236103" y="160024"/>
                  </a:lnTo>
                  <a:close/>
                  <a:moveTo>
                    <a:pt x="252915" y="133353"/>
                  </a:moveTo>
                  <a:lnTo>
                    <a:pt x="252915" y="106683"/>
                  </a:lnTo>
                  <a:lnTo>
                    <a:pt x="242217" y="133353"/>
                  </a:lnTo>
                  <a:close/>
                  <a:moveTo>
                    <a:pt x="252915" y="106683"/>
                  </a:moveTo>
                  <a:lnTo>
                    <a:pt x="251460" y="106683"/>
                  </a:lnTo>
                  <a:lnTo>
                    <a:pt x="242217" y="133353"/>
                  </a:lnTo>
                  <a:close/>
                  <a:moveTo>
                    <a:pt x="89211" y="106683"/>
                  </a:moveTo>
                  <a:lnTo>
                    <a:pt x="107716" y="80012"/>
                  </a:lnTo>
                  <a:lnTo>
                    <a:pt x="72261" y="106683"/>
                  </a:lnTo>
                  <a:close/>
                  <a:moveTo>
                    <a:pt x="72261" y="106683"/>
                  </a:moveTo>
                  <a:lnTo>
                    <a:pt x="72261" y="131781"/>
                  </a:lnTo>
                  <a:lnTo>
                    <a:pt x="89211" y="106683"/>
                  </a:lnTo>
                  <a:close/>
                  <a:moveTo>
                    <a:pt x="251460" y="106683"/>
                  </a:moveTo>
                  <a:lnTo>
                    <a:pt x="252915" y="106683"/>
                  </a:lnTo>
                  <a:lnTo>
                    <a:pt x="252915" y="102915"/>
                  </a:lnTo>
                  <a:close/>
                  <a:moveTo>
                    <a:pt x="289046" y="53341"/>
                  </a:moveTo>
                  <a:lnTo>
                    <a:pt x="264049" y="53341"/>
                  </a:lnTo>
                  <a:lnTo>
                    <a:pt x="261026" y="80012"/>
                  </a:lnTo>
                  <a:close/>
                  <a:moveTo>
                    <a:pt x="128123" y="53341"/>
                  </a:moveTo>
                  <a:lnTo>
                    <a:pt x="144523" y="34528"/>
                  </a:lnTo>
                  <a:lnTo>
                    <a:pt x="108392" y="53341"/>
                  </a:lnTo>
                  <a:close/>
                  <a:moveTo>
                    <a:pt x="108392" y="53341"/>
                  </a:moveTo>
                  <a:lnTo>
                    <a:pt x="144523" y="34528"/>
                  </a:lnTo>
                  <a:lnTo>
                    <a:pt x="144523" y="26671"/>
                  </a:lnTo>
                  <a:close/>
                  <a:moveTo>
                    <a:pt x="108392" y="53341"/>
                  </a:moveTo>
                  <a:lnTo>
                    <a:pt x="108392" y="78949"/>
                  </a:lnTo>
                  <a:lnTo>
                    <a:pt x="128123" y="53341"/>
                  </a:lnTo>
                  <a:close/>
                  <a:moveTo>
                    <a:pt x="252915" y="29125"/>
                  </a:moveTo>
                  <a:lnTo>
                    <a:pt x="264049" y="53341"/>
                  </a:lnTo>
                  <a:lnTo>
                    <a:pt x="252915" y="26671"/>
                  </a:lnTo>
                  <a:close/>
                  <a:moveTo>
                    <a:pt x="252915" y="26671"/>
                  </a:moveTo>
                  <a:lnTo>
                    <a:pt x="264049" y="53341"/>
                  </a:lnTo>
                  <a:lnTo>
                    <a:pt x="289046" y="53341"/>
                  </a:lnTo>
                  <a:close/>
                  <a:moveTo>
                    <a:pt x="155908" y="26671"/>
                  </a:moveTo>
                  <a:lnTo>
                    <a:pt x="180654" y="14976"/>
                  </a:lnTo>
                  <a:lnTo>
                    <a:pt x="144523" y="26671"/>
                  </a:lnTo>
                  <a:close/>
                  <a:moveTo>
                    <a:pt x="144523" y="26671"/>
                  </a:moveTo>
                  <a:lnTo>
                    <a:pt x="180654" y="14976"/>
                  </a:lnTo>
                  <a:lnTo>
                    <a:pt x="180654" y="0"/>
                  </a:lnTo>
                  <a:close/>
                  <a:moveTo>
                    <a:pt x="144523" y="26671"/>
                  </a:moveTo>
                  <a:lnTo>
                    <a:pt x="144523" y="34528"/>
                  </a:lnTo>
                  <a:lnTo>
                    <a:pt x="155908" y="26671"/>
                  </a:lnTo>
                  <a:close/>
                  <a:moveTo>
                    <a:pt x="216784" y="12845"/>
                  </a:moveTo>
                  <a:lnTo>
                    <a:pt x="250597" y="26671"/>
                  </a:lnTo>
                  <a:lnTo>
                    <a:pt x="216784" y="0"/>
                  </a:lnTo>
                  <a:close/>
                  <a:moveTo>
                    <a:pt x="216784" y="0"/>
                  </a:moveTo>
                  <a:lnTo>
                    <a:pt x="250597" y="26671"/>
                  </a:lnTo>
                  <a:lnTo>
                    <a:pt x="252915" y="26671"/>
                  </a:lnTo>
                  <a:close/>
                  <a:moveTo>
                    <a:pt x="252915" y="29125"/>
                  </a:moveTo>
                  <a:lnTo>
                    <a:pt x="252915" y="26671"/>
                  </a:lnTo>
                  <a:lnTo>
                    <a:pt x="250597" y="26671"/>
                  </a:lnTo>
                  <a:close/>
                  <a:moveTo>
                    <a:pt x="180654" y="0"/>
                  </a:moveTo>
                  <a:lnTo>
                    <a:pt x="180654" y="14976"/>
                  </a:lnTo>
                  <a:lnTo>
                    <a:pt x="216784" y="12845"/>
                  </a:lnTo>
                  <a:close/>
                  <a:moveTo>
                    <a:pt x="53090" y="453402"/>
                  </a:moveTo>
                  <a:lnTo>
                    <a:pt x="72261" y="459842"/>
                  </a:lnTo>
                  <a:lnTo>
                    <a:pt x="72261" y="453402"/>
                  </a:lnTo>
                  <a:close/>
                  <a:moveTo>
                    <a:pt x="72261" y="453402"/>
                  </a:moveTo>
                  <a:lnTo>
                    <a:pt x="36131" y="443741"/>
                  </a:lnTo>
                  <a:lnTo>
                    <a:pt x="53090" y="453402"/>
                  </a:lnTo>
                  <a:close/>
                  <a:moveTo>
                    <a:pt x="36131" y="426731"/>
                  </a:moveTo>
                  <a:lnTo>
                    <a:pt x="36131" y="443741"/>
                  </a:lnTo>
                  <a:lnTo>
                    <a:pt x="72261" y="453402"/>
                  </a:lnTo>
                  <a:close/>
                  <a:moveTo>
                    <a:pt x="108392" y="453402"/>
                  </a:moveTo>
                  <a:lnTo>
                    <a:pt x="72261" y="459842"/>
                  </a:lnTo>
                  <a:lnTo>
                    <a:pt x="108392" y="460510"/>
                  </a:lnTo>
                  <a:close/>
                  <a:moveTo>
                    <a:pt x="108392" y="453402"/>
                  </a:moveTo>
                  <a:lnTo>
                    <a:pt x="72261" y="453402"/>
                  </a:lnTo>
                  <a:lnTo>
                    <a:pt x="72261" y="459842"/>
                  </a:lnTo>
                  <a:close/>
                  <a:moveTo>
                    <a:pt x="108392" y="453402"/>
                  </a:moveTo>
                  <a:lnTo>
                    <a:pt x="108392" y="460510"/>
                  </a:lnTo>
                  <a:lnTo>
                    <a:pt x="132792" y="453402"/>
                  </a:lnTo>
                  <a:close/>
                  <a:moveTo>
                    <a:pt x="144523" y="426731"/>
                  </a:moveTo>
                  <a:lnTo>
                    <a:pt x="132792" y="453402"/>
                  </a:lnTo>
                  <a:lnTo>
                    <a:pt x="144523" y="448509"/>
                  </a:lnTo>
                  <a:close/>
                  <a:moveTo>
                    <a:pt x="108392" y="453402"/>
                  </a:moveTo>
                  <a:lnTo>
                    <a:pt x="132792" y="453402"/>
                  </a:lnTo>
                  <a:lnTo>
                    <a:pt x="144523" y="426731"/>
                  </a:lnTo>
                  <a:close/>
                  <a:moveTo>
                    <a:pt x="20653" y="426731"/>
                  </a:moveTo>
                  <a:lnTo>
                    <a:pt x="36131" y="443741"/>
                  </a:lnTo>
                  <a:lnTo>
                    <a:pt x="36131" y="426731"/>
                  </a:lnTo>
                  <a:close/>
                  <a:moveTo>
                    <a:pt x="16813" y="400060"/>
                  </a:moveTo>
                  <a:lnTo>
                    <a:pt x="20653" y="426731"/>
                  </a:lnTo>
                  <a:lnTo>
                    <a:pt x="36131" y="426731"/>
                  </a:lnTo>
                  <a:close/>
                  <a:moveTo>
                    <a:pt x="144523" y="426731"/>
                  </a:moveTo>
                  <a:lnTo>
                    <a:pt x="144523" y="448509"/>
                  </a:lnTo>
                  <a:lnTo>
                    <a:pt x="170782" y="426731"/>
                  </a:lnTo>
                  <a:close/>
                  <a:moveTo>
                    <a:pt x="180654" y="400060"/>
                  </a:moveTo>
                  <a:lnTo>
                    <a:pt x="170782" y="426731"/>
                  </a:lnTo>
                  <a:lnTo>
                    <a:pt x="180654" y="411424"/>
                  </a:lnTo>
                  <a:close/>
                  <a:moveTo>
                    <a:pt x="144523" y="426731"/>
                  </a:moveTo>
                  <a:lnTo>
                    <a:pt x="170782" y="426731"/>
                  </a:lnTo>
                  <a:lnTo>
                    <a:pt x="180654" y="400060"/>
                  </a:lnTo>
                  <a:close/>
                  <a:moveTo>
                    <a:pt x="29440" y="373390"/>
                  </a:moveTo>
                  <a:lnTo>
                    <a:pt x="36131" y="400060"/>
                  </a:lnTo>
                  <a:lnTo>
                    <a:pt x="36131" y="373390"/>
                  </a:lnTo>
                  <a:close/>
                  <a:moveTo>
                    <a:pt x="29440" y="373390"/>
                  </a:moveTo>
                  <a:lnTo>
                    <a:pt x="16813" y="400060"/>
                  </a:lnTo>
                  <a:lnTo>
                    <a:pt x="36131" y="400060"/>
                  </a:lnTo>
                  <a:close/>
                  <a:moveTo>
                    <a:pt x="180654" y="400060"/>
                  </a:moveTo>
                  <a:lnTo>
                    <a:pt x="180654" y="411424"/>
                  </a:lnTo>
                  <a:lnTo>
                    <a:pt x="186755" y="400060"/>
                  </a:lnTo>
                  <a:close/>
                  <a:moveTo>
                    <a:pt x="180654" y="373390"/>
                  </a:moveTo>
                  <a:lnTo>
                    <a:pt x="186755" y="400060"/>
                  </a:lnTo>
                  <a:lnTo>
                    <a:pt x="194430" y="373390"/>
                  </a:lnTo>
                  <a:close/>
                  <a:moveTo>
                    <a:pt x="180654" y="373390"/>
                  </a:moveTo>
                  <a:lnTo>
                    <a:pt x="180654" y="400060"/>
                  </a:lnTo>
                  <a:lnTo>
                    <a:pt x="186755" y="400060"/>
                  </a:lnTo>
                  <a:close/>
                  <a:moveTo>
                    <a:pt x="36131" y="365824"/>
                  </a:moveTo>
                  <a:lnTo>
                    <a:pt x="29440" y="373390"/>
                  </a:lnTo>
                  <a:lnTo>
                    <a:pt x="36131" y="373390"/>
                  </a:lnTo>
                  <a:close/>
                  <a:moveTo>
                    <a:pt x="36131" y="373390"/>
                  </a:moveTo>
                  <a:lnTo>
                    <a:pt x="57186" y="346719"/>
                  </a:lnTo>
                  <a:lnTo>
                    <a:pt x="36131" y="365824"/>
                  </a:lnTo>
                  <a:close/>
                  <a:moveTo>
                    <a:pt x="72261" y="346719"/>
                  </a:moveTo>
                  <a:lnTo>
                    <a:pt x="57186" y="346719"/>
                  </a:lnTo>
                  <a:lnTo>
                    <a:pt x="36131" y="373390"/>
                  </a:lnTo>
                  <a:close/>
                  <a:moveTo>
                    <a:pt x="180654" y="346719"/>
                  </a:moveTo>
                  <a:lnTo>
                    <a:pt x="194430" y="373390"/>
                  </a:lnTo>
                  <a:lnTo>
                    <a:pt x="200121" y="346719"/>
                  </a:lnTo>
                  <a:close/>
                  <a:moveTo>
                    <a:pt x="180654" y="346719"/>
                  </a:moveTo>
                  <a:lnTo>
                    <a:pt x="180654" y="373390"/>
                  </a:lnTo>
                  <a:lnTo>
                    <a:pt x="194430" y="373390"/>
                  </a:lnTo>
                  <a:close/>
                  <a:moveTo>
                    <a:pt x="72261" y="332360"/>
                  </a:moveTo>
                  <a:lnTo>
                    <a:pt x="57186" y="346719"/>
                  </a:lnTo>
                  <a:lnTo>
                    <a:pt x="72261" y="346719"/>
                  </a:lnTo>
                  <a:close/>
                  <a:moveTo>
                    <a:pt x="72261" y="346719"/>
                  </a:moveTo>
                  <a:lnTo>
                    <a:pt x="88189" y="320048"/>
                  </a:lnTo>
                  <a:lnTo>
                    <a:pt x="72261" y="332360"/>
                  </a:lnTo>
                  <a:close/>
                  <a:moveTo>
                    <a:pt x="108392" y="320048"/>
                  </a:moveTo>
                  <a:lnTo>
                    <a:pt x="88189" y="320048"/>
                  </a:lnTo>
                  <a:lnTo>
                    <a:pt x="72261" y="346719"/>
                  </a:lnTo>
                  <a:close/>
                  <a:moveTo>
                    <a:pt x="180654" y="320048"/>
                  </a:moveTo>
                  <a:lnTo>
                    <a:pt x="200121" y="346719"/>
                  </a:lnTo>
                  <a:lnTo>
                    <a:pt x="206255" y="320048"/>
                  </a:lnTo>
                  <a:close/>
                  <a:moveTo>
                    <a:pt x="180654" y="320048"/>
                  </a:moveTo>
                  <a:lnTo>
                    <a:pt x="180654" y="346719"/>
                  </a:lnTo>
                  <a:lnTo>
                    <a:pt x="200121" y="346719"/>
                  </a:lnTo>
                  <a:close/>
                  <a:moveTo>
                    <a:pt x="104753" y="293378"/>
                  </a:moveTo>
                  <a:lnTo>
                    <a:pt x="108392" y="320048"/>
                  </a:lnTo>
                  <a:lnTo>
                    <a:pt x="108392" y="293378"/>
                  </a:lnTo>
                  <a:close/>
                  <a:moveTo>
                    <a:pt x="104753" y="293378"/>
                  </a:moveTo>
                  <a:lnTo>
                    <a:pt x="88189" y="320048"/>
                  </a:lnTo>
                  <a:lnTo>
                    <a:pt x="108392" y="320048"/>
                  </a:lnTo>
                  <a:close/>
                  <a:moveTo>
                    <a:pt x="108392" y="320048"/>
                  </a:moveTo>
                  <a:lnTo>
                    <a:pt x="144523" y="293378"/>
                  </a:lnTo>
                  <a:lnTo>
                    <a:pt x="108392" y="293378"/>
                  </a:lnTo>
                  <a:close/>
                  <a:moveTo>
                    <a:pt x="180654" y="293378"/>
                  </a:moveTo>
                  <a:lnTo>
                    <a:pt x="206255" y="320048"/>
                  </a:lnTo>
                  <a:lnTo>
                    <a:pt x="211853" y="293378"/>
                  </a:lnTo>
                  <a:close/>
                  <a:moveTo>
                    <a:pt x="180654" y="293378"/>
                  </a:moveTo>
                  <a:lnTo>
                    <a:pt x="180654" y="320048"/>
                  </a:lnTo>
                  <a:lnTo>
                    <a:pt x="206255" y="320048"/>
                  </a:lnTo>
                  <a:close/>
                  <a:moveTo>
                    <a:pt x="105245" y="266707"/>
                  </a:moveTo>
                  <a:lnTo>
                    <a:pt x="108392" y="293378"/>
                  </a:lnTo>
                  <a:lnTo>
                    <a:pt x="108392" y="266707"/>
                  </a:lnTo>
                  <a:close/>
                  <a:moveTo>
                    <a:pt x="105245" y="266707"/>
                  </a:moveTo>
                  <a:lnTo>
                    <a:pt x="104753" y="293378"/>
                  </a:lnTo>
                  <a:lnTo>
                    <a:pt x="108392" y="293378"/>
                  </a:lnTo>
                  <a:close/>
                  <a:moveTo>
                    <a:pt x="108392" y="293378"/>
                  </a:moveTo>
                  <a:lnTo>
                    <a:pt x="144523" y="293378"/>
                  </a:lnTo>
                  <a:lnTo>
                    <a:pt x="144523" y="266707"/>
                  </a:lnTo>
                  <a:close/>
                  <a:moveTo>
                    <a:pt x="108392" y="293378"/>
                  </a:moveTo>
                  <a:lnTo>
                    <a:pt x="144523" y="266707"/>
                  </a:lnTo>
                  <a:lnTo>
                    <a:pt x="108392" y="266707"/>
                  </a:lnTo>
                  <a:close/>
                  <a:moveTo>
                    <a:pt x="180654" y="266707"/>
                  </a:moveTo>
                  <a:lnTo>
                    <a:pt x="211853" y="293378"/>
                  </a:lnTo>
                  <a:lnTo>
                    <a:pt x="215598" y="266707"/>
                  </a:lnTo>
                  <a:close/>
                  <a:moveTo>
                    <a:pt x="180654" y="266707"/>
                  </a:moveTo>
                  <a:lnTo>
                    <a:pt x="180654" y="293378"/>
                  </a:lnTo>
                  <a:lnTo>
                    <a:pt x="211853" y="293378"/>
                  </a:lnTo>
                  <a:close/>
                  <a:moveTo>
                    <a:pt x="93293" y="240036"/>
                  </a:moveTo>
                  <a:lnTo>
                    <a:pt x="108392" y="266707"/>
                  </a:lnTo>
                  <a:lnTo>
                    <a:pt x="108392" y="240036"/>
                  </a:lnTo>
                  <a:close/>
                  <a:moveTo>
                    <a:pt x="93293" y="240036"/>
                  </a:moveTo>
                  <a:lnTo>
                    <a:pt x="105245" y="266707"/>
                  </a:lnTo>
                  <a:lnTo>
                    <a:pt x="108392" y="266707"/>
                  </a:lnTo>
                  <a:close/>
                  <a:moveTo>
                    <a:pt x="216784" y="240036"/>
                  </a:moveTo>
                  <a:lnTo>
                    <a:pt x="215598" y="266707"/>
                  </a:lnTo>
                  <a:lnTo>
                    <a:pt x="216784" y="260827"/>
                  </a:lnTo>
                  <a:close/>
                  <a:moveTo>
                    <a:pt x="180654" y="266707"/>
                  </a:moveTo>
                  <a:lnTo>
                    <a:pt x="215598" y="266707"/>
                  </a:lnTo>
                  <a:lnTo>
                    <a:pt x="216784" y="240036"/>
                  </a:lnTo>
                  <a:close/>
                  <a:moveTo>
                    <a:pt x="75445" y="213366"/>
                  </a:moveTo>
                  <a:lnTo>
                    <a:pt x="93293" y="240036"/>
                  </a:lnTo>
                  <a:lnTo>
                    <a:pt x="108392" y="240036"/>
                  </a:lnTo>
                  <a:close/>
                  <a:moveTo>
                    <a:pt x="180654" y="240036"/>
                  </a:moveTo>
                  <a:lnTo>
                    <a:pt x="216784" y="240036"/>
                  </a:lnTo>
                  <a:lnTo>
                    <a:pt x="216784" y="213366"/>
                  </a:lnTo>
                  <a:close/>
                  <a:moveTo>
                    <a:pt x="216784" y="240036"/>
                  </a:moveTo>
                  <a:lnTo>
                    <a:pt x="216784" y="260827"/>
                  </a:lnTo>
                  <a:lnTo>
                    <a:pt x="219145" y="240036"/>
                  </a:lnTo>
                  <a:close/>
                  <a:moveTo>
                    <a:pt x="216784" y="213366"/>
                  </a:moveTo>
                  <a:lnTo>
                    <a:pt x="219145" y="240036"/>
                  </a:lnTo>
                  <a:lnTo>
                    <a:pt x="224444" y="213366"/>
                  </a:lnTo>
                  <a:close/>
                  <a:moveTo>
                    <a:pt x="216784" y="213366"/>
                  </a:moveTo>
                  <a:lnTo>
                    <a:pt x="216784" y="240036"/>
                  </a:lnTo>
                  <a:lnTo>
                    <a:pt x="219145" y="240036"/>
                  </a:lnTo>
                  <a:close/>
                  <a:moveTo>
                    <a:pt x="108392" y="213366"/>
                  </a:moveTo>
                  <a:lnTo>
                    <a:pt x="72261" y="207284"/>
                  </a:lnTo>
                  <a:lnTo>
                    <a:pt x="75445" y="213366"/>
                  </a:lnTo>
                  <a:close/>
                  <a:moveTo>
                    <a:pt x="72261" y="186695"/>
                  </a:moveTo>
                  <a:lnTo>
                    <a:pt x="72261" y="207284"/>
                  </a:lnTo>
                  <a:lnTo>
                    <a:pt x="108392" y="213366"/>
                  </a:lnTo>
                  <a:close/>
                  <a:moveTo>
                    <a:pt x="216784" y="186695"/>
                  </a:moveTo>
                  <a:lnTo>
                    <a:pt x="224444" y="213366"/>
                  </a:lnTo>
                  <a:lnTo>
                    <a:pt x="230505" y="186695"/>
                  </a:lnTo>
                  <a:close/>
                  <a:moveTo>
                    <a:pt x="216784" y="186695"/>
                  </a:moveTo>
                  <a:lnTo>
                    <a:pt x="216784" y="213366"/>
                  </a:lnTo>
                  <a:lnTo>
                    <a:pt x="224444" y="213366"/>
                  </a:lnTo>
                  <a:close/>
                  <a:moveTo>
                    <a:pt x="64060" y="186695"/>
                  </a:moveTo>
                  <a:lnTo>
                    <a:pt x="72261" y="207284"/>
                  </a:lnTo>
                  <a:lnTo>
                    <a:pt x="72261" y="186695"/>
                  </a:lnTo>
                  <a:close/>
                  <a:moveTo>
                    <a:pt x="62661" y="160024"/>
                  </a:moveTo>
                  <a:lnTo>
                    <a:pt x="72261" y="186695"/>
                  </a:lnTo>
                  <a:lnTo>
                    <a:pt x="72261" y="160024"/>
                  </a:lnTo>
                  <a:close/>
                  <a:moveTo>
                    <a:pt x="62661" y="160024"/>
                  </a:moveTo>
                  <a:lnTo>
                    <a:pt x="64060" y="186695"/>
                  </a:lnTo>
                  <a:lnTo>
                    <a:pt x="72261" y="186695"/>
                  </a:lnTo>
                  <a:close/>
                  <a:moveTo>
                    <a:pt x="216784" y="160024"/>
                  </a:moveTo>
                  <a:lnTo>
                    <a:pt x="230505" y="186695"/>
                  </a:lnTo>
                  <a:lnTo>
                    <a:pt x="236103" y="160024"/>
                  </a:lnTo>
                  <a:close/>
                  <a:moveTo>
                    <a:pt x="216784" y="160024"/>
                  </a:moveTo>
                  <a:lnTo>
                    <a:pt x="216784" y="186695"/>
                  </a:lnTo>
                  <a:lnTo>
                    <a:pt x="230505" y="186695"/>
                  </a:lnTo>
                  <a:close/>
                  <a:moveTo>
                    <a:pt x="71362" y="133353"/>
                  </a:moveTo>
                  <a:lnTo>
                    <a:pt x="72261" y="160024"/>
                  </a:lnTo>
                  <a:lnTo>
                    <a:pt x="72261" y="133353"/>
                  </a:lnTo>
                  <a:close/>
                  <a:moveTo>
                    <a:pt x="71362" y="133353"/>
                  </a:moveTo>
                  <a:lnTo>
                    <a:pt x="62661" y="160024"/>
                  </a:lnTo>
                  <a:lnTo>
                    <a:pt x="72261" y="160024"/>
                  </a:lnTo>
                  <a:close/>
                  <a:moveTo>
                    <a:pt x="216784" y="133353"/>
                  </a:moveTo>
                  <a:lnTo>
                    <a:pt x="236103" y="160024"/>
                  </a:lnTo>
                  <a:lnTo>
                    <a:pt x="242217" y="133353"/>
                  </a:lnTo>
                  <a:close/>
                  <a:moveTo>
                    <a:pt x="72261" y="131781"/>
                  </a:moveTo>
                  <a:lnTo>
                    <a:pt x="71362" y="133353"/>
                  </a:lnTo>
                  <a:lnTo>
                    <a:pt x="72261" y="133353"/>
                  </a:lnTo>
                  <a:close/>
                  <a:moveTo>
                    <a:pt x="72261" y="133353"/>
                  </a:moveTo>
                  <a:lnTo>
                    <a:pt x="89211" y="106683"/>
                  </a:lnTo>
                  <a:lnTo>
                    <a:pt x="72261" y="131781"/>
                  </a:lnTo>
                  <a:close/>
                  <a:moveTo>
                    <a:pt x="108392" y="106683"/>
                  </a:moveTo>
                  <a:lnTo>
                    <a:pt x="89211" y="106683"/>
                  </a:lnTo>
                  <a:lnTo>
                    <a:pt x="72261" y="133353"/>
                  </a:lnTo>
                  <a:close/>
                  <a:moveTo>
                    <a:pt x="216784" y="106683"/>
                  </a:moveTo>
                  <a:lnTo>
                    <a:pt x="242217" y="133353"/>
                  </a:lnTo>
                  <a:lnTo>
                    <a:pt x="251460" y="106683"/>
                  </a:lnTo>
                  <a:close/>
                  <a:moveTo>
                    <a:pt x="107716" y="80012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107716" y="80012"/>
                  </a:moveTo>
                  <a:lnTo>
                    <a:pt x="89211" y="106683"/>
                  </a:lnTo>
                  <a:lnTo>
                    <a:pt x="108392" y="106683"/>
                  </a:lnTo>
                  <a:close/>
                  <a:moveTo>
                    <a:pt x="252915" y="80012"/>
                  </a:moveTo>
                  <a:lnTo>
                    <a:pt x="251460" y="106683"/>
                  </a:lnTo>
                  <a:lnTo>
                    <a:pt x="252915" y="102915"/>
                  </a:lnTo>
                  <a:close/>
                  <a:moveTo>
                    <a:pt x="216784" y="106683"/>
                  </a:moveTo>
                  <a:lnTo>
                    <a:pt x="251460" y="106683"/>
                  </a:lnTo>
                  <a:lnTo>
                    <a:pt x="252915" y="80012"/>
                  </a:lnTo>
                  <a:close/>
                  <a:moveTo>
                    <a:pt x="108392" y="78949"/>
                  </a:moveTo>
                  <a:lnTo>
                    <a:pt x="107716" y="80012"/>
                  </a:lnTo>
                  <a:lnTo>
                    <a:pt x="108392" y="80012"/>
                  </a:lnTo>
                  <a:close/>
                  <a:moveTo>
                    <a:pt x="108392" y="80012"/>
                  </a:moveTo>
                  <a:lnTo>
                    <a:pt x="128123" y="53341"/>
                  </a:lnTo>
                  <a:lnTo>
                    <a:pt x="108392" y="78949"/>
                  </a:lnTo>
                  <a:close/>
                  <a:moveTo>
                    <a:pt x="144523" y="53341"/>
                  </a:moveTo>
                  <a:lnTo>
                    <a:pt x="128123" y="53341"/>
                  </a:lnTo>
                  <a:lnTo>
                    <a:pt x="108392" y="80012"/>
                  </a:lnTo>
                  <a:close/>
                  <a:moveTo>
                    <a:pt x="252915" y="80012"/>
                  </a:moveTo>
                  <a:lnTo>
                    <a:pt x="252915" y="102915"/>
                  </a:lnTo>
                  <a:lnTo>
                    <a:pt x="261026" y="80012"/>
                  </a:lnTo>
                  <a:close/>
                  <a:moveTo>
                    <a:pt x="252915" y="53341"/>
                  </a:moveTo>
                  <a:lnTo>
                    <a:pt x="261026" y="80012"/>
                  </a:lnTo>
                  <a:lnTo>
                    <a:pt x="264049" y="53341"/>
                  </a:lnTo>
                  <a:close/>
                  <a:moveTo>
                    <a:pt x="252915" y="53341"/>
                  </a:moveTo>
                  <a:lnTo>
                    <a:pt x="252915" y="80012"/>
                  </a:lnTo>
                  <a:lnTo>
                    <a:pt x="261026" y="80012"/>
                  </a:lnTo>
                  <a:close/>
                  <a:moveTo>
                    <a:pt x="144523" y="34528"/>
                  </a:moveTo>
                  <a:lnTo>
                    <a:pt x="128123" y="53341"/>
                  </a:lnTo>
                  <a:lnTo>
                    <a:pt x="144523" y="53341"/>
                  </a:lnTo>
                  <a:close/>
                  <a:moveTo>
                    <a:pt x="144523" y="53341"/>
                  </a:moveTo>
                  <a:lnTo>
                    <a:pt x="155908" y="26671"/>
                  </a:lnTo>
                  <a:lnTo>
                    <a:pt x="144523" y="34528"/>
                  </a:lnTo>
                  <a:close/>
                  <a:moveTo>
                    <a:pt x="180654" y="26671"/>
                  </a:moveTo>
                  <a:lnTo>
                    <a:pt x="155908" y="26671"/>
                  </a:lnTo>
                  <a:lnTo>
                    <a:pt x="144523" y="53341"/>
                  </a:lnTo>
                  <a:close/>
                  <a:moveTo>
                    <a:pt x="216784" y="26671"/>
                  </a:moveTo>
                  <a:lnTo>
                    <a:pt x="252915" y="29125"/>
                  </a:lnTo>
                  <a:lnTo>
                    <a:pt x="250597" y="26671"/>
                  </a:lnTo>
                  <a:close/>
                  <a:moveTo>
                    <a:pt x="252915" y="53341"/>
                  </a:moveTo>
                  <a:lnTo>
                    <a:pt x="252915" y="29125"/>
                  </a:lnTo>
                  <a:lnTo>
                    <a:pt x="216784" y="26671"/>
                  </a:lnTo>
                  <a:close/>
                  <a:moveTo>
                    <a:pt x="252915" y="53341"/>
                  </a:moveTo>
                  <a:lnTo>
                    <a:pt x="264049" y="53341"/>
                  </a:lnTo>
                  <a:lnTo>
                    <a:pt x="252915" y="29125"/>
                  </a:lnTo>
                  <a:close/>
                  <a:moveTo>
                    <a:pt x="180654" y="14976"/>
                  </a:moveTo>
                  <a:lnTo>
                    <a:pt x="155908" y="26671"/>
                  </a:lnTo>
                  <a:lnTo>
                    <a:pt x="180654" y="26671"/>
                  </a:lnTo>
                  <a:close/>
                  <a:moveTo>
                    <a:pt x="180654" y="26671"/>
                  </a:moveTo>
                  <a:lnTo>
                    <a:pt x="216784" y="12845"/>
                  </a:lnTo>
                  <a:lnTo>
                    <a:pt x="180654" y="14976"/>
                  </a:lnTo>
                  <a:close/>
                  <a:moveTo>
                    <a:pt x="180654" y="26671"/>
                  </a:moveTo>
                  <a:lnTo>
                    <a:pt x="216784" y="26671"/>
                  </a:lnTo>
                  <a:lnTo>
                    <a:pt x="216784" y="12845"/>
                  </a:lnTo>
                  <a:close/>
                  <a:moveTo>
                    <a:pt x="216784" y="26671"/>
                  </a:moveTo>
                  <a:lnTo>
                    <a:pt x="250597" y="26671"/>
                  </a:lnTo>
                  <a:lnTo>
                    <a:pt x="216784" y="12845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4018" name="Match_B1__4017">
              <a:extLst>
                <a:ext uri="{FF2B5EF4-FFF2-40B4-BE49-F238E27FC236}">
                  <a16:creationId xmlns:a16="http://schemas.microsoft.com/office/drawing/2014/main" id="{2B2B6DB4-8ABB-F5A1-41DE-ABD8360A725F}"/>
                </a:ext>
              </a:extLst>
            </p:cNvPr>
            <p:cNvSpPr>
              <a:spLocks noGrp="1"/>
            </p:cNvSpPr>
            <p:nvPr/>
          </p:nvSpPr>
          <p:spPr>
            <a:xfrm>
              <a:off x="8429350" y="1808928"/>
              <a:ext cx="236102" cy="426731"/>
            </a:xfrm>
            <a:custGeom>
              <a:avLst/>
              <a:gdLst/>
              <a:ahLst/>
              <a:cxnLst/>
              <a:rect l="0" t="0" r="0" b="0"/>
              <a:pathLst>
                <a:path w="236102" h="426731">
                  <a:moveTo>
                    <a:pt x="55449" y="400060"/>
                  </a:moveTo>
                  <a:lnTo>
                    <a:pt x="19318" y="400060"/>
                  </a:lnTo>
                  <a:lnTo>
                    <a:pt x="55449" y="426731"/>
                  </a:lnTo>
                  <a:close/>
                  <a:moveTo>
                    <a:pt x="55449" y="426731"/>
                  </a:moveTo>
                  <a:lnTo>
                    <a:pt x="91579" y="426731"/>
                  </a:lnTo>
                  <a:lnTo>
                    <a:pt x="91579" y="400060"/>
                  </a:lnTo>
                  <a:close/>
                  <a:moveTo>
                    <a:pt x="55449" y="426731"/>
                  </a:moveTo>
                  <a:lnTo>
                    <a:pt x="91579" y="400060"/>
                  </a:lnTo>
                  <a:lnTo>
                    <a:pt x="55449" y="400060"/>
                  </a:lnTo>
                  <a:close/>
                  <a:moveTo>
                    <a:pt x="91579" y="400060"/>
                  </a:moveTo>
                  <a:lnTo>
                    <a:pt x="91579" y="426731"/>
                  </a:lnTo>
                  <a:lnTo>
                    <a:pt x="127710" y="400060"/>
                  </a:lnTo>
                  <a:close/>
                  <a:moveTo>
                    <a:pt x="0" y="373390"/>
                  </a:moveTo>
                  <a:lnTo>
                    <a:pt x="19318" y="400060"/>
                  </a:lnTo>
                  <a:lnTo>
                    <a:pt x="19318" y="373390"/>
                  </a:lnTo>
                  <a:close/>
                  <a:moveTo>
                    <a:pt x="19318" y="400060"/>
                  </a:moveTo>
                  <a:lnTo>
                    <a:pt x="55449" y="400060"/>
                  </a:lnTo>
                  <a:lnTo>
                    <a:pt x="55449" y="373390"/>
                  </a:lnTo>
                  <a:close/>
                  <a:moveTo>
                    <a:pt x="19318" y="400060"/>
                  </a:moveTo>
                  <a:lnTo>
                    <a:pt x="55449" y="373390"/>
                  </a:lnTo>
                  <a:lnTo>
                    <a:pt x="19318" y="373390"/>
                  </a:lnTo>
                  <a:close/>
                  <a:moveTo>
                    <a:pt x="91579" y="400060"/>
                  </a:moveTo>
                  <a:lnTo>
                    <a:pt x="127710" y="400060"/>
                  </a:lnTo>
                  <a:lnTo>
                    <a:pt x="127710" y="373390"/>
                  </a:lnTo>
                  <a:close/>
                  <a:moveTo>
                    <a:pt x="127710" y="373390"/>
                  </a:moveTo>
                  <a:lnTo>
                    <a:pt x="127710" y="400060"/>
                  </a:lnTo>
                  <a:lnTo>
                    <a:pt x="163841" y="373390"/>
                  </a:lnTo>
                  <a:close/>
                  <a:moveTo>
                    <a:pt x="19318" y="373390"/>
                  </a:moveTo>
                  <a:lnTo>
                    <a:pt x="55449" y="373390"/>
                  </a:lnTo>
                  <a:lnTo>
                    <a:pt x="55449" y="346719"/>
                  </a:lnTo>
                  <a:close/>
                  <a:moveTo>
                    <a:pt x="19318" y="373390"/>
                  </a:moveTo>
                  <a:lnTo>
                    <a:pt x="55449" y="346719"/>
                  </a:lnTo>
                  <a:lnTo>
                    <a:pt x="19318" y="346719"/>
                  </a:lnTo>
                  <a:close/>
                  <a:moveTo>
                    <a:pt x="127710" y="373390"/>
                  </a:moveTo>
                  <a:lnTo>
                    <a:pt x="163841" y="373390"/>
                  </a:lnTo>
                  <a:lnTo>
                    <a:pt x="163841" y="346719"/>
                  </a:lnTo>
                  <a:close/>
                  <a:moveTo>
                    <a:pt x="127710" y="373390"/>
                  </a:moveTo>
                  <a:lnTo>
                    <a:pt x="163841" y="346719"/>
                  </a:lnTo>
                  <a:lnTo>
                    <a:pt x="127710" y="346719"/>
                  </a:lnTo>
                  <a:close/>
                  <a:moveTo>
                    <a:pt x="55449" y="346719"/>
                  </a:moveTo>
                  <a:lnTo>
                    <a:pt x="55449" y="320048"/>
                  </a:lnTo>
                  <a:lnTo>
                    <a:pt x="19318" y="346719"/>
                  </a:lnTo>
                  <a:close/>
                  <a:moveTo>
                    <a:pt x="55449" y="346719"/>
                  </a:moveTo>
                  <a:lnTo>
                    <a:pt x="91579" y="346719"/>
                  </a:lnTo>
                  <a:lnTo>
                    <a:pt x="91579" y="320048"/>
                  </a:lnTo>
                  <a:close/>
                  <a:moveTo>
                    <a:pt x="55449" y="346719"/>
                  </a:moveTo>
                  <a:lnTo>
                    <a:pt x="91579" y="320048"/>
                  </a:lnTo>
                  <a:lnTo>
                    <a:pt x="55449" y="320048"/>
                  </a:lnTo>
                  <a:close/>
                  <a:moveTo>
                    <a:pt x="91579" y="346719"/>
                  </a:moveTo>
                  <a:lnTo>
                    <a:pt x="127710" y="346719"/>
                  </a:lnTo>
                  <a:lnTo>
                    <a:pt x="127710" y="320048"/>
                  </a:lnTo>
                  <a:close/>
                  <a:moveTo>
                    <a:pt x="91579" y="346719"/>
                  </a:moveTo>
                  <a:lnTo>
                    <a:pt x="127710" y="320048"/>
                  </a:lnTo>
                  <a:lnTo>
                    <a:pt x="91579" y="320048"/>
                  </a:lnTo>
                  <a:close/>
                  <a:moveTo>
                    <a:pt x="127710" y="346719"/>
                  </a:moveTo>
                  <a:lnTo>
                    <a:pt x="163841" y="346719"/>
                  </a:lnTo>
                  <a:lnTo>
                    <a:pt x="163841" y="320048"/>
                  </a:lnTo>
                  <a:close/>
                  <a:moveTo>
                    <a:pt x="127710" y="346719"/>
                  </a:moveTo>
                  <a:lnTo>
                    <a:pt x="163841" y="320048"/>
                  </a:lnTo>
                  <a:lnTo>
                    <a:pt x="127710" y="320048"/>
                  </a:lnTo>
                  <a:close/>
                  <a:moveTo>
                    <a:pt x="91579" y="320048"/>
                  </a:moveTo>
                  <a:lnTo>
                    <a:pt x="91579" y="293378"/>
                  </a:lnTo>
                  <a:lnTo>
                    <a:pt x="55449" y="320048"/>
                  </a:lnTo>
                  <a:close/>
                  <a:moveTo>
                    <a:pt x="91579" y="320048"/>
                  </a:moveTo>
                  <a:lnTo>
                    <a:pt x="127710" y="320048"/>
                  </a:lnTo>
                  <a:lnTo>
                    <a:pt x="127710" y="293378"/>
                  </a:lnTo>
                  <a:close/>
                  <a:moveTo>
                    <a:pt x="91579" y="320048"/>
                  </a:moveTo>
                  <a:lnTo>
                    <a:pt x="127710" y="293378"/>
                  </a:lnTo>
                  <a:lnTo>
                    <a:pt x="91579" y="293378"/>
                  </a:lnTo>
                  <a:close/>
                  <a:moveTo>
                    <a:pt x="127710" y="320048"/>
                  </a:moveTo>
                  <a:lnTo>
                    <a:pt x="163841" y="320048"/>
                  </a:lnTo>
                  <a:lnTo>
                    <a:pt x="163841" y="293378"/>
                  </a:lnTo>
                  <a:close/>
                  <a:moveTo>
                    <a:pt x="127710" y="320048"/>
                  </a:moveTo>
                  <a:lnTo>
                    <a:pt x="163841" y="293378"/>
                  </a:lnTo>
                  <a:lnTo>
                    <a:pt x="127710" y="293378"/>
                  </a:lnTo>
                  <a:close/>
                  <a:moveTo>
                    <a:pt x="91579" y="293378"/>
                  </a:moveTo>
                  <a:lnTo>
                    <a:pt x="127710" y="293378"/>
                  </a:lnTo>
                  <a:lnTo>
                    <a:pt x="127710" y="266707"/>
                  </a:lnTo>
                  <a:close/>
                  <a:moveTo>
                    <a:pt x="127710" y="293378"/>
                  </a:moveTo>
                  <a:lnTo>
                    <a:pt x="163841" y="293378"/>
                  </a:lnTo>
                  <a:lnTo>
                    <a:pt x="163841" y="266707"/>
                  </a:lnTo>
                  <a:close/>
                  <a:moveTo>
                    <a:pt x="127710" y="293378"/>
                  </a:moveTo>
                  <a:lnTo>
                    <a:pt x="163841" y="266707"/>
                  </a:lnTo>
                  <a:lnTo>
                    <a:pt x="127710" y="266707"/>
                  </a:lnTo>
                  <a:close/>
                  <a:moveTo>
                    <a:pt x="127710" y="266707"/>
                  </a:moveTo>
                  <a:lnTo>
                    <a:pt x="163841" y="266707"/>
                  </a:lnTo>
                  <a:lnTo>
                    <a:pt x="163841" y="240036"/>
                  </a:lnTo>
                  <a:close/>
                  <a:moveTo>
                    <a:pt x="127710" y="266707"/>
                  </a:moveTo>
                  <a:lnTo>
                    <a:pt x="163841" y="240036"/>
                  </a:lnTo>
                  <a:lnTo>
                    <a:pt x="127710" y="240036"/>
                  </a:lnTo>
                  <a:close/>
                  <a:moveTo>
                    <a:pt x="91579" y="240036"/>
                  </a:moveTo>
                  <a:lnTo>
                    <a:pt x="127710" y="240036"/>
                  </a:lnTo>
                  <a:lnTo>
                    <a:pt x="127710" y="213366"/>
                  </a:lnTo>
                  <a:close/>
                  <a:moveTo>
                    <a:pt x="91579" y="240036"/>
                  </a:moveTo>
                  <a:lnTo>
                    <a:pt x="127710" y="213366"/>
                  </a:lnTo>
                  <a:lnTo>
                    <a:pt x="91579" y="213366"/>
                  </a:lnTo>
                  <a:close/>
                  <a:moveTo>
                    <a:pt x="127710" y="240036"/>
                  </a:moveTo>
                  <a:lnTo>
                    <a:pt x="163841" y="240036"/>
                  </a:lnTo>
                  <a:lnTo>
                    <a:pt x="163841" y="213366"/>
                  </a:lnTo>
                  <a:close/>
                  <a:moveTo>
                    <a:pt x="127710" y="240036"/>
                  </a:moveTo>
                  <a:lnTo>
                    <a:pt x="163841" y="213366"/>
                  </a:lnTo>
                  <a:lnTo>
                    <a:pt x="127710" y="213366"/>
                  </a:lnTo>
                  <a:close/>
                  <a:moveTo>
                    <a:pt x="163841" y="213366"/>
                  </a:moveTo>
                  <a:lnTo>
                    <a:pt x="163841" y="240036"/>
                  </a:lnTo>
                  <a:lnTo>
                    <a:pt x="199972" y="213366"/>
                  </a:lnTo>
                  <a:close/>
                  <a:moveTo>
                    <a:pt x="58633" y="186695"/>
                  </a:moveTo>
                  <a:lnTo>
                    <a:pt x="91579" y="213366"/>
                  </a:lnTo>
                  <a:lnTo>
                    <a:pt x="91579" y="186695"/>
                  </a:lnTo>
                  <a:close/>
                  <a:moveTo>
                    <a:pt x="91579" y="213366"/>
                  </a:moveTo>
                  <a:lnTo>
                    <a:pt x="127710" y="213366"/>
                  </a:lnTo>
                  <a:lnTo>
                    <a:pt x="127710" y="186695"/>
                  </a:lnTo>
                  <a:close/>
                  <a:moveTo>
                    <a:pt x="91579" y="213366"/>
                  </a:moveTo>
                  <a:lnTo>
                    <a:pt x="127710" y="186695"/>
                  </a:lnTo>
                  <a:lnTo>
                    <a:pt x="91579" y="186695"/>
                  </a:lnTo>
                  <a:close/>
                  <a:moveTo>
                    <a:pt x="127710" y="213366"/>
                  </a:moveTo>
                  <a:lnTo>
                    <a:pt x="163841" y="213366"/>
                  </a:lnTo>
                  <a:lnTo>
                    <a:pt x="163841" y="186695"/>
                  </a:lnTo>
                  <a:close/>
                  <a:moveTo>
                    <a:pt x="127710" y="213366"/>
                  </a:moveTo>
                  <a:lnTo>
                    <a:pt x="163841" y="186695"/>
                  </a:lnTo>
                  <a:lnTo>
                    <a:pt x="127710" y="186695"/>
                  </a:lnTo>
                  <a:close/>
                  <a:moveTo>
                    <a:pt x="163841" y="213366"/>
                  </a:moveTo>
                  <a:lnTo>
                    <a:pt x="199972" y="186695"/>
                  </a:lnTo>
                  <a:lnTo>
                    <a:pt x="163841" y="186695"/>
                  </a:lnTo>
                  <a:close/>
                  <a:moveTo>
                    <a:pt x="91579" y="160024"/>
                  </a:moveTo>
                  <a:lnTo>
                    <a:pt x="55449" y="160024"/>
                  </a:lnTo>
                  <a:lnTo>
                    <a:pt x="91579" y="186695"/>
                  </a:lnTo>
                  <a:close/>
                  <a:moveTo>
                    <a:pt x="91579" y="186695"/>
                  </a:moveTo>
                  <a:lnTo>
                    <a:pt x="127710" y="186695"/>
                  </a:lnTo>
                  <a:lnTo>
                    <a:pt x="127710" y="160024"/>
                  </a:lnTo>
                  <a:close/>
                  <a:moveTo>
                    <a:pt x="127710" y="186695"/>
                  </a:moveTo>
                  <a:lnTo>
                    <a:pt x="163841" y="186695"/>
                  </a:lnTo>
                  <a:lnTo>
                    <a:pt x="163841" y="160024"/>
                  </a:lnTo>
                  <a:close/>
                  <a:moveTo>
                    <a:pt x="163841" y="186695"/>
                  </a:moveTo>
                  <a:lnTo>
                    <a:pt x="199972" y="186695"/>
                  </a:lnTo>
                  <a:lnTo>
                    <a:pt x="199972" y="160024"/>
                  </a:lnTo>
                  <a:close/>
                  <a:moveTo>
                    <a:pt x="163841" y="186695"/>
                  </a:moveTo>
                  <a:lnTo>
                    <a:pt x="199972" y="160024"/>
                  </a:lnTo>
                  <a:lnTo>
                    <a:pt x="163841" y="160024"/>
                  </a:lnTo>
                  <a:close/>
                  <a:moveTo>
                    <a:pt x="55449" y="160024"/>
                  </a:moveTo>
                  <a:lnTo>
                    <a:pt x="91579" y="160024"/>
                  </a:lnTo>
                  <a:lnTo>
                    <a:pt x="91579" y="133353"/>
                  </a:lnTo>
                  <a:close/>
                  <a:moveTo>
                    <a:pt x="55449" y="160024"/>
                  </a:moveTo>
                  <a:lnTo>
                    <a:pt x="91579" y="133353"/>
                  </a:lnTo>
                  <a:lnTo>
                    <a:pt x="55449" y="133353"/>
                  </a:lnTo>
                  <a:close/>
                  <a:moveTo>
                    <a:pt x="163841" y="160024"/>
                  </a:moveTo>
                  <a:lnTo>
                    <a:pt x="199972" y="160024"/>
                  </a:lnTo>
                  <a:lnTo>
                    <a:pt x="199972" y="133353"/>
                  </a:lnTo>
                  <a:close/>
                  <a:moveTo>
                    <a:pt x="163841" y="160024"/>
                  </a:moveTo>
                  <a:lnTo>
                    <a:pt x="199972" y="133353"/>
                  </a:lnTo>
                  <a:lnTo>
                    <a:pt x="163841" y="133353"/>
                  </a:lnTo>
                  <a:close/>
                  <a:moveTo>
                    <a:pt x="55449" y="133353"/>
                  </a:moveTo>
                  <a:lnTo>
                    <a:pt x="91579" y="133353"/>
                  </a:lnTo>
                  <a:lnTo>
                    <a:pt x="91579" y="106683"/>
                  </a:lnTo>
                  <a:close/>
                  <a:moveTo>
                    <a:pt x="55449" y="133353"/>
                  </a:moveTo>
                  <a:lnTo>
                    <a:pt x="91579" y="106683"/>
                  </a:lnTo>
                  <a:lnTo>
                    <a:pt x="55449" y="106683"/>
                  </a:lnTo>
                  <a:close/>
                  <a:moveTo>
                    <a:pt x="163841" y="133353"/>
                  </a:moveTo>
                  <a:lnTo>
                    <a:pt x="199972" y="133353"/>
                  </a:lnTo>
                  <a:lnTo>
                    <a:pt x="199972" y="106683"/>
                  </a:lnTo>
                  <a:close/>
                  <a:moveTo>
                    <a:pt x="199972" y="106683"/>
                  </a:moveTo>
                  <a:lnTo>
                    <a:pt x="199972" y="133353"/>
                  </a:lnTo>
                  <a:lnTo>
                    <a:pt x="219290" y="133353"/>
                  </a:lnTo>
                  <a:close/>
                  <a:moveTo>
                    <a:pt x="91579" y="106683"/>
                  </a:moveTo>
                  <a:lnTo>
                    <a:pt x="91579" y="80012"/>
                  </a:lnTo>
                  <a:lnTo>
                    <a:pt x="55449" y="106683"/>
                  </a:lnTo>
                  <a:close/>
                  <a:moveTo>
                    <a:pt x="91579" y="106683"/>
                  </a:moveTo>
                  <a:lnTo>
                    <a:pt x="127710" y="80012"/>
                  </a:lnTo>
                  <a:lnTo>
                    <a:pt x="91579" y="80012"/>
                  </a:lnTo>
                  <a:close/>
                  <a:moveTo>
                    <a:pt x="163841" y="106683"/>
                  </a:moveTo>
                  <a:lnTo>
                    <a:pt x="199972" y="106683"/>
                  </a:lnTo>
                  <a:lnTo>
                    <a:pt x="199972" y="80012"/>
                  </a:lnTo>
                  <a:close/>
                  <a:moveTo>
                    <a:pt x="199972" y="80012"/>
                  </a:moveTo>
                  <a:lnTo>
                    <a:pt x="199972" y="106683"/>
                  </a:lnTo>
                  <a:lnTo>
                    <a:pt x="225404" y="106683"/>
                  </a:lnTo>
                  <a:close/>
                  <a:moveTo>
                    <a:pt x="91579" y="80012"/>
                  </a:moveTo>
                  <a:lnTo>
                    <a:pt x="127710" y="80012"/>
                  </a:lnTo>
                  <a:lnTo>
                    <a:pt x="127710" y="53341"/>
                  </a:lnTo>
                  <a:close/>
                  <a:moveTo>
                    <a:pt x="91579" y="80012"/>
                  </a:moveTo>
                  <a:lnTo>
                    <a:pt x="127710" y="53341"/>
                  </a:lnTo>
                  <a:lnTo>
                    <a:pt x="91579" y="53341"/>
                  </a:lnTo>
                  <a:close/>
                  <a:moveTo>
                    <a:pt x="127710" y="80012"/>
                  </a:moveTo>
                  <a:lnTo>
                    <a:pt x="163841" y="53341"/>
                  </a:lnTo>
                  <a:lnTo>
                    <a:pt x="127710" y="53341"/>
                  </a:lnTo>
                  <a:close/>
                  <a:moveTo>
                    <a:pt x="163841" y="80012"/>
                  </a:moveTo>
                  <a:lnTo>
                    <a:pt x="199972" y="80012"/>
                  </a:lnTo>
                  <a:lnTo>
                    <a:pt x="199972" y="53341"/>
                  </a:lnTo>
                  <a:close/>
                  <a:moveTo>
                    <a:pt x="163841" y="80012"/>
                  </a:moveTo>
                  <a:lnTo>
                    <a:pt x="199972" y="53341"/>
                  </a:lnTo>
                  <a:lnTo>
                    <a:pt x="163841" y="53341"/>
                  </a:lnTo>
                  <a:close/>
                  <a:moveTo>
                    <a:pt x="199972" y="53341"/>
                  </a:moveTo>
                  <a:lnTo>
                    <a:pt x="199972" y="80012"/>
                  </a:lnTo>
                  <a:lnTo>
                    <a:pt x="236102" y="53341"/>
                  </a:lnTo>
                  <a:close/>
                  <a:moveTo>
                    <a:pt x="127710" y="53341"/>
                  </a:moveTo>
                  <a:lnTo>
                    <a:pt x="127710" y="26671"/>
                  </a:lnTo>
                  <a:lnTo>
                    <a:pt x="91579" y="53341"/>
                  </a:lnTo>
                  <a:close/>
                  <a:moveTo>
                    <a:pt x="127710" y="53341"/>
                  </a:moveTo>
                  <a:lnTo>
                    <a:pt x="163841" y="53341"/>
                  </a:lnTo>
                  <a:lnTo>
                    <a:pt x="163841" y="26671"/>
                  </a:lnTo>
                  <a:close/>
                  <a:moveTo>
                    <a:pt x="127710" y="53341"/>
                  </a:moveTo>
                  <a:lnTo>
                    <a:pt x="163841" y="26671"/>
                  </a:lnTo>
                  <a:lnTo>
                    <a:pt x="127710" y="26671"/>
                  </a:lnTo>
                  <a:close/>
                  <a:moveTo>
                    <a:pt x="163841" y="53341"/>
                  </a:moveTo>
                  <a:lnTo>
                    <a:pt x="199972" y="53341"/>
                  </a:lnTo>
                  <a:lnTo>
                    <a:pt x="199972" y="26671"/>
                  </a:lnTo>
                  <a:close/>
                  <a:moveTo>
                    <a:pt x="163841" y="53341"/>
                  </a:moveTo>
                  <a:lnTo>
                    <a:pt x="199972" y="26671"/>
                  </a:lnTo>
                  <a:lnTo>
                    <a:pt x="163841" y="26671"/>
                  </a:lnTo>
                  <a:close/>
                  <a:moveTo>
                    <a:pt x="199972" y="53341"/>
                  </a:moveTo>
                  <a:lnTo>
                    <a:pt x="236102" y="53341"/>
                  </a:lnTo>
                  <a:lnTo>
                    <a:pt x="236102" y="26671"/>
                  </a:lnTo>
                  <a:close/>
                  <a:moveTo>
                    <a:pt x="199972" y="53341"/>
                  </a:moveTo>
                  <a:lnTo>
                    <a:pt x="236102" y="26671"/>
                  </a:lnTo>
                  <a:lnTo>
                    <a:pt x="199972" y="26671"/>
                  </a:lnTo>
                  <a:close/>
                  <a:moveTo>
                    <a:pt x="163841" y="26671"/>
                  </a:moveTo>
                  <a:lnTo>
                    <a:pt x="163841" y="0"/>
                  </a:lnTo>
                  <a:lnTo>
                    <a:pt x="127710" y="26671"/>
                  </a:lnTo>
                  <a:close/>
                  <a:moveTo>
                    <a:pt x="163841" y="26671"/>
                  </a:moveTo>
                  <a:lnTo>
                    <a:pt x="199972" y="26671"/>
                  </a:lnTo>
                  <a:lnTo>
                    <a:pt x="199972" y="0"/>
                  </a:lnTo>
                  <a:close/>
                  <a:moveTo>
                    <a:pt x="163841" y="26671"/>
                  </a:moveTo>
                  <a:lnTo>
                    <a:pt x="199972" y="0"/>
                  </a:lnTo>
                  <a:lnTo>
                    <a:pt x="163841" y="0"/>
                  </a:lnTo>
                  <a:close/>
                  <a:moveTo>
                    <a:pt x="199972" y="26671"/>
                  </a:moveTo>
                  <a:lnTo>
                    <a:pt x="236102" y="26671"/>
                  </a:lnTo>
                  <a:lnTo>
                    <a:pt x="199972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4019" name="Match_B1__4018">
              <a:extLst>
                <a:ext uri="{FF2B5EF4-FFF2-40B4-BE49-F238E27FC236}">
                  <a16:creationId xmlns:a16="http://schemas.microsoft.com/office/drawing/2014/main" id="{BD2754C5-E7D1-7052-537F-23C0784E6B43}"/>
                </a:ext>
              </a:extLst>
            </p:cNvPr>
            <p:cNvSpPr>
              <a:spLocks noGrp="1"/>
            </p:cNvSpPr>
            <p:nvPr/>
          </p:nvSpPr>
          <p:spPr>
            <a:xfrm>
              <a:off x="8484799" y="1862269"/>
              <a:ext cx="144523" cy="346719"/>
            </a:xfrm>
            <a:custGeom>
              <a:avLst/>
              <a:gdLst/>
              <a:ahLst/>
              <a:cxnLst/>
              <a:rect l="0" t="0" r="0" b="0"/>
              <a:pathLst>
                <a:path w="144523" h="346719">
                  <a:moveTo>
                    <a:pt x="0" y="346719"/>
                  </a:moveTo>
                  <a:lnTo>
                    <a:pt x="36131" y="346719"/>
                  </a:lnTo>
                  <a:lnTo>
                    <a:pt x="36131" y="320048"/>
                  </a:lnTo>
                  <a:close/>
                  <a:moveTo>
                    <a:pt x="0" y="346719"/>
                  </a:moveTo>
                  <a:lnTo>
                    <a:pt x="36131" y="320048"/>
                  </a:lnTo>
                  <a:lnTo>
                    <a:pt x="0" y="320048"/>
                  </a:lnTo>
                  <a:close/>
                  <a:moveTo>
                    <a:pt x="36131" y="346719"/>
                  </a:moveTo>
                  <a:lnTo>
                    <a:pt x="72261" y="320048"/>
                  </a:lnTo>
                  <a:lnTo>
                    <a:pt x="36131" y="320048"/>
                  </a:lnTo>
                  <a:close/>
                  <a:moveTo>
                    <a:pt x="0" y="320048"/>
                  </a:moveTo>
                  <a:lnTo>
                    <a:pt x="36131" y="320048"/>
                  </a:lnTo>
                  <a:lnTo>
                    <a:pt x="36131" y="293378"/>
                  </a:lnTo>
                  <a:close/>
                  <a:moveTo>
                    <a:pt x="0" y="320048"/>
                  </a:moveTo>
                  <a:lnTo>
                    <a:pt x="36131" y="293378"/>
                  </a:lnTo>
                  <a:lnTo>
                    <a:pt x="0" y="293378"/>
                  </a:lnTo>
                  <a:close/>
                  <a:moveTo>
                    <a:pt x="36131" y="320048"/>
                  </a:moveTo>
                  <a:lnTo>
                    <a:pt x="72261" y="320048"/>
                  </a:lnTo>
                  <a:lnTo>
                    <a:pt x="72261" y="293378"/>
                  </a:lnTo>
                  <a:close/>
                  <a:moveTo>
                    <a:pt x="36131" y="320048"/>
                  </a:moveTo>
                  <a:lnTo>
                    <a:pt x="72261" y="293378"/>
                  </a:lnTo>
                  <a:lnTo>
                    <a:pt x="36131" y="293378"/>
                  </a:lnTo>
                  <a:close/>
                  <a:moveTo>
                    <a:pt x="36131" y="133353"/>
                  </a:moveTo>
                  <a:lnTo>
                    <a:pt x="72261" y="106683"/>
                  </a:lnTo>
                  <a:lnTo>
                    <a:pt x="36131" y="106683"/>
                  </a:lnTo>
                  <a:close/>
                  <a:moveTo>
                    <a:pt x="72261" y="133353"/>
                  </a:moveTo>
                  <a:lnTo>
                    <a:pt x="108392" y="106683"/>
                  </a:lnTo>
                  <a:lnTo>
                    <a:pt x="72261" y="106683"/>
                  </a:lnTo>
                  <a:close/>
                  <a:moveTo>
                    <a:pt x="36131" y="106683"/>
                  </a:moveTo>
                  <a:lnTo>
                    <a:pt x="72261" y="106683"/>
                  </a:lnTo>
                  <a:lnTo>
                    <a:pt x="72261" y="80012"/>
                  </a:lnTo>
                  <a:close/>
                  <a:moveTo>
                    <a:pt x="36131" y="106683"/>
                  </a:moveTo>
                  <a:lnTo>
                    <a:pt x="72261" y="80012"/>
                  </a:lnTo>
                  <a:lnTo>
                    <a:pt x="36131" y="80012"/>
                  </a:lnTo>
                  <a:close/>
                  <a:moveTo>
                    <a:pt x="72261" y="106683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72261" y="106683"/>
                  </a:moveTo>
                  <a:lnTo>
                    <a:pt x="108392" y="80012"/>
                  </a:lnTo>
                  <a:lnTo>
                    <a:pt x="72261" y="80012"/>
                  </a:lnTo>
                  <a:close/>
                  <a:moveTo>
                    <a:pt x="36131" y="80012"/>
                  </a:moveTo>
                  <a:lnTo>
                    <a:pt x="72261" y="80012"/>
                  </a:lnTo>
                  <a:lnTo>
                    <a:pt x="72261" y="53341"/>
                  </a:lnTo>
                  <a:close/>
                  <a:moveTo>
                    <a:pt x="36131" y="80012"/>
                  </a:moveTo>
                  <a:lnTo>
                    <a:pt x="72261" y="53341"/>
                  </a:lnTo>
                  <a:lnTo>
                    <a:pt x="36131" y="53341"/>
                  </a:lnTo>
                  <a:close/>
                  <a:moveTo>
                    <a:pt x="72261" y="80012"/>
                  </a:moveTo>
                  <a:lnTo>
                    <a:pt x="108392" y="80012"/>
                  </a:lnTo>
                  <a:lnTo>
                    <a:pt x="108392" y="53341"/>
                  </a:lnTo>
                  <a:close/>
                  <a:moveTo>
                    <a:pt x="72261" y="80012"/>
                  </a:moveTo>
                  <a:lnTo>
                    <a:pt x="108392" y="53341"/>
                  </a:lnTo>
                  <a:lnTo>
                    <a:pt x="72261" y="53341"/>
                  </a:lnTo>
                  <a:close/>
                  <a:moveTo>
                    <a:pt x="108392" y="80012"/>
                  </a:moveTo>
                  <a:lnTo>
                    <a:pt x="144523" y="53341"/>
                  </a:lnTo>
                  <a:lnTo>
                    <a:pt x="108392" y="53341"/>
                  </a:lnTo>
                  <a:close/>
                  <a:moveTo>
                    <a:pt x="36131" y="53341"/>
                  </a:moveTo>
                  <a:lnTo>
                    <a:pt x="72261" y="53341"/>
                  </a:lnTo>
                  <a:lnTo>
                    <a:pt x="72261" y="26671"/>
                  </a:lnTo>
                  <a:close/>
                  <a:moveTo>
                    <a:pt x="72261" y="53341"/>
                  </a:moveTo>
                  <a:lnTo>
                    <a:pt x="108392" y="53341"/>
                  </a:lnTo>
                  <a:lnTo>
                    <a:pt x="108392" y="26671"/>
                  </a:lnTo>
                  <a:close/>
                  <a:moveTo>
                    <a:pt x="72261" y="53341"/>
                  </a:moveTo>
                  <a:lnTo>
                    <a:pt x="108392" y="26671"/>
                  </a:lnTo>
                  <a:lnTo>
                    <a:pt x="72261" y="26671"/>
                  </a:lnTo>
                  <a:close/>
                  <a:moveTo>
                    <a:pt x="108392" y="53341"/>
                  </a:moveTo>
                  <a:lnTo>
                    <a:pt x="144523" y="26671"/>
                  </a:lnTo>
                  <a:lnTo>
                    <a:pt x="108392" y="26671"/>
                  </a:lnTo>
                  <a:close/>
                  <a:moveTo>
                    <a:pt x="72261" y="26671"/>
                  </a:moveTo>
                  <a:lnTo>
                    <a:pt x="108392" y="26671"/>
                  </a:lnTo>
                  <a:lnTo>
                    <a:pt x="108392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grpSp>
        <p:nvGrpSpPr>
          <p:cNvPr id="50023" name="Original label 4020 semantic B">
            <a:extLst>
              <a:ext uri="{FF2B5EF4-FFF2-40B4-BE49-F238E27FC236}">
                <a16:creationId xmlns:a16="http://schemas.microsoft.com/office/drawing/2014/main" id="{B708DBDB-7175-02E7-4326-86E088D77106}"/>
              </a:ext>
            </a:extLst>
          </p:cNvPr>
          <p:cNvGrpSpPr/>
          <p:nvPr/>
        </p:nvGrpSpPr>
        <p:grpSpPr>
          <a:xfrm>
            <a:off x="5275590" y="971550"/>
            <a:ext cx="266700" cy="200025"/>
            <a:chOff x="0" y="0"/>
            <a:chExt cx="208359" cy="156270"/>
          </a:xfrm>
        </p:grpSpPr>
        <p:sp>
          <p:nvSpPr>
            <p:cNvPr id="4020" name="label__4019">
              <a:extLst>
                <a:ext uri="{FF2B5EF4-FFF2-40B4-BE49-F238E27FC236}">
                  <a16:creationId xmlns:a16="http://schemas.microsoft.com/office/drawing/2014/main" id="{7308721A-6222-41C7-B8C5-36C49E8F74D8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08359" cy="15627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632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1088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B1</a:t>
              </a:r>
            </a:p>
          </p:txBody>
        </p:sp>
      </p:grpSp>
      <p:grpSp>
        <p:nvGrpSpPr>
          <p:cNvPr id="50024" name="Match_B2">
            <a:extLst>
              <a:ext uri="{FF2B5EF4-FFF2-40B4-BE49-F238E27FC236}">
                <a16:creationId xmlns:a16="http://schemas.microsoft.com/office/drawing/2014/main" id="{D5234EEB-DD94-47F0-4278-244C31F6A764}"/>
              </a:ext>
            </a:extLst>
          </p:cNvPr>
          <p:cNvGrpSpPr/>
          <p:nvPr/>
        </p:nvGrpSpPr>
        <p:grpSpPr>
          <a:xfrm>
            <a:off x="5610880" y="2757487"/>
            <a:ext cx="234950" cy="273050"/>
            <a:chOff x="8386763" y="3328988"/>
            <a:chExt cx="352425" cy="409575"/>
          </a:xfrm>
        </p:grpSpPr>
        <p:sp>
          <p:nvSpPr>
            <p:cNvPr id="50025" name="Match_B3__4032">
              <a:extLst>
                <a:ext uri="{FF2B5EF4-FFF2-40B4-BE49-F238E27FC236}">
                  <a16:creationId xmlns:a16="http://schemas.microsoft.com/office/drawing/2014/main" id="{75F7F5EF-1620-8767-2795-77D3025998E5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53BA84"/>
            </a:solidFill>
            <a:ln w="4001">
              <a:solidFill>
                <a:srgbClr val="B1E0C7"/>
              </a:solidFill>
            </a:ln>
          </p:spPr>
        </p:sp>
        <p:sp>
          <p:nvSpPr>
            <p:cNvPr id="50026" name="Match_B3__4033">
              <a:extLst>
                <a:ext uri="{FF2B5EF4-FFF2-40B4-BE49-F238E27FC236}">
                  <a16:creationId xmlns:a16="http://schemas.microsoft.com/office/drawing/2014/main" id="{0DE7F2C0-94EE-A3F9-D4B9-6AF354B4BC87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1E0C7"/>
              </a:solidFill>
            </a:ln>
          </p:spPr>
        </p:sp>
        <p:sp>
          <p:nvSpPr>
            <p:cNvPr id="50027" name="Match_B3__4034">
              <a:extLst>
                <a:ext uri="{FF2B5EF4-FFF2-40B4-BE49-F238E27FC236}">
                  <a16:creationId xmlns:a16="http://schemas.microsoft.com/office/drawing/2014/main" id="{EEA680DF-E94B-040E-0B57-B639D2F51B04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1E0C7"/>
              </a:solidFill>
            </a:ln>
          </p:spPr>
        </p:sp>
        <p:sp>
          <p:nvSpPr>
            <p:cNvPr id="50028" name="Match_B3__4035">
              <a:extLst>
                <a:ext uri="{FF2B5EF4-FFF2-40B4-BE49-F238E27FC236}">
                  <a16:creationId xmlns:a16="http://schemas.microsoft.com/office/drawing/2014/main" id="{44BBAE41-9C7B-FDCF-7FFF-6A1791ABD8B3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1C08E"/>
            </a:solidFill>
            <a:ln w="4001">
              <a:solidFill>
                <a:srgbClr val="B1E0C7"/>
              </a:solidFill>
            </a:ln>
          </p:spPr>
        </p:sp>
        <p:sp>
          <p:nvSpPr>
            <p:cNvPr id="50029" name="Match_B3__4036">
              <a:extLst>
                <a:ext uri="{FF2B5EF4-FFF2-40B4-BE49-F238E27FC236}">
                  <a16:creationId xmlns:a16="http://schemas.microsoft.com/office/drawing/2014/main" id="{0A37FAE8-1540-9346-73CE-3B48E260135B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3335710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1E0C7"/>
              </a:solidFill>
            </a:ln>
          </p:spPr>
        </p:sp>
        <p:sp>
          <p:nvSpPr>
            <p:cNvPr id="50030" name="Match_B3__4037">
              <a:extLst>
                <a:ext uri="{FF2B5EF4-FFF2-40B4-BE49-F238E27FC236}">
                  <a16:creationId xmlns:a16="http://schemas.microsoft.com/office/drawing/2014/main" id="{76EF411E-123A-7181-B3E3-6F1D00F599F7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37196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1E0C7"/>
              </a:solidFill>
            </a:ln>
          </p:spPr>
        </p:sp>
        <p:sp>
          <p:nvSpPr>
            <p:cNvPr id="50031" name="Match_B3__4038">
              <a:extLst>
                <a:ext uri="{FF2B5EF4-FFF2-40B4-BE49-F238E27FC236}">
                  <a16:creationId xmlns:a16="http://schemas.microsoft.com/office/drawing/2014/main" id="{FDA79BEE-1A39-05D6-D753-9CD2095DDDF0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46627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6FC698"/>
            </a:solidFill>
            <a:ln w="4001">
              <a:solidFill>
                <a:srgbClr val="B1E0C7"/>
              </a:solidFill>
            </a:ln>
          </p:spPr>
        </p:sp>
        <p:sp>
          <p:nvSpPr>
            <p:cNvPr id="50032" name="Match_B3__4039">
              <a:extLst>
                <a:ext uri="{FF2B5EF4-FFF2-40B4-BE49-F238E27FC236}">
                  <a16:creationId xmlns:a16="http://schemas.microsoft.com/office/drawing/2014/main" id="{EB17F5C9-3D1D-A8B0-D280-2B254B421501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3355426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75C89C"/>
            </a:solidFill>
            <a:ln w="4001">
              <a:solidFill>
                <a:srgbClr val="B1E0C7"/>
              </a:solidFill>
            </a:ln>
          </p:spPr>
        </p:sp>
        <p:sp>
          <p:nvSpPr>
            <p:cNvPr id="50033" name="Match_B3__4040">
              <a:extLst>
                <a:ext uri="{FF2B5EF4-FFF2-40B4-BE49-F238E27FC236}">
                  <a16:creationId xmlns:a16="http://schemas.microsoft.com/office/drawing/2014/main" id="{4F68475F-D346-083A-6E66-4ACE66891B88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3400504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1E0C7"/>
              </a:solidFill>
            </a:ln>
          </p:spPr>
        </p:sp>
        <p:sp>
          <p:nvSpPr>
            <p:cNvPr id="50034" name="Match_B3__4041">
              <a:extLst>
                <a:ext uri="{FF2B5EF4-FFF2-40B4-BE49-F238E27FC236}">
                  <a16:creationId xmlns:a16="http://schemas.microsoft.com/office/drawing/2014/main" id="{3599CA8C-3616-CD6A-DFB9-C07F8A0A9221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3571032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7DCBA2"/>
            </a:solidFill>
            <a:ln w="4001">
              <a:solidFill>
                <a:srgbClr val="B1E0C7"/>
              </a:solidFill>
            </a:ln>
          </p:spPr>
        </p:sp>
      </p:grpSp>
      <p:grpSp>
        <p:nvGrpSpPr>
          <p:cNvPr id="50035" name="Original label 4055 semantic B">
            <a:extLst>
              <a:ext uri="{FF2B5EF4-FFF2-40B4-BE49-F238E27FC236}">
                <a16:creationId xmlns:a16="http://schemas.microsoft.com/office/drawing/2014/main" id="{50DCF157-A84B-C10B-6050-A694FA3D1F0A}"/>
              </a:ext>
            </a:extLst>
          </p:cNvPr>
          <p:cNvGrpSpPr/>
          <p:nvPr/>
        </p:nvGrpSpPr>
        <p:grpSpPr>
          <a:xfrm>
            <a:off x="5275590" y="1571625"/>
            <a:ext cx="266700" cy="200025"/>
            <a:chOff x="0" y="0"/>
            <a:chExt cx="208359" cy="156270"/>
          </a:xfrm>
        </p:grpSpPr>
        <p:sp>
          <p:nvSpPr>
            <p:cNvPr id="4055" name="label__4054">
              <a:extLst>
                <a:ext uri="{FF2B5EF4-FFF2-40B4-BE49-F238E27FC236}">
                  <a16:creationId xmlns:a16="http://schemas.microsoft.com/office/drawing/2014/main" id="{E939A652-4EE6-D47C-78B9-760CAD9410F7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08359" cy="15627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632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1088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B2</a:t>
              </a:r>
            </a:p>
          </p:txBody>
        </p:sp>
      </p:grpSp>
      <p:grpSp>
        <p:nvGrpSpPr>
          <p:cNvPr id="6229" name="Match_B5">
            <a:extLst>
              <a:ext uri="{FF2B5EF4-FFF2-40B4-BE49-F238E27FC236}">
                <a16:creationId xmlns:a16="http://schemas.microsoft.com/office/drawing/2014/main" id="{247E56A1-B738-3C5D-0E47-3A531EB1C851}"/>
              </a:ext>
            </a:extLst>
          </p:cNvPr>
          <p:cNvGrpSpPr/>
          <p:nvPr/>
        </p:nvGrpSpPr>
        <p:grpSpPr>
          <a:xfrm>
            <a:off x="5580390" y="2130425"/>
            <a:ext cx="234950" cy="273050"/>
            <a:chOff x="8386763" y="5014913"/>
            <a:chExt cx="352425" cy="409575"/>
          </a:xfrm>
        </p:grpSpPr>
        <p:sp>
          <p:nvSpPr>
            <p:cNvPr id="4056" name="Match_B5__4055">
              <a:extLst>
                <a:ext uri="{FF2B5EF4-FFF2-40B4-BE49-F238E27FC236}">
                  <a16:creationId xmlns:a16="http://schemas.microsoft.com/office/drawing/2014/main" id="{3490D1DD-7222-F6A6-E551-127E4D793AE7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4057" name="Match_B5__4056">
              <a:extLst>
                <a:ext uri="{FF2B5EF4-FFF2-40B4-BE49-F238E27FC236}">
                  <a16:creationId xmlns:a16="http://schemas.microsoft.com/office/drawing/2014/main" id="{11962BB2-74A8-AA3F-FE97-083E6992BB84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4058" name="Match_B5__4057">
              <a:extLst>
                <a:ext uri="{FF2B5EF4-FFF2-40B4-BE49-F238E27FC236}">
                  <a16:creationId xmlns:a16="http://schemas.microsoft.com/office/drawing/2014/main" id="{A5F366A8-A7F7-3D69-578A-B5BAA8C3827B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4059" name="Match_B5__4058">
              <a:extLst>
                <a:ext uri="{FF2B5EF4-FFF2-40B4-BE49-F238E27FC236}">
                  <a16:creationId xmlns:a16="http://schemas.microsoft.com/office/drawing/2014/main" id="{9FAB0B20-0CDB-8F67-1D8C-7357E2586C9C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4060" name="Match_B5__4059">
              <a:extLst>
                <a:ext uri="{FF2B5EF4-FFF2-40B4-BE49-F238E27FC236}">
                  <a16:creationId xmlns:a16="http://schemas.microsoft.com/office/drawing/2014/main" id="{1367E4A1-0C8E-A58C-FDA7-6AB5DCF14B37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5021635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4061" name="Match_B5__4060">
              <a:extLst>
                <a:ext uri="{FF2B5EF4-FFF2-40B4-BE49-F238E27FC236}">
                  <a16:creationId xmlns:a16="http://schemas.microsoft.com/office/drawing/2014/main" id="{994F4BDB-E5C0-A88D-2BD4-BC917E157CE0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23121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4062" name="Match_B5__4061">
              <a:extLst>
                <a:ext uri="{FF2B5EF4-FFF2-40B4-BE49-F238E27FC236}">
                  <a16:creationId xmlns:a16="http://schemas.microsoft.com/office/drawing/2014/main" id="{10E0D25D-0EA9-DCCB-7674-4EEFFF4BCAB9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32552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4063" name="Match_B5__4062">
              <a:extLst>
                <a:ext uri="{FF2B5EF4-FFF2-40B4-BE49-F238E27FC236}">
                  <a16:creationId xmlns:a16="http://schemas.microsoft.com/office/drawing/2014/main" id="{2548618B-8BDD-2DAD-4DFA-590CE6BF3147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5041351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4064" name="Match_B5__4063">
              <a:extLst>
                <a:ext uri="{FF2B5EF4-FFF2-40B4-BE49-F238E27FC236}">
                  <a16:creationId xmlns:a16="http://schemas.microsoft.com/office/drawing/2014/main" id="{0DFACB29-FD50-9361-100E-EA8126C6B83C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5086429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4065" name="Match_B5__4064">
              <a:extLst>
                <a:ext uri="{FF2B5EF4-FFF2-40B4-BE49-F238E27FC236}">
                  <a16:creationId xmlns:a16="http://schemas.microsoft.com/office/drawing/2014/main" id="{7E7E6772-8B61-76B8-1EF9-EA99F4F0A647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5256957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grpSp>
        <p:nvGrpSpPr>
          <p:cNvPr id="50036" name="Original label 4066 semantic B">
            <a:extLst>
              <a:ext uri="{FF2B5EF4-FFF2-40B4-BE49-F238E27FC236}">
                <a16:creationId xmlns:a16="http://schemas.microsoft.com/office/drawing/2014/main" id="{A4C598E8-8DA3-FD08-5F96-3A1C808394CE}"/>
              </a:ext>
            </a:extLst>
          </p:cNvPr>
          <p:cNvGrpSpPr/>
          <p:nvPr/>
        </p:nvGrpSpPr>
        <p:grpSpPr>
          <a:xfrm>
            <a:off x="5275590" y="2171700"/>
            <a:ext cx="266700" cy="200025"/>
            <a:chOff x="0" y="0"/>
            <a:chExt cx="208359" cy="156270"/>
          </a:xfrm>
        </p:grpSpPr>
        <p:sp>
          <p:nvSpPr>
            <p:cNvPr id="4066" name="label__4065">
              <a:extLst>
                <a:ext uri="{FF2B5EF4-FFF2-40B4-BE49-F238E27FC236}">
                  <a16:creationId xmlns:a16="http://schemas.microsoft.com/office/drawing/2014/main" id="{609C254D-AC19-DF88-A95A-10B707A04235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08359" cy="15627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88" dirty="0">
                  <a:solidFill>
                    <a:srgbClr val="687780"/>
                  </a:solidFill>
                  <a:latin typeface="Arial"/>
                  <a:cs typeface="Arial"/>
                </a:rPr>
                <a:t>B3</a:t>
              </a:r>
            </a:p>
          </p:txBody>
        </p:sp>
      </p:grpSp>
      <p:grpSp>
        <p:nvGrpSpPr>
          <p:cNvPr id="6227" name="Match_B3">
            <a:extLst>
              <a:ext uri="{FF2B5EF4-FFF2-40B4-BE49-F238E27FC236}">
                <a16:creationId xmlns:a16="http://schemas.microsoft.com/office/drawing/2014/main" id="{753841C0-35C6-5729-203F-F7C2199E63A2}"/>
              </a:ext>
            </a:extLst>
          </p:cNvPr>
          <p:cNvGrpSpPr/>
          <p:nvPr/>
        </p:nvGrpSpPr>
        <p:grpSpPr>
          <a:xfrm>
            <a:off x="5579201" y="1528445"/>
            <a:ext cx="234950" cy="273050"/>
            <a:chOff x="8386763" y="3328988"/>
            <a:chExt cx="352425" cy="409575"/>
          </a:xfrm>
        </p:grpSpPr>
        <p:sp>
          <p:nvSpPr>
            <p:cNvPr id="4033" name="Match_B3__4032">
              <a:extLst>
                <a:ext uri="{FF2B5EF4-FFF2-40B4-BE49-F238E27FC236}">
                  <a16:creationId xmlns:a16="http://schemas.microsoft.com/office/drawing/2014/main" id="{C11DCB7F-AD89-0268-59A1-0FA5D67A3285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4034" name="Match_B3__4033">
              <a:extLst>
                <a:ext uri="{FF2B5EF4-FFF2-40B4-BE49-F238E27FC236}">
                  <a16:creationId xmlns:a16="http://schemas.microsoft.com/office/drawing/2014/main" id="{5AC5B2C7-BAE2-5C51-5EB1-1D3DBB82BE2C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4035" name="Match_B3__4034">
              <a:extLst>
                <a:ext uri="{FF2B5EF4-FFF2-40B4-BE49-F238E27FC236}">
                  <a16:creationId xmlns:a16="http://schemas.microsoft.com/office/drawing/2014/main" id="{B3CAE3A1-328D-DF86-A23B-192C1BD6B07A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4036" name="Match_B3__4035">
              <a:extLst>
                <a:ext uri="{FF2B5EF4-FFF2-40B4-BE49-F238E27FC236}">
                  <a16:creationId xmlns:a16="http://schemas.microsoft.com/office/drawing/2014/main" id="{84E7BF2E-6FD8-66B2-1CBA-0C5744B6715B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4037" name="Match_B3__4036">
              <a:extLst>
                <a:ext uri="{FF2B5EF4-FFF2-40B4-BE49-F238E27FC236}">
                  <a16:creationId xmlns:a16="http://schemas.microsoft.com/office/drawing/2014/main" id="{05EFD4AC-9420-02ED-C845-2E7DCB32092B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3335710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4038" name="Match_B3__4037">
              <a:extLst>
                <a:ext uri="{FF2B5EF4-FFF2-40B4-BE49-F238E27FC236}">
                  <a16:creationId xmlns:a16="http://schemas.microsoft.com/office/drawing/2014/main" id="{05B3B4B3-C513-6AB6-E37F-FBB50EFA7AC0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37196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4039" name="Match_B3__4038">
              <a:extLst>
                <a:ext uri="{FF2B5EF4-FFF2-40B4-BE49-F238E27FC236}">
                  <a16:creationId xmlns:a16="http://schemas.microsoft.com/office/drawing/2014/main" id="{C3933A15-F805-A806-BF47-375205BFB429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46627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4040" name="Match_B3__4039">
              <a:extLst>
                <a:ext uri="{FF2B5EF4-FFF2-40B4-BE49-F238E27FC236}">
                  <a16:creationId xmlns:a16="http://schemas.microsoft.com/office/drawing/2014/main" id="{2A4759B8-3B31-22F5-5994-F346A8BC3EFE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3355426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4041" name="Match_B3__4040">
              <a:extLst>
                <a:ext uri="{FF2B5EF4-FFF2-40B4-BE49-F238E27FC236}">
                  <a16:creationId xmlns:a16="http://schemas.microsoft.com/office/drawing/2014/main" id="{3C89B775-8E08-42E6-1FA4-27DDA528ECAA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3400504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4042" name="Match_B3__4041">
              <a:extLst>
                <a:ext uri="{FF2B5EF4-FFF2-40B4-BE49-F238E27FC236}">
                  <a16:creationId xmlns:a16="http://schemas.microsoft.com/office/drawing/2014/main" id="{766E95C9-6A34-5719-F8BE-FC7CF4E4F03D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3571032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grpSp>
        <p:nvGrpSpPr>
          <p:cNvPr id="50037" name="Original label 4043 semantic B">
            <a:extLst>
              <a:ext uri="{FF2B5EF4-FFF2-40B4-BE49-F238E27FC236}">
                <a16:creationId xmlns:a16="http://schemas.microsoft.com/office/drawing/2014/main" id="{DE2BE04E-A6AD-7B73-2D31-A2CDB36FBC64}"/>
              </a:ext>
            </a:extLst>
          </p:cNvPr>
          <p:cNvGrpSpPr/>
          <p:nvPr/>
        </p:nvGrpSpPr>
        <p:grpSpPr>
          <a:xfrm>
            <a:off x="5275590" y="2771775"/>
            <a:ext cx="266700" cy="200025"/>
            <a:chOff x="0" y="0"/>
            <a:chExt cx="208359" cy="156270"/>
          </a:xfrm>
        </p:grpSpPr>
        <p:sp>
          <p:nvSpPr>
            <p:cNvPr id="4043" name="label__4042">
              <a:extLst>
                <a:ext uri="{FF2B5EF4-FFF2-40B4-BE49-F238E27FC236}">
                  <a16:creationId xmlns:a16="http://schemas.microsoft.com/office/drawing/2014/main" id="{F2614622-56E9-A50D-E14F-FF1C57E14385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08359" cy="15627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88" dirty="0">
                  <a:solidFill>
                    <a:srgbClr val="687780"/>
                  </a:solidFill>
                  <a:latin typeface="Arial"/>
                  <a:cs typeface="Arial"/>
                </a:rPr>
                <a:t>B4</a:t>
              </a:r>
            </a:p>
          </p:txBody>
        </p:sp>
      </p:grpSp>
      <p:grpSp>
        <p:nvGrpSpPr>
          <p:cNvPr id="6226" name="Match_B4">
            <a:extLst>
              <a:ext uri="{FF2B5EF4-FFF2-40B4-BE49-F238E27FC236}">
                <a16:creationId xmlns:a16="http://schemas.microsoft.com/office/drawing/2014/main" id="{DCE54D09-C7E4-49AB-082F-EF1BEDBB5568}"/>
              </a:ext>
            </a:extLst>
          </p:cNvPr>
          <p:cNvGrpSpPr/>
          <p:nvPr/>
        </p:nvGrpSpPr>
        <p:grpSpPr>
          <a:xfrm>
            <a:off x="5580390" y="3302672"/>
            <a:ext cx="234950" cy="347905"/>
            <a:chOff x="8386763" y="2464230"/>
            <a:chExt cx="352425" cy="521858"/>
          </a:xfrm>
        </p:grpSpPr>
        <p:sp>
          <p:nvSpPr>
            <p:cNvPr id="4021" name="Match_B4__4020">
              <a:extLst>
                <a:ext uri="{FF2B5EF4-FFF2-40B4-BE49-F238E27FC236}">
                  <a16:creationId xmlns:a16="http://schemas.microsoft.com/office/drawing/2014/main" id="{E54505AF-E64A-E91E-1DDB-CCE0ED082C46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464230"/>
              <a:ext cx="283655" cy="521011"/>
            </a:xfrm>
            <a:custGeom>
              <a:avLst/>
              <a:gdLst/>
              <a:ahLst/>
              <a:cxnLst/>
              <a:rect l="0" t="0" r="0" b="0"/>
              <a:pathLst>
                <a:path w="283655" h="521011">
                  <a:moveTo>
                    <a:pt x="32283" y="520453"/>
                  </a:moveTo>
                  <a:lnTo>
                    <a:pt x="34511" y="521011"/>
                  </a:lnTo>
                  <a:lnTo>
                    <a:pt x="34511" y="520453"/>
                  </a:lnTo>
                  <a:close/>
                  <a:moveTo>
                    <a:pt x="32283" y="520453"/>
                  </a:moveTo>
                  <a:lnTo>
                    <a:pt x="34511" y="520453"/>
                  </a:lnTo>
                  <a:lnTo>
                    <a:pt x="0" y="512017"/>
                  </a:lnTo>
                  <a:close/>
                  <a:moveTo>
                    <a:pt x="207068" y="440097"/>
                  </a:moveTo>
                  <a:lnTo>
                    <a:pt x="207068" y="439857"/>
                  </a:lnTo>
                  <a:lnTo>
                    <a:pt x="181532" y="466722"/>
                  </a:lnTo>
                  <a:close/>
                  <a:moveTo>
                    <a:pt x="207068" y="439857"/>
                  </a:moveTo>
                  <a:lnTo>
                    <a:pt x="207068" y="440097"/>
                  </a:lnTo>
                  <a:lnTo>
                    <a:pt x="207319" y="439857"/>
                  </a:lnTo>
                  <a:close/>
                  <a:moveTo>
                    <a:pt x="276090" y="359260"/>
                  </a:moveTo>
                  <a:lnTo>
                    <a:pt x="275601" y="359260"/>
                  </a:lnTo>
                  <a:lnTo>
                    <a:pt x="276090" y="357571"/>
                  </a:lnTo>
                  <a:close/>
                  <a:moveTo>
                    <a:pt x="283655" y="332394"/>
                  </a:moveTo>
                  <a:lnTo>
                    <a:pt x="276090" y="359260"/>
                  </a:lnTo>
                  <a:lnTo>
                    <a:pt x="276090" y="357571"/>
                  </a:lnTo>
                  <a:close/>
                  <a:moveTo>
                    <a:pt x="172556" y="63739"/>
                  </a:moveTo>
                  <a:lnTo>
                    <a:pt x="180765" y="90604"/>
                  </a:lnTo>
                  <a:lnTo>
                    <a:pt x="176203" y="63739"/>
                  </a:lnTo>
                  <a:close/>
                  <a:moveTo>
                    <a:pt x="172556" y="63739"/>
                  </a:moveTo>
                  <a:lnTo>
                    <a:pt x="176203" y="63739"/>
                  </a:lnTo>
                  <a:lnTo>
                    <a:pt x="172556" y="56704"/>
                  </a:lnTo>
                  <a:close/>
                  <a:moveTo>
                    <a:pt x="34511" y="7021"/>
                  </a:moveTo>
                  <a:lnTo>
                    <a:pt x="28093" y="10008"/>
                  </a:lnTo>
                  <a:lnTo>
                    <a:pt x="34511" y="10008"/>
                  </a:lnTo>
                  <a:close/>
                  <a:moveTo>
                    <a:pt x="34511" y="10008"/>
                  </a:moveTo>
                  <a:lnTo>
                    <a:pt x="69023" y="0"/>
                  </a:lnTo>
                  <a:lnTo>
                    <a:pt x="34511" y="7021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4022" name="Match_B4__4021">
              <a:extLst>
                <a:ext uri="{FF2B5EF4-FFF2-40B4-BE49-F238E27FC236}">
                  <a16:creationId xmlns:a16="http://schemas.microsoft.com/office/drawing/2014/main" id="{C3970BB7-913A-29AE-6494-4117A644B34E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64230"/>
              <a:ext cx="352425" cy="521858"/>
            </a:xfrm>
            <a:custGeom>
              <a:avLst/>
              <a:gdLst/>
              <a:ahLst/>
              <a:cxnLst/>
              <a:rect l="0" t="0" r="0" b="0"/>
              <a:pathLst>
                <a:path w="352425" h="521858">
                  <a:moveTo>
                    <a:pt x="66590" y="512017"/>
                  </a:moveTo>
                  <a:lnTo>
                    <a:pt x="101101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01101" y="521011"/>
                  </a:lnTo>
                  <a:lnTo>
                    <a:pt x="135613" y="521858"/>
                  </a:lnTo>
                  <a:close/>
                  <a:moveTo>
                    <a:pt x="135613" y="520453"/>
                  </a:moveTo>
                  <a:lnTo>
                    <a:pt x="101101" y="520453"/>
                  </a:lnTo>
                  <a:lnTo>
                    <a:pt x="101101" y="521011"/>
                  </a:lnTo>
                  <a:close/>
                  <a:moveTo>
                    <a:pt x="101101" y="520453"/>
                  </a:moveTo>
                  <a:lnTo>
                    <a:pt x="135613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35613" y="521858"/>
                  </a:lnTo>
                  <a:lnTo>
                    <a:pt x="142614" y="520453"/>
                  </a:lnTo>
                  <a:close/>
                  <a:moveTo>
                    <a:pt x="135613" y="520453"/>
                  </a:moveTo>
                  <a:lnTo>
                    <a:pt x="142614" y="520453"/>
                  </a:lnTo>
                  <a:lnTo>
                    <a:pt x="135613" y="518143"/>
                  </a:lnTo>
                  <a:close/>
                  <a:moveTo>
                    <a:pt x="135613" y="518143"/>
                  </a:moveTo>
                  <a:lnTo>
                    <a:pt x="142614" y="520453"/>
                  </a:lnTo>
                  <a:lnTo>
                    <a:pt x="170124" y="515216"/>
                  </a:lnTo>
                  <a:close/>
                  <a:moveTo>
                    <a:pt x="43276" y="493588"/>
                  </a:moveTo>
                  <a:lnTo>
                    <a:pt x="35941" y="493588"/>
                  </a:lnTo>
                  <a:lnTo>
                    <a:pt x="66590" y="512017"/>
                  </a:lnTo>
                  <a:close/>
                  <a:moveTo>
                    <a:pt x="35941" y="493588"/>
                  </a:moveTo>
                  <a:lnTo>
                    <a:pt x="43276" y="493588"/>
                  </a:lnTo>
                  <a:lnTo>
                    <a:pt x="32079" y="489679"/>
                  </a:lnTo>
                  <a:close/>
                  <a:moveTo>
                    <a:pt x="170124" y="515216"/>
                  </a:moveTo>
                  <a:lnTo>
                    <a:pt x="204635" y="500251"/>
                  </a:lnTo>
                  <a:lnTo>
                    <a:pt x="204635" y="496275"/>
                  </a:lnTo>
                  <a:close/>
                  <a:moveTo>
                    <a:pt x="215055" y="493588"/>
                  </a:moveTo>
                  <a:lnTo>
                    <a:pt x="204635" y="496275"/>
                  </a:lnTo>
                  <a:lnTo>
                    <a:pt x="204635" y="500251"/>
                  </a:lnTo>
                  <a:close/>
                  <a:moveTo>
                    <a:pt x="215055" y="493588"/>
                  </a:moveTo>
                  <a:lnTo>
                    <a:pt x="239146" y="474590"/>
                  </a:lnTo>
                  <a:lnTo>
                    <a:pt x="239146" y="470988"/>
                  </a:lnTo>
                  <a:close/>
                  <a:moveTo>
                    <a:pt x="20298" y="466722"/>
                  </a:moveTo>
                  <a:lnTo>
                    <a:pt x="14843" y="466722"/>
                  </a:lnTo>
                  <a:lnTo>
                    <a:pt x="32079" y="489679"/>
                  </a:lnTo>
                  <a:close/>
                  <a:moveTo>
                    <a:pt x="9058" y="439857"/>
                  </a:moveTo>
                  <a:lnTo>
                    <a:pt x="14843" y="466722"/>
                  </a:lnTo>
                  <a:lnTo>
                    <a:pt x="20298" y="466722"/>
                  </a:lnTo>
                  <a:close/>
                  <a:moveTo>
                    <a:pt x="248122" y="466722"/>
                  </a:moveTo>
                  <a:lnTo>
                    <a:pt x="239146" y="470988"/>
                  </a:lnTo>
                  <a:lnTo>
                    <a:pt x="239146" y="474590"/>
                  </a:lnTo>
                  <a:close/>
                  <a:moveTo>
                    <a:pt x="248122" y="466722"/>
                  </a:moveTo>
                  <a:lnTo>
                    <a:pt x="273658" y="439857"/>
                  </a:lnTo>
                  <a:lnTo>
                    <a:pt x="272275" y="439857"/>
                  </a:lnTo>
                  <a:close/>
                  <a:moveTo>
                    <a:pt x="13895" y="412991"/>
                  </a:moveTo>
                  <a:lnTo>
                    <a:pt x="9058" y="439857"/>
                  </a:lnTo>
                  <a:lnTo>
                    <a:pt x="13817" y="439857"/>
                  </a:lnTo>
                  <a:close/>
                  <a:moveTo>
                    <a:pt x="273909" y="439857"/>
                  </a:moveTo>
                  <a:lnTo>
                    <a:pt x="273658" y="438465"/>
                  </a:lnTo>
                  <a:lnTo>
                    <a:pt x="273658" y="439857"/>
                  </a:lnTo>
                  <a:close/>
                  <a:moveTo>
                    <a:pt x="300550" y="412991"/>
                  </a:moveTo>
                  <a:lnTo>
                    <a:pt x="300812" y="412991"/>
                  </a:lnTo>
                  <a:lnTo>
                    <a:pt x="273909" y="439857"/>
                  </a:lnTo>
                  <a:close/>
                  <a:moveTo>
                    <a:pt x="27506" y="386126"/>
                  </a:moveTo>
                  <a:lnTo>
                    <a:pt x="13895" y="412991"/>
                  </a:lnTo>
                  <a:lnTo>
                    <a:pt x="18356" y="412991"/>
                  </a:lnTo>
                  <a:close/>
                  <a:moveTo>
                    <a:pt x="300550" y="412991"/>
                  </a:moveTo>
                  <a:lnTo>
                    <a:pt x="308169" y="404561"/>
                  </a:lnTo>
                  <a:lnTo>
                    <a:pt x="308169" y="405416"/>
                  </a:lnTo>
                  <a:close/>
                  <a:moveTo>
                    <a:pt x="32079" y="385404"/>
                  </a:moveTo>
                  <a:lnTo>
                    <a:pt x="32079" y="378860"/>
                  </a:lnTo>
                  <a:lnTo>
                    <a:pt x="27506" y="386126"/>
                  </a:lnTo>
                  <a:close/>
                  <a:moveTo>
                    <a:pt x="32079" y="378860"/>
                  </a:moveTo>
                  <a:lnTo>
                    <a:pt x="32079" y="385404"/>
                  </a:lnTo>
                  <a:lnTo>
                    <a:pt x="44433" y="359260"/>
                  </a:lnTo>
                  <a:close/>
                  <a:moveTo>
                    <a:pt x="325237" y="386126"/>
                  </a:moveTo>
                  <a:lnTo>
                    <a:pt x="308169" y="405416"/>
                  </a:lnTo>
                  <a:lnTo>
                    <a:pt x="308169" y="404561"/>
                  </a:lnTo>
                  <a:close/>
                  <a:moveTo>
                    <a:pt x="342680" y="359260"/>
                  </a:moveTo>
                  <a:lnTo>
                    <a:pt x="342680" y="361763"/>
                  </a:lnTo>
                  <a:lnTo>
                    <a:pt x="342191" y="359260"/>
                  </a:lnTo>
                  <a:close/>
                  <a:moveTo>
                    <a:pt x="342191" y="359260"/>
                  </a:moveTo>
                  <a:lnTo>
                    <a:pt x="326794" y="386126"/>
                  </a:lnTo>
                  <a:lnTo>
                    <a:pt x="325237" y="386126"/>
                  </a:lnTo>
                  <a:close/>
                  <a:moveTo>
                    <a:pt x="56690" y="332394"/>
                  </a:moveTo>
                  <a:lnTo>
                    <a:pt x="44433" y="359260"/>
                  </a:lnTo>
                  <a:lnTo>
                    <a:pt x="47206" y="359260"/>
                  </a:lnTo>
                  <a:close/>
                  <a:moveTo>
                    <a:pt x="57685" y="305529"/>
                  </a:moveTo>
                  <a:lnTo>
                    <a:pt x="56690" y="332394"/>
                  </a:lnTo>
                  <a:lnTo>
                    <a:pt x="58513" y="332394"/>
                  </a:lnTo>
                  <a:close/>
                  <a:moveTo>
                    <a:pt x="344306" y="359260"/>
                  </a:moveTo>
                  <a:lnTo>
                    <a:pt x="342680" y="359260"/>
                  </a:lnTo>
                  <a:lnTo>
                    <a:pt x="350245" y="332394"/>
                  </a:lnTo>
                  <a:close/>
                  <a:moveTo>
                    <a:pt x="352425" y="332394"/>
                  </a:moveTo>
                  <a:lnTo>
                    <a:pt x="350245" y="332394"/>
                  </a:lnTo>
                  <a:lnTo>
                    <a:pt x="347878" y="305529"/>
                  </a:lnTo>
                  <a:close/>
                  <a:moveTo>
                    <a:pt x="45969" y="278663"/>
                  </a:moveTo>
                  <a:lnTo>
                    <a:pt x="57685" y="305529"/>
                  </a:lnTo>
                  <a:lnTo>
                    <a:pt x="59504" y="305529"/>
                  </a:lnTo>
                  <a:close/>
                  <a:moveTo>
                    <a:pt x="342680" y="294215"/>
                  </a:moveTo>
                  <a:lnTo>
                    <a:pt x="350077" y="305529"/>
                  </a:lnTo>
                  <a:lnTo>
                    <a:pt x="347878" y="305529"/>
                  </a:lnTo>
                  <a:close/>
                  <a:moveTo>
                    <a:pt x="342680" y="294215"/>
                  </a:moveTo>
                  <a:lnTo>
                    <a:pt x="335539" y="278663"/>
                  </a:lnTo>
                  <a:lnTo>
                    <a:pt x="337469" y="278663"/>
                  </a:lnTo>
                  <a:close/>
                  <a:moveTo>
                    <a:pt x="45969" y="278663"/>
                  </a:moveTo>
                  <a:lnTo>
                    <a:pt x="48844" y="278663"/>
                  </a:lnTo>
                  <a:lnTo>
                    <a:pt x="32079" y="259187"/>
                  </a:lnTo>
                  <a:close/>
                  <a:moveTo>
                    <a:pt x="337469" y="278663"/>
                  </a:moveTo>
                  <a:lnTo>
                    <a:pt x="335539" y="278663"/>
                  </a:lnTo>
                  <a:lnTo>
                    <a:pt x="314492" y="251798"/>
                  </a:lnTo>
                  <a:close/>
                  <a:moveTo>
                    <a:pt x="31137" y="251798"/>
                  </a:moveTo>
                  <a:lnTo>
                    <a:pt x="26829" y="251798"/>
                  </a:lnTo>
                  <a:lnTo>
                    <a:pt x="32079" y="259187"/>
                  </a:lnTo>
                  <a:close/>
                  <a:moveTo>
                    <a:pt x="9838" y="224932"/>
                  </a:moveTo>
                  <a:lnTo>
                    <a:pt x="26829" y="251798"/>
                  </a:lnTo>
                  <a:lnTo>
                    <a:pt x="31137" y="251798"/>
                  </a:lnTo>
                  <a:close/>
                  <a:moveTo>
                    <a:pt x="308169" y="245085"/>
                  </a:moveTo>
                  <a:lnTo>
                    <a:pt x="315803" y="251798"/>
                  </a:lnTo>
                  <a:lnTo>
                    <a:pt x="314492" y="251798"/>
                  </a:lnTo>
                  <a:close/>
                  <a:moveTo>
                    <a:pt x="308169" y="245085"/>
                  </a:moveTo>
                  <a:lnTo>
                    <a:pt x="289950" y="224932"/>
                  </a:lnTo>
                  <a:lnTo>
                    <a:pt x="289438" y="224932"/>
                  </a:lnTo>
                  <a:close/>
                  <a:moveTo>
                    <a:pt x="844" y="198067"/>
                  </a:moveTo>
                  <a:lnTo>
                    <a:pt x="9838" y="224932"/>
                  </a:lnTo>
                  <a:lnTo>
                    <a:pt x="14470" y="224932"/>
                  </a:lnTo>
                  <a:close/>
                  <a:moveTo>
                    <a:pt x="273658" y="204558"/>
                  </a:moveTo>
                  <a:lnTo>
                    <a:pt x="289438" y="224932"/>
                  </a:lnTo>
                  <a:lnTo>
                    <a:pt x="289950" y="224932"/>
                  </a:lnTo>
                  <a:close/>
                  <a:moveTo>
                    <a:pt x="273658" y="204558"/>
                  </a:moveTo>
                  <a:lnTo>
                    <a:pt x="269255" y="198067"/>
                  </a:lnTo>
                  <a:lnTo>
                    <a:pt x="266624" y="198067"/>
                  </a:lnTo>
                  <a:close/>
                  <a:moveTo>
                    <a:pt x="0" y="171201"/>
                  </a:moveTo>
                  <a:lnTo>
                    <a:pt x="844" y="198067"/>
                  </a:lnTo>
                  <a:lnTo>
                    <a:pt x="5676" y="198067"/>
                  </a:lnTo>
                  <a:close/>
                  <a:moveTo>
                    <a:pt x="266624" y="198067"/>
                  </a:moveTo>
                  <a:lnTo>
                    <a:pt x="269255" y="198067"/>
                  </a:lnTo>
                  <a:lnTo>
                    <a:pt x="256315" y="171201"/>
                  </a:lnTo>
                  <a:close/>
                  <a:moveTo>
                    <a:pt x="5610" y="144336"/>
                  </a:moveTo>
                  <a:lnTo>
                    <a:pt x="0" y="171201"/>
                  </a:lnTo>
                  <a:lnTo>
                    <a:pt x="5359" y="171201"/>
                  </a:lnTo>
                  <a:close/>
                  <a:moveTo>
                    <a:pt x="251214" y="171201"/>
                  </a:moveTo>
                  <a:lnTo>
                    <a:pt x="256315" y="171201"/>
                  </a:lnTo>
                  <a:lnTo>
                    <a:pt x="249234" y="144336"/>
                  </a:lnTo>
                  <a:close/>
                  <a:moveTo>
                    <a:pt x="14436" y="117470"/>
                  </a:moveTo>
                  <a:lnTo>
                    <a:pt x="5610" y="144336"/>
                  </a:lnTo>
                  <a:lnTo>
                    <a:pt x="12270" y="144336"/>
                  </a:lnTo>
                  <a:close/>
                  <a:moveTo>
                    <a:pt x="249234" y="144336"/>
                  </a:moveTo>
                  <a:lnTo>
                    <a:pt x="247506" y="117470"/>
                  </a:lnTo>
                  <a:lnTo>
                    <a:pt x="241184" y="144336"/>
                  </a:lnTo>
                  <a:close/>
                  <a:moveTo>
                    <a:pt x="24202" y="90604"/>
                  </a:moveTo>
                  <a:lnTo>
                    <a:pt x="32079" y="99466"/>
                  </a:lnTo>
                  <a:lnTo>
                    <a:pt x="32079" y="90604"/>
                  </a:lnTo>
                  <a:close/>
                  <a:moveTo>
                    <a:pt x="14436" y="117470"/>
                  </a:moveTo>
                  <a:lnTo>
                    <a:pt x="23473" y="117470"/>
                  </a:lnTo>
                  <a:lnTo>
                    <a:pt x="24202" y="90604"/>
                  </a:lnTo>
                  <a:close/>
                  <a:moveTo>
                    <a:pt x="239146" y="90604"/>
                  </a:moveTo>
                  <a:lnTo>
                    <a:pt x="247506" y="117470"/>
                  </a:lnTo>
                  <a:lnTo>
                    <a:pt x="247355" y="90604"/>
                  </a:lnTo>
                  <a:close/>
                  <a:moveTo>
                    <a:pt x="239146" y="90604"/>
                  </a:moveTo>
                  <a:lnTo>
                    <a:pt x="239146" y="117470"/>
                  </a:lnTo>
                  <a:lnTo>
                    <a:pt x="247506" y="117470"/>
                  </a:lnTo>
                  <a:close/>
                  <a:moveTo>
                    <a:pt x="32079" y="73714"/>
                  </a:moveTo>
                  <a:lnTo>
                    <a:pt x="24202" y="90604"/>
                  </a:lnTo>
                  <a:lnTo>
                    <a:pt x="32079" y="90604"/>
                  </a:lnTo>
                  <a:close/>
                  <a:moveTo>
                    <a:pt x="32079" y="73714"/>
                  </a:moveTo>
                  <a:lnTo>
                    <a:pt x="32079" y="90604"/>
                  </a:lnTo>
                  <a:lnTo>
                    <a:pt x="36133" y="63739"/>
                  </a:lnTo>
                  <a:close/>
                  <a:moveTo>
                    <a:pt x="36133" y="63739"/>
                  </a:moveTo>
                  <a:lnTo>
                    <a:pt x="32079" y="90604"/>
                  </a:lnTo>
                  <a:lnTo>
                    <a:pt x="35904" y="90604"/>
                  </a:lnTo>
                  <a:close/>
                  <a:moveTo>
                    <a:pt x="239146" y="63739"/>
                  </a:moveTo>
                  <a:lnTo>
                    <a:pt x="239146" y="90604"/>
                  </a:lnTo>
                  <a:lnTo>
                    <a:pt x="247355" y="90604"/>
                  </a:lnTo>
                  <a:close/>
                  <a:moveTo>
                    <a:pt x="54433" y="36873"/>
                  </a:moveTo>
                  <a:lnTo>
                    <a:pt x="66590" y="43170"/>
                  </a:lnTo>
                  <a:lnTo>
                    <a:pt x="66590" y="36873"/>
                  </a:lnTo>
                  <a:close/>
                  <a:moveTo>
                    <a:pt x="36133" y="63739"/>
                  </a:moveTo>
                  <a:lnTo>
                    <a:pt x="49651" y="63739"/>
                  </a:lnTo>
                  <a:lnTo>
                    <a:pt x="54433" y="36873"/>
                  </a:lnTo>
                  <a:close/>
                  <a:moveTo>
                    <a:pt x="239146" y="63739"/>
                  </a:moveTo>
                  <a:lnTo>
                    <a:pt x="239146" y="56704"/>
                  </a:lnTo>
                  <a:lnTo>
                    <a:pt x="228050" y="63739"/>
                  </a:lnTo>
                  <a:close/>
                  <a:moveTo>
                    <a:pt x="228050" y="63739"/>
                  </a:moveTo>
                  <a:lnTo>
                    <a:pt x="239146" y="56704"/>
                  </a:lnTo>
                  <a:lnTo>
                    <a:pt x="228421" y="36873"/>
                  </a:lnTo>
                  <a:close/>
                  <a:moveTo>
                    <a:pt x="66590" y="26168"/>
                  </a:moveTo>
                  <a:lnTo>
                    <a:pt x="54433" y="36873"/>
                  </a:lnTo>
                  <a:lnTo>
                    <a:pt x="66590" y="36873"/>
                  </a:lnTo>
                  <a:close/>
                  <a:moveTo>
                    <a:pt x="101101" y="10008"/>
                  </a:moveTo>
                  <a:lnTo>
                    <a:pt x="94683" y="10008"/>
                  </a:lnTo>
                  <a:lnTo>
                    <a:pt x="101101" y="20166"/>
                  </a:lnTo>
                  <a:close/>
                  <a:moveTo>
                    <a:pt x="94683" y="10008"/>
                  </a:moveTo>
                  <a:lnTo>
                    <a:pt x="66590" y="26168"/>
                  </a:lnTo>
                  <a:lnTo>
                    <a:pt x="101101" y="20166"/>
                  </a:lnTo>
                  <a:close/>
                  <a:moveTo>
                    <a:pt x="73371" y="36873"/>
                  </a:moveTo>
                  <a:lnTo>
                    <a:pt x="66590" y="26168"/>
                  </a:lnTo>
                  <a:lnTo>
                    <a:pt x="66590" y="36873"/>
                  </a:lnTo>
                  <a:close/>
                  <a:moveTo>
                    <a:pt x="204635" y="16737"/>
                  </a:moveTo>
                  <a:lnTo>
                    <a:pt x="209866" y="36873"/>
                  </a:lnTo>
                  <a:lnTo>
                    <a:pt x="228421" y="36873"/>
                  </a:lnTo>
                  <a:close/>
                  <a:moveTo>
                    <a:pt x="189806" y="10008"/>
                  </a:moveTo>
                  <a:lnTo>
                    <a:pt x="170124" y="10008"/>
                  </a:lnTo>
                  <a:lnTo>
                    <a:pt x="204635" y="16737"/>
                  </a:lnTo>
                  <a:close/>
                  <a:moveTo>
                    <a:pt x="204635" y="16737"/>
                  </a:moveTo>
                  <a:lnTo>
                    <a:pt x="170124" y="10008"/>
                  </a:lnTo>
                  <a:lnTo>
                    <a:pt x="170124" y="15717"/>
                  </a:lnTo>
                  <a:close/>
                  <a:moveTo>
                    <a:pt x="101101" y="10008"/>
                  </a:moveTo>
                  <a:lnTo>
                    <a:pt x="135613" y="10008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2719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10008"/>
                  </a:lnTo>
                  <a:lnTo>
                    <a:pt x="170124" y="2719"/>
                  </a:lnTo>
                  <a:close/>
                  <a:moveTo>
                    <a:pt x="170124" y="10008"/>
                  </a:moveTo>
                  <a:lnTo>
                    <a:pt x="189806" y="10008"/>
                  </a:lnTo>
                  <a:lnTo>
                    <a:pt x="170124" y="2719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4023" name="Match_B4__4022">
              <a:extLst>
                <a:ext uri="{FF2B5EF4-FFF2-40B4-BE49-F238E27FC236}">
                  <a16:creationId xmlns:a16="http://schemas.microsoft.com/office/drawing/2014/main" id="{780726E9-003A-B527-440A-D841552692DC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74238"/>
              <a:ext cx="352425" cy="510446"/>
            </a:xfrm>
            <a:custGeom>
              <a:avLst/>
              <a:gdLst/>
              <a:ahLst/>
              <a:cxnLst/>
              <a:rect l="0" t="0" r="0" b="0"/>
              <a:pathLst>
                <a:path w="352425" h="510446">
                  <a:moveTo>
                    <a:pt x="66590" y="502009"/>
                  </a:moveTo>
                  <a:lnTo>
                    <a:pt x="101101" y="507197"/>
                  </a:lnTo>
                  <a:lnTo>
                    <a:pt x="66590" y="497593"/>
                  </a:lnTo>
                  <a:close/>
                  <a:moveTo>
                    <a:pt x="135613" y="510446"/>
                  </a:moveTo>
                  <a:lnTo>
                    <a:pt x="135613" y="508135"/>
                  </a:lnTo>
                  <a:lnTo>
                    <a:pt x="101101" y="507197"/>
                  </a:lnTo>
                  <a:close/>
                  <a:moveTo>
                    <a:pt x="135613" y="508135"/>
                  </a:moveTo>
                  <a:lnTo>
                    <a:pt x="170124" y="505208"/>
                  </a:lnTo>
                  <a:lnTo>
                    <a:pt x="170124" y="501559"/>
                  </a:lnTo>
                  <a:close/>
                  <a:moveTo>
                    <a:pt x="43276" y="483580"/>
                  </a:moveTo>
                  <a:lnTo>
                    <a:pt x="66590" y="502009"/>
                  </a:lnTo>
                  <a:lnTo>
                    <a:pt x="66590" y="497593"/>
                  </a:lnTo>
                  <a:close/>
                  <a:moveTo>
                    <a:pt x="43276" y="483580"/>
                  </a:moveTo>
                  <a:lnTo>
                    <a:pt x="32079" y="472314"/>
                  </a:lnTo>
                  <a:lnTo>
                    <a:pt x="32079" y="479671"/>
                  </a:lnTo>
                  <a:close/>
                  <a:moveTo>
                    <a:pt x="170124" y="501559"/>
                  </a:moveTo>
                  <a:lnTo>
                    <a:pt x="170124" y="505208"/>
                  </a:lnTo>
                  <a:lnTo>
                    <a:pt x="204635" y="486267"/>
                  </a:lnTo>
                  <a:close/>
                  <a:moveTo>
                    <a:pt x="215055" y="483580"/>
                  </a:moveTo>
                  <a:lnTo>
                    <a:pt x="208940" y="483580"/>
                  </a:lnTo>
                  <a:lnTo>
                    <a:pt x="204635" y="486267"/>
                  </a:lnTo>
                  <a:close/>
                  <a:moveTo>
                    <a:pt x="208940" y="483580"/>
                  </a:moveTo>
                  <a:lnTo>
                    <a:pt x="215055" y="483580"/>
                  </a:lnTo>
                  <a:lnTo>
                    <a:pt x="239146" y="460980"/>
                  </a:lnTo>
                  <a:close/>
                  <a:moveTo>
                    <a:pt x="20298" y="456714"/>
                  </a:moveTo>
                  <a:lnTo>
                    <a:pt x="32079" y="479671"/>
                  </a:lnTo>
                  <a:lnTo>
                    <a:pt x="32079" y="472314"/>
                  </a:lnTo>
                  <a:close/>
                  <a:moveTo>
                    <a:pt x="9058" y="429849"/>
                  </a:moveTo>
                  <a:lnTo>
                    <a:pt x="20298" y="456714"/>
                  </a:lnTo>
                  <a:lnTo>
                    <a:pt x="13817" y="429849"/>
                  </a:lnTo>
                  <a:close/>
                  <a:moveTo>
                    <a:pt x="248122" y="456714"/>
                  </a:moveTo>
                  <a:lnTo>
                    <a:pt x="244235" y="456714"/>
                  </a:lnTo>
                  <a:lnTo>
                    <a:pt x="239146" y="460980"/>
                  </a:lnTo>
                  <a:close/>
                  <a:moveTo>
                    <a:pt x="248122" y="456714"/>
                  </a:moveTo>
                  <a:lnTo>
                    <a:pt x="272275" y="429849"/>
                  </a:lnTo>
                  <a:lnTo>
                    <a:pt x="244235" y="456714"/>
                  </a:lnTo>
                  <a:close/>
                  <a:moveTo>
                    <a:pt x="13895" y="402983"/>
                  </a:moveTo>
                  <a:lnTo>
                    <a:pt x="13817" y="429849"/>
                  </a:lnTo>
                  <a:lnTo>
                    <a:pt x="18356" y="402983"/>
                  </a:lnTo>
                  <a:close/>
                  <a:moveTo>
                    <a:pt x="300812" y="402983"/>
                  </a:moveTo>
                  <a:lnTo>
                    <a:pt x="273658" y="428457"/>
                  </a:lnTo>
                  <a:lnTo>
                    <a:pt x="273909" y="429849"/>
                  </a:lnTo>
                  <a:close/>
                  <a:moveTo>
                    <a:pt x="272275" y="429849"/>
                  </a:moveTo>
                  <a:lnTo>
                    <a:pt x="273658" y="429849"/>
                  </a:lnTo>
                  <a:lnTo>
                    <a:pt x="273658" y="428457"/>
                  </a:lnTo>
                  <a:close/>
                  <a:moveTo>
                    <a:pt x="27506" y="376118"/>
                  </a:moveTo>
                  <a:lnTo>
                    <a:pt x="18356" y="402983"/>
                  </a:lnTo>
                  <a:lnTo>
                    <a:pt x="31652" y="376118"/>
                  </a:lnTo>
                  <a:close/>
                  <a:moveTo>
                    <a:pt x="300812" y="402983"/>
                  </a:moveTo>
                  <a:lnTo>
                    <a:pt x="300550" y="402983"/>
                  </a:lnTo>
                  <a:lnTo>
                    <a:pt x="308169" y="395408"/>
                  </a:lnTo>
                  <a:close/>
                  <a:moveTo>
                    <a:pt x="32079" y="375396"/>
                  </a:moveTo>
                  <a:lnTo>
                    <a:pt x="27506" y="376118"/>
                  </a:lnTo>
                  <a:lnTo>
                    <a:pt x="31652" y="376118"/>
                  </a:lnTo>
                  <a:close/>
                  <a:moveTo>
                    <a:pt x="32079" y="375396"/>
                  </a:moveTo>
                  <a:lnTo>
                    <a:pt x="47206" y="349252"/>
                  </a:lnTo>
                  <a:lnTo>
                    <a:pt x="44433" y="349252"/>
                  </a:lnTo>
                  <a:close/>
                  <a:moveTo>
                    <a:pt x="325237" y="376118"/>
                  </a:moveTo>
                  <a:lnTo>
                    <a:pt x="326794" y="376118"/>
                  </a:lnTo>
                  <a:lnTo>
                    <a:pt x="308169" y="395408"/>
                  </a:lnTo>
                  <a:close/>
                  <a:moveTo>
                    <a:pt x="342191" y="349252"/>
                  </a:moveTo>
                  <a:lnTo>
                    <a:pt x="342680" y="351755"/>
                  </a:lnTo>
                  <a:lnTo>
                    <a:pt x="326794" y="376118"/>
                  </a:lnTo>
                  <a:close/>
                  <a:moveTo>
                    <a:pt x="56690" y="322387"/>
                  </a:moveTo>
                  <a:lnTo>
                    <a:pt x="47206" y="349252"/>
                  </a:lnTo>
                  <a:lnTo>
                    <a:pt x="58513" y="322387"/>
                  </a:lnTo>
                  <a:close/>
                  <a:moveTo>
                    <a:pt x="57685" y="295521"/>
                  </a:moveTo>
                  <a:lnTo>
                    <a:pt x="58513" y="322387"/>
                  </a:lnTo>
                  <a:lnTo>
                    <a:pt x="59504" y="295521"/>
                  </a:lnTo>
                  <a:close/>
                  <a:moveTo>
                    <a:pt x="352425" y="322387"/>
                  </a:moveTo>
                  <a:lnTo>
                    <a:pt x="344306" y="349252"/>
                  </a:lnTo>
                  <a:lnTo>
                    <a:pt x="350245" y="322387"/>
                  </a:lnTo>
                  <a:close/>
                  <a:moveTo>
                    <a:pt x="350077" y="295521"/>
                  </a:moveTo>
                  <a:lnTo>
                    <a:pt x="352425" y="322387"/>
                  </a:lnTo>
                  <a:lnTo>
                    <a:pt x="347878" y="295521"/>
                  </a:lnTo>
                  <a:close/>
                  <a:moveTo>
                    <a:pt x="45969" y="268656"/>
                  </a:moveTo>
                  <a:lnTo>
                    <a:pt x="59504" y="295521"/>
                  </a:lnTo>
                  <a:lnTo>
                    <a:pt x="48844" y="268656"/>
                  </a:lnTo>
                  <a:close/>
                  <a:moveTo>
                    <a:pt x="342680" y="284207"/>
                  </a:moveTo>
                  <a:lnTo>
                    <a:pt x="342680" y="279700"/>
                  </a:lnTo>
                  <a:lnTo>
                    <a:pt x="350077" y="295521"/>
                  </a:lnTo>
                  <a:close/>
                  <a:moveTo>
                    <a:pt x="342680" y="279700"/>
                  </a:moveTo>
                  <a:lnTo>
                    <a:pt x="342680" y="284207"/>
                  </a:lnTo>
                  <a:lnTo>
                    <a:pt x="337469" y="268656"/>
                  </a:lnTo>
                  <a:close/>
                  <a:moveTo>
                    <a:pt x="48844" y="268656"/>
                  </a:moveTo>
                  <a:lnTo>
                    <a:pt x="32079" y="243192"/>
                  </a:lnTo>
                  <a:lnTo>
                    <a:pt x="32079" y="249180"/>
                  </a:lnTo>
                  <a:close/>
                  <a:moveTo>
                    <a:pt x="315803" y="241790"/>
                  </a:moveTo>
                  <a:lnTo>
                    <a:pt x="337469" y="268656"/>
                  </a:lnTo>
                  <a:lnTo>
                    <a:pt x="314492" y="241790"/>
                  </a:lnTo>
                  <a:close/>
                  <a:moveTo>
                    <a:pt x="31137" y="241790"/>
                  </a:moveTo>
                  <a:lnTo>
                    <a:pt x="32079" y="249180"/>
                  </a:lnTo>
                  <a:lnTo>
                    <a:pt x="32079" y="243192"/>
                  </a:lnTo>
                  <a:close/>
                  <a:moveTo>
                    <a:pt x="9838" y="214924"/>
                  </a:moveTo>
                  <a:lnTo>
                    <a:pt x="31137" y="241790"/>
                  </a:lnTo>
                  <a:lnTo>
                    <a:pt x="14470" y="214924"/>
                  </a:lnTo>
                  <a:close/>
                  <a:moveTo>
                    <a:pt x="308169" y="235078"/>
                  </a:moveTo>
                  <a:lnTo>
                    <a:pt x="308169" y="234072"/>
                  </a:lnTo>
                  <a:lnTo>
                    <a:pt x="315803" y="241790"/>
                  </a:lnTo>
                  <a:close/>
                  <a:moveTo>
                    <a:pt x="308169" y="234072"/>
                  </a:moveTo>
                  <a:lnTo>
                    <a:pt x="308169" y="235078"/>
                  </a:lnTo>
                  <a:lnTo>
                    <a:pt x="289438" y="214924"/>
                  </a:lnTo>
                  <a:close/>
                  <a:moveTo>
                    <a:pt x="844" y="188059"/>
                  </a:moveTo>
                  <a:lnTo>
                    <a:pt x="14470" y="214924"/>
                  </a:lnTo>
                  <a:lnTo>
                    <a:pt x="5676" y="188059"/>
                  </a:lnTo>
                  <a:close/>
                  <a:moveTo>
                    <a:pt x="273658" y="194550"/>
                  </a:moveTo>
                  <a:lnTo>
                    <a:pt x="273658" y="197128"/>
                  </a:lnTo>
                  <a:lnTo>
                    <a:pt x="289438" y="214924"/>
                  </a:lnTo>
                  <a:close/>
                  <a:moveTo>
                    <a:pt x="273658" y="197128"/>
                  </a:moveTo>
                  <a:lnTo>
                    <a:pt x="273658" y="194550"/>
                  </a:lnTo>
                  <a:lnTo>
                    <a:pt x="266624" y="188059"/>
                  </a:lnTo>
                  <a:close/>
                  <a:moveTo>
                    <a:pt x="0" y="161193"/>
                  </a:moveTo>
                  <a:lnTo>
                    <a:pt x="5676" y="188059"/>
                  </a:lnTo>
                  <a:lnTo>
                    <a:pt x="5359" y="161193"/>
                  </a:lnTo>
                  <a:close/>
                  <a:moveTo>
                    <a:pt x="251214" y="161193"/>
                  </a:moveTo>
                  <a:lnTo>
                    <a:pt x="266624" y="188059"/>
                  </a:lnTo>
                  <a:lnTo>
                    <a:pt x="256315" y="161193"/>
                  </a:lnTo>
                  <a:close/>
                  <a:moveTo>
                    <a:pt x="5610" y="134328"/>
                  </a:moveTo>
                  <a:lnTo>
                    <a:pt x="5359" y="161193"/>
                  </a:lnTo>
                  <a:lnTo>
                    <a:pt x="12270" y="134328"/>
                  </a:lnTo>
                  <a:close/>
                  <a:moveTo>
                    <a:pt x="241184" y="134328"/>
                  </a:moveTo>
                  <a:lnTo>
                    <a:pt x="251214" y="161193"/>
                  </a:lnTo>
                  <a:lnTo>
                    <a:pt x="249234" y="134328"/>
                  </a:lnTo>
                  <a:close/>
                  <a:moveTo>
                    <a:pt x="14436" y="107462"/>
                  </a:moveTo>
                  <a:lnTo>
                    <a:pt x="12270" y="134328"/>
                  </a:lnTo>
                  <a:lnTo>
                    <a:pt x="23473" y="107462"/>
                  </a:lnTo>
                  <a:close/>
                  <a:moveTo>
                    <a:pt x="241184" y="134328"/>
                  </a:moveTo>
                  <a:lnTo>
                    <a:pt x="239146" y="107462"/>
                  </a:lnTo>
                  <a:lnTo>
                    <a:pt x="239146" y="123096"/>
                  </a:lnTo>
                  <a:close/>
                  <a:moveTo>
                    <a:pt x="247506" y="107462"/>
                  </a:moveTo>
                  <a:lnTo>
                    <a:pt x="239146" y="107462"/>
                  </a:lnTo>
                  <a:lnTo>
                    <a:pt x="241184" y="134328"/>
                  </a:lnTo>
                  <a:close/>
                  <a:moveTo>
                    <a:pt x="23473" y="107462"/>
                  </a:moveTo>
                  <a:lnTo>
                    <a:pt x="32079" y="89458"/>
                  </a:lnTo>
                  <a:lnTo>
                    <a:pt x="24202" y="80597"/>
                  </a:lnTo>
                  <a:close/>
                  <a:moveTo>
                    <a:pt x="239146" y="107462"/>
                  </a:moveTo>
                  <a:lnTo>
                    <a:pt x="239146" y="80597"/>
                  </a:lnTo>
                  <a:lnTo>
                    <a:pt x="236744" y="107462"/>
                  </a:lnTo>
                  <a:close/>
                  <a:moveTo>
                    <a:pt x="239146" y="80597"/>
                  </a:moveTo>
                  <a:lnTo>
                    <a:pt x="234405" y="80597"/>
                  </a:lnTo>
                  <a:lnTo>
                    <a:pt x="236744" y="107462"/>
                  </a:lnTo>
                  <a:close/>
                  <a:moveTo>
                    <a:pt x="239146" y="123096"/>
                  </a:moveTo>
                  <a:lnTo>
                    <a:pt x="239146" y="107462"/>
                  </a:lnTo>
                  <a:lnTo>
                    <a:pt x="236744" y="107462"/>
                  </a:lnTo>
                  <a:close/>
                  <a:moveTo>
                    <a:pt x="36133" y="53731"/>
                  </a:moveTo>
                  <a:lnTo>
                    <a:pt x="35904" y="80597"/>
                  </a:lnTo>
                  <a:lnTo>
                    <a:pt x="49651" y="53731"/>
                  </a:lnTo>
                  <a:close/>
                  <a:moveTo>
                    <a:pt x="32079" y="80597"/>
                  </a:moveTo>
                  <a:lnTo>
                    <a:pt x="32079" y="89458"/>
                  </a:lnTo>
                  <a:lnTo>
                    <a:pt x="35904" y="80597"/>
                  </a:lnTo>
                  <a:close/>
                  <a:moveTo>
                    <a:pt x="239146" y="80597"/>
                  </a:moveTo>
                  <a:lnTo>
                    <a:pt x="239146" y="53731"/>
                  </a:lnTo>
                  <a:lnTo>
                    <a:pt x="234405" y="80597"/>
                  </a:lnTo>
                  <a:close/>
                  <a:moveTo>
                    <a:pt x="239146" y="53731"/>
                  </a:moveTo>
                  <a:lnTo>
                    <a:pt x="228050" y="53731"/>
                  </a:lnTo>
                  <a:lnTo>
                    <a:pt x="234405" y="80597"/>
                  </a:lnTo>
                  <a:close/>
                  <a:moveTo>
                    <a:pt x="49651" y="53731"/>
                  </a:moveTo>
                  <a:lnTo>
                    <a:pt x="66590" y="33163"/>
                  </a:lnTo>
                  <a:lnTo>
                    <a:pt x="54433" y="26866"/>
                  </a:lnTo>
                  <a:close/>
                  <a:moveTo>
                    <a:pt x="228050" y="53731"/>
                  </a:moveTo>
                  <a:lnTo>
                    <a:pt x="228421" y="26866"/>
                  </a:lnTo>
                  <a:lnTo>
                    <a:pt x="209866" y="26866"/>
                  </a:lnTo>
                  <a:close/>
                  <a:moveTo>
                    <a:pt x="101101" y="10158"/>
                  </a:moveTo>
                  <a:lnTo>
                    <a:pt x="66590" y="16160"/>
                  </a:lnTo>
                  <a:lnTo>
                    <a:pt x="73371" y="26866"/>
                  </a:lnTo>
                  <a:close/>
                  <a:moveTo>
                    <a:pt x="66590" y="26866"/>
                  </a:moveTo>
                  <a:lnTo>
                    <a:pt x="66590" y="33163"/>
                  </a:lnTo>
                  <a:lnTo>
                    <a:pt x="73371" y="26866"/>
                  </a:lnTo>
                  <a:close/>
                  <a:moveTo>
                    <a:pt x="204635" y="6729"/>
                  </a:moveTo>
                  <a:lnTo>
                    <a:pt x="204635" y="22521"/>
                  </a:lnTo>
                  <a:lnTo>
                    <a:pt x="209866" y="26866"/>
                  </a:lnTo>
                  <a:close/>
                  <a:moveTo>
                    <a:pt x="204635" y="6729"/>
                  </a:moveTo>
                  <a:lnTo>
                    <a:pt x="170124" y="5709"/>
                  </a:lnTo>
                  <a:lnTo>
                    <a:pt x="204635" y="22521"/>
                  </a:lnTo>
                  <a:close/>
                  <a:moveTo>
                    <a:pt x="135613" y="0"/>
                  </a:moveTo>
                  <a:lnTo>
                    <a:pt x="101101" y="0"/>
                  </a:lnTo>
                  <a:lnTo>
                    <a:pt x="135613" y="2389"/>
                  </a:lnTo>
                  <a:close/>
                  <a:moveTo>
                    <a:pt x="101101" y="0"/>
                  </a:moveTo>
                  <a:lnTo>
                    <a:pt x="101101" y="10158"/>
                  </a:lnTo>
                  <a:lnTo>
                    <a:pt x="135613" y="2389"/>
                  </a:lnTo>
                  <a:close/>
                  <a:moveTo>
                    <a:pt x="170124" y="0"/>
                  </a:moveTo>
                  <a:lnTo>
                    <a:pt x="135613" y="0"/>
                  </a:lnTo>
                  <a:lnTo>
                    <a:pt x="170124" y="5709"/>
                  </a:lnTo>
                  <a:close/>
                  <a:moveTo>
                    <a:pt x="135613" y="0"/>
                  </a:moveTo>
                  <a:lnTo>
                    <a:pt x="135613" y="2389"/>
                  </a:lnTo>
                  <a:lnTo>
                    <a:pt x="170124" y="5709"/>
                  </a:lnTo>
                  <a:close/>
                  <a:moveTo>
                    <a:pt x="344306" y="349252"/>
                  </a:moveTo>
                  <a:lnTo>
                    <a:pt x="342680" y="351755"/>
                  </a:lnTo>
                  <a:lnTo>
                    <a:pt x="342680" y="349252"/>
                  </a:lnTo>
                  <a:close/>
                  <a:moveTo>
                    <a:pt x="32079" y="375396"/>
                  </a:moveTo>
                  <a:lnTo>
                    <a:pt x="31652" y="376118"/>
                  </a:lnTo>
                  <a:lnTo>
                    <a:pt x="32079" y="376118"/>
                  </a:lnTo>
                  <a:close/>
                  <a:moveTo>
                    <a:pt x="32079" y="375396"/>
                  </a:moveTo>
                  <a:lnTo>
                    <a:pt x="32079" y="376118"/>
                  </a:lnTo>
                  <a:lnTo>
                    <a:pt x="47206" y="349252"/>
                  </a:lnTo>
                  <a:close/>
                  <a:moveTo>
                    <a:pt x="31137" y="241790"/>
                  </a:moveTo>
                  <a:lnTo>
                    <a:pt x="32079" y="243192"/>
                  </a:lnTo>
                  <a:lnTo>
                    <a:pt x="32079" y="241790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4024" name="Match_B4__4023">
              <a:extLst>
                <a:ext uri="{FF2B5EF4-FFF2-40B4-BE49-F238E27FC236}">
                  <a16:creationId xmlns:a16="http://schemas.microsoft.com/office/drawing/2014/main" id="{4A64826D-CB42-BD4F-F454-6F9453A65045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7066" cy="505746"/>
            </a:xfrm>
            <a:custGeom>
              <a:avLst/>
              <a:gdLst/>
              <a:ahLst/>
              <a:cxnLst/>
              <a:rect l="0" t="0" r="0" b="0"/>
              <a:pathLst>
                <a:path w="347066" h="505746">
                  <a:moveTo>
                    <a:pt x="37917" y="481191"/>
                  </a:moveTo>
                  <a:lnTo>
                    <a:pt x="61231" y="495204"/>
                  </a:lnTo>
                  <a:lnTo>
                    <a:pt x="61231" y="481191"/>
                  </a:lnTo>
                  <a:close/>
                  <a:moveTo>
                    <a:pt x="26720" y="469925"/>
                  </a:moveTo>
                  <a:lnTo>
                    <a:pt x="37917" y="481191"/>
                  </a:lnTo>
                  <a:lnTo>
                    <a:pt x="34339" y="454326"/>
                  </a:lnTo>
                  <a:close/>
                  <a:moveTo>
                    <a:pt x="95742" y="504808"/>
                  </a:moveTo>
                  <a:lnTo>
                    <a:pt x="95742" y="491805"/>
                  </a:lnTo>
                  <a:lnTo>
                    <a:pt x="61231" y="495204"/>
                  </a:lnTo>
                  <a:close/>
                  <a:moveTo>
                    <a:pt x="95742" y="504808"/>
                  </a:moveTo>
                  <a:lnTo>
                    <a:pt x="130254" y="505746"/>
                  </a:lnTo>
                  <a:lnTo>
                    <a:pt x="130254" y="493408"/>
                  </a:lnTo>
                  <a:close/>
                  <a:moveTo>
                    <a:pt x="130254" y="505746"/>
                  </a:moveTo>
                  <a:lnTo>
                    <a:pt x="164765" y="499170"/>
                  </a:lnTo>
                  <a:lnTo>
                    <a:pt x="164765" y="486214"/>
                  </a:lnTo>
                  <a:close/>
                  <a:moveTo>
                    <a:pt x="199276" y="483878"/>
                  </a:moveTo>
                  <a:lnTo>
                    <a:pt x="199276" y="481191"/>
                  </a:lnTo>
                  <a:lnTo>
                    <a:pt x="164765" y="486214"/>
                  </a:lnTo>
                  <a:close/>
                  <a:moveTo>
                    <a:pt x="164765" y="499170"/>
                  </a:moveTo>
                  <a:lnTo>
                    <a:pt x="199276" y="483878"/>
                  </a:lnTo>
                  <a:lnTo>
                    <a:pt x="164765" y="486214"/>
                  </a:lnTo>
                  <a:close/>
                  <a:moveTo>
                    <a:pt x="199276" y="481191"/>
                  </a:moveTo>
                  <a:lnTo>
                    <a:pt x="199276" y="483878"/>
                  </a:lnTo>
                  <a:lnTo>
                    <a:pt x="203581" y="481191"/>
                  </a:lnTo>
                  <a:close/>
                  <a:moveTo>
                    <a:pt x="199276" y="469446"/>
                  </a:moveTo>
                  <a:lnTo>
                    <a:pt x="233787" y="458592"/>
                  </a:lnTo>
                  <a:lnTo>
                    <a:pt x="233787" y="454326"/>
                  </a:lnTo>
                  <a:close/>
                  <a:moveTo>
                    <a:pt x="199276" y="481191"/>
                  </a:moveTo>
                  <a:lnTo>
                    <a:pt x="233787" y="458592"/>
                  </a:lnTo>
                  <a:lnTo>
                    <a:pt x="199276" y="469446"/>
                  </a:lnTo>
                  <a:close/>
                  <a:moveTo>
                    <a:pt x="203581" y="481191"/>
                  </a:moveTo>
                  <a:lnTo>
                    <a:pt x="233787" y="458592"/>
                  </a:lnTo>
                  <a:lnTo>
                    <a:pt x="199276" y="481191"/>
                  </a:lnTo>
                  <a:close/>
                  <a:moveTo>
                    <a:pt x="14939" y="454326"/>
                  </a:moveTo>
                  <a:lnTo>
                    <a:pt x="26720" y="469925"/>
                  </a:lnTo>
                  <a:lnTo>
                    <a:pt x="26720" y="454326"/>
                  </a:lnTo>
                  <a:close/>
                  <a:moveTo>
                    <a:pt x="8458" y="427460"/>
                  </a:moveTo>
                  <a:lnTo>
                    <a:pt x="14939" y="454326"/>
                  </a:lnTo>
                  <a:lnTo>
                    <a:pt x="25535" y="427460"/>
                  </a:lnTo>
                  <a:close/>
                  <a:moveTo>
                    <a:pt x="233787" y="454326"/>
                  </a:moveTo>
                  <a:lnTo>
                    <a:pt x="233787" y="458592"/>
                  </a:lnTo>
                  <a:lnTo>
                    <a:pt x="238876" y="454326"/>
                  </a:lnTo>
                  <a:close/>
                  <a:moveTo>
                    <a:pt x="238876" y="454326"/>
                  </a:moveTo>
                  <a:lnTo>
                    <a:pt x="233787" y="443490"/>
                  </a:lnTo>
                  <a:lnTo>
                    <a:pt x="233787" y="454326"/>
                  </a:lnTo>
                  <a:close/>
                  <a:moveTo>
                    <a:pt x="266916" y="427460"/>
                  </a:moveTo>
                  <a:lnTo>
                    <a:pt x="252562" y="427460"/>
                  </a:lnTo>
                  <a:lnTo>
                    <a:pt x="238876" y="454326"/>
                  </a:lnTo>
                  <a:close/>
                  <a:moveTo>
                    <a:pt x="8458" y="427460"/>
                  </a:moveTo>
                  <a:lnTo>
                    <a:pt x="25535" y="427460"/>
                  </a:lnTo>
                  <a:lnTo>
                    <a:pt x="12997" y="400595"/>
                  </a:lnTo>
                  <a:close/>
                  <a:moveTo>
                    <a:pt x="266916" y="427460"/>
                  </a:moveTo>
                  <a:lnTo>
                    <a:pt x="268299" y="426068"/>
                  </a:lnTo>
                  <a:lnTo>
                    <a:pt x="268299" y="413589"/>
                  </a:lnTo>
                  <a:close/>
                  <a:moveTo>
                    <a:pt x="26293" y="373729"/>
                  </a:moveTo>
                  <a:lnTo>
                    <a:pt x="26720" y="400595"/>
                  </a:lnTo>
                  <a:lnTo>
                    <a:pt x="26720" y="373729"/>
                  </a:lnTo>
                  <a:close/>
                  <a:moveTo>
                    <a:pt x="26293" y="373729"/>
                  </a:moveTo>
                  <a:lnTo>
                    <a:pt x="12997" y="400595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68299" y="413589"/>
                  </a:lnTo>
                  <a:lnTo>
                    <a:pt x="268299" y="426068"/>
                  </a:lnTo>
                  <a:close/>
                  <a:moveTo>
                    <a:pt x="295453" y="400595"/>
                  </a:moveTo>
                  <a:lnTo>
                    <a:pt x="302810" y="393019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26720" y="373729"/>
                  </a:lnTo>
                  <a:lnTo>
                    <a:pt x="41540" y="373729"/>
                  </a:lnTo>
                  <a:close/>
                  <a:moveTo>
                    <a:pt x="321435" y="373729"/>
                  </a:moveTo>
                  <a:lnTo>
                    <a:pt x="302810" y="382465"/>
                  </a:lnTo>
                  <a:lnTo>
                    <a:pt x="302810" y="393019"/>
                  </a:lnTo>
                  <a:close/>
                  <a:moveTo>
                    <a:pt x="337321" y="349367"/>
                  </a:moveTo>
                  <a:lnTo>
                    <a:pt x="337321" y="346863"/>
                  </a:lnTo>
                  <a:lnTo>
                    <a:pt x="321435" y="373729"/>
                  </a:lnTo>
                  <a:close/>
                  <a:moveTo>
                    <a:pt x="321435" y="373729"/>
                  </a:moveTo>
                  <a:lnTo>
                    <a:pt x="337321" y="346863"/>
                  </a:lnTo>
                  <a:lnTo>
                    <a:pt x="330776" y="346863"/>
                  </a:lnTo>
                  <a:close/>
                  <a:moveTo>
                    <a:pt x="41847" y="346863"/>
                  </a:moveTo>
                  <a:lnTo>
                    <a:pt x="56093" y="346863"/>
                  </a:lnTo>
                  <a:lnTo>
                    <a:pt x="53154" y="319998"/>
                  </a:lnTo>
                  <a:close/>
                  <a:moveTo>
                    <a:pt x="337321" y="346863"/>
                  </a:moveTo>
                  <a:lnTo>
                    <a:pt x="337321" y="349367"/>
                  </a:lnTo>
                  <a:lnTo>
                    <a:pt x="338947" y="346863"/>
                  </a:lnTo>
                  <a:close/>
                  <a:moveTo>
                    <a:pt x="338947" y="346863"/>
                  </a:moveTo>
                  <a:lnTo>
                    <a:pt x="337321" y="325662"/>
                  </a:lnTo>
                  <a:lnTo>
                    <a:pt x="337321" y="346863"/>
                  </a:lnTo>
                  <a:close/>
                  <a:moveTo>
                    <a:pt x="347066" y="319998"/>
                  </a:moveTo>
                  <a:lnTo>
                    <a:pt x="339097" y="319998"/>
                  </a:lnTo>
                  <a:lnTo>
                    <a:pt x="338947" y="346863"/>
                  </a:lnTo>
                  <a:close/>
                  <a:moveTo>
                    <a:pt x="54145" y="293132"/>
                  </a:moveTo>
                  <a:lnTo>
                    <a:pt x="61231" y="319998"/>
                  </a:lnTo>
                  <a:lnTo>
                    <a:pt x="61231" y="293132"/>
                  </a:lnTo>
                  <a:close/>
                  <a:moveTo>
                    <a:pt x="54145" y="293132"/>
                  </a:moveTo>
                  <a:lnTo>
                    <a:pt x="53154" y="319998"/>
                  </a:lnTo>
                  <a:lnTo>
                    <a:pt x="61231" y="319998"/>
                  </a:lnTo>
                  <a:close/>
                  <a:moveTo>
                    <a:pt x="347066" y="319998"/>
                  </a:moveTo>
                  <a:lnTo>
                    <a:pt x="344718" y="293132"/>
                  </a:lnTo>
                  <a:lnTo>
                    <a:pt x="339097" y="319998"/>
                  </a:lnTo>
                  <a:close/>
                  <a:moveTo>
                    <a:pt x="43485" y="266267"/>
                  </a:moveTo>
                  <a:lnTo>
                    <a:pt x="54145" y="293132"/>
                  </a:lnTo>
                  <a:lnTo>
                    <a:pt x="58241" y="266267"/>
                  </a:lnTo>
                  <a:close/>
                  <a:moveTo>
                    <a:pt x="337321" y="293132"/>
                  </a:moveTo>
                  <a:lnTo>
                    <a:pt x="344718" y="293132"/>
                  </a:lnTo>
                  <a:lnTo>
                    <a:pt x="337321" y="277311"/>
                  </a:lnTo>
                  <a:close/>
                  <a:moveTo>
                    <a:pt x="336595" y="293132"/>
                  </a:moveTo>
                  <a:lnTo>
                    <a:pt x="337321" y="277311"/>
                  </a:lnTo>
                  <a:lnTo>
                    <a:pt x="332110" y="266267"/>
                  </a:lnTo>
                  <a:close/>
                  <a:moveTo>
                    <a:pt x="26720" y="239401"/>
                  </a:moveTo>
                  <a:lnTo>
                    <a:pt x="26720" y="240803"/>
                  </a:lnTo>
                  <a:lnTo>
                    <a:pt x="41926" y="239401"/>
                  </a:lnTo>
                  <a:close/>
                  <a:moveTo>
                    <a:pt x="41926" y="239401"/>
                  </a:moveTo>
                  <a:lnTo>
                    <a:pt x="26720" y="240803"/>
                  </a:lnTo>
                  <a:lnTo>
                    <a:pt x="43485" y="266267"/>
                  </a:lnTo>
                  <a:close/>
                  <a:moveTo>
                    <a:pt x="332110" y="266267"/>
                  </a:moveTo>
                  <a:lnTo>
                    <a:pt x="310444" y="239401"/>
                  </a:lnTo>
                  <a:lnTo>
                    <a:pt x="323464" y="266267"/>
                  </a:lnTo>
                  <a:close/>
                  <a:moveTo>
                    <a:pt x="25778" y="239401"/>
                  </a:moveTo>
                  <a:lnTo>
                    <a:pt x="26720" y="239401"/>
                  </a:lnTo>
                  <a:lnTo>
                    <a:pt x="25779" y="212536"/>
                  </a:lnTo>
                  <a:close/>
                  <a:moveTo>
                    <a:pt x="9111" y="212536"/>
                  </a:moveTo>
                  <a:lnTo>
                    <a:pt x="25778" y="239401"/>
                  </a:lnTo>
                  <a:lnTo>
                    <a:pt x="25779" y="212536"/>
                  </a:lnTo>
                  <a:close/>
                  <a:moveTo>
                    <a:pt x="302810" y="239401"/>
                  </a:moveTo>
                  <a:lnTo>
                    <a:pt x="310444" y="239401"/>
                  </a:lnTo>
                  <a:lnTo>
                    <a:pt x="302810" y="231683"/>
                  </a:lnTo>
                  <a:close/>
                  <a:moveTo>
                    <a:pt x="299632" y="239401"/>
                  </a:moveTo>
                  <a:lnTo>
                    <a:pt x="302810" y="231683"/>
                  </a:lnTo>
                  <a:lnTo>
                    <a:pt x="284080" y="212536"/>
                  </a:lnTo>
                  <a:close/>
                  <a:moveTo>
                    <a:pt x="317" y="185670"/>
                  </a:moveTo>
                  <a:lnTo>
                    <a:pt x="9111" y="212536"/>
                  </a:lnTo>
                  <a:lnTo>
                    <a:pt x="25779" y="212536"/>
                  </a:lnTo>
                  <a:close/>
                  <a:moveTo>
                    <a:pt x="268299" y="194740"/>
                  </a:moveTo>
                  <a:lnTo>
                    <a:pt x="270706" y="212536"/>
                  </a:lnTo>
                  <a:lnTo>
                    <a:pt x="284080" y="212536"/>
                  </a:lnTo>
                  <a:close/>
                  <a:moveTo>
                    <a:pt x="268299" y="194740"/>
                  </a:moveTo>
                  <a:lnTo>
                    <a:pt x="261265" y="18567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317" y="185670"/>
                  </a:lnTo>
                  <a:lnTo>
                    <a:pt x="16763" y="185670"/>
                  </a:lnTo>
                  <a:close/>
                  <a:moveTo>
                    <a:pt x="261265" y="185670"/>
                  </a:moveTo>
                  <a:lnTo>
                    <a:pt x="245855" y="158805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7336" y="158805"/>
                  </a:lnTo>
                  <a:lnTo>
                    <a:pt x="6911" y="131939"/>
                  </a:lnTo>
                  <a:close/>
                  <a:moveTo>
                    <a:pt x="233787" y="131939"/>
                  </a:moveTo>
                  <a:lnTo>
                    <a:pt x="245855" y="158805"/>
                  </a:lnTo>
                  <a:lnTo>
                    <a:pt x="235825" y="131939"/>
                  </a:lnTo>
                  <a:close/>
                  <a:moveTo>
                    <a:pt x="233787" y="131939"/>
                  </a:moveTo>
                  <a:lnTo>
                    <a:pt x="233787" y="158805"/>
                  </a:lnTo>
                  <a:lnTo>
                    <a:pt x="245855" y="158805"/>
                  </a:lnTo>
                  <a:close/>
                  <a:moveTo>
                    <a:pt x="18114" y="105073"/>
                  </a:moveTo>
                  <a:lnTo>
                    <a:pt x="26720" y="131939"/>
                  </a:lnTo>
                  <a:lnTo>
                    <a:pt x="26720" y="105073"/>
                  </a:lnTo>
                  <a:close/>
                  <a:moveTo>
                    <a:pt x="18114" y="105073"/>
                  </a:moveTo>
                  <a:lnTo>
                    <a:pt x="6911" y="131939"/>
                  </a:lnTo>
                  <a:lnTo>
                    <a:pt x="26720" y="131939"/>
                  </a:lnTo>
                  <a:close/>
                  <a:moveTo>
                    <a:pt x="233787" y="131939"/>
                  </a:moveTo>
                  <a:lnTo>
                    <a:pt x="235825" y="131939"/>
                  </a:lnTo>
                  <a:lnTo>
                    <a:pt x="233787" y="120707"/>
                  </a:lnTo>
                  <a:close/>
                  <a:moveTo>
                    <a:pt x="233787" y="131939"/>
                  </a:moveTo>
                  <a:lnTo>
                    <a:pt x="233787" y="120707"/>
                  </a:lnTo>
                  <a:lnTo>
                    <a:pt x="215233" y="131939"/>
                  </a:lnTo>
                  <a:close/>
                  <a:moveTo>
                    <a:pt x="215233" y="131939"/>
                  </a:moveTo>
                  <a:lnTo>
                    <a:pt x="233787" y="120707"/>
                  </a:lnTo>
                  <a:lnTo>
                    <a:pt x="231385" y="105073"/>
                  </a:lnTo>
                  <a:close/>
                  <a:moveTo>
                    <a:pt x="26720" y="87069"/>
                  </a:moveTo>
                  <a:lnTo>
                    <a:pt x="18114" y="105073"/>
                  </a:lnTo>
                  <a:lnTo>
                    <a:pt x="26720" y="105073"/>
                  </a:lnTo>
                  <a:close/>
                  <a:moveTo>
                    <a:pt x="26720" y="87069"/>
                  </a:moveTo>
                  <a:lnTo>
                    <a:pt x="26720" y="105073"/>
                  </a:lnTo>
                  <a:lnTo>
                    <a:pt x="30545" y="78208"/>
                  </a:lnTo>
                  <a:close/>
                  <a:moveTo>
                    <a:pt x="30545" y="78208"/>
                  </a:moveTo>
                  <a:lnTo>
                    <a:pt x="26720" y="105073"/>
                  </a:lnTo>
                  <a:lnTo>
                    <a:pt x="42165" y="105073"/>
                  </a:lnTo>
                  <a:close/>
                  <a:moveTo>
                    <a:pt x="206607" y="105073"/>
                  </a:moveTo>
                  <a:lnTo>
                    <a:pt x="231385" y="105073"/>
                  </a:lnTo>
                  <a:lnTo>
                    <a:pt x="229046" y="78208"/>
                  </a:lnTo>
                  <a:close/>
                  <a:moveTo>
                    <a:pt x="30545" y="78208"/>
                  </a:moveTo>
                  <a:lnTo>
                    <a:pt x="58690" y="78208"/>
                  </a:lnTo>
                  <a:lnTo>
                    <a:pt x="44292" y="51342"/>
                  </a:lnTo>
                  <a:close/>
                  <a:moveTo>
                    <a:pt x="229046" y="78208"/>
                  </a:moveTo>
                  <a:lnTo>
                    <a:pt x="222691" y="51342"/>
                  </a:lnTo>
                  <a:lnTo>
                    <a:pt x="199709" y="78208"/>
                  </a:lnTo>
                  <a:close/>
                  <a:moveTo>
                    <a:pt x="61231" y="30774"/>
                  </a:moveTo>
                  <a:lnTo>
                    <a:pt x="44292" y="51342"/>
                  </a:lnTo>
                  <a:lnTo>
                    <a:pt x="61231" y="51342"/>
                  </a:lnTo>
                  <a:close/>
                  <a:moveTo>
                    <a:pt x="68012" y="24477"/>
                  </a:moveTo>
                  <a:lnTo>
                    <a:pt x="61231" y="30774"/>
                  </a:lnTo>
                  <a:lnTo>
                    <a:pt x="95742" y="40009"/>
                  </a:lnTo>
                  <a:close/>
                  <a:moveTo>
                    <a:pt x="199276" y="24477"/>
                  </a:moveTo>
                  <a:lnTo>
                    <a:pt x="222691" y="51342"/>
                  </a:lnTo>
                  <a:lnTo>
                    <a:pt x="204507" y="24477"/>
                  </a:lnTo>
                  <a:close/>
                  <a:moveTo>
                    <a:pt x="199276" y="24477"/>
                  </a:moveTo>
                  <a:lnTo>
                    <a:pt x="199276" y="51342"/>
                  </a:lnTo>
                  <a:lnTo>
                    <a:pt x="222691" y="51342"/>
                  </a:lnTo>
                  <a:close/>
                  <a:moveTo>
                    <a:pt x="95742" y="7769"/>
                  </a:moveTo>
                  <a:lnTo>
                    <a:pt x="68012" y="24477"/>
                  </a:lnTo>
                  <a:lnTo>
                    <a:pt x="95742" y="24477"/>
                  </a:lnTo>
                  <a:close/>
                  <a:moveTo>
                    <a:pt x="95742" y="24477"/>
                  </a:moveTo>
                  <a:lnTo>
                    <a:pt x="130254" y="0"/>
                  </a:lnTo>
                  <a:lnTo>
                    <a:pt x="95742" y="7769"/>
                  </a:lnTo>
                  <a:close/>
                  <a:moveTo>
                    <a:pt x="130254" y="24477"/>
                  </a:moveTo>
                  <a:lnTo>
                    <a:pt x="164765" y="3320"/>
                  </a:lnTo>
                  <a:lnTo>
                    <a:pt x="130254" y="0"/>
                  </a:lnTo>
                  <a:close/>
                  <a:moveTo>
                    <a:pt x="164765" y="24477"/>
                  </a:moveTo>
                  <a:lnTo>
                    <a:pt x="199276" y="20132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99276" y="24477"/>
                  </a:lnTo>
                  <a:lnTo>
                    <a:pt x="199276" y="20132"/>
                  </a:lnTo>
                  <a:close/>
                  <a:moveTo>
                    <a:pt x="199276" y="24477"/>
                  </a:moveTo>
                  <a:lnTo>
                    <a:pt x="204507" y="24477"/>
                  </a:lnTo>
                  <a:lnTo>
                    <a:pt x="199276" y="20132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4025" name="Match_B4__4024">
              <a:extLst>
                <a:ext uri="{FF2B5EF4-FFF2-40B4-BE49-F238E27FC236}">
                  <a16:creationId xmlns:a16="http://schemas.microsoft.com/office/drawing/2014/main" id="{E3EB4E9E-EAF2-F5FB-797B-3F7A4A4222A4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4718" cy="505746"/>
            </a:xfrm>
            <a:custGeom>
              <a:avLst/>
              <a:gdLst/>
              <a:ahLst/>
              <a:cxnLst/>
              <a:rect l="0" t="0" r="0" b="0"/>
              <a:pathLst>
                <a:path w="344718" h="505746">
                  <a:moveTo>
                    <a:pt x="26720" y="454326"/>
                  </a:moveTo>
                  <a:lnTo>
                    <a:pt x="26720" y="469925"/>
                  </a:lnTo>
                  <a:lnTo>
                    <a:pt x="34339" y="454326"/>
                  </a:lnTo>
                  <a:close/>
                  <a:moveTo>
                    <a:pt x="34339" y="454326"/>
                  </a:moveTo>
                  <a:lnTo>
                    <a:pt x="37917" y="481191"/>
                  </a:lnTo>
                  <a:lnTo>
                    <a:pt x="61231" y="479548"/>
                  </a:lnTo>
                  <a:close/>
                  <a:moveTo>
                    <a:pt x="61231" y="479548"/>
                  </a:moveTo>
                  <a:lnTo>
                    <a:pt x="37917" y="481191"/>
                  </a:lnTo>
                  <a:lnTo>
                    <a:pt x="61231" y="481191"/>
                  </a:lnTo>
                  <a:close/>
                  <a:moveTo>
                    <a:pt x="61231" y="495204"/>
                  </a:moveTo>
                  <a:lnTo>
                    <a:pt x="64608" y="481191"/>
                  </a:lnTo>
                  <a:lnTo>
                    <a:pt x="61231" y="481191"/>
                  </a:lnTo>
                  <a:close/>
                  <a:moveTo>
                    <a:pt x="95742" y="491805"/>
                  </a:moveTo>
                  <a:lnTo>
                    <a:pt x="64608" y="481191"/>
                  </a:lnTo>
                  <a:lnTo>
                    <a:pt x="61231" y="495204"/>
                  </a:lnTo>
                  <a:close/>
                  <a:moveTo>
                    <a:pt x="95742" y="491805"/>
                  </a:moveTo>
                  <a:lnTo>
                    <a:pt x="95742" y="504808"/>
                  </a:lnTo>
                  <a:lnTo>
                    <a:pt x="130254" y="493408"/>
                  </a:lnTo>
                  <a:close/>
                  <a:moveTo>
                    <a:pt x="130254" y="493408"/>
                  </a:moveTo>
                  <a:lnTo>
                    <a:pt x="130254" y="505746"/>
                  </a:lnTo>
                  <a:lnTo>
                    <a:pt x="164765" y="486214"/>
                  </a:lnTo>
                  <a:close/>
                  <a:moveTo>
                    <a:pt x="164765" y="486214"/>
                  </a:moveTo>
                  <a:lnTo>
                    <a:pt x="199276" y="481191"/>
                  </a:lnTo>
                  <a:lnTo>
                    <a:pt x="176175" y="481191"/>
                  </a:lnTo>
                  <a:close/>
                  <a:moveTo>
                    <a:pt x="199276" y="469446"/>
                  </a:moveTo>
                  <a:lnTo>
                    <a:pt x="233787" y="454326"/>
                  </a:lnTo>
                  <a:lnTo>
                    <a:pt x="220674" y="454326"/>
                  </a:lnTo>
                  <a:close/>
                  <a:moveTo>
                    <a:pt x="176175" y="481191"/>
                  </a:moveTo>
                  <a:lnTo>
                    <a:pt x="199276" y="481191"/>
                  </a:lnTo>
                  <a:lnTo>
                    <a:pt x="199276" y="469446"/>
                  </a:lnTo>
                  <a:close/>
                  <a:moveTo>
                    <a:pt x="25535" y="427460"/>
                  </a:moveTo>
                  <a:lnTo>
                    <a:pt x="26720" y="454326"/>
                  </a:lnTo>
                  <a:lnTo>
                    <a:pt x="26720" y="431466"/>
                  </a:lnTo>
                  <a:close/>
                  <a:moveTo>
                    <a:pt x="14939" y="454326"/>
                  </a:moveTo>
                  <a:lnTo>
                    <a:pt x="26720" y="454326"/>
                  </a:lnTo>
                  <a:lnTo>
                    <a:pt x="25535" y="427460"/>
                  </a:lnTo>
                  <a:close/>
                  <a:moveTo>
                    <a:pt x="26720" y="454326"/>
                  </a:moveTo>
                  <a:lnTo>
                    <a:pt x="34339" y="454326"/>
                  </a:lnTo>
                  <a:lnTo>
                    <a:pt x="26720" y="431466"/>
                  </a:lnTo>
                  <a:close/>
                  <a:moveTo>
                    <a:pt x="252562" y="427460"/>
                  </a:moveTo>
                  <a:lnTo>
                    <a:pt x="233787" y="443490"/>
                  </a:lnTo>
                  <a:lnTo>
                    <a:pt x="238876" y="454326"/>
                  </a:lnTo>
                  <a:close/>
                  <a:moveTo>
                    <a:pt x="220674" y="454326"/>
                  </a:moveTo>
                  <a:lnTo>
                    <a:pt x="233787" y="454326"/>
                  </a:lnTo>
                  <a:lnTo>
                    <a:pt x="233787" y="443490"/>
                  </a:lnTo>
                  <a:close/>
                  <a:moveTo>
                    <a:pt x="12997" y="400595"/>
                  </a:moveTo>
                  <a:lnTo>
                    <a:pt x="26720" y="419684"/>
                  </a:lnTo>
                  <a:lnTo>
                    <a:pt x="26720" y="400595"/>
                  </a:lnTo>
                  <a:close/>
                  <a:moveTo>
                    <a:pt x="25535" y="427460"/>
                  </a:moveTo>
                  <a:lnTo>
                    <a:pt x="26720" y="419684"/>
                  </a:lnTo>
                  <a:lnTo>
                    <a:pt x="12997" y="400595"/>
                  </a:lnTo>
                  <a:close/>
                  <a:moveTo>
                    <a:pt x="252562" y="427460"/>
                  </a:moveTo>
                  <a:lnTo>
                    <a:pt x="266916" y="427460"/>
                  </a:lnTo>
                  <a:lnTo>
                    <a:pt x="268299" y="413589"/>
                  </a:lnTo>
                  <a:close/>
                  <a:moveTo>
                    <a:pt x="41540" y="373729"/>
                  </a:moveTo>
                  <a:lnTo>
                    <a:pt x="26720" y="373729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83492" y="400595"/>
                  </a:lnTo>
                  <a:lnTo>
                    <a:pt x="268299" y="413589"/>
                  </a:lnTo>
                  <a:close/>
                  <a:moveTo>
                    <a:pt x="283492" y="400595"/>
                  </a:moveTo>
                  <a:lnTo>
                    <a:pt x="295453" y="400595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41540" y="373729"/>
                  </a:lnTo>
                  <a:lnTo>
                    <a:pt x="56093" y="346863"/>
                  </a:lnTo>
                  <a:close/>
                  <a:moveTo>
                    <a:pt x="321435" y="373729"/>
                  </a:moveTo>
                  <a:lnTo>
                    <a:pt x="311697" y="373729"/>
                  </a:lnTo>
                  <a:lnTo>
                    <a:pt x="302810" y="382465"/>
                  </a:lnTo>
                  <a:close/>
                  <a:moveTo>
                    <a:pt x="321435" y="373729"/>
                  </a:moveTo>
                  <a:lnTo>
                    <a:pt x="330776" y="346863"/>
                  </a:lnTo>
                  <a:lnTo>
                    <a:pt x="311697" y="373729"/>
                  </a:lnTo>
                  <a:close/>
                  <a:moveTo>
                    <a:pt x="53154" y="319998"/>
                  </a:moveTo>
                  <a:lnTo>
                    <a:pt x="61231" y="333286"/>
                  </a:lnTo>
                  <a:lnTo>
                    <a:pt x="61231" y="319998"/>
                  </a:lnTo>
                  <a:close/>
                  <a:moveTo>
                    <a:pt x="56093" y="346863"/>
                  </a:moveTo>
                  <a:lnTo>
                    <a:pt x="61231" y="333286"/>
                  </a:lnTo>
                  <a:lnTo>
                    <a:pt x="53154" y="319998"/>
                  </a:lnTo>
                  <a:close/>
                  <a:moveTo>
                    <a:pt x="339097" y="319998"/>
                  </a:moveTo>
                  <a:lnTo>
                    <a:pt x="337321" y="325662"/>
                  </a:lnTo>
                  <a:lnTo>
                    <a:pt x="338947" y="346863"/>
                  </a:lnTo>
                  <a:close/>
                  <a:moveTo>
                    <a:pt x="330776" y="346863"/>
                  </a:moveTo>
                  <a:lnTo>
                    <a:pt x="337321" y="346863"/>
                  </a:lnTo>
                  <a:lnTo>
                    <a:pt x="337321" y="325662"/>
                  </a:lnTo>
                  <a:close/>
                  <a:moveTo>
                    <a:pt x="66104" y="319998"/>
                  </a:moveTo>
                  <a:lnTo>
                    <a:pt x="67162" y="293132"/>
                  </a:lnTo>
                  <a:lnTo>
                    <a:pt x="61231" y="319998"/>
                  </a:lnTo>
                  <a:close/>
                  <a:moveTo>
                    <a:pt x="67162" y="293132"/>
                  </a:moveTo>
                  <a:lnTo>
                    <a:pt x="61231" y="293132"/>
                  </a:lnTo>
                  <a:lnTo>
                    <a:pt x="61231" y="319998"/>
                  </a:lnTo>
                  <a:close/>
                  <a:moveTo>
                    <a:pt x="61231" y="319998"/>
                  </a:moveTo>
                  <a:lnTo>
                    <a:pt x="61231" y="333286"/>
                  </a:lnTo>
                  <a:lnTo>
                    <a:pt x="66104" y="319998"/>
                  </a:lnTo>
                  <a:close/>
                  <a:moveTo>
                    <a:pt x="344718" y="293132"/>
                  </a:moveTo>
                  <a:lnTo>
                    <a:pt x="337321" y="293132"/>
                  </a:lnTo>
                  <a:lnTo>
                    <a:pt x="339097" y="319998"/>
                  </a:lnTo>
                  <a:close/>
                  <a:moveTo>
                    <a:pt x="58241" y="266267"/>
                  </a:moveTo>
                  <a:lnTo>
                    <a:pt x="61231" y="293132"/>
                  </a:lnTo>
                  <a:lnTo>
                    <a:pt x="61231" y="274773"/>
                  </a:lnTo>
                  <a:close/>
                  <a:moveTo>
                    <a:pt x="54145" y="293132"/>
                  </a:moveTo>
                  <a:lnTo>
                    <a:pt x="61231" y="293132"/>
                  </a:lnTo>
                  <a:lnTo>
                    <a:pt x="58241" y="266267"/>
                  </a:lnTo>
                  <a:close/>
                  <a:moveTo>
                    <a:pt x="61231" y="293132"/>
                  </a:moveTo>
                  <a:lnTo>
                    <a:pt x="67162" y="293132"/>
                  </a:lnTo>
                  <a:lnTo>
                    <a:pt x="61231" y="274773"/>
                  </a:lnTo>
                  <a:close/>
                  <a:moveTo>
                    <a:pt x="337321" y="293132"/>
                  </a:moveTo>
                  <a:lnTo>
                    <a:pt x="337321" y="277311"/>
                  </a:lnTo>
                  <a:lnTo>
                    <a:pt x="336595" y="293132"/>
                  </a:lnTo>
                  <a:close/>
                  <a:moveTo>
                    <a:pt x="336595" y="293132"/>
                  </a:moveTo>
                  <a:lnTo>
                    <a:pt x="332110" y="266267"/>
                  </a:lnTo>
                  <a:lnTo>
                    <a:pt x="323464" y="266267"/>
                  </a:lnTo>
                  <a:close/>
                  <a:moveTo>
                    <a:pt x="41926" y="239401"/>
                  </a:moveTo>
                  <a:lnTo>
                    <a:pt x="43485" y="266267"/>
                  </a:lnTo>
                  <a:lnTo>
                    <a:pt x="58241" y="266267"/>
                  </a:lnTo>
                  <a:close/>
                  <a:moveTo>
                    <a:pt x="323464" y="266267"/>
                  </a:moveTo>
                  <a:lnTo>
                    <a:pt x="302810" y="239401"/>
                  </a:lnTo>
                  <a:lnTo>
                    <a:pt x="302810" y="242644"/>
                  </a:lnTo>
                  <a:close/>
                  <a:moveTo>
                    <a:pt x="310444" y="239401"/>
                  </a:moveTo>
                  <a:lnTo>
                    <a:pt x="302810" y="239401"/>
                  </a:lnTo>
                  <a:lnTo>
                    <a:pt x="323464" y="266267"/>
                  </a:lnTo>
                  <a:close/>
                  <a:moveTo>
                    <a:pt x="25779" y="212536"/>
                  </a:moveTo>
                  <a:lnTo>
                    <a:pt x="26720" y="239401"/>
                  </a:lnTo>
                  <a:lnTo>
                    <a:pt x="26720" y="214149"/>
                  </a:lnTo>
                  <a:close/>
                  <a:moveTo>
                    <a:pt x="26720" y="239401"/>
                  </a:moveTo>
                  <a:lnTo>
                    <a:pt x="41926" y="239401"/>
                  </a:lnTo>
                  <a:lnTo>
                    <a:pt x="26720" y="214149"/>
                  </a:lnTo>
                  <a:close/>
                  <a:moveTo>
                    <a:pt x="302810" y="239401"/>
                  </a:moveTo>
                  <a:lnTo>
                    <a:pt x="302810" y="231683"/>
                  </a:lnTo>
                  <a:lnTo>
                    <a:pt x="299632" y="239401"/>
                  </a:lnTo>
                  <a:close/>
                  <a:moveTo>
                    <a:pt x="299632" y="239401"/>
                  </a:moveTo>
                  <a:lnTo>
                    <a:pt x="284080" y="212536"/>
                  </a:lnTo>
                  <a:lnTo>
                    <a:pt x="270706" y="212536"/>
                  </a:lnTo>
                  <a:close/>
                  <a:moveTo>
                    <a:pt x="302810" y="242644"/>
                  </a:moveTo>
                  <a:lnTo>
                    <a:pt x="302810" y="239401"/>
                  </a:lnTo>
                  <a:lnTo>
                    <a:pt x="299632" y="239401"/>
                  </a:lnTo>
                  <a:close/>
                  <a:moveTo>
                    <a:pt x="317" y="185670"/>
                  </a:moveTo>
                  <a:lnTo>
                    <a:pt x="25779" y="212536"/>
                  </a:lnTo>
                  <a:lnTo>
                    <a:pt x="16763" y="185670"/>
                  </a:lnTo>
                  <a:close/>
                  <a:moveTo>
                    <a:pt x="268299" y="194740"/>
                  </a:moveTo>
                  <a:lnTo>
                    <a:pt x="268299" y="210114"/>
                  </a:lnTo>
                  <a:lnTo>
                    <a:pt x="270706" y="212536"/>
                  </a:lnTo>
                  <a:close/>
                  <a:moveTo>
                    <a:pt x="268299" y="210114"/>
                  </a:moveTo>
                  <a:lnTo>
                    <a:pt x="268299" y="19474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6763" y="185670"/>
                  </a:lnTo>
                  <a:lnTo>
                    <a:pt x="17336" y="158805"/>
                  </a:lnTo>
                  <a:close/>
                  <a:moveTo>
                    <a:pt x="246213" y="185670"/>
                  </a:moveTo>
                  <a:lnTo>
                    <a:pt x="233787" y="158805"/>
                  </a:lnTo>
                  <a:lnTo>
                    <a:pt x="233787" y="167815"/>
                  </a:lnTo>
                  <a:close/>
                  <a:moveTo>
                    <a:pt x="245855" y="158805"/>
                  </a:moveTo>
                  <a:lnTo>
                    <a:pt x="233787" y="158805"/>
                  </a:lnTo>
                  <a:lnTo>
                    <a:pt x="246213" y="185670"/>
                  </a:lnTo>
                  <a:close/>
                  <a:moveTo>
                    <a:pt x="6911" y="131939"/>
                  </a:moveTo>
                  <a:lnTo>
                    <a:pt x="26720" y="132274"/>
                  </a:lnTo>
                  <a:lnTo>
                    <a:pt x="26720" y="131939"/>
                  </a:lnTo>
                  <a:close/>
                  <a:moveTo>
                    <a:pt x="17336" y="158805"/>
                  </a:moveTo>
                  <a:lnTo>
                    <a:pt x="26720" y="132274"/>
                  </a:lnTo>
                  <a:lnTo>
                    <a:pt x="6911" y="131939"/>
                  </a:lnTo>
                  <a:close/>
                  <a:moveTo>
                    <a:pt x="233787" y="158805"/>
                  </a:moveTo>
                  <a:lnTo>
                    <a:pt x="233787" y="131939"/>
                  </a:lnTo>
                  <a:lnTo>
                    <a:pt x="228055" y="158805"/>
                  </a:lnTo>
                  <a:close/>
                  <a:moveTo>
                    <a:pt x="233787" y="131939"/>
                  </a:moveTo>
                  <a:lnTo>
                    <a:pt x="215233" y="131939"/>
                  </a:lnTo>
                  <a:lnTo>
                    <a:pt x="228055" y="158805"/>
                  </a:lnTo>
                  <a:close/>
                  <a:moveTo>
                    <a:pt x="233787" y="167815"/>
                  </a:moveTo>
                  <a:lnTo>
                    <a:pt x="233787" y="158805"/>
                  </a:lnTo>
                  <a:lnTo>
                    <a:pt x="228055" y="158805"/>
                  </a:lnTo>
                  <a:close/>
                  <a:moveTo>
                    <a:pt x="42165" y="105073"/>
                  </a:moveTo>
                  <a:lnTo>
                    <a:pt x="26720" y="105073"/>
                  </a:lnTo>
                  <a:lnTo>
                    <a:pt x="26720" y="131939"/>
                  </a:lnTo>
                  <a:close/>
                  <a:moveTo>
                    <a:pt x="215233" y="131939"/>
                  </a:moveTo>
                  <a:lnTo>
                    <a:pt x="231385" y="105073"/>
                  </a:lnTo>
                  <a:lnTo>
                    <a:pt x="206607" y="105073"/>
                  </a:lnTo>
                  <a:close/>
                  <a:moveTo>
                    <a:pt x="30545" y="78208"/>
                  </a:moveTo>
                  <a:lnTo>
                    <a:pt x="42165" y="105073"/>
                  </a:lnTo>
                  <a:lnTo>
                    <a:pt x="58690" y="78208"/>
                  </a:lnTo>
                  <a:close/>
                  <a:moveTo>
                    <a:pt x="199709" y="78208"/>
                  </a:moveTo>
                  <a:lnTo>
                    <a:pt x="206607" y="105073"/>
                  </a:lnTo>
                  <a:lnTo>
                    <a:pt x="229046" y="78208"/>
                  </a:lnTo>
                  <a:close/>
                  <a:moveTo>
                    <a:pt x="44292" y="51342"/>
                  </a:moveTo>
                  <a:lnTo>
                    <a:pt x="61231" y="74619"/>
                  </a:lnTo>
                  <a:lnTo>
                    <a:pt x="61231" y="51342"/>
                  </a:lnTo>
                  <a:close/>
                  <a:moveTo>
                    <a:pt x="58690" y="78208"/>
                  </a:moveTo>
                  <a:lnTo>
                    <a:pt x="61231" y="74619"/>
                  </a:lnTo>
                  <a:lnTo>
                    <a:pt x="44292" y="51342"/>
                  </a:lnTo>
                  <a:close/>
                  <a:moveTo>
                    <a:pt x="199709" y="78208"/>
                  </a:moveTo>
                  <a:lnTo>
                    <a:pt x="199276" y="51342"/>
                  </a:lnTo>
                  <a:lnTo>
                    <a:pt x="199276" y="77170"/>
                  </a:lnTo>
                  <a:close/>
                  <a:moveTo>
                    <a:pt x="222691" y="51342"/>
                  </a:moveTo>
                  <a:lnTo>
                    <a:pt x="199276" y="51342"/>
                  </a:lnTo>
                  <a:lnTo>
                    <a:pt x="199709" y="78208"/>
                  </a:lnTo>
                  <a:close/>
                  <a:moveTo>
                    <a:pt x="95742" y="24477"/>
                  </a:moveTo>
                  <a:lnTo>
                    <a:pt x="68012" y="24477"/>
                  </a:lnTo>
                  <a:lnTo>
                    <a:pt x="95742" y="40009"/>
                  </a:lnTo>
                  <a:close/>
                  <a:moveTo>
                    <a:pt x="95742" y="40009"/>
                  </a:moveTo>
                  <a:lnTo>
                    <a:pt x="61231" y="30774"/>
                  </a:lnTo>
                  <a:lnTo>
                    <a:pt x="81439" y="51342"/>
                  </a:lnTo>
                  <a:close/>
                  <a:moveTo>
                    <a:pt x="81439" y="51342"/>
                  </a:moveTo>
                  <a:lnTo>
                    <a:pt x="61231" y="30774"/>
                  </a:lnTo>
                  <a:lnTo>
                    <a:pt x="61231" y="51342"/>
                  </a:lnTo>
                  <a:close/>
                  <a:moveTo>
                    <a:pt x="61231" y="51342"/>
                  </a:moveTo>
                  <a:lnTo>
                    <a:pt x="61231" y="74619"/>
                  </a:lnTo>
                  <a:lnTo>
                    <a:pt x="81439" y="51342"/>
                  </a:lnTo>
                  <a:close/>
                  <a:moveTo>
                    <a:pt x="164765" y="35393"/>
                  </a:moveTo>
                  <a:lnTo>
                    <a:pt x="184639" y="51342"/>
                  </a:lnTo>
                  <a:lnTo>
                    <a:pt x="164765" y="24477"/>
                  </a:lnTo>
                  <a:close/>
                  <a:moveTo>
                    <a:pt x="164765" y="24477"/>
                  </a:moveTo>
                  <a:lnTo>
                    <a:pt x="184639" y="51342"/>
                  </a:lnTo>
                  <a:lnTo>
                    <a:pt x="199276" y="51342"/>
                  </a:lnTo>
                  <a:close/>
                  <a:moveTo>
                    <a:pt x="164765" y="24477"/>
                  </a:moveTo>
                  <a:lnTo>
                    <a:pt x="199276" y="51342"/>
                  </a:lnTo>
                  <a:lnTo>
                    <a:pt x="199276" y="24477"/>
                  </a:lnTo>
                  <a:close/>
                  <a:moveTo>
                    <a:pt x="199276" y="77170"/>
                  </a:moveTo>
                  <a:lnTo>
                    <a:pt x="199276" y="51342"/>
                  </a:lnTo>
                  <a:lnTo>
                    <a:pt x="184639" y="51342"/>
                  </a:lnTo>
                  <a:close/>
                  <a:moveTo>
                    <a:pt x="95742" y="24477"/>
                  </a:moveTo>
                  <a:lnTo>
                    <a:pt x="130254" y="24477"/>
                  </a:lnTo>
                  <a:lnTo>
                    <a:pt x="130254" y="0"/>
                  </a:lnTo>
                  <a:close/>
                  <a:moveTo>
                    <a:pt x="130254" y="24477"/>
                  </a:moveTo>
                  <a:lnTo>
                    <a:pt x="95742" y="24477"/>
                  </a:lnTo>
                  <a:lnTo>
                    <a:pt x="130254" y="28530"/>
                  </a:lnTo>
                  <a:close/>
                  <a:moveTo>
                    <a:pt x="95742" y="24477"/>
                  </a:moveTo>
                  <a:lnTo>
                    <a:pt x="95742" y="40009"/>
                  </a:lnTo>
                  <a:lnTo>
                    <a:pt x="130254" y="28530"/>
                  </a:lnTo>
                  <a:close/>
                  <a:moveTo>
                    <a:pt x="130254" y="24477"/>
                  </a:moveTo>
                  <a:lnTo>
                    <a:pt x="164765" y="24477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30254" y="24477"/>
                  </a:lnTo>
                  <a:lnTo>
                    <a:pt x="164765" y="35393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4026" name="Match_B4__4025">
              <a:extLst>
                <a:ext uri="{FF2B5EF4-FFF2-40B4-BE49-F238E27FC236}">
                  <a16:creationId xmlns:a16="http://schemas.microsoft.com/office/drawing/2014/main" id="{D65923F0-46E6-CD4B-58C5-6FB8849331BA}"/>
                </a:ext>
              </a:extLst>
            </p:cNvPr>
            <p:cNvSpPr>
              <a:spLocks noGrp="1"/>
            </p:cNvSpPr>
            <p:nvPr/>
          </p:nvSpPr>
          <p:spPr>
            <a:xfrm>
              <a:off x="8408884" y="2501103"/>
              <a:ext cx="322334" cy="468931"/>
            </a:xfrm>
            <a:custGeom>
              <a:avLst/>
              <a:gdLst/>
              <a:ahLst/>
              <a:cxnLst/>
              <a:rect l="0" t="0" r="0" b="0"/>
              <a:pathLst>
                <a:path w="322334" h="468931">
                  <a:moveTo>
                    <a:pt x="44468" y="456714"/>
                  </a:moveTo>
                  <a:lnTo>
                    <a:pt x="47845" y="456714"/>
                  </a:lnTo>
                  <a:lnTo>
                    <a:pt x="44468" y="455071"/>
                  </a:lnTo>
                  <a:close/>
                  <a:moveTo>
                    <a:pt x="12758" y="376118"/>
                  </a:moveTo>
                  <a:lnTo>
                    <a:pt x="24777" y="349252"/>
                  </a:lnTo>
                  <a:lnTo>
                    <a:pt x="9957" y="376118"/>
                  </a:lnTo>
                  <a:close/>
                  <a:moveTo>
                    <a:pt x="9957" y="376118"/>
                  </a:moveTo>
                  <a:lnTo>
                    <a:pt x="9957" y="395208"/>
                  </a:lnTo>
                  <a:lnTo>
                    <a:pt x="12758" y="376118"/>
                  </a:lnTo>
                  <a:close/>
                  <a:moveTo>
                    <a:pt x="322334" y="295521"/>
                  </a:moveTo>
                  <a:lnTo>
                    <a:pt x="320558" y="268656"/>
                  </a:lnTo>
                  <a:lnTo>
                    <a:pt x="320558" y="276690"/>
                  </a:lnTo>
                  <a:close/>
                  <a:moveTo>
                    <a:pt x="320558" y="276690"/>
                  </a:moveTo>
                  <a:lnTo>
                    <a:pt x="320558" y="268656"/>
                  </a:lnTo>
                  <a:lnTo>
                    <a:pt x="319832" y="268656"/>
                  </a:lnTo>
                  <a:close/>
                  <a:moveTo>
                    <a:pt x="10085" y="107462"/>
                  </a:moveTo>
                  <a:lnTo>
                    <a:pt x="25402" y="80597"/>
                  </a:lnTo>
                  <a:lnTo>
                    <a:pt x="9957" y="107462"/>
                  </a:lnTo>
                  <a:close/>
                  <a:moveTo>
                    <a:pt x="9957" y="107462"/>
                  </a:moveTo>
                  <a:lnTo>
                    <a:pt x="9957" y="107797"/>
                  </a:lnTo>
                  <a:lnTo>
                    <a:pt x="10085" y="107462"/>
                  </a:lnTo>
                  <a:close/>
                  <a:moveTo>
                    <a:pt x="113491" y="0"/>
                  </a:moveTo>
                  <a:lnTo>
                    <a:pt x="113491" y="4053"/>
                  </a:lnTo>
                  <a:lnTo>
                    <a:pt x="148002" y="10916"/>
                  </a:lnTo>
                  <a:close/>
                  <a:moveTo>
                    <a:pt x="47845" y="456714"/>
                  </a:moveTo>
                  <a:lnTo>
                    <a:pt x="78979" y="467329"/>
                  </a:lnTo>
                  <a:lnTo>
                    <a:pt x="78979" y="456714"/>
                  </a:lnTo>
                  <a:close/>
                  <a:moveTo>
                    <a:pt x="44468" y="455071"/>
                  </a:moveTo>
                  <a:lnTo>
                    <a:pt x="47845" y="456714"/>
                  </a:lnTo>
                  <a:lnTo>
                    <a:pt x="65807" y="429849"/>
                  </a:lnTo>
                  <a:close/>
                  <a:moveTo>
                    <a:pt x="113491" y="456714"/>
                  </a:moveTo>
                  <a:lnTo>
                    <a:pt x="78979" y="467329"/>
                  </a:lnTo>
                  <a:lnTo>
                    <a:pt x="113491" y="468931"/>
                  </a:lnTo>
                  <a:close/>
                  <a:moveTo>
                    <a:pt x="113491" y="456714"/>
                  </a:moveTo>
                  <a:lnTo>
                    <a:pt x="78979" y="456714"/>
                  </a:lnTo>
                  <a:lnTo>
                    <a:pt x="78979" y="467329"/>
                  </a:lnTo>
                  <a:close/>
                  <a:moveTo>
                    <a:pt x="148002" y="456714"/>
                  </a:moveTo>
                  <a:lnTo>
                    <a:pt x="113491" y="468931"/>
                  </a:lnTo>
                  <a:lnTo>
                    <a:pt x="148002" y="461737"/>
                  </a:lnTo>
                  <a:close/>
                  <a:moveTo>
                    <a:pt x="148002" y="456714"/>
                  </a:moveTo>
                  <a:lnTo>
                    <a:pt x="113491" y="456714"/>
                  </a:lnTo>
                  <a:lnTo>
                    <a:pt x="113491" y="468931"/>
                  </a:lnTo>
                  <a:close/>
                  <a:moveTo>
                    <a:pt x="148002" y="456714"/>
                  </a:moveTo>
                  <a:lnTo>
                    <a:pt x="148002" y="461737"/>
                  </a:lnTo>
                  <a:lnTo>
                    <a:pt x="159412" y="456714"/>
                  </a:lnTo>
                  <a:close/>
                  <a:moveTo>
                    <a:pt x="159412" y="456714"/>
                  </a:moveTo>
                  <a:lnTo>
                    <a:pt x="182513" y="444969"/>
                  </a:lnTo>
                  <a:lnTo>
                    <a:pt x="148002" y="456714"/>
                  </a:lnTo>
                  <a:close/>
                  <a:moveTo>
                    <a:pt x="17576" y="429849"/>
                  </a:moveTo>
                  <a:lnTo>
                    <a:pt x="44468" y="455071"/>
                  </a:lnTo>
                  <a:lnTo>
                    <a:pt x="44468" y="429849"/>
                  </a:lnTo>
                  <a:close/>
                  <a:moveTo>
                    <a:pt x="44468" y="429849"/>
                  </a:moveTo>
                  <a:lnTo>
                    <a:pt x="9957" y="406990"/>
                  </a:lnTo>
                  <a:lnTo>
                    <a:pt x="17576" y="429849"/>
                  </a:lnTo>
                  <a:close/>
                  <a:moveTo>
                    <a:pt x="9957" y="402983"/>
                  </a:moveTo>
                  <a:lnTo>
                    <a:pt x="9957" y="406990"/>
                  </a:lnTo>
                  <a:lnTo>
                    <a:pt x="44468" y="429849"/>
                  </a:lnTo>
                  <a:close/>
                  <a:moveTo>
                    <a:pt x="182513" y="429849"/>
                  </a:moveTo>
                  <a:lnTo>
                    <a:pt x="182513" y="444969"/>
                  </a:lnTo>
                  <a:lnTo>
                    <a:pt x="203911" y="429849"/>
                  </a:lnTo>
                  <a:close/>
                  <a:moveTo>
                    <a:pt x="203911" y="429849"/>
                  </a:moveTo>
                  <a:lnTo>
                    <a:pt x="217025" y="419014"/>
                  </a:lnTo>
                  <a:lnTo>
                    <a:pt x="182513" y="429849"/>
                  </a:lnTo>
                  <a:close/>
                  <a:moveTo>
                    <a:pt x="8772" y="402983"/>
                  </a:moveTo>
                  <a:lnTo>
                    <a:pt x="9957" y="406990"/>
                  </a:lnTo>
                  <a:lnTo>
                    <a:pt x="9957" y="402983"/>
                  </a:lnTo>
                  <a:close/>
                  <a:moveTo>
                    <a:pt x="9957" y="395208"/>
                  </a:moveTo>
                  <a:lnTo>
                    <a:pt x="8772" y="402983"/>
                  </a:lnTo>
                  <a:lnTo>
                    <a:pt x="9957" y="402983"/>
                  </a:lnTo>
                  <a:close/>
                  <a:moveTo>
                    <a:pt x="9957" y="402983"/>
                  </a:moveTo>
                  <a:lnTo>
                    <a:pt x="12758" y="376118"/>
                  </a:lnTo>
                  <a:lnTo>
                    <a:pt x="9957" y="395208"/>
                  </a:lnTo>
                  <a:close/>
                  <a:moveTo>
                    <a:pt x="44468" y="376118"/>
                  </a:moveTo>
                  <a:lnTo>
                    <a:pt x="12758" y="376118"/>
                  </a:lnTo>
                  <a:lnTo>
                    <a:pt x="9957" y="402983"/>
                  </a:lnTo>
                  <a:close/>
                  <a:moveTo>
                    <a:pt x="217025" y="402983"/>
                  </a:moveTo>
                  <a:lnTo>
                    <a:pt x="217025" y="419014"/>
                  </a:lnTo>
                  <a:lnTo>
                    <a:pt x="235799" y="402983"/>
                  </a:lnTo>
                  <a:close/>
                  <a:moveTo>
                    <a:pt x="235799" y="402983"/>
                  </a:moveTo>
                  <a:lnTo>
                    <a:pt x="251536" y="389113"/>
                  </a:lnTo>
                  <a:lnTo>
                    <a:pt x="217025" y="402983"/>
                  </a:lnTo>
                  <a:close/>
                  <a:moveTo>
                    <a:pt x="24777" y="349252"/>
                  </a:moveTo>
                  <a:lnTo>
                    <a:pt x="12758" y="376118"/>
                  </a:lnTo>
                  <a:lnTo>
                    <a:pt x="44468" y="376118"/>
                  </a:lnTo>
                  <a:close/>
                  <a:moveTo>
                    <a:pt x="251536" y="376118"/>
                  </a:moveTo>
                  <a:lnTo>
                    <a:pt x="251536" y="389113"/>
                  </a:lnTo>
                  <a:lnTo>
                    <a:pt x="266729" y="376118"/>
                  </a:lnTo>
                  <a:close/>
                  <a:moveTo>
                    <a:pt x="266729" y="376118"/>
                  </a:moveTo>
                  <a:lnTo>
                    <a:pt x="286047" y="357989"/>
                  </a:lnTo>
                  <a:lnTo>
                    <a:pt x="251536" y="376118"/>
                  </a:lnTo>
                  <a:close/>
                  <a:moveTo>
                    <a:pt x="39330" y="322387"/>
                  </a:moveTo>
                  <a:lnTo>
                    <a:pt x="44468" y="349252"/>
                  </a:lnTo>
                  <a:lnTo>
                    <a:pt x="44468" y="322387"/>
                  </a:lnTo>
                  <a:close/>
                  <a:moveTo>
                    <a:pt x="39330" y="322387"/>
                  </a:moveTo>
                  <a:lnTo>
                    <a:pt x="24777" y="349252"/>
                  </a:lnTo>
                  <a:lnTo>
                    <a:pt x="44468" y="349252"/>
                  </a:lnTo>
                  <a:close/>
                  <a:moveTo>
                    <a:pt x="286047" y="349252"/>
                  </a:moveTo>
                  <a:lnTo>
                    <a:pt x="286047" y="357989"/>
                  </a:lnTo>
                  <a:lnTo>
                    <a:pt x="294935" y="349252"/>
                  </a:lnTo>
                  <a:close/>
                  <a:moveTo>
                    <a:pt x="314013" y="322387"/>
                  </a:moveTo>
                  <a:lnTo>
                    <a:pt x="292946" y="322387"/>
                  </a:lnTo>
                  <a:lnTo>
                    <a:pt x="294935" y="349252"/>
                  </a:lnTo>
                  <a:close/>
                  <a:moveTo>
                    <a:pt x="44468" y="308810"/>
                  </a:moveTo>
                  <a:lnTo>
                    <a:pt x="39330" y="322387"/>
                  </a:lnTo>
                  <a:lnTo>
                    <a:pt x="44468" y="322387"/>
                  </a:lnTo>
                  <a:close/>
                  <a:moveTo>
                    <a:pt x="44468" y="308810"/>
                  </a:moveTo>
                  <a:lnTo>
                    <a:pt x="44468" y="322387"/>
                  </a:lnTo>
                  <a:lnTo>
                    <a:pt x="49341" y="295521"/>
                  </a:lnTo>
                  <a:close/>
                  <a:moveTo>
                    <a:pt x="49341" y="295521"/>
                  </a:moveTo>
                  <a:lnTo>
                    <a:pt x="44468" y="322387"/>
                  </a:lnTo>
                  <a:lnTo>
                    <a:pt x="67965" y="322387"/>
                  </a:lnTo>
                  <a:close/>
                  <a:moveTo>
                    <a:pt x="320558" y="301185"/>
                  </a:moveTo>
                  <a:lnTo>
                    <a:pt x="320558" y="295521"/>
                  </a:lnTo>
                  <a:lnTo>
                    <a:pt x="314013" y="322387"/>
                  </a:lnTo>
                  <a:close/>
                  <a:moveTo>
                    <a:pt x="314013" y="322387"/>
                  </a:moveTo>
                  <a:lnTo>
                    <a:pt x="320558" y="295521"/>
                  </a:lnTo>
                  <a:lnTo>
                    <a:pt x="302579" y="295521"/>
                  </a:lnTo>
                  <a:close/>
                  <a:moveTo>
                    <a:pt x="50399" y="268656"/>
                  </a:moveTo>
                  <a:lnTo>
                    <a:pt x="49341" y="295521"/>
                  </a:lnTo>
                  <a:lnTo>
                    <a:pt x="75085" y="295521"/>
                  </a:lnTo>
                  <a:close/>
                  <a:moveTo>
                    <a:pt x="320558" y="295521"/>
                  </a:moveTo>
                  <a:lnTo>
                    <a:pt x="320558" y="301185"/>
                  </a:lnTo>
                  <a:lnTo>
                    <a:pt x="322334" y="295521"/>
                  </a:lnTo>
                  <a:close/>
                  <a:moveTo>
                    <a:pt x="320558" y="295521"/>
                  </a:moveTo>
                  <a:lnTo>
                    <a:pt x="322334" y="295521"/>
                  </a:lnTo>
                  <a:lnTo>
                    <a:pt x="320558" y="276690"/>
                  </a:lnTo>
                  <a:close/>
                  <a:moveTo>
                    <a:pt x="320558" y="295521"/>
                  </a:moveTo>
                  <a:lnTo>
                    <a:pt x="320558" y="276690"/>
                  </a:lnTo>
                  <a:lnTo>
                    <a:pt x="302579" y="295521"/>
                  </a:lnTo>
                  <a:close/>
                  <a:moveTo>
                    <a:pt x="302579" y="295521"/>
                  </a:moveTo>
                  <a:lnTo>
                    <a:pt x="320558" y="276690"/>
                  </a:lnTo>
                  <a:lnTo>
                    <a:pt x="319832" y="268656"/>
                  </a:lnTo>
                  <a:close/>
                  <a:moveTo>
                    <a:pt x="44468" y="241790"/>
                  </a:moveTo>
                  <a:lnTo>
                    <a:pt x="44468" y="250297"/>
                  </a:lnTo>
                  <a:lnTo>
                    <a:pt x="71403" y="241790"/>
                  </a:lnTo>
                  <a:close/>
                  <a:moveTo>
                    <a:pt x="71403" y="241790"/>
                  </a:moveTo>
                  <a:lnTo>
                    <a:pt x="44468" y="250297"/>
                  </a:lnTo>
                  <a:lnTo>
                    <a:pt x="50399" y="268656"/>
                  </a:lnTo>
                  <a:close/>
                  <a:moveTo>
                    <a:pt x="319832" y="268656"/>
                  </a:moveTo>
                  <a:lnTo>
                    <a:pt x="306701" y="241790"/>
                  </a:lnTo>
                  <a:lnTo>
                    <a:pt x="299748" y="268656"/>
                  </a:lnTo>
                  <a:close/>
                  <a:moveTo>
                    <a:pt x="41478" y="241790"/>
                  </a:moveTo>
                  <a:lnTo>
                    <a:pt x="44468" y="250297"/>
                  </a:lnTo>
                  <a:lnTo>
                    <a:pt x="44468" y="241790"/>
                  </a:lnTo>
                  <a:close/>
                  <a:moveTo>
                    <a:pt x="25163" y="214924"/>
                  </a:moveTo>
                  <a:lnTo>
                    <a:pt x="44468" y="241790"/>
                  </a:lnTo>
                  <a:lnTo>
                    <a:pt x="44468" y="214924"/>
                  </a:lnTo>
                  <a:close/>
                  <a:moveTo>
                    <a:pt x="25163" y="214924"/>
                  </a:moveTo>
                  <a:lnTo>
                    <a:pt x="41478" y="241790"/>
                  </a:lnTo>
                  <a:lnTo>
                    <a:pt x="44468" y="241790"/>
                  </a:lnTo>
                  <a:close/>
                  <a:moveTo>
                    <a:pt x="286047" y="241790"/>
                  </a:moveTo>
                  <a:lnTo>
                    <a:pt x="306701" y="241790"/>
                  </a:lnTo>
                  <a:lnTo>
                    <a:pt x="286047" y="218168"/>
                  </a:lnTo>
                  <a:close/>
                  <a:moveTo>
                    <a:pt x="284120" y="241790"/>
                  </a:moveTo>
                  <a:lnTo>
                    <a:pt x="286047" y="218168"/>
                  </a:lnTo>
                  <a:lnTo>
                    <a:pt x="282869" y="214924"/>
                  </a:lnTo>
                  <a:close/>
                  <a:moveTo>
                    <a:pt x="9957" y="188059"/>
                  </a:moveTo>
                  <a:lnTo>
                    <a:pt x="9957" y="189673"/>
                  </a:lnTo>
                  <a:lnTo>
                    <a:pt x="43549" y="188059"/>
                  </a:lnTo>
                  <a:close/>
                  <a:moveTo>
                    <a:pt x="9957" y="189673"/>
                  </a:moveTo>
                  <a:lnTo>
                    <a:pt x="25163" y="214924"/>
                  </a:lnTo>
                  <a:lnTo>
                    <a:pt x="43549" y="188059"/>
                  </a:lnTo>
                  <a:close/>
                  <a:moveTo>
                    <a:pt x="253944" y="188059"/>
                  </a:moveTo>
                  <a:lnTo>
                    <a:pt x="251536" y="188059"/>
                  </a:lnTo>
                  <a:lnTo>
                    <a:pt x="255598" y="214924"/>
                  </a:lnTo>
                  <a:close/>
                  <a:moveTo>
                    <a:pt x="282869" y="214924"/>
                  </a:moveTo>
                  <a:lnTo>
                    <a:pt x="253944" y="188059"/>
                  </a:lnTo>
                  <a:lnTo>
                    <a:pt x="255598" y="214924"/>
                  </a:lnTo>
                  <a:close/>
                  <a:moveTo>
                    <a:pt x="9016" y="188059"/>
                  </a:moveTo>
                  <a:lnTo>
                    <a:pt x="9957" y="189673"/>
                  </a:lnTo>
                  <a:lnTo>
                    <a:pt x="9957" y="188059"/>
                  </a:lnTo>
                  <a:close/>
                  <a:moveTo>
                    <a:pt x="0" y="161193"/>
                  </a:moveTo>
                  <a:lnTo>
                    <a:pt x="9957" y="188059"/>
                  </a:lnTo>
                  <a:lnTo>
                    <a:pt x="9957" y="161193"/>
                  </a:lnTo>
                  <a:close/>
                  <a:moveTo>
                    <a:pt x="0" y="161193"/>
                  </a:moveTo>
                  <a:lnTo>
                    <a:pt x="9016" y="188059"/>
                  </a:lnTo>
                  <a:lnTo>
                    <a:pt x="9957" y="188059"/>
                  </a:lnTo>
                  <a:close/>
                  <a:moveTo>
                    <a:pt x="251536" y="188059"/>
                  </a:moveTo>
                  <a:lnTo>
                    <a:pt x="253944" y="188059"/>
                  </a:lnTo>
                  <a:lnTo>
                    <a:pt x="251536" y="185637"/>
                  </a:lnTo>
                  <a:close/>
                  <a:moveTo>
                    <a:pt x="217025" y="161193"/>
                  </a:moveTo>
                  <a:lnTo>
                    <a:pt x="251536" y="188059"/>
                  </a:lnTo>
                  <a:lnTo>
                    <a:pt x="229450" y="161193"/>
                  </a:lnTo>
                  <a:close/>
                  <a:moveTo>
                    <a:pt x="229450" y="161193"/>
                  </a:moveTo>
                  <a:lnTo>
                    <a:pt x="251536" y="188059"/>
                  </a:lnTo>
                  <a:lnTo>
                    <a:pt x="251536" y="185637"/>
                  </a:lnTo>
                  <a:close/>
                  <a:moveTo>
                    <a:pt x="573" y="134328"/>
                  </a:moveTo>
                  <a:lnTo>
                    <a:pt x="9957" y="161193"/>
                  </a:lnTo>
                  <a:lnTo>
                    <a:pt x="9957" y="134328"/>
                  </a:lnTo>
                  <a:close/>
                  <a:moveTo>
                    <a:pt x="573" y="134328"/>
                  </a:moveTo>
                  <a:lnTo>
                    <a:pt x="0" y="161193"/>
                  </a:lnTo>
                  <a:lnTo>
                    <a:pt x="9957" y="161193"/>
                  </a:lnTo>
                  <a:close/>
                  <a:moveTo>
                    <a:pt x="217025" y="161193"/>
                  </a:moveTo>
                  <a:lnTo>
                    <a:pt x="229450" y="161193"/>
                  </a:lnTo>
                  <a:lnTo>
                    <a:pt x="217025" y="143338"/>
                  </a:lnTo>
                  <a:close/>
                  <a:moveTo>
                    <a:pt x="211292" y="134328"/>
                  </a:moveTo>
                  <a:lnTo>
                    <a:pt x="217025" y="161193"/>
                  </a:lnTo>
                  <a:lnTo>
                    <a:pt x="217025" y="143338"/>
                  </a:lnTo>
                  <a:close/>
                  <a:moveTo>
                    <a:pt x="9957" y="107797"/>
                  </a:moveTo>
                  <a:lnTo>
                    <a:pt x="573" y="134328"/>
                  </a:lnTo>
                  <a:lnTo>
                    <a:pt x="9957" y="134328"/>
                  </a:lnTo>
                  <a:close/>
                  <a:moveTo>
                    <a:pt x="10085" y="107462"/>
                  </a:moveTo>
                  <a:lnTo>
                    <a:pt x="9957" y="107797"/>
                  </a:lnTo>
                  <a:lnTo>
                    <a:pt x="44468" y="124339"/>
                  </a:lnTo>
                  <a:close/>
                  <a:moveTo>
                    <a:pt x="182513" y="107462"/>
                  </a:moveTo>
                  <a:lnTo>
                    <a:pt x="211292" y="134328"/>
                  </a:lnTo>
                  <a:lnTo>
                    <a:pt x="198470" y="107462"/>
                  </a:lnTo>
                  <a:close/>
                  <a:moveTo>
                    <a:pt x="25402" y="80597"/>
                  </a:moveTo>
                  <a:lnTo>
                    <a:pt x="10085" y="107462"/>
                  </a:lnTo>
                  <a:lnTo>
                    <a:pt x="44468" y="107462"/>
                  </a:lnTo>
                  <a:close/>
                  <a:moveTo>
                    <a:pt x="182513" y="80597"/>
                  </a:moveTo>
                  <a:lnTo>
                    <a:pt x="198470" y="107462"/>
                  </a:lnTo>
                  <a:lnTo>
                    <a:pt x="189844" y="80597"/>
                  </a:lnTo>
                  <a:close/>
                  <a:moveTo>
                    <a:pt x="182513" y="80597"/>
                  </a:moveTo>
                  <a:lnTo>
                    <a:pt x="182513" y="107462"/>
                  </a:lnTo>
                  <a:lnTo>
                    <a:pt x="198470" y="107462"/>
                  </a:lnTo>
                  <a:close/>
                  <a:moveTo>
                    <a:pt x="41927" y="53731"/>
                  </a:moveTo>
                  <a:lnTo>
                    <a:pt x="44468" y="80597"/>
                  </a:lnTo>
                  <a:lnTo>
                    <a:pt x="44468" y="53731"/>
                  </a:lnTo>
                  <a:close/>
                  <a:moveTo>
                    <a:pt x="41927" y="53731"/>
                  </a:moveTo>
                  <a:lnTo>
                    <a:pt x="25402" y="80597"/>
                  </a:lnTo>
                  <a:lnTo>
                    <a:pt x="44468" y="80597"/>
                  </a:lnTo>
                  <a:close/>
                  <a:moveTo>
                    <a:pt x="44468" y="80597"/>
                  </a:moveTo>
                  <a:lnTo>
                    <a:pt x="78979" y="53731"/>
                  </a:lnTo>
                  <a:lnTo>
                    <a:pt x="44468" y="53731"/>
                  </a:lnTo>
                  <a:close/>
                  <a:moveTo>
                    <a:pt x="148002" y="80597"/>
                  </a:moveTo>
                  <a:lnTo>
                    <a:pt x="182513" y="80597"/>
                  </a:lnTo>
                  <a:lnTo>
                    <a:pt x="182513" y="53731"/>
                  </a:lnTo>
                  <a:close/>
                  <a:moveTo>
                    <a:pt x="182513" y="53731"/>
                  </a:moveTo>
                  <a:lnTo>
                    <a:pt x="189844" y="80597"/>
                  </a:lnTo>
                  <a:lnTo>
                    <a:pt x="182946" y="53731"/>
                  </a:lnTo>
                  <a:close/>
                  <a:moveTo>
                    <a:pt x="182513" y="53731"/>
                  </a:moveTo>
                  <a:lnTo>
                    <a:pt x="182513" y="80597"/>
                  </a:lnTo>
                  <a:lnTo>
                    <a:pt x="189844" y="80597"/>
                  </a:lnTo>
                  <a:close/>
                  <a:moveTo>
                    <a:pt x="44468" y="50142"/>
                  </a:moveTo>
                  <a:lnTo>
                    <a:pt x="41927" y="53731"/>
                  </a:lnTo>
                  <a:lnTo>
                    <a:pt x="44468" y="53731"/>
                  </a:lnTo>
                  <a:close/>
                  <a:moveTo>
                    <a:pt x="44468" y="53731"/>
                  </a:moveTo>
                  <a:lnTo>
                    <a:pt x="64676" y="26866"/>
                  </a:lnTo>
                  <a:lnTo>
                    <a:pt x="44468" y="50142"/>
                  </a:lnTo>
                  <a:close/>
                  <a:moveTo>
                    <a:pt x="78979" y="26866"/>
                  </a:moveTo>
                  <a:lnTo>
                    <a:pt x="64676" y="26866"/>
                  </a:lnTo>
                  <a:lnTo>
                    <a:pt x="44468" y="53731"/>
                  </a:lnTo>
                  <a:close/>
                  <a:moveTo>
                    <a:pt x="78979" y="53731"/>
                  </a:moveTo>
                  <a:lnTo>
                    <a:pt x="78979" y="26866"/>
                  </a:lnTo>
                  <a:lnTo>
                    <a:pt x="44468" y="53731"/>
                  </a:lnTo>
                  <a:close/>
                  <a:moveTo>
                    <a:pt x="148002" y="26866"/>
                  </a:moveTo>
                  <a:lnTo>
                    <a:pt x="182513" y="52693"/>
                  </a:lnTo>
                  <a:lnTo>
                    <a:pt x="167876" y="26866"/>
                  </a:lnTo>
                  <a:close/>
                  <a:moveTo>
                    <a:pt x="182513" y="53731"/>
                  </a:moveTo>
                  <a:lnTo>
                    <a:pt x="182513" y="52693"/>
                  </a:lnTo>
                  <a:lnTo>
                    <a:pt x="148002" y="26866"/>
                  </a:lnTo>
                  <a:close/>
                  <a:moveTo>
                    <a:pt x="148002" y="53731"/>
                  </a:moveTo>
                  <a:lnTo>
                    <a:pt x="182513" y="53731"/>
                  </a:lnTo>
                  <a:lnTo>
                    <a:pt x="148002" y="26866"/>
                  </a:lnTo>
                  <a:close/>
                  <a:moveTo>
                    <a:pt x="182513" y="53731"/>
                  </a:moveTo>
                  <a:lnTo>
                    <a:pt x="182946" y="53731"/>
                  </a:lnTo>
                  <a:lnTo>
                    <a:pt x="182513" y="52693"/>
                  </a:lnTo>
                  <a:close/>
                  <a:moveTo>
                    <a:pt x="78979" y="15533"/>
                  </a:moveTo>
                  <a:lnTo>
                    <a:pt x="64676" y="26866"/>
                  </a:lnTo>
                  <a:lnTo>
                    <a:pt x="78979" y="26866"/>
                  </a:lnTo>
                  <a:close/>
                  <a:moveTo>
                    <a:pt x="78979" y="26866"/>
                  </a:moveTo>
                  <a:lnTo>
                    <a:pt x="113491" y="4053"/>
                  </a:lnTo>
                  <a:lnTo>
                    <a:pt x="78979" y="15533"/>
                  </a:lnTo>
                  <a:close/>
                  <a:moveTo>
                    <a:pt x="78979" y="26866"/>
                  </a:moveTo>
                  <a:lnTo>
                    <a:pt x="113491" y="2686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1091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26866"/>
                  </a:lnTo>
                  <a:lnTo>
                    <a:pt x="148002" y="10916"/>
                  </a:lnTo>
                  <a:close/>
                  <a:moveTo>
                    <a:pt x="148002" y="26866"/>
                  </a:moveTo>
                  <a:lnTo>
                    <a:pt x="167876" y="26866"/>
                  </a:lnTo>
                  <a:lnTo>
                    <a:pt x="148002" y="10916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4027" name="Match_B4__4026">
              <a:extLst>
                <a:ext uri="{FF2B5EF4-FFF2-40B4-BE49-F238E27FC236}">
                  <a16:creationId xmlns:a16="http://schemas.microsoft.com/office/drawing/2014/main" id="{58DE523B-AA30-EF58-5C54-0EBDA1232771}"/>
                </a:ext>
              </a:extLst>
            </p:cNvPr>
            <p:cNvSpPr>
              <a:spLocks noGrp="1"/>
            </p:cNvSpPr>
            <p:nvPr/>
          </p:nvSpPr>
          <p:spPr>
            <a:xfrm>
              <a:off x="8418841" y="2527969"/>
              <a:ext cx="309875" cy="429849"/>
            </a:xfrm>
            <a:custGeom>
              <a:avLst/>
              <a:gdLst/>
              <a:ahLst/>
              <a:cxnLst/>
              <a:rect l="0" t="0" r="0" b="0"/>
              <a:pathLst>
                <a:path w="309875" h="429849">
                  <a:moveTo>
                    <a:pt x="34511" y="402983"/>
                  </a:moveTo>
                  <a:lnTo>
                    <a:pt x="34511" y="428205"/>
                  </a:lnTo>
                  <a:lnTo>
                    <a:pt x="55850" y="402983"/>
                  </a:lnTo>
                  <a:close/>
                  <a:moveTo>
                    <a:pt x="55850" y="402983"/>
                  </a:moveTo>
                  <a:lnTo>
                    <a:pt x="37888" y="429849"/>
                  </a:lnTo>
                  <a:lnTo>
                    <a:pt x="69023" y="410087"/>
                  </a:lnTo>
                  <a:close/>
                  <a:moveTo>
                    <a:pt x="69023" y="410087"/>
                  </a:moveTo>
                  <a:lnTo>
                    <a:pt x="37888" y="429849"/>
                  </a:lnTo>
                  <a:lnTo>
                    <a:pt x="69023" y="429849"/>
                  </a:lnTo>
                  <a:close/>
                  <a:moveTo>
                    <a:pt x="69023" y="429849"/>
                  </a:moveTo>
                  <a:lnTo>
                    <a:pt x="103534" y="429849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03534" y="414555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38045" y="429849"/>
                  </a:lnTo>
                  <a:lnTo>
                    <a:pt x="103534" y="414555"/>
                  </a:lnTo>
                  <a:close/>
                  <a:moveTo>
                    <a:pt x="138045" y="429849"/>
                  </a:moveTo>
                  <a:lnTo>
                    <a:pt x="138045" y="407049"/>
                  </a:lnTo>
                  <a:lnTo>
                    <a:pt x="103534" y="414555"/>
                  </a:lnTo>
                  <a:close/>
                  <a:moveTo>
                    <a:pt x="138045" y="407049"/>
                  </a:moveTo>
                  <a:lnTo>
                    <a:pt x="172556" y="418104"/>
                  </a:lnTo>
                  <a:lnTo>
                    <a:pt x="172556" y="402983"/>
                  </a:lnTo>
                  <a:close/>
                  <a:moveTo>
                    <a:pt x="138045" y="429849"/>
                  </a:moveTo>
                  <a:lnTo>
                    <a:pt x="172556" y="418104"/>
                  </a:lnTo>
                  <a:lnTo>
                    <a:pt x="138045" y="407049"/>
                  </a:lnTo>
                  <a:close/>
                  <a:moveTo>
                    <a:pt x="34511" y="376118"/>
                  </a:moveTo>
                  <a:lnTo>
                    <a:pt x="0" y="376118"/>
                  </a:lnTo>
                  <a:lnTo>
                    <a:pt x="34511" y="402983"/>
                  </a:lnTo>
                  <a:close/>
                  <a:moveTo>
                    <a:pt x="172556" y="388178"/>
                  </a:moveTo>
                  <a:lnTo>
                    <a:pt x="207068" y="392148"/>
                  </a:lnTo>
                  <a:lnTo>
                    <a:pt x="207068" y="376118"/>
                  </a:lnTo>
                  <a:close/>
                  <a:moveTo>
                    <a:pt x="172556" y="402983"/>
                  </a:moveTo>
                  <a:lnTo>
                    <a:pt x="207068" y="392148"/>
                  </a:lnTo>
                  <a:lnTo>
                    <a:pt x="172556" y="388178"/>
                  </a:lnTo>
                  <a:close/>
                  <a:moveTo>
                    <a:pt x="34511" y="376118"/>
                  </a:moveTo>
                  <a:lnTo>
                    <a:pt x="34511" y="349252"/>
                  </a:lnTo>
                  <a:lnTo>
                    <a:pt x="0" y="376118"/>
                  </a:lnTo>
                  <a:close/>
                  <a:moveTo>
                    <a:pt x="207068" y="363544"/>
                  </a:moveTo>
                  <a:lnTo>
                    <a:pt x="241579" y="349252"/>
                  </a:lnTo>
                  <a:lnTo>
                    <a:pt x="226139" y="349252"/>
                  </a:lnTo>
                  <a:close/>
                  <a:moveTo>
                    <a:pt x="207068" y="363544"/>
                  </a:moveTo>
                  <a:lnTo>
                    <a:pt x="241579" y="362247"/>
                  </a:lnTo>
                  <a:lnTo>
                    <a:pt x="241579" y="349252"/>
                  </a:lnTo>
                  <a:close/>
                  <a:moveTo>
                    <a:pt x="207068" y="376118"/>
                  </a:moveTo>
                  <a:lnTo>
                    <a:pt x="241579" y="362247"/>
                  </a:lnTo>
                  <a:lnTo>
                    <a:pt x="207068" y="363544"/>
                  </a:lnTo>
                  <a:close/>
                  <a:moveTo>
                    <a:pt x="14820" y="322387"/>
                  </a:moveTo>
                  <a:lnTo>
                    <a:pt x="34511" y="349252"/>
                  </a:lnTo>
                  <a:lnTo>
                    <a:pt x="34511" y="322387"/>
                  </a:lnTo>
                  <a:close/>
                  <a:moveTo>
                    <a:pt x="241579" y="337659"/>
                  </a:moveTo>
                  <a:lnTo>
                    <a:pt x="276090" y="322387"/>
                  </a:lnTo>
                  <a:lnTo>
                    <a:pt x="259825" y="322387"/>
                  </a:lnTo>
                  <a:close/>
                  <a:moveTo>
                    <a:pt x="241579" y="337659"/>
                  </a:moveTo>
                  <a:lnTo>
                    <a:pt x="276090" y="331123"/>
                  </a:lnTo>
                  <a:lnTo>
                    <a:pt x="276090" y="322387"/>
                  </a:lnTo>
                  <a:close/>
                  <a:moveTo>
                    <a:pt x="241579" y="349252"/>
                  </a:moveTo>
                  <a:lnTo>
                    <a:pt x="276090" y="331123"/>
                  </a:lnTo>
                  <a:lnTo>
                    <a:pt x="241579" y="337659"/>
                  </a:lnTo>
                  <a:close/>
                  <a:moveTo>
                    <a:pt x="226139" y="349252"/>
                  </a:moveTo>
                  <a:lnTo>
                    <a:pt x="241579" y="349252"/>
                  </a:lnTo>
                  <a:lnTo>
                    <a:pt x="241579" y="337659"/>
                  </a:lnTo>
                  <a:close/>
                  <a:moveTo>
                    <a:pt x="58008" y="295521"/>
                  </a:moveTo>
                  <a:lnTo>
                    <a:pt x="34511" y="295521"/>
                  </a:lnTo>
                  <a:lnTo>
                    <a:pt x="34511" y="322387"/>
                  </a:lnTo>
                  <a:close/>
                  <a:moveTo>
                    <a:pt x="284978" y="322387"/>
                  </a:moveTo>
                  <a:lnTo>
                    <a:pt x="276090" y="304334"/>
                  </a:lnTo>
                  <a:lnTo>
                    <a:pt x="276090" y="322387"/>
                  </a:lnTo>
                  <a:close/>
                  <a:moveTo>
                    <a:pt x="282989" y="295521"/>
                  </a:moveTo>
                  <a:lnTo>
                    <a:pt x="276090" y="304334"/>
                  </a:lnTo>
                  <a:lnTo>
                    <a:pt x="284978" y="322387"/>
                  </a:lnTo>
                  <a:close/>
                  <a:moveTo>
                    <a:pt x="259825" y="322387"/>
                  </a:moveTo>
                  <a:lnTo>
                    <a:pt x="276090" y="322387"/>
                  </a:lnTo>
                  <a:lnTo>
                    <a:pt x="276090" y="304334"/>
                  </a:lnTo>
                  <a:close/>
                  <a:moveTo>
                    <a:pt x="39384" y="268656"/>
                  </a:moveTo>
                  <a:lnTo>
                    <a:pt x="58008" y="295521"/>
                  </a:lnTo>
                  <a:lnTo>
                    <a:pt x="65128" y="268656"/>
                  </a:lnTo>
                  <a:close/>
                  <a:moveTo>
                    <a:pt x="304056" y="295521"/>
                  </a:moveTo>
                  <a:lnTo>
                    <a:pt x="292622" y="268656"/>
                  </a:lnTo>
                  <a:lnTo>
                    <a:pt x="282989" y="295521"/>
                  </a:lnTo>
                  <a:close/>
                  <a:moveTo>
                    <a:pt x="40442" y="241790"/>
                  </a:moveTo>
                  <a:lnTo>
                    <a:pt x="65128" y="268656"/>
                  </a:lnTo>
                  <a:lnTo>
                    <a:pt x="66580" y="241790"/>
                  </a:lnTo>
                  <a:close/>
                  <a:moveTo>
                    <a:pt x="292622" y="268656"/>
                  </a:moveTo>
                  <a:lnTo>
                    <a:pt x="309875" y="241790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0442" y="241790"/>
                  </a:lnTo>
                  <a:lnTo>
                    <a:pt x="66580" y="241790"/>
                  </a:lnTo>
                  <a:close/>
                  <a:moveTo>
                    <a:pt x="296744" y="214924"/>
                  </a:moveTo>
                  <a:lnTo>
                    <a:pt x="276090" y="214924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9351" y="188059"/>
                  </a:lnTo>
                  <a:lnTo>
                    <a:pt x="34511" y="214924"/>
                  </a:lnTo>
                  <a:close/>
                  <a:moveTo>
                    <a:pt x="49351" y="188059"/>
                  </a:moveTo>
                  <a:lnTo>
                    <a:pt x="34511" y="188059"/>
                  </a:lnTo>
                  <a:lnTo>
                    <a:pt x="34511" y="214924"/>
                  </a:lnTo>
                  <a:close/>
                  <a:moveTo>
                    <a:pt x="276090" y="214924"/>
                  </a:moveTo>
                  <a:lnTo>
                    <a:pt x="276090" y="191302"/>
                  </a:lnTo>
                  <a:lnTo>
                    <a:pt x="274163" y="214924"/>
                  </a:lnTo>
                  <a:close/>
                  <a:moveTo>
                    <a:pt x="274163" y="214924"/>
                  </a:moveTo>
                  <a:lnTo>
                    <a:pt x="272912" y="188059"/>
                  </a:lnTo>
                  <a:lnTo>
                    <a:pt x="245641" y="188059"/>
                  </a:lnTo>
                  <a:close/>
                  <a:moveTo>
                    <a:pt x="33592" y="161193"/>
                  </a:moveTo>
                  <a:lnTo>
                    <a:pt x="15207" y="188059"/>
                  </a:lnTo>
                  <a:lnTo>
                    <a:pt x="34511" y="162902"/>
                  </a:lnTo>
                  <a:close/>
                  <a:moveTo>
                    <a:pt x="34511" y="162902"/>
                  </a:moveTo>
                  <a:lnTo>
                    <a:pt x="15207" y="188059"/>
                  </a:lnTo>
                  <a:lnTo>
                    <a:pt x="34511" y="188059"/>
                  </a:lnTo>
                  <a:close/>
                  <a:moveTo>
                    <a:pt x="245641" y="188059"/>
                  </a:moveTo>
                  <a:lnTo>
                    <a:pt x="241579" y="161193"/>
                  </a:lnTo>
                  <a:lnTo>
                    <a:pt x="241579" y="184645"/>
                  </a:lnTo>
                  <a:close/>
                  <a:moveTo>
                    <a:pt x="33592" y="161193"/>
                  </a:moveTo>
                  <a:lnTo>
                    <a:pt x="25681" y="134328"/>
                  </a:lnTo>
                  <a:lnTo>
                    <a:pt x="0" y="161193"/>
                  </a:lnTo>
                  <a:close/>
                  <a:moveTo>
                    <a:pt x="25681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207068" y="156865"/>
                  </a:moveTo>
                  <a:lnTo>
                    <a:pt x="211629" y="161193"/>
                  </a:lnTo>
                  <a:lnTo>
                    <a:pt x="207068" y="134328"/>
                  </a:lnTo>
                  <a:close/>
                  <a:moveTo>
                    <a:pt x="21162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41579" y="184645"/>
                  </a:moveTo>
                  <a:lnTo>
                    <a:pt x="241579" y="161193"/>
                  </a:lnTo>
                  <a:lnTo>
                    <a:pt x="211629" y="161193"/>
                  </a:lnTo>
                  <a:close/>
                  <a:moveTo>
                    <a:pt x="25681" y="134328"/>
                  </a:moveTo>
                  <a:lnTo>
                    <a:pt x="29035" y="107462"/>
                  </a:lnTo>
                  <a:lnTo>
                    <a:pt x="0" y="134328"/>
                  </a:lnTo>
                  <a:close/>
                  <a:moveTo>
                    <a:pt x="29035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84044" y="134328"/>
                  </a:moveTo>
                  <a:lnTo>
                    <a:pt x="207068" y="134328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1335" y="107462"/>
                  </a:lnTo>
                  <a:close/>
                  <a:moveTo>
                    <a:pt x="207068" y="156865"/>
                  </a:moveTo>
                  <a:lnTo>
                    <a:pt x="207068" y="134328"/>
                  </a:lnTo>
                  <a:lnTo>
                    <a:pt x="184044" y="134328"/>
                  </a:lnTo>
                  <a:close/>
                  <a:moveTo>
                    <a:pt x="34511" y="80597"/>
                  </a:moveTo>
                  <a:lnTo>
                    <a:pt x="128" y="80597"/>
                  </a:lnTo>
                  <a:lnTo>
                    <a:pt x="34511" y="97474"/>
                  </a:lnTo>
                  <a:close/>
                  <a:moveTo>
                    <a:pt x="34511" y="97474"/>
                  </a:moveTo>
                  <a:lnTo>
                    <a:pt x="0" y="80931"/>
                  </a:lnTo>
                  <a:lnTo>
                    <a:pt x="29035" y="107462"/>
                  </a:lnTo>
                  <a:close/>
                  <a:moveTo>
                    <a:pt x="29035" y="107462"/>
                  </a:moveTo>
                  <a:lnTo>
                    <a:pt x="0" y="80931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72556" y="107462"/>
                  </a:lnTo>
                  <a:lnTo>
                    <a:pt x="201335" y="107462"/>
                  </a:lnTo>
                  <a:close/>
                  <a:moveTo>
                    <a:pt x="172556" y="107462"/>
                  </a:moveTo>
                  <a:lnTo>
                    <a:pt x="172556" y="80597"/>
                  </a:lnTo>
                  <a:lnTo>
                    <a:pt x="161976" y="107462"/>
                  </a:lnTo>
                  <a:close/>
                  <a:moveTo>
                    <a:pt x="172556" y="80597"/>
                  </a:moveTo>
                  <a:lnTo>
                    <a:pt x="140450" y="80597"/>
                  </a:lnTo>
                  <a:lnTo>
                    <a:pt x="161976" y="107462"/>
                  </a:lnTo>
                  <a:close/>
                  <a:moveTo>
                    <a:pt x="15445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38045" y="53731"/>
                  </a:moveTo>
                  <a:lnTo>
                    <a:pt x="140450" y="80597"/>
                  </a:lnTo>
                  <a:lnTo>
                    <a:pt x="172556" y="80597"/>
                  </a:lnTo>
                  <a:close/>
                  <a:moveTo>
                    <a:pt x="138045" y="53731"/>
                  </a:moveTo>
                  <a:lnTo>
                    <a:pt x="172556" y="80597"/>
                  </a:lnTo>
                  <a:lnTo>
                    <a:pt x="172556" y="53731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38045" y="26866"/>
                  </a:lnTo>
                  <a:close/>
                  <a:moveTo>
                    <a:pt x="103534" y="53731"/>
                  </a:moveTo>
                  <a:lnTo>
                    <a:pt x="138045" y="26866"/>
                  </a:lnTo>
                  <a:lnTo>
                    <a:pt x="103534" y="26866"/>
                  </a:lnTo>
                  <a:close/>
                  <a:moveTo>
                    <a:pt x="138045" y="53731"/>
                  </a:moveTo>
                  <a:lnTo>
                    <a:pt x="172556" y="26866"/>
                  </a:lnTo>
                  <a:lnTo>
                    <a:pt x="138045" y="26866"/>
                  </a:lnTo>
                  <a:close/>
                  <a:moveTo>
                    <a:pt x="69023" y="26866"/>
                  </a:moveTo>
                  <a:lnTo>
                    <a:pt x="103534" y="26866"/>
                  </a:lnTo>
                  <a:lnTo>
                    <a:pt x="103534" y="0"/>
                  </a:lnTo>
                  <a:close/>
                  <a:moveTo>
                    <a:pt x="69023" y="26866"/>
                  </a:moveTo>
                  <a:lnTo>
                    <a:pt x="103534" y="0"/>
                  </a:lnTo>
                  <a:lnTo>
                    <a:pt x="69023" y="0"/>
                  </a:lnTo>
                  <a:close/>
                  <a:moveTo>
                    <a:pt x="103534" y="26866"/>
                  </a:moveTo>
                  <a:lnTo>
                    <a:pt x="138045" y="26866"/>
                  </a:lnTo>
                  <a:lnTo>
                    <a:pt x="138045" y="0"/>
                  </a:lnTo>
                  <a:close/>
                  <a:moveTo>
                    <a:pt x="103534" y="26866"/>
                  </a:moveTo>
                  <a:lnTo>
                    <a:pt x="138045" y="0"/>
                  </a:lnTo>
                  <a:lnTo>
                    <a:pt x="103534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4028" name="Match_B4__4027">
              <a:extLst>
                <a:ext uri="{FF2B5EF4-FFF2-40B4-BE49-F238E27FC236}">
                  <a16:creationId xmlns:a16="http://schemas.microsoft.com/office/drawing/2014/main" id="{4AF0ECF2-FAB1-3D80-164B-756BF7675C23}"/>
                </a:ext>
              </a:extLst>
            </p:cNvPr>
            <p:cNvSpPr>
              <a:spLocks noGrp="1"/>
            </p:cNvSpPr>
            <p:nvPr/>
          </p:nvSpPr>
          <p:spPr>
            <a:xfrm>
              <a:off x="8444522" y="2554834"/>
              <a:ext cx="266941" cy="387689"/>
            </a:xfrm>
            <a:custGeom>
              <a:avLst/>
              <a:gdLst/>
              <a:ahLst/>
              <a:cxnLst/>
              <a:rect l="0" t="0" r="0" b="0"/>
              <a:pathLst>
                <a:path w="266941" h="387689">
                  <a:moveTo>
                    <a:pt x="112364" y="380183"/>
                  </a:moveTo>
                  <a:lnTo>
                    <a:pt x="146875" y="376118"/>
                  </a:lnTo>
                  <a:lnTo>
                    <a:pt x="120747" y="376118"/>
                  </a:lnTo>
                  <a:close/>
                  <a:moveTo>
                    <a:pt x="30169" y="376118"/>
                  </a:moveTo>
                  <a:lnTo>
                    <a:pt x="9242" y="349252"/>
                  </a:lnTo>
                  <a:lnTo>
                    <a:pt x="8830" y="376118"/>
                  </a:lnTo>
                  <a:close/>
                  <a:moveTo>
                    <a:pt x="9242" y="349252"/>
                  </a:moveTo>
                  <a:lnTo>
                    <a:pt x="8830" y="349252"/>
                  </a:lnTo>
                  <a:lnTo>
                    <a:pt x="8830" y="376118"/>
                  </a:lnTo>
                  <a:close/>
                  <a:moveTo>
                    <a:pt x="146875" y="361313"/>
                  </a:moveTo>
                  <a:lnTo>
                    <a:pt x="181387" y="349252"/>
                  </a:lnTo>
                  <a:lnTo>
                    <a:pt x="163894" y="349252"/>
                  </a:lnTo>
                  <a:close/>
                  <a:moveTo>
                    <a:pt x="120747" y="376118"/>
                  </a:moveTo>
                  <a:lnTo>
                    <a:pt x="146875" y="376118"/>
                  </a:lnTo>
                  <a:lnTo>
                    <a:pt x="146875" y="361313"/>
                  </a:lnTo>
                  <a:close/>
                  <a:moveTo>
                    <a:pt x="9242" y="349252"/>
                  </a:moveTo>
                  <a:lnTo>
                    <a:pt x="10519" y="322387"/>
                  </a:lnTo>
                  <a:lnTo>
                    <a:pt x="8830" y="349252"/>
                  </a:lnTo>
                  <a:close/>
                  <a:moveTo>
                    <a:pt x="10519" y="322387"/>
                  </a:moveTo>
                  <a:lnTo>
                    <a:pt x="8830" y="322387"/>
                  </a:lnTo>
                  <a:lnTo>
                    <a:pt x="8830" y="349252"/>
                  </a:lnTo>
                  <a:close/>
                  <a:moveTo>
                    <a:pt x="163894" y="349252"/>
                  </a:moveTo>
                  <a:lnTo>
                    <a:pt x="181387" y="349252"/>
                  </a:lnTo>
                  <a:lnTo>
                    <a:pt x="181387" y="336678"/>
                  </a:lnTo>
                  <a:close/>
                  <a:moveTo>
                    <a:pt x="10519" y="322387"/>
                  </a:moveTo>
                  <a:lnTo>
                    <a:pt x="21153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8830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32327" y="268656"/>
                  </a:lnTo>
                  <a:lnTo>
                    <a:pt x="8830" y="295521"/>
                  </a:lnTo>
                  <a:close/>
                  <a:moveTo>
                    <a:pt x="264110" y="214924"/>
                  </a:moveTo>
                  <a:lnTo>
                    <a:pt x="250409" y="188059"/>
                  </a:lnTo>
                  <a:lnTo>
                    <a:pt x="250409" y="190891"/>
                  </a:lnTo>
                  <a:close/>
                  <a:moveTo>
                    <a:pt x="250409" y="190891"/>
                  </a:moveTo>
                  <a:lnTo>
                    <a:pt x="250409" y="188059"/>
                  </a:lnTo>
                  <a:lnTo>
                    <a:pt x="248482" y="188059"/>
                  </a:lnTo>
                  <a:close/>
                  <a:moveTo>
                    <a:pt x="8830" y="161193"/>
                  </a:moveTo>
                  <a:lnTo>
                    <a:pt x="23670" y="161193"/>
                  </a:lnTo>
                  <a:lnTo>
                    <a:pt x="8830" y="136037"/>
                  </a:lnTo>
                  <a:close/>
                  <a:moveTo>
                    <a:pt x="146875" y="92749"/>
                  </a:moveTo>
                  <a:lnTo>
                    <a:pt x="158363" y="107462"/>
                  </a:lnTo>
                  <a:lnTo>
                    <a:pt x="146875" y="80597"/>
                  </a:lnTo>
                  <a:close/>
                  <a:moveTo>
                    <a:pt x="146875" y="92749"/>
                  </a:moveTo>
                  <a:lnTo>
                    <a:pt x="146875" y="80597"/>
                  </a:lnTo>
                  <a:lnTo>
                    <a:pt x="136295" y="80597"/>
                  </a:lnTo>
                  <a:close/>
                  <a:moveTo>
                    <a:pt x="23416" y="53731"/>
                  </a:moveTo>
                  <a:lnTo>
                    <a:pt x="43342" y="36837"/>
                  </a:lnTo>
                  <a:lnTo>
                    <a:pt x="8830" y="53731"/>
                  </a:lnTo>
                  <a:close/>
                  <a:moveTo>
                    <a:pt x="8830" y="53731"/>
                  </a:moveTo>
                  <a:lnTo>
                    <a:pt x="43342" y="36837"/>
                  </a:lnTo>
                  <a:lnTo>
                    <a:pt x="43342" y="26866"/>
                  </a:lnTo>
                  <a:close/>
                  <a:moveTo>
                    <a:pt x="8830" y="53731"/>
                  </a:moveTo>
                  <a:lnTo>
                    <a:pt x="8830" y="70608"/>
                  </a:lnTo>
                  <a:lnTo>
                    <a:pt x="23416" y="53731"/>
                  </a:lnTo>
                  <a:close/>
                  <a:moveTo>
                    <a:pt x="112364" y="50522"/>
                  </a:moveTo>
                  <a:lnTo>
                    <a:pt x="114769" y="53731"/>
                  </a:lnTo>
                  <a:lnTo>
                    <a:pt x="112364" y="26866"/>
                  </a:lnTo>
                  <a:close/>
                  <a:moveTo>
                    <a:pt x="43342" y="26866"/>
                  </a:moveTo>
                  <a:lnTo>
                    <a:pt x="77853" y="26866"/>
                  </a:lnTo>
                  <a:lnTo>
                    <a:pt x="77853" y="0"/>
                  </a:lnTo>
                  <a:close/>
                  <a:moveTo>
                    <a:pt x="77853" y="26866"/>
                  </a:moveTo>
                  <a:lnTo>
                    <a:pt x="43342" y="26866"/>
                  </a:lnTo>
                  <a:lnTo>
                    <a:pt x="77853" y="29341"/>
                  </a:lnTo>
                  <a:close/>
                  <a:moveTo>
                    <a:pt x="43342" y="26866"/>
                  </a:moveTo>
                  <a:lnTo>
                    <a:pt x="43342" y="36837"/>
                  </a:lnTo>
                  <a:lnTo>
                    <a:pt x="77853" y="29341"/>
                  </a:lnTo>
                  <a:close/>
                  <a:moveTo>
                    <a:pt x="112364" y="26866"/>
                  </a:moveTo>
                  <a:lnTo>
                    <a:pt x="77853" y="26866"/>
                  </a:lnTo>
                  <a:lnTo>
                    <a:pt x="112364" y="50522"/>
                  </a:lnTo>
                  <a:close/>
                  <a:moveTo>
                    <a:pt x="77853" y="26866"/>
                  </a:moveTo>
                  <a:lnTo>
                    <a:pt x="77853" y="29341"/>
                  </a:lnTo>
                  <a:lnTo>
                    <a:pt x="112364" y="50522"/>
                  </a:lnTo>
                  <a:close/>
                  <a:moveTo>
                    <a:pt x="30169" y="376118"/>
                  </a:moveTo>
                  <a:lnTo>
                    <a:pt x="43342" y="383221"/>
                  </a:lnTo>
                  <a:lnTo>
                    <a:pt x="43342" y="376118"/>
                  </a:lnTo>
                  <a:close/>
                  <a:moveTo>
                    <a:pt x="9242" y="349252"/>
                  </a:moveTo>
                  <a:lnTo>
                    <a:pt x="43342" y="376118"/>
                  </a:lnTo>
                  <a:lnTo>
                    <a:pt x="43342" y="349252"/>
                  </a:lnTo>
                  <a:close/>
                  <a:moveTo>
                    <a:pt x="9242" y="349252"/>
                  </a:moveTo>
                  <a:lnTo>
                    <a:pt x="30169" y="376118"/>
                  </a:lnTo>
                  <a:lnTo>
                    <a:pt x="43342" y="376118"/>
                  </a:lnTo>
                  <a:close/>
                  <a:moveTo>
                    <a:pt x="77853" y="376118"/>
                  </a:moveTo>
                  <a:lnTo>
                    <a:pt x="43342" y="383221"/>
                  </a:lnTo>
                  <a:lnTo>
                    <a:pt x="77853" y="387689"/>
                  </a:lnTo>
                  <a:close/>
                  <a:moveTo>
                    <a:pt x="77853" y="376118"/>
                  </a:moveTo>
                  <a:lnTo>
                    <a:pt x="43342" y="376118"/>
                  </a:lnTo>
                  <a:lnTo>
                    <a:pt x="43342" y="383221"/>
                  </a:lnTo>
                  <a:close/>
                  <a:moveTo>
                    <a:pt x="112364" y="376118"/>
                  </a:moveTo>
                  <a:lnTo>
                    <a:pt x="77853" y="387689"/>
                  </a:lnTo>
                  <a:lnTo>
                    <a:pt x="112364" y="380183"/>
                  </a:lnTo>
                  <a:close/>
                  <a:moveTo>
                    <a:pt x="112364" y="376118"/>
                  </a:moveTo>
                  <a:lnTo>
                    <a:pt x="77853" y="376118"/>
                  </a:lnTo>
                  <a:lnTo>
                    <a:pt x="77853" y="387689"/>
                  </a:lnTo>
                  <a:close/>
                  <a:moveTo>
                    <a:pt x="112364" y="376118"/>
                  </a:moveTo>
                  <a:lnTo>
                    <a:pt x="112364" y="380183"/>
                  </a:lnTo>
                  <a:lnTo>
                    <a:pt x="120747" y="376118"/>
                  </a:lnTo>
                  <a:close/>
                  <a:moveTo>
                    <a:pt x="146875" y="349252"/>
                  </a:moveTo>
                  <a:lnTo>
                    <a:pt x="120747" y="376118"/>
                  </a:lnTo>
                  <a:lnTo>
                    <a:pt x="146875" y="361313"/>
                  </a:lnTo>
                  <a:close/>
                  <a:moveTo>
                    <a:pt x="112364" y="376118"/>
                  </a:moveTo>
                  <a:lnTo>
                    <a:pt x="120747" y="376118"/>
                  </a:lnTo>
                  <a:lnTo>
                    <a:pt x="146875" y="349252"/>
                  </a:lnTo>
                  <a:close/>
                  <a:moveTo>
                    <a:pt x="10519" y="322387"/>
                  </a:moveTo>
                  <a:lnTo>
                    <a:pt x="9242" y="349252"/>
                  </a:lnTo>
                  <a:lnTo>
                    <a:pt x="43342" y="349252"/>
                  </a:lnTo>
                  <a:close/>
                  <a:moveTo>
                    <a:pt x="146875" y="349252"/>
                  </a:moveTo>
                  <a:lnTo>
                    <a:pt x="146875" y="361313"/>
                  </a:lnTo>
                  <a:lnTo>
                    <a:pt x="163894" y="349252"/>
                  </a:lnTo>
                  <a:close/>
                  <a:moveTo>
                    <a:pt x="181387" y="322387"/>
                  </a:moveTo>
                  <a:lnTo>
                    <a:pt x="163894" y="349252"/>
                  </a:lnTo>
                  <a:lnTo>
                    <a:pt x="181387" y="336678"/>
                  </a:lnTo>
                  <a:close/>
                  <a:moveTo>
                    <a:pt x="146875" y="349252"/>
                  </a:moveTo>
                  <a:lnTo>
                    <a:pt x="163894" y="349252"/>
                  </a:lnTo>
                  <a:lnTo>
                    <a:pt x="181387" y="322387"/>
                  </a:lnTo>
                  <a:close/>
                  <a:moveTo>
                    <a:pt x="21153" y="295521"/>
                  </a:moveTo>
                  <a:lnTo>
                    <a:pt x="10519" y="322387"/>
                  </a:lnTo>
                  <a:lnTo>
                    <a:pt x="43342" y="322387"/>
                  </a:lnTo>
                  <a:close/>
                  <a:moveTo>
                    <a:pt x="181387" y="322387"/>
                  </a:moveTo>
                  <a:lnTo>
                    <a:pt x="181387" y="336678"/>
                  </a:lnTo>
                  <a:lnTo>
                    <a:pt x="200458" y="322387"/>
                  </a:lnTo>
                  <a:close/>
                  <a:moveTo>
                    <a:pt x="215898" y="295521"/>
                  </a:moveTo>
                  <a:lnTo>
                    <a:pt x="200458" y="322387"/>
                  </a:lnTo>
                  <a:lnTo>
                    <a:pt x="215898" y="310793"/>
                  </a:lnTo>
                  <a:close/>
                  <a:moveTo>
                    <a:pt x="181387" y="322387"/>
                  </a:moveTo>
                  <a:lnTo>
                    <a:pt x="200458" y="322387"/>
                  </a:lnTo>
                  <a:lnTo>
                    <a:pt x="215898" y="295521"/>
                  </a:lnTo>
                  <a:close/>
                  <a:moveTo>
                    <a:pt x="32327" y="268656"/>
                  </a:moveTo>
                  <a:lnTo>
                    <a:pt x="43342" y="295521"/>
                  </a:lnTo>
                  <a:lnTo>
                    <a:pt x="43342" y="268656"/>
                  </a:lnTo>
                  <a:close/>
                  <a:moveTo>
                    <a:pt x="32327" y="268656"/>
                  </a:moveTo>
                  <a:lnTo>
                    <a:pt x="21153" y="295521"/>
                  </a:lnTo>
                  <a:lnTo>
                    <a:pt x="43342" y="295521"/>
                  </a:lnTo>
                  <a:close/>
                  <a:moveTo>
                    <a:pt x="215898" y="295521"/>
                  </a:moveTo>
                  <a:lnTo>
                    <a:pt x="215898" y="310793"/>
                  </a:lnTo>
                  <a:lnTo>
                    <a:pt x="234144" y="295521"/>
                  </a:lnTo>
                  <a:close/>
                  <a:moveTo>
                    <a:pt x="250409" y="268656"/>
                  </a:moveTo>
                  <a:lnTo>
                    <a:pt x="234144" y="295521"/>
                  </a:lnTo>
                  <a:lnTo>
                    <a:pt x="250409" y="277468"/>
                  </a:lnTo>
                  <a:close/>
                  <a:moveTo>
                    <a:pt x="215898" y="295521"/>
                  </a:moveTo>
                  <a:lnTo>
                    <a:pt x="234144" y="295521"/>
                  </a:lnTo>
                  <a:lnTo>
                    <a:pt x="250409" y="268656"/>
                  </a:lnTo>
                  <a:close/>
                  <a:moveTo>
                    <a:pt x="39447" y="241790"/>
                  </a:moveTo>
                  <a:lnTo>
                    <a:pt x="43342" y="268656"/>
                  </a:lnTo>
                  <a:lnTo>
                    <a:pt x="43342" y="241790"/>
                  </a:lnTo>
                  <a:close/>
                  <a:moveTo>
                    <a:pt x="39447" y="241790"/>
                  </a:moveTo>
                  <a:lnTo>
                    <a:pt x="32327" y="268656"/>
                  </a:lnTo>
                  <a:lnTo>
                    <a:pt x="43342" y="268656"/>
                  </a:lnTo>
                  <a:close/>
                  <a:moveTo>
                    <a:pt x="250409" y="268656"/>
                  </a:moveTo>
                  <a:lnTo>
                    <a:pt x="250409" y="277468"/>
                  </a:lnTo>
                  <a:lnTo>
                    <a:pt x="257308" y="268656"/>
                  </a:lnTo>
                  <a:close/>
                  <a:moveTo>
                    <a:pt x="250409" y="241790"/>
                  </a:moveTo>
                  <a:lnTo>
                    <a:pt x="257308" y="268656"/>
                  </a:lnTo>
                  <a:lnTo>
                    <a:pt x="266941" y="241790"/>
                  </a:lnTo>
                  <a:close/>
                  <a:moveTo>
                    <a:pt x="250409" y="241790"/>
                  </a:moveTo>
                  <a:lnTo>
                    <a:pt x="250409" y="268656"/>
                  </a:lnTo>
                  <a:lnTo>
                    <a:pt x="257308" y="268656"/>
                  </a:lnTo>
                  <a:close/>
                  <a:moveTo>
                    <a:pt x="40899" y="214924"/>
                  </a:moveTo>
                  <a:lnTo>
                    <a:pt x="43342" y="241790"/>
                  </a:lnTo>
                  <a:lnTo>
                    <a:pt x="43342" y="214924"/>
                  </a:lnTo>
                  <a:close/>
                  <a:moveTo>
                    <a:pt x="40899" y="214924"/>
                  </a:moveTo>
                  <a:lnTo>
                    <a:pt x="39447" y="241790"/>
                  </a:lnTo>
                  <a:lnTo>
                    <a:pt x="43342" y="241790"/>
                  </a:lnTo>
                  <a:close/>
                  <a:moveTo>
                    <a:pt x="250409" y="214924"/>
                  </a:moveTo>
                  <a:lnTo>
                    <a:pt x="266941" y="241790"/>
                  </a:lnTo>
                  <a:lnTo>
                    <a:pt x="264110" y="214924"/>
                  </a:lnTo>
                  <a:close/>
                  <a:moveTo>
                    <a:pt x="250409" y="214924"/>
                  </a:moveTo>
                  <a:lnTo>
                    <a:pt x="250409" y="241790"/>
                  </a:lnTo>
                  <a:lnTo>
                    <a:pt x="266941" y="241790"/>
                  </a:lnTo>
                  <a:close/>
                  <a:moveTo>
                    <a:pt x="35765" y="188059"/>
                  </a:moveTo>
                  <a:lnTo>
                    <a:pt x="43342" y="214924"/>
                  </a:lnTo>
                  <a:lnTo>
                    <a:pt x="43342" y="188059"/>
                  </a:lnTo>
                  <a:close/>
                  <a:moveTo>
                    <a:pt x="35765" y="188059"/>
                  </a:moveTo>
                  <a:lnTo>
                    <a:pt x="40899" y="214924"/>
                  </a:lnTo>
                  <a:lnTo>
                    <a:pt x="43342" y="214924"/>
                  </a:lnTo>
                  <a:close/>
                  <a:moveTo>
                    <a:pt x="250409" y="214924"/>
                  </a:moveTo>
                  <a:lnTo>
                    <a:pt x="264110" y="214924"/>
                  </a:lnTo>
                  <a:lnTo>
                    <a:pt x="250409" y="190891"/>
                  </a:lnTo>
                  <a:close/>
                  <a:moveTo>
                    <a:pt x="248482" y="188059"/>
                  </a:moveTo>
                  <a:lnTo>
                    <a:pt x="250409" y="214924"/>
                  </a:lnTo>
                  <a:lnTo>
                    <a:pt x="250409" y="190891"/>
                  </a:lnTo>
                  <a:close/>
                  <a:moveTo>
                    <a:pt x="23670" y="161193"/>
                  </a:moveTo>
                  <a:lnTo>
                    <a:pt x="43342" y="188059"/>
                  </a:lnTo>
                  <a:lnTo>
                    <a:pt x="43342" y="161193"/>
                  </a:lnTo>
                  <a:close/>
                  <a:moveTo>
                    <a:pt x="23670" y="161193"/>
                  </a:moveTo>
                  <a:lnTo>
                    <a:pt x="35765" y="188059"/>
                  </a:lnTo>
                  <a:lnTo>
                    <a:pt x="43342" y="188059"/>
                  </a:lnTo>
                  <a:close/>
                  <a:moveTo>
                    <a:pt x="215898" y="161193"/>
                  </a:moveTo>
                  <a:lnTo>
                    <a:pt x="248482" y="188059"/>
                  </a:lnTo>
                  <a:lnTo>
                    <a:pt x="219960" y="161193"/>
                  </a:lnTo>
                  <a:close/>
                  <a:moveTo>
                    <a:pt x="215898" y="161193"/>
                  </a:moveTo>
                  <a:lnTo>
                    <a:pt x="215898" y="188059"/>
                  </a:lnTo>
                  <a:lnTo>
                    <a:pt x="248482" y="188059"/>
                  </a:lnTo>
                  <a:close/>
                  <a:moveTo>
                    <a:pt x="43342" y="161193"/>
                  </a:moveTo>
                  <a:lnTo>
                    <a:pt x="8830" y="136037"/>
                  </a:lnTo>
                  <a:lnTo>
                    <a:pt x="23670" y="161193"/>
                  </a:lnTo>
                  <a:close/>
                  <a:moveTo>
                    <a:pt x="8830" y="134328"/>
                  </a:moveTo>
                  <a:lnTo>
                    <a:pt x="8830" y="136037"/>
                  </a:lnTo>
                  <a:lnTo>
                    <a:pt x="43342" y="161193"/>
                  </a:lnTo>
                  <a:close/>
                  <a:moveTo>
                    <a:pt x="43342" y="134328"/>
                  </a:moveTo>
                  <a:lnTo>
                    <a:pt x="8830" y="134328"/>
                  </a:lnTo>
                  <a:lnTo>
                    <a:pt x="43342" y="161193"/>
                  </a:lnTo>
                  <a:close/>
                  <a:moveTo>
                    <a:pt x="181387" y="134328"/>
                  </a:moveTo>
                  <a:lnTo>
                    <a:pt x="215898" y="157780"/>
                  </a:lnTo>
                  <a:lnTo>
                    <a:pt x="185948" y="134328"/>
                  </a:lnTo>
                  <a:close/>
                  <a:moveTo>
                    <a:pt x="215898" y="161193"/>
                  </a:moveTo>
                  <a:lnTo>
                    <a:pt x="215898" y="157780"/>
                  </a:lnTo>
                  <a:lnTo>
                    <a:pt x="181387" y="134328"/>
                  </a:lnTo>
                  <a:close/>
                  <a:moveTo>
                    <a:pt x="181387" y="161193"/>
                  </a:moveTo>
                  <a:lnTo>
                    <a:pt x="215898" y="161193"/>
                  </a:lnTo>
                  <a:lnTo>
                    <a:pt x="181387" y="134328"/>
                  </a:lnTo>
                  <a:close/>
                  <a:moveTo>
                    <a:pt x="215898" y="161193"/>
                  </a:moveTo>
                  <a:lnTo>
                    <a:pt x="219960" y="161193"/>
                  </a:lnTo>
                  <a:lnTo>
                    <a:pt x="215898" y="157780"/>
                  </a:lnTo>
                  <a:close/>
                  <a:moveTo>
                    <a:pt x="7911" y="134328"/>
                  </a:moveTo>
                  <a:lnTo>
                    <a:pt x="8830" y="136037"/>
                  </a:lnTo>
                  <a:lnTo>
                    <a:pt x="8830" y="134328"/>
                  </a:lnTo>
                  <a:close/>
                  <a:moveTo>
                    <a:pt x="0" y="107462"/>
                  </a:moveTo>
                  <a:lnTo>
                    <a:pt x="8830" y="134328"/>
                  </a:lnTo>
                  <a:lnTo>
                    <a:pt x="8830" y="107462"/>
                  </a:lnTo>
                  <a:close/>
                  <a:moveTo>
                    <a:pt x="0" y="107462"/>
                  </a:moveTo>
                  <a:lnTo>
                    <a:pt x="7911" y="134328"/>
                  </a:lnTo>
                  <a:lnTo>
                    <a:pt x="8830" y="134328"/>
                  </a:lnTo>
                  <a:close/>
                  <a:moveTo>
                    <a:pt x="8830" y="134328"/>
                  </a:moveTo>
                  <a:lnTo>
                    <a:pt x="43342" y="107462"/>
                  </a:lnTo>
                  <a:lnTo>
                    <a:pt x="8830" y="107462"/>
                  </a:lnTo>
                  <a:close/>
                  <a:moveTo>
                    <a:pt x="146875" y="107462"/>
                  </a:moveTo>
                  <a:lnTo>
                    <a:pt x="181387" y="129999"/>
                  </a:lnTo>
                  <a:lnTo>
                    <a:pt x="158363" y="107462"/>
                  </a:lnTo>
                  <a:close/>
                  <a:moveTo>
                    <a:pt x="181387" y="134328"/>
                  </a:moveTo>
                  <a:lnTo>
                    <a:pt x="181387" y="129999"/>
                  </a:lnTo>
                  <a:lnTo>
                    <a:pt x="146875" y="107462"/>
                  </a:lnTo>
                  <a:close/>
                  <a:moveTo>
                    <a:pt x="146875" y="134328"/>
                  </a:moveTo>
                  <a:lnTo>
                    <a:pt x="181387" y="134328"/>
                  </a:lnTo>
                  <a:lnTo>
                    <a:pt x="146875" y="107462"/>
                  </a:lnTo>
                  <a:close/>
                  <a:moveTo>
                    <a:pt x="181387" y="134328"/>
                  </a:moveTo>
                  <a:lnTo>
                    <a:pt x="185948" y="134328"/>
                  </a:lnTo>
                  <a:lnTo>
                    <a:pt x="181387" y="129999"/>
                  </a:lnTo>
                  <a:close/>
                  <a:moveTo>
                    <a:pt x="3354" y="80597"/>
                  </a:moveTo>
                  <a:lnTo>
                    <a:pt x="8830" y="107462"/>
                  </a:lnTo>
                  <a:lnTo>
                    <a:pt x="8830" y="80597"/>
                  </a:lnTo>
                  <a:close/>
                  <a:moveTo>
                    <a:pt x="3354" y="80597"/>
                  </a:moveTo>
                  <a:lnTo>
                    <a:pt x="0" y="107462"/>
                  </a:lnTo>
                  <a:lnTo>
                    <a:pt x="8830" y="107462"/>
                  </a:lnTo>
                  <a:close/>
                  <a:moveTo>
                    <a:pt x="8830" y="107462"/>
                  </a:moveTo>
                  <a:lnTo>
                    <a:pt x="43342" y="80597"/>
                  </a:lnTo>
                  <a:lnTo>
                    <a:pt x="8830" y="80597"/>
                  </a:lnTo>
                  <a:close/>
                  <a:moveTo>
                    <a:pt x="112364" y="80597"/>
                  </a:moveTo>
                  <a:lnTo>
                    <a:pt x="146875" y="92749"/>
                  </a:lnTo>
                  <a:lnTo>
                    <a:pt x="136295" y="80597"/>
                  </a:lnTo>
                  <a:close/>
                  <a:moveTo>
                    <a:pt x="146875" y="107462"/>
                  </a:moveTo>
                  <a:lnTo>
                    <a:pt x="146875" y="92749"/>
                  </a:lnTo>
                  <a:lnTo>
                    <a:pt x="112364" y="80597"/>
                  </a:lnTo>
                  <a:close/>
                  <a:moveTo>
                    <a:pt x="146875" y="107462"/>
                  </a:moveTo>
                  <a:lnTo>
                    <a:pt x="158363" y="107462"/>
                  </a:lnTo>
                  <a:lnTo>
                    <a:pt x="146875" y="92749"/>
                  </a:lnTo>
                  <a:close/>
                  <a:moveTo>
                    <a:pt x="8830" y="70608"/>
                  </a:moveTo>
                  <a:lnTo>
                    <a:pt x="3354" y="80597"/>
                  </a:lnTo>
                  <a:lnTo>
                    <a:pt x="8830" y="80597"/>
                  </a:lnTo>
                  <a:close/>
                  <a:moveTo>
                    <a:pt x="8830" y="80597"/>
                  </a:moveTo>
                  <a:lnTo>
                    <a:pt x="23416" y="53731"/>
                  </a:lnTo>
                  <a:lnTo>
                    <a:pt x="8830" y="70608"/>
                  </a:lnTo>
                  <a:close/>
                  <a:moveTo>
                    <a:pt x="43342" y="53731"/>
                  </a:moveTo>
                  <a:lnTo>
                    <a:pt x="23416" y="53731"/>
                  </a:lnTo>
                  <a:lnTo>
                    <a:pt x="8830" y="80597"/>
                  </a:lnTo>
                  <a:close/>
                  <a:moveTo>
                    <a:pt x="43342" y="80597"/>
                  </a:moveTo>
                  <a:lnTo>
                    <a:pt x="43342" y="53731"/>
                  </a:lnTo>
                  <a:lnTo>
                    <a:pt x="8830" y="80597"/>
                  </a:lnTo>
                  <a:close/>
                  <a:moveTo>
                    <a:pt x="77853" y="80597"/>
                  </a:moveTo>
                  <a:lnTo>
                    <a:pt x="112364" y="80597"/>
                  </a:lnTo>
                  <a:lnTo>
                    <a:pt x="112364" y="53731"/>
                  </a:lnTo>
                  <a:close/>
                  <a:moveTo>
                    <a:pt x="77853" y="80597"/>
                  </a:moveTo>
                  <a:lnTo>
                    <a:pt x="112364" y="53731"/>
                  </a:lnTo>
                  <a:lnTo>
                    <a:pt x="77853" y="53731"/>
                  </a:lnTo>
                  <a:close/>
                  <a:moveTo>
                    <a:pt x="112364" y="53731"/>
                  </a:moveTo>
                  <a:lnTo>
                    <a:pt x="136295" y="80597"/>
                  </a:lnTo>
                  <a:lnTo>
                    <a:pt x="114769" y="53731"/>
                  </a:lnTo>
                  <a:close/>
                  <a:moveTo>
                    <a:pt x="112364" y="53731"/>
                  </a:moveTo>
                  <a:lnTo>
                    <a:pt x="112364" y="80597"/>
                  </a:lnTo>
                  <a:lnTo>
                    <a:pt x="136295" y="80597"/>
                  </a:lnTo>
                  <a:close/>
                  <a:moveTo>
                    <a:pt x="43342" y="36837"/>
                  </a:moveTo>
                  <a:lnTo>
                    <a:pt x="23416" y="53731"/>
                  </a:lnTo>
                  <a:lnTo>
                    <a:pt x="43342" y="53731"/>
                  </a:lnTo>
                  <a:close/>
                  <a:moveTo>
                    <a:pt x="43342" y="53731"/>
                  </a:moveTo>
                  <a:lnTo>
                    <a:pt x="77853" y="29341"/>
                  </a:lnTo>
                  <a:lnTo>
                    <a:pt x="43342" y="36837"/>
                  </a:lnTo>
                  <a:close/>
                  <a:moveTo>
                    <a:pt x="43342" y="53731"/>
                  </a:moveTo>
                  <a:lnTo>
                    <a:pt x="77853" y="53731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0522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3731"/>
                  </a:lnTo>
                  <a:lnTo>
                    <a:pt x="112364" y="50522"/>
                  </a:lnTo>
                  <a:close/>
                  <a:moveTo>
                    <a:pt x="112364" y="53731"/>
                  </a:moveTo>
                  <a:lnTo>
                    <a:pt x="114769" y="53731"/>
                  </a:lnTo>
                  <a:lnTo>
                    <a:pt x="112364" y="5052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4029" name="Match_B4__4028">
              <a:extLst>
                <a:ext uri="{FF2B5EF4-FFF2-40B4-BE49-F238E27FC236}">
                  <a16:creationId xmlns:a16="http://schemas.microsoft.com/office/drawing/2014/main" id="{169403E8-9FCD-A89C-5CA7-F10D8CFB34DB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608566"/>
              <a:ext cx="241579" cy="322387"/>
            </a:xfrm>
            <a:custGeom>
              <a:avLst/>
              <a:gdLst/>
              <a:ahLst/>
              <a:cxnLst/>
              <a:rect l="0" t="0" r="0" b="0"/>
              <a:pathLst>
                <a:path w="241579" h="322387">
                  <a:moveTo>
                    <a:pt x="34511" y="322387"/>
                  </a:moveTo>
                  <a:lnTo>
                    <a:pt x="69023" y="322387"/>
                  </a:lnTo>
                  <a:lnTo>
                    <a:pt x="69023" y="295521"/>
                  </a:lnTo>
                  <a:close/>
                  <a:moveTo>
                    <a:pt x="34511" y="322387"/>
                  </a:moveTo>
                  <a:lnTo>
                    <a:pt x="69023" y="295521"/>
                  </a:lnTo>
                  <a:lnTo>
                    <a:pt x="34511" y="295521"/>
                  </a:lnTo>
                  <a:close/>
                  <a:moveTo>
                    <a:pt x="69023" y="322387"/>
                  </a:moveTo>
                  <a:lnTo>
                    <a:pt x="103534" y="322387"/>
                  </a:lnTo>
                  <a:lnTo>
                    <a:pt x="103534" y="295521"/>
                  </a:lnTo>
                  <a:close/>
                  <a:moveTo>
                    <a:pt x="69023" y="322387"/>
                  </a:moveTo>
                  <a:lnTo>
                    <a:pt x="103534" y="295521"/>
                  </a:lnTo>
                  <a:lnTo>
                    <a:pt x="69023" y="295521"/>
                  </a:lnTo>
                  <a:close/>
                  <a:moveTo>
                    <a:pt x="103534" y="295521"/>
                  </a:moveTo>
                  <a:lnTo>
                    <a:pt x="103534" y="322387"/>
                  </a:lnTo>
                  <a:lnTo>
                    <a:pt x="138045" y="295521"/>
                  </a:lnTo>
                  <a:close/>
                  <a:moveTo>
                    <a:pt x="1689" y="268656"/>
                  </a:moveTo>
                  <a:lnTo>
                    <a:pt x="34511" y="295521"/>
                  </a:lnTo>
                  <a:lnTo>
                    <a:pt x="34511" y="268656"/>
                  </a:lnTo>
                  <a:close/>
                  <a:moveTo>
                    <a:pt x="34511" y="295521"/>
                  </a:moveTo>
                  <a:lnTo>
                    <a:pt x="69023" y="295521"/>
                  </a:lnTo>
                  <a:lnTo>
                    <a:pt x="69023" y="268656"/>
                  </a:lnTo>
                  <a:close/>
                  <a:moveTo>
                    <a:pt x="34511" y="295521"/>
                  </a:moveTo>
                  <a:lnTo>
                    <a:pt x="69023" y="268656"/>
                  </a:lnTo>
                  <a:lnTo>
                    <a:pt x="34511" y="268656"/>
                  </a:lnTo>
                  <a:close/>
                  <a:moveTo>
                    <a:pt x="69023" y="295521"/>
                  </a:moveTo>
                  <a:lnTo>
                    <a:pt x="103534" y="295521"/>
                  </a:lnTo>
                  <a:lnTo>
                    <a:pt x="103534" y="268656"/>
                  </a:lnTo>
                  <a:close/>
                  <a:moveTo>
                    <a:pt x="103534" y="295521"/>
                  </a:moveTo>
                  <a:lnTo>
                    <a:pt x="138045" y="295521"/>
                  </a:lnTo>
                  <a:lnTo>
                    <a:pt x="138045" y="268656"/>
                  </a:lnTo>
                  <a:close/>
                  <a:moveTo>
                    <a:pt x="103534" y="295521"/>
                  </a:moveTo>
                  <a:lnTo>
                    <a:pt x="138045" y="268656"/>
                  </a:lnTo>
                  <a:lnTo>
                    <a:pt x="103534" y="268656"/>
                  </a:lnTo>
                  <a:close/>
                  <a:moveTo>
                    <a:pt x="138045" y="268656"/>
                  </a:moveTo>
                  <a:lnTo>
                    <a:pt x="138045" y="295521"/>
                  </a:lnTo>
                  <a:lnTo>
                    <a:pt x="172556" y="268656"/>
                  </a:lnTo>
                  <a:close/>
                  <a:moveTo>
                    <a:pt x="12322" y="241790"/>
                  </a:moveTo>
                  <a:lnTo>
                    <a:pt x="34511" y="268656"/>
                  </a:lnTo>
                  <a:lnTo>
                    <a:pt x="34511" y="241790"/>
                  </a:lnTo>
                  <a:close/>
                  <a:moveTo>
                    <a:pt x="34511" y="268656"/>
                  </a:moveTo>
                  <a:lnTo>
                    <a:pt x="69023" y="268656"/>
                  </a:lnTo>
                  <a:lnTo>
                    <a:pt x="69023" y="241790"/>
                  </a:lnTo>
                  <a:close/>
                  <a:moveTo>
                    <a:pt x="34511" y="268656"/>
                  </a:moveTo>
                  <a:lnTo>
                    <a:pt x="69023" y="241790"/>
                  </a:lnTo>
                  <a:lnTo>
                    <a:pt x="34511" y="241790"/>
                  </a:lnTo>
                  <a:close/>
                  <a:moveTo>
                    <a:pt x="172556" y="241790"/>
                  </a:moveTo>
                  <a:lnTo>
                    <a:pt x="138045" y="268656"/>
                  </a:lnTo>
                  <a:lnTo>
                    <a:pt x="172556" y="268656"/>
                  </a:lnTo>
                  <a:close/>
                  <a:moveTo>
                    <a:pt x="172556" y="241790"/>
                  </a:moveTo>
                  <a:lnTo>
                    <a:pt x="172556" y="268656"/>
                  </a:lnTo>
                  <a:lnTo>
                    <a:pt x="207068" y="241790"/>
                  </a:lnTo>
                  <a:close/>
                  <a:moveTo>
                    <a:pt x="34511" y="241790"/>
                  </a:moveTo>
                  <a:lnTo>
                    <a:pt x="69023" y="241790"/>
                  </a:lnTo>
                  <a:lnTo>
                    <a:pt x="69023" y="214924"/>
                  </a:lnTo>
                  <a:close/>
                  <a:moveTo>
                    <a:pt x="34511" y="241790"/>
                  </a:moveTo>
                  <a:lnTo>
                    <a:pt x="69023" y="214924"/>
                  </a:lnTo>
                  <a:lnTo>
                    <a:pt x="34511" y="214924"/>
                  </a:lnTo>
                  <a:close/>
                  <a:moveTo>
                    <a:pt x="207068" y="214924"/>
                  </a:moveTo>
                  <a:lnTo>
                    <a:pt x="172556" y="241790"/>
                  </a:lnTo>
                  <a:lnTo>
                    <a:pt x="207068" y="241790"/>
                  </a:lnTo>
                  <a:close/>
                  <a:moveTo>
                    <a:pt x="207068" y="214924"/>
                  </a:moveTo>
                  <a:lnTo>
                    <a:pt x="207068" y="241790"/>
                  </a:lnTo>
                  <a:lnTo>
                    <a:pt x="241579" y="214924"/>
                  </a:lnTo>
                  <a:close/>
                  <a:moveTo>
                    <a:pt x="34511" y="214924"/>
                  </a:moveTo>
                  <a:lnTo>
                    <a:pt x="69023" y="214924"/>
                  </a:lnTo>
                  <a:lnTo>
                    <a:pt x="69023" y="188059"/>
                  </a:lnTo>
                  <a:close/>
                  <a:moveTo>
                    <a:pt x="34511" y="214924"/>
                  </a:moveTo>
                  <a:lnTo>
                    <a:pt x="69023" y="188059"/>
                  </a:lnTo>
                  <a:lnTo>
                    <a:pt x="34511" y="188059"/>
                  </a:lnTo>
                  <a:close/>
                  <a:moveTo>
                    <a:pt x="241579" y="188059"/>
                  </a:moveTo>
                  <a:lnTo>
                    <a:pt x="207068" y="214924"/>
                  </a:lnTo>
                  <a:lnTo>
                    <a:pt x="241579" y="214924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69023" y="161193"/>
                  </a:lnTo>
                  <a:close/>
                  <a:moveTo>
                    <a:pt x="34511" y="188059"/>
                  </a:moveTo>
                  <a:lnTo>
                    <a:pt x="69023" y="161193"/>
                  </a:lnTo>
                  <a:lnTo>
                    <a:pt x="34511" y="161193"/>
                  </a:lnTo>
                  <a:close/>
                  <a:moveTo>
                    <a:pt x="241579" y="188059"/>
                  </a:moveTo>
                  <a:lnTo>
                    <a:pt x="241579" y="161193"/>
                  </a:lnTo>
                  <a:lnTo>
                    <a:pt x="215294" y="188059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21117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07068" y="134328"/>
                  </a:moveTo>
                  <a:lnTo>
                    <a:pt x="241579" y="161193"/>
                  </a:lnTo>
                  <a:lnTo>
                    <a:pt x="239652" y="134328"/>
                  </a:lnTo>
                  <a:close/>
                  <a:moveTo>
                    <a:pt x="34511" y="134328"/>
                  </a:moveTo>
                  <a:lnTo>
                    <a:pt x="69023" y="134328"/>
                  </a:lnTo>
                  <a:lnTo>
                    <a:pt x="69023" y="107462"/>
                  </a:lnTo>
                  <a:close/>
                  <a:moveTo>
                    <a:pt x="34511" y="134328"/>
                  </a:moveTo>
                  <a:lnTo>
                    <a:pt x="69023" y="107462"/>
                  </a:lnTo>
                  <a:lnTo>
                    <a:pt x="34511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7068" y="107462"/>
                  </a:lnTo>
                  <a:close/>
                  <a:moveTo>
                    <a:pt x="34511" y="107462"/>
                  </a:moveTo>
                  <a:lnTo>
                    <a:pt x="69023" y="107462"/>
                  </a:lnTo>
                  <a:lnTo>
                    <a:pt x="69023" y="80597"/>
                  </a:lnTo>
                  <a:close/>
                  <a:moveTo>
                    <a:pt x="34511" y="107462"/>
                  </a:moveTo>
                  <a:lnTo>
                    <a:pt x="69023" y="80597"/>
                  </a:lnTo>
                  <a:lnTo>
                    <a:pt x="34511" y="80597"/>
                  </a:lnTo>
                  <a:close/>
                  <a:moveTo>
                    <a:pt x="69023" y="107462"/>
                  </a:moveTo>
                  <a:lnTo>
                    <a:pt x="103534" y="80597"/>
                  </a:lnTo>
                  <a:lnTo>
                    <a:pt x="69023" y="80597"/>
                  </a:lnTo>
                  <a:close/>
                  <a:moveTo>
                    <a:pt x="103534" y="107462"/>
                  </a:moveTo>
                  <a:lnTo>
                    <a:pt x="138045" y="80597"/>
                  </a:lnTo>
                  <a:lnTo>
                    <a:pt x="103534" y="80597"/>
                  </a:lnTo>
                  <a:close/>
                  <a:moveTo>
                    <a:pt x="138045" y="107462"/>
                  </a:moveTo>
                  <a:lnTo>
                    <a:pt x="172556" y="107462"/>
                  </a:lnTo>
                  <a:lnTo>
                    <a:pt x="172556" y="80597"/>
                  </a:lnTo>
                  <a:close/>
                  <a:moveTo>
                    <a:pt x="138045" y="107462"/>
                  </a:moveTo>
                  <a:lnTo>
                    <a:pt x="172556" y="80597"/>
                  </a:lnTo>
                  <a:lnTo>
                    <a:pt x="138045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80597"/>
                  </a:moveTo>
                  <a:lnTo>
                    <a:pt x="103534" y="80597"/>
                  </a:lnTo>
                  <a:lnTo>
                    <a:pt x="103534" y="53731"/>
                  </a:lnTo>
                  <a:close/>
                  <a:moveTo>
                    <a:pt x="69023" y="80597"/>
                  </a:moveTo>
                  <a:lnTo>
                    <a:pt x="103534" y="53731"/>
                  </a:lnTo>
                  <a:lnTo>
                    <a:pt x="69023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38045" y="53731"/>
                  </a:lnTo>
                  <a:close/>
                  <a:moveTo>
                    <a:pt x="103534" y="80597"/>
                  </a:moveTo>
                  <a:lnTo>
                    <a:pt x="138045" y="53731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03534" y="26866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4030" name="Match_B4__4029">
              <a:extLst>
                <a:ext uri="{FF2B5EF4-FFF2-40B4-BE49-F238E27FC236}">
                  <a16:creationId xmlns:a16="http://schemas.microsoft.com/office/drawing/2014/main" id="{BB3AB5B1-6E95-75AC-5CA8-5204F4B1FA98}"/>
                </a:ext>
              </a:extLst>
            </p:cNvPr>
            <p:cNvSpPr>
              <a:spLocks noGrp="1"/>
            </p:cNvSpPr>
            <p:nvPr/>
          </p:nvSpPr>
          <p:spPr>
            <a:xfrm>
              <a:off x="8522375" y="2689162"/>
              <a:ext cx="172556" cy="214924"/>
            </a:xfrm>
            <a:custGeom>
              <a:avLst/>
              <a:gdLst/>
              <a:ahLst/>
              <a:cxnLst/>
              <a:rect l="0" t="0" r="0" b="0"/>
              <a:pathLst>
                <a:path w="172556" h="214924">
                  <a:moveTo>
                    <a:pt x="0" y="214924"/>
                  </a:moveTo>
                  <a:lnTo>
                    <a:pt x="34511" y="188059"/>
                  </a:lnTo>
                  <a:lnTo>
                    <a:pt x="0" y="188059"/>
                  </a:lnTo>
                  <a:close/>
                  <a:moveTo>
                    <a:pt x="34511" y="171114"/>
                  </a:moveTo>
                  <a:lnTo>
                    <a:pt x="22053" y="161193"/>
                  </a:lnTo>
                  <a:lnTo>
                    <a:pt x="34511" y="188059"/>
                  </a:lnTo>
                  <a:close/>
                  <a:moveTo>
                    <a:pt x="34511" y="188059"/>
                  </a:moveTo>
                  <a:lnTo>
                    <a:pt x="22053" y="161193"/>
                  </a:lnTo>
                  <a:lnTo>
                    <a:pt x="0" y="161193"/>
                  </a:lnTo>
                  <a:close/>
                  <a:moveTo>
                    <a:pt x="34511" y="188059"/>
                  </a:moveTo>
                  <a:lnTo>
                    <a:pt x="0" y="161193"/>
                  </a:lnTo>
                  <a:lnTo>
                    <a:pt x="0" y="188059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34511" y="171114"/>
                  </a:lnTo>
                  <a:close/>
                  <a:moveTo>
                    <a:pt x="69023" y="188059"/>
                  </a:moveTo>
                  <a:lnTo>
                    <a:pt x="69023" y="168310"/>
                  </a:lnTo>
                  <a:lnTo>
                    <a:pt x="34511" y="171114"/>
                  </a:lnTo>
                  <a:close/>
                  <a:moveTo>
                    <a:pt x="86127" y="161193"/>
                  </a:moveTo>
                  <a:lnTo>
                    <a:pt x="69023" y="168310"/>
                  </a:lnTo>
                  <a:lnTo>
                    <a:pt x="103534" y="161193"/>
                  </a:lnTo>
                  <a:close/>
                  <a:moveTo>
                    <a:pt x="103534" y="161193"/>
                  </a:moveTo>
                  <a:lnTo>
                    <a:pt x="69023" y="168310"/>
                  </a:lnTo>
                  <a:lnTo>
                    <a:pt x="69023" y="188059"/>
                  </a:lnTo>
                  <a:close/>
                  <a:moveTo>
                    <a:pt x="22053" y="161193"/>
                  </a:moveTo>
                  <a:lnTo>
                    <a:pt x="12938" y="134328"/>
                  </a:lnTo>
                  <a:lnTo>
                    <a:pt x="0" y="161193"/>
                  </a:lnTo>
                  <a:close/>
                  <a:moveTo>
                    <a:pt x="12938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130597" y="134328"/>
                  </a:moveTo>
                  <a:lnTo>
                    <a:pt x="103534" y="153873"/>
                  </a:lnTo>
                  <a:lnTo>
                    <a:pt x="138045" y="134328"/>
                  </a:lnTo>
                  <a:close/>
                  <a:moveTo>
                    <a:pt x="138045" y="134328"/>
                  </a:moveTo>
                  <a:lnTo>
                    <a:pt x="103534" y="153873"/>
                  </a:lnTo>
                  <a:lnTo>
                    <a:pt x="103534" y="161193"/>
                  </a:lnTo>
                  <a:close/>
                  <a:moveTo>
                    <a:pt x="86127" y="161193"/>
                  </a:moveTo>
                  <a:lnTo>
                    <a:pt x="103534" y="161193"/>
                  </a:lnTo>
                  <a:lnTo>
                    <a:pt x="103534" y="153873"/>
                  </a:lnTo>
                  <a:close/>
                  <a:moveTo>
                    <a:pt x="12938" y="134328"/>
                  </a:moveTo>
                  <a:lnTo>
                    <a:pt x="12290" y="107462"/>
                  </a:lnTo>
                  <a:lnTo>
                    <a:pt x="0" y="134328"/>
                  </a:lnTo>
                  <a:close/>
                  <a:moveTo>
                    <a:pt x="12290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46271" y="107462"/>
                  </a:moveTo>
                  <a:lnTo>
                    <a:pt x="138045" y="124275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138045" y="124275"/>
                  </a:lnTo>
                  <a:lnTo>
                    <a:pt x="138045" y="134328"/>
                  </a:lnTo>
                  <a:close/>
                  <a:moveTo>
                    <a:pt x="130597" y="134328"/>
                  </a:moveTo>
                  <a:lnTo>
                    <a:pt x="138045" y="134328"/>
                  </a:lnTo>
                  <a:lnTo>
                    <a:pt x="138045" y="124275"/>
                  </a:lnTo>
                  <a:close/>
                  <a:moveTo>
                    <a:pt x="12290" y="107462"/>
                  </a:moveTo>
                  <a:lnTo>
                    <a:pt x="15580" y="80597"/>
                  </a:lnTo>
                  <a:lnTo>
                    <a:pt x="0" y="107462"/>
                  </a:lnTo>
                  <a:close/>
                  <a:moveTo>
                    <a:pt x="15580" y="80597"/>
                  </a:moveTo>
                  <a:lnTo>
                    <a:pt x="0" y="80597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42157" y="80597"/>
                  </a:lnTo>
                  <a:lnTo>
                    <a:pt x="146271" y="107462"/>
                  </a:lnTo>
                  <a:close/>
                  <a:moveTo>
                    <a:pt x="15580" y="80597"/>
                  </a:moveTo>
                  <a:lnTo>
                    <a:pt x="23973" y="53731"/>
                  </a:lnTo>
                  <a:lnTo>
                    <a:pt x="0" y="80597"/>
                  </a:lnTo>
                  <a:close/>
                  <a:moveTo>
                    <a:pt x="23973" y="53731"/>
                  </a:moveTo>
                  <a:lnTo>
                    <a:pt x="0" y="53731"/>
                  </a:lnTo>
                  <a:lnTo>
                    <a:pt x="0" y="80597"/>
                  </a:lnTo>
                  <a:close/>
                  <a:moveTo>
                    <a:pt x="138045" y="75116"/>
                  </a:moveTo>
                  <a:lnTo>
                    <a:pt x="142157" y="80597"/>
                  </a:lnTo>
                  <a:lnTo>
                    <a:pt x="138045" y="53731"/>
                  </a:lnTo>
                  <a:close/>
                  <a:moveTo>
                    <a:pt x="23973" y="53731"/>
                  </a:moveTo>
                  <a:lnTo>
                    <a:pt x="34511" y="37964"/>
                  </a:lnTo>
                  <a:lnTo>
                    <a:pt x="0" y="53731"/>
                  </a:lnTo>
                  <a:close/>
                  <a:moveTo>
                    <a:pt x="0" y="53731"/>
                  </a:moveTo>
                  <a:lnTo>
                    <a:pt x="34511" y="37964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103534" y="47220"/>
                  </a:moveTo>
                  <a:lnTo>
                    <a:pt x="113664" y="53731"/>
                  </a:lnTo>
                  <a:lnTo>
                    <a:pt x="103534" y="26866"/>
                  </a:lnTo>
                  <a:close/>
                  <a:moveTo>
                    <a:pt x="103534" y="26866"/>
                  </a:moveTo>
                  <a:lnTo>
                    <a:pt x="113664" y="53731"/>
                  </a:lnTo>
                  <a:lnTo>
                    <a:pt x="138045" y="53731"/>
                  </a:lnTo>
                  <a:close/>
                  <a:moveTo>
                    <a:pt x="138045" y="75116"/>
                  </a:moveTo>
                  <a:lnTo>
                    <a:pt x="138045" y="53731"/>
                  </a:lnTo>
                  <a:lnTo>
                    <a:pt x="113664" y="53731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69023" y="26866"/>
                  </a:moveTo>
                  <a:lnTo>
                    <a:pt x="34511" y="26866"/>
                  </a:lnTo>
                  <a:lnTo>
                    <a:pt x="69023" y="34922"/>
                  </a:lnTo>
                  <a:close/>
                  <a:moveTo>
                    <a:pt x="34511" y="26866"/>
                  </a:moveTo>
                  <a:lnTo>
                    <a:pt x="34511" y="37964"/>
                  </a:lnTo>
                  <a:lnTo>
                    <a:pt x="69023" y="34922"/>
                  </a:lnTo>
                  <a:close/>
                  <a:moveTo>
                    <a:pt x="103534" y="26866"/>
                  </a:moveTo>
                  <a:lnTo>
                    <a:pt x="69023" y="26866"/>
                  </a:lnTo>
                  <a:lnTo>
                    <a:pt x="103534" y="47220"/>
                  </a:lnTo>
                  <a:close/>
                  <a:moveTo>
                    <a:pt x="69023" y="26866"/>
                  </a:moveTo>
                  <a:lnTo>
                    <a:pt x="69023" y="34922"/>
                  </a:lnTo>
                  <a:lnTo>
                    <a:pt x="103534" y="47220"/>
                  </a:lnTo>
                  <a:close/>
                  <a:moveTo>
                    <a:pt x="22053" y="161193"/>
                  </a:moveTo>
                  <a:lnTo>
                    <a:pt x="34511" y="171114"/>
                  </a:lnTo>
                  <a:lnTo>
                    <a:pt x="34511" y="161193"/>
                  </a:lnTo>
                  <a:close/>
                  <a:moveTo>
                    <a:pt x="12938" y="134328"/>
                  </a:moveTo>
                  <a:lnTo>
                    <a:pt x="34511" y="161193"/>
                  </a:lnTo>
                  <a:lnTo>
                    <a:pt x="34511" y="134328"/>
                  </a:lnTo>
                  <a:close/>
                  <a:moveTo>
                    <a:pt x="12938" y="134328"/>
                  </a:moveTo>
                  <a:lnTo>
                    <a:pt x="22053" y="161193"/>
                  </a:lnTo>
                  <a:lnTo>
                    <a:pt x="34511" y="161193"/>
                  </a:lnTo>
                  <a:close/>
                  <a:moveTo>
                    <a:pt x="69023" y="161193"/>
                  </a:moveTo>
                  <a:lnTo>
                    <a:pt x="34511" y="171114"/>
                  </a:lnTo>
                  <a:lnTo>
                    <a:pt x="69023" y="168310"/>
                  </a:lnTo>
                  <a:close/>
                  <a:moveTo>
                    <a:pt x="69023" y="161193"/>
                  </a:moveTo>
                  <a:lnTo>
                    <a:pt x="34511" y="161193"/>
                  </a:lnTo>
                  <a:lnTo>
                    <a:pt x="34511" y="171114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69023" y="161193"/>
                  </a:moveTo>
                  <a:lnTo>
                    <a:pt x="69023" y="168310"/>
                  </a:lnTo>
                  <a:lnTo>
                    <a:pt x="86127" y="161193"/>
                  </a:lnTo>
                  <a:close/>
                  <a:moveTo>
                    <a:pt x="103534" y="134328"/>
                  </a:moveTo>
                  <a:lnTo>
                    <a:pt x="86127" y="161193"/>
                  </a:lnTo>
                  <a:lnTo>
                    <a:pt x="103534" y="153873"/>
                  </a:lnTo>
                  <a:close/>
                  <a:moveTo>
                    <a:pt x="69023" y="161193"/>
                  </a:moveTo>
                  <a:lnTo>
                    <a:pt x="86127" y="161193"/>
                  </a:lnTo>
                  <a:lnTo>
                    <a:pt x="103534" y="134328"/>
                  </a:lnTo>
                  <a:close/>
                  <a:moveTo>
                    <a:pt x="12290" y="107462"/>
                  </a:moveTo>
                  <a:lnTo>
                    <a:pt x="34511" y="134328"/>
                  </a:lnTo>
                  <a:lnTo>
                    <a:pt x="34511" y="107462"/>
                  </a:lnTo>
                  <a:close/>
                  <a:moveTo>
                    <a:pt x="12290" y="107462"/>
                  </a:moveTo>
                  <a:lnTo>
                    <a:pt x="12938" y="134328"/>
                  </a:lnTo>
                  <a:lnTo>
                    <a:pt x="34511" y="134328"/>
                  </a:lnTo>
                  <a:close/>
                  <a:moveTo>
                    <a:pt x="103534" y="134328"/>
                  </a:moveTo>
                  <a:lnTo>
                    <a:pt x="103534" y="153873"/>
                  </a:lnTo>
                  <a:lnTo>
                    <a:pt x="130597" y="134328"/>
                  </a:lnTo>
                  <a:close/>
                  <a:moveTo>
                    <a:pt x="138045" y="107462"/>
                  </a:moveTo>
                  <a:lnTo>
                    <a:pt x="130597" y="134328"/>
                  </a:lnTo>
                  <a:lnTo>
                    <a:pt x="138045" y="124275"/>
                  </a:lnTo>
                  <a:close/>
                  <a:moveTo>
                    <a:pt x="103534" y="134328"/>
                  </a:moveTo>
                  <a:lnTo>
                    <a:pt x="130597" y="134328"/>
                  </a:lnTo>
                  <a:lnTo>
                    <a:pt x="138045" y="107462"/>
                  </a:lnTo>
                  <a:close/>
                  <a:moveTo>
                    <a:pt x="15580" y="80597"/>
                  </a:moveTo>
                  <a:lnTo>
                    <a:pt x="34511" y="107462"/>
                  </a:lnTo>
                  <a:lnTo>
                    <a:pt x="34511" y="80597"/>
                  </a:lnTo>
                  <a:close/>
                  <a:moveTo>
                    <a:pt x="15580" y="80597"/>
                  </a:moveTo>
                  <a:lnTo>
                    <a:pt x="12290" y="107462"/>
                  </a:lnTo>
                  <a:lnTo>
                    <a:pt x="34511" y="107462"/>
                  </a:lnTo>
                  <a:close/>
                  <a:moveTo>
                    <a:pt x="103534" y="107462"/>
                  </a:moveTo>
                  <a:lnTo>
                    <a:pt x="138045" y="107462"/>
                  </a:lnTo>
                  <a:lnTo>
                    <a:pt x="138045" y="80597"/>
                  </a:lnTo>
                  <a:close/>
                  <a:moveTo>
                    <a:pt x="138045" y="107462"/>
                  </a:moveTo>
                  <a:lnTo>
                    <a:pt x="138045" y="124275"/>
                  </a:lnTo>
                  <a:lnTo>
                    <a:pt x="146271" y="107462"/>
                  </a:lnTo>
                  <a:close/>
                  <a:moveTo>
                    <a:pt x="138045" y="80597"/>
                  </a:moveTo>
                  <a:lnTo>
                    <a:pt x="146271" y="107462"/>
                  </a:lnTo>
                  <a:lnTo>
                    <a:pt x="142157" y="80597"/>
                  </a:lnTo>
                  <a:close/>
                  <a:moveTo>
                    <a:pt x="138045" y="80597"/>
                  </a:moveTo>
                  <a:lnTo>
                    <a:pt x="138045" y="107462"/>
                  </a:lnTo>
                  <a:lnTo>
                    <a:pt x="146271" y="107462"/>
                  </a:lnTo>
                  <a:close/>
                  <a:moveTo>
                    <a:pt x="23973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23973" y="53731"/>
                  </a:moveTo>
                  <a:lnTo>
                    <a:pt x="15580" y="80597"/>
                  </a:lnTo>
                  <a:lnTo>
                    <a:pt x="34511" y="80597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03534" y="53731"/>
                  </a:moveTo>
                  <a:lnTo>
                    <a:pt x="138045" y="75116"/>
                  </a:lnTo>
                  <a:lnTo>
                    <a:pt x="113664" y="53731"/>
                  </a:lnTo>
                  <a:close/>
                  <a:moveTo>
                    <a:pt x="138045" y="80597"/>
                  </a:moveTo>
                  <a:lnTo>
                    <a:pt x="138045" y="75116"/>
                  </a:lnTo>
                  <a:lnTo>
                    <a:pt x="103534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03534" y="53731"/>
                  </a:lnTo>
                  <a:close/>
                  <a:moveTo>
                    <a:pt x="138045" y="80597"/>
                  </a:moveTo>
                  <a:lnTo>
                    <a:pt x="142157" y="80597"/>
                  </a:lnTo>
                  <a:lnTo>
                    <a:pt x="138045" y="75116"/>
                  </a:lnTo>
                  <a:close/>
                  <a:moveTo>
                    <a:pt x="34511" y="37964"/>
                  </a:moveTo>
                  <a:lnTo>
                    <a:pt x="23973" y="53731"/>
                  </a:lnTo>
                  <a:lnTo>
                    <a:pt x="34511" y="53731"/>
                  </a:lnTo>
                  <a:close/>
                  <a:moveTo>
                    <a:pt x="34511" y="53731"/>
                  </a:moveTo>
                  <a:lnTo>
                    <a:pt x="69023" y="34922"/>
                  </a:lnTo>
                  <a:lnTo>
                    <a:pt x="34511" y="37964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47220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47220"/>
                  </a:lnTo>
                  <a:close/>
                  <a:moveTo>
                    <a:pt x="103534" y="53731"/>
                  </a:moveTo>
                  <a:lnTo>
                    <a:pt x="113664" y="53731"/>
                  </a:lnTo>
                  <a:lnTo>
                    <a:pt x="103534" y="4722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4031" name="Match_B4__4030">
              <a:extLst>
                <a:ext uri="{FF2B5EF4-FFF2-40B4-BE49-F238E27FC236}">
                  <a16:creationId xmlns:a16="http://schemas.microsoft.com/office/drawing/2014/main" id="{D666D66B-DCAA-F13F-609A-E70737169353}"/>
                </a:ext>
              </a:extLst>
            </p:cNvPr>
            <p:cNvSpPr>
              <a:spLocks noGrp="1"/>
            </p:cNvSpPr>
            <p:nvPr/>
          </p:nvSpPr>
          <p:spPr>
            <a:xfrm>
              <a:off x="8556886" y="2742893"/>
              <a:ext cx="103534" cy="107462"/>
            </a:xfrm>
            <a:custGeom>
              <a:avLst/>
              <a:gdLst/>
              <a:ahLst/>
              <a:cxnLst/>
              <a:rect l="0" t="0" r="0" b="0"/>
              <a:pathLst>
                <a:path w="103534" h="107462">
                  <a:moveTo>
                    <a:pt x="34511" y="80597"/>
                  </a:moveTo>
                  <a:lnTo>
                    <a:pt x="34511" y="107462"/>
                  </a:lnTo>
                  <a:lnTo>
                    <a:pt x="69023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0" y="80597"/>
                  </a:moveTo>
                  <a:lnTo>
                    <a:pt x="34511" y="53731"/>
                  </a:lnTo>
                  <a:lnTo>
                    <a:pt x="0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53731"/>
                  </a:moveTo>
                  <a:lnTo>
                    <a:pt x="69023" y="80597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grpSp>
        <p:nvGrpSpPr>
          <p:cNvPr id="50038" name="Original label 4032 semantic B">
            <a:extLst>
              <a:ext uri="{FF2B5EF4-FFF2-40B4-BE49-F238E27FC236}">
                <a16:creationId xmlns:a16="http://schemas.microsoft.com/office/drawing/2014/main" id="{9AA4482E-FF64-FE8A-760D-D65EF40499F5}"/>
              </a:ext>
            </a:extLst>
          </p:cNvPr>
          <p:cNvGrpSpPr/>
          <p:nvPr/>
        </p:nvGrpSpPr>
        <p:grpSpPr>
          <a:xfrm>
            <a:off x="5275590" y="3381375"/>
            <a:ext cx="266700" cy="200025"/>
            <a:chOff x="0" y="0"/>
            <a:chExt cx="208359" cy="156270"/>
          </a:xfrm>
        </p:grpSpPr>
        <p:sp>
          <p:nvSpPr>
            <p:cNvPr id="4032" name="label__4031">
              <a:extLst>
                <a:ext uri="{FF2B5EF4-FFF2-40B4-BE49-F238E27FC236}">
                  <a16:creationId xmlns:a16="http://schemas.microsoft.com/office/drawing/2014/main" id="{54FB4D08-20F1-278E-D7C9-196CA2F017B3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08359" cy="15627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632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1088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B5</a:t>
              </a:r>
            </a:p>
          </p:txBody>
        </p:sp>
      </p:grpSp>
      <p:grpSp>
        <p:nvGrpSpPr>
          <p:cNvPr id="6214" name="flow_Find">
            <a:extLst>
              <a:ext uri="{FF2B5EF4-FFF2-40B4-BE49-F238E27FC236}">
                <a16:creationId xmlns:a16="http://schemas.microsoft.com/office/drawing/2014/main" id="{B05F9C44-B22D-C5CF-03DB-9632CD4AD78B}"/>
              </a:ext>
            </a:extLst>
          </p:cNvPr>
          <p:cNvGrpSpPr/>
          <p:nvPr/>
        </p:nvGrpSpPr>
        <p:grpSpPr>
          <a:xfrm>
            <a:off x="1924050" y="2009775"/>
            <a:ext cx="381000" cy="54429"/>
            <a:chOff x="2305050" y="3209925"/>
            <a:chExt cx="800100" cy="114300"/>
          </a:xfrm>
        </p:grpSpPr>
        <p:sp>
          <p:nvSpPr>
            <p:cNvPr id="1974" name="flow_Find__1973">
              <a:extLst>
                <a:ext uri="{FF2B5EF4-FFF2-40B4-BE49-F238E27FC236}">
                  <a16:creationId xmlns:a16="http://schemas.microsoft.com/office/drawing/2014/main" id="{6C97C1D1-0D26-90B6-F053-C780D472103E}"/>
                </a:ext>
              </a:extLst>
            </p:cNvPr>
            <p:cNvSpPr>
              <a:spLocks noGrp="1"/>
            </p:cNvSpPr>
            <p:nvPr/>
          </p:nvSpPr>
          <p:spPr>
            <a:xfrm>
              <a:off x="2305050" y="3267075"/>
              <a:ext cx="704850" cy="95"/>
            </a:xfrm>
            <a:custGeom>
              <a:avLst/>
              <a:gdLst/>
              <a:ahLst/>
              <a:cxnLst/>
              <a:rect l="0" t="0" r="0" b="0"/>
              <a:pathLst>
                <a:path w="704850" h="95">
                  <a:moveTo>
                    <a:pt x="0" y="0"/>
                  </a:moveTo>
                  <a:lnTo>
                    <a:pt x="704850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1975" name="flow_Find__1974">
              <a:extLst>
                <a:ext uri="{FF2B5EF4-FFF2-40B4-BE49-F238E27FC236}">
                  <a16:creationId xmlns:a16="http://schemas.microsoft.com/office/drawing/2014/main" id="{0DB4418E-92C6-6A6E-B21A-C2F7AA686C76}"/>
                </a:ext>
              </a:extLst>
            </p:cNvPr>
            <p:cNvSpPr>
              <a:spLocks noGrp="1"/>
            </p:cNvSpPr>
            <p:nvPr/>
          </p:nvSpPr>
          <p:spPr>
            <a:xfrm>
              <a:off x="2990850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grpSp>
        <p:nvGrpSpPr>
          <p:cNvPr id="6223" name="flow_Match">
            <a:extLst>
              <a:ext uri="{FF2B5EF4-FFF2-40B4-BE49-F238E27FC236}">
                <a16:creationId xmlns:a16="http://schemas.microsoft.com/office/drawing/2014/main" id="{0BA6727B-8536-1C8D-9F52-F1E864505590}"/>
              </a:ext>
            </a:extLst>
          </p:cNvPr>
          <p:cNvGrpSpPr/>
          <p:nvPr/>
        </p:nvGrpSpPr>
        <p:grpSpPr>
          <a:xfrm>
            <a:off x="4552950" y="2009775"/>
            <a:ext cx="428625" cy="57792"/>
            <a:chOff x="7162800" y="3209925"/>
            <a:chExt cx="847725" cy="114300"/>
          </a:xfrm>
        </p:grpSpPr>
        <p:sp>
          <p:nvSpPr>
            <p:cNvPr id="3999" name="flow_Match__3998">
              <a:extLst>
                <a:ext uri="{FF2B5EF4-FFF2-40B4-BE49-F238E27FC236}">
                  <a16:creationId xmlns:a16="http://schemas.microsoft.com/office/drawing/2014/main" id="{443D28FA-8336-FC8B-5C58-8A55BB3676F3}"/>
                </a:ext>
              </a:extLst>
            </p:cNvPr>
            <p:cNvSpPr>
              <a:spLocks noGrp="1"/>
            </p:cNvSpPr>
            <p:nvPr/>
          </p:nvSpPr>
          <p:spPr>
            <a:xfrm>
              <a:off x="7162800" y="3267075"/>
              <a:ext cx="752475" cy="95"/>
            </a:xfrm>
            <a:custGeom>
              <a:avLst/>
              <a:gdLst/>
              <a:ahLst/>
              <a:cxnLst/>
              <a:rect l="0" t="0" r="0" b="0"/>
              <a:pathLst>
                <a:path w="752475" h="95">
                  <a:moveTo>
                    <a:pt x="0" y="0"/>
                  </a:moveTo>
                  <a:lnTo>
                    <a:pt x="752475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000" name="flow_Match__3999">
              <a:extLst>
                <a:ext uri="{FF2B5EF4-FFF2-40B4-BE49-F238E27FC236}">
                  <a16:creationId xmlns:a16="http://schemas.microsoft.com/office/drawing/2014/main" id="{630CFE15-EFA9-1F4F-BF3C-3E0738130BBC}"/>
                </a:ext>
              </a:extLst>
            </p:cNvPr>
            <p:cNvSpPr>
              <a:spLocks noGrp="1"/>
            </p:cNvSpPr>
            <p:nvPr/>
          </p:nvSpPr>
          <p:spPr>
            <a:xfrm>
              <a:off x="7896225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grpSp>
        <p:nvGrpSpPr>
          <p:cNvPr id="50039" name="Original label 1976">
            <a:extLst>
              <a:ext uri="{FF2B5EF4-FFF2-40B4-BE49-F238E27FC236}">
                <a16:creationId xmlns:a16="http://schemas.microsoft.com/office/drawing/2014/main" id="{1AA3691B-B49F-FE32-DC5A-66721EA1CE04}"/>
              </a:ext>
            </a:extLst>
          </p:cNvPr>
          <p:cNvGrpSpPr/>
          <p:nvPr/>
        </p:nvGrpSpPr>
        <p:grpSpPr>
          <a:xfrm>
            <a:off x="1847850" y="1714500"/>
            <a:ext cx="552450" cy="238125"/>
            <a:chOff x="0" y="0"/>
            <a:chExt cx="460375" cy="198438"/>
          </a:xfrm>
        </p:grpSpPr>
        <p:sp>
          <p:nvSpPr>
            <p:cNvPr id="1976" name="label__1975">
              <a:extLst>
                <a:ext uri="{FF2B5EF4-FFF2-40B4-BE49-F238E27FC236}">
                  <a16:creationId xmlns:a16="http://schemas.microsoft.com/office/drawing/2014/main" id="{163B1605-CB2D-53E8-BC3B-1AEF09C52874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460375" cy="19843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34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300" b="1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Find</a:t>
              </a:r>
            </a:p>
          </p:txBody>
        </p:sp>
      </p:grpSp>
      <p:grpSp>
        <p:nvGrpSpPr>
          <p:cNvPr id="50040" name="Original label 4001">
            <a:extLst>
              <a:ext uri="{FF2B5EF4-FFF2-40B4-BE49-F238E27FC236}">
                <a16:creationId xmlns:a16="http://schemas.microsoft.com/office/drawing/2014/main" id="{C881A4DC-0AAD-28E9-7FB0-4B7ACB298D32}"/>
              </a:ext>
            </a:extLst>
          </p:cNvPr>
          <p:cNvGrpSpPr/>
          <p:nvPr/>
        </p:nvGrpSpPr>
        <p:grpSpPr>
          <a:xfrm>
            <a:off x="4476750" y="1714500"/>
            <a:ext cx="581025" cy="238125"/>
            <a:chOff x="0" y="0"/>
            <a:chExt cx="484188" cy="198438"/>
          </a:xfrm>
        </p:grpSpPr>
        <p:sp>
          <p:nvSpPr>
            <p:cNvPr id="4001" name="label__4000">
              <a:extLst>
                <a:ext uri="{FF2B5EF4-FFF2-40B4-BE49-F238E27FC236}">
                  <a16:creationId xmlns:a16="http://schemas.microsoft.com/office/drawing/2014/main" id="{B55ACCF4-6159-DAA2-840E-5466FB72CB6F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484188" cy="19843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34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300" b="1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Match</a:t>
              </a:r>
            </a:p>
          </p:txBody>
        </p:sp>
      </p:grpSp>
      <p:sp>
        <p:nvSpPr>
          <p:cNvPr id="50044" name="CryoAtom2-dashed">
            <a:extLst>
              <a:ext uri="{FF2B5EF4-FFF2-40B4-BE49-F238E27FC236}">
                <a16:creationId xmlns:a16="http://schemas.microsoft.com/office/drawing/2014/main" id="{EEEB51F2-2A07-21F9-CF77-876487F2D462}"/>
              </a:ext>
            </a:extLst>
          </p:cNvPr>
          <p:cNvSpPr>
            <a:spLocks noGrp="1"/>
          </p:cNvSpPr>
          <p:nvPr/>
        </p:nvSpPr>
        <p:spPr>
          <a:xfrm>
            <a:off x="1009650" y="1952625"/>
            <a:ext cx="95" cy="23813"/>
          </a:xfrm>
          <a:custGeom>
            <a:avLst/>
            <a:gdLst/>
            <a:ahLst/>
            <a:cxnLst/>
            <a:rect l="0" t="0" r="0" b="0"/>
            <a:pathLst>
              <a:path w="95" h="23813">
                <a:moveTo>
                  <a:pt x="0" y="0"/>
                </a:moveTo>
                <a:lnTo>
                  <a:pt x="0" y="23813"/>
                </a:lnTo>
              </a:path>
            </a:pathLst>
          </a:custGeom>
          <a:noFill/>
          <a:ln w="12383">
            <a:solidFill>
              <a:srgbClr val="687780"/>
            </a:solidFill>
          </a:ln>
        </p:spPr>
      </p:sp>
      <p:sp>
        <p:nvSpPr>
          <p:cNvPr id="50045" name="CryoAtom2-dashed">
            <a:extLst>
              <a:ext uri="{FF2B5EF4-FFF2-40B4-BE49-F238E27FC236}">
                <a16:creationId xmlns:a16="http://schemas.microsoft.com/office/drawing/2014/main" id="{87F5DD3A-234C-2838-F064-FDE052D5886A}"/>
              </a:ext>
            </a:extLst>
          </p:cNvPr>
          <p:cNvSpPr>
            <a:spLocks noGrp="1"/>
          </p:cNvSpPr>
          <p:nvPr/>
        </p:nvSpPr>
        <p:spPr>
          <a:xfrm>
            <a:off x="1009650" y="2000250"/>
            <a:ext cx="95" cy="23813"/>
          </a:xfrm>
          <a:custGeom>
            <a:avLst/>
            <a:gdLst/>
            <a:ahLst/>
            <a:cxnLst/>
            <a:rect l="0" t="0" r="0" b="0"/>
            <a:pathLst>
              <a:path w="95" h="23813">
                <a:moveTo>
                  <a:pt x="0" y="0"/>
                </a:moveTo>
                <a:lnTo>
                  <a:pt x="0" y="23813"/>
                </a:lnTo>
              </a:path>
            </a:pathLst>
          </a:custGeom>
          <a:noFill/>
          <a:ln w="12383">
            <a:solidFill>
              <a:srgbClr val="687780"/>
            </a:solidFill>
          </a:ln>
        </p:spPr>
      </p:sp>
      <p:sp>
        <p:nvSpPr>
          <p:cNvPr id="50046" name="CryoAtom2-dashed">
            <a:extLst>
              <a:ext uri="{FF2B5EF4-FFF2-40B4-BE49-F238E27FC236}">
                <a16:creationId xmlns:a16="http://schemas.microsoft.com/office/drawing/2014/main" id="{1EFFC811-8EDF-9A4D-873A-2D7CA4C53501}"/>
              </a:ext>
            </a:extLst>
          </p:cNvPr>
          <p:cNvSpPr>
            <a:spLocks noGrp="1"/>
          </p:cNvSpPr>
          <p:nvPr/>
        </p:nvSpPr>
        <p:spPr>
          <a:xfrm>
            <a:off x="1009650" y="2047875"/>
            <a:ext cx="95" cy="23813"/>
          </a:xfrm>
          <a:custGeom>
            <a:avLst/>
            <a:gdLst/>
            <a:ahLst/>
            <a:cxnLst/>
            <a:rect l="0" t="0" r="0" b="0"/>
            <a:pathLst>
              <a:path w="95" h="23813">
                <a:moveTo>
                  <a:pt x="0" y="0"/>
                </a:moveTo>
                <a:lnTo>
                  <a:pt x="0" y="23813"/>
                </a:lnTo>
              </a:path>
            </a:pathLst>
          </a:custGeom>
          <a:noFill/>
          <a:ln w="12383">
            <a:solidFill>
              <a:srgbClr val="687780"/>
            </a:solidFill>
          </a:ln>
        </p:spPr>
      </p:sp>
      <p:sp>
        <p:nvSpPr>
          <p:cNvPr id="50047" name="CryoAtom2-dashed">
            <a:extLst>
              <a:ext uri="{FF2B5EF4-FFF2-40B4-BE49-F238E27FC236}">
                <a16:creationId xmlns:a16="http://schemas.microsoft.com/office/drawing/2014/main" id="{2BB66AC3-61CA-572D-78FF-5012DDDE092B}"/>
              </a:ext>
            </a:extLst>
          </p:cNvPr>
          <p:cNvSpPr>
            <a:spLocks noGrp="1"/>
          </p:cNvSpPr>
          <p:nvPr/>
        </p:nvSpPr>
        <p:spPr>
          <a:xfrm>
            <a:off x="1009650" y="2095500"/>
            <a:ext cx="95" cy="23813"/>
          </a:xfrm>
          <a:custGeom>
            <a:avLst/>
            <a:gdLst/>
            <a:ahLst/>
            <a:cxnLst/>
            <a:rect l="0" t="0" r="0" b="0"/>
            <a:pathLst>
              <a:path w="95" h="23813">
                <a:moveTo>
                  <a:pt x="0" y="0"/>
                </a:moveTo>
                <a:lnTo>
                  <a:pt x="0" y="23813"/>
                </a:lnTo>
              </a:path>
            </a:pathLst>
          </a:custGeom>
          <a:noFill/>
          <a:ln w="12383">
            <a:solidFill>
              <a:srgbClr val="687780"/>
            </a:solidFill>
          </a:ln>
        </p:spPr>
      </p:sp>
      <p:sp>
        <p:nvSpPr>
          <p:cNvPr id="50048" name="CryoAtom2-arrow">
            <a:extLst>
              <a:ext uri="{FF2B5EF4-FFF2-40B4-BE49-F238E27FC236}">
                <a16:creationId xmlns:a16="http://schemas.microsoft.com/office/drawing/2014/main" id="{F78CAD74-6972-B3F0-209F-AD171855317E}"/>
              </a:ext>
            </a:extLst>
          </p:cNvPr>
          <p:cNvSpPr>
            <a:spLocks noGrp="1"/>
          </p:cNvSpPr>
          <p:nvPr/>
        </p:nvSpPr>
        <p:spPr>
          <a:xfrm>
            <a:off x="1009650" y="2095500"/>
            <a:ext cx="95" cy="85725"/>
          </a:xfrm>
          <a:custGeom>
            <a:avLst/>
            <a:gdLst/>
            <a:ahLst/>
            <a:cxnLst/>
            <a:rect l="0" t="0" r="0" b="0"/>
            <a:pathLst>
              <a:path w="95" h="85725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/>
          <a:ln w="11430">
            <a:solidFill>
              <a:srgbClr val="687780"/>
            </a:solidFill>
          </a:ln>
        </p:spPr>
      </p:sp>
      <p:sp>
        <p:nvSpPr>
          <p:cNvPr id="50049" name="CryoAtom2-arrow-head">
            <a:extLst>
              <a:ext uri="{FF2B5EF4-FFF2-40B4-BE49-F238E27FC236}">
                <a16:creationId xmlns:a16="http://schemas.microsoft.com/office/drawing/2014/main" id="{2125030A-C23F-F5F9-3859-4FF1A151A093}"/>
              </a:ext>
            </a:extLst>
          </p:cNvPr>
          <p:cNvSpPr>
            <a:spLocks noGrp="1"/>
          </p:cNvSpPr>
          <p:nvPr/>
        </p:nvSpPr>
        <p:spPr>
          <a:xfrm>
            <a:off x="992610" y="2145030"/>
            <a:ext cx="34079" cy="36195"/>
          </a:xfrm>
          <a:custGeom>
            <a:avLst/>
            <a:gdLst/>
            <a:ahLst/>
            <a:cxnLst/>
            <a:rect l="0" t="0" r="0" b="0"/>
            <a:pathLst>
              <a:path w="34079" h="36195">
                <a:moveTo>
                  <a:pt x="0" y="0"/>
                </a:moveTo>
                <a:lnTo>
                  <a:pt x="17040" y="36195"/>
                </a:lnTo>
                <a:lnTo>
                  <a:pt x="34079" y="0"/>
                </a:lnTo>
              </a:path>
            </a:pathLst>
          </a:custGeom>
          <a:noFill/>
          <a:ln w="11430">
            <a:solidFill>
              <a:srgbClr val="687780"/>
            </a:solidFill>
          </a:ln>
        </p:spPr>
      </p:sp>
      <p:sp>
        <p:nvSpPr>
          <p:cNvPr id="50050" name="label">
            <a:extLst>
              <a:ext uri="{FF2B5EF4-FFF2-40B4-BE49-F238E27FC236}">
                <a16:creationId xmlns:a16="http://schemas.microsoft.com/office/drawing/2014/main" id="{1B6B7183-6E2A-B917-FA2F-D040C93BAF99}"/>
              </a:ext>
            </a:extLst>
          </p:cNvPr>
          <p:cNvSpPr>
            <a:spLocks noGrp="1"/>
          </p:cNvSpPr>
          <p:nvPr/>
        </p:nvSpPr>
        <p:spPr>
          <a:xfrm>
            <a:off x="1026689" y="1971675"/>
            <a:ext cx="742950" cy="1619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5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CryoAtom2</a:t>
            </a:r>
          </a:p>
        </p:txBody>
      </p:sp>
      <p:sp>
        <p:nvSpPr>
          <p:cNvPr id="50052" name="F1-input-SMILES-0">
            <a:extLst>
              <a:ext uri="{FF2B5EF4-FFF2-40B4-BE49-F238E27FC236}">
                <a16:creationId xmlns:a16="http://schemas.microsoft.com/office/drawing/2014/main" id="{793846B1-27CF-1E9F-608C-39CF43A99ACA}"/>
              </a:ext>
            </a:extLst>
          </p:cNvPr>
          <p:cNvSpPr>
            <a:spLocks noGrp="1"/>
          </p:cNvSpPr>
          <p:nvPr/>
        </p:nvSpPr>
        <p:spPr>
          <a:xfrm>
            <a:off x="764709" y="3460404"/>
            <a:ext cx="1352550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50" b="0" dirty="0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Arial"/>
                <a:cs typeface="Arial"/>
              </a:rPr>
              <a:t>CCO</a:t>
            </a:r>
          </a:p>
        </p:txBody>
      </p:sp>
      <p:sp>
        <p:nvSpPr>
          <p:cNvPr id="50053" name="F1-input-SMILES-1">
            <a:extLst>
              <a:ext uri="{FF2B5EF4-FFF2-40B4-BE49-F238E27FC236}">
                <a16:creationId xmlns:a16="http://schemas.microsoft.com/office/drawing/2014/main" id="{6D165709-4AFD-6FB0-56B0-D229C2A35C07}"/>
              </a:ext>
            </a:extLst>
          </p:cNvPr>
          <p:cNvSpPr>
            <a:spLocks noGrp="1"/>
          </p:cNvSpPr>
          <p:nvPr/>
        </p:nvSpPr>
        <p:spPr>
          <a:xfrm>
            <a:off x="757925" y="3641379"/>
            <a:ext cx="1352550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CC(=O)O</a:t>
            </a:r>
          </a:p>
        </p:txBody>
      </p:sp>
      <p:sp>
        <p:nvSpPr>
          <p:cNvPr id="50054" name="F1-input-SMILES-2">
            <a:extLst>
              <a:ext uri="{FF2B5EF4-FFF2-40B4-BE49-F238E27FC236}">
                <a16:creationId xmlns:a16="http://schemas.microsoft.com/office/drawing/2014/main" id="{A7DCA670-94AE-EED7-1492-2D66FF8A2009}"/>
              </a:ext>
            </a:extLst>
          </p:cNvPr>
          <p:cNvSpPr>
            <a:spLocks noGrp="1"/>
          </p:cNvSpPr>
          <p:nvPr/>
        </p:nvSpPr>
        <p:spPr>
          <a:xfrm>
            <a:off x="757830" y="3817751"/>
            <a:ext cx="1352550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pP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Cc1ccccc1</a:t>
            </a:r>
          </a:p>
        </p:txBody>
      </p:sp>
      <p:sp>
        <p:nvSpPr>
          <p:cNvPr id="50056" name="F1-input-label">
            <a:extLst>
              <a:ext uri="{FF2B5EF4-FFF2-40B4-BE49-F238E27FC236}">
                <a16:creationId xmlns:a16="http://schemas.microsoft.com/office/drawing/2014/main" id="{9E3942F2-5331-17A1-9503-B126895DF2C9}"/>
              </a:ext>
            </a:extLst>
          </p:cNvPr>
          <p:cNvSpPr>
            <a:spLocks noGrp="1"/>
          </p:cNvSpPr>
          <p:nvPr/>
        </p:nvSpPr>
        <p:spPr>
          <a:xfrm>
            <a:off x="387358" y="4181275"/>
            <a:ext cx="13525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50" b="1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SMILES</a:t>
            </a:r>
          </a:p>
        </p:txBody>
      </p:sp>
      <p:sp>
        <p:nvSpPr>
          <p:cNvPr id="50057" name="F1-identity-title">
            <a:extLst>
              <a:ext uri="{FF2B5EF4-FFF2-40B4-BE49-F238E27FC236}">
                <a16:creationId xmlns:a16="http://schemas.microsoft.com/office/drawing/2014/main" id="{8F7570DF-FC98-3AE7-21BF-AC5581495530}"/>
              </a:ext>
            </a:extLst>
          </p:cNvPr>
          <p:cNvSpPr>
            <a:spLocks noGrp="1"/>
          </p:cNvSpPr>
          <p:nvPr/>
        </p:nvSpPr>
        <p:spPr>
          <a:xfrm>
            <a:off x="6723390" y="552450"/>
            <a:ext cx="160972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780"/>
                </a:solidFill>
                <a:latin typeface="Arial"/>
                <a:ea typeface="Arial"/>
                <a:cs typeface="Arial"/>
              </a:rPr>
              <a:t>Ligand identities</a:t>
            </a:r>
          </a:p>
        </p:txBody>
      </p:sp>
      <p:sp>
        <p:nvSpPr>
          <p:cNvPr id="50058" name="F1-match-straight-B1">
            <a:extLst>
              <a:ext uri="{FF2B5EF4-FFF2-40B4-BE49-F238E27FC236}">
                <a16:creationId xmlns:a16="http://schemas.microsoft.com/office/drawing/2014/main" id="{18348F28-BF6D-A65F-4D75-771AA5C85309}"/>
              </a:ext>
            </a:extLst>
          </p:cNvPr>
          <p:cNvSpPr>
            <a:spLocks noGrp="1"/>
          </p:cNvSpPr>
          <p:nvPr/>
        </p:nvSpPr>
        <p:spPr>
          <a:xfrm>
            <a:off x="5894715" y="1066800"/>
            <a:ext cx="971550" cy="733425"/>
          </a:xfrm>
          <a:custGeom>
            <a:avLst/>
            <a:gdLst/>
            <a:ahLst/>
            <a:cxnLst/>
            <a:rect l="0" t="0" r="0" b="0"/>
            <a:pathLst>
              <a:path w="971550" h="733425">
                <a:moveTo>
                  <a:pt x="0" y="0"/>
                </a:moveTo>
                <a:lnTo>
                  <a:pt x="971550" y="733425"/>
                </a:lnTo>
              </a:path>
            </a:pathLst>
          </a:custGeom>
          <a:noFill/>
          <a:ln w="24765">
            <a:solidFill>
              <a:srgbClr val="737C84"/>
            </a:solidFill>
          </a:ln>
        </p:spPr>
      </p:sp>
      <p:sp>
        <p:nvSpPr>
          <p:cNvPr id="50059" name="F1-match-straight-B2">
            <a:extLst>
              <a:ext uri="{FF2B5EF4-FFF2-40B4-BE49-F238E27FC236}">
                <a16:creationId xmlns:a16="http://schemas.microsoft.com/office/drawing/2014/main" id="{2B35A420-57BC-FAB2-D249-863F90FA4BF8}"/>
              </a:ext>
            </a:extLst>
          </p:cNvPr>
          <p:cNvSpPr>
            <a:spLocks noGrp="1"/>
          </p:cNvSpPr>
          <p:nvPr/>
        </p:nvSpPr>
        <p:spPr>
          <a:xfrm flipV="1">
            <a:off x="5894715" y="1777365"/>
            <a:ext cx="968779" cy="1108662"/>
          </a:xfrm>
          <a:custGeom>
            <a:avLst/>
            <a:gdLst/>
            <a:ahLst/>
            <a:cxnLst/>
            <a:rect l="0" t="0" r="0" b="0"/>
            <a:pathLst>
              <a:path w="971550" h="133350">
                <a:moveTo>
                  <a:pt x="0" y="0"/>
                </a:moveTo>
                <a:lnTo>
                  <a:pt x="971550" y="133350"/>
                </a:lnTo>
              </a:path>
            </a:pathLst>
          </a:custGeom>
          <a:noFill/>
          <a:ln w="24765">
            <a:solidFill>
              <a:srgbClr val="737C84"/>
            </a:solidFill>
          </a:ln>
        </p:spPr>
      </p:sp>
      <p:sp>
        <p:nvSpPr>
          <p:cNvPr id="50060" name="F1-match-straight-B3">
            <a:extLst>
              <a:ext uri="{FF2B5EF4-FFF2-40B4-BE49-F238E27FC236}">
                <a16:creationId xmlns:a16="http://schemas.microsoft.com/office/drawing/2014/main" id="{48A16F86-FBBD-A054-3943-D2E75B529A88}"/>
              </a:ext>
            </a:extLst>
          </p:cNvPr>
          <p:cNvSpPr>
            <a:spLocks noGrp="1"/>
          </p:cNvSpPr>
          <p:nvPr/>
        </p:nvSpPr>
        <p:spPr>
          <a:xfrm>
            <a:off x="5894715" y="2266950"/>
            <a:ext cx="971550" cy="95"/>
          </a:xfrm>
          <a:custGeom>
            <a:avLst/>
            <a:gdLst/>
            <a:ahLst/>
            <a:cxnLst/>
            <a:rect l="0" t="0" r="0" b="0"/>
            <a:pathLst>
              <a:path w="971550" h="95">
                <a:moveTo>
                  <a:pt x="0" y="0"/>
                </a:moveTo>
                <a:lnTo>
                  <a:pt x="971550" y="0"/>
                </a:lnTo>
              </a:path>
            </a:pathLst>
          </a:custGeom>
          <a:noFill/>
          <a:ln w="24765">
            <a:solidFill>
              <a:srgbClr val="737C84"/>
            </a:solidFill>
          </a:ln>
        </p:spPr>
      </p:sp>
      <p:sp>
        <p:nvSpPr>
          <p:cNvPr id="50061" name="F1-match-straight-B4">
            <a:extLst>
              <a:ext uri="{FF2B5EF4-FFF2-40B4-BE49-F238E27FC236}">
                <a16:creationId xmlns:a16="http://schemas.microsoft.com/office/drawing/2014/main" id="{083B5A8B-A98C-5DB9-8B22-17D20572BADA}"/>
              </a:ext>
            </a:extLst>
          </p:cNvPr>
          <p:cNvSpPr>
            <a:spLocks noGrp="1"/>
          </p:cNvSpPr>
          <p:nvPr/>
        </p:nvSpPr>
        <p:spPr>
          <a:xfrm>
            <a:off x="5842000" y="1110853"/>
            <a:ext cx="1096820" cy="553836"/>
          </a:xfrm>
          <a:custGeom>
            <a:avLst/>
            <a:gdLst/>
            <a:ahLst/>
            <a:cxnLst/>
            <a:rect l="0" t="0" r="0" b="0"/>
            <a:pathLst>
              <a:path w="971550" h="1800225">
                <a:moveTo>
                  <a:pt x="0" y="1800225"/>
                </a:moveTo>
                <a:lnTo>
                  <a:pt x="971550" y="0"/>
                </a:lnTo>
              </a:path>
            </a:pathLst>
          </a:custGeom>
          <a:noFill/>
          <a:ln w="24765">
            <a:solidFill>
              <a:srgbClr val="737C84"/>
            </a:solidFill>
          </a:ln>
        </p:spPr>
      </p:sp>
      <p:sp>
        <p:nvSpPr>
          <p:cNvPr id="50062" name="F1-match-straight-B5">
            <a:extLst>
              <a:ext uri="{FF2B5EF4-FFF2-40B4-BE49-F238E27FC236}">
                <a16:creationId xmlns:a16="http://schemas.microsoft.com/office/drawing/2014/main" id="{400CFAD1-1D7E-E4F4-071D-81B745A57B16}"/>
              </a:ext>
            </a:extLst>
          </p:cNvPr>
          <p:cNvSpPr>
            <a:spLocks noGrp="1"/>
          </p:cNvSpPr>
          <p:nvPr/>
        </p:nvSpPr>
        <p:spPr>
          <a:xfrm>
            <a:off x="5894715" y="3476625"/>
            <a:ext cx="971550" cy="95"/>
          </a:xfrm>
          <a:custGeom>
            <a:avLst/>
            <a:gdLst/>
            <a:ahLst/>
            <a:cxnLst/>
            <a:rect l="0" t="0" r="0" b="0"/>
            <a:pathLst>
              <a:path w="971550" h="95">
                <a:moveTo>
                  <a:pt x="0" y="0"/>
                </a:moveTo>
                <a:lnTo>
                  <a:pt x="971550" y="0"/>
                </a:lnTo>
              </a:path>
            </a:pathLst>
          </a:custGeom>
          <a:noFill/>
          <a:ln w="24765">
            <a:solidFill>
              <a:srgbClr val="737C84"/>
            </a:solidFill>
          </a:ln>
        </p:spPr>
      </p:sp>
      <p:sp>
        <p:nvSpPr>
          <p:cNvPr id="50078" name="F1-reject">
            <a:extLst>
              <a:ext uri="{FF2B5EF4-FFF2-40B4-BE49-F238E27FC236}">
                <a16:creationId xmlns:a16="http://schemas.microsoft.com/office/drawing/2014/main" id="{B800F94A-48D1-08A7-F272-0CD5DB45112E}"/>
              </a:ext>
            </a:extLst>
          </p:cNvPr>
          <p:cNvSpPr>
            <a:spLocks noGrp="1"/>
          </p:cNvSpPr>
          <p:nvPr/>
        </p:nvSpPr>
        <p:spPr>
          <a:xfrm>
            <a:off x="6961515" y="2255520"/>
            <a:ext cx="1143000" cy="2000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∅  Reject</a:t>
            </a:r>
          </a:p>
        </p:txBody>
      </p:sp>
      <p:sp>
        <p:nvSpPr>
          <p:cNvPr id="50079" name="F1-false-positive">
            <a:extLst>
              <a:ext uri="{FF2B5EF4-FFF2-40B4-BE49-F238E27FC236}">
                <a16:creationId xmlns:a16="http://schemas.microsoft.com/office/drawing/2014/main" id="{C958CF8D-DE19-749A-61E2-32045FD909CD}"/>
              </a:ext>
            </a:extLst>
          </p:cNvPr>
          <p:cNvSpPr>
            <a:spLocks noGrp="1"/>
          </p:cNvSpPr>
          <p:nvPr/>
        </p:nvSpPr>
        <p:spPr>
          <a:xfrm>
            <a:off x="6894840" y="2493645"/>
            <a:ext cx="1295400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5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False positive</a:t>
            </a:r>
          </a:p>
        </p:txBody>
      </p:sp>
      <p:sp>
        <p:nvSpPr>
          <p:cNvPr id="50088" name="F1-SMILES-to-identities">
            <a:extLst>
              <a:ext uri="{FF2B5EF4-FFF2-40B4-BE49-F238E27FC236}">
                <a16:creationId xmlns:a16="http://schemas.microsoft.com/office/drawing/2014/main" id="{4EFE1EB7-64AE-E5E4-3690-76A2365F30D2}"/>
              </a:ext>
            </a:extLst>
          </p:cNvPr>
          <p:cNvSpPr>
            <a:spLocks noGrp="1"/>
          </p:cNvSpPr>
          <p:nvPr/>
        </p:nvSpPr>
        <p:spPr>
          <a:xfrm>
            <a:off x="1756949" y="3781424"/>
            <a:ext cx="5785402" cy="504636"/>
          </a:xfrm>
          <a:custGeom>
            <a:avLst/>
            <a:gdLst/>
            <a:ahLst/>
            <a:cxnLst/>
            <a:rect l="0" t="0" r="0" b="0"/>
            <a:pathLst>
              <a:path w="5153025" h="342900">
                <a:moveTo>
                  <a:pt x="0" y="342900"/>
                </a:moveTo>
                <a:lnTo>
                  <a:pt x="5153025" y="342900"/>
                </a:lnTo>
                <a:lnTo>
                  <a:pt x="5153025" y="0"/>
                </a:lnTo>
              </a:path>
            </a:pathLst>
          </a:custGeom>
          <a:noFill/>
          <a:ln w="16193">
            <a:solidFill>
              <a:srgbClr val="263442"/>
            </a:solidFill>
          </a:ln>
        </p:spPr>
      </p:sp>
      <p:sp>
        <p:nvSpPr>
          <p:cNvPr id="50089" name="F1-SMILES-identity-entry">
            <a:extLst>
              <a:ext uri="{FF2B5EF4-FFF2-40B4-BE49-F238E27FC236}">
                <a16:creationId xmlns:a16="http://schemas.microsoft.com/office/drawing/2014/main" id="{A2162585-E4BA-FC16-C94D-B3E9F46590AF}"/>
              </a:ext>
            </a:extLst>
          </p:cNvPr>
          <p:cNvSpPr>
            <a:spLocks noGrp="1"/>
          </p:cNvSpPr>
          <p:nvPr/>
        </p:nvSpPr>
        <p:spPr>
          <a:xfrm>
            <a:off x="7542540" y="3781425"/>
            <a:ext cx="95" cy="95250"/>
          </a:xfrm>
          <a:custGeom>
            <a:avLst/>
            <a:gdLst/>
            <a:ahLst/>
            <a:cxnLst/>
            <a:rect l="0" t="0" r="0" b="0"/>
            <a:pathLst>
              <a:path w="95" h="95250">
                <a:moveTo>
                  <a:pt x="0" y="95250"/>
                </a:moveTo>
                <a:lnTo>
                  <a:pt x="0" y="0"/>
                </a:lnTo>
              </a:path>
            </a:pathLst>
          </a:custGeom>
          <a:noFill/>
          <a:ln w="16193">
            <a:solidFill>
              <a:srgbClr val="263442"/>
            </a:solidFill>
          </a:ln>
        </p:spPr>
      </p:sp>
      <p:sp>
        <p:nvSpPr>
          <p:cNvPr id="50090" name="F1-SMILES-identity-entry-head">
            <a:extLst>
              <a:ext uri="{FF2B5EF4-FFF2-40B4-BE49-F238E27FC236}">
                <a16:creationId xmlns:a16="http://schemas.microsoft.com/office/drawing/2014/main" id="{E46238E2-5A9A-1B6C-2D14-556BE58265E3}"/>
              </a:ext>
            </a:extLst>
          </p:cNvPr>
          <p:cNvSpPr>
            <a:spLocks noGrp="1"/>
          </p:cNvSpPr>
          <p:nvPr/>
        </p:nvSpPr>
        <p:spPr>
          <a:xfrm>
            <a:off x="7525500" y="3781425"/>
            <a:ext cx="34079" cy="36195"/>
          </a:xfrm>
          <a:custGeom>
            <a:avLst/>
            <a:gdLst/>
            <a:ahLst/>
            <a:cxnLst/>
            <a:rect l="0" t="0" r="0" b="0"/>
            <a:pathLst>
              <a:path w="34079" h="36195">
                <a:moveTo>
                  <a:pt x="34079" y="36195"/>
                </a:moveTo>
                <a:lnTo>
                  <a:pt x="17040" y="0"/>
                </a:lnTo>
                <a:lnTo>
                  <a:pt x="0" y="36195"/>
                </a:lnTo>
              </a:path>
            </a:pathLst>
          </a:custGeom>
          <a:noFill/>
          <a:ln w="16193">
            <a:solidFill>
              <a:srgbClr val="263442"/>
            </a:solidFill>
          </a:ln>
        </p:spPr>
      </p:sp>
      <p:sp>
        <p:nvSpPr>
          <p:cNvPr id="49994" name="F1-identity-title">
            <a:extLst>
              <a:ext uri="{FF2B5EF4-FFF2-40B4-BE49-F238E27FC236}">
                <a16:creationId xmlns:a16="http://schemas.microsoft.com/office/drawing/2014/main" id="{42E5DB1A-661C-DAF7-C36D-2C6A2A5C9455}"/>
              </a:ext>
            </a:extLst>
          </p:cNvPr>
          <p:cNvSpPr>
            <a:spLocks noGrp="1"/>
          </p:cNvSpPr>
          <p:nvPr/>
        </p:nvSpPr>
        <p:spPr>
          <a:xfrm>
            <a:off x="4926917" y="552450"/>
            <a:ext cx="160972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lang="en-US" sz="1125" b="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B</a:t>
            </a:r>
            <a:r>
              <a:rPr lang="en-US" altLang="zh-CN" sz="1125" b="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lobs</a:t>
            </a:r>
            <a:endParaRPr sz="1125" b="0" dirty="0">
              <a:solidFill>
                <a:srgbClr val="68778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995" name="文本框 49994">
            <a:extLst>
              <a:ext uri="{FF2B5EF4-FFF2-40B4-BE49-F238E27FC236}">
                <a16:creationId xmlns:a16="http://schemas.microsoft.com/office/drawing/2014/main" id="{A15F6DFA-6805-EF67-47F2-31D86CAA955A}"/>
              </a:ext>
            </a:extLst>
          </p:cNvPr>
          <p:cNvSpPr txBox="1"/>
          <p:nvPr/>
        </p:nvSpPr>
        <p:spPr>
          <a:xfrm>
            <a:off x="6429999" y="3978825"/>
            <a:ext cx="61106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500" dirty="0" err="1"/>
              <a:t>KDKit</a:t>
            </a:r>
            <a:endParaRPr lang="zh-CN" altLang="en-US" sz="1500" dirty="0"/>
          </a:p>
        </p:txBody>
      </p:sp>
    </p:spTree>
    <p:extLst>
      <p:ext uri="{BB962C8B-B14F-4D97-AF65-F5344CB8AC3E}">
        <p14:creationId xmlns:p14="http://schemas.microsoft.com/office/powerpoint/2010/main" val="56159676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BEDC0-2734-042A-EBBE-746ECE58C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004" name="Original label 7">
            <a:extLst>
              <a:ext uri="{FF2B5EF4-FFF2-40B4-BE49-F238E27FC236}">
                <a16:creationId xmlns:a16="http://schemas.microsoft.com/office/drawing/2014/main" id="{14C1AD76-C2C4-9587-4989-DF1BC06995B5}"/>
              </a:ext>
            </a:extLst>
          </p:cNvPr>
          <p:cNvGrpSpPr/>
          <p:nvPr/>
        </p:nvGrpSpPr>
        <p:grpSpPr>
          <a:xfrm>
            <a:off x="8625418" y="153458"/>
            <a:ext cx="3057525" cy="285750"/>
            <a:chOff x="-91179" y="-6513"/>
            <a:chExt cx="2351942" cy="219808"/>
          </a:xfrm>
        </p:grpSpPr>
        <p:sp>
          <p:nvSpPr>
            <p:cNvPr id="7" name="label__6">
              <a:extLst>
                <a:ext uri="{FF2B5EF4-FFF2-40B4-BE49-F238E27FC236}">
                  <a16:creationId xmlns:a16="http://schemas.microsoft.com/office/drawing/2014/main" id="{DD3BD834-D5E7-51D0-88D4-B77C41FE1EE6}"/>
                </a:ext>
              </a:extLst>
            </p:cNvPr>
            <p:cNvSpPr>
              <a:spLocks noGrp="1"/>
            </p:cNvSpPr>
            <p:nvPr/>
          </p:nvSpPr>
          <p:spPr>
            <a:xfrm>
              <a:off x="-91179" y="-6513"/>
              <a:ext cx="2351942" cy="21980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242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poses</a:t>
              </a:r>
            </a:p>
          </p:txBody>
        </p:sp>
      </p:grpSp>
      <p:grpSp>
        <p:nvGrpSpPr>
          <p:cNvPr id="6" name="flow_Match">
            <a:extLst>
              <a:ext uri="{FF2B5EF4-FFF2-40B4-BE49-F238E27FC236}">
                <a16:creationId xmlns:a16="http://schemas.microsoft.com/office/drawing/2014/main" id="{E686DFCB-F5CD-F6A0-80E0-65659D8258EC}"/>
              </a:ext>
            </a:extLst>
          </p:cNvPr>
          <p:cNvGrpSpPr/>
          <p:nvPr/>
        </p:nvGrpSpPr>
        <p:grpSpPr>
          <a:xfrm>
            <a:off x="8234407" y="2263240"/>
            <a:ext cx="781050" cy="105310"/>
            <a:chOff x="7162800" y="3209925"/>
            <a:chExt cx="847725" cy="114300"/>
          </a:xfrm>
        </p:grpSpPr>
        <p:sp>
          <p:nvSpPr>
            <p:cNvPr id="4002" name="flow_Match__3998">
              <a:extLst>
                <a:ext uri="{FF2B5EF4-FFF2-40B4-BE49-F238E27FC236}">
                  <a16:creationId xmlns:a16="http://schemas.microsoft.com/office/drawing/2014/main" id="{A07FE4C0-D6F1-316D-402B-565F18E52416}"/>
                </a:ext>
              </a:extLst>
            </p:cNvPr>
            <p:cNvSpPr>
              <a:spLocks noGrp="1"/>
            </p:cNvSpPr>
            <p:nvPr/>
          </p:nvSpPr>
          <p:spPr>
            <a:xfrm>
              <a:off x="7162800" y="3267075"/>
              <a:ext cx="752475" cy="95"/>
            </a:xfrm>
            <a:custGeom>
              <a:avLst/>
              <a:gdLst/>
              <a:ahLst/>
              <a:cxnLst/>
              <a:rect l="0" t="0" r="0" b="0"/>
              <a:pathLst>
                <a:path w="752475" h="95">
                  <a:moveTo>
                    <a:pt x="0" y="0"/>
                  </a:moveTo>
                  <a:lnTo>
                    <a:pt x="752475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003" name="flow_Match__3999">
              <a:extLst>
                <a:ext uri="{FF2B5EF4-FFF2-40B4-BE49-F238E27FC236}">
                  <a16:creationId xmlns:a16="http://schemas.microsoft.com/office/drawing/2014/main" id="{018D9C9A-C69D-5B08-F1E0-86D78B82501B}"/>
                </a:ext>
              </a:extLst>
            </p:cNvPr>
            <p:cNvSpPr>
              <a:spLocks noGrp="1"/>
            </p:cNvSpPr>
            <p:nvPr/>
          </p:nvSpPr>
          <p:spPr>
            <a:xfrm>
              <a:off x="7896225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grpSp>
        <p:nvGrpSpPr>
          <p:cNvPr id="50041" name="Original label 4145">
            <a:extLst>
              <a:ext uri="{FF2B5EF4-FFF2-40B4-BE49-F238E27FC236}">
                <a16:creationId xmlns:a16="http://schemas.microsoft.com/office/drawing/2014/main" id="{FE4BDFDF-8D00-BE07-8609-10EC0C411EE8}"/>
              </a:ext>
            </a:extLst>
          </p:cNvPr>
          <p:cNvGrpSpPr/>
          <p:nvPr/>
        </p:nvGrpSpPr>
        <p:grpSpPr>
          <a:xfrm>
            <a:off x="8220188" y="1971675"/>
            <a:ext cx="781050" cy="238125"/>
            <a:chOff x="163257" y="23812"/>
            <a:chExt cx="650875" cy="198438"/>
          </a:xfrm>
        </p:grpSpPr>
        <p:sp>
          <p:nvSpPr>
            <p:cNvPr id="4145" name="label__4144">
              <a:extLst>
                <a:ext uri="{FF2B5EF4-FFF2-40B4-BE49-F238E27FC236}">
                  <a16:creationId xmlns:a16="http://schemas.microsoft.com/office/drawing/2014/main" id="{B72ADD0C-DF74-8307-E79F-38C654E52332}"/>
                </a:ext>
              </a:extLst>
            </p:cNvPr>
            <p:cNvSpPr>
              <a:spLocks noGrp="1"/>
            </p:cNvSpPr>
            <p:nvPr/>
          </p:nvSpPr>
          <p:spPr>
            <a:xfrm>
              <a:off x="163257" y="23812"/>
              <a:ext cx="650875" cy="19843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34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30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Build</a:t>
              </a:r>
            </a:p>
          </p:txBody>
        </p:sp>
      </p:grpSp>
      <p:grpSp>
        <p:nvGrpSpPr>
          <p:cNvPr id="51656" name="Find：淡灰密度表面">
            <a:extLst>
              <a:ext uri="{FF2B5EF4-FFF2-40B4-BE49-F238E27FC236}">
                <a16:creationId xmlns:a16="http://schemas.microsoft.com/office/drawing/2014/main" id="{FC15003E-8787-F645-232B-FB91BD34A9CA}"/>
              </a:ext>
            </a:extLst>
          </p:cNvPr>
          <p:cNvGrpSpPr/>
          <p:nvPr/>
        </p:nvGrpSpPr>
        <p:grpSpPr>
          <a:xfrm>
            <a:off x="9136107" y="769166"/>
            <a:ext cx="2117846" cy="2518833"/>
            <a:chOff x="3470234" y="1495425"/>
            <a:chExt cx="3403682" cy="4048125"/>
          </a:xfrm>
        </p:grpSpPr>
        <p:sp>
          <p:nvSpPr>
            <p:cNvPr id="51657" name="Candidate_density__1976">
              <a:extLst>
                <a:ext uri="{FF2B5EF4-FFF2-40B4-BE49-F238E27FC236}">
                  <a16:creationId xmlns:a16="http://schemas.microsoft.com/office/drawing/2014/main" id="{775C7D1F-4D7A-1C33-D1C0-C19240ED588B}"/>
                </a:ext>
              </a:extLst>
            </p:cNvPr>
            <p:cNvSpPr>
              <a:spLocks noGrp="1"/>
            </p:cNvSpPr>
            <p:nvPr/>
          </p:nvSpPr>
          <p:spPr>
            <a:xfrm>
              <a:off x="5090107" y="5022356"/>
              <a:ext cx="103059" cy="54832"/>
            </a:xfrm>
            <a:custGeom>
              <a:avLst/>
              <a:gdLst/>
              <a:ahLst/>
              <a:cxnLst/>
              <a:rect l="0" t="0" r="0" b="0"/>
              <a:pathLst>
                <a:path w="103059" h="54832">
                  <a:moveTo>
                    <a:pt x="0" y="4710"/>
                  </a:moveTo>
                  <a:lnTo>
                    <a:pt x="14103" y="5539"/>
                  </a:lnTo>
                  <a:lnTo>
                    <a:pt x="15755" y="7073"/>
                  </a:lnTo>
                  <a:close/>
                  <a:moveTo>
                    <a:pt x="103059" y="54832"/>
                  </a:moveTo>
                  <a:lnTo>
                    <a:pt x="71422" y="0"/>
                  </a:lnTo>
                  <a:lnTo>
                    <a:pt x="15755" y="70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658" name="Candidate_density__1977">
              <a:extLst>
                <a:ext uri="{FF2B5EF4-FFF2-40B4-BE49-F238E27FC236}">
                  <a16:creationId xmlns:a16="http://schemas.microsoft.com/office/drawing/2014/main" id="{D5D2965E-6FF0-BC40-E168-6F89FDBC20B5}"/>
                </a:ext>
              </a:extLst>
            </p:cNvPr>
            <p:cNvSpPr>
              <a:spLocks noGrp="1"/>
            </p:cNvSpPr>
            <p:nvPr/>
          </p:nvSpPr>
          <p:spPr>
            <a:xfrm>
              <a:off x="4991506" y="4958838"/>
              <a:ext cx="112705" cy="69057"/>
            </a:xfrm>
            <a:custGeom>
              <a:avLst/>
              <a:gdLst/>
              <a:ahLst/>
              <a:cxnLst/>
              <a:rect l="0" t="0" r="0" b="0"/>
              <a:pathLst>
                <a:path w="112705" h="69057">
                  <a:moveTo>
                    <a:pt x="0" y="0"/>
                  </a:moveTo>
                  <a:lnTo>
                    <a:pt x="98601" y="68229"/>
                  </a:lnTo>
                  <a:lnTo>
                    <a:pt x="36761" y="59134"/>
                  </a:lnTo>
                  <a:close/>
                  <a:moveTo>
                    <a:pt x="112705" y="69057"/>
                  </a:moveTo>
                  <a:lnTo>
                    <a:pt x="98601" y="682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659" name="Candidate_density__1978">
              <a:extLst>
                <a:ext uri="{FF2B5EF4-FFF2-40B4-BE49-F238E27FC236}">
                  <a16:creationId xmlns:a16="http://schemas.microsoft.com/office/drawing/2014/main" id="{75DD4215-E376-5838-19F4-175AAA67519C}"/>
                </a:ext>
              </a:extLst>
            </p:cNvPr>
            <p:cNvSpPr>
              <a:spLocks noGrp="1"/>
            </p:cNvSpPr>
            <p:nvPr/>
          </p:nvSpPr>
          <p:spPr>
            <a:xfrm>
              <a:off x="5235962" y="4794077"/>
              <a:ext cx="71131" cy="87208"/>
            </a:xfrm>
            <a:custGeom>
              <a:avLst/>
              <a:gdLst/>
              <a:ahLst/>
              <a:cxnLst/>
              <a:rect l="0" t="0" r="0" b="0"/>
              <a:pathLst>
                <a:path w="71131" h="87208">
                  <a:moveTo>
                    <a:pt x="71131" y="0"/>
                  </a:moveTo>
                  <a:lnTo>
                    <a:pt x="0" y="87208"/>
                  </a:lnTo>
                  <a:lnTo>
                    <a:pt x="60081" y="7390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660" name="Candidate_density__1979">
              <a:extLst>
                <a:ext uri="{FF2B5EF4-FFF2-40B4-BE49-F238E27FC236}">
                  <a16:creationId xmlns:a16="http://schemas.microsoft.com/office/drawing/2014/main" id="{D465AAC9-53A2-7D29-DF59-833EFB5A02C6}"/>
                </a:ext>
              </a:extLst>
            </p:cNvPr>
            <p:cNvSpPr>
              <a:spLocks noGrp="1"/>
            </p:cNvSpPr>
            <p:nvPr/>
          </p:nvSpPr>
          <p:spPr>
            <a:xfrm>
              <a:off x="4966652" y="4441228"/>
              <a:ext cx="1448809" cy="588202"/>
            </a:xfrm>
            <a:custGeom>
              <a:avLst/>
              <a:gdLst/>
              <a:ahLst/>
              <a:cxnLst/>
              <a:rect l="0" t="0" r="0" b="0"/>
              <a:pathLst>
                <a:path w="1448809" h="588202">
                  <a:moveTo>
                    <a:pt x="24854" y="517611"/>
                  </a:moveTo>
                  <a:lnTo>
                    <a:pt x="61615" y="576745"/>
                  </a:lnTo>
                  <a:lnTo>
                    <a:pt x="0" y="503624"/>
                  </a:lnTo>
                  <a:close/>
                  <a:moveTo>
                    <a:pt x="169700" y="547403"/>
                  </a:moveTo>
                  <a:lnTo>
                    <a:pt x="123455" y="585839"/>
                  </a:lnTo>
                  <a:lnTo>
                    <a:pt x="139210" y="588202"/>
                  </a:lnTo>
                  <a:close/>
                  <a:moveTo>
                    <a:pt x="123455" y="585839"/>
                  </a:moveTo>
                  <a:lnTo>
                    <a:pt x="169700" y="547403"/>
                  </a:lnTo>
                  <a:lnTo>
                    <a:pt x="61615" y="576745"/>
                  </a:lnTo>
                  <a:close/>
                  <a:moveTo>
                    <a:pt x="1448809" y="52114"/>
                  </a:moveTo>
                  <a:lnTo>
                    <a:pt x="1360340" y="0"/>
                  </a:lnTo>
                  <a:lnTo>
                    <a:pt x="1387240" y="3711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661" name="Candidate_density__1980">
              <a:extLst>
                <a:ext uri="{FF2B5EF4-FFF2-40B4-BE49-F238E27FC236}">
                  <a16:creationId xmlns:a16="http://schemas.microsoft.com/office/drawing/2014/main" id="{7D6F5BA3-65F7-A302-E9D3-53B259B97461}"/>
                </a:ext>
              </a:extLst>
            </p:cNvPr>
            <p:cNvSpPr>
              <a:spLocks noGrp="1"/>
            </p:cNvSpPr>
            <p:nvPr/>
          </p:nvSpPr>
          <p:spPr>
            <a:xfrm>
              <a:off x="4950183" y="4357620"/>
              <a:ext cx="1403557" cy="713225"/>
            </a:xfrm>
            <a:custGeom>
              <a:avLst/>
              <a:gdLst/>
              <a:ahLst/>
              <a:cxnLst/>
              <a:rect l="0" t="0" r="0" b="0"/>
              <a:pathLst>
                <a:path w="1403557" h="713225">
                  <a:moveTo>
                    <a:pt x="28205" y="551291"/>
                  </a:moveTo>
                  <a:lnTo>
                    <a:pt x="58082" y="669447"/>
                  </a:lnTo>
                  <a:lnTo>
                    <a:pt x="0" y="647065"/>
                  </a:lnTo>
                  <a:close/>
                  <a:moveTo>
                    <a:pt x="28205" y="551291"/>
                  </a:moveTo>
                  <a:lnTo>
                    <a:pt x="16469" y="587231"/>
                  </a:lnTo>
                  <a:lnTo>
                    <a:pt x="78084" y="660353"/>
                  </a:lnTo>
                  <a:close/>
                  <a:moveTo>
                    <a:pt x="78084" y="660353"/>
                  </a:moveTo>
                  <a:lnTo>
                    <a:pt x="111112" y="568638"/>
                  </a:lnTo>
                  <a:lnTo>
                    <a:pt x="28205" y="551291"/>
                  </a:lnTo>
                  <a:close/>
                  <a:moveTo>
                    <a:pt x="186170" y="631010"/>
                  </a:moveTo>
                  <a:lnTo>
                    <a:pt x="155679" y="671809"/>
                  </a:lnTo>
                  <a:lnTo>
                    <a:pt x="211346" y="664736"/>
                  </a:lnTo>
                  <a:close/>
                  <a:moveTo>
                    <a:pt x="186170" y="631010"/>
                  </a:moveTo>
                  <a:lnTo>
                    <a:pt x="111112" y="568638"/>
                  </a:lnTo>
                  <a:lnTo>
                    <a:pt x="78084" y="660353"/>
                  </a:lnTo>
                  <a:close/>
                  <a:moveTo>
                    <a:pt x="36700" y="504884"/>
                  </a:moveTo>
                  <a:lnTo>
                    <a:pt x="16469" y="587231"/>
                  </a:lnTo>
                  <a:lnTo>
                    <a:pt x="28205" y="551291"/>
                  </a:lnTo>
                  <a:close/>
                  <a:moveTo>
                    <a:pt x="320212" y="595763"/>
                  </a:moveTo>
                  <a:lnTo>
                    <a:pt x="238356" y="601718"/>
                  </a:lnTo>
                  <a:lnTo>
                    <a:pt x="272089" y="713225"/>
                  </a:lnTo>
                  <a:close/>
                  <a:moveTo>
                    <a:pt x="272089" y="713225"/>
                  </a:moveTo>
                  <a:lnTo>
                    <a:pt x="238356" y="601718"/>
                  </a:lnTo>
                  <a:lnTo>
                    <a:pt x="211346" y="664736"/>
                  </a:lnTo>
                  <a:close/>
                  <a:moveTo>
                    <a:pt x="251658" y="600252"/>
                  </a:moveTo>
                  <a:lnTo>
                    <a:pt x="325736" y="598561"/>
                  </a:lnTo>
                  <a:lnTo>
                    <a:pt x="272089" y="713225"/>
                  </a:lnTo>
                  <a:close/>
                  <a:moveTo>
                    <a:pt x="325736" y="598561"/>
                  </a:moveTo>
                  <a:lnTo>
                    <a:pt x="348443" y="631010"/>
                  </a:lnTo>
                  <a:lnTo>
                    <a:pt x="320212" y="595763"/>
                  </a:lnTo>
                  <a:close/>
                  <a:moveTo>
                    <a:pt x="325736" y="598561"/>
                  </a:moveTo>
                  <a:lnTo>
                    <a:pt x="330630" y="592573"/>
                  </a:lnTo>
                  <a:lnTo>
                    <a:pt x="353353" y="629411"/>
                  </a:lnTo>
                  <a:close/>
                  <a:moveTo>
                    <a:pt x="285779" y="523664"/>
                  </a:moveTo>
                  <a:lnTo>
                    <a:pt x="320212" y="595763"/>
                  </a:lnTo>
                  <a:lnTo>
                    <a:pt x="347759" y="617445"/>
                  </a:lnTo>
                  <a:close/>
                  <a:moveTo>
                    <a:pt x="130309" y="428782"/>
                  </a:moveTo>
                  <a:lnTo>
                    <a:pt x="191434" y="439680"/>
                  </a:lnTo>
                  <a:lnTo>
                    <a:pt x="151048" y="439294"/>
                  </a:lnTo>
                  <a:close/>
                  <a:moveTo>
                    <a:pt x="331275" y="404066"/>
                  </a:moveTo>
                  <a:lnTo>
                    <a:pt x="319507" y="389707"/>
                  </a:lnTo>
                  <a:lnTo>
                    <a:pt x="322151" y="394001"/>
                  </a:lnTo>
                  <a:close/>
                  <a:moveTo>
                    <a:pt x="322151" y="394001"/>
                  </a:moveTo>
                  <a:lnTo>
                    <a:pt x="356909" y="436457"/>
                  </a:lnTo>
                  <a:lnTo>
                    <a:pt x="404286" y="471922"/>
                  </a:lnTo>
                  <a:close/>
                  <a:moveTo>
                    <a:pt x="319507" y="389707"/>
                  </a:moveTo>
                  <a:lnTo>
                    <a:pt x="297970" y="313569"/>
                  </a:lnTo>
                  <a:lnTo>
                    <a:pt x="322151" y="394001"/>
                  </a:lnTo>
                  <a:close/>
                  <a:moveTo>
                    <a:pt x="1403557" y="120652"/>
                  </a:moveTo>
                  <a:lnTo>
                    <a:pt x="1374393" y="74574"/>
                  </a:lnTo>
                  <a:lnTo>
                    <a:pt x="1367592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662" name="Candidate_density__1981">
              <a:extLst>
                <a:ext uri="{FF2B5EF4-FFF2-40B4-BE49-F238E27FC236}">
                  <a16:creationId xmlns:a16="http://schemas.microsoft.com/office/drawing/2014/main" id="{9BE5A4C8-3CC3-19B4-7065-12FD9429F25B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51621"/>
              <a:ext cx="293173" cy="319224"/>
            </a:xfrm>
            <a:custGeom>
              <a:avLst/>
              <a:gdLst/>
              <a:ahLst/>
              <a:cxnLst/>
              <a:rect l="0" t="0" r="0" b="0"/>
              <a:pathLst>
                <a:path w="293173" h="319224">
                  <a:moveTo>
                    <a:pt x="214624" y="204560"/>
                  </a:moveTo>
                  <a:lnTo>
                    <a:pt x="209100" y="201761"/>
                  </a:lnTo>
                  <a:lnTo>
                    <a:pt x="160977" y="319224"/>
                  </a:lnTo>
                  <a:close/>
                  <a:moveTo>
                    <a:pt x="75057" y="237009"/>
                  </a:moveTo>
                  <a:lnTo>
                    <a:pt x="100234" y="270735"/>
                  </a:lnTo>
                  <a:lnTo>
                    <a:pt x="127244" y="207717"/>
                  </a:lnTo>
                  <a:close/>
                  <a:moveTo>
                    <a:pt x="0" y="174637"/>
                  </a:moveTo>
                  <a:lnTo>
                    <a:pt x="75057" y="237009"/>
                  </a:lnTo>
                  <a:lnTo>
                    <a:pt x="94875" y="116357"/>
                  </a:lnTo>
                  <a:close/>
                  <a:moveTo>
                    <a:pt x="135160" y="186116"/>
                  </a:moveTo>
                  <a:lnTo>
                    <a:pt x="75057" y="237009"/>
                  </a:lnTo>
                  <a:lnTo>
                    <a:pt x="127244" y="207717"/>
                  </a:lnTo>
                  <a:close/>
                  <a:moveTo>
                    <a:pt x="174666" y="129663"/>
                  </a:moveTo>
                  <a:lnTo>
                    <a:pt x="135160" y="186116"/>
                  </a:lnTo>
                  <a:lnTo>
                    <a:pt x="127244" y="207717"/>
                  </a:lnTo>
                  <a:close/>
                  <a:moveTo>
                    <a:pt x="4709" y="146651"/>
                  </a:moveTo>
                  <a:lnTo>
                    <a:pt x="101137" y="58911"/>
                  </a:lnTo>
                  <a:lnTo>
                    <a:pt x="80322" y="45679"/>
                  </a:lnTo>
                  <a:close/>
                  <a:moveTo>
                    <a:pt x="4709" y="146651"/>
                  </a:moveTo>
                  <a:lnTo>
                    <a:pt x="80322" y="45679"/>
                  </a:lnTo>
                  <a:lnTo>
                    <a:pt x="19196" y="34781"/>
                  </a:lnTo>
                  <a:close/>
                  <a:moveTo>
                    <a:pt x="101137" y="58911"/>
                  </a:moveTo>
                  <a:lnTo>
                    <a:pt x="147531" y="116357"/>
                  </a:lnTo>
                  <a:lnTo>
                    <a:pt x="80322" y="45679"/>
                  </a:lnTo>
                  <a:close/>
                  <a:moveTo>
                    <a:pt x="147531" y="116357"/>
                  </a:moveTo>
                  <a:lnTo>
                    <a:pt x="174666" y="129663"/>
                  </a:lnTo>
                  <a:lnTo>
                    <a:pt x="80322" y="45679"/>
                  </a:lnTo>
                  <a:close/>
                  <a:moveTo>
                    <a:pt x="234748" y="116357"/>
                  </a:moveTo>
                  <a:lnTo>
                    <a:pt x="275151" y="160136"/>
                  </a:lnTo>
                  <a:lnTo>
                    <a:pt x="293173" y="77921"/>
                  </a:lnTo>
                  <a:close/>
                  <a:moveTo>
                    <a:pt x="293173" y="77921"/>
                  </a:moveTo>
                  <a:lnTo>
                    <a:pt x="245797" y="42455"/>
                  </a:lnTo>
                  <a:lnTo>
                    <a:pt x="234748" y="116357"/>
                  </a:lnTo>
                  <a:close/>
                  <a:moveTo>
                    <a:pt x="293173" y="77921"/>
                  </a:moveTo>
                  <a:lnTo>
                    <a:pt x="220162" y="10065"/>
                  </a:lnTo>
                  <a:lnTo>
                    <a:pt x="211039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663" name="Candidate_density__1982">
              <a:extLst>
                <a:ext uri="{FF2B5EF4-FFF2-40B4-BE49-F238E27FC236}">
                  <a16:creationId xmlns:a16="http://schemas.microsoft.com/office/drawing/2014/main" id="{628AC6AA-2CE5-38C1-0785-AA76D41D6253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61686"/>
              <a:ext cx="353018" cy="226944"/>
            </a:xfrm>
            <a:custGeom>
              <a:avLst/>
              <a:gdLst/>
              <a:ahLst/>
              <a:cxnLst/>
              <a:rect l="0" t="0" r="0" b="0"/>
              <a:pathLst>
                <a:path w="353018" h="226944">
                  <a:moveTo>
                    <a:pt x="4709" y="136586"/>
                  </a:moveTo>
                  <a:lnTo>
                    <a:pt x="0" y="164572"/>
                  </a:lnTo>
                  <a:lnTo>
                    <a:pt x="94875" y="106292"/>
                  </a:lnTo>
                  <a:close/>
                  <a:moveTo>
                    <a:pt x="94875" y="106292"/>
                  </a:moveTo>
                  <a:lnTo>
                    <a:pt x="75057" y="226944"/>
                  </a:lnTo>
                  <a:lnTo>
                    <a:pt x="135160" y="176051"/>
                  </a:lnTo>
                  <a:close/>
                  <a:moveTo>
                    <a:pt x="147531" y="106292"/>
                  </a:moveTo>
                  <a:lnTo>
                    <a:pt x="135160" y="176051"/>
                  </a:lnTo>
                  <a:lnTo>
                    <a:pt x="174666" y="119598"/>
                  </a:lnTo>
                  <a:close/>
                  <a:moveTo>
                    <a:pt x="174666" y="119598"/>
                  </a:moveTo>
                  <a:lnTo>
                    <a:pt x="127244" y="197652"/>
                  </a:lnTo>
                  <a:lnTo>
                    <a:pt x="209100" y="191697"/>
                  </a:lnTo>
                  <a:close/>
                  <a:moveTo>
                    <a:pt x="94875" y="106292"/>
                  </a:moveTo>
                  <a:lnTo>
                    <a:pt x="101137" y="48846"/>
                  </a:lnTo>
                  <a:lnTo>
                    <a:pt x="4709" y="136586"/>
                  </a:lnTo>
                  <a:close/>
                  <a:moveTo>
                    <a:pt x="214624" y="194495"/>
                  </a:moveTo>
                  <a:lnTo>
                    <a:pt x="261741" y="155455"/>
                  </a:lnTo>
                  <a:lnTo>
                    <a:pt x="219518" y="188507"/>
                  </a:lnTo>
                  <a:close/>
                  <a:moveTo>
                    <a:pt x="234748" y="106292"/>
                  </a:moveTo>
                  <a:lnTo>
                    <a:pt x="219518" y="188507"/>
                  </a:lnTo>
                  <a:lnTo>
                    <a:pt x="275151" y="150071"/>
                  </a:lnTo>
                  <a:close/>
                  <a:moveTo>
                    <a:pt x="101137" y="48846"/>
                  </a:moveTo>
                  <a:lnTo>
                    <a:pt x="187306" y="67856"/>
                  </a:lnTo>
                  <a:lnTo>
                    <a:pt x="147531" y="106292"/>
                  </a:lnTo>
                  <a:close/>
                  <a:moveTo>
                    <a:pt x="293173" y="67856"/>
                  </a:moveTo>
                  <a:lnTo>
                    <a:pt x="353018" y="29420"/>
                  </a:lnTo>
                  <a:lnTo>
                    <a:pt x="220162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664" name="Candidate_density__1983">
              <a:extLst>
                <a:ext uri="{FF2B5EF4-FFF2-40B4-BE49-F238E27FC236}">
                  <a16:creationId xmlns:a16="http://schemas.microsoft.com/office/drawing/2014/main" id="{5F24C306-2CEC-6756-662F-04A7B4231344}"/>
                </a:ext>
              </a:extLst>
            </p:cNvPr>
            <p:cNvSpPr>
              <a:spLocks noGrp="1"/>
            </p:cNvSpPr>
            <p:nvPr/>
          </p:nvSpPr>
          <p:spPr>
            <a:xfrm>
              <a:off x="5498561" y="4972505"/>
              <a:ext cx="45902" cy="43581"/>
            </a:xfrm>
            <a:custGeom>
              <a:avLst/>
              <a:gdLst/>
              <a:ahLst/>
              <a:cxnLst/>
              <a:rect l="0" t="0" r="0" b="0"/>
              <a:pathLst>
                <a:path w="45902" h="43581">
                  <a:moveTo>
                    <a:pt x="18557" y="21467"/>
                  </a:moveTo>
                  <a:lnTo>
                    <a:pt x="45902" y="0"/>
                  </a:lnTo>
                  <a:lnTo>
                    <a:pt x="0" y="4358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665" name="Candidate_density__1984">
              <a:extLst>
                <a:ext uri="{FF2B5EF4-FFF2-40B4-BE49-F238E27FC236}">
                  <a16:creationId xmlns:a16="http://schemas.microsoft.com/office/drawing/2014/main" id="{BB123388-242E-FEF7-DC6F-FDE35FC0436C}"/>
                </a:ext>
              </a:extLst>
            </p:cNvPr>
            <p:cNvSpPr>
              <a:spLocks noGrp="1"/>
            </p:cNvSpPr>
            <p:nvPr/>
          </p:nvSpPr>
          <p:spPr>
            <a:xfrm>
              <a:off x="4980965" y="4449918"/>
              <a:ext cx="1559084" cy="659363"/>
            </a:xfrm>
            <a:custGeom>
              <a:avLst/>
              <a:gdLst/>
              <a:ahLst/>
              <a:cxnLst/>
              <a:rect l="0" t="0" r="0" b="0"/>
              <a:pathLst>
                <a:path w="1559084" h="659363">
                  <a:moveTo>
                    <a:pt x="27301" y="577148"/>
                  </a:moveTo>
                  <a:lnTo>
                    <a:pt x="29237" y="538712"/>
                  </a:lnTo>
                  <a:lnTo>
                    <a:pt x="0" y="659363"/>
                  </a:lnTo>
                  <a:close/>
                  <a:moveTo>
                    <a:pt x="493440" y="539306"/>
                  </a:moveTo>
                  <a:lnTo>
                    <a:pt x="453629" y="605662"/>
                  </a:lnTo>
                  <a:lnTo>
                    <a:pt x="563499" y="522586"/>
                  </a:lnTo>
                  <a:close/>
                  <a:moveTo>
                    <a:pt x="536154" y="544054"/>
                  </a:moveTo>
                  <a:lnTo>
                    <a:pt x="574076" y="505617"/>
                  </a:lnTo>
                  <a:lnTo>
                    <a:pt x="563499" y="522586"/>
                  </a:lnTo>
                  <a:close/>
                  <a:moveTo>
                    <a:pt x="626528" y="384966"/>
                  </a:moveTo>
                  <a:lnTo>
                    <a:pt x="591632" y="412569"/>
                  </a:lnTo>
                  <a:lnTo>
                    <a:pt x="574076" y="505617"/>
                  </a:lnTo>
                  <a:close/>
                  <a:moveTo>
                    <a:pt x="591632" y="412569"/>
                  </a:moveTo>
                  <a:lnTo>
                    <a:pt x="626528" y="384966"/>
                  </a:lnTo>
                  <a:lnTo>
                    <a:pt x="714816" y="379273"/>
                  </a:lnTo>
                  <a:close/>
                  <a:moveTo>
                    <a:pt x="746210" y="281447"/>
                  </a:moveTo>
                  <a:lnTo>
                    <a:pt x="735087" y="346529"/>
                  </a:lnTo>
                  <a:lnTo>
                    <a:pt x="763160" y="281364"/>
                  </a:lnTo>
                  <a:close/>
                  <a:moveTo>
                    <a:pt x="1502978" y="20808"/>
                  </a:moveTo>
                  <a:lnTo>
                    <a:pt x="1559084" y="33696"/>
                  </a:lnTo>
                  <a:lnTo>
                    <a:pt x="14804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666" name="Candidate_density__1985">
              <a:extLst>
                <a:ext uri="{FF2B5EF4-FFF2-40B4-BE49-F238E27FC236}">
                  <a16:creationId xmlns:a16="http://schemas.microsoft.com/office/drawing/2014/main" id="{DA25306B-9AEF-0CA3-7911-4709C6F61762}"/>
                </a:ext>
              </a:extLst>
            </p:cNvPr>
            <p:cNvSpPr>
              <a:spLocks noGrp="1"/>
            </p:cNvSpPr>
            <p:nvPr/>
          </p:nvSpPr>
          <p:spPr>
            <a:xfrm>
              <a:off x="4858477" y="4116317"/>
              <a:ext cx="1602929" cy="888368"/>
            </a:xfrm>
            <a:custGeom>
              <a:avLst/>
              <a:gdLst/>
              <a:ahLst/>
              <a:cxnLst/>
              <a:rect l="0" t="0" r="0" b="0"/>
              <a:pathLst>
                <a:path w="1602929" h="888368">
                  <a:moveTo>
                    <a:pt x="113201" y="790098"/>
                  </a:moveTo>
                  <a:lnTo>
                    <a:pt x="119911" y="792594"/>
                  </a:lnTo>
                  <a:lnTo>
                    <a:pt x="53898" y="810464"/>
                  </a:lnTo>
                  <a:close/>
                  <a:moveTo>
                    <a:pt x="119911" y="792594"/>
                  </a:moveTo>
                  <a:lnTo>
                    <a:pt x="91706" y="888368"/>
                  </a:lnTo>
                  <a:lnTo>
                    <a:pt x="53898" y="810464"/>
                  </a:lnTo>
                  <a:close/>
                  <a:moveTo>
                    <a:pt x="17852" y="714881"/>
                  </a:moveTo>
                  <a:lnTo>
                    <a:pt x="113201" y="790098"/>
                  </a:lnTo>
                  <a:lnTo>
                    <a:pt x="38929" y="754497"/>
                  </a:lnTo>
                  <a:close/>
                  <a:moveTo>
                    <a:pt x="119911" y="792594"/>
                  </a:moveTo>
                  <a:lnTo>
                    <a:pt x="113201" y="790098"/>
                  </a:lnTo>
                  <a:lnTo>
                    <a:pt x="17852" y="714881"/>
                  </a:lnTo>
                  <a:close/>
                  <a:moveTo>
                    <a:pt x="113201" y="790098"/>
                  </a:moveTo>
                  <a:lnTo>
                    <a:pt x="123853" y="789389"/>
                  </a:lnTo>
                  <a:lnTo>
                    <a:pt x="38929" y="754497"/>
                  </a:lnTo>
                  <a:close/>
                  <a:moveTo>
                    <a:pt x="38929" y="754497"/>
                  </a:moveTo>
                  <a:lnTo>
                    <a:pt x="123853" y="789389"/>
                  </a:lnTo>
                  <a:lnTo>
                    <a:pt x="152716" y="686069"/>
                  </a:lnTo>
                  <a:close/>
                  <a:moveTo>
                    <a:pt x="38929" y="754497"/>
                  </a:moveTo>
                  <a:lnTo>
                    <a:pt x="152716" y="686069"/>
                  </a:lnTo>
                  <a:lnTo>
                    <a:pt x="77101" y="682016"/>
                  </a:lnTo>
                  <a:close/>
                  <a:moveTo>
                    <a:pt x="218232" y="669446"/>
                  </a:moveTo>
                  <a:lnTo>
                    <a:pt x="152716" y="686069"/>
                  </a:lnTo>
                  <a:lnTo>
                    <a:pt x="222015" y="670084"/>
                  </a:lnTo>
                  <a:close/>
                  <a:moveTo>
                    <a:pt x="222015" y="670084"/>
                  </a:moveTo>
                  <a:lnTo>
                    <a:pt x="152716" y="686069"/>
                  </a:lnTo>
                  <a:lnTo>
                    <a:pt x="123853" y="789389"/>
                  </a:lnTo>
                  <a:close/>
                  <a:moveTo>
                    <a:pt x="222015" y="670084"/>
                  </a:moveTo>
                  <a:lnTo>
                    <a:pt x="123853" y="789389"/>
                  </a:lnTo>
                  <a:lnTo>
                    <a:pt x="207528" y="781955"/>
                  </a:lnTo>
                  <a:close/>
                  <a:moveTo>
                    <a:pt x="64213" y="669446"/>
                  </a:moveTo>
                  <a:lnTo>
                    <a:pt x="0" y="707883"/>
                  </a:lnTo>
                  <a:lnTo>
                    <a:pt x="38929" y="754497"/>
                  </a:lnTo>
                  <a:close/>
                  <a:moveTo>
                    <a:pt x="344359" y="831398"/>
                  </a:moveTo>
                  <a:lnTo>
                    <a:pt x="343364" y="841555"/>
                  </a:lnTo>
                  <a:lnTo>
                    <a:pt x="333540" y="868282"/>
                  </a:lnTo>
                  <a:close/>
                  <a:moveTo>
                    <a:pt x="297694" y="751661"/>
                  </a:moveTo>
                  <a:lnTo>
                    <a:pt x="337979" y="821420"/>
                  </a:lnTo>
                  <a:lnTo>
                    <a:pt x="320550" y="795440"/>
                  </a:lnTo>
                  <a:close/>
                  <a:moveTo>
                    <a:pt x="349910" y="713225"/>
                  </a:moveTo>
                  <a:lnTo>
                    <a:pt x="297694" y="751661"/>
                  </a:lnTo>
                  <a:lnTo>
                    <a:pt x="320550" y="795440"/>
                  </a:lnTo>
                  <a:close/>
                  <a:moveTo>
                    <a:pt x="457818" y="795440"/>
                  </a:moveTo>
                  <a:lnTo>
                    <a:pt x="344359" y="831398"/>
                  </a:lnTo>
                  <a:lnTo>
                    <a:pt x="350349" y="751661"/>
                  </a:lnTo>
                  <a:close/>
                  <a:moveTo>
                    <a:pt x="390125" y="713225"/>
                  </a:moveTo>
                  <a:lnTo>
                    <a:pt x="457818" y="795440"/>
                  </a:lnTo>
                  <a:lnTo>
                    <a:pt x="350349" y="751661"/>
                  </a:lnTo>
                  <a:close/>
                  <a:moveTo>
                    <a:pt x="362070" y="696291"/>
                  </a:moveTo>
                  <a:lnTo>
                    <a:pt x="390125" y="713225"/>
                  </a:lnTo>
                  <a:lnTo>
                    <a:pt x="303956" y="694215"/>
                  </a:lnTo>
                  <a:close/>
                  <a:moveTo>
                    <a:pt x="157638" y="661831"/>
                  </a:moveTo>
                  <a:lnTo>
                    <a:pt x="152716" y="686069"/>
                  </a:lnTo>
                  <a:lnTo>
                    <a:pt x="218232" y="669446"/>
                  </a:lnTo>
                  <a:close/>
                  <a:moveTo>
                    <a:pt x="495992" y="713225"/>
                  </a:moveTo>
                  <a:lnTo>
                    <a:pt x="477970" y="795440"/>
                  </a:lnTo>
                  <a:lnTo>
                    <a:pt x="519259" y="757004"/>
                  </a:lnTo>
                  <a:close/>
                  <a:moveTo>
                    <a:pt x="495992" y="713225"/>
                  </a:moveTo>
                  <a:lnTo>
                    <a:pt x="519259" y="757004"/>
                  </a:lnTo>
                  <a:lnTo>
                    <a:pt x="555837" y="674788"/>
                  </a:lnTo>
                  <a:close/>
                  <a:moveTo>
                    <a:pt x="411214" y="631010"/>
                  </a:moveTo>
                  <a:lnTo>
                    <a:pt x="422981" y="645369"/>
                  </a:lnTo>
                  <a:lnTo>
                    <a:pt x="474385" y="622359"/>
                  </a:lnTo>
                  <a:close/>
                  <a:moveTo>
                    <a:pt x="411214" y="631010"/>
                  </a:moveTo>
                  <a:lnTo>
                    <a:pt x="474385" y="622359"/>
                  </a:lnTo>
                  <a:lnTo>
                    <a:pt x="429852" y="592573"/>
                  </a:lnTo>
                  <a:close/>
                  <a:moveTo>
                    <a:pt x="555837" y="674788"/>
                  </a:moveTo>
                  <a:lnTo>
                    <a:pt x="474385" y="622359"/>
                  </a:lnTo>
                  <a:lnTo>
                    <a:pt x="422981" y="645369"/>
                  </a:lnTo>
                  <a:close/>
                  <a:moveTo>
                    <a:pt x="389540" y="548794"/>
                  </a:moveTo>
                  <a:lnTo>
                    <a:pt x="411214" y="631010"/>
                  </a:lnTo>
                  <a:lnTo>
                    <a:pt x="429852" y="592573"/>
                  </a:lnTo>
                  <a:close/>
                  <a:moveTo>
                    <a:pt x="389540" y="548794"/>
                  </a:moveTo>
                  <a:lnTo>
                    <a:pt x="429852" y="592573"/>
                  </a:lnTo>
                  <a:lnTo>
                    <a:pt x="376807" y="510358"/>
                  </a:lnTo>
                  <a:close/>
                  <a:moveTo>
                    <a:pt x="686513" y="642952"/>
                  </a:moveTo>
                  <a:lnTo>
                    <a:pt x="708991" y="674788"/>
                  </a:lnTo>
                  <a:lnTo>
                    <a:pt x="683841" y="637089"/>
                  </a:lnTo>
                  <a:close/>
                  <a:moveTo>
                    <a:pt x="429852" y="592573"/>
                  </a:moveTo>
                  <a:lnTo>
                    <a:pt x="474385" y="622359"/>
                  </a:lnTo>
                  <a:lnTo>
                    <a:pt x="488375" y="574723"/>
                  </a:lnTo>
                  <a:close/>
                  <a:moveTo>
                    <a:pt x="488375" y="574723"/>
                  </a:moveTo>
                  <a:lnTo>
                    <a:pt x="474385" y="622359"/>
                  </a:lnTo>
                  <a:lnTo>
                    <a:pt x="570633" y="668533"/>
                  </a:lnTo>
                  <a:close/>
                  <a:moveTo>
                    <a:pt x="429852" y="592573"/>
                  </a:moveTo>
                  <a:lnTo>
                    <a:pt x="488375" y="574723"/>
                  </a:lnTo>
                  <a:lnTo>
                    <a:pt x="376807" y="510358"/>
                  </a:lnTo>
                  <a:close/>
                  <a:moveTo>
                    <a:pt x="553688" y="482124"/>
                  </a:moveTo>
                  <a:lnTo>
                    <a:pt x="488375" y="574723"/>
                  </a:lnTo>
                  <a:lnTo>
                    <a:pt x="578810" y="561793"/>
                  </a:lnTo>
                  <a:close/>
                  <a:moveTo>
                    <a:pt x="800350" y="703054"/>
                  </a:moveTo>
                  <a:lnTo>
                    <a:pt x="686513" y="642952"/>
                  </a:lnTo>
                  <a:lnTo>
                    <a:pt x="687686" y="633963"/>
                  </a:lnTo>
                  <a:close/>
                  <a:moveTo>
                    <a:pt x="687686" y="633963"/>
                  </a:moveTo>
                  <a:lnTo>
                    <a:pt x="715889" y="636352"/>
                  </a:lnTo>
                  <a:lnTo>
                    <a:pt x="800350" y="703054"/>
                  </a:lnTo>
                  <a:close/>
                  <a:moveTo>
                    <a:pt x="1602929" y="333601"/>
                  </a:moveTo>
                  <a:lnTo>
                    <a:pt x="1538379" y="285081"/>
                  </a:lnTo>
                  <a:lnTo>
                    <a:pt x="1468515" y="324910"/>
                  </a:lnTo>
                  <a:close/>
                  <a:moveTo>
                    <a:pt x="1459019" y="130751"/>
                  </a:moveTo>
                  <a:lnTo>
                    <a:pt x="1507878" y="193423"/>
                  </a:lnTo>
                  <a:lnTo>
                    <a:pt x="1503581" y="202866"/>
                  </a:lnTo>
                  <a:close/>
                  <a:moveTo>
                    <a:pt x="1503581" y="202866"/>
                  </a:moveTo>
                  <a:lnTo>
                    <a:pt x="1507878" y="193423"/>
                  </a:lnTo>
                  <a:lnTo>
                    <a:pt x="1459299" y="241303"/>
                  </a:lnTo>
                  <a:close/>
                  <a:moveTo>
                    <a:pt x="1459430" y="75742"/>
                  </a:moveTo>
                  <a:lnTo>
                    <a:pt x="1459019" y="130751"/>
                  </a:lnTo>
                  <a:lnTo>
                    <a:pt x="1457480" y="120652"/>
                  </a:lnTo>
                  <a:close/>
                  <a:moveTo>
                    <a:pt x="1468531" y="0"/>
                  </a:moveTo>
                  <a:lnTo>
                    <a:pt x="1460877" y="29148"/>
                  </a:lnTo>
                  <a:lnTo>
                    <a:pt x="1457480" y="120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667" name="Candidate_density__1986">
              <a:extLst>
                <a:ext uri="{FF2B5EF4-FFF2-40B4-BE49-F238E27FC236}">
                  <a16:creationId xmlns:a16="http://schemas.microsoft.com/office/drawing/2014/main" id="{E2D0583E-9BF5-043B-D14C-DA4F84B300EF}"/>
                </a:ext>
              </a:extLst>
            </p:cNvPr>
            <p:cNvSpPr>
              <a:spLocks noGrp="1"/>
            </p:cNvSpPr>
            <p:nvPr/>
          </p:nvSpPr>
          <p:spPr>
            <a:xfrm>
              <a:off x="4961343" y="4445178"/>
              <a:ext cx="1590500" cy="581889"/>
            </a:xfrm>
            <a:custGeom>
              <a:avLst/>
              <a:gdLst/>
              <a:ahLst/>
              <a:cxnLst/>
              <a:rect l="0" t="0" r="0" b="0"/>
              <a:pathLst>
                <a:path w="1590500" h="581889">
                  <a:moveTo>
                    <a:pt x="48859" y="543453"/>
                  </a:moveTo>
                  <a:lnTo>
                    <a:pt x="46922" y="581889"/>
                  </a:lnTo>
                  <a:lnTo>
                    <a:pt x="17044" y="463733"/>
                  </a:lnTo>
                  <a:close/>
                  <a:moveTo>
                    <a:pt x="47164" y="539339"/>
                  </a:moveTo>
                  <a:lnTo>
                    <a:pt x="10334" y="461238"/>
                  </a:lnTo>
                  <a:lnTo>
                    <a:pt x="0" y="449489"/>
                  </a:lnTo>
                  <a:close/>
                  <a:moveTo>
                    <a:pt x="47164" y="539339"/>
                  </a:moveTo>
                  <a:lnTo>
                    <a:pt x="48859" y="543453"/>
                  </a:lnTo>
                  <a:lnTo>
                    <a:pt x="104661" y="453095"/>
                  </a:lnTo>
                  <a:close/>
                  <a:moveTo>
                    <a:pt x="31387" y="251889"/>
                  </a:moveTo>
                  <a:lnTo>
                    <a:pt x="115366" y="340586"/>
                  </a:lnTo>
                  <a:lnTo>
                    <a:pt x="36680" y="258371"/>
                  </a:lnTo>
                  <a:close/>
                  <a:moveTo>
                    <a:pt x="583647" y="314092"/>
                  </a:moveTo>
                  <a:lnTo>
                    <a:pt x="646149" y="389707"/>
                  </a:lnTo>
                  <a:lnTo>
                    <a:pt x="606124" y="345928"/>
                  </a:lnTo>
                  <a:close/>
                  <a:moveTo>
                    <a:pt x="446744" y="143061"/>
                  </a:moveTo>
                  <a:lnTo>
                    <a:pt x="399975" y="184690"/>
                  </a:lnTo>
                  <a:lnTo>
                    <a:pt x="450822" y="153264"/>
                  </a:lnTo>
                  <a:close/>
                  <a:moveTo>
                    <a:pt x="412781" y="23506"/>
                  </a:moveTo>
                  <a:lnTo>
                    <a:pt x="409041" y="126639"/>
                  </a:lnTo>
                  <a:lnTo>
                    <a:pt x="446744" y="143061"/>
                  </a:lnTo>
                  <a:close/>
                  <a:moveTo>
                    <a:pt x="1578706" y="38437"/>
                  </a:moveTo>
                  <a:lnTo>
                    <a:pt x="1590500" y="0"/>
                  </a:lnTo>
                  <a:lnTo>
                    <a:pt x="1500062" y="474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668" name="Candidate_density__1987">
              <a:extLst>
                <a:ext uri="{FF2B5EF4-FFF2-40B4-BE49-F238E27FC236}">
                  <a16:creationId xmlns:a16="http://schemas.microsoft.com/office/drawing/2014/main" id="{574DB888-4BB7-9D9B-60DE-CA5FC9AFAB1D}"/>
                </a:ext>
              </a:extLst>
            </p:cNvPr>
            <p:cNvSpPr>
              <a:spLocks noGrp="1"/>
            </p:cNvSpPr>
            <p:nvPr/>
          </p:nvSpPr>
          <p:spPr>
            <a:xfrm>
              <a:off x="4796851" y="4432194"/>
              <a:ext cx="1664554" cy="556436"/>
            </a:xfrm>
            <a:custGeom>
              <a:avLst/>
              <a:gdLst/>
              <a:ahLst/>
              <a:cxnLst/>
              <a:rect l="0" t="0" r="0" b="0"/>
              <a:pathLst>
                <a:path w="1664554" h="556436">
                  <a:moveTo>
                    <a:pt x="264444" y="494064"/>
                  </a:moveTo>
                  <a:lnTo>
                    <a:pt x="213350" y="556436"/>
                  </a:lnTo>
                  <a:lnTo>
                    <a:pt x="181536" y="476717"/>
                  </a:lnTo>
                  <a:close/>
                  <a:moveTo>
                    <a:pt x="123248" y="424012"/>
                  </a:moveTo>
                  <a:lnTo>
                    <a:pt x="181536" y="476717"/>
                  </a:lnTo>
                  <a:lnTo>
                    <a:pt x="79477" y="399005"/>
                  </a:lnTo>
                  <a:close/>
                  <a:moveTo>
                    <a:pt x="61625" y="392006"/>
                  </a:moveTo>
                  <a:lnTo>
                    <a:pt x="79477" y="399005"/>
                  </a:lnTo>
                  <a:lnTo>
                    <a:pt x="100554" y="438621"/>
                  </a:lnTo>
                  <a:close/>
                  <a:moveTo>
                    <a:pt x="185478" y="473513"/>
                  </a:moveTo>
                  <a:lnTo>
                    <a:pt x="174826" y="474221"/>
                  </a:lnTo>
                  <a:lnTo>
                    <a:pt x="211656" y="552323"/>
                  </a:lnTo>
                  <a:close/>
                  <a:moveTo>
                    <a:pt x="269153" y="466079"/>
                  </a:moveTo>
                  <a:lnTo>
                    <a:pt x="213350" y="556436"/>
                  </a:lnTo>
                  <a:lnTo>
                    <a:pt x="264444" y="494064"/>
                  </a:lnTo>
                  <a:close/>
                  <a:moveTo>
                    <a:pt x="185478" y="473513"/>
                  </a:moveTo>
                  <a:lnTo>
                    <a:pt x="211656" y="552323"/>
                  </a:lnTo>
                  <a:lnTo>
                    <a:pt x="269153" y="466079"/>
                  </a:lnTo>
                  <a:close/>
                  <a:moveTo>
                    <a:pt x="125838" y="353570"/>
                  </a:moveTo>
                  <a:lnTo>
                    <a:pt x="0" y="302934"/>
                  </a:lnTo>
                  <a:lnTo>
                    <a:pt x="12925" y="309791"/>
                  </a:lnTo>
                  <a:close/>
                  <a:moveTo>
                    <a:pt x="125838" y="353570"/>
                  </a:moveTo>
                  <a:lnTo>
                    <a:pt x="12925" y="309791"/>
                  </a:lnTo>
                  <a:lnTo>
                    <a:pt x="61625" y="392006"/>
                  </a:lnTo>
                  <a:close/>
                  <a:moveTo>
                    <a:pt x="279858" y="353570"/>
                  </a:moveTo>
                  <a:lnTo>
                    <a:pt x="283640" y="354208"/>
                  </a:lnTo>
                  <a:lnTo>
                    <a:pt x="201172" y="271354"/>
                  </a:lnTo>
                  <a:close/>
                  <a:moveTo>
                    <a:pt x="138677" y="350877"/>
                  </a:moveTo>
                  <a:lnTo>
                    <a:pt x="219263" y="345954"/>
                  </a:lnTo>
                  <a:lnTo>
                    <a:pt x="195879" y="264873"/>
                  </a:lnTo>
                  <a:close/>
                  <a:moveTo>
                    <a:pt x="195879" y="264873"/>
                  </a:moveTo>
                  <a:lnTo>
                    <a:pt x="219263" y="345954"/>
                  </a:lnTo>
                  <a:lnTo>
                    <a:pt x="279858" y="353570"/>
                  </a:lnTo>
                  <a:close/>
                  <a:moveTo>
                    <a:pt x="615313" y="166248"/>
                  </a:moveTo>
                  <a:lnTo>
                    <a:pt x="564467" y="197674"/>
                  </a:lnTo>
                  <a:lnTo>
                    <a:pt x="550000" y="258847"/>
                  </a:lnTo>
                  <a:close/>
                  <a:moveTo>
                    <a:pt x="640435" y="245917"/>
                  </a:moveTo>
                  <a:lnTo>
                    <a:pt x="716448" y="244711"/>
                  </a:lnTo>
                  <a:lnTo>
                    <a:pt x="615313" y="166248"/>
                  </a:lnTo>
                  <a:close/>
                  <a:moveTo>
                    <a:pt x="438432" y="194482"/>
                  </a:moveTo>
                  <a:lnTo>
                    <a:pt x="440206" y="187423"/>
                  </a:lnTo>
                  <a:lnTo>
                    <a:pt x="429722" y="95854"/>
                  </a:lnTo>
                  <a:close/>
                  <a:moveTo>
                    <a:pt x="564467" y="197674"/>
                  </a:moveTo>
                  <a:lnTo>
                    <a:pt x="611236" y="156045"/>
                  </a:lnTo>
                  <a:lnTo>
                    <a:pt x="573533" y="139622"/>
                  </a:lnTo>
                  <a:close/>
                  <a:moveTo>
                    <a:pt x="1530140" y="9034"/>
                  </a:moveTo>
                  <a:lnTo>
                    <a:pt x="1528651" y="8549"/>
                  </a:lnTo>
                  <a:lnTo>
                    <a:pt x="1557040" y="46151"/>
                  </a:lnTo>
                  <a:close/>
                  <a:moveTo>
                    <a:pt x="1528651" y="8549"/>
                  </a:moveTo>
                  <a:lnTo>
                    <a:pt x="1527724" y="0"/>
                  </a:lnTo>
                  <a:lnTo>
                    <a:pt x="1556889" y="46078"/>
                  </a:lnTo>
                  <a:close/>
                  <a:moveTo>
                    <a:pt x="1618610" y="61148"/>
                  </a:moveTo>
                  <a:lnTo>
                    <a:pt x="1664554" y="17725"/>
                  </a:lnTo>
                  <a:lnTo>
                    <a:pt x="1530140" y="903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669" name="Candidate_density__1988">
              <a:extLst>
                <a:ext uri="{FF2B5EF4-FFF2-40B4-BE49-F238E27FC236}">
                  <a16:creationId xmlns:a16="http://schemas.microsoft.com/office/drawing/2014/main" id="{EB4BA82F-C0F6-6A37-0869-32429332A4C1}"/>
                </a:ext>
              </a:extLst>
            </p:cNvPr>
            <p:cNvSpPr>
              <a:spLocks noGrp="1"/>
            </p:cNvSpPr>
            <p:nvPr/>
          </p:nvSpPr>
          <p:spPr>
            <a:xfrm>
              <a:off x="5156170" y="4198532"/>
              <a:ext cx="1240686" cy="749183"/>
            </a:xfrm>
            <a:custGeom>
              <a:avLst/>
              <a:gdLst/>
              <a:ahLst/>
              <a:cxnLst/>
              <a:rect l="0" t="0" r="0" b="0"/>
              <a:pathLst>
                <a:path w="1240686" h="749183">
                  <a:moveTo>
                    <a:pt x="64376" y="614076"/>
                  </a:moveTo>
                  <a:lnTo>
                    <a:pt x="0" y="669446"/>
                  </a:lnTo>
                  <a:lnTo>
                    <a:pt x="52216" y="631010"/>
                  </a:lnTo>
                  <a:close/>
                  <a:moveTo>
                    <a:pt x="64376" y="614076"/>
                  </a:moveTo>
                  <a:lnTo>
                    <a:pt x="6262" y="612000"/>
                  </a:lnTo>
                  <a:lnTo>
                    <a:pt x="0" y="669446"/>
                  </a:lnTo>
                  <a:close/>
                  <a:moveTo>
                    <a:pt x="52656" y="669446"/>
                  </a:moveTo>
                  <a:lnTo>
                    <a:pt x="46665" y="749183"/>
                  </a:lnTo>
                  <a:lnTo>
                    <a:pt x="40285" y="739205"/>
                  </a:lnTo>
                  <a:close/>
                  <a:moveTo>
                    <a:pt x="272939" y="586318"/>
                  </a:moveTo>
                  <a:lnTo>
                    <a:pt x="176691" y="540144"/>
                  </a:lnTo>
                  <a:lnTo>
                    <a:pt x="258143" y="592573"/>
                  </a:lnTo>
                  <a:close/>
                  <a:moveTo>
                    <a:pt x="281116" y="479578"/>
                  </a:moveTo>
                  <a:lnTo>
                    <a:pt x="190681" y="492508"/>
                  </a:lnTo>
                  <a:lnTo>
                    <a:pt x="272939" y="586318"/>
                  </a:lnTo>
                  <a:close/>
                  <a:moveTo>
                    <a:pt x="272939" y="586318"/>
                  </a:moveTo>
                  <a:lnTo>
                    <a:pt x="386147" y="554875"/>
                  </a:lnTo>
                  <a:lnTo>
                    <a:pt x="357130" y="478373"/>
                  </a:lnTo>
                  <a:close/>
                  <a:moveTo>
                    <a:pt x="272939" y="586318"/>
                  </a:moveTo>
                  <a:lnTo>
                    <a:pt x="357130" y="478373"/>
                  </a:lnTo>
                  <a:lnTo>
                    <a:pt x="281116" y="479578"/>
                  </a:lnTo>
                  <a:close/>
                  <a:moveTo>
                    <a:pt x="388820" y="560738"/>
                  </a:moveTo>
                  <a:lnTo>
                    <a:pt x="395898" y="515701"/>
                  </a:lnTo>
                  <a:lnTo>
                    <a:pt x="389993" y="551748"/>
                  </a:lnTo>
                  <a:close/>
                  <a:moveTo>
                    <a:pt x="418195" y="554137"/>
                  </a:moveTo>
                  <a:lnTo>
                    <a:pt x="389993" y="551748"/>
                  </a:lnTo>
                  <a:lnTo>
                    <a:pt x="369516" y="468303"/>
                  </a:lnTo>
                  <a:close/>
                  <a:moveTo>
                    <a:pt x="369516" y="468303"/>
                  </a:moveTo>
                  <a:lnTo>
                    <a:pt x="389993" y="551748"/>
                  </a:lnTo>
                  <a:lnTo>
                    <a:pt x="324975" y="443922"/>
                  </a:lnTo>
                  <a:close/>
                  <a:moveTo>
                    <a:pt x="799981" y="337762"/>
                  </a:moveTo>
                  <a:lnTo>
                    <a:pt x="752432" y="356612"/>
                  </a:lnTo>
                  <a:lnTo>
                    <a:pt x="817229" y="346688"/>
                  </a:lnTo>
                  <a:close/>
                  <a:moveTo>
                    <a:pt x="1170821" y="242695"/>
                  </a:moveTo>
                  <a:lnTo>
                    <a:pt x="1168118" y="241303"/>
                  </a:lnTo>
                  <a:lnTo>
                    <a:pt x="1169333" y="242211"/>
                  </a:lnTo>
                  <a:close/>
                  <a:moveTo>
                    <a:pt x="1168405" y="233662"/>
                  </a:moveTo>
                  <a:lnTo>
                    <a:pt x="1169333" y="242211"/>
                  </a:lnTo>
                  <a:lnTo>
                    <a:pt x="1168118" y="241303"/>
                  </a:lnTo>
                  <a:close/>
                  <a:moveTo>
                    <a:pt x="1168118" y="241303"/>
                  </a:moveTo>
                  <a:lnTo>
                    <a:pt x="1170821" y="242695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68118" y="241303"/>
                  </a:lnTo>
                  <a:lnTo>
                    <a:pt x="1171474" y="240469"/>
                  </a:lnTo>
                  <a:close/>
                  <a:moveTo>
                    <a:pt x="1170821" y="242695"/>
                  </a:moveTo>
                  <a:lnTo>
                    <a:pt x="1240686" y="202867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71474" y="240469"/>
                  </a:lnTo>
                  <a:lnTo>
                    <a:pt x="1161605" y="159088"/>
                  </a:lnTo>
                  <a:close/>
                  <a:moveTo>
                    <a:pt x="1161605" y="159088"/>
                  </a:moveTo>
                  <a:lnTo>
                    <a:pt x="1171474" y="240469"/>
                  </a:lnTo>
                  <a:lnTo>
                    <a:pt x="1240686" y="202867"/>
                  </a:lnTo>
                  <a:close/>
                  <a:moveTo>
                    <a:pt x="1161605" y="159088"/>
                  </a:moveTo>
                  <a:lnTo>
                    <a:pt x="1240686" y="202867"/>
                  </a:lnTo>
                  <a:lnTo>
                    <a:pt x="1205887" y="120651"/>
                  </a:lnTo>
                  <a:close/>
                  <a:moveTo>
                    <a:pt x="1205887" y="120651"/>
                  </a:moveTo>
                  <a:lnTo>
                    <a:pt x="1184105" y="77158"/>
                  </a:lnTo>
                  <a:lnTo>
                    <a:pt x="1161325" y="48536"/>
                  </a:lnTo>
                  <a:close/>
                  <a:moveTo>
                    <a:pt x="1159786" y="38437"/>
                  </a:moveTo>
                  <a:lnTo>
                    <a:pt x="1161325" y="48536"/>
                  </a:lnTo>
                  <a:lnTo>
                    <a:pt x="1184105" y="77158"/>
                  </a:lnTo>
                  <a:close/>
                  <a:moveTo>
                    <a:pt x="1205555" y="0"/>
                  </a:moveTo>
                  <a:lnTo>
                    <a:pt x="1159786" y="38437"/>
                  </a:lnTo>
                  <a:lnTo>
                    <a:pt x="1184105" y="77158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670" name="Candidate_density__1989">
              <a:extLst>
                <a:ext uri="{FF2B5EF4-FFF2-40B4-BE49-F238E27FC236}">
                  <a16:creationId xmlns:a16="http://schemas.microsoft.com/office/drawing/2014/main" id="{254D04C9-40AC-20DC-E073-938006DE6638}"/>
                </a:ext>
              </a:extLst>
            </p:cNvPr>
            <p:cNvSpPr>
              <a:spLocks noGrp="1"/>
            </p:cNvSpPr>
            <p:nvPr/>
          </p:nvSpPr>
          <p:spPr>
            <a:xfrm>
              <a:off x="5017871" y="3960278"/>
              <a:ext cx="1533972" cy="1028946"/>
            </a:xfrm>
            <a:custGeom>
              <a:avLst/>
              <a:gdLst/>
              <a:ahLst/>
              <a:cxnLst/>
              <a:rect l="0" t="0" r="0" b="0"/>
              <a:pathLst>
                <a:path w="1533972" h="1028946">
                  <a:moveTo>
                    <a:pt x="534314" y="985291"/>
                  </a:moveTo>
                  <a:lnTo>
                    <a:pt x="456534" y="1028946"/>
                  </a:lnTo>
                  <a:lnTo>
                    <a:pt x="526593" y="1012226"/>
                  </a:lnTo>
                  <a:close/>
                  <a:moveTo>
                    <a:pt x="534314" y="985291"/>
                  </a:moveTo>
                  <a:lnTo>
                    <a:pt x="467175" y="979281"/>
                  </a:lnTo>
                  <a:lnTo>
                    <a:pt x="456534" y="1028946"/>
                  </a:lnTo>
                  <a:close/>
                  <a:moveTo>
                    <a:pt x="534314" y="985291"/>
                  </a:moveTo>
                  <a:lnTo>
                    <a:pt x="526593" y="1012226"/>
                  </a:lnTo>
                  <a:lnTo>
                    <a:pt x="537169" y="995257"/>
                  </a:lnTo>
                  <a:close/>
                  <a:moveTo>
                    <a:pt x="537169" y="995257"/>
                  </a:moveTo>
                  <a:lnTo>
                    <a:pt x="554726" y="902209"/>
                  </a:lnTo>
                  <a:lnTo>
                    <a:pt x="534314" y="985291"/>
                  </a:lnTo>
                  <a:close/>
                  <a:moveTo>
                    <a:pt x="589622" y="874606"/>
                  </a:moveTo>
                  <a:lnTo>
                    <a:pt x="527119" y="798991"/>
                  </a:lnTo>
                  <a:lnTo>
                    <a:pt x="640956" y="859092"/>
                  </a:lnTo>
                  <a:close/>
                  <a:moveTo>
                    <a:pt x="31443" y="216885"/>
                  </a:moveTo>
                  <a:lnTo>
                    <a:pt x="26660" y="194214"/>
                  </a:lnTo>
                  <a:lnTo>
                    <a:pt x="0" y="221469"/>
                  </a:lnTo>
                  <a:close/>
                  <a:moveTo>
                    <a:pt x="1466072" y="510448"/>
                  </a:moveTo>
                  <a:lnTo>
                    <a:pt x="1443535" y="489640"/>
                  </a:lnTo>
                  <a:lnTo>
                    <a:pt x="1397591" y="533063"/>
                  </a:lnTo>
                  <a:close/>
                  <a:moveTo>
                    <a:pt x="1533972" y="484899"/>
                  </a:moveTo>
                  <a:lnTo>
                    <a:pt x="1522178" y="523336"/>
                  </a:lnTo>
                  <a:lnTo>
                    <a:pt x="1527931" y="526527"/>
                  </a:lnTo>
                  <a:close/>
                  <a:moveTo>
                    <a:pt x="1487622" y="238254"/>
                  </a:moveTo>
                  <a:lnTo>
                    <a:pt x="1500566" y="199817"/>
                  </a:lnTo>
                  <a:lnTo>
                    <a:pt x="1511741" y="320469"/>
                  </a:lnTo>
                  <a:close/>
                  <a:moveTo>
                    <a:pt x="1480684" y="0"/>
                  </a:moveTo>
                  <a:lnTo>
                    <a:pt x="1501550" y="117602"/>
                  </a:lnTo>
                  <a:lnTo>
                    <a:pt x="1481738" y="3538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671" name="Candidate_density__1990">
              <a:extLst>
                <a:ext uri="{FF2B5EF4-FFF2-40B4-BE49-F238E27FC236}">
                  <a16:creationId xmlns:a16="http://schemas.microsoft.com/office/drawing/2014/main" id="{BD1B59CD-43A3-40B8-30FA-2CAE5CDBAFAA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3407"/>
              <a:ext cx="130677" cy="37699"/>
            </a:xfrm>
            <a:custGeom>
              <a:avLst/>
              <a:gdLst/>
              <a:ahLst/>
              <a:cxnLst/>
              <a:rect l="0" t="0" r="0" b="0"/>
              <a:pathLst>
                <a:path w="130677" h="37699">
                  <a:moveTo>
                    <a:pt x="0" y="37699"/>
                  </a:moveTo>
                  <a:lnTo>
                    <a:pt x="63970" y="35117"/>
                  </a:lnTo>
                  <a:lnTo>
                    <a:pt x="14797" y="31443"/>
                  </a:lnTo>
                  <a:close/>
                  <a:moveTo>
                    <a:pt x="128004" y="0"/>
                  </a:moveTo>
                  <a:lnTo>
                    <a:pt x="14797" y="31443"/>
                  </a:lnTo>
                  <a:lnTo>
                    <a:pt x="130677" y="5863"/>
                  </a:lnTo>
                  <a:close/>
                  <a:moveTo>
                    <a:pt x="14797" y="31443"/>
                  </a:moveTo>
                  <a:lnTo>
                    <a:pt x="63970" y="35117"/>
                  </a:lnTo>
                  <a:lnTo>
                    <a:pt x="130677" y="5863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672" name="Candidate_density__1991">
              <a:extLst>
                <a:ext uri="{FF2B5EF4-FFF2-40B4-BE49-F238E27FC236}">
                  <a16:creationId xmlns:a16="http://schemas.microsoft.com/office/drawing/2014/main" id="{1666EAAB-8D72-E42A-EA05-5FE42CA8F0A9}"/>
                </a:ext>
              </a:extLst>
            </p:cNvPr>
            <p:cNvSpPr>
              <a:spLocks noGrp="1"/>
            </p:cNvSpPr>
            <p:nvPr/>
          </p:nvSpPr>
          <p:spPr>
            <a:xfrm>
              <a:off x="4707195" y="3667619"/>
              <a:ext cx="1896209" cy="1678360"/>
            </a:xfrm>
            <a:custGeom>
              <a:avLst/>
              <a:gdLst/>
              <a:ahLst/>
              <a:cxnLst/>
              <a:rect l="0" t="0" r="0" b="0"/>
              <a:pathLst>
                <a:path w="1896209" h="1678360">
                  <a:moveTo>
                    <a:pt x="328718" y="1649872"/>
                  </a:moveTo>
                  <a:lnTo>
                    <a:pt x="326945" y="1650969"/>
                  </a:lnTo>
                  <a:lnTo>
                    <a:pt x="349169" y="1678360"/>
                  </a:lnTo>
                  <a:close/>
                  <a:moveTo>
                    <a:pt x="0" y="979715"/>
                  </a:moveTo>
                  <a:lnTo>
                    <a:pt x="70889" y="1035930"/>
                  </a:lnTo>
                  <a:lnTo>
                    <a:pt x="50544" y="1023119"/>
                  </a:lnTo>
                  <a:close/>
                  <a:moveTo>
                    <a:pt x="554267" y="1611436"/>
                  </a:moveTo>
                  <a:lnTo>
                    <a:pt x="573244" y="1517283"/>
                  </a:lnTo>
                  <a:lnTo>
                    <a:pt x="539479" y="1490784"/>
                  </a:lnTo>
                  <a:close/>
                  <a:moveTo>
                    <a:pt x="573244" y="1517283"/>
                  </a:moveTo>
                  <a:lnTo>
                    <a:pt x="623762" y="1529220"/>
                  </a:lnTo>
                  <a:lnTo>
                    <a:pt x="591835" y="1438428"/>
                  </a:lnTo>
                  <a:close/>
                  <a:moveTo>
                    <a:pt x="244292" y="1002385"/>
                  </a:moveTo>
                  <a:lnTo>
                    <a:pt x="227183" y="997493"/>
                  </a:lnTo>
                  <a:lnTo>
                    <a:pt x="184505" y="1030119"/>
                  </a:lnTo>
                  <a:close/>
                  <a:moveTo>
                    <a:pt x="228333" y="1115452"/>
                  </a:moveTo>
                  <a:lnTo>
                    <a:pt x="285535" y="1029448"/>
                  </a:lnTo>
                  <a:lnTo>
                    <a:pt x="244292" y="1002385"/>
                  </a:lnTo>
                  <a:close/>
                  <a:moveTo>
                    <a:pt x="244292" y="1002385"/>
                  </a:moveTo>
                  <a:lnTo>
                    <a:pt x="185352" y="969831"/>
                  </a:lnTo>
                  <a:lnTo>
                    <a:pt x="227183" y="997493"/>
                  </a:lnTo>
                  <a:close/>
                  <a:moveTo>
                    <a:pt x="725066" y="1408569"/>
                  </a:moveTo>
                  <a:lnTo>
                    <a:pt x="727250" y="1370132"/>
                  </a:lnTo>
                  <a:lnTo>
                    <a:pt x="709506" y="1384520"/>
                  </a:lnTo>
                  <a:close/>
                  <a:moveTo>
                    <a:pt x="777850" y="1271941"/>
                  </a:moveTo>
                  <a:lnTo>
                    <a:pt x="727250" y="1370132"/>
                  </a:lnTo>
                  <a:lnTo>
                    <a:pt x="767209" y="1321606"/>
                  </a:lnTo>
                  <a:close/>
                  <a:moveTo>
                    <a:pt x="777850" y="1271941"/>
                  </a:moveTo>
                  <a:lnTo>
                    <a:pt x="844989" y="1277950"/>
                  </a:lnTo>
                  <a:lnTo>
                    <a:pt x="798707" y="1224167"/>
                  </a:lnTo>
                  <a:close/>
                  <a:moveTo>
                    <a:pt x="844989" y="1277950"/>
                  </a:moveTo>
                  <a:lnTo>
                    <a:pt x="865402" y="1194869"/>
                  </a:lnTo>
                  <a:lnTo>
                    <a:pt x="798707" y="1224167"/>
                  </a:lnTo>
                  <a:close/>
                  <a:moveTo>
                    <a:pt x="865402" y="1194869"/>
                  </a:moveTo>
                  <a:lnTo>
                    <a:pt x="918389" y="1177777"/>
                  </a:lnTo>
                  <a:lnTo>
                    <a:pt x="798707" y="1224167"/>
                  </a:lnTo>
                  <a:close/>
                  <a:moveTo>
                    <a:pt x="666929" y="801065"/>
                  </a:moveTo>
                  <a:lnTo>
                    <a:pt x="602257" y="831787"/>
                  </a:lnTo>
                  <a:lnTo>
                    <a:pt x="581950" y="909651"/>
                  </a:lnTo>
                  <a:close/>
                  <a:moveTo>
                    <a:pt x="666929" y="801065"/>
                  </a:moveTo>
                  <a:lnTo>
                    <a:pt x="581950" y="909651"/>
                  </a:lnTo>
                  <a:lnTo>
                    <a:pt x="663189" y="904198"/>
                  </a:lnTo>
                  <a:close/>
                  <a:moveTo>
                    <a:pt x="505593" y="838405"/>
                  </a:moveTo>
                  <a:lnTo>
                    <a:pt x="506308" y="810463"/>
                  </a:lnTo>
                  <a:lnTo>
                    <a:pt x="461556" y="746753"/>
                  </a:lnTo>
                  <a:close/>
                  <a:moveTo>
                    <a:pt x="295922" y="509545"/>
                  </a:moveTo>
                  <a:lnTo>
                    <a:pt x="310676" y="514129"/>
                  </a:lnTo>
                  <a:lnTo>
                    <a:pt x="337335" y="486874"/>
                  </a:lnTo>
                  <a:close/>
                  <a:moveTo>
                    <a:pt x="307143" y="500919"/>
                  </a:moveTo>
                  <a:lnTo>
                    <a:pt x="295922" y="509545"/>
                  </a:lnTo>
                  <a:lnTo>
                    <a:pt x="337335" y="486874"/>
                  </a:lnTo>
                  <a:close/>
                  <a:moveTo>
                    <a:pt x="935264" y="1104466"/>
                  </a:moveTo>
                  <a:lnTo>
                    <a:pt x="918389" y="1177777"/>
                  </a:lnTo>
                  <a:lnTo>
                    <a:pt x="1006372" y="1107249"/>
                  </a:lnTo>
                  <a:close/>
                  <a:moveTo>
                    <a:pt x="1006372" y="1107249"/>
                  </a:moveTo>
                  <a:lnTo>
                    <a:pt x="1019979" y="1063746"/>
                  </a:lnTo>
                  <a:lnTo>
                    <a:pt x="946711" y="1068465"/>
                  </a:lnTo>
                  <a:close/>
                  <a:moveTo>
                    <a:pt x="1883807" y="739122"/>
                  </a:moveTo>
                  <a:lnTo>
                    <a:pt x="1844648" y="777559"/>
                  </a:lnTo>
                  <a:lnTo>
                    <a:pt x="1896209" y="819349"/>
                  </a:lnTo>
                  <a:close/>
                  <a:moveTo>
                    <a:pt x="1791359" y="292660"/>
                  </a:moveTo>
                  <a:lnTo>
                    <a:pt x="1802459" y="383728"/>
                  </a:lnTo>
                  <a:lnTo>
                    <a:pt x="1812225" y="410262"/>
                  </a:lnTo>
                  <a:close/>
                  <a:moveTo>
                    <a:pt x="1802599" y="183430"/>
                  </a:moveTo>
                  <a:lnTo>
                    <a:pt x="1800739" y="95454"/>
                  </a:lnTo>
                  <a:lnTo>
                    <a:pt x="1735076" y="128608"/>
                  </a:lnTo>
                  <a:close/>
                  <a:moveTo>
                    <a:pt x="1801289" y="84403"/>
                  </a:moveTo>
                  <a:lnTo>
                    <a:pt x="1735076" y="128608"/>
                  </a:lnTo>
                  <a:lnTo>
                    <a:pt x="1800739" y="95454"/>
                  </a:lnTo>
                  <a:close/>
                  <a:moveTo>
                    <a:pt x="1740554" y="73187"/>
                  </a:moveTo>
                  <a:lnTo>
                    <a:pt x="1801289" y="84403"/>
                  </a:lnTo>
                  <a:lnTo>
                    <a:pt x="178199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673" name="Candidate_density__1992">
              <a:extLst>
                <a:ext uri="{FF2B5EF4-FFF2-40B4-BE49-F238E27FC236}">
                  <a16:creationId xmlns:a16="http://schemas.microsoft.com/office/drawing/2014/main" id="{D94F8007-1CD3-C811-D3D6-39BE0C6A8611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98192"/>
              <a:ext cx="1779771" cy="1620396"/>
            </a:xfrm>
            <a:custGeom>
              <a:avLst/>
              <a:gdLst/>
              <a:ahLst/>
              <a:cxnLst/>
              <a:rect l="0" t="0" r="0" b="0"/>
              <a:pathLst>
                <a:path w="1779771" h="1620396">
                  <a:moveTo>
                    <a:pt x="227363" y="1575521"/>
                  </a:moveTo>
                  <a:lnTo>
                    <a:pt x="256056" y="1620396"/>
                  </a:lnTo>
                  <a:lnTo>
                    <a:pt x="257829" y="1619299"/>
                  </a:lnTo>
                  <a:close/>
                  <a:moveTo>
                    <a:pt x="174833" y="1471111"/>
                  </a:moveTo>
                  <a:lnTo>
                    <a:pt x="224702" y="1503168"/>
                  </a:lnTo>
                  <a:lnTo>
                    <a:pt x="221429" y="1537084"/>
                  </a:lnTo>
                  <a:close/>
                  <a:moveTo>
                    <a:pt x="171896" y="1454869"/>
                  </a:moveTo>
                  <a:lnTo>
                    <a:pt x="159204" y="1383725"/>
                  </a:lnTo>
                  <a:lnTo>
                    <a:pt x="174833" y="1471111"/>
                  </a:lnTo>
                  <a:close/>
                  <a:moveTo>
                    <a:pt x="183259" y="1196475"/>
                  </a:moveTo>
                  <a:lnTo>
                    <a:pt x="193593" y="1208224"/>
                  </a:lnTo>
                  <a:lnTo>
                    <a:pt x="134290" y="1228590"/>
                  </a:lnTo>
                  <a:close/>
                  <a:moveTo>
                    <a:pt x="71196" y="1056148"/>
                  </a:moveTo>
                  <a:lnTo>
                    <a:pt x="18767" y="1036937"/>
                  </a:lnTo>
                  <a:lnTo>
                    <a:pt x="144605" y="1087572"/>
                  </a:lnTo>
                  <a:close/>
                  <a:moveTo>
                    <a:pt x="0" y="1005357"/>
                  </a:moveTo>
                  <a:lnTo>
                    <a:pt x="18767" y="1036937"/>
                  </a:lnTo>
                  <a:lnTo>
                    <a:pt x="71196" y="1056148"/>
                  </a:lnTo>
                  <a:close/>
                  <a:moveTo>
                    <a:pt x="397202" y="1439057"/>
                  </a:moveTo>
                  <a:lnTo>
                    <a:pt x="372827" y="1416432"/>
                  </a:lnTo>
                  <a:lnTo>
                    <a:pt x="458114" y="1451593"/>
                  </a:lnTo>
                  <a:close/>
                  <a:moveTo>
                    <a:pt x="397202" y="1439057"/>
                  </a:moveTo>
                  <a:lnTo>
                    <a:pt x="458114" y="1451593"/>
                  </a:lnTo>
                  <a:lnTo>
                    <a:pt x="502355" y="1486710"/>
                  </a:lnTo>
                  <a:close/>
                  <a:moveTo>
                    <a:pt x="502355" y="1486710"/>
                  </a:moveTo>
                  <a:lnTo>
                    <a:pt x="520946" y="1407854"/>
                  </a:lnTo>
                  <a:lnTo>
                    <a:pt x="486751" y="1377996"/>
                  </a:lnTo>
                  <a:close/>
                  <a:moveTo>
                    <a:pt x="71196" y="1056148"/>
                  </a:moveTo>
                  <a:lnTo>
                    <a:pt x="144605" y="1087572"/>
                  </a:lnTo>
                  <a:lnTo>
                    <a:pt x="113616" y="999546"/>
                  </a:lnTo>
                  <a:close/>
                  <a:moveTo>
                    <a:pt x="113616" y="999546"/>
                  </a:moveTo>
                  <a:lnTo>
                    <a:pt x="144605" y="1087572"/>
                  </a:lnTo>
                  <a:lnTo>
                    <a:pt x="173403" y="971812"/>
                  </a:lnTo>
                  <a:close/>
                  <a:moveTo>
                    <a:pt x="173403" y="971812"/>
                  </a:moveTo>
                  <a:lnTo>
                    <a:pt x="144605" y="1087572"/>
                  </a:lnTo>
                  <a:lnTo>
                    <a:pt x="157444" y="1084879"/>
                  </a:lnTo>
                  <a:close/>
                  <a:moveTo>
                    <a:pt x="238030" y="1079956"/>
                  </a:moveTo>
                  <a:lnTo>
                    <a:pt x="157494" y="1100142"/>
                  </a:lnTo>
                  <a:lnTo>
                    <a:pt x="233108" y="1104194"/>
                  </a:lnTo>
                  <a:close/>
                  <a:moveTo>
                    <a:pt x="638617" y="1353947"/>
                  </a:moveTo>
                  <a:lnTo>
                    <a:pt x="607246" y="1339559"/>
                  </a:lnTo>
                  <a:lnTo>
                    <a:pt x="520946" y="1407854"/>
                  </a:lnTo>
                  <a:close/>
                  <a:moveTo>
                    <a:pt x="604886" y="1443033"/>
                  </a:moveTo>
                  <a:lnTo>
                    <a:pt x="638617" y="1353947"/>
                  </a:lnTo>
                  <a:lnTo>
                    <a:pt x="520946" y="1407854"/>
                  </a:lnTo>
                  <a:close/>
                  <a:moveTo>
                    <a:pt x="463929" y="1257344"/>
                  </a:moveTo>
                  <a:lnTo>
                    <a:pt x="396907" y="1211568"/>
                  </a:lnTo>
                  <a:lnTo>
                    <a:pt x="400942" y="1213566"/>
                  </a:lnTo>
                  <a:close/>
                  <a:moveTo>
                    <a:pt x="641120" y="1334396"/>
                  </a:moveTo>
                  <a:lnTo>
                    <a:pt x="638617" y="1353947"/>
                  </a:lnTo>
                  <a:lnTo>
                    <a:pt x="656361" y="1339559"/>
                  </a:lnTo>
                  <a:close/>
                  <a:moveTo>
                    <a:pt x="641120" y="1334396"/>
                  </a:moveTo>
                  <a:lnTo>
                    <a:pt x="656361" y="1339559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641120" y="1334396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593345" y="1184681"/>
                  </a:lnTo>
                  <a:lnTo>
                    <a:pt x="571631" y="1230206"/>
                  </a:lnTo>
                  <a:close/>
                  <a:moveTo>
                    <a:pt x="706961" y="1241368"/>
                  </a:moveTo>
                  <a:lnTo>
                    <a:pt x="727818" y="1193594"/>
                  </a:lnTo>
                  <a:lnTo>
                    <a:pt x="639111" y="1235937"/>
                  </a:lnTo>
                  <a:close/>
                  <a:moveTo>
                    <a:pt x="639111" y="1235937"/>
                  </a:moveTo>
                  <a:lnTo>
                    <a:pt x="727818" y="1193594"/>
                  </a:lnTo>
                  <a:lnTo>
                    <a:pt x="599651" y="1175130"/>
                  </a:lnTo>
                  <a:close/>
                  <a:moveTo>
                    <a:pt x="599651" y="1175130"/>
                  </a:moveTo>
                  <a:lnTo>
                    <a:pt x="593345" y="1184681"/>
                  </a:lnTo>
                  <a:lnTo>
                    <a:pt x="639111" y="1235937"/>
                  </a:lnTo>
                  <a:close/>
                  <a:moveTo>
                    <a:pt x="479207" y="890047"/>
                  </a:moveTo>
                  <a:lnTo>
                    <a:pt x="434704" y="807832"/>
                  </a:lnTo>
                  <a:lnTo>
                    <a:pt x="448489" y="829856"/>
                  </a:lnTo>
                  <a:close/>
                  <a:moveTo>
                    <a:pt x="847500" y="1147204"/>
                  </a:moveTo>
                  <a:lnTo>
                    <a:pt x="782759" y="1098256"/>
                  </a:lnTo>
                  <a:lnTo>
                    <a:pt x="727818" y="1193594"/>
                  </a:lnTo>
                  <a:close/>
                  <a:moveTo>
                    <a:pt x="434704" y="807832"/>
                  </a:moveTo>
                  <a:lnTo>
                    <a:pt x="511061" y="879078"/>
                  </a:lnTo>
                  <a:lnTo>
                    <a:pt x="450589" y="777853"/>
                  </a:lnTo>
                  <a:close/>
                  <a:moveTo>
                    <a:pt x="864375" y="1073893"/>
                  </a:moveTo>
                  <a:lnTo>
                    <a:pt x="935483" y="1076676"/>
                  </a:lnTo>
                  <a:lnTo>
                    <a:pt x="875822" y="1037892"/>
                  </a:lnTo>
                  <a:close/>
                  <a:moveTo>
                    <a:pt x="773984" y="1016041"/>
                  </a:moveTo>
                  <a:lnTo>
                    <a:pt x="816260" y="977605"/>
                  </a:lnTo>
                  <a:lnTo>
                    <a:pt x="721035" y="953031"/>
                  </a:lnTo>
                  <a:close/>
                  <a:moveTo>
                    <a:pt x="779439" y="956193"/>
                  </a:moveTo>
                  <a:lnTo>
                    <a:pt x="695852" y="933826"/>
                  </a:lnTo>
                  <a:lnTo>
                    <a:pt x="721035" y="953031"/>
                  </a:lnTo>
                  <a:close/>
                  <a:moveTo>
                    <a:pt x="1773759" y="746986"/>
                  </a:moveTo>
                  <a:lnTo>
                    <a:pt x="1725972" y="695987"/>
                  </a:lnTo>
                  <a:lnTo>
                    <a:pt x="1683321" y="751727"/>
                  </a:lnTo>
                  <a:close/>
                  <a:moveTo>
                    <a:pt x="1751528" y="582556"/>
                  </a:moveTo>
                  <a:lnTo>
                    <a:pt x="1740145" y="546368"/>
                  </a:lnTo>
                  <a:lnTo>
                    <a:pt x="1779771" y="618477"/>
                  </a:lnTo>
                  <a:close/>
                  <a:moveTo>
                    <a:pt x="1740353" y="461904"/>
                  </a:moveTo>
                  <a:lnTo>
                    <a:pt x="1738660" y="528225"/>
                  </a:lnTo>
                  <a:lnTo>
                    <a:pt x="1751528" y="582556"/>
                  </a:lnTo>
                  <a:close/>
                  <a:moveTo>
                    <a:pt x="1629294" y="375712"/>
                  </a:moveTo>
                  <a:lnTo>
                    <a:pt x="1755938" y="377619"/>
                  </a:lnTo>
                  <a:lnTo>
                    <a:pt x="1731570" y="353155"/>
                  </a:lnTo>
                  <a:close/>
                  <a:moveTo>
                    <a:pt x="1629294" y="375712"/>
                  </a:moveTo>
                  <a:lnTo>
                    <a:pt x="1731570" y="353155"/>
                  </a:lnTo>
                  <a:lnTo>
                    <a:pt x="1720470" y="262087"/>
                  </a:lnTo>
                  <a:close/>
                  <a:moveTo>
                    <a:pt x="1720470" y="262087"/>
                  </a:moveTo>
                  <a:lnTo>
                    <a:pt x="1721022" y="247076"/>
                  </a:lnTo>
                  <a:lnTo>
                    <a:pt x="1645502" y="243379"/>
                  </a:lnTo>
                  <a:close/>
                  <a:moveTo>
                    <a:pt x="1529978" y="133044"/>
                  </a:moveTo>
                  <a:lnTo>
                    <a:pt x="1542042" y="215259"/>
                  </a:lnTo>
                  <a:lnTo>
                    <a:pt x="1585658" y="176822"/>
                  </a:lnTo>
                  <a:close/>
                  <a:moveTo>
                    <a:pt x="1505877" y="0"/>
                  </a:moveTo>
                  <a:lnTo>
                    <a:pt x="1547715" y="41665"/>
                  </a:lnTo>
                  <a:lnTo>
                    <a:pt x="1506403" y="14658"/>
                  </a:lnTo>
                  <a:close/>
                  <a:moveTo>
                    <a:pt x="1731710" y="152857"/>
                  </a:moveTo>
                  <a:lnTo>
                    <a:pt x="1645502" y="243379"/>
                  </a:lnTo>
                  <a:lnTo>
                    <a:pt x="1721022" y="24707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674" name="Candidate_density__1993">
              <a:extLst>
                <a:ext uri="{FF2B5EF4-FFF2-40B4-BE49-F238E27FC236}">
                  <a16:creationId xmlns:a16="http://schemas.microsoft.com/office/drawing/2014/main" id="{A2CBDDC7-6540-D5B8-FB0F-473D2E08201E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523378"/>
              <a:ext cx="1802002" cy="1794112"/>
            </a:xfrm>
            <a:custGeom>
              <a:avLst/>
              <a:gdLst/>
              <a:ahLst/>
              <a:cxnLst/>
              <a:rect l="0" t="0" r="0" b="0"/>
              <a:pathLst>
                <a:path w="1802002" h="1794112">
                  <a:moveTo>
                    <a:pt x="210513" y="1711897"/>
                  </a:moveTo>
                  <a:lnTo>
                    <a:pt x="216447" y="1750334"/>
                  </a:lnTo>
                  <a:lnTo>
                    <a:pt x="246913" y="1794112"/>
                  </a:lnTo>
                  <a:close/>
                  <a:moveTo>
                    <a:pt x="160980" y="1629683"/>
                  </a:moveTo>
                  <a:lnTo>
                    <a:pt x="163917" y="1645925"/>
                  </a:lnTo>
                  <a:lnTo>
                    <a:pt x="201755" y="1696453"/>
                  </a:lnTo>
                  <a:close/>
                  <a:moveTo>
                    <a:pt x="114862" y="1465252"/>
                  </a:moveTo>
                  <a:lnTo>
                    <a:pt x="150565" y="1547467"/>
                  </a:lnTo>
                  <a:lnTo>
                    <a:pt x="154688" y="1509031"/>
                  </a:lnTo>
                  <a:close/>
                  <a:moveTo>
                    <a:pt x="133689" y="1262386"/>
                  </a:moveTo>
                  <a:lnTo>
                    <a:pt x="108405" y="1347437"/>
                  </a:lnTo>
                  <a:lnTo>
                    <a:pt x="146578" y="1274956"/>
                  </a:lnTo>
                  <a:close/>
                  <a:moveTo>
                    <a:pt x="418008" y="1591246"/>
                  </a:moveTo>
                  <a:lnTo>
                    <a:pt x="386287" y="1613871"/>
                  </a:lnTo>
                  <a:lnTo>
                    <a:pt x="491439" y="1661524"/>
                  </a:lnTo>
                  <a:close/>
                  <a:moveTo>
                    <a:pt x="475835" y="1552809"/>
                  </a:moveTo>
                  <a:lnTo>
                    <a:pt x="418008" y="1591246"/>
                  </a:lnTo>
                  <a:lnTo>
                    <a:pt x="491439" y="1661524"/>
                  </a:lnTo>
                  <a:close/>
                  <a:moveTo>
                    <a:pt x="403101" y="1470594"/>
                  </a:moveTo>
                  <a:lnTo>
                    <a:pt x="404753" y="1471221"/>
                  </a:lnTo>
                  <a:lnTo>
                    <a:pt x="405997" y="1472360"/>
                  </a:lnTo>
                  <a:close/>
                  <a:moveTo>
                    <a:pt x="405997" y="1472360"/>
                  </a:moveTo>
                  <a:lnTo>
                    <a:pt x="404753" y="1471221"/>
                  </a:lnTo>
                  <a:lnTo>
                    <a:pt x="475835" y="1552809"/>
                  </a:lnTo>
                  <a:close/>
                  <a:moveTo>
                    <a:pt x="475835" y="1552809"/>
                  </a:moveTo>
                  <a:lnTo>
                    <a:pt x="404753" y="1471221"/>
                  </a:lnTo>
                  <a:lnTo>
                    <a:pt x="397403" y="1509031"/>
                  </a:lnTo>
                  <a:close/>
                  <a:moveTo>
                    <a:pt x="475835" y="1552809"/>
                  </a:moveTo>
                  <a:lnTo>
                    <a:pt x="397403" y="1509031"/>
                  </a:lnTo>
                  <a:lnTo>
                    <a:pt x="418008" y="1591246"/>
                  </a:lnTo>
                  <a:close/>
                  <a:moveTo>
                    <a:pt x="403017" y="1461221"/>
                  </a:moveTo>
                  <a:lnTo>
                    <a:pt x="404753" y="1471221"/>
                  </a:lnTo>
                  <a:lnTo>
                    <a:pt x="403101" y="1470594"/>
                  </a:lnTo>
                  <a:close/>
                  <a:moveTo>
                    <a:pt x="403017" y="1461221"/>
                  </a:moveTo>
                  <a:lnTo>
                    <a:pt x="412841" y="1434495"/>
                  </a:lnTo>
                  <a:lnTo>
                    <a:pt x="404753" y="1471221"/>
                  </a:lnTo>
                  <a:close/>
                  <a:moveTo>
                    <a:pt x="404753" y="1471221"/>
                  </a:moveTo>
                  <a:lnTo>
                    <a:pt x="412841" y="1434495"/>
                  </a:lnTo>
                  <a:lnTo>
                    <a:pt x="397403" y="1509031"/>
                  </a:lnTo>
                  <a:close/>
                  <a:moveTo>
                    <a:pt x="146578" y="1274956"/>
                  </a:moveTo>
                  <a:lnTo>
                    <a:pt x="146528" y="1259693"/>
                  </a:lnTo>
                  <a:lnTo>
                    <a:pt x="133689" y="1262386"/>
                  </a:lnTo>
                  <a:close/>
                  <a:moveTo>
                    <a:pt x="146528" y="1259693"/>
                  </a:moveTo>
                  <a:lnTo>
                    <a:pt x="146578" y="1274956"/>
                  </a:lnTo>
                  <a:lnTo>
                    <a:pt x="227114" y="1254770"/>
                  </a:lnTo>
                  <a:close/>
                  <a:moveTo>
                    <a:pt x="475835" y="1552809"/>
                  </a:moveTo>
                  <a:lnTo>
                    <a:pt x="510030" y="1582668"/>
                  </a:lnTo>
                  <a:lnTo>
                    <a:pt x="528633" y="1531194"/>
                  </a:lnTo>
                  <a:close/>
                  <a:moveTo>
                    <a:pt x="588736" y="1349943"/>
                  </a:moveTo>
                  <a:lnTo>
                    <a:pt x="716902" y="1368408"/>
                  </a:lnTo>
                  <a:lnTo>
                    <a:pt x="659982" y="1311506"/>
                  </a:lnTo>
                  <a:close/>
                  <a:moveTo>
                    <a:pt x="492592" y="1087065"/>
                  </a:moveTo>
                  <a:lnTo>
                    <a:pt x="557851" y="1167663"/>
                  </a:lnTo>
                  <a:lnTo>
                    <a:pt x="572318" y="1106490"/>
                  </a:lnTo>
                  <a:close/>
                  <a:moveTo>
                    <a:pt x="446284" y="1103297"/>
                  </a:moveTo>
                  <a:lnTo>
                    <a:pt x="557851" y="1167663"/>
                  </a:lnTo>
                  <a:lnTo>
                    <a:pt x="492592" y="1087065"/>
                  </a:lnTo>
                  <a:close/>
                  <a:moveTo>
                    <a:pt x="448058" y="1096238"/>
                  </a:moveTo>
                  <a:lnTo>
                    <a:pt x="446284" y="1103297"/>
                  </a:lnTo>
                  <a:lnTo>
                    <a:pt x="492592" y="1087065"/>
                  </a:lnTo>
                  <a:close/>
                  <a:moveTo>
                    <a:pt x="42065" y="732453"/>
                  </a:moveTo>
                  <a:lnTo>
                    <a:pt x="0" y="774437"/>
                  </a:lnTo>
                  <a:lnTo>
                    <a:pt x="63669" y="766003"/>
                  </a:lnTo>
                  <a:close/>
                  <a:moveTo>
                    <a:pt x="63669" y="766003"/>
                  </a:moveTo>
                  <a:lnTo>
                    <a:pt x="72323" y="774437"/>
                  </a:lnTo>
                  <a:lnTo>
                    <a:pt x="42065" y="732453"/>
                  </a:lnTo>
                  <a:close/>
                  <a:moveTo>
                    <a:pt x="468292" y="1064861"/>
                  </a:moveTo>
                  <a:lnTo>
                    <a:pt x="448058" y="1096238"/>
                  </a:lnTo>
                  <a:lnTo>
                    <a:pt x="492592" y="1087065"/>
                  </a:lnTo>
                  <a:close/>
                  <a:moveTo>
                    <a:pt x="468292" y="1064861"/>
                  </a:moveTo>
                  <a:lnTo>
                    <a:pt x="437574" y="1004670"/>
                  </a:lnTo>
                  <a:lnTo>
                    <a:pt x="448058" y="1096238"/>
                  </a:lnTo>
                  <a:close/>
                  <a:moveTo>
                    <a:pt x="468292" y="1064861"/>
                  </a:moveTo>
                  <a:lnTo>
                    <a:pt x="492592" y="1087065"/>
                  </a:lnTo>
                  <a:lnTo>
                    <a:pt x="500146" y="1053892"/>
                  </a:lnTo>
                  <a:close/>
                  <a:moveTo>
                    <a:pt x="468292" y="1064861"/>
                  </a:moveTo>
                  <a:lnTo>
                    <a:pt x="500146" y="1053892"/>
                  </a:lnTo>
                  <a:lnTo>
                    <a:pt x="423788" y="982646"/>
                  </a:lnTo>
                  <a:close/>
                  <a:moveTo>
                    <a:pt x="581385" y="1048438"/>
                  </a:moveTo>
                  <a:lnTo>
                    <a:pt x="492592" y="1087065"/>
                  </a:lnTo>
                  <a:lnTo>
                    <a:pt x="572318" y="1106490"/>
                  </a:lnTo>
                  <a:close/>
                  <a:moveTo>
                    <a:pt x="581385" y="1048438"/>
                  </a:moveTo>
                  <a:lnTo>
                    <a:pt x="500146" y="1053892"/>
                  </a:lnTo>
                  <a:lnTo>
                    <a:pt x="492592" y="1087065"/>
                  </a:lnTo>
                  <a:close/>
                  <a:moveTo>
                    <a:pt x="701177" y="1094410"/>
                  </a:moveTo>
                  <a:lnTo>
                    <a:pt x="692145" y="1119076"/>
                  </a:lnTo>
                  <a:lnTo>
                    <a:pt x="684936" y="1108639"/>
                  </a:lnTo>
                  <a:close/>
                  <a:moveTo>
                    <a:pt x="692145" y="1119076"/>
                  </a:moveTo>
                  <a:lnTo>
                    <a:pt x="763068" y="1190855"/>
                  </a:lnTo>
                  <a:lnTo>
                    <a:pt x="710119" y="1127844"/>
                  </a:lnTo>
                  <a:close/>
                  <a:moveTo>
                    <a:pt x="684936" y="1108639"/>
                  </a:moveTo>
                  <a:lnTo>
                    <a:pt x="692145" y="1119076"/>
                  </a:lnTo>
                  <a:lnTo>
                    <a:pt x="710119" y="1127844"/>
                  </a:lnTo>
                  <a:close/>
                  <a:moveTo>
                    <a:pt x="836584" y="1322018"/>
                  </a:moveTo>
                  <a:lnTo>
                    <a:pt x="853460" y="1248707"/>
                  </a:lnTo>
                  <a:lnTo>
                    <a:pt x="771843" y="1273070"/>
                  </a:lnTo>
                  <a:close/>
                  <a:moveTo>
                    <a:pt x="763068" y="1190855"/>
                  </a:moveTo>
                  <a:lnTo>
                    <a:pt x="771843" y="1273070"/>
                  </a:lnTo>
                  <a:lnTo>
                    <a:pt x="805344" y="1152418"/>
                  </a:lnTo>
                  <a:close/>
                  <a:moveTo>
                    <a:pt x="320701" y="697564"/>
                  </a:moveTo>
                  <a:lnTo>
                    <a:pt x="361924" y="576912"/>
                  </a:lnTo>
                  <a:lnTo>
                    <a:pt x="286537" y="615349"/>
                  </a:lnTo>
                  <a:close/>
                  <a:moveTo>
                    <a:pt x="350679" y="494697"/>
                  </a:moveTo>
                  <a:lnTo>
                    <a:pt x="356484" y="509541"/>
                  </a:lnTo>
                  <a:lnTo>
                    <a:pt x="286537" y="615349"/>
                  </a:lnTo>
                  <a:close/>
                  <a:moveTo>
                    <a:pt x="1160872" y="1052898"/>
                  </a:moveTo>
                  <a:lnTo>
                    <a:pt x="1190945" y="1056021"/>
                  </a:lnTo>
                  <a:lnTo>
                    <a:pt x="1284976" y="1023042"/>
                  </a:lnTo>
                  <a:close/>
                  <a:moveTo>
                    <a:pt x="1689875" y="839585"/>
                  </a:moveTo>
                  <a:lnTo>
                    <a:pt x="1672406" y="926540"/>
                  </a:lnTo>
                  <a:lnTo>
                    <a:pt x="1715056" y="870801"/>
                  </a:lnTo>
                  <a:close/>
                  <a:moveTo>
                    <a:pt x="1689875" y="839585"/>
                  </a:moveTo>
                  <a:lnTo>
                    <a:pt x="1607856" y="878021"/>
                  </a:lnTo>
                  <a:lnTo>
                    <a:pt x="1672406" y="926540"/>
                  </a:lnTo>
                  <a:close/>
                  <a:moveTo>
                    <a:pt x="1762843" y="921800"/>
                  </a:moveTo>
                  <a:lnTo>
                    <a:pt x="1802002" y="883363"/>
                  </a:lnTo>
                  <a:lnTo>
                    <a:pt x="1715056" y="870801"/>
                  </a:lnTo>
                  <a:close/>
                  <a:moveTo>
                    <a:pt x="1768856" y="793291"/>
                  </a:moveTo>
                  <a:lnTo>
                    <a:pt x="1729229" y="721182"/>
                  </a:lnTo>
                  <a:lnTo>
                    <a:pt x="1736458" y="735616"/>
                  </a:lnTo>
                  <a:close/>
                  <a:moveTo>
                    <a:pt x="1596317" y="705513"/>
                  </a:moveTo>
                  <a:lnTo>
                    <a:pt x="1640267" y="757369"/>
                  </a:lnTo>
                  <a:lnTo>
                    <a:pt x="1693160" y="636718"/>
                  </a:lnTo>
                  <a:close/>
                  <a:moveTo>
                    <a:pt x="1693160" y="636718"/>
                  </a:moveTo>
                  <a:lnTo>
                    <a:pt x="1640267" y="757369"/>
                  </a:lnTo>
                  <a:lnTo>
                    <a:pt x="1727745" y="703038"/>
                  </a:lnTo>
                  <a:close/>
                  <a:moveTo>
                    <a:pt x="1740612" y="757369"/>
                  </a:moveTo>
                  <a:lnTo>
                    <a:pt x="1727745" y="703038"/>
                  </a:lnTo>
                  <a:lnTo>
                    <a:pt x="1729229" y="721182"/>
                  </a:lnTo>
                  <a:close/>
                  <a:moveTo>
                    <a:pt x="1556185" y="472288"/>
                  </a:moveTo>
                  <a:lnTo>
                    <a:pt x="1531126" y="390072"/>
                  </a:lnTo>
                  <a:lnTo>
                    <a:pt x="1519370" y="510724"/>
                  </a:lnTo>
                  <a:close/>
                  <a:moveTo>
                    <a:pt x="1693160" y="636718"/>
                  </a:moveTo>
                  <a:lnTo>
                    <a:pt x="1745022" y="552433"/>
                  </a:lnTo>
                  <a:lnTo>
                    <a:pt x="1618378" y="550526"/>
                  </a:lnTo>
                  <a:close/>
                  <a:moveTo>
                    <a:pt x="1693160" y="636718"/>
                  </a:moveTo>
                  <a:lnTo>
                    <a:pt x="1618378" y="550526"/>
                  </a:lnTo>
                  <a:lnTo>
                    <a:pt x="1614965" y="560033"/>
                  </a:lnTo>
                  <a:close/>
                  <a:moveTo>
                    <a:pt x="1734451" y="716936"/>
                  </a:moveTo>
                  <a:lnTo>
                    <a:pt x="1727745" y="703038"/>
                  </a:lnTo>
                  <a:lnTo>
                    <a:pt x="1729437" y="636718"/>
                  </a:lnTo>
                  <a:close/>
                  <a:moveTo>
                    <a:pt x="1618378" y="550526"/>
                  </a:moveTo>
                  <a:lnTo>
                    <a:pt x="1709555" y="436900"/>
                  </a:lnTo>
                  <a:lnTo>
                    <a:pt x="1628587" y="442134"/>
                  </a:lnTo>
                  <a:close/>
                  <a:moveTo>
                    <a:pt x="1628587" y="442134"/>
                  </a:moveTo>
                  <a:lnTo>
                    <a:pt x="1709555" y="436900"/>
                  </a:lnTo>
                  <a:lnTo>
                    <a:pt x="1634587" y="418193"/>
                  </a:lnTo>
                  <a:close/>
                  <a:moveTo>
                    <a:pt x="1519062" y="307857"/>
                  </a:moveTo>
                  <a:lnTo>
                    <a:pt x="1574743" y="351636"/>
                  </a:lnTo>
                  <a:lnTo>
                    <a:pt x="1551626" y="269421"/>
                  </a:lnTo>
                  <a:close/>
                  <a:moveTo>
                    <a:pt x="1495488" y="189472"/>
                  </a:moveTo>
                  <a:lnTo>
                    <a:pt x="1538681" y="274819"/>
                  </a:lnTo>
                  <a:lnTo>
                    <a:pt x="1551626" y="269421"/>
                  </a:lnTo>
                  <a:close/>
                  <a:moveTo>
                    <a:pt x="1551090" y="106012"/>
                  </a:moveTo>
                  <a:lnTo>
                    <a:pt x="1494961" y="174814"/>
                  </a:lnTo>
                  <a:lnTo>
                    <a:pt x="1564649" y="148769"/>
                  </a:lnTo>
                  <a:close/>
                  <a:moveTo>
                    <a:pt x="1509686" y="77837"/>
                  </a:moveTo>
                  <a:lnTo>
                    <a:pt x="1551341" y="104565"/>
                  </a:lnTo>
                  <a:lnTo>
                    <a:pt x="1564649" y="148769"/>
                  </a:lnTo>
                  <a:close/>
                  <a:moveTo>
                    <a:pt x="1515250" y="35469"/>
                  </a:moveTo>
                  <a:lnTo>
                    <a:pt x="1551341" y="104565"/>
                  </a:lnTo>
                  <a:lnTo>
                    <a:pt x="1509686" y="77837"/>
                  </a:lnTo>
                  <a:close/>
                  <a:moveTo>
                    <a:pt x="1515250" y="35469"/>
                  </a:moveTo>
                  <a:lnTo>
                    <a:pt x="1540317" y="52934"/>
                  </a:lnTo>
                  <a:lnTo>
                    <a:pt x="158029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675" name="Candidate_density__1994">
              <a:extLst>
                <a:ext uri="{FF2B5EF4-FFF2-40B4-BE49-F238E27FC236}">
                  <a16:creationId xmlns:a16="http://schemas.microsoft.com/office/drawing/2014/main" id="{952F75D2-A7EA-857C-BF46-C52A4E249FC6}"/>
                </a:ext>
              </a:extLst>
            </p:cNvPr>
            <p:cNvSpPr>
              <a:spLocks noGrp="1"/>
            </p:cNvSpPr>
            <p:nvPr/>
          </p:nvSpPr>
          <p:spPr>
            <a:xfrm>
              <a:off x="4652190" y="3752022"/>
              <a:ext cx="2003916" cy="1606359"/>
            </a:xfrm>
            <a:custGeom>
              <a:avLst/>
              <a:gdLst/>
              <a:ahLst/>
              <a:cxnLst/>
              <a:rect l="0" t="0" r="0" b="0"/>
              <a:pathLst>
                <a:path w="2003916" h="1606359">
                  <a:moveTo>
                    <a:pt x="524683" y="1606359"/>
                  </a:moveTo>
                  <a:lnTo>
                    <a:pt x="449471" y="1603812"/>
                  </a:lnTo>
                  <a:lnTo>
                    <a:pt x="404174" y="1593957"/>
                  </a:lnTo>
                  <a:close/>
                  <a:moveTo>
                    <a:pt x="105549" y="938715"/>
                  </a:moveTo>
                  <a:lnTo>
                    <a:pt x="0" y="879437"/>
                  </a:lnTo>
                  <a:lnTo>
                    <a:pt x="55005" y="895311"/>
                  </a:lnTo>
                  <a:close/>
                  <a:moveTo>
                    <a:pt x="626213" y="1492106"/>
                  </a:moveTo>
                  <a:lnTo>
                    <a:pt x="628249" y="1432880"/>
                  </a:lnTo>
                  <a:lnTo>
                    <a:pt x="609273" y="1527032"/>
                  </a:lnTo>
                  <a:close/>
                  <a:moveTo>
                    <a:pt x="646841" y="1354024"/>
                  </a:moveTo>
                  <a:lnTo>
                    <a:pt x="678767" y="1444817"/>
                  </a:lnTo>
                  <a:lnTo>
                    <a:pt x="687295" y="1441822"/>
                  </a:lnTo>
                  <a:close/>
                  <a:moveTo>
                    <a:pt x="646841" y="1354024"/>
                  </a:moveTo>
                  <a:lnTo>
                    <a:pt x="687295" y="1441822"/>
                  </a:lnTo>
                  <a:lnTo>
                    <a:pt x="730780" y="1389202"/>
                  </a:lnTo>
                  <a:close/>
                  <a:moveTo>
                    <a:pt x="780072" y="1324165"/>
                  </a:moveTo>
                  <a:lnTo>
                    <a:pt x="764512" y="1300116"/>
                  </a:lnTo>
                  <a:lnTo>
                    <a:pt x="730780" y="1389202"/>
                  </a:lnTo>
                  <a:close/>
                  <a:moveTo>
                    <a:pt x="782255" y="1285729"/>
                  </a:moveTo>
                  <a:lnTo>
                    <a:pt x="780072" y="1324165"/>
                  </a:lnTo>
                  <a:lnTo>
                    <a:pt x="822215" y="1237202"/>
                  </a:lnTo>
                  <a:close/>
                  <a:moveTo>
                    <a:pt x="973394" y="1093374"/>
                  </a:moveTo>
                  <a:lnTo>
                    <a:pt x="920407" y="1110466"/>
                  </a:lnTo>
                  <a:lnTo>
                    <a:pt x="1043591" y="1077169"/>
                  </a:lnTo>
                  <a:close/>
                  <a:moveTo>
                    <a:pt x="722613" y="715566"/>
                  </a:moveTo>
                  <a:lnTo>
                    <a:pt x="657262" y="747383"/>
                  </a:lnTo>
                  <a:lnTo>
                    <a:pt x="721934" y="716662"/>
                  </a:lnTo>
                  <a:close/>
                  <a:moveTo>
                    <a:pt x="657262" y="747383"/>
                  </a:moveTo>
                  <a:lnTo>
                    <a:pt x="722613" y="715566"/>
                  </a:lnTo>
                  <a:lnTo>
                    <a:pt x="676967" y="692627"/>
                  </a:lnTo>
                  <a:close/>
                  <a:moveTo>
                    <a:pt x="1325950" y="929942"/>
                  </a:moveTo>
                  <a:lnTo>
                    <a:pt x="1403842" y="942505"/>
                  </a:lnTo>
                  <a:lnTo>
                    <a:pt x="1453107" y="911498"/>
                  </a:lnTo>
                  <a:close/>
                  <a:moveTo>
                    <a:pt x="1453107" y="911498"/>
                  </a:moveTo>
                  <a:lnTo>
                    <a:pt x="1403842" y="942505"/>
                  </a:lnTo>
                  <a:lnTo>
                    <a:pt x="1535827" y="942120"/>
                  </a:lnTo>
                  <a:close/>
                  <a:moveTo>
                    <a:pt x="1899653" y="693156"/>
                  </a:moveTo>
                  <a:lnTo>
                    <a:pt x="1893612" y="734783"/>
                  </a:lnTo>
                  <a:lnTo>
                    <a:pt x="1951214" y="734946"/>
                  </a:lnTo>
                  <a:close/>
                  <a:moveTo>
                    <a:pt x="1938812" y="654719"/>
                  </a:moveTo>
                  <a:lnTo>
                    <a:pt x="1951214" y="734946"/>
                  </a:lnTo>
                  <a:lnTo>
                    <a:pt x="2003916" y="716787"/>
                  </a:lnTo>
                  <a:close/>
                  <a:moveTo>
                    <a:pt x="1847419" y="243644"/>
                  </a:moveTo>
                  <a:lnTo>
                    <a:pt x="1846917" y="193245"/>
                  </a:lnTo>
                  <a:lnTo>
                    <a:pt x="1846365" y="208257"/>
                  </a:lnTo>
                  <a:close/>
                  <a:moveTo>
                    <a:pt x="1857604" y="99027"/>
                  </a:moveTo>
                  <a:lnTo>
                    <a:pt x="1846917" y="193245"/>
                  </a:lnTo>
                  <a:lnTo>
                    <a:pt x="1854321" y="122992"/>
                  </a:lnTo>
                  <a:close/>
                  <a:moveTo>
                    <a:pt x="1854321" y="122992"/>
                  </a:moveTo>
                  <a:lnTo>
                    <a:pt x="1855745" y="11051"/>
                  </a:lnTo>
                  <a:lnTo>
                    <a:pt x="1857604" y="99027"/>
                  </a:lnTo>
                  <a:close/>
                  <a:moveTo>
                    <a:pt x="1856133" y="2341"/>
                  </a:moveTo>
                  <a:lnTo>
                    <a:pt x="1855745" y="11051"/>
                  </a:lnTo>
                  <a:lnTo>
                    <a:pt x="1854321" y="122992"/>
                  </a:lnTo>
                  <a:close/>
                  <a:moveTo>
                    <a:pt x="1856294" y="0"/>
                  </a:moveTo>
                  <a:lnTo>
                    <a:pt x="1855745" y="11051"/>
                  </a:lnTo>
                  <a:lnTo>
                    <a:pt x="1856133" y="23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676" name="Candidate_density__1995">
              <a:extLst>
                <a:ext uri="{FF2B5EF4-FFF2-40B4-BE49-F238E27FC236}">
                  <a16:creationId xmlns:a16="http://schemas.microsoft.com/office/drawing/2014/main" id="{0469CD99-72EF-C877-8C90-B4DAD9091D81}"/>
                </a:ext>
              </a:extLst>
            </p:cNvPr>
            <p:cNvSpPr>
              <a:spLocks noGrp="1"/>
            </p:cNvSpPr>
            <p:nvPr/>
          </p:nvSpPr>
          <p:spPr>
            <a:xfrm>
              <a:off x="5176872" y="4061854"/>
              <a:ext cx="676245" cy="1296527"/>
            </a:xfrm>
            <a:custGeom>
              <a:avLst/>
              <a:gdLst/>
              <a:ahLst/>
              <a:cxnLst/>
              <a:rect l="0" t="0" r="0" b="0"/>
              <a:pathLst>
                <a:path w="676245" h="1296527">
                  <a:moveTo>
                    <a:pt x="43945" y="1245627"/>
                  </a:moveTo>
                  <a:lnTo>
                    <a:pt x="81846" y="1240798"/>
                  </a:lnTo>
                  <a:lnTo>
                    <a:pt x="84590" y="1217200"/>
                  </a:lnTo>
                  <a:close/>
                  <a:moveTo>
                    <a:pt x="0" y="1296527"/>
                  </a:moveTo>
                  <a:lnTo>
                    <a:pt x="65552" y="1262955"/>
                  </a:lnTo>
                  <a:lnTo>
                    <a:pt x="43945" y="1245627"/>
                  </a:lnTo>
                  <a:close/>
                  <a:moveTo>
                    <a:pt x="84590" y="1217200"/>
                  </a:moveTo>
                  <a:lnTo>
                    <a:pt x="81846" y="1240798"/>
                  </a:lnTo>
                  <a:lnTo>
                    <a:pt x="101531" y="1182273"/>
                  </a:lnTo>
                  <a:close/>
                  <a:moveTo>
                    <a:pt x="103567" y="1123048"/>
                  </a:moveTo>
                  <a:lnTo>
                    <a:pt x="101531" y="1182273"/>
                  </a:lnTo>
                  <a:lnTo>
                    <a:pt x="154085" y="1134985"/>
                  </a:lnTo>
                  <a:close/>
                  <a:moveTo>
                    <a:pt x="536695" y="713014"/>
                  </a:moveTo>
                  <a:lnTo>
                    <a:pt x="448712" y="783542"/>
                  </a:lnTo>
                  <a:lnTo>
                    <a:pt x="518908" y="767337"/>
                  </a:lnTo>
                  <a:close/>
                  <a:moveTo>
                    <a:pt x="536695" y="713014"/>
                  </a:moveTo>
                  <a:lnTo>
                    <a:pt x="518908" y="767337"/>
                  </a:lnTo>
                  <a:lnTo>
                    <a:pt x="539179" y="734594"/>
                  </a:lnTo>
                  <a:close/>
                  <a:moveTo>
                    <a:pt x="536695" y="713014"/>
                  </a:moveTo>
                  <a:lnTo>
                    <a:pt x="539179" y="734594"/>
                  </a:lnTo>
                  <a:lnTo>
                    <a:pt x="550302" y="669511"/>
                  </a:lnTo>
                  <a:close/>
                  <a:moveTo>
                    <a:pt x="550302" y="669511"/>
                  </a:moveTo>
                  <a:lnTo>
                    <a:pt x="617848" y="643398"/>
                  </a:lnTo>
                  <a:lnTo>
                    <a:pt x="676245" y="646533"/>
                  </a:lnTo>
                  <a:close/>
                  <a:moveTo>
                    <a:pt x="602058" y="647814"/>
                  </a:moveTo>
                  <a:lnTo>
                    <a:pt x="550302" y="669511"/>
                  </a:lnTo>
                  <a:lnTo>
                    <a:pt x="676245" y="646533"/>
                  </a:lnTo>
                  <a:close/>
                  <a:moveTo>
                    <a:pt x="156368" y="0"/>
                  </a:moveTo>
                  <a:lnTo>
                    <a:pt x="137676" y="26200"/>
                  </a:lnTo>
                  <a:lnTo>
                    <a:pt x="128430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677" name="Candidate_density__1996">
              <a:extLst>
                <a:ext uri="{FF2B5EF4-FFF2-40B4-BE49-F238E27FC236}">
                  <a16:creationId xmlns:a16="http://schemas.microsoft.com/office/drawing/2014/main" id="{5A01709A-A348-BFB9-5C99-748C755A6BC6}"/>
                </a:ext>
              </a:extLst>
            </p:cNvPr>
            <p:cNvSpPr>
              <a:spLocks noGrp="1"/>
            </p:cNvSpPr>
            <p:nvPr/>
          </p:nvSpPr>
          <p:spPr>
            <a:xfrm>
              <a:off x="4761475" y="3558847"/>
              <a:ext cx="1772549" cy="1332938"/>
            </a:xfrm>
            <a:custGeom>
              <a:avLst/>
              <a:gdLst/>
              <a:ahLst/>
              <a:cxnLst/>
              <a:rect l="0" t="0" r="0" b="0"/>
              <a:pathLst>
                <a:path w="1772549" h="1332938">
                  <a:moveTo>
                    <a:pt x="11488" y="758406"/>
                  </a:moveTo>
                  <a:lnTo>
                    <a:pt x="27525" y="738968"/>
                  </a:lnTo>
                  <a:lnTo>
                    <a:pt x="0" y="777404"/>
                  </a:lnTo>
                  <a:close/>
                  <a:moveTo>
                    <a:pt x="616260" y="1314474"/>
                  </a:moveTo>
                  <a:lnTo>
                    <a:pt x="687506" y="1276037"/>
                  </a:lnTo>
                  <a:lnTo>
                    <a:pt x="652838" y="1232258"/>
                  </a:lnTo>
                  <a:close/>
                  <a:moveTo>
                    <a:pt x="687506" y="1276037"/>
                  </a:moveTo>
                  <a:lnTo>
                    <a:pt x="744427" y="1332938"/>
                  </a:lnTo>
                  <a:lnTo>
                    <a:pt x="768520" y="1244077"/>
                  </a:lnTo>
                  <a:close/>
                  <a:moveTo>
                    <a:pt x="744427" y="1332938"/>
                  </a:moveTo>
                  <a:lnTo>
                    <a:pt x="799368" y="1237600"/>
                  </a:lnTo>
                  <a:lnTo>
                    <a:pt x="768520" y="1244077"/>
                  </a:lnTo>
                  <a:close/>
                  <a:moveTo>
                    <a:pt x="783515" y="1200422"/>
                  </a:moveTo>
                  <a:lnTo>
                    <a:pt x="768520" y="1244077"/>
                  </a:lnTo>
                  <a:lnTo>
                    <a:pt x="790593" y="1155385"/>
                  </a:lnTo>
                  <a:close/>
                  <a:moveTo>
                    <a:pt x="790593" y="1155385"/>
                  </a:moveTo>
                  <a:lnTo>
                    <a:pt x="768520" y="1244077"/>
                  </a:lnTo>
                  <a:lnTo>
                    <a:pt x="799368" y="1237600"/>
                  </a:lnTo>
                  <a:close/>
                  <a:moveTo>
                    <a:pt x="784688" y="1191433"/>
                  </a:moveTo>
                  <a:lnTo>
                    <a:pt x="790593" y="1155385"/>
                  </a:lnTo>
                  <a:lnTo>
                    <a:pt x="719670" y="1083606"/>
                  </a:lnTo>
                  <a:close/>
                  <a:moveTo>
                    <a:pt x="389449" y="541443"/>
                  </a:moveTo>
                  <a:lnTo>
                    <a:pt x="378204" y="459227"/>
                  </a:lnTo>
                  <a:lnTo>
                    <a:pt x="314061" y="579880"/>
                  </a:lnTo>
                  <a:close/>
                  <a:moveTo>
                    <a:pt x="1188397" y="1017428"/>
                  </a:moveTo>
                  <a:lnTo>
                    <a:pt x="1253894" y="983652"/>
                  </a:lnTo>
                  <a:lnTo>
                    <a:pt x="1128437" y="1008450"/>
                  </a:lnTo>
                  <a:close/>
                  <a:moveTo>
                    <a:pt x="1312501" y="987572"/>
                  </a:moveTo>
                  <a:lnTo>
                    <a:pt x="1218469" y="1020552"/>
                  </a:lnTo>
                  <a:lnTo>
                    <a:pt x="1290723" y="1001639"/>
                  </a:lnTo>
                  <a:close/>
                  <a:moveTo>
                    <a:pt x="1253894" y="983652"/>
                  </a:moveTo>
                  <a:lnTo>
                    <a:pt x="1188397" y="1017428"/>
                  </a:lnTo>
                  <a:lnTo>
                    <a:pt x="1312501" y="987572"/>
                  </a:lnTo>
                  <a:close/>
                  <a:moveTo>
                    <a:pt x="1373616" y="937416"/>
                  </a:moveTo>
                  <a:lnTo>
                    <a:pt x="1253894" y="983652"/>
                  </a:lnTo>
                  <a:lnTo>
                    <a:pt x="1312501" y="987572"/>
                  </a:lnTo>
                  <a:close/>
                  <a:moveTo>
                    <a:pt x="1351539" y="918325"/>
                  </a:moveTo>
                  <a:lnTo>
                    <a:pt x="1373616" y="937416"/>
                  </a:lnTo>
                  <a:lnTo>
                    <a:pt x="1312501" y="987572"/>
                  </a:lnTo>
                  <a:close/>
                  <a:moveTo>
                    <a:pt x="1600582" y="760336"/>
                  </a:moveTo>
                  <a:lnTo>
                    <a:pt x="1635381" y="842551"/>
                  </a:lnTo>
                  <a:lnTo>
                    <a:pt x="1717400" y="804115"/>
                  </a:lnTo>
                  <a:close/>
                  <a:moveTo>
                    <a:pt x="1600582" y="760336"/>
                  </a:moveTo>
                  <a:lnTo>
                    <a:pt x="1717400" y="804115"/>
                  </a:lnTo>
                  <a:lnTo>
                    <a:pt x="1667791" y="721900"/>
                  </a:lnTo>
                  <a:close/>
                  <a:moveTo>
                    <a:pt x="1600582" y="760336"/>
                  </a:moveTo>
                  <a:lnTo>
                    <a:pt x="1667791" y="721900"/>
                  </a:lnTo>
                  <a:lnTo>
                    <a:pt x="1578800" y="716843"/>
                  </a:lnTo>
                  <a:close/>
                  <a:moveTo>
                    <a:pt x="1667791" y="721900"/>
                  </a:moveTo>
                  <a:lnTo>
                    <a:pt x="1623841" y="670043"/>
                  </a:lnTo>
                  <a:lnTo>
                    <a:pt x="1578800" y="716843"/>
                  </a:lnTo>
                  <a:close/>
                  <a:moveTo>
                    <a:pt x="1600251" y="639685"/>
                  </a:moveTo>
                  <a:lnTo>
                    <a:pt x="1578800" y="716843"/>
                  </a:lnTo>
                  <a:lnTo>
                    <a:pt x="1623841" y="670043"/>
                  </a:lnTo>
                  <a:close/>
                  <a:moveTo>
                    <a:pt x="1600251" y="639685"/>
                  </a:moveTo>
                  <a:lnTo>
                    <a:pt x="1565533" y="557470"/>
                  </a:lnTo>
                  <a:lnTo>
                    <a:pt x="1554481" y="678122"/>
                  </a:lnTo>
                  <a:close/>
                  <a:moveTo>
                    <a:pt x="1772549" y="765679"/>
                  </a:moveTo>
                  <a:lnTo>
                    <a:pt x="1717400" y="804115"/>
                  </a:lnTo>
                  <a:lnTo>
                    <a:pt x="1742581" y="835331"/>
                  </a:lnTo>
                  <a:close/>
                  <a:moveTo>
                    <a:pt x="1667791" y="721900"/>
                  </a:moveTo>
                  <a:lnTo>
                    <a:pt x="1763983" y="700147"/>
                  </a:lnTo>
                  <a:lnTo>
                    <a:pt x="1756754" y="685712"/>
                  </a:lnTo>
                  <a:close/>
                  <a:moveTo>
                    <a:pt x="1772549" y="765679"/>
                  </a:moveTo>
                  <a:lnTo>
                    <a:pt x="1763983" y="700147"/>
                  </a:lnTo>
                  <a:lnTo>
                    <a:pt x="1667791" y="721900"/>
                  </a:lnTo>
                  <a:close/>
                  <a:moveTo>
                    <a:pt x="1717400" y="804115"/>
                  </a:moveTo>
                  <a:lnTo>
                    <a:pt x="1772549" y="765679"/>
                  </a:lnTo>
                  <a:lnTo>
                    <a:pt x="1667791" y="721900"/>
                  </a:lnTo>
                  <a:close/>
                  <a:moveTo>
                    <a:pt x="1630307" y="627827"/>
                  </a:moveTo>
                  <a:lnTo>
                    <a:pt x="1623841" y="670043"/>
                  </a:lnTo>
                  <a:lnTo>
                    <a:pt x="1720684" y="601248"/>
                  </a:lnTo>
                  <a:close/>
                  <a:moveTo>
                    <a:pt x="1755269" y="667569"/>
                  </a:moveTo>
                  <a:lnTo>
                    <a:pt x="1667791" y="721900"/>
                  </a:lnTo>
                  <a:lnTo>
                    <a:pt x="1756754" y="685712"/>
                  </a:lnTo>
                  <a:close/>
                  <a:moveTo>
                    <a:pt x="1600251" y="639685"/>
                  </a:moveTo>
                  <a:lnTo>
                    <a:pt x="1623841" y="670043"/>
                  </a:lnTo>
                  <a:lnTo>
                    <a:pt x="1630307" y="627827"/>
                  </a:lnTo>
                  <a:close/>
                  <a:moveTo>
                    <a:pt x="1638207" y="519033"/>
                  </a:moveTo>
                  <a:lnTo>
                    <a:pt x="1630307" y="627827"/>
                  </a:lnTo>
                  <a:lnTo>
                    <a:pt x="1642490" y="524564"/>
                  </a:lnTo>
                  <a:close/>
                  <a:moveTo>
                    <a:pt x="1600251" y="639685"/>
                  </a:moveTo>
                  <a:lnTo>
                    <a:pt x="1630307" y="627827"/>
                  </a:lnTo>
                  <a:lnTo>
                    <a:pt x="1638207" y="519033"/>
                  </a:lnTo>
                  <a:close/>
                  <a:moveTo>
                    <a:pt x="1565533" y="557470"/>
                  </a:moveTo>
                  <a:lnTo>
                    <a:pt x="1600251" y="639685"/>
                  </a:lnTo>
                  <a:lnTo>
                    <a:pt x="1638207" y="519033"/>
                  </a:lnTo>
                  <a:close/>
                  <a:moveTo>
                    <a:pt x="1630307" y="627827"/>
                  </a:moveTo>
                  <a:lnTo>
                    <a:pt x="1720684" y="601248"/>
                  </a:lnTo>
                  <a:lnTo>
                    <a:pt x="1642490" y="524564"/>
                  </a:lnTo>
                  <a:close/>
                  <a:moveTo>
                    <a:pt x="1546895" y="475255"/>
                  </a:moveTo>
                  <a:lnTo>
                    <a:pt x="1565533" y="557470"/>
                  </a:lnTo>
                  <a:lnTo>
                    <a:pt x="1638207" y="519033"/>
                  </a:lnTo>
                  <a:close/>
                  <a:moveTo>
                    <a:pt x="1546895" y="475255"/>
                  </a:moveTo>
                  <a:lnTo>
                    <a:pt x="1638207" y="519033"/>
                  </a:lnTo>
                  <a:lnTo>
                    <a:pt x="1583709" y="436818"/>
                  </a:lnTo>
                  <a:close/>
                  <a:moveTo>
                    <a:pt x="1638207" y="519033"/>
                  </a:moveTo>
                  <a:lnTo>
                    <a:pt x="1642490" y="524564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45903" y="515056"/>
                  </a:lnTo>
                  <a:lnTo>
                    <a:pt x="1656111" y="406664"/>
                  </a:lnTo>
                  <a:close/>
                  <a:moveTo>
                    <a:pt x="1583709" y="436818"/>
                  </a:moveTo>
                  <a:lnTo>
                    <a:pt x="1638207" y="519033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56111" y="406664"/>
                  </a:lnTo>
                  <a:lnTo>
                    <a:pt x="1602267" y="316166"/>
                  </a:lnTo>
                  <a:close/>
                  <a:moveTo>
                    <a:pt x="1558650" y="354603"/>
                  </a:moveTo>
                  <a:lnTo>
                    <a:pt x="1583709" y="436818"/>
                  </a:lnTo>
                  <a:lnTo>
                    <a:pt x="1602267" y="316166"/>
                  </a:lnTo>
                  <a:close/>
                  <a:moveTo>
                    <a:pt x="1579150" y="233951"/>
                  </a:moveTo>
                  <a:lnTo>
                    <a:pt x="1526724" y="155188"/>
                  </a:lnTo>
                  <a:lnTo>
                    <a:pt x="1523012" y="154002"/>
                  </a:lnTo>
                  <a:close/>
                  <a:moveTo>
                    <a:pt x="1523611" y="151736"/>
                  </a:moveTo>
                  <a:lnTo>
                    <a:pt x="1523012" y="154002"/>
                  </a:lnTo>
                  <a:lnTo>
                    <a:pt x="1526724" y="155188"/>
                  </a:lnTo>
                  <a:close/>
                  <a:moveTo>
                    <a:pt x="1522486" y="139344"/>
                  </a:moveTo>
                  <a:lnTo>
                    <a:pt x="1523012" y="154002"/>
                  </a:lnTo>
                  <a:lnTo>
                    <a:pt x="1523611" y="151736"/>
                  </a:lnTo>
                  <a:close/>
                  <a:moveTo>
                    <a:pt x="1529433" y="148782"/>
                  </a:moveTo>
                  <a:lnTo>
                    <a:pt x="1526724" y="155188"/>
                  </a:lnTo>
                  <a:lnTo>
                    <a:pt x="1592174" y="113300"/>
                  </a:lnTo>
                  <a:close/>
                  <a:moveTo>
                    <a:pt x="1592174" y="113300"/>
                  </a:moveTo>
                  <a:lnTo>
                    <a:pt x="1526724" y="155188"/>
                  </a:lnTo>
                  <a:lnTo>
                    <a:pt x="1579150" y="233951"/>
                  </a:lnTo>
                  <a:close/>
                  <a:moveTo>
                    <a:pt x="1523611" y="151736"/>
                  </a:moveTo>
                  <a:lnTo>
                    <a:pt x="1526724" y="155188"/>
                  </a:lnTo>
                  <a:lnTo>
                    <a:pt x="1529433" y="148782"/>
                  </a:lnTo>
                  <a:close/>
                  <a:moveTo>
                    <a:pt x="1523611" y="151736"/>
                  </a:moveTo>
                  <a:lnTo>
                    <a:pt x="1529433" y="148782"/>
                  </a:lnTo>
                  <a:lnTo>
                    <a:pt x="1522486" y="139344"/>
                  </a:lnTo>
                  <a:close/>
                  <a:moveTo>
                    <a:pt x="1592174" y="113300"/>
                  </a:moveTo>
                  <a:lnTo>
                    <a:pt x="1522486" y="139344"/>
                  </a:lnTo>
                  <a:lnTo>
                    <a:pt x="1529433" y="148782"/>
                  </a:lnTo>
                  <a:close/>
                  <a:moveTo>
                    <a:pt x="1542775" y="0"/>
                  </a:moveTo>
                  <a:lnTo>
                    <a:pt x="1537210" y="42368"/>
                  </a:lnTo>
                  <a:lnTo>
                    <a:pt x="1547049" y="310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678" name="Candidate_density__1997">
              <a:extLst>
                <a:ext uri="{FF2B5EF4-FFF2-40B4-BE49-F238E27FC236}">
                  <a16:creationId xmlns:a16="http://schemas.microsoft.com/office/drawing/2014/main" id="{202290E9-F8D1-A1B5-2CCD-89C1F89EC19F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9270"/>
              <a:ext cx="130677" cy="75615"/>
            </a:xfrm>
            <a:custGeom>
              <a:avLst/>
              <a:gdLst/>
              <a:ahLst/>
              <a:cxnLst/>
              <a:rect l="0" t="0" r="0" b="0"/>
              <a:pathLst>
                <a:path w="130677" h="75615">
                  <a:moveTo>
                    <a:pt x="34668" y="75615"/>
                  </a:moveTo>
                  <a:lnTo>
                    <a:pt x="63970" y="29254"/>
                  </a:lnTo>
                  <a:lnTo>
                    <a:pt x="0" y="31836"/>
                  </a:lnTo>
                  <a:close/>
                  <a:moveTo>
                    <a:pt x="63970" y="29254"/>
                  </a:moveTo>
                  <a:lnTo>
                    <a:pt x="34668" y="75615"/>
                  </a:lnTo>
                  <a:lnTo>
                    <a:pt x="115682" y="43655"/>
                  </a:lnTo>
                  <a:close/>
                  <a:moveTo>
                    <a:pt x="63970" y="29254"/>
                  </a:moveTo>
                  <a:lnTo>
                    <a:pt x="115682" y="43655"/>
                  </a:lnTo>
                  <a:lnTo>
                    <a:pt x="130677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679" name="Candidate_density__1998">
              <a:extLst>
                <a:ext uri="{FF2B5EF4-FFF2-40B4-BE49-F238E27FC236}">
                  <a16:creationId xmlns:a16="http://schemas.microsoft.com/office/drawing/2014/main" id="{C42A8E50-21F3-F7C0-7763-B300E6D22832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444436"/>
              <a:ext cx="1842739" cy="1873055"/>
            </a:xfrm>
            <a:custGeom>
              <a:avLst/>
              <a:gdLst/>
              <a:ahLst/>
              <a:cxnLst/>
              <a:rect l="0" t="0" r="0" b="0"/>
              <a:pathLst>
                <a:path w="1842739" h="1873055">
                  <a:moveTo>
                    <a:pt x="210513" y="1790840"/>
                  </a:moveTo>
                  <a:lnTo>
                    <a:pt x="201755" y="1775395"/>
                  </a:lnTo>
                  <a:lnTo>
                    <a:pt x="163917" y="1724867"/>
                  </a:lnTo>
                  <a:close/>
                  <a:moveTo>
                    <a:pt x="255890" y="1752403"/>
                  </a:moveTo>
                  <a:lnTo>
                    <a:pt x="339531" y="1842872"/>
                  </a:lnTo>
                  <a:lnTo>
                    <a:pt x="346187" y="1821543"/>
                  </a:lnTo>
                  <a:close/>
                  <a:moveTo>
                    <a:pt x="246913" y="1873055"/>
                  </a:moveTo>
                  <a:lnTo>
                    <a:pt x="339531" y="1842872"/>
                  </a:lnTo>
                  <a:lnTo>
                    <a:pt x="255890" y="1752403"/>
                  </a:lnTo>
                  <a:close/>
                  <a:moveTo>
                    <a:pt x="210513" y="1790840"/>
                  </a:moveTo>
                  <a:lnTo>
                    <a:pt x="246913" y="1873055"/>
                  </a:lnTo>
                  <a:lnTo>
                    <a:pt x="255890" y="1752403"/>
                  </a:lnTo>
                  <a:close/>
                  <a:moveTo>
                    <a:pt x="339531" y="1842872"/>
                  </a:moveTo>
                  <a:lnTo>
                    <a:pt x="369047" y="1834618"/>
                  </a:lnTo>
                  <a:lnTo>
                    <a:pt x="346187" y="1821543"/>
                  </a:lnTo>
                  <a:close/>
                  <a:moveTo>
                    <a:pt x="210513" y="1790840"/>
                  </a:moveTo>
                  <a:lnTo>
                    <a:pt x="255890" y="1752403"/>
                  </a:lnTo>
                  <a:lnTo>
                    <a:pt x="201755" y="1775395"/>
                  </a:lnTo>
                  <a:close/>
                  <a:moveTo>
                    <a:pt x="255890" y="1752403"/>
                  </a:moveTo>
                  <a:lnTo>
                    <a:pt x="252388" y="1749503"/>
                  </a:lnTo>
                  <a:lnTo>
                    <a:pt x="201755" y="1775395"/>
                  </a:lnTo>
                  <a:close/>
                  <a:moveTo>
                    <a:pt x="150565" y="1626409"/>
                  </a:moveTo>
                  <a:lnTo>
                    <a:pt x="160980" y="1708625"/>
                  </a:lnTo>
                  <a:lnTo>
                    <a:pt x="198528" y="1670188"/>
                  </a:lnTo>
                  <a:close/>
                  <a:moveTo>
                    <a:pt x="150565" y="1626409"/>
                  </a:moveTo>
                  <a:lnTo>
                    <a:pt x="198528" y="1670188"/>
                  </a:lnTo>
                  <a:lnTo>
                    <a:pt x="154688" y="1587973"/>
                  </a:lnTo>
                  <a:close/>
                  <a:moveTo>
                    <a:pt x="114862" y="1544194"/>
                  </a:moveTo>
                  <a:lnTo>
                    <a:pt x="154688" y="1587973"/>
                  </a:lnTo>
                  <a:lnTo>
                    <a:pt x="146824" y="1505758"/>
                  </a:lnTo>
                  <a:close/>
                  <a:moveTo>
                    <a:pt x="423077" y="1713967"/>
                  </a:moveTo>
                  <a:lnTo>
                    <a:pt x="369047" y="1834618"/>
                  </a:lnTo>
                  <a:lnTo>
                    <a:pt x="465415" y="1796182"/>
                  </a:lnTo>
                  <a:close/>
                  <a:moveTo>
                    <a:pt x="255890" y="1752403"/>
                  </a:moveTo>
                  <a:lnTo>
                    <a:pt x="346187" y="1821543"/>
                  </a:lnTo>
                  <a:lnTo>
                    <a:pt x="367169" y="1720311"/>
                  </a:lnTo>
                  <a:close/>
                  <a:moveTo>
                    <a:pt x="367169" y="1720311"/>
                  </a:moveTo>
                  <a:lnTo>
                    <a:pt x="423077" y="1713967"/>
                  </a:lnTo>
                  <a:lnTo>
                    <a:pt x="447198" y="1705349"/>
                  </a:lnTo>
                  <a:close/>
                  <a:moveTo>
                    <a:pt x="306065" y="1569803"/>
                  </a:moveTo>
                  <a:lnTo>
                    <a:pt x="268422" y="1594249"/>
                  </a:lnTo>
                  <a:lnTo>
                    <a:pt x="267467" y="1640683"/>
                  </a:lnTo>
                  <a:close/>
                  <a:moveTo>
                    <a:pt x="237789" y="1549537"/>
                  </a:moveTo>
                  <a:lnTo>
                    <a:pt x="154076" y="1472092"/>
                  </a:lnTo>
                  <a:lnTo>
                    <a:pt x="146824" y="1505758"/>
                  </a:lnTo>
                  <a:close/>
                  <a:moveTo>
                    <a:pt x="237789" y="1549537"/>
                  </a:moveTo>
                  <a:lnTo>
                    <a:pt x="146824" y="1505758"/>
                  </a:lnTo>
                  <a:lnTo>
                    <a:pt x="154688" y="1587973"/>
                  </a:lnTo>
                  <a:close/>
                  <a:moveTo>
                    <a:pt x="155096" y="1467322"/>
                  </a:moveTo>
                  <a:lnTo>
                    <a:pt x="114907" y="1385106"/>
                  </a:lnTo>
                  <a:lnTo>
                    <a:pt x="106821" y="1410416"/>
                  </a:lnTo>
                  <a:close/>
                  <a:moveTo>
                    <a:pt x="447198" y="1705349"/>
                  </a:moveTo>
                  <a:lnTo>
                    <a:pt x="423077" y="1713967"/>
                  </a:lnTo>
                  <a:lnTo>
                    <a:pt x="491249" y="1654845"/>
                  </a:lnTo>
                  <a:close/>
                  <a:moveTo>
                    <a:pt x="440047" y="1521470"/>
                  </a:moveTo>
                  <a:lnTo>
                    <a:pt x="405997" y="1551302"/>
                  </a:lnTo>
                  <a:lnTo>
                    <a:pt x="453013" y="1511100"/>
                  </a:lnTo>
                  <a:close/>
                  <a:moveTo>
                    <a:pt x="405997" y="1551302"/>
                  </a:moveTo>
                  <a:lnTo>
                    <a:pt x="475835" y="1631751"/>
                  </a:lnTo>
                  <a:lnTo>
                    <a:pt x="453013" y="1511100"/>
                  </a:lnTo>
                  <a:close/>
                  <a:moveTo>
                    <a:pt x="453013" y="1511100"/>
                  </a:moveTo>
                  <a:lnTo>
                    <a:pt x="475835" y="1631751"/>
                  </a:lnTo>
                  <a:lnTo>
                    <a:pt x="546497" y="1582750"/>
                  </a:lnTo>
                  <a:close/>
                  <a:moveTo>
                    <a:pt x="546497" y="1582750"/>
                  </a:moveTo>
                  <a:lnTo>
                    <a:pt x="475835" y="1631751"/>
                  </a:lnTo>
                  <a:lnTo>
                    <a:pt x="528633" y="1610136"/>
                  </a:lnTo>
                  <a:close/>
                  <a:moveTo>
                    <a:pt x="528633" y="1610136"/>
                  </a:moveTo>
                  <a:lnTo>
                    <a:pt x="596331" y="1593315"/>
                  </a:lnTo>
                  <a:lnTo>
                    <a:pt x="546497" y="1582750"/>
                  </a:lnTo>
                  <a:close/>
                  <a:moveTo>
                    <a:pt x="403101" y="1549537"/>
                  </a:moveTo>
                  <a:lnTo>
                    <a:pt x="405997" y="1551302"/>
                  </a:lnTo>
                  <a:lnTo>
                    <a:pt x="440047" y="1521470"/>
                  </a:lnTo>
                  <a:close/>
                  <a:moveTo>
                    <a:pt x="403101" y="1549537"/>
                  </a:moveTo>
                  <a:lnTo>
                    <a:pt x="440047" y="1521470"/>
                  </a:lnTo>
                  <a:lnTo>
                    <a:pt x="403017" y="1540163"/>
                  </a:lnTo>
                  <a:close/>
                  <a:moveTo>
                    <a:pt x="385992" y="1465324"/>
                  </a:moveTo>
                  <a:lnTo>
                    <a:pt x="452745" y="1510887"/>
                  </a:lnTo>
                  <a:lnTo>
                    <a:pt x="363172" y="1428885"/>
                  </a:lnTo>
                  <a:close/>
                  <a:moveTo>
                    <a:pt x="452745" y="1510887"/>
                  </a:moveTo>
                  <a:lnTo>
                    <a:pt x="385992" y="1465324"/>
                  </a:lnTo>
                  <a:lnTo>
                    <a:pt x="453013" y="1511100"/>
                  </a:lnTo>
                  <a:close/>
                  <a:moveTo>
                    <a:pt x="403017" y="1540163"/>
                  </a:moveTo>
                  <a:lnTo>
                    <a:pt x="440047" y="1521470"/>
                  </a:lnTo>
                  <a:lnTo>
                    <a:pt x="453013" y="1511100"/>
                  </a:lnTo>
                  <a:close/>
                  <a:moveTo>
                    <a:pt x="390026" y="1467322"/>
                  </a:moveTo>
                  <a:lnTo>
                    <a:pt x="403017" y="1540163"/>
                  </a:lnTo>
                  <a:lnTo>
                    <a:pt x="453013" y="1511100"/>
                  </a:lnTo>
                  <a:close/>
                  <a:moveTo>
                    <a:pt x="630205" y="1588152"/>
                  </a:moveTo>
                  <a:lnTo>
                    <a:pt x="546497" y="1582750"/>
                  </a:lnTo>
                  <a:lnTo>
                    <a:pt x="596331" y="1593315"/>
                  </a:lnTo>
                  <a:close/>
                  <a:moveTo>
                    <a:pt x="560715" y="1483961"/>
                  </a:moveTo>
                  <a:lnTo>
                    <a:pt x="546497" y="1582750"/>
                  </a:lnTo>
                  <a:lnTo>
                    <a:pt x="630205" y="1588152"/>
                  </a:lnTo>
                  <a:close/>
                  <a:moveTo>
                    <a:pt x="628195" y="1489693"/>
                  </a:moveTo>
                  <a:lnTo>
                    <a:pt x="560715" y="1483961"/>
                  </a:lnTo>
                  <a:lnTo>
                    <a:pt x="630205" y="1588152"/>
                  </a:lnTo>
                  <a:close/>
                  <a:moveTo>
                    <a:pt x="453013" y="1511100"/>
                  </a:moveTo>
                  <a:lnTo>
                    <a:pt x="546497" y="1582750"/>
                  </a:lnTo>
                  <a:lnTo>
                    <a:pt x="560715" y="1483961"/>
                  </a:lnTo>
                  <a:close/>
                  <a:moveTo>
                    <a:pt x="453013" y="1511100"/>
                  </a:moveTo>
                  <a:lnTo>
                    <a:pt x="560715" y="1483961"/>
                  </a:lnTo>
                  <a:lnTo>
                    <a:pt x="452745" y="1510887"/>
                  </a:lnTo>
                  <a:close/>
                  <a:moveTo>
                    <a:pt x="452745" y="1510887"/>
                  </a:moveTo>
                  <a:lnTo>
                    <a:pt x="560715" y="1483961"/>
                  </a:lnTo>
                  <a:lnTo>
                    <a:pt x="554804" y="1398607"/>
                  </a:lnTo>
                  <a:close/>
                  <a:moveTo>
                    <a:pt x="439496" y="1390449"/>
                  </a:moveTo>
                  <a:lnTo>
                    <a:pt x="363172" y="1428885"/>
                  </a:lnTo>
                  <a:lnTo>
                    <a:pt x="452745" y="1510887"/>
                  </a:lnTo>
                  <a:close/>
                  <a:moveTo>
                    <a:pt x="439496" y="1390449"/>
                  </a:moveTo>
                  <a:lnTo>
                    <a:pt x="357028" y="1346670"/>
                  </a:lnTo>
                  <a:lnTo>
                    <a:pt x="363172" y="1428885"/>
                  </a:lnTo>
                  <a:close/>
                  <a:moveTo>
                    <a:pt x="63669" y="844945"/>
                  </a:moveTo>
                  <a:lnTo>
                    <a:pt x="0" y="853379"/>
                  </a:lnTo>
                  <a:lnTo>
                    <a:pt x="117198" y="877101"/>
                  </a:lnTo>
                  <a:close/>
                  <a:moveTo>
                    <a:pt x="771843" y="1352012"/>
                  </a:moveTo>
                  <a:lnTo>
                    <a:pt x="853460" y="1327649"/>
                  </a:lnTo>
                  <a:lnTo>
                    <a:pt x="805344" y="1231360"/>
                  </a:lnTo>
                  <a:close/>
                  <a:moveTo>
                    <a:pt x="768523" y="1209949"/>
                  </a:moveTo>
                  <a:lnTo>
                    <a:pt x="801022" y="1116253"/>
                  </a:lnTo>
                  <a:lnTo>
                    <a:pt x="698928" y="1131912"/>
                  </a:lnTo>
                  <a:close/>
                  <a:moveTo>
                    <a:pt x="698928" y="1131912"/>
                  </a:moveTo>
                  <a:lnTo>
                    <a:pt x="801022" y="1116253"/>
                  </a:lnTo>
                  <a:lnTo>
                    <a:pt x="793938" y="1110709"/>
                  </a:lnTo>
                  <a:close/>
                  <a:moveTo>
                    <a:pt x="891587" y="1192924"/>
                  </a:moveTo>
                  <a:lnTo>
                    <a:pt x="805344" y="1231360"/>
                  </a:lnTo>
                  <a:lnTo>
                    <a:pt x="864906" y="1291648"/>
                  </a:lnTo>
                  <a:close/>
                  <a:moveTo>
                    <a:pt x="893335" y="1095047"/>
                  </a:moveTo>
                  <a:lnTo>
                    <a:pt x="858759" y="1053463"/>
                  </a:lnTo>
                  <a:lnTo>
                    <a:pt x="857749" y="1072273"/>
                  </a:lnTo>
                  <a:close/>
                  <a:moveTo>
                    <a:pt x="858759" y="1053463"/>
                  </a:moveTo>
                  <a:lnTo>
                    <a:pt x="893335" y="1095047"/>
                  </a:lnTo>
                  <a:lnTo>
                    <a:pt x="989971" y="1050184"/>
                  </a:lnTo>
                  <a:close/>
                  <a:moveTo>
                    <a:pt x="534848" y="604161"/>
                  </a:moveTo>
                  <a:lnTo>
                    <a:pt x="482914" y="496767"/>
                  </a:lnTo>
                  <a:lnTo>
                    <a:pt x="461653" y="502983"/>
                  </a:lnTo>
                  <a:close/>
                  <a:moveTo>
                    <a:pt x="571206" y="458330"/>
                  </a:moveTo>
                  <a:lnTo>
                    <a:pt x="553023" y="531136"/>
                  </a:lnTo>
                  <a:lnTo>
                    <a:pt x="596220" y="477446"/>
                  </a:lnTo>
                  <a:close/>
                  <a:moveTo>
                    <a:pt x="571206" y="458330"/>
                  </a:moveTo>
                  <a:lnTo>
                    <a:pt x="482914" y="496767"/>
                  </a:lnTo>
                  <a:lnTo>
                    <a:pt x="553023" y="531136"/>
                  </a:lnTo>
                  <a:close/>
                  <a:moveTo>
                    <a:pt x="1330675" y="1182050"/>
                  </a:moveTo>
                  <a:lnTo>
                    <a:pt x="1353549" y="1143162"/>
                  </a:lnTo>
                  <a:lnTo>
                    <a:pt x="1261059" y="1178054"/>
                  </a:lnTo>
                  <a:close/>
                  <a:moveTo>
                    <a:pt x="1261059" y="1178054"/>
                  </a:moveTo>
                  <a:lnTo>
                    <a:pt x="1353549" y="1143162"/>
                  </a:lnTo>
                  <a:lnTo>
                    <a:pt x="1263198" y="1116051"/>
                  </a:lnTo>
                  <a:close/>
                  <a:moveTo>
                    <a:pt x="1367889" y="1159830"/>
                  </a:moveTo>
                  <a:lnTo>
                    <a:pt x="1330675" y="1182050"/>
                  </a:lnTo>
                  <a:lnTo>
                    <a:pt x="1316297" y="1219085"/>
                  </a:lnTo>
                  <a:close/>
                  <a:moveTo>
                    <a:pt x="1367889" y="1159830"/>
                  </a:moveTo>
                  <a:lnTo>
                    <a:pt x="1466406" y="1121393"/>
                  </a:lnTo>
                  <a:lnTo>
                    <a:pt x="1353549" y="1143162"/>
                  </a:lnTo>
                  <a:close/>
                  <a:moveTo>
                    <a:pt x="1352866" y="925406"/>
                  </a:moveTo>
                  <a:lnTo>
                    <a:pt x="1337022" y="976706"/>
                  </a:lnTo>
                  <a:lnTo>
                    <a:pt x="1338729" y="956963"/>
                  </a:lnTo>
                  <a:close/>
                  <a:moveTo>
                    <a:pt x="1802002" y="962305"/>
                  </a:moveTo>
                  <a:lnTo>
                    <a:pt x="1760891" y="905909"/>
                  </a:lnTo>
                  <a:lnTo>
                    <a:pt x="1715056" y="949743"/>
                  </a:lnTo>
                  <a:close/>
                  <a:moveTo>
                    <a:pt x="1802002" y="962305"/>
                  </a:moveTo>
                  <a:lnTo>
                    <a:pt x="1842739" y="923868"/>
                  </a:lnTo>
                  <a:lnTo>
                    <a:pt x="1760891" y="905909"/>
                  </a:lnTo>
                  <a:close/>
                  <a:moveTo>
                    <a:pt x="1734451" y="795878"/>
                  </a:moveTo>
                  <a:lnTo>
                    <a:pt x="1736458" y="814558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36458" y="814558"/>
                  </a:lnTo>
                  <a:lnTo>
                    <a:pt x="1772110" y="841654"/>
                  </a:lnTo>
                  <a:close/>
                  <a:moveTo>
                    <a:pt x="1693160" y="715660"/>
                  </a:moveTo>
                  <a:lnTo>
                    <a:pt x="1727745" y="781981"/>
                  </a:lnTo>
                  <a:lnTo>
                    <a:pt x="1697145" y="677223"/>
                  </a:lnTo>
                  <a:close/>
                  <a:moveTo>
                    <a:pt x="1697145" y="677223"/>
                  </a:moveTo>
                  <a:lnTo>
                    <a:pt x="1727745" y="781981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27745" y="781981"/>
                  </a:lnTo>
                  <a:lnTo>
                    <a:pt x="1734451" y="795878"/>
                  </a:lnTo>
                  <a:close/>
                  <a:moveTo>
                    <a:pt x="1623105" y="309927"/>
                  </a:moveTo>
                  <a:lnTo>
                    <a:pt x="1653676" y="400587"/>
                  </a:lnTo>
                  <a:lnTo>
                    <a:pt x="1653271" y="351791"/>
                  </a:lnTo>
                  <a:close/>
                  <a:moveTo>
                    <a:pt x="1564649" y="227711"/>
                  </a:moveTo>
                  <a:lnTo>
                    <a:pt x="1658749" y="296370"/>
                  </a:lnTo>
                  <a:lnTo>
                    <a:pt x="1656409" y="198180"/>
                  </a:lnTo>
                  <a:close/>
                  <a:moveTo>
                    <a:pt x="1661864" y="168713"/>
                  </a:moveTo>
                  <a:lnTo>
                    <a:pt x="1564649" y="227711"/>
                  </a:lnTo>
                  <a:lnTo>
                    <a:pt x="1656409" y="198180"/>
                  </a:lnTo>
                  <a:close/>
                  <a:moveTo>
                    <a:pt x="1631836" y="68623"/>
                  </a:moveTo>
                  <a:lnTo>
                    <a:pt x="1579725" y="107060"/>
                  </a:lnTo>
                  <a:lnTo>
                    <a:pt x="1661864" y="168713"/>
                  </a:lnTo>
                  <a:close/>
                  <a:moveTo>
                    <a:pt x="1631836" y="68623"/>
                  </a:moveTo>
                  <a:lnTo>
                    <a:pt x="1579413" y="0"/>
                  </a:lnTo>
                  <a:lnTo>
                    <a:pt x="1579082" y="24845"/>
                  </a:lnTo>
                  <a:close/>
                  <a:moveTo>
                    <a:pt x="1631836" y="68623"/>
                  </a:moveTo>
                  <a:lnTo>
                    <a:pt x="1579082" y="24845"/>
                  </a:lnTo>
                  <a:lnTo>
                    <a:pt x="1579725" y="10706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680" name="Candidate_density__1999">
              <a:extLst>
                <a:ext uri="{FF2B5EF4-FFF2-40B4-BE49-F238E27FC236}">
                  <a16:creationId xmlns:a16="http://schemas.microsoft.com/office/drawing/2014/main" id="{5FC09A2C-A68F-5AC6-9926-6AF2F741BED1}"/>
                </a:ext>
              </a:extLst>
            </p:cNvPr>
            <p:cNvSpPr>
              <a:spLocks noGrp="1"/>
            </p:cNvSpPr>
            <p:nvPr/>
          </p:nvSpPr>
          <p:spPr>
            <a:xfrm>
              <a:off x="4523862" y="3548694"/>
              <a:ext cx="2268183" cy="1807140"/>
            </a:xfrm>
            <a:custGeom>
              <a:avLst/>
              <a:gdLst/>
              <a:ahLst/>
              <a:cxnLst/>
              <a:rect l="0" t="0" r="0" b="0"/>
              <a:pathLst>
                <a:path w="2268183" h="1807140">
                  <a:moveTo>
                    <a:pt x="512051" y="1768796"/>
                  </a:moveTo>
                  <a:lnTo>
                    <a:pt x="532502" y="1797285"/>
                  </a:lnTo>
                  <a:lnTo>
                    <a:pt x="577799" y="1807140"/>
                  </a:lnTo>
                  <a:close/>
                  <a:moveTo>
                    <a:pt x="696955" y="1758787"/>
                  </a:moveTo>
                  <a:lnTo>
                    <a:pt x="634185" y="1730360"/>
                  </a:lnTo>
                  <a:lnTo>
                    <a:pt x="577799" y="1807140"/>
                  </a:lnTo>
                  <a:close/>
                  <a:moveTo>
                    <a:pt x="0" y="1026409"/>
                  </a:moveTo>
                  <a:lnTo>
                    <a:pt x="100273" y="1072639"/>
                  </a:lnTo>
                  <a:lnTo>
                    <a:pt x="60289" y="1050345"/>
                  </a:lnTo>
                  <a:close/>
                  <a:moveTo>
                    <a:pt x="0" y="1026409"/>
                  </a:moveTo>
                  <a:lnTo>
                    <a:pt x="128328" y="1082765"/>
                  </a:lnTo>
                  <a:lnTo>
                    <a:pt x="100273" y="1072639"/>
                  </a:lnTo>
                  <a:close/>
                  <a:moveTo>
                    <a:pt x="100273" y="1072639"/>
                  </a:moveTo>
                  <a:lnTo>
                    <a:pt x="128328" y="1082765"/>
                  </a:lnTo>
                  <a:lnTo>
                    <a:pt x="147540" y="1097905"/>
                  </a:lnTo>
                  <a:close/>
                  <a:moveTo>
                    <a:pt x="233877" y="1142043"/>
                  </a:moveTo>
                  <a:lnTo>
                    <a:pt x="147540" y="1097905"/>
                  </a:lnTo>
                  <a:lnTo>
                    <a:pt x="128328" y="1082765"/>
                  </a:lnTo>
                  <a:close/>
                  <a:moveTo>
                    <a:pt x="634185" y="1730360"/>
                  </a:moveTo>
                  <a:lnTo>
                    <a:pt x="696955" y="1758787"/>
                  </a:lnTo>
                  <a:lnTo>
                    <a:pt x="727395" y="1774139"/>
                  </a:lnTo>
                  <a:close/>
                  <a:moveTo>
                    <a:pt x="254222" y="1154854"/>
                  </a:moveTo>
                  <a:lnTo>
                    <a:pt x="337175" y="1116418"/>
                  </a:lnTo>
                  <a:lnTo>
                    <a:pt x="233877" y="1142043"/>
                  </a:lnTo>
                  <a:close/>
                  <a:moveTo>
                    <a:pt x="337175" y="1116418"/>
                  </a:moveTo>
                  <a:lnTo>
                    <a:pt x="274796" y="1079833"/>
                  </a:lnTo>
                  <a:lnTo>
                    <a:pt x="233877" y="1142043"/>
                  </a:lnTo>
                  <a:close/>
                  <a:moveTo>
                    <a:pt x="147540" y="1097905"/>
                  </a:moveTo>
                  <a:lnTo>
                    <a:pt x="99264" y="1045801"/>
                  </a:lnTo>
                  <a:lnTo>
                    <a:pt x="100273" y="1072639"/>
                  </a:lnTo>
                  <a:close/>
                  <a:moveTo>
                    <a:pt x="60289" y="1050345"/>
                  </a:moveTo>
                  <a:lnTo>
                    <a:pt x="100273" y="1072639"/>
                  </a:lnTo>
                  <a:lnTo>
                    <a:pt x="99264" y="1045801"/>
                  </a:lnTo>
                  <a:close/>
                  <a:moveTo>
                    <a:pt x="147540" y="1097905"/>
                  </a:moveTo>
                  <a:lnTo>
                    <a:pt x="233877" y="1142043"/>
                  </a:lnTo>
                  <a:lnTo>
                    <a:pt x="274796" y="1079833"/>
                  </a:lnTo>
                  <a:close/>
                  <a:moveTo>
                    <a:pt x="199219" y="1075919"/>
                  </a:moveTo>
                  <a:lnTo>
                    <a:pt x="147540" y="1097905"/>
                  </a:lnTo>
                  <a:lnTo>
                    <a:pt x="274796" y="1079833"/>
                  </a:lnTo>
                  <a:close/>
                  <a:moveTo>
                    <a:pt x="549126" y="1363063"/>
                  </a:moveTo>
                  <a:lnTo>
                    <a:pt x="527054" y="1250466"/>
                  </a:lnTo>
                  <a:lnTo>
                    <a:pt x="535921" y="1333544"/>
                  </a:lnTo>
                  <a:close/>
                  <a:moveTo>
                    <a:pt x="337175" y="1116418"/>
                  </a:moveTo>
                  <a:lnTo>
                    <a:pt x="356974" y="1077981"/>
                  </a:lnTo>
                  <a:lnTo>
                    <a:pt x="274796" y="1079833"/>
                  </a:lnTo>
                  <a:close/>
                  <a:moveTo>
                    <a:pt x="397600" y="1185221"/>
                  </a:moveTo>
                  <a:lnTo>
                    <a:pt x="367839" y="1149044"/>
                  </a:lnTo>
                  <a:lnTo>
                    <a:pt x="410516" y="1116418"/>
                  </a:lnTo>
                  <a:close/>
                  <a:moveTo>
                    <a:pt x="826067" y="1286191"/>
                  </a:moveTo>
                  <a:lnTo>
                    <a:pt x="772647" y="1222774"/>
                  </a:lnTo>
                  <a:lnTo>
                    <a:pt x="812404" y="1266165"/>
                  </a:lnTo>
                  <a:close/>
                  <a:moveTo>
                    <a:pt x="822308" y="1282493"/>
                  </a:moveTo>
                  <a:lnTo>
                    <a:pt x="812404" y="1266165"/>
                  </a:lnTo>
                  <a:lnTo>
                    <a:pt x="759273" y="1173055"/>
                  </a:lnTo>
                  <a:close/>
                  <a:moveTo>
                    <a:pt x="822308" y="1282493"/>
                  </a:moveTo>
                  <a:lnTo>
                    <a:pt x="819942" y="1294349"/>
                  </a:lnTo>
                  <a:lnTo>
                    <a:pt x="826067" y="1286191"/>
                  </a:lnTo>
                  <a:close/>
                  <a:moveTo>
                    <a:pt x="822308" y="1282493"/>
                  </a:moveTo>
                  <a:lnTo>
                    <a:pt x="826067" y="1286191"/>
                  </a:lnTo>
                  <a:lnTo>
                    <a:pt x="812404" y="1266165"/>
                  </a:lnTo>
                  <a:close/>
                  <a:moveTo>
                    <a:pt x="689642" y="929387"/>
                  </a:moveTo>
                  <a:lnTo>
                    <a:pt x="688926" y="957330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89642" y="929387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44889" y="865678"/>
                  </a:lnTo>
                  <a:lnTo>
                    <a:pt x="689642" y="929387"/>
                  </a:lnTo>
                  <a:close/>
                  <a:moveTo>
                    <a:pt x="679247" y="918894"/>
                  </a:moveTo>
                  <a:lnTo>
                    <a:pt x="704811" y="927351"/>
                  </a:lnTo>
                  <a:lnTo>
                    <a:pt x="715017" y="908758"/>
                  </a:lnTo>
                  <a:close/>
                  <a:moveTo>
                    <a:pt x="805295" y="895955"/>
                  </a:moveTo>
                  <a:lnTo>
                    <a:pt x="704811" y="927351"/>
                  </a:lnTo>
                  <a:lnTo>
                    <a:pt x="785590" y="950711"/>
                  </a:lnTo>
                  <a:close/>
                  <a:moveTo>
                    <a:pt x="805295" y="895955"/>
                  </a:moveTo>
                  <a:lnTo>
                    <a:pt x="715017" y="908758"/>
                  </a:lnTo>
                  <a:lnTo>
                    <a:pt x="704811" y="927351"/>
                  </a:lnTo>
                  <a:close/>
                  <a:moveTo>
                    <a:pt x="1130044" y="1187390"/>
                  </a:moveTo>
                  <a:lnTo>
                    <a:pt x="1203313" y="1182671"/>
                  </a:lnTo>
                  <a:lnTo>
                    <a:pt x="1255068" y="1160974"/>
                  </a:lnTo>
                  <a:close/>
                  <a:moveTo>
                    <a:pt x="1122887" y="968014"/>
                  </a:moveTo>
                  <a:lnTo>
                    <a:pt x="1123897" y="949205"/>
                  </a:lnTo>
                  <a:lnTo>
                    <a:pt x="1112009" y="924235"/>
                  </a:lnTo>
                  <a:close/>
                  <a:moveTo>
                    <a:pt x="1122887" y="968014"/>
                  </a:moveTo>
                  <a:lnTo>
                    <a:pt x="1112009" y="924235"/>
                  </a:lnTo>
                  <a:lnTo>
                    <a:pt x="1135275" y="885799"/>
                  </a:lnTo>
                  <a:close/>
                  <a:moveTo>
                    <a:pt x="1595813" y="1077792"/>
                  </a:moveTo>
                  <a:lnTo>
                    <a:pt x="1520241" y="1164692"/>
                  </a:lnTo>
                  <a:lnTo>
                    <a:pt x="1581435" y="1114826"/>
                  </a:lnTo>
                  <a:close/>
                  <a:moveTo>
                    <a:pt x="1595813" y="1077792"/>
                  </a:moveTo>
                  <a:lnTo>
                    <a:pt x="1526197" y="1073796"/>
                  </a:lnTo>
                  <a:lnTo>
                    <a:pt x="1520241" y="1164692"/>
                  </a:lnTo>
                  <a:close/>
                  <a:moveTo>
                    <a:pt x="1698710" y="1137786"/>
                  </a:moveTo>
                  <a:lnTo>
                    <a:pt x="1700686" y="1153216"/>
                  </a:lnTo>
                  <a:lnTo>
                    <a:pt x="1724383" y="1155427"/>
                  </a:lnTo>
                  <a:close/>
                  <a:moveTo>
                    <a:pt x="1793559" y="896484"/>
                  </a:moveTo>
                  <a:lnTo>
                    <a:pt x="1774135" y="852705"/>
                  </a:lnTo>
                  <a:lnTo>
                    <a:pt x="1801187" y="814269"/>
                  </a:lnTo>
                  <a:close/>
                  <a:moveTo>
                    <a:pt x="2107877" y="819610"/>
                  </a:moveTo>
                  <a:lnTo>
                    <a:pt x="2132244" y="920115"/>
                  </a:lnTo>
                  <a:lnTo>
                    <a:pt x="2180370" y="884847"/>
                  </a:lnTo>
                  <a:close/>
                  <a:moveTo>
                    <a:pt x="2268183" y="794627"/>
                  </a:moveTo>
                  <a:lnTo>
                    <a:pt x="2200958" y="788687"/>
                  </a:lnTo>
                  <a:lnTo>
                    <a:pt x="2180370" y="884847"/>
                  </a:lnTo>
                  <a:close/>
                  <a:moveTo>
                    <a:pt x="2248128" y="710839"/>
                  </a:moveTo>
                  <a:lnTo>
                    <a:pt x="2206429" y="767075"/>
                  </a:lnTo>
                  <a:lnTo>
                    <a:pt x="2200958" y="788687"/>
                  </a:lnTo>
                  <a:close/>
                  <a:moveTo>
                    <a:pt x="1927002" y="64454"/>
                  </a:moveTo>
                  <a:lnTo>
                    <a:pt x="1921547" y="93922"/>
                  </a:lnTo>
                  <a:lnTo>
                    <a:pt x="1958664" y="2802"/>
                  </a:lnTo>
                  <a:close/>
                  <a:moveTo>
                    <a:pt x="1958664" y="2802"/>
                  </a:moveTo>
                  <a:lnTo>
                    <a:pt x="1967321" y="0"/>
                  </a:lnTo>
                  <a:lnTo>
                    <a:pt x="1927002" y="6445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681" name="Candidate_density__2000">
              <a:extLst>
                <a:ext uri="{FF2B5EF4-FFF2-40B4-BE49-F238E27FC236}">
                  <a16:creationId xmlns:a16="http://schemas.microsoft.com/office/drawing/2014/main" id="{C2B68DAB-CE2A-954A-F636-EB5F5C73473F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42616"/>
              <a:ext cx="1878022" cy="1713218"/>
            </a:xfrm>
            <a:custGeom>
              <a:avLst/>
              <a:gdLst/>
              <a:ahLst/>
              <a:cxnLst/>
              <a:rect l="0" t="0" r="0" b="0"/>
              <a:pathLst>
                <a:path w="1878022" h="1713218">
                  <a:moveTo>
                    <a:pt x="257829" y="1674875"/>
                  </a:moveTo>
                  <a:lnTo>
                    <a:pt x="323577" y="1713218"/>
                  </a:lnTo>
                  <a:lnTo>
                    <a:pt x="350447" y="1644692"/>
                  </a:lnTo>
                  <a:close/>
                  <a:moveTo>
                    <a:pt x="323577" y="1713218"/>
                  </a:moveTo>
                  <a:lnTo>
                    <a:pt x="379963" y="1636438"/>
                  </a:lnTo>
                  <a:lnTo>
                    <a:pt x="350447" y="1644692"/>
                  </a:lnTo>
                  <a:close/>
                  <a:moveTo>
                    <a:pt x="458114" y="1507169"/>
                  </a:moveTo>
                  <a:lnTo>
                    <a:pt x="372827" y="1472008"/>
                  </a:lnTo>
                  <a:lnTo>
                    <a:pt x="378085" y="1522131"/>
                  </a:lnTo>
                  <a:close/>
                  <a:moveTo>
                    <a:pt x="378085" y="1522131"/>
                  </a:moveTo>
                  <a:lnTo>
                    <a:pt x="372827" y="1472008"/>
                  </a:lnTo>
                  <a:lnTo>
                    <a:pt x="359377" y="1437248"/>
                  </a:lnTo>
                  <a:close/>
                  <a:moveTo>
                    <a:pt x="502355" y="1542286"/>
                  </a:moveTo>
                  <a:lnTo>
                    <a:pt x="458114" y="1507169"/>
                  </a:lnTo>
                  <a:lnTo>
                    <a:pt x="468590" y="1515787"/>
                  </a:lnTo>
                  <a:close/>
                  <a:moveTo>
                    <a:pt x="295872" y="1351356"/>
                  </a:moveTo>
                  <a:lnTo>
                    <a:pt x="279338" y="1396069"/>
                  </a:lnTo>
                  <a:lnTo>
                    <a:pt x="316981" y="1371623"/>
                  </a:lnTo>
                  <a:close/>
                  <a:moveTo>
                    <a:pt x="316981" y="1371623"/>
                  </a:moveTo>
                  <a:lnTo>
                    <a:pt x="278382" y="1442503"/>
                  </a:lnTo>
                  <a:lnTo>
                    <a:pt x="359377" y="1437248"/>
                  </a:lnTo>
                  <a:close/>
                  <a:moveTo>
                    <a:pt x="372827" y="1472008"/>
                  </a:moveTo>
                  <a:lnTo>
                    <a:pt x="316981" y="1371623"/>
                  </a:lnTo>
                  <a:lnTo>
                    <a:pt x="359377" y="1437248"/>
                  </a:lnTo>
                  <a:close/>
                  <a:moveTo>
                    <a:pt x="316981" y="1371623"/>
                  </a:moveTo>
                  <a:lnTo>
                    <a:pt x="287365" y="1362626"/>
                  </a:lnTo>
                  <a:lnTo>
                    <a:pt x="295872" y="1351356"/>
                  </a:lnTo>
                  <a:close/>
                  <a:moveTo>
                    <a:pt x="82952" y="1022496"/>
                  </a:moveTo>
                  <a:lnTo>
                    <a:pt x="71196" y="1111723"/>
                  </a:lnTo>
                  <a:lnTo>
                    <a:pt x="113616" y="1055122"/>
                  </a:lnTo>
                  <a:close/>
                  <a:moveTo>
                    <a:pt x="82952" y="1022496"/>
                  </a:moveTo>
                  <a:lnTo>
                    <a:pt x="0" y="1060932"/>
                  </a:lnTo>
                  <a:lnTo>
                    <a:pt x="71196" y="1111723"/>
                  </a:lnTo>
                  <a:close/>
                  <a:moveTo>
                    <a:pt x="520946" y="1463430"/>
                  </a:moveTo>
                  <a:lnTo>
                    <a:pt x="607246" y="1395135"/>
                  </a:lnTo>
                  <a:lnTo>
                    <a:pt x="539548" y="1411956"/>
                  </a:lnTo>
                  <a:close/>
                  <a:moveTo>
                    <a:pt x="281699" y="1239622"/>
                  </a:moveTo>
                  <a:lnTo>
                    <a:pt x="295872" y="1351356"/>
                  </a:lnTo>
                  <a:lnTo>
                    <a:pt x="294904" y="1269141"/>
                  </a:lnTo>
                  <a:close/>
                  <a:moveTo>
                    <a:pt x="82952" y="1022496"/>
                  </a:moveTo>
                  <a:lnTo>
                    <a:pt x="113616" y="1055122"/>
                  </a:lnTo>
                  <a:lnTo>
                    <a:pt x="127331" y="1066274"/>
                  </a:lnTo>
                  <a:close/>
                  <a:moveTo>
                    <a:pt x="607246" y="1395135"/>
                  </a:moveTo>
                  <a:lnTo>
                    <a:pt x="638617" y="1409522"/>
                  </a:lnTo>
                  <a:lnTo>
                    <a:pt x="641120" y="1389972"/>
                  </a:lnTo>
                  <a:close/>
                  <a:moveTo>
                    <a:pt x="463661" y="1312707"/>
                  </a:moveTo>
                  <a:lnTo>
                    <a:pt x="565720" y="1200427"/>
                  </a:lnTo>
                  <a:lnTo>
                    <a:pt x="497614" y="1224449"/>
                  </a:lnTo>
                  <a:close/>
                  <a:moveTo>
                    <a:pt x="571631" y="1285781"/>
                  </a:moveTo>
                  <a:lnTo>
                    <a:pt x="593345" y="1240257"/>
                  </a:lnTo>
                  <a:lnTo>
                    <a:pt x="571845" y="1192269"/>
                  </a:lnTo>
                  <a:close/>
                  <a:moveTo>
                    <a:pt x="565720" y="1200427"/>
                  </a:moveTo>
                  <a:lnTo>
                    <a:pt x="571631" y="1285781"/>
                  </a:lnTo>
                  <a:lnTo>
                    <a:pt x="571845" y="1192269"/>
                  </a:lnTo>
                  <a:close/>
                  <a:moveTo>
                    <a:pt x="568085" y="1188571"/>
                  </a:moveTo>
                  <a:lnTo>
                    <a:pt x="497614" y="1224449"/>
                  </a:lnTo>
                  <a:lnTo>
                    <a:pt x="565720" y="1200427"/>
                  </a:lnTo>
                  <a:close/>
                  <a:moveTo>
                    <a:pt x="450589" y="833429"/>
                  </a:moveTo>
                  <a:lnTo>
                    <a:pt x="511061" y="934654"/>
                  </a:lnTo>
                  <a:lnTo>
                    <a:pt x="531368" y="856789"/>
                  </a:lnTo>
                  <a:close/>
                  <a:moveTo>
                    <a:pt x="425025" y="824972"/>
                  </a:moveTo>
                  <a:lnTo>
                    <a:pt x="373621" y="742756"/>
                  </a:lnTo>
                  <a:lnTo>
                    <a:pt x="390667" y="771756"/>
                  </a:lnTo>
                  <a:close/>
                  <a:moveTo>
                    <a:pt x="816260" y="1033180"/>
                  </a:moveTo>
                  <a:lnTo>
                    <a:pt x="864375" y="1129469"/>
                  </a:lnTo>
                  <a:lnTo>
                    <a:pt x="875822" y="1093468"/>
                  </a:lnTo>
                  <a:close/>
                  <a:moveTo>
                    <a:pt x="816260" y="1033180"/>
                  </a:moveTo>
                  <a:lnTo>
                    <a:pt x="779439" y="1011769"/>
                  </a:lnTo>
                  <a:lnTo>
                    <a:pt x="721035" y="1008606"/>
                  </a:lnTo>
                  <a:close/>
                  <a:moveTo>
                    <a:pt x="373621" y="742756"/>
                  </a:moveTo>
                  <a:lnTo>
                    <a:pt x="460794" y="814836"/>
                  </a:lnTo>
                  <a:lnTo>
                    <a:pt x="403726" y="721670"/>
                  </a:lnTo>
                  <a:close/>
                  <a:moveTo>
                    <a:pt x="425025" y="824972"/>
                  </a:moveTo>
                  <a:lnTo>
                    <a:pt x="460794" y="814836"/>
                  </a:lnTo>
                  <a:lnTo>
                    <a:pt x="373621" y="742756"/>
                  </a:lnTo>
                  <a:close/>
                  <a:moveTo>
                    <a:pt x="373621" y="742756"/>
                  </a:moveTo>
                  <a:lnTo>
                    <a:pt x="379362" y="720355"/>
                  </a:lnTo>
                  <a:lnTo>
                    <a:pt x="342779" y="650005"/>
                  </a:lnTo>
                  <a:close/>
                  <a:moveTo>
                    <a:pt x="762047" y="1033180"/>
                  </a:moveTo>
                  <a:lnTo>
                    <a:pt x="779439" y="1011769"/>
                  </a:lnTo>
                  <a:lnTo>
                    <a:pt x="709843" y="933732"/>
                  </a:lnTo>
                  <a:close/>
                  <a:moveTo>
                    <a:pt x="816260" y="1033180"/>
                  </a:moveTo>
                  <a:lnTo>
                    <a:pt x="902503" y="994744"/>
                  </a:lnTo>
                  <a:lnTo>
                    <a:pt x="779439" y="1011769"/>
                  </a:lnTo>
                  <a:close/>
                  <a:moveTo>
                    <a:pt x="902503" y="994744"/>
                  </a:moveTo>
                  <a:lnTo>
                    <a:pt x="811938" y="918073"/>
                  </a:lnTo>
                  <a:lnTo>
                    <a:pt x="779439" y="1011769"/>
                  </a:lnTo>
                  <a:close/>
                  <a:moveTo>
                    <a:pt x="909793" y="1005280"/>
                  </a:moveTo>
                  <a:lnTo>
                    <a:pt x="875822" y="1093468"/>
                  </a:lnTo>
                  <a:lnTo>
                    <a:pt x="1000846" y="1067052"/>
                  </a:lnTo>
                  <a:close/>
                  <a:moveTo>
                    <a:pt x="1000846" y="1067052"/>
                  </a:moveTo>
                  <a:lnTo>
                    <a:pt x="964828" y="995840"/>
                  </a:lnTo>
                  <a:lnTo>
                    <a:pt x="909793" y="1005280"/>
                  </a:lnTo>
                  <a:close/>
                  <a:moveTo>
                    <a:pt x="563938" y="332956"/>
                  </a:moveTo>
                  <a:lnTo>
                    <a:pt x="493830" y="298587"/>
                  </a:lnTo>
                  <a:lnTo>
                    <a:pt x="545763" y="405981"/>
                  </a:lnTo>
                  <a:close/>
                  <a:moveTo>
                    <a:pt x="545763" y="405981"/>
                  </a:moveTo>
                  <a:lnTo>
                    <a:pt x="472569" y="304803"/>
                  </a:lnTo>
                  <a:lnTo>
                    <a:pt x="497895" y="384305"/>
                  </a:lnTo>
                  <a:close/>
                  <a:moveTo>
                    <a:pt x="1171788" y="933660"/>
                  </a:moveTo>
                  <a:lnTo>
                    <a:pt x="1213556" y="917871"/>
                  </a:lnTo>
                  <a:lnTo>
                    <a:pt x="1201861" y="936783"/>
                  </a:lnTo>
                  <a:close/>
                  <a:moveTo>
                    <a:pt x="1201861" y="936783"/>
                  </a:moveTo>
                  <a:lnTo>
                    <a:pt x="1235648" y="957220"/>
                  </a:lnTo>
                  <a:lnTo>
                    <a:pt x="1274114" y="917871"/>
                  </a:lnTo>
                  <a:close/>
                  <a:moveTo>
                    <a:pt x="1378805" y="961649"/>
                  </a:moveTo>
                  <a:lnTo>
                    <a:pt x="1446464" y="1059294"/>
                  </a:lnTo>
                  <a:lnTo>
                    <a:pt x="1444488" y="1043864"/>
                  </a:lnTo>
                  <a:close/>
                  <a:moveTo>
                    <a:pt x="1327212" y="1020904"/>
                  </a:moveTo>
                  <a:lnTo>
                    <a:pt x="1446464" y="1059294"/>
                  </a:lnTo>
                  <a:lnTo>
                    <a:pt x="1378805" y="961649"/>
                  </a:lnTo>
                  <a:close/>
                  <a:moveTo>
                    <a:pt x="1378805" y="961649"/>
                  </a:moveTo>
                  <a:lnTo>
                    <a:pt x="1444488" y="1043864"/>
                  </a:lnTo>
                  <a:lnTo>
                    <a:pt x="1477322" y="923213"/>
                  </a:lnTo>
                  <a:close/>
                  <a:moveTo>
                    <a:pt x="1853654" y="725688"/>
                  </a:moveTo>
                  <a:lnTo>
                    <a:pt x="1812918" y="764125"/>
                  </a:lnTo>
                  <a:lnTo>
                    <a:pt x="1878022" y="826193"/>
                  </a:lnTo>
                  <a:close/>
                  <a:moveTo>
                    <a:pt x="1708061" y="479043"/>
                  </a:moveTo>
                  <a:lnTo>
                    <a:pt x="1705368" y="569625"/>
                  </a:lnTo>
                  <a:lnTo>
                    <a:pt x="1699544" y="501008"/>
                  </a:lnTo>
                  <a:close/>
                  <a:moveTo>
                    <a:pt x="1708061" y="479043"/>
                  </a:moveTo>
                  <a:lnTo>
                    <a:pt x="1755938" y="433195"/>
                  </a:lnTo>
                  <a:lnTo>
                    <a:pt x="1704075" y="517480"/>
                  </a:lnTo>
                  <a:close/>
                  <a:moveTo>
                    <a:pt x="1731710" y="208433"/>
                  </a:moveTo>
                  <a:lnTo>
                    <a:pt x="1664591" y="202407"/>
                  </a:lnTo>
                  <a:lnTo>
                    <a:pt x="1645502" y="298955"/>
                  </a:lnTo>
                  <a:close/>
                  <a:moveTo>
                    <a:pt x="1664591" y="202407"/>
                  </a:moveTo>
                  <a:lnTo>
                    <a:pt x="1731710" y="208433"/>
                  </a:lnTo>
                  <a:lnTo>
                    <a:pt x="1664187" y="153611"/>
                  </a:lnTo>
                  <a:close/>
                  <a:moveTo>
                    <a:pt x="1730400" y="109406"/>
                  </a:moveTo>
                  <a:lnTo>
                    <a:pt x="1669665" y="98190"/>
                  </a:lnTo>
                  <a:lnTo>
                    <a:pt x="1664187" y="153611"/>
                  </a:lnTo>
                  <a:close/>
                  <a:moveTo>
                    <a:pt x="1669665" y="98190"/>
                  </a:moveTo>
                  <a:lnTo>
                    <a:pt x="1711101" y="25003"/>
                  </a:lnTo>
                  <a:lnTo>
                    <a:pt x="166732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682" name="Candidate_density__2001">
              <a:extLst>
                <a:ext uri="{FF2B5EF4-FFF2-40B4-BE49-F238E27FC236}">
                  <a16:creationId xmlns:a16="http://schemas.microsoft.com/office/drawing/2014/main" id="{B1FCDA17-BC08-5609-9F90-4DAE898C19DE}"/>
                </a:ext>
              </a:extLst>
            </p:cNvPr>
            <p:cNvSpPr>
              <a:spLocks noGrp="1"/>
            </p:cNvSpPr>
            <p:nvPr/>
          </p:nvSpPr>
          <p:spPr>
            <a:xfrm>
              <a:off x="5050916" y="3975572"/>
              <a:ext cx="1741128" cy="1382809"/>
            </a:xfrm>
            <a:custGeom>
              <a:avLst/>
              <a:gdLst/>
              <a:ahLst/>
              <a:cxnLst/>
              <a:rect l="0" t="0" r="0" b="0"/>
              <a:pathLst>
                <a:path w="1741128" h="1382809">
                  <a:moveTo>
                    <a:pt x="125956" y="1382809"/>
                  </a:moveTo>
                  <a:lnTo>
                    <a:pt x="169901" y="1331909"/>
                  </a:lnTo>
                  <a:lnTo>
                    <a:pt x="50745" y="1380262"/>
                  </a:lnTo>
                  <a:close/>
                  <a:moveTo>
                    <a:pt x="5012" y="815534"/>
                  </a:moveTo>
                  <a:lnTo>
                    <a:pt x="0" y="823588"/>
                  </a:lnTo>
                  <a:lnTo>
                    <a:pt x="22072" y="936185"/>
                  </a:lnTo>
                  <a:close/>
                  <a:moveTo>
                    <a:pt x="506607" y="678813"/>
                  </a:moveTo>
                  <a:lnTo>
                    <a:pt x="489215" y="700224"/>
                  </a:lnTo>
                  <a:lnTo>
                    <a:pt x="406302" y="725835"/>
                  </a:lnTo>
                  <a:close/>
                  <a:moveTo>
                    <a:pt x="265207" y="379581"/>
                  </a:moveTo>
                  <a:lnTo>
                    <a:pt x="212462" y="415027"/>
                  </a:lnTo>
                  <a:lnTo>
                    <a:pt x="187962" y="481880"/>
                  </a:lnTo>
                  <a:close/>
                  <a:moveTo>
                    <a:pt x="265207" y="379581"/>
                  </a:moveTo>
                  <a:lnTo>
                    <a:pt x="187962" y="481880"/>
                  </a:lnTo>
                  <a:lnTo>
                    <a:pt x="278241" y="469077"/>
                  </a:lnTo>
                  <a:close/>
                  <a:moveTo>
                    <a:pt x="282325" y="86282"/>
                  </a:moveTo>
                  <a:lnTo>
                    <a:pt x="291106" y="0"/>
                  </a:lnTo>
                  <a:lnTo>
                    <a:pt x="272932" y="73025"/>
                  </a:lnTo>
                  <a:close/>
                  <a:moveTo>
                    <a:pt x="1137101" y="718570"/>
                  </a:moveTo>
                  <a:lnTo>
                    <a:pt x="1173632" y="726338"/>
                  </a:lnTo>
                  <a:lnTo>
                    <a:pt x="1054381" y="687948"/>
                  </a:lnTo>
                  <a:close/>
                  <a:moveTo>
                    <a:pt x="1272707" y="731718"/>
                  </a:moveTo>
                  <a:lnTo>
                    <a:pt x="1197329" y="728549"/>
                  </a:lnTo>
                  <a:lnTo>
                    <a:pt x="1173632" y="726338"/>
                  </a:lnTo>
                  <a:close/>
                  <a:moveTo>
                    <a:pt x="1728437" y="272081"/>
                  </a:moveTo>
                  <a:lnTo>
                    <a:pt x="1679375" y="340197"/>
                  </a:lnTo>
                  <a:lnTo>
                    <a:pt x="1721074" y="283961"/>
                  </a:lnTo>
                  <a:close/>
                  <a:moveTo>
                    <a:pt x="1721074" y="283961"/>
                  </a:moveTo>
                  <a:lnTo>
                    <a:pt x="1673904" y="361809"/>
                  </a:lnTo>
                  <a:lnTo>
                    <a:pt x="1741128" y="36774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683" name="Candidate_density__2002">
              <a:extLst>
                <a:ext uri="{FF2B5EF4-FFF2-40B4-BE49-F238E27FC236}">
                  <a16:creationId xmlns:a16="http://schemas.microsoft.com/office/drawing/2014/main" id="{A52C007F-32B8-B33D-E3B9-631C8B83CE53}"/>
                </a:ext>
              </a:extLst>
            </p:cNvPr>
            <p:cNvSpPr>
              <a:spLocks noGrp="1"/>
            </p:cNvSpPr>
            <p:nvPr/>
          </p:nvSpPr>
          <p:spPr>
            <a:xfrm>
              <a:off x="4772963" y="3469281"/>
              <a:ext cx="1858775" cy="1809774"/>
            </a:xfrm>
            <a:custGeom>
              <a:avLst/>
              <a:gdLst/>
              <a:ahLst/>
              <a:cxnLst/>
              <a:rect l="0" t="0" r="0" b="0"/>
              <a:pathLst>
                <a:path w="1858775" h="1809774">
                  <a:moveTo>
                    <a:pt x="214564" y="1645343"/>
                  </a:moveTo>
                  <a:lnTo>
                    <a:pt x="217791" y="1750551"/>
                  </a:lnTo>
                  <a:lnTo>
                    <a:pt x="268425" y="1724658"/>
                  </a:lnTo>
                  <a:close/>
                  <a:moveTo>
                    <a:pt x="214564" y="1645343"/>
                  </a:moveTo>
                  <a:lnTo>
                    <a:pt x="177017" y="1683780"/>
                  </a:lnTo>
                  <a:lnTo>
                    <a:pt x="217791" y="1750551"/>
                  </a:lnTo>
                  <a:close/>
                  <a:moveTo>
                    <a:pt x="383206" y="1695466"/>
                  </a:moveTo>
                  <a:lnTo>
                    <a:pt x="362224" y="1796699"/>
                  </a:lnTo>
                  <a:lnTo>
                    <a:pt x="439113" y="1689122"/>
                  </a:lnTo>
                  <a:close/>
                  <a:moveTo>
                    <a:pt x="439113" y="1689122"/>
                  </a:moveTo>
                  <a:lnTo>
                    <a:pt x="362224" y="1796699"/>
                  </a:lnTo>
                  <a:lnTo>
                    <a:pt x="385084" y="1809774"/>
                  </a:lnTo>
                  <a:close/>
                  <a:moveTo>
                    <a:pt x="170725" y="1563128"/>
                  </a:moveTo>
                  <a:lnTo>
                    <a:pt x="214564" y="1645343"/>
                  </a:lnTo>
                  <a:lnTo>
                    <a:pt x="253826" y="1524692"/>
                  </a:lnTo>
                  <a:close/>
                  <a:moveTo>
                    <a:pt x="133235" y="852256"/>
                  </a:moveTo>
                  <a:lnTo>
                    <a:pt x="16037" y="828535"/>
                  </a:lnTo>
                  <a:lnTo>
                    <a:pt x="0" y="847972"/>
                  </a:lnTo>
                  <a:close/>
                  <a:moveTo>
                    <a:pt x="660762" y="1151133"/>
                  </a:moveTo>
                  <a:lnTo>
                    <a:pt x="635249" y="1184170"/>
                  </a:lnTo>
                  <a:lnTo>
                    <a:pt x="667831" y="1124300"/>
                  </a:lnTo>
                  <a:close/>
                  <a:moveTo>
                    <a:pt x="667831" y="1124300"/>
                  </a:moveTo>
                  <a:lnTo>
                    <a:pt x="653673" y="1056804"/>
                  </a:lnTo>
                  <a:lnTo>
                    <a:pt x="660762" y="1151133"/>
                  </a:lnTo>
                  <a:close/>
                  <a:moveTo>
                    <a:pt x="667831" y="1124300"/>
                  </a:moveTo>
                  <a:lnTo>
                    <a:pt x="649519" y="1042085"/>
                  </a:lnTo>
                  <a:lnTo>
                    <a:pt x="653673" y="1056804"/>
                  </a:lnTo>
                  <a:close/>
                  <a:moveTo>
                    <a:pt x="907624" y="1168079"/>
                  </a:moveTo>
                  <a:lnTo>
                    <a:pt x="880943" y="1266803"/>
                  </a:lnTo>
                  <a:lnTo>
                    <a:pt x="914914" y="1178615"/>
                  </a:lnTo>
                  <a:close/>
                  <a:moveTo>
                    <a:pt x="667831" y="1124300"/>
                  </a:moveTo>
                  <a:lnTo>
                    <a:pt x="714965" y="1107067"/>
                  </a:lnTo>
                  <a:lnTo>
                    <a:pt x="649519" y="1042085"/>
                  </a:lnTo>
                  <a:close/>
                  <a:moveTo>
                    <a:pt x="362060" y="504870"/>
                  </a:moveTo>
                  <a:lnTo>
                    <a:pt x="366716" y="548794"/>
                  </a:lnTo>
                  <a:lnTo>
                    <a:pt x="356426" y="516131"/>
                  </a:lnTo>
                  <a:close/>
                  <a:moveTo>
                    <a:pt x="362060" y="504870"/>
                  </a:moveTo>
                  <a:lnTo>
                    <a:pt x="356426" y="516131"/>
                  </a:lnTo>
                  <a:lnTo>
                    <a:pt x="356327" y="510358"/>
                  </a:lnTo>
                  <a:close/>
                  <a:moveTo>
                    <a:pt x="944646" y="1129643"/>
                  </a:moveTo>
                  <a:lnTo>
                    <a:pt x="907624" y="1168079"/>
                  </a:lnTo>
                  <a:lnTo>
                    <a:pt x="914914" y="1178615"/>
                  </a:lnTo>
                  <a:close/>
                  <a:moveTo>
                    <a:pt x="907624" y="1168079"/>
                  </a:moveTo>
                  <a:lnTo>
                    <a:pt x="944646" y="1129643"/>
                  </a:lnTo>
                  <a:lnTo>
                    <a:pt x="909371" y="1070202"/>
                  </a:lnTo>
                  <a:close/>
                  <a:moveTo>
                    <a:pt x="817059" y="1091409"/>
                  </a:moveTo>
                  <a:lnTo>
                    <a:pt x="907624" y="1168079"/>
                  </a:lnTo>
                  <a:lnTo>
                    <a:pt x="909371" y="1070202"/>
                  </a:lnTo>
                  <a:close/>
                  <a:moveTo>
                    <a:pt x="1006008" y="1025339"/>
                  </a:moveTo>
                  <a:lnTo>
                    <a:pt x="909371" y="1070202"/>
                  </a:lnTo>
                  <a:lnTo>
                    <a:pt x="972803" y="1047428"/>
                  </a:lnTo>
                  <a:close/>
                  <a:moveTo>
                    <a:pt x="909371" y="1070202"/>
                  </a:moveTo>
                  <a:lnTo>
                    <a:pt x="953509" y="1107711"/>
                  </a:lnTo>
                  <a:lnTo>
                    <a:pt x="972803" y="1047428"/>
                  </a:lnTo>
                  <a:close/>
                  <a:moveTo>
                    <a:pt x="369938" y="505146"/>
                  </a:moveTo>
                  <a:lnTo>
                    <a:pt x="503016" y="557641"/>
                  </a:lnTo>
                  <a:lnTo>
                    <a:pt x="477690" y="478138"/>
                  </a:lnTo>
                  <a:close/>
                  <a:moveTo>
                    <a:pt x="362060" y="504870"/>
                  </a:moveTo>
                  <a:lnTo>
                    <a:pt x="356327" y="510358"/>
                  </a:lnTo>
                  <a:lnTo>
                    <a:pt x="369938" y="505146"/>
                  </a:lnTo>
                  <a:close/>
                  <a:moveTo>
                    <a:pt x="369938" y="505146"/>
                  </a:moveTo>
                  <a:lnTo>
                    <a:pt x="428277" y="473791"/>
                  </a:lnTo>
                  <a:lnTo>
                    <a:pt x="362060" y="504870"/>
                  </a:lnTo>
                  <a:close/>
                  <a:moveTo>
                    <a:pt x="369938" y="505146"/>
                  </a:moveTo>
                  <a:lnTo>
                    <a:pt x="477690" y="478138"/>
                  </a:lnTo>
                  <a:lnTo>
                    <a:pt x="428277" y="473791"/>
                  </a:lnTo>
                  <a:close/>
                  <a:moveTo>
                    <a:pt x="552984" y="446189"/>
                  </a:moveTo>
                  <a:lnTo>
                    <a:pt x="477690" y="478138"/>
                  </a:lnTo>
                  <a:lnTo>
                    <a:pt x="498951" y="471922"/>
                  </a:lnTo>
                  <a:close/>
                  <a:moveTo>
                    <a:pt x="428277" y="473791"/>
                  </a:moveTo>
                  <a:lnTo>
                    <a:pt x="477690" y="478138"/>
                  </a:lnTo>
                  <a:lnTo>
                    <a:pt x="552984" y="446189"/>
                  </a:lnTo>
                  <a:close/>
                  <a:moveTo>
                    <a:pt x="605379" y="426883"/>
                  </a:moveTo>
                  <a:lnTo>
                    <a:pt x="552984" y="446189"/>
                  </a:lnTo>
                  <a:lnTo>
                    <a:pt x="498951" y="471922"/>
                  </a:lnTo>
                  <a:close/>
                  <a:moveTo>
                    <a:pt x="1279235" y="1091206"/>
                  </a:moveTo>
                  <a:lnTo>
                    <a:pt x="1369586" y="1118317"/>
                  </a:lnTo>
                  <a:lnTo>
                    <a:pt x="1326501" y="1052770"/>
                  </a:lnTo>
                  <a:close/>
                  <a:moveTo>
                    <a:pt x="1346712" y="1157205"/>
                  </a:moveTo>
                  <a:lnTo>
                    <a:pt x="1383926" y="1134985"/>
                  </a:lnTo>
                  <a:lnTo>
                    <a:pt x="1369586" y="1118317"/>
                  </a:lnTo>
                  <a:close/>
                  <a:moveTo>
                    <a:pt x="1340051" y="1007892"/>
                  </a:moveTo>
                  <a:lnTo>
                    <a:pt x="1301013" y="1077139"/>
                  </a:lnTo>
                  <a:lnTo>
                    <a:pt x="1279235" y="1091206"/>
                  </a:lnTo>
                  <a:close/>
                  <a:moveTo>
                    <a:pt x="1326501" y="1052770"/>
                  </a:moveTo>
                  <a:lnTo>
                    <a:pt x="1353058" y="951861"/>
                  </a:lnTo>
                  <a:lnTo>
                    <a:pt x="1340051" y="1007892"/>
                  </a:lnTo>
                  <a:close/>
                  <a:moveTo>
                    <a:pt x="1354766" y="932118"/>
                  </a:moveTo>
                  <a:lnTo>
                    <a:pt x="1353058" y="951861"/>
                  </a:lnTo>
                  <a:lnTo>
                    <a:pt x="1326501" y="1052770"/>
                  </a:lnTo>
                  <a:close/>
                  <a:moveTo>
                    <a:pt x="1761061" y="855245"/>
                  </a:moveTo>
                  <a:lnTo>
                    <a:pt x="1731093" y="924898"/>
                  </a:lnTo>
                  <a:lnTo>
                    <a:pt x="1776928" y="881064"/>
                  </a:lnTo>
                  <a:close/>
                  <a:moveTo>
                    <a:pt x="1858775" y="899024"/>
                  </a:moveTo>
                  <a:lnTo>
                    <a:pt x="1833384" y="876942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76928" y="881064"/>
                  </a:lnTo>
                  <a:lnTo>
                    <a:pt x="1833384" y="876942"/>
                  </a:lnTo>
                  <a:close/>
                  <a:moveTo>
                    <a:pt x="1788147" y="816809"/>
                  </a:moveTo>
                  <a:lnTo>
                    <a:pt x="1761061" y="855245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52495" y="789714"/>
                  </a:lnTo>
                  <a:lnTo>
                    <a:pt x="1761061" y="855245"/>
                  </a:lnTo>
                  <a:close/>
                  <a:moveTo>
                    <a:pt x="1590779" y="405733"/>
                  </a:moveTo>
                  <a:lnTo>
                    <a:pt x="1644624" y="496231"/>
                  </a:lnTo>
                  <a:lnTo>
                    <a:pt x="1650624" y="472290"/>
                  </a:lnTo>
                  <a:close/>
                  <a:moveTo>
                    <a:pt x="1590779" y="405733"/>
                  </a:moveTo>
                  <a:lnTo>
                    <a:pt x="1650624" y="472290"/>
                  </a:lnTo>
                  <a:lnTo>
                    <a:pt x="1669712" y="375742"/>
                  </a:lnTo>
                  <a:close/>
                  <a:moveTo>
                    <a:pt x="1590779" y="405733"/>
                  </a:moveTo>
                  <a:lnTo>
                    <a:pt x="1669712" y="375742"/>
                  </a:lnTo>
                  <a:lnTo>
                    <a:pt x="1639142" y="285082"/>
                  </a:lnTo>
                  <a:close/>
                  <a:moveTo>
                    <a:pt x="1567663" y="323518"/>
                  </a:moveTo>
                  <a:lnTo>
                    <a:pt x="1590779" y="405733"/>
                  </a:lnTo>
                  <a:lnTo>
                    <a:pt x="1639142" y="285082"/>
                  </a:lnTo>
                  <a:close/>
                  <a:moveTo>
                    <a:pt x="1580686" y="202867"/>
                  </a:moveTo>
                  <a:lnTo>
                    <a:pt x="1567663" y="323518"/>
                  </a:lnTo>
                  <a:lnTo>
                    <a:pt x="1639142" y="285082"/>
                  </a:lnTo>
                  <a:close/>
                  <a:moveTo>
                    <a:pt x="1525722" y="131935"/>
                  </a:moveTo>
                  <a:lnTo>
                    <a:pt x="1543188" y="134063"/>
                  </a:lnTo>
                  <a:lnTo>
                    <a:pt x="1535561" y="120651"/>
                  </a:lnTo>
                  <a:close/>
                  <a:moveTo>
                    <a:pt x="1580686" y="202867"/>
                  </a:moveTo>
                  <a:lnTo>
                    <a:pt x="1543188" y="134063"/>
                  </a:lnTo>
                  <a:lnTo>
                    <a:pt x="1525722" y="131935"/>
                  </a:lnTo>
                  <a:close/>
                  <a:moveTo>
                    <a:pt x="1639142" y="285082"/>
                  </a:moveTo>
                  <a:lnTo>
                    <a:pt x="1669308" y="326946"/>
                  </a:lnTo>
                  <a:lnTo>
                    <a:pt x="1674786" y="271525"/>
                  </a:lnTo>
                  <a:close/>
                  <a:moveTo>
                    <a:pt x="1580686" y="202867"/>
                  </a:moveTo>
                  <a:lnTo>
                    <a:pt x="1639142" y="285082"/>
                  </a:lnTo>
                  <a:lnTo>
                    <a:pt x="1674786" y="271525"/>
                  </a:lnTo>
                  <a:close/>
                  <a:moveTo>
                    <a:pt x="1556354" y="107032"/>
                  </a:moveTo>
                  <a:lnTo>
                    <a:pt x="1543188" y="134063"/>
                  </a:lnTo>
                  <a:lnTo>
                    <a:pt x="1595762" y="82215"/>
                  </a:lnTo>
                  <a:close/>
                  <a:moveTo>
                    <a:pt x="1543188" y="134063"/>
                  </a:moveTo>
                  <a:lnTo>
                    <a:pt x="1580686" y="202867"/>
                  </a:lnTo>
                  <a:lnTo>
                    <a:pt x="1595762" y="82215"/>
                  </a:lnTo>
                  <a:close/>
                  <a:moveTo>
                    <a:pt x="1595762" y="82215"/>
                  </a:moveTo>
                  <a:lnTo>
                    <a:pt x="1580686" y="202867"/>
                  </a:lnTo>
                  <a:lnTo>
                    <a:pt x="1677900" y="143868"/>
                  </a:lnTo>
                  <a:close/>
                  <a:moveTo>
                    <a:pt x="1535561" y="120651"/>
                  </a:moveTo>
                  <a:lnTo>
                    <a:pt x="1543188" y="134063"/>
                  </a:lnTo>
                  <a:lnTo>
                    <a:pt x="1556354" y="107032"/>
                  </a:lnTo>
                  <a:close/>
                  <a:moveTo>
                    <a:pt x="1531287" y="89567"/>
                  </a:moveTo>
                  <a:lnTo>
                    <a:pt x="1535561" y="120651"/>
                  </a:lnTo>
                  <a:lnTo>
                    <a:pt x="1556354" y="107032"/>
                  </a:lnTo>
                  <a:close/>
                  <a:moveTo>
                    <a:pt x="1595118" y="0"/>
                  </a:moveTo>
                  <a:lnTo>
                    <a:pt x="1556354" y="107032"/>
                  </a:lnTo>
                  <a:lnTo>
                    <a:pt x="1595762" y="822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684" name="Candidate_density__2003">
              <a:extLst>
                <a:ext uri="{FF2B5EF4-FFF2-40B4-BE49-F238E27FC236}">
                  <a16:creationId xmlns:a16="http://schemas.microsoft.com/office/drawing/2014/main" id="{F2BA8569-250D-D7DF-E01C-9BB59FF9D8FB}"/>
                </a:ext>
              </a:extLst>
            </p:cNvPr>
            <p:cNvSpPr>
              <a:spLocks noGrp="1"/>
            </p:cNvSpPr>
            <p:nvPr/>
          </p:nvSpPr>
          <p:spPr>
            <a:xfrm>
              <a:off x="5220817" y="3728860"/>
              <a:ext cx="1571227" cy="1604491"/>
            </a:xfrm>
            <a:custGeom>
              <a:avLst/>
              <a:gdLst/>
              <a:ahLst/>
              <a:cxnLst/>
              <a:rect l="0" t="0" r="0" b="0"/>
              <a:pathLst>
                <a:path w="1571227" h="1604491">
                  <a:moveTo>
                    <a:pt x="40645" y="1550194"/>
                  </a:moveTo>
                  <a:lnTo>
                    <a:pt x="48726" y="1604491"/>
                  </a:lnTo>
                  <a:lnTo>
                    <a:pt x="0" y="1578621"/>
                  </a:lnTo>
                  <a:close/>
                  <a:moveTo>
                    <a:pt x="103030" y="319737"/>
                  </a:moveTo>
                  <a:lnTo>
                    <a:pt x="93731" y="359194"/>
                  </a:lnTo>
                  <a:lnTo>
                    <a:pt x="112424" y="332994"/>
                  </a:lnTo>
                  <a:close/>
                  <a:moveTo>
                    <a:pt x="823285" y="984526"/>
                  </a:moveTo>
                  <a:lnTo>
                    <a:pt x="757323" y="953104"/>
                  </a:lnTo>
                  <a:lnTo>
                    <a:pt x="884479" y="934660"/>
                  </a:lnTo>
                  <a:close/>
                  <a:moveTo>
                    <a:pt x="717395" y="6465"/>
                  </a:moveTo>
                  <a:lnTo>
                    <a:pt x="666245" y="30429"/>
                  </a:lnTo>
                  <a:lnTo>
                    <a:pt x="790196" y="0"/>
                  </a:lnTo>
                  <a:close/>
                  <a:moveTo>
                    <a:pt x="1483415" y="704680"/>
                  </a:moveTo>
                  <a:lnTo>
                    <a:pt x="1435289" y="739948"/>
                  </a:lnTo>
                  <a:lnTo>
                    <a:pt x="1551332" y="679954"/>
                  </a:lnTo>
                  <a:close/>
                  <a:moveTo>
                    <a:pt x="1571227" y="614461"/>
                  </a:moveTo>
                  <a:lnTo>
                    <a:pt x="1483415" y="704680"/>
                  </a:lnTo>
                  <a:lnTo>
                    <a:pt x="1551332" y="67995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685" name="Candidate_density__2004">
              <a:extLst>
                <a:ext uri="{FF2B5EF4-FFF2-40B4-BE49-F238E27FC236}">
                  <a16:creationId xmlns:a16="http://schemas.microsoft.com/office/drawing/2014/main" id="{4746BE92-AE89-73EF-EF93-02245FE7B120}"/>
                </a:ext>
              </a:extLst>
            </p:cNvPr>
            <p:cNvSpPr>
              <a:spLocks noGrp="1"/>
            </p:cNvSpPr>
            <p:nvPr/>
          </p:nvSpPr>
          <p:spPr>
            <a:xfrm>
              <a:off x="6052198" y="4477172"/>
              <a:ext cx="60816" cy="83314"/>
            </a:xfrm>
            <a:custGeom>
              <a:avLst/>
              <a:gdLst/>
              <a:ahLst/>
              <a:cxnLst/>
              <a:rect l="0" t="0" r="0" b="0"/>
              <a:pathLst>
                <a:path w="60816" h="83314">
                  <a:moveTo>
                    <a:pt x="60816" y="0"/>
                  </a:moveTo>
                  <a:lnTo>
                    <a:pt x="0" y="83314"/>
                  </a:lnTo>
                  <a:lnTo>
                    <a:pt x="47266" y="448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686" name="Candidate_density__2005">
              <a:extLst>
                <a:ext uri="{FF2B5EF4-FFF2-40B4-BE49-F238E27FC236}">
                  <a16:creationId xmlns:a16="http://schemas.microsoft.com/office/drawing/2014/main" id="{F3732D77-2845-1A39-0F5E-976850EB6459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86596"/>
              <a:ext cx="2332922" cy="1936237"/>
            </a:xfrm>
            <a:custGeom>
              <a:avLst/>
              <a:gdLst/>
              <a:ahLst/>
              <a:cxnLst/>
              <a:rect l="0" t="0" r="0" b="0"/>
              <a:pathLst>
                <a:path w="2332922" h="1936237">
                  <a:moveTo>
                    <a:pt x="807984" y="1854022"/>
                  </a:moveTo>
                  <a:lnTo>
                    <a:pt x="711616" y="1892458"/>
                  </a:lnTo>
                  <a:lnTo>
                    <a:pt x="804826" y="1936237"/>
                  </a:lnTo>
                  <a:close/>
                  <a:moveTo>
                    <a:pt x="194901" y="1211030"/>
                  </a:moveTo>
                  <a:lnTo>
                    <a:pt x="176695" y="1207899"/>
                  </a:lnTo>
                  <a:lnTo>
                    <a:pt x="224971" y="1260003"/>
                  </a:lnTo>
                  <a:close/>
                  <a:moveTo>
                    <a:pt x="55356" y="1145862"/>
                  </a:moveTo>
                  <a:lnTo>
                    <a:pt x="173148" y="1196301"/>
                  </a:lnTo>
                  <a:lnTo>
                    <a:pt x="106751" y="1160111"/>
                  </a:lnTo>
                  <a:close/>
                  <a:moveTo>
                    <a:pt x="55356" y="1145862"/>
                  </a:moveTo>
                  <a:lnTo>
                    <a:pt x="176695" y="1207899"/>
                  </a:lnTo>
                  <a:lnTo>
                    <a:pt x="173148" y="1196301"/>
                  </a:lnTo>
                  <a:close/>
                  <a:moveTo>
                    <a:pt x="56113" y="1152522"/>
                  </a:moveTo>
                  <a:lnTo>
                    <a:pt x="176695" y="1207899"/>
                  </a:lnTo>
                  <a:lnTo>
                    <a:pt x="55356" y="1145862"/>
                  </a:lnTo>
                  <a:close/>
                  <a:moveTo>
                    <a:pt x="173148" y="1196301"/>
                  </a:moveTo>
                  <a:lnTo>
                    <a:pt x="176695" y="1207899"/>
                  </a:lnTo>
                  <a:lnTo>
                    <a:pt x="194901" y="1211030"/>
                  </a:lnTo>
                  <a:close/>
                  <a:moveTo>
                    <a:pt x="106751" y="1160111"/>
                  </a:moveTo>
                  <a:lnTo>
                    <a:pt x="0" y="1130273"/>
                  </a:lnTo>
                  <a:lnTo>
                    <a:pt x="55356" y="1145862"/>
                  </a:lnTo>
                  <a:close/>
                  <a:moveTo>
                    <a:pt x="804826" y="1936237"/>
                  </a:moveTo>
                  <a:lnTo>
                    <a:pt x="787142" y="1915407"/>
                  </a:lnTo>
                  <a:lnTo>
                    <a:pt x="763493" y="1834541"/>
                  </a:lnTo>
                  <a:close/>
                  <a:moveTo>
                    <a:pt x="807984" y="1854022"/>
                  </a:moveTo>
                  <a:lnTo>
                    <a:pt x="763493" y="1834541"/>
                  </a:lnTo>
                  <a:lnTo>
                    <a:pt x="722288" y="1767948"/>
                  </a:lnTo>
                  <a:close/>
                  <a:moveTo>
                    <a:pt x="722166" y="1667955"/>
                  </a:moveTo>
                  <a:lnTo>
                    <a:pt x="765646" y="1771807"/>
                  </a:lnTo>
                  <a:lnTo>
                    <a:pt x="722288" y="1767948"/>
                  </a:lnTo>
                  <a:close/>
                  <a:moveTo>
                    <a:pt x="472287" y="1404510"/>
                  </a:moveTo>
                  <a:lnTo>
                    <a:pt x="511172" y="1518121"/>
                  </a:lnTo>
                  <a:lnTo>
                    <a:pt x="541686" y="1456424"/>
                  </a:lnTo>
                  <a:close/>
                  <a:moveTo>
                    <a:pt x="613352" y="1495642"/>
                  </a:moveTo>
                  <a:lnTo>
                    <a:pt x="604485" y="1412564"/>
                  </a:lnTo>
                  <a:lnTo>
                    <a:pt x="541686" y="1456424"/>
                  </a:lnTo>
                  <a:close/>
                  <a:moveTo>
                    <a:pt x="434405" y="1240079"/>
                  </a:moveTo>
                  <a:lnTo>
                    <a:pt x="414606" y="1278516"/>
                  </a:lnTo>
                  <a:lnTo>
                    <a:pt x="458985" y="1322294"/>
                  </a:lnTo>
                  <a:close/>
                  <a:moveTo>
                    <a:pt x="434405" y="1240079"/>
                  </a:moveTo>
                  <a:lnTo>
                    <a:pt x="390915" y="1171374"/>
                  </a:lnTo>
                  <a:lnTo>
                    <a:pt x="352227" y="1241931"/>
                  </a:lnTo>
                  <a:close/>
                  <a:moveTo>
                    <a:pt x="173148" y="1196301"/>
                  </a:moveTo>
                  <a:lnTo>
                    <a:pt x="194901" y="1211030"/>
                  </a:lnTo>
                  <a:lnTo>
                    <a:pt x="197107" y="1191305"/>
                  </a:lnTo>
                  <a:close/>
                  <a:moveTo>
                    <a:pt x="173148" y="1196301"/>
                  </a:moveTo>
                  <a:lnTo>
                    <a:pt x="197107" y="1191305"/>
                  </a:lnTo>
                  <a:lnTo>
                    <a:pt x="106751" y="1160111"/>
                  </a:lnTo>
                  <a:close/>
                  <a:moveTo>
                    <a:pt x="299009" y="1169052"/>
                  </a:moveTo>
                  <a:lnTo>
                    <a:pt x="194901" y="1211030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197107" y="1191305"/>
                  </a:lnTo>
                  <a:lnTo>
                    <a:pt x="194901" y="1211030"/>
                  </a:lnTo>
                  <a:close/>
                  <a:moveTo>
                    <a:pt x="197107" y="1191305"/>
                  </a:moveTo>
                  <a:lnTo>
                    <a:pt x="299009" y="1169052"/>
                  </a:lnTo>
                  <a:lnTo>
                    <a:pt x="227997" y="1119569"/>
                  </a:lnTo>
                  <a:close/>
                  <a:moveTo>
                    <a:pt x="299009" y="1169052"/>
                  </a:moveTo>
                  <a:lnTo>
                    <a:pt x="305976" y="1132462"/>
                  </a:lnTo>
                  <a:lnTo>
                    <a:pt x="227997" y="1119569"/>
                  </a:lnTo>
                  <a:close/>
                  <a:moveTo>
                    <a:pt x="276650" y="1238017"/>
                  </a:moveTo>
                  <a:lnTo>
                    <a:pt x="368208" y="1157865"/>
                  </a:lnTo>
                  <a:lnTo>
                    <a:pt x="299009" y="1169052"/>
                  </a:lnTo>
                  <a:close/>
                  <a:moveTo>
                    <a:pt x="390915" y="1171374"/>
                  </a:moveTo>
                  <a:lnTo>
                    <a:pt x="368208" y="1157865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368208" y="1157865"/>
                  </a:lnTo>
                  <a:lnTo>
                    <a:pt x="305976" y="1132462"/>
                  </a:lnTo>
                  <a:close/>
                  <a:moveTo>
                    <a:pt x="758528" y="1815585"/>
                  </a:moveTo>
                  <a:lnTo>
                    <a:pt x="722288" y="1767948"/>
                  </a:lnTo>
                  <a:lnTo>
                    <a:pt x="763493" y="1834541"/>
                  </a:lnTo>
                  <a:close/>
                  <a:moveTo>
                    <a:pt x="722288" y="1767948"/>
                  </a:moveTo>
                  <a:lnTo>
                    <a:pt x="716056" y="1733370"/>
                  </a:lnTo>
                  <a:lnTo>
                    <a:pt x="636682" y="1676859"/>
                  </a:lnTo>
                  <a:close/>
                  <a:moveTo>
                    <a:pt x="722166" y="1667955"/>
                  </a:moveTo>
                  <a:lnTo>
                    <a:pt x="722288" y="1767948"/>
                  </a:lnTo>
                  <a:lnTo>
                    <a:pt x="636682" y="1676859"/>
                  </a:lnTo>
                  <a:close/>
                  <a:moveTo>
                    <a:pt x="738910" y="1421296"/>
                  </a:moveTo>
                  <a:lnTo>
                    <a:pt x="686581" y="1396609"/>
                  </a:lnTo>
                  <a:lnTo>
                    <a:pt x="782065" y="1448289"/>
                  </a:lnTo>
                  <a:close/>
                  <a:moveTo>
                    <a:pt x="544548" y="1390895"/>
                  </a:moveTo>
                  <a:lnTo>
                    <a:pt x="541686" y="1456424"/>
                  </a:lnTo>
                  <a:lnTo>
                    <a:pt x="605570" y="1401876"/>
                  </a:lnTo>
                  <a:close/>
                  <a:moveTo>
                    <a:pt x="669905" y="1366073"/>
                  </a:moveTo>
                  <a:lnTo>
                    <a:pt x="686581" y="1396609"/>
                  </a:lnTo>
                  <a:lnTo>
                    <a:pt x="738910" y="1421296"/>
                  </a:lnTo>
                  <a:close/>
                  <a:moveTo>
                    <a:pt x="493620" y="1283858"/>
                  </a:moveTo>
                  <a:lnTo>
                    <a:pt x="434405" y="1240079"/>
                  </a:lnTo>
                  <a:lnTo>
                    <a:pt x="458985" y="1322294"/>
                  </a:lnTo>
                  <a:close/>
                  <a:moveTo>
                    <a:pt x="390915" y="1171374"/>
                  </a:moveTo>
                  <a:lnTo>
                    <a:pt x="434405" y="1240079"/>
                  </a:lnTo>
                  <a:lnTo>
                    <a:pt x="446988" y="1209433"/>
                  </a:lnTo>
                  <a:close/>
                  <a:moveTo>
                    <a:pt x="738910" y="1421296"/>
                  </a:moveTo>
                  <a:lnTo>
                    <a:pt x="782065" y="1448289"/>
                  </a:lnTo>
                  <a:lnTo>
                    <a:pt x="783240" y="1371833"/>
                  </a:lnTo>
                  <a:close/>
                  <a:moveTo>
                    <a:pt x="836704" y="1335153"/>
                  </a:moveTo>
                  <a:lnTo>
                    <a:pt x="782065" y="1448289"/>
                  </a:lnTo>
                  <a:lnTo>
                    <a:pt x="839919" y="1432631"/>
                  </a:lnTo>
                  <a:close/>
                  <a:moveTo>
                    <a:pt x="899739" y="1444591"/>
                  </a:moveTo>
                  <a:lnTo>
                    <a:pt x="839919" y="1432631"/>
                  </a:lnTo>
                  <a:lnTo>
                    <a:pt x="829268" y="1480469"/>
                  </a:lnTo>
                  <a:close/>
                  <a:moveTo>
                    <a:pt x="698621" y="1327637"/>
                  </a:moveTo>
                  <a:lnTo>
                    <a:pt x="655126" y="1283858"/>
                  </a:lnTo>
                  <a:lnTo>
                    <a:pt x="669905" y="1366073"/>
                  </a:lnTo>
                  <a:close/>
                  <a:moveTo>
                    <a:pt x="711016" y="976374"/>
                  </a:moveTo>
                  <a:lnTo>
                    <a:pt x="705274" y="998776"/>
                  </a:lnTo>
                  <a:lnTo>
                    <a:pt x="735380" y="977689"/>
                  </a:lnTo>
                  <a:close/>
                  <a:moveTo>
                    <a:pt x="711016" y="976374"/>
                  </a:moveTo>
                  <a:lnTo>
                    <a:pt x="735380" y="977689"/>
                  </a:lnTo>
                  <a:lnTo>
                    <a:pt x="702683" y="960340"/>
                  </a:lnTo>
                  <a:close/>
                  <a:moveTo>
                    <a:pt x="702683" y="960340"/>
                  </a:moveTo>
                  <a:lnTo>
                    <a:pt x="674432" y="906025"/>
                  </a:lnTo>
                  <a:lnTo>
                    <a:pt x="711016" y="976374"/>
                  </a:lnTo>
                  <a:close/>
                  <a:moveTo>
                    <a:pt x="702683" y="960340"/>
                  </a:moveTo>
                  <a:lnTo>
                    <a:pt x="635549" y="878125"/>
                  </a:lnTo>
                  <a:lnTo>
                    <a:pt x="674432" y="906025"/>
                  </a:lnTo>
                  <a:close/>
                  <a:moveTo>
                    <a:pt x="1104011" y="1250764"/>
                  </a:moveTo>
                  <a:lnTo>
                    <a:pt x="1093701" y="1289200"/>
                  </a:lnTo>
                  <a:lnTo>
                    <a:pt x="1041497" y="1189752"/>
                  </a:lnTo>
                  <a:close/>
                  <a:moveTo>
                    <a:pt x="970037" y="1087163"/>
                  </a:moveTo>
                  <a:lnTo>
                    <a:pt x="976051" y="1124770"/>
                  </a:lnTo>
                  <a:lnTo>
                    <a:pt x="971672" y="1088632"/>
                  </a:lnTo>
                  <a:close/>
                  <a:moveTo>
                    <a:pt x="702683" y="960340"/>
                  </a:moveTo>
                  <a:lnTo>
                    <a:pt x="735380" y="977689"/>
                  </a:lnTo>
                  <a:lnTo>
                    <a:pt x="760840" y="935869"/>
                  </a:lnTo>
                  <a:close/>
                  <a:moveTo>
                    <a:pt x="702683" y="960340"/>
                  </a:moveTo>
                  <a:lnTo>
                    <a:pt x="760840" y="935869"/>
                  </a:lnTo>
                  <a:lnTo>
                    <a:pt x="635549" y="878125"/>
                  </a:lnTo>
                  <a:close/>
                  <a:moveTo>
                    <a:pt x="635316" y="877233"/>
                  </a:moveTo>
                  <a:lnTo>
                    <a:pt x="635549" y="878125"/>
                  </a:lnTo>
                  <a:lnTo>
                    <a:pt x="690083" y="871791"/>
                  </a:lnTo>
                  <a:close/>
                  <a:moveTo>
                    <a:pt x="823179" y="921903"/>
                  </a:moveTo>
                  <a:lnTo>
                    <a:pt x="871736" y="1006396"/>
                  </a:lnTo>
                  <a:lnTo>
                    <a:pt x="872081" y="1004119"/>
                  </a:lnTo>
                  <a:close/>
                  <a:moveTo>
                    <a:pt x="735380" y="977689"/>
                  </a:moveTo>
                  <a:lnTo>
                    <a:pt x="871736" y="1006396"/>
                  </a:lnTo>
                  <a:lnTo>
                    <a:pt x="823179" y="921903"/>
                  </a:lnTo>
                  <a:close/>
                  <a:moveTo>
                    <a:pt x="823179" y="921903"/>
                  </a:moveTo>
                  <a:lnTo>
                    <a:pt x="760840" y="935869"/>
                  </a:lnTo>
                  <a:lnTo>
                    <a:pt x="735380" y="977689"/>
                  </a:lnTo>
                  <a:close/>
                  <a:moveTo>
                    <a:pt x="760840" y="935869"/>
                  </a:moveTo>
                  <a:lnTo>
                    <a:pt x="823179" y="921903"/>
                  </a:lnTo>
                  <a:lnTo>
                    <a:pt x="775486" y="912437"/>
                  </a:lnTo>
                  <a:close/>
                  <a:moveTo>
                    <a:pt x="635549" y="878125"/>
                  </a:moveTo>
                  <a:lnTo>
                    <a:pt x="635316" y="877233"/>
                  </a:lnTo>
                  <a:lnTo>
                    <a:pt x="616320" y="792583"/>
                  </a:lnTo>
                  <a:close/>
                  <a:moveTo>
                    <a:pt x="967340" y="1086333"/>
                  </a:moveTo>
                  <a:lnTo>
                    <a:pt x="970037" y="1087163"/>
                  </a:lnTo>
                  <a:lnTo>
                    <a:pt x="971672" y="1088632"/>
                  </a:lnTo>
                  <a:close/>
                  <a:moveTo>
                    <a:pt x="871736" y="1006396"/>
                  </a:moveTo>
                  <a:lnTo>
                    <a:pt x="967340" y="1086333"/>
                  </a:lnTo>
                  <a:lnTo>
                    <a:pt x="876104" y="1009978"/>
                  </a:lnTo>
                  <a:close/>
                  <a:moveTo>
                    <a:pt x="970037" y="1087163"/>
                  </a:moveTo>
                  <a:lnTo>
                    <a:pt x="967340" y="1086333"/>
                  </a:lnTo>
                  <a:lnTo>
                    <a:pt x="871736" y="1006396"/>
                  </a:lnTo>
                  <a:close/>
                  <a:moveTo>
                    <a:pt x="616576" y="839688"/>
                  </a:moveTo>
                  <a:lnTo>
                    <a:pt x="616320" y="792583"/>
                  </a:lnTo>
                  <a:lnTo>
                    <a:pt x="635316" y="877233"/>
                  </a:lnTo>
                  <a:close/>
                  <a:moveTo>
                    <a:pt x="1185568" y="1130112"/>
                  </a:moveTo>
                  <a:lnTo>
                    <a:pt x="1143591" y="1174093"/>
                  </a:lnTo>
                  <a:lnTo>
                    <a:pt x="1191678" y="1138681"/>
                  </a:lnTo>
                  <a:close/>
                  <a:moveTo>
                    <a:pt x="1136507" y="1168549"/>
                  </a:moveTo>
                  <a:lnTo>
                    <a:pt x="1143591" y="1174093"/>
                  </a:lnTo>
                  <a:lnTo>
                    <a:pt x="1185568" y="1130112"/>
                  </a:lnTo>
                  <a:close/>
                  <a:moveTo>
                    <a:pt x="1111702" y="1047897"/>
                  </a:moveTo>
                  <a:lnTo>
                    <a:pt x="1136507" y="1168549"/>
                  </a:lnTo>
                  <a:lnTo>
                    <a:pt x="1185568" y="1130112"/>
                  </a:lnTo>
                  <a:close/>
                  <a:moveTo>
                    <a:pt x="967340" y="1086333"/>
                  </a:moveTo>
                  <a:lnTo>
                    <a:pt x="971672" y="1088632"/>
                  </a:lnTo>
                  <a:lnTo>
                    <a:pt x="976363" y="1082021"/>
                  </a:lnTo>
                  <a:close/>
                  <a:moveTo>
                    <a:pt x="967340" y="1086333"/>
                  </a:moveTo>
                  <a:lnTo>
                    <a:pt x="976363" y="1082021"/>
                  </a:lnTo>
                  <a:lnTo>
                    <a:pt x="876104" y="1009978"/>
                  </a:lnTo>
                  <a:close/>
                  <a:moveTo>
                    <a:pt x="1083595" y="1055435"/>
                  </a:moveTo>
                  <a:lnTo>
                    <a:pt x="976363" y="1082021"/>
                  </a:lnTo>
                  <a:lnTo>
                    <a:pt x="971672" y="1088632"/>
                  </a:lnTo>
                  <a:close/>
                  <a:moveTo>
                    <a:pt x="976363" y="1082021"/>
                  </a:moveTo>
                  <a:lnTo>
                    <a:pt x="1083595" y="1055435"/>
                  </a:lnTo>
                  <a:lnTo>
                    <a:pt x="1016077" y="1039451"/>
                  </a:lnTo>
                  <a:close/>
                  <a:moveTo>
                    <a:pt x="1109287" y="995047"/>
                  </a:moveTo>
                  <a:lnTo>
                    <a:pt x="1086545" y="1024261"/>
                  </a:lnTo>
                  <a:lnTo>
                    <a:pt x="1083595" y="1055435"/>
                  </a:lnTo>
                  <a:close/>
                  <a:moveTo>
                    <a:pt x="1111702" y="1047897"/>
                  </a:moveTo>
                  <a:lnTo>
                    <a:pt x="1154755" y="1000631"/>
                  </a:lnTo>
                  <a:lnTo>
                    <a:pt x="1109287" y="995047"/>
                  </a:lnTo>
                  <a:close/>
                  <a:moveTo>
                    <a:pt x="1083595" y="1055435"/>
                  </a:moveTo>
                  <a:lnTo>
                    <a:pt x="1111702" y="1047897"/>
                  </a:lnTo>
                  <a:lnTo>
                    <a:pt x="1109287" y="995047"/>
                  </a:lnTo>
                  <a:close/>
                  <a:moveTo>
                    <a:pt x="1296481" y="1251860"/>
                  </a:moveTo>
                  <a:lnTo>
                    <a:pt x="1320744" y="1294542"/>
                  </a:lnTo>
                  <a:lnTo>
                    <a:pt x="1314348" y="1289297"/>
                  </a:lnTo>
                  <a:close/>
                  <a:moveTo>
                    <a:pt x="1191678" y="1138681"/>
                  </a:moveTo>
                  <a:lnTo>
                    <a:pt x="1200318" y="1130112"/>
                  </a:lnTo>
                  <a:lnTo>
                    <a:pt x="1245289" y="1184757"/>
                  </a:lnTo>
                  <a:close/>
                  <a:moveTo>
                    <a:pt x="1245289" y="1184757"/>
                  </a:moveTo>
                  <a:lnTo>
                    <a:pt x="1200318" y="1130112"/>
                  </a:lnTo>
                  <a:lnTo>
                    <a:pt x="1281995" y="1115416"/>
                  </a:lnTo>
                  <a:close/>
                  <a:moveTo>
                    <a:pt x="1200500" y="1020985"/>
                  </a:moveTo>
                  <a:lnTo>
                    <a:pt x="1212705" y="1047897"/>
                  </a:lnTo>
                  <a:lnTo>
                    <a:pt x="1154755" y="1000631"/>
                  </a:lnTo>
                  <a:close/>
                  <a:moveTo>
                    <a:pt x="1776141" y="1299884"/>
                  </a:moveTo>
                  <a:lnTo>
                    <a:pt x="1801814" y="1317525"/>
                  </a:lnTo>
                  <a:lnTo>
                    <a:pt x="1840496" y="1264600"/>
                  </a:lnTo>
                  <a:close/>
                  <a:moveTo>
                    <a:pt x="1776141" y="1299884"/>
                  </a:moveTo>
                  <a:lnTo>
                    <a:pt x="1840496" y="1264600"/>
                  </a:lnTo>
                  <a:lnTo>
                    <a:pt x="1808975" y="1179233"/>
                  </a:lnTo>
                  <a:close/>
                  <a:moveTo>
                    <a:pt x="1931696" y="1309273"/>
                  </a:moveTo>
                  <a:lnTo>
                    <a:pt x="1856405" y="1251667"/>
                  </a:lnTo>
                  <a:lnTo>
                    <a:pt x="1846580" y="1261448"/>
                  </a:lnTo>
                  <a:close/>
                  <a:moveTo>
                    <a:pt x="1893357" y="1229384"/>
                  </a:moveTo>
                  <a:lnTo>
                    <a:pt x="1856405" y="1251667"/>
                  </a:lnTo>
                  <a:lnTo>
                    <a:pt x="1931696" y="1309273"/>
                  </a:lnTo>
                  <a:close/>
                  <a:moveTo>
                    <a:pt x="1817302" y="1140797"/>
                  </a:moveTo>
                  <a:lnTo>
                    <a:pt x="1808975" y="1179233"/>
                  </a:lnTo>
                  <a:lnTo>
                    <a:pt x="1885062" y="1223012"/>
                  </a:lnTo>
                  <a:close/>
                  <a:moveTo>
                    <a:pt x="1822214" y="1058582"/>
                  </a:moveTo>
                  <a:lnTo>
                    <a:pt x="1808975" y="1179233"/>
                  </a:lnTo>
                  <a:lnTo>
                    <a:pt x="1817302" y="1140797"/>
                  </a:lnTo>
                  <a:close/>
                  <a:moveTo>
                    <a:pt x="1766380" y="1033296"/>
                  </a:moveTo>
                  <a:lnTo>
                    <a:pt x="1822214" y="1058582"/>
                  </a:lnTo>
                  <a:lnTo>
                    <a:pt x="1845234" y="937930"/>
                  </a:lnTo>
                  <a:close/>
                  <a:moveTo>
                    <a:pt x="1845234" y="937930"/>
                  </a:moveTo>
                  <a:lnTo>
                    <a:pt x="1822214" y="1058582"/>
                  </a:lnTo>
                  <a:lnTo>
                    <a:pt x="1875697" y="948156"/>
                  </a:lnTo>
                  <a:close/>
                  <a:moveTo>
                    <a:pt x="1875697" y="948156"/>
                  </a:moveTo>
                  <a:lnTo>
                    <a:pt x="1822214" y="1058582"/>
                  </a:lnTo>
                  <a:lnTo>
                    <a:pt x="1860743" y="1047957"/>
                  </a:lnTo>
                  <a:close/>
                  <a:moveTo>
                    <a:pt x="1870990" y="1058582"/>
                  </a:moveTo>
                  <a:lnTo>
                    <a:pt x="1875697" y="948156"/>
                  </a:lnTo>
                  <a:lnTo>
                    <a:pt x="1860743" y="1047957"/>
                  </a:lnTo>
                  <a:close/>
                  <a:moveTo>
                    <a:pt x="2033940" y="817278"/>
                  </a:moveTo>
                  <a:lnTo>
                    <a:pt x="2037021" y="825645"/>
                  </a:lnTo>
                  <a:lnTo>
                    <a:pt x="2050790" y="830279"/>
                  </a:lnTo>
                  <a:close/>
                  <a:moveTo>
                    <a:pt x="2031197" y="757028"/>
                  </a:moveTo>
                  <a:lnTo>
                    <a:pt x="2037021" y="825645"/>
                  </a:lnTo>
                  <a:lnTo>
                    <a:pt x="2033940" y="817278"/>
                  </a:lnTo>
                  <a:close/>
                  <a:moveTo>
                    <a:pt x="2185308" y="981708"/>
                  </a:moveTo>
                  <a:lnTo>
                    <a:pt x="2257801" y="1046945"/>
                  </a:lnTo>
                  <a:lnTo>
                    <a:pt x="2278389" y="950785"/>
                  </a:lnTo>
                  <a:close/>
                  <a:moveTo>
                    <a:pt x="2033940" y="817278"/>
                  </a:moveTo>
                  <a:lnTo>
                    <a:pt x="2030837" y="730580"/>
                  </a:lnTo>
                  <a:lnTo>
                    <a:pt x="2031197" y="757028"/>
                  </a:lnTo>
                  <a:close/>
                  <a:moveTo>
                    <a:pt x="2267420" y="740405"/>
                  </a:moveTo>
                  <a:lnTo>
                    <a:pt x="2232834" y="801850"/>
                  </a:lnTo>
                  <a:lnTo>
                    <a:pt x="2282126" y="747563"/>
                  </a:lnTo>
                  <a:close/>
                  <a:moveTo>
                    <a:pt x="2282126" y="747563"/>
                  </a:moveTo>
                  <a:lnTo>
                    <a:pt x="2232834" y="801850"/>
                  </a:lnTo>
                  <a:lnTo>
                    <a:pt x="2222565" y="835485"/>
                  </a:lnTo>
                  <a:close/>
                  <a:moveTo>
                    <a:pt x="2300240" y="822620"/>
                  </a:moveTo>
                  <a:lnTo>
                    <a:pt x="2310045" y="811873"/>
                  </a:lnTo>
                  <a:lnTo>
                    <a:pt x="2282126" y="747563"/>
                  </a:lnTo>
                  <a:close/>
                  <a:moveTo>
                    <a:pt x="2222565" y="835485"/>
                  </a:moveTo>
                  <a:lnTo>
                    <a:pt x="2300240" y="822620"/>
                  </a:lnTo>
                  <a:lnTo>
                    <a:pt x="2282126" y="747563"/>
                  </a:lnTo>
                  <a:close/>
                  <a:moveTo>
                    <a:pt x="2332922" y="861057"/>
                  </a:moveTo>
                  <a:lnTo>
                    <a:pt x="2316678" y="836673"/>
                  </a:lnTo>
                  <a:lnTo>
                    <a:pt x="2283860" y="929173"/>
                  </a:lnTo>
                  <a:close/>
                  <a:moveTo>
                    <a:pt x="2332922" y="861057"/>
                  </a:moveTo>
                  <a:lnTo>
                    <a:pt x="2317768" y="822620"/>
                  </a:lnTo>
                  <a:lnTo>
                    <a:pt x="2316678" y="836673"/>
                  </a:lnTo>
                  <a:close/>
                  <a:moveTo>
                    <a:pt x="2317768" y="822620"/>
                  </a:moveTo>
                  <a:lnTo>
                    <a:pt x="2282126" y="747563"/>
                  </a:lnTo>
                  <a:lnTo>
                    <a:pt x="2310045" y="811873"/>
                  </a:lnTo>
                  <a:close/>
                  <a:moveTo>
                    <a:pt x="2072009" y="658190"/>
                  </a:moveTo>
                  <a:lnTo>
                    <a:pt x="2026735" y="614412"/>
                  </a:lnTo>
                  <a:lnTo>
                    <a:pt x="2046411" y="696627"/>
                  </a:lnTo>
                  <a:close/>
                  <a:moveTo>
                    <a:pt x="2230134" y="629148"/>
                  </a:moveTo>
                  <a:lnTo>
                    <a:pt x="2267420" y="740405"/>
                  </a:lnTo>
                  <a:lnTo>
                    <a:pt x="2241965" y="658190"/>
                  </a:lnTo>
                  <a:close/>
                  <a:moveTo>
                    <a:pt x="1974405" y="126463"/>
                  </a:moveTo>
                  <a:lnTo>
                    <a:pt x="2004433" y="226552"/>
                  </a:lnTo>
                  <a:lnTo>
                    <a:pt x="2044752" y="162098"/>
                  </a:lnTo>
                  <a:close/>
                  <a:moveTo>
                    <a:pt x="2043824" y="88027"/>
                  </a:moveTo>
                  <a:lnTo>
                    <a:pt x="2044752" y="162098"/>
                  </a:lnTo>
                  <a:lnTo>
                    <a:pt x="2095899" y="138125"/>
                  </a:lnTo>
                  <a:close/>
                  <a:moveTo>
                    <a:pt x="2043824" y="88027"/>
                  </a:moveTo>
                  <a:lnTo>
                    <a:pt x="1974405" y="126463"/>
                  </a:lnTo>
                  <a:lnTo>
                    <a:pt x="2044752" y="162098"/>
                  </a:lnTo>
                  <a:close/>
                  <a:moveTo>
                    <a:pt x="2137271" y="49590"/>
                  </a:moveTo>
                  <a:lnTo>
                    <a:pt x="2161308" y="84549"/>
                  </a:lnTo>
                  <a:lnTo>
                    <a:pt x="206765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687" name="Candidate_density__2006">
              <a:extLst>
                <a:ext uri="{FF2B5EF4-FFF2-40B4-BE49-F238E27FC236}">
                  <a16:creationId xmlns:a16="http://schemas.microsoft.com/office/drawing/2014/main" id="{1EF572CF-0B51-67F3-5E0F-5CF8F8ECD668}"/>
                </a:ext>
              </a:extLst>
            </p:cNvPr>
            <p:cNvSpPr>
              <a:spLocks noGrp="1"/>
            </p:cNvSpPr>
            <p:nvPr/>
          </p:nvSpPr>
          <p:spPr>
            <a:xfrm>
              <a:off x="4752407" y="3385638"/>
              <a:ext cx="2011792" cy="1854979"/>
            </a:xfrm>
            <a:custGeom>
              <a:avLst/>
              <a:gdLst/>
              <a:ahLst/>
              <a:cxnLst/>
              <a:rect l="0" t="0" r="0" b="0"/>
              <a:pathLst>
                <a:path w="2011792" h="1854979">
                  <a:moveTo>
                    <a:pt x="403762" y="1779109"/>
                  </a:moveTo>
                  <a:lnTo>
                    <a:pt x="288981" y="1808301"/>
                  </a:lnTo>
                  <a:lnTo>
                    <a:pt x="292483" y="1811201"/>
                  </a:lnTo>
                  <a:close/>
                  <a:moveTo>
                    <a:pt x="304060" y="1699480"/>
                  </a:moveTo>
                  <a:lnTo>
                    <a:pt x="288981" y="1808301"/>
                  </a:lnTo>
                  <a:lnTo>
                    <a:pt x="403762" y="1779109"/>
                  </a:lnTo>
                  <a:close/>
                  <a:moveTo>
                    <a:pt x="385054" y="1694226"/>
                  </a:moveTo>
                  <a:lnTo>
                    <a:pt x="304060" y="1699480"/>
                  </a:lnTo>
                  <a:lnTo>
                    <a:pt x="403762" y="1779109"/>
                  </a:lnTo>
                  <a:close/>
                  <a:moveTo>
                    <a:pt x="274382" y="1608334"/>
                  </a:moveTo>
                  <a:lnTo>
                    <a:pt x="304060" y="1699480"/>
                  </a:lnTo>
                  <a:lnTo>
                    <a:pt x="305015" y="1653046"/>
                  </a:lnTo>
                  <a:close/>
                  <a:moveTo>
                    <a:pt x="235120" y="1728986"/>
                  </a:moveTo>
                  <a:lnTo>
                    <a:pt x="304060" y="1699480"/>
                  </a:lnTo>
                  <a:lnTo>
                    <a:pt x="274382" y="1608334"/>
                  </a:lnTo>
                  <a:close/>
                  <a:moveTo>
                    <a:pt x="198809" y="1534618"/>
                  </a:moveTo>
                  <a:lnTo>
                    <a:pt x="190669" y="1530889"/>
                  </a:lnTo>
                  <a:lnTo>
                    <a:pt x="274382" y="1608334"/>
                  </a:lnTo>
                  <a:close/>
                  <a:moveTo>
                    <a:pt x="191689" y="1526119"/>
                  </a:moveTo>
                  <a:lnTo>
                    <a:pt x="190669" y="1530889"/>
                  </a:lnTo>
                  <a:lnTo>
                    <a:pt x="198809" y="1534618"/>
                  </a:lnTo>
                  <a:close/>
                  <a:moveTo>
                    <a:pt x="191689" y="1526119"/>
                  </a:moveTo>
                  <a:lnTo>
                    <a:pt x="143414" y="1469214"/>
                  </a:lnTo>
                  <a:lnTo>
                    <a:pt x="190669" y="1530889"/>
                  </a:lnTo>
                  <a:close/>
                  <a:moveTo>
                    <a:pt x="459669" y="1772765"/>
                  </a:moveTo>
                  <a:lnTo>
                    <a:pt x="502008" y="1854979"/>
                  </a:lnTo>
                  <a:lnTo>
                    <a:pt x="416312" y="1768906"/>
                  </a:lnTo>
                  <a:close/>
                  <a:moveTo>
                    <a:pt x="274382" y="1608334"/>
                  </a:moveTo>
                  <a:lnTo>
                    <a:pt x="305015" y="1653046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198809" y="1534618"/>
                  </a:lnTo>
                  <a:lnTo>
                    <a:pt x="274382" y="1608334"/>
                  </a:lnTo>
                  <a:close/>
                  <a:moveTo>
                    <a:pt x="205196" y="1519079"/>
                  </a:moveTo>
                  <a:lnTo>
                    <a:pt x="198809" y="1534618"/>
                  </a:lnTo>
                  <a:lnTo>
                    <a:pt x="311328" y="1593480"/>
                  </a:lnTo>
                  <a:close/>
                  <a:moveTo>
                    <a:pt x="307376" y="1496600"/>
                  </a:moveTo>
                  <a:lnTo>
                    <a:pt x="205196" y="1519079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305015" y="1653046"/>
                  </a:lnTo>
                  <a:lnTo>
                    <a:pt x="321549" y="1608334"/>
                  </a:lnTo>
                  <a:close/>
                  <a:moveTo>
                    <a:pt x="307376" y="1496600"/>
                  </a:moveTo>
                  <a:lnTo>
                    <a:pt x="311328" y="1593480"/>
                  </a:lnTo>
                  <a:lnTo>
                    <a:pt x="321549" y="1608334"/>
                  </a:lnTo>
                  <a:close/>
                  <a:moveTo>
                    <a:pt x="191689" y="1526119"/>
                  </a:moveTo>
                  <a:lnTo>
                    <a:pt x="198809" y="1534618"/>
                  </a:lnTo>
                  <a:lnTo>
                    <a:pt x="205196" y="1519079"/>
                  </a:lnTo>
                  <a:close/>
                  <a:moveTo>
                    <a:pt x="191689" y="1526119"/>
                  </a:moveTo>
                  <a:lnTo>
                    <a:pt x="205196" y="1519079"/>
                  </a:lnTo>
                  <a:lnTo>
                    <a:pt x="166311" y="1405468"/>
                  </a:lnTo>
                  <a:close/>
                  <a:moveTo>
                    <a:pt x="151500" y="1443904"/>
                  </a:moveTo>
                  <a:lnTo>
                    <a:pt x="191689" y="1526119"/>
                  </a:lnTo>
                  <a:lnTo>
                    <a:pt x="166311" y="1405468"/>
                  </a:lnTo>
                  <a:close/>
                  <a:moveTo>
                    <a:pt x="205196" y="1519079"/>
                  </a:moveTo>
                  <a:lnTo>
                    <a:pt x="307376" y="1496600"/>
                  </a:lnTo>
                  <a:lnTo>
                    <a:pt x="235710" y="1457382"/>
                  </a:lnTo>
                  <a:close/>
                  <a:moveTo>
                    <a:pt x="166311" y="1405468"/>
                  </a:moveTo>
                  <a:lnTo>
                    <a:pt x="153008" y="1323252"/>
                  </a:lnTo>
                  <a:lnTo>
                    <a:pt x="151500" y="1443904"/>
                  </a:lnTo>
                  <a:close/>
                  <a:moveTo>
                    <a:pt x="476089" y="1449246"/>
                  </a:moveTo>
                  <a:lnTo>
                    <a:pt x="489338" y="1569684"/>
                  </a:lnTo>
                  <a:lnTo>
                    <a:pt x="523291" y="1481427"/>
                  </a:lnTo>
                  <a:close/>
                  <a:moveTo>
                    <a:pt x="62232" y="1158822"/>
                  </a:moveTo>
                  <a:lnTo>
                    <a:pt x="84939" y="1172332"/>
                  </a:lnTo>
                  <a:lnTo>
                    <a:pt x="71439" y="1120386"/>
                  </a:lnTo>
                  <a:close/>
                  <a:moveTo>
                    <a:pt x="62232" y="1158822"/>
                  </a:moveTo>
                  <a:lnTo>
                    <a:pt x="71439" y="1120386"/>
                  </a:lnTo>
                  <a:lnTo>
                    <a:pt x="0" y="1133420"/>
                  </a:lnTo>
                  <a:close/>
                  <a:moveTo>
                    <a:pt x="476089" y="1449246"/>
                  </a:moveTo>
                  <a:lnTo>
                    <a:pt x="523291" y="1481427"/>
                  </a:lnTo>
                  <a:lnTo>
                    <a:pt x="533943" y="1433589"/>
                  </a:lnTo>
                  <a:close/>
                  <a:moveTo>
                    <a:pt x="392645" y="1328595"/>
                  </a:moveTo>
                  <a:lnTo>
                    <a:pt x="363929" y="1367031"/>
                  </a:lnTo>
                  <a:lnTo>
                    <a:pt x="432934" y="1422254"/>
                  </a:lnTo>
                  <a:close/>
                  <a:moveTo>
                    <a:pt x="778915" y="1234235"/>
                  </a:moveTo>
                  <a:lnTo>
                    <a:pt x="688387" y="1207943"/>
                  </a:lnTo>
                  <a:lnTo>
                    <a:pt x="655806" y="1267813"/>
                  </a:lnTo>
                  <a:close/>
                  <a:moveTo>
                    <a:pt x="735521" y="1190710"/>
                  </a:moveTo>
                  <a:lnTo>
                    <a:pt x="778915" y="1234235"/>
                  </a:lnTo>
                  <a:lnTo>
                    <a:pt x="798035" y="1251722"/>
                  </a:lnTo>
                  <a:close/>
                  <a:moveTo>
                    <a:pt x="665696" y="1089590"/>
                  </a:moveTo>
                  <a:lnTo>
                    <a:pt x="735521" y="1190710"/>
                  </a:lnTo>
                  <a:lnTo>
                    <a:pt x="753016" y="1137405"/>
                  </a:lnTo>
                  <a:close/>
                  <a:moveTo>
                    <a:pt x="670075" y="1125728"/>
                  </a:moveTo>
                  <a:lnTo>
                    <a:pt x="735521" y="1190710"/>
                  </a:lnTo>
                  <a:lnTo>
                    <a:pt x="665696" y="1089590"/>
                  </a:lnTo>
                  <a:close/>
                  <a:moveTo>
                    <a:pt x="965202" y="1213285"/>
                  </a:moveTo>
                  <a:lnTo>
                    <a:pt x="935470" y="1262257"/>
                  </a:lnTo>
                  <a:lnTo>
                    <a:pt x="990505" y="1252818"/>
                  </a:lnTo>
                  <a:close/>
                  <a:moveTo>
                    <a:pt x="929928" y="1153845"/>
                  </a:moveTo>
                  <a:lnTo>
                    <a:pt x="894342" y="1131070"/>
                  </a:lnTo>
                  <a:lnTo>
                    <a:pt x="885702" y="1139639"/>
                  </a:lnTo>
                  <a:close/>
                  <a:moveTo>
                    <a:pt x="885702" y="1139639"/>
                  </a:moveTo>
                  <a:lnTo>
                    <a:pt x="837615" y="1175051"/>
                  </a:lnTo>
                  <a:lnTo>
                    <a:pt x="929928" y="1153845"/>
                  </a:lnTo>
                  <a:close/>
                  <a:moveTo>
                    <a:pt x="777619" y="1056393"/>
                  </a:moveTo>
                  <a:lnTo>
                    <a:pt x="753016" y="1137405"/>
                  </a:lnTo>
                  <a:lnTo>
                    <a:pt x="805726" y="1048855"/>
                  </a:lnTo>
                  <a:close/>
                  <a:moveTo>
                    <a:pt x="805726" y="1048855"/>
                  </a:moveTo>
                  <a:lnTo>
                    <a:pt x="753016" y="1137405"/>
                  </a:lnTo>
                  <a:lnTo>
                    <a:pt x="830531" y="1169506"/>
                  </a:lnTo>
                  <a:close/>
                  <a:moveTo>
                    <a:pt x="777619" y="1056393"/>
                  </a:moveTo>
                  <a:lnTo>
                    <a:pt x="665696" y="1089590"/>
                  </a:lnTo>
                  <a:lnTo>
                    <a:pt x="753016" y="1137405"/>
                  </a:lnTo>
                  <a:close/>
                  <a:moveTo>
                    <a:pt x="777619" y="1056393"/>
                  </a:moveTo>
                  <a:lnTo>
                    <a:pt x="780569" y="1025219"/>
                  </a:lnTo>
                  <a:lnTo>
                    <a:pt x="710101" y="1040409"/>
                  </a:lnTo>
                  <a:close/>
                  <a:moveTo>
                    <a:pt x="965202" y="1213285"/>
                  </a:moveTo>
                  <a:lnTo>
                    <a:pt x="1008372" y="1290255"/>
                  </a:lnTo>
                  <a:lnTo>
                    <a:pt x="939313" y="1185715"/>
                  </a:lnTo>
                  <a:close/>
                  <a:moveTo>
                    <a:pt x="990505" y="1252818"/>
                  </a:moveTo>
                  <a:lnTo>
                    <a:pt x="1008372" y="1290255"/>
                  </a:lnTo>
                  <a:lnTo>
                    <a:pt x="965202" y="1213285"/>
                  </a:lnTo>
                  <a:close/>
                  <a:moveTo>
                    <a:pt x="974065" y="1191353"/>
                  </a:moveTo>
                  <a:lnTo>
                    <a:pt x="965202" y="1213285"/>
                  </a:lnTo>
                  <a:lnTo>
                    <a:pt x="939313" y="1185715"/>
                  </a:lnTo>
                  <a:close/>
                  <a:moveTo>
                    <a:pt x="879592" y="1131070"/>
                  </a:moveTo>
                  <a:lnTo>
                    <a:pt x="911187" y="1092634"/>
                  </a:lnTo>
                  <a:lnTo>
                    <a:pt x="805726" y="1048855"/>
                  </a:lnTo>
                  <a:close/>
                  <a:moveTo>
                    <a:pt x="918664" y="1047676"/>
                  </a:moveTo>
                  <a:lnTo>
                    <a:pt x="906729" y="1048855"/>
                  </a:lnTo>
                  <a:lnTo>
                    <a:pt x="894524" y="1021943"/>
                  </a:lnTo>
                  <a:close/>
                  <a:moveTo>
                    <a:pt x="894524" y="1021943"/>
                  </a:moveTo>
                  <a:lnTo>
                    <a:pt x="848779" y="1001588"/>
                  </a:lnTo>
                  <a:lnTo>
                    <a:pt x="805726" y="1048855"/>
                  </a:lnTo>
                  <a:close/>
                  <a:moveTo>
                    <a:pt x="625935" y="510525"/>
                  </a:moveTo>
                  <a:lnTo>
                    <a:pt x="607799" y="517128"/>
                  </a:lnTo>
                  <a:lnTo>
                    <a:pt x="664850" y="486926"/>
                  </a:lnTo>
                  <a:close/>
                  <a:moveTo>
                    <a:pt x="1502999" y="1180191"/>
                  </a:moveTo>
                  <a:lnTo>
                    <a:pt x="1534520" y="1265558"/>
                  </a:lnTo>
                  <a:lnTo>
                    <a:pt x="1535448" y="1251377"/>
                  </a:lnTo>
                  <a:close/>
                  <a:moveTo>
                    <a:pt x="1495838" y="1318483"/>
                  </a:moveTo>
                  <a:lnTo>
                    <a:pt x="1540604" y="1262406"/>
                  </a:lnTo>
                  <a:lnTo>
                    <a:pt x="1534520" y="1265558"/>
                  </a:lnTo>
                  <a:close/>
                  <a:moveTo>
                    <a:pt x="1502999" y="1180191"/>
                  </a:moveTo>
                  <a:lnTo>
                    <a:pt x="1421957" y="1105711"/>
                  </a:lnTo>
                  <a:lnTo>
                    <a:pt x="1390142" y="1201959"/>
                  </a:lnTo>
                  <a:close/>
                  <a:moveTo>
                    <a:pt x="1579086" y="1223970"/>
                  </a:moveTo>
                  <a:lnTo>
                    <a:pt x="1535448" y="1251377"/>
                  </a:lnTo>
                  <a:lnTo>
                    <a:pt x="1550429" y="1252625"/>
                  </a:lnTo>
                  <a:close/>
                  <a:moveTo>
                    <a:pt x="1502999" y="1180191"/>
                  </a:moveTo>
                  <a:lnTo>
                    <a:pt x="1535448" y="1251377"/>
                  </a:lnTo>
                  <a:lnTo>
                    <a:pt x="1579086" y="1223970"/>
                  </a:lnTo>
                  <a:close/>
                  <a:moveTo>
                    <a:pt x="1516238" y="1059539"/>
                  </a:moveTo>
                  <a:lnTo>
                    <a:pt x="1421957" y="1105711"/>
                  </a:lnTo>
                  <a:lnTo>
                    <a:pt x="1502999" y="1180191"/>
                  </a:lnTo>
                  <a:close/>
                  <a:moveTo>
                    <a:pt x="1398251" y="977325"/>
                  </a:moveTo>
                  <a:lnTo>
                    <a:pt x="1414789" y="1097976"/>
                  </a:lnTo>
                  <a:lnTo>
                    <a:pt x="1460404" y="1034254"/>
                  </a:lnTo>
                  <a:close/>
                  <a:moveTo>
                    <a:pt x="1425504" y="1093410"/>
                  </a:moveTo>
                  <a:lnTo>
                    <a:pt x="1516238" y="1059539"/>
                  </a:lnTo>
                  <a:lnTo>
                    <a:pt x="1460404" y="1034254"/>
                  </a:lnTo>
                  <a:close/>
                  <a:moveTo>
                    <a:pt x="1398251" y="977325"/>
                  </a:moveTo>
                  <a:lnTo>
                    <a:pt x="1382885" y="895109"/>
                  </a:lnTo>
                  <a:lnTo>
                    <a:pt x="1375322" y="1015761"/>
                  </a:lnTo>
                  <a:close/>
                  <a:moveTo>
                    <a:pt x="1670661" y="1047854"/>
                  </a:moveTo>
                  <a:lnTo>
                    <a:pt x="1565014" y="1059539"/>
                  </a:lnTo>
                  <a:lnTo>
                    <a:pt x="1606982" y="1106556"/>
                  </a:lnTo>
                  <a:close/>
                  <a:moveTo>
                    <a:pt x="1808703" y="900451"/>
                  </a:moveTo>
                  <a:lnTo>
                    <a:pt x="1744814" y="831237"/>
                  </a:lnTo>
                  <a:lnTo>
                    <a:pt x="1731045" y="826603"/>
                  </a:lnTo>
                  <a:close/>
                  <a:moveTo>
                    <a:pt x="1879332" y="982666"/>
                  </a:moveTo>
                  <a:lnTo>
                    <a:pt x="1972413" y="951743"/>
                  </a:lnTo>
                  <a:lnTo>
                    <a:pt x="1853940" y="960584"/>
                  </a:lnTo>
                  <a:close/>
                  <a:moveTo>
                    <a:pt x="1853940" y="960584"/>
                  </a:moveTo>
                  <a:lnTo>
                    <a:pt x="1972413" y="951743"/>
                  </a:lnTo>
                  <a:lnTo>
                    <a:pt x="1977884" y="930131"/>
                  </a:lnTo>
                  <a:close/>
                  <a:moveTo>
                    <a:pt x="1853940" y="960584"/>
                  </a:moveTo>
                  <a:lnTo>
                    <a:pt x="1977884" y="930131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53940" y="960584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08703" y="900451"/>
                  </a:lnTo>
                  <a:lnTo>
                    <a:pt x="1853940" y="960584"/>
                  </a:lnTo>
                  <a:close/>
                  <a:moveTo>
                    <a:pt x="1808703" y="900451"/>
                  </a:moveTo>
                  <a:lnTo>
                    <a:pt x="1867772" y="862015"/>
                  </a:lnTo>
                  <a:lnTo>
                    <a:pt x="1744814" y="831237"/>
                  </a:lnTo>
                  <a:close/>
                  <a:moveTo>
                    <a:pt x="1867772" y="862015"/>
                  </a:moveTo>
                  <a:lnTo>
                    <a:pt x="1792697" y="795063"/>
                  </a:lnTo>
                  <a:lnTo>
                    <a:pt x="1744814" y="831237"/>
                  </a:lnTo>
                  <a:close/>
                  <a:moveTo>
                    <a:pt x="1769161" y="779800"/>
                  </a:moveTo>
                  <a:lnTo>
                    <a:pt x="1744814" y="831237"/>
                  </a:lnTo>
                  <a:lnTo>
                    <a:pt x="1792697" y="795063"/>
                  </a:lnTo>
                  <a:close/>
                  <a:moveTo>
                    <a:pt x="1769161" y="779800"/>
                  </a:moveTo>
                  <a:lnTo>
                    <a:pt x="1727964" y="818236"/>
                  </a:lnTo>
                  <a:lnTo>
                    <a:pt x="1744814" y="831237"/>
                  </a:lnTo>
                  <a:close/>
                  <a:moveTo>
                    <a:pt x="1740435" y="697585"/>
                  </a:moveTo>
                  <a:lnTo>
                    <a:pt x="1724861" y="731538"/>
                  </a:lnTo>
                  <a:lnTo>
                    <a:pt x="1727964" y="818236"/>
                  </a:lnTo>
                  <a:close/>
                  <a:moveTo>
                    <a:pt x="1769161" y="779800"/>
                  </a:moveTo>
                  <a:lnTo>
                    <a:pt x="1740435" y="697585"/>
                  </a:lnTo>
                  <a:lnTo>
                    <a:pt x="1727964" y="818236"/>
                  </a:lnTo>
                  <a:close/>
                  <a:moveTo>
                    <a:pt x="1740435" y="697585"/>
                  </a:moveTo>
                  <a:lnTo>
                    <a:pt x="1722191" y="633617"/>
                  </a:lnTo>
                  <a:lnTo>
                    <a:pt x="1724861" y="731538"/>
                  </a:lnTo>
                  <a:close/>
                  <a:moveTo>
                    <a:pt x="1867772" y="862015"/>
                  </a:moveTo>
                  <a:lnTo>
                    <a:pt x="1891146" y="884488"/>
                  </a:lnTo>
                  <a:lnTo>
                    <a:pt x="1916589" y="836443"/>
                  </a:lnTo>
                  <a:close/>
                  <a:moveTo>
                    <a:pt x="1867772" y="862015"/>
                  </a:moveTo>
                  <a:lnTo>
                    <a:pt x="1916589" y="836443"/>
                  </a:lnTo>
                  <a:lnTo>
                    <a:pt x="1792697" y="795063"/>
                  </a:lnTo>
                  <a:close/>
                  <a:moveTo>
                    <a:pt x="1891146" y="884488"/>
                  </a:moveTo>
                  <a:lnTo>
                    <a:pt x="1994264" y="823578"/>
                  </a:lnTo>
                  <a:lnTo>
                    <a:pt x="1916589" y="836443"/>
                  </a:lnTo>
                  <a:close/>
                  <a:moveTo>
                    <a:pt x="2010702" y="837631"/>
                  </a:moveTo>
                  <a:lnTo>
                    <a:pt x="1994264" y="823578"/>
                  </a:lnTo>
                  <a:lnTo>
                    <a:pt x="1891146" y="884488"/>
                  </a:lnTo>
                  <a:close/>
                  <a:moveTo>
                    <a:pt x="1977884" y="930131"/>
                  </a:moveTo>
                  <a:lnTo>
                    <a:pt x="2010702" y="837631"/>
                  </a:lnTo>
                  <a:lnTo>
                    <a:pt x="1891146" y="884488"/>
                  </a:lnTo>
                  <a:close/>
                  <a:moveTo>
                    <a:pt x="1994264" y="823578"/>
                  </a:moveTo>
                  <a:lnTo>
                    <a:pt x="2010702" y="837631"/>
                  </a:lnTo>
                  <a:lnTo>
                    <a:pt x="2010927" y="820340"/>
                  </a:lnTo>
                  <a:close/>
                  <a:moveTo>
                    <a:pt x="2010927" y="820340"/>
                  </a:moveTo>
                  <a:lnTo>
                    <a:pt x="2004069" y="812831"/>
                  </a:lnTo>
                  <a:lnTo>
                    <a:pt x="1994264" y="823578"/>
                  </a:lnTo>
                  <a:close/>
                  <a:moveTo>
                    <a:pt x="2010927" y="820340"/>
                  </a:moveTo>
                  <a:lnTo>
                    <a:pt x="2010702" y="837631"/>
                  </a:lnTo>
                  <a:lnTo>
                    <a:pt x="2011792" y="823578"/>
                  </a:lnTo>
                  <a:close/>
                  <a:moveTo>
                    <a:pt x="2010927" y="820340"/>
                  </a:moveTo>
                  <a:lnTo>
                    <a:pt x="2011792" y="823578"/>
                  </a:lnTo>
                  <a:lnTo>
                    <a:pt x="2004069" y="812831"/>
                  </a:lnTo>
                  <a:close/>
                  <a:moveTo>
                    <a:pt x="1668429" y="127421"/>
                  </a:moveTo>
                  <a:lnTo>
                    <a:pt x="1737848" y="88985"/>
                  </a:lnTo>
                  <a:lnTo>
                    <a:pt x="1641043" y="76309"/>
                  </a:lnTo>
                  <a:close/>
                  <a:moveTo>
                    <a:pt x="1688329" y="0"/>
                  </a:moveTo>
                  <a:lnTo>
                    <a:pt x="1821764" y="42929"/>
                  </a:lnTo>
                  <a:lnTo>
                    <a:pt x="1761682" y="958"/>
                  </a:lnTo>
                  <a:close/>
                  <a:moveTo>
                    <a:pt x="1688329" y="0"/>
                  </a:moveTo>
                  <a:lnTo>
                    <a:pt x="1753091" y="1375"/>
                  </a:lnTo>
                  <a:lnTo>
                    <a:pt x="1678603" y="1536"/>
                  </a:lnTo>
                  <a:close/>
                  <a:moveTo>
                    <a:pt x="1688329" y="0"/>
                  </a:moveTo>
                  <a:lnTo>
                    <a:pt x="1761682" y="958"/>
                  </a:lnTo>
                  <a:lnTo>
                    <a:pt x="1753091" y="13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688" name="Candidate_density__2007">
              <a:extLst>
                <a:ext uri="{FF2B5EF4-FFF2-40B4-BE49-F238E27FC236}">
                  <a16:creationId xmlns:a16="http://schemas.microsoft.com/office/drawing/2014/main" id="{1AD1A2B2-FF73-8AA0-587E-486A275A86ED}"/>
                </a:ext>
              </a:extLst>
            </p:cNvPr>
            <p:cNvSpPr>
              <a:spLocks noGrp="1"/>
            </p:cNvSpPr>
            <p:nvPr/>
          </p:nvSpPr>
          <p:spPr>
            <a:xfrm>
              <a:off x="4987527" y="3387013"/>
              <a:ext cx="1517970" cy="1806926"/>
            </a:xfrm>
            <a:custGeom>
              <a:avLst/>
              <a:gdLst/>
              <a:ahLst/>
              <a:cxnLst/>
              <a:rect l="0" t="0" r="0" b="0"/>
              <a:pathLst>
                <a:path w="1517970" h="1806926">
                  <a:moveTo>
                    <a:pt x="0" y="1727611"/>
                  </a:moveTo>
                  <a:lnTo>
                    <a:pt x="53860" y="1806926"/>
                  </a:lnTo>
                  <a:lnTo>
                    <a:pt x="68939" y="1698106"/>
                  </a:lnTo>
                  <a:close/>
                  <a:moveTo>
                    <a:pt x="500400" y="1189335"/>
                  </a:moveTo>
                  <a:lnTo>
                    <a:pt x="453267" y="1206568"/>
                  </a:lnTo>
                  <a:lnTo>
                    <a:pt x="543794" y="1232861"/>
                  </a:lnTo>
                  <a:close/>
                  <a:moveTo>
                    <a:pt x="500400" y="1189335"/>
                  </a:moveTo>
                  <a:lnTo>
                    <a:pt x="595410" y="1168132"/>
                  </a:lnTo>
                  <a:lnTo>
                    <a:pt x="517895" y="1136031"/>
                  </a:lnTo>
                  <a:close/>
                  <a:moveTo>
                    <a:pt x="773787" y="1320248"/>
                  </a:moveTo>
                  <a:lnTo>
                    <a:pt x="729233" y="1368871"/>
                  </a:lnTo>
                  <a:lnTo>
                    <a:pt x="710160" y="1361018"/>
                  </a:lnTo>
                  <a:close/>
                  <a:moveTo>
                    <a:pt x="694807" y="1152470"/>
                  </a:moveTo>
                  <a:lnTo>
                    <a:pt x="730082" y="1211911"/>
                  </a:lnTo>
                  <a:lnTo>
                    <a:pt x="738944" y="1189979"/>
                  </a:lnTo>
                  <a:close/>
                  <a:moveTo>
                    <a:pt x="570606" y="1047480"/>
                  </a:moveTo>
                  <a:lnTo>
                    <a:pt x="683544" y="1046302"/>
                  </a:lnTo>
                  <a:lnTo>
                    <a:pt x="659404" y="1020568"/>
                  </a:lnTo>
                  <a:close/>
                  <a:moveTo>
                    <a:pt x="390814" y="509151"/>
                  </a:moveTo>
                  <a:lnTo>
                    <a:pt x="284387" y="554190"/>
                  </a:lnTo>
                  <a:lnTo>
                    <a:pt x="372678" y="515753"/>
                  </a:lnTo>
                  <a:close/>
                  <a:moveTo>
                    <a:pt x="1299400" y="1264184"/>
                  </a:moveTo>
                  <a:lnTo>
                    <a:pt x="1305484" y="1261031"/>
                  </a:lnTo>
                  <a:lnTo>
                    <a:pt x="1300327" y="1250002"/>
                  </a:lnTo>
                  <a:close/>
                  <a:moveTo>
                    <a:pt x="1179668" y="1096602"/>
                  </a:moveTo>
                  <a:lnTo>
                    <a:pt x="1155021" y="1200585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11937" y="1135038"/>
                  </a:lnTo>
                  <a:lnTo>
                    <a:pt x="1155021" y="1200585"/>
                  </a:lnTo>
                  <a:close/>
                  <a:moveTo>
                    <a:pt x="1179668" y="1096602"/>
                  </a:moveTo>
                  <a:lnTo>
                    <a:pt x="1140201" y="1014386"/>
                  </a:lnTo>
                  <a:lnTo>
                    <a:pt x="1111937" y="1135038"/>
                  </a:lnTo>
                  <a:close/>
                  <a:moveTo>
                    <a:pt x="1300327" y="1250002"/>
                  </a:moveTo>
                  <a:lnTo>
                    <a:pt x="1305484" y="1261031"/>
                  </a:lnTo>
                  <a:lnTo>
                    <a:pt x="1315308" y="1251251"/>
                  </a:lnTo>
                  <a:close/>
                  <a:moveTo>
                    <a:pt x="1190384" y="1092036"/>
                  </a:moveTo>
                  <a:lnTo>
                    <a:pt x="1186837" y="1104336"/>
                  </a:lnTo>
                  <a:lnTo>
                    <a:pt x="1281118" y="1058165"/>
                  </a:lnTo>
                  <a:close/>
                  <a:moveTo>
                    <a:pt x="1190384" y="1092036"/>
                  </a:moveTo>
                  <a:lnTo>
                    <a:pt x="1179668" y="1096602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90384" y="1092036"/>
                  </a:lnTo>
                  <a:lnTo>
                    <a:pt x="1225283" y="1032879"/>
                  </a:lnTo>
                  <a:close/>
                  <a:moveTo>
                    <a:pt x="1140201" y="1014386"/>
                  </a:moveTo>
                  <a:lnTo>
                    <a:pt x="1179668" y="1096602"/>
                  </a:lnTo>
                  <a:lnTo>
                    <a:pt x="1163130" y="975950"/>
                  </a:lnTo>
                  <a:close/>
                  <a:moveTo>
                    <a:pt x="1281118" y="1058165"/>
                  </a:moveTo>
                  <a:lnTo>
                    <a:pt x="1371861" y="1105182"/>
                  </a:lnTo>
                  <a:lnTo>
                    <a:pt x="1319646" y="1047540"/>
                  </a:lnTo>
                  <a:close/>
                  <a:moveTo>
                    <a:pt x="1371861" y="1105182"/>
                  </a:moveTo>
                  <a:lnTo>
                    <a:pt x="1329894" y="1058165"/>
                  </a:lnTo>
                  <a:lnTo>
                    <a:pt x="1319646" y="1047540"/>
                  </a:lnTo>
                  <a:close/>
                  <a:moveTo>
                    <a:pt x="1405923" y="74934"/>
                  </a:moveTo>
                  <a:lnTo>
                    <a:pt x="1380885" y="57423"/>
                  </a:lnTo>
                  <a:lnTo>
                    <a:pt x="1433308" y="126046"/>
                  </a:lnTo>
                  <a:close/>
                  <a:moveTo>
                    <a:pt x="1388737" y="43831"/>
                  </a:moveTo>
                  <a:lnTo>
                    <a:pt x="1380885" y="57423"/>
                  </a:lnTo>
                  <a:lnTo>
                    <a:pt x="1405923" y="74934"/>
                  </a:lnTo>
                  <a:close/>
                  <a:moveTo>
                    <a:pt x="1396186" y="38531"/>
                  </a:moveTo>
                  <a:lnTo>
                    <a:pt x="1380885" y="57423"/>
                  </a:lnTo>
                  <a:lnTo>
                    <a:pt x="1388737" y="43831"/>
                  </a:lnTo>
                  <a:close/>
                  <a:moveTo>
                    <a:pt x="1502728" y="87610"/>
                  </a:moveTo>
                  <a:lnTo>
                    <a:pt x="1449463" y="22521"/>
                  </a:lnTo>
                  <a:lnTo>
                    <a:pt x="1405923" y="74934"/>
                  </a:lnTo>
                  <a:close/>
                  <a:moveTo>
                    <a:pt x="1449463" y="22521"/>
                  </a:moveTo>
                  <a:lnTo>
                    <a:pt x="1388737" y="43831"/>
                  </a:lnTo>
                  <a:lnTo>
                    <a:pt x="1405923" y="74934"/>
                  </a:lnTo>
                  <a:close/>
                  <a:moveTo>
                    <a:pt x="1517970" y="0"/>
                  </a:moveTo>
                  <a:lnTo>
                    <a:pt x="1396186" y="38531"/>
                  </a:lnTo>
                  <a:lnTo>
                    <a:pt x="1443483" y="16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689" name="Candidate_density__2008">
              <a:extLst>
                <a:ext uri="{FF2B5EF4-FFF2-40B4-BE49-F238E27FC236}">
                  <a16:creationId xmlns:a16="http://schemas.microsoft.com/office/drawing/2014/main" id="{9787327F-9E8E-6137-2F54-C9DF75A6F2DA}"/>
                </a:ext>
              </a:extLst>
            </p:cNvPr>
            <p:cNvSpPr>
              <a:spLocks noGrp="1"/>
            </p:cNvSpPr>
            <p:nvPr/>
          </p:nvSpPr>
          <p:spPr>
            <a:xfrm>
              <a:off x="4502544" y="3444122"/>
              <a:ext cx="2261655" cy="1398898"/>
            </a:xfrm>
            <a:custGeom>
              <a:avLst/>
              <a:gdLst/>
              <a:ahLst/>
              <a:cxnLst/>
              <a:rect l="0" t="0" r="0" b="0"/>
              <a:pathLst>
                <a:path w="2261655" h="1398898">
                  <a:moveTo>
                    <a:pt x="220537" y="1180491"/>
                  </a:moveTo>
                  <a:lnTo>
                    <a:pt x="138788" y="1153504"/>
                  </a:lnTo>
                  <a:lnTo>
                    <a:pt x="168858" y="1202477"/>
                  </a:lnTo>
                  <a:close/>
                  <a:moveTo>
                    <a:pt x="81607" y="1154917"/>
                  </a:moveTo>
                  <a:lnTo>
                    <a:pt x="120582" y="1150373"/>
                  </a:lnTo>
                  <a:lnTo>
                    <a:pt x="0" y="1094996"/>
                  </a:lnTo>
                  <a:close/>
                  <a:moveTo>
                    <a:pt x="296114" y="1184405"/>
                  </a:moveTo>
                  <a:lnTo>
                    <a:pt x="334802" y="1113848"/>
                  </a:lnTo>
                  <a:lnTo>
                    <a:pt x="220537" y="1180491"/>
                  </a:lnTo>
                  <a:close/>
                  <a:moveTo>
                    <a:pt x="549457" y="1344350"/>
                  </a:moveTo>
                  <a:lnTo>
                    <a:pt x="485573" y="1398898"/>
                  </a:lnTo>
                  <a:lnTo>
                    <a:pt x="548372" y="1355038"/>
                  </a:lnTo>
                  <a:close/>
                  <a:moveTo>
                    <a:pt x="548372" y="1355038"/>
                  </a:moveTo>
                  <a:lnTo>
                    <a:pt x="553384" y="1346984"/>
                  </a:lnTo>
                  <a:lnTo>
                    <a:pt x="549457" y="1344350"/>
                  </a:lnTo>
                  <a:close/>
                  <a:moveTo>
                    <a:pt x="727126" y="1314307"/>
                  </a:moveTo>
                  <a:lnTo>
                    <a:pt x="725952" y="1390762"/>
                  </a:lnTo>
                  <a:lnTo>
                    <a:pt x="780591" y="1277627"/>
                  </a:lnTo>
                  <a:close/>
                  <a:moveTo>
                    <a:pt x="780591" y="1277627"/>
                  </a:moveTo>
                  <a:lnTo>
                    <a:pt x="772544" y="1270111"/>
                  </a:lnTo>
                  <a:lnTo>
                    <a:pt x="727126" y="1314307"/>
                  </a:lnTo>
                  <a:close/>
                  <a:moveTo>
                    <a:pt x="783806" y="1375105"/>
                  </a:moveTo>
                  <a:lnTo>
                    <a:pt x="843626" y="1387065"/>
                  </a:lnTo>
                  <a:lnTo>
                    <a:pt x="780591" y="1277627"/>
                  </a:lnTo>
                  <a:close/>
                  <a:moveTo>
                    <a:pt x="679267" y="920163"/>
                  </a:moveTo>
                  <a:lnTo>
                    <a:pt x="736335" y="1013330"/>
                  </a:lnTo>
                  <a:lnTo>
                    <a:pt x="760834" y="946476"/>
                  </a:lnTo>
                  <a:close/>
                  <a:moveTo>
                    <a:pt x="760834" y="946476"/>
                  </a:moveTo>
                  <a:lnTo>
                    <a:pt x="815623" y="948870"/>
                  </a:lnTo>
                  <a:lnTo>
                    <a:pt x="679267" y="920163"/>
                  </a:lnTo>
                  <a:close/>
                  <a:moveTo>
                    <a:pt x="862138" y="971647"/>
                  </a:moveTo>
                  <a:lnTo>
                    <a:pt x="913924" y="1029637"/>
                  </a:lnTo>
                  <a:lnTo>
                    <a:pt x="815623" y="948870"/>
                  </a:lnTo>
                  <a:close/>
                  <a:moveTo>
                    <a:pt x="1054363" y="908156"/>
                  </a:moveTo>
                  <a:lnTo>
                    <a:pt x="1030432" y="966735"/>
                  </a:lnTo>
                  <a:lnTo>
                    <a:pt x="1053174" y="937521"/>
                  </a:lnTo>
                  <a:close/>
                  <a:moveTo>
                    <a:pt x="1030432" y="966735"/>
                  </a:moveTo>
                  <a:lnTo>
                    <a:pt x="1054363" y="908156"/>
                  </a:lnTo>
                  <a:lnTo>
                    <a:pt x="1042184" y="885864"/>
                  </a:lnTo>
                  <a:close/>
                  <a:moveTo>
                    <a:pt x="1875583" y="1251747"/>
                  </a:moveTo>
                  <a:lnTo>
                    <a:pt x="1790467" y="1203922"/>
                  </a:lnTo>
                  <a:lnTo>
                    <a:pt x="1745701" y="1259999"/>
                  </a:lnTo>
                  <a:close/>
                  <a:moveTo>
                    <a:pt x="1822269" y="880404"/>
                  </a:moveTo>
                  <a:lnTo>
                    <a:pt x="1819584" y="890630"/>
                  </a:lnTo>
                  <a:lnTo>
                    <a:pt x="1814877" y="1001056"/>
                  </a:lnTo>
                  <a:close/>
                  <a:moveTo>
                    <a:pt x="1822504" y="918841"/>
                  </a:moveTo>
                  <a:lnTo>
                    <a:pt x="1822269" y="880404"/>
                  </a:lnTo>
                  <a:lnTo>
                    <a:pt x="1814877" y="1001056"/>
                  </a:lnTo>
                  <a:close/>
                  <a:moveTo>
                    <a:pt x="1822058" y="876169"/>
                  </a:moveTo>
                  <a:lnTo>
                    <a:pt x="1819584" y="890630"/>
                  </a:lnTo>
                  <a:lnTo>
                    <a:pt x="1822269" y="880404"/>
                  </a:lnTo>
                  <a:close/>
                  <a:moveTo>
                    <a:pt x="2241617" y="721316"/>
                  </a:moveTo>
                  <a:lnTo>
                    <a:pt x="2226013" y="690037"/>
                  </a:lnTo>
                  <a:lnTo>
                    <a:pt x="2261655" y="765094"/>
                  </a:lnTo>
                  <a:close/>
                  <a:moveTo>
                    <a:pt x="2226013" y="690037"/>
                  </a:moveTo>
                  <a:lnTo>
                    <a:pt x="2184809" y="623443"/>
                  </a:lnTo>
                  <a:lnTo>
                    <a:pt x="2211307" y="682879"/>
                  </a:lnTo>
                  <a:close/>
                  <a:moveTo>
                    <a:pt x="2184809" y="623443"/>
                  </a:moveTo>
                  <a:lnTo>
                    <a:pt x="2185852" y="600664"/>
                  </a:lnTo>
                  <a:lnTo>
                    <a:pt x="2211307" y="682879"/>
                  </a:lnTo>
                  <a:close/>
                  <a:moveTo>
                    <a:pt x="2124839" y="511513"/>
                  </a:moveTo>
                  <a:lnTo>
                    <a:pt x="2174021" y="571622"/>
                  </a:lnTo>
                  <a:lnTo>
                    <a:pt x="2185852" y="600664"/>
                  </a:lnTo>
                  <a:close/>
                  <a:moveTo>
                    <a:pt x="2039786" y="80599"/>
                  </a:moveTo>
                  <a:lnTo>
                    <a:pt x="1988639" y="104572"/>
                  </a:lnTo>
                  <a:lnTo>
                    <a:pt x="2107048" y="53422"/>
                  </a:lnTo>
                  <a:close/>
                  <a:moveTo>
                    <a:pt x="2039786" y="80599"/>
                  </a:moveTo>
                  <a:lnTo>
                    <a:pt x="2107048" y="53422"/>
                  </a:lnTo>
                  <a:lnTo>
                    <a:pt x="2075787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690" name="Candidate_density__2009">
              <a:extLst>
                <a:ext uri="{FF2B5EF4-FFF2-40B4-BE49-F238E27FC236}">
                  <a16:creationId xmlns:a16="http://schemas.microsoft.com/office/drawing/2014/main" id="{9860159B-7663-1B47-2B6D-C3BA2F91C482}"/>
                </a:ext>
              </a:extLst>
            </p:cNvPr>
            <p:cNvSpPr>
              <a:spLocks noGrp="1"/>
            </p:cNvSpPr>
            <p:nvPr/>
          </p:nvSpPr>
          <p:spPr>
            <a:xfrm>
              <a:off x="4990979" y="3444122"/>
              <a:ext cx="1618613" cy="1344350"/>
            </a:xfrm>
            <a:custGeom>
              <a:avLst/>
              <a:gdLst/>
              <a:ahLst/>
              <a:cxnLst/>
              <a:rect l="0" t="0" r="0" b="0"/>
              <a:pathLst>
                <a:path w="1618613" h="1344350">
                  <a:moveTo>
                    <a:pt x="49854" y="1253338"/>
                  </a:moveTo>
                  <a:lnTo>
                    <a:pt x="17807" y="1260973"/>
                  </a:lnTo>
                  <a:lnTo>
                    <a:pt x="0" y="1333369"/>
                  </a:lnTo>
                  <a:close/>
                  <a:moveTo>
                    <a:pt x="49854" y="1253338"/>
                  </a:moveTo>
                  <a:lnTo>
                    <a:pt x="0" y="1333369"/>
                  </a:lnTo>
                  <a:lnTo>
                    <a:pt x="61023" y="1344350"/>
                  </a:lnTo>
                  <a:close/>
                  <a:moveTo>
                    <a:pt x="559463" y="1193238"/>
                  </a:moveTo>
                  <a:lnTo>
                    <a:pt x="614828" y="1275453"/>
                  </a:lnTo>
                  <a:lnTo>
                    <a:pt x="549153" y="1231674"/>
                  </a:lnTo>
                  <a:close/>
                  <a:moveTo>
                    <a:pt x="272400" y="946476"/>
                  </a:moveTo>
                  <a:lnTo>
                    <a:pt x="319879" y="902814"/>
                  </a:lnTo>
                  <a:lnTo>
                    <a:pt x="327188" y="948870"/>
                  </a:lnTo>
                  <a:close/>
                  <a:moveTo>
                    <a:pt x="482421" y="502422"/>
                  </a:moveTo>
                  <a:lnTo>
                    <a:pt x="438682" y="518451"/>
                  </a:lnTo>
                  <a:lnTo>
                    <a:pt x="438684" y="428719"/>
                  </a:lnTo>
                  <a:close/>
                  <a:moveTo>
                    <a:pt x="1441939" y="1241398"/>
                  </a:moveTo>
                  <a:lnTo>
                    <a:pt x="1348809" y="1171858"/>
                  </a:lnTo>
                  <a:lnTo>
                    <a:pt x="1387148" y="1251747"/>
                  </a:lnTo>
                  <a:close/>
                  <a:moveTo>
                    <a:pt x="1496587" y="1167062"/>
                  </a:moveTo>
                  <a:lnTo>
                    <a:pt x="1486194" y="1191660"/>
                  </a:lnTo>
                  <a:lnTo>
                    <a:pt x="1441939" y="1241398"/>
                  </a:lnTo>
                  <a:close/>
                  <a:moveTo>
                    <a:pt x="1360698" y="798189"/>
                  </a:moveTo>
                  <a:lnTo>
                    <a:pt x="1366303" y="759752"/>
                  </a:lnTo>
                  <a:lnTo>
                    <a:pt x="1333834" y="880404"/>
                  </a:lnTo>
                  <a:close/>
                  <a:moveTo>
                    <a:pt x="947233" y="291203"/>
                  </a:moveTo>
                  <a:lnTo>
                    <a:pt x="987787" y="266461"/>
                  </a:lnTo>
                  <a:lnTo>
                    <a:pt x="923300" y="265175"/>
                  </a:lnTo>
                  <a:close/>
                  <a:moveTo>
                    <a:pt x="947233" y="291203"/>
                  </a:moveTo>
                  <a:lnTo>
                    <a:pt x="923300" y="265175"/>
                  </a:lnTo>
                  <a:lnTo>
                    <a:pt x="873716" y="294991"/>
                  </a:lnTo>
                  <a:close/>
                  <a:moveTo>
                    <a:pt x="1618613" y="53422"/>
                  </a:moveTo>
                  <a:lnTo>
                    <a:pt x="1616760" y="27023"/>
                  </a:lnTo>
                  <a:lnTo>
                    <a:pt x="1587352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691" name="Candidate_density__2010">
              <a:extLst>
                <a:ext uri="{FF2B5EF4-FFF2-40B4-BE49-F238E27FC236}">
                  <a16:creationId xmlns:a16="http://schemas.microsoft.com/office/drawing/2014/main" id="{9D5DA653-69DF-8C67-BF66-7E124A6FB56F}"/>
                </a:ext>
              </a:extLst>
            </p:cNvPr>
            <p:cNvSpPr>
              <a:spLocks noGrp="1"/>
            </p:cNvSpPr>
            <p:nvPr/>
          </p:nvSpPr>
          <p:spPr>
            <a:xfrm>
              <a:off x="5811423" y="3697334"/>
              <a:ext cx="306275" cy="57809"/>
            </a:xfrm>
            <a:custGeom>
              <a:avLst/>
              <a:gdLst/>
              <a:ahLst/>
              <a:cxnLst/>
              <a:rect l="0" t="0" r="0" b="0"/>
              <a:pathLst>
                <a:path w="306275" h="57809">
                  <a:moveTo>
                    <a:pt x="53271" y="41779"/>
                  </a:moveTo>
                  <a:lnTo>
                    <a:pt x="0" y="57809"/>
                  </a:lnTo>
                  <a:lnTo>
                    <a:pt x="126789" y="37991"/>
                  </a:lnTo>
                  <a:close/>
                  <a:moveTo>
                    <a:pt x="175887" y="14747"/>
                  </a:moveTo>
                  <a:lnTo>
                    <a:pt x="167343" y="13249"/>
                  </a:lnTo>
                  <a:lnTo>
                    <a:pt x="126789" y="37991"/>
                  </a:lnTo>
                  <a:close/>
                  <a:moveTo>
                    <a:pt x="180292" y="13249"/>
                  </a:moveTo>
                  <a:lnTo>
                    <a:pt x="175887" y="14747"/>
                  </a:lnTo>
                  <a:lnTo>
                    <a:pt x="249547" y="3107"/>
                  </a:lnTo>
                  <a:close/>
                  <a:moveTo>
                    <a:pt x="249547" y="3107"/>
                  </a:moveTo>
                  <a:lnTo>
                    <a:pt x="175887" y="14747"/>
                  </a:lnTo>
                  <a:lnTo>
                    <a:pt x="126789" y="37991"/>
                  </a:lnTo>
                  <a:close/>
                  <a:moveTo>
                    <a:pt x="249547" y="3107"/>
                  </a:moveTo>
                  <a:lnTo>
                    <a:pt x="126789" y="37991"/>
                  </a:lnTo>
                  <a:lnTo>
                    <a:pt x="199590" y="31526"/>
                  </a:lnTo>
                  <a:close/>
                  <a:moveTo>
                    <a:pt x="167343" y="13249"/>
                  </a:moveTo>
                  <a:lnTo>
                    <a:pt x="175887" y="14747"/>
                  </a:lnTo>
                  <a:lnTo>
                    <a:pt x="177807" y="13539"/>
                  </a:lnTo>
                  <a:close/>
                  <a:moveTo>
                    <a:pt x="180292" y="13249"/>
                  </a:moveTo>
                  <a:lnTo>
                    <a:pt x="177807" y="13539"/>
                  </a:lnTo>
                  <a:lnTo>
                    <a:pt x="175887" y="14747"/>
                  </a:lnTo>
                  <a:close/>
                  <a:moveTo>
                    <a:pt x="306275" y="0"/>
                  </a:moveTo>
                  <a:lnTo>
                    <a:pt x="180292" y="13249"/>
                  </a:lnTo>
                  <a:lnTo>
                    <a:pt x="260336" y="6684"/>
                  </a:lnTo>
                  <a:close/>
                  <a:moveTo>
                    <a:pt x="260336" y="6684"/>
                  </a:moveTo>
                  <a:lnTo>
                    <a:pt x="180292" y="13249"/>
                  </a:lnTo>
                  <a:lnTo>
                    <a:pt x="249547" y="31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692" name="Candidate_density__2011">
              <a:extLst>
                <a:ext uri="{FF2B5EF4-FFF2-40B4-BE49-F238E27FC236}">
                  <a16:creationId xmlns:a16="http://schemas.microsoft.com/office/drawing/2014/main" id="{CD4604D6-E806-2B2A-A65A-3BB07F3843DE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53972"/>
              <a:ext cx="2255572" cy="1948032"/>
            </a:xfrm>
            <a:custGeom>
              <a:avLst/>
              <a:gdLst/>
              <a:ahLst/>
              <a:cxnLst/>
              <a:rect l="0" t="0" r="0" b="0"/>
              <a:pathLst>
                <a:path w="2255572" h="1948032">
                  <a:moveTo>
                    <a:pt x="5712" y="1146710"/>
                  </a:moveTo>
                  <a:lnTo>
                    <a:pt x="0" y="1162898"/>
                  </a:lnTo>
                  <a:lnTo>
                    <a:pt x="28790" y="1179908"/>
                  </a:lnTo>
                  <a:close/>
                  <a:moveTo>
                    <a:pt x="5628" y="1093307"/>
                  </a:moveTo>
                  <a:lnTo>
                    <a:pt x="0" y="1162898"/>
                  </a:lnTo>
                  <a:lnTo>
                    <a:pt x="5712" y="1146710"/>
                  </a:lnTo>
                  <a:close/>
                  <a:moveTo>
                    <a:pt x="38915" y="1108274"/>
                  </a:moveTo>
                  <a:lnTo>
                    <a:pt x="5712" y="1146710"/>
                  </a:lnTo>
                  <a:lnTo>
                    <a:pt x="28790" y="1179908"/>
                  </a:lnTo>
                  <a:close/>
                  <a:moveTo>
                    <a:pt x="5712" y="1146710"/>
                  </a:moveTo>
                  <a:lnTo>
                    <a:pt x="3136" y="1060256"/>
                  </a:lnTo>
                  <a:lnTo>
                    <a:pt x="5628" y="1093307"/>
                  </a:lnTo>
                  <a:close/>
                  <a:moveTo>
                    <a:pt x="3921" y="1064495"/>
                  </a:moveTo>
                  <a:lnTo>
                    <a:pt x="5628" y="1093307"/>
                  </a:lnTo>
                  <a:lnTo>
                    <a:pt x="3136" y="1060256"/>
                  </a:lnTo>
                  <a:close/>
                  <a:moveTo>
                    <a:pt x="794512" y="1930425"/>
                  </a:moveTo>
                  <a:lnTo>
                    <a:pt x="763493" y="1867165"/>
                  </a:lnTo>
                  <a:lnTo>
                    <a:pt x="787142" y="1948032"/>
                  </a:lnTo>
                  <a:close/>
                  <a:moveTo>
                    <a:pt x="794512" y="1930425"/>
                  </a:moveTo>
                  <a:lnTo>
                    <a:pt x="758528" y="1848209"/>
                  </a:lnTo>
                  <a:lnTo>
                    <a:pt x="763493" y="1867165"/>
                  </a:lnTo>
                  <a:close/>
                  <a:moveTo>
                    <a:pt x="758528" y="1848209"/>
                  </a:moveTo>
                  <a:lnTo>
                    <a:pt x="794512" y="1930425"/>
                  </a:lnTo>
                  <a:lnTo>
                    <a:pt x="851700" y="1891988"/>
                  </a:lnTo>
                  <a:close/>
                  <a:moveTo>
                    <a:pt x="793585" y="1809773"/>
                  </a:moveTo>
                  <a:lnTo>
                    <a:pt x="722548" y="1739768"/>
                  </a:lnTo>
                  <a:lnTo>
                    <a:pt x="716056" y="1765995"/>
                  </a:lnTo>
                  <a:close/>
                  <a:moveTo>
                    <a:pt x="793585" y="1809773"/>
                  </a:moveTo>
                  <a:lnTo>
                    <a:pt x="716056" y="1765995"/>
                  </a:lnTo>
                  <a:lnTo>
                    <a:pt x="758528" y="1848209"/>
                  </a:lnTo>
                  <a:close/>
                  <a:moveTo>
                    <a:pt x="377415" y="1152052"/>
                  </a:moveTo>
                  <a:lnTo>
                    <a:pt x="359755" y="1252384"/>
                  </a:lnTo>
                  <a:lnTo>
                    <a:pt x="366692" y="1176889"/>
                  </a:lnTo>
                  <a:close/>
                  <a:moveTo>
                    <a:pt x="227997" y="1152194"/>
                  </a:moveTo>
                  <a:lnTo>
                    <a:pt x="315305" y="1069837"/>
                  </a:lnTo>
                  <a:lnTo>
                    <a:pt x="234799" y="1093194"/>
                  </a:lnTo>
                  <a:close/>
                  <a:moveTo>
                    <a:pt x="305976" y="1165086"/>
                  </a:moveTo>
                  <a:lnTo>
                    <a:pt x="350828" y="1117576"/>
                  </a:lnTo>
                  <a:lnTo>
                    <a:pt x="227997" y="1152194"/>
                  </a:lnTo>
                  <a:close/>
                  <a:moveTo>
                    <a:pt x="945110" y="1780106"/>
                  </a:moveTo>
                  <a:lnTo>
                    <a:pt x="887941" y="1732462"/>
                  </a:lnTo>
                  <a:lnTo>
                    <a:pt x="856876" y="1691155"/>
                  </a:lnTo>
                  <a:close/>
                  <a:moveTo>
                    <a:pt x="887941" y="1732462"/>
                  </a:moveTo>
                  <a:lnTo>
                    <a:pt x="945110" y="1780106"/>
                  </a:lnTo>
                  <a:lnTo>
                    <a:pt x="1028490" y="1764094"/>
                  </a:lnTo>
                  <a:close/>
                  <a:moveTo>
                    <a:pt x="463992" y="1228233"/>
                  </a:moveTo>
                  <a:lnTo>
                    <a:pt x="464366" y="1263419"/>
                  </a:lnTo>
                  <a:lnTo>
                    <a:pt x="539872" y="1195831"/>
                  </a:lnTo>
                  <a:close/>
                  <a:moveTo>
                    <a:pt x="410238" y="1211342"/>
                  </a:moveTo>
                  <a:lnTo>
                    <a:pt x="493294" y="1156371"/>
                  </a:lnTo>
                  <a:lnTo>
                    <a:pt x="377415" y="1152052"/>
                  </a:lnTo>
                  <a:close/>
                  <a:moveTo>
                    <a:pt x="377415" y="1152052"/>
                  </a:moveTo>
                  <a:lnTo>
                    <a:pt x="493294" y="1156371"/>
                  </a:lnTo>
                  <a:lnTo>
                    <a:pt x="451159" y="1113616"/>
                  </a:lnTo>
                  <a:close/>
                  <a:moveTo>
                    <a:pt x="463992" y="1228233"/>
                  </a:moveTo>
                  <a:lnTo>
                    <a:pt x="539872" y="1195831"/>
                  </a:lnTo>
                  <a:lnTo>
                    <a:pt x="493294" y="1156371"/>
                  </a:lnTo>
                  <a:close/>
                  <a:moveTo>
                    <a:pt x="451159" y="1113616"/>
                  </a:moveTo>
                  <a:lnTo>
                    <a:pt x="397874" y="1078273"/>
                  </a:lnTo>
                  <a:lnTo>
                    <a:pt x="350828" y="1117576"/>
                  </a:lnTo>
                  <a:close/>
                  <a:moveTo>
                    <a:pt x="336839" y="1031401"/>
                  </a:moveTo>
                  <a:lnTo>
                    <a:pt x="350828" y="1117576"/>
                  </a:lnTo>
                  <a:lnTo>
                    <a:pt x="397874" y="1078273"/>
                  </a:lnTo>
                  <a:close/>
                  <a:moveTo>
                    <a:pt x="698621" y="1360261"/>
                  </a:moveTo>
                  <a:lnTo>
                    <a:pt x="798833" y="1337974"/>
                  </a:lnTo>
                  <a:lnTo>
                    <a:pt x="696194" y="1357669"/>
                  </a:lnTo>
                  <a:close/>
                  <a:moveTo>
                    <a:pt x="1223023" y="1503700"/>
                  </a:moveTo>
                  <a:lnTo>
                    <a:pt x="1215192" y="1530034"/>
                  </a:lnTo>
                  <a:lnTo>
                    <a:pt x="1239285" y="1409382"/>
                  </a:lnTo>
                  <a:close/>
                  <a:moveTo>
                    <a:pt x="1239285" y="1409382"/>
                  </a:moveTo>
                  <a:lnTo>
                    <a:pt x="1215192" y="1530034"/>
                  </a:lnTo>
                  <a:lnTo>
                    <a:pt x="1234311" y="1491597"/>
                  </a:lnTo>
                  <a:close/>
                  <a:moveTo>
                    <a:pt x="1314348" y="1321922"/>
                  </a:moveTo>
                  <a:lnTo>
                    <a:pt x="1373269" y="1356384"/>
                  </a:lnTo>
                  <a:lnTo>
                    <a:pt x="1316899" y="1288731"/>
                  </a:lnTo>
                  <a:close/>
                  <a:moveTo>
                    <a:pt x="1245289" y="1217381"/>
                  </a:moveTo>
                  <a:lnTo>
                    <a:pt x="1316899" y="1288731"/>
                  </a:lnTo>
                  <a:lnTo>
                    <a:pt x="1263014" y="1222816"/>
                  </a:lnTo>
                  <a:close/>
                  <a:moveTo>
                    <a:pt x="1245289" y="1217381"/>
                  </a:moveTo>
                  <a:lnTo>
                    <a:pt x="1314348" y="1321922"/>
                  </a:lnTo>
                  <a:lnTo>
                    <a:pt x="1316899" y="1288731"/>
                  </a:lnTo>
                  <a:close/>
                  <a:moveTo>
                    <a:pt x="1217163" y="1124300"/>
                  </a:moveTo>
                  <a:lnTo>
                    <a:pt x="1224640" y="1079343"/>
                  </a:lnTo>
                  <a:lnTo>
                    <a:pt x="1111702" y="1080521"/>
                  </a:lnTo>
                  <a:close/>
                  <a:moveTo>
                    <a:pt x="1247712" y="1206515"/>
                  </a:moveTo>
                  <a:lnTo>
                    <a:pt x="1245289" y="1217381"/>
                  </a:lnTo>
                  <a:lnTo>
                    <a:pt x="1263014" y="1222816"/>
                  </a:lnTo>
                  <a:close/>
                  <a:moveTo>
                    <a:pt x="1316899" y="1288731"/>
                  </a:moveTo>
                  <a:lnTo>
                    <a:pt x="1392119" y="1250294"/>
                  </a:lnTo>
                  <a:lnTo>
                    <a:pt x="1263014" y="1222816"/>
                  </a:lnTo>
                  <a:close/>
                  <a:moveTo>
                    <a:pt x="1214229" y="1085864"/>
                  </a:moveTo>
                  <a:lnTo>
                    <a:pt x="1224640" y="1079343"/>
                  </a:lnTo>
                  <a:lnTo>
                    <a:pt x="1217163" y="1124300"/>
                  </a:lnTo>
                  <a:close/>
                  <a:moveTo>
                    <a:pt x="1411396" y="1243024"/>
                  </a:moveTo>
                  <a:lnTo>
                    <a:pt x="1491937" y="1238137"/>
                  </a:lnTo>
                  <a:lnTo>
                    <a:pt x="1474877" y="1151915"/>
                  </a:lnTo>
                  <a:close/>
                  <a:moveTo>
                    <a:pt x="1885062" y="1255636"/>
                  </a:moveTo>
                  <a:lnTo>
                    <a:pt x="1856405" y="1284292"/>
                  </a:lnTo>
                  <a:lnTo>
                    <a:pt x="1893357" y="1262008"/>
                  </a:lnTo>
                  <a:close/>
                  <a:moveTo>
                    <a:pt x="1885062" y="1255636"/>
                  </a:moveTo>
                  <a:lnTo>
                    <a:pt x="1893357" y="1262008"/>
                  </a:lnTo>
                  <a:lnTo>
                    <a:pt x="1902276" y="1246999"/>
                  </a:lnTo>
                  <a:close/>
                  <a:moveTo>
                    <a:pt x="1817302" y="1173421"/>
                  </a:moveTo>
                  <a:lnTo>
                    <a:pt x="1902276" y="1246999"/>
                  </a:lnTo>
                  <a:lnTo>
                    <a:pt x="1912958" y="1138223"/>
                  </a:lnTo>
                  <a:close/>
                  <a:moveTo>
                    <a:pt x="1893357" y="1262008"/>
                  </a:moveTo>
                  <a:lnTo>
                    <a:pt x="1956070" y="1217200"/>
                  </a:lnTo>
                  <a:lnTo>
                    <a:pt x="1902276" y="1246999"/>
                  </a:lnTo>
                  <a:close/>
                  <a:moveTo>
                    <a:pt x="2030742" y="1281810"/>
                  </a:moveTo>
                  <a:lnTo>
                    <a:pt x="1956070" y="1217200"/>
                  </a:lnTo>
                  <a:lnTo>
                    <a:pt x="1893357" y="1262008"/>
                  </a:lnTo>
                  <a:close/>
                  <a:moveTo>
                    <a:pt x="1822214" y="1091206"/>
                  </a:moveTo>
                  <a:lnTo>
                    <a:pt x="1817302" y="1173421"/>
                  </a:lnTo>
                  <a:lnTo>
                    <a:pt x="1912958" y="1138223"/>
                  </a:lnTo>
                  <a:close/>
                  <a:moveTo>
                    <a:pt x="1704227" y="1008991"/>
                  </a:moveTo>
                  <a:lnTo>
                    <a:pt x="1766380" y="1065921"/>
                  </a:lnTo>
                  <a:lnTo>
                    <a:pt x="1792459" y="975411"/>
                  </a:lnTo>
                  <a:close/>
                  <a:moveTo>
                    <a:pt x="1702284" y="888339"/>
                  </a:moveTo>
                  <a:lnTo>
                    <a:pt x="1704227" y="1008991"/>
                  </a:lnTo>
                  <a:lnTo>
                    <a:pt x="1795401" y="959224"/>
                  </a:lnTo>
                  <a:close/>
                  <a:moveTo>
                    <a:pt x="1688861" y="926776"/>
                  </a:moveTo>
                  <a:lnTo>
                    <a:pt x="1704227" y="1008991"/>
                  </a:lnTo>
                  <a:lnTo>
                    <a:pt x="1702284" y="888339"/>
                  </a:lnTo>
                  <a:close/>
                  <a:moveTo>
                    <a:pt x="1204728" y="312834"/>
                  </a:moveTo>
                  <a:lnTo>
                    <a:pt x="1223036" y="334643"/>
                  </a:lnTo>
                  <a:lnTo>
                    <a:pt x="1261553" y="356542"/>
                  </a:lnTo>
                  <a:close/>
                  <a:moveTo>
                    <a:pt x="1702284" y="888339"/>
                  </a:moveTo>
                  <a:lnTo>
                    <a:pt x="1795401" y="959224"/>
                  </a:lnTo>
                  <a:lnTo>
                    <a:pt x="1794133" y="849902"/>
                  </a:lnTo>
                  <a:close/>
                  <a:moveTo>
                    <a:pt x="1738243" y="806124"/>
                  </a:moveTo>
                  <a:lnTo>
                    <a:pt x="1702284" y="888339"/>
                  </a:lnTo>
                  <a:lnTo>
                    <a:pt x="1794133" y="849902"/>
                  </a:lnTo>
                  <a:close/>
                  <a:moveTo>
                    <a:pt x="1238942" y="272005"/>
                  </a:moveTo>
                  <a:lnTo>
                    <a:pt x="1272913" y="294093"/>
                  </a:lnTo>
                  <a:lnTo>
                    <a:pt x="1312895" y="269847"/>
                  </a:lnTo>
                  <a:close/>
                  <a:moveTo>
                    <a:pt x="1348209" y="192182"/>
                  </a:moveTo>
                  <a:lnTo>
                    <a:pt x="1272913" y="294093"/>
                  </a:lnTo>
                  <a:lnTo>
                    <a:pt x="1312904" y="274397"/>
                  </a:lnTo>
                  <a:close/>
                  <a:moveTo>
                    <a:pt x="1941101" y="1096548"/>
                  </a:moveTo>
                  <a:lnTo>
                    <a:pt x="1916462" y="1035282"/>
                  </a:lnTo>
                  <a:lnTo>
                    <a:pt x="1922792" y="1130228"/>
                  </a:lnTo>
                  <a:close/>
                  <a:moveTo>
                    <a:pt x="2098673" y="826730"/>
                  </a:moveTo>
                  <a:lnTo>
                    <a:pt x="2232834" y="834474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98673" y="826730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75137" y="811466"/>
                  </a:lnTo>
                  <a:lnTo>
                    <a:pt x="2098673" y="826730"/>
                  </a:lnTo>
                  <a:close/>
                  <a:moveTo>
                    <a:pt x="2046411" y="729251"/>
                  </a:moveTo>
                  <a:lnTo>
                    <a:pt x="2140305" y="773030"/>
                  </a:lnTo>
                  <a:lnTo>
                    <a:pt x="2072009" y="690815"/>
                  </a:lnTo>
                  <a:close/>
                  <a:moveTo>
                    <a:pt x="2072009" y="690815"/>
                  </a:moveTo>
                  <a:lnTo>
                    <a:pt x="2144442" y="770938"/>
                  </a:lnTo>
                  <a:lnTo>
                    <a:pt x="2152300" y="664457"/>
                  </a:lnTo>
                  <a:close/>
                  <a:moveTo>
                    <a:pt x="2072009" y="690815"/>
                  </a:moveTo>
                  <a:lnTo>
                    <a:pt x="2140305" y="773030"/>
                  </a:lnTo>
                  <a:lnTo>
                    <a:pt x="2144442" y="770938"/>
                  </a:lnTo>
                  <a:close/>
                  <a:moveTo>
                    <a:pt x="2255572" y="741183"/>
                  </a:moveTo>
                  <a:lnTo>
                    <a:pt x="2143069" y="777519"/>
                  </a:lnTo>
                  <a:lnTo>
                    <a:pt x="2232834" y="834474"/>
                  </a:lnTo>
                  <a:close/>
                  <a:moveTo>
                    <a:pt x="2144442" y="770938"/>
                  </a:moveTo>
                  <a:lnTo>
                    <a:pt x="2255572" y="741183"/>
                  </a:lnTo>
                  <a:lnTo>
                    <a:pt x="2230134" y="661772"/>
                  </a:lnTo>
                  <a:close/>
                  <a:moveTo>
                    <a:pt x="2144442" y="770938"/>
                  </a:moveTo>
                  <a:lnTo>
                    <a:pt x="2230134" y="661772"/>
                  </a:lnTo>
                  <a:lnTo>
                    <a:pt x="2152300" y="664457"/>
                  </a:lnTo>
                  <a:close/>
                  <a:moveTo>
                    <a:pt x="2064418" y="575219"/>
                  </a:moveTo>
                  <a:lnTo>
                    <a:pt x="2036625" y="658200"/>
                  </a:lnTo>
                  <a:lnTo>
                    <a:pt x="2152300" y="664457"/>
                  </a:lnTo>
                  <a:close/>
                  <a:moveTo>
                    <a:pt x="2138639" y="575472"/>
                  </a:moveTo>
                  <a:lnTo>
                    <a:pt x="2064418" y="575219"/>
                  </a:lnTo>
                  <a:lnTo>
                    <a:pt x="2152300" y="664457"/>
                  </a:lnTo>
                  <a:close/>
                  <a:moveTo>
                    <a:pt x="1929193" y="526385"/>
                  </a:moveTo>
                  <a:lnTo>
                    <a:pt x="1990694" y="487948"/>
                  </a:lnTo>
                  <a:lnTo>
                    <a:pt x="1924501" y="517644"/>
                  </a:lnTo>
                  <a:close/>
                  <a:moveTo>
                    <a:pt x="1910285" y="405733"/>
                  </a:moveTo>
                  <a:lnTo>
                    <a:pt x="1881221" y="444169"/>
                  </a:lnTo>
                  <a:lnTo>
                    <a:pt x="1924501" y="517644"/>
                  </a:lnTo>
                  <a:close/>
                  <a:moveTo>
                    <a:pt x="2121808" y="82214"/>
                  </a:moveTo>
                  <a:lnTo>
                    <a:pt x="2095899" y="170749"/>
                  </a:lnTo>
                  <a:lnTo>
                    <a:pt x="2131900" y="90151"/>
                  </a:lnTo>
                  <a:close/>
                  <a:moveTo>
                    <a:pt x="2121808" y="82214"/>
                  </a:moveTo>
                  <a:lnTo>
                    <a:pt x="2127740" y="74596"/>
                  </a:lnTo>
                  <a:lnTo>
                    <a:pt x="2043824" y="120651"/>
                  </a:lnTo>
                  <a:close/>
                  <a:moveTo>
                    <a:pt x="2043824" y="120651"/>
                  </a:moveTo>
                  <a:lnTo>
                    <a:pt x="2127740" y="74596"/>
                  </a:lnTo>
                  <a:lnTo>
                    <a:pt x="1994305" y="31667"/>
                  </a:lnTo>
                  <a:close/>
                  <a:moveTo>
                    <a:pt x="2043824" y="120651"/>
                  </a:moveTo>
                  <a:lnTo>
                    <a:pt x="1994305" y="31667"/>
                  </a:lnTo>
                  <a:lnTo>
                    <a:pt x="1990559" y="55562"/>
                  </a:lnTo>
                  <a:close/>
                  <a:moveTo>
                    <a:pt x="2127740" y="74596"/>
                  </a:moveTo>
                  <a:lnTo>
                    <a:pt x="2137271" y="82214"/>
                  </a:lnTo>
                  <a:lnTo>
                    <a:pt x="2067658" y="32624"/>
                  </a:lnTo>
                  <a:close/>
                  <a:moveTo>
                    <a:pt x="1984579" y="33203"/>
                  </a:moveTo>
                  <a:lnTo>
                    <a:pt x="1971833" y="0"/>
                  </a:lnTo>
                  <a:lnTo>
                    <a:pt x="1994305" y="31667"/>
                  </a:lnTo>
                  <a:close/>
                  <a:moveTo>
                    <a:pt x="2121808" y="82214"/>
                  </a:moveTo>
                  <a:lnTo>
                    <a:pt x="2131900" y="90151"/>
                  </a:lnTo>
                  <a:lnTo>
                    <a:pt x="2137258" y="76133"/>
                  </a:lnTo>
                  <a:close/>
                  <a:moveTo>
                    <a:pt x="2127740" y="74596"/>
                  </a:moveTo>
                  <a:lnTo>
                    <a:pt x="2121808" y="82214"/>
                  </a:lnTo>
                  <a:lnTo>
                    <a:pt x="2137258" y="76133"/>
                  </a:lnTo>
                  <a:close/>
                  <a:moveTo>
                    <a:pt x="2137258" y="76133"/>
                  </a:moveTo>
                  <a:lnTo>
                    <a:pt x="2131900" y="90151"/>
                  </a:lnTo>
                  <a:lnTo>
                    <a:pt x="2137271" y="82214"/>
                  </a:lnTo>
                  <a:close/>
                  <a:moveTo>
                    <a:pt x="2137258" y="76133"/>
                  </a:moveTo>
                  <a:lnTo>
                    <a:pt x="2137271" y="82214"/>
                  </a:lnTo>
                  <a:lnTo>
                    <a:pt x="2127740" y="7459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693" name="Candidate_density__2012">
              <a:extLst>
                <a:ext uri="{FF2B5EF4-FFF2-40B4-BE49-F238E27FC236}">
                  <a16:creationId xmlns:a16="http://schemas.microsoft.com/office/drawing/2014/main" id="{229589F8-C50A-AF93-BC5B-4AFEBA9D70A0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436186"/>
              <a:ext cx="2267420" cy="1924746"/>
            </a:xfrm>
            <a:custGeom>
              <a:avLst/>
              <a:gdLst/>
              <a:ahLst/>
              <a:cxnLst/>
              <a:rect l="0" t="0" r="0" b="0"/>
              <a:pathLst>
                <a:path w="2267420" h="1924746">
                  <a:moveTo>
                    <a:pt x="106751" y="1110521"/>
                  </a:moveTo>
                  <a:lnTo>
                    <a:pt x="28790" y="1097694"/>
                  </a:lnTo>
                  <a:lnTo>
                    <a:pt x="0" y="1080683"/>
                  </a:lnTo>
                  <a:close/>
                  <a:moveTo>
                    <a:pt x="817735" y="1881623"/>
                  </a:moveTo>
                  <a:lnTo>
                    <a:pt x="787142" y="1865817"/>
                  </a:lnTo>
                  <a:lnTo>
                    <a:pt x="842788" y="1911835"/>
                  </a:lnTo>
                  <a:close/>
                  <a:moveTo>
                    <a:pt x="656950" y="1559131"/>
                  </a:moveTo>
                  <a:lnTo>
                    <a:pt x="636682" y="1627269"/>
                  </a:lnTo>
                  <a:lnTo>
                    <a:pt x="647466" y="1601565"/>
                  </a:lnTo>
                  <a:close/>
                  <a:moveTo>
                    <a:pt x="106751" y="1110521"/>
                  </a:moveTo>
                  <a:lnTo>
                    <a:pt x="197107" y="1141715"/>
                  </a:lnTo>
                  <a:lnTo>
                    <a:pt x="227997" y="1069979"/>
                  </a:lnTo>
                  <a:close/>
                  <a:moveTo>
                    <a:pt x="28790" y="1097694"/>
                  </a:moveTo>
                  <a:lnTo>
                    <a:pt x="106751" y="1110521"/>
                  </a:lnTo>
                  <a:lnTo>
                    <a:pt x="155421" y="1077288"/>
                  </a:lnTo>
                  <a:close/>
                  <a:moveTo>
                    <a:pt x="75709" y="1057914"/>
                  </a:moveTo>
                  <a:lnTo>
                    <a:pt x="28790" y="1097694"/>
                  </a:lnTo>
                  <a:lnTo>
                    <a:pt x="155421" y="1077288"/>
                  </a:lnTo>
                  <a:close/>
                  <a:moveTo>
                    <a:pt x="758528" y="1765995"/>
                  </a:moveTo>
                  <a:lnTo>
                    <a:pt x="716056" y="1683780"/>
                  </a:lnTo>
                  <a:lnTo>
                    <a:pt x="722288" y="1718358"/>
                  </a:lnTo>
                  <a:close/>
                  <a:moveTo>
                    <a:pt x="636682" y="1627269"/>
                  </a:moveTo>
                  <a:lnTo>
                    <a:pt x="716056" y="1683780"/>
                  </a:lnTo>
                  <a:lnTo>
                    <a:pt x="677184" y="1634783"/>
                  </a:lnTo>
                  <a:close/>
                  <a:moveTo>
                    <a:pt x="647466" y="1601565"/>
                  </a:moveTo>
                  <a:lnTo>
                    <a:pt x="636682" y="1627269"/>
                  </a:lnTo>
                  <a:lnTo>
                    <a:pt x="677184" y="1634783"/>
                  </a:lnTo>
                  <a:close/>
                  <a:moveTo>
                    <a:pt x="817735" y="1881623"/>
                  </a:moveTo>
                  <a:lnTo>
                    <a:pt x="903800" y="1924746"/>
                  </a:lnTo>
                  <a:lnTo>
                    <a:pt x="942627" y="1854713"/>
                  </a:lnTo>
                  <a:close/>
                  <a:moveTo>
                    <a:pt x="677184" y="1634783"/>
                  </a:moveTo>
                  <a:lnTo>
                    <a:pt x="716056" y="1683780"/>
                  </a:lnTo>
                  <a:lnTo>
                    <a:pt x="722548" y="1657554"/>
                  </a:lnTo>
                  <a:close/>
                  <a:moveTo>
                    <a:pt x="647466" y="1601565"/>
                  </a:moveTo>
                  <a:lnTo>
                    <a:pt x="722548" y="1657554"/>
                  </a:lnTo>
                  <a:lnTo>
                    <a:pt x="637610" y="1565923"/>
                  </a:lnTo>
                  <a:close/>
                  <a:moveTo>
                    <a:pt x="677184" y="1634783"/>
                  </a:moveTo>
                  <a:lnTo>
                    <a:pt x="722548" y="1657554"/>
                  </a:lnTo>
                  <a:lnTo>
                    <a:pt x="647466" y="1601565"/>
                  </a:lnTo>
                  <a:close/>
                  <a:moveTo>
                    <a:pt x="541686" y="1406834"/>
                  </a:moveTo>
                  <a:lnTo>
                    <a:pt x="544548" y="1341305"/>
                  </a:lnTo>
                  <a:lnTo>
                    <a:pt x="472287" y="1354920"/>
                  </a:lnTo>
                  <a:close/>
                  <a:moveTo>
                    <a:pt x="458985" y="1272704"/>
                  </a:moveTo>
                  <a:lnTo>
                    <a:pt x="472287" y="1354920"/>
                  </a:lnTo>
                  <a:lnTo>
                    <a:pt x="493620" y="1234268"/>
                  </a:lnTo>
                  <a:close/>
                  <a:moveTo>
                    <a:pt x="464366" y="1181204"/>
                  </a:moveTo>
                  <a:lnTo>
                    <a:pt x="446988" y="1159843"/>
                  </a:lnTo>
                  <a:lnTo>
                    <a:pt x="493620" y="1234268"/>
                  </a:lnTo>
                  <a:close/>
                  <a:moveTo>
                    <a:pt x="493620" y="1234268"/>
                  </a:moveTo>
                  <a:lnTo>
                    <a:pt x="446988" y="1159843"/>
                  </a:lnTo>
                  <a:lnTo>
                    <a:pt x="434405" y="1190489"/>
                  </a:lnTo>
                  <a:close/>
                  <a:moveTo>
                    <a:pt x="377415" y="1069838"/>
                  </a:moveTo>
                  <a:lnTo>
                    <a:pt x="390915" y="1121784"/>
                  </a:lnTo>
                  <a:lnTo>
                    <a:pt x="359755" y="1170169"/>
                  </a:lnTo>
                  <a:close/>
                  <a:moveTo>
                    <a:pt x="359755" y="1170169"/>
                  </a:moveTo>
                  <a:lnTo>
                    <a:pt x="390915" y="1121784"/>
                  </a:lnTo>
                  <a:lnTo>
                    <a:pt x="446988" y="1159843"/>
                  </a:lnTo>
                  <a:close/>
                  <a:moveTo>
                    <a:pt x="234799" y="1010980"/>
                  </a:moveTo>
                  <a:lnTo>
                    <a:pt x="155421" y="1077288"/>
                  </a:lnTo>
                  <a:lnTo>
                    <a:pt x="227997" y="1069979"/>
                  </a:lnTo>
                  <a:close/>
                  <a:moveTo>
                    <a:pt x="315305" y="987623"/>
                  </a:moveTo>
                  <a:lnTo>
                    <a:pt x="277590" y="905408"/>
                  </a:lnTo>
                  <a:lnTo>
                    <a:pt x="234799" y="1010980"/>
                  </a:lnTo>
                  <a:close/>
                  <a:moveTo>
                    <a:pt x="277590" y="905408"/>
                  </a:moveTo>
                  <a:lnTo>
                    <a:pt x="236898" y="909181"/>
                  </a:lnTo>
                  <a:lnTo>
                    <a:pt x="234799" y="1010980"/>
                  </a:lnTo>
                  <a:close/>
                  <a:moveTo>
                    <a:pt x="173775" y="867251"/>
                  </a:moveTo>
                  <a:lnTo>
                    <a:pt x="225061" y="905408"/>
                  </a:lnTo>
                  <a:lnTo>
                    <a:pt x="236898" y="909181"/>
                  </a:lnTo>
                  <a:close/>
                  <a:moveTo>
                    <a:pt x="154729" y="859498"/>
                  </a:moveTo>
                  <a:lnTo>
                    <a:pt x="225061" y="905408"/>
                  </a:lnTo>
                  <a:lnTo>
                    <a:pt x="173775" y="867251"/>
                  </a:lnTo>
                  <a:close/>
                  <a:moveTo>
                    <a:pt x="856876" y="1608940"/>
                  </a:moveTo>
                  <a:lnTo>
                    <a:pt x="887941" y="1650247"/>
                  </a:lnTo>
                  <a:lnTo>
                    <a:pt x="882311" y="1645344"/>
                  </a:lnTo>
                  <a:close/>
                  <a:moveTo>
                    <a:pt x="821606" y="1537522"/>
                  </a:moveTo>
                  <a:lnTo>
                    <a:pt x="856876" y="1608940"/>
                  </a:lnTo>
                  <a:lnTo>
                    <a:pt x="882311" y="1645344"/>
                  </a:lnTo>
                  <a:close/>
                  <a:moveTo>
                    <a:pt x="698621" y="1278047"/>
                  </a:moveTo>
                  <a:lnTo>
                    <a:pt x="738910" y="1371706"/>
                  </a:lnTo>
                  <a:lnTo>
                    <a:pt x="783240" y="1322243"/>
                  </a:lnTo>
                  <a:close/>
                  <a:moveTo>
                    <a:pt x="410238" y="1129127"/>
                  </a:moveTo>
                  <a:lnTo>
                    <a:pt x="464366" y="1181204"/>
                  </a:lnTo>
                  <a:lnTo>
                    <a:pt x="463992" y="1146019"/>
                  </a:lnTo>
                  <a:close/>
                  <a:moveTo>
                    <a:pt x="539872" y="1113617"/>
                  </a:moveTo>
                  <a:lnTo>
                    <a:pt x="464366" y="1181204"/>
                  </a:lnTo>
                  <a:lnTo>
                    <a:pt x="493620" y="1234268"/>
                  </a:lnTo>
                  <a:close/>
                  <a:moveTo>
                    <a:pt x="463992" y="1146019"/>
                  </a:moveTo>
                  <a:lnTo>
                    <a:pt x="493294" y="1074157"/>
                  </a:lnTo>
                  <a:lnTo>
                    <a:pt x="410238" y="1129127"/>
                  </a:lnTo>
                  <a:close/>
                  <a:moveTo>
                    <a:pt x="336839" y="949186"/>
                  </a:moveTo>
                  <a:lnTo>
                    <a:pt x="277590" y="905408"/>
                  </a:lnTo>
                  <a:lnTo>
                    <a:pt x="315305" y="987623"/>
                  </a:lnTo>
                  <a:close/>
                  <a:moveTo>
                    <a:pt x="291108" y="875536"/>
                  </a:moveTo>
                  <a:lnTo>
                    <a:pt x="225061" y="905408"/>
                  </a:lnTo>
                  <a:lnTo>
                    <a:pt x="268620" y="883391"/>
                  </a:lnTo>
                  <a:close/>
                  <a:moveTo>
                    <a:pt x="268620" y="883391"/>
                  </a:moveTo>
                  <a:lnTo>
                    <a:pt x="225061" y="905408"/>
                  </a:lnTo>
                  <a:lnTo>
                    <a:pt x="233084" y="812190"/>
                  </a:lnTo>
                  <a:close/>
                  <a:moveTo>
                    <a:pt x="698621" y="1278047"/>
                  </a:moveTo>
                  <a:lnTo>
                    <a:pt x="783240" y="1322243"/>
                  </a:lnTo>
                  <a:lnTo>
                    <a:pt x="798833" y="1255759"/>
                  </a:lnTo>
                  <a:close/>
                  <a:moveTo>
                    <a:pt x="696194" y="1275454"/>
                  </a:moveTo>
                  <a:lnTo>
                    <a:pt x="798833" y="1255759"/>
                  </a:lnTo>
                  <a:lnTo>
                    <a:pt x="800362" y="1171058"/>
                  </a:lnTo>
                  <a:close/>
                  <a:moveTo>
                    <a:pt x="552520" y="910750"/>
                  </a:moveTo>
                  <a:lnTo>
                    <a:pt x="526998" y="984970"/>
                  </a:lnTo>
                  <a:lnTo>
                    <a:pt x="563497" y="925530"/>
                  </a:lnTo>
                  <a:close/>
                  <a:moveTo>
                    <a:pt x="536397" y="992965"/>
                  </a:moveTo>
                  <a:lnTo>
                    <a:pt x="590290" y="942950"/>
                  </a:lnTo>
                  <a:lnTo>
                    <a:pt x="563497" y="925530"/>
                  </a:lnTo>
                  <a:close/>
                  <a:moveTo>
                    <a:pt x="690083" y="822201"/>
                  </a:moveTo>
                  <a:lnTo>
                    <a:pt x="760840" y="886279"/>
                  </a:lnTo>
                  <a:lnTo>
                    <a:pt x="775486" y="862847"/>
                  </a:lnTo>
                  <a:close/>
                  <a:moveTo>
                    <a:pt x="635549" y="828535"/>
                  </a:moveTo>
                  <a:lnTo>
                    <a:pt x="760840" y="886279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635316" y="827643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599032" y="707883"/>
                  </a:lnTo>
                  <a:lnTo>
                    <a:pt x="616320" y="742993"/>
                  </a:lnTo>
                  <a:close/>
                  <a:moveTo>
                    <a:pt x="1149091" y="1352967"/>
                  </a:moveTo>
                  <a:lnTo>
                    <a:pt x="1145826" y="1411516"/>
                  </a:lnTo>
                  <a:lnTo>
                    <a:pt x="1186093" y="1365604"/>
                  </a:lnTo>
                  <a:close/>
                  <a:moveTo>
                    <a:pt x="1139428" y="1260730"/>
                  </a:moveTo>
                  <a:lnTo>
                    <a:pt x="1186093" y="1365604"/>
                  </a:lnTo>
                  <a:lnTo>
                    <a:pt x="1159376" y="1283389"/>
                  </a:lnTo>
                  <a:close/>
                  <a:moveTo>
                    <a:pt x="1149091" y="1352967"/>
                  </a:moveTo>
                  <a:lnTo>
                    <a:pt x="1186093" y="1365604"/>
                  </a:lnTo>
                  <a:lnTo>
                    <a:pt x="1139428" y="1260730"/>
                  </a:lnTo>
                  <a:close/>
                  <a:moveTo>
                    <a:pt x="1149091" y="1352967"/>
                  </a:moveTo>
                  <a:lnTo>
                    <a:pt x="1139428" y="1260730"/>
                  </a:lnTo>
                  <a:lnTo>
                    <a:pt x="1136325" y="1327168"/>
                  </a:lnTo>
                  <a:close/>
                  <a:moveTo>
                    <a:pt x="1059763" y="1164812"/>
                  </a:moveTo>
                  <a:lnTo>
                    <a:pt x="1139428" y="1260730"/>
                  </a:lnTo>
                  <a:lnTo>
                    <a:pt x="1096870" y="1195237"/>
                  </a:lnTo>
                  <a:close/>
                  <a:moveTo>
                    <a:pt x="1059763" y="1164812"/>
                  </a:moveTo>
                  <a:lnTo>
                    <a:pt x="1096870" y="1195237"/>
                  </a:lnTo>
                  <a:lnTo>
                    <a:pt x="1084891" y="1183688"/>
                  </a:lnTo>
                  <a:close/>
                  <a:moveTo>
                    <a:pt x="876104" y="960388"/>
                  </a:moveTo>
                  <a:lnTo>
                    <a:pt x="976363" y="1032431"/>
                  </a:lnTo>
                  <a:lnTo>
                    <a:pt x="1016077" y="989861"/>
                  </a:lnTo>
                  <a:close/>
                  <a:moveTo>
                    <a:pt x="876104" y="960388"/>
                  </a:moveTo>
                  <a:lnTo>
                    <a:pt x="1016077" y="989861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6104" y="960388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2081" y="954529"/>
                  </a:lnTo>
                  <a:lnTo>
                    <a:pt x="876104" y="960388"/>
                  </a:lnTo>
                  <a:close/>
                  <a:moveTo>
                    <a:pt x="823179" y="872313"/>
                  </a:moveTo>
                  <a:lnTo>
                    <a:pt x="872081" y="954529"/>
                  </a:lnTo>
                  <a:lnTo>
                    <a:pt x="869445" y="916092"/>
                  </a:lnTo>
                  <a:close/>
                  <a:moveTo>
                    <a:pt x="823179" y="872313"/>
                  </a:moveTo>
                  <a:lnTo>
                    <a:pt x="869445" y="916092"/>
                  </a:lnTo>
                  <a:lnTo>
                    <a:pt x="833153" y="833877"/>
                  </a:lnTo>
                  <a:close/>
                  <a:moveTo>
                    <a:pt x="823179" y="872313"/>
                  </a:moveTo>
                  <a:lnTo>
                    <a:pt x="833153" y="833877"/>
                  </a:lnTo>
                  <a:lnTo>
                    <a:pt x="775486" y="862847"/>
                  </a:lnTo>
                  <a:close/>
                  <a:moveTo>
                    <a:pt x="833153" y="833877"/>
                  </a:moveTo>
                  <a:lnTo>
                    <a:pt x="816427" y="800717"/>
                  </a:lnTo>
                  <a:lnTo>
                    <a:pt x="775486" y="862847"/>
                  </a:lnTo>
                  <a:close/>
                  <a:moveTo>
                    <a:pt x="698117" y="751662"/>
                  </a:moveTo>
                  <a:lnTo>
                    <a:pt x="616576" y="790098"/>
                  </a:lnTo>
                  <a:lnTo>
                    <a:pt x="690083" y="822201"/>
                  </a:lnTo>
                  <a:close/>
                  <a:moveTo>
                    <a:pt x="698117" y="751662"/>
                  </a:moveTo>
                  <a:lnTo>
                    <a:pt x="599032" y="707883"/>
                  </a:lnTo>
                  <a:lnTo>
                    <a:pt x="616576" y="790098"/>
                  </a:lnTo>
                  <a:close/>
                  <a:moveTo>
                    <a:pt x="690083" y="822201"/>
                  </a:moveTo>
                  <a:lnTo>
                    <a:pt x="775486" y="862847"/>
                  </a:lnTo>
                  <a:lnTo>
                    <a:pt x="816427" y="800717"/>
                  </a:lnTo>
                  <a:close/>
                  <a:moveTo>
                    <a:pt x="1386779" y="1324678"/>
                  </a:moveTo>
                  <a:lnTo>
                    <a:pt x="1394306" y="1327168"/>
                  </a:lnTo>
                  <a:lnTo>
                    <a:pt x="1358816" y="1303647"/>
                  </a:lnTo>
                  <a:close/>
                  <a:moveTo>
                    <a:pt x="1386779" y="1324678"/>
                  </a:moveTo>
                  <a:lnTo>
                    <a:pt x="1393329" y="1288731"/>
                  </a:lnTo>
                  <a:lnTo>
                    <a:pt x="1407450" y="1324702"/>
                  </a:lnTo>
                  <a:close/>
                  <a:moveTo>
                    <a:pt x="1373269" y="1274169"/>
                  </a:moveTo>
                  <a:lnTo>
                    <a:pt x="1407450" y="1324702"/>
                  </a:lnTo>
                  <a:lnTo>
                    <a:pt x="1393329" y="1288731"/>
                  </a:lnTo>
                  <a:close/>
                  <a:moveTo>
                    <a:pt x="1314348" y="1239707"/>
                  </a:moveTo>
                  <a:lnTo>
                    <a:pt x="1407450" y="1324702"/>
                  </a:lnTo>
                  <a:lnTo>
                    <a:pt x="1373269" y="1274169"/>
                  </a:lnTo>
                  <a:close/>
                  <a:moveTo>
                    <a:pt x="1358816" y="1303647"/>
                  </a:moveTo>
                  <a:lnTo>
                    <a:pt x="1394306" y="1327168"/>
                  </a:lnTo>
                  <a:lnTo>
                    <a:pt x="1314883" y="1271075"/>
                  </a:lnTo>
                  <a:close/>
                  <a:moveTo>
                    <a:pt x="1247712" y="1124301"/>
                  </a:moveTo>
                  <a:lnTo>
                    <a:pt x="1191678" y="1089091"/>
                  </a:lnTo>
                  <a:lnTo>
                    <a:pt x="1245289" y="1135167"/>
                  </a:lnTo>
                  <a:close/>
                  <a:moveTo>
                    <a:pt x="1185568" y="1080522"/>
                  </a:moveTo>
                  <a:lnTo>
                    <a:pt x="1191678" y="1089091"/>
                  </a:lnTo>
                  <a:lnTo>
                    <a:pt x="1247712" y="1124301"/>
                  </a:lnTo>
                  <a:close/>
                  <a:moveTo>
                    <a:pt x="1217163" y="1042086"/>
                  </a:moveTo>
                  <a:lnTo>
                    <a:pt x="1185568" y="1080522"/>
                  </a:lnTo>
                  <a:lnTo>
                    <a:pt x="1247712" y="1124301"/>
                  </a:lnTo>
                  <a:close/>
                  <a:moveTo>
                    <a:pt x="1016077" y="989861"/>
                  </a:moveTo>
                  <a:lnTo>
                    <a:pt x="1086545" y="974671"/>
                  </a:lnTo>
                  <a:lnTo>
                    <a:pt x="1045181" y="883477"/>
                  </a:lnTo>
                  <a:close/>
                  <a:moveTo>
                    <a:pt x="816427" y="800717"/>
                  </a:moveTo>
                  <a:lnTo>
                    <a:pt x="833153" y="833877"/>
                  </a:lnTo>
                  <a:lnTo>
                    <a:pt x="828798" y="831029"/>
                  </a:lnTo>
                  <a:close/>
                  <a:moveTo>
                    <a:pt x="899767" y="633740"/>
                  </a:moveTo>
                  <a:lnTo>
                    <a:pt x="834334" y="589014"/>
                  </a:lnTo>
                  <a:lnTo>
                    <a:pt x="892781" y="631010"/>
                  </a:lnTo>
                  <a:close/>
                  <a:moveTo>
                    <a:pt x="906090" y="642097"/>
                  </a:moveTo>
                  <a:lnTo>
                    <a:pt x="899767" y="633740"/>
                  </a:lnTo>
                  <a:lnTo>
                    <a:pt x="892781" y="631010"/>
                  </a:lnTo>
                  <a:close/>
                  <a:moveTo>
                    <a:pt x="1491937" y="1155923"/>
                  </a:moveTo>
                  <a:lnTo>
                    <a:pt x="1593680" y="1133799"/>
                  </a:lnTo>
                  <a:lnTo>
                    <a:pt x="1474877" y="1069700"/>
                  </a:lnTo>
                  <a:close/>
                  <a:moveTo>
                    <a:pt x="1593680" y="1133799"/>
                  </a:moveTo>
                  <a:lnTo>
                    <a:pt x="1606594" y="1168079"/>
                  </a:lnTo>
                  <a:lnTo>
                    <a:pt x="1540850" y="1128207"/>
                  </a:lnTo>
                  <a:close/>
                  <a:moveTo>
                    <a:pt x="1817302" y="1091207"/>
                  </a:moveTo>
                  <a:lnTo>
                    <a:pt x="1885062" y="1173422"/>
                  </a:lnTo>
                  <a:lnTo>
                    <a:pt x="1902276" y="1164785"/>
                  </a:lnTo>
                  <a:close/>
                  <a:moveTo>
                    <a:pt x="1986487" y="1249334"/>
                  </a:moveTo>
                  <a:lnTo>
                    <a:pt x="2030742" y="1199596"/>
                  </a:lnTo>
                  <a:lnTo>
                    <a:pt x="1893357" y="1179794"/>
                  </a:lnTo>
                  <a:close/>
                  <a:moveTo>
                    <a:pt x="1792459" y="893196"/>
                  </a:moveTo>
                  <a:lnTo>
                    <a:pt x="1766380" y="983706"/>
                  </a:lnTo>
                  <a:lnTo>
                    <a:pt x="1845234" y="888340"/>
                  </a:lnTo>
                  <a:close/>
                  <a:moveTo>
                    <a:pt x="1704227" y="926777"/>
                  </a:moveTo>
                  <a:lnTo>
                    <a:pt x="1792459" y="893196"/>
                  </a:lnTo>
                  <a:lnTo>
                    <a:pt x="1795401" y="877010"/>
                  </a:lnTo>
                  <a:close/>
                  <a:moveTo>
                    <a:pt x="1794133" y="767688"/>
                  </a:moveTo>
                  <a:lnTo>
                    <a:pt x="1795401" y="877010"/>
                  </a:lnTo>
                  <a:lnTo>
                    <a:pt x="1830542" y="793191"/>
                  </a:lnTo>
                  <a:close/>
                  <a:moveTo>
                    <a:pt x="1784480" y="888340"/>
                  </a:moveTo>
                  <a:lnTo>
                    <a:pt x="1702069" y="806715"/>
                  </a:lnTo>
                  <a:lnTo>
                    <a:pt x="1756910" y="861504"/>
                  </a:lnTo>
                  <a:close/>
                  <a:moveTo>
                    <a:pt x="1738243" y="723910"/>
                  </a:moveTo>
                  <a:lnTo>
                    <a:pt x="1794133" y="767688"/>
                  </a:lnTo>
                  <a:lnTo>
                    <a:pt x="1737852" y="685473"/>
                  </a:lnTo>
                  <a:close/>
                  <a:moveTo>
                    <a:pt x="1334770" y="269418"/>
                  </a:moveTo>
                  <a:lnTo>
                    <a:pt x="1387663" y="251974"/>
                  </a:lnTo>
                  <a:lnTo>
                    <a:pt x="1261553" y="274327"/>
                  </a:lnTo>
                  <a:close/>
                  <a:moveTo>
                    <a:pt x="1839226" y="755083"/>
                  </a:moveTo>
                  <a:lnTo>
                    <a:pt x="1830542" y="793191"/>
                  </a:lnTo>
                  <a:lnTo>
                    <a:pt x="1910114" y="758044"/>
                  </a:lnTo>
                  <a:close/>
                  <a:moveTo>
                    <a:pt x="1529026" y="235961"/>
                  </a:moveTo>
                  <a:lnTo>
                    <a:pt x="1513013" y="226778"/>
                  </a:lnTo>
                  <a:lnTo>
                    <a:pt x="1467848" y="273111"/>
                  </a:lnTo>
                  <a:close/>
                  <a:moveTo>
                    <a:pt x="1387663" y="251974"/>
                  </a:moveTo>
                  <a:lnTo>
                    <a:pt x="1467848" y="273111"/>
                  </a:lnTo>
                  <a:lnTo>
                    <a:pt x="1513013" y="226778"/>
                  </a:lnTo>
                  <a:close/>
                  <a:moveTo>
                    <a:pt x="2098673" y="744516"/>
                  </a:moveTo>
                  <a:lnTo>
                    <a:pt x="2222565" y="785895"/>
                  </a:lnTo>
                  <a:lnTo>
                    <a:pt x="2232834" y="752260"/>
                  </a:lnTo>
                  <a:close/>
                  <a:moveTo>
                    <a:pt x="2072009" y="608600"/>
                  </a:moveTo>
                  <a:lnTo>
                    <a:pt x="2000035" y="545348"/>
                  </a:lnTo>
                  <a:lnTo>
                    <a:pt x="2026735" y="564822"/>
                  </a:lnTo>
                  <a:close/>
                  <a:moveTo>
                    <a:pt x="1882791" y="379888"/>
                  </a:moveTo>
                  <a:lnTo>
                    <a:pt x="1929193" y="444170"/>
                  </a:lnTo>
                  <a:lnTo>
                    <a:pt x="1924501" y="435430"/>
                  </a:lnTo>
                  <a:close/>
                  <a:moveTo>
                    <a:pt x="1881221" y="361955"/>
                  </a:moveTo>
                  <a:lnTo>
                    <a:pt x="1882791" y="379888"/>
                  </a:lnTo>
                  <a:lnTo>
                    <a:pt x="1924501" y="435430"/>
                  </a:lnTo>
                  <a:close/>
                  <a:moveTo>
                    <a:pt x="2232834" y="752260"/>
                  </a:moveTo>
                  <a:lnTo>
                    <a:pt x="2267420" y="690815"/>
                  </a:lnTo>
                  <a:lnTo>
                    <a:pt x="2255572" y="658969"/>
                  </a:lnTo>
                  <a:close/>
                  <a:moveTo>
                    <a:pt x="2230134" y="579558"/>
                  </a:moveTo>
                  <a:lnTo>
                    <a:pt x="2255572" y="658969"/>
                  </a:lnTo>
                  <a:lnTo>
                    <a:pt x="2267420" y="690815"/>
                  </a:lnTo>
                  <a:close/>
                  <a:moveTo>
                    <a:pt x="2152300" y="582243"/>
                  </a:moveTo>
                  <a:lnTo>
                    <a:pt x="2036625" y="575986"/>
                  </a:lnTo>
                  <a:lnTo>
                    <a:pt x="2072009" y="608600"/>
                  </a:lnTo>
                  <a:close/>
                  <a:moveTo>
                    <a:pt x="2152300" y="582243"/>
                  </a:moveTo>
                  <a:lnTo>
                    <a:pt x="2230134" y="579558"/>
                  </a:lnTo>
                  <a:lnTo>
                    <a:pt x="2180952" y="519449"/>
                  </a:lnTo>
                  <a:close/>
                  <a:moveTo>
                    <a:pt x="2152300" y="582243"/>
                  </a:moveTo>
                  <a:lnTo>
                    <a:pt x="2180952" y="519449"/>
                  </a:lnTo>
                  <a:lnTo>
                    <a:pt x="2138639" y="493257"/>
                  </a:lnTo>
                  <a:close/>
                  <a:moveTo>
                    <a:pt x="2111506" y="415223"/>
                  </a:moveTo>
                  <a:lnTo>
                    <a:pt x="2067533" y="476342"/>
                  </a:lnTo>
                  <a:lnTo>
                    <a:pt x="2064418" y="493005"/>
                  </a:lnTo>
                  <a:close/>
                  <a:moveTo>
                    <a:pt x="1910285" y="323518"/>
                  </a:moveTo>
                  <a:lnTo>
                    <a:pt x="1815139" y="274205"/>
                  </a:lnTo>
                  <a:lnTo>
                    <a:pt x="1830494" y="279740"/>
                  </a:lnTo>
                  <a:close/>
                  <a:moveTo>
                    <a:pt x="1910285" y="323518"/>
                  </a:moveTo>
                  <a:lnTo>
                    <a:pt x="1830494" y="279740"/>
                  </a:lnTo>
                  <a:lnTo>
                    <a:pt x="1881221" y="361955"/>
                  </a:lnTo>
                  <a:close/>
                  <a:moveTo>
                    <a:pt x="2121808" y="0"/>
                  </a:moveTo>
                  <a:lnTo>
                    <a:pt x="2043824" y="38437"/>
                  </a:lnTo>
                  <a:lnTo>
                    <a:pt x="2095899" y="88535"/>
                  </a:lnTo>
                  <a:close/>
                  <a:moveTo>
                    <a:pt x="2131900" y="7936"/>
                  </a:moveTo>
                  <a:lnTo>
                    <a:pt x="2161308" y="34959"/>
                  </a:lnTo>
                  <a:lnTo>
                    <a:pt x="2137271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694" name="Candidate_density__2013">
              <a:extLst>
                <a:ext uri="{FF2B5EF4-FFF2-40B4-BE49-F238E27FC236}">
                  <a16:creationId xmlns:a16="http://schemas.microsoft.com/office/drawing/2014/main" id="{B453D149-0619-A8D9-395E-61D8734DEF34}"/>
                </a:ext>
              </a:extLst>
            </p:cNvPr>
            <p:cNvSpPr>
              <a:spLocks noGrp="1"/>
            </p:cNvSpPr>
            <p:nvPr/>
          </p:nvSpPr>
          <p:spPr>
            <a:xfrm>
              <a:off x="4553182" y="3672147"/>
              <a:ext cx="2074201" cy="1688785"/>
            </a:xfrm>
            <a:custGeom>
              <a:avLst/>
              <a:gdLst/>
              <a:ahLst/>
              <a:cxnLst/>
              <a:rect l="0" t="0" r="0" b="0"/>
              <a:pathLst>
                <a:path w="2074201" h="1688785">
                  <a:moveTo>
                    <a:pt x="797048" y="1688785"/>
                  </a:moveTo>
                  <a:lnTo>
                    <a:pt x="710984" y="1645662"/>
                  </a:lnTo>
                  <a:lnTo>
                    <a:pt x="736037" y="1675873"/>
                  </a:lnTo>
                  <a:close/>
                  <a:moveTo>
                    <a:pt x="0" y="874560"/>
                  </a:moveTo>
                  <a:lnTo>
                    <a:pt x="121246" y="834018"/>
                  </a:lnTo>
                  <a:lnTo>
                    <a:pt x="48670" y="841327"/>
                  </a:lnTo>
                  <a:close/>
                  <a:moveTo>
                    <a:pt x="835876" y="1618752"/>
                  </a:moveTo>
                  <a:lnTo>
                    <a:pt x="797048" y="1688785"/>
                  </a:lnTo>
                  <a:lnTo>
                    <a:pt x="915561" y="1638025"/>
                  </a:lnTo>
                  <a:close/>
                  <a:moveTo>
                    <a:pt x="365535" y="1118959"/>
                  </a:moveTo>
                  <a:lnTo>
                    <a:pt x="437796" y="1105344"/>
                  </a:lnTo>
                  <a:lnTo>
                    <a:pt x="455604" y="1032948"/>
                  </a:lnTo>
                  <a:close/>
                  <a:moveTo>
                    <a:pt x="386868" y="998307"/>
                  </a:moveTo>
                  <a:lnTo>
                    <a:pt x="365535" y="1118959"/>
                  </a:lnTo>
                  <a:lnTo>
                    <a:pt x="455604" y="1032948"/>
                  </a:lnTo>
                  <a:close/>
                  <a:moveTo>
                    <a:pt x="68538" y="762807"/>
                  </a:moveTo>
                  <a:lnTo>
                    <a:pt x="48670" y="841327"/>
                  </a:lnTo>
                  <a:lnTo>
                    <a:pt x="128047" y="775019"/>
                  </a:lnTo>
                  <a:close/>
                  <a:moveTo>
                    <a:pt x="118310" y="669447"/>
                  </a:moveTo>
                  <a:lnTo>
                    <a:pt x="74656" y="723281"/>
                  </a:lnTo>
                  <a:lnTo>
                    <a:pt x="130147" y="673220"/>
                  </a:lnTo>
                  <a:close/>
                  <a:moveTo>
                    <a:pt x="130147" y="673220"/>
                  </a:moveTo>
                  <a:lnTo>
                    <a:pt x="68538" y="762807"/>
                  </a:lnTo>
                  <a:lnTo>
                    <a:pt x="128047" y="775019"/>
                  </a:lnTo>
                  <a:close/>
                  <a:moveTo>
                    <a:pt x="340236" y="923881"/>
                  </a:moveTo>
                  <a:lnTo>
                    <a:pt x="357615" y="945243"/>
                  </a:lnTo>
                  <a:lnTo>
                    <a:pt x="280010" y="1012345"/>
                  </a:lnTo>
                  <a:close/>
                  <a:moveTo>
                    <a:pt x="915561" y="1638025"/>
                  </a:moveTo>
                  <a:lnTo>
                    <a:pt x="962527" y="1598419"/>
                  </a:lnTo>
                  <a:lnTo>
                    <a:pt x="835876" y="1618752"/>
                  </a:lnTo>
                  <a:close/>
                  <a:moveTo>
                    <a:pt x="386868" y="998307"/>
                  </a:moveTo>
                  <a:lnTo>
                    <a:pt x="455604" y="1032948"/>
                  </a:lnTo>
                  <a:lnTo>
                    <a:pt x="503784" y="997886"/>
                  </a:lnTo>
                  <a:close/>
                  <a:moveTo>
                    <a:pt x="589443" y="1039493"/>
                  </a:moveTo>
                  <a:lnTo>
                    <a:pt x="529398" y="991373"/>
                  </a:lnTo>
                  <a:lnTo>
                    <a:pt x="591869" y="1042086"/>
                  </a:lnTo>
                  <a:close/>
                  <a:moveTo>
                    <a:pt x="503784" y="997886"/>
                  </a:moveTo>
                  <a:lnTo>
                    <a:pt x="455604" y="1032948"/>
                  </a:lnTo>
                  <a:lnTo>
                    <a:pt x="589443" y="1039493"/>
                  </a:lnTo>
                  <a:close/>
                  <a:moveTo>
                    <a:pt x="230088" y="713225"/>
                  </a:moveTo>
                  <a:lnTo>
                    <a:pt x="161869" y="647430"/>
                  </a:lnTo>
                  <a:lnTo>
                    <a:pt x="170839" y="669447"/>
                  </a:lnTo>
                  <a:close/>
                  <a:moveTo>
                    <a:pt x="589443" y="1039493"/>
                  </a:moveTo>
                  <a:lnTo>
                    <a:pt x="693611" y="935097"/>
                  </a:lnTo>
                  <a:lnTo>
                    <a:pt x="632483" y="985210"/>
                  </a:lnTo>
                  <a:close/>
                  <a:moveTo>
                    <a:pt x="676488" y="1086282"/>
                  </a:moveTo>
                  <a:lnTo>
                    <a:pt x="721905" y="1042086"/>
                  </a:lnTo>
                  <a:lnTo>
                    <a:pt x="692082" y="1019798"/>
                  </a:lnTo>
                  <a:close/>
                  <a:moveTo>
                    <a:pt x="721905" y="1042086"/>
                  </a:moveTo>
                  <a:lnTo>
                    <a:pt x="693611" y="935097"/>
                  </a:lnTo>
                  <a:lnTo>
                    <a:pt x="692082" y="1019798"/>
                  </a:lnTo>
                  <a:close/>
                  <a:moveTo>
                    <a:pt x="632483" y="985210"/>
                  </a:moveTo>
                  <a:lnTo>
                    <a:pt x="503784" y="997886"/>
                  </a:lnTo>
                  <a:lnTo>
                    <a:pt x="589443" y="1039493"/>
                  </a:lnTo>
                  <a:close/>
                  <a:moveTo>
                    <a:pt x="408830" y="567840"/>
                  </a:moveTo>
                  <a:lnTo>
                    <a:pt x="445768" y="674788"/>
                  </a:lnTo>
                  <a:lnTo>
                    <a:pt x="421811" y="592574"/>
                  </a:lnTo>
                  <a:close/>
                  <a:moveTo>
                    <a:pt x="1039075" y="1175554"/>
                  </a:moveTo>
                  <a:lnTo>
                    <a:pt x="1042339" y="1117006"/>
                  </a:lnTo>
                  <a:lnTo>
                    <a:pt x="1036680" y="1211858"/>
                  </a:lnTo>
                  <a:close/>
                  <a:moveTo>
                    <a:pt x="990119" y="959276"/>
                  </a:moveTo>
                  <a:lnTo>
                    <a:pt x="1032676" y="1024769"/>
                  </a:lnTo>
                  <a:lnTo>
                    <a:pt x="1052624" y="1047428"/>
                  </a:lnTo>
                  <a:close/>
                  <a:moveTo>
                    <a:pt x="591366" y="515701"/>
                  </a:moveTo>
                  <a:lnTo>
                    <a:pt x="495131" y="458178"/>
                  </a:lnTo>
                  <a:lnTo>
                    <a:pt x="492281" y="471922"/>
                  </a:lnTo>
                  <a:close/>
                  <a:moveTo>
                    <a:pt x="627291" y="535392"/>
                  </a:moveTo>
                  <a:lnTo>
                    <a:pt x="583332" y="586240"/>
                  </a:lnTo>
                  <a:lnTo>
                    <a:pt x="709676" y="564755"/>
                  </a:lnTo>
                  <a:close/>
                  <a:moveTo>
                    <a:pt x="828303" y="729626"/>
                  </a:moveTo>
                  <a:lnTo>
                    <a:pt x="909326" y="753900"/>
                  </a:lnTo>
                  <a:lnTo>
                    <a:pt x="938430" y="647516"/>
                  </a:lnTo>
                  <a:close/>
                  <a:moveTo>
                    <a:pt x="979794" y="738710"/>
                  </a:moveTo>
                  <a:lnTo>
                    <a:pt x="991546" y="657839"/>
                  </a:lnTo>
                  <a:lnTo>
                    <a:pt x="938430" y="647516"/>
                  </a:lnTo>
                  <a:close/>
                  <a:moveTo>
                    <a:pt x="793016" y="397779"/>
                  </a:moveTo>
                  <a:lnTo>
                    <a:pt x="799339" y="406135"/>
                  </a:lnTo>
                  <a:lnTo>
                    <a:pt x="844203" y="477264"/>
                  </a:lnTo>
                  <a:close/>
                  <a:moveTo>
                    <a:pt x="876140" y="530385"/>
                  </a:moveTo>
                  <a:lnTo>
                    <a:pt x="929276" y="613291"/>
                  </a:lnTo>
                  <a:lnTo>
                    <a:pt x="904932" y="559479"/>
                  </a:lnTo>
                  <a:close/>
                  <a:moveTo>
                    <a:pt x="819917" y="438828"/>
                  </a:moveTo>
                  <a:lnTo>
                    <a:pt x="799339" y="406135"/>
                  </a:lnTo>
                  <a:lnTo>
                    <a:pt x="786029" y="395049"/>
                  </a:lnTo>
                  <a:close/>
                  <a:moveTo>
                    <a:pt x="876481" y="200694"/>
                  </a:moveTo>
                  <a:lnTo>
                    <a:pt x="876479" y="290425"/>
                  </a:lnTo>
                  <a:lnTo>
                    <a:pt x="869467" y="274397"/>
                  </a:lnTo>
                  <a:close/>
                  <a:moveTo>
                    <a:pt x="1486929" y="897838"/>
                  </a:moveTo>
                  <a:lnTo>
                    <a:pt x="1532573" y="1014333"/>
                  </a:lnTo>
                  <a:lnTo>
                    <a:pt x="1499843" y="932118"/>
                  </a:lnTo>
                  <a:close/>
                  <a:moveTo>
                    <a:pt x="1385186" y="919962"/>
                  </a:moveTo>
                  <a:lnTo>
                    <a:pt x="1493838" y="992313"/>
                  </a:lnTo>
                  <a:lnTo>
                    <a:pt x="1486929" y="897838"/>
                  </a:lnTo>
                  <a:close/>
                  <a:moveTo>
                    <a:pt x="1368125" y="833739"/>
                  </a:moveTo>
                  <a:lnTo>
                    <a:pt x="1434098" y="892246"/>
                  </a:lnTo>
                  <a:lnTo>
                    <a:pt x="1385378" y="849903"/>
                  </a:lnTo>
                  <a:close/>
                  <a:moveTo>
                    <a:pt x="1486929" y="897838"/>
                  </a:moveTo>
                  <a:lnTo>
                    <a:pt x="1434098" y="892246"/>
                  </a:lnTo>
                  <a:lnTo>
                    <a:pt x="1368125" y="833739"/>
                  </a:lnTo>
                  <a:close/>
                  <a:moveTo>
                    <a:pt x="1318121" y="813800"/>
                  </a:moveTo>
                  <a:lnTo>
                    <a:pt x="1337856" y="811068"/>
                  </a:lnTo>
                  <a:lnTo>
                    <a:pt x="1323721" y="729252"/>
                  </a:lnTo>
                  <a:close/>
                  <a:moveTo>
                    <a:pt x="1368125" y="833739"/>
                  </a:moveTo>
                  <a:lnTo>
                    <a:pt x="1337856" y="811068"/>
                  </a:lnTo>
                  <a:lnTo>
                    <a:pt x="1318121" y="813800"/>
                  </a:lnTo>
                  <a:close/>
                  <a:moveTo>
                    <a:pt x="876481" y="200694"/>
                  </a:moveTo>
                  <a:lnTo>
                    <a:pt x="869467" y="274397"/>
                  </a:lnTo>
                  <a:lnTo>
                    <a:pt x="914162" y="259790"/>
                  </a:lnTo>
                  <a:close/>
                  <a:moveTo>
                    <a:pt x="1685707" y="657235"/>
                  </a:moveTo>
                  <a:lnTo>
                    <a:pt x="1738482" y="652379"/>
                  </a:lnTo>
                  <a:lnTo>
                    <a:pt x="1688650" y="641049"/>
                  </a:lnTo>
                  <a:close/>
                  <a:moveTo>
                    <a:pt x="1154801" y="38366"/>
                  </a:moveTo>
                  <a:lnTo>
                    <a:pt x="1116284" y="16467"/>
                  </a:lnTo>
                  <a:lnTo>
                    <a:pt x="1183242" y="81246"/>
                  </a:lnTo>
                  <a:close/>
                  <a:moveTo>
                    <a:pt x="1228019" y="33456"/>
                  </a:moveTo>
                  <a:lnTo>
                    <a:pt x="1154801" y="38366"/>
                  </a:lnTo>
                  <a:lnTo>
                    <a:pt x="1183242" y="81246"/>
                  </a:lnTo>
                  <a:close/>
                  <a:moveTo>
                    <a:pt x="1961439" y="981239"/>
                  </a:moveTo>
                  <a:lnTo>
                    <a:pt x="1988368" y="942802"/>
                  </a:lnTo>
                  <a:lnTo>
                    <a:pt x="1923991" y="963634"/>
                  </a:lnTo>
                  <a:close/>
                  <a:moveTo>
                    <a:pt x="1738482" y="652379"/>
                  </a:moveTo>
                  <a:lnTo>
                    <a:pt x="1768946" y="662605"/>
                  </a:lnTo>
                  <a:lnTo>
                    <a:pt x="1771420" y="648144"/>
                  </a:lnTo>
                  <a:close/>
                  <a:moveTo>
                    <a:pt x="1738482" y="652379"/>
                  </a:moveTo>
                  <a:lnTo>
                    <a:pt x="1771420" y="648144"/>
                  </a:lnTo>
                  <a:lnTo>
                    <a:pt x="1688650" y="641049"/>
                  </a:lnTo>
                  <a:close/>
                  <a:moveTo>
                    <a:pt x="1688650" y="641049"/>
                  </a:moveTo>
                  <a:lnTo>
                    <a:pt x="1771420" y="648144"/>
                  </a:lnTo>
                  <a:lnTo>
                    <a:pt x="1796255" y="549505"/>
                  </a:lnTo>
                  <a:close/>
                  <a:moveTo>
                    <a:pt x="1688650" y="641049"/>
                  </a:moveTo>
                  <a:lnTo>
                    <a:pt x="1796255" y="549505"/>
                  </a:lnTo>
                  <a:lnTo>
                    <a:pt x="1723790" y="557230"/>
                  </a:lnTo>
                  <a:close/>
                  <a:moveTo>
                    <a:pt x="1771631" y="652379"/>
                  </a:moveTo>
                  <a:lnTo>
                    <a:pt x="1796255" y="549505"/>
                  </a:lnTo>
                  <a:lnTo>
                    <a:pt x="1771420" y="648144"/>
                  </a:lnTo>
                  <a:close/>
                  <a:moveTo>
                    <a:pt x="1804100" y="531727"/>
                  </a:moveTo>
                  <a:lnTo>
                    <a:pt x="1796255" y="549505"/>
                  </a:lnTo>
                  <a:lnTo>
                    <a:pt x="1771631" y="652379"/>
                  </a:lnTo>
                  <a:close/>
                  <a:moveTo>
                    <a:pt x="1280912" y="16013"/>
                  </a:moveTo>
                  <a:lnTo>
                    <a:pt x="1228019" y="33456"/>
                  </a:lnTo>
                  <a:lnTo>
                    <a:pt x="1361096" y="37150"/>
                  </a:lnTo>
                  <a:close/>
                  <a:moveTo>
                    <a:pt x="1803363" y="522083"/>
                  </a:moveTo>
                  <a:lnTo>
                    <a:pt x="1723790" y="557230"/>
                  </a:lnTo>
                  <a:lnTo>
                    <a:pt x="1796255" y="549505"/>
                  </a:lnTo>
                  <a:close/>
                  <a:moveTo>
                    <a:pt x="1812302" y="411076"/>
                  </a:moveTo>
                  <a:lnTo>
                    <a:pt x="1755465" y="460455"/>
                  </a:lnTo>
                  <a:lnTo>
                    <a:pt x="1812213" y="414795"/>
                  </a:lnTo>
                  <a:close/>
                  <a:moveTo>
                    <a:pt x="1812213" y="414795"/>
                  </a:moveTo>
                  <a:lnTo>
                    <a:pt x="1732474" y="519122"/>
                  </a:lnTo>
                  <a:lnTo>
                    <a:pt x="1803363" y="522083"/>
                  </a:lnTo>
                  <a:close/>
                  <a:moveTo>
                    <a:pt x="1803363" y="522083"/>
                  </a:moveTo>
                  <a:lnTo>
                    <a:pt x="1796255" y="549505"/>
                  </a:lnTo>
                  <a:lnTo>
                    <a:pt x="1804100" y="531727"/>
                  </a:lnTo>
                  <a:close/>
                  <a:moveTo>
                    <a:pt x="1422275" y="0"/>
                  </a:moveTo>
                  <a:lnTo>
                    <a:pt x="1436048" y="38726"/>
                  </a:lnTo>
                  <a:lnTo>
                    <a:pt x="1491959" y="32564"/>
                  </a:lnTo>
                  <a:close/>
                  <a:moveTo>
                    <a:pt x="1425584" y="38436"/>
                  </a:moveTo>
                  <a:lnTo>
                    <a:pt x="1422275" y="0"/>
                  </a:lnTo>
                  <a:lnTo>
                    <a:pt x="1361096" y="37150"/>
                  </a:lnTo>
                  <a:close/>
                  <a:moveTo>
                    <a:pt x="1929874" y="340025"/>
                  </a:moveTo>
                  <a:lnTo>
                    <a:pt x="1893283" y="309387"/>
                  </a:lnTo>
                  <a:lnTo>
                    <a:pt x="1965257" y="372639"/>
                  </a:lnTo>
                  <a:close/>
                  <a:moveTo>
                    <a:pt x="1851075" y="290424"/>
                  </a:moveTo>
                  <a:lnTo>
                    <a:pt x="1929874" y="340025"/>
                  </a:lnTo>
                  <a:lnTo>
                    <a:pt x="1957667" y="257044"/>
                  </a:lnTo>
                  <a:close/>
                  <a:moveTo>
                    <a:pt x="2001686" y="169772"/>
                  </a:moveTo>
                  <a:lnTo>
                    <a:pt x="1960782" y="240380"/>
                  </a:lnTo>
                  <a:lnTo>
                    <a:pt x="2004755" y="179262"/>
                  </a:lnTo>
                  <a:close/>
                  <a:moveTo>
                    <a:pt x="2004755" y="179262"/>
                  </a:moveTo>
                  <a:lnTo>
                    <a:pt x="1957667" y="257044"/>
                  </a:lnTo>
                  <a:lnTo>
                    <a:pt x="2031887" y="257296"/>
                  </a:lnTo>
                  <a:close/>
                  <a:moveTo>
                    <a:pt x="2031887" y="257296"/>
                  </a:moveTo>
                  <a:lnTo>
                    <a:pt x="2074201" y="283488"/>
                  </a:lnTo>
                  <a:lnTo>
                    <a:pt x="2004755" y="179262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695" name="Candidate_density__2014">
              <a:extLst>
                <a:ext uri="{FF2B5EF4-FFF2-40B4-BE49-F238E27FC236}">
                  <a16:creationId xmlns:a16="http://schemas.microsoft.com/office/drawing/2014/main" id="{4B6192F5-A0DE-0660-2722-EE5EC5F725AA}"/>
                </a:ext>
              </a:extLst>
            </p:cNvPr>
            <p:cNvSpPr>
              <a:spLocks noGrp="1"/>
            </p:cNvSpPr>
            <p:nvPr/>
          </p:nvSpPr>
          <p:spPr>
            <a:xfrm>
              <a:off x="4449567" y="3625976"/>
              <a:ext cx="2252436" cy="1691833"/>
            </a:xfrm>
            <a:custGeom>
              <a:avLst/>
              <a:gdLst/>
              <a:ahLst/>
              <a:cxnLst/>
              <a:rect l="0" t="0" r="0" b="0"/>
              <a:pathLst>
                <a:path w="2252436" h="1691833">
                  <a:moveTo>
                    <a:pt x="12248" y="754055"/>
                  </a:moveTo>
                  <a:lnTo>
                    <a:pt x="0" y="788252"/>
                  </a:lnTo>
                  <a:lnTo>
                    <a:pt x="2577" y="874706"/>
                  </a:lnTo>
                  <a:close/>
                  <a:moveTo>
                    <a:pt x="784006" y="1676027"/>
                  </a:moveTo>
                  <a:lnTo>
                    <a:pt x="814600" y="1691833"/>
                  </a:lnTo>
                  <a:lnTo>
                    <a:pt x="791377" y="1658420"/>
                  </a:lnTo>
                  <a:close/>
                  <a:moveTo>
                    <a:pt x="32066" y="716671"/>
                  </a:moveTo>
                  <a:lnTo>
                    <a:pt x="0" y="788252"/>
                  </a:lnTo>
                  <a:lnTo>
                    <a:pt x="12248" y="754055"/>
                  </a:lnTo>
                  <a:close/>
                  <a:moveTo>
                    <a:pt x="791377" y="1658420"/>
                  </a:moveTo>
                  <a:lnTo>
                    <a:pt x="814600" y="1691833"/>
                  </a:lnTo>
                  <a:lnTo>
                    <a:pt x="855125" y="1628147"/>
                  </a:lnTo>
                  <a:close/>
                  <a:moveTo>
                    <a:pt x="374279" y="880048"/>
                  </a:moveTo>
                  <a:lnTo>
                    <a:pt x="347692" y="845572"/>
                  </a:lnTo>
                  <a:lnTo>
                    <a:pt x="302840" y="893082"/>
                  </a:lnTo>
                  <a:close/>
                  <a:moveTo>
                    <a:pt x="347692" y="845572"/>
                  </a:moveTo>
                  <a:lnTo>
                    <a:pt x="312169" y="797833"/>
                  </a:lnTo>
                  <a:lnTo>
                    <a:pt x="224862" y="880189"/>
                  </a:lnTo>
                  <a:close/>
                  <a:moveTo>
                    <a:pt x="1025354" y="1492089"/>
                  </a:moveTo>
                  <a:lnTo>
                    <a:pt x="941974" y="1508101"/>
                  </a:lnTo>
                  <a:lnTo>
                    <a:pt x="1017251" y="1499332"/>
                  </a:lnTo>
                  <a:close/>
                  <a:moveTo>
                    <a:pt x="374279" y="880048"/>
                  </a:moveTo>
                  <a:lnTo>
                    <a:pt x="363557" y="904884"/>
                  </a:lnTo>
                  <a:lnTo>
                    <a:pt x="407102" y="939337"/>
                  </a:lnTo>
                  <a:close/>
                  <a:moveTo>
                    <a:pt x="374279" y="880048"/>
                  </a:moveTo>
                  <a:lnTo>
                    <a:pt x="448023" y="841612"/>
                  </a:lnTo>
                  <a:lnTo>
                    <a:pt x="347692" y="845572"/>
                  </a:lnTo>
                  <a:close/>
                  <a:moveTo>
                    <a:pt x="333704" y="759396"/>
                  </a:moveTo>
                  <a:lnTo>
                    <a:pt x="312169" y="797833"/>
                  </a:lnTo>
                  <a:lnTo>
                    <a:pt x="347692" y="845572"/>
                  </a:lnTo>
                  <a:close/>
                  <a:moveTo>
                    <a:pt x="1219887" y="1231695"/>
                  </a:moveTo>
                  <a:lnTo>
                    <a:pt x="1236150" y="1137378"/>
                  </a:lnTo>
                  <a:lnTo>
                    <a:pt x="1225134" y="1159397"/>
                  </a:lnTo>
                  <a:close/>
                  <a:moveTo>
                    <a:pt x="1225134" y="1159397"/>
                  </a:moveTo>
                  <a:lnTo>
                    <a:pt x="1236150" y="1137378"/>
                  </a:lnTo>
                  <a:lnTo>
                    <a:pt x="1248121" y="1122054"/>
                  </a:lnTo>
                  <a:close/>
                  <a:moveTo>
                    <a:pt x="1248121" y="1122054"/>
                  </a:moveTo>
                  <a:lnTo>
                    <a:pt x="1236150" y="1137378"/>
                  </a:lnTo>
                  <a:lnTo>
                    <a:pt x="1265832" y="1126311"/>
                  </a:lnTo>
                  <a:close/>
                  <a:moveTo>
                    <a:pt x="1265832" y="1126311"/>
                  </a:moveTo>
                  <a:lnTo>
                    <a:pt x="1311748" y="1081285"/>
                  </a:lnTo>
                  <a:lnTo>
                    <a:pt x="1248121" y="1122054"/>
                  </a:lnTo>
                  <a:close/>
                  <a:moveTo>
                    <a:pt x="1355680" y="1113857"/>
                  </a:moveTo>
                  <a:lnTo>
                    <a:pt x="1311748" y="1081285"/>
                  </a:lnTo>
                  <a:lnTo>
                    <a:pt x="1265832" y="1126311"/>
                  </a:lnTo>
                  <a:close/>
                  <a:moveTo>
                    <a:pt x="1388984" y="978289"/>
                  </a:moveTo>
                  <a:lnTo>
                    <a:pt x="1313763" y="1016726"/>
                  </a:lnTo>
                  <a:lnTo>
                    <a:pt x="1370134" y="1084379"/>
                  </a:lnTo>
                  <a:close/>
                  <a:moveTo>
                    <a:pt x="1952935" y="945195"/>
                  </a:moveTo>
                  <a:lnTo>
                    <a:pt x="1918872" y="862980"/>
                  </a:lnTo>
                  <a:lnTo>
                    <a:pt x="1899140" y="974995"/>
                  </a:lnTo>
                  <a:close/>
                  <a:moveTo>
                    <a:pt x="1918872" y="862980"/>
                  </a:moveTo>
                  <a:lnTo>
                    <a:pt x="1909822" y="866218"/>
                  </a:lnTo>
                  <a:lnTo>
                    <a:pt x="1899140" y="974995"/>
                  </a:lnTo>
                  <a:close/>
                  <a:moveTo>
                    <a:pt x="1909822" y="866218"/>
                  </a:moveTo>
                  <a:lnTo>
                    <a:pt x="1918872" y="862980"/>
                  </a:lnTo>
                  <a:lnTo>
                    <a:pt x="1973501" y="807516"/>
                  </a:lnTo>
                  <a:close/>
                  <a:moveTo>
                    <a:pt x="1994547" y="906758"/>
                  </a:moveTo>
                  <a:lnTo>
                    <a:pt x="1918872" y="862980"/>
                  </a:lnTo>
                  <a:lnTo>
                    <a:pt x="1952935" y="945195"/>
                  </a:lnTo>
                  <a:close/>
                  <a:moveTo>
                    <a:pt x="1997618" y="755342"/>
                  </a:moveTo>
                  <a:lnTo>
                    <a:pt x="1918872" y="862980"/>
                  </a:lnTo>
                  <a:lnTo>
                    <a:pt x="1919656" y="858223"/>
                  </a:lnTo>
                  <a:close/>
                  <a:moveTo>
                    <a:pt x="1201592" y="40829"/>
                  </a:moveTo>
                  <a:lnTo>
                    <a:pt x="1258417" y="84537"/>
                  </a:lnTo>
                  <a:lnTo>
                    <a:pt x="1269777" y="22089"/>
                  </a:lnTo>
                  <a:close/>
                  <a:moveTo>
                    <a:pt x="1235806" y="0"/>
                  </a:moveTo>
                  <a:lnTo>
                    <a:pt x="1201592" y="40829"/>
                  </a:lnTo>
                  <a:lnTo>
                    <a:pt x="1269777" y="22089"/>
                  </a:lnTo>
                  <a:close/>
                  <a:moveTo>
                    <a:pt x="1258417" y="84537"/>
                  </a:moveTo>
                  <a:lnTo>
                    <a:pt x="1309769" y="2392"/>
                  </a:lnTo>
                  <a:lnTo>
                    <a:pt x="1269777" y="22089"/>
                  </a:lnTo>
                  <a:close/>
                  <a:moveTo>
                    <a:pt x="2043276" y="457247"/>
                  </a:moveTo>
                  <a:lnTo>
                    <a:pt x="2072001" y="539462"/>
                  </a:lnTo>
                  <a:lnTo>
                    <a:pt x="2137169" y="501025"/>
                  </a:lnTo>
                  <a:close/>
                  <a:moveTo>
                    <a:pt x="2137169" y="501025"/>
                  </a:moveTo>
                  <a:lnTo>
                    <a:pt x="2139934" y="505514"/>
                  </a:lnTo>
                  <a:lnTo>
                    <a:pt x="2141306" y="498933"/>
                  </a:lnTo>
                  <a:close/>
                  <a:moveTo>
                    <a:pt x="2252436" y="469179"/>
                  </a:moveTo>
                  <a:lnTo>
                    <a:pt x="2141306" y="498933"/>
                  </a:lnTo>
                  <a:lnTo>
                    <a:pt x="2139934" y="50551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696" name="Candidate_density__2015">
              <a:extLst>
                <a:ext uri="{FF2B5EF4-FFF2-40B4-BE49-F238E27FC236}">
                  <a16:creationId xmlns:a16="http://schemas.microsoft.com/office/drawing/2014/main" id="{EE9FE4D9-BD13-0FAE-D4BA-454D1EC4C67D}"/>
                </a:ext>
              </a:extLst>
            </p:cNvPr>
            <p:cNvSpPr>
              <a:spLocks noGrp="1"/>
            </p:cNvSpPr>
            <p:nvPr/>
          </p:nvSpPr>
          <p:spPr>
            <a:xfrm>
              <a:off x="5350231" y="3646454"/>
              <a:ext cx="1265570" cy="1714478"/>
            </a:xfrm>
            <a:custGeom>
              <a:avLst/>
              <a:gdLst/>
              <a:ahLst/>
              <a:cxnLst/>
              <a:rect l="0" t="0" r="0" b="0"/>
              <a:pathLst>
                <a:path w="1265570" h="1714478">
                  <a:moveTo>
                    <a:pt x="0" y="1714478"/>
                  </a:moveTo>
                  <a:lnTo>
                    <a:pt x="70381" y="1698964"/>
                  </a:lnTo>
                  <a:lnTo>
                    <a:pt x="118513" y="1663718"/>
                  </a:lnTo>
                  <a:close/>
                  <a:moveTo>
                    <a:pt x="136062" y="1371092"/>
                  </a:moveTo>
                  <a:lnTo>
                    <a:pt x="216779" y="1322055"/>
                  </a:lnTo>
                  <a:lnTo>
                    <a:pt x="177379" y="1358203"/>
                  </a:lnTo>
                  <a:close/>
                  <a:moveTo>
                    <a:pt x="177379" y="1358203"/>
                  </a:moveTo>
                  <a:lnTo>
                    <a:pt x="216779" y="1322055"/>
                  </a:lnTo>
                  <a:lnTo>
                    <a:pt x="185403" y="1330979"/>
                  </a:lnTo>
                  <a:close/>
                  <a:moveTo>
                    <a:pt x="242026" y="1201248"/>
                  </a:moveTo>
                  <a:lnTo>
                    <a:pt x="239167" y="1247770"/>
                  </a:lnTo>
                  <a:lnTo>
                    <a:pt x="270000" y="1275988"/>
                  </a:lnTo>
                  <a:close/>
                  <a:moveTo>
                    <a:pt x="123169" y="300091"/>
                  </a:moveTo>
                  <a:lnTo>
                    <a:pt x="104878" y="321524"/>
                  </a:lnTo>
                  <a:lnTo>
                    <a:pt x="79430" y="316119"/>
                  </a:lnTo>
                  <a:close/>
                  <a:moveTo>
                    <a:pt x="117113" y="285483"/>
                  </a:moveTo>
                  <a:lnTo>
                    <a:pt x="104878" y="321524"/>
                  </a:lnTo>
                  <a:lnTo>
                    <a:pt x="123169" y="300091"/>
                  </a:lnTo>
                  <a:close/>
                  <a:moveTo>
                    <a:pt x="1265570" y="1013772"/>
                  </a:moveTo>
                  <a:lnTo>
                    <a:pt x="1191319" y="968496"/>
                  </a:lnTo>
                  <a:lnTo>
                    <a:pt x="1210042" y="1021367"/>
                  </a:lnTo>
                  <a:close/>
                  <a:moveTo>
                    <a:pt x="639000" y="64419"/>
                  </a:moveTo>
                  <a:lnTo>
                    <a:pt x="641485" y="64130"/>
                  </a:lnTo>
                  <a:lnTo>
                    <a:pt x="767467" y="50880"/>
                  </a:lnTo>
                  <a:close/>
                  <a:moveTo>
                    <a:pt x="789069" y="25693"/>
                  </a:moveTo>
                  <a:lnTo>
                    <a:pt x="811418" y="0"/>
                  </a:lnTo>
                  <a:lnTo>
                    <a:pt x="767467" y="5088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697" name="Candidate_density__2016">
              <a:extLst>
                <a:ext uri="{FF2B5EF4-FFF2-40B4-BE49-F238E27FC236}">
                  <a16:creationId xmlns:a16="http://schemas.microsoft.com/office/drawing/2014/main" id="{5647D53F-917D-36D6-738F-8DF753B35821}"/>
                </a:ext>
              </a:extLst>
            </p:cNvPr>
            <p:cNvSpPr>
              <a:spLocks noGrp="1"/>
            </p:cNvSpPr>
            <p:nvPr/>
          </p:nvSpPr>
          <p:spPr>
            <a:xfrm>
              <a:off x="4621720" y="3646454"/>
              <a:ext cx="1938553" cy="1663718"/>
            </a:xfrm>
            <a:custGeom>
              <a:avLst/>
              <a:gdLst/>
              <a:ahLst/>
              <a:cxnLst/>
              <a:rect l="0" t="0" r="0" b="0"/>
              <a:pathLst>
                <a:path w="1938553" h="1663718">
                  <a:moveTo>
                    <a:pt x="61609" y="698913"/>
                  </a:moveTo>
                  <a:lnTo>
                    <a:pt x="6118" y="748975"/>
                  </a:lnTo>
                  <a:lnTo>
                    <a:pt x="0" y="788501"/>
                  </a:lnTo>
                  <a:close/>
                  <a:moveTo>
                    <a:pt x="917148" y="1647243"/>
                  </a:moveTo>
                  <a:lnTo>
                    <a:pt x="893989" y="1624112"/>
                  </a:lnTo>
                  <a:lnTo>
                    <a:pt x="847024" y="1663718"/>
                  </a:lnTo>
                  <a:close/>
                  <a:moveTo>
                    <a:pt x="387066" y="1058642"/>
                  </a:moveTo>
                  <a:lnTo>
                    <a:pt x="436321" y="1024000"/>
                  </a:lnTo>
                  <a:lnTo>
                    <a:pt x="520905" y="1065186"/>
                  </a:lnTo>
                  <a:close/>
                  <a:moveTo>
                    <a:pt x="631242" y="947127"/>
                  </a:moveTo>
                  <a:lnTo>
                    <a:pt x="625073" y="960790"/>
                  </a:lnTo>
                  <a:lnTo>
                    <a:pt x="653368" y="1067779"/>
                  </a:lnTo>
                  <a:close/>
                  <a:moveTo>
                    <a:pt x="925894" y="1312993"/>
                  </a:moveTo>
                  <a:lnTo>
                    <a:pt x="945290" y="1322055"/>
                  </a:lnTo>
                  <a:lnTo>
                    <a:pt x="967678" y="1247770"/>
                  </a:lnTo>
                  <a:close/>
                  <a:moveTo>
                    <a:pt x="970537" y="1201248"/>
                  </a:moveTo>
                  <a:lnTo>
                    <a:pt x="998156" y="1241055"/>
                  </a:lnTo>
                  <a:lnTo>
                    <a:pt x="1010803" y="1155336"/>
                  </a:lnTo>
                  <a:close/>
                  <a:moveTo>
                    <a:pt x="968142" y="1237551"/>
                  </a:moveTo>
                  <a:lnTo>
                    <a:pt x="967678" y="1247770"/>
                  </a:lnTo>
                  <a:lnTo>
                    <a:pt x="970537" y="1201248"/>
                  </a:lnTo>
                  <a:close/>
                  <a:moveTo>
                    <a:pt x="630959" y="939371"/>
                  </a:moveTo>
                  <a:lnTo>
                    <a:pt x="618251" y="935284"/>
                  </a:lnTo>
                  <a:lnTo>
                    <a:pt x="626422" y="908691"/>
                  </a:lnTo>
                  <a:close/>
                  <a:moveTo>
                    <a:pt x="326769" y="504435"/>
                  </a:moveTo>
                  <a:lnTo>
                    <a:pt x="340292" y="593533"/>
                  </a:lnTo>
                  <a:lnTo>
                    <a:pt x="353274" y="618267"/>
                  </a:lnTo>
                  <a:close/>
                  <a:moveTo>
                    <a:pt x="1239456" y="1199115"/>
                  </a:moveTo>
                  <a:lnTo>
                    <a:pt x="1219017" y="1116900"/>
                  </a:lnTo>
                  <a:lnTo>
                    <a:pt x="1211490" y="1114410"/>
                  </a:lnTo>
                  <a:close/>
                  <a:moveTo>
                    <a:pt x="1290407" y="1167173"/>
                  </a:moveTo>
                  <a:lnTo>
                    <a:pt x="1239456" y="1199115"/>
                  </a:lnTo>
                  <a:lnTo>
                    <a:pt x="1211490" y="1114410"/>
                  </a:lnTo>
                  <a:close/>
                  <a:moveTo>
                    <a:pt x="1232160" y="1114434"/>
                  </a:moveTo>
                  <a:lnTo>
                    <a:pt x="1290407" y="1167173"/>
                  </a:lnTo>
                  <a:lnTo>
                    <a:pt x="1211490" y="1114410"/>
                  </a:lnTo>
                  <a:close/>
                  <a:moveTo>
                    <a:pt x="869892" y="673209"/>
                  </a:moveTo>
                  <a:lnTo>
                    <a:pt x="923008" y="683532"/>
                  </a:lnTo>
                  <a:lnTo>
                    <a:pt x="881711" y="667388"/>
                  </a:lnTo>
                  <a:close/>
                  <a:moveTo>
                    <a:pt x="860739" y="638984"/>
                  </a:moveTo>
                  <a:lnTo>
                    <a:pt x="881711" y="667388"/>
                  </a:lnTo>
                  <a:lnTo>
                    <a:pt x="836533" y="593151"/>
                  </a:lnTo>
                  <a:close/>
                  <a:moveTo>
                    <a:pt x="881711" y="667388"/>
                  </a:moveTo>
                  <a:lnTo>
                    <a:pt x="923008" y="683532"/>
                  </a:lnTo>
                  <a:lnTo>
                    <a:pt x="836533" y="593151"/>
                  </a:lnTo>
                  <a:close/>
                  <a:moveTo>
                    <a:pt x="869892" y="673209"/>
                  </a:moveTo>
                  <a:lnTo>
                    <a:pt x="881711" y="667388"/>
                  </a:lnTo>
                  <a:lnTo>
                    <a:pt x="885963" y="653057"/>
                  </a:lnTo>
                  <a:close/>
                  <a:moveTo>
                    <a:pt x="885963" y="653057"/>
                  </a:moveTo>
                  <a:lnTo>
                    <a:pt x="881711" y="667388"/>
                  </a:lnTo>
                  <a:lnTo>
                    <a:pt x="860739" y="638984"/>
                  </a:lnTo>
                  <a:close/>
                  <a:moveTo>
                    <a:pt x="800930" y="300091"/>
                  </a:moveTo>
                  <a:lnTo>
                    <a:pt x="807941" y="316119"/>
                  </a:lnTo>
                  <a:lnTo>
                    <a:pt x="833389" y="321524"/>
                  </a:lnTo>
                  <a:close/>
                  <a:moveTo>
                    <a:pt x="800930" y="300091"/>
                  </a:moveTo>
                  <a:lnTo>
                    <a:pt x="833389" y="321524"/>
                  </a:lnTo>
                  <a:lnTo>
                    <a:pt x="845624" y="285483"/>
                  </a:lnTo>
                  <a:close/>
                  <a:moveTo>
                    <a:pt x="845624" y="285483"/>
                  </a:moveTo>
                  <a:lnTo>
                    <a:pt x="851680" y="300091"/>
                  </a:lnTo>
                  <a:lnTo>
                    <a:pt x="807943" y="226387"/>
                  </a:lnTo>
                  <a:close/>
                  <a:moveTo>
                    <a:pt x="1865846" y="964730"/>
                  </a:moveTo>
                  <a:lnTo>
                    <a:pt x="1892901" y="1006932"/>
                  </a:lnTo>
                  <a:lnTo>
                    <a:pt x="1855453" y="989328"/>
                  </a:lnTo>
                  <a:close/>
                  <a:moveTo>
                    <a:pt x="1938553" y="1021367"/>
                  </a:moveTo>
                  <a:lnTo>
                    <a:pt x="1919830" y="968496"/>
                  </a:lnTo>
                  <a:lnTo>
                    <a:pt x="1892901" y="1006932"/>
                  </a:lnTo>
                  <a:close/>
                  <a:moveTo>
                    <a:pt x="1159481" y="59150"/>
                  </a:moveTo>
                  <a:lnTo>
                    <a:pt x="1242974" y="92659"/>
                  </a:lnTo>
                  <a:lnTo>
                    <a:pt x="1292559" y="62844"/>
                  </a:lnTo>
                  <a:close/>
                  <a:moveTo>
                    <a:pt x="1743676" y="440488"/>
                  </a:moveTo>
                  <a:lnTo>
                    <a:pt x="1734825" y="547776"/>
                  </a:lnTo>
                  <a:lnTo>
                    <a:pt x="1735562" y="557420"/>
                  </a:lnTo>
                  <a:close/>
                  <a:moveTo>
                    <a:pt x="1353737" y="25693"/>
                  </a:moveTo>
                  <a:lnTo>
                    <a:pt x="1357046" y="64130"/>
                  </a:lnTo>
                  <a:lnTo>
                    <a:pt x="1367510" y="64419"/>
                  </a:lnTo>
                  <a:close/>
                  <a:moveTo>
                    <a:pt x="1423421" y="58258"/>
                  </a:moveTo>
                  <a:lnTo>
                    <a:pt x="1367510" y="64419"/>
                  </a:lnTo>
                  <a:lnTo>
                    <a:pt x="1495978" y="50880"/>
                  </a:lnTo>
                  <a:close/>
                  <a:moveTo>
                    <a:pt x="1495978" y="50880"/>
                  </a:moveTo>
                  <a:lnTo>
                    <a:pt x="1539928" y="0"/>
                  </a:lnTo>
                  <a:lnTo>
                    <a:pt x="1423421" y="58258"/>
                  </a:lnTo>
                  <a:close/>
                  <a:moveTo>
                    <a:pt x="1782537" y="316117"/>
                  </a:moveTo>
                  <a:lnTo>
                    <a:pt x="1824745" y="335080"/>
                  </a:lnTo>
                  <a:lnTo>
                    <a:pt x="1861336" y="365718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698" name="Candidate_density__2017">
              <a:extLst>
                <a:ext uri="{FF2B5EF4-FFF2-40B4-BE49-F238E27FC236}">
                  <a16:creationId xmlns:a16="http://schemas.microsoft.com/office/drawing/2014/main" id="{E64E677F-9659-39A7-24BC-1A1635FE2CBB}"/>
                </a:ext>
              </a:extLst>
            </p:cNvPr>
            <p:cNvSpPr>
              <a:spLocks noGrp="1"/>
            </p:cNvSpPr>
            <p:nvPr/>
          </p:nvSpPr>
          <p:spPr>
            <a:xfrm>
              <a:off x="5715399" y="4484199"/>
              <a:ext cx="728715" cy="276665"/>
            </a:xfrm>
            <a:custGeom>
              <a:avLst/>
              <a:gdLst/>
              <a:ahLst/>
              <a:cxnLst/>
              <a:rect l="0" t="0" r="0" b="0"/>
              <a:pathLst>
                <a:path w="728715" h="276665">
                  <a:moveTo>
                    <a:pt x="89848" y="255634"/>
                  </a:moveTo>
                  <a:lnTo>
                    <a:pt x="0" y="268087"/>
                  </a:lnTo>
                  <a:lnTo>
                    <a:pt x="117811" y="276665"/>
                  </a:lnTo>
                  <a:close/>
                  <a:moveTo>
                    <a:pt x="728715" y="48535"/>
                  </a:moveTo>
                  <a:lnTo>
                    <a:pt x="653824" y="0"/>
                  </a:lnTo>
                  <a:lnTo>
                    <a:pt x="653040" y="475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699" name="Candidate_density__2018">
              <a:extLst>
                <a:ext uri="{FF2B5EF4-FFF2-40B4-BE49-F238E27FC236}">
                  <a16:creationId xmlns:a16="http://schemas.microsoft.com/office/drawing/2014/main" id="{03831277-F966-354C-90AF-A7B86D606911}"/>
                </a:ext>
              </a:extLst>
            </p:cNvPr>
            <p:cNvSpPr>
              <a:spLocks noGrp="1"/>
            </p:cNvSpPr>
            <p:nvPr/>
          </p:nvSpPr>
          <p:spPr>
            <a:xfrm>
              <a:off x="4461814" y="3436731"/>
              <a:ext cx="2204452" cy="1881077"/>
            </a:xfrm>
            <a:custGeom>
              <a:avLst/>
              <a:gdLst/>
              <a:ahLst/>
              <a:cxnLst/>
              <a:rect l="0" t="0" r="0" b="0"/>
              <a:pathLst>
                <a:path w="2204452" h="1881077">
                  <a:moveTo>
                    <a:pt x="23532" y="1025514"/>
                  </a:moveTo>
                  <a:lnTo>
                    <a:pt x="13407" y="1097148"/>
                  </a:lnTo>
                  <a:lnTo>
                    <a:pt x="60326" y="1057369"/>
                  </a:lnTo>
                  <a:close/>
                  <a:moveTo>
                    <a:pt x="743144" y="1765450"/>
                  </a:moveTo>
                  <a:lnTo>
                    <a:pt x="836316" y="1809228"/>
                  </a:lnTo>
                  <a:lnTo>
                    <a:pt x="778202" y="1727013"/>
                  </a:lnTo>
                  <a:close/>
                  <a:moveTo>
                    <a:pt x="842877" y="1817391"/>
                  </a:moveTo>
                  <a:lnTo>
                    <a:pt x="802352" y="1881077"/>
                  </a:lnTo>
                  <a:lnTo>
                    <a:pt x="927244" y="1854168"/>
                  </a:lnTo>
                  <a:close/>
                  <a:moveTo>
                    <a:pt x="728300" y="1667663"/>
                  </a:moveTo>
                  <a:lnTo>
                    <a:pt x="707165" y="1657008"/>
                  </a:lnTo>
                  <a:lnTo>
                    <a:pt x="778202" y="1727013"/>
                  </a:lnTo>
                  <a:close/>
                  <a:moveTo>
                    <a:pt x="622226" y="1565378"/>
                  </a:moveTo>
                  <a:lnTo>
                    <a:pt x="704884" y="1644798"/>
                  </a:lnTo>
                  <a:lnTo>
                    <a:pt x="627461" y="1569301"/>
                  </a:lnTo>
                  <a:close/>
                  <a:moveTo>
                    <a:pt x="622226" y="1565378"/>
                  </a:moveTo>
                  <a:lnTo>
                    <a:pt x="707165" y="1657008"/>
                  </a:lnTo>
                  <a:lnTo>
                    <a:pt x="704884" y="1644798"/>
                  </a:lnTo>
                  <a:close/>
                  <a:moveTo>
                    <a:pt x="0" y="943299"/>
                  </a:moveTo>
                  <a:lnTo>
                    <a:pt x="23532" y="1025514"/>
                  </a:lnTo>
                  <a:lnTo>
                    <a:pt x="48269" y="987078"/>
                  </a:lnTo>
                  <a:close/>
                  <a:moveTo>
                    <a:pt x="704884" y="1644798"/>
                  </a:moveTo>
                  <a:lnTo>
                    <a:pt x="707165" y="1657008"/>
                  </a:lnTo>
                  <a:lnTo>
                    <a:pt x="728300" y="1667663"/>
                  </a:lnTo>
                  <a:close/>
                  <a:moveTo>
                    <a:pt x="621152" y="1562583"/>
                  </a:moveTo>
                  <a:lnTo>
                    <a:pt x="622226" y="1565378"/>
                  </a:lnTo>
                  <a:lnTo>
                    <a:pt x="627461" y="1569301"/>
                  </a:lnTo>
                  <a:close/>
                  <a:moveTo>
                    <a:pt x="1053895" y="1833835"/>
                  </a:moveTo>
                  <a:lnTo>
                    <a:pt x="985508" y="1770792"/>
                  </a:lnTo>
                  <a:lnTo>
                    <a:pt x="927244" y="1854168"/>
                  </a:lnTo>
                  <a:close/>
                  <a:moveTo>
                    <a:pt x="841806" y="1708232"/>
                  </a:moveTo>
                  <a:lnTo>
                    <a:pt x="728300" y="1667663"/>
                  </a:lnTo>
                  <a:lnTo>
                    <a:pt x="778202" y="1727013"/>
                  </a:lnTo>
                  <a:close/>
                  <a:moveTo>
                    <a:pt x="735055" y="1634334"/>
                  </a:moveTo>
                  <a:lnTo>
                    <a:pt x="728300" y="1667663"/>
                  </a:lnTo>
                  <a:lnTo>
                    <a:pt x="841806" y="1708232"/>
                  </a:lnTo>
                  <a:close/>
                  <a:moveTo>
                    <a:pt x="841492" y="1608395"/>
                  </a:moveTo>
                  <a:lnTo>
                    <a:pt x="735055" y="1634334"/>
                  </a:lnTo>
                  <a:lnTo>
                    <a:pt x="841806" y="1708232"/>
                  </a:lnTo>
                  <a:close/>
                  <a:moveTo>
                    <a:pt x="704884" y="1644798"/>
                  </a:moveTo>
                  <a:lnTo>
                    <a:pt x="728300" y="1667663"/>
                  </a:lnTo>
                  <a:lnTo>
                    <a:pt x="735055" y="1634334"/>
                  </a:lnTo>
                  <a:close/>
                  <a:moveTo>
                    <a:pt x="631066" y="1558191"/>
                  </a:moveTo>
                  <a:lnTo>
                    <a:pt x="627461" y="1569301"/>
                  </a:lnTo>
                  <a:lnTo>
                    <a:pt x="743773" y="1524147"/>
                  </a:lnTo>
                  <a:close/>
                  <a:moveTo>
                    <a:pt x="627461" y="1569301"/>
                  </a:moveTo>
                  <a:lnTo>
                    <a:pt x="704884" y="1644798"/>
                  </a:lnTo>
                  <a:lnTo>
                    <a:pt x="743773" y="1524147"/>
                  </a:lnTo>
                  <a:close/>
                  <a:moveTo>
                    <a:pt x="743773" y="1524147"/>
                  </a:moveTo>
                  <a:lnTo>
                    <a:pt x="704884" y="1644798"/>
                  </a:lnTo>
                  <a:lnTo>
                    <a:pt x="748411" y="1527657"/>
                  </a:lnTo>
                  <a:close/>
                  <a:moveTo>
                    <a:pt x="748411" y="1527657"/>
                  </a:moveTo>
                  <a:lnTo>
                    <a:pt x="704884" y="1644798"/>
                  </a:lnTo>
                  <a:lnTo>
                    <a:pt x="735055" y="1634334"/>
                  </a:lnTo>
                  <a:close/>
                  <a:moveTo>
                    <a:pt x="621152" y="1562583"/>
                  </a:moveTo>
                  <a:lnTo>
                    <a:pt x="627461" y="1569301"/>
                  </a:lnTo>
                  <a:lnTo>
                    <a:pt x="631066" y="1558191"/>
                  </a:lnTo>
                  <a:close/>
                  <a:moveTo>
                    <a:pt x="640729" y="1441931"/>
                  </a:moveTo>
                  <a:lnTo>
                    <a:pt x="631066" y="1558191"/>
                  </a:lnTo>
                  <a:lnTo>
                    <a:pt x="651998" y="1445839"/>
                  </a:lnTo>
                  <a:close/>
                  <a:moveTo>
                    <a:pt x="621152" y="1562583"/>
                  </a:moveTo>
                  <a:lnTo>
                    <a:pt x="631066" y="1558191"/>
                  </a:lnTo>
                  <a:lnTo>
                    <a:pt x="640729" y="1441931"/>
                  </a:lnTo>
                  <a:close/>
                  <a:moveTo>
                    <a:pt x="351309" y="1094129"/>
                  </a:moveTo>
                  <a:lnTo>
                    <a:pt x="398385" y="1113071"/>
                  </a:lnTo>
                  <a:lnTo>
                    <a:pt x="394854" y="1128582"/>
                  </a:lnTo>
                  <a:close/>
                  <a:moveTo>
                    <a:pt x="985508" y="1770792"/>
                  </a:moveTo>
                  <a:lnTo>
                    <a:pt x="1078858" y="1836881"/>
                  </a:lnTo>
                  <a:lnTo>
                    <a:pt x="976305" y="1759570"/>
                  </a:lnTo>
                  <a:close/>
                  <a:moveTo>
                    <a:pt x="743773" y="1524147"/>
                  </a:moveTo>
                  <a:lnTo>
                    <a:pt x="748411" y="1527657"/>
                  </a:lnTo>
                  <a:lnTo>
                    <a:pt x="748637" y="1523200"/>
                  </a:lnTo>
                  <a:close/>
                  <a:moveTo>
                    <a:pt x="748637" y="1523200"/>
                  </a:moveTo>
                  <a:lnTo>
                    <a:pt x="734970" y="1477402"/>
                  </a:lnTo>
                  <a:lnTo>
                    <a:pt x="743773" y="1524147"/>
                  </a:lnTo>
                  <a:close/>
                  <a:moveTo>
                    <a:pt x="651998" y="1445839"/>
                  </a:moveTo>
                  <a:lnTo>
                    <a:pt x="692487" y="1441931"/>
                  </a:lnTo>
                  <a:lnTo>
                    <a:pt x="651854" y="1441198"/>
                  </a:lnTo>
                  <a:close/>
                  <a:moveTo>
                    <a:pt x="748637" y="1523200"/>
                  </a:moveTo>
                  <a:lnTo>
                    <a:pt x="748411" y="1527657"/>
                  </a:lnTo>
                  <a:lnTo>
                    <a:pt x="751736" y="1524147"/>
                  </a:lnTo>
                  <a:close/>
                  <a:moveTo>
                    <a:pt x="748637" y="1523200"/>
                  </a:moveTo>
                  <a:lnTo>
                    <a:pt x="751736" y="1524147"/>
                  </a:lnTo>
                  <a:lnTo>
                    <a:pt x="734970" y="1477402"/>
                  </a:lnTo>
                  <a:close/>
                  <a:moveTo>
                    <a:pt x="640729" y="1441931"/>
                  </a:moveTo>
                  <a:lnTo>
                    <a:pt x="651998" y="1445839"/>
                  </a:lnTo>
                  <a:lnTo>
                    <a:pt x="651854" y="1441198"/>
                  </a:lnTo>
                  <a:close/>
                  <a:moveTo>
                    <a:pt x="510639" y="1095043"/>
                  </a:moveTo>
                  <a:lnTo>
                    <a:pt x="517094" y="1004912"/>
                  </a:lnTo>
                  <a:lnTo>
                    <a:pt x="524489" y="1113071"/>
                  </a:lnTo>
                  <a:close/>
                  <a:moveTo>
                    <a:pt x="524489" y="1113071"/>
                  </a:moveTo>
                  <a:lnTo>
                    <a:pt x="517094" y="1004912"/>
                  </a:lnTo>
                  <a:lnTo>
                    <a:pt x="521013" y="992420"/>
                  </a:lnTo>
                  <a:close/>
                  <a:moveTo>
                    <a:pt x="506298" y="998480"/>
                  </a:moveTo>
                  <a:lnTo>
                    <a:pt x="477910" y="1073611"/>
                  </a:lnTo>
                  <a:lnTo>
                    <a:pt x="524489" y="1113071"/>
                  </a:lnTo>
                  <a:close/>
                  <a:moveTo>
                    <a:pt x="521013" y="992420"/>
                  </a:moveTo>
                  <a:lnTo>
                    <a:pt x="506298" y="998480"/>
                  </a:lnTo>
                  <a:lnTo>
                    <a:pt x="524489" y="1113071"/>
                  </a:lnTo>
                  <a:close/>
                  <a:moveTo>
                    <a:pt x="435775" y="1030856"/>
                  </a:moveTo>
                  <a:lnTo>
                    <a:pt x="477910" y="1073611"/>
                  </a:lnTo>
                  <a:lnTo>
                    <a:pt x="506298" y="998480"/>
                  </a:lnTo>
                  <a:close/>
                  <a:moveTo>
                    <a:pt x="517094" y="1004912"/>
                  </a:moveTo>
                  <a:lnTo>
                    <a:pt x="510639" y="1095043"/>
                  </a:lnTo>
                  <a:lnTo>
                    <a:pt x="502190" y="1074635"/>
                  </a:lnTo>
                  <a:close/>
                  <a:moveTo>
                    <a:pt x="435775" y="1030856"/>
                  </a:moveTo>
                  <a:lnTo>
                    <a:pt x="506298" y="998480"/>
                  </a:lnTo>
                  <a:lnTo>
                    <a:pt x="382491" y="995513"/>
                  </a:lnTo>
                  <a:close/>
                  <a:moveTo>
                    <a:pt x="382491" y="995513"/>
                  </a:moveTo>
                  <a:lnTo>
                    <a:pt x="506298" y="998480"/>
                  </a:lnTo>
                  <a:lnTo>
                    <a:pt x="511615" y="984424"/>
                  </a:lnTo>
                  <a:close/>
                  <a:moveTo>
                    <a:pt x="506298" y="998480"/>
                  </a:moveTo>
                  <a:lnTo>
                    <a:pt x="521013" y="992420"/>
                  </a:lnTo>
                  <a:lnTo>
                    <a:pt x="548113" y="924985"/>
                  </a:lnTo>
                  <a:close/>
                  <a:moveTo>
                    <a:pt x="517094" y="1004912"/>
                  </a:moveTo>
                  <a:lnTo>
                    <a:pt x="502190" y="1074635"/>
                  </a:lnTo>
                  <a:lnTo>
                    <a:pt x="517171" y="989641"/>
                  </a:lnTo>
                  <a:close/>
                  <a:moveTo>
                    <a:pt x="521013" y="992420"/>
                  </a:moveTo>
                  <a:lnTo>
                    <a:pt x="517094" y="1004912"/>
                  </a:lnTo>
                  <a:lnTo>
                    <a:pt x="517171" y="989641"/>
                  </a:lnTo>
                  <a:close/>
                  <a:moveTo>
                    <a:pt x="574907" y="942405"/>
                  </a:moveTo>
                  <a:lnTo>
                    <a:pt x="521013" y="992420"/>
                  </a:lnTo>
                  <a:lnTo>
                    <a:pt x="517171" y="989641"/>
                  </a:lnTo>
                  <a:close/>
                  <a:moveTo>
                    <a:pt x="1218928" y="1408837"/>
                  </a:moveTo>
                  <a:lnTo>
                    <a:pt x="1241037" y="1370401"/>
                  </a:lnTo>
                  <a:lnTo>
                    <a:pt x="1223902" y="1326622"/>
                  </a:lnTo>
                  <a:close/>
                  <a:moveTo>
                    <a:pt x="605376" y="630465"/>
                  </a:moveTo>
                  <a:lnTo>
                    <a:pt x="532483" y="576824"/>
                  </a:lnTo>
                  <a:lnTo>
                    <a:pt x="524219" y="586686"/>
                  </a:lnTo>
                  <a:close/>
                  <a:moveTo>
                    <a:pt x="605376" y="630465"/>
                  </a:moveTo>
                  <a:lnTo>
                    <a:pt x="524219" y="586686"/>
                  </a:lnTo>
                  <a:lnTo>
                    <a:pt x="550074" y="668901"/>
                  </a:lnTo>
                  <a:close/>
                  <a:moveTo>
                    <a:pt x="1376736" y="1167534"/>
                  </a:moveTo>
                  <a:lnTo>
                    <a:pt x="1299567" y="1119037"/>
                  </a:lnTo>
                  <a:lnTo>
                    <a:pt x="1247630" y="1140056"/>
                  </a:lnTo>
                  <a:close/>
                  <a:moveTo>
                    <a:pt x="1260775" y="1085319"/>
                  </a:moveTo>
                  <a:lnTo>
                    <a:pt x="1247630" y="1140056"/>
                  </a:lnTo>
                  <a:lnTo>
                    <a:pt x="1299567" y="1119037"/>
                  </a:lnTo>
                  <a:close/>
                  <a:moveTo>
                    <a:pt x="1260775" y="1085319"/>
                  </a:moveTo>
                  <a:lnTo>
                    <a:pt x="1232329" y="1123755"/>
                  </a:lnTo>
                  <a:lnTo>
                    <a:pt x="1247630" y="1140056"/>
                  </a:lnTo>
                  <a:close/>
                  <a:moveTo>
                    <a:pt x="1201780" y="1041540"/>
                  </a:moveTo>
                  <a:lnTo>
                    <a:pt x="1232329" y="1123755"/>
                  </a:lnTo>
                  <a:lnTo>
                    <a:pt x="1260775" y="1085319"/>
                  </a:lnTo>
                  <a:close/>
                  <a:moveTo>
                    <a:pt x="1201780" y="1041540"/>
                  </a:moveTo>
                  <a:lnTo>
                    <a:pt x="1260775" y="1085319"/>
                  </a:lnTo>
                  <a:lnTo>
                    <a:pt x="1198845" y="1003104"/>
                  </a:lnTo>
                  <a:close/>
                  <a:moveTo>
                    <a:pt x="1526494" y="1194957"/>
                  </a:moveTo>
                  <a:lnTo>
                    <a:pt x="1553627" y="1211313"/>
                  </a:lnTo>
                  <a:lnTo>
                    <a:pt x="1476553" y="1155378"/>
                  </a:lnTo>
                  <a:close/>
                  <a:moveTo>
                    <a:pt x="1409488" y="1049216"/>
                  </a:moveTo>
                  <a:lnTo>
                    <a:pt x="1376736" y="1167534"/>
                  </a:lnTo>
                  <a:lnTo>
                    <a:pt x="1396012" y="1160264"/>
                  </a:lnTo>
                  <a:close/>
                  <a:moveTo>
                    <a:pt x="1309154" y="1046883"/>
                  </a:moveTo>
                  <a:lnTo>
                    <a:pt x="1260775" y="1085319"/>
                  </a:lnTo>
                  <a:lnTo>
                    <a:pt x="1299567" y="1119037"/>
                  </a:lnTo>
                  <a:close/>
                  <a:moveTo>
                    <a:pt x="1309154" y="1046883"/>
                  </a:moveTo>
                  <a:lnTo>
                    <a:pt x="1198845" y="1003104"/>
                  </a:lnTo>
                  <a:lnTo>
                    <a:pt x="1260775" y="1085319"/>
                  </a:lnTo>
                  <a:close/>
                  <a:moveTo>
                    <a:pt x="1545971" y="1090661"/>
                  </a:moveTo>
                  <a:lnTo>
                    <a:pt x="1532394" y="1008446"/>
                  </a:lnTo>
                  <a:lnTo>
                    <a:pt x="1532980" y="1009412"/>
                  </a:lnTo>
                  <a:close/>
                  <a:moveTo>
                    <a:pt x="1982299" y="1096003"/>
                  </a:moveTo>
                  <a:lnTo>
                    <a:pt x="2015358" y="1199050"/>
                  </a:lnTo>
                  <a:lnTo>
                    <a:pt x="2065082" y="1169753"/>
                  </a:lnTo>
                  <a:close/>
                  <a:moveTo>
                    <a:pt x="1982299" y="1096003"/>
                  </a:moveTo>
                  <a:lnTo>
                    <a:pt x="1940687" y="1134440"/>
                  </a:lnTo>
                  <a:lnTo>
                    <a:pt x="2015358" y="1199050"/>
                  </a:lnTo>
                  <a:close/>
                  <a:moveTo>
                    <a:pt x="1741932" y="849358"/>
                  </a:moveTo>
                  <a:lnTo>
                    <a:pt x="1686686" y="806170"/>
                  </a:lnTo>
                  <a:lnTo>
                    <a:pt x="1684730" y="805579"/>
                  </a:lnTo>
                  <a:close/>
                  <a:moveTo>
                    <a:pt x="1372280" y="251429"/>
                  </a:moveTo>
                  <a:lnTo>
                    <a:pt x="1297521" y="191637"/>
                  </a:lnTo>
                  <a:lnTo>
                    <a:pt x="1246169" y="273782"/>
                  </a:lnTo>
                  <a:close/>
                  <a:moveTo>
                    <a:pt x="2079736" y="1178218"/>
                  </a:moveTo>
                  <a:lnTo>
                    <a:pt x="2145787" y="1139782"/>
                  </a:lnTo>
                  <a:lnTo>
                    <a:pt x="2065082" y="1169753"/>
                  </a:lnTo>
                  <a:close/>
                  <a:moveTo>
                    <a:pt x="2065082" y="1169753"/>
                  </a:moveTo>
                  <a:lnTo>
                    <a:pt x="2053772" y="1057567"/>
                  </a:lnTo>
                  <a:lnTo>
                    <a:pt x="1982299" y="1096003"/>
                  </a:lnTo>
                  <a:close/>
                  <a:moveTo>
                    <a:pt x="1965676" y="1076750"/>
                  </a:moveTo>
                  <a:lnTo>
                    <a:pt x="1909982" y="984784"/>
                  </a:lnTo>
                  <a:lnTo>
                    <a:pt x="1925717" y="1013788"/>
                  </a:lnTo>
                  <a:close/>
                  <a:moveTo>
                    <a:pt x="1784720" y="646491"/>
                  </a:moveTo>
                  <a:lnTo>
                    <a:pt x="1823842" y="754538"/>
                  </a:lnTo>
                  <a:lnTo>
                    <a:pt x="1846833" y="695871"/>
                  </a:lnTo>
                  <a:close/>
                  <a:moveTo>
                    <a:pt x="1778750" y="767143"/>
                  </a:moveTo>
                  <a:lnTo>
                    <a:pt x="1823842" y="754538"/>
                  </a:lnTo>
                  <a:lnTo>
                    <a:pt x="1784720" y="646491"/>
                  </a:lnTo>
                  <a:close/>
                  <a:moveTo>
                    <a:pt x="1375206" y="153200"/>
                  </a:moveTo>
                  <a:lnTo>
                    <a:pt x="1372280" y="251429"/>
                  </a:lnTo>
                  <a:lnTo>
                    <a:pt x="1404522" y="156773"/>
                  </a:lnTo>
                  <a:close/>
                  <a:moveTo>
                    <a:pt x="1375206" y="153200"/>
                  </a:moveTo>
                  <a:lnTo>
                    <a:pt x="1297521" y="191637"/>
                  </a:lnTo>
                  <a:lnTo>
                    <a:pt x="1372280" y="251429"/>
                  </a:lnTo>
                  <a:close/>
                  <a:moveTo>
                    <a:pt x="1375206" y="153200"/>
                  </a:moveTo>
                  <a:lnTo>
                    <a:pt x="1332825" y="109422"/>
                  </a:lnTo>
                  <a:lnTo>
                    <a:pt x="1297521" y="191637"/>
                  </a:lnTo>
                  <a:close/>
                  <a:moveTo>
                    <a:pt x="1404522" y="156773"/>
                  </a:moveTo>
                  <a:lnTo>
                    <a:pt x="1372280" y="251429"/>
                  </a:lnTo>
                  <a:lnTo>
                    <a:pt x="1497630" y="226233"/>
                  </a:lnTo>
                  <a:close/>
                  <a:moveTo>
                    <a:pt x="2204452" y="981775"/>
                  </a:moveTo>
                  <a:lnTo>
                    <a:pt x="2127454" y="975352"/>
                  </a:lnTo>
                  <a:lnTo>
                    <a:pt x="2130058" y="1027142"/>
                  </a:lnTo>
                  <a:close/>
                  <a:moveTo>
                    <a:pt x="1846263" y="608055"/>
                  </a:moveTo>
                  <a:lnTo>
                    <a:pt x="1784720" y="646491"/>
                  </a:lnTo>
                  <a:lnTo>
                    <a:pt x="1846833" y="695871"/>
                  </a:lnTo>
                  <a:close/>
                  <a:moveTo>
                    <a:pt x="1513643" y="235416"/>
                  </a:moveTo>
                  <a:lnTo>
                    <a:pt x="1616522" y="201347"/>
                  </a:lnTo>
                  <a:lnTo>
                    <a:pt x="1497630" y="226233"/>
                  </a:lnTo>
                  <a:close/>
                  <a:moveTo>
                    <a:pt x="1497630" y="226233"/>
                  </a:moveTo>
                  <a:lnTo>
                    <a:pt x="1616522" y="201347"/>
                  </a:lnTo>
                  <a:lnTo>
                    <a:pt x="1620603" y="192150"/>
                  </a:lnTo>
                  <a:close/>
                  <a:moveTo>
                    <a:pt x="1497630" y="226233"/>
                  </a:moveTo>
                  <a:lnTo>
                    <a:pt x="1620603" y="192150"/>
                  </a:lnTo>
                  <a:lnTo>
                    <a:pt x="1528832" y="127691"/>
                  </a:lnTo>
                  <a:close/>
                  <a:moveTo>
                    <a:pt x="1407624" y="149901"/>
                  </a:moveTo>
                  <a:lnTo>
                    <a:pt x="1375206" y="153200"/>
                  </a:lnTo>
                  <a:lnTo>
                    <a:pt x="1404522" y="156773"/>
                  </a:lnTo>
                  <a:close/>
                  <a:moveTo>
                    <a:pt x="1404522" y="156773"/>
                  </a:moveTo>
                  <a:lnTo>
                    <a:pt x="1507667" y="114764"/>
                  </a:lnTo>
                  <a:lnTo>
                    <a:pt x="1407624" y="149901"/>
                  </a:lnTo>
                  <a:close/>
                  <a:moveTo>
                    <a:pt x="1497630" y="226233"/>
                  </a:moveTo>
                  <a:lnTo>
                    <a:pt x="1528832" y="127691"/>
                  </a:lnTo>
                  <a:lnTo>
                    <a:pt x="1404522" y="156773"/>
                  </a:lnTo>
                  <a:close/>
                  <a:moveTo>
                    <a:pt x="1975311" y="405188"/>
                  </a:moveTo>
                  <a:lnTo>
                    <a:pt x="2049034" y="492460"/>
                  </a:lnTo>
                  <a:lnTo>
                    <a:pt x="2052150" y="475796"/>
                  </a:lnTo>
                  <a:close/>
                  <a:moveTo>
                    <a:pt x="1975311" y="405188"/>
                  </a:moveTo>
                  <a:lnTo>
                    <a:pt x="1954813" y="390526"/>
                  </a:lnTo>
                  <a:lnTo>
                    <a:pt x="1909118" y="434884"/>
                  </a:lnTo>
                  <a:close/>
                  <a:moveTo>
                    <a:pt x="1894901" y="322973"/>
                  </a:moveTo>
                  <a:lnTo>
                    <a:pt x="1909118" y="434884"/>
                  </a:lnTo>
                  <a:lnTo>
                    <a:pt x="1954813" y="390526"/>
                  </a:lnTo>
                  <a:close/>
                  <a:moveTo>
                    <a:pt x="1847993" y="269800"/>
                  </a:moveTo>
                  <a:lnTo>
                    <a:pt x="1799755" y="273659"/>
                  </a:lnTo>
                  <a:lnTo>
                    <a:pt x="1894901" y="322973"/>
                  </a:lnTo>
                  <a:close/>
                  <a:moveTo>
                    <a:pt x="1700554" y="76328"/>
                  </a:moveTo>
                  <a:lnTo>
                    <a:pt x="1620603" y="192150"/>
                  </a:lnTo>
                  <a:lnTo>
                    <a:pt x="1648126" y="196979"/>
                  </a:lnTo>
                  <a:close/>
                  <a:moveTo>
                    <a:pt x="1700554" y="76328"/>
                  </a:moveTo>
                  <a:lnTo>
                    <a:pt x="1648126" y="196979"/>
                  </a:lnTo>
                  <a:lnTo>
                    <a:pt x="1707260" y="158542"/>
                  </a:lnTo>
                  <a:close/>
                  <a:moveTo>
                    <a:pt x="1536600" y="105639"/>
                  </a:moveTo>
                  <a:lnTo>
                    <a:pt x="1441656" y="80409"/>
                  </a:lnTo>
                  <a:lnTo>
                    <a:pt x="1507667" y="114764"/>
                  </a:lnTo>
                  <a:close/>
                  <a:moveTo>
                    <a:pt x="1536600" y="105639"/>
                  </a:moveTo>
                  <a:lnTo>
                    <a:pt x="1596119" y="17751"/>
                  </a:lnTo>
                  <a:lnTo>
                    <a:pt x="1534199" y="7498"/>
                  </a:lnTo>
                  <a:close/>
                  <a:moveTo>
                    <a:pt x="1534199" y="7498"/>
                  </a:moveTo>
                  <a:lnTo>
                    <a:pt x="1569210" y="0"/>
                  </a:lnTo>
                  <a:lnTo>
                    <a:pt x="1496959" y="8521"/>
                  </a:lnTo>
                  <a:close/>
                  <a:moveTo>
                    <a:pt x="1534199" y="7498"/>
                  </a:moveTo>
                  <a:lnTo>
                    <a:pt x="1596119" y="17751"/>
                  </a:lnTo>
                  <a:lnTo>
                    <a:pt x="1569210" y="0"/>
                  </a:lnTo>
                  <a:close/>
                  <a:moveTo>
                    <a:pt x="1975311" y="405188"/>
                  </a:moveTo>
                  <a:lnTo>
                    <a:pt x="2052150" y="475796"/>
                  </a:lnTo>
                  <a:lnTo>
                    <a:pt x="2079124" y="367905"/>
                  </a:lnTo>
                  <a:close/>
                  <a:moveTo>
                    <a:pt x="1979877" y="287907"/>
                  </a:moveTo>
                  <a:lnTo>
                    <a:pt x="1954813" y="390526"/>
                  </a:lnTo>
                  <a:lnTo>
                    <a:pt x="2032277" y="284537"/>
                  </a:lnTo>
                  <a:close/>
                  <a:moveTo>
                    <a:pt x="1954813" y="390526"/>
                  </a:moveTo>
                  <a:lnTo>
                    <a:pt x="1975311" y="405188"/>
                  </a:lnTo>
                  <a:lnTo>
                    <a:pt x="2032277" y="284537"/>
                  </a:lnTo>
                  <a:close/>
                  <a:moveTo>
                    <a:pt x="2032277" y="284537"/>
                  </a:moveTo>
                  <a:lnTo>
                    <a:pt x="1975311" y="405188"/>
                  </a:lnTo>
                  <a:lnTo>
                    <a:pt x="2073735" y="341299"/>
                  </a:lnTo>
                  <a:close/>
                  <a:moveTo>
                    <a:pt x="1894901" y="322973"/>
                  </a:moveTo>
                  <a:lnTo>
                    <a:pt x="1954813" y="390526"/>
                  </a:lnTo>
                  <a:lnTo>
                    <a:pt x="1979877" y="287907"/>
                  </a:lnTo>
                  <a:close/>
                  <a:moveTo>
                    <a:pt x="1882260" y="206584"/>
                  </a:moveTo>
                  <a:lnTo>
                    <a:pt x="1847993" y="269800"/>
                  </a:lnTo>
                  <a:lnTo>
                    <a:pt x="1902869" y="202322"/>
                  </a:lnTo>
                  <a:close/>
                  <a:moveTo>
                    <a:pt x="1847993" y="269800"/>
                  </a:moveTo>
                  <a:lnTo>
                    <a:pt x="1894901" y="322973"/>
                  </a:lnTo>
                  <a:lnTo>
                    <a:pt x="1902869" y="202322"/>
                  </a:lnTo>
                  <a:close/>
                  <a:moveTo>
                    <a:pt x="1902869" y="202322"/>
                  </a:moveTo>
                  <a:lnTo>
                    <a:pt x="1894901" y="322973"/>
                  </a:lnTo>
                  <a:lnTo>
                    <a:pt x="1977001" y="258282"/>
                  </a:lnTo>
                  <a:close/>
                  <a:moveTo>
                    <a:pt x="1977001" y="258282"/>
                  </a:moveTo>
                  <a:lnTo>
                    <a:pt x="1894901" y="322973"/>
                  </a:lnTo>
                  <a:lnTo>
                    <a:pt x="1979877" y="287907"/>
                  </a:lnTo>
                  <a:close/>
                  <a:moveTo>
                    <a:pt x="1814617" y="240758"/>
                  </a:moveTo>
                  <a:lnTo>
                    <a:pt x="1847993" y="269800"/>
                  </a:lnTo>
                  <a:lnTo>
                    <a:pt x="1882260" y="206584"/>
                  </a:lnTo>
                  <a:close/>
                  <a:moveTo>
                    <a:pt x="1814617" y="240758"/>
                  </a:moveTo>
                  <a:lnTo>
                    <a:pt x="1882260" y="206584"/>
                  </a:lnTo>
                  <a:lnTo>
                    <a:pt x="1752589" y="191762"/>
                  </a:lnTo>
                  <a:close/>
                  <a:moveTo>
                    <a:pt x="1752589" y="191762"/>
                  </a:moveTo>
                  <a:lnTo>
                    <a:pt x="1882260" y="206584"/>
                  </a:lnTo>
                  <a:lnTo>
                    <a:pt x="1886438" y="198339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00" name="Candidate_density__2019">
              <a:extLst>
                <a:ext uri="{FF2B5EF4-FFF2-40B4-BE49-F238E27FC236}">
                  <a16:creationId xmlns:a16="http://schemas.microsoft.com/office/drawing/2014/main" id="{E5EAC95C-0256-4A88-5A5C-3229B51B8D88}"/>
                </a:ext>
              </a:extLst>
            </p:cNvPr>
            <p:cNvSpPr>
              <a:spLocks noGrp="1"/>
            </p:cNvSpPr>
            <p:nvPr/>
          </p:nvSpPr>
          <p:spPr>
            <a:xfrm>
              <a:off x="4452143" y="3437657"/>
              <a:ext cx="2155458" cy="1853242"/>
            </a:xfrm>
            <a:custGeom>
              <a:avLst/>
              <a:gdLst/>
              <a:ahLst/>
              <a:cxnLst/>
              <a:rect l="0" t="0" r="0" b="0"/>
              <a:pathLst>
                <a:path w="2155458" h="1853242">
                  <a:moveTo>
                    <a:pt x="33203" y="1024588"/>
                  </a:moveTo>
                  <a:lnTo>
                    <a:pt x="9671" y="942374"/>
                  </a:lnTo>
                  <a:lnTo>
                    <a:pt x="0" y="1063025"/>
                  </a:lnTo>
                  <a:close/>
                  <a:moveTo>
                    <a:pt x="788800" y="1846739"/>
                  </a:moveTo>
                  <a:lnTo>
                    <a:pt x="852548" y="1816466"/>
                  </a:lnTo>
                  <a:lnTo>
                    <a:pt x="845987" y="1808303"/>
                  </a:lnTo>
                  <a:close/>
                  <a:moveTo>
                    <a:pt x="9671" y="942374"/>
                  </a:moveTo>
                  <a:lnTo>
                    <a:pt x="57940" y="986152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9671" y="942374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29489" y="904990"/>
                  </a:lnTo>
                  <a:lnTo>
                    <a:pt x="9671" y="942374"/>
                  </a:lnTo>
                  <a:close/>
                  <a:moveTo>
                    <a:pt x="845987" y="1808303"/>
                  </a:moveTo>
                  <a:lnTo>
                    <a:pt x="852548" y="1816466"/>
                  </a:lnTo>
                  <a:lnTo>
                    <a:pt x="853584" y="1805686"/>
                  </a:lnTo>
                  <a:close/>
                  <a:moveTo>
                    <a:pt x="787873" y="1726088"/>
                  </a:moveTo>
                  <a:lnTo>
                    <a:pt x="853584" y="1805686"/>
                  </a:lnTo>
                  <a:lnTo>
                    <a:pt x="851478" y="1707306"/>
                  </a:lnTo>
                  <a:close/>
                  <a:moveTo>
                    <a:pt x="787873" y="1726088"/>
                  </a:moveTo>
                  <a:lnTo>
                    <a:pt x="845987" y="1808303"/>
                  </a:lnTo>
                  <a:lnTo>
                    <a:pt x="853584" y="1805686"/>
                  </a:lnTo>
                  <a:close/>
                  <a:moveTo>
                    <a:pt x="958475" y="1781003"/>
                  </a:moveTo>
                  <a:lnTo>
                    <a:pt x="852548" y="1816466"/>
                  </a:lnTo>
                  <a:lnTo>
                    <a:pt x="936915" y="1853242"/>
                  </a:lnTo>
                  <a:close/>
                  <a:moveTo>
                    <a:pt x="958475" y="1781003"/>
                  </a:moveTo>
                  <a:lnTo>
                    <a:pt x="853584" y="1805686"/>
                  </a:lnTo>
                  <a:lnTo>
                    <a:pt x="852548" y="1816466"/>
                  </a:lnTo>
                  <a:close/>
                  <a:moveTo>
                    <a:pt x="853584" y="1805686"/>
                  </a:moveTo>
                  <a:lnTo>
                    <a:pt x="958475" y="1781003"/>
                  </a:lnTo>
                  <a:lnTo>
                    <a:pt x="939398" y="1696420"/>
                  </a:lnTo>
                  <a:close/>
                  <a:moveTo>
                    <a:pt x="853584" y="1805686"/>
                  </a:moveTo>
                  <a:lnTo>
                    <a:pt x="939398" y="1696420"/>
                  </a:lnTo>
                  <a:lnTo>
                    <a:pt x="851478" y="1707306"/>
                  </a:lnTo>
                  <a:close/>
                  <a:moveTo>
                    <a:pt x="936915" y="1853242"/>
                  </a:moveTo>
                  <a:lnTo>
                    <a:pt x="995179" y="1769866"/>
                  </a:lnTo>
                  <a:lnTo>
                    <a:pt x="958475" y="1781003"/>
                  </a:lnTo>
                  <a:close/>
                  <a:moveTo>
                    <a:pt x="995179" y="1769866"/>
                  </a:moveTo>
                  <a:lnTo>
                    <a:pt x="1014675" y="1687651"/>
                  </a:lnTo>
                  <a:lnTo>
                    <a:pt x="958475" y="1781003"/>
                  </a:lnTo>
                  <a:close/>
                  <a:moveTo>
                    <a:pt x="1014675" y="1687651"/>
                  </a:moveTo>
                  <a:lnTo>
                    <a:pt x="939398" y="1696420"/>
                  </a:lnTo>
                  <a:lnTo>
                    <a:pt x="958475" y="1781003"/>
                  </a:lnTo>
                  <a:close/>
                  <a:moveTo>
                    <a:pt x="851478" y="1707306"/>
                  </a:moveTo>
                  <a:lnTo>
                    <a:pt x="939398" y="1696420"/>
                  </a:lnTo>
                  <a:lnTo>
                    <a:pt x="851163" y="1607470"/>
                  </a:lnTo>
                  <a:close/>
                  <a:moveTo>
                    <a:pt x="111818" y="782398"/>
                  </a:moveTo>
                  <a:lnTo>
                    <a:pt x="110146" y="784837"/>
                  </a:lnTo>
                  <a:lnTo>
                    <a:pt x="111241" y="783285"/>
                  </a:lnTo>
                  <a:close/>
                  <a:moveTo>
                    <a:pt x="111818" y="782398"/>
                  </a:moveTo>
                  <a:lnTo>
                    <a:pt x="117752" y="783285"/>
                  </a:lnTo>
                  <a:lnTo>
                    <a:pt x="110146" y="784837"/>
                  </a:lnTo>
                  <a:close/>
                  <a:moveTo>
                    <a:pt x="995179" y="1769866"/>
                  </a:moveTo>
                  <a:lnTo>
                    <a:pt x="985976" y="1758645"/>
                  </a:lnTo>
                  <a:lnTo>
                    <a:pt x="1014675" y="1687651"/>
                  </a:lnTo>
                  <a:close/>
                  <a:moveTo>
                    <a:pt x="209310" y="744849"/>
                  </a:moveTo>
                  <a:lnTo>
                    <a:pt x="207631" y="766175"/>
                  </a:lnTo>
                  <a:lnTo>
                    <a:pt x="194986" y="814694"/>
                  </a:lnTo>
                  <a:close/>
                  <a:moveTo>
                    <a:pt x="113548" y="782071"/>
                  </a:moveTo>
                  <a:lnTo>
                    <a:pt x="117752" y="783285"/>
                  </a:lnTo>
                  <a:lnTo>
                    <a:pt x="111818" y="782398"/>
                  </a:lnTo>
                  <a:close/>
                  <a:moveTo>
                    <a:pt x="1233573" y="1325697"/>
                  </a:moveTo>
                  <a:lnTo>
                    <a:pt x="1304825" y="1316812"/>
                  </a:lnTo>
                  <a:lnTo>
                    <a:pt x="1263255" y="1314630"/>
                  </a:lnTo>
                  <a:close/>
                  <a:moveTo>
                    <a:pt x="1263255" y="1314630"/>
                  </a:moveTo>
                  <a:lnTo>
                    <a:pt x="1304825" y="1316812"/>
                  </a:lnTo>
                  <a:lnTo>
                    <a:pt x="1381067" y="1323207"/>
                  </a:lnTo>
                  <a:close/>
                  <a:moveTo>
                    <a:pt x="1427409" y="1281273"/>
                  </a:moveTo>
                  <a:lnTo>
                    <a:pt x="1381067" y="1323207"/>
                  </a:lnTo>
                  <a:lnTo>
                    <a:pt x="1304825" y="1316812"/>
                  </a:lnTo>
                  <a:close/>
                  <a:moveTo>
                    <a:pt x="1381067" y="1323207"/>
                  </a:moveTo>
                  <a:lnTo>
                    <a:pt x="1427409" y="1281273"/>
                  </a:lnTo>
                  <a:lnTo>
                    <a:pt x="1387617" y="1287260"/>
                  </a:lnTo>
                  <a:close/>
                  <a:moveTo>
                    <a:pt x="1427409" y="1281273"/>
                  </a:moveTo>
                  <a:lnTo>
                    <a:pt x="1429985" y="1248823"/>
                  </a:lnTo>
                  <a:lnTo>
                    <a:pt x="1387617" y="1287260"/>
                  </a:lnTo>
                  <a:close/>
                  <a:moveTo>
                    <a:pt x="1387617" y="1287260"/>
                  </a:moveTo>
                  <a:lnTo>
                    <a:pt x="1429985" y="1248823"/>
                  </a:lnTo>
                  <a:lnTo>
                    <a:pt x="1367557" y="1272698"/>
                  </a:lnTo>
                  <a:close/>
                  <a:moveTo>
                    <a:pt x="1429985" y="1248823"/>
                  </a:moveTo>
                  <a:lnTo>
                    <a:pt x="1407398" y="1206452"/>
                  </a:lnTo>
                  <a:lnTo>
                    <a:pt x="1367557" y="1272698"/>
                  </a:lnTo>
                  <a:close/>
                  <a:moveTo>
                    <a:pt x="1386407" y="1166608"/>
                  </a:moveTo>
                  <a:lnTo>
                    <a:pt x="1367557" y="1272698"/>
                  </a:lnTo>
                  <a:lnTo>
                    <a:pt x="1407398" y="1206452"/>
                  </a:lnTo>
                  <a:close/>
                  <a:moveTo>
                    <a:pt x="1427409" y="1281273"/>
                  </a:moveTo>
                  <a:lnTo>
                    <a:pt x="1473817" y="1304131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42110" y="1292603"/>
                  </a:lnTo>
                  <a:lnTo>
                    <a:pt x="1501245" y="1210387"/>
                  </a:lnTo>
                  <a:close/>
                  <a:moveTo>
                    <a:pt x="1501245" y="1210387"/>
                  </a:moveTo>
                  <a:lnTo>
                    <a:pt x="1536165" y="1194032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36165" y="1194032"/>
                  </a:lnTo>
                  <a:lnTo>
                    <a:pt x="1405684" y="1159338"/>
                  </a:lnTo>
                  <a:close/>
                  <a:moveTo>
                    <a:pt x="1405684" y="1159338"/>
                  </a:moveTo>
                  <a:lnTo>
                    <a:pt x="1536165" y="1194032"/>
                  </a:lnTo>
                  <a:lnTo>
                    <a:pt x="1486225" y="1154452"/>
                  </a:lnTo>
                  <a:close/>
                  <a:moveTo>
                    <a:pt x="1429985" y="1248823"/>
                  </a:moveTo>
                  <a:lnTo>
                    <a:pt x="1405684" y="1159338"/>
                  </a:lnTo>
                  <a:lnTo>
                    <a:pt x="1407398" y="1206452"/>
                  </a:lnTo>
                  <a:close/>
                  <a:moveTo>
                    <a:pt x="1386407" y="1166608"/>
                  </a:moveTo>
                  <a:lnTo>
                    <a:pt x="1407398" y="1206452"/>
                  </a:lnTo>
                  <a:lnTo>
                    <a:pt x="1405684" y="1159338"/>
                  </a:lnTo>
                  <a:close/>
                  <a:moveTo>
                    <a:pt x="1543197" y="1005122"/>
                  </a:moveTo>
                  <a:lnTo>
                    <a:pt x="1542651" y="1008486"/>
                  </a:lnTo>
                  <a:lnTo>
                    <a:pt x="1542065" y="1007521"/>
                  </a:lnTo>
                  <a:close/>
                  <a:moveTo>
                    <a:pt x="1975347" y="1075824"/>
                  </a:moveTo>
                  <a:lnTo>
                    <a:pt x="1917080" y="1046542"/>
                  </a:lnTo>
                  <a:lnTo>
                    <a:pt x="1991970" y="1095078"/>
                  </a:lnTo>
                  <a:close/>
                  <a:moveTo>
                    <a:pt x="1935388" y="1012863"/>
                  </a:moveTo>
                  <a:lnTo>
                    <a:pt x="1917080" y="1046542"/>
                  </a:lnTo>
                  <a:lnTo>
                    <a:pt x="1975347" y="1075824"/>
                  </a:lnTo>
                  <a:close/>
                  <a:moveTo>
                    <a:pt x="2155458" y="1138856"/>
                  </a:moveTo>
                  <a:lnTo>
                    <a:pt x="2116300" y="1108966"/>
                  </a:lnTo>
                  <a:lnTo>
                    <a:pt x="2074753" y="1168828"/>
                  </a:lnTo>
                  <a:close/>
                  <a:moveTo>
                    <a:pt x="2116300" y="1108966"/>
                  </a:moveTo>
                  <a:lnTo>
                    <a:pt x="2063443" y="1056641"/>
                  </a:lnTo>
                  <a:lnTo>
                    <a:pt x="2074753" y="1168828"/>
                  </a:lnTo>
                  <a:close/>
                  <a:moveTo>
                    <a:pt x="1991970" y="1095078"/>
                  </a:moveTo>
                  <a:lnTo>
                    <a:pt x="2063443" y="1056641"/>
                  </a:lnTo>
                  <a:lnTo>
                    <a:pt x="1975347" y="1075824"/>
                  </a:lnTo>
                  <a:close/>
                  <a:moveTo>
                    <a:pt x="1538504" y="126766"/>
                  </a:moveTo>
                  <a:lnTo>
                    <a:pt x="1517338" y="113839"/>
                  </a:lnTo>
                  <a:lnTo>
                    <a:pt x="1414193" y="155848"/>
                  </a:lnTo>
                  <a:close/>
                  <a:moveTo>
                    <a:pt x="1648149" y="82480"/>
                  </a:moveTo>
                  <a:lnTo>
                    <a:pt x="1630275" y="191224"/>
                  </a:lnTo>
                  <a:lnTo>
                    <a:pt x="1710225" y="75402"/>
                  </a:lnTo>
                  <a:close/>
                  <a:moveTo>
                    <a:pt x="1517338" y="113839"/>
                  </a:moveTo>
                  <a:lnTo>
                    <a:pt x="1538504" y="126766"/>
                  </a:lnTo>
                  <a:lnTo>
                    <a:pt x="1546271" y="104714"/>
                  </a:lnTo>
                  <a:close/>
                  <a:moveTo>
                    <a:pt x="1648149" y="82480"/>
                  </a:moveTo>
                  <a:lnTo>
                    <a:pt x="1538504" y="126766"/>
                  </a:lnTo>
                  <a:lnTo>
                    <a:pt x="1630275" y="191224"/>
                  </a:lnTo>
                  <a:close/>
                  <a:moveTo>
                    <a:pt x="1648149" y="82480"/>
                  </a:moveTo>
                  <a:lnTo>
                    <a:pt x="1546271" y="104714"/>
                  </a:lnTo>
                  <a:lnTo>
                    <a:pt x="1538504" y="126766"/>
                  </a:lnTo>
                  <a:close/>
                  <a:moveTo>
                    <a:pt x="1546271" y="104714"/>
                  </a:moveTo>
                  <a:lnTo>
                    <a:pt x="1648149" y="82480"/>
                  </a:lnTo>
                  <a:lnTo>
                    <a:pt x="1605790" y="16825"/>
                  </a:lnTo>
                  <a:close/>
                  <a:moveTo>
                    <a:pt x="1648149" y="82480"/>
                  </a:moveTo>
                  <a:lnTo>
                    <a:pt x="1721809" y="39596"/>
                  </a:lnTo>
                  <a:lnTo>
                    <a:pt x="1686189" y="12054"/>
                  </a:lnTo>
                  <a:close/>
                  <a:moveTo>
                    <a:pt x="1648149" y="82480"/>
                  </a:moveTo>
                  <a:lnTo>
                    <a:pt x="1686189" y="12054"/>
                  </a:lnTo>
                  <a:lnTo>
                    <a:pt x="1605790" y="16825"/>
                  </a:lnTo>
                  <a:close/>
                  <a:moveTo>
                    <a:pt x="1721809" y="39596"/>
                  </a:moveTo>
                  <a:lnTo>
                    <a:pt x="1710225" y="75402"/>
                  </a:lnTo>
                  <a:lnTo>
                    <a:pt x="1694246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01" name="Candidate_density__2020">
              <a:extLst>
                <a:ext uri="{FF2B5EF4-FFF2-40B4-BE49-F238E27FC236}">
                  <a16:creationId xmlns:a16="http://schemas.microsoft.com/office/drawing/2014/main" id="{B1121335-9E4B-D908-CD47-16B22811434E}"/>
                </a:ext>
              </a:extLst>
            </p:cNvPr>
            <p:cNvSpPr>
              <a:spLocks noGrp="1"/>
            </p:cNvSpPr>
            <p:nvPr/>
          </p:nvSpPr>
          <p:spPr>
            <a:xfrm>
              <a:off x="4510083" y="3319737"/>
              <a:ext cx="2000766" cy="1684920"/>
            </a:xfrm>
            <a:custGeom>
              <a:avLst/>
              <a:gdLst/>
              <a:ahLst/>
              <a:cxnLst/>
              <a:rect l="0" t="0" r="0" b="0"/>
              <a:pathLst>
                <a:path w="2000766" h="1684920">
                  <a:moveTo>
                    <a:pt x="0" y="1104072"/>
                  </a:moveTo>
                  <a:lnTo>
                    <a:pt x="12057" y="1174364"/>
                  </a:lnTo>
                  <a:lnTo>
                    <a:pt x="64012" y="1153412"/>
                  </a:lnTo>
                  <a:close/>
                  <a:moveTo>
                    <a:pt x="592460" y="1558926"/>
                  </a:moveTo>
                  <a:lnTo>
                    <a:pt x="466811" y="1508704"/>
                  </a:lnTo>
                  <a:lnTo>
                    <a:pt x="506794" y="1515148"/>
                  </a:lnTo>
                  <a:close/>
                  <a:moveTo>
                    <a:pt x="592460" y="1558926"/>
                  </a:moveTo>
                  <a:lnTo>
                    <a:pt x="506794" y="1515148"/>
                  </a:lnTo>
                  <a:lnTo>
                    <a:pt x="501160" y="1597363"/>
                  </a:lnTo>
                  <a:close/>
                  <a:moveTo>
                    <a:pt x="466811" y="1508704"/>
                  </a:moveTo>
                  <a:lnTo>
                    <a:pt x="466385" y="1476711"/>
                  </a:lnTo>
                  <a:lnTo>
                    <a:pt x="454970" y="1500508"/>
                  </a:lnTo>
                  <a:close/>
                  <a:moveTo>
                    <a:pt x="227456" y="991985"/>
                  </a:moveTo>
                  <a:lnTo>
                    <a:pt x="117755" y="1075692"/>
                  </a:lnTo>
                  <a:lnTo>
                    <a:pt x="161409" y="1021857"/>
                  </a:lnTo>
                  <a:close/>
                  <a:moveTo>
                    <a:pt x="312407" y="1027199"/>
                  </a:moveTo>
                  <a:lnTo>
                    <a:pt x="334222" y="1112508"/>
                  </a:lnTo>
                  <a:lnTo>
                    <a:pt x="379353" y="1066042"/>
                  </a:lnTo>
                  <a:close/>
                  <a:moveTo>
                    <a:pt x="273187" y="1065635"/>
                  </a:moveTo>
                  <a:lnTo>
                    <a:pt x="312407" y="1027199"/>
                  </a:lnTo>
                  <a:lnTo>
                    <a:pt x="227456" y="991985"/>
                  </a:lnTo>
                  <a:close/>
                  <a:moveTo>
                    <a:pt x="312407" y="1027199"/>
                  </a:moveTo>
                  <a:lnTo>
                    <a:pt x="290168" y="1011251"/>
                  </a:lnTo>
                  <a:lnTo>
                    <a:pt x="227456" y="991985"/>
                  </a:lnTo>
                  <a:close/>
                  <a:moveTo>
                    <a:pt x="968044" y="1684920"/>
                  </a:moveTo>
                  <a:lnTo>
                    <a:pt x="1025551" y="1657696"/>
                  </a:lnTo>
                  <a:lnTo>
                    <a:pt x="903584" y="1632764"/>
                  </a:lnTo>
                  <a:close/>
                  <a:moveTo>
                    <a:pt x="903584" y="1632764"/>
                  </a:moveTo>
                  <a:lnTo>
                    <a:pt x="1025551" y="1657696"/>
                  </a:lnTo>
                  <a:lnTo>
                    <a:pt x="1037530" y="1639710"/>
                  </a:lnTo>
                  <a:close/>
                  <a:moveTo>
                    <a:pt x="903584" y="1632764"/>
                  </a:moveTo>
                  <a:lnTo>
                    <a:pt x="1037530" y="1639710"/>
                  </a:lnTo>
                  <a:lnTo>
                    <a:pt x="961787" y="1635173"/>
                  </a:lnTo>
                  <a:close/>
                  <a:moveTo>
                    <a:pt x="961787" y="1635173"/>
                  </a:moveTo>
                  <a:lnTo>
                    <a:pt x="833329" y="1602705"/>
                  </a:lnTo>
                  <a:lnTo>
                    <a:pt x="903584" y="1632764"/>
                  </a:lnTo>
                  <a:close/>
                  <a:moveTo>
                    <a:pt x="451929" y="920250"/>
                  </a:moveTo>
                  <a:lnTo>
                    <a:pt x="438406" y="831152"/>
                  </a:lnTo>
                  <a:lnTo>
                    <a:pt x="418383" y="906548"/>
                  </a:lnTo>
                  <a:close/>
                  <a:moveTo>
                    <a:pt x="1079779" y="1564268"/>
                  </a:moveTo>
                  <a:lnTo>
                    <a:pt x="1066846" y="1534112"/>
                  </a:lnTo>
                  <a:lnTo>
                    <a:pt x="1037530" y="1639710"/>
                  </a:lnTo>
                  <a:close/>
                  <a:moveTo>
                    <a:pt x="1079779" y="1564268"/>
                  </a:moveTo>
                  <a:lnTo>
                    <a:pt x="1074170" y="1525832"/>
                  </a:lnTo>
                  <a:lnTo>
                    <a:pt x="1066846" y="1534112"/>
                  </a:lnTo>
                  <a:close/>
                  <a:moveTo>
                    <a:pt x="1079779" y="1564268"/>
                  </a:moveTo>
                  <a:lnTo>
                    <a:pt x="1085439" y="1469416"/>
                  </a:lnTo>
                  <a:lnTo>
                    <a:pt x="1072673" y="1443617"/>
                  </a:lnTo>
                  <a:close/>
                  <a:moveTo>
                    <a:pt x="1079779" y="1564268"/>
                  </a:moveTo>
                  <a:lnTo>
                    <a:pt x="1072673" y="1443617"/>
                  </a:lnTo>
                  <a:lnTo>
                    <a:pt x="1074170" y="1525832"/>
                  </a:lnTo>
                  <a:close/>
                  <a:moveTo>
                    <a:pt x="747870" y="1201208"/>
                  </a:moveTo>
                  <a:lnTo>
                    <a:pt x="714033" y="1266178"/>
                  </a:lnTo>
                  <a:lnTo>
                    <a:pt x="738058" y="1235408"/>
                  </a:lnTo>
                  <a:close/>
                  <a:moveTo>
                    <a:pt x="713949" y="1128693"/>
                  </a:moveTo>
                  <a:lnTo>
                    <a:pt x="738058" y="1235408"/>
                  </a:lnTo>
                  <a:lnTo>
                    <a:pt x="735268" y="1153192"/>
                  </a:lnTo>
                  <a:close/>
                  <a:moveTo>
                    <a:pt x="713949" y="1128693"/>
                  </a:moveTo>
                  <a:lnTo>
                    <a:pt x="747870" y="1201208"/>
                  </a:lnTo>
                  <a:lnTo>
                    <a:pt x="738058" y="1235408"/>
                  </a:lnTo>
                  <a:close/>
                  <a:moveTo>
                    <a:pt x="634465" y="868111"/>
                  </a:moveTo>
                  <a:lnTo>
                    <a:pt x="626431" y="938651"/>
                  </a:lnTo>
                  <a:lnTo>
                    <a:pt x="670390" y="887802"/>
                  </a:lnTo>
                  <a:close/>
                  <a:moveTo>
                    <a:pt x="581442" y="833899"/>
                  </a:moveTo>
                  <a:lnTo>
                    <a:pt x="538230" y="810589"/>
                  </a:lnTo>
                  <a:lnTo>
                    <a:pt x="634465" y="868111"/>
                  </a:lnTo>
                  <a:close/>
                  <a:moveTo>
                    <a:pt x="501805" y="785896"/>
                  </a:moveTo>
                  <a:lnTo>
                    <a:pt x="538230" y="810589"/>
                  </a:lnTo>
                  <a:lnTo>
                    <a:pt x="581442" y="833899"/>
                  </a:lnTo>
                  <a:close/>
                  <a:moveTo>
                    <a:pt x="501805" y="785896"/>
                  </a:moveTo>
                  <a:lnTo>
                    <a:pt x="502242" y="739754"/>
                  </a:lnTo>
                  <a:lnTo>
                    <a:pt x="538230" y="810589"/>
                  </a:lnTo>
                  <a:close/>
                  <a:moveTo>
                    <a:pt x="1032942" y="1351410"/>
                  </a:moveTo>
                  <a:lnTo>
                    <a:pt x="1003303" y="1296536"/>
                  </a:lnTo>
                  <a:lnTo>
                    <a:pt x="956002" y="1253277"/>
                  </a:lnTo>
                  <a:close/>
                  <a:moveTo>
                    <a:pt x="916238" y="1034473"/>
                  </a:moveTo>
                  <a:lnTo>
                    <a:pt x="871402" y="1082037"/>
                  </a:lnTo>
                  <a:lnTo>
                    <a:pt x="981529" y="999926"/>
                  </a:lnTo>
                  <a:close/>
                  <a:moveTo>
                    <a:pt x="634465" y="868111"/>
                  </a:moveTo>
                  <a:lnTo>
                    <a:pt x="708422" y="933002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08422" y="933002"/>
                  </a:lnTo>
                  <a:lnTo>
                    <a:pt x="634465" y="868111"/>
                  </a:lnTo>
                  <a:close/>
                  <a:moveTo>
                    <a:pt x="581442" y="833899"/>
                  </a:moveTo>
                  <a:lnTo>
                    <a:pt x="634465" y="868111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52775" y="917166"/>
                  </a:lnTo>
                  <a:lnTo>
                    <a:pt x="708422" y="933002"/>
                  </a:lnTo>
                  <a:close/>
                  <a:moveTo>
                    <a:pt x="752775" y="917166"/>
                  </a:moveTo>
                  <a:lnTo>
                    <a:pt x="765146" y="947479"/>
                  </a:lnTo>
                  <a:lnTo>
                    <a:pt x="708422" y="933002"/>
                  </a:lnTo>
                  <a:close/>
                  <a:moveTo>
                    <a:pt x="827675" y="982004"/>
                  </a:moveTo>
                  <a:lnTo>
                    <a:pt x="708422" y="933002"/>
                  </a:lnTo>
                  <a:lnTo>
                    <a:pt x="765146" y="947479"/>
                  </a:lnTo>
                  <a:close/>
                  <a:moveTo>
                    <a:pt x="997600" y="979774"/>
                  </a:moveTo>
                  <a:lnTo>
                    <a:pt x="941597" y="964711"/>
                  </a:lnTo>
                  <a:lnTo>
                    <a:pt x="916238" y="1034473"/>
                  </a:lnTo>
                  <a:close/>
                  <a:moveTo>
                    <a:pt x="941597" y="964711"/>
                  </a:moveTo>
                  <a:lnTo>
                    <a:pt x="997600" y="979774"/>
                  </a:lnTo>
                  <a:lnTo>
                    <a:pt x="919239" y="882795"/>
                  </a:lnTo>
                  <a:close/>
                  <a:moveTo>
                    <a:pt x="919239" y="882795"/>
                  </a:moveTo>
                  <a:lnTo>
                    <a:pt x="880424" y="814259"/>
                  </a:lnTo>
                  <a:lnTo>
                    <a:pt x="893612" y="873453"/>
                  </a:lnTo>
                  <a:close/>
                  <a:moveTo>
                    <a:pt x="1509060" y="1427240"/>
                  </a:moveTo>
                  <a:lnTo>
                    <a:pt x="1544498" y="1438669"/>
                  </a:lnTo>
                  <a:lnTo>
                    <a:pt x="1514415" y="1410523"/>
                  </a:lnTo>
                  <a:close/>
                  <a:moveTo>
                    <a:pt x="1536937" y="1344724"/>
                  </a:moveTo>
                  <a:lnTo>
                    <a:pt x="1505358" y="1328307"/>
                  </a:lnTo>
                  <a:lnTo>
                    <a:pt x="1514415" y="1410523"/>
                  </a:lnTo>
                  <a:close/>
                  <a:moveTo>
                    <a:pt x="1361220" y="1166210"/>
                  </a:moveTo>
                  <a:lnTo>
                    <a:pt x="1355923" y="1163877"/>
                  </a:lnTo>
                  <a:lnTo>
                    <a:pt x="1300791" y="1205876"/>
                  </a:lnTo>
                  <a:close/>
                  <a:moveTo>
                    <a:pt x="1359218" y="1145665"/>
                  </a:moveTo>
                  <a:lnTo>
                    <a:pt x="1361220" y="1166210"/>
                  </a:lnTo>
                  <a:lnTo>
                    <a:pt x="1366820" y="1081662"/>
                  </a:lnTo>
                  <a:close/>
                  <a:moveTo>
                    <a:pt x="1355923" y="1163877"/>
                  </a:moveTo>
                  <a:lnTo>
                    <a:pt x="1361220" y="1166210"/>
                  </a:lnTo>
                  <a:lnTo>
                    <a:pt x="1359218" y="1145665"/>
                  </a:lnTo>
                  <a:close/>
                  <a:moveTo>
                    <a:pt x="1505358" y="1328307"/>
                  </a:moveTo>
                  <a:lnTo>
                    <a:pt x="1478225" y="1311952"/>
                  </a:lnTo>
                  <a:lnTo>
                    <a:pt x="1573147" y="1315286"/>
                  </a:lnTo>
                  <a:close/>
                  <a:moveTo>
                    <a:pt x="1355569" y="1070711"/>
                  </a:moveTo>
                  <a:lnTo>
                    <a:pt x="1355923" y="1163877"/>
                  </a:lnTo>
                  <a:lnTo>
                    <a:pt x="1359218" y="1145665"/>
                  </a:lnTo>
                  <a:close/>
                  <a:moveTo>
                    <a:pt x="1310038" y="1147228"/>
                  </a:moveTo>
                  <a:lnTo>
                    <a:pt x="1355923" y="1163877"/>
                  </a:lnTo>
                  <a:lnTo>
                    <a:pt x="1355569" y="1070711"/>
                  </a:lnTo>
                  <a:close/>
                  <a:moveTo>
                    <a:pt x="1716758" y="1159032"/>
                  </a:moveTo>
                  <a:lnTo>
                    <a:pt x="1759218" y="1251434"/>
                  </a:lnTo>
                  <a:lnTo>
                    <a:pt x="1732790" y="1169219"/>
                  </a:lnTo>
                  <a:close/>
                  <a:moveTo>
                    <a:pt x="1727391" y="1050295"/>
                  </a:moveTo>
                  <a:lnTo>
                    <a:pt x="1732790" y="1169219"/>
                  </a:lnTo>
                  <a:lnTo>
                    <a:pt x="1725319" y="1087004"/>
                  </a:lnTo>
                  <a:close/>
                  <a:moveTo>
                    <a:pt x="1855401" y="763486"/>
                  </a:moveTo>
                  <a:lnTo>
                    <a:pt x="1847791" y="781713"/>
                  </a:lnTo>
                  <a:lnTo>
                    <a:pt x="1798564" y="812866"/>
                  </a:lnTo>
                  <a:close/>
                  <a:moveTo>
                    <a:pt x="1651565" y="326717"/>
                  </a:moveTo>
                  <a:lnTo>
                    <a:pt x="1599857" y="313974"/>
                  </a:lnTo>
                  <a:lnTo>
                    <a:pt x="1535058" y="384975"/>
                  </a:lnTo>
                  <a:close/>
                  <a:moveTo>
                    <a:pt x="1894174" y="642834"/>
                  </a:moveTo>
                  <a:lnTo>
                    <a:pt x="2000766" y="609454"/>
                  </a:lnTo>
                  <a:lnTo>
                    <a:pt x="1927042" y="522183"/>
                  </a:lnTo>
                  <a:close/>
                  <a:moveTo>
                    <a:pt x="1704320" y="308757"/>
                  </a:moveTo>
                  <a:lnTo>
                    <a:pt x="1694966" y="313974"/>
                  </a:lnTo>
                  <a:lnTo>
                    <a:pt x="1751486" y="390654"/>
                  </a:lnTo>
                  <a:close/>
                  <a:moveTo>
                    <a:pt x="1920356" y="213865"/>
                  </a:moveTo>
                  <a:lnTo>
                    <a:pt x="1939084" y="298731"/>
                  </a:lnTo>
                  <a:lnTo>
                    <a:pt x="1934414" y="319316"/>
                  </a:lnTo>
                  <a:close/>
                  <a:moveTo>
                    <a:pt x="1898692" y="31294"/>
                  </a:moveTo>
                  <a:lnTo>
                    <a:pt x="1949580" y="116449"/>
                  </a:lnTo>
                  <a:lnTo>
                    <a:pt x="1908180" y="34235"/>
                  </a:lnTo>
                  <a:close/>
                  <a:moveTo>
                    <a:pt x="1898692" y="31294"/>
                  </a:moveTo>
                  <a:lnTo>
                    <a:pt x="1935903" y="101134"/>
                  </a:lnTo>
                  <a:lnTo>
                    <a:pt x="1949580" y="116449"/>
                  </a:lnTo>
                  <a:close/>
                  <a:moveTo>
                    <a:pt x="1862654" y="0"/>
                  </a:moveTo>
                  <a:lnTo>
                    <a:pt x="1935903" y="101134"/>
                  </a:lnTo>
                  <a:lnTo>
                    <a:pt x="1898692" y="3129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02" name="Candidate_density__2021">
              <a:extLst>
                <a:ext uri="{FF2B5EF4-FFF2-40B4-BE49-F238E27FC236}">
                  <a16:creationId xmlns:a16="http://schemas.microsoft.com/office/drawing/2014/main" id="{5020B3B8-37DC-435F-5C42-440E98BFA3EA}"/>
                </a:ext>
              </a:extLst>
            </p:cNvPr>
            <p:cNvSpPr>
              <a:spLocks noGrp="1"/>
            </p:cNvSpPr>
            <p:nvPr/>
          </p:nvSpPr>
          <p:spPr>
            <a:xfrm>
              <a:off x="4485346" y="3433909"/>
              <a:ext cx="2106526" cy="1839703"/>
            </a:xfrm>
            <a:custGeom>
              <a:avLst/>
              <a:gdLst/>
              <a:ahLst/>
              <a:cxnLst/>
              <a:rect l="0" t="0" r="0" b="0"/>
              <a:pathLst>
                <a:path w="2106526" h="1839703">
                  <a:moveTo>
                    <a:pt x="24737" y="989899"/>
                  </a:moveTo>
                  <a:lnTo>
                    <a:pt x="0" y="1028336"/>
                  </a:lnTo>
                  <a:lnTo>
                    <a:pt x="36794" y="1060191"/>
                  </a:lnTo>
                  <a:close/>
                  <a:moveTo>
                    <a:pt x="597620" y="1565405"/>
                  </a:moveTo>
                  <a:lnTo>
                    <a:pt x="553915" y="1504512"/>
                  </a:lnTo>
                  <a:lnTo>
                    <a:pt x="598694" y="1568200"/>
                  </a:lnTo>
                  <a:close/>
                  <a:moveTo>
                    <a:pt x="597620" y="1565405"/>
                  </a:moveTo>
                  <a:lnTo>
                    <a:pt x="525897" y="1483190"/>
                  </a:lnTo>
                  <a:lnTo>
                    <a:pt x="553915" y="1504512"/>
                  </a:lnTo>
                  <a:close/>
                  <a:moveTo>
                    <a:pt x="728204" y="1526969"/>
                  </a:moveTo>
                  <a:lnTo>
                    <a:pt x="724879" y="1530479"/>
                  </a:lnTo>
                  <a:lnTo>
                    <a:pt x="782690" y="1539799"/>
                  </a:lnTo>
                  <a:close/>
                  <a:moveTo>
                    <a:pt x="782690" y="1539799"/>
                  </a:moveTo>
                  <a:lnTo>
                    <a:pt x="724879" y="1530479"/>
                  </a:lnTo>
                  <a:lnTo>
                    <a:pt x="711523" y="1637156"/>
                  </a:lnTo>
                  <a:close/>
                  <a:moveTo>
                    <a:pt x="782690" y="1539799"/>
                  </a:moveTo>
                  <a:lnTo>
                    <a:pt x="711523" y="1637156"/>
                  </a:lnTo>
                  <a:lnTo>
                    <a:pt x="817960" y="1611217"/>
                  </a:lnTo>
                  <a:close/>
                  <a:moveTo>
                    <a:pt x="525897" y="1483190"/>
                  </a:moveTo>
                  <a:lnTo>
                    <a:pt x="597620" y="1565405"/>
                  </a:lnTo>
                  <a:lnTo>
                    <a:pt x="617197" y="1444753"/>
                  </a:lnTo>
                  <a:close/>
                  <a:moveTo>
                    <a:pt x="668955" y="1444753"/>
                  </a:moveTo>
                  <a:lnTo>
                    <a:pt x="628466" y="1448661"/>
                  </a:lnTo>
                  <a:lnTo>
                    <a:pt x="699493" y="1446752"/>
                  </a:lnTo>
                  <a:close/>
                  <a:moveTo>
                    <a:pt x="699493" y="1446752"/>
                  </a:moveTo>
                  <a:lnTo>
                    <a:pt x="628466" y="1448661"/>
                  </a:lnTo>
                  <a:lnTo>
                    <a:pt x="607534" y="1561013"/>
                  </a:lnTo>
                  <a:close/>
                  <a:moveTo>
                    <a:pt x="720241" y="1526969"/>
                  </a:moveTo>
                  <a:lnTo>
                    <a:pt x="711439" y="1480224"/>
                  </a:lnTo>
                  <a:lnTo>
                    <a:pt x="699493" y="1446752"/>
                  </a:lnTo>
                  <a:close/>
                  <a:moveTo>
                    <a:pt x="607534" y="1561013"/>
                  </a:moveTo>
                  <a:lnTo>
                    <a:pt x="720241" y="1526969"/>
                  </a:lnTo>
                  <a:lnTo>
                    <a:pt x="699493" y="1446752"/>
                  </a:lnTo>
                  <a:close/>
                  <a:moveTo>
                    <a:pt x="711439" y="1480224"/>
                  </a:moveTo>
                  <a:lnTo>
                    <a:pt x="728204" y="1526969"/>
                  </a:lnTo>
                  <a:lnTo>
                    <a:pt x="699493" y="1446752"/>
                  </a:lnTo>
                  <a:close/>
                  <a:moveTo>
                    <a:pt x="728204" y="1526969"/>
                  </a:moveTo>
                  <a:lnTo>
                    <a:pt x="782690" y="1539799"/>
                  </a:lnTo>
                  <a:lnTo>
                    <a:pt x="699493" y="1446752"/>
                  </a:lnTo>
                  <a:close/>
                  <a:moveTo>
                    <a:pt x="545983" y="1418926"/>
                  </a:moveTo>
                  <a:lnTo>
                    <a:pt x="491548" y="1394532"/>
                  </a:lnTo>
                  <a:lnTo>
                    <a:pt x="617197" y="1444753"/>
                  </a:lnTo>
                  <a:close/>
                  <a:moveTo>
                    <a:pt x="252193" y="877812"/>
                  </a:moveTo>
                  <a:lnTo>
                    <a:pt x="229705" y="885668"/>
                  </a:lnTo>
                  <a:lnTo>
                    <a:pt x="297924" y="951463"/>
                  </a:lnTo>
                  <a:close/>
                  <a:moveTo>
                    <a:pt x="952773" y="1762392"/>
                  </a:moveTo>
                  <a:lnTo>
                    <a:pt x="1055326" y="1839703"/>
                  </a:lnTo>
                  <a:lnTo>
                    <a:pt x="1032771" y="1817393"/>
                  </a:lnTo>
                  <a:close/>
                  <a:moveTo>
                    <a:pt x="1030363" y="1836656"/>
                  </a:moveTo>
                  <a:lnTo>
                    <a:pt x="1055326" y="1839703"/>
                  </a:lnTo>
                  <a:lnTo>
                    <a:pt x="961976" y="1773614"/>
                  </a:lnTo>
                  <a:close/>
                  <a:moveTo>
                    <a:pt x="618459" y="1351947"/>
                  </a:moveTo>
                  <a:lnTo>
                    <a:pt x="628322" y="1444020"/>
                  </a:lnTo>
                  <a:lnTo>
                    <a:pt x="668955" y="1444753"/>
                  </a:lnTo>
                  <a:close/>
                  <a:moveTo>
                    <a:pt x="358959" y="998335"/>
                  </a:moveTo>
                  <a:lnTo>
                    <a:pt x="488083" y="987246"/>
                  </a:lnTo>
                  <a:lnTo>
                    <a:pt x="404090" y="951869"/>
                  </a:lnTo>
                  <a:close/>
                  <a:moveTo>
                    <a:pt x="524582" y="927807"/>
                  </a:moveTo>
                  <a:lnTo>
                    <a:pt x="488083" y="987246"/>
                  </a:lnTo>
                  <a:lnTo>
                    <a:pt x="482767" y="1001302"/>
                  </a:lnTo>
                  <a:close/>
                  <a:moveTo>
                    <a:pt x="337144" y="913026"/>
                  </a:moveTo>
                  <a:lnTo>
                    <a:pt x="297924" y="951463"/>
                  </a:lnTo>
                  <a:lnTo>
                    <a:pt x="358959" y="998335"/>
                  </a:lnTo>
                  <a:close/>
                  <a:moveTo>
                    <a:pt x="488083" y="987246"/>
                  </a:moveTo>
                  <a:lnTo>
                    <a:pt x="513604" y="913026"/>
                  </a:lnTo>
                  <a:lnTo>
                    <a:pt x="510005" y="879065"/>
                  </a:lnTo>
                  <a:close/>
                  <a:moveTo>
                    <a:pt x="517424" y="881746"/>
                  </a:moveTo>
                  <a:lnTo>
                    <a:pt x="551375" y="945227"/>
                  </a:lnTo>
                  <a:lnTo>
                    <a:pt x="493639" y="992462"/>
                  </a:lnTo>
                  <a:close/>
                  <a:moveTo>
                    <a:pt x="404090" y="951869"/>
                  </a:moveTo>
                  <a:lnTo>
                    <a:pt x="488083" y="987246"/>
                  </a:lnTo>
                  <a:lnTo>
                    <a:pt x="480973" y="874590"/>
                  </a:lnTo>
                  <a:close/>
                  <a:moveTo>
                    <a:pt x="480973" y="874590"/>
                  </a:moveTo>
                  <a:lnTo>
                    <a:pt x="488083" y="987246"/>
                  </a:lnTo>
                  <a:lnTo>
                    <a:pt x="510005" y="879065"/>
                  </a:lnTo>
                  <a:close/>
                  <a:moveTo>
                    <a:pt x="476666" y="806078"/>
                  </a:moveTo>
                  <a:lnTo>
                    <a:pt x="510005" y="879065"/>
                  </a:lnTo>
                  <a:lnTo>
                    <a:pt x="513604" y="913026"/>
                  </a:lnTo>
                  <a:close/>
                  <a:moveTo>
                    <a:pt x="510005" y="879065"/>
                  </a:moveTo>
                  <a:lnTo>
                    <a:pt x="476666" y="806078"/>
                  </a:lnTo>
                  <a:lnTo>
                    <a:pt x="480973" y="874590"/>
                  </a:lnTo>
                  <a:close/>
                  <a:moveTo>
                    <a:pt x="476666" y="806078"/>
                  </a:moveTo>
                  <a:lnTo>
                    <a:pt x="443120" y="792375"/>
                  </a:lnTo>
                  <a:lnTo>
                    <a:pt x="480973" y="874590"/>
                  </a:lnTo>
                  <a:close/>
                  <a:moveTo>
                    <a:pt x="1195396" y="1411659"/>
                  </a:moveTo>
                  <a:lnTo>
                    <a:pt x="1176277" y="1450096"/>
                  </a:lnTo>
                  <a:lnTo>
                    <a:pt x="1234344" y="1493874"/>
                  </a:lnTo>
                  <a:close/>
                  <a:moveTo>
                    <a:pt x="1100512" y="1263007"/>
                  </a:moveTo>
                  <a:lnTo>
                    <a:pt x="1063215" y="1247229"/>
                  </a:lnTo>
                  <a:lnTo>
                    <a:pt x="1097410" y="1329444"/>
                  </a:lnTo>
                  <a:close/>
                  <a:moveTo>
                    <a:pt x="1028040" y="1182363"/>
                  </a:moveTo>
                  <a:lnTo>
                    <a:pt x="1063215" y="1247229"/>
                  </a:lnTo>
                  <a:lnTo>
                    <a:pt x="1020848" y="1167088"/>
                  </a:lnTo>
                  <a:close/>
                  <a:moveTo>
                    <a:pt x="1020848" y="1167088"/>
                  </a:moveTo>
                  <a:lnTo>
                    <a:pt x="1063215" y="1247229"/>
                  </a:lnTo>
                  <a:lnTo>
                    <a:pt x="1100512" y="1263007"/>
                  </a:lnTo>
                  <a:close/>
                  <a:moveTo>
                    <a:pt x="1028040" y="1182363"/>
                  </a:moveTo>
                  <a:lnTo>
                    <a:pt x="1020848" y="1167088"/>
                  </a:lnTo>
                  <a:lnTo>
                    <a:pt x="1019315" y="1165014"/>
                  </a:lnTo>
                  <a:close/>
                  <a:moveTo>
                    <a:pt x="486400" y="589508"/>
                  </a:moveTo>
                  <a:lnTo>
                    <a:pt x="487286" y="671723"/>
                  </a:lnTo>
                  <a:lnTo>
                    <a:pt x="438351" y="627945"/>
                  </a:lnTo>
                  <a:close/>
                  <a:moveTo>
                    <a:pt x="526542" y="671723"/>
                  </a:moveTo>
                  <a:lnTo>
                    <a:pt x="500687" y="589508"/>
                  </a:lnTo>
                  <a:lnTo>
                    <a:pt x="526979" y="625582"/>
                  </a:lnTo>
                  <a:close/>
                  <a:moveTo>
                    <a:pt x="1095348" y="1306705"/>
                  </a:moveTo>
                  <a:lnTo>
                    <a:pt x="1098907" y="1411659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97410" y="1329444"/>
                  </a:lnTo>
                  <a:lnTo>
                    <a:pt x="1063215" y="1247229"/>
                  </a:lnTo>
                  <a:close/>
                  <a:moveTo>
                    <a:pt x="1057679" y="1237237"/>
                  </a:moveTo>
                  <a:lnTo>
                    <a:pt x="1095348" y="1306705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63215" y="1247229"/>
                  </a:lnTo>
                  <a:lnTo>
                    <a:pt x="1028040" y="1182363"/>
                  </a:lnTo>
                  <a:close/>
                  <a:moveTo>
                    <a:pt x="869628" y="879932"/>
                  </a:moveTo>
                  <a:lnTo>
                    <a:pt x="896138" y="967864"/>
                  </a:lnTo>
                  <a:lnTo>
                    <a:pt x="940975" y="920300"/>
                  </a:lnTo>
                  <a:close/>
                  <a:moveTo>
                    <a:pt x="869628" y="879932"/>
                  </a:moveTo>
                  <a:lnTo>
                    <a:pt x="830529" y="918369"/>
                  </a:lnTo>
                  <a:lnTo>
                    <a:pt x="896138" y="967864"/>
                  </a:lnTo>
                  <a:close/>
                  <a:moveTo>
                    <a:pt x="852412" y="867831"/>
                  </a:moveTo>
                  <a:lnTo>
                    <a:pt x="789883" y="833306"/>
                  </a:lnTo>
                  <a:lnTo>
                    <a:pt x="869628" y="879932"/>
                  </a:lnTo>
                  <a:close/>
                  <a:moveTo>
                    <a:pt x="869628" y="879932"/>
                  </a:moveTo>
                  <a:lnTo>
                    <a:pt x="789883" y="833306"/>
                  </a:lnTo>
                  <a:lnTo>
                    <a:pt x="794237" y="836154"/>
                  </a:lnTo>
                  <a:close/>
                  <a:moveTo>
                    <a:pt x="869628" y="879932"/>
                  </a:moveTo>
                  <a:lnTo>
                    <a:pt x="794237" y="836154"/>
                  </a:lnTo>
                  <a:lnTo>
                    <a:pt x="830529" y="918369"/>
                  </a:lnTo>
                  <a:close/>
                  <a:moveTo>
                    <a:pt x="869628" y="879932"/>
                  </a:moveTo>
                  <a:lnTo>
                    <a:pt x="940975" y="920300"/>
                  </a:lnTo>
                  <a:lnTo>
                    <a:pt x="966334" y="850538"/>
                  </a:lnTo>
                  <a:close/>
                  <a:moveTo>
                    <a:pt x="943976" y="768623"/>
                  </a:moveTo>
                  <a:lnTo>
                    <a:pt x="869628" y="879932"/>
                  </a:lnTo>
                  <a:lnTo>
                    <a:pt x="966334" y="850538"/>
                  </a:lnTo>
                  <a:close/>
                  <a:moveTo>
                    <a:pt x="1453022" y="1158199"/>
                  </a:moveTo>
                  <a:lnTo>
                    <a:pt x="1530095" y="1214135"/>
                  </a:lnTo>
                  <a:lnTo>
                    <a:pt x="1561674" y="1230551"/>
                  </a:lnTo>
                  <a:close/>
                  <a:moveTo>
                    <a:pt x="1276035" y="1121858"/>
                  </a:moveTo>
                  <a:lnTo>
                    <a:pt x="1353204" y="1170356"/>
                  </a:lnTo>
                  <a:lnTo>
                    <a:pt x="1325528" y="1091703"/>
                  </a:lnTo>
                  <a:close/>
                  <a:moveTo>
                    <a:pt x="1325528" y="1091703"/>
                  </a:moveTo>
                  <a:lnTo>
                    <a:pt x="1353204" y="1170356"/>
                  </a:lnTo>
                  <a:lnTo>
                    <a:pt x="1385957" y="1052038"/>
                  </a:lnTo>
                  <a:close/>
                  <a:moveTo>
                    <a:pt x="1372481" y="1163086"/>
                  </a:moveTo>
                  <a:lnTo>
                    <a:pt x="1435961" y="1071977"/>
                  </a:lnTo>
                  <a:lnTo>
                    <a:pt x="1385957" y="1052038"/>
                  </a:lnTo>
                  <a:close/>
                  <a:moveTo>
                    <a:pt x="1285622" y="1049705"/>
                  </a:moveTo>
                  <a:lnTo>
                    <a:pt x="1175321" y="1002004"/>
                  </a:lnTo>
                  <a:lnTo>
                    <a:pt x="1175313" y="1005926"/>
                  </a:lnTo>
                  <a:close/>
                  <a:moveTo>
                    <a:pt x="1149293" y="926648"/>
                  </a:moveTo>
                  <a:lnTo>
                    <a:pt x="1175313" y="1005926"/>
                  </a:lnTo>
                  <a:lnTo>
                    <a:pt x="1175321" y="1002004"/>
                  </a:lnTo>
                  <a:close/>
                  <a:moveTo>
                    <a:pt x="1179771" y="967489"/>
                  </a:moveTo>
                  <a:lnTo>
                    <a:pt x="1149293" y="926648"/>
                  </a:lnTo>
                  <a:lnTo>
                    <a:pt x="1175321" y="1002004"/>
                  </a:lnTo>
                  <a:close/>
                  <a:moveTo>
                    <a:pt x="1530095" y="1214135"/>
                  </a:moveTo>
                  <a:lnTo>
                    <a:pt x="1534268" y="1292331"/>
                  </a:lnTo>
                  <a:lnTo>
                    <a:pt x="1539152" y="1296350"/>
                  </a:lnTo>
                  <a:close/>
                  <a:moveTo>
                    <a:pt x="1644978" y="1234897"/>
                  </a:moveTo>
                  <a:lnTo>
                    <a:pt x="1534268" y="1292331"/>
                  </a:lnTo>
                  <a:lnTo>
                    <a:pt x="1530095" y="1214135"/>
                  </a:lnTo>
                  <a:close/>
                  <a:moveTo>
                    <a:pt x="2056204" y="1181040"/>
                  </a:moveTo>
                  <a:lnTo>
                    <a:pt x="2041550" y="1172575"/>
                  </a:lnTo>
                  <a:lnTo>
                    <a:pt x="1991827" y="1201872"/>
                  </a:lnTo>
                  <a:close/>
                  <a:moveTo>
                    <a:pt x="1752128" y="936123"/>
                  </a:moveTo>
                  <a:lnTo>
                    <a:pt x="1741495" y="1044860"/>
                  </a:lnTo>
                  <a:lnTo>
                    <a:pt x="1757527" y="1055047"/>
                  </a:lnTo>
                  <a:close/>
                  <a:moveTo>
                    <a:pt x="1718400" y="852180"/>
                  </a:moveTo>
                  <a:lnTo>
                    <a:pt x="1661198" y="808401"/>
                  </a:lnTo>
                  <a:lnTo>
                    <a:pt x="1690863" y="769964"/>
                  </a:lnTo>
                  <a:close/>
                  <a:moveTo>
                    <a:pt x="1902185" y="1016610"/>
                  </a:moveTo>
                  <a:lnTo>
                    <a:pt x="1886450" y="987606"/>
                  </a:lnTo>
                  <a:lnTo>
                    <a:pt x="1843022" y="922820"/>
                  </a:lnTo>
                  <a:close/>
                  <a:moveTo>
                    <a:pt x="1755218" y="769964"/>
                  </a:moveTo>
                  <a:lnTo>
                    <a:pt x="1791626" y="795467"/>
                  </a:lnTo>
                  <a:lnTo>
                    <a:pt x="1800310" y="757360"/>
                  </a:lnTo>
                  <a:close/>
                  <a:moveTo>
                    <a:pt x="1698936" y="687749"/>
                  </a:moveTo>
                  <a:lnTo>
                    <a:pt x="1755218" y="769964"/>
                  </a:lnTo>
                  <a:lnTo>
                    <a:pt x="1761189" y="649313"/>
                  </a:lnTo>
                  <a:close/>
                  <a:moveTo>
                    <a:pt x="1880049" y="653033"/>
                  </a:moveTo>
                  <a:lnTo>
                    <a:pt x="1823301" y="698693"/>
                  </a:lnTo>
                  <a:lnTo>
                    <a:pt x="1800310" y="757360"/>
                  </a:lnTo>
                  <a:close/>
                  <a:moveTo>
                    <a:pt x="1792264" y="582647"/>
                  </a:moveTo>
                  <a:lnTo>
                    <a:pt x="1698936" y="687749"/>
                  </a:lnTo>
                  <a:lnTo>
                    <a:pt x="1761189" y="649313"/>
                  </a:lnTo>
                  <a:close/>
                  <a:moveTo>
                    <a:pt x="2106526" y="1029964"/>
                  </a:moveTo>
                  <a:lnTo>
                    <a:pt x="2103922" y="978173"/>
                  </a:lnTo>
                  <a:lnTo>
                    <a:pt x="2079618" y="951747"/>
                  </a:lnTo>
                  <a:close/>
                  <a:moveTo>
                    <a:pt x="1766800" y="528662"/>
                  </a:moveTo>
                  <a:lnTo>
                    <a:pt x="1798351" y="558768"/>
                  </a:lnTo>
                  <a:lnTo>
                    <a:pt x="1761189" y="649313"/>
                  </a:lnTo>
                  <a:close/>
                  <a:moveTo>
                    <a:pt x="1490111" y="238238"/>
                  </a:moveTo>
                  <a:lnTo>
                    <a:pt x="1559795" y="270802"/>
                  </a:lnTo>
                  <a:lnTo>
                    <a:pt x="1592990" y="204169"/>
                  </a:lnTo>
                  <a:close/>
                  <a:moveTo>
                    <a:pt x="1559795" y="270802"/>
                  </a:moveTo>
                  <a:lnTo>
                    <a:pt x="1624594" y="199801"/>
                  </a:lnTo>
                  <a:lnTo>
                    <a:pt x="1592990" y="204169"/>
                  </a:lnTo>
                  <a:close/>
                  <a:moveTo>
                    <a:pt x="1592990" y="204169"/>
                  </a:moveTo>
                  <a:lnTo>
                    <a:pt x="1624594" y="199801"/>
                  </a:lnTo>
                  <a:lnTo>
                    <a:pt x="1597071" y="194972"/>
                  </a:lnTo>
                  <a:close/>
                  <a:moveTo>
                    <a:pt x="1351674" y="156022"/>
                  </a:moveTo>
                  <a:lnTo>
                    <a:pt x="1384093" y="152723"/>
                  </a:lnTo>
                  <a:lnTo>
                    <a:pt x="1418124" y="83230"/>
                  </a:lnTo>
                  <a:close/>
                  <a:moveTo>
                    <a:pt x="1384093" y="152723"/>
                  </a:moveTo>
                  <a:lnTo>
                    <a:pt x="1484135" y="117586"/>
                  </a:lnTo>
                  <a:lnTo>
                    <a:pt x="1418124" y="83230"/>
                  </a:lnTo>
                  <a:close/>
                  <a:moveTo>
                    <a:pt x="1890277" y="446447"/>
                  </a:moveTo>
                  <a:lnTo>
                    <a:pt x="1918911" y="528662"/>
                  </a:lnTo>
                  <a:lnTo>
                    <a:pt x="1951779" y="408010"/>
                  </a:lnTo>
                  <a:close/>
                  <a:moveTo>
                    <a:pt x="1683728" y="161364"/>
                  </a:moveTo>
                  <a:lnTo>
                    <a:pt x="1676302" y="212544"/>
                  </a:lnTo>
                  <a:lnTo>
                    <a:pt x="1729057" y="194584"/>
                  </a:lnTo>
                  <a:close/>
                  <a:moveTo>
                    <a:pt x="1683728" y="161364"/>
                  </a:moveTo>
                  <a:lnTo>
                    <a:pt x="1624594" y="199801"/>
                  </a:lnTo>
                  <a:lnTo>
                    <a:pt x="1676302" y="212544"/>
                  </a:lnTo>
                  <a:close/>
                  <a:moveTo>
                    <a:pt x="1791085" y="243580"/>
                  </a:moveTo>
                  <a:lnTo>
                    <a:pt x="1729057" y="194584"/>
                  </a:lnTo>
                  <a:lnTo>
                    <a:pt x="1776223" y="276481"/>
                  </a:lnTo>
                  <a:close/>
                  <a:moveTo>
                    <a:pt x="1448831" y="0"/>
                  </a:moveTo>
                  <a:lnTo>
                    <a:pt x="1510668" y="10320"/>
                  </a:lnTo>
                  <a:lnTo>
                    <a:pt x="1473427" y="11343"/>
                  </a:lnTo>
                  <a:close/>
                  <a:moveTo>
                    <a:pt x="1791085" y="243580"/>
                  </a:moveTo>
                  <a:lnTo>
                    <a:pt x="1776223" y="276481"/>
                  </a:lnTo>
                  <a:lnTo>
                    <a:pt x="1824461" y="272622"/>
                  </a:lnTo>
                  <a:close/>
                  <a:moveTo>
                    <a:pt x="2050203" y="344120"/>
                  </a:moveTo>
                  <a:lnTo>
                    <a:pt x="1951779" y="408010"/>
                  </a:lnTo>
                  <a:lnTo>
                    <a:pt x="2055592" y="370727"/>
                  </a:lnTo>
                  <a:close/>
                  <a:moveTo>
                    <a:pt x="2055592" y="370727"/>
                  </a:moveTo>
                  <a:lnTo>
                    <a:pt x="2028618" y="478618"/>
                  </a:lnTo>
                  <a:lnTo>
                    <a:pt x="2069522" y="408010"/>
                  </a:lnTo>
                  <a:close/>
                  <a:moveTo>
                    <a:pt x="2069522" y="408010"/>
                  </a:moveTo>
                  <a:lnTo>
                    <a:pt x="2050203" y="344120"/>
                  </a:lnTo>
                  <a:lnTo>
                    <a:pt x="2055592" y="370727"/>
                  </a:lnTo>
                  <a:close/>
                  <a:moveTo>
                    <a:pt x="2039248" y="287358"/>
                  </a:moveTo>
                  <a:lnTo>
                    <a:pt x="2050203" y="344120"/>
                  </a:lnTo>
                  <a:lnTo>
                    <a:pt x="2069522" y="408010"/>
                  </a:lnTo>
                  <a:close/>
                  <a:moveTo>
                    <a:pt x="1959150" y="205144"/>
                  </a:moveTo>
                  <a:lnTo>
                    <a:pt x="1953469" y="261104"/>
                  </a:lnTo>
                  <a:lnTo>
                    <a:pt x="1977882" y="233720"/>
                  </a:lnTo>
                  <a:close/>
                  <a:moveTo>
                    <a:pt x="1977882" y="233720"/>
                  </a:moveTo>
                  <a:lnTo>
                    <a:pt x="1953469" y="261104"/>
                  </a:lnTo>
                  <a:lnTo>
                    <a:pt x="1956345" y="290729"/>
                  </a:lnTo>
                  <a:close/>
                  <a:moveTo>
                    <a:pt x="2008745" y="287358"/>
                  </a:moveTo>
                  <a:lnTo>
                    <a:pt x="2033060" y="280027"/>
                  </a:lnTo>
                  <a:lnTo>
                    <a:pt x="1977882" y="233720"/>
                  </a:lnTo>
                  <a:close/>
                  <a:moveTo>
                    <a:pt x="1956345" y="290729"/>
                  </a:moveTo>
                  <a:lnTo>
                    <a:pt x="2008745" y="287358"/>
                  </a:lnTo>
                  <a:lnTo>
                    <a:pt x="1977882" y="233720"/>
                  </a:lnTo>
                  <a:close/>
                  <a:moveTo>
                    <a:pt x="2008745" y="287358"/>
                  </a:moveTo>
                  <a:lnTo>
                    <a:pt x="2050203" y="344120"/>
                  </a:lnTo>
                  <a:lnTo>
                    <a:pt x="2038624" y="284429"/>
                  </a:lnTo>
                  <a:close/>
                  <a:moveTo>
                    <a:pt x="2038624" y="284429"/>
                  </a:moveTo>
                  <a:lnTo>
                    <a:pt x="2033060" y="280027"/>
                  </a:lnTo>
                  <a:lnTo>
                    <a:pt x="2008745" y="287358"/>
                  </a:lnTo>
                  <a:close/>
                  <a:moveTo>
                    <a:pt x="1953469" y="261104"/>
                  </a:moveTo>
                  <a:lnTo>
                    <a:pt x="1959150" y="205144"/>
                  </a:lnTo>
                  <a:lnTo>
                    <a:pt x="1963821" y="184559"/>
                  </a:lnTo>
                  <a:close/>
                  <a:moveTo>
                    <a:pt x="2038624" y="284429"/>
                  </a:moveTo>
                  <a:lnTo>
                    <a:pt x="2050203" y="344120"/>
                  </a:lnTo>
                  <a:lnTo>
                    <a:pt x="2039248" y="287358"/>
                  </a:lnTo>
                  <a:close/>
                  <a:moveTo>
                    <a:pt x="2038624" y="284429"/>
                  </a:moveTo>
                  <a:lnTo>
                    <a:pt x="2039248" y="287358"/>
                  </a:lnTo>
                  <a:lnTo>
                    <a:pt x="2033060" y="280027"/>
                  </a:lnTo>
                  <a:close/>
                  <a:moveTo>
                    <a:pt x="1879337" y="205144"/>
                  </a:moveTo>
                  <a:lnTo>
                    <a:pt x="1953469" y="261104"/>
                  </a:lnTo>
                  <a:lnTo>
                    <a:pt x="1963821" y="184559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03" name="Candidate_density__2022">
              <a:extLst>
                <a:ext uri="{FF2B5EF4-FFF2-40B4-BE49-F238E27FC236}">
                  <a16:creationId xmlns:a16="http://schemas.microsoft.com/office/drawing/2014/main" id="{3DDFE467-1D16-FB7D-76D4-1AECC5D5B007}"/>
                </a:ext>
              </a:extLst>
            </p:cNvPr>
            <p:cNvSpPr>
              <a:spLocks noGrp="1"/>
            </p:cNvSpPr>
            <p:nvPr/>
          </p:nvSpPr>
          <p:spPr>
            <a:xfrm>
              <a:off x="4601852" y="3436186"/>
              <a:ext cx="1857811" cy="1268087"/>
            </a:xfrm>
            <a:custGeom>
              <a:avLst/>
              <a:gdLst/>
              <a:ahLst/>
              <a:cxnLst/>
              <a:rect l="0" t="0" r="0" b="0"/>
              <a:pathLst>
                <a:path w="1857811" h="1268087">
                  <a:moveTo>
                    <a:pt x="0" y="1077288"/>
                  </a:moveTo>
                  <a:lnTo>
                    <a:pt x="19868" y="998768"/>
                  </a:lnTo>
                  <a:lnTo>
                    <a:pt x="4873" y="987623"/>
                  </a:lnTo>
                  <a:close/>
                  <a:moveTo>
                    <a:pt x="521831" y="1268087"/>
                  </a:moveTo>
                  <a:lnTo>
                    <a:pt x="494047" y="1256005"/>
                  </a:lnTo>
                  <a:lnTo>
                    <a:pt x="545728" y="1239610"/>
                  </a:lnTo>
                  <a:close/>
                  <a:moveTo>
                    <a:pt x="545728" y="1239610"/>
                  </a:moveTo>
                  <a:lnTo>
                    <a:pt x="494047" y="1256005"/>
                  </a:lnTo>
                  <a:lnTo>
                    <a:pt x="583813" y="1221171"/>
                  </a:lnTo>
                  <a:close/>
                  <a:moveTo>
                    <a:pt x="346637" y="714702"/>
                  </a:moveTo>
                  <a:lnTo>
                    <a:pt x="350825" y="707883"/>
                  </a:lnTo>
                  <a:lnTo>
                    <a:pt x="326614" y="790098"/>
                  </a:lnTo>
                  <a:close/>
                  <a:moveTo>
                    <a:pt x="1626283" y="1173422"/>
                  </a:moveTo>
                  <a:lnTo>
                    <a:pt x="1667449" y="1134985"/>
                  </a:lnTo>
                  <a:lnTo>
                    <a:pt x="1645132" y="1174930"/>
                  </a:lnTo>
                  <a:close/>
                  <a:moveTo>
                    <a:pt x="1835375" y="120652"/>
                  </a:moveTo>
                  <a:lnTo>
                    <a:pt x="1832654" y="27514"/>
                  </a:lnTo>
                  <a:lnTo>
                    <a:pt x="1828587" y="97416"/>
                  </a:lnTo>
                  <a:close/>
                  <a:moveTo>
                    <a:pt x="1857811" y="0"/>
                  </a:moveTo>
                  <a:lnTo>
                    <a:pt x="1832654" y="27514"/>
                  </a:lnTo>
                  <a:lnTo>
                    <a:pt x="1835375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04" name="Candidate_density__2023">
              <a:extLst>
                <a:ext uri="{FF2B5EF4-FFF2-40B4-BE49-F238E27FC236}">
                  <a16:creationId xmlns:a16="http://schemas.microsoft.com/office/drawing/2014/main" id="{91CBEDC1-0255-E6C3-0567-217BB187AF7F}"/>
                </a:ext>
              </a:extLst>
            </p:cNvPr>
            <p:cNvSpPr>
              <a:spLocks noGrp="1"/>
            </p:cNvSpPr>
            <p:nvPr/>
          </p:nvSpPr>
          <p:spPr>
            <a:xfrm>
              <a:off x="4522140" y="3420870"/>
              <a:ext cx="1937522" cy="1868868"/>
            </a:xfrm>
            <a:custGeom>
              <a:avLst/>
              <a:gdLst/>
              <a:ahLst/>
              <a:cxnLst/>
              <a:rect l="0" t="0" r="0" b="0"/>
              <a:pathLst>
                <a:path w="1937522" h="1868868">
                  <a:moveTo>
                    <a:pt x="0" y="1073230"/>
                  </a:moveTo>
                  <a:lnTo>
                    <a:pt x="79712" y="1092604"/>
                  </a:lnTo>
                  <a:lnTo>
                    <a:pt x="51955" y="1052278"/>
                  </a:lnTo>
                  <a:close/>
                  <a:moveTo>
                    <a:pt x="442912" y="1399374"/>
                  </a:moveTo>
                  <a:lnTo>
                    <a:pt x="414505" y="1356619"/>
                  </a:lnTo>
                  <a:lnTo>
                    <a:pt x="354061" y="1345829"/>
                  </a:lnTo>
                  <a:close/>
                  <a:moveTo>
                    <a:pt x="993569" y="1849696"/>
                  </a:moveTo>
                  <a:lnTo>
                    <a:pt x="1058545" y="1868868"/>
                  </a:lnTo>
                  <a:lnTo>
                    <a:pt x="1018532" y="1852742"/>
                  </a:lnTo>
                  <a:close/>
                  <a:moveTo>
                    <a:pt x="581665" y="1364987"/>
                  </a:moveTo>
                  <a:lnTo>
                    <a:pt x="632161" y="1457792"/>
                  </a:lnTo>
                  <a:lnTo>
                    <a:pt x="586541" y="1375577"/>
                  </a:lnTo>
                  <a:close/>
                  <a:moveTo>
                    <a:pt x="1025473" y="1538576"/>
                  </a:moveTo>
                  <a:lnTo>
                    <a:pt x="1067258" y="1473353"/>
                  </a:lnTo>
                  <a:lnTo>
                    <a:pt x="1067722" y="1463135"/>
                  </a:lnTo>
                  <a:close/>
                  <a:moveTo>
                    <a:pt x="1013493" y="1556562"/>
                  </a:moveTo>
                  <a:lnTo>
                    <a:pt x="1044869" y="1547639"/>
                  </a:lnTo>
                  <a:lnTo>
                    <a:pt x="1025473" y="1538576"/>
                  </a:lnTo>
                  <a:close/>
                  <a:moveTo>
                    <a:pt x="630043" y="1174758"/>
                  </a:moveTo>
                  <a:lnTo>
                    <a:pt x="625440" y="1254926"/>
                  </a:lnTo>
                  <a:lnTo>
                    <a:pt x="663525" y="1236487"/>
                  </a:lnTo>
                  <a:close/>
                  <a:moveTo>
                    <a:pt x="630043" y="1174758"/>
                  </a:moveTo>
                  <a:lnTo>
                    <a:pt x="663525" y="1236487"/>
                  </a:lnTo>
                  <a:lnTo>
                    <a:pt x="701975" y="1165045"/>
                  </a:lnTo>
                  <a:close/>
                  <a:moveTo>
                    <a:pt x="701975" y="1165045"/>
                  </a:moveTo>
                  <a:lnTo>
                    <a:pt x="730539" y="1164954"/>
                  </a:lnTo>
                  <a:lnTo>
                    <a:pt x="726001" y="1134274"/>
                  </a:lnTo>
                  <a:close/>
                  <a:moveTo>
                    <a:pt x="724652" y="1186373"/>
                  </a:moveTo>
                  <a:lnTo>
                    <a:pt x="730539" y="1164954"/>
                  </a:lnTo>
                  <a:lnTo>
                    <a:pt x="701975" y="1165045"/>
                  </a:lnTo>
                  <a:close/>
                  <a:moveTo>
                    <a:pt x="663525" y="1236487"/>
                  </a:moveTo>
                  <a:lnTo>
                    <a:pt x="724652" y="1186373"/>
                  </a:lnTo>
                  <a:lnTo>
                    <a:pt x="701975" y="1165045"/>
                  </a:lnTo>
                  <a:close/>
                  <a:moveTo>
                    <a:pt x="450492" y="684762"/>
                  </a:moveTo>
                  <a:lnTo>
                    <a:pt x="430537" y="723199"/>
                  </a:lnTo>
                  <a:lnTo>
                    <a:pt x="401557" y="640984"/>
                  </a:lnTo>
                  <a:close/>
                  <a:moveTo>
                    <a:pt x="985543" y="878640"/>
                  </a:moveTo>
                  <a:lnTo>
                    <a:pt x="904181" y="933340"/>
                  </a:lnTo>
                  <a:lnTo>
                    <a:pt x="969472" y="898792"/>
                  </a:lnTo>
                  <a:close/>
                  <a:moveTo>
                    <a:pt x="985543" y="878640"/>
                  </a:moveTo>
                  <a:lnTo>
                    <a:pt x="960318" y="864567"/>
                  </a:lnTo>
                  <a:lnTo>
                    <a:pt x="907182" y="781662"/>
                  </a:lnTo>
                  <a:close/>
                  <a:moveTo>
                    <a:pt x="1497003" y="1326107"/>
                  </a:moveTo>
                  <a:lnTo>
                    <a:pt x="1523509" y="1361753"/>
                  </a:lnTo>
                  <a:lnTo>
                    <a:pt x="1532440" y="1337536"/>
                  </a:lnTo>
                  <a:close/>
                  <a:moveTo>
                    <a:pt x="1493791" y="1408457"/>
                  </a:moveTo>
                  <a:lnTo>
                    <a:pt x="1523509" y="1361753"/>
                  </a:lnTo>
                  <a:lnTo>
                    <a:pt x="1497003" y="1326107"/>
                  </a:lnTo>
                  <a:close/>
                  <a:moveTo>
                    <a:pt x="1532440" y="1337536"/>
                  </a:moveTo>
                  <a:lnTo>
                    <a:pt x="1524879" y="1243590"/>
                  </a:lnTo>
                  <a:lnTo>
                    <a:pt x="1502358" y="1309389"/>
                  </a:lnTo>
                  <a:close/>
                  <a:moveTo>
                    <a:pt x="1292427" y="950517"/>
                  </a:moveTo>
                  <a:lnTo>
                    <a:pt x="1343512" y="969578"/>
                  </a:lnTo>
                  <a:lnTo>
                    <a:pt x="1316979" y="891057"/>
                  </a:lnTo>
                  <a:close/>
                  <a:moveTo>
                    <a:pt x="1347161" y="1044532"/>
                  </a:moveTo>
                  <a:lnTo>
                    <a:pt x="1354762" y="980528"/>
                  </a:lnTo>
                  <a:lnTo>
                    <a:pt x="1343512" y="969578"/>
                  </a:lnTo>
                  <a:close/>
                  <a:moveTo>
                    <a:pt x="1720733" y="1068086"/>
                  </a:moveTo>
                  <a:lnTo>
                    <a:pt x="1747161" y="1150301"/>
                  </a:lnTo>
                  <a:lnTo>
                    <a:pt x="1705694" y="1106522"/>
                  </a:lnTo>
                  <a:close/>
                  <a:moveTo>
                    <a:pt x="1681201" y="876819"/>
                  </a:moveTo>
                  <a:lnTo>
                    <a:pt x="1715334" y="949162"/>
                  </a:lnTo>
                  <a:lnTo>
                    <a:pt x="1713261" y="985871"/>
                  </a:lnTo>
                  <a:close/>
                  <a:moveTo>
                    <a:pt x="1262516" y="145907"/>
                  </a:moveTo>
                  <a:lnTo>
                    <a:pt x="1314880" y="169061"/>
                  </a:lnTo>
                  <a:lnTo>
                    <a:pt x="1381330" y="96270"/>
                  </a:lnTo>
                  <a:close/>
                  <a:moveTo>
                    <a:pt x="1639508" y="225583"/>
                  </a:moveTo>
                  <a:lnTo>
                    <a:pt x="1682909" y="212840"/>
                  </a:lnTo>
                  <a:lnTo>
                    <a:pt x="1692263" y="207623"/>
                  </a:lnTo>
                  <a:close/>
                  <a:moveTo>
                    <a:pt x="1908298" y="112732"/>
                  </a:moveTo>
                  <a:lnTo>
                    <a:pt x="1922356" y="218183"/>
                  </a:lnTo>
                  <a:lnTo>
                    <a:pt x="1915087" y="135967"/>
                  </a:lnTo>
                  <a:close/>
                  <a:moveTo>
                    <a:pt x="1908298" y="112732"/>
                  </a:moveTo>
                  <a:lnTo>
                    <a:pt x="1912366" y="42830"/>
                  </a:lnTo>
                  <a:lnTo>
                    <a:pt x="1849397" y="86055"/>
                  </a:lnTo>
                  <a:close/>
                  <a:moveTo>
                    <a:pt x="1923846" y="0"/>
                  </a:moveTo>
                  <a:lnTo>
                    <a:pt x="1912366" y="42830"/>
                  </a:lnTo>
                  <a:lnTo>
                    <a:pt x="1937522" y="1531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05" name="Candidate_density__2024">
              <a:extLst>
                <a:ext uri="{FF2B5EF4-FFF2-40B4-BE49-F238E27FC236}">
                  <a16:creationId xmlns:a16="http://schemas.microsoft.com/office/drawing/2014/main" id="{A3EBF237-9311-EC73-8887-F9A8D2C5D5D5}"/>
                </a:ext>
              </a:extLst>
            </p:cNvPr>
            <p:cNvSpPr>
              <a:spLocks noGrp="1"/>
            </p:cNvSpPr>
            <p:nvPr/>
          </p:nvSpPr>
          <p:spPr>
            <a:xfrm>
              <a:off x="6100292" y="3477253"/>
              <a:ext cx="73660" cy="42885"/>
            </a:xfrm>
            <a:custGeom>
              <a:avLst/>
              <a:gdLst/>
              <a:ahLst/>
              <a:cxnLst/>
              <a:rect l="0" t="0" r="0" b="0"/>
              <a:pathLst>
                <a:path w="73660" h="42885">
                  <a:moveTo>
                    <a:pt x="62076" y="35806"/>
                  </a:moveTo>
                  <a:lnTo>
                    <a:pt x="73660" y="0"/>
                  </a:lnTo>
                  <a:lnTo>
                    <a:pt x="0" y="4288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06" name="Candidate_density__2025">
              <a:extLst>
                <a:ext uri="{FF2B5EF4-FFF2-40B4-BE49-F238E27FC236}">
                  <a16:creationId xmlns:a16="http://schemas.microsoft.com/office/drawing/2014/main" id="{F87A1DB3-297A-8CE3-B260-A1D1A5E19BB4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011379"/>
              <a:ext cx="2088274" cy="2508355"/>
            </a:xfrm>
            <a:custGeom>
              <a:avLst/>
              <a:gdLst/>
              <a:ahLst/>
              <a:cxnLst/>
              <a:rect l="0" t="0" r="0" b="0"/>
              <a:pathLst>
                <a:path w="2088274" h="2508355">
                  <a:moveTo>
                    <a:pt x="607956" y="2508355"/>
                  </a:moveTo>
                  <a:lnTo>
                    <a:pt x="559483" y="2447639"/>
                  </a:lnTo>
                  <a:lnTo>
                    <a:pt x="569630" y="2475884"/>
                  </a:lnTo>
                  <a:close/>
                  <a:moveTo>
                    <a:pt x="577852" y="2459254"/>
                  </a:moveTo>
                  <a:lnTo>
                    <a:pt x="559483" y="2447639"/>
                  </a:lnTo>
                  <a:lnTo>
                    <a:pt x="607956" y="2508355"/>
                  </a:lnTo>
                  <a:close/>
                  <a:moveTo>
                    <a:pt x="569630" y="2475884"/>
                  </a:moveTo>
                  <a:lnTo>
                    <a:pt x="559483" y="2447639"/>
                  </a:lnTo>
                  <a:lnTo>
                    <a:pt x="513765" y="2384716"/>
                  </a:lnTo>
                  <a:close/>
                  <a:moveTo>
                    <a:pt x="556749" y="2437448"/>
                  </a:moveTo>
                  <a:lnTo>
                    <a:pt x="513765" y="2384716"/>
                  </a:lnTo>
                  <a:lnTo>
                    <a:pt x="559483" y="2447639"/>
                  </a:lnTo>
                  <a:close/>
                  <a:moveTo>
                    <a:pt x="556749" y="2437448"/>
                  </a:moveTo>
                  <a:lnTo>
                    <a:pt x="488053" y="2355233"/>
                  </a:lnTo>
                  <a:lnTo>
                    <a:pt x="513765" y="2384716"/>
                  </a:lnTo>
                  <a:close/>
                  <a:moveTo>
                    <a:pt x="527731" y="1841457"/>
                  </a:moveTo>
                  <a:lnTo>
                    <a:pt x="472870" y="1785069"/>
                  </a:lnTo>
                  <a:lnTo>
                    <a:pt x="473297" y="1817062"/>
                  </a:lnTo>
                  <a:close/>
                  <a:moveTo>
                    <a:pt x="348959" y="1702854"/>
                  </a:moveTo>
                  <a:lnTo>
                    <a:pt x="339991" y="1696846"/>
                  </a:lnTo>
                  <a:lnTo>
                    <a:pt x="285139" y="1706962"/>
                  </a:lnTo>
                  <a:close/>
                  <a:moveTo>
                    <a:pt x="6485" y="1412430"/>
                  </a:moveTo>
                  <a:lnTo>
                    <a:pt x="86509" y="1488777"/>
                  </a:lnTo>
                  <a:lnTo>
                    <a:pt x="0" y="1398422"/>
                  </a:lnTo>
                  <a:close/>
                  <a:moveTo>
                    <a:pt x="934522" y="2184923"/>
                  </a:moveTo>
                  <a:lnTo>
                    <a:pt x="1014519" y="2239923"/>
                  </a:lnTo>
                  <a:lnTo>
                    <a:pt x="986466" y="2226758"/>
                  </a:lnTo>
                  <a:close/>
                  <a:moveTo>
                    <a:pt x="472870" y="1785069"/>
                  </a:moveTo>
                  <a:lnTo>
                    <a:pt x="527731" y="1841457"/>
                  </a:lnTo>
                  <a:lnTo>
                    <a:pt x="531323" y="1769888"/>
                  </a:lnTo>
                  <a:close/>
                  <a:moveTo>
                    <a:pt x="531323" y="1769888"/>
                  </a:moveTo>
                  <a:lnTo>
                    <a:pt x="527731" y="1841457"/>
                  </a:lnTo>
                  <a:lnTo>
                    <a:pt x="610071" y="1866551"/>
                  </a:lnTo>
                  <a:close/>
                  <a:moveTo>
                    <a:pt x="348959" y="1702854"/>
                  </a:moveTo>
                  <a:lnTo>
                    <a:pt x="433048" y="1766110"/>
                  </a:lnTo>
                  <a:lnTo>
                    <a:pt x="415483" y="1664417"/>
                  </a:lnTo>
                  <a:close/>
                  <a:moveTo>
                    <a:pt x="472870" y="1785069"/>
                  </a:moveTo>
                  <a:lnTo>
                    <a:pt x="531323" y="1769888"/>
                  </a:lnTo>
                  <a:lnTo>
                    <a:pt x="433048" y="1766110"/>
                  </a:lnTo>
                  <a:close/>
                  <a:moveTo>
                    <a:pt x="915999" y="2157708"/>
                  </a:moveTo>
                  <a:lnTo>
                    <a:pt x="934522" y="2184923"/>
                  </a:lnTo>
                  <a:lnTo>
                    <a:pt x="986466" y="2226758"/>
                  </a:lnTo>
                  <a:close/>
                  <a:moveTo>
                    <a:pt x="986466" y="2226758"/>
                  </a:moveTo>
                  <a:lnTo>
                    <a:pt x="1014519" y="2239923"/>
                  </a:lnTo>
                  <a:lnTo>
                    <a:pt x="1011341" y="2222563"/>
                  </a:lnTo>
                  <a:close/>
                  <a:moveTo>
                    <a:pt x="986466" y="2226758"/>
                  </a:moveTo>
                  <a:lnTo>
                    <a:pt x="1011341" y="2222563"/>
                  </a:lnTo>
                  <a:lnTo>
                    <a:pt x="915999" y="2157708"/>
                  </a:lnTo>
                  <a:close/>
                  <a:moveTo>
                    <a:pt x="373206" y="1476974"/>
                  </a:moveTo>
                  <a:lnTo>
                    <a:pt x="378915" y="1499987"/>
                  </a:lnTo>
                  <a:lnTo>
                    <a:pt x="335566" y="1465098"/>
                  </a:lnTo>
                  <a:close/>
                  <a:moveTo>
                    <a:pt x="475388" y="1414993"/>
                  </a:moveTo>
                  <a:lnTo>
                    <a:pt x="460406" y="1499987"/>
                  </a:lnTo>
                  <a:lnTo>
                    <a:pt x="461093" y="1466115"/>
                  </a:lnTo>
                  <a:close/>
                  <a:moveTo>
                    <a:pt x="475388" y="1414993"/>
                  </a:moveTo>
                  <a:lnTo>
                    <a:pt x="461093" y="1466115"/>
                  </a:lnTo>
                  <a:lnTo>
                    <a:pt x="414677" y="1403758"/>
                  </a:lnTo>
                  <a:close/>
                  <a:moveTo>
                    <a:pt x="296653" y="1319609"/>
                  </a:moveTo>
                  <a:lnTo>
                    <a:pt x="314291" y="1297121"/>
                  </a:lnTo>
                  <a:lnTo>
                    <a:pt x="259279" y="1243329"/>
                  </a:lnTo>
                  <a:close/>
                  <a:moveTo>
                    <a:pt x="830298" y="1908788"/>
                  </a:moveTo>
                  <a:lnTo>
                    <a:pt x="803296" y="1884029"/>
                  </a:lnTo>
                  <a:lnTo>
                    <a:pt x="805109" y="1872626"/>
                  </a:lnTo>
                  <a:close/>
                  <a:moveTo>
                    <a:pt x="744718" y="1817678"/>
                  </a:moveTo>
                  <a:lnTo>
                    <a:pt x="805109" y="1872626"/>
                  </a:lnTo>
                  <a:lnTo>
                    <a:pt x="798901" y="1867598"/>
                  </a:lnTo>
                  <a:close/>
                  <a:moveTo>
                    <a:pt x="1030198" y="2007048"/>
                  </a:moveTo>
                  <a:lnTo>
                    <a:pt x="1079599" y="2027478"/>
                  </a:lnTo>
                  <a:lnTo>
                    <a:pt x="1055363" y="1990491"/>
                  </a:lnTo>
                  <a:close/>
                  <a:moveTo>
                    <a:pt x="926125" y="1849404"/>
                  </a:moveTo>
                  <a:lnTo>
                    <a:pt x="968272" y="1943531"/>
                  </a:lnTo>
                  <a:lnTo>
                    <a:pt x="991862" y="1838030"/>
                  </a:lnTo>
                  <a:close/>
                  <a:moveTo>
                    <a:pt x="968272" y="1943531"/>
                  </a:moveTo>
                  <a:lnTo>
                    <a:pt x="1039583" y="1834190"/>
                  </a:lnTo>
                  <a:lnTo>
                    <a:pt x="991862" y="1838030"/>
                  </a:lnTo>
                  <a:close/>
                  <a:moveTo>
                    <a:pt x="664936" y="1521670"/>
                  </a:moveTo>
                  <a:lnTo>
                    <a:pt x="582985" y="1617636"/>
                  </a:lnTo>
                  <a:lnTo>
                    <a:pt x="648586" y="1584250"/>
                  </a:lnTo>
                  <a:close/>
                  <a:moveTo>
                    <a:pt x="648586" y="1584250"/>
                  </a:moveTo>
                  <a:lnTo>
                    <a:pt x="754355" y="1509566"/>
                  </a:lnTo>
                  <a:lnTo>
                    <a:pt x="664936" y="1521670"/>
                  </a:lnTo>
                  <a:close/>
                  <a:moveTo>
                    <a:pt x="664936" y="1521670"/>
                  </a:moveTo>
                  <a:lnTo>
                    <a:pt x="754355" y="1509566"/>
                  </a:lnTo>
                  <a:lnTo>
                    <a:pt x="720434" y="1437051"/>
                  </a:lnTo>
                  <a:close/>
                  <a:moveTo>
                    <a:pt x="660611" y="1425095"/>
                  </a:moveTo>
                  <a:lnTo>
                    <a:pt x="720434" y="1437051"/>
                  </a:lnTo>
                  <a:lnTo>
                    <a:pt x="596278" y="1377304"/>
                  </a:lnTo>
                  <a:close/>
                  <a:moveTo>
                    <a:pt x="660611" y="1425095"/>
                  </a:moveTo>
                  <a:lnTo>
                    <a:pt x="596278" y="1377304"/>
                  </a:lnTo>
                  <a:lnTo>
                    <a:pt x="639264" y="1423114"/>
                  </a:lnTo>
                  <a:close/>
                  <a:moveTo>
                    <a:pt x="1039583" y="1834190"/>
                  </a:moveTo>
                  <a:lnTo>
                    <a:pt x="1073331" y="1842471"/>
                  </a:lnTo>
                  <a:lnTo>
                    <a:pt x="1076875" y="1829508"/>
                  </a:lnTo>
                  <a:close/>
                  <a:moveTo>
                    <a:pt x="1073331" y="1842471"/>
                  </a:moveTo>
                  <a:lnTo>
                    <a:pt x="1080655" y="1834190"/>
                  </a:lnTo>
                  <a:lnTo>
                    <a:pt x="1076875" y="1829508"/>
                  </a:lnTo>
                  <a:close/>
                  <a:moveTo>
                    <a:pt x="1077097" y="1729235"/>
                  </a:moveTo>
                  <a:lnTo>
                    <a:pt x="1076875" y="1829508"/>
                  </a:lnTo>
                  <a:lnTo>
                    <a:pt x="1080655" y="1834190"/>
                  </a:lnTo>
                  <a:close/>
                  <a:moveTo>
                    <a:pt x="928012" y="1641258"/>
                  </a:moveTo>
                  <a:lnTo>
                    <a:pt x="963883" y="1711921"/>
                  </a:lnTo>
                  <a:lnTo>
                    <a:pt x="964307" y="1660247"/>
                  </a:lnTo>
                  <a:close/>
                  <a:moveTo>
                    <a:pt x="900866" y="1751324"/>
                  </a:moveTo>
                  <a:lnTo>
                    <a:pt x="963883" y="1711921"/>
                  </a:lnTo>
                  <a:lnTo>
                    <a:pt x="928012" y="1641258"/>
                  </a:lnTo>
                  <a:close/>
                  <a:moveTo>
                    <a:pt x="964307" y="1660247"/>
                  </a:moveTo>
                  <a:lnTo>
                    <a:pt x="963883" y="1711921"/>
                  </a:lnTo>
                  <a:lnTo>
                    <a:pt x="1077097" y="1729235"/>
                  </a:lnTo>
                  <a:close/>
                  <a:moveTo>
                    <a:pt x="1039428" y="1659768"/>
                  </a:moveTo>
                  <a:lnTo>
                    <a:pt x="964307" y="1660247"/>
                  </a:lnTo>
                  <a:lnTo>
                    <a:pt x="1077097" y="1729235"/>
                  </a:lnTo>
                  <a:close/>
                  <a:moveTo>
                    <a:pt x="406483" y="1094254"/>
                  </a:moveTo>
                  <a:lnTo>
                    <a:pt x="494726" y="1138495"/>
                  </a:lnTo>
                  <a:lnTo>
                    <a:pt x="434583" y="1087298"/>
                  </a:lnTo>
                  <a:close/>
                  <a:moveTo>
                    <a:pt x="434583" y="1087298"/>
                  </a:moveTo>
                  <a:lnTo>
                    <a:pt x="452925" y="1176469"/>
                  </a:lnTo>
                  <a:lnTo>
                    <a:pt x="469035" y="1094254"/>
                  </a:lnTo>
                  <a:close/>
                  <a:moveTo>
                    <a:pt x="508291" y="1094254"/>
                  </a:moveTo>
                  <a:lnTo>
                    <a:pt x="587928" y="1142257"/>
                  </a:lnTo>
                  <a:lnTo>
                    <a:pt x="607938" y="1138033"/>
                  </a:lnTo>
                  <a:close/>
                  <a:moveTo>
                    <a:pt x="563593" y="1055817"/>
                  </a:moveTo>
                  <a:lnTo>
                    <a:pt x="508291" y="1094254"/>
                  </a:lnTo>
                  <a:lnTo>
                    <a:pt x="607938" y="1138033"/>
                  </a:lnTo>
                  <a:close/>
                  <a:moveTo>
                    <a:pt x="534844" y="1007241"/>
                  </a:moveTo>
                  <a:lnTo>
                    <a:pt x="490699" y="1002177"/>
                  </a:lnTo>
                  <a:lnTo>
                    <a:pt x="563593" y="1055817"/>
                  </a:lnTo>
                  <a:close/>
                  <a:moveTo>
                    <a:pt x="445159" y="978607"/>
                  </a:moveTo>
                  <a:lnTo>
                    <a:pt x="468149" y="1012039"/>
                  </a:lnTo>
                  <a:lnTo>
                    <a:pt x="404007" y="911971"/>
                  </a:lnTo>
                  <a:close/>
                  <a:moveTo>
                    <a:pt x="349289" y="895864"/>
                  </a:moveTo>
                  <a:lnTo>
                    <a:pt x="445159" y="978607"/>
                  </a:lnTo>
                  <a:lnTo>
                    <a:pt x="404007" y="911971"/>
                  </a:lnTo>
                  <a:close/>
                  <a:moveTo>
                    <a:pt x="607938" y="1138033"/>
                  </a:moveTo>
                  <a:lnTo>
                    <a:pt x="611167" y="1165015"/>
                  </a:lnTo>
                  <a:lnTo>
                    <a:pt x="658886" y="1192356"/>
                  </a:lnTo>
                  <a:close/>
                  <a:moveTo>
                    <a:pt x="1194638" y="1794361"/>
                  </a:moveTo>
                  <a:lnTo>
                    <a:pt x="1213916" y="1874232"/>
                  </a:lnTo>
                  <a:lnTo>
                    <a:pt x="1154168" y="1766670"/>
                  </a:lnTo>
                  <a:close/>
                  <a:moveTo>
                    <a:pt x="734168" y="1181811"/>
                  </a:moveTo>
                  <a:lnTo>
                    <a:pt x="689381" y="1220248"/>
                  </a:lnTo>
                  <a:lnTo>
                    <a:pt x="762611" y="1301510"/>
                  </a:lnTo>
                  <a:close/>
                  <a:moveTo>
                    <a:pt x="689381" y="1220248"/>
                  </a:moveTo>
                  <a:lnTo>
                    <a:pt x="734168" y="1181811"/>
                  </a:lnTo>
                  <a:lnTo>
                    <a:pt x="658886" y="1192356"/>
                  </a:lnTo>
                  <a:close/>
                  <a:moveTo>
                    <a:pt x="563593" y="1055817"/>
                  </a:moveTo>
                  <a:lnTo>
                    <a:pt x="607938" y="1138033"/>
                  </a:lnTo>
                  <a:lnTo>
                    <a:pt x="561614" y="1044616"/>
                  </a:lnTo>
                  <a:close/>
                  <a:moveTo>
                    <a:pt x="534844" y="1007241"/>
                  </a:moveTo>
                  <a:lnTo>
                    <a:pt x="563593" y="1055817"/>
                  </a:lnTo>
                  <a:lnTo>
                    <a:pt x="561614" y="1044616"/>
                  </a:lnTo>
                  <a:close/>
                  <a:moveTo>
                    <a:pt x="1267370" y="1472235"/>
                  </a:moveTo>
                  <a:lnTo>
                    <a:pt x="1257784" y="1544389"/>
                  </a:lnTo>
                  <a:lnTo>
                    <a:pt x="1307277" y="1514234"/>
                  </a:lnTo>
                  <a:close/>
                  <a:moveTo>
                    <a:pt x="1208363" y="1423064"/>
                  </a:moveTo>
                  <a:lnTo>
                    <a:pt x="1157070" y="1424534"/>
                  </a:lnTo>
                  <a:lnTo>
                    <a:pt x="1267370" y="1472235"/>
                  </a:lnTo>
                  <a:close/>
                  <a:moveTo>
                    <a:pt x="1111387" y="1307805"/>
                  </a:moveTo>
                  <a:lnTo>
                    <a:pt x="1130040" y="1346241"/>
                  </a:lnTo>
                  <a:lnTo>
                    <a:pt x="1161519" y="1390020"/>
                  </a:lnTo>
                  <a:close/>
                  <a:moveTo>
                    <a:pt x="908266" y="1061160"/>
                  </a:moveTo>
                  <a:lnTo>
                    <a:pt x="895332" y="1088671"/>
                  </a:lnTo>
                  <a:lnTo>
                    <a:pt x="900098" y="1181811"/>
                  </a:lnTo>
                  <a:close/>
                  <a:moveTo>
                    <a:pt x="908266" y="1061160"/>
                  </a:moveTo>
                  <a:lnTo>
                    <a:pt x="833104" y="1005676"/>
                  </a:lnTo>
                  <a:lnTo>
                    <a:pt x="881985" y="1038765"/>
                  </a:lnTo>
                  <a:close/>
                  <a:moveTo>
                    <a:pt x="787744" y="981960"/>
                  </a:moveTo>
                  <a:lnTo>
                    <a:pt x="807896" y="1040421"/>
                  </a:lnTo>
                  <a:lnTo>
                    <a:pt x="881985" y="1038765"/>
                  </a:lnTo>
                  <a:close/>
                  <a:moveTo>
                    <a:pt x="680519" y="842834"/>
                  </a:moveTo>
                  <a:lnTo>
                    <a:pt x="740817" y="896730"/>
                  </a:lnTo>
                  <a:lnTo>
                    <a:pt x="653747" y="830121"/>
                  </a:lnTo>
                  <a:close/>
                  <a:moveTo>
                    <a:pt x="1161519" y="1390020"/>
                  </a:moveTo>
                  <a:lnTo>
                    <a:pt x="1157070" y="1424534"/>
                  </a:lnTo>
                  <a:lnTo>
                    <a:pt x="1208363" y="1423064"/>
                  </a:lnTo>
                  <a:close/>
                  <a:moveTo>
                    <a:pt x="1208363" y="1423064"/>
                  </a:moveTo>
                  <a:lnTo>
                    <a:pt x="1267370" y="1472235"/>
                  </a:lnTo>
                  <a:lnTo>
                    <a:pt x="1251284" y="1368339"/>
                  </a:lnTo>
                  <a:close/>
                  <a:moveTo>
                    <a:pt x="1251284" y="1368339"/>
                  </a:moveTo>
                  <a:lnTo>
                    <a:pt x="1267370" y="1472235"/>
                  </a:lnTo>
                  <a:lnTo>
                    <a:pt x="1310969" y="1360009"/>
                  </a:lnTo>
                  <a:close/>
                  <a:moveTo>
                    <a:pt x="1310969" y="1360009"/>
                  </a:moveTo>
                  <a:lnTo>
                    <a:pt x="1267370" y="1472235"/>
                  </a:lnTo>
                  <a:lnTo>
                    <a:pt x="1316523" y="1455586"/>
                  </a:lnTo>
                  <a:close/>
                  <a:moveTo>
                    <a:pt x="1316523" y="1455586"/>
                  </a:moveTo>
                  <a:lnTo>
                    <a:pt x="1307277" y="1514234"/>
                  </a:lnTo>
                  <a:lnTo>
                    <a:pt x="1362408" y="1472235"/>
                  </a:lnTo>
                  <a:close/>
                  <a:moveTo>
                    <a:pt x="1227320" y="1351584"/>
                  </a:moveTo>
                  <a:lnTo>
                    <a:pt x="1161519" y="1390020"/>
                  </a:lnTo>
                  <a:lnTo>
                    <a:pt x="1208363" y="1423064"/>
                  </a:lnTo>
                  <a:close/>
                  <a:moveTo>
                    <a:pt x="1227320" y="1351584"/>
                  </a:moveTo>
                  <a:lnTo>
                    <a:pt x="1111387" y="1307805"/>
                  </a:lnTo>
                  <a:lnTo>
                    <a:pt x="1161519" y="1390020"/>
                  </a:lnTo>
                  <a:close/>
                  <a:moveTo>
                    <a:pt x="896345" y="1054355"/>
                  </a:moveTo>
                  <a:lnTo>
                    <a:pt x="895332" y="1088671"/>
                  </a:lnTo>
                  <a:lnTo>
                    <a:pt x="908266" y="1061160"/>
                  </a:lnTo>
                  <a:close/>
                  <a:moveTo>
                    <a:pt x="896345" y="1054355"/>
                  </a:moveTo>
                  <a:lnTo>
                    <a:pt x="908266" y="1061160"/>
                  </a:lnTo>
                  <a:lnTo>
                    <a:pt x="881985" y="1038765"/>
                  </a:lnTo>
                  <a:close/>
                  <a:moveTo>
                    <a:pt x="1651040" y="1465499"/>
                  </a:moveTo>
                  <a:lnTo>
                    <a:pt x="1723243" y="1467390"/>
                  </a:lnTo>
                  <a:lnTo>
                    <a:pt x="1733877" y="1358653"/>
                  </a:lnTo>
                  <a:close/>
                  <a:moveTo>
                    <a:pt x="1651040" y="1465499"/>
                  </a:moveTo>
                  <a:lnTo>
                    <a:pt x="1733877" y="1358653"/>
                  </a:lnTo>
                  <a:lnTo>
                    <a:pt x="1647137" y="1368579"/>
                  </a:lnTo>
                  <a:close/>
                  <a:moveTo>
                    <a:pt x="1570016" y="1370686"/>
                  </a:moveTo>
                  <a:lnTo>
                    <a:pt x="1651040" y="1465499"/>
                  </a:lnTo>
                  <a:lnTo>
                    <a:pt x="1647137" y="1368579"/>
                  </a:lnTo>
                  <a:close/>
                  <a:moveTo>
                    <a:pt x="1554506" y="1283202"/>
                  </a:moveTo>
                  <a:lnTo>
                    <a:pt x="1581560" y="1336808"/>
                  </a:lnTo>
                  <a:lnTo>
                    <a:pt x="1458020" y="1313147"/>
                  </a:lnTo>
                  <a:close/>
                  <a:moveTo>
                    <a:pt x="1654656" y="1331444"/>
                  </a:moveTo>
                  <a:lnTo>
                    <a:pt x="1581560" y="1336808"/>
                  </a:lnTo>
                  <a:lnTo>
                    <a:pt x="1537537" y="1313147"/>
                  </a:lnTo>
                  <a:close/>
                  <a:moveTo>
                    <a:pt x="1570016" y="1370686"/>
                  </a:moveTo>
                  <a:lnTo>
                    <a:pt x="1647137" y="1368579"/>
                  </a:lnTo>
                  <a:lnTo>
                    <a:pt x="1537537" y="1313147"/>
                  </a:lnTo>
                  <a:close/>
                  <a:moveTo>
                    <a:pt x="1699743" y="1286311"/>
                  </a:moveTo>
                  <a:lnTo>
                    <a:pt x="1647137" y="1368579"/>
                  </a:lnTo>
                  <a:lnTo>
                    <a:pt x="1733877" y="1358653"/>
                  </a:lnTo>
                  <a:close/>
                  <a:moveTo>
                    <a:pt x="1678131" y="1243289"/>
                  </a:moveTo>
                  <a:lnTo>
                    <a:pt x="1581560" y="1336808"/>
                  </a:lnTo>
                  <a:lnTo>
                    <a:pt x="1654656" y="1331444"/>
                  </a:lnTo>
                  <a:close/>
                  <a:moveTo>
                    <a:pt x="1678131" y="1243289"/>
                  </a:moveTo>
                  <a:lnTo>
                    <a:pt x="1654656" y="1331444"/>
                  </a:lnTo>
                  <a:lnTo>
                    <a:pt x="1700149" y="1274711"/>
                  </a:lnTo>
                  <a:close/>
                  <a:moveTo>
                    <a:pt x="1862847" y="1400704"/>
                  </a:moveTo>
                  <a:lnTo>
                    <a:pt x="1824770" y="1345351"/>
                  </a:lnTo>
                  <a:lnTo>
                    <a:pt x="1868199" y="1410137"/>
                  </a:lnTo>
                  <a:close/>
                  <a:moveTo>
                    <a:pt x="2061367" y="1374278"/>
                  </a:moveTo>
                  <a:lnTo>
                    <a:pt x="1996470" y="1366446"/>
                  </a:lnTo>
                  <a:lnTo>
                    <a:pt x="2088274" y="1452495"/>
                  </a:lnTo>
                  <a:close/>
                  <a:moveTo>
                    <a:pt x="1996470" y="1366446"/>
                  </a:moveTo>
                  <a:lnTo>
                    <a:pt x="1888470" y="1433117"/>
                  </a:lnTo>
                  <a:lnTo>
                    <a:pt x="1967124" y="1448536"/>
                  </a:lnTo>
                  <a:close/>
                  <a:moveTo>
                    <a:pt x="1996470" y="1366446"/>
                  </a:moveTo>
                  <a:lnTo>
                    <a:pt x="1897602" y="1386232"/>
                  </a:lnTo>
                  <a:lnTo>
                    <a:pt x="1888470" y="1433117"/>
                  </a:lnTo>
                  <a:close/>
                  <a:moveTo>
                    <a:pt x="1897602" y="1386232"/>
                  </a:moveTo>
                  <a:lnTo>
                    <a:pt x="1996470" y="1366446"/>
                  </a:lnTo>
                  <a:lnTo>
                    <a:pt x="1919410" y="1333596"/>
                  </a:lnTo>
                  <a:close/>
                  <a:moveTo>
                    <a:pt x="1996470" y="1366446"/>
                  </a:moveTo>
                  <a:lnTo>
                    <a:pt x="1997867" y="1348275"/>
                  </a:lnTo>
                  <a:lnTo>
                    <a:pt x="1919410" y="1333596"/>
                  </a:lnTo>
                  <a:close/>
                  <a:moveTo>
                    <a:pt x="1845411" y="1280053"/>
                  </a:moveTo>
                  <a:lnTo>
                    <a:pt x="1791185" y="1211970"/>
                  </a:lnTo>
                  <a:lnTo>
                    <a:pt x="1810369" y="1236274"/>
                  </a:lnTo>
                  <a:close/>
                  <a:moveTo>
                    <a:pt x="1845411" y="1280053"/>
                  </a:moveTo>
                  <a:lnTo>
                    <a:pt x="1810369" y="1236274"/>
                  </a:lnTo>
                  <a:lnTo>
                    <a:pt x="1821579" y="1318489"/>
                  </a:lnTo>
                  <a:close/>
                  <a:moveTo>
                    <a:pt x="1804479" y="1033407"/>
                  </a:moveTo>
                  <a:lnTo>
                    <a:pt x="1805050" y="1121224"/>
                  </a:lnTo>
                  <a:lnTo>
                    <a:pt x="1854276" y="1090071"/>
                  </a:lnTo>
                  <a:close/>
                  <a:moveTo>
                    <a:pt x="1087502" y="211257"/>
                  </a:moveTo>
                  <a:lnTo>
                    <a:pt x="1057543" y="143657"/>
                  </a:lnTo>
                  <a:lnTo>
                    <a:pt x="1090125" y="217261"/>
                  </a:lnTo>
                  <a:close/>
                  <a:moveTo>
                    <a:pt x="1997867" y="1348275"/>
                  </a:moveTo>
                  <a:lnTo>
                    <a:pt x="1992409" y="1269655"/>
                  </a:lnTo>
                  <a:lnTo>
                    <a:pt x="1919410" y="1333596"/>
                  </a:lnTo>
                  <a:close/>
                  <a:moveTo>
                    <a:pt x="1804479" y="1033407"/>
                  </a:moveTo>
                  <a:lnTo>
                    <a:pt x="1854276" y="1090071"/>
                  </a:lnTo>
                  <a:lnTo>
                    <a:pt x="1831666" y="994971"/>
                  </a:lnTo>
                  <a:close/>
                  <a:moveTo>
                    <a:pt x="1430580" y="422531"/>
                  </a:moveTo>
                  <a:lnTo>
                    <a:pt x="1399872" y="505761"/>
                  </a:lnTo>
                  <a:lnTo>
                    <a:pt x="1494816" y="530992"/>
                  </a:lnTo>
                  <a:close/>
                  <a:moveTo>
                    <a:pt x="1343578" y="358741"/>
                  </a:moveTo>
                  <a:lnTo>
                    <a:pt x="1427164" y="419465"/>
                  </a:lnTo>
                  <a:lnTo>
                    <a:pt x="1314993" y="355815"/>
                  </a:lnTo>
                  <a:close/>
                  <a:moveTo>
                    <a:pt x="1427164" y="419465"/>
                  </a:moveTo>
                  <a:lnTo>
                    <a:pt x="1430580" y="422531"/>
                  </a:lnTo>
                  <a:lnTo>
                    <a:pt x="1314993" y="355815"/>
                  </a:lnTo>
                  <a:close/>
                  <a:moveTo>
                    <a:pt x="1343578" y="358741"/>
                  </a:moveTo>
                  <a:lnTo>
                    <a:pt x="1314993" y="355815"/>
                  </a:lnTo>
                  <a:lnTo>
                    <a:pt x="1308405" y="337250"/>
                  </a:lnTo>
                  <a:close/>
                  <a:moveTo>
                    <a:pt x="1099734" y="172820"/>
                  </a:moveTo>
                  <a:lnTo>
                    <a:pt x="1047282" y="129041"/>
                  </a:lnTo>
                  <a:lnTo>
                    <a:pt x="1087502" y="211257"/>
                  </a:lnTo>
                  <a:close/>
                  <a:moveTo>
                    <a:pt x="1688429" y="545459"/>
                  </a:moveTo>
                  <a:lnTo>
                    <a:pt x="1665476" y="583895"/>
                  </a:lnTo>
                  <a:lnTo>
                    <a:pt x="1710805" y="617115"/>
                  </a:lnTo>
                  <a:close/>
                  <a:moveTo>
                    <a:pt x="1355908" y="52168"/>
                  </a:moveTo>
                  <a:lnTo>
                    <a:pt x="1260191" y="0"/>
                  </a:lnTo>
                  <a:lnTo>
                    <a:pt x="1312633" y="27841"/>
                  </a:lnTo>
                  <a:close/>
                  <a:moveTo>
                    <a:pt x="1945570" y="607089"/>
                  </a:moveTo>
                  <a:lnTo>
                    <a:pt x="1844655" y="623692"/>
                  </a:lnTo>
                  <a:lnTo>
                    <a:pt x="1861086" y="627674"/>
                  </a:lnTo>
                  <a:close/>
                  <a:moveTo>
                    <a:pt x="1868921" y="508719"/>
                  </a:moveTo>
                  <a:lnTo>
                    <a:pt x="1844655" y="623692"/>
                  </a:lnTo>
                  <a:lnTo>
                    <a:pt x="1945570" y="607089"/>
                  </a:lnTo>
                  <a:close/>
                  <a:moveTo>
                    <a:pt x="1844655" y="623692"/>
                  </a:moveTo>
                  <a:lnTo>
                    <a:pt x="1868921" y="508719"/>
                  </a:lnTo>
                  <a:lnTo>
                    <a:pt x="1799741" y="519223"/>
                  </a:lnTo>
                  <a:close/>
                  <a:moveTo>
                    <a:pt x="1757273" y="575645"/>
                  </a:moveTo>
                  <a:lnTo>
                    <a:pt x="1844655" y="623692"/>
                  </a:lnTo>
                  <a:lnTo>
                    <a:pt x="1799741" y="519223"/>
                  </a:lnTo>
                  <a:close/>
                  <a:moveTo>
                    <a:pt x="1846579" y="507023"/>
                  </a:moveTo>
                  <a:lnTo>
                    <a:pt x="1868921" y="508719"/>
                  </a:lnTo>
                  <a:lnTo>
                    <a:pt x="1867939" y="495547"/>
                  </a:lnTo>
                  <a:close/>
                  <a:moveTo>
                    <a:pt x="1335311" y="39021"/>
                  </a:moveTo>
                  <a:lnTo>
                    <a:pt x="1359206" y="134384"/>
                  </a:lnTo>
                  <a:lnTo>
                    <a:pt x="1355908" y="52168"/>
                  </a:lnTo>
                  <a:close/>
                  <a:moveTo>
                    <a:pt x="1335311" y="39021"/>
                  </a:moveTo>
                  <a:lnTo>
                    <a:pt x="1348720" y="128213"/>
                  </a:lnTo>
                  <a:lnTo>
                    <a:pt x="1359206" y="134384"/>
                  </a:lnTo>
                  <a:close/>
                  <a:moveTo>
                    <a:pt x="1258548" y="40836"/>
                  </a:moveTo>
                  <a:lnTo>
                    <a:pt x="1312633" y="27841"/>
                  </a:lnTo>
                  <a:lnTo>
                    <a:pt x="1239655" y="33645"/>
                  </a:lnTo>
                  <a:close/>
                  <a:moveTo>
                    <a:pt x="1258548" y="40836"/>
                  </a:moveTo>
                  <a:lnTo>
                    <a:pt x="1335311" y="39021"/>
                  </a:lnTo>
                  <a:lnTo>
                    <a:pt x="1312633" y="278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07" name="Candidate_density__2026">
              <a:extLst>
                <a:ext uri="{FF2B5EF4-FFF2-40B4-BE49-F238E27FC236}">
                  <a16:creationId xmlns:a16="http://schemas.microsoft.com/office/drawing/2014/main" id="{B184B75C-AE15-F1F2-C9A4-82E6BDE1314A}"/>
                </a:ext>
              </a:extLst>
            </p:cNvPr>
            <p:cNvSpPr>
              <a:spLocks noGrp="1"/>
            </p:cNvSpPr>
            <p:nvPr/>
          </p:nvSpPr>
          <p:spPr>
            <a:xfrm>
              <a:off x="4767573" y="2119305"/>
              <a:ext cx="2106342" cy="3405233"/>
            </a:xfrm>
            <a:custGeom>
              <a:avLst/>
              <a:gdLst/>
              <a:ahLst/>
              <a:cxnLst/>
              <a:rect l="0" t="0" r="0" b="0"/>
              <a:pathLst>
                <a:path w="2106342" h="3405233">
                  <a:moveTo>
                    <a:pt x="402604" y="3404408"/>
                  </a:moveTo>
                  <a:lnTo>
                    <a:pt x="313876" y="3351328"/>
                  </a:lnTo>
                  <a:lnTo>
                    <a:pt x="343981" y="3400429"/>
                  </a:lnTo>
                  <a:close/>
                  <a:moveTo>
                    <a:pt x="477355" y="3405233"/>
                  </a:moveTo>
                  <a:lnTo>
                    <a:pt x="509491" y="3373300"/>
                  </a:lnTo>
                  <a:lnTo>
                    <a:pt x="440879" y="3332308"/>
                  </a:lnTo>
                  <a:close/>
                  <a:moveTo>
                    <a:pt x="477355" y="3405233"/>
                  </a:moveTo>
                  <a:lnTo>
                    <a:pt x="440879" y="3332308"/>
                  </a:lnTo>
                  <a:lnTo>
                    <a:pt x="402604" y="3404408"/>
                  </a:lnTo>
                  <a:close/>
                  <a:moveTo>
                    <a:pt x="509491" y="3373300"/>
                  </a:moveTo>
                  <a:lnTo>
                    <a:pt x="492264" y="3401029"/>
                  </a:lnTo>
                  <a:lnTo>
                    <a:pt x="530920" y="3390304"/>
                  </a:lnTo>
                  <a:close/>
                  <a:moveTo>
                    <a:pt x="108628" y="2647395"/>
                  </a:moveTo>
                  <a:lnTo>
                    <a:pt x="84984" y="2594928"/>
                  </a:lnTo>
                  <a:lnTo>
                    <a:pt x="90545" y="2633364"/>
                  </a:lnTo>
                  <a:close/>
                  <a:moveTo>
                    <a:pt x="169072" y="2658184"/>
                  </a:moveTo>
                  <a:lnTo>
                    <a:pt x="84984" y="2594928"/>
                  </a:lnTo>
                  <a:lnTo>
                    <a:pt x="108628" y="2647395"/>
                  </a:lnTo>
                  <a:close/>
                  <a:moveTo>
                    <a:pt x="90545" y="2633364"/>
                  </a:moveTo>
                  <a:lnTo>
                    <a:pt x="84984" y="2594928"/>
                  </a:lnTo>
                  <a:lnTo>
                    <a:pt x="21163" y="2599036"/>
                  </a:lnTo>
                  <a:close/>
                  <a:moveTo>
                    <a:pt x="197480" y="2700939"/>
                  </a:moveTo>
                  <a:lnTo>
                    <a:pt x="208895" y="2677143"/>
                  </a:lnTo>
                  <a:lnTo>
                    <a:pt x="169072" y="2658184"/>
                  </a:lnTo>
                  <a:close/>
                  <a:moveTo>
                    <a:pt x="336232" y="2666552"/>
                  </a:moveTo>
                  <a:lnTo>
                    <a:pt x="267348" y="2661962"/>
                  </a:lnTo>
                  <a:lnTo>
                    <a:pt x="346096" y="2758624"/>
                  </a:lnTo>
                  <a:close/>
                  <a:moveTo>
                    <a:pt x="169072" y="2658184"/>
                  </a:moveTo>
                  <a:lnTo>
                    <a:pt x="267348" y="2661962"/>
                  </a:lnTo>
                  <a:lnTo>
                    <a:pt x="282027" y="2586643"/>
                  </a:lnTo>
                  <a:close/>
                  <a:moveTo>
                    <a:pt x="169072" y="2658184"/>
                  </a:moveTo>
                  <a:lnTo>
                    <a:pt x="282027" y="2586643"/>
                  </a:lnTo>
                  <a:lnTo>
                    <a:pt x="209708" y="2594911"/>
                  </a:lnTo>
                  <a:close/>
                  <a:moveTo>
                    <a:pt x="750544" y="3131997"/>
                  </a:moveTo>
                  <a:lnTo>
                    <a:pt x="773100" y="3154307"/>
                  </a:lnTo>
                  <a:lnTo>
                    <a:pt x="807879" y="3159427"/>
                  </a:lnTo>
                  <a:close/>
                  <a:moveTo>
                    <a:pt x="652024" y="3049782"/>
                  </a:moveTo>
                  <a:lnTo>
                    <a:pt x="747366" y="3114636"/>
                  </a:lnTo>
                  <a:lnTo>
                    <a:pt x="643370" y="3038499"/>
                  </a:lnTo>
                  <a:close/>
                  <a:moveTo>
                    <a:pt x="371816" y="2537530"/>
                  </a:moveTo>
                  <a:lnTo>
                    <a:pt x="384610" y="2476323"/>
                  </a:lnTo>
                  <a:lnTo>
                    <a:pt x="319009" y="2509710"/>
                  </a:lnTo>
                  <a:close/>
                  <a:moveTo>
                    <a:pt x="150701" y="2295832"/>
                  </a:moveTo>
                  <a:lnTo>
                    <a:pt x="188334" y="2353624"/>
                  </a:lnTo>
                  <a:lnTo>
                    <a:pt x="132866" y="2271410"/>
                  </a:lnTo>
                  <a:close/>
                  <a:moveTo>
                    <a:pt x="197118" y="2358188"/>
                  </a:moveTo>
                  <a:lnTo>
                    <a:pt x="188334" y="2353624"/>
                  </a:lnTo>
                  <a:lnTo>
                    <a:pt x="150701" y="2295832"/>
                  </a:lnTo>
                  <a:close/>
                  <a:moveTo>
                    <a:pt x="18056" y="2227630"/>
                  </a:moveTo>
                  <a:lnTo>
                    <a:pt x="0" y="2197073"/>
                  </a:lnTo>
                  <a:lnTo>
                    <a:pt x="13689" y="2309846"/>
                  </a:lnTo>
                  <a:close/>
                  <a:moveTo>
                    <a:pt x="0" y="2197073"/>
                  </a:moveTo>
                  <a:lnTo>
                    <a:pt x="18056" y="2227630"/>
                  </a:lnTo>
                  <a:lnTo>
                    <a:pt x="32678" y="2211683"/>
                  </a:lnTo>
                  <a:close/>
                  <a:moveTo>
                    <a:pt x="121863" y="2266474"/>
                  </a:moveTo>
                  <a:lnTo>
                    <a:pt x="150701" y="2295832"/>
                  </a:lnTo>
                  <a:lnTo>
                    <a:pt x="54917" y="2227630"/>
                  </a:lnTo>
                  <a:close/>
                  <a:moveTo>
                    <a:pt x="766222" y="2899122"/>
                  </a:moveTo>
                  <a:lnTo>
                    <a:pt x="791388" y="2882565"/>
                  </a:lnTo>
                  <a:lnTo>
                    <a:pt x="711475" y="2862442"/>
                  </a:lnTo>
                  <a:close/>
                  <a:moveTo>
                    <a:pt x="637559" y="2843039"/>
                  </a:moveTo>
                  <a:lnTo>
                    <a:pt x="704297" y="2835604"/>
                  </a:lnTo>
                  <a:lnTo>
                    <a:pt x="662150" y="2741478"/>
                  </a:lnTo>
                  <a:close/>
                  <a:moveTo>
                    <a:pt x="809356" y="2734544"/>
                  </a:moveTo>
                  <a:lnTo>
                    <a:pt x="775607" y="2726263"/>
                  </a:lnTo>
                  <a:lnTo>
                    <a:pt x="704297" y="2835604"/>
                  </a:lnTo>
                  <a:close/>
                  <a:moveTo>
                    <a:pt x="780040" y="2840141"/>
                  </a:moveTo>
                  <a:lnTo>
                    <a:pt x="809356" y="2734544"/>
                  </a:lnTo>
                  <a:lnTo>
                    <a:pt x="704297" y="2835604"/>
                  </a:lnTo>
                  <a:close/>
                  <a:moveTo>
                    <a:pt x="456543" y="2466610"/>
                  </a:moveTo>
                  <a:lnTo>
                    <a:pt x="490380" y="2401640"/>
                  </a:lnTo>
                  <a:lnTo>
                    <a:pt x="384610" y="2476323"/>
                  </a:lnTo>
                  <a:close/>
                  <a:moveTo>
                    <a:pt x="332303" y="2269377"/>
                  </a:moveTo>
                  <a:lnTo>
                    <a:pt x="328429" y="2232973"/>
                  </a:lnTo>
                  <a:lnTo>
                    <a:pt x="375289" y="2315188"/>
                  </a:lnTo>
                  <a:close/>
                  <a:moveTo>
                    <a:pt x="205060" y="1986327"/>
                  </a:moveTo>
                  <a:lnTo>
                    <a:pt x="188950" y="2068543"/>
                  </a:lnTo>
                  <a:lnTo>
                    <a:pt x="185105" y="2024764"/>
                  </a:lnTo>
                  <a:close/>
                  <a:moveTo>
                    <a:pt x="664036" y="2533331"/>
                  </a:moveTo>
                  <a:lnTo>
                    <a:pt x="700332" y="2552321"/>
                  </a:lnTo>
                  <a:lnTo>
                    <a:pt x="673855" y="2523397"/>
                  </a:lnTo>
                  <a:close/>
                  <a:moveTo>
                    <a:pt x="700332" y="2552321"/>
                  </a:moveTo>
                  <a:lnTo>
                    <a:pt x="775452" y="2551842"/>
                  </a:lnTo>
                  <a:lnTo>
                    <a:pt x="698512" y="2453708"/>
                  </a:lnTo>
                  <a:close/>
                  <a:moveTo>
                    <a:pt x="347192" y="2057089"/>
                  </a:moveTo>
                  <a:lnTo>
                    <a:pt x="425405" y="2112321"/>
                  </a:lnTo>
                  <a:lnTo>
                    <a:pt x="394911" y="2084429"/>
                  </a:lnTo>
                  <a:close/>
                  <a:moveTo>
                    <a:pt x="347192" y="2057089"/>
                  </a:moveTo>
                  <a:lnTo>
                    <a:pt x="450932" y="2133433"/>
                  </a:lnTo>
                  <a:lnTo>
                    <a:pt x="425405" y="2112321"/>
                  </a:lnTo>
                  <a:close/>
                  <a:moveTo>
                    <a:pt x="343963" y="2030106"/>
                  </a:moveTo>
                  <a:lnTo>
                    <a:pt x="323952" y="2034331"/>
                  </a:lnTo>
                  <a:lnTo>
                    <a:pt x="347192" y="2057089"/>
                  </a:lnTo>
                  <a:close/>
                  <a:moveTo>
                    <a:pt x="425405" y="2112321"/>
                  </a:moveTo>
                  <a:lnTo>
                    <a:pt x="450932" y="2133433"/>
                  </a:lnTo>
                  <a:lnTo>
                    <a:pt x="498635" y="2193584"/>
                  </a:lnTo>
                  <a:close/>
                  <a:moveTo>
                    <a:pt x="570185" y="2182436"/>
                  </a:moveTo>
                  <a:lnTo>
                    <a:pt x="498635" y="2193584"/>
                  </a:lnTo>
                  <a:lnTo>
                    <a:pt x="450932" y="2133433"/>
                  </a:lnTo>
                  <a:close/>
                  <a:moveTo>
                    <a:pt x="570185" y="2182436"/>
                  </a:moveTo>
                  <a:lnTo>
                    <a:pt x="587402" y="2194536"/>
                  </a:lnTo>
                  <a:lnTo>
                    <a:pt x="605564" y="2099508"/>
                  </a:lnTo>
                  <a:close/>
                  <a:moveTo>
                    <a:pt x="605564" y="2099508"/>
                  </a:moveTo>
                  <a:lnTo>
                    <a:pt x="587402" y="2194536"/>
                  </a:lnTo>
                  <a:lnTo>
                    <a:pt x="661749" y="2083227"/>
                  </a:lnTo>
                  <a:close/>
                  <a:moveTo>
                    <a:pt x="661749" y="2083227"/>
                  </a:moveTo>
                  <a:lnTo>
                    <a:pt x="636122" y="2073885"/>
                  </a:lnTo>
                  <a:lnTo>
                    <a:pt x="605564" y="2099508"/>
                  </a:lnTo>
                  <a:close/>
                  <a:moveTo>
                    <a:pt x="498635" y="2193584"/>
                  </a:moveTo>
                  <a:lnTo>
                    <a:pt x="570185" y="2182436"/>
                  </a:lnTo>
                  <a:lnTo>
                    <a:pt x="605564" y="2099508"/>
                  </a:lnTo>
                  <a:close/>
                  <a:moveTo>
                    <a:pt x="536647" y="2120499"/>
                  </a:moveTo>
                  <a:lnTo>
                    <a:pt x="498635" y="2193584"/>
                  </a:lnTo>
                  <a:lnTo>
                    <a:pt x="605564" y="2099508"/>
                  </a:lnTo>
                  <a:close/>
                  <a:moveTo>
                    <a:pt x="1251571" y="2627672"/>
                  </a:moveTo>
                  <a:lnTo>
                    <a:pt x="1226680" y="2610954"/>
                  </a:lnTo>
                  <a:lnTo>
                    <a:pt x="1248358" y="2710023"/>
                  </a:lnTo>
                  <a:close/>
                  <a:moveTo>
                    <a:pt x="1248358" y="2710023"/>
                  </a:moveTo>
                  <a:lnTo>
                    <a:pt x="1226680" y="2610954"/>
                  </a:lnTo>
                  <a:lnTo>
                    <a:pt x="1158387" y="2622483"/>
                  </a:lnTo>
                  <a:close/>
                  <a:moveTo>
                    <a:pt x="1158387" y="2622483"/>
                  </a:moveTo>
                  <a:lnTo>
                    <a:pt x="1156192" y="2610954"/>
                  </a:lnTo>
                  <a:lnTo>
                    <a:pt x="1193487" y="2693169"/>
                  </a:lnTo>
                  <a:close/>
                  <a:moveTo>
                    <a:pt x="629435" y="2048906"/>
                  </a:moveTo>
                  <a:lnTo>
                    <a:pt x="536647" y="2120499"/>
                  </a:lnTo>
                  <a:lnTo>
                    <a:pt x="605564" y="2099508"/>
                  </a:lnTo>
                  <a:close/>
                  <a:moveTo>
                    <a:pt x="629435" y="2048906"/>
                  </a:moveTo>
                  <a:lnTo>
                    <a:pt x="605564" y="2099508"/>
                  </a:lnTo>
                  <a:lnTo>
                    <a:pt x="636122" y="2073885"/>
                  </a:lnTo>
                  <a:close/>
                  <a:moveTo>
                    <a:pt x="636122" y="2073885"/>
                  </a:moveTo>
                  <a:lnTo>
                    <a:pt x="631357" y="1980745"/>
                  </a:lnTo>
                  <a:lnTo>
                    <a:pt x="629435" y="2048906"/>
                  </a:lnTo>
                  <a:close/>
                  <a:moveTo>
                    <a:pt x="605526" y="1991670"/>
                  </a:moveTo>
                  <a:lnTo>
                    <a:pt x="644291" y="1953233"/>
                  </a:lnTo>
                  <a:lnTo>
                    <a:pt x="636122" y="2073885"/>
                  </a:lnTo>
                  <a:close/>
                  <a:moveTo>
                    <a:pt x="574213" y="1909454"/>
                  </a:moveTo>
                  <a:lnTo>
                    <a:pt x="569128" y="1897750"/>
                  </a:lnTo>
                  <a:lnTo>
                    <a:pt x="644291" y="1953233"/>
                  </a:lnTo>
                  <a:close/>
                  <a:moveTo>
                    <a:pt x="569128" y="1897750"/>
                  </a:moveTo>
                  <a:lnTo>
                    <a:pt x="523769" y="1874034"/>
                  </a:lnTo>
                  <a:lnTo>
                    <a:pt x="618009" y="1930839"/>
                  </a:lnTo>
                  <a:close/>
                  <a:moveTo>
                    <a:pt x="1204501" y="2515142"/>
                  </a:moveTo>
                  <a:lnTo>
                    <a:pt x="1252042" y="2606936"/>
                  </a:lnTo>
                  <a:lnTo>
                    <a:pt x="1280091" y="2519105"/>
                  </a:lnTo>
                  <a:close/>
                  <a:moveTo>
                    <a:pt x="1280091" y="2519105"/>
                  </a:moveTo>
                  <a:lnTo>
                    <a:pt x="1252042" y="2606936"/>
                  </a:lnTo>
                  <a:lnTo>
                    <a:pt x="1362752" y="2549501"/>
                  </a:lnTo>
                  <a:close/>
                  <a:moveTo>
                    <a:pt x="1046994" y="2252083"/>
                  </a:moveTo>
                  <a:lnTo>
                    <a:pt x="1017819" y="2243657"/>
                  </a:lnTo>
                  <a:lnTo>
                    <a:pt x="987309" y="2260413"/>
                  </a:lnTo>
                  <a:close/>
                  <a:moveTo>
                    <a:pt x="1046994" y="2252083"/>
                  </a:moveTo>
                  <a:lnTo>
                    <a:pt x="1052548" y="2347660"/>
                  </a:lnTo>
                  <a:lnTo>
                    <a:pt x="1098079" y="2271143"/>
                  </a:lnTo>
                  <a:close/>
                  <a:moveTo>
                    <a:pt x="963345" y="2243657"/>
                  </a:moveTo>
                  <a:lnTo>
                    <a:pt x="847536" y="2192962"/>
                  </a:lnTo>
                  <a:lnTo>
                    <a:pt x="847412" y="2199878"/>
                  </a:lnTo>
                  <a:close/>
                  <a:moveTo>
                    <a:pt x="1046994" y="2252083"/>
                  </a:moveTo>
                  <a:lnTo>
                    <a:pt x="1022059" y="2172262"/>
                  </a:lnTo>
                  <a:lnTo>
                    <a:pt x="1017819" y="2243657"/>
                  </a:lnTo>
                  <a:close/>
                  <a:moveTo>
                    <a:pt x="996789" y="2232307"/>
                  </a:moveTo>
                  <a:lnTo>
                    <a:pt x="1017819" y="2243657"/>
                  </a:lnTo>
                  <a:lnTo>
                    <a:pt x="1018992" y="2161442"/>
                  </a:lnTo>
                  <a:close/>
                  <a:moveTo>
                    <a:pt x="998693" y="2130667"/>
                  </a:moveTo>
                  <a:lnTo>
                    <a:pt x="1018992" y="2161442"/>
                  </a:lnTo>
                  <a:lnTo>
                    <a:pt x="959623" y="2062337"/>
                  </a:lnTo>
                  <a:close/>
                  <a:moveTo>
                    <a:pt x="1417803" y="2432675"/>
                  </a:moveTo>
                  <a:lnTo>
                    <a:pt x="1483809" y="2439604"/>
                  </a:lnTo>
                  <a:lnTo>
                    <a:pt x="1459268" y="2359464"/>
                  </a:lnTo>
                  <a:close/>
                  <a:moveTo>
                    <a:pt x="1417803" y="2432675"/>
                  </a:moveTo>
                  <a:lnTo>
                    <a:pt x="1459268" y="2359464"/>
                  </a:lnTo>
                  <a:lnTo>
                    <a:pt x="1387064" y="2357572"/>
                  </a:lnTo>
                  <a:close/>
                  <a:moveTo>
                    <a:pt x="1459268" y="2359464"/>
                  </a:moveTo>
                  <a:lnTo>
                    <a:pt x="1483809" y="2439604"/>
                  </a:lnTo>
                  <a:lnTo>
                    <a:pt x="1501728" y="2451866"/>
                  </a:lnTo>
                  <a:close/>
                  <a:moveTo>
                    <a:pt x="1306041" y="2262759"/>
                  </a:moveTo>
                  <a:lnTo>
                    <a:pt x="1380840" y="2331214"/>
                  </a:lnTo>
                  <a:lnTo>
                    <a:pt x="1387064" y="2357572"/>
                  </a:lnTo>
                  <a:close/>
                  <a:moveTo>
                    <a:pt x="1436174" y="2166784"/>
                  </a:moveTo>
                  <a:lnTo>
                    <a:pt x="1390681" y="2223517"/>
                  </a:lnTo>
                  <a:lnTo>
                    <a:pt x="1435768" y="2178385"/>
                  </a:lnTo>
                  <a:close/>
                  <a:moveTo>
                    <a:pt x="1435768" y="2178385"/>
                  </a:moveTo>
                  <a:lnTo>
                    <a:pt x="1390681" y="2223517"/>
                  </a:lnTo>
                  <a:lnTo>
                    <a:pt x="1383162" y="2260653"/>
                  </a:lnTo>
                  <a:close/>
                  <a:moveTo>
                    <a:pt x="1436174" y="2166784"/>
                  </a:moveTo>
                  <a:lnTo>
                    <a:pt x="1407526" y="2071299"/>
                  </a:lnTo>
                  <a:lnTo>
                    <a:pt x="1414156" y="2135363"/>
                  </a:lnTo>
                  <a:close/>
                  <a:moveTo>
                    <a:pt x="1406565" y="2046132"/>
                  </a:moveTo>
                  <a:lnTo>
                    <a:pt x="1407526" y="2071299"/>
                  </a:lnTo>
                  <a:lnTo>
                    <a:pt x="1436174" y="2166784"/>
                  </a:lnTo>
                  <a:close/>
                  <a:moveTo>
                    <a:pt x="1737273" y="2172126"/>
                  </a:moveTo>
                  <a:lnTo>
                    <a:pt x="1733892" y="2240348"/>
                  </a:lnTo>
                  <a:lnTo>
                    <a:pt x="1748619" y="2205911"/>
                  </a:lnTo>
                  <a:close/>
                  <a:moveTo>
                    <a:pt x="1748619" y="2205911"/>
                  </a:moveTo>
                  <a:lnTo>
                    <a:pt x="1733892" y="2240348"/>
                  </a:lnTo>
                  <a:lnTo>
                    <a:pt x="1732495" y="2258520"/>
                  </a:lnTo>
                  <a:close/>
                  <a:moveTo>
                    <a:pt x="1748619" y="2205911"/>
                  </a:moveTo>
                  <a:lnTo>
                    <a:pt x="1732495" y="2258520"/>
                  </a:lnTo>
                  <a:lnTo>
                    <a:pt x="1797392" y="2266352"/>
                  </a:lnTo>
                  <a:close/>
                  <a:moveTo>
                    <a:pt x="1407526" y="2071299"/>
                  </a:moveTo>
                  <a:lnTo>
                    <a:pt x="1406565" y="2046132"/>
                  </a:lnTo>
                  <a:lnTo>
                    <a:pt x="1417565" y="2032499"/>
                  </a:lnTo>
                  <a:close/>
                  <a:moveTo>
                    <a:pt x="1659873" y="2056783"/>
                  </a:moveTo>
                  <a:lnTo>
                    <a:pt x="1702034" y="2121240"/>
                  </a:lnTo>
                  <a:lnTo>
                    <a:pt x="1678198" y="2089911"/>
                  </a:lnTo>
                  <a:close/>
                  <a:moveTo>
                    <a:pt x="1728433" y="2161729"/>
                  </a:moveTo>
                  <a:lnTo>
                    <a:pt x="1702034" y="2121240"/>
                  </a:lnTo>
                  <a:lnTo>
                    <a:pt x="1659873" y="2056783"/>
                  </a:lnTo>
                  <a:close/>
                  <a:moveTo>
                    <a:pt x="1728433" y="2161729"/>
                  </a:moveTo>
                  <a:lnTo>
                    <a:pt x="1733892" y="2240348"/>
                  </a:lnTo>
                  <a:lnTo>
                    <a:pt x="1737273" y="2172126"/>
                  </a:lnTo>
                  <a:close/>
                  <a:moveTo>
                    <a:pt x="1728433" y="2161729"/>
                  </a:moveTo>
                  <a:lnTo>
                    <a:pt x="1737273" y="2172126"/>
                  </a:lnTo>
                  <a:lnTo>
                    <a:pt x="1702034" y="2121240"/>
                  </a:lnTo>
                  <a:close/>
                  <a:moveTo>
                    <a:pt x="1440262" y="1763286"/>
                  </a:moveTo>
                  <a:lnTo>
                    <a:pt x="1420717" y="1761051"/>
                  </a:lnTo>
                  <a:lnTo>
                    <a:pt x="1491150" y="1833083"/>
                  </a:lnTo>
                  <a:close/>
                  <a:moveTo>
                    <a:pt x="1102322" y="1432190"/>
                  </a:moveTo>
                  <a:lnTo>
                    <a:pt x="1166604" y="1314604"/>
                  </a:lnTo>
                  <a:lnTo>
                    <a:pt x="1163189" y="1311539"/>
                  </a:lnTo>
                  <a:close/>
                  <a:moveTo>
                    <a:pt x="68436" y="0"/>
                  </a:moveTo>
                  <a:lnTo>
                    <a:pt x="89120" y="83276"/>
                  </a:lnTo>
                  <a:lnTo>
                    <a:pt x="115351" y="22450"/>
                  </a:lnTo>
                  <a:close/>
                  <a:moveTo>
                    <a:pt x="2070303" y="2265757"/>
                  </a:moveTo>
                  <a:lnTo>
                    <a:pt x="2096481" y="2344566"/>
                  </a:lnTo>
                  <a:lnTo>
                    <a:pt x="2106342" y="2380335"/>
                  </a:lnTo>
                  <a:close/>
                  <a:moveTo>
                    <a:pt x="1424454" y="1437532"/>
                  </a:moveTo>
                  <a:lnTo>
                    <a:pt x="1446830" y="1509188"/>
                  </a:lnTo>
                  <a:lnTo>
                    <a:pt x="1493297" y="1467719"/>
                  </a:lnTo>
                  <a:close/>
                  <a:moveTo>
                    <a:pt x="1406174" y="1420639"/>
                  </a:moveTo>
                  <a:lnTo>
                    <a:pt x="1361068" y="1377784"/>
                  </a:lnTo>
                  <a:lnTo>
                    <a:pt x="1424454" y="1437532"/>
                  </a:lnTo>
                  <a:close/>
                  <a:moveTo>
                    <a:pt x="1662866" y="1414297"/>
                  </a:moveTo>
                  <a:lnTo>
                    <a:pt x="1604946" y="1400792"/>
                  </a:lnTo>
                  <a:lnTo>
                    <a:pt x="1681594" y="1499163"/>
                  </a:lnTo>
                  <a:close/>
                  <a:moveTo>
                    <a:pt x="1535765" y="1411296"/>
                  </a:moveTo>
                  <a:lnTo>
                    <a:pt x="1604946" y="1400792"/>
                  </a:lnTo>
                  <a:lnTo>
                    <a:pt x="1582603" y="1399096"/>
                  </a:lnTo>
                  <a:close/>
                  <a:moveTo>
                    <a:pt x="1604946" y="1400792"/>
                  </a:moveTo>
                  <a:lnTo>
                    <a:pt x="1662866" y="1414297"/>
                  </a:lnTo>
                  <a:lnTo>
                    <a:pt x="1603964" y="1387620"/>
                  </a:lnTo>
                  <a:close/>
                  <a:moveTo>
                    <a:pt x="1084744" y="1020286"/>
                  </a:moveTo>
                  <a:lnTo>
                    <a:pt x="1079798" y="1036346"/>
                  </a:lnTo>
                  <a:lnTo>
                    <a:pt x="1095230" y="102645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08" name="Candidate_density__2027">
              <a:extLst>
                <a:ext uri="{FF2B5EF4-FFF2-40B4-BE49-F238E27FC236}">
                  <a16:creationId xmlns:a16="http://schemas.microsoft.com/office/drawing/2014/main" id="{83440208-6AA2-B025-CAA5-4A01F12D228B}"/>
                </a:ext>
              </a:extLst>
            </p:cNvPr>
            <p:cNvSpPr>
              <a:spLocks noGrp="1"/>
            </p:cNvSpPr>
            <p:nvPr/>
          </p:nvSpPr>
          <p:spPr>
            <a:xfrm>
              <a:off x="4800251" y="2400484"/>
              <a:ext cx="2073665" cy="3124054"/>
            </a:xfrm>
            <a:custGeom>
              <a:avLst/>
              <a:gdLst/>
              <a:ahLst/>
              <a:cxnLst/>
              <a:rect l="0" t="0" r="0" b="0"/>
              <a:pathLst>
                <a:path w="2073665" h="3124054">
                  <a:moveTo>
                    <a:pt x="369926" y="3123229"/>
                  </a:moveTo>
                  <a:lnTo>
                    <a:pt x="311303" y="3119250"/>
                  </a:lnTo>
                  <a:lnTo>
                    <a:pt x="444677" y="3124054"/>
                  </a:lnTo>
                  <a:close/>
                  <a:moveTo>
                    <a:pt x="459586" y="3119850"/>
                  </a:moveTo>
                  <a:lnTo>
                    <a:pt x="476813" y="3092121"/>
                  </a:lnTo>
                  <a:lnTo>
                    <a:pt x="444677" y="3124054"/>
                  </a:lnTo>
                  <a:close/>
                  <a:moveTo>
                    <a:pt x="576432" y="3122803"/>
                  </a:moveTo>
                  <a:lnTo>
                    <a:pt x="498242" y="3109125"/>
                  </a:lnTo>
                  <a:lnTo>
                    <a:pt x="459586" y="3119850"/>
                  </a:lnTo>
                  <a:close/>
                  <a:moveTo>
                    <a:pt x="151464" y="2433346"/>
                  </a:moveTo>
                  <a:lnTo>
                    <a:pt x="215313" y="2478179"/>
                  </a:lnTo>
                  <a:lnTo>
                    <a:pt x="110305" y="2494663"/>
                  </a:lnTo>
                  <a:close/>
                  <a:moveTo>
                    <a:pt x="249350" y="2305464"/>
                  </a:moveTo>
                  <a:lnTo>
                    <a:pt x="234670" y="2380783"/>
                  </a:lnTo>
                  <a:lnTo>
                    <a:pt x="220888" y="2313749"/>
                  </a:lnTo>
                  <a:close/>
                  <a:moveTo>
                    <a:pt x="836156" y="2890948"/>
                  </a:moveTo>
                  <a:lnTo>
                    <a:pt x="717866" y="2850818"/>
                  </a:lnTo>
                  <a:lnTo>
                    <a:pt x="775201" y="2878248"/>
                  </a:lnTo>
                  <a:close/>
                  <a:moveTo>
                    <a:pt x="249350" y="2305464"/>
                  </a:moveTo>
                  <a:lnTo>
                    <a:pt x="339138" y="2256351"/>
                  </a:lnTo>
                  <a:lnTo>
                    <a:pt x="286013" y="2238949"/>
                  </a:lnTo>
                  <a:close/>
                  <a:moveTo>
                    <a:pt x="339138" y="2256351"/>
                  </a:moveTo>
                  <a:lnTo>
                    <a:pt x="347329" y="2275312"/>
                  </a:lnTo>
                  <a:lnTo>
                    <a:pt x="351932" y="2195144"/>
                  </a:lnTo>
                  <a:close/>
                  <a:moveTo>
                    <a:pt x="33200" y="1922928"/>
                  </a:moveTo>
                  <a:lnTo>
                    <a:pt x="17637" y="1908015"/>
                  </a:lnTo>
                  <a:lnTo>
                    <a:pt x="0" y="1930504"/>
                  </a:lnTo>
                  <a:close/>
                  <a:moveTo>
                    <a:pt x="22239" y="1946451"/>
                  </a:moveTo>
                  <a:lnTo>
                    <a:pt x="118023" y="2014653"/>
                  </a:lnTo>
                  <a:lnTo>
                    <a:pt x="33200" y="1922928"/>
                  </a:lnTo>
                  <a:close/>
                  <a:moveTo>
                    <a:pt x="0" y="1930504"/>
                  </a:moveTo>
                  <a:lnTo>
                    <a:pt x="22239" y="1946451"/>
                  </a:lnTo>
                  <a:lnTo>
                    <a:pt x="33200" y="1922928"/>
                  </a:lnTo>
                  <a:close/>
                  <a:moveTo>
                    <a:pt x="667654" y="2271142"/>
                  </a:moveTo>
                  <a:lnTo>
                    <a:pt x="665834" y="2172529"/>
                  </a:lnTo>
                  <a:lnTo>
                    <a:pt x="641177" y="2242218"/>
                  </a:lnTo>
                  <a:close/>
                  <a:moveTo>
                    <a:pt x="1215680" y="2428844"/>
                  </a:moveTo>
                  <a:lnTo>
                    <a:pt x="1125709" y="2341304"/>
                  </a:lnTo>
                  <a:lnTo>
                    <a:pt x="1159921" y="2413583"/>
                  </a:lnTo>
                  <a:close/>
                  <a:moveTo>
                    <a:pt x="572848" y="1710491"/>
                  </a:moveTo>
                  <a:lnTo>
                    <a:pt x="541535" y="1628275"/>
                  </a:lnTo>
                  <a:lnTo>
                    <a:pt x="611613" y="1672054"/>
                  </a:lnTo>
                  <a:close/>
                  <a:moveTo>
                    <a:pt x="989381" y="1891083"/>
                  </a:moveTo>
                  <a:lnTo>
                    <a:pt x="986314" y="1880263"/>
                  </a:lnTo>
                  <a:lnTo>
                    <a:pt x="985141" y="1962478"/>
                  </a:lnTo>
                  <a:close/>
                  <a:moveTo>
                    <a:pt x="1247413" y="2237926"/>
                  </a:moveTo>
                  <a:lnTo>
                    <a:pt x="1330074" y="2268322"/>
                  </a:lnTo>
                  <a:lnTo>
                    <a:pt x="1378677" y="2234839"/>
                  </a:lnTo>
                  <a:close/>
                  <a:moveTo>
                    <a:pt x="1378677" y="2234839"/>
                  </a:moveTo>
                  <a:lnTo>
                    <a:pt x="1330074" y="2268322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78677" y="2234839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85125" y="2151496"/>
                  </a:lnTo>
                  <a:lnTo>
                    <a:pt x="1378677" y="2234839"/>
                  </a:lnTo>
                  <a:close/>
                  <a:moveTo>
                    <a:pt x="1451131" y="2158425"/>
                  </a:moveTo>
                  <a:lnTo>
                    <a:pt x="1446733" y="2210632"/>
                  </a:lnTo>
                  <a:lnTo>
                    <a:pt x="1469050" y="2170687"/>
                  </a:lnTo>
                  <a:close/>
                  <a:moveTo>
                    <a:pt x="1375959" y="1803390"/>
                  </a:moveTo>
                  <a:lnTo>
                    <a:pt x="1373887" y="1764954"/>
                  </a:lnTo>
                  <a:lnTo>
                    <a:pt x="1403496" y="1885605"/>
                  </a:lnTo>
                  <a:close/>
                  <a:moveTo>
                    <a:pt x="1380847" y="1682739"/>
                  </a:moveTo>
                  <a:lnTo>
                    <a:pt x="1373887" y="1764954"/>
                  </a:lnTo>
                  <a:lnTo>
                    <a:pt x="1358862" y="1721175"/>
                  </a:lnTo>
                  <a:close/>
                  <a:moveTo>
                    <a:pt x="1380599" y="1654714"/>
                  </a:moveTo>
                  <a:lnTo>
                    <a:pt x="1373887" y="1764954"/>
                  </a:lnTo>
                  <a:lnTo>
                    <a:pt x="1380847" y="1682739"/>
                  </a:lnTo>
                  <a:close/>
                  <a:moveTo>
                    <a:pt x="1380599" y="1654714"/>
                  </a:moveTo>
                  <a:lnTo>
                    <a:pt x="1384887" y="1751320"/>
                  </a:lnTo>
                  <a:lnTo>
                    <a:pt x="1373887" y="1764954"/>
                  </a:lnTo>
                  <a:close/>
                  <a:moveTo>
                    <a:pt x="1363517" y="1568509"/>
                  </a:moveTo>
                  <a:lnTo>
                    <a:pt x="1380599" y="1654714"/>
                  </a:lnTo>
                  <a:lnTo>
                    <a:pt x="1380847" y="1682739"/>
                  </a:lnTo>
                  <a:close/>
                  <a:moveTo>
                    <a:pt x="1362746" y="1562087"/>
                  </a:moveTo>
                  <a:lnTo>
                    <a:pt x="1363517" y="1568509"/>
                  </a:lnTo>
                  <a:lnTo>
                    <a:pt x="1366720" y="1544525"/>
                  </a:lnTo>
                  <a:close/>
                  <a:moveTo>
                    <a:pt x="64494" y="120651"/>
                  </a:moveTo>
                  <a:lnTo>
                    <a:pt x="101227" y="0"/>
                  </a:lnTo>
                  <a:lnTo>
                    <a:pt x="107959" y="82215"/>
                  </a:lnTo>
                  <a:close/>
                  <a:moveTo>
                    <a:pt x="1103219" y="1116656"/>
                  </a:moveTo>
                  <a:lnTo>
                    <a:pt x="1133926" y="1033425"/>
                  </a:lnTo>
                  <a:lnTo>
                    <a:pt x="1069644" y="1151011"/>
                  </a:lnTo>
                  <a:close/>
                  <a:moveTo>
                    <a:pt x="1069644" y="1151011"/>
                  </a:moveTo>
                  <a:lnTo>
                    <a:pt x="1130511" y="1030360"/>
                  </a:lnTo>
                  <a:lnTo>
                    <a:pt x="1100907" y="1112575"/>
                  </a:lnTo>
                  <a:close/>
                  <a:moveTo>
                    <a:pt x="2063803" y="2063387"/>
                  </a:moveTo>
                  <a:lnTo>
                    <a:pt x="2056917" y="2181371"/>
                  </a:lnTo>
                  <a:lnTo>
                    <a:pt x="2073665" y="2099156"/>
                  </a:lnTo>
                  <a:close/>
                  <a:moveTo>
                    <a:pt x="1636076" y="1605866"/>
                  </a:moveTo>
                  <a:lnTo>
                    <a:pt x="1652475" y="1567429"/>
                  </a:lnTo>
                  <a:lnTo>
                    <a:pt x="1614625" y="1688081"/>
                  </a:lnTo>
                  <a:close/>
                  <a:moveTo>
                    <a:pt x="1652475" y="1567429"/>
                  </a:moveTo>
                  <a:lnTo>
                    <a:pt x="1636076" y="1605866"/>
                  </a:lnTo>
                  <a:lnTo>
                    <a:pt x="1615127" y="1523650"/>
                  </a:lnTo>
                  <a:close/>
                  <a:moveTo>
                    <a:pt x="975486" y="765993"/>
                  </a:moveTo>
                  <a:lnTo>
                    <a:pt x="998166" y="865929"/>
                  </a:lnTo>
                  <a:lnTo>
                    <a:pt x="1017044" y="857920"/>
                  </a:lnTo>
                  <a:close/>
                  <a:moveTo>
                    <a:pt x="1054668" y="783715"/>
                  </a:moveTo>
                  <a:lnTo>
                    <a:pt x="1062552" y="745278"/>
                  </a:lnTo>
                  <a:lnTo>
                    <a:pt x="1047120" y="755167"/>
                  </a:lnTo>
                  <a:close/>
                  <a:moveTo>
                    <a:pt x="1059255" y="663063"/>
                  </a:moveTo>
                  <a:lnTo>
                    <a:pt x="1062552" y="745278"/>
                  </a:lnTo>
                  <a:lnTo>
                    <a:pt x="1042654" y="701499"/>
                  </a:lnTo>
                  <a:close/>
                  <a:moveTo>
                    <a:pt x="1460619" y="1186540"/>
                  </a:moveTo>
                  <a:lnTo>
                    <a:pt x="1419152" y="1122910"/>
                  </a:lnTo>
                  <a:lnTo>
                    <a:pt x="1391776" y="1156353"/>
                  </a:lnTo>
                  <a:close/>
                  <a:moveTo>
                    <a:pt x="1571286" y="1106441"/>
                  </a:moveTo>
                  <a:lnTo>
                    <a:pt x="1634255" y="1063216"/>
                  </a:lnTo>
                  <a:lnTo>
                    <a:pt x="1613790" y="105015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09" name="Candidate_density__2028">
              <a:extLst>
                <a:ext uri="{FF2B5EF4-FFF2-40B4-BE49-F238E27FC236}">
                  <a16:creationId xmlns:a16="http://schemas.microsoft.com/office/drawing/2014/main" id="{A84C9ADA-6EE6-41ED-1A16-6314A1857D55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2093697"/>
              <a:ext cx="2162669" cy="2953731"/>
            </a:xfrm>
            <a:custGeom>
              <a:avLst/>
              <a:gdLst/>
              <a:ahLst/>
              <a:cxnLst/>
              <a:rect l="0" t="0" r="0" b="0"/>
              <a:pathLst>
                <a:path w="2162669" h="2953731">
                  <a:moveTo>
                    <a:pt x="0" y="2316104"/>
                  </a:moveTo>
                  <a:lnTo>
                    <a:pt x="86509" y="2406459"/>
                  </a:lnTo>
                  <a:lnTo>
                    <a:pt x="58399" y="2373891"/>
                  </a:lnTo>
                  <a:close/>
                  <a:moveTo>
                    <a:pt x="610071" y="2784233"/>
                  </a:moveTo>
                  <a:lnTo>
                    <a:pt x="527731" y="2759139"/>
                  </a:lnTo>
                  <a:lnTo>
                    <a:pt x="598945" y="2784966"/>
                  </a:lnTo>
                  <a:close/>
                  <a:moveTo>
                    <a:pt x="432734" y="2467417"/>
                  </a:moveTo>
                  <a:lnTo>
                    <a:pt x="460406" y="2417669"/>
                  </a:lnTo>
                  <a:lnTo>
                    <a:pt x="468856" y="2438078"/>
                  </a:lnTo>
                  <a:close/>
                  <a:moveTo>
                    <a:pt x="466627" y="2479390"/>
                  </a:moveTo>
                  <a:lnTo>
                    <a:pt x="432734" y="2467417"/>
                  </a:lnTo>
                  <a:lnTo>
                    <a:pt x="378915" y="2417669"/>
                  </a:lnTo>
                  <a:close/>
                  <a:moveTo>
                    <a:pt x="542147" y="2461448"/>
                  </a:moveTo>
                  <a:lnTo>
                    <a:pt x="461093" y="2383797"/>
                  </a:lnTo>
                  <a:lnTo>
                    <a:pt x="460406" y="2417669"/>
                  </a:lnTo>
                  <a:close/>
                  <a:moveTo>
                    <a:pt x="460406" y="2417669"/>
                  </a:moveTo>
                  <a:lnTo>
                    <a:pt x="432734" y="2467417"/>
                  </a:lnTo>
                  <a:lnTo>
                    <a:pt x="542147" y="2461448"/>
                  </a:lnTo>
                  <a:close/>
                  <a:moveTo>
                    <a:pt x="1079599" y="2945160"/>
                  </a:moveTo>
                  <a:lnTo>
                    <a:pt x="1030198" y="2924730"/>
                  </a:lnTo>
                  <a:lnTo>
                    <a:pt x="1125106" y="2953731"/>
                  </a:lnTo>
                  <a:close/>
                  <a:moveTo>
                    <a:pt x="1039583" y="2751872"/>
                  </a:moveTo>
                  <a:lnTo>
                    <a:pt x="1004587" y="2669657"/>
                  </a:lnTo>
                  <a:lnTo>
                    <a:pt x="991862" y="2755712"/>
                  </a:lnTo>
                  <a:close/>
                  <a:moveTo>
                    <a:pt x="1004587" y="2669657"/>
                  </a:moveTo>
                  <a:lnTo>
                    <a:pt x="959360" y="2682043"/>
                  </a:lnTo>
                  <a:lnTo>
                    <a:pt x="991862" y="2755712"/>
                  </a:lnTo>
                  <a:close/>
                  <a:moveTo>
                    <a:pt x="991862" y="2755712"/>
                  </a:moveTo>
                  <a:lnTo>
                    <a:pt x="959360" y="2682043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905622" y="2669657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1004587" y="2669657"/>
                  </a:lnTo>
                  <a:lnTo>
                    <a:pt x="963883" y="2629604"/>
                  </a:lnTo>
                  <a:close/>
                  <a:moveTo>
                    <a:pt x="905622" y="2669657"/>
                  </a:moveTo>
                  <a:lnTo>
                    <a:pt x="959360" y="2682043"/>
                  </a:lnTo>
                  <a:lnTo>
                    <a:pt x="963883" y="2629604"/>
                  </a:lnTo>
                  <a:close/>
                  <a:moveTo>
                    <a:pt x="660611" y="2342777"/>
                  </a:moveTo>
                  <a:lnTo>
                    <a:pt x="570593" y="2455460"/>
                  </a:lnTo>
                  <a:lnTo>
                    <a:pt x="664936" y="2439352"/>
                  </a:lnTo>
                  <a:close/>
                  <a:moveTo>
                    <a:pt x="664936" y="2439352"/>
                  </a:moveTo>
                  <a:lnTo>
                    <a:pt x="720434" y="2354733"/>
                  </a:lnTo>
                  <a:lnTo>
                    <a:pt x="660611" y="2342777"/>
                  </a:lnTo>
                  <a:close/>
                  <a:moveTo>
                    <a:pt x="1192916" y="2928602"/>
                  </a:moveTo>
                  <a:lnTo>
                    <a:pt x="1230947" y="2877866"/>
                  </a:lnTo>
                  <a:lnTo>
                    <a:pt x="1215490" y="2895275"/>
                  </a:lnTo>
                  <a:close/>
                  <a:moveTo>
                    <a:pt x="1004587" y="2669657"/>
                  </a:moveTo>
                  <a:lnTo>
                    <a:pt x="1076875" y="2747191"/>
                  </a:lnTo>
                  <a:lnTo>
                    <a:pt x="1077097" y="2646917"/>
                  </a:lnTo>
                  <a:close/>
                  <a:moveTo>
                    <a:pt x="1004587" y="2669657"/>
                  </a:moveTo>
                  <a:lnTo>
                    <a:pt x="1039583" y="2751872"/>
                  </a:lnTo>
                  <a:lnTo>
                    <a:pt x="1076875" y="2747191"/>
                  </a:lnTo>
                  <a:close/>
                  <a:moveTo>
                    <a:pt x="1213916" y="2791914"/>
                  </a:moveTo>
                  <a:lnTo>
                    <a:pt x="1214587" y="2795917"/>
                  </a:lnTo>
                  <a:lnTo>
                    <a:pt x="1214511" y="2795651"/>
                  </a:lnTo>
                  <a:close/>
                  <a:moveTo>
                    <a:pt x="905622" y="2669657"/>
                  </a:moveTo>
                  <a:lnTo>
                    <a:pt x="963883" y="2629604"/>
                  </a:lnTo>
                  <a:lnTo>
                    <a:pt x="900866" y="2669006"/>
                  </a:lnTo>
                  <a:close/>
                  <a:moveTo>
                    <a:pt x="1077097" y="2646917"/>
                  </a:moveTo>
                  <a:lnTo>
                    <a:pt x="963883" y="2629604"/>
                  </a:lnTo>
                  <a:lnTo>
                    <a:pt x="1004587" y="2669657"/>
                  </a:lnTo>
                  <a:close/>
                  <a:moveTo>
                    <a:pt x="445159" y="1896289"/>
                  </a:moveTo>
                  <a:lnTo>
                    <a:pt x="406483" y="2011936"/>
                  </a:lnTo>
                  <a:lnTo>
                    <a:pt x="434583" y="2004980"/>
                  </a:lnTo>
                  <a:close/>
                  <a:moveTo>
                    <a:pt x="469035" y="2011936"/>
                  </a:moveTo>
                  <a:lnTo>
                    <a:pt x="445159" y="1896289"/>
                  </a:lnTo>
                  <a:lnTo>
                    <a:pt x="434583" y="2004980"/>
                  </a:lnTo>
                  <a:close/>
                  <a:moveTo>
                    <a:pt x="468149" y="1929721"/>
                  </a:moveTo>
                  <a:lnTo>
                    <a:pt x="445159" y="1896289"/>
                  </a:lnTo>
                  <a:lnTo>
                    <a:pt x="469035" y="2011936"/>
                  </a:lnTo>
                  <a:close/>
                  <a:moveTo>
                    <a:pt x="469294" y="1891284"/>
                  </a:moveTo>
                  <a:lnTo>
                    <a:pt x="490699" y="1919859"/>
                  </a:lnTo>
                  <a:lnTo>
                    <a:pt x="534844" y="1924923"/>
                  </a:lnTo>
                  <a:close/>
                  <a:moveTo>
                    <a:pt x="490699" y="1919859"/>
                  </a:moveTo>
                  <a:lnTo>
                    <a:pt x="469294" y="1891284"/>
                  </a:lnTo>
                  <a:lnTo>
                    <a:pt x="514599" y="1849230"/>
                  </a:lnTo>
                  <a:close/>
                  <a:moveTo>
                    <a:pt x="349289" y="1813546"/>
                  </a:moveTo>
                  <a:lnTo>
                    <a:pt x="437741" y="1891284"/>
                  </a:lnTo>
                  <a:lnTo>
                    <a:pt x="445159" y="1896289"/>
                  </a:lnTo>
                  <a:close/>
                  <a:moveTo>
                    <a:pt x="1230947" y="2877866"/>
                  </a:moveTo>
                  <a:lnTo>
                    <a:pt x="1214587" y="2795917"/>
                  </a:lnTo>
                  <a:lnTo>
                    <a:pt x="1215490" y="2895275"/>
                  </a:lnTo>
                  <a:close/>
                  <a:moveTo>
                    <a:pt x="1230947" y="2877866"/>
                  </a:moveTo>
                  <a:lnTo>
                    <a:pt x="1214511" y="2795651"/>
                  </a:lnTo>
                  <a:lnTo>
                    <a:pt x="1214587" y="2795917"/>
                  </a:lnTo>
                  <a:close/>
                  <a:moveTo>
                    <a:pt x="469294" y="1891284"/>
                  </a:moveTo>
                  <a:lnTo>
                    <a:pt x="536196" y="1782778"/>
                  </a:lnTo>
                  <a:lnTo>
                    <a:pt x="514599" y="1849230"/>
                  </a:lnTo>
                  <a:close/>
                  <a:moveTo>
                    <a:pt x="1375955" y="2625233"/>
                  </a:moveTo>
                  <a:lnTo>
                    <a:pt x="1420168" y="2636563"/>
                  </a:lnTo>
                  <a:lnTo>
                    <a:pt x="1422362" y="2648092"/>
                  </a:lnTo>
                  <a:close/>
                  <a:moveTo>
                    <a:pt x="1352481" y="2600925"/>
                  </a:moveTo>
                  <a:lnTo>
                    <a:pt x="1420168" y="2636563"/>
                  </a:lnTo>
                  <a:lnTo>
                    <a:pt x="1375955" y="2625233"/>
                  </a:lnTo>
                  <a:close/>
                  <a:moveTo>
                    <a:pt x="1378530" y="2592784"/>
                  </a:moveTo>
                  <a:lnTo>
                    <a:pt x="1422362" y="2648092"/>
                  </a:lnTo>
                  <a:lnTo>
                    <a:pt x="1490655" y="2636563"/>
                  </a:lnTo>
                  <a:close/>
                  <a:moveTo>
                    <a:pt x="653747" y="1747803"/>
                  </a:moveTo>
                  <a:lnTo>
                    <a:pt x="558305" y="1764804"/>
                  </a:lnTo>
                  <a:lnTo>
                    <a:pt x="680519" y="1760516"/>
                  </a:lnTo>
                  <a:close/>
                  <a:moveTo>
                    <a:pt x="1490655" y="2636563"/>
                  </a:moveTo>
                  <a:lnTo>
                    <a:pt x="1515546" y="2653281"/>
                  </a:lnTo>
                  <a:lnTo>
                    <a:pt x="1516017" y="2632544"/>
                  </a:lnTo>
                  <a:close/>
                  <a:moveTo>
                    <a:pt x="1449791" y="2554347"/>
                  </a:moveTo>
                  <a:lnTo>
                    <a:pt x="1516017" y="2632544"/>
                  </a:lnTo>
                  <a:lnTo>
                    <a:pt x="1468476" y="2540750"/>
                  </a:lnTo>
                  <a:close/>
                  <a:moveTo>
                    <a:pt x="1490655" y="2636563"/>
                  </a:moveTo>
                  <a:lnTo>
                    <a:pt x="1516017" y="2632544"/>
                  </a:lnTo>
                  <a:lnTo>
                    <a:pt x="1449791" y="2554347"/>
                  </a:lnTo>
                  <a:close/>
                  <a:moveTo>
                    <a:pt x="1516017" y="2632544"/>
                  </a:moveTo>
                  <a:lnTo>
                    <a:pt x="1515546" y="2653281"/>
                  </a:lnTo>
                  <a:lnTo>
                    <a:pt x="1520901" y="2636563"/>
                  </a:lnTo>
                  <a:close/>
                  <a:moveTo>
                    <a:pt x="1433465" y="2538973"/>
                  </a:moveTo>
                  <a:lnTo>
                    <a:pt x="1484710" y="2537992"/>
                  </a:lnTo>
                  <a:lnTo>
                    <a:pt x="1449791" y="2554347"/>
                  </a:lnTo>
                  <a:close/>
                  <a:moveTo>
                    <a:pt x="1267370" y="2389918"/>
                  </a:moveTo>
                  <a:lnTo>
                    <a:pt x="1307277" y="2431916"/>
                  </a:lnTo>
                  <a:lnTo>
                    <a:pt x="1316523" y="2373268"/>
                  </a:lnTo>
                  <a:close/>
                  <a:moveTo>
                    <a:pt x="814446" y="1978027"/>
                  </a:moveTo>
                  <a:lnTo>
                    <a:pt x="896345" y="1972037"/>
                  </a:lnTo>
                  <a:lnTo>
                    <a:pt x="881985" y="1956447"/>
                  </a:lnTo>
                  <a:close/>
                  <a:moveTo>
                    <a:pt x="1491742" y="2349082"/>
                  </a:moveTo>
                  <a:lnTo>
                    <a:pt x="1490610" y="2351481"/>
                  </a:lnTo>
                  <a:lnTo>
                    <a:pt x="1536552" y="2301415"/>
                  </a:lnTo>
                  <a:close/>
                  <a:moveTo>
                    <a:pt x="1537537" y="2230829"/>
                  </a:moveTo>
                  <a:lnTo>
                    <a:pt x="1581560" y="2254490"/>
                  </a:lnTo>
                  <a:lnTo>
                    <a:pt x="1554506" y="2200884"/>
                  </a:lnTo>
                  <a:close/>
                  <a:moveTo>
                    <a:pt x="1647137" y="2286261"/>
                  </a:moveTo>
                  <a:lnTo>
                    <a:pt x="1654656" y="2249126"/>
                  </a:lnTo>
                  <a:lnTo>
                    <a:pt x="1537537" y="2230829"/>
                  </a:lnTo>
                  <a:close/>
                  <a:moveTo>
                    <a:pt x="1537537" y="2230829"/>
                  </a:moveTo>
                  <a:lnTo>
                    <a:pt x="1554506" y="2200884"/>
                  </a:lnTo>
                  <a:lnTo>
                    <a:pt x="1522430" y="2126870"/>
                  </a:lnTo>
                  <a:close/>
                  <a:moveTo>
                    <a:pt x="1888470" y="2350799"/>
                  </a:moveTo>
                  <a:lnTo>
                    <a:pt x="1868199" y="2327819"/>
                  </a:lnTo>
                  <a:lnTo>
                    <a:pt x="1923893" y="2419785"/>
                  </a:lnTo>
                  <a:close/>
                  <a:moveTo>
                    <a:pt x="1967124" y="2366218"/>
                  </a:moveTo>
                  <a:lnTo>
                    <a:pt x="1888470" y="2350799"/>
                  </a:lnTo>
                  <a:lnTo>
                    <a:pt x="1923893" y="2419785"/>
                  </a:lnTo>
                  <a:close/>
                  <a:moveTo>
                    <a:pt x="1862847" y="2318386"/>
                  </a:moveTo>
                  <a:lnTo>
                    <a:pt x="1868199" y="2327819"/>
                  </a:lnTo>
                  <a:lnTo>
                    <a:pt x="1888470" y="2350799"/>
                  </a:lnTo>
                  <a:close/>
                  <a:moveTo>
                    <a:pt x="1862847" y="2318386"/>
                  </a:moveTo>
                  <a:lnTo>
                    <a:pt x="1821579" y="2236171"/>
                  </a:lnTo>
                  <a:lnTo>
                    <a:pt x="1824770" y="2263033"/>
                  </a:lnTo>
                  <a:close/>
                  <a:moveTo>
                    <a:pt x="2131690" y="2487641"/>
                  </a:moveTo>
                  <a:lnTo>
                    <a:pt x="2077829" y="2501468"/>
                  </a:lnTo>
                  <a:lnTo>
                    <a:pt x="2092964" y="2444380"/>
                  </a:lnTo>
                  <a:close/>
                  <a:moveTo>
                    <a:pt x="2077829" y="2501468"/>
                  </a:moveTo>
                  <a:lnTo>
                    <a:pt x="2131690" y="2487641"/>
                  </a:lnTo>
                  <a:lnTo>
                    <a:pt x="2104003" y="2482817"/>
                  </a:lnTo>
                  <a:close/>
                  <a:moveTo>
                    <a:pt x="2131690" y="2487641"/>
                  </a:moveTo>
                  <a:lnTo>
                    <a:pt x="2135314" y="2444380"/>
                  </a:lnTo>
                  <a:lnTo>
                    <a:pt x="2104003" y="2482817"/>
                  </a:lnTo>
                  <a:close/>
                  <a:moveTo>
                    <a:pt x="1996470" y="2284128"/>
                  </a:moveTo>
                  <a:lnTo>
                    <a:pt x="1967124" y="2366218"/>
                  </a:lnTo>
                  <a:lnTo>
                    <a:pt x="2088274" y="2370177"/>
                  </a:lnTo>
                  <a:close/>
                  <a:moveTo>
                    <a:pt x="2088274" y="2370177"/>
                  </a:moveTo>
                  <a:lnTo>
                    <a:pt x="2111732" y="2362165"/>
                  </a:lnTo>
                  <a:lnTo>
                    <a:pt x="2162669" y="2324810"/>
                  </a:lnTo>
                  <a:close/>
                  <a:moveTo>
                    <a:pt x="1862847" y="2318386"/>
                  </a:moveTo>
                  <a:lnTo>
                    <a:pt x="1888470" y="2350799"/>
                  </a:lnTo>
                  <a:lnTo>
                    <a:pt x="1897602" y="2303915"/>
                  </a:lnTo>
                  <a:close/>
                  <a:moveTo>
                    <a:pt x="1821579" y="2236171"/>
                  </a:moveTo>
                  <a:lnTo>
                    <a:pt x="1862847" y="2318386"/>
                  </a:lnTo>
                  <a:lnTo>
                    <a:pt x="1845411" y="2197735"/>
                  </a:lnTo>
                  <a:close/>
                  <a:moveTo>
                    <a:pt x="1804479" y="1951089"/>
                  </a:moveTo>
                  <a:lnTo>
                    <a:pt x="1748549" y="1868874"/>
                  </a:lnTo>
                  <a:lnTo>
                    <a:pt x="1742937" y="1989526"/>
                  </a:lnTo>
                  <a:close/>
                  <a:moveTo>
                    <a:pt x="1184211" y="1453097"/>
                  </a:moveTo>
                  <a:lnTo>
                    <a:pt x="1196690" y="1409177"/>
                  </a:lnTo>
                  <a:lnTo>
                    <a:pt x="1193251" y="1423439"/>
                  </a:lnTo>
                  <a:close/>
                  <a:moveTo>
                    <a:pt x="1112599" y="1211154"/>
                  </a:moveTo>
                  <a:lnTo>
                    <a:pt x="1090125" y="1134943"/>
                  </a:lnTo>
                  <a:lnTo>
                    <a:pt x="1114415" y="1215288"/>
                  </a:lnTo>
                  <a:close/>
                  <a:moveTo>
                    <a:pt x="1112599" y="1211154"/>
                  </a:moveTo>
                  <a:lnTo>
                    <a:pt x="1087502" y="1128939"/>
                  </a:lnTo>
                  <a:lnTo>
                    <a:pt x="1090125" y="1134943"/>
                  </a:lnTo>
                  <a:close/>
                  <a:moveTo>
                    <a:pt x="2095659" y="2264081"/>
                  </a:moveTo>
                  <a:lnTo>
                    <a:pt x="2111732" y="2362165"/>
                  </a:lnTo>
                  <a:lnTo>
                    <a:pt x="2104289" y="2357157"/>
                  </a:lnTo>
                  <a:close/>
                  <a:moveTo>
                    <a:pt x="1797374" y="1858463"/>
                  </a:moveTo>
                  <a:lnTo>
                    <a:pt x="1755126" y="1858691"/>
                  </a:lnTo>
                  <a:lnTo>
                    <a:pt x="1831666" y="1912653"/>
                  </a:lnTo>
                  <a:close/>
                  <a:moveTo>
                    <a:pt x="1831666" y="1912653"/>
                  </a:moveTo>
                  <a:lnTo>
                    <a:pt x="1755126" y="1858691"/>
                  </a:lnTo>
                  <a:lnTo>
                    <a:pt x="1748549" y="1868874"/>
                  </a:lnTo>
                  <a:close/>
                  <a:moveTo>
                    <a:pt x="1831666" y="1912653"/>
                  </a:moveTo>
                  <a:lnTo>
                    <a:pt x="1748549" y="1868874"/>
                  </a:lnTo>
                  <a:lnTo>
                    <a:pt x="1804479" y="1951089"/>
                  </a:lnTo>
                  <a:close/>
                  <a:moveTo>
                    <a:pt x="1492416" y="1350533"/>
                  </a:moveTo>
                  <a:lnTo>
                    <a:pt x="1430580" y="1340213"/>
                  </a:lnTo>
                  <a:lnTo>
                    <a:pt x="1494816" y="1448674"/>
                  </a:lnTo>
                  <a:close/>
                  <a:moveTo>
                    <a:pt x="1047282" y="1046723"/>
                  </a:moveTo>
                  <a:lnTo>
                    <a:pt x="1042686" y="987413"/>
                  </a:lnTo>
                  <a:lnTo>
                    <a:pt x="1073989" y="926072"/>
                  </a:lnTo>
                  <a:close/>
                  <a:moveTo>
                    <a:pt x="1047282" y="1046723"/>
                  </a:moveTo>
                  <a:lnTo>
                    <a:pt x="1073989" y="926072"/>
                  </a:lnTo>
                  <a:lnTo>
                    <a:pt x="1039863" y="964508"/>
                  </a:lnTo>
                  <a:close/>
                  <a:moveTo>
                    <a:pt x="252419" y="30048"/>
                  </a:moveTo>
                  <a:lnTo>
                    <a:pt x="332411" y="25608"/>
                  </a:lnTo>
                  <a:lnTo>
                    <a:pt x="273847" y="0"/>
                  </a:lnTo>
                  <a:close/>
                  <a:moveTo>
                    <a:pt x="1766222" y="1830438"/>
                  </a:moveTo>
                  <a:lnTo>
                    <a:pt x="1755126" y="1858691"/>
                  </a:lnTo>
                  <a:lnTo>
                    <a:pt x="1797374" y="1858463"/>
                  </a:lnTo>
                  <a:close/>
                  <a:moveTo>
                    <a:pt x="1710805" y="1534797"/>
                  </a:moveTo>
                  <a:lnTo>
                    <a:pt x="1844655" y="1541374"/>
                  </a:lnTo>
                  <a:lnTo>
                    <a:pt x="1757273" y="1493327"/>
                  </a:lnTo>
                  <a:close/>
                  <a:moveTo>
                    <a:pt x="1840477" y="1549619"/>
                  </a:moveTo>
                  <a:lnTo>
                    <a:pt x="1861086" y="1545356"/>
                  </a:lnTo>
                  <a:lnTo>
                    <a:pt x="1844655" y="1541374"/>
                  </a:lnTo>
                  <a:close/>
                  <a:moveTo>
                    <a:pt x="1688429" y="1463141"/>
                  </a:moveTo>
                  <a:lnTo>
                    <a:pt x="1625044" y="1403393"/>
                  </a:lnTo>
                  <a:lnTo>
                    <a:pt x="1658771" y="1419362"/>
                  </a:lnTo>
                  <a:close/>
                  <a:moveTo>
                    <a:pt x="1688429" y="1463141"/>
                  </a:moveTo>
                  <a:lnTo>
                    <a:pt x="1658771" y="1419362"/>
                  </a:lnTo>
                  <a:lnTo>
                    <a:pt x="1665476" y="1501577"/>
                  </a:lnTo>
                  <a:close/>
                  <a:moveTo>
                    <a:pt x="1200711" y="905446"/>
                  </a:moveTo>
                  <a:lnTo>
                    <a:pt x="1124835" y="906540"/>
                  </a:lnTo>
                  <a:lnTo>
                    <a:pt x="1239655" y="951327"/>
                  </a:lnTo>
                  <a:close/>
                  <a:moveTo>
                    <a:pt x="1260191" y="917682"/>
                  </a:moveTo>
                  <a:lnTo>
                    <a:pt x="1200711" y="905446"/>
                  </a:lnTo>
                  <a:lnTo>
                    <a:pt x="1312633" y="945523"/>
                  </a:lnTo>
                  <a:close/>
                  <a:moveTo>
                    <a:pt x="1200711" y="905446"/>
                  </a:moveTo>
                  <a:lnTo>
                    <a:pt x="1239655" y="951327"/>
                  </a:lnTo>
                  <a:lnTo>
                    <a:pt x="1312633" y="945523"/>
                  </a:lnTo>
                  <a:close/>
                  <a:moveTo>
                    <a:pt x="1569934" y="1350213"/>
                  </a:moveTo>
                  <a:lnTo>
                    <a:pt x="1625044" y="1403393"/>
                  </a:lnTo>
                  <a:lnTo>
                    <a:pt x="1558430" y="1396956"/>
                  </a:lnTo>
                  <a:close/>
                  <a:moveTo>
                    <a:pt x="1335311" y="956703"/>
                  </a:moveTo>
                  <a:lnTo>
                    <a:pt x="1355908" y="969850"/>
                  </a:lnTo>
                  <a:lnTo>
                    <a:pt x="1312633" y="945523"/>
                  </a:lnTo>
                  <a:close/>
                  <a:moveTo>
                    <a:pt x="1837887" y="1364326"/>
                  </a:moveTo>
                  <a:lnTo>
                    <a:pt x="1846579" y="1424705"/>
                  </a:lnTo>
                  <a:lnTo>
                    <a:pt x="1867939" y="1413229"/>
                  </a:lnTo>
                  <a:close/>
                  <a:moveTo>
                    <a:pt x="1793070" y="1227290"/>
                  </a:moveTo>
                  <a:lnTo>
                    <a:pt x="1869139" y="1226040"/>
                  </a:lnTo>
                  <a:lnTo>
                    <a:pt x="1818402" y="1228019"/>
                  </a:lnTo>
                  <a:close/>
                  <a:moveTo>
                    <a:pt x="1869139" y="1226040"/>
                  </a:moveTo>
                  <a:lnTo>
                    <a:pt x="1793070" y="1227290"/>
                  </a:lnTo>
                  <a:lnTo>
                    <a:pt x="1880242" y="124402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10" name="Candidate_density__2029">
              <a:extLst>
                <a:ext uri="{FF2B5EF4-FFF2-40B4-BE49-F238E27FC236}">
                  <a16:creationId xmlns:a16="http://schemas.microsoft.com/office/drawing/2014/main" id="{47F1D6EF-F771-7158-D76C-BCC2AAA258BB}"/>
                </a:ext>
              </a:extLst>
            </p:cNvPr>
            <p:cNvSpPr>
              <a:spLocks noGrp="1"/>
            </p:cNvSpPr>
            <p:nvPr/>
          </p:nvSpPr>
          <p:spPr>
            <a:xfrm>
              <a:off x="4490746" y="2989537"/>
              <a:ext cx="2182857" cy="1586977"/>
            </a:xfrm>
            <a:custGeom>
              <a:avLst/>
              <a:gdLst/>
              <a:ahLst/>
              <a:cxnLst/>
              <a:rect l="0" t="0" r="0" b="0"/>
              <a:pathLst>
                <a:path w="2182857" h="1586977">
                  <a:moveTo>
                    <a:pt x="0" y="1352057"/>
                  </a:moveTo>
                  <a:lnTo>
                    <a:pt x="19337" y="1434272"/>
                  </a:lnTo>
                  <a:lnTo>
                    <a:pt x="19357" y="1314883"/>
                  </a:lnTo>
                  <a:close/>
                  <a:moveTo>
                    <a:pt x="19337" y="1434272"/>
                  </a:moveTo>
                  <a:lnTo>
                    <a:pt x="12852" y="1420264"/>
                  </a:lnTo>
                  <a:lnTo>
                    <a:pt x="19357" y="1314883"/>
                  </a:lnTo>
                  <a:close/>
                  <a:moveTo>
                    <a:pt x="72639" y="1231405"/>
                  </a:moveTo>
                  <a:lnTo>
                    <a:pt x="71543" y="1232957"/>
                  </a:lnTo>
                  <a:lnTo>
                    <a:pt x="20618" y="1312528"/>
                  </a:lnTo>
                  <a:close/>
                  <a:moveTo>
                    <a:pt x="71543" y="1232957"/>
                  </a:moveTo>
                  <a:lnTo>
                    <a:pt x="32018" y="1291691"/>
                  </a:lnTo>
                  <a:lnTo>
                    <a:pt x="20618" y="1312528"/>
                  </a:lnTo>
                  <a:close/>
                  <a:moveTo>
                    <a:pt x="20618" y="1312528"/>
                  </a:moveTo>
                  <a:lnTo>
                    <a:pt x="32018" y="1291691"/>
                  </a:lnTo>
                  <a:lnTo>
                    <a:pt x="19357" y="1314883"/>
                  </a:lnTo>
                  <a:close/>
                  <a:moveTo>
                    <a:pt x="19357" y="1314883"/>
                  </a:moveTo>
                  <a:lnTo>
                    <a:pt x="32018" y="1291691"/>
                  </a:lnTo>
                  <a:lnTo>
                    <a:pt x="0" y="1352057"/>
                  </a:lnTo>
                  <a:close/>
                  <a:moveTo>
                    <a:pt x="156383" y="1262814"/>
                  </a:moveTo>
                  <a:lnTo>
                    <a:pt x="74946" y="1230191"/>
                  </a:lnTo>
                  <a:lnTo>
                    <a:pt x="135826" y="1249408"/>
                  </a:lnTo>
                  <a:close/>
                  <a:moveTo>
                    <a:pt x="135826" y="1249408"/>
                  </a:moveTo>
                  <a:lnTo>
                    <a:pt x="170708" y="1192969"/>
                  </a:lnTo>
                  <a:lnTo>
                    <a:pt x="156383" y="1262814"/>
                  </a:lnTo>
                  <a:close/>
                  <a:moveTo>
                    <a:pt x="73215" y="1230518"/>
                  </a:moveTo>
                  <a:lnTo>
                    <a:pt x="72639" y="1231405"/>
                  </a:lnTo>
                  <a:lnTo>
                    <a:pt x="74946" y="1230191"/>
                  </a:lnTo>
                  <a:close/>
                  <a:moveTo>
                    <a:pt x="445586" y="1571577"/>
                  </a:moveTo>
                  <a:lnTo>
                    <a:pt x="479479" y="1583550"/>
                  </a:lnTo>
                  <a:lnTo>
                    <a:pt x="554999" y="1565608"/>
                  </a:lnTo>
                  <a:close/>
                  <a:moveTo>
                    <a:pt x="184886" y="1154181"/>
                  </a:moveTo>
                  <a:lnTo>
                    <a:pt x="219326" y="1173404"/>
                  </a:lnTo>
                  <a:lnTo>
                    <a:pt x="210636" y="1110754"/>
                  </a:lnTo>
                  <a:close/>
                  <a:moveTo>
                    <a:pt x="210636" y="1110754"/>
                  </a:moveTo>
                  <a:lnTo>
                    <a:pt x="219326" y="1173404"/>
                  </a:lnTo>
                  <a:lnTo>
                    <a:pt x="257393" y="1154532"/>
                  </a:lnTo>
                  <a:close/>
                  <a:moveTo>
                    <a:pt x="210636" y="1110754"/>
                  </a:moveTo>
                  <a:lnTo>
                    <a:pt x="257393" y="1154532"/>
                  </a:lnTo>
                  <a:lnTo>
                    <a:pt x="222481" y="1072317"/>
                  </a:lnTo>
                  <a:close/>
                  <a:moveTo>
                    <a:pt x="419335" y="1116096"/>
                  </a:moveTo>
                  <a:lnTo>
                    <a:pt x="350517" y="1127340"/>
                  </a:lnTo>
                  <a:lnTo>
                    <a:pt x="383423" y="1200681"/>
                  </a:lnTo>
                  <a:close/>
                  <a:moveTo>
                    <a:pt x="350517" y="1127340"/>
                  </a:moveTo>
                  <a:lnTo>
                    <a:pt x="419335" y="1116096"/>
                  </a:lnTo>
                  <a:lnTo>
                    <a:pt x="359771" y="1098981"/>
                  </a:lnTo>
                  <a:close/>
                  <a:moveTo>
                    <a:pt x="258121" y="990102"/>
                  </a:moveTo>
                  <a:lnTo>
                    <a:pt x="222481" y="1072317"/>
                  </a:lnTo>
                  <a:lnTo>
                    <a:pt x="284898" y="1033881"/>
                  </a:lnTo>
                  <a:close/>
                  <a:moveTo>
                    <a:pt x="258121" y="990102"/>
                  </a:moveTo>
                  <a:lnTo>
                    <a:pt x="284898" y="1033881"/>
                  </a:lnTo>
                  <a:lnTo>
                    <a:pt x="274835" y="951666"/>
                  </a:lnTo>
                  <a:close/>
                  <a:moveTo>
                    <a:pt x="304873" y="893728"/>
                  </a:moveTo>
                  <a:lnTo>
                    <a:pt x="274835" y="951666"/>
                  </a:lnTo>
                  <a:lnTo>
                    <a:pt x="362141" y="917706"/>
                  </a:lnTo>
                  <a:close/>
                  <a:moveTo>
                    <a:pt x="547334" y="874792"/>
                  </a:moveTo>
                  <a:lnTo>
                    <a:pt x="549048" y="886938"/>
                  </a:lnTo>
                  <a:lnTo>
                    <a:pt x="482146" y="995444"/>
                  </a:lnTo>
                  <a:close/>
                  <a:moveTo>
                    <a:pt x="2024840" y="1504762"/>
                  </a:moveTo>
                  <a:lnTo>
                    <a:pt x="1979976" y="1470378"/>
                  </a:lnTo>
                  <a:lnTo>
                    <a:pt x="1936745" y="1523945"/>
                  </a:lnTo>
                  <a:close/>
                  <a:moveTo>
                    <a:pt x="2024840" y="1504762"/>
                  </a:moveTo>
                  <a:lnTo>
                    <a:pt x="2077697" y="1557086"/>
                  </a:lnTo>
                  <a:lnTo>
                    <a:pt x="2101126" y="1474337"/>
                  </a:lnTo>
                  <a:close/>
                  <a:moveTo>
                    <a:pt x="2101126" y="1474337"/>
                  </a:moveTo>
                  <a:lnTo>
                    <a:pt x="2077697" y="1557086"/>
                  </a:lnTo>
                  <a:lnTo>
                    <a:pt x="2124583" y="1466325"/>
                  </a:lnTo>
                  <a:close/>
                  <a:moveTo>
                    <a:pt x="2124583" y="1466325"/>
                  </a:moveTo>
                  <a:lnTo>
                    <a:pt x="2077697" y="1557086"/>
                  </a:lnTo>
                  <a:lnTo>
                    <a:pt x="2116855" y="1586977"/>
                  </a:lnTo>
                  <a:close/>
                  <a:moveTo>
                    <a:pt x="2124583" y="1466325"/>
                  </a:moveTo>
                  <a:lnTo>
                    <a:pt x="2116855" y="1586977"/>
                  </a:lnTo>
                  <a:lnTo>
                    <a:pt x="2148166" y="1548540"/>
                  </a:lnTo>
                  <a:close/>
                  <a:moveTo>
                    <a:pt x="2101126" y="1474337"/>
                  </a:moveTo>
                  <a:lnTo>
                    <a:pt x="1979976" y="1470378"/>
                  </a:lnTo>
                  <a:lnTo>
                    <a:pt x="2024840" y="1504762"/>
                  </a:lnTo>
                  <a:close/>
                  <a:moveTo>
                    <a:pt x="2182857" y="1510104"/>
                  </a:moveTo>
                  <a:lnTo>
                    <a:pt x="2117141" y="1461317"/>
                  </a:lnTo>
                  <a:lnTo>
                    <a:pt x="2124583" y="1466325"/>
                  </a:lnTo>
                  <a:close/>
                  <a:moveTo>
                    <a:pt x="1106497" y="3444"/>
                  </a:moveTo>
                  <a:lnTo>
                    <a:pt x="1052714" y="68668"/>
                  </a:lnTo>
                  <a:lnTo>
                    <a:pt x="1086841" y="30232"/>
                  </a:lnTo>
                  <a:close/>
                  <a:moveTo>
                    <a:pt x="1655644" y="448120"/>
                  </a:moveTo>
                  <a:lnTo>
                    <a:pt x="1671623" y="523522"/>
                  </a:lnTo>
                  <a:lnTo>
                    <a:pt x="1637895" y="507553"/>
                  </a:lnTo>
                  <a:close/>
                  <a:moveTo>
                    <a:pt x="1137687" y="10700"/>
                  </a:moveTo>
                  <a:lnTo>
                    <a:pt x="1180108" y="0"/>
                  </a:lnTo>
                  <a:lnTo>
                    <a:pt x="1106497" y="3444"/>
                  </a:lnTo>
                  <a:close/>
                  <a:moveTo>
                    <a:pt x="1137687" y="10700"/>
                  </a:moveTo>
                  <a:lnTo>
                    <a:pt x="1213563" y="9606"/>
                  </a:lnTo>
                  <a:lnTo>
                    <a:pt x="1180108" y="0"/>
                  </a:lnTo>
                  <a:close/>
                  <a:moveTo>
                    <a:pt x="1582786" y="454373"/>
                  </a:moveTo>
                  <a:lnTo>
                    <a:pt x="1655644" y="448120"/>
                  </a:lnTo>
                  <a:lnTo>
                    <a:pt x="1637895" y="507553"/>
                  </a:lnTo>
                  <a:close/>
                  <a:moveTo>
                    <a:pt x="1750109" y="364435"/>
                  </a:moveTo>
                  <a:lnTo>
                    <a:pt x="1745918" y="380232"/>
                  </a:lnTo>
                  <a:lnTo>
                    <a:pt x="1699510" y="396926"/>
                  </a:lnTo>
                  <a:close/>
                  <a:moveTo>
                    <a:pt x="1699510" y="396926"/>
                  </a:moveTo>
                  <a:lnTo>
                    <a:pt x="1745918" y="380232"/>
                  </a:lnTo>
                  <a:lnTo>
                    <a:pt x="1721694" y="416414"/>
                  </a:lnTo>
                  <a:close/>
                  <a:moveTo>
                    <a:pt x="1762881" y="355204"/>
                  </a:moveTo>
                  <a:lnTo>
                    <a:pt x="1745918" y="380232"/>
                  </a:lnTo>
                  <a:lnTo>
                    <a:pt x="1750109" y="364435"/>
                  </a:lnTo>
                  <a:close/>
                  <a:moveTo>
                    <a:pt x="1762881" y="355204"/>
                  </a:moveTo>
                  <a:lnTo>
                    <a:pt x="1750109" y="364435"/>
                  </a:lnTo>
                  <a:lnTo>
                    <a:pt x="1805921" y="331450"/>
                  </a:lnTo>
                  <a:close/>
                  <a:moveTo>
                    <a:pt x="1805921" y="331450"/>
                  </a:moveTo>
                  <a:lnTo>
                    <a:pt x="1831254" y="332179"/>
                  </a:lnTo>
                  <a:lnTo>
                    <a:pt x="1762881" y="355204"/>
                  </a:lnTo>
                  <a:close/>
                  <a:moveTo>
                    <a:pt x="1805921" y="331450"/>
                  </a:moveTo>
                  <a:lnTo>
                    <a:pt x="1813708" y="330033"/>
                  </a:lnTo>
                  <a:lnTo>
                    <a:pt x="1893094" y="3481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11" name="Candidate_density__2030">
              <a:extLst>
                <a:ext uri="{FF2B5EF4-FFF2-40B4-BE49-F238E27FC236}">
                  <a16:creationId xmlns:a16="http://schemas.microsoft.com/office/drawing/2014/main" id="{8062CE68-62CB-3671-FA0C-F4A606916CF9}"/>
                </a:ext>
              </a:extLst>
            </p:cNvPr>
            <p:cNvSpPr>
              <a:spLocks noGrp="1"/>
            </p:cNvSpPr>
            <p:nvPr/>
          </p:nvSpPr>
          <p:spPr>
            <a:xfrm>
              <a:off x="4510103" y="2992981"/>
              <a:ext cx="1794351" cy="1311439"/>
            </a:xfrm>
            <a:custGeom>
              <a:avLst/>
              <a:gdLst/>
              <a:ahLst/>
              <a:cxnLst/>
              <a:rect l="0" t="0" r="0" b="0"/>
              <a:pathLst>
                <a:path w="1794351" h="1311439">
                  <a:moveTo>
                    <a:pt x="1261" y="1309084"/>
                  </a:moveTo>
                  <a:lnTo>
                    <a:pt x="0" y="1311439"/>
                  </a:lnTo>
                  <a:lnTo>
                    <a:pt x="800" y="1310177"/>
                  </a:lnTo>
                  <a:close/>
                  <a:moveTo>
                    <a:pt x="1261" y="1309084"/>
                  </a:moveTo>
                  <a:lnTo>
                    <a:pt x="800" y="1310177"/>
                  </a:lnTo>
                  <a:lnTo>
                    <a:pt x="2777" y="1309182"/>
                  </a:lnTo>
                  <a:close/>
                  <a:moveTo>
                    <a:pt x="55588" y="1226747"/>
                  </a:moveTo>
                  <a:lnTo>
                    <a:pt x="53281" y="1227961"/>
                  </a:lnTo>
                  <a:lnTo>
                    <a:pt x="116469" y="1245964"/>
                  </a:lnTo>
                  <a:close/>
                  <a:moveTo>
                    <a:pt x="53281" y="1227961"/>
                  </a:moveTo>
                  <a:lnTo>
                    <a:pt x="1261" y="1309084"/>
                  </a:lnTo>
                  <a:lnTo>
                    <a:pt x="116469" y="1245964"/>
                  </a:lnTo>
                  <a:close/>
                  <a:moveTo>
                    <a:pt x="165529" y="1150737"/>
                  </a:moveTo>
                  <a:lnTo>
                    <a:pt x="149671" y="1210852"/>
                  </a:lnTo>
                  <a:lnTo>
                    <a:pt x="151350" y="1189525"/>
                  </a:lnTo>
                  <a:close/>
                  <a:moveTo>
                    <a:pt x="199969" y="1169960"/>
                  </a:moveTo>
                  <a:lnTo>
                    <a:pt x="151350" y="1189525"/>
                  </a:lnTo>
                  <a:lnTo>
                    <a:pt x="237377" y="1204163"/>
                  </a:lnTo>
                  <a:close/>
                  <a:moveTo>
                    <a:pt x="151350" y="1189525"/>
                  </a:moveTo>
                  <a:lnTo>
                    <a:pt x="116469" y="1245964"/>
                  </a:lnTo>
                  <a:lnTo>
                    <a:pt x="237377" y="1204163"/>
                  </a:lnTo>
                  <a:close/>
                  <a:moveTo>
                    <a:pt x="165529" y="1150737"/>
                  </a:moveTo>
                  <a:lnTo>
                    <a:pt x="151350" y="1189525"/>
                  </a:lnTo>
                  <a:lnTo>
                    <a:pt x="199969" y="1169960"/>
                  </a:lnTo>
                  <a:close/>
                  <a:moveTo>
                    <a:pt x="199969" y="1169960"/>
                  </a:moveTo>
                  <a:lnTo>
                    <a:pt x="237377" y="1204163"/>
                  </a:lnTo>
                  <a:lnTo>
                    <a:pt x="238035" y="1151088"/>
                  </a:lnTo>
                  <a:close/>
                  <a:moveTo>
                    <a:pt x="238035" y="1151088"/>
                  </a:moveTo>
                  <a:lnTo>
                    <a:pt x="331159" y="1123896"/>
                  </a:lnTo>
                  <a:lnTo>
                    <a:pt x="265540" y="1030437"/>
                  </a:lnTo>
                  <a:close/>
                  <a:moveTo>
                    <a:pt x="203123" y="1068874"/>
                  </a:moveTo>
                  <a:lnTo>
                    <a:pt x="238035" y="1151088"/>
                  </a:lnTo>
                  <a:lnTo>
                    <a:pt x="265540" y="1030437"/>
                  </a:lnTo>
                  <a:close/>
                  <a:moveTo>
                    <a:pt x="1087140" y="0"/>
                  </a:moveTo>
                  <a:lnTo>
                    <a:pt x="1067483" y="26788"/>
                  </a:lnTo>
                  <a:lnTo>
                    <a:pt x="1118330" y="7256"/>
                  </a:lnTo>
                  <a:close/>
                  <a:moveTo>
                    <a:pt x="1786564" y="328007"/>
                  </a:moveTo>
                  <a:lnTo>
                    <a:pt x="1730752" y="360991"/>
                  </a:lnTo>
                  <a:lnTo>
                    <a:pt x="1794351" y="326589"/>
                  </a:lnTo>
                  <a:close/>
                  <a:moveTo>
                    <a:pt x="1730752" y="360991"/>
                  </a:moveTo>
                  <a:lnTo>
                    <a:pt x="1680152" y="393483"/>
                  </a:lnTo>
                  <a:lnTo>
                    <a:pt x="1794351" y="3265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12" name="Candidate_density__2031">
              <a:extLst>
                <a:ext uri="{FF2B5EF4-FFF2-40B4-BE49-F238E27FC236}">
                  <a16:creationId xmlns:a16="http://schemas.microsoft.com/office/drawing/2014/main" id="{45B5AB40-D1EA-A85B-C677-E5F1B0F39D67}"/>
                </a:ext>
              </a:extLst>
            </p:cNvPr>
            <p:cNvSpPr>
              <a:spLocks noGrp="1"/>
            </p:cNvSpPr>
            <p:nvPr/>
          </p:nvSpPr>
          <p:spPr>
            <a:xfrm>
              <a:off x="5049601" y="3155651"/>
              <a:ext cx="1815150" cy="2135781"/>
            </a:xfrm>
            <a:custGeom>
              <a:avLst/>
              <a:gdLst/>
              <a:ahLst/>
              <a:cxnLst/>
              <a:rect l="0" t="0" r="0" b="0"/>
              <a:pathLst>
                <a:path w="1815150" h="2135781">
                  <a:moveTo>
                    <a:pt x="586807" y="2135781"/>
                  </a:moveTo>
                  <a:lnTo>
                    <a:pt x="525852" y="2123081"/>
                  </a:lnTo>
                  <a:lnTo>
                    <a:pt x="656908" y="2119218"/>
                  </a:lnTo>
                  <a:close/>
                  <a:moveTo>
                    <a:pt x="74082" y="1548622"/>
                  </a:moveTo>
                  <a:lnTo>
                    <a:pt x="89789" y="1501184"/>
                  </a:lnTo>
                  <a:lnTo>
                    <a:pt x="0" y="1550297"/>
                  </a:lnTo>
                  <a:close/>
                  <a:moveTo>
                    <a:pt x="89789" y="1501184"/>
                  </a:moveTo>
                  <a:lnTo>
                    <a:pt x="74082" y="1548622"/>
                  </a:lnTo>
                  <a:lnTo>
                    <a:pt x="97980" y="1520145"/>
                  </a:lnTo>
                  <a:close/>
                  <a:moveTo>
                    <a:pt x="702348" y="2073908"/>
                  </a:moveTo>
                  <a:lnTo>
                    <a:pt x="586807" y="2135781"/>
                  </a:lnTo>
                  <a:lnTo>
                    <a:pt x="656908" y="2119218"/>
                  </a:lnTo>
                  <a:close/>
                  <a:moveTo>
                    <a:pt x="1080724" y="1513155"/>
                  </a:moveTo>
                  <a:lnTo>
                    <a:pt x="1152602" y="1503239"/>
                  </a:lnTo>
                  <a:lnTo>
                    <a:pt x="1197384" y="1455465"/>
                  </a:lnTo>
                  <a:close/>
                  <a:moveTo>
                    <a:pt x="1685219" y="1519162"/>
                  </a:moveTo>
                  <a:lnTo>
                    <a:pt x="1755057" y="1501620"/>
                  </a:lnTo>
                  <a:lnTo>
                    <a:pt x="1797334" y="1444484"/>
                  </a:lnTo>
                  <a:close/>
                  <a:moveTo>
                    <a:pt x="1773679" y="1464641"/>
                  </a:moveTo>
                  <a:lnTo>
                    <a:pt x="1807567" y="1426204"/>
                  </a:lnTo>
                  <a:lnTo>
                    <a:pt x="1797334" y="1444484"/>
                  </a:lnTo>
                  <a:close/>
                  <a:moveTo>
                    <a:pt x="1365276" y="932914"/>
                  </a:moveTo>
                  <a:lnTo>
                    <a:pt x="1357192" y="937137"/>
                  </a:lnTo>
                  <a:lnTo>
                    <a:pt x="1358924" y="889135"/>
                  </a:lnTo>
                  <a:close/>
                  <a:moveTo>
                    <a:pt x="1386726" y="850699"/>
                  </a:moveTo>
                  <a:lnTo>
                    <a:pt x="1365276" y="932914"/>
                  </a:lnTo>
                  <a:lnTo>
                    <a:pt x="1358924" y="889135"/>
                  </a:lnTo>
                  <a:close/>
                  <a:moveTo>
                    <a:pt x="1815150" y="1407746"/>
                  </a:moveTo>
                  <a:lnTo>
                    <a:pt x="1797334" y="1444484"/>
                  </a:lnTo>
                  <a:lnTo>
                    <a:pt x="1807567" y="1426204"/>
                  </a:lnTo>
                  <a:close/>
                  <a:moveTo>
                    <a:pt x="805318" y="28548"/>
                  </a:moveTo>
                  <a:lnTo>
                    <a:pt x="797771" y="0"/>
                  </a:lnTo>
                  <a:lnTo>
                    <a:pt x="767695" y="10275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13" name="Candidate_density__2032">
              <a:extLst>
                <a:ext uri="{FF2B5EF4-FFF2-40B4-BE49-F238E27FC236}">
                  <a16:creationId xmlns:a16="http://schemas.microsoft.com/office/drawing/2014/main" id="{FF38A4FF-A15E-6646-B54D-3AFF74C8CFCF}"/>
                </a:ext>
              </a:extLst>
            </p:cNvPr>
            <p:cNvSpPr>
              <a:spLocks noGrp="1"/>
            </p:cNvSpPr>
            <p:nvPr/>
          </p:nvSpPr>
          <p:spPr>
            <a:xfrm>
              <a:off x="4777529" y="2187318"/>
              <a:ext cx="2086525" cy="3336395"/>
            </a:xfrm>
            <a:custGeom>
              <a:avLst/>
              <a:gdLst/>
              <a:ahLst/>
              <a:cxnLst/>
              <a:rect l="0" t="0" r="0" b="0"/>
              <a:pathLst>
                <a:path w="2086525" h="3336395">
                  <a:moveTo>
                    <a:pt x="282818" y="3261508"/>
                  </a:moveTo>
                  <a:lnTo>
                    <a:pt x="285552" y="3271699"/>
                  </a:lnTo>
                  <a:lnTo>
                    <a:pt x="303920" y="3283315"/>
                  </a:lnTo>
                  <a:close/>
                  <a:moveTo>
                    <a:pt x="315777" y="3223072"/>
                  </a:moveTo>
                  <a:lnTo>
                    <a:pt x="303920" y="3283315"/>
                  </a:lnTo>
                  <a:lnTo>
                    <a:pt x="351259" y="3245103"/>
                  </a:lnTo>
                  <a:close/>
                  <a:moveTo>
                    <a:pt x="315777" y="3223072"/>
                  </a:moveTo>
                  <a:lnTo>
                    <a:pt x="282818" y="3261508"/>
                  </a:lnTo>
                  <a:lnTo>
                    <a:pt x="303920" y="3283315"/>
                  </a:lnTo>
                  <a:close/>
                  <a:moveTo>
                    <a:pt x="261120" y="3186749"/>
                  </a:moveTo>
                  <a:lnTo>
                    <a:pt x="212309" y="3170561"/>
                  </a:lnTo>
                  <a:lnTo>
                    <a:pt x="315777" y="3223072"/>
                  </a:lnTo>
                  <a:close/>
                  <a:moveTo>
                    <a:pt x="315777" y="3223072"/>
                  </a:moveTo>
                  <a:lnTo>
                    <a:pt x="212309" y="3170561"/>
                  </a:lnTo>
                  <a:lnTo>
                    <a:pt x="214121" y="3179293"/>
                  </a:lnTo>
                  <a:close/>
                  <a:moveTo>
                    <a:pt x="315777" y="3223072"/>
                  </a:moveTo>
                  <a:lnTo>
                    <a:pt x="214121" y="3179293"/>
                  </a:lnTo>
                  <a:lnTo>
                    <a:pt x="282818" y="3261508"/>
                  </a:lnTo>
                  <a:close/>
                  <a:moveTo>
                    <a:pt x="303920" y="3283315"/>
                  </a:moveTo>
                  <a:lnTo>
                    <a:pt x="392648" y="3336395"/>
                  </a:lnTo>
                  <a:lnTo>
                    <a:pt x="430923" y="3264295"/>
                  </a:lnTo>
                  <a:close/>
                  <a:moveTo>
                    <a:pt x="351259" y="3245103"/>
                  </a:moveTo>
                  <a:lnTo>
                    <a:pt x="303920" y="3283315"/>
                  </a:lnTo>
                  <a:lnTo>
                    <a:pt x="430923" y="3264295"/>
                  </a:lnTo>
                  <a:close/>
                  <a:moveTo>
                    <a:pt x="188290" y="3129651"/>
                  </a:moveTo>
                  <a:lnTo>
                    <a:pt x="214121" y="3179293"/>
                  </a:lnTo>
                  <a:lnTo>
                    <a:pt x="212309" y="3170561"/>
                  </a:lnTo>
                  <a:close/>
                  <a:moveTo>
                    <a:pt x="136474" y="3071529"/>
                  </a:moveTo>
                  <a:lnTo>
                    <a:pt x="212309" y="3170561"/>
                  </a:lnTo>
                  <a:lnTo>
                    <a:pt x="208466" y="3140857"/>
                  </a:lnTo>
                  <a:close/>
                  <a:moveTo>
                    <a:pt x="166226" y="3097078"/>
                  </a:moveTo>
                  <a:lnTo>
                    <a:pt x="212309" y="3170561"/>
                  </a:lnTo>
                  <a:lnTo>
                    <a:pt x="136474" y="3071529"/>
                  </a:lnTo>
                  <a:close/>
                  <a:moveTo>
                    <a:pt x="536785" y="3266850"/>
                  </a:moveTo>
                  <a:lnTo>
                    <a:pt x="520964" y="3322290"/>
                  </a:lnTo>
                  <a:lnTo>
                    <a:pt x="574366" y="3306747"/>
                  </a:lnTo>
                  <a:close/>
                  <a:moveTo>
                    <a:pt x="536785" y="3266850"/>
                  </a:moveTo>
                  <a:lnTo>
                    <a:pt x="499535" y="3305287"/>
                  </a:lnTo>
                  <a:lnTo>
                    <a:pt x="520964" y="3322290"/>
                  </a:lnTo>
                  <a:close/>
                  <a:moveTo>
                    <a:pt x="463882" y="3187313"/>
                  </a:moveTo>
                  <a:lnTo>
                    <a:pt x="430923" y="3264295"/>
                  </a:lnTo>
                  <a:lnTo>
                    <a:pt x="473745" y="3184635"/>
                  </a:lnTo>
                  <a:close/>
                  <a:moveTo>
                    <a:pt x="473745" y="3184635"/>
                  </a:moveTo>
                  <a:lnTo>
                    <a:pt x="430923" y="3264295"/>
                  </a:lnTo>
                  <a:lnTo>
                    <a:pt x="499535" y="3305287"/>
                  </a:lnTo>
                  <a:close/>
                  <a:moveTo>
                    <a:pt x="473745" y="3184635"/>
                  </a:moveTo>
                  <a:lnTo>
                    <a:pt x="499535" y="3305287"/>
                  </a:lnTo>
                  <a:lnTo>
                    <a:pt x="536785" y="3266850"/>
                  </a:lnTo>
                  <a:close/>
                  <a:moveTo>
                    <a:pt x="430923" y="3264295"/>
                  </a:moveTo>
                  <a:lnTo>
                    <a:pt x="463882" y="3187313"/>
                  </a:lnTo>
                  <a:lnTo>
                    <a:pt x="393468" y="3187715"/>
                  </a:lnTo>
                  <a:close/>
                  <a:moveTo>
                    <a:pt x="351259" y="3245103"/>
                  </a:moveTo>
                  <a:lnTo>
                    <a:pt x="430923" y="3264295"/>
                  </a:lnTo>
                  <a:lnTo>
                    <a:pt x="393468" y="3187715"/>
                  </a:lnTo>
                  <a:close/>
                  <a:moveTo>
                    <a:pt x="473745" y="3184635"/>
                  </a:moveTo>
                  <a:lnTo>
                    <a:pt x="533911" y="3155491"/>
                  </a:lnTo>
                  <a:lnTo>
                    <a:pt x="463882" y="3187313"/>
                  </a:lnTo>
                  <a:close/>
                  <a:moveTo>
                    <a:pt x="463882" y="3187313"/>
                  </a:moveTo>
                  <a:lnTo>
                    <a:pt x="439178" y="3107304"/>
                  </a:lnTo>
                  <a:lnTo>
                    <a:pt x="427473" y="3184635"/>
                  </a:lnTo>
                  <a:close/>
                  <a:moveTo>
                    <a:pt x="439178" y="3107304"/>
                  </a:moveTo>
                  <a:lnTo>
                    <a:pt x="426087" y="3102420"/>
                  </a:lnTo>
                  <a:lnTo>
                    <a:pt x="427473" y="3184635"/>
                  </a:lnTo>
                  <a:close/>
                  <a:moveTo>
                    <a:pt x="349746" y="3024246"/>
                  </a:moveTo>
                  <a:lnTo>
                    <a:pt x="426087" y="3102420"/>
                  </a:lnTo>
                  <a:lnTo>
                    <a:pt x="347838" y="3020877"/>
                  </a:lnTo>
                  <a:close/>
                  <a:moveTo>
                    <a:pt x="426087" y="3102420"/>
                  </a:moveTo>
                  <a:lnTo>
                    <a:pt x="439178" y="3107304"/>
                  </a:lnTo>
                  <a:lnTo>
                    <a:pt x="347838" y="3020877"/>
                  </a:lnTo>
                  <a:close/>
                  <a:moveTo>
                    <a:pt x="349746" y="3024246"/>
                  </a:moveTo>
                  <a:lnTo>
                    <a:pt x="347838" y="3020877"/>
                  </a:lnTo>
                  <a:lnTo>
                    <a:pt x="346705" y="3020205"/>
                  </a:lnTo>
                  <a:close/>
                  <a:moveTo>
                    <a:pt x="473745" y="3184635"/>
                  </a:moveTo>
                  <a:lnTo>
                    <a:pt x="536785" y="3266850"/>
                  </a:lnTo>
                  <a:lnTo>
                    <a:pt x="469548" y="3182707"/>
                  </a:lnTo>
                  <a:close/>
                  <a:moveTo>
                    <a:pt x="174186" y="2646512"/>
                  </a:moveTo>
                  <a:lnTo>
                    <a:pt x="155326" y="2639454"/>
                  </a:lnTo>
                  <a:lnTo>
                    <a:pt x="231534" y="2645726"/>
                  </a:lnTo>
                  <a:close/>
                  <a:moveTo>
                    <a:pt x="141552" y="2488478"/>
                  </a:moveTo>
                  <a:lnTo>
                    <a:pt x="159116" y="2590171"/>
                  </a:lnTo>
                  <a:lnTo>
                    <a:pt x="199752" y="2526898"/>
                  </a:lnTo>
                  <a:close/>
                  <a:moveTo>
                    <a:pt x="633414" y="2970485"/>
                  </a:moveTo>
                  <a:lnTo>
                    <a:pt x="748459" y="3025547"/>
                  </a:lnTo>
                  <a:lnTo>
                    <a:pt x="678449" y="2986830"/>
                  </a:lnTo>
                  <a:close/>
                  <a:moveTo>
                    <a:pt x="633414" y="2970485"/>
                  </a:moveTo>
                  <a:lnTo>
                    <a:pt x="737410" y="3046623"/>
                  </a:lnTo>
                  <a:lnTo>
                    <a:pt x="748459" y="3025547"/>
                  </a:lnTo>
                  <a:close/>
                  <a:moveTo>
                    <a:pt x="497695" y="2868339"/>
                  </a:moveTo>
                  <a:lnTo>
                    <a:pt x="475673" y="2877450"/>
                  </a:lnTo>
                  <a:lnTo>
                    <a:pt x="532221" y="2933971"/>
                  </a:lnTo>
                  <a:close/>
                  <a:moveTo>
                    <a:pt x="588684" y="2929875"/>
                  </a:moveTo>
                  <a:lnTo>
                    <a:pt x="497695" y="2868339"/>
                  </a:lnTo>
                  <a:lnTo>
                    <a:pt x="532221" y="2933971"/>
                  </a:lnTo>
                  <a:close/>
                  <a:moveTo>
                    <a:pt x="610268" y="2947118"/>
                  </a:moveTo>
                  <a:lnTo>
                    <a:pt x="610686" y="2943332"/>
                  </a:lnTo>
                  <a:lnTo>
                    <a:pt x="588684" y="2929875"/>
                  </a:lnTo>
                  <a:close/>
                  <a:moveTo>
                    <a:pt x="309053" y="2441697"/>
                  </a:moveTo>
                  <a:lnTo>
                    <a:pt x="268216" y="2367826"/>
                  </a:lnTo>
                  <a:lnTo>
                    <a:pt x="308735" y="2452115"/>
                  </a:lnTo>
                  <a:close/>
                  <a:moveTo>
                    <a:pt x="226716" y="2412510"/>
                  </a:moveTo>
                  <a:lnTo>
                    <a:pt x="307531" y="2450042"/>
                  </a:lnTo>
                  <a:lnTo>
                    <a:pt x="308735" y="2452115"/>
                  </a:lnTo>
                  <a:close/>
                  <a:moveTo>
                    <a:pt x="187162" y="2290175"/>
                  </a:moveTo>
                  <a:lnTo>
                    <a:pt x="196971" y="2301299"/>
                  </a:lnTo>
                  <a:lnTo>
                    <a:pt x="178378" y="2285611"/>
                  </a:lnTo>
                  <a:close/>
                  <a:moveTo>
                    <a:pt x="196971" y="2301299"/>
                  </a:moveTo>
                  <a:lnTo>
                    <a:pt x="187162" y="2290175"/>
                  </a:lnTo>
                  <a:lnTo>
                    <a:pt x="268216" y="2367826"/>
                  </a:lnTo>
                  <a:close/>
                  <a:moveTo>
                    <a:pt x="99274" y="2301034"/>
                  </a:moveTo>
                  <a:lnTo>
                    <a:pt x="61635" y="2289158"/>
                  </a:lnTo>
                  <a:lnTo>
                    <a:pt x="0" y="2221058"/>
                  </a:lnTo>
                  <a:close/>
                  <a:moveTo>
                    <a:pt x="22781" y="2302630"/>
                  </a:moveTo>
                  <a:lnTo>
                    <a:pt x="99274" y="2301034"/>
                  </a:lnTo>
                  <a:lnTo>
                    <a:pt x="0" y="2221058"/>
                  </a:lnTo>
                  <a:close/>
                  <a:moveTo>
                    <a:pt x="610686" y="2943332"/>
                  </a:moveTo>
                  <a:lnTo>
                    <a:pt x="633414" y="2970485"/>
                  </a:lnTo>
                  <a:lnTo>
                    <a:pt x="678449" y="2986830"/>
                  </a:lnTo>
                  <a:close/>
                  <a:moveTo>
                    <a:pt x="609252" y="2829445"/>
                  </a:moveTo>
                  <a:lnTo>
                    <a:pt x="690688" y="2823830"/>
                  </a:lnTo>
                  <a:lnTo>
                    <a:pt x="627603" y="2775026"/>
                  </a:lnTo>
                  <a:close/>
                  <a:moveTo>
                    <a:pt x="609252" y="2829445"/>
                  </a:moveTo>
                  <a:lnTo>
                    <a:pt x="627603" y="2775026"/>
                  </a:lnTo>
                  <a:lnTo>
                    <a:pt x="573921" y="2758076"/>
                  </a:lnTo>
                  <a:close/>
                  <a:moveTo>
                    <a:pt x="690688" y="2823830"/>
                  </a:moveTo>
                  <a:lnTo>
                    <a:pt x="756266" y="2831108"/>
                  </a:lnTo>
                  <a:lnTo>
                    <a:pt x="627603" y="2775026"/>
                  </a:lnTo>
                  <a:close/>
                  <a:moveTo>
                    <a:pt x="531178" y="2696687"/>
                  </a:moveTo>
                  <a:lnTo>
                    <a:pt x="529365" y="2708089"/>
                  </a:lnTo>
                  <a:lnTo>
                    <a:pt x="573921" y="2758076"/>
                  </a:lnTo>
                  <a:close/>
                  <a:moveTo>
                    <a:pt x="573921" y="2758076"/>
                  </a:moveTo>
                  <a:lnTo>
                    <a:pt x="627603" y="2775026"/>
                  </a:lnTo>
                  <a:lnTo>
                    <a:pt x="531178" y="2696687"/>
                  </a:lnTo>
                  <a:close/>
                  <a:moveTo>
                    <a:pt x="524970" y="2691658"/>
                  </a:moveTo>
                  <a:lnTo>
                    <a:pt x="531178" y="2696687"/>
                  </a:lnTo>
                  <a:lnTo>
                    <a:pt x="538470" y="2686805"/>
                  </a:lnTo>
                  <a:close/>
                  <a:moveTo>
                    <a:pt x="538470" y="2686805"/>
                  </a:moveTo>
                  <a:lnTo>
                    <a:pt x="554848" y="2658250"/>
                  </a:lnTo>
                  <a:lnTo>
                    <a:pt x="524970" y="2691658"/>
                  </a:lnTo>
                  <a:close/>
                  <a:moveTo>
                    <a:pt x="524970" y="2691658"/>
                  </a:moveTo>
                  <a:lnTo>
                    <a:pt x="554848" y="2658250"/>
                  </a:lnTo>
                  <a:lnTo>
                    <a:pt x="487794" y="2616121"/>
                  </a:lnTo>
                  <a:close/>
                  <a:moveTo>
                    <a:pt x="196971" y="2301299"/>
                  </a:moveTo>
                  <a:lnTo>
                    <a:pt x="296662" y="2361838"/>
                  </a:lnTo>
                  <a:lnTo>
                    <a:pt x="318131" y="2260435"/>
                  </a:lnTo>
                  <a:close/>
                  <a:moveTo>
                    <a:pt x="296662" y="2361838"/>
                  </a:moveTo>
                  <a:lnTo>
                    <a:pt x="309053" y="2441697"/>
                  </a:lnTo>
                  <a:lnTo>
                    <a:pt x="391005" y="2345731"/>
                  </a:lnTo>
                  <a:close/>
                  <a:moveTo>
                    <a:pt x="365333" y="2247175"/>
                  </a:moveTo>
                  <a:lnTo>
                    <a:pt x="318131" y="2260435"/>
                  </a:lnTo>
                  <a:lnTo>
                    <a:pt x="386680" y="2249155"/>
                  </a:lnTo>
                  <a:close/>
                  <a:moveTo>
                    <a:pt x="122910" y="2203396"/>
                  </a:moveTo>
                  <a:lnTo>
                    <a:pt x="178378" y="2285611"/>
                  </a:lnTo>
                  <a:lnTo>
                    <a:pt x="118501" y="2185311"/>
                  </a:lnTo>
                  <a:close/>
                  <a:moveTo>
                    <a:pt x="500312" y="2557143"/>
                  </a:moveTo>
                  <a:lnTo>
                    <a:pt x="568460" y="2562331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632830" y="2455384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539545" y="2485746"/>
                  </a:lnTo>
                  <a:lnTo>
                    <a:pt x="568460" y="2562331"/>
                  </a:lnTo>
                  <a:close/>
                  <a:moveTo>
                    <a:pt x="539545" y="2485746"/>
                  </a:moveTo>
                  <a:lnTo>
                    <a:pt x="569308" y="2427027"/>
                  </a:lnTo>
                  <a:lnTo>
                    <a:pt x="480429" y="2411605"/>
                  </a:lnTo>
                  <a:close/>
                  <a:moveTo>
                    <a:pt x="493791" y="2462352"/>
                  </a:moveTo>
                  <a:lnTo>
                    <a:pt x="539545" y="2485746"/>
                  </a:lnTo>
                  <a:lnTo>
                    <a:pt x="480429" y="2411605"/>
                  </a:lnTo>
                  <a:close/>
                  <a:moveTo>
                    <a:pt x="539545" y="2485746"/>
                  </a:moveTo>
                  <a:lnTo>
                    <a:pt x="632830" y="2455384"/>
                  </a:lnTo>
                  <a:lnTo>
                    <a:pt x="569308" y="2427027"/>
                  </a:lnTo>
                  <a:close/>
                  <a:moveTo>
                    <a:pt x="320037" y="2242742"/>
                  </a:moveTo>
                  <a:lnTo>
                    <a:pt x="318131" y="2260435"/>
                  </a:lnTo>
                  <a:lnTo>
                    <a:pt x="365333" y="2247175"/>
                  </a:lnTo>
                  <a:close/>
                  <a:moveTo>
                    <a:pt x="365333" y="2247175"/>
                  </a:moveTo>
                  <a:lnTo>
                    <a:pt x="341313" y="2131907"/>
                  </a:lnTo>
                  <a:lnTo>
                    <a:pt x="320037" y="2242742"/>
                  </a:lnTo>
                  <a:close/>
                  <a:moveTo>
                    <a:pt x="125543" y="2000529"/>
                  </a:moveTo>
                  <a:lnTo>
                    <a:pt x="220795" y="1962556"/>
                  </a:lnTo>
                  <a:lnTo>
                    <a:pt x="132552" y="1918314"/>
                  </a:lnTo>
                  <a:close/>
                  <a:moveTo>
                    <a:pt x="569308" y="2427027"/>
                  </a:moveTo>
                  <a:lnTo>
                    <a:pt x="632830" y="2455384"/>
                  </a:lnTo>
                  <a:lnTo>
                    <a:pt x="637542" y="2334732"/>
                  </a:lnTo>
                  <a:close/>
                  <a:moveTo>
                    <a:pt x="637542" y="2334732"/>
                  </a:moveTo>
                  <a:lnTo>
                    <a:pt x="632830" y="2455384"/>
                  </a:lnTo>
                  <a:lnTo>
                    <a:pt x="684008" y="2362008"/>
                  </a:lnTo>
                  <a:close/>
                  <a:moveTo>
                    <a:pt x="684008" y="2362008"/>
                  </a:moveTo>
                  <a:lnTo>
                    <a:pt x="632830" y="2455384"/>
                  </a:lnTo>
                  <a:lnTo>
                    <a:pt x="661841" y="2446914"/>
                  </a:lnTo>
                  <a:close/>
                  <a:moveTo>
                    <a:pt x="764412" y="2499162"/>
                  </a:moveTo>
                  <a:lnTo>
                    <a:pt x="757565" y="2429684"/>
                  </a:lnTo>
                  <a:lnTo>
                    <a:pt x="772902" y="2517308"/>
                  </a:lnTo>
                  <a:close/>
                  <a:moveTo>
                    <a:pt x="742628" y="2416947"/>
                  </a:moveTo>
                  <a:lnTo>
                    <a:pt x="757565" y="2429684"/>
                  </a:lnTo>
                  <a:lnTo>
                    <a:pt x="764412" y="2499162"/>
                  </a:lnTo>
                  <a:close/>
                  <a:moveTo>
                    <a:pt x="684008" y="2362008"/>
                  </a:moveTo>
                  <a:lnTo>
                    <a:pt x="757565" y="2429684"/>
                  </a:lnTo>
                  <a:lnTo>
                    <a:pt x="742628" y="2416947"/>
                  </a:lnTo>
                  <a:close/>
                  <a:moveTo>
                    <a:pt x="460237" y="2005871"/>
                  </a:moveTo>
                  <a:lnTo>
                    <a:pt x="434991" y="1988294"/>
                  </a:lnTo>
                  <a:lnTo>
                    <a:pt x="384955" y="2016416"/>
                  </a:lnTo>
                  <a:close/>
                  <a:moveTo>
                    <a:pt x="94534" y="1704335"/>
                  </a:moveTo>
                  <a:lnTo>
                    <a:pt x="132855" y="1694629"/>
                  </a:lnTo>
                  <a:lnTo>
                    <a:pt x="105165" y="1677011"/>
                  </a:lnTo>
                  <a:close/>
                  <a:moveTo>
                    <a:pt x="132855" y="1694629"/>
                  </a:moveTo>
                  <a:lnTo>
                    <a:pt x="94534" y="1704335"/>
                  </a:lnTo>
                  <a:lnTo>
                    <a:pt x="155215" y="1677011"/>
                  </a:lnTo>
                  <a:close/>
                  <a:moveTo>
                    <a:pt x="877007" y="2581377"/>
                  </a:moveTo>
                  <a:lnTo>
                    <a:pt x="880237" y="2590731"/>
                  </a:lnTo>
                  <a:lnTo>
                    <a:pt x="896560" y="2599392"/>
                  </a:lnTo>
                  <a:close/>
                  <a:moveTo>
                    <a:pt x="772902" y="2517308"/>
                  </a:moveTo>
                  <a:lnTo>
                    <a:pt x="877007" y="2581377"/>
                  </a:lnTo>
                  <a:lnTo>
                    <a:pt x="804806" y="2534998"/>
                  </a:lnTo>
                  <a:close/>
                  <a:moveTo>
                    <a:pt x="880237" y="2590731"/>
                  </a:moveTo>
                  <a:lnTo>
                    <a:pt x="877007" y="2581377"/>
                  </a:lnTo>
                  <a:lnTo>
                    <a:pt x="772902" y="2517308"/>
                  </a:lnTo>
                  <a:close/>
                  <a:moveTo>
                    <a:pt x="764412" y="2499162"/>
                  </a:moveTo>
                  <a:lnTo>
                    <a:pt x="772902" y="2517308"/>
                  </a:lnTo>
                  <a:lnTo>
                    <a:pt x="804806" y="2534998"/>
                  </a:lnTo>
                  <a:close/>
                  <a:moveTo>
                    <a:pt x="526691" y="2052485"/>
                  </a:moveTo>
                  <a:lnTo>
                    <a:pt x="547636" y="1978708"/>
                  </a:lnTo>
                  <a:lnTo>
                    <a:pt x="460237" y="2005871"/>
                  </a:lnTo>
                  <a:close/>
                  <a:moveTo>
                    <a:pt x="434991" y="1988294"/>
                  </a:moveTo>
                  <a:lnTo>
                    <a:pt x="540426" y="1888637"/>
                  </a:lnTo>
                  <a:lnTo>
                    <a:pt x="474849" y="1922115"/>
                  </a:lnTo>
                  <a:close/>
                  <a:moveTo>
                    <a:pt x="547636" y="1978708"/>
                  </a:moveTo>
                  <a:lnTo>
                    <a:pt x="526691" y="2052485"/>
                  </a:lnTo>
                  <a:lnTo>
                    <a:pt x="619479" y="1980893"/>
                  </a:lnTo>
                  <a:close/>
                  <a:moveTo>
                    <a:pt x="619479" y="1980893"/>
                  </a:moveTo>
                  <a:lnTo>
                    <a:pt x="621401" y="1912732"/>
                  </a:lnTo>
                  <a:lnTo>
                    <a:pt x="540426" y="1888637"/>
                  </a:lnTo>
                  <a:close/>
                  <a:moveTo>
                    <a:pt x="1064995" y="2422290"/>
                  </a:moveTo>
                  <a:lnTo>
                    <a:pt x="1078549" y="2507303"/>
                  </a:lnTo>
                  <a:lnTo>
                    <a:pt x="1045995" y="2460726"/>
                  </a:lnTo>
                  <a:close/>
                  <a:moveTo>
                    <a:pt x="1046461" y="2516185"/>
                  </a:moveTo>
                  <a:lnTo>
                    <a:pt x="1078549" y="2507303"/>
                  </a:lnTo>
                  <a:lnTo>
                    <a:pt x="1064995" y="2422290"/>
                  </a:lnTo>
                  <a:close/>
                  <a:moveTo>
                    <a:pt x="1107370" y="2527260"/>
                  </a:moveTo>
                  <a:lnTo>
                    <a:pt x="1078549" y="2507303"/>
                  </a:lnTo>
                  <a:lnTo>
                    <a:pt x="1046461" y="2516185"/>
                  </a:lnTo>
                  <a:close/>
                  <a:moveTo>
                    <a:pt x="1107370" y="2527260"/>
                  </a:moveTo>
                  <a:lnTo>
                    <a:pt x="1146236" y="2542941"/>
                  </a:lnTo>
                  <a:lnTo>
                    <a:pt x="1078549" y="2507303"/>
                  </a:lnTo>
                  <a:close/>
                  <a:moveTo>
                    <a:pt x="974581" y="2397239"/>
                  </a:moveTo>
                  <a:lnTo>
                    <a:pt x="944296" y="2378511"/>
                  </a:lnTo>
                  <a:lnTo>
                    <a:pt x="1035976" y="2411582"/>
                  </a:lnTo>
                  <a:close/>
                  <a:moveTo>
                    <a:pt x="953389" y="2175644"/>
                  </a:moveTo>
                  <a:lnTo>
                    <a:pt x="934431" y="2247125"/>
                  </a:lnTo>
                  <a:lnTo>
                    <a:pt x="977353" y="2192399"/>
                  </a:lnTo>
                  <a:close/>
                  <a:moveTo>
                    <a:pt x="886070" y="2129767"/>
                  </a:moveTo>
                  <a:lnTo>
                    <a:pt x="837580" y="2124949"/>
                  </a:lnTo>
                  <a:lnTo>
                    <a:pt x="953389" y="2175644"/>
                  </a:lnTo>
                  <a:close/>
                  <a:moveTo>
                    <a:pt x="781339" y="2011214"/>
                  </a:moveTo>
                  <a:lnTo>
                    <a:pt x="825417" y="2118198"/>
                  </a:lnTo>
                  <a:lnTo>
                    <a:pt x="799982" y="2094924"/>
                  </a:lnTo>
                  <a:close/>
                  <a:moveTo>
                    <a:pt x="799982" y="2094924"/>
                  </a:moveTo>
                  <a:lnTo>
                    <a:pt x="825417" y="2118198"/>
                  </a:lnTo>
                  <a:lnTo>
                    <a:pt x="837580" y="2124949"/>
                  </a:lnTo>
                  <a:close/>
                  <a:moveTo>
                    <a:pt x="540515" y="1884405"/>
                  </a:moveTo>
                  <a:lnTo>
                    <a:pt x="474849" y="1922115"/>
                  </a:lnTo>
                  <a:lnTo>
                    <a:pt x="540426" y="1888637"/>
                  </a:lnTo>
                  <a:close/>
                  <a:moveTo>
                    <a:pt x="540515" y="1884405"/>
                  </a:moveTo>
                  <a:lnTo>
                    <a:pt x="498892" y="1857651"/>
                  </a:lnTo>
                  <a:lnTo>
                    <a:pt x="474849" y="1922115"/>
                  </a:lnTo>
                  <a:close/>
                  <a:moveTo>
                    <a:pt x="498892" y="1857651"/>
                  </a:moveTo>
                  <a:lnTo>
                    <a:pt x="533965" y="1864481"/>
                  </a:lnTo>
                  <a:lnTo>
                    <a:pt x="529032" y="1764568"/>
                  </a:lnTo>
                  <a:close/>
                  <a:moveTo>
                    <a:pt x="540515" y="1884405"/>
                  </a:moveTo>
                  <a:lnTo>
                    <a:pt x="533965" y="1864481"/>
                  </a:lnTo>
                  <a:lnTo>
                    <a:pt x="498892" y="1857651"/>
                  </a:lnTo>
                  <a:close/>
                  <a:moveTo>
                    <a:pt x="466886" y="1720790"/>
                  </a:moveTo>
                  <a:lnTo>
                    <a:pt x="458243" y="1690514"/>
                  </a:lnTo>
                  <a:lnTo>
                    <a:pt x="529032" y="1764568"/>
                  </a:lnTo>
                  <a:close/>
                  <a:moveTo>
                    <a:pt x="886070" y="2129767"/>
                  </a:moveTo>
                  <a:lnTo>
                    <a:pt x="799982" y="2094924"/>
                  </a:lnTo>
                  <a:lnTo>
                    <a:pt x="837580" y="2124949"/>
                  </a:lnTo>
                  <a:close/>
                  <a:moveTo>
                    <a:pt x="1197708" y="2383853"/>
                  </a:moveTo>
                  <a:lnTo>
                    <a:pt x="1194545" y="2447129"/>
                  </a:lnTo>
                  <a:lnTo>
                    <a:pt x="1250075" y="2439545"/>
                  </a:lnTo>
                  <a:close/>
                  <a:moveTo>
                    <a:pt x="1197708" y="2383853"/>
                  </a:moveTo>
                  <a:lnTo>
                    <a:pt x="1159759" y="2422290"/>
                  </a:lnTo>
                  <a:lnTo>
                    <a:pt x="1194545" y="2447129"/>
                  </a:lnTo>
                  <a:close/>
                  <a:moveTo>
                    <a:pt x="953389" y="2175644"/>
                  </a:moveTo>
                  <a:lnTo>
                    <a:pt x="977353" y="2192399"/>
                  </a:lnTo>
                  <a:lnTo>
                    <a:pt x="986833" y="2164293"/>
                  </a:lnTo>
                  <a:close/>
                  <a:moveTo>
                    <a:pt x="886070" y="2129767"/>
                  </a:moveTo>
                  <a:lnTo>
                    <a:pt x="953389" y="2175644"/>
                  </a:lnTo>
                  <a:lnTo>
                    <a:pt x="926376" y="2065262"/>
                  </a:lnTo>
                  <a:close/>
                  <a:moveTo>
                    <a:pt x="926376" y="2065262"/>
                  </a:moveTo>
                  <a:lnTo>
                    <a:pt x="953389" y="2175644"/>
                  </a:lnTo>
                  <a:lnTo>
                    <a:pt x="988737" y="2062654"/>
                  </a:lnTo>
                  <a:close/>
                  <a:moveTo>
                    <a:pt x="988737" y="2062654"/>
                  </a:moveTo>
                  <a:lnTo>
                    <a:pt x="953389" y="2175644"/>
                  </a:lnTo>
                  <a:lnTo>
                    <a:pt x="986833" y="2164293"/>
                  </a:lnTo>
                  <a:close/>
                  <a:moveTo>
                    <a:pt x="988737" y="2062654"/>
                  </a:moveTo>
                  <a:lnTo>
                    <a:pt x="952613" y="2054992"/>
                  </a:lnTo>
                  <a:lnTo>
                    <a:pt x="926376" y="2065262"/>
                  </a:lnTo>
                  <a:close/>
                  <a:moveTo>
                    <a:pt x="1093941" y="2137208"/>
                  </a:moveTo>
                  <a:lnTo>
                    <a:pt x="1093700" y="2138004"/>
                  </a:lnTo>
                  <a:lnTo>
                    <a:pt x="1098150" y="2219423"/>
                  </a:lnTo>
                  <a:close/>
                  <a:moveTo>
                    <a:pt x="1007863" y="2175644"/>
                  </a:moveTo>
                  <a:lnTo>
                    <a:pt x="986833" y="2164293"/>
                  </a:lnTo>
                  <a:lnTo>
                    <a:pt x="977353" y="2192399"/>
                  </a:lnTo>
                  <a:close/>
                  <a:moveTo>
                    <a:pt x="986833" y="2164293"/>
                  </a:moveTo>
                  <a:lnTo>
                    <a:pt x="1009036" y="2093429"/>
                  </a:lnTo>
                  <a:lnTo>
                    <a:pt x="988737" y="2062654"/>
                  </a:lnTo>
                  <a:close/>
                  <a:moveTo>
                    <a:pt x="886070" y="2129767"/>
                  </a:moveTo>
                  <a:lnTo>
                    <a:pt x="926376" y="2065262"/>
                  </a:lnTo>
                  <a:lnTo>
                    <a:pt x="803024" y="2097930"/>
                  </a:lnTo>
                  <a:close/>
                  <a:moveTo>
                    <a:pt x="879943" y="2054992"/>
                  </a:moveTo>
                  <a:lnTo>
                    <a:pt x="780805" y="2010421"/>
                  </a:lnTo>
                  <a:lnTo>
                    <a:pt x="781339" y="2011214"/>
                  </a:lnTo>
                  <a:close/>
                  <a:moveTo>
                    <a:pt x="781339" y="2011214"/>
                  </a:moveTo>
                  <a:lnTo>
                    <a:pt x="792746" y="2059501"/>
                  </a:lnTo>
                  <a:lnTo>
                    <a:pt x="879943" y="2054992"/>
                  </a:lnTo>
                  <a:close/>
                  <a:moveTo>
                    <a:pt x="988737" y="2062654"/>
                  </a:moveTo>
                  <a:lnTo>
                    <a:pt x="949667" y="1994324"/>
                  </a:lnTo>
                  <a:lnTo>
                    <a:pt x="952613" y="2054992"/>
                  </a:lnTo>
                  <a:close/>
                  <a:moveTo>
                    <a:pt x="1037668" y="2054992"/>
                  </a:moveTo>
                  <a:lnTo>
                    <a:pt x="1093941" y="2137208"/>
                  </a:lnTo>
                  <a:lnTo>
                    <a:pt x="1095848" y="2098771"/>
                  </a:lnTo>
                  <a:close/>
                  <a:moveTo>
                    <a:pt x="1264744" y="2159633"/>
                  </a:moveTo>
                  <a:lnTo>
                    <a:pt x="1314092" y="2185032"/>
                  </a:lnTo>
                  <a:lnTo>
                    <a:pt x="1309697" y="2180986"/>
                  </a:lnTo>
                  <a:close/>
                  <a:moveTo>
                    <a:pt x="1295736" y="2094936"/>
                  </a:moveTo>
                  <a:lnTo>
                    <a:pt x="1309697" y="2180986"/>
                  </a:lnTo>
                  <a:lnTo>
                    <a:pt x="1307629" y="2160869"/>
                  </a:lnTo>
                  <a:close/>
                  <a:moveTo>
                    <a:pt x="1264744" y="2159633"/>
                  </a:moveTo>
                  <a:lnTo>
                    <a:pt x="1309697" y="2180986"/>
                  </a:lnTo>
                  <a:lnTo>
                    <a:pt x="1295736" y="2094936"/>
                  </a:lnTo>
                  <a:close/>
                  <a:moveTo>
                    <a:pt x="1316594" y="1979187"/>
                  </a:moveTo>
                  <a:lnTo>
                    <a:pt x="1313080" y="1978119"/>
                  </a:lnTo>
                  <a:lnTo>
                    <a:pt x="1295736" y="2094936"/>
                  </a:lnTo>
                  <a:close/>
                  <a:moveTo>
                    <a:pt x="1404200" y="2067350"/>
                  </a:moveTo>
                  <a:lnTo>
                    <a:pt x="1295736" y="2094936"/>
                  </a:lnTo>
                  <a:lnTo>
                    <a:pt x="1307629" y="2160869"/>
                  </a:lnTo>
                  <a:close/>
                  <a:moveTo>
                    <a:pt x="1295736" y="2094936"/>
                  </a:moveTo>
                  <a:lnTo>
                    <a:pt x="1404200" y="2067350"/>
                  </a:lnTo>
                  <a:lnTo>
                    <a:pt x="1316594" y="1979187"/>
                  </a:lnTo>
                  <a:close/>
                  <a:moveTo>
                    <a:pt x="1404200" y="2067350"/>
                  </a:moveTo>
                  <a:lnTo>
                    <a:pt x="1397570" y="2003286"/>
                  </a:lnTo>
                  <a:lnTo>
                    <a:pt x="1316594" y="1979187"/>
                  </a:lnTo>
                  <a:close/>
                  <a:moveTo>
                    <a:pt x="1221385" y="1994699"/>
                  </a:moveTo>
                  <a:lnTo>
                    <a:pt x="1313080" y="1978119"/>
                  </a:lnTo>
                  <a:lnTo>
                    <a:pt x="1222933" y="1907662"/>
                  </a:lnTo>
                  <a:close/>
                  <a:moveTo>
                    <a:pt x="1212664" y="1978119"/>
                  </a:moveTo>
                  <a:lnTo>
                    <a:pt x="1221385" y="1994699"/>
                  </a:lnTo>
                  <a:lnTo>
                    <a:pt x="1222933" y="1907662"/>
                  </a:lnTo>
                  <a:close/>
                  <a:moveTo>
                    <a:pt x="994148" y="1824791"/>
                  </a:moveTo>
                  <a:lnTo>
                    <a:pt x="1008178" y="1852126"/>
                  </a:lnTo>
                  <a:lnTo>
                    <a:pt x="1013258" y="1842533"/>
                  </a:lnTo>
                  <a:close/>
                  <a:moveTo>
                    <a:pt x="1027374" y="1813689"/>
                  </a:moveTo>
                  <a:lnTo>
                    <a:pt x="994148" y="1824791"/>
                  </a:lnTo>
                  <a:lnTo>
                    <a:pt x="1013258" y="1842533"/>
                  </a:lnTo>
                  <a:close/>
                  <a:moveTo>
                    <a:pt x="958011" y="1769911"/>
                  </a:moveTo>
                  <a:lnTo>
                    <a:pt x="994148" y="1824791"/>
                  </a:lnTo>
                  <a:lnTo>
                    <a:pt x="1027374" y="1813689"/>
                  </a:lnTo>
                  <a:close/>
                  <a:moveTo>
                    <a:pt x="948579" y="1687695"/>
                  </a:moveTo>
                  <a:lnTo>
                    <a:pt x="958011" y="1769911"/>
                  </a:lnTo>
                  <a:lnTo>
                    <a:pt x="992293" y="1731474"/>
                  </a:lnTo>
                  <a:close/>
                  <a:moveTo>
                    <a:pt x="1313080" y="1978119"/>
                  </a:moveTo>
                  <a:lnTo>
                    <a:pt x="1316594" y="1979187"/>
                  </a:lnTo>
                  <a:lnTo>
                    <a:pt x="1317868" y="1976852"/>
                  </a:lnTo>
                  <a:close/>
                  <a:moveTo>
                    <a:pt x="1222933" y="1907662"/>
                  </a:moveTo>
                  <a:lnTo>
                    <a:pt x="1313080" y="1978119"/>
                  </a:lnTo>
                  <a:lnTo>
                    <a:pt x="1333355" y="1857468"/>
                  </a:lnTo>
                  <a:close/>
                  <a:moveTo>
                    <a:pt x="1333355" y="1857468"/>
                  </a:moveTo>
                  <a:lnTo>
                    <a:pt x="1313080" y="1978119"/>
                  </a:lnTo>
                  <a:lnTo>
                    <a:pt x="1346227" y="1874777"/>
                  </a:lnTo>
                  <a:close/>
                  <a:moveTo>
                    <a:pt x="1346227" y="1874777"/>
                  </a:moveTo>
                  <a:lnTo>
                    <a:pt x="1313080" y="1978119"/>
                  </a:lnTo>
                  <a:lnTo>
                    <a:pt x="1317868" y="1976852"/>
                  </a:lnTo>
                  <a:close/>
                  <a:moveTo>
                    <a:pt x="858313" y="1207264"/>
                  </a:moveTo>
                  <a:lnTo>
                    <a:pt x="914740" y="1281962"/>
                  </a:lnTo>
                  <a:lnTo>
                    <a:pt x="876893" y="1234647"/>
                  </a:lnTo>
                  <a:close/>
                  <a:moveTo>
                    <a:pt x="1881693" y="2421986"/>
                  </a:moveTo>
                  <a:lnTo>
                    <a:pt x="2001889" y="2439037"/>
                  </a:lnTo>
                  <a:lnTo>
                    <a:pt x="1965217" y="2394537"/>
                  </a:lnTo>
                  <a:close/>
                  <a:moveTo>
                    <a:pt x="1729944" y="2324079"/>
                  </a:moveTo>
                  <a:lnTo>
                    <a:pt x="1791074" y="2334973"/>
                  </a:lnTo>
                  <a:lnTo>
                    <a:pt x="1763730" y="2321121"/>
                  </a:lnTo>
                  <a:close/>
                  <a:moveTo>
                    <a:pt x="1546195" y="2065107"/>
                  </a:moveTo>
                  <a:lnTo>
                    <a:pt x="1571479" y="2104113"/>
                  </a:lnTo>
                  <a:lnTo>
                    <a:pt x="1588120" y="2006657"/>
                  </a:lnTo>
                  <a:close/>
                  <a:moveTo>
                    <a:pt x="1588120" y="2006657"/>
                  </a:moveTo>
                  <a:lnTo>
                    <a:pt x="1571479" y="2104113"/>
                  </a:lnTo>
                  <a:lnTo>
                    <a:pt x="1649917" y="1988770"/>
                  </a:lnTo>
                  <a:close/>
                  <a:moveTo>
                    <a:pt x="1649917" y="1988770"/>
                  </a:moveTo>
                  <a:lnTo>
                    <a:pt x="1571479" y="2104113"/>
                  </a:lnTo>
                  <a:lnTo>
                    <a:pt x="1663832" y="2077549"/>
                  </a:lnTo>
                  <a:close/>
                  <a:moveTo>
                    <a:pt x="1645479" y="2157657"/>
                  </a:moveTo>
                  <a:lnTo>
                    <a:pt x="1718477" y="2093716"/>
                  </a:lnTo>
                  <a:lnTo>
                    <a:pt x="1663832" y="2077549"/>
                  </a:lnTo>
                  <a:close/>
                  <a:moveTo>
                    <a:pt x="1663832" y="2077549"/>
                  </a:moveTo>
                  <a:lnTo>
                    <a:pt x="1718477" y="2093716"/>
                  </a:lnTo>
                  <a:lnTo>
                    <a:pt x="1649917" y="1988770"/>
                  </a:lnTo>
                  <a:close/>
                  <a:moveTo>
                    <a:pt x="1547475" y="1983461"/>
                  </a:moveTo>
                  <a:lnTo>
                    <a:pt x="1546195" y="2065107"/>
                  </a:lnTo>
                  <a:lnTo>
                    <a:pt x="1588120" y="2006657"/>
                  </a:lnTo>
                  <a:close/>
                  <a:moveTo>
                    <a:pt x="1547475" y="1983461"/>
                  </a:moveTo>
                  <a:lnTo>
                    <a:pt x="1518108" y="2021898"/>
                  </a:lnTo>
                  <a:lnTo>
                    <a:pt x="1546195" y="2065107"/>
                  </a:lnTo>
                  <a:close/>
                  <a:moveTo>
                    <a:pt x="1547475" y="1983461"/>
                  </a:moveTo>
                  <a:lnTo>
                    <a:pt x="1527584" y="1995526"/>
                  </a:lnTo>
                  <a:lnTo>
                    <a:pt x="1518108" y="2021898"/>
                  </a:lnTo>
                  <a:close/>
                  <a:moveTo>
                    <a:pt x="1492291" y="1736816"/>
                  </a:moveTo>
                  <a:lnTo>
                    <a:pt x="1430306" y="1695273"/>
                  </a:lnTo>
                  <a:lnTo>
                    <a:pt x="1481194" y="1765070"/>
                  </a:lnTo>
                  <a:close/>
                  <a:moveTo>
                    <a:pt x="782725" y="946022"/>
                  </a:moveTo>
                  <a:lnTo>
                    <a:pt x="762513" y="924278"/>
                  </a:lnTo>
                  <a:lnTo>
                    <a:pt x="825803" y="996880"/>
                  </a:lnTo>
                  <a:close/>
                  <a:moveTo>
                    <a:pt x="825803" y="996880"/>
                  </a:moveTo>
                  <a:lnTo>
                    <a:pt x="762513" y="924278"/>
                  </a:lnTo>
                  <a:lnTo>
                    <a:pt x="773350" y="953102"/>
                  </a:lnTo>
                  <a:close/>
                  <a:moveTo>
                    <a:pt x="74754" y="295381"/>
                  </a:moveTo>
                  <a:lnTo>
                    <a:pt x="147527" y="360054"/>
                  </a:lnTo>
                  <a:lnTo>
                    <a:pt x="119433" y="282802"/>
                  </a:lnTo>
                  <a:close/>
                  <a:moveTo>
                    <a:pt x="28148" y="213166"/>
                  </a:moveTo>
                  <a:lnTo>
                    <a:pt x="119433" y="282802"/>
                  </a:lnTo>
                  <a:lnTo>
                    <a:pt x="95810" y="201914"/>
                  </a:lnTo>
                  <a:close/>
                  <a:moveTo>
                    <a:pt x="95810" y="201914"/>
                  </a:moveTo>
                  <a:lnTo>
                    <a:pt x="130681" y="295381"/>
                  </a:lnTo>
                  <a:lnTo>
                    <a:pt x="123949" y="213166"/>
                  </a:lnTo>
                  <a:close/>
                  <a:moveTo>
                    <a:pt x="1965217" y="2394537"/>
                  </a:moveTo>
                  <a:lnTo>
                    <a:pt x="2001889" y="2439037"/>
                  </a:lnTo>
                  <a:lnTo>
                    <a:pt x="2021081" y="2369258"/>
                  </a:lnTo>
                  <a:close/>
                  <a:moveTo>
                    <a:pt x="2075794" y="2273886"/>
                  </a:moveTo>
                  <a:lnTo>
                    <a:pt x="2029579" y="2327365"/>
                  </a:lnTo>
                  <a:lnTo>
                    <a:pt x="2086525" y="2276553"/>
                  </a:lnTo>
                  <a:close/>
                  <a:moveTo>
                    <a:pt x="2086525" y="2276553"/>
                  </a:moveTo>
                  <a:lnTo>
                    <a:pt x="2029579" y="2327365"/>
                  </a:lnTo>
                  <a:lnTo>
                    <a:pt x="2021081" y="2369258"/>
                  </a:lnTo>
                  <a:close/>
                  <a:moveTo>
                    <a:pt x="2086525" y="2276553"/>
                  </a:moveTo>
                  <a:lnTo>
                    <a:pt x="2060347" y="2197743"/>
                  </a:lnTo>
                  <a:lnTo>
                    <a:pt x="2075794" y="2273886"/>
                  </a:lnTo>
                  <a:close/>
                  <a:moveTo>
                    <a:pt x="2060347" y="2197743"/>
                  </a:moveTo>
                  <a:lnTo>
                    <a:pt x="2047732" y="2191670"/>
                  </a:lnTo>
                  <a:lnTo>
                    <a:pt x="2075794" y="2273886"/>
                  </a:lnTo>
                  <a:close/>
                  <a:moveTo>
                    <a:pt x="1892531" y="2308826"/>
                  </a:moveTo>
                  <a:lnTo>
                    <a:pt x="1801291" y="2226574"/>
                  </a:lnTo>
                  <a:lnTo>
                    <a:pt x="1803110" y="2230107"/>
                  </a:lnTo>
                  <a:close/>
                  <a:moveTo>
                    <a:pt x="2060347" y="2197743"/>
                  </a:moveTo>
                  <a:lnTo>
                    <a:pt x="1978374" y="2135920"/>
                  </a:lnTo>
                  <a:lnTo>
                    <a:pt x="2047732" y="2191670"/>
                  </a:lnTo>
                  <a:close/>
                  <a:moveTo>
                    <a:pt x="1568728" y="1894091"/>
                  </a:moveTo>
                  <a:lnTo>
                    <a:pt x="1668263" y="1812438"/>
                  </a:lnTo>
                  <a:lnTo>
                    <a:pt x="1557735" y="1819032"/>
                  </a:lnTo>
                  <a:close/>
                  <a:moveTo>
                    <a:pt x="1557735" y="1819032"/>
                  </a:moveTo>
                  <a:lnTo>
                    <a:pt x="1668263" y="1812438"/>
                  </a:lnTo>
                  <a:lnTo>
                    <a:pt x="1640839" y="1780595"/>
                  </a:lnTo>
                  <a:close/>
                  <a:moveTo>
                    <a:pt x="1640839" y="1780595"/>
                  </a:moveTo>
                  <a:lnTo>
                    <a:pt x="1573634" y="1737297"/>
                  </a:lnTo>
                  <a:lnTo>
                    <a:pt x="1523443" y="1764842"/>
                  </a:lnTo>
                  <a:close/>
                  <a:moveTo>
                    <a:pt x="1435727" y="1641350"/>
                  </a:moveTo>
                  <a:lnTo>
                    <a:pt x="1407021" y="1736816"/>
                  </a:lnTo>
                  <a:lnTo>
                    <a:pt x="1430306" y="1695273"/>
                  </a:lnTo>
                  <a:close/>
                  <a:moveTo>
                    <a:pt x="1435727" y="1641350"/>
                  </a:moveTo>
                  <a:lnTo>
                    <a:pt x="1403379" y="1594600"/>
                  </a:lnTo>
                  <a:lnTo>
                    <a:pt x="1383579" y="1623153"/>
                  </a:lnTo>
                  <a:close/>
                  <a:moveTo>
                    <a:pt x="1403379" y="1594600"/>
                  </a:moveTo>
                  <a:lnTo>
                    <a:pt x="1435727" y="1641350"/>
                  </a:lnTo>
                  <a:lnTo>
                    <a:pt x="1534333" y="1590354"/>
                  </a:lnTo>
                  <a:close/>
                  <a:moveTo>
                    <a:pt x="1149132" y="1392293"/>
                  </a:moveTo>
                  <a:lnTo>
                    <a:pt x="1123629" y="1325741"/>
                  </a:lnTo>
                  <a:lnTo>
                    <a:pt x="1118197" y="1317351"/>
                  </a:lnTo>
                  <a:close/>
                  <a:moveTo>
                    <a:pt x="1107573" y="1225896"/>
                  </a:moveTo>
                  <a:lnTo>
                    <a:pt x="1123629" y="1325741"/>
                  </a:lnTo>
                  <a:lnTo>
                    <a:pt x="1153233" y="1243526"/>
                  </a:lnTo>
                  <a:close/>
                  <a:moveTo>
                    <a:pt x="1107573" y="1225896"/>
                  </a:moveTo>
                  <a:lnTo>
                    <a:pt x="1118197" y="1317351"/>
                  </a:lnTo>
                  <a:lnTo>
                    <a:pt x="1123629" y="1325741"/>
                  </a:lnTo>
                  <a:close/>
                  <a:moveTo>
                    <a:pt x="1107573" y="1225896"/>
                  </a:moveTo>
                  <a:lnTo>
                    <a:pt x="1069646" y="1182802"/>
                  </a:lnTo>
                  <a:lnTo>
                    <a:pt x="1009683" y="1144794"/>
                  </a:lnTo>
                  <a:close/>
                  <a:moveTo>
                    <a:pt x="983412" y="1066060"/>
                  </a:moveTo>
                  <a:lnTo>
                    <a:pt x="928795" y="1079095"/>
                  </a:lnTo>
                  <a:lnTo>
                    <a:pt x="945567" y="1136327"/>
                  </a:lnTo>
                  <a:close/>
                  <a:moveTo>
                    <a:pt x="885202" y="1050511"/>
                  </a:moveTo>
                  <a:lnTo>
                    <a:pt x="998208" y="979159"/>
                  </a:lnTo>
                  <a:lnTo>
                    <a:pt x="926348" y="989147"/>
                  </a:lnTo>
                  <a:close/>
                  <a:moveTo>
                    <a:pt x="782725" y="946022"/>
                  </a:moveTo>
                  <a:lnTo>
                    <a:pt x="825803" y="996880"/>
                  </a:lnTo>
                  <a:lnTo>
                    <a:pt x="825574" y="973104"/>
                  </a:lnTo>
                  <a:close/>
                  <a:moveTo>
                    <a:pt x="23407" y="0"/>
                  </a:moveTo>
                  <a:lnTo>
                    <a:pt x="66248" y="92514"/>
                  </a:lnTo>
                  <a:lnTo>
                    <a:pt x="57959" y="10299"/>
                  </a:lnTo>
                  <a:close/>
                  <a:moveTo>
                    <a:pt x="2024899" y="2165969"/>
                  </a:moveTo>
                  <a:lnTo>
                    <a:pt x="2075794" y="2273886"/>
                  </a:lnTo>
                  <a:lnTo>
                    <a:pt x="2047732" y="2191670"/>
                  </a:lnTo>
                  <a:close/>
                  <a:moveTo>
                    <a:pt x="1901977" y="2105219"/>
                  </a:moveTo>
                  <a:lnTo>
                    <a:pt x="1978374" y="2135920"/>
                  </a:lnTo>
                  <a:lnTo>
                    <a:pt x="1920763" y="2109456"/>
                  </a:lnTo>
                  <a:close/>
                  <a:moveTo>
                    <a:pt x="2024899" y="2165969"/>
                  </a:moveTo>
                  <a:lnTo>
                    <a:pt x="1978374" y="2135920"/>
                  </a:lnTo>
                  <a:lnTo>
                    <a:pt x="1901977" y="2105219"/>
                  </a:lnTo>
                  <a:close/>
                  <a:moveTo>
                    <a:pt x="2024899" y="2165969"/>
                  </a:moveTo>
                  <a:lnTo>
                    <a:pt x="2047732" y="2191670"/>
                  </a:lnTo>
                  <a:lnTo>
                    <a:pt x="1978374" y="2135920"/>
                  </a:lnTo>
                  <a:close/>
                  <a:moveTo>
                    <a:pt x="1901977" y="2105219"/>
                  </a:moveTo>
                  <a:lnTo>
                    <a:pt x="1920763" y="2109456"/>
                  </a:lnTo>
                  <a:lnTo>
                    <a:pt x="1894592" y="2101331"/>
                  </a:lnTo>
                  <a:close/>
                  <a:moveTo>
                    <a:pt x="1640839" y="1780595"/>
                  </a:moveTo>
                  <a:lnTo>
                    <a:pt x="1668263" y="1812438"/>
                  </a:lnTo>
                  <a:lnTo>
                    <a:pt x="1677030" y="1766544"/>
                  </a:lnTo>
                  <a:close/>
                  <a:moveTo>
                    <a:pt x="1640839" y="1780595"/>
                  </a:moveTo>
                  <a:lnTo>
                    <a:pt x="1677030" y="1766544"/>
                  </a:lnTo>
                  <a:lnTo>
                    <a:pt x="1573634" y="1737297"/>
                  </a:lnTo>
                  <a:close/>
                  <a:moveTo>
                    <a:pt x="1573634" y="1737297"/>
                  </a:moveTo>
                  <a:lnTo>
                    <a:pt x="1677030" y="1766544"/>
                  </a:lnTo>
                  <a:lnTo>
                    <a:pt x="1699373" y="1713550"/>
                  </a:lnTo>
                  <a:close/>
                  <a:moveTo>
                    <a:pt x="1677030" y="1766544"/>
                  </a:moveTo>
                  <a:lnTo>
                    <a:pt x="1668263" y="1812438"/>
                  </a:lnTo>
                  <a:lnTo>
                    <a:pt x="1675197" y="1780595"/>
                  </a:lnTo>
                  <a:close/>
                  <a:moveTo>
                    <a:pt x="1074788" y="952273"/>
                  </a:moveTo>
                  <a:lnTo>
                    <a:pt x="998208" y="979159"/>
                  </a:lnTo>
                  <a:lnTo>
                    <a:pt x="1069842" y="968333"/>
                  </a:lnTo>
                  <a:close/>
                  <a:moveTo>
                    <a:pt x="1543668" y="1313911"/>
                  </a:moveTo>
                  <a:lnTo>
                    <a:pt x="1525809" y="1343283"/>
                  </a:lnTo>
                  <a:lnTo>
                    <a:pt x="1572647" y="1331083"/>
                  </a:lnTo>
                  <a:close/>
                  <a:moveTo>
                    <a:pt x="1563956" y="1270705"/>
                  </a:moveTo>
                  <a:lnTo>
                    <a:pt x="1594008" y="1319607"/>
                  </a:lnTo>
                  <a:lnTo>
                    <a:pt x="1636512" y="126332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14" name="Candidate_density__2033">
              <a:extLst>
                <a:ext uri="{FF2B5EF4-FFF2-40B4-BE49-F238E27FC236}">
                  <a16:creationId xmlns:a16="http://schemas.microsoft.com/office/drawing/2014/main" id="{EED88C7F-44CC-2848-662B-5AEE5E06155F}"/>
                </a:ext>
              </a:extLst>
            </p:cNvPr>
            <p:cNvSpPr>
              <a:spLocks noGrp="1"/>
            </p:cNvSpPr>
            <p:nvPr/>
          </p:nvSpPr>
          <p:spPr>
            <a:xfrm>
              <a:off x="4776462" y="2202581"/>
              <a:ext cx="2088288" cy="3340969"/>
            </a:xfrm>
            <a:custGeom>
              <a:avLst/>
              <a:gdLst/>
              <a:ahLst/>
              <a:cxnLst/>
              <a:rect l="0" t="0" r="0" b="0"/>
              <a:pathLst>
                <a:path w="2088288" h="3340969">
                  <a:moveTo>
                    <a:pt x="600221" y="3320706"/>
                  </a:moveTo>
                  <a:lnTo>
                    <a:pt x="575433" y="3291484"/>
                  </a:lnTo>
                  <a:lnTo>
                    <a:pt x="522031" y="3307027"/>
                  </a:lnTo>
                  <a:close/>
                  <a:moveTo>
                    <a:pt x="133146" y="2752477"/>
                  </a:moveTo>
                  <a:lnTo>
                    <a:pt x="53929" y="2734956"/>
                  </a:lnTo>
                  <a:lnTo>
                    <a:pt x="0" y="2707123"/>
                  </a:lnTo>
                  <a:close/>
                  <a:moveTo>
                    <a:pt x="653536" y="3295366"/>
                  </a:moveTo>
                  <a:lnTo>
                    <a:pt x="643902" y="3333802"/>
                  </a:lnTo>
                  <a:lnTo>
                    <a:pt x="663199" y="3340969"/>
                  </a:lnTo>
                  <a:close/>
                  <a:moveTo>
                    <a:pt x="200819" y="2511635"/>
                  </a:moveTo>
                  <a:lnTo>
                    <a:pt x="273138" y="2503367"/>
                  </a:lnTo>
                  <a:lnTo>
                    <a:pt x="308597" y="2434779"/>
                  </a:lnTo>
                  <a:close/>
                  <a:moveTo>
                    <a:pt x="889412" y="3069336"/>
                  </a:moveTo>
                  <a:lnTo>
                    <a:pt x="911101" y="3064911"/>
                  </a:lnTo>
                  <a:lnTo>
                    <a:pt x="888568" y="3054063"/>
                  </a:lnTo>
                  <a:close/>
                  <a:moveTo>
                    <a:pt x="919283" y="3045052"/>
                  </a:moveTo>
                  <a:lnTo>
                    <a:pt x="911101" y="3064911"/>
                  </a:lnTo>
                  <a:lnTo>
                    <a:pt x="917652" y="3054063"/>
                  </a:lnTo>
                  <a:close/>
                  <a:moveTo>
                    <a:pt x="321104" y="2227479"/>
                  </a:moveTo>
                  <a:lnTo>
                    <a:pt x="267978" y="2210077"/>
                  </a:lnTo>
                  <a:lnTo>
                    <a:pt x="250738" y="2267868"/>
                  </a:lnTo>
                  <a:close/>
                  <a:moveTo>
                    <a:pt x="283675" y="2112355"/>
                  </a:moveTo>
                  <a:lnTo>
                    <a:pt x="336389" y="20942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36389" y="2094244"/>
                  </a:lnTo>
                  <a:lnTo>
                    <a:pt x="282094" y="2098509"/>
                  </a:lnTo>
                  <a:close/>
                  <a:moveTo>
                    <a:pt x="344758" y="2108156"/>
                  </a:moveTo>
                  <a:lnTo>
                    <a:pt x="342380" y="21166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46273" y="2111260"/>
                  </a:lnTo>
                  <a:lnTo>
                    <a:pt x="336389" y="2094244"/>
                  </a:lnTo>
                  <a:close/>
                  <a:moveTo>
                    <a:pt x="1195611" y="2431866"/>
                  </a:moveTo>
                  <a:lnTo>
                    <a:pt x="1271202" y="2435829"/>
                  </a:lnTo>
                  <a:lnTo>
                    <a:pt x="1330221" y="2441289"/>
                  </a:lnTo>
                  <a:close/>
                  <a:moveTo>
                    <a:pt x="1330221" y="2441289"/>
                  </a:moveTo>
                  <a:lnTo>
                    <a:pt x="1271202" y="2435829"/>
                  </a:lnTo>
                  <a:lnTo>
                    <a:pt x="1402466" y="2432742"/>
                  </a:lnTo>
                  <a:close/>
                  <a:moveTo>
                    <a:pt x="1375047" y="2393684"/>
                  </a:moveTo>
                  <a:lnTo>
                    <a:pt x="1251141" y="2424282"/>
                  </a:lnTo>
                  <a:lnTo>
                    <a:pt x="1330221" y="2441289"/>
                  </a:lnTo>
                  <a:close/>
                  <a:moveTo>
                    <a:pt x="1375047" y="2393684"/>
                  </a:moveTo>
                  <a:lnTo>
                    <a:pt x="1408913" y="2349399"/>
                  </a:lnTo>
                  <a:lnTo>
                    <a:pt x="1376282" y="2330153"/>
                  </a:lnTo>
                  <a:close/>
                  <a:moveTo>
                    <a:pt x="1402466" y="2432742"/>
                  </a:moveTo>
                  <a:lnTo>
                    <a:pt x="1408913" y="2349399"/>
                  </a:lnTo>
                  <a:lnTo>
                    <a:pt x="1375047" y="2393684"/>
                  </a:lnTo>
                  <a:close/>
                  <a:moveTo>
                    <a:pt x="1330221" y="2441289"/>
                  </a:moveTo>
                  <a:lnTo>
                    <a:pt x="1402466" y="2432742"/>
                  </a:lnTo>
                  <a:lnTo>
                    <a:pt x="1375047" y="2393684"/>
                  </a:lnTo>
                  <a:close/>
                  <a:moveTo>
                    <a:pt x="915184" y="1847278"/>
                  </a:moveTo>
                  <a:lnTo>
                    <a:pt x="939340" y="1927732"/>
                  </a:lnTo>
                  <a:lnTo>
                    <a:pt x="949632" y="1957514"/>
                  </a:lnTo>
                  <a:close/>
                  <a:moveTo>
                    <a:pt x="1296803" y="2079673"/>
                  </a:moveTo>
                  <a:lnTo>
                    <a:pt x="1222451" y="1979436"/>
                  </a:lnTo>
                  <a:lnTo>
                    <a:pt x="1247647" y="2059045"/>
                  </a:lnTo>
                  <a:close/>
                  <a:moveTo>
                    <a:pt x="1404388" y="1852617"/>
                  </a:moveTo>
                  <a:lnTo>
                    <a:pt x="1318934" y="1961589"/>
                  </a:lnTo>
                  <a:lnTo>
                    <a:pt x="1408675" y="1949223"/>
                  </a:lnTo>
                  <a:close/>
                  <a:moveTo>
                    <a:pt x="1404388" y="1852617"/>
                  </a:moveTo>
                  <a:lnTo>
                    <a:pt x="1387306" y="1766412"/>
                  </a:lnTo>
                  <a:lnTo>
                    <a:pt x="1373097" y="1842205"/>
                  </a:lnTo>
                  <a:close/>
                  <a:moveTo>
                    <a:pt x="1387306" y="1766412"/>
                  </a:moveTo>
                  <a:lnTo>
                    <a:pt x="1386534" y="1759990"/>
                  </a:lnTo>
                  <a:lnTo>
                    <a:pt x="1373097" y="1842205"/>
                  </a:lnTo>
                  <a:close/>
                  <a:moveTo>
                    <a:pt x="1872549" y="2499926"/>
                  </a:moveTo>
                  <a:lnTo>
                    <a:pt x="1879042" y="2454346"/>
                  </a:lnTo>
                  <a:lnTo>
                    <a:pt x="1882760" y="2406723"/>
                  </a:lnTo>
                  <a:close/>
                  <a:moveTo>
                    <a:pt x="2002955" y="2423774"/>
                  </a:moveTo>
                  <a:lnTo>
                    <a:pt x="1879042" y="2454346"/>
                  </a:lnTo>
                  <a:lnTo>
                    <a:pt x="1958357" y="2472232"/>
                  </a:lnTo>
                  <a:close/>
                  <a:moveTo>
                    <a:pt x="2002955" y="2423774"/>
                  </a:moveTo>
                  <a:lnTo>
                    <a:pt x="1958357" y="2472232"/>
                  </a:lnTo>
                  <a:lnTo>
                    <a:pt x="2070473" y="2397554"/>
                  </a:lnTo>
                  <a:close/>
                  <a:moveTo>
                    <a:pt x="1453351" y="1912903"/>
                  </a:moveTo>
                  <a:lnTo>
                    <a:pt x="1528650" y="1980263"/>
                  </a:lnTo>
                  <a:lnTo>
                    <a:pt x="1548542" y="1968198"/>
                  </a:lnTo>
                  <a:close/>
                  <a:moveTo>
                    <a:pt x="1446118" y="1803769"/>
                  </a:moveTo>
                  <a:lnTo>
                    <a:pt x="1373097" y="1842205"/>
                  </a:lnTo>
                  <a:lnTo>
                    <a:pt x="1386534" y="1759990"/>
                  </a:lnTo>
                  <a:close/>
                  <a:moveTo>
                    <a:pt x="1408088" y="1721553"/>
                  </a:moveTo>
                  <a:lnTo>
                    <a:pt x="1446118" y="1803769"/>
                  </a:lnTo>
                  <a:lnTo>
                    <a:pt x="1386534" y="1759990"/>
                  </a:lnTo>
                  <a:close/>
                  <a:moveTo>
                    <a:pt x="1386534" y="1759990"/>
                  </a:moveTo>
                  <a:lnTo>
                    <a:pt x="1390508" y="1742428"/>
                  </a:lnTo>
                  <a:lnTo>
                    <a:pt x="1431372" y="1680010"/>
                  </a:lnTo>
                  <a:close/>
                  <a:moveTo>
                    <a:pt x="6798" y="191518"/>
                  </a:moveTo>
                  <a:lnTo>
                    <a:pt x="29214" y="197903"/>
                  </a:lnTo>
                  <a:lnTo>
                    <a:pt x="37799" y="92223"/>
                  </a:lnTo>
                  <a:close/>
                  <a:moveTo>
                    <a:pt x="84868" y="96323"/>
                  </a:moveTo>
                  <a:lnTo>
                    <a:pt x="80230" y="0"/>
                  </a:lnTo>
                  <a:lnTo>
                    <a:pt x="67315" y="77251"/>
                  </a:lnTo>
                  <a:close/>
                  <a:moveTo>
                    <a:pt x="2088288" y="2360816"/>
                  </a:moveTo>
                  <a:lnTo>
                    <a:pt x="2002955" y="2423774"/>
                  </a:lnTo>
                  <a:lnTo>
                    <a:pt x="2070473" y="2397554"/>
                  </a:lnTo>
                  <a:close/>
                  <a:moveTo>
                    <a:pt x="2087592" y="2261290"/>
                  </a:moveTo>
                  <a:lnTo>
                    <a:pt x="2088288" y="2360816"/>
                  </a:lnTo>
                  <a:lnTo>
                    <a:pt x="2080705" y="2379274"/>
                  </a:lnTo>
                  <a:close/>
                  <a:moveTo>
                    <a:pt x="1640243" y="1882148"/>
                  </a:moveTo>
                  <a:lnTo>
                    <a:pt x="1624200" y="1968198"/>
                  </a:lnTo>
                  <a:lnTo>
                    <a:pt x="1640224" y="1903553"/>
                  </a:lnTo>
                  <a:close/>
                  <a:moveTo>
                    <a:pt x="1604268" y="1950894"/>
                  </a:moveTo>
                  <a:lnTo>
                    <a:pt x="1624200" y="1968198"/>
                  </a:lnTo>
                  <a:lnTo>
                    <a:pt x="1640243" y="1882148"/>
                  </a:lnTo>
                  <a:close/>
                  <a:moveTo>
                    <a:pt x="1676263" y="1765332"/>
                  </a:moveTo>
                  <a:lnTo>
                    <a:pt x="1669330" y="1797175"/>
                  </a:lnTo>
                  <a:lnTo>
                    <a:pt x="1638414" y="1885983"/>
                  </a:lnTo>
                  <a:close/>
                  <a:moveTo>
                    <a:pt x="1697315" y="1683117"/>
                  </a:moveTo>
                  <a:lnTo>
                    <a:pt x="1723150" y="1644681"/>
                  </a:lnTo>
                  <a:lnTo>
                    <a:pt x="1676263" y="1765332"/>
                  </a:lnTo>
                  <a:close/>
                  <a:moveTo>
                    <a:pt x="1449874" y="1318781"/>
                  </a:moveTo>
                  <a:lnTo>
                    <a:pt x="1442940" y="1320813"/>
                  </a:lnTo>
                  <a:lnTo>
                    <a:pt x="1484408" y="1384443"/>
                  </a:lnTo>
                  <a:close/>
                  <a:moveTo>
                    <a:pt x="1015967" y="925106"/>
                  </a:moveTo>
                  <a:lnTo>
                    <a:pt x="1029812" y="904745"/>
                  </a:lnTo>
                  <a:lnTo>
                    <a:pt x="999275" y="96389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15" name="Candidate_density__2034">
              <a:extLst>
                <a:ext uri="{FF2B5EF4-FFF2-40B4-BE49-F238E27FC236}">
                  <a16:creationId xmlns:a16="http://schemas.microsoft.com/office/drawing/2014/main" id="{302BA292-FAEC-560D-EECC-7426C118FFEF}"/>
                </a:ext>
              </a:extLst>
            </p:cNvPr>
            <p:cNvSpPr>
              <a:spLocks noGrp="1"/>
            </p:cNvSpPr>
            <p:nvPr/>
          </p:nvSpPr>
          <p:spPr>
            <a:xfrm>
              <a:off x="4690193" y="2197617"/>
              <a:ext cx="2174558" cy="3177014"/>
            </a:xfrm>
            <a:custGeom>
              <a:avLst/>
              <a:gdLst/>
              <a:ahLst/>
              <a:cxnLst/>
              <a:rect l="0" t="0" r="0" b="0"/>
              <a:pathLst>
                <a:path w="2174558" h="3177014">
                  <a:moveTo>
                    <a:pt x="551218" y="3177014"/>
                  </a:moveTo>
                  <a:lnTo>
                    <a:pt x="562537" y="3128311"/>
                  </a:lnTo>
                  <a:lnTo>
                    <a:pt x="526514" y="3097006"/>
                  </a:lnTo>
                  <a:close/>
                  <a:moveTo>
                    <a:pt x="286472" y="2724824"/>
                  </a:moveTo>
                  <a:lnTo>
                    <a:pt x="233788" y="2763261"/>
                  </a:lnTo>
                  <a:lnTo>
                    <a:pt x="301368" y="2785191"/>
                  </a:lnTo>
                  <a:close/>
                  <a:moveTo>
                    <a:pt x="325372" y="2681046"/>
                  </a:moveTo>
                  <a:lnTo>
                    <a:pt x="261522" y="2636213"/>
                  </a:lnTo>
                  <a:lnTo>
                    <a:pt x="326078" y="2642609"/>
                  </a:lnTo>
                  <a:close/>
                  <a:moveTo>
                    <a:pt x="261522" y="2636213"/>
                  </a:moveTo>
                  <a:lnTo>
                    <a:pt x="189758" y="2588453"/>
                  </a:lnTo>
                  <a:lnTo>
                    <a:pt x="242662" y="2629155"/>
                  </a:lnTo>
                  <a:close/>
                  <a:moveTo>
                    <a:pt x="0" y="2421355"/>
                  </a:moveTo>
                  <a:lnTo>
                    <a:pt x="65240" y="2516616"/>
                  </a:lnTo>
                  <a:lnTo>
                    <a:pt x="111786" y="2418489"/>
                  </a:lnTo>
                  <a:close/>
                  <a:moveTo>
                    <a:pt x="73169" y="2489310"/>
                  </a:moveTo>
                  <a:lnTo>
                    <a:pt x="153396" y="2510607"/>
                  </a:lnTo>
                  <a:lnTo>
                    <a:pt x="192405" y="2441252"/>
                  </a:lnTo>
                  <a:close/>
                  <a:moveTo>
                    <a:pt x="111786" y="2418489"/>
                  </a:moveTo>
                  <a:lnTo>
                    <a:pt x="73169" y="2489310"/>
                  </a:lnTo>
                  <a:lnTo>
                    <a:pt x="192405" y="2441252"/>
                  </a:lnTo>
                  <a:close/>
                  <a:moveTo>
                    <a:pt x="384935" y="2807040"/>
                  </a:moveTo>
                  <a:lnTo>
                    <a:pt x="409348" y="2831391"/>
                  </a:lnTo>
                  <a:lnTo>
                    <a:pt x="452999" y="2858253"/>
                  </a:lnTo>
                  <a:close/>
                  <a:moveTo>
                    <a:pt x="619557" y="2923673"/>
                  </a:moveTo>
                  <a:lnTo>
                    <a:pt x="563009" y="2867151"/>
                  </a:lnTo>
                  <a:lnTo>
                    <a:pt x="553192" y="2889254"/>
                  </a:lnTo>
                  <a:close/>
                  <a:moveTo>
                    <a:pt x="720751" y="2960187"/>
                  </a:moveTo>
                  <a:lnTo>
                    <a:pt x="698022" y="2933033"/>
                  </a:lnTo>
                  <a:lnTo>
                    <a:pt x="697604" y="2936819"/>
                  </a:lnTo>
                  <a:close/>
                  <a:moveTo>
                    <a:pt x="697604" y="2936819"/>
                  </a:moveTo>
                  <a:lnTo>
                    <a:pt x="676020" y="2919576"/>
                  </a:lnTo>
                  <a:lnTo>
                    <a:pt x="619557" y="2923673"/>
                  </a:lnTo>
                  <a:close/>
                  <a:moveTo>
                    <a:pt x="228888" y="2478179"/>
                  </a:moveTo>
                  <a:lnTo>
                    <a:pt x="287089" y="2516599"/>
                  </a:lnTo>
                  <a:lnTo>
                    <a:pt x="273140" y="2439743"/>
                  </a:lnTo>
                  <a:close/>
                  <a:moveTo>
                    <a:pt x="91069" y="2231534"/>
                  </a:moveTo>
                  <a:lnTo>
                    <a:pt x="77380" y="2118761"/>
                  </a:lnTo>
                  <a:lnTo>
                    <a:pt x="87336" y="2210759"/>
                  </a:lnTo>
                  <a:close/>
                  <a:moveTo>
                    <a:pt x="974838" y="3059027"/>
                  </a:moveTo>
                  <a:lnTo>
                    <a:pt x="914234" y="2976812"/>
                  </a:lnTo>
                  <a:lnTo>
                    <a:pt x="946215" y="3093815"/>
                  </a:lnTo>
                  <a:close/>
                  <a:moveTo>
                    <a:pt x="714939" y="2764727"/>
                  </a:moveTo>
                  <a:lnTo>
                    <a:pt x="739530" y="2663166"/>
                  </a:lnTo>
                  <a:lnTo>
                    <a:pt x="618515" y="2686388"/>
                  </a:lnTo>
                  <a:close/>
                  <a:moveTo>
                    <a:pt x="612306" y="2681359"/>
                  </a:moveTo>
                  <a:lnTo>
                    <a:pt x="575131" y="2605822"/>
                  </a:lnTo>
                  <a:lnTo>
                    <a:pt x="525974" y="2637233"/>
                  </a:lnTo>
                  <a:close/>
                  <a:moveTo>
                    <a:pt x="284308" y="2291000"/>
                  </a:moveTo>
                  <a:lnTo>
                    <a:pt x="405468" y="2250136"/>
                  </a:lnTo>
                  <a:lnTo>
                    <a:pt x="337008" y="2272832"/>
                  </a:lnTo>
                  <a:close/>
                  <a:moveTo>
                    <a:pt x="337008" y="2272832"/>
                  </a:moveTo>
                  <a:lnTo>
                    <a:pt x="265714" y="2275312"/>
                  </a:lnTo>
                  <a:lnTo>
                    <a:pt x="284308" y="2291000"/>
                  </a:lnTo>
                  <a:close/>
                  <a:moveTo>
                    <a:pt x="260716" y="2330581"/>
                  </a:moveTo>
                  <a:lnTo>
                    <a:pt x="265714" y="2275312"/>
                  </a:lnTo>
                  <a:lnTo>
                    <a:pt x="337008" y="2272832"/>
                  </a:lnTo>
                  <a:close/>
                  <a:moveTo>
                    <a:pt x="168276" y="2154661"/>
                  </a:moveTo>
                  <a:lnTo>
                    <a:pt x="165050" y="2123775"/>
                  </a:lnTo>
                  <a:lnTo>
                    <a:pt x="205837" y="2175012"/>
                  </a:lnTo>
                  <a:close/>
                  <a:moveTo>
                    <a:pt x="127696" y="2110882"/>
                  </a:moveTo>
                  <a:lnTo>
                    <a:pt x="165050" y="2123775"/>
                  </a:lnTo>
                  <a:lnTo>
                    <a:pt x="168276" y="2154661"/>
                  </a:lnTo>
                  <a:close/>
                  <a:moveTo>
                    <a:pt x="741417" y="2455019"/>
                  </a:moveTo>
                  <a:lnTo>
                    <a:pt x="720166" y="2445085"/>
                  </a:lnTo>
                  <a:lnTo>
                    <a:pt x="714271" y="2565086"/>
                  </a:lnTo>
                  <a:close/>
                  <a:moveTo>
                    <a:pt x="656644" y="2416728"/>
                  </a:moveTo>
                  <a:lnTo>
                    <a:pt x="586581" y="2433429"/>
                  </a:lnTo>
                  <a:lnTo>
                    <a:pt x="567765" y="2401306"/>
                  </a:lnTo>
                  <a:close/>
                  <a:moveTo>
                    <a:pt x="407373" y="2232443"/>
                  </a:moveTo>
                  <a:lnTo>
                    <a:pt x="337008" y="2272832"/>
                  </a:lnTo>
                  <a:lnTo>
                    <a:pt x="405468" y="2250136"/>
                  </a:lnTo>
                  <a:close/>
                  <a:moveTo>
                    <a:pt x="407373" y="2232443"/>
                  </a:moveTo>
                  <a:lnTo>
                    <a:pt x="428649" y="2121608"/>
                  </a:lnTo>
                  <a:lnTo>
                    <a:pt x="364769" y="2161425"/>
                  </a:lnTo>
                  <a:close/>
                  <a:moveTo>
                    <a:pt x="432543" y="2116224"/>
                  </a:moveTo>
                  <a:lnTo>
                    <a:pt x="428649" y="2121608"/>
                  </a:lnTo>
                  <a:lnTo>
                    <a:pt x="452669" y="2236876"/>
                  </a:lnTo>
                  <a:close/>
                  <a:moveTo>
                    <a:pt x="405810" y="2154661"/>
                  </a:moveTo>
                  <a:lnTo>
                    <a:pt x="432543" y="2116224"/>
                  </a:lnTo>
                  <a:lnTo>
                    <a:pt x="452669" y="2236876"/>
                  </a:lnTo>
                  <a:close/>
                  <a:moveTo>
                    <a:pt x="720166" y="2445085"/>
                  </a:moveTo>
                  <a:lnTo>
                    <a:pt x="741417" y="2455019"/>
                  </a:lnTo>
                  <a:lnTo>
                    <a:pt x="749177" y="2436615"/>
                  </a:lnTo>
                  <a:close/>
                  <a:moveTo>
                    <a:pt x="751235" y="2445085"/>
                  </a:moveTo>
                  <a:lnTo>
                    <a:pt x="749177" y="2436615"/>
                  </a:lnTo>
                  <a:lnTo>
                    <a:pt x="741417" y="2455019"/>
                  </a:lnTo>
                  <a:close/>
                  <a:moveTo>
                    <a:pt x="771344" y="2351709"/>
                  </a:moveTo>
                  <a:lnTo>
                    <a:pt x="749177" y="2436615"/>
                  </a:lnTo>
                  <a:lnTo>
                    <a:pt x="751235" y="2445085"/>
                  </a:lnTo>
                  <a:close/>
                  <a:moveTo>
                    <a:pt x="751235" y="2445085"/>
                  </a:moveTo>
                  <a:lnTo>
                    <a:pt x="762934" y="2362869"/>
                  </a:lnTo>
                  <a:lnTo>
                    <a:pt x="771344" y="2351709"/>
                  </a:lnTo>
                  <a:close/>
                  <a:moveTo>
                    <a:pt x="724878" y="2324433"/>
                  </a:moveTo>
                  <a:lnTo>
                    <a:pt x="753254" y="2284073"/>
                  </a:lnTo>
                  <a:lnTo>
                    <a:pt x="679247" y="2332783"/>
                  </a:lnTo>
                  <a:close/>
                  <a:moveTo>
                    <a:pt x="547573" y="1995573"/>
                  </a:moveTo>
                  <a:lnTo>
                    <a:pt x="576016" y="2115272"/>
                  </a:lnTo>
                  <a:lnTo>
                    <a:pt x="614027" y="2042187"/>
                  </a:lnTo>
                  <a:close/>
                  <a:moveTo>
                    <a:pt x="472291" y="2006117"/>
                  </a:moveTo>
                  <a:lnTo>
                    <a:pt x="430129" y="1913666"/>
                  </a:lnTo>
                  <a:lnTo>
                    <a:pt x="421343" y="1951794"/>
                  </a:lnTo>
                  <a:close/>
                  <a:moveTo>
                    <a:pt x="430750" y="1914261"/>
                  </a:moveTo>
                  <a:lnTo>
                    <a:pt x="430129" y="1913666"/>
                  </a:lnTo>
                  <a:lnTo>
                    <a:pt x="472291" y="2006117"/>
                  </a:lnTo>
                  <a:close/>
                  <a:moveTo>
                    <a:pt x="522328" y="1977995"/>
                  </a:moveTo>
                  <a:lnTo>
                    <a:pt x="430750" y="1914261"/>
                  </a:lnTo>
                  <a:lnTo>
                    <a:pt x="472291" y="2006117"/>
                  </a:lnTo>
                  <a:close/>
                  <a:moveTo>
                    <a:pt x="421343" y="1951794"/>
                  </a:moveTo>
                  <a:lnTo>
                    <a:pt x="430129" y="1913666"/>
                  </a:lnTo>
                  <a:lnTo>
                    <a:pt x="375019" y="1858377"/>
                  </a:lnTo>
                  <a:close/>
                  <a:moveTo>
                    <a:pt x="919343" y="2519550"/>
                  </a:moveTo>
                  <a:lnTo>
                    <a:pt x="967573" y="2580432"/>
                  </a:lnTo>
                  <a:lnTo>
                    <a:pt x="860238" y="2507009"/>
                  </a:lnTo>
                  <a:close/>
                  <a:moveTo>
                    <a:pt x="430750" y="1914261"/>
                  </a:moveTo>
                  <a:lnTo>
                    <a:pt x="522328" y="1977995"/>
                  </a:lnTo>
                  <a:lnTo>
                    <a:pt x="562186" y="1911816"/>
                  </a:lnTo>
                  <a:close/>
                  <a:moveTo>
                    <a:pt x="621301" y="1854183"/>
                  </a:moveTo>
                  <a:lnTo>
                    <a:pt x="601149" y="1795722"/>
                  </a:lnTo>
                  <a:lnTo>
                    <a:pt x="601894" y="1792706"/>
                  </a:lnTo>
                  <a:close/>
                  <a:moveTo>
                    <a:pt x="616369" y="1754269"/>
                  </a:moveTo>
                  <a:lnTo>
                    <a:pt x="621301" y="1854183"/>
                  </a:lnTo>
                  <a:lnTo>
                    <a:pt x="601894" y="1792706"/>
                  </a:lnTo>
                  <a:close/>
                  <a:moveTo>
                    <a:pt x="601894" y="1792706"/>
                  </a:moveTo>
                  <a:lnTo>
                    <a:pt x="554222" y="1710491"/>
                  </a:lnTo>
                  <a:lnTo>
                    <a:pt x="616369" y="1754269"/>
                  </a:lnTo>
                  <a:close/>
                  <a:moveTo>
                    <a:pt x="1337411" y="2429246"/>
                  </a:moveTo>
                  <a:lnTo>
                    <a:pt x="1281881" y="2436830"/>
                  </a:lnTo>
                  <a:lnTo>
                    <a:pt x="1416491" y="2446254"/>
                  </a:lnTo>
                  <a:close/>
                  <a:moveTo>
                    <a:pt x="1037004" y="1984025"/>
                  </a:moveTo>
                  <a:lnTo>
                    <a:pt x="1035902" y="1962478"/>
                  </a:lnTo>
                  <a:lnTo>
                    <a:pt x="1039950" y="2044693"/>
                  </a:lnTo>
                  <a:close/>
                  <a:moveTo>
                    <a:pt x="1495183" y="2354363"/>
                  </a:moveTo>
                  <a:lnTo>
                    <a:pt x="1464445" y="2279260"/>
                  </a:lnTo>
                  <a:lnTo>
                    <a:pt x="1462552" y="2335117"/>
                  </a:lnTo>
                  <a:close/>
                  <a:moveTo>
                    <a:pt x="1464445" y="2279260"/>
                  </a:moveTo>
                  <a:lnTo>
                    <a:pt x="1458220" y="2252902"/>
                  </a:lnTo>
                  <a:lnTo>
                    <a:pt x="1462552" y="2335117"/>
                  </a:lnTo>
                  <a:close/>
                  <a:moveTo>
                    <a:pt x="1401428" y="2174733"/>
                  </a:moveTo>
                  <a:lnTo>
                    <a:pt x="1383421" y="2184447"/>
                  </a:lnTo>
                  <a:lnTo>
                    <a:pt x="1397034" y="2170687"/>
                  </a:lnTo>
                  <a:close/>
                  <a:moveTo>
                    <a:pt x="1025609" y="1932696"/>
                  </a:moveTo>
                  <a:lnTo>
                    <a:pt x="1039950" y="2044693"/>
                  </a:lnTo>
                  <a:lnTo>
                    <a:pt x="1035902" y="1962478"/>
                  </a:lnTo>
                  <a:close/>
                  <a:moveTo>
                    <a:pt x="1333917" y="2064009"/>
                  </a:moveTo>
                  <a:lnTo>
                    <a:pt x="1352081" y="2149334"/>
                  </a:lnTo>
                  <a:lnTo>
                    <a:pt x="1383073" y="2084637"/>
                  </a:lnTo>
                  <a:close/>
                  <a:moveTo>
                    <a:pt x="1383073" y="2084637"/>
                  </a:moveTo>
                  <a:lnTo>
                    <a:pt x="1400417" y="1967821"/>
                  </a:lnTo>
                  <a:lnTo>
                    <a:pt x="1308721" y="1984400"/>
                  </a:lnTo>
                  <a:close/>
                  <a:moveTo>
                    <a:pt x="1494945" y="1954187"/>
                  </a:moveTo>
                  <a:lnTo>
                    <a:pt x="1403931" y="1968889"/>
                  </a:lnTo>
                  <a:lnTo>
                    <a:pt x="1484907" y="1992987"/>
                  </a:lnTo>
                  <a:close/>
                  <a:moveTo>
                    <a:pt x="1494945" y="1954187"/>
                  </a:moveTo>
                  <a:lnTo>
                    <a:pt x="1405204" y="1966554"/>
                  </a:lnTo>
                  <a:lnTo>
                    <a:pt x="1403931" y="1968889"/>
                  </a:lnTo>
                  <a:close/>
                  <a:moveTo>
                    <a:pt x="1459367" y="1847169"/>
                  </a:moveTo>
                  <a:lnTo>
                    <a:pt x="1433563" y="1864478"/>
                  </a:lnTo>
                  <a:lnTo>
                    <a:pt x="1490658" y="1857581"/>
                  </a:lnTo>
                  <a:close/>
                  <a:moveTo>
                    <a:pt x="1490658" y="1857581"/>
                  </a:moveTo>
                  <a:lnTo>
                    <a:pt x="1433563" y="1864478"/>
                  </a:lnTo>
                  <a:lnTo>
                    <a:pt x="1405204" y="1966554"/>
                  </a:lnTo>
                  <a:close/>
                  <a:moveTo>
                    <a:pt x="162090" y="285082"/>
                  </a:moveTo>
                  <a:lnTo>
                    <a:pt x="114237" y="323518"/>
                  </a:lnTo>
                  <a:lnTo>
                    <a:pt x="172611" y="367297"/>
                  </a:lnTo>
                  <a:close/>
                  <a:moveTo>
                    <a:pt x="63182" y="241304"/>
                  </a:moveTo>
                  <a:lnTo>
                    <a:pt x="114237" y="323518"/>
                  </a:lnTo>
                  <a:lnTo>
                    <a:pt x="162090" y="285082"/>
                  </a:lnTo>
                  <a:close/>
                  <a:moveTo>
                    <a:pt x="63182" y="241304"/>
                  </a:moveTo>
                  <a:lnTo>
                    <a:pt x="162090" y="285082"/>
                  </a:lnTo>
                  <a:lnTo>
                    <a:pt x="115484" y="202867"/>
                  </a:lnTo>
                  <a:close/>
                  <a:moveTo>
                    <a:pt x="1969029" y="2411687"/>
                  </a:moveTo>
                  <a:lnTo>
                    <a:pt x="1913783" y="2396009"/>
                  </a:lnTo>
                  <a:lnTo>
                    <a:pt x="1958819" y="2504890"/>
                  </a:lnTo>
                  <a:close/>
                  <a:moveTo>
                    <a:pt x="1969029" y="2411687"/>
                  </a:moveTo>
                  <a:lnTo>
                    <a:pt x="1965312" y="2459310"/>
                  </a:lnTo>
                  <a:lnTo>
                    <a:pt x="2089225" y="2428739"/>
                  </a:lnTo>
                  <a:close/>
                  <a:moveTo>
                    <a:pt x="1737253" y="1978471"/>
                  </a:moveTo>
                  <a:lnTo>
                    <a:pt x="1710470" y="1973163"/>
                  </a:lnTo>
                  <a:lnTo>
                    <a:pt x="1675456" y="1996358"/>
                  </a:lnTo>
                  <a:close/>
                  <a:moveTo>
                    <a:pt x="1477369" y="1907885"/>
                  </a:moveTo>
                  <a:lnTo>
                    <a:pt x="1433563" y="1864478"/>
                  </a:lnTo>
                  <a:lnTo>
                    <a:pt x="1459367" y="1847169"/>
                  </a:lnTo>
                  <a:close/>
                  <a:moveTo>
                    <a:pt x="1494358" y="1726517"/>
                  </a:moveTo>
                  <a:lnTo>
                    <a:pt x="1472804" y="1764954"/>
                  </a:lnTo>
                  <a:lnTo>
                    <a:pt x="1517642" y="1684974"/>
                  </a:lnTo>
                  <a:close/>
                  <a:moveTo>
                    <a:pt x="206769" y="272503"/>
                  </a:moveTo>
                  <a:lnTo>
                    <a:pt x="226224" y="367297"/>
                  </a:lnTo>
                  <a:lnTo>
                    <a:pt x="218017" y="285082"/>
                  </a:lnTo>
                  <a:close/>
                  <a:moveTo>
                    <a:pt x="171137" y="101287"/>
                  </a:moveTo>
                  <a:lnTo>
                    <a:pt x="115484" y="202867"/>
                  </a:lnTo>
                  <a:lnTo>
                    <a:pt x="183146" y="191615"/>
                  </a:lnTo>
                  <a:close/>
                  <a:moveTo>
                    <a:pt x="171137" y="101287"/>
                  </a:moveTo>
                  <a:lnTo>
                    <a:pt x="183146" y="191615"/>
                  </a:lnTo>
                  <a:lnTo>
                    <a:pt x="211285" y="202867"/>
                  </a:lnTo>
                  <a:close/>
                  <a:moveTo>
                    <a:pt x="166500" y="4964"/>
                  </a:moveTo>
                  <a:lnTo>
                    <a:pt x="145296" y="0"/>
                  </a:lnTo>
                  <a:lnTo>
                    <a:pt x="153585" y="82215"/>
                  </a:lnTo>
                  <a:close/>
                  <a:moveTo>
                    <a:pt x="2174558" y="2365780"/>
                  </a:moveTo>
                  <a:lnTo>
                    <a:pt x="2108417" y="2358959"/>
                  </a:lnTo>
                  <a:lnTo>
                    <a:pt x="2089225" y="2428739"/>
                  </a:lnTo>
                  <a:close/>
                  <a:moveTo>
                    <a:pt x="2173861" y="2266254"/>
                  </a:moveTo>
                  <a:lnTo>
                    <a:pt x="2108417" y="2358959"/>
                  </a:lnTo>
                  <a:lnTo>
                    <a:pt x="2174558" y="2365780"/>
                  </a:lnTo>
                  <a:close/>
                  <a:moveTo>
                    <a:pt x="1473203" y="1523651"/>
                  </a:moveTo>
                  <a:lnTo>
                    <a:pt x="1490716" y="1584301"/>
                  </a:lnTo>
                  <a:lnTo>
                    <a:pt x="1475876" y="1562087"/>
                  </a:lnTo>
                  <a:close/>
                  <a:moveTo>
                    <a:pt x="1470915" y="1612854"/>
                  </a:moveTo>
                  <a:lnTo>
                    <a:pt x="1490716" y="1584301"/>
                  </a:lnTo>
                  <a:lnTo>
                    <a:pt x="1473203" y="1523651"/>
                  </a:lnTo>
                  <a:close/>
                  <a:moveTo>
                    <a:pt x="1097020" y="1134495"/>
                  </a:moveTo>
                  <a:lnTo>
                    <a:pt x="1156983" y="1172503"/>
                  </a:lnTo>
                  <a:lnTo>
                    <a:pt x="1121810" y="1151011"/>
                  </a:lnTo>
                  <a:close/>
                  <a:moveTo>
                    <a:pt x="1097020" y="1134495"/>
                  </a:moveTo>
                  <a:lnTo>
                    <a:pt x="1070749" y="1055762"/>
                  </a:lnTo>
                  <a:lnTo>
                    <a:pt x="1032904" y="1126029"/>
                  </a:lnTo>
                  <a:close/>
                  <a:moveTo>
                    <a:pt x="1070749" y="1055762"/>
                  </a:moveTo>
                  <a:lnTo>
                    <a:pt x="1121810" y="1151011"/>
                  </a:lnTo>
                  <a:lnTo>
                    <a:pt x="1108224" y="1068796"/>
                  </a:lnTo>
                  <a:close/>
                  <a:moveTo>
                    <a:pt x="1070749" y="1055762"/>
                  </a:moveTo>
                  <a:lnTo>
                    <a:pt x="1097020" y="1134495"/>
                  </a:lnTo>
                  <a:lnTo>
                    <a:pt x="1121810" y="1151011"/>
                  </a:lnTo>
                  <a:close/>
                  <a:moveTo>
                    <a:pt x="1070749" y="1055762"/>
                  </a:moveTo>
                  <a:lnTo>
                    <a:pt x="1108224" y="1068796"/>
                  </a:lnTo>
                  <a:lnTo>
                    <a:pt x="1085544" y="968860"/>
                  </a:lnTo>
                  <a:close/>
                  <a:moveTo>
                    <a:pt x="1085544" y="968860"/>
                  </a:moveTo>
                  <a:lnTo>
                    <a:pt x="1127103" y="1060787"/>
                  </a:lnTo>
                  <a:lnTo>
                    <a:pt x="1157179" y="958034"/>
                  </a:lnTo>
                  <a:close/>
                  <a:moveTo>
                    <a:pt x="1762533" y="1770296"/>
                  </a:moveTo>
                  <a:lnTo>
                    <a:pt x="1786709" y="1703251"/>
                  </a:lnTo>
                  <a:lnTo>
                    <a:pt x="1764366" y="1756245"/>
                  </a:lnTo>
                  <a:close/>
                  <a:moveTo>
                    <a:pt x="1809420" y="1649645"/>
                  </a:moveTo>
                  <a:lnTo>
                    <a:pt x="1786709" y="1703251"/>
                  </a:lnTo>
                  <a:lnTo>
                    <a:pt x="1762533" y="1770296"/>
                  </a:lnTo>
                  <a:close/>
                  <a:moveTo>
                    <a:pt x="1613146" y="1332984"/>
                  </a:moveTo>
                  <a:lnTo>
                    <a:pt x="1536144" y="1323745"/>
                  </a:lnTo>
                  <a:lnTo>
                    <a:pt x="1570678" y="1389407"/>
                  </a:lnTo>
                  <a:close/>
                  <a:moveTo>
                    <a:pt x="1162125" y="941974"/>
                  </a:moveTo>
                  <a:lnTo>
                    <a:pt x="1102236" y="930071"/>
                  </a:lnTo>
                  <a:lnTo>
                    <a:pt x="1085544" y="968860"/>
                  </a:lnTo>
                  <a:close/>
                  <a:moveTo>
                    <a:pt x="1102236" y="930071"/>
                  </a:moveTo>
                  <a:lnTo>
                    <a:pt x="1162125" y="941974"/>
                  </a:lnTo>
                  <a:lnTo>
                    <a:pt x="1148716" y="852782"/>
                  </a:lnTo>
                  <a:close/>
                  <a:moveTo>
                    <a:pt x="1102236" y="930071"/>
                  </a:moveTo>
                  <a:lnTo>
                    <a:pt x="1148716" y="852782"/>
                  </a:lnTo>
                  <a:lnTo>
                    <a:pt x="1071953" y="854598"/>
                  </a:lnTo>
                  <a:close/>
                  <a:moveTo>
                    <a:pt x="1613146" y="1332984"/>
                  </a:moveTo>
                  <a:lnTo>
                    <a:pt x="1631004" y="1303612"/>
                  </a:lnTo>
                  <a:lnTo>
                    <a:pt x="1536144" y="1323745"/>
                  </a:lnTo>
                  <a:close/>
                  <a:moveTo>
                    <a:pt x="1536144" y="1323745"/>
                  </a:moveTo>
                  <a:lnTo>
                    <a:pt x="1631004" y="1303612"/>
                  </a:lnTo>
                  <a:lnTo>
                    <a:pt x="1536813" y="131959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16" name="Candidate_density__2035">
              <a:extLst>
                <a:ext uri="{FF2B5EF4-FFF2-40B4-BE49-F238E27FC236}">
                  <a16:creationId xmlns:a16="http://schemas.microsoft.com/office/drawing/2014/main" id="{E0B80952-D51C-34CD-A7D7-0F506ECA650C}"/>
                </a:ext>
              </a:extLst>
            </p:cNvPr>
            <p:cNvSpPr>
              <a:spLocks noGrp="1"/>
            </p:cNvSpPr>
            <p:nvPr/>
          </p:nvSpPr>
          <p:spPr>
            <a:xfrm>
              <a:off x="4457727" y="2110815"/>
              <a:ext cx="2006084" cy="3102050"/>
            </a:xfrm>
            <a:custGeom>
              <a:avLst/>
              <a:gdLst/>
              <a:ahLst/>
              <a:cxnLst/>
              <a:rect l="0" t="0" r="0" b="0"/>
              <a:pathLst>
                <a:path w="2006084" h="3102050">
                  <a:moveTo>
                    <a:pt x="0" y="2484569"/>
                  </a:moveTo>
                  <a:lnTo>
                    <a:pt x="55003" y="2475015"/>
                  </a:lnTo>
                  <a:lnTo>
                    <a:pt x="46197" y="2477423"/>
                  </a:lnTo>
                  <a:close/>
                  <a:moveTo>
                    <a:pt x="103927" y="2379274"/>
                  </a:moveTo>
                  <a:lnTo>
                    <a:pt x="46197" y="2477423"/>
                  </a:lnTo>
                  <a:lnTo>
                    <a:pt x="85879" y="2438987"/>
                  </a:lnTo>
                  <a:close/>
                  <a:moveTo>
                    <a:pt x="45870" y="2298985"/>
                  </a:moveTo>
                  <a:lnTo>
                    <a:pt x="104269" y="2356772"/>
                  </a:lnTo>
                  <a:lnTo>
                    <a:pt x="91362" y="2332296"/>
                  </a:lnTo>
                  <a:close/>
                  <a:moveTo>
                    <a:pt x="61185" y="2274557"/>
                  </a:moveTo>
                  <a:lnTo>
                    <a:pt x="45870" y="2298985"/>
                  </a:lnTo>
                  <a:lnTo>
                    <a:pt x="91362" y="2332296"/>
                  </a:lnTo>
                  <a:close/>
                  <a:moveTo>
                    <a:pt x="461354" y="2564981"/>
                  </a:moveTo>
                  <a:lnTo>
                    <a:pt x="546518" y="2489013"/>
                  </a:lnTo>
                  <a:lnTo>
                    <a:pt x="436670" y="2463326"/>
                  </a:lnTo>
                  <a:close/>
                  <a:moveTo>
                    <a:pt x="436670" y="2463326"/>
                  </a:moveTo>
                  <a:lnTo>
                    <a:pt x="546518" y="2489013"/>
                  </a:lnTo>
                  <a:lnTo>
                    <a:pt x="512498" y="2462271"/>
                  </a:lnTo>
                  <a:close/>
                  <a:moveTo>
                    <a:pt x="436670" y="2463326"/>
                  </a:moveTo>
                  <a:lnTo>
                    <a:pt x="512498" y="2462271"/>
                  </a:lnTo>
                  <a:lnTo>
                    <a:pt x="419076" y="2377537"/>
                  </a:lnTo>
                  <a:close/>
                  <a:moveTo>
                    <a:pt x="257872" y="2287317"/>
                  </a:moveTo>
                  <a:lnTo>
                    <a:pt x="309846" y="2205563"/>
                  </a:lnTo>
                  <a:lnTo>
                    <a:pt x="224645" y="2214238"/>
                  </a:lnTo>
                  <a:close/>
                  <a:moveTo>
                    <a:pt x="1017636" y="2994616"/>
                  </a:moveTo>
                  <a:lnTo>
                    <a:pt x="998250" y="3063333"/>
                  </a:lnTo>
                  <a:lnTo>
                    <a:pt x="1105109" y="2981398"/>
                  </a:lnTo>
                  <a:close/>
                  <a:moveTo>
                    <a:pt x="1105109" y="2981398"/>
                  </a:moveTo>
                  <a:lnTo>
                    <a:pt x="1068261" y="3102050"/>
                  </a:lnTo>
                  <a:lnTo>
                    <a:pt x="1110413" y="2988834"/>
                  </a:lnTo>
                  <a:close/>
                  <a:moveTo>
                    <a:pt x="1110413" y="2988834"/>
                  </a:moveTo>
                  <a:lnTo>
                    <a:pt x="1068261" y="3102050"/>
                  </a:lnTo>
                  <a:lnTo>
                    <a:pt x="1105586" y="3083799"/>
                  </a:lnTo>
                  <a:close/>
                  <a:moveTo>
                    <a:pt x="1105586" y="3083799"/>
                  </a:moveTo>
                  <a:lnTo>
                    <a:pt x="1146699" y="3063613"/>
                  </a:lnTo>
                  <a:lnTo>
                    <a:pt x="1110413" y="2988834"/>
                  </a:lnTo>
                  <a:close/>
                  <a:moveTo>
                    <a:pt x="1105109" y="2981398"/>
                  </a:moveTo>
                  <a:lnTo>
                    <a:pt x="1106976" y="2975982"/>
                  </a:lnTo>
                  <a:lnTo>
                    <a:pt x="1017636" y="2994616"/>
                  </a:lnTo>
                  <a:close/>
                  <a:moveTo>
                    <a:pt x="1017636" y="2994616"/>
                  </a:moveTo>
                  <a:lnTo>
                    <a:pt x="1106976" y="2975982"/>
                  </a:lnTo>
                  <a:lnTo>
                    <a:pt x="1076068" y="2907611"/>
                  </a:lnTo>
                  <a:close/>
                  <a:moveTo>
                    <a:pt x="1076068" y="2907611"/>
                  </a:moveTo>
                  <a:lnTo>
                    <a:pt x="1106976" y="2975982"/>
                  </a:lnTo>
                  <a:lnTo>
                    <a:pt x="1170977" y="2936612"/>
                  </a:lnTo>
                  <a:close/>
                  <a:moveTo>
                    <a:pt x="360161" y="2197684"/>
                  </a:moveTo>
                  <a:lnTo>
                    <a:pt x="302389" y="2111533"/>
                  </a:lnTo>
                  <a:lnTo>
                    <a:pt x="305150" y="2143892"/>
                  </a:lnTo>
                  <a:close/>
                  <a:moveTo>
                    <a:pt x="445345" y="2077032"/>
                  </a:moveTo>
                  <a:lnTo>
                    <a:pt x="452354" y="1994817"/>
                  </a:lnTo>
                  <a:lnTo>
                    <a:pt x="416442" y="2079402"/>
                  </a:lnTo>
                  <a:close/>
                  <a:moveTo>
                    <a:pt x="416442" y="2079402"/>
                  </a:moveTo>
                  <a:lnTo>
                    <a:pt x="419954" y="2079268"/>
                  </a:lnTo>
                  <a:lnTo>
                    <a:pt x="445345" y="2077032"/>
                  </a:lnTo>
                  <a:close/>
                  <a:moveTo>
                    <a:pt x="317917" y="1912602"/>
                  </a:moveTo>
                  <a:lnTo>
                    <a:pt x="383536" y="2006062"/>
                  </a:lnTo>
                  <a:lnTo>
                    <a:pt x="392789" y="1977702"/>
                  </a:lnTo>
                  <a:close/>
                  <a:moveTo>
                    <a:pt x="1170977" y="2936612"/>
                  </a:moveTo>
                  <a:lnTo>
                    <a:pt x="1210188" y="2959259"/>
                  </a:lnTo>
                  <a:lnTo>
                    <a:pt x="1238786" y="2911483"/>
                  </a:lnTo>
                  <a:close/>
                  <a:moveTo>
                    <a:pt x="1238786" y="2911483"/>
                  </a:moveTo>
                  <a:lnTo>
                    <a:pt x="1210188" y="2959259"/>
                  </a:lnTo>
                  <a:lnTo>
                    <a:pt x="1276817" y="2860747"/>
                  </a:lnTo>
                  <a:close/>
                  <a:moveTo>
                    <a:pt x="392789" y="1977702"/>
                  </a:moveTo>
                  <a:lnTo>
                    <a:pt x="452354" y="1994817"/>
                  </a:lnTo>
                  <a:lnTo>
                    <a:pt x="436831" y="1927168"/>
                  </a:lnTo>
                  <a:close/>
                  <a:moveTo>
                    <a:pt x="436831" y="1927168"/>
                  </a:moveTo>
                  <a:lnTo>
                    <a:pt x="452354" y="1994817"/>
                  </a:lnTo>
                  <a:lnTo>
                    <a:pt x="491030" y="1879170"/>
                  </a:lnTo>
                  <a:close/>
                  <a:moveTo>
                    <a:pt x="398786" y="1874166"/>
                  </a:moveTo>
                  <a:lnTo>
                    <a:pt x="392789" y="1977702"/>
                  </a:lnTo>
                  <a:lnTo>
                    <a:pt x="436831" y="1927168"/>
                  </a:lnTo>
                  <a:close/>
                  <a:moveTo>
                    <a:pt x="398786" y="1874166"/>
                  </a:moveTo>
                  <a:lnTo>
                    <a:pt x="317917" y="1912602"/>
                  </a:lnTo>
                  <a:lnTo>
                    <a:pt x="392789" y="1977702"/>
                  </a:lnTo>
                  <a:close/>
                  <a:moveTo>
                    <a:pt x="307853" y="1830387"/>
                  </a:moveTo>
                  <a:lnTo>
                    <a:pt x="405053" y="1808352"/>
                  </a:lnTo>
                  <a:lnTo>
                    <a:pt x="395160" y="1796427"/>
                  </a:lnTo>
                  <a:close/>
                  <a:moveTo>
                    <a:pt x="405053" y="1808352"/>
                  </a:moveTo>
                  <a:lnTo>
                    <a:pt x="483611" y="1874166"/>
                  </a:lnTo>
                  <a:lnTo>
                    <a:pt x="395160" y="1796427"/>
                  </a:lnTo>
                  <a:close/>
                  <a:moveTo>
                    <a:pt x="1276817" y="2860747"/>
                  </a:moveTo>
                  <a:lnTo>
                    <a:pt x="1280511" y="2942962"/>
                  </a:lnTo>
                  <a:lnTo>
                    <a:pt x="1341850" y="2904525"/>
                  </a:lnTo>
                  <a:close/>
                  <a:moveTo>
                    <a:pt x="1276817" y="2860747"/>
                  </a:moveTo>
                  <a:lnTo>
                    <a:pt x="1341850" y="2904525"/>
                  </a:lnTo>
                  <a:lnTo>
                    <a:pt x="1297121" y="2822310"/>
                  </a:lnTo>
                  <a:close/>
                  <a:moveTo>
                    <a:pt x="437218" y="1862327"/>
                  </a:moveTo>
                  <a:lnTo>
                    <a:pt x="436831" y="1927168"/>
                  </a:lnTo>
                  <a:lnTo>
                    <a:pt x="483611" y="1874166"/>
                  </a:lnTo>
                  <a:close/>
                  <a:moveTo>
                    <a:pt x="483611" y="1874166"/>
                  </a:moveTo>
                  <a:lnTo>
                    <a:pt x="405053" y="1808352"/>
                  </a:lnTo>
                  <a:lnTo>
                    <a:pt x="437218" y="1862327"/>
                  </a:lnTo>
                  <a:close/>
                  <a:moveTo>
                    <a:pt x="544829" y="1835729"/>
                  </a:moveTo>
                  <a:lnTo>
                    <a:pt x="515165" y="1874166"/>
                  </a:lnTo>
                  <a:lnTo>
                    <a:pt x="566710" y="1917944"/>
                  </a:lnTo>
                  <a:close/>
                  <a:moveTo>
                    <a:pt x="544829" y="1835729"/>
                  </a:moveTo>
                  <a:lnTo>
                    <a:pt x="580353" y="1753514"/>
                  </a:lnTo>
                  <a:lnTo>
                    <a:pt x="515165" y="1874166"/>
                  </a:lnTo>
                  <a:close/>
                  <a:moveTo>
                    <a:pt x="580353" y="1753514"/>
                  </a:moveTo>
                  <a:lnTo>
                    <a:pt x="652813" y="1746965"/>
                  </a:lnTo>
                  <a:lnTo>
                    <a:pt x="604176" y="1747685"/>
                  </a:lnTo>
                  <a:close/>
                  <a:moveTo>
                    <a:pt x="604176" y="1747685"/>
                  </a:moveTo>
                  <a:lnTo>
                    <a:pt x="652813" y="1746965"/>
                  </a:lnTo>
                  <a:lnTo>
                    <a:pt x="726389" y="1743398"/>
                  </a:lnTo>
                  <a:close/>
                  <a:moveTo>
                    <a:pt x="699893" y="1769961"/>
                  </a:moveTo>
                  <a:lnTo>
                    <a:pt x="726389" y="1743398"/>
                  </a:lnTo>
                  <a:lnTo>
                    <a:pt x="652813" y="1746965"/>
                  </a:lnTo>
                  <a:close/>
                  <a:moveTo>
                    <a:pt x="699893" y="1769961"/>
                  </a:moveTo>
                  <a:lnTo>
                    <a:pt x="778045" y="1767017"/>
                  </a:lnTo>
                  <a:lnTo>
                    <a:pt x="726389" y="1743398"/>
                  </a:lnTo>
                  <a:close/>
                  <a:moveTo>
                    <a:pt x="1794413" y="2583036"/>
                  </a:moveTo>
                  <a:lnTo>
                    <a:pt x="1796613" y="2585282"/>
                  </a:lnTo>
                  <a:lnTo>
                    <a:pt x="1869139" y="2583765"/>
                  </a:lnTo>
                  <a:close/>
                  <a:moveTo>
                    <a:pt x="1231231" y="1655476"/>
                  </a:moveTo>
                  <a:lnTo>
                    <a:pt x="1220887" y="1649363"/>
                  </a:lnTo>
                  <a:lnTo>
                    <a:pt x="1270693" y="1725762"/>
                  </a:lnTo>
                  <a:close/>
                  <a:moveTo>
                    <a:pt x="1221860" y="1643547"/>
                  </a:moveTo>
                  <a:lnTo>
                    <a:pt x="1220887" y="1649363"/>
                  </a:lnTo>
                  <a:lnTo>
                    <a:pt x="1231231" y="1655476"/>
                  </a:lnTo>
                  <a:close/>
                  <a:moveTo>
                    <a:pt x="1220294" y="1614583"/>
                  </a:moveTo>
                  <a:lnTo>
                    <a:pt x="1220887" y="1649363"/>
                  </a:lnTo>
                  <a:lnTo>
                    <a:pt x="1221860" y="1643547"/>
                  </a:lnTo>
                  <a:close/>
                  <a:moveTo>
                    <a:pt x="1164453" y="1495058"/>
                  </a:moveTo>
                  <a:lnTo>
                    <a:pt x="1221770" y="1561332"/>
                  </a:lnTo>
                  <a:lnTo>
                    <a:pt x="1198546" y="1533273"/>
                  </a:lnTo>
                  <a:close/>
                  <a:moveTo>
                    <a:pt x="1165851" y="1479116"/>
                  </a:moveTo>
                  <a:lnTo>
                    <a:pt x="1164453" y="1495058"/>
                  </a:lnTo>
                  <a:lnTo>
                    <a:pt x="1198546" y="1533273"/>
                  </a:lnTo>
                  <a:close/>
                  <a:moveTo>
                    <a:pt x="1175821" y="1448310"/>
                  </a:moveTo>
                  <a:lnTo>
                    <a:pt x="1164453" y="1495058"/>
                  </a:lnTo>
                  <a:lnTo>
                    <a:pt x="1165851" y="1479116"/>
                  </a:lnTo>
                  <a:close/>
                  <a:moveTo>
                    <a:pt x="1847386" y="2072029"/>
                  </a:moveTo>
                  <a:lnTo>
                    <a:pt x="1837055" y="2112534"/>
                  </a:lnTo>
                  <a:lnTo>
                    <a:pt x="1837910" y="2098401"/>
                  </a:lnTo>
                  <a:close/>
                  <a:moveTo>
                    <a:pt x="1571106" y="1875036"/>
                  </a:moveTo>
                  <a:lnTo>
                    <a:pt x="1532101" y="1851756"/>
                  </a:lnTo>
                  <a:lnTo>
                    <a:pt x="1542207" y="1970280"/>
                  </a:lnTo>
                  <a:close/>
                  <a:moveTo>
                    <a:pt x="1220294" y="1614583"/>
                  </a:moveTo>
                  <a:lnTo>
                    <a:pt x="1221860" y="1643547"/>
                  </a:lnTo>
                  <a:lnTo>
                    <a:pt x="1244181" y="1630424"/>
                  </a:lnTo>
                  <a:close/>
                  <a:moveTo>
                    <a:pt x="1220294" y="1614583"/>
                  </a:moveTo>
                  <a:lnTo>
                    <a:pt x="1244181" y="1630424"/>
                  </a:lnTo>
                  <a:lnTo>
                    <a:pt x="1221770" y="1561332"/>
                  </a:lnTo>
                  <a:close/>
                  <a:moveTo>
                    <a:pt x="1230082" y="1435978"/>
                  </a:moveTo>
                  <a:lnTo>
                    <a:pt x="1175821" y="1448310"/>
                  </a:lnTo>
                  <a:lnTo>
                    <a:pt x="1165851" y="1479116"/>
                  </a:lnTo>
                  <a:close/>
                  <a:moveTo>
                    <a:pt x="1234542" y="1358465"/>
                  </a:moveTo>
                  <a:lnTo>
                    <a:pt x="1242561" y="1392058"/>
                  </a:lnTo>
                  <a:lnTo>
                    <a:pt x="1230082" y="1435978"/>
                  </a:lnTo>
                  <a:close/>
                  <a:moveTo>
                    <a:pt x="1230082" y="1435978"/>
                  </a:moveTo>
                  <a:lnTo>
                    <a:pt x="1239121" y="1406320"/>
                  </a:lnTo>
                  <a:lnTo>
                    <a:pt x="1175821" y="1448310"/>
                  </a:lnTo>
                  <a:close/>
                  <a:moveTo>
                    <a:pt x="176256" y="43023"/>
                  </a:moveTo>
                  <a:lnTo>
                    <a:pt x="167629" y="58562"/>
                  </a:lnTo>
                  <a:lnTo>
                    <a:pt x="125461" y="92559"/>
                  </a:lnTo>
                  <a:close/>
                  <a:moveTo>
                    <a:pt x="1837910" y="2098401"/>
                  </a:moveTo>
                  <a:lnTo>
                    <a:pt x="1837055" y="2112534"/>
                  </a:lnTo>
                  <a:lnTo>
                    <a:pt x="1865996" y="2141610"/>
                  </a:lnTo>
                  <a:close/>
                  <a:moveTo>
                    <a:pt x="184260" y="33741"/>
                  </a:moveTo>
                  <a:lnTo>
                    <a:pt x="167629" y="58562"/>
                  </a:lnTo>
                  <a:lnTo>
                    <a:pt x="176256" y="43023"/>
                  </a:lnTo>
                  <a:close/>
                  <a:moveTo>
                    <a:pt x="1234542" y="1358465"/>
                  </a:moveTo>
                  <a:lnTo>
                    <a:pt x="1316663" y="1320028"/>
                  </a:lnTo>
                  <a:lnTo>
                    <a:pt x="1196695" y="1311150"/>
                  </a:lnTo>
                  <a:close/>
                  <a:moveTo>
                    <a:pt x="1158469" y="1194035"/>
                  </a:moveTo>
                  <a:lnTo>
                    <a:pt x="1139029" y="1254950"/>
                  </a:lnTo>
                  <a:lnTo>
                    <a:pt x="1217900" y="1175230"/>
                  </a:lnTo>
                  <a:close/>
                  <a:moveTo>
                    <a:pt x="1217900" y="1175230"/>
                  </a:moveTo>
                  <a:lnTo>
                    <a:pt x="1179534" y="1182521"/>
                  </a:lnTo>
                  <a:lnTo>
                    <a:pt x="1158469" y="1194035"/>
                  </a:lnTo>
                  <a:close/>
                  <a:moveTo>
                    <a:pt x="1145605" y="1073383"/>
                  </a:moveTo>
                  <a:lnTo>
                    <a:pt x="1179534" y="1182521"/>
                  </a:lnTo>
                  <a:lnTo>
                    <a:pt x="1205004" y="1127014"/>
                  </a:lnTo>
                  <a:close/>
                  <a:moveTo>
                    <a:pt x="196691" y="34935"/>
                  </a:moveTo>
                  <a:lnTo>
                    <a:pt x="176256" y="43023"/>
                  </a:lnTo>
                  <a:lnTo>
                    <a:pt x="248754" y="59671"/>
                  </a:lnTo>
                  <a:close/>
                  <a:moveTo>
                    <a:pt x="248754" y="59671"/>
                  </a:moveTo>
                  <a:lnTo>
                    <a:pt x="176256" y="43023"/>
                  </a:lnTo>
                  <a:lnTo>
                    <a:pt x="125461" y="92559"/>
                  </a:lnTo>
                  <a:close/>
                  <a:moveTo>
                    <a:pt x="319713" y="46321"/>
                  </a:moveTo>
                  <a:lnTo>
                    <a:pt x="377761" y="86802"/>
                  </a:lnTo>
                  <a:lnTo>
                    <a:pt x="298289" y="12930"/>
                  </a:lnTo>
                  <a:close/>
                  <a:moveTo>
                    <a:pt x="184260" y="33741"/>
                  </a:moveTo>
                  <a:lnTo>
                    <a:pt x="176256" y="43023"/>
                  </a:lnTo>
                  <a:lnTo>
                    <a:pt x="196691" y="34935"/>
                  </a:lnTo>
                  <a:close/>
                  <a:moveTo>
                    <a:pt x="196691" y="34935"/>
                  </a:moveTo>
                  <a:lnTo>
                    <a:pt x="249765" y="0"/>
                  </a:lnTo>
                  <a:lnTo>
                    <a:pt x="184260" y="33741"/>
                  </a:lnTo>
                  <a:close/>
                  <a:moveTo>
                    <a:pt x="196691" y="34935"/>
                  </a:moveTo>
                  <a:lnTo>
                    <a:pt x="298289" y="12930"/>
                  </a:lnTo>
                  <a:lnTo>
                    <a:pt x="249765" y="0"/>
                  </a:lnTo>
                  <a:close/>
                  <a:moveTo>
                    <a:pt x="298289" y="12930"/>
                  </a:moveTo>
                  <a:lnTo>
                    <a:pt x="196691" y="34935"/>
                  </a:lnTo>
                  <a:lnTo>
                    <a:pt x="319713" y="46321"/>
                  </a:lnTo>
                  <a:close/>
                  <a:moveTo>
                    <a:pt x="196691" y="34935"/>
                  </a:moveTo>
                  <a:lnTo>
                    <a:pt x="248754" y="59671"/>
                  </a:lnTo>
                  <a:lnTo>
                    <a:pt x="319713" y="46321"/>
                  </a:lnTo>
                  <a:close/>
                  <a:moveTo>
                    <a:pt x="1833552" y="1692668"/>
                  </a:moveTo>
                  <a:lnTo>
                    <a:pt x="1812093" y="1813319"/>
                  </a:lnTo>
                  <a:lnTo>
                    <a:pt x="1846191" y="1774883"/>
                  </a:lnTo>
                  <a:close/>
                  <a:moveTo>
                    <a:pt x="1360837" y="1395993"/>
                  </a:moveTo>
                  <a:lnTo>
                    <a:pt x="1427375" y="1302398"/>
                  </a:lnTo>
                  <a:lnTo>
                    <a:pt x="1336025" y="1316072"/>
                  </a:lnTo>
                  <a:close/>
                  <a:moveTo>
                    <a:pt x="1248597" y="1155598"/>
                  </a:moveTo>
                  <a:lnTo>
                    <a:pt x="1303214" y="1142563"/>
                  </a:lnTo>
                  <a:lnTo>
                    <a:pt x="1205004" y="1127014"/>
                  </a:lnTo>
                  <a:close/>
                  <a:moveTo>
                    <a:pt x="1170706" y="889421"/>
                  </a:moveTo>
                  <a:lnTo>
                    <a:pt x="1119859" y="908953"/>
                  </a:lnTo>
                  <a:lnTo>
                    <a:pt x="1199337" y="890623"/>
                  </a:lnTo>
                  <a:close/>
                  <a:moveTo>
                    <a:pt x="1199337" y="890623"/>
                  </a:moveTo>
                  <a:lnTo>
                    <a:pt x="1119859" y="908953"/>
                  </a:lnTo>
                  <a:lnTo>
                    <a:pt x="1088556" y="970294"/>
                  </a:lnTo>
                  <a:close/>
                  <a:moveTo>
                    <a:pt x="1199337" y="890623"/>
                  </a:moveTo>
                  <a:lnTo>
                    <a:pt x="1088556" y="970294"/>
                  </a:lnTo>
                  <a:lnTo>
                    <a:pt x="1133089" y="921591"/>
                  </a:lnTo>
                  <a:close/>
                  <a:moveTo>
                    <a:pt x="1663170" y="1294983"/>
                  </a:moveTo>
                  <a:lnTo>
                    <a:pt x="1615804" y="1333094"/>
                  </a:lnTo>
                  <a:lnTo>
                    <a:pt x="1572204" y="1363807"/>
                  </a:lnTo>
                  <a:close/>
                  <a:moveTo>
                    <a:pt x="1732529" y="1275648"/>
                  </a:moveTo>
                  <a:lnTo>
                    <a:pt x="1615804" y="1333094"/>
                  </a:lnTo>
                  <a:lnTo>
                    <a:pt x="1663170" y="1294983"/>
                  </a:lnTo>
                  <a:close/>
                  <a:moveTo>
                    <a:pt x="1982483" y="1222462"/>
                  </a:moveTo>
                  <a:lnTo>
                    <a:pt x="1920357" y="1248498"/>
                  </a:lnTo>
                  <a:lnTo>
                    <a:pt x="2006084" y="123497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17" name="Candidate_density__2036">
              <a:extLst>
                <a:ext uri="{FF2B5EF4-FFF2-40B4-BE49-F238E27FC236}">
                  <a16:creationId xmlns:a16="http://schemas.microsoft.com/office/drawing/2014/main" id="{7090E01D-7D50-8ADB-C61D-554DDFC5DE55}"/>
                </a:ext>
              </a:extLst>
            </p:cNvPr>
            <p:cNvSpPr>
              <a:spLocks noGrp="1"/>
            </p:cNvSpPr>
            <p:nvPr/>
          </p:nvSpPr>
          <p:spPr>
            <a:xfrm>
              <a:off x="4561654" y="2119305"/>
              <a:ext cx="2291669" cy="3172126"/>
            </a:xfrm>
            <a:custGeom>
              <a:avLst/>
              <a:gdLst/>
              <a:ahLst/>
              <a:cxnLst/>
              <a:rect l="0" t="0" r="0" b="0"/>
              <a:pathLst>
                <a:path w="2291669" h="3172126">
                  <a:moveTo>
                    <a:pt x="0" y="2370784"/>
                  </a:moveTo>
                  <a:lnTo>
                    <a:pt x="342" y="2348282"/>
                  </a:lnTo>
                  <a:lnTo>
                    <a:pt x="28453" y="2380850"/>
                  </a:lnTo>
                  <a:close/>
                  <a:moveTo>
                    <a:pt x="290903" y="2594928"/>
                  </a:moveTo>
                  <a:lnTo>
                    <a:pt x="357427" y="2556491"/>
                  </a:lnTo>
                  <a:lnTo>
                    <a:pt x="281935" y="2588919"/>
                  </a:lnTo>
                  <a:close/>
                  <a:moveTo>
                    <a:pt x="357427" y="2556491"/>
                  </a:moveTo>
                  <a:lnTo>
                    <a:pt x="320944" y="2519564"/>
                  </a:lnTo>
                  <a:lnTo>
                    <a:pt x="281935" y="2588919"/>
                  </a:lnTo>
                  <a:close/>
                  <a:moveTo>
                    <a:pt x="921998" y="3158315"/>
                  </a:moveTo>
                  <a:lnTo>
                    <a:pt x="964334" y="3093560"/>
                  </a:lnTo>
                  <a:lnTo>
                    <a:pt x="953285" y="3114636"/>
                  </a:lnTo>
                  <a:close/>
                  <a:moveTo>
                    <a:pt x="401679" y="2518055"/>
                  </a:moveTo>
                  <a:lnTo>
                    <a:pt x="442591" y="2480523"/>
                  </a:lnTo>
                  <a:lnTo>
                    <a:pt x="357427" y="2556491"/>
                  </a:lnTo>
                  <a:close/>
                  <a:moveTo>
                    <a:pt x="357427" y="2556491"/>
                  </a:moveTo>
                  <a:lnTo>
                    <a:pt x="332743" y="2454836"/>
                  </a:lnTo>
                  <a:lnTo>
                    <a:pt x="320944" y="2519564"/>
                  </a:lnTo>
                  <a:close/>
                  <a:moveTo>
                    <a:pt x="524610" y="2520128"/>
                  </a:moveTo>
                  <a:lnTo>
                    <a:pt x="484091" y="2435839"/>
                  </a:lnTo>
                  <a:lnTo>
                    <a:pt x="408571" y="2453781"/>
                  </a:lnTo>
                  <a:close/>
                  <a:moveTo>
                    <a:pt x="408571" y="2453781"/>
                  </a:moveTo>
                  <a:lnTo>
                    <a:pt x="442591" y="2480523"/>
                  </a:lnTo>
                  <a:lnTo>
                    <a:pt x="524610" y="2520128"/>
                  </a:lnTo>
                  <a:close/>
                  <a:moveTo>
                    <a:pt x="332743" y="2454836"/>
                  </a:moveTo>
                  <a:lnTo>
                    <a:pt x="290945" y="2435839"/>
                  </a:lnTo>
                  <a:lnTo>
                    <a:pt x="320944" y="2519564"/>
                  </a:lnTo>
                  <a:close/>
                  <a:moveTo>
                    <a:pt x="315149" y="2369047"/>
                  </a:moveTo>
                  <a:lnTo>
                    <a:pt x="408571" y="2453781"/>
                  </a:lnTo>
                  <a:lnTo>
                    <a:pt x="320859" y="2392061"/>
                  </a:lnTo>
                  <a:close/>
                  <a:moveTo>
                    <a:pt x="238656" y="2370643"/>
                  </a:moveTo>
                  <a:lnTo>
                    <a:pt x="332743" y="2454836"/>
                  </a:lnTo>
                  <a:lnTo>
                    <a:pt x="315149" y="2369047"/>
                  </a:lnTo>
                  <a:close/>
                  <a:moveTo>
                    <a:pt x="153945" y="2278827"/>
                  </a:moveTo>
                  <a:lnTo>
                    <a:pt x="215875" y="2289071"/>
                  </a:lnTo>
                  <a:lnTo>
                    <a:pt x="205919" y="2197073"/>
                  </a:lnTo>
                  <a:close/>
                  <a:moveTo>
                    <a:pt x="201223" y="2135402"/>
                  </a:moveTo>
                  <a:lnTo>
                    <a:pt x="205919" y="2197073"/>
                  </a:lnTo>
                  <a:lnTo>
                    <a:pt x="238597" y="2211683"/>
                  </a:lnTo>
                  <a:close/>
                  <a:moveTo>
                    <a:pt x="1001659" y="3075309"/>
                  </a:moveTo>
                  <a:lnTo>
                    <a:pt x="964334" y="3093560"/>
                  </a:lnTo>
                  <a:lnTo>
                    <a:pt x="945228" y="3160687"/>
                  </a:lnTo>
                  <a:close/>
                  <a:moveTo>
                    <a:pt x="1042772" y="3055124"/>
                  </a:moveTo>
                  <a:lnTo>
                    <a:pt x="1001659" y="3075309"/>
                  </a:lnTo>
                  <a:lnTo>
                    <a:pt x="1074754" y="3172126"/>
                  </a:lnTo>
                  <a:close/>
                  <a:moveTo>
                    <a:pt x="894324" y="3054843"/>
                  </a:moveTo>
                  <a:lnTo>
                    <a:pt x="964334" y="3093560"/>
                  </a:lnTo>
                  <a:lnTo>
                    <a:pt x="1001182" y="2972909"/>
                  </a:lnTo>
                  <a:close/>
                  <a:moveTo>
                    <a:pt x="826561" y="3011345"/>
                  </a:moveTo>
                  <a:lnTo>
                    <a:pt x="894324" y="3054843"/>
                  </a:lnTo>
                  <a:lnTo>
                    <a:pt x="913709" y="2986127"/>
                  </a:lnTo>
                  <a:close/>
                  <a:moveTo>
                    <a:pt x="913709" y="2986127"/>
                  </a:moveTo>
                  <a:lnTo>
                    <a:pt x="972142" y="2899122"/>
                  </a:lnTo>
                  <a:lnTo>
                    <a:pt x="906563" y="2891844"/>
                  </a:lnTo>
                  <a:close/>
                  <a:moveTo>
                    <a:pt x="712447" y="2828381"/>
                  </a:moveTo>
                  <a:lnTo>
                    <a:pt x="745240" y="2776103"/>
                  </a:lnTo>
                  <a:lnTo>
                    <a:pt x="675987" y="2795835"/>
                  </a:lnTo>
                  <a:close/>
                  <a:moveTo>
                    <a:pt x="789796" y="2826089"/>
                  </a:moveTo>
                  <a:lnTo>
                    <a:pt x="745240" y="2776103"/>
                  </a:lnTo>
                  <a:lnTo>
                    <a:pt x="712447" y="2828381"/>
                  </a:lnTo>
                  <a:close/>
                  <a:moveTo>
                    <a:pt x="754345" y="2754818"/>
                  </a:moveTo>
                  <a:lnTo>
                    <a:pt x="797273" y="2755445"/>
                  </a:lnTo>
                  <a:lnTo>
                    <a:pt x="770723" y="2726263"/>
                  </a:lnTo>
                  <a:close/>
                  <a:moveTo>
                    <a:pt x="868069" y="2741478"/>
                  </a:moveTo>
                  <a:lnTo>
                    <a:pt x="797273" y="2755445"/>
                  </a:lnTo>
                  <a:lnTo>
                    <a:pt x="747053" y="2764700"/>
                  </a:lnTo>
                  <a:close/>
                  <a:moveTo>
                    <a:pt x="747053" y="2764700"/>
                  </a:moveTo>
                  <a:lnTo>
                    <a:pt x="797273" y="2755445"/>
                  </a:lnTo>
                  <a:lnTo>
                    <a:pt x="754345" y="2754818"/>
                  </a:lnTo>
                  <a:close/>
                  <a:moveTo>
                    <a:pt x="868069" y="2741478"/>
                  </a:moveTo>
                  <a:lnTo>
                    <a:pt x="933806" y="2730104"/>
                  </a:lnTo>
                  <a:lnTo>
                    <a:pt x="895562" y="2726263"/>
                  </a:lnTo>
                  <a:close/>
                  <a:moveTo>
                    <a:pt x="524929" y="2509710"/>
                  </a:moveTo>
                  <a:lnTo>
                    <a:pt x="512537" y="2429851"/>
                  </a:lnTo>
                  <a:lnTo>
                    <a:pt x="484091" y="2435839"/>
                  </a:lnTo>
                  <a:close/>
                  <a:moveTo>
                    <a:pt x="484091" y="2435839"/>
                  </a:moveTo>
                  <a:lnTo>
                    <a:pt x="512537" y="2429851"/>
                  </a:lnTo>
                  <a:lnTo>
                    <a:pt x="412846" y="2369312"/>
                  </a:lnTo>
                  <a:close/>
                  <a:moveTo>
                    <a:pt x="602555" y="2317168"/>
                  </a:moveTo>
                  <a:lnTo>
                    <a:pt x="534007" y="2328448"/>
                  </a:lnTo>
                  <a:lnTo>
                    <a:pt x="512537" y="2429851"/>
                  </a:lnTo>
                  <a:close/>
                  <a:moveTo>
                    <a:pt x="394253" y="2353624"/>
                  </a:moveTo>
                  <a:lnTo>
                    <a:pt x="361864" y="2331069"/>
                  </a:lnTo>
                  <a:lnTo>
                    <a:pt x="334376" y="2253324"/>
                  </a:lnTo>
                  <a:close/>
                  <a:moveTo>
                    <a:pt x="268429" y="2150758"/>
                  </a:moveTo>
                  <a:lnTo>
                    <a:pt x="316028" y="2070778"/>
                  </a:lnTo>
                  <a:lnTo>
                    <a:pt x="256234" y="2189194"/>
                  </a:lnTo>
                  <a:close/>
                  <a:moveTo>
                    <a:pt x="256234" y="2189194"/>
                  </a:moveTo>
                  <a:lnTo>
                    <a:pt x="316028" y="2070778"/>
                  </a:lnTo>
                  <a:lnTo>
                    <a:pt x="198462" y="2103043"/>
                  </a:lnTo>
                  <a:close/>
                  <a:moveTo>
                    <a:pt x="867623" y="2723317"/>
                  </a:moveTo>
                  <a:lnTo>
                    <a:pt x="797273" y="2755445"/>
                  </a:lnTo>
                  <a:lnTo>
                    <a:pt x="868069" y="2741478"/>
                  </a:lnTo>
                  <a:close/>
                  <a:moveTo>
                    <a:pt x="867623" y="2723317"/>
                  </a:moveTo>
                  <a:lnTo>
                    <a:pt x="797150" y="2720018"/>
                  </a:lnTo>
                  <a:lnTo>
                    <a:pt x="797273" y="2755445"/>
                  </a:lnTo>
                  <a:close/>
                  <a:moveTo>
                    <a:pt x="797150" y="2720018"/>
                  </a:moveTo>
                  <a:lnTo>
                    <a:pt x="867623" y="2723317"/>
                  </a:lnTo>
                  <a:lnTo>
                    <a:pt x="842809" y="2643398"/>
                  </a:lnTo>
                  <a:close/>
                  <a:moveTo>
                    <a:pt x="797150" y="2720018"/>
                  </a:moveTo>
                  <a:lnTo>
                    <a:pt x="842809" y="2643398"/>
                  </a:lnTo>
                  <a:lnTo>
                    <a:pt x="784336" y="2630344"/>
                  </a:lnTo>
                  <a:close/>
                  <a:moveTo>
                    <a:pt x="867623" y="2723317"/>
                  </a:moveTo>
                  <a:lnTo>
                    <a:pt x="868069" y="2741478"/>
                  </a:lnTo>
                  <a:lnTo>
                    <a:pt x="895562" y="2726263"/>
                  </a:lnTo>
                  <a:close/>
                  <a:moveTo>
                    <a:pt x="842809" y="2643398"/>
                  </a:moveTo>
                  <a:lnTo>
                    <a:pt x="895562" y="2726263"/>
                  </a:lnTo>
                  <a:lnTo>
                    <a:pt x="847566" y="2644048"/>
                  </a:lnTo>
                  <a:close/>
                  <a:moveTo>
                    <a:pt x="842809" y="2643398"/>
                  </a:moveTo>
                  <a:lnTo>
                    <a:pt x="867623" y="2723317"/>
                  </a:lnTo>
                  <a:lnTo>
                    <a:pt x="895562" y="2726263"/>
                  </a:lnTo>
                  <a:close/>
                  <a:moveTo>
                    <a:pt x="387103" y="1870681"/>
                  </a:moveTo>
                  <a:lnTo>
                    <a:pt x="379684" y="1865676"/>
                  </a:lnTo>
                  <a:lnTo>
                    <a:pt x="332905" y="1918678"/>
                  </a:lnTo>
                  <a:close/>
                  <a:moveTo>
                    <a:pt x="1156455" y="2770042"/>
                  </a:moveTo>
                  <a:lnTo>
                    <a:pt x="1172891" y="2852257"/>
                  </a:lnTo>
                  <a:lnTo>
                    <a:pt x="1193195" y="2813820"/>
                  </a:lnTo>
                  <a:close/>
                  <a:moveTo>
                    <a:pt x="1156455" y="2770042"/>
                  </a:moveTo>
                  <a:lnTo>
                    <a:pt x="1193195" y="2813820"/>
                  </a:lnTo>
                  <a:lnTo>
                    <a:pt x="1166254" y="2731605"/>
                  </a:lnTo>
                  <a:close/>
                  <a:moveTo>
                    <a:pt x="1096112" y="2658744"/>
                  </a:moveTo>
                  <a:lnTo>
                    <a:pt x="1155860" y="2766306"/>
                  </a:lnTo>
                  <a:lnTo>
                    <a:pt x="1166254" y="2731605"/>
                  </a:lnTo>
                  <a:close/>
                  <a:moveTo>
                    <a:pt x="1166254" y="2731605"/>
                  </a:moveTo>
                  <a:lnTo>
                    <a:pt x="1155860" y="2766306"/>
                  </a:lnTo>
                  <a:lnTo>
                    <a:pt x="1156455" y="2770042"/>
                  </a:lnTo>
                  <a:close/>
                  <a:moveTo>
                    <a:pt x="1166254" y="2731605"/>
                  </a:moveTo>
                  <a:lnTo>
                    <a:pt x="1112435" y="2667405"/>
                  </a:lnTo>
                  <a:lnTo>
                    <a:pt x="1096112" y="2658744"/>
                  </a:lnTo>
                  <a:close/>
                  <a:moveTo>
                    <a:pt x="775826" y="2336986"/>
                  </a:moveTo>
                  <a:lnTo>
                    <a:pt x="690990" y="2358967"/>
                  </a:lnTo>
                  <a:lnTo>
                    <a:pt x="807786" y="2411095"/>
                  </a:lnTo>
                  <a:close/>
                  <a:moveTo>
                    <a:pt x="462783" y="1909454"/>
                  </a:moveTo>
                  <a:lnTo>
                    <a:pt x="476788" y="1899314"/>
                  </a:lnTo>
                  <a:lnTo>
                    <a:pt x="503558" y="1936689"/>
                  </a:lnTo>
                  <a:close/>
                  <a:moveTo>
                    <a:pt x="411238" y="1865676"/>
                  </a:moveTo>
                  <a:lnTo>
                    <a:pt x="476788" y="1899314"/>
                  </a:lnTo>
                  <a:lnTo>
                    <a:pt x="462783" y="1909454"/>
                  </a:lnTo>
                  <a:close/>
                  <a:moveTo>
                    <a:pt x="503558" y="1936689"/>
                  </a:moveTo>
                  <a:lnTo>
                    <a:pt x="462609" y="1909760"/>
                  </a:lnTo>
                  <a:lnTo>
                    <a:pt x="462783" y="1909454"/>
                  </a:lnTo>
                  <a:close/>
                  <a:moveTo>
                    <a:pt x="1166254" y="2731605"/>
                  </a:moveTo>
                  <a:lnTo>
                    <a:pt x="1234865" y="2693169"/>
                  </a:lnTo>
                  <a:lnTo>
                    <a:pt x="1112435" y="2667405"/>
                  </a:lnTo>
                  <a:close/>
                  <a:moveTo>
                    <a:pt x="676112" y="2073885"/>
                  </a:moveTo>
                  <a:lnTo>
                    <a:pt x="763511" y="2046721"/>
                  </a:lnTo>
                  <a:lnTo>
                    <a:pt x="650866" y="2056307"/>
                  </a:lnTo>
                  <a:close/>
                  <a:moveTo>
                    <a:pt x="650866" y="2056307"/>
                  </a:moveTo>
                  <a:lnTo>
                    <a:pt x="763511" y="2046721"/>
                  </a:lnTo>
                  <a:lnTo>
                    <a:pt x="756301" y="1956650"/>
                  </a:lnTo>
                  <a:close/>
                  <a:moveTo>
                    <a:pt x="763511" y="2046721"/>
                  </a:moveTo>
                  <a:lnTo>
                    <a:pt x="835354" y="2048906"/>
                  </a:lnTo>
                  <a:lnTo>
                    <a:pt x="756301" y="1956650"/>
                  </a:lnTo>
                  <a:close/>
                  <a:moveTo>
                    <a:pt x="1190456" y="2465253"/>
                  </a:moveTo>
                  <a:lnTo>
                    <a:pt x="1251851" y="2479596"/>
                  </a:lnTo>
                  <a:lnTo>
                    <a:pt x="1280870" y="2490303"/>
                  </a:lnTo>
                  <a:close/>
                  <a:moveTo>
                    <a:pt x="997214" y="2079227"/>
                  </a:moveTo>
                  <a:lnTo>
                    <a:pt x="1015857" y="2162937"/>
                  </a:lnTo>
                  <a:lnTo>
                    <a:pt x="1008621" y="2127515"/>
                  </a:lnTo>
                  <a:close/>
                  <a:moveTo>
                    <a:pt x="838289" y="1946429"/>
                  </a:moveTo>
                  <a:lnTo>
                    <a:pt x="756301" y="1956650"/>
                  </a:lnTo>
                  <a:lnTo>
                    <a:pt x="837276" y="1980745"/>
                  </a:lnTo>
                  <a:close/>
                  <a:moveTo>
                    <a:pt x="838289" y="1946429"/>
                  </a:moveTo>
                  <a:lnTo>
                    <a:pt x="756390" y="1952418"/>
                  </a:lnTo>
                  <a:lnTo>
                    <a:pt x="756301" y="1956650"/>
                  </a:lnTo>
                  <a:close/>
                  <a:moveTo>
                    <a:pt x="756390" y="1952418"/>
                  </a:moveTo>
                  <a:lnTo>
                    <a:pt x="823928" y="1930839"/>
                  </a:lnTo>
                  <a:lnTo>
                    <a:pt x="749840" y="1932495"/>
                  </a:lnTo>
                  <a:close/>
                  <a:moveTo>
                    <a:pt x="744907" y="1832581"/>
                  </a:moveTo>
                  <a:lnTo>
                    <a:pt x="674118" y="1758527"/>
                  </a:lnTo>
                  <a:lnTo>
                    <a:pt x="691294" y="1777053"/>
                  </a:lnTo>
                  <a:close/>
                  <a:moveTo>
                    <a:pt x="674118" y="1758527"/>
                  </a:moveTo>
                  <a:lnTo>
                    <a:pt x="682761" y="1788803"/>
                  </a:lnTo>
                  <a:lnTo>
                    <a:pt x="622463" y="1734908"/>
                  </a:lnTo>
                  <a:close/>
                  <a:moveTo>
                    <a:pt x="1008621" y="2127515"/>
                  </a:moveTo>
                  <a:lnTo>
                    <a:pt x="1015857" y="2162937"/>
                  </a:lnTo>
                  <a:lnTo>
                    <a:pt x="1015032" y="2161442"/>
                  </a:lnTo>
                  <a:close/>
                  <a:moveTo>
                    <a:pt x="1101945" y="2197780"/>
                  </a:moveTo>
                  <a:lnTo>
                    <a:pt x="1018899" y="2165943"/>
                  </a:lnTo>
                  <a:lnTo>
                    <a:pt x="1015857" y="2162937"/>
                  </a:lnTo>
                  <a:close/>
                  <a:moveTo>
                    <a:pt x="1413583" y="2451866"/>
                  </a:moveTo>
                  <a:lnTo>
                    <a:pt x="1382465" y="2369651"/>
                  </a:lnTo>
                  <a:lnTo>
                    <a:pt x="1375635" y="2490303"/>
                  </a:lnTo>
                  <a:close/>
                  <a:moveTo>
                    <a:pt x="1314025" y="2287436"/>
                  </a:moveTo>
                  <a:lnTo>
                    <a:pt x="1309576" y="2206017"/>
                  </a:lnTo>
                  <a:lnTo>
                    <a:pt x="1315780" y="2301065"/>
                  </a:lnTo>
                  <a:close/>
                  <a:moveTo>
                    <a:pt x="1022487" y="2157546"/>
                  </a:moveTo>
                  <a:lnTo>
                    <a:pt x="1008621" y="2127515"/>
                  </a:lnTo>
                  <a:lnTo>
                    <a:pt x="1015032" y="2161442"/>
                  </a:lnTo>
                  <a:close/>
                  <a:moveTo>
                    <a:pt x="1315780" y="2301065"/>
                  </a:moveTo>
                  <a:lnTo>
                    <a:pt x="1382465" y="2369651"/>
                  </a:lnTo>
                  <a:lnTo>
                    <a:pt x="1341719" y="2321736"/>
                  </a:lnTo>
                  <a:close/>
                  <a:moveTo>
                    <a:pt x="1388111" y="2402946"/>
                  </a:moveTo>
                  <a:lnTo>
                    <a:pt x="1382465" y="2369651"/>
                  </a:lnTo>
                  <a:lnTo>
                    <a:pt x="1315780" y="2301065"/>
                  </a:lnTo>
                  <a:close/>
                  <a:moveTo>
                    <a:pt x="1314025" y="2287436"/>
                  </a:moveTo>
                  <a:lnTo>
                    <a:pt x="1315780" y="2301065"/>
                  </a:lnTo>
                  <a:lnTo>
                    <a:pt x="1341719" y="2321736"/>
                  </a:lnTo>
                  <a:close/>
                  <a:moveTo>
                    <a:pt x="1309816" y="2205221"/>
                  </a:moveTo>
                  <a:lnTo>
                    <a:pt x="1314025" y="2287436"/>
                  </a:lnTo>
                  <a:lnTo>
                    <a:pt x="1370396" y="2248999"/>
                  </a:lnTo>
                  <a:close/>
                  <a:moveTo>
                    <a:pt x="1263292" y="2084569"/>
                  </a:moveTo>
                  <a:lnTo>
                    <a:pt x="1268822" y="2002354"/>
                  </a:lnTo>
                  <a:lnTo>
                    <a:pt x="1253543" y="2123005"/>
                  </a:lnTo>
                  <a:close/>
                  <a:moveTo>
                    <a:pt x="1328143" y="1963918"/>
                  </a:moveTo>
                  <a:lnTo>
                    <a:pt x="1229133" y="1910546"/>
                  </a:lnTo>
                  <a:lnTo>
                    <a:pt x="1224053" y="1920139"/>
                  </a:lnTo>
                  <a:close/>
                  <a:moveTo>
                    <a:pt x="1328143" y="1963918"/>
                  </a:moveTo>
                  <a:lnTo>
                    <a:pt x="1224053" y="1920139"/>
                  </a:lnTo>
                  <a:lnTo>
                    <a:pt x="1268822" y="2002354"/>
                  </a:lnTo>
                  <a:close/>
                  <a:moveTo>
                    <a:pt x="1164455" y="1755709"/>
                  </a:moveTo>
                  <a:lnTo>
                    <a:pt x="1208168" y="1799487"/>
                  </a:lnTo>
                  <a:lnTo>
                    <a:pt x="1166766" y="1717272"/>
                  </a:lnTo>
                  <a:close/>
                  <a:moveTo>
                    <a:pt x="1166766" y="1717272"/>
                  </a:moveTo>
                  <a:lnTo>
                    <a:pt x="1116960" y="1640873"/>
                  </a:lnTo>
                  <a:lnTo>
                    <a:pt x="1134307" y="1673494"/>
                  </a:lnTo>
                  <a:close/>
                  <a:moveTo>
                    <a:pt x="1117843" y="1552842"/>
                  </a:moveTo>
                  <a:lnTo>
                    <a:pt x="1149999" y="1574513"/>
                  </a:lnTo>
                  <a:lnTo>
                    <a:pt x="1116367" y="1606094"/>
                  </a:lnTo>
                  <a:close/>
                  <a:moveTo>
                    <a:pt x="1116367" y="1606094"/>
                  </a:moveTo>
                  <a:lnTo>
                    <a:pt x="1146126" y="1653902"/>
                  </a:lnTo>
                  <a:lnTo>
                    <a:pt x="1116960" y="1640873"/>
                  </a:lnTo>
                  <a:close/>
                  <a:moveTo>
                    <a:pt x="1787354" y="2172126"/>
                  </a:moveTo>
                  <a:lnTo>
                    <a:pt x="1839546" y="2278306"/>
                  </a:lnTo>
                  <a:lnTo>
                    <a:pt x="1861354" y="2225670"/>
                  </a:lnTo>
                  <a:close/>
                  <a:moveTo>
                    <a:pt x="1804791" y="2292778"/>
                  </a:moveTo>
                  <a:lnTo>
                    <a:pt x="1839546" y="2278306"/>
                  </a:lnTo>
                  <a:lnTo>
                    <a:pt x="1787354" y="2172126"/>
                  </a:lnTo>
                  <a:close/>
                  <a:moveTo>
                    <a:pt x="1762070" y="2133121"/>
                  </a:moveTo>
                  <a:lnTo>
                    <a:pt x="1733129" y="2104044"/>
                  </a:lnTo>
                  <a:lnTo>
                    <a:pt x="1787354" y="2172126"/>
                  </a:lnTo>
                  <a:close/>
                  <a:moveTo>
                    <a:pt x="1438281" y="1961790"/>
                  </a:moveTo>
                  <a:lnTo>
                    <a:pt x="1428539" y="2046132"/>
                  </a:lnTo>
                  <a:lnTo>
                    <a:pt x="1438809" y="1975675"/>
                  </a:lnTo>
                  <a:close/>
                  <a:moveTo>
                    <a:pt x="1438281" y="1961790"/>
                  </a:moveTo>
                  <a:lnTo>
                    <a:pt x="1438809" y="1975675"/>
                  </a:lnTo>
                  <a:lnTo>
                    <a:pt x="1549230" y="1925481"/>
                  </a:lnTo>
                  <a:close/>
                  <a:moveTo>
                    <a:pt x="1438281" y="1961790"/>
                  </a:moveTo>
                  <a:lnTo>
                    <a:pt x="1549230" y="1925481"/>
                  </a:lnTo>
                  <a:lnTo>
                    <a:pt x="1467179" y="1866546"/>
                  </a:lnTo>
                  <a:close/>
                  <a:moveTo>
                    <a:pt x="1060127" y="1267760"/>
                  </a:moveTo>
                  <a:lnTo>
                    <a:pt x="1054543" y="1185545"/>
                  </a:lnTo>
                  <a:lnTo>
                    <a:pt x="1056359" y="1189680"/>
                  </a:lnTo>
                  <a:close/>
                  <a:moveTo>
                    <a:pt x="2006949" y="2402987"/>
                  </a:moveTo>
                  <a:lnTo>
                    <a:pt x="2073634" y="2462032"/>
                  </a:lnTo>
                  <a:lnTo>
                    <a:pt x="2034908" y="2418771"/>
                  </a:lnTo>
                  <a:close/>
                  <a:moveTo>
                    <a:pt x="2097568" y="2489999"/>
                  </a:moveTo>
                  <a:lnTo>
                    <a:pt x="2073634" y="2462032"/>
                  </a:lnTo>
                  <a:lnTo>
                    <a:pt x="2006949" y="2402987"/>
                  </a:lnTo>
                  <a:close/>
                  <a:moveTo>
                    <a:pt x="2042321" y="2474321"/>
                  </a:moveTo>
                  <a:lnTo>
                    <a:pt x="2097568" y="2489999"/>
                  </a:lnTo>
                  <a:lnTo>
                    <a:pt x="2006949" y="2402987"/>
                  </a:lnTo>
                  <a:close/>
                  <a:moveTo>
                    <a:pt x="2073634" y="2462032"/>
                  </a:moveTo>
                  <a:lnTo>
                    <a:pt x="2097568" y="2489999"/>
                  </a:lnTo>
                  <a:lnTo>
                    <a:pt x="2077258" y="2418771"/>
                  </a:lnTo>
                  <a:close/>
                  <a:moveTo>
                    <a:pt x="2077258" y="2418771"/>
                  </a:moveTo>
                  <a:lnTo>
                    <a:pt x="2097568" y="2489999"/>
                  </a:lnTo>
                  <a:lnTo>
                    <a:pt x="2181092" y="2462550"/>
                  </a:lnTo>
                  <a:close/>
                  <a:moveTo>
                    <a:pt x="2077258" y="2418771"/>
                  </a:moveTo>
                  <a:lnTo>
                    <a:pt x="2181092" y="2462550"/>
                  </a:lnTo>
                  <a:lnTo>
                    <a:pt x="2111949" y="2380335"/>
                  </a:lnTo>
                  <a:close/>
                  <a:moveTo>
                    <a:pt x="2046233" y="2331549"/>
                  </a:moveTo>
                  <a:lnTo>
                    <a:pt x="2108406" y="2376839"/>
                  </a:lnTo>
                  <a:lnTo>
                    <a:pt x="2018985" y="2298120"/>
                  </a:lnTo>
                  <a:close/>
                  <a:moveTo>
                    <a:pt x="2108406" y="2376839"/>
                  </a:moveTo>
                  <a:lnTo>
                    <a:pt x="2046233" y="2331549"/>
                  </a:lnTo>
                  <a:lnTo>
                    <a:pt x="2111949" y="2380335"/>
                  </a:lnTo>
                  <a:close/>
                  <a:moveTo>
                    <a:pt x="2111949" y="2380335"/>
                  </a:moveTo>
                  <a:lnTo>
                    <a:pt x="2053675" y="2336556"/>
                  </a:lnTo>
                  <a:lnTo>
                    <a:pt x="2077258" y="2418771"/>
                  </a:lnTo>
                  <a:close/>
                  <a:moveTo>
                    <a:pt x="1787354" y="2172126"/>
                  </a:moveTo>
                  <a:lnTo>
                    <a:pt x="1861354" y="2225670"/>
                  </a:lnTo>
                  <a:lnTo>
                    <a:pt x="1879708" y="2145563"/>
                  </a:lnTo>
                  <a:close/>
                  <a:moveTo>
                    <a:pt x="1212736" y="1311539"/>
                  </a:moveTo>
                  <a:lnTo>
                    <a:pt x="1144630" y="1281359"/>
                  </a:lnTo>
                  <a:lnTo>
                    <a:pt x="1092768" y="1302661"/>
                  </a:lnTo>
                  <a:close/>
                  <a:moveTo>
                    <a:pt x="1054543" y="1185545"/>
                  </a:moveTo>
                  <a:lnTo>
                    <a:pt x="1075607" y="1174031"/>
                  </a:lnTo>
                  <a:lnTo>
                    <a:pt x="1041678" y="1064893"/>
                  </a:lnTo>
                  <a:close/>
                  <a:moveTo>
                    <a:pt x="1029446" y="1103330"/>
                  </a:moveTo>
                  <a:lnTo>
                    <a:pt x="1054543" y="1185545"/>
                  </a:lnTo>
                  <a:lnTo>
                    <a:pt x="1041678" y="1064893"/>
                  </a:lnTo>
                  <a:close/>
                  <a:moveTo>
                    <a:pt x="978388" y="992291"/>
                  </a:moveTo>
                  <a:lnTo>
                    <a:pt x="984630" y="961805"/>
                  </a:lnTo>
                  <a:lnTo>
                    <a:pt x="989225" y="1021115"/>
                  </a:lnTo>
                  <a:close/>
                  <a:moveTo>
                    <a:pt x="244023" y="281179"/>
                  </a:moveTo>
                  <a:lnTo>
                    <a:pt x="290629" y="363394"/>
                  </a:lnTo>
                  <a:lnTo>
                    <a:pt x="335308" y="350815"/>
                  </a:lnTo>
                  <a:close/>
                  <a:moveTo>
                    <a:pt x="311685" y="269927"/>
                  </a:moveTo>
                  <a:lnTo>
                    <a:pt x="335308" y="350815"/>
                  </a:lnTo>
                  <a:lnTo>
                    <a:pt x="346556" y="363394"/>
                  </a:lnTo>
                  <a:close/>
                  <a:moveTo>
                    <a:pt x="194363" y="4440"/>
                  </a:moveTo>
                  <a:lnTo>
                    <a:pt x="273834" y="78312"/>
                  </a:lnTo>
                  <a:lnTo>
                    <a:pt x="295039" y="83276"/>
                  </a:lnTo>
                  <a:close/>
                  <a:moveTo>
                    <a:pt x="194363" y="4440"/>
                  </a:moveTo>
                  <a:lnTo>
                    <a:pt x="295039" y="83276"/>
                  </a:lnTo>
                  <a:lnTo>
                    <a:pt x="274355" y="0"/>
                  </a:lnTo>
                  <a:close/>
                  <a:moveTo>
                    <a:pt x="2046233" y="2331549"/>
                  </a:moveTo>
                  <a:lnTo>
                    <a:pt x="2018985" y="2298120"/>
                  </a:lnTo>
                  <a:lnTo>
                    <a:pt x="1976430" y="2227613"/>
                  </a:lnTo>
                  <a:close/>
                  <a:moveTo>
                    <a:pt x="971459" y="982678"/>
                  </a:moveTo>
                  <a:lnTo>
                    <a:pt x="978388" y="992291"/>
                  </a:lnTo>
                  <a:lnTo>
                    <a:pt x="998600" y="1014036"/>
                  </a:lnTo>
                  <a:close/>
                  <a:moveTo>
                    <a:pt x="984630" y="961805"/>
                  </a:moveTo>
                  <a:lnTo>
                    <a:pt x="978388" y="992291"/>
                  </a:lnTo>
                  <a:lnTo>
                    <a:pt x="971459" y="982678"/>
                  </a:lnTo>
                  <a:close/>
                  <a:moveTo>
                    <a:pt x="2181092" y="2462550"/>
                  </a:moveTo>
                  <a:lnTo>
                    <a:pt x="2236956" y="2437271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81092" y="2462550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98455" y="2341899"/>
                  </a:lnTo>
                  <a:lnTo>
                    <a:pt x="2108406" y="2376839"/>
                  </a:lnTo>
                  <a:close/>
                  <a:moveTo>
                    <a:pt x="1773610" y="1887045"/>
                  </a:moveTo>
                  <a:lnTo>
                    <a:pt x="1856714" y="1848608"/>
                  </a:lnTo>
                  <a:lnTo>
                    <a:pt x="1739318" y="1832855"/>
                  </a:lnTo>
                  <a:close/>
                  <a:moveTo>
                    <a:pt x="1739318" y="1832855"/>
                  </a:moveTo>
                  <a:lnTo>
                    <a:pt x="1742265" y="1766393"/>
                  </a:lnTo>
                  <a:lnTo>
                    <a:pt x="1708166" y="1804829"/>
                  </a:lnTo>
                  <a:close/>
                  <a:moveTo>
                    <a:pt x="1789510" y="1805310"/>
                  </a:moveTo>
                  <a:lnTo>
                    <a:pt x="1742265" y="1766393"/>
                  </a:lnTo>
                  <a:lnTo>
                    <a:pt x="1739318" y="1832855"/>
                  </a:lnTo>
                  <a:close/>
                  <a:moveTo>
                    <a:pt x="1651602" y="1709363"/>
                  </a:moveTo>
                  <a:lnTo>
                    <a:pt x="1646181" y="1763286"/>
                  </a:lnTo>
                  <a:lnTo>
                    <a:pt x="1729626" y="1684178"/>
                  </a:lnTo>
                  <a:close/>
                  <a:moveTo>
                    <a:pt x="1729626" y="1684178"/>
                  </a:moveTo>
                  <a:lnTo>
                    <a:pt x="1646181" y="1763286"/>
                  </a:lnTo>
                  <a:lnTo>
                    <a:pt x="1708166" y="1804829"/>
                  </a:lnTo>
                  <a:close/>
                  <a:moveTo>
                    <a:pt x="1750208" y="1658367"/>
                  </a:moveTo>
                  <a:lnTo>
                    <a:pt x="1651602" y="1709363"/>
                  </a:lnTo>
                  <a:lnTo>
                    <a:pt x="1729626" y="1684178"/>
                  </a:lnTo>
                  <a:close/>
                  <a:moveTo>
                    <a:pt x="1453335" y="1384380"/>
                  </a:moveTo>
                  <a:lnTo>
                    <a:pt x="1339504" y="1393754"/>
                  </a:lnTo>
                  <a:lnTo>
                    <a:pt x="1365007" y="1460306"/>
                  </a:lnTo>
                  <a:close/>
                  <a:moveTo>
                    <a:pt x="1256910" y="1387504"/>
                  </a:moveTo>
                  <a:lnTo>
                    <a:pt x="1334072" y="1385364"/>
                  </a:lnTo>
                  <a:lnTo>
                    <a:pt x="1323448" y="1293909"/>
                  </a:lnTo>
                  <a:close/>
                  <a:moveTo>
                    <a:pt x="1232099" y="1307583"/>
                  </a:moveTo>
                  <a:lnTo>
                    <a:pt x="1323448" y="1293909"/>
                  </a:lnTo>
                  <a:lnTo>
                    <a:pt x="1225558" y="1212807"/>
                  </a:lnTo>
                  <a:close/>
                  <a:moveTo>
                    <a:pt x="1323448" y="1293909"/>
                  </a:moveTo>
                  <a:lnTo>
                    <a:pt x="1369108" y="1311539"/>
                  </a:lnTo>
                  <a:lnTo>
                    <a:pt x="1285522" y="1250815"/>
                  </a:lnTo>
                  <a:close/>
                  <a:moveTo>
                    <a:pt x="1161443" y="1204341"/>
                  </a:moveTo>
                  <a:lnTo>
                    <a:pt x="1144670" y="1147108"/>
                  </a:lnTo>
                  <a:lnTo>
                    <a:pt x="1113973" y="1166740"/>
                  </a:lnTo>
                  <a:close/>
                  <a:moveTo>
                    <a:pt x="1101078" y="1118524"/>
                  </a:moveTo>
                  <a:lnTo>
                    <a:pt x="1199287" y="1134074"/>
                  </a:lnTo>
                  <a:lnTo>
                    <a:pt x="1214083" y="1047172"/>
                  </a:lnTo>
                  <a:close/>
                  <a:moveTo>
                    <a:pt x="1101078" y="1118524"/>
                  </a:moveTo>
                  <a:lnTo>
                    <a:pt x="1041449" y="1041117"/>
                  </a:lnTo>
                  <a:lnTo>
                    <a:pt x="1041678" y="1064893"/>
                  </a:lnTo>
                  <a:close/>
                  <a:moveTo>
                    <a:pt x="1029162" y="913101"/>
                  </a:moveTo>
                  <a:lnTo>
                    <a:pt x="984630" y="961805"/>
                  </a:lnTo>
                  <a:lnTo>
                    <a:pt x="971459" y="982678"/>
                  </a:lnTo>
                  <a:close/>
                  <a:moveTo>
                    <a:pt x="1066779" y="880932"/>
                  </a:moveTo>
                  <a:lnTo>
                    <a:pt x="1095410" y="882133"/>
                  </a:lnTo>
                  <a:lnTo>
                    <a:pt x="1181598" y="925718"/>
                  </a:lnTo>
                  <a:close/>
                  <a:moveTo>
                    <a:pt x="239282" y="68013"/>
                  </a:moveTo>
                  <a:lnTo>
                    <a:pt x="273834" y="78312"/>
                  </a:lnTo>
                  <a:lnTo>
                    <a:pt x="215787" y="37831"/>
                  </a:lnTo>
                  <a:close/>
                  <a:moveTo>
                    <a:pt x="2265746" y="2313773"/>
                  </a:moveTo>
                  <a:lnTo>
                    <a:pt x="2245454" y="2395379"/>
                  </a:lnTo>
                  <a:lnTo>
                    <a:pt x="2291669" y="2341899"/>
                  </a:lnTo>
                  <a:close/>
                  <a:moveTo>
                    <a:pt x="2240774" y="2233982"/>
                  </a:moveTo>
                  <a:lnTo>
                    <a:pt x="2265746" y="2313773"/>
                  </a:lnTo>
                  <a:lnTo>
                    <a:pt x="2291669" y="2341899"/>
                  </a:lnTo>
                  <a:close/>
                  <a:moveTo>
                    <a:pt x="1759543" y="1381924"/>
                  </a:moveTo>
                  <a:lnTo>
                    <a:pt x="1673255" y="1291391"/>
                  </a:lnTo>
                  <a:lnTo>
                    <a:pt x="1665352" y="1397908"/>
                  </a:lnTo>
                  <a:close/>
                  <a:moveTo>
                    <a:pt x="1759543" y="1381924"/>
                  </a:moveTo>
                  <a:lnTo>
                    <a:pt x="1788523" y="1399096"/>
                  </a:lnTo>
                  <a:lnTo>
                    <a:pt x="1779831" y="1338718"/>
                  </a:lnTo>
                  <a:close/>
                  <a:moveTo>
                    <a:pt x="1865004" y="1356779"/>
                  </a:moveTo>
                  <a:lnTo>
                    <a:pt x="1811256" y="1339882"/>
                  </a:lnTo>
                  <a:lnTo>
                    <a:pt x="1816431" y="1240008"/>
                  </a:lnTo>
                  <a:close/>
                  <a:moveTo>
                    <a:pt x="1779831" y="1338718"/>
                  </a:moveTo>
                  <a:lnTo>
                    <a:pt x="1852387" y="1331335"/>
                  </a:lnTo>
                  <a:lnTo>
                    <a:pt x="1816431" y="1240008"/>
                  </a:lnTo>
                  <a:close/>
                  <a:moveTo>
                    <a:pt x="1822186" y="1218415"/>
                  </a:moveTo>
                  <a:lnTo>
                    <a:pt x="1742800" y="1200265"/>
                  </a:lnTo>
                  <a:lnTo>
                    <a:pt x="1878556" y="1213973"/>
                  </a:lnTo>
                  <a:close/>
                  <a:moveTo>
                    <a:pt x="1902157" y="1226482"/>
                  </a:moveTo>
                  <a:lnTo>
                    <a:pt x="1930305" y="1240008"/>
                  </a:lnTo>
                  <a:lnTo>
                    <a:pt x="1878556" y="121397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18" name="Candidate_density__2037">
              <a:extLst>
                <a:ext uri="{FF2B5EF4-FFF2-40B4-BE49-F238E27FC236}">
                  <a16:creationId xmlns:a16="http://schemas.microsoft.com/office/drawing/2014/main" id="{741CEE29-5F1F-9DF4-27BE-772C508BE17C}"/>
                </a:ext>
              </a:extLst>
            </p:cNvPr>
            <p:cNvSpPr>
              <a:spLocks noGrp="1"/>
            </p:cNvSpPr>
            <p:nvPr/>
          </p:nvSpPr>
          <p:spPr>
            <a:xfrm>
              <a:off x="4672375" y="2279833"/>
              <a:ext cx="2062444" cy="3263717"/>
            </a:xfrm>
            <a:custGeom>
              <a:avLst/>
              <a:gdLst/>
              <a:ahLst/>
              <a:cxnLst/>
              <a:rect l="0" t="0" r="0" b="0"/>
              <a:pathLst>
                <a:path w="2062444" h="3263717">
                  <a:moveTo>
                    <a:pt x="747989" y="3256551"/>
                  </a:moveTo>
                  <a:lnTo>
                    <a:pt x="758681" y="3261989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18201" y="3238876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60728" y="3218115"/>
                  </a:lnTo>
                  <a:lnTo>
                    <a:pt x="818201" y="3238876"/>
                  </a:lnTo>
                  <a:close/>
                  <a:moveTo>
                    <a:pt x="964033" y="3011599"/>
                  </a:moveTo>
                  <a:lnTo>
                    <a:pt x="993500" y="2992085"/>
                  </a:lnTo>
                  <a:lnTo>
                    <a:pt x="992655" y="2976812"/>
                  </a:lnTo>
                  <a:close/>
                  <a:moveTo>
                    <a:pt x="1021739" y="2976812"/>
                  </a:moveTo>
                  <a:lnTo>
                    <a:pt x="993500" y="2992085"/>
                  </a:lnTo>
                  <a:lnTo>
                    <a:pt x="1079574" y="2949727"/>
                  </a:lnTo>
                  <a:close/>
                  <a:moveTo>
                    <a:pt x="1079574" y="2949727"/>
                  </a:moveTo>
                  <a:lnTo>
                    <a:pt x="993500" y="2992085"/>
                  </a:lnTo>
                  <a:lnTo>
                    <a:pt x="964033" y="3011599"/>
                  </a:lnTo>
                  <a:close/>
                  <a:moveTo>
                    <a:pt x="1021739" y="2976812"/>
                  </a:moveTo>
                  <a:lnTo>
                    <a:pt x="1015189" y="2987660"/>
                  </a:lnTo>
                  <a:lnTo>
                    <a:pt x="993500" y="2992085"/>
                  </a:lnTo>
                  <a:close/>
                  <a:moveTo>
                    <a:pt x="1126288" y="2909183"/>
                  </a:moveTo>
                  <a:lnTo>
                    <a:pt x="1021739" y="2976812"/>
                  </a:lnTo>
                  <a:lnTo>
                    <a:pt x="1079574" y="2949727"/>
                  </a:lnTo>
                  <a:close/>
                  <a:moveTo>
                    <a:pt x="1946817" y="2461111"/>
                  </a:moveTo>
                  <a:lnTo>
                    <a:pt x="1947811" y="2460247"/>
                  </a:lnTo>
                  <a:lnTo>
                    <a:pt x="1983130" y="2377094"/>
                  </a:lnTo>
                  <a:close/>
                  <a:moveTo>
                    <a:pt x="1983130" y="2377094"/>
                  </a:moveTo>
                  <a:lnTo>
                    <a:pt x="1947811" y="2460247"/>
                  </a:lnTo>
                  <a:lnTo>
                    <a:pt x="2062444" y="2394981"/>
                  </a:lnTo>
                  <a:close/>
                  <a:moveTo>
                    <a:pt x="107445" y="120652"/>
                  </a:moveTo>
                  <a:lnTo>
                    <a:pt x="0" y="151597"/>
                  </a:lnTo>
                  <a:lnTo>
                    <a:pt x="110886" y="114266"/>
                  </a:lnTo>
                  <a:close/>
                  <a:moveTo>
                    <a:pt x="1728288" y="1890947"/>
                  </a:moveTo>
                  <a:lnTo>
                    <a:pt x="1734418" y="1812955"/>
                  </a:lnTo>
                  <a:lnTo>
                    <a:pt x="1744311" y="1826302"/>
                  </a:lnTo>
                  <a:close/>
                  <a:moveTo>
                    <a:pt x="107445" y="120652"/>
                  </a:moveTo>
                  <a:lnTo>
                    <a:pt x="110886" y="114266"/>
                  </a:lnTo>
                  <a:lnTo>
                    <a:pt x="141887" y="14972"/>
                  </a:lnTo>
                  <a:close/>
                  <a:moveTo>
                    <a:pt x="141887" y="14972"/>
                  </a:moveTo>
                  <a:lnTo>
                    <a:pt x="133302" y="120652"/>
                  </a:lnTo>
                  <a:lnTo>
                    <a:pt x="188955" y="19071"/>
                  </a:lnTo>
                  <a:close/>
                  <a:moveTo>
                    <a:pt x="188955" y="19071"/>
                  </a:moveTo>
                  <a:lnTo>
                    <a:pt x="171402" y="0"/>
                  </a:lnTo>
                  <a:lnTo>
                    <a:pt x="141887" y="14972"/>
                  </a:lnTo>
                  <a:close/>
                  <a:moveTo>
                    <a:pt x="1744330" y="1804897"/>
                  </a:moveTo>
                  <a:lnTo>
                    <a:pt x="1744311" y="1826302"/>
                  </a:lnTo>
                  <a:lnTo>
                    <a:pt x="1742501" y="1808732"/>
                  </a:lnTo>
                  <a:close/>
                  <a:moveTo>
                    <a:pt x="1742501" y="1808732"/>
                  </a:moveTo>
                  <a:lnTo>
                    <a:pt x="1773417" y="1719924"/>
                  </a:lnTo>
                  <a:lnTo>
                    <a:pt x="1744330" y="1804897"/>
                  </a:lnTo>
                  <a:close/>
                  <a:moveTo>
                    <a:pt x="1495126" y="1359220"/>
                  </a:moveTo>
                  <a:lnTo>
                    <a:pt x="1531449" y="1320784"/>
                  </a:lnTo>
                  <a:lnTo>
                    <a:pt x="1491021" y="1441435"/>
                  </a:lnTo>
                  <a:close/>
                  <a:moveTo>
                    <a:pt x="1547028" y="1243562"/>
                  </a:moveTo>
                  <a:lnTo>
                    <a:pt x="1553962" y="1241530"/>
                  </a:lnTo>
                  <a:lnTo>
                    <a:pt x="1496937" y="1277005"/>
                  </a:lnTo>
                  <a:close/>
                  <a:moveTo>
                    <a:pt x="1496937" y="1277005"/>
                  </a:moveTo>
                  <a:lnTo>
                    <a:pt x="1553962" y="1241530"/>
                  </a:lnTo>
                  <a:lnTo>
                    <a:pt x="1531449" y="1320784"/>
                  </a:lnTo>
                  <a:close/>
                  <a:moveTo>
                    <a:pt x="1501373" y="1260111"/>
                  </a:moveTo>
                  <a:lnTo>
                    <a:pt x="1519652" y="1277005"/>
                  </a:lnTo>
                  <a:lnTo>
                    <a:pt x="1547028" y="1243562"/>
                  </a:lnTo>
                  <a:close/>
                  <a:moveTo>
                    <a:pt x="1824235" y="1485214"/>
                  </a:moveTo>
                  <a:lnTo>
                    <a:pt x="1820820" y="1446778"/>
                  </a:lnTo>
                  <a:lnTo>
                    <a:pt x="1827238" y="1567429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19" name="Candidate_density__2038">
              <a:extLst>
                <a:ext uri="{FF2B5EF4-FFF2-40B4-BE49-F238E27FC236}">
                  <a16:creationId xmlns:a16="http://schemas.microsoft.com/office/drawing/2014/main" id="{3321AC8D-71EC-F0A1-7CB1-7FD0D882D008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237829"/>
              <a:ext cx="1936612" cy="1902373"/>
            </a:xfrm>
            <a:custGeom>
              <a:avLst/>
              <a:gdLst/>
              <a:ahLst/>
              <a:cxnLst/>
              <a:rect l="0" t="0" r="0" b="0"/>
              <a:pathLst>
                <a:path w="1936612" h="1902373">
                  <a:moveTo>
                    <a:pt x="15315" y="1147543"/>
                  </a:moveTo>
                  <a:lnTo>
                    <a:pt x="6506" y="1066591"/>
                  </a:lnTo>
                  <a:lnTo>
                    <a:pt x="0" y="1171972"/>
                  </a:lnTo>
                  <a:close/>
                  <a:moveTo>
                    <a:pt x="15315" y="1147543"/>
                  </a:moveTo>
                  <a:lnTo>
                    <a:pt x="7306" y="1065328"/>
                  </a:lnTo>
                  <a:lnTo>
                    <a:pt x="6506" y="1066591"/>
                  </a:lnTo>
                  <a:close/>
                  <a:moveTo>
                    <a:pt x="58056" y="1252260"/>
                  </a:moveTo>
                  <a:lnTo>
                    <a:pt x="104400" y="1287280"/>
                  </a:lnTo>
                  <a:lnTo>
                    <a:pt x="58399" y="1229758"/>
                  </a:lnTo>
                  <a:close/>
                  <a:moveTo>
                    <a:pt x="51013" y="1130500"/>
                  </a:moveTo>
                  <a:lnTo>
                    <a:pt x="45491" y="1205283"/>
                  </a:lnTo>
                  <a:lnTo>
                    <a:pt x="99609" y="1109106"/>
                  </a:lnTo>
                  <a:close/>
                  <a:moveTo>
                    <a:pt x="99609" y="1109106"/>
                  </a:moveTo>
                  <a:lnTo>
                    <a:pt x="45491" y="1205283"/>
                  </a:lnTo>
                  <a:lnTo>
                    <a:pt x="58399" y="1229758"/>
                  </a:lnTo>
                  <a:close/>
                  <a:moveTo>
                    <a:pt x="99609" y="1109106"/>
                  </a:moveTo>
                  <a:lnTo>
                    <a:pt x="58399" y="1229758"/>
                  </a:lnTo>
                  <a:lnTo>
                    <a:pt x="114163" y="1191322"/>
                  </a:lnTo>
                  <a:close/>
                  <a:moveTo>
                    <a:pt x="15315" y="1147543"/>
                  </a:moveTo>
                  <a:lnTo>
                    <a:pt x="45491" y="1205283"/>
                  </a:lnTo>
                  <a:lnTo>
                    <a:pt x="51013" y="1130500"/>
                  </a:lnTo>
                  <a:close/>
                  <a:moveTo>
                    <a:pt x="7306" y="1065328"/>
                  </a:moveTo>
                  <a:lnTo>
                    <a:pt x="51013" y="1130500"/>
                  </a:lnTo>
                  <a:lnTo>
                    <a:pt x="9282" y="1064333"/>
                  </a:lnTo>
                  <a:close/>
                  <a:moveTo>
                    <a:pt x="7306" y="1065328"/>
                  </a:moveTo>
                  <a:lnTo>
                    <a:pt x="15315" y="1147543"/>
                  </a:lnTo>
                  <a:lnTo>
                    <a:pt x="51013" y="1130500"/>
                  </a:lnTo>
                  <a:close/>
                  <a:moveTo>
                    <a:pt x="99609" y="1109106"/>
                  </a:moveTo>
                  <a:lnTo>
                    <a:pt x="112468" y="1026892"/>
                  </a:lnTo>
                  <a:lnTo>
                    <a:pt x="51013" y="1130500"/>
                  </a:lnTo>
                  <a:close/>
                  <a:moveTo>
                    <a:pt x="112468" y="1026892"/>
                  </a:moveTo>
                  <a:lnTo>
                    <a:pt x="9282" y="1064333"/>
                  </a:lnTo>
                  <a:lnTo>
                    <a:pt x="51013" y="1130500"/>
                  </a:lnTo>
                  <a:close/>
                  <a:moveTo>
                    <a:pt x="122974" y="1001116"/>
                  </a:moveTo>
                  <a:lnTo>
                    <a:pt x="7767" y="1064236"/>
                  </a:lnTo>
                  <a:lnTo>
                    <a:pt x="112468" y="1026892"/>
                  </a:lnTo>
                  <a:close/>
                  <a:moveTo>
                    <a:pt x="112468" y="1026892"/>
                  </a:moveTo>
                  <a:lnTo>
                    <a:pt x="7767" y="1064236"/>
                  </a:lnTo>
                  <a:lnTo>
                    <a:pt x="9282" y="1064333"/>
                  </a:lnTo>
                  <a:close/>
                  <a:moveTo>
                    <a:pt x="112468" y="1026892"/>
                  </a:moveTo>
                  <a:lnTo>
                    <a:pt x="178774" y="1087224"/>
                  </a:lnTo>
                  <a:lnTo>
                    <a:pt x="138638" y="1019762"/>
                  </a:lnTo>
                  <a:close/>
                  <a:moveTo>
                    <a:pt x="112468" y="1026892"/>
                  </a:moveTo>
                  <a:lnTo>
                    <a:pt x="99609" y="1109106"/>
                  </a:lnTo>
                  <a:lnTo>
                    <a:pt x="178774" y="1087224"/>
                  </a:lnTo>
                  <a:close/>
                  <a:moveTo>
                    <a:pt x="259279" y="1016878"/>
                  </a:moveTo>
                  <a:lnTo>
                    <a:pt x="243119" y="988455"/>
                  </a:lnTo>
                  <a:lnTo>
                    <a:pt x="263975" y="1078549"/>
                  </a:lnTo>
                  <a:close/>
                  <a:moveTo>
                    <a:pt x="263975" y="1078549"/>
                  </a:moveTo>
                  <a:lnTo>
                    <a:pt x="243119" y="988455"/>
                  </a:lnTo>
                  <a:lnTo>
                    <a:pt x="138638" y="1019762"/>
                  </a:lnTo>
                  <a:close/>
                  <a:moveTo>
                    <a:pt x="263975" y="1078549"/>
                  </a:moveTo>
                  <a:lnTo>
                    <a:pt x="138638" y="1019762"/>
                  </a:lnTo>
                  <a:lnTo>
                    <a:pt x="178774" y="1087224"/>
                  </a:lnTo>
                  <a:close/>
                  <a:moveTo>
                    <a:pt x="122974" y="1001116"/>
                  </a:moveTo>
                  <a:lnTo>
                    <a:pt x="112468" y="1026892"/>
                  </a:lnTo>
                  <a:lnTo>
                    <a:pt x="138638" y="1019762"/>
                  </a:lnTo>
                  <a:close/>
                  <a:moveTo>
                    <a:pt x="243883" y="959315"/>
                  </a:moveTo>
                  <a:lnTo>
                    <a:pt x="122974" y="1001116"/>
                  </a:lnTo>
                  <a:lnTo>
                    <a:pt x="243119" y="988455"/>
                  </a:lnTo>
                  <a:close/>
                  <a:moveTo>
                    <a:pt x="243119" y="988455"/>
                  </a:moveTo>
                  <a:lnTo>
                    <a:pt x="122974" y="1001116"/>
                  </a:lnTo>
                  <a:lnTo>
                    <a:pt x="138638" y="1019762"/>
                  </a:lnTo>
                  <a:close/>
                  <a:moveTo>
                    <a:pt x="256518" y="984519"/>
                  </a:moveTo>
                  <a:lnTo>
                    <a:pt x="374084" y="952255"/>
                  </a:lnTo>
                  <a:lnTo>
                    <a:pt x="370571" y="952388"/>
                  </a:lnTo>
                  <a:close/>
                  <a:moveTo>
                    <a:pt x="243119" y="988455"/>
                  </a:moveTo>
                  <a:lnTo>
                    <a:pt x="259279" y="1016878"/>
                  </a:lnTo>
                  <a:lnTo>
                    <a:pt x="256518" y="984519"/>
                  </a:lnTo>
                  <a:close/>
                  <a:moveTo>
                    <a:pt x="243883" y="959315"/>
                  </a:moveTo>
                  <a:lnTo>
                    <a:pt x="243119" y="988455"/>
                  </a:lnTo>
                  <a:lnTo>
                    <a:pt x="256518" y="984519"/>
                  </a:lnTo>
                  <a:close/>
                  <a:moveTo>
                    <a:pt x="256518" y="984519"/>
                  </a:moveTo>
                  <a:lnTo>
                    <a:pt x="244541" y="906240"/>
                  </a:lnTo>
                  <a:lnTo>
                    <a:pt x="243883" y="959315"/>
                  </a:lnTo>
                  <a:close/>
                  <a:moveTo>
                    <a:pt x="337665" y="879048"/>
                  </a:moveTo>
                  <a:lnTo>
                    <a:pt x="244541" y="906240"/>
                  </a:lnTo>
                  <a:lnTo>
                    <a:pt x="256518" y="984519"/>
                  </a:lnTo>
                  <a:close/>
                  <a:moveTo>
                    <a:pt x="370571" y="952388"/>
                  </a:moveTo>
                  <a:lnTo>
                    <a:pt x="337665" y="879048"/>
                  </a:lnTo>
                  <a:lnTo>
                    <a:pt x="256518" y="984519"/>
                  </a:lnTo>
                  <a:close/>
                  <a:moveTo>
                    <a:pt x="1063568" y="1853560"/>
                  </a:moveTo>
                  <a:lnTo>
                    <a:pt x="1064543" y="1861820"/>
                  </a:lnTo>
                  <a:lnTo>
                    <a:pt x="1201174" y="1902373"/>
                  </a:lnTo>
                  <a:close/>
                  <a:moveTo>
                    <a:pt x="1164318" y="1832245"/>
                  </a:moveTo>
                  <a:lnTo>
                    <a:pt x="1063568" y="1853560"/>
                  </a:lnTo>
                  <a:lnTo>
                    <a:pt x="1201174" y="1902373"/>
                  </a:lnTo>
                  <a:close/>
                  <a:moveTo>
                    <a:pt x="1225759" y="1898163"/>
                  </a:moveTo>
                  <a:lnTo>
                    <a:pt x="1234641" y="1815948"/>
                  </a:lnTo>
                  <a:lnTo>
                    <a:pt x="1201174" y="1902373"/>
                  </a:lnTo>
                  <a:close/>
                  <a:moveTo>
                    <a:pt x="1234641" y="1815948"/>
                  </a:moveTo>
                  <a:lnTo>
                    <a:pt x="1164318" y="1832245"/>
                  </a:lnTo>
                  <a:lnTo>
                    <a:pt x="1201174" y="1902373"/>
                  </a:lnTo>
                  <a:close/>
                  <a:moveTo>
                    <a:pt x="1059238" y="1854385"/>
                  </a:moveTo>
                  <a:lnTo>
                    <a:pt x="1064543" y="1861820"/>
                  </a:lnTo>
                  <a:lnTo>
                    <a:pt x="1063568" y="1853560"/>
                  </a:lnTo>
                  <a:close/>
                  <a:moveTo>
                    <a:pt x="1061105" y="1848968"/>
                  </a:moveTo>
                  <a:lnTo>
                    <a:pt x="1059238" y="1854385"/>
                  </a:lnTo>
                  <a:lnTo>
                    <a:pt x="1063568" y="1853560"/>
                  </a:lnTo>
                  <a:close/>
                  <a:moveTo>
                    <a:pt x="1063568" y="1853560"/>
                  </a:moveTo>
                  <a:lnTo>
                    <a:pt x="1125106" y="1809598"/>
                  </a:lnTo>
                  <a:lnTo>
                    <a:pt x="1061105" y="1848968"/>
                  </a:lnTo>
                  <a:close/>
                  <a:moveTo>
                    <a:pt x="1063568" y="1853560"/>
                  </a:moveTo>
                  <a:lnTo>
                    <a:pt x="1164318" y="1832245"/>
                  </a:lnTo>
                  <a:lnTo>
                    <a:pt x="1125106" y="1809598"/>
                  </a:lnTo>
                  <a:close/>
                  <a:moveTo>
                    <a:pt x="1230947" y="1733733"/>
                  </a:moveTo>
                  <a:lnTo>
                    <a:pt x="1164318" y="1832245"/>
                  </a:lnTo>
                  <a:lnTo>
                    <a:pt x="1234641" y="1815948"/>
                  </a:lnTo>
                  <a:close/>
                  <a:moveTo>
                    <a:pt x="352916" y="747152"/>
                  </a:moveTo>
                  <a:lnTo>
                    <a:pt x="359183" y="681338"/>
                  </a:lnTo>
                  <a:lnTo>
                    <a:pt x="261983" y="703373"/>
                  </a:lnTo>
                  <a:close/>
                  <a:moveTo>
                    <a:pt x="272046" y="785589"/>
                  </a:moveTo>
                  <a:lnTo>
                    <a:pt x="352916" y="747152"/>
                  </a:lnTo>
                  <a:lnTo>
                    <a:pt x="261983" y="703373"/>
                  </a:lnTo>
                  <a:close/>
                  <a:moveTo>
                    <a:pt x="352916" y="747152"/>
                  </a:moveTo>
                  <a:lnTo>
                    <a:pt x="390961" y="800154"/>
                  </a:lnTo>
                  <a:lnTo>
                    <a:pt x="391348" y="735313"/>
                  </a:lnTo>
                  <a:close/>
                  <a:moveTo>
                    <a:pt x="352916" y="747152"/>
                  </a:moveTo>
                  <a:lnTo>
                    <a:pt x="391348" y="735313"/>
                  </a:lnTo>
                  <a:lnTo>
                    <a:pt x="359183" y="681338"/>
                  </a:lnTo>
                  <a:close/>
                  <a:moveTo>
                    <a:pt x="572417" y="670279"/>
                  </a:moveTo>
                  <a:lnTo>
                    <a:pt x="606943" y="619951"/>
                  </a:lnTo>
                  <a:lnTo>
                    <a:pt x="534482" y="626500"/>
                  </a:lnTo>
                  <a:close/>
                  <a:moveTo>
                    <a:pt x="498958" y="708715"/>
                  </a:moveTo>
                  <a:lnTo>
                    <a:pt x="572417" y="670279"/>
                  </a:lnTo>
                  <a:lnTo>
                    <a:pt x="534482" y="626500"/>
                  </a:lnTo>
                  <a:close/>
                  <a:moveTo>
                    <a:pt x="1175900" y="434318"/>
                  </a:moveTo>
                  <a:lnTo>
                    <a:pt x="1228467" y="395881"/>
                  </a:lnTo>
                  <a:lnTo>
                    <a:pt x="1152676" y="406260"/>
                  </a:lnTo>
                  <a:close/>
                  <a:moveTo>
                    <a:pt x="1228467" y="395881"/>
                  </a:moveTo>
                  <a:lnTo>
                    <a:pt x="1186196" y="316383"/>
                  </a:lnTo>
                  <a:lnTo>
                    <a:pt x="1152676" y="406260"/>
                  </a:lnTo>
                  <a:close/>
                  <a:moveTo>
                    <a:pt x="1184321" y="313666"/>
                  </a:moveTo>
                  <a:lnTo>
                    <a:pt x="1152676" y="406260"/>
                  </a:lnTo>
                  <a:lnTo>
                    <a:pt x="1186196" y="316383"/>
                  </a:lnTo>
                  <a:close/>
                  <a:moveTo>
                    <a:pt x="1184321" y="313666"/>
                  </a:moveTo>
                  <a:lnTo>
                    <a:pt x="1119980" y="352103"/>
                  </a:lnTo>
                  <a:lnTo>
                    <a:pt x="1152676" y="406260"/>
                  </a:lnTo>
                  <a:close/>
                  <a:moveTo>
                    <a:pt x="1184211" y="308964"/>
                  </a:moveTo>
                  <a:lnTo>
                    <a:pt x="1119980" y="352103"/>
                  </a:lnTo>
                  <a:lnTo>
                    <a:pt x="1184321" y="313666"/>
                  </a:lnTo>
                  <a:close/>
                  <a:moveTo>
                    <a:pt x="1184321" y="313666"/>
                  </a:moveTo>
                  <a:lnTo>
                    <a:pt x="1186196" y="316383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4321" y="313666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6439" y="312878"/>
                  </a:lnTo>
                  <a:lnTo>
                    <a:pt x="1188671" y="231451"/>
                  </a:lnTo>
                  <a:close/>
                  <a:moveTo>
                    <a:pt x="1188671" y="231451"/>
                  </a:moveTo>
                  <a:lnTo>
                    <a:pt x="1186439" y="312878"/>
                  </a:lnTo>
                  <a:lnTo>
                    <a:pt x="1296066" y="275230"/>
                  </a:lnTo>
                  <a:close/>
                  <a:moveTo>
                    <a:pt x="1188671" y="231451"/>
                  </a:moveTo>
                  <a:lnTo>
                    <a:pt x="1296066" y="275230"/>
                  </a:lnTo>
                  <a:lnTo>
                    <a:pt x="1270792" y="193015"/>
                  </a:lnTo>
                  <a:close/>
                  <a:moveTo>
                    <a:pt x="1133663" y="55507"/>
                  </a:moveTo>
                  <a:lnTo>
                    <a:pt x="1202726" y="28584"/>
                  </a:lnTo>
                  <a:lnTo>
                    <a:pt x="1159134" y="0"/>
                  </a:lnTo>
                  <a:close/>
                  <a:moveTo>
                    <a:pt x="1133663" y="55507"/>
                  </a:moveTo>
                  <a:lnTo>
                    <a:pt x="1172029" y="48216"/>
                  </a:lnTo>
                  <a:lnTo>
                    <a:pt x="1202726" y="28584"/>
                  </a:lnTo>
                  <a:close/>
                  <a:moveTo>
                    <a:pt x="1617300" y="167969"/>
                  </a:moveTo>
                  <a:lnTo>
                    <a:pt x="1526334" y="236794"/>
                  </a:lnTo>
                  <a:lnTo>
                    <a:pt x="1592312" y="198357"/>
                  </a:lnTo>
                  <a:close/>
                  <a:moveTo>
                    <a:pt x="1837887" y="220194"/>
                  </a:moveTo>
                  <a:lnTo>
                    <a:pt x="1783429" y="159921"/>
                  </a:lnTo>
                  <a:lnTo>
                    <a:pt x="1817599" y="263400"/>
                  </a:lnTo>
                  <a:close/>
                  <a:moveTo>
                    <a:pt x="1817599" y="263400"/>
                  </a:moveTo>
                  <a:lnTo>
                    <a:pt x="1783429" y="159921"/>
                  </a:lnTo>
                  <a:lnTo>
                    <a:pt x="1731311" y="172867"/>
                  </a:lnTo>
                  <a:close/>
                  <a:moveTo>
                    <a:pt x="1646916" y="180887"/>
                  </a:moveTo>
                  <a:lnTo>
                    <a:pt x="1686658" y="148634"/>
                  </a:lnTo>
                  <a:lnTo>
                    <a:pt x="1617300" y="167969"/>
                  </a:lnTo>
                  <a:close/>
                  <a:moveTo>
                    <a:pt x="1646916" y="180887"/>
                  </a:moveTo>
                  <a:lnTo>
                    <a:pt x="1731311" y="172867"/>
                  </a:lnTo>
                  <a:lnTo>
                    <a:pt x="1686658" y="148634"/>
                  </a:lnTo>
                  <a:close/>
                  <a:moveTo>
                    <a:pt x="1800856" y="81741"/>
                  </a:moveTo>
                  <a:lnTo>
                    <a:pt x="1686658" y="148634"/>
                  </a:lnTo>
                  <a:lnTo>
                    <a:pt x="1783429" y="159921"/>
                  </a:lnTo>
                  <a:close/>
                  <a:moveTo>
                    <a:pt x="1783429" y="159921"/>
                  </a:moveTo>
                  <a:lnTo>
                    <a:pt x="1686658" y="148634"/>
                  </a:lnTo>
                  <a:lnTo>
                    <a:pt x="1731311" y="172867"/>
                  </a:lnTo>
                  <a:close/>
                  <a:moveTo>
                    <a:pt x="1783429" y="159921"/>
                  </a:moveTo>
                  <a:lnTo>
                    <a:pt x="1837887" y="220194"/>
                  </a:lnTo>
                  <a:lnTo>
                    <a:pt x="1865785" y="124134"/>
                  </a:lnTo>
                  <a:close/>
                  <a:moveTo>
                    <a:pt x="1800856" y="81741"/>
                  </a:moveTo>
                  <a:lnTo>
                    <a:pt x="1783429" y="159921"/>
                  </a:lnTo>
                  <a:lnTo>
                    <a:pt x="1865785" y="124134"/>
                  </a:lnTo>
                  <a:close/>
                  <a:moveTo>
                    <a:pt x="1936612" y="95449"/>
                  </a:moveTo>
                  <a:lnTo>
                    <a:pt x="1865785" y="124134"/>
                  </a:lnTo>
                  <a:lnTo>
                    <a:pt x="1874487" y="121484"/>
                  </a:lnTo>
                  <a:close/>
                  <a:moveTo>
                    <a:pt x="1800856" y="81741"/>
                  </a:moveTo>
                  <a:lnTo>
                    <a:pt x="1865785" y="124134"/>
                  </a:lnTo>
                  <a:lnTo>
                    <a:pt x="1936612" y="9544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20" name="Candidate_density__2039">
              <a:extLst>
                <a:ext uri="{FF2B5EF4-FFF2-40B4-BE49-F238E27FC236}">
                  <a16:creationId xmlns:a16="http://schemas.microsoft.com/office/drawing/2014/main" id="{CC0A6791-5D6C-48D5-AE5B-2D176336E8A4}"/>
                </a:ext>
              </a:extLst>
            </p:cNvPr>
            <p:cNvSpPr>
              <a:spLocks noGrp="1"/>
            </p:cNvSpPr>
            <p:nvPr/>
          </p:nvSpPr>
          <p:spPr>
            <a:xfrm>
              <a:off x="5751949" y="4088565"/>
              <a:ext cx="664737" cy="1140994"/>
            </a:xfrm>
            <a:custGeom>
              <a:avLst/>
              <a:gdLst/>
              <a:ahLst/>
              <a:cxnLst/>
              <a:rect l="0" t="0" r="0" b="0"/>
              <a:pathLst>
                <a:path w="664737" h="1140994">
                  <a:moveTo>
                    <a:pt x="46715" y="1100451"/>
                  </a:moveTo>
                  <a:lnTo>
                    <a:pt x="0" y="1140994"/>
                  </a:lnTo>
                  <a:lnTo>
                    <a:pt x="107654" y="1049636"/>
                  </a:lnTo>
                  <a:close/>
                  <a:moveTo>
                    <a:pt x="664737" y="17570"/>
                  </a:moveTo>
                  <a:lnTo>
                    <a:pt x="654844" y="4223"/>
                  </a:lnTo>
                  <a:lnTo>
                    <a:pt x="662928" y="0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51721" name="Candidate_density__2040">
              <a:extLst>
                <a:ext uri="{FF2B5EF4-FFF2-40B4-BE49-F238E27FC236}">
                  <a16:creationId xmlns:a16="http://schemas.microsoft.com/office/drawing/2014/main" id="{A6F1FF86-05C9-22D8-5D1A-F98BF4B7A88D}"/>
                </a:ext>
              </a:extLst>
            </p:cNvPr>
            <p:cNvSpPr>
              <a:spLocks noGrp="1"/>
            </p:cNvSpPr>
            <p:nvPr/>
          </p:nvSpPr>
          <p:spPr>
            <a:xfrm>
              <a:off x="4373648" y="2157136"/>
              <a:ext cx="2453752" cy="3180285"/>
            </a:xfrm>
            <a:custGeom>
              <a:avLst/>
              <a:gdLst/>
              <a:ahLst/>
              <a:cxnLst/>
              <a:rect l="0" t="0" r="0" b="0"/>
              <a:pathLst>
                <a:path w="2453752" h="3180285">
                  <a:moveTo>
                    <a:pt x="338" y="2633970"/>
                  </a:moveTo>
                  <a:lnTo>
                    <a:pt x="0" y="2637497"/>
                  </a:lnTo>
                  <a:lnTo>
                    <a:pt x="10262" y="2656114"/>
                  </a:lnTo>
                  <a:close/>
                  <a:moveTo>
                    <a:pt x="1219" y="2622307"/>
                  </a:moveTo>
                  <a:lnTo>
                    <a:pt x="0" y="2637497"/>
                  </a:lnTo>
                  <a:lnTo>
                    <a:pt x="338" y="2633970"/>
                  </a:lnTo>
                  <a:close/>
                  <a:moveTo>
                    <a:pt x="540356" y="3101711"/>
                  </a:moveTo>
                  <a:lnTo>
                    <a:pt x="612347" y="3171039"/>
                  </a:lnTo>
                  <a:lnTo>
                    <a:pt x="563797" y="3117201"/>
                  </a:lnTo>
                  <a:close/>
                  <a:moveTo>
                    <a:pt x="338" y="2633970"/>
                  </a:moveTo>
                  <a:lnTo>
                    <a:pt x="10262" y="2656114"/>
                  </a:lnTo>
                  <a:lnTo>
                    <a:pt x="35854" y="2677748"/>
                  </a:lnTo>
                  <a:close/>
                  <a:moveTo>
                    <a:pt x="535819" y="3088824"/>
                  </a:moveTo>
                  <a:lnTo>
                    <a:pt x="540356" y="3101711"/>
                  </a:lnTo>
                  <a:lnTo>
                    <a:pt x="563797" y="3117201"/>
                  </a:lnTo>
                  <a:close/>
                  <a:moveTo>
                    <a:pt x="764472" y="3094166"/>
                  </a:moveTo>
                  <a:lnTo>
                    <a:pt x="798970" y="3112739"/>
                  </a:lnTo>
                  <a:lnTo>
                    <a:pt x="705499" y="3028044"/>
                  </a:lnTo>
                  <a:close/>
                  <a:moveTo>
                    <a:pt x="705499" y="3028044"/>
                  </a:moveTo>
                  <a:lnTo>
                    <a:pt x="798970" y="3112739"/>
                  </a:lnTo>
                  <a:lnTo>
                    <a:pt x="750587" y="3050387"/>
                  </a:lnTo>
                  <a:close/>
                  <a:moveTo>
                    <a:pt x="603017" y="2765305"/>
                  </a:moveTo>
                  <a:lnTo>
                    <a:pt x="567784" y="2701701"/>
                  </a:lnTo>
                  <a:lnTo>
                    <a:pt x="535961" y="2797922"/>
                  </a:lnTo>
                  <a:close/>
                  <a:moveTo>
                    <a:pt x="489725" y="2688511"/>
                  </a:moveTo>
                  <a:lnTo>
                    <a:pt x="456743" y="2780401"/>
                  </a:lnTo>
                  <a:lnTo>
                    <a:pt x="567784" y="2701701"/>
                  </a:lnTo>
                  <a:close/>
                  <a:moveTo>
                    <a:pt x="258073" y="2379719"/>
                  </a:moveTo>
                  <a:lnTo>
                    <a:pt x="306356" y="2436445"/>
                  </a:lnTo>
                  <a:lnTo>
                    <a:pt x="316545" y="2461836"/>
                  </a:lnTo>
                  <a:close/>
                  <a:moveTo>
                    <a:pt x="770906" y="2809084"/>
                  </a:moveTo>
                  <a:lnTo>
                    <a:pt x="769544" y="2898734"/>
                  </a:lnTo>
                  <a:lnTo>
                    <a:pt x="813882" y="2849304"/>
                  </a:lnTo>
                  <a:close/>
                  <a:moveTo>
                    <a:pt x="751619" y="2726869"/>
                  </a:moveTo>
                  <a:lnTo>
                    <a:pt x="672873" y="2815955"/>
                  </a:lnTo>
                  <a:lnTo>
                    <a:pt x="701480" y="2847521"/>
                  </a:lnTo>
                  <a:close/>
                  <a:moveTo>
                    <a:pt x="477947" y="2683090"/>
                  </a:moveTo>
                  <a:lnTo>
                    <a:pt x="489725" y="2688511"/>
                  </a:lnTo>
                  <a:lnTo>
                    <a:pt x="491527" y="2680447"/>
                  </a:lnTo>
                  <a:close/>
                  <a:moveTo>
                    <a:pt x="645360" y="2676568"/>
                  </a:moveTo>
                  <a:lnTo>
                    <a:pt x="575147" y="2673057"/>
                  </a:lnTo>
                  <a:lnTo>
                    <a:pt x="680869" y="2747792"/>
                  </a:lnTo>
                  <a:close/>
                  <a:moveTo>
                    <a:pt x="418551" y="2600876"/>
                  </a:moveTo>
                  <a:lnTo>
                    <a:pt x="477947" y="2683090"/>
                  </a:lnTo>
                  <a:lnTo>
                    <a:pt x="491527" y="2680447"/>
                  </a:lnTo>
                  <a:close/>
                  <a:moveTo>
                    <a:pt x="575147" y="2673057"/>
                  </a:moveTo>
                  <a:lnTo>
                    <a:pt x="489725" y="2688511"/>
                  </a:lnTo>
                  <a:lnTo>
                    <a:pt x="567784" y="2701701"/>
                  </a:lnTo>
                  <a:close/>
                  <a:moveTo>
                    <a:pt x="575147" y="2673057"/>
                  </a:moveTo>
                  <a:lnTo>
                    <a:pt x="491527" y="2680447"/>
                  </a:lnTo>
                  <a:lnTo>
                    <a:pt x="489725" y="2688511"/>
                  </a:lnTo>
                  <a:close/>
                  <a:moveTo>
                    <a:pt x="575147" y="2673057"/>
                  </a:moveTo>
                  <a:lnTo>
                    <a:pt x="559208" y="2669636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575147" y="2673057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498675" y="2600876"/>
                  </a:lnTo>
                  <a:lnTo>
                    <a:pt x="459466" y="2575377"/>
                  </a:lnTo>
                  <a:close/>
                  <a:moveTo>
                    <a:pt x="401249" y="2436445"/>
                  </a:moveTo>
                  <a:lnTo>
                    <a:pt x="466727" y="2387323"/>
                  </a:lnTo>
                  <a:lnTo>
                    <a:pt x="348754" y="2335558"/>
                  </a:lnTo>
                  <a:close/>
                  <a:moveTo>
                    <a:pt x="348754" y="2335558"/>
                  </a:moveTo>
                  <a:lnTo>
                    <a:pt x="466727" y="2387323"/>
                  </a:lnTo>
                  <a:lnTo>
                    <a:pt x="426663" y="2332812"/>
                  </a:lnTo>
                  <a:close/>
                  <a:moveTo>
                    <a:pt x="401249" y="2436445"/>
                  </a:moveTo>
                  <a:lnTo>
                    <a:pt x="348754" y="2335558"/>
                  </a:lnTo>
                  <a:lnTo>
                    <a:pt x="337300" y="2397274"/>
                  </a:lnTo>
                  <a:close/>
                  <a:moveTo>
                    <a:pt x="466727" y="2387323"/>
                  </a:moveTo>
                  <a:lnTo>
                    <a:pt x="478952" y="2398009"/>
                  </a:lnTo>
                  <a:lnTo>
                    <a:pt x="426663" y="2332812"/>
                  </a:lnTo>
                  <a:close/>
                  <a:moveTo>
                    <a:pt x="426663" y="2332812"/>
                  </a:moveTo>
                  <a:lnTo>
                    <a:pt x="478952" y="2398009"/>
                  </a:lnTo>
                  <a:lnTo>
                    <a:pt x="520750" y="2417005"/>
                  </a:lnTo>
                  <a:close/>
                  <a:moveTo>
                    <a:pt x="348754" y="2335558"/>
                  </a:moveTo>
                  <a:lnTo>
                    <a:pt x="403881" y="2251240"/>
                  </a:lnTo>
                  <a:lnTo>
                    <a:pt x="341951" y="2240996"/>
                  </a:lnTo>
                  <a:close/>
                  <a:moveTo>
                    <a:pt x="889250" y="2891299"/>
                  </a:moveTo>
                  <a:lnTo>
                    <a:pt x="879555" y="2907632"/>
                  </a:lnTo>
                  <a:lnTo>
                    <a:pt x="901577" y="2898521"/>
                  </a:lnTo>
                  <a:close/>
                  <a:moveTo>
                    <a:pt x="1068237" y="3115105"/>
                  </a:moveTo>
                  <a:lnTo>
                    <a:pt x="1110005" y="3120484"/>
                  </a:lnTo>
                  <a:lnTo>
                    <a:pt x="1032364" y="3108856"/>
                  </a:lnTo>
                  <a:close/>
                  <a:moveTo>
                    <a:pt x="1068237" y="3115105"/>
                  </a:moveTo>
                  <a:lnTo>
                    <a:pt x="1133235" y="3122856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52340" y="3055729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82313" y="3175632"/>
                  </a:lnTo>
                  <a:lnTo>
                    <a:pt x="1258088" y="3180285"/>
                  </a:lnTo>
                  <a:close/>
                  <a:moveTo>
                    <a:pt x="1101716" y="2948296"/>
                  </a:moveTo>
                  <a:lnTo>
                    <a:pt x="992565" y="2960057"/>
                  </a:lnTo>
                  <a:lnTo>
                    <a:pt x="1014568" y="2973514"/>
                  </a:lnTo>
                  <a:close/>
                  <a:moveTo>
                    <a:pt x="889250" y="2891299"/>
                  </a:moveTo>
                  <a:lnTo>
                    <a:pt x="901577" y="2898521"/>
                  </a:lnTo>
                  <a:lnTo>
                    <a:pt x="904793" y="2887114"/>
                  </a:lnTo>
                  <a:close/>
                  <a:moveTo>
                    <a:pt x="904793" y="2887114"/>
                  </a:moveTo>
                  <a:lnTo>
                    <a:pt x="813882" y="2849304"/>
                  </a:lnTo>
                  <a:lnTo>
                    <a:pt x="889250" y="2891299"/>
                  </a:lnTo>
                  <a:close/>
                  <a:moveTo>
                    <a:pt x="1013133" y="2859627"/>
                  </a:moveTo>
                  <a:lnTo>
                    <a:pt x="901577" y="2898521"/>
                  </a:lnTo>
                  <a:lnTo>
                    <a:pt x="992565" y="2960057"/>
                  </a:lnTo>
                  <a:close/>
                  <a:moveTo>
                    <a:pt x="803661" y="2708556"/>
                  </a:moveTo>
                  <a:lnTo>
                    <a:pt x="863993" y="2758004"/>
                  </a:lnTo>
                  <a:lnTo>
                    <a:pt x="817669" y="2726869"/>
                  </a:lnTo>
                  <a:close/>
                  <a:moveTo>
                    <a:pt x="900453" y="2790550"/>
                  </a:moveTo>
                  <a:lnTo>
                    <a:pt x="863993" y="2758004"/>
                  </a:lnTo>
                  <a:lnTo>
                    <a:pt x="803661" y="2708556"/>
                  </a:lnTo>
                  <a:close/>
                  <a:moveTo>
                    <a:pt x="803661" y="2708556"/>
                  </a:moveTo>
                  <a:lnTo>
                    <a:pt x="764968" y="2666423"/>
                  </a:lnTo>
                  <a:lnTo>
                    <a:pt x="751619" y="2726869"/>
                  </a:lnTo>
                  <a:close/>
                  <a:moveTo>
                    <a:pt x="549870" y="2293238"/>
                  </a:moveTo>
                  <a:lnTo>
                    <a:pt x="478952" y="2398009"/>
                  </a:lnTo>
                  <a:lnTo>
                    <a:pt x="516432" y="2357959"/>
                  </a:lnTo>
                  <a:close/>
                  <a:moveTo>
                    <a:pt x="516432" y="2357959"/>
                  </a:moveTo>
                  <a:lnTo>
                    <a:pt x="547058" y="2277357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522382" y="2215493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484821" y="2195142"/>
                  </a:lnTo>
                  <a:lnTo>
                    <a:pt x="522382" y="2215493"/>
                  </a:lnTo>
                  <a:close/>
                  <a:moveTo>
                    <a:pt x="1230779" y="3017293"/>
                  </a:moveTo>
                  <a:lnTo>
                    <a:pt x="1322098" y="3090497"/>
                  </a:lnTo>
                  <a:lnTo>
                    <a:pt x="1331125" y="2983066"/>
                  </a:lnTo>
                  <a:close/>
                  <a:moveTo>
                    <a:pt x="1331125" y="2983066"/>
                  </a:moveTo>
                  <a:lnTo>
                    <a:pt x="1425016" y="3031880"/>
                  </a:lnTo>
                  <a:lnTo>
                    <a:pt x="1355709" y="2978857"/>
                  </a:lnTo>
                  <a:close/>
                  <a:moveTo>
                    <a:pt x="958730" y="2688433"/>
                  </a:moveTo>
                  <a:lnTo>
                    <a:pt x="985279" y="2717615"/>
                  </a:lnTo>
                  <a:lnTo>
                    <a:pt x="985157" y="2682188"/>
                  </a:lnTo>
                  <a:close/>
                  <a:moveTo>
                    <a:pt x="985157" y="2682188"/>
                  </a:moveTo>
                  <a:lnTo>
                    <a:pt x="891676" y="2646303"/>
                  </a:lnTo>
                  <a:lnTo>
                    <a:pt x="958730" y="2688433"/>
                  </a:lnTo>
                  <a:close/>
                  <a:moveTo>
                    <a:pt x="904194" y="2587325"/>
                  </a:moveTo>
                  <a:lnTo>
                    <a:pt x="891676" y="2646303"/>
                  </a:lnTo>
                  <a:lnTo>
                    <a:pt x="985157" y="2682188"/>
                  </a:lnTo>
                  <a:close/>
                  <a:moveTo>
                    <a:pt x="972342" y="2592513"/>
                  </a:moveTo>
                  <a:lnTo>
                    <a:pt x="904194" y="2587325"/>
                  </a:lnTo>
                  <a:lnTo>
                    <a:pt x="985157" y="2682188"/>
                  </a:lnTo>
                  <a:close/>
                  <a:moveTo>
                    <a:pt x="587920" y="2262305"/>
                  </a:moveTo>
                  <a:lnTo>
                    <a:pt x="547058" y="2277357"/>
                  </a:lnTo>
                  <a:lnTo>
                    <a:pt x="516432" y="2357959"/>
                  </a:lnTo>
                  <a:close/>
                  <a:moveTo>
                    <a:pt x="484821" y="2195142"/>
                  </a:moveTo>
                  <a:lnTo>
                    <a:pt x="489884" y="2181321"/>
                  </a:lnTo>
                  <a:lnTo>
                    <a:pt x="490026" y="2081113"/>
                  </a:lnTo>
                  <a:close/>
                  <a:moveTo>
                    <a:pt x="1444071" y="2940420"/>
                  </a:moveTo>
                  <a:lnTo>
                    <a:pt x="1355709" y="2978857"/>
                  </a:lnTo>
                  <a:lnTo>
                    <a:pt x="1425016" y="3031880"/>
                  </a:lnTo>
                  <a:close/>
                  <a:moveTo>
                    <a:pt x="515569" y="1992275"/>
                  </a:moveTo>
                  <a:lnTo>
                    <a:pt x="497048" y="2070284"/>
                  </a:lnTo>
                  <a:lnTo>
                    <a:pt x="494281" y="1977563"/>
                  </a:lnTo>
                  <a:close/>
                  <a:moveTo>
                    <a:pt x="1554105" y="2922971"/>
                  </a:moveTo>
                  <a:lnTo>
                    <a:pt x="1493235" y="2819769"/>
                  </a:lnTo>
                  <a:lnTo>
                    <a:pt x="1469081" y="2831411"/>
                  </a:lnTo>
                  <a:close/>
                  <a:moveTo>
                    <a:pt x="1469081" y="2831411"/>
                  </a:moveTo>
                  <a:lnTo>
                    <a:pt x="1489082" y="2841011"/>
                  </a:lnTo>
                  <a:lnTo>
                    <a:pt x="1554105" y="2922971"/>
                  </a:lnTo>
                  <a:close/>
                  <a:moveTo>
                    <a:pt x="1422871" y="2655338"/>
                  </a:moveTo>
                  <a:lnTo>
                    <a:pt x="1354772" y="2617505"/>
                  </a:lnTo>
                  <a:lnTo>
                    <a:pt x="1300441" y="2629574"/>
                  </a:lnTo>
                  <a:close/>
                  <a:moveTo>
                    <a:pt x="1310400" y="2573123"/>
                  </a:moveTo>
                  <a:lnTo>
                    <a:pt x="1300441" y="2629574"/>
                  </a:lnTo>
                  <a:lnTo>
                    <a:pt x="1354772" y="2617505"/>
                  </a:lnTo>
                  <a:close/>
                  <a:moveTo>
                    <a:pt x="1209975" y="2490908"/>
                  </a:moveTo>
                  <a:lnTo>
                    <a:pt x="1208688" y="2565180"/>
                  </a:lnTo>
                  <a:lnTo>
                    <a:pt x="1257598" y="2532844"/>
                  </a:lnTo>
                  <a:close/>
                  <a:moveTo>
                    <a:pt x="1209975" y="2490908"/>
                  </a:moveTo>
                  <a:lnTo>
                    <a:pt x="1168293" y="2529344"/>
                  </a:lnTo>
                  <a:lnTo>
                    <a:pt x="1208688" y="2565180"/>
                  </a:lnTo>
                  <a:close/>
                  <a:moveTo>
                    <a:pt x="1151503" y="2414830"/>
                  </a:moveTo>
                  <a:lnTo>
                    <a:pt x="1144299" y="2413215"/>
                  </a:lnTo>
                  <a:lnTo>
                    <a:pt x="1209975" y="2490908"/>
                  </a:lnTo>
                  <a:close/>
                  <a:moveTo>
                    <a:pt x="1209975" y="2490908"/>
                  </a:moveTo>
                  <a:lnTo>
                    <a:pt x="1144299" y="2413215"/>
                  </a:lnTo>
                  <a:lnTo>
                    <a:pt x="1146509" y="2447129"/>
                  </a:lnTo>
                  <a:close/>
                  <a:moveTo>
                    <a:pt x="1209975" y="2490908"/>
                  </a:moveTo>
                  <a:lnTo>
                    <a:pt x="1146509" y="2447129"/>
                  </a:lnTo>
                  <a:lnTo>
                    <a:pt x="1168293" y="2529344"/>
                  </a:lnTo>
                  <a:close/>
                  <a:moveTo>
                    <a:pt x="1143748" y="2408693"/>
                  </a:moveTo>
                  <a:lnTo>
                    <a:pt x="1087890" y="2392190"/>
                  </a:lnTo>
                  <a:lnTo>
                    <a:pt x="1144299" y="2413215"/>
                  </a:lnTo>
                  <a:close/>
                  <a:moveTo>
                    <a:pt x="1041423" y="2364914"/>
                  </a:moveTo>
                  <a:lnTo>
                    <a:pt x="1087890" y="2392190"/>
                  </a:lnTo>
                  <a:lnTo>
                    <a:pt x="1143748" y="2408693"/>
                  </a:lnTo>
                  <a:close/>
                  <a:moveTo>
                    <a:pt x="1143748" y="2408693"/>
                  </a:moveTo>
                  <a:lnTo>
                    <a:pt x="1144299" y="2413215"/>
                  </a:lnTo>
                  <a:lnTo>
                    <a:pt x="1151503" y="2414830"/>
                  </a:lnTo>
                  <a:close/>
                  <a:moveTo>
                    <a:pt x="1450343" y="2546368"/>
                  </a:moveTo>
                  <a:lnTo>
                    <a:pt x="1373068" y="2548598"/>
                  </a:lnTo>
                  <a:lnTo>
                    <a:pt x="1463582" y="2635697"/>
                  </a:lnTo>
                  <a:close/>
                  <a:moveTo>
                    <a:pt x="1463582" y="2635697"/>
                  </a:moveTo>
                  <a:lnTo>
                    <a:pt x="1511251" y="2557442"/>
                  </a:lnTo>
                  <a:lnTo>
                    <a:pt x="1450343" y="2546368"/>
                  </a:lnTo>
                  <a:close/>
                  <a:moveTo>
                    <a:pt x="1310400" y="2573123"/>
                  </a:moveTo>
                  <a:lnTo>
                    <a:pt x="1354772" y="2617505"/>
                  </a:lnTo>
                  <a:lnTo>
                    <a:pt x="1373068" y="2548598"/>
                  </a:lnTo>
                  <a:close/>
                  <a:moveTo>
                    <a:pt x="1373068" y="2548598"/>
                  </a:moveTo>
                  <a:lnTo>
                    <a:pt x="1257598" y="2532844"/>
                  </a:lnTo>
                  <a:lnTo>
                    <a:pt x="1310400" y="2573123"/>
                  </a:lnTo>
                  <a:close/>
                  <a:moveTo>
                    <a:pt x="1286563" y="2458241"/>
                  </a:moveTo>
                  <a:lnTo>
                    <a:pt x="1257598" y="2532844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25295" y="2452472"/>
                  </a:lnTo>
                  <a:lnTo>
                    <a:pt x="1450343" y="2546368"/>
                  </a:lnTo>
                  <a:close/>
                  <a:moveTo>
                    <a:pt x="1450343" y="2546368"/>
                  </a:moveTo>
                  <a:lnTo>
                    <a:pt x="1425295" y="2452472"/>
                  </a:lnTo>
                  <a:lnTo>
                    <a:pt x="1353534" y="2464387"/>
                  </a:lnTo>
                  <a:close/>
                  <a:moveTo>
                    <a:pt x="1450343" y="2546368"/>
                  </a:moveTo>
                  <a:lnTo>
                    <a:pt x="1353534" y="2464387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50343" y="2546368"/>
                  </a:lnTo>
                  <a:lnTo>
                    <a:pt x="1468876" y="2452472"/>
                  </a:lnTo>
                  <a:close/>
                  <a:moveTo>
                    <a:pt x="1327979" y="2385070"/>
                  </a:moveTo>
                  <a:lnTo>
                    <a:pt x="1286563" y="2458241"/>
                  </a:lnTo>
                  <a:lnTo>
                    <a:pt x="1353534" y="2464387"/>
                  </a:lnTo>
                  <a:close/>
                  <a:moveTo>
                    <a:pt x="1439857" y="2441765"/>
                  </a:moveTo>
                  <a:lnTo>
                    <a:pt x="1348178" y="2408693"/>
                  </a:lnTo>
                  <a:lnTo>
                    <a:pt x="1353534" y="2464387"/>
                  </a:lnTo>
                  <a:close/>
                  <a:moveTo>
                    <a:pt x="1143748" y="2408693"/>
                  </a:moveTo>
                  <a:lnTo>
                    <a:pt x="1151503" y="2414830"/>
                  </a:lnTo>
                  <a:lnTo>
                    <a:pt x="1162787" y="2398185"/>
                  </a:lnTo>
                  <a:close/>
                  <a:moveTo>
                    <a:pt x="906680" y="1841591"/>
                  </a:moveTo>
                  <a:lnTo>
                    <a:pt x="853344" y="1794751"/>
                  </a:lnTo>
                  <a:lnTo>
                    <a:pt x="902773" y="1887834"/>
                  </a:lnTo>
                  <a:close/>
                  <a:moveTo>
                    <a:pt x="1206905" y="2128113"/>
                  </a:moveTo>
                  <a:lnTo>
                    <a:pt x="1283824" y="2085175"/>
                  </a:lnTo>
                  <a:lnTo>
                    <a:pt x="1210494" y="2119715"/>
                  </a:lnTo>
                  <a:close/>
                  <a:moveTo>
                    <a:pt x="1196627" y="2089684"/>
                  </a:moveTo>
                  <a:lnTo>
                    <a:pt x="1210494" y="2119715"/>
                  </a:lnTo>
                  <a:lnTo>
                    <a:pt x="1283824" y="2085175"/>
                  </a:lnTo>
                  <a:close/>
                  <a:moveTo>
                    <a:pt x="1110641" y="1940117"/>
                  </a:moveTo>
                  <a:lnTo>
                    <a:pt x="1107396" y="2002960"/>
                  </a:lnTo>
                  <a:lnTo>
                    <a:pt x="1107231" y="1920745"/>
                  </a:lnTo>
                  <a:close/>
                  <a:moveTo>
                    <a:pt x="1131208" y="2023489"/>
                  </a:moveTo>
                  <a:lnTo>
                    <a:pt x="1107396" y="2002960"/>
                  </a:lnTo>
                  <a:lnTo>
                    <a:pt x="1110641" y="1940117"/>
                  </a:lnTo>
                  <a:close/>
                  <a:moveTo>
                    <a:pt x="853344" y="1794751"/>
                  </a:moveTo>
                  <a:lnTo>
                    <a:pt x="906680" y="1841591"/>
                  </a:lnTo>
                  <a:lnTo>
                    <a:pt x="915233" y="1777612"/>
                  </a:lnTo>
                  <a:close/>
                  <a:moveTo>
                    <a:pt x="915233" y="1777612"/>
                  </a:moveTo>
                  <a:lnTo>
                    <a:pt x="906680" y="1841591"/>
                  </a:lnTo>
                  <a:lnTo>
                    <a:pt x="932914" y="1794751"/>
                  </a:lnTo>
                  <a:close/>
                  <a:moveTo>
                    <a:pt x="915233" y="1777612"/>
                  </a:moveTo>
                  <a:lnTo>
                    <a:pt x="932914" y="1794751"/>
                  </a:lnTo>
                  <a:lnTo>
                    <a:pt x="879300" y="1739222"/>
                  </a:lnTo>
                  <a:close/>
                  <a:moveTo>
                    <a:pt x="1653956" y="2469727"/>
                  </a:moveTo>
                  <a:lnTo>
                    <a:pt x="1683882" y="2377596"/>
                  </a:lnTo>
                  <a:lnTo>
                    <a:pt x="1601589" y="2414035"/>
                  </a:lnTo>
                  <a:close/>
                  <a:moveTo>
                    <a:pt x="1683882" y="2377596"/>
                  </a:moveTo>
                  <a:lnTo>
                    <a:pt x="1777862" y="2439129"/>
                  </a:lnTo>
                  <a:lnTo>
                    <a:pt x="1701151" y="2375599"/>
                  </a:lnTo>
                  <a:close/>
                  <a:moveTo>
                    <a:pt x="1558402" y="2211168"/>
                  </a:moveTo>
                  <a:lnTo>
                    <a:pt x="1502031" y="2249605"/>
                  </a:lnTo>
                  <a:lnTo>
                    <a:pt x="1529725" y="2283905"/>
                  </a:lnTo>
                  <a:close/>
                  <a:moveTo>
                    <a:pt x="1497822" y="2167390"/>
                  </a:moveTo>
                  <a:lnTo>
                    <a:pt x="1558402" y="2211168"/>
                  </a:lnTo>
                  <a:lnTo>
                    <a:pt x="1499729" y="2128953"/>
                  </a:lnTo>
                  <a:close/>
                  <a:moveTo>
                    <a:pt x="1441550" y="2085175"/>
                  </a:moveTo>
                  <a:lnTo>
                    <a:pt x="1499729" y="2128953"/>
                  </a:lnTo>
                  <a:lnTo>
                    <a:pt x="1451298" y="2046738"/>
                  </a:lnTo>
                  <a:close/>
                  <a:moveTo>
                    <a:pt x="1953218" y="2537444"/>
                  </a:moveTo>
                  <a:lnTo>
                    <a:pt x="1880692" y="2538962"/>
                  </a:lnTo>
                  <a:lnTo>
                    <a:pt x="1924851" y="2419377"/>
                  </a:lnTo>
                  <a:close/>
                  <a:moveTo>
                    <a:pt x="1499729" y="2128953"/>
                  </a:moveTo>
                  <a:lnTo>
                    <a:pt x="1578181" y="2202753"/>
                  </a:lnTo>
                  <a:lnTo>
                    <a:pt x="1577032" y="2103595"/>
                  </a:lnTo>
                  <a:close/>
                  <a:moveTo>
                    <a:pt x="1548028" y="2008302"/>
                  </a:moveTo>
                  <a:lnTo>
                    <a:pt x="1577032" y="2103595"/>
                  </a:lnTo>
                  <a:lnTo>
                    <a:pt x="1583408" y="2054210"/>
                  </a:lnTo>
                  <a:close/>
                  <a:moveTo>
                    <a:pt x="1499729" y="2128953"/>
                  </a:moveTo>
                  <a:lnTo>
                    <a:pt x="1577032" y="2103595"/>
                  </a:lnTo>
                  <a:lnTo>
                    <a:pt x="1548028" y="2008302"/>
                  </a:lnTo>
                  <a:close/>
                  <a:moveTo>
                    <a:pt x="1457884" y="1863555"/>
                  </a:moveTo>
                  <a:lnTo>
                    <a:pt x="1417140" y="1872716"/>
                  </a:lnTo>
                  <a:lnTo>
                    <a:pt x="1516149" y="1926087"/>
                  </a:lnTo>
                  <a:close/>
                  <a:moveTo>
                    <a:pt x="1396175" y="1761656"/>
                  </a:moveTo>
                  <a:lnTo>
                    <a:pt x="1361892" y="1800093"/>
                  </a:lnTo>
                  <a:lnTo>
                    <a:pt x="1431256" y="1843872"/>
                  </a:lnTo>
                  <a:close/>
                  <a:moveTo>
                    <a:pt x="1431256" y="1843872"/>
                  </a:moveTo>
                  <a:lnTo>
                    <a:pt x="1417140" y="1872716"/>
                  </a:lnTo>
                  <a:lnTo>
                    <a:pt x="1457884" y="1863555"/>
                  </a:lnTo>
                  <a:close/>
                  <a:moveTo>
                    <a:pt x="2042558" y="2463156"/>
                  </a:moveTo>
                  <a:lnTo>
                    <a:pt x="1924851" y="2419377"/>
                  </a:lnTo>
                  <a:lnTo>
                    <a:pt x="1985977" y="2501592"/>
                  </a:lnTo>
                  <a:close/>
                  <a:moveTo>
                    <a:pt x="1548028" y="2008302"/>
                  </a:moveTo>
                  <a:lnTo>
                    <a:pt x="1583408" y="2054210"/>
                  </a:lnTo>
                  <a:lnTo>
                    <a:pt x="1607730" y="1978546"/>
                  </a:lnTo>
                  <a:close/>
                  <a:moveTo>
                    <a:pt x="1607730" y="1978546"/>
                  </a:moveTo>
                  <a:lnTo>
                    <a:pt x="1583408" y="2054210"/>
                  </a:lnTo>
                  <a:lnTo>
                    <a:pt x="1616545" y="2008302"/>
                  </a:lnTo>
                  <a:close/>
                  <a:moveTo>
                    <a:pt x="1607730" y="1978546"/>
                  </a:moveTo>
                  <a:lnTo>
                    <a:pt x="1616545" y="2008302"/>
                  </a:lnTo>
                  <a:lnTo>
                    <a:pt x="1626287" y="1923959"/>
                  </a:lnTo>
                  <a:close/>
                  <a:moveTo>
                    <a:pt x="1568690" y="1910192"/>
                  </a:moveTo>
                  <a:lnTo>
                    <a:pt x="1607730" y="1978546"/>
                  </a:lnTo>
                  <a:lnTo>
                    <a:pt x="1626287" y="1923959"/>
                  </a:lnTo>
                  <a:close/>
                  <a:moveTo>
                    <a:pt x="1470816" y="1723220"/>
                  </a:moveTo>
                  <a:lnTo>
                    <a:pt x="1461608" y="1836563"/>
                  </a:lnTo>
                  <a:lnTo>
                    <a:pt x="1480272" y="1732056"/>
                  </a:lnTo>
                  <a:close/>
                  <a:moveTo>
                    <a:pt x="1431256" y="1843872"/>
                  </a:moveTo>
                  <a:lnTo>
                    <a:pt x="1461608" y="1836563"/>
                  </a:lnTo>
                  <a:lnTo>
                    <a:pt x="1470816" y="1723220"/>
                  </a:lnTo>
                  <a:close/>
                  <a:moveTo>
                    <a:pt x="1523895" y="1723220"/>
                  </a:moveTo>
                  <a:lnTo>
                    <a:pt x="1480272" y="1732056"/>
                  </a:lnTo>
                  <a:lnTo>
                    <a:pt x="1550344" y="1724923"/>
                  </a:lnTo>
                  <a:close/>
                  <a:moveTo>
                    <a:pt x="1550344" y="1724923"/>
                  </a:moveTo>
                  <a:lnTo>
                    <a:pt x="1480272" y="1732056"/>
                  </a:lnTo>
                  <a:lnTo>
                    <a:pt x="1461608" y="1836563"/>
                  </a:lnTo>
                  <a:close/>
                  <a:moveTo>
                    <a:pt x="1550344" y="1724923"/>
                  </a:moveTo>
                  <a:lnTo>
                    <a:pt x="1461608" y="1836563"/>
                  </a:lnTo>
                  <a:lnTo>
                    <a:pt x="1560462" y="1816789"/>
                  </a:lnTo>
                  <a:close/>
                  <a:moveTo>
                    <a:pt x="1568558" y="1723220"/>
                  </a:moveTo>
                  <a:lnTo>
                    <a:pt x="1550344" y="1724923"/>
                  </a:lnTo>
                  <a:lnTo>
                    <a:pt x="1560462" y="1816789"/>
                  </a:lnTo>
                  <a:close/>
                  <a:moveTo>
                    <a:pt x="1551049" y="1718025"/>
                  </a:moveTo>
                  <a:lnTo>
                    <a:pt x="1550344" y="1724923"/>
                  </a:lnTo>
                  <a:lnTo>
                    <a:pt x="1568558" y="1723220"/>
                  </a:lnTo>
                  <a:close/>
                  <a:moveTo>
                    <a:pt x="1523895" y="1723220"/>
                  </a:moveTo>
                  <a:lnTo>
                    <a:pt x="1550344" y="1724923"/>
                  </a:lnTo>
                  <a:lnTo>
                    <a:pt x="1551049" y="1718025"/>
                  </a:lnTo>
                  <a:close/>
                  <a:moveTo>
                    <a:pt x="2188289" y="2510167"/>
                  </a:moveTo>
                  <a:lnTo>
                    <a:pt x="2253478" y="2457141"/>
                  </a:lnTo>
                  <a:lnTo>
                    <a:pt x="2230328" y="2436490"/>
                  </a:lnTo>
                  <a:close/>
                  <a:moveTo>
                    <a:pt x="2188289" y="2510167"/>
                  </a:moveTo>
                  <a:lnTo>
                    <a:pt x="2230328" y="2436490"/>
                  </a:lnTo>
                  <a:lnTo>
                    <a:pt x="2162932" y="2430690"/>
                  </a:lnTo>
                  <a:close/>
                  <a:moveTo>
                    <a:pt x="2065125" y="2449613"/>
                  </a:moveTo>
                  <a:lnTo>
                    <a:pt x="2162932" y="2430690"/>
                  </a:lnTo>
                  <a:lnTo>
                    <a:pt x="2133826" y="2354261"/>
                  </a:lnTo>
                  <a:close/>
                  <a:moveTo>
                    <a:pt x="2162932" y="2430690"/>
                  </a:moveTo>
                  <a:lnTo>
                    <a:pt x="2230328" y="2436490"/>
                  </a:lnTo>
                  <a:lnTo>
                    <a:pt x="2194955" y="2365156"/>
                  </a:lnTo>
                  <a:close/>
                  <a:moveTo>
                    <a:pt x="2162932" y="2430690"/>
                  </a:moveTo>
                  <a:lnTo>
                    <a:pt x="2194955" y="2365156"/>
                  </a:lnTo>
                  <a:lnTo>
                    <a:pt x="2133826" y="2354261"/>
                  </a:lnTo>
                  <a:close/>
                  <a:moveTo>
                    <a:pt x="1722182" y="1766998"/>
                  </a:moveTo>
                  <a:lnTo>
                    <a:pt x="1655185" y="1828715"/>
                  </a:lnTo>
                  <a:lnTo>
                    <a:pt x="1737236" y="1887650"/>
                  </a:lnTo>
                  <a:close/>
                  <a:moveTo>
                    <a:pt x="1722182" y="1766998"/>
                  </a:moveTo>
                  <a:lnTo>
                    <a:pt x="1737236" y="1887650"/>
                  </a:lnTo>
                  <a:lnTo>
                    <a:pt x="1738599" y="1849214"/>
                  </a:lnTo>
                  <a:close/>
                  <a:moveTo>
                    <a:pt x="1470816" y="1723220"/>
                  </a:moveTo>
                  <a:lnTo>
                    <a:pt x="1480272" y="1732056"/>
                  </a:lnTo>
                  <a:lnTo>
                    <a:pt x="1484852" y="1717575"/>
                  </a:lnTo>
                  <a:close/>
                  <a:moveTo>
                    <a:pt x="1484852" y="1717575"/>
                  </a:moveTo>
                  <a:lnTo>
                    <a:pt x="1480272" y="1732056"/>
                  </a:lnTo>
                  <a:lnTo>
                    <a:pt x="1523895" y="1723220"/>
                  </a:lnTo>
                  <a:close/>
                  <a:moveTo>
                    <a:pt x="1558506" y="1618195"/>
                  </a:moveTo>
                  <a:lnTo>
                    <a:pt x="1523895" y="1723220"/>
                  </a:lnTo>
                  <a:lnTo>
                    <a:pt x="1551049" y="1718025"/>
                  </a:lnTo>
                  <a:close/>
                  <a:moveTo>
                    <a:pt x="1484852" y="1717575"/>
                  </a:moveTo>
                  <a:lnTo>
                    <a:pt x="1523895" y="1723220"/>
                  </a:lnTo>
                  <a:lnTo>
                    <a:pt x="1558506" y="1618195"/>
                  </a:lnTo>
                  <a:close/>
                  <a:moveTo>
                    <a:pt x="1616047" y="1602568"/>
                  </a:moveTo>
                  <a:lnTo>
                    <a:pt x="1551049" y="1718025"/>
                  </a:lnTo>
                  <a:lnTo>
                    <a:pt x="1568558" y="1723220"/>
                  </a:lnTo>
                  <a:close/>
                  <a:moveTo>
                    <a:pt x="1301980" y="1128909"/>
                  </a:moveTo>
                  <a:lnTo>
                    <a:pt x="1223109" y="1208630"/>
                  </a:lnTo>
                  <a:lnTo>
                    <a:pt x="1237405" y="1166134"/>
                  </a:lnTo>
                  <a:close/>
                  <a:moveTo>
                    <a:pt x="2386462" y="2304068"/>
                  </a:moveTo>
                  <a:lnTo>
                    <a:pt x="2424962" y="2399440"/>
                  </a:lnTo>
                  <a:lnTo>
                    <a:pt x="2433460" y="2357548"/>
                  </a:lnTo>
                  <a:close/>
                  <a:moveTo>
                    <a:pt x="2386462" y="2304068"/>
                  </a:moveTo>
                  <a:lnTo>
                    <a:pt x="2337447" y="2277231"/>
                  </a:lnTo>
                  <a:lnTo>
                    <a:pt x="2296413" y="2339008"/>
                  </a:lnTo>
                  <a:close/>
                  <a:moveTo>
                    <a:pt x="1722182" y="1766998"/>
                  </a:moveTo>
                  <a:lnTo>
                    <a:pt x="1820607" y="1738135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702407" y="1661890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806521" y="1737932"/>
                  </a:lnTo>
                  <a:lnTo>
                    <a:pt x="1839608" y="1671533"/>
                  </a:lnTo>
                  <a:close/>
                  <a:moveTo>
                    <a:pt x="1693815" y="1564132"/>
                  </a:moveTo>
                  <a:lnTo>
                    <a:pt x="1702407" y="1661890"/>
                  </a:lnTo>
                  <a:lnTo>
                    <a:pt x="1701715" y="1572277"/>
                  </a:lnTo>
                  <a:close/>
                  <a:moveTo>
                    <a:pt x="1702407" y="1661890"/>
                  </a:moveTo>
                  <a:lnTo>
                    <a:pt x="1787460" y="1653336"/>
                  </a:lnTo>
                  <a:lnTo>
                    <a:pt x="1701715" y="1572277"/>
                  </a:lnTo>
                  <a:close/>
                  <a:moveTo>
                    <a:pt x="1616047" y="1602568"/>
                  </a:moveTo>
                  <a:lnTo>
                    <a:pt x="1693815" y="1564132"/>
                  </a:lnTo>
                  <a:lnTo>
                    <a:pt x="1561113" y="1540448"/>
                  </a:lnTo>
                  <a:close/>
                  <a:moveTo>
                    <a:pt x="1693815" y="1564132"/>
                  </a:moveTo>
                  <a:lnTo>
                    <a:pt x="1605778" y="1492242"/>
                  </a:lnTo>
                  <a:lnTo>
                    <a:pt x="1561113" y="1540448"/>
                  </a:lnTo>
                  <a:close/>
                  <a:moveTo>
                    <a:pt x="379074" y="8788"/>
                  </a:moveTo>
                  <a:lnTo>
                    <a:pt x="403793" y="0"/>
                  </a:lnTo>
                  <a:lnTo>
                    <a:pt x="332834" y="13351"/>
                  </a:lnTo>
                  <a:close/>
                  <a:moveTo>
                    <a:pt x="379074" y="8788"/>
                  </a:moveTo>
                  <a:lnTo>
                    <a:pt x="427288" y="30182"/>
                  </a:lnTo>
                  <a:lnTo>
                    <a:pt x="403793" y="0"/>
                  </a:lnTo>
                  <a:close/>
                  <a:moveTo>
                    <a:pt x="2433460" y="2357548"/>
                  </a:moveTo>
                  <a:lnTo>
                    <a:pt x="2453752" y="2275942"/>
                  </a:lnTo>
                  <a:lnTo>
                    <a:pt x="2386462" y="2304068"/>
                  </a:lnTo>
                  <a:close/>
                  <a:moveTo>
                    <a:pt x="2386462" y="2304068"/>
                  </a:moveTo>
                  <a:lnTo>
                    <a:pt x="2453752" y="2275942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53752" y="2275942"/>
                  </a:lnTo>
                  <a:lnTo>
                    <a:pt x="2428781" y="2196151"/>
                  </a:lnTo>
                  <a:close/>
                  <a:moveTo>
                    <a:pt x="2386462" y="2304068"/>
                  </a:moveTo>
                  <a:lnTo>
                    <a:pt x="2356845" y="2194041"/>
                  </a:lnTo>
                  <a:lnTo>
                    <a:pt x="2337447" y="2277231"/>
                  </a:lnTo>
                  <a:close/>
                  <a:moveTo>
                    <a:pt x="2330820" y="2183417"/>
                  </a:moveTo>
                  <a:lnTo>
                    <a:pt x="2337447" y="2277231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28781" y="2196151"/>
                  </a:lnTo>
                  <a:lnTo>
                    <a:pt x="2305858" y="2135401"/>
                  </a:lnTo>
                  <a:close/>
                  <a:moveTo>
                    <a:pt x="2259520" y="2112481"/>
                  </a:moveTo>
                  <a:lnTo>
                    <a:pt x="2330820" y="2183417"/>
                  </a:lnTo>
                  <a:lnTo>
                    <a:pt x="2356845" y="2194041"/>
                  </a:lnTo>
                  <a:close/>
                  <a:moveTo>
                    <a:pt x="1930271" y="1728562"/>
                  </a:moveTo>
                  <a:lnTo>
                    <a:pt x="1977516" y="1767479"/>
                  </a:lnTo>
                  <a:lnTo>
                    <a:pt x="2020507" y="1713011"/>
                  </a:lnTo>
                  <a:close/>
                  <a:moveTo>
                    <a:pt x="1930271" y="1728562"/>
                  </a:moveTo>
                  <a:lnTo>
                    <a:pt x="2020507" y="1713011"/>
                  </a:lnTo>
                  <a:lnTo>
                    <a:pt x="1981705" y="1690126"/>
                  </a:lnTo>
                  <a:close/>
                  <a:moveTo>
                    <a:pt x="1701234" y="1562752"/>
                  </a:moveTo>
                  <a:lnTo>
                    <a:pt x="1693815" y="1564132"/>
                  </a:lnTo>
                  <a:lnTo>
                    <a:pt x="1701715" y="1572277"/>
                  </a:lnTo>
                  <a:close/>
                  <a:moveTo>
                    <a:pt x="1693815" y="1564132"/>
                  </a:moveTo>
                  <a:lnTo>
                    <a:pt x="1701234" y="1562752"/>
                  </a:lnTo>
                  <a:lnTo>
                    <a:pt x="1727374" y="1453010"/>
                  </a:lnTo>
                  <a:close/>
                  <a:moveTo>
                    <a:pt x="1981705" y="1690126"/>
                  </a:moveTo>
                  <a:lnTo>
                    <a:pt x="2040456" y="1668930"/>
                  </a:lnTo>
                  <a:lnTo>
                    <a:pt x="1946384" y="1607911"/>
                  </a:lnTo>
                  <a:close/>
                  <a:moveTo>
                    <a:pt x="1805658" y="1338265"/>
                  </a:moveTo>
                  <a:lnTo>
                    <a:pt x="1853358" y="1360077"/>
                  </a:lnTo>
                  <a:lnTo>
                    <a:pt x="1861261" y="1253560"/>
                  </a:lnTo>
                  <a:close/>
                  <a:moveTo>
                    <a:pt x="2150919" y="1239350"/>
                  </a:moveTo>
                  <a:lnTo>
                    <a:pt x="2218895" y="1328171"/>
                  </a:lnTo>
                  <a:lnTo>
                    <a:pt x="2167393" y="124595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22" name="Candidate_density__2041">
              <a:extLst>
                <a:ext uri="{FF2B5EF4-FFF2-40B4-BE49-F238E27FC236}">
                  <a16:creationId xmlns:a16="http://schemas.microsoft.com/office/drawing/2014/main" id="{E528B12E-617F-6026-DB6A-7CCA594C503D}"/>
                </a:ext>
              </a:extLst>
            </p:cNvPr>
            <p:cNvSpPr>
              <a:spLocks noGrp="1"/>
            </p:cNvSpPr>
            <p:nvPr/>
          </p:nvSpPr>
          <p:spPr>
            <a:xfrm>
              <a:off x="4383909" y="3323646"/>
              <a:ext cx="2346584" cy="2170420"/>
            </a:xfrm>
            <a:custGeom>
              <a:avLst/>
              <a:gdLst/>
              <a:ahLst/>
              <a:cxnLst/>
              <a:rect l="0" t="0" r="0" b="0"/>
              <a:pathLst>
                <a:path w="2346584" h="2170420">
                  <a:moveTo>
                    <a:pt x="25593" y="1511239"/>
                  </a:moveTo>
                  <a:lnTo>
                    <a:pt x="0" y="1489604"/>
                  </a:lnTo>
                  <a:lnTo>
                    <a:pt x="27680" y="1540234"/>
                  </a:lnTo>
                  <a:close/>
                  <a:moveTo>
                    <a:pt x="602085" y="2004529"/>
                  </a:moveTo>
                  <a:lnTo>
                    <a:pt x="605928" y="2034234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709397" y="2086744"/>
                  </a:lnTo>
                  <a:lnTo>
                    <a:pt x="744879" y="2108775"/>
                  </a:lnTo>
                  <a:close/>
                  <a:moveTo>
                    <a:pt x="709397" y="2086744"/>
                  </a:moveTo>
                  <a:lnTo>
                    <a:pt x="782648" y="2048308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695572" y="1987882"/>
                  </a:lnTo>
                  <a:lnTo>
                    <a:pt x="654740" y="2050422"/>
                  </a:lnTo>
                  <a:close/>
                  <a:moveTo>
                    <a:pt x="649111" y="1966093"/>
                  </a:moveTo>
                  <a:lnTo>
                    <a:pt x="654740" y="2050422"/>
                  </a:lnTo>
                  <a:lnTo>
                    <a:pt x="695572" y="1987882"/>
                  </a:lnTo>
                  <a:close/>
                  <a:moveTo>
                    <a:pt x="649111" y="1966093"/>
                  </a:moveTo>
                  <a:lnTo>
                    <a:pt x="602085" y="2004529"/>
                  </a:lnTo>
                  <a:lnTo>
                    <a:pt x="654740" y="2050422"/>
                  </a:lnTo>
                  <a:close/>
                  <a:moveTo>
                    <a:pt x="602085" y="2004529"/>
                  </a:moveTo>
                  <a:lnTo>
                    <a:pt x="649111" y="1966093"/>
                  </a:lnTo>
                  <a:lnTo>
                    <a:pt x="553535" y="1950691"/>
                  </a:lnTo>
                  <a:close/>
                  <a:moveTo>
                    <a:pt x="649111" y="1966093"/>
                  </a:moveTo>
                  <a:lnTo>
                    <a:pt x="609168" y="1943489"/>
                  </a:lnTo>
                  <a:lnTo>
                    <a:pt x="553535" y="1950691"/>
                  </a:lnTo>
                  <a:close/>
                  <a:moveTo>
                    <a:pt x="553535" y="1950691"/>
                  </a:moveTo>
                  <a:lnTo>
                    <a:pt x="514519" y="1887271"/>
                  </a:lnTo>
                  <a:lnTo>
                    <a:pt x="525558" y="1922314"/>
                  </a:lnTo>
                  <a:close/>
                  <a:moveTo>
                    <a:pt x="525558" y="1922314"/>
                  </a:moveTo>
                  <a:lnTo>
                    <a:pt x="514519" y="1887271"/>
                  </a:lnTo>
                  <a:lnTo>
                    <a:pt x="462152" y="1829752"/>
                  </a:lnTo>
                  <a:close/>
                  <a:moveTo>
                    <a:pt x="967986" y="2170420"/>
                  </a:moveTo>
                  <a:lnTo>
                    <a:pt x="913577" y="2105489"/>
                  </a:lnTo>
                  <a:lnTo>
                    <a:pt x="930405" y="2130523"/>
                  </a:lnTo>
                  <a:close/>
                  <a:moveTo>
                    <a:pt x="938118" y="2122203"/>
                  </a:moveTo>
                  <a:lnTo>
                    <a:pt x="913577" y="2105489"/>
                  </a:lnTo>
                  <a:lnTo>
                    <a:pt x="967986" y="2170420"/>
                  </a:lnTo>
                  <a:close/>
                  <a:moveTo>
                    <a:pt x="1024704" y="2167277"/>
                  </a:moveTo>
                  <a:lnTo>
                    <a:pt x="938118" y="2122203"/>
                  </a:lnTo>
                  <a:lnTo>
                    <a:pt x="967986" y="2170420"/>
                  </a:lnTo>
                  <a:close/>
                  <a:moveTo>
                    <a:pt x="930405" y="2130523"/>
                  </a:moveTo>
                  <a:lnTo>
                    <a:pt x="913577" y="2105489"/>
                  </a:lnTo>
                  <a:lnTo>
                    <a:pt x="863167" y="2046379"/>
                  </a:lnTo>
                  <a:close/>
                  <a:moveTo>
                    <a:pt x="913577" y="2105489"/>
                  </a:moveTo>
                  <a:lnTo>
                    <a:pt x="821093" y="2048308"/>
                  </a:lnTo>
                  <a:lnTo>
                    <a:pt x="863167" y="2046379"/>
                  </a:lnTo>
                  <a:close/>
                  <a:moveTo>
                    <a:pt x="819897" y="1958855"/>
                  </a:moveTo>
                  <a:lnTo>
                    <a:pt x="863167" y="2046379"/>
                  </a:lnTo>
                  <a:lnTo>
                    <a:pt x="819707" y="1966093"/>
                  </a:lnTo>
                  <a:close/>
                  <a:moveTo>
                    <a:pt x="819707" y="1966093"/>
                  </a:moveTo>
                  <a:lnTo>
                    <a:pt x="863167" y="2046379"/>
                  </a:lnTo>
                  <a:lnTo>
                    <a:pt x="821093" y="2048308"/>
                  </a:lnTo>
                  <a:close/>
                  <a:moveTo>
                    <a:pt x="819897" y="1958855"/>
                  </a:moveTo>
                  <a:lnTo>
                    <a:pt x="819707" y="1966093"/>
                  </a:lnTo>
                  <a:lnTo>
                    <a:pt x="788708" y="1946229"/>
                  </a:lnTo>
                  <a:close/>
                  <a:moveTo>
                    <a:pt x="895432" y="1962607"/>
                  </a:moveTo>
                  <a:lnTo>
                    <a:pt x="867365" y="2048308"/>
                  </a:lnTo>
                  <a:lnTo>
                    <a:pt x="863167" y="2046379"/>
                  </a:lnTo>
                  <a:close/>
                  <a:moveTo>
                    <a:pt x="788708" y="1946229"/>
                  </a:moveTo>
                  <a:lnTo>
                    <a:pt x="819707" y="1966093"/>
                  </a:lnTo>
                  <a:lnTo>
                    <a:pt x="743366" y="1887919"/>
                  </a:lnTo>
                  <a:close/>
                  <a:moveTo>
                    <a:pt x="740325" y="1883878"/>
                  </a:moveTo>
                  <a:lnTo>
                    <a:pt x="788708" y="1946229"/>
                  </a:lnTo>
                  <a:lnTo>
                    <a:pt x="743366" y="1887919"/>
                  </a:lnTo>
                  <a:close/>
                  <a:moveTo>
                    <a:pt x="695237" y="1861535"/>
                  </a:moveTo>
                  <a:lnTo>
                    <a:pt x="652140" y="1825498"/>
                  </a:lnTo>
                  <a:lnTo>
                    <a:pt x="611564" y="1768875"/>
                  </a:lnTo>
                  <a:close/>
                  <a:moveTo>
                    <a:pt x="695237" y="1861535"/>
                  </a:moveTo>
                  <a:lnTo>
                    <a:pt x="740325" y="1883878"/>
                  </a:lnTo>
                  <a:lnTo>
                    <a:pt x="652140" y="1825498"/>
                  </a:lnTo>
                  <a:close/>
                  <a:moveTo>
                    <a:pt x="592755" y="1598796"/>
                  </a:moveTo>
                  <a:lnTo>
                    <a:pt x="607652" y="1659163"/>
                  </a:lnTo>
                  <a:lnTo>
                    <a:pt x="662611" y="1649445"/>
                  </a:lnTo>
                  <a:close/>
                  <a:moveTo>
                    <a:pt x="540071" y="1637232"/>
                  </a:moveTo>
                  <a:lnTo>
                    <a:pt x="592755" y="1598796"/>
                  </a:lnTo>
                  <a:lnTo>
                    <a:pt x="525699" y="1631412"/>
                  </a:lnTo>
                  <a:close/>
                  <a:moveTo>
                    <a:pt x="479463" y="1522001"/>
                  </a:moveTo>
                  <a:lnTo>
                    <a:pt x="369748" y="1605652"/>
                  </a:lnTo>
                  <a:lnTo>
                    <a:pt x="446482" y="1613892"/>
                  </a:lnTo>
                  <a:close/>
                  <a:moveTo>
                    <a:pt x="446482" y="1613892"/>
                  </a:moveTo>
                  <a:lnTo>
                    <a:pt x="525699" y="1631412"/>
                  </a:lnTo>
                  <a:lnTo>
                    <a:pt x="557522" y="1535191"/>
                  </a:lnTo>
                  <a:close/>
                  <a:moveTo>
                    <a:pt x="449204" y="1408868"/>
                  </a:moveTo>
                  <a:lnTo>
                    <a:pt x="371523" y="1390587"/>
                  </a:lnTo>
                  <a:lnTo>
                    <a:pt x="377323" y="1437757"/>
                  </a:lnTo>
                  <a:close/>
                  <a:moveTo>
                    <a:pt x="377323" y="1437757"/>
                  </a:moveTo>
                  <a:lnTo>
                    <a:pt x="371523" y="1390587"/>
                  </a:lnTo>
                  <a:lnTo>
                    <a:pt x="349007" y="1360684"/>
                  </a:lnTo>
                  <a:close/>
                  <a:moveTo>
                    <a:pt x="306283" y="1295326"/>
                  </a:moveTo>
                  <a:lnTo>
                    <a:pt x="418069" y="1292460"/>
                  </a:lnTo>
                  <a:lnTo>
                    <a:pt x="390987" y="1269935"/>
                  </a:lnTo>
                  <a:close/>
                  <a:moveTo>
                    <a:pt x="306283" y="1295326"/>
                  </a:moveTo>
                  <a:lnTo>
                    <a:pt x="296095" y="1269935"/>
                  </a:lnTo>
                  <a:lnTo>
                    <a:pt x="311397" y="1352150"/>
                  </a:lnTo>
                  <a:close/>
                  <a:moveTo>
                    <a:pt x="306283" y="1295326"/>
                  </a:moveTo>
                  <a:lnTo>
                    <a:pt x="390987" y="1269935"/>
                  </a:lnTo>
                  <a:lnTo>
                    <a:pt x="327038" y="1230764"/>
                  </a:lnTo>
                  <a:close/>
                  <a:moveTo>
                    <a:pt x="327038" y="1230764"/>
                  </a:moveTo>
                  <a:lnTo>
                    <a:pt x="259355" y="1187720"/>
                  </a:lnTo>
                  <a:lnTo>
                    <a:pt x="306283" y="1295326"/>
                  </a:lnTo>
                  <a:close/>
                  <a:moveTo>
                    <a:pt x="760644" y="1642574"/>
                  </a:moveTo>
                  <a:lnTo>
                    <a:pt x="691219" y="1681011"/>
                  </a:lnTo>
                  <a:lnTo>
                    <a:pt x="759282" y="1732224"/>
                  </a:lnTo>
                  <a:close/>
                  <a:moveTo>
                    <a:pt x="869293" y="1741122"/>
                  </a:moveTo>
                  <a:lnTo>
                    <a:pt x="878988" y="1724789"/>
                  </a:lnTo>
                  <a:lnTo>
                    <a:pt x="836537" y="1742408"/>
                  </a:lnTo>
                  <a:close/>
                  <a:moveTo>
                    <a:pt x="836537" y="1742408"/>
                  </a:moveTo>
                  <a:lnTo>
                    <a:pt x="878988" y="1724789"/>
                  </a:lnTo>
                  <a:lnTo>
                    <a:pt x="803620" y="1682794"/>
                  </a:lnTo>
                  <a:close/>
                  <a:moveTo>
                    <a:pt x="754706" y="1499913"/>
                  </a:moveTo>
                  <a:lnTo>
                    <a:pt x="632362" y="1516580"/>
                  </a:lnTo>
                  <a:lnTo>
                    <a:pt x="670607" y="1581282"/>
                  </a:lnTo>
                  <a:close/>
                  <a:moveTo>
                    <a:pt x="670607" y="1581282"/>
                  </a:moveTo>
                  <a:lnTo>
                    <a:pt x="632362" y="1516580"/>
                  </a:lnTo>
                  <a:lnTo>
                    <a:pt x="635098" y="1510058"/>
                  </a:lnTo>
                  <a:close/>
                  <a:moveTo>
                    <a:pt x="564886" y="1506547"/>
                  </a:moveTo>
                  <a:lnTo>
                    <a:pt x="635098" y="1510058"/>
                  </a:lnTo>
                  <a:lnTo>
                    <a:pt x="625154" y="1509398"/>
                  </a:lnTo>
                  <a:close/>
                  <a:moveTo>
                    <a:pt x="548946" y="1503126"/>
                  </a:moveTo>
                  <a:lnTo>
                    <a:pt x="564886" y="1506547"/>
                  </a:lnTo>
                  <a:lnTo>
                    <a:pt x="625154" y="1509398"/>
                  </a:lnTo>
                  <a:close/>
                  <a:moveTo>
                    <a:pt x="390987" y="1269935"/>
                  </a:moveTo>
                  <a:lnTo>
                    <a:pt x="418069" y="1292460"/>
                  </a:lnTo>
                  <a:lnTo>
                    <a:pt x="425309" y="1313714"/>
                  </a:lnTo>
                  <a:close/>
                  <a:moveTo>
                    <a:pt x="444311" y="1231499"/>
                  </a:moveTo>
                  <a:lnTo>
                    <a:pt x="456465" y="1220813"/>
                  </a:lnTo>
                  <a:lnTo>
                    <a:pt x="390987" y="1269935"/>
                  </a:lnTo>
                  <a:close/>
                  <a:moveTo>
                    <a:pt x="498689" y="1315223"/>
                  </a:moveTo>
                  <a:lnTo>
                    <a:pt x="453116" y="1336638"/>
                  </a:lnTo>
                  <a:lnTo>
                    <a:pt x="418069" y="1292460"/>
                  </a:lnTo>
                  <a:close/>
                  <a:moveTo>
                    <a:pt x="338492" y="1169049"/>
                  </a:moveTo>
                  <a:lnTo>
                    <a:pt x="416401" y="1166302"/>
                  </a:lnTo>
                  <a:lnTo>
                    <a:pt x="393620" y="1084730"/>
                  </a:lnTo>
                  <a:close/>
                  <a:moveTo>
                    <a:pt x="793399" y="1542046"/>
                  </a:moveTo>
                  <a:lnTo>
                    <a:pt x="807407" y="1560360"/>
                  </a:lnTo>
                  <a:lnTo>
                    <a:pt x="754706" y="1499913"/>
                  </a:lnTo>
                  <a:close/>
                  <a:moveTo>
                    <a:pt x="539609" y="1126729"/>
                  </a:moveTo>
                  <a:lnTo>
                    <a:pt x="571998" y="1149283"/>
                  </a:lnTo>
                  <a:lnTo>
                    <a:pt x="566999" y="1204552"/>
                  </a:lnTo>
                  <a:close/>
                  <a:moveTo>
                    <a:pt x="446173" y="946417"/>
                  </a:moveTo>
                  <a:lnTo>
                    <a:pt x="433979" y="984854"/>
                  </a:lnTo>
                  <a:lnTo>
                    <a:pt x="474559" y="1028632"/>
                  </a:lnTo>
                  <a:close/>
                  <a:moveTo>
                    <a:pt x="1220517" y="1850783"/>
                  </a:moveTo>
                  <a:lnTo>
                    <a:pt x="1281121" y="1932998"/>
                  </a:lnTo>
                  <a:lnTo>
                    <a:pt x="1311836" y="1923987"/>
                  </a:lnTo>
                  <a:close/>
                  <a:moveTo>
                    <a:pt x="1311836" y="1923987"/>
                  </a:moveTo>
                  <a:lnTo>
                    <a:pt x="1310205" y="1932998"/>
                  </a:lnTo>
                  <a:lnTo>
                    <a:pt x="1320863" y="1816557"/>
                  </a:lnTo>
                  <a:close/>
                  <a:moveTo>
                    <a:pt x="893932" y="1420815"/>
                  </a:moveTo>
                  <a:lnTo>
                    <a:pt x="807258" y="1481190"/>
                  </a:lnTo>
                  <a:lnTo>
                    <a:pt x="881414" y="1479793"/>
                  </a:lnTo>
                  <a:close/>
                  <a:moveTo>
                    <a:pt x="893932" y="1420815"/>
                  </a:moveTo>
                  <a:lnTo>
                    <a:pt x="814949" y="1424435"/>
                  </a:lnTo>
                  <a:lnTo>
                    <a:pt x="807258" y="1481190"/>
                  </a:lnTo>
                  <a:close/>
                  <a:moveTo>
                    <a:pt x="842206" y="1319056"/>
                  </a:moveTo>
                  <a:lnTo>
                    <a:pt x="823359" y="1326189"/>
                  </a:lnTo>
                  <a:lnTo>
                    <a:pt x="887410" y="1326024"/>
                  </a:lnTo>
                  <a:close/>
                  <a:moveTo>
                    <a:pt x="887410" y="1326024"/>
                  </a:moveTo>
                  <a:lnTo>
                    <a:pt x="823359" y="1326189"/>
                  </a:lnTo>
                  <a:lnTo>
                    <a:pt x="814949" y="1424435"/>
                  </a:lnTo>
                  <a:close/>
                  <a:moveTo>
                    <a:pt x="893932" y="1420815"/>
                  </a:moveTo>
                  <a:lnTo>
                    <a:pt x="933164" y="1349419"/>
                  </a:lnTo>
                  <a:lnTo>
                    <a:pt x="887410" y="1326024"/>
                  </a:lnTo>
                  <a:close/>
                  <a:moveTo>
                    <a:pt x="474559" y="1028632"/>
                  </a:moveTo>
                  <a:lnTo>
                    <a:pt x="536796" y="1110847"/>
                  </a:lnTo>
                  <a:lnTo>
                    <a:pt x="599825" y="1047747"/>
                  </a:lnTo>
                  <a:close/>
                  <a:moveTo>
                    <a:pt x="599825" y="1047747"/>
                  </a:moveTo>
                  <a:lnTo>
                    <a:pt x="536796" y="1110847"/>
                  </a:lnTo>
                  <a:lnTo>
                    <a:pt x="577658" y="1095795"/>
                  </a:lnTo>
                  <a:close/>
                  <a:moveTo>
                    <a:pt x="479622" y="1014812"/>
                  </a:moveTo>
                  <a:lnTo>
                    <a:pt x="474559" y="1028632"/>
                  </a:lnTo>
                  <a:lnTo>
                    <a:pt x="599825" y="1047747"/>
                  </a:lnTo>
                  <a:close/>
                  <a:moveTo>
                    <a:pt x="985531" y="1206754"/>
                  </a:moveTo>
                  <a:lnTo>
                    <a:pt x="962928" y="1290700"/>
                  </a:lnTo>
                  <a:lnTo>
                    <a:pt x="1031161" y="1198405"/>
                  </a:lnTo>
                  <a:close/>
                  <a:moveTo>
                    <a:pt x="985531" y="1206754"/>
                  </a:moveTo>
                  <a:lnTo>
                    <a:pt x="868735" y="1154626"/>
                  </a:lnTo>
                  <a:lnTo>
                    <a:pt x="903332" y="1131337"/>
                  </a:lnTo>
                  <a:close/>
                  <a:moveTo>
                    <a:pt x="1300138" y="1406614"/>
                  </a:moveTo>
                  <a:lnTo>
                    <a:pt x="1270627" y="1445050"/>
                  </a:lnTo>
                  <a:lnTo>
                    <a:pt x="1290180" y="1463064"/>
                  </a:lnTo>
                  <a:close/>
                  <a:moveTo>
                    <a:pt x="1270627" y="1445050"/>
                  </a:moveTo>
                  <a:lnTo>
                    <a:pt x="1300138" y="1406614"/>
                  </a:lnTo>
                  <a:lnTo>
                    <a:pt x="1198426" y="1398670"/>
                  </a:lnTo>
                  <a:close/>
                  <a:moveTo>
                    <a:pt x="1300138" y="1406614"/>
                  </a:moveTo>
                  <a:lnTo>
                    <a:pt x="1247336" y="1366335"/>
                  </a:lnTo>
                  <a:lnTo>
                    <a:pt x="1198426" y="1398670"/>
                  </a:lnTo>
                  <a:close/>
                  <a:moveTo>
                    <a:pt x="1077628" y="1225681"/>
                  </a:moveTo>
                  <a:lnTo>
                    <a:pt x="1136247" y="1280620"/>
                  </a:lnTo>
                  <a:lnTo>
                    <a:pt x="1134037" y="1246706"/>
                  </a:lnTo>
                  <a:close/>
                  <a:moveTo>
                    <a:pt x="986417" y="1105942"/>
                  </a:moveTo>
                  <a:lnTo>
                    <a:pt x="1042174" y="1156585"/>
                  </a:lnTo>
                  <a:lnTo>
                    <a:pt x="948289" y="1077753"/>
                  </a:lnTo>
                  <a:close/>
                  <a:moveTo>
                    <a:pt x="1045654" y="1159968"/>
                  </a:moveTo>
                  <a:lnTo>
                    <a:pt x="1031161" y="1198405"/>
                  </a:lnTo>
                  <a:lnTo>
                    <a:pt x="1133486" y="1242183"/>
                  </a:lnTo>
                  <a:close/>
                  <a:moveTo>
                    <a:pt x="1045654" y="1159968"/>
                  </a:moveTo>
                  <a:lnTo>
                    <a:pt x="1059537" y="1158044"/>
                  </a:lnTo>
                  <a:lnTo>
                    <a:pt x="1031161" y="1198405"/>
                  </a:lnTo>
                  <a:close/>
                  <a:moveTo>
                    <a:pt x="1045654" y="1159968"/>
                  </a:moveTo>
                  <a:lnTo>
                    <a:pt x="1042174" y="1156585"/>
                  </a:lnTo>
                  <a:lnTo>
                    <a:pt x="986417" y="1105942"/>
                  </a:lnTo>
                  <a:close/>
                  <a:moveTo>
                    <a:pt x="1482974" y="1653259"/>
                  </a:moveTo>
                  <a:lnTo>
                    <a:pt x="1564710" y="1716971"/>
                  </a:lnTo>
                  <a:lnTo>
                    <a:pt x="1554366" y="1614822"/>
                  </a:lnTo>
                  <a:close/>
                  <a:moveTo>
                    <a:pt x="1297734" y="1203747"/>
                  </a:moveTo>
                  <a:lnTo>
                    <a:pt x="1278062" y="1266011"/>
                  </a:lnTo>
                  <a:lnTo>
                    <a:pt x="1317718" y="1218560"/>
                  </a:lnTo>
                  <a:close/>
                  <a:moveTo>
                    <a:pt x="1317718" y="1218560"/>
                  </a:moveTo>
                  <a:lnTo>
                    <a:pt x="1278062" y="1266011"/>
                  </a:lnTo>
                  <a:lnTo>
                    <a:pt x="1276301" y="1291731"/>
                  </a:lnTo>
                  <a:close/>
                  <a:moveTo>
                    <a:pt x="1343272" y="1297877"/>
                  </a:moveTo>
                  <a:lnTo>
                    <a:pt x="1337916" y="1242183"/>
                  </a:lnTo>
                  <a:lnTo>
                    <a:pt x="1317718" y="1218560"/>
                  </a:lnTo>
                  <a:close/>
                  <a:moveTo>
                    <a:pt x="1208448" y="1203747"/>
                  </a:moveTo>
                  <a:lnTo>
                    <a:pt x="1245852" y="1145585"/>
                  </a:lnTo>
                  <a:lnTo>
                    <a:pt x="1231752" y="1127765"/>
                  </a:lnTo>
                  <a:close/>
                  <a:moveTo>
                    <a:pt x="1245852" y="1145585"/>
                  </a:moveTo>
                  <a:lnTo>
                    <a:pt x="1297734" y="1203747"/>
                  </a:lnTo>
                  <a:lnTo>
                    <a:pt x="1231752" y="1127765"/>
                  </a:lnTo>
                  <a:close/>
                  <a:moveTo>
                    <a:pt x="892512" y="721324"/>
                  </a:moveTo>
                  <a:lnTo>
                    <a:pt x="800946" y="635081"/>
                  </a:lnTo>
                  <a:lnTo>
                    <a:pt x="792168" y="742310"/>
                  </a:lnTo>
                  <a:close/>
                  <a:moveTo>
                    <a:pt x="896418" y="675081"/>
                  </a:moveTo>
                  <a:lnTo>
                    <a:pt x="892512" y="721324"/>
                  </a:lnTo>
                  <a:lnTo>
                    <a:pt x="922652" y="628241"/>
                  </a:lnTo>
                  <a:close/>
                  <a:moveTo>
                    <a:pt x="1278491" y="1189859"/>
                  </a:moveTo>
                  <a:lnTo>
                    <a:pt x="1297734" y="1203747"/>
                  </a:lnTo>
                  <a:lnTo>
                    <a:pt x="1245852" y="1145585"/>
                  </a:lnTo>
                  <a:close/>
                  <a:moveTo>
                    <a:pt x="1319996" y="928935"/>
                  </a:moveTo>
                  <a:lnTo>
                    <a:pt x="1273563" y="918665"/>
                  </a:lnTo>
                  <a:lnTo>
                    <a:pt x="1196644" y="961603"/>
                  </a:lnTo>
                  <a:close/>
                  <a:moveTo>
                    <a:pt x="1240168" y="909131"/>
                  </a:moveTo>
                  <a:lnTo>
                    <a:pt x="1174425" y="874094"/>
                  </a:lnTo>
                  <a:lnTo>
                    <a:pt x="1273563" y="918665"/>
                  </a:lnTo>
                  <a:close/>
                  <a:moveTo>
                    <a:pt x="1673621" y="1211086"/>
                  </a:moveTo>
                  <a:lnTo>
                    <a:pt x="1643694" y="1303217"/>
                  </a:lnTo>
                  <a:lnTo>
                    <a:pt x="1767600" y="1272619"/>
                  </a:lnTo>
                  <a:close/>
                  <a:moveTo>
                    <a:pt x="1273563" y="918665"/>
                  </a:moveTo>
                  <a:lnTo>
                    <a:pt x="1319996" y="928935"/>
                  </a:lnTo>
                  <a:lnTo>
                    <a:pt x="1324155" y="913051"/>
                  </a:lnTo>
                  <a:close/>
                  <a:moveTo>
                    <a:pt x="1324155" y="913051"/>
                  </a:moveTo>
                  <a:lnTo>
                    <a:pt x="1319996" y="928935"/>
                  </a:lnTo>
                  <a:lnTo>
                    <a:pt x="1346233" y="918665"/>
                  </a:lnTo>
                  <a:close/>
                  <a:moveTo>
                    <a:pt x="1301915" y="715798"/>
                  </a:moveTo>
                  <a:lnTo>
                    <a:pt x="1307738" y="726213"/>
                  </a:lnTo>
                  <a:lnTo>
                    <a:pt x="1176970" y="672844"/>
                  </a:lnTo>
                  <a:close/>
                  <a:moveTo>
                    <a:pt x="1720628" y="1272963"/>
                  </a:moveTo>
                  <a:lnTo>
                    <a:pt x="1767260" y="1291304"/>
                  </a:lnTo>
                  <a:lnTo>
                    <a:pt x="1677421" y="1214110"/>
                  </a:lnTo>
                  <a:close/>
                  <a:moveTo>
                    <a:pt x="1690889" y="1209089"/>
                  </a:moveTo>
                  <a:lnTo>
                    <a:pt x="1767600" y="1272619"/>
                  </a:lnTo>
                  <a:lnTo>
                    <a:pt x="1764909" y="1197463"/>
                  </a:lnTo>
                  <a:close/>
                  <a:moveTo>
                    <a:pt x="1764938" y="1097347"/>
                  </a:moveTo>
                  <a:lnTo>
                    <a:pt x="1687643" y="1099594"/>
                  </a:lnTo>
                  <a:lnTo>
                    <a:pt x="1764909" y="1197463"/>
                  </a:lnTo>
                  <a:close/>
                  <a:moveTo>
                    <a:pt x="1687643" y="1099594"/>
                  </a:moveTo>
                  <a:lnTo>
                    <a:pt x="1764938" y="1097347"/>
                  </a:lnTo>
                  <a:lnTo>
                    <a:pt x="1658364" y="1023305"/>
                  </a:lnTo>
                  <a:close/>
                  <a:moveTo>
                    <a:pt x="1567919" y="1036244"/>
                  </a:moveTo>
                  <a:lnTo>
                    <a:pt x="1658364" y="1023305"/>
                  </a:lnTo>
                  <a:lnTo>
                    <a:pt x="1640200" y="937980"/>
                  </a:lnTo>
                  <a:close/>
                  <a:moveTo>
                    <a:pt x="1606284" y="841792"/>
                  </a:moveTo>
                  <a:lnTo>
                    <a:pt x="1573146" y="887700"/>
                  </a:lnTo>
                  <a:lnTo>
                    <a:pt x="1615004" y="858372"/>
                  </a:lnTo>
                  <a:close/>
                  <a:moveTo>
                    <a:pt x="2032296" y="1296646"/>
                  </a:moveTo>
                  <a:lnTo>
                    <a:pt x="1911288" y="1239144"/>
                  </a:lnTo>
                  <a:lnTo>
                    <a:pt x="1914589" y="1252868"/>
                  </a:lnTo>
                  <a:close/>
                  <a:moveTo>
                    <a:pt x="1855991" y="1170653"/>
                  </a:moveTo>
                  <a:lnTo>
                    <a:pt x="1911288" y="1239144"/>
                  </a:lnTo>
                  <a:lnTo>
                    <a:pt x="1820530" y="1152243"/>
                  </a:lnTo>
                  <a:close/>
                  <a:moveTo>
                    <a:pt x="1782413" y="1083140"/>
                  </a:moveTo>
                  <a:lnTo>
                    <a:pt x="1820530" y="1152243"/>
                  </a:lnTo>
                  <a:lnTo>
                    <a:pt x="1728492" y="1066384"/>
                  </a:lnTo>
                  <a:close/>
                  <a:moveTo>
                    <a:pt x="2220066" y="1269981"/>
                  </a:moveTo>
                  <a:lnTo>
                    <a:pt x="2243217" y="1290631"/>
                  </a:lnTo>
                  <a:lnTo>
                    <a:pt x="2265102" y="1378861"/>
                  </a:lnTo>
                  <a:close/>
                  <a:moveTo>
                    <a:pt x="2058160" y="1180330"/>
                  </a:moveTo>
                  <a:lnTo>
                    <a:pt x="2123564" y="1187752"/>
                  </a:lnTo>
                  <a:lnTo>
                    <a:pt x="2030045" y="1103095"/>
                  </a:lnTo>
                  <a:close/>
                  <a:moveTo>
                    <a:pt x="1726975" y="721140"/>
                  </a:moveTo>
                  <a:lnTo>
                    <a:pt x="1739847" y="738449"/>
                  </a:lnTo>
                  <a:lnTo>
                    <a:pt x="1728337" y="682704"/>
                  </a:lnTo>
                  <a:close/>
                  <a:moveTo>
                    <a:pt x="1322375" y="77019"/>
                  </a:moveTo>
                  <a:lnTo>
                    <a:pt x="1242567" y="57288"/>
                  </a:lnTo>
                  <a:lnTo>
                    <a:pt x="1270513" y="98320"/>
                  </a:lnTo>
                  <a:close/>
                  <a:moveTo>
                    <a:pt x="2248336" y="1094569"/>
                  </a:moveTo>
                  <a:lnTo>
                    <a:pt x="2194911" y="1090247"/>
                  </a:lnTo>
                  <a:lnTo>
                    <a:pt x="2286151" y="1172499"/>
                  </a:lnTo>
                  <a:close/>
                  <a:moveTo>
                    <a:pt x="2327186" y="1110722"/>
                  </a:moveTo>
                  <a:lnTo>
                    <a:pt x="2248336" y="1094569"/>
                  </a:lnTo>
                  <a:lnTo>
                    <a:pt x="2286151" y="1172499"/>
                  </a:lnTo>
                  <a:close/>
                  <a:moveTo>
                    <a:pt x="2175193" y="1036303"/>
                  </a:moveTo>
                  <a:lnTo>
                    <a:pt x="2194911" y="1090247"/>
                  </a:lnTo>
                  <a:lnTo>
                    <a:pt x="2155731" y="1061508"/>
                  </a:lnTo>
                  <a:close/>
                  <a:moveTo>
                    <a:pt x="1796259" y="571423"/>
                  </a:moveTo>
                  <a:lnTo>
                    <a:pt x="1800641" y="600489"/>
                  </a:lnTo>
                  <a:lnTo>
                    <a:pt x="1829346" y="505023"/>
                  </a:lnTo>
                  <a:close/>
                  <a:moveTo>
                    <a:pt x="1777199" y="486826"/>
                  </a:moveTo>
                  <a:lnTo>
                    <a:pt x="1776651" y="445649"/>
                  </a:lnTo>
                  <a:lnTo>
                    <a:pt x="1691453" y="405767"/>
                  </a:lnTo>
                  <a:close/>
                  <a:moveTo>
                    <a:pt x="1776651" y="445649"/>
                  </a:moveTo>
                  <a:lnTo>
                    <a:pt x="1777199" y="486826"/>
                  </a:lnTo>
                  <a:lnTo>
                    <a:pt x="1779486" y="397622"/>
                  </a:lnTo>
                  <a:close/>
                  <a:moveTo>
                    <a:pt x="1339187" y="0"/>
                  </a:moveTo>
                  <a:lnTo>
                    <a:pt x="1322375" y="77019"/>
                  </a:lnTo>
                  <a:lnTo>
                    <a:pt x="1409843" y="103242"/>
                  </a:lnTo>
                  <a:close/>
                  <a:moveTo>
                    <a:pt x="2248336" y="1094569"/>
                  </a:moveTo>
                  <a:lnTo>
                    <a:pt x="2327186" y="1110722"/>
                  </a:lnTo>
                  <a:lnTo>
                    <a:pt x="2320558" y="1016907"/>
                  </a:lnTo>
                  <a:close/>
                  <a:moveTo>
                    <a:pt x="2249258" y="945972"/>
                  </a:moveTo>
                  <a:lnTo>
                    <a:pt x="2346584" y="1027531"/>
                  </a:lnTo>
                  <a:lnTo>
                    <a:pt x="2295597" y="968891"/>
                  </a:lnTo>
                  <a:close/>
                  <a:moveTo>
                    <a:pt x="2185499" y="937214"/>
                  </a:moveTo>
                  <a:lnTo>
                    <a:pt x="2249258" y="945972"/>
                  </a:lnTo>
                  <a:lnTo>
                    <a:pt x="2204586" y="930996"/>
                  </a:lnTo>
                  <a:close/>
                  <a:moveTo>
                    <a:pt x="2249258" y="945972"/>
                  </a:moveTo>
                  <a:lnTo>
                    <a:pt x="2295597" y="968891"/>
                  </a:lnTo>
                  <a:lnTo>
                    <a:pt x="2288212" y="965004"/>
                  </a:lnTo>
                  <a:close/>
                  <a:moveTo>
                    <a:pt x="1967254" y="600969"/>
                  </a:moveTo>
                  <a:lnTo>
                    <a:pt x="2092993" y="577222"/>
                  </a:lnTo>
                  <a:lnTo>
                    <a:pt x="2010245" y="546502"/>
                  </a:lnTo>
                  <a:close/>
                  <a:moveTo>
                    <a:pt x="1775733" y="387925"/>
                  </a:moveTo>
                  <a:lnTo>
                    <a:pt x="1691453" y="405767"/>
                  </a:lnTo>
                  <a:lnTo>
                    <a:pt x="1776651" y="445649"/>
                  </a:lnTo>
                  <a:close/>
                  <a:moveTo>
                    <a:pt x="1775733" y="387925"/>
                  </a:moveTo>
                  <a:lnTo>
                    <a:pt x="1690972" y="396242"/>
                  </a:lnTo>
                  <a:lnTo>
                    <a:pt x="1691453" y="405767"/>
                  </a:lnTo>
                  <a:close/>
                  <a:moveTo>
                    <a:pt x="1690972" y="396242"/>
                  </a:moveTo>
                  <a:lnTo>
                    <a:pt x="1775733" y="387925"/>
                  </a:lnTo>
                  <a:lnTo>
                    <a:pt x="1717112" y="286500"/>
                  </a:lnTo>
                  <a:close/>
                  <a:moveTo>
                    <a:pt x="1775733" y="387925"/>
                  </a:moveTo>
                  <a:lnTo>
                    <a:pt x="1795290" y="300133"/>
                  </a:lnTo>
                  <a:lnTo>
                    <a:pt x="1717112" y="286500"/>
                  </a:lnTo>
                  <a:close/>
                  <a:moveTo>
                    <a:pt x="1971443" y="523616"/>
                  </a:moveTo>
                  <a:lnTo>
                    <a:pt x="2010245" y="546502"/>
                  </a:lnTo>
                  <a:lnTo>
                    <a:pt x="2030195" y="502421"/>
                  </a:lnTo>
                  <a:close/>
                  <a:moveTo>
                    <a:pt x="1936123" y="441401"/>
                  </a:moveTo>
                  <a:lnTo>
                    <a:pt x="1940592" y="414582"/>
                  </a:lnTo>
                  <a:lnTo>
                    <a:pt x="1900664" y="346951"/>
                  </a:lnTo>
                  <a:close/>
                  <a:moveTo>
                    <a:pt x="1795290" y="300133"/>
                  </a:moveTo>
                  <a:lnTo>
                    <a:pt x="1816619" y="254593"/>
                  </a:lnTo>
                  <a:lnTo>
                    <a:pt x="1717112" y="286500"/>
                  </a:lnTo>
                  <a:close/>
                  <a:moveTo>
                    <a:pt x="1795396" y="171755"/>
                  </a:moveTo>
                  <a:lnTo>
                    <a:pt x="1816619" y="254593"/>
                  </a:lnTo>
                  <a:lnTo>
                    <a:pt x="1843096" y="193567"/>
                  </a:lnTo>
                  <a:close/>
                  <a:moveTo>
                    <a:pt x="2157131" y="79446"/>
                  </a:moveTo>
                  <a:lnTo>
                    <a:pt x="2179076" y="102198"/>
                  </a:lnTo>
                  <a:lnTo>
                    <a:pt x="2079902" y="221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23" name="Candidate_density__2042">
              <a:extLst>
                <a:ext uri="{FF2B5EF4-FFF2-40B4-BE49-F238E27FC236}">
                  <a16:creationId xmlns:a16="http://schemas.microsoft.com/office/drawing/2014/main" id="{38BD8237-C3E8-CE81-CED3-896FBA922255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170487"/>
              <a:ext cx="2167055" cy="2946707"/>
            </a:xfrm>
            <a:custGeom>
              <a:avLst/>
              <a:gdLst/>
              <a:ahLst/>
              <a:cxnLst/>
              <a:rect l="0" t="0" r="0" b="0"/>
              <a:pathLst>
                <a:path w="2167055" h="2946707">
                  <a:moveTo>
                    <a:pt x="42885" y="2550798"/>
                  </a:moveTo>
                  <a:lnTo>
                    <a:pt x="0" y="2620619"/>
                  </a:lnTo>
                  <a:lnTo>
                    <a:pt x="29684" y="2582183"/>
                  </a:lnTo>
                  <a:close/>
                  <a:moveTo>
                    <a:pt x="42885" y="2550798"/>
                  </a:moveTo>
                  <a:lnTo>
                    <a:pt x="881" y="2608956"/>
                  </a:lnTo>
                  <a:lnTo>
                    <a:pt x="0" y="2620619"/>
                  </a:lnTo>
                  <a:close/>
                  <a:moveTo>
                    <a:pt x="881" y="2608956"/>
                  </a:moveTo>
                  <a:lnTo>
                    <a:pt x="42885" y="2550798"/>
                  </a:lnTo>
                  <a:lnTo>
                    <a:pt x="18474" y="2538404"/>
                  </a:lnTo>
                  <a:close/>
                  <a:moveTo>
                    <a:pt x="83741" y="2424898"/>
                  </a:moveTo>
                  <a:lnTo>
                    <a:pt x="18474" y="2538404"/>
                  </a:lnTo>
                  <a:lnTo>
                    <a:pt x="48570" y="2499968"/>
                  </a:lnTo>
                  <a:close/>
                  <a:moveTo>
                    <a:pt x="138745" y="2415344"/>
                  </a:moveTo>
                  <a:lnTo>
                    <a:pt x="169620" y="2379316"/>
                  </a:lnTo>
                  <a:lnTo>
                    <a:pt x="129938" y="2417752"/>
                  </a:lnTo>
                  <a:close/>
                  <a:moveTo>
                    <a:pt x="387246" y="2590916"/>
                  </a:moveTo>
                  <a:lnTo>
                    <a:pt x="418212" y="2587525"/>
                  </a:lnTo>
                  <a:lnTo>
                    <a:pt x="459128" y="2562027"/>
                  </a:lnTo>
                  <a:close/>
                  <a:moveTo>
                    <a:pt x="316207" y="2448485"/>
                  </a:moveTo>
                  <a:lnTo>
                    <a:pt x="269278" y="2340879"/>
                  </a:lnTo>
                  <a:lnTo>
                    <a:pt x="234012" y="2354623"/>
                  </a:lnTo>
                  <a:close/>
                  <a:moveTo>
                    <a:pt x="234012" y="2354623"/>
                  </a:moveTo>
                  <a:lnTo>
                    <a:pt x="257735" y="2366368"/>
                  </a:lnTo>
                  <a:lnTo>
                    <a:pt x="316207" y="2448485"/>
                  </a:lnTo>
                  <a:close/>
                  <a:moveTo>
                    <a:pt x="680531" y="2734441"/>
                  </a:moveTo>
                  <a:lnTo>
                    <a:pt x="672534" y="2802604"/>
                  </a:lnTo>
                  <a:lnTo>
                    <a:pt x="751280" y="2713519"/>
                  </a:lnTo>
                  <a:close/>
                  <a:moveTo>
                    <a:pt x="751280" y="2713519"/>
                  </a:moveTo>
                  <a:lnTo>
                    <a:pt x="701142" y="2834170"/>
                  </a:lnTo>
                  <a:lnTo>
                    <a:pt x="770568" y="2795734"/>
                  </a:lnTo>
                  <a:close/>
                  <a:moveTo>
                    <a:pt x="602679" y="2751955"/>
                  </a:moveTo>
                  <a:lnTo>
                    <a:pt x="672534" y="2802604"/>
                  </a:lnTo>
                  <a:lnTo>
                    <a:pt x="680531" y="2734441"/>
                  </a:lnTo>
                  <a:close/>
                  <a:moveTo>
                    <a:pt x="574809" y="2659706"/>
                  </a:moveTo>
                  <a:lnTo>
                    <a:pt x="567445" y="2688350"/>
                  </a:lnTo>
                  <a:lnTo>
                    <a:pt x="680531" y="2734441"/>
                  </a:lnTo>
                  <a:close/>
                  <a:moveTo>
                    <a:pt x="680531" y="2734441"/>
                  </a:moveTo>
                  <a:lnTo>
                    <a:pt x="751280" y="2713519"/>
                  </a:lnTo>
                  <a:lnTo>
                    <a:pt x="764630" y="2653072"/>
                  </a:lnTo>
                  <a:close/>
                  <a:moveTo>
                    <a:pt x="418212" y="2587525"/>
                  </a:moveTo>
                  <a:lnTo>
                    <a:pt x="491188" y="2667096"/>
                  </a:lnTo>
                  <a:lnTo>
                    <a:pt x="482609" y="2573979"/>
                  </a:lnTo>
                  <a:close/>
                  <a:moveTo>
                    <a:pt x="491188" y="2667096"/>
                  </a:moveTo>
                  <a:lnTo>
                    <a:pt x="574809" y="2659706"/>
                  </a:lnTo>
                  <a:lnTo>
                    <a:pt x="482609" y="2573979"/>
                  </a:lnTo>
                  <a:close/>
                  <a:moveTo>
                    <a:pt x="418212" y="2587525"/>
                  </a:moveTo>
                  <a:lnTo>
                    <a:pt x="482609" y="2573979"/>
                  </a:lnTo>
                  <a:lnTo>
                    <a:pt x="459128" y="2562027"/>
                  </a:lnTo>
                  <a:close/>
                  <a:moveTo>
                    <a:pt x="269278" y="2340879"/>
                  </a:moveTo>
                  <a:lnTo>
                    <a:pt x="336961" y="2383923"/>
                  </a:lnTo>
                  <a:lnTo>
                    <a:pt x="348415" y="2322208"/>
                  </a:lnTo>
                  <a:close/>
                  <a:moveTo>
                    <a:pt x="243775" y="2258664"/>
                  </a:moveTo>
                  <a:lnTo>
                    <a:pt x="348415" y="2322208"/>
                  </a:lnTo>
                  <a:lnTo>
                    <a:pt x="341613" y="2227646"/>
                  </a:lnTo>
                  <a:close/>
                  <a:moveTo>
                    <a:pt x="1012795" y="2846276"/>
                  </a:moveTo>
                  <a:lnTo>
                    <a:pt x="992227" y="2946707"/>
                  </a:lnTo>
                  <a:lnTo>
                    <a:pt x="1101377" y="2934945"/>
                  </a:lnTo>
                  <a:close/>
                  <a:moveTo>
                    <a:pt x="1094231" y="2840662"/>
                  </a:moveTo>
                  <a:lnTo>
                    <a:pt x="1012795" y="2846276"/>
                  </a:lnTo>
                  <a:lnTo>
                    <a:pt x="1101377" y="2934945"/>
                  </a:lnTo>
                  <a:close/>
                  <a:moveTo>
                    <a:pt x="820757" y="2781124"/>
                  </a:moveTo>
                  <a:lnTo>
                    <a:pt x="813544" y="2835953"/>
                  </a:lnTo>
                  <a:lnTo>
                    <a:pt x="904455" y="2873763"/>
                  </a:lnTo>
                  <a:close/>
                  <a:moveTo>
                    <a:pt x="900115" y="2777199"/>
                  </a:moveTo>
                  <a:lnTo>
                    <a:pt x="820757" y="2781124"/>
                  </a:lnTo>
                  <a:lnTo>
                    <a:pt x="904455" y="2873763"/>
                  </a:lnTo>
                  <a:close/>
                  <a:moveTo>
                    <a:pt x="1012795" y="2846276"/>
                  </a:moveTo>
                  <a:lnTo>
                    <a:pt x="904455" y="2873763"/>
                  </a:lnTo>
                  <a:lnTo>
                    <a:pt x="901238" y="2885170"/>
                  </a:lnTo>
                  <a:close/>
                  <a:moveTo>
                    <a:pt x="904455" y="2873763"/>
                  </a:moveTo>
                  <a:lnTo>
                    <a:pt x="1012795" y="2846276"/>
                  </a:lnTo>
                  <a:lnTo>
                    <a:pt x="977464" y="2774908"/>
                  </a:lnTo>
                  <a:close/>
                  <a:moveTo>
                    <a:pt x="904455" y="2873763"/>
                  </a:moveTo>
                  <a:lnTo>
                    <a:pt x="977464" y="2774908"/>
                  </a:lnTo>
                  <a:lnTo>
                    <a:pt x="900115" y="2777199"/>
                  </a:lnTo>
                  <a:close/>
                  <a:moveTo>
                    <a:pt x="770568" y="2795734"/>
                  </a:moveTo>
                  <a:lnTo>
                    <a:pt x="813544" y="2835953"/>
                  </a:lnTo>
                  <a:lnTo>
                    <a:pt x="820757" y="2781124"/>
                  </a:lnTo>
                  <a:close/>
                  <a:moveTo>
                    <a:pt x="751280" y="2713519"/>
                  </a:moveTo>
                  <a:lnTo>
                    <a:pt x="820757" y="2781124"/>
                  </a:lnTo>
                  <a:lnTo>
                    <a:pt x="803323" y="2695205"/>
                  </a:lnTo>
                  <a:close/>
                  <a:moveTo>
                    <a:pt x="820757" y="2781124"/>
                  </a:moveTo>
                  <a:lnTo>
                    <a:pt x="900115" y="2777199"/>
                  </a:lnTo>
                  <a:lnTo>
                    <a:pt x="803323" y="2695205"/>
                  </a:lnTo>
                  <a:close/>
                  <a:moveTo>
                    <a:pt x="456097" y="2099577"/>
                  </a:moveTo>
                  <a:lnTo>
                    <a:pt x="484482" y="2181792"/>
                  </a:lnTo>
                  <a:lnTo>
                    <a:pt x="489688" y="2067763"/>
                  </a:lnTo>
                  <a:close/>
                  <a:moveTo>
                    <a:pt x="507437" y="2013834"/>
                  </a:moveTo>
                  <a:lnTo>
                    <a:pt x="503696" y="2019597"/>
                  </a:lnTo>
                  <a:lnTo>
                    <a:pt x="496709" y="2056933"/>
                  </a:lnTo>
                  <a:close/>
                  <a:moveTo>
                    <a:pt x="496709" y="2056933"/>
                  </a:moveTo>
                  <a:lnTo>
                    <a:pt x="503696" y="2019597"/>
                  </a:lnTo>
                  <a:lnTo>
                    <a:pt x="489688" y="2067763"/>
                  </a:lnTo>
                  <a:close/>
                  <a:moveTo>
                    <a:pt x="489688" y="2067763"/>
                  </a:moveTo>
                  <a:lnTo>
                    <a:pt x="503696" y="2019597"/>
                  </a:lnTo>
                  <a:lnTo>
                    <a:pt x="456097" y="2099577"/>
                  </a:lnTo>
                  <a:close/>
                  <a:moveTo>
                    <a:pt x="1380862" y="2762639"/>
                  </a:moveTo>
                  <a:lnTo>
                    <a:pt x="1425591" y="2844854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380862" y="2762639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449361" y="2724203"/>
                  </a:lnTo>
                  <a:lnTo>
                    <a:pt x="1422533" y="2641988"/>
                  </a:lnTo>
                  <a:close/>
                  <a:moveTo>
                    <a:pt x="704568" y="1846360"/>
                  </a:moveTo>
                  <a:lnTo>
                    <a:pt x="650277" y="1858579"/>
                  </a:lnTo>
                  <a:lnTo>
                    <a:pt x="577526" y="1865232"/>
                  </a:lnTo>
                  <a:close/>
                  <a:moveTo>
                    <a:pt x="704568" y="1846360"/>
                  </a:moveTo>
                  <a:lnTo>
                    <a:pt x="577526" y="1865232"/>
                  </a:lnTo>
                  <a:lnTo>
                    <a:pt x="630894" y="1849563"/>
                  </a:lnTo>
                  <a:close/>
                  <a:moveTo>
                    <a:pt x="1463243" y="2622347"/>
                  </a:moveTo>
                  <a:lnTo>
                    <a:pt x="1354433" y="2604155"/>
                  </a:lnTo>
                  <a:lnTo>
                    <a:pt x="1422533" y="2641988"/>
                  </a:lnTo>
                  <a:close/>
                  <a:moveTo>
                    <a:pt x="1372729" y="2535248"/>
                  </a:moveTo>
                  <a:lnTo>
                    <a:pt x="1354433" y="2604155"/>
                  </a:lnTo>
                  <a:lnTo>
                    <a:pt x="1463243" y="2622347"/>
                  </a:lnTo>
                  <a:close/>
                  <a:moveTo>
                    <a:pt x="1500607" y="2603551"/>
                  </a:moveTo>
                  <a:lnTo>
                    <a:pt x="1549323" y="2560294"/>
                  </a:lnTo>
                  <a:lnTo>
                    <a:pt x="1463243" y="2622347"/>
                  </a:lnTo>
                  <a:close/>
                  <a:moveTo>
                    <a:pt x="1463243" y="2622347"/>
                  </a:moveTo>
                  <a:lnTo>
                    <a:pt x="1549323" y="2560294"/>
                  </a:lnTo>
                  <a:lnTo>
                    <a:pt x="1510913" y="2544091"/>
                  </a:lnTo>
                  <a:close/>
                  <a:moveTo>
                    <a:pt x="1353196" y="2451036"/>
                  </a:moveTo>
                  <a:lnTo>
                    <a:pt x="1286224" y="2444891"/>
                  </a:lnTo>
                  <a:lnTo>
                    <a:pt x="1372729" y="2535248"/>
                  </a:lnTo>
                  <a:close/>
                  <a:moveTo>
                    <a:pt x="1353196" y="2451036"/>
                  </a:moveTo>
                  <a:lnTo>
                    <a:pt x="1424957" y="2439121"/>
                  </a:lnTo>
                  <a:lnTo>
                    <a:pt x="1439519" y="2428414"/>
                  </a:lnTo>
                  <a:close/>
                  <a:moveTo>
                    <a:pt x="1206567" y="2114762"/>
                  </a:moveTo>
                  <a:lnTo>
                    <a:pt x="1202700" y="2110261"/>
                  </a:lnTo>
                  <a:lnTo>
                    <a:pt x="1203525" y="2111756"/>
                  </a:lnTo>
                  <a:close/>
                  <a:moveTo>
                    <a:pt x="902435" y="1874483"/>
                  </a:moveTo>
                  <a:lnTo>
                    <a:pt x="853005" y="1781400"/>
                  </a:lnTo>
                  <a:lnTo>
                    <a:pt x="810869" y="1788241"/>
                  </a:lnTo>
                  <a:close/>
                  <a:moveTo>
                    <a:pt x="810869" y="1788241"/>
                  </a:moveTo>
                  <a:lnTo>
                    <a:pt x="878962" y="1725872"/>
                  </a:lnTo>
                  <a:lnTo>
                    <a:pt x="861786" y="1707346"/>
                  </a:lnTo>
                  <a:close/>
                  <a:moveTo>
                    <a:pt x="1424957" y="2439121"/>
                  </a:moveTo>
                  <a:lnTo>
                    <a:pt x="1450101" y="2467977"/>
                  </a:lnTo>
                  <a:lnTo>
                    <a:pt x="1450920" y="2432181"/>
                  </a:lnTo>
                  <a:close/>
                  <a:moveTo>
                    <a:pt x="1439519" y="2428414"/>
                  </a:moveTo>
                  <a:lnTo>
                    <a:pt x="1424957" y="2439121"/>
                  </a:lnTo>
                  <a:lnTo>
                    <a:pt x="1450920" y="2432181"/>
                  </a:lnTo>
                  <a:close/>
                  <a:moveTo>
                    <a:pt x="1450920" y="2432181"/>
                  </a:moveTo>
                  <a:lnTo>
                    <a:pt x="1450101" y="2467977"/>
                  </a:lnTo>
                  <a:lnTo>
                    <a:pt x="1468538" y="2439121"/>
                  </a:lnTo>
                  <a:close/>
                  <a:moveTo>
                    <a:pt x="1450920" y="2432181"/>
                  </a:moveTo>
                  <a:lnTo>
                    <a:pt x="1468538" y="2439121"/>
                  </a:lnTo>
                  <a:lnTo>
                    <a:pt x="1439519" y="2428414"/>
                  </a:lnTo>
                  <a:close/>
                  <a:moveTo>
                    <a:pt x="1202700" y="2110261"/>
                  </a:moveTo>
                  <a:lnTo>
                    <a:pt x="1206567" y="2114762"/>
                  </a:lnTo>
                  <a:lnTo>
                    <a:pt x="1210155" y="2106365"/>
                  </a:lnTo>
                  <a:close/>
                  <a:moveTo>
                    <a:pt x="878962" y="1725872"/>
                  </a:moveTo>
                  <a:lnTo>
                    <a:pt x="853005" y="1781400"/>
                  </a:lnTo>
                  <a:lnTo>
                    <a:pt x="914895" y="1764262"/>
                  </a:lnTo>
                  <a:close/>
                  <a:moveTo>
                    <a:pt x="1601251" y="2400685"/>
                  </a:moveTo>
                  <a:lnTo>
                    <a:pt x="1683544" y="236424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01251" y="240068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27752" y="2280033"/>
                  </a:lnTo>
                  <a:lnTo>
                    <a:pt x="1529387" y="2270555"/>
                  </a:lnTo>
                  <a:close/>
                  <a:moveTo>
                    <a:pt x="1627752" y="2280033"/>
                  </a:moveTo>
                  <a:lnTo>
                    <a:pt x="1571420" y="2212509"/>
                  </a:lnTo>
                  <a:lnTo>
                    <a:pt x="1529387" y="2270555"/>
                  </a:lnTo>
                  <a:close/>
                  <a:moveTo>
                    <a:pt x="1558064" y="2197818"/>
                  </a:moveTo>
                  <a:lnTo>
                    <a:pt x="1529387" y="2270555"/>
                  </a:lnTo>
                  <a:lnTo>
                    <a:pt x="1571420" y="2212509"/>
                  </a:lnTo>
                  <a:close/>
                  <a:moveTo>
                    <a:pt x="1880354" y="2525611"/>
                  </a:moveTo>
                  <a:lnTo>
                    <a:pt x="1873373" y="2526678"/>
                  </a:lnTo>
                  <a:lnTo>
                    <a:pt x="1948057" y="2569518"/>
                  </a:lnTo>
                  <a:close/>
                  <a:moveTo>
                    <a:pt x="1878155" y="2523365"/>
                  </a:moveTo>
                  <a:lnTo>
                    <a:pt x="1873373" y="2526678"/>
                  </a:lnTo>
                  <a:lnTo>
                    <a:pt x="1880354" y="2525611"/>
                  </a:lnTo>
                  <a:close/>
                  <a:moveTo>
                    <a:pt x="1924513" y="2406027"/>
                  </a:moveTo>
                  <a:lnTo>
                    <a:pt x="1880354" y="2525611"/>
                  </a:lnTo>
                  <a:lnTo>
                    <a:pt x="1985639" y="2488242"/>
                  </a:lnTo>
                  <a:close/>
                  <a:moveTo>
                    <a:pt x="1880354" y="2525611"/>
                  </a:moveTo>
                  <a:lnTo>
                    <a:pt x="1948057" y="2569518"/>
                  </a:lnTo>
                  <a:lnTo>
                    <a:pt x="1985639" y="2488242"/>
                  </a:lnTo>
                  <a:close/>
                  <a:moveTo>
                    <a:pt x="1774833" y="2350622"/>
                  </a:moveTo>
                  <a:lnTo>
                    <a:pt x="1684953" y="2358329"/>
                  </a:lnTo>
                  <a:lnTo>
                    <a:pt x="1700812" y="2362248"/>
                  </a:lnTo>
                  <a:close/>
                  <a:moveTo>
                    <a:pt x="1697567" y="2252753"/>
                  </a:moveTo>
                  <a:lnTo>
                    <a:pt x="1684953" y="2358329"/>
                  </a:lnTo>
                  <a:lnTo>
                    <a:pt x="1774833" y="2350622"/>
                  </a:lnTo>
                  <a:close/>
                  <a:moveTo>
                    <a:pt x="1627752" y="2280033"/>
                  </a:moveTo>
                  <a:lnTo>
                    <a:pt x="1684953" y="2358329"/>
                  </a:lnTo>
                  <a:lnTo>
                    <a:pt x="1697567" y="2252753"/>
                  </a:lnTo>
                  <a:close/>
                  <a:moveTo>
                    <a:pt x="1697567" y="2252753"/>
                  </a:moveTo>
                  <a:lnTo>
                    <a:pt x="1571420" y="2212509"/>
                  </a:lnTo>
                  <a:lnTo>
                    <a:pt x="1627752" y="2280033"/>
                  </a:lnTo>
                  <a:close/>
                  <a:moveTo>
                    <a:pt x="1577842" y="2189403"/>
                  </a:moveTo>
                  <a:lnTo>
                    <a:pt x="1571420" y="2212509"/>
                  </a:lnTo>
                  <a:lnTo>
                    <a:pt x="1697567" y="2252753"/>
                  </a:lnTo>
                  <a:close/>
                  <a:moveTo>
                    <a:pt x="1668287" y="2176465"/>
                  </a:moveTo>
                  <a:lnTo>
                    <a:pt x="1577842" y="2189403"/>
                  </a:lnTo>
                  <a:lnTo>
                    <a:pt x="1697567" y="2252753"/>
                  </a:lnTo>
                  <a:close/>
                  <a:moveTo>
                    <a:pt x="1558064" y="2197818"/>
                  </a:moveTo>
                  <a:lnTo>
                    <a:pt x="1571420" y="2212509"/>
                  </a:lnTo>
                  <a:lnTo>
                    <a:pt x="1577842" y="2189403"/>
                  </a:lnTo>
                  <a:close/>
                  <a:moveTo>
                    <a:pt x="1499391" y="2115603"/>
                  </a:moveTo>
                  <a:lnTo>
                    <a:pt x="1558064" y="2197818"/>
                  </a:lnTo>
                  <a:lnTo>
                    <a:pt x="1577842" y="2189403"/>
                  </a:lnTo>
                  <a:close/>
                  <a:moveTo>
                    <a:pt x="1450960" y="2033387"/>
                  </a:moveTo>
                  <a:lnTo>
                    <a:pt x="1499391" y="2115603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450960" y="2033387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547689" y="1994951"/>
                  </a:lnTo>
                  <a:lnTo>
                    <a:pt x="1515810" y="1912736"/>
                  </a:lnTo>
                  <a:close/>
                  <a:moveTo>
                    <a:pt x="1985639" y="2488242"/>
                  </a:moveTo>
                  <a:lnTo>
                    <a:pt x="1948057" y="2569518"/>
                  </a:lnTo>
                  <a:lnTo>
                    <a:pt x="2059328" y="2540792"/>
                  </a:lnTo>
                  <a:close/>
                  <a:moveTo>
                    <a:pt x="2042219" y="2449805"/>
                  </a:moveTo>
                  <a:lnTo>
                    <a:pt x="1985639" y="2488242"/>
                  </a:lnTo>
                  <a:lnTo>
                    <a:pt x="2059328" y="2540792"/>
                  </a:lnTo>
                  <a:close/>
                  <a:moveTo>
                    <a:pt x="1515810" y="1912736"/>
                  </a:moveTo>
                  <a:lnTo>
                    <a:pt x="1607391" y="1965195"/>
                  </a:lnTo>
                  <a:lnTo>
                    <a:pt x="1568352" y="1896842"/>
                  </a:lnTo>
                  <a:close/>
                  <a:moveTo>
                    <a:pt x="1515810" y="1912736"/>
                  </a:moveTo>
                  <a:lnTo>
                    <a:pt x="1547689" y="1994951"/>
                  </a:lnTo>
                  <a:lnTo>
                    <a:pt x="1607391" y="1965195"/>
                  </a:lnTo>
                  <a:close/>
                  <a:moveTo>
                    <a:pt x="1568352" y="1896842"/>
                  </a:moveTo>
                  <a:lnTo>
                    <a:pt x="1457545" y="1850205"/>
                  </a:lnTo>
                  <a:lnTo>
                    <a:pt x="1515810" y="1912736"/>
                  </a:lnTo>
                  <a:close/>
                  <a:moveTo>
                    <a:pt x="1461270" y="1823213"/>
                  </a:moveTo>
                  <a:lnTo>
                    <a:pt x="1457545" y="1850205"/>
                  </a:lnTo>
                  <a:lnTo>
                    <a:pt x="1568352" y="1896842"/>
                  </a:lnTo>
                  <a:close/>
                  <a:moveTo>
                    <a:pt x="1560124" y="1803439"/>
                  </a:moveTo>
                  <a:lnTo>
                    <a:pt x="1461270" y="1823213"/>
                  </a:lnTo>
                  <a:lnTo>
                    <a:pt x="1568352" y="1896842"/>
                  </a:lnTo>
                  <a:close/>
                  <a:moveTo>
                    <a:pt x="1625949" y="1910609"/>
                  </a:moveTo>
                  <a:lnTo>
                    <a:pt x="1615842" y="1792085"/>
                  </a:lnTo>
                  <a:lnTo>
                    <a:pt x="1560124" y="1803439"/>
                  </a:lnTo>
                  <a:close/>
                  <a:moveTo>
                    <a:pt x="1625949" y="1910609"/>
                  </a:moveTo>
                  <a:lnTo>
                    <a:pt x="1560124" y="1803439"/>
                  </a:lnTo>
                  <a:lnTo>
                    <a:pt x="1568352" y="1896842"/>
                  </a:lnTo>
                  <a:close/>
                  <a:moveTo>
                    <a:pt x="1430917" y="1830521"/>
                  </a:moveTo>
                  <a:lnTo>
                    <a:pt x="1457545" y="1850205"/>
                  </a:lnTo>
                  <a:lnTo>
                    <a:pt x="1461270" y="1823213"/>
                  </a:lnTo>
                  <a:close/>
                  <a:moveTo>
                    <a:pt x="1395836" y="1748306"/>
                  </a:moveTo>
                  <a:lnTo>
                    <a:pt x="1430917" y="1830521"/>
                  </a:lnTo>
                  <a:lnTo>
                    <a:pt x="1470477" y="1709870"/>
                  </a:lnTo>
                  <a:close/>
                  <a:moveTo>
                    <a:pt x="1615842" y="1792085"/>
                  </a:moveTo>
                  <a:lnTo>
                    <a:pt x="1568220" y="1709870"/>
                  </a:lnTo>
                  <a:lnTo>
                    <a:pt x="1560124" y="1803439"/>
                  </a:lnTo>
                  <a:close/>
                  <a:moveTo>
                    <a:pt x="1354434" y="1666090"/>
                  </a:moveTo>
                  <a:lnTo>
                    <a:pt x="1395836" y="1748306"/>
                  </a:lnTo>
                  <a:lnTo>
                    <a:pt x="1470477" y="1709870"/>
                  </a:lnTo>
                  <a:close/>
                  <a:moveTo>
                    <a:pt x="1354434" y="1666090"/>
                  </a:moveTo>
                  <a:lnTo>
                    <a:pt x="1470477" y="1709870"/>
                  </a:lnTo>
                  <a:lnTo>
                    <a:pt x="1428389" y="1627654"/>
                  </a:lnTo>
                  <a:close/>
                  <a:moveTo>
                    <a:pt x="1327922" y="1570753"/>
                  </a:moveTo>
                  <a:lnTo>
                    <a:pt x="1314972" y="1595805"/>
                  </a:lnTo>
                  <a:lnTo>
                    <a:pt x="1368497" y="1545439"/>
                  </a:lnTo>
                  <a:close/>
                  <a:moveTo>
                    <a:pt x="1368497" y="1545439"/>
                  </a:moveTo>
                  <a:lnTo>
                    <a:pt x="1314972" y="1595805"/>
                  </a:lnTo>
                  <a:lnTo>
                    <a:pt x="1354434" y="1666090"/>
                  </a:lnTo>
                  <a:close/>
                  <a:moveTo>
                    <a:pt x="1368497" y="1545439"/>
                  </a:moveTo>
                  <a:lnTo>
                    <a:pt x="1354434" y="1666090"/>
                  </a:lnTo>
                  <a:lnTo>
                    <a:pt x="1428389" y="1627654"/>
                  </a:lnTo>
                  <a:close/>
                  <a:moveTo>
                    <a:pt x="1305601" y="1583876"/>
                  </a:moveTo>
                  <a:lnTo>
                    <a:pt x="1314972" y="1595805"/>
                  </a:lnTo>
                  <a:lnTo>
                    <a:pt x="1327922" y="1570753"/>
                  </a:lnTo>
                  <a:close/>
                  <a:moveTo>
                    <a:pt x="1305511" y="1501661"/>
                  </a:moveTo>
                  <a:lnTo>
                    <a:pt x="1327922" y="1570753"/>
                  </a:lnTo>
                  <a:lnTo>
                    <a:pt x="1368497" y="1545439"/>
                  </a:lnTo>
                  <a:close/>
                  <a:moveTo>
                    <a:pt x="1675946" y="1769870"/>
                  </a:moveTo>
                  <a:lnTo>
                    <a:pt x="1654847" y="1815365"/>
                  </a:lnTo>
                  <a:lnTo>
                    <a:pt x="1721843" y="1753648"/>
                  </a:lnTo>
                  <a:close/>
                  <a:moveTo>
                    <a:pt x="1615842" y="1792085"/>
                  </a:moveTo>
                  <a:lnTo>
                    <a:pt x="1654847" y="1815365"/>
                  </a:lnTo>
                  <a:lnTo>
                    <a:pt x="1675946" y="1769870"/>
                  </a:lnTo>
                  <a:close/>
                  <a:moveTo>
                    <a:pt x="1650165" y="1671433"/>
                  </a:moveTo>
                  <a:lnTo>
                    <a:pt x="1675946" y="1769870"/>
                  </a:lnTo>
                  <a:lnTo>
                    <a:pt x="1687613" y="1722666"/>
                  </a:lnTo>
                  <a:close/>
                  <a:moveTo>
                    <a:pt x="1615842" y="1792085"/>
                  </a:moveTo>
                  <a:lnTo>
                    <a:pt x="1675946" y="1769870"/>
                  </a:lnTo>
                  <a:lnTo>
                    <a:pt x="1650165" y="1671433"/>
                  </a:lnTo>
                  <a:close/>
                  <a:moveTo>
                    <a:pt x="1568220" y="1709870"/>
                  </a:moveTo>
                  <a:lnTo>
                    <a:pt x="1615842" y="1792085"/>
                  </a:lnTo>
                  <a:lnTo>
                    <a:pt x="1650165" y="1671433"/>
                  </a:lnTo>
                  <a:close/>
                  <a:moveTo>
                    <a:pt x="1675946" y="1769870"/>
                  </a:moveTo>
                  <a:lnTo>
                    <a:pt x="1721843" y="1753648"/>
                  </a:lnTo>
                  <a:lnTo>
                    <a:pt x="1687613" y="1722666"/>
                  </a:lnTo>
                  <a:close/>
                  <a:moveTo>
                    <a:pt x="1428389" y="1627654"/>
                  </a:moveTo>
                  <a:lnTo>
                    <a:pt x="1484514" y="1704224"/>
                  </a:lnTo>
                  <a:lnTo>
                    <a:pt x="1476321" y="1610792"/>
                  </a:lnTo>
                  <a:close/>
                  <a:moveTo>
                    <a:pt x="1428389" y="1627654"/>
                  </a:moveTo>
                  <a:lnTo>
                    <a:pt x="1470477" y="1709870"/>
                  </a:lnTo>
                  <a:lnTo>
                    <a:pt x="1484514" y="1704224"/>
                  </a:lnTo>
                  <a:close/>
                  <a:moveTo>
                    <a:pt x="1476321" y="1610792"/>
                  </a:moveTo>
                  <a:lnTo>
                    <a:pt x="1484514" y="1704224"/>
                  </a:lnTo>
                  <a:lnTo>
                    <a:pt x="1558167" y="1604845"/>
                  </a:lnTo>
                  <a:close/>
                  <a:moveTo>
                    <a:pt x="1558167" y="1604845"/>
                  </a:moveTo>
                  <a:lnTo>
                    <a:pt x="1550711" y="1704675"/>
                  </a:lnTo>
                  <a:lnTo>
                    <a:pt x="1615708" y="1589218"/>
                  </a:lnTo>
                  <a:close/>
                  <a:moveTo>
                    <a:pt x="1615708" y="1589218"/>
                  </a:moveTo>
                  <a:lnTo>
                    <a:pt x="1568220" y="1709870"/>
                  </a:lnTo>
                  <a:lnTo>
                    <a:pt x="1650165" y="1671433"/>
                  </a:lnTo>
                  <a:close/>
                  <a:moveTo>
                    <a:pt x="1473798" y="1507003"/>
                  </a:moveTo>
                  <a:lnTo>
                    <a:pt x="1476321" y="1610792"/>
                  </a:lnTo>
                  <a:lnTo>
                    <a:pt x="1483829" y="1518068"/>
                  </a:lnTo>
                  <a:close/>
                  <a:moveTo>
                    <a:pt x="1428389" y="1627654"/>
                  </a:moveTo>
                  <a:lnTo>
                    <a:pt x="1476321" y="1610792"/>
                  </a:lnTo>
                  <a:lnTo>
                    <a:pt x="1473798" y="1507003"/>
                  </a:lnTo>
                  <a:close/>
                  <a:moveTo>
                    <a:pt x="1476321" y="1610792"/>
                  </a:moveTo>
                  <a:lnTo>
                    <a:pt x="1558167" y="1604845"/>
                  </a:lnTo>
                  <a:lnTo>
                    <a:pt x="1483829" y="1518068"/>
                  </a:lnTo>
                  <a:close/>
                  <a:moveTo>
                    <a:pt x="1558167" y="1604845"/>
                  </a:moveTo>
                  <a:lnTo>
                    <a:pt x="1560774" y="1527097"/>
                  </a:lnTo>
                  <a:lnTo>
                    <a:pt x="1483829" y="1518068"/>
                  </a:lnTo>
                  <a:close/>
                  <a:moveTo>
                    <a:pt x="1560774" y="1527097"/>
                  </a:moveTo>
                  <a:lnTo>
                    <a:pt x="1558167" y="1604845"/>
                  </a:lnTo>
                  <a:lnTo>
                    <a:pt x="1615708" y="1589218"/>
                  </a:lnTo>
                  <a:close/>
                  <a:moveTo>
                    <a:pt x="332495" y="0"/>
                  </a:moveTo>
                  <a:lnTo>
                    <a:pt x="209202" y="32888"/>
                  </a:lnTo>
                  <a:lnTo>
                    <a:pt x="262075" y="15370"/>
                  </a:lnTo>
                  <a:close/>
                  <a:moveTo>
                    <a:pt x="1806182" y="1724582"/>
                  </a:moveTo>
                  <a:lnTo>
                    <a:pt x="1687613" y="1722666"/>
                  </a:lnTo>
                  <a:lnTo>
                    <a:pt x="1721843" y="1753648"/>
                  </a:lnTo>
                  <a:close/>
                  <a:moveTo>
                    <a:pt x="1702069" y="1648540"/>
                  </a:moveTo>
                  <a:lnTo>
                    <a:pt x="1687613" y="1722666"/>
                  </a:lnTo>
                  <a:lnTo>
                    <a:pt x="1806182" y="1724582"/>
                  </a:lnTo>
                  <a:close/>
                  <a:moveTo>
                    <a:pt x="1650165" y="1671433"/>
                  </a:moveTo>
                  <a:lnTo>
                    <a:pt x="1687613" y="1722666"/>
                  </a:lnTo>
                  <a:lnTo>
                    <a:pt x="1702069" y="1648540"/>
                  </a:lnTo>
                  <a:close/>
                  <a:moveTo>
                    <a:pt x="1650165" y="1671433"/>
                  </a:moveTo>
                  <a:lnTo>
                    <a:pt x="1702069" y="1648540"/>
                  </a:lnTo>
                  <a:lnTo>
                    <a:pt x="1693477" y="1550781"/>
                  </a:lnTo>
                  <a:close/>
                  <a:moveTo>
                    <a:pt x="1615708" y="1589218"/>
                  </a:moveTo>
                  <a:lnTo>
                    <a:pt x="1650165" y="1671433"/>
                  </a:lnTo>
                  <a:lnTo>
                    <a:pt x="1693477" y="1550781"/>
                  </a:lnTo>
                  <a:close/>
                  <a:moveTo>
                    <a:pt x="1605440" y="1478892"/>
                  </a:moveTo>
                  <a:lnTo>
                    <a:pt x="1483829" y="1518068"/>
                  </a:lnTo>
                  <a:lnTo>
                    <a:pt x="1560774" y="1527097"/>
                  </a:lnTo>
                  <a:close/>
                  <a:moveTo>
                    <a:pt x="1521740" y="1334183"/>
                  </a:moveTo>
                  <a:lnTo>
                    <a:pt x="1444578" y="1336322"/>
                  </a:lnTo>
                  <a:lnTo>
                    <a:pt x="1552675" y="1409125"/>
                  </a:lnTo>
                  <a:close/>
                  <a:moveTo>
                    <a:pt x="1419767" y="1256401"/>
                  </a:moveTo>
                  <a:lnTo>
                    <a:pt x="1332298" y="1230178"/>
                  </a:lnTo>
                  <a:lnTo>
                    <a:pt x="1400404" y="1260357"/>
                  </a:lnTo>
                  <a:close/>
                  <a:moveTo>
                    <a:pt x="1216830" y="861919"/>
                  </a:moveTo>
                  <a:lnTo>
                    <a:pt x="1159127" y="931497"/>
                  </a:lnTo>
                  <a:lnTo>
                    <a:pt x="1186350" y="893061"/>
                  </a:lnTo>
                  <a:close/>
                  <a:moveTo>
                    <a:pt x="1917294" y="1632997"/>
                  </a:moveTo>
                  <a:lnTo>
                    <a:pt x="1929933" y="1715212"/>
                  </a:lnTo>
                  <a:lnTo>
                    <a:pt x="1981366" y="1676775"/>
                  </a:lnTo>
                  <a:close/>
                  <a:moveTo>
                    <a:pt x="1917294" y="1632997"/>
                  </a:moveTo>
                  <a:lnTo>
                    <a:pt x="1981366" y="1676775"/>
                  </a:lnTo>
                  <a:lnTo>
                    <a:pt x="1946046" y="1594560"/>
                  </a:lnTo>
                  <a:close/>
                  <a:moveTo>
                    <a:pt x="1260693" y="810712"/>
                  </a:moveTo>
                  <a:lnTo>
                    <a:pt x="1186350" y="893061"/>
                  </a:lnTo>
                  <a:lnTo>
                    <a:pt x="1219269" y="854624"/>
                  </a:lnTo>
                  <a:close/>
                  <a:moveTo>
                    <a:pt x="1260693" y="810712"/>
                  </a:moveTo>
                  <a:lnTo>
                    <a:pt x="1216830" y="861919"/>
                  </a:lnTo>
                  <a:lnTo>
                    <a:pt x="1186350" y="893061"/>
                  </a:lnTo>
                  <a:close/>
                  <a:moveTo>
                    <a:pt x="1805320" y="1324914"/>
                  </a:moveTo>
                  <a:lnTo>
                    <a:pt x="1712018" y="1347915"/>
                  </a:lnTo>
                  <a:lnTo>
                    <a:pt x="1735801" y="1420932"/>
                  </a:lnTo>
                  <a:close/>
                  <a:moveTo>
                    <a:pt x="1963368" y="1335548"/>
                  </a:moveTo>
                  <a:lnTo>
                    <a:pt x="1998924" y="1288701"/>
                  </a:lnTo>
                  <a:lnTo>
                    <a:pt x="1975915" y="1319001"/>
                  </a:lnTo>
                  <a:close/>
                  <a:moveTo>
                    <a:pt x="1963368" y="1335548"/>
                  </a:moveTo>
                  <a:lnTo>
                    <a:pt x="1975915" y="1319001"/>
                  </a:lnTo>
                  <a:lnTo>
                    <a:pt x="1914363" y="1367529"/>
                  </a:lnTo>
                  <a:close/>
                  <a:moveTo>
                    <a:pt x="2089825" y="1175300"/>
                  </a:moveTo>
                  <a:lnTo>
                    <a:pt x="2004099" y="1188827"/>
                  </a:lnTo>
                  <a:lnTo>
                    <a:pt x="2137696" y="1214810"/>
                  </a:lnTo>
                  <a:close/>
                  <a:moveTo>
                    <a:pt x="2137696" y="1214810"/>
                  </a:moveTo>
                  <a:lnTo>
                    <a:pt x="2167055" y="1232605"/>
                  </a:lnTo>
                  <a:lnTo>
                    <a:pt x="2089825" y="1175300"/>
                  </a:lnTo>
                  <a:close/>
                  <a:moveTo>
                    <a:pt x="2137696" y="1214810"/>
                  </a:moveTo>
                  <a:lnTo>
                    <a:pt x="2115311" y="1232605"/>
                  </a:lnTo>
                  <a:lnTo>
                    <a:pt x="2150581" y="1225999"/>
                  </a:lnTo>
                  <a:close/>
                  <a:moveTo>
                    <a:pt x="2150581" y="1225999"/>
                  </a:moveTo>
                  <a:lnTo>
                    <a:pt x="2167055" y="1232605"/>
                  </a:lnTo>
                  <a:lnTo>
                    <a:pt x="2137696" y="121481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24" name="Candidate_density__2043">
              <a:extLst>
                <a:ext uri="{FF2B5EF4-FFF2-40B4-BE49-F238E27FC236}">
                  <a16:creationId xmlns:a16="http://schemas.microsoft.com/office/drawing/2014/main" id="{6F7ECE59-83AE-68E5-CE29-37D0C12339DA}"/>
                </a:ext>
              </a:extLst>
            </p:cNvPr>
            <p:cNvSpPr>
              <a:spLocks noGrp="1"/>
            </p:cNvSpPr>
            <p:nvPr/>
          </p:nvSpPr>
          <p:spPr>
            <a:xfrm>
              <a:off x="4392460" y="3359313"/>
              <a:ext cx="2119221" cy="1815116"/>
            </a:xfrm>
            <a:custGeom>
              <a:avLst/>
              <a:gdLst/>
              <a:ahLst/>
              <a:cxnLst/>
              <a:rect l="0" t="0" r="0" b="0"/>
              <a:pathLst>
                <a:path w="2119221" h="1815116">
                  <a:moveTo>
                    <a:pt x="24410" y="1361972"/>
                  </a:moveTo>
                  <a:lnTo>
                    <a:pt x="30096" y="1311141"/>
                  </a:lnTo>
                  <a:lnTo>
                    <a:pt x="0" y="1349577"/>
                  </a:lnTo>
                  <a:close/>
                  <a:moveTo>
                    <a:pt x="120270" y="1226517"/>
                  </a:moveTo>
                  <a:lnTo>
                    <a:pt x="30096" y="1311141"/>
                  </a:lnTo>
                  <a:lnTo>
                    <a:pt x="102373" y="1272704"/>
                  </a:lnTo>
                  <a:close/>
                  <a:moveTo>
                    <a:pt x="120270" y="1226517"/>
                  </a:moveTo>
                  <a:lnTo>
                    <a:pt x="65267" y="1236071"/>
                  </a:lnTo>
                  <a:lnTo>
                    <a:pt x="30096" y="1311141"/>
                  </a:lnTo>
                  <a:close/>
                  <a:moveTo>
                    <a:pt x="215538" y="1165796"/>
                  </a:moveTo>
                  <a:lnTo>
                    <a:pt x="151146" y="1190489"/>
                  </a:lnTo>
                  <a:lnTo>
                    <a:pt x="239260" y="1177542"/>
                  </a:lnTo>
                  <a:close/>
                  <a:moveTo>
                    <a:pt x="151146" y="1190489"/>
                  </a:moveTo>
                  <a:lnTo>
                    <a:pt x="120270" y="1226517"/>
                  </a:lnTo>
                  <a:lnTo>
                    <a:pt x="239260" y="1177542"/>
                  </a:lnTo>
                  <a:close/>
                  <a:moveTo>
                    <a:pt x="239260" y="1177542"/>
                  </a:moveTo>
                  <a:lnTo>
                    <a:pt x="120270" y="1226517"/>
                  </a:lnTo>
                  <a:lnTo>
                    <a:pt x="222974" y="1234268"/>
                  </a:lnTo>
                  <a:close/>
                  <a:moveTo>
                    <a:pt x="169194" y="1130776"/>
                  </a:moveTo>
                  <a:lnTo>
                    <a:pt x="151146" y="1190489"/>
                  </a:lnTo>
                  <a:lnTo>
                    <a:pt x="215538" y="1165796"/>
                  </a:lnTo>
                  <a:close/>
                  <a:moveTo>
                    <a:pt x="169536" y="1108274"/>
                  </a:moveTo>
                  <a:lnTo>
                    <a:pt x="215538" y="1165796"/>
                  </a:lnTo>
                  <a:lnTo>
                    <a:pt x="250804" y="1152053"/>
                  </a:lnTo>
                  <a:close/>
                  <a:moveTo>
                    <a:pt x="169536" y="1108274"/>
                  </a:moveTo>
                  <a:lnTo>
                    <a:pt x="250804" y="1152053"/>
                  </a:lnTo>
                  <a:lnTo>
                    <a:pt x="225301" y="1069838"/>
                  </a:lnTo>
                  <a:close/>
                  <a:moveTo>
                    <a:pt x="662056" y="1545615"/>
                  </a:moveTo>
                  <a:lnTo>
                    <a:pt x="548971" y="1499524"/>
                  </a:lnTo>
                  <a:lnTo>
                    <a:pt x="584204" y="1563128"/>
                  </a:lnTo>
                  <a:close/>
                  <a:moveTo>
                    <a:pt x="225301" y="1069838"/>
                  </a:moveTo>
                  <a:lnTo>
                    <a:pt x="250804" y="1152053"/>
                  </a:lnTo>
                  <a:lnTo>
                    <a:pt x="329941" y="1133381"/>
                  </a:lnTo>
                  <a:close/>
                  <a:moveTo>
                    <a:pt x="210746" y="987622"/>
                  </a:moveTo>
                  <a:lnTo>
                    <a:pt x="323139" y="1038819"/>
                  </a:lnTo>
                  <a:lnTo>
                    <a:pt x="289912" y="965740"/>
                  </a:lnTo>
                  <a:close/>
                  <a:moveTo>
                    <a:pt x="210746" y="987622"/>
                  </a:moveTo>
                  <a:lnTo>
                    <a:pt x="225301" y="1069838"/>
                  </a:lnTo>
                  <a:lnTo>
                    <a:pt x="323139" y="1038819"/>
                  </a:lnTo>
                  <a:close/>
                  <a:moveTo>
                    <a:pt x="732806" y="1524692"/>
                  </a:moveTo>
                  <a:lnTo>
                    <a:pt x="752093" y="1606907"/>
                  </a:lnTo>
                  <a:lnTo>
                    <a:pt x="802283" y="1592297"/>
                  </a:lnTo>
                  <a:close/>
                  <a:moveTo>
                    <a:pt x="1312312" y="1780889"/>
                  </a:moveTo>
                  <a:lnTo>
                    <a:pt x="1175680" y="1740336"/>
                  </a:lnTo>
                  <a:lnTo>
                    <a:pt x="1211966" y="1815116"/>
                  </a:lnTo>
                  <a:close/>
                  <a:moveTo>
                    <a:pt x="1345778" y="1694464"/>
                  </a:moveTo>
                  <a:lnTo>
                    <a:pt x="1336896" y="1776679"/>
                  </a:lnTo>
                  <a:lnTo>
                    <a:pt x="1425258" y="1738243"/>
                  </a:lnTo>
                  <a:close/>
                  <a:moveTo>
                    <a:pt x="1345778" y="1694464"/>
                  </a:moveTo>
                  <a:lnTo>
                    <a:pt x="1425258" y="1738243"/>
                  </a:lnTo>
                  <a:lnTo>
                    <a:pt x="1407116" y="1656028"/>
                  </a:lnTo>
                  <a:close/>
                  <a:moveTo>
                    <a:pt x="1407116" y="1656028"/>
                  </a:moveTo>
                  <a:lnTo>
                    <a:pt x="1470270" y="1638833"/>
                  </a:lnTo>
                  <a:lnTo>
                    <a:pt x="1450268" y="1629234"/>
                  </a:lnTo>
                  <a:close/>
                  <a:moveTo>
                    <a:pt x="1456169" y="1699807"/>
                  </a:moveTo>
                  <a:lnTo>
                    <a:pt x="1470270" y="1638833"/>
                  </a:lnTo>
                  <a:lnTo>
                    <a:pt x="1407116" y="1656028"/>
                  </a:lnTo>
                  <a:close/>
                  <a:moveTo>
                    <a:pt x="1425258" y="1738243"/>
                  </a:moveTo>
                  <a:lnTo>
                    <a:pt x="1456169" y="1699807"/>
                  </a:lnTo>
                  <a:lnTo>
                    <a:pt x="1407116" y="1656028"/>
                  </a:lnTo>
                  <a:close/>
                  <a:moveTo>
                    <a:pt x="1430887" y="1535376"/>
                  </a:moveTo>
                  <a:lnTo>
                    <a:pt x="1450268" y="1629234"/>
                  </a:lnTo>
                  <a:lnTo>
                    <a:pt x="1460004" y="1600450"/>
                  </a:lnTo>
                  <a:close/>
                  <a:moveTo>
                    <a:pt x="1407116" y="1656028"/>
                  </a:moveTo>
                  <a:lnTo>
                    <a:pt x="1450268" y="1629234"/>
                  </a:lnTo>
                  <a:lnTo>
                    <a:pt x="1430887" y="1535376"/>
                  </a:lnTo>
                  <a:close/>
                  <a:moveTo>
                    <a:pt x="1450268" y="1629234"/>
                  </a:moveTo>
                  <a:lnTo>
                    <a:pt x="1474423" y="1617592"/>
                  </a:lnTo>
                  <a:lnTo>
                    <a:pt x="1460004" y="1600450"/>
                  </a:lnTo>
                  <a:close/>
                  <a:moveTo>
                    <a:pt x="631803" y="669752"/>
                  </a:moveTo>
                  <a:lnTo>
                    <a:pt x="686093" y="657534"/>
                  </a:lnTo>
                  <a:lnTo>
                    <a:pt x="631977" y="669446"/>
                  </a:lnTo>
                  <a:close/>
                  <a:moveTo>
                    <a:pt x="686093" y="657534"/>
                  </a:moveTo>
                  <a:lnTo>
                    <a:pt x="690776" y="631010"/>
                  </a:lnTo>
                  <a:lnTo>
                    <a:pt x="631977" y="669446"/>
                  </a:lnTo>
                  <a:close/>
                  <a:moveTo>
                    <a:pt x="610096" y="587231"/>
                  </a:moveTo>
                  <a:lnTo>
                    <a:pt x="631977" y="669446"/>
                  </a:lnTo>
                  <a:lnTo>
                    <a:pt x="690776" y="631010"/>
                  </a:lnTo>
                  <a:close/>
                  <a:moveTo>
                    <a:pt x="610096" y="587231"/>
                  </a:moveTo>
                  <a:lnTo>
                    <a:pt x="690776" y="631010"/>
                  </a:lnTo>
                  <a:lnTo>
                    <a:pt x="683555" y="548795"/>
                  </a:lnTo>
                  <a:close/>
                  <a:moveTo>
                    <a:pt x="1466448" y="1515987"/>
                  </a:moveTo>
                  <a:lnTo>
                    <a:pt x="1460004" y="1600450"/>
                  </a:lnTo>
                  <a:lnTo>
                    <a:pt x="1500789" y="1496940"/>
                  </a:lnTo>
                  <a:close/>
                  <a:moveTo>
                    <a:pt x="1500789" y="1496940"/>
                  </a:moveTo>
                  <a:lnTo>
                    <a:pt x="1460004" y="1600450"/>
                  </a:lnTo>
                  <a:lnTo>
                    <a:pt x="1474423" y="1617592"/>
                  </a:lnTo>
                  <a:close/>
                  <a:moveTo>
                    <a:pt x="1430887" y="1535376"/>
                  </a:moveTo>
                  <a:lnTo>
                    <a:pt x="1460004" y="1600450"/>
                  </a:lnTo>
                  <a:lnTo>
                    <a:pt x="1466448" y="1515987"/>
                  </a:lnTo>
                  <a:close/>
                  <a:moveTo>
                    <a:pt x="1404058" y="1453161"/>
                  </a:moveTo>
                  <a:lnTo>
                    <a:pt x="1466448" y="1515987"/>
                  </a:lnTo>
                  <a:lnTo>
                    <a:pt x="1444769" y="1433520"/>
                  </a:lnTo>
                  <a:close/>
                  <a:moveTo>
                    <a:pt x="1404058" y="1453161"/>
                  </a:moveTo>
                  <a:lnTo>
                    <a:pt x="1430887" y="1535376"/>
                  </a:lnTo>
                  <a:lnTo>
                    <a:pt x="1466448" y="1515987"/>
                  </a:lnTo>
                  <a:close/>
                  <a:moveTo>
                    <a:pt x="1500789" y="1496940"/>
                  </a:moveTo>
                  <a:lnTo>
                    <a:pt x="1482133" y="1414725"/>
                  </a:lnTo>
                  <a:lnTo>
                    <a:pt x="1466448" y="1515987"/>
                  </a:lnTo>
                  <a:close/>
                  <a:moveTo>
                    <a:pt x="1482133" y="1414725"/>
                  </a:moveTo>
                  <a:lnTo>
                    <a:pt x="1444769" y="1433520"/>
                  </a:lnTo>
                  <a:lnTo>
                    <a:pt x="1466448" y="1515987"/>
                  </a:lnTo>
                  <a:close/>
                  <a:moveTo>
                    <a:pt x="683555" y="548795"/>
                  </a:moveTo>
                  <a:lnTo>
                    <a:pt x="792395" y="599414"/>
                  </a:lnTo>
                  <a:lnTo>
                    <a:pt x="765160" y="521463"/>
                  </a:lnTo>
                  <a:close/>
                  <a:moveTo>
                    <a:pt x="683555" y="548795"/>
                  </a:moveTo>
                  <a:lnTo>
                    <a:pt x="690776" y="631010"/>
                  </a:lnTo>
                  <a:lnTo>
                    <a:pt x="792395" y="599414"/>
                  </a:lnTo>
                  <a:close/>
                  <a:moveTo>
                    <a:pt x="834531" y="592573"/>
                  </a:moveTo>
                  <a:lnTo>
                    <a:pt x="860488" y="537045"/>
                  </a:lnTo>
                  <a:lnTo>
                    <a:pt x="792395" y="599414"/>
                  </a:lnTo>
                  <a:close/>
                  <a:moveTo>
                    <a:pt x="792395" y="599414"/>
                  </a:moveTo>
                  <a:lnTo>
                    <a:pt x="843312" y="518519"/>
                  </a:lnTo>
                  <a:lnTo>
                    <a:pt x="765160" y="521463"/>
                  </a:lnTo>
                  <a:close/>
                  <a:moveTo>
                    <a:pt x="718080" y="498467"/>
                  </a:moveTo>
                  <a:lnTo>
                    <a:pt x="683555" y="548795"/>
                  </a:lnTo>
                  <a:lnTo>
                    <a:pt x="765160" y="521463"/>
                  </a:lnTo>
                  <a:close/>
                  <a:moveTo>
                    <a:pt x="1609278" y="1091207"/>
                  </a:moveTo>
                  <a:lnTo>
                    <a:pt x="1665070" y="1175419"/>
                  </a:lnTo>
                  <a:lnTo>
                    <a:pt x="1666478" y="1169502"/>
                  </a:lnTo>
                  <a:close/>
                  <a:moveTo>
                    <a:pt x="1665070" y="1175419"/>
                  </a:moveTo>
                  <a:lnTo>
                    <a:pt x="1682338" y="1173421"/>
                  </a:lnTo>
                  <a:lnTo>
                    <a:pt x="1666478" y="1169502"/>
                  </a:lnTo>
                  <a:close/>
                  <a:moveTo>
                    <a:pt x="1287037" y="312834"/>
                  </a:moveTo>
                  <a:lnTo>
                    <a:pt x="1350022" y="356613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09915" y="438828"/>
                  </a:lnTo>
                  <a:lnTo>
                    <a:pt x="1455323" y="318176"/>
                  </a:lnTo>
                  <a:close/>
                  <a:moveTo>
                    <a:pt x="1339605" y="274397"/>
                  </a:moveTo>
                  <a:lnTo>
                    <a:pt x="1451554" y="277644"/>
                  </a:lnTo>
                  <a:lnTo>
                    <a:pt x="1436873" y="238832"/>
                  </a:lnTo>
                  <a:close/>
                  <a:moveTo>
                    <a:pt x="1455323" y="318176"/>
                  </a:moveTo>
                  <a:lnTo>
                    <a:pt x="1451554" y="277644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55323" y="318176"/>
                  </a:lnTo>
                  <a:lnTo>
                    <a:pt x="1339605" y="274397"/>
                  </a:lnTo>
                  <a:close/>
                  <a:moveTo>
                    <a:pt x="1297576" y="191394"/>
                  </a:moveTo>
                  <a:lnTo>
                    <a:pt x="1297333" y="194899"/>
                  </a:lnTo>
                  <a:lnTo>
                    <a:pt x="1407203" y="153746"/>
                  </a:lnTo>
                  <a:close/>
                  <a:moveTo>
                    <a:pt x="1297333" y="194899"/>
                  </a:moveTo>
                  <a:lnTo>
                    <a:pt x="1339605" y="274397"/>
                  </a:lnTo>
                  <a:lnTo>
                    <a:pt x="1407203" y="153746"/>
                  </a:lnTo>
                  <a:close/>
                  <a:moveTo>
                    <a:pt x="1407203" y="153746"/>
                  </a:moveTo>
                  <a:lnTo>
                    <a:pt x="1339605" y="274397"/>
                  </a:lnTo>
                  <a:lnTo>
                    <a:pt x="1431262" y="201777"/>
                  </a:lnTo>
                  <a:close/>
                  <a:moveTo>
                    <a:pt x="1431262" y="201777"/>
                  </a:moveTo>
                  <a:lnTo>
                    <a:pt x="1339605" y="274397"/>
                  </a:lnTo>
                  <a:lnTo>
                    <a:pt x="1436873" y="238832"/>
                  </a:lnTo>
                  <a:close/>
                  <a:moveTo>
                    <a:pt x="1436873" y="238832"/>
                  </a:moveTo>
                  <a:lnTo>
                    <a:pt x="1459139" y="235961"/>
                  </a:lnTo>
                  <a:lnTo>
                    <a:pt x="1431262" y="201777"/>
                  </a:lnTo>
                  <a:close/>
                  <a:moveTo>
                    <a:pt x="1436873" y="238832"/>
                  </a:moveTo>
                  <a:lnTo>
                    <a:pt x="1451554" y="277644"/>
                  </a:lnTo>
                  <a:lnTo>
                    <a:pt x="1459139" y="235961"/>
                  </a:lnTo>
                  <a:close/>
                  <a:moveTo>
                    <a:pt x="1465355" y="329242"/>
                  </a:moveTo>
                  <a:lnTo>
                    <a:pt x="1478029" y="305466"/>
                  </a:lnTo>
                  <a:lnTo>
                    <a:pt x="1455323" y="318176"/>
                  </a:lnTo>
                  <a:close/>
                  <a:moveTo>
                    <a:pt x="1451554" y="277644"/>
                  </a:moveTo>
                  <a:lnTo>
                    <a:pt x="1455323" y="318176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59139" y="235961"/>
                  </a:lnTo>
                  <a:lnTo>
                    <a:pt x="1581697" y="270368"/>
                  </a:lnTo>
                  <a:close/>
                  <a:moveTo>
                    <a:pt x="1459139" y="235961"/>
                  </a:moveTo>
                  <a:lnTo>
                    <a:pt x="1451554" y="277644"/>
                  </a:lnTo>
                  <a:lnTo>
                    <a:pt x="1581697" y="270368"/>
                  </a:lnTo>
                  <a:close/>
                  <a:moveTo>
                    <a:pt x="1581697" y="270368"/>
                  </a:moveTo>
                  <a:lnTo>
                    <a:pt x="1451554" y="277644"/>
                  </a:lnTo>
                  <a:lnTo>
                    <a:pt x="1567760" y="279740"/>
                  </a:lnTo>
                  <a:close/>
                  <a:moveTo>
                    <a:pt x="1567760" y="279740"/>
                  </a:moveTo>
                  <a:lnTo>
                    <a:pt x="1451554" y="277644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31262" y="201777"/>
                  </a:lnTo>
                  <a:lnTo>
                    <a:pt x="1459139" y="235961"/>
                  </a:lnTo>
                  <a:close/>
                  <a:moveTo>
                    <a:pt x="1426104" y="147496"/>
                  </a:moveTo>
                  <a:lnTo>
                    <a:pt x="1431262" y="201777"/>
                  </a:lnTo>
                  <a:lnTo>
                    <a:pt x="1534201" y="220298"/>
                  </a:lnTo>
                  <a:close/>
                  <a:moveTo>
                    <a:pt x="1534201" y="220298"/>
                  </a:moveTo>
                  <a:lnTo>
                    <a:pt x="1606672" y="197524"/>
                  </a:lnTo>
                  <a:lnTo>
                    <a:pt x="1622528" y="144372"/>
                  </a:lnTo>
                  <a:close/>
                  <a:moveTo>
                    <a:pt x="1534201" y="220298"/>
                  </a:moveTo>
                  <a:lnTo>
                    <a:pt x="1581697" y="270368"/>
                  </a:lnTo>
                  <a:lnTo>
                    <a:pt x="1606672" y="197524"/>
                  </a:lnTo>
                  <a:close/>
                  <a:moveTo>
                    <a:pt x="1407203" y="153746"/>
                  </a:moveTo>
                  <a:lnTo>
                    <a:pt x="1431262" y="201777"/>
                  </a:lnTo>
                  <a:lnTo>
                    <a:pt x="1426104" y="147496"/>
                  </a:lnTo>
                  <a:close/>
                  <a:moveTo>
                    <a:pt x="1381930" y="71531"/>
                  </a:moveTo>
                  <a:lnTo>
                    <a:pt x="1426104" y="147496"/>
                  </a:lnTo>
                  <a:lnTo>
                    <a:pt x="1401292" y="67575"/>
                  </a:lnTo>
                  <a:close/>
                  <a:moveTo>
                    <a:pt x="1381930" y="71531"/>
                  </a:moveTo>
                  <a:lnTo>
                    <a:pt x="1407203" y="153746"/>
                  </a:lnTo>
                  <a:lnTo>
                    <a:pt x="1426104" y="147496"/>
                  </a:lnTo>
                  <a:close/>
                  <a:moveTo>
                    <a:pt x="1673045" y="168013"/>
                  </a:moveTo>
                  <a:lnTo>
                    <a:pt x="1606672" y="197524"/>
                  </a:lnTo>
                  <a:lnTo>
                    <a:pt x="1693661" y="195121"/>
                  </a:lnTo>
                  <a:close/>
                  <a:moveTo>
                    <a:pt x="1693661" y="195121"/>
                  </a:moveTo>
                  <a:lnTo>
                    <a:pt x="1606672" y="197524"/>
                  </a:lnTo>
                  <a:lnTo>
                    <a:pt x="1581697" y="270368"/>
                  </a:lnTo>
                  <a:close/>
                  <a:moveTo>
                    <a:pt x="1622528" y="144372"/>
                  </a:moveTo>
                  <a:lnTo>
                    <a:pt x="1606672" y="197524"/>
                  </a:lnTo>
                  <a:lnTo>
                    <a:pt x="1673045" y="168013"/>
                  </a:lnTo>
                  <a:close/>
                  <a:moveTo>
                    <a:pt x="1622528" y="144372"/>
                  </a:moveTo>
                  <a:lnTo>
                    <a:pt x="1673045" y="168013"/>
                  </a:lnTo>
                  <a:lnTo>
                    <a:pt x="1637471" y="115310"/>
                  </a:lnTo>
                  <a:close/>
                  <a:moveTo>
                    <a:pt x="1637471" y="115310"/>
                  </a:moveTo>
                  <a:lnTo>
                    <a:pt x="1673045" y="168013"/>
                  </a:lnTo>
                  <a:lnTo>
                    <a:pt x="1693543" y="159088"/>
                  </a:lnTo>
                  <a:close/>
                  <a:moveTo>
                    <a:pt x="1637471" y="115310"/>
                  </a:moveTo>
                  <a:lnTo>
                    <a:pt x="1693543" y="159088"/>
                  </a:lnTo>
                  <a:lnTo>
                    <a:pt x="1703449" y="76873"/>
                  </a:lnTo>
                  <a:close/>
                  <a:moveTo>
                    <a:pt x="1673045" y="168013"/>
                  </a:moveTo>
                  <a:lnTo>
                    <a:pt x="1693661" y="195121"/>
                  </a:lnTo>
                  <a:lnTo>
                    <a:pt x="1693543" y="159088"/>
                  </a:lnTo>
                  <a:close/>
                  <a:moveTo>
                    <a:pt x="1703449" y="76873"/>
                  </a:moveTo>
                  <a:lnTo>
                    <a:pt x="1786845" y="136088"/>
                  </a:lnTo>
                  <a:lnTo>
                    <a:pt x="1758053" y="59403"/>
                  </a:lnTo>
                  <a:close/>
                  <a:moveTo>
                    <a:pt x="1703449" y="76873"/>
                  </a:moveTo>
                  <a:lnTo>
                    <a:pt x="1693543" y="159088"/>
                  </a:lnTo>
                  <a:lnTo>
                    <a:pt x="1786845" y="136088"/>
                  </a:lnTo>
                  <a:close/>
                  <a:moveTo>
                    <a:pt x="1786845" y="136088"/>
                  </a:moveTo>
                  <a:lnTo>
                    <a:pt x="1842449" y="51383"/>
                  </a:lnTo>
                  <a:lnTo>
                    <a:pt x="1758053" y="59403"/>
                  </a:lnTo>
                  <a:close/>
                  <a:moveTo>
                    <a:pt x="1728437" y="46485"/>
                  </a:moveTo>
                  <a:lnTo>
                    <a:pt x="1703449" y="76873"/>
                  </a:lnTo>
                  <a:lnTo>
                    <a:pt x="1758053" y="59403"/>
                  </a:lnTo>
                  <a:close/>
                  <a:moveTo>
                    <a:pt x="1995520" y="82215"/>
                  </a:moveTo>
                  <a:lnTo>
                    <a:pt x="1980449" y="99874"/>
                  </a:lnTo>
                  <a:lnTo>
                    <a:pt x="1944894" y="146722"/>
                  </a:lnTo>
                  <a:close/>
                  <a:moveTo>
                    <a:pt x="1984427" y="15874"/>
                  </a:moveTo>
                  <a:lnTo>
                    <a:pt x="1980449" y="99874"/>
                  </a:lnTo>
                  <a:lnTo>
                    <a:pt x="1995520" y="82215"/>
                  </a:lnTo>
                  <a:close/>
                  <a:moveTo>
                    <a:pt x="1985624" y="0"/>
                  </a:moveTo>
                  <a:lnTo>
                    <a:pt x="1980449" y="99874"/>
                  </a:lnTo>
                  <a:lnTo>
                    <a:pt x="1984427" y="15874"/>
                  </a:lnTo>
                  <a:close/>
                  <a:moveTo>
                    <a:pt x="1985624" y="0"/>
                  </a:moveTo>
                  <a:lnTo>
                    <a:pt x="1976923" y="2650"/>
                  </a:lnTo>
                  <a:lnTo>
                    <a:pt x="1949024" y="98710"/>
                  </a:lnTo>
                  <a:close/>
                  <a:moveTo>
                    <a:pt x="2014957" y="71821"/>
                  </a:moveTo>
                  <a:lnTo>
                    <a:pt x="1995520" y="82215"/>
                  </a:lnTo>
                  <a:lnTo>
                    <a:pt x="2063499" y="96307"/>
                  </a:lnTo>
                  <a:close/>
                  <a:moveTo>
                    <a:pt x="1984427" y="15874"/>
                  </a:moveTo>
                  <a:lnTo>
                    <a:pt x="1995520" y="82215"/>
                  </a:lnTo>
                  <a:lnTo>
                    <a:pt x="2014957" y="71821"/>
                  </a:lnTo>
                  <a:close/>
                  <a:moveTo>
                    <a:pt x="1985624" y="0"/>
                  </a:moveTo>
                  <a:lnTo>
                    <a:pt x="1984427" y="15874"/>
                  </a:lnTo>
                  <a:lnTo>
                    <a:pt x="2119221" y="25984"/>
                  </a:lnTo>
                  <a:close/>
                  <a:moveTo>
                    <a:pt x="2119221" y="25984"/>
                  </a:moveTo>
                  <a:lnTo>
                    <a:pt x="1984427" y="15874"/>
                  </a:lnTo>
                  <a:lnTo>
                    <a:pt x="2096837" y="43779"/>
                  </a:lnTo>
                  <a:close/>
                  <a:moveTo>
                    <a:pt x="2096837" y="43779"/>
                  </a:moveTo>
                  <a:lnTo>
                    <a:pt x="1984427" y="15874"/>
                  </a:lnTo>
                  <a:lnTo>
                    <a:pt x="2014957" y="7182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25" name="Candidate_density__2044">
              <a:extLst>
                <a:ext uri="{FF2B5EF4-FFF2-40B4-BE49-F238E27FC236}">
                  <a16:creationId xmlns:a16="http://schemas.microsoft.com/office/drawing/2014/main" id="{E880DF16-D8AD-2E89-4222-7E084654BCAD}"/>
                </a:ext>
              </a:extLst>
            </p:cNvPr>
            <p:cNvSpPr>
              <a:spLocks noGrp="1"/>
            </p:cNvSpPr>
            <p:nvPr/>
          </p:nvSpPr>
          <p:spPr>
            <a:xfrm>
              <a:off x="4677152" y="2165924"/>
              <a:ext cx="1955093" cy="3370459"/>
            </a:xfrm>
            <a:custGeom>
              <a:avLst/>
              <a:gdLst/>
              <a:ahLst/>
              <a:cxnLst/>
              <a:rect l="0" t="0" r="0" b="0"/>
              <a:pathLst>
                <a:path w="1955093" h="3370459">
                  <a:moveTo>
                    <a:pt x="489406" y="3206029"/>
                  </a:moveTo>
                  <a:lnTo>
                    <a:pt x="451636" y="3266497"/>
                  </a:lnTo>
                  <a:lnTo>
                    <a:pt x="493846" y="3209109"/>
                  </a:lnTo>
                  <a:close/>
                  <a:moveTo>
                    <a:pt x="493846" y="3209109"/>
                  </a:moveTo>
                  <a:lnTo>
                    <a:pt x="564259" y="3208707"/>
                  </a:lnTo>
                  <a:lnTo>
                    <a:pt x="527850" y="3206029"/>
                  </a:lnTo>
                  <a:close/>
                  <a:moveTo>
                    <a:pt x="0" y="2712738"/>
                  </a:moveTo>
                  <a:lnTo>
                    <a:pt x="37051" y="2733804"/>
                  </a:lnTo>
                  <a:lnTo>
                    <a:pt x="76505" y="2763373"/>
                  </a:lnTo>
                  <a:close/>
                  <a:moveTo>
                    <a:pt x="153239" y="2771613"/>
                  </a:moveTo>
                  <a:lnTo>
                    <a:pt x="76505" y="2763373"/>
                  </a:lnTo>
                  <a:lnTo>
                    <a:pt x="37051" y="2733804"/>
                  </a:lnTo>
                  <a:close/>
                  <a:moveTo>
                    <a:pt x="743212" y="3370459"/>
                  </a:moveTo>
                  <a:lnTo>
                    <a:pt x="752847" y="3332023"/>
                  </a:lnTo>
                  <a:lnTo>
                    <a:pt x="674743" y="3328141"/>
                  </a:lnTo>
                  <a:close/>
                  <a:moveTo>
                    <a:pt x="752847" y="3332023"/>
                  </a:moveTo>
                  <a:lnTo>
                    <a:pt x="731462" y="3324999"/>
                  </a:lnTo>
                  <a:lnTo>
                    <a:pt x="674743" y="3328141"/>
                  </a:lnTo>
                  <a:close/>
                  <a:moveTo>
                    <a:pt x="493846" y="3209109"/>
                  </a:moveTo>
                  <a:lnTo>
                    <a:pt x="457474" y="3174337"/>
                  </a:lnTo>
                  <a:lnTo>
                    <a:pt x="489406" y="3206029"/>
                  </a:lnTo>
                  <a:close/>
                  <a:moveTo>
                    <a:pt x="557453" y="3231723"/>
                  </a:moveTo>
                  <a:lnTo>
                    <a:pt x="527850" y="3206029"/>
                  </a:lnTo>
                  <a:lnTo>
                    <a:pt x="620334" y="3263211"/>
                  </a:lnTo>
                  <a:close/>
                  <a:moveTo>
                    <a:pt x="493846" y="3209109"/>
                  </a:moveTo>
                  <a:lnTo>
                    <a:pt x="527850" y="3206029"/>
                  </a:lnTo>
                  <a:lnTo>
                    <a:pt x="557453" y="3231723"/>
                  </a:lnTo>
                  <a:close/>
                  <a:moveTo>
                    <a:pt x="397976" y="2838733"/>
                  </a:moveTo>
                  <a:lnTo>
                    <a:pt x="369369" y="2807167"/>
                  </a:lnTo>
                  <a:lnTo>
                    <a:pt x="422389" y="2863084"/>
                  </a:lnTo>
                  <a:close/>
                  <a:moveTo>
                    <a:pt x="55764" y="2518406"/>
                  </a:moveTo>
                  <a:lnTo>
                    <a:pt x="13041" y="2453048"/>
                  </a:lnTo>
                  <a:lnTo>
                    <a:pt x="18154" y="2509872"/>
                  </a:lnTo>
                  <a:close/>
                  <a:moveTo>
                    <a:pt x="807010" y="3293586"/>
                  </a:moveTo>
                  <a:lnTo>
                    <a:pt x="752847" y="3332023"/>
                  </a:lnTo>
                  <a:lnTo>
                    <a:pt x="813424" y="3352784"/>
                  </a:lnTo>
                  <a:close/>
                  <a:moveTo>
                    <a:pt x="752847" y="3332023"/>
                  </a:moveTo>
                  <a:lnTo>
                    <a:pt x="807010" y="3293586"/>
                  </a:lnTo>
                  <a:lnTo>
                    <a:pt x="731462" y="3324999"/>
                  </a:lnTo>
                  <a:close/>
                  <a:moveTo>
                    <a:pt x="543294" y="2900130"/>
                  </a:moveTo>
                  <a:lnTo>
                    <a:pt x="510378" y="2840515"/>
                  </a:lnTo>
                  <a:lnTo>
                    <a:pt x="466040" y="2889946"/>
                  </a:lnTo>
                  <a:close/>
                  <a:moveTo>
                    <a:pt x="151069" y="2389220"/>
                  </a:moveTo>
                  <a:lnTo>
                    <a:pt x="97745" y="2427657"/>
                  </a:lnTo>
                  <a:lnTo>
                    <a:pt x="132067" y="2471436"/>
                  </a:lnTo>
                  <a:close/>
                  <a:moveTo>
                    <a:pt x="175448" y="2389220"/>
                  </a:moveTo>
                  <a:lnTo>
                    <a:pt x="159873" y="2494359"/>
                  </a:lnTo>
                  <a:lnTo>
                    <a:pt x="205446" y="2472944"/>
                  </a:lnTo>
                  <a:close/>
                  <a:moveTo>
                    <a:pt x="467152" y="2626508"/>
                  </a:moveTo>
                  <a:lnTo>
                    <a:pt x="514015" y="2638912"/>
                  </a:lnTo>
                  <a:lnTo>
                    <a:pt x="407104" y="2614734"/>
                  </a:lnTo>
                  <a:close/>
                  <a:moveTo>
                    <a:pt x="480971" y="2635866"/>
                  </a:moveTo>
                  <a:lnTo>
                    <a:pt x="539015" y="2668926"/>
                  </a:lnTo>
                  <a:lnTo>
                    <a:pt x="514015" y="2638912"/>
                  </a:lnTo>
                  <a:close/>
                  <a:moveTo>
                    <a:pt x="514015" y="2638912"/>
                  </a:moveTo>
                  <a:lnTo>
                    <a:pt x="539015" y="2668926"/>
                  </a:lnTo>
                  <a:lnTo>
                    <a:pt x="588172" y="2637515"/>
                  </a:lnTo>
                  <a:close/>
                  <a:moveTo>
                    <a:pt x="480971" y="2635866"/>
                  </a:moveTo>
                  <a:lnTo>
                    <a:pt x="514015" y="2638912"/>
                  </a:lnTo>
                  <a:lnTo>
                    <a:pt x="467152" y="2626508"/>
                  </a:lnTo>
                  <a:close/>
                  <a:moveTo>
                    <a:pt x="956199" y="3171935"/>
                  </a:moveTo>
                  <a:lnTo>
                    <a:pt x="955514" y="3174974"/>
                  </a:lnTo>
                  <a:lnTo>
                    <a:pt x="955529" y="3172935"/>
                  </a:lnTo>
                  <a:close/>
                  <a:moveTo>
                    <a:pt x="956199" y="3171935"/>
                  </a:moveTo>
                  <a:lnTo>
                    <a:pt x="955529" y="3172935"/>
                  </a:lnTo>
                  <a:lnTo>
                    <a:pt x="954584" y="3171497"/>
                  </a:lnTo>
                  <a:close/>
                  <a:moveTo>
                    <a:pt x="1027620" y="2974278"/>
                  </a:moveTo>
                  <a:lnTo>
                    <a:pt x="1016962" y="3090720"/>
                  </a:lnTo>
                  <a:lnTo>
                    <a:pt x="1121512" y="3023092"/>
                  </a:lnTo>
                  <a:close/>
                  <a:moveTo>
                    <a:pt x="594168" y="2483746"/>
                  </a:moveTo>
                  <a:lnTo>
                    <a:pt x="521707" y="2582156"/>
                  </a:lnTo>
                  <a:lnTo>
                    <a:pt x="600689" y="2578537"/>
                  </a:lnTo>
                  <a:close/>
                  <a:moveTo>
                    <a:pt x="459001" y="2432999"/>
                  </a:moveTo>
                  <a:lnTo>
                    <a:pt x="599622" y="2465122"/>
                  </a:lnTo>
                  <a:lnTo>
                    <a:pt x="548964" y="2476778"/>
                  </a:lnTo>
                  <a:close/>
                  <a:moveTo>
                    <a:pt x="548964" y="2476778"/>
                  </a:moveTo>
                  <a:lnTo>
                    <a:pt x="594168" y="2483746"/>
                  </a:lnTo>
                  <a:lnTo>
                    <a:pt x="459001" y="2432999"/>
                  </a:lnTo>
                  <a:close/>
                  <a:moveTo>
                    <a:pt x="284416" y="2253517"/>
                  </a:moveTo>
                  <a:lnTo>
                    <a:pt x="322246" y="2322853"/>
                  </a:lnTo>
                  <a:lnTo>
                    <a:pt x="367289" y="2246734"/>
                  </a:lnTo>
                  <a:close/>
                  <a:moveTo>
                    <a:pt x="284416" y="2253517"/>
                  </a:moveTo>
                  <a:lnTo>
                    <a:pt x="367289" y="2246734"/>
                  </a:lnTo>
                  <a:lnTo>
                    <a:pt x="306582" y="2205468"/>
                  </a:lnTo>
                  <a:close/>
                  <a:moveTo>
                    <a:pt x="367289" y="2246734"/>
                  </a:moveTo>
                  <a:lnTo>
                    <a:pt x="420414" y="2264136"/>
                  </a:lnTo>
                  <a:lnTo>
                    <a:pt x="377810" y="2193118"/>
                  </a:lnTo>
                  <a:close/>
                  <a:moveTo>
                    <a:pt x="1140567" y="2931632"/>
                  </a:moveTo>
                  <a:lnTo>
                    <a:pt x="1121512" y="3023092"/>
                  </a:lnTo>
                  <a:lnTo>
                    <a:pt x="1169541" y="2987465"/>
                  </a:lnTo>
                  <a:close/>
                  <a:moveTo>
                    <a:pt x="639785" y="2400080"/>
                  </a:moveTo>
                  <a:lnTo>
                    <a:pt x="692288" y="2364476"/>
                  </a:lnTo>
                  <a:lnTo>
                    <a:pt x="680761" y="2356126"/>
                  </a:lnTo>
                  <a:close/>
                  <a:moveTo>
                    <a:pt x="669685" y="2448421"/>
                  </a:moveTo>
                  <a:lnTo>
                    <a:pt x="692288" y="2364476"/>
                  </a:lnTo>
                  <a:lnTo>
                    <a:pt x="639785" y="2400080"/>
                  </a:lnTo>
                  <a:close/>
                  <a:moveTo>
                    <a:pt x="599622" y="2465122"/>
                  </a:moveTo>
                  <a:lnTo>
                    <a:pt x="669685" y="2448421"/>
                  </a:lnTo>
                  <a:lnTo>
                    <a:pt x="639785" y="2400080"/>
                  </a:lnTo>
                  <a:close/>
                  <a:moveTo>
                    <a:pt x="692288" y="2364476"/>
                  </a:moveTo>
                  <a:lnTo>
                    <a:pt x="610090" y="2289058"/>
                  </a:lnTo>
                  <a:lnTo>
                    <a:pt x="680761" y="2356126"/>
                  </a:lnTo>
                  <a:close/>
                  <a:moveTo>
                    <a:pt x="444069" y="2144813"/>
                  </a:moveTo>
                  <a:lnTo>
                    <a:pt x="381405" y="2135166"/>
                  </a:lnTo>
                  <a:lnTo>
                    <a:pt x="377810" y="2193118"/>
                  </a:lnTo>
                  <a:close/>
                  <a:moveTo>
                    <a:pt x="1271467" y="2874692"/>
                  </a:moveTo>
                  <a:lnTo>
                    <a:pt x="1189731" y="2810980"/>
                  </a:lnTo>
                  <a:lnTo>
                    <a:pt x="1250601" y="2914183"/>
                  </a:lnTo>
                  <a:close/>
                  <a:moveTo>
                    <a:pt x="1185578" y="2832222"/>
                  </a:moveTo>
                  <a:lnTo>
                    <a:pt x="1246634" y="2893195"/>
                  </a:lnTo>
                  <a:lnTo>
                    <a:pt x="1250601" y="2914183"/>
                  </a:lnTo>
                  <a:close/>
                  <a:moveTo>
                    <a:pt x="662226" y="2328324"/>
                  </a:moveTo>
                  <a:lnTo>
                    <a:pt x="680761" y="2356126"/>
                  </a:lnTo>
                  <a:lnTo>
                    <a:pt x="610090" y="2289058"/>
                  </a:lnTo>
                  <a:close/>
                  <a:moveTo>
                    <a:pt x="493571" y="1916869"/>
                  </a:moveTo>
                  <a:lnTo>
                    <a:pt x="443791" y="1945954"/>
                  </a:lnTo>
                  <a:lnTo>
                    <a:pt x="575227" y="1943509"/>
                  </a:lnTo>
                  <a:close/>
                  <a:moveTo>
                    <a:pt x="233232" y="1716023"/>
                  </a:moveTo>
                  <a:lnTo>
                    <a:pt x="176418" y="1680171"/>
                  </a:lnTo>
                  <a:lnTo>
                    <a:pt x="205543" y="1698405"/>
                  </a:lnTo>
                  <a:close/>
                  <a:moveTo>
                    <a:pt x="935230" y="2279253"/>
                  </a:moveTo>
                  <a:lnTo>
                    <a:pt x="890448" y="2349549"/>
                  </a:lnTo>
                  <a:lnTo>
                    <a:pt x="938509" y="2285486"/>
                  </a:lnTo>
                  <a:close/>
                  <a:moveTo>
                    <a:pt x="1004491" y="2361468"/>
                  </a:moveTo>
                  <a:lnTo>
                    <a:pt x="1024475" y="2376282"/>
                  </a:lnTo>
                  <a:lnTo>
                    <a:pt x="938509" y="2285486"/>
                  </a:lnTo>
                  <a:close/>
                  <a:moveTo>
                    <a:pt x="599269" y="1879045"/>
                  </a:moveTo>
                  <a:lnTo>
                    <a:pt x="493571" y="1916869"/>
                  </a:lnTo>
                  <a:lnTo>
                    <a:pt x="575227" y="1943509"/>
                  </a:lnTo>
                  <a:close/>
                  <a:moveTo>
                    <a:pt x="498926" y="1900032"/>
                  </a:moveTo>
                  <a:lnTo>
                    <a:pt x="493571" y="1916869"/>
                  </a:lnTo>
                  <a:lnTo>
                    <a:pt x="599269" y="1879045"/>
                  </a:lnTo>
                  <a:close/>
                  <a:moveTo>
                    <a:pt x="827704" y="2014701"/>
                  </a:moveTo>
                  <a:lnTo>
                    <a:pt x="946925" y="2066852"/>
                  </a:lnTo>
                  <a:lnTo>
                    <a:pt x="860316" y="2021687"/>
                  </a:lnTo>
                  <a:close/>
                  <a:moveTo>
                    <a:pt x="881183" y="2031815"/>
                  </a:moveTo>
                  <a:lnTo>
                    <a:pt x="946925" y="2066852"/>
                  </a:lnTo>
                  <a:lnTo>
                    <a:pt x="827704" y="2014701"/>
                  </a:lnTo>
                  <a:close/>
                  <a:moveTo>
                    <a:pt x="364912" y="1418666"/>
                  </a:moveTo>
                  <a:lnTo>
                    <a:pt x="325118" y="1457103"/>
                  </a:lnTo>
                  <a:lnTo>
                    <a:pt x="394935" y="1500881"/>
                  </a:lnTo>
                  <a:close/>
                  <a:moveTo>
                    <a:pt x="946925" y="2066852"/>
                  </a:moveTo>
                  <a:lnTo>
                    <a:pt x="980320" y="2076386"/>
                  </a:lnTo>
                  <a:lnTo>
                    <a:pt x="991927" y="2019900"/>
                  </a:lnTo>
                  <a:close/>
                  <a:moveTo>
                    <a:pt x="1038650" y="1964389"/>
                  </a:moveTo>
                  <a:lnTo>
                    <a:pt x="980320" y="2076386"/>
                  </a:lnTo>
                  <a:lnTo>
                    <a:pt x="1030913" y="2070772"/>
                  </a:lnTo>
                  <a:close/>
                  <a:moveTo>
                    <a:pt x="1038650" y="1964389"/>
                  </a:moveTo>
                  <a:lnTo>
                    <a:pt x="1030913" y="2070772"/>
                  </a:lnTo>
                  <a:lnTo>
                    <a:pt x="1052991" y="2076386"/>
                  </a:lnTo>
                  <a:close/>
                  <a:moveTo>
                    <a:pt x="1038650" y="1964389"/>
                  </a:moveTo>
                  <a:lnTo>
                    <a:pt x="1014495" y="1883935"/>
                  </a:lnTo>
                  <a:lnTo>
                    <a:pt x="1033154" y="1955735"/>
                  </a:lnTo>
                  <a:close/>
                  <a:moveTo>
                    <a:pt x="1014495" y="1883935"/>
                  </a:moveTo>
                  <a:lnTo>
                    <a:pt x="1008672" y="1873520"/>
                  </a:lnTo>
                  <a:lnTo>
                    <a:pt x="1033154" y="1955735"/>
                  </a:lnTo>
                  <a:close/>
                  <a:moveTo>
                    <a:pt x="1474358" y="2430341"/>
                  </a:moveTo>
                  <a:lnTo>
                    <a:pt x="1475593" y="2366810"/>
                  </a:lnTo>
                  <a:lnTo>
                    <a:pt x="1471667" y="2355184"/>
                  </a:lnTo>
                  <a:close/>
                  <a:moveTo>
                    <a:pt x="1471667" y="2355184"/>
                  </a:moveTo>
                  <a:lnTo>
                    <a:pt x="1475593" y="2366810"/>
                  </a:lnTo>
                  <a:lnTo>
                    <a:pt x="1471695" y="2255069"/>
                  </a:lnTo>
                  <a:close/>
                  <a:moveTo>
                    <a:pt x="1274676" y="2193965"/>
                  </a:moveTo>
                  <a:lnTo>
                    <a:pt x="1346957" y="2095702"/>
                  </a:lnTo>
                  <a:lnTo>
                    <a:pt x="1273528" y="2094807"/>
                  </a:lnTo>
                  <a:close/>
                  <a:moveTo>
                    <a:pt x="1321762" y="2016093"/>
                  </a:moveTo>
                  <a:lnTo>
                    <a:pt x="1279904" y="2045422"/>
                  </a:lnTo>
                  <a:lnTo>
                    <a:pt x="1273528" y="2094807"/>
                  </a:lnTo>
                  <a:close/>
                  <a:moveTo>
                    <a:pt x="1008672" y="1873520"/>
                  </a:moveTo>
                  <a:lnTo>
                    <a:pt x="1047193" y="1835084"/>
                  </a:lnTo>
                  <a:lnTo>
                    <a:pt x="1033154" y="1955735"/>
                  </a:lnTo>
                  <a:close/>
                  <a:moveTo>
                    <a:pt x="1647853" y="2004855"/>
                  </a:moveTo>
                  <a:lnTo>
                    <a:pt x="1688497" y="2028051"/>
                  </a:lnTo>
                  <a:lnTo>
                    <a:pt x="1703579" y="1987551"/>
                  </a:lnTo>
                  <a:close/>
                  <a:moveTo>
                    <a:pt x="1703579" y="1987551"/>
                  </a:moveTo>
                  <a:lnTo>
                    <a:pt x="1688497" y="2028051"/>
                  </a:lnTo>
                  <a:lnTo>
                    <a:pt x="1723511" y="2004855"/>
                  </a:lnTo>
                  <a:close/>
                  <a:moveTo>
                    <a:pt x="1110061" y="1166188"/>
                  </a:moveTo>
                  <a:lnTo>
                    <a:pt x="1045945" y="1157721"/>
                  </a:lnTo>
                  <a:lnTo>
                    <a:pt x="1116601" y="1260964"/>
                  </a:lnTo>
                  <a:close/>
                  <a:moveTo>
                    <a:pt x="998475" y="1120121"/>
                  </a:moveTo>
                  <a:lnTo>
                    <a:pt x="1034252" y="1144268"/>
                  </a:lnTo>
                  <a:lnTo>
                    <a:pt x="1045945" y="1157721"/>
                  </a:lnTo>
                  <a:close/>
                  <a:moveTo>
                    <a:pt x="958469" y="1033997"/>
                  </a:moveTo>
                  <a:lnTo>
                    <a:pt x="925951" y="994498"/>
                  </a:lnTo>
                  <a:lnTo>
                    <a:pt x="985580" y="1071905"/>
                  </a:lnTo>
                  <a:close/>
                  <a:moveTo>
                    <a:pt x="1026726" y="1010541"/>
                  </a:moveTo>
                  <a:lnTo>
                    <a:pt x="958469" y="1033997"/>
                  </a:lnTo>
                  <a:lnTo>
                    <a:pt x="985580" y="1071905"/>
                  </a:lnTo>
                  <a:close/>
                  <a:moveTo>
                    <a:pt x="123784" y="21394"/>
                  </a:moveTo>
                  <a:lnTo>
                    <a:pt x="161807" y="90575"/>
                  </a:lnTo>
                  <a:lnTo>
                    <a:pt x="166626" y="113908"/>
                  </a:lnTo>
                  <a:close/>
                  <a:moveTo>
                    <a:pt x="75569" y="0"/>
                  </a:moveTo>
                  <a:lnTo>
                    <a:pt x="161807" y="90575"/>
                  </a:lnTo>
                  <a:lnTo>
                    <a:pt x="123784" y="21394"/>
                  </a:lnTo>
                  <a:close/>
                  <a:moveTo>
                    <a:pt x="1955093" y="2252291"/>
                  </a:moveTo>
                  <a:lnTo>
                    <a:pt x="1862488" y="2219230"/>
                  </a:lnTo>
                  <a:lnTo>
                    <a:pt x="1901668" y="2247968"/>
                  </a:lnTo>
                  <a:close/>
                  <a:moveTo>
                    <a:pt x="1482490" y="1545647"/>
                  </a:moveTo>
                  <a:lnTo>
                    <a:pt x="1483409" y="1603371"/>
                  </a:lnTo>
                  <a:lnTo>
                    <a:pt x="1486244" y="1555344"/>
                  </a:lnTo>
                  <a:close/>
                  <a:moveTo>
                    <a:pt x="1486244" y="1555344"/>
                  </a:moveTo>
                  <a:lnTo>
                    <a:pt x="1502047" y="1457855"/>
                  </a:lnTo>
                  <a:lnTo>
                    <a:pt x="1482490" y="1545647"/>
                  </a:lnTo>
                  <a:close/>
                  <a:moveTo>
                    <a:pt x="1815832" y="1656607"/>
                  </a:moveTo>
                  <a:lnTo>
                    <a:pt x="1717002" y="1704223"/>
                  </a:lnTo>
                  <a:lnTo>
                    <a:pt x="1799750" y="1734944"/>
                  </a:lnTo>
                  <a:close/>
                  <a:moveTo>
                    <a:pt x="1815832" y="1656607"/>
                  </a:moveTo>
                  <a:lnTo>
                    <a:pt x="1736952" y="1660142"/>
                  </a:lnTo>
                  <a:lnTo>
                    <a:pt x="1717002" y="1704223"/>
                  </a:lnTo>
                  <a:close/>
                  <a:moveTo>
                    <a:pt x="1736952" y="1660142"/>
                  </a:moveTo>
                  <a:lnTo>
                    <a:pt x="1815832" y="1656607"/>
                  </a:lnTo>
                  <a:lnTo>
                    <a:pt x="1753186" y="1624304"/>
                  </a:lnTo>
                  <a:close/>
                  <a:moveTo>
                    <a:pt x="1502047" y="1457855"/>
                  </a:moveTo>
                  <a:lnTo>
                    <a:pt x="1526672" y="1434693"/>
                  </a:lnTo>
                  <a:lnTo>
                    <a:pt x="1523377" y="1412315"/>
                  </a:lnTo>
                  <a:close/>
                  <a:moveTo>
                    <a:pt x="1523377" y="1412315"/>
                  </a:moveTo>
                  <a:lnTo>
                    <a:pt x="1526672" y="1434693"/>
                  </a:lnTo>
                  <a:lnTo>
                    <a:pt x="1549185" y="1355438"/>
                  </a:lnTo>
                  <a:close/>
                  <a:moveTo>
                    <a:pt x="1549854" y="1351289"/>
                  </a:moveTo>
                  <a:lnTo>
                    <a:pt x="1523377" y="1412315"/>
                  </a:lnTo>
                  <a:lnTo>
                    <a:pt x="1549185" y="1355438"/>
                  </a:lnTo>
                  <a:close/>
                  <a:moveTo>
                    <a:pt x="1888350" y="1357819"/>
                  </a:moveTo>
                  <a:lnTo>
                    <a:pt x="1863889" y="1237168"/>
                  </a:lnTo>
                  <a:lnTo>
                    <a:pt x="1915391" y="131938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26" name="Candidate_density__2045">
              <a:extLst>
                <a:ext uri="{FF2B5EF4-FFF2-40B4-BE49-F238E27FC236}">
                  <a16:creationId xmlns:a16="http://schemas.microsoft.com/office/drawing/2014/main" id="{5B327435-9014-3FFC-C861-D7B9A82EA3D1}"/>
                </a:ext>
              </a:extLst>
            </p:cNvPr>
            <p:cNvSpPr>
              <a:spLocks noGrp="1"/>
            </p:cNvSpPr>
            <p:nvPr/>
          </p:nvSpPr>
          <p:spPr>
            <a:xfrm>
              <a:off x="4599460" y="2165924"/>
              <a:ext cx="1900153" cy="3377626"/>
            </a:xfrm>
            <a:custGeom>
              <a:avLst/>
              <a:gdLst/>
              <a:ahLst/>
              <a:cxnLst/>
              <a:rect l="0" t="0" r="0" b="0"/>
              <a:pathLst>
                <a:path w="1900153" h="3377626">
                  <a:moveTo>
                    <a:pt x="0" y="2666404"/>
                  </a:moveTo>
                  <a:lnTo>
                    <a:pt x="77692" y="2712738"/>
                  </a:lnTo>
                  <a:lnTo>
                    <a:pt x="63708" y="2703708"/>
                  </a:lnTo>
                  <a:close/>
                  <a:moveTo>
                    <a:pt x="0" y="2666404"/>
                  </a:moveTo>
                  <a:lnTo>
                    <a:pt x="114742" y="2733804"/>
                  </a:lnTo>
                  <a:lnTo>
                    <a:pt x="77692" y="2712738"/>
                  </a:lnTo>
                  <a:close/>
                  <a:moveTo>
                    <a:pt x="230931" y="2771613"/>
                  </a:moveTo>
                  <a:lnTo>
                    <a:pt x="114742" y="2733804"/>
                  </a:lnTo>
                  <a:lnTo>
                    <a:pt x="177002" y="2743780"/>
                  </a:lnTo>
                  <a:close/>
                  <a:moveTo>
                    <a:pt x="830539" y="3332023"/>
                  </a:moveTo>
                  <a:lnTo>
                    <a:pt x="840201" y="3377626"/>
                  </a:lnTo>
                  <a:lnTo>
                    <a:pt x="891116" y="3352784"/>
                  </a:lnTo>
                  <a:close/>
                  <a:moveTo>
                    <a:pt x="884702" y="3293586"/>
                  </a:moveTo>
                  <a:lnTo>
                    <a:pt x="891116" y="3352784"/>
                  </a:lnTo>
                  <a:lnTo>
                    <a:pt x="940391" y="3321812"/>
                  </a:lnTo>
                  <a:close/>
                  <a:moveTo>
                    <a:pt x="1016019" y="3255150"/>
                  </a:moveTo>
                  <a:lnTo>
                    <a:pt x="982843" y="3293586"/>
                  </a:lnTo>
                  <a:lnTo>
                    <a:pt x="1033206" y="3174974"/>
                  </a:lnTo>
                  <a:close/>
                  <a:moveTo>
                    <a:pt x="484796" y="2614734"/>
                  </a:moveTo>
                  <a:lnTo>
                    <a:pt x="445905" y="2597429"/>
                  </a:lnTo>
                  <a:lnTo>
                    <a:pt x="438060" y="2558314"/>
                  </a:lnTo>
                  <a:close/>
                  <a:moveTo>
                    <a:pt x="530019" y="2623471"/>
                  </a:moveTo>
                  <a:lnTo>
                    <a:pt x="544844" y="2626508"/>
                  </a:lnTo>
                  <a:lnTo>
                    <a:pt x="484796" y="2614734"/>
                  </a:lnTo>
                  <a:close/>
                  <a:moveTo>
                    <a:pt x="1065570" y="3090720"/>
                  </a:moveTo>
                  <a:lnTo>
                    <a:pt x="1088104" y="3101568"/>
                  </a:lnTo>
                  <a:lnTo>
                    <a:pt x="1096286" y="3081709"/>
                  </a:lnTo>
                  <a:close/>
                  <a:moveTo>
                    <a:pt x="444981" y="2246734"/>
                  </a:moveTo>
                  <a:lnTo>
                    <a:pt x="384628" y="2350784"/>
                  </a:lnTo>
                  <a:lnTo>
                    <a:pt x="427740" y="2304525"/>
                  </a:lnTo>
                  <a:close/>
                  <a:moveTo>
                    <a:pt x="444981" y="2246734"/>
                  </a:moveTo>
                  <a:lnTo>
                    <a:pt x="455502" y="2193118"/>
                  </a:lnTo>
                  <a:lnTo>
                    <a:pt x="384274" y="2205468"/>
                  </a:lnTo>
                  <a:close/>
                  <a:moveTo>
                    <a:pt x="455502" y="2193118"/>
                  </a:moveTo>
                  <a:lnTo>
                    <a:pt x="459096" y="2135166"/>
                  </a:lnTo>
                  <a:lnTo>
                    <a:pt x="434776" y="2179083"/>
                  </a:lnTo>
                  <a:close/>
                  <a:moveTo>
                    <a:pt x="521761" y="2144813"/>
                  </a:moveTo>
                  <a:lnTo>
                    <a:pt x="455502" y="2193118"/>
                  </a:lnTo>
                  <a:lnTo>
                    <a:pt x="519382" y="2153301"/>
                  </a:lnTo>
                  <a:close/>
                  <a:moveTo>
                    <a:pt x="459096" y="2135166"/>
                  </a:moveTo>
                  <a:lnTo>
                    <a:pt x="513391" y="2130901"/>
                  </a:lnTo>
                  <a:lnTo>
                    <a:pt x="469398" y="2027266"/>
                  </a:lnTo>
                  <a:close/>
                  <a:moveTo>
                    <a:pt x="449504" y="2109481"/>
                  </a:moveTo>
                  <a:lnTo>
                    <a:pt x="459096" y="2135166"/>
                  </a:lnTo>
                  <a:lnTo>
                    <a:pt x="468858" y="2027856"/>
                  </a:lnTo>
                  <a:close/>
                  <a:moveTo>
                    <a:pt x="288796" y="1696748"/>
                  </a:moveTo>
                  <a:lnTo>
                    <a:pt x="254110" y="1680171"/>
                  </a:lnTo>
                  <a:lnTo>
                    <a:pt x="310924" y="1716023"/>
                  </a:lnTo>
                  <a:close/>
                  <a:moveTo>
                    <a:pt x="360399" y="1685801"/>
                  </a:moveTo>
                  <a:lnTo>
                    <a:pt x="288796" y="1696748"/>
                  </a:lnTo>
                  <a:lnTo>
                    <a:pt x="310924" y="1716023"/>
                  </a:lnTo>
                  <a:close/>
                  <a:moveTo>
                    <a:pt x="333285" y="1698405"/>
                  </a:moveTo>
                  <a:lnTo>
                    <a:pt x="360399" y="1685801"/>
                  </a:lnTo>
                  <a:lnTo>
                    <a:pt x="310924" y="1716023"/>
                  </a:lnTo>
                  <a:close/>
                  <a:moveTo>
                    <a:pt x="1551710" y="2449025"/>
                  </a:moveTo>
                  <a:lnTo>
                    <a:pt x="1452311" y="2473582"/>
                  </a:lnTo>
                  <a:lnTo>
                    <a:pt x="1461870" y="2371832"/>
                  </a:lnTo>
                  <a:close/>
                  <a:moveTo>
                    <a:pt x="1069619" y="2019900"/>
                  </a:moveTo>
                  <a:lnTo>
                    <a:pt x="1058012" y="2076386"/>
                  </a:lnTo>
                  <a:lnTo>
                    <a:pt x="1116342" y="1964389"/>
                  </a:lnTo>
                  <a:close/>
                  <a:moveTo>
                    <a:pt x="1116342" y="1964389"/>
                  </a:moveTo>
                  <a:lnTo>
                    <a:pt x="1110845" y="1955735"/>
                  </a:lnTo>
                  <a:lnTo>
                    <a:pt x="1069619" y="2019900"/>
                  </a:lnTo>
                  <a:close/>
                  <a:moveTo>
                    <a:pt x="1399454" y="2016093"/>
                  </a:moveTo>
                  <a:lnTo>
                    <a:pt x="1351220" y="2094807"/>
                  </a:lnTo>
                  <a:lnTo>
                    <a:pt x="1424649" y="2095702"/>
                  </a:lnTo>
                  <a:close/>
                  <a:moveTo>
                    <a:pt x="1678759" y="1979823"/>
                  </a:moveTo>
                  <a:lnTo>
                    <a:pt x="1725545" y="2004855"/>
                  </a:lnTo>
                  <a:lnTo>
                    <a:pt x="1728144" y="1949263"/>
                  </a:lnTo>
                  <a:close/>
                  <a:moveTo>
                    <a:pt x="1106824" y="1234740"/>
                  </a:moveTo>
                  <a:lnTo>
                    <a:pt x="1123637" y="1157721"/>
                  </a:lnTo>
                  <a:lnTo>
                    <a:pt x="1081733" y="1204387"/>
                  </a:lnTo>
                  <a:close/>
                  <a:moveTo>
                    <a:pt x="1027016" y="1215009"/>
                  </a:moveTo>
                  <a:lnTo>
                    <a:pt x="1106824" y="1234740"/>
                  </a:lnTo>
                  <a:lnTo>
                    <a:pt x="1081733" y="1204387"/>
                  </a:lnTo>
                  <a:close/>
                  <a:moveTo>
                    <a:pt x="187807" y="91405"/>
                  </a:moveTo>
                  <a:lnTo>
                    <a:pt x="214802" y="128880"/>
                  </a:lnTo>
                  <a:lnTo>
                    <a:pt x="239499" y="90575"/>
                  </a:lnTo>
                  <a:close/>
                  <a:moveTo>
                    <a:pt x="177412" y="196123"/>
                  </a:moveTo>
                  <a:lnTo>
                    <a:pt x="214802" y="128880"/>
                  </a:lnTo>
                  <a:lnTo>
                    <a:pt x="176606" y="181206"/>
                  </a:lnTo>
                  <a:close/>
                  <a:moveTo>
                    <a:pt x="239499" y="90575"/>
                  </a:moveTo>
                  <a:lnTo>
                    <a:pt x="214802" y="128880"/>
                  </a:lnTo>
                  <a:lnTo>
                    <a:pt x="244318" y="113908"/>
                  </a:lnTo>
                  <a:close/>
                  <a:moveTo>
                    <a:pt x="153261" y="0"/>
                  </a:moveTo>
                  <a:lnTo>
                    <a:pt x="219048" y="75472"/>
                  </a:lnTo>
                  <a:lnTo>
                    <a:pt x="239499" y="90575"/>
                  </a:lnTo>
                  <a:close/>
                  <a:moveTo>
                    <a:pt x="1604364" y="1434693"/>
                  </a:moveTo>
                  <a:lnTo>
                    <a:pt x="1579739" y="1457855"/>
                  </a:lnTo>
                  <a:lnTo>
                    <a:pt x="1563936" y="1555344"/>
                  </a:lnTo>
                  <a:close/>
                  <a:moveTo>
                    <a:pt x="1893524" y="1656607"/>
                  </a:moveTo>
                  <a:lnTo>
                    <a:pt x="1890562" y="1568794"/>
                  </a:lnTo>
                  <a:lnTo>
                    <a:pt x="1830877" y="1624304"/>
                  </a:lnTo>
                  <a:close/>
                  <a:moveTo>
                    <a:pt x="1893524" y="1656607"/>
                  </a:moveTo>
                  <a:lnTo>
                    <a:pt x="1877442" y="1734944"/>
                  </a:lnTo>
                  <a:lnTo>
                    <a:pt x="1900153" y="1681338"/>
                  </a:lnTo>
                  <a:close/>
                  <a:moveTo>
                    <a:pt x="1900153" y="1681338"/>
                  </a:moveTo>
                  <a:lnTo>
                    <a:pt x="1890562" y="1568794"/>
                  </a:lnTo>
                  <a:lnTo>
                    <a:pt x="1893524" y="1656607"/>
                  </a:lnTo>
                  <a:close/>
                  <a:moveTo>
                    <a:pt x="1893735" y="1560686"/>
                  </a:moveTo>
                  <a:lnTo>
                    <a:pt x="1890562" y="1568794"/>
                  </a:lnTo>
                  <a:lnTo>
                    <a:pt x="1900153" y="1681338"/>
                  </a:lnTo>
                  <a:close/>
                  <a:moveTo>
                    <a:pt x="1892915" y="1557011"/>
                  </a:moveTo>
                  <a:lnTo>
                    <a:pt x="1896425" y="1522250"/>
                  </a:lnTo>
                  <a:lnTo>
                    <a:pt x="1890562" y="1568794"/>
                  </a:lnTo>
                  <a:close/>
                  <a:moveTo>
                    <a:pt x="1892915" y="1557011"/>
                  </a:moveTo>
                  <a:lnTo>
                    <a:pt x="1890562" y="1568794"/>
                  </a:lnTo>
                  <a:lnTo>
                    <a:pt x="1893735" y="15606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27" name="Candidate_density__2046">
              <a:extLst>
                <a:ext uri="{FF2B5EF4-FFF2-40B4-BE49-F238E27FC236}">
                  <a16:creationId xmlns:a16="http://schemas.microsoft.com/office/drawing/2014/main" id="{C94E8CC8-4679-613A-DE87-111AF1076928}"/>
                </a:ext>
              </a:extLst>
            </p:cNvPr>
            <p:cNvSpPr>
              <a:spLocks noGrp="1"/>
            </p:cNvSpPr>
            <p:nvPr/>
          </p:nvSpPr>
          <p:spPr>
            <a:xfrm>
              <a:off x="4767309" y="2294804"/>
              <a:ext cx="1754040" cy="3223904"/>
            </a:xfrm>
            <a:custGeom>
              <a:avLst/>
              <a:gdLst/>
              <a:ahLst/>
              <a:cxnLst/>
              <a:rect l="0" t="0" r="0" b="0"/>
              <a:pathLst>
                <a:path w="1754040" h="3223904">
                  <a:moveTo>
                    <a:pt x="765794" y="3203143"/>
                  </a:moveTo>
                  <a:lnTo>
                    <a:pt x="772542" y="3192932"/>
                  </a:lnTo>
                  <a:lnTo>
                    <a:pt x="723267" y="3223904"/>
                  </a:lnTo>
                  <a:close/>
                  <a:moveTo>
                    <a:pt x="765794" y="3203143"/>
                  </a:moveTo>
                  <a:lnTo>
                    <a:pt x="814994" y="3164706"/>
                  </a:lnTo>
                  <a:lnTo>
                    <a:pt x="772542" y="3192932"/>
                  </a:lnTo>
                  <a:close/>
                  <a:moveTo>
                    <a:pt x="814994" y="3164706"/>
                  </a:moveTo>
                  <a:lnTo>
                    <a:pt x="831512" y="3134757"/>
                  </a:lnTo>
                  <a:lnTo>
                    <a:pt x="865357" y="3046094"/>
                  </a:lnTo>
                  <a:close/>
                  <a:moveTo>
                    <a:pt x="1079384" y="2858585"/>
                  </a:moveTo>
                  <a:lnTo>
                    <a:pt x="1031355" y="2894211"/>
                  </a:lnTo>
                  <a:lnTo>
                    <a:pt x="1142623" y="2816369"/>
                  </a:lnTo>
                  <a:close/>
                  <a:moveTo>
                    <a:pt x="1142623" y="2816369"/>
                  </a:moveTo>
                  <a:lnTo>
                    <a:pt x="1105755" y="2869265"/>
                  </a:lnTo>
                  <a:lnTo>
                    <a:pt x="1079384" y="2858585"/>
                  </a:lnTo>
                  <a:close/>
                  <a:moveTo>
                    <a:pt x="301549" y="1898385"/>
                  </a:moveTo>
                  <a:lnTo>
                    <a:pt x="353634" y="1817074"/>
                  </a:lnTo>
                  <a:lnTo>
                    <a:pt x="403414" y="1787989"/>
                  </a:lnTo>
                  <a:close/>
                  <a:moveTo>
                    <a:pt x="398635" y="1859949"/>
                  </a:moveTo>
                  <a:lnTo>
                    <a:pt x="403414" y="1787989"/>
                  </a:lnTo>
                  <a:lnTo>
                    <a:pt x="408769" y="1771151"/>
                  </a:lnTo>
                  <a:close/>
                  <a:moveTo>
                    <a:pt x="1629467" y="2661154"/>
                  </a:moveTo>
                  <a:lnTo>
                    <a:pt x="1566179" y="2637223"/>
                  </a:lnTo>
                  <a:lnTo>
                    <a:pt x="1580624" y="2649006"/>
                  </a:lnTo>
                  <a:close/>
                  <a:moveTo>
                    <a:pt x="1642822" y="2649006"/>
                  </a:moveTo>
                  <a:lnTo>
                    <a:pt x="1679620" y="2633470"/>
                  </a:lnTo>
                  <a:lnTo>
                    <a:pt x="1629467" y="2661154"/>
                  </a:lnTo>
                  <a:close/>
                  <a:moveTo>
                    <a:pt x="1642822" y="2649006"/>
                  </a:moveTo>
                  <a:lnTo>
                    <a:pt x="1705216" y="2610569"/>
                  </a:lnTo>
                  <a:lnTo>
                    <a:pt x="1679620" y="2633470"/>
                  </a:lnTo>
                  <a:close/>
                  <a:moveTo>
                    <a:pt x="12511" y="105680"/>
                  </a:moveTo>
                  <a:lnTo>
                    <a:pt x="9563" y="67243"/>
                  </a:lnTo>
                  <a:lnTo>
                    <a:pt x="0" y="103105"/>
                  </a:lnTo>
                  <a:close/>
                  <a:moveTo>
                    <a:pt x="9563" y="67243"/>
                  </a:moveTo>
                  <a:lnTo>
                    <a:pt x="12511" y="105680"/>
                  </a:lnTo>
                  <a:lnTo>
                    <a:pt x="46953" y="0"/>
                  </a:lnTo>
                  <a:close/>
                  <a:moveTo>
                    <a:pt x="1008428" y="871673"/>
                  </a:moveTo>
                  <a:lnTo>
                    <a:pt x="985781" y="904366"/>
                  </a:lnTo>
                  <a:lnTo>
                    <a:pt x="936569" y="881661"/>
                  </a:lnTo>
                  <a:close/>
                  <a:moveTo>
                    <a:pt x="1725887" y="1431806"/>
                  </a:moveTo>
                  <a:lnTo>
                    <a:pt x="1754040" y="1341836"/>
                  </a:lnTo>
                  <a:lnTo>
                    <a:pt x="1725066" y="1428131"/>
                  </a:lnTo>
                  <a:close/>
                  <a:moveTo>
                    <a:pt x="1728576" y="1393369"/>
                  </a:moveTo>
                  <a:lnTo>
                    <a:pt x="1725066" y="1428131"/>
                  </a:lnTo>
                  <a:lnTo>
                    <a:pt x="1754040" y="134183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28" name="Candidate_density__2047">
              <a:extLst>
                <a:ext uri="{FF2B5EF4-FFF2-40B4-BE49-F238E27FC236}">
                  <a16:creationId xmlns:a16="http://schemas.microsoft.com/office/drawing/2014/main" id="{A33ABC7E-CE3D-004D-2321-49E39E786F70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929282"/>
              <a:ext cx="2344279" cy="2509743"/>
            </a:xfrm>
            <a:custGeom>
              <a:avLst/>
              <a:gdLst/>
              <a:ahLst/>
              <a:cxnLst/>
              <a:rect l="0" t="0" r="0" b="0"/>
              <a:pathLst>
                <a:path w="2344279" h="2509743">
                  <a:moveTo>
                    <a:pt x="29684" y="1823387"/>
                  </a:moveTo>
                  <a:lnTo>
                    <a:pt x="0" y="1861823"/>
                  </a:lnTo>
                  <a:lnTo>
                    <a:pt x="35516" y="1905602"/>
                  </a:lnTo>
                  <a:close/>
                  <a:moveTo>
                    <a:pt x="35516" y="1905602"/>
                  </a:moveTo>
                  <a:lnTo>
                    <a:pt x="94748" y="1784950"/>
                  </a:lnTo>
                  <a:lnTo>
                    <a:pt x="29684" y="1823387"/>
                  </a:lnTo>
                  <a:close/>
                  <a:moveTo>
                    <a:pt x="392951" y="1927574"/>
                  </a:moveTo>
                  <a:lnTo>
                    <a:pt x="489386" y="1916364"/>
                  </a:lnTo>
                  <a:lnTo>
                    <a:pt x="477608" y="1910944"/>
                  </a:lnTo>
                  <a:close/>
                  <a:moveTo>
                    <a:pt x="477608" y="1910944"/>
                  </a:moveTo>
                  <a:lnTo>
                    <a:pt x="418212" y="1828729"/>
                  </a:lnTo>
                  <a:lnTo>
                    <a:pt x="392951" y="1927574"/>
                  </a:lnTo>
                  <a:close/>
                  <a:moveTo>
                    <a:pt x="418212" y="1828729"/>
                  </a:moveTo>
                  <a:lnTo>
                    <a:pt x="387246" y="1832120"/>
                  </a:lnTo>
                  <a:lnTo>
                    <a:pt x="392951" y="1927574"/>
                  </a:lnTo>
                  <a:close/>
                  <a:moveTo>
                    <a:pt x="309298" y="1834898"/>
                  </a:moveTo>
                  <a:lnTo>
                    <a:pt x="253233" y="1746514"/>
                  </a:lnTo>
                  <a:lnTo>
                    <a:pt x="214087" y="1751619"/>
                  </a:lnTo>
                  <a:close/>
                  <a:moveTo>
                    <a:pt x="214087" y="1751619"/>
                  </a:moveTo>
                  <a:lnTo>
                    <a:pt x="225693" y="1766430"/>
                  </a:lnTo>
                  <a:lnTo>
                    <a:pt x="309298" y="1834898"/>
                  </a:lnTo>
                  <a:close/>
                  <a:moveTo>
                    <a:pt x="303197" y="1639674"/>
                  </a:moveTo>
                  <a:lnTo>
                    <a:pt x="306018" y="1664298"/>
                  </a:lnTo>
                  <a:lnTo>
                    <a:pt x="257735" y="1607572"/>
                  </a:lnTo>
                  <a:close/>
                  <a:moveTo>
                    <a:pt x="1097704" y="2418820"/>
                  </a:moveTo>
                  <a:lnTo>
                    <a:pt x="1078305" y="2509743"/>
                  </a:lnTo>
                  <a:lnTo>
                    <a:pt x="1172113" y="2409577"/>
                  </a:lnTo>
                  <a:close/>
                  <a:moveTo>
                    <a:pt x="1000869" y="2436952"/>
                  </a:moveTo>
                  <a:lnTo>
                    <a:pt x="1097704" y="2418820"/>
                  </a:lnTo>
                  <a:lnTo>
                    <a:pt x="1067898" y="2342959"/>
                  </a:lnTo>
                  <a:close/>
                  <a:moveTo>
                    <a:pt x="1097704" y="2418820"/>
                  </a:moveTo>
                  <a:lnTo>
                    <a:pt x="1181975" y="2403486"/>
                  </a:lnTo>
                  <a:lnTo>
                    <a:pt x="1132896" y="2350709"/>
                  </a:lnTo>
                  <a:close/>
                  <a:moveTo>
                    <a:pt x="1097704" y="2418820"/>
                  </a:moveTo>
                  <a:lnTo>
                    <a:pt x="1132896" y="2350709"/>
                  </a:lnTo>
                  <a:lnTo>
                    <a:pt x="1067898" y="2342959"/>
                  </a:lnTo>
                  <a:close/>
                  <a:moveTo>
                    <a:pt x="1172113" y="2409577"/>
                  </a:moveTo>
                  <a:lnTo>
                    <a:pt x="1229126" y="2472660"/>
                  </a:lnTo>
                  <a:lnTo>
                    <a:pt x="1189684" y="2404634"/>
                  </a:lnTo>
                  <a:close/>
                  <a:moveTo>
                    <a:pt x="1181975" y="2403486"/>
                  </a:moveTo>
                  <a:lnTo>
                    <a:pt x="1172113" y="2409577"/>
                  </a:lnTo>
                  <a:lnTo>
                    <a:pt x="1189684" y="2404634"/>
                  </a:lnTo>
                  <a:close/>
                  <a:moveTo>
                    <a:pt x="496939" y="1384559"/>
                  </a:moveTo>
                  <a:lnTo>
                    <a:pt x="496061" y="1302344"/>
                  </a:lnTo>
                  <a:lnTo>
                    <a:pt x="489688" y="1308967"/>
                  </a:lnTo>
                  <a:close/>
                  <a:moveTo>
                    <a:pt x="496709" y="1298137"/>
                  </a:moveTo>
                  <a:lnTo>
                    <a:pt x="489688" y="1308967"/>
                  </a:lnTo>
                  <a:lnTo>
                    <a:pt x="496061" y="1302344"/>
                  </a:lnTo>
                  <a:close/>
                  <a:moveTo>
                    <a:pt x="496061" y="1302344"/>
                  </a:moveTo>
                  <a:lnTo>
                    <a:pt x="496939" y="1384559"/>
                  </a:lnTo>
                  <a:lnTo>
                    <a:pt x="503787" y="1346123"/>
                  </a:lnTo>
                  <a:close/>
                  <a:moveTo>
                    <a:pt x="496061" y="1302344"/>
                  </a:moveTo>
                  <a:lnTo>
                    <a:pt x="503787" y="1346123"/>
                  </a:lnTo>
                  <a:lnTo>
                    <a:pt x="516775" y="1263907"/>
                  </a:lnTo>
                  <a:close/>
                  <a:moveTo>
                    <a:pt x="496061" y="1302344"/>
                  </a:moveTo>
                  <a:lnTo>
                    <a:pt x="493942" y="1205417"/>
                  </a:lnTo>
                  <a:lnTo>
                    <a:pt x="496709" y="1298137"/>
                  </a:lnTo>
                  <a:close/>
                  <a:moveTo>
                    <a:pt x="494635" y="1181692"/>
                  </a:moveTo>
                  <a:lnTo>
                    <a:pt x="493942" y="1205417"/>
                  </a:lnTo>
                  <a:lnTo>
                    <a:pt x="496061" y="1302344"/>
                  </a:lnTo>
                  <a:close/>
                  <a:moveTo>
                    <a:pt x="516775" y="1263907"/>
                  </a:moveTo>
                  <a:lnTo>
                    <a:pt x="494635" y="1181692"/>
                  </a:lnTo>
                  <a:lnTo>
                    <a:pt x="496061" y="1302344"/>
                  </a:lnTo>
                  <a:close/>
                  <a:moveTo>
                    <a:pt x="508819" y="1128209"/>
                  </a:moveTo>
                  <a:lnTo>
                    <a:pt x="493942" y="1205417"/>
                  </a:lnTo>
                  <a:lnTo>
                    <a:pt x="494635" y="1181692"/>
                  </a:lnTo>
                  <a:close/>
                  <a:moveTo>
                    <a:pt x="1474644" y="2129837"/>
                  </a:moveTo>
                  <a:lnTo>
                    <a:pt x="1443732" y="2168273"/>
                  </a:lnTo>
                  <a:lnTo>
                    <a:pt x="1488185" y="2212052"/>
                  </a:lnTo>
                  <a:close/>
                  <a:moveTo>
                    <a:pt x="630894" y="1090767"/>
                  </a:moveTo>
                  <a:lnTo>
                    <a:pt x="577526" y="1106436"/>
                  </a:lnTo>
                  <a:lnTo>
                    <a:pt x="508819" y="1128209"/>
                  </a:lnTo>
                  <a:close/>
                  <a:moveTo>
                    <a:pt x="630894" y="1090767"/>
                  </a:moveTo>
                  <a:lnTo>
                    <a:pt x="508819" y="1128209"/>
                  </a:lnTo>
                  <a:lnTo>
                    <a:pt x="562485" y="1113658"/>
                  </a:lnTo>
                  <a:close/>
                  <a:moveTo>
                    <a:pt x="691753" y="1105192"/>
                  </a:moveTo>
                  <a:lnTo>
                    <a:pt x="704568" y="1087564"/>
                  </a:lnTo>
                  <a:lnTo>
                    <a:pt x="630894" y="1090767"/>
                  </a:lnTo>
                  <a:close/>
                  <a:moveTo>
                    <a:pt x="691753" y="1105192"/>
                  </a:moveTo>
                  <a:lnTo>
                    <a:pt x="757577" y="1112271"/>
                  </a:lnTo>
                  <a:lnTo>
                    <a:pt x="704568" y="1087564"/>
                  </a:lnTo>
                  <a:close/>
                  <a:moveTo>
                    <a:pt x="810869" y="1029445"/>
                  </a:moveTo>
                  <a:lnTo>
                    <a:pt x="709251" y="1061041"/>
                  </a:lnTo>
                  <a:lnTo>
                    <a:pt x="757577" y="1112271"/>
                  </a:lnTo>
                  <a:close/>
                  <a:moveTo>
                    <a:pt x="471519" y="896611"/>
                  </a:moveTo>
                  <a:lnTo>
                    <a:pt x="467606" y="822373"/>
                  </a:lnTo>
                  <a:lnTo>
                    <a:pt x="475036" y="775959"/>
                  </a:lnTo>
                  <a:close/>
                  <a:moveTo>
                    <a:pt x="475036" y="775959"/>
                  </a:moveTo>
                  <a:lnTo>
                    <a:pt x="510069" y="702478"/>
                  </a:lnTo>
                  <a:lnTo>
                    <a:pt x="419855" y="814396"/>
                  </a:lnTo>
                  <a:close/>
                  <a:moveTo>
                    <a:pt x="1611739" y="1970749"/>
                  </a:moveTo>
                  <a:lnTo>
                    <a:pt x="1564289" y="2009186"/>
                  </a:lnTo>
                  <a:lnTo>
                    <a:pt x="1666083" y="2052964"/>
                  </a:lnTo>
                  <a:close/>
                  <a:moveTo>
                    <a:pt x="1519264" y="1926971"/>
                  </a:moveTo>
                  <a:lnTo>
                    <a:pt x="1564289" y="2009186"/>
                  </a:lnTo>
                  <a:lnTo>
                    <a:pt x="1611739" y="1970749"/>
                  </a:lnTo>
                  <a:close/>
                  <a:moveTo>
                    <a:pt x="1519264" y="1926971"/>
                  </a:moveTo>
                  <a:lnTo>
                    <a:pt x="1611739" y="1970749"/>
                  </a:lnTo>
                  <a:lnTo>
                    <a:pt x="1571998" y="1888534"/>
                  </a:lnTo>
                  <a:close/>
                  <a:moveTo>
                    <a:pt x="1500607" y="1844755"/>
                  </a:moveTo>
                  <a:lnTo>
                    <a:pt x="1571998" y="1888534"/>
                  </a:lnTo>
                  <a:lnTo>
                    <a:pt x="1533852" y="1806319"/>
                  </a:lnTo>
                  <a:close/>
                  <a:moveTo>
                    <a:pt x="573453" y="740406"/>
                  </a:moveTo>
                  <a:lnTo>
                    <a:pt x="586327" y="708937"/>
                  </a:lnTo>
                  <a:lnTo>
                    <a:pt x="510069" y="702478"/>
                  </a:lnTo>
                  <a:close/>
                  <a:moveTo>
                    <a:pt x="573453" y="740406"/>
                  </a:moveTo>
                  <a:lnTo>
                    <a:pt x="640766" y="746274"/>
                  </a:lnTo>
                  <a:lnTo>
                    <a:pt x="586327" y="708937"/>
                  </a:lnTo>
                  <a:close/>
                  <a:moveTo>
                    <a:pt x="640766" y="746274"/>
                  </a:moveTo>
                  <a:lnTo>
                    <a:pt x="573453" y="740406"/>
                  </a:lnTo>
                  <a:lnTo>
                    <a:pt x="661737" y="775681"/>
                  </a:lnTo>
                  <a:close/>
                  <a:moveTo>
                    <a:pt x="1147969" y="1192377"/>
                  </a:moveTo>
                  <a:lnTo>
                    <a:pt x="1106892" y="1148598"/>
                  </a:lnTo>
                  <a:lnTo>
                    <a:pt x="1107057" y="1230813"/>
                  </a:lnTo>
                  <a:close/>
                  <a:moveTo>
                    <a:pt x="767564" y="699086"/>
                  </a:moveTo>
                  <a:lnTo>
                    <a:pt x="786655" y="688262"/>
                  </a:lnTo>
                  <a:lnTo>
                    <a:pt x="762180" y="657360"/>
                  </a:lnTo>
                  <a:close/>
                  <a:moveTo>
                    <a:pt x="2059328" y="1781996"/>
                  </a:moveTo>
                  <a:lnTo>
                    <a:pt x="2083574" y="1773225"/>
                  </a:lnTo>
                  <a:lnTo>
                    <a:pt x="2053773" y="1712118"/>
                  </a:lnTo>
                  <a:close/>
                  <a:moveTo>
                    <a:pt x="2187951" y="1738020"/>
                  </a:moveTo>
                  <a:lnTo>
                    <a:pt x="2083574" y="1773225"/>
                  </a:lnTo>
                  <a:lnTo>
                    <a:pt x="2193487" y="1740621"/>
                  </a:lnTo>
                  <a:close/>
                  <a:moveTo>
                    <a:pt x="2193487" y="1740621"/>
                  </a:moveTo>
                  <a:lnTo>
                    <a:pt x="2078752" y="1805507"/>
                  </a:lnTo>
                  <a:lnTo>
                    <a:pt x="2169017" y="1817003"/>
                  </a:lnTo>
                  <a:close/>
                  <a:moveTo>
                    <a:pt x="2187951" y="1738020"/>
                  </a:moveTo>
                  <a:lnTo>
                    <a:pt x="2053773" y="1712118"/>
                  </a:lnTo>
                  <a:lnTo>
                    <a:pt x="2083574" y="1773225"/>
                  </a:lnTo>
                  <a:close/>
                  <a:moveTo>
                    <a:pt x="2196202" y="1734788"/>
                  </a:moveTo>
                  <a:lnTo>
                    <a:pt x="2253140" y="1684995"/>
                  </a:lnTo>
                  <a:lnTo>
                    <a:pt x="2187951" y="1738020"/>
                  </a:lnTo>
                  <a:close/>
                  <a:moveTo>
                    <a:pt x="2187951" y="1738020"/>
                  </a:moveTo>
                  <a:lnTo>
                    <a:pt x="2193487" y="1740621"/>
                  </a:lnTo>
                  <a:lnTo>
                    <a:pt x="2196202" y="1734788"/>
                  </a:lnTo>
                  <a:close/>
                  <a:moveTo>
                    <a:pt x="1866030" y="1567490"/>
                  </a:moveTo>
                  <a:lnTo>
                    <a:pt x="1998792" y="1570435"/>
                  </a:lnTo>
                  <a:lnTo>
                    <a:pt x="1998828" y="1570137"/>
                  </a:lnTo>
                  <a:close/>
                  <a:moveTo>
                    <a:pt x="1866030" y="1567490"/>
                  </a:moveTo>
                  <a:lnTo>
                    <a:pt x="1998828" y="1570137"/>
                  </a:lnTo>
                  <a:lnTo>
                    <a:pt x="1902796" y="1489749"/>
                  </a:lnTo>
                  <a:close/>
                  <a:moveTo>
                    <a:pt x="1901491" y="1488143"/>
                  </a:moveTo>
                  <a:lnTo>
                    <a:pt x="1837865" y="1526579"/>
                  </a:lnTo>
                  <a:lnTo>
                    <a:pt x="1866030" y="1567490"/>
                  </a:lnTo>
                  <a:close/>
                  <a:moveTo>
                    <a:pt x="1772587" y="1066376"/>
                  </a:moveTo>
                  <a:lnTo>
                    <a:pt x="1771199" y="1038631"/>
                  </a:lnTo>
                  <a:lnTo>
                    <a:pt x="1738260" y="1077067"/>
                  </a:lnTo>
                  <a:close/>
                  <a:moveTo>
                    <a:pt x="1712135" y="625151"/>
                  </a:moveTo>
                  <a:lnTo>
                    <a:pt x="1600171" y="700399"/>
                  </a:lnTo>
                  <a:lnTo>
                    <a:pt x="1646785" y="659479"/>
                  </a:lnTo>
                  <a:close/>
                  <a:moveTo>
                    <a:pt x="2263022" y="1411270"/>
                  </a:moveTo>
                  <a:lnTo>
                    <a:pt x="2344279" y="1471337"/>
                  </a:lnTo>
                  <a:lnTo>
                    <a:pt x="2310934" y="1398353"/>
                  </a:lnTo>
                  <a:close/>
                  <a:moveTo>
                    <a:pt x="2285590" y="1375917"/>
                  </a:moveTo>
                  <a:lnTo>
                    <a:pt x="2263022" y="1411270"/>
                  </a:lnTo>
                  <a:lnTo>
                    <a:pt x="2310934" y="1398353"/>
                  </a:lnTo>
                  <a:close/>
                  <a:moveTo>
                    <a:pt x="2310934" y="1398353"/>
                  </a:moveTo>
                  <a:lnTo>
                    <a:pt x="2330482" y="1411270"/>
                  </a:lnTo>
                  <a:lnTo>
                    <a:pt x="2285590" y="1375917"/>
                  </a:lnTo>
                  <a:close/>
                  <a:moveTo>
                    <a:pt x="1735801" y="662136"/>
                  </a:moveTo>
                  <a:lnTo>
                    <a:pt x="1712018" y="589119"/>
                  </a:lnTo>
                  <a:lnTo>
                    <a:pt x="1712135" y="625151"/>
                  </a:lnTo>
                  <a:close/>
                  <a:moveTo>
                    <a:pt x="1884250" y="632897"/>
                  </a:moveTo>
                  <a:lnTo>
                    <a:pt x="1861324" y="720772"/>
                  </a:lnTo>
                  <a:lnTo>
                    <a:pt x="1859925" y="683854"/>
                  </a:lnTo>
                  <a:close/>
                  <a:moveTo>
                    <a:pt x="1304366" y="0"/>
                  </a:moveTo>
                  <a:lnTo>
                    <a:pt x="1219269" y="95828"/>
                  </a:lnTo>
                  <a:lnTo>
                    <a:pt x="1272701" y="57391"/>
                  </a:lnTo>
                  <a:close/>
                  <a:moveTo>
                    <a:pt x="1906537" y="642926"/>
                  </a:moveTo>
                  <a:lnTo>
                    <a:pt x="1859925" y="683854"/>
                  </a:lnTo>
                  <a:lnTo>
                    <a:pt x="1854476" y="715113"/>
                  </a:lnTo>
                  <a:close/>
                  <a:moveTo>
                    <a:pt x="1963368" y="576753"/>
                  </a:moveTo>
                  <a:lnTo>
                    <a:pt x="1914363" y="608733"/>
                  </a:lnTo>
                  <a:lnTo>
                    <a:pt x="1884250" y="632897"/>
                  </a:lnTo>
                  <a:close/>
                  <a:moveTo>
                    <a:pt x="2192343" y="533343"/>
                  </a:moveTo>
                  <a:lnTo>
                    <a:pt x="2150581" y="467203"/>
                  </a:lnTo>
                  <a:lnTo>
                    <a:pt x="2101498" y="546607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29" name="Candidate_density__2048">
              <a:extLst>
                <a:ext uri="{FF2B5EF4-FFF2-40B4-BE49-F238E27FC236}">
                  <a16:creationId xmlns:a16="http://schemas.microsoft.com/office/drawing/2014/main" id="{423F28ED-5736-A5FC-C860-AE10DB808E4A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165924"/>
              <a:ext cx="2356076" cy="3321812"/>
            </a:xfrm>
            <a:custGeom>
              <a:avLst/>
              <a:gdLst/>
              <a:ahLst/>
              <a:cxnLst/>
              <a:rect l="0" t="0" r="0" b="0"/>
              <a:pathLst>
                <a:path w="2356076" h="3321812">
                  <a:moveTo>
                    <a:pt x="0" y="2668960"/>
                  </a:moveTo>
                  <a:lnTo>
                    <a:pt x="2087" y="2697956"/>
                  </a:lnTo>
                  <a:lnTo>
                    <a:pt x="52631" y="2724589"/>
                  </a:lnTo>
                  <a:close/>
                  <a:moveTo>
                    <a:pt x="52631" y="2724589"/>
                  </a:moveTo>
                  <a:lnTo>
                    <a:pt x="98538" y="2719635"/>
                  </a:lnTo>
                  <a:lnTo>
                    <a:pt x="0" y="2668960"/>
                  </a:lnTo>
                  <a:close/>
                  <a:moveTo>
                    <a:pt x="485503" y="3041599"/>
                  </a:moveTo>
                  <a:lnTo>
                    <a:pt x="488926" y="3044993"/>
                  </a:lnTo>
                  <a:lnTo>
                    <a:pt x="494548" y="3047010"/>
                  </a:lnTo>
                  <a:close/>
                  <a:moveTo>
                    <a:pt x="485503" y="3041599"/>
                  </a:moveTo>
                  <a:lnTo>
                    <a:pt x="436559" y="2987474"/>
                  </a:lnTo>
                  <a:lnTo>
                    <a:pt x="488926" y="3044993"/>
                  </a:lnTo>
                  <a:close/>
                  <a:moveTo>
                    <a:pt x="737522" y="3182934"/>
                  </a:moveTo>
                  <a:lnTo>
                    <a:pt x="725124" y="3174337"/>
                  </a:lnTo>
                  <a:lnTo>
                    <a:pt x="761495" y="3209109"/>
                  </a:lnTo>
                  <a:close/>
                  <a:moveTo>
                    <a:pt x="825103" y="3231723"/>
                  </a:moveTo>
                  <a:lnTo>
                    <a:pt x="737522" y="3182934"/>
                  </a:lnTo>
                  <a:lnTo>
                    <a:pt x="761495" y="3209109"/>
                  </a:lnTo>
                  <a:close/>
                  <a:moveTo>
                    <a:pt x="669979" y="3145604"/>
                  </a:moveTo>
                  <a:lnTo>
                    <a:pt x="757056" y="3206029"/>
                  </a:lnTo>
                  <a:lnTo>
                    <a:pt x="725124" y="3174337"/>
                  </a:lnTo>
                  <a:close/>
                  <a:moveTo>
                    <a:pt x="858643" y="3249808"/>
                  </a:moveTo>
                  <a:lnTo>
                    <a:pt x="825103" y="3231723"/>
                  </a:lnTo>
                  <a:lnTo>
                    <a:pt x="887984" y="3263211"/>
                  </a:lnTo>
                  <a:close/>
                  <a:moveTo>
                    <a:pt x="691735" y="3167593"/>
                  </a:moveTo>
                  <a:lnTo>
                    <a:pt x="669979" y="3145604"/>
                  </a:lnTo>
                  <a:lnTo>
                    <a:pt x="725124" y="3174337"/>
                  </a:lnTo>
                  <a:close/>
                  <a:moveTo>
                    <a:pt x="623518" y="3123814"/>
                  </a:moveTo>
                  <a:lnTo>
                    <a:pt x="669979" y="3145604"/>
                  </a:lnTo>
                  <a:lnTo>
                    <a:pt x="691735" y="3167593"/>
                  </a:lnTo>
                  <a:close/>
                  <a:moveTo>
                    <a:pt x="485503" y="3041599"/>
                  </a:moveTo>
                  <a:lnTo>
                    <a:pt x="494548" y="3047010"/>
                  </a:lnTo>
                  <a:lnTo>
                    <a:pt x="514563" y="3024150"/>
                  </a:lnTo>
                  <a:close/>
                  <a:moveTo>
                    <a:pt x="485503" y="3041599"/>
                  </a:moveTo>
                  <a:lnTo>
                    <a:pt x="514563" y="3024150"/>
                  </a:lnTo>
                  <a:lnTo>
                    <a:pt x="407815" y="2959384"/>
                  </a:lnTo>
                  <a:close/>
                  <a:moveTo>
                    <a:pt x="579795" y="2920947"/>
                  </a:moveTo>
                  <a:lnTo>
                    <a:pt x="538094" y="2994621"/>
                  </a:lnTo>
                  <a:lnTo>
                    <a:pt x="585972" y="2926596"/>
                  </a:lnTo>
                  <a:close/>
                  <a:moveTo>
                    <a:pt x="585972" y="2926596"/>
                  </a:moveTo>
                  <a:lnTo>
                    <a:pt x="538094" y="2994621"/>
                  </a:lnTo>
                  <a:lnTo>
                    <a:pt x="514563" y="3024150"/>
                  </a:lnTo>
                  <a:close/>
                  <a:moveTo>
                    <a:pt x="585972" y="2926596"/>
                  </a:moveTo>
                  <a:lnTo>
                    <a:pt x="514563" y="3024150"/>
                  </a:lnTo>
                  <a:lnTo>
                    <a:pt x="594107" y="3020075"/>
                  </a:lnTo>
                  <a:close/>
                  <a:moveTo>
                    <a:pt x="273782" y="2598256"/>
                  </a:moveTo>
                  <a:lnTo>
                    <a:pt x="262430" y="2592087"/>
                  </a:lnTo>
                  <a:lnTo>
                    <a:pt x="253666" y="2703708"/>
                  </a:lnTo>
                  <a:close/>
                  <a:moveTo>
                    <a:pt x="858643" y="3249808"/>
                  </a:moveTo>
                  <a:lnTo>
                    <a:pt x="887984" y="3263211"/>
                  </a:lnTo>
                  <a:lnTo>
                    <a:pt x="912525" y="3279924"/>
                  </a:lnTo>
                  <a:close/>
                  <a:moveTo>
                    <a:pt x="912525" y="3279924"/>
                  </a:moveTo>
                  <a:lnTo>
                    <a:pt x="855940" y="3228670"/>
                  </a:lnTo>
                  <a:lnTo>
                    <a:pt x="858643" y="3249808"/>
                  </a:lnTo>
                  <a:close/>
                  <a:moveTo>
                    <a:pt x="880871" y="3225031"/>
                  </a:moveTo>
                  <a:lnTo>
                    <a:pt x="855940" y="3228670"/>
                  </a:lnTo>
                  <a:lnTo>
                    <a:pt x="912525" y="3279924"/>
                  </a:lnTo>
                  <a:close/>
                  <a:moveTo>
                    <a:pt x="956915" y="3230687"/>
                  </a:moveTo>
                  <a:lnTo>
                    <a:pt x="880871" y="3225031"/>
                  </a:lnTo>
                  <a:lnTo>
                    <a:pt x="912525" y="3279924"/>
                  </a:lnTo>
                  <a:close/>
                  <a:moveTo>
                    <a:pt x="825103" y="3231723"/>
                  </a:moveTo>
                  <a:lnTo>
                    <a:pt x="858643" y="3249808"/>
                  </a:lnTo>
                  <a:lnTo>
                    <a:pt x="855940" y="3228670"/>
                  </a:lnTo>
                  <a:close/>
                  <a:moveTo>
                    <a:pt x="572260" y="2882511"/>
                  </a:moveTo>
                  <a:lnTo>
                    <a:pt x="579795" y="2920947"/>
                  </a:lnTo>
                  <a:lnTo>
                    <a:pt x="540490" y="2838733"/>
                  </a:lnTo>
                  <a:close/>
                  <a:moveTo>
                    <a:pt x="217717" y="2509872"/>
                  </a:moveTo>
                  <a:lnTo>
                    <a:pt x="271327" y="2554537"/>
                  </a:lnTo>
                  <a:lnTo>
                    <a:pt x="310096" y="2484287"/>
                  </a:lnTo>
                  <a:close/>
                  <a:moveTo>
                    <a:pt x="285804" y="2509872"/>
                  </a:moveTo>
                  <a:lnTo>
                    <a:pt x="310096" y="2484287"/>
                  </a:lnTo>
                  <a:lnTo>
                    <a:pt x="271327" y="2554537"/>
                  </a:lnTo>
                  <a:close/>
                  <a:moveTo>
                    <a:pt x="1128094" y="3255150"/>
                  </a:moveTo>
                  <a:lnTo>
                    <a:pt x="1130349" y="3321812"/>
                  </a:lnTo>
                  <a:lnTo>
                    <a:pt x="1173073" y="3266351"/>
                  </a:lnTo>
                  <a:close/>
                  <a:moveTo>
                    <a:pt x="1128094" y="3255150"/>
                  </a:moveTo>
                  <a:lnTo>
                    <a:pt x="1074660" y="3293586"/>
                  </a:lnTo>
                  <a:lnTo>
                    <a:pt x="1130349" y="3321812"/>
                  </a:lnTo>
                  <a:close/>
                  <a:moveTo>
                    <a:pt x="674754" y="2614734"/>
                  </a:moveTo>
                  <a:lnTo>
                    <a:pt x="781665" y="2638912"/>
                  </a:lnTo>
                  <a:lnTo>
                    <a:pt x="709416" y="2647443"/>
                  </a:lnTo>
                  <a:close/>
                  <a:moveTo>
                    <a:pt x="569804" y="2619318"/>
                  </a:moveTo>
                  <a:lnTo>
                    <a:pt x="510844" y="2526713"/>
                  </a:lnTo>
                  <a:lnTo>
                    <a:pt x="506865" y="2553651"/>
                  </a:lnTo>
                  <a:close/>
                  <a:moveTo>
                    <a:pt x="528148" y="2527029"/>
                  </a:moveTo>
                  <a:lnTo>
                    <a:pt x="510844" y="2526713"/>
                  </a:lnTo>
                  <a:lnTo>
                    <a:pt x="569804" y="2619318"/>
                  </a:lnTo>
                  <a:close/>
                  <a:moveTo>
                    <a:pt x="620248" y="2592718"/>
                  </a:moveTo>
                  <a:lnTo>
                    <a:pt x="528148" y="2527029"/>
                  </a:lnTo>
                  <a:lnTo>
                    <a:pt x="569804" y="2619318"/>
                  </a:lnTo>
                  <a:close/>
                  <a:moveTo>
                    <a:pt x="469825" y="2524172"/>
                  </a:moveTo>
                  <a:lnTo>
                    <a:pt x="514145" y="2471436"/>
                  </a:lnTo>
                  <a:lnTo>
                    <a:pt x="510844" y="2526713"/>
                  </a:lnTo>
                  <a:close/>
                  <a:moveTo>
                    <a:pt x="535542" y="2491218"/>
                  </a:moveTo>
                  <a:lnTo>
                    <a:pt x="506865" y="2553651"/>
                  </a:lnTo>
                  <a:lnTo>
                    <a:pt x="510844" y="2526713"/>
                  </a:lnTo>
                  <a:close/>
                  <a:moveTo>
                    <a:pt x="628018" y="2558314"/>
                  </a:moveTo>
                  <a:lnTo>
                    <a:pt x="635862" y="2597429"/>
                  </a:lnTo>
                  <a:lnTo>
                    <a:pt x="620248" y="2592718"/>
                  </a:lnTo>
                  <a:close/>
                  <a:moveTo>
                    <a:pt x="387877" y="2465999"/>
                  </a:moveTo>
                  <a:lnTo>
                    <a:pt x="510844" y="2526713"/>
                  </a:lnTo>
                  <a:lnTo>
                    <a:pt x="477546" y="2515214"/>
                  </a:lnTo>
                  <a:close/>
                  <a:moveTo>
                    <a:pt x="399717" y="2471436"/>
                  </a:moveTo>
                  <a:lnTo>
                    <a:pt x="510844" y="2526713"/>
                  </a:lnTo>
                  <a:lnTo>
                    <a:pt x="387877" y="2465999"/>
                  </a:lnTo>
                  <a:close/>
                  <a:moveTo>
                    <a:pt x="469825" y="2524172"/>
                  </a:moveTo>
                  <a:lnTo>
                    <a:pt x="510844" y="2526713"/>
                  </a:lnTo>
                  <a:lnTo>
                    <a:pt x="399717" y="2471436"/>
                  </a:lnTo>
                  <a:close/>
                  <a:moveTo>
                    <a:pt x="635862" y="2597429"/>
                  </a:moveTo>
                  <a:lnTo>
                    <a:pt x="674754" y="2614734"/>
                  </a:lnTo>
                  <a:lnTo>
                    <a:pt x="709416" y="2647443"/>
                  </a:lnTo>
                  <a:close/>
                  <a:moveTo>
                    <a:pt x="1193610" y="3236018"/>
                  </a:moveTo>
                  <a:lnTo>
                    <a:pt x="1173073" y="3266351"/>
                  </a:lnTo>
                  <a:lnTo>
                    <a:pt x="1205977" y="3255150"/>
                  </a:lnTo>
                  <a:close/>
                  <a:moveTo>
                    <a:pt x="1193610" y="3236018"/>
                  </a:moveTo>
                  <a:lnTo>
                    <a:pt x="1205977" y="3255150"/>
                  </a:lnTo>
                  <a:lnTo>
                    <a:pt x="1223849" y="3171935"/>
                  </a:lnTo>
                  <a:close/>
                  <a:moveTo>
                    <a:pt x="635862" y="2597429"/>
                  </a:moveTo>
                  <a:lnTo>
                    <a:pt x="709416" y="2647443"/>
                  </a:lnTo>
                  <a:lnTo>
                    <a:pt x="720829" y="2577275"/>
                  </a:lnTo>
                  <a:close/>
                  <a:moveTo>
                    <a:pt x="789356" y="2582156"/>
                  </a:moveTo>
                  <a:lnTo>
                    <a:pt x="709416" y="2647443"/>
                  </a:lnTo>
                  <a:lnTo>
                    <a:pt x="781665" y="2638912"/>
                  </a:lnTo>
                  <a:close/>
                  <a:moveTo>
                    <a:pt x="789356" y="2582156"/>
                  </a:moveTo>
                  <a:lnTo>
                    <a:pt x="720829" y="2577275"/>
                  </a:lnTo>
                  <a:lnTo>
                    <a:pt x="709416" y="2647443"/>
                  </a:lnTo>
                  <a:close/>
                  <a:moveTo>
                    <a:pt x="710865" y="2485284"/>
                  </a:moveTo>
                  <a:lnTo>
                    <a:pt x="693970" y="2398927"/>
                  </a:lnTo>
                  <a:lnTo>
                    <a:pt x="693587" y="2476778"/>
                  </a:lnTo>
                  <a:close/>
                  <a:moveTo>
                    <a:pt x="761492" y="2411746"/>
                  </a:moveTo>
                  <a:lnTo>
                    <a:pt x="801290" y="2472362"/>
                  </a:lnTo>
                  <a:lnTo>
                    <a:pt x="836517" y="2413589"/>
                  </a:lnTo>
                  <a:close/>
                  <a:moveTo>
                    <a:pt x="717510" y="2394562"/>
                  </a:moveTo>
                  <a:lnTo>
                    <a:pt x="801290" y="2472362"/>
                  </a:lnTo>
                  <a:lnTo>
                    <a:pt x="761492" y="2411746"/>
                  </a:lnTo>
                  <a:close/>
                  <a:moveTo>
                    <a:pt x="836517" y="2413589"/>
                  </a:moveTo>
                  <a:lnTo>
                    <a:pt x="816614" y="2476778"/>
                  </a:lnTo>
                  <a:lnTo>
                    <a:pt x="867271" y="2465122"/>
                  </a:lnTo>
                  <a:close/>
                  <a:moveTo>
                    <a:pt x="873317" y="2335977"/>
                  </a:moveTo>
                  <a:lnTo>
                    <a:pt x="929876" y="2328324"/>
                  </a:lnTo>
                  <a:lnTo>
                    <a:pt x="897405" y="2317690"/>
                  </a:lnTo>
                  <a:close/>
                  <a:moveTo>
                    <a:pt x="339363" y="1504518"/>
                  </a:moveTo>
                  <a:lnTo>
                    <a:pt x="384339" y="1577754"/>
                  </a:lnTo>
                  <a:lnTo>
                    <a:pt x="362092" y="1539222"/>
                  </a:lnTo>
                  <a:close/>
                  <a:moveTo>
                    <a:pt x="1514284" y="2893195"/>
                  </a:moveTo>
                  <a:lnTo>
                    <a:pt x="1498419" y="2869714"/>
                  </a:lnTo>
                  <a:lnTo>
                    <a:pt x="1578286" y="2936974"/>
                  </a:lnTo>
                  <a:close/>
                  <a:moveTo>
                    <a:pt x="1528773" y="2772544"/>
                  </a:moveTo>
                  <a:lnTo>
                    <a:pt x="1539117" y="2874692"/>
                  </a:lnTo>
                  <a:lnTo>
                    <a:pt x="1587203" y="2839274"/>
                  </a:lnTo>
                  <a:close/>
                  <a:moveTo>
                    <a:pt x="922487" y="2234238"/>
                  </a:moveTo>
                  <a:lnTo>
                    <a:pt x="979561" y="2287931"/>
                  </a:lnTo>
                  <a:lnTo>
                    <a:pt x="862246" y="2222621"/>
                  </a:lnTo>
                  <a:close/>
                  <a:moveTo>
                    <a:pt x="979561" y="2287931"/>
                  </a:moveTo>
                  <a:lnTo>
                    <a:pt x="922697" y="2235475"/>
                  </a:lnTo>
                  <a:lnTo>
                    <a:pt x="1061463" y="2266907"/>
                  </a:lnTo>
                  <a:close/>
                  <a:moveTo>
                    <a:pt x="922487" y="2234238"/>
                  </a:moveTo>
                  <a:lnTo>
                    <a:pt x="922697" y="2235475"/>
                  </a:lnTo>
                  <a:lnTo>
                    <a:pt x="979561" y="2287931"/>
                  </a:lnTo>
                  <a:close/>
                  <a:moveTo>
                    <a:pt x="384339" y="1577754"/>
                  </a:moveTo>
                  <a:lnTo>
                    <a:pt x="374394" y="1476038"/>
                  </a:lnTo>
                  <a:lnTo>
                    <a:pt x="362092" y="1539222"/>
                  </a:lnTo>
                  <a:close/>
                  <a:moveTo>
                    <a:pt x="1630567" y="2816323"/>
                  </a:moveTo>
                  <a:lnTo>
                    <a:pt x="1587203" y="2839274"/>
                  </a:lnTo>
                  <a:lnTo>
                    <a:pt x="1629199" y="2823984"/>
                  </a:lnTo>
                  <a:close/>
                  <a:moveTo>
                    <a:pt x="1164495" y="2197038"/>
                  </a:moveTo>
                  <a:lnTo>
                    <a:pt x="1136733" y="2181245"/>
                  </a:lnTo>
                  <a:lnTo>
                    <a:pt x="1203959" y="2240817"/>
                  </a:lnTo>
                  <a:close/>
                  <a:moveTo>
                    <a:pt x="1202880" y="2279253"/>
                  </a:moveTo>
                  <a:lnTo>
                    <a:pt x="1164495" y="2197038"/>
                  </a:lnTo>
                  <a:lnTo>
                    <a:pt x="1203959" y="2240817"/>
                  </a:lnTo>
                  <a:close/>
                  <a:moveTo>
                    <a:pt x="1082738" y="2076386"/>
                  </a:moveTo>
                  <a:lnTo>
                    <a:pt x="1105766" y="2153891"/>
                  </a:lnTo>
                  <a:lnTo>
                    <a:pt x="1077134" y="2114823"/>
                  </a:lnTo>
                  <a:close/>
                  <a:moveTo>
                    <a:pt x="1080748" y="2166167"/>
                  </a:moveTo>
                  <a:lnTo>
                    <a:pt x="1105766" y="2153891"/>
                  </a:lnTo>
                  <a:lnTo>
                    <a:pt x="1082738" y="2076386"/>
                  </a:lnTo>
                  <a:close/>
                  <a:moveTo>
                    <a:pt x="1136733" y="2181245"/>
                  </a:moveTo>
                  <a:lnTo>
                    <a:pt x="1105766" y="2153891"/>
                  </a:lnTo>
                  <a:lnTo>
                    <a:pt x="1080748" y="2166167"/>
                  </a:lnTo>
                  <a:close/>
                  <a:moveTo>
                    <a:pt x="1077593" y="2112014"/>
                  </a:moveTo>
                  <a:lnTo>
                    <a:pt x="1080748" y="2166167"/>
                  </a:lnTo>
                  <a:lnTo>
                    <a:pt x="1082738" y="2076386"/>
                  </a:lnTo>
                  <a:close/>
                  <a:moveTo>
                    <a:pt x="425480" y="1345814"/>
                  </a:moveTo>
                  <a:lnTo>
                    <a:pt x="391112" y="1432522"/>
                  </a:lnTo>
                  <a:lnTo>
                    <a:pt x="513663" y="1396860"/>
                  </a:lnTo>
                  <a:close/>
                  <a:moveTo>
                    <a:pt x="1721968" y="2849275"/>
                  </a:moveTo>
                  <a:lnTo>
                    <a:pt x="1643778" y="2835595"/>
                  </a:lnTo>
                  <a:lnTo>
                    <a:pt x="1629199" y="2823984"/>
                  </a:lnTo>
                  <a:close/>
                  <a:moveTo>
                    <a:pt x="1737039" y="2796904"/>
                  </a:moveTo>
                  <a:lnTo>
                    <a:pt x="1643778" y="2835595"/>
                  </a:lnTo>
                  <a:lnTo>
                    <a:pt x="1721968" y="2849275"/>
                  </a:lnTo>
                  <a:close/>
                  <a:moveTo>
                    <a:pt x="1112453" y="1955735"/>
                  </a:moveTo>
                  <a:lnTo>
                    <a:pt x="1127965" y="2021687"/>
                  </a:lnTo>
                  <a:lnTo>
                    <a:pt x="1187896" y="2030556"/>
                  </a:lnTo>
                  <a:close/>
                  <a:moveTo>
                    <a:pt x="1127965" y="2021687"/>
                  </a:moveTo>
                  <a:lnTo>
                    <a:pt x="1214575" y="2066852"/>
                  </a:lnTo>
                  <a:lnTo>
                    <a:pt x="1259576" y="2019900"/>
                  </a:lnTo>
                  <a:close/>
                  <a:moveTo>
                    <a:pt x="632562" y="1418666"/>
                  </a:moveTo>
                  <a:lnTo>
                    <a:pt x="732048" y="1462444"/>
                  </a:lnTo>
                  <a:lnTo>
                    <a:pt x="710087" y="1384902"/>
                  </a:lnTo>
                  <a:close/>
                  <a:moveTo>
                    <a:pt x="513663" y="1396860"/>
                  </a:moveTo>
                  <a:lnTo>
                    <a:pt x="588668" y="1398633"/>
                  </a:lnTo>
                  <a:lnTo>
                    <a:pt x="557836" y="1387494"/>
                  </a:lnTo>
                  <a:close/>
                  <a:moveTo>
                    <a:pt x="1284169" y="1921789"/>
                  </a:moveTo>
                  <a:lnTo>
                    <a:pt x="1259576" y="2019900"/>
                  </a:lnTo>
                  <a:lnTo>
                    <a:pt x="1300803" y="1955735"/>
                  </a:lnTo>
                  <a:close/>
                  <a:moveTo>
                    <a:pt x="1300803" y="1955735"/>
                  </a:moveTo>
                  <a:lnTo>
                    <a:pt x="1286548" y="1905543"/>
                  </a:lnTo>
                  <a:lnTo>
                    <a:pt x="1284169" y="1921789"/>
                  </a:lnTo>
                  <a:close/>
                  <a:moveTo>
                    <a:pt x="1314843" y="1835084"/>
                  </a:moveTo>
                  <a:lnTo>
                    <a:pt x="1286548" y="1905543"/>
                  </a:lnTo>
                  <a:lnTo>
                    <a:pt x="1300803" y="1955735"/>
                  </a:lnTo>
                  <a:close/>
                  <a:moveTo>
                    <a:pt x="1673406" y="2147991"/>
                  </a:moveTo>
                  <a:lnTo>
                    <a:pt x="1702900" y="2224106"/>
                  </a:lnTo>
                  <a:lnTo>
                    <a:pt x="1617464" y="2132879"/>
                  </a:lnTo>
                  <a:close/>
                  <a:moveTo>
                    <a:pt x="1608317" y="2125507"/>
                  </a:moveTo>
                  <a:lnTo>
                    <a:pt x="1617464" y="2132879"/>
                  </a:lnTo>
                  <a:lnTo>
                    <a:pt x="1629638" y="2137124"/>
                  </a:lnTo>
                  <a:close/>
                  <a:moveTo>
                    <a:pt x="1608317" y="2125507"/>
                  </a:moveTo>
                  <a:lnTo>
                    <a:pt x="1569332" y="2071918"/>
                  </a:lnTo>
                  <a:lnTo>
                    <a:pt x="1617464" y="2132879"/>
                  </a:lnTo>
                  <a:close/>
                  <a:moveTo>
                    <a:pt x="1970055" y="2143507"/>
                  </a:moveTo>
                  <a:lnTo>
                    <a:pt x="1939532" y="2152912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17322" y="2213065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30138" y="2219230"/>
                  </a:lnTo>
                  <a:lnTo>
                    <a:pt x="2117322" y="2213065"/>
                  </a:lnTo>
                  <a:close/>
                  <a:moveTo>
                    <a:pt x="315559" y="162080"/>
                  </a:moveTo>
                  <a:lnTo>
                    <a:pt x="366564" y="181206"/>
                  </a:lnTo>
                  <a:lnTo>
                    <a:pt x="309767" y="115832"/>
                  </a:lnTo>
                  <a:close/>
                  <a:moveTo>
                    <a:pt x="366564" y="181206"/>
                  </a:moveTo>
                  <a:lnTo>
                    <a:pt x="377765" y="91405"/>
                  </a:lnTo>
                  <a:lnTo>
                    <a:pt x="309767" y="115832"/>
                  </a:lnTo>
                  <a:close/>
                  <a:moveTo>
                    <a:pt x="358853" y="20696"/>
                  </a:moveTo>
                  <a:lnTo>
                    <a:pt x="409006" y="75472"/>
                  </a:lnTo>
                  <a:lnTo>
                    <a:pt x="343219" y="0"/>
                  </a:lnTo>
                  <a:close/>
                  <a:moveTo>
                    <a:pt x="2117322" y="2213065"/>
                  </a:moveTo>
                  <a:lnTo>
                    <a:pt x="2130138" y="2219230"/>
                  </a:lnTo>
                  <a:lnTo>
                    <a:pt x="2139222" y="2218676"/>
                  </a:lnTo>
                  <a:close/>
                  <a:moveTo>
                    <a:pt x="2222743" y="2252291"/>
                  </a:moveTo>
                  <a:lnTo>
                    <a:pt x="2139222" y="2218676"/>
                  </a:lnTo>
                  <a:lnTo>
                    <a:pt x="2130138" y="2219230"/>
                  </a:lnTo>
                  <a:close/>
                  <a:moveTo>
                    <a:pt x="2117322" y="2213065"/>
                  </a:moveTo>
                  <a:lnTo>
                    <a:pt x="2139222" y="2218676"/>
                  </a:lnTo>
                  <a:lnTo>
                    <a:pt x="2150473" y="2202697"/>
                  </a:lnTo>
                  <a:close/>
                  <a:moveTo>
                    <a:pt x="2222743" y="2252291"/>
                  </a:moveTo>
                  <a:lnTo>
                    <a:pt x="2273335" y="2263496"/>
                  </a:lnTo>
                  <a:lnTo>
                    <a:pt x="2139222" y="2218676"/>
                  </a:lnTo>
                  <a:close/>
                  <a:moveTo>
                    <a:pt x="1959936" y="1936140"/>
                  </a:moveTo>
                  <a:lnTo>
                    <a:pt x="1950513" y="1927983"/>
                  </a:lnTo>
                  <a:lnTo>
                    <a:pt x="1918102" y="1949263"/>
                  </a:lnTo>
                  <a:close/>
                  <a:moveTo>
                    <a:pt x="1979754" y="1927983"/>
                  </a:moveTo>
                  <a:lnTo>
                    <a:pt x="1959936" y="1936140"/>
                  </a:lnTo>
                  <a:lnTo>
                    <a:pt x="1965975" y="1884204"/>
                  </a:lnTo>
                  <a:close/>
                  <a:moveTo>
                    <a:pt x="1973680" y="1845768"/>
                  </a:moveTo>
                  <a:lnTo>
                    <a:pt x="1979754" y="1927983"/>
                  </a:lnTo>
                  <a:lnTo>
                    <a:pt x="1965975" y="1884204"/>
                  </a:lnTo>
                  <a:close/>
                  <a:moveTo>
                    <a:pt x="1691520" y="1444221"/>
                  </a:moveTo>
                  <a:lnTo>
                    <a:pt x="1607582" y="1540360"/>
                  </a:lnTo>
                  <a:lnTo>
                    <a:pt x="1569924" y="1483454"/>
                  </a:lnTo>
                  <a:close/>
                  <a:moveTo>
                    <a:pt x="630879" y="387783"/>
                  </a:moveTo>
                  <a:lnTo>
                    <a:pt x="644350" y="476923"/>
                  </a:lnTo>
                  <a:lnTo>
                    <a:pt x="698211" y="453527"/>
                  </a:lnTo>
                  <a:close/>
                  <a:moveTo>
                    <a:pt x="664137" y="321245"/>
                  </a:moveTo>
                  <a:lnTo>
                    <a:pt x="720657" y="375387"/>
                  </a:lnTo>
                  <a:lnTo>
                    <a:pt x="651454" y="342167"/>
                  </a:lnTo>
                  <a:close/>
                  <a:moveTo>
                    <a:pt x="2308763" y="2234695"/>
                  </a:moveTo>
                  <a:lnTo>
                    <a:pt x="2318788" y="2326636"/>
                  </a:lnTo>
                  <a:lnTo>
                    <a:pt x="2356076" y="2256822"/>
                  </a:lnTo>
                  <a:close/>
                  <a:moveTo>
                    <a:pt x="1939736" y="1599745"/>
                  </a:moveTo>
                  <a:lnTo>
                    <a:pt x="2004602" y="1660142"/>
                  </a:lnTo>
                  <a:lnTo>
                    <a:pt x="2020835" y="1624304"/>
                  </a:lnTo>
                  <a:close/>
                  <a:moveTo>
                    <a:pt x="1910530" y="1599122"/>
                  </a:moveTo>
                  <a:lnTo>
                    <a:pt x="2004602" y="1660142"/>
                  </a:lnTo>
                  <a:lnTo>
                    <a:pt x="1939736" y="1599745"/>
                  </a:lnTo>
                  <a:close/>
                  <a:moveTo>
                    <a:pt x="1691520" y="1444221"/>
                  </a:moveTo>
                  <a:lnTo>
                    <a:pt x="1700285" y="1425494"/>
                  </a:lnTo>
                  <a:lnTo>
                    <a:pt x="1667145" y="1516907"/>
                  </a:lnTo>
                  <a:close/>
                  <a:moveTo>
                    <a:pt x="898015" y="448111"/>
                  </a:moveTo>
                  <a:lnTo>
                    <a:pt x="870163" y="414526"/>
                  </a:lnTo>
                  <a:lnTo>
                    <a:pt x="914381" y="491890"/>
                  </a:lnTo>
                  <a:close/>
                  <a:moveTo>
                    <a:pt x="842047" y="337291"/>
                  </a:moveTo>
                  <a:lnTo>
                    <a:pt x="868886" y="319133"/>
                  </a:lnTo>
                  <a:lnTo>
                    <a:pt x="868467" y="245244"/>
                  </a:lnTo>
                  <a:close/>
                  <a:moveTo>
                    <a:pt x="904496" y="347114"/>
                  </a:moveTo>
                  <a:lnTo>
                    <a:pt x="868886" y="319133"/>
                  </a:lnTo>
                  <a:lnTo>
                    <a:pt x="842047" y="337291"/>
                  </a:lnTo>
                  <a:close/>
                  <a:moveTo>
                    <a:pt x="863062" y="220115"/>
                  </a:moveTo>
                  <a:lnTo>
                    <a:pt x="868467" y="245244"/>
                  </a:lnTo>
                  <a:lnTo>
                    <a:pt x="814787" y="180323"/>
                  </a:lnTo>
                  <a:close/>
                  <a:moveTo>
                    <a:pt x="1533542" y="765277"/>
                  </a:moveTo>
                  <a:lnTo>
                    <a:pt x="1576470" y="764915"/>
                  </a:lnTo>
                  <a:lnTo>
                    <a:pt x="1549332" y="743877"/>
                  </a:lnTo>
                  <a:close/>
                  <a:moveTo>
                    <a:pt x="2156827" y="1296702"/>
                  </a:moveTo>
                  <a:lnTo>
                    <a:pt x="2187300" y="1401598"/>
                  </a:lnTo>
                  <a:lnTo>
                    <a:pt x="2183041" y="1319383"/>
                  </a:lnTo>
                  <a:close/>
                  <a:moveTo>
                    <a:pt x="2156827" y="1296702"/>
                  </a:moveTo>
                  <a:lnTo>
                    <a:pt x="2189467" y="1370258"/>
                  </a:lnTo>
                  <a:lnTo>
                    <a:pt x="2187300" y="140159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30" name="Candidate_density__2049">
              <a:extLst>
                <a:ext uri="{FF2B5EF4-FFF2-40B4-BE49-F238E27FC236}">
                  <a16:creationId xmlns:a16="http://schemas.microsoft.com/office/drawing/2014/main" id="{36B3F09A-B5BB-5BEB-67AA-BBCAC81015C6}"/>
                </a:ext>
              </a:extLst>
            </p:cNvPr>
            <p:cNvSpPr>
              <a:spLocks noGrp="1"/>
            </p:cNvSpPr>
            <p:nvPr/>
          </p:nvSpPr>
          <p:spPr>
            <a:xfrm>
              <a:off x="4663168" y="2346247"/>
              <a:ext cx="2102410" cy="3144676"/>
            </a:xfrm>
            <a:custGeom>
              <a:avLst/>
              <a:gdLst/>
              <a:ahLst/>
              <a:cxnLst/>
              <a:rect l="0" t="0" r="0" b="0"/>
              <a:pathLst>
                <a:path w="2102410" h="3144676">
                  <a:moveTo>
                    <a:pt x="240882" y="2866687"/>
                  </a:moveTo>
                  <a:lnTo>
                    <a:pt x="235260" y="2864670"/>
                  </a:lnTo>
                  <a:lnTo>
                    <a:pt x="274277" y="2928089"/>
                  </a:lnTo>
                  <a:close/>
                  <a:moveTo>
                    <a:pt x="329909" y="2920888"/>
                  </a:moveTo>
                  <a:lnTo>
                    <a:pt x="240882" y="2866687"/>
                  </a:lnTo>
                  <a:lnTo>
                    <a:pt x="274277" y="2928089"/>
                  </a:lnTo>
                  <a:close/>
                  <a:moveTo>
                    <a:pt x="231837" y="2861276"/>
                  </a:moveTo>
                  <a:lnTo>
                    <a:pt x="154149" y="2779061"/>
                  </a:lnTo>
                  <a:lnTo>
                    <a:pt x="182894" y="2807150"/>
                  </a:lnTo>
                  <a:close/>
                  <a:moveTo>
                    <a:pt x="101432" y="2712694"/>
                  </a:moveTo>
                  <a:lnTo>
                    <a:pt x="154149" y="2779061"/>
                  </a:lnTo>
                  <a:lnTo>
                    <a:pt x="137231" y="2757809"/>
                  </a:lnTo>
                  <a:close/>
                  <a:moveTo>
                    <a:pt x="369853" y="2943491"/>
                  </a:moveTo>
                  <a:lnTo>
                    <a:pt x="454048" y="2891160"/>
                  </a:lnTo>
                  <a:lnTo>
                    <a:pt x="340441" y="2839751"/>
                  </a:lnTo>
                  <a:close/>
                  <a:moveTo>
                    <a:pt x="369853" y="2943491"/>
                  </a:moveTo>
                  <a:lnTo>
                    <a:pt x="340441" y="2839751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40882" y="2866687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60898" y="2843827"/>
                  </a:lnTo>
                  <a:lnTo>
                    <a:pt x="240882" y="2866687"/>
                  </a:lnTo>
                  <a:close/>
                  <a:moveTo>
                    <a:pt x="340441" y="2839751"/>
                  </a:moveTo>
                  <a:lnTo>
                    <a:pt x="415978" y="2838933"/>
                  </a:lnTo>
                  <a:lnTo>
                    <a:pt x="332306" y="2746273"/>
                  </a:lnTo>
                  <a:close/>
                  <a:moveTo>
                    <a:pt x="137231" y="2757809"/>
                  </a:moveTo>
                  <a:lnTo>
                    <a:pt x="154149" y="2779061"/>
                  </a:lnTo>
                  <a:lnTo>
                    <a:pt x="180528" y="2748482"/>
                  </a:lnTo>
                  <a:close/>
                  <a:moveTo>
                    <a:pt x="137231" y="2757809"/>
                  </a:moveTo>
                  <a:lnTo>
                    <a:pt x="180528" y="2748482"/>
                  </a:lnTo>
                  <a:lnTo>
                    <a:pt x="91146" y="2696846"/>
                  </a:lnTo>
                  <a:close/>
                  <a:moveTo>
                    <a:pt x="90489" y="2583050"/>
                  </a:moveTo>
                  <a:lnTo>
                    <a:pt x="103769" y="2510609"/>
                  </a:lnTo>
                  <a:lnTo>
                    <a:pt x="13984" y="2532415"/>
                  </a:lnTo>
                  <a:close/>
                  <a:moveTo>
                    <a:pt x="103769" y="2510609"/>
                  </a:moveTo>
                  <a:lnTo>
                    <a:pt x="0" y="2523385"/>
                  </a:lnTo>
                  <a:lnTo>
                    <a:pt x="13984" y="2532415"/>
                  </a:lnTo>
                  <a:close/>
                  <a:moveTo>
                    <a:pt x="20116" y="2417933"/>
                  </a:moveTo>
                  <a:lnTo>
                    <a:pt x="0" y="2523385"/>
                  </a:lnTo>
                  <a:lnTo>
                    <a:pt x="103769" y="2510609"/>
                  </a:lnTo>
                  <a:close/>
                  <a:moveTo>
                    <a:pt x="32138" y="2329549"/>
                  </a:moveTo>
                  <a:lnTo>
                    <a:pt x="17661" y="2374214"/>
                  </a:lnTo>
                  <a:lnTo>
                    <a:pt x="69748" y="2338083"/>
                  </a:lnTo>
                  <a:close/>
                  <a:moveTo>
                    <a:pt x="69748" y="2338083"/>
                  </a:moveTo>
                  <a:lnTo>
                    <a:pt x="17661" y="2374214"/>
                  </a:lnTo>
                  <a:lnTo>
                    <a:pt x="20116" y="2417933"/>
                  </a:lnTo>
                  <a:close/>
                  <a:moveTo>
                    <a:pt x="820994" y="3113263"/>
                  </a:moveTo>
                  <a:lnTo>
                    <a:pt x="789123" y="3092778"/>
                  </a:lnTo>
                  <a:lnTo>
                    <a:pt x="745446" y="3144676"/>
                  </a:lnTo>
                  <a:close/>
                  <a:moveTo>
                    <a:pt x="658860" y="3099601"/>
                  </a:moveTo>
                  <a:lnTo>
                    <a:pt x="745446" y="3144676"/>
                  </a:lnTo>
                  <a:lnTo>
                    <a:pt x="789123" y="3092778"/>
                  </a:lnTo>
                  <a:close/>
                  <a:moveTo>
                    <a:pt x="703249" y="3050364"/>
                  </a:moveTo>
                  <a:lnTo>
                    <a:pt x="658860" y="3099601"/>
                  </a:lnTo>
                  <a:lnTo>
                    <a:pt x="789123" y="3092778"/>
                  </a:lnTo>
                  <a:close/>
                  <a:moveTo>
                    <a:pt x="16836" y="2247333"/>
                  </a:moveTo>
                  <a:lnTo>
                    <a:pt x="14015" y="2222709"/>
                  </a:lnTo>
                  <a:lnTo>
                    <a:pt x="73907" y="2291113"/>
                  </a:lnTo>
                  <a:close/>
                  <a:moveTo>
                    <a:pt x="32138" y="2329549"/>
                  </a:moveTo>
                  <a:lnTo>
                    <a:pt x="16836" y="2247333"/>
                  </a:lnTo>
                  <a:lnTo>
                    <a:pt x="73907" y="2291113"/>
                  </a:lnTo>
                  <a:close/>
                  <a:moveTo>
                    <a:pt x="640656" y="2917051"/>
                  </a:moveTo>
                  <a:lnTo>
                    <a:pt x="663962" y="2903476"/>
                  </a:lnTo>
                  <a:lnTo>
                    <a:pt x="582802" y="2878688"/>
                  </a:lnTo>
                  <a:close/>
                  <a:moveTo>
                    <a:pt x="874428" y="3074827"/>
                  </a:moveTo>
                  <a:lnTo>
                    <a:pt x="919408" y="3086028"/>
                  </a:lnTo>
                  <a:lnTo>
                    <a:pt x="939944" y="3055695"/>
                  </a:lnTo>
                  <a:close/>
                  <a:moveTo>
                    <a:pt x="900502" y="2987669"/>
                  </a:moveTo>
                  <a:lnTo>
                    <a:pt x="939944" y="3055695"/>
                  </a:lnTo>
                  <a:lnTo>
                    <a:pt x="970183" y="2991611"/>
                  </a:lnTo>
                  <a:close/>
                  <a:moveTo>
                    <a:pt x="900502" y="2987669"/>
                  </a:moveTo>
                  <a:lnTo>
                    <a:pt x="970183" y="2991611"/>
                  </a:lnTo>
                  <a:lnTo>
                    <a:pt x="968568" y="2991174"/>
                  </a:lnTo>
                  <a:close/>
                  <a:moveTo>
                    <a:pt x="411211" y="2364051"/>
                  </a:moveTo>
                  <a:lnTo>
                    <a:pt x="382197" y="2417106"/>
                  </a:lnTo>
                  <a:lnTo>
                    <a:pt x="457200" y="2304960"/>
                  </a:lnTo>
                  <a:close/>
                  <a:moveTo>
                    <a:pt x="457200" y="2304960"/>
                  </a:moveTo>
                  <a:lnTo>
                    <a:pt x="382197" y="2417106"/>
                  </a:lnTo>
                  <a:lnTo>
                    <a:pt x="467163" y="2396952"/>
                  </a:lnTo>
                  <a:close/>
                  <a:moveTo>
                    <a:pt x="457200" y="2304960"/>
                  </a:moveTo>
                  <a:lnTo>
                    <a:pt x="439921" y="2296455"/>
                  </a:lnTo>
                  <a:lnTo>
                    <a:pt x="411211" y="2364051"/>
                  </a:lnTo>
                  <a:close/>
                  <a:moveTo>
                    <a:pt x="544100" y="2303587"/>
                  </a:moveTo>
                  <a:lnTo>
                    <a:pt x="529249" y="2296455"/>
                  </a:lnTo>
                  <a:lnTo>
                    <a:pt x="535691" y="2401833"/>
                  </a:lnTo>
                  <a:close/>
                  <a:moveTo>
                    <a:pt x="535691" y="2401833"/>
                  </a:moveTo>
                  <a:lnTo>
                    <a:pt x="529249" y="2296455"/>
                  </a:lnTo>
                  <a:lnTo>
                    <a:pt x="457200" y="2304960"/>
                  </a:lnTo>
                  <a:close/>
                  <a:moveTo>
                    <a:pt x="535691" y="2401833"/>
                  </a:moveTo>
                  <a:lnTo>
                    <a:pt x="457200" y="2304960"/>
                  </a:lnTo>
                  <a:lnTo>
                    <a:pt x="467163" y="2396952"/>
                  </a:lnTo>
                  <a:close/>
                  <a:moveTo>
                    <a:pt x="529249" y="2296455"/>
                  </a:moveTo>
                  <a:lnTo>
                    <a:pt x="463845" y="2214239"/>
                  </a:lnTo>
                  <a:lnTo>
                    <a:pt x="457200" y="2304960"/>
                  </a:lnTo>
                  <a:close/>
                  <a:moveTo>
                    <a:pt x="230918" y="2167555"/>
                  </a:moveTo>
                  <a:lnTo>
                    <a:pt x="298400" y="2073193"/>
                  </a:lnTo>
                  <a:lnTo>
                    <a:pt x="226912" y="2168848"/>
                  </a:lnTo>
                  <a:close/>
                  <a:moveTo>
                    <a:pt x="437167" y="2214239"/>
                  </a:moveTo>
                  <a:lnTo>
                    <a:pt x="413556" y="2279849"/>
                  </a:lnTo>
                  <a:lnTo>
                    <a:pt x="439921" y="2296455"/>
                  </a:lnTo>
                  <a:close/>
                  <a:moveTo>
                    <a:pt x="529249" y="2296455"/>
                  </a:moveTo>
                  <a:lnTo>
                    <a:pt x="547624" y="2292039"/>
                  </a:lnTo>
                  <a:lnTo>
                    <a:pt x="463845" y="2214239"/>
                  </a:lnTo>
                  <a:close/>
                  <a:moveTo>
                    <a:pt x="547624" y="2292039"/>
                  </a:moveTo>
                  <a:lnTo>
                    <a:pt x="562948" y="2296455"/>
                  </a:lnTo>
                  <a:lnTo>
                    <a:pt x="582851" y="2233265"/>
                  </a:lnTo>
                  <a:close/>
                  <a:moveTo>
                    <a:pt x="1154551" y="2751308"/>
                  </a:moveTo>
                  <a:lnTo>
                    <a:pt x="1183525" y="2807142"/>
                  </a:lnTo>
                  <a:lnTo>
                    <a:pt x="1199003" y="2795087"/>
                  </a:lnTo>
                  <a:close/>
                  <a:moveTo>
                    <a:pt x="819751" y="2098930"/>
                  </a:moveTo>
                  <a:lnTo>
                    <a:pt x="873267" y="2209073"/>
                  </a:lnTo>
                  <a:lnTo>
                    <a:pt x="904432" y="2169226"/>
                  </a:lnTo>
                  <a:close/>
                  <a:moveTo>
                    <a:pt x="854228" y="2219582"/>
                  </a:moveTo>
                  <a:lnTo>
                    <a:pt x="873267" y="2209073"/>
                  </a:lnTo>
                  <a:lnTo>
                    <a:pt x="819751" y="2098930"/>
                  </a:lnTo>
                  <a:close/>
                  <a:moveTo>
                    <a:pt x="766396" y="2137367"/>
                  </a:moveTo>
                  <a:lnTo>
                    <a:pt x="854228" y="2219582"/>
                  </a:lnTo>
                  <a:lnTo>
                    <a:pt x="819751" y="2098930"/>
                  </a:lnTo>
                  <a:close/>
                  <a:moveTo>
                    <a:pt x="952494" y="2105163"/>
                  </a:moveTo>
                  <a:lnTo>
                    <a:pt x="904432" y="2169226"/>
                  </a:lnTo>
                  <a:lnTo>
                    <a:pt x="873267" y="2209073"/>
                  </a:lnTo>
                  <a:close/>
                  <a:moveTo>
                    <a:pt x="873267" y="2209073"/>
                  </a:moveTo>
                  <a:lnTo>
                    <a:pt x="929190" y="2181145"/>
                  </a:lnTo>
                  <a:lnTo>
                    <a:pt x="952494" y="2105163"/>
                  </a:lnTo>
                  <a:close/>
                  <a:moveTo>
                    <a:pt x="766396" y="2137367"/>
                  </a:moveTo>
                  <a:lnTo>
                    <a:pt x="819751" y="2098930"/>
                  </a:lnTo>
                  <a:lnTo>
                    <a:pt x="762916" y="2133983"/>
                  </a:lnTo>
                  <a:close/>
                  <a:moveTo>
                    <a:pt x="819751" y="2098930"/>
                  </a:moveTo>
                  <a:lnTo>
                    <a:pt x="807797" y="2086584"/>
                  </a:lnTo>
                  <a:lnTo>
                    <a:pt x="762916" y="2133983"/>
                  </a:lnTo>
                  <a:close/>
                  <a:moveTo>
                    <a:pt x="807797" y="2086584"/>
                  </a:moveTo>
                  <a:lnTo>
                    <a:pt x="669031" y="2055151"/>
                  </a:lnTo>
                  <a:lnTo>
                    <a:pt x="762916" y="2133983"/>
                  </a:lnTo>
                  <a:close/>
                  <a:moveTo>
                    <a:pt x="663975" y="2042716"/>
                  </a:moveTo>
                  <a:lnTo>
                    <a:pt x="669031" y="2055151"/>
                  </a:lnTo>
                  <a:lnTo>
                    <a:pt x="668821" y="2053915"/>
                  </a:lnTo>
                  <a:close/>
                  <a:moveTo>
                    <a:pt x="623465" y="1972936"/>
                  </a:moveTo>
                  <a:lnTo>
                    <a:pt x="663975" y="2042716"/>
                  </a:lnTo>
                  <a:lnTo>
                    <a:pt x="609799" y="1941215"/>
                  </a:lnTo>
                  <a:close/>
                  <a:moveTo>
                    <a:pt x="609799" y="1941215"/>
                  </a:moveTo>
                  <a:lnTo>
                    <a:pt x="663975" y="2042716"/>
                  </a:lnTo>
                  <a:lnTo>
                    <a:pt x="668821" y="2053915"/>
                  </a:lnTo>
                  <a:close/>
                  <a:moveTo>
                    <a:pt x="609799" y="1941215"/>
                  </a:moveTo>
                  <a:lnTo>
                    <a:pt x="668821" y="2053915"/>
                  </a:lnTo>
                  <a:lnTo>
                    <a:pt x="608580" y="2042298"/>
                  </a:lnTo>
                  <a:close/>
                  <a:moveTo>
                    <a:pt x="623465" y="1972936"/>
                  </a:moveTo>
                  <a:lnTo>
                    <a:pt x="609799" y="1941215"/>
                  </a:lnTo>
                  <a:lnTo>
                    <a:pt x="560493" y="1881208"/>
                  </a:lnTo>
                  <a:close/>
                  <a:moveTo>
                    <a:pt x="130674" y="1397431"/>
                  </a:moveTo>
                  <a:lnTo>
                    <a:pt x="220887" y="1285513"/>
                  </a:lnTo>
                  <a:lnTo>
                    <a:pt x="120729" y="1295715"/>
                  </a:lnTo>
                  <a:close/>
                  <a:moveTo>
                    <a:pt x="120729" y="1295715"/>
                  </a:moveTo>
                  <a:lnTo>
                    <a:pt x="220887" y="1285513"/>
                  </a:lnTo>
                  <a:lnTo>
                    <a:pt x="199308" y="1292424"/>
                  </a:lnTo>
                  <a:close/>
                  <a:moveTo>
                    <a:pt x="609694" y="1934500"/>
                  </a:moveTo>
                  <a:lnTo>
                    <a:pt x="560493" y="1881208"/>
                  </a:lnTo>
                  <a:lnTo>
                    <a:pt x="609799" y="1941215"/>
                  </a:lnTo>
                  <a:close/>
                  <a:moveTo>
                    <a:pt x="1275107" y="2592221"/>
                  </a:moveTo>
                  <a:lnTo>
                    <a:pt x="1333537" y="2658951"/>
                  </a:lnTo>
                  <a:lnTo>
                    <a:pt x="1376901" y="2635999"/>
                  </a:lnTo>
                  <a:close/>
                  <a:moveTo>
                    <a:pt x="1244670" y="2389354"/>
                  </a:moveTo>
                  <a:lnTo>
                    <a:pt x="1301717" y="2324775"/>
                  </a:lnTo>
                  <a:lnTo>
                    <a:pt x="1211425" y="2427790"/>
                  </a:lnTo>
                  <a:close/>
                  <a:moveTo>
                    <a:pt x="941783" y="2093673"/>
                  </a:moveTo>
                  <a:lnTo>
                    <a:pt x="949214" y="2098930"/>
                  </a:lnTo>
                  <a:lnTo>
                    <a:pt x="950293" y="2060493"/>
                  </a:lnTo>
                  <a:close/>
                  <a:moveTo>
                    <a:pt x="904432" y="2169226"/>
                  </a:moveTo>
                  <a:lnTo>
                    <a:pt x="949214" y="2098930"/>
                  </a:lnTo>
                  <a:lnTo>
                    <a:pt x="941783" y="2093673"/>
                  </a:lnTo>
                  <a:close/>
                  <a:moveTo>
                    <a:pt x="966594" y="2122983"/>
                  </a:moveTo>
                  <a:lnTo>
                    <a:pt x="929190" y="2181145"/>
                  </a:lnTo>
                  <a:lnTo>
                    <a:pt x="999233" y="2167257"/>
                  </a:lnTo>
                  <a:close/>
                  <a:moveTo>
                    <a:pt x="901411" y="2060493"/>
                  </a:moveTo>
                  <a:lnTo>
                    <a:pt x="904432" y="2169226"/>
                  </a:lnTo>
                  <a:lnTo>
                    <a:pt x="941783" y="2093673"/>
                  </a:lnTo>
                  <a:close/>
                  <a:moveTo>
                    <a:pt x="819751" y="2098930"/>
                  </a:moveTo>
                  <a:lnTo>
                    <a:pt x="926997" y="2038391"/>
                  </a:lnTo>
                  <a:lnTo>
                    <a:pt x="827082" y="1985844"/>
                  </a:lnTo>
                  <a:close/>
                  <a:moveTo>
                    <a:pt x="827082" y="1985844"/>
                  </a:moveTo>
                  <a:lnTo>
                    <a:pt x="926997" y="2038391"/>
                  </a:lnTo>
                  <a:lnTo>
                    <a:pt x="883067" y="2000922"/>
                  </a:lnTo>
                  <a:close/>
                  <a:moveTo>
                    <a:pt x="819751" y="2098930"/>
                  </a:moveTo>
                  <a:lnTo>
                    <a:pt x="827082" y="1985844"/>
                  </a:lnTo>
                  <a:lnTo>
                    <a:pt x="807797" y="2086584"/>
                  </a:lnTo>
                  <a:close/>
                  <a:moveTo>
                    <a:pt x="950293" y="2060493"/>
                  </a:moveTo>
                  <a:lnTo>
                    <a:pt x="883067" y="2000922"/>
                  </a:lnTo>
                  <a:lnTo>
                    <a:pt x="926997" y="2038391"/>
                  </a:lnTo>
                  <a:close/>
                  <a:moveTo>
                    <a:pt x="841688" y="1834378"/>
                  </a:moveTo>
                  <a:lnTo>
                    <a:pt x="874300" y="1841364"/>
                  </a:lnTo>
                  <a:lnTo>
                    <a:pt x="817875" y="1813848"/>
                  </a:lnTo>
                  <a:close/>
                  <a:moveTo>
                    <a:pt x="803750" y="1856251"/>
                  </a:moveTo>
                  <a:lnTo>
                    <a:pt x="829072" y="1896063"/>
                  </a:lnTo>
                  <a:lnTo>
                    <a:pt x="784695" y="1852285"/>
                  </a:lnTo>
                  <a:close/>
                  <a:moveTo>
                    <a:pt x="372555" y="1358716"/>
                  </a:moveTo>
                  <a:lnTo>
                    <a:pt x="385085" y="1358994"/>
                  </a:lnTo>
                  <a:lnTo>
                    <a:pt x="351584" y="1329309"/>
                  </a:lnTo>
                  <a:close/>
                  <a:moveTo>
                    <a:pt x="372555" y="1358716"/>
                  </a:moveTo>
                  <a:lnTo>
                    <a:pt x="408919" y="1320558"/>
                  </a:lnTo>
                  <a:lnTo>
                    <a:pt x="402230" y="1348727"/>
                  </a:lnTo>
                  <a:close/>
                  <a:moveTo>
                    <a:pt x="137446" y="1252199"/>
                  </a:moveTo>
                  <a:lnTo>
                    <a:pt x="214545" y="1261803"/>
                  </a:lnTo>
                  <a:lnTo>
                    <a:pt x="259997" y="1216537"/>
                  </a:lnTo>
                  <a:close/>
                  <a:moveTo>
                    <a:pt x="259997" y="1216537"/>
                  </a:moveTo>
                  <a:lnTo>
                    <a:pt x="214545" y="1261803"/>
                  </a:lnTo>
                  <a:lnTo>
                    <a:pt x="335002" y="1218310"/>
                  </a:lnTo>
                  <a:close/>
                  <a:moveTo>
                    <a:pt x="1230205" y="2200758"/>
                  </a:moveTo>
                  <a:lnTo>
                    <a:pt x="1149281" y="2307139"/>
                  </a:lnTo>
                  <a:lnTo>
                    <a:pt x="1149869" y="2305569"/>
                  </a:lnTo>
                  <a:close/>
                  <a:moveTo>
                    <a:pt x="737833" y="1797625"/>
                  </a:moveTo>
                  <a:lnTo>
                    <a:pt x="803750" y="1856251"/>
                  </a:lnTo>
                  <a:lnTo>
                    <a:pt x="756957" y="1813848"/>
                  </a:lnTo>
                  <a:close/>
                  <a:moveTo>
                    <a:pt x="828115" y="1884913"/>
                  </a:moveTo>
                  <a:lnTo>
                    <a:pt x="823928" y="1931691"/>
                  </a:lnTo>
                  <a:lnTo>
                    <a:pt x="829072" y="1896063"/>
                  </a:lnTo>
                  <a:close/>
                  <a:moveTo>
                    <a:pt x="829072" y="1896063"/>
                  </a:moveTo>
                  <a:lnTo>
                    <a:pt x="803750" y="1856251"/>
                  </a:lnTo>
                  <a:lnTo>
                    <a:pt x="828115" y="1884913"/>
                  </a:lnTo>
                  <a:close/>
                  <a:moveTo>
                    <a:pt x="717497" y="1731633"/>
                  </a:moveTo>
                  <a:lnTo>
                    <a:pt x="742808" y="1693490"/>
                  </a:lnTo>
                  <a:lnTo>
                    <a:pt x="756957" y="1813848"/>
                  </a:lnTo>
                  <a:close/>
                  <a:moveTo>
                    <a:pt x="858787" y="1775412"/>
                  </a:moveTo>
                  <a:lnTo>
                    <a:pt x="793456" y="1712905"/>
                  </a:lnTo>
                  <a:lnTo>
                    <a:pt x="817711" y="1731633"/>
                  </a:lnTo>
                  <a:close/>
                  <a:moveTo>
                    <a:pt x="1030504" y="1741466"/>
                  </a:moveTo>
                  <a:lnTo>
                    <a:pt x="939314" y="1755009"/>
                  </a:lnTo>
                  <a:lnTo>
                    <a:pt x="934231" y="1850233"/>
                  </a:lnTo>
                  <a:close/>
                  <a:moveTo>
                    <a:pt x="1770146" y="2365031"/>
                  </a:moveTo>
                  <a:lnTo>
                    <a:pt x="1693597" y="2308370"/>
                  </a:lnTo>
                  <a:lnTo>
                    <a:pt x="1769638" y="2356260"/>
                  </a:lnTo>
                  <a:close/>
                  <a:moveTo>
                    <a:pt x="1674920" y="2238540"/>
                  </a:moveTo>
                  <a:lnTo>
                    <a:pt x="1632029" y="2216542"/>
                  </a:lnTo>
                  <a:lnTo>
                    <a:pt x="1753037" y="2274045"/>
                  </a:lnTo>
                  <a:close/>
                  <a:moveTo>
                    <a:pt x="1624900" y="2191829"/>
                  </a:moveTo>
                  <a:lnTo>
                    <a:pt x="1632029" y="2216542"/>
                  </a:lnTo>
                  <a:lnTo>
                    <a:pt x="1674920" y="2238540"/>
                  </a:lnTo>
                  <a:close/>
                  <a:moveTo>
                    <a:pt x="1363798" y="1952556"/>
                  </a:moveTo>
                  <a:lnTo>
                    <a:pt x="1454141" y="2027399"/>
                  </a:lnTo>
                  <a:lnTo>
                    <a:pt x="1375973" y="1956801"/>
                  </a:lnTo>
                  <a:close/>
                  <a:moveTo>
                    <a:pt x="1449234" y="2043783"/>
                  </a:moveTo>
                  <a:lnTo>
                    <a:pt x="1454141" y="2027399"/>
                  </a:lnTo>
                  <a:lnTo>
                    <a:pt x="1363798" y="1952556"/>
                  </a:lnTo>
                  <a:close/>
                  <a:moveTo>
                    <a:pt x="1354652" y="1945184"/>
                  </a:moveTo>
                  <a:lnTo>
                    <a:pt x="1290721" y="1862969"/>
                  </a:lnTo>
                  <a:lnTo>
                    <a:pt x="1315666" y="1891595"/>
                  </a:lnTo>
                  <a:close/>
                  <a:moveTo>
                    <a:pt x="1736927" y="2331446"/>
                  </a:moveTo>
                  <a:lnTo>
                    <a:pt x="1817130" y="2426927"/>
                  </a:lnTo>
                  <a:lnTo>
                    <a:pt x="1769638" y="2356260"/>
                  </a:lnTo>
                  <a:close/>
                  <a:moveTo>
                    <a:pt x="1769638" y="2356260"/>
                  </a:moveTo>
                  <a:lnTo>
                    <a:pt x="1817130" y="2426927"/>
                  </a:lnTo>
                  <a:lnTo>
                    <a:pt x="1789570" y="2388542"/>
                  </a:lnTo>
                  <a:close/>
                  <a:moveTo>
                    <a:pt x="1775604" y="2260502"/>
                  </a:moveTo>
                  <a:lnTo>
                    <a:pt x="1674920" y="2238540"/>
                  </a:lnTo>
                  <a:lnTo>
                    <a:pt x="1753037" y="2274045"/>
                  </a:lnTo>
                  <a:close/>
                  <a:moveTo>
                    <a:pt x="1732143" y="2071178"/>
                  </a:moveTo>
                  <a:lnTo>
                    <a:pt x="1709646" y="2153172"/>
                  </a:lnTo>
                  <a:lnTo>
                    <a:pt x="1750787" y="2080494"/>
                  </a:lnTo>
                  <a:close/>
                  <a:moveTo>
                    <a:pt x="1454141" y="2027399"/>
                  </a:moveTo>
                  <a:lnTo>
                    <a:pt x="1493876" y="2007489"/>
                  </a:lnTo>
                  <a:lnTo>
                    <a:pt x="1375973" y="1956801"/>
                  </a:lnTo>
                  <a:close/>
                  <a:moveTo>
                    <a:pt x="1699303" y="2061757"/>
                  </a:moveTo>
                  <a:lnTo>
                    <a:pt x="1672186" y="2013114"/>
                  </a:lnTo>
                  <a:lnTo>
                    <a:pt x="1645969" y="1988963"/>
                  </a:lnTo>
                  <a:close/>
                  <a:moveTo>
                    <a:pt x="1635551" y="1952902"/>
                  </a:moveTo>
                  <a:lnTo>
                    <a:pt x="1699303" y="2061757"/>
                  </a:lnTo>
                  <a:lnTo>
                    <a:pt x="1645969" y="1988963"/>
                  </a:lnTo>
                  <a:close/>
                  <a:moveTo>
                    <a:pt x="1803409" y="2009879"/>
                  </a:moveTo>
                  <a:lnTo>
                    <a:pt x="1863656" y="2032741"/>
                  </a:lnTo>
                  <a:lnTo>
                    <a:pt x="1849328" y="1966361"/>
                  </a:lnTo>
                  <a:close/>
                  <a:moveTo>
                    <a:pt x="1849328" y="1966361"/>
                  </a:moveTo>
                  <a:lnTo>
                    <a:pt x="1863656" y="2032741"/>
                  </a:lnTo>
                  <a:lnTo>
                    <a:pt x="1906241" y="1914613"/>
                  </a:lnTo>
                  <a:close/>
                  <a:moveTo>
                    <a:pt x="1906241" y="1914613"/>
                  </a:moveTo>
                  <a:lnTo>
                    <a:pt x="1863656" y="2032741"/>
                  </a:lnTo>
                  <a:lnTo>
                    <a:pt x="1896808" y="2022374"/>
                  </a:lnTo>
                  <a:close/>
                  <a:moveTo>
                    <a:pt x="1906241" y="1914613"/>
                  </a:moveTo>
                  <a:lnTo>
                    <a:pt x="1901854" y="1912090"/>
                  </a:lnTo>
                  <a:lnTo>
                    <a:pt x="1849328" y="1966361"/>
                  </a:lnTo>
                  <a:close/>
                  <a:moveTo>
                    <a:pt x="1973840" y="1994305"/>
                  </a:moveTo>
                  <a:lnTo>
                    <a:pt x="2019670" y="2083173"/>
                  </a:lnTo>
                  <a:lnTo>
                    <a:pt x="2007323" y="2076520"/>
                  </a:lnTo>
                  <a:close/>
                  <a:moveTo>
                    <a:pt x="1885556" y="2038353"/>
                  </a:moveTo>
                  <a:lnTo>
                    <a:pt x="2019670" y="2083173"/>
                  </a:lnTo>
                  <a:lnTo>
                    <a:pt x="1973840" y="1994305"/>
                  </a:lnTo>
                  <a:close/>
                  <a:moveTo>
                    <a:pt x="1973840" y="1994305"/>
                  </a:moveTo>
                  <a:lnTo>
                    <a:pt x="1896808" y="2022374"/>
                  </a:lnTo>
                  <a:lnTo>
                    <a:pt x="1885556" y="2038353"/>
                  </a:lnTo>
                  <a:close/>
                  <a:moveTo>
                    <a:pt x="1896808" y="2022374"/>
                  </a:moveTo>
                  <a:lnTo>
                    <a:pt x="1996408" y="1958952"/>
                  </a:lnTo>
                  <a:lnTo>
                    <a:pt x="1970000" y="1923370"/>
                  </a:lnTo>
                  <a:close/>
                  <a:moveTo>
                    <a:pt x="1896808" y="2022374"/>
                  </a:moveTo>
                  <a:lnTo>
                    <a:pt x="1970000" y="1923370"/>
                  </a:lnTo>
                  <a:lnTo>
                    <a:pt x="1906241" y="1914613"/>
                  </a:lnTo>
                  <a:close/>
                  <a:moveTo>
                    <a:pt x="2019670" y="2083173"/>
                  </a:moveTo>
                  <a:lnTo>
                    <a:pt x="1969077" y="2071967"/>
                  </a:lnTo>
                  <a:lnTo>
                    <a:pt x="2041300" y="1994305"/>
                  </a:lnTo>
                  <a:close/>
                  <a:moveTo>
                    <a:pt x="1906241" y="1914613"/>
                  </a:moveTo>
                  <a:lnTo>
                    <a:pt x="1842677" y="1878036"/>
                  </a:lnTo>
                  <a:lnTo>
                    <a:pt x="1901854" y="1912090"/>
                  </a:lnTo>
                  <a:close/>
                  <a:moveTo>
                    <a:pt x="1901854" y="1912090"/>
                  </a:moveTo>
                  <a:lnTo>
                    <a:pt x="1820431" y="1868312"/>
                  </a:lnTo>
                  <a:lnTo>
                    <a:pt x="1820781" y="1829875"/>
                  </a:lnTo>
                  <a:close/>
                  <a:moveTo>
                    <a:pt x="1750991" y="1813898"/>
                  </a:moveTo>
                  <a:lnTo>
                    <a:pt x="1809298" y="1816697"/>
                  </a:lnTo>
                  <a:lnTo>
                    <a:pt x="1820781" y="1829875"/>
                  </a:lnTo>
                  <a:close/>
                  <a:moveTo>
                    <a:pt x="1664436" y="1768940"/>
                  </a:moveTo>
                  <a:lnTo>
                    <a:pt x="1638278" y="1734592"/>
                  </a:lnTo>
                  <a:lnTo>
                    <a:pt x="1578830" y="1727528"/>
                  </a:lnTo>
                  <a:close/>
                  <a:moveTo>
                    <a:pt x="1297052" y="1292806"/>
                  </a:moveTo>
                  <a:lnTo>
                    <a:pt x="1316258" y="1303131"/>
                  </a:lnTo>
                  <a:lnTo>
                    <a:pt x="1353916" y="1360037"/>
                  </a:lnTo>
                  <a:close/>
                  <a:moveTo>
                    <a:pt x="2021753" y="1981388"/>
                  </a:moveTo>
                  <a:lnTo>
                    <a:pt x="2102374" y="2076482"/>
                  </a:lnTo>
                  <a:lnTo>
                    <a:pt x="2041300" y="1994305"/>
                  </a:lnTo>
                  <a:close/>
                  <a:moveTo>
                    <a:pt x="2055097" y="2054372"/>
                  </a:moveTo>
                  <a:lnTo>
                    <a:pt x="2102410" y="2076498"/>
                  </a:lnTo>
                  <a:lnTo>
                    <a:pt x="2021753" y="1981388"/>
                  </a:lnTo>
                  <a:close/>
                  <a:moveTo>
                    <a:pt x="1661334" y="1391980"/>
                  </a:moveTo>
                  <a:lnTo>
                    <a:pt x="1656864" y="1418799"/>
                  </a:lnTo>
                  <a:lnTo>
                    <a:pt x="1686071" y="1419422"/>
                  </a:lnTo>
                  <a:close/>
                  <a:moveTo>
                    <a:pt x="1422953" y="1208186"/>
                  </a:moveTo>
                  <a:lnTo>
                    <a:pt x="1461835" y="1215932"/>
                  </a:lnTo>
                  <a:lnTo>
                    <a:pt x="1446619" y="1245171"/>
                  </a:lnTo>
                  <a:close/>
                  <a:moveTo>
                    <a:pt x="1388429" y="1142561"/>
                  </a:moveTo>
                  <a:lnTo>
                    <a:pt x="1461835" y="1215932"/>
                  </a:lnTo>
                  <a:lnTo>
                    <a:pt x="1422953" y="1208186"/>
                  </a:lnTo>
                  <a:close/>
                  <a:moveTo>
                    <a:pt x="588381" y="156968"/>
                  </a:moveTo>
                  <a:lnTo>
                    <a:pt x="616497" y="234203"/>
                  </a:lnTo>
                  <a:lnTo>
                    <a:pt x="650830" y="166790"/>
                  </a:lnTo>
                  <a:close/>
                  <a:moveTo>
                    <a:pt x="591838" y="114844"/>
                  </a:moveTo>
                  <a:lnTo>
                    <a:pt x="588381" y="156968"/>
                  </a:lnTo>
                  <a:lnTo>
                    <a:pt x="614802" y="64921"/>
                  </a:lnTo>
                  <a:close/>
                  <a:moveTo>
                    <a:pt x="509994" y="24042"/>
                  </a:moveTo>
                  <a:lnTo>
                    <a:pt x="496698" y="37789"/>
                  </a:lnTo>
                  <a:lnTo>
                    <a:pt x="561121" y="0"/>
                  </a:lnTo>
                  <a:close/>
                  <a:moveTo>
                    <a:pt x="1661334" y="1391980"/>
                  </a:moveTo>
                  <a:lnTo>
                    <a:pt x="1642602" y="1380363"/>
                  </a:lnTo>
                  <a:lnTo>
                    <a:pt x="1572142" y="1303807"/>
                  </a:lnTo>
                  <a:close/>
                  <a:moveTo>
                    <a:pt x="1621406" y="1324349"/>
                  </a:moveTo>
                  <a:lnTo>
                    <a:pt x="1661334" y="1391980"/>
                  </a:lnTo>
                  <a:lnTo>
                    <a:pt x="1572142" y="1303807"/>
                  </a:lnTo>
                  <a:close/>
                  <a:moveTo>
                    <a:pt x="609396" y="39792"/>
                  </a:moveTo>
                  <a:lnTo>
                    <a:pt x="591838" y="114844"/>
                  </a:lnTo>
                  <a:lnTo>
                    <a:pt x="614802" y="64921"/>
                  </a:lnTo>
                  <a:close/>
                  <a:moveTo>
                    <a:pt x="1269071" y="544558"/>
                  </a:moveTo>
                  <a:lnTo>
                    <a:pt x="1295667" y="563554"/>
                  </a:lnTo>
                  <a:lnTo>
                    <a:pt x="1218344" y="508833"/>
                  </a:lnTo>
                  <a:close/>
                  <a:moveTo>
                    <a:pt x="1861399" y="1050238"/>
                  </a:moveTo>
                  <a:lnTo>
                    <a:pt x="1903161" y="1116378"/>
                  </a:lnTo>
                  <a:lnTo>
                    <a:pt x="1929375" y="113906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31" name="Candidate_density__2050">
              <a:extLst>
                <a:ext uri="{FF2B5EF4-FFF2-40B4-BE49-F238E27FC236}">
                  <a16:creationId xmlns:a16="http://schemas.microsoft.com/office/drawing/2014/main" id="{99B38FB8-77E0-A98F-6BD2-C7A0A086BAD7}"/>
                </a:ext>
              </a:extLst>
            </p:cNvPr>
            <p:cNvSpPr>
              <a:spLocks noGrp="1"/>
            </p:cNvSpPr>
            <p:nvPr/>
          </p:nvSpPr>
          <p:spPr>
            <a:xfrm>
              <a:off x="4462133" y="2241396"/>
              <a:ext cx="2144245" cy="3246340"/>
            </a:xfrm>
            <a:custGeom>
              <a:avLst/>
              <a:gdLst/>
              <a:ahLst/>
              <a:cxnLst/>
              <a:rect l="0" t="0" r="0" b="0"/>
              <a:pathLst>
                <a:path w="2144245" h="3246340">
                  <a:moveTo>
                    <a:pt x="128035" y="2633959"/>
                  </a:moveTo>
                  <a:lnTo>
                    <a:pt x="45906" y="2644163"/>
                  </a:lnTo>
                  <a:lnTo>
                    <a:pt x="0" y="2649117"/>
                  </a:lnTo>
                  <a:close/>
                  <a:moveTo>
                    <a:pt x="209799" y="2516615"/>
                  </a:moveTo>
                  <a:lnTo>
                    <a:pt x="132942" y="2633996"/>
                  </a:lnTo>
                  <a:lnTo>
                    <a:pt x="201035" y="2628236"/>
                  </a:lnTo>
                  <a:close/>
                  <a:moveTo>
                    <a:pt x="1120170" y="3218114"/>
                  </a:moveTo>
                  <a:lnTo>
                    <a:pt x="1120442" y="3190879"/>
                  </a:lnTo>
                  <a:lnTo>
                    <a:pt x="1077718" y="3246340"/>
                  </a:lnTo>
                  <a:close/>
                  <a:moveTo>
                    <a:pt x="1120170" y="3218114"/>
                  </a:moveTo>
                  <a:lnTo>
                    <a:pt x="1153346" y="3179678"/>
                  </a:lnTo>
                  <a:lnTo>
                    <a:pt x="1120442" y="3190879"/>
                  </a:lnTo>
                  <a:close/>
                  <a:moveTo>
                    <a:pt x="575387" y="2482842"/>
                  </a:moveTo>
                  <a:lnTo>
                    <a:pt x="567617" y="2517246"/>
                  </a:lnTo>
                  <a:lnTo>
                    <a:pt x="517173" y="2543846"/>
                  </a:lnTo>
                  <a:close/>
                  <a:moveTo>
                    <a:pt x="1171218" y="3096462"/>
                  </a:moveTo>
                  <a:lnTo>
                    <a:pt x="1153346" y="3179678"/>
                  </a:lnTo>
                  <a:lnTo>
                    <a:pt x="1170532" y="3099502"/>
                  </a:lnTo>
                  <a:close/>
                  <a:moveTo>
                    <a:pt x="443879" y="2162617"/>
                  </a:moveTo>
                  <a:lnTo>
                    <a:pt x="401398" y="2097061"/>
                  </a:lnTo>
                  <a:lnTo>
                    <a:pt x="521601" y="2129996"/>
                  </a:lnTo>
                  <a:close/>
                  <a:moveTo>
                    <a:pt x="783885" y="2338116"/>
                  </a:moveTo>
                  <a:lnTo>
                    <a:pt x="814640" y="2389650"/>
                  </a:lnTo>
                  <a:lnTo>
                    <a:pt x="854803" y="2324608"/>
                  </a:lnTo>
                  <a:close/>
                  <a:moveTo>
                    <a:pt x="572102" y="2103611"/>
                  </a:moveTo>
                  <a:lnTo>
                    <a:pt x="596423" y="2059694"/>
                  </a:lnTo>
                  <a:lnTo>
                    <a:pt x="586831" y="2034009"/>
                  </a:lnTo>
                  <a:close/>
                  <a:moveTo>
                    <a:pt x="521601" y="2129996"/>
                  </a:moveTo>
                  <a:lnTo>
                    <a:pt x="592828" y="2117646"/>
                  </a:lnTo>
                  <a:lnTo>
                    <a:pt x="572102" y="2103611"/>
                  </a:lnTo>
                  <a:close/>
                  <a:moveTo>
                    <a:pt x="854803" y="2324608"/>
                  </a:moveTo>
                  <a:lnTo>
                    <a:pt x="877245" y="2252852"/>
                  </a:lnTo>
                  <a:lnTo>
                    <a:pt x="820686" y="2260504"/>
                  </a:lnTo>
                  <a:close/>
                  <a:moveTo>
                    <a:pt x="783885" y="2338116"/>
                  </a:moveTo>
                  <a:lnTo>
                    <a:pt x="854803" y="2324608"/>
                  </a:lnTo>
                  <a:lnTo>
                    <a:pt x="820686" y="2260504"/>
                  </a:lnTo>
                  <a:close/>
                  <a:moveTo>
                    <a:pt x="877245" y="2252852"/>
                  </a:moveTo>
                  <a:lnTo>
                    <a:pt x="854803" y="2324608"/>
                  </a:lnTo>
                  <a:lnTo>
                    <a:pt x="895780" y="2280654"/>
                  </a:lnTo>
                  <a:close/>
                  <a:moveTo>
                    <a:pt x="844774" y="2242218"/>
                  </a:moveTo>
                  <a:lnTo>
                    <a:pt x="877245" y="2252852"/>
                  </a:lnTo>
                  <a:lnTo>
                    <a:pt x="789783" y="2163273"/>
                  </a:lnTo>
                  <a:close/>
                  <a:moveTo>
                    <a:pt x="713944" y="1824560"/>
                  </a:moveTo>
                  <a:lnTo>
                    <a:pt x="669429" y="1800157"/>
                  </a:lnTo>
                  <a:lnTo>
                    <a:pt x="703811" y="1913357"/>
                  </a:lnTo>
                  <a:close/>
                  <a:moveTo>
                    <a:pt x="321763" y="1400566"/>
                  </a:moveTo>
                  <a:lnTo>
                    <a:pt x="315180" y="1381630"/>
                  </a:lnTo>
                  <a:lnTo>
                    <a:pt x="309461" y="1463750"/>
                  </a:lnTo>
                  <a:close/>
                  <a:moveTo>
                    <a:pt x="1534572" y="2763802"/>
                  </a:moveTo>
                  <a:lnTo>
                    <a:pt x="1608283" y="2760736"/>
                  </a:lnTo>
                  <a:lnTo>
                    <a:pt x="1576568" y="2748512"/>
                  </a:lnTo>
                  <a:close/>
                  <a:moveTo>
                    <a:pt x="1669337" y="2773803"/>
                  </a:moveTo>
                  <a:lnTo>
                    <a:pt x="1576568" y="2748512"/>
                  </a:lnTo>
                  <a:lnTo>
                    <a:pt x="1635663" y="2761061"/>
                  </a:lnTo>
                  <a:close/>
                  <a:moveTo>
                    <a:pt x="719481" y="1589839"/>
                  </a:moveTo>
                  <a:lnTo>
                    <a:pt x="731757" y="1609894"/>
                  </a:lnTo>
                  <a:lnTo>
                    <a:pt x="763385" y="1615861"/>
                  </a:lnTo>
                  <a:close/>
                  <a:moveTo>
                    <a:pt x="1684408" y="2721432"/>
                  </a:moveTo>
                  <a:lnTo>
                    <a:pt x="1704206" y="2740850"/>
                  </a:lnTo>
                  <a:lnTo>
                    <a:pt x="1704815" y="2691249"/>
                  </a:lnTo>
                  <a:close/>
                  <a:moveTo>
                    <a:pt x="1135265" y="1955084"/>
                  </a:moveTo>
                  <a:lnTo>
                    <a:pt x="1075334" y="1946215"/>
                  </a:lnTo>
                  <a:lnTo>
                    <a:pt x="1206945" y="1944428"/>
                  </a:lnTo>
                  <a:close/>
                  <a:moveTo>
                    <a:pt x="660393" y="1294247"/>
                  </a:moveTo>
                  <a:lnTo>
                    <a:pt x="569675" y="1320203"/>
                  </a:lnTo>
                  <a:lnTo>
                    <a:pt x="536037" y="1323161"/>
                  </a:lnTo>
                  <a:close/>
                  <a:moveTo>
                    <a:pt x="536037" y="1323161"/>
                  </a:moveTo>
                  <a:lnTo>
                    <a:pt x="579930" y="1343194"/>
                  </a:lnTo>
                  <a:lnTo>
                    <a:pt x="660393" y="1294247"/>
                  </a:lnTo>
                  <a:close/>
                  <a:moveTo>
                    <a:pt x="536037" y="1323161"/>
                  </a:moveTo>
                  <a:lnTo>
                    <a:pt x="569675" y="1320203"/>
                  </a:lnTo>
                  <a:lnTo>
                    <a:pt x="505205" y="1312022"/>
                  </a:lnTo>
                  <a:close/>
                  <a:moveTo>
                    <a:pt x="1853994" y="2691690"/>
                  </a:moveTo>
                  <a:lnTo>
                    <a:pt x="1885799" y="2702414"/>
                  </a:lnTo>
                  <a:lnTo>
                    <a:pt x="1871355" y="2690632"/>
                  </a:lnTo>
                  <a:close/>
                  <a:moveTo>
                    <a:pt x="1771190" y="2660754"/>
                  </a:moveTo>
                  <a:lnTo>
                    <a:pt x="1805216" y="2683810"/>
                  </a:lnTo>
                  <a:lnTo>
                    <a:pt x="1704815" y="2691249"/>
                  </a:lnTo>
                  <a:close/>
                  <a:moveTo>
                    <a:pt x="1771190" y="2660754"/>
                  </a:moveTo>
                  <a:lnTo>
                    <a:pt x="1853994" y="2691690"/>
                  </a:lnTo>
                  <a:lnTo>
                    <a:pt x="1805216" y="2683810"/>
                  </a:lnTo>
                  <a:close/>
                  <a:moveTo>
                    <a:pt x="1853994" y="2691690"/>
                  </a:moveTo>
                  <a:lnTo>
                    <a:pt x="1871355" y="2690632"/>
                  </a:lnTo>
                  <a:lnTo>
                    <a:pt x="1805216" y="2683810"/>
                  </a:lnTo>
                  <a:close/>
                  <a:moveTo>
                    <a:pt x="1231538" y="1846317"/>
                  </a:moveTo>
                  <a:lnTo>
                    <a:pt x="1135265" y="1955084"/>
                  </a:lnTo>
                  <a:lnTo>
                    <a:pt x="1206945" y="1944428"/>
                  </a:lnTo>
                  <a:close/>
                  <a:moveTo>
                    <a:pt x="1914520" y="2702786"/>
                  </a:moveTo>
                  <a:lnTo>
                    <a:pt x="1805216" y="2683810"/>
                  </a:lnTo>
                  <a:lnTo>
                    <a:pt x="1871355" y="2690632"/>
                  </a:lnTo>
                  <a:close/>
                  <a:moveTo>
                    <a:pt x="1996571" y="2649425"/>
                  </a:moveTo>
                  <a:lnTo>
                    <a:pt x="2010391" y="2663977"/>
                  </a:lnTo>
                  <a:lnTo>
                    <a:pt x="2011223" y="2570482"/>
                  </a:lnTo>
                  <a:close/>
                  <a:moveTo>
                    <a:pt x="2011223" y="2570482"/>
                  </a:moveTo>
                  <a:lnTo>
                    <a:pt x="2047042" y="2640943"/>
                  </a:lnTo>
                  <a:lnTo>
                    <a:pt x="2091980" y="2593757"/>
                  </a:lnTo>
                  <a:close/>
                  <a:moveTo>
                    <a:pt x="1984720" y="2625541"/>
                  </a:moveTo>
                  <a:lnTo>
                    <a:pt x="1996571" y="2649425"/>
                  </a:lnTo>
                  <a:lnTo>
                    <a:pt x="2011223" y="2570482"/>
                  </a:lnTo>
                  <a:close/>
                  <a:moveTo>
                    <a:pt x="1248043" y="1732806"/>
                  </a:moveTo>
                  <a:lnTo>
                    <a:pt x="1233917" y="1830070"/>
                  </a:lnTo>
                  <a:lnTo>
                    <a:pt x="1262212" y="1759611"/>
                  </a:lnTo>
                  <a:close/>
                  <a:moveTo>
                    <a:pt x="2091980" y="2593757"/>
                  </a:moveTo>
                  <a:lnTo>
                    <a:pt x="2144245" y="2573967"/>
                  </a:lnTo>
                  <a:lnTo>
                    <a:pt x="2011223" y="2570482"/>
                  </a:lnTo>
                  <a:close/>
                  <a:moveTo>
                    <a:pt x="1758061" y="1921408"/>
                  </a:moveTo>
                  <a:lnTo>
                    <a:pt x="1779864" y="1832379"/>
                  </a:lnTo>
                  <a:lnTo>
                    <a:pt x="1714819" y="1867845"/>
                  </a:lnTo>
                  <a:close/>
                  <a:moveTo>
                    <a:pt x="1779864" y="1832379"/>
                  </a:moveTo>
                  <a:lnTo>
                    <a:pt x="1816086" y="1904351"/>
                  </a:lnTo>
                  <a:lnTo>
                    <a:pt x="1865471" y="1873791"/>
                  </a:lnTo>
                  <a:close/>
                  <a:moveTo>
                    <a:pt x="269777" y="181131"/>
                  </a:moveTo>
                  <a:lnTo>
                    <a:pt x="301172" y="202866"/>
                  </a:lnTo>
                  <a:lnTo>
                    <a:pt x="313933" y="105734"/>
                  </a:lnTo>
                  <a:close/>
                  <a:moveTo>
                    <a:pt x="325134" y="15933"/>
                  </a:moveTo>
                  <a:lnTo>
                    <a:pt x="376826" y="15102"/>
                  </a:lnTo>
                  <a:lnTo>
                    <a:pt x="356375" y="0"/>
                  </a:lnTo>
                  <a:close/>
                  <a:moveTo>
                    <a:pt x="313933" y="105734"/>
                  </a:moveTo>
                  <a:lnTo>
                    <a:pt x="352129" y="53408"/>
                  </a:lnTo>
                  <a:lnTo>
                    <a:pt x="325134" y="15933"/>
                  </a:lnTo>
                  <a:close/>
                  <a:moveTo>
                    <a:pt x="1913344" y="1808732"/>
                  </a:moveTo>
                  <a:lnTo>
                    <a:pt x="1907305" y="1860668"/>
                  </a:lnTo>
                  <a:lnTo>
                    <a:pt x="1865471" y="1873791"/>
                  </a:lnTo>
                  <a:close/>
                  <a:moveTo>
                    <a:pt x="325134" y="15933"/>
                  </a:moveTo>
                  <a:lnTo>
                    <a:pt x="356375" y="0"/>
                  </a:lnTo>
                  <a:lnTo>
                    <a:pt x="455721" y="10318"/>
                  </a:lnTo>
                  <a:close/>
                  <a:moveTo>
                    <a:pt x="1916702" y="1752936"/>
                  </a:moveTo>
                  <a:lnTo>
                    <a:pt x="1927123" y="1852511"/>
                  </a:lnTo>
                  <a:lnTo>
                    <a:pt x="1921049" y="1770296"/>
                  </a:lnTo>
                  <a:close/>
                  <a:moveTo>
                    <a:pt x="1921049" y="1770296"/>
                  </a:moveTo>
                  <a:lnTo>
                    <a:pt x="1930285" y="1685716"/>
                  </a:lnTo>
                  <a:lnTo>
                    <a:pt x="1916702" y="1752936"/>
                  </a:lnTo>
                  <a:close/>
                  <a:moveTo>
                    <a:pt x="1942185" y="1649644"/>
                  </a:moveTo>
                  <a:lnTo>
                    <a:pt x="1930285" y="1685716"/>
                  </a:lnTo>
                  <a:lnTo>
                    <a:pt x="1921049" y="1770296"/>
                  </a:lnTo>
                  <a:close/>
                  <a:moveTo>
                    <a:pt x="1614513" y="1441435"/>
                  </a:moveTo>
                  <a:lnTo>
                    <a:pt x="1647654" y="1350022"/>
                  </a:lnTo>
                  <a:lnTo>
                    <a:pt x="1662870" y="1320783"/>
                  </a:lnTo>
                  <a:close/>
                  <a:moveTo>
                    <a:pt x="817531" y="339054"/>
                  </a:moveTo>
                  <a:lnTo>
                    <a:pt x="845384" y="372638"/>
                  </a:lnTo>
                  <a:lnTo>
                    <a:pt x="851865" y="271641"/>
                  </a:lnTo>
                  <a:close/>
                  <a:moveTo>
                    <a:pt x="1968204" y="1548832"/>
                  </a:moveTo>
                  <a:lnTo>
                    <a:pt x="2017480" y="1528992"/>
                  </a:lnTo>
                  <a:lnTo>
                    <a:pt x="1932448" y="1478601"/>
                  </a:lnTo>
                  <a:close/>
                  <a:moveTo>
                    <a:pt x="1968204" y="1548832"/>
                  </a:moveTo>
                  <a:lnTo>
                    <a:pt x="1932448" y="1478601"/>
                  </a:lnTo>
                  <a:lnTo>
                    <a:pt x="1887105" y="1524273"/>
                  </a:lnTo>
                  <a:close/>
                  <a:moveTo>
                    <a:pt x="2027889" y="1493322"/>
                  </a:moveTo>
                  <a:lnTo>
                    <a:pt x="2019599" y="1529690"/>
                  </a:lnTo>
                  <a:lnTo>
                    <a:pt x="1968204" y="1548832"/>
                  </a:lnTo>
                  <a:close/>
                  <a:moveTo>
                    <a:pt x="2033752" y="1446777"/>
                  </a:moveTo>
                  <a:lnTo>
                    <a:pt x="2019599" y="1529690"/>
                  </a:lnTo>
                  <a:lnTo>
                    <a:pt x="2027889" y="1493322"/>
                  </a:lnTo>
                  <a:close/>
                  <a:moveTo>
                    <a:pt x="2034833" y="1417212"/>
                  </a:moveTo>
                  <a:lnTo>
                    <a:pt x="2021236" y="1528992"/>
                  </a:lnTo>
                  <a:lnTo>
                    <a:pt x="2033752" y="1446777"/>
                  </a:lnTo>
                  <a:close/>
                  <a:moveTo>
                    <a:pt x="2034833" y="1417212"/>
                  </a:moveTo>
                  <a:lnTo>
                    <a:pt x="2033752" y="1446777"/>
                  </a:lnTo>
                  <a:lnTo>
                    <a:pt x="2042448" y="1396015"/>
                  </a:lnTo>
                  <a:close/>
                  <a:moveTo>
                    <a:pt x="1460895" y="780117"/>
                  </a:moveTo>
                  <a:lnTo>
                    <a:pt x="1480824" y="871272"/>
                  </a:lnTo>
                  <a:lnTo>
                    <a:pt x="1465036" y="78905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32" name="Candidate_density__2051">
              <a:extLst>
                <a:ext uri="{FF2B5EF4-FFF2-40B4-BE49-F238E27FC236}">
                  <a16:creationId xmlns:a16="http://schemas.microsoft.com/office/drawing/2014/main" id="{C1781624-9665-C8AE-3081-F8BE58B0E44D}"/>
                </a:ext>
              </a:extLst>
            </p:cNvPr>
            <p:cNvSpPr>
              <a:spLocks noGrp="1"/>
            </p:cNvSpPr>
            <p:nvPr/>
          </p:nvSpPr>
          <p:spPr>
            <a:xfrm>
              <a:off x="4403670" y="3025111"/>
              <a:ext cx="2120897" cy="2322991"/>
            </a:xfrm>
            <a:custGeom>
              <a:avLst/>
              <a:gdLst/>
              <a:ahLst/>
              <a:cxnLst/>
              <a:rect l="0" t="0" r="0" b="0"/>
              <a:pathLst>
                <a:path w="2120897" h="2322991">
                  <a:moveTo>
                    <a:pt x="68151" y="1686420"/>
                  </a:moveTo>
                  <a:lnTo>
                    <a:pt x="0" y="1727558"/>
                  </a:lnTo>
                  <a:lnTo>
                    <a:pt x="65065" y="1689122"/>
                  </a:lnTo>
                  <a:close/>
                  <a:moveTo>
                    <a:pt x="68151" y="1686420"/>
                  </a:moveTo>
                  <a:lnTo>
                    <a:pt x="13201" y="1696174"/>
                  </a:lnTo>
                  <a:lnTo>
                    <a:pt x="0" y="1727558"/>
                  </a:lnTo>
                  <a:close/>
                  <a:moveTo>
                    <a:pt x="13201" y="1696174"/>
                  </a:moveTo>
                  <a:lnTo>
                    <a:pt x="68151" y="1686420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91163" y="1606907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65065" y="1689122"/>
                  </a:lnTo>
                  <a:lnTo>
                    <a:pt x="73703" y="1685196"/>
                  </a:lnTo>
                  <a:close/>
                  <a:moveTo>
                    <a:pt x="73703" y="1685196"/>
                  </a:moveTo>
                  <a:lnTo>
                    <a:pt x="91163" y="1606907"/>
                  </a:lnTo>
                  <a:lnTo>
                    <a:pt x="68151" y="1686420"/>
                  </a:lnTo>
                  <a:close/>
                  <a:moveTo>
                    <a:pt x="143812" y="1588699"/>
                  </a:moveTo>
                  <a:lnTo>
                    <a:pt x="91163" y="1606907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143812" y="1588699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73703" y="1685196"/>
                  </a:lnTo>
                  <a:lnTo>
                    <a:pt x="196009" y="1670602"/>
                  </a:lnTo>
                  <a:close/>
                  <a:moveTo>
                    <a:pt x="223549" y="1650685"/>
                  </a:moveTo>
                  <a:lnTo>
                    <a:pt x="211765" y="1568470"/>
                  </a:lnTo>
                  <a:lnTo>
                    <a:pt x="184403" y="1655790"/>
                  </a:lnTo>
                  <a:close/>
                  <a:moveTo>
                    <a:pt x="211765" y="1568470"/>
                  </a:moveTo>
                  <a:lnTo>
                    <a:pt x="143812" y="1588699"/>
                  </a:lnTo>
                  <a:lnTo>
                    <a:pt x="184403" y="1655790"/>
                  </a:lnTo>
                  <a:close/>
                  <a:moveTo>
                    <a:pt x="109061" y="1560719"/>
                  </a:moveTo>
                  <a:lnTo>
                    <a:pt x="91163" y="1606907"/>
                  </a:lnTo>
                  <a:lnTo>
                    <a:pt x="143812" y="1588699"/>
                  </a:lnTo>
                  <a:close/>
                  <a:moveTo>
                    <a:pt x="211765" y="1568470"/>
                  </a:moveTo>
                  <a:lnTo>
                    <a:pt x="109061" y="1560719"/>
                  </a:lnTo>
                  <a:lnTo>
                    <a:pt x="143812" y="1588699"/>
                  </a:lnTo>
                  <a:close/>
                  <a:moveTo>
                    <a:pt x="228051" y="1511744"/>
                  </a:moveTo>
                  <a:lnTo>
                    <a:pt x="211765" y="1568470"/>
                  </a:lnTo>
                  <a:lnTo>
                    <a:pt x="273513" y="1543845"/>
                  </a:lnTo>
                  <a:close/>
                  <a:moveTo>
                    <a:pt x="1142430" y="2313748"/>
                  </a:moveTo>
                  <a:lnTo>
                    <a:pt x="1152292" y="2307657"/>
                  </a:lnTo>
                  <a:lnTo>
                    <a:pt x="1068020" y="2322991"/>
                  </a:lnTo>
                  <a:close/>
                  <a:moveTo>
                    <a:pt x="532802" y="1017829"/>
                  </a:moveTo>
                  <a:lnTo>
                    <a:pt x="479135" y="1032380"/>
                  </a:lnTo>
                  <a:lnTo>
                    <a:pt x="464951" y="1085864"/>
                  </a:lnTo>
                  <a:close/>
                  <a:moveTo>
                    <a:pt x="1444960" y="2034009"/>
                  </a:moveTo>
                  <a:lnTo>
                    <a:pt x="1533216" y="2035090"/>
                  </a:lnTo>
                  <a:lnTo>
                    <a:pt x="1504252" y="2010527"/>
                  </a:lnTo>
                  <a:close/>
                  <a:moveTo>
                    <a:pt x="1459061" y="1973036"/>
                  </a:moveTo>
                  <a:lnTo>
                    <a:pt x="1444960" y="2034009"/>
                  </a:lnTo>
                  <a:lnTo>
                    <a:pt x="1504252" y="2010527"/>
                  </a:lnTo>
                  <a:close/>
                  <a:moveTo>
                    <a:pt x="1489580" y="1831142"/>
                  </a:moveTo>
                  <a:lnTo>
                    <a:pt x="1463214" y="1951794"/>
                  </a:lnTo>
                  <a:lnTo>
                    <a:pt x="1534605" y="1913357"/>
                  </a:lnTo>
                  <a:close/>
                  <a:moveTo>
                    <a:pt x="727893" y="1016442"/>
                  </a:moveTo>
                  <a:lnTo>
                    <a:pt x="679567" y="965212"/>
                  </a:lnTo>
                  <a:lnTo>
                    <a:pt x="674884" y="991736"/>
                  </a:lnTo>
                  <a:close/>
                  <a:moveTo>
                    <a:pt x="1470923" y="1748927"/>
                  </a:moveTo>
                  <a:lnTo>
                    <a:pt x="1489580" y="1831142"/>
                  </a:lnTo>
                  <a:lnTo>
                    <a:pt x="1542314" y="1792706"/>
                  </a:lnTo>
                  <a:close/>
                  <a:moveTo>
                    <a:pt x="480385" y="606649"/>
                  </a:moveTo>
                  <a:lnTo>
                    <a:pt x="445353" y="680130"/>
                  </a:lnTo>
                  <a:lnTo>
                    <a:pt x="543770" y="644578"/>
                  </a:lnTo>
                  <a:close/>
                  <a:moveTo>
                    <a:pt x="1466819" y="639668"/>
                  </a:moveTo>
                  <a:lnTo>
                    <a:pt x="1454146" y="663444"/>
                  </a:lnTo>
                  <a:lnTo>
                    <a:pt x="1575756" y="624267"/>
                  </a:lnTo>
                  <a:close/>
                  <a:moveTo>
                    <a:pt x="1466819" y="639668"/>
                  </a:moveTo>
                  <a:lnTo>
                    <a:pt x="1575756" y="624267"/>
                  </a:lnTo>
                  <a:lnTo>
                    <a:pt x="1556550" y="613942"/>
                  </a:lnTo>
                  <a:close/>
                  <a:moveTo>
                    <a:pt x="1156666" y="38436"/>
                  </a:moveTo>
                  <a:lnTo>
                    <a:pt x="1200979" y="82215"/>
                  </a:lnTo>
                  <a:lnTo>
                    <a:pt x="1189586" y="0"/>
                  </a:lnTo>
                  <a:close/>
                  <a:moveTo>
                    <a:pt x="1189586" y="0"/>
                  </a:moveTo>
                  <a:lnTo>
                    <a:pt x="1200979" y="82215"/>
                  </a:lnTo>
                  <a:lnTo>
                    <a:pt x="1276345" y="43778"/>
                  </a:lnTo>
                  <a:close/>
                  <a:moveTo>
                    <a:pt x="1830241" y="588025"/>
                  </a:moveTo>
                  <a:lnTo>
                    <a:pt x="1876854" y="547098"/>
                  </a:lnTo>
                  <a:lnTo>
                    <a:pt x="1854566" y="537069"/>
                  </a:lnTo>
                  <a:close/>
                  <a:moveTo>
                    <a:pt x="1876854" y="547098"/>
                  </a:moveTo>
                  <a:lnTo>
                    <a:pt x="1913273" y="498633"/>
                  </a:lnTo>
                  <a:lnTo>
                    <a:pt x="1854566" y="537069"/>
                  </a:lnTo>
                  <a:close/>
                  <a:moveTo>
                    <a:pt x="1933685" y="480924"/>
                  </a:moveTo>
                  <a:lnTo>
                    <a:pt x="1854566" y="537069"/>
                  </a:lnTo>
                  <a:lnTo>
                    <a:pt x="1913273" y="498633"/>
                  </a:lnTo>
                  <a:close/>
                  <a:moveTo>
                    <a:pt x="1955931" y="484398"/>
                  </a:moveTo>
                  <a:lnTo>
                    <a:pt x="1913273" y="498633"/>
                  </a:lnTo>
                  <a:lnTo>
                    <a:pt x="1994307" y="492380"/>
                  </a:lnTo>
                  <a:close/>
                  <a:moveTo>
                    <a:pt x="1933685" y="480924"/>
                  </a:moveTo>
                  <a:lnTo>
                    <a:pt x="1913273" y="498633"/>
                  </a:lnTo>
                  <a:lnTo>
                    <a:pt x="1955931" y="484398"/>
                  </a:lnTo>
                  <a:close/>
                  <a:moveTo>
                    <a:pt x="1984311" y="416417"/>
                  </a:moveTo>
                  <a:lnTo>
                    <a:pt x="1933685" y="480924"/>
                  </a:lnTo>
                  <a:lnTo>
                    <a:pt x="2052290" y="430509"/>
                  </a:lnTo>
                  <a:close/>
                  <a:moveTo>
                    <a:pt x="2052290" y="430509"/>
                  </a:moveTo>
                  <a:lnTo>
                    <a:pt x="1933685" y="480924"/>
                  </a:lnTo>
                  <a:lnTo>
                    <a:pt x="2042158" y="460196"/>
                  </a:lnTo>
                  <a:close/>
                  <a:moveTo>
                    <a:pt x="2042158" y="460196"/>
                  </a:moveTo>
                  <a:lnTo>
                    <a:pt x="1933685" y="480924"/>
                  </a:lnTo>
                  <a:lnTo>
                    <a:pt x="1955931" y="484398"/>
                  </a:lnTo>
                  <a:close/>
                  <a:moveTo>
                    <a:pt x="2003748" y="406023"/>
                  </a:moveTo>
                  <a:lnTo>
                    <a:pt x="2052290" y="430509"/>
                  </a:lnTo>
                  <a:lnTo>
                    <a:pt x="2085627" y="377981"/>
                  </a:lnTo>
                  <a:close/>
                  <a:moveTo>
                    <a:pt x="2052290" y="430509"/>
                  </a:moveTo>
                  <a:lnTo>
                    <a:pt x="2042158" y="460196"/>
                  </a:lnTo>
                  <a:lnTo>
                    <a:pt x="2071814" y="450778"/>
                  </a:lnTo>
                  <a:close/>
                  <a:moveTo>
                    <a:pt x="2071814" y="450778"/>
                  </a:moveTo>
                  <a:lnTo>
                    <a:pt x="2085627" y="377981"/>
                  </a:lnTo>
                  <a:lnTo>
                    <a:pt x="2052290" y="430509"/>
                  </a:lnTo>
                  <a:close/>
                  <a:moveTo>
                    <a:pt x="2120897" y="371375"/>
                  </a:moveTo>
                  <a:lnTo>
                    <a:pt x="2085627" y="377981"/>
                  </a:lnTo>
                  <a:lnTo>
                    <a:pt x="2071814" y="450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33" name="Candidate_density__2052">
              <a:extLst>
                <a:ext uri="{FF2B5EF4-FFF2-40B4-BE49-F238E27FC236}">
                  <a16:creationId xmlns:a16="http://schemas.microsoft.com/office/drawing/2014/main" id="{9B387476-1980-37B9-117B-927B529FC85A}"/>
                </a:ext>
              </a:extLst>
            </p:cNvPr>
            <p:cNvSpPr>
              <a:spLocks noGrp="1"/>
            </p:cNvSpPr>
            <p:nvPr/>
          </p:nvSpPr>
          <p:spPr>
            <a:xfrm>
              <a:off x="4599679" y="2288928"/>
              <a:ext cx="2118586" cy="3170583"/>
            </a:xfrm>
            <a:custGeom>
              <a:avLst/>
              <a:gdLst/>
              <a:ahLst/>
              <a:cxnLst/>
              <a:rect l="0" t="0" r="0" b="0"/>
              <a:pathLst>
                <a:path w="2118586" h="3170583">
                  <a:moveTo>
                    <a:pt x="403930" y="2897071"/>
                  </a:moveTo>
                  <a:lnTo>
                    <a:pt x="517536" y="2948480"/>
                  </a:lnTo>
                  <a:lnTo>
                    <a:pt x="479467" y="2896252"/>
                  </a:lnTo>
                  <a:close/>
                  <a:moveTo>
                    <a:pt x="161553" y="2472474"/>
                  </a:moveTo>
                  <a:lnTo>
                    <a:pt x="83605" y="2475252"/>
                  </a:lnTo>
                  <a:lnTo>
                    <a:pt x="167258" y="2567929"/>
                  </a:lnTo>
                  <a:close/>
                  <a:moveTo>
                    <a:pt x="167258" y="2567929"/>
                  </a:moveTo>
                  <a:lnTo>
                    <a:pt x="153978" y="2640369"/>
                  </a:lnTo>
                  <a:lnTo>
                    <a:pt x="263693" y="2556718"/>
                  </a:lnTo>
                  <a:close/>
                  <a:moveTo>
                    <a:pt x="133237" y="2395402"/>
                  </a:moveTo>
                  <a:lnTo>
                    <a:pt x="83605" y="2475252"/>
                  </a:lnTo>
                  <a:lnTo>
                    <a:pt x="161553" y="2472474"/>
                  </a:lnTo>
                  <a:close/>
                  <a:moveTo>
                    <a:pt x="81150" y="2431533"/>
                  </a:moveTo>
                  <a:lnTo>
                    <a:pt x="27540" y="2386868"/>
                  </a:lnTo>
                  <a:lnTo>
                    <a:pt x="83605" y="2475252"/>
                  </a:lnTo>
                  <a:close/>
                  <a:moveTo>
                    <a:pt x="0" y="2406785"/>
                  </a:moveTo>
                  <a:lnTo>
                    <a:pt x="72253" y="2469084"/>
                  </a:lnTo>
                  <a:lnTo>
                    <a:pt x="83605" y="2475252"/>
                  </a:lnTo>
                  <a:close/>
                  <a:moveTo>
                    <a:pt x="15756" y="2304653"/>
                  </a:moveTo>
                  <a:lnTo>
                    <a:pt x="109722" y="2323158"/>
                  </a:lnTo>
                  <a:lnTo>
                    <a:pt x="77504" y="2280028"/>
                  </a:lnTo>
                  <a:close/>
                  <a:moveTo>
                    <a:pt x="27540" y="2386868"/>
                  </a:moveTo>
                  <a:lnTo>
                    <a:pt x="73803" y="2348432"/>
                  </a:lnTo>
                  <a:lnTo>
                    <a:pt x="15756" y="2304653"/>
                  </a:lnTo>
                  <a:close/>
                  <a:moveTo>
                    <a:pt x="946420" y="3049931"/>
                  </a:moveTo>
                  <a:lnTo>
                    <a:pt x="852612" y="3150097"/>
                  </a:lnTo>
                  <a:lnTo>
                    <a:pt x="884483" y="3170583"/>
                  </a:lnTo>
                  <a:close/>
                  <a:moveTo>
                    <a:pt x="946420" y="3049931"/>
                  </a:moveTo>
                  <a:lnTo>
                    <a:pt x="884483" y="3170583"/>
                  </a:lnTo>
                  <a:lnTo>
                    <a:pt x="937917" y="3132146"/>
                  </a:lnTo>
                  <a:close/>
                  <a:moveTo>
                    <a:pt x="872011" y="3059174"/>
                  </a:moveTo>
                  <a:lnTo>
                    <a:pt x="766738" y="3107684"/>
                  </a:lnTo>
                  <a:lnTo>
                    <a:pt x="852612" y="3150097"/>
                  </a:lnTo>
                  <a:close/>
                  <a:moveTo>
                    <a:pt x="872011" y="3059174"/>
                  </a:moveTo>
                  <a:lnTo>
                    <a:pt x="775176" y="3077307"/>
                  </a:lnTo>
                  <a:lnTo>
                    <a:pt x="766738" y="3107684"/>
                  </a:lnTo>
                  <a:close/>
                  <a:moveTo>
                    <a:pt x="775176" y="3077307"/>
                  </a:moveTo>
                  <a:lnTo>
                    <a:pt x="842205" y="2983313"/>
                  </a:lnTo>
                  <a:lnTo>
                    <a:pt x="771950" y="2979837"/>
                  </a:lnTo>
                  <a:close/>
                  <a:moveTo>
                    <a:pt x="704144" y="2974371"/>
                  </a:moveTo>
                  <a:lnTo>
                    <a:pt x="771950" y="2979837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06332" y="2977064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42205" y="2983313"/>
                  </a:lnTo>
                  <a:lnTo>
                    <a:pt x="806332" y="2977064"/>
                  </a:lnTo>
                  <a:close/>
                  <a:moveTo>
                    <a:pt x="946420" y="3049931"/>
                  </a:moveTo>
                  <a:lnTo>
                    <a:pt x="937917" y="3132146"/>
                  </a:lnTo>
                  <a:lnTo>
                    <a:pt x="1003433" y="3113015"/>
                  </a:lnTo>
                  <a:close/>
                  <a:moveTo>
                    <a:pt x="963991" y="3044988"/>
                  </a:moveTo>
                  <a:lnTo>
                    <a:pt x="1032057" y="3048493"/>
                  </a:lnTo>
                  <a:lnTo>
                    <a:pt x="956282" y="3043840"/>
                  </a:lnTo>
                  <a:close/>
                  <a:moveTo>
                    <a:pt x="271246" y="2024913"/>
                  </a:moveTo>
                  <a:lnTo>
                    <a:pt x="263995" y="1949321"/>
                  </a:lnTo>
                  <a:lnTo>
                    <a:pt x="263853" y="2049529"/>
                  </a:lnTo>
                  <a:close/>
                  <a:moveTo>
                    <a:pt x="592738" y="2353774"/>
                  </a:moveTo>
                  <a:lnTo>
                    <a:pt x="607589" y="2360906"/>
                  </a:lnTo>
                  <a:lnTo>
                    <a:pt x="611113" y="2349358"/>
                  </a:lnTo>
                  <a:close/>
                  <a:moveTo>
                    <a:pt x="611113" y="2349358"/>
                  </a:moveTo>
                  <a:lnTo>
                    <a:pt x="607589" y="2360906"/>
                  </a:lnTo>
                  <a:lnTo>
                    <a:pt x="626437" y="2353774"/>
                  </a:lnTo>
                  <a:close/>
                  <a:moveTo>
                    <a:pt x="1262492" y="2852407"/>
                  </a:moveTo>
                  <a:lnTo>
                    <a:pt x="1313604" y="2813970"/>
                  </a:lnTo>
                  <a:lnTo>
                    <a:pt x="1248951" y="2770192"/>
                  </a:lnTo>
                  <a:close/>
                  <a:moveTo>
                    <a:pt x="1388109" y="2813970"/>
                  </a:moveTo>
                  <a:lnTo>
                    <a:pt x="1308242" y="2746710"/>
                  </a:lnTo>
                  <a:lnTo>
                    <a:pt x="1337207" y="2771273"/>
                  </a:lnTo>
                  <a:close/>
                  <a:moveTo>
                    <a:pt x="1324107" y="2770192"/>
                  </a:moveTo>
                  <a:lnTo>
                    <a:pt x="1263051" y="2709218"/>
                  </a:lnTo>
                  <a:lnTo>
                    <a:pt x="1308242" y="2746710"/>
                  </a:lnTo>
                  <a:close/>
                  <a:moveTo>
                    <a:pt x="983944" y="2359116"/>
                  </a:moveTo>
                  <a:lnTo>
                    <a:pt x="1031566" y="2401052"/>
                  </a:lnTo>
                  <a:lnTo>
                    <a:pt x="1060531" y="2326449"/>
                  </a:lnTo>
                  <a:close/>
                  <a:moveTo>
                    <a:pt x="936756" y="2266393"/>
                  </a:moveTo>
                  <a:lnTo>
                    <a:pt x="925471" y="2283038"/>
                  </a:lnTo>
                  <a:lnTo>
                    <a:pt x="992678" y="2238464"/>
                  </a:lnTo>
                  <a:close/>
                  <a:moveTo>
                    <a:pt x="925471" y="2283038"/>
                  </a:moveTo>
                  <a:lnTo>
                    <a:pt x="983944" y="2359116"/>
                  </a:lnTo>
                  <a:lnTo>
                    <a:pt x="992678" y="2238464"/>
                  </a:lnTo>
                  <a:close/>
                  <a:moveTo>
                    <a:pt x="992678" y="2238464"/>
                  </a:moveTo>
                  <a:lnTo>
                    <a:pt x="983944" y="2359116"/>
                  </a:lnTo>
                  <a:lnTo>
                    <a:pt x="1062292" y="2300729"/>
                  </a:lnTo>
                  <a:close/>
                  <a:moveTo>
                    <a:pt x="1062292" y="2300729"/>
                  </a:moveTo>
                  <a:lnTo>
                    <a:pt x="983944" y="2359116"/>
                  </a:lnTo>
                  <a:lnTo>
                    <a:pt x="1060531" y="2326449"/>
                  </a:lnTo>
                  <a:close/>
                  <a:moveTo>
                    <a:pt x="576398" y="1777028"/>
                  </a:moveTo>
                  <a:lnTo>
                    <a:pt x="585176" y="1669799"/>
                  </a:lnTo>
                  <a:lnTo>
                    <a:pt x="531884" y="1752625"/>
                  </a:lnTo>
                  <a:close/>
                  <a:moveTo>
                    <a:pt x="245826" y="1536965"/>
                  </a:moveTo>
                  <a:lnTo>
                    <a:pt x="249343" y="1416313"/>
                  </a:lnTo>
                  <a:lnTo>
                    <a:pt x="194162" y="1454750"/>
                  </a:lnTo>
                  <a:close/>
                  <a:moveTo>
                    <a:pt x="992678" y="2238464"/>
                  </a:moveTo>
                  <a:lnTo>
                    <a:pt x="1062292" y="2300729"/>
                  </a:lnTo>
                  <a:lnTo>
                    <a:pt x="1062722" y="2224576"/>
                  </a:lnTo>
                  <a:close/>
                  <a:moveTo>
                    <a:pt x="1062722" y="2224576"/>
                  </a:moveTo>
                  <a:lnTo>
                    <a:pt x="1062292" y="2300729"/>
                  </a:lnTo>
                  <a:lnTo>
                    <a:pt x="1081964" y="2238464"/>
                  </a:lnTo>
                  <a:close/>
                  <a:moveTo>
                    <a:pt x="964900" y="2117813"/>
                  </a:moveTo>
                  <a:lnTo>
                    <a:pt x="883240" y="2156249"/>
                  </a:lnTo>
                  <a:lnTo>
                    <a:pt x="967920" y="2226546"/>
                  </a:lnTo>
                  <a:close/>
                  <a:moveTo>
                    <a:pt x="964900" y="2117813"/>
                  </a:moveTo>
                  <a:lnTo>
                    <a:pt x="990486" y="2095711"/>
                  </a:lnTo>
                  <a:lnTo>
                    <a:pt x="883240" y="2156249"/>
                  </a:lnTo>
                  <a:close/>
                  <a:moveTo>
                    <a:pt x="867239" y="1913570"/>
                  </a:moveTo>
                  <a:lnTo>
                    <a:pt x="839603" y="1884415"/>
                  </a:lnTo>
                  <a:lnTo>
                    <a:pt x="820446" y="1871168"/>
                  </a:lnTo>
                  <a:close/>
                  <a:moveTo>
                    <a:pt x="621080" y="1765739"/>
                  </a:moveTo>
                  <a:lnTo>
                    <a:pt x="543780" y="1755386"/>
                  </a:lnTo>
                  <a:lnTo>
                    <a:pt x="669188" y="1730406"/>
                  </a:lnTo>
                  <a:close/>
                  <a:moveTo>
                    <a:pt x="1395609" y="2490452"/>
                  </a:moveTo>
                  <a:lnTo>
                    <a:pt x="1308073" y="2446571"/>
                  </a:lnTo>
                  <a:lnTo>
                    <a:pt x="1308159" y="2446673"/>
                  </a:lnTo>
                  <a:close/>
                  <a:moveTo>
                    <a:pt x="1212770" y="2364458"/>
                  </a:moveTo>
                  <a:lnTo>
                    <a:pt x="1308073" y="2446571"/>
                  </a:lnTo>
                  <a:lnTo>
                    <a:pt x="1213358" y="2362888"/>
                  </a:lnTo>
                  <a:close/>
                  <a:moveTo>
                    <a:pt x="1307880" y="2446424"/>
                  </a:moveTo>
                  <a:lnTo>
                    <a:pt x="1308073" y="2446571"/>
                  </a:lnTo>
                  <a:lnTo>
                    <a:pt x="1212770" y="2364458"/>
                  </a:lnTo>
                  <a:close/>
                  <a:moveTo>
                    <a:pt x="881364" y="1871168"/>
                  </a:moveTo>
                  <a:lnTo>
                    <a:pt x="937788" y="1898683"/>
                  </a:lnTo>
                  <a:lnTo>
                    <a:pt x="922276" y="1832731"/>
                  </a:lnTo>
                  <a:close/>
                  <a:moveTo>
                    <a:pt x="896341" y="1807175"/>
                  </a:moveTo>
                  <a:lnTo>
                    <a:pt x="856945" y="1770224"/>
                  </a:lnTo>
                  <a:lnTo>
                    <a:pt x="922276" y="1832731"/>
                  </a:lnTo>
                  <a:close/>
                  <a:moveTo>
                    <a:pt x="868475" y="1702989"/>
                  </a:moveTo>
                  <a:lnTo>
                    <a:pt x="856945" y="1770224"/>
                  </a:lnTo>
                  <a:lnTo>
                    <a:pt x="806877" y="1750516"/>
                  </a:lnTo>
                  <a:close/>
                  <a:moveTo>
                    <a:pt x="472408" y="1377877"/>
                  </a:moveTo>
                  <a:lnTo>
                    <a:pt x="541871" y="1339440"/>
                  </a:lnTo>
                  <a:lnTo>
                    <a:pt x="442385" y="1295662"/>
                  </a:lnTo>
                  <a:close/>
                  <a:moveTo>
                    <a:pt x="1439878" y="2299916"/>
                  </a:moveTo>
                  <a:lnTo>
                    <a:pt x="1461651" y="2248828"/>
                  </a:lnTo>
                  <a:lnTo>
                    <a:pt x="1395836" y="2281414"/>
                  </a:lnTo>
                  <a:close/>
                  <a:moveTo>
                    <a:pt x="1439878" y="2299916"/>
                  </a:moveTo>
                  <a:lnTo>
                    <a:pt x="1504858" y="2307680"/>
                  </a:lnTo>
                  <a:lnTo>
                    <a:pt x="1461651" y="2248828"/>
                  </a:lnTo>
                  <a:close/>
                  <a:moveTo>
                    <a:pt x="1833635" y="2422350"/>
                  </a:moveTo>
                  <a:lnTo>
                    <a:pt x="1828080" y="2352472"/>
                  </a:lnTo>
                  <a:lnTo>
                    <a:pt x="1816526" y="2331364"/>
                  </a:lnTo>
                  <a:close/>
                  <a:moveTo>
                    <a:pt x="1833635" y="2422350"/>
                  </a:moveTo>
                  <a:lnTo>
                    <a:pt x="1853059" y="2445861"/>
                  </a:lnTo>
                  <a:lnTo>
                    <a:pt x="1857881" y="2413579"/>
                  </a:lnTo>
                  <a:close/>
                  <a:moveTo>
                    <a:pt x="1853059" y="2445861"/>
                  </a:moveTo>
                  <a:lnTo>
                    <a:pt x="1833635" y="2422350"/>
                  </a:lnTo>
                  <a:lnTo>
                    <a:pt x="1833127" y="2413579"/>
                  </a:lnTo>
                  <a:close/>
                  <a:moveTo>
                    <a:pt x="1604761" y="2186961"/>
                  </a:moveTo>
                  <a:lnTo>
                    <a:pt x="1688388" y="2249149"/>
                  </a:lnTo>
                  <a:lnTo>
                    <a:pt x="1640337" y="2207844"/>
                  </a:lnTo>
                  <a:close/>
                  <a:moveTo>
                    <a:pt x="1604761" y="2186961"/>
                  </a:moveTo>
                  <a:lnTo>
                    <a:pt x="1695518" y="2273861"/>
                  </a:lnTo>
                  <a:lnTo>
                    <a:pt x="1688388" y="2249149"/>
                  </a:lnTo>
                  <a:close/>
                  <a:moveTo>
                    <a:pt x="1612172" y="2166934"/>
                  </a:moveTo>
                  <a:lnTo>
                    <a:pt x="1604761" y="2186961"/>
                  </a:lnTo>
                  <a:lnTo>
                    <a:pt x="1640337" y="2207844"/>
                  </a:lnTo>
                  <a:close/>
                  <a:moveTo>
                    <a:pt x="1512723" y="2101102"/>
                  </a:moveTo>
                  <a:lnTo>
                    <a:pt x="1612172" y="2166934"/>
                  </a:lnTo>
                  <a:lnTo>
                    <a:pt x="1536235" y="2097281"/>
                  </a:lnTo>
                  <a:close/>
                  <a:moveTo>
                    <a:pt x="1604761" y="2186961"/>
                  </a:moveTo>
                  <a:lnTo>
                    <a:pt x="1612172" y="2166934"/>
                  </a:lnTo>
                  <a:lnTo>
                    <a:pt x="1512723" y="2101102"/>
                  </a:lnTo>
                  <a:close/>
                  <a:moveTo>
                    <a:pt x="1517630" y="2084719"/>
                  </a:moveTo>
                  <a:lnTo>
                    <a:pt x="1512723" y="2101102"/>
                  </a:lnTo>
                  <a:lnTo>
                    <a:pt x="1536235" y="2097281"/>
                  </a:lnTo>
                  <a:close/>
                  <a:moveTo>
                    <a:pt x="1857881" y="2413579"/>
                  </a:moveTo>
                  <a:lnTo>
                    <a:pt x="1853059" y="2445861"/>
                  </a:lnTo>
                  <a:lnTo>
                    <a:pt x="1967794" y="2380976"/>
                  </a:lnTo>
                  <a:close/>
                  <a:moveTo>
                    <a:pt x="1943324" y="2457358"/>
                  </a:moveTo>
                  <a:lnTo>
                    <a:pt x="1853059" y="2445861"/>
                  </a:lnTo>
                  <a:lnTo>
                    <a:pt x="1880618" y="2484246"/>
                  </a:lnTo>
                  <a:close/>
                  <a:moveTo>
                    <a:pt x="1816526" y="2331364"/>
                  </a:moveTo>
                  <a:lnTo>
                    <a:pt x="1828080" y="2352472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828080" y="2352472"/>
                  </a:lnTo>
                  <a:lnTo>
                    <a:pt x="1962258" y="2378375"/>
                  </a:lnTo>
                  <a:close/>
                  <a:moveTo>
                    <a:pt x="1936901" y="2298898"/>
                  </a:moveTo>
                  <a:lnTo>
                    <a:pt x="1839093" y="2317821"/>
                  </a:lnTo>
                  <a:lnTo>
                    <a:pt x="1962258" y="2378375"/>
                  </a:lnTo>
                  <a:close/>
                  <a:moveTo>
                    <a:pt x="1773099" y="2210789"/>
                  </a:moveTo>
                  <a:lnTo>
                    <a:pt x="1738408" y="2295859"/>
                  </a:lnTo>
                  <a:lnTo>
                    <a:pt x="1839093" y="2317821"/>
                  </a:lnTo>
                  <a:close/>
                  <a:moveTo>
                    <a:pt x="1842391" y="2215048"/>
                  </a:moveTo>
                  <a:lnTo>
                    <a:pt x="1773099" y="2210789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907794" y="2222469"/>
                  </a:lnTo>
                  <a:lnTo>
                    <a:pt x="1842391" y="2215048"/>
                  </a:lnTo>
                  <a:close/>
                  <a:moveTo>
                    <a:pt x="1688388" y="2249149"/>
                  </a:moveTo>
                  <a:lnTo>
                    <a:pt x="1738408" y="2295859"/>
                  </a:lnTo>
                  <a:lnTo>
                    <a:pt x="1773099" y="2210789"/>
                  </a:lnTo>
                  <a:close/>
                  <a:moveTo>
                    <a:pt x="1688388" y="2249149"/>
                  </a:moveTo>
                  <a:lnTo>
                    <a:pt x="1773099" y="2210789"/>
                  </a:lnTo>
                  <a:lnTo>
                    <a:pt x="1640337" y="2207844"/>
                  </a:lnTo>
                  <a:close/>
                  <a:moveTo>
                    <a:pt x="1814275" y="2137813"/>
                  </a:moveTo>
                  <a:lnTo>
                    <a:pt x="1773135" y="2210491"/>
                  </a:lnTo>
                  <a:lnTo>
                    <a:pt x="1773099" y="2210789"/>
                  </a:lnTo>
                  <a:close/>
                  <a:moveTo>
                    <a:pt x="1814275" y="2137813"/>
                  </a:moveTo>
                  <a:lnTo>
                    <a:pt x="1773099" y="2210789"/>
                  </a:lnTo>
                  <a:lnTo>
                    <a:pt x="1842391" y="2215048"/>
                  </a:lnTo>
                  <a:close/>
                  <a:moveTo>
                    <a:pt x="1609238" y="2046282"/>
                  </a:moveTo>
                  <a:lnTo>
                    <a:pt x="1536235" y="2097281"/>
                  </a:lnTo>
                  <a:lnTo>
                    <a:pt x="1612172" y="2166934"/>
                  </a:lnTo>
                  <a:close/>
                  <a:moveTo>
                    <a:pt x="1517630" y="2084719"/>
                  </a:moveTo>
                  <a:lnTo>
                    <a:pt x="1536235" y="2097281"/>
                  </a:lnTo>
                  <a:lnTo>
                    <a:pt x="1557365" y="2064808"/>
                  </a:lnTo>
                  <a:close/>
                  <a:moveTo>
                    <a:pt x="1967852" y="2373827"/>
                  </a:moveTo>
                  <a:lnTo>
                    <a:pt x="1967794" y="2380976"/>
                  </a:lnTo>
                  <a:lnTo>
                    <a:pt x="1936079" y="2339066"/>
                  </a:lnTo>
                  <a:close/>
                  <a:moveTo>
                    <a:pt x="1970509" y="2375142"/>
                  </a:moveTo>
                  <a:lnTo>
                    <a:pt x="1967794" y="2380976"/>
                  </a:lnTo>
                  <a:lnTo>
                    <a:pt x="1967852" y="2373827"/>
                  </a:lnTo>
                  <a:close/>
                  <a:moveTo>
                    <a:pt x="1762792" y="2119077"/>
                  </a:moveTo>
                  <a:lnTo>
                    <a:pt x="1773135" y="2210491"/>
                  </a:lnTo>
                  <a:lnTo>
                    <a:pt x="1795631" y="2128497"/>
                  </a:lnTo>
                  <a:close/>
                  <a:moveTo>
                    <a:pt x="1735674" y="2070433"/>
                  </a:moveTo>
                  <a:lnTo>
                    <a:pt x="1762792" y="2119077"/>
                  </a:lnTo>
                  <a:lnTo>
                    <a:pt x="1795631" y="2128497"/>
                  </a:lnTo>
                  <a:close/>
                  <a:moveTo>
                    <a:pt x="1545506" y="1678986"/>
                  </a:moveTo>
                  <a:lnTo>
                    <a:pt x="1594575" y="1606343"/>
                  </a:lnTo>
                  <a:lnTo>
                    <a:pt x="1496150" y="1635206"/>
                  </a:lnTo>
                  <a:close/>
                  <a:moveTo>
                    <a:pt x="1512567" y="1717422"/>
                  </a:moveTo>
                  <a:lnTo>
                    <a:pt x="1545506" y="1678986"/>
                  </a:lnTo>
                  <a:lnTo>
                    <a:pt x="1496150" y="1635206"/>
                  </a:lnTo>
                  <a:close/>
                  <a:moveTo>
                    <a:pt x="2037329" y="2051625"/>
                  </a:moveTo>
                  <a:lnTo>
                    <a:pt x="2059897" y="2016271"/>
                  </a:lnTo>
                  <a:lnTo>
                    <a:pt x="1960297" y="2079693"/>
                  </a:lnTo>
                  <a:close/>
                  <a:moveTo>
                    <a:pt x="2059897" y="2016271"/>
                  </a:moveTo>
                  <a:lnTo>
                    <a:pt x="2104789" y="2051625"/>
                  </a:lnTo>
                  <a:lnTo>
                    <a:pt x="2033488" y="1980689"/>
                  </a:lnTo>
                  <a:close/>
                  <a:moveTo>
                    <a:pt x="1379747" y="1360450"/>
                  </a:moveTo>
                  <a:lnTo>
                    <a:pt x="1467784" y="1432340"/>
                  </a:lnTo>
                  <a:lnTo>
                    <a:pt x="1501343" y="1321217"/>
                  </a:lnTo>
                  <a:close/>
                  <a:moveTo>
                    <a:pt x="1374478" y="1340753"/>
                  </a:moveTo>
                  <a:lnTo>
                    <a:pt x="1360541" y="1350125"/>
                  </a:lnTo>
                  <a:lnTo>
                    <a:pt x="1330134" y="1238411"/>
                  </a:lnTo>
                  <a:close/>
                  <a:moveTo>
                    <a:pt x="1004969" y="818398"/>
                  </a:moveTo>
                  <a:lnTo>
                    <a:pt x="988213" y="856834"/>
                  </a:lnTo>
                  <a:lnTo>
                    <a:pt x="1022274" y="900613"/>
                  </a:lnTo>
                  <a:close/>
                  <a:moveTo>
                    <a:pt x="960657" y="774619"/>
                  </a:moveTo>
                  <a:lnTo>
                    <a:pt x="988213" y="856834"/>
                  </a:lnTo>
                  <a:lnTo>
                    <a:pt x="1004969" y="818398"/>
                  </a:lnTo>
                  <a:close/>
                  <a:moveTo>
                    <a:pt x="529928" y="325107"/>
                  </a:moveTo>
                  <a:lnTo>
                    <a:pt x="530371" y="242892"/>
                  </a:lnTo>
                  <a:lnTo>
                    <a:pt x="508034" y="330524"/>
                  </a:lnTo>
                  <a:close/>
                  <a:moveTo>
                    <a:pt x="508034" y="330524"/>
                  </a:moveTo>
                  <a:lnTo>
                    <a:pt x="530371" y="242892"/>
                  </a:lnTo>
                  <a:lnTo>
                    <a:pt x="530480" y="252383"/>
                  </a:lnTo>
                  <a:close/>
                  <a:moveTo>
                    <a:pt x="454173" y="353919"/>
                  </a:moveTo>
                  <a:lnTo>
                    <a:pt x="529928" y="325107"/>
                  </a:lnTo>
                  <a:lnTo>
                    <a:pt x="508034" y="330524"/>
                  </a:lnTo>
                  <a:close/>
                  <a:moveTo>
                    <a:pt x="461277" y="219164"/>
                  </a:moveTo>
                  <a:lnTo>
                    <a:pt x="530480" y="252383"/>
                  </a:lnTo>
                  <a:lnTo>
                    <a:pt x="530371" y="242892"/>
                  </a:lnTo>
                  <a:close/>
                  <a:moveTo>
                    <a:pt x="2070812" y="2133839"/>
                  </a:moveTo>
                  <a:lnTo>
                    <a:pt x="2118586" y="2111691"/>
                  </a:lnTo>
                  <a:lnTo>
                    <a:pt x="2037329" y="2051625"/>
                  </a:lnTo>
                  <a:close/>
                  <a:moveTo>
                    <a:pt x="1878928" y="1885067"/>
                  </a:moveTo>
                  <a:lnTo>
                    <a:pt x="1965343" y="1969409"/>
                  </a:lnTo>
                  <a:lnTo>
                    <a:pt x="1884270" y="1887194"/>
                  </a:lnTo>
                  <a:close/>
                  <a:moveTo>
                    <a:pt x="1878928" y="1885067"/>
                  </a:moveTo>
                  <a:lnTo>
                    <a:pt x="1872787" y="1874016"/>
                  </a:lnTo>
                  <a:lnTo>
                    <a:pt x="1856110" y="1887194"/>
                  </a:lnTo>
                  <a:close/>
                  <a:moveTo>
                    <a:pt x="1878928" y="1885067"/>
                  </a:moveTo>
                  <a:lnTo>
                    <a:pt x="1884270" y="1887194"/>
                  </a:lnTo>
                  <a:lnTo>
                    <a:pt x="1872787" y="1874016"/>
                  </a:lnTo>
                  <a:close/>
                  <a:moveTo>
                    <a:pt x="1501343" y="1321217"/>
                  </a:moveTo>
                  <a:lnTo>
                    <a:pt x="1600849" y="1289311"/>
                  </a:lnTo>
                  <a:lnTo>
                    <a:pt x="1510108" y="1302490"/>
                  </a:lnTo>
                  <a:close/>
                  <a:moveTo>
                    <a:pt x="1634232" y="1324208"/>
                  </a:moveTo>
                  <a:lnTo>
                    <a:pt x="1635631" y="1361126"/>
                  </a:lnTo>
                  <a:lnTo>
                    <a:pt x="1628783" y="1355467"/>
                  </a:lnTo>
                  <a:close/>
                  <a:moveTo>
                    <a:pt x="1600849" y="1289311"/>
                  </a:moveTo>
                  <a:lnTo>
                    <a:pt x="1579627" y="1206473"/>
                  </a:lnTo>
                  <a:lnTo>
                    <a:pt x="1510108" y="1302490"/>
                  </a:lnTo>
                  <a:close/>
                  <a:moveTo>
                    <a:pt x="573482" y="81362"/>
                  </a:moveTo>
                  <a:lnTo>
                    <a:pt x="531937" y="51014"/>
                  </a:lnTo>
                  <a:lnTo>
                    <a:pt x="560187" y="95109"/>
                  </a:lnTo>
                  <a:close/>
                  <a:moveTo>
                    <a:pt x="358123" y="71137"/>
                  </a:moveTo>
                  <a:lnTo>
                    <a:pt x="447253" y="59268"/>
                  </a:lnTo>
                  <a:lnTo>
                    <a:pt x="402659" y="0"/>
                  </a:lnTo>
                  <a:close/>
                  <a:moveTo>
                    <a:pt x="447253" y="59268"/>
                  </a:moveTo>
                  <a:lnTo>
                    <a:pt x="531937" y="51014"/>
                  </a:lnTo>
                  <a:lnTo>
                    <a:pt x="484923" y="28911"/>
                  </a:lnTo>
                  <a:close/>
                  <a:moveTo>
                    <a:pt x="1875805" y="1186961"/>
                  </a:moveTo>
                  <a:lnTo>
                    <a:pt x="1999290" y="1247255"/>
                  </a:lnTo>
                  <a:lnTo>
                    <a:pt x="1966650" y="117369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34" name="Candidate_density__2053">
              <a:extLst>
                <a:ext uri="{FF2B5EF4-FFF2-40B4-BE49-F238E27FC236}">
                  <a16:creationId xmlns:a16="http://schemas.microsoft.com/office/drawing/2014/main" id="{121240DF-17BA-4B82-637C-7F091C75799B}"/>
                </a:ext>
              </a:extLst>
            </p:cNvPr>
            <p:cNvSpPr>
              <a:spLocks noGrp="1"/>
            </p:cNvSpPr>
            <p:nvPr/>
          </p:nvSpPr>
          <p:spPr>
            <a:xfrm>
              <a:off x="4590168" y="2347130"/>
              <a:ext cx="2191724" cy="2816939"/>
            </a:xfrm>
            <a:custGeom>
              <a:avLst/>
              <a:gdLst/>
              <a:ahLst/>
              <a:cxnLst/>
              <a:rect l="0" t="0" r="0" b="0"/>
              <a:pathLst>
                <a:path w="2191724" h="2816939">
                  <a:moveTo>
                    <a:pt x="73000" y="2522503"/>
                  </a:moveTo>
                  <a:lnTo>
                    <a:pt x="4907" y="2528262"/>
                  </a:lnTo>
                  <a:lnTo>
                    <a:pt x="0" y="2528225"/>
                  </a:lnTo>
                  <a:close/>
                  <a:moveTo>
                    <a:pt x="1272003" y="2794205"/>
                  </a:moveTo>
                  <a:lnTo>
                    <a:pt x="1256525" y="2806259"/>
                  </a:lnTo>
                  <a:lnTo>
                    <a:pt x="1282896" y="2816939"/>
                  </a:lnTo>
                  <a:close/>
                  <a:moveTo>
                    <a:pt x="473237" y="1889839"/>
                  </a:moveTo>
                  <a:lnTo>
                    <a:pt x="458796" y="1928275"/>
                  </a:lnTo>
                  <a:lnTo>
                    <a:pt x="535522" y="1845950"/>
                  </a:lnTo>
                  <a:close/>
                  <a:moveTo>
                    <a:pt x="1272003" y="2794205"/>
                  </a:moveTo>
                  <a:lnTo>
                    <a:pt x="1282896" y="2816939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12821" y="2801538"/>
                  </a:lnTo>
                  <a:lnTo>
                    <a:pt x="1282896" y="2816939"/>
                  </a:lnTo>
                  <a:close/>
                  <a:moveTo>
                    <a:pt x="1325483" y="2794205"/>
                  </a:moveTo>
                  <a:lnTo>
                    <a:pt x="1362974" y="2773851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97621" y="2755768"/>
                  </a:lnTo>
                  <a:lnTo>
                    <a:pt x="1362974" y="2773851"/>
                  </a:lnTo>
                  <a:close/>
                  <a:moveTo>
                    <a:pt x="187146" y="1275897"/>
                  </a:moveTo>
                  <a:lnTo>
                    <a:pt x="193729" y="1294833"/>
                  </a:lnTo>
                  <a:lnTo>
                    <a:pt x="210446" y="1251316"/>
                  </a:lnTo>
                  <a:close/>
                  <a:moveTo>
                    <a:pt x="1480248" y="2655002"/>
                  </a:moveTo>
                  <a:lnTo>
                    <a:pt x="1507628" y="2655327"/>
                  </a:lnTo>
                  <a:lnTo>
                    <a:pt x="1448534" y="2642778"/>
                  </a:lnTo>
                  <a:close/>
                  <a:moveTo>
                    <a:pt x="1576172" y="2635117"/>
                  </a:moveTo>
                  <a:lnTo>
                    <a:pt x="1541302" y="2668069"/>
                  </a:lnTo>
                  <a:lnTo>
                    <a:pt x="1507628" y="2655327"/>
                  </a:lnTo>
                  <a:close/>
                  <a:moveTo>
                    <a:pt x="1556373" y="2615698"/>
                  </a:moveTo>
                  <a:lnTo>
                    <a:pt x="1541302" y="2668069"/>
                  </a:lnTo>
                  <a:lnTo>
                    <a:pt x="1576172" y="2635117"/>
                  </a:lnTo>
                  <a:close/>
                  <a:moveTo>
                    <a:pt x="1576781" y="2585515"/>
                  </a:moveTo>
                  <a:lnTo>
                    <a:pt x="1576172" y="2635117"/>
                  </a:lnTo>
                  <a:lnTo>
                    <a:pt x="1603321" y="2621292"/>
                  </a:lnTo>
                  <a:close/>
                  <a:moveTo>
                    <a:pt x="1576781" y="2585515"/>
                  </a:moveTo>
                  <a:lnTo>
                    <a:pt x="1603321" y="2621292"/>
                  </a:lnTo>
                  <a:lnTo>
                    <a:pt x="1643155" y="2555020"/>
                  </a:lnTo>
                  <a:close/>
                  <a:moveTo>
                    <a:pt x="691966" y="1506603"/>
                  </a:moveTo>
                  <a:lnTo>
                    <a:pt x="635350" y="1510127"/>
                  </a:lnTo>
                  <a:lnTo>
                    <a:pt x="752485" y="1454214"/>
                  </a:lnTo>
                  <a:close/>
                  <a:moveTo>
                    <a:pt x="523142" y="1199023"/>
                  </a:moveTo>
                  <a:lnTo>
                    <a:pt x="467182" y="1223490"/>
                  </a:lnTo>
                  <a:lnTo>
                    <a:pt x="441640" y="1214469"/>
                  </a:lnTo>
                  <a:close/>
                  <a:moveTo>
                    <a:pt x="1786486" y="2597052"/>
                  </a:moveTo>
                  <a:lnTo>
                    <a:pt x="1743320" y="2584898"/>
                  </a:lnTo>
                  <a:lnTo>
                    <a:pt x="1806608" y="2608829"/>
                  </a:lnTo>
                  <a:close/>
                  <a:moveTo>
                    <a:pt x="1856761" y="2581144"/>
                  </a:moveTo>
                  <a:lnTo>
                    <a:pt x="1786486" y="2597052"/>
                  </a:lnTo>
                  <a:lnTo>
                    <a:pt x="1806608" y="2608829"/>
                  </a:lnTo>
                  <a:close/>
                  <a:moveTo>
                    <a:pt x="1868537" y="2543691"/>
                  </a:moveTo>
                  <a:lnTo>
                    <a:pt x="1856685" y="2519807"/>
                  </a:lnTo>
                  <a:lnTo>
                    <a:pt x="1856761" y="2581144"/>
                  </a:lnTo>
                  <a:close/>
                  <a:moveTo>
                    <a:pt x="1868537" y="2543691"/>
                  </a:moveTo>
                  <a:lnTo>
                    <a:pt x="1856761" y="2581144"/>
                  </a:lnTo>
                  <a:lnTo>
                    <a:pt x="1882356" y="2558243"/>
                  </a:lnTo>
                  <a:close/>
                  <a:moveTo>
                    <a:pt x="1883188" y="2464748"/>
                  </a:moveTo>
                  <a:lnTo>
                    <a:pt x="1882356" y="2558243"/>
                  </a:lnTo>
                  <a:lnTo>
                    <a:pt x="1919007" y="2535210"/>
                  </a:lnTo>
                  <a:close/>
                  <a:moveTo>
                    <a:pt x="2016210" y="2468234"/>
                  </a:moveTo>
                  <a:lnTo>
                    <a:pt x="1963945" y="2488023"/>
                  </a:lnTo>
                  <a:lnTo>
                    <a:pt x="2083828" y="2442386"/>
                  </a:lnTo>
                  <a:close/>
                  <a:moveTo>
                    <a:pt x="2016210" y="2468234"/>
                  </a:moveTo>
                  <a:lnTo>
                    <a:pt x="2083828" y="2442386"/>
                  </a:lnTo>
                  <a:lnTo>
                    <a:pt x="2132345" y="2408580"/>
                  </a:lnTo>
                  <a:close/>
                  <a:moveTo>
                    <a:pt x="177141" y="50780"/>
                  </a:moveTo>
                  <a:lnTo>
                    <a:pt x="186704" y="14917"/>
                  </a:lnTo>
                  <a:lnTo>
                    <a:pt x="185898" y="0"/>
                  </a:lnTo>
                  <a:close/>
                  <a:moveTo>
                    <a:pt x="2163158" y="2278504"/>
                  </a:moveTo>
                  <a:lnTo>
                    <a:pt x="2191724" y="2240068"/>
                  </a:lnTo>
                  <a:lnTo>
                    <a:pt x="2156100" y="2360719"/>
                  </a:lnTo>
                  <a:close/>
                  <a:moveTo>
                    <a:pt x="1891564" y="1423956"/>
                  </a:moveTo>
                  <a:lnTo>
                    <a:pt x="1892606" y="1423948"/>
                  </a:lnTo>
                  <a:lnTo>
                    <a:pt x="1889445" y="1423259"/>
                  </a:lnTo>
                  <a:close/>
                  <a:moveTo>
                    <a:pt x="1891564" y="1423956"/>
                  </a:moveTo>
                  <a:lnTo>
                    <a:pt x="1889445" y="1423259"/>
                  </a:lnTo>
                  <a:lnTo>
                    <a:pt x="1840170" y="1443098"/>
                  </a:lnTo>
                  <a:close/>
                  <a:moveTo>
                    <a:pt x="1893202" y="1423259"/>
                  </a:moveTo>
                  <a:lnTo>
                    <a:pt x="1891564" y="1423956"/>
                  </a:lnTo>
                  <a:lnTo>
                    <a:pt x="1905717" y="1341044"/>
                  </a:lnTo>
                  <a:close/>
                  <a:moveTo>
                    <a:pt x="1893202" y="1423259"/>
                  </a:moveTo>
                  <a:lnTo>
                    <a:pt x="1892606" y="1423948"/>
                  </a:lnTo>
                  <a:lnTo>
                    <a:pt x="1891564" y="1423956"/>
                  </a:lnTo>
                  <a:close/>
                  <a:moveTo>
                    <a:pt x="1889445" y="1423259"/>
                  </a:moveTo>
                  <a:lnTo>
                    <a:pt x="1892606" y="1423948"/>
                  </a:lnTo>
                  <a:lnTo>
                    <a:pt x="1893156" y="1422662"/>
                  </a:lnTo>
                  <a:close/>
                  <a:moveTo>
                    <a:pt x="1893156" y="1422662"/>
                  </a:moveTo>
                  <a:lnTo>
                    <a:pt x="1892606" y="1423948"/>
                  </a:lnTo>
                  <a:lnTo>
                    <a:pt x="1893202" y="1423259"/>
                  </a:lnTo>
                  <a:close/>
                  <a:moveTo>
                    <a:pt x="1914414" y="1290282"/>
                  </a:moveTo>
                  <a:lnTo>
                    <a:pt x="1905717" y="1341044"/>
                  </a:lnTo>
                  <a:lnTo>
                    <a:pt x="1931181" y="1289511"/>
                  </a:lnTo>
                  <a:close/>
                  <a:moveTo>
                    <a:pt x="1914414" y="1290282"/>
                  </a:moveTo>
                  <a:lnTo>
                    <a:pt x="1931181" y="1289511"/>
                  </a:lnTo>
                  <a:lnTo>
                    <a:pt x="1981247" y="1261499"/>
                  </a:lnTo>
                  <a:close/>
                  <a:moveTo>
                    <a:pt x="1332860" y="674383"/>
                  </a:moveTo>
                  <a:lnTo>
                    <a:pt x="1382676" y="632033"/>
                  </a:lnTo>
                  <a:lnTo>
                    <a:pt x="1352876" y="584071"/>
                  </a:lnTo>
                  <a:close/>
                  <a:moveTo>
                    <a:pt x="2008801" y="1189053"/>
                  </a:moveTo>
                  <a:lnTo>
                    <a:pt x="1981247" y="1261499"/>
                  </a:lnTo>
                  <a:lnTo>
                    <a:pt x="2006635" y="122039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35" name="Candidate_density__2054">
              <a:extLst>
                <a:ext uri="{FF2B5EF4-FFF2-40B4-BE49-F238E27FC236}">
                  <a16:creationId xmlns:a16="http://schemas.microsoft.com/office/drawing/2014/main" id="{AA1DF7A7-1295-F216-CE7A-E280EC5AB035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346247"/>
              <a:ext cx="2187936" cy="3022699"/>
            </a:xfrm>
            <a:custGeom>
              <a:avLst/>
              <a:gdLst/>
              <a:ahLst/>
              <a:cxnLst/>
              <a:rect l="0" t="0" r="0" b="0"/>
              <a:pathLst>
                <a:path w="2187936" h="3022699">
                  <a:moveTo>
                    <a:pt x="0" y="2451469"/>
                  </a:moveTo>
                  <a:lnTo>
                    <a:pt x="78863" y="2532415"/>
                  </a:lnTo>
                  <a:lnTo>
                    <a:pt x="3748" y="2458383"/>
                  </a:lnTo>
                  <a:close/>
                  <a:moveTo>
                    <a:pt x="50538" y="2411764"/>
                  </a:moveTo>
                  <a:lnTo>
                    <a:pt x="3748" y="2458383"/>
                  </a:lnTo>
                  <a:lnTo>
                    <a:pt x="78863" y="2532415"/>
                  </a:lnTo>
                  <a:close/>
                  <a:moveTo>
                    <a:pt x="878548" y="3022699"/>
                  </a:moveTo>
                  <a:lnTo>
                    <a:pt x="953187" y="2922518"/>
                  </a:lnTo>
                  <a:lnTo>
                    <a:pt x="885381" y="2917051"/>
                  </a:lnTo>
                  <a:close/>
                  <a:moveTo>
                    <a:pt x="519208" y="2346706"/>
                  </a:moveTo>
                  <a:lnTo>
                    <a:pt x="588363" y="2296455"/>
                  </a:lnTo>
                  <a:lnTo>
                    <a:pt x="533193" y="2320953"/>
                  </a:lnTo>
                  <a:close/>
                  <a:moveTo>
                    <a:pt x="533193" y="2320953"/>
                  </a:moveTo>
                  <a:lnTo>
                    <a:pt x="588363" y="2296455"/>
                  </a:lnTo>
                  <a:lnTo>
                    <a:pt x="553802" y="2260844"/>
                  </a:lnTo>
                  <a:close/>
                  <a:moveTo>
                    <a:pt x="588363" y="2296455"/>
                  </a:moveTo>
                  <a:lnTo>
                    <a:pt x="655937" y="2364051"/>
                  </a:lnTo>
                  <a:lnTo>
                    <a:pt x="658282" y="2279849"/>
                  </a:lnTo>
                  <a:close/>
                  <a:moveTo>
                    <a:pt x="558471" y="2200310"/>
                  </a:moveTo>
                  <a:lnTo>
                    <a:pt x="553802" y="2260844"/>
                  </a:lnTo>
                  <a:lnTo>
                    <a:pt x="621906" y="2175803"/>
                  </a:lnTo>
                  <a:close/>
                  <a:moveTo>
                    <a:pt x="553802" y="2260844"/>
                  </a:moveTo>
                  <a:lnTo>
                    <a:pt x="588363" y="2296455"/>
                  </a:lnTo>
                  <a:lnTo>
                    <a:pt x="621906" y="2175803"/>
                  </a:lnTo>
                  <a:close/>
                  <a:moveTo>
                    <a:pt x="621906" y="2175803"/>
                  </a:moveTo>
                  <a:lnTo>
                    <a:pt x="588363" y="2296455"/>
                  </a:lnTo>
                  <a:lnTo>
                    <a:pt x="674651" y="2218820"/>
                  </a:lnTo>
                  <a:close/>
                  <a:moveTo>
                    <a:pt x="674651" y="2218820"/>
                  </a:moveTo>
                  <a:lnTo>
                    <a:pt x="588363" y="2296455"/>
                  </a:lnTo>
                  <a:lnTo>
                    <a:pt x="658282" y="2279849"/>
                  </a:lnTo>
                  <a:close/>
                  <a:moveTo>
                    <a:pt x="658282" y="2279849"/>
                  </a:moveTo>
                  <a:lnTo>
                    <a:pt x="655937" y="2364051"/>
                  </a:lnTo>
                  <a:lnTo>
                    <a:pt x="684647" y="2296455"/>
                  </a:lnTo>
                  <a:close/>
                  <a:moveTo>
                    <a:pt x="853306" y="2042298"/>
                  </a:moveTo>
                  <a:lnTo>
                    <a:pt x="886142" y="2021826"/>
                  </a:lnTo>
                  <a:lnTo>
                    <a:pt x="876800" y="2016715"/>
                  </a:lnTo>
                  <a:close/>
                  <a:moveTo>
                    <a:pt x="853306" y="2042298"/>
                  </a:moveTo>
                  <a:lnTo>
                    <a:pt x="876800" y="2016715"/>
                  </a:lnTo>
                  <a:lnTo>
                    <a:pt x="854525" y="1941215"/>
                  </a:lnTo>
                  <a:close/>
                  <a:moveTo>
                    <a:pt x="577066" y="1884916"/>
                  </a:moveTo>
                  <a:lnTo>
                    <a:pt x="644871" y="1890383"/>
                  </a:lnTo>
                  <a:lnTo>
                    <a:pt x="669505" y="1770264"/>
                  </a:lnTo>
                  <a:close/>
                  <a:moveTo>
                    <a:pt x="669505" y="1770264"/>
                  </a:moveTo>
                  <a:lnTo>
                    <a:pt x="644963" y="1890722"/>
                  </a:lnTo>
                  <a:lnTo>
                    <a:pt x="757394" y="1819116"/>
                  </a:lnTo>
                  <a:close/>
                  <a:moveTo>
                    <a:pt x="412127" y="1457955"/>
                  </a:moveTo>
                  <a:lnTo>
                    <a:pt x="423150" y="1405408"/>
                  </a:lnTo>
                  <a:lnTo>
                    <a:pt x="427063" y="1479646"/>
                  </a:lnTo>
                  <a:close/>
                  <a:moveTo>
                    <a:pt x="414265" y="1523425"/>
                  </a:moveTo>
                  <a:lnTo>
                    <a:pt x="412127" y="1457955"/>
                  </a:lnTo>
                  <a:lnTo>
                    <a:pt x="437890" y="1537103"/>
                  </a:lnTo>
                  <a:close/>
                  <a:moveTo>
                    <a:pt x="1494841" y="2756651"/>
                  </a:moveTo>
                  <a:lnTo>
                    <a:pt x="1534700" y="2774733"/>
                  </a:lnTo>
                  <a:lnTo>
                    <a:pt x="1565920" y="2727338"/>
                  </a:lnTo>
                  <a:close/>
                  <a:moveTo>
                    <a:pt x="886142" y="2021826"/>
                  </a:moveTo>
                  <a:lnTo>
                    <a:pt x="967243" y="2098930"/>
                  </a:lnTo>
                  <a:lnTo>
                    <a:pt x="985915" y="1978279"/>
                  </a:lnTo>
                  <a:close/>
                  <a:moveTo>
                    <a:pt x="854420" y="1934500"/>
                  </a:moveTo>
                  <a:lnTo>
                    <a:pt x="887395" y="2014585"/>
                  </a:lnTo>
                  <a:lnTo>
                    <a:pt x="874782" y="1924746"/>
                  </a:lnTo>
                  <a:close/>
                  <a:moveTo>
                    <a:pt x="843224" y="1813848"/>
                  </a:moveTo>
                  <a:lnTo>
                    <a:pt x="874782" y="1924746"/>
                  </a:lnTo>
                  <a:lnTo>
                    <a:pt x="904167" y="1874019"/>
                  </a:lnTo>
                  <a:close/>
                  <a:moveTo>
                    <a:pt x="854420" y="1934500"/>
                  </a:moveTo>
                  <a:lnTo>
                    <a:pt x="874782" y="1924746"/>
                  </a:lnTo>
                  <a:lnTo>
                    <a:pt x="843224" y="1813848"/>
                  </a:lnTo>
                  <a:close/>
                  <a:moveTo>
                    <a:pt x="788224" y="1852285"/>
                  </a:moveTo>
                  <a:lnTo>
                    <a:pt x="854420" y="1934500"/>
                  </a:lnTo>
                  <a:lnTo>
                    <a:pt x="843224" y="1813848"/>
                  </a:lnTo>
                  <a:close/>
                  <a:moveTo>
                    <a:pt x="874782" y="1924746"/>
                  </a:moveTo>
                  <a:lnTo>
                    <a:pt x="966380" y="1896063"/>
                  </a:lnTo>
                  <a:lnTo>
                    <a:pt x="904167" y="1874019"/>
                  </a:lnTo>
                  <a:close/>
                  <a:moveTo>
                    <a:pt x="1626177" y="2515347"/>
                  </a:moveTo>
                  <a:lnTo>
                    <a:pt x="1632877" y="2633403"/>
                  </a:lnTo>
                  <a:lnTo>
                    <a:pt x="1667861" y="2563537"/>
                  </a:lnTo>
                  <a:close/>
                  <a:moveTo>
                    <a:pt x="1621627" y="2635999"/>
                  </a:moveTo>
                  <a:lnTo>
                    <a:pt x="1632877" y="2633403"/>
                  </a:lnTo>
                  <a:lnTo>
                    <a:pt x="1626177" y="2515347"/>
                  </a:lnTo>
                  <a:close/>
                  <a:moveTo>
                    <a:pt x="1552641" y="2411404"/>
                  </a:moveTo>
                  <a:lnTo>
                    <a:pt x="1489310" y="2389252"/>
                  </a:lnTo>
                  <a:lnTo>
                    <a:pt x="1576847" y="2433132"/>
                  </a:lnTo>
                  <a:close/>
                  <a:moveTo>
                    <a:pt x="1394595" y="2305569"/>
                  </a:moveTo>
                  <a:lnTo>
                    <a:pt x="1497955" y="2350917"/>
                  </a:lnTo>
                  <a:lnTo>
                    <a:pt x="1446281" y="2292398"/>
                  </a:lnTo>
                  <a:close/>
                  <a:moveTo>
                    <a:pt x="1394595" y="2305569"/>
                  </a:moveTo>
                  <a:lnTo>
                    <a:pt x="1489310" y="2389252"/>
                  </a:lnTo>
                  <a:lnTo>
                    <a:pt x="1497955" y="2350917"/>
                  </a:lnTo>
                  <a:close/>
                  <a:moveTo>
                    <a:pt x="1146137" y="2060493"/>
                  </a:moveTo>
                  <a:lnTo>
                    <a:pt x="1186509" y="2093673"/>
                  </a:lnTo>
                  <a:lnTo>
                    <a:pt x="1196532" y="2045130"/>
                  </a:lnTo>
                  <a:close/>
                  <a:moveTo>
                    <a:pt x="1171723" y="2038391"/>
                  </a:moveTo>
                  <a:lnTo>
                    <a:pt x="1146137" y="2060493"/>
                  </a:lnTo>
                  <a:lnTo>
                    <a:pt x="1196532" y="2045130"/>
                  </a:lnTo>
                  <a:close/>
                  <a:moveTo>
                    <a:pt x="1186509" y="2093673"/>
                  </a:moveTo>
                  <a:lnTo>
                    <a:pt x="1195019" y="2060493"/>
                  </a:lnTo>
                  <a:lnTo>
                    <a:pt x="1196532" y="2045130"/>
                  </a:lnTo>
                  <a:close/>
                  <a:moveTo>
                    <a:pt x="1196532" y="2045130"/>
                  </a:moveTo>
                  <a:lnTo>
                    <a:pt x="1195019" y="2060493"/>
                  </a:lnTo>
                  <a:lnTo>
                    <a:pt x="1171723" y="2038391"/>
                  </a:lnTo>
                  <a:close/>
                  <a:moveTo>
                    <a:pt x="1018722" y="1968410"/>
                  </a:moveTo>
                  <a:lnTo>
                    <a:pt x="1026681" y="2053418"/>
                  </a:lnTo>
                  <a:lnTo>
                    <a:pt x="1034320" y="1978279"/>
                  </a:lnTo>
                  <a:close/>
                  <a:moveTo>
                    <a:pt x="1018722" y="1968410"/>
                  </a:moveTo>
                  <a:lnTo>
                    <a:pt x="1034320" y="1978279"/>
                  </a:lnTo>
                  <a:lnTo>
                    <a:pt x="1072841" y="1884913"/>
                  </a:lnTo>
                  <a:close/>
                  <a:moveTo>
                    <a:pt x="982559" y="1797625"/>
                  </a:moveTo>
                  <a:lnTo>
                    <a:pt x="920944" y="1787125"/>
                  </a:lnTo>
                  <a:lnTo>
                    <a:pt x="990880" y="1890953"/>
                  </a:lnTo>
                  <a:close/>
                  <a:moveTo>
                    <a:pt x="990880" y="1890953"/>
                  </a:moveTo>
                  <a:lnTo>
                    <a:pt x="1072841" y="1884913"/>
                  </a:lnTo>
                  <a:lnTo>
                    <a:pt x="982559" y="1797625"/>
                  </a:lnTo>
                  <a:close/>
                  <a:moveTo>
                    <a:pt x="1001683" y="1813848"/>
                  </a:moveTo>
                  <a:lnTo>
                    <a:pt x="987533" y="1693490"/>
                  </a:lnTo>
                  <a:lnTo>
                    <a:pt x="982559" y="1797625"/>
                  </a:lnTo>
                  <a:close/>
                  <a:moveTo>
                    <a:pt x="988114" y="1693197"/>
                  </a:moveTo>
                  <a:lnTo>
                    <a:pt x="1038182" y="1712905"/>
                  </a:lnTo>
                  <a:lnTo>
                    <a:pt x="1077578" y="1749856"/>
                  </a:lnTo>
                  <a:close/>
                  <a:moveTo>
                    <a:pt x="899860" y="1704174"/>
                  </a:moveTo>
                  <a:lnTo>
                    <a:pt x="930886" y="1695258"/>
                  </a:lnTo>
                  <a:lnTo>
                    <a:pt x="850426" y="1673087"/>
                  </a:lnTo>
                  <a:close/>
                  <a:moveTo>
                    <a:pt x="899860" y="1704174"/>
                  </a:moveTo>
                  <a:lnTo>
                    <a:pt x="987533" y="1693490"/>
                  </a:lnTo>
                  <a:lnTo>
                    <a:pt x="930886" y="1695258"/>
                  </a:lnTo>
                  <a:close/>
                  <a:moveTo>
                    <a:pt x="1497955" y="2350917"/>
                  </a:moveTo>
                  <a:lnTo>
                    <a:pt x="1489310" y="2389252"/>
                  </a:lnTo>
                  <a:lnTo>
                    <a:pt x="1552641" y="2411404"/>
                  </a:lnTo>
                  <a:close/>
                  <a:moveTo>
                    <a:pt x="1426265" y="2268702"/>
                  </a:moveTo>
                  <a:lnTo>
                    <a:pt x="1394595" y="2305569"/>
                  </a:lnTo>
                  <a:lnTo>
                    <a:pt x="1446281" y="2292398"/>
                  </a:lnTo>
                  <a:close/>
                  <a:moveTo>
                    <a:pt x="1426265" y="2268702"/>
                  </a:moveTo>
                  <a:lnTo>
                    <a:pt x="1392045" y="2207550"/>
                  </a:lnTo>
                  <a:lnTo>
                    <a:pt x="1394595" y="2305569"/>
                  </a:lnTo>
                  <a:close/>
                  <a:moveTo>
                    <a:pt x="1759082" y="2491301"/>
                  </a:moveTo>
                  <a:lnTo>
                    <a:pt x="1667861" y="2563537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48907" y="2578959"/>
                  </a:lnTo>
                  <a:lnTo>
                    <a:pt x="1844972" y="2559126"/>
                  </a:lnTo>
                  <a:close/>
                  <a:moveTo>
                    <a:pt x="1822017" y="2476911"/>
                  </a:moveTo>
                  <a:lnTo>
                    <a:pt x="1759082" y="2491301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31983" y="2404644"/>
                  </a:lnTo>
                  <a:lnTo>
                    <a:pt x="1759082" y="2491301"/>
                  </a:lnTo>
                  <a:close/>
                  <a:moveTo>
                    <a:pt x="1759082" y="2491301"/>
                  </a:moveTo>
                  <a:lnTo>
                    <a:pt x="1821455" y="2401092"/>
                  </a:lnTo>
                  <a:lnTo>
                    <a:pt x="1745657" y="2402122"/>
                  </a:lnTo>
                  <a:close/>
                  <a:moveTo>
                    <a:pt x="1552641" y="2411404"/>
                  </a:moveTo>
                  <a:lnTo>
                    <a:pt x="1663124" y="2408628"/>
                  </a:lnTo>
                  <a:lnTo>
                    <a:pt x="1659056" y="2315412"/>
                  </a:lnTo>
                  <a:close/>
                  <a:moveTo>
                    <a:pt x="1552641" y="2411404"/>
                  </a:moveTo>
                  <a:lnTo>
                    <a:pt x="1659056" y="2315412"/>
                  </a:lnTo>
                  <a:lnTo>
                    <a:pt x="1585404" y="2318698"/>
                  </a:lnTo>
                  <a:close/>
                  <a:moveTo>
                    <a:pt x="1710549" y="2330572"/>
                  </a:moveTo>
                  <a:lnTo>
                    <a:pt x="1663124" y="2408628"/>
                  </a:lnTo>
                  <a:lnTo>
                    <a:pt x="1745657" y="2402122"/>
                  </a:lnTo>
                  <a:close/>
                  <a:moveTo>
                    <a:pt x="1577451" y="2312481"/>
                  </a:moveTo>
                  <a:lnTo>
                    <a:pt x="1497955" y="2350917"/>
                  </a:lnTo>
                  <a:lnTo>
                    <a:pt x="1552641" y="2411404"/>
                  </a:lnTo>
                  <a:close/>
                  <a:moveTo>
                    <a:pt x="1497955" y="2350917"/>
                  </a:moveTo>
                  <a:lnTo>
                    <a:pt x="1577451" y="2312481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426265" y="2268702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367981" y="2186487"/>
                  </a:lnTo>
                  <a:lnTo>
                    <a:pt x="1426265" y="2268702"/>
                  </a:lnTo>
                  <a:close/>
                  <a:moveTo>
                    <a:pt x="1103513" y="1775412"/>
                  </a:moveTo>
                  <a:lnTo>
                    <a:pt x="1184040" y="1755009"/>
                  </a:lnTo>
                  <a:lnTo>
                    <a:pt x="1077578" y="1749856"/>
                  </a:lnTo>
                  <a:close/>
                  <a:moveTo>
                    <a:pt x="1077578" y="1749856"/>
                  </a:moveTo>
                  <a:lnTo>
                    <a:pt x="1184040" y="1755009"/>
                  </a:lnTo>
                  <a:lnTo>
                    <a:pt x="1200655" y="1716160"/>
                  </a:lnTo>
                  <a:close/>
                  <a:moveTo>
                    <a:pt x="1077578" y="1749856"/>
                  </a:moveTo>
                  <a:lnTo>
                    <a:pt x="1200655" y="1716160"/>
                  </a:lnTo>
                  <a:lnTo>
                    <a:pt x="1121119" y="1697447"/>
                  </a:lnTo>
                  <a:close/>
                  <a:moveTo>
                    <a:pt x="457036" y="1021077"/>
                  </a:moveTo>
                  <a:lnTo>
                    <a:pt x="509061" y="1017552"/>
                  </a:lnTo>
                  <a:lnTo>
                    <a:pt x="431606" y="1006619"/>
                  </a:lnTo>
                  <a:close/>
                  <a:moveTo>
                    <a:pt x="1769792" y="2382501"/>
                  </a:moveTo>
                  <a:lnTo>
                    <a:pt x="1831983" y="2404644"/>
                  </a:lnTo>
                  <a:lnTo>
                    <a:pt x="1847627" y="2438474"/>
                  </a:lnTo>
                  <a:close/>
                  <a:moveTo>
                    <a:pt x="1847627" y="2438474"/>
                  </a:moveTo>
                  <a:lnTo>
                    <a:pt x="1831983" y="2404644"/>
                  </a:lnTo>
                  <a:lnTo>
                    <a:pt x="1822017" y="2476911"/>
                  </a:lnTo>
                  <a:close/>
                  <a:moveTo>
                    <a:pt x="1711398" y="2295910"/>
                  </a:moveTo>
                  <a:lnTo>
                    <a:pt x="1660945" y="2312481"/>
                  </a:lnTo>
                  <a:lnTo>
                    <a:pt x="1769792" y="2382501"/>
                  </a:lnTo>
                  <a:close/>
                  <a:moveTo>
                    <a:pt x="833103" y="1241372"/>
                  </a:moveTo>
                  <a:lnTo>
                    <a:pt x="836778" y="1243684"/>
                  </a:lnTo>
                  <a:lnTo>
                    <a:pt x="777999" y="1250550"/>
                  </a:lnTo>
                  <a:close/>
                  <a:moveTo>
                    <a:pt x="692496" y="994326"/>
                  </a:moveTo>
                  <a:lnTo>
                    <a:pt x="561630" y="997039"/>
                  </a:lnTo>
                  <a:lnTo>
                    <a:pt x="561159" y="997135"/>
                  </a:lnTo>
                  <a:close/>
                  <a:moveTo>
                    <a:pt x="2054914" y="2465630"/>
                  </a:moveTo>
                  <a:lnTo>
                    <a:pt x="2124562" y="2400038"/>
                  </a:lnTo>
                  <a:lnTo>
                    <a:pt x="2061856" y="2426927"/>
                  </a:lnTo>
                  <a:close/>
                  <a:moveTo>
                    <a:pt x="1738602" y="2007489"/>
                  </a:moveTo>
                  <a:lnTo>
                    <a:pt x="1717472" y="2039961"/>
                  </a:lnTo>
                  <a:lnTo>
                    <a:pt x="1790475" y="1988963"/>
                  </a:lnTo>
                  <a:close/>
                  <a:moveTo>
                    <a:pt x="1790475" y="1988963"/>
                  </a:moveTo>
                  <a:lnTo>
                    <a:pt x="1793409" y="2109614"/>
                  </a:lnTo>
                  <a:lnTo>
                    <a:pt x="1857035" y="2071178"/>
                  </a:lnTo>
                  <a:close/>
                  <a:moveTo>
                    <a:pt x="1738602" y="2007489"/>
                  </a:moveTo>
                  <a:lnTo>
                    <a:pt x="1790475" y="1988963"/>
                  </a:lnTo>
                  <a:lnTo>
                    <a:pt x="1755883" y="1968374"/>
                  </a:lnTo>
                  <a:close/>
                  <a:moveTo>
                    <a:pt x="1535446" y="1862969"/>
                  </a:moveTo>
                  <a:lnTo>
                    <a:pt x="1633089" y="1906748"/>
                  </a:lnTo>
                  <a:lnTo>
                    <a:pt x="1579405" y="1824532"/>
                  </a:lnTo>
                  <a:close/>
                  <a:moveTo>
                    <a:pt x="1526110" y="1758781"/>
                  </a:moveTo>
                  <a:lnTo>
                    <a:pt x="1576081" y="1789982"/>
                  </a:lnTo>
                  <a:lnTo>
                    <a:pt x="1579405" y="1824532"/>
                  </a:lnTo>
                  <a:close/>
                  <a:moveTo>
                    <a:pt x="1579405" y="1824532"/>
                  </a:moveTo>
                  <a:lnTo>
                    <a:pt x="1576081" y="1789982"/>
                  </a:lnTo>
                  <a:lnTo>
                    <a:pt x="1535446" y="1862969"/>
                  </a:lnTo>
                  <a:close/>
                  <a:moveTo>
                    <a:pt x="1579405" y="1824532"/>
                  </a:moveTo>
                  <a:lnTo>
                    <a:pt x="1561953" y="1800614"/>
                  </a:lnTo>
                  <a:lnTo>
                    <a:pt x="1526110" y="1758781"/>
                  </a:lnTo>
                  <a:close/>
                  <a:moveTo>
                    <a:pt x="1518174" y="1742317"/>
                  </a:moveTo>
                  <a:lnTo>
                    <a:pt x="1526110" y="1758781"/>
                  </a:lnTo>
                  <a:lnTo>
                    <a:pt x="1561953" y="1800614"/>
                  </a:lnTo>
                  <a:close/>
                  <a:moveTo>
                    <a:pt x="2117316" y="2281746"/>
                  </a:moveTo>
                  <a:lnTo>
                    <a:pt x="2122340" y="2287317"/>
                  </a:lnTo>
                  <a:lnTo>
                    <a:pt x="2115732" y="2279387"/>
                  </a:lnTo>
                  <a:close/>
                  <a:moveTo>
                    <a:pt x="2163642" y="2361602"/>
                  </a:moveTo>
                  <a:lnTo>
                    <a:pt x="2124562" y="2400038"/>
                  </a:lnTo>
                  <a:lnTo>
                    <a:pt x="2187936" y="2469116"/>
                  </a:lnTo>
                  <a:close/>
                  <a:moveTo>
                    <a:pt x="2117316" y="2281746"/>
                  </a:moveTo>
                  <a:lnTo>
                    <a:pt x="2149031" y="2323656"/>
                  </a:lnTo>
                  <a:lnTo>
                    <a:pt x="2163642" y="2361602"/>
                  </a:lnTo>
                  <a:close/>
                  <a:moveTo>
                    <a:pt x="2163642" y="2361602"/>
                  </a:moveTo>
                  <a:lnTo>
                    <a:pt x="2122340" y="2287317"/>
                  </a:lnTo>
                  <a:lnTo>
                    <a:pt x="2117316" y="2281746"/>
                  </a:lnTo>
                  <a:close/>
                  <a:moveTo>
                    <a:pt x="1790475" y="1988963"/>
                  </a:moveTo>
                  <a:lnTo>
                    <a:pt x="1858593" y="2070623"/>
                  </a:lnTo>
                  <a:lnTo>
                    <a:pt x="1880277" y="1952902"/>
                  </a:lnTo>
                  <a:close/>
                  <a:moveTo>
                    <a:pt x="1858593" y="2070623"/>
                  </a:moveTo>
                  <a:lnTo>
                    <a:pt x="1944029" y="2061757"/>
                  </a:lnTo>
                  <a:lnTo>
                    <a:pt x="1880277" y="1952902"/>
                  </a:lnTo>
                  <a:close/>
                  <a:moveTo>
                    <a:pt x="2098747" y="2158735"/>
                  </a:moveTo>
                  <a:lnTo>
                    <a:pt x="2092537" y="2175891"/>
                  </a:lnTo>
                  <a:lnTo>
                    <a:pt x="2074806" y="2197172"/>
                  </a:lnTo>
                  <a:close/>
                  <a:moveTo>
                    <a:pt x="1888692" y="1755858"/>
                  </a:moveTo>
                  <a:lnTo>
                    <a:pt x="1767427" y="1796331"/>
                  </a:lnTo>
                  <a:lnTo>
                    <a:pt x="1819426" y="1775542"/>
                  </a:lnTo>
                  <a:close/>
                  <a:moveTo>
                    <a:pt x="1685005" y="1690194"/>
                  </a:moveTo>
                  <a:lnTo>
                    <a:pt x="1758511" y="1762994"/>
                  </a:lnTo>
                  <a:lnTo>
                    <a:pt x="1762114" y="1688098"/>
                  </a:lnTo>
                  <a:close/>
                  <a:moveTo>
                    <a:pt x="1685005" y="1690194"/>
                  </a:moveTo>
                  <a:lnTo>
                    <a:pt x="1728131" y="1649411"/>
                  </a:lnTo>
                  <a:lnTo>
                    <a:pt x="1647595" y="1626957"/>
                  </a:lnTo>
                  <a:close/>
                  <a:moveTo>
                    <a:pt x="1738491" y="1607211"/>
                  </a:moveTo>
                  <a:lnTo>
                    <a:pt x="1776138" y="1613695"/>
                  </a:lnTo>
                  <a:lnTo>
                    <a:pt x="1756036" y="1583230"/>
                  </a:lnTo>
                  <a:close/>
                  <a:moveTo>
                    <a:pt x="1758511" y="1762994"/>
                  </a:moveTo>
                  <a:lnTo>
                    <a:pt x="1810696" y="1665445"/>
                  </a:lnTo>
                  <a:lnTo>
                    <a:pt x="1762114" y="1688098"/>
                  </a:lnTo>
                  <a:close/>
                  <a:moveTo>
                    <a:pt x="1823556" y="1727528"/>
                  </a:moveTo>
                  <a:lnTo>
                    <a:pt x="1883004" y="1734592"/>
                  </a:lnTo>
                  <a:lnTo>
                    <a:pt x="1758511" y="1762994"/>
                  </a:lnTo>
                  <a:close/>
                  <a:moveTo>
                    <a:pt x="1909162" y="1768940"/>
                  </a:moveTo>
                  <a:lnTo>
                    <a:pt x="1941573" y="1747660"/>
                  </a:lnTo>
                  <a:lnTo>
                    <a:pt x="1883004" y="1734592"/>
                  </a:lnTo>
                  <a:close/>
                  <a:moveTo>
                    <a:pt x="1199161" y="849763"/>
                  </a:moveTo>
                  <a:lnTo>
                    <a:pt x="1182737" y="855239"/>
                  </a:lnTo>
                  <a:lnTo>
                    <a:pt x="1193700" y="843293"/>
                  </a:lnTo>
                  <a:close/>
                  <a:moveTo>
                    <a:pt x="592280" y="371164"/>
                  </a:moveTo>
                  <a:lnTo>
                    <a:pt x="635410" y="296600"/>
                  </a:lnTo>
                  <a:lnTo>
                    <a:pt x="570891" y="288461"/>
                  </a:lnTo>
                  <a:close/>
                  <a:moveTo>
                    <a:pt x="1756036" y="1583230"/>
                  </a:moveTo>
                  <a:lnTo>
                    <a:pt x="1717113" y="1524498"/>
                  </a:lnTo>
                  <a:lnTo>
                    <a:pt x="1738491" y="1607211"/>
                  </a:lnTo>
                  <a:close/>
                  <a:moveTo>
                    <a:pt x="2060165" y="1827748"/>
                  </a:moveTo>
                  <a:lnTo>
                    <a:pt x="2037347" y="1829875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60165" y="1827748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94054" y="1966361"/>
                  </a:lnTo>
                  <a:lnTo>
                    <a:pt x="2146580" y="1912090"/>
                  </a:lnTo>
                  <a:close/>
                  <a:moveTo>
                    <a:pt x="2060165" y="1827748"/>
                  </a:moveTo>
                  <a:lnTo>
                    <a:pt x="2106406" y="1890247"/>
                  </a:lnTo>
                  <a:lnTo>
                    <a:pt x="2146580" y="1912090"/>
                  </a:lnTo>
                  <a:close/>
                  <a:moveTo>
                    <a:pt x="1963721" y="1745471"/>
                  </a:moveTo>
                  <a:lnTo>
                    <a:pt x="1883004" y="1734592"/>
                  </a:lnTo>
                  <a:lnTo>
                    <a:pt x="1941573" y="1747660"/>
                  </a:lnTo>
                  <a:close/>
                  <a:moveTo>
                    <a:pt x="1903540" y="1633713"/>
                  </a:moveTo>
                  <a:lnTo>
                    <a:pt x="1883004" y="1734592"/>
                  </a:lnTo>
                  <a:lnTo>
                    <a:pt x="1963721" y="1745471"/>
                  </a:lnTo>
                  <a:close/>
                  <a:moveTo>
                    <a:pt x="1810696" y="1665445"/>
                  </a:moveTo>
                  <a:lnTo>
                    <a:pt x="1883004" y="1734592"/>
                  </a:lnTo>
                  <a:lnTo>
                    <a:pt x="1903540" y="1633713"/>
                  </a:lnTo>
                  <a:close/>
                  <a:moveTo>
                    <a:pt x="1810696" y="1665445"/>
                  </a:moveTo>
                  <a:lnTo>
                    <a:pt x="1903540" y="1633713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56036" y="1583230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01165" y="1501015"/>
                  </a:lnTo>
                  <a:lnTo>
                    <a:pt x="1756036" y="1583230"/>
                  </a:lnTo>
                  <a:close/>
                  <a:moveTo>
                    <a:pt x="1187020" y="804857"/>
                  </a:moveTo>
                  <a:lnTo>
                    <a:pt x="1199161" y="849763"/>
                  </a:lnTo>
                  <a:lnTo>
                    <a:pt x="1193700" y="843293"/>
                  </a:lnTo>
                  <a:close/>
                  <a:moveTo>
                    <a:pt x="1231575" y="915627"/>
                  </a:moveTo>
                  <a:lnTo>
                    <a:pt x="1199161" y="849763"/>
                  </a:lnTo>
                  <a:lnTo>
                    <a:pt x="1150489" y="920956"/>
                  </a:lnTo>
                  <a:close/>
                  <a:moveTo>
                    <a:pt x="1342549" y="892009"/>
                  </a:moveTo>
                  <a:lnTo>
                    <a:pt x="1311386" y="990699"/>
                  </a:lnTo>
                  <a:lnTo>
                    <a:pt x="1430917" y="943745"/>
                  </a:lnTo>
                  <a:close/>
                  <a:moveTo>
                    <a:pt x="1187020" y="804857"/>
                  </a:moveTo>
                  <a:lnTo>
                    <a:pt x="1193700" y="843293"/>
                  </a:lnTo>
                  <a:lnTo>
                    <a:pt x="1150211" y="761079"/>
                  </a:lnTo>
                  <a:close/>
                  <a:moveTo>
                    <a:pt x="905441" y="311567"/>
                  </a:moveTo>
                  <a:lnTo>
                    <a:pt x="861223" y="234203"/>
                  </a:lnTo>
                  <a:lnTo>
                    <a:pt x="875841" y="261695"/>
                  </a:lnTo>
                  <a:close/>
                  <a:moveTo>
                    <a:pt x="642515" y="161844"/>
                  </a:moveTo>
                  <a:lnTo>
                    <a:pt x="711608" y="185573"/>
                  </a:lnTo>
                  <a:lnTo>
                    <a:pt x="712001" y="64921"/>
                  </a:lnTo>
                  <a:close/>
                  <a:moveTo>
                    <a:pt x="833107" y="156968"/>
                  </a:moveTo>
                  <a:lnTo>
                    <a:pt x="836564" y="114844"/>
                  </a:lnTo>
                  <a:lnTo>
                    <a:pt x="753780" y="83988"/>
                  </a:lnTo>
                  <a:close/>
                  <a:moveTo>
                    <a:pt x="539361" y="13818"/>
                  </a:moveTo>
                  <a:lnTo>
                    <a:pt x="658912" y="64921"/>
                  </a:lnTo>
                  <a:lnTo>
                    <a:pt x="669661" y="68570"/>
                  </a:lnTo>
                  <a:close/>
                  <a:moveTo>
                    <a:pt x="1693939" y="1182470"/>
                  </a:moveTo>
                  <a:lnTo>
                    <a:pt x="1633155" y="1142561"/>
                  </a:lnTo>
                  <a:lnTo>
                    <a:pt x="1614227" y="1186682"/>
                  </a:lnTo>
                  <a:close/>
                  <a:moveTo>
                    <a:pt x="1438535" y="768464"/>
                  </a:moveTo>
                  <a:lnTo>
                    <a:pt x="1371495" y="684206"/>
                  </a:lnTo>
                  <a:lnTo>
                    <a:pt x="1331037" y="695173"/>
                  </a:lnTo>
                  <a:close/>
                  <a:moveTo>
                    <a:pt x="1228246" y="640426"/>
                  </a:moveTo>
                  <a:lnTo>
                    <a:pt x="1331037" y="695173"/>
                  </a:lnTo>
                  <a:lnTo>
                    <a:pt x="1252536" y="618919"/>
                  </a:lnTo>
                  <a:close/>
                  <a:moveTo>
                    <a:pt x="1232644" y="614482"/>
                  </a:moveTo>
                  <a:lnTo>
                    <a:pt x="1228246" y="640426"/>
                  </a:lnTo>
                  <a:lnTo>
                    <a:pt x="1252536" y="618919"/>
                  </a:lnTo>
                  <a:close/>
                  <a:moveTo>
                    <a:pt x="1269180" y="545278"/>
                  </a:moveTo>
                  <a:lnTo>
                    <a:pt x="1228246" y="640426"/>
                  </a:lnTo>
                  <a:lnTo>
                    <a:pt x="1232644" y="614482"/>
                  </a:lnTo>
                  <a:close/>
                  <a:moveTo>
                    <a:pt x="857668" y="311567"/>
                  </a:moveTo>
                  <a:lnTo>
                    <a:pt x="897439" y="342445"/>
                  </a:lnTo>
                  <a:lnTo>
                    <a:pt x="901654" y="301426"/>
                  </a:lnTo>
                  <a:close/>
                  <a:moveTo>
                    <a:pt x="875841" y="261695"/>
                  </a:moveTo>
                  <a:lnTo>
                    <a:pt x="857668" y="311567"/>
                  </a:lnTo>
                  <a:lnTo>
                    <a:pt x="901654" y="301426"/>
                  </a:lnTo>
                  <a:close/>
                  <a:moveTo>
                    <a:pt x="854122" y="39792"/>
                  </a:moveTo>
                  <a:lnTo>
                    <a:pt x="753780" y="83988"/>
                  </a:lnTo>
                  <a:lnTo>
                    <a:pt x="836564" y="114844"/>
                  </a:lnTo>
                  <a:close/>
                  <a:moveTo>
                    <a:pt x="771216" y="46600"/>
                  </a:moveTo>
                  <a:lnTo>
                    <a:pt x="753780" y="83988"/>
                  </a:lnTo>
                  <a:lnTo>
                    <a:pt x="854122" y="39792"/>
                  </a:lnTo>
                  <a:close/>
                  <a:moveTo>
                    <a:pt x="771216" y="46600"/>
                  </a:moveTo>
                  <a:lnTo>
                    <a:pt x="854122" y="39792"/>
                  </a:lnTo>
                  <a:lnTo>
                    <a:pt x="805847" y="0"/>
                  </a:lnTo>
                  <a:close/>
                  <a:moveTo>
                    <a:pt x="1520794" y="762181"/>
                  </a:moveTo>
                  <a:lnTo>
                    <a:pt x="1470482" y="766420"/>
                  </a:lnTo>
                  <a:lnTo>
                    <a:pt x="1495866" y="821946"/>
                  </a:lnTo>
                  <a:close/>
                  <a:moveTo>
                    <a:pt x="1437762" y="754135"/>
                  </a:moveTo>
                  <a:lnTo>
                    <a:pt x="1388968" y="648077"/>
                  </a:lnTo>
                  <a:lnTo>
                    <a:pt x="1371495" y="684206"/>
                  </a:lnTo>
                  <a:close/>
                  <a:moveTo>
                    <a:pt x="2021997" y="1197633"/>
                  </a:moveTo>
                  <a:lnTo>
                    <a:pt x="2059318" y="1303490"/>
                  </a:lnTo>
                  <a:lnTo>
                    <a:pt x="2120758" y="1205391"/>
                  </a:lnTo>
                  <a:close/>
                  <a:moveTo>
                    <a:pt x="2120758" y="1205391"/>
                  </a:moveTo>
                  <a:lnTo>
                    <a:pt x="2180527" y="1189935"/>
                  </a:lnTo>
                  <a:lnTo>
                    <a:pt x="2124852" y="118283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36" name="Candidate_density__2055">
              <a:extLst>
                <a:ext uri="{FF2B5EF4-FFF2-40B4-BE49-F238E27FC236}">
                  <a16:creationId xmlns:a16="http://schemas.microsoft.com/office/drawing/2014/main" id="{5E38BE62-4CA8-93B3-EDC7-0D06B780F8CC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251662"/>
              <a:ext cx="2338321" cy="3145985"/>
            </a:xfrm>
            <a:custGeom>
              <a:avLst/>
              <a:gdLst/>
              <a:ahLst/>
              <a:cxnLst/>
              <a:rect l="0" t="0" r="0" b="0"/>
              <a:pathLst>
                <a:path w="2338321" h="3145985">
                  <a:moveTo>
                    <a:pt x="0" y="2546054"/>
                  </a:moveTo>
                  <a:lnTo>
                    <a:pt x="89598" y="2633897"/>
                  </a:lnTo>
                  <a:lnTo>
                    <a:pt x="78863" y="2627001"/>
                  </a:lnTo>
                  <a:close/>
                  <a:moveTo>
                    <a:pt x="436951" y="2842806"/>
                  </a:moveTo>
                  <a:lnTo>
                    <a:pt x="505624" y="2938412"/>
                  </a:lnTo>
                  <a:lnTo>
                    <a:pt x="529154" y="2908883"/>
                  </a:lnTo>
                  <a:close/>
                  <a:moveTo>
                    <a:pt x="326658" y="2762540"/>
                  </a:moveTo>
                  <a:lnTo>
                    <a:pt x="318285" y="2752995"/>
                  </a:lnTo>
                  <a:lnTo>
                    <a:pt x="237897" y="2674017"/>
                  </a:lnTo>
                  <a:close/>
                  <a:moveTo>
                    <a:pt x="708178" y="3084361"/>
                  </a:moveTo>
                  <a:lnTo>
                    <a:pt x="660830" y="3073009"/>
                  </a:lnTo>
                  <a:lnTo>
                    <a:pt x="728583" y="3097196"/>
                  </a:lnTo>
                  <a:close/>
                  <a:moveTo>
                    <a:pt x="787723" y="3103111"/>
                  </a:moveTo>
                  <a:lnTo>
                    <a:pt x="708178" y="3084361"/>
                  </a:lnTo>
                  <a:lnTo>
                    <a:pt x="728583" y="3097196"/>
                  </a:lnTo>
                  <a:close/>
                  <a:moveTo>
                    <a:pt x="847000" y="3142933"/>
                  </a:moveTo>
                  <a:lnTo>
                    <a:pt x="838004" y="3125634"/>
                  </a:lnTo>
                  <a:lnTo>
                    <a:pt x="816163" y="3145985"/>
                  </a:lnTo>
                  <a:close/>
                  <a:moveTo>
                    <a:pt x="816163" y="3145985"/>
                  </a:moveTo>
                  <a:lnTo>
                    <a:pt x="838004" y="3125634"/>
                  </a:lnTo>
                  <a:lnTo>
                    <a:pt x="787723" y="3103111"/>
                  </a:lnTo>
                  <a:close/>
                  <a:moveTo>
                    <a:pt x="816163" y="3145985"/>
                  </a:moveTo>
                  <a:lnTo>
                    <a:pt x="787723" y="3103111"/>
                  </a:lnTo>
                  <a:lnTo>
                    <a:pt x="728583" y="3097196"/>
                  </a:lnTo>
                  <a:close/>
                  <a:moveTo>
                    <a:pt x="570856" y="2835209"/>
                  </a:moveTo>
                  <a:lnTo>
                    <a:pt x="562595" y="2818709"/>
                  </a:lnTo>
                  <a:lnTo>
                    <a:pt x="529154" y="2908883"/>
                  </a:lnTo>
                  <a:close/>
                  <a:moveTo>
                    <a:pt x="535073" y="2714558"/>
                  </a:moveTo>
                  <a:lnTo>
                    <a:pt x="563320" y="2796773"/>
                  </a:lnTo>
                  <a:lnTo>
                    <a:pt x="531550" y="2752995"/>
                  </a:lnTo>
                  <a:close/>
                  <a:moveTo>
                    <a:pt x="838004" y="3125634"/>
                  </a:moveTo>
                  <a:lnTo>
                    <a:pt x="847000" y="3142933"/>
                  </a:lnTo>
                  <a:lnTo>
                    <a:pt x="871931" y="3139293"/>
                  </a:lnTo>
                  <a:close/>
                  <a:moveTo>
                    <a:pt x="838004" y="3125634"/>
                  </a:moveTo>
                  <a:lnTo>
                    <a:pt x="871931" y="3139293"/>
                  </a:lnTo>
                  <a:lnTo>
                    <a:pt x="878548" y="3117284"/>
                  </a:lnTo>
                  <a:close/>
                  <a:moveTo>
                    <a:pt x="878548" y="3117284"/>
                  </a:moveTo>
                  <a:lnTo>
                    <a:pt x="787723" y="3103111"/>
                  </a:lnTo>
                  <a:lnTo>
                    <a:pt x="838004" y="3125634"/>
                  </a:lnTo>
                  <a:close/>
                  <a:moveTo>
                    <a:pt x="535117" y="2714250"/>
                  </a:moveTo>
                  <a:lnTo>
                    <a:pt x="563320" y="2796773"/>
                  </a:lnTo>
                  <a:lnTo>
                    <a:pt x="535073" y="2714558"/>
                  </a:lnTo>
                  <a:close/>
                  <a:moveTo>
                    <a:pt x="493623" y="2687393"/>
                  </a:moveTo>
                  <a:lnTo>
                    <a:pt x="535117" y="2714250"/>
                  </a:lnTo>
                  <a:lnTo>
                    <a:pt x="468072" y="2608072"/>
                  </a:lnTo>
                  <a:close/>
                  <a:moveTo>
                    <a:pt x="468606" y="2429476"/>
                  </a:moveTo>
                  <a:lnTo>
                    <a:pt x="533193" y="2415538"/>
                  </a:lnTo>
                  <a:lnTo>
                    <a:pt x="440121" y="2424253"/>
                  </a:lnTo>
                  <a:close/>
                  <a:moveTo>
                    <a:pt x="440121" y="2424253"/>
                  </a:moveTo>
                  <a:lnTo>
                    <a:pt x="553802" y="2355429"/>
                  </a:lnTo>
                  <a:lnTo>
                    <a:pt x="484163" y="2373716"/>
                  </a:lnTo>
                  <a:close/>
                  <a:moveTo>
                    <a:pt x="752553" y="2326008"/>
                  </a:moveTo>
                  <a:lnTo>
                    <a:pt x="658282" y="2374435"/>
                  </a:lnTo>
                  <a:lnTo>
                    <a:pt x="681893" y="2308825"/>
                  </a:lnTo>
                  <a:close/>
                  <a:moveTo>
                    <a:pt x="503313" y="2279146"/>
                  </a:moveTo>
                  <a:lnTo>
                    <a:pt x="558471" y="2294895"/>
                  </a:lnTo>
                  <a:lnTo>
                    <a:pt x="506310" y="2226610"/>
                  </a:lnTo>
                  <a:close/>
                  <a:moveTo>
                    <a:pt x="674651" y="2313405"/>
                  </a:moveTo>
                  <a:lnTo>
                    <a:pt x="752553" y="2326008"/>
                  </a:lnTo>
                  <a:lnTo>
                    <a:pt x="795745" y="2272292"/>
                  </a:lnTo>
                  <a:close/>
                  <a:moveTo>
                    <a:pt x="795745" y="2272292"/>
                  </a:moveTo>
                  <a:lnTo>
                    <a:pt x="752553" y="2326008"/>
                  </a:lnTo>
                  <a:lnTo>
                    <a:pt x="864377" y="2250239"/>
                  </a:lnTo>
                  <a:close/>
                  <a:moveTo>
                    <a:pt x="1494841" y="2851236"/>
                  </a:moveTo>
                  <a:lnTo>
                    <a:pt x="1484547" y="2897006"/>
                  </a:lnTo>
                  <a:lnTo>
                    <a:pt x="1534700" y="2869319"/>
                  </a:lnTo>
                  <a:close/>
                  <a:moveTo>
                    <a:pt x="1494841" y="2851236"/>
                  </a:moveTo>
                  <a:lnTo>
                    <a:pt x="1443729" y="2889673"/>
                  </a:lnTo>
                  <a:lnTo>
                    <a:pt x="1484547" y="2897006"/>
                  </a:lnTo>
                  <a:close/>
                  <a:moveTo>
                    <a:pt x="875390" y="2219022"/>
                  </a:moveTo>
                  <a:lnTo>
                    <a:pt x="795745" y="2272292"/>
                  </a:lnTo>
                  <a:lnTo>
                    <a:pt x="864377" y="2250239"/>
                  </a:lnTo>
                  <a:close/>
                  <a:moveTo>
                    <a:pt x="875390" y="2219022"/>
                  </a:moveTo>
                  <a:lnTo>
                    <a:pt x="815868" y="2206820"/>
                  </a:lnTo>
                  <a:lnTo>
                    <a:pt x="795745" y="2272292"/>
                  </a:lnTo>
                  <a:close/>
                  <a:moveTo>
                    <a:pt x="803567" y="2116729"/>
                  </a:moveTo>
                  <a:lnTo>
                    <a:pt x="875390" y="2219022"/>
                  </a:lnTo>
                  <a:lnTo>
                    <a:pt x="836765" y="2149737"/>
                  </a:lnTo>
                  <a:close/>
                  <a:moveTo>
                    <a:pt x="864377" y="2250239"/>
                  </a:moveTo>
                  <a:lnTo>
                    <a:pt x="888465" y="2231952"/>
                  </a:lnTo>
                  <a:lnTo>
                    <a:pt x="875390" y="2219022"/>
                  </a:lnTo>
                  <a:close/>
                  <a:moveTo>
                    <a:pt x="875390" y="2219022"/>
                  </a:moveTo>
                  <a:lnTo>
                    <a:pt x="888465" y="2231952"/>
                  </a:lnTo>
                  <a:lnTo>
                    <a:pt x="838851" y="2154805"/>
                  </a:lnTo>
                  <a:close/>
                  <a:moveTo>
                    <a:pt x="1052523" y="2181169"/>
                  </a:moveTo>
                  <a:lnTo>
                    <a:pt x="1004087" y="2193516"/>
                  </a:lnTo>
                  <a:lnTo>
                    <a:pt x="970621" y="2202193"/>
                  </a:lnTo>
                  <a:close/>
                  <a:moveTo>
                    <a:pt x="644963" y="1985307"/>
                  </a:moveTo>
                  <a:lnTo>
                    <a:pt x="644871" y="1984969"/>
                  </a:lnTo>
                  <a:lnTo>
                    <a:pt x="721141" y="2029085"/>
                  </a:lnTo>
                  <a:close/>
                  <a:moveTo>
                    <a:pt x="757394" y="1913702"/>
                  </a:moveTo>
                  <a:lnTo>
                    <a:pt x="644963" y="1985307"/>
                  </a:lnTo>
                  <a:lnTo>
                    <a:pt x="707248" y="1941418"/>
                  </a:lnTo>
                  <a:close/>
                  <a:moveTo>
                    <a:pt x="412127" y="1552541"/>
                  </a:moveTo>
                  <a:lnTo>
                    <a:pt x="493436" y="1647122"/>
                  </a:lnTo>
                  <a:lnTo>
                    <a:pt x="437890" y="1631688"/>
                  </a:lnTo>
                  <a:close/>
                  <a:moveTo>
                    <a:pt x="437890" y="1631688"/>
                  </a:moveTo>
                  <a:lnTo>
                    <a:pt x="540470" y="1700225"/>
                  </a:lnTo>
                  <a:lnTo>
                    <a:pt x="462775" y="1648142"/>
                  </a:lnTo>
                  <a:close/>
                  <a:moveTo>
                    <a:pt x="1565920" y="2821924"/>
                  </a:moveTo>
                  <a:lnTo>
                    <a:pt x="1534700" y="2869319"/>
                  </a:lnTo>
                  <a:lnTo>
                    <a:pt x="1569347" y="2851236"/>
                  </a:lnTo>
                  <a:close/>
                  <a:moveTo>
                    <a:pt x="1026681" y="2148003"/>
                  </a:moveTo>
                  <a:lnTo>
                    <a:pt x="967243" y="2193516"/>
                  </a:lnTo>
                  <a:lnTo>
                    <a:pt x="1021507" y="2160823"/>
                  </a:lnTo>
                  <a:close/>
                  <a:moveTo>
                    <a:pt x="1021507" y="2160823"/>
                  </a:moveTo>
                  <a:lnTo>
                    <a:pt x="983484" y="2201700"/>
                  </a:lnTo>
                  <a:lnTo>
                    <a:pt x="1004087" y="2193516"/>
                  </a:lnTo>
                  <a:close/>
                  <a:moveTo>
                    <a:pt x="1004087" y="2193516"/>
                  </a:moveTo>
                  <a:lnTo>
                    <a:pt x="1052523" y="2181169"/>
                  </a:lnTo>
                  <a:lnTo>
                    <a:pt x="1021507" y="2160823"/>
                  </a:lnTo>
                  <a:close/>
                  <a:moveTo>
                    <a:pt x="1728099" y="2711166"/>
                  </a:moveTo>
                  <a:lnTo>
                    <a:pt x="1632877" y="2727988"/>
                  </a:lnTo>
                  <a:lnTo>
                    <a:pt x="1634838" y="2749857"/>
                  </a:lnTo>
                  <a:close/>
                  <a:moveTo>
                    <a:pt x="461406" y="1212618"/>
                  </a:moveTo>
                  <a:lnTo>
                    <a:pt x="400774" y="1332928"/>
                  </a:lnTo>
                  <a:lnTo>
                    <a:pt x="416540" y="1260076"/>
                  </a:lnTo>
                  <a:close/>
                  <a:moveTo>
                    <a:pt x="548897" y="1301757"/>
                  </a:moveTo>
                  <a:lnTo>
                    <a:pt x="551370" y="1294492"/>
                  </a:lnTo>
                  <a:lnTo>
                    <a:pt x="504723" y="1311122"/>
                  </a:lnTo>
                  <a:close/>
                  <a:moveTo>
                    <a:pt x="504723" y="1311122"/>
                  </a:moveTo>
                  <a:lnTo>
                    <a:pt x="551370" y="1294492"/>
                  </a:lnTo>
                  <a:lnTo>
                    <a:pt x="461406" y="1212618"/>
                  </a:lnTo>
                  <a:close/>
                  <a:moveTo>
                    <a:pt x="504723" y="1311122"/>
                  </a:moveTo>
                  <a:lnTo>
                    <a:pt x="461406" y="1212618"/>
                  </a:lnTo>
                  <a:lnTo>
                    <a:pt x="416540" y="1260076"/>
                  </a:lnTo>
                  <a:close/>
                  <a:moveTo>
                    <a:pt x="551370" y="1294492"/>
                  </a:moveTo>
                  <a:lnTo>
                    <a:pt x="548897" y="1301757"/>
                  </a:lnTo>
                  <a:lnTo>
                    <a:pt x="559158" y="1299445"/>
                  </a:lnTo>
                  <a:close/>
                  <a:moveTo>
                    <a:pt x="638908" y="1318958"/>
                  </a:moveTo>
                  <a:lnTo>
                    <a:pt x="559158" y="1299445"/>
                  </a:lnTo>
                  <a:lnTo>
                    <a:pt x="548897" y="1301757"/>
                  </a:lnTo>
                  <a:close/>
                  <a:moveTo>
                    <a:pt x="1660945" y="2407066"/>
                  </a:moveTo>
                  <a:lnTo>
                    <a:pt x="1659056" y="2409997"/>
                  </a:lnTo>
                  <a:lnTo>
                    <a:pt x="1710549" y="2425158"/>
                  </a:lnTo>
                  <a:close/>
                  <a:moveTo>
                    <a:pt x="1621115" y="2337182"/>
                  </a:moveTo>
                  <a:lnTo>
                    <a:pt x="1660945" y="2407066"/>
                  </a:lnTo>
                  <a:lnTo>
                    <a:pt x="1710549" y="2425158"/>
                  </a:lnTo>
                  <a:close/>
                  <a:moveTo>
                    <a:pt x="719075" y="1284589"/>
                  </a:moveTo>
                  <a:lnTo>
                    <a:pt x="765672" y="1299047"/>
                  </a:lnTo>
                  <a:lnTo>
                    <a:pt x="638908" y="1318958"/>
                  </a:lnTo>
                  <a:close/>
                  <a:moveTo>
                    <a:pt x="638908" y="1318958"/>
                  </a:moveTo>
                  <a:lnTo>
                    <a:pt x="765672" y="1299047"/>
                  </a:lnTo>
                  <a:lnTo>
                    <a:pt x="687785" y="1286495"/>
                  </a:lnTo>
                  <a:close/>
                  <a:moveTo>
                    <a:pt x="1844972" y="2653712"/>
                  </a:moveTo>
                  <a:lnTo>
                    <a:pt x="1848907" y="2673544"/>
                  </a:lnTo>
                  <a:lnTo>
                    <a:pt x="1888014" y="2708719"/>
                  </a:lnTo>
                  <a:close/>
                  <a:moveTo>
                    <a:pt x="1657483" y="2404120"/>
                  </a:moveTo>
                  <a:lnTo>
                    <a:pt x="1760039" y="2384924"/>
                  </a:lnTo>
                  <a:lnTo>
                    <a:pt x="1660945" y="2407066"/>
                  </a:lnTo>
                  <a:close/>
                  <a:moveTo>
                    <a:pt x="1249088" y="1776625"/>
                  </a:moveTo>
                  <a:lnTo>
                    <a:pt x="1121119" y="1792033"/>
                  </a:lnTo>
                  <a:lnTo>
                    <a:pt x="1200655" y="1810746"/>
                  </a:lnTo>
                  <a:close/>
                  <a:moveTo>
                    <a:pt x="2054914" y="2560216"/>
                  </a:moveTo>
                  <a:lnTo>
                    <a:pt x="2061856" y="2521512"/>
                  </a:lnTo>
                  <a:lnTo>
                    <a:pt x="2028411" y="2615275"/>
                  </a:lnTo>
                  <a:close/>
                  <a:moveTo>
                    <a:pt x="2028411" y="2615275"/>
                  </a:moveTo>
                  <a:lnTo>
                    <a:pt x="2061856" y="2521512"/>
                  </a:lnTo>
                  <a:lnTo>
                    <a:pt x="2025666" y="2494624"/>
                  </a:lnTo>
                  <a:close/>
                  <a:moveTo>
                    <a:pt x="2028411" y="2615275"/>
                  </a:moveTo>
                  <a:lnTo>
                    <a:pt x="2025666" y="2494624"/>
                  </a:lnTo>
                  <a:lnTo>
                    <a:pt x="2074854" y="2576839"/>
                  </a:lnTo>
                  <a:close/>
                  <a:moveTo>
                    <a:pt x="1633089" y="2001333"/>
                  </a:moveTo>
                  <a:lnTo>
                    <a:pt x="1620699" y="2051386"/>
                  </a:lnTo>
                  <a:lnTo>
                    <a:pt x="1670998" y="2024246"/>
                  </a:lnTo>
                  <a:close/>
                  <a:moveTo>
                    <a:pt x="1633089" y="2001333"/>
                  </a:moveTo>
                  <a:lnTo>
                    <a:pt x="1599378" y="2039769"/>
                  </a:lnTo>
                  <a:lnTo>
                    <a:pt x="1620699" y="2051386"/>
                  </a:lnTo>
                  <a:close/>
                  <a:moveTo>
                    <a:pt x="1426015" y="1774057"/>
                  </a:moveTo>
                  <a:lnTo>
                    <a:pt x="1518174" y="1836903"/>
                  </a:lnTo>
                  <a:lnTo>
                    <a:pt x="1459922" y="1792383"/>
                  </a:lnTo>
                  <a:close/>
                  <a:moveTo>
                    <a:pt x="2163642" y="2456187"/>
                  </a:moveTo>
                  <a:lnTo>
                    <a:pt x="2187936" y="2563702"/>
                  </a:lnTo>
                  <a:lnTo>
                    <a:pt x="2236621" y="2530521"/>
                  </a:lnTo>
                  <a:close/>
                  <a:moveTo>
                    <a:pt x="1930592" y="2067175"/>
                  </a:moveTo>
                  <a:lnTo>
                    <a:pt x="1961116" y="2057769"/>
                  </a:lnTo>
                  <a:lnTo>
                    <a:pt x="1892097" y="2045112"/>
                  </a:lnTo>
                  <a:close/>
                  <a:moveTo>
                    <a:pt x="1755883" y="2062959"/>
                  </a:moveTo>
                  <a:lnTo>
                    <a:pt x="1882217" y="2041439"/>
                  </a:lnTo>
                  <a:lnTo>
                    <a:pt x="1798550" y="2007280"/>
                  </a:lnTo>
                  <a:close/>
                  <a:moveTo>
                    <a:pt x="1880277" y="2047488"/>
                  </a:moveTo>
                  <a:lnTo>
                    <a:pt x="1934680" y="1962897"/>
                  </a:lnTo>
                  <a:lnTo>
                    <a:pt x="1882217" y="2041439"/>
                  </a:lnTo>
                  <a:close/>
                  <a:moveTo>
                    <a:pt x="1670998" y="2024246"/>
                  </a:moveTo>
                  <a:lnTo>
                    <a:pt x="1755883" y="2062959"/>
                  </a:lnTo>
                  <a:lnTo>
                    <a:pt x="1798550" y="2007280"/>
                  </a:lnTo>
                  <a:close/>
                  <a:moveTo>
                    <a:pt x="1761977" y="1882887"/>
                  </a:moveTo>
                  <a:lnTo>
                    <a:pt x="1801753" y="1911142"/>
                  </a:lnTo>
                  <a:lnTo>
                    <a:pt x="1758511" y="1857579"/>
                  </a:lnTo>
                  <a:close/>
                  <a:moveTo>
                    <a:pt x="306619" y="76342"/>
                  </a:moveTo>
                  <a:lnTo>
                    <a:pt x="313468" y="170865"/>
                  </a:lnTo>
                  <a:lnTo>
                    <a:pt x="357624" y="95468"/>
                  </a:lnTo>
                  <a:close/>
                  <a:moveTo>
                    <a:pt x="306619" y="76342"/>
                  </a:moveTo>
                  <a:lnTo>
                    <a:pt x="300828" y="30094"/>
                  </a:lnTo>
                  <a:lnTo>
                    <a:pt x="226490" y="30817"/>
                  </a:lnTo>
                  <a:close/>
                  <a:moveTo>
                    <a:pt x="212775" y="71949"/>
                  </a:moveTo>
                  <a:lnTo>
                    <a:pt x="229066" y="78799"/>
                  </a:lnTo>
                  <a:lnTo>
                    <a:pt x="226490" y="30817"/>
                  </a:lnTo>
                  <a:close/>
                  <a:moveTo>
                    <a:pt x="2309777" y="2417751"/>
                  </a:moveTo>
                  <a:lnTo>
                    <a:pt x="2325645" y="2428240"/>
                  </a:lnTo>
                  <a:lnTo>
                    <a:pt x="2332589" y="2395470"/>
                  </a:lnTo>
                  <a:close/>
                  <a:moveTo>
                    <a:pt x="1961116" y="2057769"/>
                  </a:moveTo>
                  <a:lnTo>
                    <a:pt x="1885409" y="2043316"/>
                  </a:lnTo>
                  <a:lnTo>
                    <a:pt x="1892097" y="2045112"/>
                  </a:lnTo>
                  <a:close/>
                  <a:moveTo>
                    <a:pt x="1940007" y="2042302"/>
                  </a:moveTo>
                  <a:lnTo>
                    <a:pt x="1885409" y="2043316"/>
                  </a:lnTo>
                  <a:lnTo>
                    <a:pt x="1961116" y="2057769"/>
                  </a:lnTo>
                  <a:close/>
                  <a:moveTo>
                    <a:pt x="2010079" y="2025634"/>
                  </a:moveTo>
                  <a:lnTo>
                    <a:pt x="1940007" y="2042302"/>
                  </a:lnTo>
                  <a:lnTo>
                    <a:pt x="1961116" y="2057769"/>
                  </a:lnTo>
                  <a:close/>
                  <a:moveTo>
                    <a:pt x="1974275" y="1924460"/>
                  </a:moveTo>
                  <a:lnTo>
                    <a:pt x="1992491" y="1959878"/>
                  </a:lnTo>
                  <a:lnTo>
                    <a:pt x="1885409" y="2043316"/>
                  </a:lnTo>
                  <a:close/>
                  <a:moveTo>
                    <a:pt x="1882217" y="2041439"/>
                  </a:moveTo>
                  <a:lnTo>
                    <a:pt x="1885409" y="2043316"/>
                  </a:lnTo>
                  <a:lnTo>
                    <a:pt x="1829246" y="2028382"/>
                  </a:lnTo>
                  <a:close/>
                  <a:moveTo>
                    <a:pt x="1970815" y="1842245"/>
                  </a:moveTo>
                  <a:lnTo>
                    <a:pt x="1966031" y="1860945"/>
                  </a:lnTo>
                  <a:lnTo>
                    <a:pt x="1950996" y="1850402"/>
                  </a:lnTo>
                  <a:close/>
                  <a:moveTo>
                    <a:pt x="1607715" y="1686931"/>
                  </a:moveTo>
                  <a:lnTo>
                    <a:pt x="1685005" y="1784780"/>
                  </a:lnTo>
                  <a:lnTo>
                    <a:pt x="1644311" y="1716252"/>
                  </a:lnTo>
                  <a:close/>
                  <a:moveTo>
                    <a:pt x="621939" y="302045"/>
                  </a:moveTo>
                  <a:lnTo>
                    <a:pt x="570891" y="383046"/>
                  </a:lnTo>
                  <a:lnTo>
                    <a:pt x="635410" y="391185"/>
                  </a:lnTo>
                  <a:close/>
                  <a:moveTo>
                    <a:pt x="300828" y="30094"/>
                  </a:moveTo>
                  <a:lnTo>
                    <a:pt x="368825" y="5667"/>
                  </a:lnTo>
                  <a:lnTo>
                    <a:pt x="424868" y="0"/>
                  </a:lnTo>
                  <a:close/>
                  <a:moveTo>
                    <a:pt x="2338321" y="2317843"/>
                  </a:moveTo>
                  <a:lnTo>
                    <a:pt x="2309777" y="2417751"/>
                  </a:lnTo>
                  <a:lnTo>
                    <a:pt x="2332589" y="2395470"/>
                  </a:lnTo>
                  <a:close/>
                  <a:moveTo>
                    <a:pt x="2309849" y="2240898"/>
                  </a:moveTo>
                  <a:lnTo>
                    <a:pt x="2276503" y="2307508"/>
                  </a:lnTo>
                  <a:lnTo>
                    <a:pt x="2338321" y="2317843"/>
                  </a:lnTo>
                  <a:close/>
                  <a:moveTo>
                    <a:pt x="2309849" y="2240898"/>
                  </a:moveTo>
                  <a:lnTo>
                    <a:pt x="2299823" y="2148957"/>
                  </a:lnTo>
                  <a:lnTo>
                    <a:pt x="2209894" y="2215391"/>
                  </a:lnTo>
                  <a:close/>
                  <a:moveTo>
                    <a:pt x="1966031" y="1860945"/>
                  </a:moveTo>
                  <a:lnTo>
                    <a:pt x="1970815" y="1842245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03540" y="1728299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63721" y="1840056"/>
                  </a:lnTo>
                  <a:lnTo>
                    <a:pt x="1970815" y="1842245"/>
                  </a:lnTo>
                  <a:close/>
                  <a:moveTo>
                    <a:pt x="1903540" y="1728299"/>
                  </a:moveTo>
                  <a:lnTo>
                    <a:pt x="1960393" y="1742670"/>
                  </a:lnTo>
                  <a:lnTo>
                    <a:pt x="1907178" y="1704359"/>
                  </a:lnTo>
                  <a:close/>
                  <a:moveTo>
                    <a:pt x="1960393" y="1742670"/>
                  </a:moveTo>
                  <a:lnTo>
                    <a:pt x="1973976" y="1675450"/>
                  </a:lnTo>
                  <a:lnTo>
                    <a:pt x="1907178" y="1704359"/>
                  </a:lnTo>
                  <a:close/>
                  <a:moveTo>
                    <a:pt x="1311386" y="1085285"/>
                  </a:moveTo>
                  <a:lnTo>
                    <a:pt x="1388158" y="1093665"/>
                  </a:lnTo>
                  <a:lnTo>
                    <a:pt x="1430917" y="1038330"/>
                  </a:lnTo>
                  <a:close/>
                  <a:moveTo>
                    <a:pt x="803786" y="414983"/>
                  </a:moveTo>
                  <a:lnTo>
                    <a:pt x="848334" y="526804"/>
                  </a:lnTo>
                  <a:lnTo>
                    <a:pt x="897439" y="437031"/>
                  </a:lnTo>
                  <a:close/>
                  <a:moveTo>
                    <a:pt x="1979704" y="1626879"/>
                  </a:moveTo>
                  <a:lnTo>
                    <a:pt x="1907178" y="1704359"/>
                  </a:lnTo>
                  <a:lnTo>
                    <a:pt x="1973976" y="1675450"/>
                  </a:lnTo>
                  <a:close/>
                  <a:moveTo>
                    <a:pt x="1979704" y="1626879"/>
                  </a:moveTo>
                  <a:lnTo>
                    <a:pt x="1931726" y="1605291"/>
                  </a:lnTo>
                  <a:lnTo>
                    <a:pt x="1907178" y="1704359"/>
                  </a:lnTo>
                  <a:close/>
                  <a:moveTo>
                    <a:pt x="1693939" y="1277055"/>
                  </a:moveTo>
                  <a:lnTo>
                    <a:pt x="1693878" y="1392733"/>
                  </a:lnTo>
                  <a:lnTo>
                    <a:pt x="1706561" y="1310518"/>
                  </a:lnTo>
                  <a:close/>
                  <a:moveTo>
                    <a:pt x="1693939" y="1277055"/>
                  </a:moveTo>
                  <a:lnTo>
                    <a:pt x="1694506" y="1376687"/>
                  </a:lnTo>
                  <a:lnTo>
                    <a:pt x="1693878" y="1392733"/>
                  </a:lnTo>
                  <a:close/>
                  <a:moveTo>
                    <a:pt x="1918538" y="1415829"/>
                  </a:moveTo>
                  <a:lnTo>
                    <a:pt x="1967878" y="1518727"/>
                  </a:lnTo>
                  <a:lnTo>
                    <a:pt x="2020127" y="1417595"/>
                  </a:lnTo>
                  <a:close/>
                  <a:moveTo>
                    <a:pt x="2120758" y="1299977"/>
                  </a:moveTo>
                  <a:lnTo>
                    <a:pt x="2059318" y="1398076"/>
                  </a:lnTo>
                  <a:lnTo>
                    <a:pt x="2086140" y="1385750"/>
                  </a:lnTo>
                  <a:close/>
                  <a:moveTo>
                    <a:pt x="2152973" y="1356967"/>
                  </a:moveTo>
                  <a:lnTo>
                    <a:pt x="2180527" y="1284521"/>
                  </a:lnTo>
                  <a:lnTo>
                    <a:pt x="2120758" y="1299977"/>
                  </a:lnTo>
                  <a:close/>
                  <a:moveTo>
                    <a:pt x="2086140" y="1385750"/>
                  </a:moveTo>
                  <a:lnTo>
                    <a:pt x="2152973" y="1356967"/>
                  </a:lnTo>
                  <a:lnTo>
                    <a:pt x="2120758" y="1299977"/>
                  </a:lnTo>
                  <a:close/>
                  <a:moveTo>
                    <a:pt x="1527033" y="651510"/>
                  </a:moveTo>
                  <a:lnTo>
                    <a:pt x="1514324" y="740355"/>
                  </a:lnTo>
                  <a:lnTo>
                    <a:pt x="1524602" y="679539"/>
                  </a:lnTo>
                  <a:close/>
                  <a:moveTo>
                    <a:pt x="1501488" y="711778"/>
                  </a:moveTo>
                  <a:lnTo>
                    <a:pt x="1514324" y="740355"/>
                  </a:lnTo>
                  <a:lnTo>
                    <a:pt x="1527033" y="651510"/>
                  </a:lnTo>
                  <a:close/>
                  <a:moveTo>
                    <a:pt x="1466803" y="639883"/>
                  </a:moveTo>
                  <a:lnTo>
                    <a:pt x="1501488" y="711778"/>
                  </a:lnTo>
                  <a:lnTo>
                    <a:pt x="1527033" y="651510"/>
                  </a:lnTo>
                  <a:close/>
                  <a:moveTo>
                    <a:pt x="1487503" y="537488"/>
                  </a:moveTo>
                  <a:lnTo>
                    <a:pt x="1513797" y="639143"/>
                  </a:lnTo>
                  <a:lnTo>
                    <a:pt x="1462109" y="575924"/>
                  </a:lnTo>
                  <a:close/>
                  <a:moveTo>
                    <a:pt x="1466803" y="639883"/>
                  </a:moveTo>
                  <a:lnTo>
                    <a:pt x="1513797" y="639143"/>
                  </a:lnTo>
                  <a:lnTo>
                    <a:pt x="1487503" y="53748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37" name="Candidate_density__2056">
              <a:extLst>
                <a:ext uri="{FF2B5EF4-FFF2-40B4-BE49-F238E27FC236}">
                  <a16:creationId xmlns:a16="http://schemas.microsoft.com/office/drawing/2014/main" id="{93321827-751C-08AA-2FD0-DCC24E594A3E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282479"/>
              <a:ext cx="2196876" cy="3114133"/>
            </a:xfrm>
            <a:custGeom>
              <a:avLst/>
              <a:gdLst/>
              <a:ahLst/>
              <a:cxnLst/>
              <a:rect l="0" t="0" r="0" b="0"/>
              <a:pathLst>
                <a:path w="2196876" h="3114133">
                  <a:moveTo>
                    <a:pt x="0" y="2552406"/>
                  </a:moveTo>
                  <a:lnTo>
                    <a:pt x="98538" y="2603081"/>
                  </a:lnTo>
                  <a:lnTo>
                    <a:pt x="8940" y="2515238"/>
                  </a:lnTo>
                  <a:close/>
                  <a:moveTo>
                    <a:pt x="407815" y="2842829"/>
                  </a:moveTo>
                  <a:lnTo>
                    <a:pt x="514563" y="2907596"/>
                  </a:lnTo>
                  <a:lnTo>
                    <a:pt x="445891" y="2811989"/>
                  </a:lnTo>
                  <a:close/>
                  <a:moveTo>
                    <a:pt x="434193" y="2812251"/>
                  </a:moveTo>
                  <a:lnTo>
                    <a:pt x="407815" y="2842829"/>
                  </a:lnTo>
                  <a:lnTo>
                    <a:pt x="445891" y="2811989"/>
                  </a:lnTo>
                  <a:close/>
                  <a:moveTo>
                    <a:pt x="335598" y="2731723"/>
                  </a:moveTo>
                  <a:lnTo>
                    <a:pt x="435343" y="2804393"/>
                  </a:lnTo>
                  <a:lnTo>
                    <a:pt x="356505" y="2756451"/>
                  </a:lnTo>
                  <a:close/>
                  <a:moveTo>
                    <a:pt x="335598" y="2731723"/>
                  </a:moveTo>
                  <a:lnTo>
                    <a:pt x="434193" y="2812251"/>
                  </a:lnTo>
                  <a:lnTo>
                    <a:pt x="435343" y="2804393"/>
                  </a:lnTo>
                  <a:close/>
                  <a:moveTo>
                    <a:pt x="344811" y="2760614"/>
                  </a:moveTo>
                  <a:lnTo>
                    <a:pt x="434193" y="2812251"/>
                  </a:lnTo>
                  <a:lnTo>
                    <a:pt x="335598" y="2731723"/>
                  </a:lnTo>
                  <a:close/>
                  <a:moveTo>
                    <a:pt x="435343" y="2804393"/>
                  </a:moveTo>
                  <a:lnTo>
                    <a:pt x="434193" y="2812251"/>
                  </a:lnTo>
                  <a:lnTo>
                    <a:pt x="445891" y="2811989"/>
                  </a:lnTo>
                  <a:close/>
                  <a:moveTo>
                    <a:pt x="327225" y="2722178"/>
                  </a:moveTo>
                  <a:lnTo>
                    <a:pt x="335598" y="2731723"/>
                  </a:lnTo>
                  <a:lnTo>
                    <a:pt x="356505" y="2756451"/>
                  </a:lnTo>
                  <a:close/>
                  <a:moveTo>
                    <a:pt x="435343" y="2804393"/>
                  </a:moveTo>
                  <a:lnTo>
                    <a:pt x="445891" y="2811989"/>
                  </a:lnTo>
                  <a:lnTo>
                    <a:pt x="448514" y="2800608"/>
                  </a:lnTo>
                  <a:close/>
                  <a:moveTo>
                    <a:pt x="435343" y="2804393"/>
                  </a:moveTo>
                  <a:lnTo>
                    <a:pt x="448514" y="2800608"/>
                  </a:lnTo>
                  <a:lnTo>
                    <a:pt x="356505" y="2756451"/>
                  </a:lnTo>
                  <a:close/>
                  <a:moveTo>
                    <a:pt x="356505" y="2756451"/>
                  </a:moveTo>
                  <a:lnTo>
                    <a:pt x="448514" y="2800608"/>
                  </a:lnTo>
                  <a:lnTo>
                    <a:pt x="483494" y="2737379"/>
                  </a:lnTo>
                  <a:close/>
                  <a:moveTo>
                    <a:pt x="445891" y="2811989"/>
                  </a:moveTo>
                  <a:lnTo>
                    <a:pt x="553977" y="2765956"/>
                  </a:lnTo>
                  <a:lnTo>
                    <a:pt x="448514" y="2800608"/>
                  </a:lnTo>
                  <a:close/>
                  <a:moveTo>
                    <a:pt x="571535" y="2787893"/>
                  </a:moveTo>
                  <a:lnTo>
                    <a:pt x="553977" y="2765956"/>
                  </a:lnTo>
                  <a:lnTo>
                    <a:pt x="445891" y="2811989"/>
                  </a:lnTo>
                  <a:close/>
                  <a:moveTo>
                    <a:pt x="538094" y="2878066"/>
                  </a:moveTo>
                  <a:lnTo>
                    <a:pt x="571535" y="2787893"/>
                  </a:lnTo>
                  <a:lnTo>
                    <a:pt x="445891" y="2811989"/>
                  </a:lnTo>
                  <a:close/>
                  <a:moveTo>
                    <a:pt x="448514" y="2800608"/>
                  </a:moveTo>
                  <a:lnTo>
                    <a:pt x="553977" y="2765956"/>
                  </a:lnTo>
                  <a:lnTo>
                    <a:pt x="483494" y="2737379"/>
                  </a:lnTo>
                  <a:close/>
                  <a:moveTo>
                    <a:pt x="579795" y="2804393"/>
                  </a:moveTo>
                  <a:lnTo>
                    <a:pt x="572260" y="2765956"/>
                  </a:lnTo>
                  <a:lnTo>
                    <a:pt x="571535" y="2787893"/>
                  </a:lnTo>
                  <a:close/>
                  <a:moveTo>
                    <a:pt x="262430" y="2475533"/>
                  </a:moveTo>
                  <a:lnTo>
                    <a:pt x="190177" y="2413234"/>
                  </a:lnTo>
                  <a:lnTo>
                    <a:pt x="280124" y="2437096"/>
                  </a:lnTo>
                  <a:close/>
                  <a:moveTo>
                    <a:pt x="825686" y="2976028"/>
                  </a:moveTo>
                  <a:lnTo>
                    <a:pt x="796663" y="3072294"/>
                  </a:lnTo>
                  <a:lnTo>
                    <a:pt x="887488" y="3086468"/>
                  </a:lnTo>
                  <a:close/>
                  <a:moveTo>
                    <a:pt x="894321" y="2980820"/>
                  </a:moveTo>
                  <a:lnTo>
                    <a:pt x="825686" y="2976028"/>
                  </a:lnTo>
                  <a:lnTo>
                    <a:pt x="887488" y="3086468"/>
                  </a:lnTo>
                  <a:close/>
                  <a:moveTo>
                    <a:pt x="965353" y="3083756"/>
                  </a:moveTo>
                  <a:lnTo>
                    <a:pt x="880871" y="3108476"/>
                  </a:lnTo>
                  <a:lnTo>
                    <a:pt x="956915" y="3114133"/>
                  </a:lnTo>
                  <a:close/>
                  <a:moveTo>
                    <a:pt x="965353" y="3083756"/>
                  </a:moveTo>
                  <a:lnTo>
                    <a:pt x="887488" y="3086468"/>
                  </a:lnTo>
                  <a:lnTo>
                    <a:pt x="880871" y="3108476"/>
                  </a:lnTo>
                  <a:close/>
                  <a:moveTo>
                    <a:pt x="887488" y="3086468"/>
                  </a:moveTo>
                  <a:lnTo>
                    <a:pt x="965353" y="3083756"/>
                  </a:lnTo>
                  <a:lnTo>
                    <a:pt x="962127" y="2986287"/>
                  </a:lnTo>
                  <a:close/>
                  <a:moveTo>
                    <a:pt x="894321" y="2980820"/>
                  </a:moveTo>
                  <a:lnTo>
                    <a:pt x="836467" y="2942456"/>
                  </a:lnTo>
                  <a:lnTo>
                    <a:pt x="775915" y="2916398"/>
                  </a:lnTo>
                  <a:close/>
                  <a:moveTo>
                    <a:pt x="825686" y="2976028"/>
                  </a:moveTo>
                  <a:lnTo>
                    <a:pt x="894321" y="2980820"/>
                  </a:lnTo>
                  <a:lnTo>
                    <a:pt x="775915" y="2916398"/>
                  </a:lnTo>
                  <a:close/>
                  <a:moveTo>
                    <a:pt x="553977" y="2765956"/>
                  </a:moveTo>
                  <a:lnTo>
                    <a:pt x="571535" y="2787893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483494" y="2737379"/>
                  </a:lnTo>
                  <a:lnTo>
                    <a:pt x="553977" y="2765956"/>
                  </a:lnTo>
                  <a:close/>
                  <a:moveTo>
                    <a:pt x="544056" y="2683434"/>
                  </a:moveTo>
                  <a:lnTo>
                    <a:pt x="502563" y="2656576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571535" y="2787893"/>
                  </a:lnTo>
                  <a:lnTo>
                    <a:pt x="572260" y="2765956"/>
                  </a:lnTo>
                  <a:close/>
                  <a:moveTo>
                    <a:pt x="544056" y="2683434"/>
                  </a:moveTo>
                  <a:lnTo>
                    <a:pt x="570501" y="2762027"/>
                  </a:lnTo>
                  <a:lnTo>
                    <a:pt x="572260" y="2765956"/>
                  </a:lnTo>
                  <a:close/>
                  <a:moveTo>
                    <a:pt x="477546" y="2398660"/>
                  </a:moveTo>
                  <a:lnTo>
                    <a:pt x="510844" y="2410159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35862" y="2480875"/>
                  </a:lnTo>
                  <a:lnTo>
                    <a:pt x="664876" y="2427820"/>
                  </a:lnTo>
                  <a:close/>
                  <a:moveTo>
                    <a:pt x="477546" y="2398660"/>
                  </a:moveTo>
                  <a:lnTo>
                    <a:pt x="528148" y="2410475"/>
                  </a:lnTo>
                  <a:lnTo>
                    <a:pt x="542132" y="2384722"/>
                  </a:lnTo>
                  <a:close/>
                  <a:moveTo>
                    <a:pt x="449061" y="2393437"/>
                  </a:moveTo>
                  <a:lnTo>
                    <a:pt x="542132" y="2384722"/>
                  </a:lnTo>
                  <a:lnTo>
                    <a:pt x="562742" y="2324613"/>
                  </a:lnTo>
                  <a:close/>
                  <a:moveTo>
                    <a:pt x="664876" y="2427820"/>
                  </a:moveTo>
                  <a:lnTo>
                    <a:pt x="597303" y="2360223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64876" y="2427820"/>
                  </a:lnTo>
                  <a:lnTo>
                    <a:pt x="528148" y="2410475"/>
                  </a:lnTo>
                  <a:close/>
                  <a:moveTo>
                    <a:pt x="683591" y="2282589"/>
                  </a:moveTo>
                  <a:lnTo>
                    <a:pt x="667222" y="2343618"/>
                  </a:lnTo>
                  <a:lnTo>
                    <a:pt x="761492" y="2295192"/>
                  </a:lnTo>
                  <a:close/>
                  <a:moveTo>
                    <a:pt x="567410" y="2264078"/>
                  </a:moveTo>
                  <a:lnTo>
                    <a:pt x="493103" y="2342900"/>
                  </a:lnTo>
                  <a:lnTo>
                    <a:pt x="562742" y="2324613"/>
                  </a:lnTo>
                  <a:close/>
                  <a:moveTo>
                    <a:pt x="630846" y="2239572"/>
                  </a:moveTo>
                  <a:lnTo>
                    <a:pt x="535733" y="2223631"/>
                  </a:lnTo>
                  <a:lnTo>
                    <a:pt x="567410" y="2264078"/>
                  </a:lnTo>
                  <a:close/>
                  <a:moveTo>
                    <a:pt x="824808" y="2176003"/>
                  </a:moveTo>
                  <a:lnTo>
                    <a:pt x="884330" y="2188205"/>
                  </a:lnTo>
                  <a:lnTo>
                    <a:pt x="812507" y="2085912"/>
                  </a:lnTo>
                  <a:close/>
                  <a:moveTo>
                    <a:pt x="979561" y="2171376"/>
                  </a:moveTo>
                  <a:lnTo>
                    <a:pt x="976182" y="2162699"/>
                  </a:lnTo>
                  <a:lnTo>
                    <a:pt x="895082" y="2085594"/>
                  </a:lnTo>
                  <a:close/>
                  <a:moveTo>
                    <a:pt x="862246" y="2106067"/>
                  </a:moveTo>
                  <a:lnTo>
                    <a:pt x="979561" y="2171376"/>
                  </a:lnTo>
                  <a:lnTo>
                    <a:pt x="895082" y="2085594"/>
                  </a:lnTo>
                  <a:close/>
                  <a:moveTo>
                    <a:pt x="812507" y="2085912"/>
                  </a:moveTo>
                  <a:lnTo>
                    <a:pt x="759627" y="2073013"/>
                  </a:lnTo>
                  <a:lnTo>
                    <a:pt x="799997" y="2080484"/>
                  </a:lnTo>
                  <a:close/>
                  <a:moveTo>
                    <a:pt x="653811" y="1954152"/>
                  </a:moveTo>
                  <a:lnTo>
                    <a:pt x="653903" y="1954490"/>
                  </a:lnTo>
                  <a:lnTo>
                    <a:pt x="678445" y="1834033"/>
                  </a:lnTo>
                  <a:close/>
                  <a:moveTo>
                    <a:pt x="797164" y="1916054"/>
                  </a:moveTo>
                  <a:lnTo>
                    <a:pt x="766333" y="1882885"/>
                  </a:lnTo>
                  <a:lnTo>
                    <a:pt x="814159" y="1944976"/>
                  </a:lnTo>
                  <a:close/>
                  <a:moveTo>
                    <a:pt x="863360" y="1998269"/>
                  </a:moveTo>
                  <a:lnTo>
                    <a:pt x="797164" y="1916054"/>
                  </a:lnTo>
                  <a:lnTo>
                    <a:pt x="814159" y="1944976"/>
                  </a:lnTo>
                  <a:close/>
                  <a:moveTo>
                    <a:pt x="423205" y="1587193"/>
                  </a:moveTo>
                  <a:lnTo>
                    <a:pt x="446830" y="1600872"/>
                  </a:lnTo>
                  <a:lnTo>
                    <a:pt x="471714" y="1617325"/>
                  </a:lnTo>
                  <a:close/>
                  <a:moveTo>
                    <a:pt x="1574860" y="2791107"/>
                  </a:moveTo>
                  <a:lnTo>
                    <a:pt x="1578286" y="2820420"/>
                  </a:lnTo>
                  <a:lnTo>
                    <a:pt x="1527384" y="2777722"/>
                  </a:lnTo>
                  <a:close/>
                  <a:moveTo>
                    <a:pt x="1629199" y="2707429"/>
                  </a:moveTo>
                  <a:lnTo>
                    <a:pt x="1643778" y="2719041"/>
                  </a:lnTo>
                  <a:lnTo>
                    <a:pt x="1630567" y="2699768"/>
                  </a:lnTo>
                  <a:close/>
                  <a:moveTo>
                    <a:pt x="994855" y="2042047"/>
                  </a:moveTo>
                  <a:lnTo>
                    <a:pt x="976182" y="2162699"/>
                  </a:lnTo>
                  <a:lnTo>
                    <a:pt x="1035620" y="2117187"/>
                  </a:lnTo>
                  <a:close/>
                  <a:moveTo>
                    <a:pt x="1035620" y="2117187"/>
                  </a:moveTo>
                  <a:lnTo>
                    <a:pt x="1080748" y="2049613"/>
                  </a:lnTo>
                  <a:lnTo>
                    <a:pt x="1043260" y="2042047"/>
                  </a:lnTo>
                  <a:close/>
                  <a:moveTo>
                    <a:pt x="1035620" y="2117187"/>
                  </a:moveTo>
                  <a:lnTo>
                    <a:pt x="1061463" y="2150352"/>
                  </a:lnTo>
                  <a:lnTo>
                    <a:pt x="1080748" y="2049613"/>
                  </a:lnTo>
                  <a:close/>
                  <a:moveTo>
                    <a:pt x="1030447" y="2130007"/>
                  </a:moveTo>
                  <a:lnTo>
                    <a:pt x="1061463" y="2150352"/>
                  </a:lnTo>
                  <a:lnTo>
                    <a:pt x="1035620" y="2117187"/>
                  </a:lnTo>
                  <a:close/>
                  <a:moveTo>
                    <a:pt x="1043260" y="2042047"/>
                  </a:moveTo>
                  <a:lnTo>
                    <a:pt x="1080748" y="2049613"/>
                  </a:lnTo>
                  <a:lnTo>
                    <a:pt x="1077593" y="1995460"/>
                  </a:lnTo>
                  <a:close/>
                  <a:moveTo>
                    <a:pt x="1630567" y="2699768"/>
                  </a:moveTo>
                  <a:lnTo>
                    <a:pt x="1643778" y="2719041"/>
                  </a:lnTo>
                  <a:lnTo>
                    <a:pt x="1641817" y="2697171"/>
                  </a:lnTo>
                  <a:close/>
                  <a:moveTo>
                    <a:pt x="1641817" y="2697171"/>
                  </a:moveTo>
                  <a:lnTo>
                    <a:pt x="1737039" y="2680350"/>
                  </a:lnTo>
                  <a:lnTo>
                    <a:pt x="1676801" y="2627305"/>
                  </a:lnTo>
                  <a:close/>
                  <a:moveTo>
                    <a:pt x="1737039" y="2680350"/>
                  </a:moveTo>
                  <a:lnTo>
                    <a:pt x="1757446" y="2650167"/>
                  </a:lnTo>
                  <a:lnTo>
                    <a:pt x="1676801" y="2627305"/>
                  </a:lnTo>
                  <a:close/>
                  <a:moveTo>
                    <a:pt x="1081780" y="1948681"/>
                  </a:moveTo>
                  <a:lnTo>
                    <a:pt x="1043260" y="2042047"/>
                  </a:lnTo>
                  <a:lnTo>
                    <a:pt x="1077593" y="1995460"/>
                  </a:lnTo>
                  <a:close/>
                  <a:moveTo>
                    <a:pt x="1081780" y="1948681"/>
                  </a:moveTo>
                  <a:lnTo>
                    <a:pt x="1057416" y="1920020"/>
                  </a:lnTo>
                  <a:lnTo>
                    <a:pt x="991499" y="1861394"/>
                  </a:lnTo>
                  <a:close/>
                  <a:moveTo>
                    <a:pt x="1435205" y="2332471"/>
                  </a:moveTo>
                  <a:lnTo>
                    <a:pt x="1376921" y="2250256"/>
                  </a:lnTo>
                  <a:lnTo>
                    <a:pt x="1400985" y="2271319"/>
                  </a:lnTo>
                  <a:close/>
                  <a:moveTo>
                    <a:pt x="1757446" y="2650167"/>
                  </a:moveTo>
                  <a:lnTo>
                    <a:pt x="1857847" y="2642727"/>
                  </a:lnTo>
                  <a:lnTo>
                    <a:pt x="1830957" y="2540680"/>
                  </a:lnTo>
                  <a:close/>
                  <a:moveTo>
                    <a:pt x="1719489" y="2394341"/>
                  </a:moveTo>
                  <a:lnTo>
                    <a:pt x="1667995" y="2379180"/>
                  </a:lnTo>
                  <a:lnTo>
                    <a:pt x="1672064" y="2472397"/>
                  </a:lnTo>
                  <a:close/>
                  <a:moveTo>
                    <a:pt x="1666423" y="2373303"/>
                  </a:moveTo>
                  <a:lnTo>
                    <a:pt x="1669884" y="2376250"/>
                  </a:lnTo>
                  <a:lnTo>
                    <a:pt x="1630055" y="2306365"/>
                  </a:lnTo>
                  <a:close/>
                  <a:moveTo>
                    <a:pt x="1666423" y="2373303"/>
                  </a:moveTo>
                  <a:lnTo>
                    <a:pt x="1630055" y="2306365"/>
                  </a:lnTo>
                  <a:lnTo>
                    <a:pt x="1618112" y="2294035"/>
                  </a:lnTo>
                  <a:close/>
                  <a:moveTo>
                    <a:pt x="1376921" y="2250256"/>
                  </a:moveTo>
                  <a:lnTo>
                    <a:pt x="1384789" y="2223894"/>
                  </a:lnTo>
                  <a:lnTo>
                    <a:pt x="1332754" y="2166104"/>
                  </a:lnTo>
                  <a:close/>
                  <a:moveTo>
                    <a:pt x="1112453" y="1839180"/>
                  </a:moveTo>
                  <a:lnTo>
                    <a:pt x="1187896" y="1914001"/>
                  </a:lnTo>
                  <a:lnTo>
                    <a:pt x="1192980" y="1818778"/>
                  </a:lnTo>
                  <a:close/>
                  <a:moveTo>
                    <a:pt x="1192980" y="1818778"/>
                  </a:moveTo>
                  <a:lnTo>
                    <a:pt x="1284169" y="1805235"/>
                  </a:lnTo>
                  <a:lnTo>
                    <a:pt x="1209595" y="1779929"/>
                  </a:lnTo>
                  <a:close/>
                  <a:moveTo>
                    <a:pt x="1284169" y="1805235"/>
                  </a:moveTo>
                  <a:lnTo>
                    <a:pt x="1286548" y="1788988"/>
                  </a:lnTo>
                  <a:lnTo>
                    <a:pt x="1209595" y="1779929"/>
                  </a:lnTo>
                  <a:close/>
                  <a:moveTo>
                    <a:pt x="1666423" y="2373303"/>
                  </a:moveTo>
                  <a:lnTo>
                    <a:pt x="1618112" y="2294035"/>
                  </a:lnTo>
                  <a:lnTo>
                    <a:pt x="1709994" y="2321003"/>
                  </a:lnTo>
                  <a:close/>
                  <a:moveTo>
                    <a:pt x="1709994" y="2321003"/>
                  </a:moveTo>
                  <a:lnTo>
                    <a:pt x="1618112" y="2294035"/>
                  </a:lnTo>
                  <a:lnTo>
                    <a:pt x="1599971" y="2370323"/>
                  </a:lnTo>
                  <a:close/>
                  <a:moveTo>
                    <a:pt x="1778732" y="2446270"/>
                  </a:moveTo>
                  <a:lnTo>
                    <a:pt x="1669884" y="2376250"/>
                  </a:lnTo>
                  <a:lnTo>
                    <a:pt x="1768979" y="2354107"/>
                  </a:lnTo>
                  <a:close/>
                  <a:moveTo>
                    <a:pt x="1667995" y="2379180"/>
                  </a:moveTo>
                  <a:lnTo>
                    <a:pt x="1669884" y="2376250"/>
                  </a:lnTo>
                  <a:lnTo>
                    <a:pt x="1720338" y="2359678"/>
                  </a:lnTo>
                  <a:close/>
                  <a:moveTo>
                    <a:pt x="928197" y="1351804"/>
                  </a:moveTo>
                  <a:lnTo>
                    <a:pt x="845718" y="1307453"/>
                  </a:lnTo>
                  <a:lnTo>
                    <a:pt x="842043" y="1305141"/>
                  </a:lnTo>
                  <a:close/>
                  <a:moveTo>
                    <a:pt x="2196876" y="2532885"/>
                  </a:moveTo>
                  <a:lnTo>
                    <a:pt x="2133501" y="2463807"/>
                  </a:lnTo>
                  <a:lnTo>
                    <a:pt x="2063854" y="2529399"/>
                  </a:lnTo>
                  <a:close/>
                  <a:moveTo>
                    <a:pt x="2027540" y="2457079"/>
                  </a:moveTo>
                  <a:lnTo>
                    <a:pt x="2034606" y="2463807"/>
                  </a:lnTo>
                  <a:lnTo>
                    <a:pt x="1990593" y="2395215"/>
                  </a:lnTo>
                  <a:close/>
                  <a:moveTo>
                    <a:pt x="2034606" y="2463807"/>
                  </a:moveTo>
                  <a:lnTo>
                    <a:pt x="2070795" y="2490695"/>
                  </a:lnTo>
                  <a:lnTo>
                    <a:pt x="1990593" y="2395215"/>
                  </a:lnTo>
                  <a:close/>
                  <a:moveTo>
                    <a:pt x="2027540" y="2457079"/>
                  </a:moveTo>
                  <a:lnTo>
                    <a:pt x="1990593" y="2395215"/>
                  </a:lnTo>
                  <a:lnTo>
                    <a:pt x="1972583" y="2381592"/>
                  </a:lnTo>
                  <a:close/>
                  <a:moveTo>
                    <a:pt x="1629638" y="2020570"/>
                  </a:moveTo>
                  <a:lnTo>
                    <a:pt x="1747542" y="2071258"/>
                  </a:lnTo>
                  <a:lnTo>
                    <a:pt x="1764823" y="2032142"/>
                  </a:lnTo>
                  <a:close/>
                  <a:moveTo>
                    <a:pt x="1629638" y="2020570"/>
                  </a:moveTo>
                  <a:lnTo>
                    <a:pt x="1764823" y="2032142"/>
                  </a:lnTo>
                  <a:lnTo>
                    <a:pt x="1679938" y="1993429"/>
                  </a:lnTo>
                  <a:close/>
                  <a:moveTo>
                    <a:pt x="1544386" y="1926738"/>
                  </a:moveTo>
                  <a:lnTo>
                    <a:pt x="1608317" y="2008953"/>
                  </a:lnTo>
                  <a:lnTo>
                    <a:pt x="1642029" y="1970516"/>
                  </a:lnTo>
                  <a:close/>
                  <a:moveTo>
                    <a:pt x="113795" y="200220"/>
                  </a:moveTo>
                  <a:lnTo>
                    <a:pt x="113693" y="188547"/>
                  </a:lnTo>
                  <a:lnTo>
                    <a:pt x="85777" y="111150"/>
                  </a:lnTo>
                  <a:close/>
                  <a:moveTo>
                    <a:pt x="1799415" y="2052731"/>
                  </a:moveTo>
                  <a:lnTo>
                    <a:pt x="1889217" y="2016671"/>
                  </a:lnTo>
                  <a:lnTo>
                    <a:pt x="1764823" y="2032142"/>
                  </a:lnTo>
                  <a:close/>
                  <a:moveTo>
                    <a:pt x="1764823" y="2032142"/>
                  </a:moveTo>
                  <a:lnTo>
                    <a:pt x="1889217" y="2016671"/>
                  </a:lnTo>
                  <a:lnTo>
                    <a:pt x="1891157" y="2010622"/>
                  </a:lnTo>
                  <a:close/>
                  <a:moveTo>
                    <a:pt x="1765513" y="1849865"/>
                  </a:moveTo>
                  <a:lnTo>
                    <a:pt x="1770916" y="1852070"/>
                  </a:lnTo>
                  <a:lnTo>
                    <a:pt x="1767450" y="1826763"/>
                  </a:lnTo>
                  <a:close/>
                  <a:moveTo>
                    <a:pt x="1776367" y="1860100"/>
                  </a:moveTo>
                  <a:lnTo>
                    <a:pt x="1770916" y="1852070"/>
                  </a:lnTo>
                  <a:lnTo>
                    <a:pt x="1765513" y="1849865"/>
                  </a:lnTo>
                  <a:close/>
                  <a:moveTo>
                    <a:pt x="259082" y="130940"/>
                  </a:moveTo>
                  <a:lnTo>
                    <a:pt x="322408" y="140049"/>
                  </a:lnTo>
                  <a:lnTo>
                    <a:pt x="315559" y="45525"/>
                  </a:lnTo>
                  <a:close/>
                  <a:moveTo>
                    <a:pt x="259082" y="130940"/>
                  </a:moveTo>
                  <a:lnTo>
                    <a:pt x="315559" y="45525"/>
                  </a:lnTo>
                  <a:lnTo>
                    <a:pt x="238005" y="47983"/>
                  </a:lnTo>
                  <a:close/>
                  <a:moveTo>
                    <a:pt x="238005" y="47983"/>
                  </a:moveTo>
                  <a:lnTo>
                    <a:pt x="315559" y="45525"/>
                  </a:lnTo>
                  <a:lnTo>
                    <a:pt x="235430" y="0"/>
                  </a:lnTo>
                  <a:close/>
                  <a:moveTo>
                    <a:pt x="2124672" y="2343155"/>
                  </a:moveTo>
                  <a:lnTo>
                    <a:pt x="2066693" y="2293846"/>
                  </a:lnTo>
                  <a:lnTo>
                    <a:pt x="2126256" y="2345515"/>
                  </a:lnTo>
                  <a:close/>
                  <a:moveTo>
                    <a:pt x="2124672" y="2343155"/>
                  </a:moveTo>
                  <a:lnTo>
                    <a:pt x="2083746" y="2260940"/>
                  </a:lnTo>
                  <a:lnTo>
                    <a:pt x="2066693" y="2293846"/>
                  </a:lnTo>
                  <a:close/>
                  <a:moveTo>
                    <a:pt x="1970055" y="2026952"/>
                  </a:moveTo>
                  <a:lnTo>
                    <a:pt x="2057075" y="2073648"/>
                  </a:lnTo>
                  <a:lnTo>
                    <a:pt x="2102994" y="2030130"/>
                  </a:lnTo>
                  <a:close/>
                  <a:moveTo>
                    <a:pt x="2019019" y="1994817"/>
                  </a:moveTo>
                  <a:lnTo>
                    <a:pt x="1970055" y="2026952"/>
                  </a:lnTo>
                  <a:lnTo>
                    <a:pt x="2102994" y="2030130"/>
                  </a:lnTo>
                  <a:close/>
                  <a:moveTo>
                    <a:pt x="1776367" y="1860100"/>
                  </a:moveTo>
                  <a:lnTo>
                    <a:pt x="1765513" y="1849865"/>
                  </a:lnTo>
                  <a:lnTo>
                    <a:pt x="1785946" y="1811429"/>
                  </a:lnTo>
                  <a:close/>
                  <a:moveTo>
                    <a:pt x="1974971" y="1830128"/>
                  </a:moveTo>
                  <a:lnTo>
                    <a:pt x="1950513" y="1811429"/>
                  </a:lnTo>
                  <a:lnTo>
                    <a:pt x="1959936" y="1819585"/>
                  </a:lnTo>
                  <a:close/>
                  <a:moveTo>
                    <a:pt x="1785946" y="1811429"/>
                  </a:moveTo>
                  <a:lnTo>
                    <a:pt x="1767450" y="1826763"/>
                  </a:lnTo>
                  <a:lnTo>
                    <a:pt x="1693944" y="1753963"/>
                  </a:lnTo>
                  <a:close/>
                  <a:moveTo>
                    <a:pt x="1765513" y="1849865"/>
                  </a:moveTo>
                  <a:lnTo>
                    <a:pt x="1767450" y="1826763"/>
                  </a:lnTo>
                  <a:lnTo>
                    <a:pt x="1785946" y="1811429"/>
                  </a:lnTo>
                  <a:close/>
                  <a:moveTo>
                    <a:pt x="1300640" y="1153707"/>
                  </a:moveTo>
                  <a:lnTo>
                    <a:pt x="1232725" y="1185913"/>
                  </a:lnTo>
                  <a:lnTo>
                    <a:pt x="1267016" y="1274359"/>
                  </a:lnTo>
                  <a:close/>
                  <a:moveTo>
                    <a:pt x="1375908" y="1262281"/>
                  </a:moveTo>
                  <a:lnTo>
                    <a:pt x="1329259" y="1303071"/>
                  </a:lnTo>
                  <a:lnTo>
                    <a:pt x="1456129" y="1283554"/>
                  </a:lnTo>
                  <a:close/>
                  <a:moveTo>
                    <a:pt x="1220502" y="1175101"/>
                  </a:moveTo>
                  <a:lnTo>
                    <a:pt x="1232725" y="1185913"/>
                  </a:lnTo>
                  <a:lnTo>
                    <a:pt x="1329616" y="1089201"/>
                  </a:lnTo>
                  <a:close/>
                  <a:moveTo>
                    <a:pt x="1157346" y="1002429"/>
                  </a:moveTo>
                  <a:lnTo>
                    <a:pt x="1127423" y="1105754"/>
                  </a:lnTo>
                  <a:lnTo>
                    <a:pt x="1241081" y="1036840"/>
                  </a:lnTo>
                  <a:close/>
                  <a:moveTo>
                    <a:pt x="1241081" y="1036840"/>
                  </a:moveTo>
                  <a:lnTo>
                    <a:pt x="1196982" y="1087163"/>
                  </a:lnTo>
                  <a:lnTo>
                    <a:pt x="1320326" y="1054468"/>
                  </a:lnTo>
                  <a:close/>
                  <a:moveTo>
                    <a:pt x="1764975" y="1646998"/>
                  </a:moveTo>
                  <a:lnTo>
                    <a:pt x="1710105" y="1564783"/>
                  </a:lnTo>
                  <a:lnTo>
                    <a:pt x="1726053" y="1588267"/>
                  </a:lnTo>
                  <a:close/>
                  <a:moveTo>
                    <a:pt x="2102994" y="2030130"/>
                  </a:moveTo>
                  <a:lnTo>
                    <a:pt x="2115346" y="1954016"/>
                  </a:lnTo>
                  <a:lnTo>
                    <a:pt x="2019019" y="1994817"/>
                  </a:lnTo>
                  <a:close/>
                  <a:moveTo>
                    <a:pt x="2019019" y="1994817"/>
                  </a:moveTo>
                  <a:lnTo>
                    <a:pt x="2115346" y="1954016"/>
                  </a:lnTo>
                  <a:lnTo>
                    <a:pt x="2032370" y="1960882"/>
                  </a:lnTo>
                  <a:close/>
                  <a:moveTo>
                    <a:pt x="2032370" y="1960882"/>
                  </a:moveTo>
                  <a:lnTo>
                    <a:pt x="2046287" y="1893644"/>
                  </a:lnTo>
                  <a:lnTo>
                    <a:pt x="2001431" y="1929061"/>
                  </a:lnTo>
                  <a:close/>
                  <a:moveTo>
                    <a:pt x="1954466" y="1863532"/>
                  </a:moveTo>
                  <a:lnTo>
                    <a:pt x="1983215" y="1893644"/>
                  </a:lnTo>
                  <a:lnTo>
                    <a:pt x="1897632" y="1819627"/>
                  </a:lnTo>
                  <a:close/>
                  <a:moveTo>
                    <a:pt x="1950513" y="1811429"/>
                  </a:moveTo>
                  <a:lnTo>
                    <a:pt x="1974971" y="1830128"/>
                  </a:lnTo>
                  <a:lnTo>
                    <a:pt x="1972661" y="1809240"/>
                  </a:lnTo>
                  <a:close/>
                  <a:moveTo>
                    <a:pt x="1785078" y="1677464"/>
                  </a:moveTo>
                  <a:lnTo>
                    <a:pt x="1912480" y="1697482"/>
                  </a:lnTo>
                  <a:lnTo>
                    <a:pt x="1916118" y="1673542"/>
                  </a:lnTo>
                  <a:close/>
                  <a:moveTo>
                    <a:pt x="1370576" y="1134435"/>
                  </a:moveTo>
                  <a:lnTo>
                    <a:pt x="1403479" y="1086706"/>
                  </a:lnTo>
                  <a:lnTo>
                    <a:pt x="1329616" y="1089201"/>
                  </a:lnTo>
                  <a:close/>
                  <a:moveTo>
                    <a:pt x="1192327" y="786410"/>
                  </a:moveTo>
                  <a:lnTo>
                    <a:pt x="1195960" y="868626"/>
                  </a:lnTo>
                  <a:lnTo>
                    <a:pt x="1159151" y="824848"/>
                  </a:lnTo>
                  <a:close/>
                  <a:moveTo>
                    <a:pt x="667852" y="128690"/>
                  </a:moveTo>
                  <a:lnTo>
                    <a:pt x="651454" y="225613"/>
                  </a:lnTo>
                  <a:lnTo>
                    <a:pt x="678601" y="132339"/>
                  </a:lnTo>
                  <a:close/>
                  <a:moveTo>
                    <a:pt x="720941" y="128690"/>
                  </a:moveTo>
                  <a:lnTo>
                    <a:pt x="678601" y="132339"/>
                  </a:lnTo>
                  <a:lnTo>
                    <a:pt x="651454" y="225613"/>
                  </a:lnTo>
                  <a:close/>
                  <a:moveTo>
                    <a:pt x="597668" y="87971"/>
                  </a:moveTo>
                  <a:lnTo>
                    <a:pt x="667852" y="128690"/>
                  </a:lnTo>
                  <a:lnTo>
                    <a:pt x="548300" y="77587"/>
                  </a:lnTo>
                  <a:close/>
                  <a:moveTo>
                    <a:pt x="1439857" y="1007514"/>
                  </a:moveTo>
                  <a:lnTo>
                    <a:pt x="1485731" y="963826"/>
                  </a:lnTo>
                  <a:lnTo>
                    <a:pt x="1351489" y="955777"/>
                  </a:lnTo>
                  <a:close/>
                  <a:moveTo>
                    <a:pt x="1261476" y="682688"/>
                  </a:moveTo>
                  <a:lnTo>
                    <a:pt x="1339977" y="758942"/>
                  </a:lnTo>
                  <a:lnTo>
                    <a:pt x="1351312" y="739915"/>
                  </a:lnTo>
                  <a:close/>
                  <a:moveTo>
                    <a:pt x="1339977" y="758942"/>
                  </a:moveTo>
                  <a:lnTo>
                    <a:pt x="1380434" y="747974"/>
                  </a:lnTo>
                  <a:lnTo>
                    <a:pt x="1351312" y="739915"/>
                  </a:lnTo>
                  <a:close/>
                  <a:moveTo>
                    <a:pt x="910593" y="365194"/>
                  </a:moveTo>
                  <a:lnTo>
                    <a:pt x="906379" y="406214"/>
                  </a:lnTo>
                  <a:lnTo>
                    <a:pt x="914381" y="375335"/>
                  </a:lnTo>
                  <a:close/>
                  <a:moveTo>
                    <a:pt x="910593" y="365194"/>
                  </a:moveTo>
                  <a:lnTo>
                    <a:pt x="914381" y="375335"/>
                  </a:lnTo>
                  <a:lnTo>
                    <a:pt x="884781" y="325464"/>
                  </a:lnTo>
                  <a:close/>
                  <a:moveTo>
                    <a:pt x="1553369" y="906827"/>
                  </a:moveTo>
                  <a:lnTo>
                    <a:pt x="1529734" y="825949"/>
                  </a:lnTo>
                  <a:lnTo>
                    <a:pt x="1504806" y="885715"/>
                  </a:lnTo>
                  <a:close/>
                  <a:moveTo>
                    <a:pt x="1484613" y="744446"/>
                  </a:moveTo>
                  <a:lnTo>
                    <a:pt x="1479421" y="830189"/>
                  </a:lnTo>
                  <a:lnTo>
                    <a:pt x="1513526" y="739034"/>
                  </a:lnTo>
                  <a:close/>
                  <a:moveTo>
                    <a:pt x="1513526" y="739034"/>
                  </a:moveTo>
                  <a:lnTo>
                    <a:pt x="1479421" y="830189"/>
                  </a:lnTo>
                  <a:lnTo>
                    <a:pt x="1529734" y="825949"/>
                  </a:lnTo>
                  <a:close/>
                  <a:moveTo>
                    <a:pt x="1535973" y="620693"/>
                  </a:moveTo>
                  <a:lnTo>
                    <a:pt x="1522737" y="608326"/>
                  </a:lnTo>
                  <a:lnTo>
                    <a:pt x="1475743" y="609067"/>
                  </a:lnTo>
                  <a:close/>
                  <a:moveTo>
                    <a:pt x="1535973" y="620693"/>
                  </a:moveTo>
                  <a:lnTo>
                    <a:pt x="1533542" y="648723"/>
                  </a:lnTo>
                  <a:lnTo>
                    <a:pt x="1549332" y="627323"/>
                  </a:lnTo>
                  <a:close/>
                  <a:moveTo>
                    <a:pt x="1535973" y="620693"/>
                  </a:moveTo>
                  <a:lnTo>
                    <a:pt x="1549332" y="627323"/>
                  </a:lnTo>
                  <a:lnTo>
                    <a:pt x="1522737" y="60832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38" name="Candidate_density__2057">
              <a:extLst>
                <a:ext uri="{FF2B5EF4-FFF2-40B4-BE49-F238E27FC236}">
                  <a16:creationId xmlns:a16="http://schemas.microsoft.com/office/drawing/2014/main" id="{B6BE307C-992B-6B6F-0947-2F67BC47496F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316537"/>
              <a:ext cx="2189467" cy="2786361"/>
            </a:xfrm>
            <a:custGeom>
              <a:avLst/>
              <a:gdLst/>
              <a:ahLst/>
              <a:cxnLst/>
              <a:rect l="0" t="0" r="0" b="0"/>
              <a:pathLst>
                <a:path w="2189467" h="2786361">
                  <a:moveTo>
                    <a:pt x="8940" y="2481179"/>
                  </a:moveTo>
                  <a:lnTo>
                    <a:pt x="9882" y="2477599"/>
                  </a:lnTo>
                  <a:lnTo>
                    <a:pt x="0" y="2518347"/>
                  </a:lnTo>
                  <a:close/>
                  <a:moveTo>
                    <a:pt x="0" y="2518347"/>
                  </a:moveTo>
                  <a:lnTo>
                    <a:pt x="9882" y="2477599"/>
                  </a:lnTo>
                  <a:lnTo>
                    <a:pt x="59232" y="2397696"/>
                  </a:lnTo>
                  <a:close/>
                  <a:moveTo>
                    <a:pt x="9582" y="2479911"/>
                  </a:moveTo>
                  <a:lnTo>
                    <a:pt x="8940" y="2481179"/>
                  </a:lnTo>
                  <a:lnTo>
                    <a:pt x="12688" y="2488093"/>
                  </a:lnTo>
                  <a:close/>
                  <a:moveTo>
                    <a:pt x="9882" y="2477599"/>
                  </a:moveTo>
                  <a:lnTo>
                    <a:pt x="8940" y="2481179"/>
                  </a:lnTo>
                  <a:lnTo>
                    <a:pt x="9582" y="2479911"/>
                  </a:lnTo>
                  <a:close/>
                  <a:moveTo>
                    <a:pt x="9582" y="2479911"/>
                  </a:moveTo>
                  <a:lnTo>
                    <a:pt x="12688" y="2488093"/>
                  </a:lnTo>
                  <a:lnTo>
                    <a:pt x="37802" y="2457715"/>
                  </a:lnTo>
                  <a:close/>
                  <a:moveTo>
                    <a:pt x="9882" y="2477599"/>
                  </a:moveTo>
                  <a:lnTo>
                    <a:pt x="9582" y="2479911"/>
                  </a:lnTo>
                  <a:lnTo>
                    <a:pt x="37802" y="2457715"/>
                  </a:lnTo>
                  <a:close/>
                  <a:moveTo>
                    <a:pt x="190177" y="2379176"/>
                  </a:moveTo>
                  <a:lnTo>
                    <a:pt x="117860" y="2387452"/>
                  </a:lnTo>
                  <a:lnTo>
                    <a:pt x="236638" y="2337683"/>
                  </a:lnTo>
                  <a:close/>
                  <a:moveTo>
                    <a:pt x="273335" y="2200171"/>
                  </a:moveTo>
                  <a:lnTo>
                    <a:pt x="300208" y="2225974"/>
                  </a:lnTo>
                  <a:lnTo>
                    <a:pt x="261450" y="2215249"/>
                  </a:lnTo>
                  <a:close/>
                  <a:moveTo>
                    <a:pt x="323873" y="2169983"/>
                  </a:moveTo>
                  <a:lnTo>
                    <a:pt x="300208" y="2225974"/>
                  </a:lnTo>
                  <a:lnTo>
                    <a:pt x="273335" y="2200171"/>
                  </a:lnTo>
                  <a:close/>
                  <a:moveTo>
                    <a:pt x="432040" y="2080540"/>
                  </a:moveTo>
                  <a:lnTo>
                    <a:pt x="360317" y="2177107"/>
                  </a:lnTo>
                  <a:lnTo>
                    <a:pt x="396367" y="2161735"/>
                  </a:lnTo>
                  <a:close/>
                  <a:moveTo>
                    <a:pt x="323873" y="2169983"/>
                  </a:moveTo>
                  <a:lnTo>
                    <a:pt x="360317" y="2177107"/>
                  </a:lnTo>
                  <a:lnTo>
                    <a:pt x="432040" y="2080540"/>
                  </a:lnTo>
                  <a:close/>
                  <a:moveTo>
                    <a:pt x="435689" y="2079520"/>
                  </a:moveTo>
                  <a:lnTo>
                    <a:pt x="463168" y="1981719"/>
                  </a:lnTo>
                  <a:lnTo>
                    <a:pt x="468271" y="1958868"/>
                  </a:lnTo>
                  <a:close/>
                  <a:moveTo>
                    <a:pt x="863465" y="1970925"/>
                  </a:moveTo>
                  <a:lnTo>
                    <a:pt x="885739" y="2046425"/>
                  </a:lnTo>
                  <a:lnTo>
                    <a:pt x="863360" y="1964210"/>
                  </a:lnTo>
                  <a:close/>
                  <a:moveTo>
                    <a:pt x="586006" y="1914626"/>
                  </a:moveTo>
                  <a:lnTo>
                    <a:pt x="678445" y="1799974"/>
                  </a:lnTo>
                  <a:lnTo>
                    <a:pt x="586976" y="1813744"/>
                  </a:lnTo>
                  <a:close/>
                  <a:moveTo>
                    <a:pt x="678445" y="1799974"/>
                  </a:moveTo>
                  <a:lnTo>
                    <a:pt x="766333" y="1848827"/>
                  </a:lnTo>
                  <a:lnTo>
                    <a:pt x="679244" y="1799780"/>
                  </a:lnTo>
                  <a:close/>
                  <a:moveTo>
                    <a:pt x="586976" y="1813744"/>
                  </a:moveTo>
                  <a:lnTo>
                    <a:pt x="678445" y="1799974"/>
                  </a:lnTo>
                  <a:lnTo>
                    <a:pt x="656237" y="1717937"/>
                  </a:lnTo>
                  <a:close/>
                  <a:moveTo>
                    <a:pt x="679244" y="1799780"/>
                  </a:moveTo>
                  <a:lnTo>
                    <a:pt x="733957" y="1727777"/>
                  </a:lnTo>
                  <a:lnTo>
                    <a:pt x="678445" y="1799974"/>
                  </a:lnTo>
                  <a:close/>
                  <a:moveTo>
                    <a:pt x="678445" y="1799974"/>
                  </a:moveTo>
                  <a:lnTo>
                    <a:pt x="733957" y="1727777"/>
                  </a:lnTo>
                  <a:lnTo>
                    <a:pt x="722061" y="1725016"/>
                  </a:lnTo>
                  <a:close/>
                  <a:moveTo>
                    <a:pt x="678445" y="1799974"/>
                  </a:moveTo>
                  <a:lnTo>
                    <a:pt x="722061" y="1725016"/>
                  </a:lnTo>
                  <a:lnTo>
                    <a:pt x="656237" y="1717937"/>
                  </a:lnTo>
                  <a:close/>
                  <a:moveTo>
                    <a:pt x="595378" y="1703513"/>
                  </a:moveTo>
                  <a:lnTo>
                    <a:pt x="559253" y="1736191"/>
                  </a:lnTo>
                  <a:lnTo>
                    <a:pt x="656237" y="1717937"/>
                  </a:lnTo>
                  <a:close/>
                  <a:moveTo>
                    <a:pt x="423205" y="1553135"/>
                  </a:moveTo>
                  <a:lnTo>
                    <a:pt x="408824" y="1470920"/>
                  </a:lnTo>
                  <a:lnTo>
                    <a:pt x="421067" y="1487666"/>
                  </a:lnTo>
                  <a:close/>
                  <a:moveTo>
                    <a:pt x="421067" y="1487666"/>
                  </a:moveTo>
                  <a:lnTo>
                    <a:pt x="408824" y="1470920"/>
                  </a:lnTo>
                  <a:lnTo>
                    <a:pt x="432090" y="1435118"/>
                  </a:lnTo>
                  <a:close/>
                  <a:moveTo>
                    <a:pt x="1527384" y="2743664"/>
                  </a:moveTo>
                  <a:lnTo>
                    <a:pt x="1503781" y="2786361"/>
                  </a:lnTo>
                  <a:lnTo>
                    <a:pt x="1574860" y="2757049"/>
                  </a:lnTo>
                  <a:close/>
                  <a:moveTo>
                    <a:pt x="896335" y="2044295"/>
                  </a:moveTo>
                  <a:lnTo>
                    <a:pt x="895082" y="2051536"/>
                  </a:lnTo>
                  <a:lnTo>
                    <a:pt x="994855" y="2007989"/>
                  </a:lnTo>
                  <a:close/>
                  <a:moveTo>
                    <a:pt x="885739" y="2046425"/>
                  </a:moveTo>
                  <a:lnTo>
                    <a:pt x="895082" y="2051536"/>
                  </a:lnTo>
                  <a:lnTo>
                    <a:pt x="896335" y="2044295"/>
                  </a:lnTo>
                  <a:close/>
                  <a:moveTo>
                    <a:pt x="863360" y="1964210"/>
                  </a:moveTo>
                  <a:lnTo>
                    <a:pt x="885739" y="2046425"/>
                  </a:lnTo>
                  <a:lnTo>
                    <a:pt x="896335" y="2044295"/>
                  </a:lnTo>
                  <a:close/>
                  <a:moveTo>
                    <a:pt x="994855" y="2007989"/>
                  </a:moveTo>
                  <a:lnTo>
                    <a:pt x="975320" y="1925773"/>
                  </a:lnTo>
                  <a:lnTo>
                    <a:pt x="896335" y="2044295"/>
                  </a:lnTo>
                  <a:close/>
                  <a:moveTo>
                    <a:pt x="975320" y="1925773"/>
                  </a:moveTo>
                  <a:lnTo>
                    <a:pt x="883722" y="1954457"/>
                  </a:lnTo>
                  <a:lnTo>
                    <a:pt x="896335" y="2044295"/>
                  </a:lnTo>
                  <a:close/>
                  <a:moveTo>
                    <a:pt x="824668" y="1761344"/>
                  </a:moveTo>
                  <a:lnTo>
                    <a:pt x="766333" y="1848827"/>
                  </a:lnTo>
                  <a:lnTo>
                    <a:pt x="797164" y="1881995"/>
                  </a:lnTo>
                  <a:close/>
                  <a:moveTo>
                    <a:pt x="824668" y="1761344"/>
                  </a:moveTo>
                  <a:lnTo>
                    <a:pt x="797164" y="1881995"/>
                  </a:lnTo>
                  <a:lnTo>
                    <a:pt x="852163" y="1843558"/>
                  </a:lnTo>
                  <a:close/>
                  <a:moveTo>
                    <a:pt x="679244" y="1799780"/>
                  </a:moveTo>
                  <a:lnTo>
                    <a:pt x="766333" y="1848827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679244" y="1799780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784696" y="1774186"/>
                  </a:lnTo>
                  <a:lnTo>
                    <a:pt x="859365" y="1702797"/>
                  </a:lnTo>
                  <a:close/>
                  <a:moveTo>
                    <a:pt x="537937" y="1353152"/>
                  </a:moveTo>
                  <a:lnTo>
                    <a:pt x="545169" y="1364043"/>
                  </a:lnTo>
                  <a:lnTo>
                    <a:pt x="626221" y="1388426"/>
                  </a:lnTo>
                  <a:close/>
                  <a:moveTo>
                    <a:pt x="1576223" y="2583494"/>
                  </a:moveTo>
                  <a:lnTo>
                    <a:pt x="1630567" y="2665710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576223" y="2583494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635117" y="2545058"/>
                  </a:lnTo>
                  <a:lnTo>
                    <a:pt x="1585786" y="2462843"/>
                  </a:lnTo>
                  <a:close/>
                  <a:moveTo>
                    <a:pt x="1585786" y="2462843"/>
                  </a:moveTo>
                  <a:lnTo>
                    <a:pt x="1498336" y="2419064"/>
                  </a:lnTo>
                  <a:lnTo>
                    <a:pt x="1536482" y="2501279"/>
                  </a:lnTo>
                  <a:close/>
                  <a:moveTo>
                    <a:pt x="975320" y="1925773"/>
                  </a:moveTo>
                  <a:lnTo>
                    <a:pt x="1027662" y="1998120"/>
                  </a:lnTo>
                  <a:lnTo>
                    <a:pt x="999820" y="1920663"/>
                  </a:lnTo>
                  <a:close/>
                  <a:moveTo>
                    <a:pt x="975320" y="1925773"/>
                  </a:moveTo>
                  <a:lnTo>
                    <a:pt x="994855" y="2007989"/>
                  </a:lnTo>
                  <a:lnTo>
                    <a:pt x="1027662" y="1998120"/>
                  </a:lnTo>
                  <a:close/>
                  <a:moveTo>
                    <a:pt x="999820" y="1920663"/>
                  </a:moveTo>
                  <a:lnTo>
                    <a:pt x="1027662" y="1998120"/>
                  </a:lnTo>
                  <a:lnTo>
                    <a:pt x="1081780" y="1914623"/>
                  </a:lnTo>
                  <a:close/>
                  <a:moveTo>
                    <a:pt x="999820" y="1920663"/>
                  </a:moveTo>
                  <a:lnTo>
                    <a:pt x="913107" y="1903729"/>
                  </a:lnTo>
                  <a:lnTo>
                    <a:pt x="975320" y="1925773"/>
                  </a:lnTo>
                  <a:close/>
                  <a:moveTo>
                    <a:pt x="929884" y="1816836"/>
                  </a:moveTo>
                  <a:lnTo>
                    <a:pt x="913107" y="1903729"/>
                  </a:lnTo>
                  <a:lnTo>
                    <a:pt x="999820" y="1920663"/>
                  </a:lnTo>
                  <a:close/>
                  <a:moveTo>
                    <a:pt x="824668" y="1761344"/>
                  </a:moveTo>
                  <a:lnTo>
                    <a:pt x="852163" y="1843558"/>
                  </a:lnTo>
                  <a:lnTo>
                    <a:pt x="929884" y="1816836"/>
                  </a:lnTo>
                  <a:close/>
                  <a:moveTo>
                    <a:pt x="929884" y="1816836"/>
                  </a:moveTo>
                  <a:lnTo>
                    <a:pt x="991499" y="1827336"/>
                  </a:lnTo>
                  <a:lnTo>
                    <a:pt x="996473" y="1723200"/>
                  </a:lnTo>
                  <a:close/>
                  <a:moveTo>
                    <a:pt x="626221" y="1388426"/>
                  </a:moveTo>
                  <a:lnTo>
                    <a:pt x="545169" y="1364043"/>
                  </a:lnTo>
                  <a:lnTo>
                    <a:pt x="675734" y="1358344"/>
                  </a:lnTo>
                  <a:close/>
                  <a:moveTo>
                    <a:pt x="626221" y="1388426"/>
                  </a:moveTo>
                  <a:lnTo>
                    <a:pt x="675734" y="1358344"/>
                  </a:lnTo>
                  <a:lnTo>
                    <a:pt x="662585" y="1350268"/>
                  </a:lnTo>
                  <a:close/>
                  <a:moveTo>
                    <a:pt x="675734" y="1358344"/>
                  </a:moveTo>
                  <a:lnTo>
                    <a:pt x="732048" y="1311831"/>
                  </a:lnTo>
                  <a:lnTo>
                    <a:pt x="662585" y="1350268"/>
                  </a:lnTo>
                  <a:close/>
                  <a:moveTo>
                    <a:pt x="1635117" y="2545058"/>
                  </a:moveTo>
                  <a:lnTo>
                    <a:pt x="1676801" y="2593247"/>
                  </a:lnTo>
                  <a:lnTo>
                    <a:pt x="1683330" y="2529271"/>
                  </a:lnTo>
                  <a:close/>
                  <a:moveTo>
                    <a:pt x="1585786" y="2462843"/>
                  </a:moveTo>
                  <a:lnTo>
                    <a:pt x="1683330" y="2529271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35117" y="2545058"/>
                  </a:lnTo>
                  <a:lnTo>
                    <a:pt x="1683330" y="2529271"/>
                  </a:lnTo>
                  <a:close/>
                  <a:moveTo>
                    <a:pt x="1768022" y="2521011"/>
                  </a:moveTo>
                  <a:lnTo>
                    <a:pt x="1683330" y="2529271"/>
                  </a:lnTo>
                  <a:lnTo>
                    <a:pt x="1676801" y="2593247"/>
                  </a:lnTo>
                  <a:close/>
                  <a:moveTo>
                    <a:pt x="1683330" y="2529271"/>
                  </a:moveTo>
                  <a:lnTo>
                    <a:pt x="1768022" y="2521011"/>
                  </a:lnTo>
                  <a:lnTo>
                    <a:pt x="1754597" y="2431833"/>
                  </a:lnTo>
                  <a:close/>
                  <a:moveTo>
                    <a:pt x="1683330" y="2529271"/>
                  </a:moveTo>
                  <a:lnTo>
                    <a:pt x="1754597" y="2431833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72064" y="2438338"/>
                  </a:lnTo>
                  <a:lnTo>
                    <a:pt x="1561581" y="2441114"/>
                  </a:lnTo>
                  <a:close/>
                  <a:moveTo>
                    <a:pt x="1081122" y="1684471"/>
                  </a:moveTo>
                  <a:lnTo>
                    <a:pt x="1086518" y="1779566"/>
                  </a:lnTo>
                  <a:lnTo>
                    <a:pt x="1130059" y="1727158"/>
                  </a:lnTo>
                  <a:close/>
                  <a:moveTo>
                    <a:pt x="1081122" y="1684471"/>
                  </a:moveTo>
                  <a:lnTo>
                    <a:pt x="997054" y="1722907"/>
                  </a:lnTo>
                  <a:lnTo>
                    <a:pt x="1086518" y="1779566"/>
                  </a:lnTo>
                  <a:close/>
                  <a:moveTo>
                    <a:pt x="1102945" y="1625783"/>
                  </a:moveTo>
                  <a:lnTo>
                    <a:pt x="1058652" y="1675380"/>
                  </a:lnTo>
                  <a:lnTo>
                    <a:pt x="997054" y="1722907"/>
                  </a:lnTo>
                  <a:close/>
                  <a:moveTo>
                    <a:pt x="751139" y="1301007"/>
                  </a:moveTo>
                  <a:lnTo>
                    <a:pt x="732048" y="1311831"/>
                  </a:lnTo>
                  <a:lnTo>
                    <a:pt x="786939" y="1280260"/>
                  </a:lnTo>
                  <a:close/>
                  <a:moveTo>
                    <a:pt x="786939" y="1280260"/>
                  </a:moveTo>
                  <a:lnTo>
                    <a:pt x="675734" y="1358344"/>
                  </a:lnTo>
                  <a:lnTo>
                    <a:pt x="720197" y="1309384"/>
                  </a:lnTo>
                  <a:close/>
                  <a:moveTo>
                    <a:pt x="751139" y="1301007"/>
                  </a:moveTo>
                  <a:lnTo>
                    <a:pt x="786939" y="1280260"/>
                  </a:lnTo>
                  <a:lnTo>
                    <a:pt x="845718" y="1273395"/>
                  </a:lnTo>
                  <a:close/>
                  <a:moveTo>
                    <a:pt x="465976" y="1050787"/>
                  </a:moveTo>
                  <a:lnTo>
                    <a:pt x="569758" y="1027005"/>
                  </a:lnTo>
                  <a:lnTo>
                    <a:pt x="518000" y="1047263"/>
                  </a:lnTo>
                  <a:close/>
                  <a:moveTo>
                    <a:pt x="569758" y="1027005"/>
                  </a:moveTo>
                  <a:lnTo>
                    <a:pt x="465976" y="1050787"/>
                  </a:lnTo>
                  <a:lnTo>
                    <a:pt x="570099" y="1026845"/>
                  </a:lnTo>
                  <a:close/>
                  <a:moveTo>
                    <a:pt x="640996" y="1013262"/>
                  </a:moveTo>
                  <a:lnTo>
                    <a:pt x="569758" y="1027005"/>
                  </a:lnTo>
                  <a:lnTo>
                    <a:pt x="570570" y="1026749"/>
                  </a:lnTo>
                  <a:close/>
                  <a:moveTo>
                    <a:pt x="518000" y="1047263"/>
                  </a:moveTo>
                  <a:lnTo>
                    <a:pt x="569758" y="1027005"/>
                  </a:lnTo>
                  <a:lnTo>
                    <a:pt x="640996" y="1013262"/>
                  </a:lnTo>
                  <a:close/>
                  <a:moveTo>
                    <a:pt x="569758" y="1027005"/>
                  </a:moveTo>
                  <a:lnTo>
                    <a:pt x="570099" y="1026845"/>
                  </a:lnTo>
                  <a:lnTo>
                    <a:pt x="570570" y="1026749"/>
                  </a:lnTo>
                  <a:close/>
                  <a:moveTo>
                    <a:pt x="1830957" y="2506621"/>
                  </a:moveTo>
                  <a:lnTo>
                    <a:pt x="1853912" y="2588836"/>
                  </a:lnTo>
                  <a:lnTo>
                    <a:pt x="1861300" y="2550400"/>
                  </a:lnTo>
                  <a:close/>
                  <a:moveTo>
                    <a:pt x="1081122" y="1684471"/>
                  </a:moveTo>
                  <a:lnTo>
                    <a:pt x="1139346" y="1567547"/>
                  </a:lnTo>
                  <a:lnTo>
                    <a:pt x="1102945" y="1625783"/>
                  </a:lnTo>
                  <a:close/>
                  <a:moveTo>
                    <a:pt x="1865975" y="2100888"/>
                  </a:moveTo>
                  <a:lnTo>
                    <a:pt x="1830514" y="2180235"/>
                  </a:lnTo>
                  <a:lnTo>
                    <a:pt x="1867280" y="2102494"/>
                  </a:lnTo>
                  <a:close/>
                  <a:moveTo>
                    <a:pt x="2172582" y="2391312"/>
                  </a:moveTo>
                  <a:lnTo>
                    <a:pt x="2157971" y="2353367"/>
                  </a:lnTo>
                  <a:lnTo>
                    <a:pt x="2133501" y="2429749"/>
                  </a:lnTo>
                  <a:close/>
                  <a:moveTo>
                    <a:pt x="1865975" y="2100888"/>
                  </a:moveTo>
                  <a:lnTo>
                    <a:pt x="1867280" y="2102494"/>
                  </a:lnTo>
                  <a:lnTo>
                    <a:pt x="1867532" y="2100334"/>
                  </a:lnTo>
                  <a:close/>
                  <a:moveTo>
                    <a:pt x="1799415" y="2018673"/>
                  </a:moveTo>
                  <a:lnTo>
                    <a:pt x="1865975" y="2100888"/>
                  </a:lnTo>
                  <a:lnTo>
                    <a:pt x="1867532" y="2100334"/>
                  </a:lnTo>
                  <a:close/>
                  <a:moveTo>
                    <a:pt x="1952969" y="2091468"/>
                  </a:moveTo>
                  <a:lnTo>
                    <a:pt x="1867280" y="2102494"/>
                  </a:lnTo>
                  <a:lnTo>
                    <a:pt x="1963312" y="2182882"/>
                  </a:lnTo>
                  <a:close/>
                  <a:moveTo>
                    <a:pt x="1952969" y="2091468"/>
                  </a:moveTo>
                  <a:lnTo>
                    <a:pt x="1867532" y="2100334"/>
                  </a:lnTo>
                  <a:lnTo>
                    <a:pt x="1867280" y="2102494"/>
                  </a:lnTo>
                  <a:close/>
                  <a:moveTo>
                    <a:pt x="1771053" y="1717808"/>
                  </a:moveTo>
                  <a:lnTo>
                    <a:pt x="1737071" y="1679121"/>
                  </a:lnTo>
                  <a:lnTo>
                    <a:pt x="1693944" y="1719905"/>
                  </a:lnTo>
                  <a:close/>
                  <a:moveTo>
                    <a:pt x="1891944" y="1764302"/>
                  </a:moveTo>
                  <a:lnTo>
                    <a:pt x="1819636" y="1695155"/>
                  </a:lnTo>
                  <a:lnTo>
                    <a:pt x="1767450" y="1792704"/>
                  </a:lnTo>
                  <a:close/>
                  <a:moveTo>
                    <a:pt x="1785078" y="1643405"/>
                  </a:moveTo>
                  <a:lnTo>
                    <a:pt x="1747431" y="1636921"/>
                  </a:lnTo>
                  <a:lnTo>
                    <a:pt x="1819636" y="1695155"/>
                  </a:lnTo>
                  <a:close/>
                  <a:moveTo>
                    <a:pt x="1819636" y="1695155"/>
                  </a:moveTo>
                  <a:lnTo>
                    <a:pt x="1747431" y="1636921"/>
                  </a:lnTo>
                  <a:lnTo>
                    <a:pt x="1735683" y="1651377"/>
                  </a:lnTo>
                  <a:close/>
                  <a:moveTo>
                    <a:pt x="1737071" y="1679121"/>
                  </a:moveTo>
                  <a:lnTo>
                    <a:pt x="1771053" y="1717808"/>
                  </a:lnTo>
                  <a:lnTo>
                    <a:pt x="1819636" y="1695155"/>
                  </a:lnTo>
                  <a:close/>
                  <a:moveTo>
                    <a:pt x="1735683" y="1651377"/>
                  </a:moveTo>
                  <a:lnTo>
                    <a:pt x="1737071" y="1679121"/>
                  </a:lnTo>
                  <a:lnTo>
                    <a:pt x="1819636" y="1695155"/>
                  </a:lnTo>
                  <a:close/>
                  <a:moveTo>
                    <a:pt x="1329616" y="1055143"/>
                  </a:moveTo>
                  <a:lnTo>
                    <a:pt x="1232725" y="1151855"/>
                  </a:lnTo>
                  <a:lnTo>
                    <a:pt x="1300640" y="1119649"/>
                  </a:lnTo>
                  <a:close/>
                  <a:moveTo>
                    <a:pt x="601220" y="400875"/>
                  </a:moveTo>
                  <a:lnTo>
                    <a:pt x="693753" y="386239"/>
                  </a:lnTo>
                  <a:lnTo>
                    <a:pt x="644350" y="326310"/>
                  </a:lnTo>
                  <a:close/>
                  <a:moveTo>
                    <a:pt x="525690" y="0"/>
                  </a:moveTo>
                  <a:lnTo>
                    <a:pt x="472805" y="89289"/>
                  </a:lnTo>
                  <a:lnTo>
                    <a:pt x="514868" y="50852"/>
                  </a:lnTo>
                  <a:close/>
                  <a:moveTo>
                    <a:pt x="1241081" y="1002782"/>
                  </a:moveTo>
                  <a:lnTo>
                    <a:pt x="1346614" y="916782"/>
                  </a:lnTo>
                  <a:lnTo>
                    <a:pt x="1240515" y="945337"/>
                  </a:lnTo>
                  <a:close/>
                  <a:moveTo>
                    <a:pt x="1351489" y="921719"/>
                  </a:moveTo>
                  <a:lnTo>
                    <a:pt x="1346614" y="916782"/>
                  </a:lnTo>
                  <a:lnTo>
                    <a:pt x="1241081" y="1002782"/>
                  </a:lnTo>
                  <a:close/>
                  <a:moveTo>
                    <a:pt x="1320326" y="1020410"/>
                  </a:moveTo>
                  <a:lnTo>
                    <a:pt x="1351489" y="921719"/>
                  </a:lnTo>
                  <a:lnTo>
                    <a:pt x="1241081" y="1002782"/>
                  </a:lnTo>
                  <a:close/>
                  <a:moveTo>
                    <a:pt x="1208101" y="879473"/>
                  </a:moveTo>
                  <a:lnTo>
                    <a:pt x="1240515" y="945337"/>
                  </a:lnTo>
                  <a:lnTo>
                    <a:pt x="1212451" y="873004"/>
                  </a:lnTo>
                  <a:close/>
                  <a:moveTo>
                    <a:pt x="1212451" y="873004"/>
                  </a:moveTo>
                  <a:lnTo>
                    <a:pt x="1240515" y="945337"/>
                  </a:lnTo>
                  <a:lnTo>
                    <a:pt x="1346614" y="916782"/>
                  </a:lnTo>
                  <a:close/>
                  <a:moveTo>
                    <a:pt x="1212451" y="873004"/>
                  </a:moveTo>
                  <a:lnTo>
                    <a:pt x="1346614" y="916782"/>
                  </a:lnTo>
                  <a:lnTo>
                    <a:pt x="1300600" y="834567"/>
                  </a:lnTo>
                  <a:close/>
                  <a:moveTo>
                    <a:pt x="1195146" y="790789"/>
                  </a:moveTo>
                  <a:lnTo>
                    <a:pt x="1212451" y="873004"/>
                  </a:lnTo>
                  <a:lnTo>
                    <a:pt x="1300600" y="834567"/>
                  </a:lnTo>
                  <a:close/>
                  <a:moveTo>
                    <a:pt x="1183753" y="708574"/>
                  </a:moveTo>
                  <a:lnTo>
                    <a:pt x="1270513" y="752352"/>
                  </a:lnTo>
                  <a:lnTo>
                    <a:pt x="1237185" y="670137"/>
                  </a:lnTo>
                  <a:close/>
                  <a:moveTo>
                    <a:pt x="812726" y="350108"/>
                  </a:moveTo>
                  <a:lnTo>
                    <a:pt x="906379" y="372155"/>
                  </a:lnTo>
                  <a:lnTo>
                    <a:pt x="866608" y="341277"/>
                  </a:lnTo>
                  <a:close/>
                  <a:moveTo>
                    <a:pt x="866608" y="341277"/>
                  </a:moveTo>
                  <a:lnTo>
                    <a:pt x="884781" y="291405"/>
                  </a:lnTo>
                  <a:lnTo>
                    <a:pt x="812726" y="350108"/>
                  </a:lnTo>
                  <a:close/>
                  <a:moveTo>
                    <a:pt x="812726" y="350108"/>
                  </a:moveTo>
                  <a:lnTo>
                    <a:pt x="884781" y="291405"/>
                  </a:lnTo>
                  <a:lnTo>
                    <a:pt x="870163" y="263913"/>
                  </a:lnTo>
                  <a:close/>
                  <a:moveTo>
                    <a:pt x="780636" y="276104"/>
                  </a:moveTo>
                  <a:lnTo>
                    <a:pt x="870163" y="263913"/>
                  </a:lnTo>
                  <a:lnTo>
                    <a:pt x="842047" y="186678"/>
                  </a:lnTo>
                  <a:close/>
                  <a:moveTo>
                    <a:pt x="720941" y="94632"/>
                  </a:moveTo>
                  <a:lnTo>
                    <a:pt x="720548" y="215283"/>
                  </a:lnTo>
                  <a:lnTo>
                    <a:pt x="762720" y="113698"/>
                  </a:lnTo>
                  <a:close/>
                  <a:moveTo>
                    <a:pt x="741057" y="208190"/>
                  </a:moveTo>
                  <a:lnTo>
                    <a:pt x="842047" y="186678"/>
                  </a:lnTo>
                  <a:lnTo>
                    <a:pt x="762720" y="113698"/>
                  </a:lnTo>
                  <a:close/>
                  <a:moveTo>
                    <a:pt x="548300" y="43528"/>
                  </a:moveTo>
                  <a:lnTo>
                    <a:pt x="514868" y="50852"/>
                  </a:lnTo>
                  <a:lnTo>
                    <a:pt x="481952" y="115130"/>
                  </a:lnTo>
                  <a:close/>
                  <a:moveTo>
                    <a:pt x="720941" y="94632"/>
                  </a:moveTo>
                  <a:lnTo>
                    <a:pt x="750364" y="67500"/>
                  </a:lnTo>
                  <a:lnTo>
                    <a:pt x="678601" y="98280"/>
                  </a:lnTo>
                  <a:close/>
                  <a:moveTo>
                    <a:pt x="678601" y="98280"/>
                  </a:moveTo>
                  <a:lnTo>
                    <a:pt x="750364" y="67500"/>
                  </a:lnTo>
                  <a:lnTo>
                    <a:pt x="722114" y="23405"/>
                  </a:lnTo>
                  <a:close/>
                  <a:moveTo>
                    <a:pt x="678601" y="98280"/>
                  </a:moveTo>
                  <a:lnTo>
                    <a:pt x="722114" y="23405"/>
                  </a:lnTo>
                  <a:lnTo>
                    <a:pt x="637430" y="31659"/>
                  </a:lnTo>
                  <a:close/>
                  <a:moveTo>
                    <a:pt x="548300" y="43528"/>
                  </a:moveTo>
                  <a:lnTo>
                    <a:pt x="678601" y="98280"/>
                  </a:lnTo>
                  <a:lnTo>
                    <a:pt x="637430" y="31659"/>
                  </a:lnTo>
                  <a:close/>
                  <a:moveTo>
                    <a:pt x="1871021" y="1255671"/>
                  </a:moveTo>
                  <a:lnTo>
                    <a:pt x="1818960" y="1327858"/>
                  </a:lnTo>
                  <a:lnTo>
                    <a:pt x="1851529" y="1289421"/>
                  </a:lnTo>
                  <a:close/>
                  <a:moveTo>
                    <a:pt x="1346614" y="916782"/>
                  </a:moveTo>
                  <a:lnTo>
                    <a:pt x="1351489" y="921719"/>
                  </a:lnTo>
                  <a:lnTo>
                    <a:pt x="1353548" y="914035"/>
                  </a:lnTo>
                  <a:close/>
                  <a:moveTo>
                    <a:pt x="1300600" y="834567"/>
                  </a:moveTo>
                  <a:lnTo>
                    <a:pt x="1346614" y="916782"/>
                  </a:lnTo>
                  <a:lnTo>
                    <a:pt x="1353548" y="914035"/>
                  </a:lnTo>
                  <a:close/>
                  <a:moveTo>
                    <a:pt x="1270513" y="752352"/>
                  </a:moveTo>
                  <a:lnTo>
                    <a:pt x="1341427" y="823797"/>
                  </a:lnTo>
                  <a:lnTo>
                    <a:pt x="1339977" y="724884"/>
                  </a:lnTo>
                  <a:close/>
                  <a:moveTo>
                    <a:pt x="1446702" y="783846"/>
                  </a:moveTo>
                  <a:lnTo>
                    <a:pt x="1380434" y="713916"/>
                  </a:lnTo>
                  <a:lnTo>
                    <a:pt x="1447475" y="798174"/>
                  </a:lnTo>
                  <a:close/>
                  <a:moveTo>
                    <a:pt x="1447475" y="798174"/>
                  </a:moveTo>
                  <a:lnTo>
                    <a:pt x="1339977" y="724884"/>
                  </a:lnTo>
                  <a:lnTo>
                    <a:pt x="1341427" y="823797"/>
                  </a:lnTo>
                  <a:close/>
                  <a:moveTo>
                    <a:pt x="1270513" y="752352"/>
                  </a:moveTo>
                  <a:lnTo>
                    <a:pt x="1339977" y="724884"/>
                  </a:lnTo>
                  <a:lnTo>
                    <a:pt x="1237185" y="670137"/>
                  </a:lnTo>
                  <a:close/>
                  <a:moveTo>
                    <a:pt x="720941" y="94632"/>
                  </a:moveTo>
                  <a:lnTo>
                    <a:pt x="762720" y="113698"/>
                  </a:lnTo>
                  <a:lnTo>
                    <a:pt x="780156" y="76310"/>
                  </a:lnTo>
                  <a:close/>
                  <a:moveTo>
                    <a:pt x="780156" y="76310"/>
                  </a:moveTo>
                  <a:lnTo>
                    <a:pt x="814787" y="29710"/>
                  </a:lnTo>
                  <a:lnTo>
                    <a:pt x="750364" y="67500"/>
                  </a:lnTo>
                  <a:close/>
                  <a:moveTo>
                    <a:pt x="1902229" y="1271389"/>
                  </a:moveTo>
                  <a:lnTo>
                    <a:pt x="1851529" y="1289421"/>
                  </a:lnTo>
                  <a:lnTo>
                    <a:pt x="1927478" y="1350954"/>
                  </a:lnTo>
                  <a:close/>
                  <a:moveTo>
                    <a:pt x="1954846" y="1250985"/>
                  </a:moveTo>
                  <a:lnTo>
                    <a:pt x="1902229" y="1271389"/>
                  </a:lnTo>
                  <a:lnTo>
                    <a:pt x="1927478" y="1350954"/>
                  </a:lnTo>
                  <a:close/>
                  <a:moveTo>
                    <a:pt x="1446702" y="783846"/>
                  </a:moveTo>
                  <a:lnTo>
                    <a:pt x="1479421" y="796131"/>
                  </a:lnTo>
                  <a:lnTo>
                    <a:pt x="1484613" y="710387"/>
                  </a:lnTo>
                  <a:close/>
                  <a:moveTo>
                    <a:pt x="2065982" y="1159352"/>
                  </a:moveTo>
                  <a:lnTo>
                    <a:pt x="2133792" y="1212548"/>
                  </a:lnTo>
                  <a:lnTo>
                    <a:pt x="2189467" y="121964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39" name="Candidate_density__2058">
              <a:extLst>
                <a:ext uri="{FF2B5EF4-FFF2-40B4-BE49-F238E27FC236}">
                  <a16:creationId xmlns:a16="http://schemas.microsoft.com/office/drawing/2014/main" id="{99D51241-B244-2830-CD47-596C414F374A}"/>
                </a:ext>
              </a:extLst>
            </p:cNvPr>
            <p:cNvSpPr>
              <a:spLocks noGrp="1"/>
            </p:cNvSpPr>
            <p:nvPr/>
          </p:nvSpPr>
          <p:spPr>
            <a:xfrm>
              <a:off x="4508040" y="3189306"/>
              <a:ext cx="2238228" cy="1762676"/>
            </a:xfrm>
            <a:custGeom>
              <a:avLst/>
              <a:gdLst/>
              <a:ahLst/>
              <a:cxnLst/>
              <a:rect l="0" t="0" r="0" b="0"/>
              <a:pathLst>
                <a:path w="2238228" h="1762676">
                  <a:moveTo>
                    <a:pt x="52488" y="1689357"/>
                  </a:moveTo>
                  <a:lnTo>
                    <a:pt x="0" y="1696253"/>
                  </a:lnTo>
                  <a:lnTo>
                    <a:pt x="82128" y="1686049"/>
                  </a:lnTo>
                  <a:close/>
                  <a:moveTo>
                    <a:pt x="52488" y="1689357"/>
                  </a:moveTo>
                  <a:lnTo>
                    <a:pt x="11573" y="1700913"/>
                  </a:lnTo>
                  <a:lnTo>
                    <a:pt x="0" y="1696253"/>
                  </a:lnTo>
                  <a:close/>
                  <a:moveTo>
                    <a:pt x="87036" y="1686086"/>
                  </a:moveTo>
                  <a:lnTo>
                    <a:pt x="52488" y="1689357"/>
                  </a:lnTo>
                  <a:lnTo>
                    <a:pt x="82128" y="1686049"/>
                  </a:lnTo>
                  <a:close/>
                  <a:moveTo>
                    <a:pt x="318181" y="1491832"/>
                  </a:moveTo>
                  <a:lnTo>
                    <a:pt x="350523" y="1486609"/>
                  </a:lnTo>
                  <a:lnTo>
                    <a:pt x="394565" y="1436073"/>
                  </a:lnTo>
                  <a:close/>
                  <a:moveTo>
                    <a:pt x="273893" y="515935"/>
                  </a:moveTo>
                  <a:lnTo>
                    <a:pt x="285623" y="446605"/>
                  </a:lnTo>
                  <a:lnTo>
                    <a:pt x="264859" y="501098"/>
                  </a:lnTo>
                  <a:close/>
                  <a:moveTo>
                    <a:pt x="311176" y="395284"/>
                  </a:moveTo>
                  <a:lnTo>
                    <a:pt x="285623" y="446605"/>
                  </a:lnTo>
                  <a:lnTo>
                    <a:pt x="273893" y="515935"/>
                  </a:lnTo>
                  <a:close/>
                  <a:moveTo>
                    <a:pt x="269274" y="433721"/>
                  </a:moveTo>
                  <a:lnTo>
                    <a:pt x="311176" y="395284"/>
                  </a:lnTo>
                  <a:lnTo>
                    <a:pt x="273893" y="515935"/>
                  </a:lnTo>
                  <a:close/>
                  <a:moveTo>
                    <a:pt x="774094" y="664427"/>
                  </a:moveTo>
                  <a:lnTo>
                    <a:pt x="695757" y="650197"/>
                  </a:lnTo>
                  <a:lnTo>
                    <a:pt x="717478" y="667951"/>
                  </a:lnTo>
                  <a:close/>
                  <a:moveTo>
                    <a:pt x="695757" y="650197"/>
                  </a:moveTo>
                  <a:lnTo>
                    <a:pt x="774094" y="664427"/>
                  </a:lnTo>
                  <a:lnTo>
                    <a:pt x="816358" y="607242"/>
                  </a:lnTo>
                  <a:close/>
                  <a:moveTo>
                    <a:pt x="816358" y="607242"/>
                  </a:moveTo>
                  <a:lnTo>
                    <a:pt x="838212" y="598708"/>
                  </a:lnTo>
                  <a:lnTo>
                    <a:pt x="844475" y="565057"/>
                  </a:lnTo>
                  <a:close/>
                  <a:moveTo>
                    <a:pt x="774094" y="664427"/>
                  </a:moveTo>
                  <a:lnTo>
                    <a:pt x="834613" y="612038"/>
                  </a:lnTo>
                  <a:lnTo>
                    <a:pt x="816358" y="607242"/>
                  </a:lnTo>
                  <a:close/>
                  <a:moveTo>
                    <a:pt x="1924022" y="1762676"/>
                  </a:moveTo>
                  <a:lnTo>
                    <a:pt x="1915410" y="1759847"/>
                  </a:lnTo>
                  <a:lnTo>
                    <a:pt x="1868614" y="1754876"/>
                  </a:lnTo>
                  <a:close/>
                  <a:moveTo>
                    <a:pt x="1938890" y="1738969"/>
                  </a:moveTo>
                  <a:lnTo>
                    <a:pt x="1924022" y="1762676"/>
                  </a:lnTo>
                  <a:lnTo>
                    <a:pt x="1868614" y="1754876"/>
                  </a:lnTo>
                  <a:close/>
                  <a:moveTo>
                    <a:pt x="1938813" y="1677631"/>
                  </a:moveTo>
                  <a:lnTo>
                    <a:pt x="1924022" y="1762676"/>
                  </a:lnTo>
                  <a:lnTo>
                    <a:pt x="1938890" y="1738969"/>
                  </a:lnTo>
                  <a:close/>
                  <a:moveTo>
                    <a:pt x="1932384" y="1759847"/>
                  </a:moveTo>
                  <a:lnTo>
                    <a:pt x="1924022" y="1762676"/>
                  </a:lnTo>
                  <a:lnTo>
                    <a:pt x="1938813" y="1677631"/>
                  </a:lnTo>
                  <a:close/>
                  <a:moveTo>
                    <a:pt x="843432" y="533873"/>
                  </a:moveTo>
                  <a:lnTo>
                    <a:pt x="816358" y="607242"/>
                  </a:lnTo>
                  <a:lnTo>
                    <a:pt x="844475" y="565057"/>
                  </a:lnTo>
                  <a:close/>
                  <a:moveTo>
                    <a:pt x="1938813" y="1677631"/>
                  </a:moveTo>
                  <a:lnTo>
                    <a:pt x="1985256" y="1639195"/>
                  </a:lnTo>
                  <a:lnTo>
                    <a:pt x="1932384" y="1759847"/>
                  </a:lnTo>
                  <a:close/>
                  <a:moveTo>
                    <a:pt x="2147023" y="1592877"/>
                  </a:moveTo>
                  <a:lnTo>
                    <a:pt x="2098339" y="1626058"/>
                  </a:lnTo>
                  <a:lnTo>
                    <a:pt x="2214473" y="1566404"/>
                  </a:lnTo>
                  <a:close/>
                  <a:moveTo>
                    <a:pt x="2236048" y="1490596"/>
                  </a:moveTo>
                  <a:lnTo>
                    <a:pt x="2214473" y="1566404"/>
                  </a:lnTo>
                  <a:lnTo>
                    <a:pt x="2238228" y="1518544"/>
                  </a:lnTo>
                  <a:close/>
                  <a:moveTo>
                    <a:pt x="1341320" y="100686"/>
                  </a:moveTo>
                  <a:lnTo>
                    <a:pt x="1402456" y="50607"/>
                  </a:lnTo>
                  <a:lnTo>
                    <a:pt x="1450200" y="13912"/>
                  </a:lnTo>
                  <a:close/>
                  <a:moveTo>
                    <a:pt x="1988927" y="469303"/>
                  </a:moveTo>
                  <a:lnTo>
                    <a:pt x="1971573" y="581083"/>
                  </a:lnTo>
                  <a:lnTo>
                    <a:pt x="1975284" y="580486"/>
                  </a:lnTo>
                  <a:close/>
                  <a:moveTo>
                    <a:pt x="1988927" y="469303"/>
                  </a:moveTo>
                  <a:lnTo>
                    <a:pt x="1975284" y="580486"/>
                  </a:lnTo>
                  <a:lnTo>
                    <a:pt x="1975330" y="581083"/>
                  </a:lnTo>
                  <a:close/>
                  <a:moveTo>
                    <a:pt x="1454831" y="0"/>
                  </a:moveTo>
                  <a:lnTo>
                    <a:pt x="1450200" y="13912"/>
                  </a:lnTo>
                  <a:lnTo>
                    <a:pt x="1455447" y="557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40" name="Candidate_density__2059">
              <a:extLst>
                <a:ext uri="{FF2B5EF4-FFF2-40B4-BE49-F238E27FC236}">
                  <a16:creationId xmlns:a16="http://schemas.microsoft.com/office/drawing/2014/main" id="{CD72EDF7-CA41-A332-2DA3-5663DF16A0C5}"/>
                </a:ext>
              </a:extLst>
            </p:cNvPr>
            <p:cNvSpPr>
              <a:spLocks noGrp="1"/>
            </p:cNvSpPr>
            <p:nvPr/>
          </p:nvSpPr>
          <p:spPr>
            <a:xfrm>
              <a:off x="4497305" y="2251662"/>
              <a:ext cx="2284587" cy="2708719"/>
            </a:xfrm>
            <a:custGeom>
              <a:avLst/>
              <a:gdLst/>
              <a:ahLst/>
              <a:cxnLst/>
              <a:rect l="0" t="0" r="0" b="0"/>
              <a:pathLst>
                <a:path w="2284587" h="2708719">
                  <a:moveTo>
                    <a:pt x="0" y="2627001"/>
                  </a:moveTo>
                  <a:lnTo>
                    <a:pt x="10735" y="2633897"/>
                  </a:lnTo>
                  <a:lnTo>
                    <a:pt x="22308" y="2638556"/>
                  </a:lnTo>
                  <a:close/>
                  <a:moveTo>
                    <a:pt x="0" y="2627001"/>
                  </a:moveTo>
                  <a:lnTo>
                    <a:pt x="22308" y="2638556"/>
                  </a:lnTo>
                  <a:lnTo>
                    <a:pt x="86005" y="2670780"/>
                  </a:lnTo>
                  <a:close/>
                  <a:moveTo>
                    <a:pt x="300075" y="2380261"/>
                  </a:moveTo>
                  <a:lnTo>
                    <a:pt x="389743" y="2429476"/>
                  </a:lnTo>
                  <a:lnTo>
                    <a:pt x="361258" y="2424253"/>
                  </a:lnTo>
                  <a:close/>
                  <a:moveTo>
                    <a:pt x="498071" y="2226714"/>
                  </a:moveTo>
                  <a:lnTo>
                    <a:pt x="422072" y="2221220"/>
                  </a:lnTo>
                  <a:lnTo>
                    <a:pt x="427447" y="2226610"/>
                  </a:lnTo>
                  <a:close/>
                  <a:moveTo>
                    <a:pt x="543043" y="2270388"/>
                  </a:moveTo>
                  <a:lnTo>
                    <a:pt x="498071" y="2226714"/>
                  </a:lnTo>
                  <a:lnTo>
                    <a:pt x="452208" y="2217078"/>
                  </a:lnTo>
                  <a:close/>
                  <a:moveTo>
                    <a:pt x="673690" y="2326008"/>
                  </a:moveTo>
                  <a:lnTo>
                    <a:pt x="748714" y="2327851"/>
                  </a:lnTo>
                  <a:lnTo>
                    <a:pt x="785514" y="2250239"/>
                  </a:lnTo>
                  <a:close/>
                  <a:moveTo>
                    <a:pt x="888380" y="2193516"/>
                  </a:moveTo>
                  <a:lnTo>
                    <a:pt x="891758" y="2202193"/>
                  </a:lnTo>
                  <a:lnTo>
                    <a:pt x="904621" y="2201700"/>
                  </a:lnTo>
                  <a:close/>
                  <a:moveTo>
                    <a:pt x="925224" y="2193516"/>
                  </a:moveTo>
                  <a:lnTo>
                    <a:pt x="904621" y="2201700"/>
                  </a:lnTo>
                  <a:lnTo>
                    <a:pt x="891758" y="2202193"/>
                  </a:lnTo>
                  <a:close/>
                  <a:moveTo>
                    <a:pt x="888380" y="2193516"/>
                  </a:moveTo>
                  <a:lnTo>
                    <a:pt x="904621" y="2201700"/>
                  </a:lnTo>
                  <a:lnTo>
                    <a:pt x="942645" y="2160823"/>
                  </a:lnTo>
                  <a:close/>
                  <a:moveTo>
                    <a:pt x="321911" y="1332928"/>
                  </a:moveTo>
                  <a:lnTo>
                    <a:pt x="280009" y="1371365"/>
                  </a:lnTo>
                  <a:lnTo>
                    <a:pt x="337677" y="1260076"/>
                  </a:lnTo>
                  <a:close/>
                  <a:moveTo>
                    <a:pt x="280009" y="1371365"/>
                  </a:moveTo>
                  <a:lnTo>
                    <a:pt x="303309" y="1346784"/>
                  </a:lnTo>
                  <a:lnTo>
                    <a:pt x="337677" y="1260076"/>
                  </a:lnTo>
                  <a:close/>
                  <a:moveTo>
                    <a:pt x="560045" y="1318958"/>
                  </a:moveTo>
                  <a:lnTo>
                    <a:pt x="470034" y="1301757"/>
                  </a:lnTo>
                  <a:lnTo>
                    <a:pt x="534503" y="1309937"/>
                  </a:lnTo>
                  <a:close/>
                  <a:moveTo>
                    <a:pt x="480295" y="1299445"/>
                  </a:moveTo>
                  <a:lnTo>
                    <a:pt x="560045" y="1318958"/>
                  </a:lnTo>
                  <a:lnTo>
                    <a:pt x="608922" y="1286495"/>
                  </a:lnTo>
                  <a:close/>
                  <a:moveTo>
                    <a:pt x="1879349" y="2692520"/>
                  </a:moveTo>
                  <a:lnTo>
                    <a:pt x="1809151" y="2708719"/>
                  </a:lnTo>
                  <a:lnTo>
                    <a:pt x="1770044" y="2673544"/>
                  </a:lnTo>
                  <a:close/>
                  <a:moveTo>
                    <a:pt x="1879349" y="2692520"/>
                  </a:moveTo>
                  <a:lnTo>
                    <a:pt x="1926145" y="2697491"/>
                  </a:lnTo>
                  <a:lnTo>
                    <a:pt x="1859752" y="2682707"/>
                  </a:lnTo>
                  <a:close/>
                  <a:moveTo>
                    <a:pt x="1879349" y="2692520"/>
                  </a:moveTo>
                  <a:lnTo>
                    <a:pt x="1859752" y="2682707"/>
                  </a:lnTo>
                  <a:lnTo>
                    <a:pt x="1809151" y="2708719"/>
                  </a:lnTo>
                  <a:close/>
                  <a:moveTo>
                    <a:pt x="1198746" y="1819805"/>
                  </a:moveTo>
                  <a:lnTo>
                    <a:pt x="1212872" y="1722541"/>
                  </a:lnTo>
                  <a:lnTo>
                    <a:pt x="1170225" y="1776625"/>
                  </a:lnTo>
                  <a:close/>
                  <a:moveTo>
                    <a:pt x="1121793" y="1810746"/>
                  </a:moveTo>
                  <a:lnTo>
                    <a:pt x="1198746" y="1819805"/>
                  </a:lnTo>
                  <a:lnTo>
                    <a:pt x="1170225" y="1776625"/>
                  </a:lnTo>
                  <a:close/>
                  <a:moveTo>
                    <a:pt x="488663" y="585966"/>
                  </a:moveTo>
                  <a:lnTo>
                    <a:pt x="462198" y="565240"/>
                  </a:lnTo>
                  <a:lnTo>
                    <a:pt x="454649" y="557949"/>
                  </a:lnTo>
                  <a:close/>
                  <a:moveTo>
                    <a:pt x="2225208" y="2504048"/>
                  </a:moveTo>
                  <a:lnTo>
                    <a:pt x="2246782" y="2428240"/>
                  </a:lnTo>
                  <a:lnTo>
                    <a:pt x="2197123" y="2462499"/>
                  </a:lnTo>
                  <a:close/>
                  <a:moveTo>
                    <a:pt x="2157758" y="2530521"/>
                  </a:moveTo>
                  <a:lnTo>
                    <a:pt x="2225208" y="2504048"/>
                  </a:lnTo>
                  <a:lnTo>
                    <a:pt x="2197123" y="2462499"/>
                  </a:lnTo>
                  <a:close/>
                  <a:moveTo>
                    <a:pt x="2248963" y="2456187"/>
                  </a:moveTo>
                  <a:lnTo>
                    <a:pt x="2253726" y="2395470"/>
                  </a:lnTo>
                  <a:lnTo>
                    <a:pt x="2246782" y="2428240"/>
                  </a:lnTo>
                  <a:close/>
                  <a:moveTo>
                    <a:pt x="2284587" y="2335536"/>
                  </a:moveTo>
                  <a:lnTo>
                    <a:pt x="2253726" y="2395470"/>
                  </a:lnTo>
                  <a:lnTo>
                    <a:pt x="2248963" y="2456187"/>
                  </a:lnTo>
                  <a:close/>
                  <a:moveTo>
                    <a:pt x="1806546" y="2043316"/>
                  </a:moveTo>
                  <a:lnTo>
                    <a:pt x="1857761" y="1966199"/>
                  </a:lnTo>
                  <a:lnTo>
                    <a:pt x="1813234" y="2045112"/>
                  </a:lnTo>
                  <a:close/>
                  <a:moveTo>
                    <a:pt x="1806546" y="2043316"/>
                  </a:moveTo>
                  <a:lnTo>
                    <a:pt x="1803354" y="2041439"/>
                  </a:lnTo>
                  <a:lnTo>
                    <a:pt x="1855817" y="1962897"/>
                  </a:lnTo>
                  <a:close/>
                  <a:moveTo>
                    <a:pt x="1039620" y="1136571"/>
                  </a:moveTo>
                  <a:lnTo>
                    <a:pt x="1109179" y="1117980"/>
                  </a:lnTo>
                  <a:lnTo>
                    <a:pt x="1153278" y="1067657"/>
                  </a:lnTo>
                  <a:close/>
                  <a:moveTo>
                    <a:pt x="1109179" y="1117980"/>
                  </a:moveTo>
                  <a:lnTo>
                    <a:pt x="1183888" y="1118649"/>
                  </a:lnTo>
                  <a:lnTo>
                    <a:pt x="1232524" y="1085285"/>
                  </a:lnTo>
                  <a:close/>
                  <a:moveTo>
                    <a:pt x="532018" y="280158"/>
                  </a:moveTo>
                  <a:lnTo>
                    <a:pt x="506431" y="321148"/>
                  </a:lnTo>
                  <a:lnTo>
                    <a:pt x="543076" y="302045"/>
                  </a:lnTo>
                  <a:close/>
                  <a:moveTo>
                    <a:pt x="543076" y="302045"/>
                  </a:moveTo>
                  <a:lnTo>
                    <a:pt x="506431" y="321148"/>
                  </a:lnTo>
                  <a:lnTo>
                    <a:pt x="492028" y="383046"/>
                  </a:lnTo>
                  <a:close/>
                  <a:moveTo>
                    <a:pt x="532018" y="280158"/>
                  </a:moveTo>
                  <a:lnTo>
                    <a:pt x="543076" y="302045"/>
                  </a:lnTo>
                  <a:lnTo>
                    <a:pt x="563652" y="256430"/>
                  </a:lnTo>
                  <a:close/>
                  <a:moveTo>
                    <a:pt x="147627" y="30817"/>
                  </a:moveTo>
                  <a:lnTo>
                    <a:pt x="221965" y="30094"/>
                  </a:lnTo>
                  <a:lnTo>
                    <a:pt x="275831" y="16288"/>
                  </a:lnTo>
                  <a:close/>
                  <a:moveTo>
                    <a:pt x="275831" y="16288"/>
                  </a:moveTo>
                  <a:lnTo>
                    <a:pt x="221965" y="30094"/>
                  </a:lnTo>
                  <a:lnTo>
                    <a:pt x="346005" y="0"/>
                  </a:lnTo>
                  <a:close/>
                  <a:moveTo>
                    <a:pt x="2259458" y="2317843"/>
                  </a:moveTo>
                  <a:lnTo>
                    <a:pt x="2253726" y="2395470"/>
                  </a:lnTo>
                  <a:lnTo>
                    <a:pt x="2284587" y="2335536"/>
                  </a:lnTo>
                  <a:close/>
                  <a:moveTo>
                    <a:pt x="2230986" y="2240898"/>
                  </a:moveTo>
                  <a:lnTo>
                    <a:pt x="2259458" y="2317843"/>
                  </a:lnTo>
                  <a:lnTo>
                    <a:pt x="2284587" y="2335536"/>
                  </a:lnTo>
                  <a:close/>
                  <a:moveTo>
                    <a:pt x="1866663" y="1894349"/>
                  </a:moveTo>
                  <a:lnTo>
                    <a:pt x="1913629" y="1959878"/>
                  </a:lnTo>
                  <a:lnTo>
                    <a:pt x="1895413" y="1924460"/>
                  </a:lnTo>
                  <a:close/>
                  <a:moveTo>
                    <a:pt x="746961" y="497160"/>
                  </a:moveTo>
                  <a:lnTo>
                    <a:pt x="763105" y="609019"/>
                  </a:lnTo>
                  <a:lnTo>
                    <a:pt x="769471" y="526804"/>
                  </a:lnTo>
                  <a:close/>
                  <a:moveTo>
                    <a:pt x="800177" y="444588"/>
                  </a:moveTo>
                  <a:lnTo>
                    <a:pt x="826578" y="406152"/>
                  </a:lnTo>
                  <a:lnTo>
                    <a:pt x="818576" y="437031"/>
                  </a:lnTo>
                  <a:close/>
                  <a:moveTo>
                    <a:pt x="531657" y="200263"/>
                  </a:moveTo>
                  <a:lnTo>
                    <a:pt x="563652" y="256430"/>
                  </a:lnTo>
                  <a:lnTo>
                    <a:pt x="580049" y="159507"/>
                  </a:lnTo>
                  <a:close/>
                  <a:moveTo>
                    <a:pt x="532018" y="280158"/>
                  </a:moveTo>
                  <a:lnTo>
                    <a:pt x="563652" y="256430"/>
                  </a:lnTo>
                  <a:lnTo>
                    <a:pt x="531657" y="200263"/>
                  </a:lnTo>
                  <a:close/>
                  <a:moveTo>
                    <a:pt x="1852863" y="1605291"/>
                  </a:moveTo>
                  <a:lnTo>
                    <a:pt x="1873056" y="1592978"/>
                  </a:lnTo>
                  <a:lnTo>
                    <a:pt x="1889015" y="1518727"/>
                  </a:lnTo>
                  <a:close/>
                  <a:moveTo>
                    <a:pt x="1900841" y="1626879"/>
                  </a:moveTo>
                  <a:lnTo>
                    <a:pt x="1873056" y="1592978"/>
                  </a:lnTo>
                  <a:lnTo>
                    <a:pt x="1852863" y="1605291"/>
                  </a:lnTo>
                  <a:close/>
                  <a:moveTo>
                    <a:pt x="1900841" y="1626879"/>
                  </a:moveTo>
                  <a:lnTo>
                    <a:pt x="1895114" y="1675450"/>
                  </a:lnTo>
                  <a:lnTo>
                    <a:pt x="1907013" y="1639378"/>
                  </a:lnTo>
                  <a:close/>
                  <a:moveTo>
                    <a:pt x="1900841" y="1626879"/>
                  </a:moveTo>
                  <a:lnTo>
                    <a:pt x="1907013" y="1639378"/>
                  </a:lnTo>
                  <a:lnTo>
                    <a:pt x="1873056" y="1592978"/>
                  </a:lnTo>
                  <a:close/>
                  <a:moveTo>
                    <a:pt x="1397928" y="994643"/>
                  </a:moveTo>
                  <a:lnTo>
                    <a:pt x="1352054" y="1038330"/>
                  </a:lnTo>
                  <a:lnTo>
                    <a:pt x="1460935" y="951556"/>
                  </a:lnTo>
                  <a:close/>
                  <a:moveTo>
                    <a:pt x="1941264" y="1417595"/>
                  </a:moveTo>
                  <a:lnTo>
                    <a:pt x="1889015" y="1518727"/>
                  </a:lnTo>
                  <a:lnTo>
                    <a:pt x="1897277" y="1468335"/>
                  </a:lnTo>
                  <a:close/>
                  <a:moveTo>
                    <a:pt x="1897277" y="1468335"/>
                  </a:moveTo>
                  <a:lnTo>
                    <a:pt x="1982308" y="1518727"/>
                  </a:lnTo>
                  <a:lnTo>
                    <a:pt x="1941264" y="1417595"/>
                  </a:lnTo>
                  <a:close/>
                  <a:moveTo>
                    <a:pt x="1941264" y="1417595"/>
                  </a:moveTo>
                  <a:lnTo>
                    <a:pt x="1982308" y="1518727"/>
                  </a:lnTo>
                  <a:lnTo>
                    <a:pt x="1999662" y="1406947"/>
                  </a:lnTo>
                  <a:close/>
                  <a:moveTo>
                    <a:pt x="1999662" y="1406947"/>
                  </a:moveTo>
                  <a:lnTo>
                    <a:pt x="1980455" y="1398076"/>
                  </a:lnTo>
                  <a:lnTo>
                    <a:pt x="1941264" y="1417595"/>
                  </a:lnTo>
                  <a:close/>
                  <a:moveTo>
                    <a:pt x="1980455" y="1398076"/>
                  </a:moveTo>
                  <a:lnTo>
                    <a:pt x="1999662" y="1406947"/>
                  </a:lnTo>
                  <a:lnTo>
                    <a:pt x="2007277" y="1385750"/>
                  </a:lnTo>
                  <a:close/>
                  <a:moveTo>
                    <a:pt x="1465566" y="937644"/>
                  </a:moveTo>
                  <a:lnTo>
                    <a:pt x="1397928" y="994643"/>
                  </a:lnTo>
                  <a:lnTo>
                    <a:pt x="1460935" y="951556"/>
                  </a:lnTo>
                  <a:close/>
                  <a:moveTo>
                    <a:pt x="1441931" y="856766"/>
                  </a:moveTo>
                  <a:lnTo>
                    <a:pt x="1466181" y="943221"/>
                  </a:lnTo>
                  <a:lnTo>
                    <a:pt x="1445652" y="861006"/>
                  </a:lnTo>
                  <a:close/>
                  <a:moveTo>
                    <a:pt x="1441931" y="856766"/>
                  </a:moveTo>
                  <a:lnTo>
                    <a:pt x="1465566" y="937644"/>
                  </a:lnTo>
                  <a:lnTo>
                    <a:pt x="1466181" y="943221"/>
                  </a:lnTo>
                  <a:close/>
                  <a:moveTo>
                    <a:pt x="1425723" y="769851"/>
                  </a:moveTo>
                  <a:lnTo>
                    <a:pt x="1435461" y="740355"/>
                  </a:lnTo>
                  <a:lnTo>
                    <a:pt x="1396810" y="775263"/>
                  </a:lnTo>
                  <a:close/>
                  <a:moveTo>
                    <a:pt x="1425723" y="769851"/>
                  </a:moveTo>
                  <a:lnTo>
                    <a:pt x="1441931" y="856766"/>
                  </a:lnTo>
                  <a:lnTo>
                    <a:pt x="1445652" y="861006"/>
                  </a:lnTo>
                  <a:close/>
                  <a:moveTo>
                    <a:pt x="1435461" y="740355"/>
                  </a:moveTo>
                  <a:lnTo>
                    <a:pt x="1425723" y="769851"/>
                  </a:lnTo>
                  <a:lnTo>
                    <a:pt x="1445739" y="67953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41" name="Candidate_density__2060">
              <a:extLst>
                <a:ext uri="{FF2B5EF4-FFF2-40B4-BE49-F238E27FC236}">
                  <a16:creationId xmlns:a16="http://schemas.microsoft.com/office/drawing/2014/main" id="{D5D10223-5F84-235E-2E1D-0F3ACE6EB6D4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316537"/>
              <a:ext cx="2123910" cy="2786361"/>
            </a:xfrm>
            <a:custGeom>
              <a:avLst/>
              <a:gdLst/>
              <a:ahLst/>
              <a:cxnLst/>
              <a:rect l="0" t="0" r="0" b="0"/>
              <a:pathLst>
                <a:path w="2123910" h="2786361">
                  <a:moveTo>
                    <a:pt x="57989" y="2393769"/>
                  </a:moveTo>
                  <a:lnTo>
                    <a:pt x="49351" y="2397696"/>
                  </a:lnTo>
                  <a:lnTo>
                    <a:pt x="107978" y="2387452"/>
                  </a:lnTo>
                  <a:close/>
                  <a:moveTo>
                    <a:pt x="49351" y="2397696"/>
                  </a:moveTo>
                  <a:lnTo>
                    <a:pt x="0" y="2477599"/>
                  </a:lnTo>
                  <a:lnTo>
                    <a:pt x="107978" y="2387452"/>
                  </a:lnTo>
                  <a:close/>
                  <a:moveTo>
                    <a:pt x="107978" y="2387452"/>
                  </a:moveTo>
                  <a:lnTo>
                    <a:pt x="0" y="2477599"/>
                  </a:lnTo>
                  <a:lnTo>
                    <a:pt x="49596" y="2441474"/>
                  </a:lnTo>
                  <a:close/>
                  <a:moveTo>
                    <a:pt x="57989" y="2393769"/>
                  </a:moveTo>
                  <a:lnTo>
                    <a:pt x="107978" y="2387452"/>
                  </a:lnTo>
                  <a:lnTo>
                    <a:pt x="180295" y="2379176"/>
                  </a:lnTo>
                  <a:close/>
                  <a:moveTo>
                    <a:pt x="313992" y="2169983"/>
                  </a:moveTo>
                  <a:lnTo>
                    <a:pt x="263453" y="2200171"/>
                  </a:lnTo>
                  <a:lnTo>
                    <a:pt x="350435" y="2177107"/>
                  </a:lnTo>
                  <a:close/>
                  <a:moveTo>
                    <a:pt x="471378" y="1876653"/>
                  </a:moveTo>
                  <a:lnTo>
                    <a:pt x="458390" y="1958868"/>
                  </a:lnTo>
                  <a:lnTo>
                    <a:pt x="552702" y="1920432"/>
                  </a:lnTo>
                  <a:close/>
                  <a:moveTo>
                    <a:pt x="471378" y="1876653"/>
                  </a:moveTo>
                  <a:lnTo>
                    <a:pt x="552702" y="1920432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471378" y="1876653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512872" y="1838216"/>
                  </a:lnTo>
                  <a:lnTo>
                    <a:pt x="508350" y="1756001"/>
                  </a:lnTo>
                  <a:close/>
                  <a:moveTo>
                    <a:pt x="517088" y="1726403"/>
                  </a:moveTo>
                  <a:lnTo>
                    <a:pt x="449237" y="1794438"/>
                  </a:lnTo>
                  <a:lnTo>
                    <a:pt x="508350" y="1756001"/>
                  </a:lnTo>
                  <a:close/>
                  <a:moveTo>
                    <a:pt x="1493899" y="2786361"/>
                  </a:moveTo>
                  <a:lnTo>
                    <a:pt x="1517502" y="2743664"/>
                  </a:lnTo>
                  <a:lnTo>
                    <a:pt x="1429246" y="2742583"/>
                  </a:lnTo>
                  <a:close/>
                  <a:moveTo>
                    <a:pt x="512872" y="1838216"/>
                  </a:moveTo>
                  <a:lnTo>
                    <a:pt x="576124" y="1914626"/>
                  </a:lnTo>
                  <a:lnTo>
                    <a:pt x="577095" y="1813744"/>
                  </a:lnTo>
                  <a:close/>
                  <a:moveTo>
                    <a:pt x="512872" y="1838216"/>
                  </a:moveTo>
                  <a:lnTo>
                    <a:pt x="552702" y="1920432"/>
                  </a:lnTo>
                  <a:lnTo>
                    <a:pt x="576124" y="1914626"/>
                  </a:lnTo>
                  <a:close/>
                  <a:moveTo>
                    <a:pt x="508350" y="1756001"/>
                  </a:moveTo>
                  <a:lnTo>
                    <a:pt x="577095" y="1813744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12872" y="1838216"/>
                  </a:lnTo>
                  <a:lnTo>
                    <a:pt x="577095" y="1813744"/>
                  </a:lnTo>
                  <a:close/>
                  <a:moveTo>
                    <a:pt x="577095" y="1813744"/>
                  </a:moveTo>
                  <a:lnTo>
                    <a:pt x="646356" y="1717937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49371" y="1736191"/>
                  </a:lnTo>
                  <a:lnTo>
                    <a:pt x="517088" y="1726403"/>
                  </a:lnTo>
                  <a:close/>
                  <a:moveTo>
                    <a:pt x="517088" y="1726403"/>
                  </a:moveTo>
                  <a:lnTo>
                    <a:pt x="549371" y="1736191"/>
                  </a:lnTo>
                  <a:lnTo>
                    <a:pt x="585496" y="1703513"/>
                  </a:lnTo>
                  <a:close/>
                  <a:moveTo>
                    <a:pt x="774815" y="1774186"/>
                  </a:moveTo>
                  <a:lnTo>
                    <a:pt x="756452" y="1848827"/>
                  </a:lnTo>
                  <a:lnTo>
                    <a:pt x="814786" y="1761344"/>
                  </a:lnTo>
                  <a:close/>
                  <a:moveTo>
                    <a:pt x="849484" y="1702797"/>
                  </a:moveTo>
                  <a:lnTo>
                    <a:pt x="774815" y="1774186"/>
                  </a:lnTo>
                  <a:lnTo>
                    <a:pt x="814786" y="1761344"/>
                  </a:lnTo>
                  <a:close/>
                  <a:moveTo>
                    <a:pt x="398942" y="1470920"/>
                  </a:moveTo>
                  <a:lnTo>
                    <a:pt x="480569" y="1531351"/>
                  </a:lnTo>
                  <a:lnTo>
                    <a:pt x="456510" y="1450817"/>
                  </a:lnTo>
                  <a:close/>
                  <a:moveTo>
                    <a:pt x="456510" y="1450817"/>
                  </a:moveTo>
                  <a:lnTo>
                    <a:pt x="422209" y="1435118"/>
                  </a:lnTo>
                  <a:lnTo>
                    <a:pt x="398942" y="1470920"/>
                  </a:lnTo>
                  <a:close/>
                  <a:moveTo>
                    <a:pt x="528056" y="1353152"/>
                  </a:moveTo>
                  <a:lnTo>
                    <a:pt x="429639" y="1388704"/>
                  </a:lnTo>
                  <a:lnTo>
                    <a:pt x="535287" y="1364043"/>
                  </a:lnTo>
                  <a:close/>
                  <a:moveTo>
                    <a:pt x="429639" y="1388704"/>
                  </a:moveTo>
                  <a:lnTo>
                    <a:pt x="422209" y="1435118"/>
                  </a:lnTo>
                  <a:lnTo>
                    <a:pt x="535287" y="1364043"/>
                  </a:lnTo>
                  <a:close/>
                  <a:moveTo>
                    <a:pt x="535287" y="1364043"/>
                  </a:moveTo>
                  <a:lnTo>
                    <a:pt x="422209" y="1435118"/>
                  </a:lnTo>
                  <a:lnTo>
                    <a:pt x="507966" y="1432483"/>
                  </a:lnTo>
                  <a:close/>
                  <a:moveTo>
                    <a:pt x="507966" y="1432483"/>
                  </a:moveTo>
                  <a:lnTo>
                    <a:pt x="422209" y="1435118"/>
                  </a:lnTo>
                  <a:lnTo>
                    <a:pt x="456510" y="1450817"/>
                  </a:lnTo>
                  <a:close/>
                  <a:moveTo>
                    <a:pt x="814786" y="1761344"/>
                  </a:moveTo>
                  <a:lnTo>
                    <a:pt x="920002" y="1816836"/>
                  </a:lnTo>
                  <a:lnTo>
                    <a:pt x="898918" y="1733884"/>
                  </a:lnTo>
                  <a:close/>
                  <a:moveTo>
                    <a:pt x="920002" y="1816836"/>
                  </a:moveTo>
                  <a:lnTo>
                    <a:pt x="986592" y="1723200"/>
                  </a:lnTo>
                  <a:lnTo>
                    <a:pt x="898918" y="1733884"/>
                  </a:lnTo>
                  <a:close/>
                  <a:moveTo>
                    <a:pt x="849484" y="1702797"/>
                  </a:moveTo>
                  <a:lnTo>
                    <a:pt x="814786" y="1761344"/>
                  </a:lnTo>
                  <a:lnTo>
                    <a:pt x="898918" y="1733884"/>
                  </a:lnTo>
                  <a:close/>
                  <a:moveTo>
                    <a:pt x="535287" y="1364043"/>
                  </a:moveTo>
                  <a:lnTo>
                    <a:pt x="507966" y="1432483"/>
                  </a:lnTo>
                  <a:lnTo>
                    <a:pt x="572592" y="1417037"/>
                  </a:lnTo>
                  <a:close/>
                  <a:moveTo>
                    <a:pt x="665853" y="1358344"/>
                  </a:moveTo>
                  <a:lnTo>
                    <a:pt x="572592" y="1417037"/>
                  </a:lnTo>
                  <a:lnTo>
                    <a:pt x="646675" y="1394046"/>
                  </a:lnTo>
                  <a:close/>
                  <a:moveTo>
                    <a:pt x="535287" y="1364043"/>
                  </a:moveTo>
                  <a:lnTo>
                    <a:pt x="572592" y="1417037"/>
                  </a:lnTo>
                  <a:lnTo>
                    <a:pt x="665853" y="1358344"/>
                  </a:lnTo>
                  <a:close/>
                  <a:moveTo>
                    <a:pt x="1093064" y="1625783"/>
                  </a:moveTo>
                  <a:lnTo>
                    <a:pt x="987173" y="1722907"/>
                  </a:lnTo>
                  <a:lnTo>
                    <a:pt x="1071240" y="1684471"/>
                  </a:lnTo>
                  <a:close/>
                  <a:moveTo>
                    <a:pt x="777057" y="1280260"/>
                  </a:moveTo>
                  <a:lnTo>
                    <a:pt x="722166" y="1311831"/>
                  </a:lnTo>
                  <a:lnTo>
                    <a:pt x="665853" y="1358344"/>
                  </a:lnTo>
                  <a:close/>
                  <a:moveTo>
                    <a:pt x="699891" y="379713"/>
                  </a:moveTo>
                  <a:lnTo>
                    <a:pt x="710223" y="297498"/>
                  </a:lnTo>
                  <a:lnTo>
                    <a:pt x="683871" y="386239"/>
                  </a:lnTo>
                  <a:close/>
                  <a:moveTo>
                    <a:pt x="710223" y="297498"/>
                  </a:moveTo>
                  <a:lnTo>
                    <a:pt x="634469" y="326310"/>
                  </a:lnTo>
                  <a:lnTo>
                    <a:pt x="683871" y="386239"/>
                  </a:lnTo>
                  <a:close/>
                  <a:moveTo>
                    <a:pt x="1319735" y="1055143"/>
                  </a:moveTo>
                  <a:lnTo>
                    <a:pt x="1290758" y="1119649"/>
                  </a:lnTo>
                  <a:lnTo>
                    <a:pt x="1360694" y="1100376"/>
                  </a:lnTo>
                  <a:close/>
                  <a:moveTo>
                    <a:pt x="1185265" y="790789"/>
                  </a:moveTo>
                  <a:lnTo>
                    <a:pt x="1290718" y="834567"/>
                  </a:lnTo>
                  <a:lnTo>
                    <a:pt x="1260631" y="752352"/>
                  </a:lnTo>
                  <a:close/>
                  <a:moveTo>
                    <a:pt x="710223" y="297498"/>
                  </a:moveTo>
                  <a:lnTo>
                    <a:pt x="802844" y="350108"/>
                  </a:lnTo>
                  <a:lnTo>
                    <a:pt x="770755" y="276104"/>
                  </a:lnTo>
                  <a:close/>
                  <a:moveTo>
                    <a:pt x="710223" y="297498"/>
                  </a:moveTo>
                  <a:lnTo>
                    <a:pt x="699891" y="379713"/>
                  </a:lnTo>
                  <a:lnTo>
                    <a:pt x="802844" y="350108"/>
                  </a:lnTo>
                  <a:close/>
                  <a:moveTo>
                    <a:pt x="802844" y="350108"/>
                  </a:moveTo>
                  <a:lnTo>
                    <a:pt x="860281" y="26391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710666" y="215283"/>
                  </a:lnTo>
                  <a:lnTo>
                    <a:pt x="710223" y="297498"/>
                  </a:lnTo>
                  <a:close/>
                  <a:moveTo>
                    <a:pt x="731175" y="208190"/>
                  </a:moveTo>
                  <a:lnTo>
                    <a:pt x="710666" y="21528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832165" y="186678"/>
                  </a:lnTo>
                  <a:lnTo>
                    <a:pt x="731175" y="208190"/>
                  </a:lnTo>
                  <a:close/>
                  <a:moveTo>
                    <a:pt x="752838" y="113698"/>
                  </a:moveTo>
                  <a:lnTo>
                    <a:pt x="710666" y="215283"/>
                  </a:lnTo>
                  <a:lnTo>
                    <a:pt x="731175" y="208190"/>
                  </a:lnTo>
                  <a:close/>
                  <a:moveTo>
                    <a:pt x="504986" y="50852"/>
                  </a:moveTo>
                  <a:lnTo>
                    <a:pt x="538419" y="43528"/>
                  </a:lnTo>
                  <a:lnTo>
                    <a:pt x="515809" y="0"/>
                  </a:lnTo>
                  <a:close/>
                  <a:moveTo>
                    <a:pt x="1290718" y="834567"/>
                  </a:moveTo>
                  <a:lnTo>
                    <a:pt x="1343666" y="914035"/>
                  </a:lnTo>
                  <a:lnTo>
                    <a:pt x="1331545" y="823797"/>
                  </a:lnTo>
                  <a:close/>
                  <a:moveTo>
                    <a:pt x="1341607" y="921719"/>
                  </a:moveTo>
                  <a:lnTo>
                    <a:pt x="1438481" y="878346"/>
                  </a:lnTo>
                  <a:lnTo>
                    <a:pt x="1343666" y="914035"/>
                  </a:lnTo>
                  <a:close/>
                  <a:moveTo>
                    <a:pt x="1438481" y="878346"/>
                  </a:moveTo>
                  <a:lnTo>
                    <a:pt x="1442443" y="804867"/>
                  </a:lnTo>
                  <a:lnTo>
                    <a:pt x="1343666" y="914035"/>
                  </a:lnTo>
                  <a:close/>
                  <a:moveTo>
                    <a:pt x="1343666" y="914035"/>
                  </a:moveTo>
                  <a:lnTo>
                    <a:pt x="1442443" y="804867"/>
                  </a:lnTo>
                  <a:lnTo>
                    <a:pt x="1437593" y="798174"/>
                  </a:lnTo>
                  <a:close/>
                  <a:moveTo>
                    <a:pt x="1343666" y="914035"/>
                  </a:moveTo>
                  <a:lnTo>
                    <a:pt x="1437593" y="798174"/>
                  </a:lnTo>
                  <a:lnTo>
                    <a:pt x="1331545" y="823797"/>
                  </a:lnTo>
                  <a:close/>
                  <a:moveTo>
                    <a:pt x="1260631" y="752352"/>
                  </a:moveTo>
                  <a:lnTo>
                    <a:pt x="1290718" y="834567"/>
                  </a:lnTo>
                  <a:lnTo>
                    <a:pt x="1331545" y="823797"/>
                  </a:lnTo>
                  <a:close/>
                  <a:moveTo>
                    <a:pt x="1437593" y="798174"/>
                  </a:moveTo>
                  <a:lnTo>
                    <a:pt x="1469540" y="796131"/>
                  </a:lnTo>
                  <a:lnTo>
                    <a:pt x="1436820" y="783846"/>
                  </a:lnTo>
                  <a:close/>
                  <a:moveTo>
                    <a:pt x="1437593" y="798174"/>
                  </a:moveTo>
                  <a:lnTo>
                    <a:pt x="1442443" y="804867"/>
                  </a:lnTo>
                  <a:lnTo>
                    <a:pt x="1469540" y="796131"/>
                  </a:lnTo>
                  <a:close/>
                  <a:moveTo>
                    <a:pt x="740482" y="67500"/>
                  </a:moveTo>
                  <a:lnTo>
                    <a:pt x="711060" y="94632"/>
                  </a:lnTo>
                  <a:lnTo>
                    <a:pt x="770274" y="76310"/>
                  </a:lnTo>
                  <a:close/>
                  <a:moveTo>
                    <a:pt x="1861140" y="1255671"/>
                  </a:moveTo>
                  <a:lnTo>
                    <a:pt x="1841647" y="1289421"/>
                  </a:lnTo>
                  <a:lnTo>
                    <a:pt x="1892347" y="1271389"/>
                  </a:lnTo>
                  <a:close/>
                  <a:moveTo>
                    <a:pt x="1897559" y="1207206"/>
                  </a:moveTo>
                  <a:lnTo>
                    <a:pt x="1861140" y="1255671"/>
                  </a:lnTo>
                  <a:lnTo>
                    <a:pt x="1978593" y="1200953"/>
                  </a:lnTo>
                  <a:close/>
                  <a:moveTo>
                    <a:pt x="1978593" y="1200953"/>
                  </a:moveTo>
                  <a:lnTo>
                    <a:pt x="1861140" y="1255671"/>
                  </a:lnTo>
                  <a:lnTo>
                    <a:pt x="1944964" y="1250985"/>
                  </a:lnTo>
                  <a:close/>
                  <a:moveTo>
                    <a:pt x="1944964" y="1250985"/>
                  </a:moveTo>
                  <a:lnTo>
                    <a:pt x="1861140" y="1255671"/>
                  </a:lnTo>
                  <a:lnTo>
                    <a:pt x="1892347" y="1271389"/>
                  </a:lnTo>
                  <a:close/>
                  <a:moveTo>
                    <a:pt x="1940217" y="1192971"/>
                  </a:moveTo>
                  <a:lnTo>
                    <a:pt x="1978593" y="1200953"/>
                  </a:lnTo>
                  <a:lnTo>
                    <a:pt x="2026444" y="1168770"/>
                  </a:lnTo>
                  <a:close/>
                  <a:moveTo>
                    <a:pt x="1494925" y="851657"/>
                  </a:moveTo>
                  <a:lnTo>
                    <a:pt x="1469540" y="796131"/>
                  </a:lnTo>
                  <a:lnTo>
                    <a:pt x="1442443" y="804867"/>
                  </a:lnTo>
                  <a:close/>
                  <a:moveTo>
                    <a:pt x="2021055" y="1227344"/>
                  </a:moveTo>
                  <a:lnTo>
                    <a:pt x="2119816" y="1235101"/>
                  </a:lnTo>
                  <a:lnTo>
                    <a:pt x="2111282" y="1212548"/>
                  </a:lnTo>
                  <a:close/>
                  <a:moveTo>
                    <a:pt x="1978593" y="1200953"/>
                  </a:moveTo>
                  <a:lnTo>
                    <a:pt x="1944964" y="1250985"/>
                  </a:lnTo>
                  <a:lnTo>
                    <a:pt x="2021055" y="1227344"/>
                  </a:lnTo>
                  <a:close/>
                  <a:moveTo>
                    <a:pt x="2056100" y="1159352"/>
                  </a:moveTo>
                  <a:lnTo>
                    <a:pt x="2026444" y="1168770"/>
                  </a:lnTo>
                  <a:lnTo>
                    <a:pt x="2113055" y="1209825"/>
                  </a:lnTo>
                  <a:close/>
                  <a:moveTo>
                    <a:pt x="2026444" y="1168770"/>
                  </a:moveTo>
                  <a:lnTo>
                    <a:pt x="1978593" y="1200953"/>
                  </a:lnTo>
                  <a:lnTo>
                    <a:pt x="2113055" y="1209825"/>
                  </a:lnTo>
                  <a:close/>
                  <a:moveTo>
                    <a:pt x="2113055" y="1209825"/>
                  </a:moveTo>
                  <a:lnTo>
                    <a:pt x="1978593" y="1200953"/>
                  </a:lnTo>
                  <a:lnTo>
                    <a:pt x="2111282" y="1212548"/>
                  </a:lnTo>
                  <a:close/>
                  <a:moveTo>
                    <a:pt x="2111282" y="1212548"/>
                  </a:moveTo>
                  <a:lnTo>
                    <a:pt x="1978593" y="1200953"/>
                  </a:lnTo>
                  <a:lnTo>
                    <a:pt x="2021055" y="1227344"/>
                  </a:lnTo>
                  <a:close/>
                  <a:moveTo>
                    <a:pt x="2113055" y="1209825"/>
                  </a:moveTo>
                  <a:lnTo>
                    <a:pt x="2123910" y="1212548"/>
                  </a:lnTo>
                  <a:lnTo>
                    <a:pt x="2056100" y="1159352"/>
                  </a:lnTo>
                  <a:close/>
                  <a:moveTo>
                    <a:pt x="2111282" y="1212548"/>
                  </a:moveTo>
                  <a:lnTo>
                    <a:pt x="2119816" y="1235101"/>
                  </a:lnTo>
                  <a:lnTo>
                    <a:pt x="2115187" y="1211408"/>
                  </a:lnTo>
                  <a:close/>
                  <a:moveTo>
                    <a:pt x="2113055" y="1209825"/>
                  </a:moveTo>
                  <a:lnTo>
                    <a:pt x="2111282" y="1212548"/>
                  </a:lnTo>
                  <a:lnTo>
                    <a:pt x="2115187" y="1211408"/>
                  </a:lnTo>
                  <a:close/>
                  <a:moveTo>
                    <a:pt x="2115187" y="1211408"/>
                  </a:moveTo>
                  <a:lnTo>
                    <a:pt x="2119816" y="1235101"/>
                  </a:lnTo>
                  <a:lnTo>
                    <a:pt x="2123910" y="1212548"/>
                  </a:lnTo>
                  <a:close/>
                  <a:moveTo>
                    <a:pt x="2115187" y="1211408"/>
                  </a:moveTo>
                  <a:lnTo>
                    <a:pt x="2123910" y="1212548"/>
                  </a:lnTo>
                  <a:lnTo>
                    <a:pt x="2113055" y="120982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42" name="Candidate_density__2061">
              <a:extLst>
                <a:ext uri="{FF2B5EF4-FFF2-40B4-BE49-F238E27FC236}">
                  <a16:creationId xmlns:a16="http://schemas.microsoft.com/office/drawing/2014/main" id="{982CC27B-0036-46BD-E30B-EF26045E6184}"/>
                </a:ext>
              </a:extLst>
            </p:cNvPr>
            <p:cNvSpPr>
              <a:spLocks noGrp="1"/>
            </p:cNvSpPr>
            <p:nvPr/>
          </p:nvSpPr>
          <p:spPr>
            <a:xfrm>
              <a:off x="4491611" y="2277833"/>
              <a:ext cx="2265152" cy="3076939"/>
            </a:xfrm>
            <a:custGeom>
              <a:avLst/>
              <a:gdLst/>
              <a:ahLst/>
              <a:cxnLst/>
              <a:rect l="0" t="0" r="0" b="0"/>
              <a:pathLst>
                <a:path w="2265152" h="3076939">
                  <a:moveTo>
                    <a:pt x="9466" y="2562393"/>
                  </a:moveTo>
                  <a:lnTo>
                    <a:pt x="5694" y="2600829"/>
                  </a:lnTo>
                  <a:lnTo>
                    <a:pt x="91699" y="2644608"/>
                  </a:lnTo>
                  <a:close/>
                  <a:moveTo>
                    <a:pt x="274396" y="2761096"/>
                  </a:moveTo>
                  <a:lnTo>
                    <a:pt x="401385" y="2742025"/>
                  </a:lnTo>
                  <a:lnTo>
                    <a:pt x="321512" y="2722051"/>
                  </a:lnTo>
                  <a:close/>
                  <a:moveTo>
                    <a:pt x="107360" y="2606172"/>
                  </a:moveTo>
                  <a:lnTo>
                    <a:pt x="91699" y="2644608"/>
                  </a:lnTo>
                  <a:lnTo>
                    <a:pt x="96293" y="2652508"/>
                  </a:lnTo>
                  <a:close/>
                  <a:moveTo>
                    <a:pt x="551947" y="3026293"/>
                  </a:moveTo>
                  <a:lnTo>
                    <a:pt x="650838" y="2978811"/>
                  </a:lnTo>
                  <a:lnTo>
                    <a:pt x="562749" y="3006498"/>
                  </a:lnTo>
                  <a:close/>
                  <a:moveTo>
                    <a:pt x="674712" y="2991431"/>
                  </a:moveTo>
                  <a:lnTo>
                    <a:pt x="650838" y="2978811"/>
                  </a:lnTo>
                  <a:lnTo>
                    <a:pt x="551947" y="3026293"/>
                  </a:lnTo>
                  <a:close/>
                  <a:moveTo>
                    <a:pt x="635009" y="3058190"/>
                  </a:moveTo>
                  <a:lnTo>
                    <a:pt x="674712" y="2991431"/>
                  </a:lnTo>
                  <a:lnTo>
                    <a:pt x="551947" y="3026293"/>
                  </a:lnTo>
                  <a:close/>
                  <a:moveTo>
                    <a:pt x="714554" y="3076939"/>
                  </a:moveTo>
                  <a:lnTo>
                    <a:pt x="743577" y="2980673"/>
                  </a:lnTo>
                  <a:lnTo>
                    <a:pt x="674712" y="2991431"/>
                  </a:lnTo>
                  <a:close/>
                  <a:moveTo>
                    <a:pt x="635009" y="3058190"/>
                  </a:moveTo>
                  <a:lnTo>
                    <a:pt x="714554" y="3076939"/>
                  </a:lnTo>
                  <a:lnTo>
                    <a:pt x="674712" y="2991431"/>
                  </a:lnTo>
                  <a:close/>
                  <a:moveTo>
                    <a:pt x="743577" y="2980673"/>
                  </a:moveTo>
                  <a:lnTo>
                    <a:pt x="693806" y="2921044"/>
                  </a:lnTo>
                  <a:lnTo>
                    <a:pt x="725667" y="2978811"/>
                  </a:lnTo>
                  <a:close/>
                  <a:moveTo>
                    <a:pt x="693806" y="2921044"/>
                  </a:moveTo>
                  <a:lnTo>
                    <a:pt x="680361" y="2896595"/>
                  </a:lnTo>
                  <a:lnTo>
                    <a:pt x="725667" y="2978811"/>
                  </a:lnTo>
                  <a:close/>
                  <a:moveTo>
                    <a:pt x="420454" y="2661222"/>
                  </a:moveTo>
                  <a:lnTo>
                    <a:pt x="401385" y="2742025"/>
                  </a:lnTo>
                  <a:lnTo>
                    <a:pt x="488392" y="2766672"/>
                  </a:lnTo>
                  <a:close/>
                  <a:moveTo>
                    <a:pt x="420454" y="2661222"/>
                  </a:moveTo>
                  <a:lnTo>
                    <a:pt x="321512" y="2722051"/>
                  </a:lnTo>
                  <a:lnTo>
                    <a:pt x="401385" y="2742025"/>
                  </a:lnTo>
                  <a:close/>
                  <a:moveTo>
                    <a:pt x="420454" y="2661222"/>
                  </a:moveTo>
                  <a:lnTo>
                    <a:pt x="341311" y="2664971"/>
                  </a:lnTo>
                  <a:lnTo>
                    <a:pt x="321512" y="2722051"/>
                  </a:lnTo>
                  <a:close/>
                  <a:moveTo>
                    <a:pt x="667728" y="2881652"/>
                  </a:moveTo>
                  <a:lnTo>
                    <a:pt x="725667" y="2978811"/>
                  </a:lnTo>
                  <a:lnTo>
                    <a:pt x="680361" y="2896595"/>
                  </a:lnTo>
                  <a:close/>
                  <a:moveTo>
                    <a:pt x="667728" y="2881652"/>
                  </a:moveTo>
                  <a:lnTo>
                    <a:pt x="679247" y="2972380"/>
                  </a:lnTo>
                  <a:lnTo>
                    <a:pt x="725667" y="2978811"/>
                  </a:lnTo>
                  <a:close/>
                  <a:moveTo>
                    <a:pt x="667728" y="2881652"/>
                  </a:moveTo>
                  <a:lnTo>
                    <a:pt x="680361" y="2896595"/>
                  </a:lnTo>
                  <a:lnTo>
                    <a:pt x="640080" y="2861946"/>
                  </a:lnTo>
                  <a:close/>
                  <a:moveTo>
                    <a:pt x="338243" y="2267096"/>
                  </a:moveTo>
                  <a:lnTo>
                    <a:pt x="410994" y="2347545"/>
                  </a:lnTo>
                  <a:lnTo>
                    <a:pt x="430144" y="2252974"/>
                  </a:lnTo>
                  <a:close/>
                  <a:moveTo>
                    <a:pt x="418780" y="2326432"/>
                  </a:moveTo>
                  <a:lnTo>
                    <a:pt x="410994" y="2347545"/>
                  </a:lnTo>
                  <a:lnTo>
                    <a:pt x="338243" y="2267096"/>
                  </a:lnTo>
                  <a:close/>
                  <a:moveTo>
                    <a:pt x="485302" y="2268724"/>
                  </a:moveTo>
                  <a:lnTo>
                    <a:pt x="430144" y="2252974"/>
                  </a:lnTo>
                  <a:lnTo>
                    <a:pt x="410994" y="2347545"/>
                  </a:lnTo>
                  <a:close/>
                  <a:moveTo>
                    <a:pt x="601483" y="2287234"/>
                  </a:moveTo>
                  <a:lnTo>
                    <a:pt x="560738" y="2207396"/>
                  </a:lnTo>
                  <a:lnTo>
                    <a:pt x="548738" y="2244217"/>
                  </a:lnTo>
                  <a:close/>
                  <a:moveTo>
                    <a:pt x="563588" y="2209008"/>
                  </a:moveTo>
                  <a:lnTo>
                    <a:pt x="560738" y="2207396"/>
                  </a:lnTo>
                  <a:lnTo>
                    <a:pt x="601483" y="2287234"/>
                  </a:lnTo>
                  <a:close/>
                  <a:moveTo>
                    <a:pt x="386406" y="2162002"/>
                  </a:moveTo>
                  <a:lnTo>
                    <a:pt x="427766" y="2195048"/>
                  </a:lnTo>
                  <a:lnTo>
                    <a:pt x="360393" y="2148996"/>
                  </a:lnTo>
                  <a:close/>
                  <a:moveTo>
                    <a:pt x="386406" y="2162002"/>
                  </a:moveTo>
                  <a:lnTo>
                    <a:pt x="360393" y="2148996"/>
                  </a:lnTo>
                  <a:lnTo>
                    <a:pt x="322763" y="2079497"/>
                  </a:lnTo>
                  <a:close/>
                  <a:moveTo>
                    <a:pt x="742700" y="2180649"/>
                  </a:moveTo>
                  <a:lnTo>
                    <a:pt x="730398" y="2090557"/>
                  </a:lnTo>
                  <a:lnTo>
                    <a:pt x="718164" y="2167344"/>
                  </a:lnTo>
                  <a:close/>
                  <a:moveTo>
                    <a:pt x="730398" y="2090557"/>
                  </a:moveTo>
                  <a:lnTo>
                    <a:pt x="717888" y="2085129"/>
                  </a:lnTo>
                  <a:lnTo>
                    <a:pt x="718164" y="2167344"/>
                  </a:lnTo>
                  <a:close/>
                  <a:moveTo>
                    <a:pt x="557289" y="2010016"/>
                  </a:moveTo>
                  <a:lnTo>
                    <a:pt x="638437" y="1994997"/>
                  </a:lnTo>
                  <a:lnTo>
                    <a:pt x="571703" y="1958797"/>
                  </a:lnTo>
                  <a:close/>
                  <a:moveTo>
                    <a:pt x="647972" y="2002914"/>
                  </a:moveTo>
                  <a:lnTo>
                    <a:pt x="571703" y="1958797"/>
                  </a:lnTo>
                  <a:lnTo>
                    <a:pt x="638437" y="1994997"/>
                  </a:lnTo>
                  <a:close/>
                  <a:moveTo>
                    <a:pt x="691949" y="2061224"/>
                  </a:moveTo>
                  <a:lnTo>
                    <a:pt x="718164" y="2167344"/>
                  </a:lnTo>
                  <a:lnTo>
                    <a:pt x="717888" y="2085129"/>
                  </a:lnTo>
                  <a:close/>
                  <a:moveTo>
                    <a:pt x="646726" y="1997897"/>
                  </a:moveTo>
                  <a:lnTo>
                    <a:pt x="717888" y="2085129"/>
                  </a:lnTo>
                  <a:lnTo>
                    <a:pt x="647972" y="2002914"/>
                  </a:lnTo>
                  <a:close/>
                  <a:moveTo>
                    <a:pt x="646726" y="1997897"/>
                  </a:moveTo>
                  <a:lnTo>
                    <a:pt x="691949" y="2061224"/>
                  </a:lnTo>
                  <a:lnTo>
                    <a:pt x="717888" y="2085129"/>
                  </a:lnTo>
                  <a:close/>
                  <a:moveTo>
                    <a:pt x="445406" y="1640014"/>
                  </a:moveTo>
                  <a:lnTo>
                    <a:pt x="484379" y="1697656"/>
                  </a:lnTo>
                  <a:lnTo>
                    <a:pt x="514579" y="1744461"/>
                  </a:lnTo>
                  <a:close/>
                  <a:moveTo>
                    <a:pt x="408342" y="1570054"/>
                  </a:moveTo>
                  <a:lnTo>
                    <a:pt x="389606" y="1621971"/>
                  </a:lnTo>
                  <a:lnTo>
                    <a:pt x="467301" y="1674053"/>
                  </a:lnTo>
                  <a:close/>
                  <a:moveTo>
                    <a:pt x="1321099" y="2229803"/>
                  </a:moveTo>
                  <a:lnTo>
                    <a:pt x="1302680" y="2228539"/>
                  </a:lnTo>
                  <a:lnTo>
                    <a:pt x="1399444" y="2298680"/>
                  </a:lnTo>
                  <a:close/>
                  <a:moveTo>
                    <a:pt x="1399444" y="2298680"/>
                  </a:moveTo>
                  <a:lnTo>
                    <a:pt x="1302680" y="2228539"/>
                  </a:lnTo>
                  <a:lnTo>
                    <a:pt x="1294813" y="2254901"/>
                  </a:lnTo>
                  <a:close/>
                  <a:moveTo>
                    <a:pt x="1168507" y="2076843"/>
                  </a:moveTo>
                  <a:lnTo>
                    <a:pt x="1227938" y="2134250"/>
                  </a:lnTo>
                  <a:lnTo>
                    <a:pt x="1217482" y="2121051"/>
                  </a:lnTo>
                  <a:close/>
                  <a:moveTo>
                    <a:pt x="1168507" y="2076843"/>
                  </a:moveTo>
                  <a:lnTo>
                    <a:pt x="1250645" y="2170750"/>
                  </a:lnTo>
                  <a:lnTo>
                    <a:pt x="1227938" y="2134250"/>
                  </a:lnTo>
                  <a:close/>
                  <a:moveTo>
                    <a:pt x="498627" y="1229884"/>
                  </a:moveTo>
                  <a:lnTo>
                    <a:pt x="437873" y="1156827"/>
                  </a:lnTo>
                  <a:lnTo>
                    <a:pt x="388237" y="1186447"/>
                  </a:lnTo>
                  <a:close/>
                  <a:moveTo>
                    <a:pt x="379105" y="1186105"/>
                  </a:moveTo>
                  <a:lnTo>
                    <a:pt x="433533" y="1140600"/>
                  </a:lnTo>
                  <a:lnTo>
                    <a:pt x="337352" y="1066714"/>
                  </a:lnTo>
                  <a:close/>
                  <a:moveTo>
                    <a:pt x="358438" y="1075033"/>
                  </a:moveTo>
                  <a:lnTo>
                    <a:pt x="337352" y="1066714"/>
                  </a:lnTo>
                  <a:lnTo>
                    <a:pt x="383867" y="1089491"/>
                  </a:lnTo>
                  <a:close/>
                  <a:moveTo>
                    <a:pt x="1305310" y="2216465"/>
                  </a:moveTo>
                  <a:lnTo>
                    <a:pt x="1302680" y="2228539"/>
                  </a:lnTo>
                  <a:lnTo>
                    <a:pt x="1321099" y="2229803"/>
                  </a:lnTo>
                  <a:close/>
                  <a:moveTo>
                    <a:pt x="1305310" y="2216465"/>
                  </a:moveTo>
                  <a:lnTo>
                    <a:pt x="1250645" y="2170750"/>
                  </a:lnTo>
                  <a:lnTo>
                    <a:pt x="1302680" y="2228539"/>
                  </a:lnTo>
                  <a:close/>
                  <a:moveTo>
                    <a:pt x="1305310" y="2216465"/>
                  </a:moveTo>
                  <a:lnTo>
                    <a:pt x="1227938" y="2134250"/>
                  </a:lnTo>
                  <a:lnTo>
                    <a:pt x="1250645" y="2170750"/>
                  </a:lnTo>
                  <a:close/>
                  <a:moveTo>
                    <a:pt x="1143839" y="2052035"/>
                  </a:moveTo>
                  <a:lnTo>
                    <a:pt x="1168507" y="2076843"/>
                  </a:lnTo>
                  <a:lnTo>
                    <a:pt x="1217482" y="2121051"/>
                  </a:lnTo>
                  <a:close/>
                  <a:moveTo>
                    <a:pt x="1779191" y="2589104"/>
                  </a:moveTo>
                  <a:lnTo>
                    <a:pt x="1814845" y="2682548"/>
                  </a:lnTo>
                  <a:lnTo>
                    <a:pt x="1865446" y="2656535"/>
                  </a:lnTo>
                  <a:close/>
                  <a:moveTo>
                    <a:pt x="1779191" y="2589104"/>
                  </a:moveTo>
                  <a:lnTo>
                    <a:pt x="1771803" y="2627540"/>
                  </a:lnTo>
                  <a:lnTo>
                    <a:pt x="1814845" y="2682548"/>
                  </a:lnTo>
                  <a:close/>
                  <a:moveTo>
                    <a:pt x="1638229" y="2364324"/>
                  </a:moveTo>
                  <a:lnTo>
                    <a:pt x="1607549" y="2342459"/>
                  </a:lnTo>
                  <a:lnTo>
                    <a:pt x="1512235" y="2387112"/>
                  </a:lnTo>
                  <a:close/>
                  <a:moveTo>
                    <a:pt x="1585887" y="2383826"/>
                  </a:moveTo>
                  <a:lnTo>
                    <a:pt x="1638229" y="2364324"/>
                  </a:lnTo>
                  <a:lnTo>
                    <a:pt x="1512235" y="2387112"/>
                  </a:lnTo>
                  <a:close/>
                  <a:moveTo>
                    <a:pt x="1517862" y="2374969"/>
                  </a:moveTo>
                  <a:lnTo>
                    <a:pt x="1607549" y="2342459"/>
                  </a:lnTo>
                  <a:lnTo>
                    <a:pt x="1627885" y="2325648"/>
                  </a:lnTo>
                  <a:close/>
                  <a:moveTo>
                    <a:pt x="1321099" y="2229803"/>
                  </a:moveTo>
                  <a:lnTo>
                    <a:pt x="1399444" y="2298680"/>
                  </a:lnTo>
                  <a:lnTo>
                    <a:pt x="1367518" y="2188152"/>
                  </a:lnTo>
                  <a:close/>
                  <a:moveTo>
                    <a:pt x="1435372" y="2181255"/>
                  </a:moveTo>
                  <a:lnTo>
                    <a:pt x="1399444" y="2298680"/>
                  </a:lnTo>
                  <a:lnTo>
                    <a:pt x="1428621" y="2286836"/>
                  </a:lnTo>
                  <a:close/>
                  <a:moveTo>
                    <a:pt x="1227938" y="2134250"/>
                  </a:moveTo>
                  <a:lnTo>
                    <a:pt x="1325307" y="2095813"/>
                  </a:lnTo>
                  <a:lnTo>
                    <a:pt x="1217482" y="2121051"/>
                  </a:lnTo>
                  <a:close/>
                  <a:moveTo>
                    <a:pt x="1407914" y="2103486"/>
                  </a:moveTo>
                  <a:lnTo>
                    <a:pt x="1362628" y="2040210"/>
                  </a:lnTo>
                  <a:lnTo>
                    <a:pt x="1364724" y="2095813"/>
                  </a:lnTo>
                  <a:close/>
                  <a:moveTo>
                    <a:pt x="1362628" y="2040210"/>
                  </a:moveTo>
                  <a:lnTo>
                    <a:pt x="1341842" y="2013598"/>
                  </a:lnTo>
                  <a:lnTo>
                    <a:pt x="1364724" y="2095813"/>
                  </a:lnTo>
                  <a:close/>
                  <a:moveTo>
                    <a:pt x="1690267" y="2424674"/>
                  </a:moveTo>
                  <a:lnTo>
                    <a:pt x="1702527" y="2386237"/>
                  </a:lnTo>
                  <a:lnTo>
                    <a:pt x="1638229" y="2364324"/>
                  </a:lnTo>
                  <a:close/>
                  <a:moveTo>
                    <a:pt x="1638229" y="2364324"/>
                  </a:moveTo>
                  <a:lnTo>
                    <a:pt x="1582860" y="2322126"/>
                  </a:lnTo>
                  <a:lnTo>
                    <a:pt x="1607549" y="2342459"/>
                  </a:lnTo>
                  <a:close/>
                  <a:moveTo>
                    <a:pt x="803229" y="1330701"/>
                  </a:moveTo>
                  <a:lnTo>
                    <a:pt x="845227" y="1355877"/>
                  </a:lnTo>
                  <a:lnTo>
                    <a:pt x="759935" y="1309786"/>
                  </a:lnTo>
                  <a:close/>
                  <a:moveTo>
                    <a:pt x="832635" y="1167203"/>
                  </a:moveTo>
                  <a:lnTo>
                    <a:pt x="873188" y="1235226"/>
                  </a:lnTo>
                  <a:lnTo>
                    <a:pt x="871243" y="1232091"/>
                  </a:lnTo>
                  <a:close/>
                  <a:moveTo>
                    <a:pt x="5763" y="253685"/>
                  </a:moveTo>
                  <a:lnTo>
                    <a:pt x="0" y="203919"/>
                  </a:lnTo>
                  <a:lnTo>
                    <a:pt x="31584" y="193192"/>
                  </a:lnTo>
                  <a:close/>
                  <a:moveTo>
                    <a:pt x="52720" y="276101"/>
                  </a:moveTo>
                  <a:lnTo>
                    <a:pt x="5763" y="253685"/>
                  </a:lnTo>
                  <a:lnTo>
                    <a:pt x="31584" y="193192"/>
                  </a:lnTo>
                  <a:close/>
                  <a:moveTo>
                    <a:pt x="1990890" y="2533050"/>
                  </a:moveTo>
                  <a:lnTo>
                    <a:pt x="1985292" y="2610757"/>
                  </a:lnTo>
                  <a:lnTo>
                    <a:pt x="2001685" y="2550667"/>
                  </a:lnTo>
                  <a:close/>
                  <a:moveTo>
                    <a:pt x="1949510" y="2466599"/>
                  </a:moveTo>
                  <a:lnTo>
                    <a:pt x="2001685" y="2550667"/>
                  </a:lnTo>
                  <a:lnTo>
                    <a:pt x="1952497" y="2468452"/>
                  </a:lnTo>
                  <a:close/>
                  <a:moveTo>
                    <a:pt x="1863639" y="2375726"/>
                  </a:moveTo>
                  <a:lnTo>
                    <a:pt x="1945431" y="2461725"/>
                  </a:lnTo>
                  <a:lnTo>
                    <a:pt x="1890475" y="2386237"/>
                  </a:lnTo>
                  <a:close/>
                  <a:moveTo>
                    <a:pt x="1778772" y="2284038"/>
                  </a:moveTo>
                  <a:lnTo>
                    <a:pt x="1839281" y="2343505"/>
                  </a:lnTo>
                  <a:lnTo>
                    <a:pt x="1810232" y="2304022"/>
                  </a:lnTo>
                  <a:close/>
                  <a:moveTo>
                    <a:pt x="1863639" y="2375726"/>
                  </a:moveTo>
                  <a:lnTo>
                    <a:pt x="1839281" y="2343505"/>
                  </a:lnTo>
                  <a:lnTo>
                    <a:pt x="1778772" y="2284038"/>
                  </a:lnTo>
                  <a:close/>
                  <a:moveTo>
                    <a:pt x="1863639" y="2375726"/>
                  </a:moveTo>
                  <a:lnTo>
                    <a:pt x="1890475" y="2386237"/>
                  </a:lnTo>
                  <a:lnTo>
                    <a:pt x="1839281" y="2343505"/>
                  </a:lnTo>
                  <a:close/>
                  <a:moveTo>
                    <a:pt x="1597830" y="1998075"/>
                  </a:moveTo>
                  <a:lnTo>
                    <a:pt x="1548264" y="1949883"/>
                  </a:lnTo>
                  <a:lnTo>
                    <a:pt x="1559920" y="1975162"/>
                  </a:lnTo>
                  <a:close/>
                  <a:moveTo>
                    <a:pt x="1548264" y="1949883"/>
                  </a:moveTo>
                  <a:lnTo>
                    <a:pt x="1546059" y="1867969"/>
                  </a:lnTo>
                  <a:lnTo>
                    <a:pt x="1559920" y="1975162"/>
                  </a:lnTo>
                  <a:close/>
                  <a:moveTo>
                    <a:pt x="1559920" y="1975162"/>
                  </a:moveTo>
                  <a:lnTo>
                    <a:pt x="1546059" y="1867969"/>
                  </a:lnTo>
                  <a:lnTo>
                    <a:pt x="1548415" y="1854510"/>
                  </a:lnTo>
                  <a:close/>
                  <a:moveTo>
                    <a:pt x="1472333" y="1772295"/>
                  </a:moveTo>
                  <a:lnTo>
                    <a:pt x="1445005" y="1810731"/>
                  </a:lnTo>
                  <a:lnTo>
                    <a:pt x="1488784" y="1869029"/>
                  </a:lnTo>
                  <a:close/>
                  <a:moveTo>
                    <a:pt x="981964" y="1279004"/>
                  </a:moveTo>
                  <a:lnTo>
                    <a:pt x="873188" y="1235226"/>
                  </a:lnTo>
                  <a:lnTo>
                    <a:pt x="940009" y="1317440"/>
                  </a:lnTo>
                  <a:close/>
                  <a:moveTo>
                    <a:pt x="813076" y="1153011"/>
                  </a:moveTo>
                  <a:lnTo>
                    <a:pt x="871243" y="1232091"/>
                  </a:lnTo>
                  <a:lnTo>
                    <a:pt x="898619" y="1196789"/>
                  </a:lnTo>
                  <a:close/>
                  <a:moveTo>
                    <a:pt x="155479" y="330859"/>
                  </a:moveTo>
                  <a:lnTo>
                    <a:pt x="207074" y="211207"/>
                  </a:lnTo>
                  <a:lnTo>
                    <a:pt x="202426" y="210208"/>
                  </a:lnTo>
                  <a:close/>
                  <a:moveTo>
                    <a:pt x="202426" y="210208"/>
                  </a:moveTo>
                  <a:lnTo>
                    <a:pt x="210009" y="216591"/>
                  </a:lnTo>
                  <a:lnTo>
                    <a:pt x="155479" y="330859"/>
                  </a:lnTo>
                  <a:close/>
                  <a:moveTo>
                    <a:pt x="176974" y="135585"/>
                  </a:moveTo>
                  <a:lnTo>
                    <a:pt x="155897" y="52628"/>
                  </a:lnTo>
                  <a:lnTo>
                    <a:pt x="141315" y="127993"/>
                  </a:lnTo>
                  <a:close/>
                  <a:moveTo>
                    <a:pt x="1546059" y="1867969"/>
                  </a:moveTo>
                  <a:lnTo>
                    <a:pt x="1548264" y="1949883"/>
                  </a:lnTo>
                  <a:lnTo>
                    <a:pt x="1543979" y="1936726"/>
                  </a:lnTo>
                  <a:close/>
                  <a:moveTo>
                    <a:pt x="2165112" y="2391579"/>
                  </a:moveTo>
                  <a:lnTo>
                    <a:pt x="2163452" y="2504350"/>
                  </a:lnTo>
                  <a:lnTo>
                    <a:pt x="2202817" y="2436328"/>
                  </a:lnTo>
                  <a:close/>
                  <a:moveTo>
                    <a:pt x="2165112" y="2391579"/>
                  </a:moveTo>
                  <a:lnTo>
                    <a:pt x="2090474" y="2430016"/>
                  </a:lnTo>
                  <a:lnTo>
                    <a:pt x="2163452" y="2504350"/>
                  </a:lnTo>
                  <a:close/>
                  <a:moveTo>
                    <a:pt x="1548415" y="1854510"/>
                  </a:moveTo>
                  <a:lnTo>
                    <a:pt x="1546059" y="1867969"/>
                  </a:lnTo>
                  <a:lnTo>
                    <a:pt x="1545879" y="1851731"/>
                  </a:lnTo>
                  <a:close/>
                  <a:moveTo>
                    <a:pt x="1485197" y="1740379"/>
                  </a:moveTo>
                  <a:lnTo>
                    <a:pt x="1541325" y="1850268"/>
                  </a:lnTo>
                  <a:lnTo>
                    <a:pt x="1545879" y="1851731"/>
                  </a:lnTo>
                  <a:close/>
                  <a:moveTo>
                    <a:pt x="1579157" y="1733859"/>
                  </a:moveTo>
                  <a:lnTo>
                    <a:pt x="1611836" y="1758608"/>
                  </a:lnTo>
                  <a:lnTo>
                    <a:pt x="1534546" y="1660759"/>
                  </a:lnTo>
                  <a:close/>
                  <a:moveTo>
                    <a:pt x="467892" y="539068"/>
                  </a:moveTo>
                  <a:lnTo>
                    <a:pt x="564443" y="490589"/>
                  </a:lnTo>
                  <a:lnTo>
                    <a:pt x="461467" y="425850"/>
                  </a:lnTo>
                  <a:close/>
                  <a:moveTo>
                    <a:pt x="497722" y="356875"/>
                  </a:moveTo>
                  <a:lnTo>
                    <a:pt x="461467" y="425850"/>
                  </a:lnTo>
                  <a:lnTo>
                    <a:pt x="519111" y="439578"/>
                  </a:lnTo>
                  <a:close/>
                  <a:moveTo>
                    <a:pt x="123222" y="118692"/>
                  </a:moveTo>
                  <a:lnTo>
                    <a:pt x="202426" y="210208"/>
                  </a:lnTo>
                  <a:lnTo>
                    <a:pt x="141315" y="127993"/>
                  </a:lnTo>
                  <a:close/>
                  <a:moveTo>
                    <a:pt x="2203335" y="2281337"/>
                  </a:moveTo>
                  <a:lnTo>
                    <a:pt x="2139509" y="2272633"/>
                  </a:lnTo>
                  <a:lnTo>
                    <a:pt x="2211999" y="2374385"/>
                  </a:lnTo>
                  <a:close/>
                  <a:moveTo>
                    <a:pt x="2211999" y="2374385"/>
                  </a:moveTo>
                  <a:lnTo>
                    <a:pt x="2202817" y="2436328"/>
                  </a:lnTo>
                  <a:lnTo>
                    <a:pt x="2236608" y="2391579"/>
                  </a:lnTo>
                  <a:close/>
                  <a:moveTo>
                    <a:pt x="2211999" y="2374385"/>
                  </a:moveTo>
                  <a:lnTo>
                    <a:pt x="2236608" y="2391579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11999" y="2374385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01873" y="2217595"/>
                  </a:lnTo>
                  <a:lnTo>
                    <a:pt x="2141065" y="2268903"/>
                  </a:lnTo>
                  <a:close/>
                  <a:moveTo>
                    <a:pt x="1986221" y="2106498"/>
                  </a:moveTo>
                  <a:lnTo>
                    <a:pt x="1968892" y="2119039"/>
                  </a:lnTo>
                  <a:lnTo>
                    <a:pt x="1956045" y="2144934"/>
                  </a:lnTo>
                  <a:close/>
                  <a:moveTo>
                    <a:pt x="1702969" y="1682109"/>
                  </a:moveTo>
                  <a:lnTo>
                    <a:pt x="1834009" y="1678187"/>
                  </a:lnTo>
                  <a:lnTo>
                    <a:pt x="1762690" y="1690195"/>
                  </a:lnTo>
                  <a:close/>
                  <a:moveTo>
                    <a:pt x="1651193" y="1551984"/>
                  </a:moveTo>
                  <a:lnTo>
                    <a:pt x="1628134" y="1545174"/>
                  </a:lnTo>
                  <a:lnTo>
                    <a:pt x="1706229" y="1613207"/>
                  </a:lnTo>
                  <a:close/>
                  <a:moveTo>
                    <a:pt x="1706229" y="1613207"/>
                  </a:moveTo>
                  <a:lnTo>
                    <a:pt x="1628134" y="1545174"/>
                  </a:lnTo>
                  <a:lnTo>
                    <a:pt x="1627997" y="1569429"/>
                  </a:lnTo>
                  <a:close/>
                  <a:moveTo>
                    <a:pt x="1482128" y="1542690"/>
                  </a:moveTo>
                  <a:lnTo>
                    <a:pt x="1502101" y="1569429"/>
                  </a:lnTo>
                  <a:lnTo>
                    <a:pt x="1547135" y="1450341"/>
                  </a:lnTo>
                  <a:close/>
                  <a:moveTo>
                    <a:pt x="1547135" y="1450341"/>
                  </a:moveTo>
                  <a:lnTo>
                    <a:pt x="1548431" y="1446432"/>
                  </a:lnTo>
                  <a:lnTo>
                    <a:pt x="1472757" y="1442157"/>
                  </a:lnTo>
                  <a:close/>
                  <a:moveTo>
                    <a:pt x="1550720" y="1448777"/>
                  </a:moveTo>
                  <a:lnTo>
                    <a:pt x="1628134" y="1545174"/>
                  </a:lnTo>
                  <a:lnTo>
                    <a:pt x="1597203" y="1530992"/>
                  </a:lnTo>
                  <a:close/>
                  <a:moveTo>
                    <a:pt x="1550720" y="1448777"/>
                  </a:moveTo>
                  <a:lnTo>
                    <a:pt x="1547135" y="1450341"/>
                  </a:lnTo>
                  <a:lnTo>
                    <a:pt x="1512789" y="1528375"/>
                  </a:lnTo>
                  <a:close/>
                  <a:moveTo>
                    <a:pt x="1306706" y="1224344"/>
                  </a:moveTo>
                  <a:lnTo>
                    <a:pt x="1218531" y="1158353"/>
                  </a:lnTo>
                  <a:lnTo>
                    <a:pt x="1244365" y="1145551"/>
                  </a:lnTo>
                  <a:close/>
                  <a:moveTo>
                    <a:pt x="1077320" y="989370"/>
                  </a:moveTo>
                  <a:lnTo>
                    <a:pt x="1008282" y="1035397"/>
                  </a:lnTo>
                  <a:lnTo>
                    <a:pt x="1075238" y="1007074"/>
                  </a:lnTo>
                  <a:close/>
                  <a:moveTo>
                    <a:pt x="1011434" y="982343"/>
                  </a:moveTo>
                  <a:lnTo>
                    <a:pt x="1077320" y="989370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01550" y="890249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25992" y="918177"/>
                  </a:lnTo>
                  <a:lnTo>
                    <a:pt x="1113851" y="873271"/>
                  </a:lnTo>
                  <a:close/>
                  <a:moveTo>
                    <a:pt x="1101550" y="890249"/>
                  </a:moveTo>
                  <a:lnTo>
                    <a:pt x="1077320" y="989370"/>
                  </a:lnTo>
                  <a:lnTo>
                    <a:pt x="1113851" y="873271"/>
                  </a:lnTo>
                  <a:close/>
                  <a:moveTo>
                    <a:pt x="709407" y="545648"/>
                  </a:moveTo>
                  <a:lnTo>
                    <a:pt x="768693" y="558041"/>
                  </a:lnTo>
                  <a:lnTo>
                    <a:pt x="752655" y="470988"/>
                  </a:lnTo>
                  <a:close/>
                  <a:moveTo>
                    <a:pt x="752655" y="470988"/>
                  </a:moveTo>
                  <a:lnTo>
                    <a:pt x="775165" y="500632"/>
                  </a:lnTo>
                  <a:lnTo>
                    <a:pt x="730617" y="388812"/>
                  </a:lnTo>
                  <a:close/>
                  <a:moveTo>
                    <a:pt x="409971" y="67347"/>
                  </a:moveTo>
                  <a:lnTo>
                    <a:pt x="416067" y="51120"/>
                  </a:lnTo>
                  <a:lnTo>
                    <a:pt x="295162" y="0"/>
                  </a:lnTo>
                  <a:close/>
                  <a:moveTo>
                    <a:pt x="1706229" y="1613207"/>
                  </a:moveTo>
                  <a:lnTo>
                    <a:pt x="1774922" y="1574771"/>
                  </a:lnTo>
                  <a:lnTo>
                    <a:pt x="1651193" y="1551984"/>
                  </a:lnTo>
                  <a:close/>
                  <a:moveTo>
                    <a:pt x="1834009" y="1678187"/>
                  </a:moveTo>
                  <a:lnTo>
                    <a:pt x="1858558" y="1579120"/>
                  </a:lnTo>
                  <a:lnTo>
                    <a:pt x="1794280" y="1593104"/>
                  </a:lnTo>
                  <a:close/>
                  <a:moveTo>
                    <a:pt x="1762690" y="1690195"/>
                  </a:moveTo>
                  <a:lnTo>
                    <a:pt x="1834009" y="1678187"/>
                  </a:lnTo>
                  <a:lnTo>
                    <a:pt x="1794280" y="1593104"/>
                  </a:lnTo>
                  <a:close/>
                  <a:moveTo>
                    <a:pt x="1541058" y="1255097"/>
                  </a:moveTo>
                  <a:lnTo>
                    <a:pt x="1622127" y="1328125"/>
                  </a:lnTo>
                  <a:lnTo>
                    <a:pt x="1621337" y="1350515"/>
                  </a:lnTo>
                  <a:close/>
                  <a:moveTo>
                    <a:pt x="1546605" y="1224401"/>
                  </a:moveTo>
                  <a:lnTo>
                    <a:pt x="1541058" y="1255097"/>
                  </a:lnTo>
                  <a:lnTo>
                    <a:pt x="1567840" y="1163695"/>
                  </a:lnTo>
                  <a:close/>
                  <a:moveTo>
                    <a:pt x="1343935" y="1093985"/>
                  </a:moveTo>
                  <a:lnTo>
                    <a:pt x="1402055" y="1177813"/>
                  </a:lnTo>
                  <a:lnTo>
                    <a:pt x="1425002" y="1163695"/>
                  </a:lnTo>
                  <a:close/>
                  <a:moveTo>
                    <a:pt x="1087635" y="780800"/>
                  </a:moveTo>
                  <a:lnTo>
                    <a:pt x="1110218" y="791056"/>
                  </a:lnTo>
                  <a:lnTo>
                    <a:pt x="1065092" y="753939"/>
                  </a:lnTo>
                  <a:close/>
                  <a:moveTo>
                    <a:pt x="1159475" y="682896"/>
                  </a:moveTo>
                  <a:lnTo>
                    <a:pt x="1159470" y="670404"/>
                  </a:lnTo>
                  <a:lnTo>
                    <a:pt x="1074223" y="591519"/>
                  </a:lnTo>
                  <a:close/>
                  <a:moveTo>
                    <a:pt x="1845369" y="1389657"/>
                  </a:moveTo>
                  <a:lnTo>
                    <a:pt x="1789305" y="1359300"/>
                  </a:lnTo>
                  <a:lnTo>
                    <a:pt x="1813024" y="1371904"/>
                  </a:lnTo>
                  <a:close/>
                  <a:moveTo>
                    <a:pt x="1422698" y="890360"/>
                  </a:moveTo>
                  <a:lnTo>
                    <a:pt x="1403622" y="968471"/>
                  </a:lnTo>
                  <a:lnTo>
                    <a:pt x="1471260" y="911473"/>
                  </a:lnTo>
                  <a:close/>
                  <a:moveTo>
                    <a:pt x="1269203" y="744560"/>
                  </a:moveTo>
                  <a:lnTo>
                    <a:pt x="1298326" y="752620"/>
                  </a:lnTo>
                  <a:lnTo>
                    <a:pt x="1315799" y="716491"/>
                  </a:lnTo>
                  <a:close/>
                  <a:moveTo>
                    <a:pt x="1222843" y="634681"/>
                  </a:moveTo>
                  <a:lnTo>
                    <a:pt x="1159470" y="670404"/>
                  </a:lnTo>
                  <a:lnTo>
                    <a:pt x="1179367" y="687333"/>
                  </a:lnTo>
                  <a:close/>
                  <a:moveTo>
                    <a:pt x="1315799" y="716491"/>
                  </a:moveTo>
                  <a:lnTo>
                    <a:pt x="1317809" y="714183"/>
                  </a:lnTo>
                  <a:lnTo>
                    <a:pt x="1269203" y="744560"/>
                  </a:lnTo>
                  <a:close/>
                  <a:moveTo>
                    <a:pt x="1269203" y="744560"/>
                  </a:moveTo>
                  <a:lnTo>
                    <a:pt x="1222843" y="634681"/>
                  </a:lnTo>
                  <a:lnTo>
                    <a:pt x="1179367" y="687333"/>
                  </a:lnTo>
                  <a:close/>
                  <a:moveTo>
                    <a:pt x="1317809" y="714183"/>
                  </a:moveTo>
                  <a:lnTo>
                    <a:pt x="1315799" y="716491"/>
                  </a:lnTo>
                  <a:lnTo>
                    <a:pt x="1318854" y="714995"/>
                  </a:lnTo>
                  <a:close/>
                  <a:moveTo>
                    <a:pt x="1980198" y="1340636"/>
                  </a:moveTo>
                  <a:lnTo>
                    <a:pt x="1946958" y="1391424"/>
                  </a:lnTo>
                  <a:lnTo>
                    <a:pt x="1986150" y="1371904"/>
                  </a:lnTo>
                  <a:close/>
                  <a:moveTo>
                    <a:pt x="1345614" y="391975"/>
                  </a:moveTo>
                  <a:lnTo>
                    <a:pt x="1364320" y="429101"/>
                  </a:lnTo>
                  <a:lnTo>
                    <a:pt x="1283288" y="366816"/>
                  </a:lnTo>
                  <a:close/>
                  <a:moveTo>
                    <a:pt x="1019684" y="100241"/>
                  </a:moveTo>
                  <a:lnTo>
                    <a:pt x="1113157" y="159498"/>
                  </a:lnTo>
                  <a:lnTo>
                    <a:pt x="1007665" y="84577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43" name="Candidate_density__2062">
              <a:extLst>
                <a:ext uri="{FF2B5EF4-FFF2-40B4-BE49-F238E27FC236}">
                  <a16:creationId xmlns:a16="http://schemas.microsoft.com/office/drawing/2014/main" id="{24FAB415-9E94-0203-727F-8359E8E8597E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666645"/>
              <a:ext cx="2052425" cy="2200292"/>
            </a:xfrm>
            <a:custGeom>
              <a:avLst/>
              <a:gdLst/>
              <a:ahLst/>
              <a:cxnLst/>
              <a:rect l="0" t="0" r="0" b="0"/>
              <a:pathLst>
                <a:path w="2052425" h="2200292">
                  <a:moveTo>
                    <a:pt x="27921" y="2107607"/>
                  </a:moveTo>
                  <a:lnTo>
                    <a:pt x="2807" y="2137985"/>
                  </a:lnTo>
                  <a:lnTo>
                    <a:pt x="49596" y="2091366"/>
                  </a:lnTo>
                  <a:close/>
                  <a:moveTo>
                    <a:pt x="49596" y="2091366"/>
                  </a:moveTo>
                  <a:lnTo>
                    <a:pt x="0" y="2127491"/>
                  </a:lnTo>
                  <a:lnTo>
                    <a:pt x="27921" y="2107607"/>
                  </a:lnTo>
                  <a:close/>
                  <a:moveTo>
                    <a:pt x="49596" y="2091366"/>
                  </a:moveTo>
                  <a:lnTo>
                    <a:pt x="170650" y="2056459"/>
                  </a:lnTo>
                  <a:lnTo>
                    <a:pt x="167320" y="2054870"/>
                  </a:lnTo>
                  <a:close/>
                  <a:moveTo>
                    <a:pt x="122313" y="2135145"/>
                  </a:moveTo>
                  <a:lnTo>
                    <a:pt x="170650" y="2056459"/>
                  </a:lnTo>
                  <a:lnTo>
                    <a:pt x="49596" y="2091366"/>
                  </a:lnTo>
                  <a:close/>
                  <a:moveTo>
                    <a:pt x="81693" y="2173581"/>
                  </a:moveTo>
                  <a:lnTo>
                    <a:pt x="122313" y="2135145"/>
                  </a:lnTo>
                  <a:lnTo>
                    <a:pt x="49596" y="2091366"/>
                  </a:lnTo>
                  <a:close/>
                  <a:moveTo>
                    <a:pt x="107978" y="2037344"/>
                  </a:moveTo>
                  <a:lnTo>
                    <a:pt x="49596" y="2091366"/>
                  </a:lnTo>
                  <a:lnTo>
                    <a:pt x="167320" y="2054870"/>
                  </a:lnTo>
                  <a:close/>
                  <a:moveTo>
                    <a:pt x="167320" y="2054870"/>
                  </a:moveTo>
                  <a:lnTo>
                    <a:pt x="170650" y="2056459"/>
                  </a:lnTo>
                  <a:lnTo>
                    <a:pt x="174983" y="2052930"/>
                  </a:lnTo>
                  <a:close/>
                  <a:moveTo>
                    <a:pt x="170650" y="2056459"/>
                  </a:moveTo>
                  <a:lnTo>
                    <a:pt x="225777" y="2047370"/>
                  </a:lnTo>
                  <a:lnTo>
                    <a:pt x="174983" y="2052930"/>
                  </a:lnTo>
                  <a:close/>
                  <a:moveTo>
                    <a:pt x="231941" y="2014493"/>
                  </a:moveTo>
                  <a:lnTo>
                    <a:pt x="233787" y="1932278"/>
                  </a:lnTo>
                  <a:lnTo>
                    <a:pt x="174983" y="2052930"/>
                  </a:lnTo>
                  <a:close/>
                  <a:moveTo>
                    <a:pt x="304423" y="1847553"/>
                  </a:moveTo>
                  <a:lnTo>
                    <a:pt x="251568" y="1865141"/>
                  </a:lnTo>
                  <a:lnTo>
                    <a:pt x="233787" y="1932278"/>
                  </a:lnTo>
                  <a:close/>
                  <a:moveTo>
                    <a:pt x="350435" y="1826999"/>
                  </a:moveTo>
                  <a:lnTo>
                    <a:pt x="263453" y="1850063"/>
                  </a:lnTo>
                  <a:lnTo>
                    <a:pt x="379950" y="1851278"/>
                  </a:lnTo>
                  <a:close/>
                  <a:moveTo>
                    <a:pt x="379950" y="1851278"/>
                  </a:moveTo>
                  <a:lnTo>
                    <a:pt x="263453" y="1850063"/>
                  </a:lnTo>
                  <a:lnTo>
                    <a:pt x="251568" y="1865141"/>
                  </a:lnTo>
                  <a:close/>
                  <a:moveTo>
                    <a:pt x="379950" y="1851278"/>
                  </a:moveTo>
                  <a:lnTo>
                    <a:pt x="251568" y="1865141"/>
                  </a:lnTo>
                  <a:lnTo>
                    <a:pt x="304423" y="1847553"/>
                  </a:lnTo>
                  <a:close/>
                  <a:moveTo>
                    <a:pt x="350435" y="1826999"/>
                  </a:moveTo>
                  <a:lnTo>
                    <a:pt x="379950" y="1851278"/>
                  </a:lnTo>
                  <a:lnTo>
                    <a:pt x="386485" y="1811627"/>
                  </a:lnTo>
                  <a:close/>
                  <a:moveTo>
                    <a:pt x="386485" y="1811627"/>
                  </a:moveTo>
                  <a:lnTo>
                    <a:pt x="379950" y="1851278"/>
                  </a:lnTo>
                  <a:lnTo>
                    <a:pt x="410470" y="1878285"/>
                  </a:lnTo>
                  <a:close/>
                  <a:moveTo>
                    <a:pt x="518070" y="1228220"/>
                  </a:moveTo>
                  <a:lnTo>
                    <a:pt x="517633" y="1251202"/>
                  </a:lnTo>
                  <a:lnTo>
                    <a:pt x="515998" y="1246805"/>
                  </a:lnTo>
                  <a:close/>
                  <a:moveTo>
                    <a:pt x="514084" y="1164590"/>
                  </a:moveTo>
                  <a:lnTo>
                    <a:pt x="507966" y="1082375"/>
                  </a:lnTo>
                  <a:lnTo>
                    <a:pt x="480569" y="1181243"/>
                  </a:lnTo>
                  <a:close/>
                  <a:moveTo>
                    <a:pt x="507966" y="1082375"/>
                  </a:moveTo>
                  <a:lnTo>
                    <a:pt x="456510" y="1100709"/>
                  </a:lnTo>
                  <a:lnTo>
                    <a:pt x="480569" y="1181243"/>
                  </a:lnTo>
                  <a:close/>
                  <a:moveTo>
                    <a:pt x="229837" y="917945"/>
                  </a:moveTo>
                  <a:lnTo>
                    <a:pt x="217041" y="835730"/>
                  </a:lnTo>
                  <a:lnTo>
                    <a:pt x="192256" y="933583"/>
                  </a:lnTo>
                  <a:close/>
                  <a:moveTo>
                    <a:pt x="518070" y="1228220"/>
                  </a:moveTo>
                  <a:lnTo>
                    <a:pt x="515998" y="1246805"/>
                  </a:lnTo>
                  <a:lnTo>
                    <a:pt x="528729" y="1242181"/>
                  </a:lnTo>
                  <a:close/>
                  <a:moveTo>
                    <a:pt x="622712" y="1126274"/>
                  </a:moveTo>
                  <a:lnTo>
                    <a:pt x="514084" y="1164590"/>
                  </a:lnTo>
                  <a:lnTo>
                    <a:pt x="622985" y="1126617"/>
                  </a:lnTo>
                  <a:close/>
                  <a:moveTo>
                    <a:pt x="514084" y="1164590"/>
                  </a:moveTo>
                  <a:lnTo>
                    <a:pt x="518070" y="1228220"/>
                  </a:lnTo>
                  <a:lnTo>
                    <a:pt x="622985" y="1126617"/>
                  </a:lnTo>
                  <a:close/>
                  <a:moveTo>
                    <a:pt x="507966" y="1082375"/>
                  </a:moveTo>
                  <a:lnTo>
                    <a:pt x="622712" y="1126274"/>
                  </a:lnTo>
                  <a:lnTo>
                    <a:pt x="572592" y="1066929"/>
                  </a:lnTo>
                  <a:close/>
                  <a:moveTo>
                    <a:pt x="507966" y="1082375"/>
                  </a:moveTo>
                  <a:lnTo>
                    <a:pt x="514084" y="1164590"/>
                  </a:lnTo>
                  <a:lnTo>
                    <a:pt x="622712" y="1126274"/>
                  </a:lnTo>
                  <a:close/>
                  <a:moveTo>
                    <a:pt x="623851" y="1126154"/>
                  </a:moveTo>
                  <a:lnTo>
                    <a:pt x="646675" y="1043938"/>
                  </a:lnTo>
                  <a:lnTo>
                    <a:pt x="622712" y="1126274"/>
                  </a:lnTo>
                  <a:close/>
                  <a:moveTo>
                    <a:pt x="646675" y="1043938"/>
                  </a:moveTo>
                  <a:lnTo>
                    <a:pt x="572592" y="1066929"/>
                  </a:lnTo>
                  <a:lnTo>
                    <a:pt x="622712" y="1126274"/>
                  </a:lnTo>
                  <a:close/>
                  <a:moveTo>
                    <a:pt x="622712" y="1126274"/>
                  </a:moveTo>
                  <a:lnTo>
                    <a:pt x="622985" y="1126617"/>
                  </a:lnTo>
                  <a:lnTo>
                    <a:pt x="623851" y="1126154"/>
                  </a:lnTo>
                  <a:close/>
                  <a:moveTo>
                    <a:pt x="623210" y="1125869"/>
                  </a:moveTo>
                  <a:lnTo>
                    <a:pt x="623851" y="1126154"/>
                  </a:lnTo>
                  <a:lnTo>
                    <a:pt x="622985" y="1126617"/>
                  </a:lnTo>
                  <a:close/>
                  <a:moveTo>
                    <a:pt x="623210" y="1125869"/>
                  </a:moveTo>
                  <a:lnTo>
                    <a:pt x="658063" y="1042568"/>
                  </a:lnTo>
                  <a:lnTo>
                    <a:pt x="623851" y="1126154"/>
                  </a:lnTo>
                  <a:close/>
                  <a:moveTo>
                    <a:pt x="623851" y="1126154"/>
                  </a:moveTo>
                  <a:lnTo>
                    <a:pt x="675178" y="1005502"/>
                  </a:lnTo>
                  <a:lnTo>
                    <a:pt x="646675" y="1043938"/>
                  </a:lnTo>
                  <a:close/>
                  <a:moveTo>
                    <a:pt x="1821076" y="2156513"/>
                  </a:moveTo>
                  <a:lnTo>
                    <a:pt x="1851418" y="2200292"/>
                  </a:lnTo>
                  <a:lnTo>
                    <a:pt x="1846685" y="2118077"/>
                  </a:lnTo>
                  <a:close/>
                  <a:moveTo>
                    <a:pt x="493733" y="758857"/>
                  </a:moveTo>
                  <a:lnTo>
                    <a:pt x="510100" y="768015"/>
                  </a:lnTo>
                  <a:lnTo>
                    <a:pt x="517544" y="750813"/>
                  </a:lnTo>
                  <a:close/>
                  <a:moveTo>
                    <a:pt x="505760" y="751788"/>
                  </a:moveTo>
                  <a:lnTo>
                    <a:pt x="493733" y="758857"/>
                  </a:lnTo>
                  <a:lnTo>
                    <a:pt x="517544" y="750813"/>
                  </a:lnTo>
                  <a:close/>
                  <a:moveTo>
                    <a:pt x="683871" y="36131"/>
                  </a:moveTo>
                  <a:lnTo>
                    <a:pt x="591338" y="50767"/>
                  </a:lnTo>
                  <a:lnTo>
                    <a:pt x="695004" y="41219"/>
                  </a:lnTo>
                  <a:close/>
                  <a:moveTo>
                    <a:pt x="591338" y="50767"/>
                  </a:moveTo>
                  <a:lnTo>
                    <a:pt x="636671" y="101777"/>
                  </a:lnTo>
                  <a:lnTo>
                    <a:pt x="695004" y="41219"/>
                  </a:lnTo>
                  <a:close/>
                  <a:moveTo>
                    <a:pt x="683871" y="36131"/>
                  </a:moveTo>
                  <a:lnTo>
                    <a:pt x="695004" y="41219"/>
                  </a:lnTo>
                  <a:lnTo>
                    <a:pt x="699891" y="29605"/>
                  </a:lnTo>
                  <a:close/>
                  <a:moveTo>
                    <a:pt x="648378" y="104487"/>
                  </a:moveTo>
                  <a:lnTo>
                    <a:pt x="695004" y="41219"/>
                  </a:lnTo>
                  <a:lnTo>
                    <a:pt x="636671" y="101777"/>
                  </a:lnTo>
                  <a:close/>
                  <a:moveTo>
                    <a:pt x="648378" y="104487"/>
                  </a:moveTo>
                  <a:lnTo>
                    <a:pt x="742419" y="88625"/>
                  </a:lnTo>
                  <a:lnTo>
                    <a:pt x="695004" y="41219"/>
                  </a:lnTo>
                  <a:close/>
                  <a:moveTo>
                    <a:pt x="742419" y="88625"/>
                  </a:moveTo>
                  <a:lnTo>
                    <a:pt x="699891" y="29605"/>
                  </a:lnTo>
                  <a:lnTo>
                    <a:pt x="695004" y="41219"/>
                  </a:lnTo>
                  <a:close/>
                  <a:moveTo>
                    <a:pt x="802844" y="0"/>
                  </a:moveTo>
                  <a:lnTo>
                    <a:pt x="699891" y="29605"/>
                  </a:lnTo>
                  <a:lnTo>
                    <a:pt x="742419" y="88625"/>
                  </a:lnTo>
                  <a:close/>
                  <a:moveTo>
                    <a:pt x="1442443" y="454759"/>
                  </a:moveTo>
                  <a:lnTo>
                    <a:pt x="1438481" y="528238"/>
                  </a:lnTo>
                  <a:lnTo>
                    <a:pt x="1494925" y="501549"/>
                  </a:lnTo>
                  <a:close/>
                  <a:moveTo>
                    <a:pt x="1944964" y="900877"/>
                  </a:moveTo>
                  <a:lnTo>
                    <a:pt x="2052425" y="951824"/>
                  </a:lnTo>
                  <a:lnTo>
                    <a:pt x="2021055" y="877236"/>
                  </a:lnTo>
                  <a:close/>
                  <a:moveTo>
                    <a:pt x="1293125" y="23391"/>
                  </a:moveTo>
                  <a:lnTo>
                    <a:pt x="1183346" y="72620"/>
                  </a:lnTo>
                  <a:lnTo>
                    <a:pt x="1281096" y="4029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44" name="Candidate_density__2063">
              <a:extLst>
                <a:ext uri="{FF2B5EF4-FFF2-40B4-BE49-F238E27FC236}">
                  <a16:creationId xmlns:a16="http://schemas.microsoft.com/office/drawing/2014/main" id="{1CD6078A-6703-008D-4572-3BB7B754CA94}"/>
                </a:ext>
              </a:extLst>
            </p:cNvPr>
            <p:cNvSpPr>
              <a:spLocks noGrp="1"/>
            </p:cNvSpPr>
            <p:nvPr/>
          </p:nvSpPr>
          <p:spPr>
            <a:xfrm>
              <a:off x="4334437" y="2396127"/>
              <a:ext cx="2369173" cy="2873138"/>
            </a:xfrm>
            <a:custGeom>
              <a:avLst/>
              <a:gdLst/>
              <a:ahLst/>
              <a:cxnLst/>
              <a:rect l="0" t="0" r="0" b="0"/>
              <a:pathLst>
                <a:path w="2369173" h="2873138">
                  <a:moveTo>
                    <a:pt x="134543" y="2361884"/>
                  </a:moveTo>
                  <a:lnTo>
                    <a:pt x="162868" y="2482536"/>
                  </a:lnTo>
                  <a:lnTo>
                    <a:pt x="166639" y="2444099"/>
                  </a:lnTo>
                  <a:close/>
                  <a:moveTo>
                    <a:pt x="166639" y="2444099"/>
                  </a:moveTo>
                  <a:lnTo>
                    <a:pt x="248873" y="2526314"/>
                  </a:lnTo>
                  <a:lnTo>
                    <a:pt x="264534" y="2487878"/>
                  </a:lnTo>
                  <a:close/>
                  <a:moveTo>
                    <a:pt x="831886" y="2873138"/>
                  </a:moveTo>
                  <a:lnTo>
                    <a:pt x="900751" y="2862379"/>
                  </a:lnTo>
                  <a:lnTo>
                    <a:pt x="882841" y="2860517"/>
                  </a:lnTo>
                  <a:close/>
                  <a:moveTo>
                    <a:pt x="797254" y="2743653"/>
                  </a:moveTo>
                  <a:lnTo>
                    <a:pt x="669406" y="2759513"/>
                  </a:lnTo>
                  <a:lnTo>
                    <a:pt x="726304" y="2757041"/>
                  </a:lnTo>
                  <a:close/>
                  <a:moveTo>
                    <a:pt x="836421" y="2854086"/>
                  </a:moveTo>
                  <a:lnTo>
                    <a:pt x="831886" y="2873138"/>
                  </a:lnTo>
                  <a:lnTo>
                    <a:pt x="882841" y="2860517"/>
                  </a:lnTo>
                  <a:close/>
                  <a:moveTo>
                    <a:pt x="751206" y="2762680"/>
                  </a:moveTo>
                  <a:lnTo>
                    <a:pt x="797254" y="2743653"/>
                  </a:lnTo>
                  <a:lnTo>
                    <a:pt x="726304" y="2757041"/>
                  </a:lnTo>
                  <a:close/>
                  <a:moveTo>
                    <a:pt x="751206" y="2762680"/>
                  </a:moveTo>
                  <a:lnTo>
                    <a:pt x="824902" y="2763358"/>
                  </a:lnTo>
                  <a:lnTo>
                    <a:pt x="797254" y="2743653"/>
                  </a:lnTo>
                  <a:close/>
                  <a:moveTo>
                    <a:pt x="587318" y="2134681"/>
                  </a:moveTo>
                  <a:lnTo>
                    <a:pt x="584940" y="2076754"/>
                  </a:lnTo>
                  <a:lnTo>
                    <a:pt x="495417" y="2148803"/>
                  </a:lnTo>
                  <a:close/>
                  <a:moveTo>
                    <a:pt x="471432" y="2082145"/>
                  </a:moveTo>
                  <a:lnTo>
                    <a:pt x="584940" y="2076754"/>
                  </a:lnTo>
                  <a:lnTo>
                    <a:pt x="543580" y="2043708"/>
                  </a:lnTo>
                  <a:close/>
                  <a:moveTo>
                    <a:pt x="480354" y="1961493"/>
                  </a:moveTo>
                  <a:lnTo>
                    <a:pt x="507824" y="1999124"/>
                  </a:lnTo>
                  <a:lnTo>
                    <a:pt x="471432" y="2082145"/>
                  </a:lnTo>
                  <a:close/>
                  <a:moveTo>
                    <a:pt x="543580" y="2043708"/>
                  </a:moveTo>
                  <a:lnTo>
                    <a:pt x="480354" y="1961493"/>
                  </a:lnTo>
                  <a:lnTo>
                    <a:pt x="471432" y="2082145"/>
                  </a:lnTo>
                  <a:close/>
                  <a:moveTo>
                    <a:pt x="0" y="1265336"/>
                  </a:moveTo>
                  <a:lnTo>
                    <a:pt x="1715" y="1183120"/>
                  </a:lnTo>
                  <a:lnTo>
                    <a:pt x="9519" y="1200446"/>
                  </a:lnTo>
                  <a:close/>
                  <a:moveTo>
                    <a:pt x="714463" y="1891722"/>
                  </a:moveTo>
                  <a:lnTo>
                    <a:pt x="728877" y="1840504"/>
                  </a:lnTo>
                  <a:lnTo>
                    <a:pt x="661071" y="1835036"/>
                  </a:lnTo>
                  <a:close/>
                  <a:moveTo>
                    <a:pt x="714463" y="1891722"/>
                  </a:moveTo>
                  <a:lnTo>
                    <a:pt x="727651" y="1901268"/>
                  </a:lnTo>
                  <a:lnTo>
                    <a:pt x="775074" y="1884620"/>
                  </a:lnTo>
                  <a:close/>
                  <a:moveTo>
                    <a:pt x="602580" y="1521720"/>
                  </a:moveTo>
                  <a:lnTo>
                    <a:pt x="603017" y="1498738"/>
                  </a:lnTo>
                  <a:lnTo>
                    <a:pt x="624475" y="1555759"/>
                  </a:lnTo>
                  <a:close/>
                  <a:moveTo>
                    <a:pt x="624475" y="1555759"/>
                  </a:moveTo>
                  <a:lnTo>
                    <a:pt x="603017" y="1498738"/>
                  </a:lnTo>
                  <a:lnTo>
                    <a:pt x="599031" y="1435108"/>
                  </a:lnTo>
                  <a:close/>
                  <a:moveTo>
                    <a:pt x="599031" y="1435108"/>
                  </a:moveTo>
                  <a:lnTo>
                    <a:pt x="565516" y="1451761"/>
                  </a:lnTo>
                  <a:lnTo>
                    <a:pt x="624475" y="1555759"/>
                  </a:lnTo>
                  <a:close/>
                  <a:moveTo>
                    <a:pt x="498270" y="1473545"/>
                  </a:moveTo>
                  <a:lnTo>
                    <a:pt x="546780" y="1503677"/>
                  </a:lnTo>
                  <a:lnTo>
                    <a:pt x="565516" y="1451761"/>
                  </a:lnTo>
                  <a:close/>
                  <a:moveTo>
                    <a:pt x="239743" y="1134462"/>
                  </a:moveTo>
                  <a:lnTo>
                    <a:pt x="221471" y="1123376"/>
                  </a:lnTo>
                  <a:lnTo>
                    <a:pt x="189434" y="1114771"/>
                  </a:lnTo>
                  <a:close/>
                  <a:moveTo>
                    <a:pt x="221471" y="1123376"/>
                  </a:moveTo>
                  <a:lnTo>
                    <a:pt x="239743" y="1134462"/>
                  </a:lnTo>
                  <a:lnTo>
                    <a:pt x="330527" y="1037260"/>
                  </a:lnTo>
                  <a:close/>
                  <a:moveTo>
                    <a:pt x="1069920" y="1928399"/>
                  </a:moveTo>
                  <a:lnTo>
                    <a:pt x="1110686" y="2003538"/>
                  </a:lnTo>
                  <a:lnTo>
                    <a:pt x="1102728" y="1918530"/>
                  </a:lnTo>
                  <a:close/>
                  <a:moveTo>
                    <a:pt x="310496" y="1076942"/>
                  </a:moveTo>
                  <a:lnTo>
                    <a:pt x="330527" y="1037260"/>
                  </a:lnTo>
                  <a:lnTo>
                    <a:pt x="301988" y="1106248"/>
                  </a:lnTo>
                  <a:close/>
                  <a:moveTo>
                    <a:pt x="1661456" y="2262601"/>
                  </a:moveTo>
                  <a:lnTo>
                    <a:pt x="1636646" y="2361524"/>
                  </a:lnTo>
                  <a:lnTo>
                    <a:pt x="1669409" y="2268818"/>
                  </a:lnTo>
                  <a:close/>
                  <a:moveTo>
                    <a:pt x="1661456" y="2262601"/>
                  </a:moveTo>
                  <a:lnTo>
                    <a:pt x="1576569" y="2200363"/>
                  </a:lnTo>
                  <a:lnTo>
                    <a:pt x="1530286" y="2242519"/>
                  </a:lnTo>
                  <a:close/>
                  <a:moveTo>
                    <a:pt x="1556618" y="2180386"/>
                  </a:moveTo>
                  <a:lnTo>
                    <a:pt x="1530286" y="2242519"/>
                  </a:lnTo>
                  <a:lnTo>
                    <a:pt x="1576569" y="2200363"/>
                  </a:lnTo>
                  <a:close/>
                  <a:moveTo>
                    <a:pt x="545411" y="1068153"/>
                  </a:moveTo>
                  <a:lnTo>
                    <a:pt x="578680" y="1029375"/>
                  </a:lnTo>
                  <a:lnTo>
                    <a:pt x="536279" y="1067811"/>
                  </a:lnTo>
                  <a:close/>
                  <a:moveTo>
                    <a:pt x="494526" y="948420"/>
                  </a:moveTo>
                  <a:lnTo>
                    <a:pt x="590707" y="1022306"/>
                  </a:lnTo>
                  <a:lnTo>
                    <a:pt x="541041" y="971197"/>
                  </a:lnTo>
                  <a:close/>
                  <a:moveTo>
                    <a:pt x="1661456" y="2262601"/>
                  </a:moveTo>
                  <a:lnTo>
                    <a:pt x="1669409" y="2268818"/>
                  </a:lnTo>
                  <a:lnTo>
                    <a:pt x="1675036" y="2256675"/>
                  </a:lnTo>
                  <a:close/>
                  <a:moveTo>
                    <a:pt x="1675036" y="2256675"/>
                  </a:moveTo>
                  <a:lnTo>
                    <a:pt x="1576569" y="2200363"/>
                  </a:lnTo>
                  <a:lnTo>
                    <a:pt x="1661456" y="2262601"/>
                  </a:lnTo>
                  <a:close/>
                  <a:moveTo>
                    <a:pt x="1585794" y="2168542"/>
                  </a:moveTo>
                  <a:lnTo>
                    <a:pt x="1576569" y="2200363"/>
                  </a:lnTo>
                  <a:lnTo>
                    <a:pt x="1675036" y="2256675"/>
                  </a:lnTo>
                  <a:close/>
                  <a:moveTo>
                    <a:pt x="1669409" y="2268818"/>
                  </a:moveTo>
                  <a:lnTo>
                    <a:pt x="1764723" y="2224165"/>
                  </a:lnTo>
                  <a:lnTo>
                    <a:pt x="1675036" y="2256675"/>
                  </a:lnTo>
                  <a:close/>
                  <a:moveTo>
                    <a:pt x="1847441" y="2306380"/>
                  </a:moveTo>
                  <a:lnTo>
                    <a:pt x="1795403" y="2246030"/>
                  </a:lnTo>
                  <a:lnTo>
                    <a:pt x="1853797" y="2332621"/>
                  </a:lnTo>
                  <a:close/>
                  <a:moveTo>
                    <a:pt x="1556618" y="2180386"/>
                  </a:moveTo>
                  <a:lnTo>
                    <a:pt x="1576569" y="2200363"/>
                  </a:lnTo>
                  <a:lnTo>
                    <a:pt x="1585794" y="2168542"/>
                  </a:lnTo>
                  <a:close/>
                  <a:moveTo>
                    <a:pt x="1218586" y="1566444"/>
                  </a:moveTo>
                  <a:lnTo>
                    <a:pt x="1205124" y="1647568"/>
                  </a:lnTo>
                  <a:lnTo>
                    <a:pt x="1180967" y="1654738"/>
                  </a:lnTo>
                  <a:close/>
                  <a:moveTo>
                    <a:pt x="651409" y="990938"/>
                  </a:moveTo>
                  <a:lnTo>
                    <a:pt x="595047" y="1038533"/>
                  </a:lnTo>
                  <a:lnTo>
                    <a:pt x="655801" y="1111590"/>
                  </a:lnTo>
                  <a:close/>
                  <a:moveTo>
                    <a:pt x="1847441" y="2306380"/>
                  </a:moveTo>
                  <a:lnTo>
                    <a:pt x="1853797" y="2332621"/>
                  </a:lnTo>
                  <a:lnTo>
                    <a:pt x="1899624" y="2357035"/>
                  </a:lnTo>
                  <a:close/>
                  <a:moveTo>
                    <a:pt x="2038782" y="2443008"/>
                  </a:moveTo>
                  <a:lnTo>
                    <a:pt x="2022620" y="2538241"/>
                  </a:lnTo>
                  <a:lnTo>
                    <a:pt x="2089293" y="2432373"/>
                  </a:lnTo>
                  <a:close/>
                  <a:moveTo>
                    <a:pt x="1936365" y="2470810"/>
                  </a:moveTo>
                  <a:lnTo>
                    <a:pt x="2022620" y="2538241"/>
                  </a:lnTo>
                  <a:lnTo>
                    <a:pt x="2038782" y="2443008"/>
                  </a:lnTo>
                  <a:close/>
                  <a:moveTo>
                    <a:pt x="1931632" y="2388595"/>
                  </a:moveTo>
                  <a:lnTo>
                    <a:pt x="2015133" y="2350158"/>
                  </a:lnTo>
                  <a:lnTo>
                    <a:pt x="1899624" y="2357035"/>
                  </a:lnTo>
                  <a:close/>
                  <a:moveTo>
                    <a:pt x="2015133" y="2350158"/>
                  </a:moveTo>
                  <a:lnTo>
                    <a:pt x="1949539" y="2328456"/>
                  </a:lnTo>
                  <a:lnTo>
                    <a:pt x="1899624" y="2357035"/>
                  </a:lnTo>
                  <a:close/>
                  <a:moveTo>
                    <a:pt x="1859701" y="2267943"/>
                  </a:moveTo>
                  <a:lnTo>
                    <a:pt x="1899624" y="2357035"/>
                  </a:lnTo>
                  <a:lnTo>
                    <a:pt x="1949539" y="2328456"/>
                  </a:lnTo>
                  <a:close/>
                  <a:moveTo>
                    <a:pt x="1859701" y="2267943"/>
                  </a:moveTo>
                  <a:lnTo>
                    <a:pt x="1847441" y="2306380"/>
                  </a:lnTo>
                  <a:lnTo>
                    <a:pt x="1899624" y="2357035"/>
                  </a:lnTo>
                  <a:close/>
                  <a:moveTo>
                    <a:pt x="2089293" y="2432373"/>
                  </a:moveTo>
                  <a:lnTo>
                    <a:pt x="2142466" y="2492463"/>
                  </a:lnTo>
                  <a:lnTo>
                    <a:pt x="2148064" y="2414756"/>
                  </a:lnTo>
                  <a:close/>
                  <a:moveTo>
                    <a:pt x="2106684" y="2348305"/>
                  </a:moveTo>
                  <a:lnTo>
                    <a:pt x="2148064" y="2414756"/>
                  </a:lnTo>
                  <a:lnTo>
                    <a:pt x="2158859" y="2432373"/>
                  </a:lnTo>
                  <a:close/>
                  <a:moveTo>
                    <a:pt x="2035922" y="2345241"/>
                  </a:moveTo>
                  <a:lnTo>
                    <a:pt x="1949539" y="2328456"/>
                  </a:lnTo>
                  <a:lnTo>
                    <a:pt x="2015133" y="2350158"/>
                  </a:lnTo>
                  <a:close/>
                  <a:moveTo>
                    <a:pt x="2020813" y="2257432"/>
                  </a:moveTo>
                  <a:lnTo>
                    <a:pt x="1962383" y="2244343"/>
                  </a:lnTo>
                  <a:lnTo>
                    <a:pt x="2035922" y="2345241"/>
                  </a:lnTo>
                  <a:close/>
                  <a:moveTo>
                    <a:pt x="2106684" y="2348305"/>
                  </a:moveTo>
                  <a:lnTo>
                    <a:pt x="2102605" y="2343431"/>
                  </a:lnTo>
                  <a:lnTo>
                    <a:pt x="2020813" y="2257432"/>
                  </a:lnTo>
                  <a:close/>
                  <a:moveTo>
                    <a:pt x="2035922" y="2345241"/>
                  </a:moveTo>
                  <a:lnTo>
                    <a:pt x="2106684" y="2348305"/>
                  </a:lnTo>
                  <a:lnTo>
                    <a:pt x="2020813" y="2257432"/>
                  </a:lnTo>
                  <a:close/>
                  <a:moveTo>
                    <a:pt x="2106684" y="2348305"/>
                  </a:moveTo>
                  <a:lnTo>
                    <a:pt x="2109671" y="2350158"/>
                  </a:lnTo>
                  <a:lnTo>
                    <a:pt x="2102605" y="2343431"/>
                  </a:lnTo>
                  <a:close/>
                  <a:moveTo>
                    <a:pt x="1962383" y="2244343"/>
                  </a:moveTo>
                  <a:lnTo>
                    <a:pt x="2020813" y="2257432"/>
                  </a:lnTo>
                  <a:lnTo>
                    <a:pt x="1935946" y="2165744"/>
                  </a:lnTo>
                  <a:close/>
                  <a:moveTo>
                    <a:pt x="1717094" y="1856868"/>
                  </a:moveTo>
                  <a:lnTo>
                    <a:pt x="1705589" y="1736216"/>
                  </a:lnTo>
                  <a:lnTo>
                    <a:pt x="1663410" y="1774653"/>
                  </a:lnTo>
                  <a:close/>
                  <a:moveTo>
                    <a:pt x="1663410" y="1774653"/>
                  </a:moveTo>
                  <a:lnTo>
                    <a:pt x="1705589" y="1736216"/>
                  </a:lnTo>
                  <a:lnTo>
                    <a:pt x="1645958" y="1750735"/>
                  </a:lnTo>
                  <a:close/>
                  <a:moveTo>
                    <a:pt x="1705589" y="1736216"/>
                  </a:moveTo>
                  <a:lnTo>
                    <a:pt x="1698499" y="1731974"/>
                  </a:lnTo>
                  <a:lnTo>
                    <a:pt x="1645958" y="1750735"/>
                  </a:lnTo>
                  <a:close/>
                  <a:moveTo>
                    <a:pt x="1629507" y="1654001"/>
                  </a:moveTo>
                  <a:lnTo>
                    <a:pt x="1645958" y="1750735"/>
                  </a:lnTo>
                  <a:lnTo>
                    <a:pt x="1698499" y="1731974"/>
                  </a:lnTo>
                  <a:close/>
                  <a:moveTo>
                    <a:pt x="1139138" y="1160710"/>
                  </a:moveTo>
                  <a:lnTo>
                    <a:pt x="1032203" y="1114536"/>
                  </a:lnTo>
                  <a:lnTo>
                    <a:pt x="1030362" y="1116932"/>
                  </a:lnTo>
                  <a:close/>
                  <a:moveTo>
                    <a:pt x="1028417" y="1113797"/>
                  </a:moveTo>
                  <a:lnTo>
                    <a:pt x="1030362" y="1116932"/>
                  </a:lnTo>
                  <a:lnTo>
                    <a:pt x="1032203" y="1114536"/>
                  </a:lnTo>
                  <a:close/>
                  <a:moveTo>
                    <a:pt x="1055793" y="1078495"/>
                  </a:moveTo>
                  <a:lnTo>
                    <a:pt x="1028417" y="1113797"/>
                  </a:lnTo>
                  <a:lnTo>
                    <a:pt x="1032203" y="1114536"/>
                  </a:lnTo>
                  <a:close/>
                  <a:moveTo>
                    <a:pt x="364247" y="92913"/>
                  </a:moveTo>
                  <a:lnTo>
                    <a:pt x="438987" y="92743"/>
                  </a:lnTo>
                  <a:lnTo>
                    <a:pt x="397473" y="26400"/>
                  </a:lnTo>
                  <a:close/>
                  <a:moveTo>
                    <a:pt x="364247" y="92913"/>
                  </a:moveTo>
                  <a:lnTo>
                    <a:pt x="397473" y="26400"/>
                  </a:lnTo>
                  <a:lnTo>
                    <a:pt x="334148" y="17291"/>
                  </a:lnTo>
                  <a:close/>
                  <a:moveTo>
                    <a:pt x="364247" y="92913"/>
                  </a:moveTo>
                  <a:lnTo>
                    <a:pt x="334148" y="17291"/>
                  </a:lnTo>
                  <a:lnTo>
                    <a:pt x="359600" y="91914"/>
                  </a:lnTo>
                  <a:close/>
                  <a:moveTo>
                    <a:pt x="334148" y="17291"/>
                  </a:moveTo>
                  <a:lnTo>
                    <a:pt x="298489" y="9699"/>
                  </a:lnTo>
                  <a:lnTo>
                    <a:pt x="359600" y="91914"/>
                  </a:lnTo>
                  <a:close/>
                  <a:moveTo>
                    <a:pt x="2247648" y="2311722"/>
                  </a:moveTo>
                  <a:lnTo>
                    <a:pt x="2322286" y="2273286"/>
                  </a:lnTo>
                  <a:lnTo>
                    <a:pt x="2206345" y="2237437"/>
                  </a:lnTo>
                  <a:close/>
                  <a:moveTo>
                    <a:pt x="2322286" y="2273286"/>
                  </a:moveTo>
                  <a:lnTo>
                    <a:pt x="2261602" y="2228831"/>
                  </a:lnTo>
                  <a:lnTo>
                    <a:pt x="2206345" y="2237437"/>
                  </a:lnTo>
                  <a:close/>
                  <a:moveTo>
                    <a:pt x="2224435" y="2191071"/>
                  </a:moveTo>
                  <a:lnTo>
                    <a:pt x="2206345" y="2237437"/>
                  </a:lnTo>
                  <a:lnTo>
                    <a:pt x="2261602" y="2228831"/>
                  </a:lnTo>
                  <a:close/>
                  <a:moveTo>
                    <a:pt x="2224435" y="2191071"/>
                  </a:moveTo>
                  <a:lnTo>
                    <a:pt x="2199738" y="2229507"/>
                  </a:lnTo>
                  <a:lnTo>
                    <a:pt x="2206345" y="2237437"/>
                  </a:lnTo>
                  <a:close/>
                  <a:moveTo>
                    <a:pt x="2158812" y="2147292"/>
                  </a:moveTo>
                  <a:lnTo>
                    <a:pt x="2199738" y="2229507"/>
                  </a:lnTo>
                  <a:lnTo>
                    <a:pt x="2224435" y="2191071"/>
                  </a:lnTo>
                  <a:close/>
                  <a:moveTo>
                    <a:pt x="2119995" y="2037207"/>
                  </a:moveTo>
                  <a:lnTo>
                    <a:pt x="2176542" y="2126011"/>
                  </a:lnTo>
                  <a:lnTo>
                    <a:pt x="2182752" y="2108855"/>
                  </a:lnTo>
                  <a:close/>
                  <a:moveTo>
                    <a:pt x="2182752" y="2108855"/>
                  </a:moveTo>
                  <a:lnTo>
                    <a:pt x="2141835" y="2059702"/>
                  </a:lnTo>
                  <a:lnTo>
                    <a:pt x="2119995" y="2037207"/>
                  </a:lnTo>
                  <a:close/>
                  <a:moveTo>
                    <a:pt x="1698499" y="1731974"/>
                  </a:moveTo>
                  <a:lnTo>
                    <a:pt x="1705589" y="1736216"/>
                  </a:lnTo>
                  <a:lnTo>
                    <a:pt x="1703053" y="1733437"/>
                  </a:lnTo>
                  <a:close/>
                  <a:moveTo>
                    <a:pt x="1430116" y="1325141"/>
                  </a:moveTo>
                  <a:lnTo>
                    <a:pt x="1497582" y="1322893"/>
                  </a:lnTo>
                  <a:lnTo>
                    <a:pt x="1477679" y="1368919"/>
                  </a:lnTo>
                  <a:close/>
                  <a:moveTo>
                    <a:pt x="1499580" y="1377304"/>
                  </a:moveTo>
                  <a:lnTo>
                    <a:pt x="1441727" y="1329261"/>
                  </a:lnTo>
                  <a:lnTo>
                    <a:pt x="1430116" y="1325141"/>
                  </a:lnTo>
                  <a:close/>
                  <a:moveTo>
                    <a:pt x="1477679" y="1368919"/>
                  </a:moveTo>
                  <a:lnTo>
                    <a:pt x="1499580" y="1377304"/>
                  </a:lnTo>
                  <a:lnTo>
                    <a:pt x="1430116" y="1325141"/>
                  </a:lnTo>
                  <a:close/>
                  <a:moveTo>
                    <a:pt x="1542106" y="1368919"/>
                  </a:moveTo>
                  <a:lnTo>
                    <a:pt x="1449790" y="1317690"/>
                  </a:lnTo>
                  <a:lnTo>
                    <a:pt x="1451368" y="1325141"/>
                  </a:lnTo>
                  <a:close/>
                  <a:moveTo>
                    <a:pt x="1441727" y="1329261"/>
                  </a:moveTo>
                  <a:lnTo>
                    <a:pt x="1499580" y="1377304"/>
                  </a:lnTo>
                  <a:lnTo>
                    <a:pt x="1542106" y="1368919"/>
                  </a:lnTo>
                  <a:close/>
                  <a:moveTo>
                    <a:pt x="1451368" y="1325141"/>
                  </a:moveTo>
                  <a:lnTo>
                    <a:pt x="1441727" y="1329261"/>
                  </a:lnTo>
                  <a:lnTo>
                    <a:pt x="1542106" y="1368919"/>
                  </a:lnTo>
                  <a:close/>
                  <a:moveTo>
                    <a:pt x="1342082" y="1160710"/>
                  </a:moveTo>
                  <a:lnTo>
                    <a:pt x="1359569" y="1085541"/>
                  </a:lnTo>
                  <a:lnTo>
                    <a:pt x="1375705" y="1040059"/>
                  </a:lnTo>
                  <a:close/>
                  <a:moveTo>
                    <a:pt x="618641" y="307556"/>
                  </a:moveTo>
                  <a:lnTo>
                    <a:pt x="721617" y="372295"/>
                  </a:lnTo>
                  <a:lnTo>
                    <a:pt x="676285" y="321285"/>
                  </a:lnTo>
                  <a:close/>
                  <a:moveTo>
                    <a:pt x="359600" y="91914"/>
                  </a:moveTo>
                  <a:lnTo>
                    <a:pt x="302547" y="82483"/>
                  </a:lnTo>
                  <a:lnTo>
                    <a:pt x="367183" y="98297"/>
                  </a:lnTo>
                  <a:close/>
                  <a:moveTo>
                    <a:pt x="426557" y="105086"/>
                  </a:moveTo>
                  <a:lnTo>
                    <a:pt x="440520" y="93835"/>
                  </a:lnTo>
                  <a:lnTo>
                    <a:pt x="367183" y="98297"/>
                  </a:lnTo>
                  <a:close/>
                  <a:moveTo>
                    <a:pt x="2322286" y="2273286"/>
                  </a:moveTo>
                  <a:lnTo>
                    <a:pt x="2359991" y="2318034"/>
                  </a:lnTo>
                  <a:lnTo>
                    <a:pt x="2369173" y="2256091"/>
                  </a:lnTo>
                  <a:close/>
                  <a:moveTo>
                    <a:pt x="2369173" y="2256091"/>
                  </a:moveTo>
                  <a:lnTo>
                    <a:pt x="2261602" y="2228831"/>
                  </a:lnTo>
                  <a:lnTo>
                    <a:pt x="2322286" y="2273286"/>
                  </a:lnTo>
                  <a:close/>
                  <a:moveTo>
                    <a:pt x="2296683" y="2154339"/>
                  </a:moveTo>
                  <a:lnTo>
                    <a:pt x="2261602" y="2228831"/>
                  </a:lnTo>
                  <a:lnTo>
                    <a:pt x="2369173" y="2256091"/>
                  </a:lnTo>
                  <a:close/>
                  <a:moveTo>
                    <a:pt x="2224435" y="2191071"/>
                  </a:moveTo>
                  <a:lnTo>
                    <a:pt x="2261602" y="2228831"/>
                  </a:lnTo>
                  <a:lnTo>
                    <a:pt x="2296683" y="2154339"/>
                  </a:lnTo>
                  <a:close/>
                  <a:moveTo>
                    <a:pt x="2182752" y="2108855"/>
                  </a:moveTo>
                  <a:lnTo>
                    <a:pt x="2224435" y="2191071"/>
                  </a:lnTo>
                  <a:lnTo>
                    <a:pt x="2222961" y="2070419"/>
                  </a:lnTo>
                  <a:close/>
                  <a:moveTo>
                    <a:pt x="2182752" y="2108855"/>
                  </a:moveTo>
                  <a:lnTo>
                    <a:pt x="2222961" y="2070419"/>
                  </a:lnTo>
                  <a:lnTo>
                    <a:pt x="2141835" y="2059702"/>
                  </a:lnTo>
                  <a:close/>
                  <a:moveTo>
                    <a:pt x="2143395" y="1988204"/>
                  </a:moveTo>
                  <a:lnTo>
                    <a:pt x="2113219" y="2026640"/>
                  </a:lnTo>
                  <a:lnTo>
                    <a:pt x="2141835" y="2059702"/>
                  </a:lnTo>
                  <a:close/>
                  <a:moveTo>
                    <a:pt x="1863403" y="1494913"/>
                  </a:moveTo>
                  <a:lnTo>
                    <a:pt x="1860143" y="1563815"/>
                  </a:lnTo>
                  <a:lnTo>
                    <a:pt x="1919864" y="1571901"/>
                  </a:lnTo>
                  <a:close/>
                  <a:moveTo>
                    <a:pt x="1704309" y="1332047"/>
                  </a:moveTo>
                  <a:lnTo>
                    <a:pt x="1707894" y="1330483"/>
                  </a:lnTo>
                  <a:lnTo>
                    <a:pt x="1705605" y="1328138"/>
                  </a:lnTo>
                  <a:close/>
                  <a:moveTo>
                    <a:pt x="1450974" y="1148633"/>
                  </a:moveTo>
                  <a:lnTo>
                    <a:pt x="1542013" y="1083837"/>
                  </a:lnTo>
                  <a:lnTo>
                    <a:pt x="1463880" y="1106050"/>
                  </a:lnTo>
                  <a:close/>
                  <a:moveTo>
                    <a:pt x="1531194" y="1169905"/>
                  </a:moveTo>
                  <a:lnTo>
                    <a:pt x="1580043" y="1137339"/>
                  </a:lnTo>
                  <a:lnTo>
                    <a:pt x="1450974" y="1148633"/>
                  </a:lnTo>
                  <a:close/>
                  <a:moveTo>
                    <a:pt x="1463880" y="1106050"/>
                  </a:moveTo>
                  <a:lnTo>
                    <a:pt x="1559229" y="1059519"/>
                  </a:lnTo>
                  <a:lnTo>
                    <a:pt x="1515064" y="1024939"/>
                  </a:lnTo>
                  <a:close/>
                  <a:moveTo>
                    <a:pt x="1463880" y="1106050"/>
                  </a:moveTo>
                  <a:lnTo>
                    <a:pt x="1515064" y="1024939"/>
                  </a:lnTo>
                  <a:lnTo>
                    <a:pt x="1445641" y="1020786"/>
                  </a:lnTo>
                  <a:close/>
                  <a:moveTo>
                    <a:pt x="1315580" y="865747"/>
                  </a:moveTo>
                  <a:lnTo>
                    <a:pt x="1232411" y="888781"/>
                  </a:lnTo>
                  <a:lnTo>
                    <a:pt x="1316146" y="923192"/>
                  </a:lnTo>
                  <a:close/>
                  <a:moveTo>
                    <a:pt x="1315580" y="865747"/>
                  </a:moveTo>
                  <a:lnTo>
                    <a:pt x="1234494" y="871076"/>
                  </a:lnTo>
                  <a:lnTo>
                    <a:pt x="1232411" y="888781"/>
                  </a:lnTo>
                  <a:close/>
                  <a:moveTo>
                    <a:pt x="1932096" y="1456477"/>
                  </a:moveTo>
                  <a:lnTo>
                    <a:pt x="1919864" y="1571901"/>
                  </a:lnTo>
                  <a:lnTo>
                    <a:pt x="1951454" y="1474810"/>
                  </a:lnTo>
                  <a:close/>
                  <a:moveTo>
                    <a:pt x="1932096" y="1456477"/>
                  </a:moveTo>
                  <a:lnTo>
                    <a:pt x="1863403" y="1494913"/>
                  </a:lnTo>
                  <a:lnTo>
                    <a:pt x="1919864" y="1571901"/>
                  </a:lnTo>
                  <a:close/>
                  <a:moveTo>
                    <a:pt x="1705605" y="1328138"/>
                  </a:moveTo>
                  <a:lnTo>
                    <a:pt x="1707894" y="1330483"/>
                  </a:lnTo>
                  <a:lnTo>
                    <a:pt x="1709397" y="1327911"/>
                  </a:lnTo>
                  <a:close/>
                  <a:moveTo>
                    <a:pt x="1714823" y="1147400"/>
                  </a:moveTo>
                  <a:lnTo>
                    <a:pt x="1779301" y="1209831"/>
                  </a:lnTo>
                  <a:lnTo>
                    <a:pt x="1698232" y="1136803"/>
                  </a:lnTo>
                  <a:close/>
                  <a:moveTo>
                    <a:pt x="1698232" y="1136803"/>
                  </a:moveTo>
                  <a:lnTo>
                    <a:pt x="1778511" y="1232221"/>
                  </a:lnTo>
                  <a:lnTo>
                    <a:pt x="1777944" y="1132590"/>
                  </a:lnTo>
                  <a:close/>
                  <a:moveTo>
                    <a:pt x="1316649" y="564602"/>
                  </a:moveTo>
                  <a:lnTo>
                    <a:pt x="1336541" y="569039"/>
                  </a:lnTo>
                  <a:lnTo>
                    <a:pt x="1316644" y="552110"/>
                  </a:lnTo>
                  <a:close/>
                  <a:moveTo>
                    <a:pt x="768522" y="58820"/>
                  </a:moveTo>
                  <a:lnTo>
                    <a:pt x="744852" y="28758"/>
                  </a:lnTo>
                  <a:lnTo>
                    <a:pt x="776657" y="0"/>
                  </a:lnTo>
                  <a:close/>
                  <a:moveTo>
                    <a:pt x="2002543" y="1271364"/>
                  </a:moveTo>
                  <a:lnTo>
                    <a:pt x="1926594" y="1209831"/>
                  </a:lnTo>
                  <a:lnTo>
                    <a:pt x="1946479" y="1241006"/>
                  </a:lnTo>
                  <a:close/>
                  <a:moveTo>
                    <a:pt x="1946479" y="1241006"/>
                  </a:moveTo>
                  <a:lnTo>
                    <a:pt x="1926594" y="1209831"/>
                  </a:lnTo>
                  <a:lnTo>
                    <a:pt x="1889154" y="1241879"/>
                  </a:lnTo>
                  <a:close/>
                  <a:moveTo>
                    <a:pt x="2072515" y="1253610"/>
                  </a:moveTo>
                  <a:lnTo>
                    <a:pt x="2029911" y="1171395"/>
                  </a:lnTo>
                  <a:lnTo>
                    <a:pt x="2002543" y="1271364"/>
                  </a:lnTo>
                  <a:close/>
                  <a:moveTo>
                    <a:pt x="1476028" y="596701"/>
                  </a:moveTo>
                  <a:lnTo>
                    <a:pt x="1472973" y="598197"/>
                  </a:lnTo>
                  <a:lnTo>
                    <a:pt x="1521767" y="704256"/>
                  </a:lnTo>
                  <a:close/>
                  <a:moveTo>
                    <a:pt x="1559678" y="630797"/>
                  </a:moveTo>
                  <a:lnTo>
                    <a:pt x="1476028" y="596701"/>
                  </a:lnTo>
                  <a:lnTo>
                    <a:pt x="1521767" y="704256"/>
                  </a:lnTo>
                  <a:close/>
                  <a:moveTo>
                    <a:pt x="2072515" y="1253610"/>
                  </a:moveTo>
                  <a:lnTo>
                    <a:pt x="2104132" y="1273130"/>
                  </a:lnTo>
                  <a:lnTo>
                    <a:pt x="2137372" y="1222342"/>
                  </a:lnTo>
                  <a:close/>
                  <a:moveTo>
                    <a:pt x="2137372" y="1222342"/>
                  </a:moveTo>
                  <a:lnTo>
                    <a:pt x="2143323" y="1253610"/>
                  </a:lnTo>
                  <a:lnTo>
                    <a:pt x="2106002" y="11477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45" name="Candidate_density__2064">
              <a:extLst>
                <a:ext uri="{FF2B5EF4-FFF2-40B4-BE49-F238E27FC236}">
                  <a16:creationId xmlns:a16="http://schemas.microsoft.com/office/drawing/2014/main" id="{5BC8DB56-7771-D08A-70DA-E990B0D24AA7}"/>
                </a:ext>
              </a:extLst>
            </p:cNvPr>
            <p:cNvSpPr>
              <a:spLocks noGrp="1"/>
            </p:cNvSpPr>
            <p:nvPr/>
          </p:nvSpPr>
          <p:spPr>
            <a:xfrm>
              <a:off x="4523871" y="2277833"/>
              <a:ext cx="2220217" cy="3058190"/>
            </a:xfrm>
            <a:custGeom>
              <a:avLst/>
              <a:gdLst/>
              <a:ahLst/>
              <a:cxnLst/>
              <a:rect l="0" t="0" r="0" b="0"/>
              <a:pathLst>
                <a:path w="2220217" h="3058190">
                  <a:moveTo>
                    <a:pt x="242136" y="2761096"/>
                  </a:moveTo>
                  <a:lnTo>
                    <a:pt x="204182" y="2689635"/>
                  </a:lnTo>
                  <a:lnTo>
                    <a:pt x="212857" y="2726824"/>
                  </a:lnTo>
                  <a:close/>
                  <a:moveTo>
                    <a:pt x="207211" y="2693970"/>
                  </a:moveTo>
                  <a:lnTo>
                    <a:pt x="204182" y="2689635"/>
                  </a:lnTo>
                  <a:lnTo>
                    <a:pt x="242136" y="2761096"/>
                  </a:lnTo>
                  <a:close/>
                  <a:moveTo>
                    <a:pt x="289252" y="2722051"/>
                  </a:moveTo>
                  <a:lnTo>
                    <a:pt x="207211" y="2693970"/>
                  </a:lnTo>
                  <a:lnTo>
                    <a:pt x="242136" y="2761096"/>
                  </a:lnTo>
                  <a:close/>
                  <a:moveTo>
                    <a:pt x="138114" y="2650829"/>
                  </a:moveTo>
                  <a:lnTo>
                    <a:pt x="128601" y="2678719"/>
                  </a:lnTo>
                  <a:lnTo>
                    <a:pt x="64033" y="2652508"/>
                  </a:lnTo>
                  <a:close/>
                  <a:moveTo>
                    <a:pt x="499994" y="3017247"/>
                  </a:moveTo>
                  <a:lnTo>
                    <a:pt x="511673" y="3021796"/>
                  </a:lnTo>
                  <a:lnTo>
                    <a:pt x="519687" y="3026293"/>
                  </a:lnTo>
                  <a:close/>
                  <a:moveTo>
                    <a:pt x="511673" y="3021796"/>
                  </a:moveTo>
                  <a:lnTo>
                    <a:pt x="499994" y="3017247"/>
                  </a:lnTo>
                  <a:lnTo>
                    <a:pt x="399616" y="2952212"/>
                  </a:lnTo>
                  <a:close/>
                  <a:moveTo>
                    <a:pt x="602749" y="3058190"/>
                  </a:moveTo>
                  <a:lnTo>
                    <a:pt x="511673" y="3021796"/>
                  </a:lnTo>
                  <a:lnTo>
                    <a:pt x="555401" y="3046838"/>
                  </a:lnTo>
                  <a:close/>
                  <a:moveTo>
                    <a:pt x="602749" y="3058190"/>
                  </a:moveTo>
                  <a:lnTo>
                    <a:pt x="519687" y="3026293"/>
                  </a:lnTo>
                  <a:lnTo>
                    <a:pt x="511673" y="3021796"/>
                  </a:lnTo>
                  <a:close/>
                  <a:moveTo>
                    <a:pt x="499994" y="3017247"/>
                  </a:moveTo>
                  <a:lnTo>
                    <a:pt x="519687" y="3026293"/>
                  </a:lnTo>
                  <a:lnTo>
                    <a:pt x="530489" y="3006498"/>
                  </a:lnTo>
                  <a:close/>
                  <a:moveTo>
                    <a:pt x="309051" y="2664971"/>
                  </a:moveTo>
                  <a:lnTo>
                    <a:pt x="207211" y="2693970"/>
                  </a:lnTo>
                  <a:lnTo>
                    <a:pt x="289252" y="2722051"/>
                  </a:lnTo>
                  <a:close/>
                  <a:moveTo>
                    <a:pt x="362644" y="2581901"/>
                  </a:moveTo>
                  <a:lnTo>
                    <a:pt x="309051" y="2664971"/>
                  </a:lnTo>
                  <a:lnTo>
                    <a:pt x="388194" y="2661222"/>
                  </a:lnTo>
                  <a:close/>
                  <a:moveTo>
                    <a:pt x="395506" y="2195048"/>
                  </a:moveTo>
                  <a:lnTo>
                    <a:pt x="397884" y="2252974"/>
                  </a:lnTo>
                  <a:lnTo>
                    <a:pt x="400881" y="2200438"/>
                  </a:lnTo>
                  <a:close/>
                  <a:moveTo>
                    <a:pt x="617434" y="2252285"/>
                  </a:moveTo>
                  <a:lnTo>
                    <a:pt x="531328" y="2209008"/>
                  </a:lnTo>
                  <a:lnTo>
                    <a:pt x="569223" y="2287234"/>
                  </a:lnTo>
                  <a:close/>
                  <a:moveTo>
                    <a:pt x="471505" y="2200542"/>
                  </a:moveTo>
                  <a:lnTo>
                    <a:pt x="516478" y="2244217"/>
                  </a:lnTo>
                  <a:lnTo>
                    <a:pt x="528479" y="2207396"/>
                  </a:lnTo>
                  <a:close/>
                  <a:moveTo>
                    <a:pt x="617434" y="2252285"/>
                  </a:moveTo>
                  <a:lnTo>
                    <a:pt x="569223" y="2287234"/>
                  </a:lnTo>
                  <a:lnTo>
                    <a:pt x="690316" y="2246121"/>
                  </a:lnTo>
                  <a:close/>
                  <a:moveTo>
                    <a:pt x="663328" y="2208674"/>
                  </a:moveTo>
                  <a:lnTo>
                    <a:pt x="710440" y="2180649"/>
                  </a:lnTo>
                  <a:lnTo>
                    <a:pt x="685904" y="2167344"/>
                  </a:lnTo>
                  <a:close/>
                  <a:moveTo>
                    <a:pt x="435041" y="1674053"/>
                  </a:moveTo>
                  <a:lnTo>
                    <a:pt x="452119" y="1697656"/>
                  </a:lnTo>
                  <a:lnTo>
                    <a:pt x="413146" y="1640014"/>
                  </a:lnTo>
                  <a:close/>
                  <a:moveTo>
                    <a:pt x="413146" y="1640014"/>
                  </a:moveTo>
                  <a:lnTo>
                    <a:pt x="482319" y="1744461"/>
                  </a:lnTo>
                  <a:lnTo>
                    <a:pt x="429840" y="1726534"/>
                  </a:lnTo>
                  <a:close/>
                  <a:moveTo>
                    <a:pt x="0" y="1233065"/>
                  </a:moveTo>
                  <a:lnTo>
                    <a:pt x="32037" y="1241670"/>
                  </a:lnTo>
                  <a:lnTo>
                    <a:pt x="33234" y="1142327"/>
                  </a:lnTo>
                  <a:close/>
                  <a:moveTo>
                    <a:pt x="280028" y="1187183"/>
                  </a:moveTo>
                  <a:lnTo>
                    <a:pt x="355977" y="1186447"/>
                  </a:lnTo>
                  <a:lnTo>
                    <a:pt x="346845" y="1186105"/>
                  </a:lnTo>
                  <a:close/>
                  <a:moveTo>
                    <a:pt x="280028" y="1187183"/>
                  </a:moveTo>
                  <a:lnTo>
                    <a:pt x="346845" y="1186105"/>
                  </a:lnTo>
                  <a:lnTo>
                    <a:pt x="280946" y="1184577"/>
                  </a:lnTo>
                  <a:close/>
                  <a:moveTo>
                    <a:pt x="466367" y="1229884"/>
                  </a:moveTo>
                  <a:lnTo>
                    <a:pt x="445941" y="1268320"/>
                  </a:lnTo>
                  <a:lnTo>
                    <a:pt x="453729" y="1273273"/>
                  </a:lnTo>
                  <a:close/>
                  <a:moveTo>
                    <a:pt x="445941" y="1268320"/>
                  </a:moveTo>
                  <a:lnTo>
                    <a:pt x="466367" y="1229884"/>
                  </a:lnTo>
                  <a:lnTo>
                    <a:pt x="355977" y="1186447"/>
                  </a:lnTo>
                  <a:close/>
                  <a:moveTo>
                    <a:pt x="346845" y="1186105"/>
                  </a:moveTo>
                  <a:lnTo>
                    <a:pt x="305092" y="1066714"/>
                  </a:lnTo>
                  <a:lnTo>
                    <a:pt x="280946" y="1184577"/>
                  </a:lnTo>
                  <a:close/>
                  <a:moveTo>
                    <a:pt x="1136247" y="2076843"/>
                  </a:moveTo>
                  <a:lnTo>
                    <a:pt x="1111579" y="2052035"/>
                  </a:lnTo>
                  <a:lnTo>
                    <a:pt x="1034194" y="1999126"/>
                  </a:lnTo>
                  <a:close/>
                  <a:moveTo>
                    <a:pt x="1499333" y="2263713"/>
                  </a:moveTo>
                  <a:lnTo>
                    <a:pt x="1396361" y="2286836"/>
                  </a:lnTo>
                  <a:lnTo>
                    <a:pt x="1485602" y="2374969"/>
                  </a:lnTo>
                  <a:close/>
                  <a:moveTo>
                    <a:pt x="1485602" y="2374969"/>
                  </a:moveTo>
                  <a:lnTo>
                    <a:pt x="1503743" y="2298680"/>
                  </a:lnTo>
                  <a:lnTo>
                    <a:pt x="1499333" y="2263713"/>
                  </a:lnTo>
                  <a:close/>
                  <a:moveTo>
                    <a:pt x="1335258" y="2188152"/>
                  </a:moveTo>
                  <a:lnTo>
                    <a:pt x="1367184" y="2298680"/>
                  </a:lnTo>
                  <a:lnTo>
                    <a:pt x="1403112" y="2181255"/>
                  </a:lnTo>
                  <a:close/>
                  <a:moveTo>
                    <a:pt x="1396361" y="2286836"/>
                  </a:moveTo>
                  <a:lnTo>
                    <a:pt x="1465907" y="2190796"/>
                  </a:lnTo>
                  <a:lnTo>
                    <a:pt x="1403112" y="2181255"/>
                  </a:lnTo>
                  <a:close/>
                  <a:moveTo>
                    <a:pt x="1320735" y="2178028"/>
                  </a:moveTo>
                  <a:lnTo>
                    <a:pt x="1273050" y="2216465"/>
                  </a:lnTo>
                  <a:lnTo>
                    <a:pt x="1288839" y="2229803"/>
                  </a:lnTo>
                  <a:close/>
                  <a:moveTo>
                    <a:pt x="1195678" y="2134250"/>
                  </a:moveTo>
                  <a:lnTo>
                    <a:pt x="1273050" y="2216465"/>
                  </a:lnTo>
                  <a:lnTo>
                    <a:pt x="1320735" y="2178028"/>
                  </a:lnTo>
                  <a:close/>
                  <a:moveTo>
                    <a:pt x="1403112" y="2181255"/>
                  </a:moveTo>
                  <a:lnTo>
                    <a:pt x="1465907" y="2190796"/>
                  </a:lnTo>
                  <a:lnTo>
                    <a:pt x="1375654" y="2103486"/>
                  </a:lnTo>
                  <a:close/>
                  <a:moveTo>
                    <a:pt x="1375654" y="2103486"/>
                  </a:moveTo>
                  <a:lnTo>
                    <a:pt x="1332464" y="2095813"/>
                  </a:lnTo>
                  <a:lnTo>
                    <a:pt x="1372280" y="2178028"/>
                  </a:lnTo>
                  <a:close/>
                  <a:moveTo>
                    <a:pt x="813829" y="1356450"/>
                  </a:moveTo>
                  <a:lnTo>
                    <a:pt x="727675" y="1309786"/>
                  </a:lnTo>
                  <a:lnTo>
                    <a:pt x="812967" y="1355877"/>
                  </a:lnTo>
                  <a:close/>
                  <a:moveTo>
                    <a:pt x="1833186" y="2656535"/>
                  </a:moveTo>
                  <a:lnTo>
                    <a:pt x="1899579" y="2671319"/>
                  </a:lnTo>
                  <a:lnTo>
                    <a:pt x="1899860" y="2550667"/>
                  </a:lnTo>
                  <a:close/>
                  <a:moveTo>
                    <a:pt x="1899860" y="2550667"/>
                  </a:moveTo>
                  <a:lnTo>
                    <a:pt x="1899579" y="2671319"/>
                  </a:lnTo>
                  <a:lnTo>
                    <a:pt x="1953032" y="2610757"/>
                  </a:lnTo>
                  <a:close/>
                  <a:moveTo>
                    <a:pt x="1332464" y="2095813"/>
                  </a:moveTo>
                  <a:lnTo>
                    <a:pt x="1309582" y="2013598"/>
                  </a:lnTo>
                  <a:lnTo>
                    <a:pt x="1399144" y="2057377"/>
                  </a:lnTo>
                  <a:close/>
                  <a:moveTo>
                    <a:pt x="770969" y="1330701"/>
                  </a:moveTo>
                  <a:lnTo>
                    <a:pt x="829985" y="1438093"/>
                  </a:lnTo>
                  <a:lnTo>
                    <a:pt x="812967" y="1355877"/>
                  </a:lnTo>
                  <a:close/>
                  <a:moveTo>
                    <a:pt x="907749" y="1317440"/>
                  </a:moveTo>
                  <a:lnTo>
                    <a:pt x="840928" y="1235226"/>
                  </a:lnTo>
                  <a:lnTo>
                    <a:pt x="873016" y="1268832"/>
                  </a:lnTo>
                  <a:close/>
                  <a:moveTo>
                    <a:pt x="1540260" y="1966899"/>
                  </a:moveTo>
                  <a:lnTo>
                    <a:pt x="1516005" y="1949883"/>
                  </a:lnTo>
                  <a:lnTo>
                    <a:pt x="1565570" y="1998075"/>
                  </a:lnTo>
                  <a:close/>
                  <a:moveTo>
                    <a:pt x="1412745" y="1810731"/>
                  </a:moveTo>
                  <a:lnTo>
                    <a:pt x="1440073" y="1772295"/>
                  </a:lnTo>
                  <a:lnTo>
                    <a:pt x="1354493" y="1766212"/>
                  </a:lnTo>
                  <a:close/>
                  <a:moveTo>
                    <a:pt x="1440073" y="1772295"/>
                  </a:moveTo>
                  <a:lnTo>
                    <a:pt x="1407061" y="1747550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54493" y="1766212"/>
                  </a:lnTo>
                  <a:lnTo>
                    <a:pt x="1407061" y="1747550"/>
                  </a:lnTo>
                  <a:close/>
                  <a:moveTo>
                    <a:pt x="1332299" y="1690080"/>
                  </a:moveTo>
                  <a:lnTo>
                    <a:pt x="1299384" y="1728517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13030" y="1674644"/>
                  </a:lnTo>
                  <a:lnTo>
                    <a:pt x="1249806" y="1653460"/>
                  </a:lnTo>
                  <a:close/>
                  <a:moveTo>
                    <a:pt x="949704" y="1279004"/>
                  </a:moveTo>
                  <a:lnTo>
                    <a:pt x="938480" y="1325434"/>
                  </a:lnTo>
                  <a:lnTo>
                    <a:pt x="989491" y="1300954"/>
                  </a:lnTo>
                  <a:close/>
                  <a:moveTo>
                    <a:pt x="149112" y="324725"/>
                  </a:moveTo>
                  <a:lnTo>
                    <a:pt x="249553" y="211037"/>
                  </a:lnTo>
                  <a:lnTo>
                    <a:pt x="174814" y="211207"/>
                  </a:lnTo>
                  <a:close/>
                  <a:moveTo>
                    <a:pt x="123637" y="52628"/>
                  </a:moveTo>
                  <a:lnTo>
                    <a:pt x="107347" y="45778"/>
                  </a:lnTo>
                  <a:lnTo>
                    <a:pt x="109055" y="127993"/>
                  </a:lnTo>
                  <a:close/>
                  <a:moveTo>
                    <a:pt x="2170557" y="2436328"/>
                  </a:moveTo>
                  <a:lnTo>
                    <a:pt x="2220217" y="2402069"/>
                  </a:lnTo>
                  <a:lnTo>
                    <a:pt x="2204348" y="2391579"/>
                  </a:lnTo>
                  <a:close/>
                  <a:moveTo>
                    <a:pt x="1723818" y="2002211"/>
                  </a:moveTo>
                  <a:lnTo>
                    <a:pt x="1698660" y="1980504"/>
                  </a:lnTo>
                  <a:lnTo>
                    <a:pt x="1693121" y="1981108"/>
                  </a:lnTo>
                  <a:close/>
                  <a:moveTo>
                    <a:pt x="1693121" y="1981108"/>
                  </a:moveTo>
                  <a:lnTo>
                    <a:pt x="1776788" y="2015267"/>
                  </a:lnTo>
                  <a:lnTo>
                    <a:pt x="1723818" y="2002211"/>
                  </a:lnTo>
                  <a:close/>
                  <a:moveTo>
                    <a:pt x="1440073" y="1772295"/>
                  </a:moveTo>
                  <a:lnTo>
                    <a:pt x="1509065" y="1850268"/>
                  </a:lnTo>
                  <a:lnTo>
                    <a:pt x="1452937" y="1740379"/>
                  </a:lnTo>
                  <a:close/>
                  <a:moveTo>
                    <a:pt x="1407061" y="1747550"/>
                  </a:moveTo>
                  <a:lnTo>
                    <a:pt x="1440073" y="1772295"/>
                  </a:lnTo>
                  <a:lnTo>
                    <a:pt x="1452937" y="1740379"/>
                  </a:lnTo>
                  <a:close/>
                  <a:moveTo>
                    <a:pt x="1484495" y="1651644"/>
                  </a:moveTo>
                  <a:lnTo>
                    <a:pt x="1529284" y="1710660"/>
                  </a:lnTo>
                  <a:lnTo>
                    <a:pt x="1502286" y="1660759"/>
                  </a:lnTo>
                  <a:close/>
                  <a:moveTo>
                    <a:pt x="1502286" y="1660759"/>
                  </a:moveTo>
                  <a:lnTo>
                    <a:pt x="1459325" y="1595594"/>
                  </a:lnTo>
                  <a:lnTo>
                    <a:pt x="1484495" y="1651644"/>
                  </a:lnTo>
                  <a:close/>
                  <a:moveTo>
                    <a:pt x="977776" y="1083571"/>
                  </a:moveTo>
                  <a:lnTo>
                    <a:pt x="1058481" y="1178643"/>
                  </a:lnTo>
                  <a:lnTo>
                    <a:pt x="1012357" y="1114574"/>
                  </a:lnTo>
                  <a:close/>
                  <a:moveTo>
                    <a:pt x="977776" y="1083571"/>
                  </a:moveTo>
                  <a:lnTo>
                    <a:pt x="1012357" y="1114574"/>
                  </a:lnTo>
                  <a:lnTo>
                    <a:pt x="976022" y="1035397"/>
                  </a:lnTo>
                  <a:close/>
                  <a:moveTo>
                    <a:pt x="976022" y="1035397"/>
                  </a:moveTo>
                  <a:lnTo>
                    <a:pt x="1013055" y="1110399"/>
                  </a:lnTo>
                  <a:lnTo>
                    <a:pt x="1042978" y="1007074"/>
                  </a:lnTo>
                  <a:close/>
                  <a:moveTo>
                    <a:pt x="435632" y="539068"/>
                  </a:moveTo>
                  <a:lnTo>
                    <a:pt x="504201" y="601168"/>
                  </a:lnTo>
                  <a:lnTo>
                    <a:pt x="544120" y="582848"/>
                  </a:lnTo>
                  <a:close/>
                  <a:moveTo>
                    <a:pt x="435632" y="539068"/>
                  </a:moveTo>
                  <a:lnTo>
                    <a:pt x="429207" y="425850"/>
                  </a:lnTo>
                  <a:lnTo>
                    <a:pt x="405947" y="512467"/>
                  </a:lnTo>
                  <a:close/>
                  <a:moveTo>
                    <a:pt x="639957" y="614875"/>
                  </a:moveTo>
                  <a:lnTo>
                    <a:pt x="544041" y="593268"/>
                  </a:lnTo>
                  <a:lnTo>
                    <a:pt x="598659" y="609457"/>
                  </a:lnTo>
                  <a:close/>
                  <a:moveTo>
                    <a:pt x="2204420" y="2214727"/>
                  </a:moveTo>
                  <a:lnTo>
                    <a:pt x="2169613" y="2217595"/>
                  </a:lnTo>
                  <a:lnTo>
                    <a:pt x="2171075" y="2281337"/>
                  </a:lnTo>
                  <a:close/>
                  <a:moveTo>
                    <a:pt x="1904650" y="1999463"/>
                  </a:moveTo>
                  <a:lnTo>
                    <a:pt x="1918001" y="1965527"/>
                  </a:lnTo>
                  <a:lnTo>
                    <a:pt x="1834578" y="2016131"/>
                  </a:lnTo>
                  <a:close/>
                  <a:moveTo>
                    <a:pt x="1918001" y="1965527"/>
                  </a:moveTo>
                  <a:lnTo>
                    <a:pt x="1887063" y="1933706"/>
                  </a:lnTo>
                  <a:lnTo>
                    <a:pt x="1840097" y="1868178"/>
                  </a:lnTo>
                  <a:close/>
                  <a:moveTo>
                    <a:pt x="1480530" y="1528375"/>
                  </a:moveTo>
                  <a:lnTo>
                    <a:pt x="1595874" y="1545174"/>
                  </a:lnTo>
                  <a:lnTo>
                    <a:pt x="1518461" y="1448777"/>
                  </a:lnTo>
                  <a:close/>
                  <a:moveTo>
                    <a:pt x="1261540" y="1266927"/>
                  </a:moveTo>
                  <a:lnTo>
                    <a:pt x="1274446" y="1224344"/>
                  </a:lnTo>
                  <a:lnTo>
                    <a:pt x="1237862" y="1241853"/>
                  </a:lnTo>
                  <a:close/>
                  <a:moveTo>
                    <a:pt x="1274446" y="1224344"/>
                  </a:moveTo>
                  <a:lnTo>
                    <a:pt x="1212105" y="1145551"/>
                  </a:lnTo>
                  <a:lnTo>
                    <a:pt x="1261266" y="1202131"/>
                  </a:lnTo>
                  <a:close/>
                  <a:moveTo>
                    <a:pt x="1045060" y="989370"/>
                  </a:moveTo>
                  <a:lnTo>
                    <a:pt x="979174" y="982343"/>
                  </a:lnTo>
                  <a:lnTo>
                    <a:pt x="976022" y="1035397"/>
                  </a:lnTo>
                  <a:close/>
                  <a:moveTo>
                    <a:pt x="1564943" y="1530992"/>
                  </a:moveTo>
                  <a:lnTo>
                    <a:pt x="1595874" y="1545174"/>
                  </a:lnTo>
                  <a:lnTo>
                    <a:pt x="1618933" y="1551984"/>
                  </a:lnTo>
                  <a:close/>
                  <a:moveTo>
                    <a:pt x="262902" y="0"/>
                  </a:moveTo>
                  <a:lnTo>
                    <a:pt x="383807" y="51120"/>
                  </a:lnTo>
                  <a:lnTo>
                    <a:pt x="310654" y="4438"/>
                  </a:lnTo>
                  <a:close/>
                  <a:moveTo>
                    <a:pt x="2173654" y="2179147"/>
                  </a:moveTo>
                  <a:lnTo>
                    <a:pt x="2108805" y="2268903"/>
                  </a:lnTo>
                  <a:lnTo>
                    <a:pt x="2169613" y="2217595"/>
                  </a:lnTo>
                  <a:close/>
                  <a:moveTo>
                    <a:pt x="2141626" y="2105093"/>
                  </a:moveTo>
                  <a:lnTo>
                    <a:pt x="2117929" y="2163858"/>
                  </a:lnTo>
                  <a:lnTo>
                    <a:pt x="2173654" y="2179147"/>
                  </a:lnTo>
                  <a:close/>
                  <a:moveTo>
                    <a:pt x="1762020" y="1593104"/>
                  </a:moveTo>
                  <a:lnTo>
                    <a:pt x="1826298" y="1579120"/>
                  </a:lnTo>
                  <a:lnTo>
                    <a:pt x="1807164" y="1574771"/>
                  </a:lnTo>
                  <a:close/>
                  <a:moveTo>
                    <a:pt x="1807164" y="1574771"/>
                  </a:moveTo>
                  <a:lnTo>
                    <a:pt x="1826298" y="1579120"/>
                  </a:lnTo>
                  <a:lnTo>
                    <a:pt x="1827310" y="1558554"/>
                  </a:lnTo>
                  <a:close/>
                  <a:moveTo>
                    <a:pt x="1072344" y="867097"/>
                  </a:moveTo>
                  <a:lnTo>
                    <a:pt x="990729" y="875180"/>
                  </a:lnTo>
                  <a:lnTo>
                    <a:pt x="1069290" y="890249"/>
                  </a:lnTo>
                  <a:close/>
                  <a:moveTo>
                    <a:pt x="991041" y="872602"/>
                  </a:moveTo>
                  <a:lnTo>
                    <a:pt x="1072344" y="867097"/>
                  </a:lnTo>
                  <a:lnTo>
                    <a:pt x="1055375" y="780800"/>
                  </a:lnTo>
                  <a:close/>
                  <a:moveTo>
                    <a:pt x="1072344" y="867097"/>
                  </a:moveTo>
                  <a:lnTo>
                    <a:pt x="1069290" y="890249"/>
                  </a:lnTo>
                  <a:lnTo>
                    <a:pt x="1081591" y="873271"/>
                  </a:lnTo>
                  <a:close/>
                  <a:moveTo>
                    <a:pt x="1055375" y="780800"/>
                  </a:moveTo>
                  <a:lnTo>
                    <a:pt x="1081591" y="873271"/>
                  </a:lnTo>
                  <a:lnTo>
                    <a:pt x="1077958" y="791056"/>
                  </a:lnTo>
                  <a:close/>
                  <a:moveTo>
                    <a:pt x="1055375" y="780800"/>
                  </a:moveTo>
                  <a:lnTo>
                    <a:pt x="1072344" y="867097"/>
                  </a:lnTo>
                  <a:lnTo>
                    <a:pt x="1081591" y="873271"/>
                  </a:lnTo>
                  <a:close/>
                  <a:moveTo>
                    <a:pt x="555418" y="147052"/>
                  </a:moveTo>
                  <a:lnTo>
                    <a:pt x="505091" y="174092"/>
                  </a:lnTo>
                  <a:lnTo>
                    <a:pt x="587223" y="118294"/>
                  </a:lnTo>
                  <a:close/>
                  <a:moveTo>
                    <a:pt x="587223" y="118294"/>
                  </a:moveTo>
                  <a:lnTo>
                    <a:pt x="505091" y="174092"/>
                  </a:lnTo>
                  <a:lnTo>
                    <a:pt x="553483" y="133335"/>
                  </a:lnTo>
                  <a:close/>
                  <a:moveTo>
                    <a:pt x="1807164" y="1574771"/>
                  </a:moveTo>
                  <a:lnTo>
                    <a:pt x="1827310" y="1558554"/>
                  </a:lnTo>
                  <a:lnTo>
                    <a:pt x="1770619" y="1563794"/>
                  </a:lnTo>
                  <a:close/>
                  <a:moveTo>
                    <a:pt x="1831553" y="1474756"/>
                  </a:moveTo>
                  <a:lnTo>
                    <a:pt x="1862449" y="1492555"/>
                  </a:lnTo>
                  <a:lnTo>
                    <a:pt x="1813110" y="1389657"/>
                  </a:lnTo>
                  <a:close/>
                  <a:moveTo>
                    <a:pt x="1813110" y="1389657"/>
                  </a:moveTo>
                  <a:lnTo>
                    <a:pt x="1914698" y="1391424"/>
                  </a:lnTo>
                  <a:lnTo>
                    <a:pt x="1883081" y="1371904"/>
                  </a:lnTo>
                  <a:close/>
                  <a:moveTo>
                    <a:pt x="1831553" y="1474756"/>
                  </a:moveTo>
                  <a:lnTo>
                    <a:pt x="1813110" y="1389657"/>
                  </a:lnTo>
                  <a:lnTo>
                    <a:pt x="1791302" y="1454119"/>
                  </a:lnTo>
                  <a:close/>
                  <a:moveTo>
                    <a:pt x="1813110" y="1389657"/>
                  </a:moveTo>
                  <a:lnTo>
                    <a:pt x="1780764" y="1371904"/>
                  </a:lnTo>
                  <a:lnTo>
                    <a:pt x="1791302" y="1454119"/>
                  </a:lnTo>
                  <a:close/>
                  <a:moveTo>
                    <a:pt x="1236943" y="744560"/>
                  </a:moveTo>
                  <a:lnTo>
                    <a:pt x="1285549" y="714183"/>
                  </a:lnTo>
                  <a:lnTo>
                    <a:pt x="1190583" y="634681"/>
                  </a:lnTo>
                  <a:close/>
                  <a:moveTo>
                    <a:pt x="1286594" y="714995"/>
                  </a:moveTo>
                  <a:lnTo>
                    <a:pt x="1370245" y="749091"/>
                  </a:lnTo>
                  <a:lnTo>
                    <a:pt x="1379934" y="675747"/>
                  </a:lnTo>
                  <a:close/>
                  <a:moveTo>
                    <a:pt x="1373983" y="472880"/>
                  </a:moveTo>
                  <a:lnTo>
                    <a:pt x="1381757" y="497049"/>
                  </a:lnTo>
                  <a:lnTo>
                    <a:pt x="1313354" y="391975"/>
                  </a:lnTo>
                  <a:close/>
                  <a:moveTo>
                    <a:pt x="1313354" y="391975"/>
                  </a:moveTo>
                  <a:lnTo>
                    <a:pt x="1381757" y="497049"/>
                  </a:lnTo>
                  <a:lnTo>
                    <a:pt x="1332060" y="42910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46" name="Candidate_density__2065">
              <a:extLst>
                <a:ext uri="{FF2B5EF4-FFF2-40B4-BE49-F238E27FC236}">
                  <a16:creationId xmlns:a16="http://schemas.microsoft.com/office/drawing/2014/main" id="{41105D87-8045-A341-E237-31739D572257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2097073" cy="3030998"/>
            </a:xfrm>
            <a:custGeom>
              <a:avLst/>
              <a:gdLst/>
              <a:ahLst/>
              <a:cxnLst/>
              <a:rect l="0" t="0" r="0" b="0"/>
              <a:pathLst>
                <a:path w="2097073" h="3030998">
                  <a:moveTo>
                    <a:pt x="30767" y="2664580"/>
                  </a:moveTo>
                  <a:lnTo>
                    <a:pt x="105510" y="2740575"/>
                  </a:lnTo>
                  <a:lnTo>
                    <a:pt x="96836" y="2703386"/>
                  </a:lnTo>
                  <a:close/>
                  <a:moveTo>
                    <a:pt x="96836" y="2703386"/>
                  </a:moveTo>
                  <a:lnTo>
                    <a:pt x="68409" y="2702138"/>
                  </a:lnTo>
                  <a:lnTo>
                    <a:pt x="30767" y="2664580"/>
                  </a:lnTo>
                  <a:close/>
                  <a:moveTo>
                    <a:pt x="292269" y="2965963"/>
                  </a:moveTo>
                  <a:lnTo>
                    <a:pt x="392647" y="3030998"/>
                  </a:lnTo>
                  <a:lnTo>
                    <a:pt x="325080" y="2992447"/>
                  </a:lnTo>
                  <a:close/>
                  <a:moveTo>
                    <a:pt x="255297" y="2595652"/>
                  </a:moveTo>
                  <a:lnTo>
                    <a:pt x="212853" y="2636309"/>
                  </a:lnTo>
                  <a:lnTo>
                    <a:pt x="201704" y="2678722"/>
                  </a:lnTo>
                  <a:close/>
                  <a:moveTo>
                    <a:pt x="288159" y="2208799"/>
                  </a:moveTo>
                  <a:lnTo>
                    <a:pt x="364158" y="2214293"/>
                  </a:lnTo>
                  <a:lnTo>
                    <a:pt x="344805" y="2222608"/>
                  </a:lnTo>
                  <a:close/>
                  <a:moveTo>
                    <a:pt x="364158" y="2214293"/>
                  </a:moveTo>
                  <a:lnTo>
                    <a:pt x="421132" y="2221147"/>
                  </a:lnTo>
                  <a:lnTo>
                    <a:pt x="344805" y="2222608"/>
                  </a:lnTo>
                  <a:close/>
                  <a:moveTo>
                    <a:pt x="423981" y="2222759"/>
                  </a:moveTo>
                  <a:lnTo>
                    <a:pt x="510087" y="2266036"/>
                  </a:lnTo>
                  <a:lnTo>
                    <a:pt x="555981" y="2222425"/>
                  </a:lnTo>
                  <a:close/>
                  <a:moveTo>
                    <a:pt x="582969" y="2259872"/>
                  </a:moveTo>
                  <a:lnTo>
                    <a:pt x="603093" y="2194400"/>
                  </a:lnTo>
                  <a:lnTo>
                    <a:pt x="555981" y="2222425"/>
                  </a:lnTo>
                  <a:close/>
                  <a:moveTo>
                    <a:pt x="510087" y="2266036"/>
                  </a:moveTo>
                  <a:lnTo>
                    <a:pt x="582969" y="2259872"/>
                  </a:lnTo>
                  <a:lnTo>
                    <a:pt x="555981" y="2222425"/>
                  </a:lnTo>
                  <a:close/>
                  <a:moveTo>
                    <a:pt x="172681" y="1200934"/>
                  </a:moveTo>
                  <a:lnTo>
                    <a:pt x="187998" y="1320508"/>
                  </a:lnTo>
                  <a:lnTo>
                    <a:pt x="248630" y="1200198"/>
                  </a:lnTo>
                  <a:close/>
                  <a:moveTo>
                    <a:pt x="171993" y="1199856"/>
                  </a:moveTo>
                  <a:lnTo>
                    <a:pt x="172681" y="1200934"/>
                  </a:lnTo>
                  <a:lnTo>
                    <a:pt x="173599" y="1198328"/>
                  </a:lnTo>
                  <a:close/>
                  <a:moveTo>
                    <a:pt x="359020" y="1243635"/>
                  </a:moveTo>
                  <a:lnTo>
                    <a:pt x="346383" y="1287024"/>
                  </a:lnTo>
                  <a:lnTo>
                    <a:pt x="399400" y="1270044"/>
                  </a:lnTo>
                  <a:close/>
                  <a:moveTo>
                    <a:pt x="399400" y="1270044"/>
                  </a:moveTo>
                  <a:lnTo>
                    <a:pt x="346383" y="1287024"/>
                  </a:lnTo>
                  <a:lnTo>
                    <a:pt x="475009" y="1274074"/>
                  </a:lnTo>
                  <a:close/>
                  <a:moveTo>
                    <a:pt x="173599" y="1198328"/>
                  </a:moveTo>
                  <a:lnTo>
                    <a:pt x="197745" y="1080465"/>
                  </a:lnTo>
                  <a:lnTo>
                    <a:pt x="171993" y="1199856"/>
                  </a:lnTo>
                  <a:close/>
                  <a:moveTo>
                    <a:pt x="171993" y="1199856"/>
                  </a:moveTo>
                  <a:lnTo>
                    <a:pt x="197745" y="1080465"/>
                  </a:lnTo>
                  <a:lnTo>
                    <a:pt x="196805" y="1079204"/>
                  </a:lnTo>
                  <a:close/>
                  <a:moveTo>
                    <a:pt x="1289014" y="2300587"/>
                  </a:moveTo>
                  <a:lnTo>
                    <a:pt x="1391987" y="2277464"/>
                  </a:lnTo>
                  <a:lnTo>
                    <a:pt x="1358560" y="2204547"/>
                  </a:lnTo>
                  <a:close/>
                  <a:moveTo>
                    <a:pt x="1295765" y="2195006"/>
                  </a:moveTo>
                  <a:lnTo>
                    <a:pt x="1268307" y="2117237"/>
                  </a:lnTo>
                  <a:lnTo>
                    <a:pt x="1264934" y="2191779"/>
                  </a:lnTo>
                  <a:close/>
                  <a:moveTo>
                    <a:pt x="706482" y="1370201"/>
                  </a:moveTo>
                  <a:lnTo>
                    <a:pt x="720254" y="1459096"/>
                  </a:lnTo>
                  <a:lnTo>
                    <a:pt x="721297" y="1490280"/>
                  </a:lnTo>
                  <a:close/>
                  <a:moveTo>
                    <a:pt x="720254" y="1459096"/>
                  </a:moveTo>
                  <a:lnTo>
                    <a:pt x="706482" y="1370201"/>
                  </a:lnTo>
                  <a:lnTo>
                    <a:pt x="722638" y="1451844"/>
                  </a:lnTo>
                  <a:close/>
                  <a:moveTo>
                    <a:pt x="706482" y="1370201"/>
                  </a:moveTo>
                  <a:lnTo>
                    <a:pt x="705620" y="1369628"/>
                  </a:lnTo>
                  <a:lnTo>
                    <a:pt x="722638" y="1451844"/>
                  </a:lnTo>
                  <a:close/>
                  <a:moveTo>
                    <a:pt x="1845685" y="2624508"/>
                  </a:moveTo>
                  <a:lnTo>
                    <a:pt x="1792233" y="2685070"/>
                  </a:lnTo>
                  <a:lnTo>
                    <a:pt x="1815350" y="2676107"/>
                  </a:lnTo>
                  <a:close/>
                  <a:moveTo>
                    <a:pt x="1862078" y="2564418"/>
                  </a:moveTo>
                  <a:lnTo>
                    <a:pt x="1845685" y="2624508"/>
                  </a:lnTo>
                  <a:lnTo>
                    <a:pt x="1809207" y="2685070"/>
                  </a:lnTo>
                  <a:close/>
                  <a:moveTo>
                    <a:pt x="1508686" y="1985296"/>
                  </a:moveTo>
                  <a:lnTo>
                    <a:pt x="1432913" y="1980650"/>
                  </a:lnTo>
                  <a:lnTo>
                    <a:pt x="1458223" y="2011826"/>
                  </a:lnTo>
                  <a:close/>
                  <a:moveTo>
                    <a:pt x="1508686" y="1985296"/>
                  </a:moveTo>
                  <a:lnTo>
                    <a:pt x="1458223" y="2011826"/>
                  </a:lnTo>
                  <a:lnTo>
                    <a:pt x="1585775" y="1994859"/>
                  </a:lnTo>
                  <a:close/>
                  <a:moveTo>
                    <a:pt x="1192037" y="1742268"/>
                  </a:moveTo>
                  <a:lnTo>
                    <a:pt x="1224953" y="1703831"/>
                  </a:lnTo>
                  <a:lnTo>
                    <a:pt x="1142459" y="1667211"/>
                  </a:lnTo>
                  <a:close/>
                  <a:moveTo>
                    <a:pt x="1083458" y="1725272"/>
                  </a:moveTo>
                  <a:lnTo>
                    <a:pt x="1142459" y="1667211"/>
                  </a:lnTo>
                  <a:lnTo>
                    <a:pt x="1205684" y="1688395"/>
                  </a:lnTo>
                  <a:close/>
                  <a:moveTo>
                    <a:pt x="842357" y="1292755"/>
                  </a:moveTo>
                  <a:lnTo>
                    <a:pt x="800402" y="1331192"/>
                  </a:lnTo>
                  <a:lnTo>
                    <a:pt x="831133" y="1339185"/>
                  </a:lnTo>
                  <a:close/>
                  <a:moveTo>
                    <a:pt x="320736" y="545529"/>
                  </a:moveTo>
                  <a:lnTo>
                    <a:pt x="328285" y="552819"/>
                  </a:lnTo>
                  <a:lnTo>
                    <a:pt x="298600" y="526218"/>
                  </a:lnTo>
                  <a:close/>
                  <a:moveTo>
                    <a:pt x="41766" y="338476"/>
                  </a:moveTo>
                  <a:lnTo>
                    <a:pt x="67467" y="224958"/>
                  </a:lnTo>
                  <a:lnTo>
                    <a:pt x="15872" y="344610"/>
                  </a:lnTo>
                  <a:close/>
                  <a:moveTo>
                    <a:pt x="328285" y="552819"/>
                  </a:moveTo>
                  <a:lnTo>
                    <a:pt x="354751" y="573546"/>
                  </a:lnTo>
                  <a:lnTo>
                    <a:pt x="396854" y="614919"/>
                  </a:lnTo>
                  <a:close/>
                  <a:moveTo>
                    <a:pt x="1585775" y="1994859"/>
                  </a:moveTo>
                  <a:lnTo>
                    <a:pt x="1591314" y="1994255"/>
                  </a:lnTo>
                  <a:lnTo>
                    <a:pt x="1564540" y="1978924"/>
                  </a:lnTo>
                  <a:close/>
                  <a:moveTo>
                    <a:pt x="1585775" y="1994859"/>
                  </a:moveTo>
                  <a:lnTo>
                    <a:pt x="1564540" y="1978924"/>
                  </a:lnTo>
                  <a:lnTo>
                    <a:pt x="1508686" y="1985296"/>
                  </a:lnTo>
                  <a:close/>
                  <a:moveTo>
                    <a:pt x="1154193" y="1280678"/>
                  </a:moveTo>
                  <a:lnTo>
                    <a:pt x="1079598" y="1280435"/>
                  </a:lnTo>
                  <a:lnTo>
                    <a:pt x="1107544" y="1321467"/>
                  </a:lnTo>
                  <a:close/>
                  <a:moveTo>
                    <a:pt x="868676" y="1049148"/>
                  </a:moveTo>
                  <a:lnTo>
                    <a:pt x="905010" y="1128325"/>
                  </a:lnTo>
                  <a:lnTo>
                    <a:pt x="905708" y="1124150"/>
                  </a:lnTo>
                  <a:close/>
                  <a:moveTo>
                    <a:pt x="396854" y="614919"/>
                  </a:moveTo>
                  <a:lnTo>
                    <a:pt x="469984" y="609680"/>
                  </a:lnTo>
                  <a:lnTo>
                    <a:pt x="436695" y="607019"/>
                  </a:lnTo>
                  <a:close/>
                  <a:moveTo>
                    <a:pt x="469984" y="609680"/>
                  </a:moveTo>
                  <a:lnTo>
                    <a:pt x="491312" y="623208"/>
                  </a:lnTo>
                  <a:lnTo>
                    <a:pt x="436695" y="607019"/>
                  </a:lnTo>
                  <a:close/>
                  <a:moveTo>
                    <a:pt x="338685" y="349952"/>
                  </a:moveTo>
                  <a:lnTo>
                    <a:pt x="322294" y="399602"/>
                  </a:lnTo>
                  <a:lnTo>
                    <a:pt x="358115" y="370626"/>
                  </a:lnTo>
                  <a:close/>
                  <a:moveTo>
                    <a:pt x="358115" y="370626"/>
                  </a:moveTo>
                  <a:lnTo>
                    <a:pt x="322294" y="399602"/>
                  </a:lnTo>
                  <a:lnTo>
                    <a:pt x="321860" y="439601"/>
                  </a:lnTo>
                  <a:close/>
                  <a:moveTo>
                    <a:pt x="338685" y="349952"/>
                  </a:moveTo>
                  <a:lnTo>
                    <a:pt x="358115" y="370626"/>
                  </a:lnTo>
                  <a:lnTo>
                    <a:pt x="372518" y="308728"/>
                  </a:lnTo>
                  <a:close/>
                  <a:moveTo>
                    <a:pt x="0" y="59529"/>
                  </a:moveTo>
                  <a:lnTo>
                    <a:pt x="32394" y="21093"/>
                  </a:lnTo>
                  <a:lnTo>
                    <a:pt x="1709" y="141744"/>
                  </a:lnTo>
                  <a:close/>
                  <a:moveTo>
                    <a:pt x="0" y="59529"/>
                  </a:moveTo>
                  <a:lnTo>
                    <a:pt x="13715" y="18396"/>
                  </a:lnTo>
                  <a:lnTo>
                    <a:pt x="66467" y="429"/>
                  </a:lnTo>
                  <a:close/>
                  <a:moveTo>
                    <a:pt x="1591314" y="1994255"/>
                  </a:moveTo>
                  <a:lnTo>
                    <a:pt x="1616471" y="2015962"/>
                  </a:lnTo>
                  <a:lnTo>
                    <a:pt x="1653326" y="2032221"/>
                  </a:lnTo>
                  <a:close/>
                  <a:moveTo>
                    <a:pt x="1727232" y="2029882"/>
                  </a:moveTo>
                  <a:lnTo>
                    <a:pt x="1616471" y="2015962"/>
                  </a:lnTo>
                  <a:lnTo>
                    <a:pt x="1672633" y="2030896"/>
                  </a:lnTo>
                  <a:close/>
                  <a:moveTo>
                    <a:pt x="1727232" y="2029882"/>
                  </a:moveTo>
                  <a:lnTo>
                    <a:pt x="1653326" y="2032221"/>
                  </a:lnTo>
                  <a:lnTo>
                    <a:pt x="1616471" y="2015962"/>
                  </a:lnTo>
                  <a:close/>
                  <a:moveTo>
                    <a:pt x="2075683" y="2202464"/>
                  </a:moveTo>
                  <a:lnTo>
                    <a:pt x="2062266" y="2231346"/>
                  </a:lnTo>
                  <a:lnTo>
                    <a:pt x="2097073" y="2228478"/>
                  </a:lnTo>
                  <a:close/>
                  <a:moveTo>
                    <a:pt x="1407528" y="1464092"/>
                  </a:moveTo>
                  <a:lnTo>
                    <a:pt x="1362494" y="1583180"/>
                  </a:lnTo>
                  <a:lnTo>
                    <a:pt x="1373183" y="1542126"/>
                  </a:lnTo>
                  <a:close/>
                  <a:moveTo>
                    <a:pt x="1079598" y="1280435"/>
                  </a:moveTo>
                  <a:lnTo>
                    <a:pt x="1154193" y="1280678"/>
                  </a:lnTo>
                  <a:lnTo>
                    <a:pt x="1130515" y="1255604"/>
                  </a:lnTo>
                  <a:close/>
                  <a:moveTo>
                    <a:pt x="629087" y="571792"/>
                  </a:moveTo>
                  <a:lnTo>
                    <a:pt x="532610" y="628626"/>
                  </a:lnTo>
                  <a:lnTo>
                    <a:pt x="607578" y="630262"/>
                  </a:lnTo>
                  <a:close/>
                  <a:moveTo>
                    <a:pt x="613048" y="484739"/>
                  </a:moveTo>
                  <a:lnTo>
                    <a:pt x="629087" y="571792"/>
                  </a:lnTo>
                  <a:lnTo>
                    <a:pt x="629192" y="596599"/>
                  </a:lnTo>
                  <a:close/>
                  <a:moveTo>
                    <a:pt x="352791" y="298426"/>
                  </a:moveTo>
                  <a:lnTo>
                    <a:pt x="384467" y="249111"/>
                  </a:lnTo>
                  <a:lnTo>
                    <a:pt x="388076" y="229301"/>
                  </a:lnTo>
                  <a:close/>
                  <a:moveTo>
                    <a:pt x="352791" y="298426"/>
                  </a:moveTo>
                  <a:lnTo>
                    <a:pt x="372518" y="308728"/>
                  </a:lnTo>
                  <a:lnTo>
                    <a:pt x="384467" y="249111"/>
                  </a:lnTo>
                  <a:close/>
                  <a:moveTo>
                    <a:pt x="338685" y="349952"/>
                  </a:moveTo>
                  <a:lnTo>
                    <a:pt x="372518" y="308728"/>
                  </a:lnTo>
                  <a:lnTo>
                    <a:pt x="335512" y="328411"/>
                  </a:lnTo>
                  <a:close/>
                  <a:moveTo>
                    <a:pt x="372518" y="308728"/>
                  </a:moveTo>
                  <a:lnTo>
                    <a:pt x="398105" y="267738"/>
                  </a:lnTo>
                  <a:lnTo>
                    <a:pt x="384467" y="249111"/>
                  </a:lnTo>
                  <a:close/>
                  <a:moveTo>
                    <a:pt x="397744" y="187843"/>
                  </a:moveTo>
                  <a:lnTo>
                    <a:pt x="384467" y="249111"/>
                  </a:lnTo>
                  <a:lnTo>
                    <a:pt x="398105" y="267738"/>
                  </a:lnTo>
                  <a:close/>
                  <a:moveTo>
                    <a:pt x="203307" y="18189"/>
                  </a:moveTo>
                  <a:lnTo>
                    <a:pt x="97939" y="0"/>
                  </a:lnTo>
                  <a:lnTo>
                    <a:pt x="155555" y="13751"/>
                  </a:lnTo>
                  <a:close/>
                  <a:moveTo>
                    <a:pt x="2008688" y="2081812"/>
                  </a:moveTo>
                  <a:lnTo>
                    <a:pt x="2006823" y="2087511"/>
                  </a:lnTo>
                  <a:lnTo>
                    <a:pt x="2034280" y="2118844"/>
                  </a:lnTo>
                  <a:close/>
                  <a:moveTo>
                    <a:pt x="2066308" y="2192898"/>
                  </a:moveTo>
                  <a:lnTo>
                    <a:pt x="2062266" y="2231346"/>
                  </a:lnTo>
                  <a:lnTo>
                    <a:pt x="2075683" y="2202464"/>
                  </a:lnTo>
                  <a:close/>
                  <a:moveTo>
                    <a:pt x="1719964" y="1572305"/>
                  </a:moveTo>
                  <a:lnTo>
                    <a:pt x="1718951" y="1592871"/>
                  </a:lnTo>
                  <a:lnTo>
                    <a:pt x="1755103" y="1506306"/>
                  </a:lnTo>
                  <a:close/>
                  <a:moveTo>
                    <a:pt x="1677503" y="1477009"/>
                  </a:moveTo>
                  <a:lnTo>
                    <a:pt x="1719964" y="1572305"/>
                  </a:lnTo>
                  <a:lnTo>
                    <a:pt x="1724206" y="1488507"/>
                  </a:lnTo>
                  <a:close/>
                  <a:moveTo>
                    <a:pt x="1724206" y="1488507"/>
                  </a:moveTo>
                  <a:lnTo>
                    <a:pt x="1719964" y="1572305"/>
                  </a:lnTo>
                  <a:lnTo>
                    <a:pt x="1755103" y="1506306"/>
                  </a:lnTo>
                  <a:close/>
                  <a:moveTo>
                    <a:pt x="1029152" y="728599"/>
                  </a:moveTo>
                  <a:lnTo>
                    <a:pt x="1019863" y="684155"/>
                  </a:lnTo>
                  <a:lnTo>
                    <a:pt x="1083236" y="648432"/>
                  </a:lnTo>
                  <a:close/>
                  <a:moveTo>
                    <a:pt x="1272587" y="689498"/>
                  </a:moveTo>
                  <a:lnTo>
                    <a:pt x="1262898" y="762842"/>
                  </a:lnTo>
                  <a:lnTo>
                    <a:pt x="1288713" y="699357"/>
                  </a:lnTo>
                  <a:close/>
                  <a:moveTo>
                    <a:pt x="1288713" y="699357"/>
                  </a:moveTo>
                  <a:lnTo>
                    <a:pt x="1262898" y="762842"/>
                  </a:lnTo>
                  <a:lnTo>
                    <a:pt x="1301549" y="727934"/>
                  </a:lnTo>
                  <a:close/>
                  <a:moveTo>
                    <a:pt x="1288713" y="699357"/>
                  </a:moveTo>
                  <a:lnTo>
                    <a:pt x="1254027" y="627463"/>
                  </a:lnTo>
                  <a:lnTo>
                    <a:pt x="1272587" y="689498"/>
                  </a:lnTo>
                  <a:close/>
                  <a:moveTo>
                    <a:pt x="1254027" y="627463"/>
                  </a:moveTo>
                  <a:lnTo>
                    <a:pt x="1233031" y="607282"/>
                  </a:lnTo>
                  <a:lnTo>
                    <a:pt x="1272587" y="689498"/>
                  </a:lnTo>
                  <a:close/>
                  <a:moveTo>
                    <a:pt x="1265476" y="557277"/>
                  </a:moveTo>
                  <a:lnTo>
                    <a:pt x="1254027" y="627463"/>
                  </a:lnTo>
                  <a:lnTo>
                    <a:pt x="1274727" y="525067"/>
                  </a:lnTo>
                  <a:close/>
                  <a:moveTo>
                    <a:pt x="1233031" y="607282"/>
                  </a:moveTo>
                  <a:lnTo>
                    <a:pt x="1254027" y="627463"/>
                  </a:lnTo>
                  <a:lnTo>
                    <a:pt x="1265476" y="557277"/>
                  </a:lnTo>
                  <a:close/>
                  <a:moveTo>
                    <a:pt x="1265476" y="557277"/>
                  </a:moveTo>
                  <a:lnTo>
                    <a:pt x="1274411" y="510800"/>
                  </a:lnTo>
                  <a:lnTo>
                    <a:pt x="1233031" y="607282"/>
                  </a:lnTo>
                  <a:close/>
                  <a:moveTo>
                    <a:pt x="1233031" y="607282"/>
                  </a:moveTo>
                  <a:lnTo>
                    <a:pt x="1274411" y="510800"/>
                  </a:lnTo>
                  <a:lnTo>
                    <a:pt x="1266636" y="486631"/>
                  </a:lnTo>
                  <a:close/>
                  <a:moveTo>
                    <a:pt x="1274411" y="510800"/>
                  </a:moveTo>
                  <a:lnTo>
                    <a:pt x="1265476" y="557277"/>
                  </a:lnTo>
                  <a:lnTo>
                    <a:pt x="1274727" y="52506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47" name="Candidate_density__2066">
              <a:extLst>
                <a:ext uri="{FF2B5EF4-FFF2-40B4-BE49-F238E27FC236}">
                  <a16:creationId xmlns:a16="http://schemas.microsoft.com/office/drawing/2014/main" id="{3BF11FE6-471F-8185-ECAB-D1E3EC31B8FD}"/>
                </a:ext>
              </a:extLst>
            </p:cNvPr>
            <p:cNvSpPr>
              <a:spLocks noGrp="1"/>
            </p:cNvSpPr>
            <p:nvPr/>
          </p:nvSpPr>
          <p:spPr>
            <a:xfrm>
              <a:off x="4501318" y="2029296"/>
              <a:ext cx="2057553" cy="2837641"/>
            </a:xfrm>
            <a:custGeom>
              <a:avLst/>
              <a:gdLst/>
              <a:ahLst/>
              <a:cxnLst/>
              <a:rect l="0" t="0" r="0" b="0"/>
              <a:pathLst>
                <a:path w="2057553" h="2837641">
                  <a:moveTo>
                    <a:pt x="144821" y="2624924"/>
                  </a:moveTo>
                  <a:lnTo>
                    <a:pt x="85385" y="2692218"/>
                  </a:lnTo>
                  <a:lnTo>
                    <a:pt x="93048" y="2690279"/>
                  </a:lnTo>
                  <a:close/>
                  <a:moveTo>
                    <a:pt x="26044" y="2674693"/>
                  </a:moveTo>
                  <a:lnTo>
                    <a:pt x="85385" y="2692218"/>
                  </a:lnTo>
                  <a:lnTo>
                    <a:pt x="144821" y="2624924"/>
                  </a:lnTo>
                  <a:close/>
                  <a:moveTo>
                    <a:pt x="151852" y="2569627"/>
                  </a:moveTo>
                  <a:lnTo>
                    <a:pt x="145902" y="2603518"/>
                  </a:lnTo>
                  <a:lnTo>
                    <a:pt x="93048" y="2690279"/>
                  </a:lnTo>
                  <a:close/>
                  <a:moveTo>
                    <a:pt x="169634" y="2502490"/>
                  </a:moveTo>
                  <a:lnTo>
                    <a:pt x="145902" y="2603518"/>
                  </a:lnTo>
                  <a:lnTo>
                    <a:pt x="151852" y="2569627"/>
                  </a:lnTo>
                  <a:close/>
                  <a:moveTo>
                    <a:pt x="328535" y="2515633"/>
                  </a:moveTo>
                  <a:lnTo>
                    <a:pt x="418058" y="2443585"/>
                  </a:lnTo>
                  <a:lnTo>
                    <a:pt x="304551" y="2448975"/>
                  </a:lnTo>
                  <a:close/>
                  <a:moveTo>
                    <a:pt x="371352" y="2268960"/>
                  </a:moveTo>
                  <a:lnTo>
                    <a:pt x="313472" y="2328324"/>
                  </a:lnTo>
                  <a:lnTo>
                    <a:pt x="350344" y="2253874"/>
                  </a:lnTo>
                  <a:close/>
                  <a:moveTo>
                    <a:pt x="422028" y="2243226"/>
                  </a:moveTo>
                  <a:lnTo>
                    <a:pt x="371352" y="2268960"/>
                  </a:lnTo>
                  <a:lnTo>
                    <a:pt x="350344" y="2253874"/>
                  </a:lnTo>
                  <a:close/>
                  <a:moveTo>
                    <a:pt x="371352" y="2268960"/>
                  </a:moveTo>
                  <a:lnTo>
                    <a:pt x="422028" y="2243226"/>
                  </a:lnTo>
                  <a:lnTo>
                    <a:pt x="376455" y="2246109"/>
                  </a:lnTo>
                  <a:close/>
                  <a:moveTo>
                    <a:pt x="422028" y="2243226"/>
                  </a:moveTo>
                  <a:lnTo>
                    <a:pt x="470767" y="2207673"/>
                  </a:lnTo>
                  <a:lnTo>
                    <a:pt x="376455" y="2246109"/>
                  </a:lnTo>
                  <a:close/>
                  <a:moveTo>
                    <a:pt x="494189" y="2201867"/>
                  </a:moveTo>
                  <a:lnTo>
                    <a:pt x="470767" y="2207673"/>
                  </a:lnTo>
                  <a:lnTo>
                    <a:pt x="547581" y="2258553"/>
                  </a:lnTo>
                  <a:close/>
                  <a:moveTo>
                    <a:pt x="547581" y="2258553"/>
                  </a:moveTo>
                  <a:lnTo>
                    <a:pt x="470767" y="2207673"/>
                  </a:lnTo>
                  <a:lnTo>
                    <a:pt x="470507" y="2209280"/>
                  </a:lnTo>
                  <a:close/>
                  <a:moveTo>
                    <a:pt x="470507" y="2209280"/>
                  </a:moveTo>
                  <a:lnTo>
                    <a:pt x="470767" y="2207673"/>
                  </a:lnTo>
                  <a:lnTo>
                    <a:pt x="422028" y="2243226"/>
                  </a:lnTo>
                  <a:close/>
                  <a:moveTo>
                    <a:pt x="317007" y="1758160"/>
                  </a:moveTo>
                  <a:lnTo>
                    <a:pt x="331389" y="1840376"/>
                  </a:lnTo>
                  <a:lnTo>
                    <a:pt x="398634" y="1818591"/>
                  </a:lnTo>
                  <a:close/>
                  <a:moveTo>
                    <a:pt x="25638" y="1579185"/>
                  </a:moveTo>
                  <a:lnTo>
                    <a:pt x="110321" y="1570931"/>
                  </a:lnTo>
                  <a:lnTo>
                    <a:pt x="72861" y="1501293"/>
                  </a:lnTo>
                  <a:close/>
                  <a:moveTo>
                    <a:pt x="135106" y="1473078"/>
                  </a:moveTo>
                  <a:lnTo>
                    <a:pt x="72861" y="1501293"/>
                  </a:lnTo>
                  <a:lnTo>
                    <a:pt x="110321" y="1570931"/>
                  </a:lnTo>
                  <a:close/>
                  <a:moveTo>
                    <a:pt x="163645" y="1404090"/>
                  </a:moveTo>
                  <a:lnTo>
                    <a:pt x="72861" y="1501293"/>
                  </a:lnTo>
                  <a:lnTo>
                    <a:pt x="135106" y="1473078"/>
                  </a:lnTo>
                  <a:close/>
                  <a:moveTo>
                    <a:pt x="760347" y="2130799"/>
                  </a:moveTo>
                  <a:lnTo>
                    <a:pt x="821291" y="2190970"/>
                  </a:lnTo>
                  <a:lnTo>
                    <a:pt x="838068" y="2104077"/>
                  </a:lnTo>
                  <a:close/>
                  <a:moveTo>
                    <a:pt x="628381" y="1596625"/>
                  </a:moveTo>
                  <a:lnTo>
                    <a:pt x="564741" y="1681287"/>
                  </a:lnTo>
                  <a:lnTo>
                    <a:pt x="593243" y="1642851"/>
                  </a:lnTo>
                  <a:close/>
                  <a:moveTo>
                    <a:pt x="628381" y="1596625"/>
                  </a:moveTo>
                  <a:lnTo>
                    <a:pt x="583918" y="1645585"/>
                  </a:lnTo>
                  <a:lnTo>
                    <a:pt x="564741" y="1681287"/>
                  </a:lnTo>
                  <a:close/>
                  <a:moveTo>
                    <a:pt x="428165" y="1405364"/>
                  </a:moveTo>
                  <a:lnTo>
                    <a:pt x="411799" y="1396206"/>
                  </a:lnTo>
                  <a:lnTo>
                    <a:pt x="378529" y="1434984"/>
                  </a:lnTo>
                  <a:close/>
                  <a:moveTo>
                    <a:pt x="411799" y="1396206"/>
                  </a:moveTo>
                  <a:lnTo>
                    <a:pt x="423825" y="1389137"/>
                  </a:lnTo>
                  <a:lnTo>
                    <a:pt x="369397" y="1434642"/>
                  </a:lnTo>
                  <a:close/>
                  <a:moveTo>
                    <a:pt x="374159" y="1338028"/>
                  </a:moveTo>
                  <a:lnTo>
                    <a:pt x="423825" y="1389137"/>
                  </a:lnTo>
                  <a:lnTo>
                    <a:pt x="478282" y="1314086"/>
                  </a:lnTo>
                  <a:close/>
                  <a:moveTo>
                    <a:pt x="1764750" y="2755426"/>
                  </a:moveTo>
                  <a:lnTo>
                    <a:pt x="1732742" y="2723866"/>
                  </a:lnTo>
                  <a:lnTo>
                    <a:pt x="1686915" y="2699452"/>
                  </a:lnTo>
                  <a:close/>
                  <a:moveTo>
                    <a:pt x="989306" y="1971711"/>
                  </a:moveTo>
                  <a:lnTo>
                    <a:pt x="1038243" y="2014399"/>
                  </a:lnTo>
                  <a:lnTo>
                    <a:pt x="1051704" y="1933275"/>
                  </a:lnTo>
                  <a:close/>
                  <a:moveTo>
                    <a:pt x="1050066" y="1851060"/>
                  </a:moveTo>
                  <a:lnTo>
                    <a:pt x="1047529" y="1854788"/>
                  </a:lnTo>
                  <a:lnTo>
                    <a:pt x="989306" y="1971711"/>
                  </a:lnTo>
                  <a:close/>
                  <a:moveTo>
                    <a:pt x="1051704" y="1933275"/>
                  </a:moveTo>
                  <a:lnTo>
                    <a:pt x="1050066" y="1851060"/>
                  </a:lnTo>
                  <a:lnTo>
                    <a:pt x="989306" y="1971711"/>
                  </a:lnTo>
                  <a:close/>
                  <a:moveTo>
                    <a:pt x="750227" y="1558323"/>
                  </a:moveTo>
                  <a:lnTo>
                    <a:pt x="695122" y="1567501"/>
                  </a:lnTo>
                  <a:lnTo>
                    <a:pt x="628381" y="1596625"/>
                  </a:lnTo>
                  <a:close/>
                  <a:moveTo>
                    <a:pt x="529280" y="1289557"/>
                  </a:moveTo>
                  <a:lnTo>
                    <a:pt x="435609" y="1388162"/>
                  </a:lnTo>
                  <a:lnTo>
                    <a:pt x="484528" y="1357769"/>
                  </a:lnTo>
                  <a:close/>
                  <a:moveTo>
                    <a:pt x="423825" y="1389137"/>
                  </a:moveTo>
                  <a:lnTo>
                    <a:pt x="435609" y="1388162"/>
                  </a:lnTo>
                  <a:lnTo>
                    <a:pt x="529280" y="1289557"/>
                  </a:lnTo>
                  <a:close/>
                  <a:moveTo>
                    <a:pt x="478282" y="1314086"/>
                  </a:moveTo>
                  <a:lnTo>
                    <a:pt x="423825" y="1389137"/>
                  </a:lnTo>
                  <a:lnTo>
                    <a:pt x="529280" y="1289557"/>
                  </a:lnTo>
                  <a:close/>
                  <a:moveTo>
                    <a:pt x="1848251" y="2716989"/>
                  </a:moveTo>
                  <a:lnTo>
                    <a:pt x="1871900" y="2809839"/>
                  </a:lnTo>
                  <a:lnTo>
                    <a:pt x="1871006" y="2746951"/>
                  </a:lnTo>
                  <a:close/>
                  <a:moveTo>
                    <a:pt x="1769484" y="2837641"/>
                  </a:moveTo>
                  <a:lnTo>
                    <a:pt x="1871900" y="2809839"/>
                  </a:lnTo>
                  <a:lnTo>
                    <a:pt x="1848251" y="2716989"/>
                  </a:lnTo>
                  <a:close/>
                  <a:moveTo>
                    <a:pt x="1764750" y="2755426"/>
                  </a:moveTo>
                  <a:lnTo>
                    <a:pt x="1769484" y="2837641"/>
                  </a:lnTo>
                  <a:lnTo>
                    <a:pt x="1848251" y="2716989"/>
                  </a:lnTo>
                  <a:close/>
                  <a:moveTo>
                    <a:pt x="1871900" y="2809839"/>
                  </a:moveTo>
                  <a:lnTo>
                    <a:pt x="1922412" y="2799204"/>
                  </a:lnTo>
                  <a:lnTo>
                    <a:pt x="1871006" y="2746951"/>
                  </a:lnTo>
                  <a:close/>
                  <a:moveTo>
                    <a:pt x="1050066" y="1851060"/>
                  </a:moveTo>
                  <a:lnTo>
                    <a:pt x="1051704" y="1933275"/>
                  </a:lnTo>
                  <a:lnTo>
                    <a:pt x="1082333" y="1894838"/>
                  </a:lnTo>
                  <a:close/>
                  <a:moveTo>
                    <a:pt x="1050066" y="1851060"/>
                  </a:moveTo>
                  <a:lnTo>
                    <a:pt x="1082333" y="1894838"/>
                  </a:lnTo>
                  <a:lnTo>
                    <a:pt x="1067184" y="1812623"/>
                  </a:lnTo>
                  <a:close/>
                  <a:moveTo>
                    <a:pt x="1085622" y="1761136"/>
                  </a:moveTo>
                  <a:lnTo>
                    <a:pt x="1050066" y="1851060"/>
                  </a:lnTo>
                  <a:lnTo>
                    <a:pt x="1067184" y="1812623"/>
                  </a:lnTo>
                  <a:close/>
                  <a:moveTo>
                    <a:pt x="1981182" y="2781587"/>
                  </a:moveTo>
                  <a:lnTo>
                    <a:pt x="1871006" y="2746951"/>
                  </a:lnTo>
                  <a:lnTo>
                    <a:pt x="1922412" y="2799204"/>
                  </a:lnTo>
                  <a:close/>
                  <a:moveTo>
                    <a:pt x="1869041" y="2712072"/>
                  </a:moveTo>
                  <a:lnTo>
                    <a:pt x="1871006" y="2746951"/>
                  </a:lnTo>
                  <a:lnTo>
                    <a:pt x="1981182" y="2781587"/>
                  </a:lnTo>
                  <a:close/>
                  <a:moveTo>
                    <a:pt x="1939802" y="2715136"/>
                  </a:moveTo>
                  <a:lnTo>
                    <a:pt x="1869041" y="2712072"/>
                  </a:lnTo>
                  <a:lnTo>
                    <a:pt x="1981182" y="2781587"/>
                  </a:lnTo>
                  <a:close/>
                  <a:moveTo>
                    <a:pt x="1848251" y="2716989"/>
                  </a:moveTo>
                  <a:lnTo>
                    <a:pt x="1871006" y="2746951"/>
                  </a:lnTo>
                  <a:lnTo>
                    <a:pt x="1869041" y="2712072"/>
                  </a:lnTo>
                  <a:close/>
                  <a:moveTo>
                    <a:pt x="1085622" y="1761136"/>
                  </a:moveTo>
                  <a:lnTo>
                    <a:pt x="1144867" y="1767443"/>
                  </a:lnTo>
                  <a:lnTo>
                    <a:pt x="1124454" y="1730408"/>
                  </a:lnTo>
                  <a:close/>
                  <a:moveTo>
                    <a:pt x="1144867" y="1767443"/>
                  </a:moveTo>
                  <a:lnTo>
                    <a:pt x="1173991" y="1691972"/>
                  </a:lnTo>
                  <a:lnTo>
                    <a:pt x="1124454" y="1730408"/>
                  </a:lnTo>
                  <a:close/>
                  <a:moveTo>
                    <a:pt x="1991930" y="2514123"/>
                  </a:moveTo>
                  <a:lnTo>
                    <a:pt x="2057553" y="2557902"/>
                  </a:lnTo>
                  <a:lnTo>
                    <a:pt x="2015870" y="2475686"/>
                  </a:lnTo>
                  <a:close/>
                  <a:moveTo>
                    <a:pt x="1330700" y="1689724"/>
                  </a:moveTo>
                  <a:lnTo>
                    <a:pt x="1282908" y="1684521"/>
                  </a:lnTo>
                  <a:lnTo>
                    <a:pt x="1375224" y="1735750"/>
                  </a:lnTo>
                  <a:close/>
                  <a:moveTo>
                    <a:pt x="547634" y="749169"/>
                  </a:moveTo>
                  <a:lnTo>
                    <a:pt x="554736" y="739126"/>
                  </a:lnTo>
                  <a:lnTo>
                    <a:pt x="458184" y="787605"/>
                  </a:lnTo>
                  <a:close/>
                  <a:moveTo>
                    <a:pt x="1278759" y="1387617"/>
                  </a:moveTo>
                  <a:lnTo>
                    <a:pt x="1208823" y="1406890"/>
                  </a:lnTo>
                  <a:lnTo>
                    <a:pt x="1296998" y="1472881"/>
                  </a:lnTo>
                  <a:close/>
                  <a:moveTo>
                    <a:pt x="1413161" y="1504170"/>
                  </a:moveTo>
                  <a:lnTo>
                    <a:pt x="1375132" y="1450668"/>
                  </a:lnTo>
                  <a:lnTo>
                    <a:pt x="1284092" y="1515464"/>
                  </a:lnTo>
                  <a:close/>
                  <a:moveTo>
                    <a:pt x="1375132" y="1450668"/>
                  </a:moveTo>
                  <a:lnTo>
                    <a:pt x="1392347" y="1426350"/>
                  </a:lnTo>
                  <a:lnTo>
                    <a:pt x="1296998" y="1472881"/>
                  </a:lnTo>
                  <a:close/>
                  <a:moveTo>
                    <a:pt x="699700" y="794185"/>
                  </a:moveTo>
                  <a:lnTo>
                    <a:pt x="742947" y="719525"/>
                  </a:lnTo>
                  <a:lnTo>
                    <a:pt x="660484" y="725974"/>
                  </a:lnTo>
                  <a:close/>
                  <a:moveTo>
                    <a:pt x="742947" y="719525"/>
                  </a:moveTo>
                  <a:lnTo>
                    <a:pt x="720910" y="637349"/>
                  </a:lnTo>
                  <a:lnTo>
                    <a:pt x="660484" y="725974"/>
                  </a:lnTo>
                  <a:close/>
                  <a:moveTo>
                    <a:pt x="65209" y="23497"/>
                  </a:moveTo>
                  <a:lnTo>
                    <a:pt x="0" y="58348"/>
                  </a:lnTo>
                  <a:lnTo>
                    <a:pt x="121275" y="17915"/>
                  </a:lnTo>
                  <a:close/>
                  <a:moveTo>
                    <a:pt x="191014" y="0"/>
                  </a:moveTo>
                  <a:lnTo>
                    <a:pt x="65209" y="23497"/>
                  </a:lnTo>
                  <a:lnTo>
                    <a:pt x="121275" y="17915"/>
                  </a:lnTo>
                  <a:close/>
                  <a:moveTo>
                    <a:pt x="1531350" y="1503634"/>
                  </a:moveTo>
                  <a:lnTo>
                    <a:pt x="1437726" y="1532883"/>
                  </a:lnTo>
                  <a:lnTo>
                    <a:pt x="1547941" y="1514230"/>
                  </a:lnTo>
                  <a:close/>
                  <a:moveTo>
                    <a:pt x="1547941" y="1514230"/>
                  </a:moveTo>
                  <a:lnTo>
                    <a:pt x="1437726" y="1532883"/>
                  </a:lnTo>
                  <a:lnTo>
                    <a:pt x="1422678" y="1539752"/>
                  </a:lnTo>
                  <a:close/>
                  <a:moveTo>
                    <a:pt x="1437726" y="1532883"/>
                  </a:moveTo>
                  <a:lnTo>
                    <a:pt x="1531350" y="1503634"/>
                  </a:lnTo>
                  <a:lnTo>
                    <a:pt x="1413161" y="1504170"/>
                  </a:lnTo>
                  <a:close/>
                  <a:moveTo>
                    <a:pt x="1413161" y="1504170"/>
                  </a:moveTo>
                  <a:lnTo>
                    <a:pt x="1531350" y="1503634"/>
                  </a:lnTo>
                  <a:lnTo>
                    <a:pt x="1536897" y="1472938"/>
                  </a:lnTo>
                  <a:close/>
                  <a:moveTo>
                    <a:pt x="1413161" y="1504170"/>
                  </a:moveTo>
                  <a:lnTo>
                    <a:pt x="1536897" y="1472938"/>
                  </a:lnTo>
                  <a:lnTo>
                    <a:pt x="1455967" y="1449010"/>
                  </a:lnTo>
                  <a:close/>
                  <a:moveTo>
                    <a:pt x="1413161" y="1504170"/>
                  </a:moveTo>
                  <a:lnTo>
                    <a:pt x="1415294" y="1412232"/>
                  </a:lnTo>
                  <a:lnTo>
                    <a:pt x="1375132" y="1450668"/>
                  </a:lnTo>
                  <a:close/>
                  <a:moveTo>
                    <a:pt x="1415294" y="1412232"/>
                  </a:moveTo>
                  <a:lnTo>
                    <a:pt x="1392347" y="1426350"/>
                  </a:lnTo>
                  <a:lnTo>
                    <a:pt x="1375132" y="1450668"/>
                  </a:lnTo>
                  <a:close/>
                  <a:moveTo>
                    <a:pt x="1393914" y="1217008"/>
                  </a:moveTo>
                  <a:lnTo>
                    <a:pt x="1356546" y="1165586"/>
                  </a:lnTo>
                  <a:lnTo>
                    <a:pt x="1259672" y="1208960"/>
                  </a:lnTo>
                  <a:close/>
                  <a:moveTo>
                    <a:pt x="1393914" y="1217008"/>
                  </a:moveTo>
                  <a:lnTo>
                    <a:pt x="1412990" y="1138897"/>
                  </a:lnTo>
                  <a:lnTo>
                    <a:pt x="1356546" y="1165586"/>
                  </a:lnTo>
                  <a:close/>
                  <a:moveTo>
                    <a:pt x="1863029" y="1538226"/>
                  </a:moveTo>
                  <a:lnTo>
                    <a:pt x="1905633" y="1620441"/>
                  </a:lnTo>
                  <a:lnTo>
                    <a:pt x="1970490" y="1589173"/>
                  </a:lnTo>
                  <a:close/>
                  <a:moveTo>
                    <a:pt x="1092006" y="708994"/>
                  </a:moveTo>
                  <a:lnTo>
                    <a:pt x="1101411" y="709969"/>
                  </a:lnTo>
                  <a:lnTo>
                    <a:pt x="1211190" y="660740"/>
                  </a:lnTo>
                  <a:close/>
                  <a:moveTo>
                    <a:pt x="1163926" y="699235"/>
                  </a:moveTo>
                  <a:lnTo>
                    <a:pt x="1092006" y="708994"/>
                  </a:lnTo>
                  <a:lnTo>
                    <a:pt x="1211190" y="660740"/>
                  </a:lnTo>
                  <a:close/>
                  <a:moveTo>
                    <a:pt x="1273581" y="615353"/>
                  </a:moveTo>
                  <a:lnTo>
                    <a:pt x="1163926" y="699235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273581" y="615353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335906" y="640512"/>
                  </a:lnTo>
                  <a:lnTo>
                    <a:pt x="1273581" y="615353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48" name="Candidate_density__2067">
              <a:extLst>
                <a:ext uri="{FF2B5EF4-FFF2-40B4-BE49-F238E27FC236}">
                  <a16:creationId xmlns:a16="http://schemas.microsoft.com/office/drawing/2014/main" id="{8AC941CD-EC3B-12A9-5322-67876C88BA1C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1845685" cy="2689960"/>
            </a:xfrm>
            <a:custGeom>
              <a:avLst/>
              <a:gdLst/>
              <a:ahLst/>
              <a:cxnLst/>
              <a:rect l="0" t="0" r="0" b="0"/>
              <a:pathLst>
                <a:path w="1845685" h="2689960">
                  <a:moveTo>
                    <a:pt x="246702" y="2378620"/>
                  </a:moveTo>
                  <a:lnTo>
                    <a:pt x="195003" y="2417056"/>
                  </a:lnTo>
                  <a:lnTo>
                    <a:pt x="271387" y="2361296"/>
                  </a:lnTo>
                  <a:close/>
                  <a:moveTo>
                    <a:pt x="121096" y="1523374"/>
                  </a:moveTo>
                  <a:lnTo>
                    <a:pt x="141681" y="1426321"/>
                  </a:lnTo>
                  <a:lnTo>
                    <a:pt x="151111" y="1402723"/>
                  </a:lnTo>
                  <a:close/>
                  <a:moveTo>
                    <a:pt x="121096" y="1523374"/>
                  </a:moveTo>
                  <a:lnTo>
                    <a:pt x="151111" y="1402723"/>
                  </a:lnTo>
                  <a:lnTo>
                    <a:pt x="135471" y="1484938"/>
                  </a:lnTo>
                  <a:close/>
                  <a:moveTo>
                    <a:pt x="151111" y="1402723"/>
                  </a:moveTo>
                  <a:lnTo>
                    <a:pt x="141681" y="1426321"/>
                  </a:lnTo>
                  <a:lnTo>
                    <a:pt x="162445" y="1371829"/>
                  </a:lnTo>
                  <a:close/>
                  <a:moveTo>
                    <a:pt x="162445" y="1371829"/>
                  </a:moveTo>
                  <a:lnTo>
                    <a:pt x="184963" y="1291042"/>
                  </a:lnTo>
                  <a:lnTo>
                    <a:pt x="151111" y="1402723"/>
                  </a:lnTo>
                  <a:close/>
                  <a:moveTo>
                    <a:pt x="184963" y="1291042"/>
                  </a:moveTo>
                  <a:lnTo>
                    <a:pt x="162445" y="1371829"/>
                  </a:lnTo>
                  <a:lnTo>
                    <a:pt x="187998" y="1320508"/>
                  </a:lnTo>
                  <a:close/>
                  <a:moveTo>
                    <a:pt x="184963" y="1291042"/>
                  </a:moveTo>
                  <a:lnTo>
                    <a:pt x="187998" y="1320508"/>
                  </a:lnTo>
                  <a:lnTo>
                    <a:pt x="172681" y="1200934"/>
                  </a:lnTo>
                  <a:close/>
                  <a:moveTo>
                    <a:pt x="184963" y="1291042"/>
                  </a:moveTo>
                  <a:lnTo>
                    <a:pt x="172681" y="1200934"/>
                  </a:lnTo>
                  <a:lnTo>
                    <a:pt x="183604" y="1282071"/>
                  </a:lnTo>
                  <a:close/>
                  <a:moveTo>
                    <a:pt x="172681" y="1200934"/>
                  </a:moveTo>
                  <a:lnTo>
                    <a:pt x="171993" y="1199856"/>
                  </a:lnTo>
                  <a:lnTo>
                    <a:pt x="183604" y="1282071"/>
                  </a:lnTo>
                  <a:close/>
                  <a:moveTo>
                    <a:pt x="554609" y="1571686"/>
                  </a:moveTo>
                  <a:lnTo>
                    <a:pt x="572580" y="1575421"/>
                  </a:lnTo>
                  <a:lnTo>
                    <a:pt x="626260" y="1560919"/>
                  </a:lnTo>
                  <a:close/>
                  <a:moveTo>
                    <a:pt x="626260" y="1560919"/>
                  </a:moveTo>
                  <a:lnTo>
                    <a:pt x="572580" y="1575421"/>
                  </a:lnTo>
                  <a:lnTo>
                    <a:pt x="693181" y="1532466"/>
                  </a:lnTo>
                  <a:close/>
                  <a:moveTo>
                    <a:pt x="672477" y="1518516"/>
                  </a:moveTo>
                  <a:lnTo>
                    <a:pt x="720254" y="1459096"/>
                  </a:lnTo>
                  <a:lnTo>
                    <a:pt x="722638" y="1451844"/>
                  </a:lnTo>
                  <a:close/>
                  <a:moveTo>
                    <a:pt x="693181" y="1532466"/>
                  </a:moveTo>
                  <a:lnTo>
                    <a:pt x="720254" y="1459096"/>
                  </a:lnTo>
                  <a:lnTo>
                    <a:pt x="672477" y="1518516"/>
                  </a:lnTo>
                  <a:close/>
                  <a:moveTo>
                    <a:pt x="626260" y="1560919"/>
                  </a:moveTo>
                  <a:lnTo>
                    <a:pt x="693181" y="1532466"/>
                  </a:lnTo>
                  <a:lnTo>
                    <a:pt x="672477" y="1518516"/>
                  </a:lnTo>
                  <a:close/>
                  <a:moveTo>
                    <a:pt x="1792233" y="2685070"/>
                  </a:moveTo>
                  <a:lnTo>
                    <a:pt x="1800844" y="2687900"/>
                  </a:lnTo>
                  <a:lnTo>
                    <a:pt x="1805633" y="2689960"/>
                  </a:lnTo>
                  <a:close/>
                  <a:moveTo>
                    <a:pt x="1792233" y="2685070"/>
                  </a:moveTo>
                  <a:lnTo>
                    <a:pt x="1805633" y="2689960"/>
                  </a:lnTo>
                  <a:lnTo>
                    <a:pt x="1815350" y="2676107"/>
                  </a:lnTo>
                  <a:close/>
                  <a:moveTo>
                    <a:pt x="1815350" y="2676107"/>
                  </a:moveTo>
                  <a:lnTo>
                    <a:pt x="1805633" y="2689960"/>
                  </a:lnTo>
                  <a:lnTo>
                    <a:pt x="1809207" y="2685070"/>
                  </a:lnTo>
                  <a:close/>
                  <a:moveTo>
                    <a:pt x="1809207" y="2685070"/>
                  </a:moveTo>
                  <a:lnTo>
                    <a:pt x="1845685" y="2624508"/>
                  </a:lnTo>
                  <a:lnTo>
                    <a:pt x="1815350" y="2676107"/>
                  </a:lnTo>
                  <a:close/>
                  <a:moveTo>
                    <a:pt x="800402" y="1331192"/>
                  </a:moveTo>
                  <a:lnTo>
                    <a:pt x="821212" y="1337519"/>
                  </a:lnTo>
                  <a:lnTo>
                    <a:pt x="831133" y="1339185"/>
                  </a:lnTo>
                  <a:close/>
                  <a:moveTo>
                    <a:pt x="845520" y="1331192"/>
                  </a:moveTo>
                  <a:lnTo>
                    <a:pt x="831133" y="1339185"/>
                  </a:lnTo>
                  <a:lnTo>
                    <a:pt x="821212" y="1337519"/>
                  </a:lnTo>
                  <a:close/>
                  <a:moveTo>
                    <a:pt x="882144" y="1314705"/>
                  </a:moveTo>
                  <a:lnTo>
                    <a:pt x="831133" y="1339185"/>
                  </a:lnTo>
                  <a:lnTo>
                    <a:pt x="963464" y="1340092"/>
                  </a:lnTo>
                  <a:close/>
                  <a:moveTo>
                    <a:pt x="32394" y="21093"/>
                  </a:moveTo>
                  <a:lnTo>
                    <a:pt x="0" y="59529"/>
                  </a:lnTo>
                  <a:lnTo>
                    <a:pt x="66467" y="429"/>
                  </a:lnTo>
                  <a:close/>
                  <a:moveTo>
                    <a:pt x="66467" y="429"/>
                  </a:moveTo>
                  <a:lnTo>
                    <a:pt x="13715" y="18396"/>
                  </a:lnTo>
                  <a:lnTo>
                    <a:pt x="141918" y="3868"/>
                  </a:lnTo>
                  <a:close/>
                  <a:moveTo>
                    <a:pt x="607578" y="630262"/>
                  </a:moveTo>
                  <a:lnTo>
                    <a:pt x="532610" y="628626"/>
                  </a:lnTo>
                  <a:lnTo>
                    <a:pt x="491312" y="623208"/>
                  </a:lnTo>
                  <a:close/>
                  <a:moveTo>
                    <a:pt x="629087" y="571792"/>
                  </a:moveTo>
                  <a:lnTo>
                    <a:pt x="607578" y="630262"/>
                  </a:lnTo>
                  <a:lnTo>
                    <a:pt x="629192" y="596599"/>
                  </a:lnTo>
                  <a:close/>
                  <a:moveTo>
                    <a:pt x="388076" y="229301"/>
                  </a:moveTo>
                  <a:lnTo>
                    <a:pt x="384467" y="249111"/>
                  </a:lnTo>
                  <a:lnTo>
                    <a:pt x="397744" y="187843"/>
                  </a:lnTo>
                  <a:close/>
                  <a:moveTo>
                    <a:pt x="66467" y="429"/>
                  </a:moveTo>
                  <a:lnTo>
                    <a:pt x="141918" y="3868"/>
                  </a:lnTo>
                  <a:lnTo>
                    <a:pt x="97939" y="0"/>
                  </a:lnTo>
                  <a:close/>
                  <a:moveTo>
                    <a:pt x="141918" y="3868"/>
                  </a:moveTo>
                  <a:lnTo>
                    <a:pt x="155555" y="13751"/>
                  </a:lnTo>
                  <a:lnTo>
                    <a:pt x="97939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49" name="Candidate_density__2068">
              <a:extLst>
                <a:ext uri="{FF2B5EF4-FFF2-40B4-BE49-F238E27FC236}">
                  <a16:creationId xmlns:a16="http://schemas.microsoft.com/office/drawing/2014/main" id="{A6B50101-1CF9-892A-F293-AA982CAA2F06}"/>
                </a:ext>
              </a:extLst>
            </p:cNvPr>
            <p:cNvSpPr>
              <a:spLocks noGrp="1"/>
            </p:cNvSpPr>
            <p:nvPr/>
          </p:nvSpPr>
          <p:spPr>
            <a:xfrm>
              <a:off x="4430563" y="2085868"/>
              <a:ext cx="1927886" cy="3170662"/>
            </a:xfrm>
            <a:custGeom>
              <a:avLst/>
              <a:gdLst/>
              <a:ahLst/>
              <a:cxnLst/>
              <a:rect l="0" t="0" r="0" b="0"/>
              <a:pathLst>
                <a:path w="1927886" h="3170662">
                  <a:moveTo>
                    <a:pt x="197995" y="3083219"/>
                  </a:moveTo>
                  <a:lnTo>
                    <a:pt x="210519" y="3091898"/>
                  </a:lnTo>
                  <a:lnTo>
                    <a:pt x="224460" y="3095425"/>
                  </a:lnTo>
                  <a:close/>
                  <a:moveTo>
                    <a:pt x="300518" y="2885935"/>
                  </a:moveTo>
                  <a:lnTo>
                    <a:pt x="269063" y="2880352"/>
                  </a:lnTo>
                  <a:lnTo>
                    <a:pt x="297490" y="2881600"/>
                  </a:lnTo>
                  <a:close/>
                  <a:moveTo>
                    <a:pt x="387007" y="3126997"/>
                  </a:moveTo>
                  <a:lnTo>
                    <a:pt x="419473" y="3143298"/>
                  </a:lnTo>
                  <a:lnTo>
                    <a:pt x="446047" y="3151383"/>
                  </a:lnTo>
                  <a:close/>
                  <a:moveTo>
                    <a:pt x="525734" y="3170662"/>
                  </a:moveTo>
                  <a:lnTo>
                    <a:pt x="446047" y="3151383"/>
                  </a:lnTo>
                  <a:lnTo>
                    <a:pt x="419473" y="3143298"/>
                  </a:lnTo>
                  <a:close/>
                  <a:moveTo>
                    <a:pt x="269063" y="2880352"/>
                  </a:moveTo>
                  <a:lnTo>
                    <a:pt x="300518" y="2885935"/>
                  </a:lnTo>
                  <a:lnTo>
                    <a:pt x="327780" y="2856975"/>
                  </a:lnTo>
                  <a:close/>
                  <a:moveTo>
                    <a:pt x="327780" y="2856975"/>
                  </a:moveTo>
                  <a:lnTo>
                    <a:pt x="300518" y="2885935"/>
                  </a:lnTo>
                  <a:lnTo>
                    <a:pt x="402358" y="2856936"/>
                  </a:lnTo>
                  <a:close/>
                  <a:moveTo>
                    <a:pt x="327780" y="2856975"/>
                  </a:moveTo>
                  <a:lnTo>
                    <a:pt x="402358" y="2856936"/>
                  </a:lnTo>
                  <a:lnTo>
                    <a:pt x="345769" y="2839919"/>
                  </a:lnTo>
                  <a:close/>
                  <a:moveTo>
                    <a:pt x="402358" y="2856936"/>
                  </a:moveTo>
                  <a:lnTo>
                    <a:pt x="413508" y="2814523"/>
                  </a:lnTo>
                  <a:lnTo>
                    <a:pt x="345769" y="2839919"/>
                  </a:lnTo>
                  <a:close/>
                  <a:moveTo>
                    <a:pt x="444261" y="2822870"/>
                  </a:moveTo>
                  <a:lnTo>
                    <a:pt x="401450" y="2803479"/>
                  </a:lnTo>
                  <a:lnTo>
                    <a:pt x="413508" y="2814523"/>
                  </a:lnTo>
                  <a:close/>
                  <a:moveTo>
                    <a:pt x="621786" y="2399361"/>
                  </a:moveTo>
                  <a:lnTo>
                    <a:pt x="624635" y="2400973"/>
                  </a:lnTo>
                  <a:lnTo>
                    <a:pt x="553919" y="2494036"/>
                  </a:lnTo>
                  <a:close/>
                  <a:moveTo>
                    <a:pt x="591996" y="2479961"/>
                  </a:moveTo>
                  <a:lnTo>
                    <a:pt x="624635" y="2400973"/>
                  </a:lnTo>
                  <a:lnTo>
                    <a:pt x="672953" y="2366422"/>
                  </a:lnTo>
                  <a:close/>
                  <a:moveTo>
                    <a:pt x="672953" y="2366422"/>
                  </a:moveTo>
                  <a:lnTo>
                    <a:pt x="624635" y="2400973"/>
                  </a:lnTo>
                  <a:lnTo>
                    <a:pt x="756636" y="2400639"/>
                  </a:lnTo>
                  <a:close/>
                  <a:moveTo>
                    <a:pt x="108448" y="1649118"/>
                  </a:moveTo>
                  <a:lnTo>
                    <a:pt x="3519" y="1737710"/>
                  </a:lnTo>
                  <a:lnTo>
                    <a:pt x="0" y="1737511"/>
                  </a:lnTo>
                  <a:close/>
                  <a:moveTo>
                    <a:pt x="672873" y="2357828"/>
                  </a:moveTo>
                  <a:lnTo>
                    <a:pt x="667292" y="2441524"/>
                  </a:lnTo>
                  <a:lnTo>
                    <a:pt x="672953" y="2366422"/>
                  </a:lnTo>
                  <a:close/>
                  <a:moveTo>
                    <a:pt x="28717" y="1414475"/>
                  </a:moveTo>
                  <a:lnTo>
                    <a:pt x="97651" y="1393547"/>
                  </a:lnTo>
                  <a:lnTo>
                    <a:pt x="136425" y="1323316"/>
                  </a:lnTo>
                  <a:close/>
                  <a:moveTo>
                    <a:pt x="126541" y="1334292"/>
                  </a:moveTo>
                  <a:lnTo>
                    <a:pt x="136425" y="1323316"/>
                  </a:lnTo>
                  <a:lnTo>
                    <a:pt x="97651" y="1393547"/>
                  </a:lnTo>
                  <a:close/>
                  <a:moveTo>
                    <a:pt x="734311" y="1886768"/>
                  </a:moveTo>
                  <a:lnTo>
                    <a:pt x="741761" y="1861954"/>
                  </a:lnTo>
                  <a:lnTo>
                    <a:pt x="707799" y="1851099"/>
                  </a:lnTo>
                  <a:close/>
                  <a:moveTo>
                    <a:pt x="672957" y="1936030"/>
                  </a:moveTo>
                  <a:lnTo>
                    <a:pt x="734311" y="1886768"/>
                  </a:lnTo>
                  <a:lnTo>
                    <a:pt x="707799" y="1851099"/>
                  </a:lnTo>
                  <a:close/>
                  <a:moveTo>
                    <a:pt x="741761" y="1861954"/>
                  </a:moveTo>
                  <a:lnTo>
                    <a:pt x="745355" y="1758940"/>
                  </a:lnTo>
                  <a:lnTo>
                    <a:pt x="725747" y="1832924"/>
                  </a:lnTo>
                  <a:close/>
                  <a:moveTo>
                    <a:pt x="745355" y="1758940"/>
                  </a:moveTo>
                  <a:lnTo>
                    <a:pt x="750677" y="1750709"/>
                  </a:lnTo>
                  <a:lnTo>
                    <a:pt x="725747" y="1832924"/>
                  </a:lnTo>
                  <a:close/>
                  <a:moveTo>
                    <a:pt x="372647" y="1378070"/>
                  </a:moveTo>
                  <a:lnTo>
                    <a:pt x="397459" y="1257418"/>
                  </a:lnTo>
                  <a:lnTo>
                    <a:pt x="393525" y="1339634"/>
                  </a:lnTo>
                  <a:close/>
                  <a:moveTo>
                    <a:pt x="1251056" y="2273753"/>
                  </a:moveTo>
                  <a:lnTo>
                    <a:pt x="1200129" y="2232138"/>
                  </a:lnTo>
                  <a:lnTo>
                    <a:pt x="1278529" y="2313016"/>
                  </a:lnTo>
                  <a:close/>
                  <a:moveTo>
                    <a:pt x="1320817" y="2255920"/>
                  </a:moveTo>
                  <a:lnTo>
                    <a:pt x="1251056" y="2273753"/>
                  </a:lnTo>
                  <a:lnTo>
                    <a:pt x="1278529" y="2313016"/>
                  </a:lnTo>
                  <a:close/>
                  <a:moveTo>
                    <a:pt x="807494" y="1729978"/>
                  </a:moveTo>
                  <a:lnTo>
                    <a:pt x="714449" y="1823566"/>
                  </a:lnTo>
                  <a:lnTo>
                    <a:pt x="750677" y="1750709"/>
                  </a:lnTo>
                  <a:close/>
                  <a:moveTo>
                    <a:pt x="567101" y="1383412"/>
                  </a:moveTo>
                  <a:lnTo>
                    <a:pt x="559674" y="1421849"/>
                  </a:lnTo>
                  <a:lnTo>
                    <a:pt x="600054" y="1448259"/>
                  </a:lnTo>
                  <a:close/>
                  <a:moveTo>
                    <a:pt x="398037" y="1250263"/>
                  </a:moveTo>
                  <a:lnTo>
                    <a:pt x="417695" y="1142900"/>
                  </a:lnTo>
                  <a:lnTo>
                    <a:pt x="397459" y="1257418"/>
                  </a:lnTo>
                  <a:close/>
                  <a:moveTo>
                    <a:pt x="1493167" y="2406451"/>
                  </a:moveTo>
                  <a:lnTo>
                    <a:pt x="1465588" y="2369993"/>
                  </a:lnTo>
                  <a:lnTo>
                    <a:pt x="1551459" y="2428566"/>
                  </a:lnTo>
                  <a:close/>
                  <a:moveTo>
                    <a:pt x="1320817" y="2255920"/>
                  </a:moveTo>
                  <a:lnTo>
                    <a:pt x="1386355" y="2287779"/>
                  </a:lnTo>
                  <a:lnTo>
                    <a:pt x="1347200" y="2273257"/>
                  </a:lnTo>
                  <a:close/>
                  <a:moveTo>
                    <a:pt x="846947" y="1662284"/>
                  </a:moveTo>
                  <a:lnTo>
                    <a:pt x="873131" y="1696730"/>
                  </a:lnTo>
                  <a:lnTo>
                    <a:pt x="894498" y="1598189"/>
                  </a:lnTo>
                  <a:close/>
                  <a:moveTo>
                    <a:pt x="894498" y="1598189"/>
                  </a:moveTo>
                  <a:lnTo>
                    <a:pt x="873131" y="1696730"/>
                  </a:lnTo>
                  <a:lnTo>
                    <a:pt x="923292" y="1630058"/>
                  </a:lnTo>
                  <a:close/>
                  <a:moveTo>
                    <a:pt x="423926" y="1131858"/>
                  </a:moveTo>
                  <a:lnTo>
                    <a:pt x="375514" y="1116601"/>
                  </a:lnTo>
                  <a:lnTo>
                    <a:pt x="414470" y="1136767"/>
                  </a:lnTo>
                  <a:close/>
                  <a:moveTo>
                    <a:pt x="423926" y="1131858"/>
                  </a:moveTo>
                  <a:lnTo>
                    <a:pt x="433025" y="1130438"/>
                  </a:lnTo>
                  <a:lnTo>
                    <a:pt x="436291" y="1098330"/>
                  </a:lnTo>
                  <a:close/>
                  <a:moveTo>
                    <a:pt x="1510152" y="2413772"/>
                  </a:moveTo>
                  <a:lnTo>
                    <a:pt x="1551459" y="2428566"/>
                  </a:lnTo>
                  <a:lnTo>
                    <a:pt x="1577623" y="2443559"/>
                  </a:lnTo>
                  <a:close/>
                  <a:moveTo>
                    <a:pt x="1327071" y="1848899"/>
                  </a:moveTo>
                  <a:lnTo>
                    <a:pt x="1256087" y="1920482"/>
                  </a:lnTo>
                  <a:lnTo>
                    <a:pt x="1284112" y="1903486"/>
                  </a:lnTo>
                  <a:close/>
                  <a:moveTo>
                    <a:pt x="120052" y="402173"/>
                  </a:moveTo>
                  <a:lnTo>
                    <a:pt x="57140" y="353419"/>
                  </a:lnTo>
                  <a:lnTo>
                    <a:pt x="120213" y="401893"/>
                  </a:lnTo>
                  <a:close/>
                  <a:moveTo>
                    <a:pt x="120213" y="401893"/>
                  </a:moveTo>
                  <a:lnTo>
                    <a:pt x="57140" y="353419"/>
                  </a:lnTo>
                  <a:lnTo>
                    <a:pt x="120767" y="402173"/>
                  </a:lnTo>
                  <a:close/>
                  <a:moveTo>
                    <a:pt x="1765194" y="2157138"/>
                  </a:moveTo>
                  <a:lnTo>
                    <a:pt x="1633567" y="2158864"/>
                  </a:lnTo>
                  <a:lnTo>
                    <a:pt x="1709340" y="2163510"/>
                  </a:lnTo>
                  <a:close/>
                  <a:moveTo>
                    <a:pt x="499254" y="704432"/>
                  </a:moveTo>
                  <a:lnTo>
                    <a:pt x="522514" y="617815"/>
                  </a:lnTo>
                  <a:lnTo>
                    <a:pt x="473800" y="731034"/>
                  </a:lnTo>
                  <a:close/>
                  <a:moveTo>
                    <a:pt x="473800" y="731034"/>
                  </a:moveTo>
                  <a:lnTo>
                    <a:pt x="522514" y="617815"/>
                  </a:lnTo>
                  <a:lnTo>
                    <a:pt x="504479" y="610382"/>
                  </a:lnTo>
                  <a:close/>
                  <a:moveTo>
                    <a:pt x="473800" y="731034"/>
                  </a:moveTo>
                  <a:lnTo>
                    <a:pt x="504479" y="610382"/>
                  </a:lnTo>
                  <a:lnTo>
                    <a:pt x="490745" y="692597"/>
                  </a:lnTo>
                  <a:close/>
                  <a:moveTo>
                    <a:pt x="504479" y="610382"/>
                  </a:moveTo>
                  <a:lnTo>
                    <a:pt x="522514" y="617815"/>
                  </a:lnTo>
                  <a:lnTo>
                    <a:pt x="522948" y="577817"/>
                  </a:lnTo>
                  <a:close/>
                  <a:moveTo>
                    <a:pt x="120052" y="402173"/>
                  </a:moveTo>
                  <a:lnTo>
                    <a:pt x="120213" y="401893"/>
                  </a:lnTo>
                  <a:lnTo>
                    <a:pt x="157309" y="325386"/>
                  </a:lnTo>
                  <a:close/>
                  <a:moveTo>
                    <a:pt x="120213" y="401893"/>
                  </a:moveTo>
                  <a:lnTo>
                    <a:pt x="120767" y="402173"/>
                  </a:lnTo>
                  <a:lnTo>
                    <a:pt x="157309" y="325386"/>
                  </a:lnTo>
                  <a:close/>
                  <a:moveTo>
                    <a:pt x="157309" y="325386"/>
                  </a:moveTo>
                  <a:lnTo>
                    <a:pt x="120767" y="402173"/>
                  </a:lnTo>
                  <a:lnTo>
                    <a:pt x="184269" y="310657"/>
                  </a:lnTo>
                  <a:close/>
                  <a:moveTo>
                    <a:pt x="184269" y="310657"/>
                  </a:moveTo>
                  <a:lnTo>
                    <a:pt x="172473" y="281521"/>
                  </a:lnTo>
                  <a:lnTo>
                    <a:pt x="157309" y="325386"/>
                  </a:lnTo>
                  <a:close/>
                  <a:moveTo>
                    <a:pt x="233048" y="199307"/>
                  </a:moveTo>
                  <a:lnTo>
                    <a:pt x="204360" y="222642"/>
                  </a:lnTo>
                  <a:lnTo>
                    <a:pt x="202363" y="319958"/>
                  </a:lnTo>
                  <a:close/>
                  <a:moveTo>
                    <a:pt x="172473" y="281521"/>
                  </a:moveTo>
                  <a:lnTo>
                    <a:pt x="184269" y="310657"/>
                  </a:lnTo>
                  <a:lnTo>
                    <a:pt x="204360" y="222642"/>
                  </a:lnTo>
                  <a:close/>
                  <a:moveTo>
                    <a:pt x="1882817" y="2134033"/>
                  </a:moveTo>
                  <a:lnTo>
                    <a:pt x="1853981" y="2210435"/>
                  </a:lnTo>
                  <a:lnTo>
                    <a:pt x="1892089" y="2137713"/>
                  </a:lnTo>
                  <a:close/>
                  <a:moveTo>
                    <a:pt x="1882817" y="2134033"/>
                  </a:moveTo>
                  <a:lnTo>
                    <a:pt x="1791968" y="2172469"/>
                  </a:lnTo>
                  <a:lnTo>
                    <a:pt x="1853981" y="2210435"/>
                  </a:lnTo>
                  <a:close/>
                  <a:moveTo>
                    <a:pt x="1791968" y="2172469"/>
                  </a:moveTo>
                  <a:lnTo>
                    <a:pt x="1882817" y="2134033"/>
                  </a:lnTo>
                  <a:lnTo>
                    <a:pt x="1765194" y="2157138"/>
                  </a:lnTo>
                  <a:close/>
                  <a:moveTo>
                    <a:pt x="1882817" y="2134033"/>
                  </a:moveTo>
                  <a:lnTo>
                    <a:pt x="1811097" y="2113557"/>
                  </a:lnTo>
                  <a:lnTo>
                    <a:pt x="1765194" y="2157138"/>
                  </a:lnTo>
                  <a:close/>
                  <a:moveTo>
                    <a:pt x="1892089" y="2137713"/>
                  </a:moveTo>
                  <a:lnTo>
                    <a:pt x="1927886" y="2208096"/>
                  </a:lnTo>
                  <a:lnTo>
                    <a:pt x="1909554" y="2134033"/>
                  </a:lnTo>
                  <a:close/>
                  <a:moveTo>
                    <a:pt x="1853981" y="2210435"/>
                  </a:moveTo>
                  <a:lnTo>
                    <a:pt x="1927886" y="2208096"/>
                  </a:lnTo>
                  <a:lnTo>
                    <a:pt x="1892089" y="2137713"/>
                  </a:lnTo>
                  <a:close/>
                  <a:moveTo>
                    <a:pt x="1024692" y="1152567"/>
                  </a:moveTo>
                  <a:lnTo>
                    <a:pt x="1072481" y="1174308"/>
                  </a:lnTo>
                  <a:lnTo>
                    <a:pt x="1023631" y="1119954"/>
                  </a:lnTo>
                  <a:close/>
                  <a:moveTo>
                    <a:pt x="536166" y="506625"/>
                  </a:moveTo>
                  <a:lnTo>
                    <a:pt x="504479" y="610382"/>
                  </a:lnTo>
                  <a:lnTo>
                    <a:pt x="522948" y="577817"/>
                  </a:lnTo>
                  <a:close/>
                  <a:moveTo>
                    <a:pt x="536166" y="506625"/>
                  </a:moveTo>
                  <a:lnTo>
                    <a:pt x="522948" y="577817"/>
                  </a:lnTo>
                  <a:lnTo>
                    <a:pt x="539339" y="528167"/>
                  </a:lnTo>
                  <a:close/>
                  <a:moveTo>
                    <a:pt x="536166" y="506625"/>
                  </a:moveTo>
                  <a:lnTo>
                    <a:pt x="573172" y="486942"/>
                  </a:lnTo>
                  <a:lnTo>
                    <a:pt x="553446" y="476641"/>
                  </a:lnTo>
                  <a:close/>
                  <a:moveTo>
                    <a:pt x="229531" y="173769"/>
                  </a:moveTo>
                  <a:lnTo>
                    <a:pt x="172473" y="281521"/>
                  </a:lnTo>
                  <a:lnTo>
                    <a:pt x="204360" y="222642"/>
                  </a:lnTo>
                  <a:close/>
                  <a:moveTo>
                    <a:pt x="204360" y="222642"/>
                  </a:moveTo>
                  <a:lnTo>
                    <a:pt x="233048" y="199307"/>
                  </a:lnTo>
                  <a:lnTo>
                    <a:pt x="229531" y="173769"/>
                  </a:lnTo>
                  <a:close/>
                  <a:moveTo>
                    <a:pt x="298593" y="178214"/>
                  </a:moveTo>
                  <a:lnTo>
                    <a:pt x="271587" y="160870"/>
                  </a:lnTo>
                  <a:lnTo>
                    <a:pt x="267122" y="178643"/>
                  </a:lnTo>
                  <a:close/>
                  <a:moveTo>
                    <a:pt x="229531" y="173769"/>
                  </a:moveTo>
                  <a:lnTo>
                    <a:pt x="233048" y="199307"/>
                  </a:lnTo>
                  <a:lnTo>
                    <a:pt x="267122" y="178643"/>
                  </a:lnTo>
                  <a:close/>
                  <a:moveTo>
                    <a:pt x="403961" y="196403"/>
                  </a:moveTo>
                  <a:lnTo>
                    <a:pt x="324758" y="178932"/>
                  </a:lnTo>
                  <a:lnTo>
                    <a:pt x="298593" y="178214"/>
                  </a:lnTo>
                  <a:close/>
                  <a:moveTo>
                    <a:pt x="1533804" y="1634122"/>
                  </a:moveTo>
                  <a:lnTo>
                    <a:pt x="1609479" y="1638397"/>
                  </a:lnTo>
                  <a:lnTo>
                    <a:pt x="1575160" y="1608560"/>
                  </a:lnTo>
                  <a:close/>
                  <a:moveTo>
                    <a:pt x="1355347" y="1365803"/>
                  </a:moveTo>
                  <a:lnTo>
                    <a:pt x="1258355" y="1440237"/>
                  </a:lnTo>
                  <a:lnTo>
                    <a:pt x="1331169" y="1433818"/>
                  </a:lnTo>
                  <a:close/>
                  <a:moveTo>
                    <a:pt x="1331169" y="1433818"/>
                  </a:moveTo>
                  <a:lnTo>
                    <a:pt x="1354574" y="1394096"/>
                  </a:lnTo>
                  <a:lnTo>
                    <a:pt x="1355347" y="1365803"/>
                  </a:lnTo>
                  <a:close/>
                  <a:moveTo>
                    <a:pt x="1084037" y="1067146"/>
                  </a:moveTo>
                  <a:lnTo>
                    <a:pt x="1084349" y="1064567"/>
                  </a:lnTo>
                  <a:lnTo>
                    <a:pt x="1065308" y="1060577"/>
                  </a:lnTo>
                  <a:close/>
                  <a:moveTo>
                    <a:pt x="1023631" y="1119954"/>
                  </a:moveTo>
                  <a:lnTo>
                    <a:pt x="1084037" y="1067146"/>
                  </a:lnTo>
                  <a:lnTo>
                    <a:pt x="1065308" y="1060577"/>
                  </a:lnTo>
                  <a:close/>
                  <a:moveTo>
                    <a:pt x="1084349" y="1064567"/>
                  </a:moveTo>
                  <a:lnTo>
                    <a:pt x="1148682" y="972765"/>
                  </a:lnTo>
                  <a:lnTo>
                    <a:pt x="1095683" y="955261"/>
                  </a:lnTo>
                  <a:close/>
                  <a:moveTo>
                    <a:pt x="564884" y="383186"/>
                  </a:moveTo>
                  <a:lnTo>
                    <a:pt x="553446" y="476641"/>
                  </a:lnTo>
                  <a:lnTo>
                    <a:pt x="588730" y="407515"/>
                  </a:lnTo>
                  <a:close/>
                  <a:moveTo>
                    <a:pt x="564884" y="383186"/>
                  </a:moveTo>
                  <a:lnTo>
                    <a:pt x="588730" y="407515"/>
                  </a:lnTo>
                  <a:lnTo>
                    <a:pt x="570952" y="326893"/>
                  </a:lnTo>
                  <a:close/>
                  <a:moveTo>
                    <a:pt x="570952" y="326893"/>
                  </a:moveTo>
                  <a:lnTo>
                    <a:pt x="588730" y="407515"/>
                  </a:lnTo>
                  <a:lnTo>
                    <a:pt x="598399" y="366057"/>
                  </a:lnTo>
                  <a:close/>
                  <a:moveTo>
                    <a:pt x="1878157" y="1655223"/>
                  </a:moveTo>
                  <a:lnTo>
                    <a:pt x="1924860" y="1666721"/>
                  </a:lnTo>
                  <a:lnTo>
                    <a:pt x="1884609" y="1646084"/>
                  </a:lnTo>
                  <a:close/>
                  <a:moveTo>
                    <a:pt x="1364592" y="1343578"/>
                  </a:moveTo>
                  <a:lnTo>
                    <a:pt x="1432499" y="1318815"/>
                  </a:lnTo>
                  <a:lnTo>
                    <a:pt x="1483162" y="1293032"/>
                  </a:lnTo>
                  <a:close/>
                  <a:moveTo>
                    <a:pt x="1283890" y="826646"/>
                  </a:moveTo>
                  <a:lnTo>
                    <a:pt x="1378856" y="906148"/>
                  </a:lnTo>
                  <a:lnTo>
                    <a:pt x="1339672" y="878087"/>
                  </a:lnTo>
                  <a:close/>
                  <a:moveTo>
                    <a:pt x="718435" y="169246"/>
                  </a:moveTo>
                  <a:lnTo>
                    <a:pt x="737040" y="248428"/>
                  </a:lnTo>
                  <a:lnTo>
                    <a:pt x="748913" y="219741"/>
                  </a:lnTo>
                  <a:close/>
                  <a:moveTo>
                    <a:pt x="718435" y="169246"/>
                  </a:moveTo>
                  <a:lnTo>
                    <a:pt x="748913" y="219741"/>
                  </a:lnTo>
                  <a:lnTo>
                    <a:pt x="784194" y="136449"/>
                  </a:lnTo>
                  <a:close/>
                  <a:moveTo>
                    <a:pt x="789586" y="121506"/>
                  </a:moveTo>
                  <a:lnTo>
                    <a:pt x="784194" y="136449"/>
                  </a:lnTo>
                  <a:lnTo>
                    <a:pt x="793671" y="127776"/>
                  </a:lnTo>
                  <a:close/>
                  <a:moveTo>
                    <a:pt x="811122" y="21926"/>
                  </a:moveTo>
                  <a:lnTo>
                    <a:pt x="793671" y="127776"/>
                  </a:lnTo>
                  <a:lnTo>
                    <a:pt x="838662" y="61438"/>
                  </a:lnTo>
                  <a:close/>
                  <a:moveTo>
                    <a:pt x="811122" y="21926"/>
                  </a:moveTo>
                  <a:lnTo>
                    <a:pt x="838662" y="61438"/>
                  </a:lnTo>
                  <a:lnTo>
                    <a:pt x="884482" y="17549"/>
                  </a:lnTo>
                  <a:close/>
                  <a:moveTo>
                    <a:pt x="1353894" y="442768"/>
                  </a:moveTo>
                  <a:lnTo>
                    <a:pt x="1229247" y="470598"/>
                  </a:lnTo>
                  <a:lnTo>
                    <a:pt x="1306052" y="479098"/>
                  </a:lnTo>
                  <a:close/>
                  <a:moveTo>
                    <a:pt x="890456" y="0"/>
                  </a:moveTo>
                  <a:lnTo>
                    <a:pt x="811122" y="21926"/>
                  </a:lnTo>
                  <a:lnTo>
                    <a:pt x="884482" y="17549"/>
                  </a:lnTo>
                  <a:close/>
                  <a:moveTo>
                    <a:pt x="890456" y="0"/>
                  </a:moveTo>
                  <a:lnTo>
                    <a:pt x="884482" y="17549"/>
                  </a:lnTo>
                  <a:lnTo>
                    <a:pt x="895193" y="7124"/>
                  </a:lnTo>
                  <a:close/>
                  <a:moveTo>
                    <a:pt x="1426628" y="436056"/>
                  </a:moveTo>
                  <a:lnTo>
                    <a:pt x="1454384" y="344958"/>
                  </a:lnTo>
                  <a:lnTo>
                    <a:pt x="1387075" y="351629"/>
                  </a:lnTo>
                  <a:close/>
                  <a:moveTo>
                    <a:pt x="1353894" y="442768"/>
                  </a:moveTo>
                  <a:lnTo>
                    <a:pt x="1426628" y="436056"/>
                  </a:lnTo>
                  <a:lnTo>
                    <a:pt x="1387075" y="351629"/>
                  </a:lnTo>
                  <a:close/>
                  <a:moveTo>
                    <a:pt x="1460521" y="379763"/>
                  </a:moveTo>
                  <a:lnTo>
                    <a:pt x="1448811" y="303791"/>
                  </a:lnTo>
                  <a:lnTo>
                    <a:pt x="1454384" y="344958"/>
                  </a:lnTo>
                  <a:close/>
                  <a:moveTo>
                    <a:pt x="1458903" y="259111"/>
                  </a:moveTo>
                  <a:lnTo>
                    <a:pt x="1448811" y="303791"/>
                  </a:lnTo>
                  <a:lnTo>
                    <a:pt x="1460521" y="379763"/>
                  </a:lnTo>
                  <a:close/>
                  <a:moveTo>
                    <a:pt x="1471518" y="173486"/>
                  </a:moveTo>
                  <a:lnTo>
                    <a:pt x="1458903" y="259111"/>
                  </a:lnTo>
                  <a:lnTo>
                    <a:pt x="1503768" y="230608"/>
                  </a:lnTo>
                  <a:close/>
                  <a:moveTo>
                    <a:pt x="1471518" y="173486"/>
                  </a:moveTo>
                  <a:lnTo>
                    <a:pt x="1503768" y="230608"/>
                  </a:lnTo>
                  <a:lnTo>
                    <a:pt x="1549205" y="1852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50" name="Candidate_density__2069">
              <a:extLst>
                <a:ext uri="{FF2B5EF4-FFF2-40B4-BE49-F238E27FC236}">
                  <a16:creationId xmlns:a16="http://schemas.microsoft.com/office/drawing/2014/main" id="{88CCB994-2106-C5AA-3686-4FFDF7D3BC8E}"/>
                </a:ext>
              </a:extLst>
            </p:cNvPr>
            <p:cNvSpPr>
              <a:spLocks noGrp="1"/>
            </p:cNvSpPr>
            <p:nvPr/>
          </p:nvSpPr>
          <p:spPr>
            <a:xfrm>
              <a:off x="4441446" y="2030005"/>
              <a:ext cx="1466600" cy="3056866"/>
            </a:xfrm>
            <a:custGeom>
              <a:avLst/>
              <a:gdLst/>
              <a:ahLst/>
              <a:cxnLst/>
              <a:rect l="0" t="0" r="0" b="0"/>
              <a:pathLst>
                <a:path w="1466600" h="3056866">
                  <a:moveTo>
                    <a:pt x="222777" y="2970483"/>
                  </a:moveTo>
                  <a:lnTo>
                    <a:pt x="149332" y="3056866"/>
                  </a:lnTo>
                  <a:lnTo>
                    <a:pt x="228070" y="3018430"/>
                  </a:lnTo>
                  <a:close/>
                  <a:moveTo>
                    <a:pt x="245414" y="3018430"/>
                  </a:moveTo>
                  <a:lnTo>
                    <a:pt x="222777" y="2970483"/>
                  </a:lnTo>
                  <a:lnTo>
                    <a:pt x="247201" y="3008999"/>
                  </a:lnTo>
                  <a:close/>
                  <a:moveTo>
                    <a:pt x="100250" y="2771784"/>
                  </a:moveTo>
                  <a:lnTo>
                    <a:pt x="157525" y="2854000"/>
                  </a:lnTo>
                  <a:lnTo>
                    <a:pt x="227320" y="2815563"/>
                  </a:lnTo>
                  <a:close/>
                  <a:moveTo>
                    <a:pt x="100250" y="2771784"/>
                  </a:moveTo>
                  <a:lnTo>
                    <a:pt x="227320" y="2815563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00250" y="2771784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48587" y="2693099"/>
                  </a:lnTo>
                  <a:lnTo>
                    <a:pt x="100250" y="2771784"/>
                  </a:lnTo>
                  <a:close/>
                  <a:moveTo>
                    <a:pt x="203715" y="2684009"/>
                  </a:moveTo>
                  <a:lnTo>
                    <a:pt x="209878" y="2651133"/>
                  </a:lnTo>
                  <a:lnTo>
                    <a:pt x="152920" y="2689569"/>
                  </a:lnTo>
                  <a:close/>
                  <a:moveTo>
                    <a:pt x="203715" y="2684009"/>
                  </a:moveTo>
                  <a:lnTo>
                    <a:pt x="193606" y="2733348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7424" y="2690066"/>
                  </a:lnTo>
                  <a:lnTo>
                    <a:pt x="231881" y="2721177"/>
                  </a:lnTo>
                  <a:close/>
                  <a:moveTo>
                    <a:pt x="231881" y="2721177"/>
                  </a:moveTo>
                  <a:lnTo>
                    <a:pt x="337424" y="2690066"/>
                  </a:lnTo>
                  <a:lnTo>
                    <a:pt x="209878" y="2651133"/>
                  </a:lnTo>
                  <a:close/>
                  <a:moveTo>
                    <a:pt x="209878" y="2651133"/>
                  </a:moveTo>
                  <a:lnTo>
                    <a:pt x="337424" y="2690066"/>
                  </a:lnTo>
                  <a:lnTo>
                    <a:pt x="302959" y="2612697"/>
                  </a:lnTo>
                  <a:close/>
                  <a:moveTo>
                    <a:pt x="209878" y="2651133"/>
                  </a:moveTo>
                  <a:lnTo>
                    <a:pt x="203715" y="2684009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9465" y="2694911"/>
                  </a:lnTo>
                  <a:lnTo>
                    <a:pt x="337424" y="2690066"/>
                  </a:lnTo>
                  <a:close/>
                  <a:moveTo>
                    <a:pt x="338098" y="2695417"/>
                  </a:moveTo>
                  <a:lnTo>
                    <a:pt x="340293" y="2700792"/>
                  </a:lnTo>
                  <a:lnTo>
                    <a:pt x="339465" y="2694911"/>
                  </a:lnTo>
                  <a:close/>
                  <a:moveTo>
                    <a:pt x="211724" y="2568918"/>
                  </a:moveTo>
                  <a:lnTo>
                    <a:pt x="209878" y="2651133"/>
                  </a:lnTo>
                  <a:lnTo>
                    <a:pt x="302959" y="2612697"/>
                  </a:lnTo>
                  <a:close/>
                  <a:moveTo>
                    <a:pt x="211724" y="2568918"/>
                  </a:moveTo>
                  <a:lnTo>
                    <a:pt x="302959" y="2612697"/>
                  </a:lnTo>
                  <a:lnTo>
                    <a:pt x="271505" y="2530481"/>
                  </a:lnTo>
                  <a:close/>
                  <a:moveTo>
                    <a:pt x="282361" y="2484193"/>
                  </a:moveTo>
                  <a:lnTo>
                    <a:pt x="211724" y="2568918"/>
                  </a:lnTo>
                  <a:lnTo>
                    <a:pt x="271505" y="2530481"/>
                  </a:lnTo>
                  <a:close/>
                  <a:moveTo>
                    <a:pt x="335049" y="2597804"/>
                  </a:moveTo>
                  <a:lnTo>
                    <a:pt x="337424" y="2690066"/>
                  </a:lnTo>
                  <a:lnTo>
                    <a:pt x="397297" y="2574260"/>
                  </a:lnTo>
                  <a:close/>
                  <a:moveTo>
                    <a:pt x="397297" y="2574260"/>
                  </a:moveTo>
                  <a:lnTo>
                    <a:pt x="337424" y="2690066"/>
                  </a:lnTo>
                  <a:lnTo>
                    <a:pt x="339465" y="2694911"/>
                  </a:lnTo>
                  <a:close/>
                  <a:moveTo>
                    <a:pt x="302959" y="2612697"/>
                  </a:moveTo>
                  <a:lnTo>
                    <a:pt x="337424" y="2690066"/>
                  </a:lnTo>
                  <a:lnTo>
                    <a:pt x="335049" y="2597804"/>
                  </a:lnTo>
                  <a:close/>
                  <a:moveTo>
                    <a:pt x="271505" y="2530481"/>
                  </a:moveTo>
                  <a:lnTo>
                    <a:pt x="335049" y="2597804"/>
                  </a:lnTo>
                  <a:lnTo>
                    <a:pt x="328640" y="2502922"/>
                  </a:lnTo>
                  <a:close/>
                  <a:moveTo>
                    <a:pt x="271505" y="2530481"/>
                  </a:moveTo>
                  <a:lnTo>
                    <a:pt x="302959" y="2612697"/>
                  </a:lnTo>
                  <a:lnTo>
                    <a:pt x="335049" y="2597804"/>
                  </a:lnTo>
                  <a:close/>
                  <a:moveTo>
                    <a:pt x="335049" y="2597804"/>
                  </a:moveTo>
                  <a:lnTo>
                    <a:pt x="388407" y="2514924"/>
                  </a:lnTo>
                  <a:lnTo>
                    <a:pt x="328640" y="2502922"/>
                  </a:lnTo>
                  <a:close/>
                  <a:moveTo>
                    <a:pt x="282361" y="2484193"/>
                  </a:moveTo>
                  <a:lnTo>
                    <a:pt x="271505" y="2530481"/>
                  </a:lnTo>
                  <a:lnTo>
                    <a:pt x="328640" y="2502922"/>
                  </a:lnTo>
                  <a:close/>
                  <a:moveTo>
                    <a:pt x="328640" y="2502922"/>
                  </a:moveTo>
                  <a:lnTo>
                    <a:pt x="357887" y="2487918"/>
                  </a:lnTo>
                  <a:lnTo>
                    <a:pt x="282361" y="2484193"/>
                  </a:lnTo>
                  <a:close/>
                  <a:moveTo>
                    <a:pt x="328640" y="2502922"/>
                  </a:moveTo>
                  <a:lnTo>
                    <a:pt x="388407" y="2514924"/>
                  </a:lnTo>
                  <a:lnTo>
                    <a:pt x="357887" y="2487918"/>
                  </a:lnTo>
                  <a:close/>
                  <a:moveTo>
                    <a:pt x="464893" y="2242388"/>
                  </a:moveTo>
                  <a:lnTo>
                    <a:pt x="410216" y="2253165"/>
                  </a:lnTo>
                  <a:lnTo>
                    <a:pt x="374472" y="2289178"/>
                  </a:lnTo>
                  <a:close/>
                  <a:moveTo>
                    <a:pt x="471741" y="2246991"/>
                  </a:moveTo>
                  <a:lnTo>
                    <a:pt x="530379" y="2208571"/>
                  </a:lnTo>
                  <a:lnTo>
                    <a:pt x="464893" y="2242388"/>
                  </a:lnTo>
                  <a:close/>
                  <a:moveTo>
                    <a:pt x="188943" y="1636800"/>
                  </a:moveTo>
                  <a:lnTo>
                    <a:pt x="136856" y="1757451"/>
                  </a:lnTo>
                  <a:lnTo>
                    <a:pt x="204265" y="1719015"/>
                  </a:lnTo>
                  <a:close/>
                  <a:moveTo>
                    <a:pt x="170194" y="1570222"/>
                  </a:moveTo>
                  <a:lnTo>
                    <a:pt x="202696" y="1604189"/>
                  </a:lnTo>
                  <a:lnTo>
                    <a:pt x="207774" y="1554585"/>
                  </a:lnTo>
                  <a:close/>
                  <a:moveTo>
                    <a:pt x="506666" y="1878821"/>
                  </a:moveTo>
                  <a:lnTo>
                    <a:pt x="493935" y="1883445"/>
                  </a:lnTo>
                  <a:lnTo>
                    <a:pt x="557439" y="1879339"/>
                  </a:lnTo>
                  <a:close/>
                  <a:moveTo>
                    <a:pt x="600922" y="1763257"/>
                  </a:moveTo>
                  <a:lnTo>
                    <a:pt x="496008" y="1864859"/>
                  </a:lnTo>
                  <a:lnTo>
                    <a:pt x="581778" y="1845008"/>
                  </a:lnTo>
                  <a:close/>
                  <a:moveTo>
                    <a:pt x="581778" y="1845008"/>
                  </a:moveTo>
                  <a:lnTo>
                    <a:pt x="496008" y="1864859"/>
                  </a:lnTo>
                  <a:lnTo>
                    <a:pt x="506666" y="1878821"/>
                  </a:lnTo>
                  <a:close/>
                  <a:moveTo>
                    <a:pt x="506666" y="1878821"/>
                  </a:moveTo>
                  <a:lnTo>
                    <a:pt x="557439" y="1879339"/>
                  </a:lnTo>
                  <a:lnTo>
                    <a:pt x="581778" y="1845008"/>
                  </a:lnTo>
                  <a:close/>
                  <a:moveTo>
                    <a:pt x="188943" y="1636800"/>
                  </a:moveTo>
                  <a:lnTo>
                    <a:pt x="255415" y="1601031"/>
                  </a:lnTo>
                  <a:lnTo>
                    <a:pt x="202696" y="1604189"/>
                  </a:lnTo>
                  <a:close/>
                  <a:moveTo>
                    <a:pt x="207774" y="1554585"/>
                  </a:moveTo>
                  <a:lnTo>
                    <a:pt x="202696" y="1604189"/>
                  </a:lnTo>
                  <a:lnTo>
                    <a:pt x="259707" y="1598363"/>
                  </a:lnTo>
                  <a:close/>
                  <a:moveTo>
                    <a:pt x="581778" y="1845008"/>
                  </a:moveTo>
                  <a:lnTo>
                    <a:pt x="601148" y="1762509"/>
                  </a:lnTo>
                  <a:lnTo>
                    <a:pt x="600922" y="1763257"/>
                  </a:lnTo>
                  <a:close/>
                  <a:moveTo>
                    <a:pt x="495481" y="1387453"/>
                  </a:moveTo>
                  <a:lnTo>
                    <a:pt x="488038" y="1404655"/>
                  </a:lnTo>
                  <a:lnTo>
                    <a:pt x="544400" y="1357060"/>
                  </a:lnTo>
                  <a:close/>
                  <a:moveTo>
                    <a:pt x="261912" y="1028200"/>
                  </a:moveTo>
                  <a:lnTo>
                    <a:pt x="234917" y="1117234"/>
                  </a:lnTo>
                  <a:lnTo>
                    <a:pt x="249992" y="1110414"/>
                  </a:lnTo>
                  <a:close/>
                  <a:moveTo>
                    <a:pt x="261912" y="1028200"/>
                  </a:moveTo>
                  <a:lnTo>
                    <a:pt x="249992" y="1110414"/>
                  </a:lnTo>
                  <a:lnTo>
                    <a:pt x="312834" y="989763"/>
                  </a:lnTo>
                  <a:close/>
                  <a:moveTo>
                    <a:pt x="335293" y="960479"/>
                  </a:moveTo>
                  <a:lnTo>
                    <a:pt x="261912" y="1028200"/>
                  </a:lnTo>
                  <a:lnTo>
                    <a:pt x="312834" y="989763"/>
                  </a:lnTo>
                  <a:close/>
                  <a:moveTo>
                    <a:pt x="1202679" y="1773478"/>
                  </a:moveTo>
                  <a:lnTo>
                    <a:pt x="1208359" y="1872094"/>
                  </a:lnTo>
                  <a:lnTo>
                    <a:pt x="1208967" y="1782540"/>
                  </a:lnTo>
                  <a:close/>
                  <a:moveTo>
                    <a:pt x="1142205" y="1894129"/>
                  </a:moveTo>
                  <a:lnTo>
                    <a:pt x="1208359" y="1872094"/>
                  </a:lnTo>
                  <a:lnTo>
                    <a:pt x="1202679" y="1773478"/>
                  </a:lnTo>
                  <a:close/>
                  <a:moveTo>
                    <a:pt x="1127057" y="1811914"/>
                  </a:moveTo>
                  <a:lnTo>
                    <a:pt x="1142205" y="1894129"/>
                  </a:lnTo>
                  <a:lnTo>
                    <a:pt x="1202679" y="1773478"/>
                  </a:lnTo>
                  <a:close/>
                  <a:moveTo>
                    <a:pt x="1208359" y="1872094"/>
                  </a:moveTo>
                  <a:lnTo>
                    <a:pt x="1253301" y="1855693"/>
                  </a:lnTo>
                  <a:lnTo>
                    <a:pt x="1208967" y="1782540"/>
                  </a:lnTo>
                  <a:close/>
                  <a:moveTo>
                    <a:pt x="1204740" y="1766734"/>
                  </a:moveTo>
                  <a:lnTo>
                    <a:pt x="1127057" y="1811914"/>
                  </a:lnTo>
                  <a:lnTo>
                    <a:pt x="1202679" y="1773478"/>
                  </a:lnTo>
                  <a:close/>
                  <a:moveTo>
                    <a:pt x="1204740" y="1766734"/>
                  </a:moveTo>
                  <a:lnTo>
                    <a:pt x="1145494" y="1760427"/>
                  </a:lnTo>
                  <a:lnTo>
                    <a:pt x="1127057" y="1811914"/>
                  </a:lnTo>
                  <a:close/>
                  <a:moveTo>
                    <a:pt x="1213774" y="1767599"/>
                  </a:moveTo>
                  <a:lnTo>
                    <a:pt x="1208967" y="1782540"/>
                  </a:lnTo>
                  <a:lnTo>
                    <a:pt x="1288032" y="1735041"/>
                  </a:lnTo>
                  <a:close/>
                  <a:moveTo>
                    <a:pt x="1208967" y="1782540"/>
                  </a:moveTo>
                  <a:lnTo>
                    <a:pt x="1253301" y="1855693"/>
                  </a:lnTo>
                  <a:lnTo>
                    <a:pt x="1288032" y="1735041"/>
                  </a:lnTo>
                  <a:close/>
                  <a:moveTo>
                    <a:pt x="1202679" y="1773478"/>
                  </a:moveTo>
                  <a:lnTo>
                    <a:pt x="1208967" y="1782540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02679" y="1773478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13774" y="1767599"/>
                  </a:lnTo>
                  <a:lnTo>
                    <a:pt x="1233863" y="1691262"/>
                  </a:lnTo>
                  <a:close/>
                  <a:moveTo>
                    <a:pt x="1233863" y="1691262"/>
                  </a:moveTo>
                  <a:lnTo>
                    <a:pt x="1213774" y="1767599"/>
                  </a:lnTo>
                  <a:lnTo>
                    <a:pt x="1288032" y="1735041"/>
                  </a:lnTo>
                  <a:close/>
                  <a:moveTo>
                    <a:pt x="1452828" y="1899471"/>
                  </a:moveTo>
                  <a:lnTo>
                    <a:pt x="1427896" y="1814798"/>
                  </a:lnTo>
                  <a:lnTo>
                    <a:pt x="1433653" y="1850085"/>
                  </a:lnTo>
                  <a:close/>
                  <a:moveTo>
                    <a:pt x="1410812" y="1817257"/>
                  </a:moveTo>
                  <a:lnTo>
                    <a:pt x="1433653" y="1850085"/>
                  </a:lnTo>
                  <a:lnTo>
                    <a:pt x="1427896" y="1814798"/>
                  </a:lnTo>
                  <a:close/>
                  <a:moveTo>
                    <a:pt x="1422009" y="1806550"/>
                  </a:moveTo>
                  <a:lnTo>
                    <a:pt x="1410812" y="1817257"/>
                  </a:lnTo>
                  <a:lnTo>
                    <a:pt x="1427896" y="1814798"/>
                  </a:lnTo>
                  <a:close/>
                  <a:moveTo>
                    <a:pt x="1344196" y="1579073"/>
                  </a:moveTo>
                  <a:lnTo>
                    <a:pt x="1302764" y="1639370"/>
                  </a:lnTo>
                  <a:lnTo>
                    <a:pt x="1293611" y="1652826"/>
                  </a:lnTo>
                  <a:close/>
                  <a:moveTo>
                    <a:pt x="607506" y="748460"/>
                  </a:moveTo>
                  <a:lnTo>
                    <a:pt x="643613" y="827155"/>
                  </a:lnTo>
                  <a:lnTo>
                    <a:pt x="626315" y="741126"/>
                  </a:lnTo>
                  <a:close/>
                  <a:moveTo>
                    <a:pt x="614608" y="738416"/>
                  </a:moveTo>
                  <a:lnTo>
                    <a:pt x="607506" y="748460"/>
                  </a:lnTo>
                  <a:lnTo>
                    <a:pt x="626315" y="741126"/>
                  </a:lnTo>
                  <a:close/>
                  <a:moveTo>
                    <a:pt x="101840" y="63817"/>
                  </a:moveTo>
                  <a:lnTo>
                    <a:pt x="16010" y="90739"/>
                  </a:lnTo>
                  <a:lnTo>
                    <a:pt x="126332" y="90919"/>
                  </a:lnTo>
                  <a:close/>
                  <a:moveTo>
                    <a:pt x="16010" y="90739"/>
                  </a:moveTo>
                  <a:lnTo>
                    <a:pt x="0" y="112444"/>
                  </a:lnTo>
                  <a:lnTo>
                    <a:pt x="126332" y="90919"/>
                  </a:lnTo>
                  <a:close/>
                  <a:moveTo>
                    <a:pt x="181148" y="17206"/>
                  </a:moveTo>
                  <a:lnTo>
                    <a:pt x="101840" y="63817"/>
                  </a:lnTo>
                  <a:lnTo>
                    <a:pt x="146916" y="52303"/>
                  </a:lnTo>
                  <a:close/>
                  <a:moveTo>
                    <a:pt x="59872" y="57639"/>
                  </a:moveTo>
                  <a:lnTo>
                    <a:pt x="101840" y="63817"/>
                  </a:lnTo>
                  <a:lnTo>
                    <a:pt x="181148" y="17206"/>
                  </a:lnTo>
                  <a:close/>
                  <a:moveTo>
                    <a:pt x="101840" y="63817"/>
                  </a:moveTo>
                  <a:lnTo>
                    <a:pt x="126332" y="90919"/>
                  </a:lnTo>
                  <a:lnTo>
                    <a:pt x="146916" y="52303"/>
                  </a:lnTo>
                  <a:close/>
                  <a:moveTo>
                    <a:pt x="234104" y="0"/>
                  </a:moveTo>
                  <a:lnTo>
                    <a:pt x="146916" y="52303"/>
                  </a:lnTo>
                  <a:lnTo>
                    <a:pt x="223871" y="13866"/>
                  </a:lnTo>
                  <a:close/>
                  <a:moveTo>
                    <a:pt x="234104" y="0"/>
                  </a:moveTo>
                  <a:lnTo>
                    <a:pt x="181148" y="17206"/>
                  </a:lnTo>
                  <a:lnTo>
                    <a:pt x="146916" y="52303"/>
                  </a:lnTo>
                  <a:close/>
                  <a:moveTo>
                    <a:pt x="1450002" y="1480809"/>
                  </a:moveTo>
                  <a:lnTo>
                    <a:pt x="1449269" y="1493738"/>
                  </a:lnTo>
                  <a:lnTo>
                    <a:pt x="1457249" y="1490658"/>
                  </a:lnTo>
                  <a:close/>
                  <a:moveTo>
                    <a:pt x="1466600" y="1493738"/>
                  </a:moveTo>
                  <a:lnTo>
                    <a:pt x="1450002" y="1480809"/>
                  </a:lnTo>
                  <a:lnTo>
                    <a:pt x="1457249" y="1490658"/>
                  </a:lnTo>
                  <a:close/>
                  <a:moveTo>
                    <a:pt x="1082592" y="727891"/>
                  </a:moveTo>
                  <a:lnTo>
                    <a:pt x="1060111" y="797581"/>
                  </a:lnTo>
                  <a:lnTo>
                    <a:pt x="1145494" y="761596"/>
                  </a:lnTo>
                  <a:close/>
                  <a:moveTo>
                    <a:pt x="1215016" y="729146"/>
                  </a:moveTo>
                  <a:lnTo>
                    <a:pt x="1082592" y="727891"/>
                  </a:lnTo>
                  <a:lnTo>
                    <a:pt x="1161957" y="759144"/>
                  </a:lnTo>
                  <a:close/>
                  <a:moveTo>
                    <a:pt x="1295632" y="660629"/>
                  </a:moveTo>
                  <a:lnTo>
                    <a:pt x="1259033" y="676929"/>
                  </a:lnTo>
                  <a:lnTo>
                    <a:pt x="1326217" y="651043"/>
                  </a:lnTo>
                  <a:close/>
                  <a:moveTo>
                    <a:pt x="1326217" y="651043"/>
                  </a:moveTo>
                  <a:lnTo>
                    <a:pt x="1259033" y="676929"/>
                  </a:lnTo>
                  <a:lnTo>
                    <a:pt x="1215016" y="729146"/>
                  </a:lnTo>
                  <a:close/>
                  <a:moveTo>
                    <a:pt x="1326217" y="651043"/>
                  </a:moveTo>
                  <a:lnTo>
                    <a:pt x="1215016" y="729146"/>
                  </a:lnTo>
                  <a:lnTo>
                    <a:pt x="1265297" y="701933"/>
                  </a:lnTo>
                  <a:close/>
                  <a:moveTo>
                    <a:pt x="1271062" y="660031"/>
                  </a:moveTo>
                  <a:lnTo>
                    <a:pt x="1259033" y="676929"/>
                  </a:lnTo>
                  <a:lnTo>
                    <a:pt x="1295632" y="66062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51" name="Candidate_density__2070">
              <a:extLst>
                <a:ext uri="{FF2B5EF4-FFF2-40B4-BE49-F238E27FC236}">
                  <a16:creationId xmlns:a16="http://schemas.microsoft.com/office/drawing/2014/main" id="{F724BD8A-3FB0-170F-91B6-84ABDB5580D7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2342726" cy="3777550"/>
            </a:xfrm>
            <a:custGeom>
              <a:avLst/>
              <a:gdLst/>
              <a:ahLst/>
              <a:cxnLst/>
              <a:rect l="0" t="0" r="0" b="0"/>
              <a:pathLst>
                <a:path w="2342726" h="3777550">
                  <a:moveTo>
                    <a:pt x="365150" y="3493707"/>
                  </a:moveTo>
                  <a:lnTo>
                    <a:pt x="315743" y="3524187"/>
                  </a:lnTo>
                  <a:lnTo>
                    <a:pt x="291705" y="3580089"/>
                  </a:lnTo>
                  <a:close/>
                  <a:moveTo>
                    <a:pt x="299897" y="3377223"/>
                  </a:moveTo>
                  <a:lnTo>
                    <a:pt x="288829" y="3423560"/>
                  </a:lnTo>
                  <a:lnTo>
                    <a:pt x="353398" y="3449771"/>
                  </a:lnTo>
                  <a:close/>
                  <a:moveTo>
                    <a:pt x="755286" y="3777550"/>
                  </a:moveTo>
                  <a:lnTo>
                    <a:pt x="843375" y="3749862"/>
                  </a:lnTo>
                  <a:lnTo>
                    <a:pt x="776424" y="3701564"/>
                  </a:lnTo>
                  <a:close/>
                  <a:moveTo>
                    <a:pt x="465365" y="3589740"/>
                  </a:moveTo>
                  <a:lnTo>
                    <a:pt x="387786" y="3541653"/>
                  </a:lnTo>
                  <a:lnTo>
                    <a:pt x="389574" y="3532223"/>
                  </a:lnTo>
                  <a:close/>
                  <a:moveTo>
                    <a:pt x="353398" y="3449771"/>
                  </a:moveTo>
                  <a:lnTo>
                    <a:pt x="477259" y="3419005"/>
                  </a:lnTo>
                  <a:lnTo>
                    <a:pt x="392086" y="3379216"/>
                  </a:lnTo>
                  <a:close/>
                  <a:moveTo>
                    <a:pt x="843375" y="3749862"/>
                  </a:moveTo>
                  <a:lnTo>
                    <a:pt x="867249" y="3762483"/>
                  </a:lnTo>
                  <a:lnTo>
                    <a:pt x="871784" y="3743431"/>
                  </a:lnTo>
                  <a:close/>
                  <a:moveTo>
                    <a:pt x="871784" y="3743431"/>
                  </a:moveTo>
                  <a:lnTo>
                    <a:pt x="776424" y="3701564"/>
                  </a:lnTo>
                  <a:lnTo>
                    <a:pt x="843375" y="3749862"/>
                  </a:lnTo>
                  <a:close/>
                  <a:moveTo>
                    <a:pt x="786569" y="3652025"/>
                  </a:moveTo>
                  <a:lnTo>
                    <a:pt x="776424" y="3701564"/>
                  </a:lnTo>
                  <a:lnTo>
                    <a:pt x="871784" y="3743431"/>
                  </a:lnTo>
                  <a:close/>
                  <a:moveTo>
                    <a:pt x="860265" y="3652704"/>
                  </a:moveTo>
                  <a:lnTo>
                    <a:pt x="786569" y="3652025"/>
                  </a:lnTo>
                  <a:lnTo>
                    <a:pt x="871784" y="3743431"/>
                  </a:lnTo>
                  <a:close/>
                  <a:moveTo>
                    <a:pt x="786569" y="3652025"/>
                  </a:moveTo>
                  <a:lnTo>
                    <a:pt x="703006" y="3705720"/>
                  </a:lnTo>
                  <a:lnTo>
                    <a:pt x="776424" y="3701564"/>
                  </a:lnTo>
                  <a:close/>
                  <a:moveTo>
                    <a:pt x="786569" y="3652025"/>
                  </a:moveTo>
                  <a:lnTo>
                    <a:pt x="761667" y="3646387"/>
                  </a:lnTo>
                  <a:lnTo>
                    <a:pt x="679736" y="3578194"/>
                  </a:lnTo>
                  <a:close/>
                  <a:moveTo>
                    <a:pt x="552930" y="2920048"/>
                  </a:moveTo>
                  <a:lnTo>
                    <a:pt x="505684" y="2897866"/>
                  </a:lnTo>
                  <a:lnTo>
                    <a:pt x="515300" y="2850548"/>
                  </a:lnTo>
                  <a:close/>
                  <a:moveTo>
                    <a:pt x="202878" y="2322213"/>
                  </a:moveTo>
                  <a:lnTo>
                    <a:pt x="242642" y="2401326"/>
                  </a:lnTo>
                  <a:lnTo>
                    <a:pt x="218549" y="2363444"/>
                  </a:lnTo>
                  <a:close/>
                  <a:moveTo>
                    <a:pt x="749825" y="2781067"/>
                  </a:moveTo>
                  <a:lnTo>
                    <a:pt x="672752" y="2731795"/>
                  </a:lnTo>
                  <a:lnTo>
                    <a:pt x="742959" y="2773965"/>
                  </a:lnTo>
                  <a:close/>
                  <a:moveTo>
                    <a:pt x="763013" y="2790614"/>
                  </a:moveTo>
                  <a:lnTo>
                    <a:pt x="749825" y="2781067"/>
                  </a:lnTo>
                  <a:lnTo>
                    <a:pt x="742959" y="2773965"/>
                  </a:lnTo>
                  <a:close/>
                  <a:moveTo>
                    <a:pt x="213022" y="2313966"/>
                  </a:moveTo>
                  <a:lnTo>
                    <a:pt x="279229" y="2280675"/>
                  </a:lnTo>
                  <a:lnTo>
                    <a:pt x="239937" y="2228204"/>
                  </a:lnTo>
                  <a:close/>
                  <a:moveTo>
                    <a:pt x="35363" y="2154681"/>
                  </a:moveTo>
                  <a:lnTo>
                    <a:pt x="35545" y="2236536"/>
                  </a:lnTo>
                  <a:lnTo>
                    <a:pt x="48359" y="2126464"/>
                  </a:lnTo>
                  <a:close/>
                  <a:moveTo>
                    <a:pt x="35363" y="2154681"/>
                  </a:moveTo>
                  <a:lnTo>
                    <a:pt x="50098" y="2075746"/>
                  </a:lnTo>
                  <a:lnTo>
                    <a:pt x="54279" y="2034030"/>
                  </a:lnTo>
                  <a:close/>
                  <a:moveTo>
                    <a:pt x="35363" y="2154681"/>
                  </a:moveTo>
                  <a:lnTo>
                    <a:pt x="54279" y="2034030"/>
                  </a:lnTo>
                  <a:lnTo>
                    <a:pt x="37077" y="2072466"/>
                  </a:lnTo>
                  <a:close/>
                  <a:moveTo>
                    <a:pt x="34190" y="2016266"/>
                  </a:moveTo>
                  <a:lnTo>
                    <a:pt x="2897" y="1963241"/>
                  </a:lnTo>
                  <a:lnTo>
                    <a:pt x="54279" y="2034030"/>
                  </a:lnTo>
                  <a:close/>
                  <a:moveTo>
                    <a:pt x="0" y="1951814"/>
                  </a:moveTo>
                  <a:lnTo>
                    <a:pt x="2897" y="1963241"/>
                  </a:lnTo>
                  <a:lnTo>
                    <a:pt x="34190" y="2016266"/>
                  </a:lnTo>
                  <a:close/>
                  <a:moveTo>
                    <a:pt x="6934" y="1914361"/>
                  </a:moveTo>
                  <a:lnTo>
                    <a:pt x="2897" y="1963241"/>
                  </a:lnTo>
                  <a:lnTo>
                    <a:pt x="0" y="1951814"/>
                  </a:lnTo>
                  <a:close/>
                  <a:moveTo>
                    <a:pt x="711370" y="2751739"/>
                  </a:moveTo>
                  <a:lnTo>
                    <a:pt x="763013" y="2790614"/>
                  </a:lnTo>
                  <a:lnTo>
                    <a:pt x="742959" y="2773965"/>
                  </a:lnTo>
                  <a:close/>
                  <a:moveTo>
                    <a:pt x="825339" y="2819768"/>
                  </a:moveTo>
                  <a:lnTo>
                    <a:pt x="763013" y="2790614"/>
                  </a:lnTo>
                  <a:lnTo>
                    <a:pt x="711370" y="2751739"/>
                  </a:lnTo>
                  <a:close/>
                  <a:moveTo>
                    <a:pt x="825339" y="2819768"/>
                  </a:moveTo>
                  <a:lnTo>
                    <a:pt x="810437" y="2773965"/>
                  </a:lnTo>
                  <a:lnTo>
                    <a:pt x="763013" y="2790614"/>
                  </a:lnTo>
                  <a:close/>
                  <a:moveTo>
                    <a:pt x="839263" y="2768948"/>
                  </a:moveTo>
                  <a:lnTo>
                    <a:pt x="810437" y="2773965"/>
                  </a:lnTo>
                  <a:lnTo>
                    <a:pt x="825339" y="2819768"/>
                  </a:lnTo>
                  <a:close/>
                  <a:moveTo>
                    <a:pt x="711370" y="2751739"/>
                  </a:moveTo>
                  <a:lnTo>
                    <a:pt x="742959" y="2773965"/>
                  </a:lnTo>
                  <a:lnTo>
                    <a:pt x="672752" y="2731795"/>
                  </a:lnTo>
                  <a:close/>
                  <a:moveTo>
                    <a:pt x="252416" y="2181846"/>
                  </a:moveTo>
                  <a:lnTo>
                    <a:pt x="239937" y="2228204"/>
                  </a:lnTo>
                  <a:lnTo>
                    <a:pt x="331315" y="2160023"/>
                  </a:lnTo>
                  <a:close/>
                  <a:moveTo>
                    <a:pt x="252416" y="2181846"/>
                  </a:moveTo>
                  <a:lnTo>
                    <a:pt x="312566" y="2093446"/>
                  </a:lnTo>
                  <a:lnTo>
                    <a:pt x="227883" y="2101699"/>
                  </a:lnTo>
                  <a:close/>
                  <a:moveTo>
                    <a:pt x="227883" y="2101699"/>
                  </a:moveTo>
                  <a:lnTo>
                    <a:pt x="275106" y="2023808"/>
                  </a:lnTo>
                  <a:lnTo>
                    <a:pt x="224797" y="2004116"/>
                  </a:lnTo>
                  <a:close/>
                  <a:moveTo>
                    <a:pt x="0" y="1951814"/>
                  </a:moveTo>
                  <a:lnTo>
                    <a:pt x="23247" y="1846604"/>
                  </a:lnTo>
                  <a:lnTo>
                    <a:pt x="6934" y="1914361"/>
                  </a:lnTo>
                  <a:close/>
                  <a:moveTo>
                    <a:pt x="27174" y="1831163"/>
                  </a:moveTo>
                  <a:lnTo>
                    <a:pt x="23247" y="1846604"/>
                  </a:lnTo>
                  <a:lnTo>
                    <a:pt x="0" y="1951814"/>
                  </a:lnTo>
                  <a:close/>
                  <a:moveTo>
                    <a:pt x="637943" y="2411066"/>
                  </a:moveTo>
                  <a:lnTo>
                    <a:pt x="580758" y="2451303"/>
                  </a:lnTo>
                  <a:lnTo>
                    <a:pt x="636307" y="2406669"/>
                  </a:lnTo>
                  <a:close/>
                  <a:moveTo>
                    <a:pt x="349072" y="1957156"/>
                  </a:moveTo>
                  <a:lnTo>
                    <a:pt x="348574" y="1925315"/>
                  </a:lnTo>
                  <a:lnTo>
                    <a:pt x="345859" y="1966287"/>
                  </a:lnTo>
                  <a:close/>
                  <a:moveTo>
                    <a:pt x="370569" y="2039372"/>
                  </a:moveTo>
                  <a:lnTo>
                    <a:pt x="345859" y="1966287"/>
                  </a:lnTo>
                  <a:lnTo>
                    <a:pt x="364026" y="2051610"/>
                  </a:lnTo>
                  <a:close/>
                  <a:moveTo>
                    <a:pt x="370569" y="2039372"/>
                  </a:moveTo>
                  <a:lnTo>
                    <a:pt x="349072" y="1957156"/>
                  </a:lnTo>
                  <a:lnTo>
                    <a:pt x="345859" y="1966287"/>
                  </a:lnTo>
                  <a:close/>
                  <a:moveTo>
                    <a:pt x="1246842" y="2624126"/>
                  </a:moveTo>
                  <a:lnTo>
                    <a:pt x="1258036" y="2710362"/>
                  </a:lnTo>
                  <a:lnTo>
                    <a:pt x="1249737" y="2702435"/>
                  </a:lnTo>
                  <a:close/>
                  <a:moveTo>
                    <a:pt x="1895064" y="3157288"/>
                  </a:moveTo>
                  <a:lnTo>
                    <a:pt x="1893939" y="3156365"/>
                  </a:lnTo>
                  <a:lnTo>
                    <a:pt x="1830766" y="3135375"/>
                  </a:lnTo>
                  <a:close/>
                  <a:moveTo>
                    <a:pt x="952471" y="2080838"/>
                  </a:moveTo>
                  <a:lnTo>
                    <a:pt x="960730" y="2088492"/>
                  </a:lnTo>
                  <a:lnTo>
                    <a:pt x="995766" y="2101753"/>
                  </a:lnTo>
                  <a:close/>
                  <a:moveTo>
                    <a:pt x="932413" y="2069296"/>
                  </a:moveTo>
                  <a:lnTo>
                    <a:pt x="960730" y="2088492"/>
                  </a:lnTo>
                  <a:lnTo>
                    <a:pt x="952471" y="2080838"/>
                  </a:lnTo>
                  <a:close/>
                  <a:moveTo>
                    <a:pt x="686772" y="1880283"/>
                  </a:moveTo>
                  <a:lnTo>
                    <a:pt x="698590" y="1962499"/>
                  </a:lnTo>
                  <a:lnTo>
                    <a:pt x="691680" y="1866917"/>
                  </a:lnTo>
                  <a:close/>
                  <a:moveTo>
                    <a:pt x="529233" y="1595201"/>
                  </a:moveTo>
                  <a:lnTo>
                    <a:pt x="493069" y="1606923"/>
                  </a:lnTo>
                  <a:lnTo>
                    <a:pt x="555415" y="1710944"/>
                  </a:lnTo>
                  <a:close/>
                  <a:moveTo>
                    <a:pt x="543484" y="1512987"/>
                  </a:moveTo>
                  <a:lnTo>
                    <a:pt x="496401" y="1553754"/>
                  </a:lnTo>
                  <a:lnTo>
                    <a:pt x="550689" y="1520579"/>
                  </a:lnTo>
                  <a:close/>
                  <a:moveTo>
                    <a:pt x="529233" y="1595201"/>
                  </a:moveTo>
                  <a:lnTo>
                    <a:pt x="562307" y="1521506"/>
                  </a:lnTo>
                  <a:lnTo>
                    <a:pt x="550689" y="1520579"/>
                  </a:lnTo>
                  <a:close/>
                  <a:moveTo>
                    <a:pt x="1997746" y="3133688"/>
                  </a:moveTo>
                  <a:lnTo>
                    <a:pt x="1984901" y="3217802"/>
                  </a:lnTo>
                  <a:lnTo>
                    <a:pt x="2071285" y="3234587"/>
                  </a:lnTo>
                  <a:close/>
                  <a:moveTo>
                    <a:pt x="1895064" y="3157288"/>
                  </a:moveTo>
                  <a:lnTo>
                    <a:pt x="1984901" y="3217802"/>
                  </a:lnTo>
                  <a:lnTo>
                    <a:pt x="1997746" y="3133688"/>
                  </a:lnTo>
                  <a:close/>
                  <a:moveTo>
                    <a:pt x="1997746" y="3133688"/>
                  </a:moveTo>
                  <a:lnTo>
                    <a:pt x="1893939" y="3156365"/>
                  </a:lnTo>
                  <a:lnTo>
                    <a:pt x="1895064" y="3157288"/>
                  </a:lnTo>
                  <a:close/>
                  <a:moveTo>
                    <a:pt x="1913649" y="3041374"/>
                  </a:moveTo>
                  <a:lnTo>
                    <a:pt x="1893939" y="3156365"/>
                  </a:lnTo>
                  <a:lnTo>
                    <a:pt x="1997746" y="3133688"/>
                  </a:lnTo>
                  <a:close/>
                  <a:moveTo>
                    <a:pt x="1350732" y="2395317"/>
                  </a:moveTo>
                  <a:lnTo>
                    <a:pt x="1284577" y="2417353"/>
                  </a:lnTo>
                  <a:lnTo>
                    <a:pt x="1366425" y="2482650"/>
                  </a:lnTo>
                  <a:close/>
                  <a:moveTo>
                    <a:pt x="1366425" y="2482650"/>
                  </a:moveTo>
                  <a:lnTo>
                    <a:pt x="1284577" y="2417353"/>
                  </a:lnTo>
                  <a:lnTo>
                    <a:pt x="1303963" y="2407286"/>
                  </a:lnTo>
                  <a:close/>
                  <a:moveTo>
                    <a:pt x="1121857" y="2005079"/>
                  </a:moveTo>
                  <a:lnTo>
                    <a:pt x="1067566" y="2003881"/>
                  </a:lnTo>
                  <a:lnTo>
                    <a:pt x="1174501" y="2050056"/>
                  </a:lnTo>
                  <a:close/>
                  <a:moveTo>
                    <a:pt x="496401" y="1553754"/>
                  </a:moveTo>
                  <a:lnTo>
                    <a:pt x="543484" y="1512987"/>
                  </a:lnTo>
                  <a:lnTo>
                    <a:pt x="507230" y="1495318"/>
                  </a:lnTo>
                  <a:close/>
                  <a:moveTo>
                    <a:pt x="507230" y="1495318"/>
                  </a:moveTo>
                  <a:lnTo>
                    <a:pt x="543484" y="1512987"/>
                  </a:lnTo>
                  <a:lnTo>
                    <a:pt x="477665" y="1483703"/>
                  </a:lnTo>
                  <a:close/>
                  <a:moveTo>
                    <a:pt x="1091156" y="1967841"/>
                  </a:moveTo>
                  <a:lnTo>
                    <a:pt x="1067566" y="2003881"/>
                  </a:lnTo>
                  <a:lnTo>
                    <a:pt x="1121857" y="2005079"/>
                  </a:lnTo>
                  <a:close/>
                  <a:moveTo>
                    <a:pt x="102198" y="816829"/>
                  </a:moveTo>
                  <a:lnTo>
                    <a:pt x="104507" y="740119"/>
                  </a:lnTo>
                  <a:lnTo>
                    <a:pt x="113165" y="833172"/>
                  </a:lnTo>
                  <a:close/>
                  <a:moveTo>
                    <a:pt x="102198" y="816829"/>
                  </a:moveTo>
                  <a:lnTo>
                    <a:pt x="99786" y="734615"/>
                  </a:lnTo>
                  <a:lnTo>
                    <a:pt x="104507" y="740119"/>
                  </a:lnTo>
                  <a:close/>
                  <a:moveTo>
                    <a:pt x="1557096" y="2461132"/>
                  </a:moveTo>
                  <a:lnTo>
                    <a:pt x="1595200" y="2422695"/>
                  </a:lnTo>
                  <a:lnTo>
                    <a:pt x="1537827" y="2445695"/>
                  </a:lnTo>
                  <a:close/>
                  <a:moveTo>
                    <a:pt x="1395674" y="2378916"/>
                  </a:moveTo>
                  <a:lnTo>
                    <a:pt x="1458560" y="2427985"/>
                  </a:lnTo>
                  <a:lnTo>
                    <a:pt x="1484924" y="2346813"/>
                  </a:lnTo>
                  <a:close/>
                  <a:moveTo>
                    <a:pt x="1458560" y="2427985"/>
                  </a:moveTo>
                  <a:lnTo>
                    <a:pt x="1553185" y="2340480"/>
                  </a:lnTo>
                  <a:lnTo>
                    <a:pt x="1484924" y="2346813"/>
                  </a:lnTo>
                  <a:close/>
                  <a:moveTo>
                    <a:pt x="1537827" y="2445695"/>
                  </a:moveTo>
                  <a:lnTo>
                    <a:pt x="1576025" y="2373309"/>
                  </a:lnTo>
                  <a:lnTo>
                    <a:pt x="1458560" y="2427985"/>
                  </a:lnTo>
                  <a:close/>
                  <a:moveTo>
                    <a:pt x="1513041" y="2258265"/>
                  </a:moveTo>
                  <a:lnTo>
                    <a:pt x="1485481" y="2313436"/>
                  </a:lnTo>
                  <a:lnTo>
                    <a:pt x="1534943" y="2266649"/>
                  </a:lnTo>
                  <a:close/>
                  <a:moveTo>
                    <a:pt x="1534943" y="2266649"/>
                  </a:moveTo>
                  <a:lnTo>
                    <a:pt x="1485481" y="2313436"/>
                  </a:lnTo>
                  <a:lnTo>
                    <a:pt x="1484924" y="2346813"/>
                  </a:lnTo>
                  <a:close/>
                  <a:moveTo>
                    <a:pt x="1132297" y="1951256"/>
                  </a:moveTo>
                  <a:lnTo>
                    <a:pt x="1121857" y="2005079"/>
                  </a:lnTo>
                  <a:lnTo>
                    <a:pt x="1224805" y="1929404"/>
                  </a:lnTo>
                  <a:close/>
                  <a:moveTo>
                    <a:pt x="1224805" y="1929404"/>
                  </a:moveTo>
                  <a:lnTo>
                    <a:pt x="1121857" y="2005079"/>
                  </a:lnTo>
                  <a:lnTo>
                    <a:pt x="1174501" y="2050056"/>
                  </a:lnTo>
                  <a:close/>
                  <a:moveTo>
                    <a:pt x="1224805" y="1929404"/>
                  </a:moveTo>
                  <a:lnTo>
                    <a:pt x="1174501" y="2050056"/>
                  </a:lnTo>
                  <a:lnTo>
                    <a:pt x="1208543" y="2011620"/>
                  </a:lnTo>
                  <a:close/>
                  <a:moveTo>
                    <a:pt x="1091156" y="1967841"/>
                  </a:moveTo>
                  <a:lnTo>
                    <a:pt x="1121857" y="2005079"/>
                  </a:lnTo>
                  <a:lnTo>
                    <a:pt x="1132297" y="1951256"/>
                  </a:lnTo>
                  <a:close/>
                  <a:moveTo>
                    <a:pt x="1018248" y="1885626"/>
                  </a:moveTo>
                  <a:lnTo>
                    <a:pt x="1132297" y="1951256"/>
                  </a:lnTo>
                  <a:lnTo>
                    <a:pt x="1069569" y="1873041"/>
                  </a:lnTo>
                  <a:close/>
                  <a:moveTo>
                    <a:pt x="1091156" y="1967841"/>
                  </a:moveTo>
                  <a:lnTo>
                    <a:pt x="1132297" y="1951256"/>
                  </a:lnTo>
                  <a:lnTo>
                    <a:pt x="1018248" y="1885626"/>
                  </a:lnTo>
                  <a:close/>
                  <a:moveTo>
                    <a:pt x="1202572" y="1854623"/>
                  </a:moveTo>
                  <a:lnTo>
                    <a:pt x="1138980" y="1853897"/>
                  </a:lnTo>
                  <a:lnTo>
                    <a:pt x="1132297" y="1951256"/>
                  </a:lnTo>
                  <a:close/>
                  <a:moveTo>
                    <a:pt x="1224805" y="1929404"/>
                  </a:moveTo>
                  <a:lnTo>
                    <a:pt x="1230809" y="1918575"/>
                  </a:lnTo>
                  <a:lnTo>
                    <a:pt x="1202572" y="1854623"/>
                  </a:lnTo>
                  <a:close/>
                  <a:moveTo>
                    <a:pt x="1132297" y="1951256"/>
                  </a:moveTo>
                  <a:lnTo>
                    <a:pt x="1224805" y="1929404"/>
                  </a:lnTo>
                  <a:lnTo>
                    <a:pt x="1202572" y="1854623"/>
                  </a:lnTo>
                  <a:close/>
                  <a:moveTo>
                    <a:pt x="1230809" y="1918575"/>
                  </a:moveTo>
                  <a:lnTo>
                    <a:pt x="1238561" y="1929404"/>
                  </a:lnTo>
                  <a:lnTo>
                    <a:pt x="1202572" y="1854623"/>
                  </a:lnTo>
                  <a:close/>
                  <a:moveTo>
                    <a:pt x="1319147" y="1970198"/>
                  </a:moveTo>
                  <a:lnTo>
                    <a:pt x="1283278" y="1949695"/>
                  </a:lnTo>
                  <a:lnTo>
                    <a:pt x="1238561" y="1929404"/>
                  </a:lnTo>
                  <a:close/>
                  <a:moveTo>
                    <a:pt x="749878" y="1271684"/>
                  </a:moveTo>
                  <a:lnTo>
                    <a:pt x="660429" y="1310120"/>
                  </a:lnTo>
                  <a:lnTo>
                    <a:pt x="768917" y="1353899"/>
                  </a:lnTo>
                  <a:close/>
                  <a:moveTo>
                    <a:pt x="402546" y="987643"/>
                  </a:moveTo>
                  <a:lnTo>
                    <a:pt x="337910" y="971828"/>
                  </a:lnTo>
                  <a:lnTo>
                    <a:pt x="390700" y="1006808"/>
                  </a:lnTo>
                  <a:close/>
                  <a:moveTo>
                    <a:pt x="402546" y="987643"/>
                  </a:moveTo>
                  <a:lnTo>
                    <a:pt x="390700" y="1006808"/>
                  </a:lnTo>
                  <a:lnTo>
                    <a:pt x="461920" y="994431"/>
                  </a:lnTo>
                  <a:close/>
                  <a:moveTo>
                    <a:pt x="315759" y="889744"/>
                  </a:moveTo>
                  <a:lnTo>
                    <a:pt x="337910" y="971828"/>
                  </a:lnTo>
                  <a:lnTo>
                    <a:pt x="394963" y="981260"/>
                  </a:lnTo>
                  <a:close/>
                  <a:moveTo>
                    <a:pt x="768917" y="1353899"/>
                  </a:moveTo>
                  <a:lnTo>
                    <a:pt x="768838" y="1364320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2045" y="3043685"/>
                  </a:lnTo>
                  <a:lnTo>
                    <a:pt x="2333602" y="3039954"/>
                  </a:lnTo>
                  <a:close/>
                  <a:moveTo>
                    <a:pt x="2259798" y="3080416"/>
                  </a:moveTo>
                  <a:lnTo>
                    <a:pt x="2332045" y="3043685"/>
                  </a:lnTo>
                  <a:lnTo>
                    <a:pt x="2258323" y="2959764"/>
                  </a:lnTo>
                  <a:close/>
                  <a:moveTo>
                    <a:pt x="2258323" y="2959764"/>
                  </a:moveTo>
                  <a:lnTo>
                    <a:pt x="2231503" y="2936881"/>
                  </a:lnTo>
                  <a:lnTo>
                    <a:pt x="2177198" y="2949048"/>
                  </a:lnTo>
                  <a:close/>
                  <a:moveTo>
                    <a:pt x="2178758" y="2877549"/>
                  </a:moveTo>
                  <a:lnTo>
                    <a:pt x="2177198" y="2949048"/>
                  </a:lnTo>
                  <a:lnTo>
                    <a:pt x="2231503" y="2936881"/>
                  </a:lnTo>
                  <a:close/>
                  <a:moveTo>
                    <a:pt x="1740325" y="2384258"/>
                  </a:moveTo>
                  <a:lnTo>
                    <a:pt x="1674665" y="2313742"/>
                  </a:lnTo>
                  <a:lnTo>
                    <a:pt x="1701631" y="2349069"/>
                  </a:lnTo>
                  <a:close/>
                  <a:moveTo>
                    <a:pt x="1485481" y="2313436"/>
                  </a:moveTo>
                  <a:lnTo>
                    <a:pt x="1513041" y="2258265"/>
                  </a:lnTo>
                  <a:lnTo>
                    <a:pt x="1514298" y="2222841"/>
                  </a:lnTo>
                  <a:close/>
                  <a:moveTo>
                    <a:pt x="1654849" y="2229760"/>
                  </a:moveTo>
                  <a:lnTo>
                    <a:pt x="1577469" y="2258265"/>
                  </a:lnTo>
                  <a:lnTo>
                    <a:pt x="1564382" y="2329774"/>
                  </a:lnTo>
                  <a:close/>
                  <a:moveTo>
                    <a:pt x="1674665" y="2313742"/>
                  </a:moveTo>
                  <a:lnTo>
                    <a:pt x="1654849" y="2229760"/>
                  </a:lnTo>
                  <a:lnTo>
                    <a:pt x="1570268" y="2338022"/>
                  </a:lnTo>
                  <a:close/>
                  <a:moveTo>
                    <a:pt x="1654849" y="2229760"/>
                  </a:moveTo>
                  <a:lnTo>
                    <a:pt x="1674665" y="2313742"/>
                  </a:lnTo>
                  <a:lnTo>
                    <a:pt x="1739672" y="2221392"/>
                  </a:lnTo>
                  <a:close/>
                  <a:moveTo>
                    <a:pt x="1532945" y="2212239"/>
                  </a:moveTo>
                  <a:lnTo>
                    <a:pt x="1530688" y="2219829"/>
                  </a:lnTo>
                  <a:lnTo>
                    <a:pt x="1516247" y="2213261"/>
                  </a:lnTo>
                  <a:close/>
                  <a:moveTo>
                    <a:pt x="1514298" y="2222841"/>
                  </a:moveTo>
                  <a:lnTo>
                    <a:pt x="1513041" y="2258265"/>
                  </a:lnTo>
                  <a:lnTo>
                    <a:pt x="1532945" y="2212239"/>
                  </a:lnTo>
                  <a:close/>
                  <a:moveTo>
                    <a:pt x="1532945" y="2212239"/>
                  </a:moveTo>
                  <a:lnTo>
                    <a:pt x="1577469" y="2258265"/>
                  </a:lnTo>
                  <a:lnTo>
                    <a:pt x="1665294" y="2213208"/>
                  </a:lnTo>
                  <a:close/>
                  <a:moveTo>
                    <a:pt x="1294053" y="1939829"/>
                  </a:moveTo>
                  <a:lnTo>
                    <a:pt x="1237062" y="1926675"/>
                  </a:lnTo>
                  <a:lnTo>
                    <a:pt x="1224805" y="1929404"/>
                  </a:lnTo>
                  <a:close/>
                  <a:moveTo>
                    <a:pt x="1238561" y="1929404"/>
                  </a:moveTo>
                  <a:lnTo>
                    <a:pt x="1237062" y="1926675"/>
                  </a:lnTo>
                  <a:lnTo>
                    <a:pt x="1319147" y="1970198"/>
                  </a:lnTo>
                  <a:close/>
                  <a:moveTo>
                    <a:pt x="1237062" y="1926675"/>
                  </a:moveTo>
                  <a:lnTo>
                    <a:pt x="1230809" y="1918575"/>
                  </a:lnTo>
                  <a:lnTo>
                    <a:pt x="1224805" y="1929404"/>
                  </a:lnTo>
                  <a:close/>
                  <a:moveTo>
                    <a:pt x="1237062" y="1926675"/>
                  </a:moveTo>
                  <a:lnTo>
                    <a:pt x="1238561" y="1929404"/>
                  </a:lnTo>
                  <a:lnTo>
                    <a:pt x="1230809" y="1918575"/>
                  </a:lnTo>
                  <a:close/>
                  <a:moveTo>
                    <a:pt x="783482" y="1360723"/>
                  </a:moveTo>
                  <a:lnTo>
                    <a:pt x="785986" y="1350379"/>
                  </a:lnTo>
                  <a:lnTo>
                    <a:pt x="768917" y="1353899"/>
                  </a:lnTo>
                  <a:close/>
                  <a:moveTo>
                    <a:pt x="901944" y="1316699"/>
                  </a:moveTo>
                  <a:lnTo>
                    <a:pt x="783482" y="1360723"/>
                  </a:lnTo>
                  <a:lnTo>
                    <a:pt x="864753" y="1385927"/>
                  </a:lnTo>
                  <a:close/>
                  <a:moveTo>
                    <a:pt x="901944" y="1316699"/>
                  </a:moveTo>
                  <a:lnTo>
                    <a:pt x="785986" y="1350379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3602" y="3039954"/>
                  </a:lnTo>
                  <a:lnTo>
                    <a:pt x="2342726" y="2934909"/>
                  </a:lnTo>
                  <a:close/>
                  <a:moveTo>
                    <a:pt x="2258323" y="2959764"/>
                  </a:moveTo>
                  <a:lnTo>
                    <a:pt x="2342726" y="2934909"/>
                  </a:lnTo>
                  <a:lnTo>
                    <a:pt x="2231503" y="2936881"/>
                  </a:lnTo>
                  <a:close/>
                  <a:moveTo>
                    <a:pt x="2227249" y="2839113"/>
                  </a:moveTo>
                  <a:lnTo>
                    <a:pt x="2231503" y="2936881"/>
                  </a:lnTo>
                  <a:lnTo>
                    <a:pt x="2277733" y="2894528"/>
                  </a:lnTo>
                  <a:close/>
                  <a:moveTo>
                    <a:pt x="2227249" y="2839113"/>
                  </a:moveTo>
                  <a:lnTo>
                    <a:pt x="2178758" y="2877549"/>
                  </a:lnTo>
                  <a:lnTo>
                    <a:pt x="2231503" y="2936881"/>
                  </a:lnTo>
                  <a:close/>
                  <a:moveTo>
                    <a:pt x="1551987" y="2068233"/>
                  </a:moveTo>
                  <a:lnTo>
                    <a:pt x="1608973" y="2016962"/>
                  </a:lnTo>
                  <a:lnTo>
                    <a:pt x="1680311" y="2054152"/>
                  </a:lnTo>
                  <a:close/>
                  <a:moveTo>
                    <a:pt x="1551987" y="2068233"/>
                  </a:moveTo>
                  <a:lnTo>
                    <a:pt x="1680311" y="2054152"/>
                  </a:lnTo>
                  <a:lnTo>
                    <a:pt x="1624922" y="2062266"/>
                  </a:lnTo>
                  <a:close/>
                  <a:moveTo>
                    <a:pt x="1750186" y="2036745"/>
                  </a:moveTo>
                  <a:lnTo>
                    <a:pt x="1624922" y="2062266"/>
                  </a:lnTo>
                  <a:lnTo>
                    <a:pt x="1680311" y="2054152"/>
                  </a:lnTo>
                  <a:close/>
                  <a:moveTo>
                    <a:pt x="1845674" y="2115103"/>
                  </a:moveTo>
                  <a:lnTo>
                    <a:pt x="1790225" y="2080201"/>
                  </a:lnTo>
                  <a:lnTo>
                    <a:pt x="1821616" y="2088610"/>
                  </a:lnTo>
                  <a:close/>
                  <a:moveTo>
                    <a:pt x="1608973" y="2016962"/>
                  </a:moveTo>
                  <a:lnTo>
                    <a:pt x="1736077" y="2063630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50186" y="2036745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90225" y="2080201"/>
                  </a:lnTo>
                  <a:lnTo>
                    <a:pt x="1750186" y="2036745"/>
                  </a:lnTo>
                  <a:close/>
                  <a:moveTo>
                    <a:pt x="1790225" y="2080201"/>
                  </a:moveTo>
                  <a:lnTo>
                    <a:pt x="1814664" y="2099177"/>
                  </a:lnTo>
                  <a:lnTo>
                    <a:pt x="1750186" y="2036745"/>
                  </a:lnTo>
                  <a:close/>
                  <a:moveTo>
                    <a:pt x="1617539" y="1934746"/>
                  </a:moveTo>
                  <a:lnTo>
                    <a:pt x="1658211" y="1971525"/>
                  </a:lnTo>
                  <a:lnTo>
                    <a:pt x="1643900" y="1896310"/>
                  </a:lnTo>
                  <a:close/>
                  <a:moveTo>
                    <a:pt x="803885" y="948165"/>
                  </a:moveTo>
                  <a:lnTo>
                    <a:pt x="825015" y="1030380"/>
                  </a:lnTo>
                  <a:lnTo>
                    <a:pt x="818884" y="923264"/>
                  </a:lnTo>
                  <a:close/>
                  <a:moveTo>
                    <a:pt x="780214" y="918104"/>
                  </a:moveTo>
                  <a:lnTo>
                    <a:pt x="803885" y="948165"/>
                  </a:lnTo>
                  <a:lnTo>
                    <a:pt x="818884" y="923264"/>
                  </a:lnTo>
                  <a:close/>
                  <a:moveTo>
                    <a:pt x="1955859" y="2106227"/>
                  </a:moveTo>
                  <a:lnTo>
                    <a:pt x="1981841" y="2130351"/>
                  </a:lnTo>
                  <a:lnTo>
                    <a:pt x="1895882" y="2087621"/>
                  </a:lnTo>
                  <a:close/>
                  <a:moveTo>
                    <a:pt x="1736556" y="1762964"/>
                  </a:moveTo>
                  <a:lnTo>
                    <a:pt x="1792237" y="1763562"/>
                  </a:lnTo>
                  <a:lnTo>
                    <a:pt x="1707076" y="1723818"/>
                  </a:lnTo>
                  <a:close/>
                  <a:moveTo>
                    <a:pt x="1736556" y="1762964"/>
                  </a:moveTo>
                  <a:lnTo>
                    <a:pt x="1803109" y="1769450"/>
                  </a:lnTo>
                  <a:lnTo>
                    <a:pt x="1792237" y="1763562"/>
                  </a:lnTo>
                  <a:close/>
                  <a:moveTo>
                    <a:pt x="1200201" y="855629"/>
                  </a:moveTo>
                  <a:lnTo>
                    <a:pt x="1313141" y="915071"/>
                  </a:lnTo>
                  <a:lnTo>
                    <a:pt x="1233360" y="852100"/>
                  </a:lnTo>
                  <a:close/>
                  <a:moveTo>
                    <a:pt x="1200201" y="855629"/>
                  </a:moveTo>
                  <a:lnTo>
                    <a:pt x="1305693" y="930549"/>
                  </a:lnTo>
                  <a:lnTo>
                    <a:pt x="1313141" y="915071"/>
                  </a:lnTo>
                  <a:close/>
                  <a:moveTo>
                    <a:pt x="1523969" y="1166121"/>
                  </a:moveTo>
                  <a:lnTo>
                    <a:pt x="1608572" y="1205495"/>
                  </a:lnTo>
                  <a:lnTo>
                    <a:pt x="1541510" y="1168251"/>
                  </a:lnTo>
                  <a:close/>
                  <a:moveTo>
                    <a:pt x="1585873" y="924044"/>
                  </a:moveTo>
                  <a:lnTo>
                    <a:pt x="1516523" y="838198"/>
                  </a:lnTo>
                  <a:lnTo>
                    <a:pt x="1491698" y="839923"/>
                  </a:lnTo>
                  <a:close/>
                  <a:moveTo>
                    <a:pt x="1255497" y="410306"/>
                  </a:moveTo>
                  <a:lnTo>
                    <a:pt x="1340203" y="388686"/>
                  </a:lnTo>
                  <a:lnTo>
                    <a:pt x="1265319" y="325982"/>
                  </a:lnTo>
                  <a:close/>
                  <a:moveTo>
                    <a:pt x="1272236" y="296605"/>
                  </a:moveTo>
                  <a:lnTo>
                    <a:pt x="1265319" y="325982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354332" y="164931"/>
                  </a:lnTo>
                  <a:lnTo>
                    <a:pt x="1319360" y="118701"/>
                  </a:lnTo>
                  <a:close/>
                  <a:moveTo>
                    <a:pt x="1275476" y="193879"/>
                  </a:moveTo>
                  <a:lnTo>
                    <a:pt x="1336329" y="185819"/>
                  </a:lnTo>
                  <a:lnTo>
                    <a:pt x="1319360" y="118701"/>
                  </a:lnTo>
                  <a:close/>
                  <a:moveTo>
                    <a:pt x="1237542" y="6926"/>
                  </a:moveTo>
                  <a:lnTo>
                    <a:pt x="1111461" y="29394"/>
                  </a:lnTo>
                  <a:lnTo>
                    <a:pt x="1161158" y="0"/>
                  </a:lnTo>
                  <a:close/>
                  <a:moveTo>
                    <a:pt x="1623887" y="492771"/>
                  </a:moveTo>
                  <a:lnTo>
                    <a:pt x="1670400" y="510684"/>
                  </a:lnTo>
                  <a:lnTo>
                    <a:pt x="1587773" y="480412"/>
                  </a:lnTo>
                  <a:close/>
                  <a:moveTo>
                    <a:pt x="1623887" y="492771"/>
                  </a:moveTo>
                  <a:lnTo>
                    <a:pt x="1682190" y="505964"/>
                  </a:lnTo>
                  <a:lnTo>
                    <a:pt x="1670400" y="510684"/>
                  </a:lnTo>
                  <a:close/>
                  <a:moveTo>
                    <a:pt x="1184182" y="7322"/>
                  </a:moveTo>
                  <a:lnTo>
                    <a:pt x="1249310" y="14967"/>
                  </a:lnTo>
                  <a:lnTo>
                    <a:pt x="1237542" y="692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52" name="Candidate_density__2071">
              <a:extLst>
                <a:ext uri="{FF2B5EF4-FFF2-40B4-BE49-F238E27FC236}">
                  <a16:creationId xmlns:a16="http://schemas.microsoft.com/office/drawing/2014/main" id="{BD4ADC99-0959-1419-2469-791F6385CC3A}"/>
                </a:ext>
              </a:extLst>
            </p:cNvPr>
            <p:cNvSpPr>
              <a:spLocks noGrp="1"/>
            </p:cNvSpPr>
            <p:nvPr/>
          </p:nvSpPr>
          <p:spPr>
            <a:xfrm>
              <a:off x="4301970" y="1513708"/>
              <a:ext cx="2395554" cy="3770623"/>
            </a:xfrm>
            <a:custGeom>
              <a:avLst/>
              <a:gdLst/>
              <a:ahLst/>
              <a:cxnLst/>
              <a:rect l="0" t="0" r="0" b="0"/>
              <a:pathLst>
                <a:path w="2395554" h="3770623">
                  <a:moveTo>
                    <a:pt x="362253" y="3486780"/>
                  </a:moveTo>
                  <a:lnTo>
                    <a:pt x="384889" y="3534727"/>
                  </a:lnTo>
                  <a:lnTo>
                    <a:pt x="312846" y="3517260"/>
                  </a:lnTo>
                  <a:close/>
                  <a:moveTo>
                    <a:pt x="654327" y="3742821"/>
                  </a:moveTo>
                  <a:lnTo>
                    <a:pt x="752389" y="3770623"/>
                  </a:lnTo>
                  <a:lnTo>
                    <a:pt x="773528" y="3694638"/>
                  </a:lnTo>
                  <a:close/>
                  <a:moveTo>
                    <a:pt x="654327" y="3742821"/>
                  </a:moveTo>
                  <a:lnTo>
                    <a:pt x="773528" y="3694638"/>
                  </a:lnTo>
                  <a:lnTo>
                    <a:pt x="700109" y="3698794"/>
                  </a:lnTo>
                  <a:close/>
                  <a:moveTo>
                    <a:pt x="783672" y="3645098"/>
                  </a:moveTo>
                  <a:lnTo>
                    <a:pt x="715829" y="3639662"/>
                  </a:lnTo>
                  <a:lnTo>
                    <a:pt x="700109" y="3698794"/>
                  </a:lnTo>
                  <a:close/>
                  <a:moveTo>
                    <a:pt x="715829" y="3639662"/>
                  </a:moveTo>
                  <a:lnTo>
                    <a:pt x="783672" y="3645098"/>
                  </a:lnTo>
                  <a:lnTo>
                    <a:pt x="676840" y="3571268"/>
                  </a:lnTo>
                  <a:close/>
                  <a:moveTo>
                    <a:pt x="151312" y="2312185"/>
                  </a:moveTo>
                  <a:lnTo>
                    <a:pt x="199981" y="2315286"/>
                  </a:lnTo>
                  <a:lnTo>
                    <a:pt x="215653" y="2356517"/>
                  </a:lnTo>
                  <a:close/>
                  <a:moveTo>
                    <a:pt x="32654" y="2229970"/>
                  </a:moveTo>
                  <a:lnTo>
                    <a:pt x="32700" y="2230007"/>
                  </a:lnTo>
                  <a:lnTo>
                    <a:pt x="32787" y="2230126"/>
                  </a:lnTo>
                  <a:close/>
                  <a:moveTo>
                    <a:pt x="32648" y="2229609"/>
                  </a:moveTo>
                  <a:lnTo>
                    <a:pt x="32700" y="2230007"/>
                  </a:lnTo>
                  <a:lnTo>
                    <a:pt x="32654" y="2229970"/>
                  </a:lnTo>
                  <a:close/>
                  <a:moveTo>
                    <a:pt x="128593" y="2309671"/>
                  </a:moveTo>
                  <a:lnTo>
                    <a:pt x="32787" y="2230126"/>
                  </a:lnTo>
                  <a:lnTo>
                    <a:pt x="32700" y="2230007"/>
                  </a:lnTo>
                  <a:close/>
                  <a:moveTo>
                    <a:pt x="32700" y="2230007"/>
                  </a:moveTo>
                  <a:lnTo>
                    <a:pt x="32648" y="2229609"/>
                  </a:lnTo>
                  <a:lnTo>
                    <a:pt x="53599" y="2173516"/>
                  </a:lnTo>
                  <a:close/>
                  <a:moveTo>
                    <a:pt x="215653" y="2356517"/>
                  </a:moveTo>
                  <a:lnTo>
                    <a:pt x="210125" y="2307039"/>
                  </a:lnTo>
                  <a:lnTo>
                    <a:pt x="151312" y="2312185"/>
                  </a:lnTo>
                  <a:close/>
                  <a:moveTo>
                    <a:pt x="151312" y="2312185"/>
                  </a:moveTo>
                  <a:lnTo>
                    <a:pt x="210125" y="2307039"/>
                  </a:lnTo>
                  <a:lnTo>
                    <a:pt x="237040" y="2221277"/>
                  </a:lnTo>
                  <a:close/>
                  <a:moveTo>
                    <a:pt x="32654" y="2229970"/>
                  </a:moveTo>
                  <a:lnTo>
                    <a:pt x="45463" y="2119538"/>
                  </a:lnTo>
                  <a:lnTo>
                    <a:pt x="32648" y="2229609"/>
                  </a:lnTo>
                  <a:close/>
                  <a:moveTo>
                    <a:pt x="51382" y="2027103"/>
                  </a:moveTo>
                  <a:lnTo>
                    <a:pt x="0" y="1956314"/>
                  </a:lnTo>
                  <a:lnTo>
                    <a:pt x="12942" y="1983324"/>
                  </a:lnTo>
                  <a:close/>
                  <a:moveTo>
                    <a:pt x="51382" y="2027103"/>
                  </a:moveTo>
                  <a:lnTo>
                    <a:pt x="12942" y="1983324"/>
                  </a:lnTo>
                  <a:lnTo>
                    <a:pt x="34181" y="2065539"/>
                  </a:lnTo>
                  <a:close/>
                  <a:moveTo>
                    <a:pt x="801465" y="2929988"/>
                  </a:moveTo>
                  <a:lnTo>
                    <a:pt x="898690" y="2911538"/>
                  </a:lnTo>
                  <a:lnTo>
                    <a:pt x="881589" y="2825349"/>
                  </a:lnTo>
                  <a:close/>
                  <a:moveTo>
                    <a:pt x="801465" y="2929988"/>
                  </a:moveTo>
                  <a:lnTo>
                    <a:pt x="881589" y="2825349"/>
                  </a:lnTo>
                  <a:lnTo>
                    <a:pt x="822442" y="2812842"/>
                  </a:lnTo>
                  <a:close/>
                  <a:moveTo>
                    <a:pt x="881589" y="2825349"/>
                  </a:moveTo>
                  <a:lnTo>
                    <a:pt x="898690" y="2911538"/>
                  </a:lnTo>
                  <a:lnTo>
                    <a:pt x="907804" y="2931469"/>
                  </a:lnTo>
                  <a:close/>
                  <a:moveTo>
                    <a:pt x="881589" y="2825349"/>
                  </a:moveTo>
                  <a:lnTo>
                    <a:pt x="836366" y="2762022"/>
                  </a:lnTo>
                  <a:lnTo>
                    <a:pt x="822442" y="2812842"/>
                  </a:lnTo>
                  <a:close/>
                  <a:moveTo>
                    <a:pt x="224986" y="2094773"/>
                  </a:moveTo>
                  <a:lnTo>
                    <a:pt x="222300" y="2070882"/>
                  </a:lnTo>
                  <a:lnTo>
                    <a:pt x="256010" y="2153097"/>
                  </a:lnTo>
                  <a:close/>
                  <a:moveTo>
                    <a:pt x="152854" y="1992731"/>
                  </a:moveTo>
                  <a:lnTo>
                    <a:pt x="51382" y="2027103"/>
                  </a:lnTo>
                  <a:lnTo>
                    <a:pt x="47202" y="2068820"/>
                  </a:lnTo>
                  <a:close/>
                  <a:moveTo>
                    <a:pt x="152854" y="1992731"/>
                  </a:moveTo>
                  <a:lnTo>
                    <a:pt x="224986" y="2094773"/>
                  </a:lnTo>
                  <a:lnTo>
                    <a:pt x="221900" y="1997190"/>
                  </a:lnTo>
                  <a:close/>
                  <a:moveTo>
                    <a:pt x="31293" y="2009339"/>
                  </a:moveTo>
                  <a:lnTo>
                    <a:pt x="51382" y="2027103"/>
                  </a:lnTo>
                  <a:lnTo>
                    <a:pt x="157310" y="1986634"/>
                  </a:lnTo>
                  <a:close/>
                  <a:moveTo>
                    <a:pt x="1417578" y="2898375"/>
                  </a:moveTo>
                  <a:lnTo>
                    <a:pt x="1542635" y="2942153"/>
                  </a:lnTo>
                  <a:lnTo>
                    <a:pt x="1514947" y="2859938"/>
                  </a:lnTo>
                  <a:close/>
                  <a:moveTo>
                    <a:pt x="1241567" y="2733945"/>
                  </a:moveTo>
                  <a:lnTo>
                    <a:pt x="1308261" y="2794211"/>
                  </a:lnTo>
                  <a:lnTo>
                    <a:pt x="1255139" y="2703435"/>
                  </a:lnTo>
                  <a:close/>
                  <a:moveTo>
                    <a:pt x="1255139" y="2703435"/>
                  </a:moveTo>
                  <a:lnTo>
                    <a:pt x="1308261" y="2794211"/>
                  </a:lnTo>
                  <a:lnTo>
                    <a:pt x="1328722" y="2804298"/>
                  </a:lnTo>
                  <a:close/>
                  <a:moveTo>
                    <a:pt x="683876" y="1873357"/>
                  </a:moveTo>
                  <a:lnTo>
                    <a:pt x="688267" y="1994009"/>
                  </a:lnTo>
                  <a:lnTo>
                    <a:pt x="695694" y="1955572"/>
                  </a:lnTo>
                  <a:close/>
                  <a:moveTo>
                    <a:pt x="1802590" y="3097388"/>
                  </a:moveTo>
                  <a:lnTo>
                    <a:pt x="1772501" y="3086251"/>
                  </a:lnTo>
                  <a:lnTo>
                    <a:pt x="1827870" y="3128449"/>
                  </a:lnTo>
                  <a:close/>
                  <a:moveTo>
                    <a:pt x="1891042" y="3149439"/>
                  </a:moveTo>
                  <a:lnTo>
                    <a:pt x="1802590" y="3097388"/>
                  </a:lnTo>
                  <a:lnTo>
                    <a:pt x="1827870" y="3128449"/>
                  </a:lnTo>
                  <a:close/>
                  <a:moveTo>
                    <a:pt x="992869" y="2094826"/>
                  </a:moveTo>
                  <a:lnTo>
                    <a:pt x="957834" y="2081565"/>
                  </a:lnTo>
                  <a:lnTo>
                    <a:pt x="1018570" y="2163781"/>
                  </a:lnTo>
                  <a:close/>
                  <a:moveTo>
                    <a:pt x="695694" y="1955572"/>
                  </a:moveTo>
                  <a:lnTo>
                    <a:pt x="695035" y="1955001"/>
                  </a:lnTo>
                  <a:lnTo>
                    <a:pt x="688783" y="1859991"/>
                  </a:lnTo>
                  <a:close/>
                  <a:moveTo>
                    <a:pt x="543062" y="1708927"/>
                  </a:moveTo>
                  <a:lnTo>
                    <a:pt x="504107" y="1688761"/>
                  </a:lnTo>
                  <a:lnTo>
                    <a:pt x="502614" y="1791142"/>
                  </a:lnTo>
                  <a:close/>
                  <a:moveTo>
                    <a:pt x="490172" y="1599996"/>
                  </a:moveTo>
                  <a:lnTo>
                    <a:pt x="504107" y="1688761"/>
                  </a:lnTo>
                  <a:lnTo>
                    <a:pt x="552519" y="1704018"/>
                  </a:lnTo>
                  <a:close/>
                  <a:moveTo>
                    <a:pt x="564884" y="1670490"/>
                  </a:moveTo>
                  <a:lnTo>
                    <a:pt x="526336" y="1588275"/>
                  </a:lnTo>
                  <a:lnTo>
                    <a:pt x="552519" y="1704018"/>
                  </a:lnTo>
                  <a:close/>
                  <a:moveTo>
                    <a:pt x="1767795" y="3068147"/>
                  </a:moveTo>
                  <a:lnTo>
                    <a:pt x="1772501" y="3086251"/>
                  </a:lnTo>
                  <a:lnTo>
                    <a:pt x="1802590" y="3097388"/>
                  </a:lnTo>
                  <a:close/>
                  <a:moveTo>
                    <a:pt x="1772501" y="3086251"/>
                  </a:moveTo>
                  <a:lnTo>
                    <a:pt x="1767795" y="3068147"/>
                  </a:lnTo>
                  <a:lnTo>
                    <a:pt x="1680052" y="3000726"/>
                  </a:lnTo>
                  <a:close/>
                  <a:moveTo>
                    <a:pt x="195403" y="1017810"/>
                  </a:moveTo>
                  <a:lnTo>
                    <a:pt x="271882" y="1094984"/>
                  </a:lnTo>
                  <a:lnTo>
                    <a:pt x="208034" y="1036817"/>
                  </a:lnTo>
                  <a:close/>
                  <a:moveTo>
                    <a:pt x="178631" y="1012769"/>
                  </a:moveTo>
                  <a:lnTo>
                    <a:pt x="195403" y="1017810"/>
                  </a:lnTo>
                  <a:lnTo>
                    <a:pt x="208034" y="1036817"/>
                  </a:lnTo>
                  <a:close/>
                  <a:moveTo>
                    <a:pt x="189640" y="968044"/>
                  </a:moveTo>
                  <a:lnTo>
                    <a:pt x="195403" y="1017810"/>
                  </a:lnTo>
                  <a:lnTo>
                    <a:pt x="178631" y="1012769"/>
                  </a:lnTo>
                  <a:close/>
                  <a:moveTo>
                    <a:pt x="1968412" y="3048163"/>
                  </a:moveTo>
                  <a:lnTo>
                    <a:pt x="1910752" y="3034447"/>
                  </a:lnTo>
                  <a:lnTo>
                    <a:pt x="1994849" y="3126762"/>
                  </a:lnTo>
                  <a:close/>
                  <a:moveTo>
                    <a:pt x="1802590" y="3097388"/>
                  </a:moveTo>
                  <a:lnTo>
                    <a:pt x="1828713" y="3040551"/>
                  </a:lnTo>
                  <a:lnTo>
                    <a:pt x="1767795" y="3068147"/>
                  </a:lnTo>
                  <a:close/>
                  <a:moveTo>
                    <a:pt x="1910752" y="3034447"/>
                  </a:moveTo>
                  <a:lnTo>
                    <a:pt x="1802590" y="3097388"/>
                  </a:lnTo>
                  <a:lnTo>
                    <a:pt x="1891042" y="3149439"/>
                  </a:lnTo>
                  <a:close/>
                  <a:moveTo>
                    <a:pt x="1910752" y="3034447"/>
                  </a:moveTo>
                  <a:lnTo>
                    <a:pt x="1828713" y="3040551"/>
                  </a:lnTo>
                  <a:lnTo>
                    <a:pt x="1802590" y="3097388"/>
                  </a:lnTo>
                  <a:close/>
                  <a:moveTo>
                    <a:pt x="1347835" y="2388391"/>
                  </a:moveTo>
                  <a:lnTo>
                    <a:pt x="1384679" y="2492642"/>
                  </a:lnTo>
                  <a:lnTo>
                    <a:pt x="1455663" y="2421059"/>
                  </a:lnTo>
                  <a:close/>
                  <a:moveTo>
                    <a:pt x="1015351" y="1878699"/>
                  </a:moveTo>
                  <a:lnTo>
                    <a:pt x="1002717" y="1917136"/>
                  </a:lnTo>
                  <a:lnTo>
                    <a:pt x="1088260" y="1960914"/>
                  </a:lnTo>
                  <a:close/>
                  <a:moveTo>
                    <a:pt x="1015351" y="1878699"/>
                  </a:moveTo>
                  <a:lnTo>
                    <a:pt x="1010085" y="1869745"/>
                  </a:lnTo>
                  <a:lnTo>
                    <a:pt x="971104" y="1812244"/>
                  </a:lnTo>
                  <a:close/>
                  <a:moveTo>
                    <a:pt x="604835" y="1567370"/>
                  </a:moveTo>
                  <a:lnTo>
                    <a:pt x="653149" y="1586398"/>
                  </a:lnTo>
                  <a:lnTo>
                    <a:pt x="559410" y="1514580"/>
                  </a:lnTo>
                  <a:close/>
                  <a:moveTo>
                    <a:pt x="655179" y="1587034"/>
                  </a:moveTo>
                  <a:lnTo>
                    <a:pt x="604835" y="1567370"/>
                  </a:lnTo>
                  <a:lnTo>
                    <a:pt x="709494" y="1581857"/>
                  </a:lnTo>
                  <a:close/>
                  <a:moveTo>
                    <a:pt x="280425" y="1056548"/>
                  </a:moveTo>
                  <a:lnTo>
                    <a:pt x="271882" y="1094984"/>
                  </a:lnTo>
                  <a:lnTo>
                    <a:pt x="328778" y="1138763"/>
                  </a:lnTo>
                  <a:close/>
                  <a:moveTo>
                    <a:pt x="208034" y="1036817"/>
                  </a:moveTo>
                  <a:lnTo>
                    <a:pt x="247987" y="975060"/>
                  </a:lnTo>
                  <a:lnTo>
                    <a:pt x="178631" y="1012769"/>
                  </a:lnTo>
                  <a:close/>
                  <a:moveTo>
                    <a:pt x="1735519" y="2615856"/>
                  </a:moveTo>
                  <a:lnTo>
                    <a:pt x="1735700" y="2632094"/>
                  </a:lnTo>
                  <a:lnTo>
                    <a:pt x="1688516" y="2593475"/>
                  </a:lnTo>
                  <a:close/>
                  <a:moveTo>
                    <a:pt x="1688516" y="2593475"/>
                  </a:moveTo>
                  <a:lnTo>
                    <a:pt x="1735700" y="2632094"/>
                  </a:lnTo>
                  <a:lnTo>
                    <a:pt x="1752534" y="2662414"/>
                  </a:lnTo>
                  <a:close/>
                  <a:moveTo>
                    <a:pt x="1752534" y="2662414"/>
                  </a:moveTo>
                  <a:lnTo>
                    <a:pt x="1735700" y="2632094"/>
                  </a:lnTo>
                  <a:lnTo>
                    <a:pt x="1733619" y="2700851"/>
                  </a:lnTo>
                  <a:close/>
                  <a:moveTo>
                    <a:pt x="1592303" y="2415769"/>
                  </a:moveTo>
                  <a:lnTo>
                    <a:pt x="1554199" y="2454205"/>
                  </a:lnTo>
                  <a:lnTo>
                    <a:pt x="1613763" y="2497984"/>
                  </a:lnTo>
                  <a:close/>
                  <a:moveTo>
                    <a:pt x="1171604" y="2043129"/>
                  </a:moveTo>
                  <a:lnTo>
                    <a:pt x="1211391" y="2065079"/>
                  </a:lnTo>
                  <a:lnTo>
                    <a:pt x="1205646" y="2004693"/>
                  </a:lnTo>
                  <a:close/>
                  <a:moveTo>
                    <a:pt x="1066673" y="1866114"/>
                  </a:moveTo>
                  <a:lnTo>
                    <a:pt x="1129400" y="1944329"/>
                  </a:lnTo>
                  <a:lnTo>
                    <a:pt x="1136083" y="1846970"/>
                  </a:lnTo>
                  <a:close/>
                  <a:moveTo>
                    <a:pt x="1020412" y="1872251"/>
                  </a:moveTo>
                  <a:lnTo>
                    <a:pt x="1015351" y="1878699"/>
                  </a:lnTo>
                  <a:lnTo>
                    <a:pt x="1066673" y="1866114"/>
                  </a:lnTo>
                  <a:close/>
                  <a:moveTo>
                    <a:pt x="1141025" y="1840263"/>
                  </a:moveTo>
                  <a:lnTo>
                    <a:pt x="1136083" y="1846970"/>
                  </a:lnTo>
                  <a:lnTo>
                    <a:pt x="1199676" y="1847696"/>
                  </a:lnTo>
                  <a:close/>
                  <a:moveTo>
                    <a:pt x="1235665" y="1922478"/>
                  </a:moveTo>
                  <a:lnTo>
                    <a:pt x="1280382" y="1942768"/>
                  </a:lnTo>
                  <a:lnTo>
                    <a:pt x="1199676" y="1847696"/>
                  </a:lnTo>
                  <a:close/>
                  <a:moveTo>
                    <a:pt x="1010085" y="1869745"/>
                  </a:moveTo>
                  <a:lnTo>
                    <a:pt x="1015351" y="1878699"/>
                  </a:lnTo>
                  <a:lnTo>
                    <a:pt x="1020412" y="1872251"/>
                  </a:lnTo>
                  <a:close/>
                  <a:moveTo>
                    <a:pt x="1141025" y="1840263"/>
                  </a:moveTo>
                  <a:lnTo>
                    <a:pt x="1199676" y="1847696"/>
                  </a:lnTo>
                  <a:lnTo>
                    <a:pt x="1197923" y="1799522"/>
                  </a:lnTo>
                  <a:close/>
                  <a:moveTo>
                    <a:pt x="956589" y="1796484"/>
                  </a:moveTo>
                  <a:lnTo>
                    <a:pt x="1020412" y="1872251"/>
                  </a:lnTo>
                  <a:lnTo>
                    <a:pt x="946853" y="1771368"/>
                  </a:lnTo>
                  <a:close/>
                  <a:moveTo>
                    <a:pt x="1010085" y="1869745"/>
                  </a:moveTo>
                  <a:lnTo>
                    <a:pt x="1020412" y="1872251"/>
                  </a:lnTo>
                  <a:lnTo>
                    <a:pt x="956589" y="1796484"/>
                  </a:lnTo>
                  <a:close/>
                  <a:moveTo>
                    <a:pt x="766020" y="1346973"/>
                  </a:moveTo>
                  <a:lnTo>
                    <a:pt x="726101" y="1365293"/>
                  </a:lnTo>
                  <a:lnTo>
                    <a:pt x="765942" y="1357393"/>
                  </a:lnTo>
                  <a:close/>
                  <a:moveTo>
                    <a:pt x="249360" y="974333"/>
                  </a:moveTo>
                  <a:lnTo>
                    <a:pt x="387804" y="999881"/>
                  </a:lnTo>
                  <a:lnTo>
                    <a:pt x="335013" y="964901"/>
                  </a:lnTo>
                  <a:close/>
                  <a:moveTo>
                    <a:pt x="861857" y="1379000"/>
                  </a:moveTo>
                  <a:lnTo>
                    <a:pt x="780585" y="1353797"/>
                  </a:lnTo>
                  <a:lnTo>
                    <a:pt x="765942" y="1357393"/>
                  </a:lnTo>
                  <a:close/>
                  <a:moveTo>
                    <a:pt x="2329149" y="3036758"/>
                  </a:moveTo>
                  <a:lnTo>
                    <a:pt x="2392975" y="3045461"/>
                  </a:lnTo>
                  <a:lnTo>
                    <a:pt x="2330705" y="3033028"/>
                  </a:lnTo>
                  <a:close/>
                  <a:moveTo>
                    <a:pt x="2109856" y="2793578"/>
                  </a:moveTo>
                  <a:lnTo>
                    <a:pt x="2158532" y="2883164"/>
                  </a:lnTo>
                  <a:lnTo>
                    <a:pt x="2175862" y="2870623"/>
                  </a:lnTo>
                  <a:close/>
                  <a:moveTo>
                    <a:pt x="2175862" y="2870623"/>
                  </a:moveTo>
                  <a:lnTo>
                    <a:pt x="2119203" y="2799570"/>
                  </a:lnTo>
                  <a:lnTo>
                    <a:pt x="2109856" y="2793578"/>
                  </a:lnTo>
                  <a:close/>
                  <a:moveTo>
                    <a:pt x="1691741" y="2333554"/>
                  </a:moveTo>
                  <a:lnTo>
                    <a:pt x="1671768" y="2306815"/>
                  </a:lnTo>
                  <a:lnTo>
                    <a:pt x="1737428" y="2377332"/>
                  </a:lnTo>
                  <a:close/>
                  <a:moveTo>
                    <a:pt x="1574572" y="2251338"/>
                  </a:moveTo>
                  <a:lnTo>
                    <a:pt x="1651952" y="2222833"/>
                  </a:lnTo>
                  <a:lnTo>
                    <a:pt x="1662397" y="2206282"/>
                  </a:lnTo>
                  <a:close/>
                  <a:moveTo>
                    <a:pt x="1136083" y="1846970"/>
                  </a:moveTo>
                  <a:lnTo>
                    <a:pt x="1141025" y="1840263"/>
                  </a:lnTo>
                  <a:lnTo>
                    <a:pt x="1135651" y="1839156"/>
                  </a:lnTo>
                  <a:close/>
                  <a:moveTo>
                    <a:pt x="1135651" y="1839156"/>
                  </a:moveTo>
                  <a:lnTo>
                    <a:pt x="1066673" y="1866114"/>
                  </a:lnTo>
                  <a:lnTo>
                    <a:pt x="1136083" y="1846970"/>
                  </a:lnTo>
                  <a:close/>
                  <a:moveTo>
                    <a:pt x="2228606" y="2929954"/>
                  </a:moveTo>
                  <a:lnTo>
                    <a:pt x="2339829" y="2927983"/>
                  </a:lnTo>
                  <a:lnTo>
                    <a:pt x="2336070" y="2837885"/>
                  </a:lnTo>
                  <a:close/>
                  <a:moveTo>
                    <a:pt x="2228606" y="2929954"/>
                  </a:moveTo>
                  <a:lnTo>
                    <a:pt x="2336070" y="2837885"/>
                  </a:lnTo>
                  <a:lnTo>
                    <a:pt x="2274837" y="2887602"/>
                  </a:lnTo>
                  <a:close/>
                  <a:moveTo>
                    <a:pt x="2395554" y="2943272"/>
                  </a:moveTo>
                  <a:lnTo>
                    <a:pt x="2339829" y="2927983"/>
                  </a:lnTo>
                  <a:lnTo>
                    <a:pt x="2330705" y="3033028"/>
                  </a:lnTo>
                  <a:close/>
                  <a:moveTo>
                    <a:pt x="2175862" y="2870623"/>
                  </a:moveTo>
                  <a:lnTo>
                    <a:pt x="2224353" y="2832186"/>
                  </a:lnTo>
                  <a:lnTo>
                    <a:pt x="2119203" y="2799570"/>
                  </a:lnTo>
                  <a:close/>
                  <a:moveTo>
                    <a:pt x="1803871" y="2241371"/>
                  </a:moveTo>
                  <a:lnTo>
                    <a:pt x="1741863" y="2210329"/>
                  </a:lnTo>
                  <a:lnTo>
                    <a:pt x="1812499" y="2256680"/>
                  </a:lnTo>
                  <a:close/>
                  <a:moveTo>
                    <a:pt x="1812499" y="2256680"/>
                  </a:moveTo>
                  <a:lnTo>
                    <a:pt x="1741863" y="2210329"/>
                  </a:lnTo>
                  <a:lnTo>
                    <a:pt x="1740361" y="2212902"/>
                  </a:lnTo>
                  <a:close/>
                  <a:moveTo>
                    <a:pt x="1812499" y="2256680"/>
                  </a:moveTo>
                  <a:lnTo>
                    <a:pt x="1740361" y="2212902"/>
                  </a:lnTo>
                  <a:lnTo>
                    <a:pt x="1786843" y="2295117"/>
                  </a:lnTo>
                  <a:close/>
                  <a:moveTo>
                    <a:pt x="1294244" y="1631222"/>
                  </a:moveTo>
                  <a:lnTo>
                    <a:pt x="1212941" y="1636727"/>
                  </a:lnTo>
                  <a:lnTo>
                    <a:pt x="1212630" y="1639305"/>
                  </a:lnTo>
                  <a:close/>
                  <a:moveTo>
                    <a:pt x="2336887" y="2830283"/>
                  </a:moveTo>
                  <a:lnTo>
                    <a:pt x="2283522" y="2813076"/>
                  </a:lnTo>
                  <a:lnTo>
                    <a:pt x="2274837" y="2887602"/>
                  </a:lnTo>
                  <a:close/>
                  <a:moveTo>
                    <a:pt x="2283522" y="2813076"/>
                  </a:moveTo>
                  <a:lnTo>
                    <a:pt x="2336887" y="2830283"/>
                  </a:lnTo>
                  <a:lnTo>
                    <a:pt x="2329012" y="2736593"/>
                  </a:lnTo>
                  <a:close/>
                  <a:moveTo>
                    <a:pt x="2283522" y="2813076"/>
                  </a:moveTo>
                  <a:lnTo>
                    <a:pt x="2329012" y="2736593"/>
                  </a:lnTo>
                  <a:lnTo>
                    <a:pt x="2265308" y="2727792"/>
                  </a:lnTo>
                  <a:close/>
                  <a:moveTo>
                    <a:pt x="1992519" y="2327919"/>
                  </a:moveTo>
                  <a:lnTo>
                    <a:pt x="1964562" y="2338896"/>
                  </a:lnTo>
                  <a:lnTo>
                    <a:pt x="1983921" y="2357229"/>
                  </a:lnTo>
                  <a:close/>
                  <a:moveTo>
                    <a:pt x="1992519" y="2327919"/>
                  </a:moveTo>
                  <a:lnTo>
                    <a:pt x="1983921" y="2357229"/>
                  </a:lnTo>
                  <a:lnTo>
                    <a:pt x="2029065" y="2338896"/>
                  </a:lnTo>
                  <a:close/>
                  <a:moveTo>
                    <a:pt x="1728685" y="2160451"/>
                  </a:moveTo>
                  <a:lnTo>
                    <a:pt x="1818720" y="2081683"/>
                  </a:lnTo>
                  <a:lnTo>
                    <a:pt x="1787329" y="2073274"/>
                  </a:lnTo>
                  <a:close/>
                  <a:moveTo>
                    <a:pt x="1641004" y="1889384"/>
                  </a:moveTo>
                  <a:lnTo>
                    <a:pt x="1655315" y="1964598"/>
                  </a:lnTo>
                  <a:lnTo>
                    <a:pt x="1701249" y="1921139"/>
                  </a:lnTo>
                  <a:close/>
                  <a:moveTo>
                    <a:pt x="1655315" y="1964598"/>
                  </a:moveTo>
                  <a:lnTo>
                    <a:pt x="1736245" y="1988526"/>
                  </a:lnTo>
                  <a:lnTo>
                    <a:pt x="1779704" y="1935811"/>
                  </a:lnTo>
                  <a:close/>
                  <a:moveTo>
                    <a:pt x="1952963" y="2099301"/>
                  </a:moveTo>
                  <a:lnTo>
                    <a:pt x="1990280" y="2129554"/>
                  </a:lnTo>
                  <a:lnTo>
                    <a:pt x="1978945" y="2123425"/>
                  </a:lnTo>
                  <a:close/>
                  <a:moveTo>
                    <a:pt x="1990280" y="2129554"/>
                  </a:moveTo>
                  <a:lnTo>
                    <a:pt x="1952963" y="2099301"/>
                  </a:lnTo>
                  <a:lnTo>
                    <a:pt x="2049641" y="2172543"/>
                  </a:lnTo>
                  <a:close/>
                  <a:moveTo>
                    <a:pt x="1990280" y="2129554"/>
                  </a:moveTo>
                  <a:lnTo>
                    <a:pt x="2002664" y="2136029"/>
                  </a:lnTo>
                  <a:lnTo>
                    <a:pt x="1978945" y="2123425"/>
                  </a:lnTo>
                  <a:close/>
                  <a:moveTo>
                    <a:pt x="1538613" y="1161324"/>
                  </a:moveTo>
                  <a:lnTo>
                    <a:pt x="1595883" y="1237005"/>
                  </a:lnTo>
                  <a:lnTo>
                    <a:pt x="1535254" y="1156100"/>
                  </a:lnTo>
                  <a:close/>
                  <a:moveTo>
                    <a:pt x="1295119" y="990360"/>
                  </a:moveTo>
                  <a:lnTo>
                    <a:pt x="1310245" y="908145"/>
                  </a:lnTo>
                  <a:lnTo>
                    <a:pt x="1302797" y="923623"/>
                  </a:lnTo>
                  <a:close/>
                  <a:moveTo>
                    <a:pt x="1190747" y="825929"/>
                  </a:moveTo>
                  <a:lnTo>
                    <a:pt x="1197305" y="848702"/>
                  </a:lnTo>
                  <a:lnTo>
                    <a:pt x="1230463" y="845174"/>
                  </a:lnTo>
                  <a:close/>
                  <a:moveTo>
                    <a:pt x="1190747" y="825929"/>
                  </a:moveTo>
                  <a:lnTo>
                    <a:pt x="1186606" y="757307"/>
                  </a:lnTo>
                  <a:lnTo>
                    <a:pt x="1197305" y="848702"/>
                  </a:lnTo>
                  <a:close/>
                  <a:moveTo>
                    <a:pt x="1538613" y="1161324"/>
                  </a:moveTo>
                  <a:lnTo>
                    <a:pt x="1605676" y="1198568"/>
                  </a:lnTo>
                  <a:lnTo>
                    <a:pt x="1605353" y="1199203"/>
                  </a:lnTo>
                  <a:close/>
                  <a:moveTo>
                    <a:pt x="1310245" y="908145"/>
                  </a:moveTo>
                  <a:lnTo>
                    <a:pt x="1297725" y="869708"/>
                  </a:lnTo>
                  <a:lnTo>
                    <a:pt x="1230463" y="845174"/>
                  </a:lnTo>
                  <a:close/>
                  <a:moveTo>
                    <a:pt x="1577404" y="875951"/>
                  </a:moveTo>
                  <a:lnTo>
                    <a:pt x="1513626" y="831271"/>
                  </a:lnTo>
                  <a:lnTo>
                    <a:pt x="1582977" y="917118"/>
                  </a:lnTo>
                  <a:close/>
                  <a:moveTo>
                    <a:pt x="1513626" y="831271"/>
                  </a:moveTo>
                  <a:lnTo>
                    <a:pt x="1577404" y="875951"/>
                  </a:lnTo>
                  <a:lnTo>
                    <a:pt x="1572410" y="825616"/>
                  </a:lnTo>
                  <a:close/>
                  <a:moveTo>
                    <a:pt x="1600111" y="745646"/>
                  </a:moveTo>
                  <a:lnTo>
                    <a:pt x="1513626" y="831271"/>
                  </a:lnTo>
                  <a:lnTo>
                    <a:pt x="1572410" y="825616"/>
                  </a:lnTo>
                  <a:close/>
                  <a:moveTo>
                    <a:pt x="1252600" y="403380"/>
                  </a:moveTo>
                  <a:lnTo>
                    <a:pt x="1240132" y="502411"/>
                  </a:lnTo>
                  <a:lnTo>
                    <a:pt x="1266450" y="492211"/>
                  </a:lnTo>
                  <a:close/>
                  <a:moveTo>
                    <a:pt x="1294205" y="96677"/>
                  </a:moveTo>
                  <a:lnTo>
                    <a:pt x="1272131" y="140153"/>
                  </a:lnTo>
                  <a:lnTo>
                    <a:pt x="1316463" y="111774"/>
                  </a:lnTo>
                  <a:close/>
                  <a:moveTo>
                    <a:pt x="1316463" y="111774"/>
                  </a:moveTo>
                  <a:lnTo>
                    <a:pt x="1272131" y="140153"/>
                  </a:lnTo>
                  <a:lnTo>
                    <a:pt x="1272579" y="186952"/>
                  </a:lnTo>
                  <a:close/>
                  <a:moveTo>
                    <a:pt x="1246413" y="8040"/>
                  </a:moveTo>
                  <a:lnTo>
                    <a:pt x="1294205" y="96677"/>
                  </a:lnTo>
                  <a:lnTo>
                    <a:pt x="1250078" y="14463"/>
                  </a:lnTo>
                  <a:close/>
                  <a:moveTo>
                    <a:pt x="1246413" y="8040"/>
                  </a:moveTo>
                  <a:lnTo>
                    <a:pt x="1291349" y="71600"/>
                  </a:lnTo>
                  <a:lnTo>
                    <a:pt x="1294205" y="96677"/>
                  </a:lnTo>
                  <a:close/>
                  <a:moveTo>
                    <a:pt x="1246413" y="8040"/>
                  </a:moveTo>
                  <a:lnTo>
                    <a:pt x="1250078" y="14463"/>
                  </a:lnTo>
                  <a:lnTo>
                    <a:pt x="123464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53" name="Candidate_density__2072">
              <a:extLst>
                <a:ext uri="{FF2B5EF4-FFF2-40B4-BE49-F238E27FC236}">
                  <a16:creationId xmlns:a16="http://schemas.microsoft.com/office/drawing/2014/main" id="{02EB61D9-EB8D-FF48-2619-019E966A6919}"/>
                </a:ext>
              </a:extLst>
            </p:cNvPr>
            <p:cNvSpPr>
              <a:spLocks noGrp="1"/>
            </p:cNvSpPr>
            <p:nvPr/>
          </p:nvSpPr>
          <p:spPr>
            <a:xfrm>
              <a:off x="4388839" y="1506782"/>
              <a:ext cx="1611866" cy="3449771"/>
            </a:xfrm>
            <a:custGeom>
              <a:avLst/>
              <a:gdLst/>
              <a:ahLst/>
              <a:cxnLst/>
              <a:rect l="0" t="0" r="0" b="0"/>
              <a:pathLst>
                <a:path w="1611866" h="3449771">
                  <a:moveTo>
                    <a:pt x="112237" y="3333444"/>
                  </a:moveTo>
                  <a:lnTo>
                    <a:pt x="210132" y="3377223"/>
                  </a:lnTo>
                  <a:lnTo>
                    <a:pt x="152857" y="3295008"/>
                  </a:lnTo>
                  <a:close/>
                  <a:moveTo>
                    <a:pt x="279927" y="3338787"/>
                  </a:moveTo>
                  <a:lnTo>
                    <a:pt x="210132" y="3377223"/>
                  </a:lnTo>
                  <a:lnTo>
                    <a:pt x="263633" y="3449771"/>
                  </a:lnTo>
                  <a:close/>
                  <a:moveTo>
                    <a:pt x="449904" y="3097484"/>
                  </a:moveTo>
                  <a:lnTo>
                    <a:pt x="481622" y="3061875"/>
                  </a:lnTo>
                  <a:lnTo>
                    <a:pt x="387656" y="3121027"/>
                  </a:lnTo>
                  <a:close/>
                  <a:moveTo>
                    <a:pt x="387656" y="3121027"/>
                  </a:moveTo>
                  <a:lnTo>
                    <a:pt x="481622" y="3061875"/>
                  </a:lnTo>
                  <a:lnTo>
                    <a:pt x="441014" y="3038148"/>
                  </a:lnTo>
                  <a:close/>
                  <a:moveTo>
                    <a:pt x="425535" y="2850548"/>
                  </a:moveTo>
                  <a:lnTo>
                    <a:pt x="417764" y="2886575"/>
                  </a:lnTo>
                  <a:lnTo>
                    <a:pt x="427079" y="2812402"/>
                  </a:lnTo>
                  <a:close/>
                  <a:moveTo>
                    <a:pt x="415919" y="2897866"/>
                  </a:moveTo>
                  <a:lnTo>
                    <a:pt x="417764" y="2886575"/>
                  </a:lnTo>
                  <a:lnTo>
                    <a:pt x="425535" y="2850548"/>
                  </a:lnTo>
                  <a:close/>
                  <a:moveTo>
                    <a:pt x="462824" y="2776389"/>
                  </a:moveTo>
                  <a:lnTo>
                    <a:pt x="425535" y="2850548"/>
                  </a:lnTo>
                  <a:lnTo>
                    <a:pt x="427079" y="2812402"/>
                  </a:lnTo>
                  <a:close/>
                  <a:moveTo>
                    <a:pt x="582987" y="2731795"/>
                  </a:moveTo>
                  <a:lnTo>
                    <a:pt x="534507" y="2765741"/>
                  </a:lnTo>
                  <a:lnTo>
                    <a:pt x="462824" y="2776389"/>
                  </a:lnTo>
                  <a:close/>
                  <a:moveTo>
                    <a:pt x="582987" y="2731795"/>
                  </a:moveTo>
                  <a:lnTo>
                    <a:pt x="462824" y="2776389"/>
                  </a:lnTo>
                  <a:lnTo>
                    <a:pt x="517500" y="2765611"/>
                  </a:lnTo>
                  <a:close/>
                  <a:moveTo>
                    <a:pt x="140870" y="2408632"/>
                  </a:moveTo>
                  <a:lnTo>
                    <a:pt x="194033" y="2392194"/>
                  </a:lnTo>
                  <a:lnTo>
                    <a:pt x="152876" y="2401326"/>
                  </a:lnTo>
                  <a:close/>
                  <a:moveTo>
                    <a:pt x="194033" y="2392194"/>
                  </a:moveTo>
                  <a:lnTo>
                    <a:pt x="214320" y="2362890"/>
                  </a:lnTo>
                  <a:lnTo>
                    <a:pt x="152876" y="2401326"/>
                  </a:lnTo>
                  <a:close/>
                  <a:moveTo>
                    <a:pt x="123257" y="2313966"/>
                  </a:moveTo>
                  <a:lnTo>
                    <a:pt x="128784" y="2363444"/>
                  </a:lnTo>
                  <a:lnTo>
                    <a:pt x="189463" y="2280675"/>
                  </a:lnTo>
                  <a:close/>
                  <a:moveTo>
                    <a:pt x="189463" y="2280675"/>
                  </a:moveTo>
                  <a:lnTo>
                    <a:pt x="128784" y="2363444"/>
                  </a:lnTo>
                  <a:lnTo>
                    <a:pt x="152876" y="2401326"/>
                  </a:lnTo>
                  <a:close/>
                  <a:moveTo>
                    <a:pt x="189463" y="2280675"/>
                  </a:moveTo>
                  <a:lnTo>
                    <a:pt x="152876" y="2401326"/>
                  </a:lnTo>
                  <a:lnTo>
                    <a:pt x="214320" y="2362890"/>
                  </a:lnTo>
                  <a:close/>
                  <a:moveTo>
                    <a:pt x="524349" y="2770214"/>
                  </a:moveTo>
                  <a:lnTo>
                    <a:pt x="621605" y="2751739"/>
                  </a:lnTo>
                  <a:lnTo>
                    <a:pt x="582987" y="2731795"/>
                  </a:lnTo>
                  <a:close/>
                  <a:moveTo>
                    <a:pt x="241550" y="2160023"/>
                  </a:moveTo>
                  <a:lnTo>
                    <a:pt x="150172" y="2228204"/>
                  </a:lnTo>
                  <a:lnTo>
                    <a:pt x="189463" y="2280675"/>
                  </a:lnTo>
                  <a:close/>
                  <a:moveTo>
                    <a:pt x="241550" y="2160023"/>
                  </a:moveTo>
                  <a:lnTo>
                    <a:pt x="255303" y="2127413"/>
                  </a:lnTo>
                  <a:lnTo>
                    <a:pt x="162651" y="2181846"/>
                  </a:lnTo>
                  <a:close/>
                  <a:moveTo>
                    <a:pt x="162651" y="2181846"/>
                  </a:moveTo>
                  <a:lnTo>
                    <a:pt x="255303" y="2127413"/>
                  </a:lnTo>
                  <a:lnTo>
                    <a:pt x="222801" y="2093446"/>
                  </a:lnTo>
                  <a:close/>
                  <a:moveTo>
                    <a:pt x="610047" y="2402563"/>
                  </a:moveTo>
                  <a:lnTo>
                    <a:pt x="546542" y="2406669"/>
                  </a:lnTo>
                  <a:lnTo>
                    <a:pt x="490993" y="2451303"/>
                  </a:lnTo>
                  <a:close/>
                  <a:moveTo>
                    <a:pt x="312315" y="2121587"/>
                  </a:moveTo>
                  <a:lnTo>
                    <a:pt x="274261" y="2051610"/>
                  </a:lnTo>
                  <a:lnTo>
                    <a:pt x="260381" y="2077808"/>
                  </a:lnTo>
                  <a:close/>
                  <a:moveTo>
                    <a:pt x="247585" y="1995593"/>
                  </a:moveTo>
                  <a:lnTo>
                    <a:pt x="260381" y="2077808"/>
                  </a:lnTo>
                  <a:lnTo>
                    <a:pt x="256093" y="1966287"/>
                  </a:lnTo>
                  <a:close/>
                  <a:moveTo>
                    <a:pt x="260381" y="2077808"/>
                  </a:moveTo>
                  <a:lnTo>
                    <a:pt x="274261" y="2051610"/>
                  </a:lnTo>
                  <a:lnTo>
                    <a:pt x="256093" y="1966287"/>
                  </a:lnTo>
                  <a:close/>
                  <a:moveTo>
                    <a:pt x="610047" y="2402563"/>
                  </a:moveTo>
                  <a:lnTo>
                    <a:pt x="655948" y="2423542"/>
                  </a:lnTo>
                  <a:lnTo>
                    <a:pt x="634385" y="2368232"/>
                  </a:lnTo>
                  <a:close/>
                  <a:moveTo>
                    <a:pt x="634385" y="2368232"/>
                  </a:moveTo>
                  <a:lnTo>
                    <a:pt x="716106" y="2412011"/>
                  </a:lnTo>
                  <a:lnTo>
                    <a:pt x="710774" y="2329795"/>
                  </a:lnTo>
                  <a:close/>
                  <a:moveTo>
                    <a:pt x="675673" y="2247581"/>
                  </a:moveTo>
                  <a:lnTo>
                    <a:pt x="653755" y="2285733"/>
                  </a:lnTo>
                  <a:lnTo>
                    <a:pt x="634385" y="2368232"/>
                  </a:lnTo>
                  <a:close/>
                  <a:moveTo>
                    <a:pt x="710774" y="2329795"/>
                  </a:moveTo>
                  <a:lnTo>
                    <a:pt x="675673" y="2247581"/>
                  </a:lnTo>
                  <a:lnTo>
                    <a:pt x="634385" y="2368232"/>
                  </a:lnTo>
                  <a:close/>
                  <a:moveTo>
                    <a:pt x="654396" y="2286017"/>
                  </a:moveTo>
                  <a:lnTo>
                    <a:pt x="688607" y="2202431"/>
                  </a:lnTo>
                  <a:lnTo>
                    <a:pt x="705723" y="2165365"/>
                  </a:lnTo>
                  <a:close/>
                  <a:moveTo>
                    <a:pt x="688607" y="2202431"/>
                  </a:moveTo>
                  <a:lnTo>
                    <a:pt x="653755" y="2285733"/>
                  </a:lnTo>
                  <a:lnTo>
                    <a:pt x="675673" y="2247581"/>
                  </a:lnTo>
                  <a:close/>
                  <a:moveTo>
                    <a:pt x="688607" y="2202431"/>
                  </a:moveTo>
                  <a:lnTo>
                    <a:pt x="726591" y="2129242"/>
                  </a:lnTo>
                  <a:lnTo>
                    <a:pt x="705723" y="2165365"/>
                  </a:lnTo>
                  <a:close/>
                  <a:moveTo>
                    <a:pt x="726591" y="2129242"/>
                  </a:moveTo>
                  <a:lnTo>
                    <a:pt x="728077" y="2126929"/>
                  </a:lnTo>
                  <a:lnTo>
                    <a:pt x="705723" y="2165365"/>
                  </a:lnTo>
                  <a:close/>
                  <a:moveTo>
                    <a:pt x="241297" y="1644641"/>
                  </a:moveTo>
                  <a:lnTo>
                    <a:pt x="190179" y="1672075"/>
                  </a:lnTo>
                  <a:lnTo>
                    <a:pt x="287525" y="1640458"/>
                  </a:lnTo>
                  <a:close/>
                  <a:moveTo>
                    <a:pt x="1166489" y="2444115"/>
                  </a:moveTo>
                  <a:lnTo>
                    <a:pt x="1194812" y="2417353"/>
                  </a:lnTo>
                  <a:lnTo>
                    <a:pt x="1164184" y="2455789"/>
                  </a:lnTo>
                  <a:close/>
                  <a:moveTo>
                    <a:pt x="601914" y="1866917"/>
                  </a:moveTo>
                  <a:lnTo>
                    <a:pt x="641760" y="1812072"/>
                  </a:lnTo>
                  <a:lnTo>
                    <a:pt x="597007" y="1880283"/>
                  </a:lnTo>
                  <a:close/>
                  <a:moveTo>
                    <a:pt x="460924" y="1520579"/>
                  </a:moveTo>
                  <a:lnTo>
                    <a:pt x="406636" y="1553754"/>
                  </a:lnTo>
                  <a:lnTo>
                    <a:pt x="403304" y="1606923"/>
                  </a:lnTo>
                  <a:close/>
                  <a:moveTo>
                    <a:pt x="403304" y="1606923"/>
                  </a:moveTo>
                  <a:lnTo>
                    <a:pt x="439468" y="1595201"/>
                  </a:lnTo>
                  <a:lnTo>
                    <a:pt x="460924" y="1520579"/>
                  </a:lnTo>
                  <a:close/>
                  <a:moveTo>
                    <a:pt x="387900" y="1483703"/>
                  </a:moveTo>
                  <a:lnTo>
                    <a:pt x="340325" y="1521029"/>
                  </a:lnTo>
                  <a:lnTo>
                    <a:pt x="314519" y="1551423"/>
                  </a:lnTo>
                  <a:close/>
                  <a:moveTo>
                    <a:pt x="1214197" y="2407286"/>
                  </a:moveTo>
                  <a:lnTo>
                    <a:pt x="1194812" y="2417353"/>
                  </a:lnTo>
                  <a:lnTo>
                    <a:pt x="1166489" y="2444115"/>
                  </a:lnTo>
                  <a:close/>
                  <a:moveTo>
                    <a:pt x="1260966" y="2395317"/>
                  </a:moveTo>
                  <a:lnTo>
                    <a:pt x="1368795" y="2427985"/>
                  </a:lnTo>
                  <a:lnTo>
                    <a:pt x="1305908" y="2378916"/>
                  </a:lnTo>
                  <a:close/>
                  <a:moveTo>
                    <a:pt x="517966" y="1574296"/>
                  </a:moveTo>
                  <a:lnTo>
                    <a:pt x="472542" y="1521506"/>
                  </a:lnTo>
                  <a:lnTo>
                    <a:pt x="439468" y="1595201"/>
                  </a:lnTo>
                  <a:close/>
                  <a:moveTo>
                    <a:pt x="1505435" y="2422695"/>
                  </a:moveTo>
                  <a:lnTo>
                    <a:pt x="1486260" y="2373309"/>
                  </a:lnTo>
                  <a:lnTo>
                    <a:pt x="1448062" y="2445695"/>
                  </a:lnTo>
                  <a:close/>
                  <a:moveTo>
                    <a:pt x="1340639" y="2258265"/>
                  </a:moveTo>
                  <a:lnTo>
                    <a:pt x="1305908" y="2378916"/>
                  </a:lnTo>
                  <a:lnTo>
                    <a:pt x="1395716" y="2313436"/>
                  </a:lnTo>
                  <a:close/>
                  <a:moveTo>
                    <a:pt x="1395716" y="2313436"/>
                  </a:moveTo>
                  <a:lnTo>
                    <a:pt x="1305908" y="2378916"/>
                  </a:lnTo>
                  <a:lnTo>
                    <a:pt x="1395159" y="2346813"/>
                  </a:lnTo>
                  <a:close/>
                  <a:moveTo>
                    <a:pt x="1486260" y="2373309"/>
                  </a:moveTo>
                  <a:lnTo>
                    <a:pt x="1463420" y="2340480"/>
                  </a:lnTo>
                  <a:lnTo>
                    <a:pt x="1368795" y="2427985"/>
                  </a:lnTo>
                  <a:close/>
                  <a:moveTo>
                    <a:pt x="1463420" y="2340480"/>
                  </a:moveTo>
                  <a:lnTo>
                    <a:pt x="1474616" y="2329774"/>
                  </a:lnTo>
                  <a:lnTo>
                    <a:pt x="1445177" y="2266649"/>
                  </a:lnTo>
                  <a:close/>
                  <a:moveTo>
                    <a:pt x="1395159" y="2346813"/>
                  </a:moveTo>
                  <a:lnTo>
                    <a:pt x="1463420" y="2340480"/>
                  </a:lnTo>
                  <a:lnTo>
                    <a:pt x="1445177" y="2266649"/>
                  </a:lnTo>
                  <a:close/>
                  <a:moveTo>
                    <a:pt x="1286470" y="2214486"/>
                  </a:moveTo>
                  <a:lnTo>
                    <a:pt x="1340639" y="2258265"/>
                  </a:lnTo>
                  <a:lnTo>
                    <a:pt x="1346218" y="2176049"/>
                  </a:lnTo>
                  <a:close/>
                  <a:moveTo>
                    <a:pt x="1445177" y="2266649"/>
                  </a:moveTo>
                  <a:lnTo>
                    <a:pt x="1474616" y="2329774"/>
                  </a:lnTo>
                  <a:lnTo>
                    <a:pt x="1487703" y="2258265"/>
                  </a:lnTo>
                  <a:close/>
                  <a:moveTo>
                    <a:pt x="1355371" y="2162593"/>
                  </a:moveTo>
                  <a:lnTo>
                    <a:pt x="1286470" y="2214486"/>
                  </a:lnTo>
                  <a:lnTo>
                    <a:pt x="1346218" y="2176049"/>
                  </a:lnTo>
                  <a:close/>
                  <a:moveTo>
                    <a:pt x="52607" y="635667"/>
                  </a:moveTo>
                  <a:lnTo>
                    <a:pt x="10021" y="734615"/>
                  </a:lnTo>
                  <a:lnTo>
                    <a:pt x="0" y="696178"/>
                  </a:lnTo>
                  <a:close/>
                  <a:moveTo>
                    <a:pt x="52607" y="635667"/>
                  </a:moveTo>
                  <a:lnTo>
                    <a:pt x="17835" y="720863"/>
                  </a:lnTo>
                  <a:lnTo>
                    <a:pt x="10021" y="734615"/>
                  </a:lnTo>
                  <a:close/>
                  <a:moveTo>
                    <a:pt x="52607" y="635667"/>
                  </a:moveTo>
                  <a:lnTo>
                    <a:pt x="68618" y="613962"/>
                  </a:lnTo>
                  <a:lnTo>
                    <a:pt x="65515" y="652399"/>
                  </a:lnTo>
                  <a:close/>
                  <a:moveTo>
                    <a:pt x="1505435" y="2422695"/>
                  </a:moveTo>
                  <a:lnTo>
                    <a:pt x="1611866" y="2349069"/>
                  </a:lnTo>
                  <a:lnTo>
                    <a:pt x="1480503" y="2338022"/>
                  </a:lnTo>
                  <a:close/>
                  <a:moveTo>
                    <a:pt x="1480503" y="2338022"/>
                  </a:moveTo>
                  <a:lnTo>
                    <a:pt x="1611866" y="2349069"/>
                  </a:lnTo>
                  <a:lnTo>
                    <a:pt x="1584899" y="2313742"/>
                  </a:lnTo>
                  <a:close/>
                  <a:moveTo>
                    <a:pt x="1480503" y="2338022"/>
                  </a:moveTo>
                  <a:lnTo>
                    <a:pt x="1565083" y="2229760"/>
                  </a:lnTo>
                  <a:lnTo>
                    <a:pt x="1474616" y="2329774"/>
                  </a:lnTo>
                  <a:close/>
                  <a:moveTo>
                    <a:pt x="1426482" y="2213261"/>
                  </a:moveTo>
                  <a:lnTo>
                    <a:pt x="1424533" y="2222841"/>
                  </a:lnTo>
                  <a:lnTo>
                    <a:pt x="1443179" y="2212239"/>
                  </a:lnTo>
                  <a:close/>
                  <a:moveTo>
                    <a:pt x="1462222" y="2068233"/>
                  </a:moveTo>
                  <a:lnTo>
                    <a:pt x="1355371" y="2162593"/>
                  </a:lnTo>
                  <a:lnTo>
                    <a:pt x="1396803" y="2102297"/>
                  </a:lnTo>
                  <a:close/>
                  <a:moveTo>
                    <a:pt x="679151" y="1353899"/>
                  </a:moveTo>
                  <a:lnTo>
                    <a:pt x="696220" y="1350379"/>
                  </a:lnTo>
                  <a:lnTo>
                    <a:pt x="660113" y="1271684"/>
                  </a:lnTo>
                  <a:close/>
                  <a:moveTo>
                    <a:pt x="696220" y="1350379"/>
                  </a:moveTo>
                  <a:lnTo>
                    <a:pt x="812179" y="1316699"/>
                  </a:lnTo>
                  <a:lnTo>
                    <a:pt x="772964" y="1248488"/>
                  </a:lnTo>
                  <a:close/>
                  <a:moveTo>
                    <a:pt x="696220" y="1350379"/>
                  </a:moveTo>
                  <a:lnTo>
                    <a:pt x="772964" y="1248488"/>
                  </a:lnTo>
                  <a:lnTo>
                    <a:pt x="678923" y="1264350"/>
                  </a:lnTo>
                  <a:close/>
                  <a:moveTo>
                    <a:pt x="112479" y="580863"/>
                  </a:moveTo>
                  <a:lnTo>
                    <a:pt x="68618" y="613962"/>
                  </a:lnTo>
                  <a:lnTo>
                    <a:pt x="154447" y="587041"/>
                  </a:lnTo>
                  <a:close/>
                  <a:moveTo>
                    <a:pt x="1396803" y="2102297"/>
                  </a:moveTo>
                  <a:lnTo>
                    <a:pt x="1438846" y="2111112"/>
                  </a:lnTo>
                  <a:lnTo>
                    <a:pt x="1462222" y="2068233"/>
                  </a:lnTo>
                  <a:close/>
                  <a:moveTo>
                    <a:pt x="1462222" y="2068233"/>
                  </a:moveTo>
                  <a:lnTo>
                    <a:pt x="1438846" y="2111112"/>
                  </a:lnTo>
                  <a:lnTo>
                    <a:pt x="1501876" y="2016962"/>
                  </a:lnTo>
                  <a:close/>
                  <a:moveTo>
                    <a:pt x="1502609" y="2004033"/>
                  </a:moveTo>
                  <a:lnTo>
                    <a:pt x="1496737" y="2024547"/>
                  </a:lnTo>
                  <a:lnTo>
                    <a:pt x="1501876" y="2016962"/>
                  </a:lnTo>
                  <a:close/>
                  <a:moveTo>
                    <a:pt x="1568446" y="1971525"/>
                  </a:moveTo>
                  <a:lnTo>
                    <a:pt x="1527774" y="1934746"/>
                  </a:lnTo>
                  <a:lnTo>
                    <a:pt x="1525640" y="2026684"/>
                  </a:lnTo>
                  <a:close/>
                  <a:moveTo>
                    <a:pt x="1502609" y="2004033"/>
                  </a:moveTo>
                  <a:lnTo>
                    <a:pt x="1519208" y="2016962"/>
                  </a:lnTo>
                  <a:lnTo>
                    <a:pt x="1496737" y="2024547"/>
                  </a:lnTo>
                  <a:close/>
                  <a:moveTo>
                    <a:pt x="355682" y="502437"/>
                  </a:moveTo>
                  <a:lnTo>
                    <a:pt x="303494" y="522514"/>
                  </a:lnTo>
                  <a:lnTo>
                    <a:pt x="233755" y="540430"/>
                  </a:lnTo>
                  <a:close/>
                  <a:moveTo>
                    <a:pt x="355682" y="502437"/>
                  </a:moveTo>
                  <a:lnTo>
                    <a:pt x="233755" y="540430"/>
                  </a:lnTo>
                  <a:lnTo>
                    <a:pt x="286711" y="523224"/>
                  </a:lnTo>
                  <a:close/>
                  <a:moveTo>
                    <a:pt x="729119" y="923264"/>
                  </a:moveTo>
                  <a:lnTo>
                    <a:pt x="735326" y="909729"/>
                  </a:lnTo>
                  <a:lnTo>
                    <a:pt x="690449" y="918104"/>
                  </a:lnTo>
                  <a:close/>
                  <a:moveTo>
                    <a:pt x="1113486" y="1353611"/>
                  </a:moveTo>
                  <a:lnTo>
                    <a:pt x="1097338" y="1388216"/>
                  </a:lnTo>
                  <a:lnTo>
                    <a:pt x="1112718" y="1320805"/>
                  </a:lnTo>
                  <a:close/>
                  <a:moveTo>
                    <a:pt x="1135199" y="1251115"/>
                  </a:moveTo>
                  <a:lnTo>
                    <a:pt x="1113486" y="1353611"/>
                  </a:lnTo>
                  <a:lnTo>
                    <a:pt x="1112718" y="1320805"/>
                  </a:lnTo>
                  <a:close/>
                  <a:moveTo>
                    <a:pt x="1213890" y="1232483"/>
                  </a:moveTo>
                  <a:lnTo>
                    <a:pt x="1179440" y="1238590"/>
                  </a:lnTo>
                  <a:lnTo>
                    <a:pt x="1267623" y="1252370"/>
                  </a:lnTo>
                  <a:close/>
                  <a:moveTo>
                    <a:pt x="1179440" y="1238590"/>
                  </a:moveTo>
                  <a:lnTo>
                    <a:pt x="1135199" y="1251115"/>
                  </a:lnTo>
                  <a:lnTo>
                    <a:pt x="1267623" y="1252370"/>
                  </a:lnTo>
                  <a:close/>
                  <a:moveTo>
                    <a:pt x="1213890" y="1232483"/>
                  </a:moveTo>
                  <a:lnTo>
                    <a:pt x="1267623" y="1252370"/>
                  </a:lnTo>
                  <a:lnTo>
                    <a:pt x="1311640" y="1200153"/>
                  </a:lnTo>
                  <a:close/>
                  <a:moveTo>
                    <a:pt x="1448385" y="1163027"/>
                  </a:moveTo>
                  <a:lnTo>
                    <a:pt x="1348239" y="1183852"/>
                  </a:lnTo>
                  <a:lnTo>
                    <a:pt x="1451745" y="1168251"/>
                  </a:lnTo>
                  <a:close/>
                  <a:moveTo>
                    <a:pt x="1348239" y="1183852"/>
                  </a:moveTo>
                  <a:lnTo>
                    <a:pt x="1378824" y="1174266"/>
                  </a:lnTo>
                  <a:lnTo>
                    <a:pt x="1451745" y="1168251"/>
                  </a:lnTo>
                  <a:close/>
                  <a:moveTo>
                    <a:pt x="1378824" y="1174266"/>
                  </a:moveTo>
                  <a:lnTo>
                    <a:pt x="1434203" y="1166121"/>
                  </a:lnTo>
                  <a:lnTo>
                    <a:pt x="1451745" y="1168251"/>
                  </a:lnTo>
                  <a:close/>
                  <a:moveTo>
                    <a:pt x="940635" y="220178"/>
                  </a:moveTo>
                  <a:lnTo>
                    <a:pt x="982465" y="161375"/>
                  </a:lnTo>
                  <a:lnTo>
                    <a:pt x="945854" y="180477"/>
                  </a:lnTo>
                  <a:close/>
                  <a:moveTo>
                    <a:pt x="979690" y="142041"/>
                  </a:moveTo>
                  <a:lnTo>
                    <a:pt x="999330" y="59826"/>
                  </a:lnTo>
                  <a:lnTo>
                    <a:pt x="945854" y="180477"/>
                  </a:lnTo>
                  <a:close/>
                  <a:moveTo>
                    <a:pt x="1071393" y="0"/>
                  </a:moveTo>
                  <a:lnTo>
                    <a:pt x="1021696" y="29394"/>
                  </a:lnTo>
                  <a:lnTo>
                    <a:pt x="999330" y="5982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54" name="Candidate_density__2073">
              <a:extLst>
                <a:ext uri="{FF2B5EF4-FFF2-40B4-BE49-F238E27FC236}">
                  <a16:creationId xmlns:a16="http://schemas.microsoft.com/office/drawing/2014/main" id="{4EB625E6-666C-B4BC-B445-8638F75AB8CB}"/>
                </a:ext>
              </a:extLst>
            </p:cNvPr>
            <p:cNvSpPr>
              <a:spLocks noGrp="1"/>
            </p:cNvSpPr>
            <p:nvPr/>
          </p:nvSpPr>
          <p:spPr>
            <a:xfrm>
              <a:off x="4353353" y="1895468"/>
              <a:ext cx="2312144" cy="3399612"/>
            </a:xfrm>
            <a:custGeom>
              <a:avLst/>
              <a:gdLst/>
              <a:ahLst/>
              <a:cxnLst/>
              <a:rect l="0" t="0" r="0" b="0"/>
              <a:pathLst>
                <a:path w="2312144" h="3399612">
                  <a:moveTo>
                    <a:pt x="308632" y="3033194"/>
                  </a:moveTo>
                  <a:lnTo>
                    <a:pt x="346274" y="3070752"/>
                  </a:lnTo>
                  <a:lnTo>
                    <a:pt x="299119" y="3061084"/>
                  </a:lnTo>
                  <a:close/>
                  <a:moveTo>
                    <a:pt x="670512" y="3399612"/>
                  </a:moveTo>
                  <a:lnTo>
                    <a:pt x="701007" y="3388864"/>
                  </a:lnTo>
                  <a:lnTo>
                    <a:pt x="602945" y="3361062"/>
                  </a:lnTo>
                  <a:close/>
                  <a:moveTo>
                    <a:pt x="523257" y="3341783"/>
                  </a:moveTo>
                  <a:lnTo>
                    <a:pt x="602945" y="3361062"/>
                  </a:lnTo>
                  <a:lnTo>
                    <a:pt x="648727" y="3317034"/>
                  </a:lnTo>
                  <a:close/>
                  <a:moveTo>
                    <a:pt x="346274" y="3070752"/>
                  </a:moveTo>
                  <a:lnTo>
                    <a:pt x="404990" y="3047375"/>
                  </a:lnTo>
                  <a:lnTo>
                    <a:pt x="299119" y="3061084"/>
                  </a:lnTo>
                  <a:close/>
                  <a:moveTo>
                    <a:pt x="299119" y="3061084"/>
                  </a:moveTo>
                  <a:lnTo>
                    <a:pt x="404990" y="3047375"/>
                  </a:lnTo>
                  <a:lnTo>
                    <a:pt x="422980" y="3030319"/>
                  </a:lnTo>
                  <a:close/>
                  <a:moveTo>
                    <a:pt x="490718" y="3004923"/>
                  </a:moveTo>
                  <a:lnTo>
                    <a:pt x="467871" y="2982955"/>
                  </a:lnTo>
                  <a:lnTo>
                    <a:pt x="422980" y="3030319"/>
                  </a:lnTo>
                  <a:close/>
                  <a:moveTo>
                    <a:pt x="498651" y="2531362"/>
                  </a:moveTo>
                  <a:lnTo>
                    <a:pt x="566024" y="2577414"/>
                  </a:lnTo>
                  <a:lnTo>
                    <a:pt x="622669" y="2591222"/>
                  </a:lnTo>
                  <a:close/>
                  <a:moveTo>
                    <a:pt x="148599" y="1933526"/>
                  </a:moveTo>
                  <a:lnTo>
                    <a:pt x="99930" y="1930425"/>
                  </a:lnTo>
                  <a:lnTo>
                    <a:pt x="28282" y="1870657"/>
                  </a:lnTo>
                  <a:close/>
                  <a:moveTo>
                    <a:pt x="162674" y="1891989"/>
                  </a:moveTo>
                  <a:lnTo>
                    <a:pt x="80730" y="1928110"/>
                  </a:lnTo>
                  <a:lnTo>
                    <a:pt x="185658" y="1839518"/>
                  </a:lnTo>
                  <a:close/>
                  <a:moveTo>
                    <a:pt x="77211" y="1927912"/>
                  </a:moveTo>
                  <a:lnTo>
                    <a:pt x="99930" y="1930425"/>
                  </a:lnTo>
                  <a:lnTo>
                    <a:pt x="185658" y="1839518"/>
                  </a:lnTo>
                  <a:close/>
                  <a:moveTo>
                    <a:pt x="847308" y="2529778"/>
                  </a:moveTo>
                  <a:lnTo>
                    <a:pt x="750164" y="2556822"/>
                  </a:lnTo>
                  <a:lnTo>
                    <a:pt x="833846" y="2591039"/>
                  </a:lnTo>
                  <a:close/>
                  <a:moveTo>
                    <a:pt x="847308" y="2529778"/>
                  </a:moveTo>
                  <a:lnTo>
                    <a:pt x="750083" y="2548228"/>
                  </a:lnTo>
                  <a:lnTo>
                    <a:pt x="750164" y="2556822"/>
                  </a:lnTo>
                  <a:close/>
                  <a:moveTo>
                    <a:pt x="847308" y="2529778"/>
                  </a:moveTo>
                  <a:lnTo>
                    <a:pt x="833846" y="2591039"/>
                  </a:lnTo>
                  <a:lnTo>
                    <a:pt x="856422" y="2549709"/>
                  </a:lnTo>
                  <a:close/>
                  <a:moveTo>
                    <a:pt x="198138" y="1793160"/>
                  </a:moveTo>
                  <a:lnTo>
                    <a:pt x="173604" y="1713013"/>
                  </a:lnTo>
                  <a:lnTo>
                    <a:pt x="204628" y="1771337"/>
                  </a:lnTo>
                  <a:close/>
                  <a:moveTo>
                    <a:pt x="101472" y="1610971"/>
                  </a:moveTo>
                  <a:lnTo>
                    <a:pt x="170918" y="1689122"/>
                  </a:lnTo>
                  <a:lnTo>
                    <a:pt x="173604" y="1713013"/>
                  </a:lnTo>
                  <a:close/>
                  <a:moveTo>
                    <a:pt x="0" y="1645343"/>
                  </a:moveTo>
                  <a:lnTo>
                    <a:pt x="101472" y="1610971"/>
                  </a:lnTo>
                  <a:lnTo>
                    <a:pt x="105928" y="1604875"/>
                  </a:lnTo>
                  <a:close/>
                  <a:moveTo>
                    <a:pt x="101472" y="1610971"/>
                  </a:moveTo>
                  <a:lnTo>
                    <a:pt x="170518" y="1615430"/>
                  </a:lnTo>
                  <a:lnTo>
                    <a:pt x="105928" y="1604875"/>
                  </a:lnTo>
                  <a:close/>
                  <a:moveTo>
                    <a:pt x="170518" y="1615430"/>
                  </a:moveTo>
                  <a:lnTo>
                    <a:pt x="174861" y="1583948"/>
                  </a:lnTo>
                  <a:lnTo>
                    <a:pt x="105928" y="1604875"/>
                  </a:lnTo>
                  <a:close/>
                  <a:moveTo>
                    <a:pt x="174861" y="1583948"/>
                  </a:moveTo>
                  <a:lnTo>
                    <a:pt x="170518" y="1615430"/>
                  </a:lnTo>
                  <a:lnTo>
                    <a:pt x="203752" y="1524692"/>
                  </a:lnTo>
                  <a:close/>
                  <a:moveTo>
                    <a:pt x="785009" y="2041499"/>
                  </a:moveTo>
                  <a:lnTo>
                    <a:pt x="818971" y="2052354"/>
                  </a:lnTo>
                  <a:lnTo>
                    <a:pt x="802958" y="2023324"/>
                  </a:lnTo>
                  <a:close/>
                  <a:moveTo>
                    <a:pt x="1491253" y="2560394"/>
                  </a:moveTo>
                  <a:lnTo>
                    <a:pt x="1459357" y="2612168"/>
                  </a:lnTo>
                  <a:lnTo>
                    <a:pt x="1505776" y="2570517"/>
                  </a:lnTo>
                  <a:close/>
                  <a:moveTo>
                    <a:pt x="1463565" y="2478179"/>
                  </a:moveTo>
                  <a:lnTo>
                    <a:pt x="1398028" y="2446320"/>
                  </a:lnTo>
                  <a:lnTo>
                    <a:pt x="1355740" y="2503416"/>
                  </a:lnTo>
                  <a:close/>
                  <a:moveTo>
                    <a:pt x="1355740" y="2503416"/>
                  </a:moveTo>
                  <a:lnTo>
                    <a:pt x="1277340" y="2422538"/>
                  </a:lnTo>
                  <a:lnTo>
                    <a:pt x="1282097" y="2434400"/>
                  </a:lnTo>
                  <a:close/>
                  <a:moveTo>
                    <a:pt x="1256879" y="2412451"/>
                  </a:moveTo>
                  <a:lnTo>
                    <a:pt x="1282097" y="2434400"/>
                  </a:lnTo>
                  <a:lnTo>
                    <a:pt x="1277340" y="2422538"/>
                  </a:lnTo>
                  <a:close/>
                  <a:moveTo>
                    <a:pt x="827887" y="1941109"/>
                  </a:moveTo>
                  <a:lnTo>
                    <a:pt x="791659" y="2013966"/>
                  </a:lnTo>
                  <a:lnTo>
                    <a:pt x="802958" y="2023324"/>
                  </a:lnTo>
                  <a:close/>
                  <a:moveTo>
                    <a:pt x="462511" y="1499229"/>
                  </a:moveTo>
                  <a:lnTo>
                    <a:pt x="506447" y="1557316"/>
                  </a:lnTo>
                  <a:lnTo>
                    <a:pt x="470736" y="1530034"/>
                  </a:lnTo>
                  <a:close/>
                  <a:moveTo>
                    <a:pt x="644312" y="1573812"/>
                  </a:moveTo>
                  <a:lnTo>
                    <a:pt x="677265" y="1638659"/>
                  </a:lnTo>
                  <a:lnTo>
                    <a:pt x="733209" y="1632622"/>
                  </a:lnTo>
                  <a:close/>
                  <a:moveTo>
                    <a:pt x="474670" y="1447818"/>
                  </a:moveTo>
                  <a:lnTo>
                    <a:pt x="451232" y="1409382"/>
                  </a:lnTo>
                  <a:lnTo>
                    <a:pt x="470736" y="1530034"/>
                  </a:lnTo>
                  <a:close/>
                  <a:moveTo>
                    <a:pt x="474670" y="1447818"/>
                  </a:moveTo>
                  <a:lnTo>
                    <a:pt x="491680" y="1327167"/>
                  </a:lnTo>
                  <a:lnTo>
                    <a:pt x="451232" y="1409382"/>
                  </a:lnTo>
                  <a:close/>
                  <a:moveTo>
                    <a:pt x="1463565" y="2478179"/>
                  </a:moveTo>
                  <a:lnTo>
                    <a:pt x="1491253" y="2560394"/>
                  </a:lnTo>
                  <a:lnTo>
                    <a:pt x="1424410" y="2463657"/>
                  </a:lnTo>
                  <a:close/>
                  <a:moveTo>
                    <a:pt x="941487" y="1713066"/>
                  </a:moveTo>
                  <a:lnTo>
                    <a:pt x="971708" y="1788590"/>
                  </a:lnTo>
                  <a:lnTo>
                    <a:pt x="1000503" y="1820458"/>
                  </a:lnTo>
                  <a:close/>
                  <a:moveTo>
                    <a:pt x="971708" y="1788590"/>
                  </a:moveTo>
                  <a:lnTo>
                    <a:pt x="941487" y="1713066"/>
                  </a:lnTo>
                  <a:lnTo>
                    <a:pt x="967188" y="1782021"/>
                  </a:lnTo>
                  <a:close/>
                  <a:moveTo>
                    <a:pt x="733209" y="1632622"/>
                  </a:moveTo>
                  <a:lnTo>
                    <a:pt x="643653" y="1573241"/>
                  </a:lnTo>
                  <a:lnTo>
                    <a:pt x="644312" y="1573812"/>
                  </a:lnTo>
                  <a:close/>
                  <a:moveTo>
                    <a:pt x="1628670" y="2618966"/>
                  </a:moveTo>
                  <a:lnTo>
                    <a:pt x="1716413" y="2686387"/>
                  </a:lnTo>
                  <a:lnTo>
                    <a:pt x="1654834" y="2633959"/>
                  </a:lnTo>
                  <a:close/>
                  <a:moveTo>
                    <a:pt x="1803866" y="2565736"/>
                  </a:moveTo>
                  <a:lnTo>
                    <a:pt x="1781188" y="2612518"/>
                  </a:lnTo>
                  <a:lnTo>
                    <a:pt x="1824273" y="2581128"/>
                  </a:lnTo>
                  <a:close/>
                  <a:moveTo>
                    <a:pt x="1824273" y="2581128"/>
                  </a:moveTo>
                  <a:lnTo>
                    <a:pt x="1781188" y="2612518"/>
                  </a:lnTo>
                  <a:lnTo>
                    <a:pt x="1777331" y="2658791"/>
                  </a:lnTo>
                  <a:close/>
                  <a:moveTo>
                    <a:pt x="1824273" y="2581128"/>
                  </a:moveTo>
                  <a:lnTo>
                    <a:pt x="1777331" y="2658791"/>
                  </a:lnTo>
                  <a:lnTo>
                    <a:pt x="1859370" y="2652687"/>
                  </a:lnTo>
                  <a:close/>
                  <a:moveTo>
                    <a:pt x="1859370" y="2652687"/>
                  </a:moveTo>
                  <a:lnTo>
                    <a:pt x="1917030" y="2666403"/>
                  </a:lnTo>
                  <a:lnTo>
                    <a:pt x="1824273" y="2581128"/>
                  </a:lnTo>
                  <a:close/>
                  <a:moveTo>
                    <a:pt x="1312146" y="2093964"/>
                  </a:moveTo>
                  <a:lnTo>
                    <a:pt x="1333297" y="2110882"/>
                  </a:lnTo>
                  <a:lnTo>
                    <a:pt x="1296453" y="2006631"/>
                  </a:lnTo>
                  <a:close/>
                  <a:moveTo>
                    <a:pt x="1404281" y="2039299"/>
                  </a:moveTo>
                  <a:lnTo>
                    <a:pt x="1361323" y="2093886"/>
                  </a:lnTo>
                  <a:lnTo>
                    <a:pt x="1483548" y="2057009"/>
                  </a:lnTo>
                  <a:close/>
                  <a:moveTo>
                    <a:pt x="196604" y="593300"/>
                  </a:moveTo>
                  <a:lnTo>
                    <a:pt x="156652" y="655057"/>
                  </a:lnTo>
                  <a:lnTo>
                    <a:pt x="197978" y="592573"/>
                  </a:lnTo>
                  <a:close/>
                  <a:moveTo>
                    <a:pt x="197978" y="592573"/>
                  </a:moveTo>
                  <a:lnTo>
                    <a:pt x="156652" y="655057"/>
                  </a:lnTo>
                  <a:lnTo>
                    <a:pt x="220500" y="713225"/>
                  </a:lnTo>
                  <a:close/>
                  <a:moveTo>
                    <a:pt x="197978" y="592573"/>
                  </a:moveTo>
                  <a:lnTo>
                    <a:pt x="220500" y="713225"/>
                  </a:lnTo>
                  <a:lnTo>
                    <a:pt x="229043" y="674788"/>
                  </a:lnTo>
                  <a:close/>
                  <a:moveTo>
                    <a:pt x="138258" y="586284"/>
                  </a:moveTo>
                  <a:lnTo>
                    <a:pt x="127249" y="631010"/>
                  </a:lnTo>
                  <a:lnTo>
                    <a:pt x="196604" y="593300"/>
                  </a:lnTo>
                  <a:close/>
                  <a:moveTo>
                    <a:pt x="197978" y="592573"/>
                  </a:moveTo>
                  <a:lnTo>
                    <a:pt x="134350" y="543819"/>
                  </a:lnTo>
                  <a:lnTo>
                    <a:pt x="139000" y="548794"/>
                  </a:lnTo>
                  <a:close/>
                  <a:moveTo>
                    <a:pt x="138258" y="586284"/>
                  </a:moveTo>
                  <a:lnTo>
                    <a:pt x="196604" y="593300"/>
                  </a:lnTo>
                  <a:lnTo>
                    <a:pt x="197978" y="592573"/>
                  </a:lnTo>
                  <a:close/>
                  <a:moveTo>
                    <a:pt x="139000" y="548794"/>
                  </a:moveTo>
                  <a:lnTo>
                    <a:pt x="138258" y="586284"/>
                  </a:lnTo>
                  <a:lnTo>
                    <a:pt x="197978" y="592573"/>
                  </a:lnTo>
                  <a:close/>
                  <a:moveTo>
                    <a:pt x="1780707" y="2555955"/>
                  </a:moveTo>
                  <a:lnTo>
                    <a:pt x="1803866" y="2565736"/>
                  </a:lnTo>
                  <a:lnTo>
                    <a:pt x="1758959" y="2529405"/>
                  </a:lnTo>
                  <a:close/>
                  <a:moveTo>
                    <a:pt x="1502817" y="2072446"/>
                  </a:moveTo>
                  <a:lnTo>
                    <a:pt x="1577579" y="2129915"/>
                  </a:lnTo>
                  <a:lnTo>
                    <a:pt x="1562381" y="2116224"/>
                  </a:lnTo>
                  <a:close/>
                  <a:moveTo>
                    <a:pt x="1146468" y="1707105"/>
                  </a:moveTo>
                  <a:lnTo>
                    <a:pt x="1160009" y="1683319"/>
                  </a:lnTo>
                  <a:lnTo>
                    <a:pt x="1200959" y="1723398"/>
                  </a:lnTo>
                  <a:close/>
                  <a:moveTo>
                    <a:pt x="261480" y="501057"/>
                  </a:moveTo>
                  <a:lnTo>
                    <a:pt x="197978" y="592573"/>
                  </a:lnTo>
                  <a:lnTo>
                    <a:pt x="283631" y="583142"/>
                  </a:lnTo>
                  <a:close/>
                  <a:moveTo>
                    <a:pt x="279573" y="510358"/>
                  </a:moveTo>
                  <a:lnTo>
                    <a:pt x="281570" y="413043"/>
                  </a:lnTo>
                  <a:lnTo>
                    <a:pt x="261480" y="501057"/>
                  </a:lnTo>
                  <a:close/>
                  <a:moveTo>
                    <a:pt x="1655013" y="2034009"/>
                  </a:moveTo>
                  <a:lnTo>
                    <a:pt x="1640359" y="1951794"/>
                  </a:lnTo>
                  <a:lnTo>
                    <a:pt x="1686046" y="1995572"/>
                  </a:lnTo>
                  <a:close/>
                  <a:moveTo>
                    <a:pt x="1521582" y="1844696"/>
                  </a:moveTo>
                  <a:lnTo>
                    <a:pt x="1476409" y="1831142"/>
                  </a:lnTo>
                  <a:lnTo>
                    <a:pt x="1478666" y="1823552"/>
                  </a:lnTo>
                  <a:close/>
                  <a:moveTo>
                    <a:pt x="1611015" y="1824522"/>
                  </a:moveTo>
                  <a:lnTo>
                    <a:pt x="1521582" y="1844696"/>
                  </a:lnTo>
                  <a:lnTo>
                    <a:pt x="1478666" y="1823552"/>
                  </a:lnTo>
                  <a:close/>
                  <a:moveTo>
                    <a:pt x="1600570" y="1841073"/>
                  </a:moveTo>
                  <a:lnTo>
                    <a:pt x="1685393" y="1832706"/>
                  </a:lnTo>
                  <a:lnTo>
                    <a:pt x="1611015" y="1824522"/>
                  </a:lnTo>
                  <a:close/>
                  <a:moveTo>
                    <a:pt x="1408380" y="1624218"/>
                  </a:moveTo>
                  <a:lnTo>
                    <a:pt x="1444964" y="1606709"/>
                  </a:lnTo>
                  <a:lnTo>
                    <a:pt x="1431784" y="1584496"/>
                  </a:lnTo>
                  <a:close/>
                  <a:moveTo>
                    <a:pt x="1149692" y="1364708"/>
                  </a:moveTo>
                  <a:lnTo>
                    <a:pt x="1089643" y="1458503"/>
                  </a:lnTo>
                  <a:lnTo>
                    <a:pt x="1146540" y="1417762"/>
                  </a:lnTo>
                  <a:close/>
                  <a:moveTo>
                    <a:pt x="1084268" y="1457396"/>
                  </a:moveTo>
                  <a:lnTo>
                    <a:pt x="1089643" y="1458503"/>
                  </a:lnTo>
                  <a:lnTo>
                    <a:pt x="1149692" y="1364708"/>
                  </a:lnTo>
                  <a:close/>
                  <a:moveTo>
                    <a:pt x="1101903" y="1342967"/>
                  </a:moveTo>
                  <a:lnTo>
                    <a:pt x="1084268" y="1457396"/>
                  </a:lnTo>
                  <a:lnTo>
                    <a:pt x="1149692" y="1364708"/>
                  </a:lnTo>
                  <a:close/>
                  <a:moveTo>
                    <a:pt x="1149692" y="1364708"/>
                  </a:moveTo>
                  <a:lnTo>
                    <a:pt x="1161247" y="1257546"/>
                  </a:lnTo>
                  <a:lnTo>
                    <a:pt x="1100841" y="1310354"/>
                  </a:lnTo>
                  <a:close/>
                  <a:moveTo>
                    <a:pt x="906951" y="940406"/>
                  </a:moveTo>
                  <a:lnTo>
                    <a:pt x="847666" y="928013"/>
                  </a:lnTo>
                  <a:lnTo>
                    <a:pt x="810475" y="997240"/>
                  </a:lnTo>
                  <a:close/>
                  <a:moveTo>
                    <a:pt x="543613" y="793241"/>
                  </a:moveTo>
                  <a:lnTo>
                    <a:pt x="567956" y="882997"/>
                  </a:lnTo>
                  <a:lnTo>
                    <a:pt x="581690" y="800782"/>
                  </a:lnTo>
                  <a:close/>
                  <a:moveTo>
                    <a:pt x="543613" y="793241"/>
                  </a:moveTo>
                  <a:lnTo>
                    <a:pt x="581690" y="800782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543613" y="793241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613376" y="697025"/>
                  </a:lnTo>
                  <a:lnTo>
                    <a:pt x="554809" y="662118"/>
                  </a:lnTo>
                  <a:close/>
                  <a:moveTo>
                    <a:pt x="613376" y="697025"/>
                  </a:moveTo>
                  <a:lnTo>
                    <a:pt x="630656" y="667041"/>
                  </a:lnTo>
                  <a:lnTo>
                    <a:pt x="554809" y="662118"/>
                  </a:lnTo>
                  <a:close/>
                  <a:moveTo>
                    <a:pt x="348797" y="351270"/>
                  </a:moveTo>
                  <a:lnTo>
                    <a:pt x="375804" y="368614"/>
                  </a:lnTo>
                  <a:lnTo>
                    <a:pt x="401969" y="369333"/>
                  </a:lnTo>
                  <a:close/>
                  <a:moveTo>
                    <a:pt x="344332" y="369043"/>
                  </a:moveTo>
                  <a:lnTo>
                    <a:pt x="348797" y="351270"/>
                  </a:lnTo>
                  <a:lnTo>
                    <a:pt x="316887" y="329883"/>
                  </a:lnTo>
                  <a:close/>
                  <a:moveTo>
                    <a:pt x="316887" y="329883"/>
                  </a:moveTo>
                  <a:lnTo>
                    <a:pt x="306742" y="364169"/>
                  </a:lnTo>
                  <a:lnTo>
                    <a:pt x="344332" y="369043"/>
                  </a:lnTo>
                  <a:close/>
                  <a:moveTo>
                    <a:pt x="2312144" y="2487458"/>
                  </a:moveTo>
                  <a:lnTo>
                    <a:pt x="2284688" y="2456125"/>
                  </a:lnTo>
                  <a:lnTo>
                    <a:pt x="2288447" y="2546223"/>
                  </a:lnTo>
                  <a:close/>
                  <a:moveTo>
                    <a:pt x="2054972" y="2368211"/>
                  </a:moveTo>
                  <a:lnTo>
                    <a:pt x="2055507" y="2406647"/>
                  </a:lnTo>
                  <a:lnTo>
                    <a:pt x="2067821" y="2417810"/>
                  </a:lnTo>
                  <a:close/>
                  <a:moveTo>
                    <a:pt x="1913180" y="1957136"/>
                  </a:moveTo>
                  <a:lnTo>
                    <a:pt x="1844486" y="1924915"/>
                  </a:lnTo>
                  <a:lnTo>
                    <a:pt x="1789451" y="1934349"/>
                  </a:lnTo>
                  <a:close/>
                  <a:moveTo>
                    <a:pt x="1761117" y="1874921"/>
                  </a:moveTo>
                  <a:lnTo>
                    <a:pt x="1789451" y="1934349"/>
                  </a:lnTo>
                  <a:lnTo>
                    <a:pt x="1844486" y="1924915"/>
                  </a:lnTo>
                  <a:close/>
                  <a:moveTo>
                    <a:pt x="1761117" y="1874921"/>
                  </a:moveTo>
                  <a:lnTo>
                    <a:pt x="1735461" y="1913357"/>
                  </a:lnTo>
                  <a:lnTo>
                    <a:pt x="1789451" y="1934349"/>
                  </a:lnTo>
                  <a:close/>
                  <a:moveTo>
                    <a:pt x="1686690" y="1828797"/>
                  </a:moveTo>
                  <a:lnTo>
                    <a:pt x="1690481" y="1828570"/>
                  </a:lnTo>
                  <a:lnTo>
                    <a:pt x="1652371" y="1798960"/>
                  </a:lnTo>
                  <a:close/>
                  <a:moveTo>
                    <a:pt x="648163" y="517293"/>
                  </a:moveTo>
                  <a:lnTo>
                    <a:pt x="675609" y="556457"/>
                  </a:lnTo>
                  <a:lnTo>
                    <a:pt x="725936" y="529417"/>
                  </a:lnTo>
                  <a:close/>
                  <a:moveTo>
                    <a:pt x="424427" y="312834"/>
                  </a:moveTo>
                  <a:lnTo>
                    <a:pt x="348797" y="351270"/>
                  </a:lnTo>
                  <a:lnTo>
                    <a:pt x="401969" y="369333"/>
                  </a:lnTo>
                  <a:close/>
                  <a:moveTo>
                    <a:pt x="401969" y="369333"/>
                  </a:moveTo>
                  <a:lnTo>
                    <a:pt x="481172" y="386803"/>
                  </a:lnTo>
                  <a:lnTo>
                    <a:pt x="537791" y="383290"/>
                  </a:lnTo>
                  <a:close/>
                  <a:moveTo>
                    <a:pt x="447341" y="323773"/>
                  </a:moveTo>
                  <a:lnTo>
                    <a:pt x="401969" y="369333"/>
                  </a:lnTo>
                  <a:lnTo>
                    <a:pt x="537791" y="383290"/>
                  </a:lnTo>
                  <a:close/>
                  <a:moveTo>
                    <a:pt x="1752489" y="1859611"/>
                  </a:moveTo>
                  <a:lnTo>
                    <a:pt x="1652371" y="1798960"/>
                  </a:lnTo>
                  <a:lnTo>
                    <a:pt x="1690481" y="1828570"/>
                  </a:lnTo>
                  <a:close/>
                  <a:moveTo>
                    <a:pt x="2285505" y="2448523"/>
                  </a:moveTo>
                  <a:lnTo>
                    <a:pt x="2223455" y="2505842"/>
                  </a:lnTo>
                  <a:lnTo>
                    <a:pt x="2284688" y="2456125"/>
                  </a:lnTo>
                  <a:close/>
                  <a:moveTo>
                    <a:pt x="2285505" y="2448523"/>
                  </a:moveTo>
                  <a:lnTo>
                    <a:pt x="2284688" y="2456125"/>
                  </a:lnTo>
                  <a:lnTo>
                    <a:pt x="2286553" y="2450426"/>
                  </a:lnTo>
                  <a:close/>
                  <a:moveTo>
                    <a:pt x="2277630" y="2354833"/>
                  </a:moveTo>
                  <a:lnTo>
                    <a:pt x="2286553" y="2450426"/>
                  </a:lnTo>
                  <a:lnTo>
                    <a:pt x="2294280" y="2368211"/>
                  </a:lnTo>
                  <a:close/>
                  <a:moveTo>
                    <a:pt x="2277630" y="2354833"/>
                  </a:moveTo>
                  <a:lnTo>
                    <a:pt x="2285505" y="2448523"/>
                  </a:lnTo>
                  <a:lnTo>
                    <a:pt x="2286553" y="2450426"/>
                  </a:lnTo>
                  <a:close/>
                  <a:moveTo>
                    <a:pt x="2250237" y="2327318"/>
                  </a:moveTo>
                  <a:lnTo>
                    <a:pt x="2213925" y="2346032"/>
                  </a:lnTo>
                  <a:lnTo>
                    <a:pt x="2277630" y="2354833"/>
                  </a:lnTo>
                  <a:close/>
                  <a:moveTo>
                    <a:pt x="1913180" y="1957136"/>
                  </a:moveTo>
                  <a:lnTo>
                    <a:pt x="1941137" y="1946159"/>
                  </a:lnTo>
                  <a:lnTo>
                    <a:pt x="1955368" y="1845623"/>
                  </a:lnTo>
                  <a:close/>
                  <a:moveTo>
                    <a:pt x="1844486" y="1924915"/>
                  </a:moveTo>
                  <a:lnTo>
                    <a:pt x="1913180" y="1957136"/>
                  </a:lnTo>
                  <a:lnTo>
                    <a:pt x="1955368" y="1845623"/>
                  </a:lnTo>
                  <a:close/>
                  <a:moveTo>
                    <a:pt x="1941137" y="1946159"/>
                  </a:moveTo>
                  <a:lnTo>
                    <a:pt x="1997828" y="1940919"/>
                  </a:lnTo>
                  <a:lnTo>
                    <a:pt x="1955368" y="1845623"/>
                  </a:lnTo>
                  <a:close/>
                  <a:moveTo>
                    <a:pt x="1761117" y="1874921"/>
                  </a:moveTo>
                  <a:lnTo>
                    <a:pt x="1844486" y="1924915"/>
                  </a:lnTo>
                  <a:lnTo>
                    <a:pt x="1758945" y="1873001"/>
                  </a:lnTo>
                  <a:close/>
                  <a:moveTo>
                    <a:pt x="1752489" y="1859611"/>
                  </a:moveTo>
                  <a:lnTo>
                    <a:pt x="1761117" y="1874921"/>
                  </a:lnTo>
                  <a:lnTo>
                    <a:pt x="1758945" y="1873001"/>
                  </a:lnTo>
                  <a:close/>
                  <a:moveTo>
                    <a:pt x="1563260" y="1546060"/>
                  </a:moveTo>
                  <a:lnTo>
                    <a:pt x="1589622" y="1507624"/>
                  </a:lnTo>
                  <a:lnTo>
                    <a:pt x="1509710" y="1509216"/>
                  </a:lnTo>
                  <a:close/>
                  <a:moveTo>
                    <a:pt x="1589622" y="1507624"/>
                  </a:moveTo>
                  <a:lnTo>
                    <a:pt x="1560372" y="1483432"/>
                  </a:lnTo>
                  <a:lnTo>
                    <a:pt x="1509710" y="1509216"/>
                  </a:lnTo>
                  <a:close/>
                  <a:moveTo>
                    <a:pt x="1649867" y="1539379"/>
                  </a:moveTo>
                  <a:lnTo>
                    <a:pt x="1603932" y="1582838"/>
                  </a:lnTo>
                  <a:lnTo>
                    <a:pt x="1728322" y="1554051"/>
                  </a:lnTo>
                  <a:close/>
                  <a:moveTo>
                    <a:pt x="725936" y="529417"/>
                  </a:moveTo>
                  <a:lnTo>
                    <a:pt x="695667" y="479700"/>
                  </a:lnTo>
                  <a:lnTo>
                    <a:pt x="648163" y="517293"/>
                  </a:lnTo>
                  <a:close/>
                  <a:moveTo>
                    <a:pt x="1951282" y="1754269"/>
                  </a:moveTo>
                  <a:lnTo>
                    <a:pt x="1938898" y="1747795"/>
                  </a:lnTo>
                  <a:lnTo>
                    <a:pt x="2012990" y="1798048"/>
                  </a:lnTo>
                  <a:close/>
                  <a:moveTo>
                    <a:pt x="1961820" y="1836484"/>
                  </a:moveTo>
                  <a:lnTo>
                    <a:pt x="1951282" y="1754269"/>
                  </a:lnTo>
                  <a:lnTo>
                    <a:pt x="2012990" y="1798048"/>
                  </a:lnTo>
                  <a:close/>
                  <a:moveTo>
                    <a:pt x="1456067" y="1096549"/>
                  </a:moveTo>
                  <a:lnTo>
                    <a:pt x="1457112" y="1097360"/>
                  </a:lnTo>
                  <a:lnTo>
                    <a:pt x="1416882" y="1068487"/>
                  </a:lnTo>
                  <a:close/>
                  <a:moveTo>
                    <a:pt x="790221" y="413661"/>
                  </a:moveTo>
                  <a:lnTo>
                    <a:pt x="837948" y="454350"/>
                  </a:lnTo>
                  <a:lnTo>
                    <a:pt x="814250" y="438828"/>
                  </a:lnTo>
                  <a:close/>
                  <a:moveTo>
                    <a:pt x="866796" y="311906"/>
                  </a:moveTo>
                  <a:lnTo>
                    <a:pt x="870882" y="318176"/>
                  </a:lnTo>
                  <a:lnTo>
                    <a:pt x="888333" y="212326"/>
                  </a:lnTo>
                  <a:close/>
                  <a:moveTo>
                    <a:pt x="1553971" y="817443"/>
                  </a:moveTo>
                  <a:lnTo>
                    <a:pt x="1544501" y="855245"/>
                  </a:lnTo>
                  <a:lnTo>
                    <a:pt x="1487231" y="779564"/>
                  </a:lnTo>
                  <a:close/>
                  <a:moveTo>
                    <a:pt x="1521028" y="443856"/>
                  </a:moveTo>
                  <a:lnTo>
                    <a:pt x="1526022" y="494191"/>
                  </a:lnTo>
                  <a:lnTo>
                    <a:pt x="1536114" y="449511"/>
                  </a:lnTo>
                  <a:close/>
                  <a:moveTo>
                    <a:pt x="1521028" y="443856"/>
                  </a:moveTo>
                  <a:lnTo>
                    <a:pt x="1536114" y="449511"/>
                  </a:lnTo>
                  <a:lnTo>
                    <a:pt x="1548729" y="363886"/>
                  </a:lnTo>
                  <a:close/>
                  <a:moveTo>
                    <a:pt x="1285924" y="0"/>
                  </a:moveTo>
                  <a:lnTo>
                    <a:pt x="1201218" y="21620"/>
                  </a:lnTo>
                  <a:lnTo>
                    <a:pt x="1275042" y="113135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55" name="Candidate_density__2074">
              <a:extLst>
                <a:ext uri="{FF2B5EF4-FFF2-40B4-BE49-F238E27FC236}">
                  <a16:creationId xmlns:a16="http://schemas.microsoft.com/office/drawing/2014/main" id="{7A166626-E950-C14D-DFDD-92CE2FD22A1C}"/>
                </a:ext>
              </a:extLst>
            </p:cNvPr>
            <p:cNvSpPr>
              <a:spLocks noGrp="1"/>
            </p:cNvSpPr>
            <p:nvPr/>
          </p:nvSpPr>
          <p:spPr>
            <a:xfrm>
              <a:off x="4828023" y="1995139"/>
              <a:ext cx="1413638" cy="2519296"/>
            </a:xfrm>
            <a:custGeom>
              <a:avLst/>
              <a:gdLst/>
              <a:ahLst/>
              <a:cxnLst/>
              <a:rect l="0" t="0" r="0" b="0"/>
              <a:pathLst>
                <a:path w="1413638" h="2519296">
                  <a:moveTo>
                    <a:pt x="353217" y="1841438"/>
                  </a:moveTo>
                  <a:lnTo>
                    <a:pt x="347896" y="1849670"/>
                  </a:lnTo>
                  <a:lnTo>
                    <a:pt x="357804" y="1840630"/>
                  </a:lnTo>
                  <a:close/>
                  <a:moveTo>
                    <a:pt x="1098960" y="2463950"/>
                  </a:moveTo>
                  <a:lnTo>
                    <a:pt x="1068128" y="2460723"/>
                  </a:lnTo>
                  <a:lnTo>
                    <a:pt x="1031106" y="2470847"/>
                  </a:lnTo>
                  <a:close/>
                  <a:moveTo>
                    <a:pt x="353217" y="1841438"/>
                  </a:moveTo>
                  <a:lnTo>
                    <a:pt x="360052" y="1839787"/>
                  </a:lnTo>
                  <a:lnTo>
                    <a:pt x="410034" y="1820708"/>
                  </a:lnTo>
                  <a:close/>
                  <a:moveTo>
                    <a:pt x="360052" y="1839787"/>
                  </a:moveTo>
                  <a:lnTo>
                    <a:pt x="353217" y="1841438"/>
                  </a:lnTo>
                  <a:lnTo>
                    <a:pt x="357804" y="1840630"/>
                  </a:lnTo>
                  <a:close/>
                  <a:moveTo>
                    <a:pt x="441972" y="1803002"/>
                  </a:moveTo>
                  <a:lnTo>
                    <a:pt x="360052" y="1839787"/>
                  </a:lnTo>
                  <a:lnTo>
                    <a:pt x="475672" y="1787460"/>
                  </a:lnTo>
                  <a:close/>
                  <a:moveTo>
                    <a:pt x="475672" y="1787460"/>
                  </a:moveTo>
                  <a:lnTo>
                    <a:pt x="360052" y="1839787"/>
                  </a:lnTo>
                  <a:lnTo>
                    <a:pt x="357804" y="1840630"/>
                  </a:lnTo>
                  <a:close/>
                  <a:moveTo>
                    <a:pt x="475672" y="1787460"/>
                  </a:moveTo>
                  <a:lnTo>
                    <a:pt x="357804" y="1840630"/>
                  </a:lnTo>
                  <a:lnTo>
                    <a:pt x="429454" y="1829863"/>
                  </a:lnTo>
                  <a:close/>
                  <a:moveTo>
                    <a:pt x="78174" y="1486803"/>
                  </a:moveTo>
                  <a:lnTo>
                    <a:pt x="55468" y="1546220"/>
                  </a:lnTo>
                  <a:lnTo>
                    <a:pt x="85501" y="1512579"/>
                  </a:lnTo>
                  <a:close/>
                  <a:moveTo>
                    <a:pt x="0" y="1348148"/>
                  </a:moveTo>
                  <a:lnTo>
                    <a:pt x="20236" y="1233630"/>
                  </a:lnTo>
                  <a:lnTo>
                    <a:pt x="17010" y="1227497"/>
                  </a:lnTo>
                  <a:close/>
                  <a:moveTo>
                    <a:pt x="17010" y="1227497"/>
                  </a:moveTo>
                  <a:lnTo>
                    <a:pt x="20236" y="1233630"/>
                  </a:lnTo>
                  <a:lnTo>
                    <a:pt x="26467" y="1222587"/>
                  </a:lnTo>
                  <a:close/>
                  <a:moveTo>
                    <a:pt x="441972" y="1803002"/>
                  </a:moveTo>
                  <a:lnTo>
                    <a:pt x="410034" y="1820708"/>
                  </a:lnTo>
                  <a:lnTo>
                    <a:pt x="360052" y="1839787"/>
                  </a:lnTo>
                  <a:close/>
                  <a:moveTo>
                    <a:pt x="1154000" y="2519296"/>
                  </a:moveTo>
                  <a:lnTo>
                    <a:pt x="1068128" y="2460723"/>
                  </a:lnTo>
                  <a:lnTo>
                    <a:pt x="1108066" y="2456546"/>
                  </a:lnTo>
                  <a:close/>
                  <a:moveTo>
                    <a:pt x="441972" y="1803002"/>
                  </a:moveTo>
                  <a:lnTo>
                    <a:pt x="475672" y="1787460"/>
                  </a:lnTo>
                  <a:lnTo>
                    <a:pt x="432573" y="1780828"/>
                  </a:lnTo>
                  <a:close/>
                  <a:moveTo>
                    <a:pt x="101795" y="795162"/>
                  </a:moveTo>
                  <a:lnTo>
                    <a:pt x="76340" y="821763"/>
                  </a:lnTo>
                  <a:lnTo>
                    <a:pt x="15604" y="837027"/>
                  </a:lnTo>
                  <a:close/>
                  <a:moveTo>
                    <a:pt x="816566" y="1580427"/>
                  </a:moveTo>
                  <a:lnTo>
                    <a:pt x="685339" y="1583649"/>
                  </a:lnTo>
                  <a:lnTo>
                    <a:pt x="766659" y="1609036"/>
                  </a:lnTo>
                  <a:close/>
                  <a:moveTo>
                    <a:pt x="1334385" y="2263199"/>
                  </a:moveTo>
                  <a:lnTo>
                    <a:pt x="1367735" y="2247867"/>
                  </a:lnTo>
                  <a:lnTo>
                    <a:pt x="1413638" y="2204287"/>
                  </a:lnTo>
                  <a:close/>
                  <a:moveTo>
                    <a:pt x="1104087" y="1731472"/>
                  </a:moveTo>
                  <a:lnTo>
                    <a:pt x="1046912" y="1745026"/>
                  </a:lnTo>
                  <a:lnTo>
                    <a:pt x="1136345" y="1724852"/>
                  </a:lnTo>
                  <a:close/>
                  <a:moveTo>
                    <a:pt x="860896" y="1530966"/>
                  </a:moveTo>
                  <a:lnTo>
                    <a:pt x="816566" y="1580427"/>
                  </a:lnTo>
                  <a:lnTo>
                    <a:pt x="933710" y="1524547"/>
                  </a:lnTo>
                  <a:close/>
                  <a:moveTo>
                    <a:pt x="1177701" y="1699289"/>
                  </a:moveTo>
                  <a:lnTo>
                    <a:pt x="1104087" y="1731472"/>
                  </a:lnTo>
                  <a:lnTo>
                    <a:pt x="1136345" y="1724852"/>
                  </a:lnTo>
                  <a:close/>
                  <a:moveTo>
                    <a:pt x="686889" y="1155297"/>
                  </a:moveTo>
                  <a:lnTo>
                    <a:pt x="698224" y="1045991"/>
                  </a:lnTo>
                  <a:lnTo>
                    <a:pt x="675958" y="1117529"/>
                  </a:lnTo>
                  <a:close/>
                  <a:moveTo>
                    <a:pt x="379804" y="256942"/>
                  </a:moveTo>
                  <a:lnTo>
                    <a:pt x="396212" y="218505"/>
                  </a:lnTo>
                  <a:lnTo>
                    <a:pt x="386735" y="227178"/>
                  </a:lnTo>
                  <a:close/>
                  <a:moveTo>
                    <a:pt x="453626" y="136290"/>
                  </a:moveTo>
                  <a:lnTo>
                    <a:pt x="497733" y="97854"/>
                  </a:lnTo>
                  <a:lnTo>
                    <a:pt x="487022" y="108278"/>
                  </a:lnTo>
                  <a:close/>
                  <a:moveTo>
                    <a:pt x="956434" y="533498"/>
                  </a:moveTo>
                  <a:lnTo>
                    <a:pt x="908593" y="569828"/>
                  </a:lnTo>
                  <a:lnTo>
                    <a:pt x="1029169" y="526786"/>
                  </a:lnTo>
                  <a:close/>
                  <a:moveTo>
                    <a:pt x="523130" y="28079"/>
                  </a:moveTo>
                  <a:lnTo>
                    <a:pt x="492997" y="90730"/>
                  </a:lnTo>
                  <a:lnTo>
                    <a:pt x="590151" y="0"/>
                  </a:lnTo>
                  <a:close/>
                  <a:moveTo>
                    <a:pt x="1056925" y="435687"/>
                  </a:moveTo>
                  <a:lnTo>
                    <a:pt x="1029169" y="526786"/>
                  </a:lnTo>
                  <a:lnTo>
                    <a:pt x="1063061" y="47049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56" name="Candidate_density__2075">
              <a:extLst>
                <a:ext uri="{FF2B5EF4-FFF2-40B4-BE49-F238E27FC236}">
                  <a16:creationId xmlns:a16="http://schemas.microsoft.com/office/drawing/2014/main" id="{20D72DEF-9634-BEAA-327F-7F2E35B1AB10}"/>
                </a:ext>
              </a:extLst>
            </p:cNvPr>
            <p:cNvSpPr>
              <a:spLocks noGrp="1"/>
            </p:cNvSpPr>
            <p:nvPr/>
          </p:nvSpPr>
          <p:spPr>
            <a:xfrm>
              <a:off x="4333264" y="1521749"/>
              <a:ext cx="2252229" cy="3690754"/>
            </a:xfrm>
            <a:custGeom>
              <a:avLst/>
              <a:gdLst/>
              <a:ahLst/>
              <a:cxnLst/>
              <a:rect l="0" t="0" r="0" b="0"/>
              <a:pathLst>
                <a:path w="2252229" h="3690754">
                  <a:moveTo>
                    <a:pt x="333614" y="3608902"/>
                  </a:moveTo>
                  <a:lnTo>
                    <a:pt x="321760" y="3659544"/>
                  </a:lnTo>
                  <a:lnTo>
                    <a:pt x="374890" y="3642989"/>
                  </a:lnTo>
                  <a:close/>
                  <a:moveTo>
                    <a:pt x="482722" y="3652680"/>
                  </a:moveTo>
                  <a:lnTo>
                    <a:pt x="476462" y="3679598"/>
                  </a:lnTo>
                  <a:lnTo>
                    <a:pt x="514575" y="3671389"/>
                  </a:lnTo>
                  <a:close/>
                  <a:moveTo>
                    <a:pt x="618913" y="3624380"/>
                  </a:moveTo>
                  <a:lnTo>
                    <a:pt x="514575" y="3671389"/>
                  </a:lnTo>
                  <a:lnTo>
                    <a:pt x="593670" y="3688452"/>
                  </a:lnTo>
                  <a:close/>
                  <a:moveTo>
                    <a:pt x="684536" y="3631622"/>
                  </a:moveTo>
                  <a:lnTo>
                    <a:pt x="593670" y="3688452"/>
                  </a:lnTo>
                  <a:lnTo>
                    <a:pt x="668816" y="3690754"/>
                  </a:lnTo>
                  <a:close/>
                  <a:moveTo>
                    <a:pt x="684536" y="3631622"/>
                  </a:moveTo>
                  <a:lnTo>
                    <a:pt x="618913" y="3624380"/>
                  </a:lnTo>
                  <a:lnTo>
                    <a:pt x="593670" y="3688452"/>
                  </a:lnTo>
                  <a:close/>
                  <a:moveTo>
                    <a:pt x="618913" y="3624380"/>
                  </a:moveTo>
                  <a:lnTo>
                    <a:pt x="684536" y="3631622"/>
                  </a:lnTo>
                  <a:lnTo>
                    <a:pt x="645547" y="3563227"/>
                  </a:lnTo>
                  <a:close/>
                  <a:moveTo>
                    <a:pt x="618913" y="3624380"/>
                  </a:moveTo>
                  <a:lnTo>
                    <a:pt x="645547" y="3563227"/>
                  </a:lnTo>
                  <a:lnTo>
                    <a:pt x="586311" y="3550793"/>
                  </a:lnTo>
                  <a:close/>
                  <a:moveTo>
                    <a:pt x="510807" y="3378643"/>
                  </a:moveTo>
                  <a:lnTo>
                    <a:pt x="498750" y="3367599"/>
                  </a:lnTo>
                  <a:lnTo>
                    <a:pt x="487960" y="3356675"/>
                  </a:lnTo>
                  <a:close/>
                  <a:moveTo>
                    <a:pt x="558438" y="3329162"/>
                  </a:moveTo>
                  <a:lnTo>
                    <a:pt x="498750" y="3367599"/>
                  </a:lnTo>
                  <a:lnTo>
                    <a:pt x="576246" y="3408106"/>
                  </a:lnTo>
                  <a:close/>
                  <a:moveTo>
                    <a:pt x="42058" y="2265708"/>
                  </a:moveTo>
                  <a:lnTo>
                    <a:pt x="1494" y="2222086"/>
                  </a:lnTo>
                  <a:lnTo>
                    <a:pt x="61568" y="2273148"/>
                  </a:lnTo>
                  <a:close/>
                  <a:moveTo>
                    <a:pt x="1361" y="2221929"/>
                  </a:moveTo>
                  <a:lnTo>
                    <a:pt x="1494" y="2222086"/>
                  </a:lnTo>
                  <a:lnTo>
                    <a:pt x="42058" y="2265708"/>
                  </a:lnTo>
                  <a:close/>
                  <a:moveTo>
                    <a:pt x="7146" y="2183493"/>
                  </a:moveTo>
                  <a:lnTo>
                    <a:pt x="1361" y="2221929"/>
                  </a:lnTo>
                  <a:lnTo>
                    <a:pt x="42058" y="2265708"/>
                  </a:lnTo>
                  <a:close/>
                  <a:moveTo>
                    <a:pt x="715978" y="2905416"/>
                  </a:moveTo>
                  <a:lnTo>
                    <a:pt x="747078" y="2980224"/>
                  </a:lnTo>
                  <a:lnTo>
                    <a:pt x="770172" y="2921947"/>
                  </a:lnTo>
                  <a:close/>
                  <a:moveTo>
                    <a:pt x="715978" y="2905416"/>
                  </a:moveTo>
                  <a:lnTo>
                    <a:pt x="770172" y="2921947"/>
                  </a:lnTo>
                  <a:lnTo>
                    <a:pt x="791149" y="2804801"/>
                  </a:lnTo>
                  <a:close/>
                  <a:moveTo>
                    <a:pt x="11841" y="2013299"/>
                  </a:moveTo>
                  <a:lnTo>
                    <a:pt x="121007" y="1980626"/>
                  </a:lnTo>
                  <a:lnTo>
                    <a:pt x="15909" y="2060780"/>
                  </a:lnTo>
                  <a:close/>
                  <a:moveTo>
                    <a:pt x="126017" y="1978594"/>
                  </a:moveTo>
                  <a:lnTo>
                    <a:pt x="11841" y="2013299"/>
                  </a:lnTo>
                  <a:lnTo>
                    <a:pt x="0" y="2001299"/>
                  </a:lnTo>
                  <a:close/>
                  <a:moveTo>
                    <a:pt x="196629" y="2123846"/>
                  </a:moveTo>
                  <a:lnTo>
                    <a:pt x="185559" y="2201211"/>
                  </a:lnTo>
                  <a:lnTo>
                    <a:pt x="224717" y="2145056"/>
                  </a:lnTo>
                  <a:close/>
                  <a:moveTo>
                    <a:pt x="711523" y="2408575"/>
                  </a:moveTo>
                  <a:lnTo>
                    <a:pt x="743439" y="2517695"/>
                  </a:lnTo>
                  <a:lnTo>
                    <a:pt x="805098" y="2415218"/>
                  </a:lnTo>
                  <a:close/>
                  <a:moveTo>
                    <a:pt x="367890" y="2106620"/>
                  </a:moveTo>
                  <a:lnTo>
                    <a:pt x="390336" y="2188835"/>
                  </a:lnTo>
                  <a:lnTo>
                    <a:pt x="498435" y="2104627"/>
                  </a:lnTo>
                  <a:close/>
                  <a:moveTo>
                    <a:pt x="367622" y="2106016"/>
                  </a:moveTo>
                  <a:lnTo>
                    <a:pt x="367890" y="2106620"/>
                  </a:lnTo>
                  <a:lnTo>
                    <a:pt x="498435" y="2104627"/>
                  </a:lnTo>
                  <a:close/>
                  <a:moveTo>
                    <a:pt x="389183" y="2188580"/>
                  </a:moveTo>
                  <a:lnTo>
                    <a:pt x="367622" y="2106016"/>
                  </a:lnTo>
                  <a:lnTo>
                    <a:pt x="498435" y="2104627"/>
                  </a:lnTo>
                  <a:close/>
                  <a:moveTo>
                    <a:pt x="319697" y="1985969"/>
                  </a:moveTo>
                  <a:lnTo>
                    <a:pt x="278707" y="1917525"/>
                  </a:lnTo>
                  <a:lnTo>
                    <a:pt x="314882" y="1942189"/>
                  </a:lnTo>
                  <a:close/>
                  <a:moveTo>
                    <a:pt x="314384" y="1910348"/>
                  </a:moveTo>
                  <a:lnTo>
                    <a:pt x="314882" y="1942189"/>
                  </a:lnTo>
                  <a:lnTo>
                    <a:pt x="278707" y="1917525"/>
                  </a:lnTo>
                  <a:close/>
                  <a:moveTo>
                    <a:pt x="771682" y="2397044"/>
                  </a:moveTo>
                  <a:lnTo>
                    <a:pt x="805098" y="2415218"/>
                  </a:lnTo>
                  <a:lnTo>
                    <a:pt x="811748" y="2387686"/>
                  </a:lnTo>
                  <a:close/>
                  <a:moveTo>
                    <a:pt x="771682" y="2397044"/>
                  </a:moveTo>
                  <a:lnTo>
                    <a:pt x="811748" y="2387686"/>
                  </a:lnTo>
                  <a:lnTo>
                    <a:pt x="786373" y="2276392"/>
                  </a:lnTo>
                  <a:close/>
                  <a:moveTo>
                    <a:pt x="766349" y="2314828"/>
                  </a:moveTo>
                  <a:lnTo>
                    <a:pt x="771682" y="2397044"/>
                  </a:lnTo>
                  <a:lnTo>
                    <a:pt x="786373" y="2276392"/>
                  </a:lnTo>
                  <a:close/>
                  <a:moveTo>
                    <a:pt x="811748" y="2387686"/>
                  </a:moveTo>
                  <a:lnTo>
                    <a:pt x="805098" y="2415218"/>
                  </a:lnTo>
                  <a:lnTo>
                    <a:pt x="823047" y="2397044"/>
                  </a:lnTo>
                  <a:close/>
                  <a:moveTo>
                    <a:pt x="496115" y="1962054"/>
                  </a:moveTo>
                  <a:lnTo>
                    <a:pt x="572933" y="1960193"/>
                  </a:lnTo>
                  <a:lnTo>
                    <a:pt x="482600" y="1872948"/>
                  </a:lnTo>
                  <a:close/>
                  <a:moveTo>
                    <a:pt x="399837" y="1879642"/>
                  </a:moveTo>
                  <a:lnTo>
                    <a:pt x="486016" y="1947532"/>
                  </a:lnTo>
                  <a:lnTo>
                    <a:pt x="496115" y="1962054"/>
                  </a:lnTo>
                  <a:close/>
                  <a:moveTo>
                    <a:pt x="399837" y="1879642"/>
                  </a:moveTo>
                  <a:lnTo>
                    <a:pt x="380260" y="1795465"/>
                  </a:lnTo>
                  <a:lnTo>
                    <a:pt x="379612" y="1865317"/>
                  </a:lnTo>
                  <a:close/>
                  <a:moveTo>
                    <a:pt x="490825" y="1903753"/>
                  </a:moveTo>
                  <a:lnTo>
                    <a:pt x="471673" y="1789366"/>
                  </a:lnTo>
                  <a:lnTo>
                    <a:pt x="482600" y="1872948"/>
                  </a:lnTo>
                  <a:close/>
                  <a:moveTo>
                    <a:pt x="471321" y="1783102"/>
                  </a:moveTo>
                  <a:lnTo>
                    <a:pt x="471673" y="1789366"/>
                  </a:lnTo>
                  <a:lnTo>
                    <a:pt x="490825" y="1903753"/>
                  </a:lnTo>
                  <a:close/>
                  <a:moveTo>
                    <a:pt x="380260" y="1795465"/>
                  </a:moveTo>
                  <a:lnTo>
                    <a:pt x="468385" y="1783102"/>
                  </a:lnTo>
                  <a:lnTo>
                    <a:pt x="386908" y="1751102"/>
                  </a:lnTo>
                  <a:close/>
                  <a:moveTo>
                    <a:pt x="1348355" y="2837872"/>
                  </a:moveTo>
                  <a:lnTo>
                    <a:pt x="1334165" y="2813461"/>
                  </a:lnTo>
                  <a:lnTo>
                    <a:pt x="1320713" y="2797979"/>
                  </a:lnTo>
                  <a:close/>
                  <a:moveTo>
                    <a:pt x="1165200" y="2582389"/>
                  </a:moveTo>
                  <a:lnTo>
                    <a:pt x="1212652" y="2609159"/>
                  </a:lnTo>
                  <a:lnTo>
                    <a:pt x="1229151" y="2649031"/>
                  </a:lnTo>
                  <a:close/>
                  <a:moveTo>
                    <a:pt x="638633" y="1909095"/>
                  </a:moveTo>
                  <a:lnTo>
                    <a:pt x="663742" y="1946960"/>
                  </a:lnTo>
                  <a:lnTo>
                    <a:pt x="730558" y="1984773"/>
                  </a:lnTo>
                  <a:close/>
                  <a:moveTo>
                    <a:pt x="1736502" y="3060107"/>
                  </a:moveTo>
                  <a:lnTo>
                    <a:pt x="1797420" y="3032511"/>
                  </a:lnTo>
                  <a:lnTo>
                    <a:pt x="1801277" y="2986237"/>
                  </a:lnTo>
                  <a:close/>
                  <a:moveTo>
                    <a:pt x="917276" y="2062209"/>
                  </a:moveTo>
                  <a:lnTo>
                    <a:pt x="987277" y="2155741"/>
                  </a:lnTo>
                  <a:lnTo>
                    <a:pt x="926541" y="2073525"/>
                  </a:lnTo>
                  <a:close/>
                  <a:moveTo>
                    <a:pt x="864646" y="2044405"/>
                  </a:moveTo>
                  <a:lnTo>
                    <a:pt x="964670" y="2123771"/>
                  </a:lnTo>
                  <a:lnTo>
                    <a:pt x="917276" y="2062209"/>
                  </a:lnTo>
                  <a:close/>
                  <a:moveTo>
                    <a:pt x="1638417" y="2740316"/>
                  </a:moveTo>
                  <a:lnTo>
                    <a:pt x="1723947" y="2831467"/>
                  </a:lnTo>
                  <a:lnTo>
                    <a:pt x="1662841" y="2775025"/>
                  </a:lnTo>
                  <a:close/>
                  <a:moveTo>
                    <a:pt x="915560" y="1763328"/>
                  </a:moveTo>
                  <a:lnTo>
                    <a:pt x="989119" y="1864211"/>
                  </a:lnTo>
                  <a:lnTo>
                    <a:pt x="1004509" y="1832223"/>
                  </a:lnTo>
                  <a:close/>
                  <a:moveTo>
                    <a:pt x="249132" y="1048508"/>
                  </a:moveTo>
                  <a:lnTo>
                    <a:pt x="295702" y="1010072"/>
                  </a:lnTo>
                  <a:lnTo>
                    <a:pt x="218067" y="966293"/>
                  </a:lnTo>
                  <a:close/>
                  <a:moveTo>
                    <a:pt x="1165691" y="2078868"/>
                  </a:moveTo>
                  <a:lnTo>
                    <a:pt x="1166557" y="2080825"/>
                  </a:lnTo>
                  <a:lnTo>
                    <a:pt x="1171169" y="2087109"/>
                  </a:lnTo>
                  <a:close/>
                  <a:moveTo>
                    <a:pt x="1004509" y="1832223"/>
                  </a:moveTo>
                  <a:lnTo>
                    <a:pt x="989119" y="1864211"/>
                  </a:lnTo>
                  <a:lnTo>
                    <a:pt x="1035380" y="1858074"/>
                  </a:lnTo>
                  <a:close/>
                  <a:moveTo>
                    <a:pt x="1854502" y="2754829"/>
                  </a:moveTo>
                  <a:lnTo>
                    <a:pt x="1811596" y="2698152"/>
                  </a:lnTo>
                  <a:lnTo>
                    <a:pt x="1723413" y="2758571"/>
                  </a:lnTo>
                  <a:close/>
                  <a:moveTo>
                    <a:pt x="1811596" y="2698152"/>
                  </a:moveTo>
                  <a:lnTo>
                    <a:pt x="1733025" y="2623902"/>
                  </a:lnTo>
                  <a:lnTo>
                    <a:pt x="1721241" y="2654374"/>
                  </a:lnTo>
                  <a:close/>
                  <a:moveTo>
                    <a:pt x="1684845" y="2614371"/>
                  </a:moveTo>
                  <a:lnTo>
                    <a:pt x="1721241" y="2654374"/>
                  </a:lnTo>
                  <a:lnTo>
                    <a:pt x="1733025" y="2623902"/>
                  </a:lnTo>
                  <a:close/>
                  <a:moveTo>
                    <a:pt x="520426" y="1241644"/>
                  </a:moveTo>
                  <a:lnTo>
                    <a:pt x="590012" y="1245664"/>
                  </a:lnTo>
                  <a:lnTo>
                    <a:pt x="563702" y="1166961"/>
                  </a:lnTo>
                  <a:close/>
                  <a:moveTo>
                    <a:pt x="569923" y="1061810"/>
                  </a:moveTo>
                  <a:lnTo>
                    <a:pt x="509205" y="1068881"/>
                  </a:lnTo>
                  <a:lnTo>
                    <a:pt x="502215" y="1156357"/>
                  </a:lnTo>
                  <a:close/>
                  <a:moveTo>
                    <a:pt x="569923" y="1061810"/>
                  </a:moveTo>
                  <a:lnTo>
                    <a:pt x="502215" y="1156357"/>
                  </a:lnTo>
                  <a:lnTo>
                    <a:pt x="563702" y="1166961"/>
                  </a:lnTo>
                  <a:close/>
                  <a:moveTo>
                    <a:pt x="255807" y="735037"/>
                  </a:moveTo>
                  <a:lnTo>
                    <a:pt x="170209" y="643943"/>
                  </a:lnTo>
                  <a:lnTo>
                    <a:pt x="180806" y="735419"/>
                  </a:lnTo>
                  <a:close/>
                  <a:moveTo>
                    <a:pt x="255807" y="735037"/>
                  </a:moveTo>
                  <a:lnTo>
                    <a:pt x="326831" y="737888"/>
                  </a:lnTo>
                  <a:lnTo>
                    <a:pt x="254600" y="674269"/>
                  </a:lnTo>
                  <a:close/>
                  <a:moveTo>
                    <a:pt x="326831" y="737888"/>
                  </a:moveTo>
                  <a:lnTo>
                    <a:pt x="336976" y="703603"/>
                  </a:lnTo>
                  <a:lnTo>
                    <a:pt x="254600" y="674269"/>
                  </a:lnTo>
                  <a:close/>
                  <a:moveTo>
                    <a:pt x="2193060" y="2824146"/>
                  </a:moveTo>
                  <a:lnTo>
                    <a:pt x="2147071" y="2797522"/>
                  </a:lnTo>
                  <a:lnTo>
                    <a:pt x="2087910" y="2791530"/>
                  </a:lnTo>
                  <a:close/>
                  <a:moveTo>
                    <a:pt x="539083" y="965391"/>
                  </a:moveTo>
                  <a:lnTo>
                    <a:pt x="535389" y="1053850"/>
                  </a:lnTo>
                  <a:lnTo>
                    <a:pt x="574898" y="1035837"/>
                  </a:lnTo>
                  <a:close/>
                  <a:moveTo>
                    <a:pt x="368886" y="724989"/>
                  </a:moveTo>
                  <a:lnTo>
                    <a:pt x="444516" y="686553"/>
                  </a:lnTo>
                  <a:lnTo>
                    <a:pt x="336976" y="703603"/>
                  </a:lnTo>
                  <a:close/>
                  <a:moveTo>
                    <a:pt x="444516" y="686553"/>
                  </a:moveTo>
                  <a:lnTo>
                    <a:pt x="378649" y="644210"/>
                  </a:lnTo>
                  <a:lnTo>
                    <a:pt x="336976" y="703603"/>
                  </a:lnTo>
                  <a:close/>
                  <a:moveTo>
                    <a:pt x="2234014" y="2719751"/>
                  </a:moveTo>
                  <a:lnTo>
                    <a:pt x="2193060" y="2824146"/>
                  </a:lnTo>
                  <a:lnTo>
                    <a:pt x="2252229" y="2805035"/>
                  </a:lnTo>
                  <a:close/>
                  <a:moveTo>
                    <a:pt x="1945608" y="2572260"/>
                  </a:moveTo>
                  <a:lnTo>
                    <a:pt x="1939063" y="2539065"/>
                  </a:lnTo>
                  <a:lnTo>
                    <a:pt x="1918873" y="2501642"/>
                  </a:lnTo>
                  <a:close/>
                  <a:moveTo>
                    <a:pt x="1871297" y="2572082"/>
                  </a:moveTo>
                  <a:lnTo>
                    <a:pt x="1892458" y="2577501"/>
                  </a:lnTo>
                  <a:lnTo>
                    <a:pt x="1918873" y="2501642"/>
                  </a:lnTo>
                  <a:close/>
                  <a:moveTo>
                    <a:pt x="1779034" y="2246721"/>
                  </a:moveTo>
                  <a:lnTo>
                    <a:pt x="1835009" y="2301306"/>
                  </a:lnTo>
                  <a:lnTo>
                    <a:pt x="1725952" y="2229283"/>
                  </a:lnTo>
                  <a:close/>
                  <a:moveTo>
                    <a:pt x="1772578" y="2233331"/>
                  </a:moveTo>
                  <a:lnTo>
                    <a:pt x="1779034" y="2246721"/>
                  </a:lnTo>
                  <a:lnTo>
                    <a:pt x="1730851" y="2127989"/>
                  </a:lnTo>
                  <a:close/>
                  <a:moveTo>
                    <a:pt x="1730851" y="2127989"/>
                  </a:moveTo>
                  <a:lnTo>
                    <a:pt x="1787427" y="2073643"/>
                  </a:lnTo>
                  <a:lnTo>
                    <a:pt x="1697392" y="2152410"/>
                  </a:lnTo>
                  <a:close/>
                  <a:moveTo>
                    <a:pt x="1701888" y="2048663"/>
                  </a:moveTo>
                  <a:lnTo>
                    <a:pt x="1701842" y="2045774"/>
                  </a:lnTo>
                  <a:lnTo>
                    <a:pt x="1724229" y="2127989"/>
                  </a:lnTo>
                  <a:close/>
                  <a:moveTo>
                    <a:pt x="1701842" y="2045774"/>
                  </a:moveTo>
                  <a:lnTo>
                    <a:pt x="1701888" y="2048663"/>
                  </a:lnTo>
                  <a:lnTo>
                    <a:pt x="1565432" y="1998915"/>
                  </a:lnTo>
                  <a:close/>
                  <a:moveTo>
                    <a:pt x="444516" y="686553"/>
                  </a:moveTo>
                  <a:lnTo>
                    <a:pt x="481695" y="648117"/>
                  </a:lnTo>
                  <a:lnTo>
                    <a:pt x="378649" y="644210"/>
                  </a:lnTo>
                  <a:close/>
                  <a:moveTo>
                    <a:pt x="557880" y="757010"/>
                  </a:moveTo>
                  <a:lnTo>
                    <a:pt x="521136" y="683088"/>
                  </a:lnTo>
                  <a:lnTo>
                    <a:pt x="467430" y="697492"/>
                  </a:lnTo>
                  <a:close/>
                  <a:moveTo>
                    <a:pt x="1637900" y="1842907"/>
                  </a:moveTo>
                  <a:lnTo>
                    <a:pt x="1609711" y="1881343"/>
                  </a:lnTo>
                  <a:lnTo>
                    <a:pt x="1699600" y="1925122"/>
                  </a:lnTo>
                  <a:close/>
                  <a:moveTo>
                    <a:pt x="1646770" y="1678477"/>
                  </a:moveTo>
                  <a:lnTo>
                    <a:pt x="1608722" y="1747608"/>
                  </a:lnTo>
                  <a:lnTo>
                    <a:pt x="1655909" y="1685674"/>
                  </a:lnTo>
                  <a:close/>
                  <a:moveTo>
                    <a:pt x="715756" y="853420"/>
                  </a:moveTo>
                  <a:lnTo>
                    <a:pt x="790901" y="894762"/>
                  </a:lnTo>
                  <a:lnTo>
                    <a:pt x="758862" y="799382"/>
                  </a:lnTo>
                  <a:close/>
                  <a:moveTo>
                    <a:pt x="758862" y="799382"/>
                  </a:moveTo>
                  <a:lnTo>
                    <a:pt x="790901" y="894762"/>
                  </a:lnTo>
                  <a:lnTo>
                    <a:pt x="810310" y="787380"/>
                  </a:lnTo>
                  <a:close/>
                  <a:moveTo>
                    <a:pt x="920659" y="858353"/>
                  </a:moveTo>
                  <a:lnTo>
                    <a:pt x="858037" y="828070"/>
                  </a:lnTo>
                  <a:lnTo>
                    <a:pt x="810310" y="787380"/>
                  </a:lnTo>
                  <a:close/>
                  <a:moveTo>
                    <a:pt x="2011913" y="2218079"/>
                  </a:moveTo>
                  <a:lnTo>
                    <a:pt x="2056323" y="2242566"/>
                  </a:lnTo>
                  <a:lnTo>
                    <a:pt x="2024740" y="2168150"/>
                  </a:lnTo>
                  <a:close/>
                  <a:moveTo>
                    <a:pt x="1965394" y="2155805"/>
                  </a:moveTo>
                  <a:lnTo>
                    <a:pt x="2024740" y="2168150"/>
                  </a:lnTo>
                  <a:lnTo>
                    <a:pt x="2018348" y="2164502"/>
                  </a:lnTo>
                  <a:close/>
                  <a:moveTo>
                    <a:pt x="1608722" y="1747608"/>
                  </a:moveTo>
                  <a:lnTo>
                    <a:pt x="1646770" y="1678477"/>
                  </a:lnTo>
                  <a:lnTo>
                    <a:pt x="1613530" y="1659535"/>
                  </a:lnTo>
                  <a:close/>
                  <a:moveTo>
                    <a:pt x="1754373" y="1367912"/>
                  </a:moveTo>
                  <a:lnTo>
                    <a:pt x="1808232" y="1398737"/>
                  </a:lnTo>
                  <a:lnTo>
                    <a:pt x="1716662" y="1336007"/>
                  </a:lnTo>
                  <a:close/>
                  <a:moveTo>
                    <a:pt x="1808232" y="1398737"/>
                  </a:moveTo>
                  <a:lnTo>
                    <a:pt x="1827625" y="1406480"/>
                  </a:lnTo>
                  <a:lnTo>
                    <a:pt x="1716662" y="1336007"/>
                  </a:lnTo>
                  <a:close/>
                  <a:moveTo>
                    <a:pt x="1716662" y="1336007"/>
                  </a:moveTo>
                  <a:lnTo>
                    <a:pt x="1827625" y="1406480"/>
                  </a:lnTo>
                  <a:lnTo>
                    <a:pt x="1762019" y="1354959"/>
                  </a:lnTo>
                  <a:close/>
                  <a:moveTo>
                    <a:pt x="1852010" y="1454299"/>
                  </a:moveTo>
                  <a:lnTo>
                    <a:pt x="1827625" y="1406480"/>
                  </a:lnTo>
                  <a:lnTo>
                    <a:pt x="1808232" y="1398737"/>
                  </a:lnTo>
                  <a:close/>
                  <a:moveTo>
                    <a:pt x="1658315" y="1322850"/>
                  </a:moveTo>
                  <a:lnTo>
                    <a:pt x="1716662" y="1336007"/>
                  </a:lnTo>
                  <a:lnTo>
                    <a:pt x="1603822" y="1267058"/>
                  </a:lnTo>
                  <a:close/>
                  <a:moveTo>
                    <a:pt x="1529168" y="1167068"/>
                  </a:moveTo>
                  <a:lnTo>
                    <a:pt x="1603822" y="1267058"/>
                  </a:lnTo>
                  <a:lnTo>
                    <a:pt x="1574383" y="1190528"/>
                  </a:lnTo>
                  <a:close/>
                  <a:moveTo>
                    <a:pt x="1467361" y="852135"/>
                  </a:moveTo>
                  <a:lnTo>
                    <a:pt x="1518159" y="905446"/>
                  </a:lnTo>
                  <a:lnTo>
                    <a:pt x="1551684" y="909077"/>
                  </a:lnTo>
                  <a:close/>
                  <a:moveTo>
                    <a:pt x="1376167" y="789834"/>
                  </a:moveTo>
                  <a:lnTo>
                    <a:pt x="1266431" y="861668"/>
                  </a:lnTo>
                  <a:lnTo>
                    <a:pt x="1378149" y="828882"/>
                  </a:lnTo>
                  <a:close/>
                  <a:moveTo>
                    <a:pt x="1323987" y="741016"/>
                  </a:moveTo>
                  <a:lnTo>
                    <a:pt x="1266431" y="861668"/>
                  </a:lnTo>
                  <a:lnTo>
                    <a:pt x="1376167" y="789834"/>
                  </a:lnTo>
                  <a:close/>
                  <a:moveTo>
                    <a:pt x="1261028" y="763415"/>
                  </a:moveTo>
                  <a:lnTo>
                    <a:pt x="1323987" y="741016"/>
                  </a:lnTo>
                  <a:lnTo>
                    <a:pt x="1286124" y="731835"/>
                  </a:lnTo>
                  <a:close/>
                  <a:moveTo>
                    <a:pt x="1259601" y="741016"/>
                  </a:moveTo>
                  <a:lnTo>
                    <a:pt x="1261028" y="763415"/>
                  </a:lnTo>
                  <a:lnTo>
                    <a:pt x="1286124" y="731835"/>
                  </a:lnTo>
                  <a:close/>
                  <a:moveTo>
                    <a:pt x="1387301" y="831463"/>
                  </a:moveTo>
                  <a:lnTo>
                    <a:pt x="1442407" y="822294"/>
                  </a:lnTo>
                  <a:lnTo>
                    <a:pt x="1467361" y="852135"/>
                  </a:lnTo>
                  <a:close/>
                  <a:moveTo>
                    <a:pt x="1375087" y="631187"/>
                  </a:moveTo>
                  <a:lnTo>
                    <a:pt x="1323987" y="741016"/>
                  </a:lnTo>
                  <a:lnTo>
                    <a:pt x="1368276" y="736817"/>
                  </a:lnTo>
                  <a:close/>
                  <a:moveTo>
                    <a:pt x="1375087" y="631187"/>
                  </a:moveTo>
                  <a:lnTo>
                    <a:pt x="1437220" y="620365"/>
                  </a:lnTo>
                  <a:lnTo>
                    <a:pt x="1381153" y="593274"/>
                  </a:lnTo>
                  <a:close/>
                  <a:moveTo>
                    <a:pt x="1221307" y="395340"/>
                  </a:moveTo>
                  <a:lnTo>
                    <a:pt x="1172341" y="291504"/>
                  </a:lnTo>
                  <a:lnTo>
                    <a:pt x="1146102" y="295795"/>
                  </a:lnTo>
                  <a:close/>
                  <a:moveTo>
                    <a:pt x="1146102" y="295795"/>
                  </a:moveTo>
                  <a:lnTo>
                    <a:pt x="1154331" y="302540"/>
                  </a:lnTo>
                  <a:lnTo>
                    <a:pt x="1221307" y="395340"/>
                  </a:lnTo>
                  <a:close/>
                  <a:moveTo>
                    <a:pt x="1154331" y="302540"/>
                  </a:moveTo>
                  <a:lnTo>
                    <a:pt x="1146102" y="295795"/>
                  </a:lnTo>
                  <a:lnTo>
                    <a:pt x="1145589" y="291504"/>
                  </a:lnTo>
                  <a:close/>
                  <a:moveTo>
                    <a:pt x="1381153" y="593274"/>
                  </a:moveTo>
                  <a:lnTo>
                    <a:pt x="1501820" y="550565"/>
                  </a:lnTo>
                  <a:lnTo>
                    <a:pt x="1421748" y="529850"/>
                  </a:lnTo>
                  <a:close/>
                  <a:moveTo>
                    <a:pt x="1196003" y="335283"/>
                  </a:moveTo>
                  <a:lnTo>
                    <a:pt x="1154331" y="302540"/>
                  </a:lnTo>
                  <a:lnTo>
                    <a:pt x="1145589" y="291504"/>
                  </a:lnTo>
                  <a:close/>
                  <a:moveTo>
                    <a:pt x="1535611" y="461704"/>
                  </a:moveTo>
                  <a:lnTo>
                    <a:pt x="1501820" y="550565"/>
                  </a:lnTo>
                  <a:lnTo>
                    <a:pt x="1589697" y="477804"/>
                  </a:lnTo>
                  <a:close/>
                  <a:moveTo>
                    <a:pt x="1589697" y="477804"/>
                  </a:moveTo>
                  <a:lnTo>
                    <a:pt x="1553583" y="465445"/>
                  </a:lnTo>
                  <a:lnTo>
                    <a:pt x="1536742" y="461277"/>
                  </a:lnTo>
                  <a:close/>
                  <a:moveTo>
                    <a:pt x="1240838" y="132113"/>
                  </a:moveTo>
                  <a:lnTo>
                    <a:pt x="1262911" y="88637"/>
                  </a:lnTo>
                  <a:lnTo>
                    <a:pt x="1260056" y="63560"/>
                  </a:lnTo>
                  <a:close/>
                  <a:moveTo>
                    <a:pt x="1240838" y="132113"/>
                  </a:moveTo>
                  <a:lnTo>
                    <a:pt x="1260056" y="63560"/>
                  </a:lnTo>
                  <a:lnTo>
                    <a:pt x="1162844" y="119164"/>
                  </a:lnTo>
                  <a:close/>
                  <a:moveTo>
                    <a:pt x="1162844" y="119164"/>
                  </a:moveTo>
                  <a:lnTo>
                    <a:pt x="1260056" y="63560"/>
                  </a:lnTo>
                  <a:lnTo>
                    <a:pt x="1192005" y="58292"/>
                  </a:lnTo>
                  <a:close/>
                  <a:moveTo>
                    <a:pt x="1192005" y="58292"/>
                  </a:moveTo>
                  <a:lnTo>
                    <a:pt x="1260056" y="63560"/>
                  </a:lnTo>
                  <a:lnTo>
                    <a:pt x="121512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57" name="Candidate_density__2076">
              <a:extLst>
                <a:ext uri="{FF2B5EF4-FFF2-40B4-BE49-F238E27FC236}">
                  <a16:creationId xmlns:a16="http://schemas.microsoft.com/office/drawing/2014/main" id="{3BA15A6B-F9D6-51CE-D2B1-B1A0646B1C44}"/>
                </a:ext>
              </a:extLst>
            </p:cNvPr>
            <p:cNvSpPr>
              <a:spLocks noGrp="1"/>
            </p:cNvSpPr>
            <p:nvPr/>
          </p:nvSpPr>
          <p:spPr>
            <a:xfrm>
              <a:off x="4334757" y="1692601"/>
              <a:ext cx="2232521" cy="3544650"/>
            </a:xfrm>
            <a:custGeom>
              <a:avLst/>
              <a:gdLst/>
              <a:ahLst/>
              <a:cxnLst/>
              <a:rect l="0" t="0" r="0" b="0"/>
              <a:pathLst>
                <a:path w="2232521" h="3544650">
                  <a:moveTo>
                    <a:pt x="332121" y="3438049"/>
                  </a:moveTo>
                  <a:lnTo>
                    <a:pt x="293801" y="3476486"/>
                  </a:lnTo>
                  <a:lnTo>
                    <a:pt x="320266" y="3488692"/>
                  </a:lnTo>
                  <a:close/>
                  <a:moveTo>
                    <a:pt x="541853" y="3544650"/>
                  </a:moveTo>
                  <a:lnTo>
                    <a:pt x="474968" y="3508746"/>
                  </a:lnTo>
                  <a:lnTo>
                    <a:pt x="482813" y="3520264"/>
                  </a:lnTo>
                  <a:close/>
                  <a:moveTo>
                    <a:pt x="513082" y="3500537"/>
                  </a:moveTo>
                  <a:lnTo>
                    <a:pt x="474968" y="3508746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13082" y="3500537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41853" y="3544650"/>
                  </a:lnTo>
                  <a:lnTo>
                    <a:pt x="667323" y="3519901"/>
                  </a:lnTo>
                  <a:close/>
                  <a:moveTo>
                    <a:pt x="454114" y="3495267"/>
                  </a:moveTo>
                  <a:lnTo>
                    <a:pt x="474968" y="3508746"/>
                  </a:lnTo>
                  <a:lnTo>
                    <a:pt x="373397" y="3472136"/>
                  </a:lnTo>
                  <a:close/>
                  <a:moveTo>
                    <a:pt x="556945" y="3158309"/>
                  </a:moveTo>
                  <a:lnTo>
                    <a:pt x="574753" y="3237254"/>
                  </a:lnTo>
                  <a:lnTo>
                    <a:pt x="624506" y="3208070"/>
                  </a:lnTo>
                  <a:close/>
                  <a:moveTo>
                    <a:pt x="699192" y="3208650"/>
                  </a:moveTo>
                  <a:lnTo>
                    <a:pt x="665666" y="3146758"/>
                  </a:lnTo>
                  <a:lnTo>
                    <a:pt x="624506" y="3208070"/>
                  </a:lnTo>
                  <a:close/>
                  <a:moveTo>
                    <a:pt x="0" y="2051233"/>
                  </a:moveTo>
                  <a:lnTo>
                    <a:pt x="95806" y="2130779"/>
                  </a:lnTo>
                  <a:lnTo>
                    <a:pt x="60074" y="2102296"/>
                  </a:lnTo>
                  <a:close/>
                  <a:moveTo>
                    <a:pt x="151927" y="2125402"/>
                  </a:moveTo>
                  <a:lnTo>
                    <a:pt x="73633" y="2111331"/>
                  </a:lnTo>
                  <a:lnTo>
                    <a:pt x="60074" y="2102296"/>
                  </a:lnTo>
                  <a:close/>
                  <a:moveTo>
                    <a:pt x="745584" y="2809372"/>
                  </a:moveTo>
                  <a:lnTo>
                    <a:pt x="763098" y="2834791"/>
                  </a:lnTo>
                  <a:lnTo>
                    <a:pt x="768679" y="2751095"/>
                  </a:lnTo>
                  <a:close/>
                  <a:moveTo>
                    <a:pt x="168539" y="2074708"/>
                  </a:moveTo>
                  <a:lnTo>
                    <a:pt x="73633" y="2111331"/>
                  </a:lnTo>
                  <a:lnTo>
                    <a:pt x="151927" y="2125402"/>
                  </a:lnTo>
                  <a:close/>
                  <a:moveTo>
                    <a:pt x="168539" y="2074708"/>
                  </a:moveTo>
                  <a:lnTo>
                    <a:pt x="81303" y="2085037"/>
                  </a:lnTo>
                  <a:lnTo>
                    <a:pt x="73633" y="2111331"/>
                  </a:lnTo>
                  <a:close/>
                  <a:moveTo>
                    <a:pt x="184065" y="2030359"/>
                  </a:moveTo>
                  <a:lnTo>
                    <a:pt x="216733" y="1996027"/>
                  </a:lnTo>
                  <a:lnTo>
                    <a:pt x="223224" y="1974204"/>
                  </a:lnTo>
                  <a:close/>
                  <a:moveTo>
                    <a:pt x="184065" y="2030359"/>
                  </a:moveTo>
                  <a:lnTo>
                    <a:pt x="204254" y="2042385"/>
                  </a:lnTo>
                  <a:lnTo>
                    <a:pt x="216733" y="1996027"/>
                  </a:lnTo>
                  <a:close/>
                  <a:moveTo>
                    <a:pt x="168539" y="2074708"/>
                  </a:moveTo>
                  <a:lnTo>
                    <a:pt x="204254" y="2042385"/>
                  </a:lnTo>
                  <a:lnTo>
                    <a:pt x="184065" y="2030359"/>
                  </a:lnTo>
                  <a:close/>
                  <a:moveTo>
                    <a:pt x="181269" y="2094856"/>
                  </a:moveTo>
                  <a:lnTo>
                    <a:pt x="204254" y="2042385"/>
                  </a:lnTo>
                  <a:lnTo>
                    <a:pt x="168539" y="2074708"/>
                  </a:lnTo>
                  <a:close/>
                  <a:moveTo>
                    <a:pt x="14415" y="1889927"/>
                  </a:moveTo>
                  <a:lnTo>
                    <a:pt x="119514" y="1809774"/>
                  </a:lnTo>
                  <a:lnTo>
                    <a:pt x="127684" y="1819561"/>
                  </a:lnTo>
                  <a:close/>
                  <a:moveTo>
                    <a:pt x="127684" y="1819561"/>
                  </a:moveTo>
                  <a:lnTo>
                    <a:pt x="120067" y="1813838"/>
                  </a:lnTo>
                  <a:lnTo>
                    <a:pt x="14415" y="1889927"/>
                  </a:lnTo>
                  <a:close/>
                  <a:moveTo>
                    <a:pt x="127684" y="1819561"/>
                  </a:moveTo>
                  <a:lnTo>
                    <a:pt x="189513" y="1891989"/>
                  </a:lnTo>
                  <a:lnTo>
                    <a:pt x="120067" y="1813838"/>
                  </a:lnTo>
                  <a:close/>
                  <a:moveTo>
                    <a:pt x="119514" y="1809774"/>
                  </a:moveTo>
                  <a:lnTo>
                    <a:pt x="10347" y="1842447"/>
                  </a:lnTo>
                  <a:lnTo>
                    <a:pt x="124523" y="1807742"/>
                  </a:lnTo>
                  <a:close/>
                  <a:moveTo>
                    <a:pt x="170602" y="1872847"/>
                  </a:moveTo>
                  <a:lnTo>
                    <a:pt x="223224" y="1974204"/>
                  </a:lnTo>
                  <a:lnTo>
                    <a:pt x="189513" y="1891989"/>
                  </a:lnTo>
                  <a:close/>
                  <a:moveTo>
                    <a:pt x="170602" y="1872847"/>
                  </a:moveTo>
                  <a:lnTo>
                    <a:pt x="195135" y="1952994"/>
                  </a:lnTo>
                  <a:lnTo>
                    <a:pt x="223224" y="1974204"/>
                  </a:lnTo>
                  <a:close/>
                  <a:moveTo>
                    <a:pt x="93695" y="1774686"/>
                  </a:moveTo>
                  <a:lnTo>
                    <a:pt x="170602" y="1872847"/>
                  </a:lnTo>
                  <a:lnTo>
                    <a:pt x="119514" y="1809774"/>
                  </a:lnTo>
                  <a:close/>
                  <a:moveTo>
                    <a:pt x="93695" y="1774686"/>
                  </a:moveTo>
                  <a:lnTo>
                    <a:pt x="119514" y="1809774"/>
                  </a:lnTo>
                  <a:lnTo>
                    <a:pt x="95277" y="1761852"/>
                  </a:lnTo>
                  <a:close/>
                  <a:moveTo>
                    <a:pt x="95277" y="1761852"/>
                  </a:moveTo>
                  <a:lnTo>
                    <a:pt x="119514" y="1809774"/>
                  </a:lnTo>
                  <a:lnTo>
                    <a:pt x="124523" y="1807742"/>
                  </a:lnTo>
                  <a:close/>
                  <a:moveTo>
                    <a:pt x="95277" y="1761852"/>
                  </a:moveTo>
                  <a:lnTo>
                    <a:pt x="124523" y="1807742"/>
                  </a:lnTo>
                  <a:lnTo>
                    <a:pt x="156689" y="1712803"/>
                  </a:lnTo>
                  <a:close/>
                  <a:moveTo>
                    <a:pt x="710030" y="2237723"/>
                  </a:moveTo>
                  <a:lnTo>
                    <a:pt x="661562" y="2316626"/>
                  </a:lnTo>
                  <a:lnTo>
                    <a:pt x="718778" y="2330703"/>
                  </a:lnTo>
                  <a:close/>
                  <a:moveTo>
                    <a:pt x="718778" y="2330703"/>
                  </a:moveTo>
                  <a:lnTo>
                    <a:pt x="741945" y="2346843"/>
                  </a:lnTo>
                  <a:lnTo>
                    <a:pt x="710030" y="2237723"/>
                  </a:lnTo>
                  <a:close/>
                  <a:moveTo>
                    <a:pt x="277214" y="1746673"/>
                  </a:moveTo>
                  <a:lnTo>
                    <a:pt x="259107" y="1732901"/>
                  </a:lnTo>
                  <a:lnTo>
                    <a:pt x="232231" y="1716583"/>
                  </a:lnTo>
                  <a:close/>
                  <a:moveTo>
                    <a:pt x="784880" y="2105540"/>
                  </a:moveTo>
                  <a:lnTo>
                    <a:pt x="810255" y="2216833"/>
                  </a:lnTo>
                  <a:lnTo>
                    <a:pt x="828862" y="2123597"/>
                  </a:lnTo>
                  <a:close/>
                  <a:moveTo>
                    <a:pt x="828862" y="2123597"/>
                  </a:moveTo>
                  <a:lnTo>
                    <a:pt x="810255" y="2216833"/>
                  </a:lnTo>
                  <a:lnTo>
                    <a:pt x="903300" y="2123245"/>
                  </a:lnTo>
                  <a:close/>
                  <a:moveTo>
                    <a:pt x="494621" y="1791201"/>
                  </a:moveTo>
                  <a:lnTo>
                    <a:pt x="494500" y="1891392"/>
                  </a:lnTo>
                  <a:lnTo>
                    <a:pt x="571440" y="1789341"/>
                  </a:lnTo>
                  <a:close/>
                  <a:moveTo>
                    <a:pt x="571440" y="1789341"/>
                  </a:moveTo>
                  <a:lnTo>
                    <a:pt x="525043" y="1760183"/>
                  </a:lnTo>
                  <a:lnTo>
                    <a:pt x="481107" y="1702096"/>
                  </a:lnTo>
                  <a:close/>
                  <a:moveTo>
                    <a:pt x="1319219" y="2627126"/>
                  </a:moveTo>
                  <a:lnTo>
                    <a:pt x="1299239" y="2662220"/>
                  </a:lnTo>
                  <a:lnTo>
                    <a:pt x="1346862" y="2667020"/>
                  </a:lnTo>
                  <a:close/>
                  <a:moveTo>
                    <a:pt x="729064" y="1813920"/>
                  </a:moveTo>
                  <a:lnTo>
                    <a:pt x="662248" y="1776108"/>
                  </a:lnTo>
                  <a:lnTo>
                    <a:pt x="751805" y="1835489"/>
                  </a:lnTo>
                  <a:close/>
                  <a:moveTo>
                    <a:pt x="532097" y="1491598"/>
                  </a:moveTo>
                  <a:lnTo>
                    <a:pt x="528831" y="1523705"/>
                  </a:lnTo>
                  <a:lnTo>
                    <a:pt x="576897" y="1523653"/>
                  </a:lnTo>
                  <a:close/>
                  <a:moveTo>
                    <a:pt x="1673429" y="2836826"/>
                  </a:moveTo>
                  <a:lnTo>
                    <a:pt x="1735008" y="2889254"/>
                  </a:lnTo>
                  <a:lnTo>
                    <a:pt x="1799784" y="2815385"/>
                  </a:lnTo>
                  <a:close/>
                  <a:moveTo>
                    <a:pt x="915782" y="1891357"/>
                  </a:moveTo>
                  <a:lnTo>
                    <a:pt x="963177" y="1952918"/>
                  </a:lnTo>
                  <a:lnTo>
                    <a:pt x="985783" y="1984888"/>
                  </a:lnTo>
                  <a:close/>
                  <a:moveTo>
                    <a:pt x="1799784" y="2815385"/>
                  </a:moveTo>
                  <a:lnTo>
                    <a:pt x="1799302" y="2758822"/>
                  </a:lnTo>
                  <a:lnTo>
                    <a:pt x="1767534" y="2850818"/>
                  </a:lnTo>
                  <a:close/>
                  <a:moveTo>
                    <a:pt x="1799302" y="2758822"/>
                  </a:moveTo>
                  <a:lnTo>
                    <a:pt x="1799784" y="2815385"/>
                  </a:lnTo>
                  <a:lnTo>
                    <a:pt x="1822461" y="2768603"/>
                  </a:lnTo>
                  <a:close/>
                  <a:moveTo>
                    <a:pt x="1765019" y="2730166"/>
                  </a:moveTo>
                  <a:lnTo>
                    <a:pt x="1799302" y="2758822"/>
                  </a:lnTo>
                  <a:lnTo>
                    <a:pt x="1722454" y="2660614"/>
                  </a:lnTo>
                  <a:close/>
                  <a:moveTo>
                    <a:pt x="1722454" y="2660614"/>
                  </a:moveTo>
                  <a:lnTo>
                    <a:pt x="1799302" y="2758822"/>
                  </a:lnTo>
                  <a:lnTo>
                    <a:pt x="1744040" y="2686388"/>
                  </a:lnTo>
                  <a:close/>
                  <a:moveTo>
                    <a:pt x="1721919" y="2587718"/>
                  </a:moveTo>
                  <a:lnTo>
                    <a:pt x="1697832" y="2580539"/>
                  </a:lnTo>
                  <a:lnTo>
                    <a:pt x="1806607" y="2625694"/>
                  </a:lnTo>
                  <a:close/>
                  <a:moveTo>
                    <a:pt x="834815" y="1617591"/>
                  </a:moveTo>
                  <a:lnTo>
                    <a:pt x="937747" y="1606435"/>
                  </a:lnTo>
                  <a:lnTo>
                    <a:pt x="918452" y="1661370"/>
                  </a:lnTo>
                  <a:close/>
                  <a:moveTo>
                    <a:pt x="834815" y="1617591"/>
                  </a:moveTo>
                  <a:lnTo>
                    <a:pt x="918452" y="1661370"/>
                  </a:lnTo>
                  <a:lnTo>
                    <a:pt x="886867" y="1699807"/>
                  </a:lnTo>
                  <a:close/>
                  <a:moveTo>
                    <a:pt x="914067" y="1592476"/>
                  </a:moveTo>
                  <a:lnTo>
                    <a:pt x="1003016" y="1661370"/>
                  </a:lnTo>
                  <a:lnTo>
                    <a:pt x="937747" y="1606435"/>
                  </a:lnTo>
                  <a:close/>
                  <a:moveTo>
                    <a:pt x="1806607" y="2625694"/>
                  </a:moveTo>
                  <a:lnTo>
                    <a:pt x="1853008" y="2583977"/>
                  </a:lnTo>
                  <a:lnTo>
                    <a:pt x="1721919" y="2587718"/>
                  </a:lnTo>
                  <a:close/>
                  <a:moveTo>
                    <a:pt x="1602653" y="2397141"/>
                  </a:moveTo>
                  <a:lnTo>
                    <a:pt x="1731531" y="2453050"/>
                  </a:lnTo>
                  <a:lnTo>
                    <a:pt x="1713269" y="2445084"/>
                  </a:lnTo>
                  <a:close/>
                  <a:moveTo>
                    <a:pt x="1683351" y="2443518"/>
                  </a:moveTo>
                  <a:lnTo>
                    <a:pt x="1731531" y="2453050"/>
                  </a:lnTo>
                  <a:lnTo>
                    <a:pt x="1612781" y="2401306"/>
                  </a:lnTo>
                  <a:close/>
                  <a:moveTo>
                    <a:pt x="1003016" y="1661370"/>
                  </a:moveTo>
                  <a:lnTo>
                    <a:pt x="1033886" y="1687222"/>
                  </a:lnTo>
                  <a:lnTo>
                    <a:pt x="1038492" y="1652004"/>
                  </a:lnTo>
                  <a:close/>
                  <a:moveTo>
                    <a:pt x="1003016" y="1661370"/>
                  </a:moveTo>
                  <a:lnTo>
                    <a:pt x="1038492" y="1652004"/>
                  </a:lnTo>
                  <a:lnTo>
                    <a:pt x="937747" y="1606435"/>
                  </a:lnTo>
                  <a:close/>
                  <a:moveTo>
                    <a:pt x="1102864" y="1660263"/>
                  </a:moveTo>
                  <a:lnTo>
                    <a:pt x="1038492" y="1652004"/>
                  </a:lnTo>
                  <a:lnTo>
                    <a:pt x="1033886" y="1687222"/>
                  </a:lnTo>
                  <a:close/>
                  <a:moveTo>
                    <a:pt x="1120499" y="1545834"/>
                  </a:moveTo>
                  <a:lnTo>
                    <a:pt x="1038492" y="1652004"/>
                  </a:lnTo>
                  <a:lnTo>
                    <a:pt x="1102864" y="1660263"/>
                  </a:lnTo>
                  <a:close/>
                  <a:moveTo>
                    <a:pt x="533896" y="882997"/>
                  </a:moveTo>
                  <a:lnTo>
                    <a:pt x="507711" y="898029"/>
                  </a:lnTo>
                  <a:lnTo>
                    <a:pt x="568430" y="890957"/>
                  </a:lnTo>
                  <a:close/>
                  <a:moveTo>
                    <a:pt x="533896" y="882997"/>
                  </a:moveTo>
                  <a:lnTo>
                    <a:pt x="568430" y="890957"/>
                  </a:lnTo>
                  <a:lnTo>
                    <a:pt x="573404" y="864985"/>
                  </a:lnTo>
                  <a:close/>
                  <a:moveTo>
                    <a:pt x="254313" y="564184"/>
                  </a:moveTo>
                  <a:lnTo>
                    <a:pt x="258123" y="661179"/>
                  </a:lnTo>
                  <a:lnTo>
                    <a:pt x="325337" y="567036"/>
                  </a:lnTo>
                  <a:close/>
                  <a:moveTo>
                    <a:pt x="179312" y="564567"/>
                  </a:moveTo>
                  <a:lnTo>
                    <a:pt x="258123" y="661179"/>
                  </a:lnTo>
                  <a:lnTo>
                    <a:pt x="254313" y="564184"/>
                  </a:lnTo>
                  <a:close/>
                  <a:moveTo>
                    <a:pt x="2073567" y="2571078"/>
                  </a:moveTo>
                  <a:lnTo>
                    <a:pt x="2086416" y="2620677"/>
                  </a:lnTo>
                  <a:lnTo>
                    <a:pt x="2145578" y="2626669"/>
                  </a:lnTo>
                  <a:close/>
                  <a:moveTo>
                    <a:pt x="1906903" y="2506824"/>
                  </a:moveTo>
                  <a:lnTo>
                    <a:pt x="1932608" y="2410762"/>
                  </a:lnTo>
                  <a:lnTo>
                    <a:pt x="1877904" y="2527300"/>
                  </a:lnTo>
                  <a:close/>
                  <a:moveTo>
                    <a:pt x="1940874" y="2418634"/>
                  </a:moveTo>
                  <a:lnTo>
                    <a:pt x="1927543" y="2514972"/>
                  </a:lnTo>
                  <a:lnTo>
                    <a:pt x="1877904" y="2527300"/>
                  </a:lnTo>
                  <a:close/>
                  <a:moveTo>
                    <a:pt x="1927543" y="2514972"/>
                  </a:moveTo>
                  <a:lnTo>
                    <a:pt x="1940874" y="2418634"/>
                  </a:lnTo>
                  <a:lnTo>
                    <a:pt x="1978623" y="2527300"/>
                  </a:lnTo>
                  <a:close/>
                  <a:moveTo>
                    <a:pt x="1932608" y="2410762"/>
                  </a:moveTo>
                  <a:lnTo>
                    <a:pt x="1906903" y="2506824"/>
                  </a:lnTo>
                  <a:lnTo>
                    <a:pt x="1978623" y="2527300"/>
                  </a:lnTo>
                  <a:close/>
                  <a:moveTo>
                    <a:pt x="1561228" y="2050376"/>
                  </a:moveTo>
                  <a:lnTo>
                    <a:pt x="1485809" y="2031174"/>
                  </a:lnTo>
                  <a:lnTo>
                    <a:pt x="1495004" y="2034009"/>
                  </a:lnTo>
                  <a:close/>
                  <a:moveTo>
                    <a:pt x="1538162" y="2027590"/>
                  </a:moveTo>
                  <a:lnTo>
                    <a:pt x="1485809" y="2031174"/>
                  </a:lnTo>
                  <a:lnTo>
                    <a:pt x="1561228" y="2050376"/>
                  </a:lnTo>
                  <a:close/>
                  <a:moveTo>
                    <a:pt x="510544" y="877427"/>
                  </a:moveTo>
                  <a:lnTo>
                    <a:pt x="507711" y="898029"/>
                  </a:lnTo>
                  <a:lnTo>
                    <a:pt x="533896" y="882997"/>
                  </a:lnTo>
                  <a:close/>
                  <a:moveTo>
                    <a:pt x="510544" y="877427"/>
                  </a:moveTo>
                  <a:lnTo>
                    <a:pt x="533896" y="882997"/>
                  </a:lnTo>
                  <a:lnTo>
                    <a:pt x="537590" y="794539"/>
                  </a:lnTo>
                  <a:close/>
                  <a:moveTo>
                    <a:pt x="537590" y="794539"/>
                  </a:moveTo>
                  <a:lnTo>
                    <a:pt x="573404" y="864985"/>
                  </a:lnTo>
                  <a:lnTo>
                    <a:pt x="612374" y="795486"/>
                  </a:lnTo>
                  <a:close/>
                  <a:moveTo>
                    <a:pt x="612374" y="795486"/>
                  </a:moveTo>
                  <a:lnTo>
                    <a:pt x="660690" y="776453"/>
                  </a:lnTo>
                  <a:lnTo>
                    <a:pt x="645789" y="762346"/>
                  </a:lnTo>
                  <a:close/>
                  <a:moveTo>
                    <a:pt x="573404" y="864985"/>
                  </a:moveTo>
                  <a:lnTo>
                    <a:pt x="649252" y="869908"/>
                  </a:lnTo>
                  <a:lnTo>
                    <a:pt x="612374" y="795486"/>
                  </a:lnTo>
                  <a:close/>
                  <a:moveTo>
                    <a:pt x="645789" y="762346"/>
                  </a:moveTo>
                  <a:lnTo>
                    <a:pt x="660690" y="776453"/>
                  </a:lnTo>
                  <a:lnTo>
                    <a:pt x="666758" y="720160"/>
                  </a:lnTo>
                  <a:close/>
                  <a:moveTo>
                    <a:pt x="443023" y="515701"/>
                  </a:moveTo>
                  <a:lnTo>
                    <a:pt x="420564" y="572200"/>
                  </a:lnTo>
                  <a:lnTo>
                    <a:pt x="465937" y="526640"/>
                  </a:lnTo>
                  <a:close/>
                  <a:moveTo>
                    <a:pt x="2145578" y="2626669"/>
                  </a:moveTo>
                  <a:lnTo>
                    <a:pt x="2191566" y="2653293"/>
                  </a:lnTo>
                  <a:lnTo>
                    <a:pt x="2192281" y="2586084"/>
                  </a:lnTo>
                  <a:close/>
                  <a:moveTo>
                    <a:pt x="2192281" y="2586084"/>
                  </a:moveTo>
                  <a:lnTo>
                    <a:pt x="2191566" y="2653293"/>
                  </a:lnTo>
                  <a:lnTo>
                    <a:pt x="2232521" y="2548899"/>
                  </a:lnTo>
                  <a:close/>
                  <a:moveTo>
                    <a:pt x="2145578" y="2626669"/>
                  </a:moveTo>
                  <a:lnTo>
                    <a:pt x="2093664" y="2540603"/>
                  </a:lnTo>
                  <a:lnTo>
                    <a:pt x="2073567" y="2571078"/>
                  </a:lnTo>
                  <a:close/>
                  <a:moveTo>
                    <a:pt x="1682133" y="2008559"/>
                  </a:moveTo>
                  <a:lnTo>
                    <a:pt x="1771085" y="2062478"/>
                  </a:lnTo>
                  <a:lnTo>
                    <a:pt x="1729357" y="1957136"/>
                  </a:lnTo>
                  <a:close/>
                  <a:moveTo>
                    <a:pt x="1695898" y="1981558"/>
                  </a:moveTo>
                  <a:lnTo>
                    <a:pt x="1754542" y="1894381"/>
                  </a:lnTo>
                  <a:lnTo>
                    <a:pt x="1700394" y="1877810"/>
                  </a:lnTo>
                  <a:close/>
                  <a:moveTo>
                    <a:pt x="1695898" y="1981558"/>
                  </a:moveTo>
                  <a:lnTo>
                    <a:pt x="1700394" y="1877810"/>
                  </a:lnTo>
                  <a:lnTo>
                    <a:pt x="1722735" y="1957136"/>
                  </a:lnTo>
                  <a:close/>
                  <a:moveTo>
                    <a:pt x="1388966" y="1748429"/>
                  </a:moveTo>
                  <a:lnTo>
                    <a:pt x="1460399" y="1736845"/>
                  </a:lnTo>
                  <a:lnTo>
                    <a:pt x="1503401" y="1682423"/>
                  </a:lnTo>
                  <a:close/>
                  <a:moveTo>
                    <a:pt x="1426727" y="1674410"/>
                  </a:moveTo>
                  <a:lnTo>
                    <a:pt x="1388966" y="1748429"/>
                  </a:lnTo>
                  <a:lnTo>
                    <a:pt x="1503401" y="1682423"/>
                  </a:lnTo>
                  <a:close/>
                  <a:moveTo>
                    <a:pt x="1503401" y="1682423"/>
                  </a:moveTo>
                  <a:lnTo>
                    <a:pt x="1460399" y="1736845"/>
                  </a:lnTo>
                  <a:lnTo>
                    <a:pt x="1578968" y="1686299"/>
                  </a:lnTo>
                  <a:close/>
                  <a:moveTo>
                    <a:pt x="639490" y="681666"/>
                  </a:moveTo>
                  <a:lnTo>
                    <a:pt x="666758" y="720160"/>
                  </a:lnTo>
                  <a:lnTo>
                    <a:pt x="714262" y="682567"/>
                  </a:lnTo>
                  <a:close/>
                  <a:moveTo>
                    <a:pt x="465937" y="526640"/>
                  </a:moveTo>
                  <a:lnTo>
                    <a:pt x="480202" y="477264"/>
                  </a:lnTo>
                  <a:lnTo>
                    <a:pt x="443023" y="515701"/>
                  </a:lnTo>
                  <a:close/>
                  <a:moveTo>
                    <a:pt x="519643" y="512235"/>
                  </a:moveTo>
                  <a:lnTo>
                    <a:pt x="480202" y="477264"/>
                  </a:lnTo>
                  <a:lnTo>
                    <a:pt x="465937" y="526640"/>
                  </a:lnTo>
                  <a:close/>
                  <a:moveTo>
                    <a:pt x="1608217" y="1710491"/>
                  </a:moveTo>
                  <a:lnTo>
                    <a:pt x="1668463" y="1742246"/>
                  </a:lnTo>
                  <a:lnTo>
                    <a:pt x="1698107" y="1754269"/>
                  </a:lnTo>
                  <a:close/>
                  <a:moveTo>
                    <a:pt x="986262" y="393267"/>
                  </a:moveTo>
                  <a:lnTo>
                    <a:pt x="916442" y="389438"/>
                  </a:lnTo>
                  <a:lnTo>
                    <a:pt x="906928" y="415193"/>
                  </a:lnTo>
                  <a:close/>
                  <a:moveTo>
                    <a:pt x="1865138" y="1310100"/>
                  </a:moveTo>
                  <a:lnTo>
                    <a:pt x="1826131" y="1235627"/>
                  </a:lnTo>
                  <a:lnTo>
                    <a:pt x="1850516" y="1283447"/>
                  </a:lnTo>
                  <a:close/>
                  <a:moveTo>
                    <a:pt x="1839100" y="1266321"/>
                  </a:moveTo>
                  <a:lnTo>
                    <a:pt x="1826131" y="1235627"/>
                  </a:lnTo>
                  <a:lnTo>
                    <a:pt x="1865138" y="1310100"/>
                  </a:lnTo>
                  <a:close/>
                  <a:moveTo>
                    <a:pt x="1482882" y="744896"/>
                  </a:moveTo>
                  <a:lnTo>
                    <a:pt x="1550190" y="738225"/>
                  </a:lnTo>
                  <a:lnTo>
                    <a:pt x="1516665" y="734594"/>
                  </a:lnTo>
                  <a:close/>
                  <a:moveTo>
                    <a:pt x="1260019" y="690815"/>
                  </a:moveTo>
                  <a:lnTo>
                    <a:pt x="1259534" y="592563"/>
                  </a:lnTo>
                  <a:lnTo>
                    <a:pt x="1258107" y="570164"/>
                  </a:lnTo>
                  <a:close/>
                  <a:moveTo>
                    <a:pt x="1258107" y="570164"/>
                  </a:moveTo>
                  <a:lnTo>
                    <a:pt x="1292063" y="588772"/>
                  </a:lnTo>
                  <a:lnTo>
                    <a:pt x="1260019" y="690815"/>
                  </a:lnTo>
                  <a:close/>
                  <a:moveTo>
                    <a:pt x="1322494" y="570164"/>
                  </a:moveTo>
                  <a:lnTo>
                    <a:pt x="1259534" y="592563"/>
                  </a:lnTo>
                  <a:lnTo>
                    <a:pt x="1257130" y="673364"/>
                  </a:lnTo>
                  <a:close/>
                  <a:moveTo>
                    <a:pt x="1495646" y="721977"/>
                  </a:moveTo>
                  <a:lnTo>
                    <a:pt x="1482882" y="744896"/>
                  </a:lnTo>
                  <a:lnTo>
                    <a:pt x="1516665" y="734594"/>
                  </a:lnTo>
                  <a:close/>
                  <a:moveTo>
                    <a:pt x="1495646" y="721977"/>
                  </a:moveTo>
                  <a:lnTo>
                    <a:pt x="1516665" y="734594"/>
                  </a:lnTo>
                  <a:lnTo>
                    <a:pt x="1465867" y="681282"/>
                  </a:lnTo>
                  <a:close/>
                  <a:moveTo>
                    <a:pt x="1284630" y="560982"/>
                  </a:moveTo>
                  <a:lnTo>
                    <a:pt x="1322494" y="570164"/>
                  </a:lnTo>
                  <a:lnTo>
                    <a:pt x="1318040" y="470693"/>
                  </a:lnTo>
                  <a:close/>
                  <a:moveTo>
                    <a:pt x="1318040" y="470693"/>
                  </a:moveTo>
                  <a:lnTo>
                    <a:pt x="1322494" y="570164"/>
                  </a:lnTo>
                  <a:lnTo>
                    <a:pt x="1373593" y="460335"/>
                  </a:lnTo>
                  <a:close/>
                  <a:moveTo>
                    <a:pt x="1340848" y="449512"/>
                  </a:moveTo>
                  <a:lnTo>
                    <a:pt x="1373593" y="460335"/>
                  </a:lnTo>
                  <a:lnTo>
                    <a:pt x="1379660" y="422422"/>
                  </a:lnTo>
                  <a:close/>
                  <a:moveTo>
                    <a:pt x="1152838" y="131687"/>
                  </a:moveTo>
                  <a:lnTo>
                    <a:pt x="1204660" y="202867"/>
                  </a:lnTo>
                  <a:lnTo>
                    <a:pt x="1219813" y="224487"/>
                  </a:lnTo>
                  <a:close/>
                  <a:moveTo>
                    <a:pt x="1625746" y="493291"/>
                  </a:moveTo>
                  <a:lnTo>
                    <a:pt x="1615144" y="585326"/>
                  </a:lnTo>
                  <a:lnTo>
                    <a:pt x="1614743" y="528843"/>
                  </a:lnTo>
                  <a:close/>
                  <a:moveTo>
                    <a:pt x="1567325" y="566753"/>
                  </a:moveTo>
                  <a:lnTo>
                    <a:pt x="1645011" y="578553"/>
                  </a:lnTo>
                  <a:lnTo>
                    <a:pt x="1625746" y="493291"/>
                  </a:lnTo>
                  <a:close/>
                  <a:moveTo>
                    <a:pt x="1340848" y="449512"/>
                  </a:moveTo>
                  <a:lnTo>
                    <a:pt x="1379660" y="422422"/>
                  </a:lnTo>
                  <a:lnTo>
                    <a:pt x="1420254" y="358997"/>
                  </a:lnTo>
                  <a:close/>
                  <a:moveTo>
                    <a:pt x="1204660" y="202867"/>
                  </a:moveTo>
                  <a:lnTo>
                    <a:pt x="1152838" y="131687"/>
                  </a:lnTo>
                  <a:lnTo>
                    <a:pt x="1202914" y="177633"/>
                  </a:lnTo>
                  <a:close/>
                  <a:moveTo>
                    <a:pt x="1144095" y="120652"/>
                  </a:moveTo>
                  <a:lnTo>
                    <a:pt x="1135940" y="31898"/>
                  </a:lnTo>
                  <a:lnTo>
                    <a:pt x="1129082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58" name="Candidate_density__2077">
              <a:extLst>
                <a:ext uri="{FF2B5EF4-FFF2-40B4-BE49-F238E27FC236}">
                  <a16:creationId xmlns:a16="http://schemas.microsoft.com/office/drawing/2014/main" id="{6F5B17E5-5296-F379-CC60-48B0E8117DBB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14104"/>
              <a:ext cx="2286419" cy="3687242"/>
            </a:xfrm>
            <a:custGeom>
              <a:avLst/>
              <a:gdLst/>
              <a:ahLst/>
              <a:cxnLst/>
              <a:rect l="0" t="0" r="0" b="0"/>
              <a:pathLst>
                <a:path w="2286419" h="3687242">
                  <a:moveTo>
                    <a:pt x="291705" y="3572767"/>
                  </a:moveTo>
                  <a:lnTo>
                    <a:pt x="329484" y="3654983"/>
                  </a:lnTo>
                  <a:lnTo>
                    <a:pt x="367804" y="3616546"/>
                  </a:lnTo>
                  <a:close/>
                  <a:moveTo>
                    <a:pt x="468431" y="3578110"/>
                  </a:moveTo>
                  <a:lnTo>
                    <a:pt x="510652" y="3687242"/>
                  </a:lnTo>
                  <a:lnTo>
                    <a:pt x="516911" y="3660325"/>
                  </a:lnTo>
                  <a:close/>
                  <a:moveTo>
                    <a:pt x="409080" y="3650633"/>
                  </a:moveTo>
                  <a:lnTo>
                    <a:pt x="510652" y="3687242"/>
                  </a:lnTo>
                  <a:lnTo>
                    <a:pt x="468431" y="3578110"/>
                  </a:lnTo>
                  <a:close/>
                  <a:moveTo>
                    <a:pt x="428153" y="3593628"/>
                  </a:moveTo>
                  <a:lnTo>
                    <a:pt x="468431" y="3578110"/>
                  </a:lnTo>
                  <a:lnTo>
                    <a:pt x="465365" y="3582418"/>
                  </a:lnTo>
                  <a:close/>
                  <a:moveTo>
                    <a:pt x="389574" y="3524900"/>
                  </a:moveTo>
                  <a:lnTo>
                    <a:pt x="428153" y="3593628"/>
                  </a:lnTo>
                  <a:lnTo>
                    <a:pt x="465365" y="3582418"/>
                  </a:lnTo>
                  <a:close/>
                  <a:moveTo>
                    <a:pt x="563372" y="3644382"/>
                  </a:moveTo>
                  <a:lnTo>
                    <a:pt x="653102" y="3632024"/>
                  </a:lnTo>
                  <a:lnTo>
                    <a:pt x="620500" y="3558437"/>
                  </a:lnTo>
                  <a:close/>
                  <a:moveTo>
                    <a:pt x="563372" y="3644382"/>
                  </a:moveTo>
                  <a:lnTo>
                    <a:pt x="620500" y="3558437"/>
                  </a:lnTo>
                  <a:lnTo>
                    <a:pt x="560169" y="3546894"/>
                  </a:lnTo>
                  <a:close/>
                  <a:moveTo>
                    <a:pt x="560169" y="3546894"/>
                  </a:moveTo>
                  <a:lnTo>
                    <a:pt x="620500" y="3558437"/>
                  </a:lnTo>
                  <a:lnTo>
                    <a:pt x="505296" y="3491412"/>
                  </a:lnTo>
                  <a:close/>
                  <a:moveTo>
                    <a:pt x="477259" y="3411683"/>
                  </a:moveTo>
                  <a:lnTo>
                    <a:pt x="522150" y="3364319"/>
                  </a:lnTo>
                  <a:lnTo>
                    <a:pt x="392086" y="3371893"/>
                  </a:lnTo>
                  <a:close/>
                  <a:moveTo>
                    <a:pt x="539358" y="2969510"/>
                  </a:moveTo>
                  <a:lnTo>
                    <a:pt x="583279" y="2988145"/>
                  </a:lnTo>
                  <a:lnTo>
                    <a:pt x="539670" y="3090161"/>
                  </a:lnTo>
                  <a:close/>
                  <a:moveTo>
                    <a:pt x="583279" y="2988145"/>
                  </a:moveTo>
                  <a:lnTo>
                    <a:pt x="539358" y="2969510"/>
                  </a:lnTo>
                  <a:lnTo>
                    <a:pt x="505684" y="2890544"/>
                  </a:lnTo>
                  <a:close/>
                  <a:moveTo>
                    <a:pt x="681403" y="2908371"/>
                  </a:moveTo>
                  <a:lnTo>
                    <a:pt x="750167" y="2913060"/>
                  </a:lnTo>
                  <a:lnTo>
                    <a:pt x="748610" y="2814233"/>
                  </a:lnTo>
                  <a:close/>
                  <a:moveTo>
                    <a:pt x="750167" y="2913060"/>
                  </a:moveTo>
                  <a:lnTo>
                    <a:pt x="825339" y="2812446"/>
                  </a:lnTo>
                  <a:lnTo>
                    <a:pt x="748610" y="2814233"/>
                  </a:lnTo>
                  <a:close/>
                  <a:moveTo>
                    <a:pt x="47863" y="1988271"/>
                  </a:moveTo>
                  <a:lnTo>
                    <a:pt x="46030" y="2020943"/>
                  </a:lnTo>
                  <a:lnTo>
                    <a:pt x="52780" y="2108923"/>
                  </a:lnTo>
                  <a:close/>
                  <a:moveTo>
                    <a:pt x="47863" y="1988271"/>
                  </a:moveTo>
                  <a:lnTo>
                    <a:pt x="34190" y="2008943"/>
                  </a:lnTo>
                  <a:lnTo>
                    <a:pt x="46030" y="2020943"/>
                  </a:lnTo>
                  <a:close/>
                  <a:moveTo>
                    <a:pt x="0" y="1944492"/>
                  </a:moveTo>
                  <a:lnTo>
                    <a:pt x="34190" y="2008943"/>
                  </a:lnTo>
                  <a:lnTo>
                    <a:pt x="47863" y="1988271"/>
                  </a:lnTo>
                  <a:close/>
                  <a:moveTo>
                    <a:pt x="364026" y="2044287"/>
                  </a:moveTo>
                  <a:lnTo>
                    <a:pt x="398980" y="2106455"/>
                  </a:lnTo>
                  <a:lnTo>
                    <a:pt x="370569" y="2032049"/>
                  </a:lnTo>
                  <a:close/>
                  <a:moveTo>
                    <a:pt x="398980" y="2106455"/>
                  </a:moveTo>
                  <a:lnTo>
                    <a:pt x="364026" y="2044287"/>
                  </a:lnTo>
                  <a:lnTo>
                    <a:pt x="402080" y="2114264"/>
                  </a:lnTo>
                  <a:close/>
                  <a:moveTo>
                    <a:pt x="1091430" y="2897979"/>
                  </a:moveTo>
                  <a:lnTo>
                    <a:pt x="1001339" y="2936415"/>
                  </a:lnTo>
                  <a:lnTo>
                    <a:pt x="1088949" y="3014190"/>
                  </a:lnTo>
                  <a:close/>
                  <a:moveTo>
                    <a:pt x="745713" y="2416220"/>
                  </a:moveTo>
                  <a:lnTo>
                    <a:pt x="839288" y="2422863"/>
                  </a:lnTo>
                  <a:lnTo>
                    <a:pt x="805872" y="2404688"/>
                  </a:lnTo>
                  <a:close/>
                  <a:moveTo>
                    <a:pt x="699812" y="2395241"/>
                  </a:moveTo>
                  <a:lnTo>
                    <a:pt x="734173" y="2404688"/>
                  </a:lnTo>
                  <a:lnTo>
                    <a:pt x="745713" y="2416220"/>
                  </a:lnTo>
                  <a:close/>
                  <a:moveTo>
                    <a:pt x="398980" y="2106455"/>
                  </a:moveTo>
                  <a:lnTo>
                    <a:pt x="402080" y="2114264"/>
                  </a:lnTo>
                  <a:lnTo>
                    <a:pt x="401812" y="2113660"/>
                  </a:lnTo>
                  <a:close/>
                  <a:moveTo>
                    <a:pt x="394364" y="2075828"/>
                  </a:moveTo>
                  <a:lnTo>
                    <a:pt x="398980" y="2106455"/>
                  </a:lnTo>
                  <a:lnTo>
                    <a:pt x="401812" y="2113660"/>
                  </a:lnTo>
                  <a:close/>
                  <a:moveTo>
                    <a:pt x="370569" y="2032049"/>
                  </a:moveTo>
                  <a:lnTo>
                    <a:pt x="398980" y="2106455"/>
                  </a:lnTo>
                  <a:lnTo>
                    <a:pt x="394364" y="2075828"/>
                  </a:lnTo>
                  <a:close/>
                  <a:moveTo>
                    <a:pt x="353886" y="1993613"/>
                  </a:moveTo>
                  <a:lnTo>
                    <a:pt x="349072" y="1949834"/>
                  </a:lnTo>
                  <a:lnTo>
                    <a:pt x="370569" y="2032049"/>
                  </a:lnTo>
                  <a:close/>
                  <a:moveTo>
                    <a:pt x="1107362" y="2804442"/>
                  </a:moveTo>
                  <a:lnTo>
                    <a:pt x="1163796" y="2800167"/>
                  </a:lnTo>
                  <a:lnTo>
                    <a:pt x="1076349" y="2751878"/>
                  </a:lnTo>
                  <a:close/>
                  <a:moveTo>
                    <a:pt x="1239198" y="2777327"/>
                  </a:moveTo>
                  <a:lnTo>
                    <a:pt x="1193321" y="2895244"/>
                  </a:lnTo>
                  <a:lnTo>
                    <a:pt x="1226510" y="2819443"/>
                  </a:lnTo>
                  <a:close/>
                  <a:moveTo>
                    <a:pt x="1263689" y="2798536"/>
                  </a:moveTo>
                  <a:lnTo>
                    <a:pt x="1239198" y="2777327"/>
                  </a:lnTo>
                  <a:lnTo>
                    <a:pt x="1258036" y="2703039"/>
                  </a:lnTo>
                  <a:close/>
                  <a:moveTo>
                    <a:pt x="820563" y="2284037"/>
                  </a:moveTo>
                  <a:lnTo>
                    <a:pt x="765439" y="2240258"/>
                  </a:lnTo>
                  <a:lnTo>
                    <a:pt x="800539" y="2322473"/>
                  </a:lnTo>
                  <a:close/>
                  <a:moveTo>
                    <a:pt x="434026" y="1887286"/>
                  </a:moveTo>
                  <a:lnTo>
                    <a:pt x="530305" y="1969698"/>
                  </a:lnTo>
                  <a:lnTo>
                    <a:pt x="516790" y="1880593"/>
                  </a:lnTo>
                  <a:close/>
                  <a:moveTo>
                    <a:pt x="505863" y="1797010"/>
                  </a:moveTo>
                  <a:lnTo>
                    <a:pt x="502575" y="1790746"/>
                  </a:lnTo>
                  <a:lnTo>
                    <a:pt x="516790" y="1880593"/>
                  </a:lnTo>
                  <a:close/>
                  <a:moveTo>
                    <a:pt x="516790" y="1880593"/>
                  </a:moveTo>
                  <a:lnTo>
                    <a:pt x="502575" y="1790746"/>
                  </a:lnTo>
                  <a:lnTo>
                    <a:pt x="414450" y="1803109"/>
                  </a:lnTo>
                  <a:close/>
                  <a:moveTo>
                    <a:pt x="516790" y="1880593"/>
                  </a:moveTo>
                  <a:lnTo>
                    <a:pt x="414450" y="1803109"/>
                  </a:lnTo>
                  <a:lnTo>
                    <a:pt x="434026" y="1887286"/>
                  </a:lnTo>
                  <a:close/>
                  <a:moveTo>
                    <a:pt x="421098" y="1758746"/>
                  </a:moveTo>
                  <a:lnTo>
                    <a:pt x="350666" y="1708531"/>
                  </a:lnTo>
                  <a:lnTo>
                    <a:pt x="414450" y="1803109"/>
                  </a:lnTo>
                  <a:close/>
                  <a:moveTo>
                    <a:pt x="337549" y="1725027"/>
                  </a:moveTo>
                  <a:lnTo>
                    <a:pt x="404156" y="1790746"/>
                  </a:lnTo>
                  <a:lnTo>
                    <a:pt x="414450" y="1803109"/>
                  </a:lnTo>
                  <a:close/>
                  <a:moveTo>
                    <a:pt x="1263340" y="2656676"/>
                  </a:moveTo>
                  <a:lnTo>
                    <a:pt x="1246842" y="2616803"/>
                  </a:lnTo>
                  <a:lnTo>
                    <a:pt x="1249737" y="2695112"/>
                  </a:lnTo>
                  <a:close/>
                  <a:moveTo>
                    <a:pt x="1174213" y="2510409"/>
                  </a:moveTo>
                  <a:lnTo>
                    <a:pt x="1245995" y="2612736"/>
                  </a:lnTo>
                  <a:lnTo>
                    <a:pt x="1199390" y="2590034"/>
                  </a:lnTo>
                  <a:close/>
                  <a:moveTo>
                    <a:pt x="502575" y="1790746"/>
                  </a:moveTo>
                  <a:lnTo>
                    <a:pt x="505863" y="1797010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421098" y="1758746"/>
                  </a:lnTo>
                  <a:lnTo>
                    <a:pt x="502575" y="1790746"/>
                  </a:lnTo>
                  <a:close/>
                  <a:moveTo>
                    <a:pt x="426872" y="1692918"/>
                  </a:moveTo>
                  <a:lnTo>
                    <a:pt x="421098" y="1758746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505863" y="1797010"/>
                  </a:lnTo>
                  <a:lnTo>
                    <a:pt x="505511" y="1790746"/>
                  </a:lnTo>
                  <a:close/>
                  <a:moveTo>
                    <a:pt x="505511" y="1790746"/>
                  </a:moveTo>
                  <a:lnTo>
                    <a:pt x="507004" y="1688365"/>
                  </a:lnTo>
                  <a:lnTo>
                    <a:pt x="504889" y="1790176"/>
                  </a:lnTo>
                  <a:close/>
                  <a:moveTo>
                    <a:pt x="1203286" y="2574461"/>
                  </a:moveTo>
                  <a:lnTo>
                    <a:pt x="1174213" y="2510409"/>
                  </a:lnTo>
                  <a:lnTo>
                    <a:pt x="1199390" y="2590034"/>
                  </a:lnTo>
                  <a:close/>
                  <a:moveTo>
                    <a:pt x="672822" y="1916740"/>
                  </a:moveTo>
                  <a:lnTo>
                    <a:pt x="691680" y="1859595"/>
                  </a:lnTo>
                  <a:lnTo>
                    <a:pt x="697932" y="1954605"/>
                  </a:lnTo>
                  <a:close/>
                  <a:moveTo>
                    <a:pt x="932413" y="2061974"/>
                  </a:moveTo>
                  <a:lnTo>
                    <a:pt x="898835" y="2052049"/>
                  </a:lnTo>
                  <a:lnTo>
                    <a:pt x="951466" y="2069854"/>
                  </a:lnTo>
                  <a:close/>
                  <a:moveTo>
                    <a:pt x="951466" y="2069854"/>
                  </a:moveTo>
                  <a:lnTo>
                    <a:pt x="960730" y="2081170"/>
                  </a:lnTo>
                  <a:lnTo>
                    <a:pt x="932413" y="2061974"/>
                  </a:lnTo>
                  <a:close/>
                  <a:moveTo>
                    <a:pt x="567780" y="1670094"/>
                  </a:moveTo>
                  <a:lnTo>
                    <a:pt x="612581" y="1702150"/>
                  </a:lnTo>
                  <a:lnTo>
                    <a:pt x="617707" y="1631658"/>
                  </a:lnTo>
                  <a:close/>
                  <a:moveTo>
                    <a:pt x="1733515" y="2759036"/>
                  </a:moveTo>
                  <a:lnTo>
                    <a:pt x="1757603" y="2766215"/>
                  </a:lnTo>
                  <a:lnTo>
                    <a:pt x="1722522" y="2744233"/>
                  </a:lnTo>
                  <a:close/>
                  <a:moveTo>
                    <a:pt x="1733515" y="2759036"/>
                  </a:moveTo>
                  <a:lnTo>
                    <a:pt x="1722522" y="2744233"/>
                  </a:lnTo>
                  <a:lnTo>
                    <a:pt x="1747832" y="2729683"/>
                  </a:lnTo>
                  <a:close/>
                  <a:moveTo>
                    <a:pt x="1755431" y="2662018"/>
                  </a:moveTo>
                  <a:lnTo>
                    <a:pt x="1733515" y="2759036"/>
                  </a:lnTo>
                  <a:lnTo>
                    <a:pt x="1747832" y="2729683"/>
                  </a:lnTo>
                  <a:close/>
                  <a:moveTo>
                    <a:pt x="1208543" y="2004297"/>
                  </a:moveTo>
                  <a:lnTo>
                    <a:pt x="1214287" y="2064683"/>
                  </a:lnTo>
                  <a:lnTo>
                    <a:pt x="1200747" y="2088469"/>
                  </a:lnTo>
                  <a:close/>
                  <a:moveTo>
                    <a:pt x="1208543" y="2004297"/>
                  </a:moveTo>
                  <a:lnTo>
                    <a:pt x="1200747" y="2088469"/>
                  </a:lnTo>
                  <a:lnTo>
                    <a:pt x="1199982" y="2074652"/>
                  </a:lnTo>
                  <a:close/>
                  <a:moveTo>
                    <a:pt x="642857" y="1600148"/>
                  </a:moveTo>
                  <a:lnTo>
                    <a:pt x="687839" y="1553124"/>
                  </a:lnTo>
                  <a:lnTo>
                    <a:pt x="712390" y="1581461"/>
                  </a:lnTo>
                  <a:close/>
                  <a:moveTo>
                    <a:pt x="416288" y="1182146"/>
                  </a:moveTo>
                  <a:lnTo>
                    <a:pt x="342479" y="1100382"/>
                  </a:lnTo>
                  <a:lnTo>
                    <a:pt x="331675" y="1138367"/>
                  </a:lnTo>
                  <a:close/>
                  <a:moveTo>
                    <a:pt x="416288" y="1182146"/>
                  </a:moveTo>
                  <a:lnTo>
                    <a:pt x="331675" y="1138367"/>
                  </a:lnTo>
                  <a:lnTo>
                    <a:pt x="339691" y="1220583"/>
                  </a:lnTo>
                  <a:close/>
                  <a:moveTo>
                    <a:pt x="342479" y="1100382"/>
                  </a:moveTo>
                  <a:lnTo>
                    <a:pt x="340876" y="1091859"/>
                  </a:lnTo>
                  <a:lnTo>
                    <a:pt x="331675" y="1138367"/>
                  </a:lnTo>
                  <a:close/>
                  <a:moveTo>
                    <a:pt x="1199982" y="2074652"/>
                  </a:moveTo>
                  <a:lnTo>
                    <a:pt x="1200747" y="2088469"/>
                  </a:lnTo>
                  <a:lnTo>
                    <a:pt x="1199881" y="2086513"/>
                  </a:lnTo>
                  <a:close/>
                  <a:moveTo>
                    <a:pt x="1755431" y="2662018"/>
                  </a:moveTo>
                  <a:lnTo>
                    <a:pt x="1747832" y="2729683"/>
                  </a:lnTo>
                  <a:lnTo>
                    <a:pt x="1845786" y="2705797"/>
                  </a:lnTo>
                  <a:close/>
                  <a:moveTo>
                    <a:pt x="1448462" y="2130291"/>
                  </a:moveTo>
                  <a:lnTo>
                    <a:pt x="1514298" y="2215519"/>
                  </a:lnTo>
                  <a:lnTo>
                    <a:pt x="1516247" y="2205939"/>
                  </a:lnTo>
                  <a:close/>
                  <a:moveTo>
                    <a:pt x="1430404" y="2250942"/>
                  </a:moveTo>
                  <a:lnTo>
                    <a:pt x="1514298" y="2215519"/>
                  </a:lnTo>
                  <a:lnTo>
                    <a:pt x="1448462" y="2130291"/>
                  </a:lnTo>
                  <a:close/>
                  <a:moveTo>
                    <a:pt x="1435983" y="2168727"/>
                  </a:moveTo>
                  <a:lnTo>
                    <a:pt x="1430404" y="2250942"/>
                  </a:lnTo>
                  <a:lnTo>
                    <a:pt x="1448462" y="2130291"/>
                  </a:lnTo>
                  <a:close/>
                  <a:moveTo>
                    <a:pt x="1486568" y="2094975"/>
                  </a:moveTo>
                  <a:lnTo>
                    <a:pt x="1435983" y="2168727"/>
                  </a:lnTo>
                  <a:lnTo>
                    <a:pt x="1448462" y="2130291"/>
                  </a:lnTo>
                  <a:close/>
                  <a:moveTo>
                    <a:pt x="1208543" y="2004297"/>
                  </a:moveTo>
                  <a:lnTo>
                    <a:pt x="1226556" y="1967394"/>
                  </a:lnTo>
                  <a:lnTo>
                    <a:pt x="1224805" y="1922082"/>
                  </a:lnTo>
                  <a:close/>
                  <a:moveTo>
                    <a:pt x="881155" y="1718585"/>
                  </a:moveTo>
                  <a:lnTo>
                    <a:pt x="919477" y="1734991"/>
                  </a:lnTo>
                  <a:lnTo>
                    <a:pt x="948864" y="1693080"/>
                  </a:lnTo>
                  <a:close/>
                  <a:moveTo>
                    <a:pt x="554615" y="1249288"/>
                  </a:moveTo>
                  <a:lnTo>
                    <a:pt x="597892" y="1174605"/>
                  </a:lnTo>
                  <a:lnTo>
                    <a:pt x="536404" y="1164001"/>
                  </a:lnTo>
                  <a:close/>
                  <a:moveTo>
                    <a:pt x="288789" y="681913"/>
                  </a:moveTo>
                  <a:lnTo>
                    <a:pt x="211027" y="650419"/>
                  </a:lnTo>
                  <a:lnTo>
                    <a:pt x="289997" y="742681"/>
                  </a:lnTo>
                  <a:close/>
                  <a:moveTo>
                    <a:pt x="1913587" y="2705797"/>
                  </a:moveTo>
                  <a:lnTo>
                    <a:pt x="1968291" y="2589259"/>
                  </a:lnTo>
                  <a:lnTo>
                    <a:pt x="1926647" y="2585145"/>
                  </a:lnTo>
                  <a:close/>
                  <a:moveTo>
                    <a:pt x="1926647" y="2585145"/>
                  </a:moveTo>
                  <a:lnTo>
                    <a:pt x="1976558" y="2597131"/>
                  </a:lnTo>
                  <a:lnTo>
                    <a:pt x="1913587" y="2705797"/>
                  </a:lnTo>
                  <a:close/>
                  <a:moveTo>
                    <a:pt x="2014307" y="2705797"/>
                  </a:moveTo>
                  <a:lnTo>
                    <a:pt x="1976558" y="2597131"/>
                  </a:lnTo>
                  <a:lnTo>
                    <a:pt x="1984769" y="2585145"/>
                  </a:lnTo>
                  <a:close/>
                  <a:moveTo>
                    <a:pt x="1984769" y="2585145"/>
                  </a:moveTo>
                  <a:lnTo>
                    <a:pt x="1968291" y="2589259"/>
                  </a:lnTo>
                  <a:lnTo>
                    <a:pt x="2014307" y="2705797"/>
                  </a:lnTo>
                  <a:close/>
                  <a:moveTo>
                    <a:pt x="1926647" y="2585145"/>
                  </a:moveTo>
                  <a:lnTo>
                    <a:pt x="1968291" y="2589259"/>
                  </a:lnTo>
                  <a:lnTo>
                    <a:pt x="1953062" y="2509287"/>
                  </a:lnTo>
                  <a:close/>
                  <a:moveTo>
                    <a:pt x="1521492" y="2209670"/>
                  </a:moveTo>
                  <a:lnTo>
                    <a:pt x="1549723" y="2115897"/>
                  </a:lnTo>
                  <a:lnTo>
                    <a:pt x="1530688" y="2212506"/>
                  </a:lnTo>
                  <a:close/>
                  <a:moveTo>
                    <a:pt x="1530688" y="2212506"/>
                  </a:moveTo>
                  <a:lnTo>
                    <a:pt x="1549723" y="2115897"/>
                  </a:lnTo>
                  <a:lnTo>
                    <a:pt x="1553899" y="2091854"/>
                  </a:lnTo>
                  <a:close/>
                  <a:moveTo>
                    <a:pt x="1528611" y="2103790"/>
                  </a:moveTo>
                  <a:lnTo>
                    <a:pt x="1516247" y="2205939"/>
                  </a:lnTo>
                  <a:lnTo>
                    <a:pt x="1530688" y="2212506"/>
                  </a:lnTo>
                  <a:close/>
                  <a:moveTo>
                    <a:pt x="1448462" y="2130291"/>
                  </a:moveTo>
                  <a:lnTo>
                    <a:pt x="1516247" y="2205939"/>
                  </a:lnTo>
                  <a:lnTo>
                    <a:pt x="1528611" y="2103790"/>
                  </a:lnTo>
                  <a:close/>
                  <a:moveTo>
                    <a:pt x="1549723" y="2115897"/>
                  </a:moveTo>
                  <a:lnTo>
                    <a:pt x="1521492" y="2209670"/>
                  </a:lnTo>
                  <a:lnTo>
                    <a:pt x="1535287" y="2174070"/>
                  </a:lnTo>
                  <a:close/>
                  <a:moveTo>
                    <a:pt x="1486568" y="2094975"/>
                  </a:moveTo>
                  <a:lnTo>
                    <a:pt x="1448462" y="2130291"/>
                  </a:lnTo>
                  <a:lnTo>
                    <a:pt x="1528611" y="2103790"/>
                  </a:lnTo>
                  <a:close/>
                  <a:moveTo>
                    <a:pt x="412839" y="651855"/>
                  </a:moveTo>
                  <a:lnTo>
                    <a:pt x="359652" y="611983"/>
                  </a:lnTo>
                  <a:lnTo>
                    <a:pt x="288789" y="681913"/>
                  </a:lnTo>
                  <a:close/>
                  <a:moveTo>
                    <a:pt x="371166" y="711247"/>
                  </a:moveTo>
                  <a:lnTo>
                    <a:pt x="412839" y="651855"/>
                  </a:lnTo>
                  <a:lnTo>
                    <a:pt x="288789" y="681913"/>
                  </a:lnTo>
                  <a:close/>
                  <a:moveTo>
                    <a:pt x="2227249" y="2831790"/>
                  </a:moveTo>
                  <a:lnTo>
                    <a:pt x="2277733" y="2887206"/>
                  </a:lnTo>
                  <a:lnTo>
                    <a:pt x="2286419" y="2812680"/>
                  </a:lnTo>
                  <a:close/>
                  <a:moveTo>
                    <a:pt x="1760142" y="2236928"/>
                  </a:moveTo>
                  <a:lnTo>
                    <a:pt x="1869199" y="2308950"/>
                  </a:lnTo>
                  <a:lnTo>
                    <a:pt x="1790547" y="2243783"/>
                  </a:lnTo>
                  <a:close/>
                  <a:moveTo>
                    <a:pt x="1813224" y="2254365"/>
                  </a:moveTo>
                  <a:lnTo>
                    <a:pt x="1760142" y="2236928"/>
                  </a:lnTo>
                  <a:lnTo>
                    <a:pt x="1765040" y="2135633"/>
                  </a:lnTo>
                  <a:close/>
                  <a:moveTo>
                    <a:pt x="1655401" y="2017153"/>
                  </a:moveTo>
                  <a:lnTo>
                    <a:pt x="1736031" y="2053418"/>
                  </a:lnTo>
                  <a:lnTo>
                    <a:pt x="1599622" y="2006559"/>
                  </a:lnTo>
                  <a:close/>
                  <a:moveTo>
                    <a:pt x="1599622" y="2006559"/>
                  </a:moveTo>
                  <a:lnTo>
                    <a:pt x="1736077" y="2056307"/>
                  </a:lnTo>
                  <a:lnTo>
                    <a:pt x="1608973" y="2009639"/>
                  </a:lnTo>
                  <a:close/>
                  <a:moveTo>
                    <a:pt x="780214" y="910781"/>
                  </a:moveTo>
                  <a:lnTo>
                    <a:pt x="825091" y="902407"/>
                  </a:lnTo>
                  <a:lnTo>
                    <a:pt x="749945" y="861064"/>
                  </a:lnTo>
                  <a:close/>
                  <a:moveTo>
                    <a:pt x="412839" y="651855"/>
                  </a:moveTo>
                  <a:lnTo>
                    <a:pt x="360431" y="585327"/>
                  </a:lnTo>
                  <a:lnTo>
                    <a:pt x="359652" y="611983"/>
                  </a:lnTo>
                  <a:close/>
                  <a:moveTo>
                    <a:pt x="808160" y="984622"/>
                  </a:moveTo>
                  <a:lnTo>
                    <a:pt x="818884" y="915941"/>
                  </a:lnTo>
                  <a:lnTo>
                    <a:pt x="813690" y="1020257"/>
                  </a:lnTo>
                  <a:close/>
                  <a:moveTo>
                    <a:pt x="1955859" y="2098905"/>
                  </a:moveTo>
                  <a:lnTo>
                    <a:pt x="1959884" y="2104388"/>
                  </a:lnTo>
                  <a:lnTo>
                    <a:pt x="2052538" y="2172147"/>
                  </a:lnTo>
                  <a:close/>
                  <a:moveTo>
                    <a:pt x="1665671" y="1768336"/>
                  </a:moveTo>
                  <a:lnTo>
                    <a:pt x="1614651" y="1864796"/>
                  </a:lnTo>
                  <a:lnTo>
                    <a:pt x="1643900" y="1888988"/>
                  </a:lnTo>
                  <a:close/>
                  <a:moveTo>
                    <a:pt x="1637043" y="1775951"/>
                  </a:moveTo>
                  <a:lnTo>
                    <a:pt x="1539084" y="1860920"/>
                  </a:lnTo>
                  <a:lnTo>
                    <a:pt x="1614651" y="1864796"/>
                  </a:lnTo>
                  <a:close/>
                  <a:moveTo>
                    <a:pt x="1637043" y="1775951"/>
                  </a:moveTo>
                  <a:lnTo>
                    <a:pt x="1548585" y="1787275"/>
                  </a:lnTo>
                  <a:lnTo>
                    <a:pt x="1539084" y="1860920"/>
                  </a:lnTo>
                  <a:close/>
                  <a:moveTo>
                    <a:pt x="1548585" y="1787275"/>
                  </a:moveTo>
                  <a:lnTo>
                    <a:pt x="1637043" y="1775951"/>
                  </a:lnTo>
                  <a:lnTo>
                    <a:pt x="1562337" y="1732654"/>
                  </a:lnTo>
                  <a:close/>
                  <a:moveTo>
                    <a:pt x="1690098" y="1693318"/>
                  </a:moveTo>
                  <a:lnTo>
                    <a:pt x="1642911" y="1755253"/>
                  </a:lnTo>
                  <a:lnTo>
                    <a:pt x="1637043" y="1775951"/>
                  </a:lnTo>
                  <a:close/>
                  <a:moveTo>
                    <a:pt x="1665671" y="1768336"/>
                  </a:moveTo>
                  <a:lnTo>
                    <a:pt x="1707076" y="1716496"/>
                  </a:lnTo>
                  <a:lnTo>
                    <a:pt x="1690098" y="1693318"/>
                  </a:lnTo>
                  <a:close/>
                  <a:moveTo>
                    <a:pt x="1637043" y="1775951"/>
                  </a:moveTo>
                  <a:lnTo>
                    <a:pt x="1665671" y="1768336"/>
                  </a:lnTo>
                  <a:lnTo>
                    <a:pt x="1690098" y="1693318"/>
                  </a:lnTo>
                  <a:close/>
                  <a:moveTo>
                    <a:pt x="844500" y="795025"/>
                  </a:moveTo>
                  <a:lnTo>
                    <a:pt x="825091" y="902407"/>
                  </a:lnTo>
                  <a:lnTo>
                    <a:pt x="852993" y="888212"/>
                  </a:lnTo>
                  <a:close/>
                  <a:moveTo>
                    <a:pt x="852993" y="888212"/>
                  </a:moveTo>
                  <a:lnTo>
                    <a:pt x="954848" y="865997"/>
                  </a:lnTo>
                  <a:lnTo>
                    <a:pt x="844500" y="795025"/>
                  </a:lnTo>
                  <a:close/>
                  <a:moveTo>
                    <a:pt x="954848" y="865997"/>
                  </a:moveTo>
                  <a:lnTo>
                    <a:pt x="958273" y="867447"/>
                  </a:lnTo>
                  <a:lnTo>
                    <a:pt x="1038034" y="887004"/>
                  </a:lnTo>
                  <a:close/>
                  <a:moveTo>
                    <a:pt x="492042" y="454126"/>
                  </a:moveTo>
                  <a:lnTo>
                    <a:pt x="544247" y="452894"/>
                  </a:lnTo>
                  <a:lnTo>
                    <a:pt x="548671" y="453383"/>
                  </a:lnTo>
                  <a:close/>
                  <a:moveTo>
                    <a:pt x="472798" y="445627"/>
                  </a:moveTo>
                  <a:lnTo>
                    <a:pt x="544247" y="452894"/>
                  </a:lnTo>
                  <a:lnTo>
                    <a:pt x="492042" y="454126"/>
                  </a:lnTo>
                  <a:close/>
                  <a:moveTo>
                    <a:pt x="1999584" y="2163450"/>
                  </a:moveTo>
                  <a:lnTo>
                    <a:pt x="2052538" y="2172147"/>
                  </a:lnTo>
                  <a:lnTo>
                    <a:pt x="1959884" y="2104388"/>
                  </a:lnTo>
                  <a:close/>
                  <a:moveTo>
                    <a:pt x="1803109" y="1762127"/>
                  </a:moveTo>
                  <a:lnTo>
                    <a:pt x="1736556" y="1755641"/>
                  </a:lnTo>
                  <a:lnTo>
                    <a:pt x="1853170" y="1768857"/>
                  </a:lnTo>
                  <a:close/>
                  <a:moveTo>
                    <a:pt x="1647719" y="1667179"/>
                  </a:moveTo>
                  <a:lnTo>
                    <a:pt x="1562337" y="1732654"/>
                  </a:lnTo>
                  <a:lnTo>
                    <a:pt x="1642911" y="1755253"/>
                  </a:lnTo>
                  <a:close/>
                  <a:moveTo>
                    <a:pt x="1563358" y="1174712"/>
                  </a:moveTo>
                  <a:lnTo>
                    <a:pt x="1608572" y="1198173"/>
                  </a:lnTo>
                  <a:lnTo>
                    <a:pt x="1523969" y="1158798"/>
                  </a:lnTo>
                  <a:close/>
                  <a:moveTo>
                    <a:pt x="1491698" y="832601"/>
                  </a:moveTo>
                  <a:lnTo>
                    <a:pt x="1501551" y="859779"/>
                  </a:lnTo>
                  <a:lnTo>
                    <a:pt x="1585873" y="916722"/>
                  </a:lnTo>
                  <a:close/>
                  <a:moveTo>
                    <a:pt x="1412338" y="836526"/>
                  </a:moveTo>
                  <a:lnTo>
                    <a:pt x="1491698" y="832601"/>
                  </a:lnTo>
                  <a:lnTo>
                    <a:pt x="1410357" y="797478"/>
                  </a:lnTo>
                  <a:close/>
                  <a:moveTo>
                    <a:pt x="1491698" y="832601"/>
                  </a:moveTo>
                  <a:lnTo>
                    <a:pt x="1412338" y="836526"/>
                  </a:lnTo>
                  <a:lnTo>
                    <a:pt x="1501551" y="859779"/>
                  </a:lnTo>
                  <a:close/>
                  <a:moveTo>
                    <a:pt x="1412338" y="836526"/>
                  </a:moveTo>
                  <a:lnTo>
                    <a:pt x="1421491" y="839108"/>
                  </a:lnTo>
                  <a:lnTo>
                    <a:pt x="1501551" y="859779"/>
                  </a:lnTo>
                  <a:close/>
                  <a:moveTo>
                    <a:pt x="1358177" y="748661"/>
                  </a:moveTo>
                  <a:lnTo>
                    <a:pt x="1410357" y="797478"/>
                  </a:lnTo>
                  <a:lnTo>
                    <a:pt x="1402465" y="744461"/>
                  </a:lnTo>
                  <a:close/>
                  <a:moveTo>
                    <a:pt x="1555675" y="710224"/>
                  </a:moveTo>
                  <a:lnTo>
                    <a:pt x="1516523" y="830875"/>
                  </a:lnTo>
                  <a:lnTo>
                    <a:pt x="1603008" y="745250"/>
                  </a:lnTo>
                  <a:close/>
                  <a:moveTo>
                    <a:pt x="1489031" y="734677"/>
                  </a:moveTo>
                  <a:lnTo>
                    <a:pt x="1402465" y="744461"/>
                  </a:lnTo>
                  <a:lnTo>
                    <a:pt x="1410357" y="797478"/>
                  </a:lnTo>
                  <a:close/>
                  <a:moveTo>
                    <a:pt x="1489031" y="734677"/>
                  </a:moveTo>
                  <a:lnTo>
                    <a:pt x="1471410" y="628009"/>
                  </a:lnTo>
                  <a:lnTo>
                    <a:pt x="1409276" y="638832"/>
                  </a:lnTo>
                  <a:close/>
                  <a:moveTo>
                    <a:pt x="1489031" y="734677"/>
                  </a:moveTo>
                  <a:lnTo>
                    <a:pt x="1409276" y="638832"/>
                  </a:lnTo>
                  <a:lnTo>
                    <a:pt x="1402465" y="744461"/>
                  </a:lnTo>
                  <a:close/>
                  <a:moveTo>
                    <a:pt x="1265319" y="318659"/>
                  </a:moveTo>
                  <a:lnTo>
                    <a:pt x="1206530" y="299149"/>
                  </a:lnTo>
                  <a:lnTo>
                    <a:pt x="1255497" y="402984"/>
                  </a:lnTo>
                  <a:close/>
                  <a:moveTo>
                    <a:pt x="1180292" y="303440"/>
                  </a:moveTo>
                  <a:lnTo>
                    <a:pt x="1206530" y="299149"/>
                  </a:lnTo>
                  <a:lnTo>
                    <a:pt x="1176721" y="266065"/>
                  </a:lnTo>
                  <a:close/>
                  <a:moveTo>
                    <a:pt x="1179779" y="299149"/>
                  </a:moveTo>
                  <a:lnTo>
                    <a:pt x="1180292" y="303440"/>
                  </a:lnTo>
                  <a:lnTo>
                    <a:pt x="1176721" y="266065"/>
                  </a:lnTo>
                  <a:close/>
                  <a:moveTo>
                    <a:pt x="1603008" y="745250"/>
                  </a:moveTo>
                  <a:lnTo>
                    <a:pt x="1628602" y="681801"/>
                  </a:lnTo>
                  <a:lnTo>
                    <a:pt x="1555675" y="710224"/>
                  </a:lnTo>
                  <a:close/>
                  <a:moveTo>
                    <a:pt x="1661429" y="671787"/>
                  </a:moveTo>
                  <a:lnTo>
                    <a:pt x="1628602" y="681801"/>
                  </a:lnTo>
                  <a:lnTo>
                    <a:pt x="1603008" y="745250"/>
                  </a:lnTo>
                  <a:close/>
                  <a:moveTo>
                    <a:pt x="1628602" y="681801"/>
                  </a:moveTo>
                  <a:lnTo>
                    <a:pt x="1661429" y="671787"/>
                  </a:lnTo>
                  <a:lnTo>
                    <a:pt x="1637935" y="660636"/>
                  </a:lnTo>
                  <a:close/>
                  <a:moveTo>
                    <a:pt x="1471410" y="628009"/>
                  </a:moveTo>
                  <a:lnTo>
                    <a:pt x="1518119" y="610938"/>
                  </a:lnTo>
                  <a:lnTo>
                    <a:pt x="1415343" y="600919"/>
                  </a:lnTo>
                  <a:close/>
                  <a:moveTo>
                    <a:pt x="1415343" y="600919"/>
                  </a:moveTo>
                  <a:lnTo>
                    <a:pt x="1518119" y="610938"/>
                  </a:lnTo>
                  <a:lnTo>
                    <a:pt x="1536009" y="558209"/>
                  </a:lnTo>
                  <a:close/>
                  <a:moveTo>
                    <a:pt x="1352252" y="425142"/>
                  </a:moveTo>
                  <a:lnTo>
                    <a:pt x="1340203" y="381364"/>
                  </a:lnTo>
                  <a:lnTo>
                    <a:pt x="1336125" y="463579"/>
                  </a:lnTo>
                  <a:close/>
                  <a:moveTo>
                    <a:pt x="1206530" y="299149"/>
                  </a:moveTo>
                  <a:lnTo>
                    <a:pt x="1265319" y="318659"/>
                  </a:lnTo>
                  <a:lnTo>
                    <a:pt x="1272236" y="289283"/>
                  </a:lnTo>
                  <a:close/>
                  <a:moveTo>
                    <a:pt x="1176721" y="266065"/>
                  </a:moveTo>
                  <a:lnTo>
                    <a:pt x="1171623" y="210395"/>
                  </a:lnTo>
                  <a:lnTo>
                    <a:pt x="1179779" y="299149"/>
                  </a:lnTo>
                  <a:close/>
                  <a:moveTo>
                    <a:pt x="1272236" y="289283"/>
                  </a:moveTo>
                  <a:lnTo>
                    <a:pt x="1176721" y="266065"/>
                  </a:lnTo>
                  <a:lnTo>
                    <a:pt x="1206530" y="299149"/>
                  </a:lnTo>
                  <a:close/>
                  <a:moveTo>
                    <a:pt x="1171623" y="210395"/>
                  </a:moveTo>
                  <a:lnTo>
                    <a:pt x="1176721" y="266065"/>
                  </a:lnTo>
                  <a:lnTo>
                    <a:pt x="1272236" y="289283"/>
                  </a:lnTo>
                  <a:close/>
                  <a:moveTo>
                    <a:pt x="1275476" y="186557"/>
                  </a:moveTo>
                  <a:lnTo>
                    <a:pt x="1171623" y="210395"/>
                  </a:lnTo>
                  <a:lnTo>
                    <a:pt x="1272236" y="289283"/>
                  </a:lnTo>
                  <a:close/>
                  <a:moveTo>
                    <a:pt x="1072231" y="154053"/>
                  </a:moveTo>
                  <a:lnTo>
                    <a:pt x="1120873" y="120717"/>
                  </a:lnTo>
                  <a:lnTo>
                    <a:pt x="1171623" y="210395"/>
                  </a:lnTo>
                  <a:close/>
                  <a:moveTo>
                    <a:pt x="1171623" y="210395"/>
                  </a:moveTo>
                  <a:lnTo>
                    <a:pt x="1197033" y="126808"/>
                  </a:lnTo>
                  <a:lnTo>
                    <a:pt x="1137175" y="96282"/>
                  </a:lnTo>
                  <a:close/>
                  <a:moveTo>
                    <a:pt x="1171623" y="210395"/>
                  </a:moveTo>
                  <a:lnTo>
                    <a:pt x="1275476" y="186557"/>
                  </a:lnTo>
                  <a:lnTo>
                    <a:pt x="1197033" y="126808"/>
                  </a:lnTo>
                  <a:close/>
                  <a:moveTo>
                    <a:pt x="1275476" y="186557"/>
                  </a:moveTo>
                  <a:lnTo>
                    <a:pt x="1275027" y="139757"/>
                  </a:lnTo>
                  <a:lnTo>
                    <a:pt x="1197033" y="126808"/>
                  </a:lnTo>
                  <a:close/>
                  <a:moveTo>
                    <a:pt x="1661429" y="671787"/>
                  </a:moveTo>
                  <a:lnTo>
                    <a:pt x="1650426" y="707340"/>
                  </a:lnTo>
                  <a:lnTo>
                    <a:pt x="1658461" y="657526"/>
                  </a:lnTo>
                  <a:close/>
                  <a:moveTo>
                    <a:pt x="1536009" y="558209"/>
                  </a:moveTo>
                  <a:lnTo>
                    <a:pt x="1561815" y="589573"/>
                  </a:lnTo>
                  <a:lnTo>
                    <a:pt x="1623887" y="485449"/>
                  </a:lnTo>
                  <a:close/>
                  <a:moveTo>
                    <a:pt x="1366720" y="222275"/>
                  </a:moveTo>
                  <a:lnTo>
                    <a:pt x="1329328" y="142776"/>
                  </a:lnTo>
                  <a:lnTo>
                    <a:pt x="1336329" y="178497"/>
                  </a:lnTo>
                  <a:close/>
                  <a:moveTo>
                    <a:pt x="1137175" y="96282"/>
                  </a:moveTo>
                  <a:lnTo>
                    <a:pt x="1197033" y="126808"/>
                  </a:lnTo>
                  <a:lnTo>
                    <a:pt x="1226195" y="65936"/>
                  </a:lnTo>
                  <a:close/>
                  <a:moveTo>
                    <a:pt x="1354332" y="157609"/>
                  </a:moveTo>
                  <a:lnTo>
                    <a:pt x="1336329" y="178497"/>
                  </a:lnTo>
                  <a:lnTo>
                    <a:pt x="1329328" y="142776"/>
                  </a:lnTo>
                  <a:close/>
                  <a:moveTo>
                    <a:pt x="1226195" y="65936"/>
                  </a:moveTo>
                  <a:lnTo>
                    <a:pt x="1249310" y="7644"/>
                  </a:lnTo>
                  <a:lnTo>
                    <a:pt x="1184182" y="0"/>
                  </a:lnTo>
                  <a:close/>
                  <a:moveTo>
                    <a:pt x="1721298" y="478458"/>
                  </a:moveTo>
                  <a:lnTo>
                    <a:pt x="1698479" y="430484"/>
                  </a:lnTo>
                  <a:lnTo>
                    <a:pt x="1733923" y="45658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59" name="Candidate_density__2078">
              <a:extLst>
                <a:ext uri="{FF2B5EF4-FFF2-40B4-BE49-F238E27FC236}">
                  <a16:creationId xmlns:a16="http://schemas.microsoft.com/office/drawing/2014/main" id="{9337B95B-C0E2-094E-B08C-E545613D63CA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506782"/>
              <a:ext cx="1943434" cy="3623869"/>
            </a:xfrm>
            <a:custGeom>
              <a:avLst/>
              <a:gdLst/>
              <a:ahLst/>
              <a:cxnLst/>
              <a:rect l="0" t="0" r="0" b="0"/>
              <a:pathLst>
                <a:path w="1943434" h="3623869">
                  <a:moveTo>
                    <a:pt x="250370" y="3580089"/>
                  </a:moveTo>
                  <a:lnTo>
                    <a:pt x="326469" y="3623869"/>
                  </a:lnTo>
                  <a:lnTo>
                    <a:pt x="329108" y="3541653"/>
                  </a:lnTo>
                  <a:close/>
                  <a:moveTo>
                    <a:pt x="329108" y="3541653"/>
                  </a:moveTo>
                  <a:lnTo>
                    <a:pt x="386818" y="3600951"/>
                  </a:lnTo>
                  <a:lnTo>
                    <a:pt x="348239" y="3532223"/>
                  </a:lnTo>
                  <a:close/>
                  <a:moveTo>
                    <a:pt x="329108" y="3541653"/>
                  </a:moveTo>
                  <a:lnTo>
                    <a:pt x="326469" y="3623869"/>
                  </a:lnTo>
                  <a:lnTo>
                    <a:pt x="386818" y="3600951"/>
                  </a:lnTo>
                  <a:close/>
                  <a:moveTo>
                    <a:pt x="323815" y="3493707"/>
                  </a:moveTo>
                  <a:lnTo>
                    <a:pt x="329108" y="3541653"/>
                  </a:lnTo>
                  <a:lnTo>
                    <a:pt x="348239" y="3532223"/>
                  </a:lnTo>
                  <a:close/>
                  <a:moveTo>
                    <a:pt x="328358" y="3338787"/>
                  </a:moveTo>
                  <a:lnTo>
                    <a:pt x="350752" y="3379216"/>
                  </a:lnTo>
                  <a:lnTo>
                    <a:pt x="350508" y="3330194"/>
                  </a:lnTo>
                  <a:close/>
                  <a:moveTo>
                    <a:pt x="294644" y="3256572"/>
                  </a:moveTo>
                  <a:lnTo>
                    <a:pt x="350508" y="3330194"/>
                  </a:lnTo>
                  <a:lnTo>
                    <a:pt x="332919" y="3244401"/>
                  </a:lnTo>
                  <a:close/>
                  <a:moveTo>
                    <a:pt x="294644" y="3256572"/>
                  </a:moveTo>
                  <a:lnTo>
                    <a:pt x="328358" y="3338787"/>
                  </a:lnTo>
                  <a:lnTo>
                    <a:pt x="350508" y="3330194"/>
                  </a:lnTo>
                  <a:close/>
                  <a:moveTo>
                    <a:pt x="350752" y="3379216"/>
                  </a:moveTo>
                  <a:lnTo>
                    <a:pt x="442571" y="3300350"/>
                  </a:lnTo>
                  <a:lnTo>
                    <a:pt x="350508" y="3330194"/>
                  </a:lnTo>
                  <a:close/>
                  <a:moveTo>
                    <a:pt x="480815" y="3371641"/>
                  </a:moveTo>
                  <a:lnTo>
                    <a:pt x="442571" y="3300350"/>
                  </a:lnTo>
                  <a:lnTo>
                    <a:pt x="350752" y="3379216"/>
                  </a:lnTo>
                  <a:close/>
                  <a:moveTo>
                    <a:pt x="442571" y="3300350"/>
                  </a:moveTo>
                  <a:lnTo>
                    <a:pt x="441330" y="3224016"/>
                  </a:lnTo>
                  <a:lnTo>
                    <a:pt x="350508" y="3330194"/>
                  </a:lnTo>
                  <a:close/>
                  <a:moveTo>
                    <a:pt x="350508" y="3330194"/>
                  </a:moveTo>
                  <a:lnTo>
                    <a:pt x="441330" y="3224016"/>
                  </a:lnTo>
                  <a:lnTo>
                    <a:pt x="439136" y="3218640"/>
                  </a:lnTo>
                  <a:close/>
                  <a:moveTo>
                    <a:pt x="350508" y="3330194"/>
                  </a:moveTo>
                  <a:lnTo>
                    <a:pt x="439136" y="3218640"/>
                  </a:lnTo>
                  <a:lnTo>
                    <a:pt x="332919" y="3244401"/>
                  </a:lnTo>
                  <a:close/>
                  <a:moveTo>
                    <a:pt x="506503" y="3261914"/>
                  </a:moveTo>
                  <a:lnTo>
                    <a:pt x="480815" y="3371641"/>
                  </a:lnTo>
                  <a:lnTo>
                    <a:pt x="511756" y="3272125"/>
                  </a:lnTo>
                  <a:close/>
                  <a:moveTo>
                    <a:pt x="506503" y="3261914"/>
                  </a:moveTo>
                  <a:lnTo>
                    <a:pt x="442571" y="3300350"/>
                  </a:lnTo>
                  <a:lnTo>
                    <a:pt x="480815" y="3371641"/>
                  </a:lnTo>
                  <a:close/>
                  <a:moveTo>
                    <a:pt x="504397" y="3244610"/>
                  </a:moveTo>
                  <a:lnTo>
                    <a:pt x="442571" y="3300350"/>
                  </a:lnTo>
                  <a:lnTo>
                    <a:pt x="506503" y="3261914"/>
                  </a:lnTo>
                  <a:close/>
                  <a:moveTo>
                    <a:pt x="504397" y="3244610"/>
                  </a:moveTo>
                  <a:lnTo>
                    <a:pt x="441330" y="3224016"/>
                  </a:lnTo>
                  <a:lnTo>
                    <a:pt x="442571" y="3300350"/>
                  </a:lnTo>
                  <a:close/>
                  <a:moveTo>
                    <a:pt x="441330" y="3224016"/>
                  </a:moveTo>
                  <a:lnTo>
                    <a:pt x="504397" y="3244610"/>
                  </a:lnTo>
                  <a:lnTo>
                    <a:pt x="440503" y="3218135"/>
                  </a:lnTo>
                  <a:close/>
                  <a:moveTo>
                    <a:pt x="504397" y="3244610"/>
                  </a:moveTo>
                  <a:lnTo>
                    <a:pt x="490611" y="3179698"/>
                  </a:lnTo>
                  <a:lnTo>
                    <a:pt x="440503" y="3218135"/>
                  </a:lnTo>
                  <a:close/>
                  <a:moveTo>
                    <a:pt x="498335" y="3097484"/>
                  </a:moveTo>
                  <a:lnTo>
                    <a:pt x="440503" y="3218135"/>
                  </a:lnTo>
                  <a:lnTo>
                    <a:pt x="490611" y="3179698"/>
                  </a:lnTo>
                  <a:close/>
                  <a:moveTo>
                    <a:pt x="504397" y="3244610"/>
                  </a:moveTo>
                  <a:lnTo>
                    <a:pt x="506503" y="3261914"/>
                  </a:lnTo>
                  <a:lnTo>
                    <a:pt x="512176" y="3259352"/>
                  </a:lnTo>
                  <a:close/>
                  <a:moveTo>
                    <a:pt x="504397" y="3244610"/>
                  </a:moveTo>
                  <a:lnTo>
                    <a:pt x="512176" y="3259352"/>
                  </a:lnTo>
                  <a:lnTo>
                    <a:pt x="490611" y="3179698"/>
                  </a:lnTo>
                  <a:close/>
                  <a:moveTo>
                    <a:pt x="498335" y="3097484"/>
                  </a:moveTo>
                  <a:lnTo>
                    <a:pt x="490611" y="3179698"/>
                  </a:lnTo>
                  <a:lnTo>
                    <a:pt x="554494" y="3141262"/>
                  </a:lnTo>
                  <a:close/>
                  <a:moveTo>
                    <a:pt x="498335" y="3097484"/>
                  </a:moveTo>
                  <a:lnTo>
                    <a:pt x="554494" y="3141262"/>
                  </a:lnTo>
                  <a:lnTo>
                    <a:pt x="538287" y="3059047"/>
                  </a:lnTo>
                  <a:close/>
                  <a:moveTo>
                    <a:pt x="538287" y="3059047"/>
                  </a:moveTo>
                  <a:lnTo>
                    <a:pt x="498024" y="2976832"/>
                  </a:lnTo>
                  <a:lnTo>
                    <a:pt x="498335" y="3097484"/>
                  </a:lnTo>
                  <a:close/>
                  <a:moveTo>
                    <a:pt x="493559" y="2874119"/>
                  </a:moveTo>
                  <a:lnTo>
                    <a:pt x="479885" y="2937759"/>
                  </a:lnTo>
                  <a:lnTo>
                    <a:pt x="519465" y="2856181"/>
                  </a:lnTo>
                  <a:close/>
                  <a:moveTo>
                    <a:pt x="519465" y="2856181"/>
                  </a:moveTo>
                  <a:lnTo>
                    <a:pt x="479885" y="2937759"/>
                  </a:lnTo>
                  <a:lnTo>
                    <a:pt x="498024" y="2976832"/>
                  </a:lnTo>
                  <a:close/>
                  <a:moveTo>
                    <a:pt x="466195" y="2886575"/>
                  </a:moveTo>
                  <a:lnTo>
                    <a:pt x="493559" y="2874119"/>
                  </a:lnTo>
                  <a:lnTo>
                    <a:pt x="475510" y="2812402"/>
                  </a:lnTo>
                  <a:close/>
                  <a:moveTo>
                    <a:pt x="475510" y="2812402"/>
                  </a:moveTo>
                  <a:lnTo>
                    <a:pt x="493559" y="2874119"/>
                  </a:lnTo>
                  <a:lnTo>
                    <a:pt x="519465" y="2856181"/>
                  </a:lnTo>
                  <a:close/>
                  <a:moveTo>
                    <a:pt x="475510" y="2812402"/>
                  </a:moveTo>
                  <a:lnTo>
                    <a:pt x="519465" y="2856181"/>
                  </a:lnTo>
                  <a:lnTo>
                    <a:pt x="558768" y="2773965"/>
                  </a:lnTo>
                  <a:close/>
                  <a:moveTo>
                    <a:pt x="565931" y="2765611"/>
                  </a:moveTo>
                  <a:lnTo>
                    <a:pt x="475510" y="2812402"/>
                  </a:lnTo>
                  <a:lnTo>
                    <a:pt x="558768" y="2773965"/>
                  </a:lnTo>
                  <a:close/>
                  <a:moveTo>
                    <a:pt x="640069" y="2915693"/>
                  </a:moveTo>
                  <a:lnTo>
                    <a:pt x="707275" y="2821556"/>
                  </a:lnTo>
                  <a:lnTo>
                    <a:pt x="617877" y="2833642"/>
                  </a:lnTo>
                  <a:close/>
                  <a:moveTo>
                    <a:pt x="558768" y="2773965"/>
                  </a:moveTo>
                  <a:lnTo>
                    <a:pt x="617877" y="2833642"/>
                  </a:lnTo>
                  <a:lnTo>
                    <a:pt x="572779" y="2770214"/>
                  </a:lnTo>
                  <a:close/>
                  <a:moveTo>
                    <a:pt x="558768" y="2773965"/>
                  </a:moveTo>
                  <a:lnTo>
                    <a:pt x="519465" y="2856181"/>
                  </a:lnTo>
                  <a:lnTo>
                    <a:pt x="617877" y="2833642"/>
                  </a:lnTo>
                  <a:close/>
                  <a:moveTo>
                    <a:pt x="617877" y="2833642"/>
                  </a:moveTo>
                  <a:lnTo>
                    <a:pt x="670036" y="2751739"/>
                  </a:lnTo>
                  <a:lnTo>
                    <a:pt x="572779" y="2770214"/>
                  </a:lnTo>
                  <a:close/>
                  <a:moveTo>
                    <a:pt x="565931" y="2765611"/>
                  </a:moveTo>
                  <a:lnTo>
                    <a:pt x="558768" y="2773965"/>
                  </a:lnTo>
                  <a:lnTo>
                    <a:pt x="572779" y="2770214"/>
                  </a:lnTo>
                  <a:close/>
                  <a:moveTo>
                    <a:pt x="296629" y="2379506"/>
                  </a:moveTo>
                  <a:lnTo>
                    <a:pt x="242464" y="2392194"/>
                  </a:lnTo>
                  <a:lnTo>
                    <a:pt x="181460" y="2442772"/>
                  </a:lnTo>
                  <a:close/>
                  <a:moveTo>
                    <a:pt x="242464" y="2392194"/>
                  </a:moveTo>
                  <a:lnTo>
                    <a:pt x="296629" y="2379506"/>
                  </a:lnTo>
                  <a:lnTo>
                    <a:pt x="262750" y="2362890"/>
                  </a:lnTo>
                  <a:close/>
                  <a:moveTo>
                    <a:pt x="296629" y="2379506"/>
                  </a:moveTo>
                  <a:lnTo>
                    <a:pt x="318499" y="2324454"/>
                  </a:lnTo>
                  <a:lnTo>
                    <a:pt x="262750" y="2362890"/>
                  </a:lnTo>
                  <a:close/>
                  <a:moveTo>
                    <a:pt x="237894" y="2280675"/>
                  </a:moveTo>
                  <a:lnTo>
                    <a:pt x="262750" y="2362890"/>
                  </a:lnTo>
                  <a:lnTo>
                    <a:pt x="318499" y="2324454"/>
                  </a:lnTo>
                  <a:close/>
                  <a:moveTo>
                    <a:pt x="237894" y="2280675"/>
                  </a:moveTo>
                  <a:lnTo>
                    <a:pt x="318499" y="2324454"/>
                  </a:lnTo>
                  <a:lnTo>
                    <a:pt x="305302" y="2242238"/>
                  </a:lnTo>
                  <a:close/>
                  <a:moveTo>
                    <a:pt x="377637" y="2286017"/>
                  </a:moveTo>
                  <a:lnTo>
                    <a:pt x="382074" y="2205113"/>
                  </a:lnTo>
                  <a:lnTo>
                    <a:pt x="305302" y="2242238"/>
                  </a:lnTo>
                  <a:close/>
                  <a:moveTo>
                    <a:pt x="318499" y="2324454"/>
                  </a:moveTo>
                  <a:lnTo>
                    <a:pt x="377637" y="2286017"/>
                  </a:lnTo>
                  <a:lnTo>
                    <a:pt x="305302" y="2242238"/>
                  </a:lnTo>
                  <a:close/>
                  <a:moveTo>
                    <a:pt x="289981" y="2160023"/>
                  </a:moveTo>
                  <a:lnTo>
                    <a:pt x="305302" y="2242238"/>
                  </a:lnTo>
                  <a:lnTo>
                    <a:pt x="380840" y="2204519"/>
                  </a:lnTo>
                  <a:close/>
                  <a:moveTo>
                    <a:pt x="87496" y="1724504"/>
                  </a:moveTo>
                  <a:lnTo>
                    <a:pt x="29190" y="1721712"/>
                  </a:lnTo>
                  <a:lnTo>
                    <a:pt x="0" y="1792726"/>
                  </a:lnTo>
                  <a:close/>
                  <a:moveTo>
                    <a:pt x="150799" y="1682527"/>
                  </a:moveTo>
                  <a:lnTo>
                    <a:pt x="29190" y="1721712"/>
                  </a:lnTo>
                  <a:lnTo>
                    <a:pt x="87496" y="1724504"/>
                  </a:lnTo>
                  <a:close/>
                  <a:moveTo>
                    <a:pt x="1035014" y="2759201"/>
                  </a:moveTo>
                  <a:lnTo>
                    <a:pt x="1032173" y="2823086"/>
                  </a:lnTo>
                  <a:lnTo>
                    <a:pt x="1066028" y="2811764"/>
                  </a:lnTo>
                  <a:close/>
                  <a:moveTo>
                    <a:pt x="205659" y="1725294"/>
                  </a:moveTo>
                  <a:lnTo>
                    <a:pt x="286497" y="1720167"/>
                  </a:lnTo>
                  <a:lnTo>
                    <a:pt x="223879" y="1677103"/>
                  </a:lnTo>
                  <a:close/>
                  <a:moveTo>
                    <a:pt x="335955" y="1640458"/>
                  </a:moveTo>
                  <a:lnTo>
                    <a:pt x="238610" y="1672075"/>
                  </a:lnTo>
                  <a:lnTo>
                    <a:pt x="346774" y="1642728"/>
                  </a:lnTo>
                  <a:close/>
                  <a:moveTo>
                    <a:pt x="346774" y="1642728"/>
                  </a:moveTo>
                  <a:lnTo>
                    <a:pt x="223879" y="1677103"/>
                  </a:lnTo>
                  <a:lnTo>
                    <a:pt x="309332" y="1715854"/>
                  </a:lnTo>
                  <a:close/>
                  <a:moveTo>
                    <a:pt x="309332" y="1715854"/>
                  </a:moveTo>
                  <a:lnTo>
                    <a:pt x="223879" y="1677103"/>
                  </a:lnTo>
                  <a:lnTo>
                    <a:pt x="286497" y="1720167"/>
                  </a:lnTo>
                  <a:close/>
                  <a:moveTo>
                    <a:pt x="335955" y="1640458"/>
                  </a:moveTo>
                  <a:lnTo>
                    <a:pt x="346774" y="1642728"/>
                  </a:lnTo>
                  <a:lnTo>
                    <a:pt x="351030" y="1633638"/>
                  </a:lnTo>
                  <a:close/>
                  <a:moveTo>
                    <a:pt x="346774" y="1642728"/>
                  </a:moveTo>
                  <a:lnTo>
                    <a:pt x="309332" y="1715854"/>
                  </a:lnTo>
                  <a:lnTo>
                    <a:pt x="385537" y="1700241"/>
                  </a:lnTo>
                  <a:close/>
                  <a:moveTo>
                    <a:pt x="385537" y="1700241"/>
                  </a:moveTo>
                  <a:lnTo>
                    <a:pt x="351030" y="1633638"/>
                  </a:lnTo>
                  <a:lnTo>
                    <a:pt x="346774" y="1642728"/>
                  </a:lnTo>
                  <a:close/>
                  <a:moveTo>
                    <a:pt x="451734" y="1606923"/>
                  </a:moveTo>
                  <a:lnTo>
                    <a:pt x="351030" y="1633638"/>
                  </a:lnTo>
                  <a:lnTo>
                    <a:pt x="385537" y="1700241"/>
                  </a:lnTo>
                  <a:close/>
                  <a:moveTo>
                    <a:pt x="413872" y="1512987"/>
                  </a:moveTo>
                  <a:lnTo>
                    <a:pt x="451734" y="1606923"/>
                  </a:lnTo>
                  <a:lnTo>
                    <a:pt x="455066" y="1553754"/>
                  </a:lnTo>
                  <a:close/>
                  <a:moveTo>
                    <a:pt x="351030" y="1633638"/>
                  </a:moveTo>
                  <a:lnTo>
                    <a:pt x="451734" y="1606923"/>
                  </a:lnTo>
                  <a:lnTo>
                    <a:pt x="413872" y="1512987"/>
                  </a:lnTo>
                  <a:close/>
                  <a:moveTo>
                    <a:pt x="487898" y="1595201"/>
                  </a:moveTo>
                  <a:lnTo>
                    <a:pt x="601523" y="1607470"/>
                  </a:lnTo>
                  <a:lnTo>
                    <a:pt x="566397" y="1574296"/>
                  </a:lnTo>
                  <a:close/>
                  <a:moveTo>
                    <a:pt x="1681187" y="2751555"/>
                  </a:moveTo>
                  <a:lnTo>
                    <a:pt x="1716268" y="2773538"/>
                  </a:lnTo>
                  <a:lnTo>
                    <a:pt x="1718268" y="2745149"/>
                  </a:lnTo>
                  <a:close/>
                  <a:moveTo>
                    <a:pt x="1681187" y="2751555"/>
                  </a:moveTo>
                  <a:lnTo>
                    <a:pt x="1718268" y="2745149"/>
                  </a:lnTo>
                  <a:lnTo>
                    <a:pt x="1706497" y="2737006"/>
                  </a:lnTo>
                  <a:close/>
                  <a:moveTo>
                    <a:pt x="227370" y="614142"/>
                  </a:moveTo>
                  <a:lnTo>
                    <a:pt x="101038" y="635667"/>
                  </a:lnTo>
                  <a:lnTo>
                    <a:pt x="169692" y="657742"/>
                  </a:lnTo>
                  <a:close/>
                  <a:moveTo>
                    <a:pt x="947324" y="1633985"/>
                  </a:moveTo>
                  <a:lnTo>
                    <a:pt x="917595" y="1670739"/>
                  </a:lnTo>
                  <a:lnTo>
                    <a:pt x="940621" y="1644323"/>
                  </a:lnTo>
                  <a:close/>
                  <a:moveTo>
                    <a:pt x="947324" y="1633985"/>
                  </a:moveTo>
                  <a:lnTo>
                    <a:pt x="960914" y="1635521"/>
                  </a:lnTo>
                  <a:lnTo>
                    <a:pt x="1008659" y="1584650"/>
                  </a:lnTo>
                  <a:close/>
                  <a:moveTo>
                    <a:pt x="1008659" y="1584650"/>
                  </a:moveTo>
                  <a:lnTo>
                    <a:pt x="960914" y="1635521"/>
                  </a:lnTo>
                  <a:lnTo>
                    <a:pt x="1020581" y="1523671"/>
                  </a:lnTo>
                  <a:close/>
                  <a:moveTo>
                    <a:pt x="227370" y="614142"/>
                  </a:moveTo>
                  <a:lnTo>
                    <a:pt x="261645" y="639357"/>
                  </a:lnTo>
                  <a:lnTo>
                    <a:pt x="247954" y="575526"/>
                  </a:lnTo>
                  <a:close/>
                  <a:moveTo>
                    <a:pt x="1943434" y="2592468"/>
                  </a:moveTo>
                  <a:lnTo>
                    <a:pt x="1935223" y="2604453"/>
                  </a:lnTo>
                  <a:lnTo>
                    <a:pt x="1938463" y="2587227"/>
                  </a:lnTo>
                  <a:close/>
                  <a:moveTo>
                    <a:pt x="766826" y="991944"/>
                  </a:moveTo>
                  <a:lnTo>
                    <a:pt x="783756" y="909729"/>
                  </a:lnTo>
                  <a:lnTo>
                    <a:pt x="777550" y="923264"/>
                  </a:lnTo>
                  <a:close/>
                  <a:moveTo>
                    <a:pt x="1287275" y="1423424"/>
                  </a:moveTo>
                  <a:lnTo>
                    <a:pt x="1246973" y="1364583"/>
                  </a:lnTo>
                  <a:lnTo>
                    <a:pt x="1289757" y="1449863"/>
                  </a:lnTo>
                  <a:close/>
                  <a:moveTo>
                    <a:pt x="1289757" y="1449863"/>
                  </a:moveTo>
                  <a:lnTo>
                    <a:pt x="1246973" y="1364583"/>
                  </a:lnTo>
                  <a:lnTo>
                    <a:pt x="1161912" y="1393114"/>
                  </a:lnTo>
                  <a:close/>
                  <a:moveTo>
                    <a:pt x="1145768" y="1388216"/>
                  </a:moveTo>
                  <a:lnTo>
                    <a:pt x="1138434" y="1403019"/>
                  </a:lnTo>
                  <a:lnTo>
                    <a:pt x="1161912" y="1393114"/>
                  </a:lnTo>
                  <a:close/>
                  <a:moveTo>
                    <a:pt x="1246532" y="1284819"/>
                  </a:moveTo>
                  <a:lnTo>
                    <a:pt x="1161149" y="1320805"/>
                  </a:lnTo>
                  <a:lnTo>
                    <a:pt x="1254217" y="1299827"/>
                  </a:lnTo>
                  <a:close/>
                  <a:moveTo>
                    <a:pt x="1161149" y="1320805"/>
                  </a:moveTo>
                  <a:lnTo>
                    <a:pt x="1145768" y="1388216"/>
                  </a:lnTo>
                  <a:lnTo>
                    <a:pt x="1254217" y="1299827"/>
                  </a:lnTo>
                  <a:close/>
                  <a:moveTo>
                    <a:pt x="1254217" y="1299827"/>
                  </a:moveTo>
                  <a:lnTo>
                    <a:pt x="1145768" y="1388216"/>
                  </a:lnTo>
                  <a:lnTo>
                    <a:pt x="1246973" y="1364583"/>
                  </a:lnTo>
                  <a:close/>
                  <a:moveTo>
                    <a:pt x="1246973" y="1364583"/>
                  </a:moveTo>
                  <a:lnTo>
                    <a:pt x="1145768" y="1388216"/>
                  </a:lnTo>
                  <a:lnTo>
                    <a:pt x="1161912" y="1393114"/>
                  </a:lnTo>
                  <a:close/>
                  <a:moveTo>
                    <a:pt x="1262994" y="1282368"/>
                  </a:moveTo>
                  <a:lnTo>
                    <a:pt x="1183629" y="1251115"/>
                  </a:lnTo>
                  <a:lnTo>
                    <a:pt x="1246532" y="1284819"/>
                  </a:lnTo>
                  <a:close/>
                  <a:moveTo>
                    <a:pt x="1246532" y="1284819"/>
                  </a:moveTo>
                  <a:lnTo>
                    <a:pt x="1254217" y="1299827"/>
                  </a:lnTo>
                  <a:lnTo>
                    <a:pt x="1262994" y="1282368"/>
                  </a:lnTo>
                  <a:close/>
                  <a:moveTo>
                    <a:pt x="783756" y="909729"/>
                  </a:moveTo>
                  <a:lnTo>
                    <a:pt x="847964" y="895546"/>
                  </a:lnTo>
                  <a:lnTo>
                    <a:pt x="811659" y="895534"/>
                  </a:lnTo>
                  <a:close/>
                  <a:moveTo>
                    <a:pt x="811659" y="895534"/>
                  </a:moveTo>
                  <a:lnTo>
                    <a:pt x="847964" y="895546"/>
                  </a:lnTo>
                  <a:lnTo>
                    <a:pt x="916938" y="874769"/>
                  </a:lnTo>
                  <a:close/>
                  <a:moveTo>
                    <a:pt x="1254217" y="1299827"/>
                  </a:moveTo>
                  <a:lnTo>
                    <a:pt x="1246973" y="1364583"/>
                  </a:lnTo>
                  <a:lnTo>
                    <a:pt x="1304832" y="1337514"/>
                  </a:lnTo>
                  <a:close/>
                  <a:moveTo>
                    <a:pt x="1254217" y="1299827"/>
                  </a:moveTo>
                  <a:lnTo>
                    <a:pt x="1304832" y="1337514"/>
                  </a:lnTo>
                  <a:lnTo>
                    <a:pt x="1262994" y="1282368"/>
                  </a:lnTo>
                  <a:close/>
                  <a:moveTo>
                    <a:pt x="1262994" y="1282368"/>
                  </a:moveTo>
                  <a:lnTo>
                    <a:pt x="1325992" y="1326146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262994" y="1282368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316054" y="1252370"/>
                  </a:lnTo>
                  <a:lnTo>
                    <a:pt x="1262994" y="1282368"/>
                  </a:lnTo>
                  <a:close/>
                  <a:moveTo>
                    <a:pt x="1366334" y="1225156"/>
                  </a:moveTo>
                  <a:lnTo>
                    <a:pt x="1333888" y="1243932"/>
                  </a:lnTo>
                  <a:lnTo>
                    <a:pt x="1387313" y="1230959"/>
                  </a:lnTo>
                  <a:close/>
                  <a:moveTo>
                    <a:pt x="1482634" y="1166121"/>
                  </a:moveTo>
                  <a:lnTo>
                    <a:pt x="1387313" y="1230959"/>
                  </a:lnTo>
                  <a:lnTo>
                    <a:pt x="1443222" y="1205495"/>
                  </a:lnTo>
                  <a:close/>
                  <a:moveTo>
                    <a:pt x="1366334" y="1225156"/>
                  </a:moveTo>
                  <a:lnTo>
                    <a:pt x="1387313" y="1230959"/>
                  </a:lnTo>
                  <a:lnTo>
                    <a:pt x="1482634" y="1166121"/>
                  </a:lnTo>
                  <a:close/>
                  <a:moveTo>
                    <a:pt x="1427254" y="1174266"/>
                  </a:moveTo>
                  <a:lnTo>
                    <a:pt x="1366334" y="1225156"/>
                  </a:lnTo>
                  <a:lnTo>
                    <a:pt x="1482634" y="1166121"/>
                  </a:lnTo>
                  <a:close/>
                  <a:moveTo>
                    <a:pt x="1295916" y="268035"/>
                  </a:moveTo>
                  <a:lnTo>
                    <a:pt x="1294994" y="185819"/>
                  </a:lnTo>
                  <a:lnTo>
                    <a:pt x="1230901" y="296605"/>
                  </a:lnTo>
                  <a:close/>
                  <a:moveTo>
                    <a:pt x="1047760" y="59826"/>
                  </a:moveTo>
                  <a:lnTo>
                    <a:pt x="1028120" y="142041"/>
                  </a:lnTo>
                  <a:lnTo>
                    <a:pt x="1095841" y="103604"/>
                  </a:lnTo>
                  <a:close/>
                  <a:moveTo>
                    <a:pt x="1047760" y="59826"/>
                  </a:moveTo>
                  <a:lnTo>
                    <a:pt x="1095841" y="103604"/>
                  </a:lnTo>
                  <a:lnTo>
                    <a:pt x="1101970" y="21389"/>
                  </a:lnTo>
                  <a:close/>
                  <a:moveTo>
                    <a:pt x="1119824" y="0"/>
                  </a:moveTo>
                  <a:lnTo>
                    <a:pt x="1047760" y="59826"/>
                  </a:lnTo>
                  <a:lnTo>
                    <a:pt x="1101970" y="21389"/>
                  </a:lnTo>
                  <a:close/>
                  <a:moveTo>
                    <a:pt x="1582552" y="492771"/>
                  </a:moveTo>
                  <a:lnTo>
                    <a:pt x="1619490" y="558459"/>
                  </a:lnTo>
                  <a:lnTo>
                    <a:pt x="1620431" y="541856"/>
                  </a:lnTo>
                  <a:close/>
                  <a:moveTo>
                    <a:pt x="1286275" y="343678"/>
                  </a:moveTo>
                  <a:lnTo>
                    <a:pt x="1297702" y="342389"/>
                  </a:lnTo>
                  <a:lnTo>
                    <a:pt x="1295916" y="268035"/>
                  </a:lnTo>
                  <a:close/>
                  <a:moveTo>
                    <a:pt x="1119824" y="0"/>
                  </a:moveTo>
                  <a:lnTo>
                    <a:pt x="1101970" y="21389"/>
                  </a:lnTo>
                  <a:lnTo>
                    <a:pt x="1142847" y="7322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60" name="Candidate_density__2079">
              <a:extLst>
                <a:ext uri="{FF2B5EF4-FFF2-40B4-BE49-F238E27FC236}">
                  <a16:creationId xmlns:a16="http://schemas.microsoft.com/office/drawing/2014/main" id="{826CC8C7-6503-66C9-1371-90776166AF68}"/>
                </a:ext>
              </a:extLst>
            </p:cNvPr>
            <p:cNvSpPr>
              <a:spLocks noGrp="1"/>
            </p:cNvSpPr>
            <p:nvPr/>
          </p:nvSpPr>
          <p:spPr>
            <a:xfrm>
              <a:off x="4394831" y="1939246"/>
              <a:ext cx="2175664" cy="3248621"/>
            </a:xfrm>
            <a:custGeom>
              <a:avLst/>
              <a:gdLst/>
              <a:ahLst/>
              <a:cxnLst/>
              <a:rect l="0" t="0" r="0" b="0"/>
              <a:pathLst>
                <a:path w="2175664" h="3248621">
                  <a:moveTo>
                    <a:pt x="313322" y="3225491"/>
                  </a:moveTo>
                  <a:lnTo>
                    <a:pt x="260192" y="3242047"/>
                  </a:lnTo>
                  <a:lnTo>
                    <a:pt x="394040" y="3248621"/>
                  </a:lnTo>
                  <a:close/>
                  <a:moveTo>
                    <a:pt x="479993" y="2969492"/>
                  </a:moveTo>
                  <a:lnTo>
                    <a:pt x="514678" y="2990608"/>
                  </a:lnTo>
                  <a:lnTo>
                    <a:pt x="437182" y="2950101"/>
                  </a:lnTo>
                  <a:close/>
                  <a:moveTo>
                    <a:pt x="689023" y="2960239"/>
                  </a:moveTo>
                  <a:lnTo>
                    <a:pt x="688804" y="2955443"/>
                  </a:lnTo>
                  <a:lnTo>
                    <a:pt x="639118" y="2962004"/>
                  </a:lnTo>
                  <a:close/>
                  <a:moveTo>
                    <a:pt x="39251" y="1884332"/>
                  </a:moveTo>
                  <a:lnTo>
                    <a:pt x="121195" y="1848210"/>
                  </a:lnTo>
                  <a:lnTo>
                    <a:pt x="91852" y="1878757"/>
                  </a:lnTo>
                  <a:close/>
                  <a:moveTo>
                    <a:pt x="35732" y="1884133"/>
                  </a:moveTo>
                  <a:lnTo>
                    <a:pt x="39251" y="1884332"/>
                  </a:lnTo>
                  <a:lnTo>
                    <a:pt x="0" y="1855650"/>
                  </a:lnTo>
                  <a:close/>
                  <a:moveTo>
                    <a:pt x="91852" y="1878757"/>
                  </a:moveTo>
                  <a:lnTo>
                    <a:pt x="0" y="1855650"/>
                  </a:lnTo>
                  <a:lnTo>
                    <a:pt x="39251" y="1884332"/>
                  </a:lnTo>
                  <a:close/>
                  <a:moveTo>
                    <a:pt x="108465" y="1828062"/>
                  </a:moveTo>
                  <a:lnTo>
                    <a:pt x="91852" y="1878757"/>
                  </a:lnTo>
                  <a:lnTo>
                    <a:pt x="121195" y="1848210"/>
                  </a:lnTo>
                  <a:close/>
                  <a:moveTo>
                    <a:pt x="110528" y="1626201"/>
                  </a:moveTo>
                  <a:lnTo>
                    <a:pt x="129439" y="1645344"/>
                  </a:lnTo>
                  <a:lnTo>
                    <a:pt x="67610" y="1572916"/>
                  </a:lnTo>
                  <a:close/>
                  <a:moveTo>
                    <a:pt x="59439" y="1563128"/>
                  </a:moveTo>
                  <a:lnTo>
                    <a:pt x="110528" y="1626201"/>
                  </a:lnTo>
                  <a:lnTo>
                    <a:pt x="67610" y="1572916"/>
                  </a:lnTo>
                  <a:close/>
                  <a:moveTo>
                    <a:pt x="96615" y="1466157"/>
                  </a:moveTo>
                  <a:lnTo>
                    <a:pt x="64449" y="1561096"/>
                  </a:lnTo>
                  <a:lnTo>
                    <a:pt x="172157" y="1469938"/>
                  </a:lnTo>
                  <a:close/>
                  <a:moveTo>
                    <a:pt x="1019698" y="2511273"/>
                  </a:moveTo>
                  <a:lnTo>
                    <a:pt x="1039209" y="2545898"/>
                  </a:lnTo>
                  <a:lnTo>
                    <a:pt x="993192" y="2589048"/>
                  </a:lnTo>
                  <a:close/>
                  <a:moveTo>
                    <a:pt x="743530" y="1997720"/>
                  </a:moveTo>
                  <a:lnTo>
                    <a:pt x="681871" y="2100198"/>
                  </a:lnTo>
                  <a:lnTo>
                    <a:pt x="708688" y="2082652"/>
                  </a:lnTo>
                  <a:close/>
                  <a:moveTo>
                    <a:pt x="172157" y="1469938"/>
                  </a:moveTo>
                  <a:lnTo>
                    <a:pt x="218809" y="1442477"/>
                  </a:lnTo>
                  <a:lnTo>
                    <a:pt x="217139" y="1500027"/>
                  </a:lnTo>
                  <a:close/>
                  <a:moveTo>
                    <a:pt x="172157" y="1469938"/>
                  </a:moveTo>
                  <a:lnTo>
                    <a:pt x="199033" y="1486255"/>
                  </a:lnTo>
                  <a:lnTo>
                    <a:pt x="148999" y="1446812"/>
                  </a:lnTo>
                  <a:close/>
                  <a:moveTo>
                    <a:pt x="172157" y="1469938"/>
                  </a:moveTo>
                  <a:lnTo>
                    <a:pt x="148999" y="1446812"/>
                  </a:lnTo>
                  <a:lnTo>
                    <a:pt x="96615" y="1466157"/>
                  </a:lnTo>
                  <a:close/>
                  <a:moveTo>
                    <a:pt x="511366" y="1542695"/>
                  </a:moveTo>
                  <a:lnTo>
                    <a:pt x="433529" y="1650685"/>
                  </a:lnTo>
                  <a:lnTo>
                    <a:pt x="488659" y="1602112"/>
                  </a:lnTo>
                  <a:close/>
                  <a:moveTo>
                    <a:pt x="434426" y="1644746"/>
                  </a:moveTo>
                  <a:lnTo>
                    <a:pt x="433529" y="1650685"/>
                  </a:lnTo>
                  <a:lnTo>
                    <a:pt x="511366" y="1542695"/>
                  </a:lnTo>
                  <a:close/>
                  <a:moveTo>
                    <a:pt x="434426" y="1644746"/>
                  </a:moveTo>
                  <a:lnTo>
                    <a:pt x="434547" y="1544556"/>
                  </a:lnTo>
                  <a:lnTo>
                    <a:pt x="442828" y="1612249"/>
                  </a:lnTo>
                  <a:close/>
                  <a:moveTo>
                    <a:pt x="1301980" y="2425099"/>
                  </a:moveTo>
                  <a:lnTo>
                    <a:pt x="1272597" y="2395964"/>
                  </a:lnTo>
                  <a:lnTo>
                    <a:pt x="1286787" y="2420374"/>
                  </a:lnTo>
                  <a:close/>
                  <a:moveTo>
                    <a:pt x="768788" y="1876952"/>
                  </a:moveTo>
                  <a:lnTo>
                    <a:pt x="695528" y="1853935"/>
                  </a:lnTo>
                  <a:lnTo>
                    <a:pt x="724805" y="1858894"/>
                  </a:lnTo>
                  <a:close/>
                  <a:moveTo>
                    <a:pt x="882678" y="1808906"/>
                  </a:moveTo>
                  <a:lnTo>
                    <a:pt x="930229" y="1744811"/>
                  </a:lnTo>
                  <a:lnTo>
                    <a:pt x="925709" y="1738243"/>
                  </a:lnTo>
                  <a:close/>
                  <a:moveTo>
                    <a:pt x="1707460" y="2604173"/>
                  </a:moveTo>
                  <a:lnTo>
                    <a:pt x="1667609" y="2609902"/>
                  </a:lnTo>
                  <a:lnTo>
                    <a:pt x="1739709" y="2568739"/>
                  </a:lnTo>
                  <a:close/>
                  <a:moveTo>
                    <a:pt x="1739709" y="2568739"/>
                  </a:moveTo>
                  <a:lnTo>
                    <a:pt x="1667609" y="2609902"/>
                  </a:lnTo>
                  <a:lnTo>
                    <a:pt x="1613355" y="2590181"/>
                  </a:lnTo>
                  <a:close/>
                  <a:moveTo>
                    <a:pt x="882678" y="1808906"/>
                  </a:moveTo>
                  <a:lnTo>
                    <a:pt x="903103" y="1706273"/>
                  </a:lnTo>
                  <a:lnTo>
                    <a:pt x="872008" y="1820458"/>
                  </a:lnTo>
                  <a:close/>
                  <a:moveTo>
                    <a:pt x="903103" y="1706273"/>
                  </a:moveTo>
                  <a:lnTo>
                    <a:pt x="882678" y="1808906"/>
                  </a:lnTo>
                  <a:lnTo>
                    <a:pt x="925709" y="1738243"/>
                  </a:lnTo>
                  <a:close/>
                  <a:moveTo>
                    <a:pt x="747024" y="1572385"/>
                  </a:moveTo>
                  <a:lnTo>
                    <a:pt x="811951" y="1607925"/>
                  </a:lnTo>
                  <a:lnTo>
                    <a:pt x="683444" y="1563484"/>
                  </a:lnTo>
                  <a:close/>
                  <a:moveTo>
                    <a:pt x="46953" y="576872"/>
                  </a:moveTo>
                  <a:lnTo>
                    <a:pt x="155784" y="548795"/>
                  </a:lnTo>
                  <a:lnTo>
                    <a:pt x="95827" y="602402"/>
                  </a:lnTo>
                  <a:close/>
                  <a:moveTo>
                    <a:pt x="1707460" y="2604173"/>
                  </a:moveTo>
                  <a:lnTo>
                    <a:pt x="1739228" y="2512177"/>
                  </a:lnTo>
                  <a:lnTo>
                    <a:pt x="1704945" y="2483521"/>
                  </a:lnTo>
                  <a:close/>
                  <a:moveTo>
                    <a:pt x="1480103" y="1800918"/>
                  </a:moveTo>
                  <a:lnTo>
                    <a:pt x="1501154" y="1803731"/>
                  </a:lnTo>
                  <a:lnTo>
                    <a:pt x="1434930" y="1787364"/>
                  </a:lnTo>
                  <a:close/>
                  <a:moveTo>
                    <a:pt x="877673" y="1359789"/>
                  </a:moveTo>
                  <a:lnTo>
                    <a:pt x="978417" y="1405359"/>
                  </a:lnTo>
                  <a:lnTo>
                    <a:pt x="1003576" y="1336658"/>
                  </a:lnTo>
                  <a:close/>
                  <a:moveTo>
                    <a:pt x="1051539" y="1294073"/>
                  </a:moveTo>
                  <a:lnTo>
                    <a:pt x="1003576" y="1336658"/>
                  </a:lnTo>
                  <a:lnTo>
                    <a:pt x="1060424" y="1299189"/>
                  </a:lnTo>
                  <a:close/>
                  <a:moveTo>
                    <a:pt x="1060424" y="1299189"/>
                  </a:moveTo>
                  <a:lnTo>
                    <a:pt x="1003576" y="1336658"/>
                  </a:lnTo>
                  <a:lnTo>
                    <a:pt x="978417" y="1405359"/>
                  </a:lnTo>
                  <a:close/>
                  <a:moveTo>
                    <a:pt x="1051539" y="1294073"/>
                  </a:moveTo>
                  <a:lnTo>
                    <a:pt x="1060424" y="1299189"/>
                  </a:lnTo>
                  <a:lnTo>
                    <a:pt x="1059363" y="1266576"/>
                  </a:lnTo>
                  <a:close/>
                  <a:moveTo>
                    <a:pt x="502134" y="749463"/>
                  </a:moveTo>
                  <a:lnTo>
                    <a:pt x="528444" y="828166"/>
                  </a:lnTo>
                  <a:lnTo>
                    <a:pt x="526477" y="839219"/>
                  </a:lnTo>
                  <a:close/>
                  <a:moveTo>
                    <a:pt x="198048" y="414534"/>
                  </a:moveTo>
                  <a:lnTo>
                    <a:pt x="193041" y="472008"/>
                  </a:lnTo>
                  <a:lnTo>
                    <a:pt x="208205" y="428143"/>
                  </a:lnTo>
                  <a:close/>
                  <a:moveTo>
                    <a:pt x="198048" y="414534"/>
                  </a:moveTo>
                  <a:lnTo>
                    <a:pt x="208205" y="428143"/>
                  </a:lnTo>
                  <a:lnTo>
                    <a:pt x="265263" y="320390"/>
                  </a:lnTo>
                  <a:close/>
                  <a:moveTo>
                    <a:pt x="1989205" y="2298640"/>
                  </a:moveTo>
                  <a:lnTo>
                    <a:pt x="1918549" y="2280655"/>
                  </a:lnTo>
                  <a:lnTo>
                    <a:pt x="1927820" y="2284335"/>
                  </a:lnTo>
                  <a:close/>
                  <a:moveTo>
                    <a:pt x="1391079" y="1512425"/>
                  </a:moveTo>
                  <a:lnTo>
                    <a:pt x="1328645" y="1502590"/>
                  </a:lnTo>
                  <a:lnTo>
                    <a:pt x="1294087" y="1586858"/>
                  </a:lnTo>
                  <a:close/>
                  <a:moveTo>
                    <a:pt x="1328645" y="1502590"/>
                  </a:moveTo>
                  <a:lnTo>
                    <a:pt x="1391079" y="1512425"/>
                  </a:lnTo>
                  <a:lnTo>
                    <a:pt x="1285501" y="1458503"/>
                  </a:lnTo>
                  <a:close/>
                  <a:moveTo>
                    <a:pt x="1400324" y="1490200"/>
                  </a:moveTo>
                  <a:lnTo>
                    <a:pt x="1328892" y="1501784"/>
                  </a:lnTo>
                  <a:lnTo>
                    <a:pt x="1285501" y="1458503"/>
                  </a:lnTo>
                  <a:close/>
                  <a:moveTo>
                    <a:pt x="589177" y="623262"/>
                  </a:moveTo>
                  <a:lnTo>
                    <a:pt x="600615" y="529807"/>
                  </a:lnTo>
                  <a:lnTo>
                    <a:pt x="552300" y="548840"/>
                  </a:lnTo>
                  <a:close/>
                  <a:moveTo>
                    <a:pt x="2172447" y="2302253"/>
                  </a:moveTo>
                  <a:lnTo>
                    <a:pt x="2158644" y="2285997"/>
                  </a:lnTo>
                  <a:lnTo>
                    <a:pt x="2132206" y="2339438"/>
                  </a:lnTo>
                  <a:close/>
                  <a:moveTo>
                    <a:pt x="1989205" y="2298640"/>
                  </a:moveTo>
                  <a:lnTo>
                    <a:pt x="2013493" y="2324433"/>
                  </a:lnTo>
                  <a:lnTo>
                    <a:pt x="2033590" y="2293958"/>
                  </a:lnTo>
                  <a:close/>
                  <a:moveTo>
                    <a:pt x="1562836" y="1819148"/>
                  </a:moveTo>
                  <a:lnTo>
                    <a:pt x="1622059" y="1761914"/>
                  </a:lnTo>
                  <a:lnTo>
                    <a:pt x="1662661" y="1710491"/>
                  </a:lnTo>
                  <a:close/>
                  <a:moveTo>
                    <a:pt x="1328768" y="1502282"/>
                  </a:moveTo>
                  <a:lnTo>
                    <a:pt x="1328892" y="1501784"/>
                  </a:lnTo>
                  <a:lnTo>
                    <a:pt x="1366652" y="1427765"/>
                  </a:lnTo>
                  <a:close/>
                  <a:moveTo>
                    <a:pt x="570847" y="493416"/>
                  </a:moveTo>
                  <a:lnTo>
                    <a:pt x="552300" y="548840"/>
                  </a:lnTo>
                  <a:lnTo>
                    <a:pt x="585715" y="515701"/>
                  </a:lnTo>
                  <a:close/>
                  <a:moveTo>
                    <a:pt x="570847" y="493416"/>
                  </a:moveTo>
                  <a:lnTo>
                    <a:pt x="585715" y="515701"/>
                  </a:lnTo>
                  <a:lnTo>
                    <a:pt x="579416" y="435020"/>
                  </a:lnTo>
                  <a:close/>
                  <a:moveTo>
                    <a:pt x="579416" y="435020"/>
                  </a:moveTo>
                  <a:lnTo>
                    <a:pt x="585715" y="515701"/>
                  </a:lnTo>
                  <a:lnTo>
                    <a:pt x="606684" y="473515"/>
                  </a:lnTo>
                  <a:close/>
                  <a:moveTo>
                    <a:pt x="2158644" y="2285997"/>
                  </a:moveTo>
                  <a:lnTo>
                    <a:pt x="2175664" y="2223261"/>
                  </a:lnTo>
                  <a:lnTo>
                    <a:pt x="2152921" y="2257535"/>
                  </a:lnTo>
                  <a:close/>
                  <a:moveTo>
                    <a:pt x="748742" y="369883"/>
                  </a:moveTo>
                  <a:lnTo>
                    <a:pt x="731800" y="356613"/>
                  </a:lnTo>
                  <a:lnTo>
                    <a:pt x="697294" y="381884"/>
                  </a:lnTo>
                  <a:close/>
                  <a:moveTo>
                    <a:pt x="748742" y="369883"/>
                  </a:moveTo>
                  <a:lnTo>
                    <a:pt x="772771" y="395049"/>
                  </a:lnTo>
                  <a:lnTo>
                    <a:pt x="754167" y="315868"/>
                  </a:lnTo>
                  <a:close/>
                  <a:moveTo>
                    <a:pt x="731800" y="356613"/>
                  </a:moveTo>
                  <a:lnTo>
                    <a:pt x="748742" y="369883"/>
                  </a:lnTo>
                  <a:lnTo>
                    <a:pt x="754167" y="315868"/>
                  </a:lnTo>
                  <a:close/>
                  <a:moveTo>
                    <a:pt x="1566147" y="1185920"/>
                  </a:moveTo>
                  <a:lnTo>
                    <a:pt x="1551962" y="1242037"/>
                  </a:lnTo>
                  <a:lnTo>
                    <a:pt x="1634432" y="1162570"/>
                  </a:lnTo>
                  <a:close/>
                  <a:moveTo>
                    <a:pt x="729162" y="285834"/>
                  </a:moveTo>
                  <a:lnTo>
                    <a:pt x="754167" y="315868"/>
                  </a:lnTo>
                  <a:lnTo>
                    <a:pt x="766334" y="255488"/>
                  </a:lnTo>
                  <a:close/>
                  <a:moveTo>
                    <a:pt x="731800" y="356613"/>
                  </a:moveTo>
                  <a:lnTo>
                    <a:pt x="754167" y="315868"/>
                  </a:lnTo>
                  <a:lnTo>
                    <a:pt x="715660" y="336186"/>
                  </a:lnTo>
                  <a:close/>
                  <a:moveTo>
                    <a:pt x="825318" y="268128"/>
                  </a:moveTo>
                  <a:lnTo>
                    <a:pt x="754167" y="315868"/>
                  </a:lnTo>
                  <a:lnTo>
                    <a:pt x="819926" y="283071"/>
                  </a:lnTo>
                  <a:close/>
                  <a:moveTo>
                    <a:pt x="825318" y="268128"/>
                  </a:moveTo>
                  <a:lnTo>
                    <a:pt x="766334" y="255488"/>
                  </a:lnTo>
                  <a:lnTo>
                    <a:pt x="754167" y="315868"/>
                  </a:lnTo>
                  <a:close/>
                  <a:moveTo>
                    <a:pt x="766334" y="255488"/>
                  </a:moveTo>
                  <a:lnTo>
                    <a:pt x="825318" y="268128"/>
                  </a:lnTo>
                  <a:lnTo>
                    <a:pt x="776238" y="183186"/>
                  </a:lnTo>
                  <a:close/>
                  <a:moveTo>
                    <a:pt x="825318" y="268128"/>
                  </a:moveTo>
                  <a:lnTo>
                    <a:pt x="846854" y="168547"/>
                  </a:lnTo>
                  <a:lnTo>
                    <a:pt x="776238" y="183186"/>
                  </a:lnTo>
                  <a:close/>
                  <a:moveTo>
                    <a:pt x="761740" y="235961"/>
                  </a:moveTo>
                  <a:lnTo>
                    <a:pt x="766334" y="255488"/>
                  </a:lnTo>
                  <a:lnTo>
                    <a:pt x="776238" y="183186"/>
                  </a:lnTo>
                  <a:close/>
                  <a:moveTo>
                    <a:pt x="1634432" y="1162570"/>
                  </a:moveTo>
                  <a:lnTo>
                    <a:pt x="1690694" y="1189843"/>
                  </a:lnTo>
                  <a:lnTo>
                    <a:pt x="1566147" y="1185920"/>
                  </a:lnTo>
                  <a:close/>
                  <a:moveTo>
                    <a:pt x="1389625" y="589390"/>
                  </a:moveTo>
                  <a:lnTo>
                    <a:pt x="1309654" y="617200"/>
                  </a:lnTo>
                  <a:lnTo>
                    <a:pt x="1264979" y="617220"/>
                  </a:lnTo>
                  <a:close/>
                  <a:moveTo>
                    <a:pt x="846854" y="168547"/>
                  </a:moveTo>
                  <a:lnTo>
                    <a:pt x="856368" y="142793"/>
                  </a:lnTo>
                  <a:lnTo>
                    <a:pt x="819485" y="129680"/>
                  </a:lnTo>
                  <a:close/>
                  <a:moveTo>
                    <a:pt x="776238" y="183186"/>
                  </a:moveTo>
                  <a:lnTo>
                    <a:pt x="846854" y="168547"/>
                  </a:lnTo>
                  <a:lnTo>
                    <a:pt x="819485" y="129680"/>
                  </a:lnTo>
                  <a:close/>
                  <a:moveTo>
                    <a:pt x="856368" y="142793"/>
                  </a:moveTo>
                  <a:lnTo>
                    <a:pt x="926188" y="146622"/>
                  </a:lnTo>
                  <a:lnTo>
                    <a:pt x="881747" y="83806"/>
                  </a:lnTo>
                  <a:close/>
                  <a:moveTo>
                    <a:pt x="839685" y="115310"/>
                  </a:moveTo>
                  <a:lnTo>
                    <a:pt x="856368" y="142793"/>
                  </a:lnTo>
                  <a:lnTo>
                    <a:pt x="881747" y="83806"/>
                  </a:lnTo>
                  <a:close/>
                  <a:moveTo>
                    <a:pt x="1333687" y="608600"/>
                  </a:moveTo>
                  <a:lnTo>
                    <a:pt x="1389625" y="589390"/>
                  </a:lnTo>
                  <a:lnTo>
                    <a:pt x="1422807" y="498251"/>
                  </a:lnTo>
                  <a:close/>
                  <a:moveTo>
                    <a:pt x="1422807" y="498251"/>
                  </a:moveTo>
                  <a:lnTo>
                    <a:pt x="1435571" y="475332"/>
                  </a:lnTo>
                  <a:lnTo>
                    <a:pt x="1378932" y="570164"/>
                  </a:lnTo>
                  <a:close/>
                  <a:moveTo>
                    <a:pt x="1405793" y="434637"/>
                  </a:moveTo>
                  <a:lnTo>
                    <a:pt x="1449203" y="449512"/>
                  </a:lnTo>
                  <a:lnTo>
                    <a:pt x="1435571" y="475332"/>
                  </a:lnTo>
                  <a:close/>
                  <a:moveTo>
                    <a:pt x="1584937" y="331908"/>
                  </a:moveTo>
                  <a:lnTo>
                    <a:pt x="1637307" y="332416"/>
                  </a:lnTo>
                  <a:lnTo>
                    <a:pt x="1565671" y="246645"/>
                  </a:lnTo>
                  <a:close/>
                  <a:moveTo>
                    <a:pt x="1475174" y="43779"/>
                  </a:moveTo>
                  <a:lnTo>
                    <a:pt x="1492015" y="47947"/>
                  </a:lnTo>
                  <a:lnTo>
                    <a:pt x="1455088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61" name="Candidate_density__2080">
              <a:extLst>
                <a:ext uri="{FF2B5EF4-FFF2-40B4-BE49-F238E27FC236}">
                  <a16:creationId xmlns:a16="http://schemas.microsoft.com/office/drawing/2014/main" id="{C5D84173-A330-0B80-6DB3-6066EFA32D2D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1959884" cy="3657956"/>
            </a:xfrm>
            <a:custGeom>
              <a:avLst/>
              <a:gdLst/>
              <a:ahLst/>
              <a:cxnLst/>
              <a:rect l="0" t="0" r="0" b="0"/>
              <a:pathLst>
                <a:path w="1959884" h="3657956">
                  <a:moveTo>
                    <a:pt x="367804" y="3623869"/>
                  </a:moveTo>
                  <a:lnTo>
                    <a:pt x="409080" y="3657956"/>
                  </a:lnTo>
                  <a:lnTo>
                    <a:pt x="428153" y="3600951"/>
                  </a:lnTo>
                  <a:close/>
                  <a:moveTo>
                    <a:pt x="468431" y="3585432"/>
                  </a:moveTo>
                  <a:lnTo>
                    <a:pt x="428153" y="3600951"/>
                  </a:lnTo>
                  <a:lnTo>
                    <a:pt x="409080" y="3657956"/>
                  </a:lnTo>
                  <a:close/>
                  <a:moveTo>
                    <a:pt x="369692" y="3338787"/>
                  </a:moveTo>
                  <a:lnTo>
                    <a:pt x="353398" y="3449771"/>
                  </a:lnTo>
                  <a:lnTo>
                    <a:pt x="392086" y="3379216"/>
                  </a:lnTo>
                  <a:close/>
                  <a:moveTo>
                    <a:pt x="492313" y="3503217"/>
                  </a:moveTo>
                  <a:lnTo>
                    <a:pt x="468431" y="3585432"/>
                  </a:lnTo>
                  <a:lnTo>
                    <a:pt x="560169" y="3554216"/>
                  </a:lnTo>
                  <a:close/>
                  <a:moveTo>
                    <a:pt x="532940" y="3382565"/>
                  </a:moveTo>
                  <a:lnTo>
                    <a:pt x="592628" y="3344129"/>
                  </a:lnTo>
                  <a:lnTo>
                    <a:pt x="522150" y="3371641"/>
                  </a:lnTo>
                  <a:close/>
                  <a:moveTo>
                    <a:pt x="592628" y="3344129"/>
                  </a:moveTo>
                  <a:lnTo>
                    <a:pt x="553091" y="3272125"/>
                  </a:lnTo>
                  <a:lnTo>
                    <a:pt x="522150" y="3371641"/>
                  </a:lnTo>
                  <a:close/>
                  <a:moveTo>
                    <a:pt x="505684" y="2897866"/>
                  </a:moveTo>
                  <a:lnTo>
                    <a:pt x="539358" y="2976832"/>
                  </a:lnTo>
                  <a:lnTo>
                    <a:pt x="521219" y="2937759"/>
                  </a:lnTo>
                  <a:close/>
                  <a:moveTo>
                    <a:pt x="506992" y="2894617"/>
                  </a:moveTo>
                  <a:lnTo>
                    <a:pt x="505684" y="2897866"/>
                  </a:lnTo>
                  <a:lnTo>
                    <a:pt x="521219" y="2937759"/>
                  </a:lnTo>
                  <a:close/>
                  <a:moveTo>
                    <a:pt x="507529" y="2886575"/>
                  </a:moveTo>
                  <a:lnTo>
                    <a:pt x="505684" y="2897866"/>
                  </a:lnTo>
                  <a:lnTo>
                    <a:pt x="506992" y="2894617"/>
                  </a:lnTo>
                  <a:close/>
                  <a:moveTo>
                    <a:pt x="539358" y="2976832"/>
                  </a:moveTo>
                  <a:lnTo>
                    <a:pt x="579622" y="3059047"/>
                  </a:lnTo>
                  <a:lnTo>
                    <a:pt x="646913" y="3020611"/>
                  </a:lnTo>
                  <a:close/>
                  <a:moveTo>
                    <a:pt x="506992" y="2894617"/>
                  </a:moveTo>
                  <a:lnTo>
                    <a:pt x="521219" y="2937759"/>
                  </a:lnTo>
                  <a:lnTo>
                    <a:pt x="534893" y="2874119"/>
                  </a:lnTo>
                  <a:close/>
                  <a:moveTo>
                    <a:pt x="507529" y="2886575"/>
                  </a:moveTo>
                  <a:lnTo>
                    <a:pt x="506992" y="2894617"/>
                  </a:lnTo>
                  <a:lnTo>
                    <a:pt x="534893" y="2874119"/>
                  </a:lnTo>
                  <a:close/>
                  <a:moveTo>
                    <a:pt x="283798" y="2392194"/>
                  </a:moveTo>
                  <a:lnTo>
                    <a:pt x="230636" y="2408632"/>
                  </a:lnTo>
                  <a:lnTo>
                    <a:pt x="222795" y="2442772"/>
                  </a:lnTo>
                  <a:close/>
                  <a:moveTo>
                    <a:pt x="659212" y="2833642"/>
                  </a:moveTo>
                  <a:lnTo>
                    <a:pt x="748610" y="2821556"/>
                  </a:lnTo>
                  <a:lnTo>
                    <a:pt x="711370" y="2751739"/>
                  </a:lnTo>
                  <a:close/>
                  <a:moveTo>
                    <a:pt x="748610" y="2821556"/>
                  </a:moveTo>
                  <a:lnTo>
                    <a:pt x="825339" y="2819768"/>
                  </a:lnTo>
                  <a:lnTo>
                    <a:pt x="711370" y="2751739"/>
                  </a:lnTo>
                  <a:close/>
                  <a:moveTo>
                    <a:pt x="33718" y="1913378"/>
                  </a:moveTo>
                  <a:lnTo>
                    <a:pt x="0" y="1951814"/>
                  </a:lnTo>
                  <a:lnTo>
                    <a:pt x="47863" y="1995593"/>
                  </a:lnTo>
                  <a:close/>
                  <a:moveTo>
                    <a:pt x="33718" y="1913378"/>
                  </a:moveTo>
                  <a:lnTo>
                    <a:pt x="27174" y="1831163"/>
                  </a:lnTo>
                  <a:lnTo>
                    <a:pt x="0" y="1951814"/>
                  </a:lnTo>
                  <a:close/>
                  <a:moveTo>
                    <a:pt x="346637" y="2242238"/>
                  </a:moveTo>
                  <a:lnTo>
                    <a:pt x="423409" y="2205113"/>
                  </a:lnTo>
                  <a:lnTo>
                    <a:pt x="422175" y="2204519"/>
                  </a:lnTo>
                  <a:close/>
                  <a:moveTo>
                    <a:pt x="331315" y="2160023"/>
                  </a:moveTo>
                  <a:lnTo>
                    <a:pt x="422175" y="2204519"/>
                  </a:lnTo>
                  <a:lnTo>
                    <a:pt x="397787" y="2124254"/>
                  </a:lnTo>
                  <a:close/>
                  <a:moveTo>
                    <a:pt x="424526" y="2203802"/>
                  </a:moveTo>
                  <a:lnTo>
                    <a:pt x="402080" y="2121587"/>
                  </a:lnTo>
                  <a:lnTo>
                    <a:pt x="422175" y="2204519"/>
                  </a:lnTo>
                  <a:close/>
                  <a:moveTo>
                    <a:pt x="402080" y="2121587"/>
                  </a:moveTo>
                  <a:lnTo>
                    <a:pt x="397787" y="2124254"/>
                  </a:lnTo>
                  <a:lnTo>
                    <a:pt x="422175" y="2204519"/>
                  </a:lnTo>
                  <a:close/>
                  <a:moveTo>
                    <a:pt x="422175" y="2204519"/>
                  </a:moveTo>
                  <a:lnTo>
                    <a:pt x="423409" y="2205113"/>
                  </a:lnTo>
                  <a:lnTo>
                    <a:pt x="424526" y="2203802"/>
                  </a:lnTo>
                  <a:close/>
                  <a:moveTo>
                    <a:pt x="345069" y="2127413"/>
                  </a:moveTo>
                  <a:lnTo>
                    <a:pt x="397787" y="2124254"/>
                  </a:lnTo>
                  <a:lnTo>
                    <a:pt x="402080" y="2121587"/>
                  </a:lnTo>
                  <a:close/>
                  <a:moveTo>
                    <a:pt x="33718" y="1913378"/>
                  </a:moveTo>
                  <a:lnTo>
                    <a:pt x="47863" y="1995593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33718" y="1913378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83686" y="1874941"/>
                  </a:lnTo>
                  <a:lnTo>
                    <a:pt x="41335" y="1792726"/>
                  </a:lnTo>
                  <a:close/>
                  <a:moveTo>
                    <a:pt x="70525" y="1721712"/>
                  </a:moveTo>
                  <a:lnTo>
                    <a:pt x="27174" y="1831163"/>
                  </a:lnTo>
                  <a:lnTo>
                    <a:pt x="41335" y="1792726"/>
                  </a:lnTo>
                  <a:close/>
                  <a:moveTo>
                    <a:pt x="1020064" y="2861522"/>
                  </a:moveTo>
                  <a:lnTo>
                    <a:pt x="1001339" y="2943738"/>
                  </a:lnTo>
                  <a:lnTo>
                    <a:pt x="1091430" y="2905301"/>
                  </a:lnTo>
                  <a:close/>
                  <a:moveTo>
                    <a:pt x="1020064" y="2861522"/>
                  </a:moveTo>
                  <a:lnTo>
                    <a:pt x="1091430" y="2905301"/>
                  </a:lnTo>
                  <a:lnTo>
                    <a:pt x="1073508" y="2823086"/>
                  </a:lnTo>
                  <a:close/>
                  <a:moveTo>
                    <a:pt x="1076349" y="2759201"/>
                  </a:moveTo>
                  <a:lnTo>
                    <a:pt x="1020064" y="2861522"/>
                  </a:lnTo>
                  <a:lnTo>
                    <a:pt x="1073508" y="2823086"/>
                  </a:lnTo>
                  <a:close/>
                  <a:moveTo>
                    <a:pt x="724150" y="2368232"/>
                  </a:moveTo>
                  <a:lnTo>
                    <a:pt x="745713" y="2423542"/>
                  </a:lnTo>
                  <a:lnTo>
                    <a:pt x="805872" y="2412011"/>
                  </a:lnTo>
                  <a:close/>
                  <a:moveTo>
                    <a:pt x="418972" y="2286017"/>
                  </a:moveTo>
                  <a:lnTo>
                    <a:pt x="423372" y="2203546"/>
                  </a:lnTo>
                  <a:lnTo>
                    <a:pt x="423409" y="2205113"/>
                  </a:lnTo>
                  <a:close/>
                  <a:moveTo>
                    <a:pt x="169363" y="1688315"/>
                  </a:moveTo>
                  <a:lnTo>
                    <a:pt x="98898" y="1710511"/>
                  </a:lnTo>
                  <a:lnTo>
                    <a:pt x="192134" y="1682527"/>
                  </a:lnTo>
                  <a:close/>
                  <a:moveTo>
                    <a:pt x="192134" y="1682527"/>
                  </a:moveTo>
                  <a:lnTo>
                    <a:pt x="98898" y="1710511"/>
                  </a:lnTo>
                  <a:lnTo>
                    <a:pt x="70525" y="1721712"/>
                  </a:lnTo>
                  <a:close/>
                  <a:moveTo>
                    <a:pt x="1258036" y="2710362"/>
                  </a:moveTo>
                  <a:lnTo>
                    <a:pt x="1239198" y="2784649"/>
                  </a:lnTo>
                  <a:lnTo>
                    <a:pt x="1249737" y="2702435"/>
                  </a:lnTo>
                  <a:close/>
                  <a:moveTo>
                    <a:pt x="414450" y="1810432"/>
                  </a:moveTo>
                  <a:lnTo>
                    <a:pt x="350666" y="1715854"/>
                  </a:lnTo>
                  <a:lnTo>
                    <a:pt x="327831" y="1720167"/>
                  </a:lnTo>
                  <a:close/>
                  <a:moveTo>
                    <a:pt x="327831" y="1720167"/>
                  </a:moveTo>
                  <a:lnTo>
                    <a:pt x="337549" y="1732349"/>
                  </a:lnTo>
                  <a:lnTo>
                    <a:pt x="414450" y="1810432"/>
                  </a:lnTo>
                  <a:close/>
                  <a:moveTo>
                    <a:pt x="246994" y="1725294"/>
                  </a:moveTo>
                  <a:lnTo>
                    <a:pt x="265214" y="1677103"/>
                  </a:lnTo>
                  <a:lnTo>
                    <a:pt x="192134" y="1682527"/>
                  </a:lnTo>
                  <a:close/>
                  <a:moveTo>
                    <a:pt x="279944" y="1672075"/>
                  </a:moveTo>
                  <a:lnTo>
                    <a:pt x="265214" y="1677103"/>
                  </a:lnTo>
                  <a:lnTo>
                    <a:pt x="388109" y="1642728"/>
                  </a:lnTo>
                  <a:close/>
                  <a:moveTo>
                    <a:pt x="1249737" y="2702435"/>
                  </a:moveTo>
                  <a:lnTo>
                    <a:pt x="1239198" y="2784649"/>
                  </a:lnTo>
                  <a:lnTo>
                    <a:pt x="1310949" y="2746213"/>
                  </a:lnTo>
                  <a:close/>
                  <a:moveTo>
                    <a:pt x="1249737" y="2702435"/>
                  </a:moveTo>
                  <a:lnTo>
                    <a:pt x="1310949" y="2746213"/>
                  </a:lnTo>
                  <a:lnTo>
                    <a:pt x="1263340" y="2663998"/>
                  </a:lnTo>
                  <a:close/>
                  <a:moveTo>
                    <a:pt x="350666" y="1715854"/>
                  </a:moveTo>
                  <a:lnTo>
                    <a:pt x="421098" y="1766069"/>
                  </a:lnTo>
                  <a:lnTo>
                    <a:pt x="426872" y="1700241"/>
                  </a:lnTo>
                  <a:close/>
                  <a:moveTo>
                    <a:pt x="507004" y="1695687"/>
                  </a:moveTo>
                  <a:lnTo>
                    <a:pt x="426872" y="1700241"/>
                  </a:lnTo>
                  <a:lnTo>
                    <a:pt x="504889" y="1797498"/>
                  </a:lnTo>
                  <a:close/>
                  <a:moveTo>
                    <a:pt x="507004" y="1695687"/>
                  </a:moveTo>
                  <a:lnTo>
                    <a:pt x="493069" y="1606923"/>
                  </a:lnTo>
                  <a:lnTo>
                    <a:pt x="426872" y="1700241"/>
                  </a:lnTo>
                  <a:close/>
                  <a:moveTo>
                    <a:pt x="1203286" y="2581783"/>
                  </a:moveTo>
                  <a:lnTo>
                    <a:pt x="1177003" y="2499568"/>
                  </a:lnTo>
                  <a:lnTo>
                    <a:pt x="1174213" y="2517732"/>
                  </a:lnTo>
                  <a:close/>
                  <a:moveTo>
                    <a:pt x="1189897" y="2474672"/>
                  </a:moveTo>
                  <a:lnTo>
                    <a:pt x="1174213" y="2517732"/>
                  </a:lnTo>
                  <a:lnTo>
                    <a:pt x="1177003" y="2499568"/>
                  </a:lnTo>
                  <a:close/>
                  <a:moveTo>
                    <a:pt x="672822" y="1924062"/>
                  </a:moveTo>
                  <a:lnTo>
                    <a:pt x="700670" y="1841847"/>
                  </a:lnTo>
                  <a:lnTo>
                    <a:pt x="691680" y="1866917"/>
                  </a:lnTo>
                  <a:close/>
                  <a:moveTo>
                    <a:pt x="707581" y="1786006"/>
                  </a:moveTo>
                  <a:lnTo>
                    <a:pt x="691680" y="1866917"/>
                  </a:lnTo>
                  <a:lnTo>
                    <a:pt x="700670" y="1841847"/>
                  </a:lnTo>
                  <a:close/>
                  <a:moveTo>
                    <a:pt x="1237139" y="2436104"/>
                  </a:moveTo>
                  <a:lnTo>
                    <a:pt x="1189897" y="2474672"/>
                  </a:lnTo>
                  <a:lnTo>
                    <a:pt x="1177003" y="2499568"/>
                  </a:lnTo>
                  <a:close/>
                  <a:moveTo>
                    <a:pt x="1303963" y="2407286"/>
                  </a:moveTo>
                  <a:lnTo>
                    <a:pt x="1189897" y="2474672"/>
                  </a:lnTo>
                  <a:lnTo>
                    <a:pt x="1237139" y="2436104"/>
                  </a:lnTo>
                  <a:close/>
                  <a:moveTo>
                    <a:pt x="672822" y="1924062"/>
                  </a:moveTo>
                  <a:lnTo>
                    <a:pt x="766858" y="1803410"/>
                  </a:lnTo>
                  <a:lnTo>
                    <a:pt x="700670" y="1841847"/>
                  </a:lnTo>
                  <a:close/>
                  <a:moveTo>
                    <a:pt x="766858" y="1803410"/>
                  </a:moveTo>
                  <a:lnTo>
                    <a:pt x="707581" y="1786006"/>
                  </a:lnTo>
                  <a:lnTo>
                    <a:pt x="700670" y="1841847"/>
                  </a:lnTo>
                  <a:close/>
                  <a:moveTo>
                    <a:pt x="617707" y="1638981"/>
                  </a:moveTo>
                  <a:lnTo>
                    <a:pt x="642857" y="1607470"/>
                  </a:lnTo>
                  <a:lnTo>
                    <a:pt x="529233" y="1595201"/>
                  </a:lnTo>
                  <a:close/>
                  <a:moveTo>
                    <a:pt x="567780" y="1677417"/>
                  </a:moveTo>
                  <a:lnTo>
                    <a:pt x="617707" y="1638981"/>
                  </a:lnTo>
                  <a:lnTo>
                    <a:pt x="529233" y="1595201"/>
                  </a:lnTo>
                  <a:close/>
                  <a:moveTo>
                    <a:pt x="607731" y="1574296"/>
                  </a:moveTo>
                  <a:lnTo>
                    <a:pt x="642857" y="1607470"/>
                  </a:lnTo>
                  <a:lnTo>
                    <a:pt x="712390" y="1588783"/>
                  </a:lnTo>
                  <a:close/>
                  <a:moveTo>
                    <a:pt x="455207" y="1512987"/>
                  </a:moveTo>
                  <a:lnTo>
                    <a:pt x="496401" y="1553754"/>
                  </a:lnTo>
                  <a:lnTo>
                    <a:pt x="507230" y="1495318"/>
                  </a:lnTo>
                  <a:close/>
                  <a:moveTo>
                    <a:pt x="477665" y="1483703"/>
                  </a:moveTo>
                  <a:lnTo>
                    <a:pt x="455207" y="1512987"/>
                  </a:lnTo>
                  <a:lnTo>
                    <a:pt x="507230" y="1495318"/>
                  </a:lnTo>
                  <a:close/>
                  <a:moveTo>
                    <a:pt x="1757603" y="2773538"/>
                  </a:moveTo>
                  <a:lnTo>
                    <a:pt x="1845786" y="2713119"/>
                  </a:lnTo>
                  <a:lnTo>
                    <a:pt x="1759602" y="2745149"/>
                  </a:lnTo>
                  <a:close/>
                  <a:moveTo>
                    <a:pt x="1747832" y="2737006"/>
                  </a:moveTo>
                  <a:lnTo>
                    <a:pt x="1759602" y="2745149"/>
                  </a:lnTo>
                  <a:lnTo>
                    <a:pt x="1845786" y="2713119"/>
                  </a:lnTo>
                  <a:close/>
                  <a:moveTo>
                    <a:pt x="1668486" y="2384258"/>
                  </a:moveTo>
                  <a:lnTo>
                    <a:pt x="1701631" y="2349069"/>
                  </a:lnTo>
                  <a:lnTo>
                    <a:pt x="1595200" y="2422695"/>
                  </a:lnTo>
                  <a:close/>
                  <a:moveTo>
                    <a:pt x="1430404" y="2258265"/>
                  </a:moveTo>
                  <a:lnTo>
                    <a:pt x="1485481" y="2313436"/>
                  </a:lnTo>
                  <a:lnTo>
                    <a:pt x="1514298" y="2222841"/>
                  </a:lnTo>
                  <a:close/>
                  <a:moveTo>
                    <a:pt x="948864" y="1700403"/>
                  </a:moveTo>
                  <a:lnTo>
                    <a:pt x="919477" y="1742313"/>
                  </a:lnTo>
                  <a:lnTo>
                    <a:pt x="981956" y="1644323"/>
                  </a:lnTo>
                  <a:close/>
                  <a:moveTo>
                    <a:pt x="948864" y="1700403"/>
                  </a:moveTo>
                  <a:lnTo>
                    <a:pt x="981956" y="1644323"/>
                  </a:lnTo>
                  <a:lnTo>
                    <a:pt x="958930" y="1670739"/>
                  </a:lnTo>
                  <a:close/>
                  <a:moveTo>
                    <a:pt x="947227" y="1682759"/>
                  </a:moveTo>
                  <a:lnTo>
                    <a:pt x="948864" y="1700403"/>
                  </a:lnTo>
                  <a:lnTo>
                    <a:pt x="958930" y="1670739"/>
                  </a:lnTo>
                  <a:close/>
                  <a:moveTo>
                    <a:pt x="988659" y="1633985"/>
                  </a:moveTo>
                  <a:lnTo>
                    <a:pt x="947227" y="1682759"/>
                  </a:lnTo>
                  <a:lnTo>
                    <a:pt x="958930" y="1670739"/>
                  </a:lnTo>
                  <a:close/>
                  <a:moveTo>
                    <a:pt x="1001015" y="1616728"/>
                  </a:moveTo>
                  <a:lnTo>
                    <a:pt x="947227" y="1682759"/>
                  </a:lnTo>
                  <a:lnTo>
                    <a:pt x="988659" y="1633985"/>
                  </a:lnTo>
                  <a:close/>
                  <a:moveTo>
                    <a:pt x="1049994" y="1584650"/>
                  </a:moveTo>
                  <a:lnTo>
                    <a:pt x="1001015" y="1616728"/>
                  </a:lnTo>
                  <a:lnTo>
                    <a:pt x="988659" y="1633985"/>
                  </a:lnTo>
                  <a:close/>
                  <a:moveTo>
                    <a:pt x="289997" y="750003"/>
                  </a:moveTo>
                  <a:lnTo>
                    <a:pt x="211027" y="657742"/>
                  </a:lnTo>
                  <a:lnTo>
                    <a:pt x="204398" y="658909"/>
                  </a:lnTo>
                  <a:close/>
                  <a:moveTo>
                    <a:pt x="142372" y="635667"/>
                  </a:moveTo>
                  <a:lnTo>
                    <a:pt x="89765" y="696178"/>
                  </a:lnTo>
                  <a:lnTo>
                    <a:pt x="204398" y="658909"/>
                  </a:lnTo>
                  <a:close/>
                  <a:moveTo>
                    <a:pt x="211027" y="657742"/>
                  </a:moveTo>
                  <a:lnTo>
                    <a:pt x="142372" y="635667"/>
                  </a:lnTo>
                  <a:lnTo>
                    <a:pt x="204398" y="658909"/>
                  </a:lnTo>
                  <a:close/>
                  <a:moveTo>
                    <a:pt x="1553899" y="2099177"/>
                  </a:moveTo>
                  <a:lnTo>
                    <a:pt x="1528611" y="2111112"/>
                  </a:lnTo>
                  <a:lnTo>
                    <a:pt x="1530688" y="2219829"/>
                  </a:lnTo>
                  <a:close/>
                  <a:moveTo>
                    <a:pt x="1591641" y="2016962"/>
                  </a:moveTo>
                  <a:lnTo>
                    <a:pt x="1528611" y="2111112"/>
                  </a:lnTo>
                  <a:lnTo>
                    <a:pt x="1553899" y="2099177"/>
                  </a:lnTo>
                  <a:close/>
                  <a:moveTo>
                    <a:pt x="1049994" y="1584650"/>
                  </a:moveTo>
                  <a:lnTo>
                    <a:pt x="1061916" y="1523671"/>
                  </a:lnTo>
                  <a:lnTo>
                    <a:pt x="1061742" y="1547655"/>
                  </a:lnTo>
                  <a:close/>
                  <a:moveTo>
                    <a:pt x="1064627" y="1562107"/>
                  </a:moveTo>
                  <a:lnTo>
                    <a:pt x="1049994" y="1584650"/>
                  </a:lnTo>
                  <a:lnTo>
                    <a:pt x="1061742" y="1547655"/>
                  </a:lnTo>
                  <a:close/>
                  <a:moveTo>
                    <a:pt x="1082210" y="1489896"/>
                  </a:moveTo>
                  <a:lnTo>
                    <a:pt x="1064627" y="1562107"/>
                  </a:lnTo>
                  <a:lnTo>
                    <a:pt x="1061742" y="1547655"/>
                  </a:lnTo>
                  <a:close/>
                  <a:moveTo>
                    <a:pt x="302980" y="639357"/>
                  </a:moveTo>
                  <a:lnTo>
                    <a:pt x="211027" y="657742"/>
                  </a:lnTo>
                  <a:lnTo>
                    <a:pt x="288789" y="689236"/>
                  </a:lnTo>
                  <a:close/>
                  <a:moveTo>
                    <a:pt x="268705" y="614142"/>
                  </a:moveTo>
                  <a:lnTo>
                    <a:pt x="211027" y="657742"/>
                  </a:lnTo>
                  <a:lnTo>
                    <a:pt x="302980" y="639357"/>
                  </a:lnTo>
                  <a:close/>
                  <a:moveTo>
                    <a:pt x="288789" y="689236"/>
                  </a:moveTo>
                  <a:lnTo>
                    <a:pt x="359652" y="619305"/>
                  </a:lnTo>
                  <a:lnTo>
                    <a:pt x="302980" y="639357"/>
                  </a:lnTo>
                  <a:close/>
                  <a:moveTo>
                    <a:pt x="289288" y="575526"/>
                  </a:moveTo>
                  <a:lnTo>
                    <a:pt x="302980" y="639357"/>
                  </a:lnTo>
                  <a:lnTo>
                    <a:pt x="359652" y="619305"/>
                  </a:lnTo>
                  <a:close/>
                  <a:moveTo>
                    <a:pt x="289288" y="575526"/>
                  </a:moveTo>
                  <a:lnTo>
                    <a:pt x="359652" y="619305"/>
                  </a:lnTo>
                  <a:lnTo>
                    <a:pt x="366244" y="537090"/>
                  </a:lnTo>
                  <a:close/>
                  <a:moveTo>
                    <a:pt x="1082210" y="1489896"/>
                  </a:moveTo>
                  <a:lnTo>
                    <a:pt x="1061742" y="1547655"/>
                  </a:lnTo>
                  <a:lnTo>
                    <a:pt x="1061916" y="1523671"/>
                  </a:lnTo>
                  <a:close/>
                  <a:moveTo>
                    <a:pt x="1553899" y="2099177"/>
                  </a:moveTo>
                  <a:lnTo>
                    <a:pt x="1549723" y="2123219"/>
                  </a:lnTo>
                  <a:lnTo>
                    <a:pt x="1551881" y="2092194"/>
                  </a:lnTo>
                  <a:close/>
                  <a:moveTo>
                    <a:pt x="1758418" y="2142956"/>
                  </a:moveTo>
                  <a:lnTo>
                    <a:pt x="1767097" y="2163431"/>
                  </a:lnTo>
                  <a:lnTo>
                    <a:pt x="1760142" y="2244250"/>
                  </a:lnTo>
                  <a:close/>
                  <a:moveTo>
                    <a:pt x="1765040" y="2142956"/>
                  </a:moveTo>
                  <a:lnTo>
                    <a:pt x="1760142" y="2244250"/>
                  </a:lnTo>
                  <a:lnTo>
                    <a:pt x="1767097" y="2163431"/>
                  </a:lnTo>
                  <a:close/>
                  <a:moveTo>
                    <a:pt x="1553899" y="2099177"/>
                  </a:moveTo>
                  <a:lnTo>
                    <a:pt x="1551881" y="2092194"/>
                  </a:lnTo>
                  <a:lnTo>
                    <a:pt x="1591641" y="2016962"/>
                  </a:lnTo>
                  <a:close/>
                  <a:moveTo>
                    <a:pt x="1591641" y="2016962"/>
                  </a:moveTo>
                  <a:lnTo>
                    <a:pt x="1551881" y="2092194"/>
                  </a:lnTo>
                  <a:lnTo>
                    <a:pt x="1655401" y="2024475"/>
                  </a:lnTo>
                  <a:close/>
                  <a:moveTo>
                    <a:pt x="1655401" y="2024475"/>
                  </a:moveTo>
                  <a:lnTo>
                    <a:pt x="1599622" y="2013881"/>
                  </a:lnTo>
                  <a:lnTo>
                    <a:pt x="1591641" y="2016962"/>
                  </a:lnTo>
                  <a:close/>
                  <a:moveTo>
                    <a:pt x="1082210" y="1489896"/>
                  </a:moveTo>
                  <a:lnTo>
                    <a:pt x="1133806" y="1489068"/>
                  </a:lnTo>
                  <a:lnTo>
                    <a:pt x="1146868" y="1452985"/>
                  </a:lnTo>
                  <a:close/>
                  <a:moveTo>
                    <a:pt x="1146868" y="1452985"/>
                  </a:moveTo>
                  <a:lnTo>
                    <a:pt x="1133806" y="1489068"/>
                  </a:lnTo>
                  <a:lnTo>
                    <a:pt x="1179769" y="1403019"/>
                  </a:lnTo>
                  <a:close/>
                  <a:moveTo>
                    <a:pt x="791922" y="1025329"/>
                  </a:moveTo>
                  <a:lnTo>
                    <a:pt x="747482" y="1074379"/>
                  </a:lnTo>
                  <a:lnTo>
                    <a:pt x="731595" y="1112595"/>
                  </a:lnTo>
                  <a:close/>
                  <a:moveTo>
                    <a:pt x="359652" y="619305"/>
                  </a:moveTo>
                  <a:lnTo>
                    <a:pt x="383691" y="498653"/>
                  </a:lnTo>
                  <a:lnTo>
                    <a:pt x="366244" y="537090"/>
                  </a:lnTo>
                  <a:close/>
                  <a:moveTo>
                    <a:pt x="417562" y="461635"/>
                  </a:moveTo>
                  <a:lnTo>
                    <a:pt x="366244" y="537090"/>
                  </a:lnTo>
                  <a:lnTo>
                    <a:pt x="383691" y="498653"/>
                  </a:lnTo>
                  <a:close/>
                  <a:moveTo>
                    <a:pt x="417562" y="461635"/>
                  </a:moveTo>
                  <a:lnTo>
                    <a:pt x="376476" y="523224"/>
                  </a:lnTo>
                  <a:lnTo>
                    <a:pt x="366244" y="537090"/>
                  </a:lnTo>
                  <a:close/>
                  <a:moveTo>
                    <a:pt x="1187103" y="1388216"/>
                  </a:moveTo>
                  <a:lnTo>
                    <a:pt x="1167382" y="1422272"/>
                  </a:lnTo>
                  <a:lnTo>
                    <a:pt x="1179769" y="1403019"/>
                  </a:lnTo>
                  <a:close/>
                  <a:moveTo>
                    <a:pt x="1876283" y="2110329"/>
                  </a:moveTo>
                  <a:lnTo>
                    <a:pt x="1765040" y="2142956"/>
                  </a:lnTo>
                  <a:lnTo>
                    <a:pt x="1888495" y="2123455"/>
                  </a:lnTo>
                  <a:close/>
                  <a:moveTo>
                    <a:pt x="1765040" y="2142956"/>
                  </a:moveTo>
                  <a:lnTo>
                    <a:pt x="1767097" y="2163431"/>
                  </a:lnTo>
                  <a:lnTo>
                    <a:pt x="1888495" y="2123455"/>
                  </a:lnTo>
                  <a:close/>
                  <a:moveTo>
                    <a:pt x="1821616" y="2088610"/>
                  </a:moveTo>
                  <a:lnTo>
                    <a:pt x="1765040" y="2142956"/>
                  </a:lnTo>
                  <a:lnTo>
                    <a:pt x="1876283" y="2110329"/>
                  </a:lnTo>
                  <a:close/>
                  <a:moveTo>
                    <a:pt x="1876283" y="2110329"/>
                  </a:moveTo>
                  <a:lnTo>
                    <a:pt x="1895882" y="2087621"/>
                  </a:lnTo>
                  <a:lnTo>
                    <a:pt x="1821616" y="2088610"/>
                  </a:lnTo>
                  <a:close/>
                  <a:moveTo>
                    <a:pt x="1876283" y="2110329"/>
                  </a:moveTo>
                  <a:lnTo>
                    <a:pt x="1955859" y="2106227"/>
                  </a:lnTo>
                  <a:lnTo>
                    <a:pt x="1895882" y="2087621"/>
                  </a:lnTo>
                  <a:close/>
                  <a:moveTo>
                    <a:pt x="1955859" y="2106227"/>
                  </a:moveTo>
                  <a:lnTo>
                    <a:pt x="1876283" y="2110329"/>
                  </a:lnTo>
                  <a:lnTo>
                    <a:pt x="1959884" y="2111711"/>
                  </a:lnTo>
                  <a:close/>
                  <a:moveTo>
                    <a:pt x="1876283" y="2110329"/>
                  </a:moveTo>
                  <a:lnTo>
                    <a:pt x="1888495" y="2123455"/>
                  </a:lnTo>
                  <a:lnTo>
                    <a:pt x="1959884" y="2111711"/>
                  </a:lnTo>
                  <a:close/>
                  <a:moveTo>
                    <a:pt x="1637043" y="1783274"/>
                  </a:moveTo>
                  <a:lnTo>
                    <a:pt x="1614651" y="1872118"/>
                  </a:lnTo>
                  <a:lnTo>
                    <a:pt x="1665671" y="1775658"/>
                  </a:lnTo>
                  <a:close/>
                  <a:moveTo>
                    <a:pt x="1665671" y="1775658"/>
                  </a:moveTo>
                  <a:lnTo>
                    <a:pt x="1643900" y="1896310"/>
                  </a:lnTo>
                  <a:lnTo>
                    <a:pt x="1672090" y="1857873"/>
                  </a:lnTo>
                  <a:close/>
                  <a:moveTo>
                    <a:pt x="1637043" y="1783274"/>
                  </a:moveTo>
                  <a:lnTo>
                    <a:pt x="1642911" y="1762575"/>
                  </a:lnTo>
                  <a:lnTo>
                    <a:pt x="1562337" y="1739976"/>
                  </a:lnTo>
                  <a:close/>
                  <a:moveTo>
                    <a:pt x="954848" y="873320"/>
                  </a:moveTo>
                  <a:lnTo>
                    <a:pt x="852993" y="895534"/>
                  </a:lnTo>
                  <a:lnTo>
                    <a:pt x="958273" y="874769"/>
                  </a:lnTo>
                  <a:close/>
                  <a:moveTo>
                    <a:pt x="548671" y="460706"/>
                  </a:moveTo>
                  <a:lnTo>
                    <a:pt x="549511" y="461108"/>
                  </a:lnTo>
                  <a:lnTo>
                    <a:pt x="624365" y="462317"/>
                  </a:lnTo>
                  <a:close/>
                  <a:moveTo>
                    <a:pt x="549511" y="461108"/>
                  </a:moveTo>
                  <a:lnTo>
                    <a:pt x="548671" y="460706"/>
                  </a:lnTo>
                  <a:lnTo>
                    <a:pt x="544247" y="460217"/>
                  </a:lnTo>
                  <a:close/>
                  <a:moveTo>
                    <a:pt x="1665671" y="1775658"/>
                  </a:moveTo>
                  <a:lnTo>
                    <a:pt x="1779337" y="1778787"/>
                  </a:lnTo>
                  <a:lnTo>
                    <a:pt x="1736556" y="1762964"/>
                  </a:lnTo>
                  <a:close/>
                  <a:moveTo>
                    <a:pt x="1736556" y="1762964"/>
                  </a:moveTo>
                  <a:lnTo>
                    <a:pt x="1707076" y="1723818"/>
                  </a:lnTo>
                  <a:lnTo>
                    <a:pt x="1665671" y="1775658"/>
                  </a:lnTo>
                  <a:close/>
                  <a:moveTo>
                    <a:pt x="1736556" y="1762964"/>
                  </a:moveTo>
                  <a:lnTo>
                    <a:pt x="1779337" y="1778787"/>
                  </a:lnTo>
                  <a:lnTo>
                    <a:pt x="1853170" y="1776180"/>
                  </a:lnTo>
                  <a:close/>
                  <a:moveTo>
                    <a:pt x="1007613" y="844043"/>
                  </a:moveTo>
                  <a:lnTo>
                    <a:pt x="958273" y="874769"/>
                  </a:lnTo>
                  <a:lnTo>
                    <a:pt x="889299" y="895546"/>
                  </a:lnTo>
                  <a:close/>
                  <a:moveTo>
                    <a:pt x="671150" y="422038"/>
                  </a:moveTo>
                  <a:lnTo>
                    <a:pt x="624365" y="462317"/>
                  </a:lnTo>
                  <a:lnTo>
                    <a:pt x="549511" y="461108"/>
                  </a:lnTo>
                  <a:close/>
                  <a:moveTo>
                    <a:pt x="1523969" y="1166121"/>
                  </a:moveTo>
                  <a:lnTo>
                    <a:pt x="1484557" y="1205495"/>
                  </a:lnTo>
                  <a:lnTo>
                    <a:pt x="1563358" y="1182034"/>
                  </a:lnTo>
                  <a:close/>
                  <a:moveTo>
                    <a:pt x="1491698" y="839923"/>
                  </a:moveTo>
                  <a:lnTo>
                    <a:pt x="1490390" y="825372"/>
                  </a:lnTo>
                  <a:lnTo>
                    <a:pt x="1410357" y="804801"/>
                  </a:lnTo>
                  <a:close/>
                  <a:moveTo>
                    <a:pt x="1490390" y="825372"/>
                  </a:moveTo>
                  <a:lnTo>
                    <a:pt x="1491698" y="839923"/>
                  </a:lnTo>
                  <a:lnTo>
                    <a:pt x="1516523" y="838198"/>
                  </a:lnTo>
                  <a:close/>
                  <a:moveTo>
                    <a:pt x="1489031" y="741999"/>
                  </a:moveTo>
                  <a:lnTo>
                    <a:pt x="1490390" y="825372"/>
                  </a:lnTo>
                  <a:lnTo>
                    <a:pt x="1555675" y="717547"/>
                  </a:lnTo>
                  <a:close/>
                  <a:moveTo>
                    <a:pt x="1490390" y="825372"/>
                  </a:moveTo>
                  <a:lnTo>
                    <a:pt x="1516523" y="838198"/>
                  </a:lnTo>
                  <a:lnTo>
                    <a:pt x="1555675" y="717547"/>
                  </a:lnTo>
                  <a:close/>
                  <a:moveTo>
                    <a:pt x="1489031" y="741999"/>
                  </a:moveTo>
                  <a:lnTo>
                    <a:pt x="1410357" y="804801"/>
                  </a:lnTo>
                  <a:lnTo>
                    <a:pt x="1490390" y="825372"/>
                  </a:lnTo>
                  <a:close/>
                  <a:moveTo>
                    <a:pt x="1505085" y="665111"/>
                  </a:moveTo>
                  <a:lnTo>
                    <a:pt x="1471410" y="635332"/>
                  </a:lnTo>
                  <a:lnTo>
                    <a:pt x="1489031" y="741999"/>
                  </a:lnTo>
                  <a:close/>
                  <a:moveTo>
                    <a:pt x="1489031" y="741999"/>
                  </a:moveTo>
                  <a:lnTo>
                    <a:pt x="1555675" y="717547"/>
                  </a:lnTo>
                  <a:lnTo>
                    <a:pt x="1505085" y="665111"/>
                  </a:lnTo>
                  <a:close/>
                  <a:moveTo>
                    <a:pt x="1072231" y="161375"/>
                  </a:moveTo>
                  <a:lnTo>
                    <a:pt x="1069455" y="142041"/>
                  </a:lnTo>
                  <a:lnTo>
                    <a:pt x="1035620" y="180477"/>
                  </a:lnTo>
                  <a:close/>
                  <a:moveTo>
                    <a:pt x="1518119" y="618260"/>
                  </a:moveTo>
                  <a:lnTo>
                    <a:pt x="1505085" y="665111"/>
                  </a:lnTo>
                  <a:lnTo>
                    <a:pt x="1561815" y="596895"/>
                  </a:lnTo>
                  <a:close/>
                  <a:moveTo>
                    <a:pt x="1505085" y="665111"/>
                  </a:moveTo>
                  <a:lnTo>
                    <a:pt x="1555675" y="717547"/>
                  </a:lnTo>
                  <a:lnTo>
                    <a:pt x="1561815" y="596895"/>
                  </a:lnTo>
                  <a:close/>
                  <a:moveTo>
                    <a:pt x="1561815" y="596895"/>
                  </a:moveTo>
                  <a:lnTo>
                    <a:pt x="1555675" y="717547"/>
                  </a:lnTo>
                  <a:lnTo>
                    <a:pt x="1637935" y="667958"/>
                  </a:lnTo>
                  <a:close/>
                  <a:moveTo>
                    <a:pt x="1637935" y="667958"/>
                  </a:moveTo>
                  <a:lnTo>
                    <a:pt x="1555675" y="717547"/>
                  </a:lnTo>
                  <a:lnTo>
                    <a:pt x="1628602" y="689123"/>
                  </a:lnTo>
                  <a:close/>
                  <a:moveTo>
                    <a:pt x="1471410" y="635332"/>
                  </a:moveTo>
                  <a:lnTo>
                    <a:pt x="1505085" y="665111"/>
                  </a:lnTo>
                  <a:lnTo>
                    <a:pt x="1518119" y="618260"/>
                  </a:lnTo>
                  <a:close/>
                  <a:moveTo>
                    <a:pt x="1518119" y="618260"/>
                  </a:moveTo>
                  <a:lnTo>
                    <a:pt x="1561815" y="596895"/>
                  </a:lnTo>
                  <a:lnTo>
                    <a:pt x="1536009" y="565531"/>
                  </a:lnTo>
                  <a:close/>
                  <a:moveTo>
                    <a:pt x="1352252" y="432465"/>
                  </a:moveTo>
                  <a:lnTo>
                    <a:pt x="1325936" y="353040"/>
                  </a:lnTo>
                  <a:lnTo>
                    <a:pt x="1340203" y="388686"/>
                  </a:lnTo>
                  <a:close/>
                  <a:moveTo>
                    <a:pt x="1325936" y="353040"/>
                  </a:moveTo>
                  <a:lnTo>
                    <a:pt x="1327610" y="343678"/>
                  </a:lnTo>
                  <a:lnTo>
                    <a:pt x="1340203" y="388686"/>
                  </a:lnTo>
                  <a:close/>
                  <a:moveTo>
                    <a:pt x="1340203" y="388686"/>
                  </a:moveTo>
                  <a:lnTo>
                    <a:pt x="1327610" y="343678"/>
                  </a:lnTo>
                  <a:lnTo>
                    <a:pt x="1337251" y="268035"/>
                  </a:lnTo>
                  <a:close/>
                  <a:moveTo>
                    <a:pt x="1337251" y="268035"/>
                  </a:moveTo>
                  <a:lnTo>
                    <a:pt x="1272236" y="296605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275476" y="193879"/>
                  </a:lnTo>
                  <a:lnTo>
                    <a:pt x="1272236" y="296605"/>
                  </a:lnTo>
                  <a:close/>
                  <a:moveTo>
                    <a:pt x="1069455" y="142041"/>
                  </a:moveTo>
                  <a:lnTo>
                    <a:pt x="1072231" y="161375"/>
                  </a:lnTo>
                  <a:lnTo>
                    <a:pt x="1171623" y="217718"/>
                  </a:lnTo>
                  <a:close/>
                  <a:moveTo>
                    <a:pt x="1137175" y="103604"/>
                  </a:moveTo>
                  <a:lnTo>
                    <a:pt x="1069455" y="142041"/>
                  </a:lnTo>
                  <a:lnTo>
                    <a:pt x="1171623" y="217718"/>
                  </a:lnTo>
                  <a:close/>
                  <a:moveTo>
                    <a:pt x="1637935" y="667958"/>
                  </a:moveTo>
                  <a:lnTo>
                    <a:pt x="1661429" y="679110"/>
                  </a:lnTo>
                  <a:lnTo>
                    <a:pt x="1658461" y="664848"/>
                  </a:lnTo>
                  <a:close/>
                  <a:moveTo>
                    <a:pt x="1561815" y="596895"/>
                  </a:moveTo>
                  <a:lnTo>
                    <a:pt x="1637935" y="667958"/>
                  </a:lnTo>
                  <a:lnTo>
                    <a:pt x="1668074" y="640674"/>
                  </a:lnTo>
                  <a:close/>
                  <a:moveTo>
                    <a:pt x="1561815" y="596895"/>
                  </a:moveTo>
                  <a:lnTo>
                    <a:pt x="1660825" y="558459"/>
                  </a:lnTo>
                  <a:lnTo>
                    <a:pt x="1623887" y="492771"/>
                  </a:lnTo>
                  <a:close/>
                  <a:moveTo>
                    <a:pt x="1623887" y="492771"/>
                  </a:moveTo>
                  <a:lnTo>
                    <a:pt x="1661766" y="541856"/>
                  </a:lnTo>
                  <a:lnTo>
                    <a:pt x="1721298" y="485780"/>
                  </a:lnTo>
                  <a:close/>
                  <a:moveTo>
                    <a:pt x="1366720" y="229598"/>
                  </a:moveTo>
                  <a:lnTo>
                    <a:pt x="1336329" y="185819"/>
                  </a:lnTo>
                  <a:lnTo>
                    <a:pt x="1337251" y="268035"/>
                  </a:lnTo>
                  <a:close/>
                  <a:moveTo>
                    <a:pt x="1143305" y="21389"/>
                  </a:moveTo>
                  <a:lnTo>
                    <a:pt x="1226195" y="73259"/>
                  </a:lnTo>
                  <a:lnTo>
                    <a:pt x="1184182" y="7322"/>
                  </a:lnTo>
                  <a:close/>
                  <a:moveTo>
                    <a:pt x="1137175" y="103604"/>
                  </a:moveTo>
                  <a:lnTo>
                    <a:pt x="1226195" y="73259"/>
                  </a:lnTo>
                  <a:lnTo>
                    <a:pt x="1143305" y="21389"/>
                  </a:lnTo>
                  <a:close/>
                  <a:moveTo>
                    <a:pt x="1184182" y="7322"/>
                  </a:moveTo>
                  <a:lnTo>
                    <a:pt x="1237542" y="6926"/>
                  </a:lnTo>
                  <a:lnTo>
                    <a:pt x="1161158" y="0"/>
                  </a:lnTo>
                  <a:close/>
                  <a:moveTo>
                    <a:pt x="1661766" y="541856"/>
                  </a:moveTo>
                  <a:lnTo>
                    <a:pt x="1687083" y="541487"/>
                  </a:lnTo>
                  <a:lnTo>
                    <a:pt x="1721298" y="48578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62" name="Candidate_density__2081">
              <a:extLst>
                <a:ext uri="{FF2B5EF4-FFF2-40B4-BE49-F238E27FC236}">
                  <a16:creationId xmlns:a16="http://schemas.microsoft.com/office/drawing/2014/main" id="{0839B439-1A57-56FB-4714-A3ECFE14842B}"/>
                </a:ext>
              </a:extLst>
            </p:cNvPr>
            <p:cNvSpPr>
              <a:spLocks noGrp="1"/>
            </p:cNvSpPr>
            <p:nvPr/>
          </p:nvSpPr>
          <p:spPr>
            <a:xfrm>
              <a:off x="4550615" y="2000965"/>
              <a:ext cx="2023058" cy="2928890"/>
            </a:xfrm>
            <a:custGeom>
              <a:avLst/>
              <a:gdLst/>
              <a:ahLst/>
              <a:cxnLst/>
              <a:rect l="0" t="0" r="0" b="0"/>
              <a:pathLst>
                <a:path w="2023058" h="2928890">
                  <a:moveTo>
                    <a:pt x="408648" y="2899707"/>
                  </a:moveTo>
                  <a:lnTo>
                    <a:pt x="358894" y="2928890"/>
                  </a:lnTo>
                  <a:lnTo>
                    <a:pt x="483334" y="2900286"/>
                  </a:lnTo>
                  <a:close/>
                  <a:moveTo>
                    <a:pt x="533239" y="2898520"/>
                  </a:moveTo>
                  <a:lnTo>
                    <a:pt x="483334" y="2900286"/>
                  </a:lnTo>
                  <a:lnTo>
                    <a:pt x="551115" y="2893725"/>
                  </a:lnTo>
                  <a:close/>
                  <a:moveTo>
                    <a:pt x="502919" y="2022340"/>
                  </a:moveTo>
                  <a:lnTo>
                    <a:pt x="423015" y="2092613"/>
                  </a:lnTo>
                  <a:lnTo>
                    <a:pt x="490551" y="2066461"/>
                  </a:lnTo>
                  <a:close/>
                  <a:moveTo>
                    <a:pt x="502919" y="2022340"/>
                  </a:moveTo>
                  <a:lnTo>
                    <a:pt x="490551" y="2066461"/>
                  </a:lnTo>
                  <a:lnTo>
                    <a:pt x="526087" y="2038479"/>
                  </a:lnTo>
                  <a:close/>
                  <a:moveTo>
                    <a:pt x="278642" y="1583028"/>
                  </a:moveTo>
                  <a:lnTo>
                    <a:pt x="281083" y="1625411"/>
                  </a:lnTo>
                  <a:lnTo>
                    <a:pt x="277745" y="1588967"/>
                  </a:lnTo>
                  <a:close/>
                  <a:moveTo>
                    <a:pt x="1082607" y="2372682"/>
                  </a:moveTo>
                  <a:lnTo>
                    <a:pt x="1083381" y="2353856"/>
                  </a:lnTo>
                  <a:lnTo>
                    <a:pt x="1076882" y="2434963"/>
                  </a:lnTo>
                  <a:close/>
                  <a:moveTo>
                    <a:pt x="1083381" y="2353856"/>
                  </a:moveTo>
                  <a:lnTo>
                    <a:pt x="1082607" y="2372682"/>
                  </a:lnTo>
                  <a:lnTo>
                    <a:pt x="1131003" y="2358656"/>
                  </a:lnTo>
                  <a:close/>
                  <a:moveTo>
                    <a:pt x="668570" y="1807784"/>
                  </a:moveTo>
                  <a:lnTo>
                    <a:pt x="709980" y="1775002"/>
                  </a:lnTo>
                  <a:lnTo>
                    <a:pt x="716224" y="1758739"/>
                  </a:lnTo>
                  <a:close/>
                  <a:moveTo>
                    <a:pt x="687441" y="1814882"/>
                  </a:moveTo>
                  <a:lnTo>
                    <a:pt x="709980" y="1775002"/>
                  </a:lnTo>
                  <a:lnTo>
                    <a:pt x="668570" y="1807784"/>
                  </a:lnTo>
                  <a:close/>
                  <a:moveTo>
                    <a:pt x="613004" y="1815233"/>
                  </a:moveTo>
                  <a:lnTo>
                    <a:pt x="687441" y="1814882"/>
                  </a:lnTo>
                  <a:lnTo>
                    <a:pt x="668570" y="1807784"/>
                  </a:lnTo>
                  <a:close/>
                  <a:moveTo>
                    <a:pt x="709980" y="1775002"/>
                  </a:moveTo>
                  <a:lnTo>
                    <a:pt x="687441" y="1814882"/>
                  </a:lnTo>
                  <a:lnTo>
                    <a:pt x="719379" y="1797176"/>
                  </a:lnTo>
                  <a:close/>
                  <a:moveTo>
                    <a:pt x="709980" y="1775002"/>
                  </a:moveTo>
                  <a:lnTo>
                    <a:pt x="753079" y="1781634"/>
                  </a:lnTo>
                  <a:lnTo>
                    <a:pt x="726894" y="1747187"/>
                  </a:lnTo>
                  <a:close/>
                  <a:moveTo>
                    <a:pt x="716224" y="1758739"/>
                  </a:moveTo>
                  <a:lnTo>
                    <a:pt x="709980" y="1775002"/>
                  </a:lnTo>
                  <a:lnTo>
                    <a:pt x="726894" y="1747187"/>
                  </a:lnTo>
                  <a:close/>
                  <a:moveTo>
                    <a:pt x="19165" y="448640"/>
                  </a:moveTo>
                  <a:lnTo>
                    <a:pt x="0" y="487077"/>
                  </a:lnTo>
                  <a:lnTo>
                    <a:pt x="37257" y="410290"/>
                  </a:lnTo>
                  <a:close/>
                  <a:moveTo>
                    <a:pt x="1611792" y="2257372"/>
                  </a:moveTo>
                  <a:lnTo>
                    <a:pt x="1637150" y="2275613"/>
                  </a:lnTo>
                  <a:lnTo>
                    <a:pt x="1590748" y="2317330"/>
                  </a:lnTo>
                  <a:close/>
                  <a:moveTo>
                    <a:pt x="1611792" y="2257372"/>
                  </a:moveTo>
                  <a:lnTo>
                    <a:pt x="1662045" y="2218936"/>
                  </a:lnTo>
                  <a:lnTo>
                    <a:pt x="1637150" y="2275613"/>
                  </a:lnTo>
                  <a:close/>
                  <a:moveTo>
                    <a:pt x="1662045" y="2218936"/>
                  </a:moveTo>
                  <a:lnTo>
                    <a:pt x="1611792" y="2257372"/>
                  </a:lnTo>
                  <a:lnTo>
                    <a:pt x="1691045" y="2198461"/>
                  </a:lnTo>
                  <a:close/>
                  <a:moveTo>
                    <a:pt x="1757873" y="2269150"/>
                  </a:moveTo>
                  <a:lnTo>
                    <a:pt x="1762765" y="2218936"/>
                  </a:lnTo>
                  <a:lnTo>
                    <a:pt x="1833421" y="2236922"/>
                  </a:lnTo>
                  <a:close/>
                  <a:moveTo>
                    <a:pt x="1138303" y="1525140"/>
                  </a:moveTo>
                  <a:lnTo>
                    <a:pt x="1172861" y="1440872"/>
                  </a:lnTo>
                  <a:lnTo>
                    <a:pt x="1124903" y="1561215"/>
                  </a:lnTo>
                  <a:close/>
                  <a:moveTo>
                    <a:pt x="1124903" y="1561215"/>
                  </a:moveTo>
                  <a:lnTo>
                    <a:pt x="1172861" y="1440872"/>
                  </a:lnTo>
                  <a:lnTo>
                    <a:pt x="1172984" y="1440563"/>
                  </a:lnTo>
                  <a:close/>
                  <a:moveTo>
                    <a:pt x="1124903" y="1561215"/>
                  </a:moveTo>
                  <a:lnTo>
                    <a:pt x="1172984" y="1440563"/>
                  </a:lnTo>
                  <a:lnTo>
                    <a:pt x="1144961" y="1522779"/>
                  </a:lnTo>
                  <a:close/>
                  <a:moveTo>
                    <a:pt x="1172984" y="1440563"/>
                  </a:moveTo>
                  <a:lnTo>
                    <a:pt x="1172861" y="1440872"/>
                  </a:lnTo>
                  <a:lnTo>
                    <a:pt x="1173108" y="1440065"/>
                  </a:lnTo>
                  <a:close/>
                  <a:moveTo>
                    <a:pt x="902554" y="1278667"/>
                  </a:moveTo>
                  <a:lnTo>
                    <a:pt x="847792" y="1274939"/>
                  </a:lnTo>
                  <a:lnTo>
                    <a:pt x="895755" y="1232354"/>
                  </a:lnTo>
                  <a:close/>
                  <a:moveTo>
                    <a:pt x="895755" y="1232354"/>
                  </a:moveTo>
                  <a:lnTo>
                    <a:pt x="903579" y="1204858"/>
                  </a:lnTo>
                  <a:lnTo>
                    <a:pt x="945256" y="1145480"/>
                  </a:lnTo>
                  <a:close/>
                  <a:moveTo>
                    <a:pt x="945256" y="1145480"/>
                  </a:moveTo>
                  <a:lnTo>
                    <a:pt x="964297" y="1149471"/>
                  </a:lnTo>
                  <a:lnTo>
                    <a:pt x="953366" y="1111703"/>
                  </a:lnTo>
                  <a:close/>
                  <a:moveTo>
                    <a:pt x="1995026" y="2132075"/>
                  </a:moveTo>
                  <a:lnTo>
                    <a:pt x="2023058" y="2135243"/>
                  </a:lnTo>
                  <a:lnTo>
                    <a:pt x="1997433" y="2103627"/>
                  </a:lnTo>
                  <a:close/>
                  <a:moveTo>
                    <a:pt x="1177903" y="546882"/>
                  </a:moveTo>
                  <a:lnTo>
                    <a:pt x="1153870" y="555481"/>
                  </a:lnTo>
                  <a:lnTo>
                    <a:pt x="1233841" y="527672"/>
                  </a:lnTo>
                  <a:close/>
                  <a:moveTo>
                    <a:pt x="770404" y="84903"/>
                  </a:moveTo>
                  <a:lnTo>
                    <a:pt x="800538" y="22253"/>
                  </a:lnTo>
                  <a:lnTo>
                    <a:pt x="725963" y="22088"/>
                  </a:lnTo>
                  <a:close/>
                  <a:moveTo>
                    <a:pt x="1177903" y="546882"/>
                  </a:moveTo>
                  <a:lnTo>
                    <a:pt x="1166612" y="554974"/>
                  </a:lnTo>
                  <a:lnTo>
                    <a:pt x="1153870" y="555481"/>
                  </a:lnTo>
                  <a:close/>
                  <a:moveTo>
                    <a:pt x="1177903" y="546882"/>
                  </a:moveTo>
                  <a:lnTo>
                    <a:pt x="1214439" y="518586"/>
                  </a:lnTo>
                  <a:lnTo>
                    <a:pt x="1166612" y="554974"/>
                  </a:lnTo>
                  <a:close/>
                  <a:moveTo>
                    <a:pt x="1223148" y="508446"/>
                  </a:moveTo>
                  <a:lnTo>
                    <a:pt x="1177903" y="546882"/>
                  </a:lnTo>
                  <a:lnTo>
                    <a:pt x="1267023" y="436532"/>
                  </a:lnTo>
                  <a:close/>
                  <a:moveTo>
                    <a:pt x="725963" y="22088"/>
                  </a:moveTo>
                  <a:lnTo>
                    <a:pt x="800538" y="22253"/>
                  </a:lnTo>
                  <a:lnTo>
                    <a:pt x="852144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63" name="Candidate_density__2082">
              <a:extLst>
                <a:ext uri="{FF2B5EF4-FFF2-40B4-BE49-F238E27FC236}">
                  <a16:creationId xmlns:a16="http://schemas.microsoft.com/office/drawing/2014/main" id="{8D5955F3-17F5-A4D6-5A6A-B4203BCAF5AD}"/>
                </a:ext>
              </a:extLst>
            </p:cNvPr>
            <p:cNvSpPr>
              <a:spLocks noGrp="1"/>
            </p:cNvSpPr>
            <p:nvPr/>
          </p:nvSpPr>
          <p:spPr>
            <a:xfrm>
              <a:off x="5003925" y="4039444"/>
              <a:ext cx="72778" cy="27981"/>
            </a:xfrm>
            <a:custGeom>
              <a:avLst/>
              <a:gdLst/>
              <a:ahLst/>
              <a:cxnLst/>
              <a:rect l="0" t="0" r="0" b="0"/>
              <a:pathLst>
                <a:path w="72778" h="27981">
                  <a:moveTo>
                    <a:pt x="72778" y="0"/>
                  </a:moveTo>
                  <a:lnTo>
                    <a:pt x="37242" y="27981"/>
                  </a:lnTo>
                  <a:lnTo>
                    <a:pt x="0" y="24193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51764" name="Candidate_density__2083">
              <a:extLst>
                <a:ext uri="{FF2B5EF4-FFF2-40B4-BE49-F238E27FC236}">
                  <a16:creationId xmlns:a16="http://schemas.microsoft.com/office/drawing/2014/main" id="{1E480733-DFB0-5CEA-D37C-494C6123F59D}"/>
                </a:ext>
              </a:extLst>
            </p:cNvPr>
            <p:cNvSpPr>
              <a:spLocks noGrp="1"/>
            </p:cNvSpPr>
            <p:nvPr/>
          </p:nvSpPr>
          <p:spPr>
            <a:xfrm>
              <a:off x="4346937" y="1918289"/>
              <a:ext cx="2104069" cy="3274849"/>
            </a:xfrm>
            <a:custGeom>
              <a:avLst/>
              <a:gdLst/>
              <a:ahLst/>
              <a:cxnLst/>
              <a:rect l="0" t="0" r="0" b="0"/>
              <a:pathLst>
                <a:path w="2104069" h="3274849">
                  <a:moveTo>
                    <a:pt x="469048" y="3256140"/>
                  </a:moveTo>
                  <a:lnTo>
                    <a:pt x="500902" y="3274849"/>
                  </a:lnTo>
                  <a:lnTo>
                    <a:pt x="515509" y="3240197"/>
                  </a:lnTo>
                  <a:close/>
                  <a:moveTo>
                    <a:pt x="605239" y="3227840"/>
                  </a:moveTo>
                  <a:lnTo>
                    <a:pt x="515509" y="3240197"/>
                  </a:lnTo>
                  <a:lnTo>
                    <a:pt x="500902" y="3274849"/>
                  </a:lnTo>
                  <a:close/>
                  <a:moveTo>
                    <a:pt x="627364" y="2894186"/>
                  </a:moveTo>
                  <a:lnTo>
                    <a:pt x="612326" y="2982383"/>
                  </a:lnTo>
                  <a:lnTo>
                    <a:pt x="653486" y="2921071"/>
                  </a:lnTo>
                  <a:close/>
                  <a:moveTo>
                    <a:pt x="627364" y="2894186"/>
                  </a:moveTo>
                  <a:lnTo>
                    <a:pt x="544765" y="2932622"/>
                  </a:lnTo>
                  <a:lnTo>
                    <a:pt x="612326" y="2982383"/>
                  </a:lnTo>
                  <a:close/>
                  <a:moveTo>
                    <a:pt x="710221" y="2855749"/>
                  </a:moveTo>
                  <a:lnTo>
                    <a:pt x="653486" y="2921071"/>
                  </a:lnTo>
                  <a:lnTo>
                    <a:pt x="736699" y="2976401"/>
                  </a:lnTo>
                  <a:close/>
                  <a:moveTo>
                    <a:pt x="648465" y="2592145"/>
                  </a:moveTo>
                  <a:lnTo>
                    <a:pt x="733404" y="2583684"/>
                  </a:lnTo>
                  <a:lnTo>
                    <a:pt x="702304" y="2508875"/>
                  </a:lnTo>
                  <a:close/>
                  <a:moveTo>
                    <a:pt x="648465" y="2592145"/>
                  </a:moveTo>
                  <a:lnTo>
                    <a:pt x="702304" y="2508875"/>
                  </a:lnTo>
                  <a:lnTo>
                    <a:pt x="633540" y="2504186"/>
                  </a:lnTo>
                  <a:close/>
                  <a:moveTo>
                    <a:pt x="0" y="1584086"/>
                  </a:moveTo>
                  <a:lnTo>
                    <a:pt x="81515" y="1548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75509" y="1792039"/>
                  </a:lnTo>
                  <a:lnTo>
                    <a:pt x="371109" y="1874510"/>
                  </a:lnTo>
                  <a:close/>
                  <a:moveTo>
                    <a:pt x="401053" y="1836074"/>
                  </a:moveTo>
                  <a:lnTo>
                    <a:pt x="358007" y="1753858"/>
                  </a:lnTo>
                  <a:lnTo>
                    <a:pt x="371109" y="1874510"/>
                  </a:lnTo>
                  <a:close/>
                  <a:moveTo>
                    <a:pt x="306023" y="1589428"/>
                  </a:moveTo>
                  <a:lnTo>
                    <a:pt x="322706" y="1627865"/>
                  </a:lnTo>
                  <a:lnTo>
                    <a:pt x="346501" y="1671643"/>
                  </a:lnTo>
                  <a:close/>
                  <a:moveTo>
                    <a:pt x="83098" y="1536164"/>
                  </a:moveTo>
                  <a:lnTo>
                    <a:pt x="81470" y="1424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53949" y="1709476"/>
                  </a:lnTo>
                  <a:lnTo>
                    <a:pt x="375509" y="1792039"/>
                  </a:lnTo>
                  <a:close/>
                  <a:moveTo>
                    <a:pt x="358007" y="1753858"/>
                  </a:moveTo>
                  <a:lnTo>
                    <a:pt x="346501" y="1671643"/>
                  </a:lnTo>
                  <a:lnTo>
                    <a:pt x="353949" y="1709476"/>
                  </a:lnTo>
                  <a:close/>
                  <a:moveTo>
                    <a:pt x="1145458" y="2491059"/>
                  </a:moveTo>
                  <a:lnTo>
                    <a:pt x="1119380" y="2455358"/>
                  </a:lnTo>
                  <a:lnTo>
                    <a:pt x="1178647" y="2415258"/>
                  </a:lnTo>
                  <a:close/>
                  <a:moveTo>
                    <a:pt x="1059499" y="2400257"/>
                  </a:moveTo>
                  <a:lnTo>
                    <a:pt x="1110840" y="2458611"/>
                  </a:lnTo>
                  <a:lnTo>
                    <a:pt x="1124822" y="2407744"/>
                  </a:lnTo>
                  <a:close/>
                  <a:moveTo>
                    <a:pt x="306023" y="1589428"/>
                  </a:moveTo>
                  <a:lnTo>
                    <a:pt x="346501" y="1671643"/>
                  </a:lnTo>
                  <a:lnTo>
                    <a:pt x="398616" y="1633207"/>
                  </a:lnTo>
                  <a:close/>
                  <a:moveTo>
                    <a:pt x="306023" y="1589428"/>
                  </a:moveTo>
                  <a:lnTo>
                    <a:pt x="398616" y="1633207"/>
                  </a:lnTo>
                  <a:lnTo>
                    <a:pt x="351660" y="1550992"/>
                  </a:lnTo>
                  <a:close/>
                  <a:moveTo>
                    <a:pt x="306023" y="1589428"/>
                  </a:moveTo>
                  <a:lnTo>
                    <a:pt x="351660" y="1550992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51660" y="1550992"/>
                  </a:lnTo>
                  <a:lnTo>
                    <a:pt x="410158" y="1492609"/>
                  </a:lnTo>
                  <a:close/>
                  <a:moveTo>
                    <a:pt x="302435" y="1583712"/>
                  </a:moveTo>
                  <a:lnTo>
                    <a:pt x="306023" y="1589428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65939" y="1468776"/>
                  </a:lnTo>
                  <a:lnTo>
                    <a:pt x="350934" y="1549838"/>
                  </a:lnTo>
                  <a:close/>
                  <a:moveTo>
                    <a:pt x="350934" y="1549838"/>
                  </a:moveTo>
                  <a:lnTo>
                    <a:pt x="302435" y="1583712"/>
                  </a:lnTo>
                  <a:lnTo>
                    <a:pt x="386163" y="1483101"/>
                  </a:lnTo>
                  <a:close/>
                  <a:moveTo>
                    <a:pt x="410158" y="1492609"/>
                  </a:moveTo>
                  <a:lnTo>
                    <a:pt x="472343" y="1550992"/>
                  </a:lnTo>
                  <a:lnTo>
                    <a:pt x="386163" y="1483101"/>
                  </a:lnTo>
                  <a:close/>
                  <a:moveTo>
                    <a:pt x="1287059" y="2436532"/>
                  </a:moveTo>
                  <a:lnTo>
                    <a:pt x="1307040" y="2401439"/>
                  </a:lnTo>
                  <a:lnTo>
                    <a:pt x="1211442" y="2437416"/>
                  </a:lnTo>
                  <a:close/>
                  <a:moveTo>
                    <a:pt x="1215477" y="2252491"/>
                  </a:moveTo>
                  <a:lnTo>
                    <a:pt x="1179196" y="2202108"/>
                  </a:lnTo>
                  <a:lnTo>
                    <a:pt x="1151527" y="2185849"/>
                  </a:lnTo>
                  <a:close/>
                  <a:moveTo>
                    <a:pt x="410158" y="1492609"/>
                  </a:moveTo>
                  <a:lnTo>
                    <a:pt x="351660" y="1550992"/>
                  </a:lnTo>
                  <a:lnTo>
                    <a:pt x="469837" y="1500538"/>
                  </a:lnTo>
                  <a:close/>
                  <a:moveTo>
                    <a:pt x="410158" y="1492609"/>
                  </a:moveTo>
                  <a:lnTo>
                    <a:pt x="485340" y="1512555"/>
                  </a:lnTo>
                  <a:lnTo>
                    <a:pt x="472343" y="1550992"/>
                  </a:lnTo>
                  <a:close/>
                  <a:moveTo>
                    <a:pt x="410158" y="1492609"/>
                  </a:moveTo>
                  <a:lnTo>
                    <a:pt x="469837" y="1500538"/>
                  </a:lnTo>
                  <a:lnTo>
                    <a:pt x="485340" y="1512555"/>
                  </a:lnTo>
                  <a:close/>
                  <a:moveTo>
                    <a:pt x="289686" y="1320842"/>
                  </a:moveTo>
                  <a:lnTo>
                    <a:pt x="223649" y="1352599"/>
                  </a:lnTo>
                  <a:lnTo>
                    <a:pt x="352720" y="1341316"/>
                  </a:lnTo>
                  <a:close/>
                  <a:moveTo>
                    <a:pt x="1155423" y="2170276"/>
                  </a:moveTo>
                  <a:lnTo>
                    <a:pt x="1151527" y="2185849"/>
                  </a:lnTo>
                  <a:lnTo>
                    <a:pt x="1179196" y="2202108"/>
                  </a:lnTo>
                  <a:close/>
                  <a:moveTo>
                    <a:pt x="1215477" y="2252491"/>
                  </a:moveTo>
                  <a:lnTo>
                    <a:pt x="1327511" y="2296270"/>
                  </a:lnTo>
                  <a:lnTo>
                    <a:pt x="1241326" y="2214055"/>
                  </a:lnTo>
                  <a:close/>
                  <a:moveTo>
                    <a:pt x="1215477" y="2252491"/>
                  </a:moveTo>
                  <a:lnTo>
                    <a:pt x="1241326" y="2214055"/>
                  </a:lnTo>
                  <a:lnTo>
                    <a:pt x="1179196" y="2202108"/>
                  </a:lnTo>
                  <a:close/>
                  <a:moveTo>
                    <a:pt x="1241326" y="2214055"/>
                  </a:moveTo>
                  <a:lnTo>
                    <a:pt x="1239063" y="2210738"/>
                  </a:lnTo>
                  <a:lnTo>
                    <a:pt x="1179196" y="2202108"/>
                  </a:lnTo>
                  <a:close/>
                  <a:moveTo>
                    <a:pt x="850972" y="1647864"/>
                  </a:moveTo>
                  <a:lnTo>
                    <a:pt x="759345" y="1676985"/>
                  </a:lnTo>
                  <a:lnTo>
                    <a:pt x="865098" y="1648521"/>
                  </a:lnTo>
                  <a:close/>
                  <a:moveTo>
                    <a:pt x="865098" y="1648521"/>
                  </a:moveTo>
                  <a:lnTo>
                    <a:pt x="759345" y="1676985"/>
                  </a:lnTo>
                  <a:lnTo>
                    <a:pt x="741976" y="1682046"/>
                  </a:lnTo>
                  <a:close/>
                  <a:moveTo>
                    <a:pt x="865098" y="1648521"/>
                  </a:moveTo>
                  <a:lnTo>
                    <a:pt x="741976" y="1682046"/>
                  </a:lnTo>
                  <a:lnTo>
                    <a:pt x="788989" y="1642616"/>
                  </a:lnTo>
                  <a:close/>
                  <a:moveTo>
                    <a:pt x="624959" y="1512555"/>
                  </a:moveTo>
                  <a:lnTo>
                    <a:pt x="716884" y="1588232"/>
                  </a:lnTo>
                  <a:lnTo>
                    <a:pt x="626519" y="1508972"/>
                  </a:lnTo>
                  <a:close/>
                  <a:moveTo>
                    <a:pt x="1647684" y="2425219"/>
                  </a:moveTo>
                  <a:lnTo>
                    <a:pt x="1710274" y="2434926"/>
                  </a:lnTo>
                  <a:lnTo>
                    <a:pt x="1624744" y="2343776"/>
                  </a:lnTo>
                  <a:close/>
                  <a:moveTo>
                    <a:pt x="1647684" y="2425219"/>
                  </a:moveTo>
                  <a:lnTo>
                    <a:pt x="1655668" y="2438522"/>
                  </a:lnTo>
                  <a:lnTo>
                    <a:pt x="1745218" y="2494678"/>
                  </a:lnTo>
                  <a:close/>
                  <a:moveTo>
                    <a:pt x="1624744" y="2343776"/>
                  </a:moveTo>
                  <a:lnTo>
                    <a:pt x="1587229" y="2274183"/>
                  </a:lnTo>
                  <a:lnTo>
                    <a:pt x="1575873" y="2340048"/>
                  </a:lnTo>
                  <a:close/>
                  <a:moveTo>
                    <a:pt x="1256100" y="1995779"/>
                  </a:moveTo>
                  <a:lnTo>
                    <a:pt x="1189276" y="2024597"/>
                  </a:lnTo>
                  <a:lnTo>
                    <a:pt x="1311127" y="1986315"/>
                  </a:lnTo>
                  <a:close/>
                  <a:moveTo>
                    <a:pt x="294616" y="696198"/>
                  </a:moveTo>
                  <a:lnTo>
                    <a:pt x="295342" y="696381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4616" y="696198"/>
                  </a:lnTo>
                  <a:lnTo>
                    <a:pt x="294078" y="695746"/>
                  </a:lnTo>
                  <a:close/>
                  <a:moveTo>
                    <a:pt x="1535033" y="2340048"/>
                  </a:moveTo>
                  <a:lnTo>
                    <a:pt x="1569428" y="2394745"/>
                  </a:lnTo>
                  <a:lnTo>
                    <a:pt x="1559278" y="2336407"/>
                  </a:lnTo>
                  <a:close/>
                  <a:moveTo>
                    <a:pt x="1559278" y="2336407"/>
                  </a:moveTo>
                  <a:lnTo>
                    <a:pt x="1569428" y="2394745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59278" y="2336407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38004" y="2137181"/>
                  </a:lnTo>
                  <a:lnTo>
                    <a:pt x="1452382" y="2162535"/>
                  </a:lnTo>
                  <a:close/>
                  <a:moveTo>
                    <a:pt x="1426396" y="2138629"/>
                  </a:moveTo>
                  <a:lnTo>
                    <a:pt x="1452382" y="2162535"/>
                  </a:lnTo>
                  <a:lnTo>
                    <a:pt x="1538004" y="2137181"/>
                  </a:lnTo>
                  <a:close/>
                  <a:moveTo>
                    <a:pt x="1152018" y="1682328"/>
                  </a:moveTo>
                  <a:lnTo>
                    <a:pt x="1157495" y="1690568"/>
                  </a:lnTo>
                  <a:lnTo>
                    <a:pt x="1166041" y="1726106"/>
                  </a:lnTo>
                  <a:close/>
                  <a:moveTo>
                    <a:pt x="871614" y="1330806"/>
                  </a:moveTo>
                  <a:lnTo>
                    <a:pt x="979672" y="1367830"/>
                  </a:lnTo>
                  <a:lnTo>
                    <a:pt x="917641" y="1315030"/>
                  </a:lnTo>
                  <a:close/>
                  <a:moveTo>
                    <a:pt x="816277" y="1315203"/>
                  </a:moveTo>
                  <a:lnTo>
                    <a:pt x="896037" y="1411043"/>
                  </a:lnTo>
                  <a:lnTo>
                    <a:pt x="871614" y="1330806"/>
                  </a:lnTo>
                  <a:close/>
                  <a:moveTo>
                    <a:pt x="816277" y="1315203"/>
                  </a:moveTo>
                  <a:lnTo>
                    <a:pt x="871614" y="1330806"/>
                  </a:lnTo>
                  <a:lnTo>
                    <a:pt x="782948" y="1242206"/>
                  </a:lnTo>
                  <a:close/>
                  <a:moveTo>
                    <a:pt x="684230" y="1161779"/>
                  </a:moveTo>
                  <a:lnTo>
                    <a:pt x="718912" y="1189037"/>
                  </a:lnTo>
                  <a:lnTo>
                    <a:pt x="639976" y="1148939"/>
                  </a:lnTo>
                  <a:close/>
                  <a:moveTo>
                    <a:pt x="378718" y="828009"/>
                  </a:moveTo>
                  <a:lnTo>
                    <a:pt x="368425" y="777961"/>
                  </a:lnTo>
                  <a:lnTo>
                    <a:pt x="332227" y="834288"/>
                  </a:lnTo>
                  <a:close/>
                  <a:moveTo>
                    <a:pt x="399282" y="771791"/>
                  </a:moveTo>
                  <a:lnTo>
                    <a:pt x="368425" y="77796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399282" y="77179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506752" y="845103"/>
                  </a:lnTo>
                  <a:lnTo>
                    <a:pt x="488541" y="759816"/>
                  </a:lnTo>
                  <a:close/>
                  <a:moveTo>
                    <a:pt x="433027" y="844450"/>
                  </a:moveTo>
                  <a:lnTo>
                    <a:pt x="470852" y="858724"/>
                  </a:lnTo>
                  <a:lnTo>
                    <a:pt x="544921" y="856999"/>
                  </a:lnTo>
                  <a:close/>
                  <a:moveTo>
                    <a:pt x="294078" y="695746"/>
                  </a:moveTo>
                  <a:lnTo>
                    <a:pt x="295342" y="696381"/>
                  </a:lnTo>
                  <a:lnTo>
                    <a:pt x="295867" y="695181"/>
                  </a:lnTo>
                  <a:close/>
                  <a:moveTo>
                    <a:pt x="295867" y="695181"/>
                  </a:moveTo>
                  <a:lnTo>
                    <a:pt x="295342" y="696381"/>
                  </a:lnTo>
                  <a:lnTo>
                    <a:pt x="360022" y="657310"/>
                  </a:lnTo>
                  <a:close/>
                  <a:moveTo>
                    <a:pt x="295342" y="696381"/>
                  </a:moveTo>
                  <a:lnTo>
                    <a:pt x="368425" y="777961"/>
                  </a:lnTo>
                  <a:lnTo>
                    <a:pt x="360022" y="657310"/>
                  </a:lnTo>
                  <a:close/>
                  <a:moveTo>
                    <a:pt x="360022" y="657310"/>
                  </a:moveTo>
                  <a:lnTo>
                    <a:pt x="368425" y="777961"/>
                  </a:lnTo>
                  <a:lnTo>
                    <a:pt x="426124" y="691495"/>
                  </a:lnTo>
                  <a:close/>
                  <a:moveTo>
                    <a:pt x="399282" y="771791"/>
                  </a:moveTo>
                  <a:lnTo>
                    <a:pt x="488541" y="759816"/>
                  </a:lnTo>
                  <a:lnTo>
                    <a:pt x="426124" y="691495"/>
                  </a:lnTo>
                  <a:close/>
                  <a:moveTo>
                    <a:pt x="295867" y="695181"/>
                  </a:moveTo>
                  <a:lnTo>
                    <a:pt x="293013" y="687674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5867" y="695181"/>
                  </a:lnTo>
                  <a:lnTo>
                    <a:pt x="360022" y="657310"/>
                  </a:lnTo>
                  <a:close/>
                  <a:moveTo>
                    <a:pt x="1837508" y="2263175"/>
                  </a:moveTo>
                  <a:lnTo>
                    <a:pt x="1797923" y="2301612"/>
                  </a:lnTo>
                  <a:lnTo>
                    <a:pt x="1845884" y="2345390"/>
                  </a:lnTo>
                  <a:close/>
                  <a:moveTo>
                    <a:pt x="1744266" y="2207107"/>
                  </a:moveTo>
                  <a:lnTo>
                    <a:pt x="1733450" y="2235476"/>
                  </a:lnTo>
                  <a:lnTo>
                    <a:pt x="1837894" y="2180961"/>
                  </a:lnTo>
                  <a:close/>
                  <a:moveTo>
                    <a:pt x="1837894" y="2180961"/>
                  </a:moveTo>
                  <a:lnTo>
                    <a:pt x="1733450" y="2235476"/>
                  </a:lnTo>
                  <a:lnTo>
                    <a:pt x="1797923" y="2301612"/>
                  </a:lnTo>
                  <a:close/>
                  <a:moveTo>
                    <a:pt x="1837894" y="2180961"/>
                  </a:moveTo>
                  <a:lnTo>
                    <a:pt x="1797923" y="2301612"/>
                  </a:lnTo>
                  <a:lnTo>
                    <a:pt x="1837508" y="2263175"/>
                  </a:lnTo>
                  <a:close/>
                  <a:moveTo>
                    <a:pt x="1744266" y="2207107"/>
                  </a:moveTo>
                  <a:lnTo>
                    <a:pt x="1837894" y="2180961"/>
                  </a:lnTo>
                  <a:lnTo>
                    <a:pt x="1771449" y="2162345"/>
                  </a:lnTo>
                  <a:close/>
                  <a:moveTo>
                    <a:pt x="1231821" y="1605455"/>
                  </a:moveTo>
                  <a:lnTo>
                    <a:pt x="1126276" y="1545231"/>
                  </a:lnTo>
                  <a:lnTo>
                    <a:pt x="1176899" y="1561675"/>
                  </a:lnTo>
                  <a:close/>
                  <a:moveTo>
                    <a:pt x="1231821" y="1605455"/>
                  </a:moveTo>
                  <a:lnTo>
                    <a:pt x="1176899" y="1561675"/>
                  </a:lnTo>
                  <a:lnTo>
                    <a:pt x="1174060" y="1643891"/>
                  </a:lnTo>
                  <a:close/>
                  <a:moveTo>
                    <a:pt x="917641" y="1315030"/>
                  </a:moveTo>
                  <a:lnTo>
                    <a:pt x="979672" y="1367830"/>
                  </a:lnTo>
                  <a:lnTo>
                    <a:pt x="1008834" y="1279841"/>
                  </a:lnTo>
                  <a:close/>
                  <a:moveTo>
                    <a:pt x="1016399" y="1276594"/>
                  </a:moveTo>
                  <a:lnTo>
                    <a:pt x="1008834" y="1279841"/>
                  </a:lnTo>
                  <a:lnTo>
                    <a:pt x="979672" y="1367830"/>
                  </a:lnTo>
                  <a:close/>
                  <a:moveTo>
                    <a:pt x="1771449" y="2162345"/>
                  </a:moveTo>
                  <a:lnTo>
                    <a:pt x="1837894" y="2180961"/>
                  </a:lnTo>
                  <a:lnTo>
                    <a:pt x="1808638" y="2060309"/>
                  </a:lnTo>
                  <a:close/>
                  <a:moveTo>
                    <a:pt x="1727095" y="1920790"/>
                  </a:moveTo>
                  <a:lnTo>
                    <a:pt x="1659399" y="1934315"/>
                  </a:lnTo>
                  <a:lnTo>
                    <a:pt x="1772591" y="1951416"/>
                  </a:lnTo>
                  <a:close/>
                  <a:moveTo>
                    <a:pt x="1659399" y="1934315"/>
                  </a:moveTo>
                  <a:lnTo>
                    <a:pt x="1636875" y="1937855"/>
                  </a:lnTo>
                  <a:lnTo>
                    <a:pt x="1772591" y="1951416"/>
                  </a:lnTo>
                  <a:close/>
                  <a:moveTo>
                    <a:pt x="1772591" y="1951416"/>
                  </a:moveTo>
                  <a:lnTo>
                    <a:pt x="1726748" y="1934315"/>
                  </a:lnTo>
                  <a:lnTo>
                    <a:pt x="1727095" y="1920790"/>
                  </a:lnTo>
                  <a:close/>
                  <a:moveTo>
                    <a:pt x="312568" y="181143"/>
                  </a:moveTo>
                  <a:lnTo>
                    <a:pt x="334733" y="198056"/>
                  </a:lnTo>
                  <a:lnTo>
                    <a:pt x="295896" y="169362"/>
                  </a:lnTo>
                  <a:close/>
                  <a:moveTo>
                    <a:pt x="334733" y="198056"/>
                  </a:moveTo>
                  <a:lnTo>
                    <a:pt x="312568" y="181143"/>
                  </a:lnTo>
                  <a:lnTo>
                    <a:pt x="364976" y="247670"/>
                  </a:lnTo>
                  <a:close/>
                  <a:moveTo>
                    <a:pt x="1746289" y="1805094"/>
                  </a:moveTo>
                  <a:lnTo>
                    <a:pt x="1667600" y="1837531"/>
                  </a:lnTo>
                  <a:lnTo>
                    <a:pt x="1742684" y="1839598"/>
                  </a:lnTo>
                  <a:close/>
                  <a:moveTo>
                    <a:pt x="1678240" y="1699732"/>
                  </a:moveTo>
                  <a:lnTo>
                    <a:pt x="1719234" y="1751924"/>
                  </a:lnTo>
                  <a:lnTo>
                    <a:pt x="1710555" y="1731449"/>
                  </a:lnTo>
                  <a:close/>
                  <a:moveTo>
                    <a:pt x="1746289" y="1805094"/>
                  </a:moveTo>
                  <a:lnTo>
                    <a:pt x="1719234" y="1751924"/>
                  </a:lnTo>
                  <a:lnTo>
                    <a:pt x="1678240" y="1699732"/>
                  </a:lnTo>
                  <a:close/>
                  <a:moveTo>
                    <a:pt x="1431496" y="1296889"/>
                  </a:moveTo>
                  <a:lnTo>
                    <a:pt x="1410250" y="1281936"/>
                  </a:lnTo>
                  <a:lnTo>
                    <a:pt x="1423048" y="1385645"/>
                  </a:lnTo>
                  <a:close/>
                  <a:moveTo>
                    <a:pt x="1423048" y="1385645"/>
                  </a:moveTo>
                  <a:lnTo>
                    <a:pt x="1331401" y="1299469"/>
                  </a:lnTo>
                  <a:lnTo>
                    <a:pt x="1370594" y="1367698"/>
                  </a:lnTo>
                  <a:close/>
                  <a:moveTo>
                    <a:pt x="1423048" y="1385645"/>
                  </a:moveTo>
                  <a:lnTo>
                    <a:pt x="1500722" y="1383090"/>
                  </a:lnTo>
                  <a:lnTo>
                    <a:pt x="1431496" y="1296889"/>
                  </a:lnTo>
                  <a:close/>
                  <a:moveTo>
                    <a:pt x="1500722" y="1383090"/>
                  </a:moveTo>
                  <a:lnTo>
                    <a:pt x="1514474" y="1328469"/>
                  </a:lnTo>
                  <a:lnTo>
                    <a:pt x="1431496" y="1296889"/>
                  </a:lnTo>
                  <a:close/>
                  <a:moveTo>
                    <a:pt x="1244996" y="1309123"/>
                  </a:moveTo>
                  <a:lnTo>
                    <a:pt x="1320767" y="1208021"/>
                  </a:lnTo>
                  <a:lnTo>
                    <a:pt x="1238223" y="1214536"/>
                  </a:lnTo>
                  <a:close/>
                  <a:moveTo>
                    <a:pt x="1998239" y="1821539"/>
                  </a:moveTo>
                  <a:lnTo>
                    <a:pt x="2011067" y="1771610"/>
                  </a:lnTo>
                  <a:lnTo>
                    <a:pt x="1951721" y="1759265"/>
                  </a:lnTo>
                  <a:close/>
                  <a:moveTo>
                    <a:pt x="1685927" y="1528582"/>
                  </a:moveTo>
                  <a:lnTo>
                    <a:pt x="1673533" y="1429306"/>
                  </a:lnTo>
                  <a:lnTo>
                    <a:pt x="1697192" y="1407930"/>
                  </a:lnTo>
                  <a:close/>
                  <a:moveTo>
                    <a:pt x="1685927" y="1528582"/>
                  </a:moveTo>
                  <a:lnTo>
                    <a:pt x="1697192" y="1407930"/>
                  </a:lnTo>
                  <a:lnTo>
                    <a:pt x="1624227" y="1446366"/>
                  </a:lnTo>
                  <a:close/>
                  <a:moveTo>
                    <a:pt x="1524347" y="1263791"/>
                  </a:moveTo>
                  <a:lnTo>
                    <a:pt x="1431496" y="1296889"/>
                  </a:lnTo>
                  <a:lnTo>
                    <a:pt x="1514474" y="1328469"/>
                  </a:lnTo>
                  <a:close/>
                  <a:moveTo>
                    <a:pt x="1524347" y="1263791"/>
                  </a:moveTo>
                  <a:lnTo>
                    <a:pt x="1599856" y="1262995"/>
                  </a:lnTo>
                  <a:lnTo>
                    <a:pt x="1533665" y="1185020"/>
                  </a:lnTo>
                  <a:close/>
                  <a:moveTo>
                    <a:pt x="2035316" y="1891488"/>
                  </a:moveTo>
                  <a:lnTo>
                    <a:pt x="2104069" y="1896185"/>
                  </a:lnTo>
                  <a:lnTo>
                    <a:pt x="2088582" y="1866476"/>
                  </a:lnTo>
                  <a:close/>
                  <a:moveTo>
                    <a:pt x="1861325" y="1358914"/>
                  </a:moveTo>
                  <a:lnTo>
                    <a:pt x="1805307" y="1364673"/>
                  </a:lnTo>
                  <a:lnTo>
                    <a:pt x="1731474" y="1367280"/>
                  </a:lnTo>
                  <a:close/>
                  <a:moveTo>
                    <a:pt x="1634522" y="1134720"/>
                  </a:moveTo>
                  <a:lnTo>
                    <a:pt x="1533665" y="11850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41957" y="1096047"/>
                  </a:lnTo>
                  <a:lnTo>
                    <a:pt x="1561716" y="1074696"/>
                  </a:lnTo>
                  <a:close/>
                  <a:moveTo>
                    <a:pt x="1684753" y="1122848"/>
                  </a:moveTo>
                  <a:lnTo>
                    <a:pt x="1634522" y="11347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84753" y="1122848"/>
                  </a:lnTo>
                  <a:lnTo>
                    <a:pt x="1641957" y="1096047"/>
                  </a:lnTo>
                  <a:close/>
                  <a:moveTo>
                    <a:pt x="1412925" y="1079070"/>
                  </a:moveTo>
                  <a:lnTo>
                    <a:pt x="1439926" y="1071648"/>
                  </a:lnTo>
                  <a:lnTo>
                    <a:pt x="1413915" y="958418"/>
                  </a:lnTo>
                  <a:close/>
                  <a:moveTo>
                    <a:pt x="1385167" y="996855"/>
                  </a:moveTo>
                  <a:lnTo>
                    <a:pt x="1412925" y="1079070"/>
                  </a:lnTo>
                  <a:lnTo>
                    <a:pt x="1413915" y="958418"/>
                  </a:lnTo>
                  <a:close/>
                  <a:moveTo>
                    <a:pt x="1439926" y="1071648"/>
                  </a:moveTo>
                  <a:lnTo>
                    <a:pt x="1522942" y="1040633"/>
                  </a:lnTo>
                  <a:lnTo>
                    <a:pt x="1461107" y="977197"/>
                  </a:lnTo>
                  <a:close/>
                  <a:moveTo>
                    <a:pt x="1319464" y="914639"/>
                  </a:moveTo>
                  <a:lnTo>
                    <a:pt x="1385167" y="996855"/>
                  </a:lnTo>
                  <a:lnTo>
                    <a:pt x="1413915" y="958418"/>
                  </a:lnTo>
                  <a:close/>
                  <a:moveTo>
                    <a:pt x="1319464" y="914639"/>
                  </a:moveTo>
                  <a:lnTo>
                    <a:pt x="1413915" y="958418"/>
                  </a:lnTo>
                  <a:lnTo>
                    <a:pt x="1380522" y="876203"/>
                  </a:lnTo>
                  <a:close/>
                  <a:moveTo>
                    <a:pt x="1725357" y="1205064"/>
                  </a:moveTo>
                  <a:lnTo>
                    <a:pt x="1710222" y="1084412"/>
                  </a:lnTo>
                  <a:lnTo>
                    <a:pt x="1684753" y="1122848"/>
                  </a:lnTo>
                  <a:close/>
                  <a:moveTo>
                    <a:pt x="1578414" y="1019651"/>
                  </a:moveTo>
                  <a:lnTo>
                    <a:pt x="1644642" y="926310"/>
                  </a:lnTo>
                  <a:lnTo>
                    <a:pt x="1574296" y="922907"/>
                  </a:lnTo>
                  <a:close/>
                  <a:moveTo>
                    <a:pt x="1702988" y="939466"/>
                  </a:moveTo>
                  <a:lnTo>
                    <a:pt x="1644642" y="926310"/>
                  </a:lnTo>
                  <a:lnTo>
                    <a:pt x="1740700" y="971372"/>
                  </a:lnTo>
                  <a:close/>
                  <a:moveTo>
                    <a:pt x="1644642" y="926310"/>
                  </a:moveTo>
                  <a:lnTo>
                    <a:pt x="1659487" y="946387"/>
                  </a:lnTo>
                  <a:lnTo>
                    <a:pt x="1740700" y="971372"/>
                  </a:lnTo>
                  <a:close/>
                  <a:moveTo>
                    <a:pt x="1547671" y="806981"/>
                  </a:moveTo>
                  <a:lnTo>
                    <a:pt x="1586631" y="837767"/>
                  </a:lnTo>
                  <a:lnTo>
                    <a:pt x="1515495" y="770527"/>
                  </a:lnTo>
                  <a:close/>
                  <a:moveTo>
                    <a:pt x="1759055" y="993977"/>
                  </a:moveTo>
                  <a:lnTo>
                    <a:pt x="1794559" y="1002197"/>
                  </a:lnTo>
                  <a:lnTo>
                    <a:pt x="1740700" y="971372"/>
                  </a:lnTo>
                  <a:close/>
                  <a:moveTo>
                    <a:pt x="1570424" y="825963"/>
                  </a:moveTo>
                  <a:lnTo>
                    <a:pt x="1586631" y="837767"/>
                  </a:lnTo>
                  <a:lnTo>
                    <a:pt x="1547671" y="806981"/>
                  </a:lnTo>
                  <a:close/>
                  <a:moveTo>
                    <a:pt x="1096796" y="180045"/>
                  </a:moveTo>
                  <a:lnTo>
                    <a:pt x="1094711" y="228070"/>
                  </a:lnTo>
                  <a:lnTo>
                    <a:pt x="1096643" y="168032"/>
                  </a:lnTo>
                  <a:close/>
                  <a:moveTo>
                    <a:pt x="1574946" y="263353"/>
                  </a:moveTo>
                  <a:lnTo>
                    <a:pt x="1610598" y="253341"/>
                  </a:lnTo>
                  <a:lnTo>
                    <a:pt x="1602563" y="303155"/>
                  </a:lnTo>
                  <a:close/>
                  <a:moveTo>
                    <a:pt x="1650616" y="26300"/>
                  </a:moveTo>
                  <a:lnTo>
                    <a:pt x="1786837" y="67857"/>
                  </a:lnTo>
                  <a:lnTo>
                    <a:pt x="1739804" y="8706"/>
                  </a:lnTo>
                  <a:close/>
                  <a:moveTo>
                    <a:pt x="1788258" y="70079"/>
                  </a:moveTo>
                  <a:lnTo>
                    <a:pt x="1739804" y="8706"/>
                  </a:lnTo>
                  <a:lnTo>
                    <a:pt x="1786837" y="67857"/>
                  </a:lnTo>
                  <a:close/>
                  <a:moveTo>
                    <a:pt x="1739804" y="8706"/>
                  </a:moveTo>
                  <a:lnTo>
                    <a:pt x="1711129" y="0"/>
                  </a:lnTo>
                  <a:lnTo>
                    <a:pt x="1650616" y="26300"/>
                  </a:lnTo>
                  <a:close/>
                  <a:moveTo>
                    <a:pt x="1786837" y="67857"/>
                  </a:moveTo>
                  <a:lnTo>
                    <a:pt x="1785656" y="70079"/>
                  </a:lnTo>
                  <a:lnTo>
                    <a:pt x="1788383" y="69305"/>
                  </a:lnTo>
                  <a:close/>
                  <a:moveTo>
                    <a:pt x="1788383" y="69305"/>
                  </a:moveTo>
                  <a:lnTo>
                    <a:pt x="1788258" y="70079"/>
                  </a:lnTo>
                  <a:lnTo>
                    <a:pt x="1786837" y="67857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65" name="Candidate_density__2084">
              <a:extLst>
                <a:ext uri="{FF2B5EF4-FFF2-40B4-BE49-F238E27FC236}">
                  <a16:creationId xmlns:a16="http://schemas.microsoft.com/office/drawing/2014/main" id="{7ECE47BA-12D7-4ABA-CFA1-A12F1986A686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36379"/>
              <a:ext cx="2095111" cy="3438049"/>
            </a:xfrm>
            <a:custGeom>
              <a:avLst/>
              <a:gdLst/>
              <a:ahLst/>
              <a:cxnLst/>
              <a:rect l="0" t="0" r="0" b="0"/>
              <a:pathLst>
                <a:path w="2095111" h="3438049">
                  <a:moveTo>
                    <a:pt x="427096" y="3355834"/>
                  </a:moveTo>
                  <a:lnTo>
                    <a:pt x="522037" y="3422107"/>
                  </a:lnTo>
                  <a:lnTo>
                    <a:pt x="518834" y="3324619"/>
                  </a:lnTo>
                  <a:close/>
                  <a:moveTo>
                    <a:pt x="427096" y="3355834"/>
                  </a:moveTo>
                  <a:lnTo>
                    <a:pt x="475577" y="3438049"/>
                  </a:lnTo>
                  <a:lnTo>
                    <a:pt x="522037" y="3422107"/>
                  </a:lnTo>
                  <a:close/>
                  <a:moveTo>
                    <a:pt x="577188" y="2993880"/>
                  </a:moveTo>
                  <a:lnTo>
                    <a:pt x="551293" y="3114531"/>
                  </a:lnTo>
                  <a:lnTo>
                    <a:pt x="633892" y="3076095"/>
                  </a:lnTo>
                  <a:close/>
                  <a:moveTo>
                    <a:pt x="678029" y="3055603"/>
                  </a:moveTo>
                  <a:lnTo>
                    <a:pt x="660014" y="3102980"/>
                  </a:lnTo>
                  <a:lnTo>
                    <a:pt x="716750" y="3037658"/>
                  </a:lnTo>
                  <a:close/>
                  <a:moveTo>
                    <a:pt x="633892" y="3076095"/>
                  </a:moveTo>
                  <a:lnTo>
                    <a:pt x="660014" y="3102980"/>
                  </a:lnTo>
                  <a:lnTo>
                    <a:pt x="678029" y="3055603"/>
                  </a:lnTo>
                  <a:close/>
                  <a:moveTo>
                    <a:pt x="577188" y="2993880"/>
                  </a:moveTo>
                  <a:lnTo>
                    <a:pt x="633892" y="3076095"/>
                  </a:lnTo>
                  <a:lnTo>
                    <a:pt x="678029" y="3055603"/>
                  </a:lnTo>
                  <a:close/>
                  <a:moveTo>
                    <a:pt x="716750" y="3037658"/>
                  </a:moveTo>
                  <a:lnTo>
                    <a:pt x="679882" y="2955443"/>
                  </a:lnTo>
                  <a:lnTo>
                    <a:pt x="678029" y="3055603"/>
                  </a:lnTo>
                  <a:close/>
                  <a:moveTo>
                    <a:pt x="498024" y="2747235"/>
                  </a:moveTo>
                  <a:lnTo>
                    <a:pt x="605578" y="2791013"/>
                  </a:lnTo>
                  <a:lnTo>
                    <a:pt x="553484" y="2708798"/>
                  </a:lnTo>
                  <a:close/>
                  <a:moveTo>
                    <a:pt x="775427" y="2836828"/>
                  </a:moveTo>
                  <a:lnTo>
                    <a:pt x="784005" y="2834792"/>
                  </a:lnTo>
                  <a:lnTo>
                    <a:pt x="832308" y="2759437"/>
                  </a:lnTo>
                  <a:close/>
                  <a:moveTo>
                    <a:pt x="896781" y="2898854"/>
                  </a:moveTo>
                  <a:lnTo>
                    <a:pt x="884187" y="2809000"/>
                  </a:lnTo>
                  <a:lnTo>
                    <a:pt x="801257" y="2915922"/>
                  </a:lnTo>
                  <a:close/>
                  <a:moveTo>
                    <a:pt x="832308" y="2759437"/>
                  </a:moveTo>
                  <a:lnTo>
                    <a:pt x="784005" y="2834792"/>
                  </a:lnTo>
                  <a:lnTo>
                    <a:pt x="884187" y="2809000"/>
                  </a:lnTo>
                  <a:close/>
                  <a:moveTo>
                    <a:pt x="296629" y="2149909"/>
                  </a:moveTo>
                  <a:lnTo>
                    <a:pt x="337423" y="2149812"/>
                  </a:lnTo>
                  <a:lnTo>
                    <a:pt x="318499" y="2094856"/>
                  </a:lnTo>
                  <a:close/>
                  <a:moveTo>
                    <a:pt x="318499" y="2094856"/>
                  </a:moveTo>
                  <a:lnTo>
                    <a:pt x="374223" y="2138634"/>
                  </a:lnTo>
                  <a:lnTo>
                    <a:pt x="377637" y="2056419"/>
                  </a:lnTo>
                  <a:close/>
                  <a:moveTo>
                    <a:pt x="374223" y="2138634"/>
                  </a:moveTo>
                  <a:lnTo>
                    <a:pt x="407581" y="2017983"/>
                  </a:lnTo>
                  <a:lnTo>
                    <a:pt x="377637" y="2056419"/>
                  </a:lnTo>
                  <a:close/>
                  <a:moveTo>
                    <a:pt x="0" y="1563129"/>
                  </a:moveTo>
                  <a:lnTo>
                    <a:pt x="42351" y="1645344"/>
                  </a:lnTo>
                  <a:lnTo>
                    <a:pt x="87999" y="1606907"/>
                  </a:lnTo>
                  <a:close/>
                  <a:moveTo>
                    <a:pt x="1350244" y="2681046"/>
                  </a:moveTo>
                  <a:lnTo>
                    <a:pt x="1351493" y="2725143"/>
                  </a:lnTo>
                  <a:lnTo>
                    <a:pt x="1362753" y="2662304"/>
                  </a:lnTo>
                  <a:close/>
                  <a:moveTo>
                    <a:pt x="1350244" y="2681046"/>
                  </a:moveTo>
                  <a:lnTo>
                    <a:pt x="1394776" y="2560394"/>
                  </a:lnTo>
                  <a:lnTo>
                    <a:pt x="1327020" y="2598831"/>
                  </a:lnTo>
                  <a:close/>
                  <a:moveTo>
                    <a:pt x="1327020" y="2598831"/>
                  </a:moveTo>
                  <a:lnTo>
                    <a:pt x="1394776" y="2560394"/>
                  </a:lnTo>
                  <a:lnTo>
                    <a:pt x="1313568" y="2583348"/>
                  </a:lnTo>
                  <a:close/>
                  <a:moveTo>
                    <a:pt x="1394776" y="2560394"/>
                  </a:moveTo>
                  <a:lnTo>
                    <a:pt x="1348980" y="2500543"/>
                  </a:lnTo>
                  <a:lnTo>
                    <a:pt x="1313568" y="2583348"/>
                  </a:lnTo>
                  <a:close/>
                  <a:moveTo>
                    <a:pt x="1334040" y="2478180"/>
                  </a:moveTo>
                  <a:lnTo>
                    <a:pt x="1313568" y="2583348"/>
                  </a:lnTo>
                  <a:lnTo>
                    <a:pt x="1348980" y="2500543"/>
                  </a:lnTo>
                  <a:close/>
                  <a:moveTo>
                    <a:pt x="1334040" y="2478180"/>
                  </a:moveTo>
                  <a:lnTo>
                    <a:pt x="1269614" y="2516616"/>
                  </a:lnTo>
                  <a:lnTo>
                    <a:pt x="1313568" y="2583348"/>
                  </a:lnTo>
                  <a:close/>
                  <a:moveTo>
                    <a:pt x="1222006" y="2434400"/>
                  </a:moveTo>
                  <a:lnTo>
                    <a:pt x="1269614" y="2516616"/>
                  </a:lnTo>
                  <a:lnTo>
                    <a:pt x="1334040" y="2478180"/>
                  </a:lnTo>
                  <a:close/>
                  <a:moveTo>
                    <a:pt x="1194281" y="2313749"/>
                  </a:moveTo>
                  <a:lnTo>
                    <a:pt x="1185724" y="2384017"/>
                  </a:lnTo>
                  <a:lnTo>
                    <a:pt x="1245591" y="2392647"/>
                  </a:lnTo>
                  <a:close/>
                  <a:moveTo>
                    <a:pt x="1194281" y="2313749"/>
                  </a:moveTo>
                  <a:lnTo>
                    <a:pt x="1161951" y="2352185"/>
                  </a:lnTo>
                  <a:lnTo>
                    <a:pt x="1185724" y="2384017"/>
                  </a:lnTo>
                  <a:close/>
                  <a:moveTo>
                    <a:pt x="1135669" y="2269970"/>
                  </a:moveTo>
                  <a:lnTo>
                    <a:pt x="1161951" y="2352185"/>
                  </a:lnTo>
                  <a:lnTo>
                    <a:pt x="1194281" y="2313749"/>
                  </a:lnTo>
                  <a:close/>
                  <a:moveTo>
                    <a:pt x="633048" y="1690882"/>
                  </a:moveTo>
                  <a:lnTo>
                    <a:pt x="664855" y="1614661"/>
                  </a:lnTo>
                  <a:lnTo>
                    <a:pt x="631488" y="1694465"/>
                  </a:lnTo>
                  <a:close/>
                  <a:moveTo>
                    <a:pt x="631488" y="1694465"/>
                  </a:moveTo>
                  <a:lnTo>
                    <a:pt x="664855" y="1614661"/>
                  </a:lnTo>
                  <a:lnTo>
                    <a:pt x="725523" y="1573813"/>
                  </a:lnTo>
                  <a:close/>
                  <a:moveTo>
                    <a:pt x="664855" y="1614661"/>
                  </a:moveTo>
                  <a:lnTo>
                    <a:pt x="633048" y="1690882"/>
                  </a:lnTo>
                  <a:lnTo>
                    <a:pt x="641329" y="1656028"/>
                  </a:lnTo>
                  <a:close/>
                  <a:moveTo>
                    <a:pt x="1582401" y="2521958"/>
                  </a:moveTo>
                  <a:lnTo>
                    <a:pt x="1575957" y="2576655"/>
                  </a:lnTo>
                  <a:lnTo>
                    <a:pt x="1631272" y="2525685"/>
                  </a:lnTo>
                  <a:close/>
                  <a:moveTo>
                    <a:pt x="1631272" y="2525685"/>
                  </a:moveTo>
                  <a:lnTo>
                    <a:pt x="1575957" y="2576655"/>
                  </a:lnTo>
                  <a:lnTo>
                    <a:pt x="1579965" y="2606898"/>
                  </a:lnTo>
                  <a:close/>
                  <a:moveTo>
                    <a:pt x="1631272" y="2525685"/>
                  </a:moveTo>
                  <a:lnTo>
                    <a:pt x="1579965" y="2606898"/>
                  </a:lnTo>
                  <a:lnTo>
                    <a:pt x="1654212" y="2607128"/>
                  </a:lnTo>
                  <a:close/>
                  <a:moveTo>
                    <a:pt x="1654212" y="2607128"/>
                  </a:moveTo>
                  <a:lnTo>
                    <a:pt x="1579965" y="2606898"/>
                  </a:lnTo>
                  <a:lnTo>
                    <a:pt x="1662196" y="2620432"/>
                  </a:lnTo>
                  <a:close/>
                  <a:moveTo>
                    <a:pt x="1334040" y="2478180"/>
                  </a:moveTo>
                  <a:lnTo>
                    <a:pt x="1348980" y="2500543"/>
                  </a:lnTo>
                  <a:lnTo>
                    <a:pt x="1352380" y="2470553"/>
                  </a:lnTo>
                  <a:close/>
                  <a:moveTo>
                    <a:pt x="1317655" y="2168224"/>
                  </a:moveTo>
                  <a:lnTo>
                    <a:pt x="1234105" y="2205838"/>
                  </a:lnTo>
                  <a:lnTo>
                    <a:pt x="1271241" y="2193098"/>
                  </a:lnTo>
                  <a:close/>
                  <a:moveTo>
                    <a:pt x="1195805" y="2206506"/>
                  </a:moveTo>
                  <a:lnTo>
                    <a:pt x="1234105" y="2205838"/>
                  </a:lnTo>
                  <a:lnTo>
                    <a:pt x="1317655" y="2168224"/>
                  </a:lnTo>
                  <a:close/>
                  <a:moveTo>
                    <a:pt x="601523" y="1377872"/>
                  </a:moveTo>
                  <a:lnTo>
                    <a:pt x="576372" y="1409383"/>
                  </a:lnTo>
                  <a:lnTo>
                    <a:pt x="578075" y="1353659"/>
                  </a:lnTo>
                  <a:close/>
                  <a:moveTo>
                    <a:pt x="283870" y="1026196"/>
                  </a:moveTo>
                  <a:lnTo>
                    <a:pt x="242206" y="1080522"/>
                  </a:lnTo>
                  <a:lnTo>
                    <a:pt x="338755" y="1016197"/>
                  </a:lnTo>
                  <a:close/>
                  <a:moveTo>
                    <a:pt x="283870" y="1026196"/>
                  </a:moveTo>
                  <a:lnTo>
                    <a:pt x="338755" y="1016197"/>
                  </a:lnTo>
                  <a:lnTo>
                    <a:pt x="298357" y="998307"/>
                  </a:lnTo>
                  <a:close/>
                  <a:moveTo>
                    <a:pt x="338755" y="1016197"/>
                  </a:moveTo>
                  <a:lnTo>
                    <a:pt x="374953" y="959871"/>
                  </a:lnTo>
                  <a:lnTo>
                    <a:pt x="298357" y="998307"/>
                  </a:lnTo>
                  <a:close/>
                  <a:moveTo>
                    <a:pt x="301870" y="878290"/>
                  </a:moveTo>
                  <a:lnTo>
                    <a:pt x="301145" y="878107"/>
                  </a:lnTo>
                  <a:lnTo>
                    <a:pt x="374953" y="959871"/>
                  </a:lnTo>
                  <a:close/>
                  <a:moveTo>
                    <a:pt x="1180588" y="1825800"/>
                  </a:moveTo>
                  <a:lnTo>
                    <a:pt x="1158546" y="1864237"/>
                  </a:lnTo>
                  <a:lnTo>
                    <a:pt x="1172570" y="1908016"/>
                  </a:lnTo>
                  <a:close/>
                  <a:moveTo>
                    <a:pt x="439555" y="1026359"/>
                  </a:moveTo>
                  <a:lnTo>
                    <a:pt x="495070" y="941726"/>
                  </a:lnTo>
                  <a:lnTo>
                    <a:pt x="405811" y="953700"/>
                  </a:lnTo>
                  <a:close/>
                  <a:moveTo>
                    <a:pt x="513281" y="1027013"/>
                  </a:moveTo>
                  <a:lnTo>
                    <a:pt x="439555" y="1026359"/>
                  </a:lnTo>
                  <a:lnTo>
                    <a:pt x="551449" y="1038908"/>
                  </a:lnTo>
                  <a:close/>
                  <a:moveTo>
                    <a:pt x="432652" y="873404"/>
                  </a:moveTo>
                  <a:lnTo>
                    <a:pt x="374953" y="959871"/>
                  </a:lnTo>
                  <a:lnTo>
                    <a:pt x="405811" y="953700"/>
                  </a:lnTo>
                  <a:close/>
                  <a:moveTo>
                    <a:pt x="620990" y="965213"/>
                  </a:moveTo>
                  <a:lnTo>
                    <a:pt x="627458" y="994781"/>
                  </a:lnTo>
                  <a:lnTo>
                    <a:pt x="605183" y="1024607"/>
                  </a:lnTo>
                  <a:close/>
                  <a:moveTo>
                    <a:pt x="605183" y="1024607"/>
                  </a:moveTo>
                  <a:lnTo>
                    <a:pt x="620756" y="1019378"/>
                  </a:lnTo>
                  <a:lnTo>
                    <a:pt x="551449" y="1038908"/>
                  </a:lnTo>
                  <a:close/>
                  <a:moveTo>
                    <a:pt x="1844423" y="2362870"/>
                  </a:moveTo>
                  <a:lnTo>
                    <a:pt x="1909987" y="2420280"/>
                  </a:lnTo>
                  <a:lnTo>
                    <a:pt x="1864152" y="2357451"/>
                  </a:lnTo>
                  <a:close/>
                  <a:moveTo>
                    <a:pt x="1935223" y="2374856"/>
                  </a:moveTo>
                  <a:lnTo>
                    <a:pt x="1931918" y="2324434"/>
                  </a:lnTo>
                  <a:lnTo>
                    <a:pt x="1938463" y="2357629"/>
                  </a:lnTo>
                  <a:close/>
                  <a:moveTo>
                    <a:pt x="1935223" y="2374856"/>
                  </a:moveTo>
                  <a:lnTo>
                    <a:pt x="1885313" y="2362870"/>
                  </a:lnTo>
                  <a:lnTo>
                    <a:pt x="1864152" y="2357451"/>
                  </a:lnTo>
                  <a:close/>
                  <a:moveTo>
                    <a:pt x="1815166" y="2242218"/>
                  </a:moveTo>
                  <a:lnTo>
                    <a:pt x="1844423" y="2362870"/>
                  </a:lnTo>
                  <a:lnTo>
                    <a:pt x="1895070" y="2288187"/>
                  </a:lnTo>
                  <a:close/>
                  <a:moveTo>
                    <a:pt x="1895070" y="2288187"/>
                  </a:moveTo>
                  <a:lnTo>
                    <a:pt x="1844423" y="2362870"/>
                  </a:lnTo>
                  <a:lnTo>
                    <a:pt x="1864152" y="2357451"/>
                  </a:lnTo>
                  <a:close/>
                  <a:moveTo>
                    <a:pt x="1779119" y="2133326"/>
                  </a:moveTo>
                  <a:lnTo>
                    <a:pt x="1643403" y="2119765"/>
                  </a:lnTo>
                  <a:lnTo>
                    <a:pt x="1766908" y="2160003"/>
                  </a:lnTo>
                  <a:close/>
                  <a:moveTo>
                    <a:pt x="1766908" y="2160003"/>
                  </a:moveTo>
                  <a:lnTo>
                    <a:pt x="1643403" y="2119765"/>
                  </a:lnTo>
                  <a:lnTo>
                    <a:pt x="1702359" y="2167617"/>
                  </a:lnTo>
                  <a:close/>
                  <a:moveTo>
                    <a:pt x="1499794" y="1831143"/>
                  </a:moveTo>
                  <a:lnTo>
                    <a:pt x="1510547" y="1862597"/>
                  </a:lnTo>
                  <a:lnTo>
                    <a:pt x="1482960" y="1862009"/>
                  </a:lnTo>
                  <a:close/>
                  <a:moveTo>
                    <a:pt x="1510547" y="1862597"/>
                  </a:moveTo>
                  <a:lnTo>
                    <a:pt x="1508388" y="1893621"/>
                  </a:lnTo>
                  <a:lnTo>
                    <a:pt x="1482960" y="1862009"/>
                  </a:lnTo>
                  <a:close/>
                  <a:moveTo>
                    <a:pt x="1614067" y="1794878"/>
                  </a:moveTo>
                  <a:lnTo>
                    <a:pt x="1510547" y="1862597"/>
                  </a:lnTo>
                  <a:lnTo>
                    <a:pt x="1537226" y="1786240"/>
                  </a:lnTo>
                  <a:close/>
                  <a:moveTo>
                    <a:pt x="653697" y="927336"/>
                  </a:moveTo>
                  <a:lnTo>
                    <a:pt x="709537" y="920912"/>
                  </a:lnTo>
                  <a:lnTo>
                    <a:pt x="690260" y="882998"/>
                  </a:lnTo>
                  <a:close/>
                  <a:moveTo>
                    <a:pt x="709537" y="920912"/>
                  </a:moveTo>
                  <a:lnTo>
                    <a:pt x="714127" y="844562"/>
                  </a:lnTo>
                  <a:lnTo>
                    <a:pt x="690260" y="882998"/>
                  </a:lnTo>
                  <a:close/>
                  <a:moveTo>
                    <a:pt x="328108" y="330785"/>
                  </a:moveTo>
                  <a:lnTo>
                    <a:pt x="319097" y="363052"/>
                  </a:lnTo>
                  <a:lnTo>
                    <a:pt x="302424" y="351271"/>
                  </a:lnTo>
                  <a:close/>
                  <a:moveTo>
                    <a:pt x="319097" y="363052"/>
                  </a:moveTo>
                  <a:lnTo>
                    <a:pt x="328108" y="330785"/>
                  </a:lnTo>
                  <a:lnTo>
                    <a:pt x="318318" y="389707"/>
                  </a:lnTo>
                  <a:close/>
                  <a:moveTo>
                    <a:pt x="318318" y="389707"/>
                  </a:moveTo>
                  <a:lnTo>
                    <a:pt x="328108" y="330785"/>
                  </a:lnTo>
                  <a:lnTo>
                    <a:pt x="342357" y="269056"/>
                  </a:lnTo>
                  <a:close/>
                  <a:moveTo>
                    <a:pt x="1537226" y="1786240"/>
                  </a:moveTo>
                  <a:lnTo>
                    <a:pt x="1510547" y="1862597"/>
                  </a:lnTo>
                  <a:lnTo>
                    <a:pt x="1499794" y="1831143"/>
                  </a:lnTo>
                  <a:close/>
                  <a:moveTo>
                    <a:pt x="1779119" y="2133326"/>
                  </a:moveTo>
                  <a:lnTo>
                    <a:pt x="1793956" y="2153743"/>
                  </a:lnTo>
                  <a:lnTo>
                    <a:pt x="1811324" y="2077788"/>
                  </a:lnTo>
                  <a:close/>
                  <a:moveTo>
                    <a:pt x="1811324" y="2077788"/>
                  </a:moveTo>
                  <a:lnTo>
                    <a:pt x="1793956" y="2153743"/>
                  </a:lnTo>
                  <a:lnTo>
                    <a:pt x="1894285" y="2121567"/>
                  </a:lnTo>
                  <a:close/>
                  <a:moveTo>
                    <a:pt x="1811324" y="2077788"/>
                  </a:moveTo>
                  <a:lnTo>
                    <a:pt x="1894285" y="2121567"/>
                  </a:lnTo>
                  <a:lnTo>
                    <a:pt x="1862715" y="2039351"/>
                  </a:lnTo>
                  <a:close/>
                  <a:moveTo>
                    <a:pt x="1823777" y="1957136"/>
                  </a:moveTo>
                  <a:lnTo>
                    <a:pt x="1749213" y="2021508"/>
                  </a:lnTo>
                  <a:lnTo>
                    <a:pt x="1811324" y="2077788"/>
                  </a:lnTo>
                  <a:close/>
                  <a:moveTo>
                    <a:pt x="1823777" y="1957136"/>
                  </a:moveTo>
                  <a:lnTo>
                    <a:pt x="1811324" y="2077788"/>
                  </a:lnTo>
                  <a:lnTo>
                    <a:pt x="1862715" y="2039351"/>
                  </a:lnTo>
                  <a:close/>
                  <a:moveTo>
                    <a:pt x="1429576" y="1567555"/>
                  </a:moveTo>
                  <a:lnTo>
                    <a:pt x="1416778" y="1463846"/>
                  </a:lnTo>
                  <a:lnTo>
                    <a:pt x="1337929" y="1481379"/>
                  </a:lnTo>
                  <a:close/>
                  <a:moveTo>
                    <a:pt x="1251524" y="1491032"/>
                  </a:moveTo>
                  <a:lnTo>
                    <a:pt x="1337929" y="1481379"/>
                  </a:lnTo>
                  <a:lnTo>
                    <a:pt x="1327295" y="1389931"/>
                  </a:lnTo>
                  <a:close/>
                  <a:moveTo>
                    <a:pt x="1416778" y="1463846"/>
                  </a:moveTo>
                  <a:lnTo>
                    <a:pt x="1365413" y="1381630"/>
                  </a:lnTo>
                  <a:lnTo>
                    <a:pt x="1337929" y="1481379"/>
                  </a:lnTo>
                  <a:close/>
                  <a:moveTo>
                    <a:pt x="1365413" y="1381630"/>
                  </a:moveTo>
                  <a:lnTo>
                    <a:pt x="1327295" y="1389931"/>
                  </a:lnTo>
                  <a:lnTo>
                    <a:pt x="1337929" y="1481379"/>
                  </a:lnTo>
                  <a:close/>
                  <a:moveTo>
                    <a:pt x="1328862" y="1349315"/>
                  </a:moveTo>
                  <a:lnTo>
                    <a:pt x="1273079" y="1299416"/>
                  </a:lnTo>
                  <a:lnTo>
                    <a:pt x="1327295" y="1389931"/>
                  </a:lnTo>
                  <a:close/>
                  <a:moveTo>
                    <a:pt x="1327295" y="1389931"/>
                  </a:moveTo>
                  <a:lnTo>
                    <a:pt x="1273079" y="1299416"/>
                  </a:lnTo>
                  <a:lnTo>
                    <a:pt x="1221963" y="1314880"/>
                  </a:lnTo>
                  <a:close/>
                  <a:moveTo>
                    <a:pt x="1327295" y="1389931"/>
                  </a:moveTo>
                  <a:lnTo>
                    <a:pt x="1221963" y="1314880"/>
                  </a:lnTo>
                  <a:lnTo>
                    <a:pt x="1244751" y="1396445"/>
                  </a:lnTo>
                  <a:close/>
                  <a:moveTo>
                    <a:pt x="1328862" y="1349315"/>
                  </a:moveTo>
                  <a:lnTo>
                    <a:pt x="1327295" y="1389931"/>
                  </a:lnTo>
                  <a:lnTo>
                    <a:pt x="1365413" y="1381630"/>
                  </a:lnTo>
                  <a:close/>
                  <a:moveTo>
                    <a:pt x="804683" y="723910"/>
                  </a:moveTo>
                  <a:lnTo>
                    <a:pt x="847964" y="665948"/>
                  </a:lnTo>
                  <a:lnTo>
                    <a:pt x="783756" y="680131"/>
                  </a:lnTo>
                  <a:close/>
                  <a:moveTo>
                    <a:pt x="766826" y="762346"/>
                  </a:moveTo>
                  <a:lnTo>
                    <a:pt x="804683" y="723910"/>
                  </a:lnTo>
                  <a:lnTo>
                    <a:pt x="783756" y="680131"/>
                  </a:lnTo>
                  <a:close/>
                  <a:moveTo>
                    <a:pt x="371631" y="278305"/>
                  </a:moveTo>
                  <a:lnTo>
                    <a:pt x="328108" y="330785"/>
                  </a:lnTo>
                  <a:lnTo>
                    <a:pt x="302424" y="351271"/>
                  </a:lnTo>
                  <a:close/>
                  <a:moveTo>
                    <a:pt x="328108" y="330785"/>
                  </a:moveTo>
                  <a:lnTo>
                    <a:pt x="371631" y="278305"/>
                  </a:lnTo>
                  <a:lnTo>
                    <a:pt x="342357" y="269056"/>
                  </a:lnTo>
                  <a:close/>
                  <a:moveTo>
                    <a:pt x="371631" y="278305"/>
                  </a:moveTo>
                  <a:lnTo>
                    <a:pt x="419868" y="230619"/>
                  </a:lnTo>
                  <a:lnTo>
                    <a:pt x="342357" y="269056"/>
                  </a:lnTo>
                  <a:close/>
                  <a:moveTo>
                    <a:pt x="431463" y="223352"/>
                  </a:moveTo>
                  <a:lnTo>
                    <a:pt x="342357" y="269056"/>
                  </a:lnTo>
                  <a:lnTo>
                    <a:pt x="419868" y="230619"/>
                  </a:lnTo>
                  <a:close/>
                  <a:moveTo>
                    <a:pt x="431463" y="223352"/>
                  </a:moveTo>
                  <a:lnTo>
                    <a:pt x="376228" y="232037"/>
                  </a:lnTo>
                  <a:lnTo>
                    <a:pt x="342357" y="269056"/>
                  </a:lnTo>
                  <a:close/>
                  <a:moveTo>
                    <a:pt x="1903963" y="2024809"/>
                  </a:moveTo>
                  <a:lnTo>
                    <a:pt x="2004768" y="2003448"/>
                  </a:lnTo>
                  <a:lnTo>
                    <a:pt x="1958249" y="1941174"/>
                  </a:lnTo>
                  <a:close/>
                  <a:moveTo>
                    <a:pt x="1903963" y="2024809"/>
                  </a:moveTo>
                  <a:lnTo>
                    <a:pt x="1958249" y="1941174"/>
                  </a:lnTo>
                  <a:lnTo>
                    <a:pt x="1883943" y="1940992"/>
                  </a:lnTo>
                  <a:close/>
                  <a:moveTo>
                    <a:pt x="2004768" y="2003448"/>
                  </a:moveTo>
                  <a:lnTo>
                    <a:pt x="2013184" y="2020733"/>
                  </a:lnTo>
                  <a:lnTo>
                    <a:pt x="2095111" y="2048385"/>
                  </a:lnTo>
                  <a:close/>
                  <a:moveTo>
                    <a:pt x="1883943" y="1940992"/>
                  </a:moveTo>
                  <a:lnTo>
                    <a:pt x="1918550" y="1882113"/>
                  </a:lnTo>
                  <a:lnTo>
                    <a:pt x="1847161" y="1893858"/>
                  </a:lnTo>
                  <a:close/>
                  <a:moveTo>
                    <a:pt x="1883943" y="1940992"/>
                  </a:moveTo>
                  <a:lnTo>
                    <a:pt x="1958249" y="1941174"/>
                  </a:lnTo>
                  <a:lnTo>
                    <a:pt x="1918550" y="1882113"/>
                  </a:lnTo>
                  <a:close/>
                  <a:moveTo>
                    <a:pt x="1416778" y="1463846"/>
                  </a:moveTo>
                  <a:lnTo>
                    <a:pt x="1438025" y="1478799"/>
                  </a:lnTo>
                  <a:lnTo>
                    <a:pt x="1438611" y="1460117"/>
                  </a:lnTo>
                  <a:close/>
                  <a:moveTo>
                    <a:pt x="1365413" y="1381630"/>
                  </a:moveTo>
                  <a:lnTo>
                    <a:pt x="1438611" y="1460117"/>
                  </a:lnTo>
                  <a:lnTo>
                    <a:pt x="1427888" y="1368742"/>
                  </a:lnTo>
                  <a:close/>
                  <a:moveTo>
                    <a:pt x="1365413" y="1381630"/>
                  </a:moveTo>
                  <a:lnTo>
                    <a:pt x="1416778" y="1463846"/>
                  </a:lnTo>
                  <a:lnTo>
                    <a:pt x="1438611" y="1460117"/>
                  </a:lnTo>
                  <a:close/>
                  <a:moveTo>
                    <a:pt x="1530875" y="1445701"/>
                  </a:moveTo>
                  <a:lnTo>
                    <a:pt x="1438611" y="1460117"/>
                  </a:lnTo>
                  <a:lnTo>
                    <a:pt x="1438025" y="1478799"/>
                  </a:lnTo>
                  <a:close/>
                  <a:moveTo>
                    <a:pt x="1540193" y="1366930"/>
                  </a:moveTo>
                  <a:lnTo>
                    <a:pt x="1514429" y="1343194"/>
                  </a:lnTo>
                  <a:lnTo>
                    <a:pt x="1530875" y="1445701"/>
                  </a:lnTo>
                  <a:close/>
                  <a:moveTo>
                    <a:pt x="1530875" y="1445701"/>
                  </a:moveTo>
                  <a:lnTo>
                    <a:pt x="1514429" y="1343194"/>
                  </a:lnTo>
                  <a:lnTo>
                    <a:pt x="1427888" y="1368742"/>
                  </a:lnTo>
                  <a:close/>
                  <a:moveTo>
                    <a:pt x="1530875" y="1445701"/>
                  </a:moveTo>
                  <a:lnTo>
                    <a:pt x="1427888" y="1368742"/>
                  </a:lnTo>
                  <a:lnTo>
                    <a:pt x="1438611" y="1460117"/>
                  </a:lnTo>
                  <a:close/>
                  <a:moveTo>
                    <a:pt x="1334351" y="1284103"/>
                  </a:moveTo>
                  <a:lnTo>
                    <a:pt x="1328862" y="1349315"/>
                  </a:lnTo>
                  <a:lnTo>
                    <a:pt x="1419453" y="1260979"/>
                  </a:lnTo>
                  <a:close/>
                  <a:moveTo>
                    <a:pt x="1328862" y="1349315"/>
                  </a:moveTo>
                  <a:lnTo>
                    <a:pt x="1365413" y="1381630"/>
                  </a:lnTo>
                  <a:lnTo>
                    <a:pt x="1419453" y="1260979"/>
                  </a:lnTo>
                  <a:close/>
                  <a:moveTo>
                    <a:pt x="1419453" y="1260979"/>
                  </a:moveTo>
                  <a:lnTo>
                    <a:pt x="1365413" y="1381630"/>
                  </a:lnTo>
                  <a:lnTo>
                    <a:pt x="1441320" y="1275919"/>
                  </a:lnTo>
                  <a:close/>
                  <a:moveTo>
                    <a:pt x="1441320" y="1275919"/>
                  </a:moveTo>
                  <a:lnTo>
                    <a:pt x="1365413" y="1381630"/>
                  </a:lnTo>
                  <a:lnTo>
                    <a:pt x="1427888" y="1368742"/>
                  </a:lnTo>
                  <a:close/>
                  <a:moveTo>
                    <a:pt x="1427888" y="1368742"/>
                  </a:moveTo>
                  <a:lnTo>
                    <a:pt x="1514429" y="1343194"/>
                  </a:lnTo>
                  <a:lnTo>
                    <a:pt x="1441320" y="1275919"/>
                  </a:lnTo>
                  <a:close/>
                  <a:moveTo>
                    <a:pt x="1300900" y="1217201"/>
                  </a:moveTo>
                  <a:lnTo>
                    <a:pt x="1419453" y="1260979"/>
                  </a:lnTo>
                  <a:lnTo>
                    <a:pt x="1391695" y="1178764"/>
                  </a:lnTo>
                  <a:close/>
                  <a:moveTo>
                    <a:pt x="445046" y="221157"/>
                  </a:moveTo>
                  <a:lnTo>
                    <a:pt x="419868" y="230619"/>
                  </a:lnTo>
                  <a:lnTo>
                    <a:pt x="485273" y="209335"/>
                  </a:lnTo>
                  <a:close/>
                  <a:moveTo>
                    <a:pt x="502912" y="230619"/>
                  </a:moveTo>
                  <a:lnTo>
                    <a:pt x="445046" y="221157"/>
                  </a:lnTo>
                  <a:lnTo>
                    <a:pt x="508176" y="231511"/>
                  </a:lnTo>
                  <a:close/>
                  <a:moveTo>
                    <a:pt x="508176" y="231511"/>
                  </a:moveTo>
                  <a:lnTo>
                    <a:pt x="445046" y="221157"/>
                  </a:lnTo>
                  <a:lnTo>
                    <a:pt x="485273" y="209335"/>
                  </a:lnTo>
                  <a:close/>
                  <a:moveTo>
                    <a:pt x="508176" y="231511"/>
                  </a:moveTo>
                  <a:lnTo>
                    <a:pt x="485273" y="209335"/>
                  </a:lnTo>
                  <a:lnTo>
                    <a:pt x="569311" y="244883"/>
                  </a:lnTo>
                  <a:close/>
                  <a:moveTo>
                    <a:pt x="629816" y="192440"/>
                  </a:moveTo>
                  <a:lnTo>
                    <a:pt x="508176" y="231511"/>
                  </a:lnTo>
                  <a:lnTo>
                    <a:pt x="569311" y="244883"/>
                  </a:lnTo>
                  <a:close/>
                  <a:moveTo>
                    <a:pt x="431463" y="223352"/>
                  </a:moveTo>
                  <a:lnTo>
                    <a:pt x="419868" y="230619"/>
                  </a:lnTo>
                  <a:lnTo>
                    <a:pt x="445046" y="221157"/>
                  </a:lnTo>
                  <a:close/>
                  <a:moveTo>
                    <a:pt x="445046" y="221157"/>
                  </a:moveTo>
                  <a:lnTo>
                    <a:pt x="502912" y="230619"/>
                  </a:lnTo>
                  <a:lnTo>
                    <a:pt x="431463" y="223352"/>
                  </a:lnTo>
                  <a:close/>
                  <a:moveTo>
                    <a:pt x="2041844" y="2073398"/>
                  </a:moveTo>
                  <a:lnTo>
                    <a:pt x="2095111" y="2048385"/>
                  </a:lnTo>
                  <a:lnTo>
                    <a:pt x="2013184" y="2020733"/>
                  </a:lnTo>
                  <a:close/>
                  <a:moveTo>
                    <a:pt x="1514429" y="1343194"/>
                  </a:moveTo>
                  <a:lnTo>
                    <a:pt x="1540193" y="1366930"/>
                  </a:lnTo>
                  <a:lnTo>
                    <a:pt x="1547501" y="1332092"/>
                  </a:lnTo>
                  <a:close/>
                  <a:moveTo>
                    <a:pt x="1446454" y="1253557"/>
                  </a:moveTo>
                  <a:lnTo>
                    <a:pt x="1441320" y="1275919"/>
                  </a:lnTo>
                  <a:lnTo>
                    <a:pt x="1529470" y="1222543"/>
                  </a:lnTo>
                  <a:close/>
                  <a:moveTo>
                    <a:pt x="1441320" y="1275919"/>
                  </a:moveTo>
                  <a:lnTo>
                    <a:pt x="1514429" y="1343194"/>
                  </a:lnTo>
                  <a:lnTo>
                    <a:pt x="1529470" y="1222543"/>
                  </a:lnTo>
                  <a:close/>
                  <a:moveTo>
                    <a:pt x="1529470" y="1222543"/>
                  </a:moveTo>
                  <a:lnTo>
                    <a:pt x="1514429" y="1343194"/>
                  </a:lnTo>
                  <a:lnTo>
                    <a:pt x="1568244" y="1256606"/>
                  </a:lnTo>
                  <a:close/>
                  <a:moveTo>
                    <a:pt x="1568244" y="1256606"/>
                  </a:moveTo>
                  <a:lnTo>
                    <a:pt x="1514429" y="1343194"/>
                  </a:lnTo>
                  <a:lnTo>
                    <a:pt x="1547501" y="1332092"/>
                  </a:lnTo>
                  <a:close/>
                  <a:moveTo>
                    <a:pt x="1641050" y="1316630"/>
                  </a:moveTo>
                  <a:lnTo>
                    <a:pt x="1547501" y="1332092"/>
                  </a:lnTo>
                  <a:lnTo>
                    <a:pt x="1540193" y="1366930"/>
                  </a:lnTo>
                  <a:close/>
                  <a:moveTo>
                    <a:pt x="1547501" y="1332092"/>
                  </a:moveTo>
                  <a:lnTo>
                    <a:pt x="1641050" y="1316630"/>
                  </a:lnTo>
                  <a:lnTo>
                    <a:pt x="1568244" y="1256606"/>
                  </a:lnTo>
                  <a:close/>
                  <a:moveTo>
                    <a:pt x="1419453" y="1260979"/>
                  </a:moveTo>
                  <a:lnTo>
                    <a:pt x="1441320" y="1275919"/>
                  </a:lnTo>
                  <a:lnTo>
                    <a:pt x="1446454" y="1253557"/>
                  </a:lnTo>
                  <a:close/>
                  <a:moveTo>
                    <a:pt x="684875" y="183097"/>
                  </a:moveTo>
                  <a:lnTo>
                    <a:pt x="629816" y="192440"/>
                  </a:lnTo>
                  <a:lnTo>
                    <a:pt x="569311" y="244883"/>
                  </a:lnTo>
                  <a:close/>
                  <a:moveTo>
                    <a:pt x="731603" y="169968"/>
                  </a:moveTo>
                  <a:lnTo>
                    <a:pt x="631143" y="192183"/>
                  </a:lnTo>
                  <a:lnTo>
                    <a:pt x="754903" y="166260"/>
                  </a:lnTo>
                  <a:close/>
                  <a:moveTo>
                    <a:pt x="754903" y="166260"/>
                  </a:moveTo>
                  <a:lnTo>
                    <a:pt x="631143" y="192183"/>
                  </a:lnTo>
                  <a:lnTo>
                    <a:pt x="629816" y="192440"/>
                  </a:lnTo>
                  <a:close/>
                  <a:moveTo>
                    <a:pt x="754903" y="166260"/>
                  </a:moveTo>
                  <a:lnTo>
                    <a:pt x="629816" y="192440"/>
                  </a:lnTo>
                  <a:lnTo>
                    <a:pt x="684875" y="183097"/>
                  </a:lnTo>
                  <a:close/>
                  <a:moveTo>
                    <a:pt x="1691281" y="1304758"/>
                  </a:moveTo>
                  <a:lnTo>
                    <a:pt x="1716750" y="1266321"/>
                  </a:lnTo>
                  <a:lnTo>
                    <a:pt x="1648485" y="1277956"/>
                  </a:lnTo>
                  <a:close/>
                  <a:moveTo>
                    <a:pt x="1716750" y="1266321"/>
                  </a:moveTo>
                  <a:lnTo>
                    <a:pt x="1696258" y="1241370"/>
                  </a:lnTo>
                  <a:lnTo>
                    <a:pt x="1648485" y="1277956"/>
                  </a:lnTo>
                  <a:close/>
                  <a:moveTo>
                    <a:pt x="1648485" y="1277956"/>
                  </a:moveTo>
                  <a:lnTo>
                    <a:pt x="1696258" y="1241370"/>
                  </a:lnTo>
                  <a:lnTo>
                    <a:pt x="1568244" y="1256606"/>
                  </a:lnTo>
                  <a:close/>
                  <a:moveTo>
                    <a:pt x="1584942" y="1201561"/>
                  </a:moveTo>
                  <a:lnTo>
                    <a:pt x="1666015" y="1128296"/>
                  </a:lnTo>
                  <a:lnTo>
                    <a:pt x="1651170" y="1108219"/>
                  </a:lnTo>
                  <a:close/>
                  <a:moveTo>
                    <a:pt x="1522023" y="952437"/>
                  </a:moveTo>
                  <a:lnTo>
                    <a:pt x="1443222" y="975897"/>
                  </a:lnTo>
                  <a:lnTo>
                    <a:pt x="1554199" y="988891"/>
                  </a:lnTo>
                  <a:close/>
                  <a:moveTo>
                    <a:pt x="1554199" y="988891"/>
                  </a:moveTo>
                  <a:lnTo>
                    <a:pt x="1443222" y="975897"/>
                  </a:lnTo>
                  <a:lnTo>
                    <a:pt x="1426350" y="1004745"/>
                  </a:lnTo>
                  <a:close/>
                  <a:moveTo>
                    <a:pt x="1554199" y="988891"/>
                  </a:moveTo>
                  <a:lnTo>
                    <a:pt x="1426350" y="1004745"/>
                  </a:lnTo>
                  <a:lnTo>
                    <a:pt x="1481724" y="996578"/>
                  </a:lnTo>
                  <a:close/>
                  <a:moveTo>
                    <a:pt x="999184" y="522272"/>
                  </a:moveTo>
                  <a:lnTo>
                    <a:pt x="1046757" y="535398"/>
                  </a:lnTo>
                  <a:lnTo>
                    <a:pt x="1027626" y="482607"/>
                  </a:lnTo>
                  <a:close/>
                  <a:moveTo>
                    <a:pt x="1027626" y="482607"/>
                  </a:moveTo>
                  <a:lnTo>
                    <a:pt x="1069062" y="526386"/>
                  </a:lnTo>
                  <a:lnTo>
                    <a:pt x="1094028" y="444170"/>
                  </a:lnTo>
                  <a:close/>
                  <a:moveTo>
                    <a:pt x="1101239" y="409980"/>
                  </a:moveTo>
                  <a:lnTo>
                    <a:pt x="1027626" y="482607"/>
                  </a:lnTo>
                  <a:lnTo>
                    <a:pt x="1094028" y="444170"/>
                  </a:lnTo>
                  <a:close/>
                  <a:moveTo>
                    <a:pt x="835427" y="115310"/>
                  </a:moveTo>
                  <a:lnTo>
                    <a:pt x="828340" y="151914"/>
                  </a:lnTo>
                  <a:lnTo>
                    <a:pt x="819053" y="190906"/>
                  </a:lnTo>
                  <a:close/>
                  <a:moveTo>
                    <a:pt x="819053" y="190906"/>
                  </a:moveTo>
                  <a:lnTo>
                    <a:pt x="828340" y="151914"/>
                  </a:lnTo>
                  <a:lnTo>
                    <a:pt x="827553" y="159230"/>
                  </a:lnTo>
                  <a:close/>
                  <a:moveTo>
                    <a:pt x="819053" y="190906"/>
                  </a:moveTo>
                  <a:lnTo>
                    <a:pt x="827553" y="159230"/>
                  </a:lnTo>
                  <a:lnTo>
                    <a:pt x="754903" y="166260"/>
                  </a:lnTo>
                  <a:close/>
                  <a:moveTo>
                    <a:pt x="863301" y="77684"/>
                  </a:moveTo>
                  <a:lnTo>
                    <a:pt x="828340" y="151914"/>
                  </a:lnTo>
                  <a:lnTo>
                    <a:pt x="835427" y="115310"/>
                  </a:lnTo>
                  <a:close/>
                  <a:moveTo>
                    <a:pt x="1765584" y="1175886"/>
                  </a:moveTo>
                  <a:lnTo>
                    <a:pt x="1696242" y="1171668"/>
                  </a:lnTo>
                  <a:lnTo>
                    <a:pt x="1806777" y="1242488"/>
                  </a:lnTo>
                  <a:close/>
                  <a:moveTo>
                    <a:pt x="1696242" y="1171668"/>
                  </a:moveTo>
                  <a:lnTo>
                    <a:pt x="1747228" y="1153281"/>
                  </a:lnTo>
                  <a:lnTo>
                    <a:pt x="1666015" y="1128296"/>
                  </a:lnTo>
                  <a:close/>
                  <a:moveTo>
                    <a:pt x="1696242" y="1171668"/>
                  </a:moveTo>
                  <a:lnTo>
                    <a:pt x="1765584" y="1175886"/>
                  </a:lnTo>
                  <a:lnTo>
                    <a:pt x="1747228" y="1153281"/>
                  </a:lnTo>
                  <a:close/>
                  <a:moveTo>
                    <a:pt x="908105" y="29998"/>
                  </a:moveTo>
                  <a:lnTo>
                    <a:pt x="863301" y="77684"/>
                  </a:lnTo>
                  <a:lnTo>
                    <a:pt x="835427" y="115310"/>
                  </a:lnTo>
                  <a:close/>
                  <a:moveTo>
                    <a:pt x="1303788" y="179557"/>
                  </a:moveTo>
                  <a:lnTo>
                    <a:pt x="1284601" y="123442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284601" y="123442"/>
                  </a:lnTo>
                  <a:lnTo>
                    <a:pt x="1303788" y="179557"/>
                  </a:lnTo>
                  <a:close/>
                  <a:moveTo>
                    <a:pt x="1284601" y="123442"/>
                  </a:moveTo>
                  <a:lnTo>
                    <a:pt x="1276106" y="120653"/>
                  </a:lnTo>
                  <a:lnTo>
                    <a:pt x="1286275" y="114080"/>
                  </a:lnTo>
                  <a:close/>
                  <a:moveTo>
                    <a:pt x="1626739" y="411076"/>
                  </a:moveTo>
                  <a:lnTo>
                    <a:pt x="1617126" y="435250"/>
                  </a:lnTo>
                  <a:lnTo>
                    <a:pt x="1581474" y="445262"/>
                  </a:lnTo>
                  <a:close/>
                  <a:moveTo>
                    <a:pt x="1626739" y="411076"/>
                  </a:moveTo>
                  <a:lnTo>
                    <a:pt x="1596600" y="438360"/>
                  </a:lnTo>
                  <a:lnTo>
                    <a:pt x="1617126" y="435250"/>
                  </a:lnTo>
                  <a:close/>
                  <a:moveTo>
                    <a:pt x="1619490" y="328861"/>
                  </a:moveTo>
                  <a:lnTo>
                    <a:pt x="1520480" y="367298"/>
                  </a:lnTo>
                  <a:lnTo>
                    <a:pt x="1626739" y="411076"/>
                  </a:lnTo>
                  <a:close/>
                  <a:moveTo>
                    <a:pt x="1310351" y="204093"/>
                  </a:moveTo>
                  <a:lnTo>
                    <a:pt x="1331726" y="164431"/>
                  </a:lnTo>
                  <a:lnTo>
                    <a:pt x="1312809" y="200602"/>
                  </a:lnTo>
                  <a:close/>
                  <a:moveTo>
                    <a:pt x="1310917" y="202867"/>
                  </a:moveTo>
                  <a:lnTo>
                    <a:pt x="1310351" y="204093"/>
                  </a:lnTo>
                  <a:lnTo>
                    <a:pt x="1312809" y="200602"/>
                  </a:lnTo>
                  <a:close/>
                  <a:moveTo>
                    <a:pt x="1312809" y="200602"/>
                  </a:moveTo>
                  <a:lnTo>
                    <a:pt x="1343688" y="113535"/>
                  </a:lnTo>
                  <a:lnTo>
                    <a:pt x="1310917" y="202867"/>
                  </a:lnTo>
                  <a:close/>
                  <a:moveTo>
                    <a:pt x="1297702" y="112791"/>
                  </a:moveTo>
                  <a:lnTo>
                    <a:pt x="1303788" y="179557"/>
                  </a:lnTo>
                  <a:lnTo>
                    <a:pt x="1310917" y="202867"/>
                  </a:lnTo>
                  <a:close/>
                  <a:moveTo>
                    <a:pt x="1342221" y="82215"/>
                  </a:moveTo>
                  <a:lnTo>
                    <a:pt x="1297702" y="112791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303788" y="179557"/>
                  </a:lnTo>
                  <a:lnTo>
                    <a:pt x="1297702" y="112791"/>
                  </a:lnTo>
                  <a:close/>
                  <a:moveTo>
                    <a:pt x="1343688" y="113535"/>
                  </a:moveTo>
                  <a:lnTo>
                    <a:pt x="1312809" y="200602"/>
                  </a:lnTo>
                  <a:lnTo>
                    <a:pt x="1331726" y="164431"/>
                  </a:lnTo>
                  <a:close/>
                  <a:moveTo>
                    <a:pt x="1286275" y="114080"/>
                  </a:moveTo>
                  <a:lnTo>
                    <a:pt x="1276106" y="120653"/>
                  </a:lnTo>
                  <a:lnTo>
                    <a:pt x="1297702" y="112791"/>
                  </a:lnTo>
                  <a:close/>
                  <a:moveTo>
                    <a:pt x="1295916" y="38437"/>
                  </a:moveTo>
                  <a:lnTo>
                    <a:pt x="1342221" y="82215"/>
                  </a:lnTo>
                  <a:lnTo>
                    <a:pt x="1325385" y="0"/>
                  </a:lnTo>
                  <a:close/>
                  <a:moveTo>
                    <a:pt x="1626739" y="411076"/>
                  </a:moveTo>
                  <a:lnTo>
                    <a:pt x="1645223" y="372639"/>
                  </a:lnTo>
                  <a:lnTo>
                    <a:pt x="1619490" y="328861"/>
                  </a:lnTo>
                  <a:close/>
                  <a:moveTo>
                    <a:pt x="1679964" y="256182"/>
                  </a:moveTo>
                  <a:lnTo>
                    <a:pt x="1645748" y="311889"/>
                  </a:lnTo>
                  <a:lnTo>
                    <a:pt x="1657144" y="208209"/>
                  </a:lnTo>
                  <a:close/>
                  <a:moveTo>
                    <a:pt x="1385347" y="43779"/>
                  </a:moveTo>
                  <a:lnTo>
                    <a:pt x="1325385" y="0"/>
                  </a:lnTo>
                  <a:lnTo>
                    <a:pt x="1342221" y="82215"/>
                  </a:lnTo>
                  <a:close/>
                  <a:moveTo>
                    <a:pt x="1792185" y="251988"/>
                  </a:moveTo>
                  <a:lnTo>
                    <a:pt x="1793365" y="249766"/>
                  </a:lnTo>
                  <a:lnTo>
                    <a:pt x="1657144" y="208209"/>
                  </a:lnTo>
                  <a:close/>
                  <a:moveTo>
                    <a:pt x="1677423" y="290424"/>
                  </a:moveTo>
                  <a:lnTo>
                    <a:pt x="1792185" y="251988"/>
                  </a:lnTo>
                  <a:lnTo>
                    <a:pt x="1657144" y="20820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66" name="Candidate_density__2085">
              <a:extLst>
                <a:ext uri="{FF2B5EF4-FFF2-40B4-BE49-F238E27FC236}">
                  <a16:creationId xmlns:a16="http://schemas.microsoft.com/office/drawing/2014/main" id="{9ECC329D-9128-68D4-C286-7D3C37BA2AEB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74817"/>
              <a:ext cx="2013184" cy="3076094"/>
            </a:xfrm>
            <a:custGeom>
              <a:avLst/>
              <a:gdLst/>
              <a:ahLst/>
              <a:cxnLst/>
              <a:rect l="0" t="0" r="0" b="0"/>
              <a:pathLst>
                <a:path w="2013184" h="3076094">
                  <a:moveTo>
                    <a:pt x="512176" y="2991317"/>
                  </a:moveTo>
                  <a:lnTo>
                    <a:pt x="511756" y="3004090"/>
                  </a:lnTo>
                  <a:lnTo>
                    <a:pt x="577188" y="2955443"/>
                  </a:lnTo>
                  <a:close/>
                  <a:moveTo>
                    <a:pt x="577188" y="2955443"/>
                  </a:moveTo>
                  <a:lnTo>
                    <a:pt x="511756" y="3004090"/>
                  </a:lnTo>
                  <a:lnTo>
                    <a:pt x="551293" y="3076094"/>
                  </a:lnTo>
                  <a:close/>
                  <a:moveTo>
                    <a:pt x="506503" y="2993879"/>
                  </a:moveTo>
                  <a:lnTo>
                    <a:pt x="511756" y="3004090"/>
                  </a:lnTo>
                  <a:lnTo>
                    <a:pt x="512176" y="2991317"/>
                  </a:lnTo>
                  <a:close/>
                  <a:moveTo>
                    <a:pt x="490611" y="2911664"/>
                  </a:moveTo>
                  <a:lnTo>
                    <a:pt x="512176" y="2991317"/>
                  </a:lnTo>
                  <a:lnTo>
                    <a:pt x="577188" y="2955443"/>
                  </a:lnTo>
                  <a:close/>
                  <a:moveTo>
                    <a:pt x="490611" y="2911664"/>
                  </a:moveTo>
                  <a:lnTo>
                    <a:pt x="577188" y="2955443"/>
                  </a:lnTo>
                  <a:lnTo>
                    <a:pt x="554494" y="2873228"/>
                  </a:lnTo>
                  <a:close/>
                  <a:moveTo>
                    <a:pt x="577188" y="2955443"/>
                  </a:moveTo>
                  <a:lnTo>
                    <a:pt x="678029" y="3017166"/>
                  </a:lnTo>
                  <a:lnTo>
                    <a:pt x="677297" y="2917669"/>
                  </a:lnTo>
                  <a:close/>
                  <a:moveTo>
                    <a:pt x="679882" y="2917006"/>
                  </a:moveTo>
                  <a:lnTo>
                    <a:pt x="677297" y="2917669"/>
                  </a:lnTo>
                  <a:lnTo>
                    <a:pt x="678029" y="3017166"/>
                  </a:lnTo>
                  <a:close/>
                  <a:moveTo>
                    <a:pt x="646184" y="2834791"/>
                  </a:moveTo>
                  <a:lnTo>
                    <a:pt x="677297" y="2917669"/>
                  </a:lnTo>
                  <a:lnTo>
                    <a:pt x="676458" y="2910820"/>
                  </a:lnTo>
                  <a:close/>
                  <a:moveTo>
                    <a:pt x="577188" y="2955443"/>
                  </a:moveTo>
                  <a:lnTo>
                    <a:pt x="677297" y="2917669"/>
                  </a:lnTo>
                  <a:lnTo>
                    <a:pt x="646184" y="2834791"/>
                  </a:lnTo>
                  <a:close/>
                  <a:moveTo>
                    <a:pt x="554494" y="2873228"/>
                  </a:moveTo>
                  <a:lnTo>
                    <a:pt x="577188" y="2955443"/>
                  </a:lnTo>
                  <a:lnTo>
                    <a:pt x="646184" y="2834791"/>
                  </a:lnTo>
                  <a:close/>
                  <a:moveTo>
                    <a:pt x="677297" y="2917669"/>
                  </a:moveTo>
                  <a:lnTo>
                    <a:pt x="679882" y="2917006"/>
                  </a:lnTo>
                  <a:lnTo>
                    <a:pt x="676458" y="2910820"/>
                  </a:lnTo>
                  <a:close/>
                  <a:moveTo>
                    <a:pt x="538287" y="2791013"/>
                  </a:moveTo>
                  <a:lnTo>
                    <a:pt x="554494" y="2873228"/>
                  </a:lnTo>
                  <a:lnTo>
                    <a:pt x="646184" y="2834791"/>
                  </a:lnTo>
                  <a:close/>
                  <a:moveTo>
                    <a:pt x="538287" y="2791013"/>
                  </a:moveTo>
                  <a:lnTo>
                    <a:pt x="646184" y="2834791"/>
                  </a:lnTo>
                  <a:lnTo>
                    <a:pt x="605578" y="2752576"/>
                  </a:lnTo>
                  <a:close/>
                  <a:moveTo>
                    <a:pt x="519465" y="2588146"/>
                  </a:moveTo>
                  <a:lnTo>
                    <a:pt x="498024" y="2708798"/>
                  </a:lnTo>
                  <a:lnTo>
                    <a:pt x="553484" y="2670361"/>
                  </a:lnTo>
                  <a:close/>
                  <a:moveTo>
                    <a:pt x="797780" y="2878570"/>
                  </a:moveTo>
                  <a:lnTo>
                    <a:pt x="793423" y="2854273"/>
                  </a:lnTo>
                  <a:lnTo>
                    <a:pt x="679882" y="2917006"/>
                  </a:lnTo>
                  <a:close/>
                  <a:moveTo>
                    <a:pt x="679882" y="2917006"/>
                  </a:moveTo>
                  <a:lnTo>
                    <a:pt x="793423" y="2854273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93423" y="2854273"/>
                  </a:lnTo>
                  <a:lnTo>
                    <a:pt x="775427" y="2798391"/>
                  </a:lnTo>
                  <a:close/>
                  <a:moveTo>
                    <a:pt x="679882" y="2917006"/>
                  </a:moveTo>
                  <a:lnTo>
                    <a:pt x="665108" y="2827487"/>
                  </a:lnTo>
                  <a:lnTo>
                    <a:pt x="676458" y="2910820"/>
                  </a:lnTo>
                  <a:close/>
                  <a:moveTo>
                    <a:pt x="646184" y="2834791"/>
                  </a:moveTo>
                  <a:lnTo>
                    <a:pt x="676458" y="2910820"/>
                  </a:lnTo>
                  <a:lnTo>
                    <a:pt x="665108" y="2827487"/>
                  </a:lnTo>
                  <a:close/>
                  <a:moveTo>
                    <a:pt x="605578" y="2752576"/>
                  </a:moveTo>
                  <a:lnTo>
                    <a:pt x="665108" y="2827487"/>
                  </a:lnTo>
                  <a:lnTo>
                    <a:pt x="654993" y="2735617"/>
                  </a:lnTo>
                  <a:close/>
                  <a:moveTo>
                    <a:pt x="605578" y="2752576"/>
                  </a:moveTo>
                  <a:lnTo>
                    <a:pt x="646184" y="2834791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75427" y="2798391"/>
                  </a:lnTo>
                  <a:lnTo>
                    <a:pt x="739933" y="2727156"/>
                  </a:lnTo>
                  <a:close/>
                  <a:moveTo>
                    <a:pt x="665108" y="2827487"/>
                  </a:moveTo>
                  <a:lnTo>
                    <a:pt x="739933" y="2727156"/>
                  </a:lnTo>
                  <a:lnTo>
                    <a:pt x="654993" y="2735617"/>
                  </a:lnTo>
                  <a:close/>
                  <a:moveTo>
                    <a:pt x="775427" y="2798391"/>
                  </a:moveTo>
                  <a:lnTo>
                    <a:pt x="793423" y="2854273"/>
                  </a:lnTo>
                  <a:lnTo>
                    <a:pt x="784005" y="2796355"/>
                  </a:lnTo>
                  <a:close/>
                  <a:moveTo>
                    <a:pt x="553484" y="2670361"/>
                  </a:moveTo>
                  <a:lnTo>
                    <a:pt x="654993" y="2735617"/>
                  </a:lnTo>
                  <a:lnTo>
                    <a:pt x="640069" y="2647658"/>
                  </a:lnTo>
                  <a:close/>
                  <a:moveTo>
                    <a:pt x="553484" y="2670361"/>
                  </a:moveTo>
                  <a:lnTo>
                    <a:pt x="605578" y="2752576"/>
                  </a:lnTo>
                  <a:lnTo>
                    <a:pt x="654993" y="2735617"/>
                  </a:lnTo>
                  <a:close/>
                  <a:moveTo>
                    <a:pt x="519465" y="2588146"/>
                  </a:moveTo>
                  <a:lnTo>
                    <a:pt x="640069" y="2647658"/>
                  </a:lnTo>
                  <a:lnTo>
                    <a:pt x="617877" y="2565608"/>
                  </a:lnTo>
                  <a:close/>
                  <a:moveTo>
                    <a:pt x="519465" y="2588146"/>
                  </a:moveTo>
                  <a:lnTo>
                    <a:pt x="553484" y="2670361"/>
                  </a:lnTo>
                  <a:lnTo>
                    <a:pt x="640069" y="2647658"/>
                  </a:lnTo>
                  <a:close/>
                  <a:moveTo>
                    <a:pt x="801257" y="2877484"/>
                  </a:moveTo>
                  <a:lnTo>
                    <a:pt x="784005" y="2796355"/>
                  </a:lnTo>
                  <a:lnTo>
                    <a:pt x="793423" y="2854273"/>
                  </a:lnTo>
                  <a:close/>
                  <a:moveTo>
                    <a:pt x="884187" y="2770563"/>
                  </a:moveTo>
                  <a:lnTo>
                    <a:pt x="784005" y="2796355"/>
                  </a:lnTo>
                  <a:lnTo>
                    <a:pt x="801257" y="2877484"/>
                  </a:lnTo>
                  <a:close/>
                  <a:moveTo>
                    <a:pt x="0" y="1524692"/>
                  </a:moveTo>
                  <a:lnTo>
                    <a:pt x="87999" y="1568470"/>
                  </a:lnTo>
                  <a:lnTo>
                    <a:pt x="75313" y="1486255"/>
                  </a:lnTo>
                  <a:close/>
                  <a:moveTo>
                    <a:pt x="87496" y="1456470"/>
                  </a:moveTo>
                  <a:lnTo>
                    <a:pt x="0" y="1524692"/>
                  </a:lnTo>
                  <a:lnTo>
                    <a:pt x="75313" y="1486255"/>
                  </a:lnTo>
                  <a:close/>
                  <a:moveTo>
                    <a:pt x="1050096" y="2637266"/>
                  </a:moveTo>
                  <a:lnTo>
                    <a:pt x="1093632" y="2710328"/>
                  </a:lnTo>
                  <a:lnTo>
                    <a:pt x="1117368" y="2602083"/>
                  </a:lnTo>
                  <a:close/>
                  <a:moveTo>
                    <a:pt x="1032173" y="2555051"/>
                  </a:moveTo>
                  <a:lnTo>
                    <a:pt x="1117368" y="2602083"/>
                  </a:lnTo>
                  <a:lnTo>
                    <a:pt x="1066028" y="2543730"/>
                  </a:lnTo>
                  <a:close/>
                  <a:moveTo>
                    <a:pt x="1032173" y="2555051"/>
                  </a:moveTo>
                  <a:lnTo>
                    <a:pt x="1050096" y="2637266"/>
                  </a:lnTo>
                  <a:lnTo>
                    <a:pt x="1117368" y="2602083"/>
                  </a:lnTo>
                  <a:close/>
                  <a:moveTo>
                    <a:pt x="75313" y="1486255"/>
                  </a:moveTo>
                  <a:lnTo>
                    <a:pt x="156500" y="1499262"/>
                  </a:lnTo>
                  <a:lnTo>
                    <a:pt x="110506" y="1474025"/>
                  </a:lnTo>
                  <a:close/>
                  <a:moveTo>
                    <a:pt x="87496" y="1456470"/>
                  </a:moveTo>
                  <a:lnTo>
                    <a:pt x="75313" y="1486255"/>
                  </a:lnTo>
                  <a:lnTo>
                    <a:pt x="110506" y="1474025"/>
                  </a:lnTo>
                  <a:close/>
                  <a:moveTo>
                    <a:pt x="110506" y="1474025"/>
                  </a:moveTo>
                  <a:lnTo>
                    <a:pt x="150799" y="1414493"/>
                  </a:lnTo>
                  <a:lnTo>
                    <a:pt x="87496" y="1456470"/>
                  </a:lnTo>
                  <a:close/>
                  <a:moveTo>
                    <a:pt x="110506" y="1474025"/>
                  </a:moveTo>
                  <a:lnTo>
                    <a:pt x="205659" y="1457259"/>
                  </a:lnTo>
                  <a:lnTo>
                    <a:pt x="150799" y="1414493"/>
                  </a:lnTo>
                  <a:close/>
                  <a:moveTo>
                    <a:pt x="205659" y="1457259"/>
                  </a:moveTo>
                  <a:lnTo>
                    <a:pt x="110506" y="1474025"/>
                  </a:lnTo>
                  <a:lnTo>
                    <a:pt x="230178" y="1496072"/>
                  </a:lnTo>
                  <a:close/>
                  <a:moveTo>
                    <a:pt x="110506" y="1474025"/>
                  </a:moveTo>
                  <a:lnTo>
                    <a:pt x="156500" y="1499262"/>
                  </a:lnTo>
                  <a:lnTo>
                    <a:pt x="230178" y="1496072"/>
                  </a:lnTo>
                  <a:close/>
                  <a:moveTo>
                    <a:pt x="286497" y="1452132"/>
                  </a:moveTo>
                  <a:lnTo>
                    <a:pt x="205659" y="1457259"/>
                  </a:lnTo>
                  <a:lnTo>
                    <a:pt x="296214" y="1464314"/>
                  </a:lnTo>
                  <a:close/>
                  <a:moveTo>
                    <a:pt x="205659" y="1457259"/>
                  </a:moveTo>
                  <a:lnTo>
                    <a:pt x="230178" y="1496072"/>
                  </a:lnTo>
                  <a:lnTo>
                    <a:pt x="296214" y="1464314"/>
                  </a:lnTo>
                  <a:close/>
                  <a:moveTo>
                    <a:pt x="1125909" y="2598830"/>
                  </a:moveTo>
                  <a:lnTo>
                    <a:pt x="1254319" y="2602046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254319" y="2602046"/>
                  </a:lnTo>
                  <a:lnTo>
                    <a:pt x="1311500" y="2642608"/>
                  </a:lnTo>
                  <a:close/>
                  <a:moveTo>
                    <a:pt x="1185175" y="2558731"/>
                  </a:moveTo>
                  <a:lnTo>
                    <a:pt x="1125909" y="2598830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313568" y="2544911"/>
                  </a:lnTo>
                  <a:lnTo>
                    <a:pt x="1197863" y="2516615"/>
                  </a:lnTo>
                  <a:close/>
                  <a:moveTo>
                    <a:pt x="1197863" y="2516615"/>
                  </a:moveTo>
                  <a:lnTo>
                    <a:pt x="1313568" y="2544911"/>
                  </a:lnTo>
                  <a:lnTo>
                    <a:pt x="1269614" y="2478179"/>
                  </a:lnTo>
                  <a:close/>
                  <a:moveTo>
                    <a:pt x="1197863" y="2516615"/>
                  </a:moveTo>
                  <a:lnTo>
                    <a:pt x="1185175" y="2558731"/>
                  </a:lnTo>
                  <a:lnTo>
                    <a:pt x="1217970" y="2580888"/>
                  </a:lnTo>
                  <a:close/>
                  <a:moveTo>
                    <a:pt x="1135669" y="2231533"/>
                  </a:moveTo>
                  <a:lnTo>
                    <a:pt x="1194281" y="2275312"/>
                  </a:lnTo>
                  <a:lnTo>
                    <a:pt x="1186618" y="2193097"/>
                  </a:lnTo>
                  <a:close/>
                  <a:moveTo>
                    <a:pt x="1195805" y="2168069"/>
                  </a:moveTo>
                  <a:lnTo>
                    <a:pt x="1135669" y="2231533"/>
                  </a:lnTo>
                  <a:lnTo>
                    <a:pt x="1186618" y="2193097"/>
                  </a:lnTo>
                  <a:close/>
                  <a:moveTo>
                    <a:pt x="1186618" y="2193097"/>
                  </a:moveTo>
                  <a:lnTo>
                    <a:pt x="1268701" y="2225413"/>
                  </a:lnTo>
                  <a:lnTo>
                    <a:pt x="1234105" y="2167401"/>
                  </a:lnTo>
                  <a:close/>
                  <a:moveTo>
                    <a:pt x="1195805" y="2168069"/>
                  </a:moveTo>
                  <a:lnTo>
                    <a:pt x="1186618" y="2193097"/>
                  </a:lnTo>
                  <a:lnTo>
                    <a:pt x="1234105" y="2167401"/>
                  </a:lnTo>
                  <a:close/>
                  <a:moveTo>
                    <a:pt x="940621" y="1376288"/>
                  </a:moveTo>
                  <a:lnTo>
                    <a:pt x="878143" y="1474279"/>
                  </a:lnTo>
                  <a:lnTo>
                    <a:pt x="924170" y="1458502"/>
                  </a:lnTo>
                  <a:close/>
                  <a:moveTo>
                    <a:pt x="940621" y="1376288"/>
                  </a:moveTo>
                  <a:lnTo>
                    <a:pt x="1015363" y="1423314"/>
                  </a:lnTo>
                  <a:lnTo>
                    <a:pt x="960914" y="1367486"/>
                  </a:lnTo>
                  <a:close/>
                  <a:moveTo>
                    <a:pt x="940621" y="1376288"/>
                  </a:moveTo>
                  <a:lnTo>
                    <a:pt x="924170" y="1458502"/>
                  </a:lnTo>
                  <a:lnTo>
                    <a:pt x="1015363" y="1423314"/>
                  </a:lnTo>
                  <a:close/>
                  <a:moveTo>
                    <a:pt x="1022928" y="1420066"/>
                  </a:moveTo>
                  <a:lnTo>
                    <a:pt x="1031908" y="1337851"/>
                  </a:lnTo>
                  <a:lnTo>
                    <a:pt x="1015363" y="1423314"/>
                  </a:lnTo>
                  <a:close/>
                  <a:moveTo>
                    <a:pt x="1031908" y="1337851"/>
                  </a:moveTo>
                  <a:lnTo>
                    <a:pt x="960914" y="1367486"/>
                  </a:lnTo>
                  <a:lnTo>
                    <a:pt x="1015363" y="1423314"/>
                  </a:lnTo>
                  <a:close/>
                  <a:moveTo>
                    <a:pt x="947324" y="1365950"/>
                  </a:moveTo>
                  <a:lnTo>
                    <a:pt x="940621" y="1376288"/>
                  </a:lnTo>
                  <a:lnTo>
                    <a:pt x="960914" y="1367486"/>
                  </a:lnTo>
                  <a:close/>
                  <a:moveTo>
                    <a:pt x="1020581" y="1255636"/>
                  </a:moveTo>
                  <a:lnTo>
                    <a:pt x="960914" y="1367486"/>
                  </a:lnTo>
                  <a:lnTo>
                    <a:pt x="1031908" y="1337851"/>
                  </a:lnTo>
                  <a:close/>
                  <a:moveTo>
                    <a:pt x="1844423" y="2324433"/>
                  </a:moveTo>
                  <a:lnTo>
                    <a:pt x="1844036" y="2406648"/>
                  </a:lnTo>
                  <a:lnTo>
                    <a:pt x="1909987" y="2381843"/>
                  </a:lnTo>
                  <a:close/>
                  <a:moveTo>
                    <a:pt x="1951620" y="2368212"/>
                  </a:moveTo>
                  <a:lnTo>
                    <a:pt x="1931918" y="2285997"/>
                  </a:lnTo>
                  <a:lnTo>
                    <a:pt x="1935223" y="2336419"/>
                  </a:lnTo>
                  <a:close/>
                  <a:moveTo>
                    <a:pt x="1909987" y="2381843"/>
                  </a:moveTo>
                  <a:lnTo>
                    <a:pt x="1951620" y="2368212"/>
                  </a:lnTo>
                  <a:lnTo>
                    <a:pt x="1935223" y="2336419"/>
                  </a:lnTo>
                  <a:close/>
                  <a:moveTo>
                    <a:pt x="1864152" y="2319014"/>
                  </a:moveTo>
                  <a:lnTo>
                    <a:pt x="1909987" y="2381843"/>
                  </a:lnTo>
                  <a:lnTo>
                    <a:pt x="1935223" y="2336419"/>
                  </a:lnTo>
                  <a:close/>
                  <a:moveTo>
                    <a:pt x="1020581" y="1255636"/>
                  </a:moveTo>
                  <a:lnTo>
                    <a:pt x="1099234" y="1224857"/>
                  </a:lnTo>
                  <a:lnTo>
                    <a:pt x="1092471" y="1221033"/>
                  </a:lnTo>
                  <a:close/>
                  <a:moveTo>
                    <a:pt x="1088570" y="1299415"/>
                  </a:moveTo>
                  <a:lnTo>
                    <a:pt x="1099234" y="1224857"/>
                  </a:lnTo>
                  <a:lnTo>
                    <a:pt x="1020581" y="1255636"/>
                  </a:lnTo>
                  <a:close/>
                  <a:moveTo>
                    <a:pt x="1031908" y="1337851"/>
                  </a:moveTo>
                  <a:lnTo>
                    <a:pt x="1088570" y="1299415"/>
                  </a:lnTo>
                  <a:lnTo>
                    <a:pt x="1020581" y="1255636"/>
                  </a:lnTo>
                  <a:close/>
                  <a:moveTo>
                    <a:pt x="1040875" y="1221862"/>
                  </a:moveTo>
                  <a:lnTo>
                    <a:pt x="1020581" y="1255636"/>
                  </a:lnTo>
                  <a:lnTo>
                    <a:pt x="1092471" y="1221033"/>
                  </a:lnTo>
                  <a:close/>
                  <a:moveTo>
                    <a:pt x="1138434" y="1134985"/>
                  </a:moveTo>
                  <a:lnTo>
                    <a:pt x="1092471" y="1221033"/>
                  </a:lnTo>
                  <a:lnTo>
                    <a:pt x="1100152" y="1217200"/>
                  </a:lnTo>
                  <a:close/>
                  <a:moveTo>
                    <a:pt x="1092471" y="1221033"/>
                  </a:moveTo>
                  <a:lnTo>
                    <a:pt x="1099234" y="1224857"/>
                  </a:lnTo>
                  <a:lnTo>
                    <a:pt x="1100152" y="1217200"/>
                  </a:lnTo>
                  <a:close/>
                  <a:moveTo>
                    <a:pt x="709537" y="882475"/>
                  </a:moveTo>
                  <a:lnTo>
                    <a:pt x="653697" y="888899"/>
                  </a:lnTo>
                  <a:lnTo>
                    <a:pt x="620990" y="926776"/>
                  </a:lnTo>
                  <a:close/>
                  <a:moveTo>
                    <a:pt x="1779119" y="2094889"/>
                  </a:moveTo>
                  <a:lnTo>
                    <a:pt x="1766908" y="2121566"/>
                  </a:lnTo>
                  <a:lnTo>
                    <a:pt x="1793956" y="2115306"/>
                  </a:lnTo>
                  <a:close/>
                  <a:moveTo>
                    <a:pt x="1752817" y="1948566"/>
                  </a:moveTo>
                  <a:lnTo>
                    <a:pt x="1749213" y="1983071"/>
                  </a:lnTo>
                  <a:lnTo>
                    <a:pt x="1823777" y="1918699"/>
                  </a:lnTo>
                  <a:close/>
                  <a:moveTo>
                    <a:pt x="1847161" y="1855421"/>
                  </a:moveTo>
                  <a:lnTo>
                    <a:pt x="1725762" y="1895396"/>
                  </a:lnTo>
                  <a:lnTo>
                    <a:pt x="1823777" y="1918699"/>
                  </a:lnTo>
                  <a:close/>
                  <a:moveTo>
                    <a:pt x="1823777" y="1918699"/>
                  </a:moveTo>
                  <a:lnTo>
                    <a:pt x="1725762" y="1895396"/>
                  </a:lnTo>
                  <a:lnTo>
                    <a:pt x="1752817" y="1948566"/>
                  </a:lnTo>
                  <a:close/>
                  <a:moveTo>
                    <a:pt x="1099234" y="1224857"/>
                  </a:moveTo>
                  <a:lnTo>
                    <a:pt x="1088570" y="1299415"/>
                  </a:lnTo>
                  <a:lnTo>
                    <a:pt x="1142417" y="1280520"/>
                  </a:lnTo>
                  <a:close/>
                  <a:moveTo>
                    <a:pt x="1142417" y="1280520"/>
                  </a:moveTo>
                  <a:lnTo>
                    <a:pt x="1100152" y="1217200"/>
                  </a:lnTo>
                  <a:lnTo>
                    <a:pt x="1099234" y="1224857"/>
                  </a:lnTo>
                  <a:close/>
                  <a:moveTo>
                    <a:pt x="1213129" y="1183533"/>
                  </a:moveTo>
                  <a:lnTo>
                    <a:pt x="1100152" y="1217200"/>
                  </a:lnTo>
                  <a:lnTo>
                    <a:pt x="1142417" y="1280520"/>
                  </a:lnTo>
                  <a:close/>
                  <a:moveTo>
                    <a:pt x="1221963" y="1276443"/>
                  </a:moveTo>
                  <a:lnTo>
                    <a:pt x="1213129" y="1183533"/>
                  </a:lnTo>
                  <a:lnTo>
                    <a:pt x="1142417" y="1280520"/>
                  </a:lnTo>
                  <a:close/>
                  <a:moveTo>
                    <a:pt x="1273079" y="1260978"/>
                  </a:moveTo>
                  <a:lnTo>
                    <a:pt x="1296762" y="1190859"/>
                  </a:lnTo>
                  <a:lnTo>
                    <a:pt x="1221963" y="1276443"/>
                  </a:lnTo>
                  <a:close/>
                  <a:moveTo>
                    <a:pt x="1221963" y="1276443"/>
                  </a:moveTo>
                  <a:lnTo>
                    <a:pt x="1296762" y="1190859"/>
                  </a:lnTo>
                  <a:lnTo>
                    <a:pt x="1289757" y="1181829"/>
                  </a:lnTo>
                  <a:close/>
                  <a:moveTo>
                    <a:pt x="1221963" y="1276443"/>
                  </a:moveTo>
                  <a:lnTo>
                    <a:pt x="1289757" y="1181829"/>
                  </a:lnTo>
                  <a:lnTo>
                    <a:pt x="1213129" y="1183533"/>
                  </a:lnTo>
                  <a:close/>
                  <a:moveTo>
                    <a:pt x="1300900" y="1178763"/>
                  </a:moveTo>
                  <a:lnTo>
                    <a:pt x="1289757" y="1181829"/>
                  </a:lnTo>
                  <a:lnTo>
                    <a:pt x="1296762" y="1190859"/>
                  </a:lnTo>
                  <a:close/>
                  <a:moveTo>
                    <a:pt x="1138434" y="1134985"/>
                  </a:moveTo>
                  <a:lnTo>
                    <a:pt x="1213129" y="1183533"/>
                  </a:lnTo>
                  <a:lnTo>
                    <a:pt x="1161912" y="1125079"/>
                  </a:lnTo>
                  <a:close/>
                  <a:moveTo>
                    <a:pt x="1138434" y="1134985"/>
                  </a:moveTo>
                  <a:lnTo>
                    <a:pt x="1100152" y="1217200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161912" y="1125079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300900" y="1178763"/>
                  </a:lnTo>
                  <a:lnTo>
                    <a:pt x="1287275" y="1155389"/>
                  </a:lnTo>
                  <a:close/>
                  <a:moveTo>
                    <a:pt x="1917859" y="2075167"/>
                  </a:moveTo>
                  <a:lnTo>
                    <a:pt x="2013184" y="1982296"/>
                  </a:lnTo>
                  <a:lnTo>
                    <a:pt x="2004768" y="1965011"/>
                  </a:lnTo>
                  <a:close/>
                  <a:moveTo>
                    <a:pt x="1917859" y="2075167"/>
                  </a:moveTo>
                  <a:lnTo>
                    <a:pt x="2004768" y="1965011"/>
                  </a:lnTo>
                  <a:lnTo>
                    <a:pt x="1903963" y="1986371"/>
                  </a:lnTo>
                  <a:close/>
                  <a:moveTo>
                    <a:pt x="1823777" y="1918699"/>
                  </a:moveTo>
                  <a:lnTo>
                    <a:pt x="1903963" y="1986371"/>
                  </a:lnTo>
                  <a:lnTo>
                    <a:pt x="1883943" y="1902555"/>
                  </a:lnTo>
                  <a:close/>
                  <a:moveTo>
                    <a:pt x="1823777" y="1918699"/>
                  </a:moveTo>
                  <a:lnTo>
                    <a:pt x="1862715" y="2000914"/>
                  </a:lnTo>
                  <a:lnTo>
                    <a:pt x="1903963" y="1986371"/>
                  </a:lnTo>
                  <a:close/>
                  <a:moveTo>
                    <a:pt x="1847161" y="1855421"/>
                  </a:moveTo>
                  <a:lnTo>
                    <a:pt x="1823777" y="1918699"/>
                  </a:lnTo>
                  <a:lnTo>
                    <a:pt x="1883943" y="1902555"/>
                  </a:lnTo>
                  <a:close/>
                  <a:moveTo>
                    <a:pt x="1703721" y="1551402"/>
                  </a:moveTo>
                  <a:lnTo>
                    <a:pt x="1738002" y="1510752"/>
                  </a:lnTo>
                  <a:lnTo>
                    <a:pt x="1624336" y="1507624"/>
                  </a:lnTo>
                  <a:close/>
                  <a:moveTo>
                    <a:pt x="1630755" y="1589839"/>
                  </a:moveTo>
                  <a:lnTo>
                    <a:pt x="1703721" y="1551402"/>
                  </a:lnTo>
                  <a:lnTo>
                    <a:pt x="1624336" y="1507624"/>
                  </a:lnTo>
                  <a:close/>
                  <a:moveTo>
                    <a:pt x="1273079" y="1260978"/>
                  </a:moveTo>
                  <a:lnTo>
                    <a:pt x="1328862" y="13108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273079" y="12609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334351" y="1245666"/>
                  </a:lnTo>
                  <a:lnTo>
                    <a:pt x="1300900" y="1178763"/>
                  </a:lnTo>
                  <a:close/>
                  <a:moveTo>
                    <a:pt x="1300900" y="1178763"/>
                  </a:moveTo>
                  <a:lnTo>
                    <a:pt x="1334351" y="1245666"/>
                  </a:lnTo>
                  <a:lnTo>
                    <a:pt x="1419453" y="1222542"/>
                  </a:lnTo>
                  <a:close/>
                  <a:moveTo>
                    <a:pt x="1304832" y="1069479"/>
                  </a:moveTo>
                  <a:lnTo>
                    <a:pt x="1287275" y="1155389"/>
                  </a:lnTo>
                  <a:lnTo>
                    <a:pt x="1325992" y="1058111"/>
                  </a:lnTo>
                  <a:close/>
                  <a:moveTo>
                    <a:pt x="1325992" y="1058111"/>
                  </a:moveTo>
                  <a:lnTo>
                    <a:pt x="1287275" y="1155389"/>
                  </a:lnTo>
                  <a:lnTo>
                    <a:pt x="1300900" y="1178763"/>
                  </a:lnTo>
                  <a:close/>
                  <a:moveTo>
                    <a:pt x="1325992" y="1058111"/>
                  </a:moveTo>
                  <a:lnTo>
                    <a:pt x="1300900" y="1178763"/>
                  </a:lnTo>
                  <a:lnTo>
                    <a:pt x="1391695" y="1140327"/>
                  </a:lnTo>
                  <a:close/>
                  <a:moveTo>
                    <a:pt x="1246973" y="1096548"/>
                  </a:moveTo>
                  <a:lnTo>
                    <a:pt x="1287275" y="1155389"/>
                  </a:lnTo>
                  <a:lnTo>
                    <a:pt x="1304832" y="1069479"/>
                  </a:lnTo>
                  <a:close/>
                  <a:moveTo>
                    <a:pt x="1262994" y="1014333"/>
                  </a:moveTo>
                  <a:lnTo>
                    <a:pt x="1304832" y="1069479"/>
                  </a:lnTo>
                  <a:lnTo>
                    <a:pt x="1325992" y="1058111"/>
                  </a:lnTo>
                  <a:close/>
                  <a:moveTo>
                    <a:pt x="1333888" y="975897"/>
                  </a:moveTo>
                  <a:lnTo>
                    <a:pt x="1426350" y="966308"/>
                  </a:lnTo>
                  <a:lnTo>
                    <a:pt x="1387313" y="962924"/>
                  </a:lnTo>
                  <a:close/>
                  <a:moveTo>
                    <a:pt x="1387050" y="1019675"/>
                  </a:moveTo>
                  <a:lnTo>
                    <a:pt x="1426350" y="966308"/>
                  </a:lnTo>
                  <a:lnTo>
                    <a:pt x="1333888" y="975897"/>
                  </a:lnTo>
                  <a:close/>
                  <a:moveTo>
                    <a:pt x="1325992" y="1058111"/>
                  </a:moveTo>
                  <a:lnTo>
                    <a:pt x="1387050" y="1019675"/>
                  </a:lnTo>
                  <a:lnTo>
                    <a:pt x="1333888" y="975897"/>
                  </a:lnTo>
                  <a:close/>
                  <a:moveTo>
                    <a:pt x="1387313" y="962924"/>
                  </a:moveTo>
                  <a:lnTo>
                    <a:pt x="1426350" y="966308"/>
                  </a:lnTo>
                  <a:lnTo>
                    <a:pt x="1443222" y="937460"/>
                  </a:lnTo>
                  <a:close/>
                  <a:moveTo>
                    <a:pt x="1481724" y="958141"/>
                  </a:moveTo>
                  <a:lnTo>
                    <a:pt x="1426350" y="966308"/>
                  </a:lnTo>
                  <a:lnTo>
                    <a:pt x="1387050" y="1019675"/>
                  </a:lnTo>
                  <a:close/>
                  <a:moveTo>
                    <a:pt x="754903" y="127823"/>
                  </a:moveTo>
                  <a:lnTo>
                    <a:pt x="684875" y="144660"/>
                  </a:lnTo>
                  <a:lnTo>
                    <a:pt x="819053" y="152469"/>
                  </a:lnTo>
                  <a:close/>
                  <a:moveTo>
                    <a:pt x="1310917" y="164430"/>
                  </a:moveTo>
                  <a:lnTo>
                    <a:pt x="1343688" y="75098"/>
                  </a:lnTo>
                  <a:lnTo>
                    <a:pt x="1342221" y="43778"/>
                  </a:lnTo>
                  <a:close/>
                  <a:moveTo>
                    <a:pt x="1295916" y="0"/>
                  </a:moveTo>
                  <a:lnTo>
                    <a:pt x="1297702" y="74354"/>
                  </a:lnTo>
                  <a:lnTo>
                    <a:pt x="1342221" y="43778"/>
                  </a:lnTo>
                  <a:close/>
                  <a:moveTo>
                    <a:pt x="1619490" y="290424"/>
                  </a:moveTo>
                  <a:lnTo>
                    <a:pt x="1674073" y="259176"/>
                  </a:lnTo>
                  <a:lnTo>
                    <a:pt x="1645748" y="273452"/>
                  </a:lnTo>
                  <a:close/>
                  <a:moveTo>
                    <a:pt x="1645223" y="334202"/>
                  </a:moveTo>
                  <a:lnTo>
                    <a:pt x="1674073" y="259176"/>
                  </a:lnTo>
                  <a:lnTo>
                    <a:pt x="1619490" y="290424"/>
                  </a:lnTo>
                  <a:close/>
                  <a:moveTo>
                    <a:pt x="1645748" y="273452"/>
                  </a:moveTo>
                  <a:lnTo>
                    <a:pt x="1620431" y="273822"/>
                  </a:lnTo>
                  <a:lnTo>
                    <a:pt x="1619490" y="290424"/>
                  </a:lnTo>
                  <a:close/>
                  <a:moveTo>
                    <a:pt x="1657144" y="169772"/>
                  </a:moveTo>
                  <a:lnTo>
                    <a:pt x="1645748" y="273452"/>
                  </a:lnTo>
                  <a:lnTo>
                    <a:pt x="1677423" y="251987"/>
                  </a:lnTo>
                  <a:close/>
                  <a:moveTo>
                    <a:pt x="1645748" y="273452"/>
                  </a:moveTo>
                  <a:lnTo>
                    <a:pt x="1674073" y="259176"/>
                  </a:lnTo>
                  <a:lnTo>
                    <a:pt x="1677423" y="25198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67" name="Candidate_density__2086">
              <a:extLst>
                <a:ext uri="{FF2B5EF4-FFF2-40B4-BE49-F238E27FC236}">
                  <a16:creationId xmlns:a16="http://schemas.microsoft.com/office/drawing/2014/main" id="{E5F972E3-07EB-97F5-C584-DB815E459724}"/>
                </a:ext>
              </a:extLst>
            </p:cNvPr>
            <p:cNvSpPr>
              <a:spLocks noGrp="1"/>
            </p:cNvSpPr>
            <p:nvPr/>
          </p:nvSpPr>
          <p:spPr>
            <a:xfrm>
              <a:off x="4375322" y="1774817"/>
              <a:ext cx="2188355" cy="3126434"/>
            </a:xfrm>
            <a:custGeom>
              <a:avLst/>
              <a:gdLst/>
              <a:ahLst/>
              <a:cxnLst/>
              <a:rect l="0" t="0" r="0" b="0"/>
              <a:pathLst>
                <a:path w="2188355" h="3126434">
                  <a:moveTo>
                    <a:pt x="658627" y="3126434"/>
                  </a:moveTo>
                  <a:lnTo>
                    <a:pt x="708313" y="3119873"/>
                  </a:lnTo>
                  <a:lnTo>
                    <a:pt x="625101" y="3064543"/>
                  </a:lnTo>
                  <a:close/>
                  <a:moveTo>
                    <a:pt x="760748" y="3081437"/>
                  </a:moveTo>
                  <a:lnTo>
                    <a:pt x="716127" y="3126214"/>
                  </a:lnTo>
                  <a:lnTo>
                    <a:pt x="761962" y="3082382"/>
                  </a:lnTo>
                  <a:close/>
                  <a:moveTo>
                    <a:pt x="760748" y="3081437"/>
                  </a:moveTo>
                  <a:lnTo>
                    <a:pt x="708313" y="3119873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61962" y="3082382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71361" y="3081437"/>
                  </a:lnTo>
                  <a:lnTo>
                    <a:pt x="761962" y="3082382"/>
                  </a:lnTo>
                  <a:close/>
                  <a:moveTo>
                    <a:pt x="0" y="2012640"/>
                  </a:moveTo>
                  <a:lnTo>
                    <a:pt x="19509" y="2020080"/>
                  </a:lnTo>
                  <a:lnTo>
                    <a:pt x="33068" y="2029116"/>
                  </a:lnTo>
                  <a:close/>
                  <a:moveTo>
                    <a:pt x="790512" y="2973924"/>
                  </a:moveTo>
                  <a:lnTo>
                    <a:pt x="771361" y="3081437"/>
                  </a:lnTo>
                  <a:lnTo>
                    <a:pt x="833359" y="3070668"/>
                  </a:lnTo>
                  <a:close/>
                  <a:moveTo>
                    <a:pt x="40738" y="2002822"/>
                  </a:moveTo>
                  <a:lnTo>
                    <a:pt x="0" y="2012640"/>
                  </a:lnTo>
                  <a:lnTo>
                    <a:pt x="33068" y="2029116"/>
                  </a:lnTo>
                  <a:close/>
                  <a:moveTo>
                    <a:pt x="60948" y="1918152"/>
                  </a:moveTo>
                  <a:lnTo>
                    <a:pt x="0" y="2012640"/>
                  </a:lnTo>
                  <a:lnTo>
                    <a:pt x="40738" y="2002822"/>
                  </a:lnTo>
                  <a:close/>
                  <a:moveTo>
                    <a:pt x="40738" y="2002822"/>
                  </a:moveTo>
                  <a:lnTo>
                    <a:pt x="127974" y="1992492"/>
                  </a:lnTo>
                  <a:lnTo>
                    <a:pt x="60948" y="1918152"/>
                  </a:lnTo>
                  <a:close/>
                  <a:moveTo>
                    <a:pt x="127974" y="1992492"/>
                  </a:moveTo>
                  <a:lnTo>
                    <a:pt x="143500" y="1948143"/>
                  </a:lnTo>
                  <a:lnTo>
                    <a:pt x="60948" y="1918152"/>
                  </a:lnTo>
                  <a:close/>
                  <a:moveTo>
                    <a:pt x="875617" y="2949331"/>
                  </a:moveTo>
                  <a:lnTo>
                    <a:pt x="876266" y="3015888"/>
                  </a:lnTo>
                  <a:lnTo>
                    <a:pt x="928898" y="2960785"/>
                  </a:lnTo>
                  <a:close/>
                  <a:moveTo>
                    <a:pt x="154570" y="1870778"/>
                  </a:moveTo>
                  <a:lnTo>
                    <a:pt x="78163" y="1872304"/>
                  </a:lnTo>
                  <a:lnTo>
                    <a:pt x="60948" y="1918152"/>
                  </a:lnTo>
                  <a:close/>
                  <a:moveTo>
                    <a:pt x="657925" y="2143976"/>
                  </a:moveTo>
                  <a:lnTo>
                    <a:pt x="625192" y="2204074"/>
                  </a:lnTo>
                  <a:lnTo>
                    <a:pt x="669465" y="2155508"/>
                  </a:lnTo>
                  <a:close/>
                  <a:moveTo>
                    <a:pt x="669465" y="2155508"/>
                  </a:moveTo>
                  <a:lnTo>
                    <a:pt x="625192" y="2204074"/>
                  </a:lnTo>
                  <a:lnTo>
                    <a:pt x="620997" y="2234411"/>
                  </a:lnTo>
                  <a:close/>
                  <a:moveTo>
                    <a:pt x="54712" y="1679636"/>
                  </a:moveTo>
                  <a:lnTo>
                    <a:pt x="116124" y="1630587"/>
                  </a:lnTo>
                  <a:lnTo>
                    <a:pt x="168509" y="1611241"/>
                  </a:lnTo>
                  <a:close/>
                  <a:moveTo>
                    <a:pt x="454057" y="1708986"/>
                  </a:moveTo>
                  <a:lnTo>
                    <a:pt x="443958" y="1694464"/>
                  </a:lnTo>
                  <a:lnTo>
                    <a:pt x="462337" y="1776679"/>
                  </a:lnTo>
                  <a:close/>
                  <a:moveTo>
                    <a:pt x="1129171" y="2681045"/>
                  </a:moveTo>
                  <a:lnTo>
                    <a:pt x="1141936" y="2714410"/>
                  </a:lnTo>
                  <a:lnTo>
                    <a:pt x="1203437" y="2757542"/>
                  </a:lnTo>
                  <a:close/>
                  <a:moveTo>
                    <a:pt x="1183057" y="2580888"/>
                  </a:moveTo>
                  <a:lnTo>
                    <a:pt x="1252175" y="2661111"/>
                  </a:lnTo>
                  <a:lnTo>
                    <a:pt x="1258674" y="2580004"/>
                  </a:lnTo>
                  <a:close/>
                  <a:moveTo>
                    <a:pt x="322549" y="1693311"/>
                  </a:moveTo>
                  <a:lnTo>
                    <a:pt x="337553" y="1612249"/>
                  </a:lnTo>
                  <a:lnTo>
                    <a:pt x="321199" y="1595720"/>
                  </a:lnTo>
                  <a:close/>
                  <a:moveTo>
                    <a:pt x="702953" y="1727913"/>
                  </a:moveTo>
                  <a:lnTo>
                    <a:pt x="831460" y="1772355"/>
                  </a:lnTo>
                  <a:lnTo>
                    <a:pt x="755430" y="1766747"/>
                  </a:lnTo>
                  <a:close/>
                  <a:moveTo>
                    <a:pt x="598134" y="1652445"/>
                  </a:moveTo>
                  <a:lnTo>
                    <a:pt x="688499" y="1731705"/>
                  </a:lnTo>
                  <a:lnTo>
                    <a:pt x="702953" y="1727913"/>
                  </a:lnTo>
                  <a:close/>
                  <a:moveTo>
                    <a:pt x="1716833" y="2638150"/>
                  </a:moveTo>
                  <a:lnTo>
                    <a:pt x="1724454" y="2647951"/>
                  </a:lnTo>
                  <a:lnTo>
                    <a:pt x="1681889" y="2578399"/>
                  </a:lnTo>
                  <a:close/>
                  <a:moveTo>
                    <a:pt x="880790" y="1844111"/>
                  </a:moveTo>
                  <a:lnTo>
                    <a:pt x="906802" y="1946451"/>
                  </a:lnTo>
                  <a:lnTo>
                    <a:pt x="910591" y="1864236"/>
                  </a:lnTo>
                  <a:close/>
                  <a:moveTo>
                    <a:pt x="880790" y="1844111"/>
                  </a:moveTo>
                  <a:lnTo>
                    <a:pt x="910591" y="1864236"/>
                  </a:lnTo>
                  <a:lnTo>
                    <a:pt x="836713" y="1791994"/>
                  </a:lnTo>
                  <a:close/>
                  <a:moveTo>
                    <a:pt x="826988" y="1661369"/>
                  </a:moveTo>
                  <a:lnTo>
                    <a:pt x="771514" y="1772267"/>
                  </a:lnTo>
                  <a:lnTo>
                    <a:pt x="831460" y="1772355"/>
                  </a:lnTo>
                  <a:close/>
                  <a:moveTo>
                    <a:pt x="1444473" y="2240614"/>
                  </a:moveTo>
                  <a:lnTo>
                    <a:pt x="1403625" y="2222477"/>
                  </a:lnTo>
                  <a:lnTo>
                    <a:pt x="1509619" y="2280654"/>
                  </a:lnTo>
                  <a:close/>
                  <a:moveTo>
                    <a:pt x="1562088" y="2314926"/>
                  </a:moveTo>
                  <a:lnTo>
                    <a:pt x="1672704" y="2362869"/>
                  </a:lnTo>
                  <a:lnTo>
                    <a:pt x="1622664" y="2349524"/>
                  </a:lnTo>
                  <a:close/>
                  <a:moveTo>
                    <a:pt x="867652" y="1554515"/>
                  </a:moveTo>
                  <a:lnTo>
                    <a:pt x="877887" y="1579155"/>
                  </a:lnTo>
                  <a:lnTo>
                    <a:pt x="843229" y="1474279"/>
                  </a:lnTo>
                  <a:close/>
                  <a:moveTo>
                    <a:pt x="843229" y="1474279"/>
                  </a:moveTo>
                  <a:lnTo>
                    <a:pt x="877887" y="1579155"/>
                  </a:lnTo>
                  <a:lnTo>
                    <a:pt x="951287" y="1511302"/>
                  </a:lnTo>
                  <a:close/>
                  <a:moveTo>
                    <a:pt x="1769537" y="2445084"/>
                  </a:moveTo>
                  <a:lnTo>
                    <a:pt x="1812443" y="2501762"/>
                  </a:lnTo>
                  <a:lnTo>
                    <a:pt x="1817499" y="2488863"/>
                  </a:lnTo>
                  <a:close/>
                  <a:moveTo>
                    <a:pt x="1622664" y="2349524"/>
                  </a:moveTo>
                  <a:lnTo>
                    <a:pt x="1743063" y="2305818"/>
                  </a:lnTo>
                  <a:lnTo>
                    <a:pt x="1667548" y="2302137"/>
                  </a:lnTo>
                  <a:close/>
                  <a:moveTo>
                    <a:pt x="1077848" y="1504815"/>
                  </a:moveTo>
                  <a:lnTo>
                    <a:pt x="985112" y="1519615"/>
                  </a:lnTo>
                  <a:lnTo>
                    <a:pt x="988014" y="1420066"/>
                  </a:lnTo>
                  <a:close/>
                  <a:moveTo>
                    <a:pt x="1023085" y="1501088"/>
                  </a:moveTo>
                  <a:lnTo>
                    <a:pt x="1077848" y="1504815"/>
                  </a:lnTo>
                  <a:lnTo>
                    <a:pt x="988014" y="1420066"/>
                  </a:lnTo>
                  <a:close/>
                  <a:moveTo>
                    <a:pt x="951287" y="1511302"/>
                  </a:moveTo>
                  <a:lnTo>
                    <a:pt x="1023085" y="1501088"/>
                  </a:lnTo>
                  <a:lnTo>
                    <a:pt x="988014" y="1420066"/>
                  </a:lnTo>
                  <a:close/>
                  <a:moveTo>
                    <a:pt x="308982" y="781777"/>
                  </a:moveTo>
                  <a:lnTo>
                    <a:pt x="413867" y="780237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397739" y="834967"/>
                  </a:lnTo>
                  <a:lnTo>
                    <a:pt x="467146" y="815813"/>
                  </a:lnTo>
                  <a:close/>
                  <a:moveTo>
                    <a:pt x="469979" y="795211"/>
                  </a:moveTo>
                  <a:lnTo>
                    <a:pt x="413867" y="780237"/>
                  </a:lnTo>
                  <a:lnTo>
                    <a:pt x="397739" y="834967"/>
                  </a:lnTo>
                  <a:close/>
                  <a:moveTo>
                    <a:pt x="413867" y="780237"/>
                  </a:moveTo>
                  <a:lnTo>
                    <a:pt x="469979" y="795211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497025" y="712323"/>
                  </a:lnTo>
                  <a:lnTo>
                    <a:pt x="418340" y="696791"/>
                  </a:lnTo>
                  <a:close/>
                  <a:moveTo>
                    <a:pt x="1792951" y="2048238"/>
                  </a:moveTo>
                  <a:lnTo>
                    <a:pt x="1799369" y="2143113"/>
                  </a:lnTo>
                  <a:lnTo>
                    <a:pt x="1744206" y="2094889"/>
                  </a:lnTo>
                  <a:close/>
                  <a:moveTo>
                    <a:pt x="1624341" y="1964038"/>
                  </a:moveTo>
                  <a:lnTo>
                    <a:pt x="1714299" y="1983071"/>
                  </a:lnTo>
                  <a:lnTo>
                    <a:pt x="1639215" y="1981003"/>
                  </a:lnTo>
                  <a:close/>
                  <a:moveTo>
                    <a:pt x="1320254" y="1748927"/>
                  </a:moveTo>
                  <a:lnTo>
                    <a:pt x="1356441" y="1710491"/>
                  </a:lnTo>
                  <a:lnTo>
                    <a:pt x="1335801" y="1831142"/>
                  </a:lnTo>
                  <a:close/>
                  <a:moveTo>
                    <a:pt x="1336384" y="1628275"/>
                  </a:moveTo>
                  <a:lnTo>
                    <a:pt x="1356441" y="1710491"/>
                  </a:lnTo>
                  <a:lnTo>
                    <a:pt x="1348277" y="1666712"/>
                  </a:lnTo>
                  <a:close/>
                  <a:moveTo>
                    <a:pt x="1336384" y="1628275"/>
                  </a:moveTo>
                  <a:lnTo>
                    <a:pt x="1348277" y="1666712"/>
                  </a:lnTo>
                  <a:lnTo>
                    <a:pt x="1386162" y="1592195"/>
                  </a:lnTo>
                  <a:close/>
                  <a:moveTo>
                    <a:pt x="771515" y="971528"/>
                  </a:moveTo>
                  <a:lnTo>
                    <a:pt x="773391" y="1008991"/>
                  </a:lnTo>
                  <a:lnTo>
                    <a:pt x="771855" y="967348"/>
                  </a:lnTo>
                  <a:close/>
                  <a:moveTo>
                    <a:pt x="535740" y="641871"/>
                  </a:moveTo>
                  <a:lnTo>
                    <a:pt x="531737" y="641694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35740" y="641871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71809" y="713270"/>
                  </a:lnTo>
                  <a:lnTo>
                    <a:pt x="535740" y="641871"/>
                  </a:lnTo>
                  <a:close/>
                  <a:moveTo>
                    <a:pt x="439637" y="395049"/>
                  </a:moveTo>
                  <a:lnTo>
                    <a:pt x="391667" y="381861"/>
                  </a:lnTo>
                  <a:lnTo>
                    <a:pt x="336591" y="391142"/>
                  </a:lnTo>
                  <a:close/>
                  <a:moveTo>
                    <a:pt x="1717903" y="1948566"/>
                  </a:moveTo>
                  <a:lnTo>
                    <a:pt x="1645848" y="1946554"/>
                  </a:lnTo>
                  <a:lnTo>
                    <a:pt x="1639215" y="1981003"/>
                  </a:lnTo>
                  <a:close/>
                  <a:moveTo>
                    <a:pt x="1645848" y="1946554"/>
                  </a:moveTo>
                  <a:lnTo>
                    <a:pt x="1717903" y="1948566"/>
                  </a:lnTo>
                  <a:lnTo>
                    <a:pt x="1649855" y="1843204"/>
                  </a:lnTo>
                  <a:close/>
                  <a:moveTo>
                    <a:pt x="1627431" y="1761342"/>
                  </a:moveTo>
                  <a:lnTo>
                    <a:pt x="1649855" y="1843204"/>
                  </a:lnTo>
                  <a:lnTo>
                    <a:pt x="1682170" y="1874921"/>
                  </a:lnTo>
                  <a:close/>
                  <a:moveTo>
                    <a:pt x="1394663" y="1529117"/>
                  </a:moveTo>
                  <a:lnTo>
                    <a:pt x="1336384" y="1628275"/>
                  </a:lnTo>
                  <a:lnTo>
                    <a:pt x="1386162" y="1592195"/>
                  </a:lnTo>
                  <a:close/>
                  <a:moveTo>
                    <a:pt x="535740" y="641871"/>
                  </a:moveTo>
                  <a:lnTo>
                    <a:pt x="535927" y="641504"/>
                  </a:lnTo>
                  <a:lnTo>
                    <a:pt x="531737" y="641694"/>
                  </a:lnTo>
                  <a:close/>
                  <a:moveTo>
                    <a:pt x="535927" y="641504"/>
                  </a:moveTo>
                  <a:lnTo>
                    <a:pt x="535740" y="641871"/>
                  </a:lnTo>
                  <a:lnTo>
                    <a:pt x="536047" y="641694"/>
                  </a:lnTo>
                  <a:close/>
                  <a:moveTo>
                    <a:pt x="571797" y="561478"/>
                  </a:moveTo>
                  <a:lnTo>
                    <a:pt x="536047" y="641694"/>
                  </a:lnTo>
                  <a:lnTo>
                    <a:pt x="598925" y="599450"/>
                  </a:lnTo>
                  <a:close/>
                  <a:moveTo>
                    <a:pt x="2085287" y="2044693"/>
                  </a:moveTo>
                  <a:lnTo>
                    <a:pt x="2014264" y="1989498"/>
                  </a:lnTo>
                  <a:lnTo>
                    <a:pt x="2060197" y="2009948"/>
                  </a:lnTo>
                  <a:close/>
                  <a:moveTo>
                    <a:pt x="2101318" y="2118909"/>
                  </a:moveTo>
                  <a:lnTo>
                    <a:pt x="2187785" y="2208317"/>
                  </a:lnTo>
                  <a:lnTo>
                    <a:pt x="2111754" y="2126908"/>
                  </a:lnTo>
                  <a:close/>
                  <a:moveTo>
                    <a:pt x="2188229" y="2208937"/>
                  </a:moveTo>
                  <a:lnTo>
                    <a:pt x="2187785" y="2208317"/>
                  </a:lnTo>
                  <a:lnTo>
                    <a:pt x="2101318" y="2118909"/>
                  </a:lnTo>
                  <a:close/>
                  <a:moveTo>
                    <a:pt x="2188229" y="2208937"/>
                  </a:moveTo>
                  <a:lnTo>
                    <a:pt x="2188355" y="2209123"/>
                  </a:lnTo>
                  <a:lnTo>
                    <a:pt x="2187785" y="2208317"/>
                  </a:lnTo>
                  <a:close/>
                  <a:moveTo>
                    <a:pt x="1585656" y="1350350"/>
                  </a:moveTo>
                  <a:lnTo>
                    <a:pt x="1710203" y="1354273"/>
                  </a:lnTo>
                  <a:lnTo>
                    <a:pt x="1656368" y="1266320"/>
                  </a:lnTo>
                  <a:close/>
                  <a:moveTo>
                    <a:pt x="1839793" y="1509695"/>
                  </a:moveTo>
                  <a:lnTo>
                    <a:pt x="1882483" y="1595181"/>
                  </a:lnTo>
                  <a:lnTo>
                    <a:pt x="1842020" y="1512966"/>
                  </a:lnTo>
                  <a:close/>
                  <a:moveTo>
                    <a:pt x="1839793" y="1509695"/>
                  </a:moveTo>
                  <a:lnTo>
                    <a:pt x="1872094" y="1583528"/>
                  </a:lnTo>
                  <a:lnTo>
                    <a:pt x="1882483" y="1595181"/>
                  </a:lnTo>
                  <a:close/>
                  <a:moveTo>
                    <a:pt x="1558246" y="981239"/>
                  </a:moveTo>
                  <a:lnTo>
                    <a:pt x="1545363" y="1047953"/>
                  </a:lnTo>
                  <a:lnTo>
                    <a:pt x="1561764" y="1013990"/>
                  </a:lnTo>
                  <a:close/>
                  <a:moveTo>
                    <a:pt x="1561764" y="1013990"/>
                  </a:moveTo>
                  <a:lnTo>
                    <a:pt x="1545363" y="1047953"/>
                  </a:lnTo>
                  <a:lnTo>
                    <a:pt x="1545911" y="1066380"/>
                  </a:lnTo>
                  <a:close/>
                  <a:moveTo>
                    <a:pt x="1771864" y="1204051"/>
                  </a:moveTo>
                  <a:lnTo>
                    <a:pt x="1828338" y="1269977"/>
                  </a:lnTo>
                  <a:lnTo>
                    <a:pt x="1820460" y="1225136"/>
                  </a:lnTo>
                  <a:close/>
                  <a:moveTo>
                    <a:pt x="1820460" y="1225136"/>
                  </a:moveTo>
                  <a:lnTo>
                    <a:pt x="1828338" y="1269977"/>
                  </a:lnTo>
                  <a:lnTo>
                    <a:pt x="1824573" y="1227884"/>
                  </a:lnTo>
                  <a:close/>
                  <a:moveTo>
                    <a:pt x="1820460" y="1225136"/>
                  </a:moveTo>
                  <a:lnTo>
                    <a:pt x="1824573" y="1227884"/>
                  </a:lnTo>
                  <a:lnTo>
                    <a:pt x="1809951" y="1201231"/>
                  </a:lnTo>
                  <a:close/>
                  <a:moveTo>
                    <a:pt x="1198030" y="466779"/>
                  </a:moveTo>
                  <a:lnTo>
                    <a:pt x="1251499" y="506557"/>
                  </a:lnTo>
                  <a:lnTo>
                    <a:pt x="1217543" y="487948"/>
                  </a:lnTo>
                  <a:close/>
                  <a:moveTo>
                    <a:pt x="1288259" y="554108"/>
                  </a:moveTo>
                  <a:lnTo>
                    <a:pt x="1251499" y="506557"/>
                  </a:lnTo>
                  <a:lnTo>
                    <a:pt x="1198030" y="466779"/>
                  </a:lnTo>
                  <a:close/>
                  <a:moveTo>
                    <a:pt x="1216587" y="439483"/>
                  </a:moveTo>
                  <a:lnTo>
                    <a:pt x="1217543" y="487948"/>
                  </a:lnTo>
                  <a:lnTo>
                    <a:pt x="1244065" y="478767"/>
                  </a:lnTo>
                  <a:close/>
                  <a:moveTo>
                    <a:pt x="1153944" y="82215"/>
                  </a:moveTo>
                  <a:lnTo>
                    <a:pt x="1103530" y="38436"/>
                  </a:lnTo>
                  <a:lnTo>
                    <a:pt x="1109012" y="0"/>
                  </a:lnTo>
                  <a:close/>
                  <a:moveTo>
                    <a:pt x="1547639" y="224736"/>
                  </a:moveTo>
                  <a:lnTo>
                    <a:pt x="1494683" y="208209"/>
                  </a:lnTo>
                  <a:lnTo>
                    <a:pt x="1493553" y="208636"/>
                  </a:lnTo>
                  <a:close/>
                  <a:moveTo>
                    <a:pt x="1379689" y="276782"/>
                  </a:moveTo>
                  <a:lnTo>
                    <a:pt x="1459761" y="297497"/>
                  </a:lnTo>
                  <a:lnTo>
                    <a:pt x="1493553" y="208636"/>
                  </a:lnTo>
                  <a:close/>
                  <a:moveTo>
                    <a:pt x="1759873" y="213551"/>
                  </a:moveTo>
                  <a:lnTo>
                    <a:pt x="1812838" y="295766"/>
                  </a:lnTo>
                  <a:lnTo>
                    <a:pt x="1766239" y="25198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68" name="Candidate_density__2087">
              <a:extLst>
                <a:ext uri="{FF2B5EF4-FFF2-40B4-BE49-F238E27FC236}">
                  <a16:creationId xmlns:a16="http://schemas.microsoft.com/office/drawing/2014/main" id="{BF8B45BB-1717-2A68-BD4F-C7A2D582710D}"/>
                </a:ext>
              </a:extLst>
            </p:cNvPr>
            <p:cNvSpPr>
              <a:spLocks noGrp="1"/>
            </p:cNvSpPr>
            <p:nvPr/>
          </p:nvSpPr>
          <p:spPr>
            <a:xfrm>
              <a:off x="4453485" y="1913888"/>
              <a:ext cx="2117010" cy="2987143"/>
            </a:xfrm>
            <a:custGeom>
              <a:avLst/>
              <a:gdLst/>
              <a:ahLst/>
              <a:cxnLst/>
              <a:rect l="0" t="0" r="0" b="0"/>
              <a:pathLst>
                <a:path w="2117010" h="2987143">
                  <a:moveTo>
                    <a:pt x="630150" y="2980801"/>
                  </a:moveTo>
                  <a:lnTo>
                    <a:pt x="630369" y="2985597"/>
                  </a:lnTo>
                  <a:lnTo>
                    <a:pt x="637963" y="2987143"/>
                  </a:lnTo>
                  <a:close/>
                  <a:moveTo>
                    <a:pt x="648245" y="2980801"/>
                  </a:moveTo>
                  <a:lnTo>
                    <a:pt x="637963" y="2987143"/>
                  </a:lnTo>
                  <a:lnTo>
                    <a:pt x="630369" y="2985597"/>
                  </a:lnTo>
                  <a:close/>
                  <a:moveTo>
                    <a:pt x="693197" y="2942365"/>
                  </a:moveTo>
                  <a:lnTo>
                    <a:pt x="648245" y="2980801"/>
                  </a:lnTo>
                  <a:lnTo>
                    <a:pt x="755196" y="2931596"/>
                  </a:lnTo>
                  <a:close/>
                  <a:moveTo>
                    <a:pt x="777257" y="2860150"/>
                  </a:moveTo>
                  <a:lnTo>
                    <a:pt x="850735" y="2821714"/>
                  </a:lnTo>
                  <a:lnTo>
                    <a:pt x="798103" y="2876817"/>
                  </a:lnTo>
                  <a:close/>
                  <a:moveTo>
                    <a:pt x="797454" y="2810260"/>
                  </a:moveTo>
                  <a:lnTo>
                    <a:pt x="850735" y="2821714"/>
                  </a:lnTo>
                  <a:lnTo>
                    <a:pt x="839887" y="2736262"/>
                  </a:lnTo>
                  <a:close/>
                  <a:moveTo>
                    <a:pt x="783704" y="2721346"/>
                  </a:moveTo>
                  <a:lnTo>
                    <a:pt x="839887" y="2736262"/>
                  </a:lnTo>
                  <a:lnTo>
                    <a:pt x="830928" y="2643453"/>
                  </a:lnTo>
                  <a:close/>
                  <a:moveTo>
                    <a:pt x="51874" y="1651560"/>
                  </a:moveTo>
                  <a:lnTo>
                    <a:pt x="0" y="1733232"/>
                  </a:lnTo>
                  <a:lnTo>
                    <a:pt x="76407" y="1731707"/>
                  </a:lnTo>
                  <a:close/>
                  <a:moveTo>
                    <a:pt x="467516" y="2196071"/>
                  </a:moveTo>
                  <a:lnTo>
                    <a:pt x="458353" y="2227318"/>
                  </a:lnTo>
                  <a:lnTo>
                    <a:pt x="482477" y="2207771"/>
                  </a:lnTo>
                  <a:close/>
                  <a:moveTo>
                    <a:pt x="484095" y="2108362"/>
                  </a:moveTo>
                  <a:lnTo>
                    <a:pt x="542833" y="2095340"/>
                  </a:lnTo>
                  <a:lnTo>
                    <a:pt x="515422" y="2087120"/>
                  </a:lnTo>
                  <a:close/>
                  <a:moveTo>
                    <a:pt x="484095" y="2108362"/>
                  </a:moveTo>
                  <a:lnTo>
                    <a:pt x="520145" y="2179690"/>
                  </a:lnTo>
                  <a:lnTo>
                    <a:pt x="542833" y="2095340"/>
                  </a:lnTo>
                  <a:close/>
                  <a:moveTo>
                    <a:pt x="467516" y="2196071"/>
                  </a:moveTo>
                  <a:lnTo>
                    <a:pt x="520145" y="2179690"/>
                  </a:lnTo>
                  <a:lnTo>
                    <a:pt x="484095" y="2108362"/>
                  </a:lnTo>
                  <a:close/>
                  <a:moveTo>
                    <a:pt x="482477" y="2207771"/>
                  </a:moveTo>
                  <a:lnTo>
                    <a:pt x="520145" y="2179690"/>
                  </a:lnTo>
                  <a:lnTo>
                    <a:pt x="467516" y="2196071"/>
                  </a:lnTo>
                  <a:close/>
                  <a:moveTo>
                    <a:pt x="600049" y="2109416"/>
                  </a:moveTo>
                  <a:lnTo>
                    <a:pt x="542833" y="2095340"/>
                  </a:lnTo>
                  <a:lnTo>
                    <a:pt x="520145" y="2179690"/>
                  </a:lnTo>
                  <a:close/>
                  <a:moveTo>
                    <a:pt x="515422" y="2087120"/>
                  </a:moveTo>
                  <a:lnTo>
                    <a:pt x="542833" y="2095340"/>
                  </a:lnTo>
                  <a:lnTo>
                    <a:pt x="547029" y="2065003"/>
                  </a:lnTo>
                  <a:close/>
                  <a:moveTo>
                    <a:pt x="579762" y="2004904"/>
                  </a:moveTo>
                  <a:lnTo>
                    <a:pt x="590220" y="2011285"/>
                  </a:lnTo>
                  <a:lnTo>
                    <a:pt x="547029" y="2065003"/>
                  </a:lnTo>
                  <a:close/>
                  <a:moveTo>
                    <a:pt x="249744" y="1390962"/>
                  </a:moveTo>
                  <a:lnTo>
                    <a:pt x="252540" y="1352526"/>
                  </a:lnTo>
                  <a:lnTo>
                    <a:pt x="259390" y="1473177"/>
                  </a:lnTo>
                  <a:close/>
                  <a:moveTo>
                    <a:pt x="813354" y="1845816"/>
                  </a:moveTo>
                  <a:lnTo>
                    <a:pt x="844449" y="1731631"/>
                  </a:lnTo>
                  <a:lnTo>
                    <a:pt x="832427" y="1725165"/>
                  </a:lnTo>
                  <a:close/>
                  <a:moveTo>
                    <a:pt x="813354" y="1845816"/>
                  </a:moveTo>
                  <a:lnTo>
                    <a:pt x="832427" y="1725165"/>
                  </a:lnTo>
                  <a:lnTo>
                    <a:pt x="828638" y="1807380"/>
                  </a:lnTo>
                  <a:close/>
                  <a:moveTo>
                    <a:pt x="766976" y="1533838"/>
                  </a:moveTo>
                  <a:lnTo>
                    <a:pt x="748825" y="1522298"/>
                  </a:lnTo>
                  <a:lnTo>
                    <a:pt x="753297" y="1633283"/>
                  </a:lnTo>
                  <a:close/>
                  <a:moveTo>
                    <a:pt x="766976" y="1533838"/>
                  </a:moveTo>
                  <a:lnTo>
                    <a:pt x="753297" y="1633283"/>
                  </a:lnTo>
                  <a:lnTo>
                    <a:pt x="781710" y="1560735"/>
                  </a:lnTo>
                  <a:close/>
                  <a:moveTo>
                    <a:pt x="748825" y="1522298"/>
                  </a:moveTo>
                  <a:lnTo>
                    <a:pt x="766976" y="1533838"/>
                  </a:lnTo>
                  <a:lnTo>
                    <a:pt x="773270" y="1492756"/>
                  </a:lnTo>
                  <a:close/>
                  <a:moveTo>
                    <a:pt x="1423522" y="2180019"/>
                  </a:moveTo>
                  <a:lnTo>
                    <a:pt x="1445593" y="2246517"/>
                  </a:lnTo>
                  <a:lnTo>
                    <a:pt x="1456259" y="2262234"/>
                  </a:lnTo>
                  <a:close/>
                  <a:moveTo>
                    <a:pt x="1544500" y="2210453"/>
                  </a:moveTo>
                  <a:lnTo>
                    <a:pt x="1445593" y="2246517"/>
                  </a:lnTo>
                  <a:lnTo>
                    <a:pt x="1423522" y="2180019"/>
                  </a:lnTo>
                  <a:close/>
                  <a:moveTo>
                    <a:pt x="789489" y="1415444"/>
                  </a:moveTo>
                  <a:lnTo>
                    <a:pt x="773270" y="1492756"/>
                  </a:lnTo>
                  <a:lnTo>
                    <a:pt x="799724" y="1440083"/>
                  </a:lnTo>
                  <a:close/>
                  <a:moveTo>
                    <a:pt x="873124" y="1372230"/>
                  </a:moveTo>
                  <a:lnTo>
                    <a:pt x="799724" y="1440083"/>
                  </a:lnTo>
                  <a:lnTo>
                    <a:pt x="819019" y="1385148"/>
                  </a:lnTo>
                  <a:close/>
                  <a:moveTo>
                    <a:pt x="819019" y="1385148"/>
                  </a:moveTo>
                  <a:lnTo>
                    <a:pt x="944922" y="1362016"/>
                  </a:lnTo>
                  <a:lnTo>
                    <a:pt x="873124" y="1372230"/>
                  </a:lnTo>
                  <a:close/>
                  <a:moveTo>
                    <a:pt x="93303" y="616957"/>
                  </a:moveTo>
                  <a:lnTo>
                    <a:pt x="230818" y="642706"/>
                  </a:lnTo>
                  <a:lnTo>
                    <a:pt x="156737" y="644387"/>
                  </a:lnTo>
                  <a:close/>
                  <a:moveTo>
                    <a:pt x="1242091" y="1609855"/>
                  </a:moveTo>
                  <a:lnTo>
                    <a:pt x="1257638" y="1692070"/>
                  </a:lnTo>
                  <a:lnTo>
                    <a:pt x="1222033" y="1648292"/>
                  </a:lnTo>
                  <a:close/>
                  <a:moveTo>
                    <a:pt x="1987955" y="2323421"/>
                  </a:moveTo>
                  <a:lnTo>
                    <a:pt x="1888584" y="2349791"/>
                  </a:lnTo>
                  <a:lnTo>
                    <a:pt x="1974936" y="2319316"/>
                  </a:lnTo>
                  <a:close/>
                  <a:moveTo>
                    <a:pt x="1974936" y="2319316"/>
                  </a:moveTo>
                  <a:lnTo>
                    <a:pt x="1888584" y="2349791"/>
                  </a:lnTo>
                  <a:lnTo>
                    <a:pt x="1930551" y="2323998"/>
                  </a:lnTo>
                  <a:close/>
                  <a:moveTo>
                    <a:pt x="1987955" y="2323421"/>
                  </a:moveTo>
                  <a:lnTo>
                    <a:pt x="1974936" y="2319316"/>
                  </a:lnTo>
                  <a:lnTo>
                    <a:pt x="2026849" y="2405383"/>
                  </a:lnTo>
                  <a:close/>
                  <a:moveTo>
                    <a:pt x="2073552" y="2364797"/>
                  </a:moveTo>
                  <a:lnTo>
                    <a:pt x="1987955" y="2323421"/>
                  </a:lnTo>
                  <a:lnTo>
                    <a:pt x="2026849" y="2405383"/>
                  </a:lnTo>
                  <a:close/>
                  <a:moveTo>
                    <a:pt x="1546178" y="1824967"/>
                  </a:moveTo>
                  <a:lnTo>
                    <a:pt x="1504182" y="1844506"/>
                  </a:lnTo>
                  <a:lnTo>
                    <a:pt x="1604007" y="1735850"/>
                  </a:lnTo>
                  <a:close/>
                  <a:moveTo>
                    <a:pt x="1278277" y="1571419"/>
                  </a:moveTo>
                  <a:lnTo>
                    <a:pt x="1242091" y="1609855"/>
                  </a:lnTo>
                  <a:lnTo>
                    <a:pt x="1270114" y="1527640"/>
                  </a:lnTo>
                  <a:close/>
                  <a:moveTo>
                    <a:pt x="457577" y="502799"/>
                  </a:moveTo>
                  <a:lnTo>
                    <a:pt x="512193" y="518775"/>
                  </a:lnTo>
                  <a:lnTo>
                    <a:pt x="457883" y="502623"/>
                  </a:lnTo>
                  <a:close/>
                  <a:moveTo>
                    <a:pt x="493646" y="574199"/>
                  </a:moveTo>
                  <a:lnTo>
                    <a:pt x="512193" y="518775"/>
                  </a:lnTo>
                  <a:lnTo>
                    <a:pt x="457577" y="502799"/>
                  </a:lnTo>
                  <a:close/>
                  <a:moveTo>
                    <a:pt x="457883" y="502623"/>
                  </a:moveTo>
                  <a:lnTo>
                    <a:pt x="512193" y="518775"/>
                  </a:lnTo>
                  <a:lnTo>
                    <a:pt x="520762" y="460379"/>
                  </a:lnTo>
                  <a:close/>
                  <a:moveTo>
                    <a:pt x="2094267" y="2282894"/>
                  </a:moveTo>
                  <a:lnTo>
                    <a:pt x="1987955" y="2323421"/>
                  </a:lnTo>
                  <a:lnTo>
                    <a:pt x="2073552" y="2364797"/>
                  </a:lnTo>
                  <a:close/>
                  <a:moveTo>
                    <a:pt x="2094267" y="2282894"/>
                  </a:moveTo>
                  <a:lnTo>
                    <a:pt x="2007523" y="2292823"/>
                  </a:lnTo>
                  <a:lnTo>
                    <a:pt x="1987955" y="2323421"/>
                  </a:lnTo>
                  <a:close/>
                  <a:moveTo>
                    <a:pt x="2007523" y="2292823"/>
                  </a:moveTo>
                  <a:lnTo>
                    <a:pt x="2094267" y="2282894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92156" y="2219151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73552" y="2364797"/>
                  </a:lnTo>
                  <a:lnTo>
                    <a:pt x="2099990" y="2311355"/>
                  </a:lnTo>
                  <a:close/>
                  <a:moveTo>
                    <a:pt x="2094267" y="2282894"/>
                  </a:moveTo>
                  <a:lnTo>
                    <a:pt x="2117010" y="2248620"/>
                  </a:lnTo>
                  <a:lnTo>
                    <a:pt x="2092156" y="2219151"/>
                  </a:lnTo>
                  <a:close/>
                  <a:moveTo>
                    <a:pt x="757126" y="786791"/>
                  </a:moveTo>
                  <a:lnTo>
                    <a:pt x="802863" y="742591"/>
                  </a:lnTo>
                  <a:lnTo>
                    <a:pt x="693692" y="828277"/>
                  </a:lnTo>
                  <a:close/>
                  <a:moveTo>
                    <a:pt x="493634" y="422406"/>
                  </a:moveTo>
                  <a:lnTo>
                    <a:pt x="520762" y="460379"/>
                  </a:lnTo>
                  <a:lnTo>
                    <a:pt x="569138" y="426047"/>
                  </a:lnTo>
                  <a:close/>
                  <a:moveTo>
                    <a:pt x="520762" y="460379"/>
                  </a:moveTo>
                  <a:lnTo>
                    <a:pt x="595534" y="461280"/>
                  </a:lnTo>
                  <a:lnTo>
                    <a:pt x="638640" y="407242"/>
                  </a:lnTo>
                  <a:close/>
                  <a:moveTo>
                    <a:pt x="569138" y="426047"/>
                  </a:moveTo>
                  <a:lnTo>
                    <a:pt x="520762" y="460379"/>
                  </a:lnTo>
                  <a:lnTo>
                    <a:pt x="638640" y="407242"/>
                  </a:lnTo>
                  <a:close/>
                  <a:moveTo>
                    <a:pt x="313504" y="242789"/>
                  </a:moveTo>
                  <a:lnTo>
                    <a:pt x="361474" y="255977"/>
                  </a:lnTo>
                  <a:lnTo>
                    <a:pt x="332948" y="243037"/>
                  </a:lnTo>
                  <a:close/>
                  <a:moveTo>
                    <a:pt x="657006" y="361545"/>
                  </a:moveTo>
                  <a:lnTo>
                    <a:pt x="569138" y="426047"/>
                  </a:lnTo>
                  <a:lnTo>
                    <a:pt x="638640" y="407242"/>
                  </a:lnTo>
                  <a:close/>
                  <a:moveTo>
                    <a:pt x="657006" y="361545"/>
                  </a:moveTo>
                  <a:lnTo>
                    <a:pt x="670508" y="311193"/>
                  </a:lnTo>
                  <a:lnTo>
                    <a:pt x="602656" y="336165"/>
                  </a:lnTo>
                  <a:close/>
                  <a:moveTo>
                    <a:pt x="657006" y="361545"/>
                  </a:moveTo>
                  <a:lnTo>
                    <a:pt x="638640" y="407242"/>
                  </a:lnTo>
                  <a:lnTo>
                    <a:pt x="673146" y="381971"/>
                  </a:lnTo>
                  <a:close/>
                  <a:moveTo>
                    <a:pt x="670508" y="311193"/>
                  </a:moveTo>
                  <a:lnTo>
                    <a:pt x="707680" y="280846"/>
                  </a:lnTo>
                  <a:lnTo>
                    <a:pt x="703086" y="261320"/>
                  </a:lnTo>
                  <a:close/>
                  <a:moveTo>
                    <a:pt x="657006" y="361545"/>
                  </a:moveTo>
                  <a:lnTo>
                    <a:pt x="695513" y="341227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07756" y="235254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17481" y="222883"/>
                  </a:lnTo>
                  <a:lnTo>
                    <a:pt x="707756" y="235254"/>
                  </a:lnTo>
                  <a:close/>
                  <a:moveTo>
                    <a:pt x="1793930" y="1444457"/>
                  </a:moveTo>
                  <a:lnTo>
                    <a:pt x="1793698" y="1508834"/>
                  </a:lnTo>
                  <a:lnTo>
                    <a:pt x="1804319" y="1456110"/>
                  </a:lnTo>
                  <a:close/>
                  <a:moveTo>
                    <a:pt x="1756236" y="1171028"/>
                  </a:moveTo>
                  <a:lnTo>
                    <a:pt x="1750175" y="1130905"/>
                  </a:lnTo>
                  <a:lnTo>
                    <a:pt x="1733727" y="1132591"/>
                  </a:lnTo>
                  <a:close/>
                  <a:moveTo>
                    <a:pt x="1119866" y="327707"/>
                  </a:moveTo>
                  <a:lnTo>
                    <a:pt x="1139379" y="348877"/>
                  </a:lnTo>
                  <a:lnTo>
                    <a:pt x="1138423" y="300411"/>
                  </a:lnTo>
                  <a:close/>
                  <a:moveTo>
                    <a:pt x="1138423" y="300411"/>
                  </a:moveTo>
                  <a:lnTo>
                    <a:pt x="1165902" y="339695"/>
                  </a:lnTo>
                  <a:lnTo>
                    <a:pt x="1199312" y="249406"/>
                  </a:lnTo>
                  <a:close/>
                  <a:moveTo>
                    <a:pt x="1254865" y="239048"/>
                  </a:moveTo>
                  <a:lnTo>
                    <a:pt x="1222120" y="228225"/>
                  </a:lnTo>
                  <a:lnTo>
                    <a:pt x="1199312" y="249406"/>
                  </a:lnTo>
                  <a:close/>
                  <a:moveTo>
                    <a:pt x="890600" y="92636"/>
                  </a:moveTo>
                  <a:lnTo>
                    <a:pt x="892810" y="63795"/>
                  </a:lnTo>
                  <a:lnTo>
                    <a:pt x="876600" y="94016"/>
                  </a:lnTo>
                  <a:close/>
                  <a:moveTo>
                    <a:pt x="810482" y="97178"/>
                  </a:moveTo>
                  <a:lnTo>
                    <a:pt x="831156" y="102232"/>
                  </a:lnTo>
                  <a:lnTo>
                    <a:pt x="876600" y="94016"/>
                  </a:lnTo>
                  <a:close/>
                  <a:moveTo>
                    <a:pt x="1415390" y="69565"/>
                  </a:moveTo>
                  <a:lnTo>
                    <a:pt x="1416520" y="69137"/>
                  </a:lnTo>
                  <a:lnTo>
                    <a:pt x="1415733" y="68765"/>
                  </a:lnTo>
                  <a:close/>
                  <a:moveTo>
                    <a:pt x="1455119" y="2899"/>
                  </a:moveTo>
                  <a:lnTo>
                    <a:pt x="1415733" y="68765"/>
                  </a:lnTo>
                  <a:lnTo>
                    <a:pt x="1528873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69" name="Candidate_density__2088">
              <a:extLst>
                <a:ext uri="{FF2B5EF4-FFF2-40B4-BE49-F238E27FC236}">
                  <a16:creationId xmlns:a16="http://schemas.microsoft.com/office/drawing/2014/main" id="{5AA12A56-0926-41C3-5844-CBA5511962BD}"/>
                </a:ext>
              </a:extLst>
            </p:cNvPr>
            <p:cNvSpPr>
              <a:spLocks noGrp="1"/>
            </p:cNvSpPr>
            <p:nvPr/>
          </p:nvSpPr>
          <p:spPr>
            <a:xfrm>
              <a:off x="4328954" y="1725669"/>
              <a:ext cx="2158122" cy="3169020"/>
            </a:xfrm>
            <a:custGeom>
              <a:avLst/>
              <a:gdLst/>
              <a:ahLst/>
              <a:cxnLst/>
              <a:rect l="0" t="0" r="0" b="0"/>
              <a:pathLst>
                <a:path w="2158122" h="3169020">
                  <a:moveTo>
                    <a:pt x="728204" y="3048368"/>
                  </a:moveTo>
                  <a:lnTo>
                    <a:pt x="754682" y="3169020"/>
                  </a:lnTo>
                  <a:lnTo>
                    <a:pt x="807116" y="3130584"/>
                  </a:lnTo>
                  <a:close/>
                  <a:moveTo>
                    <a:pt x="836880" y="3023071"/>
                  </a:moveTo>
                  <a:lnTo>
                    <a:pt x="879727" y="3119815"/>
                  </a:lnTo>
                  <a:lnTo>
                    <a:pt x="922634" y="3065035"/>
                  </a:lnTo>
                  <a:close/>
                  <a:moveTo>
                    <a:pt x="786882" y="2847538"/>
                  </a:moveTo>
                  <a:lnTo>
                    <a:pt x="768901" y="2801723"/>
                  </a:lnTo>
                  <a:lnTo>
                    <a:pt x="751387" y="2776303"/>
                  </a:lnTo>
                  <a:close/>
                  <a:moveTo>
                    <a:pt x="11456" y="1979572"/>
                  </a:moveTo>
                  <a:lnTo>
                    <a:pt x="46368" y="2061787"/>
                  </a:lnTo>
                  <a:lnTo>
                    <a:pt x="107316" y="1967299"/>
                  </a:lnTo>
                  <a:close/>
                  <a:moveTo>
                    <a:pt x="0" y="1962100"/>
                  </a:moveTo>
                  <a:lnTo>
                    <a:pt x="11456" y="1979572"/>
                  </a:lnTo>
                  <a:lnTo>
                    <a:pt x="107316" y="1967299"/>
                  </a:lnTo>
                  <a:close/>
                  <a:moveTo>
                    <a:pt x="908235" y="2909564"/>
                  </a:moveTo>
                  <a:lnTo>
                    <a:pt x="921985" y="2998478"/>
                  </a:lnTo>
                  <a:lnTo>
                    <a:pt x="964418" y="2924480"/>
                  </a:lnTo>
                  <a:close/>
                  <a:moveTo>
                    <a:pt x="908235" y="2909564"/>
                  </a:moveTo>
                  <a:lnTo>
                    <a:pt x="955459" y="2831671"/>
                  </a:lnTo>
                  <a:lnTo>
                    <a:pt x="895642" y="2819710"/>
                  </a:lnTo>
                  <a:close/>
                  <a:moveTo>
                    <a:pt x="200938" y="1919925"/>
                  </a:moveTo>
                  <a:lnTo>
                    <a:pt x="107316" y="1967299"/>
                  </a:lnTo>
                  <a:lnTo>
                    <a:pt x="189869" y="1997290"/>
                  </a:lnTo>
                  <a:close/>
                  <a:moveTo>
                    <a:pt x="53806" y="1656054"/>
                  </a:moveTo>
                  <a:lnTo>
                    <a:pt x="99498" y="1741617"/>
                  </a:lnTo>
                  <a:lnTo>
                    <a:pt x="101081" y="1728783"/>
                  </a:lnTo>
                  <a:close/>
                  <a:moveTo>
                    <a:pt x="1061550" y="2686413"/>
                  </a:moveTo>
                  <a:lnTo>
                    <a:pt x="1059069" y="2802625"/>
                  </a:lnTo>
                  <a:lnTo>
                    <a:pt x="1105087" y="2759475"/>
                  </a:lnTo>
                  <a:close/>
                  <a:moveTo>
                    <a:pt x="320418" y="1776331"/>
                  </a:moveTo>
                  <a:lnTo>
                    <a:pt x="283017" y="1713604"/>
                  </a:lnTo>
                  <a:lnTo>
                    <a:pt x="324006" y="1782048"/>
                  </a:lnTo>
                  <a:close/>
                  <a:moveTo>
                    <a:pt x="264910" y="1699832"/>
                  </a:moveTo>
                  <a:lnTo>
                    <a:pt x="283017" y="1713604"/>
                  </a:lnTo>
                  <a:lnTo>
                    <a:pt x="320418" y="1776331"/>
                  </a:lnTo>
                  <a:close/>
                  <a:moveTo>
                    <a:pt x="1137363" y="2647977"/>
                  </a:moveTo>
                  <a:lnTo>
                    <a:pt x="1163440" y="2683679"/>
                  </a:lnTo>
                  <a:lnTo>
                    <a:pt x="1175539" y="2730192"/>
                  </a:lnTo>
                  <a:close/>
                  <a:moveTo>
                    <a:pt x="1152739" y="2686413"/>
                  </a:moveTo>
                  <a:lnTo>
                    <a:pt x="1128823" y="2651230"/>
                  </a:lnTo>
                  <a:lnTo>
                    <a:pt x="1105087" y="2759475"/>
                  </a:lnTo>
                  <a:close/>
                  <a:moveTo>
                    <a:pt x="375990" y="1946478"/>
                  </a:moveTo>
                  <a:lnTo>
                    <a:pt x="416599" y="1825826"/>
                  </a:lnTo>
                  <a:lnTo>
                    <a:pt x="364484" y="1864262"/>
                  </a:lnTo>
                  <a:close/>
                  <a:moveTo>
                    <a:pt x="368917" y="1742458"/>
                  </a:moveTo>
                  <a:lnTo>
                    <a:pt x="285225" y="1708206"/>
                  </a:lnTo>
                  <a:lnTo>
                    <a:pt x="320418" y="1776331"/>
                  </a:lnTo>
                  <a:close/>
                  <a:moveTo>
                    <a:pt x="384570" y="1591544"/>
                  </a:moveTo>
                  <a:lnTo>
                    <a:pt x="374276" y="1579181"/>
                  </a:lnTo>
                  <a:lnTo>
                    <a:pt x="383921" y="1661396"/>
                  </a:lnTo>
                  <a:close/>
                  <a:moveTo>
                    <a:pt x="1322955" y="2691756"/>
                  </a:moveTo>
                  <a:lnTo>
                    <a:pt x="1298544" y="2710258"/>
                  </a:lnTo>
                  <a:lnTo>
                    <a:pt x="1229425" y="2630035"/>
                  </a:lnTo>
                  <a:close/>
                  <a:moveTo>
                    <a:pt x="1338474" y="2609541"/>
                  </a:moveTo>
                  <a:lnTo>
                    <a:pt x="1367858" y="2638676"/>
                  </a:lnTo>
                  <a:lnTo>
                    <a:pt x="1361699" y="2691756"/>
                  </a:lnTo>
                  <a:close/>
                  <a:moveTo>
                    <a:pt x="374276" y="1579181"/>
                  </a:moveTo>
                  <a:lnTo>
                    <a:pt x="307669" y="1513461"/>
                  </a:lnTo>
                  <a:lnTo>
                    <a:pt x="377072" y="1540744"/>
                  </a:lnTo>
                  <a:close/>
                  <a:moveTo>
                    <a:pt x="883081" y="1841141"/>
                  </a:moveTo>
                  <a:lnTo>
                    <a:pt x="956959" y="1913384"/>
                  </a:lnTo>
                  <a:lnTo>
                    <a:pt x="868955" y="1840484"/>
                  </a:lnTo>
                  <a:close/>
                  <a:moveTo>
                    <a:pt x="868955" y="1840484"/>
                  </a:moveTo>
                  <a:lnTo>
                    <a:pt x="956959" y="1913384"/>
                  </a:lnTo>
                  <a:lnTo>
                    <a:pt x="968980" y="1919850"/>
                  </a:lnTo>
                  <a:close/>
                  <a:moveTo>
                    <a:pt x="1728257" y="2627546"/>
                  </a:moveTo>
                  <a:lnTo>
                    <a:pt x="1665667" y="2617838"/>
                  </a:lnTo>
                  <a:lnTo>
                    <a:pt x="1763201" y="2687297"/>
                  </a:lnTo>
                  <a:close/>
                  <a:moveTo>
                    <a:pt x="1605212" y="2466802"/>
                  </a:moveTo>
                  <a:lnTo>
                    <a:pt x="1580790" y="2450453"/>
                  </a:lnTo>
                  <a:lnTo>
                    <a:pt x="1593856" y="2532668"/>
                  </a:lnTo>
                  <a:close/>
                  <a:moveTo>
                    <a:pt x="806972" y="1835236"/>
                  </a:moveTo>
                  <a:lnTo>
                    <a:pt x="927158" y="1893258"/>
                  </a:lnTo>
                  <a:lnTo>
                    <a:pt x="883081" y="1841141"/>
                  </a:lnTo>
                  <a:close/>
                  <a:moveTo>
                    <a:pt x="736978" y="1584523"/>
                  </a:moveTo>
                  <a:lnTo>
                    <a:pt x="676310" y="1625371"/>
                  </a:lnTo>
                  <a:lnTo>
                    <a:pt x="710357" y="1547961"/>
                  </a:lnTo>
                  <a:close/>
                  <a:moveTo>
                    <a:pt x="1570125" y="2434735"/>
                  </a:moveTo>
                  <a:lnTo>
                    <a:pt x="1593856" y="2532668"/>
                  </a:lnTo>
                  <a:lnTo>
                    <a:pt x="1580790" y="2450453"/>
                  </a:lnTo>
                  <a:close/>
                  <a:moveTo>
                    <a:pt x="1737334" y="2419982"/>
                  </a:moveTo>
                  <a:lnTo>
                    <a:pt x="1751433" y="2428095"/>
                  </a:lnTo>
                  <a:lnTo>
                    <a:pt x="1719072" y="2412016"/>
                  </a:lnTo>
                  <a:close/>
                  <a:moveTo>
                    <a:pt x="1751433" y="2428095"/>
                  </a:moveTo>
                  <a:lnTo>
                    <a:pt x="1737334" y="2419982"/>
                  </a:lnTo>
                  <a:lnTo>
                    <a:pt x="1815906" y="2494232"/>
                  </a:lnTo>
                  <a:close/>
                  <a:moveTo>
                    <a:pt x="1579991" y="2344417"/>
                  </a:moveTo>
                  <a:lnTo>
                    <a:pt x="1555987" y="2329801"/>
                  </a:lnTo>
                  <a:lnTo>
                    <a:pt x="1570125" y="2434735"/>
                  </a:lnTo>
                  <a:close/>
                  <a:moveTo>
                    <a:pt x="1579991" y="2344417"/>
                  </a:moveTo>
                  <a:lnTo>
                    <a:pt x="1570125" y="2434735"/>
                  </a:lnTo>
                  <a:lnTo>
                    <a:pt x="1669032" y="2398671"/>
                  </a:lnTo>
                  <a:close/>
                  <a:moveTo>
                    <a:pt x="1416027" y="2286022"/>
                  </a:moveTo>
                  <a:lnTo>
                    <a:pt x="1470365" y="2355154"/>
                  </a:lnTo>
                  <a:lnTo>
                    <a:pt x="1444379" y="2331249"/>
                  </a:lnTo>
                  <a:close/>
                  <a:moveTo>
                    <a:pt x="1464573" y="2286022"/>
                  </a:moveTo>
                  <a:lnTo>
                    <a:pt x="1444379" y="2331249"/>
                  </a:lnTo>
                  <a:lnTo>
                    <a:pt x="1555987" y="2329801"/>
                  </a:lnTo>
                  <a:close/>
                  <a:moveTo>
                    <a:pt x="889597" y="1523426"/>
                  </a:moveTo>
                  <a:lnTo>
                    <a:pt x="851275" y="1507019"/>
                  </a:lnTo>
                  <a:lnTo>
                    <a:pt x="800931" y="1434826"/>
                  </a:lnTo>
                  <a:close/>
                  <a:moveTo>
                    <a:pt x="702213" y="1354398"/>
                  </a:moveTo>
                  <a:lnTo>
                    <a:pt x="800931" y="1434826"/>
                  </a:lnTo>
                  <a:lnTo>
                    <a:pt x="736895" y="1381657"/>
                  </a:lnTo>
                  <a:close/>
                  <a:moveTo>
                    <a:pt x="736895" y="1381657"/>
                  </a:moveTo>
                  <a:lnTo>
                    <a:pt x="800931" y="1434826"/>
                  </a:lnTo>
                  <a:lnTo>
                    <a:pt x="745215" y="1389134"/>
                  </a:lnTo>
                  <a:close/>
                  <a:moveTo>
                    <a:pt x="524735" y="1037723"/>
                  </a:moveTo>
                  <a:lnTo>
                    <a:pt x="562904" y="1049618"/>
                  </a:lnTo>
                  <a:lnTo>
                    <a:pt x="585971" y="1135012"/>
                  </a:lnTo>
                  <a:close/>
                  <a:moveTo>
                    <a:pt x="506524" y="952436"/>
                  </a:moveTo>
                  <a:lnTo>
                    <a:pt x="513514" y="864961"/>
                  </a:lnTo>
                  <a:lnTo>
                    <a:pt x="444107" y="884114"/>
                  </a:lnTo>
                  <a:close/>
                  <a:moveTo>
                    <a:pt x="355350" y="830924"/>
                  </a:moveTo>
                  <a:lnTo>
                    <a:pt x="293036" y="804630"/>
                  </a:lnTo>
                  <a:lnTo>
                    <a:pt x="378005" y="849929"/>
                  </a:lnTo>
                  <a:close/>
                  <a:moveTo>
                    <a:pt x="300011" y="806151"/>
                  </a:moveTo>
                  <a:lnTo>
                    <a:pt x="310996" y="880294"/>
                  </a:lnTo>
                  <a:lnTo>
                    <a:pt x="378005" y="849929"/>
                  </a:lnTo>
                  <a:close/>
                  <a:moveTo>
                    <a:pt x="1719072" y="2412016"/>
                  </a:moveTo>
                  <a:lnTo>
                    <a:pt x="1751433" y="2428095"/>
                  </a:lnTo>
                  <a:lnTo>
                    <a:pt x="1762249" y="2399726"/>
                  </a:lnTo>
                  <a:close/>
                  <a:moveTo>
                    <a:pt x="1719072" y="2412016"/>
                  </a:moveTo>
                  <a:lnTo>
                    <a:pt x="1762249" y="2399726"/>
                  </a:lnTo>
                  <a:lnTo>
                    <a:pt x="1669032" y="2398671"/>
                  </a:lnTo>
                  <a:close/>
                  <a:moveTo>
                    <a:pt x="1669032" y="2398671"/>
                  </a:moveTo>
                  <a:lnTo>
                    <a:pt x="1762249" y="2399726"/>
                  </a:lnTo>
                  <a:lnTo>
                    <a:pt x="1789432" y="2354965"/>
                  </a:lnTo>
                  <a:close/>
                  <a:moveTo>
                    <a:pt x="1579991" y="2344417"/>
                  </a:moveTo>
                  <a:lnTo>
                    <a:pt x="1669032" y="2398671"/>
                  </a:lnTo>
                  <a:lnTo>
                    <a:pt x="1713916" y="2351284"/>
                  </a:lnTo>
                  <a:close/>
                  <a:moveTo>
                    <a:pt x="378005" y="849929"/>
                  </a:moveTo>
                  <a:lnTo>
                    <a:pt x="444107" y="884114"/>
                  </a:lnTo>
                  <a:lnTo>
                    <a:pt x="460235" y="829384"/>
                  </a:lnTo>
                  <a:close/>
                  <a:moveTo>
                    <a:pt x="378005" y="849929"/>
                  </a:moveTo>
                  <a:lnTo>
                    <a:pt x="460235" y="829384"/>
                  </a:lnTo>
                  <a:lnTo>
                    <a:pt x="355350" y="830924"/>
                  </a:lnTo>
                  <a:close/>
                  <a:moveTo>
                    <a:pt x="1505407" y="1962504"/>
                  </a:moveTo>
                  <a:lnTo>
                    <a:pt x="1491612" y="1998105"/>
                  </a:lnTo>
                  <a:lnTo>
                    <a:pt x="1543965" y="1994522"/>
                  </a:lnTo>
                  <a:close/>
                  <a:moveTo>
                    <a:pt x="1923182" y="2297722"/>
                  </a:moveTo>
                  <a:lnTo>
                    <a:pt x="1943372" y="2335144"/>
                  </a:lnTo>
                  <a:lnTo>
                    <a:pt x="1906525" y="2298897"/>
                  </a:lnTo>
                  <a:close/>
                  <a:moveTo>
                    <a:pt x="1906525" y="2298897"/>
                  </a:moveTo>
                  <a:lnTo>
                    <a:pt x="1875607" y="2368161"/>
                  </a:lnTo>
                  <a:lnTo>
                    <a:pt x="1923182" y="2297722"/>
                  </a:lnTo>
                  <a:close/>
                  <a:moveTo>
                    <a:pt x="1614388" y="2098475"/>
                  </a:moveTo>
                  <a:lnTo>
                    <a:pt x="1654858" y="2130474"/>
                  </a:lnTo>
                  <a:lnTo>
                    <a:pt x="1641903" y="2126935"/>
                  </a:lnTo>
                  <a:close/>
                  <a:moveTo>
                    <a:pt x="1804272" y="2209149"/>
                  </a:moveTo>
                  <a:lnTo>
                    <a:pt x="1744731" y="2126935"/>
                  </a:lnTo>
                  <a:lnTo>
                    <a:pt x="1790574" y="2144036"/>
                  </a:lnTo>
                  <a:close/>
                  <a:moveTo>
                    <a:pt x="1790574" y="2144036"/>
                  </a:moveTo>
                  <a:lnTo>
                    <a:pt x="1822779" y="2088498"/>
                  </a:lnTo>
                  <a:lnTo>
                    <a:pt x="1839319" y="2097385"/>
                  </a:lnTo>
                  <a:close/>
                  <a:moveTo>
                    <a:pt x="1730262" y="2025362"/>
                  </a:moveTo>
                  <a:lnTo>
                    <a:pt x="1760667" y="2032218"/>
                  </a:lnTo>
                  <a:lnTo>
                    <a:pt x="1670710" y="2013186"/>
                  </a:lnTo>
                  <a:close/>
                  <a:moveTo>
                    <a:pt x="1839319" y="2097385"/>
                  </a:moveTo>
                  <a:lnTo>
                    <a:pt x="1822779" y="2088498"/>
                  </a:lnTo>
                  <a:lnTo>
                    <a:pt x="1760667" y="2032218"/>
                  </a:lnTo>
                  <a:close/>
                  <a:moveTo>
                    <a:pt x="1730262" y="2025362"/>
                  </a:moveTo>
                  <a:lnTo>
                    <a:pt x="1670710" y="2013186"/>
                  </a:lnTo>
                  <a:lnTo>
                    <a:pt x="1728538" y="1924068"/>
                  </a:lnTo>
                  <a:close/>
                  <a:moveTo>
                    <a:pt x="438035" y="431008"/>
                  </a:moveTo>
                  <a:lnTo>
                    <a:pt x="352716" y="390675"/>
                  </a:lnTo>
                  <a:lnTo>
                    <a:pt x="382959" y="440289"/>
                  </a:lnTo>
                  <a:close/>
                  <a:moveTo>
                    <a:pt x="1673799" y="1810489"/>
                  </a:moveTo>
                  <a:lnTo>
                    <a:pt x="1728538" y="1924068"/>
                  </a:lnTo>
                  <a:lnTo>
                    <a:pt x="1706151" y="1841853"/>
                  </a:lnTo>
                  <a:close/>
                  <a:moveTo>
                    <a:pt x="1375092" y="1671373"/>
                  </a:moveTo>
                  <a:lnTo>
                    <a:pt x="1382752" y="1677422"/>
                  </a:lnTo>
                  <a:lnTo>
                    <a:pt x="1441031" y="1578264"/>
                  </a:lnTo>
                  <a:close/>
                  <a:moveTo>
                    <a:pt x="1518705" y="1575709"/>
                  </a:moveTo>
                  <a:lnTo>
                    <a:pt x="1432530" y="1641342"/>
                  </a:lnTo>
                  <a:lnTo>
                    <a:pt x="1509204" y="1649355"/>
                  </a:lnTo>
                  <a:close/>
                  <a:moveTo>
                    <a:pt x="1518705" y="1575709"/>
                  </a:moveTo>
                  <a:lnTo>
                    <a:pt x="1441031" y="1578264"/>
                  </a:lnTo>
                  <a:lnTo>
                    <a:pt x="1432530" y="1641342"/>
                  </a:lnTo>
                  <a:close/>
                  <a:moveTo>
                    <a:pt x="2060632" y="2038645"/>
                  </a:moveTo>
                  <a:lnTo>
                    <a:pt x="2016222" y="2014158"/>
                  </a:lnTo>
                  <a:lnTo>
                    <a:pt x="2106565" y="2059095"/>
                  </a:lnTo>
                  <a:close/>
                  <a:moveTo>
                    <a:pt x="1617839" y="1455614"/>
                  </a:moveTo>
                  <a:lnTo>
                    <a:pt x="1542330" y="1456410"/>
                  </a:lnTo>
                  <a:lnTo>
                    <a:pt x="1532457" y="1521089"/>
                  </a:lnTo>
                  <a:close/>
                  <a:moveTo>
                    <a:pt x="1617839" y="1455614"/>
                  </a:moveTo>
                  <a:lnTo>
                    <a:pt x="1632024" y="1399497"/>
                  </a:lnTo>
                  <a:lnTo>
                    <a:pt x="1551648" y="1377640"/>
                  </a:lnTo>
                  <a:close/>
                  <a:moveTo>
                    <a:pt x="2122052" y="2088805"/>
                  </a:moveTo>
                  <a:lnTo>
                    <a:pt x="2158122" y="2176055"/>
                  </a:lnTo>
                  <a:lnTo>
                    <a:pt x="2131655" y="2093840"/>
                  </a:lnTo>
                  <a:close/>
                  <a:moveTo>
                    <a:pt x="2122052" y="2088805"/>
                  </a:moveTo>
                  <a:lnTo>
                    <a:pt x="2147686" y="2168056"/>
                  </a:lnTo>
                  <a:lnTo>
                    <a:pt x="2158122" y="2176055"/>
                  </a:lnTo>
                  <a:close/>
                  <a:moveTo>
                    <a:pt x="2122052" y="2088805"/>
                  </a:moveTo>
                  <a:lnTo>
                    <a:pt x="2131655" y="2093840"/>
                  </a:lnTo>
                  <a:lnTo>
                    <a:pt x="2106565" y="2059095"/>
                  </a:lnTo>
                  <a:close/>
                  <a:moveTo>
                    <a:pt x="1823290" y="1557292"/>
                  </a:moveTo>
                  <a:lnTo>
                    <a:pt x="1879308" y="1551533"/>
                  </a:lnTo>
                  <a:lnTo>
                    <a:pt x="1888388" y="1562113"/>
                  </a:lnTo>
                  <a:close/>
                  <a:moveTo>
                    <a:pt x="1886162" y="1558842"/>
                  </a:moveTo>
                  <a:lnTo>
                    <a:pt x="1888388" y="1562113"/>
                  </a:lnTo>
                  <a:lnTo>
                    <a:pt x="1879308" y="1551533"/>
                  </a:lnTo>
                  <a:close/>
                  <a:moveTo>
                    <a:pt x="1608132" y="1063137"/>
                  </a:moveTo>
                  <a:lnTo>
                    <a:pt x="1592279" y="1115527"/>
                  </a:lnTo>
                  <a:lnTo>
                    <a:pt x="1662624" y="1118929"/>
                  </a:lnTo>
                  <a:close/>
                  <a:moveTo>
                    <a:pt x="1604614" y="1030386"/>
                  </a:moveTo>
                  <a:lnTo>
                    <a:pt x="1608132" y="1063137"/>
                  </a:lnTo>
                  <a:lnTo>
                    <a:pt x="1533478" y="963147"/>
                  </a:lnTo>
                  <a:close/>
                  <a:moveTo>
                    <a:pt x="1777038" y="1186596"/>
                  </a:moveTo>
                  <a:lnTo>
                    <a:pt x="1856319" y="1250378"/>
                  </a:lnTo>
                  <a:lnTo>
                    <a:pt x="1812542" y="1194816"/>
                  </a:lnTo>
                  <a:close/>
                  <a:moveTo>
                    <a:pt x="1866828" y="1274283"/>
                  </a:moveTo>
                  <a:lnTo>
                    <a:pt x="1856319" y="1250378"/>
                  </a:lnTo>
                  <a:lnTo>
                    <a:pt x="1777038" y="1186596"/>
                  </a:lnTo>
                  <a:close/>
                  <a:moveTo>
                    <a:pt x="1818232" y="1253198"/>
                  </a:moveTo>
                  <a:lnTo>
                    <a:pt x="1866828" y="1274283"/>
                  </a:lnTo>
                  <a:lnTo>
                    <a:pt x="1777038" y="1186596"/>
                  </a:lnTo>
                  <a:close/>
                  <a:moveTo>
                    <a:pt x="1588406" y="1018583"/>
                  </a:moveTo>
                  <a:lnTo>
                    <a:pt x="1591731" y="1097100"/>
                  </a:lnTo>
                  <a:lnTo>
                    <a:pt x="1604614" y="1030386"/>
                  </a:lnTo>
                  <a:close/>
                  <a:moveTo>
                    <a:pt x="1375912" y="619310"/>
                  </a:moveTo>
                  <a:lnTo>
                    <a:pt x="1334627" y="603255"/>
                  </a:lnTo>
                  <a:lnTo>
                    <a:pt x="1391611" y="627542"/>
                  </a:lnTo>
                  <a:close/>
                  <a:moveTo>
                    <a:pt x="1273822" y="592097"/>
                  </a:moveTo>
                  <a:lnTo>
                    <a:pt x="1334627" y="603255"/>
                  </a:lnTo>
                  <a:lnTo>
                    <a:pt x="1244398" y="515926"/>
                  </a:lnTo>
                  <a:close/>
                  <a:moveTo>
                    <a:pt x="1334627" y="603255"/>
                  </a:moveTo>
                  <a:lnTo>
                    <a:pt x="1375912" y="619310"/>
                  </a:lnTo>
                  <a:lnTo>
                    <a:pt x="1297867" y="555704"/>
                  </a:lnTo>
                  <a:close/>
                  <a:moveTo>
                    <a:pt x="1208717" y="144565"/>
                  </a:moveTo>
                  <a:lnTo>
                    <a:pt x="1158641" y="98619"/>
                  </a:lnTo>
                  <a:lnTo>
                    <a:pt x="1200313" y="131362"/>
                  </a:lnTo>
                  <a:close/>
                  <a:moveTo>
                    <a:pt x="1396801" y="54489"/>
                  </a:moveTo>
                  <a:lnTo>
                    <a:pt x="1337951" y="0"/>
                  </a:lnTo>
                  <a:lnTo>
                    <a:pt x="1336839" y="1071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70" name="Candidate_density__2089">
              <a:extLst>
                <a:ext uri="{FF2B5EF4-FFF2-40B4-BE49-F238E27FC236}">
                  <a16:creationId xmlns:a16="http://schemas.microsoft.com/office/drawing/2014/main" id="{55762D63-0693-4486-9969-9617A79E6629}"/>
                </a:ext>
              </a:extLst>
            </p:cNvPr>
            <p:cNvSpPr>
              <a:spLocks noGrp="1"/>
            </p:cNvSpPr>
            <p:nvPr/>
          </p:nvSpPr>
          <p:spPr>
            <a:xfrm>
              <a:off x="4413189" y="1857217"/>
              <a:ext cx="2182698" cy="2988267"/>
            </a:xfrm>
            <a:custGeom>
              <a:avLst/>
              <a:gdLst/>
              <a:ahLst/>
              <a:cxnLst/>
              <a:rect l="0" t="0" r="0" b="0"/>
              <a:pathLst>
                <a:path w="2182698" h="2988267">
                  <a:moveTo>
                    <a:pt x="817554" y="2916820"/>
                  </a:moveTo>
                  <a:lnTo>
                    <a:pt x="838399" y="2933487"/>
                  </a:lnTo>
                  <a:lnTo>
                    <a:pt x="795492" y="2988267"/>
                  </a:lnTo>
                  <a:close/>
                  <a:moveTo>
                    <a:pt x="379482" y="2332300"/>
                  </a:moveTo>
                  <a:lnTo>
                    <a:pt x="446266" y="2303339"/>
                  </a:lnTo>
                  <a:lnTo>
                    <a:pt x="498649" y="2283988"/>
                  </a:lnTo>
                  <a:close/>
                  <a:moveTo>
                    <a:pt x="446646" y="2302878"/>
                  </a:moveTo>
                  <a:lnTo>
                    <a:pt x="498649" y="2283988"/>
                  </a:lnTo>
                  <a:lnTo>
                    <a:pt x="446266" y="2303339"/>
                  </a:lnTo>
                  <a:close/>
                  <a:moveTo>
                    <a:pt x="446646" y="2302878"/>
                  </a:moveTo>
                  <a:lnTo>
                    <a:pt x="522774" y="2264442"/>
                  </a:lnTo>
                  <a:lnTo>
                    <a:pt x="498649" y="2283988"/>
                  </a:lnTo>
                  <a:close/>
                  <a:moveTo>
                    <a:pt x="522774" y="2264442"/>
                  </a:moveTo>
                  <a:lnTo>
                    <a:pt x="446646" y="2302878"/>
                  </a:lnTo>
                  <a:lnTo>
                    <a:pt x="560441" y="2236360"/>
                  </a:lnTo>
                  <a:close/>
                  <a:moveTo>
                    <a:pt x="23081" y="1835751"/>
                  </a:moveTo>
                  <a:lnTo>
                    <a:pt x="40297" y="1789903"/>
                  </a:lnTo>
                  <a:lnTo>
                    <a:pt x="0" y="1891803"/>
                  </a:lnTo>
                  <a:close/>
                  <a:moveTo>
                    <a:pt x="555719" y="2143790"/>
                  </a:moveTo>
                  <a:lnTo>
                    <a:pt x="587325" y="2121673"/>
                  </a:lnTo>
                  <a:lnTo>
                    <a:pt x="630516" y="2067955"/>
                  </a:lnTo>
                  <a:close/>
                  <a:moveTo>
                    <a:pt x="1175314" y="2674181"/>
                  </a:moveTo>
                  <a:lnTo>
                    <a:pt x="1165570" y="2675142"/>
                  </a:lnTo>
                  <a:lnTo>
                    <a:pt x="1215097" y="2598644"/>
                  </a:lnTo>
                  <a:close/>
                  <a:moveTo>
                    <a:pt x="805997" y="1951531"/>
                  </a:moveTo>
                  <a:lnTo>
                    <a:pt x="737666" y="1974709"/>
                  </a:lnTo>
                  <a:lnTo>
                    <a:pt x="750431" y="1958981"/>
                  </a:lnTo>
                  <a:close/>
                  <a:moveTo>
                    <a:pt x="853650" y="1902487"/>
                  </a:moveTo>
                  <a:lnTo>
                    <a:pt x="850267" y="1901848"/>
                  </a:lnTo>
                  <a:lnTo>
                    <a:pt x="805997" y="1951531"/>
                  </a:lnTo>
                  <a:close/>
                  <a:moveTo>
                    <a:pt x="853650" y="1902487"/>
                  </a:moveTo>
                  <a:lnTo>
                    <a:pt x="868935" y="1864051"/>
                  </a:lnTo>
                  <a:lnTo>
                    <a:pt x="850267" y="1901848"/>
                  </a:lnTo>
                  <a:close/>
                  <a:moveTo>
                    <a:pt x="822007" y="1617405"/>
                  </a:moveTo>
                  <a:lnTo>
                    <a:pt x="813566" y="1549426"/>
                  </a:lnTo>
                  <a:lnTo>
                    <a:pt x="807273" y="1590509"/>
                  </a:lnTo>
                  <a:close/>
                  <a:moveTo>
                    <a:pt x="840020" y="1496754"/>
                  </a:moveTo>
                  <a:lnTo>
                    <a:pt x="813566" y="1549426"/>
                  </a:lnTo>
                  <a:lnTo>
                    <a:pt x="822007" y="1617405"/>
                  </a:lnTo>
                  <a:close/>
                  <a:moveTo>
                    <a:pt x="1774576" y="2419361"/>
                  </a:moveTo>
                  <a:lnTo>
                    <a:pt x="1799472" y="2362684"/>
                  </a:lnTo>
                  <a:lnTo>
                    <a:pt x="1806985" y="2424104"/>
                  </a:lnTo>
                  <a:close/>
                  <a:moveTo>
                    <a:pt x="733648" y="889128"/>
                  </a:moveTo>
                  <a:lnTo>
                    <a:pt x="704517" y="989961"/>
                  </a:lnTo>
                  <a:lnTo>
                    <a:pt x="735524" y="926590"/>
                  </a:lnTo>
                  <a:close/>
                  <a:moveTo>
                    <a:pt x="733988" y="884947"/>
                  </a:moveTo>
                  <a:lnTo>
                    <a:pt x="735524" y="926590"/>
                  </a:lnTo>
                  <a:lnTo>
                    <a:pt x="751411" y="886634"/>
                  </a:lnTo>
                  <a:close/>
                  <a:moveTo>
                    <a:pt x="733988" y="884947"/>
                  </a:moveTo>
                  <a:lnTo>
                    <a:pt x="751411" y="886634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43160" y="799261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62905" y="767502"/>
                  </a:lnTo>
                  <a:lnTo>
                    <a:pt x="843160" y="799261"/>
                  </a:lnTo>
                  <a:close/>
                  <a:moveTo>
                    <a:pt x="2182698" y="2248479"/>
                  </a:moveTo>
                  <a:lnTo>
                    <a:pt x="2070090" y="2321312"/>
                  </a:lnTo>
                  <a:lnTo>
                    <a:pt x="2132453" y="2275822"/>
                  </a:lnTo>
                  <a:close/>
                  <a:moveTo>
                    <a:pt x="2134860" y="2247374"/>
                  </a:moveTo>
                  <a:lnTo>
                    <a:pt x="2182698" y="2248479"/>
                  </a:lnTo>
                  <a:lnTo>
                    <a:pt x="2132453" y="2275822"/>
                  </a:lnTo>
                  <a:close/>
                  <a:moveTo>
                    <a:pt x="856286" y="685287"/>
                  </a:moveTo>
                  <a:lnTo>
                    <a:pt x="859135" y="747608"/>
                  </a:lnTo>
                  <a:lnTo>
                    <a:pt x="862905" y="767502"/>
                  </a:lnTo>
                  <a:close/>
                  <a:moveTo>
                    <a:pt x="948611" y="699668"/>
                  </a:moveTo>
                  <a:lnTo>
                    <a:pt x="859135" y="747608"/>
                  </a:lnTo>
                  <a:lnTo>
                    <a:pt x="856286" y="685287"/>
                  </a:lnTo>
                  <a:close/>
                  <a:moveTo>
                    <a:pt x="1815449" y="1551216"/>
                  </a:moveTo>
                  <a:lnTo>
                    <a:pt x="1844616" y="1512780"/>
                  </a:lnTo>
                  <a:lnTo>
                    <a:pt x="1833995" y="1565505"/>
                  </a:lnTo>
                  <a:close/>
                  <a:moveTo>
                    <a:pt x="757778" y="279553"/>
                  </a:moveTo>
                  <a:lnTo>
                    <a:pt x="743382" y="317990"/>
                  </a:lnTo>
                  <a:lnTo>
                    <a:pt x="801128" y="211709"/>
                  </a:lnTo>
                  <a:close/>
                  <a:moveTo>
                    <a:pt x="743382" y="317990"/>
                  </a:moveTo>
                  <a:lnTo>
                    <a:pt x="757880" y="265215"/>
                  </a:lnTo>
                  <a:lnTo>
                    <a:pt x="801128" y="211709"/>
                  </a:lnTo>
                  <a:close/>
                  <a:moveTo>
                    <a:pt x="801128" y="211709"/>
                  </a:moveTo>
                  <a:lnTo>
                    <a:pt x="838010" y="224822"/>
                  </a:lnTo>
                  <a:lnTo>
                    <a:pt x="821327" y="197339"/>
                  </a:lnTo>
                  <a:close/>
                  <a:moveTo>
                    <a:pt x="1286326" y="695948"/>
                  </a:moveTo>
                  <a:lnTo>
                    <a:pt x="1304039" y="698721"/>
                  </a:lnTo>
                  <a:lnTo>
                    <a:pt x="1351865" y="662333"/>
                  </a:lnTo>
                  <a:close/>
                  <a:moveTo>
                    <a:pt x="1315330" y="690629"/>
                  </a:moveTo>
                  <a:lnTo>
                    <a:pt x="1360575" y="652193"/>
                  </a:lnTo>
                  <a:lnTo>
                    <a:pt x="1351865" y="662333"/>
                  </a:lnTo>
                  <a:close/>
                  <a:moveTo>
                    <a:pt x="821327" y="197339"/>
                  </a:moveTo>
                  <a:lnTo>
                    <a:pt x="846512" y="166191"/>
                  </a:lnTo>
                  <a:lnTo>
                    <a:pt x="801128" y="211709"/>
                  </a:lnTo>
                  <a:close/>
                  <a:moveTo>
                    <a:pt x="821327" y="197339"/>
                  </a:moveTo>
                  <a:lnTo>
                    <a:pt x="871452" y="158902"/>
                  </a:lnTo>
                  <a:lnTo>
                    <a:pt x="846512" y="166191"/>
                  </a:lnTo>
                  <a:close/>
                  <a:moveTo>
                    <a:pt x="871452" y="158902"/>
                  </a:moveTo>
                  <a:lnTo>
                    <a:pt x="821327" y="197339"/>
                  </a:lnTo>
                  <a:lnTo>
                    <a:pt x="916896" y="150687"/>
                  </a:lnTo>
                  <a:close/>
                  <a:moveTo>
                    <a:pt x="821327" y="197339"/>
                  </a:moveTo>
                  <a:lnTo>
                    <a:pt x="863389" y="165835"/>
                  </a:lnTo>
                  <a:lnTo>
                    <a:pt x="916896" y="150687"/>
                  </a:lnTo>
                  <a:close/>
                  <a:moveTo>
                    <a:pt x="916896" y="150687"/>
                  </a:moveTo>
                  <a:lnTo>
                    <a:pt x="863389" y="165835"/>
                  </a:lnTo>
                  <a:lnTo>
                    <a:pt x="989571" y="143747"/>
                  </a:lnTo>
                  <a:close/>
                  <a:moveTo>
                    <a:pt x="916896" y="150687"/>
                  </a:moveTo>
                  <a:lnTo>
                    <a:pt x="989571" y="143747"/>
                  </a:lnTo>
                  <a:lnTo>
                    <a:pt x="930896" y="149307"/>
                  </a:lnTo>
                  <a:close/>
                  <a:moveTo>
                    <a:pt x="1178720" y="357082"/>
                  </a:moveTo>
                  <a:lnTo>
                    <a:pt x="1239608" y="306076"/>
                  </a:lnTo>
                  <a:lnTo>
                    <a:pt x="1289967" y="279158"/>
                  </a:lnTo>
                  <a:close/>
                  <a:moveTo>
                    <a:pt x="1262416" y="284896"/>
                  </a:moveTo>
                  <a:lnTo>
                    <a:pt x="1289967" y="279158"/>
                  </a:lnTo>
                  <a:lnTo>
                    <a:pt x="1239608" y="306076"/>
                  </a:lnTo>
                  <a:close/>
                  <a:moveTo>
                    <a:pt x="1262416" y="284896"/>
                  </a:moveTo>
                  <a:lnTo>
                    <a:pt x="1309159" y="246460"/>
                  </a:lnTo>
                  <a:lnTo>
                    <a:pt x="1289967" y="279158"/>
                  </a:lnTo>
                  <a:close/>
                  <a:moveTo>
                    <a:pt x="1309159" y="246460"/>
                  </a:moveTo>
                  <a:lnTo>
                    <a:pt x="1262416" y="284896"/>
                  </a:lnTo>
                  <a:lnTo>
                    <a:pt x="1341823" y="194381"/>
                  </a:lnTo>
                  <a:close/>
                  <a:moveTo>
                    <a:pt x="1309159" y="246460"/>
                  </a:moveTo>
                  <a:lnTo>
                    <a:pt x="1341823" y="194381"/>
                  </a:lnTo>
                  <a:lnTo>
                    <a:pt x="1392475" y="168559"/>
                  </a:lnTo>
                  <a:close/>
                  <a:moveTo>
                    <a:pt x="1392475" y="168559"/>
                  </a:moveTo>
                  <a:lnTo>
                    <a:pt x="1341823" y="194381"/>
                  </a:lnTo>
                  <a:lnTo>
                    <a:pt x="1455686" y="126235"/>
                  </a:lnTo>
                  <a:close/>
                  <a:moveTo>
                    <a:pt x="1455686" y="126235"/>
                  </a:moveTo>
                  <a:lnTo>
                    <a:pt x="1456030" y="125435"/>
                  </a:lnTo>
                  <a:lnTo>
                    <a:pt x="1445335" y="150990"/>
                  </a:lnTo>
                  <a:close/>
                  <a:moveTo>
                    <a:pt x="1486034" y="43593"/>
                  </a:moveTo>
                  <a:lnTo>
                    <a:pt x="1456030" y="125435"/>
                  </a:lnTo>
                  <a:lnTo>
                    <a:pt x="1456817" y="125808"/>
                  </a:lnTo>
                  <a:close/>
                  <a:moveTo>
                    <a:pt x="1569169" y="56671"/>
                  </a:moveTo>
                  <a:lnTo>
                    <a:pt x="1456030" y="125435"/>
                  </a:lnTo>
                  <a:lnTo>
                    <a:pt x="1486034" y="43593"/>
                  </a:lnTo>
                  <a:close/>
                  <a:moveTo>
                    <a:pt x="1464034" y="87371"/>
                  </a:moveTo>
                  <a:lnTo>
                    <a:pt x="1456030" y="125435"/>
                  </a:lnTo>
                  <a:lnTo>
                    <a:pt x="1495415" y="59570"/>
                  </a:lnTo>
                  <a:close/>
                  <a:moveTo>
                    <a:pt x="1569169" y="56671"/>
                  </a:moveTo>
                  <a:lnTo>
                    <a:pt x="1560993" y="601"/>
                  </a:lnTo>
                  <a:lnTo>
                    <a:pt x="1537041" y="0"/>
                  </a:lnTo>
                  <a:close/>
                  <a:moveTo>
                    <a:pt x="1495415" y="59570"/>
                  </a:moveTo>
                  <a:lnTo>
                    <a:pt x="1569169" y="56671"/>
                  </a:lnTo>
                  <a:lnTo>
                    <a:pt x="15370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71" name="Candidate_density__2090">
              <a:extLst>
                <a:ext uri="{FF2B5EF4-FFF2-40B4-BE49-F238E27FC236}">
                  <a16:creationId xmlns:a16="http://schemas.microsoft.com/office/drawing/2014/main" id="{890DA787-AD61-F986-50A4-C3F6968F137E}"/>
                </a:ext>
              </a:extLst>
            </p:cNvPr>
            <p:cNvSpPr>
              <a:spLocks noGrp="1"/>
            </p:cNvSpPr>
            <p:nvPr/>
          </p:nvSpPr>
          <p:spPr>
            <a:xfrm>
              <a:off x="4506300" y="1725669"/>
              <a:ext cx="2057252" cy="3131529"/>
            </a:xfrm>
            <a:custGeom>
              <a:avLst/>
              <a:gdLst/>
              <a:ahLst/>
              <a:cxnLst/>
              <a:rect l="0" t="0" r="0" b="0"/>
              <a:pathLst>
                <a:path w="2057252" h="3131529">
                  <a:moveTo>
                    <a:pt x="629770" y="3130584"/>
                  </a:moveTo>
                  <a:lnTo>
                    <a:pt x="630984" y="3131529"/>
                  </a:lnTo>
                  <a:lnTo>
                    <a:pt x="631651" y="3129836"/>
                  </a:lnTo>
                  <a:close/>
                  <a:moveTo>
                    <a:pt x="631651" y="3129836"/>
                  </a:moveTo>
                  <a:lnTo>
                    <a:pt x="630984" y="3131529"/>
                  </a:lnTo>
                  <a:lnTo>
                    <a:pt x="640383" y="3130584"/>
                  </a:lnTo>
                  <a:close/>
                  <a:moveTo>
                    <a:pt x="60441" y="2434426"/>
                  </a:moveTo>
                  <a:lnTo>
                    <a:pt x="0" y="2378975"/>
                  </a:lnTo>
                  <a:lnTo>
                    <a:pt x="45665" y="2390648"/>
                  </a:lnTo>
                  <a:close/>
                  <a:moveTo>
                    <a:pt x="60441" y="2434426"/>
                  </a:moveTo>
                  <a:lnTo>
                    <a:pt x="45665" y="2390648"/>
                  </a:lnTo>
                  <a:lnTo>
                    <a:pt x="14459" y="2472863"/>
                  </a:lnTo>
                  <a:close/>
                  <a:moveTo>
                    <a:pt x="335493" y="2388094"/>
                  </a:moveTo>
                  <a:lnTo>
                    <a:pt x="255968" y="2413631"/>
                  </a:lnTo>
                  <a:lnTo>
                    <a:pt x="329043" y="2408191"/>
                  </a:lnTo>
                  <a:close/>
                  <a:moveTo>
                    <a:pt x="335493" y="2388094"/>
                  </a:moveTo>
                  <a:lnTo>
                    <a:pt x="264067" y="2385569"/>
                  </a:lnTo>
                  <a:lnTo>
                    <a:pt x="255968" y="2413631"/>
                  </a:lnTo>
                  <a:close/>
                  <a:moveTo>
                    <a:pt x="358834" y="2304371"/>
                  </a:moveTo>
                  <a:lnTo>
                    <a:pt x="309236" y="2275338"/>
                  </a:lnTo>
                  <a:lnTo>
                    <a:pt x="335493" y="2388094"/>
                  </a:lnTo>
                  <a:close/>
                  <a:moveTo>
                    <a:pt x="210444" y="2128887"/>
                  </a:moveTo>
                  <a:lnTo>
                    <a:pt x="249512" y="2174293"/>
                  </a:lnTo>
                  <a:lnTo>
                    <a:pt x="177661" y="2149344"/>
                  </a:lnTo>
                  <a:close/>
                  <a:moveTo>
                    <a:pt x="249444" y="2197273"/>
                  </a:moveTo>
                  <a:lnTo>
                    <a:pt x="192246" y="2175384"/>
                  </a:lnTo>
                  <a:lnTo>
                    <a:pt x="177661" y="2149344"/>
                  </a:lnTo>
                  <a:close/>
                  <a:moveTo>
                    <a:pt x="235250" y="2193123"/>
                  </a:moveTo>
                  <a:lnTo>
                    <a:pt x="249444" y="2197273"/>
                  </a:lnTo>
                  <a:lnTo>
                    <a:pt x="177661" y="2149344"/>
                  </a:lnTo>
                  <a:close/>
                  <a:moveTo>
                    <a:pt x="260824" y="2193123"/>
                  </a:moveTo>
                  <a:lnTo>
                    <a:pt x="210444" y="2128887"/>
                  </a:lnTo>
                  <a:lnTo>
                    <a:pt x="208332" y="2149344"/>
                  </a:lnTo>
                  <a:close/>
                  <a:moveTo>
                    <a:pt x="208332" y="2149344"/>
                  </a:moveTo>
                  <a:lnTo>
                    <a:pt x="192246" y="2175384"/>
                  </a:lnTo>
                  <a:lnTo>
                    <a:pt x="260824" y="2193123"/>
                  </a:lnTo>
                  <a:close/>
                  <a:moveTo>
                    <a:pt x="244586" y="1940671"/>
                  </a:moveTo>
                  <a:lnTo>
                    <a:pt x="211770" y="1927625"/>
                  </a:lnTo>
                  <a:lnTo>
                    <a:pt x="321197" y="1990256"/>
                  </a:lnTo>
                  <a:close/>
                  <a:moveTo>
                    <a:pt x="321197" y="1990256"/>
                  </a:moveTo>
                  <a:lnTo>
                    <a:pt x="211770" y="1927625"/>
                  </a:lnTo>
                  <a:lnTo>
                    <a:pt x="198644" y="1946478"/>
                  </a:lnTo>
                  <a:close/>
                  <a:moveTo>
                    <a:pt x="1082203" y="2805729"/>
                  </a:moveTo>
                  <a:lnTo>
                    <a:pt x="1167387" y="2856186"/>
                  </a:lnTo>
                  <a:lnTo>
                    <a:pt x="1138162" y="2837138"/>
                  </a:lnTo>
                  <a:close/>
                  <a:moveTo>
                    <a:pt x="372511" y="1709901"/>
                  </a:moveTo>
                  <a:lnTo>
                    <a:pt x="325977" y="1705174"/>
                  </a:lnTo>
                  <a:lnTo>
                    <a:pt x="323925" y="1696853"/>
                  </a:lnTo>
                  <a:close/>
                  <a:moveTo>
                    <a:pt x="1422491" y="2810949"/>
                  </a:moveTo>
                  <a:lnTo>
                    <a:pt x="1401924" y="2779313"/>
                  </a:lnTo>
                  <a:lnTo>
                    <a:pt x="1405780" y="2786546"/>
                  </a:lnTo>
                  <a:close/>
                  <a:moveTo>
                    <a:pt x="432926" y="1568736"/>
                  </a:moveTo>
                  <a:lnTo>
                    <a:pt x="498964" y="1625371"/>
                  </a:lnTo>
                  <a:lnTo>
                    <a:pt x="504883" y="1628302"/>
                  </a:lnTo>
                  <a:close/>
                  <a:moveTo>
                    <a:pt x="504883" y="1628302"/>
                  </a:moveTo>
                  <a:lnTo>
                    <a:pt x="474395" y="1596969"/>
                  </a:lnTo>
                  <a:lnTo>
                    <a:pt x="432926" y="1568736"/>
                  </a:lnTo>
                  <a:close/>
                  <a:moveTo>
                    <a:pt x="1224844" y="2349988"/>
                  </a:moveTo>
                  <a:lnTo>
                    <a:pt x="1293019" y="2355154"/>
                  </a:lnTo>
                  <a:lnTo>
                    <a:pt x="1238681" y="2286022"/>
                  </a:lnTo>
                  <a:close/>
                  <a:moveTo>
                    <a:pt x="1231354" y="2261305"/>
                  </a:moveTo>
                  <a:lnTo>
                    <a:pt x="1224844" y="2349988"/>
                  </a:lnTo>
                  <a:lnTo>
                    <a:pt x="1238681" y="2286022"/>
                  </a:lnTo>
                  <a:close/>
                  <a:moveTo>
                    <a:pt x="1313496" y="2289761"/>
                  </a:moveTo>
                  <a:lnTo>
                    <a:pt x="1231354" y="2261305"/>
                  </a:lnTo>
                  <a:lnTo>
                    <a:pt x="1238681" y="2286022"/>
                  </a:lnTo>
                  <a:close/>
                  <a:moveTo>
                    <a:pt x="1087128" y="2101080"/>
                  </a:moveTo>
                  <a:lnTo>
                    <a:pt x="1151764" y="2178934"/>
                  </a:lnTo>
                  <a:lnTo>
                    <a:pt x="1152634" y="2165371"/>
                  </a:lnTo>
                  <a:close/>
                  <a:moveTo>
                    <a:pt x="1152634" y="2165371"/>
                  </a:moveTo>
                  <a:lnTo>
                    <a:pt x="1127553" y="2151868"/>
                  </a:lnTo>
                  <a:lnTo>
                    <a:pt x="1087128" y="2101080"/>
                  </a:lnTo>
                  <a:close/>
                  <a:moveTo>
                    <a:pt x="681452" y="1598599"/>
                  </a:moveTo>
                  <a:lnTo>
                    <a:pt x="736675" y="1603663"/>
                  </a:lnTo>
                  <a:lnTo>
                    <a:pt x="685436" y="1589865"/>
                  </a:lnTo>
                  <a:close/>
                  <a:moveTo>
                    <a:pt x="681452" y="1598599"/>
                  </a:moveTo>
                  <a:lnTo>
                    <a:pt x="671794" y="1589865"/>
                  </a:lnTo>
                  <a:lnTo>
                    <a:pt x="683434" y="1686446"/>
                  </a:lnTo>
                  <a:close/>
                  <a:moveTo>
                    <a:pt x="538261" y="1543693"/>
                  </a:moveTo>
                  <a:lnTo>
                    <a:pt x="487554" y="1524325"/>
                  </a:lnTo>
                  <a:lnTo>
                    <a:pt x="595834" y="1596980"/>
                  </a:lnTo>
                  <a:close/>
                  <a:moveTo>
                    <a:pt x="571151" y="1464861"/>
                  </a:moveTo>
                  <a:lnTo>
                    <a:pt x="499858" y="1425435"/>
                  </a:lnTo>
                  <a:lnTo>
                    <a:pt x="538261" y="1543693"/>
                  </a:lnTo>
                  <a:close/>
                  <a:moveTo>
                    <a:pt x="538261" y="1543693"/>
                  </a:moveTo>
                  <a:lnTo>
                    <a:pt x="499858" y="1425435"/>
                  </a:lnTo>
                  <a:lnTo>
                    <a:pt x="483485" y="1427540"/>
                  </a:lnTo>
                  <a:close/>
                  <a:moveTo>
                    <a:pt x="623585" y="1434826"/>
                  </a:moveTo>
                  <a:lnTo>
                    <a:pt x="571151" y="1464861"/>
                  </a:lnTo>
                  <a:lnTo>
                    <a:pt x="538261" y="1543693"/>
                  </a:lnTo>
                  <a:close/>
                  <a:moveTo>
                    <a:pt x="623585" y="1434826"/>
                  </a:moveTo>
                  <a:lnTo>
                    <a:pt x="538261" y="1543693"/>
                  </a:lnTo>
                  <a:lnTo>
                    <a:pt x="656914" y="1507822"/>
                  </a:lnTo>
                  <a:close/>
                  <a:moveTo>
                    <a:pt x="1088527" y="2083155"/>
                  </a:moveTo>
                  <a:lnTo>
                    <a:pt x="1024895" y="2000941"/>
                  </a:lnTo>
                  <a:lnTo>
                    <a:pt x="1050710" y="2030595"/>
                  </a:lnTo>
                  <a:close/>
                  <a:moveTo>
                    <a:pt x="1386532" y="2291365"/>
                  </a:moveTo>
                  <a:lnTo>
                    <a:pt x="1402645" y="2344417"/>
                  </a:lnTo>
                  <a:lnTo>
                    <a:pt x="1455520" y="2326904"/>
                  </a:lnTo>
                  <a:close/>
                  <a:moveTo>
                    <a:pt x="1386532" y="2291365"/>
                  </a:moveTo>
                  <a:lnTo>
                    <a:pt x="1378642" y="2329801"/>
                  </a:lnTo>
                  <a:lnTo>
                    <a:pt x="1402645" y="2344417"/>
                  </a:lnTo>
                  <a:close/>
                  <a:moveTo>
                    <a:pt x="1378642" y="2329801"/>
                  </a:moveTo>
                  <a:lnTo>
                    <a:pt x="1386532" y="2291365"/>
                  </a:lnTo>
                  <a:lnTo>
                    <a:pt x="1313496" y="2289761"/>
                  </a:lnTo>
                  <a:close/>
                  <a:moveTo>
                    <a:pt x="1386532" y="2291365"/>
                  </a:moveTo>
                  <a:lnTo>
                    <a:pt x="1369183" y="2282765"/>
                  </a:lnTo>
                  <a:lnTo>
                    <a:pt x="1313496" y="2289761"/>
                  </a:lnTo>
                  <a:close/>
                  <a:moveTo>
                    <a:pt x="1455520" y="2326904"/>
                  </a:moveTo>
                  <a:lnTo>
                    <a:pt x="1402645" y="2344417"/>
                  </a:lnTo>
                  <a:lnTo>
                    <a:pt x="1536570" y="2351284"/>
                  </a:lnTo>
                  <a:close/>
                  <a:moveTo>
                    <a:pt x="1231354" y="2261305"/>
                  </a:moveTo>
                  <a:lnTo>
                    <a:pt x="1313496" y="2289761"/>
                  </a:lnTo>
                  <a:lnTo>
                    <a:pt x="1369183" y="2282765"/>
                  </a:lnTo>
                  <a:close/>
                  <a:moveTo>
                    <a:pt x="1172095" y="2103199"/>
                  </a:moveTo>
                  <a:lnTo>
                    <a:pt x="1152634" y="2165371"/>
                  </a:lnTo>
                  <a:lnTo>
                    <a:pt x="1209687" y="2062033"/>
                  </a:lnTo>
                  <a:close/>
                  <a:moveTo>
                    <a:pt x="1209687" y="2062033"/>
                  </a:moveTo>
                  <a:lnTo>
                    <a:pt x="1152634" y="2165371"/>
                  </a:lnTo>
                  <a:lnTo>
                    <a:pt x="1233375" y="2142868"/>
                  </a:lnTo>
                  <a:close/>
                  <a:moveTo>
                    <a:pt x="1143755" y="2044719"/>
                  </a:moveTo>
                  <a:lnTo>
                    <a:pt x="1088527" y="2083155"/>
                  </a:lnTo>
                  <a:lnTo>
                    <a:pt x="1127553" y="2151868"/>
                  </a:lnTo>
                  <a:close/>
                  <a:moveTo>
                    <a:pt x="857156" y="1483010"/>
                  </a:moveTo>
                  <a:lnTo>
                    <a:pt x="854134" y="1568762"/>
                  </a:lnTo>
                  <a:lnTo>
                    <a:pt x="854945" y="1551429"/>
                  </a:lnTo>
                  <a:close/>
                  <a:moveTo>
                    <a:pt x="284131" y="1068059"/>
                  </a:moveTo>
                  <a:lnTo>
                    <a:pt x="311489" y="1051344"/>
                  </a:lnTo>
                  <a:lnTo>
                    <a:pt x="227853" y="1017298"/>
                  </a:lnTo>
                  <a:close/>
                  <a:moveTo>
                    <a:pt x="967725" y="1715859"/>
                  </a:moveTo>
                  <a:lnTo>
                    <a:pt x="966914" y="1737851"/>
                  </a:lnTo>
                  <a:lnTo>
                    <a:pt x="1001958" y="1745746"/>
                  </a:lnTo>
                  <a:close/>
                  <a:moveTo>
                    <a:pt x="985001" y="1682345"/>
                  </a:moveTo>
                  <a:lnTo>
                    <a:pt x="966914" y="1737851"/>
                  </a:lnTo>
                  <a:lnTo>
                    <a:pt x="967725" y="1715859"/>
                  </a:lnTo>
                  <a:close/>
                  <a:moveTo>
                    <a:pt x="1686521" y="2538010"/>
                  </a:moveTo>
                  <a:lnTo>
                    <a:pt x="1742363" y="2563393"/>
                  </a:lnTo>
                  <a:lnTo>
                    <a:pt x="1723997" y="2558182"/>
                  </a:lnTo>
                  <a:close/>
                  <a:moveTo>
                    <a:pt x="1640135" y="2254731"/>
                  </a:moveTo>
                  <a:lnTo>
                    <a:pt x="1536570" y="2351284"/>
                  </a:lnTo>
                  <a:lnTo>
                    <a:pt x="1612086" y="2354965"/>
                  </a:lnTo>
                  <a:close/>
                  <a:moveTo>
                    <a:pt x="1346538" y="2011368"/>
                  </a:moveTo>
                  <a:lnTo>
                    <a:pt x="1355294" y="2015636"/>
                  </a:lnTo>
                  <a:lnTo>
                    <a:pt x="1337790" y="2006283"/>
                  </a:lnTo>
                  <a:close/>
                  <a:moveTo>
                    <a:pt x="1225463" y="1759638"/>
                  </a:moveTo>
                  <a:lnTo>
                    <a:pt x="1232492" y="1835157"/>
                  </a:lnTo>
                  <a:lnTo>
                    <a:pt x="1204824" y="1880289"/>
                  </a:lnTo>
                  <a:close/>
                  <a:moveTo>
                    <a:pt x="1001958" y="1745746"/>
                  </a:moveTo>
                  <a:lnTo>
                    <a:pt x="1121629" y="1699315"/>
                  </a:lnTo>
                  <a:lnTo>
                    <a:pt x="1056688" y="1735173"/>
                  </a:lnTo>
                  <a:close/>
                  <a:moveTo>
                    <a:pt x="1001958" y="1745746"/>
                  </a:moveTo>
                  <a:lnTo>
                    <a:pt x="945352" y="1694788"/>
                  </a:lnTo>
                  <a:lnTo>
                    <a:pt x="967725" y="1715859"/>
                  </a:lnTo>
                  <a:close/>
                  <a:moveTo>
                    <a:pt x="578980" y="1110221"/>
                  </a:moveTo>
                  <a:lnTo>
                    <a:pt x="611406" y="1121509"/>
                  </a:lnTo>
                  <a:lnTo>
                    <a:pt x="571968" y="1037512"/>
                  </a:lnTo>
                  <a:close/>
                  <a:moveTo>
                    <a:pt x="626054" y="1019702"/>
                  </a:moveTo>
                  <a:lnTo>
                    <a:pt x="640538" y="1020676"/>
                  </a:lnTo>
                  <a:lnTo>
                    <a:pt x="640878" y="1016495"/>
                  </a:lnTo>
                  <a:close/>
                  <a:moveTo>
                    <a:pt x="243501" y="700722"/>
                  </a:moveTo>
                  <a:lnTo>
                    <a:pt x="321790" y="697666"/>
                  </a:lnTo>
                  <a:lnTo>
                    <a:pt x="248545" y="664263"/>
                  </a:lnTo>
                  <a:close/>
                  <a:moveTo>
                    <a:pt x="321790" y="697666"/>
                  </a:moveTo>
                  <a:lnTo>
                    <a:pt x="329518" y="688347"/>
                  </a:lnTo>
                  <a:lnTo>
                    <a:pt x="248545" y="664263"/>
                  </a:lnTo>
                  <a:close/>
                  <a:moveTo>
                    <a:pt x="1909823" y="2480435"/>
                  </a:moveTo>
                  <a:lnTo>
                    <a:pt x="1878505" y="2461137"/>
                  </a:lnTo>
                  <a:lnTo>
                    <a:pt x="1800233" y="2564556"/>
                  </a:lnTo>
                  <a:close/>
                  <a:moveTo>
                    <a:pt x="1355294" y="2015636"/>
                  </a:moveTo>
                  <a:lnTo>
                    <a:pt x="1447053" y="2080050"/>
                  </a:lnTo>
                  <a:lnTo>
                    <a:pt x="1490010" y="2025454"/>
                  </a:lnTo>
                  <a:close/>
                  <a:moveTo>
                    <a:pt x="1414084" y="1816862"/>
                  </a:moveTo>
                  <a:lnTo>
                    <a:pt x="1511661" y="1885631"/>
                  </a:lnTo>
                  <a:lnTo>
                    <a:pt x="1518877" y="1892351"/>
                  </a:lnTo>
                  <a:close/>
                  <a:moveTo>
                    <a:pt x="1223364" y="1750638"/>
                  </a:moveTo>
                  <a:lnTo>
                    <a:pt x="1121629" y="1699315"/>
                  </a:lnTo>
                  <a:lnTo>
                    <a:pt x="1193769" y="1759638"/>
                  </a:lnTo>
                  <a:close/>
                  <a:moveTo>
                    <a:pt x="1124758" y="1670118"/>
                  </a:moveTo>
                  <a:lnTo>
                    <a:pt x="1121629" y="1699315"/>
                  </a:lnTo>
                  <a:lnTo>
                    <a:pt x="1223364" y="1750638"/>
                  </a:lnTo>
                  <a:close/>
                  <a:moveTo>
                    <a:pt x="1197746" y="1671373"/>
                  </a:moveTo>
                  <a:lnTo>
                    <a:pt x="1124758" y="1670118"/>
                  </a:lnTo>
                  <a:lnTo>
                    <a:pt x="1223364" y="1750638"/>
                  </a:lnTo>
                  <a:close/>
                  <a:moveTo>
                    <a:pt x="1223364" y="1750638"/>
                  </a:moveTo>
                  <a:lnTo>
                    <a:pt x="1232492" y="1835157"/>
                  </a:lnTo>
                  <a:lnTo>
                    <a:pt x="1225463" y="1759638"/>
                  </a:lnTo>
                  <a:close/>
                  <a:moveTo>
                    <a:pt x="1197746" y="1671373"/>
                  </a:moveTo>
                  <a:lnTo>
                    <a:pt x="1225463" y="1759638"/>
                  </a:lnTo>
                  <a:lnTo>
                    <a:pt x="1205406" y="1677422"/>
                  </a:lnTo>
                  <a:close/>
                  <a:moveTo>
                    <a:pt x="1197746" y="1671373"/>
                  </a:moveTo>
                  <a:lnTo>
                    <a:pt x="1223364" y="1750638"/>
                  </a:lnTo>
                  <a:lnTo>
                    <a:pt x="1225463" y="1759638"/>
                  </a:lnTo>
                  <a:close/>
                  <a:moveTo>
                    <a:pt x="1124758" y="1670118"/>
                  </a:moveTo>
                  <a:lnTo>
                    <a:pt x="1197746" y="1671373"/>
                  </a:lnTo>
                  <a:lnTo>
                    <a:pt x="1211232" y="1560317"/>
                  </a:lnTo>
                  <a:close/>
                  <a:moveTo>
                    <a:pt x="1211232" y="1560317"/>
                  </a:moveTo>
                  <a:lnTo>
                    <a:pt x="1197746" y="1671373"/>
                  </a:lnTo>
                  <a:lnTo>
                    <a:pt x="1263685" y="1578264"/>
                  </a:lnTo>
                  <a:close/>
                  <a:moveTo>
                    <a:pt x="1038439" y="1579610"/>
                  </a:moveTo>
                  <a:lnTo>
                    <a:pt x="1085633" y="1501742"/>
                  </a:lnTo>
                  <a:lnTo>
                    <a:pt x="1021867" y="1492991"/>
                  </a:lnTo>
                  <a:close/>
                  <a:moveTo>
                    <a:pt x="571211" y="1016445"/>
                  </a:moveTo>
                  <a:lnTo>
                    <a:pt x="640878" y="1016495"/>
                  </a:lnTo>
                  <a:lnTo>
                    <a:pt x="594521" y="906632"/>
                  </a:lnTo>
                  <a:close/>
                  <a:moveTo>
                    <a:pt x="535727" y="845108"/>
                  </a:moveTo>
                  <a:lnTo>
                    <a:pt x="541090" y="937487"/>
                  </a:lnTo>
                  <a:lnTo>
                    <a:pt x="502259" y="911816"/>
                  </a:lnTo>
                  <a:close/>
                  <a:moveTo>
                    <a:pt x="1909823" y="2480435"/>
                  </a:moveTo>
                  <a:lnTo>
                    <a:pt x="1926971" y="2461137"/>
                  </a:lnTo>
                  <a:lnTo>
                    <a:pt x="1916863" y="2451216"/>
                  </a:lnTo>
                  <a:close/>
                  <a:moveTo>
                    <a:pt x="1976979" y="2452860"/>
                  </a:moveTo>
                  <a:lnTo>
                    <a:pt x="1916863" y="2451216"/>
                  </a:lnTo>
                  <a:lnTo>
                    <a:pt x="1926971" y="2461137"/>
                  </a:lnTo>
                  <a:close/>
                  <a:moveTo>
                    <a:pt x="2007449" y="2422700"/>
                  </a:moveTo>
                  <a:lnTo>
                    <a:pt x="1930453" y="2340486"/>
                  </a:lnTo>
                  <a:lnTo>
                    <a:pt x="1976979" y="2452860"/>
                  </a:lnTo>
                  <a:close/>
                  <a:moveTo>
                    <a:pt x="1445269" y="1791510"/>
                  </a:moveTo>
                  <a:lnTo>
                    <a:pt x="1437988" y="1830950"/>
                  </a:lnTo>
                  <a:lnTo>
                    <a:pt x="1496060" y="1847195"/>
                  </a:lnTo>
                  <a:close/>
                  <a:moveTo>
                    <a:pt x="2008375" y="2237228"/>
                  </a:moveTo>
                  <a:lnTo>
                    <a:pt x="2057252" y="2258084"/>
                  </a:lnTo>
                  <a:lnTo>
                    <a:pt x="1970341" y="2168056"/>
                  </a:lnTo>
                  <a:close/>
                  <a:moveTo>
                    <a:pt x="1254552" y="1151038"/>
                  </a:moveTo>
                  <a:lnTo>
                    <a:pt x="1280563" y="1264267"/>
                  </a:lnTo>
                  <a:lnTo>
                    <a:pt x="1301745" y="1169817"/>
                  </a:lnTo>
                  <a:close/>
                  <a:moveTo>
                    <a:pt x="1414933" y="1115527"/>
                  </a:moveTo>
                  <a:lnTo>
                    <a:pt x="1363579" y="1233253"/>
                  </a:lnTo>
                  <a:lnTo>
                    <a:pt x="1419051" y="1212271"/>
                  </a:lnTo>
                  <a:close/>
                  <a:moveTo>
                    <a:pt x="1680912" y="1320810"/>
                  </a:moveTo>
                  <a:lnTo>
                    <a:pt x="1697360" y="1319124"/>
                  </a:lnTo>
                  <a:lnTo>
                    <a:pt x="1640886" y="1253198"/>
                  </a:lnTo>
                  <a:close/>
                  <a:moveTo>
                    <a:pt x="1640886" y="1253198"/>
                  </a:moveTo>
                  <a:lnTo>
                    <a:pt x="1680785" y="1320606"/>
                  </a:lnTo>
                  <a:lnTo>
                    <a:pt x="1680912" y="1320810"/>
                  </a:lnTo>
                  <a:close/>
                  <a:moveTo>
                    <a:pt x="1433349" y="1074165"/>
                  </a:moveTo>
                  <a:lnTo>
                    <a:pt x="1414386" y="1097100"/>
                  </a:lnTo>
                  <a:lnTo>
                    <a:pt x="1338828" y="1016714"/>
                  </a:lnTo>
                  <a:close/>
                  <a:moveTo>
                    <a:pt x="1020331" y="593409"/>
                  </a:moveTo>
                  <a:lnTo>
                    <a:pt x="1096476" y="592097"/>
                  </a:lnTo>
                  <a:lnTo>
                    <a:pt x="1067052" y="515926"/>
                  </a:lnTo>
                  <a:close/>
                  <a:moveTo>
                    <a:pt x="1020331" y="593409"/>
                  </a:moveTo>
                  <a:lnTo>
                    <a:pt x="1067052" y="515926"/>
                  </a:lnTo>
                  <a:lnTo>
                    <a:pt x="998583" y="510998"/>
                  </a:lnTo>
                  <a:close/>
                  <a:moveTo>
                    <a:pt x="925295" y="446557"/>
                  </a:moveTo>
                  <a:lnTo>
                    <a:pt x="998583" y="510998"/>
                  </a:lnTo>
                  <a:lnTo>
                    <a:pt x="1004833" y="465281"/>
                  </a:lnTo>
                  <a:close/>
                  <a:moveTo>
                    <a:pt x="998583" y="510998"/>
                  </a:moveTo>
                  <a:lnTo>
                    <a:pt x="1067052" y="515926"/>
                  </a:lnTo>
                  <a:lnTo>
                    <a:pt x="1004833" y="465281"/>
                  </a:lnTo>
                  <a:close/>
                  <a:moveTo>
                    <a:pt x="757668" y="285397"/>
                  </a:moveTo>
                  <a:lnTo>
                    <a:pt x="689097" y="280551"/>
                  </a:lnTo>
                  <a:lnTo>
                    <a:pt x="689624" y="337940"/>
                  </a:lnTo>
                  <a:close/>
                  <a:moveTo>
                    <a:pt x="823785" y="282235"/>
                  </a:moveTo>
                  <a:lnTo>
                    <a:pt x="839996" y="252014"/>
                  </a:lnTo>
                  <a:lnTo>
                    <a:pt x="782077" y="189749"/>
                  </a:lnTo>
                  <a:close/>
                  <a:moveTo>
                    <a:pt x="882064" y="284925"/>
                  </a:moveTo>
                  <a:lnTo>
                    <a:pt x="927753" y="334229"/>
                  </a:lnTo>
                  <a:lnTo>
                    <a:pt x="919445" y="314559"/>
                  </a:lnTo>
                  <a:close/>
                  <a:moveTo>
                    <a:pt x="839996" y="252014"/>
                  </a:moveTo>
                  <a:lnTo>
                    <a:pt x="882064" y="284925"/>
                  </a:lnTo>
                  <a:lnTo>
                    <a:pt x="891836" y="295792"/>
                  </a:lnTo>
                  <a:close/>
                  <a:moveTo>
                    <a:pt x="1125943" y="257356"/>
                  </a:moveTo>
                  <a:lnTo>
                    <a:pt x="1068779" y="213577"/>
                  </a:lnTo>
                  <a:lnTo>
                    <a:pt x="1066254" y="175141"/>
                  </a:lnTo>
                  <a:close/>
                  <a:moveTo>
                    <a:pt x="1022967" y="131362"/>
                  </a:moveTo>
                  <a:lnTo>
                    <a:pt x="1005687" y="104853"/>
                  </a:lnTo>
                  <a:lnTo>
                    <a:pt x="1066254" y="175141"/>
                  </a:lnTo>
                  <a:close/>
                  <a:moveTo>
                    <a:pt x="1068779" y="213577"/>
                  </a:moveTo>
                  <a:lnTo>
                    <a:pt x="1022967" y="131362"/>
                  </a:lnTo>
                  <a:lnTo>
                    <a:pt x="1066254" y="175141"/>
                  </a:lnTo>
                  <a:close/>
                  <a:moveTo>
                    <a:pt x="1214962" y="47995"/>
                  </a:moveTo>
                  <a:lnTo>
                    <a:pt x="1160605" y="0"/>
                  </a:lnTo>
                  <a:lnTo>
                    <a:pt x="1219455" y="54489"/>
                  </a:lnTo>
                  <a:close/>
                  <a:moveTo>
                    <a:pt x="1214962" y="47995"/>
                  </a:moveTo>
                  <a:lnTo>
                    <a:pt x="1220196" y="51647"/>
                  </a:lnTo>
                  <a:lnTo>
                    <a:pt x="1166289" y="34880"/>
                  </a:lnTo>
                  <a:close/>
                  <a:moveTo>
                    <a:pt x="1629020" y="261924"/>
                  </a:moveTo>
                  <a:lnTo>
                    <a:pt x="1626294" y="262698"/>
                  </a:lnTo>
                  <a:lnTo>
                    <a:pt x="1687045" y="314843"/>
                  </a:lnTo>
                  <a:close/>
                  <a:moveTo>
                    <a:pt x="1629020" y="261924"/>
                  </a:moveTo>
                  <a:lnTo>
                    <a:pt x="1681861" y="344913"/>
                  </a:lnTo>
                  <a:lnTo>
                    <a:pt x="1628895" y="26269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72" name="Candidate_density__2091">
              <a:extLst>
                <a:ext uri="{FF2B5EF4-FFF2-40B4-BE49-F238E27FC236}">
                  <a16:creationId xmlns:a16="http://schemas.microsoft.com/office/drawing/2014/main" id="{5145FB92-4CC8-05E3-2551-CBE342418F9C}"/>
                </a:ext>
              </a:extLst>
            </p:cNvPr>
            <p:cNvSpPr>
              <a:spLocks noGrp="1"/>
            </p:cNvSpPr>
            <p:nvPr/>
          </p:nvSpPr>
          <p:spPr>
            <a:xfrm>
              <a:off x="3962283" y="1496742"/>
              <a:ext cx="2580258" cy="3359511"/>
            </a:xfrm>
            <a:custGeom>
              <a:avLst/>
              <a:gdLst/>
              <a:ahLst/>
              <a:cxnLst/>
              <a:rect l="0" t="0" r="0" b="0"/>
              <a:pathLst>
                <a:path w="2580258" h="3359511">
                  <a:moveTo>
                    <a:pt x="1191235" y="3238860"/>
                  </a:moveTo>
                  <a:lnTo>
                    <a:pt x="1175667" y="3358763"/>
                  </a:lnTo>
                  <a:lnTo>
                    <a:pt x="1203551" y="3251998"/>
                  </a:lnTo>
                  <a:close/>
                  <a:moveTo>
                    <a:pt x="1094875" y="3277296"/>
                  </a:moveTo>
                  <a:lnTo>
                    <a:pt x="1173786" y="3359511"/>
                  </a:lnTo>
                  <a:lnTo>
                    <a:pt x="1191235" y="3238860"/>
                  </a:lnTo>
                  <a:close/>
                  <a:moveTo>
                    <a:pt x="1191235" y="3238860"/>
                  </a:moveTo>
                  <a:lnTo>
                    <a:pt x="1203551" y="3251998"/>
                  </a:lnTo>
                  <a:lnTo>
                    <a:pt x="1204081" y="3235572"/>
                  </a:lnTo>
                  <a:close/>
                  <a:moveTo>
                    <a:pt x="1288656" y="3227406"/>
                  </a:moveTo>
                  <a:lnTo>
                    <a:pt x="1204081" y="3235572"/>
                  </a:lnTo>
                  <a:lnTo>
                    <a:pt x="1203551" y="3251998"/>
                  </a:lnTo>
                  <a:close/>
                  <a:moveTo>
                    <a:pt x="1204081" y="3235572"/>
                  </a:moveTo>
                  <a:lnTo>
                    <a:pt x="1288656" y="3227406"/>
                  </a:lnTo>
                  <a:lnTo>
                    <a:pt x="1274906" y="3138492"/>
                  </a:lnTo>
                  <a:close/>
                  <a:moveTo>
                    <a:pt x="1204081" y="3235572"/>
                  </a:moveTo>
                  <a:lnTo>
                    <a:pt x="1274906" y="3138492"/>
                  </a:lnTo>
                  <a:lnTo>
                    <a:pt x="1179382" y="3155559"/>
                  </a:lnTo>
                  <a:close/>
                  <a:moveTo>
                    <a:pt x="772414" y="2324276"/>
                  </a:moveTo>
                  <a:lnTo>
                    <a:pt x="811885" y="2311130"/>
                  </a:lnTo>
                  <a:lnTo>
                    <a:pt x="785706" y="2257621"/>
                  </a:lnTo>
                  <a:close/>
                  <a:moveTo>
                    <a:pt x="785706" y="2257621"/>
                  </a:moveTo>
                  <a:lnTo>
                    <a:pt x="828323" y="2301399"/>
                  </a:lnTo>
                  <a:lnTo>
                    <a:pt x="865213" y="2219184"/>
                  </a:lnTo>
                  <a:close/>
                  <a:moveTo>
                    <a:pt x="511317" y="1808108"/>
                  </a:moveTo>
                  <a:lnTo>
                    <a:pt x="534625" y="1777336"/>
                  </a:lnTo>
                  <a:lnTo>
                    <a:pt x="453438" y="1764330"/>
                  </a:lnTo>
                  <a:close/>
                  <a:moveTo>
                    <a:pt x="0" y="1245834"/>
                  </a:moveTo>
                  <a:lnTo>
                    <a:pt x="58081" y="1232603"/>
                  </a:lnTo>
                  <a:lnTo>
                    <a:pt x="9986" y="1209085"/>
                  </a:lnTo>
                  <a:close/>
                  <a:moveTo>
                    <a:pt x="0" y="1245834"/>
                  </a:moveTo>
                  <a:lnTo>
                    <a:pt x="25214" y="1266020"/>
                  </a:lnTo>
                  <a:lnTo>
                    <a:pt x="58081" y="1232603"/>
                  </a:lnTo>
                  <a:close/>
                  <a:moveTo>
                    <a:pt x="854491" y="1922085"/>
                  </a:moveTo>
                  <a:lnTo>
                    <a:pt x="736313" y="1972539"/>
                  </a:lnTo>
                  <a:lnTo>
                    <a:pt x="834097" y="1934102"/>
                  </a:lnTo>
                  <a:close/>
                  <a:moveTo>
                    <a:pt x="1723064" y="2964462"/>
                  </a:moveTo>
                  <a:lnTo>
                    <a:pt x="1700474" y="2882247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700474" y="2882247"/>
                  </a:lnTo>
                  <a:lnTo>
                    <a:pt x="1740878" y="2901941"/>
                  </a:lnTo>
                  <a:close/>
                  <a:moveTo>
                    <a:pt x="1697998" y="2976302"/>
                  </a:moveTo>
                  <a:lnTo>
                    <a:pt x="1723064" y="2964462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689625" y="2920683"/>
                  </a:lnTo>
                  <a:lnTo>
                    <a:pt x="1686352" y="2885677"/>
                  </a:lnTo>
                  <a:close/>
                  <a:moveTo>
                    <a:pt x="1686352" y="2885677"/>
                  </a:moveTo>
                  <a:lnTo>
                    <a:pt x="1697998" y="2976302"/>
                  </a:lnTo>
                  <a:lnTo>
                    <a:pt x="1729618" y="2964781"/>
                  </a:lnTo>
                  <a:close/>
                  <a:moveTo>
                    <a:pt x="110430" y="875568"/>
                  </a:moveTo>
                  <a:lnTo>
                    <a:pt x="11633" y="947521"/>
                  </a:lnTo>
                  <a:lnTo>
                    <a:pt x="69371" y="909084"/>
                  </a:lnTo>
                  <a:close/>
                  <a:moveTo>
                    <a:pt x="110430" y="875568"/>
                  </a:moveTo>
                  <a:lnTo>
                    <a:pt x="60466" y="903963"/>
                  </a:lnTo>
                  <a:lnTo>
                    <a:pt x="11633" y="947521"/>
                  </a:lnTo>
                  <a:close/>
                  <a:moveTo>
                    <a:pt x="1949797" y="3015473"/>
                  </a:moveTo>
                  <a:lnTo>
                    <a:pt x="1945940" y="3008241"/>
                  </a:lnTo>
                  <a:lnTo>
                    <a:pt x="1919150" y="2964346"/>
                  </a:lnTo>
                  <a:close/>
                  <a:moveTo>
                    <a:pt x="1849129" y="2774434"/>
                  </a:moveTo>
                  <a:lnTo>
                    <a:pt x="1772901" y="2800032"/>
                  </a:lnTo>
                  <a:lnTo>
                    <a:pt x="1778616" y="2871260"/>
                  </a:lnTo>
                  <a:close/>
                  <a:moveTo>
                    <a:pt x="1854247" y="2870366"/>
                  </a:moveTo>
                  <a:lnTo>
                    <a:pt x="1849129" y="2774434"/>
                  </a:lnTo>
                  <a:lnTo>
                    <a:pt x="1778616" y="2871260"/>
                  </a:lnTo>
                  <a:close/>
                  <a:moveTo>
                    <a:pt x="1954082" y="2816292"/>
                  </a:moveTo>
                  <a:lnTo>
                    <a:pt x="1919686" y="2761595"/>
                  </a:lnTo>
                  <a:lnTo>
                    <a:pt x="1958090" y="2846535"/>
                  </a:lnTo>
                  <a:close/>
                  <a:moveTo>
                    <a:pt x="1958090" y="2846535"/>
                  </a:moveTo>
                  <a:lnTo>
                    <a:pt x="1919686" y="2761595"/>
                  </a:lnTo>
                  <a:lnTo>
                    <a:pt x="1849129" y="2774434"/>
                  </a:lnTo>
                  <a:close/>
                  <a:moveTo>
                    <a:pt x="1958090" y="2846535"/>
                  </a:moveTo>
                  <a:lnTo>
                    <a:pt x="1849129" y="2774434"/>
                  </a:lnTo>
                  <a:lnTo>
                    <a:pt x="1854247" y="2870366"/>
                  </a:lnTo>
                  <a:close/>
                  <a:moveTo>
                    <a:pt x="1958090" y="2846535"/>
                  </a:moveTo>
                  <a:lnTo>
                    <a:pt x="1854247" y="2870366"/>
                  </a:lnTo>
                  <a:lnTo>
                    <a:pt x="1968241" y="2869230"/>
                  </a:lnTo>
                  <a:close/>
                  <a:moveTo>
                    <a:pt x="1958090" y="2846535"/>
                  </a:moveTo>
                  <a:lnTo>
                    <a:pt x="1968241" y="2869230"/>
                  </a:lnTo>
                  <a:lnTo>
                    <a:pt x="2040321" y="2860069"/>
                  </a:lnTo>
                  <a:close/>
                  <a:moveTo>
                    <a:pt x="1730505" y="2710190"/>
                  </a:moveTo>
                  <a:lnTo>
                    <a:pt x="1727105" y="2740181"/>
                  </a:lnTo>
                  <a:lnTo>
                    <a:pt x="1798471" y="2679380"/>
                  </a:lnTo>
                  <a:close/>
                  <a:moveTo>
                    <a:pt x="1727105" y="2740181"/>
                  </a:moveTo>
                  <a:lnTo>
                    <a:pt x="1772901" y="2800032"/>
                  </a:lnTo>
                  <a:lnTo>
                    <a:pt x="1798471" y="2679380"/>
                  </a:lnTo>
                  <a:close/>
                  <a:moveTo>
                    <a:pt x="1798471" y="2679380"/>
                  </a:moveTo>
                  <a:lnTo>
                    <a:pt x="1772901" y="2800032"/>
                  </a:lnTo>
                  <a:lnTo>
                    <a:pt x="1859372" y="2740847"/>
                  </a:lnTo>
                  <a:close/>
                  <a:moveTo>
                    <a:pt x="1859372" y="2740847"/>
                  </a:moveTo>
                  <a:lnTo>
                    <a:pt x="1772901" y="2800032"/>
                  </a:lnTo>
                  <a:lnTo>
                    <a:pt x="1849129" y="2774434"/>
                  </a:lnTo>
                  <a:close/>
                  <a:moveTo>
                    <a:pt x="1849129" y="2774434"/>
                  </a:moveTo>
                  <a:lnTo>
                    <a:pt x="1919686" y="2761595"/>
                  </a:lnTo>
                  <a:lnTo>
                    <a:pt x="1859372" y="2740847"/>
                  </a:lnTo>
                  <a:close/>
                  <a:moveTo>
                    <a:pt x="1701391" y="2597165"/>
                  </a:moveTo>
                  <a:lnTo>
                    <a:pt x="1730505" y="2710190"/>
                  </a:lnTo>
                  <a:lnTo>
                    <a:pt x="1757456" y="2638455"/>
                  </a:lnTo>
                  <a:close/>
                  <a:moveTo>
                    <a:pt x="1712165" y="2717817"/>
                  </a:moveTo>
                  <a:lnTo>
                    <a:pt x="1730505" y="2710190"/>
                  </a:lnTo>
                  <a:lnTo>
                    <a:pt x="1701391" y="2597165"/>
                  </a:lnTo>
                  <a:close/>
                  <a:moveTo>
                    <a:pt x="1625980" y="2635602"/>
                  </a:moveTo>
                  <a:lnTo>
                    <a:pt x="1712165" y="2717817"/>
                  </a:lnTo>
                  <a:lnTo>
                    <a:pt x="1701391" y="2597165"/>
                  </a:lnTo>
                  <a:close/>
                  <a:moveTo>
                    <a:pt x="1730505" y="2710190"/>
                  </a:moveTo>
                  <a:lnTo>
                    <a:pt x="1798471" y="2679380"/>
                  </a:lnTo>
                  <a:lnTo>
                    <a:pt x="1757456" y="2638455"/>
                  </a:lnTo>
                  <a:close/>
                  <a:moveTo>
                    <a:pt x="1625980" y="2635602"/>
                  </a:moveTo>
                  <a:lnTo>
                    <a:pt x="1701391" y="2597165"/>
                  </a:lnTo>
                  <a:lnTo>
                    <a:pt x="1623716" y="2632285"/>
                  </a:lnTo>
                  <a:close/>
                  <a:moveTo>
                    <a:pt x="1701391" y="2597165"/>
                  </a:moveTo>
                  <a:lnTo>
                    <a:pt x="1651221" y="2519918"/>
                  </a:lnTo>
                  <a:lnTo>
                    <a:pt x="1623716" y="2632285"/>
                  </a:lnTo>
                  <a:close/>
                  <a:moveTo>
                    <a:pt x="1648329" y="2514950"/>
                  </a:moveTo>
                  <a:lnTo>
                    <a:pt x="1572406" y="2553386"/>
                  </a:lnTo>
                  <a:lnTo>
                    <a:pt x="1623716" y="2632285"/>
                  </a:lnTo>
                  <a:close/>
                  <a:moveTo>
                    <a:pt x="1048899" y="1857230"/>
                  </a:moveTo>
                  <a:lnTo>
                    <a:pt x="1042980" y="1854299"/>
                  </a:lnTo>
                  <a:lnTo>
                    <a:pt x="1019454" y="1895666"/>
                  </a:lnTo>
                  <a:close/>
                  <a:moveTo>
                    <a:pt x="2040321" y="2860069"/>
                  </a:moveTo>
                  <a:lnTo>
                    <a:pt x="1968241" y="2869230"/>
                  </a:lnTo>
                  <a:lnTo>
                    <a:pt x="2102156" y="2876060"/>
                  </a:lnTo>
                  <a:close/>
                  <a:moveTo>
                    <a:pt x="1873903" y="2654201"/>
                  </a:moveTo>
                  <a:lnTo>
                    <a:pt x="1859372" y="2740847"/>
                  </a:lnTo>
                  <a:lnTo>
                    <a:pt x="1943932" y="2757954"/>
                  </a:lnTo>
                  <a:close/>
                  <a:moveTo>
                    <a:pt x="1798471" y="2679380"/>
                  </a:moveTo>
                  <a:lnTo>
                    <a:pt x="1859372" y="2740847"/>
                  </a:lnTo>
                  <a:lnTo>
                    <a:pt x="1873903" y="2654201"/>
                  </a:lnTo>
                  <a:close/>
                  <a:moveTo>
                    <a:pt x="1873903" y="2654201"/>
                  </a:moveTo>
                  <a:lnTo>
                    <a:pt x="1757456" y="2638455"/>
                  </a:lnTo>
                  <a:lnTo>
                    <a:pt x="1798471" y="2679380"/>
                  </a:lnTo>
                  <a:close/>
                  <a:moveTo>
                    <a:pt x="1768860" y="2578915"/>
                  </a:moveTo>
                  <a:lnTo>
                    <a:pt x="1757456" y="2638455"/>
                  </a:lnTo>
                  <a:lnTo>
                    <a:pt x="1873903" y="2654201"/>
                  </a:lnTo>
                  <a:close/>
                  <a:moveTo>
                    <a:pt x="1837035" y="2584082"/>
                  </a:moveTo>
                  <a:lnTo>
                    <a:pt x="1768860" y="2578915"/>
                  </a:lnTo>
                  <a:lnTo>
                    <a:pt x="1873903" y="2654201"/>
                  </a:lnTo>
                  <a:close/>
                  <a:moveTo>
                    <a:pt x="1701391" y="2597165"/>
                  </a:moveTo>
                  <a:lnTo>
                    <a:pt x="1757456" y="2638455"/>
                  </a:lnTo>
                  <a:lnTo>
                    <a:pt x="1768860" y="2578915"/>
                  </a:lnTo>
                  <a:close/>
                  <a:moveTo>
                    <a:pt x="1652815" y="2512574"/>
                  </a:moveTo>
                  <a:lnTo>
                    <a:pt x="1651221" y="2519918"/>
                  </a:lnTo>
                  <a:lnTo>
                    <a:pt x="1752526" y="2476513"/>
                  </a:lnTo>
                  <a:close/>
                  <a:moveTo>
                    <a:pt x="1651221" y="2519918"/>
                  </a:moveTo>
                  <a:lnTo>
                    <a:pt x="1701391" y="2597165"/>
                  </a:lnTo>
                  <a:lnTo>
                    <a:pt x="1752526" y="2476513"/>
                  </a:lnTo>
                  <a:close/>
                  <a:moveTo>
                    <a:pt x="1752526" y="2476513"/>
                  </a:moveTo>
                  <a:lnTo>
                    <a:pt x="1701391" y="2597165"/>
                  </a:lnTo>
                  <a:lnTo>
                    <a:pt x="1775370" y="2490233"/>
                  </a:lnTo>
                  <a:close/>
                  <a:moveTo>
                    <a:pt x="1649366" y="2432735"/>
                  </a:moveTo>
                  <a:lnTo>
                    <a:pt x="1652815" y="2512574"/>
                  </a:lnTo>
                  <a:lnTo>
                    <a:pt x="1752526" y="2476513"/>
                  </a:lnTo>
                  <a:close/>
                  <a:moveTo>
                    <a:pt x="1649366" y="2432735"/>
                  </a:moveTo>
                  <a:lnTo>
                    <a:pt x="1752526" y="2476513"/>
                  </a:lnTo>
                  <a:lnTo>
                    <a:pt x="1696650" y="2394298"/>
                  </a:lnTo>
                  <a:close/>
                  <a:moveTo>
                    <a:pt x="1696650" y="2394298"/>
                  </a:moveTo>
                  <a:lnTo>
                    <a:pt x="1695780" y="2407862"/>
                  </a:lnTo>
                  <a:lnTo>
                    <a:pt x="1649366" y="2432735"/>
                  </a:lnTo>
                  <a:close/>
                  <a:moveTo>
                    <a:pt x="1215811" y="1818793"/>
                  </a:moveTo>
                  <a:lnTo>
                    <a:pt x="1203517" y="1745454"/>
                  </a:lnTo>
                  <a:lnTo>
                    <a:pt x="1139850" y="1825907"/>
                  </a:lnTo>
                  <a:close/>
                  <a:moveTo>
                    <a:pt x="1139850" y="1825907"/>
                  </a:moveTo>
                  <a:lnTo>
                    <a:pt x="1203517" y="1745454"/>
                  </a:lnTo>
                  <a:lnTo>
                    <a:pt x="1200930" y="1736750"/>
                  </a:lnTo>
                  <a:close/>
                  <a:moveTo>
                    <a:pt x="1203517" y="1745454"/>
                  </a:moveTo>
                  <a:lnTo>
                    <a:pt x="1229452" y="1818793"/>
                  </a:lnTo>
                  <a:lnTo>
                    <a:pt x="1200930" y="1736750"/>
                  </a:lnTo>
                  <a:close/>
                  <a:moveTo>
                    <a:pt x="902252" y="1597610"/>
                  </a:moveTo>
                  <a:lnTo>
                    <a:pt x="1027502" y="1656468"/>
                  </a:lnTo>
                  <a:lnTo>
                    <a:pt x="981017" y="1594167"/>
                  </a:lnTo>
                  <a:close/>
                  <a:moveTo>
                    <a:pt x="401303" y="832211"/>
                  </a:moveTo>
                  <a:lnTo>
                    <a:pt x="393174" y="868283"/>
                  </a:lnTo>
                  <a:lnTo>
                    <a:pt x="373921" y="872996"/>
                  </a:lnTo>
                  <a:close/>
                  <a:moveTo>
                    <a:pt x="401303" y="832211"/>
                  </a:moveTo>
                  <a:lnTo>
                    <a:pt x="395007" y="766700"/>
                  </a:lnTo>
                  <a:lnTo>
                    <a:pt x="393174" y="868283"/>
                  </a:lnTo>
                  <a:close/>
                  <a:moveTo>
                    <a:pt x="401303" y="832211"/>
                  </a:moveTo>
                  <a:lnTo>
                    <a:pt x="389714" y="749996"/>
                  </a:lnTo>
                  <a:lnTo>
                    <a:pt x="395007" y="766700"/>
                  </a:lnTo>
                  <a:close/>
                  <a:moveTo>
                    <a:pt x="404679" y="709340"/>
                  </a:moveTo>
                  <a:lnTo>
                    <a:pt x="395007" y="766700"/>
                  </a:lnTo>
                  <a:lnTo>
                    <a:pt x="389714" y="749996"/>
                  </a:lnTo>
                  <a:close/>
                  <a:moveTo>
                    <a:pt x="1550695" y="2147653"/>
                  </a:moveTo>
                  <a:lnTo>
                    <a:pt x="1568912" y="2229869"/>
                  </a:lnTo>
                  <a:lnTo>
                    <a:pt x="1626670" y="2191432"/>
                  </a:lnTo>
                  <a:close/>
                  <a:moveTo>
                    <a:pt x="1203517" y="1745454"/>
                  </a:moveTo>
                  <a:lnTo>
                    <a:pt x="1215811" y="1818793"/>
                  </a:lnTo>
                  <a:lnTo>
                    <a:pt x="1224569" y="1817624"/>
                  </a:lnTo>
                  <a:close/>
                  <a:moveTo>
                    <a:pt x="1224569" y="1817624"/>
                  </a:moveTo>
                  <a:lnTo>
                    <a:pt x="1229452" y="1818793"/>
                  </a:lnTo>
                  <a:lnTo>
                    <a:pt x="1203517" y="1745454"/>
                  </a:lnTo>
                  <a:close/>
                  <a:moveTo>
                    <a:pt x="855505" y="1280271"/>
                  </a:moveTo>
                  <a:lnTo>
                    <a:pt x="896546" y="1301973"/>
                  </a:lnTo>
                  <a:lnTo>
                    <a:pt x="983308" y="1264245"/>
                  </a:lnTo>
                  <a:close/>
                  <a:moveTo>
                    <a:pt x="929574" y="1278546"/>
                  </a:moveTo>
                  <a:lnTo>
                    <a:pt x="855505" y="1280271"/>
                  </a:lnTo>
                  <a:lnTo>
                    <a:pt x="983308" y="1264245"/>
                  </a:lnTo>
                  <a:close/>
                  <a:moveTo>
                    <a:pt x="452415" y="672612"/>
                  </a:moveTo>
                  <a:lnTo>
                    <a:pt x="404679" y="709340"/>
                  </a:lnTo>
                  <a:lnTo>
                    <a:pt x="389714" y="749996"/>
                  </a:lnTo>
                  <a:close/>
                  <a:moveTo>
                    <a:pt x="404679" y="709340"/>
                  </a:moveTo>
                  <a:lnTo>
                    <a:pt x="452415" y="672612"/>
                  </a:lnTo>
                  <a:lnTo>
                    <a:pt x="441137" y="667782"/>
                  </a:lnTo>
                  <a:close/>
                  <a:moveTo>
                    <a:pt x="452415" y="672612"/>
                  </a:moveTo>
                  <a:lnTo>
                    <a:pt x="481243" y="629345"/>
                  </a:lnTo>
                  <a:lnTo>
                    <a:pt x="441137" y="667782"/>
                  </a:lnTo>
                  <a:close/>
                  <a:moveTo>
                    <a:pt x="2012264" y="2502217"/>
                  </a:moveTo>
                  <a:lnTo>
                    <a:pt x="2100701" y="2490910"/>
                  </a:lnTo>
                  <a:lnTo>
                    <a:pt x="2080484" y="2407254"/>
                  </a:lnTo>
                  <a:close/>
                  <a:moveTo>
                    <a:pt x="2012264" y="2502217"/>
                  </a:moveTo>
                  <a:lnTo>
                    <a:pt x="2080484" y="2407254"/>
                  </a:lnTo>
                  <a:lnTo>
                    <a:pt x="2005435" y="2407676"/>
                  </a:lnTo>
                  <a:close/>
                  <a:moveTo>
                    <a:pt x="2180068" y="2458296"/>
                  </a:moveTo>
                  <a:lnTo>
                    <a:pt x="2145034" y="2399641"/>
                  </a:lnTo>
                  <a:lnTo>
                    <a:pt x="2184151" y="2483659"/>
                  </a:lnTo>
                  <a:close/>
                  <a:moveTo>
                    <a:pt x="2184151" y="2483659"/>
                  </a:moveTo>
                  <a:lnTo>
                    <a:pt x="2145034" y="2399641"/>
                  </a:lnTo>
                  <a:lnTo>
                    <a:pt x="2080484" y="2407254"/>
                  </a:lnTo>
                  <a:close/>
                  <a:moveTo>
                    <a:pt x="2184151" y="2483659"/>
                  </a:moveTo>
                  <a:lnTo>
                    <a:pt x="2080484" y="2407254"/>
                  </a:lnTo>
                  <a:lnTo>
                    <a:pt x="2100701" y="2490910"/>
                  </a:lnTo>
                  <a:close/>
                  <a:moveTo>
                    <a:pt x="2180068" y="2458296"/>
                  </a:moveTo>
                  <a:lnTo>
                    <a:pt x="2184151" y="2483659"/>
                  </a:lnTo>
                  <a:lnTo>
                    <a:pt x="2193292" y="2481856"/>
                  </a:lnTo>
                  <a:close/>
                  <a:moveTo>
                    <a:pt x="1926419" y="2411322"/>
                  </a:moveTo>
                  <a:lnTo>
                    <a:pt x="1981058" y="2327402"/>
                  </a:lnTo>
                  <a:lnTo>
                    <a:pt x="1899168" y="2333385"/>
                  </a:lnTo>
                  <a:close/>
                  <a:moveTo>
                    <a:pt x="1802486" y="2355862"/>
                  </a:moveTo>
                  <a:lnTo>
                    <a:pt x="1899168" y="2333385"/>
                  </a:lnTo>
                  <a:lnTo>
                    <a:pt x="1857757" y="2304406"/>
                  </a:lnTo>
                  <a:close/>
                  <a:moveTo>
                    <a:pt x="1774347" y="2073993"/>
                  </a:moveTo>
                  <a:lnTo>
                    <a:pt x="1644904" y="2018545"/>
                  </a:lnTo>
                  <a:lnTo>
                    <a:pt x="1687266" y="2084197"/>
                  </a:lnTo>
                  <a:close/>
                  <a:moveTo>
                    <a:pt x="1774347" y="2073993"/>
                  </a:moveTo>
                  <a:lnTo>
                    <a:pt x="1687266" y="2084197"/>
                  </a:lnTo>
                  <a:lnTo>
                    <a:pt x="1778553" y="2071727"/>
                  </a:lnTo>
                  <a:close/>
                  <a:moveTo>
                    <a:pt x="1616474" y="2027002"/>
                  </a:moveTo>
                  <a:lnTo>
                    <a:pt x="1644904" y="2018545"/>
                  </a:lnTo>
                  <a:lnTo>
                    <a:pt x="1545975" y="1974674"/>
                  </a:lnTo>
                  <a:close/>
                  <a:moveTo>
                    <a:pt x="1447113" y="1668501"/>
                  </a:moveTo>
                  <a:lnTo>
                    <a:pt x="1398962" y="1780356"/>
                  </a:lnTo>
                  <a:lnTo>
                    <a:pt x="1423314" y="1741920"/>
                  </a:lnTo>
                  <a:close/>
                  <a:moveTo>
                    <a:pt x="1447113" y="1668501"/>
                  </a:moveTo>
                  <a:lnTo>
                    <a:pt x="1401172" y="1711938"/>
                  </a:lnTo>
                  <a:lnTo>
                    <a:pt x="1398962" y="1780356"/>
                  </a:lnTo>
                  <a:close/>
                  <a:moveTo>
                    <a:pt x="1115984" y="1266440"/>
                  </a:moveTo>
                  <a:lnTo>
                    <a:pt x="1105224" y="1248630"/>
                  </a:lnTo>
                  <a:lnTo>
                    <a:pt x="1122996" y="1339148"/>
                  </a:lnTo>
                  <a:close/>
                  <a:moveTo>
                    <a:pt x="555545" y="596686"/>
                  </a:moveTo>
                  <a:lnTo>
                    <a:pt x="481243" y="629345"/>
                  </a:lnTo>
                  <a:lnTo>
                    <a:pt x="563555" y="594286"/>
                  </a:lnTo>
                  <a:close/>
                  <a:moveTo>
                    <a:pt x="481243" y="629345"/>
                  </a:moveTo>
                  <a:lnTo>
                    <a:pt x="452415" y="672612"/>
                  </a:lnTo>
                  <a:lnTo>
                    <a:pt x="563555" y="594286"/>
                  </a:lnTo>
                  <a:close/>
                  <a:moveTo>
                    <a:pt x="508948" y="605325"/>
                  </a:moveTo>
                  <a:lnTo>
                    <a:pt x="481243" y="629345"/>
                  </a:lnTo>
                  <a:lnTo>
                    <a:pt x="555545" y="596686"/>
                  </a:lnTo>
                  <a:close/>
                  <a:moveTo>
                    <a:pt x="2310043" y="2564071"/>
                  </a:moveTo>
                  <a:lnTo>
                    <a:pt x="2329745" y="2646286"/>
                  </a:lnTo>
                  <a:lnTo>
                    <a:pt x="2424640" y="2607850"/>
                  </a:lnTo>
                  <a:close/>
                  <a:moveTo>
                    <a:pt x="2310043" y="2564071"/>
                  </a:moveTo>
                  <a:lnTo>
                    <a:pt x="2424640" y="2607850"/>
                  </a:lnTo>
                  <a:lnTo>
                    <a:pt x="2350231" y="2525634"/>
                  </a:lnTo>
                  <a:close/>
                  <a:moveTo>
                    <a:pt x="2310043" y="2564071"/>
                  </a:moveTo>
                  <a:lnTo>
                    <a:pt x="2350231" y="2525634"/>
                  </a:lnTo>
                  <a:lnTo>
                    <a:pt x="2273195" y="2527825"/>
                  </a:lnTo>
                  <a:close/>
                  <a:moveTo>
                    <a:pt x="2350231" y="2525634"/>
                  </a:moveTo>
                  <a:lnTo>
                    <a:pt x="2320969" y="2491242"/>
                  </a:lnTo>
                  <a:lnTo>
                    <a:pt x="2273195" y="2527825"/>
                  </a:lnTo>
                  <a:close/>
                  <a:moveTo>
                    <a:pt x="2285493" y="2443419"/>
                  </a:moveTo>
                  <a:lnTo>
                    <a:pt x="2273195" y="2527825"/>
                  </a:lnTo>
                  <a:lnTo>
                    <a:pt x="2320969" y="2491242"/>
                  </a:lnTo>
                  <a:close/>
                  <a:moveTo>
                    <a:pt x="2285493" y="2443419"/>
                  </a:moveTo>
                  <a:lnTo>
                    <a:pt x="2193292" y="2481856"/>
                  </a:lnTo>
                  <a:lnTo>
                    <a:pt x="2273195" y="2527825"/>
                  </a:lnTo>
                  <a:close/>
                  <a:moveTo>
                    <a:pt x="1649794" y="1814384"/>
                  </a:moveTo>
                  <a:lnTo>
                    <a:pt x="1755248" y="1789245"/>
                  </a:lnTo>
                  <a:lnTo>
                    <a:pt x="1716054" y="1721016"/>
                  </a:lnTo>
                  <a:close/>
                  <a:moveTo>
                    <a:pt x="1649794" y="1814384"/>
                  </a:moveTo>
                  <a:lnTo>
                    <a:pt x="1716054" y="1721016"/>
                  </a:lnTo>
                  <a:lnTo>
                    <a:pt x="1629649" y="1730670"/>
                  </a:lnTo>
                  <a:close/>
                  <a:moveTo>
                    <a:pt x="1548557" y="1635912"/>
                  </a:moveTo>
                  <a:lnTo>
                    <a:pt x="1453083" y="1659705"/>
                  </a:lnTo>
                  <a:lnTo>
                    <a:pt x="1447113" y="1668501"/>
                  </a:lnTo>
                  <a:close/>
                  <a:moveTo>
                    <a:pt x="1466695" y="1577490"/>
                  </a:moveTo>
                  <a:lnTo>
                    <a:pt x="1548557" y="1635912"/>
                  </a:lnTo>
                  <a:lnTo>
                    <a:pt x="1520543" y="1558595"/>
                  </a:lnTo>
                  <a:close/>
                  <a:moveTo>
                    <a:pt x="1453083" y="1659705"/>
                  </a:moveTo>
                  <a:lnTo>
                    <a:pt x="1548557" y="1635912"/>
                  </a:lnTo>
                  <a:lnTo>
                    <a:pt x="1466695" y="1577490"/>
                  </a:lnTo>
                  <a:close/>
                  <a:moveTo>
                    <a:pt x="1548557" y="1635912"/>
                  </a:moveTo>
                  <a:lnTo>
                    <a:pt x="1600088" y="1554518"/>
                  </a:lnTo>
                  <a:lnTo>
                    <a:pt x="1520543" y="1558595"/>
                  </a:lnTo>
                  <a:close/>
                  <a:moveTo>
                    <a:pt x="1105224" y="1248630"/>
                  </a:moveTo>
                  <a:lnTo>
                    <a:pt x="1115984" y="1266440"/>
                  </a:lnTo>
                  <a:lnTo>
                    <a:pt x="1115228" y="1245372"/>
                  </a:lnTo>
                  <a:close/>
                  <a:moveTo>
                    <a:pt x="1115228" y="1245372"/>
                  </a:moveTo>
                  <a:lnTo>
                    <a:pt x="1115984" y="1266440"/>
                  </a:lnTo>
                  <a:lnTo>
                    <a:pt x="1170070" y="1248630"/>
                  </a:lnTo>
                  <a:close/>
                  <a:moveTo>
                    <a:pt x="1087662" y="1160550"/>
                  </a:moveTo>
                  <a:lnTo>
                    <a:pt x="1085107" y="1166414"/>
                  </a:lnTo>
                  <a:lnTo>
                    <a:pt x="1079743" y="1074036"/>
                  </a:lnTo>
                  <a:close/>
                  <a:moveTo>
                    <a:pt x="749756" y="517943"/>
                  </a:moveTo>
                  <a:lnTo>
                    <a:pt x="680549" y="590909"/>
                  </a:lnTo>
                  <a:lnTo>
                    <a:pt x="722253" y="552472"/>
                  </a:lnTo>
                  <a:close/>
                  <a:moveTo>
                    <a:pt x="2424640" y="2607850"/>
                  </a:moveTo>
                  <a:lnTo>
                    <a:pt x="2460880" y="2680144"/>
                  </a:lnTo>
                  <a:lnTo>
                    <a:pt x="2462965" y="2578357"/>
                  </a:lnTo>
                  <a:close/>
                  <a:moveTo>
                    <a:pt x="2424640" y="2607850"/>
                  </a:moveTo>
                  <a:lnTo>
                    <a:pt x="2422521" y="2690065"/>
                  </a:lnTo>
                  <a:lnTo>
                    <a:pt x="2460880" y="2680144"/>
                  </a:lnTo>
                  <a:close/>
                  <a:moveTo>
                    <a:pt x="2350231" y="2525634"/>
                  </a:moveTo>
                  <a:lnTo>
                    <a:pt x="2424640" y="2607850"/>
                  </a:lnTo>
                  <a:lnTo>
                    <a:pt x="2440514" y="2487198"/>
                  </a:lnTo>
                  <a:close/>
                  <a:moveTo>
                    <a:pt x="2401513" y="2404983"/>
                  </a:moveTo>
                  <a:lnTo>
                    <a:pt x="2320969" y="2491242"/>
                  </a:lnTo>
                  <a:lnTo>
                    <a:pt x="2350231" y="2525634"/>
                  </a:lnTo>
                  <a:close/>
                  <a:moveTo>
                    <a:pt x="2401513" y="2404983"/>
                  </a:moveTo>
                  <a:lnTo>
                    <a:pt x="2350231" y="2525634"/>
                  </a:lnTo>
                  <a:lnTo>
                    <a:pt x="2440514" y="2487198"/>
                  </a:lnTo>
                  <a:close/>
                  <a:moveTo>
                    <a:pt x="793155" y="465003"/>
                  </a:moveTo>
                  <a:lnTo>
                    <a:pt x="749756" y="517943"/>
                  </a:lnTo>
                  <a:lnTo>
                    <a:pt x="722253" y="552472"/>
                  </a:lnTo>
                  <a:close/>
                  <a:moveTo>
                    <a:pt x="863398" y="448972"/>
                  </a:moveTo>
                  <a:lnTo>
                    <a:pt x="797994" y="470257"/>
                  </a:lnTo>
                  <a:lnTo>
                    <a:pt x="749756" y="517943"/>
                  </a:lnTo>
                  <a:close/>
                  <a:moveTo>
                    <a:pt x="863398" y="448972"/>
                  </a:moveTo>
                  <a:lnTo>
                    <a:pt x="749756" y="517943"/>
                  </a:lnTo>
                  <a:lnTo>
                    <a:pt x="793155" y="465003"/>
                  </a:lnTo>
                  <a:close/>
                  <a:moveTo>
                    <a:pt x="2552391" y="2466156"/>
                  </a:moveTo>
                  <a:lnTo>
                    <a:pt x="2459871" y="2480781"/>
                  </a:lnTo>
                  <a:lnTo>
                    <a:pt x="2580258" y="2543592"/>
                  </a:lnTo>
                  <a:close/>
                  <a:moveTo>
                    <a:pt x="2459871" y="2480781"/>
                  </a:moveTo>
                  <a:lnTo>
                    <a:pt x="2514357" y="2396984"/>
                  </a:lnTo>
                  <a:lnTo>
                    <a:pt x="2448692" y="2389776"/>
                  </a:lnTo>
                  <a:close/>
                  <a:moveTo>
                    <a:pt x="2448692" y="2389776"/>
                  </a:moveTo>
                  <a:lnTo>
                    <a:pt x="2488723" y="2317732"/>
                  </a:lnTo>
                  <a:lnTo>
                    <a:pt x="2419969" y="2313035"/>
                  </a:lnTo>
                  <a:close/>
                  <a:moveTo>
                    <a:pt x="1492933" y="1194208"/>
                  </a:moveTo>
                  <a:lnTo>
                    <a:pt x="1531348" y="1133320"/>
                  </a:lnTo>
                  <a:lnTo>
                    <a:pt x="1485969" y="1171756"/>
                  </a:lnTo>
                  <a:close/>
                  <a:moveTo>
                    <a:pt x="1541573" y="1097409"/>
                  </a:moveTo>
                  <a:lnTo>
                    <a:pt x="1485969" y="1171756"/>
                  </a:lnTo>
                  <a:lnTo>
                    <a:pt x="1531348" y="1133320"/>
                  </a:lnTo>
                  <a:close/>
                  <a:moveTo>
                    <a:pt x="1541573" y="1097409"/>
                  </a:moveTo>
                  <a:lnTo>
                    <a:pt x="1498428" y="1151297"/>
                  </a:lnTo>
                  <a:lnTo>
                    <a:pt x="1485969" y="1171756"/>
                  </a:lnTo>
                  <a:close/>
                  <a:moveTo>
                    <a:pt x="1606930" y="1063109"/>
                  </a:moveTo>
                  <a:lnTo>
                    <a:pt x="1498428" y="1151297"/>
                  </a:lnTo>
                  <a:lnTo>
                    <a:pt x="1541573" y="1097409"/>
                  </a:lnTo>
                  <a:close/>
                  <a:moveTo>
                    <a:pt x="918576" y="440070"/>
                  </a:moveTo>
                  <a:lnTo>
                    <a:pt x="863398" y="448972"/>
                  </a:lnTo>
                  <a:lnTo>
                    <a:pt x="793155" y="465003"/>
                  </a:lnTo>
                  <a:close/>
                  <a:moveTo>
                    <a:pt x="1000635" y="468221"/>
                  </a:moveTo>
                  <a:lnTo>
                    <a:pt x="947436" y="484520"/>
                  </a:lnTo>
                  <a:lnTo>
                    <a:pt x="863398" y="448972"/>
                  </a:lnTo>
                  <a:close/>
                  <a:moveTo>
                    <a:pt x="1063000" y="422735"/>
                  </a:moveTo>
                  <a:lnTo>
                    <a:pt x="947436" y="484520"/>
                  </a:lnTo>
                  <a:lnTo>
                    <a:pt x="1000635" y="468221"/>
                  </a:lnTo>
                  <a:close/>
                  <a:moveTo>
                    <a:pt x="1946369" y="1496243"/>
                  </a:moveTo>
                  <a:lnTo>
                    <a:pt x="2030760" y="1423744"/>
                  </a:lnTo>
                  <a:lnTo>
                    <a:pt x="1963067" y="1441198"/>
                  </a:lnTo>
                  <a:close/>
                  <a:moveTo>
                    <a:pt x="2074383" y="1481008"/>
                  </a:moveTo>
                  <a:lnTo>
                    <a:pt x="2030760" y="1423744"/>
                  </a:lnTo>
                  <a:lnTo>
                    <a:pt x="1946369" y="1496243"/>
                  </a:lnTo>
                  <a:close/>
                  <a:moveTo>
                    <a:pt x="2030760" y="1423744"/>
                  </a:moveTo>
                  <a:lnTo>
                    <a:pt x="2044140" y="1367934"/>
                  </a:lnTo>
                  <a:lnTo>
                    <a:pt x="1963067" y="1441198"/>
                  </a:lnTo>
                  <a:close/>
                  <a:moveTo>
                    <a:pt x="1798568" y="1379965"/>
                  </a:moveTo>
                  <a:lnTo>
                    <a:pt x="1840496" y="1259314"/>
                  </a:lnTo>
                  <a:lnTo>
                    <a:pt x="1765175" y="1297750"/>
                  </a:lnTo>
                  <a:close/>
                  <a:moveTo>
                    <a:pt x="1541573" y="1097409"/>
                  </a:moveTo>
                  <a:lnTo>
                    <a:pt x="1580180" y="1109742"/>
                  </a:lnTo>
                  <a:lnTo>
                    <a:pt x="1656413" y="1032915"/>
                  </a:lnTo>
                  <a:close/>
                  <a:moveTo>
                    <a:pt x="1438536" y="775623"/>
                  </a:moveTo>
                  <a:lnTo>
                    <a:pt x="1336880" y="804459"/>
                  </a:lnTo>
                  <a:lnTo>
                    <a:pt x="1316658" y="813804"/>
                  </a:lnTo>
                  <a:close/>
                  <a:moveTo>
                    <a:pt x="1438536" y="775623"/>
                  </a:moveTo>
                  <a:lnTo>
                    <a:pt x="1316658" y="813804"/>
                  </a:lnTo>
                  <a:lnTo>
                    <a:pt x="1375312" y="817901"/>
                  </a:lnTo>
                  <a:close/>
                  <a:moveTo>
                    <a:pt x="1377309" y="761910"/>
                  </a:moveTo>
                  <a:lnTo>
                    <a:pt x="1336880" y="804459"/>
                  </a:lnTo>
                  <a:lnTo>
                    <a:pt x="1424883" y="775035"/>
                  </a:lnTo>
                  <a:close/>
                  <a:moveTo>
                    <a:pt x="1405751" y="722244"/>
                  </a:moveTo>
                  <a:lnTo>
                    <a:pt x="1424883" y="775035"/>
                  </a:lnTo>
                  <a:lnTo>
                    <a:pt x="1447187" y="766023"/>
                  </a:lnTo>
                  <a:close/>
                  <a:moveTo>
                    <a:pt x="1008847" y="470528"/>
                  </a:moveTo>
                  <a:lnTo>
                    <a:pt x="1063000" y="422735"/>
                  </a:lnTo>
                  <a:lnTo>
                    <a:pt x="1000635" y="468221"/>
                  </a:lnTo>
                  <a:close/>
                  <a:moveTo>
                    <a:pt x="1008847" y="470528"/>
                  </a:moveTo>
                  <a:lnTo>
                    <a:pt x="1109666" y="449156"/>
                  </a:lnTo>
                  <a:lnTo>
                    <a:pt x="1063000" y="422735"/>
                  </a:lnTo>
                  <a:close/>
                  <a:moveTo>
                    <a:pt x="1109666" y="449156"/>
                  </a:moveTo>
                  <a:lnTo>
                    <a:pt x="1008847" y="470528"/>
                  </a:lnTo>
                  <a:lnTo>
                    <a:pt x="1143200" y="507387"/>
                  </a:lnTo>
                  <a:close/>
                  <a:moveTo>
                    <a:pt x="2136631" y="1498540"/>
                  </a:moveTo>
                  <a:lnTo>
                    <a:pt x="2085593" y="1522920"/>
                  </a:lnTo>
                  <a:lnTo>
                    <a:pt x="2020066" y="1556578"/>
                  </a:lnTo>
                  <a:close/>
                  <a:moveTo>
                    <a:pt x="2224801" y="1549533"/>
                  </a:moveTo>
                  <a:lnTo>
                    <a:pt x="2094876" y="1505959"/>
                  </a:lnTo>
                  <a:lnTo>
                    <a:pt x="2085593" y="1522920"/>
                  </a:lnTo>
                  <a:close/>
                  <a:moveTo>
                    <a:pt x="2074367" y="1411305"/>
                  </a:moveTo>
                  <a:lnTo>
                    <a:pt x="2074383" y="1481008"/>
                  </a:lnTo>
                  <a:lnTo>
                    <a:pt x="2184902" y="1482126"/>
                  </a:lnTo>
                  <a:close/>
                  <a:moveTo>
                    <a:pt x="2044140" y="1367934"/>
                  </a:moveTo>
                  <a:lnTo>
                    <a:pt x="2030760" y="1423744"/>
                  </a:lnTo>
                  <a:lnTo>
                    <a:pt x="2074367" y="1411305"/>
                  </a:lnTo>
                  <a:close/>
                  <a:moveTo>
                    <a:pt x="1882844" y="1245642"/>
                  </a:moveTo>
                  <a:lnTo>
                    <a:pt x="1840496" y="1259314"/>
                  </a:lnTo>
                  <a:lnTo>
                    <a:pt x="1924471" y="1262622"/>
                  </a:lnTo>
                  <a:close/>
                  <a:moveTo>
                    <a:pt x="1882844" y="1245642"/>
                  </a:moveTo>
                  <a:lnTo>
                    <a:pt x="1932325" y="1228528"/>
                  </a:lnTo>
                  <a:lnTo>
                    <a:pt x="1859849" y="1236215"/>
                  </a:lnTo>
                  <a:close/>
                  <a:moveTo>
                    <a:pt x="1542599" y="739926"/>
                  </a:moveTo>
                  <a:lnTo>
                    <a:pt x="1447187" y="766023"/>
                  </a:lnTo>
                  <a:lnTo>
                    <a:pt x="1497401" y="816171"/>
                  </a:lnTo>
                  <a:close/>
                  <a:moveTo>
                    <a:pt x="1640492" y="821024"/>
                  </a:moveTo>
                  <a:lnTo>
                    <a:pt x="1564348" y="822337"/>
                  </a:lnTo>
                  <a:lnTo>
                    <a:pt x="1659308" y="828536"/>
                  </a:lnTo>
                  <a:close/>
                  <a:moveTo>
                    <a:pt x="1447187" y="766023"/>
                  </a:moveTo>
                  <a:lnTo>
                    <a:pt x="1542599" y="739926"/>
                  </a:lnTo>
                  <a:lnTo>
                    <a:pt x="1472153" y="683808"/>
                  </a:lnTo>
                  <a:close/>
                  <a:moveTo>
                    <a:pt x="1449703" y="654764"/>
                  </a:moveTo>
                  <a:lnTo>
                    <a:pt x="1479364" y="649617"/>
                  </a:lnTo>
                  <a:lnTo>
                    <a:pt x="1472153" y="683808"/>
                  </a:lnTo>
                  <a:close/>
                  <a:moveTo>
                    <a:pt x="1233114" y="509479"/>
                  </a:moveTo>
                  <a:lnTo>
                    <a:pt x="1203412" y="433535"/>
                  </a:lnTo>
                  <a:lnTo>
                    <a:pt x="1149481" y="516879"/>
                  </a:lnTo>
                  <a:close/>
                  <a:moveTo>
                    <a:pt x="1335565" y="386688"/>
                  </a:moveTo>
                  <a:lnTo>
                    <a:pt x="1326093" y="418676"/>
                  </a:lnTo>
                  <a:lnTo>
                    <a:pt x="1390156" y="360290"/>
                  </a:lnTo>
                  <a:close/>
                  <a:moveTo>
                    <a:pt x="1302321" y="398726"/>
                  </a:moveTo>
                  <a:lnTo>
                    <a:pt x="1326093" y="418676"/>
                  </a:lnTo>
                  <a:lnTo>
                    <a:pt x="1335565" y="386688"/>
                  </a:lnTo>
                  <a:close/>
                  <a:moveTo>
                    <a:pt x="1302321" y="398726"/>
                  </a:moveTo>
                  <a:lnTo>
                    <a:pt x="1335565" y="386688"/>
                  </a:lnTo>
                  <a:lnTo>
                    <a:pt x="1310936" y="278075"/>
                  </a:lnTo>
                  <a:close/>
                  <a:moveTo>
                    <a:pt x="1286230" y="269636"/>
                  </a:moveTo>
                  <a:lnTo>
                    <a:pt x="1327920" y="210304"/>
                  </a:lnTo>
                  <a:lnTo>
                    <a:pt x="1333748" y="234296"/>
                  </a:lnTo>
                  <a:close/>
                  <a:moveTo>
                    <a:pt x="1327920" y="210304"/>
                  </a:moveTo>
                  <a:lnTo>
                    <a:pt x="1331328" y="195859"/>
                  </a:lnTo>
                  <a:lnTo>
                    <a:pt x="1333748" y="234296"/>
                  </a:lnTo>
                  <a:close/>
                  <a:moveTo>
                    <a:pt x="1688476" y="443731"/>
                  </a:moveTo>
                  <a:lnTo>
                    <a:pt x="1675624" y="492187"/>
                  </a:lnTo>
                  <a:lnTo>
                    <a:pt x="1709851" y="404068"/>
                  </a:lnTo>
                  <a:close/>
                  <a:moveTo>
                    <a:pt x="1709851" y="404068"/>
                  </a:moveTo>
                  <a:lnTo>
                    <a:pt x="1675624" y="492187"/>
                  </a:lnTo>
                  <a:lnTo>
                    <a:pt x="1690645" y="486283"/>
                  </a:lnTo>
                  <a:close/>
                  <a:moveTo>
                    <a:pt x="1675624" y="492187"/>
                  </a:moveTo>
                  <a:lnTo>
                    <a:pt x="1684783" y="493381"/>
                  </a:lnTo>
                  <a:lnTo>
                    <a:pt x="1690645" y="486283"/>
                  </a:lnTo>
                  <a:close/>
                  <a:moveTo>
                    <a:pt x="1425307" y="80555"/>
                  </a:moveTo>
                  <a:lnTo>
                    <a:pt x="1331328" y="195859"/>
                  </a:lnTo>
                  <a:lnTo>
                    <a:pt x="1372919" y="157423"/>
                  </a:lnTo>
                  <a:close/>
                  <a:moveTo>
                    <a:pt x="1959600" y="684900"/>
                  </a:moveTo>
                  <a:lnTo>
                    <a:pt x="1892117" y="711253"/>
                  </a:lnTo>
                  <a:lnTo>
                    <a:pt x="2004687" y="638271"/>
                  </a:lnTo>
                  <a:close/>
                  <a:moveTo>
                    <a:pt x="1959600" y="684900"/>
                  </a:moveTo>
                  <a:lnTo>
                    <a:pt x="2004687" y="638271"/>
                  </a:lnTo>
                  <a:lnTo>
                    <a:pt x="2004864" y="650714"/>
                  </a:lnTo>
                  <a:close/>
                  <a:moveTo>
                    <a:pt x="2004687" y="638271"/>
                  </a:moveTo>
                  <a:lnTo>
                    <a:pt x="2023348" y="612277"/>
                  </a:lnTo>
                  <a:lnTo>
                    <a:pt x="2004864" y="650714"/>
                  </a:lnTo>
                  <a:close/>
                  <a:moveTo>
                    <a:pt x="1709851" y="404068"/>
                  </a:moveTo>
                  <a:lnTo>
                    <a:pt x="1690645" y="486283"/>
                  </a:lnTo>
                  <a:lnTo>
                    <a:pt x="1736516" y="447847"/>
                  </a:lnTo>
                  <a:close/>
                  <a:moveTo>
                    <a:pt x="1762476" y="289998"/>
                  </a:moveTo>
                  <a:lnTo>
                    <a:pt x="1709851" y="404068"/>
                  </a:lnTo>
                  <a:lnTo>
                    <a:pt x="1757911" y="365632"/>
                  </a:lnTo>
                  <a:close/>
                  <a:moveTo>
                    <a:pt x="1762476" y="289998"/>
                  </a:moveTo>
                  <a:lnTo>
                    <a:pt x="1721814" y="353173"/>
                  </a:lnTo>
                  <a:lnTo>
                    <a:pt x="1709851" y="404068"/>
                  </a:lnTo>
                  <a:close/>
                  <a:moveTo>
                    <a:pt x="1721814" y="353173"/>
                  </a:moveTo>
                  <a:lnTo>
                    <a:pt x="1762476" y="289998"/>
                  </a:lnTo>
                  <a:lnTo>
                    <a:pt x="1720346" y="321853"/>
                  </a:lnTo>
                  <a:close/>
                  <a:moveTo>
                    <a:pt x="1762476" y="289998"/>
                  </a:moveTo>
                  <a:lnTo>
                    <a:pt x="1763472" y="283417"/>
                  </a:lnTo>
                  <a:lnTo>
                    <a:pt x="1720346" y="321853"/>
                  </a:lnTo>
                  <a:close/>
                  <a:moveTo>
                    <a:pt x="1425307" y="80555"/>
                  </a:moveTo>
                  <a:lnTo>
                    <a:pt x="1478618" y="64676"/>
                  </a:lnTo>
                  <a:lnTo>
                    <a:pt x="1460528" y="75208"/>
                  </a:lnTo>
                  <a:close/>
                  <a:moveTo>
                    <a:pt x="1478618" y="64676"/>
                  </a:moveTo>
                  <a:lnTo>
                    <a:pt x="1523809" y="36771"/>
                  </a:lnTo>
                  <a:lnTo>
                    <a:pt x="1460528" y="75208"/>
                  </a:lnTo>
                  <a:close/>
                  <a:moveTo>
                    <a:pt x="2107878" y="530224"/>
                  </a:moveTo>
                  <a:lnTo>
                    <a:pt x="2023348" y="612277"/>
                  </a:lnTo>
                  <a:lnTo>
                    <a:pt x="2079100" y="573840"/>
                  </a:lnTo>
                  <a:close/>
                  <a:moveTo>
                    <a:pt x="2107878" y="530224"/>
                  </a:moveTo>
                  <a:lnTo>
                    <a:pt x="2170310" y="491626"/>
                  </a:lnTo>
                  <a:lnTo>
                    <a:pt x="2055548" y="530062"/>
                  </a:lnTo>
                  <a:close/>
                  <a:moveTo>
                    <a:pt x="1840236" y="327195"/>
                  </a:moveTo>
                  <a:lnTo>
                    <a:pt x="1764212" y="280575"/>
                  </a:lnTo>
                  <a:lnTo>
                    <a:pt x="1763472" y="283417"/>
                  </a:lnTo>
                  <a:close/>
                  <a:moveTo>
                    <a:pt x="1763472" y="283417"/>
                  </a:moveTo>
                  <a:lnTo>
                    <a:pt x="1762476" y="289998"/>
                  </a:lnTo>
                  <a:lnTo>
                    <a:pt x="1840236" y="327195"/>
                  </a:lnTo>
                  <a:close/>
                  <a:moveTo>
                    <a:pt x="1542055" y="23198"/>
                  </a:moveTo>
                  <a:lnTo>
                    <a:pt x="1523809" y="36771"/>
                  </a:lnTo>
                  <a:lnTo>
                    <a:pt x="1559514" y="25528"/>
                  </a:lnTo>
                  <a:close/>
                  <a:moveTo>
                    <a:pt x="1660725" y="3838"/>
                  </a:moveTo>
                  <a:lnTo>
                    <a:pt x="1559514" y="25528"/>
                  </a:lnTo>
                  <a:lnTo>
                    <a:pt x="1667940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73" name="Candidate_density__2092">
              <a:extLst>
                <a:ext uri="{FF2B5EF4-FFF2-40B4-BE49-F238E27FC236}">
                  <a16:creationId xmlns:a16="http://schemas.microsoft.com/office/drawing/2014/main" id="{977E3B9D-0014-9B7A-AE49-F1F9042F01BA}"/>
                </a:ext>
              </a:extLst>
            </p:cNvPr>
            <p:cNvSpPr>
              <a:spLocks noGrp="1"/>
            </p:cNvSpPr>
            <p:nvPr/>
          </p:nvSpPr>
          <p:spPr>
            <a:xfrm>
              <a:off x="4475464" y="1773664"/>
              <a:ext cx="2088088" cy="3082589"/>
            </a:xfrm>
            <a:custGeom>
              <a:avLst/>
              <a:gdLst/>
              <a:ahLst/>
              <a:cxnLst/>
              <a:rect l="0" t="0" r="0" b="0"/>
              <a:pathLst>
                <a:path w="2088088" h="3082589">
                  <a:moveTo>
                    <a:pt x="660606" y="3082589"/>
                  </a:moveTo>
                  <a:lnTo>
                    <a:pt x="662487" y="3081841"/>
                  </a:lnTo>
                  <a:lnTo>
                    <a:pt x="678055" y="2961938"/>
                  </a:lnTo>
                  <a:close/>
                  <a:moveTo>
                    <a:pt x="662487" y="3081841"/>
                  </a:moveTo>
                  <a:lnTo>
                    <a:pt x="671219" y="3082589"/>
                  </a:lnTo>
                  <a:lnTo>
                    <a:pt x="690371" y="2975076"/>
                  </a:lnTo>
                  <a:close/>
                  <a:moveTo>
                    <a:pt x="24099" y="2304217"/>
                  </a:moveTo>
                  <a:lnTo>
                    <a:pt x="5986" y="2251091"/>
                  </a:lnTo>
                  <a:lnTo>
                    <a:pt x="30836" y="2330980"/>
                  </a:lnTo>
                  <a:close/>
                  <a:moveTo>
                    <a:pt x="24099" y="2304217"/>
                  </a:moveTo>
                  <a:lnTo>
                    <a:pt x="0" y="2222002"/>
                  </a:lnTo>
                  <a:lnTo>
                    <a:pt x="5986" y="2251091"/>
                  </a:lnTo>
                  <a:close/>
                  <a:moveTo>
                    <a:pt x="775475" y="2950484"/>
                  </a:moveTo>
                  <a:lnTo>
                    <a:pt x="690371" y="2975076"/>
                  </a:lnTo>
                  <a:lnTo>
                    <a:pt x="776125" y="3017041"/>
                  </a:lnTo>
                  <a:close/>
                  <a:moveTo>
                    <a:pt x="366329" y="2340099"/>
                  </a:moveTo>
                  <a:lnTo>
                    <a:pt x="340072" y="2227344"/>
                  </a:lnTo>
                  <a:lnTo>
                    <a:pt x="282569" y="2247510"/>
                  </a:lnTo>
                  <a:close/>
                  <a:moveTo>
                    <a:pt x="366329" y="2340099"/>
                  </a:moveTo>
                  <a:lnTo>
                    <a:pt x="282569" y="2247510"/>
                  </a:lnTo>
                  <a:lnTo>
                    <a:pt x="294903" y="2337575"/>
                  </a:lnTo>
                  <a:close/>
                  <a:moveTo>
                    <a:pt x="208497" y="2101350"/>
                  </a:moveTo>
                  <a:lnTo>
                    <a:pt x="280348" y="2126299"/>
                  </a:lnTo>
                  <a:lnTo>
                    <a:pt x="266086" y="2145128"/>
                  </a:lnTo>
                  <a:close/>
                  <a:moveTo>
                    <a:pt x="280348" y="2126299"/>
                  </a:moveTo>
                  <a:lnTo>
                    <a:pt x="241280" y="2080893"/>
                  </a:lnTo>
                  <a:lnTo>
                    <a:pt x="291660" y="2145128"/>
                  </a:lnTo>
                  <a:close/>
                  <a:moveTo>
                    <a:pt x="223082" y="2127389"/>
                  </a:moveTo>
                  <a:lnTo>
                    <a:pt x="280280" y="2149278"/>
                  </a:lnTo>
                  <a:lnTo>
                    <a:pt x="291660" y="2145128"/>
                  </a:lnTo>
                  <a:close/>
                  <a:moveTo>
                    <a:pt x="239168" y="2101350"/>
                  </a:moveTo>
                  <a:lnTo>
                    <a:pt x="259234" y="2047354"/>
                  </a:lnTo>
                  <a:lnTo>
                    <a:pt x="272526" y="1980699"/>
                  </a:lnTo>
                  <a:close/>
                  <a:moveTo>
                    <a:pt x="272526" y="1980699"/>
                  </a:moveTo>
                  <a:lnTo>
                    <a:pt x="298705" y="2034208"/>
                  </a:lnTo>
                  <a:lnTo>
                    <a:pt x="315142" y="2024477"/>
                  </a:lnTo>
                  <a:close/>
                  <a:moveTo>
                    <a:pt x="352033" y="1942262"/>
                  </a:moveTo>
                  <a:lnTo>
                    <a:pt x="229480" y="1898483"/>
                  </a:lnTo>
                  <a:lnTo>
                    <a:pt x="272526" y="1980699"/>
                  </a:lnTo>
                  <a:close/>
                  <a:moveTo>
                    <a:pt x="1029030" y="2682198"/>
                  </a:moveTo>
                  <a:lnTo>
                    <a:pt x="1103295" y="2758695"/>
                  </a:lnTo>
                  <a:lnTo>
                    <a:pt x="1131833" y="2725976"/>
                  </a:lnTo>
                  <a:close/>
                  <a:moveTo>
                    <a:pt x="270089" y="1777832"/>
                  </a:moveTo>
                  <a:lnTo>
                    <a:pt x="320917" y="1657180"/>
                  </a:lnTo>
                  <a:lnTo>
                    <a:pt x="223133" y="1695617"/>
                  </a:lnTo>
                  <a:close/>
                  <a:moveTo>
                    <a:pt x="1131833" y="2725976"/>
                  </a:moveTo>
                  <a:lnTo>
                    <a:pt x="1113039" y="2757735"/>
                  </a:lnTo>
                  <a:lnTo>
                    <a:pt x="1168998" y="2789144"/>
                  </a:lnTo>
                  <a:close/>
                  <a:moveTo>
                    <a:pt x="354761" y="1648858"/>
                  </a:moveTo>
                  <a:lnTo>
                    <a:pt x="320917" y="1657180"/>
                  </a:lnTo>
                  <a:lnTo>
                    <a:pt x="403347" y="1661906"/>
                  </a:lnTo>
                  <a:close/>
                  <a:moveTo>
                    <a:pt x="341311" y="1645163"/>
                  </a:moveTo>
                  <a:lnTo>
                    <a:pt x="320917" y="1657180"/>
                  </a:lnTo>
                  <a:lnTo>
                    <a:pt x="354761" y="1648858"/>
                  </a:lnTo>
                  <a:close/>
                  <a:moveTo>
                    <a:pt x="354761" y="1648858"/>
                  </a:moveTo>
                  <a:lnTo>
                    <a:pt x="356813" y="1657180"/>
                  </a:lnTo>
                  <a:lnTo>
                    <a:pt x="341311" y="1645163"/>
                  </a:lnTo>
                  <a:close/>
                  <a:moveTo>
                    <a:pt x="194929" y="1169231"/>
                  </a:moveTo>
                  <a:lnTo>
                    <a:pt x="181745" y="1087017"/>
                  </a:lnTo>
                  <a:lnTo>
                    <a:pt x="172727" y="1175204"/>
                  </a:lnTo>
                  <a:close/>
                  <a:moveTo>
                    <a:pt x="1657368" y="2576186"/>
                  </a:moveTo>
                  <a:lnTo>
                    <a:pt x="1527141" y="2583147"/>
                  </a:lnTo>
                  <a:lnTo>
                    <a:pt x="1588976" y="2599138"/>
                  </a:lnTo>
                  <a:close/>
                  <a:moveTo>
                    <a:pt x="1430752" y="2481032"/>
                  </a:moveTo>
                  <a:lnTo>
                    <a:pt x="1346192" y="2463925"/>
                  </a:lnTo>
                  <a:lnTo>
                    <a:pt x="1406506" y="2484673"/>
                  </a:lnTo>
                  <a:close/>
                  <a:moveTo>
                    <a:pt x="1423615" y="2386741"/>
                  </a:moveTo>
                  <a:lnTo>
                    <a:pt x="1360723" y="2377279"/>
                  </a:lnTo>
                  <a:lnTo>
                    <a:pt x="1430752" y="2481032"/>
                  </a:lnTo>
                  <a:close/>
                  <a:moveTo>
                    <a:pt x="1423615" y="2386741"/>
                  </a:moveTo>
                  <a:lnTo>
                    <a:pt x="1323855" y="2307160"/>
                  </a:lnTo>
                  <a:lnTo>
                    <a:pt x="1360723" y="2377279"/>
                  </a:lnTo>
                  <a:close/>
                  <a:moveTo>
                    <a:pt x="1262190" y="2213311"/>
                  </a:moveTo>
                  <a:lnTo>
                    <a:pt x="1188211" y="2320243"/>
                  </a:lnTo>
                  <a:lnTo>
                    <a:pt x="1255680" y="2301993"/>
                  </a:lnTo>
                  <a:close/>
                  <a:moveTo>
                    <a:pt x="714270" y="1638452"/>
                  </a:moveTo>
                  <a:lnTo>
                    <a:pt x="702630" y="1541870"/>
                  </a:lnTo>
                  <a:lnTo>
                    <a:pt x="626670" y="1548985"/>
                  </a:lnTo>
                  <a:close/>
                  <a:moveTo>
                    <a:pt x="626670" y="1548985"/>
                  </a:moveTo>
                  <a:lnTo>
                    <a:pt x="687750" y="1459828"/>
                  </a:lnTo>
                  <a:lnTo>
                    <a:pt x="569097" y="1495698"/>
                  </a:lnTo>
                  <a:close/>
                  <a:moveTo>
                    <a:pt x="687750" y="1459828"/>
                  </a:moveTo>
                  <a:lnTo>
                    <a:pt x="716272" y="1541870"/>
                  </a:lnTo>
                  <a:lnTo>
                    <a:pt x="767511" y="1555668"/>
                  </a:lnTo>
                  <a:close/>
                  <a:moveTo>
                    <a:pt x="636381" y="1377441"/>
                  </a:moveTo>
                  <a:lnTo>
                    <a:pt x="601987" y="1416867"/>
                  </a:lnTo>
                  <a:lnTo>
                    <a:pt x="654421" y="1386831"/>
                  </a:lnTo>
                  <a:close/>
                  <a:moveTo>
                    <a:pt x="530694" y="1377441"/>
                  </a:moveTo>
                  <a:lnTo>
                    <a:pt x="579880" y="1334214"/>
                  </a:lnTo>
                  <a:lnTo>
                    <a:pt x="514321" y="1379545"/>
                  </a:lnTo>
                  <a:close/>
                  <a:moveTo>
                    <a:pt x="514321" y="1379545"/>
                  </a:moveTo>
                  <a:lnTo>
                    <a:pt x="579880" y="1334214"/>
                  </a:lnTo>
                  <a:lnTo>
                    <a:pt x="555703" y="1306403"/>
                  </a:lnTo>
                  <a:close/>
                  <a:moveTo>
                    <a:pt x="514321" y="1379545"/>
                  </a:moveTo>
                  <a:lnTo>
                    <a:pt x="555703" y="1306403"/>
                  </a:lnTo>
                  <a:lnTo>
                    <a:pt x="467837" y="1317245"/>
                  </a:lnTo>
                  <a:close/>
                  <a:moveTo>
                    <a:pt x="579880" y="1334214"/>
                  </a:moveTo>
                  <a:lnTo>
                    <a:pt x="636381" y="1377441"/>
                  </a:lnTo>
                  <a:lnTo>
                    <a:pt x="555703" y="1306403"/>
                  </a:lnTo>
                  <a:close/>
                  <a:moveTo>
                    <a:pt x="636381" y="1377441"/>
                  </a:moveTo>
                  <a:lnTo>
                    <a:pt x="654421" y="1386831"/>
                  </a:lnTo>
                  <a:lnTo>
                    <a:pt x="555703" y="1306403"/>
                  </a:lnTo>
                  <a:close/>
                  <a:moveTo>
                    <a:pt x="1055732" y="1952946"/>
                  </a:moveTo>
                  <a:lnTo>
                    <a:pt x="1037515" y="1870731"/>
                  </a:lnTo>
                  <a:lnTo>
                    <a:pt x="1060391" y="1899707"/>
                  </a:lnTo>
                  <a:close/>
                  <a:moveTo>
                    <a:pt x="1703098" y="2531960"/>
                  </a:moveTo>
                  <a:lnTo>
                    <a:pt x="1588976" y="2599138"/>
                  </a:lnTo>
                  <a:lnTo>
                    <a:pt x="1632153" y="2545368"/>
                  </a:lnTo>
                  <a:close/>
                  <a:moveTo>
                    <a:pt x="1055732" y="1952946"/>
                  </a:moveTo>
                  <a:lnTo>
                    <a:pt x="1119363" y="2035161"/>
                  </a:lnTo>
                  <a:lnTo>
                    <a:pt x="1174591" y="1996725"/>
                  </a:lnTo>
                  <a:close/>
                  <a:moveTo>
                    <a:pt x="1032795" y="1697752"/>
                  </a:moveTo>
                  <a:lnTo>
                    <a:pt x="997750" y="1689856"/>
                  </a:lnTo>
                  <a:lnTo>
                    <a:pt x="1103294" y="1750079"/>
                  </a:lnTo>
                  <a:close/>
                  <a:moveTo>
                    <a:pt x="702630" y="1541870"/>
                  </a:moveTo>
                  <a:lnTo>
                    <a:pt x="712288" y="1550605"/>
                  </a:lnTo>
                  <a:lnTo>
                    <a:pt x="711389" y="1540702"/>
                  </a:lnTo>
                  <a:close/>
                  <a:moveTo>
                    <a:pt x="711389" y="1540702"/>
                  </a:moveTo>
                  <a:lnTo>
                    <a:pt x="712288" y="1550605"/>
                  </a:lnTo>
                  <a:lnTo>
                    <a:pt x="716272" y="1541870"/>
                  </a:lnTo>
                  <a:close/>
                  <a:moveTo>
                    <a:pt x="887873" y="1421219"/>
                  </a:moveTo>
                  <a:lnTo>
                    <a:pt x="884970" y="1520768"/>
                  </a:lnTo>
                  <a:lnTo>
                    <a:pt x="887992" y="1435016"/>
                  </a:lnTo>
                  <a:close/>
                  <a:moveTo>
                    <a:pt x="530694" y="1377441"/>
                  </a:moveTo>
                  <a:lnTo>
                    <a:pt x="601987" y="1416867"/>
                  </a:lnTo>
                  <a:lnTo>
                    <a:pt x="604866" y="1366527"/>
                  </a:lnTo>
                  <a:close/>
                  <a:moveTo>
                    <a:pt x="579880" y="1334214"/>
                  </a:moveTo>
                  <a:lnTo>
                    <a:pt x="530694" y="1377441"/>
                  </a:lnTo>
                  <a:lnTo>
                    <a:pt x="604866" y="1366527"/>
                  </a:lnTo>
                  <a:close/>
                  <a:moveTo>
                    <a:pt x="604866" y="1366527"/>
                  </a:moveTo>
                  <a:lnTo>
                    <a:pt x="601987" y="1416867"/>
                  </a:lnTo>
                  <a:lnTo>
                    <a:pt x="636381" y="1377441"/>
                  </a:lnTo>
                  <a:close/>
                  <a:moveTo>
                    <a:pt x="604866" y="1366527"/>
                  </a:moveTo>
                  <a:lnTo>
                    <a:pt x="636381" y="1377441"/>
                  </a:lnTo>
                  <a:lnTo>
                    <a:pt x="579880" y="1334214"/>
                  </a:lnTo>
                  <a:close/>
                  <a:moveTo>
                    <a:pt x="314967" y="1020065"/>
                  </a:moveTo>
                  <a:lnTo>
                    <a:pt x="383365" y="1025050"/>
                  </a:lnTo>
                  <a:lnTo>
                    <a:pt x="342325" y="1003349"/>
                  </a:lnTo>
                  <a:close/>
                  <a:moveTo>
                    <a:pt x="1717357" y="2490015"/>
                  </a:moveTo>
                  <a:lnTo>
                    <a:pt x="1754833" y="2510188"/>
                  </a:lnTo>
                  <a:lnTo>
                    <a:pt x="1708357" y="2476620"/>
                  </a:lnTo>
                  <a:close/>
                  <a:moveTo>
                    <a:pt x="1717357" y="2490015"/>
                  </a:moveTo>
                  <a:lnTo>
                    <a:pt x="1708357" y="2476620"/>
                  </a:lnTo>
                  <a:lnTo>
                    <a:pt x="1708981" y="2407800"/>
                  </a:lnTo>
                  <a:close/>
                  <a:moveTo>
                    <a:pt x="1670971" y="2206737"/>
                  </a:moveTo>
                  <a:lnTo>
                    <a:pt x="1642922" y="2306970"/>
                  </a:lnTo>
                  <a:lnTo>
                    <a:pt x="1680111" y="2204934"/>
                  </a:lnTo>
                  <a:close/>
                  <a:moveTo>
                    <a:pt x="1417368" y="2243370"/>
                  </a:moveTo>
                  <a:lnTo>
                    <a:pt x="1486356" y="2278910"/>
                  </a:lnTo>
                  <a:lnTo>
                    <a:pt x="1499084" y="2225295"/>
                  </a:lnTo>
                  <a:close/>
                  <a:moveTo>
                    <a:pt x="1587521" y="2213988"/>
                  </a:moveTo>
                  <a:lnTo>
                    <a:pt x="1486356" y="2278910"/>
                  </a:lnTo>
                  <a:lnTo>
                    <a:pt x="1567406" y="2303289"/>
                  </a:lnTo>
                  <a:close/>
                  <a:moveTo>
                    <a:pt x="1587521" y="2213988"/>
                  </a:moveTo>
                  <a:lnTo>
                    <a:pt x="1499084" y="2225295"/>
                  </a:lnTo>
                  <a:lnTo>
                    <a:pt x="1486356" y="2278910"/>
                  </a:lnTo>
                  <a:close/>
                  <a:moveTo>
                    <a:pt x="1670971" y="2206737"/>
                  </a:moveTo>
                  <a:lnTo>
                    <a:pt x="1587521" y="2213988"/>
                  </a:lnTo>
                  <a:lnTo>
                    <a:pt x="1567406" y="2303289"/>
                  </a:lnTo>
                  <a:close/>
                  <a:moveTo>
                    <a:pt x="1413239" y="2134400"/>
                  </a:moveTo>
                  <a:lnTo>
                    <a:pt x="1492255" y="2130754"/>
                  </a:lnTo>
                  <a:lnTo>
                    <a:pt x="1467878" y="2050480"/>
                  </a:lnTo>
                  <a:close/>
                  <a:moveTo>
                    <a:pt x="1567304" y="2130332"/>
                  </a:moveTo>
                  <a:lnTo>
                    <a:pt x="1508348" y="2082480"/>
                  </a:lnTo>
                  <a:lnTo>
                    <a:pt x="1467878" y="2050480"/>
                  </a:lnTo>
                  <a:close/>
                  <a:moveTo>
                    <a:pt x="1492255" y="2130754"/>
                  </a:moveTo>
                  <a:lnTo>
                    <a:pt x="1567304" y="2130332"/>
                  </a:lnTo>
                  <a:lnTo>
                    <a:pt x="1467878" y="2050480"/>
                  </a:lnTo>
                  <a:close/>
                  <a:moveTo>
                    <a:pt x="1385987" y="2056463"/>
                  </a:moveTo>
                  <a:lnTo>
                    <a:pt x="1467878" y="2050480"/>
                  </a:lnTo>
                  <a:lnTo>
                    <a:pt x="1424630" y="2048129"/>
                  </a:lnTo>
                  <a:close/>
                  <a:moveTo>
                    <a:pt x="1265372" y="1794805"/>
                  </a:moveTo>
                  <a:lnTo>
                    <a:pt x="1235660" y="1832294"/>
                  </a:lnTo>
                  <a:lnTo>
                    <a:pt x="1261167" y="1797071"/>
                  </a:lnTo>
                  <a:close/>
                  <a:moveTo>
                    <a:pt x="1263328" y="1787162"/>
                  </a:moveTo>
                  <a:lnTo>
                    <a:pt x="1224605" y="1711643"/>
                  </a:lnTo>
                  <a:lnTo>
                    <a:pt x="1261167" y="1797071"/>
                  </a:lnTo>
                  <a:close/>
                  <a:moveTo>
                    <a:pt x="1261167" y="1797071"/>
                  </a:moveTo>
                  <a:lnTo>
                    <a:pt x="1224605" y="1711643"/>
                  </a:lnTo>
                  <a:lnTo>
                    <a:pt x="1131724" y="1741623"/>
                  </a:lnTo>
                  <a:close/>
                  <a:moveTo>
                    <a:pt x="1235660" y="1832294"/>
                  </a:moveTo>
                  <a:lnTo>
                    <a:pt x="1263328" y="1787162"/>
                  </a:lnTo>
                  <a:lnTo>
                    <a:pt x="1261167" y="1797071"/>
                  </a:lnTo>
                  <a:close/>
                  <a:moveTo>
                    <a:pt x="1032795" y="1697752"/>
                  </a:moveTo>
                  <a:lnTo>
                    <a:pt x="1131724" y="1741623"/>
                  </a:lnTo>
                  <a:lnTo>
                    <a:pt x="1152465" y="1651321"/>
                  </a:lnTo>
                  <a:close/>
                  <a:moveTo>
                    <a:pt x="1131724" y="1741623"/>
                  </a:moveTo>
                  <a:lnTo>
                    <a:pt x="1224605" y="1711643"/>
                  </a:lnTo>
                  <a:lnTo>
                    <a:pt x="1152465" y="1651321"/>
                  </a:lnTo>
                  <a:close/>
                  <a:moveTo>
                    <a:pt x="602804" y="989518"/>
                  </a:moveTo>
                  <a:lnTo>
                    <a:pt x="671374" y="972681"/>
                  </a:lnTo>
                  <a:lnTo>
                    <a:pt x="656890" y="971707"/>
                  </a:lnTo>
                  <a:close/>
                  <a:moveTo>
                    <a:pt x="1468824" y="1782956"/>
                  </a:moveTo>
                  <a:lnTo>
                    <a:pt x="1542497" y="1837637"/>
                  </a:lnTo>
                  <a:lnTo>
                    <a:pt x="1444920" y="1768868"/>
                  </a:lnTo>
                  <a:close/>
                  <a:moveTo>
                    <a:pt x="1224605" y="1711643"/>
                  </a:moveTo>
                  <a:lnTo>
                    <a:pt x="1263328" y="1787162"/>
                  </a:lnTo>
                  <a:lnTo>
                    <a:pt x="1254201" y="1702643"/>
                  </a:lnTo>
                  <a:close/>
                  <a:moveTo>
                    <a:pt x="1155594" y="1622124"/>
                  </a:moveTo>
                  <a:lnTo>
                    <a:pt x="1242068" y="1512323"/>
                  </a:lnTo>
                  <a:lnTo>
                    <a:pt x="1136613" y="1537462"/>
                  </a:lnTo>
                  <a:close/>
                  <a:moveTo>
                    <a:pt x="1069275" y="1531615"/>
                  </a:moveTo>
                  <a:lnTo>
                    <a:pt x="1136613" y="1537462"/>
                  </a:lnTo>
                  <a:lnTo>
                    <a:pt x="1116469" y="1453748"/>
                  </a:lnTo>
                  <a:close/>
                  <a:moveTo>
                    <a:pt x="1052703" y="1444996"/>
                  </a:moveTo>
                  <a:lnTo>
                    <a:pt x="1116469" y="1453748"/>
                  </a:lnTo>
                  <a:lnTo>
                    <a:pt x="1109696" y="1359161"/>
                  </a:lnTo>
                  <a:close/>
                  <a:moveTo>
                    <a:pt x="1052703" y="1444996"/>
                  </a:moveTo>
                  <a:lnTo>
                    <a:pt x="1109696" y="1359161"/>
                  </a:lnTo>
                  <a:lnTo>
                    <a:pt x="1035377" y="1358990"/>
                  </a:lnTo>
                  <a:close/>
                  <a:moveTo>
                    <a:pt x="1035377" y="1358990"/>
                  </a:moveTo>
                  <a:lnTo>
                    <a:pt x="1109696" y="1359161"/>
                  </a:lnTo>
                  <a:lnTo>
                    <a:pt x="1086908" y="1277596"/>
                  </a:lnTo>
                  <a:close/>
                  <a:moveTo>
                    <a:pt x="656890" y="971707"/>
                  </a:moveTo>
                  <a:lnTo>
                    <a:pt x="671714" y="968501"/>
                  </a:lnTo>
                  <a:lnTo>
                    <a:pt x="602047" y="968450"/>
                  </a:lnTo>
                  <a:close/>
                  <a:moveTo>
                    <a:pt x="1949785" y="2301435"/>
                  </a:moveTo>
                  <a:lnTo>
                    <a:pt x="1947699" y="2403222"/>
                  </a:lnTo>
                  <a:lnTo>
                    <a:pt x="2007815" y="2404866"/>
                  </a:lnTo>
                  <a:close/>
                  <a:moveTo>
                    <a:pt x="1961289" y="2292491"/>
                  </a:moveTo>
                  <a:lnTo>
                    <a:pt x="1949785" y="2301435"/>
                  </a:lnTo>
                  <a:lnTo>
                    <a:pt x="2007815" y="2404866"/>
                  </a:lnTo>
                  <a:close/>
                  <a:moveTo>
                    <a:pt x="2067078" y="2266670"/>
                  </a:moveTo>
                  <a:lnTo>
                    <a:pt x="2088088" y="2210089"/>
                  </a:lnTo>
                  <a:lnTo>
                    <a:pt x="2039211" y="2189233"/>
                  </a:lnTo>
                  <a:close/>
                  <a:moveTo>
                    <a:pt x="1946691" y="2203859"/>
                  </a:moveTo>
                  <a:lnTo>
                    <a:pt x="2039211" y="2189233"/>
                  </a:lnTo>
                  <a:lnTo>
                    <a:pt x="2001177" y="2120062"/>
                  </a:lnTo>
                  <a:close/>
                  <a:moveTo>
                    <a:pt x="1935512" y="2112854"/>
                  </a:moveTo>
                  <a:lnTo>
                    <a:pt x="2001177" y="2120062"/>
                  </a:lnTo>
                  <a:lnTo>
                    <a:pt x="1975542" y="2040810"/>
                  </a:lnTo>
                  <a:close/>
                  <a:moveTo>
                    <a:pt x="487455" y="191299"/>
                  </a:moveTo>
                  <a:lnTo>
                    <a:pt x="350218" y="172050"/>
                  </a:lnTo>
                  <a:lnTo>
                    <a:pt x="405395" y="163148"/>
                  </a:lnTo>
                  <a:close/>
                  <a:moveTo>
                    <a:pt x="1596830" y="1349688"/>
                  </a:moveTo>
                  <a:lnTo>
                    <a:pt x="1572413" y="1245998"/>
                  </a:lnTo>
                  <a:lnTo>
                    <a:pt x="1581695" y="1229037"/>
                  </a:lnTo>
                  <a:close/>
                  <a:moveTo>
                    <a:pt x="1394415" y="1185258"/>
                  </a:moveTo>
                  <a:lnTo>
                    <a:pt x="1433189" y="1219321"/>
                  </a:lnTo>
                  <a:lnTo>
                    <a:pt x="1449887" y="1164276"/>
                  </a:lnTo>
                  <a:close/>
                  <a:moveTo>
                    <a:pt x="1285388" y="1103043"/>
                  </a:moveTo>
                  <a:lnTo>
                    <a:pt x="1290724" y="1028779"/>
                  </a:lnTo>
                  <a:lnTo>
                    <a:pt x="1327315" y="982392"/>
                  </a:lnTo>
                  <a:close/>
                  <a:moveTo>
                    <a:pt x="1093750" y="786187"/>
                  </a:moveTo>
                  <a:lnTo>
                    <a:pt x="1028393" y="820487"/>
                  </a:lnTo>
                  <a:lnTo>
                    <a:pt x="1143233" y="755992"/>
                  </a:lnTo>
                  <a:close/>
                  <a:moveTo>
                    <a:pt x="1671722" y="1205204"/>
                  </a:moveTo>
                  <a:lnTo>
                    <a:pt x="1581695" y="1229037"/>
                  </a:lnTo>
                  <a:lnTo>
                    <a:pt x="1711621" y="1272611"/>
                  </a:lnTo>
                  <a:close/>
                  <a:moveTo>
                    <a:pt x="1711621" y="1272611"/>
                  </a:moveTo>
                  <a:lnTo>
                    <a:pt x="1572413" y="1245998"/>
                  </a:lnTo>
                  <a:lnTo>
                    <a:pt x="1623451" y="1221618"/>
                  </a:lnTo>
                  <a:close/>
                  <a:moveTo>
                    <a:pt x="1369664" y="968719"/>
                  </a:moveTo>
                  <a:lnTo>
                    <a:pt x="1445222" y="1049106"/>
                  </a:lnTo>
                  <a:lnTo>
                    <a:pt x="1441897" y="970588"/>
                  </a:lnTo>
                  <a:close/>
                  <a:moveTo>
                    <a:pt x="1369664" y="968719"/>
                  </a:moveTo>
                  <a:lnTo>
                    <a:pt x="1441897" y="970588"/>
                  </a:lnTo>
                  <a:lnTo>
                    <a:pt x="1419144" y="951606"/>
                  </a:lnTo>
                  <a:close/>
                  <a:moveTo>
                    <a:pt x="1051167" y="545415"/>
                  </a:moveTo>
                  <a:lnTo>
                    <a:pt x="1074425" y="562190"/>
                  </a:lnTo>
                  <a:lnTo>
                    <a:pt x="1146128" y="551614"/>
                  </a:lnTo>
                  <a:close/>
                  <a:moveTo>
                    <a:pt x="1188117" y="555261"/>
                  </a:moveTo>
                  <a:lnTo>
                    <a:pt x="1127312" y="544102"/>
                  </a:lnTo>
                  <a:lnTo>
                    <a:pt x="1224989" y="567808"/>
                  </a:lnTo>
                  <a:close/>
                  <a:moveTo>
                    <a:pt x="1127312" y="544102"/>
                  </a:moveTo>
                  <a:lnTo>
                    <a:pt x="1146128" y="551614"/>
                  </a:lnTo>
                  <a:lnTo>
                    <a:pt x="1224989" y="567808"/>
                  </a:lnTo>
                  <a:close/>
                  <a:moveTo>
                    <a:pt x="958973" y="406886"/>
                  </a:moveTo>
                  <a:lnTo>
                    <a:pt x="1029419" y="463004"/>
                  </a:lnTo>
                  <a:lnTo>
                    <a:pt x="956131" y="398563"/>
                  </a:lnTo>
                  <a:close/>
                  <a:moveTo>
                    <a:pt x="936523" y="377842"/>
                  </a:moveTo>
                  <a:lnTo>
                    <a:pt x="958973" y="406886"/>
                  </a:lnTo>
                  <a:lnTo>
                    <a:pt x="956131" y="398563"/>
                  </a:lnTo>
                  <a:close/>
                  <a:moveTo>
                    <a:pt x="968116" y="312657"/>
                  </a:moveTo>
                  <a:lnTo>
                    <a:pt x="966184" y="372695"/>
                  </a:lnTo>
                  <a:lnTo>
                    <a:pt x="940930" y="341732"/>
                  </a:lnTo>
                  <a:close/>
                  <a:moveTo>
                    <a:pt x="940930" y="341732"/>
                  </a:moveTo>
                  <a:lnTo>
                    <a:pt x="966184" y="372695"/>
                  </a:lnTo>
                  <a:lnTo>
                    <a:pt x="936523" y="377842"/>
                  </a:lnTo>
                  <a:close/>
                  <a:moveTo>
                    <a:pt x="812913" y="141754"/>
                  </a:moveTo>
                  <a:lnTo>
                    <a:pt x="789141" y="121804"/>
                  </a:lnTo>
                  <a:lnTo>
                    <a:pt x="788504" y="237402"/>
                  </a:lnTo>
                  <a:close/>
                  <a:moveTo>
                    <a:pt x="788504" y="237402"/>
                  </a:moveTo>
                  <a:lnTo>
                    <a:pt x="789141" y="121804"/>
                  </a:lnTo>
                  <a:lnTo>
                    <a:pt x="690231" y="156613"/>
                  </a:lnTo>
                  <a:close/>
                  <a:moveTo>
                    <a:pt x="788504" y="237402"/>
                  </a:moveTo>
                  <a:lnTo>
                    <a:pt x="690231" y="156613"/>
                  </a:lnTo>
                  <a:lnTo>
                    <a:pt x="719933" y="232557"/>
                  </a:lnTo>
                  <a:close/>
                  <a:moveTo>
                    <a:pt x="1267845" y="512834"/>
                  </a:moveTo>
                  <a:lnTo>
                    <a:pt x="1224989" y="567808"/>
                  </a:lnTo>
                  <a:lnTo>
                    <a:pt x="1146128" y="551614"/>
                  </a:lnTo>
                  <a:close/>
                  <a:moveTo>
                    <a:pt x="876976" y="83368"/>
                  </a:moveTo>
                  <a:lnTo>
                    <a:pt x="812913" y="141754"/>
                  </a:lnTo>
                  <a:lnTo>
                    <a:pt x="870832" y="204019"/>
                  </a:lnTo>
                  <a:close/>
                  <a:moveTo>
                    <a:pt x="1245798" y="0"/>
                  </a:moveTo>
                  <a:lnTo>
                    <a:pt x="1250292" y="6495"/>
                  </a:lnTo>
                  <a:lnTo>
                    <a:pt x="1251032" y="3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74" name="Candidate_density__2093">
              <a:extLst>
                <a:ext uri="{FF2B5EF4-FFF2-40B4-BE49-F238E27FC236}">
                  <a16:creationId xmlns:a16="http://schemas.microsoft.com/office/drawing/2014/main" id="{83E4E478-28B7-1DA6-B728-E6DC2710217E}"/>
                </a:ext>
              </a:extLst>
            </p:cNvPr>
            <p:cNvSpPr>
              <a:spLocks noGrp="1"/>
            </p:cNvSpPr>
            <p:nvPr/>
          </p:nvSpPr>
          <p:spPr>
            <a:xfrm>
              <a:off x="4351997" y="1665904"/>
              <a:ext cx="2073252" cy="3108134"/>
            </a:xfrm>
            <a:custGeom>
              <a:avLst/>
              <a:gdLst/>
              <a:ahLst/>
              <a:cxnLst/>
              <a:rect l="0" t="0" r="0" b="0"/>
              <a:pathLst>
                <a:path w="2073252" h="3108134">
                  <a:moveTo>
                    <a:pt x="668293" y="3025919"/>
                  </a:moveTo>
                  <a:lnTo>
                    <a:pt x="705161" y="3108134"/>
                  </a:lnTo>
                  <a:lnTo>
                    <a:pt x="801522" y="3069698"/>
                  </a:lnTo>
                  <a:close/>
                  <a:moveTo>
                    <a:pt x="668293" y="3025919"/>
                  </a:moveTo>
                  <a:lnTo>
                    <a:pt x="801522" y="3069698"/>
                  </a:lnTo>
                  <a:lnTo>
                    <a:pt x="786191" y="2987482"/>
                  </a:lnTo>
                  <a:close/>
                  <a:moveTo>
                    <a:pt x="786191" y="2987482"/>
                  </a:moveTo>
                  <a:lnTo>
                    <a:pt x="814367" y="3066410"/>
                  </a:lnTo>
                  <a:lnTo>
                    <a:pt x="789669" y="2986397"/>
                  </a:lnTo>
                  <a:close/>
                  <a:moveTo>
                    <a:pt x="786191" y="2987482"/>
                  </a:moveTo>
                  <a:lnTo>
                    <a:pt x="801522" y="3069698"/>
                  </a:lnTo>
                  <a:lnTo>
                    <a:pt x="814367" y="3066410"/>
                  </a:lnTo>
                  <a:close/>
                  <a:moveTo>
                    <a:pt x="781835" y="2963186"/>
                  </a:moveTo>
                  <a:lnTo>
                    <a:pt x="786191" y="2987482"/>
                  </a:lnTo>
                  <a:lnTo>
                    <a:pt x="789669" y="2986397"/>
                  </a:lnTo>
                  <a:close/>
                  <a:moveTo>
                    <a:pt x="76410" y="1677383"/>
                  </a:moveTo>
                  <a:lnTo>
                    <a:pt x="121603" y="1638946"/>
                  </a:lnTo>
                  <a:lnTo>
                    <a:pt x="63724" y="1595168"/>
                  </a:lnTo>
                  <a:close/>
                  <a:moveTo>
                    <a:pt x="1222200" y="2751521"/>
                  </a:moveTo>
                  <a:lnTo>
                    <a:pt x="1152496" y="2789958"/>
                  </a:lnTo>
                  <a:lnTo>
                    <a:pt x="1255299" y="2833737"/>
                  </a:lnTo>
                  <a:close/>
                  <a:moveTo>
                    <a:pt x="1222200" y="2751521"/>
                  </a:moveTo>
                  <a:lnTo>
                    <a:pt x="1242731" y="2710959"/>
                  </a:lnTo>
                  <a:lnTo>
                    <a:pt x="1114320" y="2707743"/>
                  </a:lnTo>
                  <a:close/>
                  <a:moveTo>
                    <a:pt x="1152496" y="2789958"/>
                  </a:moveTo>
                  <a:lnTo>
                    <a:pt x="1222200" y="2751521"/>
                  </a:lnTo>
                  <a:lnTo>
                    <a:pt x="1114320" y="2707743"/>
                  </a:lnTo>
                  <a:close/>
                  <a:moveTo>
                    <a:pt x="1222200" y="2751521"/>
                  </a:moveTo>
                  <a:lnTo>
                    <a:pt x="1308285" y="2807140"/>
                  </a:lnTo>
                  <a:lnTo>
                    <a:pt x="1296639" y="2716515"/>
                  </a:lnTo>
                  <a:close/>
                  <a:moveTo>
                    <a:pt x="1222200" y="2751521"/>
                  </a:moveTo>
                  <a:lnTo>
                    <a:pt x="1255299" y="2833737"/>
                  </a:lnTo>
                  <a:lnTo>
                    <a:pt x="1308285" y="2807140"/>
                  </a:lnTo>
                  <a:close/>
                  <a:moveTo>
                    <a:pt x="1242731" y="2710959"/>
                  </a:moveTo>
                  <a:lnTo>
                    <a:pt x="1222200" y="2751521"/>
                  </a:lnTo>
                  <a:lnTo>
                    <a:pt x="1296639" y="2716515"/>
                  </a:lnTo>
                  <a:close/>
                  <a:moveTo>
                    <a:pt x="1369171" y="2689838"/>
                  </a:moveTo>
                  <a:lnTo>
                    <a:pt x="1351164" y="2732779"/>
                  </a:lnTo>
                  <a:lnTo>
                    <a:pt x="1310760" y="2713085"/>
                  </a:lnTo>
                  <a:close/>
                  <a:moveTo>
                    <a:pt x="1296639" y="2716515"/>
                  </a:moveTo>
                  <a:lnTo>
                    <a:pt x="1299912" y="2751521"/>
                  </a:lnTo>
                  <a:lnTo>
                    <a:pt x="1242731" y="2710959"/>
                  </a:lnTo>
                  <a:close/>
                  <a:moveTo>
                    <a:pt x="1351164" y="2732779"/>
                  </a:moveTo>
                  <a:lnTo>
                    <a:pt x="1369171" y="2689838"/>
                  </a:lnTo>
                  <a:lnTo>
                    <a:pt x="1338656" y="2751521"/>
                  </a:lnTo>
                  <a:close/>
                  <a:moveTo>
                    <a:pt x="1338656" y="2751521"/>
                  </a:moveTo>
                  <a:lnTo>
                    <a:pt x="1369171" y="2689838"/>
                  </a:lnTo>
                  <a:lnTo>
                    <a:pt x="1383187" y="2630870"/>
                  </a:lnTo>
                  <a:close/>
                  <a:moveTo>
                    <a:pt x="1431495" y="2767564"/>
                  </a:moveTo>
                  <a:lnTo>
                    <a:pt x="1514949" y="2741018"/>
                  </a:lnTo>
                  <a:lnTo>
                    <a:pt x="1464533" y="2701204"/>
                  </a:lnTo>
                  <a:close/>
                  <a:moveTo>
                    <a:pt x="1431495" y="2767564"/>
                  </a:moveTo>
                  <a:lnTo>
                    <a:pt x="1464533" y="2701204"/>
                  </a:lnTo>
                  <a:lnTo>
                    <a:pt x="1388903" y="2702098"/>
                  </a:lnTo>
                  <a:close/>
                  <a:moveTo>
                    <a:pt x="1369171" y="2689838"/>
                  </a:moveTo>
                  <a:lnTo>
                    <a:pt x="1310760" y="2713085"/>
                  </a:lnTo>
                  <a:lnTo>
                    <a:pt x="1388903" y="2702098"/>
                  </a:lnTo>
                  <a:close/>
                  <a:moveTo>
                    <a:pt x="1388903" y="2702098"/>
                  </a:moveTo>
                  <a:lnTo>
                    <a:pt x="1383187" y="2630870"/>
                  </a:lnTo>
                  <a:lnTo>
                    <a:pt x="1369171" y="2689838"/>
                  </a:lnTo>
                  <a:close/>
                  <a:moveTo>
                    <a:pt x="1464533" y="2701204"/>
                  </a:moveTo>
                  <a:lnTo>
                    <a:pt x="1514949" y="2741018"/>
                  </a:lnTo>
                  <a:lnTo>
                    <a:pt x="1578527" y="2700068"/>
                  </a:lnTo>
                  <a:close/>
                  <a:moveTo>
                    <a:pt x="1258616" y="2345788"/>
                  </a:moveTo>
                  <a:lnTo>
                    <a:pt x="1234002" y="2463123"/>
                  </a:lnTo>
                  <a:lnTo>
                    <a:pt x="1261507" y="2350756"/>
                  </a:lnTo>
                  <a:close/>
                  <a:moveTo>
                    <a:pt x="1258616" y="2345788"/>
                  </a:moveTo>
                  <a:lnTo>
                    <a:pt x="1257113" y="2334326"/>
                  </a:lnTo>
                  <a:lnTo>
                    <a:pt x="1175029" y="2302010"/>
                  </a:lnTo>
                  <a:close/>
                  <a:moveTo>
                    <a:pt x="1182693" y="2384224"/>
                  </a:moveTo>
                  <a:lnTo>
                    <a:pt x="1258616" y="2345788"/>
                  </a:lnTo>
                  <a:lnTo>
                    <a:pt x="1175029" y="2302010"/>
                  </a:lnTo>
                  <a:close/>
                  <a:moveTo>
                    <a:pt x="1222517" y="2276314"/>
                  </a:moveTo>
                  <a:lnTo>
                    <a:pt x="1257113" y="2334326"/>
                  </a:lnTo>
                  <a:lnTo>
                    <a:pt x="1259652" y="2263573"/>
                  </a:lnTo>
                  <a:close/>
                  <a:moveTo>
                    <a:pt x="645060" y="1717910"/>
                  </a:moveTo>
                  <a:lnTo>
                    <a:pt x="659186" y="1688068"/>
                  </a:lnTo>
                  <a:lnTo>
                    <a:pt x="629740" y="1726504"/>
                  </a:lnTo>
                  <a:close/>
                  <a:moveTo>
                    <a:pt x="1523773" y="2753135"/>
                  </a:moveTo>
                  <a:lnTo>
                    <a:pt x="1578527" y="2700068"/>
                  </a:lnTo>
                  <a:lnTo>
                    <a:pt x="1514949" y="2741018"/>
                  </a:lnTo>
                  <a:close/>
                  <a:moveTo>
                    <a:pt x="1523773" y="2753135"/>
                  </a:moveTo>
                  <a:lnTo>
                    <a:pt x="1632483" y="2725348"/>
                  </a:lnTo>
                  <a:lnTo>
                    <a:pt x="1578527" y="2700068"/>
                  </a:lnTo>
                  <a:close/>
                  <a:moveTo>
                    <a:pt x="1712443" y="2706898"/>
                  </a:moveTo>
                  <a:lnTo>
                    <a:pt x="1632483" y="2725348"/>
                  </a:lnTo>
                  <a:lnTo>
                    <a:pt x="1663302" y="2718427"/>
                  </a:lnTo>
                  <a:close/>
                  <a:moveTo>
                    <a:pt x="1578527" y="2700068"/>
                  </a:moveTo>
                  <a:lnTo>
                    <a:pt x="1632483" y="2725348"/>
                  </a:lnTo>
                  <a:lnTo>
                    <a:pt x="1712443" y="2706898"/>
                  </a:lnTo>
                  <a:close/>
                  <a:moveTo>
                    <a:pt x="1258616" y="2345788"/>
                  </a:moveTo>
                  <a:lnTo>
                    <a:pt x="1261507" y="2350756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58616" y="2345788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63101" y="2343412"/>
                  </a:lnTo>
                  <a:lnTo>
                    <a:pt x="1259652" y="2263573"/>
                  </a:lnTo>
                  <a:close/>
                  <a:moveTo>
                    <a:pt x="1409961" y="2196738"/>
                  </a:moveTo>
                  <a:lnTo>
                    <a:pt x="1387678" y="2202633"/>
                  </a:lnTo>
                  <a:lnTo>
                    <a:pt x="1306937" y="2225137"/>
                  </a:lnTo>
                  <a:close/>
                  <a:moveTo>
                    <a:pt x="1387678" y="2202633"/>
                  </a:moveTo>
                  <a:lnTo>
                    <a:pt x="1412772" y="2186700"/>
                  </a:lnTo>
                  <a:lnTo>
                    <a:pt x="1468044" y="2135244"/>
                  </a:lnTo>
                  <a:close/>
                  <a:moveTo>
                    <a:pt x="1387678" y="2202633"/>
                  </a:moveTo>
                  <a:lnTo>
                    <a:pt x="1409961" y="2196738"/>
                  </a:lnTo>
                  <a:lnTo>
                    <a:pt x="1412772" y="2186700"/>
                  </a:lnTo>
                  <a:close/>
                  <a:moveTo>
                    <a:pt x="1160981" y="1978491"/>
                  </a:moveTo>
                  <a:lnTo>
                    <a:pt x="1236957" y="2022270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160981" y="1978491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218588" y="1940055"/>
                  </a:lnTo>
                  <a:lnTo>
                    <a:pt x="1226761" y="1857840"/>
                  </a:lnTo>
                  <a:close/>
                  <a:moveTo>
                    <a:pt x="568188" y="1117904"/>
                  </a:moveTo>
                  <a:lnTo>
                    <a:pt x="506832" y="1132811"/>
                  </a:lnTo>
                  <a:lnTo>
                    <a:pt x="522486" y="1220175"/>
                  </a:lnTo>
                  <a:close/>
                  <a:moveTo>
                    <a:pt x="593594" y="1095083"/>
                  </a:moveTo>
                  <a:lnTo>
                    <a:pt x="506832" y="1132811"/>
                  </a:lnTo>
                  <a:lnTo>
                    <a:pt x="568188" y="1117904"/>
                  </a:lnTo>
                  <a:close/>
                  <a:moveTo>
                    <a:pt x="0" y="580834"/>
                  </a:moveTo>
                  <a:lnTo>
                    <a:pt x="11589" y="663050"/>
                  </a:lnTo>
                  <a:lnTo>
                    <a:pt x="50312" y="542398"/>
                  </a:lnTo>
                  <a:close/>
                  <a:moveTo>
                    <a:pt x="62701" y="503450"/>
                  </a:moveTo>
                  <a:lnTo>
                    <a:pt x="0" y="580834"/>
                  </a:lnTo>
                  <a:lnTo>
                    <a:pt x="50312" y="542398"/>
                  </a:lnTo>
                  <a:close/>
                  <a:moveTo>
                    <a:pt x="1832448" y="2515561"/>
                  </a:moveTo>
                  <a:lnTo>
                    <a:pt x="1831824" y="2584380"/>
                  </a:lnTo>
                  <a:lnTo>
                    <a:pt x="1928105" y="2525502"/>
                  </a:lnTo>
                  <a:close/>
                  <a:moveTo>
                    <a:pt x="1928105" y="2525502"/>
                  </a:moveTo>
                  <a:lnTo>
                    <a:pt x="1831824" y="2584380"/>
                  </a:lnTo>
                  <a:lnTo>
                    <a:pt x="1854331" y="2528331"/>
                  </a:lnTo>
                  <a:close/>
                  <a:moveTo>
                    <a:pt x="1928105" y="2525502"/>
                  </a:moveTo>
                  <a:lnTo>
                    <a:pt x="1898399" y="2490755"/>
                  </a:lnTo>
                  <a:lnTo>
                    <a:pt x="1832448" y="2515561"/>
                  </a:lnTo>
                  <a:close/>
                  <a:moveTo>
                    <a:pt x="1898399" y="2490755"/>
                  </a:moveTo>
                  <a:lnTo>
                    <a:pt x="1928105" y="2525502"/>
                  </a:lnTo>
                  <a:lnTo>
                    <a:pt x="1940032" y="2477124"/>
                  </a:lnTo>
                  <a:close/>
                  <a:moveTo>
                    <a:pt x="1226761" y="1857840"/>
                  </a:moveTo>
                  <a:lnTo>
                    <a:pt x="1297552" y="1915035"/>
                  </a:lnTo>
                  <a:lnTo>
                    <a:pt x="1255190" y="1849383"/>
                  </a:lnTo>
                  <a:close/>
                  <a:moveTo>
                    <a:pt x="1226761" y="1857840"/>
                  </a:moveTo>
                  <a:lnTo>
                    <a:pt x="1218588" y="1940055"/>
                  </a:lnTo>
                  <a:lnTo>
                    <a:pt x="1297552" y="1915035"/>
                  </a:lnTo>
                  <a:close/>
                  <a:moveTo>
                    <a:pt x="1011458" y="1542776"/>
                  </a:moveTo>
                  <a:lnTo>
                    <a:pt x="1057399" y="1499339"/>
                  </a:lnTo>
                  <a:lnTo>
                    <a:pt x="1011339" y="1528979"/>
                  </a:lnTo>
                  <a:close/>
                  <a:moveTo>
                    <a:pt x="1057399" y="1499339"/>
                  </a:moveTo>
                  <a:lnTo>
                    <a:pt x="1063369" y="1490543"/>
                  </a:lnTo>
                  <a:lnTo>
                    <a:pt x="1011339" y="1528979"/>
                  </a:lnTo>
                  <a:close/>
                  <a:moveTo>
                    <a:pt x="1020320" y="1446764"/>
                  </a:moveTo>
                  <a:lnTo>
                    <a:pt x="1011339" y="1528979"/>
                  </a:lnTo>
                  <a:lnTo>
                    <a:pt x="1063369" y="1490543"/>
                  </a:lnTo>
                  <a:close/>
                  <a:moveTo>
                    <a:pt x="1020320" y="1446764"/>
                  </a:moveTo>
                  <a:lnTo>
                    <a:pt x="1063369" y="1490543"/>
                  </a:lnTo>
                  <a:lnTo>
                    <a:pt x="1076982" y="1408328"/>
                  </a:lnTo>
                  <a:close/>
                  <a:moveTo>
                    <a:pt x="568188" y="1117904"/>
                  </a:moveTo>
                  <a:lnTo>
                    <a:pt x="649274" y="1177692"/>
                  </a:lnTo>
                  <a:lnTo>
                    <a:pt x="609480" y="1109951"/>
                  </a:lnTo>
                  <a:close/>
                  <a:moveTo>
                    <a:pt x="733282" y="1169986"/>
                  </a:moveTo>
                  <a:lnTo>
                    <a:pt x="715511" y="1079468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568188" y="1117904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609480" y="1109951"/>
                  </a:lnTo>
                  <a:lnTo>
                    <a:pt x="609402" y="1035688"/>
                  </a:lnTo>
                  <a:close/>
                  <a:moveTo>
                    <a:pt x="609402" y="1035688"/>
                  </a:moveTo>
                  <a:lnTo>
                    <a:pt x="609480" y="1109951"/>
                  </a:lnTo>
                  <a:lnTo>
                    <a:pt x="715511" y="1079468"/>
                  </a:lnTo>
                  <a:close/>
                  <a:moveTo>
                    <a:pt x="609402" y="1035688"/>
                  </a:moveTo>
                  <a:lnTo>
                    <a:pt x="715511" y="1079468"/>
                  </a:lnTo>
                  <a:lnTo>
                    <a:pt x="695393" y="997252"/>
                  </a:lnTo>
                  <a:close/>
                  <a:moveTo>
                    <a:pt x="697949" y="991388"/>
                  </a:moveTo>
                  <a:lnTo>
                    <a:pt x="609402" y="1035688"/>
                  </a:lnTo>
                  <a:lnTo>
                    <a:pt x="695393" y="997252"/>
                  </a:lnTo>
                  <a:close/>
                  <a:moveTo>
                    <a:pt x="1928105" y="2525502"/>
                  </a:moveTo>
                  <a:lnTo>
                    <a:pt x="1971290" y="2531588"/>
                  </a:lnTo>
                  <a:lnTo>
                    <a:pt x="1940032" y="2477124"/>
                  </a:lnTo>
                  <a:close/>
                  <a:moveTo>
                    <a:pt x="1940032" y="2477124"/>
                  </a:moveTo>
                  <a:lnTo>
                    <a:pt x="1971290" y="2531588"/>
                  </a:lnTo>
                  <a:lnTo>
                    <a:pt x="2032807" y="2520903"/>
                  </a:lnTo>
                  <a:close/>
                  <a:moveTo>
                    <a:pt x="1940032" y="2477124"/>
                  </a:moveTo>
                  <a:lnTo>
                    <a:pt x="2032807" y="2520903"/>
                  </a:lnTo>
                  <a:lnTo>
                    <a:pt x="2034926" y="2438688"/>
                  </a:lnTo>
                  <a:close/>
                  <a:moveTo>
                    <a:pt x="1782367" y="2224218"/>
                  </a:moveTo>
                  <a:lnTo>
                    <a:pt x="1790354" y="2289134"/>
                  </a:lnTo>
                  <a:lnTo>
                    <a:pt x="1882696" y="2192042"/>
                  </a:lnTo>
                  <a:close/>
                  <a:moveTo>
                    <a:pt x="1882696" y="2192042"/>
                  </a:moveTo>
                  <a:lnTo>
                    <a:pt x="1790354" y="2289134"/>
                  </a:lnTo>
                  <a:lnTo>
                    <a:pt x="1803578" y="2312694"/>
                  </a:lnTo>
                  <a:close/>
                  <a:moveTo>
                    <a:pt x="1882696" y="2192042"/>
                  </a:moveTo>
                  <a:lnTo>
                    <a:pt x="1803578" y="2312694"/>
                  </a:lnTo>
                  <a:lnTo>
                    <a:pt x="1895779" y="2274257"/>
                  </a:lnTo>
                  <a:close/>
                  <a:moveTo>
                    <a:pt x="1755320" y="2230479"/>
                  </a:moveTo>
                  <a:lnTo>
                    <a:pt x="1790354" y="2289134"/>
                  </a:lnTo>
                  <a:lnTo>
                    <a:pt x="1782367" y="2224218"/>
                  </a:lnTo>
                  <a:close/>
                  <a:moveTo>
                    <a:pt x="715511" y="1079468"/>
                  </a:moveTo>
                  <a:lnTo>
                    <a:pt x="725514" y="1076210"/>
                  </a:lnTo>
                  <a:lnTo>
                    <a:pt x="695393" y="997252"/>
                  </a:lnTo>
                  <a:close/>
                  <a:moveTo>
                    <a:pt x="2034926" y="2438688"/>
                  </a:moveTo>
                  <a:lnTo>
                    <a:pt x="2073252" y="2409195"/>
                  </a:lnTo>
                  <a:lnTo>
                    <a:pt x="2050800" y="2318036"/>
                  </a:lnTo>
                  <a:close/>
                  <a:moveTo>
                    <a:pt x="1936542" y="2259560"/>
                  </a:moveTo>
                  <a:lnTo>
                    <a:pt x="1931256" y="2322080"/>
                  </a:lnTo>
                  <a:lnTo>
                    <a:pt x="2011799" y="2235821"/>
                  </a:lnTo>
                  <a:close/>
                  <a:moveTo>
                    <a:pt x="1895779" y="2274257"/>
                  </a:moveTo>
                  <a:lnTo>
                    <a:pt x="1931256" y="2322080"/>
                  </a:lnTo>
                  <a:lnTo>
                    <a:pt x="1936542" y="2259560"/>
                  </a:lnTo>
                  <a:close/>
                  <a:moveTo>
                    <a:pt x="1882696" y="2192042"/>
                  </a:moveTo>
                  <a:lnTo>
                    <a:pt x="1936542" y="2259560"/>
                  </a:lnTo>
                  <a:lnTo>
                    <a:pt x="1906270" y="2184080"/>
                  </a:lnTo>
                  <a:close/>
                  <a:moveTo>
                    <a:pt x="1882696" y="2192042"/>
                  </a:moveTo>
                  <a:lnTo>
                    <a:pt x="1895779" y="2274257"/>
                  </a:lnTo>
                  <a:lnTo>
                    <a:pt x="1936542" y="2259560"/>
                  </a:lnTo>
                  <a:close/>
                  <a:moveTo>
                    <a:pt x="2011799" y="2235821"/>
                  </a:moveTo>
                  <a:lnTo>
                    <a:pt x="1998885" y="2153606"/>
                  </a:lnTo>
                  <a:lnTo>
                    <a:pt x="1936542" y="2259560"/>
                  </a:lnTo>
                  <a:close/>
                  <a:moveTo>
                    <a:pt x="1998885" y="2153606"/>
                  </a:moveTo>
                  <a:lnTo>
                    <a:pt x="1906270" y="2184080"/>
                  </a:lnTo>
                  <a:lnTo>
                    <a:pt x="1936542" y="2259560"/>
                  </a:lnTo>
                  <a:close/>
                  <a:moveTo>
                    <a:pt x="1851127" y="2109827"/>
                  </a:moveTo>
                  <a:lnTo>
                    <a:pt x="1906270" y="2184080"/>
                  </a:lnTo>
                  <a:lnTo>
                    <a:pt x="1892375" y="2095284"/>
                  </a:lnTo>
                  <a:close/>
                  <a:moveTo>
                    <a:pt x="1851127" y="2109827"/>
                  </a:moveTo>
                  <a:lnTo>
                    <a:pt x="1882696" y="2192042"/>
                  </a:lnTo>
                  <a:lnTo>
                    <a:pt x="1906270" y="2184080"/>
                  </a:lnTo>
                  <a:close/>
                  <a:moveTo>
                    <a:pt x="1998885" y="2153606"/>
                  </a:moveTo>
                  <a:lnTo>
                    <a:pt x="2001595" y="2091209"/>
                  </a:lnTo>
                  <a:lnTo>
                    <a:pt x="1906270" y="2184080"/>
                  </a:lnTo>
                  <a:close/>
                  <a:moveTo>
                    <a:pt x="2011799" y="2235821"/>
                  </a:moveTo>
                  <a:lnTo>
                    <a:pt x="2070157" y="2311619"/>
                  </a:lnTo>
                  <a:lnTo>
                    <a:pt x="2058979" y="2220614"/>
                  </a:lnTo>
                  <a:close/>
                  <a:moveTo>
                    <a:pt x="2011799" y="2235821"/>
                  </a:moveTo>
                  <a:lnTo>
                    <a:pt x="2050800" y="2318036"/>
                  </a:lnTo>
                  <a:lnTo>
                    <a:pt x="2070157" y="2311619"/>
                  </a:lnTo>
                  <a:close/>
                  <a:moveTo>
                    <a:pt x="1998885" y="2153606"/>
                  </a:moveTo>
                  <a:lnTo>
                    <a:pt x="2058979" y="2220614"/>
                  </a:lnTo>
                  <a:lnTo>
                    <a:pt x="2030256" y="2143873"/>
                  </a:lnTo>
                  <a:close/>
                  <a:moveTo>
                    <a:pt x="1998885" y="2153606"/>
                  </a:moveTo>
                  <a:lnTo>
                    <a:pt x="2011799" y="2235821"/>
                  </a:lnTo>
                  <a:lnTo>
                    <a:pt x="2058979" y="2220614"/>
                  </a:lnTo>
                  <a:close/>
                  <a:moveTo>
                    <a:pt x="2001595" y="2091209"/>
                  </a:moveTo>
                  <a:lnTo>
                    <a:pt x="1998885" y="2153606"/>
                  </a:lnTo>
                  <a:lnTo>
                    <a:pt x="2030256" y="2143873"/>
                  </a:lnTo>
                  <a:close/>
                  <a:moveTo>
                    <a:pt x="1470136" y="1067053"/>
                  </a:moveTo>
                  <a:lnTo>
                    <a:pt x="1375462" y="1128588"/>
                  </a:lnTo>
                  <a:lnTo>
                    <a:pt x="1450782" y="1090152"/>
                  </a:lnTo>
                  <a:close/>
                  <a:moveTo>
                    <a:pt x="1151859" y="928247"/>
                  </a:moveTo>
                  <a:lnTo>
                    <a:pt x="1141634" y="964158"/>
                  </a:lnTo>
                  <a:lnTo>
                    <a:pt x="1190466" y="940580"/>
                  </a:lnTo>
                  <a:close/>
                  <a:moveTo>
                    <a:pt x="1035169" y="605873"/>
                  </a:moveTo>
                  <a:lnTo>
                    <a:pt x="947166" y="635297"/>
                  </a:lnTo>
                  <a:lnTo>
                    <a:pt x="1048822" y="606461"/>
                  </a:lnTo>
                  <a:close/>
                  <a:moveTo>
                    <a:pt x="1035169" y="605873"/>
                  </a:moveTo>
                  <a:lnTo>
                    <a:pt x="1048822" y="606461"/>
                  </a:lnTo>
                  <a:lnTo>
                    <a:pt x="1057473" y="596861"/>
                  </a:lnTo>
                  <a:close/>
                  <a:moveTo>
                    <a:pt x="807464" y="261381"/>
                  </a:moveTo>
                  <a:lnTo>
                    <a:pt x="719952" y="279994"/>
                  </a:lnTo>
                  <a:lnTo>
                    <a:pt x="801030" y="268001"/>
                  </a:lnTo>
                  <a:close/>
                  <a:moveTo>
                    <a:pt x="673287" y="253573"/>
                  </a:moveTo>
                  <a:lnTo>
                    <a:pt x="719952" y="279994"/>
                  </a:lnTo>
                  <a:lnTo>
                    <a:pt x="807464" y="261381"/>
                  </a:lnTo>
                  <a:close/>
                  <a:moveTo>
                    <a:pt x="719952" y="279994"/>
                  </a:moveTo>
                  <a:lnTo>
                    <a:pt x="753487" y="338225"/>
                  </a:lnTo>
                  <a:lnTo>
                    <a:pt x="801030" y="268001"/>
                  </a:lnTo>
                  <a:close/>
                  <a:moveTo>
                    <a:pt x="1795189" y="1312964"/>
                  </a:moveTo>
                  <a:lnTo>
                    <a:pt x="1684670" y="1311846"/>
                  </a:lnTo>
                  <a:lnTo>
                    <a:pt x="1705162" y="1336797"/>
                  </a:lnTo>
                  <a:close/>
                  <a:moveTo>
                    <a:pt x="1641046" y="1254582"/>
                  </a:moveTo>
                  <a:lnTo>
                    <a:pt x="1684670" y="1311846"/>
                  </a:lnTo>
                  <a:lnTo>
                    <a:pt x="1684653" y="1242143"/>
                  </a:lnTo>
                  <a:close/>
                  <a:moveTo>
                    <a:pt x="1470136" y="1067053"/>
                  </a:moveTo>
                  <a:lnTo>
                    <a:pt x="1450782" y="1090152"/>
                  </a:lnTo>
                  <a:lnTo>
                    <a:pt x="1493131" y="1076480"/>
                  </a:lnTo>
                  <a:close/>
                  <a:moveTo>
                    <a:pt x="1107687" y="647009"/>
                  </a:moveTo>
                  <a:lnTo>
                    <a:pt x="1057473" y="596861"/>
                  </a:lnTo>
                  <a:lnTo>
                    <a:pt x="1048822" y="606461"/>
                  </a:lnTo>
                  <a:close/>
                  <a:moveTo>
                    <a:pt x="813698" y="264373"/>
                  </a:moveTo>
                  <a:lnTo>
                    <a:pt x="801030" y="268001"/>
                  </a:lnTo>
                  <a:lnTo>
                    <a:pt x="759767" y="347717"/>
                  </a:lnTo>
                  <a:close/>
                  <a:moveTo>
                    <a:pt x="807464" y="261381"/>
                  </a:moveTo>
                  <a:lnTo>
                    <a:pt x="801030" y="268001"/>
                  </a:lnTo>
                  <a:lnTo>
                    <a:pt x="813698" y="264373"/>
                  </a:lnTo>
                  <a:close/>
                  <a:moveTo>
                    <a:pt x="807464" y="261381"/>
                  </a:moveTo>
                  <a:lnTo>
                    <a:pt x="813698" y="264373"/>
                  </a:lnTo>
                  <a:lnTo>
                    <a:pt x="823839" y="185785"/>
                  </a:lnTo>
                  <a:close/>
                  <a:moveTo>
                    <a:pt x="823839" y="185785"/>
                  </a:moveTo>
                  <a:lnTo>
                    <a:pt x="813698" y="264373"/>
                  </a:lnTo>
                  <a:lnTo>
                    <a:pt x="912607" y="229564"/>
                  </a:lnTo>
                  <a:close/>
                  <a:moveTo>
                    <a:pt x="823839" y="185785"/>
                  </a:moveTo>
                  <a:lnTo>
                    <a:pt x="912607" y="229564"/>
                  </a:lnTo>
                  <a:lnTo>
                    <a:pt x="871569" y="147349"/>
                  </a:lnTo>
                  <a:close/>
                  <a:moveTo>
                    <a:pt x="896517" y="100474"/>
                  </a:moveTo>
                  <a:lnTo>
                    <a:pt x="823839" y="185785"/>
                  </a:lnTo>
                  <a:lnTo>
                    <a:pt x="871569" y="147349"/>
                  </a:lnTo>
                  <a:close/>
                  <a:moveTo>
                    <a:pt x="871569" y="147349"/>
                  </a:moveTo>
                  <a:lnTo>
                    <a:pt x="912607" y="229564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71569" y="147349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96517" y="100474"/>
                  </a:lnTo>
                  <a:lnTo>
                    <a:pt x="871569" y="147349"/>
                  </a:lnTo>
                  <a:close/>
                  <a:moveTo>
                    <a:pt x="1502403" y="542091"/>
                  </a:moveTo>
                  <a:lnTo>
                    <a:pt x="1410987" y="602203"/>
                  </a:lnTo>
                  <a:lnTo>
                    <a:pt x="1485307" y="563767"/>
                  </a:lnTo>
                  <a:close/>
                  <a:moveTo>
                    <a:pt x="938206" y="41142"/>
                  </a:moveTo>
                  <a:lnTo>
                    <a:pt x="984761" y="0"/>
                  </a:lnTo>
                  <a:lnTo>
                    <a:pt x="941615" y="26697"/>
                  </a:lnTo>
                  <a:close/>
                  <a:moveTo>
                    <a:pt x="1502403" y="542091"/>
                  </a:moveTo>
                  <a:lnTo>
                    <a:pt x="1521735" y="552764"/>
                  </a:lnTo>
                  <a:lnTo>
                    <a:pt x="1614974" y="469109"/>
                  </a:lnTo>
                  <a:close/>
                  <a:moveTo>
                    <a:pt x="1718164" y="361062"/>
                  </a:moveTo>
                  <a:lnTo>
                    <a:pt x="1662485" y="368089"/>
                  </a:lnTo>
                  <a:lnTo>
                    <a:pt x="1633634" y="443115"/>
                  </a:lnTo>
                  <a:close/>
                  <a:moveTo>
                    <a:pt x="1662485" y="368089"/>
                  </a:moveTo>
                  <a:lnTo>
                    <a:pt x="1718164" y="361062"/>
                  </a:lnTo>
                  <a:lnTo>
                    <a:pt x="1665834" y="36090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75" name="Candidate_density__2094">
              <a:extLst>
                <a:ext uri="{FF2B5EF4-FFF2-40B4-BE49-F238E27FC236}">
                  <a16:creationId xmlns:a16="http://schemas.microsoft.com/office/drawing/2014/main" id="{87A6D66A-9D7C-1BE3-F32A-F53914E65B70}"/>
                </a:ext>
              </a:extLst>
            </p:cNvPr>
            <p:cNvSpPr>
              <a:spLocks noGrp="1"/>
            </p:cNvSpPr>
            <p:nvPr/>
          </p:nvSpPr>
          <p:spPr>
            <a:xfrm>
              <a:off x="4520758" y="1615938"/>
              <a:ext cx="2073370" cy="2980049"/>
            </a:xfrm>
            <a:custGeom>
              <a:avLst/>
              <a:gdLst/>
              <a:ahLst/>
              <a:cxnLst/>
              <a:rect l="0" t="0" r="0" b="0"/>
              <a:pathLst>
                <a:path w="2073370" h="2980049">
                  <a:moveTo>
                    <a:pt x="45982" y="2544157"/>
                  </a:moveTo>
                  <a:lnTo>
                    <a:pt x="77070" y="2617616"/>
                  </a:lnTo>
                  <a:lnTo>
                    <a:pt x="129579" y="2598736"/>
                  </a:lnTo>
                  <a:close/>
                  <a:moveTo>
                    <a:pt x="45982" y="2544157"/>
                  </a:moveTo>
                  <a:lnTo>
                    <a:pt x="0" y="2582594"/>
                  </a:lnTo>
                  <a:lnTo>
                    <a:pt x="77070" y="2617616"/>
                  </a:lnTo>
                  <a:close/>
                  <a:moveTo>
                    <a:pt x="201435" y="2588734"/>
                  </a:moveTo>
                  <a:lnTo>
                    <a:pt x="241509" y="2523362"/>
                  </a:lnTo>
                  <a:lnTo>
                    <a:pt x="129579" y="2598736"/>
                  </a:lnTo>
                  <a:close/>
                  <a:moveTo>
                    <a:pt x="241509" y="2523362"/>
                  </a:moveTo>
                  <a:lnTo>
                    <a:pt x="201435" y="2588734"/>
                  </a:lnTo>
                  <a:lnTo>
                    <a:pt x="314585" y="2517922"/>
                  </a:lnTo>
                  <a:close/>
                  <a:moveTo>
                    <a:pt x="400243" y="2494021"/>
                  </a:moveTo>
                  <a:lnTo>
                    <a:pt x="314585" y="2517922"/>
                  </a:lnTo>
                  <a:lnTo>
                    <a:pt x="391080" y="2525267"/>
                  </a:lnTo>
                  <a:close/>
                  <a:moveTo>
                    <a:pt x="400243" y="2494021"/>
                  </a:moveTo>
                  <a:lnTo>
                    <a:pt x="321034" y="2497825"/>
                  </a:lnTo>
                  <a:lnTo>
                    <a:pt x="314585" y="2517922"/>
                  </a:lnTo>
                  <a:close/>
                  <a:moveTo>
                    <a:pt x="321034" y="2497825"/>
                  </a:moveTo>
                  <a:lnTo>
                    <a:pt x="400243" y="2494021"/>
                  </a:lnTo>
                  <a:lnTo>
                    <a:pt x="344375" y="2414103"/>
                  </a:lnTo>
                  <a:close/>
                  <a:moveTo>
                    <a:pt x="1086538" y="2883702"/>
                  </a:moveTo>
                  <a:lnTo>
                    <a:pt x="1058000" y="2916421"/>
                  </a:lnTo>
                  <a:lnTo>
                    <a:pt x="1067744" y="2915461"/>
                  </a:lnTo>
                  <a:close/>
                  <a:moveTo>
                    <a:pt x="1391322" y="2896277"/>
                  </a:moveTo>
                  <a:lnTo>
                    <a:pt x="1414768" y="2927481"/>
                  </a:lnTo>
                  <a:lnTo>
                    <a:pt x="1408033" y="2920680"/>
                  </a:lnTo>
                  <a:close/>
                  <a:moveTo>
                    <a:pt x="1391322" y="2896277"/>
                  </a:moveTo>
                  <a:lnTo>
                    <a:pt x="1360675" y="2845149"/>
                  </a:lnTo>
                  <a:lnTo>
                    <a:pt x="1323661" y="2921963"/>
                  </a:lnTo>
                  <a:close/>
                  <a:moveTo>
                    <a:pt x="709495" y="1984679"/>
                  </a:moveTo>
                  <a:lnTo>
                    <a:pt x="695001" y="2028250"/>
                  </a:lnTo>
                  <a:lnTo>
                    <a:pt x="735354" y="2002990"/>
                  </a:lnTo>
                  <a:close/>
                  <a:moveTo>
                    <a:pt x="735354" y="2002990"/>
                  </a:moveTo>
                  <a:lnTo>
                    <a:pt x="695001" y="2028250"/>
                  </a:lnTo>
                  <a:lnTo>
                    <a:pt x="697767" y="2073047"/>
                  </a:lnTo>
                  <a:close/>
                  <a:moveTo>
                    <a:pt x="735354" y="2002990"/>
                  </a:moveTo>
                  <a:lnTo>
                    <a:pt x="697767" y="2073047"/>
                  </a:lnTo>
                  <a:lnTo>
                    <a:pt x="750607" y="2090682"/>
                  </a:lnTo>
                  <a:close/>
                  <a:moveTo>
                    <a:pt x="709495" y="1984679"/>
                  </a:moveTo>
                  <a:lnTo>
                    <a:pt x="735354" y="2002990"/>
                  </a:lnTo>
                  <a:lnTo>
                    <a:pt x="692396" y="1902463"/>
                  </a:lnTo>
                  <a:close/>
                  <a:moveTo>
                    <a:pt x="1434340" y="2971260"/>
                  </a:moveTo>
                  <a:lnTo>
                    <a:pt x="1408033" y="2920680"/>
                  </a:lnTo>
                  <a:lnTo>
                    <a:pt x="1458124" y="2980049"/>
                  </a:lnTo>
                  <a:close/>
                  <a:moveTo>
                    <a:pt x="666993" y="1708330"/>
                  </a:moveTo>
                  <a:lnTo>
                    <a:pt x="705997" y="1790705"/>
                  </a:lnTo>
                  <a:lnTo>
                    <a:pt x="722216" y="1713394"/>
                  </a:lnTo>
                  <a:close/>
                  <a:moveTo>
                    <a:pt x="668975" y="1796178"/>
                  </a:moveTo>
                  <a:lnTo>
                    <a:pt x="705997" y="1790705"/>
                  </a:lnTo>
                  <a:lnTo>
                    <a:pt x="666993" y="1708330"/>
                  </a:lnTo>
                  <a:close/>
                  <a:moveTo>
                    <a:pt x="523802" y="1653424"/>
                  </a:moveTo>
                  <a:lnTo>
                    <a:pt x="469027" y="1537271"/>
                  </a:lnTo>
                  <a:lnTo>
                    <a:pt x="473095" y="1634056"/>
                  </a:lnTo>
                  <a:close/>
                  <a:moveTo>
                    <a:pt x="264540" y="1318256"/>
                  </a:moveTo>
                  <a:lnTo>
                    <a:pt x="294679" y="1367489"/>
                  </a:lnTo>
                  <a:lnTo>
                    <a:pt x="352038" y="1366739"/>
                  </a:lnTo>
                  <a:close/>
                  <a:moveTo>
                    <a:pt x="1074068" y="2192887"/>
                  </a:moveTo>
                  <a:lnTo>
                    <a:pt x="1072669" y="2210811"/>
                  </a:lnTo>
                  <a:lnTo>
                    <a:pt x="1113094" y="2261599"/>
                  </a:lnTo>
                  <a:close/>
                  <a:moveTo>
                    <a:pt x="1074068" y="2192887"/>
                  </a:moveTo>
                  <a:lnTo>
                    <a:pt x="1036251" y="2140326"/>
                  </a:lnTo>
                  <a:lnTo>
                    <a:pt x="1072669" y="2210811"/>
                  </a:lnTo>
                  <a:close/>
                  <a:moveTo>
                    <a:pt x="1600517" y="2754162"/>
                  </a:moveTo>
                  <a:lnTo>
                    <a:pt x="1592714" y="2850608"/>
                  </a:lnTo>
                  <a:lnTo>
                    <a:pt x="1629589" y="2799399"/>
                  </a:lnTo>
                  <a:close/>
                  <a:moveTo>
                    <a:pt x="1600517" y="2754162"/>
                  </a:moveTo>
                  <a:lnTo>
                    <a:pt x="1629589" y="2799399"/>
                  </a:lnTo>
                  <a:lnTo>
                    <a:pt x="1673049" y="2746687"/>
                  </a:lnTo>
                  <a:close/>
                  <a:moveTo>
                    <a:pt x="163545" y="940655"/>
                  </a:moveTo>
                  <a:lnTo>
                    <a:pt x="272904" y="855669"/>
                  </a:lnTo>
                  <a:lnTo>
                    <a:pt x="208272" y="892680"/>
                  </a:lnTo>
                  <a:close/>
                  <a:moveTo>
                    <a:pt x="1709538" y="2667913"/>
                  </a:moveTo>
                  <a:lnTo>
                    <a:pt x="1727904" y="2673124"/>
                  </a:lnTo>
                  <a:lnTo>
                    <a:pt x="1785774" y="2674288"/>
                  </a:lnTo>
                  <a:close/>
                  <a:moveTo>
                    <a:pt x="1340835" y="2125367"/>
                  </a:moveTo>
                  <a:lnTo>
                    <a:pt x="1382265" y="2140891"/>
                  </a:lnTo>
                  <a:lnTo>
                    <a:pt x="1432595" y="2189781"/>
                  </a:lnTo>
                  <a:close/>
                  <a:moveTo>
                    <a:pt x="1332079" y="2121099"/>
                  </a:moveTo>
                  <a:lnTo>
                    <a:pt x="1382265" y="2140891"/>
                  </a:lnTo>
                  <a:lnTo>
                    <a:pt x="1340835" y="2125367"/>
                  </a:lnTo>
                  <a:close/>
                  <a:moveTo>
                    <a:pt x="557509" y="1147244"/>
                  </a:moveTo>
                  <a:lnTo>
                    <a:pt x="596948" y="1231240"/>
                  </a:lnTo>
                  <a:lnTo>
                    <a:pt x="626079" y="1130407"/>
                  </a:lnTo>
                  <a:close/>
                  <a:moveTo>
                    <a:pt x="229043" y="810453"/>
                  </a:moveTo>
                  <a:lnTo>
                    <a:pt x="208272" y="892680"/>
                  </a:lnTo>
                  <a:lnTo>
                    <a:pt x="307331" y="807398"/>
                  </a:lnTo>
                  <a:close/>
                  <a:moveTo>
                    <a:pt x="272904" y="855669"/>
                  </a:moveTo>
                  <a:lnTo>
                    <a:pt x="386300" y="800573"/>
                  </a:lnTo>
                  <a:lnTo>
                    <a:pt x="307331" y="807398"/>
                  </a:lnTo>
                  <a:close/>
                  <a:moveTo>
                    <a:pt x="307331" y="807398"/>
                  </a:moveTo>
                  <a:lnTo>
                    <a:pt x="386300" y="800573"/>
                  </a:lnTo>
                  <a:lnTo>
                    <a:pt x="315059" y="798079"/>
                  </a:lnTo>
                  <a:close/>
                  <a:moveTo>
                    <a:pt x="1895364" y="2590166"/>
                  </a:moveTo>
                  <a:lnTo>
                    <a:pt x="1940250" y="2590772"/>
                  </a:lnTo>
                  <a:lnTo>
                    <a:pt x="1912512" y="2570868"/>
                  </a:lnTo>
                  <a:close/>
                  <a:moveTo>
                    <a:pt x="1920682" y="2621370"/>
                  </a:moveTo>
                  <a:lnTo>
                    <a:pt x="1940250" y="2590772"/>
                  </a:lnTo>
                  <a:lnTo>
                    <a:pt x="1895364" y="2590166"/>
                  </a:lnTo>
                  <a:close/>
                  <a:moveTo>
                    <a:pt x="580062" y="1016363"/>
                  </a:moveTo>
                  <a:lnTo>
                    <a:pt x="626419" y="1126227"/>
                  </a:lnTo>
                  <a:lnTo>
                    <a:pt x="649704" y="1011108"/>
                  </a:lnTo>
                  <a:close/>
                  <a:moveTo>
                    <a:pt x="631826" y="1008781"/>
                  </a:moveTo>
                  <a:lnTo>
                    <a:pt x="649704" y="1011108"/>
                  </a:lnTo>
                  <a:lnTo>
                    <a:pt x="651789" y="1005878"/>
                  </a:lnTo>
                  <a:close/>
                  <a:moveTo>
                    <a:pt x="626419" y="1126227"/>
                  </a:moveTo>
                  <a:lnTo>
                    <a:pt x="658831" y="1008781"/>
                  </a:lnTo>
                  <a:lnTo>
                    <a:pt x="649704" y="1011108"/>
                  </a:lnTo>
                  <a:close/>
                  <a:moveTo>
                    <a:pt x="735590" y="1040541"/>
                  </a:moveTo>
                  <a:lnTo>
                    <a:pt x="658831" y="1008781"/>
                  </a:lnTo>
                  <a:lnTo>
                    <a:pt x="626419" y="1126227"/>
                  </a:lnTo>
                  <a:close/>
                  <a:moveTo>
                    <a:pt x="649704" y="1011108"/>
                  </a:moveTo>
                  <a:lnTo>
                    <a:pt x="658831" y="1008781"/>
                  </a:lnTo>
                  <a:lnTo>
                    <a:pt x="651789" y="1005878"/>
                  </a:lnTo>
                  <a:close/>
                  <a:moveTo>
                    <a:pt x="386300" y="800573"/>
                  </a:moveTo>
                  <a:lnTo>
                    <a:pt x="390491" y="800382"/>
                  </a:lnTo>
                  <a:lnTo>
                    <a:pt x="315059" y="798079"/>
                  </a:lnTo>
                  <a:close/>
                  <a:moveTo>
                    <a:pt x="315059" y="798079"/>
                  </a:moveTo>
                  <a:lnTo>
                    <a:pt x="390491" y="800382"/>
                  </a:lnTo>
                  <a:lnTo>
                    <a:pt x="426361" y="720356"/>
                  </a:lnTo>
                  <a:close/>
                  <a:moveTo>
                    <a:pt x="390491" y="800382"/>
                  </a:moveTo>
                  <a:lnTo>
                    <a:pt x="390610" y="800573"/>
                  </a:lnTo>
                  <a:lnTo>
                    <a:pt x="426361" y="720356"/>
                  </a:lnTo>
                  <a:close/>
                  <a:moveTo>
                    <a:pt x="234087" y="773994"/>
                  </a:moveTo>
                  <a:lnTo>
                    <a:pt x="315059" y="798079"/>
                  </a:lnTo>
                  <a:lnTo>
                    <a:pt x="356017" y="736008"/>
                  </a:lnTo>
                  <a:close/>
                  <a:moveTo>
                    <a:pt x="735590" y="1040541"/>
                  </a:moveTo>
                  <a:lnTo>
                    <a:pt x="751565" y="988888"/>
                  </a:lnTo>
                  <a:lnTo>
                    <a:pt x="658831" y="1008781"/>
                  </a:lnTo>
                  <a:close/>
                  <a:moveTo>
                    <a:pt x="651789" y="1005878"/>
                  </a:moveTo>
                  <a:lnTo>
                    <a:pt x="658831" y="1008781"/>
                  </a:lnTo>
                  <a:lnTo>
                    <a:pt x="770160" y="954590"/>
                  </a:lnTo>
                  <a:close/>
                  <a:moveTo>
                    <a:pt x="2021783" y="2424395"/>
                  </a:moveTo>
                  <a:lnTo>
                    <a:pt x="2016520" y="2528767"/>
                  </a:lnTo>
                  <a:lnTo>
                    <a:pt x="2073370" y="2443049"/>
                  </a:lnTo>
                  <a:close/>
                  <a:moveTo>
                    <a:pt x="2021783" y="2424395"/>
                  </a:moveTo>
                  <a:lnTo>
                    <a:pt x="2073370" y="2443049"/>
                  </a:lnTo>
                  <a:lnTo>
                    <a:pt x="2042793" y="2367815"/>
                  </a:lnTo>
                  <a:close/>
                  <a:moveTo>
                    <a:pt x="1673905" y="1724701"/>
                  </a:moveTo>
                  <a:lnTo>
                    <a:pt x="1667901" y="1829673"/>
                  </a:lnTo>
                  <a:lnTo>
                    <a:pt x="1726657" y="1742406"/>
                  </a:lnTo>
                  <a:close/>
                  <a:moveTo>
                    <a:pt x="1694357" y="1668573"/>
                  </a:moveTo>
                  <a:lnTo>
                    <a:pt x="1665487" y="1642403"/>
                  </a:lnTo>
                  <a:lnTo>
                    <a:pt x="1673905" y="1724701"/>
                  </a:lnTo>
                  <a:close/>
                  <a:moveTo>
                    <a:pt x="1694357" y="1668573"/>
                  </a:moveTo>
                  <a:lnTo>
                    <a:pt x="1673905" y="1724701"/>
                  </a:lnTo>
                  <a:lnTo>
                    <a:pt x="1726657" y="1742406"/>
                  </a:lnTo>
                  <a:close/>
                  <a:moveTo>
                    <a:pt x="1287286" y="1279548"/>
                  </a:moveTo>
                  <a:lnTo>
                    <a:pt x="1349120" y="1342984"/>
                  </a:lnTo>
                  <a:lnTo>
                    <a:pt x="1343564" y="1274760"/>
                  </a:lnTo>
                  <a:close/>
                  <a:moveTo>
                    <a:pt x="1343564" y="1274760"/>
                  </a:moveTo>
                  <a:lnTo>
                    <a:pt x="1349120" y="1342984"/>
                  </a:lnTo>
                  <a:lnTo>
                    <a:pt x="1400474" y="1225258"/>
                  </a:lnTo>
                  <a:close/>
                  <a:moveTo>
                    <a:pt x="1398801" y="1222333"/>
                  </a:moveTo>
                  <a:lnTo>
                    <a:pt x="1400474" y="1225258"/>
                  </a:lnTo>
                  <a:lnTo>
                    <a:pt x="1399927" y="1206832"/>
                  </a:lnTo>
                  <a:close/>
                  <a:moveTo>
                    <a:pt x="1398801" y="1222333"/>
                  </a:moveTo>
                  <a:lnTo>
                    <a:pt x="1399927" y="1206832"/>
                  </a:lnTo>
                  <a:lnTo>
                    <a:pt x="1418890" y="1183896"/>
                  </a:lnTo>
                  <a:close/>
                  <a:moveTo>
                    <a:pt x="743209" y="395128"/>
                  </a:moveTo>
                  <a:lnTo>
                    <a:pt x="675165" y="447671"/>
                  </a:lnTo>
                  <a:lnTo>
                    <a:pt x="738943" y="407471"/>
                  </a:lnTo>
                  <a:close/>
                  <a:moveTo>
                    <a:pt x="825537" y="361745"/>
                  </a:moveTo>
                  <a:lnTo>
                    <a:pt x="823327" y="390586"/>
                  </a:lnTo>
                  <a:lnTo>
                    <a:pt x="867605" y="394656"/>
                  </a:lnTo>
                  <a:close/>
                  <a:moveTo>
                    <a:pt x="767618" y="299480"/>
                  </a:moveTo>
                  <a:lnTo>
                    <a:pt x="743209" y="395128"/>
                  </a:lnTo>
                  <a:lnTo>
                    <a:pt x="809327" y="391966"/>
                  </a:lnTo>
                  <a:close/>
                  <a:moveTo>
                    <a:pt x="823327" y="390586"/>
                  </a:moveTo>
                  <a:lnTo>
                    <a:pt x="913294" y="443960"/>
                  </a:lnTo>
                  <a:lnTo>
                    <a:pt x="867605" y="394656"/>
                  </a:lnTo>
                  <a:close/>
                  <a:moveTo>
                    <a:pt x="1666421" y="1430508"/>
                  </a:moveTo>
                  <a:lnTo>
                    <a:pt x="1680518" y="1512756"/>
                  </a:lnTo>
                  <a:lnTo>
                    <a:pt x="1666553" y="1431186"/>
                  </a:lnTo>
                  <a:close/>
                  <a:moveTo>
                    <a:pt x="1666421" y="1430508"/>
                  </a:moveTo>
                  <a:lnTo>
                    <a:pt x="1666553" y="1431186"/>
                  </a:lnTo>
                  <a:lnTo>
                    <a:pt x="1666454" y="1430541"/>
                  </a:lnTo>
                  <a:close/>
                  <a:moveTo>
                    <a:pt x="1666421" y="1430508"/>
                  </a:moveTo>
                  <a:lnTo>
                    <a:pt x="1666454" y="1430541"/>
                  </a:lnTo>
                  <a:lnTo>
                    <a:pt x="1666326" y="1430337"/>
                  </a:lnTo>
                  <a:close/>
                  <a:moveTo>
                    <a:pt x="1051795" y="284872"/>
                  </a:moveTo>
                  <a:lnTo>
                    <a:pt x="991228" y="214585"/>
                  </a:lnTo>
                  <a:lnTo>
                    <a:pt x="1015919" y="240113"/>
                  </a:lnTo>
                  <a:close/>
                  <a:moveTo>
                    <a:pt x="1125160" y="154687"/>
                  </a:moveTo>
                  <a:lnTo>
                    <a:pt x="1200504" y="157726"/>
                  </a:lnTo>
                  <a:lnTo>
                    <a:pt x="1151830" y="144611"/>
                  </a:lnTo>
                  <a:close/>
                  <a:moveTo>
                    <a:pt x="1614561" y="371655"/>
                  </a:moveTo>
                  <a:lnTo>
                    <a:pt x="1672586" y="424574"/>
                  </a:lnTo>
                  <a:lnTo>
                    <a:pt x="1667402" y="454644"/>
                  </a:lnTo>
                  <a:close/>
                  <a:moveTo>
                    <a:pt x="1426324" y="3136"/>
                  </a:moveTo>
                  <a:lnTo>
                    <a:pt x="1460595" y="87348"/>
                  </a:lnTo>
                  <a:lnTo>
                    <a:pt x="1426875" y="5133"/>
                  </a:lnTo>
                  <a:close/>
                  <a:moveTo>
                    <a:pt x="1426324" y="3136"/>
                  </a:moveTo>
                  <a:lnTo>
                    <a:pt x="1469600" y="68046"/>
                  </a:lnTo>
                  <a:lnTo>
                    <a:pt x="1460595" y="87348"/>
                  </a:lnTo>
                  <a:close/>
                  <a:moveTo>
                    <a:pt x="1426324" y="3136"/>
                  </a:moveTo>
                  <a:lnTo>
                    <a:pt x="1426875" y="5133"/>
                  </a:lnTo>
                  <a:lnTo>
                    <a:pt x="1422496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76" name="Candidate_density__2095">
              <a:extLst>
                <a:ext uri="{FF2B5EF4-FFF2-40B4-BE49-F238E27FC236}">
                  <a16:creationId xmlns:a16="http://schemas.microsoft.com/office/drawing/2014/main" id="{F5DEEA67-0220-401B-F498-68FAD2EEAED5}"/>
                </a:ext>
              </a:extLst>
            </p:cNvPr>
            <p:cNvSpPr>
              <a:spLocks noGrp="1"/>
            </p:cNvSpPr>
            <p:nvPr/>
          </p:nvSpPr>
          <p:spPr>
            <a:xfrm>
              <a:off x="4597829" y="1804354"/>
              <a:ext cx="1998058" cy="2825655"/>
            </a:xfrm>
            <a:custGeom>
              <a:avLst/>
              <a:gdLst/>
              <a:ahLst/>
              <a:cxnLst/>
              <a:rect l="0" t="0" r="0" b="0"/>
              <a:pathLst>
                <a:path w="1998058" h="2825655">
                  <a:moveTo>
                    <a:pt x="52509" y="2410320"/>
                  </a:moveTo>
                  <a:lnTo>
                    <a:pt x="0" y="2429199"/>
                  </a:lnTo>
                  <a:lnTo>
                    <a:pt x="124364" y="2400318"/>
                  </a:lnTo>
                  <a:close/>
                  <a:moveTo>
                    <a:pt x="124364" y="2400318"/>
                  </a:moveTo>
                  <a:lnTo>
                    <a:pt x="194842" y="2385163"/>
                  </a:lnTo>
                  <a:lnTo>
                    <a:pt x="237514" y="2329506"/>
                  </a:lnTo>
                  <a:close/>
                  <a:moveTo>
                    <a:pt x="237514" y="2329506"/>
                  </a:moveTo>
                  <a:lnTo>
                    <a:pt x="194842" y="2385163"/>
                  </a:lnTo>
                  <a:lnTo>
                    <a:pt x="314009" y="2336851"/>
                  </a:lnTo>
                  <a:close/>
                  <a:moveTo>
                    <a:pt x="323173" y="2305605"/>
                  </a:moveTo>
                  <a:lnTo>
                    <a:pt x="339751" y="2217896"/>
                  </a:lnTo>
                  <a:lnTo>
                    <a:pt x="267305" y="2225686"/>
                  </a:lnTo>
                  <a:close/>
                  <a:moveTo>
                    <a:pt x="267305" y="2225686"/>
                  </a:moveTo>
                  <a:lnTo>
                    <a:pt x="339751" y="2217896"/>
                  </a:lnTo>
                  <a:lnTo>
                    <a:pt x="394291" y="2206606"/>
                  </a:lnTo>
                  <a:close/>
                  <a:moveTo>
                    <a:pt x="371079" y="2196654"/>
                  </a:moveTo>
                  <a:lnTo>
                    <a:pt x="394291" y="2206606"/>
                  </a:lnTo>
                  <a:lnTo>
                    <a:pt x="339751" y="2217896"/>
                  </a:lnTo>
                  <a:close/>
                  <a:moveTo>
                    <a:pt x="100042" y="1663773"/>
                  </a:moveTo>
                  <a:lnTo>
                    <a:pt x="98692" y="1566182"/>
                  </a:lnTo>
                  <a:lnTo>
                    <a:pt x="59710" y="1576436"/>
                  </a:lnTo>
                  <a:close/>
                  <a:moveTo>
                    <a:pt x="16350" y="1629522"/>
                  </a:moveTo>
                  <a:lnTo>
                    <a:pt x="100042" y="1663773"/>
                  </a:lnTo>
                  <a:lnTo>
                    <a:pt x="59710" y="1576436"/>
                  </a:lnTo>
                  <a:close/>
                  <a:moveTo>
                    <a:pt x="1112198" y="2788932"/>
                  </a:moveTo>
                  <a:lnTo>
                    <a:pt x="1075858" y="2777501"/>
                  </a:lnTo>
                  <a:lnTo>
                    <a:pt x="990674" y="2727045"/>
                  </a:lnTo>
                  <a:close/>
                  <a:moveTo>
                    <a:pt x="1149053" y="2777501"/>
                  </a:moveTo>
                  <a:lnTo>
                    <a:pt x="1190144" y="2825655"/>
                  </a:lnTo>
                  <a:lnTo>
                    <a:pt x="1134899" y="2809810"/>
                  </a:lnTo>
                  <a:close/>
                  <a:moveTo>
                    <a:pt x="1283604" y="2656733"/>
                  </a:moveTo>
                  <a:lnTo>
                    <a:pt x="1243885" y="2739065"/>
                  </a:lnTo>
                  <a:lnTo>
                    <a:pt x="1246590" y="2733547"/>
                  </a:lnTo>
                  <a:close/>
                  <a:moveTo>
                    <a:pt x="673536" y="1902266"/>
                  </a:moveTo>
                  <a:lnTo>
                    <a:pt x="600144" y="1988534"/>
                  </a:lnTo>
                  <a:lnTo>
                    <a:pt x="665627" y="1954711"/>
                  </a:lnTo>
                  <a:close/>
                  <a:moveTo>
                    <a:pt x="673536" y="1902266"/>
                  </a:moveTo>
                  <a:lnTo>
                    <a:pt x="620697" y="1884631"/>
                  </a:lnTo>
                  <a:lnTo>
                    <a:pt x="600144" y="1988534"/>
                  </a:lnTo>
                  <a:close/>
                  <a:moveTo>
                    <a:pt x="673536" y="1902266"/>
                  </a:moveTo>
                  <a:lnTo>
                    <a:pt x="665627" y="1954711"/>
                  </a:lnTo>
                  <a:lnTo>
                    <a:pt x="684295" y="1916914"/>
                  </a:lnTo>
                  <a:close/>
                  <a:moveTo>
                    <a:pt x="658283" y="1814574"/>
                  </a:moveTo>
                  <a:lnTo>
                    <a:pt x="673536" y="1902266"/>
                  </a:lnTo>
                  <a:lnTo>
                    <a:pt x="684295" y="1916914"/>
                  </a:lnTo>
                  <a:close/>
                  <a:moveTo>
                    <a:pt x="146926" y="1326785"/>
                  </a:moveTo>
                  <a:lnTo>
                    <a:pt x="169000" y="1220757"/>
                  </a:lnTo>
                  <a:lnTo>
                    <a:pt x="159257" y="1239561"/>
                  </a:lnTo>
                  <a:close/>
                  <a:moveTo>
                    <a:pt x="382866" y="1518284"/>
                  </a:moveTo>
                  <a:lnTo>
                    <a:pt x="249126" y="1504474"/>
                  </a:lnTo>
                  <a:lnTo>
                    <a:pt x="341397" y="1490051"/>
                  </a:lnTo>
                  <a:close/>
                  <a:moveTo>
                    <a:pt x="1483367" y="2782844"/>
                  </a:moveTo>
                  <a:lnTo>
                    <a:pt x="1515644" y="2662192"/>
                  </a:lnTo>
                  <a:lnTo>
                    <a:pt x="1533471" y="2744406"/>
                  </a:lnTo>
                  <a:close/>
                  <a:moveTo>
                    <a:pt x="1515644" y="2662192"/>
                  </a:moveTo>
                  <a:lnTo>
                    <a:pt x="1544626" y="2679744"/>
                  </a:lnTo>
                  <a:lnTo>
                    <a:pt x="1552519" y="2610983"/>
                  </a:lnTo>
                  <a:close/>
                  <a:moveTo>
                    <a:pt x="601165" y="1700325"/>
                  </a:moveTo>
                  <a:lnTo>
                    <a:pt x="632425" y="1796263"/>
                  </a:lnTo>
                  <a:lnTo>
                    <a:pt x="615325" y="1714047"/>
                  </a:lnTo>
                  <a:close/>
                  <a:moveTo>
                    <a:pt x="604482" y="1631832"/>
                  </a:moveTo>
                  <a:lnTo>
                    <a:pt x="628926" y="1602289"/>
                  </a:lnTo>
                  <a:lnTo>
                    <a:pt x="591905" y="1607762"/>
                  </a:lnTo>
                  <a:close/>
                  <a:moveTo>
                    <a:pt x="159257" y="1239561"/>
                  </a:moveTo>
                  <a:lnTo>
                    <a:pt x="169000" y="1220757"/>
                  </a:lnTo>
                  <a:lnTo>
                    <a:pt x="160661" y="1215526"/>
                  </a:lnTo>
                  <a:close/>
                  <a:moveTo>
                    <a:pt x="187469" y="1129840"/>
                  </a:moveTo>
                  <a:lnTo>
                    <a:pt x="169000" y="1220757"/>
                  </a:lnTo>
                  <a:lnTo>
                    <a:pt x="217609" y="1179073"/>
                  </a:lnTo>
                  <a:close/>
                  <a:moveTo>
                    <a:pt x="131202" y="704264"/>
                  </a:moveTo>
                  <a:lnTo>
                    <a:pt x="12394" y="753921"/>
                  </a:lnTo>
                  <a:lnTo>
                    <a:pt x="86475" y="752239"/>
                  </a:lnTo>
                  <a:close/>
                  <a:moveTo>
                    <a:pt x="1618001" y="2519999"/>
                  </a:moveTo>
                  <a:lnTo>
                    <a:pt x="1595978" y="2558271"/>
                  </a:lnTo>
                  <a:lnTo>
                    <a:pt x="1605079" y="2541540"/>
                  </a:lnTo>
                  <a:close/>
                  <a:moveTo>
                    <a:pt x="1618001" y="2519999"/>
                  </a:moveTo>
                  <a:lnTo>
                    <a:pt x="1605079" y="2541540"/>
                  </a:lnTo>
                  <a:lnTo>
                    <a:pt x="1580733" y="2501270"/>
                  </a:lnTo>
                  <a:close/>
                  <a:moveTo>
                    <a:pt x="1355524" y="2001365"/>
                  </a:moveTo>
                  <a:lnTo>
                    <a:pt x="1305195" y="1952475"/>
                  </a:lnTo>
                  <a:lnTo>
                    <a:pt x="1416708" y="1951465"/>
                  </a:lnTo>
                  <a:close/>
                  <a:moveTo>
                    <a:pt x="1182398" y="1911389"/>
                  </a:moveTo>
                  <a:lnTo>
                    <a:pt x="1158658" y="1883820"/>
                  </a:lnTo>
                  <a:lnTo>
                    <a:pt x="1255009" y="1932683"/>
                  </a:lnTo>
                  <a:close/>
                  <a:moveTo>
                    <a:pt x="429584" y="1143883"/>
                  </a:moveTo>
                  <a:lnTo>
                    <a:pt x="465472" y="1118069"/>
                  </a:lnTo>
                  <a:lnTo>
                    <a:pt x="487451" y="1031536"/>
                  </a:lnTo>
                  <a:close/>
                  <a:moveTo>
                    <a:pt x="487451" y="1031536"/>
                  </a:moveTo>
                  <a:lnTo>
                    <a:pt x="465472" y="1118069"/>
                  </a:lnTo>
                  <a:lnTo>
                    <a:pt x="510866" y="1061668"/>
                  </a:lnTo>
                  <a:close/>
                  <a:moveTo>
                    <a:pt x="510866" y="1061668"/>
                  </a:moveTo>
                  <a:lnTo>
                    <a:pt x="519877" y="1042824"/>
                  </a:lnTo>
                  <a:lnTo>
                    <a:pt x="487451" y="1031536"/>
                  </a:lnTo>
                  <a:close/>
                  <a:moveTo>
                    <a:pt x="90995" y="732808"/>
                  </a:moveTo>
                  <a:lnTo>
                    <a:pt x="131202" y="704264"/>
                  </a:lnTo>
                  <a:lnTo>
                    <a:pt x="151972" y="622037"/>
                  </a:lnTo>
                  <a:close/>
                  <a:moveTo>
                    <a:pt x="230261" y="618982"/>
                  </a:moveTo>
                  <a:lnTo>
                    <a:pt x="131202" y="704264"/>
                  </a:lnTo>
                  <a:lnTo>
                    <a:pt x="195833" y="667253"/>
                  </a:lnTo>
                  <a:close/>
                  <a:moveTo>
                    <a:pt x="1781108" y="2477925"/>
                  </a:moveTo>
                  <a:lnTo>
                    <a:pt x="1818294" y="2401750"/>
                  </a:lnTo>
                  <a:lnTo>
                    <a:pt x="1708704" y="2485871"/>
                  </a:lnTo>
                  <a:close/>
                  <a:moveTo>
                    <a:pt x="1781108" y="2477925"/>
                  </a:moveTo>
                  <a:lnTo>
                    <a:pt x="1843612" y="2432954"/>
                  </a:lnTo>
                  <a:lnTo>
                    <a:pt x="1818294" y="2401750"/>
                  </a:lnTo>
                  <a:close/>
                  <a:moveTo>
                    <a:pt x="1835442" y="2382452"/>
                  </a:moveTo>
                  <a:lnTo>
                    <a:pt x="1863180" y="2402356"/>
                  </a:lnTo>
                  <a:lnTo>
                    <a:pt x="1885450" y="2374176"/>
                  </a:lnTo>
                  <a:close/>
                  <a:moveTo>
                    <a:pt x="1398481" y="1946769"/>
                  </a:moveTo>
                  <a:lnTo>
                    <a:pt x="1423341" y="1917016"/>
                  </a:lnTo>
                  <a:lnTo>
                    <a:pt x="1449554" y="1889162"/>
                  </a:lnTo>
                  <a:close/>
                  <a:moveTo>
                    <a:pt x="1355524" y="2001365"/>
                  </a:moveTo>
                  <a:lnTo>
                    <a:pt x="1416708" y="1951465"/>
                  </a:lnTo>
                  <a:lnTo>
                    <a:pt x="1398481" y="1946769"/>
                  </a:lnTo>
                  <a:close/>
                  <a:moveTo>
                    <a:pt x="1423341" y="1917016"/>
                  </a:moveTo>
                  <a:lnTo>
                    <a:pt x="1427348" y="1813666"/>
                  </a:lnTo>
                  <a:lnTo>
                    <a:pt x="1449554" y="1889162"/>
                  </a:lnTo>
                  <a:close/>
                  <a:moveTo>
                    <a:pt x="1427348" y="1813666"/>
                  </a:moveTo>
                  <a:lnTo>
                    <a:pt x="1420132" y="1806947"/>
                  </a:lnTo>
                  <a:lnTo>
                    <a:pt x="1449554" y="1889162"/>
                  </a:lnTo>
                  <a:close/>
                  <a:moveTo>
                    <a:pt x="502992" y="827947"/>
                  </a:moveTo>
                  <a:lnTo>
                    <a:pt x="572633" y="822692"/>
                  </a:lnTo>
                  <a:lnTo>
                    <a:pt x="554756" y="820365"/>
                  </a:lnTo>
                  <a:close/>
                  <a:moveTo>
                    <a:pt x="237989" y="609663"/>
                  </a:moveTo>
                  <a:lnTo>
                    <a:pt x="349290" y="531940"/>
                  </a:lnTo>
                  <a:lnTo>
                    <a:pt x="278946" y="547592"/>
                  </a:lnTo>
                  <a:close/>
                  <a:moveTo>
                    <a:pt x="1885450" y="2374176"/>
                  </a:moveTo>
                  <a:lnTo>
                    <a:pt x="1920938" y="2355400"/>
                  </a:lnTo>
                  <a:lnTo>
                    <a:pt x="1915920" y="2344015"/>
                  </a:lnTo>
                  <a:close/>
                  <a:moveTo>
                    <a:pt x="1952962" y="2344015"/>
                  </a:moveTo>
                  <a:lnTo>
                    <a:pt x="1920938" y="2355400"/>
                  </a:lnTo>
                  <a:lnTo>
                    <a:pt x="1998058" y="2301342"/>
                  </a:lnTo>
                  <a:close/>
                  <a:moveTo>
                    <a:pt x="1998058" y="2301342"/>
                  </a:moveTo>
                  <a:lnTo>
                    <a:pt x="1920938" y="2355400"/>
                  </a:lnTo>
                  <a:lnTo>
                    <a:pt x="1885450" y="2374176"/>
                  </a:lnTo>
                  <a:close/>
                  <a:moveTo>
                    <a:pt x="1420132" y="1806947"/>
                  </a:moveTo>
                  <a:lnTo>
                    <a:pt x="1411117" y="1768510"/>
                  </a:lnTo>
                  <a:lnTo>
                    <a:pt x="1449554" y="1889162"/>
                  </a:lnTo>
                  <a:close/>
                  <a:moveTo>
                    <a:pt x="1420132" y="1806947"/>
                  </a:moveTo>
                  <a:lnTo>
                    <a:pt x="1475124" y="1739466"/>
                  </a:lnTo>
                  <a:lnTo>
                    <a:pt x="1411117" y="1768510"/>
                  </a:lnTo>
                  <a:close/>
                  <a:moveTo>
                    <a:pt x="597826" y="802211"/>
                  </a:moveTo>
                  <a:lnTo>
                    <a:pt x="554756" y="820365"/>
                  </a:lnTo>
                  <a:lnTo>
                    <a:pt x="574719" y="817462"/>
                  </a:lnTo>
                  <a:close/>
                  <a:moveTo>
                    <a:pt x="630159" y="781928"/>
                  </a:moveTo>
                  <a:lnTo>
                    <a:pt x="597826" y="802211"/>
                  </a:lnTo>
                  <a:lnTo>
                    <a:pt x="693090" y="766174"/>
                  </a:lnTo>
                  <a:close/>
                  <a:moveTo>
                    <a:pt x="693090" y="766174"/>
                  </a:moveTo>
                  <a:lnTo>
                    <a:pt x="597826" y="802211"/>
                  </a:lnTo>
                  <a:lnTo>
                    <a:pt x="574719" y="817462"/>
                  </a:lnTo>
                  <a:close/>
                  <a:moveTo>
                    <a:pt x="581761" y="820365"/>
                  </a:moveTo>
                  <a:lnTo>
                    <a:pt x="674495" y="800472"/>
                  </a:lnTo>
                  <a:lnTo>
                    <a:pt x="693090" y="766174"/>
                  </a:lnTo>
                  <a:close/>
                  <a:moveTo>
                    <a:pt x="674495" y="800472"/>
                  </a:moveTo>
                  <a:lnTo>
                    <a:pt x="658520" y="852124"/>
                  </a:lnTo>
                  <a:lnTo>
                    <a:pt x="678265" y="820365"/>
                  </a:lnTo>
                  <a:close/>
                  <a:moveTo>
                    <a:pt x="512662" y="471078"/>
                  </a:moveTo>
                  <a:lnTo>
                    <a:pt x="456587" y="456074"/>
                  </a:lnTo>
                  <a:lnTo>
                    <a:pt x="424795" y="535580"/>
                  </a:lnTo>
                  <a:close/>
                  <a:moveTo>
                    <a:pt x="456587" y="456074"/>
                  </a:moveTo>
                  <a:lnTo>
                    <a:pt x="512662" y="471078"/>
                  </a:lnTo>
                  <a:lnTo>
                    <a:pt x="458313" y="445698"/>
                  </a:lnTo>
                  <a:close/>
                  <a:moveTo>
                    <a:pt x="451798" y="453069"/>
                  </a:moveTo>
                  <a:lnTo>
                    <a:pt x="456587" y="456074"/>
                  </a:lnTo>
                  <a:lnTo>
                    <a:pt x="458313" y="445698"/>
                  </a:lnTo>
                  <a:close/>
                  <a:moveTo>
                    <a:pt x="1952962" y="2344015"/>
                  </a:moveTo>
                  <a:lnTo>
                    <a:pt x="1937700" y="2354329"/>
                  </a:lnTo>
                  <a:lnTo>
                    <a:pt x="1920938" y="2355400"/>
                  </a:lnTo>
                  <a:close/>
                  <a:moveTo>
                    <a:pt x="1996299" y="2254633"/>
                  </a:moveTo>
                  <a:lnTo>
                    <a:pt x="1952962" y="2344015"/>
                  </a:lnTo>
                  <a:lnTo>
                    <a:pt x="1998058" y="2301342"/>
                  </a:lnTo>
                  <a:close/>
                  <a:moveTo>
                    <a:pt x="1939450" y="2340351"/>
                  </a:moveTo>
                  <a:lnTo>
                    <a:pt x="1952962" y="2344015"/>
                  </a:lnTo>
                  <a:lnTo>
                    <a:pt x="1996299" y="2254633"/>
                  </a:lnTo>
                  <a:close/>
                  <a:moveTo>
                    <a:pt x="738127" y="719358"/>
                  </a:moveTo>
                  <a:lnTo>
                    <a:pt x="693090" y="766174"/>
                  </a:lnTo>
                  <a:lnTo>
                    <a:pt x="813751" y="723448"/>
                  </a:lnTo>
                  <a:close/>
                  <a:moveTo>
                    <a:pt x="458313" y="445698"/>
                  </a:moveTo>
                  <a:lnTo>
                    <a:pt x="526165" y="420727"/>
                  </a:lnTo>
                  <a:lnTo>
                    <a:pt x="563413" y="344788"/>
                  </a:lnTo>
                  <a:close/>
                  <a:moveTo>
                    <a:pt x="1590831" y="1641257"/>
                  </a:moveTo>
                  <a:lnTo>
                    <a:pt x="1586089" y="1660485"/>
                  </a:lnTo>
                  <a:lnTo>
                    <a:pt x="1610494" y="1647858"/>
                  </a:lnTo>
                  <a:close/>
                  <a:moveTo>
                    <a:pt x="1649587" y="1553990"/>
                  </a:moveTo>
                  <a:lnTo>
                    <a:pt x="1610494" y="1647858"/>
                  </a:lnTo>
                  <a:lnTo>
                    <a:pt x="1649355" y="1618368"/>
                  </a:lnTo>
                  <a:close/>
                  <a:moveTo>
                    <a:pt x="1590831" y="1641257"/>
                  </a:moveTo>
                  <a:lnTo>
                    <a:pt x="1610494" y="1647858"/>
                  </a:lnTo>
                  <a:lnTo>
                    <a:pt x="1649587" y="1553990"/>
                  </a:lnTo>
                  <a:close/>
                  <a:moveTo>
                    <a:pt x="1589105" y="1444992"/>
                  </a:moveTo>
                  <a:lnTo>
                    <a:pt x="1588417" y="1453987"/>
                  </a:lnTo>
                  <a:lnTo>
                    <a:pt x="1617287" y="1480157"/>
                  </a:lnTo>
                  <a:close/>
                  <a:moveTo>
                    <a:pt x="1323404" y="1036842"/>
                  </a:moveTo>
                  <a:lnTo>
                    <a:pt x="1321731" y="1033917"/>
                  </a:lnTo>
                  <a:lnTo>
                    <a:pt x="1266494" y="1086344"/>
                  </a:lnTo>
                  <a:close/>
                  <a:moveTo>
                    <a:pt x="1266494" y="1086344"/>
                  </a:moveTo>
                  <a:lnTo>
                    <a:pt x="1163023" y="1072353"/>
                  </a:lnTo>
                  <a:lnTo>
                    <a:pt x="1210216" y="1091132"/>
                  </a:lnTo>
                  <a:close/>
                  <a:moveTo>
                    <a:pt x="579961" y="316274"/>
                  </a:moveTo>
                  <a:lnTo>
                    <a:pt x="588895" y="293980"/>
                  </a:lnTo>
                  <a:lnTo>
                    <a:pt x="563413" y="344788"/>
                  </a:lnTo>
                  <a:close/>
                  <a:moveTo>
                    <a:pt x="579961" y="316274"/>
                  </a:moveTo>
                  <a:lnTo>
                    <a:pt x="563413" y="344788"/>
                  </a:lnTo>
                  <a:lnTo>
                    <a:pt x="573138" y="332417"/>
                  </a:lnTo>
                  <a:close/>
                  <a:moveTo>
                    <a:pt x="579961" y="316274"/>
                  </a:moveTo>
                  <a:lnTo>
                    <a:pt x="573138" y="332417"/>
                  </a:lnTo>
                  <a:lnTo>
                    <a:pt x="598095" y="259255"/>
                  </a:lnTo>
                  <a:close/>
                  <a:moveTo>
                    <a:pt x="598095" y="259255"/>
                  </a:moveTo>
                  <a:lnTo>
                    <a:pt x="573138" y="332417"/>
                  </a:lnTo>
                  <a:lnTo>
                    <a:pt x="616488" y="264572"/>
                  </a:lnTo>
                  <a:close/>
                  <a:moveTo>
                    <a:pt x="598095" y="259255"/>
                  </a:moveTo>
                  <a:lnTo>
                    <a:pt x="616488" y="264572"/>
                  </a:lnTo>
                  <a:lnTo>
                    <a:pt x="661873" y="219055"/>
                  </a:lnTo>
                  <a:close/>
                  <a:moveTo>
                    <a:pt x="588895" y="293980"/>
                  </a:moveTo>
                  <a:lnTo>
                    <a:pt x="579961" y="316274"/>
                  </a:lnTo>
                  <a:lnTo>
                    <a:pt x="598095" y="259255"/>
                  </a:lnTo>
                  <a:close/>
                  <a:moveTo>
                    <a:pt x="1601666" y="1362776"/>
                  </a:moveTo>
                  <a:lnTo>
                    <a:pt x="1589483" y="1242770"/>
                  </a:lnTo>
                  <a:lnTo>
                    <a:pt x="1603166" y="1330953"/>
                  </a:lnTo>
                  <a:close/>
                  <a:moveTo>
                    <a:pt x="1589383" y="1242125"/>
                  </a:moveTo>
                  <a:lnTo>
                    <a:pt x="1589483" y="1242770"/>
                  </a:lnTo>
                  <a:lnTo>
                    <a:pt x="1601666" y="1362776"/>
                  </a:lnTo>
                  <a:close/>
                  <a:moveTo>
                    <a:pt x="1611893" y="1280562"/>
                  </a:moveTo>
                  <a:lnTo>
                    <a:pt x="1589383" y="1242125"/>
                  </a:lnTo>
                  <a:lnTo>
                    <a:pt x="1601666" y="1362776"/>
                  </a:lnTo>
                  <a:close/>
                  <a:moveTo>
                    <a:pt x="975523" y="437241"/>
                  </a:moveTo>
                  <a:lnTo>
                    <a:pt x="994080" y="409945"/>
                  </a:lnTo>
                  <a:lnTo>
                    <a:pt x="913304" y="386597"/>
                  </a:lnTo>
                  <a:close/>
                  <a:moveTo>
                    <a:pt x="661873" y="219055"/>
                  </a:moveTo>
                  <a:lnTo>
                    <a:pt x="686812" y="211766"/>
                  </a:lnTo>
                  <a:lnTo>
                    <a:pt x="666139" y="206712"/>
                  </a:lnTo>
                  <a:close/>
                  <a:moveTo>
                    <a:pt x="913304" y="386597"/>
                  </a:moveTo>
                  <a:lnTo>
                    <a:pt x="994080" y="409945"/>
                  </a:lnTo>
                  <a:lnTo>
                    <a:pt x="1040016" y="366490"/>
                  </a:lnTo>
                  <a:close/>
                  <a:moveTo>
                    <a:pt x="931438" y="52678"/>
                  </a:moveTo>
                  <a:lnTo>
                    <a:pt x="925021" y="0"/>
                  </a:lnTo>
                  <a:lnTo>
                    <a:pt x="914157" y="26169"/>
                  </a:lnTo>
                  <a:close/>
                  <a:moveTo>
                    <a:pt x="938848" y="51697"/>
                  </a:moveTo>
                  <a:lnTo>
                    <a:pt x="914157" y="26169"/>
                  </a:lnTo>
                  <a:lnTo>
                    <a:pt x="888075" y="142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77" name="Candidate_density__2096">
              <a:extLst>
                <a:ext uri="{FF2B5EF4-FFF2-40B4-BE49-F238E27FC236}">
                  <a16:creationId xmlns:a16="http://schemas.microsoft.com/office/drawing/2014/main" id="{99BA9E23-8829-B4A2-3BF7-7F174FB23B9F}"/>
                </a:ext>
              </a:extLst>
            </p:cNvPr>
            <p:cNvSpPr>
              <a:spLocks noGrp="1"/>
            </p:cNvSpPr>
            <p:nvPr/>
          </p:nvSpPr>
          <p:spPr>
            <a:xfrm>
              <a:off x="3839425" y="1804354"/>
              <a:ext cx="2407758" cy="2818255"/>
            </a:xfrm>
            <a:custGeom>
              <a:avLst/>
              <a:gdLst/>
              <a:ahLst/>
              <a:cxnLst/>
              <a:rect l="0" t="0" r="0" b="0"/>
              <a:pathLst>
                <a:path w="2407758" h="2818255">
                  <a:moveTo>
                    <a:pt x="119896" y="1283466"/>
                  </a:moveTo>
                  <a:lnTo>
                    <a:pt x="41733" y="1269888"/>
                  </a:lnTo>
                  <a:lnTo>
                    <a:pt x="0" y="1277788"/>
                  </a:lnTo>
                  <a:close/>
                  <a:moveTo>
                    <a:pt x="1129483" y="2196654"/>
                  </a:moveTo>
                  <a:lnTo>
                    <a:pt x="1197436" y="2158217"/>
                  </a:lnTo>
                  <a:lnTo>
                    <a:pt x="1152695" y="2206606"/>
                  </a:lnTo>
                  <a:close/>
                  <a:moveTo>
                    <a:pt x="1197436" y="2158217"/>
                  </a:moveTo>
                  <a:lnTo>
                    <a:pt x="1129483" y="2196654"/>
                  </a:lnTo>
                  <a:lnTo>
                    <a:pt x="1204280" y="2120818"/>
                  </a:lnTo>
                  <a:close/>
                  <a:moveTo>
                    <a:pt x="314325" y="1292287"/>
                  </a:moveTo>
                  <a:lnTo>
                    <a:pt x="335232" y="1187027"/>
                  </a:lnTo>
                  <a:lnTo>
                    <a:pt x="334968" y="1171636"/>
                  </a:lnTo>
                  <a:close/>
                  <a:moveTo>
                    <a:pt x="334968" y="1171636"/>
                  </a:moveTo>
                  <a:lnTo>
                    <a:pt x="335232" y="1187027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390935" y="1093915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420540" y="1050984"/>
                  </a:lnTo>
                  <a:lnTo>
                    <a:pt x="390935" y="1093915"/>
                  </a:lnTo>
                  <a:close/>
                  <a:moveTo>
                    <a:pt x="1337337" y="1999129"/>
                  </a:moveTo>
                  <a:lnTo>
                    <a:pt x="1301925" y="2037565"/>
                  </a:lnTo>
                  <a:lnTo>
                    <a:pt x="1358547" y="1988534"/>
                  </a:lnTo>
                  <a:close/>
                  <a:moveTo>
                    <a:pt x="1301925" y="2037565"/>
                  </a:moveTo>
                  <a:lnTo>
                    <a:pt x="1311430" y="2027572"/>
                  </a:lnTo>
                  <a:lnTo>
                    <a:pt x="1358547" y="1988534"/>
                  </a:lnTo>
                  <a:close/>
                  <a:moveTo>
                    <a:pt x="1311430" y="2027572"/>
                  </a:moveTo>
                  <a:lnTo>
                    <a:pt x="1379760" y="2004394"/>
                  </a:lnTo>
                  <a:lnTo>
                    <a:pt x="1424031" y="1954711"/>
                  </a:lnTo>
                  <a:close/>
                  <a:moveTo>
                    <a:pt x="1358547" y="1988534"/>
                  </a:moveTo>
                  <a:lnTo>
                    <a:pt x="1311430" y="2027572"/>
                  </a:lnTo>
                  <a:lnTo>
                    <a:pt x="1424031" y="1954711"/>
                  </a:lnTo>
                  <a:close/>
                  <a:moveTo>
                    <a:pt x="2241771" y="2782844"/>
                  </a:moveTo>
                  <a:lnTo>
                    <a:pt x="2286148" y="2797016"/>
                  </a:lnTo>
                  <a:lnTo>
                    <a:pt x="2234270" y="2818255"/>
                  </a:lnTo>
                  <a:close/>
                  <a:moveTo>
                    <a:pt x="2241771" y="2782844"/>
                  </a:moveTo>
                  <a:lnTo>
                    <a:pt x="2303030" y="2679744"/>
                  </a:lnTo>
                  <a:lnTo>
                    <a:pt x="2274047" y="2662192"/>
                  </a:lnTo>
                  <a:close/>
                  <a:moveTo>
                    <a:pt x="1350309" y="1607762"/>
                  </a:moveTo>
                  <a:lnTo>
                    <a:pt x="1373729" y="1714047"/>
                  </a:lnTo>
                  <a:lnTo>
                    <a:pt x="1362885" y="1631832"/>
                  </a:lnTo>
                  <a:close/>
                  <a:moveTo>
                    <a:pt x="1850479" y="1966034"/>
                  </a:moveTo>
                  <a:lnTo>
                    <a:pt x="1876562" y="1983348"/>
                  </a:lnTo>
                  <a:lnTo>
                    <a:pt x="1893256" y="1948824"/>
                  </a:lnTo>
                  <a:close/>
                  <a:moveTo>
                    <a:pt x="2175112" y="1951465"/>
                  </a:moveTo>
                  <a:lnTo>
                    <a:pt x="2181744" y="1917016"/>
                  </a:lnTo>
                  <a:lnTo>
                    <a:pt x="2156885" y="1946769"/>
                  </a:lnTo>
                  <a:close/>
                  <a:moveTo>
                    <a:pt x="1451493" y="766174"/>
                  </a:moveTo>
                  <a:lnTo>
                    <a:pt x="1432899" y="800472"/>
                  </a:lnTo>
                  <a:lnTo>
                    <a:pt x="1522375" y="752531"/>
                  </a:lnTo>
                  <a:close/>
                  <a:moveTo>
                    <a:pt x="1155531" y="495592"/>
                  </a:moveTo>
                  <a:lnTo>
                    <a:pt x="1037350" y="547592"/>
                  </a:lnTo>
                  <a:lnTo>
                    <a:pt x="1107694" y="531940"/>
                  </a:lnTo>
                  <a:close/>
                  <a:moveTo>
                    <a:pt x="1155531" y="495592"/>
                  </a:moveTo>
                  <a:lnTo>
                    <a:pt x="1214991" y="456074"/>
                  </a:lnTo>
                  <a:lnTo>
                    <a:pt x="1210202" y="453069"/>
                  </a:lnTo>
                  <a:close/>
                  <a:moveTo>
                    <a:pt x="1183198" y="535580"/>
                  </a:moveTo>
                  <a:lnTo>
                    <a:pt x="1214991" y="456074"/>
                  </a:lnTo>
                  <a:lnTo>
                    <a:pt x="1155531" y="495592"/>
                  </a:lnTo>
                  <a:close/>
                  <a:moveTo>
                    <a:pt x="1107694" y="531940"/>
                  </a:moveTo>
                  <a:lnTo>
                    <a:pt x="1183198" y="535580"/>
                  </a:lnTo>
                  <a:lnTo>
                    <a:pt x="1155531" y="495592"/>
                  </a:lnTo>
                  <a:close/>
                  <a:moveTo>
                    <a:pt x="2233527" y="1739466"/>
                  </a:moveTo>
                  <a:lnTo>
                    <a:pt x="2294185" y="1687599"/>
                  </a:lnTo>
                  <a:lnTo>
                    <a:pt x="2344493" y="1660485"/>
                  </a:lnTo>
                  <a:close/>
                  <a:moveTo>
                    <a:pt x="2296397" y="1686295"/>
                  </a:moveTo>
                  <a:lnTo>
                    <a:pt x="2344493" y="1660485"/>
                  </a:lnTo>
                  <a:lnTo>
                    <a:pt x="2294185" y="1687599"/>
                  </a:lnTo>
                  <a:close/>
                  <a:moveTo>
                    <a:pt x="2296397" y="1686295"/>
                  </a:moveTo>
                  <a:lnTo>
                    <a:pt x="2368897" y="1647858"/>
                  </a:lnTo>
                  <a:lnTo>
                    <a:pt x="2344493" y="1660485"/>
                  </a:lnTo>
                  <a:close/>
                  <a:moveTo>
                    <a:pt x="2368897" y="1647858"/>
                  </a:moveTo>
                  <a:lnTo>
                    <a:pt x="2296397" y="1686295"/>
                  </a:lnTo>
                  <a:lnTo>
                    <a:pt x="2407758" y="1618368"/>
                  </a:lnTo>
                  <a:close/>
                  <a:moveTo>
                    <a:pt x="1451493" y="766174"/>
                  </a:moveTo>
                  <a:lnTo>
                    <a:pt x="1522375" y="752531"/>
                  </a:lnTo>
                  <a:lnTo>
                    <a:pt x="1572155" y="723448"/>
                  </a:lnTo>
                  <a:close/>
                  <a:moveTo>
                    <a:pt x="1572155" y="723448"/>
                  </a:moveTo>
                  <a:lnTo>
                    <a:pt x="1522375" y="752531"/>
                  </a:lnTo>
                  <a:lnTo>
                    <a:pt x="1645364" y="718506"/>
                  </a:lnTo>
                  <a:close/>
                  <a:moveTo>
                    <a:pt x="2347376" y="1442584"/>
                  </a:moveTo>
                  <a:lnTo>
                    <a:pt x="2346821" y="1453987"/>
                  </a:lnTo>
                  <a:lnTo>
                    <a:pt x="2347509" y="1444992"/>
                  </a:lnTo>
                  <a:close/>
                  <a:moveTo>
                    <a:pt x="2361569" y="1330953"/>
                  </a:moveTo>
                  <a:lnTo>
                    <a:pt x="2347376" y="1442584"/>
                  </a:lnTo>
                  <a:lnTo>
                    <a:pt x="2347509" y="1444992"/>
                  </a:lnTo>
                  <a:close/>
                  <a:moveTo>
                    <a:pt x="1846457" y="787271"/>
                  </a:moveTo>
                  <a:lnTo>
                    <a:pt x="1856407" y="748835"/>
                  </a:lnTo>
                  <a:lnTo>
                    <a:pt x="1851357" y="869486"/>
                  </a:lnTo>
                  <a:close/>
                  <a:moveTo>
                    <a:pt x="1798420" y="366490"/>
                  </a:moveTo>
                  <a:lnTo>
                    <a:pt x="1752483" y="409945"/>
                  </a:lnTo>
                  <a:lnTo>
                    <a:pt x="1863731" y="332021"/>
                  </a:lnTo>
                  <a:close/>
                  <a:moveTo>
                    <a:pt x="1646478" y="14241"/>
                  </a:moveTo>
                  <a:lnTo>
                    <a:pt x="1672561" y="26169"/>
                  </a:lnTo>
                  <a:lnTo>
                    <a:pt x="1683425" y="0"/>
                  </a:lnTo>
                  <a:close/>
                  <a:moveTo>
                    <a:pt x="2019099" y="203853"/>
                  </a:moveTo>
                  <a:lnTo>
                    <a:pt x="2029794" y="178299"/>
                  </a:lnTo>
                  <a:lnTo>
                    <a:pt x="2037797" y="140234"/>
                  </a:lnTo>
                  <a:close/>
                  <a:moveTo>
                    <a:pt x="2037797" y="140234"/>
                  </a:moveTo>
                  <a:lnTo>
                    <a:pt x="2069179" y="112433"/>
                  </a:lnTo>
                  <a:lnTo>
                    <a:pt x="2110804" y="5286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78" name="Candidate_density__2097">
              <a:extLst>
                <a:ext uri="{FF2B5EF4-FFF2-40B4-BE49-F238E27FC236}">
                  <a16:creationId xmlns:a16="http://schemas.microsoft.com/office/drawing/2014/main" id="{BBE927F2-95DC-25BC-D914-903E8BB753C8}"/>
                </a:ext>
              </a:extLst>
            </p:cNvPr>
            <p:cNvSpPr>
              <a:spLocks noGrp="1"/>
            </p:cNvSpPr>
            <p:nvPr/>
          </p:nvSpPr>
          <p:spPr>
            <a:xfrm>
              <a:off x="3837811" y="1508053"/>
              <a:ext cx="2704731" cy="3121956"/>
            </a:xfrm>
            <a:custGeom>
              <a:avLst/>
              <a:gdLst/>
              <a:ahLst/>
              <a:cxnLst/>
              <a:rect l="0" t="0" r="0" b="0"/>
              <a:pathLst>
                <a:path w="2704731" h="3121956">
                  <a:moveTo>
                    <a:pt x="721563" y="2645183"/>
                  </a:moveTo>
                  <a:lnTo>
                    <a:pt x="668489" y="2596591"/>
                  </a:lnTo>
                  <a:lnTo>
                    <a:pt x="728929" y="2652043"/>
                  </a:lnTo>
                  <a:close/>
                  <a:moveTo>
                    <a:pt x="661751" y="2569828"/>
                  </a:moveTo>
                  <a:lnTo>
                    <a:pt x="668489" y="2596591"/>
                  </a:lnTo>
                  <a:lnTo>
                    <a:pt x="721563" y="2645183"/>
                  </a:lnTo>
                  <a:close/>
                  <a:moveTo>
                    <a:pt x="728929" y="2652043"/>
                  </a:moveTo>
                  <a:lnTo>
                    <a:pt x="841839" y="2616345"/>
                  </a:lnTo>
                  <a:lnTo>
                    <a:pt x="721563" y="2645183"/>
                  </a:lnTo>
                  <a:close/>
                  <a:moveTo>
                    <a:pt x="721563" y="2645183"/>
                  </a:moveTo>
                  <a:lnTo>
                    <a:pt x="841839" y="2616345"/>
                  </a:lnTo>
                  <a:lnTo>
                    <a:pt x="842328" y="2602839"/>
                  </a:lnTo>
                  <a:close/>
                  <a:moveTo>
                    <a:pt x="721563" y="2645183"/>
                  </a:moveTo>
                  <a:lnTo>
                    <a:pt x="842328" y="2602839"/>
                  </a:lnTo>
                  <a:lnTo>
                    <a:pt x="760770" y="2576568"/>
                  </a:lnTo>
                  <a:close/>
                  <a:moveTo>
                    <a:pt x="841839" y="2616345"/>
                  </a:moveTo>
                  <a:lnTo>
                    <a:pt x="858608" y="2613606"/>
                  </a:lnTo>
                  <a:lnTo>
                    <a:pt x="842328" y="2602839"/>
                  </a:lnTo>
                  <a:close/>
                  <a:moveTo>
                    <a:pt x="703019" y="2531391"/>
                  </a:moveTo>
                  <a:lnTo>
                    <a:pt x="721563" y="2645183"/>
                  </a:lnTo>
                  <a:lnTo>
                    <a:pt x="760770" y="2576568"/>
                  </a:lnTo>
                  <a:close/>
                  <a:moveTo>
                    <a:pt x="703019" y="2531391"/>
                  </a:moveTo>
                  <a:lnTo>
                    <a:pt x="661751" y="2569828"/>
                  </a:lnTo>
                  <a:lnTo>
                    <a:pt x="721563" y="2645183"/>
                  </a:lnTo>
                  <a:close/>
                  <a:moveTo>
                    <a:pt x="703019" y="2531391"/>
                  </a:moveTo>
                  <a:lnTo>
                    <a:pt x="637653" y="2487613"/>
                  </a:lnTo>
                  <a:lnTo>
                    <a:pt x="661751" y="2569828"/>
                  </a:lnTo>
                  <a:close/>
                  <a:moveTo>
                    <a:pt x="858608" y="2613606"/>
                  </a:moveTo>
                  <a:lnTo>
                    <a:pt x="924456" y="2631248"/>
                  </a:lnTo>
                  <a:lnTo>
                    <a:pt x="932555" y="2603186"/>
                  </a:lnTo>
                  <a:close/>
                  <a:moveTo>
                    <a:pt x="932555" y="2603186"/>
                  </a:moveTo>
                  <a:lnTo>
                    <a:pt x="842328" y="2602839"/>
                  </a:lnTo>
                  <a:lnTo>
                    <a:pt x="858608" y="2613606"/>
                  </a:lnTo>
                  <a:close/>
                  <a:moveTo>
                    <a:pt x="843342" y="2515030"/>
                  </a:moveTo>
                  <a:lnTo>
                    <a:pt x="842328" y="2602839"/>
                  </a:lnTo>
                  <a:lnTo>
                    <a:pt x="932555" y="2603186"/>
                  </a:lnTo>
                  <a:close/>
                  <a:moveTo>
                    <a:pt x="920221" y="2513122"/>
                  </a:moveTo>
                  <a:lnTo>
                    <a:pt x="843342" y="2515030"/>
                  </a:lnTo>
                  <a:lnTo>
                    <a:pt x="932555" y="2603186"/>
                  </a:lnTo>
                  <a:close/>
                  <a:moveTo>
                    <a:pt x="843342" y="2515030"/>
                  </a:moveTo>
                  <a:lnTo>
                    <a:pt x="760770" y="2576568"/>
                  </a:lnTo>
                  <a:lnTo>
                    <a:pt x="842328" y="2602839"/>
                  </a:lnTo>
                  <a:close/>
                  <a:moveTo>
                    <a:pt x="903738" y="2410740"/>
                  </a:moveTo>
                  <a:lnTo>
                    <a:pt x="852976" y="2427448"/>
                  </a:lnTo>
                  <a:lnTo>
                    <a:pt x="917933" y="2414890"/>
                  </a:lnTo>
                  <a:close/>
                  <a:moveTo>
                    <a:pt x="917933" y="2414890"/>
                  </a:moveTo>
                  <a:lnTo>
                    <a:pt x="852976" y="2427448"/>
                  </a:lnTo>
                  <a:lnTo>
                    <a:pt x="843342" y="2515030"/>
                  </a:lnTo>
                  <a:close/>
                  <a:moveTo>
                    <a:pt x="917933" y="2414890"/>
                  </a:moveTo>
                  <a:lnTo>
                    <a:pt x="843342" y="2515030"/>
                  </a:lnTo>
                  <a:lnTo>
                    <a:pt x="920221" y="2513122"/>
                  </a:lnTo>
                  <a:close/>
                  <a:moveTo>
                    <a:pt x="80134" y="1510255"/>
                  </a:moveTo>
                  <a:lnTo>
                    <a:pt x="84214" y="1503780"/>
                  </a:lnTo>
                  <a:lnTo>
                    <a:pt x="0" y="1467576"/>
                  </a:lnTo>
                  <a:close/>
                  <a:moveTo>
                    <a:pt x="80134" y="1510255"/>
                  </a:moveTo>
                  <a:lnTo>
                    <a:pt x="86741" y="1506374"/>
                  </a:lnTo>
                  <a:lnTo>
                    <a:pt x="84214" y="1503780"/>
                  </a:lnTo>
                  <a:close/>
                  <a:moveTo>
                    <a:pt x="929313" y="2410740"/>
                  </a:moveTo>
                  <a:lnTo>
                    <a:pt x="977725" y="2492955"/>
                  </a:lnTo>
                  <a:lnTo>
                    <a:pt x="1020152" y="2454519"/>
                  </a:lnTo>
                  <a:close/>
                  <a:moveTo>
                    <a:pt x="880183" y="2313971"/>
                  </a:moveTo>
                  <a:lnTo>
                    <a:pt x="918001" y="2391910"/>
                  </a:lnTo>
                  <a:lnTo>
                    <a:pt x="936357" y="2299819"/>
                  </a:lnTo>
                  <a:close/>
                  <a:moveTo>
                    <a:pt x="903738" y="2410740"/>
                  </a:moveTo>
                  <a:lnTo>
                    <a:pt x="918001" y="2391910"/>
                  </a:lnTo>
                  <a:lnTo>
                    <a:pt x="860658" y="2400862"/>
                  </a:lnTo>
                  <a:close/>
                  <a:moveTo>
                    <a:pt x="936357" y="2299819"/>
                  </a:moveTo>
                  <a:lnTo>
                    <a:pt x="918001" y="2391910"/>
                  </a:lnTo>
                  <a:lnTo>
                    <a:pt x="952795" y="2290088"/>
                  </a:lnTo>
                  <a:close/>
                  <a:moveTo>
                    <a:pt x="952795" y="2290088"/>
                  </a:moveTo>
                  <a:lnTo>
                    <a:pt x="929313" y="2410740"/>
                  </a:lnTo>
                  <a:lnTo>
                    <a:pt x="1035184" y="2372304"/>
                  </a:lnTo>
                  <a:close/>
                  <a:moveTo>
                    <a:pt x="41204" y="1342975"/>
                  </a:moveTo>
                  <a:lnTo>
                    <a:pt x="95900" y="1397345"/>
                  </a:lnTo>
                  <a:lnTo>
                    <a:pt x="141084" y="1385722"/>
                  </a:lnTo>
                  <a:close/>
                  <a:moveTo>
                    <a:pt x="42452" y="1341943"/>
                  </a:moveTo>
                  <a:lnTo>
                    <a:pt x="41204" y="1342975"/>
                  </a:lnTo>
                  <a:lnTo>
                    <a:pt x="141084" y="1385722"/>
                  </a:lnTo>
                  <a:close/>
                  <a:moveTo>
                    <a:pt x="606679" y="1848700"/>
                  </a:moveTo>
                  <a:lnTo>
                    <a:pt x="543649" y="1876254"/>
                  </a:lnTo>
                  <a:lnTo>
                    <a:pt x="623569" y="1758361"/>
                  </a:lnTo>
                  <a:close/>
                  <a:moveTo>
                    <a:pt x="305647" y="1448101"/>
                  </a:moveTo>
                  <a:lnTo>
                    <a:pt x="336583" y="1467938"/>
                  </a:lnTo>
                  <a:lnTo>
                    <a:pt x="319506" y="1395777"/>
                  </a:lnTo>
                  <a:close/>
                  <a:moveTo>
                    <a:pt x="184213" y="1286048"/>
                  </a:moveTo>
                  <a:lnTo>
                    <a:pt x="89650" y="1302334"/>
                  </a:lnTo>
                  <a:lnTo>
                    <a:pt x="206349" y="1368143"/>
                  </a:lnTo>
                  <a:close/>
                  <a:moveTo>
                    <a:pt x="149686" y="1254709"/>
                  </a:moveTo>
                  <a:lnTo>
                    <a:pt x="89650" y="1302334"/>
                  </a:lnTo>
                  <a:lnTo>
                    <a:pt x="184213" y="1286048"/>
                  </a:lnTo>
                  <a:close/>
                  <a:moveTo>
                    <a:pt x="1899877" y="3035367"/>
                  </a:moveTo>
                  <a:lnTo>
                    <a:pt x="1835876" y="3073803"/>
                  </a:lnTo>
                  <a:lnTo>
                    <a:pt x="1953936" y="3117582"/>
                  </a:lnTo>
                  <a:close/>
                  <a:moveTo>
                    <a:pt x="1847536" y="2953152"/>
                  </a:moveTo>
                  <a:lnTo>
                    <a:pt x="1806651" y="3054755"/>
                  </a:lnTo>
                  <a:lnTo>
                    <a:pt x="1835876" y="3073803"/>
                  </a:lnTo>
                  <a:close/>
                  <a:moveTo>
                    <a:pt x="255485" y="1062204"/>
                  </a:moveTo>
                  <a:lnTo>
                    <a:pt x="198229" y="979989"/>
                  </a:lnTo>
                  <a:lnTo>
                    <a:pt x="179968" y="1089315"/>
                  </a:lnTo>
                  <a:close/>
                  <a:moveTo>
                    <a:pt x="198229" y="979989"/>
                  </a:moveTo>
                  <a:lnTo>
                    <a:pt x="181150" y="988262"/>
                  </a:lnTo>
                  <a:lnTo>
                    <a:pt x="179968" y="1089315"/>
                  </a:lnTo>
                  <a:close/>
                  <a:moveTo>
                    <a:pt x="136106" y="936210"/>
                  </a:moveTo>
                  <a:lnTo>
                    <a:pt x="181150" y="988262"/>
                  </a:lnTo>
                  <a:lnTo>
                    <a:pt x="198229" y="979989"/>
                  </a:lnTo>
                  <a:close/>
                  <a:moveTo>
                    <a:pt x="1953936" y="3117582"/>
                  </a:moveTo>
                  <a:lnTo>
                    <a:pt x="1950162" y="3121956"/>
                  </a:lnTo>
                  <a:lnTo>
                    <a:pt x="1956163" y="3119898"/>
                  </a:lnTo>
                  <a:close/>
                  <a:moveTo>
                    <a:pt x="1953936" y="3117582"/>
                  </a:moveTo>
                  <a:lnTo>
                    <a:pt x="1956163" y="3119898"/>
                  </a:lnTo>
                  <a:lnTo>
                    <a:pt x="1957773" y="3115769"/>
                  </a:lnTo>
                  <a:close/>
                  <a:moveTo>
                    <a:pt x="1899877" y="3035367"/>
                  </a:moveTo>
                  <a:lnTo>
                    <a:pt x="1953936" y="3117582"/>
                  </a:lnTo>
                  <a:lnTo>
                    <a:pt x="1957773" y="3115769"/>
                  </a:lnTo>
                  <a:close/>
                  <a:moveTo>
                    <a:pt x="1966174" y="3008846"/>
                  </a:moveTo>
                  <a:lnTo>
                    <a:pt x="1957773" y="3115769"/>
                  </a:lnTo>
                  <a:lnTo>
                    <a:pt x="1992864" y="3117582"/>
                  </a:lnTo>
                  <a:close/>
                  <a:moveTo>
                    <a:pt x="1945681" y="2925415"/>
                  </a:moveTo>
                  <a:lnTo>
                    <a:pt x="2003902" y="3035367"/>
                  </a:lnTo>
                  <a:lnTo>
                    <a:pt x="2043622" y="2953035"/>
                  </a:lnTo>
                  <a:close/>
                  <a:moveTo>
                    <a:pt x="906944" y="1623086"/>
                  </a:moveTo>
                  <a:lnTo>
                    <a:pt x="850135" y="1608679"/>
                  </a:lnTo>
                  <a:lnTo>
                    <a:pt x="944827" y="1631400"/>
                  </a:lnTo>
                  <a:close/>
                  <a:moveTo>
                    <a:pt x="850135" y="1608679"/>
                  </a:moveTo>
                  <a:lnTo>
                    <a:pt x="867593" y="1621293"/>
                  </a:lnTo>
                  <a:lnTo>
                    <a:pt x="944827" y="1631400"/>
                  </a:lnTo>
                  <a:close/>
                  <a:moveTo>
                    <a:pt x="642911" y="1473280"/>
                  </a:moveTo>
                  <a:lnTo>
                    <a:pt x="726585" y="1448346"/>
                  </a:lnTo>
                  <a:lnTo>
                    <a:pt x="635337" y="1391065"/>
                  </a:lnTo>
                  <a:close/>
                  <a:moveTo>
                    <a:pt x="787342" y="1359452"/>
                  </a:moveTo>
                  <a:lnTo>
                    <a:pt x="726585" y="1448346"/>
                  </a:lnTo>
                  <a:lnTo>
                    <a:pt x="810379" y="1440815"/>
                  </a:lnTo>
                  <a:close/>
                  <a:moveTo>
                    <a:pt x="2117287" y="3079145"/>
                  </a:moveTo>
                  <a:lnTo>
                    <a:pt x="2070413" y="2996930"/>
                  </a:lnTo>
                  <a:lnTo>
                    <a:pt x="2090980" y="3028566"/>
                  </a:lnTo>
                  <a:close/>
                  <a:moveTo>
                    <a:pt x="2185451" y="3040708"/>
                  </a:moveTo>
                  <a:lnTo>
                    <a:pt x="2163194" y="3121436"/>
                  </a:lnTo>
                  <a:lnTo>
                    <a:pt x="2205945" y="3066072"/>
                  </a:lnTo>
                  <a:close/>
                  <a:moveTo>
                    <a:pt x="2185451" y="3040708"/>
                  </a:moveTo>
                  <a:lnTo>
                    <a:pt x="2117287" y="3079145"/>
                  </a:lnTo>
                  <a:lnTo>
                    <a:pt x="2163194" y="3121436"/>
                  </a:lnTo>
                  <a:close/>
                  <a:moveTo>
                    <a:pt x="1264322" y="1814597"/>
                  </a:moveTo>
                  <a:lnTo>
                    <a:pt x="1278083" y="1826211"/>
                  </a:lnTo>
                  <a:lnTo>
                    <a:pt x="1351923" y="1904063"/>
                  </a:lnTo>
                  <a:close/>
                  <a:moveTo>
                    <a:pt x="1156042" y="1741942"/>
                  </a:moveTo>
                  <a:lnTo>
                    <a:pt x="1142884" y="1814586"/>
                  </a:lnTo>
                  <a:lnTo>
                    <a:pt x="1264322" y="1814597"/>
                  </a:lnTo>
                  <a:close/>
                  <a:moveTo>
                    <a:pt x="1141972" y="1643052"/>
                  </a:moveTo>
                  <a:lnTo>
                    <a:pt x="1092993" y="1691505"/>
                  </a:lnTo>
                  <a:lnTo>
                    <a:pt x="1151974" y="1645157"/>
                  </a:lnTo>
                  <a:close/>
                  <a:moveTo>
                    <a:pt x="920679" y="1511827"/>
                  </a:moveTo>
                  <a:lnTo>
                    <a:pt x="862647" y="1498415"/>
                  </a:lnTo>
                  <a:lnTo>
                    <a:pt x="855460" y="1575926"/>
                  </a:lnTo>
                  <a:close/>
                  <a:moveTo>
                    <a:pt x="832582" y="1434843"/>
                  </a:moveTo>
                  <a:lnTo>
                    <a:pt x="947487" y="1426142"/>
                  </a:lnTo>
                  <a:lnTo>
                    <a:pt x="881504" y="1396407"/>
                  </a:lnTo>
                  <a:close/>
                  <a:moveTo>
                    <a:pt x="370958" y="855043"/>
                  </a:moveTo>
                  <a:lnTo>
                    <a:pt x="377485" y="859337"/>
                  </a:lnTo>
                  <a:lnTo>
                    <a:pt x="364446" y="854738"/>
                  </a:lnTo>
                  <a:close/>
                  <a:moveTo>
                    <a:pt x="2286465" y="3030324"/>
                  </a:moveTo>
                  <a:lnTo>
                    <a:pt x="2205163" y="3035829"/>
                  </a:lnTo>
                  <a:lnTo>
                    <a:pt x="2205945" y="3066072"/>
                  </a:lnTo>
                  <a:close/>
                  <a:moveTo>
                    <a:pt x="2205163" y="3035829"/>
                  </a:moveTo>
                  <a:lnTo>
                    <a:pt x="2286465" y="3030324"/>
                  </a:lnTo>
                  <a:lnTo>
                    <a:pt x="2274604" y="2939875"/>
                  </a:lnTo>
                  <a:close/>
                  <a:moveTo>
                    <a:pt x="1899843" y="2478922"/>
                  </a:moveTo>
                  <a:lnTo>
                    <a:pt x="1842678" y="2448101"/>
                  </a:lnTo>
                  <a:lnTo>
                    <a:pt x="1876999" y="2465203"/>
                  </a:lnTo>
                  <a:close/>
                  <a:moveTo>
                    <a:pt x="1953451" y="2464150"/>
                  </a:moveTo>
                  <a:lnTo>
                    <a:pt x="1876660" y="2455702"/>
                  </a:lnTo>
                  <a:lnTo>
                    <a:pt x="1899843" y="2478922"/>
                  </a:lnTo>
                  <a:close/>
                  <a:moveTo>
                    <a:pt x="1876999" y="2465203"/>
                  </a:moveTo>
                  <a:lnTo>
                    <a:pt x="1842678" y="2448101"/>
                  </a:lnTo>
                  <a:lnTo>
                    <a:pt x="1821123" y="2382988"/>
                  </a:lnTo>
                  <a:close/>
                  <a:moveTo>
                    <a:pt x="1953451" y="2464150"/>
                  </a:moveTo>
                  <a:lnTo>
                    <a:pt x="1899843" y="2478922"/>
                  </a:lnTo>
                  <a:lnTo>
                    <a:pt x="2037672" y="2500382"/>
                  </a:lnTo>
                  <a:close/>
                  <a:moveTo>
                    <a:pt x="1796042" y="2369485"/>
                  </a:moveTo>
                  <a:lnTo>
                    <a:pt x="1821123" y="2382988"/>
                  </a:lnTo>
                  <a:lnTo>
                    <a:pt x="1840584" y="2320816"/>
                  </a:lnTo>
                  <a:close/>
                  <a:moveTo>
                    <a:pt x="1812244" y="2262336"/>
                  </a:moveTo>
                  <a:lnTo>
                    <a:pt x="1796042" y="2369485"/>
                  </a:lnTo>
                  <a:lnTo>
                    <a:pt x="1840584" y="2320816"/>
                  </a:lnTo>
                  <a:close/>
                  <a:moveTo>
                    <a:pt x="1325159" y="1865229"/>
                  </a:moveTo>
                  <a:lnTo>
                    <a:pt x="1353731" y="1889697"/>
                  </a:lnTo>
                  <a:lnTo>
                    <a:pt x="1278083" y="1826211"/>
                  </a:lnTo>
                  <a:close/>
                  <a:moveTo>
                    <a:pt x="1094925" y="1630945"/>
                  </a:moveTo>
                  <a:lnTo>
                    <a:pt x="1092993" y="1691505"/>
                  </a:lnTo>
                  <a:lnTo>
                    <a:pt x="1141972" y="1643052"/>
                  </a:lnTo>
                  <a:close/>
                  <a:moveTo>
                    <a:pt x="1036672" y="1378027"/>
                  </a:moveTo>
                  <a:lnTo>
                    <a:pt x="947487" y="1426142"/>
                  </a:lnTo>
                  <a:lnTo>
                    <a:pt x="1034986" y="1474625"/>
                  </a:lnTo>
                  <a:close/>
                  <a:moveTo>
                    <a:pt x="1036672" y="1378027"/>
                  </a:moveTo>
                  <a:lnTo>
                    <a:pt x="958157" y="1381266"/>
                  </a:lnTo>
                  <a:lnTo>
                    <a:pt x="947487" y="1426142"/>
                  </a:lnTo>
                  <a:close/>
                  <a:moveTo>
                    <a:pt x="958157" y="1381266"/>
                  </a:moveTo>
                  <a:lnTo>
                    <a:pt x="1021018" y="1290662"/>
                  </a:lnTo>
                  <a:lnTo>
                    <a:pt x="952620" y="1285676"/>
                  </a:lnTo>
                  <a:close/>
                  <a:moveTo>
                    <a:pt x="893793" y="1275755"/>
                  </a:moveTo>
                  <a:lnTo>
                    <a:pt x="952620" y="1285676"/>
                  </a:lnTo>
                  <a:lnTo>
                    <a:pt x="863672" y="1197305"/>
                  </a:lnTo>
                  <a:close/>
                  <a:moveTo>
                    <a:pt x="1849440" y="2353929"/>
                  </a:moveTo>
                  <a:lnTo>
                    <a:pt x="1842678" y="2448101"/>
                  </a:lnTo>
                  <a:lnTo>
                    <a:pt x="1828234" y="2426766"/>
                  </a:lnTo>
                  <a:close/>
                  <a:moveTo>
                    <a:pt x="2378019" y="2816300"/>
                  </a:moveTo>
                  <a:lnTo>
                    <a:pt x="2285062" y="2831280"/>
                  </a:lnTo>
                  <a:lnTo>
                    <a:pt x="2283465" y="2862048"/>
                  </a:lnTo>
                  <a:close/>
                  <a:moveTo>
                    <a:pt x="2136736" y="2490906"/>
                  </a:moveTo>
                  <a:lnTo>
                    <a:pt x="2037672" y="2500382"/>
                  </a:lnTo>
                  <a:lnTo>
                    <a:pt x="2055021" y="2508981"/>
                  </a:lnTo>
                  <a:close/>
                  <a:moveTo>
                    <a:pt x="2050892" y="2400011"/>
                  </a:moveTo>
                  <a:lnTo>
                    <a:pt x="2037672" y="2500382"/>
                  </a:lnTo>
                  <a:lnTo>
                    <a:pt x="2136736" y="2490906"/>
                  </a:lnTo>
                  <a:close/>
                  <a:moveTo>
                    <a:pt x="1964802" y="2409409"/>
                  </a:moveTo>
                  <a:lnTo>
                    <a:pt x="1876660" y="2455702"/>
                  </a:lnTo>
                  <a:lnTo>
                    <a:pt x="1953451" y="2464150"/>
                  </a:lnTo>
                  <a:close/>
                  <a:moveTo>
                    <a:pt x="2050892" y="2400011"/>
                  </a:moveTo>
                  <a:lnTo>
                    <a:pt x="1953451" y="2464150"/>
                  </a:lnTo>
                  <a:lnTo>
                    <a:pt x="2037672" y="2500382"/>
                  </a:lnTo>
                  <a:close/>
                  <a:moveTo>
                    <a:pt x="2050892" y="2400011"/>
                  </a:moveTo>
                  <a:lnTo>
                    <a:pt x="1964802" y="2409409"/>
                  </a:lnTo>
                  <a:lnTo>
                    <a:pt x="1953451" y="2464150"/>
                  </a:lnTo>
                  <a:close/>
                  <a:moveTo>
                    <a:pt x="1812244" y="2262336"/>
                  </a:moveTo>
                  <a:lnTo>
                    <a:pt x="1840584" y="2320816"/>
                  </a:lnTo>
                  <a:lnTo>
                    <a:pt x="1836850" y="2252656"/>
                  </a:lnTo>
                  <a:close/>
                  <a:moveTo>
                    <a:pt x="1812244" y="2262336"/>
                  </a:moveTo>
                  <a:lnTo>
                    <a:pt x="1836850" y="2252656"/>
                  </a:lnTo>
                  <a:lnTo>
                    <a:pt x="1843391" y="2141685"/>
                  </a:lnTo>
                  <a:close/>
                  <a:moveTo>
                    <a:pt x="1836850" y="2252656"/>
                  </a:moveTo>
                  <a:lnTo>
                    <a:pt x="1840584" y="2320816"/>
                  </a:lnTo>
                  <a:lnTo>
                    <a:pt x="1852093" y="2262336"/>
                  </a:lnTo>
                  <a:close/>
                  <a:moveTo>
                    <a:pt x="1836850" y="2252656"/>
                  </a:moveTo>
                  <a:lnTo>
                    <a:pt x="1852093" y="2262336"/>
                  </a:lnTo>
                  <a:lnTo>
                    <a:pt x="1855033" y="2159639"/>
                  </a:lnTo>
                  <a:close/>
                  <a:moveTo>
                    <a:pt x="1163460" y="1335543"/>
                  </a:moveTo>
                  <a:lnTo>
                    <a:pt x="1194459" y="1361808"/>
                  </a:lnTo>
                  <a:lnTo>
                    <a:pt x="1189601" y="1440185"/>
                  </a:lnTo>
                  <a:close/>
                  <a:moveTo>
                    <a:pt x="2485476" y="2689439"/>
                  </a:moveTo>
                  <a:lnTo>
                    <a:pt x="2392486" y="2775799"/>
                  </a:lnTo>
                  <a:lnTo>
                    <a:pt x="2468722" y="2782173"/>
                  </a:lnTo>
                  <a:close/>
                  <a:moveTo>
                    <a:pt x="2468722" y="2782173"/>
                  </a:moveTo>
                  <a:lnTo>
                    <a:pt x="2546993" y="2678754"/>
                  </a:lnTo>
                  <a:lnTo>
                    <a:pt x="2485476" y="2689439"/>
                  </a:lnTo>
                  <a:close/>
                  <a:moveTo>
                    <a:pt x="2028647" y="2185463"/>
                  </a:moveTo>
                  <a:lnTo>
                    <a:pt x="2023783" y="2233252"/>
                  </a:lnTo>
                  <a:lnTo>
                    <a:pt x="2075295" y="2210645"/>
                  </a:lnTo>
                  <a:close/>
                  <a:moveTo>
                    <a:pt x="2028647" y="2185463"/>
                  </a:moveTo>
                  <a:lnTo>
                    <a:pt x="1982868" y="2143734"/>
                  </a:lnTo>
                  <a:lnTo>
                    <a:pt x="1942416" y="2207691"/>
                  </a:lnTo>
                  <a:close/>
                  <a:moveTo>
                    <a:pt x="1690356" y="1710608"/>
                  </a:moveTo>
                  <a:lnTo>
                    <a:pt x="1673029" y="1624601"/>
                  </a:lnTo>
                  <a:lnTo>
                    <a:pt x="1623200" y="1704612"/>
                  </a:lnTo>
                  <a:close/>
                  <a:moveTo>
                    <a:pt x="1209579" y="1155104"/>
                  </a:moveTo>
                  <a:lnTo>
                    <a:pt x="1239700" y="1234061"/>
                  </a:lnTo>
                  <a:lnTo>
                    <a:pt x="1190617" y="1132243"/>
                  </a:lnTo>
                  <a:close/>
                  <a:moveTo>
                    <a:pt x="2546993" y="2678754"/>
                  </a:moveTo>
                  <a:lnTo>
                    <a:pt x="2578312" y="2698052"/>
                  </a:lnTo>
                  <a:lnTo>
                    <a:pt x="2585352" y="2668833"/>
                  </a:lnTo>
                  <a:close/>
                  <a:moveTo>
                    <a:pt x="2028647" y="2185463"/>
                  </a:moveTo>
                  <a:lnTo>
                    <a:pt x="2075295" y="2210645"/>
                  </a:lnTo>
                  <a:lnTo>
                    <a:pt x="2089087" y="2168775"/>
                  </a:lnTo>
                  <a:close/>
                  <a:moveTo>
                    <a:pt x="2174692" y="2159772"/>
                  </a:moveTo>
                  <a:lnTo>
                    <a:pt x="2089087" y="2168775"/>
                  </a:lnTo>
                  <a:lnTo>
                    <a:pt x="2075295" y="2210645"/>
                  </a:lnTo>
                  <a:close/>
                  <a:moveTo>
                    <a:pt x="2174692" y="2159772"/>
                  </a:moveTo>
                  <a:lnTo>
                    <a:pt x="2081280" y="2075030"/>
                  </a:lnTo>
                  <a:lnTo>
                    <a:pt x="2089087" y="2168775"/>
                  </a:lnTo>
                  <a:close/>
                  <a:moveTo>
                    <a:pt x="2000758" y="2079901"/>
                  </a:moveTo>
                  <a:lnTo>
                    <a:pt x="2081280" y="2075030"/>
                  </a:lnTo>
                  <a:lnTo>
                    <a:pt x="2036045" y="2063898"/>
                  </a:lnTo>
                  <a:close/>
                  <a:moveTo>
                    <a:pt x="2598942" y="2558103"/>
                  </a:moveTo>
                  <a:lnTo>
                    <a:pt x="2699468" y="2636653"/>
                  </a:lnTo>
                  <a:lnTo>
                    <a:pt x="2704731" y="2532281"/>
                  </a:lnTo>
                  <a:close/>
                  <a:moveTo>
                    <a:pt x="1385862" y="1075734"/>
                  </a:moveTo>
                  <a:lnTo>
                    <a:pt x="1340381" y="957579"/>
                  </a:lnTo>
                  <a:lnTo>
                    <a:pt x="1331090" y="959578"/>
                  </a:lnTo>
                  <a:close/>
                  <a:moveTo>
                    <a:pt x="1513549" y="932426"/>
                  </a:moveTo>
                  <a:lnTo>
                    <a:pt x="1421716" y="1008562"/>
                  </a:lnTo>
                  <a:lnTo>
                    <a:pt x="1498145" y="1015660"/>
                  </a:lnTo>
                  <a:close/>
                  <a:moveTo>
                    <a:pt x="1513549" y="932426"/>
                  </a:moveTo>
                  <a:lnTo>
                    <a:pt x="1444447" y="928013"/>
                  </a:lnTo>
                  <a:lnTo>
                    <a:pt x="1421716" y="1008562"/>
                  </a:lnTo>
                  <a:close/>
                  <a:moveTo>
                    <a:pt x="1578179" y="919142"/>
                  </a:moveTo>
                  <a:lnTo>
                    <a:pt x="1513549" y="932426"/>
                  </a:lnTo>
                  <a:lnTo>
                    <a:pt x="1498145" y="1015660"/>
                  </a:lnTo>
                  <a:close/>
                  <a:moveTo>
                    <a:pt x="1133319" y="459217"/>
                  </a:moveTo>
                  <a:lnTo>
                    <a:pt x="1081201" y="440996"/>
                  </a:lnTo>
                  <a:lnTo>
                    <a:pt x="1192209" y="492589"/>
                  </a:lnTo>
                  <a:close/>
                  <a:moveTo>
                    <a:pt x="2007317" y="1234331"/>
                  </a:moveTo>
                  <a:lnTo>
                    <a:pt x="2048943" y="1251312"/>
                  </a:lnTo>
                  <a:lnTo>
                    <a:pt x="2101838" y="1291782"/>
                  </a:lnTo>
                  <a:close/>
                  <a:moveTo>
                    <a:pt x="1737186" y="1083573"/>
                  </a:moveTo>
                  <a:lnTo>
                    <a:pt x="1786323" y="1105391"/>
                  </a:lnTo>
                  <a:lnTo>
                    <a:pt x="1743678" y="1066704"/>
                  </a:lnTo>
                  <a:close/>
                  <a:moveTo>
                    <a:pt x="1786849" y="1131699"/>
                  </a:moveTo>
                  <a:lnTo>
                    <a:pt x="1851882" y="1139421"/>
                  </a:lnTo>
                  <a:lnTo>
                    <a:pt x="1737186" y="1083573"/>
                  </a:lnTo>
                  <a:close/>
                  <a:moveTo>
                    <a:pt x="1621873" y="804860"/>
                  </a:moveTo>
                  <a:lnTo>
                    <a:pt x="1534550" y="815260"/>
                  </a:lnTo>
                  <a:lnTo>
                    <a:pt x="1578179" y="919142"/>
                  </a:lnTo>
                  <a:close/>
                  <a:moveTo>
                    <a:pt x="1578179" y="919142"/>
                  </a:moveTo>
                  <a:lnTo>
                    <a:pt x="1534550" y="815260"/>
                  </a:lnTo>
                  <a:lnTo>
                    <a:pt x="1512137" y="852775"/>
                  </a:lnTo>
                  <a:close/>
                  <a:moveTo>
                    <a:pt x="1561122" y="820716"/>
                  </a:moveTo>
                  <a:lnTo>
                    <a:pt x="1633512" y="812715"/>
                  </a:lnTo>
                  <a:lnTo>
                    <a:pt x="1578179" y="919142"/>
                  </a:lnTo>
                  <a:close/>
                  <a:moveTo>
                    <a:pt x="1534550" y="815260"/>
                  </a:moveTo>
                  <a:lnTo>
                    <a:pt x="1563008" y="764312"/>
                  </a:lnTo>
                  <a:lnTo>
                    <a:pt x="1499785" y="806590"/>
                  </a:lnTo>
                  <a:close/>
                  <a:moveTo>
                    <a:pt x="1534550" y="815260"/>
                  </a:moveTo>
                  <a:lnTo>
                    <a:pt x="1621873" y="804860"/>
                  </a:lnTo>
                  <a:lnTo>
                    <a:pt x="1563008" y="764312"/>
                  </a:lnTo>
                  <a:close/>
                  <a:moveTo>
                    <a:pt x="1688820" y="811026"/>
                  </a:moveTo>
                  <a:lnTo>
                    <a:pt x="1621873" y="804860"/>
                  </a:lnTo>
                  <a:lnTo>
                    <a:pt x="1712078" y="827801"/>
                  </a:lnTo>
                  <a:close/>
                  <a:moveTo>
                    <a:pt x="1621873" y="804860"/>
                  </a:moveTo>
                  <a:lnTo>
                    <a:pt x="1633512" y="812715"/>
                  </a:lnTo>
                  <a:lnTo>
                    <a:pt x="1712078" y="827801"/>
                  </a:lnTo>
                  <a:close/>
                  <a:moveTo>
                    <a:pt x="1273953" y="505568"/>
                  </a:moveTo>
                  <a:lnTo>
                    <a:pt x="1321283" y="567182"/>
                  </a:lnTo>
                  <a:lnTo>
                    <a:pt x="1357586" y="498168"/>
                  </a:lnTo>
                  <a:close/>
                  <a:moveTo>
                    <a:pt x="1203065" y="502607"/>
                  </a:moveTo>
                  <a:lnTo>
                    <a:pt x="1321283" y="567182"/>
                  </a:lnTo>
                  <a:lnTo>
                    <a:pt x="1273953" y="505568"/>
                  </a:lnTo>
                  <a:close/>
                  <a:moveTo>
                    <a:pt x="1203065" y="502607"/>
                  </a:moveTo>
                  <a:lnTo>
                    <a:pt x="1267673" y="496076"/>
                  </a:lnTo>
                  <a:lnTo>
                    <a:pt x="1192209" y="492589"/>
                  </a:lnTo>
                  <a:close/>
                  <a:moveTo>
                    <a:pt x="2227982" y="1515895"/>
                  </a:moveTo>
                  <a:lnTo>
                    <a:pt x="2297466" y="1519997"/>
                  </a:lnTo>
                  <a:lnTo>
                    <a:pt x="2261104" y="1487229"/>
                  </a:lnTo>
                  <a:close/>
                  <a:moveTo>
                    <a:pt x="2297466" y="1519997"/>
                  </a:moveTo>
                  <a:lnTo>
                    <a:pt x="2349274" y="1538223"/>
                  </a:lnTo>
                  <a:lnTo>
                    <a:pt x="2261104" y="1487229"/>
                  </a:lnTo>
                  <a:close/>
                  <a:moveTo>
                    <a:pt x="1560709" y="431194"/>
                  </a:moveTo>
                  <a:lnTo>
                    <a:pt x="1508484" y="469631"/>
                  </a:lnTo>
                  <a:lnTo>
                    <a:pt x="1560325" y="513409"/>
                  </a:lnTo>
                  <a:close/>
                  <a:moveTo>
                    <a:pt x="1514629" y="348979"/>
                  </a:moveTo>
                  <a:lnTo>
                    <a:pt x="1508484" y="469631"/>
                  </a:lnTo>
                  <a:lnTo>
                    <a:pt x="1560709" y="431194"/>
                  </a:lnTo>
                  <a:close/>
                  <a:moveTo>
                    <a:pt x="1832308" y="783461"/>
                  </a:moveTo>
                  <a:lnTo>
                    <a:pt x="1774611" y="760055"/>
                  </a:lnTo>
                  <a:lnTo>
                    <a:pt x="1884770" y="764405"/>
                  </a:lnTo>
                  <a:close/>
                  <a:moveTo>
                    <a:pt x="1560709" y="431194"/>
                  </a:moveTo>
                  <a:lnTo>
                    <a:pt x="1559468" y="384130"/>
                  </a:lnTo>
                  <a:lnTo>
                    <a:pt x="1586374" y="310542"/>
                  </a:lnTo>
                  <a:close/>
                  <a:moveTo>
                    <a:pt x="1560709" y="431194"/>
                  </a:moveTo>
                  <a:lnTo>
                    <a:pt x="1586374" y="310542"/>
                  </a:lnTo>
                  <a:lnTo>
                    <a:pt x="1514629" y="348979"/>
                  </a:lnTo>
                  <a:close/>
                  <a:moveTo>
                    <a:pt x="1514629" y="348979"/>
                  </a:moveTo>
                  <a:lnTo>
                    <a:pt x="1586374" y="310542"/>
                  </a:lnTo>
                  <a:lnTo>
                    <a:pt x="1485853" y="324097"/>
                  </a:lnTo>
                  <a:close/>
                  <a:moveTo>
                    <a:pt x="2175109" y="847612"/>
                  </a:moveTo>
                  <a:lnTo>
                    <a:pt x="2110452" y="765397"/>
                  </a:lnTo>
                  <a:lnTo>
                    <a:pt x="2091625" y="865513"/>
                  </a:lnTo>
                  <a:close/>
                  <a:moveTo>
                    <a:pt x="1794432" y="474973"/>
                  </a:moveTo>
                  <a:lnTo>
                    <a:pt x="1761929" y="451313"/>
                  </a:lnTo>
                  <a:lnTo>
                    <a:pt x="1809256" y="482070"/>
                  </a:lnTo>
                  <a:close/>
                  <a:moveTo>
                    <a:pt x="1809256" y="482070"/>
                  </a:moveTo>
                  <a:lnTo>
                    <a:pt x="1761929" y="451313"/>
                  </a:lnTo>
                  <a:lnTo>
                    <a:pt x="1792470" y="482766"/>
                  </a:lnTo>
                  <a:close/>
                  <a:moveTo>
                    <a:pt x="1722659" y="383147"/>
                  </a:moveTo>
                  <a:lnTo>
                    <a:pt x="1794432" y="474973"/>
                  </a:lnTo>
                  <a:lnTo>
                    <a:pt x="1734742" y="392758"/>
                  </a:lnTo>
                  <a:close/>
                  <a:moveTo>
                    <a:pt x="1660750" y="268945"/>
                  </a:moveTo>
                  <a:lnTo>
                    <a:pt x="1655616" y="276967"/>
                  </a:lnTo>
                  <a:lnTo>
                    <a:pt x="1685039" y="296302"/>
                  </a:lnTo>
                  <a:close/>
                  <a:moveTo>
                    <a:pt x="1888684" y="269264"/>
                  </a:moveTo>
                  <a:lnTo>
                    <a:pt x="1949992" y="299197"/>
                  </a:lnTo>
                  <a:lnTo>
                    <a:pt x="1834778" y="252497"/>
                  </a:lnTo>
                  <a:close/>
                  <a:moveTo>
                    <a:pt x="2051121" y="277448"/>
                  </a:moveTo>
                  <a:lnTo>
                    <a:pt x="1985214" y="215685"/>
                  </a:lnTo>
                  <a:lnTo>
                    <a:pt x="1949992" y="299197"/>
                  </a:lnTo>
                  <a:close/>
                  <a:moveTo>
                    <a:pt x="1949992" y="299197"/>
                  </a:moveTo>
                  <a:lnTo>
                    <a:pt x="1985214" y="215685"/>
                  </a:lnTo>
                  <a:lnTo>
                    <a:pt x="1860277" y="242422"/>
                  </a:lnTo>
                  <a:close/>
                  <a:moveTo>
                    <a:pt x="1973655" y="0"/>
                  </a:moveTo>
                  <a:lnTo>
                    <a:pt x="2059593" y="74581"/>
                  </a:lnTo>
                  <a:lnTo>
                    <a:pt x="2073717" y="7933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79" name="Candidate_density__2098">
              <a:extLst>
                <a:ext uri="{FF2B5EF4-FFF2-40B4-BE49-F238E27FC236}">
                  <a16:creationId xmlns:a16="http://schemas.microsoft.com/office/drawing/2014/main" id="{D7D23A45-E140-143E-FF2B-3BFBF9CDD208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08053"/>
              <a:ext cx="2657016" cy="3121956"/>
            </a:xfrm>
            <a:custGeom>
              <a:avLst/>
              <a:gdLst/>
              <a:ahLst/>
              <a:cxnLst/>
              <a:rect l="0" t="0" r="0" b="0"/>
              <a:pathLst>
                <a:path w="2657016" h="3121956">
                  <a:moveTo>
                    <a:pt x="686478" y="2652043"/>
                  </a:moveTo>
                  <a:lnTo>
                    <a:pt x="770075" y="2706622"/>
                  </a:lnTo>
                  <a:lnTo>
                    <a:pt x="799387" y="2616345"/>
                  </a:lnTo>
                  <a:close/>
                  <a:moveTo>
                    <a:pt x="770075" y="2706622"/>
                  </a:moveTo>
                  <a:lnTo>
                    <a:pt x="816157" y="2613606"/>
                  </a:lnTo>
                  <a:lnTo>
                    <a:pt x="799387" y="2616345"/>
                  </a:lnTo>
                  <a:close/>
                  <a:moveTo>
                    <a:pt x="882005" y="2631248"/>
                  </a:moveTo>
                  <a:lnTo>
                    <a:pt x="816157" y="2613606"/>
                  </a:lnTo>
                  <a:lnTo>
                    <a:pt x="770075" y="2706622"/>
                  </a:lnTo>
                  <a:close/>
                  <a:moveTo>
                    <a:pt x="660567" y="2531391"/>
                  </a:moveTo>
                  <a:lnTo>
                    <a:pt x="589504" y="2465608"/>
                  </a:lnTo>
                  <a:lnTo>
                    <a:pt x="595201" y="2487613"/>
                  </a:lnTo>
                  <a:close/>
                  <a:moveTo>
                    <a:pt x="545218" y="2423235"/>
                  </a:moveTo>
                  <a:lnTo>
                    <a:pt x="595201" y="2487613"/>
                  </a:lnTo>
                  <a:lnTo>
                    <a:pt x="589504" y="2465608"/>
                  </a:lnTo>
                  <a:close/>
                  <a:moveTo>
                    <a:pt x="800891" y="2515030"/>
                  </a:moveTo>
                  <a:lnTo>
                    <a:pt x="728834" y="2513020"/>
                  </a:lnTo>
                  <a:lnTo>
                    <a:pt x="718318" y="2576568"/>
                  </a:lnTo>
                  <a:close/>
                  <a:moveTo>
                    <a:pt x="800891" y="2515030"/>
                  </a:moveTo>
                  <a:lnTo>
                    <a:pt x="810524" y="2427448"/>
                  </a:lnTo>
                  <a:lnTo>
                    <a:pt x="739144" y="2439229"/>
                  </a:lnTo>
                  <a:close/>
                  <a:moveTo>
                    <a:pt x="492895" y="2075858"/>
                  </a:moveTo>
                  <a:lnTo>
                    <a:pt x="425709" y="2037718"/>
                  </a:lnTo>
                  <a:lnTo>
                    <a:pt x="546748" y="2081879"/>
                  </a:lnTo>
                  <a:close/>
                  <a:moveTo>
                    <a:pt x="425916" y="2040640"/>
                  </a:moveTo>
                  <a:lnTo>
                    <a:pt x="485050" y="2089566"/>
                  </a:lnTo>
                  <a:lnTo>
                    <a:pt x="546748" y="2081879"/>
                  </a:lnTo>
                  <a:close/>
                  <a:moveTo>
                    <a:pt x="896" y="1566189"/>
                  </a:moveTo>
                  <a:lnTo>
                    <a:pt x="44290" y="1506374"/>
                  </a:lnTo>
                  <a:lnTo>
                    <a:pt x="37683" y="1510255"/>
                  </a:lnTo>
                  <a:close/>
                  <a:moveTo>
                    <a:pt x="977700" y="2454519"/>
                  </a:moveTo>
                  <a:lnTo>
                    <a:pt x="935273" y="2492955"/>
                  </a:lnTo>
                  <a:lnTo>
                    <a:pt x="984871" y="2521988"/>
                  </a:lnTo>
                  <a:close/>
                  <a:moveTo>
                    <a:pt x="886861" y="2410740"/>
                  </a:moveTo>
                  <a:lnTo>
                    <a:pt x="977700" y="2454519"/>
                  </a:lnTo>
                  <a:lnTo>
                    <a:pt x="992733" y="2372304"/>
                  </a:lnTo>
                  <a:close/>
                  <a:moveTo>
                    <a:pt x="818206" y="2400862"/>
                  </a:moveTo>
                  <a:lnTo>
                    <a:pt x="810524" y="2427448"/>
                  </a:lnTo>
                  <a:lnTo>
                    <a:pt x="861287" y="2410740"/>
                  </a:lnTo>
                  <a:close/>
                  <a:moveTo>
                    <a:pt x="837732" y="2313971"/>
                  </a:moveTo>
                  <a:lnTo>
                    <a:pt x="893906" y="2299819"/>
                  </a:lnTo>
                  <a:lnTo>
                    <a:pt x="887095" y="2290088"/>
                  </a:lnTo>
                  <a:close/>
                  <a:moveTo>
                    <a:pt x="818206" y="2400862"/>
                  </a:moveTo>
                  <a:lnTo>
                    <a:pt x="875550" y="2391910"/>
                  </a:lnTo>
                  <a:lnTo>
                    <a:pt x="837732" y="2313971"/>
                  </a:lnTo>
                  <a:close/>
                  <a:moveTo>
                    <a:pt x="98633" y="1385722"/>
                  </a:moveTo>
                  <a:lnTo>
                    <a:pt x="22179" y="1322675"/>
                  </a:lnTo>
                  <a:lnTo>
                    <a:pt x="0" y="1341943"/>
                  </a:lnTo>
                  <a:close/>
                  <a:moveTo>
                    <a:pt x="27654" y="1235828"/>
                  </a:moveTo>
                  <a:lnTo>
                    <a:pt x="107235" y="1254709"/>
                  </a:lnTo>
                  <a:lnTo>
                    <a:pt x="0" y="1341943"/>
                  </a:lnTo>
                  <a:close/>
                  <a:moveTo>
                    <a:pt x="82021" y="1234524"/>
                  </a:moveTo>
                  <a:lnTo>
                    <a:pt x="92007" y="1197774"/>
                  </a:lnTo>
                  <a:lnTo>
                    <a:pt x="23711" y="1221085"/>
                  </a:lnTo>
                  <a:close/>
                  <a:moveTo>
                    <a:pt x="910344" y="2290088"/>
                  </a:moveTo>
                  <a:lnTo>
                    <a:pt x="992733" y="2372304"/>
                  </a:lnTo>
                  <a:lnTo>
                    <a:pt x="909648" y="2287021"/>
                  </a:lnTo>
                  <a:close/>
                  <a:moveTo>
                    <a:pt x="947234" y="2207873"/>
                  </a:moveTo>
                  <a:lnTo>
                    <a:pt x="910344" y="2290088"/>
                  </a:lnTo>
                  <a:lnTo>
                    <a:pt x="897183" y="2197063"/>
                  </a:lnTo>
                  <a:close/>
                  <a:moveTo>
                    <a:pt x="291376" y="1449323"/>
                  </a:moveTo>
                  <a:lnTo>
                    <a:pt x="294131" y="1467938"/>
                  </a:lnTo>
                  <a:lnTo>
                    <a:pt x="263196" y="1448101"/>
                  </a:lnTo>
                  <a:close/>
                  <a:moveTo>
                    <a:pt x="130234" y="1125497"/>
                  </a:moveTo>
                  <a:lnTo>
                    <a:pt x="23711" y="1221085"/>
                  </a:lnTo>
                  <a:lnTo>
                    <a:pt x="92007" y="1197774"/>
                  </a:lnTo>
                  <a:close/>
                  <a:moveTo>
                    <a:pt x="1911485" y="3117582"/>
                  </a:moveTo>
                  <a:lnTo>
                    <a:pt x="1852465" y="3106112"/>
                  </a:lnTo>
                  <a:lnTo>
                    <a:pt x="1907710" y="3121956"/>
                  </a:lnTo>
                  <a:close/>
                  <a:moveTo>
                    <a:pt x="130234" y="1125497"/>
                  </a:moveTo>
                  <a:lnTo>
                    <a:pt x="137516" y="1089315"/>
                  </a:lnTo>
                  <a:lnTo>
                    <a:pt x="90284" y="1182855"/>
                  </a:lnTo>
                  <a:close/>
                  <a:moveTo>
                    <a:pt x="87007" y="963877"/>
                  </a:moveTo>
                  <a:lnTo>
                    <a:pt x="141027" y="979989"/>
                  </a:lnTo>
                  <a:lnTo>
                    <a:pt x="138698" y="988262"/>
                  </a:lnTo>
                  <a:close/>
                  <a:moveTo>
                    <a:pt x="1950412" y="3117582"/>
                  </a:moveTo>
                  <a:lnTo>
                    <a:pt x="1913711" y="3119898"/>
                  </a:lnTo>
                  <a:lnTo>
                    <a:pt x="1907710" y="3121956"/>
                  </a:lnTo>
                  <a:close/>
                  <a:moveTo>
                    <a:pt x="1915321" y="3115769"/>
                  </a:moveTo>
                  <a:lnTo>
                    <a:pt x="1913711" y="3119898"/>
                  </a:lnTo>
                  <a:lnTo>
                    <a:pt x="1950412" y="3117582"/>
                  </a:lnTo>
                  <a:close/>
                  <a:moveTo>
                    <a:pt x="1923723" y="3008846"/>
                  </a:moveTo>
                  <a:lnTo>
                    <a:pt x="1961451" y="3035367"/>
                  </a:lnTo>
                  <a:lnTo>
                    <a:pt x="1903229" y="2925415"/>
                  </a:lnTo>
                  <a:close/>
                  <a:moveTo>
                    <a:pt x="1279275" y="2204591"/>
                  </a:moveTo>
                  <a:lnTo>
                    <a:pt x="1338263" y="2180932"/>
                  </a:lnTo>
                  <a:lnTo>
                    <a:pt x="1315279" y="2174779"/>
                  </a:lnTo>
                  <a:close/>
                  <a:moveTo>
                    <a:pt x="1315279" y="2174779"/>
                  </a:moveTo>
                  <a:lnTo>
                    <a:pt x="1338263" y="2180932"/>
                  </a:lnTo>
                  <a:lnTo>
                    <a:pt x="1335497" y="2136136"/>
                  </a:lnTo>
                  <a:close/>
                  <a:moveTo>
                    <a:pt x="807684" y="1608679"/>
                  </a:moveTo>
                  <a:lnTo>
                    <a:pt x="864493" y="1623086"/>
                  </a:lnTo>
                  <a:lnTo>
                    <a:pt x="813008" y="1575926"/>
                  </a:lnTo>
                  <a:close/>
                  <a:moveTo>
                    <a:pt x="864493" y="1623086"/>
                  </a:moveTo>
                  <a:lnTo>
                    <a:pt x="876823" y="1535863"/>
                  </a:lnTo>
                  <a:lnTo>
                    <a:pt x="813008" y="1575926"/>
                  </a:lnTo>
                  <a:close/>
                  <a:moveTo>
                    <a:pt x="423577" y="1234539"/>
                  </a:moveTo>
                  <a:lnTo>
                    <a:pt x="432489" y="1226634"/>
                  </a:lnTo>
                  <a:lnTo>
                    <a:pt x="390674" y="1204871"/>
                  </a:lnTo>
                  <a:close/>
                  <a:moveTo>
                    <a:pt x="155778" y="979989"/>
                  </a:moveTo>
                  <a:lnTo>
                    <a:pt x="213033" y="1062204"/>
                  </a:lnTo>
                  <a:lnTo>
                    <a:pt x="154427" y="975475"/>
                  </a:lnTo>
                  <a:close/>
                  <a:moveTo>
                    <a:pt x="2163494" y="3066072"/>
                  </a:moveTo>
                  <a:lnTo>
                    <a:pt x="2120743" y="3121436"/>
                  </a:lnTo>
                  <a:lnTo>
                    <a:pt x="2245311" y="3093318"/>
                  </a:lnTo>
                  <a:close/>
                  <a:moveTo>
                    <a:pt x="1337069" y="2081811"/>
                  </a:moveTo>
                  <a:lnTo>
                    <a:pt x="1315279" y="2174779"/>
                  </a:lnTo>
                  <a:lnTo>
                    <a:pt x="1335497" y="2136136"/>
                  </a:lnTo>
                  <a:close/>
                  <a:moveTo>
                    <a:pt x="1285576" y="2163174"/>
                  </a:moveTo>
                  <a:lnTo>
                    <a:pt x="1315279" y="2174779"/>
                  </a:lnTo>
                  <a:lnTo>
                    <a:pt x="1337069" y="2081811"/>
                  </a:lnTo>
                  <a:close/>
                  <a:moveTo>
                    <a:pt x="1277137" y="2069943"/>
                  </a:moveTo>
                  <a:lnTo>
                    <a:pt x="1285576" y="2163174"/>
                  </a:lnTo>
                  <a:lnTo>
                    <a:pt x="1337069" y="2081811"/>
                  </a:lnTo>
                  <a:close/>
                  <a:moveTo>
                    <a:pt x="1337069" y="2081811"/>
                  </a:moveTo>
                  <a:lnTo>
                    <a:pt x="1335497" y="2136136"/>
                  </a:lnTo>
                  <a:lnTo>
                    <a:pt x="1349991" y="2092564"/>
                  </a:lnTo>
                  <a:close/>
                  <a:moveTo>
                    <a:pt x="1235631" y="1826211"/>
                  </a:moveTo>
                  <a:lnTo>
                    <a:pt x="1311279" y="1889697"/>
                  </a:lnTo>
                  <a:lnTo>
                    <a:pt x="1309471" y="1904063"/>
                  </a:lnTo>
                  <a:close/>
                  <a:moveTo>
                    <a:pt x="1109523" y="1645157"/>
                  </a:moveTo>
                  <a:lnTo>
                    <a:pt x="1050541" y="1691505"/>
                  </a:lnTo>
                  <a:lnTo>
                    <a:pt x="1042869" y="1738845"/>
                  </a:lnTo>
                  <a:close/>
                  <a:moveTo>
                    <a:pt x="1109523" y="1645157"/>
                  </a:moveTo>
                  <a:lnTo>
                    <a:pt x="1042869" y="1738845"/>
                  </a:lnTo>
                  <a:lnTo>
                    <a:pt x="1113591" y="1741942"/>
                  </a:lnTo>
                  <a:close/>
                  <a:moveTo>
                    <a:pt x="878228" y="1511827"/>
                  </a:moveTo>
                  <a:lnTo>
                    <a:pt x="905036" y="1426142"/>
                  </a:lnTo>
                  <a:lnTo>
                    <a:pt x="820195" y="1498415"/>
                  </a:lnTo>
                  <a:close/>
                  <a:moveTo>
                    <a:pt x="839052" y="1396407"/>
                  </a:moveTo>
                  <a:lnTo>
                    <a:pt x="776946" y="1352628"/>
                  </a:lnTo>
                  <a:lnTo>
                    <a:pt x="790130" y="1434843"/>
                  </a:lnTo>
                  <a:close/>
                  <a:moveTo>
                    <a:pt x="2244014" y="3030324"/>
                  </a:moveTo>
                  <a:lnTo>
                    <a:pt x="2163494" y="3066072"/>
                  </a:lnTo>
                  <a:lnTo>
                    <a:pt x="2245311" y="3093318"/>
                  </a:lnTo>
                  <a:close/>
                  <a:moveTo>
                    <a:pt x="2232152" y="2939875"/>
                  </a:moveTo>
                  <a:lnTo>
                    <a:pt x="2233210" y="2958494"/>
                  </a:lnTo>
                  <a:lnTo>
                    <a:pt x="2241013" y="2862048"/>
                  </a:lnTo>
                  <a:close/>
                  <a:moveTo>
                    <a:pt x="1834209" y="2455702"/>
                  </a:moveTo>
                  <a:lnTo>
                    <a:pt x="1800227" y="2448101"/>
                  </a:lnTo>
                  <a:lnTo>
                    <a:pt x="1857391" y="2478922"/>
                  </a:lnTo>
                  <a:close/>
                  <a:moveTo>
                    <a:pt x="905036" y="1426142"/>
                  </a:moveTo>
                  <a:lnTo>
                    <a:pt x="915705" y="1381266"/>
                  </a:lnTo>
                  <a:lnTo>
                    <a:pt x="839052" y="1396407"/>
                  </a:lnTo>
                  <a:close/>
                  <a:moveTo>
                    <a:pt x="910168" y="1285676"/>
                  </a:moveTo>
                  <a:lnTo>
                    <a:pt x="851341" y="1275755"/>
                  </a:lnTo>
                  <a:lnTo>
                    <a:pt x="820476" y="1388647"/>
                  </a:lnTo>
                  <a:close/>
                  <a:moveTo>
                    <a:pt x="915705" y="1381266"/>
                  </a:moveTo>
                  <a:lnTo>
                    <a:pt x="910168" y="1285676"/>
                  </a:lnTo>
                  <a:lnTo>
                    <a:pt x="820476" y="1388647"/>
                  </a:lnTo>
                  <a:close/>
                  <a:moveTo>
                    <a:pt x="1049697" y="1357970"/>
                  </a:moveTo>
                  <a:lnTo>
                    <a:pt x="1075044" y="1473003"/>
                  </a:lnTo>
                  <a:lnTo>
                    <a:pt x="1078975" y="1440185"/>
                  </a:lnTo>
                  <a:close/>
                  <a:moveTo>
                    <a:pt x="992534" y="1474625"/>
                  </a:moveTo>
                  <a:lnTo>
                    <a:pt x="1075044" y="1473003"/>
                  </a:lnTo>
                  <a:lnTo>
                    <a:pt x="1049697" y="1357970"/>
                  </a:lnTo>
                  <a:close/>
                  <a:moveTo>
                    <a:pt x="821220" y="1197305"/>
                  </a:moveTo>
                  <a:lnTo>
                    <a:pt x="910168" y="1285676"/>
                  </a:lnTo>
                  <a:lnTo>
                    <a:pt x="850321" y="1231976"/>
                  </a:lnTo>
                  <a:close/>
                  <a:moveTo>
                    <a:pt x="2335567" y="2816300"/>
                  </a:moveTo>
                  <a:lnTo>
                    <a:pt x="2241013" y="2862048"/>
                  </a:lnTo>
                  <a:lnTo>
                    <a:pt x="2313545" y="2854573"/>
                  </a:lnTo>
                  <a:close/>
                  <a:moveTo>
                    <a:pt x="2335567" y="2816300"/>
                  </a:moveTo>
                  <a:lnTo>
                    <a:pt x="2298299" y="2797572"/>
                  </a:lnTo>
                  <a:lnTo>
                    <a:pt x="2242611" y="2831280"/>
                  </a:lnTo>
                  <a:close/>
                  <a:moveTo>
                    <a:pt x="1812581" y="2159639"/>
                  </a:moveTo>
                  <a:lnTo>
                    <a:pt x="1809641" y="2262336"/>
                  </a:lnTo>
                  <a:lnTo>
                    <a:pt x="1852418" y="2245126"/>
                  </a:lnTo>
                  <a:close/>
                  <a:moveTo>
                    <a:pt x="1812581" y="2159639"/>
                  </a:moveTo>
                  <a:lnTo>
                    <a:pt x="1852418" y="2245126"/>
                  </a:lnTo>
                  <a:lnTo>
                    <a:pt x="1899964" y="2207691"/>
                  </a:lnTo>
                  <a:close/>
                  <a:moveTo>
                    <a:pt x="1599555" y="1920485"/>
                  </a:moveTo>
                  <a:lnTo>
                    <a:pt x="1571389" y="1912405"/>
                  </a:lnTo>
                  <a:lnTo>
                    <a:pt x="1627996" y="1963363"/>
                  </a:lnTo>
                  <a:close/>
                  <a:moveTo>
                    <a:pt x="1152007" y="1361808"/>
                  </a:moveTo>
                  <a:lnTo>
                    <a:pt x="1222288" y="1345917"/>
                  </a:lnTo>
                  <a:lnTo>
                    <a:pt x="1147150" y="1440185"/>
                  </a:lnTo>
                  <a:close/>
                  <a:moveTo>
                    <a:pt x="1205017" y="1327838"/>
                  </a:moveTo>
                  <a:lnTo>
                    <a:pt x="1121008" y="1335543"/>
                  </a:lnTo>
                  <a:lnTo>
                    <a:pt x="1147150" y="1440185"/>
                  </a:lnTo>
                  <a:close/>
                  <a:moveTo>
                    <a:pt x="1986195" y="2185463"/>
                  </a:moveTo>
                  <a:lnTo>
                    <a:pt x="1963827" y="2223900"/>
                  </a:lnTo>
                  <a:lnTo>
                    <a:pt x="1981331" y="2233252"/>
                  </a:lnTo>
                  <a:close/>
                  <a:moveTo>
                    <a:pt x="1963827" y="2223900"/>
                  </a:moveTo>
                  <a:lnTo>
                    <a:pt x="1986195" y="2185463"/>
                  </a:lnTo>
                  <a:lnTo>
                    <a:pt x="1899964" y="2207691"/>
                  </a:lnTo>
                  <a:close/>
                  <a:moveTo>
                    <a:pt x="2032844" y="2210645"/>
                  </a:moveTo>
                  <a:lnTo>
                    <a:pt x="1981331" y="2233252"/>
                  </a:lnTo>
                  <a:lnTo>
                    <a:pt x="2116048" y="2243071"/>
                  </a:lnTo>
                  <a:close/>
                  <a:moveTo>
                    <a:pt x="1708291" y="1861698"/>
                  </a:moveTo>
                  <a:lnTo>
                    <a:pt x="1750795" y="1887735"/>
                  </a:lnTo>
                  <a:lnTo>
                    <a:pt x="1731815" y="1803074"/>
                  </a:lnTo>
                  <a:close/>
                  <a:moveTo>
                    <a:pt x="1603986" y="1721850"/>
                  </a:moveTo>
                  <a:lnTo>
                    <a:pt x="1650462" y="1774388"/>
                  </a:lnTo>
                  <a:lnTo>
                    <a:pt x="1580748" y="1704612"/>
                  </a:lnTo>
                  <a:close/>
                  <a:moveTo>
                    <a:pt x="1580748" y="1704612"/>
                  </a:moveTo>
                  <a:lnTo>
                    <a:pt x="1650462" y="1774388"/>
                  </a:lnTo>
                  <a:lnTo>
                    <a:pt x="1664476" y="1797227"/>
                  </a:lnTo>
                  <a:close/>
                  <a:moveTo>
                    <a:pt x="1580748" y="1704612"/>
                  </a:moveTo>
                  <a:lnTo>
                    <a:pt x="1664476" y="1797227"/>
                  </a:lnTo>
                  <a:lnTo>
                    <a:pt x="1647904" y="1710608"/>
                  </a:lnTo>
                  <a:close/>
                  <a:moveTo>
                    <a:pt x="1128296" y="1129433"/>
                  </a:moveTo>
                  <a:lnTo>
                    <a:pt x="1167128" y="1155104"/>
                  </a:lnTo>
                  <a:lnTo>
                    <a:pt x="1148166" y="1132243"/>
                  </a:lnTo>
                  <a:close/>
                  <a:moveTo>
                    <a:pt x="2132241" y="2159772"/>
                  </a:moveTo>
                  <a:lnTo>
                    <a:pt x="2032844" y="2210645"/>
                  </a:lnTo>
                  <a:lnTo>
                    <a:pt x="2116048" y="2243071"/>
                  </a:lnTo>
                  <a:close/>
                  <a:moveTo>
                    <a:pt x="2132241" y="2159772"/>
                  </a:moveTo>
                  <a:lnTo>
                    <a:pt x="2122097" y="2064812"/>
                  </a:lnTo>
                  <a:lnTo>
                    <a:pt x="2038828" y="2075030"/>
                  </a:lnTo>
                  <a:close/>
                  <a:moveTo>
                    <a:pt x="2064025" y="2048567"/>
                  </a:moveTo>
                  <a:lnTo>
                    <a:pt x="1993594" y="2063898"/>
                  </a:lnTo>
                  <a:lnTo>
                    <a:pt x="2122097" y="2064812"/>
                  </a:lnTo>
                  <a:close/>
                  <a:moveTo>
                    <a:pt x="2122097" y="2064812"/>
                  </a:moveTo>
                  <a:lnTo>
                    <a:pt x="1993594" y="2063898"/>
                  </a:lnTo>
                  <a:lnTo>
                    <a:pt x="2038828" y="2075030"/>
                  </a:lnTo>
                  <a:close/>
                  <a:moveTo>
                    <a:pt x="2556491" y="2558103"/>
                  </a:moveTo>
                  <a:lnTo>
                    <a:pt x="2633486" y="2640317"/>
                  </a:lnTo>
                  <a:lnTo>
                    <a:pt x="2657016" y="2636653"/>
                  </a:lnTo>
                  <a:close/>
                  <a:moveTo>
                    <a:pt x="1379264" y="1008562"/>
                  </a:moveTo>
                  <a:lnTo>
                    <a:pt x="1297930" y="957579"/>
                  </a:lnTo>
                  <a:lnTo>
                    <a:pt x="1343411" y="1075734"/>
                  </a:lnTo>
                  <a:close/>
                  <a:moveTo>
                    <a:pt x="2253797" y="1833832"/>
                  </a:moveTo>
                  <a:lnTo>
                    <a:pt x="2223146" y="1823509"/>
                  </a:lnTo>
                  <a:lnTo>
                    <a:pt x="2245880" y="1927792"/>
                  </a:lnTo>
                  <a:close/>
                  <a:moveTo>
                    <a:pt x="2245880" y="1927792"/>
                  </a:moveTo>
                  <a:lnTo>
                    <a:pt x="2223146" y="1823509"/>
                  </a:lnTo>
                  <a:lnTo>
                    <a:pt x="2169929" y="1828856"/>
                  </a:lnTo>
                  <a:close/>
                  <a:moveTo>
                    <a:pt x="2267457" y="1823509"/>
                  </a:moveTo>
                  <a:lnTo>
                    <a:pt x="2253797" y="1833832"/>
                  </a:lnTo>
                  <a:lnTo>
                    <a:pt x="2314401" y="1832586"/>
                  </a:lnTo>
                  <a:close/>
                  <a:moveTo>
                    <a:pt x="2155255" y="1779730"/>
                  </a:moveTo>
                  <a:lnTo>
                    <a:pt x="2169929" y="1828856"/>
                  </a:lnTo>
                  <a:lnTo>
                    <a:pt x="2223146" y="1823509"/>
                  </a:lnTo>
                  <a:close/>
                  <a:moveTo>
                    <a:pt x="2155255" y="1779730"/>
                  </a:moveTo>
                  <a:lnTo>
                    <a:pt x="2223146" y="1823509"/>
                  </a:lnTo>
                  <a:lnTo>
                    <a:pt x="2157641" y="1741294"/>
                  </a:lnTo>
                  <a:close/>
                  <a:moveTo>
                    <a:pt x="1471098" y="932426"/>
                  </a:moveTo>
                  <a:lnTo>
                    <a:pt x="1469686" y="852775"/>
                  </a:lnTo>
                  <a:lnTo>
                    <a:pt x="1407250" y="897995"/>
                  </a:lnTo>
                  <a:close/>
                  <a:moveTo>
                    <a:pt x="1455693" y="1015660"/>
                  </a:moveTo>
                  <a:lnTo>
                    <a:pt x="1559797" y="1020999"/>
                  </a:lnTo>
                  <a:lnTo>
                    <a:pt x="1535727" y="919142"/>
                  </a:lnTo>
                  <a:close/>
                  <a:moveTo>
                    <a:pt x="2223146" y="1823509"/>
                  </a:moveTo>
                  <a:lnTo>
                    <a:pt x="2253797" y="1833832"/>
                  </a:lnTo>
                  <a:lnTo>
                    <a:pt x="2255837" y="1819606"/>
                  </a:lnTo>
                  <a:close/>
                  <a:moveTo>
                    <a:pt x="2223146" y="1823509"/>
                  </a:moveTo>
                  <a:lnTo>
                    <a:pt x="2255837" y="1819606"/>
                  </a:lnTo>
                  <a:lnTo>
                    <a:pt x="2157641" y="1741294"/>
                  </a:lnTo>
                  <a:close/>
                  <a:moveTo>
                    <a:pt x="2255837" y="1819606"/>
                  </a:moveTo>
                  <a:lnTo>
                    <a:pt x="2253797" y="1833832"/>
                  </a:lnTo>
                  <a:lnTo>
                    <a:pt x="2267457" y="1823509"/>
                  </a:lnTo>
                  <a:close/>
                  <a:moveTo>
                    <a:pt x="1806746" y="1061810"/>
                  </a:moveTo>
                  <a:lnTo>
                    <a:pt x="1743872" y="1105391"/>
                  </a:lnTo>
                  <a:lnTo>
                    <a:pt x="1694734" y="1083573"/>
                  </a:lnTo>
                  <a:close/>
                  <a:moveTo>
                    <a:pt x="1809430" y="1139421"/>
                  </a:moveTo>
                  <a:lnTo>
                    <a:pt x="1806746" y="1061810"/>
                  </a:lnTo>
                  <a:lnTo>
                    <a:pt x="1694734" y="1083573"/>
                  </a:lnTo>
                  <a:close/>
                  <a:moveTo>
                    <a:pt x="1742333" y="993785"/>
                  </a:moveTo>
                  <a:lnTo>
                    <a:pt x="1694734" y="1083573"/>
                  </a:lnTo>
                  <a:lnTo>
                    <a:pt x="1701227" y="1066704"/>
                  </a:lnTo>
                  <a:close/>
                  <a:moveTo>
                    <a:pt x="1535727" y="919142"/>
                  </a:moveTo>
                  <a:lnTo>
                    <a:pt x="1545456" y="1001358"/>
                  </a:lnTo>
                  <a:lnTo>
                    <a:pt x="1518980" y="893499"/>
                  </a:lnTo>
                  <a:close/>
                  <a:moveTo>
                    <a:pt x="1315134" y="498168"/>
                  </a:moveTo>
                  <a:lnTo>
                    <a:pt x="1306462" y="590282"/>
                  </a:lnTo>
                  <a:lnTo>
                    <a:pt x="1315661" y="555557"/>
                  </a:lnTo>
                  <a:close/>
                  <a:moveTo>
                    <a:pt x="1278831" y="567182"/>
                  </a:moveTo>
                  <a:lnTo>
                    <a:pt x="1306462" y="590282"/>
                  </a:lnTo>
                  <a:lnTo>
                    <a:pt x="1315134" y="498168"/>
                  </a:lnTo>
                  <a:close/>
                  <a:moveTo>
                    <a:pt x="2255015" y="1519997"/>
                  </a:moveTo>
                  <a:lnTo>
                    <a:pt x="2283558" y="1596885"/>
                  </a:lnTo>
                  <a:lnTo>
                    <a:pt x="2306917" y="1538394"/>
                  </a:lnTo>
                  <a:close/>
                  <a:moveTo>
                    <a:pt x="2255015" y="1519997"/>
                  </a:moveTo>
                  <a:lnTo>
                    <a:pt x="2306917" y="1538394"/>
                  </a:lnTo>
                  <a:lnTo>
                    <a:pt x="2306822" y="1538223"/>
                  </a:lnTo>
                  <a:close/>
                  <a:moveTo>
                    <a:pt x="2040207" y="1273172"/>
                  </a:moveTo>
                  <a:lnTo>
                    <a:pt x="2059386" y="1291782"/>
                  </a:lnTo>
                  <a:lnTo>
                    <a:pt x="2006492" y="1251312"/>
                  </a:lnTo>
                  <a:close/>
                  <a:moveTo>
                    <a:pt x="2049174" y="865513"/>
                  </a:moveTo>
                  <a:lnTo>
                    <a:pt x="2149208" y="860635"/>
                  </a:lnTo>
                  <a:lnTo>
                    <a:pt x="2132658" y="847612"/>
                  </a:lnTo>
                  <a:close/>
                  <a:moveTo>
                    <a:pt x="1680208" y="383147"/>
                  </a:moveTo>
                  <a:lnTo>
                    <a:pt x="1719478" y="451313"/>
                  </a:lnTo>
                  <a:lnTo>
                    <a:pt x="1751980" y="474973"/>
                  </a:lnTo>
                  <a:close/>
                  <a:moveTo>
                    <a:pt x="1719478" y="451313"/>
                  </a:moveTo>
                  <a:lnTo>
                    <a:pt x="1680208" y="383147"/>
                  </a:lnTo>
                  <a:lnTo>
                    <a:pt x="1721903" y="436536"/>
                  </a:lnTo>
                  <a:close/>
                  <a:moveTo>
                    <a:pt x="1692291" y="392758"/>
                  </a:moveTo>
                  <a:lnTo>
                    <a:pt x="1656415" y="347998"/>
                  </a:lnTo>
                  <a:lnTo>
                    <a:pt x="1680208" y="383147"/>
                  </a:lnTo>
                  <a:close/>
                  <a:moveTo>
                    <a:pt x="1613164" y="276967"/>
                  </a:moveTo>
                  <a:lnTo>
                    <a:pt x="1680208" y="383147"/>
                  </a:lnTo>
                  <a:lnTo>
                    <a:pt x="1605641" y="310542"/>
                  </a:lnTo>
                  <a:close/>
                  <a:moveTo>
                    <a:pt x="1676130" y="354321"/>
                  </a:moveTo>
                  <a:lnTo>
                    <a:pt x="1680208" y="383147"/>
                  </a:lnTo>
                  <a:lnTo>
                    <a:pt x="1613164" y="276967"/>
                  </a:lnTo>
                  <a:close/>
                  <a:moveTo>
                    <a:pt x="1792326" y="252497"/>
                  </a:moveTo>
                  <a:lnTo>
                    <a:pt x="1907541" y="299197"/>
                  </a:lnTo>
                  <a:lnTo>
                    <a:pt x="1817825" y="242422"/>
                  </a:lnTo>
                  <a:close/>
                  <a:moveTo>
                    <a:pt x="2048719" y="117978"/>
                  </a:moveTo>
                  <a:lnTo>
                    <a:pt x="2098984" y="156797"/>
                  </a:lnTo>
                  <a:lnTo>
                    <a:pt x="2031265" y="79334"/>
                  </a:lnTo>
                  <a:close/>
                  <a:moveTo>
                    <a:pt x="2031265" y="79334"/>
                  </a:moveTo>
                  <a:lnTo>
                    <a:pt x="2098984" y="156797"/>
                  </a:lnTo>
                  <a:lnTo>
                    <a:pt x="2110095" y="175932"/>
                  </a:lnTo>
                  <a:close/>
                  <a:moveTo>
                    <a:pt x="2031265" y="79334"/>
                  </a:moveTo>
                  <a:lnTo>
                    <a:pt x="2110095" y="175932"/>
                  </a:lnTo>
                  <a:lnTo>
                    <a:pt x="2066820" y="111021"/>
                  </a:lnTo>
                  <a:close/>
                  <a:moveTo>
                    <a:pt x="1931203" y="0"/>
                  </a:moveTo>
                  <a:lnTo>
                    <a:pt x="2031265" y="79334"/>
                  </a:lnTo>
                  <a:lnTo>
                    <a:pt x="1981858" y="19410"/>
                  </a:lnTo>
                  <a:close/>
                  <a:moveTo>
                    <a:pt x="2048719" y="117978"/>
                  </a:moveTo>
                  <a:lnTo>
                    <a:pt x="2031265" y="79334"/>
                  </a:lnTo>
                  <a:lnTo>
                    <a:pt x="2017142" y="7458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80" name="Candidate_density__2099">
              <a:extLst>
                <a:ext uri="{FF2B5EF4-FFF2-40B4-BE49-F238E27FC236}">
                  <a16:creationId xmlns:a16="http://schemas.microsoft.com/office/drawing/2014/main" id="{040980E3-6C81-60FC-8010-0D5AAEC17FDA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27463"/>
              <a:ext cx="2670529" cy="3102546"/>
            </a:xfrm>
            <a:custGeom>
              <a:avLst/>
              <a:gdLst/>
              <a:ahLst/>
              <a:cxnLst/>
              <a:rect l="0" t="0" r="0" b="0"/>
              <a:pathLst>
                <a:path w="2670529" h="3102546">
                  <a:moveTo>
                    <a:pt x="522660" y="2385988"/>
                  </a:moveTo>
                  <a:lnTo>
                    <a:pt x="589504" y="2446198"/>
                  </a:lnTo>
                  <a:lnTo>
                    <a:pt x="506349" y="2353117"/>
                  </a:lnTo>
                  <a:close/>
                  <a:moveTo>
                    <a:pt x="506349" y="2353117"/>
                  </a:moveTo>
                  <a:lnTo>
                    <a:pt x="500623" y="2347551"/>
                  </a:lnTo>
                  <a:lnTo>
                    <a:pt x="450104" y="2326867"/>
                  </a:lnTo>
                  <a:close/>
                  <a:moveTo>
                    <a:pt x="135313" y="1555482"/>
                  </a:moveTo>
                  <a:lnTo>
                    <a:pt x="44290" y="1486964"/>
                  </a:lnTo>
                  <a:lnTo>
                    <a:pt x="896" y="1546779"/>
                  </a:lnTo>
                  <a:close/>
                  <a:moveTo>
                    <a:pt x="977700" y="2435109"/>
                  </a:moveTo>
                  <a:lnTo>
                    <a:pt x="984871" y="2502578"/>
                  </a:lnTo>
                  <a:lnTo>
                    <a:pt x="1036225" y="2479378"/>
                  </a:lnTo>
                  <a:close/>
                  <a:moveTo>
                    <a:pt x="818206" y="2381452"/>
                  </a:moveTo>
                  <a:lnTo>
                    <a:pt x="739144" y="2419819"/>
                  </a:lnTo>
                  <a:lnTo>
                    <a:pt x="810524" y="2408038"/>
                  </a:lnTo>
                  <a:close/>
                  <a:moveTo>
                    <a:pt x="546748" y="2062469"/>
                  </a:moveTo>
                  <a:lnTo>
                    <a:pt x="496638" y="2070445"/>
                  </a:lnTo>
                  <a:lnTo>
                    <a:pt x="510376" y="2049567"/>
                  </a:lnTo>
                  <a:close/>
                  <a:moveTo>
                    <a:pt x="492895" y="2056448"/>
                  </a:moveTo>
                  <a:lnTo>
                    <a:pt x="546748" y="2062469"/>
                  </a:lnTo>
                  <a:lnTo>
                    <a:pt x="510376" y="2049567"/>
                  </a:lnTo>
                  <a:close/>
                  <a:moveTo>
                    <a:pt x="164769" y="1569179"/>
                  </a:moveTo>
                  <a:lnTo>
                    <a:pt x="223912" y="1608081"/>
                  </a:lnTo>
                  <a:lnTo>
                    <a:pt x="161732" y="1550679"/>
                  </a:lnTo>
                  <a:close/>
                  <a:moveTo>
                    <a:pt x="135313" y="1555482"/>
                  </a:moveTo>
                  <a:lnTo>
                    <a:pt x="164769" y="1569179"/>
                  </a:lnTo>
                  <a:lnTo>
                    <a:pt x="161732" y="1550679"/>
                  </a:lnTo>
                  <a:close/>
                  <a:moveTo>
                    <a:pt x="46378" y="1286424"/>
                  </a:moveTo>
                  <a:lnTo>
                    <a:pt x="22179" y="1303265"/>
                  </a:lnTo>
                  <a:lnTo>
                    <a:pt x="98633" y="1366312"/>
                  </a:lnTo>
                  <a:close/>
                  <a:moveTo>
                    <a:pt x="82021" y="1215114"/>
                  </a:moveTo>
                  <a:lnTo>
                    <a:pt x="21642" y="1203608"/>
                  </a:lnTo>
                  <a:lnTo>
                    <a:pt x="0" y="1322533"/>
                  </a:lnTo>
                  <a:close/>
                  <a:moveTo>
                    <a:pt x="277055" y="1376367"/>
                  </a:moveTo>
                  <a:lnTo>
                    <a:pt x="294131" y="1448528"/>
                  </a:lnTo>
                  <a:lnTo>
                    <a:pt x="311934" y="1443323"/>
                  </a:lnTo>
                  <a:close/>
                  <a:moveTo>
                    <a:pt x="277055" y="1376367"/>
                  </a:moveTo>
                  <a:lnTo>
                    <a:pt x="311934" y="1443323"/>
                  </a:lnTo>
                  <a:lnTo>
                    <a:pt x="350098" y="1370807"/>
                  </a:lnTo>
                  <a:close/>
                  <a:moveTo>
                    <a:pt x="47198" y="1282924"/>
                  </a:moveTo>
                  <a:lnTo>
                    <a:pt x="46378" y="1286424"/>
                  </a:lnTo>
                  <a:lnTo>
                    <a:pt x="163898" y="1348733"/>
                  </a:lnTo>
                  <a:close/>
                  <a:moveTo>
                    <a:pt x="27654" y="1216418"/>
                  </a:moveTo>
                  <a:lnTo>
                    <a:pt x="47198" y="1282924"/>
                  </a:lnTo>
                  <a:lnTo>
                    <a:pt x="107235" y="1235299"/>
                  </a:lnTo>
                  <a:close/>
                  <a:moveTo>
                    <a:pt x="1793424" y="3054393"/>
                  </a:moveTo>
                  <a:lnTo>
                    <a:pt x="1852465" y="3086702"/>
                  </a:lnTo>
                  <a:lnTo>
                    <a:pt x="1911485" y="3098171"/>
                  </a:lnTo>
                  <a:close/>
                  <a:moveTo>
                    <a:pt x="1950412" y="3098171"/>
                  </a:moveTo>
                  <a:lnTo>
                    <a:pt x="1907710" y="3102546"/>
                  </a:lnTo>
                  <a:lnTo>
                    <a:pt x="1866619" y="3054393"/>
                  </a:lnTo>
                  <a:close/>
                  <a:moveTo>
                    <a:pt x="137516" y="1069905"/>
                  </a:moveTo>
                  <a:lnTo>
                    <a:pt x="138698" y="968852"/>
                  </a:lnTo>
                  <a:lnTo>
                    <a:pt x="145388" y="1042794"/>
                  </a:lnTo>
                  <a:close/>
                  <a:moveTo>
                    <a:pt x="1923723" y="2989436"/>
                  </a:moveTo>
                  <a:lnTo>
                    <a:pt x="1950412" y="3098171"/>
                  </a:lnTo>
                  <a:lnTo>
                    <a:pt x="1961451" y="3015957"/>
                  </a:lnTo>
                  <a:close/>
                  <a:moveTo>
                    <a:pt x="1279275" y="2185180"/>
                  </a:moveTo>
                  <a:lnTo>
                    <a:pt x="1317710" y="2265426"/>
                  </a:lnTo>
                  <a:lnTo>
                    <a:pt x="1338263" y="2161522"/>
                  </a:lnTo>
                  <a:close/>
                  <a:moveTo>
                    <a:pt x="1264533" y="2260964"/>
                  </a:moveTo>
                  <a:lnTo>
                    <a:pt x="1317710" y="2265426"/>
                  </a:lnTo>
                  <a:lnTo>
                    <a:pt x="1279275" y="2185180"/>
                  </a:lnTo>
                  <a:close/>
                  <a:moveTo>
                    <a:pt x="592886" y="1371655"/>
                  </a:moveTo>
                  <a:lnTo>
                    <a:pt x="684134" y="1428936"/>
                  </a:lnTo>
                  <a:lnTo>
                    <a:pt x="622664" y="1402167"/>
                  </a:lnTo>
                  <a:close/>
                  <a:moveTo>
                    <a:pt x="744890" y="1340042"/>
                  </a:moveTo>
                  <a:lnTo>
                    <a:pt x="690962" y="1378866"/>
                  </a:lnTo>
                  <a:lnTo>
                    <a:pt x="684134" y="1428936"/>
                  </a:lnTo>
                  <a:close/>
                  <a:moveTo>
                    <a:pt x="390674" y="1185461"/>
                  </a:moveTo>
                  <a:lnTo>
                    <a:pt x="432489" y="1207224"/>
                  </a:lnTo>
                  <a:lnTo>
                    <a:pt x="390224" y="1090429"/>
                  </a:lnTo>
                  <a:close/>
                  <a:moveTo>
                    <a:pt x="390224" y="1090429"/>
                  </a:moveTo>
                  <a:lnTo>
                    <a:pt x="436917" y="1201549"/>
                  </a:lnTo>
                  <a:lnTo>
                    <a:pt x="483068" y="1158898"/>
                  </a:lnTo>
                  <a:close/>
                  <a:moveTo>
                    <a:pt x="2074836" y="3059735"/>
                  </a:moveTo>
                  <a:lnTo>
                    <a:pt x="2098620" y="3068525"/>
                  </a:lnTo>
                  <a:lnTo>
                    <a:pt x="2120743" y="3102026"/>
                  </a:lnTo>
                  <a:close/>
                  <a:moveTo>
                    <a:pt x="1318731" y="1977217"/>
                  </a:moveTo>
                  <a:lnTo>
                    <a:pt x="1277137" y="2050533"/>
                  </a:lnTo>
                  <a:lnTo>
                    <a:pt x="1337069" y="2062401"/>
                  </a:lnTo>
                  <a:close/>
                  <a:moveTo>
                    <a:pt x="1318731" y="1977217"/>
                  </a:moveTo>
                  <a:lnTo>
                    <a:pt x="1337069" y="2062401"/>
                  </a:lnTo>
                  <a:lnTo>
                    <a:pt x="1349991" y="2073154"/>
                  </a:lnTo>
                  <a:close/>
                  <a:moveTo>
                    <a:pt x="1113591" y="1722532"/>
                  </a:moveTo>
                  <a:lnTo>
                    <a:pt x="1022131" y="1781076"/>
                  </a:lnTo>
                  <a:lnTo>
                    <a:pt x="1100433" y="1795175"/>
                  </a:lnTo>
                  <a:close/>
                  <a:moveTo>
                    <a:pt x="878228" y="1492417"/>
                  </a:moveTo>
                  <a:lnTo>
                    <a:pt x="813008" y="1556516"/>
                  </a:lnTo>
                  <a:lnTo>
                    <a:pt x="876823" y="1516453"/>
                  </a:lnTo>
                  <a:close/>
                  <a:moveTo>
                    <a:pt x="878228" y="1492417"/>
                  </a:moveTo>
                  <a:lnTo>
                    <a:pt x="886567" y="1497648"/>
                  </a:lnTo>
                  <a:lnTo>
                    <a:pt x="905036" y="1406732"/>
                  </a:lnTo>
                  <a:close/>
                  <a:moveTo>
                    <a:pt x="740101" y="1347386"/>
                  </a:moveTo>
                  <a:lnTo>
                    <a:pt x="690962" y="1378866"/>
                  </a:lnTo>
                  <a:lnTo>
                    <a:pt x="820476" y="1369237"/>
                  </a:lnTo>
                  <a:close/>
                  <a:moveTo>
                    <a:pt x="2244014" y="3010914"/>
                  </a:moveTo>
                  <a:lnTo>
                    <a:pt x="2245311" y="3073908"/>
                  </a:lnTo>
                  <a:lnTo>
                    <a:pt x="2251037" y="3021298"/>
                  </a:lnTo>
                  <a:close/>
                  <a:moveTo>
                    <a:pt x="2232152" y="2920465"/>
                  </a:moveTo>
                  <a:lnTo>
                    <a:pt x="2251037" y="3021298"/>
                  </a:lnTo>
                  <a:lnTo>
                    <a:pt x="2233210" y="2939084"/>
                  </a:lnTo>
                  <a:close/>
                  <a:moveTo>
                    <a:pt x="2232152" y="2920465"/>
                  </a:moveTo>
                  <a:lnTo>
                    <a:pt x="2244014" y="3010914"/>
                  </a:lnTo>
                  <a:lnTo>
                    <a:pt x="2251037" y="3021298"/>
                  </a:lnTo>
                  <a:close/>
                  <a:moveTo>
                    <a:pt x="1835724" y="2260240"/>
                  </a:moveTo>
                  <a:lnTo>
                    <a:pt x="1809641" y="2242926"/>
                  </a:lnTo>
                  <a:lnTo>
                    <a:pt x="1798132" y="2301406"/>
                  </a:lnTo>
                  <a:close/>
                  <a:moveTo>
                    <a:pt x="1282707" y="1845819"/>
                  </a:moveTo>
                  <a:lnTo>
                    <a:pt x="1318096" y="1952502"/>
                  </a:lnTo>
                  <a:lnTo>
                    <a:pt x="1311279" y="1870287"/>
                  </a:lnTo>
                  <a:close/>
                  <a:moveTo>
                    <a:pt x="820476" y="1369237"/>
                  </a:moveTo>
                  <a:lnTo>
                    <a:pt x="839052" y="1376997"/>
                  </a:lnTo>
                  <a:lnTo>
                    <a:pt x="915705" y="1361856"/>
                  </a:lnTo>
                  <a:close/>
                  <a:moveTo>
                    <a:pt x="850321" y="1212566"/>
                  </a:moveTo>
                  <a:lnTo>
                    <a:pt x="823366" y="1164838"/>
                  </a:lnTo>
                  <a:lnTo>
                    <a:pt x="821220" y="1177895"/>
                  </a:lnTo>
                  <a:close/>
                  <a:moveTo>
                    <a:pt x="809323" y="1174130"/>
                  </a:moveTo>
                  <a:lnTo>
                    <a:pt x="821220" y="1177895"/>
                  </a:lnTo>
                  <a:lnTo>
                    <a:pt x="823366" y="1164838"/>
                  </a:lnTo>
                  <a:close/>
                  <a:moveTo>
                    <a:pt x="1963827" y="2204490"/>
                  </a:moveTo>
                  <a:lnTo>
                    <a:pt x="1899964" y="2188281"/>
                  </a:lnTo>
                  <a:lnTo>
                    <a:pt x="1972575" y="2209575"/>
                  </a:lnTo>
                  <a:close/>
                  <a:moveTo>
                    <a:pt x="1682726" y="1933380"/>
                  </a:moveTo>
                  <a:lnTo>
                    <a:pt x="1599555" y="1901075"/>
                  </a:lnTo>
                  <a:lnTo>
                    <a:pt x="1627996" y="1943953"/>
                  </a:lnTo>
                  <a:close/>
                  <a:moveTo>
                    <a:pt x="799753" y="895070"/>
                  </a:moveTo>
                  <a:lnTo>
                    <a:pt x="869538" y="898929"/>
                  </a:lnTo>
                  <a:lnTo>
                    <a:pt x="805939" y="884479"/>
                  </a:lnTo>
                  <a:close/>
                  <a:moveTo>
                    <a:pt x="869538" y="898929"/>
                  </a:moveTo>
                  <a:lnTo>
                    <a:pt x="874582" y="862470"/>
                  </a:lnTo>
                  <a:lnTo>
                    <a:pt x="805939" y="884479"/>
                  </a:lnTo>
                  <a:close/>
                  <a:moveTo>
                    <a:pt x="1558639" y="1875629"/>
                  </a:moveTo>
                  <a:lnTo>
                    <a:pt x="1571389" y="1892995"/>
                  </a:lnTo>
                  <a:lnTo>
                    <a:pt x="1599555" y="1901075"/>
                  </a:lnTo>
                  <a:close/>
                  <a:moveTo>
                    <a:pt x="1558639" y="1875629"/>
                  </a:moveTo>
                  <a:lnTo>
                    <a:pt x="1529130" y="1827258"/>
                  </a:lnTo>
                  <a:lnTo>
                    <a:pt x="1571389" y="1892995"/>
                  </a:lnTo>
                  <a:close/>
                  <a:moveTo>
                    <a:pt x="1558639" y="1875629"/>
                  </a:moveTo>
                  <a:lnTo>
                    <a:pt x="1518106" y="1793414"/>
                  </a:lnTo>
                  <a:lnTo>
                    <a:pt x="1529130" y="1827258"/>
                  </a:lnTo>
                  <a:close/>
                  <a:moveTo>
                    <a:pt x="1750795" y="1868325"/>
                  </a:moveTo>
                  <a:lnTo>
                    <a:pt x="1682726" y="1933380"/>
                  </a:lnTo>
                  <a:lnTo>
                    <a:pt x="1747666" y="1897522"/>
                  </a:lnTo>
                  <a:close/>
                  <a:moveTo>
                    <a:pt x="1708291" y="1842288"/>
                  </a:moveTo>
                  <a:lnTo>
                    <a:pt x="1731815" y="1783664"/>
                  </a:lnTo>
                  <a:lnTo>
                    <a:pt x="1664476" y="1777817"/>
                  </a:lnTo>
                  <a:close/>
                  <a:moveTo>
                    <a:pt x="1148166" y="1112833"/>
                  </a:moveTo>
                  <a:lnTo>
                    <a:pt x="1197248" y="1214651"/>
                  </a:lnTo>
                  <a:lnTo>
                    <a:pt x="1220558" y="1104839"/>
                  </a:lnTo>
                  <a:close/>
                  <a:moveTo>
                    <a:pt x="2633486" y="2620907"/>
                  </a:moveTo>
                  <a:lnTo>
                    <a:pt x="2638505" y="2632292"/>
                  </a:lnTo>
                  <a:lnTo>
                    <a:pt x="2655266" y="2631221"/>
                  </a:lnTo>
                  <a:close/>
                  <a:moveTo>
                    <a:pt x="2126431" y="2047281"/>
                  </a:moveTo>
                  <a:lnTo>
                    <a:pt x="2122097" y="2045402"/>
                  </a:lnTo>
                  <a:lnTo>
                    <a:pt x="2132241" y="2140362"/>
                  </a:lnTo>
                  <a:close/>
                  <a:moveTo>
                    <a:pt x="2132241" y="2140362"/>
                  </a:moveTo>
                  <a:lnTo>
                    <a:pt x="2116048" y="2223661"/>
                  </a:lnTo>
                  <a:lnTo>
                    <a:pt x="2167120" y="2166053"/>
                  </a:lnTo>
                  <a:close/>
                  <a:moveTo>
                    <a:pt x="2167120" y="2166053"/>
                  </a:moveTo>
                  <a:lnTo>
                    <a:pt x="2126431" y="2047281"/>
                  </a:lnTo>
                  <a:lnTo>
                    <a:pt x="2132241" y="2140362"/>
                  </a:lnTo>
                  <a:close/>
                  <a:moveTo>
                    <a:pt x="1971875" y="2026738"/>
                  </a:moveTo>
                  <a:lnTo>
                    <a:pt x="2008458" y="1980218"/>
                  </a:lnTo>
                  <a:lnTo>
                    <a:pt x="2044918" y="2021176"/>
                  </a:lnTo>
                  <a:close/>
                  <a:moveTo>
                    <a:pt x="2633486" y="2620907"/>
                  </a:moveTo>
                  <a:lnTo>
                    <a:pt x="2655266" y="2631221"/>
                  </a:lnTo>
                  <a:lnTo>
                    <a:pt x="2657016" y="2617243"/>
                  </a:lnTo>
                  <a:close/>
                  <a:moveTo>
                    <a:pt x="2657016" y="2617243"/>
                  </a:moveTo>
                  <a:lnTo>
                    <a:pt x="2655266" y="2631221"/>
                  </a:lnTo>
                  <a:lnTo>
                    <a:pt x="2670529" y="2620907"/>
                  </a:lnTo>
                  <a:close/>
                  <a:moveTo>
                    <a:pt x="2145738" y="2006965"/>
                  </a:moveTo>
                  <a:lnTo>
                    <a:pt x="2122097" y="2045402"/>
                  </a:lnTo>
                  <a:lnTo>
                    <a:pt x="2126431" y="2047281"/>
                  </a:lnTo>
                  <a:close/>
                  <a:moveTo>
                    <a:pt x="2122097" y="2045402"/>
                  </a:moveTo>
                  <a:lnTo>
                    <a:pt x="2145738" y="2006965"/>
                  </a:lnTo>
                  <a:lnTo>
                    <a:pt x="2044918" y="2021176"/>
                  </a:lnTo>
                  <a:close/>
                  <a:moveTo>
                    <a:pt x="2128683" y="2045402"/>
                  </a:moveTo>
                  <a:lnTo>
                    <a:pt x="2178803" y="2027890"/>
                  </a:lnTo>
                  <a:lnTo>
                    <a:pt x="2126431" y="2047281"/>
                  </a:lnTo>
                  <a:close/>
                  <a:moveTo>
                    <a:pt x="2128683" y="2045402"/>
                  </a:moveTo>
                  <a:lnTo>
                    <a:pt x="2225451" y="2006965"/>
                  </a:lnTo>
                  <a:lnTo>
                    <a:pt x="2178803" y="2027890"/>
                  </a:lnTo>
                  <a:close/>
                  <a:moveTo>
                    <a:pt x="1343411" y="1056324"/>
                  </a:moveTo>
                  <a:lnTo>
                    <a:pt x="1332412" y="1104765"/>
                  </a:lnTo>
                  <a:lnTo>
                    <a:pt x="1341811" y="1064322"/>
                  </a:lnTo>
                  <a:close/>
                  <a:moveTo>
                    <a:pt x="1343411" y="1056324"/>
                  </a:moveTo>
                  <a:lnTo>
                    <a:pt x="1347726" y="1058820"/>
                  </a:lnTo>
                  <a:lnTo>
                    <a:pt x="1379264" y="989152"/>
                  </a:lnTo>
                  <a:close/>
                  <a:moveTo>
                    <a:pt x="1379264" y="989152"/>
                  </a:moveTo>
                  <a:lnTo>
                    <a:pt x="1347726" y="1058820"/>
                  </a:lnTo>
                  <a:lnTo>
                    <a:pt x="1410656" y="1043065"/>
                  </a:lnTo>
                  <a:close/>
                  <a:moveTo>
                    <a:pt x="1379264" y="989152"/>
                  </a:moveTo>
                  <a:lnTo>
                    <a:pt x="1410656" y="1043065"/>
                  </a:lnTo>
                  <a:lnTo>
                    <a:pt x="1455693" y="996250"/>
                  </a:lnTo>
                  <a:close/>
                  <a:moveTo>
                    <a:pt x="2189089" y="1994053"/>
                  </a:moveTo>
                  <a:lnTo>
                    <a:pt x="2225451" y="2006965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53797" y="1814422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45880" y="1908382"/>
                  </a:lnTo>
                  <a:lnTo>
                    <a:pt x="2308397" y="1918149"/>
                  </a:lnTo>
                  <a:close/>
                  <a:moveTo>
                    <a:pt x="2267457" y="1804099"/>
                  </a:moveTo>
                  <a:lnTo>
                    <a:pt x="2314401" y="1813176"/>
                  </a:lnTo>
                  <a:lnTo>
                    <a:pt x="2305983" y="1730879"/>
                  </a:lnTo>
                  <a:close/>
                  <a:moveTo>
                    <a:pt x="2153841" y="1719357"/>
                  </a:moveTo>
                  <a:lnTo>
                    <a:pt x="2090087" y="1674170"/>
                  </a:lnTo>
                  <a:lnTo>
                    <a:pt x="2157641" y="1721884"/>
                  </a:lnTo>
                  <a:close/>
                  <a:moveTo>
                    <a:pt x="1535727" y="899732"/>
                  </a:moveTo>
                  <a:lnTo>
                    <a:pt x="1559797" y="1001589"/>
                  </a:lnTo>
                  <a:lnTo>
                    <a:pt x="1545456" y="981948"/>
                  </a:lnTo>
                  <a:close/>
                  <a:moveTo>
                    <a:pt x="2255837" y="1800195"/>
                  </a:moveTo>
                  <a:lnTo>
                    <a:pt x="2305983" y="1730879"/>
                  </a:lnTo>
                  <a:lnTo>
                    <a:pt x="2278164" y="1690323"/>
                  </a:lnTo>
                  <a:close/>
                  <a:moveTo>
                    <a:pt x="2267457" y="1804099"/>
                  </a:moveTo>
                  <a:lnTo>
                    <a:pt x="2305983" y="1730879"/>
                  </a:lnTo>
                  <a:lnTo>
                    <a:pt x="2255837" y="1800195"/>
                  </a:lnTo>
                  <a:close/>
                  <a:moveTo>
                    <a:pt x="2153841" y="1719357"/>
                  </a:moveTo>
                  <a:lnTo>
                    <a:pt x="2157641" y="1721884"/>
                  </a:lnTo>
                  <a:lnTo>
                    <a:pt x="2160858" y="1716728"/>
                  </a:lnTo>
                  <a:close/>
                  <a:moveTo>
                    <a:pt x="1503874" y="779081"/>
                  </a:moveTo>
                  <a:lnTo>
                    <a:pt x="1469686" y="833365"/>
                  </a:lnTo>
                  <a:lnTo>
                    <a:pt x="1492099" y="795850"/>
                  </a:lnTo>
                  <a:close/>
                  <a:moveTo>
                    <a:pt x="1492099" y="795850"/>
                  </a:moveTo>
                  <a:lnTo>
                    <a:pt x="1457333" y="787180"/>
                  </a:lnTo>
                  <a:lnTo>
                    <a:pt x="1503874" y="779081"/>
                  </a:lnTo>
                  <a:close/>
                  <a:moveTo>
                    <a:pt x="2283558" y="1577475"/>
                  </a:moveTo>
                  <a:lnTo>
                    <a:pt x="2284554" y="1683447"/>
                  </a:lnTo>
                  <a:lnTo>
                    <a:pt x="2321014" y="1601232"/>
                  </a:lnTo>
                  <a:close/>
                  <a:moveTo>
                    <a:pt x="2283558" y="1577475"/>
                  </a:moveTo>
                  <a:lnTo>
                    <a:pt x="2321014" y="1601232"/>
                  </a:lnTo>
                  <a:lnTo>
                    <a:pt x="2306917" y="1518984"/>
                  </a:lnTo>
                  <a:close/>
                  <a:moveTo>
                    <a:pt x="2040207" y="1253762"/>
                  </a:moveTo>
                  <a:lnTo>
                    <a:pt x="2070095" y="1354587"/>
                  </a:lnTo>
                  <a:lnTo>
                    <a:pt x="2059386" y="1272372"/>
                  </a:lnTo>
                  <a:close/>
                  <a:moveTo>
                    <a:pt x="1551332" y="644764"/>
                  </a:moveTo>
                  <a:lnTo>
                    <a:pt x="1630870" y="663488"/>
                  </a:lnTo>
                  <a:lnTo>
                    <a:pt x="1684804" y="649936"/>
                  </a:lnTo>
                  <a:close/>
                  <a:moveTo>
                    <a:pt x="2049174" y="846103"/>
                  </a:moveTo>
                  <a:lnTo>
                    <a:pt x="2047930" y="948854"/>
                  </a:lnTo>
                  <a:lnTo>
                    <a:pt x="2149208" y="841225"/>
                  </a:lnTo>
                  <a:close/>
                  <a:moveTo>
                    <a:pt x="1605641" y="291132"/>
                  </a:moveTo>
                  <a:lnTo>
                    <a:pt x="1680208" y="363737"/>
                  </a:lnTo>
                  <a:lnTo>
                    <a:pt x="1656415" y="328588"/>
                  </a:lnTo>
                  <a:close/>
                  <a:moveTo>
                    <a:pt x="1642588" y="276892"/>
                  </a:moveTo>
                  <a:lnTo>
                    <a:pt x="1671156" y="252696"/>
                  </a:lnTo>
                  <a:lnTo>
                    <a:pt x="1618299" y="249535"/>
                  </a:lnTo>
                  <a:close/>
                  <a:moveTo>
                    <a:pt x="1613164" y="257557"/>
                  </a:moveTo>
                  <a:lnTo>
                    <a:pt x="1605641" y="291132"/>
                  </a:lnTo>
                  <a:lnTo>
                    <a:pt x="1642588" y="276892"/>
                  </a:lnTo>
                  <a:close/>
                  <a:moveTo>
                    <a:pt x="2225151" y="846509"/>
                  </a:moveTo>
                  <a:lnTo>
                    <a:pt x="2196012" y="801016"/>
                  </a:lnTo>
                  <a:lnTo>
                    <a:pt x="2149208" y="841225"/>
                  </a:lnTo>
                  <a:close/>
                  <a:moveTo>
                    <a:pt x="1784850" y="214260"/>
                  </a:moveTo>
                  <a:lnTo>
                    <a:pt x="1792326" y="233087"/>
                  </a:lnTo>
                  <a:lnTo>
                    <a:pt x="1817825" y="223012"/>
                  </a:lnTo>
                  <a:close/>
                  <a:moveTo>
                    <a:pt x="2031265" y="59924"/>
                  </a:moveTo>
                  <a:lnTo>
                    <a:pt x="2066820" y="91611"/>
                  </a:lnTo>
                  <a:lnTo>
                    <a:pt x="1981858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81" name="Candidate_density__2100">
              <a:extLst>
                <a:ext uri="{FF2B5EF4-FFF2-40B4-BE49-F238E27FC236}">
                  <a16:creationId xmlns:a16="http://schemas.microsoft.com/office/drawing/2014/main" id="{38FFA835-5D40-8A5A-964E-BA61EB784976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495425"/>
              <a:ext cx="2662279" cy="3128396"/>
            </a:xfrm>
            <a:custGeom>
              <a:avLst/>
              <a:gdLst/>
              <a:ahLst/>
              <a:cxnLst/>
              <a:rect l="0" t="0" r="0" b="0"/>
              <a:pathLst>
                <a:path w="2662279" h="3128396">
                  <a:moveTo>
                    <a:pt x="935273" y="2505583"/>
                  </a:moveTo>
                  <a:lnTo>
                    <a:pt x="886861" y="2423367"/>
                  </a:lnTo>
                  <a:lnTo>
                    <a:pt x="877770" y="2525749"/>
                  </a:lnTo>
                  <a:close/>
                  <a:moveTo>
                    <a:pt x="886861" y="2423367"/>
                  </a:moveTo>
                  <a:lnTo>
                    <a:pt x="875481" y="2427517"/>
                  </a:lnTo>
                  <a:lnTo>
                    <a:pt x="877770" y="2525749"/>
                  </a:lnTo>
                  <a:close/>
                  <a:moveTo>
                    <a:pt x="546748" y="2094507"/>
                  </a:moveTo>
                  <a:lnTo>
                    <a:pt x="425709" y="2050346"/>
                  </a:lnTo>
                  <a:lnTo>
                    <a:pt x="425825" y="2050728"/>
                  </a:lnTo>
                  <a:close/>
                  <a:moveTo>
                    <a:pt x="425825" y="2050728"/>
                  </a:moveTo>
                  <a:lnTo>
                    <a:pt x="425916" y="2053267"/>
                  </a:lnTo>
                  <a:lnTo>
                    <a:pt x="546748" y="2094507"/>
                  </a:lnTo>
                  <a:close/>
                  <a:moveTo>
                    <a:pt x="910344" y="2302716"/>
                  </a:moveTo>
                  <a:lnTo>
                    <a:pt x="875550" y="2404538"/>
                  </a:lnTo>
                  <a:lnTo>
                    <a:pt x="886861" y="2423367"/>
                  </a:lnTo>
                  <a:close/>
                  <a:moveTo>
                    <a:pt x="496935" y="1888391"/>
                  </a:moveTo>
                  <a:lnTo>
                    <a:pt x="413525" y="1930077"/>
                  </a:lnTo>
                  <a:lnTo>
                    <a:pt x="491963" y="1891640"/>
                  </a:lnTo>
                  <a:close/>
                  <a:moveTo>
                    <a:pt x="564228" y="1861327"/>
                  </a:moveTo>
                  <a:lnTo>
                    <a:pt x="444069" y="1905936"/>
                  </a:lnTo>
                  <a:lnTo>
                    <a:pt x="496935" y="1888391"/>
                  </a:lnTo>
                  <a:close/>
                  <a:moveTo>
                    <a:pt x="53448" y="1409973"/>
                  </a:moveTo>
                  <a:lnTo>
                    <a:pt x="41762" y="1516408"/>
                  </a:lnTo>
                  <a:lnTo>
                    <a:pt x="98633" y="1398350"/>
                  </a:lnTo>
                  <a:close/>
                  <a:moveTo>
                    <a:pt x="98633" y="1398350"/>
                  </a:moveTo>
                  <a:lnTo>
                    <a:pt x="41762" y="1516408"/>
                  </a:lnTo>
                  <a:lnTo>
                    <a:pt x="44290" y="1519002"/>
                  </a:lnTo>
                  <a:close/>
                  <a:moveTo>
                    <a:pt x="107235" y="1267337"/>
                  </a:moveTo>
                  <a:lnTo>
                    <a:pt x="82021" y="1247151"/>
                  </a:lnTo>
                  <a:lnTo>
                    <a:pt x="0" y="1354571"/>
                  </a:lnTo>
                  <a:close/>
                  <a:moveTo>
                    <a:pt x="496935" y="1888391"/>
                  </a:moveTo>
                  <a:lnTo>
                    <a:pt x="501198" y="1888882"/>
                  </a:lnTo>
                  <a:lnTo>
                    <a:pt x="564228" y="1861327"/>
                  </a:lnTo>
                  <a:close/>
                  <a:moveTo>
                    <a:pt x="140102" y="1233919"/>
                  </a:moveTo>
                  <a:lnTo>
                    <a:pt x="189020" y="1277698"/>
                  </a:lnTo>
                  <a:lnTo>
                    <a:pt x="171540" y="1195483"/>
                  </a:lnTo>
                  <a:close/>
                  <a:moveTo>
                    <a:pt x="140102" y="1233919"/>
                  </a:moveTo>
                  <a:lnTo>
                    <a:pt x="171540" y="1195483"/>
                  </a:lnTo>
                  <a:lnTo>
                    <a:pt x="92007" y="1210402"/>
                  </a:lnTo>
                  <a:close/>
                  <a:moveTo>
                    <a:pt x="171540" y="1195483"/>
                  </a:moveTo>
                  <a:lnTo>
                    <a:pt x="130234" y="1138125"/>
                  </a:lnTo>
                  <a:lnTo>
                    <a:pt x="92007" y="1210402"/>
                  </a:lnTo>
                  <a:close/>
                  <a:moveTo>
                    <a:pt x="1780019" y="2977619"/>
                  </a:moveTo>
                  <a:lnTo>
                    <a:pt x="1764199" y="3067383"/>
                  </a:lnTo>
                  <a:lnTo>
                    <a:pt x="1805084" y="2965779"/>
                  </a:lnTo>
                  <a:close/>
                  <a:moveTo>
                    <a:pt x="1805084" y="2965779"/>
                  </a:moveTo>
                  <a:lnTo>
                    <a:pt x="1793424" y="3086430"/>
                  </a:lnTo>
                  <a:lnTo>
                    <a:pt x="1857426" y="3047994"/>
                  </a:lnTo>
                  <a:close/>
                  <a:moveTo>
                    <a:pt x="1727034" y="3004215"/>
                  </a:moveTo>
                  <a:lnTo>
                    <a:pt x="1764199" y="3067383"/>
                  </a:lnTo>
                  <a:lnTo>
                    <a:pt x="1780019" y="2977619"/>
                  </a:lnTo>
                  <a:close/>
                  <a:moveTo>
                    <a:pt x="589564" y="1525651"/>
                  </a:moveTo>
                  <a:lnTo>
                    <a:pt x="600459" y="1485907"/>
                  </a:lnTo>
                  <a:lnTo>
                    <a:pt x="543769" y="1524343"/>
                  </a:lnTo>
                  <a:close/>
                  <a:moveTo>
                    <a:pt x="171540" y="1195483"/>
                  </a:moveTo>
                  <a:lnTo>
                    <a:pt x="189020" y="1277698"/>
                  </a:lnTo>
                  <a:lnTo>
                    <a:pt x="271139" y="1239262"/>
                  </a:lnTo>
                  <a:close/>
                  <a:moveTo>
                    <a:pt x="137516" y="1101942"/>
                  </a:moveTo>
                  <a:lnTo>
                    <a:pt x="130234" y="1138125"/>
                  </a:lnTo>
                  <a:lnTo>
                    <a:pt x="213033" y="1074832"/>
                  </a:lnTo>
                  <a:close/>
                  <a:moveTo>
                    <a:pt x="213033" y="1074832"/>
                  </a:moveTo>
                  <a:lnTo>
                    <a:pt x="130234" y="1138125"/>
                  </a:lnTo>
                  <a:lnTo>
                    <a:pt x="171540" y="1195483"/>
                  </a:lnTo>
                  <a:close/>
                  <a:moveTo>
                    <a:pt x="213033" y="1074832"/>
                  </a:moveTo>
                  <a:lnTo>
                    <a:pt x="171540" y="1195483"/>
                  </a:lnTo>
                  <a:lnTo>
                    <a:pt x="223275" y="1157046"/>
                  </a:lnTo>
                  <a:close/>
                  <a:moveTo>
                    <a:pt x="87007" y="976504"/>
                  </a:moveTo>
                  <a:lnTo>
                    <a:pt x="138698" y="1000890"/>
                  </a:lnTo>
                  <a:lnTo>
                    <a:pt x="93654" y="948837"/>
                  </a:lnTo>
                  <a:close/>
                  <a:moveTo>
                    <a:pt x="93654" y="948837"/>
                  </a:moveTo>
                  <a:lnTo>
                    <a:pt x="155778" y="992617"/>
                  </a:lnTo>
                  <a:lnTo>
                    <a:pt x="151392" y="910401"/>
                  </a:lnTo>
                  <a:close/>
                  <a:moveTo>
                    <a:pt x="1857426" y="3047994"/>
                  </a:moveTo>
                  <a:lnTo>
                    <a:pt x="1915321" y="3128396"/>
                  </a:lnTo>
                  <a:lnTo>
                    <a:pt x="1923723" y="3021474"/>
                  </a:lnTo>
                  <a:close/>
                  <a:moveTo>
                    <a:pt x="813008" y="1588554"/>
                  </a:moveTo>
                  <a:lnTo>
                    <a:pt x="760743" y="1529686"/>
                  </a:lnTo>
                  <a:lnTo>
                    <a:pt x="807684" y="1621306"/>
                  </a:lnTo>
                  <a:close/>
                  <a:moveTo>
                    <a:pt x="807684" y="1621306"/>
                  </a:moveTo>
                  <a:lnTo>
                    <a:pt x="760743" y="1529686"/>
                  </a:lnTo>
                  <a:lnTo>
                    <a:pt x="691629" y="1554972"/>
                  </a:lnTo>
                  <a:close/>
                  <a:moveTo>
                    <a:pt x="807684" y="1621306"/>
                  </a:moveTo>
                  <a:lnTo>
                    <a:pt x="691629" y="1554972"/>
                  </a:lnTo>
                  <a:lnTo>
                    <a:pt x="738810" y="1616707"/>
                  </a:lnTo>
                  <a:close/>
                  <a:moveTo>
                    <a:pt x="623980" y="1549377"/>
                  </a:moveTo>
                  <a:lnTo>
                    <a:pt x="600459" y="1485907"/>
                  </a:lnTo>
                  <a:lnTo>
                    <a:pt x="589564" y="1525651"/>
                  </a:lnTo>
                  <a:close/>
                  <a:moveTo>
                    <a:pt x="684134" y="1460974"/>
                  </a:moveTo>
                  <a:lnTo>
                    <a:pt x="600459" y="1485907"/>
                  </a:lnTo>
                  <a:lnTo>
                    <a:pt x="623980" y="1549377"/>
                  </a:lnTo>
                  <a:close/>
                  <a:moveTo>
                    <a:pt x="691629" y="1554972"/>
                  </a:moveTo>
                  <a:lnTo>
                    <a:pt x="684134" y="1460974"/>
                  </a:lnTo>
                  <a:lnTo>
                    <a:pt x="623980" y="1549377"/>
                  </a:lnTo>
                  <a:close/>
                  <a:moveTo>
                    <a:pt x="254129" y="892286"/>
                  </a:moveTo>
                  <a:lnTo>
                    <a:pt x="237080" y="881407"/>
                  </a:lnTo>
                  <a:lnTo>
                    <a:pt x="151392" y="910401"/>
                  </a:lnTo>
                  <a:close/>
                  <a:moveTo>
                    <a:pt x="192451" y="876885"/>
                  </a:moveTo>
                  <a:lnTo>
                    <a:pt x="151392" y="910401"/>
                  </a:lnTo>
                  <a:lnTo>
                    <a:pt x="237080" y="881407"/>
                  </a:lnTo>
                  <a:close/>
                  <a:moveTo>
                    <a:pt x="321994" y="867365"/>
                  </a:moveTo>
                  <a:lnTo>
                    <a:pt x="237080" y="881407"/>
                  </a:lnTo>
                  <a:lnTo>
                    <a:pt x="306109" y="871965"/>
                  </a:lnTo>
                  <a:close/>
                  <a:moveTo>
                    <a:pt x="192451" y="876885"/>
                  </a:moveTo>
                  <a:lnTo>
                    <a:pt x="237080" y="881407"/>
                  </a:lnTo>
                  <a:lnTo>
                    <a:pt x="321994" y="867365"/>
                  </a:lnTo>
                  <a:close/>
                  <a:moveTo>
                    <a:pt x="237080" y="881407"/>
                  </a:moveTo>
                  <a:lnTo>
                    <a:pt x="254129" y="892286"/>
                  </a:lnTo>
                  <a:lnTo>
                    <a:pt x="306109" y="871965"/>
                  </a:lnTo>
                  <a:close/>
                  <a:moveTo>
                    <a:pt x="2027961" y="3009557"/>
                  </a:moveTo>
                  <a:lnTo>
                    <a:pt x="2074836" y="3091773"/>
                  </a:lnTo>
                  <a:lnTo>
                    <a:pt x="2143000" y="3053336"/>
                  </a:lnTo>
                  <a:close/>
                  <a:moveTo>
                    <a:pt x="1169559" y="1870461"/>
                  </a:moveTo>
                  <a:lnTo>
                    <a:pt x="1116795" y="1888389"/>
                  </a:lnTo>
                  <a:lnTo>
                    <a:pt x="1043227" y="1891989"/>
                  </a:lnTo>
                  <a:close/>
                  <a:moveTo>
                    <a:pt x="1235631" y="1838838"/>
                  </a:moveTo>
                  <a:lnTo>
                    <a:pt x="1116795" y="1888389"/>
                  </a:lnTo>
                  <a:lnTo>
                    <a:pt x="1169559" y="1870461"/>
                  </a:lnTo>
                  <a:close/>
                  <a:moveTo>
                    <a:pt x="1221871" y="1827224"/>
                  </a:moveTo>
                  <a:lnTo>
                    <a:pt x="1100433" y="1827213"/>
                  </a:lnTo>
                  <a:lnTo>
                    <a:pt x="1130920" y="1858547"/>
                  </a:lnTo>
                  <a:close/>
                  <a:moveTo>
                    <a:pt x="984273" y="1598927"/>
                  </a:moveTo>
                  <a:lnTo>
                    <a:pt x="947726" y="1611901"/>
                  </a:lnTo>
                  <a:lnTo>
                    <a:pt x="1025526" y="1610604"/>
                  </a:lnTo>
                  <a:close/>
                  <a:moveTo>
                    <a:pt x="1025526" y="1610604"/>
                  </a:moveTo>
                  <a:lnTo>
                    <a:pt x="1099521" y="1655680"/>
                  </a:lnTo>
                  <a:lnTo>
                    <a:pt x="984273" y="1598927"/>
                  </a:lnTo>
                  <a:close/>
                  <a:moveTo>
                    <a:pt x="984273" y="1598927"/>
                  </a:moveTo>
                  <a:lnTo>
                    <a:pt x="1099521" y="1655680"/>
                  </a:lnTo>
                  <a:lnTo>
                    <a:pt x="1109523" y="1657784"/>
                  </a:lnTo>
                  <a:close/>
                  <a:moveTo>
                    <a:pt x="760743" y="1529686"/>
                  </a:moveTo>
                  <a:lnTo>
                    <a:pt x="813008" y="1588554"/>
                  </a:lnTo>
                  <a:lnTo>
                    <a:pt x="820195" y="1511042"/>
                  </a:lnTo>
                  <a:close/>
                  <a:moveTo>
                    <a:pt x="820195" y="1511042"/>
                  </a:moveTo>
                  <a:lnTo>
                    <a:pt x="905036" y="1438769"/>
                  </a:lnTo>
                  <a:lnTo>
                    <a:pt x="790130" y="1447470"/>
                  </a:lnTo>
                  <a:close/>
                  <a:moveTo>
                    <a:pt x="328506" y="867671"/>
                  </a:moveTo>
                  <a:lnTo>
                    <a:pt x="306109" y="871965"/>
                  </a:lnTo>
                  <a:lnTo>
                    <a:pt x="377344" y="859107"/>
                  </a:lnTo>
                  <a:close/>
                  <a:moveTo>
                    <a:pt x="377344" y="859107"/>
                  </a:moveTo>
                  <a:lnTo>
                    <a:pt x="306109" y="871965"/>
                  </a:lnTo>
                  <a:lnTo>
                    <a:pt x="254129" y="892286"/>
                  </a:lnTo>
                  <a:close/>
                  <a:moveTo>
                    <a:pt x="321994" y="867365"/>
                  </a:moveTo>
                  <a:lnTo>
                    <a:pt x="306109" y="871965"/>
                  </a:lnTo>
                  <a:lnTo>
                    <a:pt x="328506" y="867671"/>
                  </a:lnTo>
                  <a:close/>
                  <a:moveTo>
                    <a:pt x="2162711" y="3048457"/>
                  </a:moveTo>
                  <a:lnTo>
                    <a:pt x="2232152" y="2952502"/>
                  </a:lnTo>
                  <a:lnTo>
                    <a:pt x="2142347" y="2964921"/>
                  </a:lnTo>
                  <a:close/>
                  <a:moveTo>
                    <a:pt x="2232152" y="2952502"/>
                  </a:moveTo>
                  <a:lnTo>
                    <a:pt x="2241013" y="2874675"/>
                  </a:lnTo>
                  <a:lnTo>
                    <a:pt x="2142347" y="2964921"/>
                  </a:lnTo>
                  <a:close/>
                  <a:moveTo>
                    <a:pt x="1778671" y="2395615"/>
                  </a:moveTo>
                  <a:lnTo>
                    <a:pt x="1800227" y="2460729"/>
                  </a:lnTo>
                  <a:lnTo>
                    <a:pt x="1881696" y="2367216"/>
                  </a:lnTo>
                  <a:close/>
                  <a:moveTo>
                    <a:pt x="1881696" y="2367216"/>
                  </a:moveTo>
                  <a:lnTo>
                    <a:pt x="1800227" y="2460729"/>
                  </a:lnTo>
                  <a:lnTo>
                    <a:pt x="1806988" y="2366557"/>
                  </a:lnTo>
                  <a:close/>
                  <a:moveTo>
                    <a:pt x="1650933" y="2231185"/>
                  </a:moveTo>
                  <a:lnTo>
                    <a:pt x="1769792" y="2274964"/>
                  </a:lnTo>
                  <a:lnTo>
                    <a:pt x="1708691" y="2192749"/>
                  </a:lnTo>
                  <a:close/>
                  <a:moveTo>
                    <a:pt x="1025526" y="1610604"/>
                  </a:moveTo>
                  <a:lnTo>
                    <a:pt x="995811" y="1655680"/>
                  </a:lnTo>
                  <a:lnTo>
                    <a:pt x="1052473" y="1643573"/>
                  </a:lnTo>
                  <a:close/>
                  <a:moveTo>
                    <a:pt x="1052473" y="1643573"/>
                  </a:moveTo>
                  <a:lnTo>
                    <a:pt x="1099521" y="1655680"/>
                  </a:lnTo>
                  <a:lnTo>
                    <a:pt x="1025526" y="1610604"/>
                  </a:lnTo>
                  <a:close/>
                  <a:moveTo>
                    <a:pt x="915705" y="1393894"/>
                  </a:moveTo>
                  <a:lnTo>
                    <a:pt x="994221" y="1390654"/>
                  </a:lnTo>
                  <a:lnTo>
                    <a:pt x="978567" y="1303289"/>
                  </a:lnTo>
                  <a:close/>
                  <a:moveTo>
                    <a:pt x="1049697" y="1370598"/>
                  </a:moveTo>
                  <a:lnTo>
                    <a:pt x="994221" y="1390654"/>
                  </a:lnTo>
                  <a:lnTo>
                    <a:pt x="992534" y="1487252"/>
                  </a:lnTo>
                  <a:close/>
                  <a:moveTo>
                    <a:pt x="495377" y="892692"/>
                  </a:moveTo>
                  <a:lnTo>
                    <a:pt x="483324" y="833528"/>
                  </a:lnTo>
                  <a:lnTo>
                    <a:pt x="455942" y="874313"/>
                  </a:lnTo>
                  <a:close/>
                  <a:moveTo>
                    <a:pt x="565019" y="796574"/>
                  </a:moveTo>
                  <a:lnTo>
                    <a:pt x="483324" y="833528"/>
                  </a:lnTo>
                  <a:lnTo>
                    <a:pt x="495377" y="892692"/>
                  </a:lnTo>
                  <a:close/>
                  <a:moveTo>
                    <a:pt x="576708" y="887163"/>
                  </a:moveTo>
                  <a:lnTo>
                    <a:pt x="565019" y="796574"/>
                  </a:lnTo>
                  <a:lnTo>
                    <a:pt x="495377" y="892692"/>
                  </a:lnTo>
                  <a:close/>
                  <a:moveTo>
                    <a:pt x="2242611" y="2843908"/>
                  </a:moveTo>
                  <a:lnTo>
                    <a:pt x="2298299" y="2810199"/>
                  </a:lnTo>
                  <a:lnTo>
                    <a:pt x="2227354" y="2823607"/>
                  </a:lnTo>
                  <a:close/>
                  <a:moveTo>
                    <a:pt x="2303558" y="2754858"/>
                  </a:moveTo>
                  <a:lnTo>
                    <a:pt x="2350034" y="2788426"/>
                  </a:lnTo>
                  <a:lnTo>
                    <a:pt x="2315264" y="2729818"/>
                  </a:lnTo>
                  <a:close/>
                  <a:moveTo>
                    <a:pt x="2087456" y="2408993"/>
                  </a:moveTo>
                  <a:lnTo>
                    <a:pt x="2008440" y="2412639"/>
                  </a:lnTo>
                  <a:lnTo>
                    <a:pt x="2094285" y="2503534"/>
                  </a:lnTo>
                  <a:close/>
                  <a:moveTo>
                    <a:pt x="1863671" y="2409150"/>
                  </a:moveTo>
                  <a:lnTo>
                    <a:pt x="1881696" y="2367216"/>
                  </a:lnTo>
                  <a:lnTo>
                    <a:pt x="1806988" y="2366557"/>
                  </a:lnTo>
                  <a:close/>
                  <a:moveTo>
                    <a:pt x="1863671" y="2409150"/>
                  </a:moveTo>
                  <a:lnTo>
                    <a:pt x="1922351" y="2422037"/>
                  </a:lnTo>
                  <a:lnTo>
                    <a:pt x="1881696" y="2367216"/>
                  </a:lnTo>
                  <a:close/>
                  <a:moveTo>
                    <a:pt x="2008440" y="2412639"/>
                  </a:moveTo>
                  <a:lnTo>
                    <a:pt x="1981189" y="2334702"/>
                  </a:lnTo>
                  <a:lnTo>
                    <a:pt x="1922351" y="2422037"/>
                  </a:lnTo>
                  <a:close/>
                  <a:moveTo>
                    <a:pt x="1800939" y="2154313"/>
                  </a:moveTo>
                  <a:lnTo>
                    <a:pt x="1794398" y="2265284"/>
                  </a:lnTo>
                  <a:lnTo>
                    <a:pt x="1812581" y="2172267"/>
                  </a:lnTo>
                  <a:close/>
                  <a:moveTo>
                    <a:pt x="1708691" y="2192749"/>
                  </a:moveTo>
                  <a:lnTo>
                    <a:pt x="1769792" y="2274964"/>
                  </a:lnTo>
                  <a:lnTo>
                    <a:pt x="1800939" y="2154313"/>
                  </a:lnTo>
                  <a:close/>
                  <a:moveTo>
                    <a:pt x="1505335" y="1743237"/>
                  </a:moveTo>
                  <a:lnTo>
                    <a:pt x="1480983" y="1781673"/>
                  </a:lnTo>
                  <a:lnTo>
                    <a:pt x="1518106" y="1825452"/>
                  </a:lnTo>
                  <a:close/>
                  <a:moveTo>
                    <a:pt x="1098581" y="1414376"/>
                  </a:moveTo>
                  <a:lnTo>
                    <a:pt x="1152007" y="1374435"/>
                  </a:lnTo>
                  <a:lnTo>
                    <a:pt x="1049697" y="1370598"/>
                  </a:lnTo>
                  <a:close/>
                  <a:moveTo>
                    <a:pt x="1078975" y="1452813"/>
                  </a:moveTo>
                  <a:lnTo>
                    <a:pt x="1098581" y="1414376"/>
                  </a:lnTo>
                  <a:lnTo>
                    <a:pt x="1049697" y="1370598"/>
                  </a:lnTo>
                  <a:close/>
                  <a:moveTo>
                    <a:pt x="1899964" y="2220319"/>
                  </a:moveTo>
                  <a:lnTo>
                    <a:pt x="1940417" y="2156361"/>
                  </a:lnTo>
                  <a:lnTo>
                    <a:pt x="1812581" y="2172267"/>
                  </a:lnTo>
                  <a:close/>
                  <a:moveTo>
                    <a:pt x="1993594" y="2076525"/>
                  </a:moveTo>
                  <a:lnTo>
                    <a:pt x="1860573" y="2073044"/>
                  </a:lnTo>
                  <a:lnTo>
                    <a:pt x="1917969" y="2072431"/>
                  </a:lnTo>
                  <a:close/>
                  <a:moveTo>
                    <a:pt x="1518106" y="1825452"/>
                  </a:moveTo>
                  <a:lnTo>
                    <a:pt x="1518525" y="1807326"/>
                  </a:lnTo>
                  <a:lnTo>
                    <a:pt x="1505335" y="1743237"/>
                  </a:lnTo>
                  <a:close/>
                  <a:moveTo>
                    <a:pt x="1505335" y="1743237"/>
                  </a:moveTo>
                  <a:lnTo>
                    <a:pt x="1518525" y="1807326"/>
                  </a:lnTo>
                  <a:lnTo>
                    <a:pt x="1603986" y="1734478"/>
                  </a:lnTo>
                  <a:close/>
                  <a:moveTo>
                    <a:pt x="1603986" y="1734478"/>
                  </a:moveTo>
                  <a:lnTo>
                    <a:pt x="1580748" y="1717239"/>
                  </a:lnTo>
                  <a:lnTo>
                    <a:pt x="1505335" y="1743237"/>
                  </a:lnTo>
                  <a:close/>
                  <a:moveTo>
                    <a:pt x="1580748" y="1717239"/>
                  </a:moveTo>
                  <a:lnTo>
                    <a:pt x="1630578" y="1637229"/>
                  </a:lnTo>
                  <a:lnTo>
                    <a:pt x="1529134" y="1669818"/>
                  </a:lnTo>
                  <a:close/>
                  <a:moveTo>
                    <a:pt x="1271328" y="1326696"/>
                  </a:moveTo>
                  <a:lnTo>
                    <a:pt x="1222288" y="1358545"/>
                  </a:lnTo>
                  <a:lnTo>
                    <a:pt x="1152007" y="1374435"/>
                  </a:lnTo>
                  <a:close/>
                  <a:moveTo>
                    <a:pt x="771255" y="571636"/>
                  </a:moveTo>
                  <a:lnTo>
                    <a:pt x="645576" y="595603"/>
                  </a:lnTo>
                  <a:lnTo>
                    <a:pt x="702833" y="594478"/>
                  </a:lnTo>
                  <a:close/>
                  <a:moveTo>
                    <a:pt x="2046636" y="2181403"/>
                  </a:moveTo>
                  <a:lnTo>
                    <a:pt x="1940417" y="2156361"/>
                  </a:lnTo>
                  <a:lnTo>
                    <a:pt x="1986195" y="2198091"/>
                  </a:lnTo>
                  <a:close/>
                  <a:moveTo>
                    <a:pt x="1917969" y="2072431"/>
                  </a:moveTo>
                  <a:lnTo>
                    <a:pt x="1958307" y="2092528"/>
                  </a:lnTo>
                  <a:lnTo>
                    <a:pt x="1993594" y="2076525"/>
                  </a:lnTo>
                  <a:close/>
                  <a:moveTo>
                    <a:pt x="771255" y="571636"/>
                  </a:moveTo>
                  <a:lnTo>
                    <a:pt x="822875" y="549432"/>
                  </a:lnTo>
                  <a:lnTo>
                    <a:pt x="804273" y="553789"/>
                  </a:lnTo>
                  <a:close/>
                  <a:moveTo>
                    <a:pt x="875176" y="466320"/>
                  </a:moveTo>
                  <a:lnTo>
                    <a:pt x="804273" y="553789"/>
                  </a:lnTo>
                  <a:lnTo>
                    <a:pt x="835039" y="515353"/>
                  </a:lnTo>
                  <a:close/>
                  <a:moveTo>
                    <a:pt x="2662279" y="2544909"/>
                  </a:moveTo>
                  <a:lnTo>
                    <a:pt x="2555225" y="2567880"/>
                  </a:lnTo>
                  <a:lnTo>
                    <a:pt x="2556491" y="2570730"/>
                  </a:lnTo>
                  <a:close/>
                  <a:moveTo>
                    <a:pt x="2541892" y="2482098"/>
                  </a:moveTo>
                  <a:lnTo>
                    <a:pt x="2555225" y="2567880"/>
                  </a:lnTo>
                  <a:lnTo>
                    <a:pt x="2662279" y="2544909"/>
                  </a:lnTo>
                  <a:close/>
                  <a:moveTo>
                    <a:pt x="1000596" y="441387"/>
                  </a:moveTo>
                  <a:lnTo>
                    <a:pt x="875176" y="466320"/>
                  </a:lnTo>
                  <a:lnTo>
                    <a:pt x="926965" y="444750"/>
                  </a:lnTo>
                  <a:close/>
                  <a:moveTo>
                    <a:pt x="1738434" y="1034231"/>
                  </a:moveTo>
                  <a:lnTo>
                    <a:pt x="1662201" y="1111059"/>
                  </a:lnTo>
                  <a:lnTo>
                    <a:pt x="1694734" y="1096201"/>
                  </a:lnTo>
                  <a:close/>
                  <a:moveTo>
                    <a:pt x="1471098" y="945053"/>
                  </a:moveTo>
                  <a:lnTo>
                    <a:pt x="1535727" y="931770"/>
                  </a:lnTo>
                  <a:lnTo>
                    <a:pt x="1469686" y="865403"/>
                  </a:lnTo>
                  <a:close/>
                  <a:moveTo>
                    <a:pt x="958419" y="458339"/>
                  </a:moveTo>
                  <a:lnTo>
                    <a:pt x="1000596" y="441387"/>
                  </a:lnTo>
                  <a:lnTo>
                    <a:pt x="926965" y="444750"/>
                  </a:lnTo>
                  <a:close/>
                  <a:moveTo>
                    <a:pt x="958419" y="458339"/>
                  </a:moveTo>
                  <a:lnTo>
                    <a:pt x="1038750" y="453623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82656" y="469538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90868" y="471845"/>
                  </a:lnTo>
                  <a:lnTo>
                    <a:pt x="1082656" y="469538"/>
                  </a:lnTo>
                  <a:close/>
                  <a:moveTo>
                    <a:pt x="1038750" y="453623"/>
                  </a:moveTo>
                  <a:lnTo>
                    <a:pt x="1066763" y="473569"/>
                  </a:lnTo>
                  <a:lnTo>
                    <a:pt x="1149758" y="505217"/>
                  </a:lnTo>
                  <a:close/>
                  <a:moveTo>
                    <a:pt x="1090868" y="471845"/>
                  </a:moveTo>
                  <a:lnTo>
                    <a:pt x="1149758" y="505217"/>
                  </a:lnTo>
                  <a:lnTo>
                    <a:pt x="1225221" y="508704"/>
                  </a:lnTo>
                  <a:close/>
                  <a:moveTo>
                    <a:pt x="2006492" y="1263939"/>
                  </a:moveTo>
                  <a:lnTo>
                    <a:pt x="1922516" y="1260631"/>
                  </a:lnTo>
                  <a:lnTo>
                    <a:pt x="1885925" y="1307018"/>
                  </a:lnTo>
                  <a:close/>
                  <a:moveTo>
                    <a:pt x="2006492" y="1263939"/>
                  </a:moveTo>
                  <a:lnTo>
                    <a:pt x="1885925" y="1307018"/>
                  </a:lnTo>
                  <a:lnTo>
                    <a:pt x="1935247" y="1276224"/>
                  </a:lnTo>
                  <a:close/>
                  <a:moveTo>
                    <a:pt x="1694734" y="1096201"/>
                  </a:moveTo>
                  <a:lnTo>
                    <a:pt x="1685202" y="1113866"/>
                  </a:lnTo>
                  <a:lnTo>
                    <a:pt x="1744398" y="1144326"/>
                  </a:lnTo>
                  <a:close/>
                  <a:moveTo>
                    <a:pt x="1591061" y="825342"/>
                  </a:moveTo>
                  <a:lnTo>
                    <a:pt x="1579422" y="817488"/>
                  </a:lnTo>
                  <a:lnTo>
                    <a:pt x="1535727" y="931770"/>
                  </a:lnTo>
                  <a:close/>
                  <a:moveTo>
                    <a:pt x="1646369" y="823653"/>
                  </a:moveTo>
                  <a:lnTo>
                    <a:pt x="1624620" y="741242"/>
                  </a:lnTo>
                  <a:lnTo>
                    <a:pt x="1579422" y="817488"/>
                  </a:lnTo>
                  <a:close/>
                  <a:moveTo>
                    <a:pt x="1160613" y="515235"/>
                  </a:moveTo>
                  <a:lnTo>
                    <a:pt x="1231502" y="518196"/>
                  </a:lnTo>
                  <a:lnTo>
                    <a:pt x="1225221" y="508704"/>
                  </a:lnTo>
                  <a:close/>
                  <a:moveTo>
                    <a:pt x="1231502" y="518196"/>
                  </a:moveTo>
                  <a:lnTo>
                    <a:pt x="1272765" y="438479"/>
                  </a:lnTo>
                  <a:lnTo>
                    <a:pt x="1225221" y="508704"/>
                  </a:lnTo>
                  <a:close/>
                  <a:moveTo>
                    <a:pt x="2185531" y="1528523"/>
                  </a:moveTo>
                  <a:lnTo>
                    <a:pt x="2218652" y="1499857"/>
                  </a:lnTo>
                  <a:lnTo>
                    <a:pt x="2148626" y="1516694"/>
                  </a:lnTo>
                  <a:close/>
                  <a:moveTo>
                    <a:pt x="1962315" y="1288532"/>
                  </a:moveTo>
                  <a:lnTo>
                    <a:pt x="2006492" y="1263939"/>
                  </a:lnTo>
                  <a:lnTo>
                    <a:pt x="1935247" y="1276224"/>
                  </a:lnTo>
                  <a:close/>
                  <a:moveTo>
                    <a:pt x="1962315" y="1288532"/>
                  </a:moveTo>
                  <a:lnTo>
                    <a:pt x="2040207" y="1285799"/>
                  </a:lnTo>
                  <a:lnTo>
                    <a:pt x="2006492" y="1263939"/>
                  </a:lnTo>
                  <a:close/>
                  <a:moveTo>
                    <a:pt x="1392957" y="279392"/>
                  </a:moveTo>
                  <a:lnTo>
                    <a:pt x="1417586" y="388004"/>
                  </a:lnTo>
                  <a:lnTo>
                    <a:pt x="1443401" y="336725"/>
                  </a:lnTo>
                  <a:close/>
                  <a:moveTo>
                    <a:pt x="1417586" y="388004"/>
                  </a:moveTo>
                  <a:lnTo>
                    <a:pt x="1472177" y="361607"/>
                  </a:lnTo>
                  <a:lnTo>
                    <a:pt x="1443401" y="336725"/>
                  </a:lnTo>
                  <a:close/>
                  <a:moveTo>
                    <a:pt x="1918673" y="783851"/>
                  </a:moveTo>
                  <a:lnTo>
                    <a:pt x="1863046" y="791073"/>
                  </a:lnTo>
                  <a:lnTo>
                    <a:pt x="1789856" y="796089"/>
                  </a:lnTo>
                  <a:close/>
                  <a:moveTo>
                    <a:pt x="1918673" y="783851"/>
                  </a:moveTo>
                  <a:lnTo>
                    <a:pt x="1789856" y="796089"/>
                  </a:lnTo>
                  <a:lnTo>
                    <a:pt x="1842319" y="777033"/>
                  </a:lnTo>
                  <a:close/>
                  <a:moveTo>
                    <a:pt x="1863046" y="791073"/>
                  </a:moveTo>
                  <a:lnTo>
                    <a:pt x="1918673" y="783851"/>
                  </a:lnTo>
                  <a:lnTo>
                    <a:pt x="1882721" y="772682"/>
                  </a:lnTo>
                  <a:close/>
                  <a:moveTo>
                    <a:pt x="1766804" y="494697"/>
                  </a:moveTo>
                  <a:lnTo>
                    <a:pt x="1757645" y="493504"/>
                  </a:lnTo>
                  <a:lnTo>
                    <a:pt x="1751980" y="487600"/>
                  </a:lnTo>
                  <a:close/>
                  <a:moveTo>
                    <a:pt x="1543922" y="323170"/>
                  </a:moveTo>
                  <a:lnTo>
                    <a:pt x="1483457" y="271283"/>
                  </a:lnTo>
                  <a:lnTo>
                    <a:pt x="1443401" y="336725"/>
                  </a:lnTo>
                  <a:close/>
                  <a:moveTo>
                    <a:pt x="2068000" y="778024"/>
                  </a:moveTo>
                  <a:lnTo>
                    <a:pt x="2041390" y="784376"/>
                  </a:lnTo>
                  <a:lnTo>
                    <a:pt x="2049174" y="878141"/>
                  </a:lnTo>
                  <a:close/>
                  <a:moveTo>
                    <a:pt x="1766804" y="494697"/>
                  </a:moveTo>
                  <a:lnTo>
                    <a:pt x="1750019" y="495394"/>
                  </a:lnTo>
                  <a:lnTo>
                    <a:pt x="1813639" y="454599"/>
                  </a:lnTo>
                  <a:close/>
                  <a:moveTo>
                    <a:pt x="1766804" y="494697"/>
                  </a:moveTo>
                  <a:lnTo>
                    <a:pt x="1813639" y="454599"/>
                  </a:lnTo>
                  <a:lnTo>
                    <a:pt x="1772666" y="487600"/>
                  </a:lnTo>
                  <a:close/>
                  <a:moveTo>
                    <a:pt x="1813639" y="454599"/>
                  </a:moveTo>
                  <a:lnTo>
                    <a:pt x="1818537" y="449163"/>
                  </a:lnTo>
                  <a:lnTo>
                    <a:pt x="1772666" y="487600"/>
                  </a:lnTo>
                  <a:close/>
                  <a:moveTo>
                    <a:pt x="1483457" y="271283"/>
                  </a:moveTo>
                  <a:lnTo>
                    <a:pt x="1543922" y="323170"/>
                  </a:lnTo>
                  <a:lnTo>
                    <a:pt x="1552594" y="202518"/>
                  </a:lnTo>
                  <a:close/>
                  <a:moveTo>
                    <a:pt x="2141375" y="628775"/>
                  </a:moveTo>
                  <a:lnTo>
                    <a:pt x="2161121" y="575157"/>
                  </a:lnTo>
                  <a:lnTo>
                    <a:pt x="2105369" y="613594"/>
                  </a:lnTo>
                  <a:close/>
                  <a:moveTo>
                    <a:pt x="1907541" y="311824"/>
                  </a:moveTo>
                  <a:lnTo>
                    <a:pt x="1846233" y="281891"/>
                  </a:lnTo>
                  <a:lnTo>
                    <a:pt x="1922257" y="328512"/>
                  </a:lnTo>
                  <a:close/>
                  <a:moveTo>
                    <a:pt x="1641535" y="26845"/>
                  </a:moveTo>
                  <a:lnTo>
                    <a:pt x="1605830" y="38087"/>
                  </a:lnTo>
                  <a:lnTo>
                    <a:pt x="1681442" y="23794"/>
                  </a:lnTo>
                  <a:close/>
                  <a:moveTo>
                    <a:pt x="1641535" y="26845"/>
                  </a:moveTo>
                  <a:lnTo>
                    <a:pt x="1681442" y="23794"/>
                  </a:lnTo>
                  <a:lnTo>
                    <a:pt x="1749961" y="1317"/>
                  </a:lnTo>
                  <a:close/>
                  <a:moveTo>
                    <a:pt x="1749961" y="1317"/>
                  </a:moveTo>
                  <a:lnTo>
                    <a:pt x="1681442" y="23794"/>
                  </a:lnTo>
                  <a:lnTo>
                    <a:pt x="1810194" y="11317"/>
                  </a:lnTo>
                  <a:close/>
                  <a:moveTo>
                    <a:pt x="1881698" y="0"/>
                  </a:moveTo>
                  <a:lnTo>
                    <a:pt x="1749961" y="1317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881698" y="0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931203" y="12628"/>
                  </a:lnTo>
                  <a:lnTo>
                    <a:pt x="188169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82" name="Candidate_density__2101">
              <a:extLst>
                <a:ext uri="{FF2B5EF4-FFF2-40B4-BE49-F238E27FC236}">
                  <a16:creationId xmlns:a16="http://schemas.microsoft.com/office/drawing/2014/main" id="{E4CB1735-3C56-F068-68C3-D1737F273726}"/>
                </a:ext>
              </a:extLst>
            </p:cNvPr>
            <p:cNvSpPr>
              <a:spLocks noGrp="1"/>
            </p:cNvSpPr>
            <p:nvPr/>
          </p:nvSpPr>
          <p:spPr>
            <a:xfrm>
              <a:off x="3850911" y="1725972"/>
              <a:ext cx="2350365" cy="2903516"/>
            </a:xfrm>
            <a:custGeom>
              <a:avLst/>
              <a:gdLst/>
              <a:ahLst/>
              <a:cxnLst/>
              <a:rect l="0" t="0" r="0" b="0"/>
              <a:pathLst>
                <a:path w="2350365" h="2903516">
                  <a:moveTo>
                    <a:pt x="67034" y="1292335"/>
                  </a:moveTo>
                  <a:lnTo>
                    <a:pt x="0" y="1409106"/>
                  </a:lnTo>
                  <a:lnTo>
                    <a:pt x="30248" y="1348270"/>
                  </a:lnTo>
                  <a:close/>
                  <a:moveTo>
                    <a:pt x="108410" y="1361848"/>
                  </a:moveTo>
                  <a:lnTo>
                    <a:pt x="164664" y="1356972"/>
                  </a:lnTo>
                  <a:lnTo>
                    <a:pt x="30248" y="1348270"/>
                  </a:lnTo>
                  <a:close/>
                  <a:moveTo>
                    <a:pt x="179713" y="1349781"/>
                  </a:moveTo>
                  <a:lnTo>
                    <a:pt x="194120" y="1370669"/>
                  </a:lnTo>
                  <a:lnTo>
                    <a:pt x="164664" y="1356972"/>
                  </a:lnTo>
                  <a:close/>
                  <a:moveTo>
                    <a:pt x="1065577" y="2280869"/>
                  </a:moveTo>
                  <a:lnTo>
                    <a:pt x="1014223" y="2304069"/>
                  </a:lnTo>
                  <a:lnTo>
                    <a:pt x="1141209" y="2284988"/>
                  </a:lnTo>
                  <a:close/>
                  <a:moveTo>
                    <a:pt x="50994" y="1005099"/>
                  </a:moveTo>
                  <a:lnTo>
                    <a:pt x="111372" y="1016604"/>
                  </a:lnTo>
                  <a:lnTo>
                    <a:pt x="53062" y="1003165"/>
                  </a:lnTo>
                  <a:close/>
                  <a:moveTo>
                    <a:pt x="1065577" y="2280869"/>
                  </a:moveTo>
                  <a:lnTo>
                    <a:pt x="1141209" y="2284988"/>
                  </a:lnTo>
                  <a:lnTo>
                    <a:pt x="1180954" y="2218385"/>
                  </a:lnTo>
                  <a:close/>
                  <a:moveTo>
                    <a:pt x="119636" y="964936"/>
                  </a:moveTo>
                  <a:lnTo>
                    <a:pt x="53903" y="1002734"/>
                  </a:lnTo>
                  <a:lnTo>
                    <a:pt x="159585" y="907577"/>
                  </a:lnTo>
                  <a:close/>
                  <a:moveTo>
                    <a:pt x="159585" y="907577"/>
                  </a:moveTo>
                  <a:lnTo>
                    <a:pt x="53903" y="1002734"/>
                  </a:lnTo>
                  <a:lnTo>
                    <a:pt x="53062" y="1003165"/>
                  </a:lnTo>
                  <a:close/>
                  <a:moveTo>
                    <a:pt x="1199199" y="2178932"/>
                  </a:moveTo>
                  <a:lnTo>
                    <a:pt x="1180954" y="2218385"/>
                  </a:lnTo>
                  <a:lnTo>
                    <a:pt x="1206109" y="2198162"/>
                  </a:lnTo>
                  <a:close/>
                  <a:moveTo>
                    <a:pt x="1217554" y="2140026"/>
                  </a:moveTo>
                  <a:lnTo>
                    <a:pt x="1242116" y="2168404"/>
                  </a:lnTo>
                  <a:lnTo>
                    <a:pt x="1281811" y="2101614"/>
                  </a:lnTo>
                  <a:close/>
                  <a:moveTo>
                    <a:pt x="1293885" y="2062454"/>
                  </a:moveTo>
                  <a:lnTo>
                    <a:pt x="1281811" y="2101614"/>
                  </a:lnTo>
                  <a:lnTo>
                    <a:pt x="1325851" y="2077511"/>
                  </a:lnTo>
                  <a:close/>
                  <a:moveTo>
                    <a:pt x="1325851" y="2077511"/>
                  </a:moveTo>
                  <a:lnTo>
                    <a:pt x="1347061" y="2066917"/>
                  </a:lnTo>
                  <a:lnTo>
                    <a:pt x="1293885" y="2062454"/>
                  </a:lnTo>
                  <a:close/>
                  <a:moveTo>
                    <a:pt x="652015" y="1203657"/>
                  </a:moveTo>
                  <a:lnTo>
                    <a:pt x="713485" y="1230427"/>
                  </a:lnTo>
                  <a:lnTo>
                    <a:pt x="720314" y="1180357"/>
                  </a:lnTo>
                  <a:close/>
                  <a:moveTo>
                    <a:pt x="1129784" y="1596666"/>
                  </a:moveTo>
                  <a:lnTo>
                    <a:pt x="1051482" y="1582567"/>
                  </a:lnTo>
                  <a:lnTo>
                    <a:pt x="996044" y="1582856"/>
                  </a:lnTo>
                  <a:close/>
                  <a:moveTo>
                    <a:pt x="2150094" y="2903516"/>
                  </a:moveTo>
                  <a:lnTo>
                    <a:pt x="2222785" y="2896637"/>
                  </a:lnTo>
                  <a:lnTo>
                    <a:pt x="2274663" y="2875398"/>
                  </a:lnTo>
                  <a:close/>
                  <a:moveTo>
                    <a:pt x="2230285" y="2861226"/>
                  </a:moveTo>
                  <a:lnTo>
                    <a:pt x="2280389" y="2822789"/>
                  </a:lnTo>
                  <a:lnTo>
                    <a:pt x="2274663" y="2875398"/>
                  </a:lnTo>
                  <a:close/>
                  <a:moveTo>
                    <a:pt x="1347447" y="1753992"/>
                  </a:moveTo>
                  <a:lnTo>
                    <a:pt x="1317536" y="1804778"/>
                  </a:lnTo>
                  <a:lnTo>
                    <a:pt x="1348083" y="1778707"/>
                  </a:lnTo>
                  <a:close/>
                  <a:moveTo>
                    <a:pt x="1348083" y="1778707"/>
                  </a:moveTo>
                  <a:lnTo>
                    <a:pt x="1317536" y="1804778"/>
                  </a:lnTo>
                  <a:lnTo>
                    <a:pt x="1306488" y="1852023"/>
                  </a:lnTo>
                  <a:close/>
                  <a:moveTo>
                    <a:pt x="1348083" y="1778707"/>
                  </a:moveTo>
                  <a:lnTo>
                    <a:pt x="1338823" y="1686144"/>
                  </a:lnTo>
                  <a:lnTo>
                    <a:pt x="1347447" y="1753992"/>
                  </a:lnTo>
                  <a:close/>
                  <a:moveTo>
                    <a:pt x="1338823" y="1686144"/>
                  </a:moveTo>
                  <a:lnTo>
                    <a:pt x="1340631" y="1671778"/>
                  </a:lnTo>
                  <a:lnTo>
                    <a:pt x="1347447" y="1753992"/>
                  </a:lnTo>
                  <a:close/>
                  <a:moveTo>
                    <a:pt x="1142942" y="1524022"/>
                  </a:moveTo>
                  <a:lnTo>
                    <a:pt x="1072220" y="1520926"/>
                  </a:lnTo>
                  <a:lnTo>
                    <a:pt x="1051482" y="1582567"/>
                  </a:lnTo>
                  <a:close/>
                  <a:moveTo>
                    <a:pt x="849828" y="1170727"/>
                  </a:moveTo>
                  <a:lnTo>
                    <a:pt x="787997" y="1130350"/>
                  </a:lnTo>
                  <a:lnTo>
                    <a:pt x="868404" y="1178487"/>
                  </a:lnTo>
                  <a:close/>
                  <a:moveTo>
                    <a:pt x="894174" y="906126"/>
                  </a:moveTo>
                  <a:lnTo>
                    <a:pt x="885142" y="893405"/>
                  </a:lnTo>
                  <a:lnTo>
                    <a:pt x="968648" y="943983"/>
                  </a:lnTo>
                  <a:close/>
                  <a:moveTo>
                    <a:pt x="852717" y="966328"/>
                  </a:moveTo>
                  <a:lnTo>
                    <a:pt x="885142" y="893405"/>
                  </a:lnTo>
                  <a:lnTo>
                    <a:pt x="894174" y="906126"/>
                  </a:lnTo>
                  <a:close/>
                  <a:moveTo>
                    <a:pt x="898890" y="700419"/>
                  </a:moveTo>
                  <a:lnTo>
                    <a:pt x="829105" y="696561"/>
                  </a:lnTo>
                  <a:lnTo>
                    <a:pt x="837913" y="811190"/>
                  </a:lnTo>
                  <a:close/>
                  <a:moveTo>
                    <a:pt x="821404" y="690539"/>
                  </a:moveTo>
                  <a:lnTo>
                    <a:pt x="829105" y="696561"/>
                  </a:lnTo>
                  <a:lnTo>
                    <a:pt x="835290" y="685969"/>
                  </a:lnTo>
                  <a:close/>
                  <a:moveTo>
                    <a:pt x="837629" y="694715"/>
                  </a:moveTo>
                  <a:lnTo>
                    <a:pt x="829105" y="696561"/>
                  </a:lnTo>
                  <a:lnTo>
                    <a:pt x="821404" y="690539"/>
                  </a:lnTo>
                  <a:close/>
                  <a:moveTo>
                    <a:pt x="1780147" y="1669816"/>
                  </a:moveTo>
                  <a:lnTo>
                    <a:pt x="1737642" y="1643779"/>
                  </a:lnTo>
                  <a:lnTo>
                    <a:pt x="1712077" y="1734870"/>
                  </a:lnTo>
                  <a:close/>
                  <a:moveTo>
                    <a:pt x="835290" y="685969"/>
                  </a:moveTo>
                  <a:lnTo>
                    <a:pt x="903934" y="663960"/>
                  </a:lnTo>
                  <a:lnTo>
                    <a:pt x="952945" y="632001"/>
                  </a:lnTo>
                  <a:close/>
                  <a:moveTo>
                    <a:pt x="952945" y="632001"/>
                  </a:moveTo>
                  <a:lnTo>
                    <a:pt x="903934" y="663960"/>
                  </a:lnTo>
                  <a:lnTo>
                    <a:pt x="1025864" y="625974"/>
                  </a:lnTo>
                  <a:close/>
                  <a:moveTo>
                    <a:pt x="1177517" y="914323"/>
                  </a:moveTo>
                  <a:lnTo>
                    <a:pt x="1086506" y="908759"/>
                  </a:lnTo>
                  <a:lnTo>
                    <a:pt x="1157648" y="911514"/>
                  </a:lnTo>
                  <a:close/>
                  <a:moveTo>
                    <a:pt x="2158035" y="1846893"/>
                  </a:moveTo>
                  <a:lnTo>
                    <a:pt x="2155782" y="1848771"/>
                  </a:lnTo>
                  <a:lnTo>
                    <a:pt x="2196472" y="1967544"/>
                  </a:lnTo>
                  <a:close/>
                  <a:moveTo>
                    <a:pt x="2151449" y="1846893"/>
                  </a:moveTo>
                  <a:lnTo>
                    <a:pt x="2074269" y="1822666"/>
                  </a:lnTo>
                  <a:lnTo>
                    <a:pt x="2037810" y="1781709"/>
                  </a:lnTo>
                  <a:close/>
                  <a:moveTo>
                    <a:pt x="1249910" y="906329"/>
                  </a:moveTo>
                  <a:lnTo>
                    <a:pt x="1307098" y="950698"/>
                  </a:lnTo>
                  <a:lnTo>
                    <a:pt x="1177517" y="914323"/>
                  </a:lnTo>
                  <a:close/>
                  <a:moveTo>
                    <a:pt x="1371163" y="865812"/>
                  </a:moveTo>
                  <a:lnTo>
                    <a:pt x="1301674" y="898747"/>
                  </a:lnTo>
                  <a:lnTo>
                    <a:pt x="1344743" y="880593"/>
                  </a:lnTo>
                  <a:close/>
                  <a:moveTo>
                    <a:pt x="2254802" y="1808456"/>
                  </a:moveTo>
                  <a:lnTo>
                    <a:pt x="2158035" y="1846893"/>
                  </a:lnTo>
                  <a:lnTo>
                    <a:pt x="2271697" y="1788299"/>
                  </a:lnTo>
                  <a:close/>
                  <a:moveTo>
                    <a:pt x="2275232" y="1709872"/>
                  </a:moveTo>
                  <a:lnTo>
                    <a:pt x="2254802" y="1808456"/>
                  </a:lnTo>
                  <a:lnTo>
                    <a:pt x="2271697" y="1788299"/>
                  </a:lnTo>
                  <a:close/>
                  <a:moveTo>
                    <a:pt x="2337749" y="1719639"/>
                  </a:moveTo>
                  <a:lnTo>
                    <a:pt x="2271697" y="1788299"/>
                  </a:lnTo>
                  <a:lnTo>
                    <a:pt x="2333007" y="1738868"/>
                  </a:lnTo>
                  <a:close/>
                  <a:moveTo>
                    <a:pt x="2337749" y="1719639"/>
                  </a:moveTo>
                  <a:lnTo>
                    <a:pt x="2275232" y="1709872"/>
                  </a:lnTo>
                  <a:lnTo>
                    <a:pt x="2271697" y="1788299"/>
                  </a:lnTo>
                  <a:close/>
                  <a:moveTo>
                    <a:pt x="1560669" y="801830"/>
                  </a:moveTo>
                  <a:lnTo>
                    <a:pt x="1589149" y="803080"/>
                  </a:lnTo>
                  <a:lnTo>
                    <a:pt x="1485045" y="797741"/>
                  </a:lnTo>
                  <a:close/>
                  <a:moveTo>
                    <a:pt x="2307515" y="1491813"/>
                  </a:moveTo>
                  <a:lnTo>
                    <a:pt x="2335890" y="1520966"/>
                  </a:lnTo>
                  <a:lnTo>
                    <a:pt x="2313906" y="1484937"/>
                  </a:lnTo>
                  <a:close/>
                  <a:moveTo>
                    <a:pt x="2307515" y="1491813"/>
                  </a:moveTo>
                  <a:lnTo>
                    <a:pt x="2335335" y="1532369"/>
                  </a:lnTo>
                  <a:lnTo>
                    <a:pt x="2335890" y="1520966"/>
                  </a:lnTo>
                  <a:close/>
                  <a:moveTo>
                    <a:pt x="2335890" y="1520966"/>
                  </a:moveTo>
                  <a:lnTo>
                    <a:pt x="2350083" y="1409335"/>
                  </a:lnTo>
                  <a:lnTo>
                    <a:pt x="2313906" y="1484937"/>
                  </a:lnTo>
                  <a:close/>
                  <a:moveTo>
                    <a:pt x="2350083" y="1409335"/>
                  </a:moveTo>
                  <a:lnTo>
                    <a:pt x="2350365" y="1402722"/>
                  </a:lnTo>
                  <a:lnTo>
                    <a:pt x="2313906" y="1484937"/>
                  </a:lnTo>
                  <a:close/>
                  <a:moveTo>
                    <a:pt x="2350365" y="1402722"/>
                  </a:moveTo>
                  <a:lnTo>
                    <a:pt x="2350083" y="1409335"/>
                  </a:lnTo>
                  <a:lnTo>
                    <a:pt x="2336401" y="1321152"/>
                  </a:lnTo>
                  <a:close/>
                  <a:moveTo>
                    <a:pt x="2088738" y="1073862"/>
                  </a:moveTo>
                  <a:lnTo>
                    <a:pt x="2099447" y="1156077"/>
                  </a:lnTo>
                  <a:lnTo>
                    <a:pt x="2068648" y="1112299"/>
                  </a:lnTo>
                  <a:close/>
                  <a:moveTo>
                    <a:pt x="1839871" y="947868"/>
                  </a:moveTo>
                  <a:lnTo>
                    <a:pt x="1836098" y="843890"/>
                  </a:lnTo>
                  <a:lnTo>
                    <a:pt x="1838782" y="921501"/>
                  </a:lnTo>
                  <a:close/>
                  <a:moveTo>
                    <a:pt x="2069558" y="1055252"/>
                  </a:moveTo>
                  <a:lnTo>
                    <a:pt x="2093457" y="1135915"/>
                  </a:lnTo>
                  <a:lnTo>
                    <a:pt x="2099447" y="1156077"/>
                  </a:lnTo>
                  <a:close/>
                  <a:moveTo>
                    <a:pt x="1714156" y="451426"/>
                  </a:moveTo>
                  <a:lnTo>
                    <a:pt x="1660222" y="464979"/>
                  </a:lnTo>
                  <a:lnTo>
                    <a:pt x="1786934" y="444872"/>
                  </a:lnTo>
                  <a:close/>
                  <a:moveTo>
                    <a:pt x="2077325" y="748662"/>
                  </a:moveTo>
                  <a:lnTo>
                    <a:pt x="2077281" y="750344"/>
                  </a:lnTo>
                  <a:lnTo>
                    <a:pt x="2078525" y="647594"/>
                  </a:lnTo>
                  <a:close/>
                  <a:moveTo>
                    <a:pt x="1723341" y="55361"/>
                  </a:moveTo>
                  <a:lnTo>
                    <a:pt x="1720691" y="56085"/>
                  </a:lnTo>
                  <a:lnTo>
                    <a:pt x="1727777" y="54186"/>
                  </a:lnTo>
                  <a:close/>
                  <a:moveTo>
                    <a:pt x="1720691" y="56085"/>
                  </a:moveTo>
                  <a:lnTo>
                    <a:pt x="1723341" y="55361"/>
                  </a:lnTo>
                  <a:lnTo>
                    <a:pt x="1700507" y="54186"/>
                  </a:lnTo>
                  <a:close/>
                  <a:moveTo>
                    <a:pt x="1700507" y="54186"/>
                  </a:moveTo>
                  <a:lnTo>
                    <a:pt x="1723341" y="55361"/>
                  </a:lnTo>
                  <a:lnTo>
                    <a:pt x="1725256" y="52374"/>
                  </a:lnTo>
                  <a:close/>
                  <a:moveTo>
                    <a:pt x="1766092" y="0"/>
                  </a:moveTo>
                  <a:lnTo>
                    <a:pt x="1700507" y="54186"/>
                  </a:lnTo>
                  <a:lnTo>
                    <a:pt x="1725256" y="52374"/>
                  </a:lnTo>
                  <a:close/>
                  <a:moveTo>
                    <a:pt x="1723341" y="55361"/>
                  </a:moveTo>
                  <a:lnTo>
                    <a:pt x="1727777" y="54186"/>
                  </a:lnTo>
                  <a:lnTo>
                    <a:pt x="1725256" y="52374"/>
                  </a:lnTo>
                  <a:close/>
                  <a:moveTo>
                    <a:pt x="1821678" y="34577"/>
                  </a:moveTo>
                  <a:lnTo>
                    <a:pt x="1814202" y="15750"/>
                  </a:lnTo>
                  <a:lnTo>
                    <a:pt x="1795008" y="44653"/>
                  </a:lnTo>
                  <a:close/>
                  <a:moveTo>
                    <a:pt x="1795008" y="44653"/>
                  </a:moveTo>
                  <a:lnTo>
                    <a:pt x="1814202" y="15750"/>
                  </a:lnTo>
                  <a:lnTo>
                    <a:pt x="1766092" y="0"/>
                  </a:lnTo>
                  <a:close/>
                  <a:moveTo>
                    <a:pt x="1725256" y="52374"/>
                  </a:moveTo>
                  <a:lnTo>
                    <a:pt x="1727777" y="54186"/>
                  </a:lnTo>
                  <a:lnTo>
                    <a:pt x="1795008" y="44653"/>
                  </a:lnTo>
                  <a:close/>
                  <a:moveTo>
                    <a:pt x="1766092" y="0"/>
                  </a:moveTo>
                  <a:lnTo>
                    <a:pt x="1725256" y="52374"/>
                  </a:lnTo>
                  <a:lnTo>
                    <a:pt x="1795008" y="4465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83" name="Candidate_density__2102">
              <a:extLst>
                <a:ext uri="{FF2B5EF4-FFF2-40B4-BE49-F238E27FC236}">
                  <a16:creationId xmlns:a16="http://schemas.microsoft.com/office/drawing/2014/main" id="{E322FDA6-2E76-C318-FAA5-C08625C042FA}"/>
                </a:ext>
              </a:extLst>
            </p:cNvPr>
            <p:cNvSpPr>
              <a:spLocks noGrp="1"/>
            </p:cNvSpPr>
            <p:nvPr/>
          </p:nvSpPr>
          <p:spPr>
            <a:xfrm>
              <a:off x="4045031" y="1770625"/>
              <a:ext cx="2138886" cy="2240335"/>
            </a:xfrm>
            <a:custGeom>
              <a:avLst/>
              <a:gdLst/>
              <a:ahLst/>
              <a:cxnLst/>
              <a:rect l="0" t="0" r="0" b="0"/>
              <a:pathLst>
                <a:path w="2138886" h="2240335">
                  <a:moveTo>
                    <a:pt x="0" y="1326016"/>
                  </a:moveTo>
                  <a:lnTo>
                    <a:pt x="30858" y="1340553"/>
                  </a:lnTo>
                  <a:lnTo>
                    <a:pt x="59143" y="1364918"/>
                  </a:lnTo>
                  <a:close/>
                  <a:moveTo>
                    <a:pt x="991830" y="2191946"/>
                  </a:moveTo>
                  <a:lnTo>
                    <a:pt x="986834" y="2173732"/>
                  </a:lnTo>
                  <a:lnTo>
                    <a:pt x="947088" y="2240335"/>
                  </a:lnTo>
                  <a:close/>
                  <a:moveTo>
                    <a:pt x="991830" y="2191946"/>
                  </a:moveTo>
                  <a:lnTo>
                    <a:pt x="1011989" y="2153509"/>
                  </a:lnTo>
                  <a:lnTo>
                    <a:pt x="986834" y="2173732"/>
                  </a:lnTo>
                  <a:close/>
                  <a:moveTo>
                    <a:pt x="1011989" y="2153509"/>
                  </a:moveTo>
                  <a:lnTo>
                    <a:pt x="991830" y="2191946"/>
                  </a:lnTo>
                  <a:lnTo>
                    <a:pt x="1047996" y="2123751"/>
                  </a:lnTo>
                  <a:close/>
                  <a:moveTo>
                    <a:pt x="1023434" y="2095373"/>
                  </a:moveTo>
                  <a:lnTo>
                    <a:pt x="1011989" y="2153509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087690" y="2056961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131731" y="2032858"/>
                  </a:lnTo>
                  <a:lnTo>
                    <a:pt x="1087690" y="2056961"/>
                  </a:lnTo>
                  <a:close/>
                  <a:moveTo>
                    <a:pt x="225455" y="847266"/>
                  </a:moveTo>
                  <a:lnTo>
                    <a:pt x="267720" y="964062"/>
                  </a:lnTo>
                  <a:lnTo>
                    <a:pt x="272148" y="958386"/>
                  </a:lnTo>
                  <a:close/>
                  <a:moveTo>
                    <a:pt x="857362" y="1537913"/>
                  </a:moveTo>
                  <a:lnTo>
                    <a:pt x="878100" y="1476273"/>
                  </a:lnTo>
                  <a:lnTo>
                    <a:pt x="805036" y="1583346"/>
                  </a:lnTo>
                  <a:close/>
                  <a:moveTo>
                    <a:pt x="526193" y="1135704"/>
                  </a:moveTo>
                  <a:lnTo>
                    <a:pt x="570961" y="1090056"/>
                  </a:lnTo>
                  <a:lnTo>
                    <a:pt x="655708" y="1126074"/>
                  </a:lnTo>
                  <a:close/>
                  <a:moveTo>
                    <a:pt x="774528" y="899330"/>
                  </a:moveTo>
                  <a:lnTo>
                    <a:pt x="847784" y="856498"/>
                  </a:lnTo>
                  <a:lnTo>
                    <a:pt x="791190" y="892531"/>
                  </a:lnTo>
                  <a:close/>
                  <a:moveTo>
                    <a:pt x="797436" y="880706"/>
                  </a:moveTo>
                  <a:lnTo>
                    <a:pt x="791190" y="892531"/>
                  </a:lnTo>
                  <a:lnTo>
                    <a:pt x="847784" y="856498"/>
                  </a:lnTo>
                  <a:close/>
                  <a:moveTo>
                    <a:pt x="1177042" y="821159"/>
                  </a:moveTo>
                  <a:lnTo>
                    <a:pt x="1055789" y="861676"/>
                  </a:lnTo>
                  <a:lnTo>
                    <a:pt x="1107554" y="854094"/>
                  </a:lnTo>
                  <a:close/>
                  <a:moveTo>
                    <a:pt x="1150623" y="835940"/>
                  </a:moveTo>
                  <a:lnTo>
                    <a:pt x="1182957" y="815657"/>
                  </a:lnTo>
                  <a:lnTo>
                    <a:pt x="1177042" y="821159"/>
                  </a:lnTo>
                  <a:close/>
                  <a:moveTo>
                    <a:pt x="1963915" y="1802239"/>
                  </a:moveTo>
                  <a:lnTo>
                    <a:pt x="2027921" y="1773195"/>
                  </a:lnTo>
                  <a:lnTo>
                    <a:pt x="2077577" y="1743646"/>
                  </a:lnTo>
                  <a:close/>
                  <a:moveTo>
                    <a:pt x="2077577" y="1743646"/>
                  </a:moveTo>
                  <a:lnTo>
                    <a:pt x="2027921" y="1773195"/>
                  </a:lnTo>
                  <a:lnTo>
                    <a:pt x="2138886" y="1694214"/>
                  </a:lnTo>
                  <a:close/>
                  <a:moveTo>
                    <a:pt x="1178642" y="813161"/>
                  </a:moveTo>
                  <a:lnTo>
                    <a:pt x="1177042" y="821159"/>
                  </a:lnTo>
                  <a:lnTo>
                    <a:pt x="1182957" y="815657"/>
                  </a:lnTo>
                  <a:close/>
                  <a:moveTo>
                    <a:pt x="1644662" y="876848"/>
                  </a:moveTo>
                  <a:lnTo>
                    <a:pt x="1627555" y="960517"/>
                  </a:lnTo>
                  <a:lnTo>
                    <a:pt x="1645751" y="903215"/>
                  </a:lnTo>
                  <a:close/>
                  <a:moveTo>
                    <a:pt x="1650801" y="782564"/>
                  </a:moveTo>
                  <a:lnTo>
                    <a:pt x="1641978" y="799237"/>
                  </a:lnTo>
                  <a:lnTo>
                    <a:pt x="1645751" y="903215"/>
                  </a:lnTo>
                  <a:close/>
                  <a:moveTo>
                    <a:pt x="1762786" y="757059"/>
                  </a:moveTo>
                  <a:lnTo>
                    <a:pt x="1650801" y="782564"/>
                  </a:lnTo>
                  <a:lnTo>
                    <a:pt x="1747544" y="753707"/>
                  </a:lnTo>
                  <a:close/>
                  <a:moveTo>
                    <a:pt x="1641978" y="799237"/>
                  </a:moveTo>
                  <a:lnTo>
                    <a:pt x="1650801" y="782564"/>
                  </a:lnTo>
                  <a:lnTo>
                    <a:pt x="1762786" y="757059"/>
                  </a:lnTo>
                  <a:close/>
                  <a:moveTo>
                    <a:pt x="1747544" y="753707"/>
                  </a:moveTo>
                  <a:lnTo>
                    <a:pt x="1650801" y="782564"/>
                  </a:lnTo>
                  <a:lnTo>
                    <a:pt x="1706732" y="762688"/>
                  </a:lnTo>
                  <a:close/>
                  <a:moveTo>
                    <a:pt x="1984439" y="598062"/>
                  </a:moveTo>
                  <a:lnTo>
                    <a:pt x="1883161" y="705691"/>
                  </a:lnTo>
                  <a:lnTo>
                    <a:pt x="1939590" y="645582"/>
                  </a:lnTo>
                  <a:close/>
                  <a:moveTo>
                    <a:pt x="1984439" y="598062"/>
                  </a:moveTo>
                  <a:lnTo>
                    <a:pt x="1939590" y="645582"/>
                  </a:lnTo>
                  <a:lnTo>
                    <a:pt x="2060383" y="603346"/>
                  </a:lnTo>
                  <a:close/>
                  <a:moveTo>
                    <a:pt x="1526571" y="11432"/>
                  </a:moveTo>
                  <a:lnTo>
                    <a:pt x="1506387" y="9533"/>
                  </a:lnTo>
                  <a:lnTo>
                    <a:pt x="1477819" y="33729"/>
                  </a:lnTo>
                  <a:close/>
                  <a:moveTo>
                    <a:pt x="1533656" y="9533"/>
                  </a:moveTo>
                  <a:lnTo>
                    <a:pt x="1477819" y="33729"/>
                  </a:lnTo>
                  <a:lnTo>
                    <a:pt x="1600887" y="0"/>
                  </a:lnTo>
                  <a:close/>
                  <a:moveTo>
                    <a:pt x="1526571" y="11432"/>
                  </a:moveTo>
                  <a:lnTo>
                    <a:pt x="1477819" y="33729"/>
                  </a:lnTo>
                  <a:lnTo>
                    <a:pt x="1533656" y="953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84" name="Candidate_density__2103">
              <a:extLst>
                <a:ext uri="{FF2B5EF4-FFF2-40B4-BE49-F238E27FC236}">
                  <a16:creationId xmlns:a16="http://schemas.microsoft.com/office/drawing/2014/main" id="{E16F8F53-D61B-A64C-317D-E8F9F0226DD8}"/>
                </a:ext>
              </a:extLst>
            </p:cNvPr>
            <p:cNvSpPr>
              <a:spLocks noGrp="1"/>
            </p:cNvSpPr>
            <p:nvPr/>
          </p:nvSpPr>
          <p:spPr>
            <a:xfrm>
              <a:off x="3987497" y="1506742"/>
              <a:ext cx="2449256" cy="3042019"/>
            </a:xfrm>
            <a:custGeom>
              <a:avLst/>
              <a:gdLst/>
              <a:ahLst/>
              <a:cxnLst/>
              <a:rect l="0" t="0" r="0" b="0"/>
              <a:pathLst>
                <a:path w="2449256" h="3042019">
                  <a:moveTo>
                    <a:pt x="81785" y="1266381"/>
                  </a:moveTo>
                  <a:lnTo>
                    <a:pt x="34527" y="1287358"/>
                  </a:lnTo>
                  <a:lnTo>
                    <a:pt x="56663" y="1369454"/>
                  </a:lnTo>
                  <a:close/>
                  <a:moveTo>
                    <a:pt x="0" y="1256020"/>
                  </a:moveTo>
                  <a:lnTo>
                    <a:pt x="34527" y="1287358"/>
                  </a:lnTo>
                  <a:lnTo>
                    <a:pt x="32868" y="1222602"/>
                  </a:lnTo>
                  <a:close/>
                  <a:moveTo>
                    <a:pt x="32868" y="1222602"/>
                  </a:moveTo>
                  <a:lnTo>
                    <a:pt x="34527" y="1287358"/>
                  </a:lnTo>
                  <a:lnTo>
                    <a:pt x="81785" y="1266381"/>
                  </a:lnTo>
                  <a:close/>
                  <a:moveTo>
                    <a:pt x="1697850" y="2954462"/>
                  </a:moveTo>
                  <a:lnTo>
                    <a:pt x="1816488" y="3010157"/>
                  </a:lnTo>
                  <a:lnTo>
                    <a:pt x="1795994" y="2926726"/>
                  </a:lnTo>
                  <a:close/>
                  <a:moveTo>
                    <a:pt x="1697850" y="2954462"/>
                  </a:moveTo>
                  <a:lnTo>
                    <a:pt x="1750191" y="3036677"/>
                  </a:lnTo>
                  <a:lnTo>
                    <a:pt x="1816488" y="3010157"/>
                  </a:lnTo>
                  <a:close/>
                  <a:moveTo>
                    <a:pt x="1795994" y="2926726"/>
                  </a:moveTo>
                  <a:lnTo>
                    <a:pt x="1893936" y="2954345"/>
                  </a:lnTo>
                  <a:lnTo>
                    <a:pt x="1865132" y="2916025"/>
                  </a:lnTo>
                  <a:close/>
                  <a:moveTo>
                    <a:pt x="1675260" y="2872247"/>
                  </a:moveTo>
                  <a:lnTo>
                    <a:pt x="1795994" y="2926726"/>
                  </a:lnTo>
                  <a:lnTo>
                    <a:pt x="1753402" y="2861260"/>
                  </a:lnTo>
                  <a:close/>
                  <a:moveTo>
                    <a:pt x="1675260" y="2872247"/>
                  </a:moveTo>
                  <a:lnTo>
                    <a:pt x="1697850" y="2954462"/>
                  </a:lnTo>
                  <a:lnTo>
                    <a:pt x="1795994" y="2926726"/>
                  </a:lnTo>
                  <a:close/>
                  <a:moveTo>
                    <a:pt x="1865132" y="2916025"/>
                  </a:moveTo>
                  <a:lnTo>
                    <a:pt x="1879449" y="2900180"/>
                  </a:lnTo>
                  <a:lnTo>
                    <a:pt x="1795994" y="2926726"/>
                  </a:lnTo>
                  <a:close/>
                  <a:moveTo>
                    <a:pt x="653509" y="1518369"/>
                  </a:moveTo>
                  <a:lnTo>
                    <a:pt x="673338" y="1455965"/>
                  </a:lnTo>
                  <a:lnTo>
                    <a:pt x="584394" y="1543655"/>
                  </a:lnTo>
                  <a:close/>
                  <a:moveTo>
                    <a:pt x="584394" y="1543655"/>
                  </a:moveTo>
                  <a:lnTo>
                    <a:pt x="673338" y="1455965"/>
                  </a:lnTo>
                  <a:lnTo>
                    <a:pt x="660693" y="1442126"/>
                  </a:lnTo>
                  <a:close/>
                  <a:moveTo>
                    <a:pt x="584394" y="1543655"/>
                  </a:moveTo>
                  <a:lnTo>
                    <a:pt x="660693" y="1442126"/>
                  </a:lnTo>
                  <a:lnTo>
                    <a:pt x="576899" y="1449657"/>
                  </a:lnTo>
                  <a:close/>
                  <a:moveTo>
                    <a:pt x="660693" y="1442126"/>
                  </a:moveTo>
                  <a:lnTo>
                    <a:pt x="673338" y="1455965"/>
                  </a:lnTo>
                  <a:lnTo>
                    <a:pt x="682896" y="1436153"/>
                  </a:lnTo>
                  <a:close/>
                  <a:moveTo>
                    <a:pt x="1920727" y="2998240"/>
                  </a:moveTo>
                  <a:lnTo>
                    <a:pt x="2035765" y="3042019"/>
                  </a:lnTo>
                  <a:lnTo>
                    <a:pt x="2015069" y="2959804"/>
                  </a:lnTo>
                  <a:close/>
                  <a:moveTo>
                    <a:pt x="2015069" y="2959804"/>
                  </a:moveTo>
                  <a:lnTo>
                    <a:pt x="2012251" y="2902844"/>
                  </a:lnTo>
                  <a:lnTo>
                    <a:pt x="1920727" y="2998240"/>
                  </a:lnTo>
                  <a:close/>
                  <a:moveTo>
                    <a:pt x="1920727" y="2998240"/>
                  </a:moveTo>
                  <a:lnTo>
                    <a:pt x="2012251" y="2902844"/>
                  </a:lnTo>
                  <a:lnTo>
                    <a:pt x="1888273" y="2912297"/>
                  </a:lnTo>
                  <a:close/>
                  <a:moveTo>
                    <a:pt x="1888273" y="2912297"/>
                  </a:moveTo>
                  <a:lnTo>
                    <a:pt x="2012251" y="2902844"/>
                  </a:lnTo>
                  <a:lnTo>
                    <a:pt x="1996983" y="2884510"/>
                  </a:lnTo>
                  <a:close/>
                  <a:moveTo>
                    <a:pt x="1920727" y="2998240"/>
                  </a:moveTo>
                  <a:lnTo>
                    <a:pt x="1888273" y="2912297"/>
                  </a:lnTo>
                  <a:lnTo>
                    <a:pt x="1893936" y="2954345"/>
                  </a:lnTo>
                  <a:close/>
                  <a:moveTo>
                    <a:pt x="1865132" y="2916025"/>
                  </a:moveTo>
                  <a:lnTo>
                    <a:pt x="1893936" y="2954345"/>
                  </a:lnTo>
                  <a:lnTo>
                    <a:pt x="1888273" y="2912297"/>
                  </a:lnTo>
                  <a:close/>
                  <a:moveTo>
                    <a:pt x="1879449" y="2900180"/>
                  </a:moveTo>
                  <a:lnTo>
                    <a:pt x="1865132" y="2916025"/>
                  </a:lnTo>
                  <a:lnTo>
                    <a:pt x="1888273" y="2912297"/>
                  </a:lnTo>
                  <a:close/>
                  <a:moveTo>
                    <a:pt x="1996983" y="2884510"/>
                  </a:moveTo>
                  <a:lnTo>
                    <a:pt x="2012251" y="2902844"/>
                  </a:lnTo>
                  <a:lnTo>
                    <a:pt x="2027802" y="2877589"/>
                  </a:lnTo>
                  <a:close/>
                  <a:moveTo>
                    <a:pt x="1114636" y="1815907"/>
                  </a:moveTo>
                  <a:lnTo>
                    <a:pt x="1023686" y="1847229"/>
                  </a:lnTo>
                  <a:lnTo>
                    <a:pt x="1128396" y="1827521"/>
                  </a:lnTo>
                  <a:close/>
                  <a:moveTo>
                    <a:pt x="1128396" y="1827521"/>
                  </a:moveTo>
                  <a:lnTo>
                    <a:pt x="1023686" y="1847229"/>
                  </a:lnTo>
                  <a:lnTo>
                    <a:pt x="1009560" y="1877072"/>
                  </a:lnTo>
                  <a:close/>
                  <a:moveTo>
                    <a:pt x="840492" y="1600584"/>
                  </a:moveTo>
                  <a:lnTo>
                    <a:pt x="795141" y="1632710"/>
                  </a:lnTo>
                  <a:lnTo>
                    <a:pt x="918291" y="1599287"/>
                  </a:lnTo>
                  <a:close/>
                  <a:moveTo>
                    <a:pt x="918291" y="1599287"/>
                  </a:moveTo>
                  <a:lnTo>
                    <a:pt x="795141" y="1632710"/>
                  </a:lnTo>
                  <a:lnTo>
                    <a:pt x="888576" y="1644362"/>
                  </a:lnTo>
                  <a:close/>
                  <a:moveTo>
                    <a:pt x="888576" y="1644362"/>
                  </a:moveTo>
                  <a:lnTo>
                    <a:pt x="795141" y="1632710"/>
                  </a:lnTo>
                  <a:lnTo>
                    <a:pt x="840981" y="1656423"/>
                  </a:lnTo>
                  <a:close/>
                  <a:moveTo>
                    <a:pt x="673338" y="1455965"/>
                  </a:moveTo>
                  <a:lnTo>
                    <a:pt x="653509" y="1518369"/>
                  </a:lnTo>
                  <a:lnTo>
                    <a:pt x="712961" y="1499725"/>
                  </a:lnTo>
                  <a:close/>
                  <a:moveTo>
                    <a:pt x="682896" y="1436153"/>
                  </a:moveTo>
                  <a:lnTo>
                    <a:pt x="673338" y="1455965"/>
                  </a:lnTo>
                  <a:lnTo>
                    <a:pt x="712961" y="1499725"/>
                  </a:lnTo>
                  <a:close/>
                  <a:moveTo>
                    <a:pt x="2015069" y="2959804"/>
                  </a:moveTo>
                  <a:lnTo>
                    <a:pt x="2055477" y="3037140"/>
                  </a:lnTo>
                  <a:lnTo>
                    <a:pt x="2035112" y="2953603"/>
                  </a:lnTo>
                  <a:close/>
                  <a:moveTo>
                    <a:pt x="2015069" y="2959804"/>
                  </a:moveTo>
                  <a:lnTo>
                    <a:pt x="2035765" y="3042019"/>
                  </a:lnTo>
                  <a:lnTo>
                    <a:pt x="2055477" y="3037140"/>
                  </a:lnTo>
                  <a:close/>
                  <a:moveTo>
                    <a:pt x="2012251" y="2902844"/>
                  </a:moveTo>
                  <a:lnTo>
                    <a:pt x="2015069" y="2959804"/>
                  </a:lnTo>
                  <a:lnTo>
                    <a:pt x="2035112" y="2953603"/>
                  </a:lnTo>
                  <a:close/>
                  <a:moveTo>
                    <a:pt x="2035112" y="2953603"/>
                  </a:moveTo>
                  <a:lnTo>
                    <a:pt x="2133779" y="2863358"/>
                  </a:lnTo>
                  <a:lnTo>
                    <a:pt x="2027802" y="2877589"/>
                  </a:lnTo>
                  <a:close/>
                  <a:moveTo>
                    <a:pt x="2027802" y="2877589"/>
                  </a:moveTo>
                  <a:lnTo>
                    <a:pt x="2133779" y="2863358"/>
                  </a:lnTo>
                  <a:lnTo>
                    <a:pt x="2103505" y="2839152"/>
                  </a:lnTo>
                  <a:close/>
                  <a:moveTo>
                    <a:pt x="2027802" y="2877589"/>
                  </a:moveTo>
                  <a:lnTo>
                    <a:pt x="2012251" y="2902844"/>
                  </a:lnTo>
                  <a:lnTo>
                    <a:pt x="2035112" y="2953603"/>
                  </a:lnTo>
                  <a:close/>
                  <a:moveTo>
                    <a:pt x="2120120" y="2812289"/>
                  </a:moveTo>
                  <a:lnTo>
                    <a:pt x="2027802" y="2877589"/>
                  </a:lnTo>
                  <a:lnTo>
                    <a:pt x="2103505" y="2839152"/>
                  </a:lnTo>
                  <a:close/>
                  <a:moveTo>
                    <a:pt x="2120120" y="2812289"/>
                  </a:moveTo>
                  <a:lnTo>
                    <a:pt x="2076943" y="2866060"/>
                  </a:lnTo>
                  <a:lnTo>
                    <a:pt x="2027802" y="2877589"/>
                  </a:lnTo>
                  <a:close/>
                  <a:moveTo>
                    <a:pt x="942462" y="1359280"/>
                  </a:moveTo>
                  <a:lnTo>
                    <a:pt x="932688" y="1277065"/>
                  </a:lnTo>
                  <a:lnTo>
                    <a:pt x="886986" y="1379337"/>
                  </a:lnTo>
                  <a:close/>
                  <a:moveTo>
                    <a:pt x="469474" y="875846"/>
                  </a:moveTo>
                  <a:lnTo>
                    <a:pt x="388142" y="881375"/>
                  </a:lnTo>
                  <a:lnTo>
                    <a:pt x="485332" y="879953"/>
                  </a:lnTo>
                  <a:close/>
                  <a:moveTo>
                    <a:pt x="494484" y="865990"/>
                  </a:moveTo>
                  <a:lnTo>
                    <a:pt x="460246" y="783774"/>
                  </a:lnTo>
                  <a:lnTo>
                    <a:pt x="469474" y="875846"/>
                  </a:lnTo>
                  <a:close/>
                  <a:moveTo>
                    <a:pt x="460246" y="783774"/>
                  </a:moveTo>
                  <a:lnTo>
                    <a:pt x="457785" y="785257"/>
                  </a:lnTo>
                  <a:lnTo>
                    <a:pt x="469474" y="875846"/>
                  </a:lnTo>
                  <a:close/>
                  <a:moveTo>
                    <a:pt x="469474" y="875846"/>
                  </a:moveTo>
                  <a:lnTo>
                    <a:pt x="485332" y="879953"/>
                  </a:lnTo>
                  <a:lnTo>
                    <a:pt x="494484" y="865990"/>
                  </a:lnTo>
                  <a:close/>
                  <a:moveTo>
                    <a:pt x="414812" y="701560"/>
                  </a:moveTo>
                  <a:lnTo>
                    <a:pt x="457785" y="785257"/>
                  </a:lnTo>
                  <a:lnTo>
                    <a:pt x="458776" y="780667"/>
                  </a:lnTo>
                  <a:close/>
                  <a:moveTo>
                    <a:pt x="376089" y="822211"/>
                  </a:moveTo>
                  <a:lnTo>
                    <a:pt x="457785" y="785257"/>
                  </a:lnTo>
                  <a:lnTo>
                    <a:pt x="414812" y="701560"/>
                  </a:lnTo>
                  <a:close/>
                  <a:moveTo>
                    <a:pt x="457785" y="785257"/>
                  </a:moveTo>
                  <a:lnTo>
                    <a:pt x="460246" y="783774"/>
                  </a:lnTo>
                  <a:lnTo>
                    <a:pt x="458776" y="780667"/>
                  </a:lnTo>
                  <a:close/>
                  <a:moveTo>
                    <a:pt x="2103505" y="2839152"/>
                  </a:moveTo>
                  <a:lnTo>
                    <a:pt x="2133779" y="2863358"/>
                  </a:lnTo>
                  <a:lnTo>
                    <a:pt x="2135376" y="2832590"/>
                  </a:lnTo>
                  <a:close/>
                  <a:moveTo>
                    <a:pt x="2120120" y="2812289"/>
                  </a:moveTo>
                  <a:lnTo>
                    <a:pt x="2103505" y="2839152"/>
                  </a:lnTo>
                  <a:lnTo>
                    <a:pt x="2135376" y="2832590"/>
                  </a:lnTo>
                  <a:close/>
                  <a:moveTo>
                    <a:pt x="1815116" y="2410720"/>
                  </a:moveTo>
                  <a:lnTo>
                    <a:pt x="1777272" y="2345862"/>
                  </a:lnTo>
                  <a:lnTo>
                    <a:pt x="1774461" y="2355899"/>
                  </a:lnTo>
                  <a:close/>
                  <a:moveTo>
                    <a:pt x="1873954" y="2323385"/>
                  </a:moveTo>
                  <a:lnTo>
                    <a:pt x="1777272" y="2345862"/>
                  </a:lnTo>
                  <a:lnTo>
                    <a:pt x="1815116" y="2410720"/>
                  </a:lnTo>
                  <a:close/>
                  <a:moveTo>
                    <a:pt x="1583087" y="2099216"/>
                  </a:moveTo>
                  <a:lnTo>
                    <a:pt x="1696304" y="2127140"/>
                  </a:lnTo>
                  <a:lnTo>
                    <a:pt x="1662052" y="2074197"/>
                  </a:lnTo>
                  <a:close/>
                  <a:moveTo>
                    <a:pt x="1693705" y="2142995"/>
                  </a:moveTo>
                  <a:lnTo>
                    <a:pt x="1696304" y="2127140"/>
                  </a:lnTo>
                  <a:lnTo>
                    <a:pt x="1583087" y="2099216"/>
                  </a:lnTo>
                  <a:close/>
                  <a:moveTo>
                    <a:pt x="1601457" y="2181432"/>
                  </a:moveTo>
                  <a:lnTo>
                    <a:pt x="1693705" y="2142995"/>
                  </a:lnTo>
                  <a:lnTo>
                    <a:pt x="1583087" y="2099216"/>
                  </a:lnTo>
                  <a:close/>
                  <a:moveTo>
                    <a:pt x="1662052" y="2074197"/>
                  </a:moveTo>
                  <a:lnTo>
                    <a:pt x="1696304" y="2127140"/>
                  </a:lnTo>
                  <a:lnTo>
                    <a:pt x="1753339" y="2061727"/>
                  </a:lnTo>
                  <a:close/>
                  <a:moveTo>
                    <a:pt x="942462" y="1359280"/>
                  </a:moveTo>
                  <a:lnTo>
                    <a:pt x="1044772" y="1363118"/>
                  </a:lnTo>
                  <a:lnTo>
                    <a:pt x="1013773" y="1336853"/>
                  </a:lnTo>
                  <a:close/>
                  <a:moveTo>
                    <a:pt x="932688" y="1277065"/>
                  </a:moveTo>
                  <a:lnTo>
                    <a:pt x="942462" y="1359280"/>
                  </a:lnTo>
                  <a:lnTo>
                    <a:pt x="1013773" y="1336853"/>
                  </a:lnTo>
                  <a:close/>
                  <a:moveTo>
                    <a:pt x="1097782" y="1329148"/>
                  </a:moveTo>
                  <a:lnTo>
                    <a:pt x="973980" y="1269113"/>
                  </a:lnTo>
                  <a:lnTo>
                    <a:pt x="1013773" y="1336853"/>
                  </a:lnTo>
                  <a:close/>
                  <a:moveTo>
                    <a:pt x="460246" y="783774"/>
                  </a:moveTo>
                  <a:lnTo>
                    <a:pt x="494484" y="865990"/>
                  </a:lnTo>
                  <a:lnTo>
                    <a:pt x="566013" y="827554"/>
                  </a:lnTo>
                  <a:close/>
                  <a:moveTo>
                    <a:pt x="460246" y="783774"/>
                  </a:moveTo>
                  <a:lnTo>
                    <a:pt x="566013" y="827554"/>
                  </a:lnTo>
                  <a:lnTo>
                    <a:pt x="513623" y="745338"/>
                  </a:lnTo>
                  <a:close/>
                  <a:moveTo>
                    <a:pt x="472326" y="673342"/>
                  </a:moveTo>
                  <a:lnTo>
                    <a:pt x="458776" y="780667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58776" y="780667"/>
                  </a:lnTo>
                  <a:lnTo>
                    <a:pt x="460246" y="783774"/>
                  </a:lnTo>
                  <a:close/>
                  <a:moveTo>
                    <a:pt x="491266" y="663123"/>
                  </a:moveTo>
                  <a:lnTo>
                    <a:pt x="460246" y="783774"/>
                  </a:lnTo>
                  <a:lnTo>
                    <a:pt x="513623" y="745338"/>
                  </a:lnTo>
                  <a:close/>
                  <a:moveTo>
                    <a:pt x="414812" y="701560"/>
                  </a:moveTo>
                  <a:lnTo>
                    <a:pt x="458776" y="780667"/>
                  </a:lnTo>
                  <a:lnTo>
                    <a:pt x="472326" y="673342"/>
                  </a:lnTo>
                  <a:close/>
                  <a:moveTo>
                    <a:pt x="427201" y="662611"/>
                  </a:moveTo>
                  <a:lnTo>
                    <a:pt x="414812" y="701560"/>
                  </a:lnTo>
                  <a:lnTo>
                    <a:pt x="472326" y="673342"/>
                  </a:lnTo>
                  <a:close/>
                  <a:moveTo>
                    <a:pt x="538341" y="584285"/>
                  </a:moveTo>
                  <a:lnTo>
                    <a:pt x="427201" y="662611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27201" y="662611"/>
                  </a:lnTo>
                  <a:lnTo>
                    <a:pt x="472326" y="673342"/>
                  </a:lnTo>
                  <a:close/>
                  <a:moveTo>
                    <a:pt x="2218831" y="2687492"/>
                  </a:moveTo>
                  <a:lnTo>
                    <a:pt x="2196324" y="2743541"/>
                  </a:lnTo>
                  <a:lnTo>
                    <a:pt x="2208030" y="2718501"/>
                  </a:lnTo>
                  <a:close/>
                  <a:moveTo>
                    <a:pt x="2208030" y="2718501"/>
                  </a:moveTo>
                  <a:lnTo>
                    <a:pt x="2242800" y="2777109"/>
                  </a:lnTo>
                  <a:lnTo>
                    <a:pt x="2243111" y="2705504"/>
                  </a:lnTo>
                  <a:close/>
                  <a:moveTo>
                    <a:pt x="2218831" y="2687492"/>
                  </a:moveTo>
                  <a:lnTo>
                    <a:pt x="2208030" y="2718501"/>
                  </a:lnTo>
                  <a:lnTo>
                    <a:pt x="2243111" y="2705504"/>
                  </a:lnTo>
                  <a:close/>
                  <a:moveTo>
                    <a:pt x="2335790" y="2690750"/>
                  </a:moveTo>
                  <a:lnTo>
                    <a:pt x="2243111" y="2705504"/>
                  </a:lnTo>
                  <a:lnTo>
                    <a:pt x="2242800" y="2777109"/>
                  </a:lnTo>
                  <a:close/>
                  <a:moveTo>
                    <a:pt x="2243111" y="2705504"/>
                  </a:moveTo>
                  <a:lnTo>
                    <a:pt x="2292605" y="2684664"/>
                  </a:lnTo>
                  <a:lnTo>
                    <a:pt x="2218831" y="2687492"/>
                  </a:lnTo>
                  <a:close/>
                  <a:moveTo>
                    <a:pt x="2243111" y="2705504"/>
                  </a:moveTo>
                  <a:lnTo>
                    <a:pt x="2335790" y="2690750"/>
                  </a:lnTo>
                  <a:lnTo>
                    <a:pt x="2292605" y="2684664"/>
                  </a:lnTo>
                  <a:close/>
                  <a:moveTo>
                    <a:pt x="1693705" y="2142995"/>
                  </a:moveTo>
                  <a:lnTo>
                    <a:pt x="1705347" y="2160950"/>
                  </a:lnTo>
                  <a:lnTo>
                    <a:pt x="1706584" y="2138086"/>
                  </a:lnTo>
                  <a:close/>
                  <a:moveTo>
                    <a:pt x="1696304" y="2127140"/>
                  </a:moveTo>
                  <a:lnTo>
                    <a:pt x="1693705" y="2142995"/>
                  </a:lnTo>
                  <a:lnTo>
                    <a:pt x="1706584" y="2138086"/>
                  </a:lnTo>
                  <a:close/>
                  <a:moveTo>
                    <a:pt x="1705347" y="2160950"/>
                  </a:moveTo>
                  <a:lnTo>
                    <a:pt x="1795567" y="2104559"/>
                  </a:lnTo>
                  <a:lnTo>
                    <a:pt x="1706584" y="2138086"/>
                  </a:lnTo>
                  <a:close/>
                  <a:moveTo>
                    <a:pt x="1833182" y="2145044"/>
                  </a:moveTo>
                  <a:lnTo>
                    <a:pt x="1795567" y="2104559"/>
                  </a:lnTo>
                  <a:lnTo>
                    <a:pt x="1705347" y="2160950"/>
                  </a:lnTo>
                  <a:close/>
                  <a:moveTo>
                    <a:pt x="1810734" y="2061114"/>
                  </a:moveTo>
                  <a:lnTo>
                    <a:pt x="1706584" y="2138086"/>
                  </a:lnTo>
                  <a:lnTo>
                    <a:pt x="1795567" y="2104559"/>
                  </a:lnTo>
                  <a:close/>
                  <a:moveTo>
                    <a:pt x="1696304" y="2127140"/>
                  </a:moveTo>
                  <a:lnTo>
                    <a:pt x="1706584" y="2138086"/>
                  </a:lnTo>
                  <a:lnTo>
                    <a:pt x="1810734" y="2061114"/>
                  </a:lnTo>
                  <a:close/>
                  <a:moveTo>
                    <a:pt x="1753339" y="2061727"/>
                  </a:moveTo>
                  <a:lnTo>
                    <a:pt x="1696304" y="2127140"/>
                  </a:lnTo>
                  <a:lnTo>
                    <a:pt x="1810734" y="2061114"/>
                  </a:lnTo>
                  <a:close/>
                  <a:moveTo>
                    <a:pt x="1398101" y="1731920"/>
                  </a:moveTo>
                  <a:lnTo>
                    <a:pt x="1473514" y="1705922"/>
                  </a:lnTo>
                  <a:lnTo>
                    <a:pt x="1421899" y="1658501"/>
                  </a:lnTo>
                  <a:close/>
                  <a:moveTo>
                    <a:pt x="595599" y="583161"/>
                  </a:moveTo>
                  <a:lnTo>
                    <a:pt x="491266" y="663123"/>
                  </a:lnTo>
                  <a:lnTo>
                    <a:pt x="571142" y="624687"/>
                  </a:lnTo>
                  <a:close/>
                  <a:moveTo>
                    <a:pt x="595599" y="583161"/>
                  </a:moveTo>
                  <a:lnTo>
                    <a:pt x="538341" y="584285"/>
                  </a:lnTo>
                  <a:lnTo>
                    <a:pt x="491266" y="663123"/>
                  </a:lnTo>
                  <a:close/>
                  <a:moveTo>
                    <a:pt x="2415300" y="2477198"/>
                  </a:moveTo>
                  <a:lnTo>
                    <a:pt x="2437751" y="2568357"/>
                  </a:lnTo>
                  <a:lnTo>
                    <a:pt x="2447990" y="2556563"/>
                  </a:lnTo>
                  <a:close/>
                  <a:moveTo>
                    <a:pt x="2437751" y="2568357"/>
                  </a:moveTo>
                  <a:lnTo>
                    <a:pt x="2449256" y="2559413"/>
                  </a:lnTo>
                  <a:lnTo>
                    <a:pt x="2447990" y="2556563"/>
                  </a:lnTo>
                  <a:close/>
                  <a:moveTo>
                    <a:pt x="664020" y="560319"/>
                  </a:moveTo>
                  <a:lnTo>
                    <a:pt x="595599" y="583161"/>
                  </a:lnTo>
                  <a:lnTo>
                    <a:pt x="715640" y="538115"/>
                  </a:lnTo>
                  <a:close/>
                  <a:moveTo>
                    <a:pt x="715640" y="538115"/>
                  </a:moveTo>
                  <a:lnTo>
                    <a:pt x="727804" y="504036"/>
                  </a:lnTo>
                  <a:lnTo>
                    <a:pt x="697039" y="542472"/>
                  </a:lnTo>
                  <a:close/>
                  <a:moveTo>
                    <a:pt x="2415300" y="2477198"/>
                  </a:moveTo>
                  <a:lnTo>
                    <a:pt x="2447990" y="2556563"/>
                  </a:lnTo>
                  <a:lnTo>
                    <a:pt x="2434657" y="2470781"/>
                  </a:lnTo>
                  <a:close/>
                  <a:moveTo>
                    <a:pt x="819731" y="433433"/>
                  </a:moveTo>
                  <a:lnTo>
                    <a:pt x="727804" y="504036"/>
                  </a:lnTo>
                  <a:lnTo>
                    <a:pt x="794963" y="465599"/>
                  </a:lnTo>
                  <a:close/>
                  <a:moveTo>
                    <a:pt x="819731" y="433433"/>
                  </a:moveTo>
                  <a:lnTo>
                    <a:pt x="767941" y="455003"/>
                  </a:lnTo>
                  <a:lnTo>
                    <a:pt x="727804" y="504036"/>
                  </a:lnTo>
                  <a:close/>
                  <a:moveTo>
                    <a:pt x="1554966" y="1099741"/>
                  </a:moveTo>
                  <a:lnTo>
                    <a:pt x="1506134" y="1123320"/>
                  </a:lnTo>
                  <a:lnTo>
                    <a:pt x="1577968" y="1102549"/>
                  </a:lnTo>
                  <a:close/>
                  <a:moveTo>
                    <a:pt x="1577968" y="1102549"/>
                  </a:moveTo>
                  <a:lnTo>
                    <a:pt x="1506134" y="1123320"/>
                  </a:lnTo>
                  <a:lnTo>
                    <a:pt x="1467719" y="1184208"/>
                  </a:lnTo>
                  <a:close/>
                  <a:moveTo>
                    <a:pt x="1577968" y="1102549"/>
                  </a:moveTo>
                  <a:lnTo>
                    <a:pt x="1467719" y="1184208"/>
                  </a:lnTo>
                  <a:lnTo>
                    <a:pt x="1513679" y="1140840"/>
                  </a:lnTo>
                  <a:close/>
                  <a:moveTo>
                    <a:pt x="1554966" y="1099741"/>
                  </a:moveTo>
                  <a:lnTo>
                    <a:pt x="1577968" y="1102549"/>
                  </a:lnTo>
                  <a:lnTo>
                    <a:pt x="1587500" y="1084884"/>
                  </a:lnTo>
                  <a:close/>
                  <a:moveTo>
                    <a:pt x="1811438" y="772533"/>
                  </a:moveTo>
                  <a:lnTo>
                    <a:pt x="1849807" y="722928"/>
                  </a:lnTo>
                  <a:lnTo>
                    <a:pt x="1775487" y="761365"/>
                  </a:lnTo>
                  <a:close/>
                  <a:moveTo>
                    <a:pt x="1354138" y="229637"/>
                  </a:moveTo>
                  <a:lnTo>
                    <a:pt x="1336167" y="325408"/>
                  </a:lnTo>
                  <a:lnTo>
                    <a:pt x="1376222" y="259966"/>
                  </a:lnTo>
                  <a:close/>
                  <a:moveTo>
                    <a:pt x="1354138" y="229637"/>
                  </a:moveTo>
                  <a:lnTo>
                    <a:pt x="1285723" y="268074"/>
                  </a:lnTo>
                  <a:lnTo>
                    <a:pt x="1336167" y="325408"/>
                  </a:lnTo>
                  <a:close/>
                  <a:moveTo>
                    <a:pt x="1349261" y="159162"/>
                  </a:moveTo>
                  <a:lnTo>
                    <a:pt x="1285723" y="268074"/>
                  </a:lnTo>
                  <a:lnTo>
                    <a:pt x="1354138" y="229637"/>
                  </a:lnTo>
                  <a:close/>
                  <a:moveTo>
                    <a:pt x="1349261" y="159162"/>
                  </a:moveTo>
                  <a:lnTo>
                    <a:pt x="1302706" y="200303"/>
                  </a:lnTo>
                  <a:lnTo>
                    <a:pt x="1285723" y="268074"/>
                  </a:lnTo>
                  <a:close/>
                  <a:moveTo>
                    <a:pt x="1349261" y="159162"/>
                  </a:moveTo>
                  <a:lnTo>
                    <a:pt x="1347705" y="147423"/>
                  </a:lnTo>
                  <a:lnTo>
                    <a:pt x="1306115" y="185859"/>
                  </a:lnTo>
                  <a:close/>
                  <a:moveTo>
                    <a:pt x="1833811" y="794045"/>
                  </a:moveTo>
                  <a:lnTo>
                    <a:pt x="1849807" y="722928"/>
                  </a:lnTo>
                  <a:lnTo>
                    <a:pt x="1811438" y="772533"/>
                  </a:lnTo>
                  <a:close/>
                  <a:moveTo>
                    <a:pt x="1886234" y="711926"/>
                  </a:moveTo>
                  <a:lnTo>
                    <a:pt x="1849807" y="722928"/>
                  </a:lnTo>
                  <a:lnTo>
                    <a:pt x="1833811" y="794045"/>
                  </a:lnTo>
                  <a:close/>
                  <a:moveTo>
                    <a:pt x="1934156" y="773059"/>
                  </a:moveTo>
                  <a:lnTo>
                    <a:pt x="1886234" y="711926"/>
                  </a:lnTo>
                  <a:lnTo>
                    <a:pt x="1833811" y="794045"/>
                  </a:lnTo>
                  <a:close/>
                  <a:moveTo>
                    <a:pt x="1960766" y="766707"/>
                  </a:moveTo>
                  <a:lnTo>
                    <a:pt x="1956394" y="684492"/>
                  </a:lnTo>
                  <a:lnTo>
                    <a:pt x="1934156" y="773059"/>
                  </a:lnTo>
                  <a:close/>
                  <a:moveTo>
                    <a:pt x="1956394" y="684492"/>
                  </a:moveTo>
                  <a:lnTo>
                    <a:pt x="1886234" y="711926"/>
                  </a:lnTo>
                  <a:lnTo>
                    <a:pt x="1934156" y="773059"/>
                  </a:lnTo>
                  <a:close/>
                  <a:moveTo>
                    <a:pt x="1866903" y="701252"/>
                  </a:moveTo>
                  <a:lnTo>
                    <a:pt x="1849807" y="722928"/>
                  </a:lnTo>
                  <a:lnTo>
                    <a:pt x="1886234" y="711926"/>
                  </a:lnTo>
                  <a:close/>
                  <a:moveTo>
                    <a:pt x="1979474" y="628270"/>
                  </a:moveTo>
                  <a:lnTo>
                    <a:pt x="1886234" y="711926"/>
                  </a:lnTo>
                  <a:lnTo>
                    <a:pt x="1956394" y="684492"/>
                  </a:lnTo>
                  <a:close/>
                  <a:moveTo>
                    <a:pt x="1684637" y="394068"/>
                  </a:moveTo>
                  <a:lnTo>
                    <a:pt x="1711302" y="437846"/>
                  </a:lnTo>
                  <a:lnTo>
                    <a:pt x="1732697" y="355632"/>
                  </a:lnTo>
                  <a:close/>
                  <a:moveTo>
                    <a:pt x="1354138" y="229637"/>
                  </a:moveTo>
                  <a:lnTo>
                    <a:pt x="1376222" y="259966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54138" y="229637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81623" y="218652"/>
                  </a:lnTo>
                  <a:lnTo>
                    <a:pt x="1347705" y="147423"/>
                  </a:lnTo>
                  <a:close/>
                  <a:moveTo>
                    <a:pt x="1347705" y="147423"/>
                  </a:moveTo>
                  <a:lnTo>
                    <a:pt x="1381623" y="218652"/>
                  </a:lnTo>
                  <a:lnTo>
                    <a:pt x="1445360" y="191201"/>
                  </a:lnTo>
                  <a:close/>
                  <a:moveTo>
                    <a:pt x="1347705" y="147423"/>
                  </a:moveTo>
                  <a:lnTo>
                    <a:pt x="1445360" y="191201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347705" y="147423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400093" y="70555"/>
                  </a:lnTo>
                  <a:lnTo>
                    <a:pt x="1347705" y="147423"/>
                  </a:lnTo>
                  <a:close/>
                  <a:moveTo>
                    <a:pt x="1956394" y="684492"/>
                  </a:moveTo>
                  <a:lnTo>
                    <a:pt x="1960766" y="766707"/>
                  </a:lnTo>
                  <a:lnTo>
                    <a:pt x="2033287" y="728271"/>
                  </a:lnTo>
                  <a:close/>
                  <a:moveTo>
                    <a:pt x="1956394" y="684492"/>
                  </a:moveTo>
                  <a:lnTo>
                    <a:pt x="2033287" y="728271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56394" y="684492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79474" y="628270"/>
                  </a:lnTo>
                  <a:lnTo>
                    <a:pt x="1956394" y="684492"/>
                  </a:lnTo>
                  <a:close/>
                  <a:moveTo>
                    <a:pt x="1979474" y="628270"/>
                  </a:moveTo>
                  <a:lnTo>
                    <a:pt x="2034140" y="617458"/>
                  </a:lnTo>
                  <a:lnTo>
                    <a:pt x="1998134" y="602277"/>
                  </a:lnTo>
                  <a:close/>
                  <a:moveTo>
                    <a:pt x="1732697" y="355632"/>
                  </a:moveTo>
                  <a:lnTo>
                    <a:pt x="1808557" y="331359"/>
                  </a:lnTo>
                  <a:lnTo>
                    <a:pt x="1794499" y="325544"/>
                  </a:lnTo>
                  <a:close/>
                  <a:moveTo>
                    <a:pt x="1783749" y="399410"/>
                  </a:moveTo>
                  <a:lnTo>
                    <a:pt x="1808557" y="331359"/>
                  </a:lnTo>
                  <a:lnTo>
                    <a:pt x="1732697" y="355632"/>
                  </a:lnTo>
                  <a:close/>
                  <a:moveTo>
                    <a:pt x="1711302" y="437846"/>
                  </a:moveTo>
                  <a:lnTo>
                    <a:pt x="1783749" y="399410"/>
                  </a:lnTo>
                  <a:lnTo>
                    <a:pt x="1732697" y="355632"/>
                  </a:lnTo>
                  <a:close/>
                  <a:moveTo>
                    <a:pt x="1794499" y="325544"/>
                  </a:moveTo>
                  <a:lnTo>
                    <a:pt x="1737262" y="279998"/>
                  </a:lnTo>
                  <a:lnTo>
                    <a:pt x="1732697" y="355632"/>
                  </a:lnTo>
                  <a:close/>
                  <a:moveTo>
                    <a:pt x="1737262" y="279998"/>
                  </a:moveTo>
                  <a:lnTo>
                    <a:pt x="1794499" y="325544"/>
                  </a:lnTo>
                  <a:lnTo>
                    <a:pt x="1815022" y="317195"/>
                  </a:lnTo>
                  <a:close/>
                  <a:moveTo>
                    <a:pt x="1794499" y="325544"/>
                  </a:moveTo>
                  <a:lnTo>
                    <a:pt x="1808557" y="331359"/>
                  </a:lnTo>
                  <a:lnTo>
                    <a:pt x="1815022" y="317195"/>
                  </a:lnTo>
                  <a:close/>
                  <a:moveTo>
                    <a:pt x="1453404" y="54676"/>
                  </a:moveTo>
                  <a:lnTo>
                    <a:pt x="1425047" y="108986"/>
                  </a:lnTo>
                  <a:lnTo>
                    <a:pt x="1497351" y="85068"/>
                  </a:lnTo>
                  <a:close/>
                  <a:moveTo>
                    <a:pt x="1498596" y="26770"/>
                  </a:moveTo>
                  <a:lnTo>
                    <a:pt x="1453404" y="54676"/>
                  </a:lnTo>
                  <a:lnTo>
                    <a:pt x="1574207" y="12477"/>
                  </a:lnTo>
                  <a:close/>
                  <a:moveTo>
                    <a:pt x="1574207" y="12477"/>
                  </a:moveTo>
                  <a:lnTo>
                    <a:pt x="1453404" y="54676"/>
                  </a:lnTo>
                  <a:lnTo>
                    <a:pt x="1539676" y="70549"/>
                  </a:lnTo>
                  <a:close/>
                  <a:moveTo>
                    <a:pt x="1539676" y="70549"/>
                  </a:moveTo>
                  <a:lnTo>
                    <a:pt x="1453404" y="54676"/>
                  </a:lnTo>
                  <a:lnTo>
                    <a:pt x="1497351" y="85068"/>
                  </a:lnTo>
                  <a:close/>
                  <a:moveTo>
                    <a:pt x="1808557" y="331359"/>
                  </a:moveTo>
                  <a:lnTo>
                    <a:pt x="1867909" y="338060"/>
                  </a:lnTo>
                  <a:lnTo>
                    <a:pt x="1815022" y="317195"/>
                  </a:lnTo>
                  <a:close/>
                  <a:moveTo>
                    <a:pt x="1815022" y="317195"/>
                  </a:moveTo>
                  <a:lnTo>
                    <a:pt x="1901435" y="278758"/>
                  </a:lnTo>
                  <a:lnTo>
                    <a:pt x="1800306" y="300507"/>
                  </a:lnTo>
                  <a:close/>
                  <a:moveTo>
                    <a:pt x="1574207" y="12477"/>
                  </a:moveTo>
                  <a:lnTo>
                    <a:pt x="1539676" y="70549"/>
                  </a:lnTo>
                  <a:lnTo>
                    <a:pt x="1625891" y="41159"/>
                  </a:lnTo>
                  <a:close/>
                  <a:moveTo>
                    <a:pt x="1574207" y="12477"/>
                  </a:moveTo>
                  <a:lnTo>
                    <a:pt x="1625891" y="41159"/>
                  </a:lnTo>
                  <a:lnTo>
                    <a:pt x="1702959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85" name="Candidate_density__2104">
              <a:extLst>
                <a:ext uri="{FF2B5EF4-FFF2-40B4-BE49-F238E27FC236}">
                  <a16:creationId xmlns:a16="http://schemas.microsoft.com/office/drawing/2014/main" id="{074164F3-45A2-A0F5-3F3E-A594735EA979}"/>
                </a:ext>
              </a:extLst>
            </p:cNvPr>
            <p:cNvSpPr>
              <a:spLocks noGrp="1"/>
            </p:cNvSpPr>
            <p:nvPr/>
          </p:nvSpPr>
          <p:spPr>
            <a:xfrm>
              <a:off x="3816695" y="1621071"/>
              <a:ext cx="2347125" cy="2418373"/>
            </a:xfrm>
            <a:custGeom>
              <a:avLst/>
              <a:gdLst/>
              <a:ahLst/>
              <a:cxnLst/>
              <a:rect l="0" t="0" r="0" b="0"/>
              <a:pathLst>
                <a:path w="2347125" h="2418373">
                  <a:moveTo>
                    <a:pt x="684496" y="2378081"/>
                  </a:moveTo>
                  <a:lnTo>
                    <a:pt x="653071" y="2352590"/>
                  </a:lnTo>
                  <a:lnTo>
                    <a:pt x="724135" y="2418373"/>
                  </a:lnTo>
                  <a:close/>
                  <a:moveTo>
                    <a:pt x="569916" y="2259509"/>
                  </a:moveTo>
                  <a:lnTo>
                    <a:pt x="647993" y="2336158"/>
                  </a:lnTo>
                  <a:lnTo>
                    <a:pt x="578815" y="2261616"/>
                  </a:lnTo>
                  <a:close/>
                  <a:moveTo>
                    <a:pt x="569916" y="2259509"/>
                  </a:moveTo>
                  <a:lnTo>
                    <a:pt x="653071" y="2352590"/>
                  </a:lnTo>
                  <a:lnTo>
                    <a:pt x="647993" y="2336158"/>
                  </a:lnTo>
                  <a:close/>
                  <a:moveTo>
                    <a:pt x="647993" y="2336158"/>
                  </a:moveTo>
                  <a:lnTo>
                    <a:pt x="653071" y="2352590"/>
                  </a:lnTo>
                  <a:lnTo>
                    <a:pt x="684496" y="2378081"/>
                  </a:lnTo>
                  <a:close/>
                  <a:moveTo>
                    <a:pt x="564190" y="2253943"/>
                  </a:moveTo>
                  <a:lnTo>
                    <a:pt x="569916" y="2259509"/>
                  </a:lnTo>
                  <a:lnTo>
                    <a:pt x="578815" y="2261616"/>
                  </a:lnTo>
                  <a:close/>
                  <a:moveTo>
                    <a:pt x="684496" y="2378081"/>
                  </a:moveTo>
                  <a:lnTo>
                    <a:pt x="792401" y="2400001"/>
                  </a:lnTo>
                  <a:lnTo>
                    <a:pt x="802711" y="2326211"/>
                  </a:lnTo>
                  <a:close/>
                  <a:moveTo>
                    <a:pt x="792401" y="2400001"/>
                  </a:moveTo>
                  <a:lnTo>
                    <a:pt x="864458" y="2402012"/>
                  </a:lnTo>
                  <a:lnTo>
                    <a:pt x="802711" y="2326211"/>
                  </a:lnTo>
                  <a:close/>
                  <a:moveTo>
                    <a:pt x="665867" y="2297722"/>
                  </a:moveTo>
                  <a:lnTo>
                    <a:pt x="684496" y="2378081"/>
                  </a:lnTo>
                  <a:lnTo>
                    <a:pt x="734592" y="2350179"/>
                  </a:lnTo>
                  <a:close/>
                  <a:moveTo>
                    <a:pt x="665867" y="2297722"/>
                  </a:moveTo>
                  <a:lnTo>
                    <a:pt x="647993" y="2336158"/>
                  </a:lnTo>
                  <a:lnTo>
                    <a:pt x="684496" y="2378081"/>
                  </a:lnTo>
                  <a:close/>
                  <a:moveTo>
                    <a:pt x="595718" y="2238533"/>
                  </a:moveTo>
                  <a:lnTo>
                    <a:pt x="578815" y="2261616"/>
                  </a:lnTo>
                  <a:lnTo>
                    <a:pt x="635333" y="2215506"/>
                  </a:lnTo>
                  <a:close/>
                  <a:moveTo>
                    <a:pt x="635333" y="2215506"/>
                  </a:moveTo>
                  <a:lnTo>
                    <a:pt x="578815" y="2261616"/>
                  </a:lnTo>
                  <a:lnTo>
                    <a:pt x="647993" y="2336158"/>
                  </a:lnTo>
                  <a:close/>
                  <a:moveTo>
                    <a:pt x="635333" y="2215506"/>
                  </a:moveTo>
                  <a:lnTo>
                    <a:pt x="647993" y="2336158"/>
                  </a:lnTo>
                  <a:lnTo>
                    <a:pt x="665867" y="2297722"/>
                  </a:lnTo>
                  <a:close/>
                  <a:moveTo>
                    <a:pt x="564190" y="2253943"/>
                  </a:moveTo>
                  <a:lnTo>
                    <a:pt x="578815" y="2261616"/>
                  </a:lnTo>
                  <a:lnTo>
                    <a:pt x="595718" y="2238533"/>
                  </a:lnTo>
                  <a:close/>
                  <a:moveTo>
                    <a:pt x="495629" y="2229253"/>
                  </a:moveTo>
                  <a:lnTo>
                    <a:pt x="595718" y="2238533"/>
                  </a:lnTo>
                  <a:lnTo>
                    <a:pt x="620340" y="2201670"/>
                  </a:lnTo>
                  <a:close/>
                  <a:moveTo>
                    <a:pt x="0" y="1418959"/>
                  </a:moveTo>
                  <a:lnTo>
                    <a:pt x="31817" y="1493185"/>
                  </a:lnTo>
                  <a:lnTo>
                    <a:pt x="101250" y="1397237"/>
                  </a:lnTo>
                  <a:close/>
                  <a:moveTo>
                    <a:pt x="0" y="1418959"/>
                  </a:moveTo>
                  <a:lnTo>
                    <a:pt x="101250" y="1397237"/>
                  </a:lnTo>
                  <a:lnTo>
                    <a:pt x="21116" y="1354558"/>
                  </a:lnTo>
                  <a:close/>
                  <a:moveTo>
                    <a:pt x="105330" y="1390762"/>
                  </a:moveTo>
                  <a:lnTo>
                    <a:pt x="117016" y="1284327"/>
                  </a:lnTo>
                  <a:lnTo>
                    <a:pt x="57917" y="1276950"/>
                  </a:lnTo>
                  <a:close/>
                  <a:moveTo>
                    <a:pt x="680115" y="1930235"/>
                  </a:moveTo>
                  <a:lnTo>
                    <a:pt x="619749" y="1818627"/>
                  </a:lnTo>
                  <a:lnTo>
                    <a:pt x="618941" y="1919376"/>
                  </a:lnTo>
                  <a:close/>
                  <a:moveTo>
                    <a:pt x="684883" y="1809773"/>
                  </a:moveTo>
                  <a:lnTo>
                    <a:pt x="711737" y="1834324"/>
                  </a:lnTo>
                  <a:lnTo>
                    <a:pt x="652642" y="1791885"/>
                  </a:lnTo>
                  <a:close/>
                  <a:moveTo>
                    <a:pt x="636739" y="1504538"/>
                  </a:moveTo>
                  <a:lnTo>
                    <a:pt x="687547" y="1423732"/>
                  </a:lnTo>
                  <a:lnTo>
                    <a:pt x="624572" y="1414338"/>
                  </a:lnTo>
                  <a:close/>
                  <a:moveTo>
                    <a:pt x="687547" y="1423732"/>
                  </a:moveTo>
                  <a:lnTo>
                    <a:pt x="653131" y="1400005"/>
                  </a:lnTo>
                  <a:lnTo>
                    <a:pt x="624572" y="1414338"/>
                  </a:lnTo>
                  <a:close/>
                  <a:moveTo>
                    <a:pt x="391281" y="1082446"/>
                  </a:moveTo>
                  <a:lnTo>
                    <a:pt x="334706" y="1113616"/>
                  </a:lnTo>
                  <a:lnTo>
                    <a:pt x="422175" y="1157422"/>
                  </a:lnTo>
                  <a:close/>
                  <a:moveTo>
                    <a:pt x="422175" y="1157422"/>
                  </a:moveTo>
                  <a:lnTo>
                    <a:pt x="487144" y="1121521"/>
                  </a:lnTo>
                  <a:lnTo>
                    <a:pt x="454241" y="1091853"/>
                  </a:lnTo>
                  <a:close/>
                  <a:moveTo>
                    <a:pt x="453791" y="996820"/>
                  </a:moveTo>
                  <a:lnTo>
                    <a:pt x="431117" y="992964"/>
                  </a:lnTo>
                  <a:lnTo>
                    <a:pt x="454241" y="1091853"/>
                  </a:lnTo>
                  <a:close/>
                  <a:moveTo>
                    <a:pt x="454241" y="1091853"/>
                  </a:moveTo>
                  <a:lnTo>
                    <a:pt x="374276" y="996178"/>
                  </a:lnTo>
                  <a:lnTo>
                    <a:pt x="391281" y="1082446"/>
                  </a:lnTo>
                  <a:close/>
                  <a:moveTo>
                    <a:pt x="288489" y="936098"/>
                  </a:moveTo>
                  <a:lnTo>
                    <a:pt x="374276" y="996178"/>
                  </a:lnTo>
                  <a:lnTo>
                    <a:pt x="375637" y="983272"/>
                  </a:lnTo>
                  <a:close/>
                  <a:moveTo>
                    <a:pt x="276601" y="949186"/>
                  </a:moveTo>
                  <a:lnTo>
                    <a:pt x="374276" y="996178"/>
                  </a:lnTo>
                  <a:lnTo>
                    <a:pt x="288489" y="936098"/>
                  </a:lnTo>
                  <a:close/>
                  <a:moveTo>
                    <a:pt x="1340704" y="1956925"/>
                  </a:moveTo>
                  <a:lnTo>
                    <a:pt x="1279280" y="2046361"/>
                  </a:lnTo>
                  <a:lnTo>
                    <a:pt x="1349144" y="2050155"/>
                  </a:lnTo>
                  <a:close/>
                  <a:moveTo>
                    <a:pt x="1349144" y="2050155"/>
                  </a:moveTo>
                  <a:lnTo>
                    <a:pt x="1342842" y="2091572"/>
                  </a:lnTo>
                  <a:lnTo>
                    <a:pt x="1378847" y="2061760"/>
                  </a:lnTo>
                  <a:close/>
                  <a:moveTo>
                    <a:pt x="1114109" y="1578487"/>
                  </a:moveTo>
                  <a:lnTo>
                    <a:pt x="1059378" y="1530034"/>
                  </a:lnTo>
                  <a:lnTo>
                    <a:pt x="1106436" y="1625827"/>
                  </a:lnTo>
                  <a:close/>
                  <a:moveTo>
                    <a:pt x="1046709" y="1605148"/>
                  </a:moveTo>
                  <a:lnTo>
                    <a:pt x="1055776" y="1612248"/>
                  </a:lnTo>
                  <a:lnTo>
                    <a:pt x="1106436" y="1625827"/>
                  </a:lnTo>
                  <a:close/>
                  <a:moveTo>
                    <a:pt x="1011783" y="1542094"/>
                  </a:moveTo>
                  <a:lnTo>
                    <a:pt x="1046709" y="1605148"/>
                  </a:lnTo>
                  <a:lnTo>
                    <a:pt x="1106436" y="1625827"/>
                  </a:lnTo>
                  <a:close/>
                  <a:moveTo>
                    <a:pt x="1297344" y="1831491"/>
                  </a:moveTo>
                  <a:lnTo>
                    <a:pt x="1359153" y="1841833"/>
                  </a:lnTo>
                  <a:lnTo>
                    <a:pt x="1346275" y="1752211"/>
                  </a:lnTo>
                  <a:close/>
                  <a:moveTo>
                    <a:pt x="1297344" y="1831491"/>
                  </a:moveTo>
                  <a:lnTo>
                    <a:pt x="1346275" y="1752211"/>
                  </a:lnTo>
                  <a:lnTo>
                    <a:pt x="1274028" y="1750354"/>
                  </a:lnTo>
                  <a:close/>
                  <a:moveTo>
                    <a:pt x="955604" y="1527175"/>
                  </a:moveTo>
                  <a:lnTo>
                    <a:pt x="1046709" y="1605148"/>
                  </a:lnTo>
                  <a:lnTo>
                    <a:pt x="955821" y="1530034"/>
                  </a:lnTo>
                  <a:close/>
                  <a:moveTo>
                    <a:pt x="1052057" y="1609445"/>
                  </a:moveTo>
                  <a:lnTo>
                    <a:pt x="1046709" y="1605148"/>
                  </a:lnTo>
                  <a:lnTo>
                    <a:pt x="955604" y="1527175"/>
                  </a:lnTo>
                  <a:close/>
                  <a:moveTo>
                    <a:pt x="1052057" y="1609445"/>
                  </a:moveTo>
                  <a:lnTo>
                    <a:pt x="1055776" y="1612248"/>
                  </a:lnTo>
                  <a:lnTo>
                    <a:pt x="1046709" y="1605148"/>
                  </a:lnTo>
                  <a:close/>
                  <a:moveTo>
                    <a:pt x="803669" y="1253778"/>
                  </a:moveTo>
                  <a:lnTo>
                    <a:pt x="904924" y="1268101"/>
                  </a:lnTo>
                  <a:lnTo>
                    <a:pt x="907421" y="1162737"/>
                  </a:lnTo>
                  <a:close/>
                  <a:moveTo>
                    <a:pt x="1849350" y="2313748"/>
                  </a:moveTo>
                  <a:lnTo>
                    <a:pt x="1863794" y="2335083"/>
                  </a:lnTo>
                  <a:lnTo>
                    <a:pt x="1897776" y="2342684"/>
                  </a:lnTo>
                  <a:close/>
                  <a:moveTo>
                    <a:pt x="1849350" y="2313748"/>
                  </a:moveTo>
                  <a:lnTo>
                    <a:pt x="1897776" y="2342684"/>
                  </a:lnTo>
                  <a:lnTo>
                    <a:pt x="1927239" y="2283504"/>
                  </a:lnTo>
                  <a:close/>
                  <a:moveTo>
                    <a:pt x="967364" y="1156745"/>
                  </a:moveTo>
                  <a:lnTo>
                    <a:pt x="913176" y="1161300"/>
                  </a:lnTo>
                  <a:lnTo>
                    <a:pt x="907421" y="1162737"/>
                  </a:lnTo>
                  <a:close/>
                  <a:moveTo>
                    <a:pt x="914908" y="1162737"/>
                  </a:moveTo>
                  <a:lnTo>
                    <a:pt x="913176" y="1161300"/>
                  </a:lnTo>
                  <a:lnTo>
                    <a:pt x="1019280" y="1206516"/>
                  </a:lnTo>
                  <a:close/>
                  <a:moveTo>
                    <a:pt x="837925" y="961701"/>
                  </a:moveTo>
                  <a:lnTo>
                    <a:pt x="872891" y="1080521"/>
                  </a:lnTo>
                  <a:lnTo>
                    <a:pt x="928390" y="1011027"/>
                  </a:lnTo>
                  <a:close/>
                  <a:moveTo>
                    <a:pt x="1622207" y="1782021"/>
                  </a:moveTo>
                  <a:lnTo>
                    <a:pt x="1602742" y="1764984"/>
                  </a:lnTo>
                  <a:lnTo>
                    <a:pt x="1582092" y="1681680"/>
                  </a:lnTo>
                  <a:close/>
                  <a:moveTo>
                    <a:pt x="808103" y="685669"/>
                  </a:moveTo>
                  <a:lnTo>
                    <a:pt x="855620" y="795440"/>
                  </a:lnTo>
                  <a:lnTo>
                    <a:pt x="917893" y="756578"/>
                  </a:lnTo>
                  <a:close/>
                  <a:moveTo>
                    <a:pt x="1599858" y="1743584"/>
                  </a:moveTo>
                  <a:lnTo>
                    <a:pt x="1582092" y="1681680"/>
                  </a:lnTo>
                  <a:lnTo>
                    <a:pt x="1602742" y="1764984"/>
                  </a:lnTo>
                  <a:close/>
                  <a:moveTo>
                    <a:pt x="1667554" y="1608832"/>
                  </a:moveTo>
                  <a:lnTo>
                    <a:pt x="1695262" y="1622933"/>
                  </a:lnTo>
                  <a:lnTo>
                    <a:pt x="1719124" y="1630867"/>
                  </a:lnTo>
                  <a:close/>
                  <a:moveTo>
                    <a:pt x="1236814" y="979871"/>
                  </a:moveTo>
                  <a:lnTo>
                    <a:pt x="1251186" y="951529"/>
                  </a:lnTo>
                  <a:lnTo>
                    <a:pt x="1174237" y="942489"/>
                  </a:lnTo>
                  <a:close/>
                  <a:moveTo>
                    <a:pt x="1236814" y="979871"/>
                  </a:moveTo>
                  <a:lnTo>
                    <a:pt x="1269170" y="965212"/>
                  </a:lnTo>
                  <a:lnTo>
                    <a:pt x="1251186" y="951529"/>
                  </a:lnTo>
                  <a:close/>
                  <a:moveTo>
                    <a:pt x="981079" y="777618"/>
                  </a:moveTo>
                  <a:lnTo>
                    <a:pt x="1025523" y="730186"/>
                  </a:lnTo>
                  <a:lnTo>
                    <a:pt x="999554" y="783237"/>
                  </a:lnTo>
                  <a:close/>
                  <a:moveTo>
                    <a:pt x="2209306" y="1913357"/>
                  </a:moveTo>
                  <a:lnTo>
                    <a:pt x="2152232" y="1875928"/>
                  </a:lnTo>
                  <a:lnTo>
                    <a:pt x="2108485" y="1927568"/>
                  </a:lnTo>
                  <a:close/>
                  <a:moveTo>
                    <a:pt x="2035442" y="1933129"/>
                  </a:moveTo>
                  <a:lnTo>
                    <a:pt x="1973375" y="1845627"/>
                  </a:lnTo>
                  <a:lnTo>
                    <a:pt x="1952478" y="1869579"/>
                  </a:lnTo>
                  <a:close/>
                  <a:moveTo>
                    <a:pt x="2035442" y="1933129"/>
                  </a:moveTo>
                  <a:lnTo>
                    <a:pt x="2108485" y="1927568"/>
                  </a:lnTo>
                  <a:lnTo>
                    <a:pt x="2152232" y="1875928"/>
                  </a:lnTo>
                  <a:close/>
                  <a:moveTo>
                    <a:pt x="2075885" y="1869135"/>
                  </a:moveTo>
                  <a:lnTo>
                    <a:pt x="2035442" y="1933129"/>
                  </a:lnTo>
                  <a:lnTo>
                    <a:pt x="2152232" y="1875928"/>
                  </a:lnTo>
                  <a:close/>
                  <a:moveTo>
                    <a:pt x="1269170" y="965212"/>
                  </a:moveTo>
                  <a:lnTo>
                    <a:pt x="1335260" y="1047427"/>
                  </a:lnTo>
                  <a:lnTo>
                    <a:pt x="1395979" y="1011157"/>
                  </a:lnTo>
                  <a:close/>
                  <a:moveTo>
                    <a:pt x="1359844" y="940442"/>
                  </a:moveTo>
                  <a:lnTo>
                    <a:pt x="1395979" y="1011157"/>
                  </a:lnTo>
                  <a:lnTo>
                    <a:pt x="1406978" y="962716"/>
                  </a:lnTo>
                  <a:close/>
                  <a:moveTo>
                    <a:pt x="1406978" y="962716"/>
                  </a:moveTo>
                  <a:lnTo>
                    <a:pt x="1352206" y="846560"/>
                  </a:lnTo>
                  <a:lnTo>
                    <a:pt x="1359844" y="940442"/>
                  </a:lnTo>
                  <a:close/>
                  <a:moveTo>
                    <a:pt x="1274323" y="849285"/>
                  </a:moveTo>
                  <a:lnTo>
                    <a:pt x="1174237" y="942489"/>
                  </a:lnTo>
                  <a:lnTo>
                    <a:pt x="1251186" y="951529"/>
                  </a:lnTo>
                  <a:close/>
                  <a:moveTo>
                    <a:pt x="1228118" y="762345"/>
                  </a:moveTo>
                  <a:lnTo>
                    <a:pt x="1211501" y="803155"/>
                  </a:lnTo>
                  <a:lnTo>
                    <a:pt x="1208026" y="800782"/>
                  </a:lnTo>
                  <a:close/>
                  <a:moveTo>
                    <a:pt x="1197811" y="850896"/>
                  </a:moveTo>
                  <a:lnTo>
                    <a:pt x="1211501" y="803155"/>
                  </a:lnTo>
                  <a:lnTo>
                    <a:pt x="1228118" y="762345"/>
                  </a:lnTo>
                  <a:close/>
                  <a:moveTo>
                    <a:pt x="1274323" y="849285"/>
                  </a:moveTo>
                  <a:lnTo>
                    <a:pt x="1211501" y="803155"/>
                  </a:lnTo>
                  <a:lnTo>
                    <a:pt x="1197811" y="850896"/>
                  </a:lnTo>
                  <a:close/>
                  <a:moveTo>
                    <a:pt x="1219076" y="800782"/>
                  </a:moveTo>
                  <a:lnTo>
                    <a:pt x="1349586" y="825572"/>
                  </a:lnTo>
                  <a:lnTo>
                    <a:pt x="1277500" y="762345"/>
                  </a:lnTo>
                  <a:close/>
                  <a:moveTo>
                    <a:pt x="1219076" y="800782"/>
                  </a:moveTo>
                  <a:lnTo>
                    <a:pt x="1211501" y="803155"/>
                  </a:lnTo>
                  <a:lnTo>
                    <a:pt x="1274323" y="849285"/>
                  </a:lnTo>
                  <a:close/>
                  <a:moveTo>
                    <a:pt x="2252657" y="1900445"/>
                  </a:moveTo>
                  <a:lnTo>
                    <a:pt x="2152232" y="1875928"/>
                  </a:lnTo>
                  <a:lnTo>
                    <a:pt x="2209306" y="1913357"/>
                  </a:lnTo>
                  <a:close/>
                  <a:moveTo>
                    <a:pt x="2168939" y="1807821"/>
                  </a:moveTo>
                  <a:lnTo>
                    <a:pt x="2152232" y="1875928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168939" y="1807821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252657" y="1900445"/>
                  </a:lnTo>
                  <a:lnTo>
                    <a:pt x="2309447" y="1814774"/>
                  </a:lnTo>
                  <a:close/>
                  <a:moveTo>
                    <a:pt x="2168939" y="1807821"/>
                  </a:moveTo>
                  <a:lnTo>
                    <a:pt x="2075885" y="1869135"/>
                  </a:lnTo>
                  <a:lnTo>
                    <a:pt x="2152232" y="1875928"/>
                  </a:lnTo>
                  <a:close/>
                  <a:moveTo>
                    <a:pt x="2161411" y="1713849"/>
                  </a:moveTo>
                  <a:lnTo>
                    <a:pt x="2097331" y="1670664"/>
                  </a:lnTo>
                  <a:lnTo>
                    <a:pt x="2060129" y="1635505"/>
                  </a:lnTo>
                  <a:close/>
                  <a:moveTo>
                    <a:pt x="1990402" y="1631600"/>
                  </a:moveTo>
                  <a:lnTo>
                    <a:pt x="2060129" y="1635505"/>
                  </a:lnTo>
                  <a:lnTo>
                    <a:pt x="2010608" y="1625077"/>
                  </a:lnTo>
                  <a:close/>
                  <a:moveTo>
                    <a:pt x="1361497" y="844561"/>
                  </a:moveTo>
                  <a:lnTo>
                    <a:pt x="1465563" y="814995"/>
                  </a:lnTo>
                  <a:lnTo>
                    <a:pt x="1470818" y="784976"/>
                  </a:lnTo>
                  <a:close/>
                  <a:moveTo>
                    <a:pt x="1178419" y="666477"/>
                  </a:moveTo>
                  <a:lnTo>
                    <a:pt x="1201209" y="748042"/>
                  </a:lnTo>
                  <a:lnTo>
                    <a:pt x="1251514" y="737556"/>
                  </a:lnTo>
                  <a:close/>
                  <a:moveTo>
                    <a:pt x="1277500" y="762345"/>
                  </a:moveTo>
                  <a:lnTo>
                    <a:pt x="1349586" y="825572"/>
                  </a:lnTo>
                  <a:lnTo>
                    <a:pt x="1267381" y="754837"/>
                  </a:lnTo>
                  <a:close/>
                  <a:moveTo>
                    <a:pt x="1928902" y="1181137"/>
                  </a:moveTo>
                  <a:lnTo>
                    <a:pt x="1868853" y="1158534"/>
                  </a:lnTo>
                  <a:lnTo>
                    <a:pt x="1817719" y="1110843"/>
                  </a:lnTo>
                  <a:close/>
                  <a:moveTo>
                    <a:pt x="1807965" y="1018680"/>
                  </a:moveTo>
                  <a:lnTo>
                    <a:pt x="1817719" y="1110843"/>
                  </a:lnTo>
                  <a:lnTo>
                    <a:pt x="1872998" y="1026402"/>
                  </a:lnTo>
                  <a:close/>
                  <a:moveTo>
                    <a:pt x="2277776" y="1579746"/>
                  </a:moveTo>
                  <a:lnTo>
                    <a:pt x="2347125" y="1483866"/>
                  </a:lnTo>
                  <a:lnTo>
                    <a:pt x="2282265" y="1476005"/>
                  </a:lnTo>
                  <a:close/>
                  <a:moveTo>
                    <a:pt x="2282265" y="1476005"/>
                  </a:moveTo>
                  <a:lnTo>
                    <a:pt x="2347125" y="1483866"/>
                  </a:lnTo>
                  <a:lnTo>
                    <a:pt x="2318582" y="1406979"/>
                  </a:lnTo>
                  <a:close/>
                  <a:moveTo>
                    <a:pt x="2072425" y="1225140"/>
                  </a:moveTo>
                  <a:lnTo>
                    <a:pt x="2127673" y="1240816"/>
                  </a:lnTo>
                  <a:lnTo>
                    <a:pt x="2103774" y="1160154"/>
                  </a:lnTo>
                  <a:close/>
                  <a:moveTo>
                    <a:pt x="1984433" y="855245"/>
                  </a:moveTo>
                  <a:lnTo>
                    <a:pt x="1936834" y="874413"/>
                  </a:lnTo>
                  <a:lnTo>
                    <a:pt x="1922536" y="928844"/>
                  </a:lnTo>
                  <a:close/>
                  <a:moveTo>
                    <a:pt x="2038455" y="752296"/>
                  </a:moveTo>
                  <a:lnTo>
                    <a:pt x="2111540" y="853563"/>
                  </a:lnTo>
                  <a:lnTo>
                    <a:pt x="2112741" y="752495"/>
                  </a:lnTo>
                  <a:close/>
                  <a:moveTo>
                    <a:pt x="1813586" y="369748"/>
                  </a:moveTo>
                  <a:lnTo>
                    <a:pt x="1783045" y="338294"/>
                  </a:lnTo>
                  <a:lnTo>
                    <a:pt x="1785470" y="323518"/>
                  </a:lnTo>
                  <a:close/>
                  <a:moveTo>
                    <a:pt x="2252176" y="696157"/>
                  </a:moveTo>
                  <a:lnTo>
                    <a:pt x="2212775" y="747617"/>
                  </a:lnTo>
                  <a:lnTo>
                    <a:pt x="2259579" y="707408"/>
                  </a:lnTo>
                  <a:close/>
                  <a:moveTo>
                    <a:pt x="2252176" y="696157"/>
                  </a:moveTo>
                  <a:lnTo>
                    <a:pt x="2196225" y="734593"/>
                  </a:lnTo>
                  <a:lnTo>
                    <a:pt x="2212775" y="747617"/>
                  </a:lnTo>
                  <a:close/>
                  <a:moveTo>
                    <a:pt x="1728018" y="38436"/>
                  </a:moveTo>
                  <a:lnTo>
                    <a:pt x="1734723" y="159088"/>
                  </a:lnTo>
                  <a:lnTo>
                    <a:pt x="1800308" y="104901"/>
                  </a:lnTo>
                  <a:close/>
                  <a:moveTo>
                    <a:pt x="2252176" y="696157"/>
                  </a:moveTo>
                  <a:lnTo>
                    <a:pt x="2259579" y="707408"/>
                  </a:lnTo>
                  <a:lnTo>
                    <a:pt x="2247815" y="657720"/>
                  </a:lnTo>
                  <a:close/>
                  <a:moveTo>
                    <a:pt x="2131709" y="436798"/>
                  </a:moveTo>
                  <a:lnTo>
                    <a:pt x="2204942" y="503129"/>
                  </a:lnTo>
                  <a:lnTo>
                    <a:pt x="2249168" y="493290"/>
                  </a:lnTo>
                  <a:close/>
                  <a:moveTo>
                    <a:pt x="1817428" y="0"/>
                  </a:moveTo>
                  <a:lnTo>
                    <a:pt x="1800308" y="104901"/>
                  </a:lnTo>
                  <a:lnTo>
                    <a:pt x="1731490" y="119432"/>
                  </a:lnTo>
                  <a:close/>
                  <a:moveTo>
                    <a:pt x="2006330" y="102666"/>
                  </a:moveTo>
                  <a:lnTo>
                    <a:pt x="2072237" y="164430"/>
                  </a:lnTo>
                  <a:lnTo>
                    <a:pt x="2047964" y="1440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86" name="Candidate_density__2105">
              <a:extLst>
                <a:ext uri="{FF2B5EF4-FFF2-40B4-BE49-F238E27FC236}">
                  <a16:creationId xmlns:a16="http://schemas.microsoft.com/office/drawing/2014/main" id="{C1648077-4036-E051-A990-757E7CCA4763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2941"/>
              <a:ext cx="2227165" cy="2323899"/>
            </a:xfrm>
            <a:custGeom>
              <a:avLst/>
              <a:gdLst/>
              <a:ahLst/>
              <a:cxnLst/>
              <a:rect l="0" t="0" r="0" b="0"/>
              <a:pathLst>
                <a:path w="2227165" h="2323899">
                  <a:moveTo>
                    <a:pt x="505386" y="2167383"/>
                  </a:moveTo>
                  <a:lnTo>
                    <a:pt x="427230" y="2153827"/>
                  </a:lnTo>
                  <a:lnTo>
                    <a:pt x="444024" y="2153165"/>
                  </a:lnTo>
                  <a:close/>
                  <a:moveTo>
                    <a:pt x="891531" y="2225973"/>
                  </a:moveTo>
                  <a:lnTo>
                    <a:pt x="843324" y="2204572"/>
                  </a:lnTo>
                  <a:lnTo>
                    <a:pt x="812469" y="2264340"/>
                  </a:lnTo>
                  <a:close/>
                  <a:moveTo>
                    <a:pt x="891531" y="2225973"/>
                  </a:moveTo>
                  <a:lnTo>
                    <a:pt x="911056" y="2139082"/>
                  </a:lnTo>
                  <a:lnTo>
                    <a:pt x="846092" y="2174850"/>
                  </a:lnTo>
                  <a:close/>
                  <a:moveTo>
                    <a:pt x="846092" y="2174850"/>
                  </a:moveTo>
                  <a:lnTo>
                    <a:pt x="799279" y="2115199"/>
                  </a:lnTo>
                  <a:lnTo>
                    <a:pt x="843324" y="2204572"/>
                  </a:lnTo>
                  <a:close/>
                  <a:moveTo>
                    <a:pt x="0" y="1331485"/>
                  </a:moveTo>
                  <a:lnTo>
                    <a:pt x="30873" y="1292687"/>
                  </a:lnTo>
                  <a:lnTo>
                    <a:pt x="67674" y="1215080"/>
                  </a:lnTo>
                  <a:close/>
                  <a:moveTo>
                    <a:pt x="1159827" y="2296674"/>
                  </a:moveTo>
                  <a:lnTo>
                    <a:pt x="1091858" y="2321211"/>
                  </a:lnTo>
                  <a:lnTo>
                    <a:pt x="1109550" y="2323899"/>
                  </a:lnTo>
                  <a:close/>
                  <a:moveTo>
                    <a:pt x="1159827" y="2296674"/>
                  </a:moveTo>
                  <a:lnTo>
                    <a:pt x="1109550" y="2323899"/>
                  </a:lnTo>
                  <a:lnTo>
                    <a:pt x="1224927" y="2261416"/>
                  </a:lnTo>
                  <a:close/>
                  <a:moveTo>
                    <a:pt x="799279" y="2115199"/>
                  </a:moveTo>
                  <a:lnTo>
                    <a:pt x="846092" y="2174850"/>
                  </a:lnTo>
                  <a:lnTo>
                    <a:pt x="859884" y="2191108"/>
                  </a:lnTo>
                  <a:close/>
                  <a:moveTo>
                    <a:pt x="1197532" y="2222446"/>
                  </a:moveTo>
                  <a:lnTo>
                    <a:pt x="1243172" y="2221963"/>
                  </a:lnTo>
                  <a:lnTo>
                    <a:pt x="1226876" y="2202757"/>
                  </a:lnTo>
                  <a:close/>
                  <a:moveTo>
                    <a:pt x="1224927" y="2261416"/>
                  </a:moveTo>
                  <a:lnTo>
                    <a:pt x="1243172" y="2221963"/>
                  </a:lnTo>
                  <a:lnTo>
                    <a:pt x="1197532" y="2222446"/>
                  </a:lnTo>
                  <a:close/>
                  <a:moveTo>
                    <a:pt x="1159827" y="2296674"/>
                  </a:moveTo>
                  <a:lnTo>
                    <a:pt x="1224927" y="2261416"/>
                  </a:lnTo>
                  <a:lnTo>
                    <a:pt x="1197532" y="2222446"/>
                  </a:lnTo>
                  <a:close/>
                  <a:moveTo>
                    <a:pt x="1243172" y="2221963"/>
                  </a:moveTo>
                  <a:lnTo>
                    <a:pt x="1250082" y="224119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43172" y="222196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61527" y="2183057"/>
                  </a:lnTo>
                  <a:lnTo>
                    <a:pt x="1204636" y="2192700"/>
                  </a:lnTo>
                  <a:close/>
                  <a:moveTo>
                    <a:pt x="1337858" y="2105485"/>
                  </a:moveTo>
                  <a:lnTo>
                    <a:pt x="1261527" y="2183057"/>
                  </a:lnTo>
                  <a:lnTo>
                    <a:pt x="1325784" y="2144645"/>
                  </a:lnTo>
                  <a:close/>
                  <a:moveTo>
                    <a:pt x="1337858" y="2105485"/>
                  </a:moveTo>
                  <a:lnTo>
                    <a:pt x="1286284" y="2086821"/>
                  </a:lnTo>
                  <a:lnTo>
                    <a:pt x="1261527" y="2183057"/>
                  </a:lnTo>
                  <a:close/>
                  <a:moveTo>
                    <a:pt x="634329" y="1352467"/>
                  </a:moveTo>
                  <a:lnTo>
                    <a:pt x="662888" y="1338135"/>
                  </a:lnTo>
                  <a:lnTo>
                    <a:pt x="693686" y="1259954"/>
                  </a:lnTo>
                  <a:close/>
                  <a:moveTo>
                    <a:pt x="271509" y="865104"/>
                  </a:moveTo>
                  <a:lnTo>
                    <a:pt x="286358" y="887315"/>
                  </a:lnTo>
                  <a:lnTo>
                    <a:pt x="298247" y="874227"/>
                  </a:lnTo>
                  <a:close/>
                  <a:moveTo>
                    <a:pt x="286358" y="887315"/>
                  </a:moveTo>
                  <a:lnTo>
                    <a:pt x="271509" y="865104"/>
                  </a:lnTo>
                  <a:lnTo>
                    <a:pt x="227752" y="800586"/>
                  </a:lnTo>
                  <a:close/>
                  <a:moveTo>
                    <a:pt x="1043130" y="1671030"/>
                  </a:moveTo>
                  <a:lnTo>
                    <a:pt x="1116193" y="1563957"/>
                  </a:lnTo>
                  <a:lnTo>
                    <a:pt x="1065533" y="1550378"/>
                  </a:lnTo>
                  <a:close/>
                  <a:moveTo>
                    <a:pt x="695988" y="1246688"/>
                  </a:moveTo>
                  <a:lnTo>
                    <a:pt x="764287" y="1223387"/>
                  </a:lnTo>
                  <a:lnTo>
                    <a:pt x="813426" y="1191907"/>
                  </a:lnTo>
                  <a:close/>
                  <a:moveTo>
                    <a:pt x="737106" y="1185217"/>
                  </a:moveTo>
                  <a:lnTo>
                    <a:pt x="695988" y="1246688"/>
                  </a:lnTo>
                  <a:lnTo>
                    <a:pt x="813426" y="1191907"/>
                  </a:lnTo>
                  <a:close/>
                  <a:moveTo>
                    <a:pt x="1368910" y="1779963"/>
                  </a:moveTo>
                  <a:lnTo>
                    <a:pt x="1361509" y="1847809"/>
                  </a:lnTo>
                  <a:lnTo>
                    <a:pt x="1391420" y="1797023"/>
                  </a:lnTo>
                  <a:close/>
                  <a:moveTo>
                    <a:pt x="893801" y="1213758"/>
                  </a:moveTo>
                  <a:lnTo>
                    <a:pt x="959450" y="1183081"/>
                  </a:lnTo>
                  <a:lnTo>
                    <a:pt x="914681" y="1206230"/>
                  </a:lnTo>
                  <a:close/>
                  <a:moveTo>
                    <a:pt x="836643" y="1063508"/>
                  </a:moveTo>
                  <a:lnTo>
                    <a:pt x="882648" y="1018651"/>
                  </a:lnTo>
                  <a:lnTo>
                    <a:pt x="845357" y="1001812"/>
                  </a:lnTo>
                  <a:close/>
                  <a:moveTo>
                    <a:pt x="1012621" y="987014"/>
                  </a:moveTo>
                  <a:lnTo>
                    <a:pt x="1022589" y="986212"/>
                  </a:lnTo>
                  <a:lnTo>
                    <a:pt x="1013538" y="980215"/>
                  </a:lnTo>
                  <a:close/>
                  <a:moveTo>
                    <a:pt x="1029284" y="980215"/>
                  </a:moveTo>
                  <a:lnTo>
                    <a:pt x="1022589" y="986212"/>
                  </a:lnTo>
                  <a:lnTo>
                    <a:pt x="1012621" y="987014"/>
                  </a:lnTo>
                  <a:close/>
                  <a:moveTo>
                    <a:pt x="1672880" y="1745596"/>
                  </a:moveTo>
                  <a:lnTo>
                    <a:pt x="1756050" y="1777901"/>
                  </a:lnTo>
                  <a:lnTo>
                    <a:pt x="1730703" y="1746586"/>
                  </a:lnTo>
                  <a:close/>
                  <a:moveTo>
                    <a:pt x="1013538" y="980215"/>
                  </a:moveTo>
                  <a:lnTo>
                    <a:pt x="1022589" y="986212"/>
                  </a:lnTo>
                  <a:lnTo>
                    <a:pt x="1035529" y="968390"/>
                  </a:lnTo>
                  <a:close/>
                  <a:moveTo>
                    <a:pt x="1035529" y="968390"/>
                  </a:moveTo>
                  <a:lnTo>
                    <a:pt x="1022589" y="986212"/>
                  </a:lnTo>
                  <a:lnTo>
                    <a:pt x="1029284" y="980215"/>
                  </a:lnTo>
                  <a:close/>
                  <a:moveTo>
                    <a:pt x="1101403" y="941778"/>
                  </a:moveTo>
                  <a:lnTo>
                    <a:pt x="1130479" y="951790"/>
                  </a:lnTo>
                  <a:lnTo>
                    <a:pt x="1146010" y="953803"/>
                  </a:lnTo>
                  <a:close/>
                  <a:moveTo>
                    <a:pt x="1085878" y="944181"/>
                  </a:moveTo>
                  <a:lnTo>
                    <a:pt x="1101403" y="941778"/>
                  </a:lnTo>
                  <a:lnTo>
                    <a:pt x="1065958" y="933161"/>
                  </a:lnTo>
                  <a:close/>
                  <a:moveTo>
                    <a:pt x="1065958" y="933161"/>
                  </a:moveTo>
                  <a:lnTo>
                    <a:pt x="1035529" y="968390"/>
                  </a:lnTo>
                  <a:lnTo>
                    <a:pt x="1085878" y="944181"/>
                  </a:lnTo>
                  <a:close/>
                  <a:moveTo>
                    <a:pt x="1221490" y="957354"/>
                  </a:moveTo>
                  <a:lnTo>
                    <a:pt x="1146010" y="953803"/>
                  </a:lnTo>
                  <a:lnTo>
                    <a:pt x="1130479" y="951790"/>
                  </a:lnTo>
                  <a:close/>
                  <a:moveTo>
                    <a:pt x="1101403" y="941778"/>
                  </a:moveTo>
                  <a:lnTo>
                    <a:pt x="1146010" y="953803"/>
                  </a:lnTo>
                  <a:lnTo>
                    <a:pt x="1162505" y="925752"/>
                  </a:lnTo>
                  <a:close/>
                  <a:moveTo>
                    <a:pt x="1246571" y="918001"/>
                  </a:moveTo>
                  <a:lnTo>
                    <a:pt x="1146010" y="953803"/>
                  </a:lnTo>
                  <a:lnTo>
                    <a:pt x="1221490" y="957354"/>
                  </a:lnTo>
                  <a:close/>
                  <a:moveTo>
                    <a:pt x="1952060" y="1801683"/>
                  </a:moveTo>
                  <a:lnTo>
                    <a:pt x="1872260" y="1781984"/>
                  </a:lnTo>
                  <a:lnTo>
                    <a:pt x="1810285" y="1763595"/>
                  </a:lnTo>
                  <a:close/>
                  <a:moveTo>
                    <a:pt x="1277138" y="692966"/>
                  </a:moveTo>
                  <a:lnTo>
                    <a:pt x="1395991" y="757025"/>
                  </a:lnTo>
                  <a:lnTo>
                    <a:pt x="1304116" y="771125"/>
                  </a:lnTo>
                  <a:close/>
                  <a:moveTo>
                    <a:pt x="2151710" y="1560426"/>
                  </a:moveTo>
                  <a:lnTo>
                    <a:pt x="2159262" y="1561566"/>
                  </a:lnTo>
                  <a:lnTo>
                    <a:pt x="2117529" y="1534901"/>
                  </a:lnTo>
                  <a:close/>
                  <a:moveTo>
                    <a:pt x="2151710" y="1560426"/>
                  </a:moveTo>
                  <a:lnTo>
                    <a:pt x="2227165" y="1563878"/>
                  </a:lnTo>
                  <a:lnTo>
                    <a:pt x="2159262" y="1561566"/>
                  </a:lnTo>
                  <a:close/>
                  <a:moveTo>
                    <a:pt x="1975324" y="1243061"/>
                  </a:moveTo>
                  <a:lnTo>
                    <a:pt x="1962505" y="1319759"/>
                  </a:lnTo>
                  <a:lnTo>
                    <a:pt x="2002236" y="1280222"/>
                  </a:lnTo>
                  <a:close/>
                  <a:moveTo>
                    <a:pt x="1827476" y="1048972"/>
                  </a:moveTo>
                  <a:lnTo>
                    <a:pt x="1854891" y="1073114"/>
                  </a:lnTo>
                  <a:lnTo>
                    <a:pt x="1882755" y="964532"/>
                  </a:lnTo>
                  <a:close/>
                  <a:moveTo>
                    <a:pt x="1692827" y="897663"/>
                  </a:moveTo>
                  <a:lnTo>
                    <a:pt x="1774551" y="891815"/>
                  </a:lnTo>
                  <a:lnTo>
                    <a:pt x="1739816" y="919849"/>
                  </a:lnTo>
                  <a:close/>
                  <a:moveTo>
                    <a:pt x="1739816" y="919849"/>
                  </a:moveTo>
                  <a:lnTo>
                    <a:pt x="1817196" y="930502"/>
                  </a:lnTo>
                  <a:lnTo>
                    <a:pt x="1851293" y="842783"/>
                  </a:lnTo>
                  <a:close/>
                  <a:moveTo>
                    <a:pt x="1817196" y="930502"/>
                  </a:moveTo>
                  <a:lnTo>
                    <a:pt x="1880071" y="886921"/>
                  </a:lnTo>
                  <a:lnTo>
                    <a:pt x="1932294" y="866973"/>
                  </a:lnTo>
                  <a:close/>
                  <a:moveTo>
                    <a:pt x="1851293" y="842783"/>
                  </a:moveTo>
                  <a:lnTo>
                    <a:pt x="1817196" y="930502"/>
                  </a:lnTo>
                  <a:lnTo>
                    <a:pt x="1932294" y="866973"/>
                  </a:lnTo>
                  <a:close/>
                  <a:moveTo>
                    <a:pt x="1932294" y="866973"/>
                  </a:moveTo>
                  <a:lnTo>
                    <a:pt x="1946591" y="812542"/>
                  </a:lnTo>
                  <a:lnTo>
                    <a:pt x="1851293" y="842783"/>
                  </a:lnTo>
                  <a:close/>
                  <a:moveTo>
                    <a:pt x="1931291" y="2415"/>
                  </a:moveTo>
                  <a:lnTo>
                    <a:pt x="1833736" y="42961"/>
                  </a:lnTo>
                  <a:lnTo>
                    <a:pt x="1810065" y="43031"/>
                  </a:lnTo>
                  <a:close/>
                  <a:moveTo>
                    <a:pt x="1978045" y="20345"/>
                  </a:moveTo>
                  <a:lnTo>
                    <a:pt x="2016087" y="40796"/>
                  </a:lnTo>
                  <a:lnTo>
                    <a:pt x="1961111" y="0"/>
                  </a:lnTo>
                  <a:close/>
                  <a:moveTo>
                    <a:pt x="1931291" y="2415"/>
                  </a:moveTo>
                  <a:lnTo>
                    <a:pt x="1978045" y="20345"/>
                  </a:lnTo>
                  <a:lnTo>
                    <a:pt x="1961111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87" name="Candidate_density__2106">
              <a:extLst>
                <a:ext uri="{FF2B5EF4-FFF2-40B4-BE49-F238E27FC236}">
                  <a16:creationId xmlns:a16="http://schemas.microsoft.com/office/drawing/2014/main" id="{D434847F-D1C4-E254-67B2-7FD4867F87E2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5356"/>
              <a:ext cx="2357879" cy="2321484"/>
            </a:xfrm>
            <a:custGeom>
              <a:avLst/>
              <a:gdLst/>
              <a:ahLst/>
              <a:cxnLst/>
              <a:rect l="0" t="0" r="0" b="0"/>
              <a:pathLst>
                <a:path w="2357879" h="2321484">
                  <a:moveTo>
                    <a:pt x="523429" y="2168973"/>
                  </a:moveTo>
                  <a:lnTo>
                    <a:pt x="573947" y="2189657"/>
                  </a:lnTo>
                  <a:lnTo>
                    <a:pt x="505386" y="2164968"/>
                  </a:lnTo>
                  <a:close/>
                  <a:moveTo>
                    <a:pt x="694253" y="2313796"/>
                  </a:moveTo>
                  <a:lnTo>
                    <a:pt x="812469" y="2261926"/>
                  </a:lnTo>
                  <a:lnTo>
                    <a:pt x="744349" y="2285893"/>
                  </a:lnTo>
                  <a:close/>
                  <a:moveTo>
                    <a:pt x="573947" y="2189657"/>
                  </a:moveTo>
                  <a:lnTo>
                    <a:pt x="605475" y="2174247"/>
                  </a:lnTo>
                  <a:lnTo>
                    <a:pt x="505386" y="2164968"/>
                  </a:lnTo>
                  <a:close/>
                  <a:moveTo>
                    <a:pt x="41574" y="1428899"/>
                  </a:moveTo>
                  <a:lnTo>
                    <a:pt x="43973" y="1449722"/>
                  </a:lnTo>
                  <a:lnTo>
                    <a:pt x="111007" y="1332951"/>
                  </a:lnTo>
                  <a:close/>
                  <a:moveTo>
                    <a:pt x="41574" y="1428899"/>
                  </a:moveTo>
                  <a:lnTo>
                    <a:pt x="9757" y="1354673"/>
                  </a:lnTo>
                  <a:lnTo>
                    <a:pt x="29726" y="1411285"/>
                  </a:lnTo>
                  <a:close/>
                  <a:moveTo>
                    <a:pt x="9757" y="1354673"/>
                  </a:moveTo>
                  <a:lnTo>
                    <a:pt x="0" y="1329070"/>
                  </a:lnTo>
                  <a:lnTo>
                    <a:pt x="29726" y="1411285"/>
                  </a:lnTo>
                  <a:close/>
                  <a:moveTo>
                    <a:pt x="0" y="1329070"/>
                  </a:moveTo>
                  <a:lnTo>
                    <a:pt x="9757" y="1354673"/>
                  </a:lnTo>
                  <a:lnTo>
                    <a:pt x="30873" y="1290273"/>
                  </a:lnTo>
                  <a:close/>
                  <a:moveTo>
                    <a:pt x="67674" y="1212665"/>
                  </a:moveTo>
                  <a:lnTo>
                    <a:pt x="126773" y="1220041"/>
                  </a:lnTo>
                  <a:lnTo>
                    <a:pt x="76201" y="1208418"/>
                  </a:lnTo>
                  <a:close/>
                  <a:moveTo>
                    <a:pt x="30873" y="1290273"/>
                  </a:moveTo>
                  <a:lnTo>
                    <a:pt x="115087" y="1326476"/>
                  </a:lnTo>
                  <a:lnTo>
                    <a:pt x="67674" y="1212665"/>
                  </a:lnTo>
                  <a:close/>
                  <a:moveTo>
                    <a:pt x="76201" y="1208418"/>
                  </a:moveTo>
                  <a:lnTo>
                    <a:pt x="126773" y="1220041"/>
                  </a:lnTo>
                  <a:lnTo>
                    <a:pt x="70783" y="1164640"/>
                  </a:lnTo>
                  <a:close/>
                  <a:moveTo>
                    <a:pt x="1109550" y="2321484"/>
                  </a:moveTo>
                  <a:lnTo>
                    <a:pt x="1033737" y="2268631"/>
                  </a:lnTo>
                  <a:lnTo>
                    <a:pt x="1051025" y="2277215"/>
                  </a:lnTo>
                  <a:close/>
                  <a:moveTo>
                    <a:pt x="1091858" y="2318796"/>
                  </a:moveTo>
                  <a:lnTo>
                    <a:pt x="1033737" y="2268631"/>
                  </a:lnTo>
                  <a:lnTo>
                    <a:pt x="1109550" y="2321484"/>
                  </a:lnTo>
                  <a:close/>
                  <a:moveTo>
                    <a:pt x="911056" y="2136667"/>
                  </a:moveTo>
                  <a:lnTo>
                    <a:pt x="960419" y="2112785"/>
                  </a:lnTo>
                  <a:lnTo>
                    <a:pt x="962257" y="2166058"/>
                  </a:lnTo>
                  <a:close/>
                  <a:moveTo>
                    <a:pt x="659906" y="1929812"/>
                  </a:moveTo>
                  <a:lnTo>
                    <a:pt x="689872" y="1865949"/>
                  </a:lnTo>
                  <a:lnTo>
                    <a:pt x="628698" y="1855091"/>
                  </a:lnTo>
                  <a:close/>
                  <a:moveTo>
                    <a:pt x="1091858" y="2318796"/>
                  </a:moveTo>
                  <a:lnTo>
                    <a:pt x="976197" y="2254818"/>
                  </a:lnTo>
                  <a:lnTo>
                    <a:pt x="1033737" y="2268631"/>
                  </a:lnTo>
                  <a:close/>
                  <a:moveTo>
                    <a:pt x="706004" y="1624836"/>
                  </a:moveTo>
                  <a:lnTo>
                    <a:pt x="636661" y="1548341"/>
                  </a:lnTo>
                  <a:lnTo>
                    <a:pt x="654442" y="1581057"/>
                  </a:lnTo>
                  <a:close/>
                  <a:moveTo>
                    <a:pt x="1228454" y="2120442"/>
                  </a:moveTo>
                  <a:lnTo>
                    <a:pt x="1261527" y="2180642"/>
                  </a:lnTo>
                  <a:lnTo>
                    <a:pt x="1286284" y="2084406"/>
                  </a:lnTo>
                  <a:close/>
                  <a:moveTo>
                    <a:pt x="1286284" y="2084406"/>
                  </a:moveTo>
                  <a:lnTo>
                    <a:pt x="1337858" y="2103070"/>
                  </a:lnTo>
                  <a:lnTo>
                    <a:pt x="1286617" y="2059245"/>
                  </a:lnTo>
                  <a:close/>
                  <a:moveTo>
                    <a:pt x="1337858" y="2103070"/>
                  </a:moveTo>
                  <a:lnTo>
                    <a:pt x="1352599" y="2027287"/>
                  </a:lnTo>
                  <a:lnTo>
                    <a:pt x="1286617" y="2059245"/>
                  </a:lnTo>
                  <a:close/>
                  <a:moveTo>
                    <a:pt x="1280475" y="2079690"/>
                  </a:moveTo>
                  <a:lnTo>
                    <a:pt x="1286284" y="2084406"/>
                  </a:lnTo>
                  <a:lnTo>
                    <a:pt x="1286617" y="2059245"/>
                  </a:lnTo>
                  <a:close/>
                  <a:moveTo>
                    <a:pt x="1289037" y="1982076"/>
                  </a:moveTo>
                  <a:lnTo>
                    <a:pt x="1280475" y="2079690"/>
                  </a:lnTo>
                  <a:lnTo>
                    <a:pt x="1286617" y="2059245"/>
                  </a:lnTo>
                  <a:close/>
                  <a:moveTo>
                    <a:pt x="1358901" y="1985870"/>
                  </a:moveTo>
                  <a:lnTo>
                    <a:pt x="1286617" y="2059245"/>
                  </a:lnTo>
                  <a:lnTo>
                    <a:pt x="1352599" y="2027287"/>
                  </a:lnTo>
                  <a:close/>
                  <a:moveTo>
                    <a:pt x="1358901" y="1985870"/>
                  </a:moveTo>
                  <a:lnTo>
                    <a:pt x="1289037" y="1982076"/>
                  </a:lnTo>
                  <a:lnTo>
                    <a:pt x="1286617" y="2059245"/>
                  </a:lnTo>
                  <a:close/>
                  <a:moveTo>
                    <a:pt x="1311701" y="1876823"/>
                  </a:moveTo>
                  <a:lnTo>
                    <a:pt x="1298330" y="1887835"/>
                  </a:lnTo>
                  <a:lnTo>
                    <a:pt x="1350461" y="1892639"/>
                  </a:lnTo>
                  <a:close/>
                  <a:moveTo>
                    <a:pt x="1350461" y="1892639"/>
                  </a:moveTo>
                  <a:lnTo>
                    <a:pt x="1298330" y="1887835"/>
                  </a:lnTo>
                  <a:lnTo>
                    <a:pt x="1289037" y="1982076"/>
                  </a:lnTo>
                  <a:close/>
                  <a:moveTo>
                    <a:pt x="1311701" y="1876823"/>
                  </a:moveTo>
                  <a:lnTo>
                    <a:pt x="1350461" y="1892639"/>
                  </a:lnTo>
                  <a:lnTo>
                    <a:pt x="1361509" y="1845394"/>
                  </a:lnTo>
                  <a:close/>
                  <a:moveTo>
                    <a:pt x="397870" y="920644"/>
                  </a:moveTo>
                  <a:lnTo>
                    <a:pt x="463549" y="932535"/>
                  </a:lnTo>
                  <a:lnTo>
                    <a:pt x="530510" y="973494"/>
                  </a:lnTo>
                  <a:close/>
                  <a:moveTo>
                    <a:pt x="1299720" y="1873299"/>
                  </a:moveTo>
                  <a:lnTo>
                    <a:pt x="1298330" y="1887835"/>
                  </a:lnTo>
                  <a:lnTo>
                    <a:pt x="1311701" y="1876823"/>
                  </a:lnTo>
                  <a:close/>
                  <a:moveTo>
                    <a:pt x="1368910" y="1777548"/>
                  </a:moveTo>
                  <a:lnTo>
                    <a:pt x="1311701" y="1876823"/>
                  </a:lnTo>
                  <a:lnTo>
                    <a:pt x="1361509" y="1845394"/>
                  </a:lnTo>
                  <a:close/>
                  <a:moveTo>
                    <a:pt x="1299720" y="1873299"/>
                  </a:moveTo>
                  <a:lnTo>
                    <a:pt x="1311701" y="1876823"/>
                  </a:lnTo>
                  <a:lnTo>
                    <a:pt x="1368910" y="1777548"/>
                  </a:lnTo>
                  <a:close/>
                  <a:moveTo>
                    <a:pt x="1307101" y="1767206"/>
                  </a:moveTo>
                  <a:lnTo>
                    <a:pt x="1299720" y="1873299"/>
                  </a:lnTo>
                  <a:lnTo>
                    <a:pt x="1368910" y="1777548"/>
                  </a:lnTo>
                  <a:close/>
                  <a:moveTo>
                    <a:pt x="1356032" y="1687926"/>
                  </a:moveTo>
                  <a:lnTo>
                    <a:pt x="1368910" y="1777548"/>
                  </a:lnTo>
                  <a:lnTo>
                    <a:pt x="1391420" y="1794608"/>
                  </a:lnTo>
                  <a:close/>
                  <a:moveTo>
                    <a:pt x="924666" y="1098451"/>
                  </a:moveTo>
                  <a:lnTo>
                    <a:pt x="959450" y="1180666"/>
                  </a:lnTo>
                  <a:lnTo>
                    <a:pt x="893801" y="1211343"/>
                  </a:lnTo>
                  <a:close/>
                  <a:moveTo>
                    <a:pt x="820866" y="1119401"/>
                  </a:moveTo>
                  <a:lnTo>
                    <a:pt x="737106" y="1182802"/>
                  </a:lnTo>
                  <a:lnTo>
                    <a:pt x="813426" y="1189492"/>
                  </a:lnTo>
                  <a:close/>
                  <a:moveTo>
                    <a:pt x="761960" y="1106698"/>
                  </a:moveTo>
                  <a:lnTo>
                    <a:pt x="737106" y="1182802"/>
                  </a:lnTo>
                  <a:lnTo>
                    <a:pt x="820866" y="1119401"/>
                  </a:lnTo>
                  <a:close/>
                  <a:moveTo>
                    <a:pt x="820866" y="1119401"/>
                  </a:moveTo>
                  <a:lnTo>
                    <a:pt x="836643" y="1061093"/>
                  </a:lnTo>
                  <a:lnTo>
                    <a:pt x="770038" y="1090729"/>
                  </a:lnTo>
                  <a:close/>
                  <a:moveTo>
                    <a:pt x="917178" y="1098451"/>
                  </a:moveTo>
                  <a:lnTo>
                    <a:pt x="914681" y="1203815"/>
                  </a:lnTo>
                  <a:lnTo>
                    <a:pt x="922881" y="1180666"/>
                  </a:lnTo>
                  <a:close/>
                  <a:moveTo>
                    <a:pt x="893801" y="1211343"/>
                  </a:moveTo>
                  <a:lnTo>
                    <a:pt x="914681" y="1203815"/>
                  </a:lnTo>
                  <a:lnTo>
                    <a:pt x="813426" y="1189492"/>
                  </a:lnTo>
                  <a:close/>
                  <a:moveTo>
                    <a:pt x="882648" y="1016236"/>
                  </a:moveTo>
                  <a:lnTo>
                    <a:pt x="836643" y="1061093"/>
                  </a:lnTo>
                  <a:lnTo>
                    <a:pt x="894545" y="1020001"/>
                  </a:lnTo>
                  <a:close/>
                  <a:moveTo>
                    <a:pt x="894545" y="1020001"/>
                  </a:moveTo>
                  <a:lnTo>
                    <a:pt x="836643" y="1061093"/>
                  </a:lnTo>
                  <a:lnTo>
                    <a:pt x="820866" y="1119401"/>
                  </a:lnTo>
                  <a:close/>
                  <a:moveTo>
                    <a:pt x="845357" y="999397"/>
                  </a:moveTo>
                  <a:lnTo>
                    <a:pt x="882648" y="1016236"/>
                  </a:lnTo>
                  <a:lnTo>
                    <a:pt x="847682" y="897415"/>
                  </a:lnTo>
                  <a:close/>
                  <a:moveTo>
                    <a:pt x="938147" y="946742"/>
                  </a:moveTo>
                  <a:lnTo>
                    <a:pt x="882648" y="1016236"/>
                  </a:lnTo>
                  <a:lnTo>
                    <a:pt x="896690" y="1006944"/>
                  </a:lnTo>
                  <a:close/>
                  <a:moveTo>
                    <a:pt x="1013538" y="977800"/>
                  </a:moveTo>
                  <a:lnTo>
                    <a:pt x="938147" y="946742"/>
                  </a:lnTo>
                  <a:lnTo>
                    <a:pt x="1012621" y="984599"/>
                  </a:lnTo>
                  <a:close/>
                  <a:moveTo>
                    <a:pt x="1672880" y="1743181"/>
                  </a:moveTo>
                  <a:lnTo>
                    <a:pt x="1612499" y="1700699"/>
                  </a:lnTo>
                  <a:lnTo>
                    <a:pt x="1631964" y="1717736"/>
                  </a:lnTo>
                  <a:close/>
                  <a:moveTo>
                    <a:pt x="1648427" y="1715210"/>
                  </a:moveTo>
                  <a:lnTo>
                    <a:pt x="1612499" y="1700699"/>
                  </a:lnTo>
                  <a:lnTo>
                    <a:pt x="1672880" y="1743181"/>
                  </a:lnTo>
                  <a:close/>
                  <a:moveTo>
                    <a:pt x="1730703" y="1744171"/>
                  </a:moveTo>
                  <a:lnTo>
                    <a:pt x="1648427" y="1715210"/>
                  </a:lnTo>
                  <a:lnTo>
                    <a:pt x="1672880" y="1743181"/>
                  </a:lnTo>
                  <a:close/>
                  <a:moveTo>
                    <a:pt x="1013538" y="977800"/>
                  </a:moveTo>
                  <a:lnTo>
                    <a:pt x="1035529" y="965975"/>
                  </a:lnTo>
                  <a:lnTo>
                    <a:pt x="938147" y="946742"/>
                  </a:lnTo>
                  <a:close/>
                  <a:moveTo>
                    <a:pt x="938147" y="946742"/>
                  </a:moveTo>
                  <a:lnTo>
                    <a:pt x="1035529" y="965975"/>
                  </a:lnTo>
                  <a:lnTo>
                    <a:pt x="1065958" y="930746"/>
                  </a:lnTo>
                  <a:close/>
                  <a:moveTo>
                    <a:pt x="938147" y="946742"/>
                  </a:moveTo>
                  <a:lnTo>
                    <a:pt x="1065958" y="930746"/>
                  </a:lnTo>
                  <a:lnTo>
                    <a:pt x="990472" y="927172"/>
                  </a:lnTo>
                  <a:close/>
                  <a:moveTo>
                    <a:pt x="1994564" y="1832640"/>
                  </a:moveTo>
                  <a:lnTo>
                    <a:pt x="2045199" y="1868844"/>
                  </a:lnTo>
                  <a:lnTo>
                    <a:pt x="1962235" y="1805293"/>
                  </a:lnTo>
                  <a:close/>
                  <a:moveTo>
                    <a:pt x="1101403" y="939363"/>
                  </a:moveTo>
                  <a:lnTo>
                    <a:pt x="1162505" y="923337"/>
                  </a:lnTo>
                  <a:lnTo>
                    <a:pt x="1065958" y="930746"/>
                  </a:lnTo>
                  <a:close/>
                  <a:moveTo>
                    <a:pt x="1065958" y="930746"/>
                  </a:moveTo>
                  <a:lnTo>
                    <a:pt x="1162505" y="923337"/>
                  </a:lnTo>
                  <a:lnTo>
                    <a:pt x="1183995" y="878204"/>
                  </a:lnTo>
                  <a:close/>
                  <a:moveTo>
                    <a:pt x="1246571" y="915586"/>
                  </a:moveTo>
                  <a:lnTo>
                    <a:pt x="1162505" y="923337"/>
                  </a:lnTo>
                  <a:lnTo>
                    <a:pt x="1146010" y="951388"/>
                  </a:lnTo>
                  <a:close/>
                  <a:moveTo>
                    <a:pt x="1162505" y="923337"/>
                  </a:moveTo>
                  <a:lnTo>
                    <a:pt x="1246571" y="915586"/>
                  </a:lnTo>
                  <a:lnTo>
                    <a:pt x="1183995" y="878204"/>
                  </a:lnTo>
                  <a:close/>
                  <a:moveTo>
                    <a:pt x="1278927" y="900926"/>
                  </a:moveTo>
                  <a:lnTo>
                    <a:pt x="1351071" y="991314"/>
                  </a:lnTo>
                  <a:lnTo>
                    <a:pt x="1345017" y="983142"/>
                  </a:lnTo>
                  <a:close/>
                  <a:moveTo>
                    <a:pt x="1221490" y="954939"/>
                  </a:moveTo>
                  <a:lnTo>
                    <a:pt x="1351071" y="991314"/>
                  </a:lnTo>
                  <a:lnTo>
                    <a:pt x="1278927" y="900926"/>
                  </a:lnTo>
                  <a:close/>
                  <a:moveTo>
                    <a:pt x="1278927" y="900926"/>
                  </a:moveTo>
                  <a:lnTo>
                    <a:pt x="1246571" y="915586"/>
                  </a:lnTo>
                  <a:lnTo>
                    <a:pt x="1221490" y="954939"/>
                  </a:lnTo>
                  <a:close/>
                  <a:moveTo>
                    <a:pt x="1035280" y="665901"/>
                  </a:moveTo>
                  <a:lnTo>
                    <a:pt x="1030161" y="654281"/>
                  </a:lnTo>
                  <a:lnTo>
                    <a:pt x="996918" y="672617"/>
                  </a:lnTo>
                  <a:close/>
                  <a:moveTo>
                    <a:pt x="996918" y="672617"/>
                  </a:moveTo>
                  <a:lnTo>
                    <a:pt x="1030161" y="654281"/>
                  </a:lnTo>
                  <a:lnTo>
                    <a:pt x="967359" y="625555"/>
                  </a:lnTo>
                  <a:close/>
                  <a:moveTo>
                    <a:pt x="996918" y="672617"/>
                  </a:moveTo>
                  <a:lnTo>
                    <a:pt x="967359" y="625555"/>
                  </a:lnTo>
                  <a:lnTo>
                    <a:pt x="927650" y="692292"/>
                  </a:lnTo>
                  <a:close/>
                  <a:moveTo>
                    <a:pt x="2219063" y="1849072"/>
                  </a:moveTo>
                  <a:lnTo>
                    <a:pt x="2199755" y="1889387"/>
                  </a:lnTo>
                  <a:lnTo>
                    <a:pt x="2252128" y="1869996"/>
                  </a:lnTo>
                  <a:close/>
                  <a:moveTo>
                    <a:pt x="1952060" y="1799268"/>
                  </a:moveTo>
                  <a:lnTo>
                    <a:pt x="1962235" y="1805293"/>
                  </a:lnTo>
                  <a:lnTo>
                    <a:pt x="1983132" y="1781341"/>
                  </a:lnTo>
                  <a:close/>
                  <a:moveTo>
                    <a:pt x="2219063" y="1849072"/>
                  </a:moveTo>
                  <a:lnTo>
                    <a:pt x="2252128" y="1869996"/>
                  </a:lnTo>
                  <a:lnTo>
                    <a:pt x="2262414" y="1836160"/>
                  </a:lnTo>
                  <a:close/>
                  <a:moveTo>
                    <a:pt x="2262414" y="1836160"/>
                  </a:moveTo>
                  <a:lnTo>
                    <a:pt x="2252128" y="1869996"/>
                  </a:lnTo>
                  <a:lnTo>
                    <a:pt x="2298775" y="1849072"/>
                  </a:lnTo>
                  <a:close/>
                  <a:moveTo>
                    <a:pt x="1765648" y="1165762"/>
                  </a:moveTo>
                  <a:lnTo>
                    <a:pt x="1807965" y="1152915"/>
                  </a:lnTo>
                  <a:lnTo>
                    <a:pt x="1740816" y="1136375"/>
                  </a:lnTo>
                  <a:close/>
                  <a:moveTo>
                    <a:pt x="1480575" y="720691"/>
                  </a:moveTo>
                  <a:lnTo>
                    <a:pt x="1395991" y="754611"/>
                  </a:lnTo>
                  <a:lnTo>
                    <a:pt x="1359343" y="761287"/>
                  </a:lnTo>
                  <a:close/>
                  <a:moveTo>
                    <a:pt x="1475320" y="750709"/>
                  </a:moveTo>
                  <a:lnTo>
                    <a:pt x="1544422" y="755122"/>
                  </a:lnTo>
                  <a:lnTo>
                    <a:pt x="1480575" y="720691"/>
                  </a:lnTo>
                  <a:close/>
                  <a:moveTo>
                    <a:pt x="1261271" y="673270"/>
                  </a:moveTo>
                  <a:lnTo>
                    <a:pt x="1210966" y="683756"/>
                  </a:lnTo>
                  <a:lnTo>
                    <a:pt x="1237876" y="698060"/>
                  </a:lnTo>
                  <a:close/>
                  <a:moveTo>
                    <a:pt x="1261271" y="673270"/>
                  </a:moveTo>
                  <a:lnTo>
                    <a:pt x="1277138" y="690551"/>
                  </a:lnTo>
                  <a:lnTo>
                    <a:pt x="1268806" y="659623"/>
                  </a:lnTo>
                  <a:close/>
                  <a:moveTo>
                    <a:pt x="1277138" y="690551"/>
                  </a:moveTo>
                  <a:lnTo>
                    <a:pt x="1359343" y="761287"/>
                  </a:lnTo>
                  <a:lnTo>
                    <a:pt x="1395991" y="754611"/>
                  </a:lnTo>
                  <a:close/>
                  <a:moveTo>
                    <a:pt x="2280975" y="1547448"/>
                  </a:moveTo>
                  <a:lnTo>
                    <a:pt x="2329161" y="1642302"/>
                  </a:lnTo>
                  <a:lnTo>
                    <a:pt x="2351488" y="1532429"/>
                  </a:lnTo>
                  <a:close/>
                  <a:moveTo>
                    <a:pt x="2230965" y="1563990"/>
                  </a:moveTo>
                  <a:lnTo>
                    <a:pt x="2329161" y="1642302"/>
                  </a:lnTo>
                  <a:lnTo>
                    <a:pt x="2280975" y="1547448"/>
                  </a:lnTo>
                  <a:close/>
                  <a:moveTo>
                    <a:pt x="2234182" y="1558834"/>
                  </a:moveTo>
                  <a:lnTo>
                    <a:pt x="2230965" y="1563990"/>
                  </a:lnTo>
                  <a:lnTo>
                    <a:pt x="2280975" y="1547448"/>
                  </a:lnTo>
                  <a:close/>
                  <a:moveTo>
                    <a:pt x="2227165" y="1561463"/>
                  </a:moveTo>
                  <a:lnTo>
                    <a:pt x="2234182" y="1558834"/>
                  </a:lnTo>
                  <a:lnTo>
                    <a:pt x="2159262" y="1559151"/>
                  </a:lnTo>
                  <a:close/>
                  <a:moveTo>
                    <a:pt x="1954907" y="1303827"/>
                  </a:moveTo>
                  <a:lnTo>
                    <a:pt x="1962505" y="1317345"/>
                  </a:lnTo>
                  <a:lnTo>
                    <a:pt x="1975324" y="1240646"/>
                  </a:lnTo>
                  <a:close/>
                  <a:moveTo>
                    <a:pt x="1975324" y="1240646"/>
                  </a:moveTo>
                  <a:lnTo>
                    <a:pt x="2002236" y="1277807"/>
                  </a:lnTo>
                  <a:lnTo>
                    <a:pt x="2052817" y="1251719"/>
                  </a:lnTo>
                  <a:close/>
                  <a:moveTo>
                    <a:pt x="1739816" y="917434"/>
                  </a:moveTo>
                  <a:lnTo>
                    <a:pt x="1774551" y="889400"/>
                  </a:lnTo>
                  <a:lnTo>
                    <a:pt x="1817196" y="928087"/>
                  </a:lnTo>
                  <a:close/>
                  <a:moveTo>
                    <a:pt x="1480575" y="720691"/>
                  </a:moveTo>
                  <a:lnTo>
                    <a:pt x="1543010" y="675471"/>
                  </a:lnTo>
                  <a:lnTo>
                    <a:pt x="1577199" y="621187"/>
                  </a:lnTo>
                  <a:close/>
                  <a:moveTo>
                    <a:pt x="2280975" y="1547448"/>
                  </a:moveTo>
                  <a:lnTo>
                    <a:pt x="2159262" y="1559151"/>
                  </a:lnTo>
                  <a:lnTo>
                    <a:pt x="2234182" y="1558834"/>
                  </a:lnTo>
                  <a:close/>
                  <a:moveTo>
                    <a:pt x="2280975" y="1547448"/>
                  </a:moveTo>
                  <a:lnTo>
                    <a:pt x="2206511" y="1547698"/>
                  </a:lnTo>
                  <a:lnTo>
                    <a:pt x="2159262" y="1559151"/>
                  </a:lnTo>
                  <a:close/>
                  <a:moveTo>
                    <a:pt x="2287533" y="1515461"/>
                  </a:moveTo>
                  <a:lnTo>
                    <a:pt x="2206511" y="1547698"/>
                  </a:lnTo>
                  <a:lnTo>
                    <a:pt x="2280975" y="1547448"/>
                  </a:lnTo>
                  <a:close/>
                  <a:moveTo>
                    <a:pt x="2352760" y="1523024"/>
                  </a:moveTo>
                  <a:lnTo>
                    <a:pt x="2280975" y="1547448"/>
                  </a:lnTo>
                  <a:lnTo>
                    <a:pt x="2351488" y="1532429"/>
                  </a:lnTo>
                  <a:close/>
                  <a:moveTo>
                    <a:pt x="2352760" y="1523024"/>
                  </a:moveTo>
                  <a:lnTo>
                    <a:pt x="2287533" y="1515461"/>
                  </a:lnTo>
                  <a:lnTo>
                    <a:pt x="2280975" y="1547448"/>
                  </a:lnTo>
                  <a:close/>
                  <a:moveTo>
                    <a:pt x="2287533" y="1515461"/>
                  </a:moveTo>
                  <a:lnTo>
                    <a:pt x="2352760" y="1523024"/>
                  </a:lnTo>
                  <a:lnTo>
                    <a:pt x="2356882" y="1419581"/>
                  </a:lnTo>
                  <a:close/>
                  <a:moveTo>
                    <a:pt x="2352760" y="1523024"/>
                  </a:moveTo>
                  <a:lnTo>
                    <a:pt x="2351488" y="1532429"/>
                  </a:lnTo>
                  <a:lnTo>
                    <a:pt x="2357879" y="1525553"/>
                  </a:lnTo>
                  <a:close/>
                  <a:moveTo>
                    <a:pt x="2356882" y="1419581"/>
                  </a:moveTo>
                  <a:lnTo>
                    <a:pt x="2352760" y="1523024"/>
                  </a:lnTo>
                  <a:lnTo>
                    <a:pt x="2357879" y="1525553"/>
                  </a:lnTo>
                  <a:close/>
                  <a:moveTo>
                    <a:pt x="2137430" y="1176531"/>
                  </a:moveTo>
                  <a:lnTo>
                    <a:pt x="2082182" y="1160854"/>
                  </a:lnTo>
                  <a:lnTo>
                    <a:pt x="2052817" y="1251719"/>
                  </a:lnTo>
                  <a:close/>
                  <a:moveTo>
                    <a:pt x="1872376" y="809871"/>
                  </a:moveTo>
                  <a:lnTo>
                    <a:pt x="1946591" y="810127"/>
                  </a:lnTo>
                  <a:lnTo>
                    <a:pt x="1943409" y="712622"/>
                  </a:lnTo>
                  <a:close/>
                  <a:moveTo>
                    <a:pt x="1932294" y="864558"/>
                  </a:moveTo>
                  <a:lnTo>
                    <a:pt x="2000879" y="842328"/>
                  </a:lnTo>
                  <a:lnTo>
                    <a:pt x="1994190" y="790960"/>
                  </a:lnTo>
                  <a:close/>
                  <a:moveTo>
                    <a:pt x="1805942" y="220796"/>
                  </a:moveTo>
                  <a:lnTo>
                    <a:pt x="1823343" y="305462"/>
                  </a:lnTo>
                  <a:lnTo>
                    <a:pt x="1795227" y="259232"/>
                  </a:lnTo>
                  <a:close/>
                  <a:moveTo>
                    <a:pt x="1906926" y="41636"/>
                  </a:moveTo>
                  <a:lnTo>
                    <a:pt x="1858175" y="56366"/>
                  </a:lnTo>
                  <a:lnTo>
                    <a:pt x="1891150" y="65118"/>
                  </a:lnTo>
                  <a:close/>
                  <a:moveTo>
                    <a:pt x="1858175" y="56366"/>
                  </a:moveTo>
                  <a:lnTo>
                    <a:pt x="1906926" y="41636"/>
                  </a:lnTo>
                  <a:lnTo>
                    <a:pt x="1931291" y="0"/>
                  </a:lnTo>
                  <a:close/>
                  <a:moveTo>
                    <a:pt x="1810065" y="40616"/>
                  </a:moveTo>
                  <a:lnTo>
                    <a:pt x="1858175" y="56366"/>
                  </a:lnTo>
                  <a:lnTo>
                    <a:pt x="1931291" y="0"/>
                  </a:lnTo>
                  <a:close/>
                  <a:moveTo>
                    <a:pt x="1891150" y="65118"/>
                  </a:moveTo>
                  <a:lnTo>
                    <a:pt x="1978045" y="17930"/>
                  </a:lnTo>
                  <a:lnTo>
                    <a:pt x="1906926" y="41636"/>
                  </a:lnTo>
                  <a:close/>
                  <a:moveTo>
                    <a:pt x="2016087" y="38381"/>
                  </a:moveTo>
                  <a:lnTo>
                    <a:pt x="1978045" y="17930"/>
                  </a:lnTo>
                  <a:lnTo>
                    <a:pt x="1891150" y="65118"/>
                  </a:lnTo>
                  <a:close/>
                  <a:moveTo>
                    <a:pt x="1906926" y="41636"/>
                  </a:moveTo>
                  <a:lnTo>
                    <a:pt x="1978045" y="17930"/>
                  </a:lnTo>
                  <a:lnTo>
                    <a:pt x="1931291" y="0"/>
                  </a:lnTo>
                  <a:close/>
                  <a:moveTo>
                    <a:pt x="2279613" y="20517"/>
                  </a:moveTo>
                  <a:lnTo>
                    <a:pt x="2315844" y="91154"/>
                  </a:lnTo>
                  <a:lnTo>
                    <a:pt x="2336328" y="10548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88" name="Candidate_density__2107">
              <a:extLst>
                <a:ext uri="{FF2B5EF4-FFF2-40B4-BE49-F238E27FC236}">
                  <a16:creationId xmlns:a16="http://schemas.microsoft.com/office/drawing/2014/main" id="{FC1ED8B1-05A0-7A97-7F7C-21FB739AD25E}"/>
                </a:ext>
              </a:extLst>
            </p:cNvPr>
            <p:cNvSpPr>
              <a:spLocks noGrp="1"/>
            </p:cNvSpPr>
            <p:nvPr/>
          </p:nvSpPr>
          <p:spPr>
            <a:xfrm>
              <a:off x="3924552" y="1508053"/>
              <a:ext cx="2210725" cy="2576568"/>
            </a:xfrm>
            <a:custGeom>
              <a:avLst/>
              <a:gdLst/>
              <a:ahLst/>
              <a:cxnLst/>
              <a:rect l="0" t="0" r="0" b="0"/>
              <a:pathLst>
                <a:path w="2210725" h="2576568">
                  <a:moveTo>
                    <a:pt x="616277" y="2531391"/>
                  </a:moveTo>
                  <a:lnTo>
                    <a:pt x="674028" y="2576568"/>
                  </a:lnTo>
                  <a:lnTo>
                    <a:pt x="684544" y="2513020"/>
                  </a:lnTo>
                  <a:close/>
                  <a:moveTo>
                    <a:pt x="616277" y="2531391"/>
                  </a:moveTo>
                  <a:lnTo>
                    <a:pt x="684544" y="2513020"/>
                  </a:lnTo>
                  <a:lnTo>
                    <a:pt x="576639" y="2491100"/>
                  </a:lnTo>
                  <a:close/>
                  <a:moveTo>
                    <a:pt x="487861" y="2351551"/>
                  </a:moveTo>
                  <a:lnTo>
                    <a:pt x="527476" y="2328524"/>
                  </a:lnTo>
                  <a:lnTo>
                    <a:pt x="512483" y="2314688"/>
                  </a:lnTo>
                  <a:close/>
                  <a:moveTo>
                    <a:pt x="725710" y="2379461"/>
                  </a:moveTo>
                  <a:lnTo>
                    <a:pt x="681665" y="2290088"/>
                  </a:lnTo>
                  <a:lnTo>
                    <a:pt x="623332" y="2302007"/>
                  </a:lnTo>
                  <a:close/>
                  <a:moveTo>
                    <a:pt x="610478" y="2212366"/>
                  </a:moveTo>
                  <a:lnTo>
                    <a:pt x="610070" y="2185689"/>
                  </a:lnTo>
                  <a:lnTo>
                    <a:pt x="531090" y="2169054"/>
                  </a:lnTo>
                  <a:close/>
                  <a:moveTo>
                    <a:pt x="126340" y="1550152"/>
                  </a:moveTo>
                  <a:lnTo>
                    <a:pt x="91023" y="1574892"/>
                  </a:lnTo>
                  <a:lnTo>
                    <a:pt x="117442" y="1570089"/>
                  </a:lnTo>
                  <a:close/>
                  <a:moveTo>
                    <a:pt x="0" y="1506374"/>
                  </a:moveTo>
                  <a:lnTo>
                    <a:pt x="91023" y="1574892"/>
                  </a:lnTo>
                  <a:lnTo>
                    <a:pt x="126340" y="1550152"/>
                  </a:lnTo>
                  <a:close/>
                  <a:moveTo>
                    <a:pt x="117442" y="1570089"/>
                  </a:moveTo>
                  <a:lnTo>
                    <a:pt x="79321" y="1594595"/>
                  </a:lnTo>
                  <a:lnTo>
                    <a:pt x="126340" y="1550152"/>
                  </a:lnTo>
                  <a:close/>
                  <a:moveTo>
                    <a:pt x="542291" y="2107115"/>
                  </a:moveTo>
                  <a:lnTo>
                    <a:pt x="632599" y="2054720"/>
                  </a:lnTo>
                  <a:lnTo>
                    <a:pt x="572258" y="2043253"/>
                  </a:lnTo>
                  <a:close/>
                  <a:moveTo>
                    <a:pt x="603880" y="1947342"/>
                  </a:moveTo>
                  <a:lnTo>
                    <a:pt x="577025" y="1922791"/>
                  </a:lnTo>
                  <a:lnTo>
                    <a:pt x="572258" y="2043253"/>
                  </a:lnTo>
                  <a:close/>
                  <a:moveTo>
                    <a:pt x="572258" y="2043253"/>
                  </a:moveTo>
                  <a:lnTo>
                    <a:pt x="653423" y="2005006"/>
                  </a:lnTo>
                  <a:lnTo>
                    <a:pt x="603880" y="1947342"/>
                  </a:lnTo>
                  <a:close/>
                  <a:moveTo>
                    <a:pt x="572258" y="2043253"/>
                  </a:moveTo>
                  <a:lnTo>
                    <a:pt x="632599" y="2054720"/>
                  </a:lnTo>
                  <a:lnTo>
                    <a:pt x="653423" y="2005006"/>
                  </a:lnTo>
                  <a:close/>
                  <a:moveTo>
                    <a:pt x="577025" y="1922791"/>
                  </a:moveTo>
                  <a:lnTo>
                    <a:pt x="534484" y="1840576"/>
                  </a:lnTo>
                  <a:lnTo>
                    <a:pt x="511892" y="1931646"/>
                  </a:lnTo>
                  <a:close/>
                  <a:moveTo>
                    <a:pt x="119608" y="1368143"/>
                  </a:moveTo>
                  <a:lnTo>
                    <a:pt x="2088" y="1305835"/>
                  </a:lnTo>
                  <a:lnTo>
                    <a:pt x="54343" y="1385722"/>
                  </a:lnTo>
                  <a:close/>
                  <a:moveTo>
                    <a:pt x="577025" y="1922791"/>
                  </a:moveTo>
                  <a:lnTo>
                    <a:pt x="588390" y="1802140"/>
                  </a:lnTo>
                  <a:lnTo>
                    <a:pt x="534484" y="1840576"/>
                  </a:lnTo>
                  <a:close/>
                  <a:moveTo>
                    <a:pt x="588390" y="1802140"/>
                  </a:moveTo>
                  <a:lnTo>
                    <a:pt x="536827" y="1758361"/>
                  </a:lnTo>
                  <a:lnTo>
                    <a:pt x="534484" y="1840576"/>
                  </a:lnTo>
                  <a:close/>
                  <a:moveTo>
                    <a:pt x="176858" y="1321600"/>
                  </a:moveTo>
                  <a:lnTo>
                    <a:pt x="185990" y="1284353"/>
                  </a:lnTo>
                  <a:lnTo>
                    <a:pt x="189926" y="1347285"/>
                  </a:lnTo>
                  <a:close/>
                  <a:moveTo>
                    <a:pt x="232765" y="1395777"/>
                  </a:moveTo>
                  <a:lnTo>
                    <a:pt x="305808" y="1390217"/>
                  </a:lnTo>
                  <a:lnTo>
                    <a:pt x="269515" y="1406956"/>
                  </a:lnTo>
                  <a:close/>
                  <a:moveTo>
                    <a:pt x="763394" y="1608679"/>
                  </a:moveTo>
                  <a:lnTo>
                    <a:pt x="694520" y="1604080"/>
                  </a:lnTo>
                  <a:lnTo>
                    <a:pt x="780852" y="1621293"/>
                  </a:lnTo>
                  <a:close/>
                  <a:moveTo>
                    <a:pt x="178985" y="1144419"/>
                  </a:moveTo>
                  <a:lnTo>
                    <a:pt x="283424" y="1195464"/>
                  </a:lnTo>
                  <a:lnTo>
                    <a:pt x="266419" y="1109196"/>
                  </a:lnTo>
                  <a:close/>
                  <a:moveTo>
                    <a:pt x="178985" y="1144419"/>
                  </a:moveTo>
                  <a:lnTo>
                    <a:pt x="226849" y="1226634"/>
                  </a:lnTo>
                  <a:lnTo>
                    <a:pt x="283424" y="1195464"/>
                  </a:lnTo>
                  <a:close/>
                  <a:moveTo>
                    <a:pt x="346384" y="1204871"/>
                  </a:moveTo>
                  <a:lnTo>
                    <a:pt x="323260" y="1105982"/>
                  </a:lnTo>
                  <a:lnTo>
                    <a:pt x="266419" y="1109196"/>
                  </a:lnTo>
                  <a:close/>
                  <a:moveTo>
                    <a:pt x="266419" y="1109196"/>
                  </a:moveTo>
                  <a:lnTo>
                    <a:pt x="323260" y="1105982"/>
                  </a:lnTo>
                  <a:lnTo>
                    <a:pt x="267780" y="1096290"/>
                  </a:lnTo>
                  <a:close/>
                  <a:moveTo>
                    <a:pt x="998579" y="1738845"/>
                  </a:moveTo>
                  <a:lnTo>
                    <a:pt x="951521" y="1643052"/>
                  </a:lnTo>
                  <a:lnTo>
                    <a:pt x="903926" y="1655112"/>
                  </a:lnTo>
                  <a:close/>
                  <a:moveTo>
                    <a:pt x="843703" y="1641080"/>
                  </a:moveTo>
                  <a:lnTo>
                    <a:pt x="780852" y="1621293"/>
                  </a:lnTo>
                  <a:lnTo>
                    <a:pt x="705560" y="1618448"/>
                  </a:lnTo>
                  <a:close/>
                  <a:moveTo>
                    <a:pt x="843703" y="1641080"/>
                  </a:moveTo>
                  <a:lnTo>
                    <a:pt x="705560" y="1618448"/>
                  </a:lnTo>
                  <a:lnTo>
                    <a:pt x="758732" y="1602045"/>
                  </a:lnTo>
                  <a:close/>
                  <a:moveTo>
                    <a:pt x="843703" y="1641080"/>
                  </a:moveTo>
                  <a:lnTo>
                    <a:pt x="847964" y="1643052"/>
                  </a:lnTo>
                  <a:lnTo>
                    <a:pt x="858086" y="1631400"/>
                  </a:lnTo>
                  <a:close/>
                  <a:moveTo>
                    <a:pt x="780852" y="1621293"/>
                  </a:moveTo>
                  <a:lnTo>
                    <a:pt x="843703" y="1641080"/>
                  </a:lnTo>
                  <a:lnTo>
                    <a:pt x="858086" y="1631400"/>
                  </a:lnTo>
                  <a:close/>
                  <a:moveTo>
                    <a:pt x="938851" y="1718166"/>
                  </a:moveTo>
                  <a:lnTo>
                    <a:pt x="903926" y="1655112"/>
                  </a:lnTo>
                  <a:lnTo>
                    <a:pt x="847964" y="1643052"/>
                  </a:lnTo>
                  <a:close/>
                  <a:moveTo>
                    <a:pt x="323260" y="1105982"/>
                  </a:moveTo>
                  <a:lnTo>
                    <a:pt x="345934" y="1109839"/>
                  </a:lnTo>
                  <a:lnTo>
                    <a:pt x="280255" y="1097948"/>
                  </a:lnTo>
                  <a:close/>
                  <a:moveTo>
                    <a:pt x="267780" y="1096290"/>
                  </a:moveTo>
                  <a:lnTo>
                    <a:pt x="323260" y="1105982"/>
                  </a:lnTo>
                  <a:lnTo>
                    <a:pt x="280255" y="1097948"/>
                  </a:lnTo>
                  <a:close/>
                  <a:moveTo>
                    <a:pt x="333054" y="846480"/>
                  </a:moveTo>
                  <a:lnTo>
                    <a:pt x="209839" y="879659"/>
                  </a:lnTo>
                  <a:lnTo>
                    <a:pt x="261787" y="858680"/>
                  </a:lnTo>
                  <a:close/>
                  <a:moveTo>
                    <a:pt x="1166171" y="1863373"/>
                  </a:moveTo>
                  <a:lnTo>
                    <a:pt x="1191341" y="1826211"/>
                  </a:lnTo>
                  <a:lnTo>
                    <a:pt x="1125269" y="1857833"/>
                  </a:lnTo>
                  <a:close/>
                  <a:moveTo>
                    <a:pt x="1166171" y="1863373"/>
                  </a:moveTo>
                  <a:lnTo>
                    <a:pt x="1238417" y="1865229"/>
                  </a:lnTo>
                  <a:lnTo>
                    <a:pt x="1191341" y="1826211"/>
                  </a:lnTo>
                  <a:close/>
                  <a:moveTo>
                    <a:pt x="799564" y="1275755"/>
                  </a:moveTo>
                  <a:lnTo>
                    <a:pt x="703251" y="1296705"/>
                  </a:lnTo>
                  <a:lnTo>
                    <a:pt x="695811" y="1366796"/>
                  </a:lnTo>
                  <a:close/>
                  <a:moveTo>
                    <a:pt x="799564" y="1275755"/>
                  </a:moveTo>
                  <a:lnTo>
                    <a:pt x="800433" y="1264098"/>
                  </a:lnTo>
                  <a:lnTo>
                    <a:pt x="776930" y="1197305"/>
                  </a:lnTo>
                  <a:close/>
                  <a:moveTo>
                    <a:pt x="703251" y="1296705"/>
                  </a:moveTo>
                  <a:lnTo>
                    <a:pt x="799564" y="1275755"/>
                  </a:lnTo>
                  <a:lnTo>
                    <a:pt x="776930" y="1197305"/>
                  </a:lnTo>
                  <a:close/>
                  <a:moveTo>
                    <a:pt x="800433" y="1264098"/>
                  </a:moveTo>
                  <a:lnTo>
                    <a:pt x="807051" y="1275755"/>
                  </a:lnTo>
                  <a:lnTo>
                    <a:pt x="776930" y="1197305"/>
                  </a:lnTo>
                  <a:close/>
                  <a:moveTo>
                    <a:pt x="333054" y="846480"/>
                  </a:moveTo>
                  <a:lnTo>
                    <a:pt x="261787" y="858680"/>
                  </a:lnTo>
                  <a:lnTo>
                    <a:pt x="392826" y="854755"/>
                  </a:lnTo>
                  <a:close/>
                  <a:moveTo>
                    <a:pt x="411652" y="861686"/>
                  </a:moveTo>
                  <a:lnTo>
                    <a:pt x="416631" y="864680"/>
                  </a:lnTo>
                  <a:lnTo>
                    <a:pt x="451087" y="880065"/>
                  </a:lnTo>
                  <a:close/>
                  <a:moveTo>
                    <a:pt x="475907" y="886722"/>
                  </a:moveTo>
                  <a:lnTo>
                    <a:pt x="451087" y="880065"/>
                  </a:lnTo>
                  <a:lnTo>
                    <a:pt x="416631" y="864680"/>
                  </a:lnTo>
                  <a:close/>
                  <a:moveTo>
                    <a:pt x="1878061" y="2409409"/>
                  </a:moveTo>
                  <a:lnTo>
                    <a:pt x="1819381" y="2396522"/>
                  </a:lnTo>
                  <a:lnTo>
                    <a:pt x="1789919" y="2455702"/>
                  </a:lnTo>
                  <a:close/>
                  <a:moveTo>
                    <a:pt x="730068" y="1074719"/>
                  </a:moveTo>
                  <a:lnTo>
                    <a:pt x="820533" y="1124046"/>
                  </a:lnTo>
                  <a:lnTo>
                    <a:pt x="736097" y="1072889"/>
                  </a:lnTo>
                  <a:close/>
                  <a:moveTo>
                    <a:pt x="589477" y="1032686"/>
                  </a:moveTo>
                  <a:lnTo>
                    <a:pt x="639742" y="1005414"/>
                  </a:lnTo>
                  <a:lnTo>
                    <a:pt x="730068" y="1074719"/>
                  </a:lnTo>
                  <a:close/>
                  <a:moveTo>
                    <a:pt x="594606" y="1029109"/>
                  </a:moveTo>
                  <a:lnTo>
                    <a:pt x="589477" y="1032686"/>
                  </a:lnTo>
                  <a:lnTo>
                    <a:pt x="730068" y="1074719"/>
                  </a:lnTo>
                  <a:close/>
                  <a:moveTo>
                    <a:pt x="620145" y="990673"/>
                  </a:moveTo>
                  <a:lnTo>
                    <a:pt x="586600" y="1021929"/>
                  </a:lnTo>
                  <a:lnTo>
                    <a:pt x="527193" y="918284"/>
                  </a:lnTo>
                  <a:close/>
                  <a:moveTo>
                    <a:pt x="635960" y="908458"/>
                  </a:moveTo>
                  <a:lnTo>
                    <a:pt x="586600" y="1021929"/>
                  </a:lnTo>
                  <a:lnTo>
                    <a:pt x="594606" y="1029109"/>
                  </a:lnTo>
                  <a:close/>
                  <a:moveTo>
                    <a:pt x="1473816" y="1812824"/>
                  </a:moveTo>
                  <a:lnTo>
                    <a:pt x="1514349" y="1895039"/>
                  </a:lnTo>
                  <a:lnTo>
                    <a:pt x="1474235" y="1794698"/>
                  </a:lnTo>
                  <a:close/>
                  <a:moveTo>
                    <a:pt x="1559696" y="1721850"/>
                  </a:moveTo>
                  <a:lnTo>
                    <a:pt x="1474235" y="1794698"/>
                  </a:lnTo>
                  <a:lnTo>
                    <a:pt x="1489192" y="1736903"/>
                  </a:lnTo>
                  <a:close/>
                  <a:moveTo>
                    <a:pt x="810204" y="870226"/>
                  </a:moveTo>
                  <a:lnTo>
                    <a:pt x="747762" y="908458"/>
                  </a:lnTo>
                  <a:lnTo>
                    <a:pt x="736964" y="969020"/>
                  </a:lnTo>
                  <a:close/>
                  <a:moveTo>
                    <a:pt x="736964" y="969020"/>
                  </a:moveTo>
                  <a:lnTo>
                    <a:pt x="747762" y="908458"/>
                  </a:lnTo>
                  <a:lnTo>
                    <a:pt x="714266" y="887381"/>
                  </a:lnTo>
                  <a:close/>
                  <a:moveTo>
                    <a:pt x="714266" y="887381"/>
                  </a:moveTo>
                  <a:lnTo>
                    <a:pt x="747762" y="908458"/>
                  </a:lnTo>
                  <a:lnTo>
                    <a:pt x="700246" y="798687"/>
                  </a:lnTo>
                  <a:close/>
                  <a:moveTo>
                    <a:pt x="700246" y="798687"/>
                  </a:moveTo>
                  <a:lnTo>
                    <a:pt x="810036" y="869596"/>
                  </a:lnTo>
                  <a:lnTo>
                    <a:pt x="729975" y="787807"/>
                  </a:lnTo>
                  <a:close/>
                  <a:moveTo>
                    <a:pt x="700246" y="798687"/>
                  </a:moveTo>
                  <a:lnTo>
                    <a:pt x="729975" y="787807"/>
                  </a:lnTo>
                  <a:lnTo>
                    <a:pt x="710657" y="776696"/>
                  </a:lnTo>
                  <a:close/>
                  <a:moveTo>
                    <a:pt x="1492000" y="1856603"/>
                  </a:moveTo>
                  <a:lnTo>
                    <a:pt x="1481770" y="1774388"/>
                  </a:lnTo>
                  <a:lnTo>
                    <a:pt x="1474235" y="1794698"/>
                  </a:lnTo>
                  <a:close/>
                  <a:moveTo>
                    <a:pt x="1994538" y="2075030"/>
                  </a:moveTo>
                  <a:lnTo>
                    <a:pt x="1914017" y="2079901"/>
                  </a:lnTo>
                  <a:lnTo>
                    <a:pt x="2002346" y="2168775"/>
                  </a:lnTo>
                  <a:close/>
                  <a:moveTo>
                    <a:pt x="1535859" y="1696182"/>
                  </a:moveTo>
                  <a:lnTo>
                    <a:pt x="1587405" y="1735951"/>
                  </a:lnTo>
                  <a:lnTo>
                    <a:pt x="1559696" y="1721850"/>
                  </a:lnTo>
                  <a:close/>
                  <a:moveTo>
                    <a:pt x="1489192" y="1736903"/>
                  </a:moveTo>
                  <a:lnTo>
                    <a:pt x="1535859" y="1696182"/>
                  </a:lnTo>
                  <a:lnTo>
                    <a:pt x="1559696" y="1721850"/>
                  </a:lnTo>
                  <a:close/>
                  <a:moveTo>
                    <a:pt x="1227038" y="1314068"/>
                  </a:moveTo>
                  <a:lnTo>
                    <a:pt x="1212134" y="1325544"/>
                  </a:lnTo>
                  <a:lnTo>
                    <a:pt x="1263382" y="1242661"/>
                  </a:lnTo>
                  <a:close/>
                  <a:moveTo>
                    <a:pt x="912547" y="831585"/>
                  </a:moveTo>
                  <a:lnTo>
                    <a:pt x="917666" y="843205"/>
                  </a:lnTo>
                  <a:lnTo>
                    <a:pt x="873222" y="890636"/>
                  </a:lnTo>
                  <a:close/>
                  <a:moveTo>
                    <a:pt x="775217" y="749370"/>
                  </a:moveTo>
                  <a:lnTo>
                    <a:pt x="810036" y="869596"/>
                  </a:lnTo>
                  <a:lnTo>
                    <a:pt x="849745" y="802859"/>
                  </a:lnTo>
                  <a:close/>
                  <a:moveTo>
                    <a:pt x="775217" y="749370"/>
                  </a:moveTo>
                  <a:lnTo>
                    <a:pt x="729975" y="787807"/>
                  </a:lnTo>
                  <a:lnTo>
                    <a:pt x="810036" y="869596"/>
                  </a:lnTo>
                  <a:close/>
                  <a:moveTo>
                    <a:pt x="729975" y="787807"/>
                  </a:moveTo>
                  <a:lnTo>
                    <a:pt x="775217" y="749370"/>
                  </a:lnTo>
                  <a:lnTo>
                    <a:pt x="710657" y="776696"/>
                  </a:lnTo>
                  <a:close/>
                  <a:moveTo>
                    <a:pt x="1470968" y="1571521"/>
                  </a:moveTo>
                  <a:lnTo>
                    <a:pt x="1464426" y="1602488"/>
                  </a:lnTo>
                  <a:lnTo>
                    <a:pt x="1519956" y="1636723"/>
                  </a:lnTo>
                  <a:close/>
                  <a:moveTo>
                    <a:pt x="1161313" y="1078230"/>
                  </a:moveTo>
                  <a:lnTo>
                    <a:pt x="1288122" y="1124175"/>
                  </a:lnTo>
                  <a:lnTo>
                    <a:pt x="1251987" y="1053461"/>
                  </a:lnTo>
                  <a:close/>
                  <a:moveTo>
                    <a:pt x="1251987" y="1053461"/>
                  </a:moveTo>
                  <a:lnTo>
                    <a:pt x="1143328" y="1064547"/>
                  </a:lnTo>
                  <a:lnTo>
                    <a:pt x="1161313" y="1078230"/>
                  </a:lnTo>
                  <a:close/>
                  <a:moveTo>
                    <a:pt x="1166465" y="962304"/>
                  </a:moveTo>
                  <a:lnTo>
                    <a:pt x="1143328" y="1064547"/>
                  </a:lnTo>
                  <a:lnTo>
                    <a:pt x="1251987" y="1053461"/>
                  </a:lnTo>
                  <a:close/>
                  <a:moveTo>
                    <a:pt x="1244349" y="959578"/>
                  </a:moveTo>
                  <a:lnTo>
                    <a:pt x="1166465" y="962304"/>
                  </a:lnTo>
                  <a:lnTo>
                    <a:pt x="1251987" y="1053461"/>
                  </a:lnTo>
                  <a:close/>
                  <a:moveTo>
                    <a:pt x="1166465" y="962304"/>
                  </a:moveTo>
                  <a:lnTo>
                    <a:pt x="1241728" y="938591"/>
                  </a:lnTo>
                  <a:lnTo>
                    <a:pt x="1111218" y="913800"/>
                  </a:lnTo>
                  <a:close/>
                  <a:moveTo>
                    <a:pt x="912547" y="831585"/>
                  </a:moveTo>
                  <a:lnTo>
                    <a:pt x="958953" y="809639"/>
                  </a:lnTo>
                  <a:lnTo>
                    <a:pt x="849745" y="802859"/>
                  </a:lnTo>
                  <a:close/>
                  <a:moveTo>
                    <a:pt x="2061082" y="1920839"/>
                  </a:moveTo>
                  <a:lnTo>
                    <a:pt x="2143495" y="1914431"/>
                  </a:lnTo>
                  <a:lnTo>
                    <a:pt x="2125639" y="1828856"/>
                  </a:lnTo>
                  <a:close/>
                  <a:moveTo>
                    <a:pt x="2061082" y="1920839"/>
                  </a:moveTo>
                  <a:lnTo>
                    <a:pt x="2125639" y="1828856"/>
                  </a:lnTo>
                  <a:lnTo>
                    <a:pt x="2053554" y="1826867"/>
                  </a:lnTo>
                  <a:close/>
                  <a:moveTo>
                    <a:pt x="2201590" y="1927792"/>
                  </a:moveTo>
                  <a:lnTo>
                    <a:pt x="2125639" y="1828856"/>
                  </a:lnTo>
                  <a:lnTo>
                    <a:pt x="2143495" y="1914431"/>
                  </a:lnTo>
                  <a:close/>
                  <a:moveTo>
                    <a:pt x="1972903" y="1831843"/>
                  </a:moveTo>
                  <a:lnTo>
                    <a:pt x="2053554" y="1826867"/>
                  </a:lnTo>
                  <a:lnTo>
                    <a:pt x="1952271" y="1748524"/>
                  </a:lnTo>
                  <a:close/>
                  <a:moveTo>
                    <a:pt x="2053554" y="1826867"/>
                  </a:moveTo>
                  <a:lnTo>
                    <a:pt x="2125639" y="1828856"/>
                  </a:lnTo>
                  <a:lnTo>
                    <a:pt x="2069213" y="1803156"/>
                  </a:lnTo>
                  <a:close/>
                  <a:moveTo>
                    <a:pt x="1644693" y="1394031"/>
                  </a:moveTo>
                  <a:lnTo>
                    <a:pt x="1658060" y="1380555"/>
                  </a:lnTo>
                  <a:lnTo>
                    <a:pt x="1593243" y="1416869"/>
                  </a:lnTo>
                  <a:close/>
                  <a:moveTo>
                    <a:pt x="1694079" y="1336784"/>
                  </a:moveTo>
                  <a:lnTo>
                    <a:pt x="1690350" y="1330218"/>
                  </a:lnTo>
                  <a:lnTo>
                    <a:pt x="1648034" y="1343066"/>
                  </a:lnTo>
                  <a:close/>
                  <a:moveTo>
                    <a:pt x="1357706" y="928013"/>
                  </a:moveTo>
                  <a:lnTo>
                    <a:pt x="1253640" y="957579"/>
                  </a:lnTo>
                  <a:lnTo>
                    <a:pt x="1334974" y="1008562"/>
                  </a:lnTo>
                  <a:close/>
                  <a:moveTo>
                    <a:pt x="1241728" y="938591"/>
                  </a:moveTo>
                  <a:lnTo>
                    <a:pt x="1253640" y="957579"/>
                  </a:lnTo>
                  <a:lnTo>
                    <a:pt x="1362961" y="897995"/>
                  </a:lnTo>
                  <a:close/>
                  <a:moveTo>
                    <a:pt x="1122724" y="754712"/>
                  </a:moveTo>
                  <a:lnTo>
                    <a:pt x="1070561" y="779496"/>
                  </a:lnTo>
                  <a:lnTo>
                    <a:pt x="1143657" y="850574"/>
                  </a:lnTo>
                  <a:close/>
                  <a:moveTo>
                    <a:pt x="1706237" y="1326901"/>
                  </a:moveTo>
                  <a:lnTo>
                    <a:pt x="1623202" y="1313679"/>
                  </a:lnTo>
                  <a:lnTo>
                    <a:pt x="1690350" y="1330218"/>
                  </a:lnTo>
                  <a:close/>
                  <a:moveTo>
                    <a:pt x="1639434" y="1220525"/>
                  </a:moveTo>
                  <a:lnTo>
                    <a:pt x="1623202" y="1313679"/>
                  </a:lnTo>
                  <a:lnTo>
                    <a:pt x="1706237" y="1326901"/>
                  </a:lnTo>
                  <a:close/>
                  <a:moveTo>
                    <a:pt x="1709862" y="1223861"/>
                  </a:moveTo>
                  <a:lnTo>
                    <a:pt x="1639434" y="1220525"/>
                  </a:lnTo>
                  <a:lnTo>
                    <a:pt x="1706237" y="1326901"/>
                  </a:lnTo>
                  <a:close/>
                  <a:moveTo>
                    <a:pt x="1760996" y="1271552"/>
                  </a:moveTo>
                  <a:lnTo>
                    <a:pt x="1821045" y="1294156"/>
                  </a:lnTo>
                  <a:lnTo>
                    <a:pt x="1890957" y="1263596"/>
                  </a:lnTo>
                  <a:close/>
                  <a:moveTo>
                    <a:pt x="1639434" y="1220525"/>
                  </a:moveTo>
                  <a:lnTo>
                    <a:pt x="1709862" y="1223861"/>
                  </a:lnTo>
                  <a:lnTo>
                    <a:pt x="1700108" y="1131699"/>
                  </a:lnTo>
                  <a:close/>
                  <a:moveTo>
                    <a:pt x="1491437" y="919142"/>
                  </a:moveTo>
                  <a:lnTo>
                    <a:pt x="1474690" y="893499"/>
                  </a:lnTo>
                  <a:lnTo>
                    <a:pt x="1474381" y="820716"/>
                  </a:lnTo>
                  <a:close/>
                  <a:moveTo>
                    <a:pt x="1175795" y="540328"/>
                  </a:moveTo>
                  <a:lnTo>
                    <a:pt x="1198527" y="551845"/>
                  </a:lnTo>
                  <a:lnTo>
                    <a:pt x="1116323" y="502607"/>
                  </a:lnTo>
                  <a:close/>
                  <a:moveTo>
                    <a:pt x="1116323" y="502607"/>
                  </a:moveTo>
                  <a:lnTo>
                    <a:pt x="1198527" y="551845"/>
                  </a:lnTo>
                  <a:lnTo>
                    <a:pt x="1234541" y="567182"/>
                  </a:lnTo>
                  <a:close/>
                  <a:moveTo>
                    <a:pt x="2174407" y="1589023"/>
                  </a:moveTo>
                  <a:lnTo>
                    <a:pt x="2210725" y="1519997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74407" y="1589023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41241" y="1515895"/>
                  </a:lnTo>
                  <a:lnTo>
                    <a:pt x="2104336" y="1504067"/>
                  </a:lnTo>
                  <a:close/>
                  <a:moveTo>
                    <a:pt x="1964568" y="1338158"/>
                  </a:moveTo>
                  <a:lnTo>
                    <a:pt x="1857710" y="1417949"/>
                  </a:lnTo>
                  <a:lnTo>
                    <a:pt x="1935203" y="1429022"/>
                  </a:lnTo>
                  <a:close/>
                  <a:moveTo>
                    <a:pt x="1198527" y="551845"/>
                  </a:moveTo>
                  <a:lnTo>
                    <a:pt x="1191596" y="541504"/>
                  </a:lnTo>
                  <a:lnTo>
                    <a:pt x="1258928" y="572490"/>
                  </a:lnTo>
                  <a:close/>
                  <a:moveTo>
                    <a:pt x="1876576" y="968264"/>
                  </a:moveTo>
                  <a:lnTo>
                    <a:pt x="1846404" y="886048"/>
                  </a:lnTo>
                  <a:lnTo>
                    <a:pt x="1828977" y="987431"/>
                  </a:lnTo>
                  <a:close/>
                  <a:moveTo>
                    <a:pt x="1846404" y="886048"/>
                  </a:moveTo>
                  <a:lnTo>
                    <a:pt x="1825794" y="889925"/>
                  </a:lnTo>
                  <a:lnTo>
                    <a:pt x="1828977" y="987431"/>
                  </a:lnTo>
                  <a:close/>
                  <a:moveTo>
                    <a:pt x="1599964" y="752153"/>
                  </a:moveTo>
                  <a:lnTo>
                    <a:pt x="1664600" y="803833"/>
                  </a:lnTo>
                  <a:lnTo>
                    <a:pt x="1721174" y="814295"/>
                  </a:lnTo>
                  <a:close/>
                  <a:moveTo>
                    <a:pt x="1599964" y="752153"/>
                  </a:moveTo>
                  <a:lnTo>
                    <a:pt x="1721174" y="814295"/>
                  </a:lnTo>
                  <a:lnTo>
                    <a:pt x="1686059" y="742751"/>
                  </a:lnTo>
                  <a:close/>
                  <a:moveTo>
                    <a:pt x="1471166" y="395903"/>
                  </a:moveTo>
                  <a:lnTo>
                    <a:pt x="1472727" y="384130"/>
                  </a:lnTo>
                  <a:lnTo>
                    <a:pt x="1473968" y="431194"/>
                  </a:lnTo>
                  <a:close/>
                  <a:moveTo>
                    <a:pt x="1876576" y="968264"/>
                  </a:moveTo>
                  <a:lnTo>
                    <a:pt x="1871449" y="952902"/>
                  </a:lnTo>
                  <a:lnTo>
                    <a:pt x="1846404" y="886048"/>
                  </a:lnTo>
                  <a:close/>
                  <a:moveTo>
                    <a:pt x="1568874" y="276967"/>
                  </a:moveTo>
                  <a:lnTo>
                    <a:pt x="1575656" y="275102"/>
                  </a:lnTo>
                  <a:lnTo>
                    <a:pt x="1631841" y="354321"/>
                  </a:lnTo>
                  <a:close/>
                  <a:moveTo>
                    <a:pt x="2023710" y="765397"/>
                  </a:moveTo>
                  <a:lnTo>
                    <a:pt x="2088368" y="847612"/>
                  </a:lnTo>
                  <a:lnTo>
                    <a:pt x="2144319" y="809175"/>
                  </a:lnTo>
                  <a:close/>
                  <a:moveTo>
                    <a:pt x="2096232" y="726960"/>
                  </a:moveTo>
                  <a:lnTo>
                    <a:pt x="2144319" y="809175"/>
                  </a:lnTo>
                  <a:lnTo>
                    <a:pt x="2139958" y="770739"/>
                  </a:lnTo>
                  <a:close/>
                  <a:moveTo>
                    <a:pt x="2090669" y="644745"/>
                  </a:moveTo>
                  <a:lnTo>
                    <a:pt x="2144272" y="688524"/>
                  </a:lnTo>
                  <a:lnTo>
                    <a:pt x="2141310" y="606308"/>
                  </a:lnTo>
                  <a:close/>
                  <a:moveTo>
                    <a:pt x="1964379" y="277448"/>
                  </a:moveTo>
                  <a:lnTo>
                    <a:pt x="1930853" y="336750"/>
                  </a:lnTo>
                  <a:lnTo>
                    <a:pt x="1940106" y="257031"/>
                  </a:lnTo>
                  <a:close/>
                  <a:moveTo>
                    <a:pt x="1903007" y="17436"/>
                  </a:moveTo>
                  <a:lnTo>
                    <a:pt x="1972852" y="74581"/>
                  </a:lnTo>
                  <a:lnTo>
                    <a:pt x="1886913" y="0"/>
                  </a:lnTo>
                  <a:close/>
                  <a:moveTo>
                    <a:pt x="2035619" y="118360"/>
                  </a:moveTo>
                  <a:lnTo>
                    <a:pt x="2047341" y="130350"/>
                  </a:lnTo>
                  <a:lnTo>
                    <a:pt x="1938629" y="58047"/>
                  </a:lnTo>
                  <a:close/>
                  <a:moveTo>
                    <a:pt x="1938629" y="58047"/>
                  </a:moveTo>
                  <a:lnTo>
                    <a:pt x="2047341" y="130350"/>
                  </a:lnTo>
                  <a:lnTo>
                    <a:pt x="1972852" y="74581"/>
                  </a:lnTo>
                  <a:close/>
                  <a:moveTo>
                    <a:pt x="1972852" y="74581"/>
                  </a:moveTo>
                  <a:lnTo>
                    <a:pt x="2047341" y="130350"/>
                  </a:lnTo>
                  <a:lnTo>
                    <a:pt x="2004429" y="117978"/>
                  </a:lnTo>
                  <a:close/>
                  <a:moveTo>
                    <a:pt x="1938629" y="58047"/>
                  </a:moveTo>
                  <a:lnTo>
                    <a:pt x="1972852" y="74581"/>
                  </a:lnTo>
                  <a:lnTo>
                    <a:pt x="1903007" y="1743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89" name="Candidate_density__2108">
              <a:extLst>
                <a:ext uri="{FF2B5EF4-FFF2-40B4-BE49-F238E27FC236}">
                  <a16:creationId xmlns:a16="http://schemas.microsoft.com/office/drawing/2014/main" id="{7073A1EA-F445-36AF-D328-DC839C891692}"/>
                </a:ext>
              </a:extLst>
            </p:cNvPr>
            <p:cNvSpPr>
              <a:spLocks noGrp="1"/>
            </p:cNvSpPr>
            <p:nvPr/>
          </p:nvSpPr>
          <p:spPr>
            <a:xfrm>
              <a:off x="3883139" y="1685356"/>
              <a:ext cx="2387556" cy="2223558"/>
            </a:xfrm>
            <a:custGeom>
              <a:avLst/>
              <a:gdLst/>
              <a:ahLst/>
              <a:cxnLst/>
              <a:rect l="0" t="0" r="0" b="0"/>
              <a:pathLst>
                <a:path w="2387556" h="2223558">
                  <a:moveTo>
                    <a:pt x="767123" y="2202157"/>
                  </a:moveTo>
                  <a:lnTo>
                    <a:pt x="815330" y="2223558"/>
                  </a:lnTo>
                  <a:lnTo>
                    <a:pt x="769891" y="2172435"/>
                  </a:lnTo>
                  <a:close/>
                  <a:moveTo>
                    <a:pt x="769891" y="2172435"/>
                  </a:moveTo>
                  <a:lnTo>
                    <a:pt x="834855" y="2136667"/>
                  </a:lnTo>
                  <a:lnTo>
                    <a:pt x="783683" y="2188694"/>
                  </a:lnTo>
                  <a:close/>
                  <a:moveTo>
                    <a:pt x="0" y="1208418"/>
                  </a:moveTo>
                  <a:lnTo>
                    <a:pt x="44322" y="1125031"/>
                  </a:lnTo>
                  <a:lnTo>
                    <a:pt x="58699" y="1087767"/>
                  </a:lnTo>
                  <a:close/>
                  <a:moveTo>
                    <a:pt x="87408" y="1005551"/>
                  </a:moveTo>
                  <a:lnTo>
                    <a:pt x="134640" y="912011"/>
                  </a:lnTo>
                  <a:lnTo>
                    <a:pt x="142511" y="884900"/>
                  </a:lnTo>
                  <a:close/>
                  <a:moveTo>
                    <a:pt x="593882" y="1210869"/>
                  </a:moveTo>
                  <a:lnTo>
                    <a:pt x="617485" y="1257539"/>
                  </a:lnTo>
                  <a:lnTo>
                    <a:pt x="619788" y="1244273"/>
                  </a:lnTo>
                  <a:close/>
                  <a:moveTo>
                    <a:pt x="593882" y="1210869"/>
                  </a:moveTo>
                  <a:lnTo>
                    <a:pt x="619788" y="1244273"/>
                  </a:lnTo>
                  <a:lnTo>
                    <a:pt x="660905" y="1182802"/>
                  </a:lnTo>
                  <a:close/>
                  <a:moveTo>
                    <a:pt x="1054278" y="949375"/>
                  </a:moveTo>
                  <a:lnTo>
                    <a:pt x="1025202" y="939363"/>
                  </a:lnTo>
                  <a:lnTo>
                    <a:pt x="1009677" y="941766"/>
                  </a:lnTo>
                  <a:close/>
                  <a:moveTo>
                    <a:pt x="1870807" y="1349975"/>
                  </a:moveTo>
                  <a:lnTo>
                    <a:pt x="1886304" y="1317345"/>
                  </a:lnTo>
                  <a:lnTo>
                    <a:pt x="1878706" y="1303827"/>
                  </a:lnTo>
                  <a:close/>
                  <a:moveTo>
                    <a:pt x="1593743" y="934848"/>
                  </a:moveTo>
                  <a:lnTo>
                    <a:pt x="1616626" y="895248"/>
                  </a:lnTo>
                  <a:lnTo>
                    <a:pt x="1663616" y="917434"/>
                  </a:lnTo>
                  <a:close/>
                  <a:moveTo>
                    <a:pt x="2061229" y="1176531"/>
                  </a:moveTo>
                  <a:lnTo>
                    <a:pt x="1976616" y="1251719"/>
                  </a:lnTo>
                  <a:lnTo>
                    <a:pt x="2047392" y="1237680"/>
                  </a:lnTo>
                  <a:close/>
                  <a:moveTo>
                    <a:pt x="1856093" y="864558"/>
                  </a:moveTo>
                  <a:lnTo>
                    <a:pt x="1803870" y="884506"/>
                  </a:lnTo>
                  <a:lnTo>
                    <a:pt x="1924678" y="842328"/>
                  </a:lnTo>
                  <a:close/>
                  <a:moveTo>
                    <a:pt x="2326877" y="714086"/>
                  </a:moveTo>
                  <a:lnTo>
                    <a:pt x="2374214" y="675650"/>
                  </a:lnTo>
                  <a:lnTo>
                    <a:pt x="2343296" y="710689"/>
                  </a:lnTo>
                  <a:close/>
                  <a:moveTo>
                    <a:pt x="1827094" y="17930"/>
                  </a:moveTo>
                  <a:lnTo>
                    <a:pt x="1757536" y="40546"/>
                  </a:lnTo>
                  <a:lnTo>
                    <a:pt x="1855091" y="0"/>
                  </a:lnTo>
                  <a:close/>
                  <a:moveTo>
                    <a:pt x="2374214" y="675650"/>
                  </a:moveTo>
                  <a:lnTo>
                    <a:pt x="2387556" y="597512"/>
                  </a:lnTo>
                  <a:lnTo>
                    <a:pt x="2371095" y="645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90" name="Candidate_density__2109">
              <a:extLst>
                <a:ext uri="{FF2B5EF4-FFF2-40B4-BE49-F238E27FC236}">
                  <a16:creationId xmlns:a16="http://schemas.microsoft.com/office/drawing/2014/main" id="{508D3A2C-F757-E661-D7CB-5A62B2E00A11}"/>
                </a:ext>
              </a:extLst>
            </p:cNvPr>
            <p:cNvSpPr>
              <a:spLocks noGrp="1"/>
            </p:cNvSpPr>
            <p:nvPr/>
          </p:nvSpPr>
          <p:spPr>
            <a:xfrm>
              <a:off x="3978895" y="1506742"/>
              <a:ext cx="1942757" cy="2303317"/>
            </a:xfrm>
            <a:custGeom>
              <a:avLst/>
              <a:gdLst/>
              <a:ahLst/>
              <a:cxnLst/>
              <a:rect l="0" t="0" r="0" b="0"/>
              <a:pathLst>
                <a:path w="1942757" h="2303317">
                  <a:moveTo>
                    <a:pt x="627322" y="2291399"/>
                  </a:moveTo>
                  <a:lnTo>
                    <a:pt x="573903" y="2209184"/>
                  </a:lnTo>
                  <a:lnTo>
                    <a:pt x="568989" y="2303317"/>
                  </a:lnTo>
                  <a:close/>
                  <a:moveTo>
                    <a:pt x="0" y="1387033"/>
                  </a:moveTo>
                  <a:lnTo>
                    <a:pt x="67953" y="1467361"/>
                  </a:lnTo>
                  <a:lnTo>
                    <a:pt x="65265" y="1369454"/>
                  </a:lnTo>
                  <a:close/>
                  <a:moveTo>
                    <a:pt x="0" y="1387033"/>
                  </a:moveTo>
                  <a:lnTo>
                    <a:pt x="60702" y="1469248"/>
                  </a:lnTo>
                  <a:lnTo>
                    <a:pt x="67953" y="1467361"/>
                  </a:lnTo>
                  <a:close/>
                  <a:moveTo>
                    <a:pt x="135583" y="1348596"/>
                  </a:moveTo>
                  <a:lnTo>
                    <a:pt x="90387" y="1266381"/>
                  </a:lnTo>
                  <a:lnTo>
                    <a:pt x="65265" y="1369454"/>
                  </a:lnTo>
                  <a:close/>
                  <a:moveTo>
                    <a:pt x="135583" y="1348596"/>
                  </a:moveTo>
                  <a:lnTo>
                    <a:pt x="172506" y="1227945"/>
                  </a:lnTo>
                  <a:lnTo>
                    <a:pt x="90387" y="1266381"/>
                  </a:lnTo>
                  <a:close/>
                  <a:moveTo>
                    <a:pt x="610897" y="1682799"/>
                  </a:moveTo>
                  <a:lnTo>
                    <a:pt x="651217" y="1619759"/>
                  </a:lnTo>
                  <a:lnTo>
                    <a:pt x="578090" y="1695366"/>
                  </a:lnTo>
                  <a:close/>
                  <a:moveTo>
                    <a:pt x="472850" y="919595"/>
                  </a:moveTo>
                  <a:lnTo>
                    <a:pt x="550630" y="916953"/>
                  </a:lnTo>
                  <a:lnTo>
                    <a:pt x="493934" y="879953"/>
                  </a:lnTo>
                  <a:close/>
                  <a:moveTo>
                    <a:pt x="493934" y="879953"/>
                  </a:moveTo>
                  <a:lnTo>
                    <a:pt x="550630" y="916953"/>
                  </a:lnTo>
                  <a:lnTo>
                    <a:pt x="503086" y="865990"/>
                  </a:lnTo>
                  <a:close/>
                  <a:moveTo>
                    <a:pt x="503086" y="865990"/>
                  </a:moveTo>
                  <a:lnTo>
                    <a:pt x="550630" y="916953"/>
                  </a:lnTo>
                  <a:lnTo>
                    <a:pt x="581618" y="909769"/>
                  </a:lnTo>
                  <a:close/>
                  <a:moveTo>
                    <a:pt x="503086" y="865990"/>
                  </a:moveTo>
                  <a:lnTo>
                    <a:pt x="581618" y="909769"/>
                  </a:lnTo>
                  <a:lnTo>
                    <a:pt x="574615" y="827554"/>
                  </a:lnTo>
                  <a:close/>
                  <a:moveTo>
                    <a:pt x="606758" y="991984"/>
                  </a:moveTo>
                  <a:lnTo>
                    <a:pt x="672600" y="1054097"/>
                  </a:lnTo>
                  <a:lnTo>
                    <a:pt x="682621" y="970330"/>
                  </a:lnTo>
                  <a:close/>
                  <a:moveTo>
                    <a:pt x="581618" y="909769"/>
                  </a:moveTo>
                  <a:lnTo>
                    <a:pt x="682621" y="970330"/>
                  </a:lnTo>
                  <a:lnTo>
                    <a:pt x="659923" y="888692"/>
                  </a:lnTo>
                  <a:close/>
                  <a:moveTo>
                    <a:pt x="581618" y="909769"/>
                  </a:moveTo>
                  <a:lnTo>
                    <a:pt x="606758" y="991984"/>
                  </a:lnTo>
                  <a:lnTo>
                    <a:pt x="682621" y="970330"/>
                  </a:lnTo>
                  <a:close/>
                  <a:moveTo>
                    <a:pt x="682621" y="970330"/>
                  </a:moveTo>
                  <a:lnTo>
                    <a:pt x="713629" y="953547"/>
                  </a:lnTo>
                  <a:lnTo>
                    <a:pt x="755861" y="871537"/>
                  </a:lnTo>
                  <a:close/>
                  <a:moveTo>
                    <a:pt x="574615" y="827554"/>
                  </a:moveTo>
                  <a:lnTo>
                    <a:pt x="581618" y="909769"/>
                  </a:lnTo>
                  <a:lnTo>
                    <a:pt x="659923" y="888692"/>
                  </a:lnTo>
                  <a:close/>
                  <a:moveTo>
                    <a:pt x="522225" y="745338"/>
                  </a:moveTo>
                  <a:lnTo>
                    <a:pt x="574615" y="827554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22225" y="745338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88226" y="706902"/>
                  </a:lnTo>
                  <a:lnTo>
                    <a:pt x="579744" y="624687"/>
                  </a:lnTo>
                  <a:close/>
                  <a:moveTo>
                    <a:pt x="1804169" y="2104559"/>
                  </a:moveTo>
                  <a:lnTo>
                    <a:pt x="1859674" y="2081211"/>
                  </a:lnTo>
                  <a:lnTo>
                    <a:pt x="1819336" y="2061114"/>
                  </a:lnTo>
                  <a:close/>
                  <a:moveTo>
                    <a:pt x="665571" y="668465"/>
                  </a:moveTo>
                  <a:lnTo>
                    <a:pt x="588226" y="706902"/>
                  </a:lnTo>
                  <a:lnTo>
                    <a:pt x="656315" y="778006"/>
                  </a:lnTo>
                  <a:close/>
                  <a:moveTo>
                    <a:pt x="579744" y="624687"/>
                  </a:moveTo>
                  <a:lnTo>
                    <a:pt x="669702" y="612858"/>
                  </a:lnTo>
                  <a:lnTo>
                    <a:pt x="652942" y="594091"/>
                  </a:lnTo>
                  <a:close/>
                  <a:moveTo>
                    <a:pt x="665571" y="668465"/>
                  </a:moveTo>
                  <a:lnTo>
                    <a:pt x="669702" y="612858"/>
                  </a:lnTo>
                  <a:lnTo>
                    <a:pt x="579744" y="624687"/>
                  </a:lnTo>
                  <a:close/>
                  <a:moveTo>
                    <a:pt x="588226" y="706902"/>
                  </a:moveTo>
                  <a:lnTo>
                    <a:pt x="665571" y="668465"/>
                  </a:lnTo>
                  <a:lnTo>
                    <a:pt x="579744" y="624687"/>
                  </a:lnTo>
                  <a:close/>
                  <a:moveTo>
                    <a:pt x="604201" y="583161"/>
                  </a:moveTo>
                  <a:lnTo>
                    <a:pt x="579744" y="624687"/>
                  </a:lnTo>
                  <a:lnTo>
                    <a:pt x="652942" y="594091"/>
                  </a:lnTo>
                  <a:close/>
                  <a:moveTo>
                    <a:pt x="724242" y="538115"/>
                  </a:moveTo>
                  <a:lnTo>
                    <a:pt x="652942" y="594091"/>
                  </a:lnTo>
                  <a:lnTo>
                    <a:pt x="685747" y="586250"/>
                  </a:lnTo>
                  <a:close/>
                  <a:moveTo>
                    <a:pt x="604201" y="583161"/>
                  </a:moveTo>
                  <a:lnTo>
                    <a:pt x="652942" y="594091"/>
                  </a:lnTo>
                  <a:lnTo>
                    <a:pt x="724242" y="538115"/>
                  </a:lnTo>
                  <a:close/>
                  <a:moveTo>
                    <a:pt x="652942" y="594091"/>
                  </a:moveTo>
                  <a:lnTo>
                    <a:pt x="669702" y="612858"/>
                  </a:lnTo>
                  <a:lnTo>
                    <a:pt x="685747" y="586250"/>
                  </a:lnTo>
                  <a:close/>
                  <a:moveTo>
                    <a:pt x="781267" y="550357"/>
                  </a:moveTo>
                  <a:lnTo>
                    <a:pt x="685747" y="586250"/>
                  </a:lnTo>
                  <a:lnTo>
                    <a:pt x="785096" y="550436"/>
                  </a:lnTo>
                  <a:close/>
                  <a:moveTo>
                    <a:pt x="685747" y="586250"/>
                  </a:moveTo>
                  <a:lnTo>
                    <a:pt x="669702" y="612858"/>
                  </a:lnTo>
                  <a:lnTo>
                    <a:pt x="785096" y="550436"/>
                  </a:lnTo>
                  <a:close/>
                  <a:moveTo>
                    <a:pt x="724242" y="538115"/>
                  </a:moveTo>
                  <a:lnTo>
                    <a:pt x="685747" y="586250"/>
                  </a:lnTo>
                  <a:lnTo>
                    <a:pt x="781267" y="550357"/>
                  </a:lnTo>
                  <a:close/>
                  <a:moveTo>
                    <a:pt x="724242" y="538115"/>
                  </a:moveTo>
                  <a:lnTo>
                    <a:pt x="781267" y="550357"/>
                  </a:lnTo>
                  <a:lnTo>
                    <a:pt x="736406" y="504036"/>
                  </a:lnTo>
                  <a:close/>
                  <a:moveTo>
                    <a:pt x="736406" y="504036"/>
                  </a:moveTo>
                  <a:lnTo>
                    <a:pt x="781267" y="550357"/>
                  </a:lnTo>
                  <a:lnTo>
                    <a:pt x="786228" y="547814"/>
                  </a:lnTo>
                  <a:close/>
                  <a:moveTo>
                    <a:pt x="736406" y="504036"/>
                  </a:moveTo>
                  <a:lnTo>
                    <a:pt x="786228" y="547814"/>
                  </a:lnTo>
                  <a:lnTo>
                    <a:pt x="803565" y="465599"/>
                  </a:lnTo>
                  <a:close/>
                  <a:moveTo>
                    <a:pt x="781267" y="550357"/>
                  </a:moveTo>
                  <a:lnTo>
                    <a:pt x="785096" y="550436"/>
                  </a:lnTo>
                  <a:lnTo>
                    <a:pt x="786228" y="547814"/>
                  </a:lnTo>
                  <a:close/>
                  <a:moveTo>
                    <a:pt x="1636007" y="1331529"/>
                  </a:moveTo>
                  <a:lnTo>
                    <a:pt x="1639736" y="1338094"/>
                  </a:lnTo>
                  <a:lnTo>
                    <a:pt x="1590350" y="1395341"/>
                  </a:lnTo>
                  <a:close/>
                  <a:moveTo>
                    <a:pt x="803565" y="465599"/>
                  </a:moveTo>
                  <a:lnTo>
                    <a:pt x="905664" y="507362"/>
                  </a:lnTo>
                  <a:lnTo>
                    <a:pt x="859786" y="447022"/>
                  </a:lnTo>
                  <a:close/>
                  <a:moveTo>
                    <a:pt x="904902" y="509378"/>
                  </a:moveTo>
                  <a:lnTo>
                    <a:pt x="905664" y="507362"/>
                  </a:lnTo>
                  <a:lnTo>
                    <a:pt x="803565" y="465599"/>
                  </a:lnTo>
                  <a:close/>
                  <a:moveTo>
                    <a:pt x="786228" y="547814"/>
                  </a:moveTo>
                  <a:lnTo>
                    <a:pt x="904902" y="509378"/>
                  </a:lnTo>
                  <a:lnTo>
                    <a:pt x="803565" y="465599"/>
                  </a:lnTo>
                  <a:close/>
                  <a:moveTo>
                    <a:pt x="828333" y="433433"/>
                  </a:moveTo>
                  <a:lnTo>
                    <a:pt x="803565" y="465599"/>
                  </a:lnTo>
                  <a:lnTo>
                    <a:pt x="859786" y="447022"/>
                  </a:lnTo>
                  <a:close/>
                  <a:moveTo>
                    <a:pt x="859786" y="447022"/>
                  </a:moveTo>
                  <a:lnTo>
                    <a:pt x="905664" y="507362"/>
                  </a:lnTo>
                  <a:lnTo>
                    <a:pt x="968130" y="462251"/>
                  </a:lnTo>
                  <a:close/>
                  <a:moveTo>
                    <a:pt x="1651894" y="1328211"/>
                  </a:moveTo>
                  <a:lnTo>
                    <a:pt x="1636007" y="1331529"/>
                  </a:lnTo>
                  <a:lnTo>
                    <a:pt x="1600411" y="1409566"/>
                  </a:lnTo>
                  <a:close/>
                  <a:moveTo>
                    <a:pt x="1703366" y="1386457"/>
                  </a:moveTo>
                  <a:lnTo>
                    <a:pt x="1771060" y="1298469"/>
                  </a:lnTo>
                  <a:lnTo>
                    <a:pt x="1766702" y="1295466"/>
                  </a:lnTo>
                  <a:close/>
                  <a:moveTo>
                    <a:pt x="1703366" y="1386457"/>
                  </a:moveTo>
                  <a:lnTo>
                    <a:pt x="1766702" y="1295466"/>
                  </a:lnTo>
                  <a:lnTo>
                    <a:pt x="1651894" y="1328211"/>
                  </a:lnTo>
                  <a:close/>
                  <a:moveTo>
                    <a:pt x="1836614" y="1264907"/>
                  </a:moveTo>
                  <a:lnTo>
                    <a:pt x="1766702" y="1295466"/>
                  </a:lnTo>
                  <a:lnTo>
                    <a:pt x="1779028" y="1293092"/>
                  </a:lnTo>
                  <a:close/>
                  <a:moveTo>
                    <a:pt x="1766702" y="1295466"/>
                  </a:moveTo>
                  <a:lnTo>
                    <a:pt x="1771060" y="1298469"/>
                  </a:lnTo>
                  <a:lnTo>
                    <a:pt x="1779028" y="1293092"/>
                  </a:lnTo>
                  <a:close/>
                  <a:moveTo>
                    <a:pt x="1522280" y="1140840"/>
                  </a:moveTo>
                  <a:lnTo>
                    <a:pt x="1539843" y="1158530"/>
                  </a:lnTo>
                  <a:lnTo>
                    <a:pt x="1586570" y="1102549"/>
                  </a:lnTo>
                  <a:close/>
                  <a:moveTo>
                    <a:pt x="906820" y="508877"/>
                  </a:moveTo>
                  <a:lnTo>
                    <a:pt x="968130" y="462251"/>
                  </a:lnTo>
                  <a:lnTo>
                    <a:pt x="905664" y="507362"/>
                  </a:lnTo>
                  <a:close/>
                  <a:moveTo>
                    <a:pt x="1818551" y="1353406"/>
                  </a:moveTo>
                  <a:lnTo>
                    <a:pt x="1779028" y="1293092"/>
                  </a:lnTo>
                  <a:lnTo>
                    <a:pt x="1771060" y="1298469"/>
                  </a:lnTo>
                  <a:close/>
                  <a:moveTo>
                    <a:pt x="1863682" y="1277215"/>
                  </a:moveTo>
                  <a:lnTo>
                    <a:pt x="1779028" y="1293092"/>
                  </a:lnTo>
                  <a:lnTo>
                    <a:pt x="1818551" y="1353406"/>
                  </a:lnTo>
                  <a:close/>
                  <a:moveTo>
                    <a:pt x="1836614" y="1264907"/>
                  </a:moveTo>
                  <a:lnTo>
                    <a:pt x="1779028" y="1293092"/>
                  </a:lnTo>
                  <a:lnTo>
                    <a:pt x="1863682" y="1277215"/>
                  </a:lnTo>
                  <a:close/>
                  <a:moveTo>
                    <a:pt x="1666831" y="815606"/>
                  </a:moveTo>
                  <a:lnTo>
                    <a:pt x="1728528" y="805144"/>
                  </a:lnTo>
                  <a:lnTo>
                    <a:pt x="1743686" y="765715"/>
                  </a:lnTo>
                  <a:close/>
                  <a:moveTo>
                    <a:pt x="1842413" y="794045"/>
                  </a:moveTo>
                  <a:lnTo>
                    <a:pt x="1767881" y="794047"/>
                  </a:lnTo>
                  <a:lnTo>
                    <a:pt x="1876255" y="866624"/>
                  </a:lnTo>
                  <a:close/>
                  <a:moveTo>
                    <a:pt x="1876255" y="866624"/>
                  </a:moveTo>
                  <a:lnTo>
                    <a:pt x="1942757" y="773059"/>
                  </a:lnTo>
                  <a:lnTo>
                    <a:pt x="1842413" y="794045"/>
                  </a:lnTo>
                  <a:close/>
                  <a:moveTo>
                    <a:pt x="1728528" y="805144"/>
                  </a:moveTo>
                  <a:lnTo>
                    <a:pt x="1767881" y="794047"/>
                  </a:lnTo>
                  <a:lnTo>
                    <a:pt x="1743686" y="765715"/>
                  </a:lnTo>
                  <a:close/>
                  <a:moveTo>
                    <a:pt x="1820040" y="772533"/>
                  </a:moveTo>
                  <a:lnTo>
                    <a:pt x="1767881" y="794047"/>
                  </a:lnTo>
                  <a:lnTo>
                    <a:pt x="1842413" y="794045"/>
                  </a:lnTo>
                  <a:close/>
                  <a:moveTo>
                    <a:pt x="1743686" y="765715"/>
                  </a:moveTo>
                  <a:lnTo>
                    <a:pt x="1767881" y="794047"/>
                  </a:lnTo>
                  <a:lnTo>
                    <a:pt x="1820040" y="772533"/>
                  </a:lnTo>
                  <a:close/>
                  <a:moveTo>
                    <a:pt x="1390224" y="218652"/>
                  </a:moveTo>
                  <a:lnTo>
                    <a:pt x="1384824" y="259966"/>
                  </a:lnTo>
                  <a:lnTo>
                    <a:pt x="1453961" y="191201"/>
                  </a:lnTo>
                  <a:close/>
                  <a:moveTo>
                    <a:pt x="1715006" y="443282"/>
                  </a:moveTo>
                  <a:lnTo>
                    <a:pt x="1775161" y="452992"/>
                  </a:lnTo>
                  <a:lnTo>
                    <a:pt x="1719904" y="437846"/>
                  </a:lnTo>
                  <a:close/>
                  <a:moveTo>
                    <a:pt x="1775161" y="452992"/>
                  </a:moveTo>
                  <a:lnTo>
                    <a:pt x="1792351" y="399410"/>
                  </a:lnTo>
                  <a:lnTo>
                    <a:pt x="1719904" y="437846"/>
                  </a:lnTo>
                  <a:close/>
                  <a:moveTo>
                    <a:pt x="1529179" y="166277"/>
                  </a:moveTo>
                  <a:lnTo>
                    <a:pt x="1519666" y="270255"/>
                  </a:lnTo>
                  <a:lnTo>
                    <a:pt x="1565817" y="152765"/>
                  </a:lnTo>
                  <a:close/>
                  <a:moveTo>
                    <a:pt x="1453961" y="191201"/>
                  </a:moveTo>
                  <a:lnTo>
                    <a:pt x="1519666" y="270255"/>
                  </a:lnTo>
                  <a:lnTo>
                    <a:pt x="1529179" y="166277"/>
                  </a:lnTo>
                  <a:close/>
                  <a:moveTo>
                    <a:pt x="1433649" y="108986"/>
                  </a:moveTo>
                  <a:lnTo>
                    <a:pt x="1529179" y="166277"/>
                  </a:lnTo>
                  <a:lnTo>
                    <a:pt x="1505953" y="85068"/>
                  </a:lnTo>
                  <a:close/>
                  <a:moveTo>
                    <a:pt x="1433649" y="108986"/>
                  </a:moveTo>
                  <a:lnTo>
                    <a:pt x="1453961" y="191201"/>
                  </a:lnTo>
                  <a:lnTo>
                    <a:pt x="1529179" y="166277"/>
                  </a:lnTo>
                  <a:close/>
                  <a:moveTo>
                    <a:pt x="1565817" y="152765"/>
                  </a:moveTo>
                  <a:lnTo>
                    <a:pt x="1548278" y="70549"/>
                  </a:lnTo>
                  <a:lnTo>
                    <a:pt x="1529179" y="166277"/>
                  </a:lnTo>
                  <a:close/>
                  <a:moveTo>
                    <a:pt x="1548278" y="70549"/>
                  </a:moveTo>
                  <a:lnTo>
                    <a:pt x="1505953" y="85068"/>
                  </a:lnTo>
                  <a:lnTo>
                    <a:pt x="1529179" y="166277"/>
                  </a:lnTo>
                  <a:close/>
                  <a:moveTo>
                    <a:pt x="1775161" y="452992"/>
                  </a:moveTo>
                  <a:lnTo>
                    <a:pt x="1810949" y="458757"/>
                  </a:lnTo>
                  <a:lnTo>
                    <a:pt x="1792351" y="399410"/>
                  </a:lnTo>
                  <a:close/>
                  <a:moveTo>
                    <a:pt x="1792351" y="399410"/>
                  </a:moveTo>
                  <a:lnTo>
                    <a:pt x="1852403" y="443189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792351" y="399410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817159" y="331359"/>
                  </a:lnTo>
                  <a:lnTo>
                    <a:pt x="1792351" y="399410"/>
                  </a:lnTo>
                  <a:close/>
                  <a:moveTo>
                    <a:pt x="1876511" y="338060"/>
                  </a:moveTo>
                  <a:lnTo>
                    <a:pt x="1910037" y="278758"/>
                  </a:lnTo>
                  <a:lnTo>
                    <a:pt x="1823624" y="317195"/>
                  </a:lnTo>
                  <a:close/>
                  <a:moveTo>
                    <a:pt x="1548278" y="70549"/>
                  </a:moveTo>
                  <a:lnTo>
                    <a:pt x="1662713" y="96023"/>
                  </a:lnTo>
                  <a:lnTo>
                    <a:pt x="1634493" y="41159"/>
                  </a:lnTo>
                  <a:close/>
                  <a:moveTo>
                    <a:pt x="1655227" y="114329"/>
                  </a:moveTo>
                  <a:lnTo>
                    <a:pt x="1662713" y="96023"/>
                  </a:lnTo>
                  <a:lnTo>
                    <a:pt x="1548278" y="70549"/>
                  </a:lnTo>
                  <a:close/>
                  <a:moveTo>
                    <a:pt x="1565817" y="152765"/>
                  </a:moveTo>
                  <a:lnTo>
                    <a:pt x="1655227" y="114329"/>
                  </a:lnTo>
                  <a:lnTo>
                    <a:pt x="1548278" y="70549"/>
                  </a:lnTo>
                  <a:close/>
                  <a:moveTo>
                    <a:pt x="1711561" y="0"/>
                  </a:moveTo>
                  <a:lnTo>
                    <a:pt x="1634493" y="41159"/>
                  </a:lnTo>
                  <a:lnTo>
                    <a:pt x="1672543" y="32113"/>
                  </a:lnTo>
                  <a:close/>
                  <a:moveTo>
                    <a:pt x="1634493" y="41159"/>
                  </a:moveTo>
                  <a:lnTo>
                    <a:pt x="1662713" y="96023"/>
                  </a:lnTo>
                  <a:lnTo>
                    <a:pt x="1672543" y="32113"/>
                  </a:lnTo>
                  <a:close/>
                  <a:moveTo>
                    <a:pt x="1662713" y="96023"/>
                  </a:moveTo>
                  <a:lnTo>
                    <a:pt x="1655227" y="114329"/>
                  </a:lnTo>
                  <a:lnTo>
                    <a:pt x="1686718" y="98792"/>
                  </a:lnTo>
                  <a:close/>
                  <a:moveTo>
                    <a:pt x="1742381" y="14040"/>
                  </a:moveTo>
                  <a:lnTo>
                    <a:pt x="1672543" y="32113"/>
                  </a:lnTo>
                  <a:lnTo>
                    <a:pt x="1785952" y="62934"/>
                  </a:lnTo>
                  <a:close/>
                  <a:moveTo>
                    <a:pt x="1672543" y="32113"/>
                  </a:moveTo>
                  <a:lnTo>
                    <a:pt x="1662713" y="96023"/>
                  </a:lnTo>
                  <a:lnTo>
                    <a:pt x="1785952" y="62934"/>
                  </a:lnTo>
                  <a:close/>
                  <a:moveTo>
                    <a:pt x="1785952" y="62934"/>
                  </a:moveTo>
                  <a:lnTo>
                    <a:pt x="1662713" y="96023"/>
                  </a:lnTo>
                  <a:lnTo>
                    <a:pt x="1754470" y="75891"/>
                  </a:lnTo>
                  <a:close/>
                  <a:moveTo>
                    <a:pt x="1711561" y="0"/>
                  </a:moveTo>
                  <a:lnTo>
                    <a:pt x="1672543" y="32113"/>
                  </a:lnTo>
                  <a:lnTo>
                    <a:pt x="1742381" y="14040"/>
                  </a:lnTo>
                  <a:close/>
                  <a:moveTo>
                    <a:pt x="1742381" y="14040"/>
                  </a:moveTo>
                  <a:lnTo>
                    <a:pt x="1785952" y="62934"/>
                  </a:lnTo>
                  <a:lnTo>
                    <a:pt x="1848664" y="1874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91" name="Candidate_density__2110">
              <a:extLst>
                <a:ext uri="{FF2B5EF4-FFF2-40B4-BE49-F238E27FC236}">
                  <a16:creationId xmlns:a16="http://schemas.microsoft.com/office/drawing/2014/main" id="{1357C793-8F4E-C654-8940-FFEBD4672A2C}"/>
                </a:ext>
              </a:extLst>
            </p:cNvPr>
            <p:cNvSpPr>
              <a:spLocks noGrp="1"/>
            </p:cNvSpPr>
            <p:nvPr/>
          </p:nvSpPr>
          <p:spPr>
            <a:xfrm>
              <a:off x="3737049" y="1508053"/>
              <a:ext cx="2331823" cy="3066072"/>
            </a:xfrm>
            <a:custGeom>
              <a:avLst/>
              <a:gdLst/>
              <a:ahLst/>
              <a:cxnLst/>
              <a:rect l="0" t="0" r="0" b="0"/>
              <a:pathLst>
                <a:path w="2331823" h="3066072">
                  <a:moveTo>
                    <a:pt x="815750" y="2207873"/>
                  </a:moveTo>
                  <a:lnTo>
                    <a:pt x="797981" y="2212366"/>
                  </a:lnTo>
                  <a:lnTo>
                    <a:pt x="810836" y="2302007"/>
                  </a:lnTo>
                  <a:close/>
                  <a:moveTo>
                    <a:pt x="797981" y="2212366"/>
                  </a:moveTo>
                  <a:lnTo>
                    <a:pt x="815750" y="2207873"/>
                  </a:lnTo>
                  <a:lnTo>
                    <a:pt x="797573" y="2185689"/>
                  </a:lnTo>
                  <a:close/>
                  <a:moveTo>
                    <a:pt x="302549" y="1467938"/>
                  </a:moveTo>
                  <a:lnTo>
                    <a:pt x="187504" y="1506374"/>
                  </a:lnTo>
                  <a:lnTo>
                    <a:pt x="313844" y="1550152"/>
                  </a:lnTo>
                  <a:close/>
                  <a:moveTo>
                    <a:pt x="241847" y="1385722"/>
                  </a:moveTo>
                  <a:lnTo>
                    <a:pt x="187504" y="1506374"/>
                  </a:lnTo>
                  <a:lnTo>
                    <a:pt x="302549" y="1467938"/>
                  </a:lnTo>
                  <a:close/>
                  <a:moveTo>
                    <a:pt x="759761" y="2043253"/>
                  </a:moveTo>
                  <a:lnTo>
                    <a:pt x="764529" y="1922791"/>
                  </a:lnTo>
                  <a:lnTo>
                    <a:pt x="699395" y="1931646"/>
                  </a:lnTo>
                  <a:close/>
                  <a:moveTo>
                    <a:pt x="644412" y="1876254"/>
                  </a:moveTo>
                  <a:lnTo>
                    <a:pt x="635177" y="1879013"/>
                  </a:lnTo>
                  <a:lnTo>
                    <a:pt x="699395" y="1931646"/>
                  </a:lnTo>
                  <a:close/>
                  <a:moveTo>
                    <a:pt x="721988" y="1840576"/>
                  </a:moveTo>
                  <a:lnTo>
                    <a:pt x="644412" y="1876254"/>
                  </a:lnTo>
                  <a:lnTo>
                    <a:pt x="699395" y="1931646"/>
                  </a:lnTo>
                  <a:close/>
                  <a:moveTo>
                    <a:pt x="640149" y="1875763"/>
                  </a:moveTo>
                  <a:lnTo>
                    <a:pt x="635177" y="1879013"/>
                  </a:lnTo>
                  <a:lnTo>
                    <a:pt x="644412" y="1876254"/>
                  </a:lnTo>
                  <a:close/>
                  <a:moveTo>
                    <a:pt x="724331" y="1758361"/>
                  </a:moveTo>
                  <a:lnTo>
                    <a:pt x="644412" y="1876254"/>
                  </a:lnTo>
                  <a:lnTo>
                    <a:pt x="721988" y="1840576"/>
                  </a:lnTo>
                  <a:close/>
                  <a:moveTo>
                    <a:pt x="302549" y="1467938"/>
                  </a:moveTo>
                  <a:lnTo>
                    <a:pt x="371204" y="1490991"/>
                  </a:lnTo>
                  <a:lnTo>
                    <a:pt x="309799" y="1466051"/>
                  </a:lnTo>
                  <a:close/>
                  <a:moveTo>
                    <a:pt x="359051" y="1511716"/>
                  </a:moveTo>
                  <a:lnTo>
                    <a:pt x="371204" y="1490991"/>
                  </a:lnTo>
                  <a:lnTo>
                    <a:pt x="302549" y="1467938"/>
                  </a:lnTo>
                  <a:close/>
                  <a:moveTo>
                    <a:pt x="313844" y="1550152"/>
                  </a:moveTo>
                  <a:lnTo>
                    <a:pt x="359051" y="1511716"/>
                  </a:lnTo>
                  <a:lnTo>
                    <a:pt x="302549" y="1467938"/>
                  </a:lnTo>
                  <a:close/>
                  <a:moveTo>
                    <a:pt x="420268" y="1395777"/>
                  </a:moveTo>
                  <a:lnTo>
                    <a:pt x="377429" y="1347285"/>
                  </a:lnTo>
                  <a:lnTo>
                    <a:pt x="406409" y="1448101"/>
                  </a:lnTo>
                  <a:close/>
                  <a:moveTo>
                    <a:pt x="406409" y="1448101"/>
                  </a:moveTo>
                  <a:lnTo>
                    <a:pt x="377429" y="1347285"/>
                  </a:lnTo>
                  <a:lnTo>
                    <a:pt x="307112" y="1368143"/>
                  </a:lnTo>
                  <a:close/>
                  <a:moveTo>
                    <a:pt x="406409" y="1448101"/>
                  </a:moveTo>
                  <a:lnTo>
                    <a:pt x="307112" y="1368143"/>
                  </a:lnTo>
                  <a:lnTo>
                    <a:pt x="309799" y="1466051"/>
                  </a:lnTo>
                  <a:close/>
                  <a:moveTo>
                    <a:pt x="406409" y="1448101"/>
                  </a:moveTo>
                  <a:lnTo>
                    <a:pt x="309799" y="1466051"/>
                  </a:lnTo>
                  <a:lnTo>
                    <a:pt x="434590" y="1449323"/>
                  </a:lnTo>
                  <a:close/>
                  <a:moveTo>
                    <a:pt x="309799" y="1466051"/>
                  </a:moveTo>
                  <a:lnTo>
                    <a:pt x="371204" y="1490991"/>
                  </a:lnTo>
                  <a:lnTo>
                    <a:pt x="434590" y="1449323"/>
                  </a:lnTo>
                  <a:close/>
                  <a:moveTo>
                    <a:pt x="883" y="1139077"/>
                  </a:moveTo>
                  <a:lnTo>
                    <a:pt x="0" y="1154298"/>
                  </a:lnTo>
                  <a:lnTo>
                    <a:pt x="9105" y="1128366"/>
                  </a:lnTo>
                  <a:close/>
                  <a:moveTo>
                    <a:pt x="413022" y="1432143"/>
                  </a:moveTo>
                  <a:lnTo>
                    <a:pt x="457019" y="1406956"/>
                  </a:lnTo>
                  <a:lnTo>
                    <a:pt x="434590" y="1449323"/>
                  </a:lnTo>
                  <a:close/>
                  <a:moveTo>
                    <a:pt x="364361" y="1321600"/>
                  </a:moveTo>
                  <a:lnTo>
                    <a:pt x="457019" y="1406956"/>
                  </a:lnTo>
                  <a:lnTo>
                    <a:pt x="461064" y="1391065"/>
                  </a:lnTo>
                  <a:close/>
                  <a:moveTo>
                    <a:pt x="377429" y="1347285"/>
                  </a:moveTo>
                  <a:lnTo>
                    <a:pt x="457019" y="1406956"/>
                  </a:lnTo>
                  <a:lnTo>
                    <a:pt x="364361" y="1321600"/>
                  </a:lnTo>
                  <a:close/>
                  <a:moveTo>
                    <a:pt x="420268" y="1395777"/>
                  </a:moveTo>
                  <a:lnTo>
                    <a:pt x="457019" y="1406956"/>
                  </a:lnTo>
                  <a:lnTo>
                    <a:pt x="377429" y="1347285"/>
                  </a:lnTo>
                  <a:close/>
                  <a:moveTo>
                    <a:pt x="377429" y="1347285"/>
                  </a:moveTo>
                  <a:lnTo>
                    <a:pt x="373494" y="1284353"/>
                  </a:lnTo>
                  <a:lnTo>
                    <a:pt x="414352" y="1226634"/>
                  </a:lnTo>
                  <a:close/>
                  <a:moveTo>
                    <a:pt x="314754" y="1182855"/>
                  </a:moveTo>
                  <a:lnTo>
                    <a:pt x="414352" y="1226634"/>
                  </a:lnTo>
                  <a:lnTo>
                    <a:pt x="366489" y="1144419"/>
                  </a:lnTo>
                  <a:close/>
                  <a:moveTo>
                    <a:pt x="819936" y="1694056"/>
                  </a:moveTo>
                  <a:lnTo>
                    <a:pt x="893064" y="1618448"/>
                  </a:lnTo>
                  <a:lnTo>
                    <a:pt x="882023" y="1604080"/>
                  </a:lnTo>
                  <a:close/>
                  <a:moveTo>
                    <a:pt x="819936" y="1694056"/>
                  </a:moveTo>
                  <a:lnTo>
                    <a:pt x="882023" y="1604080"/>
                  </a:lnTo>
                  <a:lnTo>
                    <a:pt x="808541" y="1603228"/>
                  </a:lnTo>
                  <a:close/>
                  <a:moveTo>
                    <a:pt x="716385" y="1617556"/>
                  </a:moveTo>
                  <a:lnTo>
                    <a:pt x="808541" y="1603228"/>
                  </a:lnTo>
                  <a:lnTo>
                    <a:pt x="767194" y="1536750"/>
                  </a:lnTo>
                  <a:close/>
                  <a:moveTo>
                    <a:pt x="808541" y="1603228"/>
                  </a:moveTo>
                  <a:lnTo>
                    <a:pt x="882023" y="1604080"/>
                  </a:lnTo>
                  <a:lnTo>
                    <a:pt x="834843" y="1542345"/>
                  </a:lnTo>
                  <a:close/>
                  <a:moveTo>
                    <a:pt x="808541" y="1603228"/>
                  </a:moveTo>
                  <a:lnTo>
                    <a:pt x="834843" y="1542345"/>
                  </a:lnTo>
                  <a:lnTo>
                    <a:pt x="767194" y="1536750"/>
                  </a:lnTo>
                  <a:close/>
                  <a:moveTo>
                    <a:pt x="882023" y="1604080"/>
                  </a:moveTo>
                  <a:lnTo>
                    <a:pt x="893064" y="1618448"/>
                  </a:lnTo>
                  <a:lnTo>
                    <a:pt x="968356" y="1621293"/>
                  </a:lnTo>
                  <a:close/>
                  <a:moveTo>
                    <a:pt x="366489" y="1144419"/>
                  </a:moveTo>
                  <a:lnTo>
                    <a:pt x="453923" y="1109196"/>
                  </a:lnTo>
                  <a:lnTo>
                    <a:pt x="356247" y="1062204"/>
                  </a:lnTo>
                  <a:close/>
                  <a:moveTo>
                    <a:pt x="1045589" y="1631400"/>
                  </a:moveTo>
                  <a:lnTo>
                    <a:pt x="1035468" y="1643052"/>
                  </a:lnTo>
                  <a:lnTo>
                    <a:pt x="1091430" y="1655112"/>
                  </a:lnTo>
                  <a:close/>
                  <a:moveTo>
                    <a:pt x="2286213" y="3040708"/>
                  </a:moveTo>
                  <a:lnTo>
                    <a:pt x="2306708" y="3066072"/>
                  </a:lnTo>
                  <a:lnTo>
                    <a:pt x="2305925" y="3035829"/>
                  </a:lnTo>
                  <a:close/>
                  <a:moveTo>
                    <a:pt x="1139025" y="1643052"/>
                  </a:moveTo>
                  <a:lnTo>
                    <a:pt x="1193755" y="1691505"/>
                  </a:lnTo>
                  <a:lnTo>
                    <a:pt x="1195687" y="1630945"/>
                  </a:lnTo>
                  <a:close/>
                  <a:moveTo>
                    <a:pt x="449290" y="858680"/>
                  </a:moveTo>
                  <a:lnTo>
                    <a:pt x="499062" y="872315"/>
                  </a:lnTo>
                  <a:lnTo>
                    <a:pt x="580330" y="854755"/>
                  </a:lnTo>
                  <a:close/>
                  <a:moveTo>
                    <a:pt x="580330" y="854755"/>
                  </a:moveTo>
                  <a:lnTo>
                    <a:pt x="604135" y="864680"/>
                  </a:lnTo>
                  <a:lnTo>
                    <a:pt x="599156" y="861686"/>
                  </a:lnTo>
                  <a:close/>
                  <a:moveTo>
                    <a:pt x="520558" y="846480"/>
                  </a:moveTo>
                  <a:lnTo>
                    <a:pt x="580330" y="854755"/>
                  </a:lnTo>
                  <a:lnTo>
                    <a:pt x="599156" y="861686"/>
                  </a:lnTo>
                  <a:close/>
                  <a:moveTo>
                    <a:pt x="638591" y="880065"/>
                  </a:moveTo>
                  <a:lnTo>
                    <a:pt x="663410" y="886722"/>
                  </a:lnTo>
                  <a:lnTo>
                    <a:pt x="735780" y="878643"/>
                  </a:lnTo>
                  <a:close/>
                  <a:moveTo>
                    <a:pt x="1950202" y="2353929"/>
                  </a:moveTo>
                  <a:lnTo>
                    <a:pt x="1928996" y="2426766"/>
                  </a:lnTo>
                  <a:lnTo>
                    <a:pt x="2006885" y="2396522"/>
                  </a:lnTo>
                  <a:close/>
                  <a:moveTo>
                    <a:pt x="992822" y="1274318"/>
                  </a:moveTo>
                  <a:lnTo>
                    <a:pt x="987936" y="1264098"/>
                  </a:lnTo>
                  <a:lnTo>
                    <a:pt x="987067" y="1275755"/>
                  </a:lnTo>
                  <a:close/>
                  <a:moveTo>
                    <a:pt x="992822" y="1274318"/>
                  </a:moveTo>
                  <a:lnTo>
                    <a:pt x="994555" y="1275755"/>
                  </a:lnTo>
                  <a:lnTo>
                    <a:pt x="987936" y="1264098"/>
                  </a:lnTo>
                  <a:close/>
                  <a:moveTo>
                    <a:pt x="917572" y="1074719"/>
                  </a:moveTo>
                  <a:lnTo>
                    <a:pt x="914446" y="1052786"/>
                  </a:lnTo>
                  <a:lnTo>
                    <a:pt x="848605" y="990673"/>
                  </a:lnTo>
                  <a:close/>
                  <a:moveTo>
                    <a:pt x="848605" y="990673"/>
                  </a:moveTo>
                  <a:lnTo>
                    <a:pt x="782110" y="1029109"/>
                  </a:lnTo>
                  <a:lnTo>
                    <a:pt x="917572" y="1074719"/>
                  </a:lnTo>
                  <a:close/>
                  <a:moveTo>
                    <a:pt x="917572" y="1074719"/>
                  </a:moveTo>
                  <a:lnTo>
                    <a:pt x="923601" y="1072889"/>
                  </a:lnTo>
                  <a:lnTo>
                    <a:pt x="914446" y="1052786"/>
                  </a:lnTo>
                  <a:close/>
                  <a:moveTo>
                    <a:pt x="714696" y="918284"/>
                  </a:moveTo>
                  <a:lnTo>
                    <a:pt x="774104" y="1021929"/>
                  </a:lnTo>
                  <a:lnTo>
                    <a:pt x="792476" y="915643"/>
                  </a:lnTo>
                  <a:close/>
                  <a:moveTo>
                    <a:pt x="792476" y="915643"/>
                  </a:moveTo>
                  <a:lnTo>
                    <a:pt x="774104" y="1021929"/>
                  </a:lnTo>
                  <a:lnTo>
                    <a:pt x="823464" y="908458"/>
                  </a:lnTo>
                  <a:close/>
                  <a:moveTo>
                    <a:pt x="823464" y="908458"/>
                  </a:moveTo>
                  <a:lnTo>
                    <a:pt x="782110" y="1029109"/>
                  </a:lnTo>
                  <a:lnTo>
                    <a:pt x="848605" y="990673"/>
                  </a:lnTo>
                  <a:close/>
                  <a:moveTo>
                    <a:pt x="588535" y="860168"/>
                  </a:moveTo>
                  <a:lnTo>
                    <a:pt x="663410" y="886722"/>
                  </a:lnTo>
                  <a:lnTo>
                    <a:pt x="604135" y="864680"/>
                  </a:lnTo>
                  <a:close/>
                  <a:moveTo>
                    <a:pt x="714696" y="918284"/>
                  </a:moveTo>
                  <a:lnTo>
                    <a:pt x="663410" y="886722"/>
                  </a:lnTo>
                  <a:lnTo>
                    <a:pt x="588535" y="860168"/>
                  </a:lnTo>
                  <a:close/>
                  <a:moveTo>
                    <a:pt x="714696" y="918284"/>
                  </a:moveTo>
                  <a:lnTo>
                    <a:pt x="735780" y="878643"/>
                  </a:lnTo>
                  <a:lnTo>
                    <a:pt x="663410" y="886722"/>
                  </a:lnTo>
                  <a:close/>
                  <a:moveTo>
                    <a:pt x="580330" y="854755"/>
                  </a:moveTo>
                  <a:lnTo>
                    <a:pt x="553059" y="864680"/>
                  </a:lnTo>
                  <a:lnTo>
                    <a:pt x="588535" y="860168"/>
                  </a:lnTo>
                  <a:close/>
                  <a:moveTo>
                    <a:pt x="588535" y="860168"/>
                  </a:moveTo>
                  <a:lnTo>
                    <a:pt x="604135" y="864680"/>
                  </a:lnTo>
                  <a:lnTo>
                    <a:pt x="580330" y="854755"/>
                  </a:lnTo>
                  <a:close/>
                  <a:moveTo>
                    <a:pt x="1339110" y="1310699"/>
                  </a:moveTo>
                  <a:lnTo>
                    <a:pt x="1241794" y="1401749"/>
                  </a:lnTo>
                  <a:lnTo>
                    <a:pt x="1294202" y="1363312"/>
                  </a:lnTo>
                  <a:close/>
                  <a:moveTo>
                    <a:pt x="1339110" y="1310699"/>
                  </a:moveTo>
                  <a:lnTo>
                    <a:pt x="1295221" y="1361808"/>
                  </a:lnTo>
                  <a:lnTo>
                    <a:pt x="1241794" y="1401749"/>
                  </a:lnTo>
                  <a:close/>
                  <a:moveTo>
                    <a:pt x="816461" y="826243"/>
                  </a:moveTo>
                  <a:lnTo>
                    <a:pt x="901770" y="887381"/>
                  </a:lnTo>
                  <a:lnTo>
                    <a:pt x="887749" y="798687"/>
                  </a:lnTo>
                  <a:close/>
                  <a:moveTo>
                    <a:pt x="830073" y="705591"/>
                  </a:moveTo>
                  <a:lnTo>
                    <a:pt x="887749" y="798687"/>
                  </a:lnTo>
                  <a:lnTo>
                    <a:pt x="898161" y="776696"/>
                  </a:lnTo>
                  <a:close/>
                  <a:moveTo>
                    <a:pt x="816461" y="826243"/>
                  </a:moveTo>
                  <a:lnTo>
                    <a:pt x="887749" y="798687"/>
                  </a:lnTo>
                  <a:lnTo>
                    <a:pt x="830073" y="705591"/>
                  </a:lnTo>
                  <a:close/>
                  <a:moveTo>
                    <a:pt x="1676695" y="1736903"/>
                  </a:moveTo>
                  <a:lnTo>
                    <a:pt x="1661738" y="1794698"/>
                  </a:lnTo>
                  <a:lnTo>
                    <a:pt x="1669274" y="1774388"/>
                  </a:lnTo>
                  <a:close/>
                  <a:moveTo>
                    <a:pt x="2101520" y="2079901"/>
                  </a:moveTo>
                  <a:lnTo>
                    <a:pt x="2083630" y="2143734"/>
                  </a:lnTo>
                  <a:lnTo>
                    <a:pt x="2189850" y="2168775"/>
                  </a:lnTo>
                  <a:close/>
                  <a:moveTo>
                    <a:pt x="2046015" y="2103248"/>
                  </a:moveTo>
                  <a:lnTo>
                    <a:pt x="2083630" y="2143734"/>
                  </a:lnTo>
                  <a:lnTo>
                    <a:pt x="2101520" y="2079901"/>
                  </a:lnTo>
                  <a:close/>
                  <a:moveTo>
                    <a:pt x="1723363" y="1696182"/>
                  </a:moveTo>
                  <a:lnTo>
                    <a:pt x="1676695" y="1736903"/>
                  </a:lnTo>
                  <a:lnTo>
                    <a:pt x="1669274" y="1774388"/>
                  </a:lnTo>
                  <a:close/>
                  <a:moveTo>
                    <a:pt x="1339110" y="1310699"/>
                  </a:moveTo>
                  <a:lnTo>
                    <a:pt x="1399638" y="1325544"/>
                  </a:lnTo>
                  <a:lnTo>
                    <a:pt x="1414542" y="1314068"/>
                  </a:lnTo>
                  <a:close/>
                  <a:moveTo>
                    <a:pt x="1431852" y="959578"/>
                  </a:moveTo>
                  <a:lnTo>
                    <a:pt x="1429232" y="938591"/>
                  </a:lnTo>
                  <a:lnTo>
                    <a:pt x="1353969" y="962304"/>
                  </a:lnTo>
                  <a:close/>
                  <a:moveTo>
                    <a:pt x="1431852" y="959578"/>
                  </a:moveTo>
                  <a:lnTo>
                    <a:pt x="1441144" y="957579"/>
                  </a:lnTo>
                  <a:lnTo>
                    <a:pt x="1429232" y="938591"/>
                  </a:lnTo>
                  <a:close/>
                  <a:moveTo>
                    <a:pt x="1832196" y="1394031"/>
                  </a:moveTo>
                  <a:lnTo>
                    <a:pt x="1881583" y="1336784"/>
                  </a:lnTo>
                  <a:lnTo>
                    <a:pt x="1845564" y="1380555"/>
                  </a:lnTo>
                  <a:close/>
                  <a:moveTo>
                    <a:pt x="1181964" y="440996"/>
                  </a:moveTo>
                  <a:lnTo>
                    <a:pt x="1101633" y="445711"/>
                  </a:lnTo>
                  <a:lnTo>
                    <a:pt x="1209976" y="460941"/>
                  </a:lnTo>
                  <a:close/>
                  <a:moveTo>
                    <a:pt x="1893740" y="1326901"/>
                  </a:moveTo>
                  <a:lnTo>
                    <a:pt x="2008548" y="1294156"/>
                  </a:lnTo>
                  <a:lnTo>
                    <a:pt x="1897365" y="1223861"/>
                  </a:lnTo>
                  <a:close/>
                  <a:moveTo>
                    <a:pt x="1826938" y="1220525"/>
                  </a:moveTo>
                  <a:lnTo>
                    <a:pt x="1887612" y="1131699"/>
                  </a:lnTo>
                  <a:lnTo>
                    <a:pt x="1781690" y="1157219"/>
                  </a:lnTo>
                  <a:close/>
                  <a:moveTo>
                    <a:pt x="1698396" y="1164343"/>
                  </a:moveTo>
                  <a:lnTo>
                    <a:pt x="1781690" y="1157219"/>
                  </a:lnTo>
                  <a:lnTo>
                    <a:pt x="1764127" y="1139530"/>
                  </a:lnTo>
                  <a:close/>
                  <a:moveTo>
                    <a:pt x="1781690" y="1157219"/>
                  </a:moveTo>
                  <a:lnTo>
                    <a:pt x="1887612" y="1131699"/>
                  </a:lnTo>
                  <a:lnTo>
                    <a:pt x="1828416" y="1101238"/>
                  </a:lnTo>
                  <a:close/>
                  <a:moveTo>
                    <a:pt x="1282560" y="559397"/>
                  </a:moveTo>
                  <a:lnTo>
                    <a:pt x="1363298" y="540328"/>
                  </a:lnTo>
                  <a:lnTo>
                    <a:pt x="1303827" y="502607"/>
                  </a:lnTo>
                  <a:close/>
                  <a:moveTo>
                    <a:pt x="1282560" y="559397"/>
                  </a:moveTo>
                  <a:lnTo>
                    <a:pt x="1303827" y="502607"/>
                  </a:lnTo>
                  <a:lnTo>
                    <a:pt x="1242826" y="491608"/>
                  </a:lnTo>
                  <a:close/>
                  <a:moveTo>
                    <a:pt x="1148666" y="507566"/>
                  </a:moveTo>
                  <a:lnTo>
                    <a:pt x="1242826" y="491608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292971" y="492589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303827" y="502607"/>
                  </a:lnTo>
                  <a:lnTo>
                    <a:pt x="1292971" y="492589"/>
                  </a:lnTo>
                  <a:close/>
                  <a:moveTo>
                    <a:pt x="2152071" y="1338158"/>
                  </a:moveTo>
                  <a:lnTo>
                    <a:pt x="2105529" y="1275905"/>
                  </a:lnTo>
                  <a:lnTo>
                    <a:pt x="2060398" y="1352096"/>
                  </a:lnTo>
                  <a:close/>
                  <a:moveTo>
                    <a:pt x="2152071" y="1338158"/>
                  </a:moveTo>
                  <a:lnTo>
                    <a:pt x="2183420" y="1273172"/>
                  </a:lnTo>
                  <a:lnTo>
                    <a:pt x="2105529" y="1275905"/>
                  </a:lnTo>
                  <a:close/>
                  <a:moveTo>
                    <a:pt x="1379099" y="541504"/>
                  </a:moveTo>
                  <a:lnTo>
                    <a:pt x="1386031" y="551845"/>
                  </a:lnTo>
                  <a:lnTo>
                    <a:pt x="1363298" y="540328"/>
                  </a:lnTo>
                  <a:close/>
                  <a:moveTo>
                    <a:pt x="2007932" y="848153"/>
                  </a:moveTo>
                  <a:lnTo>
                    <a:pt x="1970375" y="803833"/>
                  </a:lnTo>
                  <a:lnTo>
                    <a:pt x="2013298" y="889925"/>
                  </a:lnTo>
                  <a:close/>
                  <a:moveTo>
                    <a:pt x="2013298" y="889925"/>
                  </a:moveTo>
                  <a:lnTo>
                    <a:pt x="1970375" y="803833"/>
                  </a:lnTo>
                  <a:lnTo>
                    <a:pt x="1908678" y="814295"/>
                  </a:lnTo>
                  <a:close/>
                  <a:moveTo>
                    <a:pt x="2013298" y="889925"/>
                  </a:moveTo>
                  <a:lnTo>
                    <a:pt x="1908678" y="814295"/>
                  </a:lnTo>
                  <a:lnTo>
                    <a:pt x="1942185" y="887147"/>
                  </a:lnTo>
                  <a:close/>
                  <a:moveTo>
                    <a:pt x="2013298" y="889925"/>
                  </a:moveTo>
                  <a:lnTo>
                    <a:pt x="2033908" y="886048"/>
                  </a:lnTo>
                  <a:lnTo>
                    <a:pt x="2007932" y="848153"/>
                  </a:lnTo>
                  <a:close/>
                  <a:moveTo>
                    <a:pt x="1985532" y="764405"/>
                  </a:moveTo>
                  <a:lnTo>
                    <a:pt x="1875373" y="760055"/>
                  </a:lnTo>
                  <a:lnTo>
                    <a:pt x="1908678" y="814295"/>
                  </a:lnTo>
                  <a:close/>
                  <a:moveTo>
                    <a:pt x="2154478" y="902204"/>
                  </a:moveTo>
                  <a:lnTo>
                    <a:pt x="2118101" y="865314"/>
                  </a:lnTo>
                  <a:lnTo>
                    <a:pt x="2033908" y="886048"/>
                  </a:lnTo>
                  <a:close/>
                  <a:moveTo>
                    <a:pt x="2118101" y="865314"/>
                  </a:moveTo>
                  <a:lnTo>
                    <a:pt x="2007932" y="848153"/>
                  </a:lnTo>
                  <a:lnTo>
                    <a:pt x="2033908" y="886048"/>
                  </a:lnTo>
                  <a:close/>
                  <a:moveTo>
                    <a:pt x="2009728" y="792736"/>
                  </a:moveTo>
                  <a:lnTo>
                    <a:pt x="2007932" y="848153"/>
                  </a:lnTo>
                  <a:lnTo>
                    <a:pt x="2118101" y="865314"/>
                  </a:lnTo>
                  <a:close/>
                  <a:moveTo>
                    <a:pt x="2118101" y="865314"/>
                  </a:moveTo>
                  <a:lnTo>
                    <a:pt x="2192387" y="865513"/>
                  </a:lnTo>
                  <a:lnTo>
                    <a:pt x="2184604" y="771749"/>
                  </a:lnTo>
                  <a:close/>
                  <a:moveTo>
                    <a:pt x="1970375" y="803833"/>
                  </a:moveTo>
                  <a:lnTo>
                    <a:pt x="2007932" y="848153"/>
                  </a:lnTo>
                  <a:lnTo>
                    <a:pt x="2009728" y="792736"/>
                  </a:lnTo>
                  <a:close/>
                  <a:moveTo>
                    <a:pt x="1756378" y="276967"/>
                  </a:moveTo>
                  <a:lnTo>
                    <a:pt x="1687136" y="310542"/>
                  </a:lnTo>
                  <a:lnTo>
                    <a:pt x="1763159" y="275102"/>
                  </a:lnTo>
                  <a:close/>
                  <a:moveTo>
                    <a:pt x="1763159" y="275102"/>
                  </a:moveTo>
                  <a:lnTo>
                    <a:pt x="1687136" y="310542"/>
                  </a:lnTo>
                  <a:lnTo>
                    <a:pt x="1660230" y="384130"/>
                  </a:lnTo>
                  <a:close/>
                  <a:moveTo>
                    <a:pt x="1763159" y="275102"/>
                  </a:moveTo>
                  <a:lnTo>
                    <a:pt x="1660230" y="384130"/>
                  </a:lnTo>
                  <a:lnTo>
                    <a:pt x="1698103" y="310526"/>
                  </a:lnTo>
                  <a:close/>
                  <a:moveTo>
                    <a:pt x="1695808" y="189891"/>
                  </a:moveTo>
                  <a:lnTo>
                    <a:pt x="1687136" y="310542"/>
                  </a:lnTo>
                  <a:lnTo>
                    <a:pt x="1761513" y="268945"/>
                  </a:lnTo>
                  <a:close/>
                  <a:moveTo>
                    <a:pt x="1761513" y="268945"/>
                  </a:moveTo>
                  <a:lnTo>
                    <a:pt x="1687136" y="310542"/>
                  </a:lnTo>
                  <a:lnTo>
                    <a:pt x="1756378" y="276967"/>
                  </a:lnTo>
                  <a:close/>
                  <a:moveTo>
                    <a:pt x="2211214" y="765397"/>
                  </a:moveTo>
                  <a:lnTo>
                    <a:pt x="2331823" y="809175"/>
                  </a:lnTo>
                  <a:lnTo>
                    <a:pt x="2283736" y="726960"/>
                  </a:lnTo>
                  <a:close/>
                  <a:moveTo>
                    <a:pt x="1893232" y="482766"/>
                  </a:moveTo>
                  <a:lnTo>
                    <a:pt x="1936363" y="491512"/>
                  </a:lnTo>
                  <a:lnTo>
                    <a:pt x="2017008" y="451682"/>
                  </a:lnTo>
                  <a:close/>
                  <a:moveTo>
                    <a:pt x="1956852" y="441972"/>
                  </a:moveTo>
                  <a:lnTo>
                    <a:pt x="1893232" y="482766"/>
                  </a:lnTo>
                  <a:lnTo>
                    <a:pt x="2017008" y="451682"/>
                  </a:lnTo>
                  <a:close/>
                  <a:moveTo>
                    <a:pt x="1761513" y="268945"/>
                  </a:moveTo>
                  <a:lnTo>
                    <a:pt x="1814369" y="272106"/>
                  </a:lnTo>
                  <a:lnTo>
                    <a:pt x="1807664" y="151454"/>
                  </a:lnTo>
                  <a:close/>
                  <a:moveTo>
                    <a:pt x="2278173" y="644745"/>
                  </a:moveTo>
                  <a:lnTo>
                    <a:pt x="2283736" y="726960"/>
                  </a:lnTo>
                  <a:lnTo>
                    <a:pt x="2331775" y="688524"/>
                  </a:lnTo>
                  <a:close/>
                  <a:moveTo>
                    <a:pt x="2328814" y="606308"/>
                  </a:moveTo>
                  <a:lnTo>
                    <a:pt x="2284588" y="616148"/>
                  </a:lnTo>
                  <a:lnTo>
                    <a:pt x="2278173" y="644745"/>
                  </a:lnTo>
                  <a:close/>
                  <a:moveTo>
                    <a:pt x="1807664" y="151454"/>
                  </a:moveTo>
                  <a:lnTo>
                    <a:pt x="1879954" y="217920"/>
                  </a:lnTo>
                  <a:lnTo>
                    <a:pt x="1897074" y="113018"/>
                  </a:lnTo>
                  <a:close/>
                  <a:moveTo>
                    <a:pt x="2118357" y="336750"/>
                  </a:moveTo>
                  <a:lnTo>
                    <a:pt x="2106008" y="359663"/>
                  </a:lnTo>
                  <a:lnTo>
                    <a:pt x="2127610" y="257031"/>
                  </a:lnTo>
                  <a:close/>
                  <a:moveTo>
                    <a:pt x="2074417" y="0"/>
                  </a:moveTo>
                  <a:lnTo>
                    <a:pt x="1984228" y="12730"/>
                  </a:lnTo>
                  <a:lnTo>
                    <a:pt x="2090511" y="17436"/>
                  </a:lnTo>
                  <a:close/>
                  <a:moveTo>
                    <a:pt x="2038867" y="68401"/>
                  </a:moveTo>
                  <a:lnTo>
                    <a:pt x="2090511" y="17436"/>
                  </a:lnTo>
                  <a:lnTo>
                    <a:pt x="2027799" y="61623"/>
                  </a:lnTo>
                  <a:close/>
                  <a:moveTo>
                    <a:pt x="2038867" y="68401"/>
                  </a:moveTo>
                  <a:lnTo>
                    <a:pt x="2126132" y="58047"/>
                  </a:lnTo>
                  <a:lnTo>
                    <a:pt x="2090511" y="1743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92" name="Candidate_density__2111">
              <a:extLst>
                <a:ext uri="{FF2B5EF4-FFF2-40B4-BE49-F238E27FC236}">
                  <a16:creationId xmlns:a16="http://schemas.microsoft.com/office/drawing/2014/main" id="{0F6C0A57-4C6F-06C0-8EF6-E8E0F7F1563F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906152"/>
              <a:ext cx="2584609" cy="2098000"/>
            </a:xfrm>
            <a:custGeom>
              <a:avLst/>
              <a:gdLst/>
              <a:ahLst/>
              <a:cxnLst/>
              <a:rect l="0" t="0" r="0" b="0"/>
              <a:pathLst>
                <a:path w="2584609" h="2098000">
                  <a:moveTo>
                    <a:pt x="83157" y="1222197"/>
                  </a:moveTo>
                  <a:lnTo>
                    <a:pt x="0" y="1189942"/>
                  </a:lnTo>
                  <a:lnTo>
                    <a:pt x="19630" y="1199883"/>
                  </a:lnTo>
                  <a:close/>
                  <a:moveTo>
                    <a:pt x="619998" y="1886646"/>
                  </a:moveTo>
                  <a:lnTo>
                    <a:pt x="623406" y="1894875"/>
                  </a:lnTo>
                  <a:lnTo>
                    <a:pt x="637859" y="1902846"/>
                  </a:lnTo>
                  <a:close/>
                  <a:moveTo>
                    <a:pt x="719817" y="1930616"/>
                  </a:moveTo>
                  <a:lnTo>
                    <a:pt x="623406" y="1894875"/>
                  </a:lnTo>
                  <a:lnTo>
                    <a:pt x="668987" y="1918410"/>
                  </a:lnTo>
                  <a:close/>
                  <a:moveTo>
                    <a:pt x="719817" y="1930616"/>
                  </a:moveTo>
                  <a:lnTo>
                    <a:pt x="637859" y="1902846"/>
                  </a:lnTo>
                  <a:lnTo>
                    <a:pt x="623406" y="1894875"/>
                  </a:lnTo>
                  <a:close/>
                  <a:moveTo>
                    <a:pt x="179015" y="1311141"/>
                  </a:moveTo>
                  <a:lnTo>
                    <a:pt x="180087" y="1312271"/>
                  </a:lnTo>
                  <a:lnTo>
                    <a:pt x="182408" y="1314622"/>
                  </a:lnTo>
                  <a:close/>
                  <a:moveTo>
                    <a:pt x="179015" y="1311141"/>
                  </a:moveTo>
                  <a:lnTo>
                    <a:pt x="91248" y="1228926"/>
                  </a:lnTo>
                  <a:lnTo>
                    <a:pt x="129501" y="1253304"/>
                  </a:lnTo>
                  <a:close/>
                  <a:moveTo>
                    <a:pt x="797974" y="1944172"/>
                  </a:moveTo>
                  <a:lnTo>
                    <a:pt x="922685" y="1916588"/>
                  </a:lnTo>
                  <a:lnTo>
                    <a:pt x="842398" y="1895066"/>
                  </a:lnTo>
                  <a:close/>
                  <a:moveTo>
                    <a:pt x="637859" y="1902846"/>
                  </a:moveTo>
                  <a:lnTo>
                    <a:pt x="719817" y="1930616"/>
                  </a:lnTo>
                  <a:lnTo>
                    <a:pt x="771885" y="1910089"/>
                  </a:lnTo>
                  <a:close/>
                  <a:moveTo>
                    <a:pt x="91248" y="1228926"/>
                  </a:moveTo>
                  <a:lnTo>
                    <a:pt x="179015" y="1311141"/>
                  </a:lnTo>
                  <a:lnTo>
                    <a:pt x="92799" y="1222550"/>
                  </a:lnTo>
                  <a:close/>
                  <a:moveTo>
                    <a:pt x="83157" y="1222197"/>
                  </a:moveTo>
                  <a:lnTo>
                    <a:pt x="91248" y="1228926"/>
                  </a:lnTo>
                  <a:lnTo>
                    <a:pt x="92799" y="1222550"/>
                  </a:lnTo>
                  <a:close/>
                  <a:moveTo>
                    <a:pt x="1084402" y="2027362"/>
                  </a:moveTo>
                  <a:lnTo>
                    <a:pt x="1001178" y="1994858"/>
                  </a:lnTo>
                  <a:lnTo>
                    <a:pt x="1036937" y="2065097"/>
                  </a:lnTo>
                  <a:close/>
                  <a:moveTo>
                    <a:pt x="1036937" y="2065097"/>
                  </a:moveTo>
                  <a:lnTo>
                    <a:pt x="1105056" y="2041130"/>
                  </a:lnTo>
                  <a:lnTo>
                    <a:pt x="1084402" y="2027362"/>
                  </a:lnTo>
                  <a:close/>
                  <a:moveTo>
                    <a:pt x="922685" y="1916588"/>
                  </a:moveTo>
                  <a:lnTo>
                    <a:pt x="939502" y="1819669"/>
                  </a:lnTo>
                  <a:lnTo>
                    <a:pt x="939968" y="1809774"/>
                  </a:lnTo>
                  <a:close/>
                  <a:moveTo>
                    <a:pt x="893723" y="1871759"/>
                  </a:moveTo>
                  <a:lnTo>
                    <a:pt x="922685" y="1916588"/>
                  </a:lnTo>
                  <a:lnTo>
                    <a:pt x="939968" y="1809774"/>
                  </a:lnTo>
                  <a:close/>
                  <a:moveTo>
                    <a:pt x="842398" y="1895066"/>
                  </a:moveTo>
                  <a:lnTo>
                    <a:pt x="922685" y="1916588"/>
                  </a:lnTo>
                  <a:lnTo>
                    <a:pt x="893723" y="1871759"/>
                  </a:lnTo>
                  <a:close/>
                  <a:moveTo>
                    <a:pt x="322314" y="1190489"/>
                  </a:moveTo>
                  <a:lnTo>
                    <a:pt x="304200" y="1171869"/>
                  </a:lnTo>
                  <a:lnTo>
                    <a:pt x="362654" y="1216013"/>
                  </a:lnTo>
                  <a:close/>
                  <a:moveTo>
                    <a:pt x="322314" y="1190489"/>
                  </a:moveTo>
                  <a:lnTo>
                    <a:pt x="307427" y="1072983"/>
                  </a:lnTo>
                  <a:lnTo>
                    <a:pt x="304200" y="1171869"/>
                  </a:lnTo>
                  <a:close/>
                  <a:moveTo>
                    <a:pt x="1072067" y="1872581"/>
                  </a:moveTo>
                  <a:lnTo>
                    <a:pt x="1091867" y="1891989"/>
                  </a:lnTo>
                  <a:lnTo>
                    <a:pt x="1152472" y="1967898"/>
                  </a:lnTo>
                  <a:close/>
                  <a:moveTo>
                    <a:pt x="939968" y="1809774"/>
                  </a:moveTo>
                  <a:lnTo>
                    <a:pt x="952494" y="1709016"/>
                  </a:lnTo>
                  <a:lnTo>
                    <a:pt x="932960" y="1689122"/>
                  </a:lnTo>
                  <a:close/>
                  <a:moveTo>
                    <a:pt x="952494" y="1709016"/>
                  </a:moveTo>
                  <a:lnTo>
                    <a:pt x="921286" y="1634295"/>
                  </a:lnTo>
                  <a:lnTo>
                    <a:pt x="932960" y="1689122"/>
                  </a:lnTo>
                  <a:close/>
                  <a:moveTo>
                    <a:pt x="1268784" y="2034022"/>
                  </a:moveTo>
                  <a:lnTo>
                    <a:pt x="1258831" y="2017982"/>
                  </a:lnTo>
                  <a:lnTo>
                    <a:pt x="1152472" y="1967898"/>
                  </a:lnTo>
                  <a:close/>
                  <a:moveTo>
                    <a:pt x="1258831" y="2017982"/>
                  </a:moveTo>
                  <a:lnTo>
                    <a:pt x="1318809" y="1979546"/>
                  </a:lnTo>
                  <a:lnTo>
                    <a:pt x="1200580" y="1967870"/>
                  </a:lnTo>
                  <a:close/>
                  <a:moveTo>
                    <a:pt x="1419277" y="2013025"/>
                  </a:moveTo>
                  <a:lnTo>
                    <a:pt x="1384446" y="2098000"/>
                  </a:lnTo>
                  <a:lnTo>
                    <a:pt x="1490119" y="1999235"/>
                  </a:lnTo>
                  <a:close/>
                  <a:moveTo>
                    <a:pt x="987227" y="1524692"/>
                  </a:moveTo>
                  <a:lnTo>
                    <a:pt x="966498" y="1434791"/>
                  </a:lnTo>
                  <a:lnTo>
                    <a:pt x="998592" y="1404040"/>
                  </a:lnTo>
                  <a:close/>
                  <a:moveTo>
                    <a:pt x="1497223" y="1969489"/>
                  </a:moveTo>
                  <a:lnTo>
                    <a:pt x="1419277" y="2013025"/>
                  </a:lnTo>
                  <a:lnTo>
                    <a:pt x="1490119" y="1999235"/>
                  </a:lnTo>
                  <a:close/>
                  <a:moveTo>
                    <a:pt x="1497223" y="1969489"/>
                  </a:moveTo>
                  <a:lnTo>
                    <a:pt x="1430410" y="1963215"/>
                  </a:lnTo>
                  <a:lnTo>
                    <a:pt x="1419277" y="2013025"/>
                  </a:lnTo>
                  <a:close/>
                  <a:moveTo>
                    <a:pt x="1497223" y="1969489"/>
                  </a:moveTo>
                  <a:lnTo>
                    <a:pt x="1490119" y="1999235"/>
                  </a:lnTo>
                  <a:lnTo>
                    <a:pt x="1519464" y="1979546"/>
                  </a:lnTo>
                  <a:close/>
                  <a:moveTo>
                    <a:pt x="1521042" y="1899646"/>
                  </a:moveTo>
                  <a:lnTo>
                    <a:pt x="1578872" y="1863610"/>
                  </a:lnTo>
                  <a:lnTo>
                    <a:pt x="1573062" y="1858894"/>
                  </a:lnTo>
                  <a:close/>
                  <a:moveTo>
                    <a:pt x="1497223" y="1969489"/>
                  </a:moveTo>
                  <a:lnTo>
                    <a:pt x="1554115" y="1959846"/>
                  </a:lnTo>
                  <a:lnTo>
                    <a:pt x="1521042" y="1899646"/>
                  </a:lnTo>
                  <a:close/>
                  <a:moveTo>
                    <a:pt x="941946" y="1317222"/>
                  </a:moveTo>
                  <a:lnTo>
                    <a:pt x="942905" y="1346581"/>
                  </a:lnTo>
                  <a:lnTo>
                    <a:pt x="1060666" y="1381389"/>
                  </a:lnTo>
                  <a:close/>
                  <a:moveTo>
                    <a:pt x="724520" y="872340"/>
                  </a:moveTo>
                  <a:lnTo>
                    <a:pt x="724527" y="872313"/>
                  </a:lnTo>
                  <a:lnTo>
                    <a:pt x="657866" y="901635"/>
                  </a:lnTo>
                  <a:close/>
                  <a:moveTo>
                    <a:pt x="947079" y="998307"/>
                  </a:moveTo>
                  <a:lnTo>
                    <a:pt x="959373" y="1002777"/>
                  </a:lnTo>
                  <a:lnTo>
                    <a:pt x="962670" y="990073"/>
                  </a:lnTo>
                  <a:close/>
                  <a:moveTo>
                    <a:pt x="704796" y="788283"/>
                  </a:moveTo>
                  <a:lnTo>
                    <a:pt x="710658" y="833876"/>
                  </a:lnTo>
                  <a:lnTo>
                    <a:pt x="676161" y="751662"/>
                  </a:lnTo>
                  <a:close/>
                  <a:moveTo>
                    <a:pt x="1433071" y="1560683"/>
                  </a:moveTo>
                  <a:lnTo>
                    <a:pt x="1410441" y="1549584"/>
                  </a:lnTo>
                  <a:lnTo>
                    <a:pt x="1366414" y="1491598"/>
                  </a:lnTo>
                  <a:close/>
                  <a:moveTo>
                    <a:pt x="1528618" y="1543597"/>
                  </a:moveTo>
                  <a:lnTo>
                    <a:pt x="1534294" y="1518789"/>
                  </a:lnTo>
                  <a:lnTo>
                    <a:pt x="1425881" y="1491598"/>
                  </a:lnTo>
                  <a:close/>
                  <a:moveTo>
                    <a:pt x="1576373" y="1465273"/>
                  </a:moveTo>
                  <a:lnTo>
                    <a:pt x="1534294" y="1518789"/>
                  </a:lnTo>
                  <a:lnTo>
                    <a:pt x="1528618" y="1543597"/>
                  </a:lnTo>
                  <a:close/>
                  <a:moveTo>
                    <a:pt x="1576373" y="1465273"/>
                  </a:moveTo>
                  <a:lnTo>
                    <a:pt x="1528618" y="1543597"/>
                  </a:lnTo>
                  <a:lnTo>
                    <a:pt x="1599689" y="1546410"/>
                  </a:lnTo>
                  <a:close/>
                  <a:moveTo>
                    <a:pt x="1242686" y="1294002"/>
                  </a:moveTo>
                  <a:lnTo>
                    <a:pt x="1303462" y="1305184"/>
                  </a:lnTo>
                  <a:lnTo>
                    <a:pt x="1257948" y="1242094"/>
                  </a:lnTo>
                  <a:close/>
                  <a:moveTo>
                    <a:pt x="1303462" y="1305184"/>
                  </a:moveTo>
                  <a:lnTo>
                    <a:pt x="1354402" y="1324363"/>
                  </a:lnTo>
                  <a:lnTo>
                    <a:pt x="1257948" y="1242094"/>
                  </a:lnTo>
                  <a:close/>
                  <a:moveTo>
                    <a:pt x="962670" y="990073"/>
                  </a:moveTo>
                  <a:lnTo>
                    <a:pt x="987549" y="879779"/>
                  </a:lnTo>
                  <a:lnTo>
                    <a:pt x="947079" y="998307"/>
                  </a:lnTo>
                  <a:close/>
                  <a:moveTo>
                    <a:pt x="962670" y="990073"/>
                  </a:moveTo>
                  <a:lnTo>
                    <a:pt x="1054548" y="885902"/>
                  </a:lnTo>
                  <a:lnTo>
                    <a:pt x="987549" y="879779"/>
                  </a:lnTo>
                  <a:close/>
                  <a:moveTo>
                    <a:pt x="1054548" y="885902"/>
                  </a:moveTo>
                  <a:lnTo>
                    <a:pt x="1062626" y="869933"/>
                  </a:lnTo>
                  <a:lnTo>
                    <a:pt x="987530" y="867819"/>
                  </a:lnTo>
                  <a:close/>
                  <a:moveTo>
                    <a:pt x="1054548" y="885902"/>
                  </a:moveTo>
                  <a:lnTo>
                    <a:pt x="1113453" y="898605"/>
                  </a:lnTo>
                  <a:lnTo>
                    <a:pt x="1062626" y="869933"/>
                  </a:lnTo>
                  <a:close/>
                  <a:moveTo>
                    <a:pt x="1137945" y="778601"/>
                  </a:moveTo>
                  <a:lnTo>
                    <a:pt x="1140270" y="676619"/>
                  </a:lnTo>
                  <a:lnTo>
                    <a:pt x="1136729" y="757004"/>
                  </a:lnTo>
                  <a:close/>
                  <a:moveTo>
                    <a:pt x="1136729" y="757004"/>
                  </a:moveTo>
                  <a:lnTo>
                    <a:pt x="1133509" y="674789"/>
                  </a:lnTo>
                  <a:lnTo>
                    <a:pt x="1177118" y="718567"/>
                  </a:lnTo>
                  <a:close/>
                  <a:moveTo>
                    <a:pt x="1941014" y="1494414"/>
                  </a:moveTo>
                  <a:lnTo>
                    <a:pt x="2023291" y="1523375"/>
                  </a:lnTo>
                  <a:lnTo>
                    <a:pt x="1997011" y="1505262"/>
                  </a:lnTo>
                  <a:close/>
                  <a:moveTo>
                    <a:pt x="1556583" y="1171718"/>
                  </a:moveTo>
                  <a:lnTo>
                    <a:pt x="1621754" y="1136727"/>
                  </a:lnTo>
                  <a:lnTo>
                    <a:pt x="1666198" y="1091207"/>
                  </a:lnTo>
                  <a:close/>
                  <a:moveTo>
                    <a:pt x="2085844" y="1542048"/>
                  </a:moveTo>
                  <a:lnTo>
                    <a:pt x="1997011" y="1505262"/>
                  </a:lnTo>
                  <a:lnTo>
                    <a:pt x="2036331" y="1533888"/>
                  </a:lnTo>
                  <a:close/>
                  <a:moveTo>
                    <a:pt x="2085844" y="1542048"/>
                  </a:moveTo>
                  <a:lnTo>
                    <a:pt x="2164848" y="1558773"/>
                  </a:lnTo>
                  <a:lnTo>
                    <a:pt x="2212600" y="1522110"/>
                  </a:lnTo>
                  <a:close/>
                  <a:moveTo>
                    <a:pt x="2244648" y="1578472"/>
                  </a:moveTo>
                  <a:lnTo>
                    <a:pt x="2212600" y="1522110"/>
                  </a:lnTo>
                  <a:lnTo>
                    <a:pt x="2164848" y="1558773"/>
                  </a:lnTo>
                  <a:close/>
                  <a:moveTo>
                    <a:pt x="1969170" y="1227620"/>
                  </a:moveTo>
                  <a:lnTo>
                    <a:pt x="2067950" y="1259944"/>
                  </a:lnTo>
                  <a:lnTo>
                    <a:pt x="1997607" y="1337852"/>
                  </a:lnTo>
                  <a:close/>
                  <a:moveTo>
                    <a:pt x="1906615" y="1134985"/>
                  </a:moveTo>
                  <a:lnTo>
                    <a:pt x="1866041" y="1062353"/>
                  </a:lnTo>
                  <a:lnTo>
                    <a:pt x="1861331" y="1054515"/>
                  </a:lnTo>
                  <a:close/>
                  <a:moveTo>
                    <a:pt x="1930158" y="1238623"/>
                  </a:moveTo>
                  <a:lnTo>
                    <a:pt x="2003726" y="1235024"/>
                  </a:lnTo>
                  <a:lnTo>
                    <a:pt x="1969170" y="1227620"/>
                  </a:lnTo>
                  <a:close/>
                  <a:moveTo>
                    <a:pt x="1593071" y="521043"/>
                  </a:moveTo>
                  <a:lnTo>
                    <a:pt x="1569725" y="469755"/>
                  </a:lnTo>
                  <a:lnTo>
                    <a:pt x="1596704" y="547914"/>
                  </a:lnTo>
                  <a:close/>
                  <a:moveTo>
                    <a:pt x="2217867" y="1326600"/>
                  </a:moveTo>
                  <a:lnTo>
                    <a:pt x="2287864" y="1309647"/>
                  </a:lnTo>
                  <a:lnTo>
                    <a:pt x="2339924" y="1289089"/>
                  </a:lnTo>
                  <a:close/>
                  <a:moveTo>
                    <a:pt x="2410117" y="1311691"/>
                  </a:moveTo>
                  <a:lnTo>
                    <a:pt x="2412030" y="1304757"/>
                  </a:lnTo>
                  <a:lnTo>
                    <a:pt x="2365624" y="1321721"/>
                  </a:lnTo>
                  <a:close/>
                  <a:moveTo>
                    <a:pt x="2181428" y="1076149"/>
                  </a:moveTo>
                  <a:lnTo>
                    <a:pt x="2216109" y="1104823"/>
                  </a:lnTo>
                  <a:lnTo>
                    <a:pt x="2197535" y="1178764"/>
                  </a:lnTo>
                  <a:close/>
                  <a:moveTo>
                    <a:pt x="2412030" y="1304757"/>
                  </a:moveTo>
                  <a:lnTo>
                    <a:pt x="2410117" y="1311691"/>
                  </a:lnTo>
                  <a:lnTo>
                    <a:pt x="2419110" y="1306494"/>
                  </a:lnTo>
                  <a:close/>
                  <a:moveTo>
                    <a:pt x="2499099" y="1326902"/>
                  </a:moveTo>
                  <a:lnTo>
                    <a:pt x="2410117" y="1311691"/>
                  </a:lnTo>
                  <a:lnTo>
                    <a:pt x="2451849" y="1338355"/>
                  </a:lnTo>
                  <a:close/>
                  <a:moveTo>
                    <a:pt x="2499099" y="1326902"/>
                  </a:moveTo>
                  <a:lnTo>
                    <a:pt x="2419110" y="1306494"/>
                  </a:lnTo>
                  <a:lnTo>
                    <a:pt x="2410117" y="1311691"/>
                  </a:lnTo>
                  <a:close/>
                  <a:moveTo>
                    <a:pt x="2412030" y="1304757"/>
                  </a:moveTo>
                  <a:lnTo>
                    <a:pt x="2419110" y="1306494"/>
                  </a:lnTo>
                  <a:lnTo>
                    <a:pt x="2421964" y="1302059"/>
                  </a:lnTo>
                  <a:close/>
                  <a:moveTo>
                    <a:pt x="2512532" y="1289021"/>
                  </a:moveTo>
                  <a:lnTo>
                    <a:pt x="2419110" y="1306494"/>
                  </a:lnTo>
                  <a:lnTo>
                    <a:pt x="2499099" y="1326902"/>
                  </a:lnTo>
                  <a:close/>
                  <a:moveTo>
                    <a:pt x="2512532" y="1289021"/>
                  </a:moveTo>
                  <a:lnTo>
                    <a:pt x="2421964" y="1302059"/>
                  </a:lnTo>
                  <a:lnTo>
                    <a:pt x="2419110" y="1306494"/>
                  </a:lnTo>
                  <a:close/>
                  <a:moveTo>
                    <a:pt x="2421964" y="1302059"/>
                  </a:moveTo>
                  <a:lnTo>
                    <a:pt x="2512532" y="1289021"/>
                  </a:lnTo>
                  <a:lnTo>
                    <a:pt x="2459241" y="1241338"/>
                  </a:lnTo>
                  <a:close/>
                  <a:moveTo>
                    <a:pt x="2512532" y="1289021"/>
                  </a:moveTo>
                  <a:lnTo>
                    <a:pt x="2524291" y="1205889"/>
                  </a:lnTo>
                  <a:lnTo>
                    <a:pt x="2459241" y="1241338"/>
                  </a:lnTo>
                  <a:close/>
                  <a:moveTo>
                    <a:pt x="2580121" y="1294665"/>
                  </a:moveTo>
                  <a:lnTo>
                    <a:pt x="2512532" y="1289021"/>
                  </a:lnTo>
                  <a:lnTo>
                    <a:pt x="2499099" y="1326902"/>
                  </a:lnTo>
                  <a:close/>
                  <a:moveTo>
                    <a:pt x="2584609" y="1190923"/>
                  </a:moveTo>
                  <a:lnTo>
                    <a:pt x="2512532" y="1289021"/>
                  </a:lnTo>
                  <a:lnTo>
                    <a:pt x="2580121" y="1294665"/>
                  </a:lnTo>
                  <a:close/>
                  <a:moveTo>
                    <a:pt x="2100294" y="520063"/>
                  </a:moveTo>
                  <a:lnTo>
                    <a:pt x="2167678" y="570164"/>
                  </a:lnTo>
                  <a:lnTo>
                    <a:pt x="2088203" y="490795"/>
                  </a:lnTo>
                  <a:close/>
                  <a:moveTo>
                    <a:pt x="2074802" y="405734"/>
                  </a:moveTo>
                  <a:lnTo>
                    <a:pt x="2074816" y="424806"/>
                  </a:lnTo>
                  <a:lnTo>
                    <a:pt x="2131377" y="416196"/>
                  </a:lnTo>
                  <a:close/>
                  <a:moveTo>
                    <a:pt x="2087327" y="41177"/>
                  </a:moveTo>
                  <a:lnTo>
                    <a:pt x="2077634" y="99019"/>
                  </a:lnTo>
                  <a:lnTo>
                    <a:pt x="209853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93" name="Candidate_density__2112">
              <a:extLst>
                <a:ext uri="{FF2B5EF4-FFF2-40B4-BE49-F238E27FC236}">
                  <a16:creationId xmlns:a16="http://schemas.microsoft.com/office/drawing/2014/main" id="{BA0BCF3A-306B-211F-987F-A3504CD254A3}"/>
                </a:ext>
              </a:extLst>
            </p:cNvPr>
            <p:cNvSpPr>
              <a:spLocks noGrp="1"/>
            </p:cNvSpPr>
            <p:nvPr/>
          </p:nvSpPr>
          <p:spPr>
            <a:xfrm>
              <a:off x="3597507" y="1906152"/>
              <a:ext cx="2361141" cy="2098000"/>
            </a:xfrm>
            <a:custGeom>
              <a:avLst/>
              <a:gdLst/>
              <a:ahLst/>
              <a:cxnLst/>
              <a:rect l="0" t="0" r="0" b="0"/>
              <a:pathLst>
                <a:path w="2361141" h="2098000">
                  <a:moveTo>
                    <a:pt x="7210" y="1185697"/>
                  </a:moveTo>
                  <a:lnTo>
                    <a:pt x="8091" y="1228926"/>
                  </a:lnTo>
                  <a:lnTo>
                    <a:pt x="0" y="1222197"/>
                  </a:lnTo>
                  <a:close/>
                  <a:moveTo>
                    <a:pt x="186329" y="1361533"/>
                  </a:moveTo>
                  <a:lnTo>
                    <a:pt x="99251" y="1314622"/>
                  </a:lnTo>
                  <a:lnTo>
                    <a:pt x="96930" y="1312271"/>
                  </a:lnTo>
                  <a:close/>
                  <a:moveTo>
                    <a:pt x="636660" y="1930616"/>
                  </a:moveTo>
                  <a:lnTo>
                    <a:pt x="714816" y="1944172"/>
                  </a:lnTo>
                  <a:lnTo>
                    <a:pt x="759241" y="1895066"/>
                  </a:lnTo>
                  <a:close/>
                  <a:moveTo>
                    <a:pt x="688728" y="1910089"/>
                  </a:moveTo>
                  <a:lnTo>
                    <a:pt x="636660" y="1930616"/>
                  </a:lnTo>
                  <a:lnTo>
                    <a:pt x="759241" y="1895066"/>
                  </a:lnTo>
                  <a:close/>
                  <a:moveTo>
                    <a:pt x="1021899" y="2041130"/>
                  </a:moveTo>
                  <a:lnTo>
                    <a:pt x="1052755" y="1981361"/>
                  </a:lnTo>
                  <a:lnTo>
                    <a:pt x="1001245" y="2027362"/>
                  </a:lnTo>
                  <a:close/>
                  <a:moveTo>
                    <a:pt x="688728" y="1910089"/>
                  </a:moveTo>
                  <a:lnTo>
                    <a:pt x="759241" y="1895066"/>
                  </a:lnTo>
                  <a:lnTo>
                    <a:pt x="810566" y="1871759"/>
                  </a:lnTo>
                  <a:close/>
                  <a:moveTo>
                    <a:pt x="856810" y="1809774"/>
                  </a:moveTo>
                  <a:lnTo>
                    <a:pt x="856345" y="1819669"/>
                  </a:lnTo>
                  <a:lnTo>
                    <a:pt x="858135" y="1770954"/>
                  </a:lnTo>
                  <a:close/>
                  <a:moveTo>
                    <a:pt x="224773" y="1069838"/>
                  </a:moveTo>
                  <a:lnTo>
                    <a:pt x="224270" y="1072983"/>
                  </a:lnTo>
                  <a:lnTo>
                    <a:pt x="239157" y="1190489"/>
                  </a:lnTo>
                  <a:close/>
                  <a:moveTo>
                    <a:pt x="209431" y="1108274"/>
                  </a:moveTo>
                  <a:lnTo>
                    <a:pt x="224773" y="1069838"/>
                  </a:lnTo>
                  <a:lnTo>
                    <a:pt x="239157" y="1190489"/>
                  </a:lnTo>
                  <a:close/>
                  <a:moveTo>
                    <a:pt x="858135" y="1770954"/>
                  </a:moveTo>
                  <a:lnTo>
                    <a:pt x="869336" y="1709016"/>
                  </a:lnTo>
                  <a:lnTo>
                    <a:pt x="856810" y="1809774"/>
                  </a:lnTo>
                  <a:close/>
                  <a:moveTo>
                    <a:pt x="838129" y="1634295"/>
                  </a:moveTo>
                  <a:lnTo>
                    <a:pt x="826991" y="1606907"/>
                  </a:lnTo>
                  <a:lnTo>
                    <a:pt x="849803" y="1689122"/>
                  </a:lnTo>
                  <a:close/>
                  <a:moveTo>
                    <a:pt x="838129" y="1634295"/>
                  </a:moveTo>
                  <a:lnTo>
                    <a:pt x="838937" y="1533546"/>
                  </a:lnTo>
                  <a:lnTo>
                    <a:pt x="826991" y="1606907"/>
                  </a:lnTo>
                  <a:close/>
                  <a:moveTo>
                    <a:pt x="1069315" y="1967898"/>
                  </a:moveTo>
                  <a:lnTo>
                    <a:pt x="1175674" y="2017982"/>
                  </a:lnTo>
                  <a:lnTo>
                    <a:pt x="1117423" y="1967870"/>
                  </a:lnTo>
                  <a:close/>
                  <a:moveTo>
                    <a:pt x="1301289" y="2098000"/>
                  </a:moveTo>
                  <a:lnTo>
                    <a:pt x="1369257" y="2073463"/>
                  </a:lnTo>
                  <a:lnTo>
                    <a:pt x="1406962" y="1999235"/>
                  </a:lnTo>
                  <a:close/>
                  <a:moveTo>
                    <a:pt x="858789" y="1317222"/>
                  </a:moveTo>
                  <a:lnTo>
                    <a:pt x="855927" y="1219456"/>
                  </a:lnTo>
                  <a:lnTo>
                    <a:pt x="850871" y="1283388"/>
                  </a:lnTo>
                  <a:close/>
                  <a:moveTo>
                    <a:pt x="855927" y="1219456"/>
                  </a:moveTo>
                  <a:lnTo>
                    <a:pt x="843759" y="1129256"/>
                  </a:lnTo>
                  <a:lnTo>
                    <a:pt x="825400" y="1201174"/>
                  </a:lnTo>
                  <a:close/>
                  <a:moveTo>
                    <a:pt x="574708" y="901635"/>
                  </a:moveTo>
                  <a:lnTo>
                    <a:pt x="522725" y="872313"/>
                  </a:lnTo>
                  <a:lnTo>
                    <a:pt x="525844" y="934142"/>
                  </a:lnTo>
                  <a:close/>
                  <a:moveTo>
                    <a:pt x="844784" y="1118959"/>
                  </a:moveTo>
                  <a:lnTo>
                    <a:pt x="876216" y="1002777"/>
                  </a:lnTo>
                  <a:lnTo>
                    <a:pt x="863922" y="998307"/>
                  </a:lnTo>
                  <a:close/>
                  <a:moveTo>
                    <a:pt x="863922" y="998307"/>
                  </a:moveTo>
                  <a:lnTo>
                    <a:pt x="887698" y="1020675"/>
                  </a:lnTo>
                  <a:lnTo>
                    <a:pt x="844784" y="1118959"/>
                  </a:lnTo>
                  <a:close/>
                  <a:moveTo>
                    <a:pt x="876216" y="1002777"/>
                  </a:moveTo>
                  <a:lnTo>
                    <a:pt x="903116" y="1036743"/>
                  </a:lnTo>
                  <a:lnTo>
                    <a:pt x="879513" y="990073"/>
                  </a:lnTo>
                  <a:close/>
                  <a:moveTo>
                    <a:pt x="507677" y="651016"/>
                  </a:moveTo>
                  <a:lnTo>
                    <a:pt x="594825" y="698190"/>
                  </a:lnTo>
                  <a:lnTo>
                    <a:pt x="561659" y="676362"/>
                  </a:lnTo>
                  <a:close/>
                  <a:moveTo>
                    <a:pt x="1496609" y="1453161"/>
                  </a:moveTo>
                  <a:lnTo>
                    <a:pt x="1451137" y="1518789"/>
                  </a:lnTo>
                  <a:lnTo>
                    <a:pt x="1493216" y="1465273"/>
                  </a:lnTo>
                  <a:close/>
                  <a:moveTo>
                    <a:pt x="946536" y="962006"/>
                  </a:moveTo>
                  <a:lnTo>
                    <a:pt x="971391" y="885902"/>
                  </a:lnTo>
                  <a:lnTo>
                    <a:pt x="879513" y="990073"/>
                  </a:lnTo>
                  <a:close/>
                  <a:moveTo>
                    <a:pt x="904392" y="879779"/>
                  </a:moveTo>
                  <a:lnTo>
                    <a:pt x="971391" y="885902"/>
                  </a:lnTo>
                  <a:lnTo>
                    <a:pt x="904373" y="867819"/>
                  </a:lnTo>
                  <a:close/>
                  <a:moveTo>
                    <a:pt x="1021900" y="813373"/>
                  </a:moveTo>
                  <a:lnTo>
                    <a:pt x="904373" y="867819"/>
                  </a:lnTo>
                  <a:lnTo>
                    <a:pt x="979469" y="869933"/>
                  </a:lnTo>
                  <a:close/>
                  <a:moveTo>
                    <a:pt x="979469" y="869933"/>
                  </a:moveTo>
                  <a:lnTo>
                    <a:pt x="1046073" y="840297"/>
                  </a:lnTo>
                  <a:lnTo>
                    <a:pt x="1021900" y="813373"/>
                  </a:lnTo>
                  <a:close/>
                  <a:moveTo>
                    <a:pt x="1940134" y="1523375"/>
                  </a:moveTo>
                  <a:lnTo>
                    <a:pt x="1953174" y="1533888"/>
                  </a:lnTo>
                  <a:lnTo>
                    <a:pt x="1913854" y="1505262"/>
                  </a:lnTo>
                  <a:close/>
                  <a:moveTo>
                    <a:pt x="1275389" y="709951"/>
                  </a:moveTo>
                  <a:lnTo>
                    <a:pt x="1393425" y="657408"/>
                  </a:lnTo>
                  <a:lnTo>
                    <a:pt x="1321095" y="665636"/>
                  </a:lnTo>
                  <a:close/>
                  <a:moveTo>
                    <a:pt x="2081691" y="1558773"/>
                  </a:moveTo>
                  <a:lnTo>
                    <a:pt x="2002687" y="1542048"/>
                  </a:lnTo>
                  <a:lnTo>
                    <a:pt x="1953174" y="1533888"/>
                  </a:lnTo>
                  <a:close/>
                  <a:moveTo>
                    <a:pt x="1947548" y="1238185"/>
                  </a:moveTo>
                  <a:lnTo>
                    <a:pt x="1984793" y="1259944"/>
                  </a:lnTo>
                  <a:lnTo>
                    <a:pt x="1886013" y="1227620"/>
                  </a:lnTo>
                  <a:close/>
                  <a:moveTo>
                    <a:pt x="1920569" y="1235024"/>
                  </a:moveTo>
                  <a:lnTo>
                    <a:pt x="1947548" y="1238185"/>
                  </a:lnTo>
                  <a:lnTo>
                    <a:pt x="1886013" y="1227620"/>
                  </a:lnTo>
                  <a:close/>
                  <a:moveTo>
                    <a:pt x="1321095" y="665636"/>
                  </a:moveTo>
                  <a:lnTo>
                    <a:pt x="1393425" y="657408"/>
                  </a:lnTo>
                  <a:lnTo>
                    <a:pt x="1407143" y="559479"/>
                  </a:lnTo>
                  <a:close/>
                  <a:moveTo>
                    <a:pt x="1789459" y="1045340"/>
                  </a:moveTo>
                  <a:lnTo>
                    <a:pt x="1782884" y="1062353"/>
                  </a:lnTo>
                  <a:lnTo>
                    <a:pt x="1900853" y="1014333"/>
                  </a:lnTo>
                  <a:close/>
                  <a:moveTo>
                    <a:pt x="2282467" y="1321721"/>
                  </a:moveTo>
                  <a:lnTo>
                    <a:pt x="2328873" y="1304757"/>
                  </a:lnTo>
                  <a:lnTo>
                    <a:pt x="2256767" y="1289089"/>
                  </a:lnTo>
                  <a:close/>
                  <a:moveTo>
                    <a:pt x="2282467" y="1321721"/>
                  </a:moveTo>
                  <a:lnTo>
                    <a:pt x="2256767" y="1289089"/>
                  </a:lnTo>
                  <a:lnTo>
                    <a:pt x="2204707" y="1309647"/>
                  </a:lnTo>
                  <a:close/>
                  <a:moveTo>
                    <a:pt x="2282467" y="1321721"/>
                  </a:moveTo>
                  <a:lnTo>
                    <a:pt x="2361141" y="1337215"/>
                  </a:lnTo>
                  <a:lnTo>
                    <a:pt x="2326960" y="1311691"/>
                  </a:lnTo>
                  <a:close/>
                  <a:moveTo>
                    <a:pt x="2164337" y="1083031"/>
                  </a:moveTo>
                  <a:lnTo>
                    <a:pt x="2098271" y="1076149"/>
                  </a:lnTo>
                  <a:lnTo>
                    <a:pt x="2114378" y="1178764"/>
                  </a:lnTo>
                  <a:close/>
                  <a:moveTo>
                    <a:pt x="1939427" y="932119"/>
                  </a:moveTo>
                  <a:lnTo>
                    <a:pt x="1950247" y="915579"/>
                  </a:lnTo>
                  <a:lnTo>
                    <a:pt x="1927972" y="893682"/>
                  </a:lnTo>
                  <a:close/>
                  <a:moveTo>
                    <a:pt x="1837938" y="766243"/>
                  </a:moveTo>
                  <a:lnTo>
                    <a:pt x="1855929" y="729252"/>
                  </a:lnTo>
                  <a:lnTo>
                    <a:pt x="1822727" y="780916"/>
                  </a:lnTo>
                  <a:close/>
                  <a:moveTo>
                    <a:pt x="1918704" y="645902"/>
                  </a:moveTo>
                  <a:lnTo>
                    <a:pt x="1879374" y="714052"/>
                  </a:lnTo>
                  <a:lnTo>
                    <a:pt x="1998642" y="666118"/>
                  </a:lnTo>
                  <a:close/>
                  <a:moveTo>
                    <a:pt x="1998642" y="666118"/>
                  </a:moveTo>
                  <a:lnTo>
                    <a:pt x="1949247" y="696638"/>
                  </a:lnTo>
                  <a:lnTo>
                    <a:pt x="2060724" y="619572"/>
                  </a:lnTo>
                  <a:close/>
                  <a:moveTo>
                    <a:pt x="2060724" y="619572"/>
                  </a:moveTo>
                  <a:lnTo>
                    <a:pt x="2156022" y="589331"/>
                  </a:lnTo>
                  <a:lnTo>
                    <a:pt x="2081806" y="589075"/>
                  </a:lnTo>
                  <a:close/>
                  <a:moveTo>
                    <a:pt x="2090146" y="282018"/>
                  </a:moveTo>
                  <a:lnTo>
                    <a:pt x="2081464" y="285081"/>
                  </a:lnTo>
                  <a:lnTo>
                    <a:pt x="2086062" y="283903"/>
                  </a:lnTo>
                  <a:close/>
                  <a:moveTo>
                    <a:pt x="2171091" y="323153"/>
                  </a:moveTo>
                  <a:lnTo>
                    <a:pt x="2090146" y="282018"/>
                  </a:lnTo>
                  <a:lnTo>
                    <a:pt x="2088536" y="285081"/>
                  </a:lnTo>
                  <a:close/>
                  <a:moveTo>
                    <a:pt x="2086062" y="283903"/>
                  </a:moveTo>
                  <a:lnTo>
                    <a:pt x="2088536" y="285081"/>
                  </a:lnTo>
                  <a:lnTo>
                    <a:pt x="2090146" y="282018"/>
                  </a:lnTo>
                  <a:close/>
                  <a:moveTo>
                    <a:pt x="2015373" y="0"/>
                  </a:moveTo>
                  <a:lnTo>
                    <a:pt x="2051053" y="1262"/>
                  </a:lnTo>
                  <a:lnTo>
                    <a:pt x="2004170" y="4117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94" name="Candidate_density__2113">
              <a:extLst>
                <a:ext uri="{FF2B5EF4-FFF2-40B4-BE49-F238E27FC236}">
                  <a16:creationId xmlns:a16="http://schemas.microsoft.com/office/drawing/2014/main" id="{43655248-09E6-01A1-1A44-42D4FC936C08}"/>
                </a:ext>
              </a:extLst>
            </p:cNvPr>
            <p:cNvSpPr>
              <a:spLocks noGrp="1"/>
            </p:cNvSpPr>
            <p:nvPr/>
          </p:nvSpPr>
          <p:spPr>
            <a:xfrm>
              <a:off x="3818550" y="1631657"/>
              <a:ext cx="2500497" cy="2372495"/>
            </a:xfrm>
            <a:custGeom>
              <a:avLst/>
              <a:gdLst/>
              <a:ahLst/>
              <a:cxnLst/>
              <a:rect l="0" t="0" r="0" b="0"/>
              <a:pathLst>
                <a:path w="2500497" h="2372495">
                  <a:moveTo>
                    <a:pt x="315798" y="2161142"/>
                  </a:moveTo>
                  <a:lnTo>
                    <a:pt x="279547" y="2101520"/>
                  </a:lnTo>
                  <a:lnTo>
                    <a:pt x="319206" y="2169370"/>
                  </a:lnTo>
                  <a:close/>
                  <a:moveTo>
                    <a:pt x="732737" y="2339592"/>
                  </a:moveTo>
                  <a:lnTo>
                    <a:pt x="666458" y="2269020"/>
                  </a:lnTo>
                  <a:lnTo>
                    <a:pt x="664012" y="2287135"/>
                  </a:lnTo>
                  <a:close/>
                  <a:moveTo>
                    <a:pt x="696979" y="2269354"/>
                  </a:moveTo>
                  <a:lnTo>
                    <a:pt x="666458" y="2269020"/>
                  </a:lnTo>
                  <a:lnTo>
                    <a:pt x="732737" y="2339592"/>
                  </a:lnTo>
                  <a:close/>
                  <a:moveTo>
                    <a:pt x="729335" y="2178403"/>
                  </a:moveTo>
                  <a:lnTo>
                    <a:pt x="748916" y="2184882"/>
                  </a:lnTo>
                  <a:lnTo>
                    <a:pt x="831712" y="2255856"/>
                  </a:lnTo>
                  <a:close/>
                  <a:moveTo>
                    <a:pt x="635303" y="2094164"/>
                  </a:moveTo>
                  <a:lnTo>
                    <a:pt x="716480" y="2088761"/>
                  </a:lnTo>
                  <a:lnTo>
                    <a:pt x="637092" y="2045449"/>
                  </a:lnTo>
                  <a:close/>
                  <a:moveTo>
                    <a:pt x="58454" y="1490509"/>
                  </a:moveTo>
                  <a:lnTo>
                    <a:pt x="0" y="1446364"/>
                  </a:lnTo>
                  <a:lnTo>
                    <a:pt x="32594" y="1457275"/>
                  </a:lnTo>
                  <a:close/>
                  <a:moveTo>
                    <a:pt x="637092" y="2045449"/>
                  </a:moveTo>
                  <a:lnTo>
                    <a:pt x="760795" y="2052734"/>
                  </a:lnTo>
                  <a:lnTo>
                    <a:pt x="710666" y="1963617"/>
                  </a:lnTo>
                  <a:close/>
                  <a:moveTo>
                    <a:pt x="716072" y="2062084"/>
                  </a:moveTo>
                  <a:lnTo>
                    <a:pt x="760795" y="2052734"/>
                  </a:lnTo>
                  <a:lnTo>
                    <a:pt x="637092" y="2045449"/>
                  </a:lnTo>
                  <a:close/>
                  <a:moveTo>
                    <a:pt x="710666" y="1963617"/>
                  </a:moveTo>
                  <a:lnTo>
                    <a:pt x="648294" y="1983511"/>
                  </a:lnTo>
                  <a:lnTo>
                    <a:pt x="637092" y="2045449"/>
                  </a:lnTo>
                  <a:close/>
                  <a:moveTo>
                    <a:pt x="954631" y="2292477"/>
                  </a:moveTo>
                  <a:lnTo>
                    <a:pt x="964585" y="2308517"/>
                  </a:lnTo>
                  <a:lnTo>
                    <a:pt x="992824" y="2324294"/>
                  </a:lnTo>
                  <a:close/>
                  <a:moveTo>
                    <a:pt x="1080246" y="2372495"/>
                  </a:moveTo>
                  <a:lnTo>
                    <a:pt x="992824" y="2324294"/>
                  </a:lnTo>
                  <a:lnTo>
                    <a:pt x="964585" y="2308517"/>
                  </a:lnTo>
                  <a:close/>
                  <a:moveTo>
                    <a:pt x="1014609" y="2254041"/>
                  </a:moveTo>
                  <a:lnTo>
                    <a:pt x="954631" y="2292477"/>
                  </a:lnTo>
                  <a:lnTo>
                    <a:pt x="992824" y="2324294"/>
                  </a:lnTo>
                  <a:close/>
                  <a:moveTo>
                    <a:pt x="992824" y="2324294"/>
                  </a:moveTo>
                  <a:lnTo>
                    <a:pt x="1080246" y="2372495"/>
                  </a:lnTo>
                  <a:lnTo>
                    <a:pt x="1115077" y="2287520"/>
                  </a:lnTo>
                  <a:close/>
                  <a:moveTo>
                    <a:pt x="1034469" y="2264798"/>
                  </a:moveTo>
                  <a:lnTo>
                    <a:pt x="992824" y="2324294"/>
                  </a:lnTo>
                  <a:lnTo>
                    <a:pt x="1115077" y="2287520"/>
                  </a:lnTo>
                  <a:close/>
                  <a:moveTo>
                    <a:pt x="1126211" y="2237710"/>
                  </a:moveTo>
                  <a:lnTo>
                    <a:pt x="1193024" y="2243985"/>
                  </a:lnTo>
                  <a:lnTo>
                    <a:pt x="1137805" y="2157293"/>
                  </a:lnTo>
                  <a:close/>
                  <a:moveTo>
                    <a:pt x="1193024" y="2243985"/>
                  </a:moveTo>
                  <a:lnTo>
                    <a:pt x="1216842" y="2174141"/>
                  </a:lnTo>
                  <a:lnTo>
                    <a:pt x="1137805" y="2157293"/>
                  </a:lnTo>
                  <a:close/>
                  <a:moveTo>
                    <a:pt x="1008158" y="1972817"/>
                  </a:moveTo>
                  <a:lnTo>
                    <a:pt x="1046299" y="1968960"/>
                  </a:lnTo>
                  <a:lnTo>
                    <a:pt x="1010676" y="1960635"/>
                  </a:lnTo>
                  <a:close/>
                  <a:moveTo>
                    <a:pt x="996161" y="1968960"/>
                  </a:moveTo>
                  <a:lnTo>
                    <a:pt x="1008158" y="1972817"/>
                  </a:lnTo>
                  <a:lnTo>
                    <a:pt x="1010676" y="1960635"/>
                  </a:lnTo>
                  <a:close/>
                  <a:moveTo>
                    <a:pt x="756466" y="1655884"/>
                  </a:moveTo>
                  <a:lnTo>
                    <a:pt x="638706" y="1621076"/>
                  </a:lnTo>
                  <a:lnTo>
                    <a:pt x="694392" y="1678535"/>
                  </a:lnTo>
                  <a:close/>
                  <a:moveTo>
                    <a:pt x="637747" y="1591717"/>
                  </a:moveTo>
                  <a:lnTo>
                    <a:pt x="738435" y="1570451"/>
                  </a:lnTo>
                  <a:lnTo>
                    <a:pt x="727040" y="1479623"/>
                  </a:lnTo>
                  <a:close/>
                  <a:moveTo>
                    <a:pt x="637747" y="1591717"/>
                  </a:moveTo>
                  <a:lnTo>
                    <a:pt x="727040" y="1479623"/>
                  </a:lnTo>
                  <a:lnTo>
                    <a:pt x="634884" y="1493952"/>
                  </a:lnTo>
                  <a:close/>
                  <a:moveTo>
                    <a:pt x="304801" y="1208637"/>
                  </a:moveTo>
                  <a:lnTo>
                    <a:pt x="379563" y="1267460"/>
                  </a:lnTo>
                  <a:lnTo>
                    <a:pt x="353666" y="1176130"/>
                  </a:lnTo>
                  <a:close/>
                  <a:moveTo>
                    <a:pt x="353666" y="1176130"/>
                  </a:moveTo>
                  <a:lnTo>
                    <a:pt x="379563" y="1267460"/>
                  </a:lnTo>
                  <a:lnTo>
                    <a:pt x="420320" y="1146835"/>
                  </a:lnTo>
                  <a:close/>
                  <a:moveTo>
                    <a:pt x="420320" y="1146835"/>
                  </a:moveTo>
                  <a:lnTo>
                    <a:pt x="332851" y="1103030"/>
                  </a:lnTo>
                  <a:lnTo>
                    <a:pt x="336780" y="1112997"/>
                  </a:lnTo>
                  <a:close/>
                  <a:moveTo>
                    <a:pt x="1228121" y="2115359"/>
                  </a:moveTo>
                  <a:lnTo>
                    <a:pt x="1216842" y="2174141"/>
                  </a:lnTo>
                  <a:lnTo>
                    <a:pt x="1268863" y="2133390"/>
                  </a:lnTo>
                  <a:close/>
                  <a:moveTo>
                    <a:pt x="1228121" y="2115359"/>
                  </a:moveTo>
                  <a:lnTo>
                    <a:pt x="1268863" y="2133390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28121" y="2115359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77425" y="2035775"/>
                  </a:lnTo>
                  <a:lnTo>
                    <a:pt x="1215875" y="1955324"/>
                  </a:lnTo>
                  <a:close/>
                  <a:moveTo>
                    <a:pt x="1277425" y="2035775"/>
                  </a:moveTo>
                  <a:lnTo>
                    <a:pt x="1286718" y="1941534"/>
                  </a:lnTo>
                  <a:lnTo>
                    <a:pt x="1215875" y="1955324"/>
                  </a:lnTo>
                  <a:close/>
                  <a:moveTo>
                    <a:pt x="1106241" y="1824079"/>
                  </a:moveTo>
                  <a:lnTo>
                    <a:pt x="1059252" y="1791685"/>
                  </a:lnTo>
                  <a:lnTo>
                    <a:pt x="1062214" y="1766093"/>
                  </a:lnTo>
                  <a:close/>
                  <a:moveTo>
                    <a:pt x="527405" y="1190587"/>
                  </a:moveTo>
                  <a:lnTo>
                    <a:pt x="420364" y="1146800"/>
                  </a:lnTo>
                  <a:lnTo>
                    <a:pt x="420370" y="1146809"/>
                  </a:lnTo>
                  <a:close/>
                  <a:moveTo>
                    <a:pt x="353666" y="1176130"/>
                  </a:moveTo>
                  <a:lnTo>
                    <a:pt x="420328" y="1146809"/>
                  </a:lnTo>
                  <a:lnTo>
                    <a:pt x="380420" y="1118682"/>
                  </a:lnTo>
                  <a:close/>
                  <a:moveTo>
                    <a:pt x="380420" y="1118682"/>
                  </a:moveTo>
                  <a:lnTo>
                    <a:pt x="420328" y="1146809"/>
                  </a:lnTo>
                  <a:lnTo>
                    <a:pt x="336780" y="1112997"/>
                  </a:lnTo>
                  <a:close/>
                  <a:moveTo>
                    <a:pt x="373782" y="972686"/>
                  </a:moveTo>
                  <a:lnTo>
                    <a:pt x="386258" y="974343"/>
                  </a:lnTo>
                  <a:lnTo>
                    <a:pt x="340616" y="950857"/>
                  </a:lnTo>
                  <a:close/>
                  <a:moveTo>
                    <a:pt x="1224418" y="1818092"/>
                  </a:moveTo>
                  <a:lnTo>
                    <a:pt x="1128871" y="1835178"/>
                  </a:lnTo>
                  <a:lnTo>
                    <a:pt x="1219315" y="1922334"/>
                  </a:lnTo>
                  <a:close/>
                  <a:moveTo>
                    <a:pt x="1288108" y="1926998"/>
                  </a:moveTo>
                  <a:lnTo>
                    <a:pt x="1215875" y="1955324"/>
                  </a:lnTo>
                  <a:lnTo>
                    <a:pt x="1286718" y="1941534"/>
                  </a:lnTo>
                  <a:close/>
                  <a:moveTo>
                    <a:pt x="1288108" y="1926998"/>
                  </a:moveTo>
                  <a:lnTo>
                    <a:pt x="1219315" y="1922334"/>
                  </a:lnTo>
                  <a:lnTo>
                    <a:pt x="1215875" y="1955324"/>
                  </a:lnTo>
                  <a:close/>
                  <a:moveTo>
                    <a:pt x="1219315" y="1922334"/>
                  </a:moveTo>
                  <a:lnTo>
                    <a:pt x="1288108" y="1926998"/>
                  </a:lnTo>
                  <a:lnTo>
                    <a:pt x="1295489" y="1820905"/>
                  </a:lnTo>
                  <a:close/>
                  <a:moveTo>
                    <a:pt x="1219315" y="1922334"/>
                  </a:moveTo>
                  <a:lnTo>
                    <a:pt x="1295489" y="1820905"/>
                  </a:lnTo>
                  <a:lnTo>
                    <a:pt x="1224418" y="1818092"/>
                  </a:lnTo>
                  <a:close/>
                  <a:moveTo>
                    <a:pt x="1128871" y="1835178"/>
                  </a:moveTo>
                  <a:lnTo>
                    <a:pt x="1224418" y="1818092"/>
                  </a:lnTo>
                  <a:lnTo>
                    <a:pt x="1121682" y="1766093"/>
                  </a:lnTo>
                  <a:close/>
                  <a:moveTo>
                    <a:pt x="1095689" y="1661971"/>
                  </a:moveTo>
                  <a:lnTo>
                    <a:pt x="1062963" y="1728076"/>
                  </a:lnTo>
                  <a:lnTo>
                    <a:pt x="1081879" y="1732990"/>
                  </a:lnTo>
                  <a:close/>
                  <a:moveTo>
                    <a:pt x="1012960" y="1668636"/>
                  </a:moveTo>
                  <a:lnTo>
                    <a:pt x="1050202" y="1598858"/>
                  </a:lnTo>
                  <a:lnTo>
                    <a:pt x="999262" y="1579679"/>
                  </a:lnTo>
                  <a:close/>
                  <a:moveTo>
                    <a:pt x="1095689" y="1661971"/>
                  </a:moveTo>
                  <a:lnTo>
                    <a:pt x="1103469" y="1683877"/>
                  </a:lnTo>
                  <a:lnTo>
                    <a:pt x="1050202" y="1598858"/>
                  </a:lnTo>
                  <a:close/>
                  <a:moveTo>
                    <a:pt x="938486" y="1568497"/>
                  </a:moveTo>
                  <a:lnTo>
                    <a:pt x="953749" y="1516589"/>
                  </a:lnTo>
                  <a:lnTo>
                    <a:pt x="909341" y="1492100"/>
                  </a:lnTo>
                  <a:close/>
                  <a:moveTo>
                    <a:pt x="836070" y="951114"/>
                  </a:moveTo>
                  <a:lnTo>
                    <a:pt x="829309" y="949284"/>
                  </a:lnTo>
                  <a:lnTo>
                    <a:pt x="832530" y="1031499"/>
                  </a:lnTo>
                  <a:close/>
                  <a:moveTo>
                    <a:pt x="829309" y="949284"/>
                  </a:moveTo>
                  <a:lnTo>
                    <a:pt x="809080" y="912465"/>
                  </a:lnTo>
                  <a:lnTo>
                    <a:pt x="872918" y="993062"/>
                  </a:lnTo>
                  <a:close/>
                  <a:moveTo>
                    <a:pt x="888223" y="910847"/>
                  </a:moveTo>
                  <a:lnTo>
                    <a:pt x="926535" y="1000441"/>
                  </a:lnTo>
                  <a:lnTo>
                    <a:pt x="978860" y="980871"/>
                  </a:lnTo>
                  <a:close/>
                  <a:moveTo>
                    <a:pt x="1598003" y="1732998"/>
                  </a:moveTo>
                  <a:lnTo>
                    <a:pt x="1600887" y="1754398"/>
                  </a:lnTo>
                  <a:lnTo>
                    <a:pt x="1636815" y="1768909"/>
                  </a:lnTo>
                  <a:close/>
                  <a:moveTo>
                    <a:pt x="1692955" y="1776777"/>
                  </a:moveTo>
                  <a:lnTo>
                    <a:pt x="1636815" y="1768909"/>
                  </a:lnTo>
                  <a:lnTo>
                    <a:pt x="1692811" y="1779757"/>
                  </a:lnTo>
                  <a:close/>
                  <a:moveTo>
                    <a:pt x="1598003" y="1732998"/>
                  </a:moveTo>
                  <a:lnTo>
                    <a:pt x="1636815" y="1768909"/>
                  </a:lnTo>
                  <a:lnTo>
                    <a:pt x="1692955" y="1776777"/>
                  </a:lnTo>
                  <a:close/>
                  <a:moveTo>
                    <a:pt x="1990434" y="1824655"/>
                  </a:moveTo>
                  <a:lnTo>
                    <a:pt x="1971520" y="1835041"/>
                  </a:lnTo>
                  <a:lnTo>
                    <a:pt x="2033587" y="1922543"/>
                  </a:lnTo>
                  <a:close/>
                  <a:moveTo>
                    <a:pt x="2074030" y="1858548"/>
                  </a:moveTo>
                  <a:lnTo>
                    <a:pt x="1990434" y="1824655"/>
                  </a:lnTo>
                  <a:lnTo>
                    <a:pt x="2033587" y="1922543"/>
                  </a:lnTo>
                  <a:close/>
                  <a:moveTo>
                    <a:pt x="1971520" y="1835041"/>
                  </a:moveTo>
                  <a:lnTo>
                    <a:pt x="1981010" y="1820556"/>
                  </a:lnTo>
                  <a:lnTo>
                    <a:pt x="1940448" y="1852967"/>
                  </a:lnTo>
                  <a:close/>
                  <a:moveTo>
                    <a:pt x="1940448" y="1852967"/>
                  </a:moveTo>
                  <a:lnTo>
                    <a:pt x="1981010" y="1820556"/>
                  </a:lnTo>
                  <a:lnTo>
                    <a:pt x="1908401" y="1796605"/>
                  </a:lnTo>
                  <a:close/>
                  <a:moveTo>
                    <a:pt x="1557131" y="1329010"/>
                  </a:moveTo>
                  <a:lnTo>
                    <a:pt x="1597815" y="1407896"/>
                  </a:lnTo>
                  <a:lnTo>
                    <a:pt x="1602416" y="1409480"/>
                  </a:lnTo>
                  <a:close/>
                  <a:moveTo>
                    <a:pt x="1186100" y="833974"/>
                  </a:moveTo>
                  <a:lnTo>
                    <a:pt x="1172383" y="931903"/>
                  </a:lnTo>
                  <a:lnTo>
                    <a:pt x="1195956" y="840309"/>
                  </a:lnTo>
                  <a:close/>
                  <a:moveTo>
                    <a:pt x="1195956" y="840309"/>
                  </a:moveTo>
                  <a:lnTo>
                    <a:pt x="1172383" y="931903"/>
                  </a:lnTo>
                  <a:lnTo>
                    <a:pt x="1272468" y="838699"/>
                  </a:lnTo>
                  <a:close/>
                  <a:moveTo>
                    <a:pt x="1192768" y="792918"/>
                  </a:moveTo>
                  <a:lnTo>
                    <a:pt x="1195956" y="840309"/>
                  </a:lnTo>
                  <a:lnTo>
                    <a:pt x="1226264" y="751759"/>
                  </a:lnTo>
                  <a:close/>
                  <a:moveTo>
                    <a:pt x="1186100" y="833974"/>
                  </a:moveTo>
                  <a:lnTo>
                    <a:pt x="1195956" y="840309"/>
                  </a:lnTo>
                  <a:lnTo>
                    <a:pt x="1192768" y="792918"/>
                  </a:lnTo>
                  <a:close/>
                  <a:moveTo>
                    <a:pt x="1981010" y="1820556"/>
                  </a:moveTo>
                  <a:lnTo>
                    <a:pt x="1971520" y="1835041"/>
                  </a:lnTo>
                  <a:lnTo>
                    <a:pt x="1990434" y="1824655"/>
                  </a:lnTo>
                  <a:close/>
                  <a:moveTo>
                    <a:pt x="1981010" y="1820556"/>
                  </a:moveTo>
                  <a:lnTo>
                    <a:pt x="1990434" y="1824655"/>
                  </a:lnTo>
                  <a:lnTo>
                    <a:pt x="1992631" y="1817878"/>
                  </a:lnTo>
                  <a:close/>
                  <a:moveTo>
                    <a:pt x="1992631" y="1817878"/>
                  </a:moveTo>
                  <a:lnTo>
                    <a:pt x="1908401" y="1796605"/>
                  </a:lnTo>
                  <a:lnTo>
                    <a:pt x="1981010" y="1820556"/>
                  </a:lnTo>
                  <a:close/>
                  <a:moveTo>
                    <a:pt x="2091557" y="1798044"/>
                  </a:moveTo>
                  <a:lnTo>
                    <a:pt x="1990434" y="1824655"/>
                  </a:lnTo>
                  <a:lnTo>
                    <a:pt x="2074030" y="1858548"/>
                  </a:lnTo>
                  <a:close/>
                  <a:moveTo>
                    <a:pt x="2091557" y="1798044"/>
                  </a:moveTo>
                  <a:lnTo>
                    <a:pt x="1992631" y="1817878"/>
                  </a:lnTo>
                  <a:lnTo>
                    <a:pt x="1990434" y="1824655"/>
                  </a:lnTo>
                  <a:close/>
                  <a:moveTo>
                    <a:pt x="1783244" y="1607325"/>
                  </a:moveTo>
                  <a:lnTo>
                    <a:pt x="1822368" y="1634930"/>
                  </a:lnTo>
                  <a:lnTo>
                    <a:pt x="1856702" y="1603313"/>
                  </a:lnTo>
                  <a:close/>
                  <a:moveTo>
                    <a:pt x="1679810" y="1288828"/>
                  </a:moveTo>
                  <a:lnTo>
                    <a:pt x="1561841" y="1336848"/>
                  </a:lnTo>
                  <a:lnTo>
                    <a:pt x="1602416" y="1409480"/>
                  </a:lnTo>
                  <a:close/>
                  <a:moveTo>
                    <a:pt x="1750695" y="1270426"/>
                  </a:moveTo>
                  <a:lnTo>
                    <a:pt x="1699245" y="1293265"/>
                  </a:lnTo>
                  <a:lnTo>
                    <a:pt x="1718384" y="1206614"/>
                  </a:lnTo>
                  <a:close/>
                  <a:moveTo>
                    <a:pt x="1257194" y="713322"/>
                  </a:moveTo>
                  <a:lnTo>
                    <a:pt x="1265526" y="744250"/>
                  </a:lnTo>
                  <a:lnTo>
                    <a:pt x="1288871" y="795538"/>
                  </a:lnTo>
                  <a:close/>
                  <a:moveTo>
                    <a:pt x="1226264" y="751759"/>
                  </a:moveTo>
                  <a:lnTo>
                    <a:pt x="1199354" y="737455"/>
                  </a:lnTo>
                  <a:lnTo>
                    <a:pt x="1192768" y="792918"/>
                  </a:lnTo>
                  <a:close/>
                  <a:moveTo>
                    <a:pt x="1706929" y="1168177"/>
                  </a:moveTo>
                  <a:lnTo>
                    <a:pt x="1750695" y="1270426"/>
                  </a:lnTo>
                  <a:lnTo>
                    <a:pt x="1718384" y="1206614"/>
                  </a:lnTo>
                  <a:close/>
                  <a:moveTo>
                    <a:pt x="1669904" y="1097735"/>
                  </a:moveTo>
                  <a:lnTo>
                    <a:pt x="1729204" y="1190075"/>
                  </a:lnTo>
                  <a:lnTo>
                    <a:pt x="1745437" y="1096921"/>
                  </a:lnTo>
                  <a:close/>
                  <a:moveTo>
                    <a:pt x="1706929" y="1168177"/>
                  </a:moveTo>
                  <a:lnTo>
                    <a:pt x="1729204" y="1190075"/>
                  </a:lnTo>
                  <a:lnTo>
                    <a:pt x="1669904" y="1097735"/>
                  </a:lnTo>
                  <a:close/>
                  <a:moveTo>
                    <a:pt x="1601685" y="1055411"/>
                  </a:moveTo>
                  <a:lnTo>
                    <a:pt x="1578127" y="1124398"/>
                  </a:lnTo>
                  <a:lnTo>
                    <a:pt x="1616895" y="1040738"/>
                  </a:lnTo>
                  <a:close/>
                  <a:moveTo>
                    <a:pt x="2242922" y="1458601"/>
                  </a:moveTo>
                  <a:lnTo>
                    <a:pt x="2220091" y="1480385"/>
                  </a:lnTo>
                  <a:lnTo>
                    <a:pt x="2280410" y="1465418"/>
                  </a:lnTo>
                  <a:close/>
                  <a:moveTo>
                    <a:pt x="2280410" y="1465418"/>
                  </a:moveTo>
                  <a:lnTo>
                    <a:pt x="2220091" y="1480385"/>
                  </a:lnTo>
                  <a:lnTo>
                    <a:pt x="2208332" y="1563516"/>
                  </a:lnTo>
                  <a:close/>
                  <a:moveTo>
                    <a:pt x="2221570" y="1452662"/>
                  </a:moveTo>
                  <a:lnTo>
                    <a:pt x="2155042" y="1515833"/>
                  </a:lnTo>
                  <a:lnTo>
                    <a:pt x="2220091" y="1480385"/>
                  </a:lnTo>
                  <a:close/>
                  <a:moveTo>
                    <a:pt x="2124431" y="1370950"/>
                  </a:moveTo>
                  <a:lnTo>
                    <a:pt x="2201932" y="1412490"/>
                  </a:lnTo>
                  <a:lnTo>
                    <a:pt x="2151863" y="1376386"/>
                  </a:lnTo>
                  <a:close/>
                  <a:moveTo>
                    <a:pt x="2221570" y="1452662"/>
                  </a:moveTo>
                  <a:lnTo>
                    <a:pt x="2201932" y="1412490"/>
                  </a:lnTo>
                  <a:lnTo>
                    <a:pt x="2124431" y="1370950"/>
                  </a:lnTo>
                  <a:close/>
                  <a:moveTo>
                    <a:pt x="2221570" y="1452662"/>
                  </a:moveTo>
                  <a:lnTo>
                    <a:pt x="2220091" y="1480385"/>
                  </a:lnTo>
                  <a:lnTo>
                    <a:pt x="2242922" y="1458601"/>
                  </a:lnTo>
                  <a:close/>
                  <a:moveTo>
                    <a:pt x="2221570" y="1452662"/>
                  </a:moveTo>
                  <a:lnTo>
                    <a:pt x="2242922" y="1458601"/>
                  </a:lnTo>
                  <a:lnTo>
                    <a:pt x="2201932" y="1412490"/>
                  </a:lnTo>
                  <a:close/>
                  <a:moveTo>
                    <a:pt x="2124431" y="1370950"/>
                  </a:moveTo>
                  <a:lnTo>
                    <a:pt x="2151863" y="1376386"/>
                  </a:lnTo>
                  <a:lnTo>
                    <a:pt x="2112164" y="1355520"/>
                  </a:lnTo>
                  <a:close/>
                  <a:moveTo>
                    <a:pt x="1860764" y="863570"/>
                  </a:moveTo>
                  <a:lnTo>
                    <a:pt x="1931797" y="766321"/>
                  </a:lnTo>
                  <a:lnTo>
                    <a:pt x="1860683" y="763543"/>
                  </a:lnTo>
                  <a:close/>
                  <a:moveTo>
                    <a:pt x="1784003" y="765290"/>
                  </a:moveTo>
                  <a:lnTo>
                    <a:pt x="1860764" y="863570"/>
                  </a:lnTo>
                  <a:lnTo>
                    <a:pt x="1860683" y="763543"/>
                  </a:lnTo>
                  <a:close/>
                  <a:moveTo>
                    <a:pt x="1827177" y="690691"/>
                  </a:moveTo>
                  <a:lnTo>
                    <a:pt x="1770616" y="699301"/>
                  </a:lnTo>
                  <a:lnTo>
                    <a:pt x="1784003" y="765290"/>
                  </a:lnTo>
                  <a:close/>
                  <a:moveTo>
                    <a:pt x="1746508" y="762444"/>
                  </a:moveTo>
                  <a:lnTo>
                    <a:pt x="1784003" y="765290"/>
                  </a:lnTo>
                  <a:lnTo>
                    <a:pt x="1770616" y="699301"/>
                  </a:lnTo>
                  <a:close/>
                  <a:moveTo>
                    <a:pt x="1539324" y="391851"/>
                  </a:moveTo>
                  <a:lnTo>
                    <a:pt x="1585936" y="350922"/>
                  </a:lnTo>
                  <a:lnTo>
                    <a:pt x="1671508" y="395786"/>
                  </a:lnTo>
                  <a:close/>
                  <a:moveTo>
                    <a:pt x="1773434" y="373514"/>
                  </a:moveTo>
                  <a:lnTo>
                    <a:pt x="1811731" y="359162"/>
                  </a:lnTo>
                  <a:lnTo>
                    <a:pt x="1794330" y="274495"/>
                  </a:lnTo>
                  <a:close/>
                  <a:moveTo>
                    <a:pt x="2019102" y="210221"/>
                  </a:moveTo>
                  <a:lnTo>
                    <a:pt x="2010752" y="201670"/>
                  </a:lnTo>
                  <a:lnTo>
                    <a:pt x="2110718" y="279837"/>
                  </a:lnTo>
                  <a:close/>
                  <a:moveTo>
                    <a:pt x="2046109" y="133427"/>
                  </a:moveTo>
                  <a:lnTo>
                    <a:pt x="2024507" y="236058"/>
                  </a:lnTo>
                  <a:lnTo>
                    <a:pt x="2010752" y="201670"/>
                  </a:lnTo>
                  <a:close/>
                  <a:moveTo>
                    <a:pt x="2500497" y="367395"/>
                  </a:moveTo>
                  <a:lnTo>
                    <a:pt x="2441067" y="294384"/>
                  </a:lnTo>
                  <a:lnTo>
                    <a:pt x="2459027" y="309992"/>
                  </a:lnTo>
                  <a:close/>
                  <a:moveTo>
                    <a:pt x="2365757" y="295019"/>
                  </a:moveTo>
                  <a:lnTo>
                    <a:pt x="2441067" y="294384"/>
                  </a:lnTo>
                  <a:lnTo>
                    <a:pt x="2388270" y="237215"/>
                  </a:lnTo>
                  <a:close/>
                  <a:moveTo>
                    <a:pt x="2365757" y="295019"/>
                  </a:moveTo>
                  <a:lnTo>
                    <a:pt x="2388270" y="237215"/>
                  </a:lnTo>
                  <a:lnTo>
                    <a:pt x="2339932" y="215922"/>
                  </a:lnTo>
                  <a:close/>
                  <a:moveTo>
                    <a:pt x="2277393" y="206172"/>
                  </a:moveTo>
                  <a:lnTo>
                    <a:pt x="2339932" y="215922"/>
                  </a:lnTo>
                  <a:lnTo>
                    <a:pt x="2304232" y="144854"/>
                  </a:lnTo>
                  <a:close/>
                  <a:moveTo>
                    <a:pt x="2339932" y="215922"/>
                  </a:moveTo>
                  <a:lnTo>
                    <a:pt x="2388270" y="237215"/>
                  </a:lnTo>
                  <a:lnTo>
                    <a:pt x="2304232" y="144854"/>
                  </a:lnTo>
                  <a:close/>
                  <a:moveTo>
                    <a:pt x="2253137" y="125801"/>
                  </a:moveTo>
                  <a:lnTo>
                    <a:pt x="2304232" y="144854"/>
                  </a:lnTo>
                  <a:lnTo>
                    <a:pt x="2268001" y="74217"/>
                  </a:lnTo>
                  <a:close/>
                  <a:moveTo>
                    <a:pt x="2253137" y="125801"/>
                  </a:moveTo>
                  <a:lnTo>
                    <a:pt x="2268001" y="74217"/>
                  </a:lnTo>
                  <a:lnTo>
                    <a:pt x="2225913" y="47839"/>
                  </a:lnTo>
                  <a:close/>
                  <a:moveTo>
                    <a:pt x="2225913" y="47839"/>
                  </a:moveTo>
                  <a:lnTo>
                    <a:pt x="2262479" y="68992"/>
                  </a:lnTo>
                  <a:lnTo>
                    <a:pt x="2169496" y="0"/>
                  </a:lnTo>
                  <a:close/>
                  <a:moveTo>
                    <a:pt x="2225913" y="47839"/>
                  </a:moveTo>
                  <a:lnTo>
                    <a:pt x="2268001" y="74217"/>
                  </a:lnTo>
                  <a:lnTo>
                    <a:pt x="2262479" y="6899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95" name="Candidate_density__2114">
              <a:extLst>
                <a:ext uri="{FF2B5EF4-FFF2-40B4-BE49-F238E27FC236}">
                  <a16:creationId xmlns:a16="http://schemas.microsoft.com/office/drawing/2014/main" id="{5B053436-5102-A56C-63DB-D69181099827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807342" cy="2352692"/>
            </a:xfrm>
            <a:custGeom>
              <a:avLst/>
              <a:gdLst/>
              <a:ahLst/>
              <a:cxnLst/>
              <a:rect l="0" t="0" r="0" b="0"/>
              <a:pathLst>
                <a:path w="2807342" h="2352692">
                  <a:moveTo>
                    <a:pt x="664114" y="2226699"/>
                  </a:moveTo>
                  <a:lnTo>
                    <a:pt x="621890" y="2144483"/>
                  </a:lnTo>
                  <a:lnTo>
                    <a:pt x="627862" y="2167077"/>
                  </a:lnTo>
                  <a:close/>
                  <a:moveTo>
                    <a:pt x="636933" y="2074495"/>
                  </a:moveTo>
                  <a:lnTo>
                    <a:pt x="627862" y="2167077"/>
                  </a:lnTo>
                  <a:lnTo>
                    <a:pt x="621890" y="2144483"/>
                  </a:lnTo>
                  <a:close/>
                  <a:moveTo>
                    <a:pt x="3408" y="1486763"/>
                  </a:moveTo>
                  <a:lnTo>
                    <a:pt x="2490" y="1411111"/>
                  </a:lnTo>
                  <a:lnTo>
                    <a:pt x="12247" y="1503271"/>
                  </a:lnTo>
                  <a:close/>
                  <a:moveTo>
                    <a:pt x="3408" y="1486763"/>
                  </a:moveTo>
                  <a:lnTo>
                    <a:pt x="0" y="1404548"/>
                  </a:lnTo>
                  <a:lnTo>
                    <a:pt x="2490" y="1411111"/>
                  </a:lnTo>
                  <a:close/>
                  <a:moveTo>
                    <a:pt x="5224" y="1384586"/>
                  </a:moveTo>
                  <a:lnTo>
                    <a:pt x="2490" y="1411111"/>
                  </a:lnTo>
                  <a:lnTo>
                    <a:pt x="0" y="1404548"/>
                  </a:lnTo>
                  <a:close/>
                  <a:moveTo>
                    <a:pt x="1012327" y="2352692"/>
                  </a:moveTo>
                  <a:lnTo>
                    <a:pt x="1014774" y="2334578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12327" y="2352692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77650" y="2243960"/>
                  </a:lnTo>
                  <a:lnTo>
                    <a:pt x="983618" y="2159722"/>
                  </a:lnTo>
                  <a:close/>
                  <a:moveTo>
                    <a:pt x="981794" y="2270477"/>
                  </a:moveTo>
                  <a:lnTo>
                    <a:pt x="983618" y="2159722"/>
                  </a:lnTo>
                  <a:lnTo>
                    <a:pt x="966801" y="2256641"/>
                  </a:lnTo>
                  <a:close/>
                  <a:moveTo>
                    <a:pt x="1024420" y="2314256"/>
                  </a:moveTo>
                  <a:lnTo>
                    <a:pt x="1015539" y="2233862"/>
                  </a:lnTo>
                  <a:lnTo>
                    <a:pt x="1014774" y="2334578"/>
                  </a:lnTo>
                  <a:close/>
                  <a:moveTo>
                    <a:pt x="1135983" y="2232041"/>
                  </a:moveTo>
                  <a:lnTo>
                    <a:pt x="1116183" y="2212633"/>
                  </a:lnTo>
                  <a:lnTo>
                    <a:pt x="1109111" y="2118291"/>
                  </a:lnTo>
                  <a:close/>
                  <a:moveTo>
                    <a:pt x="1058982" y="2029174"/>
                  </a:moveTo>
                  <a:lnTo>
                    <a:pt x="1109111" y="2118291"/>
                  </a:lnTo>
                  <a:lnTo>
                    <a:pt x="1105453" y="2111389"/>
                  </a:lnTo>
                  <a:close/>
                  <a:moveTo>
                    <a:pt x="1058982" y="2029174"/>
                  </a:moveTo>
                  <a:lnTo>
                    <a:pt x="1086917" y="1996673"/>
                  </a:lnTo>
                  <a:lnTo>
                    <a:pt x="996609" y="2049068"/>
                  </a:lnTo>
                  <a:close/>
                  <a:moveTo>
                    <a:pt x="1105453" y="2111389"/>
                  </a:moveTo>
                  <a:lnTo>
                    <a:pt x="1081507" y="1990738"/>
                  </a:lnTo>
                  <a:lnTo>
                    <a:pt x="1058982" y="2029174"/>
                  </a:lnTo>
                  <a:close/>
                  <a:moveTo>
                    <a:pt x="631176" y="1263553"/>
                  </a:moveTo>
                  <a:lnTo>
                    <a:pt x="727878" y="1333017"/>
                  </a:lnTo>
                  <a:lnTo>
                    <a:pt x="653117" y="1274194"/>
                  </a:lnTo>
                  <a:close/>
                  <a:moveTo>
                    <a:pt x="1394614" y="2034517"/>
                  </a:moveTo>
                  <a:lnTo>
                    <a:pt x="1356473" y="2038374"/>
                  </a:lnTo>
                  <a:lnTo>
                    <a:pt x="1371802" y="2126004"/>
                  </a:lnTo>
                  <a:close/>
                  <a:moveTo>
                    <a:pt x="1086751" y="1636008"/>
                  </a:moveTo>
                  <a:lnTo>
                    <a:pt x="986062" y="1657274"/>
                  </a:lnTo>
                  <a:lnTo>
                    <a:pt x="1104781" y="1721441"/>
                  </a:lnTo>
                  <a:close/>
                  <a:moveTo>
                    <a:pt x="768636" y="1212392"/>
                  </a:moveTo>
                  <a:lnTo>
                    <a:pt x="727878" y="1333017"/>
                  </a:lnTo>
                  <a:lnTo>
                    <a:pt x="786289" y="1298134"/>
                  </a:lnTo>
                  <a:close/>
                  <a:moveTo>
                    <a:pt x="685096" y="1178554"/>
                  </a:moveTo>
                  <a:lnTo>
                    <a:pt x="681167" y="1168587"/>
                  </a:lnTo>
                  <a:lnTo>
                    <a:pt x="640308" y="1226306"/>
                  </a:lnTo>
                  <a:close/>
                  <a:moveTo>
                    <a:pt x="1576437" y="2180916"/>
                  </a:moveTo>
                  <a:lnTo>
                    <a:pt x="1486120" y="2222850"/>
                  </a:lnTo>
                  <a:lnTo>
                    <a:pt x="1565157" y="2239698"/>
                  </a:lnTo>
                  <a:close/>
                  <a:moveTo>
                    <a:pt x="1489899" y="2190677"/>
                  </a:moveTo>
                  <a:lnTo>
                    <a:pt x="1576437" y="2180916"/>
                  </a:lnTo>
                  <a:lnTo>
                    <a:pt x="1563248" y="2091545"/>
                  </a:lnTo>
                  <a:close/>
                  <a:moveTo>
                    <a:pt x="1564191" y="2020881"/>
                  </a:moveTo>
                  <a:lnTo>
                    <a:pt x="1518922" y="1996080"/>
                  </a:lnTo>
                  <a:lnTo>
                    <a:pt x="1563248" y="2091545"/>
                  </a:lnTo>
                  <a:close/>
                  <a:moveTo>
                    <a:pt x="1563248" y="2091545"/>
                  </a:moveTo>
                  <a:lnTo>
                    <a:pt x="1518922" y="199608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56501" y="2017644"/>
                  </a:lnTo>
                  <a:lnTo>
                    <a:pt x="1358991" y="2026192"/>
                  </a:lnTo>
                  <a:close/>
                  <a:moveTo>
                    <a:pt x="1358991" y="2026192"/>
                  </a:moveTo>
                  <a:lnTo>
                    <a:pt x="1456501" y="2017644"/>
                  </a:lnTo>
                  <a:lnTo>
                    <a:pt x="1467769" y="1939036"/>
                  </a:lnTo>
                  <a:close/>
                  <a:moveTo>
                    <a:pt x="826967" y="1215128"/>
                  </a:moveTo>
                  <a:lnTo>
                    <a:pt x="768679" y="1212357"/>
                  </a:lnTo>
                  <a:lnTo>
                    <a:pt x="875721" y="1256144"/>
                  </a:lnTo>
                  <a:close/>
                  <a:moveTo>
                    <a:pt x="1518922" y="1996080"/>
                  </a:moveTo>
                  <a:lnTo>
                    <a:pt x="1564191" y="2020881"/>
                  </a:lnTo>
                  <a:lnTo>
                    <a:pt x="1567630" y="1987891"/>
                  </a:lnTo>
                  <a:close/>
                  <a:moveTo>
                    <a:pt x="1567630" y="1987891"/>
                  </a:moveTo>
                  <a:lnTo>
                    <a:pt x="1467769" y="1939036"/>
                  </a:lnTo>
                  <a:lnTo>
                    <a:pt x="1518922" y="1996080"/>
                  </a:lnTo>
                  <a:close/>
                  <a:moveTo>
                    <a:pt x="1477186" y="1900735"/>
                  </a:moveTo>
                  <a:lnTo>
                    <a:pt x="1467769" y="1939036"/>
                  </a:lnTo>
                  <a:lnTo>
                    <a:pt x="1567630" y="1987891"/>
                  </a:lnTo>
                  <a:close/>
                  <a:moveTo>
                    <a:pt x="1469997" y="1831650"/>
                  </a:moveTo>
                  <a:lnTo>
                    <a:pt x="1454557" y="1889636"/>
                  </a:lnTo>
                  <a:lnTo>
                    <a:pt x="1477186" y="1900735"/>
                  </a:lnTo>
                  <a:close/>
                  <a:moveTo>
                    <a:pt x="1361275" y="1734193"/>
                  </a:moveTo>
                  <a:lnTo>
                    <a:pt x="1444004" y="1727528"/>
                  </a:lnTo>
                  <a:lnTo>
                    <a:pt x="1398517" y="1664416"/>
                  </a:lnTo>
                  <a:close/>
                  <a:moveTo>
                    <a:pt x="694922" y="811360"/>
                  </a:moveTo>
                  <a:lnTo>
                    <a:pt x="633968" y="772194"/>
                  </a:lnTo>
                  <a:lnTo>
                    <a:pt x="572500" y="750202"/>
                  </a:lnTo>
                  <a:close/>
                  <a:moveTo>
                    <a:pt x="694922" y="811360"/>
                  </a:moveTo>
                  <a:lnTo>
                    <a:pt x="716105" y="800633"/>
                  </a:lnTo>
                  <a:lnTo>
                    <a:pt x="633968" y="772194"/>
                  </a:lnTo>
                  <a:close/>
                  <a:moveTo>
                    <a:pt x="572500" y="750202"/>
                  </a:moveTo>
                  <a:lnTo>
                    <a:pt x="608499" y="762853"/>
                  </a:lnTo>
                  <a:lnTo>
                    <a:pt x="549662" y="735647"/>
                  </a:lnTo>
                  <a:close/>
                  <a:moveTo>
                    <a:pt x="1184386" y="1016672"/>
                  </a:moveTo>
                  <a:lnTo>
                    <a:pt x="1094060" y="947366"/>
                  </a:lnTo>
                  <a:lnTo>
                    <a:pt x="1177625" y="1014841"/>
                  </a:lnTo>
                  <a:close/>
                  <a:moveTo>
                    <a:pt x="981511" y="860237"/>
                  </a:moveTo>
                  <a:lnTo>
                    <a:pt x="1000778" y="877263"/>
                  </a:lnTo>
                  <a:lnTo>
                    <a:pt x="1074463" y="932626"/>
                  </a:lnTo>
                  <a:close/>
                  <a:moveTo>
                    <a:pt x="1157395" y="978022"/>
                  </a:moveTo>
                  <a:lnTo>
                    <a:pt x="1177625" y="1014841"/>
                  </a:lnTo>
                  <a:lnTo>
                    <a:pt x="1094060" y="947366"/>
                  </a:lnTo>
                  <a:close/>
                  <a:moveTo>
                    <a:pt x="1050141" y="904534"/>
                  </a:moveTo>
                  <a:lnTo>
                    <a:pt x="1157395" y="978022"/>
                  </a:lnTo>
                  <a:lnTo>
                    <a:pt x="1074463" y="932626"/>
                  </a:lnTo>
                  <a:close/>
                  <a:moveTo>
                    <a:pt x="1074463" y="932626"/>
                  </a:moveTo>
                  <a:lnTo>
                    <a:pt x="1157395" y="978022"/>
                  </a:lnTo>
                  <a:lnTo>
                    <a:pt x="1094060" y="947366"/>
                  </a:lnTo>
                  <a:close/>
                  <a:moveTo>
                    <a:pt x="1236538" y="976404"/>
                  </a:moveTo>
                  <a:lnTo>
                    <a:pt x="1190415" y="1014841"/>
                  </a:lnTo>
                  <a:lnTo>
                    <a:pt x="1274851" y="1065998"/>
                  </a:lnTo>
                  <a:close/>
                  <a:moveTo>
                    <a:pt x="1050141" y="904534"/>
                  </a:moveTo>
                  <a:lnTo>
                    <a:pt x="1074463" y="932626"/>
                  </a:lnTo>
                  <a:lnTo>
                    <a:pt x="1000778" y="877263"/>
                  </a:lnTo>
                  <a:close/>
                  <a:moveTo>
                    <a:pt x="1972396" y="1760119"/>
                  </a:moveTo>
                  <a:lnTo>
                    <a:pt x="1946318" y="1798555"/>
                  </a:lnTo>
                  <a:lnTo>
                    <a:pt x="2041270" y="1842334"/>
                  </a:lnTo>
                  <a:close/>
                  <a:moveTo>
                    <a:pt x="1936088" y="1716340"/>
                  </a:moveTo>
                  <a:lnTo>
                    <a:pt x="1946318" y="1798555"/>
                  </a:lnTo>
                  <a:lnTo>
                    <a:pt x="1972396" y="1760119"/>
                  </a:lnTo>
                  <a:close/>
                  <a:moveTo>
                    <a:pt x="1236538" y="976404"/>
                  </a:moveTo>
                  <a:lnTo>
                    <a:pt x="1327175" y="1046428"/>
                  </a:lnTo>
                  <a:lnTo>
                    <a:pt x="1289360" y="937968"/>
                  </a:lnTo>
                  <a:close/>
                  <a:moveTo>
                    <a:pt x="2020718" y="1557252"/>
                  </a:moveTo>
                  <a:lnTo>
                    <a:pt x="1974274" y="1578675"/>
                  </a:lnTo>
                  <a:lnTo>
                    <a:pt x="2013285" y="1567673"/>
                  </a:lnTo>
                  <a:close/>
                  <a:moveTo>
                    <a:pt x="1925285" y="1513473"/>
                  </a:moveTo>
                  <a:lnTo>
                    <a:pt x="1974274" y="1578675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25285" y="1513473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46131" y="1473454"/>
                  </a:lnTo>
                  <a:lnTo>
                    <a:pt x="1925285" y="1513473"/>
                  </a:lnTo>
                  <a:close/>
                  <a:moveTo>
                    <a:pt x="1717700" y="1184614"/>
                  </a:moveTo>
                  <a:lnTo>
                    <a:pt x="1770100" y="1228392"/>
                  </a:lnTo>
                  <a:lnTo>
                    <a:pt x="1710149" y="1146177"/>
                  </a:lnTo>
                  <a:close/>
                  <a:moveTo>
                    <a:pt x="1332875" y="652886"/>
                  </a:moveTo>
                  <a:lnTo>
                    <a:pt x="1304063" y="744812"/>
                  </a:lnTo>
                  <a:lnTo>
                    <a:pt x="1338321" y="657698"/>
                  </a:lnTo>
                  <a:close/>
                  <a:moveTo>
                    <a:pt x="1332875" y="652886"/>
                  </a:moveTo>
                  <a:lnTo>
                    <a:pt x="1229534" y="691323"/>
                  </a:lnTo>
                  <a:lnTo>
                    <a:pt x="1304063" y="744812"/>
                  </a:lnTo>
                  <a:close/>
                  <a:moveTo>
                    <a:pt x="2352232" y="1774168"/>
                  </a:moveTo>
                  <a:lnTo>
                    <a:pt x="2276454" y="1775182"/>
                  </a:lnTo>
                  <a:lnTo>
                    <a:pt x="2340946" y="1883435"/>
                  </a:lnTo>
                  <a:close/>
                  <a:moveTo>
                    <a:pt x="2340946" y="1883435"/>
                  </a:moveTo>
                  <a:lnTo>
                    <a:pt x="2439873" y="1863602"/>
                  </a:lnTo>
                  <a:lnTo>
                    <a:pt x="2427221" y="1773795"/>
                  </a:lnTo>
                  <a:close/>
                  <a:moveTo>
                    <a:pt x="2340946" y="1883435"/>
                  </a:moveTo>
                  <a:lnTo>
                    <a:pt x="2427221" y="1773795"/>
                  </a:lnTo>
                  <a:lnTo>
                    <a:pt x="2352232" y="1774168"/>
                  </a:lnTo>
                  <a:close/>
                  <a:moveTo>
                    <a:pt x="2515400" y="1862791"/>
                  </a:moveTo>
                  <a:lnTo>
                    <a:pt x="2439873" y="1863602"/>
                  </a:lnTo>
                  <a:lnTo>
                    <a:pt x="2422345" y="1924105"/>
                  </a:lnTo>
                  <a:close/>
                  <a:moveTo>
                    <a:pt x="2439873" y="1863602"/>
                  </a:moveTo>
                  <a:lnTo>
                    <a:pt x="2515400" y="1862791"/>
                  </a:lnTo>
                  <a:lnTo>
                    <a:pt x="2507872" y="1768820"/>
                  </a:lnTo>
                  <a:close/>
                  <a:moveTo>
                    <a:pt x="2439873" y="1863602"/>
                  </a:moveTo>
                  <a:lnTo>
                    <a:pt x="2507872" y="1768820"/>
                  </a:lnTo>
                  <a:lnTo>
                    <a:pt x="2427221" y="1773795"/>
                  </a:lnTo>
                  <a:close/>
                  <a:moveTo>
                    <a:pt x="2276454" y="1775182"/>
                  </a:moveTo>
                  <a:lnTo>
                    <a:pt x="2352232" y="1774168"/>
                  </a:lnTo>
                  <a:lnTo>
                    <a:pt x="2336863" y="1686570"/>
                  </a:lnTo>
                  <a:close/>
                  <a:moveTo>
                    <a:pt x="2352232" y="1774168"/>
                  </a:moveTo>
                  <a:lnTo>
                    <a:pt x="2427221" y="1773795"/>
                  </a:lnTo>
                  <a:lnTo>
                    <a:pt x="2406589" y="1690476"/>
                  </a:lnTo>
                  <a:close/>
                  <a:moveTo>
                    <a:pt x="2352232" y="1774168"/>
                  </a:moveTo>
                  <a:lnTo>
                    <a:pt x="2406589" y="1690476"/>
                  </a:lnTo>
                  <a:lnTo>
                    <a:pt x="2336863" y="1686570"/>
                  </a:lnTo>
                  <a:close/>
                  <a:moveTo>
                    <a:pt x="2170683" y="1700488"/>
                  </a:moveTo>
                  <a:lnTo>
                    <a:pt x="2261678" y="1687102"/>
                  </a:lnTo>
                  <a:lnTo>
                    <a:pt x="2205018" y="1668870"/>
                  </a:lnTo>
                  <a:close/>
                  <a:moveTo>
                    <a:pt x="2261678" y="1687102"/>
                  </a:moveTo>
                  <a:lnTo>
                    <a:pt x="2336863" y="1686570"/>
                  </a:lnTo>
                  <a:lnTo>
                    <a:pt x="2285018" y="1689320"/>
                  </a:lnTo>
                  <a:close/>
                  <a:moveTo>
                    <a:pt x="1748041" y="1107740"/>
                  </a:moveTo>
                  <a:lnTo>
                    <a:pt x="1745373" y="1064968"/>
                  </a:lnTo>
                  <a:lnTo>
                    <a:pt x="1710149" y="1146177"/>
                  </a:lnTo>
                  <a:close/>
                  <a:moveTo>
                    <a:pt x="1534856" y="861095"/>
                  </a:moveTo>
                  <a:lnTo>
                    <a:pt x="1541083" y="858475"/>
                  </a:lnTo>
                  <a:lnTo>
                    <a:pt x="1457320" y="815872"/>
                  </a:lnTo>
                  <a:close/>
                  <a:moveTo>
                    <a:pt x="1534415" y="899532"/>
                  </a:moveTo>
                  <a:lnTo>
                    <a:pt x="1541083" y="858475"/>
                  </a:lnTo>
                  <a:lnTo>
                    <a:pt x="1534856" y="861095"/>
                  </a:lnTo>
                  <a:close/>
                  <a:moveTo>
                    <a:pt x="1605509" y="778880"/>
                  </a:moveTo>
                  <a:lnTo>
                    <a:pt x="1577042" y="696665"/>
                  </a:lnTo>
                  <a:lnTo>
                    <a:pt x="1597975" y="792527"/>
                  </a:lnTo>
                  <a:close/>
                  <a:moveTo>
                    <a:pt x="2312028" y="1359902"/>
                  </a:moveTo>
                  <a:lnTo>
                    <a:pt x="2255807" y="1315949"/>
                  </a:lnTo>
                  <a:lnTo>
                    <a:pt x="2291610" y="1423083"/>
                  </a:lnTo>
                  <a:close/>
                  <a:moveTo>
                    <a:pt x="2291610" y="1423083"/>
                  </a:moveTo>
                  <a:lnTo>
                    <a:pt x="2255807" y="1315949"/>
                  </a:lnTo>
                  <a:lnTo>
                    <a:pt x="2212027" y="1327099"/>
                  </a:lnTo>
                  <a:close/>
                  <a:moveTo>
                    <a:pt x="2291610" y="1423083"/>
                  </a:moveTo>
                  <a:lnTo>
                    <a:pt x="2212027" y="1327099"/>
                  </a:lnTo>
                  <a:lnTo>
                    <a:pt x="2225544" y="1416202"/>
                  </a:lnTo>
                  <a:close/>
                  <a:moveTo>
                    <a:pt x="2029873" y="1354003"/>
                  </a:moveTo>
                  <a:lnTo>
                    <a:pt x="2099011" y="1335983"/>
                  </a:lnTo>
                  <a:lnTo>
                    <a:pt x="2055245" y="1233734"/>
                  </a:lnTo>
                  <a:close/>
                  <a:moveTo>
                    <a:pt x="1904282" y="1165241"/>
                  </a:moveTo>
                  <a:lnTo>
                    <a:pt x="1926442" y="1189956"/>
                  </a:lnTo>
                  <a:lnTo>
                    <a:pt x="1950000" y="1120968"/>
                  </a:lnTo>
                  <a:close/>
                  <a:moveTo>
                    <a:pt x="2550247" y="1478047"/>
                  </a:moveTo>
                  <a:lnTo>
                    <a:pt x="2591238" y="1524158"/>
                  </a:lnTo>
                  <a:lnTo>
                    <a:pt x="2529351" y="1451081"/>
                  </a:lnTo>
                  <a:close/>
                  <a:moveTo>
                    <a:pt x="2529351" y="1451081"/>
                  </a:moveTo>
                  <a:lnTo>
                    <a:pt x="2591238" y="1524158"/>
                  </a:lnTo>
                  <a:lnTo>
                    <a:pt x="2628725" y="1530975"/>
                  </a:lnTo>
                  <a:close/>
                  <a:moveTo>
                    <a:pt x="2550247" y="1478047"/>
                  </a:moveTo>
                  <a:lnTo>
                    <a:pt x="2529351" y="1451081"/>
                  </a:lnTo>
                  <a:lnTo>
                    <a:pt x="2500179" y="1441943"/>
                  </a:lnTo>
                  <a:close/>
                  <a:moveTo>
                    <a:pt x="1607035" y="493798"/>
                  </a:moveTo>
                  <a:lnTo>
                    <a:pt x="1687916" y="483193"/>
                  </a:lnTo>
                  <a:lnTo>
                    <a:pt x="1645914" y="483456"/>
                  </a:lnTo>
                  <a:close/>
                  <a:moveTo>
                    <a:pt x="2300722" y="828001"/>
                  </a:moveTo>
                  <a:lnTo>
                    <a:pt x="2325766" y="894854"/>
                  </a:lnTo>
                  <a:lnTo>
                    <a:pt x="2421292" y="844157"/>
                  </a:lnTo>
                  <a:close/>
                  <a:moveTo>
                    <a:pt x="2019823" y="461343"/>
                  </a:moveTo>
                  <a:lnTo>
                    <a:pt x="2020032" y="458545"/>
                  </a:lnTo>
                  <a:lnTo>
                    <a:pt x="1932467" y="378489"/>
                  </a:lnTo>
                  <a:close/>
                  <a:moveTo>
                    <a:pt x="1932467" y="378489"/>
                  </a:moveTo>
                  <a:lnTo>
                    <a:pt x="1879526" y="416925"/>
                  </a:lnTo>
                  <a:lnTo>
                    <a:pt x="2019823" y="461343"/>
                  </a:lnTo>
                  <a:close/>
                  <a:moveTo>
                    <a:pt x="2020032" y="458545"/>
                  </a:moveTo>
                  <a:lnTo>
                    <a:pt x="2121750" y="439071"/>
                  </a:lnTo>
                  <a:lnTo>
                    <a:pt x="2131443" y="381229"/>
                  </a:lnTo>
                  <a:close/>
                  <a:moveTo>
                    <a:pt x="2550550" y="668913"/>
                  </a:moveTo>
                  <a:lnTo>
                    <a:pt x="2594276" y="712691"/>
                  </a:lnTo>
                  <a:lnTo>
                    <a:pt x="2598590" y="630476"/>
                  </a:lnTo>
                  <a:close/>
                  <a:moveTo>
                    <a:pt x="2459034" y="345394"/>
                  </a:moveTo>
                  <a:lnTo>
                    <a:pt x="2359068" y="267227"/>
                  </a:lnTo>
                  <a:lnTo>
                    <a:pt x="2372823" y="301615"/>
                  </a:lnTo>
                  <a:close/>
                  <a:moveTo>
                    <a:pt x="2438160" y="46415"/>
                  </a:moveTo>
                  <a:lnTo>
                    <a:pt x="2489937" y="60313"/>
                  </a:lnTo>
                  <a:lnTo>
                    <a:pt x="2392947" y="0"/>
                  </a:lnTo>
                  <a:close/>
                  <a:moveTo>
                    <a:pt x="2789383" y="359941"/>
                  </a:moveTo>
                  <a:lnTo>
                    <a:pt x="2714073" y="360576"/>
                  </a:lnTo>
                  <a:lnTo>
                    <a:pt x="2807342" y="375549"/>
                  </a:lnTo>
                  <a:close/>
                  <a:moveTo>
                    <a:pt x="2448602" y="54845"/>
                  </a:moveTo>
                  <a:lnTo>
                    <a:pt x="2517811" y="65557"/>
                  </a:lnTo>
                  <a:lnTo>
                    <a:pt x="2489937" y="60313"/>
                  </a:lnTo>
                  <a:close/>
                  <a:moveTo>
                    <a:pt x="2574229" y="113397"/>
                  </a:moveTo>
                  <a:lnTo>
                    <a:pt x="2517811" y="65557"/>
                  </a:lnTo>
                  <a:lnTo>
                    <a:pt x="2448602" y="54845"/>
                  </a:lnTo>
                  <a:close/>
                  <a:moveTo>
                    <a:pt x="2498429" y="114429"/>
                  </a:moveTo>
                  <a:lnTo>
                    <a:pt x="2574229" y="113397"/>
                  </a:lnTo>
                  <a:lnTo>
                    <a:pt x="2448602" y="54845"/>
                  </a:lnTo>
                  <a:close/>
                  <a:moveTo>
                    <a:pt x="2378350" y="51368"/>
                  </a:moveTo>
                  <a:lnTo>
                    <a:pt x="2438160" y="46415"/>
                  </a:lnTo>
                  <a:lnTo>
                    <a:pt x="2361042" y="36739"/>
                  </a:lnTo>
                  <a:close/>
                  <a:moveTo>
                    <a:pt x="2378350" y="51368"/>
                  </a:moveTo>
                  <a:lnTo>
                    <a:pt x="2448602" y="54845"/>
                  </a:lnTo>
                  <a:lnTo>
                    <a:pt x="2438160" y="46415"/>
                  </a:lnTo>
                  <a:close/>
                  <a:moveTo>
                    <a:pt x="2448602" y="54845"/>
                  </a:moveTo>
                  <a:lnTo>
                    <a:pt x="2489937" y="60313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96" name="Candidate_density__2115">
              <a:extLst>
                <a:ext uri="{FF2B5EF4-FFF2-40B4-BE49-F238E27FC236}">
                  <a16:creationId xmlns:a16="http://schemas.microsoft.com/office/drawing/2014/main" id="{35FD7E80-5CA1-3C4F-BC7B-8E9236A59381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438160" cy="2270477"/>
            </a:xfrm>
            <a:custGeom>
              <a:avLst/>
              <a:gdLst/>
              <a:ahLst/>
              <a:cxnLst/>
              <a:rect l="0" t="0" r="0" b="0"/>
              <a:pathLst>
                <a:path w="2438160" h="2270477">
                  <a:moveTo>
                    <a:pt x="621890" y="2144483"/>
                  </a:moveTo>
                  <a:lnTo>
                    <a:pt x="663815" y="2037756"/>
                  </a:lnTo>
                  <a:lnTo>
                    <a:pt x="636933" y="2074495"/>
                  </a:lnTo>
                  <a:close/>
                  <a:moveTo>
                    <a:pt x="676398" y="2023832"/>
                  </a:moveTo>
                  <a:lnTo>
                    <a:pt x="663815" y="2037756"/>
                  </a:lnTo>
                  <a:lnTo>
                    <a:pt x="621890" y="2144483"/>
                  </a:lnTo>
                  <a:close/>
                  <a:moveTo>
                    <a:pt x="678922" y="2016281"/>
                  </a:moveTo>
                  <a:lnTo>
                    <a:pt x="658967" y="2062268"/>
                  </a:lnTo>
                  <a:lnTo>
                    <a:pt x="663815" y="2037756"/>
                  </a:lnTo>
                  <a:close/>
                  <a:moveTo>
                    <a:pt x="46258" y="1322802"/>
                  </a:moveTo>
                  <a:lnTo>
                    <a:pt x="5224" y="1384586"/>
                  </a:lnTo>
                  <a:lnTo>
                    <a:pt x="0" y="1404548"/>
                  </a:lnTo>
                  <a:close/>
                  <a:moveTo>
                    <a:pt x="5224" y="1384586"/>
                  </a:moveTo>
                  <a:lnTo>
                    <a:pt x="46258" y="1322802"/>
                  </a:lnTo>
                  <a:lnTo>
                    <a:pt x="39931" y="1322333"/>
                  </a:lnTo>
                  <a:close/>
                  <a:moveTo>
                    <a:pt x="46258" y="1322802"/>
                  </a:moveTo>
                  <a:lnTo>
                    <a:pt x="106195" y="1283896"/>
                  </a:lnTo>
                  <a:lnTo>
                    <a:pt x="39931" y="1322333"/>
                  </a:lnTo>
                  <a:close/>
                  <a:moveTo>
                    <a:pt x="109626" y="1281068"/>
                  </a:moveTo>
                  <a:lnTo>
                    <a:pt x="39931" y="1322333"/>
                  </a:lnTo>
                  <a:lnTo>
                    <a:pt x="106195" y="1283896"/>
                  </a:lnTo>
                  <a:close/>
                  <a:moveTo>
                    <a:pt x="109626" y="1281068"/>
                  </a:moveTo>
                  <a:lnTo>
                    <a:pt x="58412" y="1304788"/>
                  </a:lnTo>
                  <a:lnTo>
                    <a:pt x="39931" y="1322333"/>
                  </a:lnTo>
                  <a:close/>
                  <a:moveTo>
                    <a:pt x="1097232" y="2250439"/>
                  </a:moveTo>
                  <a:lnTo>
                    <a:pt x="1077650" y="2243960"/>
                  </a:lnTo>
                  <a:lnTo>
                    <a:pt x="981794" y="2270477"/>
                  </a:lnTo>
                  <a:close/>
                  <a:moveTo>
                    <a:pt x="983618" y="2159722"/>
                  </a:moveTo>
                  <a:lnTo>
                    <a:pt x="1077650" y="2243960"/>
                  </a:lnTo>
                  <a:lnTo>
                    <a:pt x="1064795" y="2154318"/>
                  </a:lnTo>
                  <a:close/>
                  <a:moveTo>
                    <a:pt x="678922" y="2016281"/>
                  </a:moveTo>
                  <a:lnTo>
                    <a:pt x="695672" y="2011856"/>
                  </a:lnTo>
                  <a:lnTo>
                    <a:pt x="734092" y="1943898"/>
                  </a:lnTo>
                  <a:close/>
                  <a:moveTo>
                    <a:pt x="109626" y="1281068"/>
                  </a:moveTo>
                  <a:lnTo>
                    <a:pt x="106195" y="1283896"/>
                  </a:lnTo>
                  <a:lnTo>
                    <a:pt x="150733" y="1251093"/>
                  </a:lnTo>
                  <a:close/>
                  <a:moveTo>
                    <a:pt x="109626" y="1281068"/>
                  </a:moveTo>
                  <a:lnTo>
                    <a:pt x="150733" y="1251093"/>
                  </a:lnTo>
                  <a:lnTo>
                    <a:pt x="216234" y="1185796"/>
                  </a:lnTo>
                  <a:close/>
                  <a:moveTo>
                    <a:pt x="163556" y="1204046"/>
                  </a:moveTo>
                  <a:lnTo>
                    <a:pt x="109626" y="1281068"/>
                  </a:lnTo>
                  <a:lnTo>
                    <a:pt x="216234" y="1185796"/>
                  </a:lnTo>
                  <a:close/>
                  <a:moveTo>
                    <a:pt x="216234" y="1185796"/>
                  </a:moveTo>
                  <a:lnTo>
                    <a:pt x="234603" y="1163244"/>
                  </a:lnTo>
                  <a:lnTo>
                    <a:pt x="167837" y="1201681"/>
                  </a:lnTo>
                  <a:close/>
                  <a:moveTo>
                    <a:pt x="1082564" y="2149826"/>
                  </a:moveTo>
                  <a:lnTo>
                    <a:pt x="1135983" y="2232041"/>
                  </a:lnTo>
                  <a:lnTo>
                    <a:pt x="1109111" y="2118291"/>
                  </a:lnTo>
                  <a:close/>
                  <a:moveTo>
                    <a:pt x="1064388" y="2127641"/>
                  </a:moveTo>
                  <a:lnTo>
                    <a:pt x="1082564" y="2149826"/>
                  </a:lnTo>
                  <a:lnTo>
                    <a:pt x="1109111" y="2118291"/>
                  </a:lnTo>
                  <a:close/>
                  <a:moveTo>
                    <a:pt x="580092" y="1495025"/>
                  </a:moveTo>
                  <a:lnTo>
                    <a:pt x="625865" y="1453668"/>
                  </a:lnTo>
                  <a:lnTo>
                    <a:pt x="580658" y="1492105"/>
                  </a:lnTo>
                  <a:close/>
                  <a:moveTo>
                    <a:pt x="1081507" y="1990738"/>
                  </a:moveTo>
                  <a:lnTo>
                    <a:pt x="1086917" y="1996673"/>
                  </a:lnTo>
                  <a:lnTo>
                    <a:pt x="1058982" y="2029174"/>
                  </a:lnTo>
                  <a:close/>
                  <a:moveTo>
                    <a:pt x="679837" y="1374095"/>
                  </a:moveTo>
                  <a:lnTo>
                    <a:pt x="625865" y="1453668"/>
                  </a:lnTo>
                  <a:lnTo>
                    <a:pt x="639807" y="1415232"/>
                  </a:lnTo>
                  <a:close/>
                  <a:moveTo>
                    <a:pt x="679837" y="1374095"/>
                  </a:moveTo>
                  <a:lnTo>
                    <a:pt x="638018" y="1432944"/>
                  </a:lnTo>
                  <a:lnTo>
                    <a:pt x="625865" y="1453668"/>
                  </a:lnTo>
                  <a:close/>
                  <a:moveTo>
                    <a:pt x="727878" y="1333017"/>
                  </a:moveTo>
                  <a:lnTo>
                    <a:pt x="723833" y="1348909"/>
                  </a:lnTo>
                  <a:lnTo>
                    <a:pt x="679837" y="1374095"/>
                  </a:lnTo>
                  <a:close/>
                  <a:moveTo>
                    <a:pt x="679837" y="1374095"/>
                  </a:moveTo>
                  <a:lnTo>
                    <a:pt x="701404" y="1391276"/>
                  </a:lnTo>
                  <a:lnTo>
                    <a:pt x="638018" y="1432944"/>
                  </a:lnTo>
                  <a:close/>
                  <a:moveTo>
                    <a:pt x="1413941" y="2116731"/>
                  </a:moveTo>
                  <a:lnTo>
                    <a:pt x="1394614" y="2034517"/>
                  </a:lnTo>
                  <a:lnTo>
                    <a:pt x="1371802" y="2126004"/>
                  </a:lnTo>
                  <a:close/>
                  <a:moveTo>
                    <a:pt x="1104781" y="1721441"/>
                  </a:moveTo>
                  <a:lnTo>
                    <a:pt x="1042707" y="1744092"/>
                  </a:lnTo>
                  <a:lnTo>
                    <a:pt x="1126670" y="1714897"/>
                  </a:lnTo>
                  <a:close/>
                  <a:moveTo>
                    <a:pt x="791595" y="1294581"/>
                  </a:moveTo>
                  <a:lnTo>
                    <a:pt x="768685" y="1212366"/>
                  </a:lnTo>
                  <a:lnTo>
                    <a:pt x="786289" y="1298134"/>
                  </a:lnTo>
                  <a:close/>
                  <a:moveTo>
                    <a:pt x="1489899" y="2190677"/>
                  </a:moveTo>
                  <a:lnTo>
                    <a:pt x="1563248" y="2091545"/>
                  </a:lnTo>
                  <a:lnTo>
                    <a:pt x="1474271" y="2103290"/>
                  </a:lnTo>
                  <a:close/>
                  <a:moveTo>
                    <a:pt x="1394614" y="2034517"/>
                  </a:moveTo>
                  <a:lnTo>
                    <a:pt x="1474271" y="210329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13941" y="2116731"/>
                  </a:lnTo>
                  <a:lnTo>
                    <a:pt x="1474271" y="2103290"/>
                  </a:lnTo>
                  <a:close/>
                  <a:moveTo>
                    <a:pt x="1563248" y="2091545"/>
                  </a:moveTo>
                  <a:lnTo>
                    <a:pt x="1456501" y="2017644"/>
                  </a:lnTo>
                  <a:lnTo>
                    <a:pt x="1474271" y="2103290"/>
                  </a:lnTo>
                  <a:close/>
                  <a:moveTo>
                    <a:pt x="1456501" y="2017644"/>
                  </a:moveTo>
                  <a:lnTo>
                    <a:pt x="1518922" y="1996080"/>
                  </a:lnTo>
                  <a:lnTo>
                    <a:pt x="1467769" y="1939036"/>
                  </a:lnTo>
                  <a:close/>
                  <a:moveTo>
                    <a:pt x="1407568" y="1857243"/>
                  </a:moveTo>
                  <a:lnTo>
                    <a:pt x="1454557" y="1889636"/>
                  </a:lnTo>
                  <a:lnTo>
                    <a:pt x="1469997" y="1831650"/>
                  </a:lnTo>
                  <a:close/>
                  <a:moveTo>
                    <a:pt x="1213050" y="1543997"/>
                  </a:moveTo>
                  <a:lnTo>
                    <a:pt x="1119558" y="1623441"/>
                  </a:lnTo>
                  <a:lnTo>
                    <a:pt x="1152692" y="1585005"/>
                  </a:lnTo>
                  <a:close/>
                  <a:moveTo>
                    <a:pt x="1213050" y="1543997"/>
                  </a:moveTo>
                  <a:lnTo>
                    <a:pt x="1159878" y="1560401"/>
                  </a:lnTo>
                  <a:lnTo>
                    <a:pt x="1119558" y="1623441"/>
                  </a:lnTo>
                  <a:close/>
                  <a:moveTo>
                    <a:pt x="875721" y="1256144"/>
                  </a:moveTo>
                  <a:lnTo>
                    <a:pt x="768685" y="1212366"/>
                  </a:lnTo>
                  <a:lnTo>
                    <a:pt x="791595" y="1294581"/>
                  </a:lnTo>
                  <a:close/>
                  <a:moveTo>
                    <a:pt x="549662" y="735647"/>
                  </a:moveTo>
                  <a:lnTo>
                    <a:pt x="430905" y="785494"/>
                  </a:lnTo>
                  <a:lnTo>
                    <a:pt x="481757" y="760420"/>
                  </a:lnTo>
                  <a:close/>
                  <a:moveTo>
                    <a:pt x="694922" y="811360"/>
                  </a:moveTo>
                  <a:lnTo>
                    <a:pt x="765876" y="814268"/>
                  </a:lnTo>
                  <a:lnTo>
                    <a:pt x="716105" y="800633"/>
                  </a:lnTo>
                  <a:close/>
                  <a:moveTo>
                    <a:pt x="765876" y="814268"/>
                  </a:moveTo>
                  <a:lnTo>
                    <a:pt x="694922" y="811360"/>
                  </a:lnTo>
                  <a:lnTo>
                    <a:pt x="785984" y="846699"/>
                  </a:lnTo>
                  <a:close/>
                  <a:moveTo>
                    <a:pt x="694922" y="811360"/>
                  </a:moveTo>
                  <a:lnTo>
                    <a:pt x="711603" y="847256"/>
                  </a:lnTo>
                  <a:lnTo>
                    <a:pt x="785984" y="846699"/>
                  </a:lnTo>
                  <a:close/>
                  <a:moveTo>
                    <a:pt x="847144" y="796708"/>
                  </a:moveTo>
                  <a:lnTo>
                    <a:pt x="765876" y="814268"/>
                  </a:lnTo>
                  <a:lnTo>
                    <a:pt x="819873" y="806632"/>
                  </a:lnTo>
                  <a:close/>
                  <a:moveTo>
                    <a:pt x="765876" y="814268"/>
                  </a:moveTo>
                  <a:lnTo>
                    <a:pt x="785984" y="846699"/>
                  </a:lnTo>
                  <a:lnTo>
                    <a:pt x="819873" y="806632"/>
                  </a:lnTo>
                  <a:close/>
                  <a:moveTo>
                    <a:pt x="484058" y="761512"/>
                  </a:moveTo>
                  <a:lnTo>
                    <a:pt x="549662" y="735647"/>
                  </a:lnTo>
                  <a:lnTo>
                    <a:pt x="481757" y="760420"/>
                  </a:lnTo>
                  <a:close/>
                  <a:moveTo>
                    <a:pt x="484058" y="761512"/>
                  </a:moveTo>
                  <a:lnTo>
                    <a:pt x="572500" y="750202"/>
                  </a:lnTo>
                  <a:lnTo>
                    <a:pt x="549662" y="735647"/>
                  </a:lnTo>
                  <a:close/>
                  <a:moveTo>
                    <a:pt x="1571082" y="1616242"/>
                  </a:moveTo>
                  <a:lnTo>
                    <a:pt x="1488054" y="1710998"/>
                  </a:lnTo>
                  <a:lnTo>
                    <a:pt x="1530226" y="1672562"/>
                  </a:lnTo>
                  <a:close/>
                  <a:moveTo>
                    <a:pt x="855349" y="802120"/>
                  </a:moveTo>
                  <a:lnTo>
                    <a:pt x="819873" y="806632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55349" y="802120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13580" y="875577"/>
                  </a:lnTo>
                  <a:lnTo>
                    <a:pt x="924407" y="870380"/>
                  </a:lnTo>
                  <a:close/>
                  <a:moveTo>
                    <a:pt x="909727" y="858004"/>
                  </a:moveTo>
                  <a:lnTo>
                    <a:pt x="981511" y="860237"/>
                  </a:lnTo>
                  <a:lnTo>
                    <a:pt x="855349" y="802120"/>
                  </a:lnTo>
                  <a:close/>
                  <a:moveTo>
                    <a:pt x="981511" y="860237"/>
                  </a:moveTo>
                  <a:lnTo>
                    <a:pt x="909727" y="858004"/>
                  </a:lnTo>
                  <a:lnTo>
                    <a:pt x="1000778" y="877263"/>
                  </a:lnTo>
                  <a:close/>
                  <a:moveTo>
                    <a:pt x="909727" y="858004"/>
                  </a:moveTo>
                  <a:lnTo>
                    <a:pt x="924407" y="870380"/>
                  </a:lnTo>
                  <a:lnTo>
                    <a:pt x="1000778" y="877263"/>
                  </a:lnTo>
                  <a:close/>
                  <a:moveTo>
                    <a:pt x="1548148" y="1315295"/>
                  </a:moveTo>
                  <a:lnTo>
                    <a:pt x="1561017" y="1305265"/>
                  </a:lnTo>
                  <a:lnTo>
                    <a:pt x="1508609" y="1343701"/>
                  </a:lnTo>
                  <a:close/>
                  <a:moveTo>
                    <a:pt x="1222290" y="894189"/>
                  </a:moveTo>
                  <a:lnTo>
                    <a:pt x="1181260" y="994739"/>
                  </a:lnTo>
                  <a:lnTo>
                    <a:pt x="1190415" y="1014841"/>
                  </a:lnTo>
                  <a:close/>
                  <a:moveTo>
                    <a:pt x="1936088" y="1716340"/>
                  </a:moveTo>
                  <a:lnTo>
                    <a:pt x="1972396" y="1760119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1936088" y="1716340"/>
                  </a:lnTo>
                  <a:lnTo>
                    <a:pt x="1988427" y="1677904"/>
                  </a:lnTo>
                  <a:close/>
                  <a:moveTo>
                    <a:pt x="1504048" y="1378437"/>
                  </a:moveTo>
                  <a:lnTo>
                    <a:pt x="1548148" y="1315295"/>
                  </a:lnTo>
                  <a:lnTo>
                    <a:pt x="1477870" y="1331193"/>
                  </a:lnTo>
                  <a:close/>
                  <a:moveTo>
                    <a:pt x="1717700" y="1184614"/>
                  </a:moveTo>
                  <a:lnTo>
                    <a:pt x="1666452" y="1267497"/>
                  </a:lnTo>
                  <a:lnTo>
                    <a:pt x="1668861" y="1266828"/>
                  </a:lnTo>
                  <a:close/>
                  <a:moveTo>
                    <a:pt x="1229534" y="691323"/>
                  </a:moveTo>
                  <a:lnTo>
                    <a:pt x="1206590" y="659035"/>
                  </a:lnTo>
                  <a:lnTo>
                    <a:pt x="1164975" y="718648"/>
                  </a:lnTo>
                  <a:close/>
                  <a:moveTo>
                    <a:pt x="1174231" y="609108"/>
                  </a:moveTo>
                  <a:lnTo>
                    <a:pt x="1164975" y="718648"/>
                  </a:lnTo>
                  <a:lnTo>
                    <a:pt x="1206590" y="659035"/>
                  </a:lnTo>
                  <a:close/>
                  <a:moveTo>
                    <a:pt x="1988427" y="1677904"/>
                  </a:moveTo>
                  <a:lnTo>
                    <a:pt x="2013285" y="1567673"/>
                  </a:lnTo>
                  <a:lnTo>
                    <a:pt x="1990177" y="1638134"/>
                  </a:lnTo>
                  <a:close/>
                  <a:moveTo>
                    <a:pt x="2020718" y="1557252"/>
                  </a:moveTo>
                  <a:lnTo>
                    <a:pt x="2013285" y="1567673"/>
                  </a:lnTo>
                  <a:lnTo>
                    <a:pt x="1988427" y="1677904"/>
                  </a:lnTo>
                  <a:close/>
                  <a:moveTo>
                    <a:pt x="2032852" y="1639467"/>
                  </a:moveTo>
                  <a:lnTo>
                    <a:pt x="2020718" y="1557252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2013285" y="1567673"/>
                  </a:lnTo>
                  <a:lnTo>
                    <a:pt x="2041723" y="1677904"/>
                  </a:lnTo>
                  <a:close/>
                  <a:moveTo>
                    <a:pt x="1717700" y="1184614"/>
                  </a:moveTo>
                  <a:lnTo>
                    <a:pt x="1668861" y="1266828"/>
                  </a:lnTo>
                  <a:lnTo>
                    <a:pt x="1770100" y="1228392"/>
                  </a:lnTo>
                  <a:close/>
                  <a:moveTo>
                    <a:pt x="1413271" y="751592"/>
                  </a:moveTo>
                  <a:lnTo>
                    <a:pt x="1366865" y="773537"/>
                  </a:lnTo>
                  <a:lnTo>
                    <a:pt x="1452175" y="804721"/>
                  </a:lnTo>
                  <a:close/>
                  <a:moveTo>
                    <a:pt x="1366865" y="773537"/>
                  </a:moveTo>
                  <a:lnTo>
                    <a:pt x="1327540" y="832589"/>
                  </a:lnTo>
                  <a:lnTo>
                    <a:pt x="1452175" y="804721"/>
                  </a:lnTo>
                  <a:close/>
                  <a:moveTo>
                    <a:pt x="1304063" y="744812"/>
                  </a:moveTo>
                  <a:lnTo>
                    <a:pt x="1413271" y="751592"/>
                  </a:lnTo>
                  <a:lnTo>
                    <a:pt x="1428267" y="715333"/>
                  </a:lnTo>
                  <a:close/>
                  <a:moveTo>
                    <a:pt x="1304063" y="744812"/>
                  </a:moveTo>
                  <a:lnTo>
                    <a:pt x="1428267" y="715333"/>
                  </a:lnTo>
                  <a:lnTo>
                    <a:pt x="1338321" y="657698"/>
                  </a:lnTo>
                  <a:close/>
                  <a:moveTo>
                    <a:pt x="1413271" y="751592"/>
                  </a:moveTo>
                  <a:lnTo>
                    <a:pt x="1461298" y="735101"/>
                  </a:lnTo>
                  <a:lnTo>
                    <a:pt x="1428267" y="715333"/>
                  </a:lnTo>
                  <a:close/>
                  <a:moveTo>
                    <a:pt x="1413271" y="751592"/>
                  </a:moveTo>
                  <a:lnTo>
                    <a:pt x="1452175" y="804721"/>
                  </a:lnTo>
                  <a:lnTo>
                    <a:pt x="1461298" y="735101"/>
                  </a:lnTo>
                  <a:close/>
                  <a:moveTo>
                    <a:pt x="1268199" y="570671"/>
                  </a:moveTo>
                  <a:lnTo>
                    <a:pt x="1229534" y="691323"/>
                  </a:lnTo>
                  <a:lnTo>
                    <a:pt x="1332875" y="652886"/>
                  </a:lnTo>
                  <a:close/>
                  <a:moveTo>
                    <a:pt x="1817647" y="1205170"/>
                  </a:moveTo>
                  <a:lnTo>
                    <a:pt x="1875542" y="1218695"/>
                  </a:lnTo>
                  <a:lnTo>
                    <a:pt x="1833960" y="1180976"/>
                  </a:lnTo>
                  <a:close/>
                  <a:moveTo>
                    <a:pt x="1457320" y="815872"/>
                  </a:moveTo>
                  <a:lnTo>
                    <a:pt x="1541083" y="858475"/>
                  </a:lnTo>
                  <a:lnTo>
                    <a:pt x="1547669" y="803012"/>
                  </a:lnTo>
                  <a:close/>
                  <a:moveTo>
                    <a:pt x="1524879" y="721448"/>
                  </a:moveTo>
                  <a:lnTo>
                    <a:pt x="1461298" y="735101"/>
                  </a:lnTo>
                  <a:lnTo>
                    <a:pt x="1457320" y="815872"/>
                  </a:lnTo>
                  <a:close/>
                  <a:moveTo>
                    <a:pt x="1547669" y="803012"/>
                  </a:moveTo>
                  <a:lnTo>
                    <a:pt x="1524879" y="721448"/>
                  </a:lnTo>
                  <a:lnTo>
                    <a:pt x="1457320" y="815872"/>
                  </a:lnTo>
                  <a:close/>
                  <a:moveTo>
                    <a:pt x="1435406" y="633504"/>
                  </a:moveTo>
                  <a:lnTo>
                    <a:pt x="1428267" y="715333"/>
                  </a:lnTo>
                  <a:lnTo>
                    <a:pt x="1511254" y="614450"/>
                  </a:lnTo>
                  <a:close/>
                  <a:moveTo>
                    <a:pt x="1428267" y="715333"/>
                  </a:moveTo>
                  <a:lnTo>
                    <a:pt x="1461298" y="735101"/>
                  </a:lnTo>
                  <a:lnTo>
                    <a:pt x="1511254" y="614450"/>
                  </a:lnTo>
                  <a:close/>
                  <a:moveTo>
                    <a:pt x="1511254" y="614450"/>
                  </a:moveTo>
                  <a:lnTo>
                    <a:pt x="1461298" y="735101"/>
                  </a:lnTo>
                  <a:lnTo>
                    <a:pt x="1539966" y="639097"/>
                  </a:lnTo>
                  <a:close/>
                  <a:moveTo>
                    <a:pt x="1539966" y="639097"/>
                  </a:moveTo>
                  <a:lnTo>
                    <a:pt x="1461298" y="735101"/>
                  </a:lnTo>
                  <a:lnTo>
                    <a:pt x="1524879" y="721448"/>
                  </a:lnTo>
                  <a:close/>
                  <a:moveTo>
                    <a:pt x="1524879" y="721448"/>
                  </a:moveTo>
                  <a:lnTo>
                    <a:pt x="1577042" y="696665"/>
                  </a:lnTo>
                  <a:lnTo>
                    <a:pt x="1539966" y="639097"/>
                  </a:lnTo>
                  <a:close/>
                  <a:moveTo>
                    <a:pt x="1332875" y="652886"/>
                  </a:moveTo>
                  <a:lnTo>
                    <a:pt x="1338321" y="657698"/>
                  </a:lnTo>
                  <a:lnTo>
                    <a:pt x="1339254" y="651082"/>
                  </a:lnTo>
                  <a:close/>
                  <a:moveTo>
                    <a:pt x="1268199" y="570671"/>
                  </a:moveTo>
                  <a:lnTo>
                    <a:pt x="1332875" y="652886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338321" y="657698"/>
                  </a:lnTo>
                  <a:lnTo>
                    <a:pt x="1428267" y="715333"/>
                  </a:lnTo>
                  <a:close/>
                  <a:moveTo>
                    <a:pt x="1435406" y="633504"/>
                  </a:moveTo>
                  <a:lnTo>
                    <a:pt x="1339254" y="651082"/>
                  </a:lnTo>
                  <a:lnTo>
                    <a:pt x="1338321" y="657698"/>
                  </a:lnTo>
                  <a:close/>
                  <a:moveTo>
                    <a:pt x="1441497" y="549596"/>
                  </a:moveTo>
                  <a:lnTo>
                    <a:pt x="1424521" y="532234"/>
                  </a:lnTo>
                  <a:lnTo>
                    <a:pt x="1435406" y="633504"/>
                  </a:lnTo>
                  <a:close/>
                  <a:moveTo>
                    <a:pt x="1435406" y="633504"/>
                  </a:moveTo>
                  <a:lnTo>
                    <a:pt x="1424521" y="532234"/>
                  </a:lnTo>
                  <a:lnTo>
                    <a:pt x="1342683" y="548201"/>
                  </a:lnTo>
                  <a:close/>
                  <a:moveTo>
                    <a:pt x="1435406" y="633504"/>
                  </a:moveTo>
                  <a:lnTo>
                    <a:pt x="1342683" y="548201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511254" y="614450"/>
                  </a:lnTo>
                  <a:lnTo>
                    <a:pt x="1441497" y="549596"/>
                  </a:lnTo>
                  <a:close/>
                  <a:moveTo>
                    <a:pt x="2225544" y="1416202"/>
                  </a:moveTo>
                  <a:lnTo>
                    <a:pt x="2140534" y="1436601"/>
                  </a:lnTo>
                  <a:lnTo>
                    <a:pt x="2260225" y="1444876"/>
                  </a:lnTo>
                  <a:close/>
                  <a:moveTo>
                    <a:pt x="2260225" y="1444876"/>
                  </a:moveTo>
                  <a:lnTo>
                    <a:pt x="2140534" y="1436601"/>
                  </a:lnTo>
                  <a:lnTo>
                    <a:pt x="2136648" y="1476705"/>
                  </a:lnTo>
                  <a:close/>
                  <a:moveTo>
                    <a:pt x="2029873" y="1354003"/>
                  </a:moveTo>
                  <a:lnTo>
                    <a:pt x="2059464" y="1430038"/>
                  </a:lnTo>
                  <a:lnTo>
                    <a:pt x="2109071" y="1350208"/>
                  </a:lnTo>
                  <a:close/>
                  <a:moveTo>
                    <a:pt x="2225544" y="1416202"/>
                  </a:moveTo>
                  <a:lnTo>
                    <a:pt x="2112604" y="1386807"/>
                  </a:lnTo>
                  <a:lnTo>
                    <a:pt x="2140534" y="1436601"/>
                  </a:lnTo>
                  <a:close/>
                  <a:moveTo>
                    <a:pt x="2109071" y="1350208"/>
                  </a:moveTo>
                  <a:lnTo>
                    <a:pt x="2099011" y="1335983"/>
                  </a:lnTo>
                  <a:lnTo>
                    <a:pt x="2029873" y="1354003"/>
                  </a:lnTo>
                  <a:close/>
                  <a:moveTo>
                    <a:pt x="2018219" y="1163292"/>
                  </a:moveTo>
                  <a:lnTo>
                    <a:pt x="1926442" y="1189956"/>
                  </a:lnTo>
                  <a:lnTo>
                    <a:pt x="2054394" y="1232624"/>
                  </a:lnTo>
                  <a:close/>
                  <a:moveTo>
                    <a:pt x="1965211" y="1106295"/>
                  </a:moveTo>
                  <a:lnTo>
                    <a:pt x="1926442" y="1189956"/>
                  </a:lnTo>
                  <a:lnTo>
                    <a:pt x="2018219" y="1163292"/>
                  </a:lnTo>
                  <a:close/>
                  <a:moveTo>
                    <a:pt x="2018219" y="1163292"/>
                  </a:moveTo>
                  <a:lnTo>
                    <a:pt x="2093752" y="1162478"/>
                  </a:lnTo>
                  <a:lnTo>
                    <a:pt x="2048504" y="1099172"/>
                  </a:lnTo>
                  <a:close/>
                  <a:moveTo>
                    <a:pt x="2018219" y="1163292"/>
                  </a:moveTo>
                  <a:lnTo>
                    <a:pt x="2048504" y="1099172"/>
                  </a:lnTo>
                  <a:lnTo>
                    <a:pt x="1965211" y="1106295"/>
                  </a:lnTo>
                  <a:close/>
                  <a:moveTo>
                    <a:pt x="1577042" y="696665"/>
                  </a:moveTo>
                  <a:lnTo>
                    <a:pt x="1605509" y="778880"/>
                  </a:lnTo>
                  <a:lnTo>
                    <a:pt x="1643409" y="740443"/>
                  </a:lnTo>
                  <a:close/>
                  <a:moveTo>
                    <a:pt x="1511254" y="614450"/>
                  </a:moveTo>
                  <a:lnTo>
                    <a:pt x="1539966" y="639097"/>
                  </a:lnTo>
                  <a:lnTo>
                    <a:pt x="1555865" y="596165"/>
                  </a:lnTo>
                  <a:close/>
                  <a:moveTo>
                    <a:pt x="1555865" y="596165"/>
                  </a:moveTo>
                  <a:lnTo>
                    <a:pt x="1441497" y="549596"/>
                  </a:lnTo>
                  <a:lnTo>
                    <a:pt x="1511254" y="614450"/>
                  </a:lnTo>
                  <a:close/>
                  <a:moveTo>
                    <a:pt x="1607035" y="493798"/>
                  </a:moveTo>
                  <a:lnTo>
                    <a:pt x="1630113" y="482280"/>
                  </a:lnTo>
                  <a:lnTo>
                    <a:pt x="1549374" y="501349"/>
                  </a:lnTo>
                  <a:close/>
                  <a:moveTo>
                    <a:pt x="2418886" y="1280111"/>
                  </a:moveTo>
                  <a:lnTo>
                    <a:pt x="2327212" y="1294048"/>
                  </a:lnTo>
                  <a:lnTo>
                    <a:pt x="2312028" y="1359902"/>
                  </a:lnTo>
                  <a:close/>
                  <a:moveTo>
                    <a:pt x="1658260" y="537577"/>
                  </a:moveTo>
                  <a:lnTo>
                    <a:pt x="1687916" y="483193"/>
                  </a:lnTo>
                  <a:lnTo>
                    <a:pt x="1607035" y="493798"/>
                  </a:lnTo>
                  <a:close/>
                  <a:moveTo>
                    <a:pt x="1630113" y="482280"/>
                  </a:moveTo>
                  <a:lnTo>
                    <a:pt x="1607035" y="493798"/>
                  </a:lnTo>
                  <a:lnTo>
                    <a:pt x="1645914" y="483456"/>
                  </a:lnTo>
                  <a:close/>
                  <a:moveTo>
                    <a:pt x="2175492" y="756248"/>
                  </a:moveTo>
                  <a:lnTo>
                    <a:pt x="2132319" y="830847"/>
                  </a:lnTo>
                  <a:lnTo>
                    <a:pt x="2208999" y="829100"/>
                  </a:lnTo>
                  <a:close/>
                  <a:moveTo>
                    <a:pt x="1879526" y="416925"/>
                  </a:moveTo>
                  <a:lnTo>
                    <a:pt x="1887640" y="457408"/>
                  </a:lnTo>
                  <a:lnTo>
                    <a:pt x="2019823" y="461343"/>
                  </a:lnTo>
                  <a:close/>
                  <a:moveTo>
                    <a:pt x="2019823" y="461343"/>
                  </a:moveTo>
                  <a:lnTo>
                    <a:pt x="2022854" y="460704"/>
                  </a:lnTo>
                  <a:lnTo>
                    <a:pt x="2020032" y="458545"/>
                  </a:lnTo>
                  <a:close/>
                  <a:moveTo>
                    <a:pt x="2019823" y="461343"/>
                  </a:moveTo>
                  <a:lnTo>
                    <a:pt x="2027475" y="486370"/>
                  </a:lnTo>
                  <a:lnTo>
                    <a:pt x="2022854" y="460704"/>
                  </a:lnTo>
                  <a:close/>
                  <a:moveTo>
                    <a:pt x="2027475" y="486370"/>
                  </a:moveTo>
                  <a:lnTo>
                    <a:pt x="2019823" y="461343"/>
                  </a:lnTo>
                  <a:lnTo>
                    <a:pt x="2009083" y="460704"/>
                  </a:lnTo>
                  <a:close/>
                  <a:moveTo>
                    <a:pt x="2121750" y="439071"/>
                  </a:moveTo>
                  <a:lnTo>
                    <a:pt x="2022854" y="460704"/>
                  </a:lnTo>
                  <a:lnTo>
                    <a:pt x="2158347" y="481817"/>
                  </a:lnTo>
                  <a:close/>
                  <a:moveTo>
                    <a:pt x="2022854" y="460704"/>
                  </a:moveTo>
                  <a:lnTo>
                    <a:pt x="2121750" y="439071"/>
                  </a:lnTo>
                  <a:lnTo>
                    <a:pt x="2020032" y="458545"/>
                  </a:lnTo>
                  <a:close/>
                  <a:moveTo>
                    <a:pt x="2203177" y="433465"/>
                  </a:moveTo>
                  <a:lnTo>
                    <a:pt x="2160047" y="424719"/>
                  </a:lnTo>
                  <a:lnTo>
                    <a:pt x="2121750" y="439071"/>
                  </a:lnTo>
                  <a:close/>
                  <a:moveTo>
                    <a:pt x="2203177" y="433465"/>
                  </a:moveTo>
                  <a:lnTo>
                    <a:pt x="2121750" y="439071"/>
                  </a:lnTo>
                  <a:lnTo>
                    <a:pt x="2219677" y="432464"/>
                  </a:lnTo>
                  <a:close/>
                  <a:moveTo>
                    <a:pt x="2121750" y="439071"/>
                  </a:moveTo>
                  <a:lnTo>
                    <a:pt x="2158347" y="481817"/>
                  </a:lnTo>
                  <a:lnTo>
                    <a:pt x="2219677" y="432464"/>
                  </a:lnTo>
                  <a:close/>
                  <a:moveTo>
                    <a:pt x="2203177" y="433465"/>
                  </a:moveTo>
                  <a:lnTo>
                    <a:pt x="2219677" y="432464"/>
                  </a:lnTo>
                  <a:lnTo>
                    <a:pt x="2234998" y="422268"/>
                  </a:lnTo>
                  <a:close/>
                  <a:moveTo>
                    <a:pt x="1944868" y="240971"/>
                  </a:moveTo>
                  <a:lnTo>
                    <a:pt x="1964917" y="252478"/>
                  </a:lnTo>
                  <a:lnTo>
                    <a:pt x="1937464" y="267523"/>
                  </a:lnTo>
                  <a:close/>
                  <a:moveTo>
                    <a:pt x="2225691" y="24546"/>
                  </a:moveTo>
                  <a:lnTo>
                    <a:pt x="2163888" y="54971"/>
                  </a:lnTo>
                  <a:lnTo>
                    <a:pt x="2108822" y="81451"/>
                  </a:lnTo>
                  <a:close/>
                  <a:moveTo>
                    <a:pt x="2263131" y="16534"/>
                  </a:moveTo>
                  <a:lnTo>
                    <a:pt x="2195379" y="39435"/>
                  </a:lnTo>
                  <a:lnTo>
                    <a:pt x="2225691" y="24546"/>
                  </a:lnTo>
                  <a:close/>
                  <a:moveTo>
                    <a:pt x="2305681" y="10354"/>
                  </a:moveTo>
                  <a:lnTo>
                    <a:pt x="2263131" y="16534"/>
                  </a:lnTo>
                  <a:lnTo>
                    <a:pt x="2361042" y="36739"/>
                  </a:lnTo>
                  <a:close/>
                  <a:moveTo>
                    <a:pt x="2361042" y="36739"/>
                  </a:moveTo>
                  <a:lnTo>
                    <a:pt x="2263131" y="16534"/>
                  </a:lnTo>
                  <a:lnTo>
                    <a:pt x="2225691" y="24546"/>
                  </a:lnTo>
                  <a:close/>
                  <a:moveTo>
                    <a:pt x="2392947" y="0"/>
                  </a:moveTo>
                  <a:lnTo>
                    <a:pt x="2305681" y="10354"/>
                  </a:lnTo>
                  <a:lnTo>
                    <a:pt x="2438160" y="46415"/>
                  </a:lnTo>
                  <a:close/>
                  <a:moveTo>
                    <a:pt x="2305681" y="10354"/>
                  </a:moveTo>
                  <a:lnTo>
                    <a:pt x="2361042" y="36739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97" name="Candidate_density__2116">
              <a:extLst>
                <a:ext uri="{FF2B5EF4-FFF2-40B4-BE49-F238E27FC236}">
                  <a16:creationId xmlns:a16="http://schemas.microsoft.com/office/drawing/2014/main" id="{959BCE49-DAE5-41A7-3068-4037359D1013}"/>
                </a:ext>
              </a:extLst>
            </p:cNvPr>
            <p:cNvSpPr>
              <a:spLocks noGrp="1"/>
            </p:cNvSpPr>
            <p:nvPr/>
          </p:nvSpPr>
          <p:spPr>
            <a:xfrm>
              <a:off x="4050326" y="1569676"/>
              <a:ext cx="1878942" cy="2140908"/>
            </a:xfrm>
            <a:custGeom>
              <a:avLst/>
              <a:gdLst/>
              <a:ahLst/>
              <a:cxnLst/>
              <a:rect l="0" t="0" r="0" b="0"/>
              <a:pathLst>
                <a:path w="1878942" h="2140908">
                  <a:moveTo>
                    <a:pt x="92962" y="2102471"/>
                  </a:moveTo>
                  <a:lnTo>
                    <a:pt x="96306" y="2020256"/>
                  </a:lnTo>
                  <a:lnTo>
                    <a:pt x="41799" y="2140908"/>
                  </a:lnTo>
                  <a:close/>
                  <a:moveTo>
                    <a:pt x="98830" y="2012705"/>
                  </a:moveTo>
                  <a:lnTo>
                    <a:pt x="83723" y="2034180"/>
                  </a:lnTo>
                  <a:lnTo>
                    <a:pt x="96306" y="2020256"/>
                  </a:lnTo>
                  <a:close/>
                  <a:moveTo>
                    <a:pt x="98830" y="2012705"/>
                  </a:moveTo>
                  <a:lnTo>
                    <a:pt x="96306" y="2020256"/>
                  </a:lnTo>
                  <a:lnTo>
                    <a:pt x="115581" y="2008280"/>
                  </a:lnTo>
                  <a:close/>
                  <a:moveTo>
                    <a:pt x="0" y="1491449"/>
                  </a:moveTo>
                  <a:lnTo>
                    <a:pt x="46494" y="1503393"/>
                  </a:lnTo>
                  <a:lnTo>
                    <a:pt x="45774" y="1450093"/>
                  </a:lnTo>
                  <a:close/>
                  <a:moveTo>
                    <a:pt x="557813" y="1702080"/>
                  </a:moveTo>
                  <a:lnTo>
                    <a:pt x="539466" y="1619865"/>
                  </a:lnTo>
                  <a:lnTo>
                    <a:pt x="524690" y="1717865"/>
                  </a:lnTo>
                  <a:close/>
                  <a:moveTo>
                    <a:pt x="539466" y="1619865"/>
                  </a:moveTo>
                  <a:lnTo>
                    <a:pt x="506659" y="1632432"/>
                  </a:lnTo>
                  <a:lnTo>
                    <a:pt x="524690" y="1717865"/>
                  </a:lnTo>
                  <a:close/>
                  <a:moveTo>
                    <a:pt x="524690" y="1717865"/>
                  </a:moveTo>
                  <a:lnTo>
                    <a:pt x="546578" y="1711321"/>
                  </a:lnTo>
                  <a:lnTo>
                    <a:pt x="557813" y="1702080"/>
                  </a:lnTo>
                  <a:close/>
                  <a:moveTo>
                    <a:pt x="206197" y="1294558"/>
                  </a:moveTo>
                  <a:lnTo>
                    <a:pt x="147787" y="1329441"/>
                  </a:lnTo>
                  <a:lnTo>
                    <a:pt x="210903" y="1292260"/>
                  </a:lnTo>
                  <a:close/>
                  <a:moveTo>
                    <a:pt x="147787" y="1329441"/>
                  </a:moveTo>
                  <a:lnTo>
                    <a:pt x="99745" y="1370520"/>
                  </a:lnTo>
                  <a:lnTo>
                    <a:pt x="210903" y="1292260"/>
                  </a:lnTo>
                  <a:close/>
                  <a:moveTo>
                    <a:pt x="206197" y="1294558"/>
                  </a:moveTo>
                  <a:lnTo>
                    <a:pt x="210903" y="1292260"/>
                  </a:lnTo>
                  <a:lnTo>
                    <a:pt x="211503" y="1291005"/>
                  </a:lnTo>
                  <a:close/>
                  <a:moveTo>
                    <a:pt x="546578" y="1711321"/>
                  </a:moveTo>
                  <a:lnTo>
                    <a:pt x="596307" y="1682046"/>
                  </a:lnTo>
                  <a:lnTo>
                    <a:pt x="557813" y="1702080"/>
                  </a:lnTo>
                  <a:close/>
                  <a:moveTo>
                    <a:pt x="539466" y="1619865"/>
                  </a:moveTo>
                  <a:lnTo>
                    <a:pt x="557813" y="1702080"/>
                  </a:lnTo>
                  <a:lnTo>
                    <a:pt x="597261" y="1663643"/>
                  </a:lnTo>
                  <a:close/>
                  <a:moveTo>
                    <a:pt x="539466" y="1619865"/>
                  </a:moveTo>
                  <a:lnTo>
                    <a:pt x="597261" y="1663643"/>
                  </a:lnTo>
                  <a:lnTo>
                    <a:pt x="572601" y="1581429"/>
                  </a:lnTo>
                  <a:close/>
                  <a:moveTo>
                    <a:pt x="233488" y="872001"/>
                  </a:moveTo>
                  <a:lnTo>
                    <a:pt x="239781" y="803056"/>
                  </a:lnTo>
                  <a:lnTo>
                    <a:pt x="205893" y="843123"/>
                  </a:lnTo>
                  <a:close/>
                  <a:moveTo>
                    <a:pt x="611190" y="907397"/>
                  </a:moveTo>
                  <a:lnTo>
                    <a:pt x="601169" y="991163"/>
                  </a:lnTo>
                  <a:lnTo>
                    <a:pt x="642198" y="890613"/>
                  </a:lnTo>
                  <a:close/>
                  <a:moveTo>
                    <a:pt x="642198" y="890613"/>
                  </a:moveTo>
                  <a:lnTo>
                    <a:pt x="610324" y="1011265"/>
                  </a:lnTo>
                  <a:lnTo>
                    <a:pt x="656447" y="972829"/>
                  </a:lnTo>
                  <a:close/>
                  <a:moveTo>
                    <a:pt x="1141532" y="1345468"/>
                  </a:moveTo>
                  <a:lnTo>
                    <a:pt x="1101489" y="1351714"/>
                  </a:lnTo>
                  <a:lnTo>
                    <a:pt x="1130397" y="1424824"/>
                  </a:lnTo>
                  <a:close/>
                  <a:moveTo>
                    <a:pt x="1017599" y="1359323"/>
                  </a:moveTo>
                  <a:lnTo>
                    <a:pt x="980925" y="1301689"/>
                  </a:lnTo>
                  <a:lnTo>
                    <a:pt x="968057" y="1311719"/>
                  </a:lnTo>
                  <a:close/>
                  <a:moveTo>
                    <a:pt x="1086361" y="1263921"/>
                  </a:moveTo>
                  <a:lnTo>
                    <a:pt x="980925" y="1301689"/>
                  </a:lnTo>
                  <a:lnTo>
                    <a:pt x="1017599" y="1359323"/>
                  </a:lnTo>
                  <a:close/>
                  <a:moveTo>
                    <a:pt x="1101489" y="1351714"/>
                  </a:moveTo>
                  <a:lnTo>
                    <a:pt x="1086361" y="1263921"/>
                  </a:lnTo>
                  <a:lnTo>
                    <a:pt x="1017599" y="1359323"/>
                  </a:lnTo>
                  <a:close/>
                  <a:moveTo>
                    <a:pt x="1141532" y="1345468"/>
                  </a:moveTo>
                  <a:lnTo>
                    <a:pt x="1088770" y="1263252"/>
                  </a:lnTo>
                  <a:lnTo>
                    <a:pt x="1101489" y="1351714"/>
                  </a:lnTo>
                  <a:close/>
                  <a:moveTo>
                    <a:pt x="1088770" y="1263252"/>
                  </a:moveTo>
                  <a:lnTo>
                    <a:pt x="1086361" y="1263921"/>
                  </a:lnTo>
                  <a:lnTo>
                    <a:pt x="1101489" y="1351714"/>
                  </a:lnTo>
                  <a:close/>
                  <a:moveTo>
                    <a:pt x="1025833" y="1249076"/>
                  </a:moveTo>
                  <a:lnTo>
                    <a:pt x="980925" y="1301689"/>
                  </a:lnTo>
                  <a:lnTo>
                    <a:pt x="1086361" y="1263921"/>
                  </a:lnTo>
                  <a:close/>
                  <a:moveTo>
                    <a:pt x="642198" y="890613"/>
                  </a:moveTo>
                  <a:lnTo>
                    <a:pt x="656447" y="972829"/>
                  </a:lnTo>
                  <a:lnTo>
                    <a:pt x="709268" y="934392"/>
                  </a:lnTo>
                  <a:close/>
                  <a:moveTo>
                    <a:pt x="642198" y="890613"/>
                  </a:moveTo>
                  <a:lnTo>
                    <a:pt x="709268" y="934392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42198" y="890613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84430" y="808603"/>
                  </a:lnTo>
                  <a:lnTo>
                    <a:pt x="642198" y="890613"/>
                  </a:lnTo>
                  <a:close/>
                  <a:moveTo>
                    <a:pt x="1088770" y="1263252"/>
                  </a:moveTo>
                  <a:lnTo>
                    <a:pt x="1141532" y="1345468"/>
                  </a:lnTo>
                  <a:lnTo>
                    <a:pt x="1211087" y="1307031"/>
                  </a:lnTo>
                  <a:close/>
                  <a:moveTo>
                    <a:pt x="1088770" y="1263252"/>
                  </a:moveTo>
                  <a:lnTo>
                    <a:pt x="1211087" y="1307031"/>
                  </a:lnTo>
                  <a:lnTo>
                    <a:pt x="1190008" y="1224816"/>
                  </a:lnTo>
                  <a:close/>
                  <a:moveTo>
                    <a:pt x="733746" y="852177"/>
                  </a:moveTo>
                  <a:lnTo>
                    <a:pt x="810228" y="848536"/>
                  </a:lnTo>
                  <a:lnTo>
                    <a:pt x="771822" y="837399"/>
                  </a:lnTo>
                  <a:close/>
                  <a:moveTo>
                    <a:pt x="747448" y="829013"/>
                  </a:moveTo>
                  <a:lnTo>
                    <a:pt x="733746" y="852177"/>
                  </a:lnTo>
                  <a:lnTo>
                    <a:pt x="771822" y="837399"/>
                  </a:lnTo>
                  <a:close/>
                  <a:moveTo>
                    <a:pt x="872083" y="801145"/>
                  </a:moveTo>
                  <a:lnTo>
                    <a:pt x="747448" y="829013"/>
                  </a:lnTo>
                  <a:lnTo>
                    <a:pt x="870172" y="813740"/>
                  </a:lnTo>
                  <a:close/>
                  <a:moveTo>
                    <a:pt x="870172" y="813740"/>
                  </a:moveTo>
                  <a:lnTo>
                    <a:pt x="747448" y="829013"/>
                  </a:lnTo>
                  <a:lnTo>
                    <a:pt x="771822" y="837399"/>
                  </a:lnTo>
                  <a:close/>
                  <a:moveTo>
                    <a:pt x="771822" y="837399"/>
                  </a:moveTo>
                  <a:lnTo>
                    <a:pt x="810228" y="848536"/>
                  </a:lnTo>
                  <a:lnTo>
                    <a:pt x="870172" y="813740"/>
                  </a:lnTo>
                  <a:close/>
                  <a:moveTo>
                    <a:pt x="633275" y="589165"/>
                  </a:moveTo>
                  <a:lnTo>
                    <a:pt x="626498" y="655460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626498" y="655460"/>
                  </a:lnTo>
                  <a:lnTo>
                    <a:pt x="649443" y="687747"/>
                  </a:lnTo>
                  <a:close/>
                  <a:moveTo>
                    <a:pt x="594140" y="605532"/>
                  </a:moveTo>
                  <a:lnTo>
                    <a:pt x="626498" y="655460"/>
                  </a:lnTo>
                  <a:lnTo>
                    <a:pt x="633275" y="589165"/>
                  </a:lnTo>
                  <a:close/>
                  <a:moveTo>
                    <a:pt x="598271" y="549924"/>
                  </a:moveTo>
                  <a:lnTo>
                    <a:pt x="594140" y="605532"/>
                  </a:lnTo>
                  <a:lnTo>
                    <a:pt x="633275" y="589165"/>
                  </a:lnTo>
                  <a:close/>
                  <a:moveTo>
                    <a:pt x="713665" y="487503"/>
                  </a:moveTo>
                  <a:lnTo>
                    <a:pt x="598271" y="549924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598271" y="549924"/>
                  </a:lnTo>
                  <a:lnTo>
                    <a:pt x="633275" y="589165"/>
                  </a:lnTo>
                  <a:close/>
                  <a:moveTo>
                    <a:pt x="1533340" y="1515240"/>
                  </a:moveTo>
                  <a:lnTo>
                    <a:pt x="1556556" y="1473129"/>
                  </a:lnTo>
                  <a:lnTo>
                    <a:pt x="1539527" y="1438150"/>
                  </a:lnTo>
                  <a:close/>
                  <a:moveTo>
                    <a:pt x="1539527" y="1438150"/>
                  </a:moveTo>
                  <a:lnTo>
                    <a:pt x="1560442" y="1433025"/>
                  </a:lnTo>
                  <a:lnTo>
                    <a:pt x="1532512" y="1383231"/>
                  </a:lnTo>
                  <a:close/>
                  <a:moveTo>
                    <a:pt x="1507000" y="1433025"/>
                  </a:moveTo>
                  <a:lnTo>
                    <a:pt x="1539527" y="1438150"/>
                  </a:lnTo>
                  <a:lnTo>
                    <a:pt x="1532512" y="1383231"/>
                  </a:lnTo>
                  <a:close/>
                  <a:moveTo>
                    <a:pt x="1539527" y="1438150"/>
                  </a:moveTo>
                  <a:lnTo>
                    <a:pt x="1556556" y="1473129"/>
                  </a:lnTo>
                  <a:lnTo>
                    <a:pt x="1560442" y="1433025"/>
                  </a:lnTo>
                  <a:close/>
                  <a:moveTo>
                    <a:pt x="1295451" y="1215119"/>
                  </a:moveTo>
                  <a:lnTo>
                    <a:pt x="1324190" y="1161666"/>
                  </a:lnTo>
                  <a:lnTo>
                    <a:pt x="1253868" y="1177400"/>
                  </a:lnTo>
                  <a:close/>
                  <a:moveTo>
                    <a:pt x="1295451" y="1215119"/>
                  </a:moveTo>
                  <a:lnTo>
                    <a:pt x="1237555" y="1201594"/>
                  </a:lnTo>
                  <a:lnTo>
                    <a:pt x="1335014" y="1202130"/>
                  </a:lnTo>
                  <a:close/>
                  <a:moveTo>
                    <a:pt x="1324190" y="1161666"/>
                  </a:moveTo>
                  <a:lnTo>
                    <a:pt x="1295451" y="1215119"/>
                  </a:lnTo>
                  <a:lnTo>
                    <a:pt x="1346350" y="1186380"/>
                  </a:lnTo>
                  <a:close/>
                  <a:moveTo>
                    <a:pt x="1295451" y="1215119"/>
                  </a:moveTo>
                  <a:lnTo>
                    <a:pt x="1335014" y="1202130"/>
                  </a:lnTo>
                  <a:lnTo>
                    <a:pt x="1346350" y="1186380"/>
                  </a:lnTo>
                  <a:close/>
                  <a:moveTo>
                    <a:pt x="872083" y="801145"/>
                  </a:moveTo>
                  <a:lnTo>
                    <a:pt x="870172" y="813740"/>
                  </a:lnTo>
                  <a:lnTo>
                    <a:pt x="877228" y="812297"/>
                  </a:lnTo>
                  <a:close/>
                  <a:moveTo>
                    <a:pt x="877228" y="812297"/>
                  </a:moveTo>
                  <a:lnTo>
                    <a:pt x="881206" y="731525"/>
                  </a:lnTo>
                  <a:lnTo>
                    <a:pt x="872083" y="801145"/>
                  </a:lnTo>
                  <a:close/>
                  <a:moveTo>
                    <a:pt x="688107" y="567095"/>
                  </a:moveTo>
                  <a:lnTo>
                    <a:pt x="759162" y="647506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688107" y="567095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762592" y="544626"/>
                  </a:lnTo>
                  <a:lnTo>
                    <a:pt x="714797" y="484880"/>
                  </a:lnTo>
                  <a:close/>
                  <a:moveTo>
                    <a:pt x="714797" y="484880"/>
                  </a:moveTo>
                  <a:lnTo>
                    <a:pt x="762592" y="544626"/>
                  </a:lnTo>
                  <a:lnTo>
                    <a:pt x="844430" y="528658"/>
                  </a:lnTo>
                  <a:close/>
                  <a:moveTo>
                    <a:pt x="714797" y="484880"/>
                  </a:moveTo>
                  <a:lnTo>
                    <a:pt x="844430" y="528658"/>
                  </a:lnTo>
                  <a:lnTo>
                    <a:pt x="833471" y="446444"/>
                  </a:lnTo>
                  <a:close/>
                  <a:moveTo>
                    <a:pt x="1528980" y="1346632"/>
                  </a:moveTo>
                  <a:lnTo>
                    <a:pt x="1507000" y="1433025"/>
                  </a:lnTo>
                  <a:lnTo>
                    <a:pt x="1532512" y="1383231"/>
                  </a:lnTo>
                  <a:close/>
                  <a:moveTo>
                    <a:pt x="1479373" y="1426462"/>
                  </a:moveTo>
                  <a:lnTo>
                    <a:pt x="1507000" y="1433025"/>
                  </a:lnTo>
                  <a:lnTo>
                    <a:pt x="1528980" y="1346632"/>
                  </a:lnTo>
                  <a:close/>
                  <a:moveTo>
                    <a:pt x="1528980" y="1346632"/>
                  </a:moveTo>
                  <a:lnTo>
                    <a:pt x="1532512" y="1383231"/>
                  </a:lnTo>
                  <a:lnTo>
                    <a:pt x="1645452" y="1412626"/>
                  </a:lnTo>
                  <a:close/>
                  <a:moveTo>
                    <a:pt x="1631935" y="1323524"/>
                  </a:moveTo>
                  <a:lnTo>
                    <a:pt x="1528980" y="1346632"/>
                  </a:lnTo>
                  <a:lnTo>
                    <a:pt x="1645452" y="1412626"/>
                  </a:lnTo>
                  <a:close/>
                  <a:moveTo>
                    <a:pt x="1528980" y="1346632"/>
                  </a:moveTo>
                  <a:lnTo>
                    <a:pt x="1564576" y="1268595"/>
                  </a:lnTo>
                  <a:lnTo>
                    <a:pt x="1518919" y="1332407"/>
                  </a:lnTo>
                  <a:close/>
                  <a:moveTo>
                    <a:pt x="1631935" y="1323524"/>
                  </a:moveTo>
                  <a:lnTo>
                    <a:pt x="1580463" y="1265277"/>
                  </a:lnTo>
                  <a:lnTo>
                    <a:pt x="1528980" y="1346632"/>
                  </a:lnTo>
                  <a:close/>
                  <a:moveTo>
                    <a:pt x="1675715" y="1312373"/>
                  </a:moveTo>
                  <a:lnTo>
                    <a:pt x="1699629" y="1235535"/>
                  </a:lnTo>
                  <a:lnTo>
                    <a:pt x="1631935" y="1323524"/>
                  </a:lnTo>
                  <a:close/>
                  <a:moveTo>
                    <a:pt x="996950" y="693089"/>
                  </a:moveTo>
                  <a:lnTo>
                    <a:pt x="1063318" y="736868"/>
                  </a:lnTo>
                  <a:lnTo>
                    <a:pt x="1050875" y="654653"/>
                  </a:lnTo>
                  <a:close/>
                  <a:moveTo>
                    <a:pt x="975774" y="592589"/>
                  </a:moveTo>
                  <a:lnTo>
                    <a:pt x="959875" y="635522"/>
                  </a:lnTo>
                  <a:lnTo>
                    <a:pt x="1014089" y="572438"/>
                  </a:lnTo>
                  <a:close/>
                  <a:moveTo>
                    <a:pt x="1014089" y="572438"/>
                  </a:moveTo>
                  <a:lnTo>
                    <a:pt x="959875" y="635522"/>
                  </a:lnTo>
                  <a:lnTo>
                    <a:pt x="996950" y="693089"/>
                  </a:lnTo>
                  <a:close/>
                  <a:moveTo>
                    <a:pt x="1014089" y="572438"/>
                  </a:moveTo>
                  <a:lnTo>
                    <a:pt x="996950" y="693089"/>
                  </a:lnTo>
                  <a:lnTo>
                    <a:pt x="1050875" y="654653"/>
                  </a:lnTo>
                  <a:close/>
                  <a:moveTo>
                    <a:pt x="863361" y="523294"/>
                  </a:moveTo>
                  <a:lnTo>
                    <a:pt x="861406" y="546020"/>
                  </a:lnTo>
                  <a:lnTo>
                    <a:pt x="975774" y="592589"/>
                  </a:lnTo>
                  <a:close/>
                  <a:moveTo>
                    <a:pt x="969283" y="497773"/>
                  </a:moveTo>
                  <a:lnTo>
                    <a:pt x="863361" y="523294"/>
                  </a:lnTo>
                  <a:lnTo>
                    <a:pt x="975774" y="592589"/>
                  </a:lnTo>
                  <a:close/>
                  <a:moveTo>
                    <a:pt x="1014089" y="572438"/>
                  </a:moveTo>
                  <a:lnTo>
                    <a:pt x="1026943" y="490222"/>
                  </a:lnTo>
                  <a:lnTo>
                    <a:pt x="975774" y="592589"/>
                  </a:lnTo>
                  <a:close/>
                  <a:moveTo>
                    <a:pt x="1026943" y="490222"/>
                  </a:moveTo>
                  <a:lnTo>
                    <a:pt x="969283" y="497773"/>
                  </a:lnTo>
                  <a:lnTo>
                    <a:pt x="975774" y="592589"/>
                  </a:lnTo>
                  <a:close/>
                  <a:moveTo>
                    <a:pt x="844430" y="528658"/>
                  </a:moveTo>
                  <a:lnTo>
                    <a:pt x="861406" y="546020"/>
                  </a:lnTo>
                  <a:lnTo>
                    <a:pt x="863361" y="523294"/>
                  </a:lnTo>
                  <a:close/>
                  <a:moveTo>
                    <a:pt x="833471" y="446444"/>
                  </a:moveTo>
                  <a:lnTo>
                    <a:pt x="863361" y="523294"/>
                  </a:lnTo>
                  <a:lnTo>
                    <a:pt x="835389" y="445943"/>
                  </a:lnTo>
                  <a:close/>
                  <a:moveTo>
                    <a:pt x="833471" y="446444"/>
                  </a:moveTo>
                  <a:lnTo>
                    <a:pt x="844430" y="528658"/>
                  </a:lnTo>
                  <a:lnTo>
                    <a:pt x="863361" y="523294"/>
                  </a:lnTo>
                  <a:close/>
                  <a:moveTo>
                    <a:pt x="863361" y="523294"/>
                  </a:moveTo>
                  <a:lnTo>
                    <a:pt x="969283" y="497773"/>
                  </a:lnTo>
                  <a:lnTo>
                    <a:pt x="929548" y="429985"/>
                  </a:lnTo>
                  <a:close/>
                  <a:moveTo>
                    <a:pt x="863361" y="523294"/>
                  </a:moveTo>
                  <a:lnTo>
                    <a:pt x="929548" y="429985"/>
                  </a:lnTo>
                  <a:lnTo>
                    <a:pt x="835389" y="445943"/>
                  </a:lnTo>
                  <a:close/>
                  <a:moveTo>
                    <a:pt x="834234" y="444429"/>
                  </a:moveTo>
                  <a:lnTo>
                    <a:pt x="833471" y="446444"/>
                  </a:lnTo>
                  <a:lnTo>
                    <a:pt x="835389" y="445943"/>
                  </a:lnTo>
                  <a:close/>
                  <a:moveTo>
                    <a:pt x="1675715" y="1312373"/>
                  </a:moveTo>
                  <a:lnTo>
                    <a:pt x="1731936" y="1356326"/>
                  </a:lnTo>
                  <a:lnTo>
                    <a:pt x="1747120" y="1290472"/>
                  </a:lnTo>
                  <a:close/>
                  <a:moveTo>
                    <a:pt x="1699629" y="1235535"/>
                  </a:moveTo>
                  <a:lnTo>
                    <a:pt x="1675715" y="1312373"/>
                  </a:lnTo>
                  <a:lnTo>
                    <a:pt x="1747120" y="1290472"/>
                  </a:lnTo>
                  <a:close/>
                  <a:moveTo>
                    <a:pt x="1014089" y="572438"/>
                  </a:moveTo>
                  <a:lnTo>
                    <a:pt x="1078168" y="534001"/>
                  </a:lnTo>
                  <a:lnTo>
                    <a:pt x="1026943" y="490222"/>
                  </a:lnTo>
                  <a:close/>
                  <a:moveTo>
                    <a:pt x="1703731" y="390059"/>
                  </a:moveTo>
                  <a:lnTo>
                    <a:pt x="1623085" y="429889"/>
                  </a:lnTo>
                  <a:lnTo>
                    <a:pt x="1654906" y="418692"/>
                  </a:lnTo>
                  <a:close/>
                  <a:moveTo>
                    <a:pt x="1739518" y="395823"/>
                  </a:moveTo>
                  <a:lnTo>
                    <a:pt x="1654906" y="418692"/>
                  </a:lnTo>
                  <a:lnTo>
                    <a:pt x="1764036" y="400332"/>
                  </a:lnTo>
                  <a:close/>
                  <a:moveTo>
                    <a:pt x="1764036" y="400332"/>
                  </a:moveTo>
                  <a:lnTo>
                    <a:pt x="1654906" y="418692"/>
                  </a:lnTo>
                  <a:lnTo>
                    <a:pt x="1639585" y="428888"/>
                  </a:lnTo>
                  <a:close/>
                  <a:moveTo>
                    <a:pt x="1764036" y="400332"/>
                  </a:moveTo>
                  <a:lnTo>
                    <a:pt x="1639585" y="428888"/>
                  </a:lnTo>
                  <a:lnTo>
                    <a:pt x="1704260" y="455495"/>
                  </a:lnTo>
                  <a:close/>
                  <a:moveTo>
                    <a:pt x="1703731" y="390059"/>
                  </a:moveTo>
                  <a:lnTo>
                    <a:pt x="1654906" y="418692"/>
                  </a:lnTo>
                  <a:lnTo>
                    <a:pt x="1739518" y="395823"/>
                  </a:lnTo>
                  <a:close/>
                  <a:moveTo>
                    <a:pt x="1720920" y="336476"/>
                  </a:moveTo>
                  <a:lnTo>
                    <a:pt x="1739518" y="395823"/>
                  </a:lnTo>
                  <a:lnTo>
                    <a:pt x="1780973" y="380255"/>
                  </a:lnTo>
                  <a:close/>
                  <a:moveTo>
                    <a:pt x="1739518" y="395823"/>
                  </a:moveTo>
                  <a:lnTo>
                    <a:pt x="1764036" y="400332"/>
                  </a:lnTo>
                  <a:lnTo>
                    <a:pt x="1780973" y="380255"/>
                  </a:lnTo>
                  <a:close/>
                  <a:moveTo>
                    <a:pt x="1764036" y="400332"/>
                  </a:moveTo>
                  <a:lnTo>
                    <a:pt x="1823517" y="407517"/>
                  </a:lnTo>
                  <a:lnTo>
                    <a:pt x="1780973" y="380255"/>
                  </a:lnTo>
                  <a:close/>
                  <a:moveTo>
                    <a:pt x="1823517" y="407517"/>
                  </a:moveTo>
                  <a:lnTo>
                    <a:pt x="1878942" y="341819"/>
                  </a:lnTo>
                  <a:lnTo>
                    <a:pt x="1780973" y="380255"/>
                  </a:lnTo>
                  <a:close/>
                  <a:moveTo>
                    <a:pt x="1878942" y="341819"/>
                  </a:moveTo>
                  <a:lnTo>
                    <a:pt x="1792731" y="298039"/>
                  </a:lnTo>
                  <a:lnTo>
                    <a:pt x="1780973" y="380255"/>
                  </a:lnTo>
                  <a:close/>
                  <a:moveTo>
                    <a:pt x="1615287" y="35859"/>
                  </a:moveTo>
                  <a:lnTo>
                    <a:pt x="1583796" y="51395"/>
                  </a:lnTo>
                  <a:lnTo>
                    <a:pt x="1645600" y="20970"/>
                  </a:lnTo>
                  <a:close/>
                  <a:moveTo>
                    <a:pt x="1683039" y="12958"/>
                  </a:moveTo>
                  <a:lnTo>
                    <a:pt x="1591282" y="33090"/>
                  </a:lnTo>
                  <a:lnTo>
                    <a:pt x="1615287" y="35859"/>
                  </a:lnTo>
                  <a:close/>
                  <a:moveTo>
                    <a:pt x="1714521" y="0"/>
                  </a:moveTo>
                  <a:lnTo>
                    <a:pt x="1683039" y="12958"/>
                  </a:lnTo>
                  <a:lnTo>
                    <a:pt x="1725589" y="6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98" name="Candidate_density__2117">
              <a:extLst>
                <a:ext uri="{FF2B5EF4-FFF2-40B4-BE49-F238E27FC236}">
                  <a16:creationId xmlns:a16="http://schemas.microsoft.com/office/drawing/2014/main" id="{BD5C7B9A-A92C-211D-0AA2-7B21F1E11F1E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2180215"/>
              <a:ext cx="2495472" cy="1753300"/>
            </a:xfrm>
            <a:custGeom>
              <a:avLst/>
              <a:gdLst/>
              <a:ahLst/>
              <a:cxnLst/>
              <a:rect l="0" t="0" r="0" b="0"/>
              <a:pathLst>
                <a:path w="2495472" h="1753300">
                  <a:moveTo>
                    <a:pt x="791815" y="1753300"/>
                  </a:moveTo>
                  <a:lnTo>
                    <a:pt x="843324" y="1707299"/>
                  </a:lnTo>
                  <a:lnTo>
                    <a:pt x="846795" y="1700142"/>
                  </a:lnTo>
                  <a:close/>
                  <a:moveTo>
                    <a:pt x="15343" y="795775"/>
                  </a:moveTo>
                  <a:lnTo>
                    <a:pt x="0" y="834212"/>
                  </a:lnTo>
                  <a:lnTo>
                    <a:pt x="67674" y="717806"/>
                  </a:lnTo>
                  <a:close/>
                  <a:moveTo>
                    <a:pt x="791815" y="1753300"/>
                  </a:moveTo>
                  <a:lnTo>
                    <a:pt x="846795" y="1700142"/>
                  </a:lnTo>
                  <a:lnTo>
                    <a:pt x="907992" y="1693807"/>
                  </a:lnTo>
                  <a:close/>
                  <a:moveTo>
                    <a:pt x="22131" y="789163"/>
                  </a:moveTo>
                  <a:lnTo>
                    <a:pt x="14839" y="798921"/>
                  </a:lnTo>
                  <a:lnTo>
                    <a:pt x="15343" y="795775"/>
                  </a:lnTo>
                  <a:close/>
                  <a:moveTo>
                    <a:pt x="635353" y="844896"/>
                  </a:moveTo>
                  <a:lnTo>
                    <a:pt x="634329" y="855194"/>
                  </a:lnTo>
                  <a:lnTo>
                    <a:pt x="645485" y="839250"/>
                  </a:lnTo>
                  <a:close/>
                  <a:moveTo>
                    <a:pt x="645485" y="839250"/>
                  </a:moveTo>
                  <a:lnTo>
                    <a:pt x="666785" y="728715"/>
                  </a:lnTo>
                  <a:lnTo>
                    <a:pt x="635353" y="844896"/>
                  </a:lnTo>
                  <a:close/>
                  <a:moveTo>
                    <a:pt x="678267" y="746612"/>
                  </a:moveTo>
                  <a:lnTo>
                    <a:pt x="655181" y="838241"/>
                  </a:lnTo>
                  <a:lnTo>
                    <a:pt x="635353" y="844896"/>
                  </a:lnTo>
                  <a:close/>
                  <a:moveTo>
                    <a:pt x="666785" y="728715"/>
                  </a:moveTo>
                  <a:lnTo>
                    <a:pt x="645485" y="839250"/>
                  </a:lnTo>
                  <a:lnTo>
                    <a:pt x="693686" y="762681"/>
                  </a:lnTo>
                  <a:close/>
                  <a:moveTo>
                    <a:pt x="1287179" y="1179098"/>
                  </a:moveTo>
                  <a:lnTo>
                    <a:pt x="1263028" y="1247586"/>
                  </a:lnTo>
                  <a:lnTo>
                    <a:pt x="1241706" y="1244727"/>
                  </a:lnTo>
                  <a:close/>
                  <a:moveTo>
                    <a:pt x="836643" y="566235"/>
                  </a:moveTo>
                  <a:lnTo>
                    <a:pt x="845357" y="504539"/>
                  </a:lnTo>
                  <a:lnTo>
                    <a:pt x="812469" y="539310"/>
                  </a:lnTo>
                  <a:close/>
                  <a:moveTo>
                    <a:pt x="1669943" y="439989"/>
                  </a:moveTo>
                  <a:lnTo>
                    <a:pt x="1739816" y="422575"/>
                  </a:lnTo>
                  <a:lnTo>
                    <a:pt x="1789212" y="392055"/>
                  </a:lnTo>
                  <a:close/>
                  <a:moveTo>
                    <a:pt x="1872033" y="11019"/>
                  </a:moveTo>
                  <a:lnTo>
                    <a:pt x="1774813" y="33461"/>
                  </a:lnTo>
                  <a:lnTo>
                    <a:pt x="1876632" y="9840"/>
                  </a:lnTo>
                  <a:close/>
                  <a:moveTo>
                    <a:pt x="1876632" y="9840"/>
                  </a:moveTo>
                  <a:lnTo>
                    <a:pt x="1774813" y="33461"/>
                  </a:lnTo>
                  <a:lnTo>
                    <a:pt x="1752227" y="38574"/>
                  </a:lnTo>
                  <a:close/>
                  <a:moveTo>
                    <a:pt x="1872033" y="11019"/>
                  </a:moveTo>
                  <a:lnTo>
                    <a:pt x="1880715" y="7955"/>
                  </a:lnTo>
                  <a:lnTo>
                    <a:pt x="1931558" y="0"/>
                  </a:lnTo>
                  <a:close/>
                  <a:moveTo>
                    <a:pt x="1931558" y="0"/>
                  </a:moveTo>
                  <a:lnTo>
                    <a:pt x="1880715" y="7955"/>
                  </a:lnTo>
                  <a:lnTo>
                    <a:pt x="1961661" y="49091"/>
                  </a:lnTo>
                  <a:close/>
                  <a:moveTo>
                    <a:pt x="2393002" y="180225"/>
                  </a:moveTo>
                  <a:lnTo>
                    <a:pt x="2419497" y="215831"/>
                  </a:lnTo>
                  <a:lnTo>
                    <a:pt x="2447296" y="150573"/>
                  </a:lnTo>
                  <a:close/>
                  <a:moveTo>
                    <a:pt x="2365831" y="256302"/>
                  </a:moveTo>
                  <a:lnTo>
                    <a:pt x="2419497" y="215831"/>
                  </a:lnTo>
                  <a:lnTo>
                    <a:pt x="2393002" y="180225"/>
                  </a:lnTo>
                  <a:close/>
                  <a:moveTo>
                    <a:pt x="2447296" y="150573"/>
                  </a:moveTo>
                  <a:lnTo>
                    <a:pt x="2419497" y="215831"/>
                  </a:lnTo>
                  <a:lnTo>
                    <a:pt x="2450415" y="180792"/>
                  </a:lnTo>
                  <a:close/>
                  <a:moveTo>
                    <a:pt x="2447296" y="150573"/>
                  </a:moveTo>
                  <a:lnTo>
                    <a:pt x="2463756" y="102653"/>
                  </a:lnTo>
                  <a:lnTo>
                    <a:pt x="2453168" y="126521"/>
                  </a:lnTo>
                  <a:close/>
                  <a:moveTo>
                    <a:pt x="2437023" y="142356"/>
                  </a:moveTo>
                  <a:lnTo>
                    <a:pt x="2447296" y="150573"/>
                  </a:lnTo>
                  <a:lnTo>
                    <a:pt x="2453168" y="126521"/>
                  </a:lnTo>
                  <a:close/>
                  <a:moveTo>
                    <a:pt x="2478735" y="60140"/>
                  </a:moveTo>
                  <a:lnTo>
                    <a:pt x="2495472" y="69485"/>
                  </a:lnTo>
                  <a:lnTo>
                    <a:pt x="2453168" y="12652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99" name="Candidate_density__2118">
              <a:extLst>
                <a:ext uri="{FF2B5EF4-FFF2-40B4-BE49-F238E27FC236}">
                  <a16:creationId xmlns:a16="http://schemas.microsoft.com/office/drawing/2014/main" id="{D69D981A-F9E8-080E-1B30-E5A6C11BA8C6}"/>
                </a:ext>
              </a:extLst>
            </p:cNvPr>
            <p:cNvSpPr>
              <a:spLocks noGrp="1"/>
            </p:cNvSpPr>
            <p:nvPr/>
          </p:nvSpPr>
          <p:spPr>
            <a:xfrm>
              <a:off x="5102928" y="3035795"/>
              <a:ext cx="39239" cy="38437"/>
            </a:xfrm>
            <a:custGeom>
              <a:avLst/>
              <a:gdLst/>
              <a:ahLst/>
              <a:cxnLst/>
              <a:rect l="0" t="0" r="0" b="0"/>
              <a:pathLst>
                <a:path w="39239" h="38437">
                  <a:moveTo>
                    <a:pt x="0" y="38437"/>
                  </a:moveTo>
                  <a:lnTo>
                    <a:pt x="39239" y="0"/>
                  </a:lnTo>
                  <a:lnTo>
                    <a:pt x="33177" y="7084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51800" name="Candidate_density__2119">
              <a:extLst>
                <a:ext uri="{FF2B5EF4-FFF2-40B4-BE49-F238E27FC236}">
                  <a16:creationId xmlns:a16="http://schemas.microsoft.com/office/drawing/2014/main" id="{ADBE9A12-2E23-44D6-805E-BB3807E35A4E}"/>
                </a:ext>
              </a:extLst>
            </p:cNvPr>
            <p:cNvSpPr>
              <a:spLocks noGrp="1"/>
            </p:cNvSpPr>
            <p:nvPr/>
          </p:nvSpPr>
          <p:spPr>
            <a:xfrm>
              <a:off x="3473643" y="1757458"/>
              <a:ext cx="2879382" cy="2198494"/>
            </a:xfrm>
            <a:custGeom>
              <a:avLst/>
              <a:gdLst/>
              <a:ahLst/>
              <a:cxnLst/>
              <a:rect l="0" t="0" r="0" b="0"/>
              <a:pathLst>
                <a:path w="2879382" h="2198494">
                  <a:moveTo>
                    <a:pt x="0" y="1295405"/>
                  </a:moveTo>
                  <a:lnTo>
                    <a:pt x="8839" y="1311913"/>
                  </a:lnTo>
                  <a:lnTo>
                    <a:pt x="40708" y="1338637"/>
                  </a:lnTo>
                  <a:close/>
                  <a:moveTo>
                    <a:pt x="696339" y="1996905"/>
                  </a:moveTo>
                  <a:lnTo>
                    <a:pt x="660706" y="2035341"/>
                  </a:lnTo>
                  <a:lnTo>
                    <a:pt x="678567" y="2051541"/>
                  </a:lnTo>
                  <a:close/>
                  <a:moveTo>
                    <a:pt x="0" y="1295405"/>
                  </a:moveTo>
                  <a:lnTo>
                    <a:pt x="40708" y="1338637"/>
                  </a:lnTo>
                  <a:lnTo>
                    <a:pt x="66859" y="1339183"/>
                  </a:lnTo>
                  <a:close/>
                  <a:moveTo>
                    <a:pt x="11082" y="1256969"/>
                  </a:moveTo>
                  <a:lnTo>
                    <a:pt x="0" y="1295405"/>
                  </a:lnTo>
                  <a:lnTo>
                    <a:pt x="66859" y="1339183"/>
                  </a:lnTo>
                  <a:close/>
                  <a:moveTo>
                    <a:pt x="1041886" y="2143553"/>
                  </a:moveTo>
                  <a:lnTo>
                    <a:pt x="1125110" y="2176056"/>
                  </a:lnTo>
                  <a:lnTo>
                    <a:pt x="1167663" y="2119953"/>
                  </a:lnTo>
                  <a:close/>
                  <a:moveTo>
                    <a:pt x="750955" y="1755601"/>
                  </a:moveTo>
                  <a:lnTo>
                    <a:pt x="709190" y="1706645"/>
                  </a:lnTo>
                  <a:lnTo>
                    <a:pt x="749276" y="1774148"/>
                  </a:lnTo>
                  <a:close/>
                  <a:moveTo>
                    <a:pt x="1359516" y="2128240"/>
                  </a:moveTo>
                  <a:lnTo>
                    <a:pt x="1337731" y="2198494"/>
                  </a:lnTo>
                  <a:lnTo>
                    <a:pt x="1379377" y="2138997"/>
                  </a:lnTo>
                  <a:close/>
                  <a:moveTo>
                    <a:pt x="1167663" y="2119953"/>
                  </a:moveTo>
                  <a:lnTo>
                    <a:pt x="1212046" y="2070692"/>
                  </a:lnTo>
                  <a:lnTo>
                    <a:pt x="1086229" y="2094143"/>
                  </a:lnTo>
                  <a:close/>
                  <a:moveTo>
                    <a:pt x="1212046" y="2070692"/>
                  </a:moveTo>
                  <a:lnTo>
                    <a:pt x="1167663" y="2119953"/>
                  </a:lnTo>
                  <a:lnTo>
                    <a:pt x="1292925" y="2094428"/>
                  </a:lnTo>
                  <a:close/>
                  <a:moveTo>
                    <a:pt x="981829" y="1906456"/>
                  </a:moveTo>
                  <a:lnTo>
                    <a:pt x="974744" y="1955977"/>
                  </a:lnTo>
                  <a:lnTo>
                    <a:pt x="1016313" y="1920031"/>
                  </a:lnTo>
                  <a:close/>
                  <a:moveTo>
                    <a:pt x="952083" y="1830546"/>
                  </a:moveTo>
                  <a:lnTo>
                    <a:pt x="1016313" y="1920031"/>
                  </a:lnTo>
                  <a:lnTo>
                    <a:pt x="973667" y="1837816"/>
                  </a:lnTo>
                  <a:close/>
                  <a:moveTo>
                    <a:pt x="981829" y="1906456"/>
                  </a:moveTo>
                  <a:lnTo>
                    <a:pt x="1016313" y="1920031"/>
                  </a:lnTo>
                  <a:lnTo>
                    <a:pt x="952083" y="1830546"/>
                  </a:lnTo>
                  <a:close/>
                  <a:moveTo>
                    <a:pt x="950856" y="1755601"/>
                  </a:moveTo>
                  <a:lnTo>
                    <a:pt x="952083" y="1830546"/>
                  </a:lnTo>
                  <a:lnTo>
                    <a:pt x="973667" y="1837816"/>
                  </a:lnTo>
                  <a:close/>
                  <a:moveTo>
                    <a:pt x="1059088" y="1777466"/>
                  </a:moveTo>
                  <a:lnTo>
                    <a:pt x="952083" y="1830546"/>
                  </a:lnTo>
                  <a:lnTo>
                    <a:pt x="950856" y="1755601"/>
                  </a:lnTo>
                  <a:close/>
                  <a:moveTo>
                    <a:pt x="979689" y="1759264"/>
                  </a:moveTo>
                  <a:lnTo>
                    <a:pt x="952083" y="1830546"/>
                  </a:lnTo>
                  <a:lnTo>
                    <a:pt x="1059088" y="1777466"/>
                  </a:lnTo>
                  <a:close/>
                  <a:moveTo>
                    <a:pt x="785725" y="1591171"/>
                  </a:moveTo>
                  <a:lnTo>
                    <a:pt x="756028" y="1470520"/>
                  </a:lnTo>
                  <a:lnTo>
                    <a:pt x="728073" y="1508956"/>
                  </a:lnTo>
                  <a:close/>
                  <a:moveTo>
                    <a:pt x="629590" y="1501476"/>
                  </a:moveTo>
                  <a:lnTo>
                    <a:pt x="705734" y="1507508"/>
                  </a:lnTo>
                  <a:lnTo>
                    <a:pt x="750452" y="1459500"/>
                  </a:lnTo>
                  <a:close/>
                  <a:moveTo>
                    <a:pt x="1359516" y="2128240"/>
                  </a:moveTo>
                  <a:lnTo>
                    <a:pt x="1379377" y="2138997"/>
                  </a:lnTo>
                  <a:lnTo>
                    <a:pt x="1382676" y="2123219"/>
                  </a:lnTo>
                  <a:close/>
                  <a:moveTo>
                    <a:pt x="1382676" y="2123219"/>
                  </a:moveTo>
                  <a:lnTo>
                    <a:pt x="1292925" y="2094428"/>
                  </a:lnTo>
                  <a:lnTo>
                    <a:pt x="1359516" y="2128240"/>
                  </a:lnTo>
                  <a:close/>
                  <a:moveTo>
                    <a:pt x="1471118" y="2111909"/>
                  </a:moveTo>
                  <a:lnTo>
                    <a:pt x="1379377" y="2138997"/>
                  </a:lnTo>
                  <a:lnTo>
                    <a:pt x="1459984" y="2161719"/>
                  </a:lnTo>
                  <a:close/>
                  <a:moveTo>
                    <a:pt x="1471118" y="2111909"/>
                  </a:moveTo>
                  <a:lnTo>
                    <a:pt x="1382676" y="2123219"/>
                  </a:lnTo>
                  <a:lnTo>
                    <a:pt x="1379377" y="2138997"/>
                  </a:lnTo>
                  <a:close/>
                  <a:moveTo>
                    <a:pt x="1293660" y="1934811"/>
                  </a:moveTo>
                  <a:lnTo>
                    <a:pt x="1295949" y="1890530"/>
                  </a:lnTo>
                  <a:lnTo>
                    <a:pt x="1230020" y="1922690"/>
                  </a:lnTo>
                  <a:close/>
                  <a:moveTo>
                    <a:pt x="1341069" y="1843159"/>
                  </a:moveTo>
                  <a:lnTo>
                    <a:pt x="1295949" y="1890530"/>
                  </a:lnTo>
                  <a:lnTo>
                    <a:pt x="1353065" y="1847016"/>
                  </a:lnTo>
                  <a:close/>
                  <a:moveTo>
                    <a:pt x="1353065" y="1847016"/>
                  </a:moveTo>
                  <a:lnTo>
                    <a:pt x="1295949" y="1890530"/>
                  </a:lnTo>
                  <a:lnTo>
                    <a:pt x="1293660" y="1934811"/>
                  </a:lnTo>
                  <a:close/>
                  <a:moveTo>
                    <a:pt x="1060173" y="1566320"/>
                  </a:moveTo>
                  <a:lnTo>
                    <a:pt x="1007205" y="1583485"/>
                  </a:lnTo>
                  <a:lnTo>
                    <a:pt x="994596" y="1514298"/>
                  </a:lnTo>
                  <a:close/>
                  <a:moveTo>
                    <a:pt x="1322918" y="1776161"/>
                  </a:moveTo>
                  <a:lnTo>
                    <a:pt x="1341069" y="1843159"/>
                  </a:lnTo>
                  <a:lnTo>
                    <a:pt x="1355583" y="1834834"/>
                  </a:lnTo>
                  <a:close/>
                  <a:moveTo>
                    <a:pt x="1322918" y="1776161"/>
                  </a:moveTo>
                  <a:lnTo>
                    <a:pt x="1355583" y="1834834"/>
                  </a:lnTo>
                  <a:lnTo>
                    <a:pt x="1397004" y="1774497"/>
                  </a:lnTo>
                  <a:close/>
                  <a:moveTo>
                    <a:pt x="1355583" y="1834834"/>
                  </a:moveTo>
                  <a:lnTo>
                    <a:pt x="1464361" y="1747678"/>
                  </a:lnTo>
                  <a:lnTo>
                    <a:pt x="1397004" y="1774497"/>
                  </a:lnTo>
                  <a:close/>
                  <a:moveTo>
                    <a:pt x="751366" y="982571"/>
                  </a:moveTo>
                  <a:lnTo>
                    <a:pt x="765271" y="1020999"/>
                  </a:lnTo>
                  <a:lnTo>
                    <a:pt x="823559" y="1023770"/>
                  </a:lnTo>
                  <a:close/>
                  <a:moveTo>
                    <a:pt x="1407871" y="1602275"/>
                  </a:moveTo>
                  <a:lnTo>
                    <a:pt x="1473778" y="1709377"/>
                  </a:lnTo>
                  <a:lnTo>
                    <a:pt x="1407121" y="1640292"/>
                  </a:lnTo>
                  <a:close/>
                  <a:moveTo>
                    <a:pt x="1422163" y="1690748"/>
                  </a:moveTo>
                  <a:lnTo>
                    <a:pt x="1473778" y="1709377"/>
                  </a:lnTo>
                  <a:lnTo>
                    <a:pt x="1407871" y="1602275"/>
                  </a:lnTo>
                  <a:close/>
                  <a:moveTo>
                    <a:pt x="1296158" y="1532411"/>
                  </a:moveTo>
                  <a:lnTo>
                    <a:pt x="1357867" y="1542835"/>
                  </a:lnTo>
                  <a:lnTo>
                    <a:pt x="1344170" y="1453878"/>
                  </a:lnTo>
                  <a:close/>
                  <a:moveTo>
                    <a:pt x="1296158" y="1532411"/>
                  </a:moveTo>
                  <a:lnTo>
                    <a:pt x="1344170" y="1453878"/>
                  </a:lnTo>
                  <a:lnTo>
                    <a:pt x="1283394" y="1442696"/>
                  </a:lnTo>
                  <a:close/>
                  <a:moveTo>
                    <a:pt x="823559" y="1023770"/>
                  </a:moveTo>
                  <a:lnTo>
                    <a:pt x="872313" y="1064786"/>
                  </a:lnTo>
                  <a:lnTo>
                    <a:pt x="873337" y="1033237"/>
                  </a:lnTo>
                  <a:close/>
                  <a:moveTo>
                    <a:pt x="780887" y="944134"/>
                  </a:moveTo>
                  <a:lnTo>
                    <a:pt x="716758" y="982571"/>
                  </a:lnTo>
                  <a:lnTo>
                    <a:pt x="714521" y="900356"/>
                  </a:lnTo>
                  <a:close/>
                  <a:moveTo>
                    <a:pt x="1009816" y="1108565"/>
                  </a:moveTo>
                  <a:lnTo>
                    <a:pt x="1000685" y="1026350"/>
                  </a:lnTo>
                  <a:lnTo>
                    <a:pt x="1023782" y="1063310"/>
                  </a:lnTo>
                  <a:close/>
                  <a:moveTo>
                    <a:pt x="1068013" y="734822"/>
                  </a:moveTo>
                  <a:lnTo>
                    <a:pt x="1046732" y="713176"/>
                  </a:lnTo>
                  <a:lnTo>
                    <a:pt x="1017066" y="702831"/>
                  </a:lnTo>
                  <a:close/>
                  <a:moveTo>
                    <a:pt x="1017066" y="702831"/>
                  </a:moveTo>
                  <a:lnTo>
                    <a:pt x="1097407" y="772071"/>
                  </a:lnTo>
                  <a:lnTo>
                    <a:pt x="1068013" y="734822"/>
                  </a:lnTo>
                  <a:close/>
                  <a:moveTo>
                    <a:pt x="2037862" y="1650976"/>
                  </a:moveTo>
                  <a:lnTo>
                    <a:pt x="2037718" y="1653957"/>
                  </a:lnTo>
                  <a:lnTo>
                    <a:pt x="2042364" y="1654639"/>
                  </a:lnTo>
                  <a:close/>
                  <a:moveTo>
                    <a:pt x="2126552" y="1690742"/>
                  </a:moveTo>
                  <a:lnTo>
                    <a:pt x="2042364" y="1654639"/>
                  </a:lnTo>
                  <a:lnTo>
                    <a:pt x="2037718" y="1653957"/>
                  </a:lnTo>
                  <a:close/>
                  <a:moveTo>
                    <a:pt x="2085757" y="1612540"/>
                  </a:moveTo>
                  <a:lnTo>
                    <a:pt x="2037862" y="1650976"/>
                  </a:lnTo>
                  <a:lnTo>
                    <a:pt x="2042364" y="1654639"/>
                  </a:lnTo>
                  <a:close/>
                  <a:moveTo>
                    <a:pt x="2042364" y="1654639"/>
                  </a:moveTo>
                  <a:lnTo>
                    <a:pt x="2126552" y="1690742"/>
                  </a:lnTo>
                  <a:lnTo>
                    <a:pt x="2168281" y="1631563"/>
                  </a:lnTo>
                  <a:close/>
                  <a:moveTo>
                    <a:pt x="2168281" y="1631563"/>
                  </a:moveTo>
                  <a:lnTo>
                    <a:pt x="2126552" y="1690742"/>
                  </a:lnTo>
                  <a:lnTo>
                    <a:pt x="2253308" y="1670805"/>
                  </a:lnTo>
                  <a:close/>
                  <a:moveTo>
                    <a:pt x="2153307" y="1420393"/>
                  </a:moveTo>
                  <a:lnTo>
                    <a:pt x="2171894" y="1429865"/>
                  </a:lnTo>
                  <a:lnTo>
                    <a:pt x="2134223" y="1409673"/>
                  </a:lnTo>
                  <a:close/>
                  <a:moveTo>
                    <a:pt x="2035176" y="1355748"/>
                  </a:moveTo>
                  <a:lnTo>
                    <a:pt x="2070647" y="1427003"/>
                  </a:lnTo>
                  <a:lnTo>
                    <a:pt x="2108658" y="1408638"/>
                  </a:lnTo>
                  <a:close/>
                  <a:moveTo>
                    <a:pt x="2108658" y="1408638"/>
                  </a:moveTo>
                  <a:lnTo>
                    <a:pt x="2070647" y="1427003"/>
                  </a:lnTo>
                  <a:lnTo>
                    <a:pt x="2073121" y="1448109"/>
                  </a:lnTo>
                  <a:close/>
                  <a:moveTo>
                    <a:pt x="2110024" y="1327458"/>
                  </a:moveTo>
                  <a:lnTo>
                    <a:pt x="2035176" y="1355748"/>
                  </a:lnTo>
                  <a:lnTo>
                    <a:pt x="2108658" y="1408638"/>
                  </a:lnTo>
                  <a:close/>
                  <a:moveTo>
                    <a:pt x="2134223" y="1409673"/>
                  </a:moveTo>
                  <a:lnTo>
                    <a:pt x="2110024" y="1327458"/>
                  </a:lnTo>
                  <a:lnTo>
                    <a:pt x="2108658" y="1408638"/>
                  </a:lnTo>
                  <a:close/>
                  <a:moveTo>
                    <a:pt x="2171894" y="1429865"/>
                  </a:moveTo>
                  <a:lnTo>
                    <a:pt x="2258575" y="1475295"/>
                  </a:lnTo>
                  <a:lnTo>
                    <a:pt x="2305267" y="1434666"/>
                  </a:lnTo>
                  <a:close/>
                  <a:moveTo>
                    <a:pt x="2218386" y="1388491"/>
                  </a:moveTo>
                  <a:lnTo>
                    <a:pt x="2171894" y="1429865"/>
                  </a:lnTo>
                  <a:lnTo>
                    <a:pt x="2305267" y="1434666"/>
                  </a:lnTo>
                  <a:close/>
                  <a:moveTo>
                    <a:pt x="2024718" y="1163028"/>
                  </a:moveTo>
                  <a:lnTo>
                    <a:pt x="2026465" y="1162645"/>
                  </a:lnTo>
                  <a:lnTo>
                    <a:pt x="1947700" y="1148958"/>
                  </a:lnTo>
                  <a:close/>
                  <a:moveTo>
                    <a:pt x="1947700" y="1148958"/>
                  </a:moveTo>
                  <a:lnTo>
                    <a:pt x="2026465" y="1162645"/>
                  </a:lnTo>
                  <a:lnTo>
                    <a:pt x="2051612" y="1043606"/>
                  </a:lnTo>
                  <a:close/>
                  <a:moveTo>
                    <a:pt x="1947700" y="1148958"/>
                  </a:moveTo>
                  <a:lnTo>
                    <a:pt x="2051612" y="1043606"/>
                  </a:lnTo>
                  <a:lnTo>
                    <a:pt x="1986012" y="1076996"/>
                  </a:lnTo>
                  <a:close/>
                  <a:moveTo>
                    <a:pt x="2051612" y="1043606"/>
                  </a:moveTo>
                  <a:lnTo>
                    <a:pt x="2026465" y="1162645"/>
                  </a:lnTo>
                  <a:lnTo>
                    <a:pt x="2051837" y="1042376"/>
                  </a:lnTo>
                  <a:close/>
                  <a:moveTo>
                    <a:pt x="1893499" y="1009763"/>
                  </a:moveTo>
                  <a:lnTo>
                    <a:pt x="1845773" y="988176"/>
                  </a:lnTo>
                  <a:lnTo>
                    <a:pt x="1927984" y="960161"/>
                  </a:lnTo>
                  <a:close/>
                  <a:moveTo>
                    <a:pt x="1744633" y="916382"/>
                  </a:moveTo>
                  <a:lnTo>
                    <a:pt x="1845773" y="988176"/>
                  </a:lnTo>
                  <a:lnTo>
                    <a:pt x="1758630" y="898337"/>
                  </a:lnTo>
                  <a:close/>
                  <a:moveTo>
                    <a:pt x="1946592" y="929611"/>
                  </a:moveTo>
                  <a:lnTo>
                    <a:pt x="1845773" y="988176"/>
                  </a:lnTo>
                  <a:lnTo>
                    <a:pt x="1830552" y="989618"/>
                  </a:lnTo>
                  <a:close/>
                  <a:moveTo>
                    <a:pt x="2051619" y="1042103"/>
                  </a:moveTo>
                  <a:lnTo>
                    <a:pt x="2051612" y="1043606"/>
                  </a:lnTo>
                  <a:lnTo>
                    <a:pt x="2051837" y="1042376"/>
                  </a:lnTo>
                  <a:close/>
                  <a:moveTo>
                    <a:pt x="2051619" y="1042103"/>
                  </a:moveTo>
                  <a:lnTo>
                    <a:pt x="2051837" y="1042376"/>
                  </a:lnTo>
                  <a:lnTo>
                    <a:pt x="2050986" y="1041266"/>
                  </a:lnTo>
                  <a:close/>
                  <a:moveTo>
                    <a:pt x="2443049" y="1306022"/>
                  </a:moveTo>
                  <a:lnTo>
                    <a:pt x="2510453" y="1311816"/>
                  </a:lnTo>
                  <a:lnTo>
                    <a:pt x="2469338" y="1245149"/>
                  </a:lnTo>
                  <a:close/>
                  <a:moveTo>
                    <a:pt x="2443049" y="1306022"/>
                  </a:moveTo>
                  <a:lnTo>
                    <a:pt x="2469338" y="1245149"/>
                  </a:lnTo>
                  <a:lnTo>
                    <a:pt x="2425374" y="1220299"/>
                  </a:lnTo>
                  <a:close/>
                  <a:moveTo>
                    <a:pt x="2566477" y="1326861"/>
                  </a:moveTo>
                  <a:lnTo>
                    <a:pt x="2510453" y="1311816"/>
                  </a:lnTo>
                  <a:lnTo>
                    <a:pt x="2499949" y="1390032"/>
                  </a:lnTo>
                  <a:close/>
                  <a:moveTo>
                    <a:pt x="2510453" y="1311816"/>
                  </a:moveTo>
                  <a:lnTo>
                    <a:pt x="2566477" y="1326861"/>
                  </a:lnTo>
                  <a:lnTo>
                    <a:pt x="2469338" y="1245149"/>
                  </a:lnTo>
                  <a:close/>
                  <a:moveTo>
                    <a:pt x="2425374" y="1220299"/>
                  </a:moveTo>
                  <a:lnTo>
                    <a:pt x="2469338" y="1245149"/>
                  </a:lnTo>
                  <a:lnTo>
                    <a:pt x="2457072" y="1229719"/>
                  </a:lnTo>
                  <a:close/>
                  <a:moveTo>
                    <a:pt x="2040279" y="636643"/>
                  </a:moveTo>
                  <a:lnTo>
                    <a:pt x="1973243" y="644860"/>
                  </a:lnTo>
                  <a:lnTo>
                    <a:pt x="2003910" y="720021"/>
                  </a:lnTo>
                  <a:close/>
                  <a:moveTo>
                    <a:pt x="1973243" y="644860"/>
                  </a:moveTo>
                  <a:lnTo>
                    <a:pt x="2040279" y="636643"/>
                  </a:lnTo>
                  <a:lnTo>
                    <a:pt x="1977487" y="614719"/>
                  </a:lnTo>
                  <a:close/>
                  <a:moveTo>
                    <a:pt x="2237162" y="598206"/>
                  </a:moveTo>
                  <a:lnTo>
                    <a:pt x="2141002" y="668757"/>
                  </a:lnTo>
                  <a:lnTo>
                    <a:pt x="2143903" y="627300"/>
                  </a:lnTo>
                  <a:close/>
                  <a:moveTo>
                    <a:pt x="2077667" y="620558"/>
                  </a:moveTo>
                  <a:lnTo>
                    <a:pt x="2091415" y="636643"/>
                  </a:lnTo>
                  <a:lnTo>
                    <a:pt x="2115524" y="573500"/>
                  </a:lnTo>
                  <a:close/>
                  <a:moveTo>
                    <a:pt x="2016415" y="269985"/>
                  </a:moveTo>
                  <a:lnTo>
                    <a:pt x="1930843" y="225121"/>
                  </a:lnTo>
                  <a:lnTo>
                    <a:pt x="2005674" y="269346"/>
                  </a:lnTo>
                  <a:close/>
                  <a:moveTo>
                    <a:pt x="2024067" y="295012"/>
                  </a:moveTo>
                  <a:lnTo>
                    <a:pt x="2005674" y="269346"/>
                  </a:lnTo>
                  <a:lnTo>
                    <a:pt x="2016870" y="230910"/>
                  </a:lnTo>
                  <a:close/>
                  <a:moveTo>
                    <a:pt x="2016624" y="267187"/>
                  </a:moveTo>
                  <a:lnTo>
                    <a:pt x="2128035" y="189871"/>
                  </a:lnTo>
                  <a:lnTo>
                    <a:pt x="2050120" y="177221"/>
                  </a:lnTo>
                  <a:close/>
                  <a:moveTo>
                    <a:pt x="2622301" y="80372"/>
                  </a:moveTo>
                  <a:lnTo>
                    <a:pt x="2649139" y="19053"/>
                  </a:lnTo>
                  <a:lnTo>
                    <a:pt x="2598044" y="0"/>
                  </a:lnTo>
                  <a:close/>
                  <a:moveTo>
                    <a:pt x="2833955" y="229668"/>
                  </a:moveTo>
                  <a:lnTo>
                    <a:pt x="2862898" y="306231"/>
                  </a:lnTo>
                  <a:lnTo>
                    <a:pt x="2879382" y="323809"/>
                  </a:lnTo>
                  <a:close/>
                  <a:moveTo>
                    <a:pt x="2833955" y="229668"/>
                  </a:moveTo>
                  <a:lnTo>
                    <a:pt x="2845404" y="241594"/>
                  </a:lnTo>
                  <a:lnTo>
                    <a:pt x="2803934" y="18419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01" name="Candidate_density__2120">
              <a:extLst>
                <a:ext uri="{FF2B5EF4-FFF2-40B4-BE49-F238E27FC236}">
                  <a16:creationId xmlns:a16="http://schemas.microsoft.com/office/drawing/2014/main" id="{7ACA68EC-54CF-D882-B5FB-197336F3EB65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679497"/>
              <a:ext cx="2837363" cy="2221514"/>
            </a:xfrm>
            <a:custGeom>
              <a:avLst/>
              <a:gdLst/>
              <a:ahLst/>
              <a:cxnLst/>
              <a:rect l="0" t="0" r="0" b="0"/>
              <a:pathLst>
                <a:path w="2837363" h="2221514">
                  <a:moveTo>
                    <a:pt x="699747" y="2074866"/>
                  </a:moveTo>
                  <a:lnTo>
                    <a:pt x="681975" y="2129502"/>
                  </a:lnTo>
                  <a:lnTo>
                    <a:pt x="733428" y="2106677"/>
                  </a:lnTo>
                  <a:close/>
                  <a:moveTo>
                    <a:pt x="621890" y="2031087"/>
                  </a:moveTo>
                  <a:lnTo>
                    <a:pt x="664114" y="2113302"/>
                  </a:lnTo>
                  <a:lnTo>
                    <a:pt x="699747" y="2074866"/>
                  </a:lnTo>
                  <a:close/>
                  <a:moveTo>
                    <a:pt x="0" y="1291151"/>
                  </a:moveTo>
                  <a:lnTo>
                    <a:pt x="3408" y="1373366"/>
                  </a:lnTo>
                  <a:lnTo>
                    <a:pt x="14490" y="1334930"/>
                  </a:lnTo>
                  <a:close/>
                  <a:moveTo>
                    <a:pt x="865450" y="2106422"/>
                  </a:moveTo>
                  <a:lnTo>
                    <a:pt x="779037" y="2036429"/>
                  </a:lnTo>
                  <a:lnTo>
                    <a:pt x="733428" y="2106677"/>
                  </a:lnTo>
                  <a:close/>
                  <a:moveTo>
                    <a:pt x="1024420" y="2200860"/>
                  </a:moveTo>
                  <a:lnTo>
                    <a:pt x="1014774" y="2221181"/>
                  </a:lnTo>
                  <a:lnTo>
                    <a:pt x="1045294" y="2221514"/>
                  </a:lnTo>
                  <a:close/>
                  <a:moveTo>
                    <a:pt x="1077666" y="2162423"/>
                  </a:moveTo>
                  <a:lnTo>
                    <a:pt x="1045294" y="2221514"/>
                  </a:lnTo>
                  <a:lnTo>
                    <a:pt x="1089638" y="2172104"/>
                  </a:lnTo>
                  <a:close/>
                  <a:moveTo>
                    <a:pt x="1077666" y="2162423"/>
                  </a:moveTo>
                  <a:lnTo>
                    <a:pt x="1024420" y="2200860"/>
                  </a:lnTo>
                  <a:lnTo>
                    <a:pt x="1045294" y="2221514"/>
                  </a:lnTo>
                  <a:close/>
                  <a:moveTo>
                    <a:pt x="1016565" y="2118644"/>
                  </a:moveTo>
                  <a:lnTo>
                    <a:pt x="1024420" y="2200860"/>
                  </a:lnTo>
                  <a:lnTo>
                    <a:pt x="1077666" y="2162423"/>
                  </a:lnTo>
                  <a:close/>
                  <a:moveTo>
                    <a:pt x="1016565" y="2118644"/>
                  </a:moveTo>
                  <a:lnTo>
                    <a:pt x="1077666" y="2162423"/>
                  </a:lnTo>
                  <a:lnTo>
                    <a:pt x="1040634" y="2080208"/>
                  </a:lnTo>
                  <a:close/>
                  <a:moveTo>
                    <a:pt x="1089638" y="2172104"/>
                  </a:moveTo>
                  <a:lnTo>
                    <a:pt x="1045294" y="2221514"/>
                  </a:lnTo>
                  <a:lnTo>
                    <a:pt x="1171071" y="2197914"/>
                  </a:lnTo>
                  <a:close/>
                  <a:moveTo>
                    <a:pt x="719943" y="1789784"/>
                  </a:moveTo>
                  <a:lnTo>
                    <a:pt x="736470" y="1871999"/>
                  </a:lnTo>
                  <a:lnTo>
                    <a:pt x="712598" y="1784607"/>
                  </a:lnTo>
                  <a:close/>
                  <a:moveTo>
                    <a:pt x="736470" y="1871999"/>
                  </a:moveTo>
                  <a:lnTo>
                    <a:pt x="752684" y="1852110"/>
                  </a:lnTo>
                  <a:lnTo>
                    <a:pt x="712598" y="1784607"/>
                  </a:lnTo>
                  <a:close/>
                  <a:moveTo>
                    <a:pt x="428903" y="1433101"/>
                  </a:moveTo>
                  <a:lnTo>
                    <a:pt x="380909" y="1409435"/>
                  </a:lnTo>
                  <a:lnTo>
                    <a:pt x="351643" y="1435320"/>
                  </a:lnTo>
                  <a:close/>
                  <a:moveTo>
                    <a:pt x="428903" y="1433101"/>
                  </a:moveTo>
                  <a:lnTo>
                    <a:pt x="459822" y="1425823"/>
                  </a:lnTo>
                  <a:lnTo>
                    <a:pt x="380909" y="1409435"/>
                  </a:lnTo>
                  <a:close/>
                  <a:moveTo>
                    <a:pt x="1077666" y="2162423"/>
                  </a:moveTo>
                  <a:lnTo>
                    <a:pt x="1089638" y="2172104"/>
                  </a:lnTo>
                  <a:lnTo>
                    <a:pt x="1099779" y="2152073"/>
                  </a:lnTo>
                  <a:close/>
                  <a:moveTo>
                    <a:pt x="1052326" y="2032602"/>
                  </a:moveTo>
                  <a:lnTo>
                    <a:pt x="1040634" y="2080208"/>
                  </a:lnTo>
                  <a:lnTo>
                    <a:pt x="1059609" y="1959556"/>
                  </a:lnTo>
                  <a:close/>
                  <a:moveTo>
                    <a:pt x="1055452" y="1987925"/>
                  </a:moveTo>
                  <a:lnTo>
                    <a:pt x="1059609" y="1959556"/>
                  </a:lnTo>
                  <a:lnTo>
                    <a:pt x="1072820" y="1894025"/>
                  </a:lnTo>
                  <a:close/>
                  <a:moveTo>
                    <a:pt x="1105453" y="1997993"/>
                  </a:moveTo>
                  <a:lnTo>
                    <a:pt x="1072820" y="1894025"/>
                  </a:lnTo>
                  <a:lnTo>
                    <a:pt x="1081507" y="1877341"/>
                  </a:lnTo>
                  <a:close/>
                  <a:moveTo>
                    <a:pt x="764875" y="1642014"/>
                  </a:moveTo>
                  <a:lnTo>
                    <a:pt x="761540" y="1566172"/>
                  </a:lnTo>
                  <a:lnTo>
                    <a:pt x="789133" y="1669132"/>
                  </a:lnTo>
                  <a:close/>
                  <a:moveTo>
                    <a:pt x="759437" y="1548481"/>
                  </a:moveTo>
                  <a:lnTo>
                    <a:pt x="753861" y="1537461"/>
                  </a:lnTo>
                  <a:lnTo>
                    <a:pt x="709142" y="1585469"/>
                  </a:lnTo>
                  <a:close/>
                  <a:moveTo>
                    <a:pt x="665182" y="1484566"/>
                  </a:moveTo>
                  <a:lnTo>
                    <a:pt x="632999" y="1579438"/>
                  </a:lnTo>
                  <a:lnTo>
                    <a:pt x="753861" y="1537461"/>
                  </a:lnTo>
                  <a:close/>
                  <a:moveTo>
                    <a:pt x="1304298" y="2106987"/>
                  </a:moveTo>
                  <a:lnTo>
                    <a:pt x="1296333" y="2172389"/>
                  </a:lnTo>
                  <a:lnTo>
                    <a:pt x="1386085" y="2201180"/>
                  </a:lnTo>
                  <a:close/>
                  <a:moveTo>
                    <a:pt x="1393897" y="2094737"/>
                  </a:moveTo>
                  <a:lnTo>
                    <a:pt x="1304298" y="2106987"/>
                  </a:lnTo>
                  <a:lnTo>
                    <a:pt x="1386085" y="2201180"/>
                  </a:lnTo>
                  <a:close/>
                  <a:moveTo>
                    <a:pt x="1486120" y="2109453"/>
                  </a:moveTo>
                  <a:lnTo>
                    <a:pt x="1449282" y="2085550"/>
                  </a:lnTo>
                  <a:lnTo>
                    <a:pt x="1474526" y="2189871"/>
                  </a:lnTo>
                  <a:close/>
                  <a:moveTo>
                    <a:pt x="1474526" y="2189871"/>
                  </a:moveTo>
                  <a:lnTo>
                    <a:pt x="1449282" y="2085550"/>
                  </a:lnTo>
                  <a:lnTo>
                    <a:pt x="1393897" y="2094737"/>
                  </a:lnTo>
                  <a:close/>
                  <a:moveTo>
                    <a:pt x="1474526" y="2189871"/>
                  </a:moveTo>
                  <a:lnTo>
                    <a:pt x="1393897" y="2094737"/>
                  </a:lnTo>
                  <a:lnTo>
                    <a:pt x="1386085" y="2201180"/>
                  </a:lnTo>
                  <a:close/>
                  <a:moveTo>
                    <a:pt x="1304298" y="2106987"/>
                  </a:moveTo>
                  <a:lnTo>
                    <a:pt x="1215454" y="2148653"/>
                  </a:lnTo>
                  <a:lnTo>
                    <a:pt x="1296333" y="2172389"/>
                  </a:lnTo>
                  <a:close/>
                  <a:moveTo>
                    <a:pt x="1220013" y="2114917"/>
                  </a:moveTo>
                  <a:lnTo>
                    <a:pt x="1304298" y="2106987"/>
                  </a:lnTo>
                  <a:lnTo>
                    <a:pt x="1297068" y="2012772"/>
                  </a:lnTo>
                  <a:close/>
                  <a:moveTo>
                    <a:pt x="1304298" y="2106987"/>
                  </a:moveTo>
                  <a:lnTo>
                    <a:pt x="1371802" y="2012607"/>
                  </a:lnTo>
                  <a:lnTo>
                    <a:pt x="1297068" y="2012772"/>
                  </a:lnTo>
                  <a:close/>
                  <a:moveTo>
                    <a:pt x="1356473" y="1924977"/>
                  </a:moveTo>
                  <a:lnTo>
                    <a:pt x="1297068" y="2012772"/>
                  </a:lnTo>
                  <a:lnTo>
                    <a:pt x="1371802" y="2012607"/>
                  </a:lnTo>
                  <a:close/>
                  <a:moveTo>
                    <a:pt x="1081507" y="1877341"/>
                  </a:moveTo>
                  <a:lnTo>
                    <a:pt x="1072820" y="1894025"/>
                  </a:lnTo>
                  <a:lnTo>
                    <a:pt x="1078943" y="1868735"/>
                  </a:lnTo>
                  <a:close/>
                  <a:moveTo>
                    <a:pt x="1062496" y="1855427"/>
                  </a:moveTo>
                  <a:lnTo>
                    <a:pt x="1081507" y="1877341"/>
                  </a:lnTo>
                  <a:lnTo>
                    <a:pt x="1078943" y="1868735"/>
                  </a:lnTo>
                  <a:close/>
                  <a:moveTo>
                    <a:pt x="1576437" y="2067520"/>
                  </a:moveTo>
                  <a:lnTo>
                    <a:pt x="1489899" y="2077280"/>
                  </a:lnTo>
                  <a:lnTo>
                    <a:pt x="1486120" y="2109453"/>
                  </a:lnTo>
                  <a:close/>
                  <a:moveTo>
                    <a:pt x="988848" y="1581112"/>
                  </a:moveTo>
                  <a:lnTo>
                    <a:pt x="1063581" y="1644281"/>
                  </a:lnTo>
                  <a:lnTo>
                    <a:pt x="998005" y="1592260"/>
                  </a:lnTo>
                  <a:close/>
                  <a:moveTo>
                    <a:pt x="1477186" y="1787339"/>
                  </a:moveTo>
                  <a:lnTo>
                    <a:pt x="1400412" y="1852458"/>
                  </a:lnTo>
                  <a:lnTo>
                    <a:pt x="1467769" y="1825640"/>
                  </a:lnTo>
                  <a:close/>
                  <a:moveTo>
                    <a:pt x="1334988" y="1681667"/>
                  </a:moveTo>
                  <a:lnTo>
                    <a:pt x="1361275" y="1620797"/>
                  </a:lnTo>
                  <a:lnTo>
                    <a:pt x="1299566" y="1610373"/>
                  </a:lnTo>
                  <a:close/>
                  <a:moveTo>
                    <a:pt x="1453520" y="1706487"/>
                  </a:moveTo>
                  <a:lnTo>
                    <a:pt x="1412376" y="1679817"/>
                  </a:lnTo>
                  <a:lnTo>
                    <a:pt x="1471606" y="1624782"/>
                  </a:lnTo>
                  <a:close/>
                  <a:moveTo>
                    <a:pt x="1299566" y="1610373"/>
                  </a:moveTo>
                  <a:lnTo>
                    <a:pt x="1286802" y="1520657"/>
                  </a:lnTo>
                  <a:lnTo>
                    <a:pt x="1212864" y="1620268"/>
                  </a:lnTo>
                  <a:close/>
                  <a:moveTo>
                    <a:pt x="1257656" y="1444260"/>
                  </a:moveTo>
                  <a:lnTo>
                    <a:pt x="1152692" y="1471608"/>
                  </a:lnTo>
                  <a:lnTo>
                    <a:pt x="1286802" y="1520657"/>
                  </a:lnTo>
                  <a:close/>
                  <a:moveTo>
                    <a:pt x="953738" y="1186526"/>
                  </a:moveTo>
                  <a:lnTo>
                    <a:pt x="876745" y="1111198"/>
                  </a:lnTo>
                  <a:lnTo>
                    <a:pt x="875721" y="1142747"/>
                  </a:lnTo>
                  <a:close/>
                  <a:moveTo>
                    <a:pt x="754774" y="1060532"/>
                  </a:moveTo>
                  <a:lnTo>
                    <a:pt x="826967" y="1101731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54774" y="1060532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91972" y="1022096"/>
                  </a:lnTo>
                  <a:lnTo>
                    <a:pt x="779657" y="939881"/>
                  </a:lnTo>
                  <a:close/>
                  <a:moveTo>
                    <a:pt x="720277" y="978317"/>
                  </a:moveTo>
                  <a:lnTo>
                    <a:pt x="779657" y="939881"/>
                  </a:lnTo>
                  <a:lnTo>
                    <a:pt x="717673" y="971757"/>
                  </a:lnTo>
                  <a:close/>
                  <a:moveTo>
                    <a:pt x="1412376" y="1679817"/>
                  </a:moveTo>
                  <a:lnTo>
                    <a:pt x="1502550" y="1740479"/>
                  </a:lnTo>
                  <a:lnTo>
                    <a:pt x="1412345" y="1679369"/>
                  </a:lnTo>
                  <a:close/>
                  <a:moveTo>
                    <a:pt x="1060230" y="1201348"/>
                  </a:moveTo>
                  <a:lnTo>
                    <a:pt x="1013224" y="1186526"/>
                  </a:lnTo>
                  <a:lnTo>
                    <a:pt x="1019050" y="1156190"/>
                  </a:lnTo>
                  <a:close/>
                  <a:moveTo>
                    <a:pt x="711603" y="733860"/>
                  </a:moveTo>
                  <a:lnTo>
                    <a:pt x="738263" y="737014"/>
                  </a:lnTo>
                  <a:lnTo>
                    <a:pt x="746137" y="756419"/>
                  </a:lnTo>
                  <a:close/>
                  <a:moveTo>
                    <a:pt x="631923" y="714608"/>
                  </a:moveTo>
                  <a:lnTo>
                    <a:pt x="689823" y="715885"/>
                  </a:lnTo>
                  <a:lnTo>
                    <a:pt x="711603" y="733860"/>
                  </a:lnTo>
                  <a:close/>
                  <a:moveTo>
                    <a:pt x="1071421" y="812783"/>
                  </a:moveTo>
                  <a:lnTo>
                    <a:pt x="1153075" y="863008"/>
                  </a:lnTo>
                  <a:lnTo>
                    <a:pt x="1050141" y="791137"/>
                  </a:lnTo>
                  <a:close/>
                  <a:moveTo>
                    <a:pt x="1153075" y="863008"/>
                  </a:moveTo>
                  <a:lnTo>
                    <a:pt x="1157395" y="864626"/>
                  </a:lnTo>
                  <a:lnTo>
                    <a:pt x="1050141" y="791137"/>
                  </a:lnTo>
                  <a:close/>
                  <a:moveTo>
                    <a:pt x="1160437" y="866942"/>
                  </a:moveTo>
                  <a:lnTo>
                    <a:pt x="1157395" y="864626"/>
                  </a:lnTo>
                  <a:lnTo>
                    <a:pt x="1153075" y="863008"/>
                  </a:lnTo>
                  <a:close/>
                  <a:moveTo>
                    <a:pt x="984815" y="767633"/>
                  </a:moveTo>
                  <a:lnTo>
                    <a:pt x="924407" y="756983"/>
                  </a:lnTo>
                  <a:lnTo>
                    <a:pt x="853423" y="770242"/>
                  </a:lnTo>
                  <a:close/>
                  <a:moveTo>
                    <a:pt x="1000778" y="763866"/>
                  </a:moveTo>
                  <a:lnTo>
                    <a:pt x="1020474" y="780792"/>
                  </a:lnTo>
                  <a:lnTo>
                    <a:pt x="1050141" y="791137"/>
                  </a:lnTo>
                  <a:close/>
                  <a:moveTo>
                    <a:pt x="984815" y="767633"/>
                  </a:moveTo>
                  <a:lnTo>
                    <a:pt x="1020474" y="780792"/>
                  </a:lnTo>
                  <a:lnTo>
                    <a:pt x="1000778" y="763866"/>
                  </a:lnTo>
                  <a:close/>
                  <a:moveTo>
                    <a:pt x="924407" y="756983"/>
                  </a:moveTo>
                  <a:lnTo>
                    <a:pt x="984815" y="767633"/>
                  </a:lnTo>
                  <a:lnTo>
                    <a:pt x="1000778" y="763866"/>
                  </a:lnTo>
                  <a:close/>
                  <a:moveTo>
                    <a:pt x="1537711" y="1337765"/>
                  </a:moveTo>
                  <a:lnTo>
                    <a:pt x="1608048" y="1341175"/>
                  </a:lnTo>
                  <a:lnTo>
                    <a:pt x="1597690" y="1249503"/>
                  </a:lnTo>
                  <a:close/>
                  <a:moveTo>
                    <a:pt x="1710313" y="1317862"/>
                  </a:moveTo>
                  <a:lnTo>
                    <a:pt x="1710489" y="1315003"/>
                  </a:lnTo>
                  <a:lnTo>
                    <a:pt x="1608048" y="1341175"/>
                  </a:lnTo>
                  <a:close/>
                  <a:moveTo>
                    <a:pt x="1608048" y="1341175"/>
                  </a:moveTo>
                  <a:lnTo>
                    <a:pt x="1710489" y="1315003"/>
                  </a:lnTo>
                  <a:lnTo>
                    <a:pt x="1681581" y="1241893"/>
                  </a:lnTo>
                  <a:close/>
                  <a:moveTo>
                    <a:pt x="1504048" y="1265041"/>
                  </a:moveTo>
                  <a:lnTo>
                    <a:pt x="1477870" y="1217797"/>
                  </a:lnTo>
                  <a:lnTo>
                    <a:pt x="1443414" y="1153650"/>
                  </a:lnTo>
                  <a:close/>
                  <a:moveTo>
                    <a:pt x="1100815" y="850032"/>
                  </a:moveTo>
                  <a:lnTo>
                    <a:pt x="1215377" y="917579"/>
                  </a:lnTo>
                  <a:lnTo>
                    <a:pt x="1153075" y="863008"/>
                  </a:lnTo>
                  <a:close/>
                  <a:moveTo>
                    <a:pt x="1153075" y="863008"/>
                  </a:moveTo>
                  <a:lnTo>
                    <a:pt x="1215377" y="917579"/>
                  </a:lnTo>
                  <a:lnTo>
                    <a:pt x="1160437" y="866942"/>
                  </a:lnTo>
                  <a:close/>
                  <a:moveTo>
                    <a:pt x="1100815" y="850032"/>
                  </a:moveTo>
                  <a:lnTo>
                    <a:pt x="1153075" y="863008"/>
                  </a:lnTo>
                  <a:lnTo>
                    <a:pt x="1071421" y="812783"/>
                  </a:lnTo>
                  <a:close/>
                  <a:moveTo>
                    <a:pt x="1289360" y="824572"/>
                  </a:moveTo>
                  <a:lnTo>
                    <a:pt x="1282712" y="923430"/>
                  </a:lnTo>
                  <a:lnTo>
                    <a:pt x="1287198" y="847020"/>
                  </a:lnTo>
                  <a:close/>
                  <a:moveTo>
                    <a:pt x="2089165" y="1690501"/>
                  </a:moveTo>
                  <a:lnTo>
                    <a:pt x="2045772" y="1732600"/>
                  </a:lnTo>
                  <a:lnTo>
                    <a:pt x="2092842" y="1693386"/>
                  </a:lnTo>
                  <a:close/>
                  <a:moveTo>
                    <a:pt x="1972396" y="1646722"/>
                  </a:moveTo>
                  <a:lnTo>
                    <a:pt x="2041270" y="1728937"/>
                  </a:lnTo>
                  <a:lnTo>
                    <a:pt x="2089165" y="1690501"/>
                  </a:lnTo>
                  <a:close/>
                  <a:moveTo>
                    <a:pt x="2092842" y="1693386"/>
                  </a:moveTo>
                  <a:lnTo>
                    <a:pt x="2045772" y="1732600"/>
                  </a:lnTo>
                  <a:lnTo>
                    <a:pt x="2171689" y="1709524"/>
                  </a:lnTo>
                  <a:close/>
                  <a:moveTo>
                    <a:pt x="1752323" y="1256214"/>
                  </a:moveTo>
                  <a:lnTo>
                    <a:pt x="1791179" y="1197211"/>
                  </a:lnTo>
                  <a:lnTo>
                    <a:pt x="1721624" y="1235647"/>
                  </a:lnTo>
                  <a:close/>
                  <a:moveTo>
                    <a:pt x="2276454" y="1661786"/>
                  </a:moveTo>
                  <a:lnTo>
                    <a:pt x="2256716" y="1748766"/>
                  </a:lnTo>
                  <a:lnTo>
                    <a:pt x="2340946" y="1770039"/>
                  </a:lnTo>
                  <a:close/>
                  <a:moveTo>
                    <a:pt x="2089165" y="1690501"/>
                  </a:moveTo>
                  <a:lnTo>
                    <a:pt x="2092842" y="1693386"/>
                  </a:lnTo>
                  <a:lnTo>
                    <a:pt x="2094173" y="1688793"/>
                  </a:lnTo>
                  <a:close/>
                  <a:moveTo>
                    <a:pt x="2179026" y="1680400"/>
                  </a:moveTo>
                  <a:lnTo>
                    <a:pt x="2092842" y="1693386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094173" y="1688793"/>
                  </a:lnTo>
                  <a:lnTo>
                    <a:pt x="2092842" y="1693386"/>
                  </a:lnTo>
                  <a:close/>
                  <a:moveTo>
                    <a:pt x="2094173" y="1688793"/>
                  </a:moveTo>
                  <a:lnTo>
                    <a:pt x="2179026" y="1680400"/>
                  </a:lnTo>
                  <a:lnTo>
                    <a:pt x="2170683" y="1587091"/>
                  </a:lnTo>
                  <a:close/>
                  <a:moveTo>
                    <a:pt x="2276454" y="1661786"/>
                  </a:moveTo>
                  <a:lnTo>
                    <a:pt x="2171689" y="1709524"/>
                  </a:lnTo>
                  <a:lnTo>
                    <a:pt x="2256716" y="1748766"/>
                  </a:lnTo>
                  <a:close/>
                  <a:moveTo>
                    <a:pt x="2276454" y="1661786"/>
                  </a:moveTo>
                  <a:lnTo>
                    <a:pt x="2179026" y="1680400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276454" y="1661786"/>
                  </a:lnTo>
                  <a:lnTo>
                    <a:pt x="2261678" y="1573705"/>
                  </a:lnTo>
                  <a:close/>
                  <a:moveTo>
                    <a:pt x="2276454" y="1661786"/>
                  </a:moveTo>
                  <a:lnTo>
                    <a:pt x="2336863" y="1573174"/>
                  </a:lnTo>
                  <a:lnTo>
                    <a:pt x="2261678" y="1573705"/>
                  </a:lnTo>
                  <a:close/>
                  <a:moveTo>
                    <a:pt x="2170683" y="1587091"/>
                  </a:moveTo>
                  <a:lnTo>
                    <a:pt x="2131560" y="1559485"/>
                  </a:lnTo>
                  <a:lnTo>
                    <a:pt x="2076529" y="1526071"/>
                  </a:lnTo>
                  <a:close/>
                  <a:moveTo>
                    <a:pt x="2028126" y="1240989"/>
                  </a:moveTo>
                  <a:lnTo>
                    <a:pt x="1950731" y="1361640"/>
                  </a:lnTo>
                  <a:lnTo>
                    <a:pt x="2035773" y="1323204"/>
                  </a:lnTo>
                  <a:close/>
                  <a:moveTo>
                    <a:pt x="1800190" y="1158774"/>
                  </a:moveTo>
                  <a:lnTo>
                    <a:pt x="1840031" y="1090279"/>
                  </a:lnTo>
                  <a:lnTo>
                    <a:pt x="1770100" y="1114995"/>
                  </a:lnTo>
                  <a:close/>
                  <a:moveTo>
                    <a:pt x="1748041" y="994344"/>
                  </a:moveTo>
                  <a:lnTo>
                    <a:pt x="1817647" y="1091773"/>
                  </a:lnTo>
                  <a:lnTo>
                    <a:pt x="1833960" y="1067579"/>
                  </a:lnTo>
                  <a:close/>
                  <a:moveTo>
                    <a:pt x="1770100" y="1114995"/>
                  </a:moveTo>
                  <a:lnTo>
                    <a:pt x="1817647" y="1091773"/>
                  </a:lnTo>
                  <a:lnTo>
                    <a:pt x="1748041" y="994344"/>
                  </a:lnTo>
                  <a:close/>
                  <a:moveTo>
                    <a:pt x="1710149" y="1032780"/>
                  </a:moveTo>
                  <a:lnTo>
                    <a:pt x="1770100" y="1114995"/>
                  </a:lnTo>
                  <a:lnTo>
                    <a:pt x="1748041" y="994344"/>
                  </a:lnTo>
                  <a:close/>
                  <a:moveTo>
                    <a:pt x="2197406" y="1449198"/>
                  </a:moveTo>
                  <a:lnTo>
                    <a:pt x="2137631" y="1487634"/>
                  </a:lnTo>
                  <a:lnTo>
                    <a:pt x="2175302" y="1507827"/>
                  </a:lnTo>
                  <a:close/>
                  <a:moveTo>
                    <a:pt x="2028126" y="1240989"/>
                  </a:moveTo>
                  <a:lnTo>
                    <a:pt x="2059464" y="1316641"/>
                  </a:lnTo>
                  <a:lnTo>
                    <a:pt x="2029873" y="1240606"/>
                  </a:lnTo>
                  <a:close/>
                  <a:moveTo>
                    <a:pt x="2028126" y="1240989"/>
                  </a:moveTo>
                  <a:lnTo>
                    <a:pt x="2035773" y="1323204"/>
                  </a:lnTo>
                  <a:lnTo>
                    <a:pt x="2059464" y="1316641"/>
                  </a:lnTo>
                  <a:close/>
                  <a:moveTo>
                    <a:pt x="2018219" y="1049896"/>
                  </a:moveTo>
                  <a:lnTo>
                    <a:pt x="2054394" y="1119228"/>
                  </a:lnTo>
                  <a:lnTo>
                    <a:pt x="2055245" y="1120338"/>
                  </a:lnTo>
                  <a:close/>
                  <a:moveTo>
                    <a:pt x="1833960" y="1067579"/>
                  </a:moveTo>
                  <a:lnTo>
                    <a:pt x="1849181" y="1066137"/>
                  </a:lnTo>
                  <a:lnTo>
                    <a:pt x="1748041" y="994344"/>
                  </a:lnTo>
                  <a:close/>
                  <a:moveTo>
                    <a:pt x="1950000" y="1007572"/>
                  </a:moveTo>
                  <a:lnTo>
                    <a:pt x="1833960" y="1067579"/>
                  </a:lnTo>
                  <a:lnTo>
                    <a:pt x="1904282" y="1051845"/>
                  </a:lnTo>
                  <a:close/>
                  <a:moveTo>
                    <a:pt x="1528294" y="744868"/>
                  </a:moveTo>
                  <a:lnTo>
                    <a:pt x="1611718" y="793969"/>
                  </a:lnTo>
                  <a:lnTo>
                    <a:pt x="1534856" y="747698"/>
                  </a:lnTo>
                  <a:close/>
                  <a:moveTo>
                    <a:pt x="1663261" y="709262"/>
                  </a:moveTo>
                  <a:lnTo>
                    <a:pt x="1637186" y="747698"/>
                  </a:lnTo>
                  <a:lnTo>
                    <a:pt x="1673109" y="791477"/>
                  </a:lnTo>
                  <a:close/>
                  <a:moveTo>
                    <a:pt x="1605509" y="665483"/>
                  </a:moveTo>
                  <a:lnTo>
                    <a:pt x="1637186" y="747698"/>
                  </a:lnTo>
                  <a:lnTo>
                    <a:pt x="1663261" y="709262"/>
                  </a:lnTo>
                  <a:close/>
                  <a:moveTo>
                    <a:pt x="2055027" y="1120064"/>
                  </a:moveTo>
                  <a:lnTo>
                    <a:pt x="1989420" y="1154958"/>
                  </a:lnTo>
                  <a:lnTo>
                    <a:pt x="2055020" y="1121568"/>
                  </a:lnTo>
                  <a:close/>
                  <a:moveTo>
                    <a:pt x="2055027" y="1120064"/>
                  </a:moveTo>
                  <a:lnTo>
                    <a:pt x="1987952" y="1114003"/>
                  </a:lnTo>
                  <a:lnTo>
                    <a:pt x="1989420" y="1154958"/>
                  </a:lnTo>
                  <a:close/>
                  <a:moveTo>
                    <a:pt x="1987952" y="1114003"/>
                  </a:moveTo>
                  <a:lnTo>
                    <a:pt x="2054394" y="1119228"/>
                  </a:lnTo>
                  <a:lnTo>
                    <a:pt x="1973776" y="1096466"/>
                  </a:lnTo>
                  <a:close/>
                  <a:moveTo>
                    <a:pt x="1987952" y="1114003"/>
                  </a:moveTo>
                  <a:lnTo>
                    <a:pt x="2055027" y="1120064"/>
                  </a:lnTo>
                  <a:lnTo>
                    <a:pt x="2054394" y="1119228"/>
                  </a:lnTo>
                  <a:close/>
                  <a:moveTo>
                    <a:pt x="2359278" y="1294175"/>
                  </a:moveTo>
                  <a:lnTo>
                    <a:pt x="2428783" y="1298261"/>
                  </a:lnTo>
                  <a:lnTo>
                    <a:pt x="2380033" y="1285562"/>
                  </a:lnTo>
                  <a:close/>
                  <a:moveTo>
                    <a:pt x="2428783" y="1298261"/>
                  </a:moveTo>
                  <a:lnTo>
                    <a:pt x="2460480" y="1307680"/>
                  </a:lnTo>
                  <a:lnTo>
                    <a:pt x="2380033" y="1285562"/>
                  </a:lnTo>
                  <a:close/>
                  <a:moveTo>
                    <a:pt x="2144410" y="746719"/>
                  </a:moveTo>
                  <a:lnTo>
                    <a:pt x="2132319" y="717451"/>
                  </a:lnTo>
                  <a:lnTo>
                    <a:pt x="2094823" y="714604"/>
                  </a:lnTo>
                  <a:close/>
                  <a:moveTo>
                    <a:pt x="2043687" y="714604"/>
                  </a:moveTo>
                  <a:lnTo>
                    <a:pt x="2081075" y="698519"/>
                  </a:lnTo>
                  <a:lnTo>
                    <a:pt x="1980895" y="692680"/>
                  </a:lnTo>
                  <a:close/>
                  <a:moveTo>
                    <a:pt x="2147312" y="705262"/>
                  </a:moveTo>
                  <a:lnTo>
                    <a:pt x="2128496" y="676168"/>
                  </a:lnTo>
                  <a:lnTo>
                    <a:pt x="2118932" y="651462"/>
                  </a:lnTo>
                  <a:close/>
                  <a:moveTo>
                    <a:pt x="2118932" y="651462"/>
                  </a:moveTo>
                  <a:lnTo>
                    <a:pt x="2128496" y="676168"/>
                  </a:lnTo>
                  <a:lnTo>
                    <a:pt x="2103626" y="657690"/>
                  </a:lnTo>
                  <a:close/>
                  <a:moveTo>
                    <a:pt x="2103626" y="657690"/>
                  </a:moveTo>
                  <a:lnTo>
                    <a:pt x="2081075" y="698519"/>
                  </a:lnTo>
                  <a:lnTo>
                    <a:pt x="2118932" y="651462"/>
                  </a:lnTo>
                  <a:close/>
                  <a:moveTo>
                    <a:pt x="2158347" y="368421"/>
                  </a:moveTo>
                  <a:lnTo>
                    <a:pt x="2027475" y="372973"/>
                  </a:lnTo>
                  <a:lnTo>
                    <a:pt x="2078904" y="350058"/>
                  </a:lnTo>
                  <a:close/>
                  <a:moveTo>
                    <a:pt x="2664479" y="326998"/>
                  </a:moveTo>
                  <a:lnTo>
                    <a:pt x="2714073" y="247180"/>
                  </a:lnTo>
                  <a:lnTo>
                    <a:pt x="2646900" y="241197"/>
                  </a:lnTo>
                  <a:close/>
                  <a:moveTo>
                    <a:pt x="2646900" y="241197"/>
                  </a:moveTo>
                  <a:lnTo>
                    <a:pt x="2714073" y="247180"/>
                  </a:lnTo>
                  <a:lnTo>
                    <a:pt x="2688248" y="168082"/>
                  </a:lnTo>
                  <a:close/>
                  <a:moveTo>
                    <a:pt x="2646900" y="241197"/>
                  </a:moveTo>
                  <a:lnTo>
                    <a:pt x="2688248" y="168082"/>
                  </a:lnTo>
                  <a:lnTo>
                    <a:pt x="2625709" y="158333"/>
                  </a:lnTo>
                  <a:close/>
                  <a:moveTo>
                    <a:pt x="2646900" y="241197"/>
                  </a:moveTo>
                  <a:lnTo>
                    <a:pt x="2625709" y="158333"/>
                  </a:lnTo>
                  <a:lnTo>
                    <a:pt x="2626187" y="237340"/>
                  </a:lnTo>
                  <a:close/>
                  <a:moveTo>
                    <a:pt x="2625709" y="158333"/>
                  </a:moveTo>
                  <a:lnTo>
                    <a:pt x="2610844" y="155125"/>
                  </a:lnTo>
                  <a:lnTo>
                    <a:pt x="2626187" y="237340"/>
                  </a:lnTo>
                  <a:close/>
                  <a:moveTo>
                    <a:pt x="2714073" y="247180"/>
                  </a:moveTo>
                  <a:lnTo>
                    <a:pt x="2738254" y="282503"/>
                  </a:lnTo>
                  <a:lnTo>
                    <a:pt x="2807342" y="262153"/>
                  </a:lnTo>
                  <a:close/>
                  <a:moveTo>
                    <a:pt x="2541104" y="102706"/>
                  </a:moveTo>
                  <a:lnTo>
                    <a:pt x="2610844" y="155125"/>
                  </a:lnTo>
                  <a:lnTo>
                    <a:pt x="2524914" y="79593"/>
                  </a:lnTo>
                  <a:close/>
                  <a:moveTo>
                    <a:pt x="2524914" y="79593"/>
                  </a:moveTo>
                  <a:lnTo>
                    <a:pt x="2610844" y="155125"/>
                  </a:lnTo>
                  <a:lnTo>
                    <a:pt x="2625709" y="158333"/>
                  </a:lnTo>
                  <a:close/>
                  <a:moveTo>
                    <a:pt x="2524914" y="79593"/>
                  </a:moveTo>
                  <a:lnTo>
                    <a:pt x="2625709" y="158333"/>
                  </a:lnTo>
                  <a:lnTo>
                    <a:pt x="2601452" y="77961"/>
                  </a:lnTo>
                  <a:close/>
                  <a:moveTo>
                    <a:pt x="2524914" y="79593"/>
                  </a:moveTo>
                  <a:lnTo>
                    <a:pt x="2601452" y="77961"/>
                  </a:lnTo>
                  <a:lnTo>
                    <a:pt x="2574229" y="0"/>
                  </a:lnTo>
                  <a:close/>
                  <a:moveTo>
                    <a:pt x="2759549" y="310300"/>
                  </a:moveTo>
                  <a:lnTo>
                    <a:pt x="2837363" y="307629"/>
                  </a:lnTo>
                  <a:lnTo>
                    <a:pt x="2807342" y="2621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02" name="Candidate_density__2121">
              <a:extLst>
                <a:ext uri="{FF2B5EF4-FFF2-40B4-BE49-F238E27FC236}">
                  <a16:creationId xmlns:a16="http://schemas.microsoft.com/office/drawing/2014/main" id="{80094B5C-4EA0-2621-B18F-3D4C6982A8D0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90635"/>
              <a:ext cx="2807342" cy="2198315"/>
            </a:xfrm>
            <a:custGeom>
              <a:avLst/>
              <a:gdLst/>
              <a:ahLst/>
              <a:cxnLst/>
              <a:rect l="0" t="0" r="0" b="0"/>
              <a:pathLst>
                <a:path w="2807342" h="2198315">
                  <a:moveTo>
                    <a:pt x="621890" y="2119948"/>
                  </a:moveTo>
                  <a:lnTo>
                    <a:pt x="699747" y="2163727"/>
                  </a:lnTo>
                  <a:lnTo>
                    <a:pt x="673054" y="2081512"/>
                  </a:lnTo>
                  <a:close/>
                  <a:moveTo>
                    <a:pt x="0" y="1380012"/>
                  </a:moveTo>
                  <a:lnTo>
                    <a:pt x="14490" y="1423792"/>
                  </a:lnTo>
                  <a:lnTo>
                    <a:pt x="18869" y="1341576"/>
                  </a:lnTo>
                  <a:close/>
                  <a:moveTo>
                    <a:pt x="46258" y="1298267"/>
                  </a:moveTo>
                  <a:lnTo>
                    <a:pt x="0" y="1380012"/>
                  </a:lnTo>
                  <a:lnTo>
                    <a:pt x="18869" y="1341576"/>
                  </a:lnTo>
                  <a:close/>
                  <a:moveTo>
                    <a:pt x="699747" y="2163727"/>
                  </a:moveTo>
                  <a:lnTo>
                    <a:pt x="733428" y="2195538"/>
                  </a:lnTo>
                  <a:lnTo>
                    <a:pt x="760927" y="2134454"/>
                  </a:lnTo>
                  <a:close/>
                  <a:moveTo>
                    <a:pt x="733428" y="2195538"/>
                  </a:moveTo>
                  <a:lnTo>
                    <a:pt x="779037" y="2125291"/>
                  </a:lnTo>
                  <a:lnTo>
                    <a:pt x="760927" y="2134454"/>
                  </a:lnTo>
                  <a:close/>
                  <a:moveTo>
                    <a:pt x="719943" y="1878645"/>
                  </a:moveTo>
                  <a:lnTo>
                    <a:pt x="695672" y="1987321"/>
                  </a:lnTo>
                  <a:lnTo>
                    <a:pt x="736470" y="1960860"/>
                  </a:lnTo>
                  <a:close/>
                  <a:moveTo>
                    <a:pt x="91688" y="1252918"/>
                  </a:moveTo>
                  <a:lnTo>
                    <a:pt x="46258" y="1298267"/>
                  </a:lnTo>
                  <a:lnTo>
                    <a:pt x="18869" y="1341576"/>
                  </a:lnTo>
                  <a:close/>
                  <a:moveTo>
                    <a:pt x="157791" y="1221411"/>
                  </a:moveTo>
                  <a:lnTo>
                    <a:pt x="106195" y="1259361"/>
                  </a:lnTo>
                  <a:lnTo>
                    <a:pt x="46258" y="1298267"/>
                  </a:lnTo>
                  <a:close/>
                  <a:moveTo>
                    <a:pt x="869901" y="2004639"/>
                  </a:moveTo>
                  <a:lnTo>
                    <a:pt x="752684" y="1940971"/>
                  </a:lnTo>
                  <a:lnTo>
                    <a:pt x="736470" y="1960860"/>
                  </a:lnTo>
                  <a:close/>
                  <a:moveTo>
                    <a:pt x="428903" y="1521962"/>
                  </a:moveTo>
                  <a:lnTo>
                    <a:pt x="503394" y="1521995"/>
                  </a:lnTo>
                  <a:lnTo>
                    <a:pt x="459822" y="1514684"/>
                  </a:lnTo>
                  <a:close/>
                  <a:moveTo>
                    <a:pt x="459822" y="1514684"/>
                  </a:moveTo>
                  <a:lnTo>
                    <a:pt x="503394" y="1521995"/>
                  </a:lnTo>
                  <a:lnTo>
                    <a:pt x="580092" y="1470490"/>
                  </a:lnTo>
                  <a:close/>
                  <a:moveTo>
                    <a:pt x="789133" y="1757993"/>
                  </a:moveTo>
                  <a:lnTo>
                    <a:pt x="761540" y="1655033"/>
                  </a:lnTo>
                  <a:lnTo>
                    <a:pt x="759437" y="1637342"/>
                  </a:lnTo>
                  <a:close/>
                  <a:moveTo>
                    <a:pt x="1304298" y="2195848"/>
                  </a:moveTo>
                  <a:lnTo>
                    <a:pt x="1393897" y="2183598"/>
                  </a:lnTo>
                  <a:lnTo>
                    <a:pt x="1371802" y="2101468"/>
                  </a:lnTo>
                  <a:close/>
                  <a:moveTo>
                    <a:pt x="1449282" y="2174411"/>
                  </a:moveTo>
                  <a:lnTo>
                    <a:pt x="1413941" y="2092196"/>
                  </a:lnTo>
                  <a:lnTo>
                    <a:pt x="1393897" y="2183598"/>
                  </a:lnTo>
                  <a:close/>
                  <a:moveTo>
                    <a:pt x="1059609" y="2048418"/>
                  </a:moveTo>
                  <a:lnTo>
                    <a:pt x="1078943" y="1957596"/>
                  </a:lnTo>
                  <a:lnTo>
                    <a:pt x="1072820" y="1982886"/>
                  </a:lnTo>
                  <a:close/>
                  <a:moveTo>
                    <a:pt x="1078943" y="1957596"/>
                  </a:moveTo>
                  <a:lnTo>
                    <a:pt x="1083041" y="1927766"/>
                  </a:lnTo>
                  <a:lnTo>
                    <a:pt x="1062496" y="1944288"/>
                  </a:lnTo>
                  <a:close/>
                  <a:moveTo>
                    <a:pt x="748118" y="1544315"/>
                  </a:moveTo>
                  <a:lnTo>
                    <a:pt x="665182" y="1573428"/>
                  </a:lnTo>
                  <a:lnTo>
                    <a:pt x="753861" y="1626323"/>
                  </a:lnTo>
                  <a:close/>
                  <a:moveTo>
                    <a:pt x="748118" y="1544315"/>
                  </a:moveTo>
                  <a:lnTo>
                    <a:pt x="743449" y="1448019"/>
                  </a:lnTo>
                  <a:lnTo>
                    <a:pt x="673159" y="1544663"/>
                  </a:lnTo>
                  <a:close/>
                  <a:moveTo>
                    <a:pt x="828181" y="1516691"/>
                  </a:moveTo>
                  <a:lnTo>
                    <a:pt x="800892" y="1434476"/>
                  </a:lnTo>
                  <a:lnTo>
                    <a:pt x="748118" y="1544315"/>
                  </a:lnTo>
                  <a:close/>
                  <a:moveTo>
                    <a:pt x="800892" y="1434476"/>
                  </a:moveTo>
                  <a:lnTo>
                    <a:pt x="743449" y="1448019"/>
                  </a:lnTo>
                  <a:lnTo>
                    <a:pt x="748118" y="1544315"/>
                  </a:lnTo>
                  <a:close/>
                  <a:moveTo>
                    <a:pt x="1449282" y="2174411"/>
                  </a:moveTo>
                  <a:lnTo>
                    <a:pt x="1486120" y="2198315"/>
                  </a:lnTo>
                  <a:lnTo>
                    <a:pt x="1489899" y="2166142"/>
                  </a:lnTo>
                  <a:close/>
                  <a:moveTo>
                    <a:pt x="1413941" y="2092196"/>
                  </a:moveTo>
                  <a:lnTo>
                    <a:pt x="1489899" y="2166142"/>
                  </a:lnTo>
                  <a:lnTo>
                    <a:pt x="1474271" y="2078755"/>
                  </a:lnTo>
                  <a:close/>
                  <a:moveTo>
                    <a:pt x="1413941" y="2092196"/>
                  </a:moveTo>
                  <a:lnTo>
                    <a:pt x="1449282" y="2174411"/>
                  </a:lnTo>
                  <a:lnTo>
                    <a:pt x="1489899" y="2166142"/>
                  </a:lnTo>
                  <a:close/>
                  <a:moveTo>
                    <a:pt x="1091759" y="1746994"/>
                  </a:moveTo>
                  <a:lnTo>
                    <a:pt x="1063581" y="1733143"/>
                  </a:lnTo>
                  <a:lnTo>
                    <a:pt x="988848" y="1669974"/>
                  </a:lnTo>
                  <a:close/>
                  <a:moveTo>
                    <a:pt x="743889" y="1352260"/>
                  </a:moveTo>
                  <a:lnTo>
                    <a:pt x="860063" y="1413806"/>
                  </a:lnTo>
                  <a:lnTo>
                    <a:pt x="786634" y="1318452"/>
                  </a:lnTo>
                  <a:close/>
                  <a:moveTo>
                    <a:pt x="790995" y="1271301"/>
                  </a:moveTo>
                  <a:lnTo>
                    <a:pt x="743889" y="1352260"/>
                  </a:lnTo>
                  <a:lnTo>
                    <a:pt x="782533" y="1303121"/>
                  </a:lnTo>
                  <a:close/>
                  <a:moveTo>
                    <a:pt x="849453" y="1274665"/>
                  </a:moveTo>
                  <a:lnTo>
                    <a:pt x="790995" y="1271301"/>
                  </a:lnTo>
                  <a:lnTo>
                    <a:pt x="782533" y="1303121"/>
                  </a:lnTo>
                  <a:close/>
                  <a:moveTo>
                    <a:pt x="382779" y="758722"/>
                  </a:moveTo>
                  <a:lnTo>
                    <a:pt x="338380" y="776754"/>
                  </a:lnTo>
                  <a:lnTo>
                    <a:pt x="412007" y="753759"/>
                  </a:lnTo>
                  <a:close/>
                  <a:moveTo>
                    <a:pt x="412007" y="753759"/>
                  </a:moveTo>
                  <a:lnTo>
                    <a:pt x="338380" y="776754"/>
                  </a:lnTo>
                  <a:lnTo>
                    <a:pt x="293760" y="805513"/>
                  </a:lnTo>
                  <a:close/>
                  <a:moveTo>
                    <a:pt x="412007" y="753759"/>
                  </a:moveTo>
                  <a:lnTo>
                    <a:pt x="293760" y="805513"/>
                  </a:lnTo>
                  <a:lnTo>
                    <a:pt x="345149" y="782444"/>
                  </a:lnTo>
                  <a:close/>
                  <a:moveTo>
                    <a:pt x="481757" y="735885"/>
                  </a:moveTo>
                  <a:lnTo>
                    <a:pt x="382779" y="758722"/>
                  </a:lnTo>
                  <a:lnTo>
                    <a:pt x="474321" y="738318"/>
                  </a:lnTo>
                  <a:close/>
                  <a:moveTo>
                    <a:pt x="357226" y="764142"/>
                  </a:moveTo>
                  <a:lnTo>
                    <a:pt x="382779" y="758722"/>
                  </a:lnTo>
                  <a:lnTo>
                    <a:pt x="481757" y="735885"/>
                  </a:lnTo>
                  <a:close/>
                  <a:moveTo>
                    <a:pt x="382779" y="758722"/>
                  </a:moveTo>
                  <a:lnTo>
                    <a:pt x="412007" y="753759"/>
                  </a:lnTo>
                  <a:lnTo>
                    <a:pt x="474321" y="738318"/>
                  </a:lnTo>
                  <a:close/>
                  <a:moveTo>
                    <a:pt x="1334988" y="1770529"/>
                  </a:moveTo>
                  <a:lnTo>
                    <a:pt x="1411279" y="1769098"/>
                  </a:lnTo>
                  <a:lnTo>
                    <a:pt x="1361275" y="1709658"/>
                  </a:lnTo>
                  <a:close/>
                  <a:moveTo>
                    <a:pt x="1361275" y="1709658"/>
                  </a:moveTo>
                  <a:lnTo>
                    <a:pt x="1411279" y="1769098"/>
                  </a:lnTo>
                  <a:lnTo>
                    <a:pt x="1444004" y="1702993"/>
                  </a:lnTo>
                  <a:close/>
                  <a:moveTo>
                    <a:pt x="1286802" y="1609519"/>
                  </a:moveTo>
                  <a:lnTo>
                    <a:pt x="1177353" y="1642684"/>
                  </a:lnTo>
                  <a:lnTo>
                    <a:pt x="1212864" y="1709129"/>
                  </a:lnTo>
                  <a:close/>
                  <a:moveTo>
                    <a:pt x="1286802" y="1609519"/>
                  </a:moveTo>
                  <a:lnTo>
                    <a:pt x="1152692" y="1560469"/>
                  </a:lnTo>
                  <a:lnTo>
                    <a:pt x="1177353" y="1642684"/>
                  </a:lnTo>
                  <a:close/>
                  <a:moveTo>
                    <a:pt x="471821" y="786426"/>
                  </a:moveTo>
                  <a:lnTo>
                    <a:pt x="474321" y="738318"/>
                  </a:lnTo>
                  <a:lnTo>
                    <a:pt x="412007" y="753759"/>
                  </a:lnTo>
                  <a:close/>
                  <a:moveTo>
                    <a:pt x="484058" y="736976"/>
                  </a:moveTo>
                  <a:lnTo>
                    <a:pt x="474321" y="738318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484058" y="736976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617478" y="789193"/>
                  </a:lnTo>
                  <a:lnTo>
                    <a:pt x="572500" y="725667"/>
                  </a:lnTo>
                  <a:close/>
                  <a:moveTo>
                    <a:pt x="532558" y="797639"/>
                  </a:moveTo>
                  <a:lnTo>
                    <a:pt x="572500" y="725667"/>
                  </a:lnTo>
                  <a:lnTo>
                    <a:pt x="484058" y="736976"/>
                  </a:lnTo>
                  <a:close/>
                  <a:moveTo>
                    <a:pt x="617478" y="789193"/>
                  </a:moveTo>
                  <a:lnTo>
                    <a:pt x="532558" y="797639"/>
                  </a:lnTo>
                  <a:lnTo>
                    <a:pt x="631923" y="803469"/>
                  </a:lnTo>
                  <a:close/>
                  <a:moveTo>
                    <a:pt x="532558" y="797639"/>
                  </a:moveTo>
                  <a:lnTo>
                    <a:pt x="561093" y="817307"/>
                  </a:lnTo>
                  <a:lnTo>
                    <a:pt x="631923" y="803469"/>
                  </a:lnTo>
                  <a:close/>
                  <a:moveTo>
                    <a:pt x="617478" y="789193"/>
                  </a:moveTo>
                  <a:lnTo>
                    <a:pt x="694922" y="786825"/>
                  </a:lnTo>
                  <a:lnTo>
                    <a:pt x="572500" y="725667"/>
                  </a:lnTo>
                  <a:close/>
                  <a:moveTo>
                    <a:pt x="694922" y="786825"/>
                  </a:moveTo>
                  <a:lnTo>
                    <a:pt x="617478" y="789193"/>
                  </a:lnTo>
                  <a:lnTo>
                    <a:pt x="711603" y="822721"/>
                  </a:lnTo>
                  <a:close/>
                  <a:moveTo>
                    <a:pt x="617478" y="789193"/>
                  </a:moveTo>
                  <a:lnTo>
                    <a:pt x="631923" y="803469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785984" y="822164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813580" y="851042"/>
                  </a:lnTo>
                  <a:lnTo>
                    <a:pt x="785984" y="822164"/>
                  </a:lnTo>
                  <a:close/>
                  <a:moveTo>
                    <a:pt x="813580" y="851042"/>
                  </a:moveTo>
                  <a:lnTo>
                    <a:pt x="746137" y="845280"/>
                  </a:lnTo>
                  <a:lnTo>
                    <a:pt x="853423" y="859103"/>
                  </a:lnTo>
                  <a:close/>
                  <a:moveTo>
                    <a:pt x="813580" y="851042"/>
                  </a:moveTo>
                  <a:lnTo>
                    <a:pt x="853423" y="859103"/>
                  </a:lnTo>
                  <a:lnTo>
                    <a:pt x="924407" y="845845"/>
                  </a:lnTo>
                  <a:close/>
                  <a:moveTo>
                    <a:pt x="1602246" y="1609590"/>
                  </a:moveTo>
                  <a:lnTo>
                    <a:pt x="1621248" y="1564066"/>
                  </a:lnTo>
                  <a:lnTo>
                    <a:pt x="1530226" y="1648027"/>
                  </a:lnTo>
                  <a:close/>
                  <a:moveTo>
                    <a:pt x="1621248" y="1564066"/>
                  </a:moveTo>
                  <a:lnTo>
                    <a:pt x="1602246" y="1609590"/>
                  </a:lnTo>
                  <a:lnTo>
                    <a:pt x="1653967" y="1488938"/>
                  </a:lnTo>
                  <a:close/>
                  <a:moveTo>
                    <a:pt x="1537711" y="1426626"/>
                  </a:moveTo>
                  <a:lnTo>
                    <a:pt x="1597690" y="1338364"/>
                  </a:lnTo>
                  <a:lnTo>
                    <a:pt x="1504048" y="1353902"/>
                  </a:lnTo>
                  <a:close/>
                  <a:moveTo>
                    <a:pt x="1608048" y="1430036"/>
                  </a:moveTo>
                  <a:lnTo>
                    <a:pt x="1681581" y="1330755"/>
                  </a:lnTo>
                  <a:lnTo>
                    <a:pt x="1597690" y="1338364"/>
                  </a:lnTo>
                  <a:close/>
                  <a:moveTo>
                    <a:pt x="1430765" y="1352887"/>
                  </a:moveTo>
                  <a:lnTo>
                    <a:pt x="1504048" y="1353902"/>
                  </a:lnTo>
                  <a:lnTo>
                    <a:pt x="1443414" y="1242511"/>
                  </a:lnTo>
                  <a:close/>
                  <a:moveTo>
                    <a:pt x="1972396" y="1735583"/>
                  </a:moveTo>
                  <a:lnTo>
                    <a:pt x="2089165" y="1779362"/>
                  </a:lnTo>
                  <a:lnTo>
                    <a:pt x="2033836" y="1697147"/>
                  </a:lnTo>
                  <a:close/>
                  <a:moveTo>
                    <a:pt x="1988427" y="1653369"/>
                  </a:moveTo>
                  <a:lnTo>
                    <a:pt x="1972396" y="1735583"/>
                  </a:lnTo>
                  <a:lnTo>
                    <a:pt x="2033836" y="1697147"/>
                  </a:lnTo>
                  <a:close/>
                  <a:moveTo>
                    <a:pt x="1710489" y="1403865"/>
                  </a:moveTo>
                  <a:lnTo>
                    <a:pt x="1752323" y="1345075"/>
                  </a:lnTo>
                  <a:lnTo>
                    <a:pt x="1721624" y="1324508"/>
                  </a:lnTo>
                  <a:close/>
                  <a:moveTo>
                    <a:pt x="2033836" y="1697147"/>
                  </a:moveTo>
                  <a:lnTo>
                    <a:pt x="2094173" y="1777654"/>
                  </a:lnTo>
                  <a:lnTo>
                    <a:pt x="2096832" y="1675399"/>
                  </a:lnTo>
                  <a:close/>
                  <a:moveTo>
                    <a:pt x="2033836" y="1697147"/>
                  </a:moveTo>
                  <a:lnTo>
                    <a:pt x="2089165" y="1779362"/>
                  </a:lnTo>
                  <a:lnTo>
                    <a:pt x="2094173" y="1777654"/>
                  </a:lnTo>
                  <a:close/>
                  <a:moveTo>
                    <a:pt x="2094173" y="1777654"/>
                  </a:moveTo>
                  <a:lnTo>
                    <a:pt x="2170683" y="1675952"/>
                  </a:lnTo>
                  <a:lnTo>
                    <a:pt x="2096832" y="1675399"/>
                  </a:lnTo>
                  <a:close/>
                  <a:moveTo>
                    <a:pt x="2179026" y="1769262"/>
                  </a:moveTo>
                  <a:lnTo>
                    <a:pt x="2261678" y="1662566"/>
                  </a:lnTo>
                  <a:lnTo>
                    <a:pt x="2170683" y="1675952"/>
                  </a:lnTo>
                  <a:close/>
                  <a:moveTo>
                    <a:pt x="2074055" y="1593826"/>
                  </a:moveTo>
                  <a:lnTo>
                    <a:pt x="2170683" y="1675952"/>
                  </a:lnTo>
                  <a:lnTo>
                    <a:pt x="2076529" y="1614932"/>
                  </a:lnTo>
                  <a:close/>
                  <a:moveTo>
                    <a:pt x="2020718" y="1532717"/>
                  </a:moveTo>
                  <a:lnTo>
                    <a:pt x="2074055" y="1593826"/>
                  </a:lnTo>
                  <a:lnTo>
                    <a:pt x="2038584" y="1522570"/>
                  </a:lnTo>
                  <a:close/>
                  <a:moveTo>
                    <a:pt x="2035773" y="1412066"/>
                  </a:moveTo>
                  <a:lnTo>
                    <a:pt x="2038584" y="1522570"/>
                  </a:lnTo>
                  <a:lnTo>
                    <a:pt x="2060843" y="1447401"/>
                  </a:lnTo>
                  <a:close/>
                  <a:moveTo>
                    <a:pt x="2020718" y="1532717"/>
                  </a:moveTo>
                  <a:lnTo>
                    <a:pt x="2038584" y="1522570"/>
                  </a:lnTo>
                  <a:lnTo>
                    <a:pt x="2035773" y="1412066"/>
                  </a:lnTo>
                  <a:close/>
                  <a:moveTo>
                    <a:pt x="1950731" y="1450502"/>
                  </a:moveTo>
                  <a:lnTo>
                    <a:pt x="2020718" y="1532717"/>
                  </a:lnTo>
                  <a:lnTo>
                    <a:pt x="2035773" y="1412066"/>
                  </a:lnTo>
                  <a:close/>
                  <a:moveTo>
                    <a:pt x="2087091" y="1412066"/>
                  </a:moveTo>
                  <a:lnTo>
                    <a:pt x="2060843" y="1447401"/>
                  </a:lnTo>
                  <a:lnTo>
                    <a:pt x="2119618" y="1417190"/>
                  </a:lnTo>
                  <a:close/>
                  <a:moveTo>
                    <a:pt x="2119618" y="1417190"/>
                  </a:moveTo>
                  <a:lnTo>
                    <a:pt x="2060843" y="1447401"/>
                  </a:lnTo>
                  <a:lnTo>
                    <a:pt x="2038584" y="1522570"/>
                  </a:lnTo>
                  <a:close/>
                  <a:moveTo>
                    <a:pt x="1770100" y="1203857"/>
                  </a:moveTo>
                  <a:lnTo>
                    <a:pt x="1840031" y="1179140"/>
                  </a:lnTo>
                  <a:lnTo>
                    <a:pt x="1817647" y="1180634"/>
                  </a:lnTo>
                  <a:close/>
                  <a:moveTo>
                    <a:pt x="1791179" y="1286072"/>
                  </a:moveTo>
                  <a:lnTo>
                    <a:pt x="1800190" y="1247636"/>
                  </a:lnTo>
                  <a:lnTo>
                    <a:pt x="1770100" y="1203857"/>
                  </a:lnTo>
                  <a:close/>
                  <a:moveTo>
                    <a:pt x="1817647" y="1180634"/>
                  </a:moveTo>
                  <a:lnTo>
                    <a:pt x="1840031" y="1179140"/>
                  </a:lnTo>
                  <a:lnTo>
                    <a:pt x="1915106" y="1181171"/>
                  </a:lnTo>
                  <a:close/>
                  <a:moveTo>
                    <a:pt x="1457320" y="791337"/>
                  </a:moveTo>
                  <a:lnTo>
                    <a:pt x="1450264" y="792781"/>
                  </a:lnTo>
                  <a:lnTo>
                    <a:pt x="1522726" y="828764"/>
                  </a:lnTo>
                  <a:close/>
                  <a:moveTo>
                    <a:pt x="1522726" y="828764"/>
                  </a:moveTo>
                  <a:lnTo>
                    <a:pt x="1390320" y="827576"/>
                  </a:lnTo>
                  <a:lnTo>
                    <a:pt x="1506272" y="836560"/>
                  </a:lnTo>
                  <a:close/>
                  <a:moveTo>
                    <a:pt x="1457320" y="791337"/>
                  </a:moveTo>
                  <a:lnTo>
                    <a:pt x="1522726" y="828764"/>
                  </a:lnTo>
                  <a:lnTo>
                    <a:pt x="1534856" y="836560"/>
                  </a:lnTo>
                  <a:close/>
                  <a:moveTo>
                    <a:pt x="2113432" y="1494281"/>
                  </a:moveTo>
                  <a:lnTo>
                    <a:pt x="2137631" y="1576495"/>
                  </a:lnTo>
                  <a:lnTo>
                    <a:pt x="2197406" y="1538059"/>
                  </a:lnTo>
                  <a:close/>
                  <a:moveTo>
                    <a:pt x="2113432" y="1494281"/>
                  </a:moveTo>
                  <a:lnTo>
                    <a:pt x="2197406" y="1538059"/>
                  </a:lnTo>
                  <a:lnTo>
                    <a:pt x="2168517" y="1455844"/>
                  </a:lnTo>
                  <a:close/>
                  <a:moveTo>
                    <a:pt x="2060843" y="1447401"/>
                  </a:moveTo>
                  <a:lnTo>
                    <a:pt x="2087091" y="1412066"/>
                  </a:lnTo>
                  <a:lnTo>
                    <a:pt x="2059464" y="1405503"/>
                  </a:lnTo>
                  <a:close/>
                  <a:moveTo>
                    <a:pt x="2260225" y="1420340"/>
                  </a:moveTo>
                  <a:lnTo>
                    <a:pt x="2136648" y="1452169"/>
                  </a:lnTo>
                  <a:lnTo>
                    <a:pt x="2184853" y="1417197"/>
                  </a:lnTo>
                  <a:close/>
                  <a:moveTo>
                    <a:pt x="2035773" y="1412066"/>
                  </a:moveTo>
                  <a:lnTo>
                    <a:pt x="2060843" y="1447401"/>
                  </a:lnTo>
                  <a:lnTo>
                    <a:pt x="2059464" y="1405503"/>
                  </a:lnTo>
                  <a:close/>
                  <a:moveTo>
                    <a:pt x="1840031" y="1179140"/>
                  </a:moveTo>
                  <a:lnTo>
                    <a:pt x="1893268" y="1219249"/>
                  </a:lnTo>
                  <a:lnTo>
                    <a:pt x="1960880" y="1209199"/>
                  </a:lnTo>
                  <a:close/>
                  <a:moveTo>
                    <a:pt x="1973776" y="1185327"/>
                  </a:moveTo>
                  <a:lnTo>
                    <a:pt x="1840031" y="1179140"/>
                  </a:lnTo>
                  <a:lnTo>
                    <a:pt x="1960880" y="1209199"/>
                  </a:lnTo>
                  <a:close/>
                  <a:moveTo>
                    <a:pt x="1915106" y="1181171"/>
                  </a:moveTo>
                  <a:lnTo>
                    <a:pt x="1840031" y="1179140"/>
                  </a:lnTo>
                  <a:lnTo>
                    <a:pt x="1973776" y="1185327"/>
                  </a:lnTo>
                  <a:close/>
                  <a:moveTo>
                    <a:pt x="2054394" y="1208089"/>
                  </a:moveTo>
                  <a:lnTo>
                    <a:pt x="1926442" y="1165420"/>
                  </a:lnTo>
                  <a:lnTo>
                    <a:pt x="1915106" y="1181171"/>
                  </a:lnTo>
                  <a:close/>
                  <a:moveTo>
                    <a:pt x="2054394" y="1208089"/>
                  </a:moveTo>
                  <a:lnTo>
                    <a:pt x="1915106" y="1181171"/>
                  </a:lnTo>
                  <a:lnTo>
                    <a:pt x="1973776" y="1185327"/>
                  </a:lnTo>
                  <a:close/>
                  <a:moveTo>
                    <a:pt x="1522726" y="828764"/>
                  </a:moveTo>
                  <a:lnTo>
                    <a:pt x="1506272" y="836560"/>
                  </a:lnTo>
                  <a:lnTo>
                    <a:pt x="1528294" y="833729"/>
                  </a:lnTo>
                  <a:close/>
                  <a:moveTo>
                    <a:pt x="1528294" y="833729"/>
                  </a:moveTo>
                  <a:lnTo>
                    <a:pt x="1534856" y="836560"/>
                  </a:lnTo>
                  <a:lnTo>
                    <a:pt x="1522726" y="828764"/>
                  </a:lnTo>
                  <a:close/>
                  <a:moveTo>
                    <a:pt x="1605509" y="754344"/>
                  </a:moveTo>
                  <a:lnTo>
                    <a:pt x="1663261" y="798123"/>
                  </a:lnTo>
                  <a:lnTo>
                    <a:pt x="1643409" y="715908"/>
                  </a:lnTo>
                  <a:close/>
                  <a:moveTo>
                    <a:pt x="2306750" y="1379091"/>
                  </a:moveTo>
                  <a:lnTo>
                    <a:pt x="2184853" y="1417197"/>
                  </a:lnTo>
                  <a:lnTo>
                    <a:pt x="2230245" y="1371706"/>
                  </a:lnTo>
                  <a:close/>
                  <a:moveTo>
                    <a:pt x="2359278" y="1383036"/>
                  </a:moveTo>
                  <a:lnTo>
                    <a:pt x="2380033" y="1374423"/>
                  </a:lnTo>
                  <a:lnTo>
                    <a:pt x="2306750" y="1379091"/>
                  </a:lnTo>
                  <a:close/>
                  <a:moveTo>
                    <a:pt x="1658260" y="513042"/>
                  </a:moveTo>
                  <a:lnTo>
                    <a:pt x="1677668" y="595256"/>
                  </a:lnTo>
                  <a:lnTo>
                    <a:pt x="1718157" y="556820"/>
                  </a:lnTo>
                  <a:close/>
                  <a:moveTo>
                    <a:pt x="1676075" y="392390"/>
                  </a:moveTo>
                  <a:lnTo>
                    <a:pt x="1690439" y="422724"/>
                  </a:lnTo>
                  <a:lnTo>
                    <a:pt x="1658260" y="513042"/>
                  </a:lnTo>
                  <a:close/>
                  <a:moveTo>
                    <a:pt x="2111176" y="774780"/>
                  </a:moveTo>
                  <a:lnTo>
                    <a:pt x="2081075" y="787380"/>
                  </a:lnTo>
                  <a:lnTo>
                    <a:pt x="2043687" y="803466"/>
                  </a:lnTo>
                  <a:close/>
                  <a:moveTo>
                    <a:pt x="2094823" y="803466"/>
                  </a:moveTo>
                  <a:lnTo>
                    <a:pt x="2081075" y="787380"/>
                  </a:lnTo>
                  <a:lnTo>
                    <a:pt x="2144410" y="835580"/>
                  </a:lnTo>
                  <a:close/>
                  <a:moveTo>
                    <a:pt x="2144410" y="835580"/>
                  </a:moveTo>
                  <a:lnTo>
                    <a:pt x="2081075" y="787380"/>
                  </a:lnTo>
                  <a:lnTo>
                    <a:pt x="2111176" y="774780"/>
                  </a:lnTo>
                  <a:close/>
                  <a:moveTo>
                    <a:pt x="2128496" y="765029"/>
                  </a:moveTo>
                  <a:lnTo>
                    <a:pt x="2147312" y="794123"/>
                  </a:lnTo>
                  <a:lnTo>
                    <a:pt x="2144410" y="835580"/>
                  </a:lnTo>
                  <a:close/>
                  <a:moveTo>
                    <a:pt x="2111176" y="774780"/>
                  </a:moveTo>
                  <a:lnTo>
                    <a:pt x="2128496" y="765029"/>
                  </a:lnTo>
                  <a:lnTo>
                    <a:pt x="2144410" y="835580"/>
                  </a:lnTo>
                  <a:close/>
                  <a:moveTo>
                    <a:pt x="1980895" y="781542"/>
                  </a:moveTo>
                  <a:lnTo>
                    <a:pt x="2081075" y="787380"/>
                  </a:lnTo>
                  <a:lnTo>
                    <a:pt x="2103626" y="746552"/>
                  </a:lnTo>
                  <a:close/>
                  <a:moveTo>
                    <a:pt x="1763432" y="310594"/>
                  </a:moveTo>
                  <a:lnTo>
                    <a:pt x="1713549" y="339295"/>
                  </a:lnTo>
                  <a:lnTo>
                    <a:pt x="1676075" y="392390"/>
                  </a:lnTo>
                  <a:close/>
                  <a:moveTo>
                    <a:pt x="2158347" y="457282"/>
                  </a:moveTo>
                  <a:lnTo>
                    <a:pt x="2022854" y="436169"/>
                  </a:lnTo>
                  <a:lnTo>
                    <a:pt x="2027475" y="461835"/>
                  </a:lnTo>
                  <a:close/>
                  <a:moveTo>
                    <a:pt x="1834457" y="297488"/>
                  </a:moveTo>
                  <a:lnTo>
                    <a:pt x="1763432" y="310594"/>
                  </a:lnTo>
                  <a:lnTo>
                    <a:pt x="1885522" y="273211"/>
                  </a:lnTo>
                  <a:close/>
                  <a:moveTo>
                    <a:pt x="1885522" y="273211"/>
                  </a:moveTo>
                  <a:lnTo>
                    <a:pt x="1934139" y="233302"/>
                  </a:lnTo>
                  <a:lnTo>
                    <a:pt x="1937464" y="242988"/>
                  </a:lnTo>
                  <a:close/>
                  <a:moveTo>
                    <a:pt x="1944868" y="216436"/>
                  </a:moveTo>
                  <a:lnTo>
                    <a:pt x="1937464" y="242988"/>
                  </a:lnTo>
                  <a:lnTo>
                    <a:pt x="1934139" y="233302"/>
                  </a:lnTo>
                  <a:close/>
                  <a:moveTo>
                    <a:pt x="2284352" y="434536"/>
                  </a:moveTo>
                  <a:lnTo>
                    <a:pt x="2219677" y="407928"/>
                  </a:lnTo>
                  <a:lnTo>
                    <a:pt x="2158347" y="457282"/>
                  </a:lnTo>
                  <a:close/>
                  <a:moveTo>
                    <a:pt x="1944868" y="216436"/>
                  </a:moveTo>
                  <a:lnTo>
                    <a:pt x="1986785" y="202891"/>
                  </a:lnTo>
                  <a:lnTo>
                    <a:pt x="1981489" y="151087"/>
                  </a:lnTo>
                  <a:close/>
                  <a:moveTo>
                    <a:pt x="1981489" y="151087"/>
                  </a:moveTo>
                  <a:lnTo>
                    <a:pt x="1986785" y="202891"/>
                  </a:lnTo>
                  <a:lnTo>
                    <a:pt x="1998347" y="194865"/>
                  </a:lnTo>
                  <a:close/>
                  <a:moveTo>
                    <a:pt x="1981489" y="151087"/>
                  </a:moveTo>
                  <a:lnTo>
                    <a:pt x="1998347" y="194865"/>
                  </a:lnTo>
                  <a:lnTo>
                    <a:pt x="1993394" y="112651"/>
                  </a:lnTo>
                  <a:close/>
                  <a:moveTo>
                    <a:pt x="2403609" y="386557"/>
                  </a:moveTo>
                  <a:lnTo>
                    <a:pt x="2344128" y="379372"/>
                  </a:lnTo>
                  <a:lnTo>
                    <a:pt x="2284352" y="434536"/>
                  </a:lnTo>
                  <a:close/>
                  <a:moveTo>
                    <a:pt x="2152456" y="4852"/>
                  </a:moveTo>
                  <a:lnTo>
                    <a:pt x="2033247" y="53013"/>
                  </a:lnTo>
                  <a:lnTo>
                    <a:pt x="2088229" y="43379"/>
                  </a:lnTo>
                  <a:close/>
                  <a:moveTo>
                    <a:pt x="2283247" y="0"/>
                  </a:moveTo>
                  <a:lnTo>
                    <a:pt x="2225691" y="11"/>
                  </a:lnTo>
                  <a:lnTo>
                    <a:pt x="2152456" y="4852"/>
                  </a:lnTo>
                  <a:close/>
                  <a:moveTo>
                    <a:pt x="2283247" y="0"/>
                  </a:moveTo>
                  <a:lnTo>
                    <a:pt x="2152456" y="4852"/>
                  </a:lnTo>
                  <a:lnTo>
                    <a:pt x="2215755" y="26314"/>
                  </a:lnTo>
                  <a:close/>
                  <a:moveTo>
                    <a:pt x="2361042" y="12204"/>
                  </a:moveTo>
                  <a:lnTo>
                    <a:pt x="2225691" y="11"/>
                  </a:lnTo>
                  <a:lnTo>
                    <a:pt x="2283247" y="0"/>
                  </a:lnTo>
                  <a:close/>
                  <a:moveTo>
                    <a:pt x="2713343" y="408417"/>
                  </a:moveTo>
                  <a:lnTo>
                    <a:pt x="2738254" y="371365"/>
                  </a:lnTo>
                  <a:lnTo>
                    <a:pt x="2664479" y="415859"/>
                  </a:lnTo>
                  <a:close/>
                  <a:moveTo>
                    <a:pt x="2664479" y="415859"/>
                  </a:moveTo>
                  <a:lnTo>
                    <a:pt x="2738254" y="371365"/>
                  </a:lnTo>
                  <a:lnTo>
                    <a:pt x="2714073" y="336041"/>
                  </a:lnTo>
                  <a:close/>
                  <a:moveTo>
                    <a:pt x="2438876" y="177809"/>
                  </a:moveTo>
                  <a:lnTo>
                    <a:pt x="2524914" y="168454"/>
                  </a:lnTo>
                  <a:lnTo>
                    <a:pt x="2498429" y="89894"/>
                  </a:lnTo>
                  <a:close/>
                  <a:moveTo>
                    <a:pt x="2438876" y="177809"/>
                  </a:moveTo>
                  <a:lnTo>
                    <a:pt x="2498429" y="89894"/>
                  </a:lnTo>
                  <a:lnTo>
                    <a:pt x="2422050" y="91397"/>
                  </a:lnTo>
                  <a:close/>
                  <a:moveTo>
                    <a:pt x="2524914" y="168454"/>
                  </a:moveTo>
                  <a:lnTo>
                    <a:pt x="2574229" y="88861"/>
                  </a:lnTo>
                  <a:lnTo>
                    <a:pt x="2498429" y="89894"/>
                  </a:lnTo>
                  <a:close/>
                  <a:moveTo>
                    <a:pt x="2343704" y="94499"/>
                  </a:moveTo>
                  <a:lnTo>
                    <a:pt x="2422050" y="91397"/>
                  </a:lnTo>
                  <a:lnTo>
                    <a:pt x="2378350" y="26833"/>
                  </a:lnTo>
                  <a:close/>
                  <a:moveTo>
                    <a:pt x="2343704" y="94499"/>
                  </a:moveTo>
                  <a:lnTo>
                    <a:pt x="2378350" y="26833"/>
                  </a:lnTo>
                  <a:lnTo>
                    <a:pt x="2310488" y="21411"/>
                  </a:lnTo>
                  <a:close/>
                  <a:moveTo>
                    <a:pt x="2422050" y="91397"/>
                  </a:moveTo>
                  <a:lnTo>
                    <a:pt x="2498429" y="89894"/>
                  </a:lnTo>
                  <a:lnTo>
                    <a:pt x="2448602" y="30310"/>
                  </a:lnTo>
                  <a:close/>
                  <a:moveTo>
                    <a:pt x="2422050" y="91397"/>
                  </a:moveTo>
                  <a:lnTo>
                    <a:pt x="2448602" y="30310"/>
                  </a:lnTo>
                  <a:lnTo>
                    <a:pt x="2378350" y="26833"/>
                  </a:lnTo>
                  <a:close/>
                  <a:moveTo>
                    <a:pt x="2222098" y="32678"/>
                  </a:moveTo>
                  <a:lnTo>
                    <a:pt x="2310488" y="21411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61042" y="12204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78350" y="26833"/>
                  </a:lnTo>
                  <a:lnTo>
                    <a:pt x="2361042" y="12204"/>
                  </a:lnTo>
                  <a:close/>
                  <a:moveTo>
                    <a:pt x="2759549" y="399161"/>
                  </a:moveTo>
                  <a:lnTo>
                    <a:pt x="2807342" y="351014"/>
                  </a:lnTo>
                  <a:lnTo>
                    <a:pt x="2738254" y="37136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03" name="Candidate_density__2122">
              <a:extLst>
                <a:ext uri="{FF2B5EF4-FFF2-40B4-BE49-F238E27FC236}">
                  <a16:creationId xmlns:a16="http://schemas.microsoft.com/office/drawing/2014/main" id="{D51DFA44-289A-37B4-5CC1-A324F94D92D1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799509"/>
              <a:ext cx="2838924" cy="2086190"/>
            </a:xfrm>
            <a:custGeom>
              <a:avLst/>
              <a:gdLst/>
              <a:ahLst/>
              <a:cxnLst/>
              <a:rect l="0" t="0" r="0" b="0"/>
              <a:pathLst>
                <a:path w="2838924" h="2086190">
                  <a:moveTo>
                    <a:pt x="689313" y="1986664"/>
                  </a:moveTo>
                  <a:lnTo>
                    <a:pt x="637859" y="2009490"/>
                  </a:lnTo>
                  <a:lnTo>
                    <a:pt x="771885" y="2016733"/>
                  </a:lnTo>
                  <a:close/>
                  <a:moveTo>
                    <a:pt x="137769" y="1392726"/>
                  </a:moveTo>
                  <a:lnTo>
                    <a:pt x="193372" y="1461563"/>
                  </a:lnTo>
                  <a:lnTo>
                    <a:pt x="170800" y="1441318"/>
                  </a:lnTo>
                  <a:close/>
                  <a:moveTo>
                    <a:pt x="179015" y="1417784"/>
                  </a:moveTo>
                  <a:lnTo>
                    <a:pt x="137769" y="1392726"/>
                  </a:lnTo>
                  <a:lnTo>
                    <a:pt x="92799" y="1329194"/>
                  </a:lnTo>
                  <a:close/>
                  <a:moveTo>
                    <a:pt x="26151" y="1297133"/>
                  </a:moveTo>
                  <a:lnTo>
                    <a:pt x="0" y="1296586"/>
                  </a:lnTo>
                  <a:lnTo>
                    <a:pt x="39402" y="1312012"/>
                  </a:lnTo>
                  <a:close/>
                  <a:moveTo>
                    <a:pt x="0" y="1296586"/>
                  </a:moveTo>
                  <a:lnTo>
                    <a:pt x="83157" y="1328840"/>
                  </a:lnTo>
                  <a:lnTo>
                    <a:pt x="39402" y="1312012"/>
                  </a:lnTo>
                  <a:close/>
                  <a:moveTo>
                    <a:pt x="83157" y="1328840"/>
                  </a:moveTo>
                  <a:lnTo>
                    <a:pt x="92799" y="1329194"/>
                  </a:lnTo>
                  <a:lnTo>
                    <a:pt x="39402" y="1312012"/>
                  </a:lnTo>
                  <a:close/>
                  <a:moveTo>
                    <a:pt x="116942" y="1379348"/>
                  </a:moveTo>
                  <a:lnTo>
                    <a:pt x="137769" y="1392726"/>
                  </a:lnTo>
                  <a:lnTo>
                    <a:pt x="170800" y="1441318"/>
                  </a:lnTo>
                  <a:close/>
                  <a:moveTo>
                    <a:pt x="137769" y="1392726"/>
                  </a:moveTo>
                  <a:lnTo>
                    <a:pt x="116942" y="1379348"/>
                  </a:lnTo>
                  <a:lnTo>
                    <a:pt x="39402" y="1312012"/>
                  </a:lnTo>
                  <a:close/>
                  <a:moveTo>
                    <a:pt x="92799" y="1329194"/>
                  </a:moveTo>
                  <a:lnTo>
                    <a:pt x="137769" y="1392726"/>
                  </a:lnTo>
                  <a:lnTo>
                    <a:pt x="39402" y="1312012"/>
                  </a:lnTo>
                  <a:close/>
                  <a:moveTo>
                    <a:pt x="771885" y="2016733"/>
                  </a:moveTo>
                  <a:lnTo>
                    <a:pt x="821334" y="1986410"/>
                  </a:lnTo>
                  <a:lnTo>
                    <a:pt x="689313" y="1986664"/>
                  </a:lnTo>
                  <a:close/>
                  <a:moveTo>
                    <a:pt x="336793" y="1289423"/>
                  </a:moveTo>
                  <a:lnTo>
                    <a:pt x="304200" y="1278513"/>
                  </a:lnTo>
                  <a:lnTo>
                    <a:pt x="279386" y="1258696"/>
                  </a:lnTo>
                  <a:close/>
                  <a:moveTo>
                    <a:pt x="821334" y="1986410"/>
                  </a:moveTo>
                  <a:lnTo>
                    <a:pt x="893723" y="1978402"/>
                  </a:lnTo>
                  <a:lnTo>
                    <a:pt x="934037" y="1913927"/>
                  </a:lnTo>
                  <a:close/>
                  <a:moveTo>
                    <a:pt x="1318809" y="2086190"/>
                  </a:moveTo>
                  <a:lnTo>
                    <a:pt x="1252217" y="2052377"/>
                  </a:lnTo>
                  <a:lnTo>
                    <a:pt x="1200580" y="2074513"/>
                  </a:lnTo>
                  <a:close/>
                  <a:moveTo>
                    <a:pt x="1126955" y="2077902"/>
                  </a:moveTo>
                  <a:lnTo>
                    <a:pt x="1200580" y="2074513"/>
                  </a:lnTo>
                  <a:lnTo>
                    <a:pt x="1252217" y="2052377"/>
                  </a:lnTo>
                  <a:close/>
                  <a:moveTo>
                    <a:pt x="687366" y="1466905"/>
                  </a:moveTo>
                  <a:lnTo>
                    <a:pt x="715321" y="1428469"/>
                  </a:lnTo>
                  <a:lnTo>
                    <a:pt x="665027" y="1465457"/>
                  </a:lnTo>
                  <a:close/>
                  <a:moveTo>
                    <a:pt x="1269037" y="1779591"/>
                  </a:moveTo>
                  <a:lnTo>
                    <a:pt x="1255241" y="1848479"/>
                  </a:lnTo>
                  <a:lnTo>
                    <a:pt x="1300361" y="1801108"/>
                  </a:lnTo>
                  <a:close/>
                  <a:moveTo>
                    <a:pt x="1269037" y="1779591"/>
                  </a:moveTo>
                  <a:lnTo>
                    <a:pt x="1300361" y="1801108"/>
                  </a:lnTo>
                  <a:lnTo>
                    <a:pt x="1282211" y="1734111"/>
                  </a:lnTo>
                  <a:close/>
                  <a:moveTo>
                    <a:pt x="934028" y="1390032"/>
                  </a:moveTo>
                  <a:lnTo>
                    <a:pt x="944732" y="1461100"/>
                  </a:lnTo>
                  <a:lnTo>
                    <a:pt x="953889" y="1472247"/>
                  </a:lnTo>
                  <a:close/>
                  <a:moveTo>
                    <a:pt x="605882" y="978957"/>
                  </a:moveTo>
                  <a:lnTo>
                    <a:pt x="657866" y="1008279"/>
                  </a:lnTo>
                  <a:lnTo>
                    <a:pt x="684620" y="950830"/>
                  </a:lnTo>
                  <a:close/>
                  <a:moveTo>
                    <a:pt x="684620" y="950830"/>
                  </a:moveTo>
                  <a:lnTo>
                    <a:pt x="640980" y="945146"/>
                  </a:lnTo>
                  <a:lnTo>
                    <a:pt x="605882" y="978957"/>
                  </a:lnTo>
                  <a:close/>
                  <a:moveTo>
                    <a:pt x="676051" y="940520"/>
                  </a:moveTo>
                  <a:lnTo>
                    <a:pt x="596090" y="896742"/>
                  </a:lnTo>
                  <a:lnTo>
                    <a:pt x="673813" y="858305"/>
                  </a:lnTo>
                  <a:close/>
                  <a:moveTo>
                    <a:pt x="644816" y="783005"/>
                  </a:moveTo>
                  <a:lnTo>
                    <a:pt x="676161" y="858305"/>
                  </a:lnTo>
                  <a:lnTo>
                    <a:pt x="673557" y="851745"/>
                  </a:lnTo>
                  <a:close/>
                  <a:moveTo>
                    <a:pt x="1381455" y="1648697"/>
                  </a:moveTo>
                  <a:lnTo>
                    <a:pt x="1282211" y="1734111"/>
                  </a:lnTo>
                  <a:lnTo>
                    <a:pt x="1356296" y="1732446"/>
                  </a:lnTo>
                  <a:close/>
                  <a:moveTo>
                    <a:pt x="1433071" y="1667327"/>
                  </a:moveTo>
                  <a:lnTo>
                    <a:pt x="1381455" y="1648697"/>
                  </a:lnTo>
                  <a:lnTo>
                    <a:pt x="1356296" y="1732446"/>
                  </a:lnTo>
                  <a:close/>
                  <a:moveTo>
                    <a:pt x="970855" y="1127318"/>
                  </a:moveTo>
                  <a:lnTo>
                    <a:pt x="947079" y="1104951"/>
                  </a:lnTo>
                  <a:lnTo>
                    <a:pt x="969108" y="1066514"/>
                  </a:lnTo>
                  <a:close/>
                  <a:moveTo>
                    <a:pt x="947079" y="1104951"/>
                  </a:moveTo>
                  <a:lnTo>
                    <a:pt x="959978" y="984299"/>
                  </a:lnTo>
                  <a:lnTo>
                    <a:pt x="969108" y="1066514"/>
                  </a:lnTo>
                  <a:close/>
                  <a:moveTo>
                    <a:pt x="678210" y="819869"/>
                  </a:moveTo>
                  <a:lnTo>
                    <a:pt x="673813" y="858305"/>
                  </a:lnTo>
                  <a:lnTo>
                    <a:pt x="711341" y="777811"/>
                  </a:lnTo>
                  <a:close/>
                  <a:moveTo>
                    <a:pt x="673813" y="858305"/>
                  </a:moveTo>
                  <a:lnTo>
                    <a:pt x="673557" y="851745"/>
                  </a:lnTo>
                  <a:lnTo>
                    <a:pt x="711341" y="777811"/>
                  </a:lnTo>
                  <a:close/>
                  <a:moveTo>
                    <a:pt x="735541" y="819869"/>
                  </a:moveTo>
                  <a:lnTo>
                    <a:pt x="711341" y="777811"/>
                  </a:lnTo>
                  <a:lnTo>
                    <a:pt x="673557" y="851745"/>
                  </a:lnTo>
                  <a:close/>
                  <a:moveTo>
                    <a:pt x="1368230" y="1559357"/>
                  </a:moveTo>
                  <a:lnTo>
                    <a:pt x="1472095" y="1635601"/>
                  </a:lnTo>
                  <a:lnTo>
                    <a:pt x="1395815" y="1637022"/>
                  </a:lnTo>
                  <a:close/>
                  <a:moveTo>
                    <a:pt x="993662" y="981452"/>
                  </a:moveTo>
                  <a:lnTo>
                    <a:pt x="1037285" y="1046080"/>
                  </a:lnTo>
                  <a:lnTo>
                    <a:pt x="983074" y="1021259"/>
                  </a:lnTo>
                  <a:close/>
                  <a:moveTo>
                    <a:pt x="1493595" y="1217753"/>
                  </a:moveTo>
                  <a:lnTo>
                    <a:pt x="1495257" y="1316494"/>
                  </a:lnTo>
                  <a:lnTo>
                    <a:pt x="1563932" y="1221163"/>
                  </a:lnTo>
                  <a:close/>
                  <a:moveTo>
                    <a:pt x="1666198" y="1197850"/>
                  </a:moveTo>
                  <a:lnTo>
                    <a:pt x="1563932" y="1221163"/>
                  </a:lnTo>
                  <a:lnTo>
                    <a:pt x="1556583" y="1278362"/>
                  </a:lnTo>
                  <a:close/>
                  <a:moveTo>
                    <a:pt x="1399298" y="1033638"/>
                  </a:moveTo>
                  <a:lnTo>
                    <a:pt x="1433755" y="1097785"/>
                  </a:lnTo>
                  <a:lnTo>
                    <a:pt x="1408939" y="1071856"/>
                  </a:lnTo>
                  <a:close/>
                  <a:moveTo>
                    <a:pt x="1399298" y="1033638"/>
                  </a:moveTo>
                  <a:lnTo>
                    <a:pt x="1408939" y="1071856"/>
                  </a:lnTo>
                  <a:lnTo>
                    <a:pt x="1399509" y="1033204"/>
                  </a:lnTo>
                  <a:close/>
                  <a:moveTo>
                    <a:pt x="2131186" y="1387815"/>
                  </a:moveTo>
                  <a:lnTo>
                    <a:pt x="2179421" y="1384610"/>
                  </a:lnTo>
                  <a:lnTo>
                    <a:pt x="2217867" y="1433244"/>
                  </a:lnTo>
                  <a:close/>
                  <a:moveTo>
                    <a:pt x="1872616" y="1151984"/>
                  </a:moveTo>
                  <a:lnTo>
                    <a:pt x="1984010" y="1120977"/>
                  </a:lnTo>
                  <a:lnTo>
                    <a:pt x="1906993" y="1106907"/>
                  </a:lnTo>
                  <a:close/>
                  <a:moveTo>
                    <a:pt x="2264560" y="1392615"/>
                  </a:moveTo>
                  <a:lnTo>
                    <a:pt x="2217867" y="1433244"/>
                  </a:lnTo>
                  <a:lnTo>
                    <a:pt x="2339924" y="1395733"/>
                  </a:lnTo>
                  <a:close/>
                  <a:moveTo>
                    <a:pt x="1945304" y="1034946"/>
                  </a:moveTo>
                  <a:lnTo>
                    <a:pt x="1850558" y="1120977"/>
                  </a:lnTo>
                  <a:lnTo>
                    <a:pt x="1906993" y="1106907"/>
                  </a:lnTo>
                  <a:close/>
                  <a:moveTo>
                    <a:pt x="1686981" y="841636"/>
                  </a:moveTo>
                  <a:lnTo>
                    <a:pt x="1703925" y="874331"/>
                  </a:lnTo>
                  <a:lnTo>
                    <a:pt x="1717922" y="856286"/>
                  </a:lnTo>
                  <a:close/>
                  <a:moveTo>
                    <a:pt x="1887276" y="918110"/>
                  </a:moveTo>
                  <a:lnTo>
                    <a:pt x="1805065" y="946125"/>
                  </a:lnTo>
                  <a:lnTo>
                    <a:pt x="1905884" y="887560"/>
                  </a:lnTo>
                  <a:close/>
                  <a:moveTo>
                    <a:pt x="2412030" y="1411401"/>
                  </a:moveTo>
                  <a:lnTo>
                    <a:pt x="2421964" y="1408703"/>
                  </a:lnTo>
                  <a:lnTo>
                    <a:pt x="2339924" y="1395733"/>
                  </a:lnTo>
                  <a:close/>
                  <a:moveTo>
                    <a:pt x="2339924" y="1395733"/>
                  </a:moveTo>
                  <a:lnTo>
                    <a:pt x="2421964" y="1408703"/>
                  </a:lnTo>
                  <a:lnTo>
                    <a:pt x="2459241" y="1347981"/>
                  </a:lnTo>
                  <a:close/>
                  <a:moveTo>
                    <a:pt x="2339924" y="1395733"/>
                  </a:moveTo>
                  <a:lnTo>
                    <a:pt x="2459241" y="1347981"/>
                  </a:lnTo>
                  <a:lnTo>
                    <a:pt x="2389767" y="1366885"/>
                  </a:lnTo>
                  <a:close/>
                  <a:moveTo>
                    <a:pt x="2264560" y="1392615"/>
                  </a:moveTo>
                  <a:lnTo>
                    <a:pt x="2339924" y="1395733"/>
                  </a:lnTo>
                  <a:lnTo>
                    <a:pt x="2389767" y="1366885"/>
                  </a:lnTo>
                  <a:close/>
                  <a:moveTo>
                    <a:pt x="2469746" y="1269765"/>
                  </a:moveTo>
                  <a:lnTo>
                    <a:pt x="2389767" y="1366885"/>
                  </a:lnTo>
                  <a:lnTo>
                    <a:pt x="2459241" y="1347981"/>
                  </a:lnTo>
                  <a:close/>
                  <a:moveTo>
                    <a:pt x="2152874" y="444770"/>
                  </a:moveTo>
                  <a:lnTo>
                    <a:pt x="2163489" y="536232"/>
                  </a:lnTo>
                  <a:lnTo>
                    <a:pt x="2196455" y="556155"/>
                  </a:lnTo>
                  <a:close/>
                  <a:moveTo>
                    <a:pt x="1975917" y="225136"/>
                  </a:moveTo>
                  <a:lnTo>
                    <a:pt x="2009413" y="135170"/>
                  </a:lnTo>
                  <a:lnTo>
                    <a:pt x="1903559" y="125906"/>
                  </a:lnTo>
                  <a:close/>
                  <a:moveTo>
                    <a:pt x="2293414" y="29770"/>
                  </a:moveTo>
                  <a:lnTo>
                    <a:pt x="2323301" y="42369"/>
                  </a:lnTo>
                  <a:lnTo>
                    <a:pt x="2282019" y="0"/>
                  </a:lnTo>
                  <a:close/>
                  <a:moveTo>
                    <a:pt x="2822190" y="264180"/>
                  </a:moveTo>
                  <a:lnTo>
                    <a:pt x="2838924" y="363973"/>
                  </a:lnTo>
                  <a:lnTo>
                    <a:pt x="2838674" y="281758"/>
                  </a:lnTo>
                  <a:close/>
                  <a:moveTo>
                    <a:pt x="2822190" y="264180"/>
                  </a:moveTo>
                  <a:lnTo>
                    <a:pt x="2832518" y="355876"/>
                  </a:lnTo>
                  <a:lnTo>
                    <a:pt x="2838924" y="363973"/>
                  </a:lnTo>
                  <a:close/>
                  <a:moveTo>
                    <a:pt x="2793248" y="187617"/>
                  </a:moveTo>
                  <a:lnTo>
                    <a:pt x="2838674" y="281758"/>
                  </a:lnTo>
                  <a:lnTo>
                    <a:pt x="2804697" y="19954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04" name="Candidate_density__2123">
              <a:extLst>
                <a:ext uri="{FF2B5EF4-FFF2-40B4-BE49-F238E27FC236}">
                  <a16:creationId xmlns:a16="http://schemas.microsoft.com/office/drawing/2014/main" id="{70A73F96-4649-3025-56D5-70481B3762E5}"/>
                </a:ext>
              </a:extLst>
            </p:cNvPr>
            <p:cNvSpPr>
              <a:spLocks noGrp="1"/>
            </p:cNvSpPr>
            <p:nvPr/>
          </p:nvSpPr>
          <p:spPr>
            <a:xfrm>
              <a:off x="3899137" y="1590635"/>
              <a:ext cx="2330646" cy="2183598"/>
            </a:xfrm>
            <a:custGeom>
              <a:avLst/>
              <a:gdLst/>
              <a:ahLst/>
              <a:cxnLst/>
              <a:rect l="0" t="0" r="0" b="0"/>
              <a:pathLst>
                <a:path w="2330646" h="2183598">
                  <a:moveTo>
                    <a:pt x="244151" y="2081512"/>
                  </a:moveTo>
                  <a:lnTo>
                    <a:pt x="332024" y="2134454"/>
                  </a:lnTo>
                  <a:lnTo>
                    <a:pt x="309594" y="2052598"/>
                  </a:lnTo>
                  <a:close/>
                  <a:moveTo>
                    <a:pt x="244151" y="2081512"/>
                  </a:moveTo>
                  <a:lnTo>
                    <a:pt x="270844" y="2163727"/>
                  </a:lnTo>
                  <a:lnTo>
                    <a:pt x="332024" y="2134454"/>
                  </a:lnTo>
                  <a:close/>
                  <a:moveTo>
                    <a:pt x="350135" y="2125291"/>
                  </a:moveTo>
                  <a:lnTo>
                    <a:pt x="330565" y="2043075"/>
                  </a:lnTo>
                  <a:lnTo>
                    <a:pt x="332024" y="2134454"/>
                  </a:lnTo>
                  <a:close/>
                  <a:moveTo>
                    <a:pt x="330565" y="2043075"/>
                  </a:moveTo>
                  <a:lnTo>
                    <a:pt x="309594" y="2052598"/>
                  </a:lnTo>
                  <a:lnTo>
                    <a:pt x="332024" y="2134454"/>
                  </a:lnTo>
                  <a:close/>
                  <a:moveTo>
                    <a:pt x="247495" y="1999297"/>
                  </a:moveTo>
                  <a:lnTo>
                    <a:pt x="309594" y="2052598"/>
                  </a:lnTo>
                  <a:lnTo>
                    <a:pt x="266770" y="1987321"/>
                  </a:lnTo>
                  <a:close/>
                  <a:moveTo>
                    <a:pt x="247495" y="1999297"/>
                  </a:moveTo>
                  <a:lnTo>
                    <a:pt x="244151" y="2081512"/>
                  </a:lnTo>
                  <a:lnTo>
                    <a:pt x="309594" y="2052598"/>
                  </a:lnTo>
                  <a:close/>
                  <a:moveTo>
                    <a:pt x="330565" y="2043075"/>
                  </a:moveTo>
                  <a:lnTo>
                    <a:pt x="307567" y="1960860"/>
                  </a:lnTo>
                  <a:lnTo>
                    <a:pt x="309594" y="2052598"/>
                  </a:lnTo>
                  <a:close/>
                  <a:moveTo>
                    <a:pt x="307567" y="1960860"/>
                  </a:moveTo>
                  <a:lnTo>
                    <a:pt x="266770" y="1987321"/>
                  </a:lnTo>
                  <a:lnTo>
                    <a:pt x="309594" y="2052598"/>
                  </a:lnTo>
                  <a:close/>
                  <a:moveTo>
                    <a:pt x="440999" y="2004639"/>
                  </a:moveTo>
                  <a:lnTo>
                    <a:pt x="307567" y="1960860"/>
                  </a:lnTo>
                  <a:lnTo>
                    <a:pt x="330565" y="2043075"/>
                  </a:lnTo>
                  <a:close/>
                  <a:moveTo>
                    <a:pt x="74491" y="1521995"/>
                  </a:moveTo>
                  <a:lnTo>
                    <a:pt x="0" y="1521962"/>
                  </a:lnTo>
                  <a:lnTo>
                    <a:pt x="92220" y="1528672"/>
                  </a:lnTo>
                  <a:close/>
                  <a:moveTo>
                    <a:pt x="151189" y="1470490"/>
                  </a:moveTo>
                  <a:lnTo>
                    <a:pt x="74491" y="1521995"/>
                  </a:lnTo>
                  <a:lnTo>
                    <a:pt x="99867" y="1511348"/>
                  </a:lnTo>
                  <a:close/>
                  <a:moveTo>
                    <a:pt x="74491" y="1521995"/>
                  </a:moveTo>
                  <a:lnTo>
                    <a:pt x="92220" y="1528672"/>
                  </a:lnTo>
                  <a:lnTo>
                    <a:pt x="99867" y="1511348"/>
                  </a:lnTo>
                  <a:close/>
                  <a:moveTo>
                    <a:pt x="197683" y="1482434"/>
                  </a:moveTo>
                  <a:lnTo>
                    <a:pt x="99867" y="1511348"/>
                  </a:lnTo>
                  <a:lnTo>
                    <a:pt x="220825" y="1515644"/>
                  </a:lnTo>
                  <a:close/>
                  <a:moveTo>
                    <a:pt x="99867" y="1511348"/>
                  </a:moveTo>
                  <a:lnTo>
                    <a:pt x="92220" y="1528672"/>
                  </a:lnTo>
                  <a:lnTo>
                    <a:pt x="220825" y="1515644"/>
                  </a:lnTo>
                  <a:close/>
                  <a:moveTo>
                    <a:pt x="151189" y="1470490"/>
                  </a:moveTo>
                  <a:lnTo>
                    <a:pt x="99867" y="1511348"/>
                  </a:lnTo>
                  <a:lnTo>
                    <a:pt x="197683" y="1482434"/>
                  </a:lnTo>
                  <a:close/>
                  <a:moveTo>
                    <a:pt x="196963" y="1429133"/>
                  </a:moveTo>
                  <a:lnTo>
                    <a:pt x="197683" y="1482434"/>
                  </a:lnTo>
                  <a:lnTo>
                    <a:pt x="224853" y="1472912"/>
                  </a:lnTo>
                  <a:close/>
                  <a:moveTo>
                    <a:pt x="196963" y="1429133"/>
                  </a:moveTo>
                  <a:lnTo>
                    <a:pt x="224853" y="1472912"/>
                  </a:lnTo>
                  <a:lnTo>
                    <a:pt x="210904" y="1390697"/>
                  </a:lnTo>
                  <a:close/>
                  <a:moveTo>
                    <a:pt x="197683" y="1482434"/>
                  </a:moveTo>
                  <a:lnTo>
                    <a:pt x="220825" y="1515644"/>
                  </a:lnTo>
                  <a:lnTo>
                    <a:pt x="224853" y="1472912"/>
                  </a:lnTo>
                  <a:close/>
                  <a:moveTo>
                    <a:pt x="985038" y="2092196"/>
                  </a:moveTo>
                  <a:lnTo>
                    <a:pt x="942899" y="2101468"/>
                  </a:lnTo>
                  <a:lnTo>
                    <a:pt x="964994" y="2183598"/>
                  </a:lnTo>
                  <a:close/>
                  <a:moveTo>
                    <a:pt x="319215" y="1544315"/>
                  </a:moveTo>
                  <a:lnTo>
                    <a:pt x="324958" y="1626323"/>
                  </a:lnTo>
                  <a:lnTo>
                    <a:pt x="399278" y="1516691"/>
                  </a:lnTo>
                  <a:close/>
                  <a:moveTo>
                    <a:pt x="399278" y="1516691"/>
                  </a:moveTo>
                  <a:lnTo>
                    <a:pt x="324958" y="1626323"/>
                  </a:lnTo>
                  <a:lnTo>
                    <a:pt x="330534" y="1637342"/>
                  </a:lnTo>
                  <a:close/>
                  <a:moveTo>
                    <a:pt x="314546" y="1448019"/>
                  </a:moveTo>
                  <a:lnTo>
                    <a:pt x="224853" y="1472912"/>
                  </a:lnTo>
                  <a:lnTo>
                    <a:pt x="244257" y="1544663"/>
                  </a:lnTo>
                  <a:close/>
                  <a:moveTo>
                    <a:pt x="210904" y="1390697"/>
                  </a:moveTo>
                  <a:lnTo>
                    <a:pt x="314546" y="1448019"/>
                  </a:lnTo>
                  <a:lnTo>
                    <a:pt x="303243" y="1357116"/>
                  </a:lnTo>
                  <a:close/>
                  <a:moveTo>
                    <a:pt x="210904" y="1390697"/>
                  </a:moveTo>
                  <a:lnTo>
                    <a:pt x="224853" y="1472912"/>
                  </a:lnTo>
                  <a:lnTo>
                    <a:pt x="314546" y="1448019"/>
                  </a:lnTo>
                  <a:close/>
                  <a:moveTo>
                    <a:pt x="371989" y="1434476"/>
                  </a:moveTo>
                  <a:lnTo>
                    <a:pt x="314986" y="1352260"/>
                  </a:lnTo>
                  <a:lnTo>
                    <a:pt x="314546" y="1448019"/>
                  </a:lnTo>
                  <a:close/>
                  <a:moveTo>
                    <a:pt x="314986" y="1352260"/>
                  </a:moveTo>
                  <a:lnTo>
                    <a:pt x="303243" y="1357116"/>
                  </a:lnTo>
                  <a:lnTo>
                    <a:pt x="314546" y="1448019"/>
                  </a:lnTo>
                  <a:close/>
                  <a:moveTo>
                    <a:pt x="250934" y="1349560"/>
                  </a:moveTo>
                  <a:lnTo>
                    <a:pt x="210904" y="1390697"/>
                  </a:lnTo>
                  <a:lnTo>
                    <a:pt x="303243" y="1357116"/>
                  </a:lnTo>
                  <a:close/>
                  <a:moveTo>
                    <a:pt x="362092" y="1271301"/>
                  </a:moveTo>
                  <a:lnTo>
                    <a:pt x="250934" y="1349560"/>
                  </a:lnTo>
                  <a:lnTo>
                    <a:pt x="314986" y="1352260"/>
                  </a:lnTo>
                  <a:close/>
                  <a:moveTo>
                    <a:pt x="314986" y="1352260"/>
                  </a:moveTo>
                  <a:lnTo>
                    <a:pt x="250934" y="1349560"/>
                  </a:lnTo>
                  <a:lnTo>
                    <a:pt x="303243" y="1357116"/>
                  </a:lnTo>
                  <a:close/>
                  <a:moveTo>
                    <a:pt x="747496" y="1661086"/>
                  </a:moveTo>
                  <a:lnTo>
                    <a:pt x="662856" y="1746994"/>
                  </a:lnTo>
                  <a:lnTo>
                    <a:pt x="721656" y="1724899"/>
                  </a:lnTo>
                  <a:close/>
                  <a:moveTo>
                    <a:pt x="634678" y="1733143"/>
                  </a:moveTo>
                  <a:lnTo>
                    <a:pt x="662856" y="1746994"/>
                  </a:lnTo>
                  <a:lnTo>
                    <a:pt x="747496" y="1661086"/>
                  </a:lnTo>
                  <a:close/>
                  <a:moveTo>
                    <a:pt x="697767" y="1690362"/>
                  </a:moveTo>
                  <a:lnTo>
                    <a:pt x="634678" y="1733143"/>
                  </a:lnTo>
                  <a:lnTo>
                    <a:pt x="747496" y="1661086"/>
                  </a:lnTo>
                  <a:close/>
                  <a:moveTo>
                    <a:pt x="747496" y="1661086"/>
                  </a:moveTo>
                  <a:lnTo>
                    <a:pt x="748450" y="1642684"/>
                  </a:lnTo>
                  <a:lnTo>
                    <a:pt x="709002" y="1681121"/>
                  </a:lnTo>
                  <a:close/>
                  <a:moveTo>
                    <a:pt x="371989" y="1434476"/>
                  </a:moveTo>
                  <a:lnTo>
                    <a:pt x="461018" y="1425967"/>
                  </a:lnTo>
                  <a:lnTo>
                    <a:pt x="431160" y="1413806"/>
                  </a:lnTo>
                  <a:close/>
                  <a:moveTo>
                    <a:pt x="371989" y="1434476"/>
                  </a:moveTo>
                  <a:lnTo>
                    <a:pt x="431160" y="1413806"/>
                  </a:lnTo>
                  <a:lnTo>
                    <a:pt x="314986" y="1352260"/>
                  </a:lnTo>
                  <a:close/>
                  <a:moveTo>
                    <a:pt x="431160" y="1413806"/>
                  </a:moveTo>
                  <a:lnTo>
                    <a:pt x="522115" y="1396039"/>
                  </a:lnTo>
                  <a:lnTo>
                    <a:pt x="440979" y="1351045"/>
                  </a:lnTo>
                  <a:close/>
                  <a:moveTo>
                    <a:pt x="431160" y="1413806"/>
                  </a:moveTo>
                  <a:lnTo>
                    <a:pt x="461018" y="1425967"/>
                  </a:lnTo>
                  <a:lnTo>
                    <a:pt x="522115" y="1396039"/>
                  </a:lnTo>
                  <a:close/>
                  <a:moveTo>
                    <a:pt x="362092" y="1271301"/>
                  </a:moveTo>
                  <a:lnTo>
                    <a:pt x="420550" y="1274665"/>
                  </a:lnTo>
                  <a:lnTo>
                    <a:pt x="362692" y="1270046"/>
                  </a:lnTo>
                  <a:close/>
                  <a:moveTo>
                    <a:pt x="420550" y="1274665"/>
                  </a:moveTo>
                  <a:lnTo>
                    <a:pt x="446818" y="1231609"/>
                  </a:lnTo>
                  <a:lnTo>
                    <a:pt x="362692" y="1270046"/>
                  </a:lnTo>
                  <a:close/>
                  <a:moveTo>
                    <a:pt x="747496" y="1661086"/>
                  </a:moveTo>
                  <a:lnTo>
                    <a:pt x="721656" y="1724899"/>
                  </a:lnTo>
                  <a:lnTo>
                    <a:pt x="783961" y="1709129"/>
                  </a:lnTo>
                  <a:close/>
                  <a:moveTo>
                    <a:pt x="783961" y="1709129"/>
                  </a:moveTo>
                  <a:lnTo>
                    <a:pt x="748450" y="1642684"/>
                  </a:lnTo>
                  <a:lnTo>
                    <a:pt x="747496" y="1661086"/>
                  </a:lnTo>
                  <a:close/>
                  <a:moveTo>
                    <a:pt x="524835" y="1275387"/>
                  </a:moveTo>
                  <a:lnTo>
                    <a:pt x="440979" y="1351045"/>
                  </a:lnTo>
                  <a:lnTo>
                    <a:pt x="522115" y="1396039"/>
                  </a:lnTo>
                  <a:close/>
                  <a:moveTo>
                    <a:pt x="420550" y="1274665"/>
                  </a:moveTo>
                  <a:lnTo>
                    <a:pt x="453335" y="1295685"/>
                  </a:lnTo>
                  <a:lnTo>
                    <a:pt x="524835" y="1275387"/>
                  </a:lnTo>
                  <a:close/>
                  <a:moveTo>
                    <a:pt x="446818" y="1231609"/>
                  </a:moveTo>
                  <a:lnTo>
                    <a:pt x="420550" y="1274665"/>
                  </a:lnTo>
                  <a:lnTo>
                    <a:pt x="524835" y="1275387"/>
                  </a:lnTo>
                  <a:close/>
                  <a:moveTo>
                    <a:pt x="52854" y="735885"/>
                  </a:moveTo>
                  <a:lnTo>
                    <a:pt x="45418" y="738318"/>
                  </a:lnTo>
                  <a:lnTo>
                    <a:pt x="55155" y="736976"/>
                  </a:lnTo>
                  <a:close/>
                  <a:moveTo>
                    <a:pt x="1023602" y="1705684"/>
                  </a:moveTo>
                  <a:lnTo>
                    <a:pt x="983474" y="1768678"/>
                  </a:lnTo>
                  <a:lnTo>
                    <a:pt x="983443" y="1768231"/>
                  </a:lnTo>
                  <a:close/>
                  <a:moveTo>
                    <a:pt x="1042703" y="1713643"/>
                  </a:moveTo>
                  <a:lnTo>
                    <a:pt x="983474" y="1768678"/>
                  </a:lnTo>
                  <a:lnTo>
                    <a:pt x="1023602" y="1705684"/>
                  </a:lnTo>
                  <a:close/>
                  <a:moveTo>
                    <a:pt x="1086559" y="1662412"/>
                  </a:moveTo>
                  <a:lnTo>
                    <a:pt x="1042703" y="1713643"/>
                  </a:lnTo>
                  <a:lnTo>
                    <a:pt x="1023602" y="1705684"/>
                  </a:lnTo>
                  <a:close/>
                  <a:moveTo>
                    <a:pt x="1042703" y="1713643"/>
                  </a:moveTo>
                  <a:lnTo>
                    <a:pt x="1086559" y="1662412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01323" y="1648027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46778" y="1672357"/>
                  </a:lnTo>
                  <a:lnTo>
                    <a:pt x="1101323" y="1648027"/>
                  </a:lnTo>
                  <a:close/>
                  <a:moveTo>
                    <a:pt x="1146778" y="1672357"/>
                  </a:moveTo>
                  <a:lnTo>
                    <a:pt x="1173343" y="1609590"/>
                  </a:lnTo>
                  <a:lnTo>
                    <a:pt x="1101323" y="1648027"/>
                  </a:lnTo>
                  <a:close/>
                  <a:moveTo>
                    <a:pt x="1075145" y="1353902"/>
                  </a:moveTo>
                  <a:lnTo>
                    <a:pt x="1168788" y="1338364"/>
                  </a:lnTo>
                  <a:lnTo>
                    <a:pt x="1119246" y="1290760"/>
                  </a:lnTo>
                  <a:close/>
                  <a:moveTo>
                    <a:pt x="1559524" y="1653369"/>
                  </a:moveTo>
                  <a:lnTo>
                    <a:pt x="1604933" y="1697147"/>
                  </a:lnTo>
                  <a:lnTo>
                    <a:pt x="1603950" y="1614932"/>
                  </a:lnTo>
                  <a:close/>
                  <a:moveTo>
                    <a:pt x="858295" y="935882"/>
                  </a:moveTo>
                  <a:lnTo>
                    <a:pt x="915322" y="933895"/>
                  </a:lnTo>
                  <a:lnTo>
                    <a:pt x="860457" y="913433"/>
                  </a:lnTo>
                  <a:close/>
                  <a:moveTo>
                    <a:pt x="915322" y="933895"/>
                  </a:moveTo>
                  <a:lnTo>
                    <a:pt x="938099" y="874996"/>
                  </a:lnTo>
                  <a:lnTo>
                    <a:pt x="860457" y="913433"/>
                  </a:lnTo>
                  <a:close/>
                  <a:moveTo>
                    <a:pt x="938099" y="874996"/>
                  </a:moveTo>
                  <a:lnTo>
                    <a:pt x="961417" y="827576"/>
                  </a:lnTo>
                  <a:lnTo>
                    <a:pt x="884935" y="831218"/>
                  </a:lnTo>
                  <a:close/>
                  <a:moveTo>
                    <a:pt x="860457" y="913433"/>
                  </a:moveTo>
                  <a:lnTo>
                    <a:pt x="938099" y="874996"/>
                  </a:lnTo>
                  <a:lnTo>
                    <a:pt x="884935" y="831218"/>
                  </a:lnTo>
                  <a:close/>
                  <a:moveTo>
                    <a:pt x="1603950" y="1614932"/>
                  </a:moveTo>
                  <a:lnTo>
                    <a:pt x="1667930" y="1675399"/>
                  </a:lnTo>
                  <a:lnTo>
                    <a:pt x="1645152" y="1593826"/>
                  </a:lnTo>
                  <a:close/>
                  <a:moveTo>
                    <a:pt x="1603950" y="1614932"/>
                  </a:moveTo>
                  <a:lnTo>
                    <a:pt x="1604933" y="1697147"/>
                  </a:lnTo>
                  <a:lnTo>
                    <a:pt x="1667930" y="1675399"/>
                  </a:lnTo>
                  <a:close/>
                  <a:moveTo>
                    <a:pt x="1667930" y="1675399"/>
                  </a:moveTo>
                  <a:lnTo>
                    <a:pt x="1741780" y="1675952"/>
                  </a:lnTo>
                  <a:lnTo>
                    <a:pt x="1645152" y="1593826"/>
                  </a:lnTo>
                  <a:close/>
                  <a:moveTo>
                    <a:pt x="1591815" y="1532717"/>
                  </a:moveTo>
                  <a:lnTo>
                    <a:pt x="1603950" y="1614932"/>
                  </a:lnTo>
                  <a:lnTo>
                    <a:pt x="1645152" y="1593826"/>
                  </a:lnTo>
                  <a:close/>
                  <a:moveTo>
                    <a:pt x="1609681" y="1522570"/>
                  </a:moveTo>
                  <a:lnTo>
                    <a:pt x="1684529" y="1494281"/>
                  </a:lnTo>
                  <a:lnTo>
                    <a:pt x="1690716" y="1417190"/>
                  </a:lnTo>
                  <a:close/>
                  <a:moveTo>
                    <a:pt x="961417" y="827576"/>
                  </a:moveTo>
                  <a:lnTo>
                    <a:pt x="938099" y="874996"/>
                  </a:lnTo>
                  <a:lnTo>
                    <a:pt x="1006624" y="848555"/>
                  </a:lnTo>
                  <a:close/>
                  <a:moveTo>
                    <a:pt x="1021361" y="792781"/>
                  </a:moveTo>
                  <a:lnTo>
                    <a:pt x="961417" y="827576"/>
                  </a:lnTo>
                  <a:lnTo>
                    <a:pt x="1093824" y="828764"/>
                  </a:lnTo>
                  <a:close/>
                  <a:moveTo>
                    <a:pt x="1077369" y="836560"/>
                  </a:moveTo>
                  <a:lnTo>
                    <a:pt x="961417" y="827576"/>
                  </a:lnTo>
                  <a:lnTo>
                    <a:pt x="1006624" y="848555"/>
                  </a:lnTo>
                  <a:close/>
                  <a:moveTo>
                    <a:pt x="1755950" y="1417197"/>
                  </a:moveTo>
                  <a:lnTo>
                    <a:pt x="1684529" y="1494281"/>
                  </a:lnTo>
                  <a:lnTo>
                    <a:pt x="1739614" y="1455844"/>
                  </a:lnTo>
                  <a:close/>
                  <a:moveTo>
                    <a:pt x="1707745" y="1452169"/>
                  </a:moveTo>
                  <a:lnTo>
                    <a:pt x="1684529" y="1494281"/>
                  </a:lnTo>
                  <a:lnTo>
                    <a:pt x="1755950" y="1417197"/>
                  </a:lnTo>
                  <a:close/>
                  <a:moveTo>
                    <a:pt x="1214507" y="715908"/>
                  </a:moveTo>
                  <a:lnTo>
                    <a:pt x="1234359" y="798123"/>
                  </a:lnTo>
                  <a:lnTo>
                    <a:pt x="1286616" y="759687"/>
                  </a:lnTo>
                  <a:close/>
                  <a:moveTo>
                    <a:pt x="1202064" y="633693"/>
                  </a:moveTo>
                  <a:lnTo>
                    <a:pt x="1214507" y="715908"/>
                  </a:lnTo>
                  <a:lnTo>
                    <a:pt x="1266365" y="677472"/>
                  </a:lnTo>
                  <a:close/>
                  <a:moveTo>
                    <a:pt x="1202064" y="633693"/>
                  </a:moveTo>
                  <a:lnTo>
                    <a:pt x="1266365" y="677472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02064" y="633693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48765" y="595256"/>
                  </a:lnTo>
                  <a:lnTo>
                    <a:pt x="1229357" y="513042"/>
                  </a:lnTo>
                  <a:close/>
                  <a:moveTo>
                    <a:pt x="1254195" y="474605"/>
                  </a:moveTo>
                  <a:lnTo>
                    <a:pt x="1247172" y="392390"/>
                  </a:lnTo>
                  <a:lnTo>
                    <a:pt x="1229357" y="513042"/>
                  </a:lnTo>
                  <a:close/>
                  <a:moveTo>
                    <a:pt x="1557882" y="202891"/>
                  </a:moveTo>
                  <a:lnTo>
                    <a:pt x="1505236" y="233302"/>
                  </a:lnTo>
                  <a:lnTo>
                    <a:pt x="1575509" y="223857"/>
                  </a:lnTo>
                  <a:close/>
                  <a:moveTo>
                    <a:pt x="1515965" y="216436"/>
                  </a:moveTo>
                  <a:lnTo>
                    <a:pt x="1505236" y="233302"/>
                  </a:lnTo>
                  <a:lnTo>
                    <a:pt x="1557882" y="202891"/>
                  </a:lnTo>
                  <a:close/>
                  <a:moveTo>
                    <a:pt x="1659326" y="43379"/>
                  </a:moveTo>
                  <a:lnTo>
                    <a:pt x="1564491" y="112651"/>
                  </a:lnTo>
                  <a:lnTo>
                    <a:pt x="1640769" y="74214"/>
                  </a:lnTo>
                  <a:close/>
                  <a:moveTo>
                    <a:pt x="1659326" y="43379"/>
                  </a:moveTo>
                  <a:lnTo>
                    <a:pt x="1604344" y="53013"/>
                  </a:lnTo>
                  <a:lnTo>
                    <a:pt x="1564491" y="112651"/>
                  </a:lnTo>
                  <a:close/>
                  <a:moveTo>
                    <a:pt x="1723553" y="4852"/>
                  </a:moveTo>
                  <a:lnTo>
                    <a:pt x="1659326" y="43379"/>
                  </a:lnTo>
                  <a:lnTo>
                    <a:pt x="1786852" y="26314"/>
                  </a:lnTo>
                  <a:close/>
                  <a:moveTo>
                    <a:pt x="1793195" y="32678"/>
                  </a:moveTo>
                  <a:lnTo>
                    <a:pt x="1854344" y="0"/>
                  </a:lnTo>
                  <a:lnTo>
                    <a:pt x="1786852" y="26314"/>
                  </a:lnTo>
                  <a:close/>
                  <a:moveTo>
                    <a:pt x="2309352" y="371365"/>
                  </a:moveTo>
                  <a:lnTo>
                    <a:pt x="2284440" y="408417"/>
                  </a:lnTo>
                  <a:lnTo>
                    <a:pt x="2330646" y="39916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05" name="Candidate_density__2124">
              <a:extLst>
                <a:ext uri="{FF2B5EF4-FFF2-40B4-BE49-F238E27FC236}">
                  <a16:creationId xmlns:a16="http://schemas.microsoft.com/office/drawing/2014/main" id="{6EB11AC2-1676-60E0-42BC-C97248D14CE7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799509"/>
              <a:ext cx="2559538" cy="2134006"/>
            </a:xfrm>
            <a:custGeom>
              <a:avLst/>
              <a:gdLst/>
              <a:ahLst/>
              <a:cxnLst/>
              <a:rect l="0" t="0" r="0" b="0"/>
              <a:pathLst>
                <a:path w="2559538" h="2134006">
                  <a:moveTo>
                    <a:pt x="541948" y="1986410"/>
                  </a:moveTo>
                  <a:lnTo>
                    <a:pt x="492500" y="2016733"/>
                  </a:lnTo>
                  <a:lnTo>
                    <a:pt x="614337" y="1978402"/>
                  </a:lnTo>
                  <a:close/>
                  <a:moveTo>
                    <a:pt x="0" y="1258696"/>
                  </a:moveTo>
                  <a:lnTo>
                    <a:pt x="24814" y="1278513"/>
                  </a:lnTo>
                  <a:lnTo>
                    <a:pt x="28041" y="1179627"/>
                  </a:lnTo>
                  <a:close/>
                  <a:moveTo>
                    <a:pt x="847569" y="2077902"/>
                  </a:moveTo>
                  <a:lnTo>
                    <a:pt x="805017" y="2134006"/>
                  </a:lnTo>
                  <a:lnTo>
                    <a:pt x="921194" y="2074513"/>
                  </a:lnTo>
                  <a:close/>
                  <a:moveTo>
                    <a:pt x="654651" y="1913927"/>
                  </a:moveTo>
                  <a:lnTo>
                    <a:pt x="614337" y="1978402"/>
                  </a:lnTo>
                  <a:lnTo>
                    <a:pt x="696220" y="1877981"/>
                  </a:lnTo>
                  <a:close/>
                  <a:moveTo>
                    <a:pt x="660582" y="1916417"/>
                  </a:moveTo>
                  <a:lnTo>
                    <a:pt x="653574" y="1795765"/>
                  </a:lnTo>
                  <a:lnTo>
                    <a:pt x="696220" y="1877981"/>
                  </a:lnTo>
                  <a:close/>
                  <a:moveTo>
                    <a:pt x="252363" y="1505342"/>
                  </a:moveTo>
                  <a:lnTo>
                    <a:pt x="273980" y="1466905"/>
                  </a:lnTo>
                  <a:lnTo>
                    <a:pt x="242574" y="1487870"/>
                  </a:lnTo>
                  <a:close/>
                  <a:moveTo>
                    <a:pt x="273980" y="1466905"/>
                  </a:moveTo>
                  <a:lnTo>
                    <a:pt x="252363" y="1505342"/>
                  </a:lnTo>
                  <a:lnTo>
                    <a:pt x="309497" y="1459426"/>
                  </a:lnTo>
                  <a:close/>
                  <a:moveTo>
                    <a:pt x="309497" y="1459426"/>
                  </a:moveTo>
                  <a:lnTo>
                    <a:pt x="261374" y="1494705"/>
                  </a:lnTo>
                  <a:lnTo>
                    <a:pt x="385641" y="1465457"/>
                  </a:lnTo>
                  <a:close/>
                  <a:moveTo>
                    <a:pt x="667693" y="1104951"/>
                  </a:moveTo>
                  <a:lnTo>
                    <a:pt x="708163" y="986422"/>
                  </a:lnTo>
                  <a:lnTo>
                    <a:pt x="680592" y="984299"/>
                  </a:lnTo>
                  <a:close/>
                  <a:moveTo>
                    <a:pt x="680592" y="984299"/>
                  </a:moveTo>
                  <a:lnTo>
                    <a:pt x="708163" y="986422"/>
                  </a:lnTo>
                  <a:lnTo>
                    <a:pt x="708144" y="974462"/>
                  </a:lnTo>
                  <a:close/>
                  <a:moveTo>
                    <a:pt x="680592" y="984299"/>
                  </a:moveTo>
                  <a:lnTo>
                    <a:pt x="714276" y="981452"/>
                  </a:lnTo>
                  <a:lnTo>
                    <a:pt x="703688" y="1021259"/>
                  </a:lnTo>
                  <a:close/>
                  <a:moveTo>
                    <a:pt x="714276" y="981452"/>
                  </a:moveTo>
                  <a:lnTo>
                    <a:pt x="680592" y="984299"/>
                  </a:lnTo>
                  <a:lnTo>
                    <a:pt x="708144" y="974462"/>
                  </a:lnTo>
                  <a:close/>
                  <a:moveTo>
                    <a:pt x="1220535" y="1318501"/>
                  </a:moveTo>
                  <a:lnTo>
                    <a:pt x="1214673" y="1323254"/>
                  </a:lnTo>
                  <a:lnTo>
                    <a:pt x="1207171" y="1323567"/>
                  </a:lnTo>
                  <a:close/>
                  <a:moveTo>
                    <a:pt x="1161513" y="1339700"/>
                  </a:moveTo>
                  <a:lnTo>
                    <a:pt x="1192634" y="1318501"/>
                  </a:lnTo>
                  <a:lnTo>
                    <a:pt x="1136851" y="1310948"/>
                  </a:lnTo>
                  <a:close/>
                  <a:moveTo>
                    <a:pt x="1220535" y="1318501"/>
                  </a:moveTo>
                  <a:lnTo>
                    <a:pt x="1207171" y="1323567"/>
                  </a:lnTo>
                  <a:lnTo>
                    <a:pt x="1277197" y="1278362"/>
                  </a:lnTo>
                  <a:close/>
                  <a:moveTo>
                    <a:pt x="1215871" y="1316494"/>
                  </a:moveTo>
                  <a:lnTo>
                    <a:pt x="1214673" y="1323254"/>
                  </a:lnTo>
                  <a:lnTo>
                    <a:pt x="1220535" y="1318501"/>
                  </a:lnTo>
                  <a:close/>
                  <a:moveTo>
                    <a:pt x="1215871" y="1316494"/>
                  </a:moveTo>
                  <a:lnTo>
                    <a:pt x="1220535" y="1318501"/>
                  </a:lnTo>
                  <a:lnTo>
                    <a:pt x="1277197" y="1278362"/>
                  </a:lnTo>
                  <a:close/>
                  <a:moveTo>
                    <a:pt x="1284546" y="1221163"/>
                  </a:moveTo>
                  <a:lnTo>
                    <a:pt x="1215871" y="1316494"/>
                  </a:lnTo>
                  <a:lnTo>
                    <a:pt x="1277197" y="1278362"/>
                  </a:lnTo>
                  <a:close/>
                  <a:moveTo>
                    <a:pt x="1788564" y="1366588"/>
                  </a:moveTo>
                  <a:lnTo>
                    <a:pt x="1833214" y="1378342"/>
                  </a:lnTo>
                  <a:lnTo>
                    <a:pt x="1814129" y="1367622"/>
                  </a:lnTo>
                  <a:close/>
                  <a:moveTo>
                    <a:pt x="1571173" y="1120977"/>
                  </a:moveTo>
                  <a:lnTo>
                    <a:pt x="1593231" y="1151984"/>
                  </a:lnTo>
                  <a:lnTo>
                    <a:pt x="1627607" y="1106907"/>
                  </a:lnTo>
                  <a:close/>
                  <a:moveTo>
                    <a:pt x="1261616" y="853160"/>
                  </a:moveTo>
                  <a:lnTo>
                    <a:pt x="1292187" y="912768"/>
                  </a:lnTo>
                  <a:lnTo>
                    <a:pt x="1294009" y="910816"/>
                  </a:lnTo>
                  <a:close/>
                  <a:moveTo>
                    <a:pt x="1337616" y="858653"/>
                  </a:moveTo>
                  <a:lnTo>
                    <a:pt x="1294009" y="910816"/>
                  </a:lnTo>
                  <a:lnTo>
                    <a:pt x="1407595" y="841636"/>
                  </a:lnTo>
                  <a:close/>
                  <a:moveTo>
                    <a:pt x="1636907" y="816199"/>
                  </a:moveTo>
                  <a:lnTo>
                    <a:pt x="1607891" y="918110"/>
                  </a:lnTo>
                  <a:lnTo>
                    <a:pt x="1626499" y="887560"/>
                  </a:lnTo>
                  <a:close/>
                  <a:moveTo>
                    <a:pt x="1636907" y="816199"/>
                  </a:moveTo>
                  <a:lnTo>
                    <a:pt x="1626499" y="887560"/>
                  </a:lnTo>
                  <a:lnTo>
                    <a:pt x="1659701" y="835895"/>
                  </a:lnTo>
                  <a:close/>
                  <a:moveTo>
                    <a:pt x="1636907" y="816199"/>
                  </a:moveTo>
                  <a:lnTo>
                    <a:pt x="1659701" y="835895"/>
                  </a:lnTo>
                  <a:lnTo>
                    <a:pt x="1655290" y="780004"/>
                  </a:lnTo>
                  <a:close/>
                  <a:moveTo>
                    <a:pt x="1655290" y="780004"/>
                  </a:moveTo>
                  <a:lnTo>
                    <a:pt x="1659701" y="835895"/>
                  </a:lnTo>
                  <a:lnTo>
                    <a:pt x="1683145" y="820695"/>
                  </a:lnTo>
                  <a:close/>
                  <a:moveTo>
                    <a:pt x="1655290" y="780004"/>
                  </a:moveTo>
                  <a:lnTo>
                    <a:pt x="1683145" y="820695"/>
                  </a:lnTo>
                  <a:lnTo>
                    <a:pt x="1722476" y="752546"/>
                  </a:lnTo>
                  <a:close/>
                  <a:moveTo>
                    <a:pt x="1722476" y="752546"/>
                  </a:moveTo>
                  <a:lnTo>
                    <a:pt x="1774497" y="731842"/>
                  </a:lnTo>
                  <a:lnTo>
                    <a:pt x="1655290" y="780004"/>
                  </a:lnTo>
                  <a:close/>
                  <a:moveTo>
                    <a:pt x="1802414" y="772761"/>
                  </a:moveTo>
                  <a:lnTo>
                    <a:pt x="1774497" y="731842"/>
                  </a:lnTo>
                  <a:lnTo>
                    <a:pt x="1722476" y="752546"/>
                  </a:lnTo>
                  <a:close/>
                  <a:moveTo>
                    <a:pt x="1934471" y="772641"/>
                  </a:moveTo>
                  <a:lnTo>
                    <a:pt x="1974862" y="823316"/>
                  </a:lnTo>
                  <a:lnTo>
                    <a:pt x="1924644" y="803550"/>
                  </a:lnTo>
                  <a:close/>
                  <a:moveTo>
                    <a:pt x="2079767" y="822017"/>
                  </a:moveTo>
                  <a:lnTo>
                    <a:pt x="1974862" y="823316"/>
                  </a:lnTo>
                  <a:lnTo>
                    <a:pt x="2049787" y="822996"/>
                  </a:lnTo>
                  <a:close/>
                  <a:moveTo>
                    <a:pt x="2079767" y="822017"/>
                  </a:moveTo>
                  <a:lnTo>
                    <a:pt x="2006416" y="826427"/>
                  </a:lnTo>
                  <a:lnTo>
                    <a:pt x="1974862" y="823316"/>
                  </a:lnTo>
                  <a:close/>
                  <a:moveTo>
                    <a:pt x="2127435" y="785037"/>
                  </a:moveTo>
                  <a:lnTo>
                    <a:pt x="2079767" y="822017"/>
                  </a:lnTo>
                  <a:lnTo>
                    <a:pt x="2206482" y="801925"/>
                  </a:lnTo>
                  <a:close/>
                  <a:moveTo>
                    <a:pt x="1885235" y="391725"/>
                  </a:moveTo>
                  <a:lnTo>
                    <a:pt x="1873488" y="444770"/>
                  </a:lnTo>
                  <a:lnTo>
                    <a:pt x="1885803" y="473940"/>
                  </a:lnTo>
                  <a:close/>
                  <a:moveTo>
                    <a:pt x="1944760" y="380706"/>
                  </a:moveTo>
                  <a:lnTo>
                    <a:pt x="1873488" y="444770"/>
                  </a:lnTo>
                  <a:lnTo>
                    <a:pt x="1885235" y="391725"/>
                  </a:lnTo>
                  <a:close/>
                  <a:moveTo>
                    <a:pt x="1879777" y="416401"/>
                  </a:moveTo>
                  <a:lnTo>
                    <a:pt x="1873488" y="444770"/>
                  </a:lnTo>
                  <a:lnTo>
                    <a:pt x="1944760" y="380706"/>
                  </a:lnTo>
                  <a:close/>
                  <a:moveTo>
                    <a:pt x="2268270" y="764364"/>
                  </a:moveTo>
                  <a:lnTo>
                    <a:pt x="2248379" y="743366"/>
                  </a:lnTo>
                  <a:lnTo>
                    <a:pt x="2206482" y="801925"/>
                  </a:lnTo>
                  <a:close/>
                  <a:moveTo>
                    <a:pt x="2268270" y="764364"/>
                  </a:moveTo>
                  <a:lnTo>
                    <a:pt x="2315529" y="725928"/>
                  </a:lnTo>
                  <a:lnTo>
                    <a:pt x="2248379" y="743366"/>
                  </a:lnTo>
                  <a:close/>
                  <a:moveTo>
                    <a:pt x="1730027" y="135170"/>
                  </a:moveTo>
                  <a:lnTo>
                    <a:pt x="1807941" y="147821"/>
                  </a:lnTo>
                  <a:lnTo>
                    <a:pt x="1854824" y="107906"/>
                  </a:lnTo>
                  <a:close/>
                  <a:moveTo>
                    <a:pt x="2344684" y="609577"/>
                  </a:moveTo>
                  <a:lnTo>
                    <a:pt x="2379033" y="637008"/>
                  </a:lnTo>
                  <a:lnTo>
                    <a:pt x="2349779" y="605276"/>
                  </a:lnTo>
                  <a:close/>
                  <a:moveTo>
                    <a:pt x="2318065" y="725256"/>
                  </a:moveTo>
                  <a:lnTo>
                    <a:pt x="2373066" y="652236"/>
                  </a:lnTo>
                  <a:lnTo>
                    <a:pt x="2344684" y="609577"/>
                  </a:lnTo>
                  <a:close/>
                  <a:moveTo>
                    <a:pt x="2349779" y="605276"/>
                  </a:moveTo>
                  <a:lnTo>
                    <a:pt x="2379033" y="637008"/>
                  </a:lnTo>
                  <a:lnTo>
                    <a:pt x="2406204" y="560931"/>
                  </a:lnTo>
                  <a:close/>
                  <a:moveTo>
                    <a:pt x="1863991" y="68206"/>
                  </a:moveTo>
                  <a:lnTo>
                    <a:pt x="1918941" y="29770"/>
                  </a:lnTo>
                  <a:lnTo>
                    <a:pt x="1896293" y="47750"/>
                  </a:lnTo>
                  <a:close/>
                  <a:moveTo>
                    <a:pt x="2014028" y="29770"/>
                  </a:moveTo>
                  <a:lnTo>
                    <a:pt x="1963805" y="21505"/>
                  </a:lnTo>
                  <a:lnTo>
                    <a:pt x="2035566" y="33819"/>
                  </a:lnTo>
                  <a:close/>
                  <a:moveTo>
                    <a:pt x="2014028" y="29770"/>
                  </a:moveTo>
                  <a:lnTo>
                    <a:pt x="2035566" y="33819"/>
                  </a:lnTo>
                  <a:lnTo>
                    <a:pt x="2043916" y="42369"/>
                  </a:lnTo>
                  <a:close/>
                  <a:moveTo>
                    <a:pt x="2436674" y="490055"/>
                  </a:moveTo>
                  <a:lnTo>
                    <a:pt x="2349779" y="605276"/>
                  </a:lnTo>
                  <a:lnTo>
                    <a:pt x="2406204" y="560931"/>
                  </a:lnTo>
                  <a:close/>
                  <a:moveTo>
                    <a:pt x="2436674" y="490055"/>
                  </a:moveTo>
                  <a:lnTo>
                    <a:pt x="2406204" y="560931"/>
                  </a:lnTo>
                  <a:lnTo>
                    <a:pt x="2450225" y="523062"/>
                  </a:lnTo>
                  <a:close/>
                  <a:moveTo>
                    <a:pt x="2436674" y="490055"/>
                  </a:moveTo>
                  <a:lnTo>
                    <a:pt x="2450225" y="523062"/>
                  </a:lnTo>
                  <a:lnTo>
                    <a:pt x="2442109" y="479973"/>
                  </a:lnTo>
                  <a:close/>
                  <a:moveTo>
                    <a:pt x="2442109" y="479973"/>
                  </a:moveTo>
                  <a:lnTo>
                    <a:pt x="2450225" y="523062"/>
                  </a:lnTo>
                  <a:lnTo>
                    <a:pt x="2466370" y="507227"/>
                  </a:lnTo>
                  <a:close/>
                  <a:moveTo>
                    <a:pt x="2442109" y="479973"/>
                  </a:moveTo>
                  <a:lnTo>
                    <a:pt x="2466370" y="507227"/>
                  </a:lnTo>
                  <a:lnTo>
                    <a:pt x="2508674" y="450191"/>
                  </a:lnTo>
                  <a:close/>
                  <a:moveTo>
                    <a:pt x="1899437" y="23305"/>
                  </a:moveTo>
                  <a:lnTo>
                    <a:pt x="1918941" y="29770"/>
                  </a:lnTo>
                  <a:lnTo>
                    <a:pt x="1963805" y="21505"/>
                  </a:lnTo>
                  <a:close/>
                  <a:moveTo>
                    <a:pt x="1963805" y="21505"/>
                  </a:moveTo>
                  <a:lnTo>
                    <a:pt x="2014028" y="29770"/>
                  </a:lnTo>
                  <a:lnTo>
                    <a:pt x="2002634" y="0"/>
                  </a:lnTo>
                  <a:close/>
                  <a:moveTo>
                    <a:pt x="2442109" y="479973"/>
                  </a:moveTo>
                  <a:lnTo>
                    <a:pt x="2508674" y="450191"/>
                  </a:lnTo>
                  <a:lnTo>
                    <a:pt x="2548779" y="384936"/>
                  </a:lnTo>
                  <a:close/>
                  <a:moveTo>
                    <a:pt x="2559289" y="281758"/>
                  </a:moveTo>
                  <a:lnTo>
                    <a:pt x="2559538" y="363973"/>
                  </a:lnTo>
                  <a:lnTo>
                    <a:pt x="2537692" y="320195"/>
                  </a:lnTo>
                  <a:close/>
                  <a:moveTo>
                    <a:pt x="2553132" y="355876"/>
                  </a:moveTo>
                  <a:lnTo>
                    <a:pt x="2548779" y="384936"/>
                  </a:lnTo>
                  <a:lnTo>
                    <a:pt x="2559538" y="3639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06" name="Candidate_density__2125">
              <a:extLst>
                <a:ext uri="{FF2B5EF4-FFF2-40B4-BE49-F238E27FC236}">
                  <a16:creationId xmlns:a16="http://schemas.microsoft.com/office/drawing/2014/main" id="{A7002D51-67E4-8A1D-13F6-ABE51B5D8EE5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821013"/>
              <a:ext cx="2559538" cy="1637825"/>
            </a:xfrm>
            <a:custGeom>
              <a:avLst/>
              <a:gdLst/>
              <a:ahLst/>
              <a:cxnLst/>
              <a:rect l="0" t="0" r="0" b="0"/>
              <a:pathLst>
                <a:path w="2559538" h="1637825">
                  <a:moveTo>
                    <a:pt x="252363" y="1483837"/>
                  </a:moveTo>
                  <a:lnTo>
                    <a:pt x="242574" y="1466365"/>
                  </a:lnTo>
                  <a:lnTo>
                    <a:pt x="203505" y="1535494"/>
                  </a:lnTo>
                  <a:close/>
                  <a:moveTo>
                    <a:pt x="252363" y="1483837"/>
                  </a:moveTo>
                  <a:lnTo>
                    <a:pt x="261374" y="1473200"/>
                  </a:lnTo>
                  <a:lnTo>
                    <a:pt x="309497" y="1437921"/>
                  </a:lnTo>
                  <a:close/>
                  <a:moveTo>
                    <a:pt x="28041" y="1158122"/>
                  </a:moveTo>
                  <a:lnTo>
                    <a:pt x="35333" y="1148364"/>
                  </a:lnTo>
                  <a:lnTo>
                    <a:pt x="0" y="1237192"/>
                  </a:lnTo>
                  <a:close/>
                  <a:moveTo>
                    <a:pt x="1179049" y="1598962"/>
                  </a:moveTo>
                  <a:lnTo>
                    <a:pt x="1254908" y="1603928"/>
                  </a:lnTo>
                  <a:lnTo>
                    <a:pt x="1192709" y="1614096"/>
                  </a:lnTo>
                  <a:close/>
                  <a:moveTo>
                    <a:pt x="1254908" y="1603928"/>
                  </a:moveTo>
                  <a:lnTo>
                    <a:pt x="1276230" y="1606787"/>
                  </a:lnTo>
                  <a:lnTo>
                    <a:pt x="1192709" y="1614096"/>
                  </a:lnTo>
                  <a:close/>
                  <a:moveTo>
                    <a:pt x="825671" y="898511"/>
                  </a:moveTo>
                  <a:lnTo>
                    <a:pt x="714276" y="959947"/>
                  </a:lnTo>
                  <a:lnTo>
                    <a:pt x="708144" y="952958"/>
                  </a:lnTo>
                  <a:close/>
                  <a:moveTo>
                    <a:pt x="1313618" y="1608233"/>
                  </a:moveTo>
                  <a:lnTo>
                    <a:pt x="1192709" y="1614096"/>
                  </a:lnTo>
                  <a:lnTo>
                    <a:pt x="1276230" y="1606787"/>
                  </a:lnTo>
                  <a:close/>
                  <a:moveTo>
                    <a:pt x="1313618" y="1608233"/>
                  </a:moveTo>
                  <a:lnTo>
                    <a:pt x="1247002" y="1637825"/>
                  </a:lnTo>
                  <a:lnTo>
                    <a:pt x="1192709" y="1614096"/>
                  </a:lnTo>
                  <a:close/>
                  <a:moveTo>
                    <a:pt x="1338161" y="1582078"/>
                  </a:moveTo>
                  <a:lnTo>
                    <a:pt x="1313618" y="1608233"/>
                  </a:lnTo>
                  <a:lnTo>
                    <a:pt x="1276230" y="1606787"/>
                  </a:lnTo>
                  <a:close/>
                  <a:moveTo>
                    <a:pt x="1096488" y="1353736"/>
                  </a:moveTo>
                  <a:lnTo>
                    <a:pt x="980906" y="1364828"/>
                  </a:lnTo>
                  <a:lnTo>
                    <a:pt x="1075017" y="1348909"/>
                  </a:lnTo>
                  <a:close/>
                  <a:moveTo>
                    <a:pt x="1123121" y="1335433"/>
                  </a:moveTo>
                  <a:lnTo>
                    <a:pt x="1096488" y="1353736"/>
                  </a:lnTo>
                  <a:lnTo>
                    <a:pt x="1075017" y="1348909"/>
                  </a:lnTo>
                  <a:close/>
                  <a:moveTo>
                    <a:pt x="1096488" y="1353736"/>
                  </a:moveTo>
                  <a:lnTo>
                    <a:pt x="1123121" y="1335433"/>
                  </a:lnTo>
                  <a:lnTo>
                    <a:pt x="1122373" y="1310409"/>
                  </a:lnTo>
                  <a:close/>
                  <a:moveTo>
                    <a:pt x="1207171" y="1302062"/>
                  </a:moveTo>
                  <a:lnTo>
                    <a:pt x="1192634" y="1296996"/>
                  </a:lnTo>
                  <a:lnTo>
                    <a:pt x="1161513" y="1318195"/>
                  </a:lnTo>
                  <a:close/>
                  <a:moveTo>
                    <a:pt x="1122373" y="1310409"/>
                  </a:moveTo>
                  <a:lnTo>
                    <a:pt x="1123121" y="1335433"/>
                  </a:lnTo>
                  <a:lnTo>
                    <a:pt x="1161513" y="1318195"/>
                  </a:lnTo>
                  <a:close/>
                  <a:moveTo>
                    <a:pt x="1136851" y="1289443"/>
                  </a:moveTo>
                  <a:lnTo>
                    <a:pt x="1122373" y="1310409"/>
                  </a:lnTo>
                  <a:lnTo>
                    <a:pt x="1161513" y="1318195"/>
                  </a:lnTo>
                  <a:close/>
                  <a:moveTo>
                    <a:pt x="1277197" y="1256857"/>
                  </a:moveTo>
                  <a:lnTo>
                    <a:pt x="1207171" y="1302062"/>
                  </a:lnTo>
                  <a:lnTo>
                    <a:pt x="1161513" y="1318195"/>
                  </a:lnTo>
                  <a:close/>
                  <a:moveTo>
                    <a:pt x="1120123" y="1011700"/>
                  </a:moveTo>
                  <a:lnTo>
                    <a:pt x="1131233" y="989782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29328" y="926136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92187" y="891263"/>
                  </a:lnTo>
                  <a:lnTo>
                    <a:pt x="1229328" y="926136"/>
                  </a:lnTo>
                  <a:close/>
                  <a:moveTo>
                    <a:pt x="1558991" y="1107517"/>
                  </a:moveTo>
                  <a:lnTo>
                    <a:pt x="1593231" y="1130479"/>
                  </a:lnTo>
                  <a:lnTo>
                    <a:pt x="1571173" y="1099472"/>
                  </a:lnTo>
                  <a:close/>
                  <a:moveTo>
                    <a:pt x="1586655" y="1147491"/>
                  </a:moveTo>
                  <a:lnTo>
                    <a:pt x="1593231" y="1130479"/>
                  </a:lnTo>
                  <a:lnTo>
                    <a:pt x="1558991" y="1107517"/>
                  </a:lnTo>
                  <a:close/>
                  <a:moveTo>
                    <a:pt x="1514291" y="1155594"/>
                  </a:moveTo>
                  <a:lnTo>
                    <a:pt x="1586655" y="1147491"/>
                  </a:lnTo>
                  <a:lnTo>
                    <a:pt x="1558991" y="1107517"/>
                  </a:lnTo>
                  <a:close/>
                  <a:moveTo>
                    <a:pt x="2154632" y="801764"/>
                  </a:moveTo>
                  <a:lnTo>
                    <a:pt x="2079767" y="800512"/>
                  </a:lnTo>
                  <a:lnTo>
                    <a:pt x="2049787" y="801491"/>
                  </a:lnTo>
                  <a:close/>
                  <a:moveTo>
                    <a:pt x="2079767" y="800512"/>
                  </a:moveTo>
                  <a:lnTo>
                    <a:pt x="2154632" y="801764"/>
                  </a:lnTo>
                  <a:lnTo>
                    <a:pt x="2206482" y="780421"/>
                  </a:lnTo>
                  <a:close/>
                  <a:moveTo>
                    <a:pt x="2171111" y="781296"/>
                  </a:moveTo>
                  <a:lnTo>
                    <a:pt x="2206482" y="780421"/>
                  </a:lnTo>
                  <a:lnTo>
                    <a:pt x="2154632" y="801764"/>
                  </a:lnTo>
                  <a:close/>
                  <a:moveTo>
                    <a:pt x="2315529" y="704423"/>
                  </a:moveTo>
                  <a:lnTo>
                    <a:pt x="2268270" y="742859"/>
                  </a:lnTo>
                  <a:lnTo>
                    <a:pt x="2318065" y="703751"/>
                  </a:lnTo>
                  <a:close/>
                  <a:moveTo>
                    <a:pt x="2003939" y="365258"/>
                  </a:moveTo>
                  <a:lnTo>
                    <a:pt x="1879777" y="394896"/>
                  </a:lnTo>
                  <a:lnTo>
                    <a:pt x="1944760" y="359201"/>
                  </a:lnTo>
                  <a:close/>
                  <a:moveTo>
                    <a:pt x="1819144" y="85139"/>
                  </a:moveTo>
                  <a:lnTo>
                    <a:pt x="1863991" y="46702"/>
                  </a:lnTo>
                  <a:lnTo>
                    <a:pt x="1854824" y="86401"/>
                  </a:lnTo>
                  <a:close/>
                  <a:moveTo>
                    <a:pt x="2373066" y="630731"/>
                  </a:moveTo>
                  <a:lnTo>
                    <a:pt x="2379033" y="615504"/>
                  </a:lnTo>
                  <a:lnTo>
                    <a:pt x="2344684" y="588073"/>
                  </a:lnTo>
                  <a:close/>
                  <a:moveTo>
                    <a:pt x="2406204" y="539427"/>
                  </a:moveTo>
                  <a:lnTo>
                    <a:pt x="2460498" y="509774"/>
                  </a:lnTo>
                  <a:lnTo>
                    <a:pt x="2450225" y="501557"/>
                  </a:lnTo>
                  <a:close/>
                  <a:moveTo>
                    <a:pt x="1863991" y="46702"/>
                  </a:moveTo>
                  <a:lnTo>
                    <a:pt x="1896293" y="26245"/>
                  </a:lnTo>
                  <a:lnTo>
                    <a:pt x="1854824" y="86401"/>
                  </a:lnTo>
                  <a:close/>
                  <a:moveTo>
                    <a:pt x="1918941" y="8265"/>
                  </a:moveTo>
                  <a:lnTo>
                    <a:pt x="1863991" y="46702"/>
                  </a:lnTo>
                  <a:lnTo>
                    <a:pt x="1963805" y="0"/>
                  </a:lnTo>
                  <a:close/>
                  <a:moveTo>
                    <a:pt x="2535363" y="380905"/>
                  </a:moveTo>
                  <a:lnTo>
                    <a:pt x="2548779" y="363431"/>
                  </a:lnTo>
                  <a:lnTo>
                    <a:pt x="2508674" y="428686"/>
                  </a:lnTo>
                  <a:close/>
                  <a:moveTo>
                    <a:pt x="2535363" y="380905"/>
                  </a:moveTo>
                  <a:lnTo>
                    <a:pt x="2559538" y="342468"/>
                  </a:lnTo>
                  <a:lnTo>
                    <a:pt x="2548779" y="363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07" name="Candidate_density__2126">
              <a:extLst>
                <a:ext uri="{FF2B5EF4-FFF2-40B4-BE49-F238E27FC236}">
                  <a16:creationId xmlns:a16="http://schemas.microsoft.com/office/drawing/2014/main" id="{01208098-E061-5624-B7B2-354D69FBB447}"/>
                </a:ext>
              </a:extLst>
            </p:cNvPr>
            <p:cNvSpPr>
              <a:spLocks noGrp="1"/>
            </p:cNvSpPr>
            <p:nvPr/>
          </p:nvSpPr>
          <p:spPr>
            <a:xfrm>
              <a:off x="5107354" y="3368550"/>
              <a:ext cx="35493" cy="60697"/>
            </a:xfrm>
            <a:custGeom>
              <a:avLst/>
              <a:gdLst/>
              <a:ahLst/>
              <a:cxnLst/>
              <a:rect l="0" t="0" r="0" b="0"/>
              <a:pathLst>
                <a:path w="35493" h="60697">
                  <a:moveTo>
                    <a:pt x="35493" y="0"/>
                  </a:moveTo>
                  <a:lnTo>
                    <a:pt x="0" y="60697"/>
                  </a:lnTo>
                  <a:lnTo>
                    <a:pt x="24543" y="34542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51808" name="Candidate_density__2127">
              <a:extLst>
                <a:ext uri="{FF2B5EF4-FFF2-40B4-BE49-F238E27FC236}">
                  <a16:creationId xmlns:a16="http://schemas.microsoft.com/office/drawing/2014/main" id="{6CE7B8EA-8B69-18C7-F5C8-B94BB7420CC6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822814"/>
              <a:ext cx="2806366" cy="1857334"/>
            </a:xfrm>
            <a:custGeom>
              <a:avLst/>
              <a:gdLst/>
              <a:ahLst/>
              <a:cxnLst/>
              <a:rect l="0" t="0" r="0" b="0"/>
              <a:pathLst>
                <a:path w="2806366" h="1857334">
                  <a:moveTo>
                    <a:pt x="13251" y="1288707"/>
                  </a:moveTo>
                  <a:lnTo>
                    <a:pt x="90790" y="1356043"/>
                  </a:lnTo>
                  <a:lnTo>
                    <a:pt x="38319" y="1299124"/>
                  </a:lnTo>
                  <a:close/>
                  <a:moveTo>
                    <a:pt x="0" y="1273827"/>
                  </a:moveTo>
                  <a:lnTo>
                    <a:pt x="13251" y="1288707"/>
                  </a:lnTo>
                  <a:lnTo>
                    <a:pt x="38319" y="1299124"/>
                  </a:lnTo>
                  <a:close/>
                  <a:moveTo>
                    <a:pt x="160274" y="1429956"/>
                  </a:moveTo>
                  <a:lnTo>
                    <a:pt x="260631" y="1509052"/>
                  </a:lnTo>
                  <a:lnTo>
                    <a:pt x="209906" y="1489698"/>
                  </a:lnTo>
                  <a:close/>
                  <a:moveTo>
                    <a:pt x="144648" y="1418013"/>
                  </a:moveTo>
                  <a:lnTo>
                    <a:pt x="167221" y="1438258"/>
                  </a:lnTo>
                  <a:lnTo>
                    <a:pt x="160274" y="1429956"/>
                  </a:lnTo>
                  <a:close/>
                  <a:moveTo>
                    <a:pt x="281376" y="1292002"/>
                  </a:moveTo>
                  <a:lnTo>
                    <a:pt x="279208" y="1212046"/>
                  </a:lnTo>
                  <a:lnTo>
                    <a:pt x="215865" y="1253873"/>
                  </a:lnTo>
                  <a:close/>
                  <a:moveTo>
                    <a:pt x="281376" y="1292002"/>
                  </a:moveTo>
                  <a:lnTo>
                    <a:pt x="310642" y="1266118"/>
                  </a:lnTo>
                  <a:lnTo>
                    <a:pt x="283109" y="1196955"/>
                  </a:lnTo>
                  <a:close/>
                  <a:moveTo>
                    <a:pt x="710049" y="1708258"/>
                  </a:moveTo>
                  <a:lnTo>
                    <a:pt x="845992" y="1722666"/>
                  </a:lnTo>
                  <a:lnTo>
                    <a:pt x="764708" y="1697420"/>
                  </a:lnTo>
                  <a:close/>
                  <a:moveTo>
                    <a:pt x="885224" y="1765190"/>
                  </a:moveTo>
                  <a:lnTo>
                    <a:pt x="912830" y="1693908"/>
                  </a:lnTo>
                  <a:lnTo>
                    <a:pt x="845992" y="1722666"/>
                  </a:lnTo>
                  <a:close/>
                  <a:moveTo>
                    <a:pt x="695325" y="1651809"/>
                  </a:moveTo>
                  <a:lnTo>
                    <a:pt x="684096" y="1690245"/>
                  </a:lnTo>
                  <a:lnTo>
                    <a:pt x="710049" y="1708258"/>
                  </a:lnTo>
                  <a:close/>
                  <a:moveTo>
                    <a:pt x="695325" y="1651809"/>
                  </a:moveTo>
                  <a:lnTo>
                    <a:pt x="629236" y="1608030"/>
                  </a:lnTo>
                  <a:lnTo>
                    <a:pt x="684096" y="1690245"/>
                  </a:lnTo>
                  <a:close/>
                  <a:moveTo>
                    <a:pt x="495546" y="1439255"/>
                  </a:moveTo>
                  <a:lnTo>
                    <a:pt x="495809" y="1464565"/>
                  </a:lnTo>
                  <a:lnTo>
                    <a:pt x="527215" y="1443600"/>
                  </a:lnTo>
                  <a:close/>
                  <a:moveTo>
                    <a:pt x="992229" y="1712110"/>
                  </a:moveTo>
                  <a:lnTo>
                    <a:pt x="952590" y="1627360"/>
                  </a:lnTo>
                  <a:lnTo>
                    <a:pt x="912830" y="1693908"/>
                  </a:lnTo>
                  <a:close/>
                  <a:moveTo>
                    <a:pt x="1242886" y="1756286"/>
                  </a:moveTo>
                  <a:lnTo>
                    <a:pt x="1163161" y="1857334"/>
                  </a:lnTo>
                  <a:lnTo>
                    <a:pt x="1229090" y="1825174"/>
                  </a:lnTo>
                  <a:close/>
                  <a:moveTo>
                    <a:pt x="965499" y="1599836"/>
                  </a:moveTo>
                  <a:lnTo>
                    <a:pt x="928293" y="1529992"/>
                  </a:lnTo>
                  <a:lnTo>
                    <a:pt x="975399" y="1574936"/>
                  </a:lnTo>
                  <a:close/>
                  <a:moveTo>
                    <a:pt x="928293" y="1529992"/>
                  </a:moveTo>
                  <a:lnTo>
                    <a:pt x="918581" y="1437795"/>
                  </a:lnTo>
                  <a:lnTo>
                    <a:pt x="969058" y="1492721"/>
                  </a:lnTo>
                  <a:close/>
                  <a:moveTo>
                    <a:pt x="638213" y="1083584"/>
                  </a:moveTo>
                  <a:lnTo>
                    <a:pt x="712266" y="1070942"/>
                  </a:lnTo>
                  <a:lnTo>
                    <a:pt x="701653" y="1092601"/>
                  </a:lnTo>
                  <a:close/>
                  <a:moveTo>
                    <a:pt x="701653" y="1092601"/>
                  </a:moveTo>
                  <a:lnTo>
                    <a:pt x="716367" y="1086273"/>
                  </a:lnTo>
                  <a:lnTo>
                    <a:pt x="649720" y="1174322"/>
                  </a:lnTo>
                  <a:close/>
                  <a:moveTo>
                    <a:pt x="1355304" y="1625392"/>
                  </a:moveTo>
                  <a:lnTo>
                    <a:pt x="1275022" y="1630068"/>
                  </a:lnTo>
                  <a:lnTo>
                    <a:pt x="1256059" y="1710805"/>
                  </a:lnTo>
                  <a:close/>
                  <a:moveTo>
                    <a:pt x="1062234" y="1328237"/>
                  </a:moveTo>
                  <a:lnTo>
                    <a:pt x="1151805" y="1369373"/>
                  </a:lnTo>
                  <a:lnTo>
                    <a:pt x="1106572" y="1251418"/>
                  </a:lnTo>
                  <a:close/>
                  <a:moveTo>
                    <a:pt x="818832" y="975513"/>
                  </a:moveTo>
                  <a:lnTo>
                    <a:pt x="948783" y="1012872"/>
                  </a:lnTo>
                  <a:lnTo>
                    <a:pt x="956923" y="997954"/>
                  </a:lnTo>
                  <a:close/>
                  <a:moveTo>
                    <a:pt x="715622" y="780968"/>
                  </a:moveTo>
                  <a:lnTo>
                    <a:pt x="652058" y="796563"/>
                  </a:lnTo>
                  <a:lnTo>
                    <a:pt x="685190" y="754506"/>
                  </a:lnTo>
                  <a:close/>
                  <a:moveTo>
                    <a:pt x="685190" y="754506"/>
                  </a:moveTo>
                  <a:lnTo>
                    <a:pt x="709390" y="796563"/>
                  </a:lnTo>
                  <a:lnTo>
                    <a:pt x="715622" y="780968"/>
                  </a:lnTo>
                  <a:close/>
                  <a:moveTo>
                    <a:pt x="1317216" y="1595765"/>
                  </a:moveTo>
                  <a:lnTo>
                    <a:pt x="1369664" y="1613717"/>
                  </a:lnTo>
                  <a:lnTo>
                    <a:pt x="1351208" y="1668223"/>
                  </a:lnTo>
                  <a:close/>
                  <a:moveTo>
                    <a:pt x="1400476" y="1188299"/>
                  </a:moveTo>
                  <a:lnTo>
                    <a:pt x="1377485" y="1295196"/>
                  </a:lnTo>
                  <a:lnTo>
                    <a:pt x="1390086" y="1287643"/>
                  </a:lnTo>
                  <a:close/>
                  <a:moveTo>
                    <a:pt x="1346696" y="1271521"/>
                  </a:moveTo>
                  <a:lnTo>
                    <a:pt x="1377485" y="1295196"/>
                  </a:lnTo>
                  <a:lnTo>
                    <a:pt x="1400476" y="1188299"/>
                  </a:lnTo>
                  <a:close/>
                  <a:moveTo>
                    <a:pt x="1400476" y="1188299"/>
                  </a:moveTo>
                  <a:lnTo>
                    <a:pt x="1390086" y="1287643"/>
                  </a:lnTo>
                  <a:lnTo>
                    <a:pt x="1469106" y="1293189"/>
                  </a:lnTo>
                  <a:close/>
                  <a:moveTo>
                    <a:pt x="1169669" y="954480"/>
                  </a:moveTo>
                  <a:lnTo>
                    <a:pt x="1182486" y="853578"/>
                  </a:lnTo>
                  <a:lnTo>
                    <a:pt x="1126374" y="922442"/>
                  </a:lnTo>
                  <a:close/>
                  <a:moveTo>
                    <a:pt x="1505047" y="863600"/>
                  </a:moveTo>
                  <a:lnTo>
                    <a:pt x="1545421" y="889463"/>
                  </a:lnTo>
                  <a:lnTo>
                    <a:pt x="1514850" y="829855"/>
                  </a:lnTo>
                  <a:close/>
                  <a:moveTo>
                    <a:pt x="1813639" y="1094773"/>
                  </a:moveTo>
                  <a:lnTo>
                    <a:pt x="1823001" y="987070"/>
                  </a:lnTo>
                  <a:lnTo>
                    <a:pt x="1717397" y="1029825"/>
                  </a:lnTo>
                  <a:close/>
                  <a:moveTo>
                    <a:pt x="1691771" y="832981"/>
                  </a:moveTo>
                  <a:lnTo>
                    <a:pt x="1774883" y="894805"/>
                  </a:lnTo>
                  <a:lnTo>
                    <a:pt x="1723705" y="838208"/>
                  </a:lnTo>
                  <a:close/>
                  <a:moveTo>
                    <a:pt x="1691771" y="832981"/>
                  </a:moveTo>
                  <a:lnTo>
                    <a:pt x="1680763" y="812590"/>
                  </a:lnTo>
                  <a:lnTo>
                    <a:pt x="1660830" y="818331"/>
                  </a:lnTo>
                  <a:close/>
                  <a:moveTo>
                    <a:pt x="1691771" y="832981"/>
                  </a:moveTo>
                  <a:lnTo>
                    <a:pt x="1723705" y="838208"/>
                  </a:lnTo>
                  <a:lnTo>
                    <a:pt x="1680763" y="812590"/>
                  </a:lnTo>
                  <a:close/>
                  <a:moveTo>
                    <a:pt x="2286447" y="1333717"/>
                  </a:moveTo>
                  <a:lnTo>
                    <a:pt x="2238408" y="1369310"/>
                  </a:lnTo>
                  <a:lnTo>
                    <a:pt x="2363615" y="1343580"/>
                  </a:lnTo>
                  <a:close/>
                  <a:moveTo>
                    <a:pt x="1774883" y="894805"/>
                  </a:moveTo>
                  <a:lnTo>
                    <a:pt x="1826640" y="944407"/>
                  </a:lnTo>
                  <a:lnTo>
                    <a:pt x="1838537" y="874347"/>
                  </a:lnTo>
                  <a:close/>
                  <a:moveTo>
                    <a:pt x="1826640" y="944407"/>
                  </a:moveTo>
                  <a:lnTo>
                    <a:pt x="1861125" y="894805"/>
                  </a:lnTo>
                  <a:lnTo>
                    <a:pt x="1838537" y="874347"/>
                  </a:lnTo>
                  <a:close/>
                  <a:moveTo>
                    <a:pt x="1680763" y="812590"/>
                  </a:moveTo>
                  <a:lnTo>
                    <a:pt x="1723705" y="838208"/>
                  </a:lnTo>
                  <a:lnTo>
                    <a:pt x="1732808" y="799619"/>
                  </a:lnTo>
                  <a:close/>
                  <a:moveTo>
                    <a:pt x="1838537" y="874347"/>
                  </a:moveTo>
                  <a:lnTo>
                    <a:pt x="1723705" y="838208"/>
                  </a:lnTo>
                  <a:lnTo>
                    <a:pt x="1774883" y="894805"/>
                  </a:lnTo>
                  <a:close/>
                  <a:moveTo>
                    <a:pt x="1732808" y="799619"/>
                  </a:moveTo>
                  <a:lnTo>
                    <a:pt x="1723705" y="838208"/>
                  </a:lnTo>
                  <a:lnTo>
                    <a:pt x="1838537" y="874347"/>
                  </a:lnTo>
                  <a:close/>
                  <a:moveTo>
                    <a:pt x="1822722" y="787112"/>
                  </a:moveTo>
                  <a:lnTo>
                    <a:pt x="1838537" y="874347"/>
                  </a:lnTo>
                  <a:lnTo>
                    <a:pt x="1890141" y="792894"/>
                  </a:lnTo>
                  <a:close/>
                  <a:moveTo>
                    <a:pt x="1639011" y="800209"/>
                  </a:moveTo>
                  <a:lnTo>
                    <a:pt x="1680763" y="812590"/>
                  </a:lnTo>
                  <a:lnTo>
                    <a:pt x="1749502" y="719458"/>
                  </a:lnTo>
                  <a:close/>
                  <a:moveTo>
                    <a:pt x="1822722" y="787112"/>
                  </a:moveTo>
                  <a:lnTo>
                    <a:pt x="1890141" y="792894"/>
                  </a:lnTo>
                  <a:lnTo>
                    <a:pt x="1832232" y="750115"/>
                  </a:lnTo>
                  <a:close/>
                  <a:moveTo>
                    <a:pt x="1890141" y="792894"/>
                  </a:moveTo>
                  <a:lnTo>
                    <a:pt x="1908524" y="756699"/>
                  </a:lnTo>
                  <a:lnTo>
                    <a:pt x="1832232" y="750115"/>
                  </a:lnTo>
                  <a:close/>
                  <a:moveTo>
                    <a:pt x="1749502" y="719458"/>
                  </a:moveTo>
                  <a:lnTo>
                    <a:pt x="1832232" y="750115"/>
                  </a:lnTo>
                  <a:lnTo>
                    <a:pt x="1883442" y="726377"/>
                  </a:lnTo>
                  <a:close/>
                  <a:moveTo>
                    <a:pt x="1908524" y="756699"/>
                  </a:moveTo>
                  <a:lnTo>
                    <a:pt x="1946456" y="653502"/>
                  </a:lnTo>
                  <a:lnTo>
                    <a:pt x="1937051" y="654665"/>
                  </a:lnTo>
                  <a:close/>
                  <a:moveTo>
                    <a:pt x="2027731" y="708536"/>
                  </a:moveTo>
                  <a:lnTo>
                    <a:pt x="1946456" y="653502"/>
                  </a:lnTo>
                  <a:lnTo>
                    <a:pt x="1908524" y="756699"/>
                  </a:lnTo>
                  <a:close/>
                  <a:moveTo>
                    <a:pt x="1906384" y="579504"/>
                  </a:moveTo>
                  <a:lnTo>
                    <a:pt x="1894849" y="571287"/>
                  </a:lnTo>
                  <a:lnTo>
                    <a:pt x="1935148" y="653502"/>
                  </a:lnTo>
                  <a:close/>
                  <a:moveTo>
                    <a:pt x="1894849" y="571287"/>
                  </a:moveTo>
                  <a:lnTo>
                    <a:pt x="1906384" y="579504"/>
                  </a:lnTo>
                  <a:lnTo>
                    <a:pt x="1910628" y="549363"/>
                  </a:lnTo>
                  <a:close/>
                  <a:moveTo>
                    <a:pt x="1946456" y="653502"/>
                  </a:moveTo>
                  <a:lnTo>
                    <a:pt x="2027731" y="708536"/>
                  </a:lnTo>
                  <a:lnTo>
                    <a:pt x="1941839" y="650773"/>
                  </a:lnTo>
                  <a:close/>
                  <a:moveTo>
                    <a:pt x="1910628" y="549363"/>
                  </a:moveTo>
                  <a:lnTo>
                    <a:pt x="2033359" y="514373"/>
                  </a:lnTo>
                  <a:lnTo>
                    <a:pt x="1948162" y="474494"/>
                  </a:lnTo>
                  <a:close/>
                  <a:moveTo>
                    <a:pt x="2177382" y="779496"/>
                  </a:moveTo>
                  <a:lnTo>
                    <a:pt x="2177878" y="780245"/>
                  </a:lnTo>
                  <a:lnTo>
                    <a:pt x="2178968" y="780121"/>
                  </a:lnTo>
                  <a:close/>
                  <a:moveTo>
                    <a:pt x="2259650" y="803122"/>
                  </a:moveTo>
                  <a:lnTo>
                    <a:pt x="2178968" y="780121"/>
                  </a:lnTo>
                  <a:lnTo>
                    <a:pt x="2177878" y="780245"/>
                  </a:lnTo>
                  <a:close/>
                  <a:moveTo>
                    <a:pt x="2177382" y="779496"/>
                  </a:moveTo>
                  <a:lnTo>
                    <a:pt x="2178968" y="780121"/>
                  </a:lnTo>
                  <a:lnTo>
                    <a:pt x="2180455" y="778150"/>
                  </a:lnTo>
                  <a:close/>
                  <a:moveTo>
                    <a:pt x="2288075" y="751249"/>
                  </a:moveTo>
                  <a:lnTo>
                    <a:pt x="2178968" y="780121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180455" y="778150"/>
                  </a:lnTo>
                  <a:lnTo>
                    <a:pt x="2178968" y="780121"/>
                  </a:lnTo>
                  <a:close/>
                  <a:moveTo>
                    <a:pt x="2288075" y="751249"/>
                  </a:moveTo>
                  <a:lnTo>
                    <a:pt x="2298560" y="733400"/>
                  </a:lnTo>
                  <a:lnTo>
                    <a:pt x="2222626" y="728152"/>
                  </a:lnTo>
                  <a:close/>
                  <a:moveTo>
                    <a:pt x="2259650" y="803122"/>
                  </a:moveTo>
                  <a:lnTo>
                    <a:pt x="2322354" y="741059"/>
                  </a:lnTo>
                  <a:lnTo>
                    <a:pt x="2288075" y="751249"/>
                  </a:lnTo>
                  <a:close/>
                  <a:moveTo>
                    <a:pt x="2380669" y="761732"/>
                  </a:moveTo>
                  <a:lnTo>
                    <a:pt x="2322354" y="741059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322354" y="741059"/>
                  </a:lnTo>
                  <a:lnTo>
                    <a:pt x="2298560" y="733400"/>
                  </a:lnTo>
                  <a:close/>
                  <a:moveTo>
                    <a:pt x="2041438" y="430207"/>
                  </a:moveTo>
                  <a:lnTo>
                    <a:pt x="2126723" y="421465"/>
                  </a:lnTo>
                  <a:lnTo>
                    <a:pt x="2051277" y="366165"/>
                  </a:lnTo>
                  <a:close/>
                  <a:moveTo>
                    <a:pt x="2380669" y="761732"/>
                  </a:moveTo>
                  <a:lnTo>
                    <a:pt x="2403855" y="717714"/>
                  </a:lnTo>
                  <a:lnTo>
                    <a:pt x="2322354" y="741059"/>
                  </a:lnTo>
                  <a:close/>
                  <a:moveTo>
                    <a:pt x="2380669" y="761732"/>
                  </a:moveTo>
                  <a:lnTo>
                    <a:pt x="2457627" y="702623"/>
                  </a:lnTo>
                  <a:lnTo>
                    <a:pt x="2403855" y="717714"/>
                  </a:lnTo>
                  <a:close/>
                  <a:moveTo>
                    <a:pt x="2501613" y="720061"/>
                  </a:moveTo>
                  <a:lnTo>
                    <a:pt x="2457627" y="702623"/>
                  </a:lnTo>
                  <a:lnTo>
                    <a:pt x="2380669" y="761732"/>
                  </a:lnTo>
                  <a:close/>
                  <a:moveTo>
                    <a:pt x="2459717" y="778620"/>
                  </a:moveTo>
                  <a:lnTo>
                    <a:pt x="2501613" y="720061"/>
                  </a:lnTo>
                  <a:lnTo>
                    <a:pt x="2380669" y="761732"/>
                  </a:lnTo>
                  <a:close/>
                  <a:moveTo>
                    <a:pt x="2457627" y="702623"/>
                  </a:moveTo>
                  <a:lnTo>
                    <a:pt x="2501613" y="720061"/>
                  </a:lnTo>
                  <a:lnTo>
                    <a:pt x="2509781" y="692190"/>
                  </a:lnTo>
                  <a:close/>
                  <a:moveTo>
                    <a:pt x="2509781" y="692190"/>
                  </a:moveTo>
                  <a:lnTo>
                    <a:pt x="2501613" y="720061"/>
                  </a:lnTo>
                  <a:lnTo>
                    <a:pt x="2568763" y="702623"/>
                  </a:lnTo>
                  <a:close/>
                  <a:moveTo>
                    <a:pt x="2509781" y="692190"/>
                  </a:moveTo>
                  <a:lnTo>
                    <a:pt x="2568763" y="702623"/>
                  </a:lnTo>
                  <a:lnTo>
                    <a:pt x="2525502" y="594175"/>
                  </a:lnTo>
                  <a:close/>
                  <a:moveTo>
                    <a:pt x="2525502" y="594175"/>
                  </a:moveTo>
                  <a:lnTo>
                    <a:pt x="2568763" y="702623"/>
                  </a:lnTo>
                  <a:lnTo>
                    <a:pt x="2571299" y="701951"/>
                  </a:lnTo>
                  <a:close/>
                  <a:moveTo>
                    <a:pt x="2525502" y="594175"/>
                  </a:moveTo>
                  <a:lnTo>
                    <a:pt x="2571299" y="701951"/>
                  </a:lnTo>
                  <a:lnTo>
                    <a:pt x="2597919" y="586272"/>
                  </a:lnTo>
                  <a:close/>
                  <a:moveTo>
                    <a:pt x="1957905" y="37158"/>
                  </a:moveTo>
                  <a:lnTo>
                    <a:pt x="2037933" y="101071"/>
                  </a:lnTo>
                  <a:lnTo>
                    <a:pt x="2056202" y="17836"/>
                  </a:lnTo>
                  <a:close/>
                  <a:moveTo>
                    <a:pt x="2599145" y="580039"/>
                  </a:moveTo>
                  <a:lnTo>
                    <a:pt x="2597919" y="586272"/>
                  </a:lnTo>
                  <a:lnTo>
                    <a:pt x="2603014" y="581971"/>
                  </a:lnTo>
                  <a:close/>
                  <a:moveTo>
                    <a:pt x="2599145" y="580039"/>
                  </a:moveTo>
                  <a:lnTo>
                    <a:pt x="2603014" y="581971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599145" y="580039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689908" y="466750"/>
                  </a:lnTo>
                  <a:lnTo>
                    <a:pt x="2621258" y="458334"/>
                  </a:lnTo>
                  <a:close/>
                  <a:moveTo>
                    <a:pt x="2689908" y="466750"/>
                  </a:moveTo>
                  <a:lnTo>
                    <a:pt x="2695344" y="456668"/>
                  </a:lnTo>
                  <a:lnTo>
                    <a:pt x="2621258" y="458334"/>
                  </a:lnTo>
                  <a:close/>
                  <a:moveTo>
                    <a:pt x="2149528" y="24445"/>
                  </a:moveTo>
                  <a:lnTo>
                    <a:pt x="2152672" y="0"/>
                  </a:lnTo>
                  <a:lnTo>
                    <a:pt x="2116543" y="6465"/>
                  </a:lnTo>
                  <a:close/>
                  <a:moveTo>
                    <a:pt x="2149528" y="24445"/>
                  </a:moveTo>
                  <a:lnTo>
                    <a:pt x="2172176" y="6465"/>
                  </a:lnTo>
                  <a:lnTo>
                    <a:pt x="2152672" y="0"/>
                  </a:lnTo>
                  <a:close/>
                  <a:moveTo>
                    <a:pt x="2732750" y="381322"/>
                  </a:moveTo>
                  <a:lnTo>
                    <a:pt x="2695344" y="456668"/>
                  </a:lnTo>
                  <a:lnTo>
                    <a:pt x="2802013" y="361631"/>
                  </a:lnTo>
                  <a:close/>
                  <a:moveTo>
                    <a:pt x="2806366" y="332571"/>
                  </a:moveTo>
                  <a:lnTo>
                    <a:pt x="2732750" y="381322"/>
                  </a:lnTo>
                  <a:lnTo>
                    <a:pt x="2802013" y="36163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09" name="Candidate_density__2128">
              <a:extLst>
                <a:ext uri="{FF2B5EF4-FFF2-40B4-BE49-F238E27FC236}">
                  <a16:creationId xmlns:a16="http://schemas.microsoft.com/office/drawing/2014/main" id="{E7BF6572-5E2D-FA90-F0DB-02AA3CF5091A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712555"/>
              <a:ext cx="2806366" cy="2081859"/>
            </a:xfrm>
            <a:custGeom>
              <a:avLst/>
              <a:gdLst/>
              <a:ahLst/>
              <a:cxnLst/>
              <a:rect l="0" t="0" r="0" b="0"/>
              <a:pathLst>
                <a:path w="2806366" h="2081859">
                  <a:moveTo>
                    <a:pt x="159762" y="1510081"/>
                  </a:moveTo>
                  <a:lnTo>
                    <a:pt x="144648" y="1528272"/>
                  </a:lnTo>
                  <a:lnTo>
                    <a:pt x="160274" y="1540215"/>
                  </a:lnTo>
                  <a:close/>
                  <a:moveTo>
                    <a:pt x="90790" y="1466302"/>
                  </a:moveTo>
                  <a:lnTo>
                    <a:pt x="144648" y="1528272"/>
                  </a:lnTo>
                  <a:lnTo>
                    <a:pt x="159762" y="1510081"/>
                  </a:lnTo>
                  <a:close/>
                  <a:moveTo>
                    <a:pt x="90790" y="1466302"/>
                  </a:moveTo>
                  <a:lnTo>
                    <a:pt x="127782" y="1427865"/>
                  </a:lnTo>
                  <a:lnTo>
                    <a:pt x="38319" y="1409383"/>
                  </a:lnTo>
                  <a:close/>
                  <a:moveTo>
                    <a:pt x="127782" y="1427865"/>
                  </a:moveTo>
                  <a:lnTo>
                    <a:pt x="91726" y="1393859"/>
                  </a:lnTo>
                  <a:lnTo>
                    <a:pt x="38319" y="1409383"/>
                  </a:lnTo>
                  <a:close/>
                  <a:moveTo>
                    <a:pt x="17222" y="1345650"/>
                  </a:moveTo>
                  <a:lnTo>
                    <a:pt x="38319" y="1409383"/>
                  </a:lnTo>
                  <a:lnTo>
                    <a:pt x="91726" y="1393859"/>
                  </a:lnTo>
                  <a:close/>
                  <a:moveTo>
                    <a:pt x="17222" y="1345650"/>
                  </a:moveTo>
                  <a:lnTo>
                    <a:pt x="0" y="1384087"/>
                  </a:lnTo>
                  <a:lnTo>
                    <a:pt x="38319" y="1409383"/>
                  </a:lnTo>
                  <a:close/>
                  <a:moveTo>
                    <a:pt x="204942" y="1592296"/>
                  </a:moveTo>
                  <a:lnTo>
                    <a:pt x="160274" y="1540215"/>
                  </a:lnTo>
                  <a:lnTo>
                    <a:pt x="209906" y="1599958"/>
                  </a:lnTo>
                  <a:close/>
                  <a:moveTo>
                    <a:pt x="207239" y="1401942"/>
                  </a:moveTo>
                  <a:lnTo>
                    <a:pt x="281376" y="1402261"/>
                  </a:lnTo>
                  <a:lnTo>
                    <a:pt x="215865" y="1364132"/>
                  </a:lnTo>
                  <a:close/>
                  <a:moveTo>
                    <a:pt x="684096" y="1800504"/>
                  </a:moveTo>
                  <a:lnTo>
                    <a:pt x="682417" y="1819051"/>
                  </a:lnTo>
                  <a:lnTo>
                    <a:pt x="710049" y="1818517"/>
                  </a:lnTo>
                  <a:close/>
                  <a:moveTo>
                    <a:pt x="710049" y="1818517"/>
                  </a:moveTo>
                  <a:lnTo>
                    <a:pt x="804673" y="1880344"/>
                  </a:lnTo>
                  <a:lnTo>
                    <a:pt x="845992" y="1832925"/>
                  </a:lnTo>
                  <a:close/>
                  <a:moveTo>
                    <a:pt x="695325" y="1762068"/>
                  </a:moveTo>
                  <a:lnTo>
                    <a:pt x="710049" y="1818517"/>
                  </a:lnTo>
                  <a:lnTo>
                    <a:pt x="764708" y="1807679"/>
                  </a:lnTo>
                  <a:close/>
                  <a:moveTo>
                    <a:pt x="594915" y="1451508"/>
                  </a:moveTo>
                  <a:lnTo>
                    <a:pt x="527215" y="1553859"/>
                  </a:lnTo>
                  <a:lnTo>
                    <a:pt x="562731" y="1546380"/>
                  </a:lnTo>
                  <a:close/>
                  <a:moveTo>
                    <a:pt x="1149746" y="2081859"/>
                  </a:moveTo>
                  <a:lnTo>
                    <a:pt x="1226801" y="1979714"/>
                  </a:lnTo>
                  <a:lnTo>
                    <a:pt x="1162182" y="1971655"/>
                  </a:lnTo>
                  <a:close/>
                  <a:moveTo>
                    <a:pt x="1162182" y="1971655"/>
                  </a:moveTo>
                  <a:lnTo>
                    <a:pt x="1226801" y="1979714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177098" y="1859437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256059" y="1821064"/>
                  </a:lnTo>
                  <a:lnTo>
                    <a:pt x="1172281" y="1786489"/>
                  </a:lnTo>
                  <a:close/>
                  <a:moveTo>
                    <a:pt x="965499" y="1710095"/>
                  </a:moveTo>
                  <a:lnTo>
                    <a:pt x="952590" y="1737619"/>
                  </a:lnTo>
                  <a:lnTo>
                    <a:pt x="1071814" y="1784346"/>
                  </a:lnTo>
                  <a:close/>
                  <a:moveTo>
                    <a:pt x="307971" y="999443"/>
                  </a:moveTo>
                  <a:lnTo>
                    <a:pt x="360182" y="983695"/>
                  </a:lnTo>
                  <a:lnTo>
                    <a:pt x="312168" y="976859"/>
                  </a:lnTo>
                  <a:close/>
                  <a:moveTo>
                    <a:pt x="312168" y="976859"/>
                  </a:moveTo>
                  <a:lnTo>
                    <a:pt x="360182" y="983695"/>
                  </a:lnTo>
                  <a:lnTo>
                    <a:pt x="396155" y="869079"/>
                  </a:lnTo>
                  <a:close/>
                  <a:moveTo>
                    <a:pt x="317442" y="872479"/>
                  </a:moveTo>
                  <a:lnTo>
                    <a:pt x="312168" y="976859"/>
                  </a:lnTo>
                  <a:lnTo>
                    <a:pt x="396155" y="869079"/>
                  </a:lnTo>
                  <a:close/>
                  <a:moveTo>
                    <a:pt x="1275022" y="1740327"/>
                  </a:moveTo>
                  <a:lnTo>
                    <a:pt x="1355304" y="1735651"/>
                  </a:lnTo>
                  <a:lnTo>
                    <a:pt x="1341012" y="1647178"/>
                  </a:lnTo>
                  <a:close/>
                  <a:moveTo>
                    <a:pt x="725557" y="1183427"/>
                  </a:moveTo>
                  <a:lnTo>
                    <a:pt x="716367" y="1196532"/>
                  </a:lnTo>
                  <a:lnTo>
                    <a:pt x="811971" y="1173766"/>
                  </a:lnTo>
                  <a:close/>
                  <a:moveTo>
                    <a:pt x="712266" y="1181201"/>
                  </a:moveTo>
                  <a:lnTo>
                    <a:pt x="725557" y="1183427"/>
                  </a:lnTo>
                  <a:lnTo>
                    <a:pt x="779186" y="1152746"/>
                  </a:lnTo>
                  <a:close/>
                  <a:moveTo>
                    <a:pt x="1106572" y="1361677"/>
                  </a:moveTo>
                  <a:lnTo>
                    <a:pt x="1151805" y="1479632"/>
                  </a:lnTo>
                  <a:lnTo>
                    <a:pt x="1123342" y="1443892"/>
                  </a:lnTo>
                  <a:close/>
                  <a:moveTo>
                    <a:pt x="1106572" y="1361677"/>
                  </a:moveTo>
                  <a:lnTo>
                    <a:pt x="1088698" y="1370252"/>
                  </a:lnTo>
                  <a:lnTo>
                    <a:pt x="1062234" y="1438496"/>
                  </a:lnTo>
                  <a:close/>
                  <a:moveTo>
                    <a:pt x="883471" y="1153468"/>
                  </a:moveTo>
                  <a:lnTo>
                    <a:pt x="948783" y="1123131"/>
                  </a:lnTo>
                  <a:lnTo>
                    <a:pt x="818832" y="1085772"/>
                  </a:lnTo>
                  <a:close/>
                  <a:moveTo>
                    <a:pt x="956923" y="1108213"/>
                  </a:moveTo>
                  <a:lnTo>
                    <a:pt x="1011134" y="1133034"/>
                  </a:lnTo>
                  <a:lnTo>
                    <a:pt x="972273" y="1115032"/>
                  </a:lnTo>
                  <a:close/>
                  <a:moveTo>
                    <a:pt x="956923" y="1108213"/>
                  </a:moveTo>
                  <a:lnTo>
                    <a:pt x="972273" y="1115032"/>
                  </a:lnTo>
                  <a:lnTo>
                    <a:pt x="980367" y="1097454"/>
                  </a:lnTo>
                  <a:close/>
                  <a:moveTo>
                    <a:pt x="956923" y="1108213"/>
                  </a:moveTo>
                  <a:lnTo>
                    <a:pt x="980367" y="1097454"/>
                  </a:lnTo>
                  <a:lnTo>
                    <a:pt x="874530" y="1078816"/>
                  </a:lnTo>
                  <a:close/>
                  <a:moveTo>
                    <a:pt x="1467444" y="1304707"/>
                  </a:moveTo>
                  <a:lnTo>
                    <a:pt x="1400476" y="1298558"/>
                  </a:lnTo>
                  <a:lnTo>
                    <a:pt x="1469106" y="1403448"/>
                  </a:lnTo>
                  <a:close/>
                  <a:moveTo>
                    <a:pt x="1373358" y="1120158"/>
                  </a:moveTo>
                  <a:lnTo>
                    <a:pt x="1281879" y="1038159"/>
                  </a:lnTo>
                  <a:lnTo>
                    <a:pt x="1373147" y="1120592"/>
                  </a:lnTo>
                  <a:close/>
                  <a:moveTo>
                    <a:pt x="1274092" y="1040438"/>
                  </a:moveTo>
                  <a:lnTo>
                    <a:pt x="1269400" y="1010133"/>
                  </a:lnTo>
                  <a:lnTo>
                    <a:pt x="1182486" y="963837"/>
                  </a:lnTo>
                  <a:close/>
                  <a:moveTo>
                    <a:pt x="1077219" y="848916"/>
                  </a:moveTo>
                  <a:lnTo>
                    <a:pt x="1124199" y="873728"/>
                  </a:lnTo>
                  <a:lnTo>
                    <a:pt x="1030548" y="816974"/>
                  </a:lnTo>
                  <a:close/>
                  <a:moveTo>
                    <a:pt x="995416" y="791514"/>
                  </a:moveTo>
                  <a:lnTo>
                    <a:pt x="1030548" y="816974"/>
                  </a:lnTo>
                  <a:lnTo>
                    <a:pt x="929710" y="738269"/>
                  </a:lnTo>
                  <a:close/>
                  <a:moveTo>
                    <a:pt x="929710" y="738269"/>
                  </a:moveTo>
                  <a:lnTo>
                    <a:pt x="1030548" y="816974"/>
                  </a:lnTo>
                  <a:lnTo>
                    <a:pt x="950207" y="747734"/>
                  </a:lnTo>
                  <a:close/>
                  <a:moveTo>
                    <a:pt x="1077219" y="848916"/>
                  </a:moveTo>
                  <a:lnTo>
                    <a:pt x="1030548" y="816974"/>
                  </a:lnTo>
                  <a:lnTo>
                    <a:pt x="995416" y="791514"/>
                  </a:lnTo>
                  <a:close/>
                  <a:moveTo>
                    <a:pt x="1482562" y="1034595"/>
                  </a:moveTo>
                  <a:lnTo>
                    <a:pt x="1414971" y="999722"/>
                  </a:lnTo>
                  <a:lnTo>
                    <a:pt x="1373358" y="1120158"/>
                  </a:lnTo>
                  <a:close/>
                  <a:moveTo>
                    <a:pt x="1182486" y="963837"/>
                  </a:moveTo>
                  <a:lnTo>
                    <a:pt x="1269400" y="1010133"/>
                  </a:lnTo>
                  <a:lnTo>
                    <a:pt x="1305958" y="931618"/>
                  </a:lnTo>
                  <a:close/>
                  <a:moveTo>
                    <a:pt x="1414971" y="999722"/>
                  </a:moveTo>
                  <a:lnTo>
                    <a:pt x="1482562" y="1034595"/>
                  </a:lnTo>
                  <a:lnTo>
                    <a:pt x="1505047" y="973859"/>
                  </a:lnTo>
                  <a:close/>
                  <a:moveTo>
                    <a:pt x="1394242" y="983038"/>
                  </a:moveTo>
                  <a:lnTo>
                    <a:pt x="1505047" y="973859"/>
                  </a:lnTo>
                  <a:lnTo>
                    <a:pt x="1514850" y="940114"/>
                  </a:lnTo>
                  <a:close/>
                  <a:moveTo>
                    <a:pt x="1823001" y="1097329"/>
                  </a:moveTo>
                  <a:lnTo>
                    <a:pt x="1824407" y="1207931"/>
                  </a:lnTo>
                  <a:lnTo>
                    <a:pt x="1919153" y="1121900"/>
                  </a:lnTo>
                  <a:close/>
                  <a:moveTo>
                    <a:pt x="1778914" y="1033079"/>
                  </a:moveTo>
                  <a:lnTo>
                    <a:pt x="1826640" y="1054666"/>
                  </a:lnTo>
                  <a:lnTo>
                    <a:pt x="1774883" y="1005064"/>
                  </a:lnTo>
                  <a:close/>
                  <a:moveTo>
                    <a:pt x="1691771" y="943240"/>
                  </a:moveTo>
                  <a:lnTo>
                    <a:pt x="1778914" y="1033079"/>
                  </a:lnTo>
                  <a:lnTo>
                    <a:pt x="1774883" y="1005064"/>
                  </a:lnTo>
                  <a:close/>
                  <a:moveTo>
                    <a:pt x="2151527" y="1433394"/>
                  </a:moveTo>
                  <a:lnTo>
                    <a:pt x="2238408" y="1479569"/>
                  </a:lnTo>
                  <a:lnTo>
                    <a:pt x="2286447" y="1443976"/>
                  </a:lnTo>
                  <a:close/>
                  <a:moveTo>
                    <a:pt x="1822722" y="897371"/>
                  </a:moveTo>
                  <a:lnTo>
                    <a:pt x="1732808" y="909878"/>
                  </a:lnTo>
                  <a:lnTo>
                    <a:pt x="1838537" y="984606"/>
                  </a:lnTo>
                  <a:close/>
                  <a:moveTo>
                    <a:pt x="1680763" y="922849"/>
                  </a:moveTo>
                  <a:lnTo>
                    <a:pt x="1732808" y="909878"/>
                  </a:lnTo>
                  <a:lnTo>
                    <a:pt x="1749502" y="829717"/>
                  </a:lnTo>
                  <a:close/>
                  <a:moveTo>
                    <a:pt x="1732808" y="909878"/>
                  </a:moveTo>
                  <a:lnTo>
                    <a:pt x="1822722" y="897371"/>
                  </a:lnTo>
                  <a:lnTo>
                    <a:pt x="1749502" y="829717"/>
                  </a:lnTo>
                  <a:close/>
                  <a:moveTo>
                    <a:pt x="1822722" y="897371"/>
                  </a:moveTo>
                  <a:lnTo>
                    <a:pt x="1832232" y="860374"/>
                  </a:lnTo>
                  <a:lnTo>
                    <a:pt x="1749502" y="829717"/>
                  </a:lnTo>
                  <a:close/>
                  <a:moveTo>
                    <a:pt x="2376190" y="1350925"/>
                  </a:moveTo>
                  <a:lnTo>
                    <a:pt x="2286447" y="1443976"/>
                  </a:lnTo>
                  <a:lnTo>
                    <a:pt x="2363615" y="1453839"/>
                  </a:lnTo>
                  <a:close/>
                  <a:moveTo>
                    <a:pt x="2443594" y="1356719"/>
                  </a:moveTo>
                  <a:lnTo>
                    <a:pt x="2376190" y="1350925"/>
                  </a:lnTo>
                  <a:lnTo>
                    <a:pt x="2363615" y="1453839"/>
                  </a:lnTo>
                  <a:close/>
                  <a:moveTo>
                    <a:pt x="1946456" y="763761"/>
                  </a:moveTo>
                  <a:lnTo>
                    <a:pt x="1973420" y="681546"/>
                  </a:lnTo>
                  <a:lnTo>
                    <a:pt x="1937051" y="764925"/>
                  </a:lnTo>
                  <a:close/>
                  <a:moveTo>
                    <a:pt x="1937051" y="764925"/>
                  </a:moveTo>
                  <a:lnTo>
                    <a:pt x="1906384" y="689763"/>
                  </a:lnTo>
                  <a:lnTo>
                    <a:pt x="1935148" y="763761"/>
                  </a:lnTo>
                  <a:close/>
                  <a:moveTo>
                    <a:pt x="1946456" y="763761"/>
                  </a:moveTo>
                  <a:lnTo>
                    <a:pt x="1941839" y="761032"/>
                  </a:lnTo>
                  <a:lnTo>
                    <a:pt x="1973420" y="681546"/>
                  </a:lnTo>
                  <a:close/>
                  <a:moveTo>
                    <a:pt x="2126723" y="531724"/>
                  </a:moveTo>
                  <a:lnTo>
                    <a:pt x="2041438" y="540467"/>
                  </a:lnTo>
                  <a:lnTo>
                    <a:pt x="2137338" y="623186"/>
                  </a:lnTo>
                  <a:close/>
                  <a:moveTo>
                    <a:pt x="2041438" y="540467"/>
                  </a:moveTo>
                  <a:lnTo>
                    <a:pt x="2031623" y="522458"/>
                  </a:lnTo>
                  <a:lnTo>
                    <a:pt x="2033359" y="624632"/>
                  </a:lnTo>
                  <a:close/>
                  <a:moveTo>
                    <a:pt x="2322354" y="851318"/>
                  </a:moveTo>
                  <a:lnTo>
                    <a:pt x="2403855" y="827973"/>
                  </a:lnTo>
                  <a:lnTo>
                    <a:pt x="2416642" y="791286"/>
                  </a:lnTo>
                  <a:close/>
                  <a:moveTo>
                    <a:pt x="2298560" y="843659"/>
                  </a:moveTo>
                  <a:lnTo>
                    <a:pt x="2322354" y="851318"/>
                  </a:lnTo>
                  <a:lnTo>
                    <a:pt x="2416642" y="791286"/>
                  </a:lnTo>
                  <a:close/>
                  <a:moveTo>
                    <a:pt x="2403855" y="827973"/>
                  </a:moveTo>
                  <a:lnTo>
                    <a:pt x="2457627" y="812882"/>
                  </a:lnTo>
                  <a:lnTo>
                    <a:pt x="2416642" y="791286"/>
                  </a:lnTo>
                  <a:close/>
                  <a:moveTo>
                    <a:pt x="2209381" y="664709"/>
                  </a:moveTo>
                  <a:lnTo>
                    <a:pt x="2244103" y="640053"/>
                  </a:lnTo>
                  <a:lnTo>
                    <a:pt x="2169105" y="638302"/>
                  </a:lnTo>
                  <a:close/>
                  <a:moveTo>
                    <a:pt x="2463943" y="692230"/>
                  </a:moveTo>
                  <a:lnTo>
                    <a:pt x="2457627" y="812882"/>
                  </a:lnTo>
                  <a:lnTo>
                    <a:pt x="2525502" y="704434"/>
                  </a:lnTo>
                  <a:close/>
                  <a:moveTo>
                    <a:pt x="2525502" y="704434"/>
                  </a:moveTo>
                  <a:lnTo>
                    <a:pt x="2457627" y="812882"/>
                  </a:lnTo>
                  <a:lnTo>
                    <a:pt x="2509781" y="802450"/>
                  </a:lnTo>
                  <a:close/>
                  <a:moveTo>
                    <a:pt x="2330338" y="566236"/>
                  </a:moveTo>
                  <a:lnTo>
                    <a:pt x="2370759" y="648452"/>
                  </a:lnTo>
                  <a:lnTo>
                    <a:pt x="2306487" y="546264"/>
                  </a:lnTo>
                  <a:close/>
                  <a:moveTo>
                    <a:pt x="2056202" y="128095"/>
                  </a:moveTo>
                  <a:lnTo>
                    <a:pt x="2116543" y="116724"/>
                  </a:lnTo>
                  <a:lnTo>
                    <a:pt x="2066320" y="102261"/>
                  </a:lnTo>
                  <a:close/>
                  <a:moveTo>
                    <a:pt x="2599145" y="690298"/>
                  </a:moveTo>
                  <a:lnTo>
                    <a:pt x="2525502" y="704434"/>
                  </a:lnTo>
                  <a:lnTo>
                    <a:pt x="2597919" y="696531"/>
                  </a:lnTo>
                  <a:close/>
                  <a:moveTo>
                    <a:pt x="2599145" y="690298"/>
                  </a:moveTo>
                  <a:lnTo>
                    <a:pt x="2528245" y="687346"/>
                  </a:lnTo>
                  <a:lnTo>
                    <a:pt x="2525502" y="704434"/>
                  </a:lnTo>
                  <a:close/>
                  <a:moveTo>
                    <a:pt x="2528245" y="687346"/>
                  </a:moveTo>
                  <a:lnTo>
                    <a:pt x="2599145" y="690298"/>
                  </a:lnTo>
                  <a:lnTo>
                    <a:pt x="2620479" y="572862"/>
                  </a:lnTo>
                  <a:close/>
                  <a:moveTo>
                    <a:pt x="2528245" y="687346"/>
                  </a:moveTo>
                  <a:lnTo>
                    <a:pt x="2620479" y="572862"/>
                  </a:lnTo>
                  <a:lnTo>
                    <a:pt x="2542698" y="575505"/>
                  </a:lnTo>
                  <a:close/>
                  <a:moveTo>
                    <a:pt x="2620479" y="572862"/>
                  </a:moveTo>
                  <a:lnTo>
                    <a:pt x="2621258" y="568593"/>
                  </a:lnTo>
                  <a:lnTo>
                    <a:pt x="2546017" y="565936"/>
                  </a:lnTo>
                  <a:close/>
                  <a:moveTo>
                    <a:pt x="2171058" y="0"/>
                  </a:moveTo>
                  <a:lnTo>
                    <a:pt x="2116543" y="116724"/>
                  </a:lnTo>
                  <a:lnTo>
                    <a:pt x="2152672" y="110259"/>
                  </a:lnTo>
                  <a:close/>
                  <a:moveTo>
                    <a:pt x="2255868" y="86954"/>
                  </a:moveTo>
                  <a:lnTo>
                    <a:pt x="2259696" y="78288"/>
                  </a:lnTo>
                  <a:lnTo>
                    <a:pt x="2217039" y="108459"/>
                  </a:lnTo>
                  <a:close/>
                  <a:moveTo>
                    <a:pt x="2171058" y="0"/>
                  </a:moveTo>
                  <a:lnTo>
                    <a:pt x="2152672" y="110259"/>
                  </a:lnTo>
                  <a:lnTo>
                    <a:pt x="2217039" y="108459"/>
                  </a:lnTo>
                  <a:close/>
                  <a:moveTo>
                    <a:pt x="2621258" y="568593"/>
                  </a:moveTo>
                  <a:lnTo>
                    <a:pt x="2647916" y="453059"/>
                  </a:lnTo>
                  <a:lnTo>
                    <a:pt x="2546017" y="565936"/>
                  </a:lnTo>
                  <a:close/>
                  <a:moveTo>
                    <a:pt x="2621258" y="568593"/>
                  </a:moveTo>
                  <a:lnTo>
                    <a:pt x="2695344" y="566927"/>
                  </a:lnTo>
                  <a:lnTo>
                    <a:pt x="2732750" y="491582"/>
                  </a:lnTo>
                  <a:close/>
                  <a:moveTo>
                    <a:pt x="2806366" y="442830"/>
                  </a:moveTo>
                  <a:lnTo>
                    <a:pt x="2744207" y="432773"/>
                  </a:lnTo>
                  <a:lnTo>
                    <a:pt x="2732750" y="491582"/>
                  </a:lnTo>
                  <a:close/>
                  <a:moveTo>
                    <a:pt x="2744207" y="432773"/>
                  </a:moveTo>
                  <a:lnTo>
                    <a:pt x="2806366" y="442830"/>
                  </a:lnTo>
                  <a:lnTo>
                    <a:pt x="2796039" y="351134"/>
                  </a:lnTo>
                  <a:close/>
                  <a:moveTo>
                    <a:pt x="2452719" y="187694"/>
                  </a:moveTo>
                  <a:lnTo>
                    <a:pt x="2516819" y="196175"/>
                  </a:lnTo>
                  <a:lnTo>
                    <a:pt x="2495597" y="113336"/>
                  </a:lnTo>
                  <a:close/>
                  <a:moveTo>
                    <a:pt x="2495597" y="113336"/>
                  </a:moveTo>
                  <a:lnTo>
                    <a:pt x="2555920" y="204282"/>
                  </a:lnTo>
                  <a:lnTo>
                    <a:pt x="2540577" y="122067"/>
                  </a:lnTo>
                  <a:close/>
                  <a:moveTo>
                    <a:pt x="2495597" y="113336"/>
                  </a:moveTo>
                  <a:lnTo>
                    <a:pt x="2516819" y="196175"/>
                  </a:lnTo>
                  <a:lnTo>
                    <a:pt x="2555920" y="20428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10" name="Candidate_density__2129">
              <a:extLst>
                <a:ext uri="{FF2B5EF4-FFF2-40B4-BE49-F238E27FC236}">
                  <a16:creationId xmlns:a16="http://schemas.microsoft.com/office/drawing/2014/main" id="{FFAAEBF1-A9F9-A255-5420-707F04A85AB9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708627"/>
              <a:ext cx="2851816" cy="2142973"/>
            </a:xfrm>
            <a:custGeom>
              <a:avLst/>
              <a:gdLst/>
              <a:ahLst/>
              <a:cxnLst/>
              <a:rect l="0" t="0" r="0" b="0"/>
              <a:pathLst>
                <a:path w="2851816" h="2142973">
                  <a:moveTo>
                    <a:pt x="183558" y="1431793"/>
                  </a:moveTo>
                  <a:lnTo>
                    <a:pt x="146567" y="1470229"/>
                  </a:lnTo>
                  <a:lnTo>
                    <a:pt x="215539" y="1514008"/>
                  </a:lnTo>
                  <a:close/>
                  <a:moveTo>
                    <a:pt x="72999" y="1349578"/>
                  </a:moveTo>
                  <a:lnTo>
                    <a:pt x="13696" y="1287194"/>
                  </a:lnTo>
                  <a:lnTo>
                    <a:pt x="0" y="1305799"/>
                  </a:lnTo>
                  <a:close/>
                  <a:moveTo>
                    <a:pt x="72999" y="1349578"/>
                  </a:moveTo>
                  <a:lnTo>
                    <a:pt x="0" y="1305799"/>
                  </a:lnTo>
                  <a:lnTo>
                    <a:pt x="55777" y="1388014"/>
                  </a:lnTo>
                  <a:close/>
                  <a:moveTo>
                    <a:pt x="857639" y="1968862"/>
                  </a:moveTo>
                  <a:lnTo>
                    <a:pt x="850959" y="2077292"/>
                  </a:lnTo>
                  <a:lnTo>
                    <a:pt x="885997" y="1993088"/>
                  </a:lnTo>
                  <a:close/>
                  <a:moveTo>
                    <a:pt x="857639" y="1968862"/>
                  </a:moveTo>
                  <a:lnTo>
                    <a:pt x="764547" y="2007299"/>
                  </a:lnTo>
                  <a:lnTo>
                    <a:pt x="850959" y="2077292"/>
                  </a:lnTo>
                  <a:close/>
                  <a:moveTo>
                    <a:pt x="885997" y="1993088"/>
                  </a:moveTo>
                  <a:lnTo>
                    <a:pt x="850959" y="2077292"/>
                  </a:lnTo>
                  <a:lnTo>
                    <a:pt x="963662" y="2004808"/>
                  </a:lnTo>
                  <a:close/>
                  <a:moveTo>
                    <a:pt x="765826" y="1822445"/>
                  </a:moveTo>
                  <a:lnTo>
                    <a:pt x="738194" y="1822979"/>
                  </a:lnTo>
                  <a:lnTo>
                    <a:pt x="855411" y="1886646"/>
                  </a:lnTo>
                  <a:close/>
                  <a:moveTo>
                    <a:pt x="1075147" y="2142973"/>
                  </a:moveTo>
                  <a:lnTo>
                    <a:pt x="1161736" y="2094856"/>
                  </a:lnTo>
                  <a:lnTo>
                    <a:pt x="1085289" y="2122942"/>
                  </a:lnTo>
                  <a:close/>
                  <a:moveTo>
                    <a:pt x="1200964" y="2119522"/>
                  </a:moveTo>
                  <a:lnTo>
                    <a:pt x="1161736" y="2094856"/>
                  </a:lnTo>
                  <a:lnTo>
                    <a:pt x="1075147" y="2142973"/>
                  </a:lnTo>
                  <a:close/>
                  <a:moveTo>
                    <a:pt x="1085289" y="2122942"/>
                  </a:moveTo>
                  <a:lnTo>
                    <a:pt x="1161736" y="2094856"/>
                  </a:lnTo>
                  <a:lnTo>
                    <a:pt x="1111704" y="2064452"/>
                  </a:lnTo>
                  <a:close/>
                  <a:moveTo>
                    <a:pt x="970747" y="1955286"/>
                  </a:moveTo>
                  <a:lnTo>
                    <a:pt x="885997" y="1993088"/>
                  </a:lnTo>
                  <a:lnTo>
                    <a:pt x="963662" y="2004808"/>
                  </a:lnTo>
                  <a:close/>
                  <a:moveTo>
                    <a:pt x="855411" y="1886646"/>
                  </a:moveTo>
                  <a:lnTo>
                    <a:pt x="860450" y="1884271"/>
                  </a:lnTo>
                  <a:lnTo>
                    <a:pt x="765826" y="1822445"/>
                  </a:lnTo>
                  <a:close/>
                  <a:moveTo>
                    <a:pt x="860450" y="1884271"/>
                  </a:moveTo>
                  <a:lnTo>
                    <a:pt x="941001" y="1879377"/>
                  </a:lnTo>
                  <a:lnTo>
                    <a:pt x="901768" y="1836853"/>
                  </a:lnTo>
                  <a:close/>
                  <a:moveTo>
                    <a:pt x="496449" y="1537460"/>
                  </a:moveTo>
                  <a:lnTo>
                    <a:pt x="551323" y="1553441"/>
                  </a:lnTo>
                  <a:lnTo>
                    <a:pt x="544302" y="1459057"/>
                  </a:lnTo>
                  <a:close/>
                  <a:moveTo>
                    <a:pt x="551323" y="1553441"/>
                  </a:moveTo>
                  <a:lnTo>
                    <a:pt x="582991" y="1557786"/>
                  </a:lnTo>
                  <a:lnTo>
                    <a:pt x="544302" y="1459057"/>
                  </a:lnTo>
                  <a:close/>
                  <a:moveTo>
                    <a:pt x="1161736" y="2094856"/>
                  </a:moveTo>
                  <a:lnTo>
                    <a:pt x="1200964" y="2119522"/>
                  </a:lnTo>
                  <a:lnTo>
                    <a:pt x="1205523" y="2085786"/>
                  </a:lnTo>
                  <a:close/>
                  <a:moveTo>
                    <a:pt x="1205523" y="2085786"/>
                  </a:moveTo>
                  <a:lnTo>
                    <a:pt x="1111704" y="2064452"/>
                  </a:lnTo>
                  <a:lnTo>
                    <a:pt x="1161736" y="2094856"/>
                  </a:lnTo>
                  <a:close/>
                  <a:moveTo>
                    <a:pt x="1131026" y="1985666"/>
                  </a:moveTo>
                  <a:lnTo>
                    <a:pt x="1111704" y="2064452"/>
                  </a:lnTo>
                  <a:lnTo>
                    <a:pt x="1205523" y="2085786"/>
                  </a:lnTo>
                  <a:close/>
                  <a:moveTo>
                    <a:pt x="1217959" y="1975583"/>
                  </a:moveTo>
                  <a:lnTo>
                    <a:pt x="1131026" y="1985666"/>
                  </a:lnTo>
                  <a:lnTo>
                    <a:pt x="1205523" y="2085786"/>
                  </a:lnTo>
                  <a:close/>
                  <a:moveTo>
                    <a:pt x="1289808" y="2077856"/>
                  </a:moveTo>
                  <a:lnTo>
                    <a:pt x="1205523" y="2085786"/>
                  </a:lnTo>
                  <a:lnTo>
                    <a:pt x="1200964" y="2119522"/>
                  </a:lnTo>
                  <a:close/>
                  <a:moveTo>
                    <a:pt x="1131026" y="1985666"/>
                  </a:moveTo>
                  <a:lnTo>
                    <a:pt x="1217959" y="1975583"/>
                  </a:lnTo>
                  <a:lnTo>
                    <a:pt x="1136524" y="1942049"/>
                  </a:lnTo>
                  <a:close/>
                  <a:moveTo>
                    <a:pt x="1217959" y="1975583"/>
                  </a:moveTo>
                  <a:lnTo>
                    <a:pt x="1218937" y="1971520"/>
                  </a:lnTo>
                  <a:lnTo>
                    <a:pt x="1136524" y="1942049"/>
                  </a:lnTo>
                  <a:close/>
                  <a:moveTo>
                    <a:pt x="1048006" y="1826296"/>
                  </a:moveTo>
                  <a:lnTo>
                    <a:pt x="1068551" y="1809774"/>
                  </a:lnTo>
                  <a:lnTo>
                    <a:pt x="1008367" y="1741546"/>
                  </a:lnTo>
                  <a:close/>
                  <a:moveTo>
                    <a:pt x="415959" y="987623"/>
                  </a:moveTo>
                  <a:lnTo>
                    <a:pt x="363748" y="1003370"/>
                  </a:lnTo>
                  <a:lnTo>
                    <a:pt x="430247" y="990729"/>
                  </a:lnTo>
                  <a:close/>
                  <a:moveTo>
                    <a:pt x="1232874" y="1863365"/>
                  </a:moveTo>
                  <a:lnTo>
                    <a:pt x="1136524" y="1942049"/>
                  </a:lnTo>
                  <a:lnTo>
                    <a:pt x="1218937" y="1971520"/>
                  </a:lnTo>
                  <a:close/>
                  <a:moveTo>
                    <a:pt x="1232874" y="1863365"/>
                  </a:moveTo>
                  <a:lnTo>
                    <a:pt x="1298663" y="1870473"/>
                  </a:lnTo>
                  <a:lnTo>
                    <a:pt x="1228058" y="1790417"/>
                  </a:lnTo>
                  <a:close/>
                  <a:moveTo>
                    <a:pt x="1127591" y="1788274"/>
                  </a:moveTo>
                  <a:lnTo>
                    <a:pt x="1008367" y="1741546"/>
                  </a:lnTo>
                  <a:lnTo>
                    <a:pt x="1068551" y="1809774"/>
                  </a:lnTo>
                  <a:close/>
                  <a:moveTo>
                    <a:pt x="1107909" y="1704183"/>
                  </a:moveTo>
                  <a:lnTo>
                    <a:pt x="1021276" y="1714022"/>
                  </a:lnTo>
                  <a:lnTo>
                    <a:pt x="1127591" y="1788274"/>
                  </a:lnTo>
                  <a:close/>
                  <a:moveTo>
                    <a:pt x="1021276" y="1714022"/>
                  </a:moveTo>
                  <a:lnTo>
                    <a:pt x="1107909" y="1704183"/>
                  </a:lnTo>
                  <a:lnTo>
                    <a:pt x="1077268" y="1629002"/>
                  </a:lnTo>
                  <a:close/>
                  <a:moveTo>
                    <a:pt x="1021276" y="1714022"/>
                  </a:moveTo>
                  <a:lnTo>
                    <a:pt x="1077268" y="1629002"/>
                  </a:lnTo>
                  <a:lnTo>
                    <a:pt x="984069" y="1644179"/>
                  </a:lnTo>
                  <a:close/>
                  <a:moveTo>
                    <a:pt x="984069" y="1644179"/>
                  </a:moveTo>
                  <a:lnTo>
                    <a:pt x="1077268" y="1629002"/>
                  </a:lnTo>
                  <a:lnTo>
                    <a:pt x="974358" y="1551981"/>
                  </a:lnTo>
                  <a:close/>
                  <a:moveTo>
                    <a:pt x="768043" y="1185128"/>
                  </a:moveTo>
                  <a:lnTo>
                    <a:pt x="729399" y="1234268"/>
                  </a:lnTo>
                  <a:lnTo>
                    <a:pt x="757429" y="1206788"/>
                  </a:lnTo>
                  <a:close/>
                  <a:moveTo>
                    <a:pt x="373219" y="876407"/>
                  </a:moveTo>
                  <a:lnTo>
                    <a:pt x="451932" y="873006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56053" y="854622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72485" y="866971"/>
                  </a:lnTo>
                  <a:lnTo>
                    <a:pt x="456053" y="854622"/>
                  </a:lnTo>
                  <a:close/>
                  <a:moveTo>
                    <a:pt x="1330798" y="1744254"/>
                  </a:moveTo>
                  <a:lnTo>
                    <a:pt x="1228058" y="1790417"/>
                  </a:lnTo>
                  <a:lnTo>
                    <a:pt x="1311836" y="1824992"/>
                  </a:lnTo>
                  <a:close/>
                  <a:moveTo>
                    <a:pt x="781333" y="1187354"/>
                  </a:moveTo>
                  <a:lnTo>
                    <a:pt x="867748" y="1177693"/>
                  </a:lnTo>
                  <a:lnTo>
                    <a:pt x="834963" y="1156673"/>
                  </a:lnTo>
                  <a:close/>
                  <a:moveTo>
                    <a:pt x="707835" y="910750"/>
                  </a:moveTo>
                  <a:lnTo>
                    <a:pt x="769805" y="992965"/>
                  </a:lnTo>
                  <a:lnTo>
                    <a:pt x="703438" y="949187"/>
                  </a:lnTo>
                  <a:close/>
                  <a:moveTo>
                    <a:pt x="584899" y="925591"/>
                  </a:moveTo>
                  <a:lnTo>
                    <a:pt x="658821" y="910750"/>
                  </a:lnTo>
                  <a:lnTo>
                    <a:pt x="589644" y="860237"/>
                  </a:lnTo>
                  <a:close/>
                  <a:moveTo>
                    <a:pt x="472485" y="866971"/>
                  </a:moveTo>
                  <a:lnTo>
                    <a:pt x="527939" y="828535"/>
                  </a:lnTo>
                  <a:lnTo>
                    <a:pt x="456053" y="854622"/>
                  </a:lnTo>
                  <a:close/>
                  <a:moveTo>
                    <a:pt x="1043774" y="1201174"/>
                  </a:moveTo>
                  <a:lnTo>
                    <a:pt x="1028050" y="1118959"/>
                  </a:lnTo>
                  <a:lnTo>
                    <a:pt x="1045740" y="1172217"/>
                  </a:lnTo>
                  <a:close/>
                  <a:moveTo>
                    <a:pt x="1012699" y="1112140"/>
                  </a:moveTo>
                  <a:lnTo>
                    <a:pt x="1004560" y="1127059"/>
                  </a:lnTo>
                  <a:lnTo>
                    <a:pt x="998734" y="1157395"/>
                  </a:lnTo>
                  <a:close/>
                  <a:moveTo>
                    <a:pt x="774915" y="995619"/>
                  </a:moveTo>
                  <a:lnTo>
                    <a:pt x="769805" y="992965"/>
                  </a:lnTo>
                  <a:lnTo>
                    <a:pt x="817906" y="954529"/>
                  </a:lnTo>
                  <a:close/>
                  <a:moveTo>
                    <a:pt x="774915" y="995619"/>
                  </a:moveTo>
                  <a:lnTo>
                    <a:pt x="822061" y="956689"/>
                  </a:lnTo>
                  <a:lnTo>
                    <a:pt x="777481" y="992965"/>
                  </a:lnTo>
                  <a:close/>
                  <a:moveTo>
                    <a:pt x="771399" y="895154"/>
                  </a:moveTo>
                  <a:lnTo>
                    <a:pt x="820925" y="952443"/>
                  </a:lnTo>
                  <a:lnTo>
                    <a:pt x="707835" y="910750"/>
                  </a:lnTo>
                  <a:close/>
                  <a:moveTo>
                    <a:pt x="707835" y="910750"/>
                  </a:moveTo>
                  <a:lnTo>
                    <a:pt x="817906" y="954529"/>
                  </a:lnTo>
                  <a:lnTo>
                    <a:pt x="769805" y="992965"/>
                  </a:lnTo>
                  <a:close/>
                  <a:moveTo>
                    <a:pt x="675333" y="686754"/>
                  </a:moveTo>
                  <a:lnTo>
                    <a:pt x="617433" y="685477"/>
                  </a:lnTo>
                  <a:lnTo>
                    <a:pt x="546603" y="699315"/>
                  </a:lnTo>
                  <a:close/>
                  <a:moveTo>
                    <a:pt x="675333" y="686754"/>
                  </a:moveTo>
                  <a:lnTo>
                    <a:pt x="723773" y="707883"/>
                  </a:lnTo>
                  <a:lnTo>
                    <a:pt x="697112" y="704729"/>
                  </a:lnTo>
                  <a:close/>
                  <a:moveTo>
                    <a:pt x="1425441" y="1727904"/>
                  </a:moveTo>
                  <a:lnTo>
                    <a:pt x="1372992" y="1709952"/>
                  </a:lnTo>
                  <a:lnTo>
                    <a:pt x="1397855" y="1650239"/>
                  </a:lnTo>
                  <a:close/>
                  <a:moveTo>
                    <a:pt x="1639476" y="1370946"/>
                  </a:moveTo>
                  <a:lnTo>
                    <a:pt x="1587756" y="1491598"/>
                  </a:lnTo>
                  <a:lnTo>
                    <a:pt x="1661728" y="1453161"/>
                  </a:lnTo>
                  <a:close/>
                  <a:moveTo>
                    <a:pt x="1428923" y="1124519"/>
                  </a:moveTo>
                  <a:lnTo>
                    <a:pt x="1343456" y="1133411"/>
                  </a:lnTo>
                  <a:lnTo>
                    <a:pt x="1416275" y="1234895"/>
                  </a:lnTo>
                  <a:close/>
                  <a:moveTo>
                    <a:pt x="1225446" y="1068667"/>
                  </a:moveTo>
                  <a:lnTo>
                    <a:pt x="1173313" y="1050458"/>
                  </a:lnTo>
                  <a:lnTo>
                    <a:pt x="1251757" y="1147368"/>
                  </a:lnTo>
                  <a:close/>
                  <a:moveTo>
                    <a:pt x="1428923" y="1124519"/>
                  </a:moveTo>
                  <a:lnTo>
                    <a:pt x="1329868" y="1044365"/>
                  </a:lnTo>
                  <a:lnTo>
                    <a:pt x="1343456" y="1133411"/>
                  </a:lnTo>
                  <a:close/>
                  <a:moveTo>
                    <a:pt x="1225446" y="1068667"/>
                  </a:moveTo>
                  <a:lnTo>
                    <a:pt x="1329868" y="1044365"/>
                  </a:lnTo>
                  <a:lnTo>
                    <a:pt x="1238263" y="967764"/>
                  </a:lnTo>
                  <a:close/>
                  <a:moveTo>
                    <a:pt x="1179976" y="877655"/>
                  </a:moveTo>
                  <a:lnTo>
                    <a:pt x="1200887" y="888448"/>
                  </a:lnTo>
                  <a:lnTo>
                    <a:pt x="1086324" y="820902"/>
                  </a:lnTo>
                  <a:close/>
                  <a:moveTo>
                    <a:pt x="985486" y="742197"/>
                  </a:moveTo>
                  <a:lnTo>
                    <a:pt x="1005983" y="751662"/>
                  </a:lnTo>
                  <a:lnTo>
                    <a:pt x="970324" y="738502"/>
                  </a:lnTo>
                  <a:close/>
                  <a:moveTo>
                    <a:pt x="1337656" y="1042086"/>
                  </a:moveTo>
                  <a:lnTo>
                    <a:pt x="1429135" y="1124086"/>
                  </a:lnTo>
                  <a:lnTo>
                    <a:pt x="1446500" y="1010138"/>
                  </a:lnTo>
                  <a:close/>
                  <a:moveTo>
                    <a:pt x="1325176" y="1014060"/>
                  </a:moveTo>
                  <a:lnTo>
                    <a:pt x="1450019" y="986965"/>
                  </a:lnTo>
                  <a:lnTo>
                    <a:pt x="1361735" y="935545"/>
                  </a:lnTo>
                  <a:close/>
                  <a:moveTo>
                    <a:pt x="1429135" y="1124086"/>
                  </a:moveTo>
                  <a:lnTo>
                    <a:pt x="1470747" y="1003650"/>
                  </a:lnTo>
                  <a:lnTo>
                    <a:pt x="1446500" y="1010138"/>
                  </a:lnTo>
                  <a:close/>
                  <a:moveTo>
                    <a:pt x="1446500" y="1010138"/>
                  </a:moveTo>
                  <a:lnTo>
                    <a:pt x="1470747" y="1003650"/>
                  </a:lnTo>
                  <a:lnTo>
                    <a:pt x="1450019" y="986965"/>
                  </a:lnTo>
                  <a:close/>
                  <a:moveTo>
                    <a:pt x="1470747" y="1003650"/>
                  </a:moveTo>
                  <a:lnTo>
                    <a:pt x="1560824" y="977786"/>
                  </a:lnTo>
                  <a:lnTo>
                    <a:pt x="1450019" y="986965"/>
                  </a:lnTo>
                  <a:close/>
                  <a:moveTo>
                    <a:pt x="1450019" y="986965"/>
                  </a:moveTo>
                  <a:lnTo>
                    <a:pt x="1570627" y="944041"/>
                  </a:lnTo>
                  <a:lnTo>
                    <a:pt x="1480513" y="885777"/>
                  </a:lnTo>
                  <a:close/>
                  <a:moveTo>
                    <a:pt x="1361735" y="935545"/>
                  </a:moveTo>
                  <a:lnTo>
                    <a:pt x="1450019" y="986965"/>
                  </a:lnTo>
                  <a:lnTo>
                    <a:pt x="1480513" y="885777"/>
                  </a:lnTo>
                  <a:close/>
                  <a:moveTo>
                    <a:pt x="2182915" y="1420067"/>
                  </a:moveTo>
                  <a:lnTo>
                    <a:pt x="2160812" y="1478696"/>
                  </a:lnTo>
                  <a:lnTo>
                    <a:pt x="2207304" y="1437322"/>
                  </a:lnTo>
                  <a:close/>
                  <a:moveTo>
                    <a:pt x="1773173" y="1144012"/>
                  </a:moveTo>
                  <a:lnTo>
                    <a:pt x="1878777" y="1101257"/>
                  </a:lnTo>
                  <a:lnTo>
                    <a:pt x="1785699" y="1129644"/>
                  </a:lnTo>
                  <a:close/>
                  <a:moveTo>
                    <a:pt x="1878777" y="1101257"/>
                  </a:moveTo>
                  <a:lnTo>
                    <a:pt x="1825541" y="1061148"/>
                  </a:lnTo>
                  <a:lnTo>
                    <a:pt x="1785699" y="1129644"/>
                  </a:lnTo>
                  <a:close/>
                  <a:moveTo>
                    <a:pt x="2236714" y="1381631"/>
                  </a:moveTo>
                  <a:lnTo>
                    <a:pt x="2207304" y="1437322"/>
                  </a:lnTo>
                  <a:lnTo>
                    <a:pt x="2253594" y="1395189"/>
                  </a:lnTo>
                  <a:close/>
                  <a:moveTo>
                    <a:pt x="2236714" y="1381631"/>
                  </a:moveTo>
                  <a:lnTo>
                    <a:pt x="2182915" y="1420067"/>
                  </a:lnTo>
                  <a:lnTo>
                    <a:pt x="2207304" y="1437322"/>
                  </a:lnTo>
                  <a:close/>
                  <a:moveTo>
                    <a:pt x="2253594" y="1395189"/>
                  </a:moveTo>
                  <a:lnTo>
                    <a:pt x="2207304" y="1437322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253594" y="1395189"/>
                  </a:lnTo>
                  <a:lnTo>
                    <a:pt x="2342224" y="1447903"/>
                  </a:lnTo>
                  <a:close/>
                  <a:moveTo>
                    <a:pt x="2431966" y="1354853"/>
                  </a:moveTo>
                  <a:lnTo>
                    <a:pt x="2363860" y="1349630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431966" y="1354853"/>
                  </a:lnTo>
                  <a:lnTo>
                    <a:pt x="2414292" y="1269130"/>
                  </a:lnTo>
                  <a:close/>
                  <a:moveTo>
                    <a:pt x="2363860" y="1349630"/>
                  </a:moveTo>
                  <a:lnTo>
                    <a:pt x="2414292" y="1269130"/>
                  </a:lnTo>
                  <a:lnTo>
                    <a:pt x="2344787" y="1265044"/>
                  </a:lnTo>
                  <a:close/>
                  <a:moveTo>
                    <a:pt x="2029196" y="685473"/>
                  </a:moveTo>
                  <a:lnTo>
                    <a:pt x="1997616" y="764959"/>
                  </a:lnTo>
                  <a:lnTo>
                    <a:pt x="2096686" y="656788"/>
                  </a:lnTo>
                  <a:close/>
                  <a:moveTo>
                    <a:pt x="2097215" y="544394"/>
                  </a:moveTo>
                  <a:lnTo>
                    <a:pt x="2089136" y="628560"/>
                  </a:lnTo>
                  <a:lnTo>
                    <a:pt x="2193115" y="627114"/>
                  </a:lnTo>
                  <a:close/>
                  <a:moveTo>
                    <a:pt x="2265158" y="668636"/>
                  </a:moveTo>
                  <a:lnTo>
                    <a:pt x="2344831" y="664456"/>
                  </a:lnTo>
                  <a:lnTo>
                    <a:pt x="2299880" y="643980"/>
                  </a:lnTo>
                  <a:close/>
                  <a:moveTo>
                    <a:pt x="2299880" y="643980"/>
                  </a:moveTo>
                  <a:lnTo>
                    <a:pt x="2344831" y="664456"/>
                  </a:lnTo>
                  <a:lnTo>
                    <a:pt x="2377559" y="655753"/>
                  </a:lnTo>
                  <a:close/>
                  <a:moveTo>
                    <a:pt x="2386115" y="570164"/>
                  </a:moveTo>
                  <a:lnTo>
                    <a:pt x="2344831" y="664456"/>
                  </a:lnTo>
                  <a:lnTo>
                    <a:pt x="2426536" y="652379"/>
                  </a:lnTo>
                  <a:close/>
                  <a:moveTo>
                    <a:pt x="2426536" y="652379"/>
                  </a:moveTo>
                  <a:lnTo>
                    <a:pt x="2386502" y="630578"/>
                  </a:lnTo>
                  <a:lnTo>
                    <a:pt x="2362263" y="550191"/>
                  </a:lnTo>
                  <a:close/>
                  <a:moveTo>
                    <a:pt x="2122096" y="106189"/>
                  </a:moveTo>
                  <a:lnTo>
                    <a:pt x="2172320" y="120652"/>
                  </a:lnTo>
                  <a:lnTo>
                    <a:pt x="2222988" y="0"/>
                  </a:lnTo>
                  <a:close/>
                  <a:moveTo>
                    <a:pt x="2315473" y="82215"/>
                  </a:moveTo>
                  <a:lnTo>
                    <a:pt x="2311645" y="90881"/>
                  </a:lnTo>
                  <a:lnTo>
                    <a:pt x="2252219" y="178693"/>
                  </a:lnTo>
                  <a:close/>
                  <a:moveTo>
                    <a:pt x="2272816" y="112386"/>
                  </a:moveTo>
                  <a:lnTo>
                    <a:pt x="2315473" y="82215"/>
                  </a:lnTo>
                  <a:lnTo>
                    <a:pt x="2226835" y="3927"/>
                  </a:lnTo>
                  <a:close/>
                  <a:moveTo>
                    <a:pt x="2703693" y="456987"/>
                  </a:moveTo>
                  <a:lnTo>
                    <a:pt x="2677035" y="572520"/>
                  </a:lnTo>
                  <a:lnTo>
                    <a:pt x="2788527" y="495509"/>
                  </a:lnTo>
                  <a:close/>
                  <a:moveTo>
                    <a:pt x="2611696" y="208209"/>
                  </a:moveTo>
                  <a:lnTo>
                    <a:pt x="2575037" y="254624"/>
                  </a:lnTo>
                  <a:lnTo>
                    <a:pt x="2632409" y="212066"/>
                  </a:lnTo>
                  <a:close/>
                  <a:moveTo>
                    <a:pt x="2632409" y="212066"/>
                  </a:moveTo>
                  <a:lnTo>
                    <a:pt x="2575037" y="254624"/>
                  </a:lnTo>
                  <a:lnTo>
                    <a:pt x="2579040" y="294954"/>
                  </a:lnTo>
                  <a:close/>
                  <a:moveTo>
                    <a:pt x="2632409" y="212066"/>
                  </a:moveTo>
                  <a:lnTo>
                    <a:pt x="2579040" y="294954"/>
                  </a:lnTo>
                  <a:lnTo>
                    <a:pt x="2649988" y="297867"/>
                  </a:lnTo>
                  <a:close/>
                  <a:moveTo>
                    <a:pt x="2799984" y="436700"/>
                  </a:moveTo>
                  <a:lnTo>
                    <a:pt x="2703693" y="456987"/>
                  </a:lnTo>
                  <a:lnTo>
                    <a:pt x="2788527" y="495509"/>
                  </a:lnTo>
                  <a:close/>
                  <a:moveTo>
                    <a:pt x="2799984" y="436700"/>
                  </a:moveTo>
                  <a:lnTo>
                    <a:pt x="2851816" y="355062"/>
                  </a:lnTo>
                  <a:lnTo>
                    <a:pt x="2786732" y="347382"/>
                  </a:lnTo>
                  <a:close/>
                  <a:moveTo>
                    <a:pt x="2786732" y="347382"/>
                  </a:moveTo>
                  <a:lnTo>
                    <a:pt x="2851816" y="355062"/>
                  </a:lnTo>
                  <a:lnTo>
                    <a:pt x="2822873" y="278499"/>
                  </a:lnTo>
                  <a:close/>
                  <a:moveTo>
                    <a:pt x="2572596" y="200102"/>
                  </a:moveTo>
                  <a:lnTo>
                    <a:pt x="2575037" y="254624"/>
                  </a:lnTo>
                  <a:lnTo>
                    <a:pt x="2611696" y="208209"/>
                  </a:lnTo>
                  <a:close/>
                  <a:moveTo>
                    <a:pt x="2490489" y="106169"/>
                  </a:moveTo>
                  <a:lnTo>
                    <a:pt x="2526614" y="73575"/>
                  </a:lnTo>
                  <a:lnTo>
                    <a:pt x="2450846" y="68950"/>
                  </a:lnTo>
                  <a:close/>
                  <a:moveTo>
                    <a:pt x="2490489" y="106169"/>
                  </a:moveTo>
                  <a:lnTo>
                    <a:pt x="2551373" y="117263"/>
                  </a:lnTo>
                  <a:lnTo>
                    <a:pt x="2526614" y="73575"/>
                  </a:lnTo>
                  <a:close/>
                  <a:moveTo>
                    <a:pt x="2551373" y="117263"/>
                  </a:moveTo>
                  <a:lnTo>
                    <a:pt x="2596353" y="125995"/>
                  </a:lnTo>
                  <a:lnTo>
                    <a:pt x="2526614" y="735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11" name="Candidate_density__2130">
              <a:extLst>
                <a:ext uri="{FF2B5EF4-FFF2-40B4-BE49-F238E27FC236}">
                  <a16:creationId xmlns:a16="http://schemas.microsoft.com/office/drawing/2014/main" id="{BC7EFF34-8BCD-03E7-1DEF-984A92922D52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612046"/>
              <a:ext cx="2822873" cy="2229874"/>
            </a:xfrm>
            <a:custGeom>
              <a:avLst/>
              <a:gdLst/>
              <a:ahLst/>
              <a:cxnLst/>
              <a:rect l="0" t="0" r="0" b="0"/>
              <a:pathLst>
                <a:path w="2822873" h="2229874">
                  <a:moveTo>
                    <a:pt x="13696" y="1383775"/>
                  </a:moveTo>
                  <a:lnTo>
                    <a:pt x="30703" y="1336334"/>
                  </a:lnTo>
                  <a:lnTo>
                    <a:pt x="0" y="1402381"/>
                  </a:lnTo>
                  <a:close/>
                  <a:moveTo>
                    <a:pt x="0" y="1402381"/>
                  </a:moveTo>
                  <a:lnTo>
                    <a:pt x="30703" y="1336334"/>
                  </a:lnTo>
                  <a:lnTo>
                    <a:pt x="41082" y="1281729"/>
                  </a:lnTo>
                  <a:close/>
                  <a:moveTo>
                    <a:pt x="0" y="1402381"/>
                  </a:moveTo>
                  <a:lnTo>
                    <a:pt x="41082" y="1281729"/>
                  </a:lnTo>
                  <a:lnTo>
                    <a:pt x="4378" y="1320165"/>
                  </a:lnTo>
                  <a:close/>
                  <a:moveTo>
                    <a:pt x="77197" y="1231508"/>
                  </a:moveTo>
                  <a:lnTo>
                    <a:pt x="4378" y="1320165"/>
                  </a:lnTo>
                  <a:lnTo>
                    <a:pt x="41082" y="1281729"/>
                  </a:lnTo>
                  <a:close/>
                  <a:moveTo>
                    <a:pt x="30703" y="1336334"/>
                  </a:moveTo>
                  <a:lnTo>
                    <a:pt x="13696" y="1383775"/>
                  </a:lnTo>
                  <a:lnTo>
                    <a:pt x="29280" y="1363944"/>
                  </a:lnTo>
                  <a:close/>
                  <a:moveTo>
                    <a:pt x="372039" y="1574501"/>
                  </a:moveTo>
                  <a:lnTo>
                    <a:pt x="436014" y="1521888"/>
                  </a:lnTo>
                  <a:lnTo>
                    <a:pt x="414412" y="1500551"/>
                  </a:lnTo>
                  <a:close/>
                  <a:moveTo>
                    <a:pt x="372039" y="1574501"/>
                  </a:moveTo>
                  <a:lnTo>
                    <a:pt x="414412" y="1500551"/>
                  </a:lnTo>
                  <a:lnTo>
                    <a:pt x="337153" y="1502770"/>
                  </a:lnTo>
                  <a:close/>
                  <a:moveTo>
                    <a:pt x="41082" y="1281729"/>
                  </a:moveTo>
                  <a:lnTo>
                    <a:pt x="94650" y="1178368"/>
                  </a:lnTo>
                  <a:lnTo>
                    <a:pt x="77197" y="1231508"/>
                  </a:lnTo>
                  <a:close/>
                  <a:moveTo>
                    <a:pt x="94908" y="1161077"/>
                  </a:moveTo>
                  <a:lnTo>
                    <a:pt x="94650" y="1178368"/>
                  </a:lnTo>
                  <a:lnTo>
                    <a:pt x="41082" y="1281729"/>
                  </a:lnTo>
                  <a:close/>
                  <a:moveTo>
                    <a:pt x="69587" y="1243292"/>
                  </a:moveTo>
                  <a:lnTo>
                    <a:pt x="94908" y="1161077"/>
                  </a:lnTo>
                  <a:lnTo>
                    <a:pt x="41082" y="1281729"/>
                  </a:lnTo>
                  <a:close/>
                  <a:moveTo>
                    <a:pt x="106462" y="1125722"/>
                  </a:moveTo>
                  <a:lnTo>
                    <a:pt x="94650" y="1178368"/>
                  </a:lnTo>
                  <a:lnTo>
                    <a:pt x="94908" y="1161077"/>
                  </a:lnTo>
                  <a:close/>
                  <a:moveTo>
                    <a:pt x="1066538" y="2109222"/>
                  </a:moveTo>
                  <a:lnTo>
                    <a:pt x="1085289" y="2219524"/>
                  </a:lnTo>
                  <a:lnTo>
                    <a:pt x="1111704" y="2161033"/>
                  </a:lnTo>
                  <a:close/>
                  <a:moveTo>
                    <a:pt x="1063175" y="2229874"/>
                  </a:moveTo>
                  <a:lnTo>
                    <a:pt x="1085289" y="2219524"/>
                  </a:lnTo>
                  <a:lnTo>
                    <a:pt x="1066538" y="2109222"/>
                  </a:lnTo>
                  <a:close/>
                  <a:moveTo>
                    <a:pt x="1026144" y="2147658"/>
                  </a:moveTo>
                  <a:lnTo>
                    <a:pt x="1063175" y="2229874"/>
                  </a:lnTo>
                  <a:lnTo>
                    <a:pt x="1066538" y="2109222"/>
                  </a:lnTo>
                  <a:close/>
                  <a:moveTo>
                    <a:pt x="1045119" y="2027007"/>
                  </a:moveTo>
                  <a:lnTo>
                    <a:pt x="1026144" y="2147658"/>
                  </a:lnTo>
                  <a:lnTo>
                    <a:pt x="1066538" y="2109222"/>
                  </a:lnTo>
                  <a:close/>
                  <a:moveTo>
                    <a:pt x="857639" y="2065443"/>
                  </a:moveTo>
                  <a:lnTo>
                    <a:pt x="885997" y="2089669"/>
                  </a:lnTo>
                  <a:lnTo>
                    <a:pt x="891702" y="2055537"/>
                  </a:lnTo>
                  <a:close/>
                  <a:moveTo>
                    <a:pt x="855411" y="1983228"/>
                  </a:moveTo>
                  <a:lnTo>
                    <a:pt x="891702" y="2055537"/>
                  </a:lnTo>
                  <a:lnTo>
                    <a:pt x="860450" y="1980853"/>
                  </a:lnTo>
                  <a:close/>
                  <a:moveTo>
                    <a:pt x="855411" y="1983228"/>
                  </a:moveTo>
                  <a:lnTo>
                    <a:pt x="857639" y="2065443"/>
                  </a:lnTo>
                  <a:lnTo>
                    <a:pt x="891702" y="2055537"/>
                  </a:lnTo>
                  <a:close/>
                  <a:moveTo>
                    <a:pt x="970747" y="2051868"/>
                  </a:moveTo>
                  <a:lnTo>
                    <a:pt x="891702" y="2055537"/>
                  </a:lnTo>
                  <a:lnTo>
                    <a:pt x="885997" y="2089669"/>
                  </a:lnTo>
                  <a:close/>
                  <a:moveTo>
                    <a:pt x="891702" y="2055537"/>
                  </a:moveTo>
                  <a:lnTo>
                    <a:pt x="970747" y="2051868"/>
                  </a:lnTo>
                  <a:lnTo>
                    <a:pt x="941001" y="1975958"/>
                  </a:lnTo>
                  <a:close/>
                  <a:moveTo>
                    <a:pt x="891702" y="2055537"/>
                  </a:moveTo>
                  <a:lnTo>
                    <a:pt x="941001" y="1975958"/>
                  </a:lnTo>
                  <a:lnTo>
                    <a:pt x="860450" y="1980853"/>
                  </a:lnTo>
                  <a:close/>
                  <a:moveTo>
                    <a:pt x="496449" y="1634042"/>
                  </a:moveTo>
                  <a:lnTo>
                    <a:pt x="544302" y="1555638"/>
                  </a:lnTo>
                  <a:lnTo>
                    <a:pt x="464892" y="1559605"/>
                  </a:lnTo>
                  <a:close/>
                  <a:moveTo>
                    <a:pt x="544302" y="1555638"/>
                  </a:moveTo>
                  <a:lnTo>
                    <a:pt x="582991" y="1654368"/>
                  </a:lnTo>
                  <a:lnTo>
                    <a:pt x="650692" y="1552017"/>
                  </a:lnTo>
                  <a:close/>
                  <a:moveTo>
                    <a:pt x="94908" y="1161077"/>
                  </a:moveTo>
                  <a:lnTo>
                    <a:pt x="115189" y="1061578"/>
                  </a:lnTo>
                  <a:lnTo>
                    <a:pt x="106462" y="1125722"/>
                  </a:lnTo>
                  <a:close/>
                  <a:moveTo>
                    <a:pt x="121168" y="1040426"/>
                  </a:moveTo>
                  <a:lnTo>
                    <a:pt x="115189" y="1061578"/>
                  </a:lnTo>
                  <a:lnTo>
                    <a:pt x="94908" y="1161077"/>
                  </a:lnTo>
                  <a:close/>
                  <a:moveTo>
                    <a:pt x="747049" y="1633622"/>
                  </a:moveTo>
                  <a:lnTo>
                    <a:pt x="750385" y="1709465"/>
                  </a:lnTo>
                  <a:lnTo>
                    <a:pt x="726918" y="1698146"/>
                  </a:lnTo>
                  <a:close/>
                  <a:moveTo>
                    <a:pt x="129993" y="998498"/>
                  </a:moveTo>
                  <a:lnTo>
                    <a:pt x="115189" y="1061578"/>
                  </a:lnTo>
                  <a:lnTo>
                    <a:pt x="121168" y="1040426"/>
                  </a:lnTo>
                  <a:close/>
                  <a:moveTo>
                    <a:pt x="1066538" y="2109222"/>
                  </a:moveTo>
                  <a:lnTo>
                    <a:pt x="1111704" y="2161033"/>
                  </a:lnTo>
                  <a:lnTo>
                    <a:pt x="1131026" y="2082247"/>
                  </a:lnTo>
                  <a:close/>
                  <a:moveTo>
                    <a:pt x="1098181" y="1988571"/>
                  </a:moveTo>
                  <a:lnTo>
                    <a:pt x="1131026" y="2082247"/>
                  </a:lnTo>
                  <a:lnTo>
                    <a:pt x="1136524" y="2038631"/>
                  </a:lnTo>
                  <a:close/>
                  <a:moveTo>
                    <a:pt x="1066538" y="2109222"/>
                  </a:moveTo>
                  <a:lnTo>
                    <a:pt x="1131026" y="2082247"/>
                  </a:lnTo>
                  <a:lnTo>
                    <a:pt x="1098181" y="1988571"/>
                  </a:lnTo>
                  <a:close/>
                  <a:moveTo>
                    <a:pt x="1068551" y="1906356"/>
                  </a:moveTo>
                  <a:lnTo>
                    <a:pt x="1064452" y="1936186"/>
                  </a:lnTo>
                  <a:lnTo>
                    <a:pt x="1045119" y="2027007"/>
                  </a:lnTo>
                  <a:close/>
                  <a:moveTo>
                    <a:pt x="747049" y="1633622"/>
                  </a:moveTo>
                  <a:lnTo>
                    <a:pt x="811222" y="1660006"/>
                  </a:lnTo>
                  <a:lnTo>
                    <a:pt x="744946" y="1615932"/>
                  </a:lnTo>
                  <a:close/>
                  <a:moveTo>
                    <a:pt x="744946" y="1615932"/>
                  </a:moveTo>
                  <a:lnTo>
                    <a:pt x="812173" y="1659710"/>
                  </a:lnTo>
                  <a:lnTo>
                    <a:pt x="819311" y="1577495"/>
                  </a:lnTo>
                  <a:close/>
                  <a:moveTo>
                    <a:pt x="628150" y="1533717"/>
                  </a:moveTo>
                  <a:lnTo>
                    <a:pt x="650692" y="1552017"/>
                  </a:lnTo>
                  <a:lnTo>
                    <a:pt x="658669" y="1523252"/>
                  </a:lnTo>
                  <a:close/>
                  <a:moveTo>
                    <a:pt x="733628" y="1522904"/>
                  </a:moveTo>
                  <a:lnTo>
                    <a:pt x="658669" y="1523252"/>
                  </a:lnTo>
                  <a:lnTo>
                    <a:pt x="650692" y="1552017"/>
                  </a:lnTo>
                  <a:close/>
                  <a:moveTo>
                    <a:pt x="430247" y="1087310"/>
                  </a:moveTo>
                  <a:lnTo>
                    <a:pt x="363748" y="1099952"/>
                  </a:lnTo>
                  <a:lnTo>
                    <a:pt x="353180" y="1189464"/>
                  </a:lnTo>
                  <a:close/>
                  <a:moveTo>
                    <a:pt x="129993" y="998498"/>
                  </a:moveTo>
                  <a:lnTo>
                    <a:pt x="181855" y="977198"/>
                  </a:lnTo>
                  <a:lnTo>
                    <a:pt x="144110" y="958211"/>
                  </a:lnTo>
                  <a:close/>
                  <a:moveTo>
                    <a:pt x="215076" y="837559"/>
                  </a:moveTo>
                  <a:lnTo>
                    <a:pt x="213012" y="842457"/>
                  </a:lnTo>
                  <a:lnTo>
                    <a:pt x="144110" y="958211"/>
                  </a:lnTo>
                  <a:close/>
                  <a:moveTo>
                    <a:pt x="1098181" y="1988571"/>
                  </a:moveTo>
                  <a:lnTo>
                    <a:pt x="1136524" y="2038631"/>
                  </a:lnTo>
                  <a:lnTo>
                    <a:pt x="1142572" y="1972769"/>
                  </a:lnTo>
                  <a:close/>
                  <a:moveTo>
                    <a:pt x="1068551" y="1906356"/>
                  </a:moveTo>
                  <a:lnTo>
                    <a:pt x="1098181" y="1988571"/>
                  </a:lnTo>
                  <a:lnTo>
                    <a:pt x="1142572" y="1972769"/>
                  </a:lnTo>
                  <a:close/>
                  <a:moveTo>
                    <a:pt x="1232874" y="1959946"/>
                  </a:moveTo>
                  <a:lnTo>
                    <a:pt x="1142572" y="1972769"/>
                  </a:lnTo>
                  <a:lnTo>
                    <a:pt x="1136524" y="2038631"/>
                  </a:lnTo>
                  <a:close/>
                  <a:moveTo>
                    <a:pt x="1228058" y="1886998"/>
                  </a:moveTo>
                  <a:lnTo>
                    <a:pt x="1204027" y="1867918"/>
                  </a:lnTo>
                  <a:lnTo>
                    <a:pt x="1232874" y="1959946"/>
                  </a:lnTo>
                  <a:close/>
                  <a:moveTo>
                    <a:pt x="1232874" y="1959946"/>
                  </a:moveTo>
                  <a:lnTo>
                    <a:pt x="1204027" y="1867918"/>
                  </a:lnTo>
                  <a:lnTo>
                    <a:pt x="1127591" y="1884855"/>
                  </a:lnTo>
                  <a:close/>
                  <a:moveTo>
                    <a:pt x="1232874" y="1959946"/>
                  </a:moveTo>
                  <a:lnTo>
                    <a:pt x="1127591" y="1884855"/>
                  </a:lnTo>
                  <a:lnTo>
                    <a:pt x="1142572" y="1972769"/>
                  </a:lnTo>
                  <a:close/>
                  <a:moveTo>
                    <a:pt x="813691" y="1495280"/>
                  </a:moveTo>
                  <a:lnTo>
                    <a:pt x="819311" y="1577495"/>
                  </a:lnTo>
                  <a:lnTo>
                    <a:pt x="862954" y="1539059"/>
                  </a:lnTo>
                  <a:close/>
                  <a:moveTo>
                    <a:pt x="813691" y="1495280"/>
                  </a:moveTo>
                  <a:lnTo>
                    <a:pt x="862954" y="1539059"/>
                  </a:lnTo>
                  <a:lnTo>
                    <a:pt x="842711" y="1456843"/>
                  </a:lnTo>
                  <a:close/>
                  <a:moveTo>
                    <a:pt x="842711" y="1456843"/>
                  </a:moveTo>
                  <a:lnTo>
                    <a:pt x="875430" y="1404556"/>
                  </a:lnTo>
                  <a:lnTo>
                    <a:pt x="786402" y="1413065"/>
                  </a:lnTo>
                  <a:close/>
                  <a:moveTo>
                    <a:pt x="813691" y="1495280"/>
                  </a:moveTo>
                  <a:lnTo>
                    <a:pt x="842711" y="1456843"/>
                  </a:lnTo>
                  <a:lnTo>
                    <a:pt x="786402" y="1413065"/>
                  </a:lnTo>
                  <a:close/>
                  <a:moveTo>
                    <a:pt x="772144" y="1297041"/>
                  </a:moveTo>
                  <a:lnTo>
                    <a:pt x="845572" y="1392395"/>
                  </a:lnTo>
                  <a:lnTo>
                    <a:pt x="855392" y="1329634"/>
                  </a:lnTo>
                  <a:close/>
                  <a:moveTo>
                    <a:pt x="757429" y="1303369"/>
                  </a:moveTo>
                  <a:lnTo>
                    <a:pt x="729399" y="1330850"/>
                  </a:lnTo>
                  <a:lnTo>
                    <a:pt x="772144" y="1297041"/>
                  </a:lnTo>
                  <a:close/>
                  <a:moveTo>
                    <a:pt x="451932" y="969588"/>
                  </a:moveTo>
                  <a:lnTo>
                    <a:pt x="415959" y="1084204"/>
                  </a:lnTo>
                  <a:lnTo>
                    <a:pt x="432687" y="1079046"/>
                  </a:lnTo>
                  <a:close/>
                  <a:moveTo>
                    <a:pt x="451932" y="969588"/>
                  </a:moveTo>
                  <a:lnTo>
                    <a:pt x="432687" y="1079046"/>
                  </a:lnTo>
                  <a:lnTo>
                    <a:pt x="472485" y="963553"/>
                  </a:lnTo>
                  <a:close/>
                  <a:moveTo>
                    <a:pt x="472485" y="963553"/>
                  </a:moveTo>
                  <a:lnTo>
                    <a:pt x="432687" y="1079046"/>
                  </a:lnTo>
                  <a:lnTo>
                    <a:pt x="436804" y="1084204"/>
                  </a:lnTo>
                  <a:close/>
                  <a:moveTo>
                    <a:pt x="279270" y="784103"/>
                  </a:moveTo>
                  <a:lnTo>
                    <a:pt x="217978" y="833600"/>
                  </a:lnTo>
                  <a:lnTo>
                    <a:pt x="330659" y="761034"/>
                  </a:lnTo>
                  <a:close/>
                  <a:moveTo>
                    <a:pt x="1204027" y="1867918"/>
                  </a:moveTo>
                  <a:lnTo>
                    <a:pt x="1228058" y="1886998"/>
                  </a:lnTo>
                  <a:lnTo>
                    <a:pt x="1231534" y="1860943"/>
                  </a:lnTo>
                  <a:close/>
                  <a:moveTo>
                    <a:pt x="1330798" y="1840836"/>
                  </a:moveTo>
                  <a:lnTo>
                    <a:pt x="1231534" y="1860943"/>
                  </a:lnTo>
                  <a:lnTo>
                    <a:pt x="1228058" y="1886998"/>
                  </a:lnTo>
                  <a:close/>
                  <a:moveTo>
                    <a:pt x="1231534" y="1860943"/>
                  </a:moveTo>
                  <a:lnTo>
                    <a:pt x="1330798" y="1840836"/>
                  </a:lnTo>
                  <a:lnTo>
                    <a:pt x="1320498" y="1749118"/>
                  </a:lnTo>
                  <a:close/>
                  <a:moveTo>
                    <a:pt x="1330798" y="1840836"/>
                  </a:moveTo>
                  <a:lnTo>
                    <a:pt x="1396788" y="1747687"/>
                  </a:lnTo>
                  <a:lnTo>
                    <a:pt x="1320498" y="1749118"/>
                  </a:lnTo>
                  <a:close/>
                  <a:moveTo>
                    <a:pt x="1220670" y="1769683"/>
                  </a:moveTo>
                  <a:lnTo>
                    <a:pt x="1320498" y="1749118"/>
                  </a:lnTo>
                  <a:lnTo>
                    <a:pt x="1285076" y="1677823"/>
                  </a:lnTo>
                  <a:close/>
                  <a:moveTo>
                    <a:pt x="1220670" y="1769683"/>
                  </a:moveTo>
                  <a:lnTo>
                    <a:pt x="1285076" y="1677823"/>
                  </a:lnTo>
                  <a:lnTo>
                    <a:pt x="1198374" y="1687718"/>
                  </a:lnTo>
                  <a:close/>
                  <a:moveTo>
                    <a:pt x="875430" y="1404556"/>
                  </a:moveTo>
                  <a:lnTo>
                    <a:pt x="842711" y="1456843"/>
                  </a:lnTo>
                  <a:lnTo>
                    <a:pt x="918822" y="1351587"/>
                  </a:lnTo>
                  <a:close/>
                  <a:moveTo>
                    <a:pt x="918822" y="1351587"/>
                  </a:moveTo>
                  <a:lnTo>
                    <a:pt x="925845" y="1336192"/>
                  </a:lnTo>
                  <a:lnTo>
                    <a:pt x="936527" y="1374628"/>
                  </a:lnTo>
                  <a:close/>
                  <a:moveTo>
                    <a:pt x="939247" y="1253977"/>
                  </a:moveTo>
                  <a:lnTo>
                    <a:pt x="936527" y="1374628"/>
                  </a:lnTo>
                  <a:lnTo>
                    <a:pt x="925845" y="1336192"/>
                  </a:lnTo>
                  <a:close/>
                  <a:moveTo>
                    <a:pt x="867748" y="1274274"/>
                  </a:moveTo>
                  <a:lnTo>
                    <a:pt x="772144" y="1297041"/>
                  </a:lnTo>
                  <a:lnTo>
                    <a:pt x="855392" y="1329634"/>
                  </a:lnTo>
                  <a:close/>
                  <a:moveTo>
                    <a:pt x="658821" y="1007331"/>
                  </a:moveTo>
                  <a:lnTo>
                    <a:pt x="584899" y="1022173"/>
                  </a:lnTo>
                  <a:lnTo>
                    <a:pt x="602531" y="1107930"/>
                  </a:lnTo>
                  <a:close/>
                  <a:moveTo>
                    <a:pt x="472485" y="963553"/>
                  </a:moveTo>
                  <a:lnTo>
                    <a:pt x="513308" y="1045768"/>
                  </a:lnTo>
                  <a:lnTo>
                    <a:pt x="527939" y="925116"/>
                  </a:lnTo>
                  <a:close/>
                  <a:moveTo>
                    <a:pt x="518068" y="776229"/>
                  </a:moveTo>
                  <a:lnTo>
                    <a:pt x="457330" y="765015"/>
                  </a:lnTo>
                  <a:lnTo>
                    <a:pt x="546603" y="795896"/>
                  </a:lnTo>
                  <a:close/>
                  <a:moveTo>
                    <a:pt x="457330" y="765015"/>
                  </a:moveTo>
                  <a:lnTo>
                    <a:pt x="467063" y="777169"/>
                  </a:lnTo>
                  <a:lnTo>
                    <a:pt x="546603" y="795896"/>
                  </a:lnTo>
                  <a:close/>
                  <a:moveTo>
                    <a:pt x="925845" y="1336192"/>
                  </a:moveTo>
                  <a:lnTo>
                    <a:pt x="918822" y="1351587"/>
                  </a:lnTo>
                  <a:lnTo>
                    <a:pt x="1042566" y="1320387"/>
                  </a:lnTo>
                  <a:close/>
                  <a:moveTo>
                    <a:pt x="939247" y="1253977"/>
                  </a:moveTo>
                  <a:lnTo>
                    <a:pt x="1032159" y="1301295"/>
                  </a:lnTo>
                  <a:lnTo>
                    <a:pt x="1004560" y="1223640"/>
                  </a:lnTo>
                  <a:close/>
                  <a:moveTo>
                    <a:pt x="1032159" y="1301295"/>
                  </a:moveTo>
                  <a:lnTo>
                    <a:pt x="1043774" y="1297755"/>
                  </a:lnTo>
                  <a:lnTo>
                    <a:pt x="1045740" y="1268799"/>
                  </a:lnTo>
                  <a:close/>
                  <a:moveTo>
                    <a:pt x="1004560" y="1223640"/>
                  </a:moveTo>
                  <a:lnTo>
                    <a:pt x="1032159" y="1301295"/>
                  </a:lnTo>
                  <a:lnTo>
                    <a:pt x="1045740" y="1268799"/>
                  </a:lnTo>
                  <a:close/>
                  <a:moveTo>
                    <a:pt x="822061" y="1053270"/>
                  </a:moveTo>
                  <a:lnTo>
                    <a:pt x="774915" y="1092201"/>
                  </a:lnTo>
                  <a:lnTo>
                    <a:pt x="817906" y="1051110"/>
                  </a:lnTo>
                  <a:close/>
                  <a:moveTo>
                    <a:pt x="822061" y="1053270"/>
                  </a:moveTo>
                  <a:lnTo>
                    <a:pt x="822473" y="1051110"/>
                  </a:lnTo>
                  <a:lnTo>
                    <a:pt x="777481" y="1089546"/>
                  </a:lnTo>
                  <a:close/>
                  <a:moveTo>
                    <a:pt x="707835" y="1007331"/>
                  </a:moveTo>
                  <a:lnTo>
                    <a:pt x="820925" y="1049024"/>
                  </a:lnTo>
                  <a:lnTo>
                    <a:pt x="817906" y="1051110"/>
                  </a:lnTo>
                  <a:close/>
                  <a:moveTo>
                    <a:pt x="820925" y="1049024"/>
                  </a:moveTo>
                  <a:lnTo>
                    <a:pt x="771399" y="991736"/>
                  </a:lnTo>
                  <a:lnTo>
                    <a:pt x="822473" y="1051110"/>
                  </a:lnTo>
                  <a:close/>
                  <a:moveTo>
                    <a:pt x="822473" y="1051110"/>
                  </a:moveTo>
                  <a:lnTo>
                    <a:pt x="771399" y="991736"/>
                  </a:lnTo>
                  <a:lnTo>
                    <a:pt x="765167" y="1007331"/>
                  </a:lnTo>
                  <a:close/>
                  <a:moveTo>
                    <a:pt x="822473" y="1051110"/>
                  </a:moveTo>
                  <a:lnTo>
                    <a:pt x="765167" y="1007331"/>
                  </a:lnTo>
                  <a:lnTo>
                    <a:pt x="777481" y="1089546"/>
                  </a:lnTo>
                  <a:close/>
                  <a:moveTo>
                    <a:pt x="546603" y="795896"/>
                  </a:moveTo>
                  <a:lnTo>
                    <a:pt x="467063" y="777169"/>
                  </a:lnTo>
                  <a:lnTo>
                    <a:pt x="598702" y="775483"/>
                  </a:lnTo>
                  <a:close/>
                  <a:moveTo>
                    <a:pt x="675333" y="783336"/>
                  </a:moveTo>
                  <a:lnTo>
                    <a:pt x="546603" y="795896"/>
                  </a:lnTo>
                  <a:lnTo>
                    <a:pt x="598702" y="775483"/>
                  </a:lnTo>
                  <a:close/>
                  <a:moveTo>
                    <a:pt x="1397855" y="1746820"/>
                  </a:moveTo>
                  <a:lnTo>
                    <a:pt x="1385111" y="1765134"/>
                  </a:lnTo>
                  <a:lnTo>
                    <a:pt x="1411415" y="1708831"/>
                  </a:lnTo>
                  <a:close/>
                  <a:moveTo>
                    <a:pt x="1372992" y="1806533"/>
                  </a:moveTo>
                  <a:lnTo>
                    <a:pt x="1385111" y="1765134"/>
                  </a:lnTo>
                  <a:lnTo>
                    <a:pt x="1397855" y="1746820"/>
                  </a:lnTo>
                  <a:close/>
                  <a:moveTo>
                    <a:pt x="1246174" y="1309124"/>
                  </a:moveTo>
                  <a:lnTo>
                    <a:pt x="1189851" y="1259319"/>
                  </a:lnTo>
                  <a:lnTo>
                    <a:pt x="1240786" y="1352962"/>
                  </a:lnTo>
                  <a:close/>
                  <a:moveTo>
                    <a:pt x="1240786" y="1352962"/>
                  </a:moveTo>
                  <a:lnTo>
                    <a:pt x="1189851" y="1259319"/>
                  </a:lnTo>
                  <a:lnTo>
                    <a:pt x="1143359" y="1271484"/>
                  </a:lnTo>
                  <a:close/>
                  <a:moveTo>
                    <a:pt x="1240786" y="1352962"/>
                  </a:moveTo>
                  <a:lnTo>
                    <a:pt x="1308288" y="1358676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326786" y="1331863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240786" y="1352962"/>
                  </a:lnTo>
                  <a:lnTo>
                    <a:pt x="1332416" y="1352911"/>
                  </a:lnTo>
                  <a:close/>
                  <a:moveTo>
                    <a:pt x="1240786" y="1352962"/>
                  </a:moveTo>
                  <a:lnTo>
                    <a:pt x="1263332" y="1373276"/>
                  </a:lnTo>
                  <a:lnTo>
                    <a:pt x="1332416" y="1352911"/>
                  </a:lnTo>
                  <a:close/>
                  <a:moveTo>
                    <a:pt x="1308288" y="1358676"/>
                  </a:moveTo>
                  <a:lnTo>
                    <a:pt x="1352738" y="1341534"/>
                  </a:lnTo>
                  <a:lnTo>
                    <a:pt x="1326786" y="1331863"/>
                  </a:lnTo>
                  <a:close/>
                  <a:moveTo>
                    <a:pt x="1308288" y="1358676"/>
                  </a:moveTo>
                  <a:lnTo>
                    <a:pt x="1332416" y="1352911"/>
                  </a:lnTo>
                  <a:lnTo>
                    <a:pt x="1352738" y="1341534"/>
                  </a:lnTo>
                  <a:close/>
                  <a:moveTo>
                    <a:pt x="1043774" y="1297755"/>
                  </a:moveTo>
                  <a:lnTo>
                    <a:pt x="1143359" y="1271484"/>
                  </a:lnTo>
                  <a:lnTo>
                    <a:pt x="1028050" y="1215541"/>
                  </a:lnTo>
                  <a:close/>
                  <a:moveTo>
                    <a:pt x="1587756" y="1588179"/>
                  </a:moveTo>
                  <a:lnTo>
                    <a:pt x="1628367" y="1631958"/>
                  </a:lnTo>
                  <a:lnTo>
                    <a:pt x="1661728" y="1549743"/>
                  </a:lnTo>
                  <a:close/>
                  <a:moveTo>
                    <a:pt x="1378863" y="1401392"/>
                  </a:moveTo>
                  <a:lnTo>
                    <a:pt x="1352738" y="1341534"/>
                  </a:lnTo>
                  <a:lnTo>
                    <a:pt x="1332416" y="1352911"/>
                  </a:lnTo>
                  <a:close/>
                  <a:moveTo>
                    <a:pt x="1416275" y="1331476"/>
                  </a:moveTo>
                  <a:lnTo>
                    <a:pt x="1352738" y="1341534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416275" y="1331476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523220" y="1405216"/>
                  </a:lnTo>
                  <a:lnTo>
                    <a:pt x="1489558" y="1332491"/>
                  </a:lnTo>
                  <a:close/>
                  <a:moveTo>
                    <a:pt x="1456253" y="1399067"/>
                  </a:moveTo>
                  <a:lnTo>
                    <a:pt x="1489558" y="1332491"/>
                  </a:lnTo>
                  <a:lnTo>
                    <a:pt x="1416275" y="1331476"/>
                  </a:lnTo>
                  <a:close/>
                  <a:moveTo>
                    <a:pt x="1416275" y="1331476"/>
                  </a:moveTo>
                  <a:lnTo>
                    <a:pt x="1326786" y="1331863"/>
                  </a:lnTo>
                  <a:lnTo>
                    <a:pt x="1352738" y="1341534"/>
                  </a:lnTo>
                  <a:close/>
                  <a:moveTo>
                    <a:pt x="1343456" y="1229992"/>
                  </a:moveTo>
                  <a:lnTo>
                    <a:pt x="1326786" y="1331863"/>
                  </a:lnTo>
                  <a:lnTo>
                    <a:pt x="1416275" y="1331476"/>
                  </a:lnTo>
                  <a:close/>
                  <a:moveTo>
                    <a:pt x="1189851" y="1259319"/>
                  </a:moveTo>
                  <a:lnTo>
                    <a:pt x="1246174" y="1309124"/>
                  </a:lnTo>
                  <a:lnTo>
                    <a:pt x="1251757" y="1243949"/>
                  </a:lnTo>
                  <a:close/>
                  <a:moveTo>
                    <a:pt x="1251757" y="1243949"/>
                  </a:moveTo>
                  <a:lnTo>
                    <a:pt x="1145682" y="1212059"/>
                  </a:lnTo>
                  <a:lnTo>
                    <a:pt x="1189851" y="1259319"/>
                  </a:lnTo>
                  <a:close/>
                  <a:moveTo>
                    <a:pt x="1343456" y="1229992"/>
                  </a:moveTo>
                  <a:lnTo>
                    <a:pt x="1246174" y="1309124"/>
                  </a:lnTo>
                  <a:lnTo>
                    <a:pt x="1326786" y="1331863"/>
                  </a:lnTo>
                  <a:close/>
                  <a:moveTo>
                    <a:pt x="1343456" y="1229992"/>
                  </a:moveTo>
                  <a:lnTo>
                    <a:pt x="1251757" y="1243949"/>
                  </a:lnTo>
                  <a:lnTo>
                    <a:pt x="1246174" y="1309124"/>
                  </a:lnTo>
                  <a:close/>
                  <a:moveTo>
                    <a:pt x="1251757" y="1243949"/>
                  </a:moveTo>
                  <a:lnTo>
                    <a:pt x="1343456" y="1229992"/>
                  </a:lnTo>
                  <a:lnTo>
                    <a:pt x="1329868" y="1140947"/>
                  </a:lnTo>
                  <a:close/>
                  <a:moveTo>
                    <a:pt x="1428923" y="1221101"/>
                  </a:moveTo>
                  <a:lnTo>
                    <a:pt x="1337656" y="1138668"/>
                  </a:lnTo>
                  <a:lnTo>
                    <a:pt x="1329868" y="1140947"/>
                  </a:lnTo>
                  <a:close/>
                  <a:moveTo>
                    <a:pt x="1337656" y="1138668"/>
                  </a:moveTo>
                  <a:lnTo>
                    <a:pt x="1446500" y="1106720"/>
                  </a:lnTo>
                  <a:lnTo>
                    <a:pt x="1325176" y="1110641"/>
                  </a:lnTo>
                  <a:close/>
                  <a:moveTo>
                    <a:pt x="1325176" y="1110641"/>
                  </a:moveTo>
                  <a:lnTo>
                    <a:pt x="1446500" y="1106720"/>
                  </a:lnTo>
                  <a:lnTo>
                    <a:pt x="1450019" y="1083547"/>
                  </a:lnTo>
                  <a:close/>
                  <a:moveTo>
                    <a:pt x="1878777" y="1197838"/>
                  </a:moveTo>
                  <a:lnTo>
                    <a:pt x="1974930" y="1222408"/>
                  </a:lnTo>
                  <a:lnTo>
                    <a:pt x="1946390" y="1187788"/>
                  </a:lnTo>
                  <a:close/>
                  <a:moveTo>
                    <a:pt x="1488820" y="972222"/>
                  </a:moveTo>
                  <a:lnTo>
                    <a:pt x="1579663" y="859204"/>
                  </a:lnTo>
                  <a:lnTo>
                    <a:pt x="1579559" y="858952"/>
                  </a:lnTo>
                  <a:close/>
                  <a:moveTo>
                    <a:pt x="1513804" y="812318"/>
                  </a:moveTo>
                  <a:lnTo>
                    <a:pt x="1491782" y="815149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513804" y="812318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648769" y="863278"/>
                  </a:lnTo>
                  <a:lnTo>
                    <a:pt x="1513804" y="812318"/>
                  </a:lnTo>
                  <a:close/>
                  <a:moveTo>
                    <a:pt x="1648769" y="863278"/>
                  </a:moveTo>
                  <a:lnTo>
                    <a:pt x="1579559" y="858952"/>
                  </a:lnTo>
                  <a:lnTo>
                    <a:pt x="1654842" y="861625"/>
                  </a:lnTo>
                  <a:close/>
                  <a:moveTo>
                    <a:pt x="1579559" y="858952"/>
                  </a:moveTo>
                  <a:lnTo>
                    <a:pt x="1579663" y="859204"/>
                  </a:lnTo>
                  <a:lnTo>
                    <a:pt x="1654842" y="861625"/>
                  </a:lnTo>
                  <a:close/>
                  <a:moveTo>
                    <a:pt x="2154026" y="1434434"/>
                  </a:moveTo>
                  <a:lnTo>
                    <a:pt x="2182915" y="1516649"/>
                  </a:lnTo>
                  <a:lnTo>
                    <a:pt x="2236714" y="1478212"/>
                  </a:lnTo>
                  <a:close/>
                  <a:moveTo>
                    <a:pt x="2215754" y="1350296"/>
                  </a:moveTo>
                  <a:lnTo>
                    <a:pt x="2170363" y="1395787"/>
                  </a:lnTo>
                  <a:lnTo>
                    <a:pt x="2154026" y="1434434"/>
                  </a:lnTo>
                  <a:close/>
                  <a:moveTo>
                    <a:pt x="1946390" y="1187788"/>
                  </a:moveTo>
                  <a:lnTo>
                    <a:pt x="1974930" y="1222408"/>
                  </a:lnTo>
                  <a:lnTo>
                    <a:pt x="1973462" y="1181454"/>
                  </a:lnTo>
                  <a:close/>
                  <a:moveTo>
                    <a:pt x="1973462" y="1181454"/>
                  </a:moveTo>
                  <a:lnTo>
                    <a:pt x="1959286" y="1163917"/>
                  </a:lnTo>
                  <a:lnTo>
                    <a:pt x="1946390" y="1187788"/>
                  </a:lnTo>
                  <a:close/>
                  <a:moveTo>
                    <a:pt x="1630876" y="835477"/>
                  </a:moveTo>
                  <a:lnTo>
                    <a:pt x="1695992" y="824887"/>
                  </a:lnTo>
                  <a:lnTo>
                    <a:pt x="1654842" y="861625"/>
                  </a:lnTo>
                  <a:close/>
                  <a:moveTo>
                    <a:pt x="1630876" y="835477"/>
                  </a:moveTo>
                  <a:lnTo>
                    <a:pt x="1654842" y="861625"/>
                  </a:lnTo>
                  <a:lnTo>
                    <a:pt x="1579663" y="859204"/>
                  </a:lnTo>
                  <a:close/>
                  <a:moveTo>
                    <a:pt x="1658618" y="858928"/>
                  </a:moveTo>
                  <a:lnTo>
                    <a:pt x="1654842" y="861625"/>
                  </a:lnTo>
                  <a:lnTo>
                    <a:pt x="1695992" y="824887"/>
                  </a:lnTo>
                  <a:close/>
                  <a:moveTo>
                    <a:pt x="1695992" y="824887"/>
                  </a:moveTo>
                  <a:lnTo>
                    <a:pt x="1700992" y="818971"/>
                  </a:lnTo>
                  <a:lnTo>
                    <a:pt x="1658618" y="858928"/>
                  </a:lnTo>
                  <a:close/>
                  <a:moveTo>
                    <a:pt x="1658618" y="858928"/>
                  </a:moveTo>
                  <a:lnTo>
                    <a:pt x="1700992" y="818971"/>
                  </a:lnTo>
                  <a:lnTo>
                    <a:pt x="1701029" y="738277"/>
                  </a:lnTo>
                  <a:close/>
                  <a:moveTo>
                    <a:pt x="1658618" y="858928"/>
                  </a:moveTo>
                  <a:lnTo>
                    <a:pt x="1701029" y="738277"/>
                  </a:lnTo>
                  <a:lnTo>
                    <a:pt x="1648771" y="776713"/>
                  </a:lnTo>
                  <a:close/>
                  <a:moveTo>
                    <a:pt x="2260757" y="1469440"/>
                  </a:moveTo>
                  <a:lnTo>
                    <a:pt x="2363860" y="1446212"/>
                  </a:lnTo>
                  <a:lnTo>
                    <a:pt x="2344787" y="1361625"/>
                  </a:lnTo>
                  <a:close/>
                  <a:moveTo>
                    <a:pt x="2260757" y="1469440"/>
                  </a:moveTo>
                  <a:lnTo>
                    <a:pt x="2344787" y="1361625"/>
                  </a:lnTo>
                  <a:lnTo>
                    <a:pt x="2253613" y="1375157"/>
                  </a:lnTo>
                  <a:close/>
                  <a:moveTo>
                    <a:pt x="2253613" y="1375157"/>
                  </a:moveTo>
                  <a:lnTo>
                    <a:pt x="2292260" y="1357681"/>
                  </a:lnTo>
                  <a:lnTo>
                    <a:pt x="2215754" y="1350296"/>
                  </a:lnTo>
                  <a:close/>
                  <a:moveTo>
                    <a:pt x="2253613" y="1375157"/>
                  </a:moveTo>
                  <a:lnTo>
                    <a:pt x="2344787" y="1361625"/>
                  </a:lnTo>
                  <a:lnTo>
                    <a:pt x="2292260" y="1357681"/>
                  </a:lnTo>
                  <a:close/>
                  <a:moveTo>
                    <a:pt x="2193115" y="723695"/>
                  </a:moveTo>
                  <a:lnTo>
                    <a:pt x="2114006" y="743618"/>
                  </a:lnTo>
                  <a:lnTo>
                    <a:pt x="2224881" y="738811"/>
                  </a:lnTo>
                  <a:close/>
                  <a:moveTo>
                    <a:pt x="2224881" y="738811"/>
                  </a:moveTo>
                  <a:lnTo>
                    <a:pt x="2114006" y="743618"/>
                  </a:lnTo>
                  <a:lnTo>
                    <a:pt x="2096686" y="753370"/>
                  </a:lnTo>
                  <a:close/>
                  <a:moveTo>
                    <a:pt x="2193115" y="723695"/>
                  </a:moveTo>
                  <a:lnTo>
                    <a:pt x="2089136" y="725141"/>
                  </a:lnTo>
                  <a:lnTo>
                    <a:pt x="2114006" y="743618"/>
                  </a:lnTo>
                  <a:close/>
                  <a:moveTo>
                    <a:pt x="2386502" y="727159"/>
                  </a:moveTo>
                  <a:lnTo>
                    <a:pt x="2426536" y="748961"/>
                  </a:lnTo>
                  <a:lnTo>
                    <a:pt x="2377325" y="814914"/>
                  </a:lnTo>
                  <a:close/>
                  <a:moveTo>
                    <a:pt x="2111979" y="228604"/>
                  </a:moveTo>
                  <a:lnTo>
                    <a:pt x="2122096" y="202770"/>
                  </a:lnTo>
                  <a:lnTo>
                    <a:pt x="2013682" y="247926"/>
                  </a:lnTo>
                  <a:close/>
                  <a:moveTo>
                    <a:pt x="2129872" y="113965"/>
                  </a:moveTo>
                  <a:lnTo>
                    <a:pt x="2122096" y="202770"/>
                  </a:lnTo>
                  <a:lnTo>
                    <a:pt x="2222988" y="96581"/>
                  </a:lnTo>
                  <a:close/>
                  <a:moveTo>
                    <a:pt x="2222988" y="96581"/>
                  </a:moveTo>
                  <a:lnTo>
                    <a:pt x="2172320" y="217233"/>
                  </a:lnTo>
                  <a:lnTo>
                    <a:pt x="2226835" y="100509"/>
                  </a:lnTo>
                  <a:close/>
                  <a:moveTo>
                    <a:pt x="2640419" y="469221"/>
                  </a:moveTo>
                  <a:lnTo>
                    <a:pt x="2676516" y="451960"/>
                  </a:lnTo>
                  <a:lnTo>
                    <a:pt x="2604662" y="470798"/>
                  </a:lnTo>
                  <a:close/>
                  <a:moveTo>
                    <a:pt x="2604662" y="470798"/>
                  </a:moveTo>
                  <a:lnTo>
                    <a:pt x="2676516" y="451960"/>
                  </a:lnTo>
                  <a:lnTo>
                    <a:pt x="2649988" y="394448"/>
                  </a:lnTo>
                  <a:close/>
                  <a:moveTo>
                    <a:pt x="2604662" y="470798"/>
                  </a:moveTo>
                  <a:lnTo>
                    <a:pt x="2649988" y="394448"/>
                  </a:lnTo>
                  <a:lnTo>
                    <a:pt x="2579040" y="391536"/>
                  </a:lnTo>
                  <a:close/>
                  <a:moveTo>
                    <a:pt x="2649988" y="394448"/>
                  </a:moveTo>
                  <a:lnTo>
                    <a:pt x="2676516" y="451960"/>
                  </a:lnTo>
                  <a:lnTo>
                    <a:pt x="2698852" y="387006"/>
                  </a:lnTo>
                  <a:close/>
                  <a:moveTo>
                    <a:pt x="2371964" y="149261"/>
                  </a:moveTo>
                  <a:lnTo>
                    <a:pt x="2315473" y="178797"/>
                  </a:lnTo>
                  <a:lnTo>
                    <a:pt x="2263192" y="236441"/>
                  </a:lnTo>
                  <a:close/>
                  <a:moveTo>
                    <a:pt x="2424386" y="156399"/>
                  </a:moveTo>
                  <a:lnTo>
                    <a:pt x="2339371" y="164922"/>
                  </a:lnTo>
                  <a:lnTo>
                    <a:pt x="2450846" y="165532"/>
                  </a:lnTo>
                  <a:close/>
                  <a:moveTo>
                    <a:pt x="2339371" y="164922"/>
                  </a:moveTo>
                  <a:lnTo>
                    <a:pt x="2371964" y="149261"/>
                  </a:lnTo>
                  <a:lnTo>
                    <a:pt x="2450846" y="165532"/>
                  </a:lnTo>
                  <a:close/>
                  <a:moveTo>
                    <a:pt x="2510423" y="147044"/>
                  </a:moveTo>
                  <a:lnTo>
                    <a:pt x="2424386" y="156399"/>
                  </a:lnTo>
                  <a:lnTo>
                    <a:pt x="2526614" y="170157"/>
                  </a:lnTo>
                  <a:close/>
                  <a:moveTo>
                    <a:pt x="2424386" y="156399"/>
                  </a:moveTo>
                  <a:lnTo>
                    <a:pt x="2450846" y="165532"/>
                  </a:lnTo>
                  <a:lnTo>
                    <a:pt x="2526614" y="170157"/>
                  </a:lnTo>
                  <a:close/>
                  <a:moveTo>
                    <a:pt x="2227141" y="95480"/>
                  </a:moveTo>
                  <a:lnTo>
                    <a:pt x="2329214" y="73088"/>
                  </a:lnTo>
                  <a:lnTo>
                    <a:pt x="2295997" y="0"/>
                  </a:lnTo>
                  <a:close/>
                  <a:moveTo>
                    <a:pt x="2640419" y="469221"/>
                  </a:moveTo>
                  <a:lnTo>
                    <a:pt x="2704264" y="550508"/>
                  </a:lnTo>
                  <a:lnTo>
                    <a:pt x="2684179" y="466745"/>
                  </a:lnTo>
                  <a:close/>
                  <a:moveTo>
                    <a:pt x="2704264" y="550508"/>
                  </a:moveTo>
                  <a:lnTo>
                    <a:pt x="2799984" y="533282"/>
                  </a:lnTo>
                  <a:lnTo>
                    <a:pt x="2786732" y="443964"/>
                  </a:lnTo>
                  <a:close/>
                  <a:moveTo>
                    <a:pt x="2704264" y="550508"/>
                  </a:moveTo>
                  <a:lnTo>
                    <a:pt x="2786732" y="443964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745058" y="377750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822873" y="375080"/>
                  </a:lnTo>
                  <a:lnTo>
                    <a:pt x="2745058" y="37775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12" name="Candidate_density__2131">
              <a:extLst>
                <a:ext uri="{FF2B5EF4-FFF2-40B4-BE49-F238E27FC236}">
                  <a16:creationId xmlns:a16="http://schemas.microsoft.com/office/drawing/2014/main" id="{03F80229-9EB3-9BA9-ADD5-981E9A5DA5F9}"/>
                </a:ext>
              </a:extLst>
            </p:cNvPr>
            <p:cNvSpPr>
              <a:spLocks noGrp="1"/>
            </p:cNvSpPr>
            <p:nvPr/>
          </p:nvSpPr>
          <p:spPr>
            <a:xfrm>
              <a:off x="3628835" y="1612046"/>
              <a:ext cx="2600948" cy="2109222"/>
            </a:xfrm>
            <a:custGeom>
              <a:avLst/>
              <a:gdLst/>
              <a:ahLst/>
              <a:cxnLst/>
              <a:rect l="0" t="0" r="0" b="0"/>
              <a:pathLst>
                <a:path w="2600948" h="2109222">
                  <a:moveTo>
                    <a:pt x="600867" y="2021665"/>
                  </a:moveTo>
                  <a:lnTo>
                    <a:pt x="620437" y="2103880"/>
                  </a:lnTo>
                  <a:lnTo>
                    <a:pt x="713529" y="2065443"/>
                  </a:lnTo>
                  <a:close/>
                  <a:moveTo>
                    <a:pt x="600867" y="2021665"/>
                  </a:moveTo>
                  <a:lnTo>
                    <a:pt x="713529" y="2065443"/>
                  </a:lnTo>
                  <a:lnTo>
                    <a:pt x="711301" y="1983228"/>
                  </a:lnTo>
                  <a:close/>
                  <a:moveTo>
                    <a:pt x="240304" y="1572153"/>
                  </a:moveTo>
                  <a:lnTo>
                    <a:pt x="291903" y="1521888"/>
                  </a:lnTo>
                  <a:lnTo>
                    <a:pt x="227928" y="1574501"/>
                  </a:lnTo>
                  <a:close/>
                  <a:moveTo>
                    <a:pt x="270302" y="1500551"/>
                  </a:moveTo>
                  <a:lnTo>
                    <a:pt x="291903" y="1521888"/>
                  </a:lnTo>
                  <a:lnTo>
                    <a:pt x="362522" y="1507261"/>
                  </a:lnTo>
                  <a:close/>
                  <a:moveTo>
                    <a:pt x="400191" y="1555638"/>
                  </a:moveTo>
                  <a:lnTo>
                    <a:pt x="506582" y="1552017"/>
                  </a:lnTo>
                  <a:lnTo>
                    <a:pt x="484040" y="1533717"/>
                  </a:lnTo>
                  <a:close/>
                  <a:moveTo>
                    <a:pt x="291903" y="1521888"/>
                  </a:moveTo>
                  <a:lnTo>
                    <a:pt x="240304" y="1572153"/>
                  </a:lnTo>
                  <a:lnTo>
                    <a:pt x="320782" y="1559605"/>
                  </a:lnTo>
                  <a:close/>
                  <a:moveTo>
                    <a:pt x="320782" y="1559605"/>
                  </a:moveTo>
                  <a:lnTo>
                    <a:pt x="362522" y="1507261"/>
                  </a:lnTo>
                  <a:lnTo>
                    <a:pt x="291903" y="1521888"/>
                  </a:lnTo>
                  <a:close/>
                  <a:moveTo>
                    <a:pt x="320782" y="1559605"/>
                  </a:moveTo>
                  <a:lnTo>
                    <a:pt x="400191" y="1555638"/>
                  </a:lnTo>
                  <a:lnTo>
                    <a:pt x="362522" y="1507261"/>
                  </a:lnTo>
                  <a:close/>
                  <a:moveTo>
                    <a:pt x="491127" y="1494233"/>
                  </a:moveTo>
                  <a:lnTo>
                    <a:pt x="362522" y="1507261"/>
                  </a:lnTo>
                  <a:lnTo>
                    <a:pt x="484040" y="1533717"/>
                  </a:lnTo>
                  <a:close/>
                  <a:moveTo>
                    <a:pt x="484040" y="1533717"/>
                  </a:moveTo>
                  <a:lnTo>
                    <a:pt x="362522" y="1507261"/>
                  </a:lnTo>
                  <a:lnTo>
                    <a:pt x="400191" y="1555638"/>
                  </a:lnTo>
                  <a:close/>
                  <a:moveTo>
                    <a:pt x="901009" y="2027007"/>
                  </a:moveTo>
                  <a:lnTo>
                    <a:pt x="922428" y="2109222"/>
                  </a:lnTo>
                  <a:lnTo>
                    <a:pt x="954070" y="1988571"/>
                  </a:lnTo>
                  <a:close/>
                  <a:moveTo>
                    <a:pt x="954070" y="1988571"/>
                  </a:moveTo>
                  <a:lnTo>
                    <a:pt x="924440" y="1906356"/>
                  </a:lnTo>
                  <a:lnTo>
                    <a:pt x="901009" y="2027007"/>
                  </a:lnTo>
                  <a:close/>
                  <a:moveTo>
                    <a:pt x="669580" y="1495280"/>
                  </a:moveTo>
                  <a:lnTo>
                    <a:pt x="600836" y="1615932"/>
                  </a:lnTo>
                  <a:lnTo>
                    <a:pt x="675201" y="1577495"/>
                  </a:lnTo>
                  <a:close/>
                  <a:moveTo>
                    <a:pt x="491127" y="1494233"/>
                  </a:moveTo>
                  <a:lnTo>
                    <a:pt x="484040" y="1533717"/>
                  </a:lnTo>
                  <a:lnTo>
                    <a:pt x="514559" y="1523252"/>
                  </a:lnTo>
                  <a:close/>
                  <a:moveTo>
                    <a:pt x="514559" y="1523252"/>
                  </a:moveTo>
                  <a:lnTo>
                    <a:pt x="495156" y="1451501"/>
                  </a:lnTo>
                  <a:lnTo>
                    <a:pt x="491127" y="1494233"/>
                  </a:lnTo>
                  <a:close/>
                  <a:moveTo>
                    <a:pt x="278038" y="1166420"/>
                  </a:moveTo>
                  <a:lnTo>
                    <a:pt x="291792" y="1091068"/>
                  </a:lnTo>
                  <a:lnTo>
                    <a:pt x="286137" y="1087310"/>
                  </a:lnTo>
                  <a:close/>
                  <a:moveTo>
                    <a:pt x="209070" y="1189464"/>
                  </a:moveTo>
                  <a:lnTo>
                    <a:pt x="278038" y="1166420"/>
                  </a:lnTo>
                  <a:lnTo>
                    <a:pt x="286137" y="1087310"/>
                  </a:lnTo>
                  <a:close/>
                  <a:moveTo>
                    <a:pt x="286137" y="1087310"/>
                  </a:moveTo>
                  <a:lnTo>
                    <a:pt x="292694" y="1084204"/>
                  </a:lnTo>
                  <a:lnTo>
                    <a:pt x="288577" y="1079046"/>
                  </a:lnTo>
                  <a:close/>
                  <a:moveTo>
                    <a:pt x="271849" y="1084204"/>
                  </a:moveTo>
                  <a:lnTo>
                    <a:pt x="286137" y="1087310"/>
                  </a:lnTo>
                  <a:lnTo>
                    <a:pt x="288577" y="1079046"/>
                  </a:lnTo>
                  <a:close/>
                  <a:moveTo>
                    <a:pt x="286137" y="1087310"/>
                  </a:moveTo>
                  <a:lnTo>
                    <a:pt x="291792" y="1091068"/>
                  </a:lnTo>
                  <a:lnTo>
                    <a:pt x="292694" y="1084204"/>
                  </a:lnTo>
                  <a:close/>
                  <a:moveTo>
                    <a:pt x="44543" y="919774"/>
                  </a:moveTo>
                  <a:lnTo>
                    <a:pt x="70966" y="837559"/>
                  </a:lnTo>
                  <a:lnTo>
                    <a:pt x="0" y="958211"/>
                  </a:lnTo>
                  <a:close/>
                  <a:moveTo>
                    <a:pt x="73868" y="833600"/>
                  </a:moveTo>
                  <a:lnTo>
                    <a:pt x="68902" y="842457"/>
                  </a:lnTo>
                  <a:lnTo>
                    <a:pt x="70966" y="837559"/>
                  </a:lnTo>
                  <a:close/>
                  <a:moveTo>
                    <a:pt x="924440" y="1906356"/>
                  </a:moveTo>
                  <a:lnTo>
                    <a:pt x="998461" y="1972769"/>
                  </a:lnTo>
                  <a:lnTo>
                    <a:pt x="983481" y="1884855"/>
                  </a:lnTo>
                  <a:close/>
                  <a:moveTo>
                    <a:pt x="1059917" y="1867918"/>
                  </a:moveTo>
                  <a:lnTo>
                    <a:pt x="1017547" y="1785704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63798" y="1800765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91958" y="1703489"/>
                  </a:lnTo>
                  <a:lnTo>
                    <a:pt x="963798" y="1800765"/>
                  </a:lnTo>
                  <a:close/>
                  <a:moveTo>
                    <a:pt x="991958" y="1703489"/>
                  </a:moveTo>
                  <a:lnTo>
                    <a:pt x="933158" y="1725583"/>
                  </a:lnTo>
                  <a:lnTo>
                    <a:pt x="963798" y="1800765"/>
                  </a:lnTo>
                  <a:close/>
                  <a:moveTo>
                    <a:pt x="349211" y="1136124"/>
                  </a:moveTo>
                  <a:lnTo>
                    <a:pt x="291792" y="1091068"/>
                  </a:lnTo>
                  <a:lnTo>
                    <a:pt x="278038" y="1166420"/>
                  </a:lnTo>
                  <a:close/>
                  <a:moveTo>
                    <a:pt x="291792" y="1091068"/>
                  </a:moveTo>
                  <a:lnTo>
                    <a:pt x="349211" y="1136124"/>
                  </a:lnTo>
                  <a:lnTo>
                    <a:pt x="292694" y="1084204"/>
                  </a:lnTo>
                  <a:close/>
                  <a:moveTo>
                    <a:pt x="292694" y="1084204"/>
                  </a:moveTo>
                  <a:lnTo>
                    <a:pt x="349211" y="1136124"/>
                  </a:lnTo>
                  <a:lnTo>
                    <a:pt x="378649" y="1127983"/>
                  </a:lnTo>
                  <a:close/>
                  <a:moveTo>
                    <a:pt x="292694" y="1084204"/>
                  </a:moveTo>
                  <a:lnTo>
                    <a:pt x="378649" y="1127983"/>
                  </a:lnTo>
                  <a:lnTo>
                    <a:pt x="369198" y="1045768"/>
                  </a:lnTo>
                  <a:close/>
                  <a:moveTo>
                    <a:pt x="328375" y="963553"/>
                  </a:moveTo>
                  <a:lnTo>
                    <a:pt x="292694" y="1084204"/>
                  </a:lnTo>
                  <a:lnTo>
                    <a:pt x="369198" y="1045768"/>
                  </a:lnTo>
                  <a:close/>
                  <a:moveTo>
                    <a:pt x="70966" y="837559"/>
                  </a:moveTo>
                  <a:lnTo>
                    <a:pt x="143654" y="881777"/>
                  </a:lnTo>
                  <a:lnTo>
                    <a:pt x="81993" y="831815"/>
                  </a:lnTo>
                  <a:close/>
                  <a:moveTo>
                    <a:pt x="73868" y="833600"/>
                  </a:moveTo>
                  <a:lnTo>
                    <a:pt x="70966" y="837559"/>
                  </a:lnTo>
                  <a:lnTo>
                    <a:pt x="81993" y="831815"/>
                  </a:lnTo>
                  <a:close/>
                  <a:moveTo>
                    <a:pt x="186549" y="761034"/>
                  </a:moveTo>
                  <a:lnTo>
                    <a:pt x="81993" y="831815"/>
                  </a:lnTo>
                  <a:lnTo>
                    <a:pt x="144583" y="799123"/>
                  </a:lnTo>
                  <a:close/>
                  <a:moveTo>
                    <a:pt x="73868" y="833600"/>
                  </a:moveTo>
                  <a:lnTo>
                    <a:pt x="81993" y="831815"/>
                  </a:lnTo>
                  <a:lnTo>
                    <a:pt x="186549" y="761034"/>
                  </a:lnTo>
                  <a:close/>
                  <a:moveTo>
                    <a:pt x="1017547" y="1785704"/>
                  </a:moveTo>
                  <a:lnTo>
                    <a:pt x="1087424" y="1860943"/>
                  </a:lnTo>
                  <a:lnTo>
                    <a:pt x="1076560" y="1769683"/>
                  </a:lnTo>
                  <a:close/>
                  <a:moveTo>
                    <a:pt x="1017547" y="1785704"/>
                  </a:moveTo>
                  <a:lnTo>
                    <a:pt x="1059917" y="1867918"/>
                  </a:lnTo>
                  <a:lnTo>
                    <a:pt x="1087424" y="1860943"/>
                  </a:lnTo>
                  <a:close/>
                  <a:moveTo>
                    <a:pt x="1087424" y="1860943"/>
                  </a:moveTo>
                  <a:lnTo>
                    <a:pt x="1176388" y="1749118"/>
                  </a:lnTo>
                  <a:lnTo>
                    <a:pt x="1076560" y="1769683"/>
                  </a:lnTo>
                  <a:close/>
                  <a:moveTo>
                    <a:pt x="991958" y="1703489"/>
                  </a:moveTo>
                  <a:lnTo>
                    <a:pt x="1076560" y="1769683"/>
                  </a:lnTo>
                  <a:lnTo>
                    <a:pt x="1054264" y="1687718"/>
                  </a:lnTo>
                  <a:close/>
                  <a:moveTo>
                    <a:pt x="991958" y="1703489"/>
                  </a:moveTo>
                  <a:lnTo>
                    <a:pt x="1017547" y="1785704"/>
                  </a:lnTo>
                  <a:lnTo>
                    <a:pt x="1076560" y="1769683"/>
                  </a:lnTo>
                  <a:close/>
                  <a:moveTo>
                    <a:pt x="731320" y="1404556"/>
                  </a:moveTo>
                  <a:lnTo>
                    <a:pt x="774712" y="1351587"/>
                  </a:lnTo>
                  <a:lnTo>
                    <a:pt x="792417" y="1374628"/>
                  </a:lnTo>
                  <a:close/>
                  <a:moveTo>
                    <a:pt x="723637" y="1274274"/>
                  </a:moveTo>
                  <a:lnTo>
                    <a:pt x="711281" y="1329634"/>
                  </a:lnTo>
                  <a:lnTo>
                    <a:pt x="795137" y="1253977"/>
                  </a:lnTo>
                  <a:close/>
                  <a:moveTo>
                    <a:pt x="186549" y="761034"/>
                  </a:moveTo>
                  <a:lnTo>
                    <a:pt x="144583" y="799123"/>
                  </a:lnTo>
                  <a:lnTo>
                    <a:pt x="225150" y="776023"/>
                  </a:lnTo>
                  <a:close/>
                  <a:moveTo>
                    <a:pt x="225150" y="776023"/>
                  </a:moveTo>
                  <a:lnTo>
                    <a:pt x="253407" y="732349"/>
                  </a:lnTo>
                  <a:lnTo>
                    <a:pt x="186549" y="761034"/>
                  </a:lnTo>
                  <a:close/>
                  <a:moveTo>
                    <a:pt x="225150" y="776023"/>
                  </a:moveTo>
                  <a:lnTo>
                    <a:pt x="313220" y="765015"/>
                  </a:lnTo>
                  <a:lnTo>
                    <a:pt x="253407" y="732349"/>
                  </a:lnTo>
                  <a:close/>
                  <a:moveTo>
                    <a:pt x="888049" y="1301295"/>
                  </a:moveTo>
                  <a:lnTo>
                    <a:pt x="781734" y="1336192"/>
                  </a:lnTo>
                  <a:lnTo>
                    <a:pt x="898455" y="1320387"/>
                  </a:lnTo>
                  <a:close/>
                  <a:moveTo>
                    <a:pt x="795137" y="1253977"/>
                  </a:moveTo>
                  <a:lnTo>
                    <a:pt x="781734" y="1336192"/>
                  </a:lnTo>
                  <a:lnTo>
                    <a:pt x="888049" y="1301295"/>
                  </a:lnTo>
                  <a:close/>
                  <a:moveTo>
                    <a:pt x="1293904" y="1684273"/>
                  </a:moveTo>
                  <a:lnTo>
                    <a:pt x="1253745" y="1746820"/>
                  </a:lnTo>
                  <a:lnTo>
                    <a:pt x="1267305" y="1708831"/>
                  </a:lnTo>
                  <a:close/>
                  <a:moveTo>
                    <a:pt x="1320457" y="1692584"/>
                  </a:moveTo>
                  <a:lnTo>
                    <a:pt x="1267305" y="1708831"/>
                  </a:lnTo>
                  <a:lnTo>
                    <a:pt x="1353485" y="1691829"/>
                  </a:lnTo>
                  <a:close/>
                  <a:moveTo>
                    <a:pt x="1293904" y="1684273"/>
                  </a:moveTo>
                  <a:lnTo>
                    <a:pt x="1267305" y="1708831"/>
                  </a:lnTo>
                  <a:lnTo>
                    <a:pt x="1320457" y="1692584"/>
                  </a:lnTo>
                  <a:close/>
                  <a:moveTo>
                    <a:pt x="1417080" y="1650946"/>
                  </a:moveTo>
                  <a:lnTo>
                    <a:pt x="1320457" y="1692584"/>
                  </a:lnTo>
                  <a:lnTo>
                    <a:pt x="1396953" y="1670394"/>
                  </a:lnTo>
                  <a:close/>
                  <a:moveTo>
                    <a:pt x="1293904" y="1684273"/>
                  </a:moveTo>
                  <a:lnTo>
                    <a:pt x="1320457" y="1692584"/>
                  </a:lnTo>
                  <a:lnTo>
                    <a:pt x="1417080" y="1650946"/>
                  </a:lnTo>
                  <a:close/>
                  <a:moveTo>
                    <a:pt x="1356862" y="1641002"/>
                  </a:moveTo>
                  <a:lnTo>
                    <a:pt x="1293904" y="1684273"/>
                  </a:lnTo>
                  <a:lnTo>
                    <a:pt x="1417080" y="1650946"/>
                  </a:lnTo>
                  <a:close/>
                  <a:moveTo>
                    <a:pt x="1417080" y="1650946"/>
                  </a:moveTo>
                  <a:lnTo>
                    <a:pt x="1396953" y="1670394"/>
                  </a:lnTo>
                  <a:lnTo>
                    <a:pt x="1450509" y="1647446"/>
                  </a:lnTo>
                  <a:close/>
                  <a:moveTo>
                    <a:pt x="1417080" y="1650946"/>
                  </a:moveTo>
                  <a:lnTo>
                    <a:pt x="1450509" y="1647446"/>
                  </a:lnTo>
                  <a:lnTo>
                    <a:pt x="1443646" y="1588179"/>
                  </a:lnTo>
                  <a:close/>
                  <a:moveTo>
                    <a:pt x="1443646" y="1588179"/>
                  </a:moveTo>
                  <a:lnTo>
                    <a:pt x="1450509" y="1647446"/>
                  </a:lnTo>
                  <a:lnTo>
                    <a:pt x="1484257" y="1631958"/>
                  </a:lnTo>
                  <a:close/>
                  <a:moveTo>
                    <a:pt x="1107647" y="1243949"/>
                  </a:moveTo>
                  <a:lnTo>
                    <a:pt x="1185758" y="1140947"/>
                  </a:lnTo>
                  <a:lnTo>
                    <a:pt x="1081336" y="1165248"/>
                  </a:lnTo>
                  <a:close/>
                  <a:moveTo>
                    <a:pt x="1181066" y="1110641"/>
                  </a:moveTo>
                  <a:lnTo>
                    <a:pt x="1185758" y="1140947"/>
                  </a:lnTo>
                  <a:lnTo>
                    <a:pt x="1193545" y="1138668"/>
                  </a:lnTo>
                  <a:close/>
                  <a:moveTo>
                    <a:pt x="1185625" y="912484"/>
                  </a:moveTo>
                  <a:lnTo>
                    <a:pt x="1097641" y="974237"/>
                  </a:lnTo>
                  <a:lnTo>
                    <a:pt x="1153888" y="935801"/>
                  </a:lnTo>
                  <a:close/>
                  <a:moveTo>
                    <a:pt x="1185625" y="912484"/>
                  </a:moveTo>
                  <a:lnTo>
                    <a:pt x="1128597" y="914471"/>
                  </a:lnTo>
                  <a:lnTo>
                    <a:pt x="1097641" y="974237"/>
                  </a:lnTo>
                  <a:close/>
                  <a:moveTo>
                    <a:pt x="1185625" y="912484"/>
                  </a:moveTo>
                  <a:lnTo>
                    <a:pt x="1153888" y="935801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08401" y="853586"/>
                  </a:lnTo>
                  <a:lnTo>
                    <a:pt x="1298037" y="838915"/>
                  </a:lnTo>
                  <a:close/>
                  <a:moveTo>
                    <a:pt x="1208401" y="853586"/>
                  </a:moveTo>
                  <a:lnTo>
                    <a:pt x="1185625" y="912484"/>
                  </a:lnTo>
                  <a:lnTo>
                    <a:pt x="1298037" y="838915"/>
                  </a:lnTo>
                  <a:close/>
                  <a:moveTo>
                    <a:pt x="1298037" y="838915"/>
                  </a:moveTo>
                  <a:lnTo>
                    <a:pt x="1185625" y="912484"/>
                  </a:lnTo>
                  <a:lnTo>
                    <a:pt x="1267007" y="897364"/>
                  </a:lnTo>
                  <a:close/>
                  <a:moveTo>
                    <a:pt x="1267007" y="897364"/>
                  </a:moveTo>
                  <a:lnTo>
                    <a:pt x="1185625" y="912484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98037" y="838915"/>
                  </a:lnTo>
                  <a:lnTo>
                    <a:pt x="1347671" y="815149"/>
                  </a:lnTo>
                  <a:close/>
                  <a:moveTo>
                    <a:pt x="1298037" y="838915"/>
                  </a:moveTo>
                  <a:lnTo>
                    <a:pt x="1267007" y="897364"/>
                  </a:lnTo>
                  <a:lnTo>
                    <a:pt x="1345795" y="871247"/>
                  </a:lnTo>
                  <a:close/>
                  <a:moveTo>
                    <a:pt x="1345795" y="871247"/>
                  </a:moveTo>
                  <a:lnTo>
                    <a:pt x="1347671" y="815149"/>
                  </a:lnTo>
                  <a:lnTo>
                    <a:pt x="1298037" y="838915"/>
                  </a:lnTo>
                  <a:close/>
                  <a:moveTo>
                    <a:pt x="2009916" y="1434434"/>
                  </a:moveTo>
                  <a:lnTo>
                    <a:pt x="2092604" y="1478212"/>
                  </a:lnTo>
                  <a:lnTo>
                    <a:pt x="2048306" y="1395997"/>
                  </a:lnTo>
                  <a:close/>
                  <a:moveTo>
                    <a:pt x="2071644" y="1350296"/>
                  </a:moveTo>
                  <a:lnTo>
                    <a:pt x="2009916" y="1434434"/>
                  </a:lnTo>
                  <a:lnTo>
                    <a:pt x="2048306" y="1395997"/>
                  </a:lnTo>
                  <a:close/>
                  <a:moveTo>
                    <a:pt x="1484809" y="694497"/>
                  </a:moveTo>
                  <a:lnTo>
                    <a:pt x="1556919" y="738277"/>
                  </a:lnTo>
                  <a:lnTo>
                    <a:pt x="1536667" y="656061"/>
                  </a:lnTo>
                  <a:close/>
                  <a:moveTo>
                    <a:pt x="2048306" y="1395997"/>
                  </a:moveTo>
                  <a:lnTo>
                    <a:pt x="2116647" y="1469440"/>
                  </a:lnTo>
                  <a:lnTo>
                    <a:pt x="2109502" y="1375157"/>
                  </a:lnTo>
                  <a:close/>
                  <a:moveTo>
                    <a:pt x="2071644" y="1350296"/>
                  </a:moveTo>
                  <a:lnTo>
                    <a:pt x="2048306" y="1395997"/>
                  </a:lnTo>
                  <a:lnTo>
                    <a:pt x="2109502" y="1375157"/>
                  </a:lnTo>
                  <a:close/>
                  <a:moveTo>
                    <a:pt x="1536667" y="656061"/>
                  </a:moveTo>
                  <a:lnTo>
                    <a:pt x="1556919" y="738277"/>
                  </a:lnTo>
                  <a:lnTo>
                    <a:pt x="1594044" y="699840"/>
                  </a:lnTo>
                  <a:close/>
                  <a:moveTo>
                    <a:pt x="1536667" y="656061"/>
                  </a:moveTo>
                  <a:lnTo>
                    <a:pt x="1594044" y="699840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36667" y="656061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82841" y="617625"/>
                  </a:lnTo>
                  <a:lnTo>
                    <a:pt x="1559557" y="535410"/>
                  </a:lnTo>
                  <a:close/>
                  <a:moveTo>
                    <a:pt x="1499659" y="491631"/>
                  </a:moveTo>
                  <a:lnTo>
                    <a:pt x="1559557" y="535410"/>
                  </a:lnTo>
                  <a:lnTo>
                    <a:pt x="1524497" y="453195"/>
                  </a:lnTo>
                  <a:close/>
                  <a:moveTo>
                    <a:pt x="1559557" y="535410"/>
                  </a:moveTo>
                  <a:lnTo>
                    <a:pt x="1582841" y="617625"/>
                  </a:lnTo>
                  <a:lnTo>
                    <a:pt x="1680404" y="579188"/>
                  </a:lnTo>
                  <a:close/>
                  <a:moveTo>
                    <a:pt x="1559557" y="535410"/>
                  </a:moveTo>
                  <a:lnTo>
                    <a:pt x="1680404" y="579188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559557" y="535410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643059" y="496973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24497" y="453195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90969" y="414758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17474" y="370979"/>
                  </a:lnTo>
                  <a:lnTo>
                    <a:pt x="1577980" y="332543"/>
                  </a:lnTo>
                  <a:close/>
                  <a:moveTo>
                    <a:pt x="1577980" y="332543"/>
                  </a:moveTo>
                  <a:lnTo>
                    <a:pt x="1680649" y="357453"/>
                  </a:lnTo>
                  <a:lnTo>
                    <a:pt x="1652135" y="303513"/>
                  </a:lnTo>
                  <a:close/>
                  <a:moveTo>
                    <a:pt x="1590969" y="414758"/>
                  </a:moveTo>
                  <a:lnTo>
                    <a:pt x="1680144" y="376322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77980" y="332543"/>
                  </a:lnTo>
                  <a:lnTo>
                    <a:pt x="1652135" y="303513"/>
                  </a:lnTo>
                  <a:close/>
                  <a:moveTo>
                    <a:pt x="1726922" y="251800"/>
                  </a:moveTo>
                  <a:lnTo>
                    <a:pt x="1652135" y="303513"/>
                  </a:lnTo>
                  <a:lnTo>
                    <a:pt x="1684387" y="294106"/>
                  </a:lnTo>
                  <a:close/>
                  <a:moveTo>
                    <a:pt x="1604831" y="289183"/>
                  </a:moveTo>
                  <a:lnTo>
                    <a:pt x="1652135" y="303513"/>
                  </a:lnTo>
                  <a:lnTo>
                    <a:pt x="1726922" y="251800"/>
                  </a:lnTo>
                  <a:close/>
                  <a:moveTo>
                    <a:pt x="1652135" y="303513"/>
                  </a:moveTo>
                  <a:lnTo>
                    <a:pt x="1680649" y="357453"/>
                  </a:lnTo>
                  <a:lnTo>
                    <a:pt x="1684387" y="294106"/>
                  </a:lnTo>
                  <a:close/>
                  <a:moveTo>
                    <a:pt x="2200721" y="761037"/>
                  </a:moveTo>
                  <a:lnTo>
                    <a:pt x="2233215" y="814914"/>
                  </a:lnTo>
                  <a:lnTo>
                    <a:pt x="2282426" y="748961"/>
                  </a:lnTo>
                  <a:close/>
                  <a:moveTo>
                    <a:pt x="1783198" y="247005"/>
                  </a:moveTo>
                  <a:lnTo>
                    <a:pt x="1726922" y="251800"/>
                  </a:lnTo>
                  <a:lnTo>
                    <a:pt x="1684387" y="294106"/>
                  </a:lnTo>
                  <a:close/>
                  <a:moveTo>
                    <a:pt x="1845811" y="202446"/>
                  </a:moveTo>
                  <a:lnTo>
                    <a:pt x="1775539" y="211891"/>
                  </a:lnTo>
                  <a:lnTo>
                    <a:pt x="1726922" y="251800"/>
                  </a:lnTo>
                  <a:close/>
                  <a:moveTo>
                    <a:pt x="1845811" y="202446"/>
                  </a:moveTo>
                  <a:lnTo>
                    <a:pt x="1726922" y="251800"/>
                  </a:lnTo>
                  <a:lnTo>
                    <a:pt x="1783198" y="247005"/>
                  </a:lnTo>
                  <a:close/>
                  <a:moveTo>
                    <a:pt x="1828185" y="181480"/>
                  </a:moveTo>
                  <a:lnTo>
                    <a:pt x="1845811" y="202446"/>
                  </a:lnTo>
                  <a:lnTo>
                    <a:pt x="1839746" y="173455"/>
                  </a:lnTo>
                  <a:close/>
                  <a:moveTo>
                    <a:pt x="1791923" y="250460"/>
                  </a:moveTo>
                  <a:lnTo>
                    <a:pt x="1845811" y="202446"/>
                  </a:lnTo>
                  <a:lnTo>
                    <a:pt x="1783198" y="247005"/>
                  </a:lnTo>
                  <a:close/>
                  <a:moveTo>
                    <a:pt x="1791923" y="250460"/>
                  </a:moveTo>
                  <a:lnTo>
                    <a:pt x="1869572" y="247926"/>
                  </a:lnTo>
                  <a:lnTo>
                    <a:pt x="1845811" y="202446"/>
                  </a:lnTo>
                  <a:close/>
                  <a:moveTo>
                    <a:pt x="1869572" y="247926"/>
                  </a:moveTo>
                  <a:lnTo>
                    <a:pt x="1977986" y="202770"/>
                  </a:lnTo>
                  <a:lnTo>
                    <a:pt x="1839746" y="173455"/>
                  </a:lnTo>
                  <a:close/>
                  <a:moveTo>
                    <a:pt x="1839746" y="173455"/>
                  </a:moveTo>
                  <a:lnTo>
                    <a:pt x="1977986" y="202770"/>
                  </a:lnTo>
                  <a:lnTo>
                    <a:pt x="1916243" y="135019"/>
                  </a:lnTo>
                  <a:close/>
                  <a:moveTo>
                    <a:pt x="1839746" y="173455"/>
                  </a:moveTo>
                  <a:lnTo>
                    <a:pt x="1845811" y="202446"/>
                  </a:lnTo>
                  <a:lnTo>
                    <a:pt x="1869572" y="247926"/>
                  </a:lnTo>
                  <a:close/>
                  <a:moveTo>
                    <a:pt x="1834794" y="91240"/>
                  </a:moveTo>
                  <a:lnTo>
                    <a:pt x="1839746" y="173455"/>
                  </a:lnTo>
                  <a:lnTo>
                    <a:pt x="1916243" y="135019"/>
                  </a:lnTo>
                  <a:close/>
                  <a:moveTo>
                    <a:pt x="1834794" y="91240"/>
                  </a:moveTo>
                  <a:lnTo>
                    <a:pt x="1916243" y="135019"/>
                  </a:lnTo>
                  <a:lnTo>
                    <a:pt x="1911071" y="52803"/>
                  </a:lnTo>
                  <a:close/>
                  <a:moveTo>
                    <a:pt x="1916243" y="135019"/>
                  </a:moveTo>
                  <a:lnTo>
                    <a:pt x="1977986" y="202770"/>
                  </a:lnTo>
                  <a:lnTo>
                    <a:pt x="1985762" y="113965"/>
                  </a:lnTo>
                  <a:close/>
                  <a:moveTo>
                    <a:pt x="1911071" y="52803"/>
                  </a:moveTo>
                  <a:lnTo>
                    <a:pt x="1985762" y="113965"/>
                  </a:lnTo>
                  <a:lnTo>
                    <a:pt x="1955286" y="38649"/>
                  </a:lnTo>
                  <a:close/>
                  <a:moveTo>
                    <a:pt x="1911071" y="52803"/>
                  </a:moveTo>
                  <a:lnTo>
                    <a:pt x="1916243" y="135019"/>
                  </a:lnTo>
                  <a:lnTo>
                    <a:pt x="1985762" y="113965"/>
                  </a:lnTo>
                  <a:close/>
                  <a:moveTo>
                    <a:pt x="2078878" y="96581"/>
                  </a:moveTo>
                  <a:lnTo>
                    <a:pt x="2051958" y="14367"/>
                  </a:lnTo>
                  <a:lnTo>
                    <a:pt x="1985762" y="113965"/>
                  </a:lnTo>
                  <a:close/>
                  <a:moveTo>
                    <a:pt x="2051958" y="14367"/>
                  </a:moveTo>
                  <a:lnTo>
                    <a:pt x="1955286" y="38649"/>
                  </a:lnTo>
                  <a:lnTo>
                    <a:pt x="1985762" y="113965"/>
                  </a:lnTo>
                  <a:close/>
                  <a:moveTo>
                    <a:pt x="1929629" y="21968"/>
                  </a:moveTo>
                  <a:lnTo>
                    <a:pt x="1911071" y="52803"/>
                  </a:lnTo>
                  <a:lnTo>
                    <a:pt x="1955286" y="38649"/>
                  </a:lnTo>
                  <a:close/>
                  <a:moveTo>
                    <a:pt x="2057154" y="4904"/>
                  </a:moveTo>
                  <a:lnTo>
                    <a:pt x="1955286" y="38649"/>
                  </a:lnTo>
                  <a:lnTo>
                    <a:pt x="2051958" y="14367"/>
                  </a:lnTo>
                  <a:close/>
                  <a:moveTo>
                    <a:pt x="1929629" y="21968"/>
                  </a:moveTo>
                  <a:lnTo>
                    <a:pt x="1955286" y="38649"/>
                  </a:lnTo>
                  <a:lnTo>
                    <a:pt x="2057154" y="4904"/>
                  </a:lnTo>
                  <a:close/>
                  <a:moveTo>
                    <a:pt x="2195261" y="164922"/>
                  </a:moveTo>
                  <a:lnTo>
                    <a:pt x="2171363" y="178797"/>
                  </a:lnTo>
                  <a:lnTo>
                    <a:pt x="2227853" y="149261"/>
                  </a:lnTo>
                  <a:close/>
                  <a:moveTo>
                    <a:pt x="2195261" y="164922"/>
                  </a:moveTo>
                  <a:lnTo>
                    <a:pt x="2082725" y="100509"/>
                  </a:lnTo>
                  <a:lnTo>
                    <a:pt x="2171363" y="178797"/>
                  </a:lnTo>
                  <a:close/>
                  <a:moveTo>
                    <a:pt x="2083031" y="95480"/>
                  </a:moveTo>
                  <a:lnTo>
                    <a:pt x="2082725" y="100509"/>
                  </a:lnTo>
                  <a:lnTo>
                    <a:pt x="2195261" y="164922"/>
                  </a:lnTo>
                  <a:close/>
                  <a:moveTo>
                    <a:pt x="2185104" y="73088"/>
                  </a:moveTo>
                  <a:lnTo>
                    <a:pt x="2083031" y="95480"/>
                  </a:lnTo>
                  <a:lnTo>
                    <a:pt x="2195261" y="164922"/>
                  </a:lnTo>
                  <a:close/>
                  <a:moveTo>
                    <a:pt x="2195261" y="164922"/>
                  </a:moveTo>
                  <a:lnTo>
                    <a:pt x="2280276" y="156399"/>
                  </a:lnTo>
                  <a:lnTo>
                    <a:pt x="2263449" y="69987"/>
                  </a:lnTo>
                  <a:close/>
                  <a:moveTo>
                    <a:pt x="2195261" y="164922"/>
                  </a:moveTo>
                  <a:lnTo>
                    <a:pt x="2263449" y="69987"/>
                  </a:lnTo>
                  <a:lnTo>
                    <a:pt x="2185104" y="73088"/>
                  </a:lnTo>
                  <a:close/>
                  <a:moveTo>
                    <a:pt x="2078878" y="96581"/>
                  </a:moveTo>
                  <a:lnTo>
                    <a:pt x="2082725" y="100509"/>
                  </a:lnTo>
                  <a:lnTo>
                    <a:pt x="2083031" y="95480"/>
                  </a:lnTo>
                  <a:close/>
                  <a:moveTo>
                    <a:pt x="2051958" y="14367"/>
                  </a:moveTo>
                  <a:lnTo>
                    <a:pt x="2083031" y="95480"/>
                  </a:lnTo>
                  <a:lnTo>
                    <a:pt x="2063497" y="11267"/>
                  </a:lnTo>
                  <a:close/>
                  <a:moveTo>
                    <a:pt x="2051958" y="14367"/>
                  </a:moveTo>
                  <a:lnTo>
                    <a:pt x="2078878" y="96581"/>
                  </a:lnTo>
                  <a:lnTo>
                    <a:pt x="2083031" y="95480"/>
                  </a:lnTo>
                  <a:close/>
                  <a:moveTo>
                    <a:pt x="2083031" y="95480"/>
                  </a:moveTo>
                  <a:lnTo>
                    <a:pt x="2151887" y="0"/>
                  </a:lnTo>
                  <a:lnTo>
                    <a:pt x="2063497" y="11267"/>
                  </a:lnTo>
                  <a:close/>
                  <a:moveTo>
                    <a:pt x="2057154" y="4904"/>
                  </a:moveTo>
                  <a:lnTo>
                    <a:pt x="2051958" y="14367"/>
                  </a:lnTo>
                  <a:lnTo>
                    <a:pt x="2063497" y="11267"/>
                  </a:lnTo>
                  <a:close/>
                  <a:moveTo>
                    <a:pt x="2532406" y="451960"/>
                  </a:moveTo>
                  <a:lnTo>
                    <a:pt x="2496308" y="469221"/>
                  </a:lnTo>
                  <a:lnTo>
                    <a:pt x="2540069" y="466745"/>
                  </a:lnTo>
                  <a:close/>
                  <a:moveTo>
                    <a:pt x="2540069" y="466745"/>
                  </a:moveTo>
                  <a:lnTo>
                    <a:pt x="2554742" y="387006"/>
                  </a:lnTo>
                  <a:lnTo>
                    <a:pt x="2532406" y="451960"/>
                  </a:lnTo>
                  <a:close/>
                  <a:moveTo>
                    <a:pt x="2600948" y="377750"/>
                  </a:moveTo>
                  <a:lnTo>
                    <a:pt x="2554742" y="387006"/>
                  </a:lnTo>
                  <a:lnTo>
                    <a:pt x="2540069" y="46674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13" name="Candidate_density__2132">
              <a:extLst>
                <a:ext uri="{FF2B5EF4-FFF2-40B4-BE49-F238E27FC236}">
                  <a16:creationId xmlns:a16="http://schemas.microsoft.com/office/drawing/2014/main" id="{D29CED51-CBBA-C75E-4BCA-96584D1E72C6}"/>
                </a:ext>
              </a:extLst>
            </p:cNvPr>
            <p:cNvSpPr>
              <a:spLocks noGrp="1"/>
            </p:cNvSpPr>
            <p:nvPr/>
          </p:nvSpPr>
          <p:spPr>
            <a:xfrm>
              <a:off x="3953875" y="1847259"/>
              <a:ext cx="1843800" cy="1638049"/>
            </a:xfrm>
            <a:custGeom>
              <a:avLst/>
              <a:gdLst/>
              <a:ahLst/>
              <a:cxnLst/>
              <a:rect l="0" t="0" r="0" b="0"/>
              <a:pathLst>
                <a:path w="1843800" h="1638049">
                  <a:moveTo>
                    <a:pt x="0" y="1539807"/>
                  </a:moveTo>
                  <a:lnTo>
                    <a:pt x="43366" y="1509249"/>
                  </a:lnTo>
                  <a:lnTo>
                    <a:pt x="82435" y="1440120"/>
                  </a:lnTo>
                  <a:close/>
                  <a:moveTo>
                    <a:pt x="531395" y="1358469"/>
                  </a:moveTo>
                  <a:lnTo>
                    <a:pt x="505208" y="1413350"/>
                  </a:lnTo>
                  <a:lnTo>
                    <a:pt x="592672" y="1308915"/>
                  </a:lnTo>
                  <a:close/>
                  <a:moveTo>
                    <a:pt x="581872" y="1331990"/>
                  </a:moveTo>
                  <a:lnTo>
                    <a:pt x="531395" y="1358469"/>
                  </a:lnTo>
                  <a:lnTo>
                    <a:pt x="648861" y="1303792"/>
                  </a:lnTo>
                  <a:close/>
                  <a:moveTo>
                    <a:pt x="1020622" y="1638049"/>
                  </a:moveTo>
                  <a:lnTo>
                    <a:pt x="1086863" y="1611580"/>
                  </a:lnTo>
                  <a:lnTo>
                    <a:pt x="1128817" y="1553232"/>
                  </a:lnTo>
                  <a:close/>
                  <a:moveTo>
                    <a:pt x="1128817" y="1553232"/>
                  </a:moveTo>
                  <a:lnTo>
                    <a:pt x="1188972" y="1521291"/>
                  </a:lnTo>
                  <a:lnTo>
                    <a:pt x="1186973" y="1517397"/>
                  </a:lnTo>
                  <a:close/>
                  <a:moveTo>
                    <a:pt x="1153479" y="1581988"/>
                  </a:moveTo>
                  <a:lnTo>
                    <a:pt x="1188972" y="1521291"/>
                  </a:lnTo>
                  <a:lnTo>
                    <a:pt x="1128817" y="1553232"/>
                  </a:lnTo>
                  <a:close/>
                  <a:moveTo>
                    <a:pt x="1086863" y="1611580"/>
                  </a:moveTo>
                  <a:lnTo>
                    <a:pt x="1153479" y="1581988"/>
                  </a:lnTo>
                  <a:lnTo>
                    <a:pt x="1128817" y="1553232"/>
                  </a:lnTo>
                  <a:close/>
                  <a:moveTo>
                    <a:pt x="964111" y="1270751"/>
                  </a:moveTo>
                  <a:lnTo>
                    <a:pt x="904270" y="1370789"/>
                  </a:lnTo>
                  <a:lnTo>
                    <a:pt x="936349" y="1327491"/>
                  </a:lnTo>
                  <a:close/>
                  <a:moveTo>
                    <a:pt x="962235" y="1284164"/>
                  </a:moveTo>
                  <a:lnTo>
                    <a:pt x="964111" y="1270751"/>
                  </a:lnTo>
                  <a:lnTo>
                    <a:pt x="936349" y="1327491"/>
                  </a:lnTo>
                  <a:close/>
                  <a:moveTo>
                    <a:pt x="1248374" y="1506379"/>
                  </a:moveTo>
                  <a:lnTo>
                    <a:pt x="1186973" y="1517397"/>
                  </a:lnTo>
                  <a:lnTo>
                    <a:pt x="1198144" y="1513835"/>
                  </a:lnTo>
                  <a:close/>
                  <a:moveTo>
                    <a:pt x="1128817" y="1553232"/>
                  </a:moveTo>
                  <a:lnTo>
                    <a:pt x="1186973" y="1517397"/>
                  </a:lnTo>
                  <a:lnTo>
                    <a:pt x="1248374" y="1506379"/>
                  </a:lnTo>
                  <a:close/>
                  <a:moveTo>
                    <a:pt x="1278424" y="1478960"/>
                  </a:moveTo>
                  <a:lnTo>
                    <a:pt x="1319463" y="1375704"/>
                  </a:lnTo>
                  <a:lnTo>
                    <a:pt x="1303724" y="1358309"/>
                  </a:lnTo>
                  <a:close/>
                  <a:moveTo>
                    <a:pt x="1330410" y="1166620"/>
                  </a:moveTo>
                  <a:lnTo>
                    <a:pt x="1355127" y="1193878"/>
                  </a:lnTo>
                  <a:lnTo>
                    <a:pt x="1341302" y="1144759"/>
                  </a:lnTo>
                  <a:close/>
                  <a:moveTo>
                    <a:pt x="1341302" y="1144759"/>
                  </a:moveTo>
                  <a:lnTo>
                    <a:pt x="1355127" y="1193878"/>
                  </a:lnTo>
                  <a:lnTo>
                    <a:pt x="1354152" y="1129349"/>
                  </a:lnTo>
                  <a:close/>
                  <a:moveTo>
                    <a:pt x="1341302" y="1144759"/>
                  </a:moveTo>
                  <a:lnTo>
                    <a:pt x="1354152" y="1129349"/>
                  </a:lnTo>
                  <a:lnTo>
                    <a:pt x="1398852" y="1081272"/>
                  </a:lnTo>
                  <a:close/>
                  <a:moveTo>
                    <a:pt x="1398852" y="1081272"/>
                  </a:moveTo>
                  <a:lnTo>
                    <a:pt x="1400266" y="1070328"/>
                  </a:lnTo>
                  <a:lnTo>
                    <a:pt x="1389003" y="1107902"/>
                  </a:lnTo>
                  <a:close/>
                  <a:moveTo>
                    <a:pt x="1341302" y="1144759"/>
                  </a:moveTo>
                  <a:lnTo>
                    <a:pt x="1398852" y="1081272"/>
                  </a:lnTo>
                  <a:lnTo>
                    <a:pt x="1389003" y="1107902"/>
                  </a:lnTo>
                  <a:close/>
                  <a:moveTo>
                    <a:pt x="1400266" y="1070328"/>
                  </a:moveTo>
                  <a:lnTo>
                    <a:pt x="1398852" y="1081272"/>
                  </a:lnTo>
                  <a:lnTo>
                    <a:pt x="1411034" y="1073227"/>
                  </a:lnTo>
                  <a:close/>
                  <a:moveTo>
                    <a:pt x="1719638" y="368651"/>
                  </a:moveTo>
                  <a:lnTo>
                    <a:pt x="1697242" y="348374"/>
                  </a:lnTo>
                  <a:lnTo>
                    <a:pt x="1637904" y="341720"/>
                  </a:lnTo>
                  <a:close/>
                  <a:moveTo>
                    <a:pt x="1843800" y="339013"/>
                  </a:moveTo>
                  <a:lnTo>
                    <a:pt x="1752047" y="365560"/>
                  </a:lnTo>
                  <a:lnTo>
                    <a:pt x="1719638" y="368651"/>
                  </a:lnTo>
                  <a:close/>
                  <a:moveTo>
                    <a:pt x="1694686" y="60156"/>
                  </a:moveTo>
                  <a:lnTo>
                    <a:pt x="1736155" y="0"/>
                  </a:lnTo>
                  <a:lnTo>
                    <a:pt x="1624560" y="7662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14" name="Candidate_density__2133">
              <a:extLst>
                <a:ext uri="{FF2B5EF4-FFF2-40B4-BE49-F238E27FC236}">
                  <a16:creationId xmlns:a16="http://schemas.microsoft.com/office/drawing/2014/main" id="{9A8FBBA4-3D76-4892-CF9D-7CBD7D02FF8B}"/>
                </a:ext>
              </a:extLst>
            </p:cNvPr>
            <p:cNvSpPr>
              <a:spLocks noGrp="1"/>
            </p:cNvSpPr>
            <p:nvPr/>
          </p:nvSpPr>
          <p:spPr>
            <a:xfrm>
              <a:off x="3819709" y="1829279"/>
              <a:ext cx="2101461" cy="1716201"/>
            </a:xfrm>
            <a:custGeom>
              <a:avLst/>
              <a:gdLst/>
              <a:ahLst/>
              <a:cxnLst/>
              <a:rect l="0" t="0" r="0" b="0"/>
              <a:pathLst>
                <a:path w="2101461" h="1716201">
                  <a:moveTo>
                    <a:pt x="0" y="1205581"/>
                  </a:moveTo>
                  <a:lnTo>
                    <a:pt x="2169" y="1285537"/>
                  </a:lnTo>
                  <a:lnTo>
                    <a:pt x="3901" y="1190489"/>
                  </a:lnTo>
                  <a:close/>
                  <a:moveTo>
                    <a:pt x="195461" y="1519350"/>
                  </a:moveTo>
                  <a:lnTo>
                    <a:pt x="216601" y="1458100"/>
                  </a:lnTo>
                  <a:lnTo>
                    <a:pt x="216338" y="1432790"/>
                  </a:lnTo>
                  <a:close/>
                  <a:moveTo>
                    <a:pt x="566784" y="1716201"/>
                  </a:moveTo>
                  <a:lnTo>
                    <a:pt x="633623" y="1687443"/>
                  </a:lnTo>
                  <a:lnTo>
                    <a:pt x="673383" y="1620895"/>
                  </a:lnTo>
                  <a:close/>
                  <a:moveTo>
                    <a:pt x="611115" y="1666747"/>
                  </a:moveTo>
                  <a:lnTo>
                    <a:pt x="566784" y="1716201"/>
                  </a:lnTo>
                  <a:lnTo>
                    <a:pt x="673383" y="1620895"/>
                  </a:lnTo>
                  <a:close/>
                  <a:moveTo>
                    <a:pt x="649085" y="1523527"/>
                  </a:moveTo>
                  <a:lnTo>
                    <a:pt x="689851" y="1486255"/>
                  </a:lnTo>
                  <a:lnTo>
                    <a:pt x="696192" y="1568471"/>
                  </a:lnTo>
                  <a:close/>
                  <a:moveTo>
                    <a:pt x="609719" y="1404040"/>
                  </a:moveTo>
                  <a:lnTo>
                    <a:pt x="639373" y="1431330"/>
                  </a:lnTo>
                  <a:lnTo>
                    <a:pt x="665561" y="1376449"/>
                  </a:lnTo>
                  <a:close/>
                  <a:moveTo>
                    <a:pt x="437159" y="1079808"/>
                  </a:moveTo>
                  <a:lnTo>
                    <a:pt x="446349" y="1066703"/>
                  </a:lnTo>
                  <a:lnTo>
                    <a:pt x="404800" y="1157395"/>
                  </a:lnTo>
                  <a:close/>
                  <a:moveTo>
                    <a:pt x="446349" y="1066703"/>
                  </a:moveTo>
                  <a:lnTo>
                    <a:pt x="433059" y="1064477"/>
                  </a:lnTo>
                  <a:lnTo>
                    <a:pt x="394886" y="992965"/>
                  </a:lnTo>
                  <a:close/>
                  <a:moveTo>
                    <a:pt x="539624" y="969048"/>
                  </a:moveTo>
                  <a:lnTo>
                    <a:pt x="527270" y="961416"/>
                  </a:lnTo>
                  <a:lnTo>
                    <a:pt x="604263" y="1036744"/>
                  </a:lnTo>
                  <a:close/>
                  <a:moveTo>
                    <a:pt x="809490" y="1253528"/>
                  </a:moveTo>
                  <a:lnTo>
                    <a:pt x="716037" y="1349969"/>
                  </a:lnTo>
                  <a:lnTo>
                    <a:pt x="783026" y="1321772"/>
                  </a:lnTo>
                  <a:close/>
                  <a:moveTo>
                    <a:pt x="539624" y="969048"/>
                  </a:moveTo>
                  <a:lnTo>
                    <a:pt x="677715" y="991488"/>
                  </a:lnTo>
                  <a:lnTo>
                    <a:pt x="595322" y="962091"/>
                  </a:lnTo>
                  <a:close/>
                  <a:moveTo>
                    <a:pt x="1166661" y="1288731"/>
                  </a:moveTo>
                  <a:lnTo>
                    <a:pt x="1181197" y="1293797"/>
                  </a:lnTo>
                  <a:lnTo>
                    <a:pt x="1188700" y="1293484"/>
                  </a:lnTo>
                  <a:close/>
                  <a:moveTo>
                    <a:pt x="1098277" y="1288731"/>
                  </a:moveTo>
                  <a:lnTo>
                    <a:pt x="1096400" y="1302144"/>
                  </a:lnTo>
                  <a:lnTo>
                    <a:pt x="1110878" y="1281178"/>
                  </a:lnTo>
                  <a:close/>
                  <a:moveTo>
                    <a:pt x="1166661" y="1288731"/>
                  </a:moveTo>
                  <a:lnTo>
                    <a:pt x="1188700" y="1293484"/>
                  </a:lnTo>
                  <a:lnTo>
                    <a:pt x="1189898" y="1286723"/>
                  </a:lnTo>
                  <a:close/>
                  <a:moveTo>
                    <a:pt x="1189898" y="1286723"/>
                  </a:moveTo>
                  <a:lnTo>
                    <a:pt x="1110878" y="1281178"/>
                  </a:lnTo>
                  <a:lnTo>
                    <a:pt x="1166661" y="1288731"/>
                  </a:lnTo>
                  <a:close/>
                  <a:moveTo>
                    <a:pt x="1161462" y="976445"/>
                  </a:moveTo>
                  <a:lnTo>
                    <a:pt x="1203355" y="917871"/>
                  </a:lnTo>
                  <a:lnTo>
                    <a:pt x="1094150" y="1003434"/>
                  </a:lnTo>
                  <a:close/>
                  <a:moveTo>
                    <a:pt x="1225840" y="857135"/>
                  </a:moveTo>
                  <a:lnTo>
                    <a:pt x="1203355" y="917871"/>
                  </a:lnTo>
                  <a:lnTo>
                    <a:pt x="1266213" y="882998"/>
                  </a:lnTo>
                  <a:close/>
                  <a:moveTo>
                    <a:pt x="1235643" y="823390"/>
                  </a:moveTo>
                  <a:lnTo>
                    <a:pt x="1268036" y="881046"/>
                  </a:lnTo>
                  <a:lnTo>
                    <a:pt x="1311643" y="828883"/>
                  </a:lnTo>
                  <a:close/>
                  <a:moveTo>
                    <a:pt x="1534432" y="1088308"/>
                  </a:moveTo>
                  <a:lnTo>
                    <a:pt x="1545199" y="1091207"/>
                  </a:lnTo>
                  <a:lnTo>
                    <a:pt x="1543793" y="980605"/>
                  </a:lnTo>
                  <a:close/>
                  <a:moveTo>
                    <a:pt x="1359803" y="793743"/>
                  </a:moveTo>
                  <a:lnTo>
                    <a:pt x="1265809" y="824641"/>
                  </a:lnTo>
                  <a:lnTo>
                    <a:pt x="1235643" y="823390"/>
                  </a:lnTo>
                  <a:close/>
                  <a:moveTo>
                    <a:pt x="1359803" y="793743"/>
                  </a:moveTo>
                  <a:lnTo>
                    <a:pt x="1235643" y="823390"/>
                  </a:lnTo>
                  <a:lnTo>
                    <a:pt x="1311643" y="828883"/>
                  </a:lnTo>
                  <a:close/>
                  <a:moveTo>
                    <a:pt x="1381622" y="811866"/>
                  </a:moveTo>
                  <a:lnTo>
                    <a:pt x="1401555" y="806125"/>
                  </a:lnTo>
                  <a:lnTo>
                    <a:pt x="1359803" y="793743"/>
                  </a:lnTo>
                  <a:close/>
                  <a:moveTo>
                    <a:pt x="1381622" y="811866"/>
                  </a:moveTo>
                  <a:lnTo>
                    <a:pt x="1359803" y="793743"/>
                  </a:lnTo>
                  <a:lnTo>
                    <a:pt x="1311643" y="828883"/>
                  </a:lnTo>
                  <a:close/>
                  <a:moveTo>
                    <a:pt x="1559330" y="867882"/>
                  </a:moveTo>
                  <a:lnTo>
                    <a:pt x="1581917" y="888340"/>
                  </a:lnTo>
                  <a:lnTo>
                    <a:pt x="1610934" y="786429"/>
                  </a:lnTo>
                  <a:close/>
                  <a:moveTo>
                    <a:pt x="1604234" y="719912"/>
                  </a:moveTo>
                  <a:lnTo>
                    <a:pt x="1657843" y="648200"/>
                  </a:lnTo>
                  <a:lnTo>
                    <a:pt x="1655940" y="647037"/>
                  </a:lnTo>
                  <a:close/>
                  <a:moveTo>
                    <a:pt x="1629317" y="750234"/>
                  </a:moveTo>
                  <a:lnTo>
                    <a:pt x="1657843" y="648200"/>
                  </a:lnTo>
                  <a:lnTo>
                    <a:pt x="1604234" y="719912"/>
                  </a:lnTo>
                  <a:close/>
                  <a:moveTo>
                    <a:pt x="1553025" y="743650"/>
                  </a:moveTo>
                  <a:lnTo>
                    <a:pt x="1629317" y="750234"/>
                  </a:lnTo>
                  <a:lnTo>
                    <a:pt x="1604234" y="719912"/>
                  </a:lnTo>
                  <a:close/>
                  <a:moveTo>
                    <a:pt x="1763308" y="723143"/>
                  </a:moveTo>
                  <a:lnTo>
                    <a:pt x="1898175" y="773030"/>
                  </a:lnTo>
                  <a:lnTo>
                    <a:pt x="1819080" y="750664"/>
                  </a:lnTo>
                  <a:close/>
                  <a:moveTo>
                    <a:pt x="1763308" y="723143"/>
                  </a:moveTo>
                  <a:lnTo>
                    <a:pt x="1898671" y="773780"/>
                  </a:lnTo>
                  <a:lnTo>
                    <a:pt x="1898175" y="773030"/>
                  </a:lnTo>
                  <a:close/>
                  <a:moveTo>
                    <a:pt x="1610561" y="726139"/>
                  </a:moveTo>
                  <a:lnTo>
                    <a:pt x="1655940" y="647037"/>
                  </a:lnTo>
                  <a:lnTo>
                    <a:pt x="1662631" y="644308"/>
                  </a:lnTo>
                  <a:close/>
                  <a:moveTo>
                    <a:pt x="1615641" y="564822"/>
                  </a:moveTo>
                  <a:lnTo>
                    <a:pt x="1631421" y="542898"/>
                  </a:lnTo>
                  <a:lnTo>
                    <a:pt x="1668955" y="468029"/>
                  </a:lnTo>
                  <a:close/>
                  <a:moveTo>
                    <a:pt x="1980442" y="796657"/>
                  </a:moveTo>
                  <a:lnTo>
                    <a:pt x="1898671" y="773780"/>
                  </a:lnTo>
                  <a:lnTo>
                    <a:pt x="1948889" y="793546"/>
                  </a:lnTo>
                  <a:close/>
                  <a:moveTo>
                    <a:pt x="1898175" y="773030"/>
                  </a:moveTo>
                  <a:lnTo>
                    <a:pt x="1901247" y="771685"/>
                  </a:lnTo>
                  <a:lnTo>
                    <a:pt x="1819080" y="750664"/>
                  </a:lnTo>
                  <a:close/>
                  <a:moveTo>
                    <a:pt x="1901247" y="771685"/>
                  </a:moveTo>
                  <a:lnTo>
                    <a:pt x="2008867" y="744784"/>
                  </a:lnTo>
                  <a:lnTo>
                    <a:pt x="1943419" y="721687"/>
                  </a:lnTo>
                  <a:close/>
                  <a:moveTo>
                    <a:pt x="2053794" y="792247"/>
                  </a:moveTo>
                  <a:lnTo>
                    <a:pt x="2101461" y="755267"/>
                  </a:lnTo>
                  <a:lnTo>
                    <a:pt x="1980442" y="796657"/>
                  </a:lnTo>
                  <a:close/>
                  <a:moveTo>
                    <a:pt x="1847515" y="415000"/>
                  </a:moveTo>
                  <a:lnTo>
                    <a:pt x="1853803" y="386630"/>
                  </a:lnTo>
                  <a:lnTo>
                    <a:pt x="1772070" y="359700"/>
                  </a:lnTo>
                  <a:close/>
                  <a:moveTo>
                    <a:pt x="1752415" y="405734"/>
                  </a:moveTo>
                  <a:lnTo>
                    <a:pt x="1762230" y="423742"/>
                  </a:lnTo>
                  <a:lnTo>
                    <a:pt x="1772070" y="359700"/>
                  </a:lnTo>
                  <a:close/>
                  <a:moveTo>
                    <a:pt x="1758726" y="94606"/>
                  </a:moveTo>
                  <a:lnTo>
                    <a:pt x="1837336" y="0"/>
                  </a:lnTo>
                  <a:lnTo>
                    <a:pt x="1776995" y="11371"/>
                  </a:lnTo>
                  <a:close/>
                  <a:moveTo>
                    <a:pt x="1870320" y="17980"/>
                  </a:moveTo>
                  <a:lnTo>
                    <a:pt x="1837336" y="0"/>
                  </a:lnTo>
                  <a:lnTo>
                    <a:pt x="1758726" y="9460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15" name="Candidate_density__2134">
              <a:extLst>
                <a:ext uri="{FF2B5EF4-FFF2-40B4-BE49-F238E27FC236}">
                  <a16:creationId xmlns:a16="http://schemas.microsoft.com/office/drawing/2014/main" id="{5C475BB1-50C8-230D-4D97-097D4B2C92C6}"/>
                </a:ext>
              </a:extLst>
            </p:cNvPr>
            <p:cNvSpPr>
              <a:spLocks noGrp="1"/>
            </p:cNvSpPr>
            <p:nvPr/>
          </p:nvSpPr>
          <p:spPr>
            <a:xfrm>
              <a:off x="5152018" y="3326218"/>
              <a:ext cx="80280" cy="34875"/>
            </a:xfrm>
            <a:custGeom>
              <a:avLst/>
              <a:gdLst/>
              <a:ahLst/>
              <a:cxnLst/>
              <a:rect l="0" t="0" r="0" b="0"/>
              <a:pathLst>
                <a:path w="80280" h="34875">
                  <a:moveTo>
                    <a:pt x="80280" y="0"/>
                  </a:moveTo>
                  <a:lnTo>
                    <a:pt x="50231" y="27419"/>
                  </a:lnTo>
                  <a:lnTo>
                    <a:pt x="0" y="34875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51816" name="Candidate_density__2135">
              <a:extLst>
                <a:ext uri="{FF2B5EF4-FFF2-40B4-BE49-F238E27FC236}">
                  <a16:creationId xmlns:a16="http://schemas.microsoft.com/office/drawing/2014/main" id="{6715C55A-FCAA-2DC8-A1C2-5E3C6B01AAC7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77578"/>
              <a:ext cx="2786288" cy="1527273"/>
            </a:xfrm>
            <a:custGeom>
              <a:avLst/>
              <a:gdLst/>
              <a:ahLst/>
              <a:cxnLst/>
              <a:rect l="0" t="0" r="0" b="0"/>
              <a:pathLst>
                <a:path w="2786288" h="1527273">
                  <a:moveTo>
                    <a:pt x="35134" y="1238574"/>
                  </a:moveTo>
                  <a:lnTo>
                    <a:pt x="0" y="1218243"/>
                  </a:lnTo>
                  <a:lnTo>
                    <a:pt x="59303" y="1280627"/>
                  </a:lnTo>
                  <a:close/>
                  <a:moveTo>
                    <a:pt x="247023" y="1527273"/>
                  </a:moveTo>
                  <a:lnTo>
                    <a:pt x="258891" y="1488836"/>
                  </a:lnTo>
                  <a:lnTo>
                    <a:pt x="201843" y="1445058"/>
                  </a:lnTo>
                  <a:close/>
                  <a:moveTo>
                    <a:pt x="169863" y="1362842"/>
                  </a:moveTo>
                  <a:lnTo>
                    <a:pt x="249320" y="1336919"/>
                  </a:lnTo>
                  <a:lnTo>
                    <a:pt x="133807" y="1328836"/>
                  </a:lnTo>
                  <a:close/>
                  <a:moveTo>
                    <a:pt x="59303" y="1280627"/>
                  </a:moveTo>
                  <a:lnTo>
                    <a:pt x="100074" y="1242191"/>
                  </a:lnTo>
                  <a:lnTo>
                    <a:pt x="35134" y="1238574"/>
                  </a:lnTo>
                  <a:close/>
                  <a:moveTo>
                    <a:pt x="100074" y="1242191"/>
                  </a:moveTo>
                  <a:lnTo>
                    <a:pt x="89794" y="1227736"/>
                  </a:lnTo>
                  <a:lnTo>
                    <a:pt x="35134" y="1238574"/>
                  </a:lnTo>
                  <a:close/>
                  <a:moveTo>
                    <a:pt x="56405" y="1159976"/>
                  </a:moveTo>
                  <a:lnTo>
                    <a:pt x="35134" y="1238574"/>
                  </a:lnTo>
                  <a:lnTo>
                    <a:pt x="89794" y="1227736"/>
                  </a:lnTo>
                  <a:close/>
                  <a:moveTo>
                    <a:pt x="482754" y="1468510"/>
                  </a:moveTo>
                  <a:lnTo>
                    <a:pt x="370718" y="1406621"/>
                  </a:lnTo>
                  <a:lnTo>
                    <a:pt x="424998" y="1429834"/>
                  </a:lnTo>
                  <a:close/>
                  <a:moveTo>
                    <a:pt x="56405" y="1159976"/>
                  </a:moveTo>
                  <a:lnTo>
                    <a:pt x="53260" y="1074852"/>
                  </a:lnTo>
                  <a:lnTo>
                    <a:pt x="53312" y="1091335"/>
                  </a:lnTo>
                  <a:close/>
                  <a:moveTo>
                    <a:pt x="67829" y="1039324"/>
                  </a:moveTo>
                  <a:lnTo>
                    <a:pt x="53260" y="1074852"/>
                  </a:lnTo>
                  <a:lnTo>
                    <a:pt x="56405" y="1159976"/>
                  </a:lnTo>
                  <a:close/>
                  <a:moveTo>
                    <a:pt x="312540" y="1072824"/>
                  </a:moveTo>
                  <a:lnTo>
                    <a:pt x="387343" y="1083103"/>
                  </a:lnTo>
                  <a:lnTo>
                    <a:pt x="265257" y="1023686"/>
                  </a:lnTo>
                  <a:close/>
                  <a:moveTo>
                    <a:pt x="387343" y="1083103"/>
                  </a:moveTo>
                  <a:lnTo>
                    <a:pt x="312540" y="1072824"/>
                  </a:lnTo>
                  <a:lnTo>
                    <a:pt x="318945" y="1080131"/>
                  </a:lnTo>
                  <a:close/>
                  <a:moveTo>
                    <a:pt x="285324" y="807187"/>
                  </a:moveTo>
                  <a:lnTo>
                    <a:pt x="192843" y="821781"/>
                  </a:lnTo>
                  <a:lnTo>
                    <a:pt x="311308" y="853015"/>
                  </a:lnTo>
                  <a:close/>
                  <a:moveTo>
                    <a:pt x="364273" y="772388"/>
                  </a:moveTo>
                  <a:lnTo>
                    <a:pt x="275295" y="715806"/>
                  </a:lnTo>
                  <a:lnTo>
                    <a:pt x="359523" y="807457"/>
                  </a:lnTo>
                  <a:close/>
                  <a:moveTo>
                    <a:pt x="514243" y="759584"/>
                  </a:moveTo>
                  <a:lnTo>
                    <a:pt x="488926" y="744583"/>
                  </a:lnTo>
                  <a:lnTo>
                    <a:pt x="442357" y="785672"/>
                  </a:lnTo>
                  <a:close/>
                  <a:moveTo>
                    <a:pt x="442357" y="785672"/>
                  </a:moveTo>
                  <a:lnTo>
                    <a:pt x="488926" y="744583"/>
                  </a:lnTo>
                  <a:lnTo>
                    <a:pt x="364273" y="772388"/>
                  </a:lnTo>
                  <a:close/>
                  <a:moveTo>
                    <a:pt x="1059074" y="1302932"/>
                  </a:moveTo>
                  <a:lnTo>
                    <a:pt x="1130779" y="1305229"/>
                  </a:lnTo>
                  <a:lnTo>
                    <a:pt x="1057595" y="1262251"/>
                  </a:lnTo>
                  <a:close/>
                  <a:moveTo>
                    <a:pt x="1130779" y="1305229"/>
                  </a:moveTo>
                  <a:lnTo>
                    <a:pt x="1139288" y="1289030"/>
                  </a:lnTo>
                  <a:lnTo>
                    <a:pt x="1057595" y="1262251"/>
                  </a:lnTo>
                  <a:close/>
                  <a:moveTo>
                    <a:pt x="1057595" y="1262251"/>
                  </a:moveTo>
                  <a:lnTo>
                    <a:pt x="988629" y="1214439"/>
                  </a:lnTo>
                  <a:lnTo>
                    <a:pt x="1059074" y="1302932"/>
                  </a:lnTo>
                  <a:close/>
                  <a:moveTo>
                    <a:pt x="978186" y="1244015"/>
                  </a:moveTo>
                  <a:lnTo>
                    <a:pt x="1025575" y="1296654"/>
                  </a:lnTo>
                  <a:lnTo>
                    <a:pt x="1059074" y="1302932"/>
                  </a:lnTo>
                  <a:close/>
                  <a:moveTo>
                    <a:pt x="965424" y="1218384"/>
                  </a:moveTo>
                  <a:lnTo>
                    <a:pt x="978186" y="1244015"/>
                  </a:lnTo>
                  <a:lnTo>
                    <a:pt x="1059074" y="1302932"/>
                  </a:lnTo>
                  <a:close/>
                  <a:moveTo>
                    <a:pt x="1130779" y="1305229"/>
                  </a:moveTo>
                  <a:lnTo>
                    <a:pt x="1148653" y="1296654"/>
                  </a:lnTo>
                  <a:lnTo>
                    <a:pt x="1139288" y="1289030"/>
                  </a:lnTo>
                  <a:close/>
                  <a:moveTo>
                    <a:pt x="965424" y="1218384"/>
                  </a:moveTo>
                  <a:lnTo>
                    <a:pt x="905126" y="1186055"/>
                  </a:lnTo>
                  <a:lnTo>
                    <a:pt x="883977" y="1224007"/>
                  </a:lnTo>
                  <a:close/>
                  <a:moveTo>
                    <a:pt x="624141" y="756272"/>
                  </a:moveTo>
                  <a:lnTo>
                    <a:pt x="514243" y="759584"/>
                  </a:lnTo>
                  <a:lnTo>
                    <a:pt x="575948" y="791287"/>
                  </a:lnTo>
                  <a:close/>
                  <a:moveTo>
                    <a:pt x="534105" y="726117"/>
                  </a:moveTo>
                  <a:lnTo>
                    <a:pt x="537349" y="710426"/>
                  </a:lnTo>
                  <a:lnTo>
                    <a:pt x="514243" y="759584"/>
                  </a:lnTo>
                  <a:close/>
                  <a:moveTo>
                    <a:pt x="1052142" y="1026659"/>
                  </a:moveTo>
                  <a:lnTo>
                    <a:pt x="1129663" y="1105952"/>
                  </a:lnTo>
                  <a:lnTo>
                    <a:pt x="1131986" y="1046527"/>
                  </a:lnTo>
                  <a:close/>
                  <a:moveTo>
                    <a:pt x="1014354" y="1050009"/>
                  </a:moveTo>
                  <a:lnTo>
                    <a:pt x="1129663" y="1105952"/>
                  </a:lnTo>
                  <a:lnTo>
                    <a:pt x="1052142" y="1026659"/>
                  </a:lnTo>
                  <a:close/>
                  <a:moveTo>
                    <a:pt x="866378" y="929357"/>
                  </a:moveTo>
                  <a:lnTo>
                    <a:pt x="808365" y="887739"/>
                  </a:lnTo>
                  <a:lnTo>
                    <a:pt x="804210" y="885579"/>
                  </a:lnTo>
                  <a:close/>
                  <a:moveTo>
                    <a:pt x="866378" y="929357"/>
                  </a:moveTo>
                  <a:lnTo>
                    <a:pt x="804210" y="885579"/>
                  </a:lnTo>
                  <a:lnTo>
                    <a:pt x="820163" y="847142"/>
                  </a:lnTo>
                  <a:close/>
                  <a:moveTo>
                    <a:pt x="947148" y="932965"/>
                  </a:moveTo>
                  <a:lnTo>
                    <a:pt x="949979" y="923350"/>
                  </a:lnTo>
                  <a:lnTo>
                    <a:pt x="867281" y="937304"/>
                  </a:lnTo>
                  <a:close/>
                  <a:moveTo>
                    <a:pt x="867281" y="937304"/>
                  </a:moveTo>
                  <a:lnTo>
                    <a:pt x="949979" y="923350"/>
                  </a:lnTo>
                  <a:lnTo>
                    <a:pt x="808778" y="885579"/>
                  </a:lnTo>
                  <a:close/>
                  <a:moveTo>
                    <a:pt x="808778" y="885579"/>
                  </a:moveTo>
                  <a:lnTo>
                    <a:pt x="949979" y="923350"/>
                  </a:lnTo>
                  <a:lnTo>
                    <a:pt x="856098" y="847142"/>
                  </a:lnTo>
                  <a:close/>
                  <a:moveTo>
                    <a:pt x="808778" y="885579"/>
                  </a:moveTo>
                  <a:lnTo>
                    <a:pt x="808365" y="887739"/>
                  </a:lnTo>
                  <a:lnTo>
                    <a:pt x="867281" y="937304"/>
                  </a:lnTo>
                  <a:close/>
                  <a:moveTo>
                    <a:pt x="953693" y="929357"/>
                  </a:moveTo>
                  <a:lnTo>
                    <a:pt x="947148" y="932965"/>
                  </a:lnTo>
                  <a:lnTo>
                    <a:pt x="916611" y="1013793"/>
                  </a:lnTo>
                  <a:close/>
                  <a:moveTo>
                    <a:pt x="820163" y="847142"/>
                  </a:moveTo>
                  <a:lnTo>
                    <a:pt x="804210" y="885579"/>
                  </a:lnTo>
                  <a:lnTo>
                    <a:pt x="854839" y="846291"/>
                  </a:lnTo>
                  <a:close/>
                  <a:moveTo>
                    <a:pt x="856098" y="847142"/>
                  </a:moveTo>
                  <a:lnTo>
                    <a:pt x="854839" y="846291"/>
                  </a:lnTo>
                  <a:lnTo>
                    <a:pt x="807230" y="883493"/>
                  </a:lnTo>
                  <a:close/>
                  <a:moveTo>
                    <a:pt x="796414" y="627850"/>
                  </a:moveTo>
                  <a:lnTo>
                    <a:pt x="720663" y="595541"/>
                  </a:lnTo>
                  <a:lnTo>
                    <a:pt x="774622" y="609832"/>
                  </a:lnTo>
                  <a:close/>
                  <a:moveTo>
                    <a:pt x="796414" y="627850"/>
                  </a:moveTo>
                  <a:lnTo>
                    <a:pt x="774622" y="609832"/>
                  </a:lnTo>
                  <a:lnTo>
                    <a:pt x="845684" y="596860"/>
                  </a:lnTo>
                  <a:close/>
                  <a:moveTo>
                    <a:pt x="642258" y="598690"/>
                  </a:moveTo>
                  <a:lnTo>
                    <a:pt x="720663" y="595541"/>
                  </a:lnTo>
                  <a:lnTo>
                    <a:pt x="712808" y="593920"/>
                  </a:lnTo>
                  <a:close/>
                  <a:moveTo>
                    <a:pt x="890910" y="617817"/>
                  </a:moveTo>
                  <a:lnTo>
                    <a:pt x="927592" y="624444"/>
                  </a:lnTo>
                  <a:lnTo>
                    <a:pt x="845684" y="596860"/>
                  </a:lnTo>
                  <a:close/>
                  <a:moveTo>
                    <a:pt x="890910" y="617817"/>
                  </a:moveTo>
                  <a:lnTo>
                    <a:pt x="948204" y="631830"/>
                  </a:lnTo>
                  <a:lnTo>
                    <a:pt x="927592" y="624444"/>
                  </a:lnTo>
                  <a:close/>
                  <a:moveTo>
                    <a:pt x="1379745" y="769937"/>
                  </a:moveTo>
                  <a:lnTo>
                    <a:pt x="1476210" y="705715"/>
                  </a:lnTo>
                  <a:lnTo>
                    <a:pt x="1397422" y="731833"/>
                  </a:lnTo>
                  <a:close/>
                  <a:moveTo>
                    <a:pt x="1466818" y="816827"/>
                  </a:moveTo>
                  <a:lnTo>
                    <a:pt x="1556931" y="875091"/>
                  </a:lnTo>
                  <a:lnTo>
                    <a:pt x="1541646" y="775611"/>
                  </a:lnTo>
                  <a:close/>
                  <a:moveTo>
                    <a:pt x="2350164" y="1280680"/>
                  </a:moveTo>
                  <a:lnTo>
                    <a:pt x="2247062" y="1303909"/>
                  </a:lnTo>
                  <a:lnTo>
                    <a:pt x="2239898" y="1326238"/>
                  </a:lnTo>
                  <a:close/>
                  <a:moveTo>
                    <a:pt x="2526630" y="397071"/>
                  </a:moveTo>
                  <a:lnTo>
                    <a:pt x="2609897" y="389969"/>
                  </a:lnTo>
                  <a:lnTo>
                    <a:pt x="2590966" y="305267"/>
                  </a:lnTo>
                  <a:close/>
                  <a:moveTo>
                    <a:pt x="2588098" y="500913"/>
                  </a:moveTo>
                  <a:lnTo>
                    <a:pt x="2679573" y="385904"/>
                  </a:lnTo>
                  <a:lnTo>
                    <a:pt x="2609897" y="389969"/>
                  </a:lnTo>
                  <a:close/>
                  <a:moveTo>
                    <a:pt x="2689997" y="388037"/>
                  </a:moveTo>
                  <a:lnTo>
                    <a:pt x="2679573" y="385904"/>
                  </a:lnTo>
                  <a:lnTo>
                    <a:pt x="2588098" y="500913"/>
                  </a:lnTo>
                  <a:close/>
                  <a:moveTo>
                    <a:pt x="2470223" y="221474"/>
                  </a:moveTo>
                  <a:lnTo>
                    <a:pt x="2439076" y="285858"/>
                  </a:lnTo>
                  <a:lnTo>
                    <a:pt x="2453919" y="256000"/>
                  </a:lnTo>
                  <a:close/>
                  <a:moveTo>
                    <a:pt x="2453919" y="256000"/>
                  </a:moveTo>
                  <a:lnTo>
                    <a:pt x="2439076" y="285858"/>
                  </a:lnTo>
                  <a:lnTo>
                    <a:pt x="2440183" y="306666"/>
                  </a:lnTo>
                  <a:close/>
                  <a:moveTo>
                    <a:pt x="2453919" y="256000"/>
                  </a:moveTo>
                  <a:lnTo>
                    <a:pt x="2565345" y="226004"/>
                  </a:lnTo>
                  <a:lnTo>
                    <a:pt x="2491094" y="201685"/>
                  </a:lnTo>
                  <a:close/>
                  <a:moveTo>
                    <a:pt x="2786288" y="367750"/>
                  </a:moveTo>
                  <a:lnTo>
                    <a:pt x="2690568" y="384977"/>
                  </a:lnTo>
                  <a:lnTo>
                    <a:pt x="2689997" y="388037"/>
                  </a:lnTo>
                  <a:close/>
                  <a:moveTo>
                    <a:pt x="2433570" y="111858"/>
                  </a:moveTo>
                  <a:lnTo>
                    <a:pt x="2476793" y="37219"/>
                  </a:lnTo>
                  <a:lnTo>
                    <a:pt x="2413848" y="27800"/>
                  </a:lnTo>
                  <a:close/>
                  <a:moveTo>
                    <a:pt x="2413848" y="27800"/>
                  </a:moveTo>
                  <a:lnTo>
                    <a:pt x="2476793" y="37219"/>
                  </a:lnTo>
                  <a:lnTo>
                    <a:pt x="2437150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17" name="Candidate_density__2136">
              <a:extLst>
                <a:ext uri="{FF2B5EF4-FFF2-40B4-BE49-F238E27FC236}">
                  <a16:creationId xmlns:a16="http://schemas.microsoft.com/office/drawing/2014/main" id="{A4AACF38-355B-44BD-9E3B-169A0CE9665C}"/>
                </a:ext>
              </a:extLst>
            </p:cNvPr>
            <p:cNvSpPr>
              <a:spLocks noGrp="1"/>
            </p:cNvSpPr>
            <p:nvPr/>
          </p:nvSpPr>
          <p:spPr>
            <a:xfrm>
              <a:off x="3632227" y="1900249"/>
              <a:ext cx="2476090" cy="1645231"/>
            </a:xfrm>
            <a:custGeom>
              <a:avLst/>
              <a:gdLst/>
              <a:ahLst/>
              <a:cxnLst/>
              <a:rect l="0" t="0" r="0" b="0"/>
              <a:pathLst>
                <a:path w="2476090" h="1645231">
                  <a:moveTo>
                    <a:pt x="118180" y="1412263"/>
                  </a:moveTo>
                  <a:lnTo>
                    <a:pt x="184139" y="1486816"/>
                  </a:lnTo>
                  <a:lnTo>
                    <a:pt x="135058" y="1432466"/>
                  </a:lnTo>
                  <a:close/>
                  <a:moveTo>
                    <a:pt x="135058" y="1432466"/>
                  </a:moveTo>
                  <a:lnTo>
                    <a:pt x="184139" y="1486816"/>
                  </a:lnTo>
                  <a:lnTo>
                    <a:pt x="167235" y="1472475"/>
                  </a:lnTo>
                  <a:close/>
                  <a:moveTo>
                    <a:pt x="0" y="1206164"/>
                  </a:moveTo>
                  <a:lnTo>
                    <a:pt x="124139" y="1176438"/>
                  </a:lnTo>
                  <a:lnTo>
                    <a:pt x="47212" y="1167480"/>
                  </a:lnTo>
                  <a:close/>
                  <a:moveTo>
                    <a:pt x="603599" y="1574374"/>
                  </a:moveTo>
                  <a:lnTo>
                    <a:pt x="670420" y="1535937"/>
                  </a:lnTo>
                  <a:lnTo>
                    <a:pt x="581143" y="1555268"/>
                  </a:lnTo>
                  <a:close/>
                  <a:moveTo>
                    <a:pt x="670420" y="1535937"/>
                  </a:moveTo>
                  <a:lnTo>
                    <a:pt x="622692" y="1495410"/>
                  </a:lnTo>
                  <a:lnTo>
                    <a:pt x="581143" y="1555268"/>
                  </a:lnTo>
                  <a:close/>
                  <a:moveTo>
                    <a:pt x="672982" y="1619984"/>
                  </a:moveTo>
                  <a:lnTo>
                    <a:pt x="754266" y="1645231"/>
                  </a:lnTo>
                  <a:lnTo>
                    <a:pt x="798597" y="1595776"/>
                  </a:lnTo>
                  <a:close/>
                  <a:moveTo>
                    <a:pt x="718945" y="1576627"/>
                  </a:moveTo>
                  <a:lnTo>
                    <a:pt x="798597" y="1595776"/>
                  </a:lnTo>
                  <a:lnTo>
                    <a:pt x="839701" y="1534255"/>
                  </a:lnTo>
                  <a:close/>
                  <a:moveTo>
                    <a:pt x="798597" y="1595776"/>
                  </a:moveTo>
                  <a:lnTo>
                    <a:pt x="860864" y="1549925"/>
                  </a:lnTo>
                  <a:lnTo>
                    <a:pt x="839701" y="1534255"/>
                  </a:lnTo>
                  <a:close/>
                  <a:moveTo>
                    <a:pt x="151517" y="684515"/>
                  </a:moveTo>
                  <a:lnTo>
                    <a:pt x="198765" y="757565"/>
                  </a:lnTo>
                  <a:lnTo>
                    <a:pt x="220442" y="789165"/>
                  </a:lnTo>
                  <a:close/>
                  <a:moveTo>
                    <a:pt x="859780" y="1473185"/>
                  </a:moveTo>
                  <a:lnTo>
                    <a:pt x="839701" y="1534255"/>
                  </a:lnTo>
                  <a:lnTo>
                    <a:pt x="883673" y="1497501"/>
                  </a:lnTo>
                  <a:close/>
                  <a:moveTo>
                    <a:pt x="901972" y="1376849"/>
                  </a:moveTo>
                  <a:lnTo>
                    <a:pt x="862966" y="1406036"/>
                  </a:lnTo>
                  <a:lnTo>
                    <a:pt x="883673" y="1497501"/>
                  </a:lnTo>
                  <a:close/>
                  <a:moveTo>
                    <a:pt x="864364" y="1196061"/>
                  </a:moveTo>
                  <a:lnTo>
                    <a:pt x="903519" y="1278999"/>
                  </a:lnTo>
                  <a:lnTo>
                    <a:pt x="925267" y="1180261"/>
                  </a:lnTo>
                  <a:close/>
                  <a:moveTo>
                    <a:pt x="996972" y="1182558"/>
                  </a:moveTo>
                  <a:lnTo>
                    <a:pt x="925267" y="1180261"/>
                  </a:lnTo>
                  <a:lnTo>
                    <a:pt x="903519" y="1278999"/>
                  </a:lnTo>
                  <a:close/>
                  <a:moveTo>
                    <a:pt x="389990" y="711918"/>
                  </a:moveTo>
                  <a:lnTo>
                    <a:pt x="380436" y="636913"/>
                  </a:lnTo>
                  <a:lnTo>
                    <a:pt x="490334" y="633601"/>
                  </a:lnTo>
                  <a:close/>
                  <a:moveTo>
                    <a:pt x="1031616" y="1256197"/>
                  </a:moveTo>
                  <a:lnTo>
                    <a:pt x="1060079" y="1291937"/>
                  </a:lnTo>
                  <a:lnTo>
                    <a:pt x="1122797" y="1326325"/>
                  </a:lnTo>
                  <a:close/>
                  <a:moveTo>
                    <a:pt x="813341" y="810294"/>
                  </a:moveTo>
                  <a:lnTo>
                    <a:pt x="718045" y="927337"/>
                  </a:lnTo>
                  <a:lnTo>
                    <a:pt x="782804" y="891121"/>
                  </a:lnTo>
                  <a:close/>
                  <a:moveTo>
                    <a:pt x="717996" y="927307"/>
                  </a:moveTo>
                  <a:lnTo>
                    <a:pt x="718045" y="927337"/>
                  </a:lnTo>
                  <a:lnTo>
                    <a:pt x="813341" y="810294"/>
                  </a:lnTo>
                  <a:close/>
                  <a:moveTo>
                    <a:pt x="733474" y="814632"/>
                  </a:moveTo>
                  <a:lnTo>
                    <a:pt x="717996" y="927307"/>
                  </a:lnTo>
                  <a:lnTo>
                    <a:pt x="813341" y="810294"/>
                  </a:lnTo>
                  <a:close/>
                  <a:moveTo>
                    <a:pt x="899420" y="888901"/>
                  </a:moveTo>
                  <a:lnTo>
                    <a:pt x="888641" y="909760"/>
                  </a:lnTo>
                  <a:lnTo>
                    <a:pt x="918335" y="903988"/>
                  </a:lnTo>
                  <a:close/>
                  <a:moveTo>
                    <a:pt x="1412137" y="1427181"/>
                  </a:moveTo>
                  <a:lnTo>
                    <a:pt x="1411354" y="1546621"/>
                  </a:lnTo>
                  <a:lnTo>
                    <a:pt x="1493217" y="1444888"/>
                  </a:lnTo>
                  <a:close/>
                  <a:moveTo>
                    <a:pt x="933925" y="850464"/>
                  </a:moveTo>
                  <a:lnTo>
                    <a:pt x="899420" y="888901"/>
                  </a:lnTo>
                  <a:lnTo>
                    <a:pt x="918335" y="903988"/>
                  </a:lnTo>
                  <a:close/>
                  <a:moveTo>
                    <a:pt x="918335" y="903988"/>
                  </a:moveTo>
                  <a:lnTo>
                    <a:pt x="998179" y="923856"/>
                  </a:lnTo>
                  <a:lnTo>
                    <a:pt x="964240" y="860419"/>
                  </a:lnTo>
                  <a:close/>
                  <a:moveTo>
                    <a:pt x="1025811" y="858836"/>
                  </a:moveTo>
                  <a:lnTo>
                    <a:pt x="1077943" y="877045"/>
                  </a:lnTo>
                  <a:lnTo>
                    <a:pt x="1034648" y="845007"/>
                  </a:lnTo>
                  <a:close/>
                  <a:moveTo>
                    <a:pt x="1275282" y="756976"/>
                  </a:moveTo>
                  <a:lnTo>
                    <a:pt x="1214232" y="743923"/>
                  </a:lnTo>
                  <a:lnTo>
                    <a:pt x="1333011" y="694155"/>
                  </a:lnTo>
                  <a:close/>
                  <a:moveTo>
                    <a:pt x="2324916" y="603592"/>
                  </a:moveTo>
                  <a:lnTo>
                    <a:pt x="2254959" y="626165"/>
                  </a:lnTo>
                  <a:lnTo>
                    <a:pt x="2206834" y="655964"/>
                  </a:lnTo>
                  <a:close/>
                  <a:moveTo>
                    <a:pt x="2324916" y="603592"/>
                  </a:moveTo>
                  <a:lnTo>
                    <a:pt x="2353650" y="506431"/>
                  </a:lnTo>
                  <a:lnTo>
                    <a:pt x="2257381" y="625187"/>
                  </a:lnTo>
                  <a:close/>
                  <a:moveTo>
                    <a:pt x="2353690" y="504536"/>
                  </a:moveTo>
                  <a:lnTo>
                    <a:pt x="2353650" y="506431"/>
                  </a:lnTo>
                  <a:lnTo>
                    <a:pt x="2344670" y="462243"/>
                  </a:lnTo>
                  <a:close/>
                  <a:moveTo>
                    <a:pt x="2353650" y="506431"/>
                  </a:moveTo>
                  <a:lnTo>
                    <a:pt x="2372217" y="504536"/>
                  </a:lnTo>
                  <a:lnTo>
                    <a:pt x="2344670" y="462243"/>
                  </a:lnTo>
                  <a:close/>
                  <a:moveTo>
                    <a:pt x="2383635" y="392726"/>
                  </a:moveTo>
                  <a:lnTo>
                    <a:pt x="2372217" y="504536"/>
                  </a:lnTo>
                  <a:lnTo>
                    <a:pt x="2450972" y="387811"/>
                  </a:lnTo>
                  <a:close/>
                  <a:moveTo>
                    <a:pt x="2450972" y="387811"/>
                  </a:moveTo>
                  <a:lnTo>
                    <a:pt x="2422416" y="383885"/>
                  </a:lnTo>
                  <a:lnTo>
                    <a:pt x="2383635" y="392726"/>
                  </a:lnTo>
                  <a:close/>
                  <a:moveTo>
                    <a:pt x="2422416" y="383885"/>
                  </a:moveTo>
                  <a:lnTo>
                    <a:pt x="2450972" y="387811"/>
                  </a:lnTo>
                  <a:lnTo>
                    <a:pt x="2454291" y="378242"/>
                  </a:lnTo>
                  <a:close/>
                  <a:moveTo>
                    <a:pt x="2386489" y="379642"/>
                  </a:moveTo>
                  <a:lnTo>
                    <a:pt x="2422416" y="383885"/>
                  </a:lnTo>
                  <a:lnTo>
                    <a:pt x="2476090" y="267297"/>
                  </a:lnTo>
                  <a:close/>
                  <a:moveTo>
                    <a:pt x="2360993" y="0"/>
                  </a:moveTo>
                  <a:lnTo>
                    <a:pt x="2336416" y="98803"/>
                  </a:lnTo>
                  <a:lnTo>
                    <a:pt x="2357287" y="79013"/>
                  </a:lnTo>
                  <a:close/>
                  <a:moveTo>
                    <a:pt x="2299882" y="89182"/>
                  </a:moveTo>
                  <a:lnTo>
                    <a:pt x="2336416" y="98803"/>
                  </a:lnTo>
                  <a:lnTo>
                    <a:pt x="2360993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18" name="Candidate_density__2137">
              <a:extLst>
                <a:ext uri="{FF2B5EF4-FFF2-40B4-BE49-F238E27FC236}">
                  <a16:creationId xmlns:a16="http://schemas.microsoft.com/office/drawing/2014/main" id="{0BE6A588-6A12-FF11-7BE8-7485D4BFC3B7}"/>
                </a:ext>
              </a:extLst>
            </p:cNvPr>
            <p:cNvSpPr>
              <a:spLocks noGrp="1"/>
            </p:cNvSpPr>
            <p:nvPr/>
          </p:nvSpPr>
          <p:spPr>
            <a:xfrm>
              <a:off x="3557724" y="1814797"/>
              <a:ext cx="2603257" cy="1705437"/>
            </a:xfrm>
            <a:custGeom>
              <a:avLst/>
              <a:gdLst/>
              <a:ahLst/>
              <a:cxnLst/>
              <a:rect l="0" t="0" r="0" b="0"/>
              <a:pathLst>
                <a:path w="2603257" h="1705437">
                  <a:moveTo>
                    <a:pt x="187720" y="1490054"/>
                  </a:moveTo>
                  <a:lnTo>
                    <a:pt x="192684" y="1497716"/>
                  </a:lnTo>
                  <a:lnTo>
                    <a:pt x="209562" y="1517918"/>
                  </a:lnTo>
                  <a:close/>
                  <a:moveTo>
                    <a:pt x="187720" y="1490054"/>
                  </a:moveTo>
                  <a:lnTo>
                    <a:pt x="142540" y="1407839"/>
                  </a:lnTo>
                  <a:lnTo>
                    <a:pt x="143052" y="1437974"/>
                  </a:lnTo>
                  <a:close/>
                  <a:moveTo>
                    <a:pt x="187720" y="1490054"/>
                  </a:moveTo>
                  <a:lnTo>
                    <a:pt x="209562" y="1517918"/>
                  </a:lnTo>
                  <a:lnTo>
                    <a:pt x="237022" y="1533832"/>
                  </a:lnTo>
                  <a:close/>
                  <a:moveTo>
                    <a:pt x="74504" y="1291617"/>
                  </a:moveTo>
                  <a:lnTo>
                    <a:pt x="190016" y="1299700"/>
                  </a:lnTo>
                  <a:lnTo>
                    <a:pt x="198642" y="1261891"/>
                  </a:lnTo>
                  <a:close/>
                  <a:moveTo>
                    <a:pt x="40771" y="1204972"/>
                  </a:moveTo>
                  <a:lnTo>
                    <a:pt x="74504" y="1291617"/>
                  </a:lnTo>
                  <a:lnTo>
                    <a:pt x="121716" y="1252933"/>
                  </a:lnTo>
                  <a:close/>
                  <a:moveTo>
                    <a:pt x="40771" y="1204972"/>
                  </a:moveTo>
                  <a:lnTo>
                    <a:pt x="0" y="1243408"/>
                  </a:lnTo>
                  <a:lnTo>
                    <a:pt x="74504" y="1291617"/>
                  </a:lnTo>
                  <a:close/>
                  <a:moveTo>
                    <a:pt x="744924" y="1621389"/>
                  </a:moveTo>
                  <a:lnTo>
                    <a:pt x="747486" y="1705437"/>
                  </a:lnTo>
                  <a:lnTo>
                    <a:pt x="793448" y="1662079"/>
                  </a:lnTo>
                  <a:close/>
                  <a:moveTo>
                    <a:pt x="744924" y="1621389"/>
                  </a:moveTo>
                  <a:lnTo>
                    <a:pt x="678103" y="1659826"/>
                  </a:lnTo>
                  <a:lnTo>
                    <a:pt x="747486" y="1705437"/>
                  </a:lnTo>
                  <a:close/>
                  <a:moveTo>
                    <a:pt x="793448" y="1662079"/>
                  </a:moveTo>
                  <a:lnTo>
                    <a:pt x="747486" y="1705437"/>
                  </a:lnTo>
                  <a:lnTo>
                    <a:pt x="873101" y="1681229"/>
                  </a:lnTo>
                  <a:close/>
                  <a:moveTo>
                    <a:pt x="205954" y="986467"/>
                  </a:moveTo>
                  <a:lnTo>
                    <a:pt x="280181" y="986713"/>
                  </a:lnTo>
                  <a:lnTo>
                    <a:pt x="222963" y="922417"/>
                  </a:lnTo>
                  <a:close/>
                  <a:moveTo>
                    <a:pt x="280181" y="986713"/>
                  </a:moveTo>
                  <a:lnTo>
                    <a:pt x="290749" y="897201"/>
                  </a:lnTo>
                  <a:lnTo>
                    <a:pt x="222963" y="922417"/>
                  </a:lnTo>
                  <a:close/>
                  <a:moveTo>
                    <a:pt x="226021" y="769968"/>
                  </a:moveTo>
                  <a:lnTo>
                    <a:pt x="294946" y="874618"/>
                  </a:lnTo>
                  <a:lnTo>
                    <a:pt x="300220" y="770238"/>
                  </a:lnTo>
                  <a:close/>
                  <a:moveTo>
                    <a:pt x="824674" y="1186788"/>
                  </a:moveTo>
                  <a:lnTo>
                    <a:pt x="845823" y="1148836"/>
                  </a:lnTo>
                  <a:lnTo>
                    <a:pt x="858462" y="1095005"/>
                  </a:lnTo>
                  <a:close/>
                  <a:moveTo>
                    <a:pt x="585985" y="886796"/>
                  </a:moveTo>
                  <a:lnTo>
                    <a:pt x="626959" y="766145"/>
                  </a:lnTo>
                  <a:lnTo>
                    <a:pt x="585822" y="804581"/>
                  </a:lnTo>
                  <a:close/>
                  <a:moveTo>
                    <a:pt x="585822" y="804581"/>
                  </a:moveTo>
                  <a:lnTo>
                    <a:pt x="626959" y="766145"/>
                  </a:lnTo>
                  <a:lnTo>
                    <a:pt x="516645" y="754067"/>
                  </a:lnTo>
                  <a:close/>
                  <a:moveTo>
                    <a:pt x="626959" y="766145"/>
                  </a:moveTo>
                  <a:lnTo>
                    <a:pt x="564838" y="719053"/>
                  </a:lnTo>
                  <a:lnTo>
                    <a:pt x="516645" y="754067"/>
                  </a:lnTo>
                  <a:close/>
                  <a:moveTo>
                    <a:pt x="1322824" y="1670511"/>
                  </a:moveTo>
                  <a:lnTo>
                    <a:pt x="1293616" y="1588295"/>
                  </a:lnTo>
                  <a:lnTo>
                    <a:pt x="1299993" y="1603782"/>
                  </a:lnTo>
                  <a:close/>
                  <a:moveTo>
                    <a:pt x="1106120" y="1341650"/>
                  </a:moveTo>
                  <a:lnTo>
                    <a:pt x="1197300" y="1411778"/>
                  </a:lnTo>
                  <a:lnTo>
                    <a:pt x="1195888" y="1385429"/>
                  </a:lnTo>
                  <a:close/>
                  <a:moveTo>
                    <a:pt x="963145" y="995212"/>
                  </a:moveTo>
                  <a:lnTo>
                    <a:pt x="955051" y="1012790"/>
                  </a:lnTo>
                  <a:lnTo>
                    <a:pt x="992839" y="989440"/>
                  </a:lnTo>
                  <a:close/>
                  <a:moveTo>
                    <a:pt x="807978" y="900085"/>
                  </a:moveTo>
                  <a:lnTo>
                    <a:pt x="749062" y="850520"/>
                  </a:lnTo>
                  <a:lnTo>
                    <a:pt x="807075" y="892138"/>
                  </a:lnTo>
                  <a:close/>
                  <a:moveTo>
                    <a:pt x="894390" y="892138"/>
                  </a:moveTo>
                  <a:lnTo>
                    <a:pt x="963145" y="995212"/>
                  </a:lnTo>
                  <a:lnTo>
                    <a:pt x="973924" y="974353"/>
                  </a:lnTo>
                  <a:close/>
                  <a:moveTo>
                    <a:pt x="857308" y="976574"/>
                  </a:moveTo>
                  <a:lnTo>
                    <a:pt x="963145" y="995212"/>
                  </a:lnTo>
                  <a:lnTo>
                    <a:pt x="894390" y="892138"/>
                  </a:lnTo>
                  <a:close/>
                  <a:moveTo>
                    <a:pt x="1305864" y="1198641"/>
                  </a:moveTo>
                  <a:lnTo>
                    <a:pt x="1329473" y="1279539"/>
                  </a:lnTo>
                  <a:lnTo>
                    <a:pt x="1383254" y="1196316"/>
                  </a:lnTo>
                  <a:close/>
                  <a:moveTo>
                    <a:pt x="1100315" y="944288"/>
                  </a:moveTo>
                  <a:lnTo>
                    <a:pt x="1072683" y="1009308"/>
                  </a:lnTo>
                  <a:lnTo>
                    <a:pt x="1178759" y="1041198"/>
                  </a:lnTo>
                  <a:close/>
                  <a:moveTo>
                    <a:pt x="1008428" y="935917"/>
                  </a:moveTo>
                  <a:lnTo>
                    <a:pt x="900708" y="885289"/>
                  </a:lnTo>
                  <a:lnTo>
                    <a:pt x="894390" y="892138"/>
                  </a:lnTo>
                  <a:close/>
                  <a:moveTo>
                    <a:pt x="1008428" y="935917"/>
                  </a:moveTo>
                  <a:lnTo>
                    <a:pt x="894390" y="892138"/>
                  </a:lnTo>
                  <a:lnTo>
                    <a:pt x="973924" y="974353"/>
                  </a:lnTo>
                  <a:close/>
                  <a:moveTo>
                    <a:pt x="931861" y="659778"/>
                  </a:moveTo>
                  <a:lnTo>
                    <a:pt x="976132" y="684378"/>
                  </a:lnTo>
                  <a:lnTo>
                    <a:pt x="888901" y="594611"/>
                  </a:lnTo>
                  <a:close/>
                  <a:moveTo>
                    <a:pt x="1443829" y="738392"/>
                  </a:moveTo>
                  <a:lnTo>
                    <a:pt x="1407515" y="779608"/>
                  </a:lnTo>
                  <a:lnTo>
                    <a:pt x="1415821" y="769471"/>
                  </a:lnTo>
                  <a:close/>
                  <a:moveTo>
                    <a:pt x="1415821" y="769471"/>
                  </a:moveTo>
                  <a:lnTo>
                    <a:pt x="1416907" y="668496"/>
                  </a:lnTo>
                  <a:lnTo>
                    <a:pt x="1320442" y="732718"/>
                  </a:lnTo>
                  <a:close/>
                  <a:moveTo>
                    <a:pt x="1497628" y="837872"/>
                  </a:moveTo>
                  <a:lnTo>
                    <a:pt x="1527794" y="839123"/>
                  </a:lnTo>
                  <a:lnTo>
                    <a:pt x="1482343" y="738392"/>
                  </a:lnTo>
                  <a:close/>
                  <a:moveTo>
                    <a:pt x="1736449" y="1030359"/>
                  </a:moveTo>
                  <a:lnTo>
                    <a:pt x="1781517" y="1054312"/>
                  </a:lnTo>
                  <a:lnTo>
                    <a:pt x="1750844" y="979157"/>
                  </a:lnTo>
                  <a:close/>
                  <a:moveTo>
                    <a:pt x="2428154" y="591884"/>
                  </a:moveTo>
                  <a:lnTo>
                    <a:pt x="2399420" y="689044"/>
                  </a:lnTo>
                  <a:lnTo>
                    <a:pt x="2446721" y="589988"/>
                  </a:lnTo>
                  <a:close/>
                  <a:moveTo>
                    <a:pt x="2399420" y="689044"/>
                  </a:moveTo>
                  <a:lnTo>
                    <a:pt x="2440405" y="710640"/>
                  </a:lnTo>
                  <a:lnTo>
                    <a:pt x="2446721" y="589988"/>
                  </a:lnTo>
                  <a:close/>
                  <a:moveTo>
                    <a:pt x="2446721" y="589988"/>
                  </a:moveTo>
                  <a:lnTo>
                    <a:pt x="2508279" y="602192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446721" y="589988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603257" y="470620"/>
                  </a:lnTo>
                  <a:lnTo>
                    <a:pt x="2528795" y="463694"/>
                  </a:lnTo>
                  <a:close/>
                  <a:moveTo>
                    <a:pt x="2550594" y="352750"/>
                  </a:moveTo>
                  <a:lnTo>
                    <a:pt x="2496920" y="469337"/>
                  </a:lnTo>
                  <a:lnTo>
                    <a:pt x="2528795" y="463694"/>
                  </a:lnTo>
                  <a:close/>
                  <a:moveTo>
                    <a:pt x="2467327" y="359852"/>
                  </a:moveTo>
                  <a:lnTo>
                    <a:pt x="2460993" y="465094"/>
                  </a:lnTo>
                  <a:lnTo>
                    <a:pt x="2550594" y="352750"/>
                  </a:lnTo>
                  <a:close/>
                  <a:moveTo>
                    <a:pt x="2506042" y="188785"/>
                  </a:moveTo>
                  <a:lnTo>
                    <a:pt x="2502039" y="148454"/>
                  </a:lnTo>
                  <a:lnTo>
                    <a:pt x="2431791" y="164466"/>
                  </a:lnTo>
                  <a:close/>
                  <a:moveTo>
                    <a:pt x="2410920" y="184255"/>
                  </a:moveTo>
                  <a:lnTo>
                    <a:pt x="2394616" y="218781"/>
                  </a:lnTo>
                  <a:lnTo>
                    <a:pt x="2431791" y="164466"/>
                  </a:lnTo>
                  <a:close/>
                  <a:moveTo>
                    <a:pt x="2374267" y="74639"/>
                  </a:moveTo>
                  <a:lnTo>
                    <a:pt x="2435497" y="85453"/>
                  </a:lnTo>
                  <a:lnTo>
                    <a:pt x="2417490" y="0"/>
                  </a:lnTo>
                  <a:close/>
                  <a:moveTo>
                    <a:pt x="2499597" y="93933"/>
                  </a:moveTo>
                  <a:lnTo>
                    <a:pt x="2431791" y="164466"/>
                  </a:lnTo>
                  <a:lnTo>
                    <a:pt x="2502039" y="148454"/>
                  </a:lnTo>
                  <a:close/>
                  <a:moveTo>
                    <a:pt x="2499597" y="93933"/>
                  </a:moveTo>
                  <a:lnTo>
                    <a:pt x="2435497" y="85453"/>
                  </a:lnTo>
                  <a:lnTo>
                    <a:pt x="2431791" y="164466"/>
                  </a:lnTo>
                  <a:close/>
                  <a:moveTo>
                    <a:pt x="2435497" y="85453"/>
                  </a:moveTo>
                  <a:lnTo>
                    <a:pt x="2478374" y="11094"/>
                  </a:lnTo>
                  <a:lnTo>
                    <a:pt x="241749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19" name="Candidate_density__2138">
              <a:extLst>
                <a:ext uri="{FF2B5EF4-FFF2-40B4-BE49-F238E27FC236}">
                  <a16:creationId xmlns:a16="http://schemas.microsoft.com/office/drawing/2014/main" id="{CF1E83A0-AF00-8CC3-D972-C00CE97DA81C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61307"/>
              <a:ext cx="2690568" cy="1657272"/>
            </a:xfrm>
            <a:custGeom>
              <a:avLst/>
              <a:gdLst/>
              <a:ahLst/>
              <a:cxnLst/>
              <a:rect l="0" t="0" r="0" b="0"/>
              <a:pathLst>
                <a:path w="2690568" h="1657272">
                  <a:moveTo>
                    <a:pt x="15585" y="1214683"/>
                  </a:moveTo>
                  <a:lnTo>
                    <a:pt x="0" y="1234514"/>
                  </a:lnTo>
                  <a:lnTo>
                    <a:pt x="35134" y="1254845"/>
                  </a:lnTo>
                  <a:close/>
                  <a:moveTo>
                    <a:pt x="258891" y="1505107"/>
                  </a:moveTo>
                  <a:lnTo>
                    <a:pt x="291127" y="1439439"/>
                  </a:lnTo>
                  <a:lnTo>
                    <a:pt x="201843" y="1461329"/>
                  </a:lnTo>
                  <a:close/>
                  <a:moveTo>
                    <a:pt x="169863" y="1379113"/>
                  </a:moveTo>
                  <a:lnTo>
                    <a:pt x="272190" y="1434689"/>
                  </a:lnTo>
                  <a:lnTo>
                    <a:pt x="249320" y="1353190"/>
                  </a:lnTo>
                  <a:close/>
                  <a:moveTo>
                    <a:pt x="169863" y="1379113"/>
                  </a:moveTo>
                  <a:lnTo>
                    <a:pt x="201843" y="1461329"/>
                  </a:lnTo>
                  <a:lnTo>
                    <a:pt x="272190" y="1434689"/>
                  </a:lnTo>
                  <a:close/>
                  <a:moveTo>
                    <a:pt x="272190" y="1434689"/>
                  </a:moveTo>
                  <a:lnTo>
                    <a:pt x="323457" y="1353509"/>
                  </a:lnTo>
                  <a:lnTo>
                    <a:pt x="249320" y="1353190"/>
                  </a:lnTo>
                  <a:close/>
                  <a:moveTo>
                    <a:pt x="56405" y="1176247"/>
                  </a:moveTo>
                  <a:lnTo>
                    <a:pt x="15585" y="1214683"/>
                  </a:lnTo>
                  <a:lnTo>
                    <a:pt x="35134" y="1254845"/>
                  </a:lnTo>
                  <a:close/>
                  <a:moveTo>
                    <a:pt x="53312" y="1107605"/>
                  </a:moveTo>
                  <a:lnTo>
                    <a:pt x="15585" y="1214683"/>
                  </a:lnTo>
                  <a:lnTo>
                    <a:pt x="56405" y="1176247"/>
                  </a:lnTo>
                  <a:close/>
                  <a:moveTo>
                    <a:pt x="53312" y="1107605"/>
                  </a:moveTo>
                  <a:lnTo>
                    <a:pt x="17008" y="1187073"/>
                  </a:lnTo>
                  <a:lnTo>
                    <a:pt x="15585" y="1214683"/>
                  </a:lnTo>
                  <a:close/>
                  <a:moveTo>
                    <a:pt x="17008" y="1187073"/>
                  </a:moveTo>
                  <a:lnTo>
                    <a:pt x="53312" y="1107605"/>
                  </a:lnTo>
                  <a:lnTo>
                    <a:pt x="27386" y="1132468"/>
                  </a:lnTo>
                  <a:close/>
                  <a:moveTo>
                    <a:pt x="53312" y="1107605"/>
                  </a:moveTo>
                  <a:lnTo>
                    <a:pt x="55891" y="1094031"/>
                  </a:lnTo>
                  <a:lnTo>
                    <a:pt x="27386" y="1132468"/>
                  </a:lnTo>
                  <a:close/>
                  <a:moveTo>
                    <a:pt x="424998" y="1446104"/>
                  </a:moveTo>
                  <a:lnTo>
                    <a:pt x="363975" y="1433151"/>
                  </a:lnTo>
                  <a:lnTo>
                    <a:pt x="291127" y="1439439"/>
                  </a:lnTo>
                  <a:close/>
                  <a:moveTo>
                    <a:pt x="451197" y="1410344"/>
                  </a:moveTo>
                  <a:lnTo>
                    <a:pt x="370718" y="1422892"/>
                  </a:lnTo>
                  <a:lnTo>
                    <a:pt x="482754" y="1484781"/>
                  </a:lnTo>
                  <a:close/>
                  <a:moveTo>
                    <a:pt x="424998" y="1446104"/>
                  </a:moveTo>
                  <a:lnTo>
                    <a:pt x="370718" y="1422892"/>
                  </a:lnTo>
                  <a:lnTo>
                    <a:pt x="363975" y="1433151"/>
                  </a:lnTo>
                  <a:close/>
                  <a:moveTo>
                    <a:pt x="55891" y="1094031"/>
                  </a:moveTo>
                  <a:lnTo>
                    <a:pt x="53312" y="1107605"/>
                  </a:lnTo>
                  <a:lnTo>
                    <a:pt x="53260" y="1091123"/>
                  </a:lnTo>
                  <a:close/>
                  <a:moveTo>
                    <a:pt x="53260" y="1091123"/>
                  </a:moveTo>
                  <a:lnTo>
                    <a:pt x="84627" y="1009484"/>
                  </a:lnTo>
                  <a:lnTo>
                    <a:pt x="55891" y="1094031"/>
                  </a:lnTo>
                  <a:close/>
                  <a:moveTo>
                    <a:pt x="55891" y="1094031"/>
                  </a:moveTo>
                  <a:lnTo>
                    <a:pt x="84627" y="1009484"/>
                  </a:lnTo>
                  <a:lnTo>
                    <a:pt x="110530" y="973380"/>
                  </a:lnTo>
                  <a:close/>
                  <a:moveTo>
                    <a:pt x="55891" y="1094031"/>
                  </a:moveTo>
                  <a:lnTo>
                    <a:pt x="110530" y="973380"/>
                  </a:lnTo>
                  <a:lnTo>
                    <a:pt x="81212" y="1011816"/>
                  </a:lnTo>
                  <a:close/>
                  <a:moveTo>
                    <a:pt x="110530" y="973380"/>
                  </a:moveTo>
                  <a:lnTo>
                    <a:pt x="107472" y="891165"/>
                  </a:lnTo>
                  <a:lnTo>
                    <a:pt x="81212" y="1011816"/>
                  </a:lnTo>
                  <a:close/>
                  <a:moveTo>
                    <a:pt x="265257" y="1039956"/>
                  </a:moveTo>
                  <a:lnTo>
                    <a:pt x="387343" y="1099374"/>
                  </a:lnTo>
                  <a:lnTo>
                    <a:pt x="389766" y="1099418"/>
                  </a:lnTo>
                  <a:close/>
                  <a:moveTo>
                    <a:pt x="265257" y="1039956"/>
                  </a:moveTo>
                  <a:lnTo>
                    <a:pt x="389766" y="1099418"/>
                  </a:lnTo>
                  <a:lnTo>
                    <a:pt x="339485" y="1040203"/>
                  </a:lnTo>
                  <a:close/>
                  <a:moveTo>
                    <a:pt x="107472" y="891165"/>
                  </a:moveTo>
                  <a:lnTo>
                    <a:pt x="110530" y="973380"/>
                  </a:lnTo>
                  <a:lnTo>
                    <a:pt x="156764" y="934943"/>
                  </a:lnTo>
                  <a:close/>
                  <a:moveTo>
                    <a:pt x="359523" y="823727"/>
                  </a:moveTo>
                  <a:lnTo>
                    <a:pt x="275295" y="732076"/>
                  </a:lnTo>
                  <a:lnTo>
                    <a:pt x="274069" y="732516"/>
                  </a:lnTo>
                  <a:close/>
                  <a:moveTo>
                    <a:pt x="359523" y="823727"/>
                  </a:moveTo>
                  <a:lnTo>
                    <a:pt x="274069" y="732516"/>
                  </a:lnTo>
                  <a:lnTo>
                    <a:pt x="285324" y="823457"/>
                  </a:lnTo>
                  <a:close/>
                  <a:moveTo>
                    <a:pt x="645288" y="940285"/>
                  </a:moveTo>
                  <a:lnTo>
                    <a:pt x="645125" y="858070"/>
                  </a:lnTo>
                  <a:lnTo>
                    <a:pt x="588835" y="958669"/>
                  </a:lnTo>
                  <a:close/>
                  <a:moveTo>
                    <a:pt x="514243" y="775855"/>
                  </a:moveTo>
                  <a:lnTo>
                    <a:pt x="571203" y="872912"/>
                  </a:lnTo>
                  <a:lnTo>
                    <a:pt x="575948" y="807557"/>
                  </a:lnTo>
                  <a:close/>
                  <a:moveTo>
                    <a:pt x="499612" y="896507"/>
                  </a:moveTo>
                  <a:lnTo>
                    <a:pt x="571203" y="872912"/>
                  </a:lnTo>
                  <a:lnTo>
                    <a:pt x="514243" y="775855"/>
                  </a:lnTo>
                  <a:close/>
                  <a:moveTo>
                    <a:pt x="275295" y="732076"/>
                  </a:moveTo>
                  <a:lnTo>
                    <a:pt x="364273" y="788658"/>
                  </a:lnTo>
                  <a:lnTo>
                    <a:pt x="385043" y="702888"/>
                  </a:lnTo>
                  <a:close/>
                  <a:moveTo>
                    <a:pt x="364273" y="788658"/>
                  </a:moveTo>
                  <a:lnTo>
                    <a:pt x="423184" y="693640"/>
                  </a:lnTo>
                  <a:lnTo>
                    <a:pt x="385043" y="702888"/>
                  </a:lnTo>
                  <a:close/>
                  <a:moveTo>
                    <a:pt x="488926" y="760854"/>
                  </a:moveTo>
                  <a:lnTo>
                    <a:pt x="423184" y="693640"/>
                  </a:lnTo>
                  <a:lnTo>
                    <a:pt x="364273" y="788658"/>
                  </a:lnTo>
                  <a:close/>
                  <a:moveTo>
                    <a:pt x="385043" y="702888"/>
                  </a:moveTo>
                  <a:lnTo>
                    <a:pt x="453368" y="627908"/>
                  </a:lnTo>
                  <a:lnTo>
                    <a:pt x="443635" y="615754"/>
                  </a:lnTo>
                  <a:close/>
                  <a:moveTo>
                    <a:pt x="1059074" y="1319203"/>
                  </a:moveTo>
                  <a:lnTo>
                    <a:pt x="988629" y="1230710"/>
                  </a:lnTo>
                  <a:lnTo>
                    <a:pt x="965424" y="1234655"/>
                  </a:lnTo>
                  <a:close/>
                  <a:moveTo>
                    <a:pt x="514243" y="775855"/>
                  </a:moveTo>
                  <a:lnTo>
                    <a:pt x="537349" y="726697"/>
                  </a:lnTo>
                  <a:lnTo>
                    <a:pt x="536668" y="655204"/>
                  </a:lnTo>
                  <a:close/>
                  <a:moveTo>
                    <a:pt x="509672" y="662159"/>
                  </a:moveTo>
                  <a:lnTo>
                    <a:pt x="488926" y="760854"/>
                  </a:lnTo>
                  <a:lnTo>
                    <a:pt x="514243" y="775855"/>
                  </a:lnTo>
                  <a:close/>
                  <a:moveTo>
                    <a:pt x="1371416" y="1615873"/>
                  </a:moveTo>
                  <a:lnTo>
                    <a:pt x="1359297" y="1657272"/>
                  </a:lnTo>
                  <a:lnTo>
                    <a:pt x="1352919" y="1641785"/>
                  </a:lnTo>
                  <a:close/>
                  <a:moveTo>
                    <a:pt x="1483899" y="1542569"/>
                  </a:moveTo>
                  <a:lnTo>
                    <a:pt x="1397719" y="1559570"/>
                  </a:lnTo>
                  <a:lnTo>
                    <a:pt x="1371416" y="1615873"/>
                  </a:lnTo>
                  <a:close/>
                  <a:moveTo>
                    <a:pt x="1483899" y="1542569"/>
                  </a:moveTo>
                  <a:lnTo>
                    <a:pt x="1371416" y="1615873"/>
                  </a:lnTo>
                  <a:lnTo>
                    <a:pt x="1412258" y="1553374"/>
                  </a:lnTo>
                  <a:close/>
                  <a:moveTo>
                    <a:pt x="1148653" y="1312925"/>
                  </a:moveTo>
                  <a:lnTo>
                    <a:pt x="1165423" y="1395140"/>
                  </a:lnTo>
                  <a:lnTo>
                    <a:pt x="1220884" y="1356703"/>
                  </a:lnTo>
                  <a:close/>
                  <a:moveTo>
                    <a:pt x="988629" y="1230710"/>
                  </a:moveTo>
                  <a:lnTo>
                    <a:pt x="1057595" y="1278522"/>
                  </a:lnTo>
                  <a:lnTo>
                    <a:pt x="1062281" y="1216504"/>
                  </a:lnTo>
                  <a:close/>
                  <a:moveTo>
                    <a:pt x="1148653" y="1312925"/>
                  </a:moveTo>
                  <a:lnTo>
                    <a:pt x="1249636" y="1224015"/>
                  </a:lnTo>
                  <a:lnTo>
                    <a:pt x="1148341" y="1207131"/>
                  </a:lnTo>
                  <a:close/>
                  <a:moveTo>
                    <a:pt x="1148341" y="1207131"/>
                  </a:moveTo>
                  <a:lnTo>
                    <a:pt x="1249636" y="1224015"/>
                  </a:lnTo>
                  <a:lnTo>
                    <a:pt x="1227090" y="1203701"/>
                  </a:lnTo>
                  <a:close/>
                  <a:moveTo>
                    <a:pt x="1148653" y="1312925"/>
                  </a:moveTo>
                  <a:lnTo>
                    <a:pt x="1148341" y="1207131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57595" y="1278522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62281" y="1216504"/>
                  </a:lnTo>
                  <a:lnTo>
                    <a:pt x="1057595" y="1278522"/>
                  </a:lnTo>
                  <a:close/>
                  <a:moveTo>
                    <a:pt x="1148341" y="1207131"/>
                  </a:moveTo>
                  <a:lnTo>
                    <a:pt x="1129663" y="1122223"/>
                  </a:lnTo>
                  <a:lnTo>
                    <a:pt x="1062281" y="1216504"/>
                  </a:lnTo>
                  <a:close/>
                  <a:moveTo>
                    <a:pt x="1227090" y="1203701"/>
                  </a:moveTo>
                  <a:lnTo>
                    <a:pt x="1129663" y="1122223"/>
                  </a:lnTo>
                  <a:lnTo>
                    <a:pt x="1148341" y="1207131"/>
                  </a:lnTo>
                  <a:close/>
                  <a:moveTo>
                    <a:pt x="1129663" y="1122223"/>
                  </a:moveTo>
                  <a:lnTo>
                    <a:pt x="1176156" y="1110058"/>
                  </a:lnTo>
                  <a:lnTo>
                    <a:pt x="1131986" y="1062798"/>
                  </a:lnTo>
                  <a:close/>
                  <a:moveTo>
                    <a:pt x="947148" y="949236"/>
                  </a:moveTo>
                  <a:lnTo>
                    <a:pt x="953693" y="945628"/>
                  </a:lnTo>
                  <a:lnTo>
                    <a:pt x="949979" y="939621"/>
                  </a:lnTo>
                  <a:close/>
                  <a:moveTo>
                    <a:pt x="804210" y="901849"/>
                  </a:moveTo>
                  <a:lnTo>
                    <a:pt x="807230" y="899763"/>
                  </a:lnTo>
                  <a:lnTo>
                    <a:pt x="854839" y="862562"/>
                  </a:lnTo>
                  <a:close/>
                  <a:moveTo>
                    <a:pt x="808778" y="901849"/>
                  </a:moveTo>
                  <a:lnTo>
                    <a:pt x="856098" y="863413"/>
                  </a:lnTo>
                  <a:lnTo>
                    <a:pt x="807230" y="899763"/>
                  </a:lnTo>
                  <a:close/>
                  <a:moveTo>
                    <a:pt x="712808" y="610191"/>
                  </a:moveTo>
                  <a:lnTo>
                    <a:pt x="585006" y="626222"/>
                  </a:lnTo>
                  <a:lnTo>
                    <a:pt x="639075" y="613174"/>
                  </a:lnTo>
                  <a:close/>
                  <a:moveTo>
                    <a:pt x="1527368" y="1521133"/>
                  </a:moveTo>
                  <a:lnTo>
                    <a:pt x="1483899" y="1542569"/>
                  </a:lnTo>
                  <a:lnTo>
                    <a:pt x="1608831" y="1515809"/>
                  </a:lnTo>
                  <a:close/>
                  <a:moveTo>
                    <a:pt x="1608831" y="1515809"/>
                  </a:moveTo>
                  <a:lnTo>
                    <a:pt x="1483899" y="1542569"/>
                  </a:lnTo>
                  <a:lnTo>
                    <a:pt x="1558756" y="1564912"/>
                  </a:lnTo>
                  <a:close/>
                  <a:moveTo>
                    <a:pt x="1558756" y="1564912"/>
                  </a:moveTo>
                  <a:lnTo>
                    <a:pt x="1483899" y="1542569"/>
                  </a:lnTo>
                  <a:lnTo>
                    <a:pt x="1545944" y="1566123"/>
                  </a:lnTo>
                  <a:close/>
                  <a:moveTo>
                    <a:pt x="1614671" y="1482697"/>
                  </a:moveTo>
                  <a:lnTo>
                    <a:pt x="1580924" y="1498185"/>
                  </a:lnTo>
                  <a:lnTo>
                    <a:pt x="1608831" y="1515809"/>
                  </a:lnTo>
                  <a:close/>
                  <a:moveTo>
                    <a:pt x="1249636" y="1224015"/>
                  </a:moveTo>
                  <a:lnTo>
                    <a:pt x="1219011" y="1274488"/>
                  </a:lnTo>
                  <a:lnTo>
                    <a:pt x="1299495" y="1244928"/>
                  </a:lnTo>
                  <a:close/>
                  <a:moveTo>
                    <a:pt x="1299495" y="1244928"/>
                  </a:moveTo>
                  <a:lnTo>
                    <a:pt x="1318720" y="1203650"/>
                  </a:lnTo>
                  <a:lnTo>
                    <a:pt x="1249636" y="1224015"/>
                  </a:lnTo>
                  <a:close/>
                  <a:moveTo>
                    <a:pt x="1299495" y="1244928"/>
                  </a:moveTo>
                  <a:lnTo>
                    <a:pt x="1365167" y="1252131"/>
                  </a:lnTo>
                  <a:lnTo>
                    <a:pt x="1318720" y="1203650"/>
                  </a:lnTo>
                  <a:close/>
                  <a:moveTo>
                    <a:pt x="949979" y="939621"/>
                  </a:moveTo>
                  <a:lnTo>
                    <a:pt x="953693" y="945628"/>
                  </a:lnTo>
                  <a:lnTo>
                    <a:pt x="960012" y="938778"/>
                  </a:lnTo>
                  <a:close/>
                  <a:moveTo>
                    <a:pt x="642258" y="614961"/>
                  </a:moveTo>
                  <a:lnTo>
                    <a:pt x="712808" y="610191"/>
                  </a:lnTo>
                  <a:lnTo>
                    <a:pt x="639075" y="613174"/>
                  </a:lnTo>
                  <a:close/>
                  <a:moveTo>
                    <a:pt x="1608831" y="1515809"/>
                  </a:moveTo>
                  <a:lnTo>
                    <a:pt x="1558756" y="1564912"/>
                  </a:lnTo>
                  <a:lnTo>
                    <a:pt x="1608565" y="1475713"/>
                  </a:lnTo>
                  <a:close/>
                  <a:moveTo>
                    <a:pt x="1614671" y="1482697"/>
                  </a:moveTo>
                  <a:lnTo>
                    <a:pt x="1608831" y="1515809"/>
                  </a:lnTo>
                  <a:lnTo>
                    <a:pt x="1608565" y="1475713"/>
                  </a:lnTo>
                  <a:close/>
                  <a:moveTo>
                    <a:pt x="1541646" y="791882"/>
                  </a:moveTo>
                  <a:lnTo>
                    <a:pt x="1475124" y="822961"/>
                  </a:lnTo>
                  <a:lnTo>
                    <a:pt x="1466818" y="833097"/>
                  </a:lnTo>
                  <a:close/>
                  <a:moveTo>
                    <a:pt x="1541646" y="791882"/>
                  </a:moveTo>
                  <a:lnTo>
                    <a:pt x="1565967" y="709943"/>
                  </a:lnTo>
                  <a:lnTo>
                    <a:pt x="1475124" y="822961"/>
                  </a:lnTo>
                  <a:close/>
                  <a:moveTo>
                    <a:pt x="1475124" y="822961"/>
                  </a:moveTo>
                  <a:lnTo>
                    <a:pt x="1565863" y="709691"/>
                  </a:lnTo>
                  <a:lnTo>
                    <a:pt x="1476210" y="721986"/>
                  </a:lnTo>
                  <a:close/>
                  <a:moveTo>
                    <a:pt x="1681843" y="671230"/>
                  </a:moveTo>
                  <a:lnTo>
                    <a:pt x="1682297" y="675626"/>
                  </a:lnTo>
                  <a:lnTo>
                    <a:pt x="1617180" y="686216"/>
                  </a:lnTo>
                  <a:close/>
                  <a:moveTo>
                    <a:pt x="1687296" y="669710"/>
                  </a:moveTo>
                  <a:lnTo>
                    <a:pt x="1682297" y="675626"/>
                  </a:lnTo>
                  <a:lnTo>
                    <a:pt x="1681843" y="671230"/>
                  </a:lnTo>
                  <a:close/>
                  <a:moveTo>
                    <a:pt x="2223019" y="1328951"/>
                  </a:moveTo>
                  <a:lnTo>
                    <a:pt x="2239898" y="1342509"/>
                  </a:lnTo>
                  <a:lnTo>
                    <a:pt x="2247062" y="1320179"/>
                  </a:lnTo>
                  <a:close/>
                  <a:moveTo>
                    <a:pt x="2178721" y="1246736"/>
                  </a:moveTo>
                  <a:lnTo>
                    <a:pt x="2223019" y="1328951"/>
                  </a:lnTo>
                  <a:lnTo>
                    <a:pt x="2247062" y="1320179"/>
                  </a:lnTo>
                  <a:close/>
                  <a:moveTo>
                    <a:pt x="1680394" y="707361"/>
                  </a:moveTo>
                  <a:lnTo>
                    <a:pt x="1730491" y="632794"/>
                  </a:lnTo>
                  <a:lnTo>
                    <a:pt x="1681843" y="671230"/>
                  </a:lnTo>
                  <a:close/>
                  <a:moveTo>
                    <a:pt x="1731705" y="620545"/>
                  </a:moveTo>
                  <a:lnTo>
                    <a:pt x="1687296" y="669710"/>
                  </a:lnTo>
                  <a:lnTo>
                    <a:pt x="1681843" y="671230"/>
                  </a:lnTo>
                  <a:close/>
                  <a:moveTo>
                    <a:pt x="1930284" y="391491"/>
                  </a:moveTo>
                  <a:lnTo>
                    <a:pt x="1864853" y="309275"/>
                  </a:lnTo>
                  <a:lnTo>
                    <a:pt x="1814864" y="428258"/>
                  </a:lnTo>
                  <a:close/>
                  <a:moveTo>
                    <a:pt x="1814864" y="428258"/>
                  </a:moveTo>
                  <a:lnTo>
                    <a:pt x="1868950" y="424620"/>
                  </a:lnTo>
                  <a:lnTo>
                    <a:pt x="1930284" y="391491"/>
                  </a:lnTo>
                  <a:close/>
                  <a:moveTo>
                    <a:pt x="2331135" y="611776"/>
                  </a:moveTo>
                  <a:lnTo>
                    <a:pt x="2251462" y="615957"/>
                  </a:lnTo>
                  <a:lnTo>
                    <a:pt x="2363629" y="665653"/>
                  </a:lnTo>
                  <a:close/>
                  <a:moveTo>
                    <a:pt x="1864853" y="309275"/>
                  </a:moveTo>
                  <a:lnTo>
                    <a:pt x="1930284" y="391491"/>
                  </a:lnTo>
                  <a:lnTo>
                    <a:pt x="1932932" y="353054"/>
                  </a:lnTo>
                  <a:close/>
                  <a:moveTo>
                    <a:pt x="2102636" y="95407"/>
                  </a:moveTo>
                  <a:lnTo>
                    <a:pt x="2171926" y="75819"/>
                  </a:lnTo>
                  <a:lnTo>
                    <a:pt x="2045040" y="95270"/>
                  </a:lnTo>
                  <a:close/>
                  <a:moveTo>
                    <a:pt x="2526630" y="413342"/>
                  </a:moveTo>
                  <a:lnTo>
                    <a:pt x="2590966" y="321537"/>
                  </a:lnTo>
                  <a:lnTo>
                    <a:pt x="2506823" y="329353"/>
                  </a:lnTo>
                  <a:close/>
                  <a:moveTo>
                    <a:pt x="2679573" y="402175"/>
                  </a:moveTo>
                  <a:lnTo>
                    <a:pt x="2626723" y="319960"/>
                  </a:lnTo>
                  <a:lnTo>
                    <a:pt x="2609897" y="406240"/>
                  </a:lnTo>
                  <a:close/>
                  <a:moveTo>
                    <a:pt x="2626723" y="319960"/>
                  </a:moveTo>
                  <a:lnTo>
                    <a:pt x="2590966" y="321537"/>
                  </a:lnTo>
                  <a:lnTo>
                    <a:pt x="2609897" y="406240"/>
                  </a:lnTo>
                  <a:close/>
                  <a:moveTo>
                    <a:pt x="2453919" y="272270"/>
                  </a:moveTo>
                  <a:lnTo>
                    <a:pt x="2440183" y="322937"/>
                  </a:lnTo>
                  <a:lnTo>
                    <a:pt x="2506823" y="329353"/>
                  </a:lnTo>
                  <a:close/>
                  <a:moveTo>
                    <a:pt x="2506823" y="329353"/>
                  </a:moveTo>
                  <a:lnTo>
                    <a:pt x="2590966" y="321537"/>
                  </a:lnTo>
                  <a:lnTo>
                    <a:pt x="2565345" y="242275"/>
                  </a:lnTo>
                  <a:close/>
                  <a:moveTo>
                    <a:pt x="2506823" y="329353"/>
                  </a:moveTo>
                  <a:lnTo>
                    <a:pt x="2565345" y="242275"/>
                  </a:lnTo>
                  <a:lnTo>
                    <a:pt x="2453919" y="272270"/>
                  </a:lnTo>
                  <a:close/>
                  <a:moveTo>
                    <a:pt x="2291317" y="28342"/>
                  </a:moveTo>
                  <a:lnTo>
                    <a:pt x="2171926" y="75819"/>
                  </a:lnTo>
                  <a:lnTo>
                    <a:pt x="2220676" y="42881"/>
                  </a:lnTo>
                  <a:close/>
                  <a:moveTo>
                    <a:pt x="2358268" y="0"/>
                  </a:moveTo>
                  <a:lnTo>
                    <a:pt x="2249496" y="87180"/>
                  </a:lnTo>
                  <a:lnTo>
                    <a:pt x="2291317" y="28342"/>
                  </a:lnTo>
                  <a:close/>
                  <a:moveTo>
                    <a:pt x="2679573" y="402175"/>
                  </a:moveTo>
                  <a:lnTo>
                    <a:pt x="2689997" y="404307"/>
                  </a:lnTo>
                  <a:lnTo>
                    <a:pt x="2690568" y="401247"/>
                  </a:lnTo>
                  <a:close/>
                  <a:moveTo>
                    <a:pt x="2626723" y="319960"/>
                  </a:moveTo>
                  <a:lnTo>
                    <a:pt x="2679573" y="402175"/>
                  </a:lnTo>
                  <a:lnTo>
                    <a:pt x="2690568" y="401247"/>
                  </a:lnTo>
                  <a:close/>
                  <a:moveTo>
                    <a:pt x="2333449" y="48842"/>
                  </a:moveTo>
                  <a:lnTo>
                    <a:pt x="2358268" y="0"/>
                  </a:lnTo>
                  <a:lnTo>
                    <a:pt x="2291317" y="28342"/>
                  </a:lnTo>
                  <a:close/>
                  <a:moveTo>
                    <a:pt x="2333449" y="48842"/>
                  </a:moveTo>
                  <a:lnTo>
                    <a:pt x="2413848" y="44071"/>
                  </a:lnTo>
                  <a:lnTo>
                    <a:pt x="2358268" y="0"/>
                  </a:lnTo>
                  <a:close/>
                  <a:moveTo>
                    <a:pt x="2413848" y="44071"/>
                  </a:moveTo>
                  <a:lnTo>
                    <a:pt x="2437150" y="16271"/>
                  </a:lnTo>
                  <a:lnTo>
                    <a:pt x="235826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20" name="Candidate_density__2139">
              <a:extLst>
                <a:ext uri="{FF2B5EF4-FFF2-40B4-BE49-F238E27FC236}">
                  <a16:creationId xmlns:a16="http://schemas.microsoft.com/office/drawing/2014/main" id="{AC1801E1-3DD9-E58E-D58F-45F0F2F0C88A}"/>
                </a:ext>
              </a:extLst>
            </p:cNvPr>
            <p:cNvSpPr>
              <a:spLocks noGrp="1"/>
            </p:cNvSpPr>
            <p:nvPr/>
          </p:nvSpPr>
          <p:spPr>
            <a:xfrm>
              <a:off x="3605893" y="1856577"/>
              <a:ext cx="1995163" cy="1448053"/>
            </a:xfrm>
            <a:custGeom>
              <a:avLst/>
              <a:gdLst/>
              <a:ahLst/>
              <a:cxnLst/>
              <a:rect l="0" t="0" r="0" b="0"/>
              <a:pathLst>
                <a:path w="1995163" h="1448053">
                  <a:moveTo>
                    <a:pt x="94371" y="1366058"/>
                  </a:moveTo>
                  <a:lnTo>
                    <a:pt x="183654" y="1344169"/>
                  </a:lnTo>
                  <a:lnTo>
                    <a:pt x="164718" y="1339419"/>
                  </a:lnTo>
                  <a:close/>
                  <a:moveTo>
                    <a:pt x="164718" y="1339419"/>
                  </a:moveTo>
                  <a:lnTo>
                    <a:pt x="250871" y="1329970"/>
                  </a:lnTo>
                  <a:lnTo>
                    <a:pt x="215985" y="1258239"/>
                  </a:lnTo>
                  <a:close/>
                  <a:moveTo>
                    <a:pt x="250871" y="1329970"/>
                  </a:moveTo>
                  <a:lnTo>
                    <a:pt x="164718" y="1339419"/>
                  </a:lnTo>
                  <a:lnTo>
                    <a:pt x="256503" y="1337880"/>
                  </a:lnTo>
                  <a:close/>
                  <a:moveTo>
                    <a:pt x="164718" y="1339419"/>
                  </a:moveTo>
                  <a:lnTo>
                    <a:pt x="183654" y="1344169"/>
                  </a:lnTo>
                  <a:lnTo>
                    <a:pt x="256503" y="1337880"/>
                  </a:lnTo>
                  <a:close/>
                  <a:moveTo>
                    <a:pt x="250871" y="1329970"/>
                  </a:moveTo>
                  <a:lnTo>
                    <a:pt x="256503" y="1337880"/>
                  </a:lnTo>
                  <a:lnTo>
                    <a:pt x="263246" y="1327622"/>
                  </a:lnTo>
                  <a:close/>
                  <a:moveTo>
                    <a:pt x="282448" y="1004104"/>
                  </a:moveTo>
                  <a:lnTo>
                    <a:pt x="282294" y="1004147"/>
                  </a:lnTo>
                  <a:lnTo>
                    <a:pt x="282371" y="1004191"/>
                  </a:lnTo>
                  <a:close/>
                  <a:moveTo>
                    <a:pt x="282448" y="1004104"/>
                  </a:moveTo>
                  <a:lnTo>
                    <a:pt x="300981" y="921889"/>
                  </a:lnTo>
                  <a:lnTo>
                    <a:pt x="282294" y="1004147"/>
                  </a:lnTo>
                  <a:close/>
                  <a:moveTo>
                    <a:pt x="300981" y="921889"/>
                  </a:moveTo>
                  <a:lnTo>
                    <a:pt x="232012" y="944933"/>
                  </a:lnTo>
                  <a:lnTo>
                    <a:pt x="282294" y="1004147"/>
                  </a:lnTo>
                  <a:close/>
                  <a:moveTo>
                    <a:pt x="282371" y="1004191"/>
                  </a:moveTo>
                  <a:lnTo>
                    <a:pt x="282294" y="1004147"/>
                  </a:lnTo>
                  <a:lnTo>
                    <a:pt x="279871" y="1004104"/>
                  </a:lnTo>
                  <a:close/>
                  <a:moveTo>
                    <a:pt x="0" y="795894"/>
                  </a:moveTo>
                  <a:lnTo>
                    <a:pt x="49292" y="839673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0" y="795894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8825" y="753967"/>
                  </a:lnTo>
                  <a:lnTo>
                    <a:pt x="0" y="795894"/>
                  </a:lnTo>
                  <a:close/>
                  <a:moveTo>
                    <a:pt x="60687" y="732667"/>
                  </a:moveTo>
                  <a:lnTo>
                    <a:pt x="67486" y="675243"/>
                  </a:lnTo>
                  <a:lnTo>
                    <a:pt x="22942" y="713680"/>
                  </a:lnTo>
                  <a:close/>
                  <a:moveTo>
                    <a:pt x="282371" y="1004191"/>
                  </a:moveTo>
                  <a:lnTo>
                    <a:pt x="279871" y="1004104"/>
                  </a:lnTo>
                  <a:lnTo>
                    <a:pt x="346599" y="1029126"/>
                  </a:lnTo>
                  <a:close/>
                  <a:moveTo>
                    <a:pt x="395322" y="972849"/>
                  </a:moveTo>
                  <a:lnTo>
                    <a:pt x="282448" y="1004104"/>
                  </a:lnTo>
                  <a:lnTo>
                    <a:pt x="408468" y="981786"/>
                  </a:lnTo>
                  <a:close/>
                  <a:moveTo>
                    <a:pt x="408468" y="981786"/>
                  </a:moveTo>
                  <a:lnTo>
                    <a:pt x="282448" y="1004104"/>
                  </a:lnTo>
                  <a:lnTo>
                    <a:pt x="282371" y="1004191"/>
                  </a:lnTo>
                  <a:close/>
                  <a:moveTo>
                    <a:pt x="300981" y="921889"/>
                  </a:moveTo>
                  <a:lnTo>
                    <a:pt x="395322" y="972849"/>
                  </a:lnTo>
                  <a:lnTo>
                    <a:pt x="372153" y="891593"/>
                  </a:lnTo>
                  <a:close/>
                  <a:moveTo>
                    <a:pt x="300981" y="921889"/>
                  </a:moveTo>
                  <a:lnTo>
                    <a:pt x="282448" y="1004104"/>
                  </a:lnTo>
                  <a:lnTo>
                    <a:pt x="395322" y="972849"/>
                  </a:lnTo>
                  <a:close/>
                  <a:moveTo>
                    <a:pt x="419493" y="965667"/>
                  </a:moveTo>
                  <a:lnTo>
                    <a:pt x="401591" y="883451"/>
                  </a:lnTo>
                  <a:lnTo>
                    <a:pt x="395322" y="972849"/>
                  </a:lnTo>
                  <a:close/>
                  <a:moveTo>
                    <a:pt x="401591" y="883451"/>
                  </a:moveTo>
                  <a:lnTo>
                    <a:pt x="372153" y="891593"/>
                  </a:lnTo>
                  <a:lnTo>
                    <a:pt x="395322" y="972849"/>
                  </a:lnTo>
                  <a:close/>
                  <a:moveTo>
                    <a:pt x="395322" y="972849"/>
                  </a:moveTo>
                  <a:lnTo>
                    <a:pt x="408468" y="981786"/>
                  </a:lnTo>
                  <a:lnTo>
                    <a:pt x="419493" y="965667"/>
                  </a:lnTo>
                  <a:close/>
                  <a:moveTo>
                    <a:pt x="60687" y="732667"/>
                  </a:moveTo>
                  <a:lnTo>
                    <a:pt x="56545" y="757458"/>
                  </a:lnTo>
                  <a:lnTo>
                    <a:pt x="85371" y="742781"/>
                  </a:lnTo>
                  <a:close/>
                  <a:moveTo>
                    <a:pt x="85371" y="742781"/>
                  </a:moveTo>
                  <a:lnTo>
                    <a:pt x="67486" y="675243"/>
                  </a:lnTo>
                  <a:lnTo>
                    <a:pt x="60687" y="732667"/>
                  </a:lnTo>
                  <a:close/>
                  <a:moveTo>
                    <a:pt x="166596" y="637246"/>
                  </a:moveTo>
                  <a:lnTo>
                    <a:pt x="67486" y="675243"/>
                  </a:lnTo>
                  <a:lnTo>
                    <a:pt x="85371" y="742781"/>
                  </a:lnTo>
                  <a:close/>
                  <a:moveTo>
                    <a:pt x="177852" y="728187"/>
                  </a:moveTo>
                  <a:lnTo>
                    <a:pt x="166596" y="637246"/>
                  </a:lnTo>
                  <a:lnTo>
                    <a:pt x="85371" y="742781"/>
                  </a:lnTo>
                  <a:close/>
                  <a:moveTo>
                    <a:pt x="93908" y="593028"/>
                  </a:moveTo>
                  <a:lnTo>
                    <a:pt x="67486" y="675243"/>
                  </a:lnTo>
                  <a:lnTo>
                    <a:pt x="166596" y="637246"/>
                  </a:lnTo>
                  <a:close/>
                  <a:moveTo>
                    <a:pt x="167823" y="636806"/>
                  </a:moveTo>
                  <a:lnTo>
                    <a:pt x="167525" y="554592"/>
                  </a:lnTo>
                  <a:lnTo>
                    <a:pt x="166596" y="637246"/>
                  </a:lnTo>
                  <a:close/>
                  <a:moveTo>
                    <a:pt x="167525" y="554592"/>
                  </a:moveTo>
                  <a:lnTo>
                    <a:pt x="104936" y="587284"/>
                  </a:lnTo>
                  <a:lnTo>
                    <a:pt x="166596" y="637246"/>
                  </a:lnTo>
                  <a:close/>
                  <a:moveTo>
                    <a:pt x="401591" y="883451"/>
                  </a:moveTo>
                  <a:lnTo>
                    <a:pt x="514942" y="886015"/>
                  </a:lnTo>
                  <a:lnTo>
                    <a:pt x="481363" y="863399"/>
                  </a:lnTo>
                  <a:close/>
                  <a:moveTo>
                    <a:pt x="499349" y="927231"/>
                  </a:moveTo>
                  <a:lnTo>
                    <a:pt x="514942" y="886015"/>
                  </a:lnTo>
                  <a:lnTo>
                    <a:pt x="401591" y="883451"/>
                  </a:lnTo>
                  <a:close/>
                  <a:moveTo>
                    <a:pt x="419493" y="965667"/>
                  </a:moveTo>
                  <a:lnTo>
                    <a:pt x="499349" y="927231"/>
                  </a:lnTo>
                  <a:lnTo>
                    <a:pt x="401591" y="883451"/>
                  </a:lnTo>
                  <a:close/>
                  <a:moveTo>
                    <a:pt x="392140" y="801237"/>
                  </a:moveTo>
                  <a:lnTo>
                    <a:pt x="481363" y="863399"/>
                  </a:lnTo>
                  <a:lnTo>
                    <a:pt x="463731" y="777642"/>
                  </a:lnTo>
                  <a:close/>
                  <a:moveTo>
                    <a:pt x="392140" y="801237"/>
                  </a:moveTo>
                  <a:lnTo>
                    <a:pt x="401591" y="883451"/>
                  </a:lnTo>
                  <a:lnTo>
                    <a:pt x="481363" y="863399"/>
                  </a:lnTo>
                  <a:close/>
                  <a:moveTo>
                    <a:pt x="481363" y="863399"/>
                  </a:moveTo>
                  <a:lnTo>
                    <a:pt x="514942" y="886015"/>
                  </a:lnTo>
                  <a:lnTo>
                    <a:pt x="537816" y="845015"/>
                  </a:lnTo>
                  <a:close/>
                  <a:moveTo>
                    <a:pt x="167525" y="554592"/>
                  </a:moveTo>
                  <a:lnTo>
                    <a:pt x="277571" y="607618"/>
                  </a:lnTo>
                  <a:lnTo>
                    <a:pt x="248092" y="531491"/>
                  </a:lnTo>
                  <a:close/>
                  <a:moveTo>
                    <a:pt x="167525" y="554592"/>
                  </a:moveTo>
                  <a:lnTo>
                    <a:pt x="167823" y="636806"/>
                  </a:lnTo>
                  <a:lnTo>
                    <a:pt x="277571" y="607618"/>
                  </a:lnTo>
                  <a:close/>
                  <a:moveTo>
                    <a:pt x="315711" y="598370"/>
                  </a:moveTo>
                  <a:lnTo>
                    <a:pt x="345895" y="532638"/>
                  </a:lnTo>
                  <a:lnTo>
                    <a:pt x="277571" y="607618"/>
                  </a:lnTo>
                  <a:close/>
                  <a:moveTo>
                    <a:pt x="277571" y="607618"/>
                  </a:moveTo>
                  <a:lnTo>
                    <a:pt x="336162" y="520484"/>
                  </a:lnTo>
                  <a:lnTo>
                    <a:pt x="248092" y="531491"/>
                  </a:lnTo>
                  <a:close/>
                  <a:moveTo>
                    <a:pt x="921398" y="1075856"/>
                  </a:moveTo>
                  <a:lnTo>
                    <a:pt x="797654" y="1107055"/>
                  </a:lnTo>
                  <a:lnTo>
                    <a:pt x="881156" y="1135440"/>
                  </a:lnTo>
                  <a:close/>
                  <a:moveTo>
                    <a:pt x="881156" y="1135440"/>
                  </a:moveTo>
                  <a:lnTo>
                    <a:pt x="797654" y="1107055"/>
                  </a:lnTo>
                  <a:lnTo>
                    <a:pt x="857951" y="1139385"/>
                  </a:lnTo>
                  <a:close/>
                  <a:moveTo>
                    <a:pt x="910991" y="1056764"/>
                  </a:moveTo>
                  <a:lnTo>
                    <a:pt x="921398" y="1075856"/>
                  </a:lnTo>
                  <a:lnTo>
                    <a:pt x="922606" y="1053224"/>
                  </a:lnTo>
                  <a:close/>
                  <a:moveTo>
                    <a:pt x="429196" y="559934"/>
                  </a:moveTo>
                  <a:lnTo>
                    <a:pt x="402199" y="566889"/>
                  </a:lnTo>
                  <a:lnTo>
                    <a:pt x="406771" y="680585"/>
                  </a:lnTo>
                  <a:close/>
                  <a:moveTo>
                    <a:pt x="381453" y="665584"/>
                  </a:moveTo>
                  <a:lnTo>
                    <a:pt x="402199" y="566889"/>
                  </a:lnTo>
                  <a:lnTo>
                    <a:pt x="315711" y="598370"/>
                  </a:lnTo>
                  <a:close/>
                  <a:moveTo>
                    <a:pt x="345895" y="532638"/>
                  </a:moveTo>
                  <a:lnTo>
                    <a:pt x="315711" y="598370"/>
                  </a:lnTo>
                  <a:lnTo>
                    <a:pt x="402199" y="566889"/>
                  </a:lnTo>
                  <a:close/>
                  <a:moveTo>
                    <a:pt x="477534" y="530952"/>
                  </a:moveTo>
                  <a:lnTo>
                    <a:pt x="402199" y="566889"/>
                  </a:lnTo>
                  <a:lnTo>
                    <a:pt x="429196" y="559934"/>
                  </a:lnTo>
                  <a:close/>
                  <a:moveTo>
                    <a:pt x="345895" y="532638"/>
                  </a:moveTo>
                  <a:lnTo>
                    <a:pt x="402199" y="566889"/>
                  </a:lnTo>
                  <a:lnTo>
                    <a:pt x="477534" y="530952"/>
                  </a:lnTo>
                  <a:close/>
                  <a:moveTo>
                    <a:pt x="1343400" y="1448053"/>
                  </a:moveTo>
                  <a:lnTo>
                    <a:pt x="1376427" y="1447298"/>
                  </a:lnTo>
                  <a:lnTo>
                    <a:pt x="1419896" y="1425863"/>
                  </a:lnTo>
                  <a:close/>
                  <a:moveTo>
                    <a:pt x="1041181" y="1217655"/>
                  </a:moveTo>
                  <a:lnTo>
                    <a:pt x="1113412" y="1261433"/>
                  </a:lnTo>
                  <a:lnTo>
                    <a:pt x="1111539" y="1179218"/>
                  </a:lnTo>
                  <a:close/>
                  <a:moveTo>
                    <a:pt x="1111539" y="1179218"/>
                  </a:moveTo>
                  <a:lnTo>
                    <a:pt x="1142164" y="1128745"/>
                  </a:lnTo>
                  <a:lnTo>
                    <a:pt x="1041181" y="1217655"/>
                  </a:lnTo>
                  <a:close/>
                  <a:moveTo>
                    <a:pt x="921398" y="1075856"/>
                  </a:moveTo>
                  <a:lnTo>
                    <a:pt x="881156" y="1135440"/>
                  </a:lnTo>
                  <a:lnTo>
                    <a:pt x="954808" y="1121234"/>
                  </a:lnTo>
                  <a:close/>
                  <a:moveTo>
                    <a:pt x="954808" y="1121234"/>
                  </a:moveTo>
                  <a:lnTo>
                    <a:pt x="922606" y="1053224"/>
                  </a:lnTo>
                  <a:lnTo>
                    <a:pt x="921398" y="1075856"/>
                  </a:lnTo>
                  <a:close/>
                  <a:moveTo>
                    <a:pt x="1022191" y="1026952"/>
                  </a:moveTo>
                  <a:lnTo>
                    <a:pt x="922606" y="1053224"/>
                  </a:lnTo>
                  <a:lnTo>
                    <a:pt x="954808" y="1121234"/>
                  </a:lnTo>
                  <a:close/>
                  <a:moveTo>
                    <a:pt x="531603" y="517904"/>
                  </a:moveTo>
                  <a:lnTo>
                    <a:pt x="429196" y="559934"/>
                  </a:lnTo>
                  <a:lnTo>
                    <a:pt x="527500" y="521497"/>
                  </a:lnTo>
                  <a:close/>
                  <a:moveTo>
                    <a:pt x="531603" y="517904"/>
                  </a:moveTo>
                  <a:lnTo>
                    <a:pt x="477534" y="530952"/>
                  </a:lnTo>
                  <a:lnTo>
                    <a:pt x="429196" y="559934"/>
                  </a:lnTo>
                  <a:close/>
                  <a:moveTo>
                    <a:pt x="1473452" y="1402915"/>
                  </a:moveTo>
                  <a:lnTo>
                    <a:pt x="1419896" y="1425863"/>
                  </a:lnTo>
                  <a:lnTo>
                    <a:pt x="1501359" y="1420539"/>
                  </a:lnTo>
                  <a:close/>
                  <a:moveTo>
                    <a:pt x="1624233" y="525275"/>
                  </a:moveTo>
                  <a:lnTo>
                    <a:pt x="1574370" y="575960"/>
                  </a:lnTo>
                  <a:lnTo>
                    <a:pt x="1623019" y="537524"/>
                  </a:lnTo>
                  <a:close/>
                  <a:moveTo>
                    <a:pt x="1579824" y="574440"/>
                  </a:moveTo>
                  <a:lnTo>
                    <a:pt x="1624233" y="525275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16986" y="455309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23019" y="537524"/>
                  </a:lnTo>
                  <a:lnTo>
                    <a:pt x="1660624" y="510602"/>
                  </a:lnTo>
                  <a:close/>
                  <a:moveTo>
                    <a:pt x="1624233" y="525275"/>
                  </a:moveTo>
                  <a:lnTo>
                    <a:pt x="1660624" y="510602"/>
                  </a:lnTo>
                  <a:lnTo>
                    <a:pt x="1616986" y="455309"/>
                  </a:lnTo>
                  <a:close/>
                  <a:moveTo>
                    <a:pt x="1616986" y="455309"/>
                  </a:moveTo>
                  <a:lnTo>
                    <a:pt x="1675282" y="499087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16986" y="455309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74761" y="416872"/>
                  </a:lnTo>
                  <a:lnTo>
                    <a:pt x="1703346" y="334657"/>
                  </a:lnTo>
                  <a:close/>
                  <a:moveTo>
                    <a:pt x="1703346" y="334657"/>
                  </a:moveTo>
                  <a:lnTo>
                    <a:pt x="1761478" y="329350"/>
                  </a:lnTo>
                  <a:lnTo>
                    <a:pt x="1707392" y="332987"/>
                  </a:lnTo>
                  <a:close/>
                  <a:moveTo>
                    <a:pt x="1674761" y="416872"/>
                  </a:moveTo>
                  <a:lnTo>
                    <a:pt x="1738499" y="378436"/>
                  </a:lnTo>
                  <a:lnTo>
                    <a:pt x="1703346" y="334657"/>
                  </a:lnTo>
                  <a:close/>
                  <a:moveTo>
                    <a:pt x="1666001" y="252442"/>
                  </a:moveTo>
                  <a:lnTo>
                    <a:pt x="1707392" y="332987"/>
                  </a:lnTo>
                  <a:lnTo>
                    <a:pt x="1702844" y="236593"/>
                  </a:lnTo>
                  <a:close/>
                  <a:moveTo>
                    <a:pt x="1666001" y="252442"/>
                  </a:moveTo>
                  <a:lnTo>
                    <a:pt x="1703346" y="334657"/>
                  </a:lnTo>
                  <a:lnTo>
                    <a:pt x="1707392" y="332987"/>
                  </a:lnTo>
                  <a:close/>
                  <a:moveTo>
                    <a:pt x="1757381" y="214005"/>
                  </a:moveTo>
                  <a:lnTo>
                    <a:pt x="1702844" y="236593"/>
                  </a:lnTo>
                  <a:lnTo>
                    <a:pt x="1707392" y="332987"/>
                  </a:lnTo>
                  <a:close/>
                  <a:moveTo>
                    <a:pt x="1703087" y="131791"/>
                  </a:moveTo>
                  <a:lnTo>
                    <a:pt x="1702844" y="236593"/>
                  </a:lnTo>
                  <a:lnTo>
                    <a:pt x="1712836" y="147484"/>
                  </a:lnTo>
                  <a:close/>
                  <a:moveTo>
                    <a:pt x="1666001" y="252442"/>
                  </a:moveTo>
                  <a:lnTo>
                    <a:pt x="1702844" y="236593"/>
                  </a:lnTo>
                  <a:lnTo>
                    <a:pt x="1703087" y="131791"/>
                  </a:lnTo>
                  <a:close/>
                  <a:moveTo>
                    <a:pt x="1613911" y="170227"/>
                  </a:moveTo>
                  <a:lnTo>
                    <a:pt x="1666001" y="252442"/>
                  </a:lnTo>
                  <a:lnTo>
                    <a:pt x="1703087" y="131791"/>
                  </a:lnTo>
                  <a:close/>
                  <a:moveTo>
                    <a:pt x="1702844" y="236593"/>
                  </a:moveTo>
                  <a:lnTo>
                    <a:pt x="1757381" y="214005"/>
                  </a:lnTo>
                  <a:lnTo>
                    <a:pt x="1712836" y="147484"/>
                  </a:lnTo>
                  <a:close/>
                  <a:moveTo>
                    <a:pt x="1703087" y="131791"/>
                  </a:moveTo>
                  <a:lnTo>
                    <a:pt x="1703591" y="112921"/>
                  </a:lnTo>
                  <a:lnTo>
                    <a:pt x="1600922" y="88011"/>
                  </a:lnTo>
                  <a:close/>
                  <a:moveTo>
                    <a:pt x="1715534" y="126184"/>
                  </a:moveTo>
                  <a:lnTo>
                    <a:pt x="1712836" y="147484"/>
                  </a:lnTo>
                  <a:lnTo>
                    <a:pt x="1786910" y="93354"/>
                  </a:lnTo>
                  <a:close/>
                  <a:moveTo>
                    <a:pt x="1786910" y="93354"/>
                  </a:moveTo>
                  <a:lnTo>
                    <a:pt x="1712836" y="147484"/>
                  </a:lnTo>
                  <a:lnTo>
                    <a:pt x="1757381" y="214005"/>
                  </a:lnTo>
                  <a:close/>
                  <a:moveTo>
                    <a:pt x="1786910" y="93354"/>
                  </a:moveTo>
                  <a:lnTo>
                    <a:pt x="1757381" y="214005"/>
                  </a:lnTo>
                  <a:lnTo>
                    <a:pt x="1828200" y="175569"/>
                  </a:lnTo>
                  <a:close/>
                  <a:moveTo>
                    <a:pt x="1703087" y="131791"/>
                  </a:moveTo>
                  <a:lnTo>
                    <a:pt x="1712836" y="147484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03087" y="131791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15534" y="126184"/>
                  </a:lnTo>
                  <a:lnTo>
                    <a:pt x="1707329" y="49575"/>
                  </a:lnTo>
                  <a:close/>
                  <a:moveTo>
                    <a:pt x="1707329" y="49575"/>
                  </a:moveTo>
                  <a:lnTo>
                    <a:pt x="1715534" y="126184"/>
                  </a:lnTo>
                  <a:lnTo>
                    <a:pt x="1786910" y="93354"/>
                  </a:lnTo>
                  <a:close/>
                  <a:moveTo>
                    <a:pt x="1707329" y="49575"/>
                  </a:moveTo>
                  <a:lnTo>
                    <a:pt x="1786910" y="93354"/>
                  </a:lnTo>
                  <a:lnTo>
                    <a:pt x="1798972" y="11138"/>
                  </a:lnTo>
                  <a:close/>
                  <a:moveTo>
                    <a:pt x="1806140" y="2474"/>
                  </a:moveTo>
                  <a:lnTo>
                    <a:pt x="1707329" y="49575"/>
                  </a:lnTo>
                  <a:lnTo>
                    <a:pt x="1798972" y="11138"/>
                  </a:lnTo>
                  <a:close/>
                  <a:moveTo>
                    <a:pt x="1786910" y="93354"/>
                  </a:moveTo>
                  <a:lnTo>
                    <a:pt x="1873206" y="158684"/>
                  </a:lnTo>
                  <a:lnTo>
                    <a:pt x="1864486" y="65681"/>
                  </a:lnTo>
                  <a:close/>
                  <a:moveTo>
                    <a:pt x="1786910" y="93354"/>
                  </a:moveTo>
                  <a:lnTo>
                    <a:pt x="1828200" y="175569"/>
                  </a:lnTo>
                  <a:lnTo>
                    <a:pt x="1873206" y="158684"/>
                  </a:lnTo>
                  <a:close/>
                  <a:moveTo>
                    <a:pt x="1798972" y="11138"/>
                  </a:moveTo>
                  <a:lnTo>
                    <a:pt x="1864486" y="65681"/>
                  </a:lnTo>
                  <a:lnTo>
                    <a:pt x="1814866" y="5929"/>
                  </a:lnTo>
                  <a:close/>
                  <a:moveTo>
                    <a:pt x="1798972" y="11138"/>
                  </a:moveTo>
                  <a:lnTo>
                    <a:pt x="1786910" y="93354"/>
                  </a:lnTo>
                  <a:lnTo>
                    <a:pt x="1864486" y="65681"/>
                  </a:lnTo>
                  <a:close/>
                  <a:moveTo>
                    <a:pt x="1898664" y="54917"/>
                  </a:moveTo>
                  <a:lnTo>
                    <a:pt x="1937568" y="0"/>
                  </a:lnTo>
                  <a:lnTo>
                    <a:pt x="1864486" y="65681"/>
                  </a:lnTo>
                  <a:close/>
                  <a:moveTo>
                    <a:pt x="1864486" y="65681"/>
                  </a:moveTo>
                  <a:lnTo>
                    <a:pt x="1937568" y="0"/>
                  </a:lnTo>
                  <a:lnTo>
                    <a:pt x="1892514" y="3395"/>
                  </a:lnTo>
                  <a:close/>
                  <a:moveTo>
                    <a:pt x="1864486" y="65681"/>
                  </a:moveTo>
                  <a:lnTo>
                    <a:pt x="1892514" y="3395"/>
                  </a:lnTo>
                  <a:lnTo>
                    <a:pt x="1814866" y="5929"/>
                  </a:lnTo>
                  <a:close/>
                  <a:moveTo>
                    <a:pt x="1806140" y="2474"/>
                  </a:moveTo>
                  <a:lnTo>
                    <a:pt x="1798972" y="11138"/>
                  </a:lnTo>
                  <a:lnTo>
                    <a:pt x="1814866" y="5929"/>
                  </a:lnTo>
                  <a:close/>
                  <a:moveTo>
                    <a:pt x="1995163" y="137"/>
                  </a:moveTo>
                  <a:lnTo>
                    <a:pt x="1937568" y="0"/>
                  </a:lnTo>
                  <a:lnTo>
                    <a:pt x="1898664" y="5491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21" name="Candidate_density__2140">
              <a:extLst>
                <a:ext uri="{FF2B5EF4-FFF2-40B4-BE49-F238E27FC236}">
                  <a16:creationId xmlns:a16="http://schemas.microsoft.com/office/drawing/2014/main" id="{30A6889D-F708-083C-0384-78A451C147F4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279891"/>
              <a:ext cx="2375204" cy="1231165"/>
            </a:xfrm>
            <a:custGeom>
              <a:avLst/>
              <a:gdLst/>
              <a:ahLst/>
              <a:cxnLst/>
              <a:rect l="0" t="0" r="0" b="0"/>
              <a:pathLst>
                <a:path w="2375204" h="1231165">
                  <a:moveTo>
                    <a:pt x="342165" y="1231165"/>
                  </a:moveTo>
                  <a:lnTo>
                    <a:pt x="263629" y="1216188"/>
                  </a:lnTo>
                  <a:lnTo>
                    <a:pt x="208692" y="1181431"/>
                  </a:lnTo>
                  <a:close/>
                  <a:moveTo>
                    <a:pt x="533931" y="1175626"/>
                  </a:moveTo>
                  <a:lnTo>
                    <a:pt x="486267" y="1137544"/>
                  </a:lnTo>
                  <a:lnTo>
                    <a:pt x="556387" y="1194732"/>
                  </a:lnTo>
                  <a:close/>
                  <a:moveTo>
                    <a:pt x="0" y="787839"/>
                  </a:moveTo>
                  <a:lnTo>
                    <a:pt x="76926" y="796797"/>
                  </a:lnTo>
                  <a:lnTo>
                    <a:pt x="126845" y="768232"/>
                  </a:lnTo>
                  <a:close/>
                  <a:moveTo>
                    <a:pt x="505658" y="1133376"/>
                  </a:moveTo>
                  <a:lnTo>
                    <a:pt x="515511" y="1194732"/>
                  </a:lnTo>
                  <a:lnTo>
                    <a:pt x="533931" y="1175626"/>
                  </a:lnTo>
                  <a:close/>
                  <a:moveTo>
                    <a:pt x="792489" y="1154613"/>
                  </a:moveTo>
                  <a:lnTo>
                    <a:pt x="826561" y="1142759"/>
                  </a:lnTo>
                  <a:lnTo>
                    <a:pt x="836461" y="1117859"/>
                  </a:lnTo>
                  <a:close/>
                  <a:moveTo>
                    <a:pt x="813652" y="1170283"/>
                  </a:moveTo>
                  <a:lnTo>
                    <a:pt x="826561" y="1142759"/>
                  </a:lnTo>
                  <a:lnTo>
                    <a:pt x="792489" y="1154613"/>
                  </a:lnTo>
                  <a:close/>
                  <a:moveTo>
                    <a:pt x="173230" y="409523"/>
                  </a:moveTo>
                  <a:lnTo>
                    <a:pt x="151553" y="377923"/>
                  </a:lnTo>
                  <a:lnTo>
                    <a:pt x="169033" y="432107"/>
                  </a:lnTo>
                  <a:close/>
                  <a:moveTo>
                    <a:pt x="830120" y="1035644"/>
                  </a:moveTo>
                  <a:lnTo>
                    <a:pt x="854760" y="997207"/>
                  </a:lnTo>
                  <a:lnTo>
                    <a:pt x="836461" y="1117859"/>
                  </a:lnTo>
                  <a:close/>
                  <a:moveTo>
                    <a:pt x="810339" y="914992"/>
                  </a:moveTo>
                  <a:lnTo>
                    <a:pt x="854760" y="997207"/>
                  </a:lnTo>
                  <a:lnTo>
                    <a:pt x="749988" y="953428"/>
                  </a:lnTo>
                  <a:close/>
                  <a:moveTo>
                    <a:pt x="795882" y="906924"/>
                  </a:moveTo>
                  <a:lnTo>
                    <a:pt x="854760" y="997207"/>
                  </a:lnTo>
                  <a:lnTo>
                    <a:pt x="810339" y="914992"/>
                  </a:lnTo>
                  <a:close/>
                  <a:moveTo>
                    <a:pt x="795882" y="906924"/>
                  </a:moveTo>
                  <a:lnTo>
                    <a:pt x="856307" y="899358"/>
                  </a:lnTo>
                  <a:lnTo>
                    <a:pt x="817152" y="816419"/>
                  </a:lnTo>
                  <a:close/>
                  <a:moveTo>
                    <a:pt x="670833" y="547696"/>
                  </a:moveTo>
                  <a:lnTo>
                    <a:pt x="670645" y="547779"/>
                  </a:lnTo>
                  <a:lnTo>
                    <a:pt x="735592" y="511480"/>
                  </a:lnTo>
                  <a:close/>
                  <a:moveTo>
                    <a:pt x="1074172" y="920335"/>
                  </a:moveTo>
                  <a:lnTo>
                    <a:pt x="1075584" y="946684"/>
                  </a:lnTo>
                  <a:lnTo>
                    <a:pt x="1090684" y="949124"/>
                  </a:lnTo>
                  <a:close/>
                  <a:moveTo>
                    <a:pt x="917028" y="480777"/>
                  </a:moveTo>
                  <a:lnTo>
                    <a:pt x="978599" y="479194"/>
                  </a:lnTo>
                  <a:lnTo>
                    <a:pt x="941432" y="470823"/>
                  </a:lnTo>
                  <a:close/>
                  <a:moveTo>
                    <a:pt x="950967" y="544214"/>
                  </a:moveTo>
                  <a:lnTo>
                    <a:pt x="978599" y="479194"/>
                  </a:lnTo>
                  <a:lnTo>
                    <a:pt x="917028" y="480777"/>
                  </a:lnTo>
                  <a:close/>
                  <a:moveTo>
                    <a:pt x="1578159" y="925677"/>
                  </a:moveTo>
                  <a:lnTo>
                    <a:pt x="1611861" y="828376"/>
                  </a:lnTo>
                  <a:lnTo>
                    <a:pt x="1590763" y="805026"/>
                  </a:lnTo>
                  <a:close/>
                  <a:moveTo>
                    <a:pt x="1578159" y="925677"/>
                  </a:moveTo>
                  <a:lnTo>
                    <a:pt x="1590763" y="805026"/>
                  </a:lnTo>
                  <a:lnTo>
                    <a:pt x="1597709" y="887240"/>
                  </a:lnTo>
                  <a:close/>
                  <a:moveTo>
                    <a:pt x="1611861" y="828376"/>
                  </a:moveTo>
                  <a:lnTo>
                    <a:pt x="1604845" y="733987"/>
                  </a:lnTo>
                  <a:lnTo>
                    <a:pt x="1590763" y="805026"/>
                  </a:lnTo>
                  <a:close/>
                  <a:moveTo>
                    <a:pt x="1604845" y="733987"/>
                  </a:moveTo>
                  <a:lnTo>
                    <a:pt x="1590745" y="722810"/>
                  </a:lnTo>
                  <a:lnTo>
                    <a:pt x="1590763" y="805026"/>
                  </a:lnTo>
                  <a:close/>
                  <a:moveTo>
                    <a:pt x="1590745" y="722810"/>
                  </a:moveTo>
                  <a:lnTo>
                    <a:pt x="1662096" y="684373"/>
                  </a:lnTo>
                  <a:lnTo>
                    <a:pt x="1590763" y="805026"/>
                  </a:lnTo>
                  <a:close/>
                  <a:moveTo>
                    <a:pt x="1659800" y="589218"/>
                  </a:moveTo>
                  <a:lnTo>
                    <a:pt x="1663438" y="675270"/>
                  </a:lnTo>
                  <a:lnTo>
                    <a:pt x="1657269" y="602159"/>
                  </a:lnTo>
                  <a:close/>
                  <a:moveTo>
                    <a:pt x="1610564" y="262381"/>
                  </a:moveTo>
                  <a:lnTo>
                    <a:pt x="1517882" y="343727"/>
                  </a:lnTo>
                  <a:lnTo>
                    <a:pt x="1500073" y="343132"/>
                  </a:lnTo>
                  <a:close/>
                  <a:moveTo>
                    <a:pt x="1671168" y="273767"/>
                  </a:moveTo>
                  <a:lnTo>
                    <a:pt x="1610564" y="262381"/>
                  </a:lnTo>
                  <a:lnTo>
                    <a:pt x="1744504" y="269300"/>
                  </a:lnTo>
                  <a:close/>
                  <a:moveTo>
                    <a:pt x="1959350" y="300052"/>
                  </a:moveTo>
                  <a:lnTo>
                    <a:pt x="2041517" y="321073"/>
                  </a:lnTo>
                  <a:lnTo>
                    <a:pt x="2083688" y="271075"/>
                  </a:lnTo>
                  <a:close/>
                  <a:moveTo>
                    <a:pt x="2210169" y="245546"/>
                  </a:moveTo>
                  <a:lnTo>
                    <a:pt x="2207747" y="246523"/>
                  </a:lnTo>
                  <a:lnTo>
                    <a:pt x="2277704" y="223950"/>
                  </a:lnTo>
                  <a:close/>
                  <a:moveTo>
                    <a:pt x="2083688" y="271075"/>
                  </a:moveTo>
                  <a:lnTo>
                    <a:pt x="2159622" y="276323"/>
                  </a:lnTo>
                  <a:lnTo>
                    <a:pt x="2103570" y="270625"/>
                  </a:lnTo>
                  <a:close/>
                  <a:moveTo>
                    <a:pt x="2210169" y="245546"/>
                  </a:moveTo>
                  <a:lnTo>
                    <a:pt x="2306438" y="126790"/>
                  </a:lnTo>
                  <a:lnTo>
                    <a:pt x="2306478" y="124894"/>
                  </a:lnTo>
                  <a:close/>
                  <a:moveTo>
                    <a:pt x="2306478" y="124894"/>
                  </a:moveTo>
                  <a:lnTo>
                    <a:pt x="2297457" y="82602"/>
                  </a:lnTo>
                  <a:lnTo>
                    <a:pt x="2336422" y="13084"/>
                  </a:lnTo>
                  <a:close/>
                  <a:moveTo>
                    <a:pt x="2297457" y="82602"/>
                  </a:moveTo>
                  <a:lnTo>
                    <a:pt x="2325005" y="124894"/>
                  </a:lnTo>
                  <a:lnTo>
                    <a:pt x="2336422" y="13084"/>
                  </a:lnTo>
                  <a:close/>
                  <a:moveTo>
                    <a:pt x="2339277" y="0"/>
                  </a:moveTo>
                  <a:lnTo>
                    <a:pt x="2336422" y="13084"/>
                  </a:lnTo>
                  <a:lnTo>
                    <a:pt x="2375204" y="424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22" name="Candidate_density__2141">
              <a:extLst>
                <a:ext uri="{FF2B5EF4-FFF2-40B4-BE49-F238E27FC236}">
                  <a16:creationId xmlns:a16="http://schemas.microsoft.com/office/drawing/2014/main" id="{6E2E8875-8163-C490-8D18-F71193850E4D}"/>
                </a:ext>
              </a:extLst>
            </p:cNvPr>
            <p:cNvSpPr>
              <a:spLocks noGrp="1"/>
            </p:cNvSpPr>
            <p:nvPr/>
          </p:nvSpPr>
          <p:spPr>
            <a:xfrm>
              <a:off x="3756366" y="2404785"/>
              <a:ext cx="2229552" cy="1105100"/>
            </a:xfrm>
            <a:custGeom>
              <a:avLst/>
              <a:gdLst/>
              <a:ahLst/>
              <a:cxnLst/>
              <a:rect l="0" t="0" r="0" b="0"/>
              <a:pathLst>
                <a:path w="2229552" h="1105100">
                  <a:moveTo>
                    <a:pt x="438585" y="1069838"/>
                  </a:moveTo>
                  <a:lnTo>
                    <a:pt x="335129" y="1088922"/>
                  </a:lnTo>
                  <a:lnTo>
                    <a:pt x="457004" y="1050732"/>
                  </a:lnTo>
                  <a:close/>
                  <a:moveTo>
                    <a:pt x="0" y="671902"/>
                  </a:moveTo>
                  <a:lnTo>
                    <a:pt x="63343" y="630075"/>
                  </a:lnTo>
                  <a:lnTo>
                    <a:pt x="118149" y="619783"/>
                  </a:lnTo>
                  <a:close/>
                  <a:moveTo>
                    <a:pt x="49918" y="643338"/>
                  </a:moveTo>
                  <a:lnTo>
                    <a:pt x="0" y="671902"/>
                  </a:lnTo>
                  <a:lnTo>
                    <a:pt x="118149" y="619783"/>
                  </a:lnTo>
                  <a:close/>
                  <a:moveTo>
                    <a:pt x="394149" y="1094384"/>
                  </a:moveTo>
                  <a:lnTo>
                    <a:pt x="269679" y="1105100"/>
                  </a:lnTo>
                  <a:lnTo>
                    <a:pt x="350081" y="1100326"/>
                  </a:lnTo>
                  <a:close/>
                  <a:moveTo>
                    <a:pt x="438585" y="1069838"/>
                  </a:moveTo>
                  <a:lnTo>
                    <a:pt x="394149" y="1094384"/>
                  </a:lnTo>
                  <a:lnTo>
                    <a:pt x="350081" y="1100326"/>
                  </a:lnTo>
                  <a:close/>
                  <a:moveTo>
                    <a:pt x="92107" y="307213"/>
                  </a:moveTo>
                  <a:lnTo>
                    <a:pt x="55412" y="357373"/>
                  </a:lnTo>
                  <a:lnTo>
                    <a:pt x="24320" y="332429"/>
                  </a:lnTo>
                  <a:close/>
                  <a:moveTo>
                    <a:pt x="733412" y="790098"/>
                  </a:moveTo>
                  <a:lnTo>
                    <a:pt x="673062" y="828534"/>
                  </a:lnTo>
                  <a:lnTo>
                    <a:pt x="779380" y="774464"/>
                  </a:lnTo>
                  <a:close/>
                  <a:moveTo>
                    <a:pt x="733412" y="790098"/>
                  </a:moveTo>
                  <a:lnTo>
                    <a:pt x="779380" y="774464"/>
                  </a:lnTo>
                  <a:lnTo>
                    <a:pt x="718955" y="782030"/>
                  </a:lnTo>
                  <a:close/>
                  <a:moveTo>
                    <a:pt x="1218131" y="1080522"/>
                  </a:moveTo>
                  <a:lnTo>
                    <a:pt x="1287216" y="1042086"/>
                  </a:lnTo>
                  <a:lnTo>
                    <a:pt x="1271549" y="1069565"/>
                  </a:lnTo>
                  <a:close/>
                  <a:moveTo>
                    <a:pt x="1287216" y="1042086"/>
                  </a:moveTo>
                  <a:lnTo>
                    <a:pt x="1218131" y="1080522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287216" y="1042086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326325" y="995706"/>
                  </a:lnTo>
                  <a:lnTo>
                    <a:pt x="1445883" y="948853"/>
                  </a:lnTo>
                  <a:close/>
                  <a:moveTo>
                    <a:pt x="864506" y="345929"/>
                  </a:moveTo>
                  <a:lnTo>
                    <a:pt x="901672" y="354300"/>
                  </a:lnTo>
                  <a:lnTo>
                    <a:pt x="910510" y="340471"/>
                  </a:lnTo>
                  <a:close/>
                  <a:moveTo>
                    <a:pt x="1369078" y="940352"/>
                  </a:moveTo>
                  <a:lnTo>
                    <a:pt x="1445883" y="948853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489431" y="896468"/>
                  </a:lnTo>
                  <a:lnTo>
                    <a:pt x="1445883" y="948853"/>
                  </a:lnTo>
                  <a:close/>
                  <a:moveTo>
                    <a:pt x="1475932" y="921434"/>
                  </a:moveTo>
                  <a:lnTo>
                    <a:pt x="1500323" y="882997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501233" y="800783"/>
                  </a:lnTo>
                  <a:lnTo>
                    <a:pt x="1500323" y="882997"/>
                  </a:lnTo>
                  <a:close/>
                  <a:moveTo>
                    <a:pt x="921026" y="338566"/>
                  </a:moveTo>
                  <a:lnTo>
                    <a:pt x="864506" y="345929"/>
                  </a:lnTo>
                  <a:lnTo>
                    <a:pt x="910510" y="340471"/>
                  </a:lnTo>
                  <a:close/>
                  <a:moveTo>
                    <a:pt x="1501233" y="800783"/>
                  </a:moveTo>
                  <a:lnTo>
                    <a:pt x="1520782" y="762346"/>
                  </a:lnTo>
                  <a:lnTo>
                    <a:pt x="1500323" y="882997"/>
                  </a:lnTo>
                  <a:close/>
                  <a:moveTo>
                    <a:pt x="1527228" y="759128"/>
                  </a:moveTo>
                  <a:lnTo>
                    <a:pt x="1534935" y="703482"/>
                  </a:lnTo>
                  <a:lnTo>
                    <a:pt x="1501233" y="800783"/>
                  </a:lnTo>
                  <a:close/>
                  <a:moveTo>
                    <a:pt x="1513819" y="597916"/>
                  </a:moveTo>
                  <a:lnTo>
                    <a:pt x="1527919" y="609093"/>
                  </a:lnTo>
                  <a:lnTo>
                    <a:pt x="1538811" y="587233"/>
                  </a:lnTo>
                  <a:close/>
                  <a:moveTo>
                    <a:pt x="1513819" y="597916"/>
                  </a:moveTo>
                  <a:lnTo>
                    <a:pt x="1538811" y="587233"/>
                  </a:lnTo>
                  <a:lnTo>
                    <a:pt x="1586512" y="550376"/>
                  </a:lnTo>
                  <a:close/>
                  <a:moveTo>
                    <a:pt x="1586512" y="550376"/>
                  </a:moveTo>
                  <a:lnTo>
                    <a:pt x="1597775" y="512802"/>
                  </a:lnTo>
                  <a:lnTo>
                    <a:pt x="1580342" y="477264"/>
                  </a:lnTo>
                  <a:close/>
                  <a:moveTo>
                    <a:pt x="1882423" y="175158"/>
                  </a:moveTo>
                  <a:lnTo>
                    <a:pt x="2006762" y="146181"/>
                  </a:lnTo>
                  <a:lnTo>
                    <a:pt x="1933939" y="152569"/>
                  </a:lnTo>
                  <a:close/>
                  <a:moveTo>
                    <a:pt x="1933939" y="152569"/>
                  </a:moveTo>
                  <a:lnTo>
                    <a:pt x="2006762" y="146181"/>
                  </a:lnTo>
                  <a:lnTo>
                    <a:pt x="1939943" y="155625"/>
                  </a:lnTo>
                  <a:close/>
                  <a:moveTo>
                    <a:pt x="2006762" y="146181"/>
                  </a:moveTo>
                  <a:lnTo>
                    <a:pt x="2026643" y="145731"/>
                  </a:lnTo>
                  <a:lnTo>
                    <a:pt x="1939943" y="155625"/>
                  </a:lnTo>
                  <a:close/>
                  <a:moveTo>
                    <a:pt x="2082696" y="151429"/>
                  </a:moveTo>
                  <a:lnTo>
                    <a:pt x="2130821" y="121629"/>
                  </a:lnTo>
                  <a:lnTo>
                    <a:pt x="2026643" y="145731"/>
                  </a:lnTo>
                  <a:close/>
                  <a:moveTo>
                    <a:pt x="2133242" y="120652"/>
                  </a:moveTo>
                  <a:lnTo>
                    <a:pt x="2229552" y="0"/>
                  </a:lnTo>
                  <a:lnTo>
                    <a:pt x="219998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23" name="Candidate_density__2142">
              <a:extLst>
                <a:ext uri="{FF2B5EF4-FFF2-40B4-BE49-F238E27FC236}">
                  <a16:creationId xmlns:a16="http://schemas.microsoft.com/office/drawing/2014/main" id="{C09E7A9D-FD35-4DD1-6C73-EF5A395B4972}"/>
                </a:ext>
              </a:extLst>
            </p:cNvPr>
            <p:cNvSpPr>
              <a:spLocks noGrp="1"/>
            </p:cNvSpPr>
            <p:nvPr/>
          </p:nvSpPr>
          <p:spPr>
            <a:xfrm>
              <a:off x="3554825" y="1805378"/>
              <a:ext cx="2470226" cy="1690701"/>
            </a:xfrm>
            <a:custGeom>
              <a:avLst/>
              <a:gdLst/>
              <a:ahLst/>
              <a:cxnLst/>
              <a:rect l="0" t="0" r="0" b="0"/>
              <a:pathLst>
                <a:path w="2470226" h="1690701">
                  <a:moveTo>
                    <a:pt x="244637" y="1567346"/>
                  </a:moveTo>
                  <a:lnTo>
                    <a:pt x="300653" y="1625466"/>
                  </a:lnTo>
                  <a:lnTo>
                    <a:pt x="294012" y="1617043"/>
                  </a:lnTo>
                  <a:close/>
                  <a:moveTo>
                    <a:pt x="202486" y="1461036"/>
                  </a:moveTo>
                  <a:lnTo>
                    <a:pt x="190618" y="1499473"/>
                  </a:lnTo>
                  <a:lnTo>
                    <a:pt x="239920" y="1543251"/>
                  </a:lnTo>
                  <a:close/>
                  <a:moveTo>
                    <a:pt x="239920" y="1543251"/>
                  </a:moveTo>
                  <a:lnTo>
                    <a:pt x="244637" y="1567346"/>
                  </a:lnTo>
                  <a:lnTo>
                    <a:pt x="294012" y="1617043"/>
                  </a:lnTo>
                  <a:close/>
                  <a:moveTo>
                    <a:pt x="390168" y="1587030"/>
                  </a:moveTo>
                  <a:lnTo>
                    <a:pt x="388243" y="1690701"/>
                  </a:lnTo>
                  <a:lnTo>
                    <a:pt x="432417" y="1640658"/>
                  </a:lnTo>
                  <a:close/>
                  <a:moveTo>
                    <a:pt x="390168" y="1587030"/>
                  </a:moveTo>
                  <a:lnTo>
                    <a:pt x="300653" y="1625466"/>
                  </a:lnTo>
                  <a:lnTo>
                    <a:pt x="388243" y="1690701"/>
                  </a:lnTo>
                  <a:close/>
                  <a:moveTo>
                    <a:pt x="340666" y="1504815"/>
                  </a:moveTo>
                  <a:lnTo>
                    <a:pt x="294012" y="1617043"/>
                  </a:lnTo>
                  <a:lnTo>
                    <a:pt x="300653" y="1625466"/>
                  </a:lnTo>
                  <a:close/>
                  <a:moveTo>
                    <a:pt x="239920" y="1543251"/>
                  </a:moveTo>
                  <a:lnTo>
                    <a:pt x="294012" y="1617043"/>
                  </a:lnTo>
                  <a:lnTo>
                    <a:pt x="311702" y="1512823"/>
                  </a:lnTo>
                  <a:close/>
                  <a:moveTo>
                    <a:pt x="286052" y="1372083"/>
                  </a:moveTo>
                  <a:lnTo>
                    <a:pt x="202486" y="1461036"/>
                  </a:lnTo>
                  <a:lnTo>
                    <a:pt x="235532" y="1422600"/>
                  </a:lnTo>
                  <a:close/>
                  <a:moveTo>
                    <a:pt x="368594" y="1402033"/>
                  </a:moveTo>
                  <a:lnTo>
                    <a:pt x="234722" y="1395368"/>
                  </a:lnTo>
                  <a:lnTo>
                    <a:pt x="286052" y="1372083"/>
                  </a:lnTo>
                  <a:close/>
                  <a:moveTo>
                    <a:pt x="0" y="1132176"/>
                  </a:moveTo>
                  <a:lnTo>
                    <a:pt x="33390" y="119993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0" y="113217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11424" y="1011524"/>
                  </a:lnTo>
                  <a:lnTo>
                    <a:pt x="0" y="1132176"/>
                  </a:lnTo>
                  <a:close/>
                  <a:moveTo>
                    <a:pt x="808678" y="1592372"/>
                  </a:moveTo>
                  <a:lnTo>
                    <a:pt x="747822" y="1630808"/>
                  </a:lnTo>
                  <a:lnTo>
                    <a:pt x="796347" y="1671498"/>
                  </a:lnTo>
                  <a:close/>
                  <a:moveTo>
                    <a:pt x="849165" y="1471721"/>
                  </a:moveTo>
                  <a:lnTo>
                    <a:pt x="808678" y="1592372"/>
                  </a:lnTo>
                  <a:lnTo>
                    <a:pt x="858808" y="1474626"/>
                  </a:lnTo>
                  <a:close/>
                  <a:moveTo>
                    <a:pt x="858808" y="1474626"/>
                  </a:moveTo>
                  <a:lnTo>
                    <a:pt x="808678" y="1592372"/>
                  </a:lnTo>
                  <a:lnTo>
                    <a:pt x="848366" y="1579670"/>
                  </a:lnTo>
                  <a:close/>
                  <a:moveTo>
                    <a:pt x="849165" y="1471721"/>
                  </a:moveTo>
                  <a:lnTo>
                    <a:pt x="858808" y="1474626"/>
                  </a:lnTo>
                  <a:lnTo>
                    <a:pt x="859421" y="1470591"/>
                  </a:lnTo>
                  <a:close/>
                  <a:moveTo>
                    <a:pt x="945584" y="1461134"/>
                  </a:moveTo>
                  <a:lnTo>
                    <a:pt x="858808" y="1474626"/>
                  </a:lnTo>
                  <a:lnTo>
                    <a:pt x="940368" y="1500908"/>
                  </a:lnTo>
                  <a:close/>
                  <a:moveTo>
                    <a:pt x="945584" y="1461134"/>
                  </a:moveTo>
                  <a:lnTo>
                    <a:pt x="859421" y="1470591"/>
                  </a:lnTo>
                  <a:lnTo>
                    <a:pt x="858808" y="1474626"/>
                  </a:lnTo>
                  <a:close/>
                  <a:moveTo>
                    <a:pt x="909019" y="1190584"/>
                  </a:moveTo>
                  <a:lnTo>
                    <a:pt x="827573" y="1196207"/>
                  </a:lnTo>
                  <a:lnTo>
                    <a:pt x="921782" y="1216215"/>
                  </a:lnTo>
                  <a:close/>
                  <a:moveTo>
                    <a:pt x="584663" y="872134"/>
                  </a:moveTo>
                  <a:lnTo>
                    <a:pt x="550417" y="978430"/>
                  </a:lnTo>
                  <a:lnTo>
                    <a:pt x="523309" y="961514"/>
                  </a:lnTo>
                  <a:close/>
                  <a:moveTo>
                    <a:pt x="883425" y="1250891"/>
                  </a:moveTo>
                  <a:lnTo>
                    <a:pt x="946572" y="1260146"/>
                  </a:lnTo>
                  <a:lnTo>
                    <a:pt x="921782" y="1216215"/>
                  </a:lnTo>
                  <a:close/>
                  <a:moveTo>
                    <a:pt x="1489539" y="1522052"/>
                  </a:moveTo>
                  <a:lnTo>
                    <a:pt x="1570619" y="1539759"/>
                  </a:lnTo>
                  <a:lnTo>
                    <a:pt x="1502351" y="1520841"/>
                  </a:lnTo>
                  <a:close/>
                  <a:moveTo>
                    <a:pt x="1489539" y="1522052"/>
                  </a:moveTo>
                  <a:lnTo>
                    <a:pt x="1471550" y="1520841"/>
                  </a:lnTo>
                  <a:lnTo>
                    <a:pt x="1471628" y="1603056"/>
                  </a:lnTo>
                  <a:close/>
                  <a:moveTo>
                    <a:pt x="762569" y="747855"/>
                  </a:moveTo>
                  <a:lnTo>
                    <a:pt x="705340" y="698691"/>
                  </a:lnTo>
                  <a:lnTo>
                    <a:pt x="725438" y="818279"/>
                  </a:lnTo>
                  <a:close/>
                  <a:moveTo>
                    <a:pt x="725438" y="818279"/>
                  </a:moveTo>
                  <a:lnTo>
                    <a:pt x="705340" y="698691"/>
                  </a:lnTo>
                  <a:lnTo>
                    <a:pt x="644099" y="723722"/>
                  </a:lnTo>
                  <a:close/>
                  <a:moveTo>
                    <a:pt x="762569" y="747855"/>
                  </a:moveTo>
                  <a:lnTo>
                    <a:pt x="763759" y="819342"/>
                  </a:lnTo>
                  <a:lnTo>
                    <a:pt x="798434" y="818491"/>
                  </a:lnTo>
                  <a:close/>
                  <a:moveTo>
                    <a:pt x="762569" y="747855"/>
                  </a:moveTo>
                  <a:lnTo>
                    <a:pt x="798434" y="818491"/>
                  </a:lnTo>
                  <a:lnTo>
                    <a:pt x="843172" y="770557"/>
                  </a:lnTo>
                  <a:close/>
                  <a:moveTo>
                    <a:pt x="799693" y="819342"/>
                  </a:moveTo>
                  <a:lnTo>
                    <a:pt x="893575" y="895550"/>
                  </a:lnTo>
                  <a:lnTo>
                    <a:pt x="922591" y="863120"/>
                  </a:lnTo>
                  <a:close/>
                  <a:moveTo>
                    <a:pt x="872599" y="780905"/>
                  </a:moveTo>
                  <a:lnTo>
                    <a:pt x="799693" y="819342"/>
                  </a:lnTo>
                  <a:lnTo>
                    <a:pt x="922591" y="863120"/>
                  </a:lnTo>
                  <a:close/>
                  <a:moveTo>
                    <a:pt x="1552161" y="1431642"/>
                  </a:moveTo>
                  <a:lnTo>
                    <a:pt x="1502351" y="1520841"/>
                  </a:lnTo>
                  <a:lnTo>
                    <a:pt x="1518946" y="1498146"/>
                  </a:lnTo>
                  <a:close/>
                  <a:moveTo>
                    <a:pt x="922591" y="863120"/>
                  </a:moveTo>
                  <a:lnTo>
                    <a:pt x="956958" y="917327"/>
                  </a:lnTo>
                  <a:lnTo>
                    <a:pt x="987792" y="906899"/>
                  </a:lnTo>
                  <a:close/>
                  <a:moveTo>
                    <a:pt x="843172" y="770557"/>
                  </a:moveTo>
                  <a:lnTo>
                    <a:pt x="872599" y="780905"/>
                  </a:lnTo>
                  <a:lnTo>
                    <a:pt x="871395" y="660877"/>
                  </a:lnTo>
                  <a:close/>
                  <a:moveTo>
                    <a:pt x="871395" y="660877"/>
                  </a:moveTo>
                  <a:lnTo>
                    <a:pt x="872599" y="780905"/>
                  </a:lnTo>
                  <a:lnTo>
                    <a:pt x="934759" y="669197"/>
                  </a:lnTo>
                  <a:close/>
                  <a:moveTo>
                    <a:pt x="934759" y="669197"/>
                  </a:moveTo>
                  <a:lnTo>
                    <a:pt x="872599" y="780905"/>
                  </a:lnTo>
                  <a:lnTo>
                    <a:pt x="958029" y="750371"/>
                  </a:lnTo>
                  <a:close/>
                  <a:moveTo>
                    <a:pt x="934759" y="669197"/>
                  </a:moveTo>
                  <a:lnTo>
                    <a:pt x="872150" y="660254"/>
                  </a:lnTo>
                  <a:lnTo>
                    <a:pt x="871395" y="660877"/>
                  </a:lnTo>
                  <a:close/>
                  <a:moveTo>
                    <a:pt x="958029" y="750371"/>
                  </a:moveTo>
                  <a:lnTo>
                    <a:pt x="1031658" y="702759"/>
                  </a:lnTo>
                  <a:lnTo>
                    <a:pt x="979030" y="693797"/>
                  </a:lnTo>
                  <a:close/>
                  <a:moveTo>
                    <a:pt x="958029" y="750371"/>
                  </a:moveTo>
                  <a:lnTo>
                    <a:pt x="979030" y="693797"/>
                  </a:lnTo>
                  <a:lnTo>
                    <a:pt x="934759" y="669197"/>
                  </a:lnTo>
                  <a:close/>
                  <a:moveTo>
                    <a:pt x="843172" y="770557"/>
                  </a:moveTo>
                  <a:lnTo>
                    <a:pt x="871395" y="660877"/>
                  </a:lnTo>
                  <a:lnTo>
                    <a:pt x="762569" y="747855"/>
                  </a:lnTo>
                  <a:close/>
                  <a:moveTo>
                    <a:pt x="834505" y="590017"/>
                  </a:moveTo>
                  <a:lnTo>
                    <a:pt x="872150" y="660254"/>
                  </a:lnTo>
                  <a:lnTo>
                    <a:pt x="934759" y="669197"/>
                  </a:lnTo>
                  <a:close/>
                  <a:moveTo>
                    <a:pt x="834505" y="590017"/>
                  </a:moveTo>
                  <a:lnTo>
                    <a:pt x="934759" y="669197"/>
                  </a:lnTo>
                  <a:lnTo>
                    <a:pt x="891799" y="604030"/>
                  </a:lnTo>
                  <a:close/>
                  <a:moveTo>
                    <a:pt x="1702331" y="1270057"/>
                  </a:moveTo>
                  <a:lnTo>
                    <a:pt x="1670256" y="1158887"/>
                  </a:lnTo>
                  <a:lnTo>
                    <a:pt x="1636000" y="1163297"/>
                  </a:lnTo>
                  <a:close/>
                  <a:moveTo>
                    <a:pt x="1739347" y="1039778"/>
                  </a:moveTo>
                  <a:lnTo>
                    <a:pt x="1742056" y="1041266"/>
                  </a:lnTo>
                  <a:lnTo>
                    <a:pt x="1830835" y="1120450"/>
                  </a:lnTo>
                  <a:close/>
                  <a:moveTo>
                    <a:pt x="1553207" y="1069923"/>
                  </a:moveTo>
                  <a:lnTo>
                    <a:pt x="1627046" y="1070485"/>
                  </a:lnTo>
                  <a:lnTo>
                    <a:pt x="1630494" y="967590"/>
                  </a:lnTo>
                  <a:close/>
                  <a:moveTo>
                    <a:pt x="1627046" y="1070485"/>
                  </a:moveTo>
                  <a:lnTo>
                    <a:pt x="1712568" y="961458"/>
                  </a:lnTo>
                  <a:lnTo>
                    <a:pt x="1630494" y="967590"/>
                  </a:lnTo>
                  <a:close/>
                  <a:moveTo>
                    <a:pt x="2411804" y="358104"/>
                  </a:moveTo>
                  <a:lnTo>
                    <a:pt x="2410114" y="360664"/>
                  </a:lnTo>
                  <a:lnTo>
                    <a:pt x="2470226" y="369271"/>
                  </a:lnTo>
                  <a:close/>
                  <a:moveTo>
                    <a:pt x="2406393" y="346750"/>
                  </a:moveTo>
                  <a:lnTo>
                    <a:pt x="2411804" y="358104"/>
                  </a:lnTo>
                  <a:lnTo>
                    <a:pt x="2383779" y="278866"/>
                  </a:lnTo>
                  <a:close/>
                  <a:moveTo>
                    <a:pt x="2383779" y="278866"/>
                  </a:moveTo>
                  <a:lnTo>
                    <a:pt x="2411804" y="358104"/>
                  </a:lnTo>
                  <a:lnTo>
                    <a:pt x="2470226" y="369271"/>
                  </a:lnTo>
                  <a:close/>
                  <a:moveTo>
                    <a:pt x="2383779" y="278866"/>
                  </a:moveTo>
                  <a:lnTo>
                    <a:pt x="2470226" y="369271"/>
                  </a:lnTo>
                  <a:lnTo>
                    <a:pt x="2450418" y="285282"/>
                  </a:lnTo>
                  <a:close/>
                  <a:moveTo>
                    <a:pt x="2365891" y="275890"/>
                  </a:moveTo>
                  <a:lnTo>
                    <a:pt x="2383779" y="278866"/>
                  </a:lnTo>
                  <a:lnTo>
                    <a:pt x="2382671" y="258057"/>
                  </a:lnTo>
                  <a:close/>
                  <a:moveTo>
                    <a:pt x="2406393" y="346750"/>
                  </a:moveTo>
                  <a:lnTo>
                    <a:pt x="2383779" y="278866"/>
                  </a:lnTo>
                  <a:lnTo>
                    <a:pt x="2365891" y="275890"/>
                  </a:lnTo>
                  <a:close/>
                  <a:moveTo>
                    <a:pt x="2313686" y="175166"/>
                  </a:moveTo>
                  <a:lnTo>
                    <a:pt x="2377165" y="84058"/>
                  </a:lnTo>
                  <a:lnTo>
                    <a:pt x="2310304" y="77824"/>
                  </a:lnTo>
                  <a:close/>
                  <a:moveTo>
                    <a:pt x="2310304" y="77824"/>
                  </a:moveTo>
                  <a:lnTo>
                    <a:pt x="2377165" y="84058"/>
                  </a:lnTo>
                  <a:lnTo>
                    <a:pt x="235744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24" name="Candidate_density__2143">
              <a:extLst>
                <a:ext uri="{FF2B5EF4-FFF2-40B4-BE49-F238E27FC236}">
                  <a16:creationId xmlns:a16="http://schemas.microsoft.com/office/drawing/2014/main" id="{11E9E63B-3A11-32D0-2433-ACB5859AC91A}"/>
                </a:ext>
              </a:extLst>
            </p:cNvPr>
            <p:cNvSpPr>
              <a:spLocks noGrp="1"/>
            </p:cNvSpPr>
            <p:nvPr/>
          </p:nvSpPr>
          <p:spPr>
            <a:xfrm>
              <a:off x="3594528" y="2236978"/>
              <a:ext cx="2424188" cy="1292108"/>
            </a:xfrm>
            <a:custGeom>
              <a:avLst/>
              <a:gdLst/>
              <a:ahLst/>
              <a:cxnLst/>
              <a:rect l="0" t="0" r="0" b="0"/>
              <a:pathLst>
                <a:path w="2424188" h="1292108">
                  <a:moveTo>
                    <a:pt x="204934" y="1135747"/>
                  </a:moveTo>
                  <a:lnTo>
                    <a:pt x="293604" y="1224344"/>
                  </a:lnTo>
                  <a:lnTo>
                    <a:pt x="260950" y="1193866"/>
                  </a:lnTo>
                  <a:close/>
                  <a:moveTo>
                    <a:pt x="260950" y="1193866"/>
                  </a:moveTo>
                  <a:lnTo>
                    <a:pt x="293604" y="1224344"/>
                  </a:lnTo>
                  <a:lnTo>
                    <a:pt x="348540" y="1259101"/>
                  </a:lnTo>
                  <a:close/>
                  <a:moveTo>
                    <a:pt x="427077" y="1274078"/>
                  </a:moveTo>
                  <a:lnTo>
                    <a:pt x="428051" y="1237645"/>
                  </a:lnTo>
                  <a:lnTo>
                    <a:pt x="392714" y="1209058"/>
                  </a:lnTo>
                  <a:close/>
                  <a:moveTo>
                    <a:pt x="427077" y="1274078"/>
                  </a:moveTo>
                  <a:lnTo>
                    <a:pt x="392714" y="1209058"/>
                  </a:lnTo>
                  <a:lnTo>
                    <a:pt x="348540" y="1259101"/>
                  </a:lnTo>
                  <a:close/>
                  <a:moveTo>
                    <a:pt x="84912" y="830752"/>
                  </a:moveTo>
                  <a:lnTo>
                    <a:pt x="0" y="780802"/>
                  </a:lnTo>
                  <a:lnTo>
                    <a:pt x="3967" y="782791"/>
                  </a:lnTo>
                  <a:close/>
                  <a:moveTo>
                    <a:pt x="64851" y="819206"/>
                  </a:moveTo>
                  <a:lnTo>
                    <a:pt x="0" y="780802"/>
                  </a:lnTo>
                  <a:lnTo>
                    <a:pt x="84912" y="830752"/>
                  </a:lnTo>
                  <a:close/>
                  <a:moveTo>
                    <a:pt x="428051" y="1237645"/>
                  </a:moveTo>
                  <a:lnTo>
                    <a:pt x="431517" y="1272907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18689" y="1202038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90570" y="1176289"/>
                  </a:lnTo>
                  <a:lnTo>
                    <a:pt x="521820" y="1197902"/>
                  </a:lnTo>
                  <a:close/>
                  <a:moveTo>
                    <a:pt x="590570" y="1176289"/>
                  </a:moveTo>
                  <a:lnTo>
                    <a:pt x="660391" y="1158681"/>
                  </a:lnTo>
                  <a:lnTo>
                    <a:pt x="711569" y="1134823"/>
                  </a:lnTo>
                  <a:close/>
                  <a:moveTo>
                    <a:pt x="921373" y="1160772"/>
                  </a:moveTo>
                  <a:lnTo>
                    <a:pt x="900665" y="1069308"/>
                  </a:lnTo>
                  <a:lnTo>
                    <a:pt x="897479" y="1136456"/>
                  </a:lnTo>
                  <a:close/>
                  <a:moveTo>
                    <a:pt x="819718" y="1038991"/>
                  </a:moveTo>
                  <a:lnTo>
                    <a:pt x="880793" y="949837"/>
                  </a:lnTo>
                  <a:lnTo>
                    <a:pt x="832199" y="928752"/>
                  </a:lnTo>
                  <a:close/>
                  <a:moveTo>
                    <a:pt x="880793" y="949837"/>
                  </a:moveTo>
                  <a:lnTo>
                    <a:pt x="905881" y="1029534"/>
                  </a:lnTo>
                  <a:lnTo>
                    <a:pt x="939672" y="1040121"/>
                  </a:lnTo>
                  <a:close/>
                  <a:moveTo>
                    <a:pt x="880793" y="949837"/>
                  </a:moveTo>
                  <a:lnTo>
                    <a:pt x="902063" y="859332"/>
                  </a:lnTo>
                  <a:lnTo>
                    <a:pt x="837247" y="895654"/>
                  </a:lnTo>
                  <a:close/>
                  <a:moveTo>
                    <a:pt x="793247" y="755039"/>
                  </a:moveTo>
                  <a:lnTo>
                    <a:pt x="787870" y="764607"/>
                  </a:lnTo>
                  <a:lnTo>
                    <a:pt x="796652" y="743877"/>
                  </a:lnTo>
                  <a:close/>
                  <a:moveTo>
                    <a:pt x="802107" y="764269"/>
                  </a:moveTo>
                  <a:lnTo>
                    <a:pt x="787870" y="764607"/>
                  </a:lnTo>
                  <a:lnTo>
                    <a:pt x="793247" y="755039"/>
                  </a:lnTo>
                  <a:close/>
                  <a:moveTo>
                    <a:pt x="1252570" y="1229734"/>
                  </a:moveTo>
                  <a:lnTo>
                    <a:pt x="1356646" y="1292108"/>
                  </a:lnTo>
                  <a:lnTo>
                    <a:pt x="1290655" y="1261037"/>
                  </a:lnTo>
                  <a:close/>
                  <a:moveTo>
                    <a:pt x="796652" y="743877"/>
                  </a:moveTo>
                  <a:lnTo>
                    <a:pt x="798332" y="656008"/>
                  </a:lnTo>
                  <a:lnTo>
                    <a:pt x="793247" y="755039"/>
                  </a:lnTo>
                  <a:close/>
                  <a:moveTo>
                    <a:pt x="770270" y="469957"/>
                  </a:moveTo>
                  <a:lnTo>
                    <a:pt x="724538" y="537705"/>
                  </a:lnTo>
                  <a:lnTo>
                    <a:pt x="771173" y="477904"/>
                  </a:lnTo>
                  <a:close/>
                  <a:moveTo>
                    <a:pt x="771173" y="477904"/>
                  </a:moveTo>
                  <a:lnTo>
                    <a:pt x="724538" y="537705"/>
                  </a:lnTo>
                  <a:lnTo>
                    <a:pt x="721247" y="557993"/>
                  </a:lnTo>
                  <a:close/>
                  <a:moveTo>
                    <a:pt x="1444275" y="1195066"/>
                  </a:moveTo>
                  <a:lnTo>
                    <a:pt x="1449054" y="1209893"/>
                  </a:lnTo>
                  <a:lnTo>
                    <a:pt x="1449836" y="1090453"/>
                  </a:lnTo>
                  <a:close/>
                  <a:moveTo>
                    <a:pt x="1444275" y="1195066"/>
                  </a:moveTo>
                  <a:lnTo>
                    <a:pt x="1449836" y="1090453"/>
                  </a:lnTo>
                  <a:lnTo>
                    <a:pt x="1431926" y="1171456"/>
                  </a:lnTo>
                  <a:close/>
                  <a:moveTo>
                    <a:pt x="726751" y="453426"/>
                  </a:moveTo>
                  <a:lnTo>
                    <a:pt x="724538" y="537705"/>
                  </a:lnTo>
                  <a:lnTo>
                    <a:pt x="770270" y="469957"/>
                  </a:lnTo>
                  <a:close/>
                  <a:moveTo>
                    <a:pt x="1431847" y="1089241"/>
                  </a:moveTo>
                  <a:lnTo>
                    <a:pt x="1369232" y="1060965"/>
                  </a:lnTo>
                  <a:lnTo>
                    <a:pt x="1479243" y="1066546"/>
                  </a:lnTo>
                  <a:close/>
                  <a:moveTo>
                    <a:pt x="1499826" y="1055371"/>
                  </a:moveTo>
                  <a:lnTo>
                    <a:pt x="1479243" y="1066546"/>
                  </a:lnTo>
                  <a:lnTo>
                    <a:pt x="1530916" y="1108159"/>
                  </a:lnTo>
                  <a:close/>
                  <a:moveTo>
                    <a:pt x="971624" y="513736"/>
                  </a:moveTo>
                  <a:lnTo>
                    <a:pt x="1001939" y="523690"/>
                  </a:lnTo>
                  <a:lnTo>
                    <a:pt x="947521" y="495221"/>
                  </a:lnTo>
                  <a:close/>
                  <a:moveTo>
                    <a:pt x="1662628" y="838457"/>
                  </a:moveTo>
                  <a:lnTo>
                    <a:pt x="1682620" y="930153"/>
                  </a:lnTo>
                  <a:lnTo>
                    <a:pt x="1675675" y="847939"/>
                  </a:lnTo>
                  <a:close/>
                  <a:moveTo>
                    <a:pt x="1675675" y="847939"/>
                  </a:moveTo>
                  <a:lnTo>
                    <a:pt x="1683655" y="754960"/>
                  </a:lnTo>
                  <a:lnTo>
                    <a:pt x="1662628" y="838457"/>
                  </a:lnTo>
                  <a:close/>
                  <a:moveTo>
                    <a:pt x="1683655" y="754960"/>
                  </a:moveTo>
                  <a:lnTo>
                    <a:pt x="1630553" y="727287"/>
                  </a:lnTo>
                  <a:lnTo>
                    <a:pt x="1662628" y="838457"/>
                  </a:lnTo>
                  <a:close/>
                  <a:moveTo>
                    <a:pt x="1699644" y="608178"/>
                  </a:moveTo>
                  <a:lnTo>
                    <a:pt x="1748350" y="718183"/>
                  </a:lnTo>
                  <a:lnTo>
                    <a:pt x="1744712" y="632131"/>
                  </a:lnTo>
                  <a:close/>
                  <a:moveTo>
                    <a:pt x="2053436" y="10321"/>
                  </a:moveTo>
                  <a:lnTo>
                    <a:pt x="2005873" y="47693"/>
                  </a:lnTo>
                  <a:lnTo>
                    <a:pt x="2038748" y="3377"/>
                  </a:lnTo>
                  <a:close/>
                  <a:moveTo>
                    <a:pt x="2005873" y="47693"/>
                  </a:moveTo>
                  <a:lnTo>
                    <a:pt x="1999039" y="41814"/>
                  </a:lnTo>
                  <a:lnTo>
                    <a:pt x="2038748" y="3377"/>
                  </a:lnTo>
                  <a:close/>
                  <a:moveTo>
                    <a:pt x="2053436" y="10321"/>
                  </a:moveTo>
                  <a:lnTo>
                    <a:pt x="2082127" y="54139"/>
                  </a:lnTo>
                  <a:lnTo>
                    <a:pt x="2005873" y="47693"/>
                  </a:lnTo>
                  <a:close/>
                  <a:moveTo>
                    <a:pt x="2038748" y="3377"/>
                  </a:moveTo>
                  <a:lnTo>
                    <a:pt x="1999039" y="41814"/>
                  </a:lnTo>
                  <a:lnTo>
                    <a:pt x="2050676" y="0"/>
                  </a:lnTo>
                  <a:close/>
                  <a:moveTo>
                    <a:pt x="2354075" y="239506"/>
                  </a:moveTo>
                  <a:lnTo>
                    <a:pt x="2367856" y="134709"/>
                  </a:lnTo>
                  <a:lnTo>
                    <a:pt x="2309227" y="194161"/>
                  </a:lnTo>
                  <a:close/>
                  <a:moveTo>
                    <a:pt x="2368939" y="127330"/>
                  </a:moveTo>
                  <a:lnTo>
                    <a:pt x="2367856" y="134709"/>
                  </a:lnTo>
                  <a:lnTo>
                    <a:pt x="2371589" y="129371"/>
                  </a:lnTo>
                  <a:close/>
                  <a:moveTo>
                    <a:pt x="2368939" y="127330"/>
                  </a:moveTo>
                  <a:lnTo>
                    <a:pt x="2371589" y="129371"/>
                  </a:lnTo>
                  <a:lnTo>
                    <a:pt x="2424188" y="42913"/>
                  </a:lnTo>
                  <a:close/>
                  <a:moveTo>
                    <a:pt x="2380021" y="18227"/>
                  </a:moveTo>
                  <a:lnTo>
                    <a:pt x="2368939" y="127330"/>
                  </a:lnTo>
                  <a:lnTo>
                    <a:pt x="2424188" y="4291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25" name="Candidate_density__2144">
              <a:extLst>
                <a:ext uri="{FF2B5EF4-FFF2-40B4-BE49-F238E27FC236}">
                  <a16:creationId xmlns:a16="http://schemas.microsoft.com/office/drawing/2014/main" id="{EA42F5B7-4672-B119-AF2A-B384E197A407}"/>
                </a:ext>
              </a:extLst>
            </p:cNvPr>
            <p:cNvSpPr>
              <a:spLocks noGrp="1"/>
            </p:cNvSpPr>
            <p:nvPr/>
          </p:nvSpPr>
          <p:spPr>
            <a:xfrm>
              <a:off x="3588215" y="1889436"/>
              <a:ext cx="2436836" cy="1587440"/>
            </a:xfrm>
            <a:custGeom>
              <a:avLst/>
              <a:gdLst/>
              <a:ahLst/>
              <a:cxnLst/>
              <a:rect l="0" t="0" r="0" b="0"/>
              <a:pathLst>
                <a:path w="2436836" h="1587440">
                  <a:moveTo>
                    <a:pt x="206530" y="1459193"/>
                  </a:moveTo>
                  <a:lnTo>
                    <a:pt x="179070" y="1443279"/>
                  </a:lnTo>
                  <a:lnTo>
                    <a:pt x="211247" y="1483288"/>
                  </a:lnTo>
                  <a:close/>
                  <a:moveTo>
                    <a:pt x="0" y="1115877"/>
                  </a:moveTo>
                  <a:lnTo>
                    <a:pt x="10280" y="1130332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0" y="1115877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6313" y="1128343"/>
                  </a:lnTo>
                  <a:lnTo>
                    <a:pt x="71164" y="1166747"/>
                  </a:lnTo>
                  <a:close/>
                  <a:moveTo>
                    <a:pt x="775288" y="1508314"/>
                  </a:moveTo>
                  <a:lnTo>
                    <a:pt x="762957" y="1587440"/>
                  </a:lnTo>
                  <a:lnTo>
                    <a:pt x="804599" y="1527929"/>
                  </a:lnTo>
                  <a:close/>
                  <a:moveTo>
                    <a:pt x="714433" y="1546750"/>
                  </a:moveTo>
                  <a:lnTo>
                    <a:pt x="775288" y="1508314"/>
                  </a:lnTo>
                  <a:lnTo>
                    <a:pt x="666704" y="1506223"/>
                  </a:lnTo>
                  <a:close/>
                  <a:moveTo>
                    <a:pt x="775288" y="1508314"/>
                  </a:moveTo>
                  <a:lnTo>
                    <a:pt x="717882" y="1482365"/>
                  </a:lnTo>
                  <a:lnTo>
                    <a:pt x="666704" y="1506223"/>
                  </a:lnTo>
                  <a:close/>
                  <a:moveTo>
                    <a:pt x="804599" y="1527929"/>
                  </a:moveTo>
                  <a:lnTo>
                    <a:pt x="762957" y="1587440"/>
                  </a:lnTo>
                  <a:lnTo>
                    <a:pt x="883714" y="1545068"/>
                  </a:lnTo>
                  <a:close/>
                  <a:moveTo>
                    <a:pt x="277333" y="1029193"/>
                  </a:moveTo>
                  <a:lnTo>
                    <a:pt x="229151" y="968272"/>
                  </a:lnTo>
                  <a:lnTo>
                    <a:pt x="226848" y="1015023"/>
                  </a:lnTo>
                  <a:close/>
                  <a:moveTo>
                    <a:pt x="775288" y="1508314"/>
                  </a:moveTo>
                  <a:lnTo>
                    <a:pt x="804599" y="1527929"/>
                  </a:lnTo>
                  <a:lnTo>
                    <a:pt x="814976" y="1495612"/>
                  </a:lnTo>
                  <a:close/>
                  <a:moveTo>
                    <a:pt x="717882" y="1482365"/>
                  </a:moveTo>
                  <a:lnTo>
                    <a:pt x="775288" y="1508314"/>
                  </a:lnTo>
                  <a:lnTo>
                    <a:pt x="815776" y="1387662"/>
                  </a:lnTo>
                  <a:close/>
                  <a:moveTo>
                    <a:pt x="903793" y="1483998"/>
                  </a:moveTo>
                  <a:lnTo>
                    <a:pt x="804599" y="1527929"/>
                  </a:lnTo>
                  <a:lnTo>
                    <a:pt x="883714" y="1545068"/>
                  </a:lnTo>
                  <a:close/>
                  <a:moveTo>
                    <a:pt x="903793" y="1483998"/>
                  </a:moveTo>
                  <a:lnTo>
                    <a:pt x="814976" y="1495612"/>
                  </a:lnTo>
                  <a:lnTo>
                    <a:pt x="804599" y="1527929"/>
                  </a:lnTo>
                  <a:close/>
                  <a:moveTo>
                    <a:pt x="814976" y="1495612"/>
                  </a:moveTo>
                  <a:lnTo>
                    <a:pt x="903793" y="1483998"/>
                  </a:lnTo>
                  <a:lnTo>
                    <a:pt x="825419" y="1390568"/>
                  </a:lnTo>
                  <a:close/>
                  <a:moveTo>
                    <a:pt x="903793" y="1483998"/>
                  </a:moveTo>
                  <a:lnTo>
                    <a:pt x="906979" y="1416849"/>
                  </a:lnTo>
                  <a:lnTo>
                    <a:pt x="825419" y="1390568"/>
                  </a:lnTo>
                  <a:close/>
                  <a:moveTo>
                    <a:pt x="826031" y="1386533"/>
                  </a:moveTo>
                  <a:lnTo>
                    <a:pt x="912194" y="1377076"/>
                  </a:lnTo>
                  <a:lnTo>
                    <a:pt x="887107" y="1297379"/>
                  </a:lnTo>
                  <a:close/>
                  <a:moveTo>
                    <a:pt x="912194" y="1377076"/>
                  </a:moveTo>
                  <a:lnTo>
                    <a:pt x="906979" y="1416849"/>
                  </a:lnTo>
                  <a:lnTo>
                    <a:pt x="945985" y="1387662"/>
                  </a:lnTo>
                  <a:close/>
                  <a:moveTo>
                    <a:pt x="908377" y="1206874"/>
                  </a:moveTo>
                  <a:lnTo>
                    <a:pt x="969280" y="1191074"/>
                  </a:lnTo>
                  <a:lnTo>
                    <a:pt x="935781" y="1184796"/>
                  </a:lnTo>
                  <a:close/>
                  <a:moveTo>
                    <a:pt x="794183" y="1112148"/>
                  </a:moveTo>
                  <a:lnTo>
                    <a:pt x="808420" y="1111811"/>
                  </a:lnTo>
                  <a:lnTo>
                    <a:pt x="888392" y="1132157"/>
                  </a:lnTo>
                  <a:close/>
                  <a:moveTo>
                    <a:pt x="913182" y="1176088"/>
                  </a:moveTo>
                  <a:lnTo>
                    <a:pt x="843561" y="1243196"/>
                  </a:lnTo>
                  <a:lnTo>
                    <a:pt x="908377" y="1206874"/>
                  </a:lnTo>
                  <a:close/>
                  <a:moveTo>
                    <a:pt x="913182" y="1176088"/>
                  </a:moveTo>
                  <a:lnTo>
                    <a:pt x="850035" y="1166833"/>
                  </a:lnTo>
                  <a:lnTo>
                    <a:pt x="843561" y="1243196"/>
                  </a:lnTo>
                  <a:close/>
                  <a:moveTo>
                    <a:pt x="850035" y="1166833"/>
                  </a:moveTo>
                  <a:lnTo>
                    <a:pt x="888392" y="1132157"/>
                  </a:lnTo>
                  <a:lnTo>
                    <a:pt x="808420" y="1111811"/>
                  </a:lnTo>
                  <a:close/>
                  <a:moveTo>
                    <a:pt x="913182" y="1176088"/>
                  </a:moveTo>
                  <a:lnTo>
                    <a:pt x="908377" y="1206874"/>
                  </a:lnTo>
                  <a:lnTo>
                    <a:pt x="935781" y="1184796"/>
                  </a:lnTo>
                  <a:close/>
                  <a:moveTo>
                    <a:pt x="913182" y="1176088"/>
                  </a:moveTo>
                  <a:lnTo>
                    <a:pt x="935781" y="1184796"/>
                  </a:lnTo>
                  <a:lnTo>
                    <a:pt x="888392" y="1132157"/>
                  </a:lnTo>
                  <a:close/>
                  <a:moveTo>
                    <a:pt x="1252460" y="1557435"/>
                  </a:moveTo>
                  <a:lnTo>
                    <a:pt x="1256104" y="1479443"/>
                  </a:lnTo>
                  <a:lnTo>
                    <a:pt x="1258884" y="1577276"/>
                  </a:lnTo>
                  <a:close/>
                  <a:moveTo>
                    <a:pt x="1165397" y="1310789"/>
                  </a:moveTo>
                  <a:lnTo>
                    <a:pt x="1233144" y="1369951"/>
                  </a:lnTo>
                  <a:lnTo>
                    <a:pt x="1221097" y="1354568"/>
                  </a:lnTo>
                  <a:close/>
                  <a:moveTo>
                    <a:pt x="923569" y="833269"/>
                  </a:moveTo>
                  <a:lnTo>
                    <a:pt x="870217" y="810649"/>
                  </a:lnTo>
                  <a:lnTo>
                    <a:pt x="977937" y="861278"/>
                  </a:lnTo>
                  <a:close/>
                  <a:moveTo>
                    <a:pt x="692049" y="734220"/>
                  </a:moveTo>
                  <a:lnTo>
                    <a:pt x="776583" y="817499"/>
                  </a:lnTo>
                  <a:lnTo>
                    <a:pt x="730369" y="735284"/>
                  </a:lnTo>
                  <a:close/>
                  <a:moveTo>
                    <a:pt x="692049" y="734220"/>
                  </a:moveTo>
                  <a:lnTo>
                    <a:pt x="733064" y="800968"/>
                  </a:lnTo>
                  <a:lnTo>
                    <a:pt x="776583" y="817499"/>
                  </a:lnTo>
                  <a:close/>
                  <a:moveTo>
                    <a:pt x="692049" y="734220"/>
                  </a:moveTo>
                  <a:lnTo>
                    <a:pt x="610709" y="639664"/>
                  </a:lnTo>
                  <a:lnTo>
                    <a:pt x="629816" y="724222"/>
                  </a:lnTo>
                  <a:close/>
                  <a:moveTo>
                    <a:pt x="692049" y="734220"/>
                  </a:moveTo>
                  <a:lnTo>
                    <a:pt x="730369" y="735284"/>
                  </a:lnTo>
                  <a:lnTo>
                    <a:pt x="729180" y="663797"/>
                  </a:lnTo>
                  <a:close/>
                  <a:moveTo>
                    <a:pt x="766303" y="735284"/>
                  </a:moveTo>
                  <a:lnTo>
                    <a:pt x="839210" y="696847"/>
                  </a:lnTo>
                  <a:lnTo>
                    <a:pt x="765044" y="734433"/>
                  </a:lnTo>
                  <a:close/>
                  <a:moveTo>
                    <a:pt x="839210" y="696847"/>
                  </a:moveTo>
                  <a:lnTo>
                    <a:pt x="809782" y="686499"/>
                  </a:lnTo>
                  <a:lnTo>
                    <a:pt x="765044" y="734433"/>
                  </a:lnTo>
                  <a:close/>
                  <a:moveTo>
                    <a:pt x="1438160" y="1436783"/>
                  </a:moveTo>
                  <a:lnTo>
                    <a:pt x="1485556" y="1414087"/>
                  </a:lnTo>
                  <a:lnTo>
                    <a:pt x="1506139" y="1402912"/>
                  </a:lnTo>
                  <a:close/>
                  <a:moveTo>
                    <a:pt x="1537230" y="1455701"/>
                  </a:moveTo>
                  <a:lnTo>
                    <a:pt x="1485556" y="1414087"/>
                  </a:lnTo>
                  <a:lnTo>
                    <a:pt x="1468961" y="1436783"/>
                  </a:lnTo>
                  <a:close/>
                  <a:moveTo>
                    <a:pt x="1518771" y="1347584"/>
                  </a:moveTo>
                  <a:lnTo>
                    <a:pt x="1485556" y="1414087"/>
                  </a:lnTo>
                  <a:lnTo>
                    <a:pt x="1456589" y="1337544"/>
                  </a:lnTo>
                  <a:close/>
                  <a:moveTo>
                    <a:pt x="923569" y="833269"/>
                  </a:moveTo>
                  <a:lnTo>
                    <a:pt x="977937" y="861278"/>
                  </a:lnTo>
                  <a:lnTo>
                    <a:pt x="953834" y="842763"/>
                  </a:lnTo>
                  <a:close/>
                  <a:moveTo>
                    <a:pt x="1642065" y="1157044"/>
                  </a:moveTo>
                  <a:lnTo>
                    <a:pt x="1636247" y="1180305"/>
                  </a:lnTo>
                  <a:lnTo>
                    <a:pt x="1668941" y="1185999"/>
                  </a:lnTo>
                  <a:close/>
                  <a:moveTo>
                    <a:pt x="1668941" y="1185999"/>
                  </a:moveTo>
                  <a:lnTo>
                    <a:pt x="1636247" y="1180305"/>
                  </a:lnTo>
                  <a:lnTo>
                    <a:pt x="1630517" y="1256736"/>
                  </a:lnTo>
                  <a:close/>
                  <a:moveTo>
                    <a:pt x="1621764" y="1126153"/>
                  </a:moveTo>
                  <a:lnTo>
                    <a:pt x="1642065" y="1157044"/>
                  </a:lnTo>
                  <a:lnTo>
                    <a:pt x="1668941" y="1185999"/>
                  </a:lnTo>
                  <a:close/>
                  <a:moveTo>
                    <a:pt x="1705957" y="955720"/>
                  </a:moveTo>
                  <a:lnTo>
                    <a:pt x="1720353" y="904517"/>
                  </a:lnTo>
                  <a:lnTo>
                    <a:pt x="1679178" y="877399"/>
                  </a:lnTo>
                  <a:close/>
                  <a:moveTo>
                    <a:pt x="1597105" y="883532"/>
                  </a:moveTo>
                  <a:lnTo>
                    <a:pt x="1679178" y="877399"/>
                  </a:lnTo>
                  <a:lnTo>
                    <a:pt x="1605737" y="851031"/>
                  </a:lnTo>
                  <a:close/>
                  <a:moveTo>
                    <a:pt x="1679178" y="877399"/>
                  </a:moveTo>
                  <a:lnTo>
                    <a:pt x="1680797" y="853008"/>
                  </a:lnTo>
                  <a:lnTo>
                    <a:pt x="1605737" y="851031"/>
                  </a:lnTo>
                  <a:close/>
                  <a:moveTo>
                    <a:pt x="1680797" y="853008"/>
                  </a:moveTo>
                  <a:lnTo>
                    <a:pt x="1653500" y="814406"/>
                  </a:lnTo>
                  <a:lnTo>
                    <a:pt x="1605737" y="851031"/>
                  </a:lnTo>
                  <a:close/>
                  <a:moveTo>
                    <a:pt x="2436836" y="285213"/>
                  </a:moveTo>
                  <a:lnTo>
                    <a:pt x="2376725" y="276606"/>
                  </a:lnTo>
                  <a:lnTo>
                    <a:pt x="2386335" y="365769"/>
                  </a:lnTo>
                  <a:close/>
                  <a:moveTo>
                    <a:pt x="2436836" y="285213"/>
                  </a:moveTo>
                  <a:lnTo>
                    <a:pt x="2386335" y="365769"/>
                  </a:lnTo>
                  <a:lnTo>
                    <a:pt x="2430502" y="390455"/>
                  </a:lnTo>
                  <a:close/>
                  <a:moveTo>
                    <a:pt x="2286875" y="185852"/>
                  </a:moveTo>
                  <a:lnTo>
                    <a:pt x="2373004" y="262692"/>
                  </a:lnTo>
                  <a:lnTo>
                    <a:pt x="2332502" y="191831"/>
                  </a:lnTo>
                  <a:close/>
                  <a:moveTo>
                    <a:pt x="2376494" y="273678"/>
                  </a:moveTo>
                  <a:lnTo>
                    <a:pt x="2373004" y="262692"/>
                  </a:lnTo>
                  <a:lnTo>
                    <a:pt x="2286875" y="185852"/>
                  </a:lnTo>
                  <a:close/>
                  <a:moveTo>
                    <a:pt x="2376494" y="273678"/>
                  </a:moveTo>
                  <a:lnTo>
                    <a:pt x="2376725" y="276606"/>
                  </a:lnTo>
                  <a:lnTo>
                    <a:pt x="2378414" y="274046"/>
                  </a:lnTo>
                  <a:close/>
                  <a:moveTo>
                    <a:pt x="2376494" y="273678"/>
                  </a:moveTo>
                  <a:lnTo>
                    <a:pt x="2378414" y="274046"/>
                  </a:lnTo>
                  <a:lnTo>
                    <a:pt x="2373004" y="262692"/>
                  </a:lnTo>
                  <a:close/>
                  <a:moveTo>
                    <a:pt x="2343895" y="99995"/>
                  </a:moveTo>
                  <a:lnTo>
                    <a:pt x="2332502" y="191831"/>
                  </a:lnTo>
                  <a:lnTo>
                    <a:pt x="2349282" y="173999"/>
                  </a:lnTo>
                  <a:close/>
                  <a:moveTo>
                    <a:pt x="2286875" y="185852"/>
                  </a:moveTo>
                  <a:lnTo>
                    <a:pt x="2332502" y="191831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286875" y="185852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343895" y="99995"/>
                  </a:lnTo>
                  <a:lnTo>
                    <a:pt x="2343776" y="0"/>
                  </a:lnTo>
                  <a:close/>
                  <a:moveTo>
                    <a:pt x="2343895" y="99995"/>
                  </a:moveTo>
                  <a:lnTo>
                    <a:pt x="2349282" y="173999"/>
                  </a:lnTo>
                  <a:lnTo>
                    <a:pt x="2380429" y="109616"/>
                  </a:lnTo>
                  <a:close/>
                  <a:moveTo>
                    <a:pt x="2343776" y="0"/>
                  </a:moveTo>
                  <a:lnTo>
                    <a:pt x="2343895" y="99995"/>
                  </a:lnTo>
                  <a:lnTo>
                    <a:pt x="2405006" y="108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26" name="Candidate_density__2145">
              <a:extLst>
                <a:ext uri="{FF2B5EF4-FFF2-40B4-BE49-F238E27FC236}">
                  <a16:creationId xmlns:a16="http://schemas.microsoft.com/office/drawing/2014/main" id="{096CBFEC-ECBF-CAEE-E264-6FBAADCA2F35}"/>
                </a:ext>
              </a:extLst>
            </p:cNvPr>
            <p:cNvSpPr>
              <a:spLocks noGrp="1"/>
            </p:cNvSpPr>
            <p:nvPr/>
          </p:nvSpPr>
          <p:spPr>
            <a:xfrm>
              <a:off x="3551680" y="1804188"/>
              <a:ext cx="2360589" cy="1626656"/>
            </a:xfrm>
            <a:custGeom>
              <a:avLst/>
              <a:gdLst/>
              <a:ahLst/>
              <a:cxnLst/>
              <a:rect l="0" t="0" r="0" b="0"/>
              <a:pathLst>
                <a:path w="2360589" h="1626656">
                  <a:moveTo>
                    <a:pt x="314848" y="1514013"/>
                  </a:moveTo>
                  <a:lnTo>
                    <a:pt x="297157" y="1618232"/>
                  </a:lnTo>
                  <a:lnTo>
                    <a:pt x="343811" y="1506004"/>
                  </a:lnTo>
                  <a:close/>
                  <a:moveTo>
                    <a:pt x="343811" y="1506004"/>
                  </a:moveTo>
                  <a:lnTo>
                    <a:pt x="303799" y="1626656"/>
                  </a:lnTo>
                  <a:lnTo>
                    <a:pt x="393313" y="1588220"/>
                  </a:lnTo>
                  <a:close/>
                  <a:moveTo>
                    <a:pt x="243065" y="1544440"/>
                  </a:moveTo>
                  <a:lnTo>
                    <a:pt x="314848" y="1514013"/>
                  </a:lnTo>
                  <a:lnTo>
                    <a:pt x="238677" y="1423789"/>
                  </a:lnTo>
                  <a:close/>
                  <a:moveTo>
                    <a:pt x="205631" y="1462225"/>
                  </a:moveTo>
                  <a:lnTo>
                    <a:pt x="243065" y="1544440"/>
                  </a:lnTo>
                  <a:lnTo>
                    <a:pt x="238677" y="1423789"/>
                  </a:lnTo>
                  <a:close/>
                  <a:moveTo>
                    <a:pt x="289198" y="1373272"/>
                  </a:moveTo>
                  <a:lnTo>
                    <a:pt x="237867" y="1396558"/>
                  </a:lnTo>
                  <a:lnTo>
                    <a:pt x="205631" y="1462225"/>
                  </a:lnTo>
                  <a:close/>
                  <a:moveTo>
                    <a:pt x="31367" y="966603"/>
                  </a:moveTo>
                  <a:lnTo>
                    <a:pt x="0" y="1048241"/>
                  </a:lnTo>
                  <a:lnTo>
                    <a:pt x="14569" y="1012714"/>
                  </a:lnTo>
                  <a:close/>
                  <a:moveTo>
                    <a:pt x="431181" y="1480028"/>
                  </a:moveTo>
                  <a:lnTo>
                    <a:pt x="462275" y="1467568"/>
                  </a:lnTo>
                  <a:lnTo>
                    <a:pt x="508989" y="1422516"/>
                  </a:lnTo>
                  <a:close/>
                  <a:moveTo>
                    <a:pt x="9056" y="1094929"/>
                  </a:moveTo>
                  <a:lnTo>
                    <a:pt x="43239" y="974277"/>
                  </a:lnTo>
                  <a:lnTo>
                    <a:pt x="14569" y="1012714"/>
                  </a:lnTo>
                  <a:close/>
                  <a:moveTo>
                    <a:pt x="73080" y="907356"/>
                  </a:moveTo>
                  <a:lnTo>
                    <a:pt x="14569" y="1012714"/>
                  </a:lnTo>
                  <a:lnTo>
                    <a:pt x="43239" y="974277"/>
                  </a:lnTo>
                  <a:close/>
                  <a:moveTo>
                    <a:pt x="73080" y="907356"/>
                  </a:moveTo>
                  <a:lnTo>
                    <a:pt x="31367" y="966603"/>
                  </a:lnTo>
                  <a:lnTo>
                    <a:pt x="14569" y="1012714"/>
                  </a:lnTo>
                  <a:close/>
                  <a:moveTo>
                    <a:pt x="31367" y="966603"/>
                  </a:moveTo>
                  <a:lnTo>
                    <a:pt x="73080" y="907356"/>
                  </a:lnTo>
                  <a:lnTo>
                    <a:pt x="57270" y="930499"/>
                  </a:lnTo>
                  <a:close/>
                  <a:moveTo>
                    <a:pt x="73080" y="907356"/>
                  </a:moveTo>
                  <a:lnTo>
                    <a:pt x="103505" y="892062"/>
                  </a:lnTo>
                  <a:lnTo>
                    <a:pt x="57270" y="930499"/>
                  </a:lnTo>
                  <a:close/>
                  <a:moveTo>
                    <a:pt x="313868" y="1114441"/>
                  </a:moveTo>
                  <a:lnTo>
                    <a:pt x="334083" y="1056493"/>
                  </a:lnTo>
                  <a:lnTo>
                    <a:pt x="265686" y="1053520"/>
                  </a:lnTo>
                  <a:close/>
                  <a:moveTo>
                    <a:pt x="73080" y="907356"/>
                  </a:moveTo>
                  <a:lnTo>
                    <a:pt x="124795" y="885510"/>
                  </a:lnTo>
                  <a:lnTo>
                    <a:pt x="103505" y="892062"/>
                  </a:lnTo>
                  <a:close/>
                  <a:moveTo>
                    <a:pt x="133896" y="853626"/>
                  </a:moveTo>
                  <a:lnTo>
                    <a:pt x="173580" y="789248"/>
                  </a:lnTo>
                  <a:lnTo>
                    <a:pt x="110757" y="809847"/>
                  </a:lnTo>
                  <a:close/>
                  <a:moveTo>
                    <a:pt x="103505" y="892062"/>
                  </a:moveTo>
                  <a:lnTo>
                    <a:pt x="133896" y="853626"/>
                  </a:lnTo>
                  <a:lnTo>
                    <a:pt x="110757" y="809847"/>
                  </a:lnTo>
                  <a:close/>
                  <a:moveTo>
                    <a:pt x="591170" y="1023398"/>
                  </a:moveTo>
                  <a:lnTo>
                    <a:pt x="526454" y="962704"/>
                  </a:lnTo>
                  <a:lnTo>
                    <a:pt x="553562" y="979620"/>
                  </a:lnTo>
                  <a:close/>
                  <a:moveTo>
                    <a:pt x="591170" y="1023398"/>
                  </a:moveTo>
                  <a:lnTo>
                    <a:pt x="553562" y="979620"/>
                  </a:lnTo>
                  <a:lnTo>
                    <a:pt x="548162" y="1061834"/>
                  </a:lnTo>
                  <a:close/>
                  <a:moveTo>
                    <a:pt x="1167624" y="1313822"/>
                  </a:moveTo>
                  <a:lnTo>
                    <a:pt x="1112163" y="1352258"/>
                  </a:lnTo>
                  <a:lnTo>
                    <a:pt x="1201932" y="1396037"/>
                  </a:lnTo>
                  <a:close/>
                  <a:moveTo>
                    <a:pt x="542716" y="656101"/>
                  </a:moveTo>
                  <a:lnTo>
                    <a:pt x="496348" y="686903"/>
                  </a:lnTo>
                  <a:lnTo>
                    <a:pt x="535958" y="662542"/>
                  </a:lnTo>
                  <a:close/>
                  <a:moveTo>
                    <a:pt x="496348" y="686903"/>
                  </a:moveTo>
                  <a:lnTo>
                    <a:pt x="452168" y="662229"/>
                  </a:lnTo>
                  <a:lnTo>
                    <a:pt x="535958" y="662542"/>
                  </a:lnTo>
                  <a:close/>
                  <a:moveTo>
                    <a:pt x="484089" y="683816"/>
                  </a:moveTo>
                  <a:lnTo>
                    <a:pt x="496348" y="686903"/>
                  </a:lnTo>
                  <a:lnTo>
                    <a:pt x="483409" y="612323"/>
                  </a:lnTo>
                  <a:close/>
                  <a:moveTo>
                    <a:pt x="483409" y="612323"/>
                  </a:moveTo>
                  <a:lnTo>
                    <a:pt x="496348" y="686903"/>
                  </a:lnTo>
                  <a:lnTo>
                    <a:pt x="542716" y="656101"/>
                  </a:lnTo>
                  <a:close/>
                  <a:moveTo>
                    <a:pt x="1430640" y="1499687"/>
                  </a:moveTo>
                  <a:lnTo>
                    <a:pt x="1474695" y="1522030"/>
                  </a:lnTo>
                  <a:lnTo>
                    <a:pt x="1492684" y="1523242"/>
                  </a:lnTo>
                  <a:close/>
                  <a:moveTo>
                    <a:pt x="1167624" y="1313822"/>
                  </a:moveTo>
                  <a:lnTo>
                    <a:pt x="1201932" y="1396037"/>
                  </a:lnTo>
                  <a:lnTo>
                    <a:pt x="1238575" y="1357600"/>
                  </a:lnTo>
                  <a:close/>
                  <a:moveTo>
                    <a:pt x="1167624" y="1313822"/>
                  </a:moveTo>
                  <a:lnTo>
                    <a:pt x="1238575" y="1357600"/>
                  </a:lnTo>
                  <a:lnTo>
                    <a:pt x="1227628" y="1275385"/>
                  </a:lnTo>
                  <a:close/>
                  <a:moveTo>
                    <a:pt x="1167624" y="1313822"/>
                  </a:moveTo>
                  <a:lnTo>
                    <a:pt x="1227628" y="1275385"/>
                  </a:lnTo>
                  <a:lnTo>
                    <a:pt x="1165752" y="1231607"/>
                  </a:lnTo>
                  <a:close/>
                  <a:moveTo>
                    <a:pt x="925736" y="864310"/>
                  </a:moveTo>
                  <a:lnTo>
                    <a:pt x="896720" y="896739"/>
                  </a:lnTo>
                  <a:lnTo>
                    <a:pt x="906752" y="895897"/>
                  </a:lnTo>
                  <a:close/>
                  <a:moveTo>
                    <a:pt x="638213" y="632161"/>
                  </a:moveTo>
                  <a:lnTo>
                    <a:pt x="721363" y="583221"/>
                  </a:lnTo>
                  <a:lnTo>
                    <a:pt x="667404" y="568930"/>
                  </a:lnTo>
                  <a:close/>
                  <a:moveTo>
                    <a:pt x="638213" y="632161"/>
                  </a:moveTo>
                  <a:lnTo>
                    <a:pt x="667404" y="568930"/>
                  </a:lnTo>
                  <a:lnTo>
                    <a:pt x="588998" y="572080"/>
                  </a:lnTo>
                  <a:close/>
                  <a:moveTo>
                    <a:pt x="925736" y="864310"/>
                  </a:moveTo>
                  <a:lnTo>
                    <a:pt x="906752" y="895897"/>
                  </a:lnTo>
                  <a:lnTo>
                    <a:pt x="960103" y="918517"/>
                  </a:lnTo>
                  <a:close/>
                  <a:moveTo>
                    <a:pt x="875745" y="782095"/>
                  </a:moveTo>
                  <a:lnTo>
                    <a:pt x="977714" y="769160"/>
                  </a:lnTo>
                  <a:lnTo>
                    <a:pt x="961174" y="751560"/>
                  </a:lnTo>
                  <a:close/>
                  <a:moveTo>
                    <a:pt x="972726" y="825874"/>
                  </a:moveTo>
                  <a:lnTo>
                    <a:pt x="977714" y="769160"/>
                  </a:lnTo>
                  <a:lnTo>
                    <a:pt x="875745" y="782095"/>
                  </a:lnTo>
                  <a:close/>
                  <a:moveTo>
                    <a:pt x="925736" y="864310"/>
                  </a:moveTo>
                  <a:lnTo>
                    <a:pt x="972726" y="825874"/>
                  </a:lnTo>
                  <a:lnTo>
                    <a:pt x="875745" y="782095"/>
                  </a:lnTo>
                  <a:close/>
                  <a:moveTo>
                    <a:pt x="778426" y="678855"/>
                  </a:moveTo>
                  <a:lnTo>
                    <a:pt x="874194" y="660770"/>
                  </a:lnTo>
                  <a:lnTo>
                    <a:pt x="837650" y="591206"/>
                  </a:lnTo>
                  <a:close/>
                  <a:moveTo>
                    <a:pt x="874194" y="660770"/>
                  </a:moveTo>
                  <a:lnTo>
                    <a:pt x="875296" y="661443"/>
                  </a:lnTo>
                  <a:lnTo>
                    <a:pt x="837650" y="591206"/>
                  </a:lnTo>
                  <a:close/>
                  <a:moveTo>
                    <a:pt x="746907" y="604387"/>
                  </a:moveTo>
                  <a:lnTo>
                    <a:pt x="792424" y="570250"/>
                  </a:lnTo>
                  <a:lnTo>
                    <a:pt x="721363" y="583221"/>
                  </a:lnTo>
                  <a:close/>
                  <a:moveTo>
                    <a:pt x="746907" y="604387"/>
                  </a:moveTo>
                  <a:lnTo>
                    <a:pt x="837650" y="591206"/>
                  </a:lnTo>
                  <a:lnTo>
                    <a:pt x="792424" y="570250"/>
                  </a:lnTo>
                  <a:close/>
                  <a:moveTo>
                    <a:pt x="1504768" y="1313234"/>
                  </a:moveTo>
                  <a:lnTo>
                    <a:pt x="1561465" y="1280728"/>
                  </a:lnTo>
                  <a:lnTo>
                    <a:pt x="1538984" y="1259162"/>
                  </a:lnTo>
                  <a:close/>
                  <a:moveTo>
                    <a:pt x="1507959" y="1280728"/>
                  </a:moveTo>
                  <a:lnTo>
                    <a:pt x="1504768" y="1313234"/>
                  </a:lnTo>
                  <a:lnTo>
                    <a:pt x="1538984" y="1259162"/>
                  </a:lnTo>
                  <a:close/>
                  <a:moveTo>
                    <a:pt x="1504768" y="1313234"/>
                  </a:moveTo>
                  <a:lnTo>
                    <a:pt x="1550795" y="1303324"/>
                  </a:lnTo>
                  <a:lnTo>
                    <a:pt x="1561465" y="1280728"/>
                  </a:lnTo>
                  <a:close/>
                  <a:moveTo>
                    <a:pt x="1083931" y="672427"/>
                  </a:moveTo>
                  <a:lnTo>
                    <a:pt x="983198" y="743658"/>
                  </a:lnTo>
                  <a:lnTo>
                    <a:pt x="1051004" y="705222"/>
                  </a:lnTo>
                  <a:close/>
                  <a:moveTo>
                    <a:pt x="1083931" y="672427"/>
                  </a:moveTo>
                  <a:lnTo>
                    <a:pt x="1034803" y="703948"/>
                  </a:lnTo>
                  <a:lnTo>
                    <a:pt x="983198" y="743658"/>
                  </a:lnTo>
                  <a:close/>
                  <a:moveTo>
                    <a:pt x="1639145" y="1164487"/>
                  </a:moveTo>
                  <a:lnTo>
                    <a:pt x="1658299" y="1211400"/>
                  </a:lnTo>
                  <a:lnTo>
                    <a:pt x="1705476" y="1271246"/>
                  </a:lnTo>
                  <a:close/>
                  <a:moveTo>
                    <a:pt x="1639145" y="1164487"/>
                  </a:moveTo>
                  <a:lnTo>
                    <a:pt x="1633779" y="1119726"/>
                  </a:lnTo>
                  <a:lnTo>
                    <a:pt x="1555995" y="1107561"/>
                  </a:lnTo>
                  <a:close/>
                  <a:moveTo>
                    <a:pt x="1639145" y="1164487"/>
                  </a:moveTo>
                  <a:lnTo>
                    <a:pt x="1673401" y="1160076"/>
                  </a:lnTo>
                  <a:lnTo>
                    <a:pt x="1633779" y="1119726"/>
                  </a:lnTo>
                  <a:close/>
                  <a:moveTo>
                    <a:pt x="1673401" y="1160076"/>
                  </a:moveTo>
                  <a:lnTo>
                    <a:pt x="1745202" y="1042455"/>
                  </a:lnTo>
                  <a:lnTo>
                    <a:pt x="1630191" y="1071675"/>
                  </a:lnTo>
                  <a:close/>
                  <a:moveTo>
                    <a:pt x="1630191" y="1071675"/>
                  </a:moveTo>
                  <a:lnTo>
                    <a:pt x="1745202" y="1042455"/>
                  </a:lnTo>
                  <a:lnTo>
                    <a:pt x="1742492" y="1040968"/>
                  </a:lnTo>
                  <a:close/>
                  <a:moveTo>
                    <a:pt x="1673401" y="1160076"/>
                  </a:moveTo>
                  <a:lnTo>
                    <a:pt x="1630191" y="1071675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555995" y="1107561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742492" y="1040968"/>
                  </a:lnTo>
                  <a:lnTo>
                    <a:pt x="1715713" y="962647"/>
                  </a:lnTo>
                  <a:close/>
                  <a:moveTo>
                    <a:pt x="1677232" y="589913"/>
                  </a:moveTo>
                  <a:lnTo>
                    <a:pt x="1627135" y="664479"/>
                  </a:lnTo>
                  <a:lnTo>
                    <a:pt x="1729842" y="554624"/>
                  </a:lnTo>
                  <a:close/>
                  <a:moveTo>
                    <a:pt x="1729842" y="554624"/>
                  </a:moveTo>
                  <a:lnTo>
                    <a:pt x="1627135" y="664479"/>
                  </a:lnTo>
                  <a:lnTo>
                    <a:pt x="1700116" y="633691"/>
                  </a:lnTo>
                  <a:close/>
                  <a:moveTo>
                    <a:pt x="1815691" y="381739"/>
                  </a:moveTo>
                  <a:lnTo>
                    <a:pt x="1872593" y="379284"/>
                  </a:lnTo>
                  <a:lnTo>
                    <a:pt x="1877025" y="348609"/>
                  </a:lnTo>
                  <a:close/>
                  <a:moveTo>
                    <a:pt x="1872593" y="379284"/>
                  </a:moveTo>
                  <a:lnTo>
                    <a:pt x="1879672" y="310173"/>
                  </a:lnTo>
                  <a:lnTo>
                    <a:pt x="1877025" y="348609"/>
                  </a:lnTo>
                  <a:close/>
                  <a:moveTo>
                    <a:pt x="2118667" y="32937"/>
                  </a:moveTo>
                  <a:lnTo>
                    <a:pt x="2049376" y="52525"/>
                  </a:lnTo>
                  <a:lnTo>
                    <a:pt x="2167416" y="0"/>
                  </a:lnTo>
                  <a:close/>
                  <a:moveTo>
                    <a:pt x="2230751" y="85653"/>
                  </a:moveTo>
                  <a:lnTo>
                    <a:pt x="2313449" y="79013"/>
                  </a:lnTo>
                  <a:lnTo>
                    <a:pt x="2280189" y="5960"/>
                  </a:lnTo>
                  <a:close/>
                  <a:moveTo>
                    <a:pt x="2313449" y="79013"/>
                  </a:moveTo>
                  <a:lnTo>
                    <a:pt x="2360589" y="1189"/>
                  </a:lnTo>
                  <a:lnTo>
                    <a:pt x="2280189" y="596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27" name="Candidate_density__2146">
              <a:extLst>
                <a:ext uri="{FF2B5EF4-FFF2-40B4-BE49-F238E27FC236}">
                  <a16:creationId xmlns:a16="http://schemas.microsoft.com/office/drawing/2014/main" id="{26F559B3-555B-0B91-6505-9009F9C4050C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36978"/>
              <a:ext cx="2359337" cy="1295516"/>
            </a:xfrm>
            <a:custGeom>
              <a:avLst/>
              <a:gdLst/>
              <a:ahLst/>
              <a:cxnLst/>
              <a:rect l="0" t="0" r="0" b="0"/>
              <a:pathLst>
                <a:path w="2359337" h="1295516">
                  <a:moveTo>
                    <a:pt x="366666" y="1272907"/>
                  </a:moveTo>
                  <a:lnTo>
                    <a:pt x="363200" y="1237645"/>
                  </a:lnTo>
                  <a:lnTo>
                    <a:pt x="362226" y="1274078"/>
                  </a:lnTo>
                  <a:close/>
                  <a:moveTo>
                    <a:pt x="74662" y="819696"/>
                  </a:moveTo>
                  <a:lnTo>
                    <a:pt x="0" y="819206"/>
                  </a:lnTo>
                  <a:lnTo>
                    <a:pt x="20060" y="830752"/>
                  </a:lnTo>
                  <a:close/>
                  <a:moveTo>
                    <a:pt x="491135" y="1262191"/>
                  </a:moveTo>
                  <a:lnTo>
                    <a:pt x="415369" y="1257570"/>
                  </a:lnTo>
                  <a:lnTo>
                    <a:pt x="366666" y="1272907"/>
                  </a:lnTo>
                  <a:close/>
                  <a:moveTo>
                    <a:pt x="509544" y="1217342"/>
                  </a:moveTo>
                  <a:lnTo>
                    <a:pt x="415369" y="1257570"/>
                  </a:lnTo>
                  <a:lnTo>
                    <a:pt x="491135" y="1262191"/>
                  </a:lnTo>
                  <a:close/>
                  <a:moveTo>
                    <a:pt x="509544" y="1217342"/>
                  </a:moveTo>
                  <a:lnTo>
                    <a:pt x="491135" y="1262191"/>
                  </a:lnTo>
                  <a:lnTo>
                    <a:pt x="535572" y="1237645"/>
                  </a:lnTo>
                  <a:close/>
                  <a:moveTo>
                    <a:pt x="509544" y="1217342"/>
                  </a:moveTo>
                  <a:lnTo>
                    <a:pt x="535572" y="1237645"/>
                  </a:lnTo>
                  <a:lnTo>
                    <a:pt x="525718" y="1176289"/>
                  </a:lnTo>
                  <a:close/>
                  <a:moveTo>
                    <a:pt x="525718" y="1176289"/>
                  </a:moveTo>
                  <a:lnTo>
                    <a:pt x="553991" y="1218540"/>
                  </a:lnTo>
                  <a:lnTo>
                    <a:pt x="595540" y="1158681"/>
                  </a:lnTo>
                  <a:close/>
                  <a:moveTo>
                    <a:pt x="767347" y="928752"/>
                  </a:moveTo>
                  <a:lnTo>
                    <a:pt x="815942" y="949837"/>
                  </a:lnTo>
                  <a:lnTo>
                    <a:pt x="772396" y="895654"/>
                  </a:lnTo>
                  <a:close/>
                  <a:moveTo>
                    <a:pt x="731801" y="743877"/>
                  </a:moveTo>
                  <a:lnTo>
                    <a:pt x="723019" y="764607"/>
                  </a:lnTo>
                  <a:lnTo>
                    <a:pt x="756807" y="672824"/>
                  </a:lnTo>
                  <a:close/>
                  <a:moveTo>
                    <a:pt x="1187719" y="1229734"/>
                  </a:moveTo>
                  <a:lnTo>
                    <a:pt x="1304454" y="1295516"/>
                  </a:lnTo>
                  <a:lnTo>
                    <a:pt x="1291795" y="1292108"/>
                  </a:lnTo>
                  <a:close/>
                  <a:moveTo>
                    <a:pt x="728395" y="755039"/>
                  </a:moveTo>
                  <a:lnTo>
                    <a:pt x="733481" y="656008"/>
                  </a:lnTo>
                  <a:lnTo>
                    <a:pt x="711188" y="634387"/>
                  </a:lnTo>
                  <a:close/>
                  <a:moveTo>
                    <a:pt x="733481" y="656008"/>
                  </a:moveTo>
                  <a:lnTo>
                    <a:pt x="731801" y="743877"/>
                  </a:lnTo>
                  <a:lnTo>
                    <a:pt x="756807" y="672824"/>
                  </a:lnTo>
                  <a:close/>
                  <a:moveTo>
                    <a:pt x="656396" y="557993"/>
                  </a:moveTo>
                  <a:lnTo>
                    <a:pt x="711188" y="634387"/>
                  </a:lnTo>
                  <a:lnTo>
                    <a:pt x="733481" y="656008"/>
                  </a:lnTo>
                  <a:close/>
                  <a:moveTo>
                    <a:pt x="656396" y="557993"/>
                  </a:moveTo>
                  <a:lnTo>
                    <a:pt x="733481" y="656008"/>
                  </a:lnTo>
                  <a:lnTo>
                    <a:pt x="690845" y="590579"/>
                  </a:lnTo>
                  <a:close/>
                  <a:moveTo>
                    <a:pt x="706322" y="477904"/>
                  </a:moveTo>
                  <a:lnTo>
                    <a:pt x="656396" y="557993"/>
                  </a:lnTo>
                  <a:lnTo>
                    <a:pt x="690845" y="590579"/>
                  </a:lnTo>
                  <a:close/>
                  <a:moveTo>
                    <a:pt x="1094232" y="963248"/>
                  </a:moveTo>
                  <a:lnTo>
                    <a:pt x="1110744" y="992038"/>
                  </a:lnTo>
                  <a:lnTo>
                    <a:pt x="1161980" y="1022409"/>
                  </a:lnTo>
                  <a:close/>
                  <a:moveTo>
                    <a:pt x="1349094" y="1228137"/>
                  </a:moveTo>
                  <a:lnTo>
                    <a:pt x="1379424" y="1195066"/>
                  </a:lnTo>
                  <a:lnTo>
                    <a:pt x="1367074" y="1171456"/>
                  </a:lnTo>
                  <a:close/>
                  <a:moveTo>
                    <a:pt x="906773" y="513736"/>
                  </a:moveTo>
                  <a:lnTo>
                    <a:pt x="891183" y="567259"/>
                  </a:lnTo>
                  <a:lnTo>
                    <a:pt x="937088" y="523690"/>
                  </a:lnTo>
                  <a:close/>
                  <a:moveTo>
                    <a:pt x="1523469" y="1107579"/>
                  </a:moveTo>
                  <a:lnTo>
                    <a:pt x="1434974" y="1055371"/>
                  </a:lnTo>
                  <a:lnTo>
                    <a:pt x="1466065" y="1108159"/>
                  </a:lnTo>
                  <a:close/>
                  <a:moveTo>
                    <a:pt x="1603249" y="1034193"/>
                  </a:moveTo>
                  <a:lnTo>
                    <a:pt x="1587640" y="1012369"/>
                  </a:lnTo>
                  <a:lnTo>
                    <a:pt x="1586417" y="1064275"/>
                  </a:lnTo>
                  <a:close/>
                  <a:moveTo>
                    <a:pt x="1587640" y="1012369"/>
                  </a:moveTo>
                  <a:lnTo>
                    <a:pt x="1603249" y="1034193"/>
                  </a:lnTo>
                  <a:lnTo>
                    <a:pt x="1615229" y="956796"/>
                  </a:lnTo>
                  <a:close/>
                  <a:moveTo>
                    <a:pt x="1597776" y="838457"/>
                  </a:moveTo>
                  <a:lnTo>
                    <a:pt x="1559353" y="909195"/>
                  </a:lnTo>
                  <a:lnTo>
                    <a:pt x="1637130" y="906555"/>
                  </a:lnTo>
                  <a:close/>
                  <a:moveTo>
                    <a:pt x="1654429" y="792399"/>
                  </a:moveTo>
                  <a:lnTo>
                    <a:pt x="1565702" y="727287"/>
                  </a:lnTo>
                  <a:lnTo>
                    <a:pt x="1618804" y="754960"/>
                  </a:lnTo>
                  <a:close/>
                  <a:moveTo>
                    <a:pt x="1609633" y="505466"/>
                  </a:moveTo>
                  <a:lnTo>
                    <a:pt x="1608014" y="529858"/>
                  </a:lnTo>
                  <a:lnTo>
                    <a:pt x="1648242" y="442205"/>
                  </a:lnTo>
                  <a:close/>
                  <a:moveTo>
                    <a:pt x="1639515" y="504248"/>
                  </a:moveTo>
                  <a:lnTo>
                    <a:pt x="1613047" y="485984"/>
                  </a:lnTo>
                  <a:lnTo>
                    <a:pt x="1609633" y="505466"/>
                  </a:lnTo>
                  <a:close/>
                  <a:moveTo>
                    <a:pt x="1958428" y="327975"/>
                  </a:moveTo>
                  <a:lnTo>
                    <a:pt x="1884403" y="329867"/>
                  </a:lnTo>
                  <a:lnTo>
                    <a:pt x="1875618" y="333392"/>
                  </a:lnTo>
                  <a:close/>
                  <a:moveTo>
                    <a:pt x="1934187" y="41814"/>
                  </a:moveTo>
                  <a:lnTo>
                    <a:pt x="1936011" y="44609"/>
                  </a:lnTo>
                  <a:lnTo>
                    <a:pt x="1938384" y="37832"/>
                  </a:lnTo>
                  <a:close/>
                  <a:moveTo>
                    <a:pt x="1941022" y="47693"/>
                  </a:moveTo>
                  <a:lnTo>
                    <a:pt x="1936011" y="44609"/>
                  </a:lnTo>
                  <a:lnTo>
                    <a:pt x="1934187" y="41814"/>
                  </a:lnTo>
                  <a:close/>
                  <a:moveTo>
                    <a:pt x="1997662" y="3377"/>
                  </a:moveTo>
                  <a:lnTo>
                    <a:pt x="2029898" y="28872"/>
                  </a:lnTo>
                  <a:lnTo>
                    <a:pt x="1988585" y="10321"/>
                  </a:lnTo>
                  <a:close/>
                  <a:moveTo>
                    <a:pt x="1934187" y="41814"/>
                  </a:moveTo>
                  <a:lnTo>
                    <a:pt x="1938384" y="37832"/>
                  </a:lnTo>
                  <a:lnTo>
                    <a:pt x="1985825" y="0"/>
                  </a:lnTo>
                  <a:close/>
                  <a:moveTo>
                    <a:pt x="1997662" y="3377"/>
                  </a:moveTo>
                  <a:lnTo>
                    <a:pt x="1985825" y="0"/>
                  </a:lnTo>
                  <a:lnTo>
                    <a:pt x="2029898" y="28872"/>
                  </a:lnTo>
                  <a:close/>
                  <a:moveTo>
                    <a:pt x="2296976" y="250023"/>
                  </a:moveTo>
                  <a:lnTo>
                    <a:pt x="2303005" y="134709"/>
                  </a:lnTo>
                  <a:lnTo>
                    <a:pt x="2289224" y="239506"/>
                  </a:lnTo>
                  <a:close/>
                  <a:moveTo>
                    <a:pt x="2306738" y="129371"/>
                  </a:moveTo>
                  <a:lnTo>
                    <a:pt x="2303005" y="134709"/>
                  </a:lnTo>
                  <a:lnTo>
                    <a:pt x="2296976" y="250023"/>
                  </a:lnTo>
                  <a:close/>
                  <a:moveTo>
                    <a:pt x="2326539" y="167807"/>
                  </a:moveTo>
                  <a:lnTo>
                    <a:pt x="2306738" y="129371"/>
                  </a:lnTo>
                  <a:lnTo>
                    <a:pt x="2296976" y="250023"/>
                  </a:lnTo>
                  <a:close/>
                  <a:moveTo>
                    <a:pt x="2306738" y="129371"/>
                  </a:moveTo>
                  <a:lnTo>
                    <a:pt x="2326539" y="167807"/>
                  </a:lnTo>
                  <a:lnTo>
                    <a:pt x="2356483" y="55997"/>
                  </a:lnTo>
                  <a:close/>
                  <a:moveTo>
                    <a:pt x="2359337" y="42913"/>
                  </a:moveTo>
                  <a:lnTo>
                    <a:pt x="2306738" y="129371"/>
                  </a:lnTo>
                  <a:lnTo>
                    <a:pt x="2356483" y="5599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28" name="Candidate_density__2147">
              <a:extLst>
                <a:ext uri="{FF2B5EF4-FFF2-40B4-BE49-F238E27FC236}">
                  <a16:creationId xmlns:a16="http://schemas.microsoft.com/office/drawing/2014/main" id="{98FDC0B1-DEAF-C448-9AB8-9D96B40A9F60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476483"/>
              <a:ext cx="2276915" cy="1059234"/>
            </a:xfrm>
            <a:custGeom>
              <a:avLst/>
              <a:gdLst/>
              <a:ahLst/>
              <a:cxnLst/>
              <a:rect l="0" t="0" r="0" b="0"/>
              <a:pathLst>
                <a:path w="2276915" h="1059234">
                  <a:moveTo>
                    <a:pt x="54601" y="580190"/>
                  </a:moveTo>
                  <a:lnTo>
                    <a:pt x="0" y="591246"/>
                  </a:lnTo>
                  <a:lnTo>
                    <a:pt x="126845" y="571639"/>
                  </a:lnTo>
                  <a:close/>
                  <a:moveTo>
                    <a:pt x="54601" y="580190"/>
                  </a:moveTo>
                  <a:lnTo>
                    <a:pt x="126845" y="571639"/>
                  </a:lnTo>
                  <a:lnTo>
                    <a:pt x="73873" y="572891"/>
                  </a:lnTo>
                  <a:close/>
                  <a:moveTo>
                    <a:pt x="1297607" y="1052602"/>
                  </a:moveTo>
                  <a:lnTo>
                    <a:pt x="1284393" y="1056010"/>
                  </a:lnTo>
                  <a:lnTo>
                    <a:pt x="1348476" y="997867"/>
                  </a:lnTo>
                  <a:close/>
                  <a:moveTo>
                    <a:pt x="1271734" y="1052602"/>
                  </a:moveTo>
                  <a:lnTo>
                    <a:pt x="1284393" y="1056010"/>
                  </a:lnTo>
                  <a:lnTo>
                    <a:pt x="1290358" y="1059234"/>
                  </a:lnTo>
                  <a:close/>
                  <a:moveTo>
                    <a:pt x="1297607" y="1052602"/>
                  </a:moveTo>
                  <a:lnTo>
                    <a:pt x="1290358" y="1059234"/>
                  </a:lnTo>
                  <a:lnTo>
                    <a:pt x="1284393" y="1056010"/>
                  </a:lnTo>
                  <a:close/>
                  <a:moveTo>
                    <a:pt x="1271734" y="1052602"/>
                  </a:moveTo>
                  <a:lnTo>
                    <a:pt x="1290358" y="1059234"/>
                  </a:lnTo>
                  <a:lnTo>
                    <a:pt x="1303867" y="1040178"/>
                  </a:lnTo>
                  <a:close/>
                  <a:moveTo>
                    <a:pt x="1303867" y="1040178"/>
                  </a:moveTo>
                  <a:lnTo>
                    <a:pt x="1290358" y="1059234"/>
                  </a:lnTo>
                  <a:lnTo>
                    <a:pt x="1297607" y="1052602"/>
                  </a:lnTo>
                  <a:close/>
                  <a:moveTo>
                    <a:pt x="1329033" y="988632"/>
                  </a:moveTo>
                  <a:lnTo>
                    <a:pt x="1348476" y="997867"/>
                  </a:lnTo>
                  <a:lnTo>
                    <a:pt x="1359364" y="955560"/>
                  </a:lnTo>
                  <a:close/>
                  <a:moveTo>
                    <a:pt x="1303867" y="1040178"/>
                  </a:moveTo>
                  <a:lnTo>
                    <a:pt x="1348476" y="997867"/>
                  </a:lnTo>
                  <a:lnTo>
                    <a:pt x="1329033" y="988632"/>
                  </a:lnTo>
                  <a:close/>
                  <a:moveTo>
                    <a:pt x="1297607" y="1052602"/>
                  </a:moveTo>
                  <a:lnTo>
                    <a:pt x="1348476" y="997867"/>
                  </a:lnTo>
                  <a:lnTo>
                    <a:pt x="1303867" y="1040178"/>
                  </a:lnTo>
                  <a:close/>
                  <a:moveTo>
                    <a:pt x="1359364" y="955560"/>
                  </a:moveTo>
                  <a:lnTo>
                    <a:pt x="1348476" y="997867"/>
                  </a:lnTo>
                  <a:lnTo>
                    <a:pt x="1364142" y="970387"/>
                  </a:lnTo>
                  <a:close/>
                  <a:moveTo>
                    <a:pt x="1503408" y="868073"/>
                  </a:moveTo>
                  <a:lnTo>
                    <a:pt x="1446005" y="868654"/>
                  </a:lnTo>
                  <a:lnTo>
                    <a:pt x="1566357" y="824770"/>
                  </a:lnTo>
                  <a:close/>
                  <a:moveTo>
                    <a:pt x="1567579" y="772863"/>
                  </a:moveTo>
                  <a:lnTo>
                    <a:pt x="1549718" y="861399"/>
                  </a:lnTo>
                  <a:lnTo>
                    <a:pt x="1566357" y="824770"/>
                  </a:lnTo>
                  <a:close/>
                  <a:moveTo>
                    <a:pt x="1583188" y="794687"/>
                  </a:moveTo>
                  <a:lnTo>
                    <a:pt x="1566357" y="824770"/>
                  </a:lnTo>
                  <a:lnTo>
                    <a:pt x="1577250" y="811299"/>
                  </a:lnTo>
                  <a:close/>
                  <a:moveTo>
                    <a:pt x="1577250" y="811299"/>
                  </a:moveTo>
                  <a:lnTo>
                    <a:pt x="1595169" y="717290"/>
                  </a:lnTo>
                  <a:lnTo>
                    <a:pt x="1583188" y="794687"/>
                  </a:lnTo>
                  <a:close/>
                  <a:moveTo>
                    <a:pt x="1662096" y="487781"/>
                  </a:moveTo>
                  <a:lnTo>
                    <a:pt x="1598744" y="515454"/>
                  </a:lnTo>
                  <a:lnTo>
                    <a:pt x="1590763" y="608433"/>
                  </a:lnTo>
                  <a:close/>
                  <a:moveTo>
                    <a:pt x="1628182" y="202699"/>
                  </a:moveTo>
                  <a:lnTo>
                    <a:pt x="1619455" y="264742"/>
                  </a:lnTo>
                  <a:lnTo>
                    <a:pt x="1589572" y="265960"/>
                  </a:lnTo>
                  <a:close/>
                  <a:moveTo>
                    <a:pt x="1855558" y="93886"/>
                  </a:moveTo>
                  <a:lnTo>
                    <a:pt x="1850577" y="87390"/>
                  </a:lnTo>
                  <a:lnTo>
                    <a:pt x="1814571" y="119476"/>
                  </a:lnTo>
                  <a:close/>
                  <a:moveTo>
                    <a:pt x="1779189" y="95381"/>
                  </a:moveTo>
                  <a:lnTo>
                    <a:pt x="1800336" y="125826"/>
                  </a:lnTo>
                  <a:lnTo>
                    <a:pt x="1814571" y="119476"/>
                  </a:lnTo>
                  <a:close/>
                  <a:moveTo>
                    <a:pt x="1814571" y="119476"/>
                  </a:moveTo>
                  <a:lnTo>
                    <a:pt x="1887538" y="113625"/>
                  </a:lnTo>
                  <a:lnTo>
                    <a:pt x="1855558" y="93886"/>
                  </a:lnTo>
                  <a:close/>
                  <a:moveTo>
                    <a:pt x="1887538" y="113625"/>
                  </a:moveTo>
                  <a:lnTo>
                    <a:pt x="1935893" y="89168"/>
                  </a:lnTo>
                  <a:lnTo>
                    <a:pt x="1855558" y="93886"/>
                  </a:lnTo>
                  <a:close/>
                  <a:moveTo>
                    <a:pt x="1944675" y="87390"/>
                  </a:moveTo>
                  <a:lnTo>
                    <a:pt x="1935893" y="89168"/>
                  </a:lnTo>
                  <a:lnTo>
                    <a:pt x="2010866" y="80871"/>
                  </a:lnTo>
                  <a:close/>
                  <a:moveTo>
                    <a:pt x="1938368" y="88469"/>
                  </a:moveTo>
                  <a:lnTo>
                    <a:pt x="1855558" y="93886"/>
                  </a:lnTo>
                  <a:lnTo>
                    <a:pt x="1935893" y="89168"/>
                  </a:lnTo>
                  <a:close/>
                  <a:moveTo>
                    <a:pt x="1944675" y="87390"/>
                  </a:moveTo>
                  <a:lnTo>
                    <a:pt x="1938368" y="88469"/>
                  </a:lnTo>
                  <a:lnTo>
                    <a:pt x="1935893" y="89168"/>
                  </a:lnTo>
                  <a:close/>
                  <a:moveTo>
                    <a:pt x="2074033" y="101841"/>
                  </a:moveTo>
                  <a:lnTo>
                    <a:pt x="1944675" y="87390"/>
                  </a:lnTo>
                  <a:lnTo>
                    <a:pt x="2016869" y="83926"/>
                  </a:lnTo>
                  <a:close/>
                  <a:moveTo>
                    <a:pt x="1938368" y="88469"/>
                  </a:moveTo>
                  <a:lnTo>
                    <a:pt x="1944675" y="87390"/>
                  </a:lnTo>
                  <a:lnTo>
                    <a:pt x="2074033" y="101841"/>
                  </a:lnTo>
                  <a:close/>
                  <a:moveTo>
                    <a:pt x="2074033" y="101841"/>
                  </a:moveTo>
                  <a:lnTo>
                    <a:pt x="2143062" y="81268"/>
                  </a:lnTo>
                  <a:lnTo>
                    <a:pt x="2198211" y="72258"/>
                  </a:lnTo>
                  <a:close/>
                  <a:moveTo>
                    <a:pt x="2198211" y="72258"/>
                  </a:moveTo>
                  <a:lnTo>
                    <a:pt x="2143062" y="81268"/>
                  </a:lnTo>
                  <a:lnTo>
                    <a:pt x="2261224" y="29198"/>
                  </a:lnTo>
                  <a:close/>
                  <a:moveTo>
                    <a:pt x="2210169" y="48953"/>
                  </a:moveTo>
                  <a:lnTo>
                    <a:pt x="2276915" y="10517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198211" y="72258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261224" y="29198"/>
                  </a:lnTo>
                  <a:lnTo>
                    <a:pt x="2276915" y="1051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29" name="Candidate_density__2148">
              <a:extLst>
                <a:ext uri="{FF2B5EF4-FFF2-40B4-BE49-F238E27FC236}">
                  <a16:creationId xmlns:a16="http://schemas.microsoft.com/office/drawing/2014/main" id="{265495E7-4AA1-89DF-4541-10DB7DD9F279}"/>
                </a:ext>
              </a:extLst>
            </p:cNvPr>
            <p:cNvSpPr>
              <a:spLocks noGrp="1"/>
            </p:cNvSpPr>
            <p:nvPr/>
          </p:nvSpPr>
          <p:spPr>
            <a:xfrm>
              <a:off x="3662437" y="1789649"/>
              <a:ext cx="2169432" cy="1139923"/>
            </a:xfrm>
            <a:custGeom>
              <a:avLst/>
              <a:gdLst/>
              <a:ahLst/>
              <a:cxnLst/>
              <a:rect l="0" t="0" r="0" b="0"/>
              <a:pathLst>
                <a:path w="2169432" h="1139923">
                  <a:moveTo>
                    <a:pt x="290054" y="1096055"/>
                  </a:moveTo>
                  <a:lnTo>
                    <a:pt x="223326" y="1071032"/>
                  </a:lnTo>
                  <a:lnTo>
                    <a:pt x="203111" y="1128980"/>
                  </a:lnTo>
                  <a:close/>
                  <a:moveTo>
                    <a:pt x="203111" y="1128980"/>
                  </a:moveTo>
                  <a:lnTo>
                    <a:pt x="276305" y="1114811"/>
                  </a:lnTo>
                  <a:lnTo>
                    <a:pt x="290054" y="1096055"/>
                  </a:lnTo>
                  <a:close/>
                  <a:moveTo>
                    <a:pt x="351923" y="1048715"/>
                  </a:moveTo>
                  <a:lnTo>
                    <a:pt x="225826" y="1071119"/>
                  </a:lnTo>
                  <a:lnTo>
                    <a:pt x="290054" y="1096055"/>
                  </a:lnTo>
                  <a:close/>
                  <a:moveTo>
                    <a:pt x="0" y="824386"/>
                  </a:moveTo>
                  <a:lnTo>
                    <a:pt x="62822" y="803788"/>
                  </a:lnTo>
                  <a:lnTo>
                    <a:pt x="28826" y="809710"/>
                  </a:lnTo>
                  <a:close/>
                  <a:moveTo>
                    <a:pt x="290054" y="1096055"/>
                  </a:moveTo>
                  <a:lnTo>
                    <a:pt x="276305" y="1114811"/>
                  </a:lnTo>
                  <a:lnTo>
                    <a:pt x="301484" y="1109596"/>
                  </a:lnTo>
                  <a:close/>
                  <a:moveTo>
                    <a:pt x="301484" y="1109596"/>
                  </a:moveTo>
                  <a:lnTo>
                    <a:pt x="351923" y="1048715"/>
                  </a:lnTo>
                  <a:lnTo>
                    <a:pt x="290054" y="1096055"/>
                  </a:lnTo>
                  <a:close/>
                  <a:moveTo>
                    <a:pt x="301484" y="1109596"/>
                  </a:moveTo>
                  <a:lnTo>
                    <a:pt x="406392" y="1084900"/>
                  </a:lnTo>
                  <a:lnTo>
                    <a:pt x="351923" y="1048715"/>
                  </a:lnTo>
                  <a:close/>
                  <a:moveTo>
                    <a:pt x="351923" y="1048715"/>
                  </a:moveTo>
                  <a:lnTo>
                    <a:pt x="406392" y="1084900"/>
                  </a:lnTo>
                  <a:lnTo>
                    <a:pt x="362949" y="1032595"/>
                  </a:lnTo>
                  <a:close/>
                  <a:moveTo>
                    <a:pt x="362949" y="1032595"/>
                  </a:moveTo>
                  <a:lnTo>
                    <a:pt x="406392" y="1084900"/>
                  </a:lnTo>
                  <a:lnTo>
                    <a:pt x="437405" y="1076374"/>
                  </a:lnTo>
                  <a:close/>
                  <a:moveTo>
                    <a:pt x="362949" y="1032595"/>
                  </a:moveTo>
                  <a:lnTo>
                    <a:pt x="437405" y="1076374"/>
                  </a:lnTo>
                  <a:lnTo>
                    <a:pt x="442805" y="994159"/>
                  </a:lnTo>
                  <a:close/>
                  <a:moveTo>
                    <a:pt x="406392" y="1084900"/>
                  </a:moveTo>
                  <a:lnTo>
                    <a:pt x="433876" y="1139923"/>
                  </a:lnTo>
                  <a:lnTo>
                    <a:pt x="437405" y="1076374"/>
                  </a:lnTo>
                  <a:close/>
                  <a:moveTo>
                    <a:pt x="372651" y="626862"/>
                  </a:moveTo>
                  <a:lnTo>
                    <a:pt x="431958" y="670640"/>
                  </a:lnTo>
                  <a:lnTo>
                    <a:pt x="470955" y="588425"/>
                  </a:lnTo>
                  <a:close/>
                  <a:moveTo>
                    <a:pt x="579177" y="632204"/>
                  </a:moveTo>
                  <a:lnTo>
                    <a:pt x="527456" y="646700"/>
                  </a:lnTo>
                  <a:lnTo>
                    <a:pt x="536487" y="739451"/>
                  </a:lnTo>
                  <a:close/>
                  <a:moveTo>
                    <a:pt x="470955" y="588425"/>
                  </a:moveTo>
                  <a:lnTo>
                    <a:pt x="527456" y="646700"/>
                  </a:lnTo>
                  <a:lnTo>
                    <a:pt x="478241" y="586619"/>
                  </a:lnTo>
                  <a:close/>
                  <a:moveTo>
                    <a:pt x="470955" y="588425"/>
                  </a:moveTo>
                  <a:lnTo>
                    <a:pt x="431958" y="670640"/>
                  </a:lnTo>
                  <a:lnTo>
                    <a:pt x="527456" y="646700"/>
                  </a:lnTo>
                  <a:close/>
                  <a:moveTo>
                    <a:pt x="579177" y="632204"/>
                  </a:moveTo>
                  <a:lnTo>
                    <a:pt x="610605" y="597761"/>
                  </a:lnTo>
                  <a:lnTo>
                    <a:pt x="527456" y="646700"/>
                  </a:lnTo>
                  <a:close/>
                  <a:moveTo>
                    <a:pt x="475058" y="584833"/>
                  </a:moveTo>
                  <a:lnTo>
                    <a:pt x="470955" y="588425"/>
                  </a:lnTo>
                  <a:lnTo>
                    <a:pt x="478241" y="586619"/>
                  </a:lnTo>
                  <a:close/>
                  <a:moveTo>
                    <a:pt x="872440" y="758198"/>
                  </a:moveTo>
                  <a:lnTo>
                    <a:pt x="924046" y="718488"/>
                  </a:lnTo>
                  <a:lnTo>
                    <a:pt x="850417" y="766100"/>
                  </a:lnTo>
                  <a:close/>
                  <a:moveTo>
                    <a:pt x="850417" y="766100"/>
                  </a:moveTo>
                  <a:lnTo>
                    <a:pt x="866957" y="783699"/>
                  </a:lnTo>
                  <a:lnTo>
                    <a:pt x="872440" y="758198"/>
                  </a:lnTo>
                  <a:close/>
                  <a:moveTo>
                    <a:pt x="579177" y="632204"/>
                  </a:moveTo>
                  <a:lnTo>
                    <a:pt x="667669" y="693395"/>
                  </a:lnTo>
                  <a:lnTo>
                    <a:pt x="636150" y="618926"/>
                  </a:lnTo>
                  <a:close/>
                  <a:moveTo>
                    <a:pt x="667669" y="693395"/>
                  </a:moveTo>
                  <a:lnTo>
                    <a:pt x="726893" y="605746"/>
                  </a:lnTo>
                  <a:lnTo>
                    <a:pt x="636150" y="618926"/>
                  </a:lnTo>
                  <a:close/>
                  <a:moveTo>
                    <a:pt x="610605" y="597761"/>
                  </a:moveTo>
                  <a:lnTo>
                    <a:pt x="579177" y="632204"/>
                  </a:lnTo>
                  <a:lnTo>
                    <a:pt x="636150" y="618926"/>
                  </a:lnTo>
                  <a:close/>
                  <a:moveTo>
                    <a:pt x="1604079" y="577531"/>
                  </a:moveTo>
                  <a:lnTo>
                    <a:pt x="1566474" y="604452"/>
                  </a:lnTo>
                  <a:lnTo>
                    <a:pt x="1619085" y="569164"/>
                  </a:lnTo>
                  <a:close/>
                  <a:moveTo>
                    <a:pt x="1560442" y="522237"/>
                  </a:moveTo>
                  <a:lnTo>
                    <a:pt x="1604079" y="577531"/>
                  </a:lnTo>
                  <a:lnTo>
                    <a:pt x="1618738" y="566015"/>
                  </a:lnTo>
                  <a:close/>
                  <a:moveTo>
                    <a:pt x="1604079" y="577531"/>
                  </a:moveTo>
                  <a:lnTo>
                    <a:pt x="1619085" y="569164"/>
                  </a:lnTo>
                  <a:lnTo>
                    <a:pt x="1618738" y="566015"/>
                  </a:lnTo>
                  <a:close/>
                  <a:moveTo>
                    <a:pt x="1619085" y="569164"/>
                  </a:moveTo>
                  <a:lnTo>
                    <a:pt x="1678161" y="617395"/>
                  </a:lnTo>
                  <a:lnTo>
                    <a:pt x="1618738" y="566015"/>
                  </a:lnTo>
                  <a:close/>
                  <a:moveTo>
                    <a:pt x="1618216" y="483801"/>
                  </a:moveTo>
                  <a:lnTo>
                    <a:pt x="1618738" y="566015"/>
                  </a:lnTo>
                  <a:lnTo>
                    <a:pt x="1678472" y="527579"/>
                  </a:lnTo>
                  <a:close/>
                  <a:moveTo>
                    <a:pt x="1618216" y="483801"/>
                  </a:moveTo>
                  <a:lnTo>
                    <a:pt x="1678472" y="527579"/>
                  </a:lnTo>
                  <a:lnTo>
                    <a:pt x="1681955" y="445364"/>
                  </a:lnTo>
                  <a:close/>
                  <a:moveTo>
                    <a:pt x="1681955" y="445364"/>
                  </a:moveTo>
                  <a:lnTo>
                    <a:pt x="1704933" y="396278"/>
                  </a:lnTo>
                  <a:lnTo>
                    <a:pt x="1646802" y="401585"/>
                  </a:lnTo>
                  <a:close/>
                  <a:moveTo>
                    <a:pt x="1761835" y="393823"/>
                  </a:moveTo>
                  <a:lnTo>
                    <a:pt x="1681955" y="445364"/>
                  </a:lnTo>
                  <a:lnTo>
                    <a:pt x="1760041" y="406928"/>
                  </a:lnTo>
                  <a:close/>
                  <a:moveTo>
                    <a:pt x="1761835" y="393823"/>
                  </a:moveTo>
                  <a:lnTo>
                    <a:pt x="1704933" y="396278"/>
                  </a:lnTo>
                  <a:lnTo>
                    <a:pt x="1681955" y="445364"/>
                  </a:lnTo>
                  <a:close/>
                  <a:moveTo>
                    <a:pt x="1700836" y="280934"/>
                  </a:moveTo>
                  <a:lnTo>
                    <a:pt x="1768915" y="324712"/>
                  </a:lnTo>
                  <a:lnTo>
                    <a:pt x="1771655" y="242497"/>
                  </a:lnTo>
                  <a:close/>
                  <a:moveTo>
                    <a:pt x="1761835" y="393823"/>
                  </a:moveTo>
                  <a:lnTo>
                    <a:pt x="1772458" y="401141"/>
                  </a:lnTo>
                  <a:lnTo>
                    <a:pt x="1768915" y="324712"/>
                  </a:lnTo>
                  <a:close/>
                  <a:moveTo>
                    <a:pt x="1771655" y="242497"/>
                  </a:moveTo>
                  <a:lnTo>
                    <a:pt x="1854845" y="247710"/>
                  </a:lnTo>
                  <a:lnTo>
                    <a:pt x="1816661" y="225612"/>
                  </a:lnTo>
                  <a:close/>
                  <a:moveTo>
                    <a:pt x="1838281" y="286276"/>
                  </a:moveTo>
                  <a:lnTo>
                    <a:pt x="1854845" y="247710"/>
                  </a:lnTo>
                  <a:lnTo>
                    <a:pt x="1771655" y="242497"/>
                  </a:lnTo>
                  <a:close/>
                  <a:moveTo>
                    <a:pt x="1768915" y="324712"/>
                  </a:moveTo>
                  <a:lnTo>
                    <a:pt x="1838281" y="286276"/>
                  </a:lnTo>
                  <a:lnTo>
                    <a:pt x="1771655" y="242497"/>
                  </a:lnTo>
                  <a:close/>
                  <a:moveTo>
                    <a:pt x="1874543" y="204061"/>
                  </a:moveTo>
                  <a:lnTo>
                    <a:pt x="1842119" y="121846"/>
                  </a:lnTo>
                  <a:lnTo>
                    <a:pt x="1816661" y="225612"/>
                  </a:lnTo>
                  <a:close/>
                  <a:moveTo>
                    <a:pt x="1842119" y="121846"/>
                  </a:moveTo>
                  <a:lnTo>
                    <a:pt x="1807941" y="132609"/>
                  </a:lnTo>
                  <a:lnTo>
                    <a:pt x="1816661" y="225612"/>
                  </a:lnTo>
                  <a:close/>
                  <a:moveTo>
                    <a:pt x="1816661" y="225612"/>
                  </a:moveTo>
                  <a:lnTo>
                    <a:pt x="1854845" y="247710"/>
                  </a:lnTo>
                  <a:lnTo>
                    <a:pt x="1874543" y="204061"/>
                  </a:lnTo>
                  <a:close/>
                  <a:moveTo>
                    <a:pt x="1854845" y="247710"/>
                  </a:moveTo>
                  <a:lnTo>
                    <a:pt x="1894584" y="262354"/>
                  </a:lnTo>
                  <a:lnTo>
                    <a:pt x="1874543" y="204061"/>
                  </a:lnTo>
                  <a:close/>
                  <a:moveTo>
                    <a:pt x="1874543" y="204061"/>
                  </a:moveTo>
                  <a:lnTo>
                    <a:pt x="1924065" y="247839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874543" y="204061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931459" y="165624"/>
                  </a:lnTo>
                  <a:lnTo>
                    <a:pt x="1929472" y="83409"/>
                  </a:lnTo>
                  <a:close/>
                  <a:moveTo>
                    <a:pt x="1938619" y="67065"/>
                  </a:moveTo>
                  <a:lnTo>
                    <a:pt x="1842119" y="121846"/>
                  </a:lnTo>
                  <a:lnTo>
                    <a:pt x="1929472" y="83409"/>
                  </a:lnTo>
                  <a:close/>
                  <a:moveTo>
                    <a:pt x="1929472" y="83409"/>
                  </a:moveTo>
                  <a:lnTo>
                    <a:pt x="2009561" y="117106"/>
                  </a:lnTo>
                  <a:lnTo>
                    <a:pt x="1956446" y="72470"/>
                  </a:lnTo>
                  <a:close/>
                  <a:moveTo>
                    <a:pt x="1938619" y="67065"/>
                  </a:moveTo>
                  <a:lnTo>
                    <a:pt x="1929472" y="83409"/>
                  </a:lnTo>
                  <a:lnTo>
                    <a:pt x="1956446" y="72470"/>
                  </a:lnTo>
                  <a:close/>
                  <a:moveTo>
                    <a:pt x="2056659" y="14540"/>
                  </a:moveTo>
                  <a:lnTo>
                    <a:pt x="1956446" y="72470"/>
                  </a:lnTo>
                  <a:lnTo>
                    <a:pt x="2027597" y="44973"/>
                  </a:lnTo>
                  <a:close/>
                  <a:moveTo>
                    <a:pt x="1938619" y="67065"/>
                  </a:moveTo>
                  <a:lnTo>
                    <a:pt x="1956446" y="72470"/>
                  </a:lnTo>
                  <a:lnTo>
                    <a:pt x="2056659" y="14540"/>
                  </a:lnTo>
                  <a:close/>
                  <a:moveTo>
                    <a:pt x="1956446" y="72470"/>
                  </a:moveTo>
                  <a:lnTo>
                    <a:pt x="2009561" y="117106"/>
                  </a:lnTo>
                  <a:lnTo>
                    <a:pt x="2027597" y="44973"/>
                  </a:lnTo>
                  <a:close/>
                  <a:moveTo>
                    <a:pt x="2119994" y="100192"/>
                  </a:moveTo>
                  <a:lnTo>
                    <a:pt x="2169432" y="20500"/>
                  </a:lnTo>
                  <a:lnTo>
                    <a:pt x="2082907" y="30251"/>
                  </a:lnTo>
                  <a:close/>
                  <a:moveTo>
                    <a:pt x="2056659" y="14540"/>
                  </a:moveTo>
                  <a:lnTo>
                    <a:pt x="2027597" y="44973"/>
                  </a:lnTo>
                  <a:lnTo>
                    <a:pt x="2082907" y="30251"/>
                  </a:lnTo>
                  <a:close/>
                  <a:moveTo>
                    <a:pt x="2082907" y="30251"/>
                  </a:moveTo>
                  <a:lnTo>
                    <a:pt x="2127301" y="0"/>
                  </a:lnTo>
                  <a:lnTo>
                    <a:pt x="2056659" y="14540"/>
                  </a:lnTo>
                  <a:close/>
                  <a:moveTo>
                    <a:pt x="2082907" y="30251"/>
                  </a:moveTo>
                  <a:lnTo>
                    <a:pt x="2169432" y="20500"/>
                  </a:lnTo>
                  <a:lnTo>
                    <a:pt x="2127301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30" name="Candidate_density__2149">
              <a:extLst>
                <a:ext uri="{FF2B5EF4-FFF2-40B4-BE49-F238E27FC236}">
                  <a16:creationId xmlns:a16="http://schemas.microsoft.com/office/drawing/2014/main" id="{04CF4E8D-1526-E832-A1A0-0E56F491E6AD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342705" cy="1562834"/>
            </a:xfrm>
            <a:custGeom>
              <a:avLst/>
              <a:gdLst/>
              <a:ahLst/>
              <a:cxnLst/>
              <a:rect l="0" t="0" r="0" b="0"/>
              <a:pathLst>
                <a:path w="2342705" h="1562834">
                  <a:moveTo>
                    <a:pt x="229622" y="1344776"/>
                  </a:moveTo>
                  <a:lnTo>
                    <a:pt x="305792" y="1434999"/>
                  </a:lnTo>
                  <a:lnTo>
                    <a:pt x="310983" y="1409570"/>
                  </a:lnTo>
                  <a:close/>
                  <a:moveTo>
                    <a:pt x="305792" y="1434999"/>
                  </a:moveTo>
                  <a:lnTo>
                    <a:pt x="334755" y="1426991"/>
                  </a:lnTo>
                  <a:lnTo>
                    <a:pt x="310983" y="1409570"/>
                  </a:lnTo>
                  <a:close/>
                  <a:moveTo>
                    <a:pt x="459224" y="1470770"/>
                  </a:moveTo>
                  <a:lnTo>
                    <a:pt x="426507" y="1562834"/>
                  </a:lnTo>
                  <a:lnTo>
                    <a:pt x="459705" y="1471757"/>
                  </a:lnTo>
                  <a:close/>
                  <a:moveTo>
                    <a:pt x="459224" y="1470770"/>
                  </a:moveTo>
                  <a:lnTo>
                    <a:pt x="384257" y="1509206"/>
                  </a:lnTo>
                  <a:lnTo>
                    <a:pt x="426507" y="1562834"/>
                  </a:lnTo>
                  <a:close/>
                  <a:moveTo>
                    <a:pt x="422125" y="1401015"/>
                  </a:moveTo>
                  <a:lnTo>
                    <a:pt x="310983" y="1409570"/>
                  </a:lnTo>
                  <a:lnTo>
                    <a:pt x="334755" y="1426991"/>
                  </a:lnTo>
                  <a:close/>
                  <a:moveTo>
                    <a:pt x="35503" y="1000365"/>
                  </a:moveTo>
                  <a:lnTo>
                    <a:pt x="20441" y="984748"/>
                  </a:lnTo>
                  <a:lnTo>
                    <a:pt x="65334" y="1059694"/>
                  </a:lnTo>
                  <a:close/>
                  <a:moveTo>
                    <a:pt x="65334" y="1059694"/>
                  </a:moveTo>
                  <a:lnTo>
                    <a:pt x="20441" y="984748"/>
                  </a:lnTo>
                  <a:lnTo>
                    <a:pt x="0" y="1015916"/>
                  </a:lnTo>
                  <a:close/>
                  <a:moveTo>
                    <a:pt x="20441" y="984748"/>
                  </a:moveTo>
                  <a:lnTo>
                    <a:pt x="26261" y="965813"/>
                  </a:lnTo>
                  <a:lnTo>
                    <a:pt x="0" y="1015916"/>
                  </a:lnTo>
                  <a:close/>
                  <a:moveTo>
                    <a:pt x="0" y="1015916"/>
                  </a:moveTo>
                  <a:lnTo>
                    <a:pt x="26261" y="965813"/>
                  </a:lnTo>
                  <a:lnTo>
                    <a:pt x="34183" y="895264"/>
                  </a:lnTo>
                  <a:close/>
                  <a:moveTo>
                    <a:pt x="459705" y="1471757"/>
                  </a:moveTo>
                  <a:lnTo>
                    <a:pt x="533196" y="1432333"/>
                  </a:lnTo>
                  <a:lnTo>
                    <a:pt x="460204" y="1470150"/>
                  </a:lnTo>
                  <a:close/>
                  <a:moveTo>
                    <a:pt x="533196" y="1432333"/>
                  </a:moveTo>
                  <a:lnTo>
                    <a:pt x="455511" y="1373873"/>
                  </a:lnTo>
                  <a:lnTo>
                    <a:pt x="453220" y="1388555"/>
                  </a:lnTo>
                  <a:close/>
                  <a:moveTo>
                    <a:pt x="459134" y="1469622"/>
                  </a:moveTo>
                  <a:lnTo>
                    <a:pt x="460204" y="1470150"/>
                  </a:lnTo>
                  <a:lnTo>
                    <a:pt x="533196" y="1432333"/>
                  </a:lnTo>
                  <a:close/>
                  <a:moveTo>
                    <a:pt x="453220" y="1388555"/>
                  </a:moveTo>
                  <a:lnTo>
                    <a:pt x="459134" y="1469622"/>
                  </a:lnTo>
                  <a:lnTo>
                    <a:pt x="533196" y="1432333"/>
                  </a:lnTo>
                  <a:close/>
                  <a:moveTo>
                    <a:pt x="304812" y="1035427"/>
                  </a:moveTo>
                  <a:lnTo>
                    <a:pt x="329322" y="1047728"/>
                  </a:lnTo>
                  <a:lnTo>
                    <a:pt x="378007" y="1021258"/>
                  </a:lnTo>
                  <a:close/>
                  <a:moveTo>
                    <a:pt x="115740" y="806497"/>
                  </a:moveTo>
                  <a:lnTo>
                    <a:pt x="124840" y="774613"/>
                  </a:lnTo>
                  <a:lnTo>
                    <a:pt x="94449" y="813049"/>
                  </a:lnTo>
                  <a:close/>
                  <a:moveTo>
                    <a:pt x="475876" y="1065036"/>
                  </a:moveTo>
                  <a:lnTo>
                    <a:pt x="535578" y="1046370"/>
                  </a:lnTo>
                  <a:lnTo>
                    <a:pt x="465551" y="1065433"/>
                  </a:lnTo>
                  <a:close/>
                  <a:moveTo>
                    <a:pt x="465551" y="1065433"/>
                  </a:moveTo>
                  <a:lnTo>
                    <a:pt x="466446" y="1066554"/>
                  </a:lnTo>
                  <a:lnTo>
                    <a:pt x="475876" y="1065036"/>
                  </a:lnTo>
                  <a:close/>
                  <a:moveTo>
                    <a:pt x="466446" y="1066554"/>
                  </a:moveTo>
                  <a:lnTo>
                    <a:pt x="465551" y="1065433"/>
                  </a:lnTo>
                  <a:lnTo>
                    <a:pt x="463167" y="1065036"/>
                  </a:lnTo>
                  <a:close/>
                  <a:moveTo>
                    <a:pt x="164524" y="710235"/>
                  </a:moveTo>
                  <a:lnTo>
                    <a:pt x="124840" y="774613"/>
                  </a:lnTo>
                  <a:lnTo>
                    <a:pt x="154412" y="735887"/>
                  </a:lnTo>
                  <a:close/>
                  <a:moveTo>
                    <a:pt x="210591" y="667272"/>
                  </a:moveTo>
                  <a:lnTo>
                    <a:pt x="164524" y="710235"/>
                  </a:lnTo>
                  <a:lnTo>
                    <a:pt x="154412" y="735887"/>
                  </a:lnTo>
                  <a:close/>
                  <a:moveTo>
                    <a:pt x="802703" y="1273387"/>
                  </a:moveTo>
                  <a:lnTo>
                    <a:pt x="730555" y="1191030"/>
                  </a:lnTo>
                  <a:lnTo>
                    <a:pt x="697636" y="1198121"/>
                  </a:lnTo>
                  <a:close/>
                  <a:moveTo>
                    <a:pt x="697636" y="1198121"/>
                  </a:moveTo>
                  <a:lnTo>
                    <a:pt x="635530" y="1108815"/>
                  </a:lnTo>
                  <a:lnTo>
                    <a:pt x="571076" y="1140329"/>
                  </a:lnTo>
                  <a:close/>
                  <a:moveTo>
                    <a:pt x="697636" y="1198121"/>
                  </a:moveTo>
                  <a:lnTo>
                    <a:pt x="571076" y="1140329"/>
                  </a:lnTo>
                  <a:lnTo>
                    <a:pt x="610304" y="1208529"/>
                  </a:lnTo>
                  <a:close/>
                  <a:moveTo>
                    <a:pt x="697636" y="1198121"/>
                  </a:moveTo>
                  <a:lnTo>
                    <a:pt x="730555" y="1191030"/>
                  </a:lnTo>
                  <a:lnTo>
                    <a:pt x="696256" y="1153258"/>
                  </a:lnTo>
                  <a:close/>
                  <a:moveTo>
                    <a:pt x="475876" y="1065036"/>
                  </a:moveTo>
                  <a:lnTo>
                    <a:pt x="599006" y="1068315"/>
                  </a:lnTo>
                  <a:lnTo>
                    <a:pt x="579219" y="1026600"/>
                  </a:lnTo>
                  <a:close/>
                  <a:moveTo>
                    <a:pt x="571076" y="1140329"/>
                  </a:moveTo>
                  <a:lnTo>
                    <a:pt x="635530" y="1108815"/>
                  </a:lnTo>
                  <a:lnTo>
                    <a:pt x="599006" y="1068315"/>
                  </a:lnTo>
                  <a:close/>
                  <a:moveTo>
                    <a:pt x="580066" y="997501"/>
                  </a:moveTo>
                  <a:lnTo>
                    <a:pt x="475876" y="1065036"/>
                  </a:lnTo>
                  <a:lnTo>
                    <a:pt x="579219" y="1026600"/>
                  </a:lnTo>
                  <a:close/>
                  <a:moveTo>
                    <a:pt x="580066" y="997501"/>
                  </a:moveTo>
                  <a:lnTo>
                    <a:pt x="582115" y="944385"/>
                  </a:lnTo>
                  <a:lnTo>
                    <a:pt x="539106" y="982821"/>
                  </a:lnTo>
                  <a:close/>
                  <a:moveTo>
                    <a:pt x="279130" y="615524"/>
                  </a:moveTo>
                  <a:lnTo>
                    <a:pt x="284983" y="651179"/>
                  </a:lnTo>
                  <a:lnTo>
                    <a:pt x="258974" y="632966"/>
                  </a:lnTo>
                  <a:close/>
                  <a:moveTo>
                    <a:pt x="321321" y="587410"/>
                  </a:moveTo>
                  <a:lnTo>
                    <a:pt x="279130" y="615524"/>
                  </a:lnTo>
                  <a:lnTo>
                    <a:pt x="357674" y="592083"/>
                  </a:lnTo>
                  <a:close/>
                  <a:moveTo>
                    <a:pt x="443112" y="583215"/>
                  </a:moveTo>
                  <a:lnTo>
                    <a:pt x="357674" y="592083"/>
                  </a:lnTo>
                  <a:lnTo>
                    <a:pt x="451650" y="580830"/>
                  </a:lnTo>
                  <a:close/>
                  <a:moveTo>
                    <a:pt x="357674" y="592083"/>
                  </a:moveTo>
                  <a:lnTo>
                    <a:pt x="382992" y="602785"/>
                  </a:lnTo>
                  <a:lnTo>
                    <a:pt x="451650" y="580830"/>
                  </a:lnTo>
                  <a:close/>
                  <a:moveTo>
                    <a:pt x="443112" y="583215"/>
                  </a:moveTo>
                  <a:lnTo>
                    <a:pt x="451650" y="580830"/>
                  </a:lnTo>
                  <a:lnTo>
                    <a:pt x="526902" y="583529"/>
                  </a:lnTo>
                  <a:close/>
                  <a:moveTo>
                    <a:pt x="1262537" y="1443017"/>
                  </a:moveTo>
                  <a:lnTo>
                    <a:pt x="1248576" y="1360803"/>
                  </a:lnTo>
                  <a:lnTo>
                    <a:pt x="1272458" y="1481454"/>
                  </a:lnTo>
                  <a:close/>
                  <a:moveTo>
                    <a:pt x="1229519" y="1278587"/>
                  </a:moveTo>
                  <a:lnTo>
                    <a:pt x="1192876" y="1317024"/>
                  </a:lnTo>
                  <a:lnTo>
                    <a:pt x="1248576" y="1360803"/>
                  </a:lnTo>
                  <a:close/>
                  <a:moveTo>
                    <a:pt x="513553" y="626040"/>
                  </a:moveTo>
                  <a:lnTo>
                    <a:pt x="526902" y="583529"/>
                  </a:lnTo>
                  <a:lnTo>
                    <a:pt x="451650" y="580830"/>
                  </a:lnTo>
                  <a:close/>
                  <a:moveTo>
                    <a:pt x="513553" y="626040"/>
                  </a:moveTo>
                  <a:lnTo>
                    <a:pt x="581104" y="631715"/>
                  </a:lnTo>
                  <a:lnTo>
                    <a:pt x="526902" y="583529"/>
                  </a:lnTo>
                  <a:close/>
                  <a:moveTo>
                    <a:pt x="581104" y="631715"/>
                  </a:moveTo>
                  <a:lnTo>
                    <a:pt x="533660" y="577088"/>
                  </a:lnTo>
                  <a:lnTo>
                    <a:pt x="526902" y="583529"/>
                  </a:lnTo>
                  <a:close/>
                  <a:moveTo>
                    <a:pt x="629158" y="553148"/>
                  </a:moveTo>
                  <a:lnTo>
                    <a:pt x="533660" y="577088"/>
                  </a:lnTo>
                  <a:lnTo>
                    <a:pt x="581104" y="631715"/>
                  </a:lnTo>
                  <a:close/>
                  <a:moveTo>
                    <a:pt x="638188" y="645898"/>
                  </a:moveTo>
                  <a:lnTo>
                    <a:pt x="629158" y="553148"/>
                  </a:lnTo>
                  <a:lnTo>
                    <a:pt x="581104" y="631715"/>
                  </a:lnTo>
                  <a:close/>
                  <a:moveTo>
                    <a:pt x="699429" y="620867"/>
                  </a:moveTo>
                  <a:lnTo>
                    <a:pt x="680878" y="538651"/>
                  </a:lnTo>
                  <a:lnTo>
                    <a:pt x="638188" y="645898"/>
                  </a:lnTo>
                  <a:close/>
                  <a:moveTo>
                    <a:pt x="1229519" y="1278587"/>
                  </a:moveTo>
                  <a:lnTo>
                    <a:pt x="1361337" y="1322366"/>
                  </a:lnTo>
                  <a:lnTo>
                    <a:pt x="1338929" y="1240498"/>
                  </a:lnTo>
                  <a:close/>
                  <a:moveTo>
                    <a:pt x="1341033" y="1240151"/>
                  </a:moveTo>
                  <a:lnTo>
                    <a:pt x="1338929" y="1240498"/>
                  </a:lnTo>
                  <a:lnTo>
                    <a:pt x="1361250" y="1322010"/>
                  </a:lnTo>
                  <a:close/>
                  <a:moveTo>
                    <a:pt x="963670" y="746860"/>
                  </a:moveTo>
                  <a:lnTo>
                    <a:pt x="916680" y="785297"/>
                  </a:lnTo>
                  <a:lnTo>
                    <a:pt x="981881" y="829075"/>
                  </a:lnTo>
                  <a:close/>
                  <a:moveTo>
                    <a:pt x="699429" y="620867"/>
                  </a:moveTo>
                  <a:lnTo>
                    <a:pt x="756659" y="670031"/>
                  </a:lnTo>
                  <a:lnTo>
                    <a:pt x="769370" y="599842"/>
                  </a:lnTo>
                  <a:close/>
                  <a:moveTo>
                    <a:pt x="756659" y="670031"/>
                  </a:moveTo>
                  <a:lnTo>
                    <a:pt x="864702" y="582430"/>
                  </a:lnTo>
                  <a:lnTo>
                    <a:pt x="769370" y="599842"/>
                  </a:lnTo>
                  <a:close/>
                  <a:moveTo>
                    <a:pt x="865484" y="583053"/>
                  </a:moveTo>
                  <a:lnTo>
                    <a:pt x="864702" y="582430"/>
                  </a:lnTo>
                  <a:lnTo>
                    <a:pt x="756659" y="670031"/>
                  </a:lnTo>
                  <a:close/>
                  <a:moveTo>
                    <a:pt x="864702" y="582430"/>
                  </a:moveTo>
                  <a:lnTo>
                    <a:pt x="865138" y="581757"/>
                  </a:lnTo>
                  <a:lnTo>
                    <a:pt x="769370" y="599842"/>
                  </a:lnTo>
                  <a:close/>
                  <a:moveTo>
                    <a:pt x="1341033" y="1240151"/>
                  </a:moveTo>
                  <a:lnTo>
                    <a:pt x="1361357" y="1322357"/>
                  </a:lnTo>
                  <a:lnTo>
                    <a:pt x="1419095" y="1283929"/>
                  </a:lnTo>
                  <a:close/>
                  <a:moveTo>
                    <a:pt x="1541739" y="1224310"/>
                  </a:moveTo>
                  <a:lnTo>
                    <a:pt x="1495712" y="1234221"/>
                  </a:lnTo>
                  <a:lnTo>
                    <a:pt x="1498903" y="1201715"/>
                  </a:lnTo>
                  <a:close/>
                  <a:moveTo>
                    <a:pt x="963670" y="746860"/>
                  </a:moveTo>
                  <a:lnTo>
                    <a:pt x="981881" y="829075"/>
                  </a:lnTo>
                  <a:lnTo>
                    <a:pt x="1006764" y="790639"/>
                  </a:lnTo>
                  <a:close/>
                  <a:moveTo>
                    <a:pt x="864702" y="582430"/>
                  </a:moveTo>
                  <a:lnTo>
                    <a:pt x="865484" y="583053"/>
                  </a:lnTo>
                  <a:lnTo>
                    <a:pt x="865465" y="582311"/>
                  </a:lnTo>
                  <a:close/>
                  <a:moveTo>
                    <a:pt x="865138" y="581757"/>
                  </a:moveTo>
                  <a:lnTo>
                    <a:pt x="864702" y="582430"/>
                  </a:lnTo>
                  <a:lnTo>
                    <a:pt x="865465" y="582311"/>
                  </a:lnTo>
                  <a:close/>
                  <a:moveTo>
                    <a:pt x="865465" y="582311"/>
                  </a:moveTo>
                  <a:lnTo>
                    <a:pt x="865484" y="583053"/>
                  </a:lnTo>
                  <a:lnTo>
                    <a:pt x="866240" y="582430"/>
                  </a:lnTo>
                  <a:close/>
                  <a:moveTo>
                    <a:pt x="865465" y="582311"/>
                  </a:moveTo>
                  <a:lnTo>
                    <a:pt x="866240" y="582430"/>
                  </a:lnTo>
                  <a:lnTo>
                    <a:pt x="865138" y="581757"/>
                  </a:lnTo>
                  <a:close/>
                  <a:moveTo>
                    <a:pt x="1498903" y="1201715"/>
                  </a:moveTo>
                  <a:lnTo>
                    <a:pt x="1580597" y="1265303"/>
                  </a:lnTo>
                  <a:lnTo>
                    <a:pt x="1541739" y="1224310"/>
                  </a:lnTo>
                  <a:close/>
                  <a:moveTo>
                    <a:pt x="1552409" y="1201715"/>
                  </a:moveTo>
                  <a:lnTo>
                    <a:pt x="1663726" y="1186539"/>
                  </a:lnTo>
                  <a:lnTo>
                    <a:pt x="1647149" y="1163278"/>
                  </a:lnTo>
                  <a:close/>
                  <a:moveTo>
                    <a:pt x="1552409" y="1201715"/>
                  </a:moveTo>
                  <a:lnTo>
                    <a:pt x="1541739" y="1224310"/>
                  </a:lnTo>
                  <a:lnTo>
                    <a:pt x="1580597" y="1265303"/>
                  </a:lnTo>
                  <a:close/>
                  <a:moveTo>
                    <a:pt x="1539253" y="1098730"/>
                  </a:moveTo>
                  <a:lnTo>
                    <a:pt x="1498903" y="1201715"/>
                  </a:lnTo>
                  <a:lnTo>
                    <a:pt x="1529928" y="1180149"/>
                  </a:lnTo>
                  <a:close/>
                  <a:moveTo>
                    <a:pt x="1647149" y="1163278"/>
                  </a:moveTo>
                  <a:lnTo>
                    <a:pt x="1649243" y="1132387"/>
                  </a:lnTo>
                  <a:lnTo>
                    <a:pt x="1552409" y="1201715"/>
                  </a:lnTo>
                  <a:close/>
                  <a:moveTo>
                    <a:pt x="1552409" y="1201715"/>
                  </a:moveTo>
                  <a:lnTo>
                    <a:pt x="1649243" y="1132387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49243" y="1132387"/>
                  </a:lnTo>
                  <a:lnTo>
                    <a:pt x="1630090" y="1085474"/>
                  </a:lnTo>
                  <a:close/>
                  <a:moveTo>
                    <a:pt x="1552409" y="1201715"/>
                  </a:moveTo>
                  <a:lnTo>
                    <a:pt x="1539253" y="1098730"/>
                  </a:lnTo>
                  <a:lnTo>
                    <a:pt x="1529928" y="1180149"/>
                  </a:lnTo>
                  <a:close/>
                  <a:moveTo>
                    <a:pt x="1546939" y="1028547"/>
                  </a:moveTo>
                  <a:lnTo>
                    <a:pt x="1519359" y="998848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30090" y="1085474"/>
                  </a:lnTo>
                  <a:lnTo>
                    <a:pt x="1546939" y="1028547"/>
                  </a:lnTo>
                  <a:close/>
                  <a:moveTo>
                    <a:pt x="1122809" y="557429"/>
                  </a:moveTo>
                  <a:lnTo>
                    <a:pt x="1074875" y="593414"/>
                  </a:lnTo>
                  <a:lnTo>
                    <a:pt x="1041948" y="626209"/>
                  </a:lnTo>
                  <a:close/>
                  <a:moveTo>
                    <a:pt x="1683210" y="1044183"/>
                  </a:moveTo>
                  <a:lnTo>
                    <a:pt x="1647149" y="1163278"/>
                  </a:lnTo>
                  <a:lnTo>
                    <a:pt x="1679199" y="1124841"/>
                  </a:lnTo>
                  <a:close/>
                  <a:moveTo>
                    <a:pt x="1683210" y="1044183"/>
                  </a:moveTo>
                  <a:lnTo>
                    <a:pt x="1649243" y="1132387"/>
                  </a:lnTo>
                  <a:lnTo>
                    <a:pt x="1647149" y="1163278"/>
                  </a:lnTo>
                  <a:close/>
                  <a:moveTo>
                    <a:pt x="1683301" y="1042626"/>
                  </a:moveTo>
                  <a:lnTo>
                    <a:pt x="1736146" y="963442"/>
                  </a:lnTo>
                  <a:lnTo>
                    <a:pt x="1664345" y="1081063"/>
                  </a:lnTo>
                  <a:close/>
                  <a:moveTo>
                    <a:pt x="1519359" y="998848"/>
                  </a:moveTo>
                  <a:lnTo>
                    <a:pt x="1546939" y="1028547"/>
                  </a:lnTo>
                  <a:lnTo>
                    <a:pt x="1547296" y="992099"/>
                  </a:lnTo>
                  <a:close/>
                  <a:moveTo>
                    <a:pt x="1621135" y="992661"/>
                  </a:moveTo>
                  <a:lnTo>
                    <a:pt x="1547296" y="992099"/>
                  </a:lnTo>
                  <a:lnTo>
                    <a:pt x="1546939" y="1028547"/>
                  </a:lnTo>
                  <a:close/>
                  <a:moveTo>
                    <a:pt x="1240097" y="502087"/>
                  </a:moveTo>
                  <a:lnTo>
                    <a:pt x="1189320" y="527442"/>
                  </a:lnTo>
                  <a:lnTo>
                    <a:pt x="1122809" y="557429"/>
                  </a:lnTo>
                  <a:close/>
                  <a:moveTo>
                    <a:pt x="1308582" y="479484"/>
                  </a:moveTo>
                  <a:lnTo>
                    <a:pt x="1189320" y="527442"/>
                  </a:lnTo>
                  <a:lnTo>
                    <a:pt x="1240097" y="502087"/>
                  </a:lnTo>
                  <a:close/>
                  <a:moveTo>
                    <a:pt x="1679199" y="1124841"/>
                  </a:moveTo>
                  <a:lnTo>
                    <a:pt x="1686129" y="1039915"/>
                  </a:lnTo>
                  <a:lnTo>
                    <a:pt x="1683210" y="1044183"/>
                  </a:lnTo>
                  <a:close/>
                  <a:moveTo>
                    <a:pt x="1683301" y="1042626"/>
                  </a:moveTo>
                  <a:lnTo>
                    <a:pt x="1683210" y="1044183"/>
                  </a:lnTo>
                  <a:lnTo>
                    <a:pt x="1686129" y="1039915"/>
                  </a:lnTo>
                  <a:close/>
                  <a:moveTo>
                    <a:pt x="1308582" y="479484"/>
                  </a:moveTo>
                  <a:lnTo>
                    <a:pt x="1240097" y="502087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40838" y="480108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81218" y="484766"/>
                  </a:lnTo>
                  <a:lnTo>
                    <a:pt x="1440838" y="480108"/>
                  </a:lnTo>
                  <a:close/>
                  <a:moveTo>
                    <a:pt x="1796106" y="542014"/>
                  </a:moveTo>
                  <a:lnTo>
                    <a:pt x="1691060" y="554678"/>
                  </a:lnTo>
                  <a:lnTo>
                    <a:pt x="1669740" y="563413"/>
                  </a:lnTo>
                  <a:close/>
                  <a:moveTo>
                    <a:pt x="1796106" y="542014"/>
                  </a:moveTo>
                  <a:lnTo>
                    <a:pt x="1669740" y="563413"/>
                  </a:lnTo>
                  <a:lnTo>
                    <a:pt x="1724922" y="554531"/>
                  </a:lnTo>
                  <a:close/>
                  <a:moveTo>
                    <a:pt x="2226981" y="402711"/>
                  </a:moveTo>
                  <a:lnTo>
                    <a:pt x="2228741" y="399332"/>
                  </a:lnTo>
                  <a:lnTo>
                    <a:pt x="2138375" y="414155"/>
                  </a:lnTo>
                  <a:close/>
                  <a:moveTo>
                    <a:pt x="2226981" y="402711"/>
                  </a:moveTo>
                  <a:lnTo>
                    <a:pt x="2138375" y="414155"/>
                  </a:lnTo>
                  <a:lnTo>
                    <a:pt x="2230072" y="404304"/>
                  </a:lnTo>
                  <a:close/>
                  <a:moveTo>
                    <a:pt x="2138375" y="414155"/>
                  </a:moveTo>
                  <a:lnTo>
                    <a:pt x="2170332" y="459603"/>
                  </a:lnTo>
                  <a:lnTo>
                    <a:pt x="2230072" y="404304"/>
                  </a:lnTo>
                  <a:close/>
                  <a:moveTo>
                    <a:pt x="2226981" y="402711"/>
                  </a:moveTo>
                  <a:lnTo>
                    <a:pt x="2232214" y="400932"/>
                  </a:lnTo>
                  <a:lnTo>
                    <a:pt x="2228741" y="399332"/>
                  </a:lnTo>
                  <a:close/>
                  <a:moveTo>
                    <a:pt x="2226981" y="402711"/>
                  </a:moveTo>
                  <a:lnTo>
                    <a:pt x="2230072" y="404304"/>
                  </a:lnTo>
                  <a:lnTo>
                    <a:pt x="2232214" y="400932"/>
                  </a:lnTo>
                  <a:close/>
                  <a:moveTo>
                    <a:pt x="2270454" y="467460"/>
                  </a:moveTo>
                  <a:lnTo>
                    <a:pt x="2232214" y="400932"/>
                  </a:lnTo>
                  <a:lnTo>
                    <a:pt x="2230072" y="404304"/>
                  </a:lnTo>
                  <a:close/>
                  <a:moveTo>
                    <a:pt x="2340528" y="370991"/>
                  </a:moveTo>
                  <a:lnTo>
                    <a:pt x="2232214" y="400932"/>
                  </a:lnTo>
                  <a:lnTo>
                    <a:pt x="2270454" y="467460"/>
                  </a:lnTo>
                  <a:close/>
                  <a:moveTo>
                    <a:pt x="2232214" y="400932"/>
                  </a:moveTo>
                  <a:lnTo>
                    <a:pt x="2340528" y="370991"/>
                  </a:lnTo>
                  <a:lnTo>
                    <a:pt x="2228741" y="399332"/>
                  </a:lnTo>
                  <a:close/>
                  <a:moveTo>
                    <a:pt x="2228741" y="399332"/>
                  </a:moveTo>
                  <a:lnTo>
                    <a:pt x="2342705" y="33156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228741" y="39933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136335" y="318717"/>
                  </a:lnTo>
                  <a:lnTo>
                    <a:pt x="2228741" y="399332"/>
                  </a:lnTo>
                  <a:close/>
                  <a:moveTo>
                    <a:pt x="2163093" y="198066"/>
                  </a:moveTo>
                  <a:lnTo>
                    <a:pt x="2136335" y="318717"/>
                  </a:lnTo>
                  <a:lnTo>
                    <a:pt x="2246031" y="280280"/>
                  </a:lnTo>
                  <a:close/>
                  <a:moveTo>
                    <a:pt x="2338893" y="272229"/>
                  </a:moveTo>
                  <a:lnTo>
                    <a:pt x="2258012" y="277391"/>
                  </a:lnTo>
                  <a:lnTo>
                    <a:pt x="2257899" y="293146"/>
                  </a:lnTo>
                  <a:close/>
                  <a:moveTo>
                    <a:pt x="2237315" y="94033"/>
                  </a:moveTo>
                  <a:lnTo>
                    <a:pt x="2156051" y="99508"/>
                  </a:lnTo>
                  <a:lnTo>
                    <a:pt x="2250245" y="183614"/>
                  </a:lnTo>
                  <a:close/>
                  <a:moveTo>
                    <a:pt x="2156051" y="99508"/>
                  </a:moveTo>
                  <a:lnTo>
                    <a:pt x="2237315" y="94033"/>
                  </a:lnTo>
                  <a:lnTo>
                    <a:pt x="2221695" y="6640"/>
                  </a:lnTo>
                  <a:close/>
                  <a:moveTo>
                    <a:pt x="2237315" y="94033"/>
                  </a:moveTo>
                  <a:lnTo>
                    <a:pt x="2304393" y="0"/>
                  </a:lnTo>
                  <a:lnTo>
                    <a:pt x="2221695" y="664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31" name="Candidate_density__2150">
              <a:extLst>
                <a:ext uri="{FF2B5EF4-FFF2-40B4-BE49-F238E27FC236}">
                  <a16:creationId xmlns:a16="http://schemas.microsoft.com/office/drawing/2014/main" id="{1229EAB9-E9CA-0675-DA4F-2D91CBBB5D85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01918"/>
              <a:ext cx="2304088" cy="1296096"/>
            </a:xfrm>
            <a:custGeom>
              <a:avLst/>
              <a:gdLst/>
              <a:ahLst/>
              <a:cxnLst/>
              <a:rect l="0" t="0" r="0" b="0"/>
              <a:pathLst>
                <a:path w="2304088" h="1296096">
                  <a:moveTo>
                    <a:pt x="363200" y="1272704"/>
                  </a:moveTo>
                  <a:lnTo>
                    <a:pt x="415369" y="1292629"/>
                  </a:lnTo>
                  <a:lnTo>
                    <a:pt x="453838" y="1237097"/>
                  </a:lnTo>
                  <a:close/>
                  <a:moveTo>
                    <a:pt x="453838" y="1237097"/>
                  </a:moveTo>
                  <a:lnTo>
                    <a:pt x="509544" y="1252401"/>
                  </a:lnTo>
                  <a:lnTo>
                    <a:pt x="456968" y="1232961"/>
                  </a:lnTo>
                  <a:close/>
                  <a:moveTo>
                    <a:pt x="298641" y="1002401"/>
                  </a:moveTo>
                  <a:lnTo>
                    <a:pt x="231126" y="996697"/>
                  </a:lnTo>
                  <a:lnTo>
                    <a:pt x="323481" y="1082298"/>
                  </a:lnTo>
                  <a:close/>
                  <a:moveTo>
                    <a:pt x="16790" y="823193"/>
                  </a:moveTo>
                  <a:lnTo>
                    <a:pt x="0" y="854265"/>
                  </a:lnTo>
                  <a:lnTo>
                    <a:pt x="9959" y="855133"/>
                  </a:lnTo>
                  <a:close/>
                  <a:moveTo>
                    <a:pt x="16790" y="823193"/>
                  </a:moveTo>
                  <a:lnTo>
                    <a:pt x="9959" y="855133"/>
                  </a:lnTo>
                  <a:lnTo>
                    <a:pt x="68467" y="895051"/>
                  </a:lnTo>
                  <a:close/>
                  <a:moveTo>
                    <a:pt x="456968" y="1232961"/>
                  </a:moveTo>
                  <a:lnTo>
                    <a:pt x="525718" y="1211348"/>
                  </a:lnTo>
                  <a:lnTo>
                    <a:pt x="564812" y="1142311"/>
                  </a:lnTo>
                  <a:close/>
                  <a:moveTo>
                    <a:pt x="157986" y="655790"/>
                  </a:moveTo>
                  <a:lnTo>
                    <a:pt x="144887" y="620326"/>
                  </a:lnTo>
                  <a:lnTo>
                    <a:pt x="155684" y="702541"/>
                  </a:lnTo>
                  <a:close/>
                  <a:moveTo>
                    <a:pt x="356867" y="1055156"/>
                  </a:moveTo>
                  <a:lnTo>
                    <a:pt x="338042" y="1031401"/>
                  </a:lnTo>
                  <a:lnTo>
                    <a:pt x="249795" y="981520"/>
                  </a:lnTo>
                  <a:close/>
                  <a:moveTo>
                    <a:pt x="767347" y="963811"/>
                  </a:moveTo>
                  <a:lnTo>
                    <a:pt x="772396" y="930714"/>
                  </a:lnTo>
                  <a:lnTo>
                    <a:pt x="703970" y="953539"/>
                  </a:lnTo>
                  <a:close/>
                  <a:moveTo>
                    <a:pt x="418755" y="564974"/>
                  </a:moveTo>
                  <a:lnTo>
                    <a:pt x="400478" y="543453"/>
                  </a:lnTo>
                  <a:lnTo>
                    <a:pt x="317630" y="486502"/>
                  </a:lnTo>
                  <a:close/>
                  <a:moveTo>
                    <a:pt x="708735" y="850778"/>
                  </a:moveTo>
                  <a:lnTo>
                    <a:pt x="737256" y="799329"/>
                  </a:lnTo>
                  <a:lnTo>
                    <a:pt x="712180" y="751662"/>
                  </a:lnTo>
                  <a:close/>
                  <a:moveTo>
                    <a:pt x="650322" y="587231"/>
                  </a:moveTo>
                  <a:lnTo>
                    <a:pt x="656396" y="593052"/>
                  </a:lnTo>
                  <a:lnTo>
                    <a:pt x="659686" y="572764"/>
                  </a:lnTo>
                  <a:close/>
                  <a:moveTo>
                    <a:pt x="669759" y="610423"/>
                  </a:moveTo>
                  <a:lnTo>
                    <a:pt x="656396" y="593052"/>
                  </a:lnTo>
                  <a:lnTo>
                    <a:pt x="650322" y="587231"/>
                  </a:lnTo>
                  <a:close/>
                  <a:moveTo>
                    <a:pt x="400478" y="543453"/>
                  </a:moveTo>
                  <a:lnTo>
                    <a:pt x="461702" y="605054"/>
                  </a:lnTo>
                  <a:lnTo>
                    <a:pt x="427876" y="505016"/>
                  </a:lnTo>
                  <a:close/>
                  <a:moveTo>
                    <a:pt x="1225804" y="1296096"/>
                  </a:moveTo>
                  <a:lnTo>
                    <a:pt x="1349094" y="1263196"/>
                  </a:lnTo>
                  <a:lnTo>
                    <a:pt x="1278047" y="1276222"/>
                  </a:lnTo>
                  <a:close/>
                  <a:moveTo>
                    <a:pt x="650322" y="587231"/>
                  </a:moveTo>
                  <a:lnTo>
                    <a:pt x="623375" y="559305"/>
                  </a:lnTo>
                  <a:lnTo>
                    <a:pt x="669759" y="610423"/>
                  </a:lnTo>
                  <a:close/>
                  <a:moveTo>
                    <a:pt x="661900" y="488486"/>
                  </a:moveTo>
                  <a:lnTo>
                    <a:pt x="650322" y="587231"/>
                  </a:lnTo>
                  <a:lnTo>
                    <a:pt x="659686" y="572764"/>
                  </a:lnTo>
                  <a:close/>
                  <a:moveTo>
                    <a:pt x="623375" y="559305"/>
                  </a:moveTo>
                  <a:lnTo>
                    <a:pt x="650322" y="587231"/>
                  </a:lnTo>
                  <a:lnTo>
                    <a:pt x="661900" y="488486"/>
                  </a:lnTo>
                  <a:close/>
                  <a:moveTo>
                    <a:pt x="1366995" y="1124300"/>
                  </a:moveTo>
                  <a:lnTo>
                    <a:pt x="1366780" y="1179812"/>
                  </a:lnTo>
                  <a:lnTo>
                    <a:pt x="1367074" y="1206516"/>
                  </a:lnTo>
                  <a:close/>
                  <a:moveTo>
                    <a:pt x="1434974" y="1090430"/>
                  </a:moveTo>
                  <a:lnTo>
                    <a:pt x="1366780" y="1179812"/>
                  </a:lnTo>
                  <a:lnTo>
                    <a:pt x="1366995" y="1124300"/>
                  </a:lnTo>
                  <a:close/>
                  <a:moveTo>
                    <a:pt x="1240502" y="920645"/>
                  </a:moveTo>
                  <a:lnTo>
                    <a:pt x="1222683" y="921434"/>
                  </a:lnTo>
                  <a:lnTo>
                    <a:pt x="1160042" y="926426"/>
                  </a:lnTo>
                  <a:close/>
                  <a:moveTo>
                    <a:pt x="1160042" y="926426"/>
                  </a:moveTo>
                  <a:lnTo>
                    <a:pt x="1105525" y="870655"/>
                  </a:lnTo>
                  <a:lnTo>
                    <a:pt x="1240502" y="920645"/>
                  </a:lnTo>
                  <a:close/>
                  <a:moveTo>
                    <a:pt x="1415021" y="1079284"/>
                  </a:moveTo>
                  <a:lnTo>
                    <a:pt x="1449277" y="1073244"/>
                  </a:lnTo>
                  <a:lnTo>
                    <a:pt x="1468090" y="1047428"/>
                  </a:lnTo>
                  <a:close/>
                  <a:moveTo>
                    <a:pt x="1502110" y="1047428"/>
                  </a:moveTo>
                  <a:lnTo>
                    <a:pt x="1449277" y="1073244"/>
                  </a:lnTo>
                  <a:lnTo>
                    <a:pt x="1434974" y="1090430"/>
                  </a:lnTo>
                  <a:close/>
                  <a:moveTo>
                    <a:pt x="1449277" y="1073244"/>
                  </a:moveTo>
                  <a:lnTo>
                    <a:pt x="1502110" y="1047428"/>
                  </a:lnTo>
                  <a:lnTo>
                    <a:pt x="1478119" y="1036540"/>
                  </a:lnTo>
                  <a:close/>
                  <a:moveTo>
                    <a:pt x="1468090" y="1047428"/>
                  </a:moveTo>
                  <a:lnTo>
                    <a:pt x="1449277" y="1073244"/>
                  </a:lnTo>
                  <a:lnTo>
                    <a:pt x="1478119" y="1036540"/>
                  </a:lnTo>
                  <a:close/>
                  <a:moveTo>
                    <a:pt x="1502110" y="1047428"/>
                  </a:moveTo>
                  <a:lnTo>
                    <a:pt x="1599067" y="1112152"/>
                  </a:lnTo>
                  <a:lnTo>
                    <a:pt x="1568680" y="1036763"/>
                  </a:lnTo>
                  <a:close/>
                  <a:moveTo>
                    <a:pt x="1568680" y="1036763"/>
                  </a:moveTo>
                  <a:lnTo>
                    <a:pt x="1584760" y="1129643"/>
                  </a:lnTo>
                  <a:lnTo>
                    <a:pt x="1587640" y="1047428"/>
                  </a:lnTo>
                  <a:close/>
                  <a:moveTo>
                    <a:pt x="1568680" y="1036763"/>
                  </a:moveTo>
                  <a:lnTo>
                    <a:pt x="1587640" y="1047428"/>
                  </a:lnTo>
                  <a:lnTo>
                    <a:pt x="1637130" y="941614"/>
                  </a:lnTo>
                  <a:close/>
                  <a:moveTo>
                    <a:pt x="1559353" y="944254"/>
                  </a:moveTo>
                  <a:lnTo>
                    <a:pt x="1568680" y="1036763"/>
                  </a:lnTo>
                  <a:lnTo>
                    <a:pt x="1637130" y="941614"/>
                  </a:lnTo>
                  <a:close/>
                  <a:moveTo>
                    <a:pt x="1249378" y="614112"/>
                  </a:moveTo>
                  <a:lnTo>
                    <a:pt x="1295827" y="680131"/>
                  </a:lnTo>
                  <a:lnTo>
                    <a:pt x="1346583" y="695771"/>
                  </a:lnTo>
                  <a:close/>
                  <a:moveTo>
                    <a:pt x="1249378" y="614112"/>
                  </a:moveTo>
                  <a:lnTo>
                    <a:pt x="1245142" y="517464"/>
                  </a:lnTo>
                  <a:lnTo>
                    <a:pt x="1239262" y="597916"/>
                  </a:lnTo>
                  <a:close/>
                  <a:moveTo>
                    <a:pt x="1654429" y="827459"/>
                  </a:moveTo>
                  <a:lnTo>
                    <a:pt x="1570900" y="844561"/>
                  </a:lnTo>
                  <a:lnTo>
                    <a:pt x="1550600" y="813670"/>
                  </a:lnTo>
                  <a:close/>
                  <a:moveTo>
                    <a:pt x="1609633" y="540525"/>
                  </a:moveTo>
                  <a:lnTo>
                    <a:pt x="1613047" y="521043"/>
                  </a:lnTo>
                  <a:lnTo>
                    <a:pt x="1582336" y="501924"/>
                  </a:lnTo>
                  <a:close/>
                  <a:moveTo>
                    <a:pt x="1916348" y="323518"/>
                  </a:moveTo>
                  <a:lnTo>
                    <a:pt x="1884403" y="364926"/>
                  </a:lnTo>
                  <a:lnTo>
                    <a:pt x="1933514" y="333341"/>
                  </a:lnTo>
                  <a:close/>
                  <a:moveTo>
                    <a:pt x="1870637" y="361954"/>
                  </a:moveTo>
                  <a:lnTo>
                    <a:pt x="1916348" y="323518"/>
                  </a:lnTo>
                  <a:lnTo>
                    <a:pt x="1805576" y="348861"/>
                  </a:lnTo>
                  <a:close/>
                  <a:moveTo>
                    <a:pt x="1933514" y="333341"/>
                  </a:moveTo>
                  <a:lnTo>
                    <a:pt x="1884403" y="364926"/>
                  </a:lnTo>
                  <a:lnTo>
                    <a:pt x="2012359" y="349471"/>
                  </a:lnTo>
                  <a:close/>
                  <a:moveTo>
                    <a:pt x="2012359" y="349471"/>
                  </a:moveTo>
                  <a:lnTo>
                    <a:pt x="2060283" y="313445"/>
                  </a:lnTo>
                  <a:lnTo>
                    <a:pt x="1933514" y="333341"/>
                  </a:lnTo>
                  <a:close/>
                  <a:moveTo>
                    <a:pt x="2012359" y="349471"/>
                  </a:moveTo>
                  <a:lnTo>
                    <a:pt x="2094094" y="376406"/>
                  </a:lnTo>
                  <a:lnTo>
                    <a:pt x="2142901" y="343686"/>
                  </a:lnTo>
                  <a:close/>
                  <a:moveTo>
                    <a:pt x="2060283" y="313445"/>
                  </a:moveTo>
                  <a:lnTo>
                    <a:pt x="2012359" y="349471"/>
                  </a:lnTo>
                  <a:lnTo>
                    <a:pt x="2142901" y="343686"/>
                  </a:lnTo>
                  <a:close/>
                  <a:moveTo>
                    <a:pt x="2246240" y="248918"/>
                  </a:moveTo>
                  <a:lnTo>
                    <a:pt x="2142901" y="343686"/>
                  </a:lnTo>
                  <a:lnTo>
                    <a:pt x="2218271" y="346823"/>
                  </a:lnTo>
                  <a:close/>
                  <a:moveTo>
                    <a:pt x="2246240" y="248918"/>
                  </a:moveTo>
                  <a:lnTo>
                    <a:pt x="2289224" y="274565"/>
                  </a:lnTo>
                  <a:lnTo>
                    <a:pt x="2244375" y="229220"/>
                  </a:lnTo>
                  <a:close/>
                  <a:moveTo>
                    <a:pt x="1997662" y="38437"/>
                  </a:moveTo>
                  <a:lnTo>
                    <a:pt x="2037692" y="0"/>
                  </a:lnTo>
                  <a:lnTo>
                    <a:pt x="1985825" y="35059"/>
                  </a:lnTo>
                  <a:close/>
                  <a:moveTo>
                    <a:pt x="2304088" y="162389"/>
                  </a:moveTo>
                  <a:lnTo>
                    <a:pt x="2244375" y="229220"/>
                  </a:lnTo>
                  <a:lnTo>
                    <a:pt x="2303005" y="169769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32" name="Candidate_density__2151">
              <a:extLst>
                <a:ext uri="{FF2B5EF4-FFF2-40B4-BE49-F238E27FC236}">
                  <a16:creationId xmlns:a16="http://schemas.microsoft.com/office/drawing/2014/main" id="{88808B17-9F4E-6729-08CC-B62B5BE5DF20}"/>
                </a:ext>
              </a:extLst>
            </p:cNvPr>
            <p:cNvSpPr>
              <a:spLocks noGrp="1"/>
            </p:cNvSpPr>
            <p:nvPr/>
          </p:nvSpPr>
          <p:spPr>
            <a:xfrm>
              <a:off x="3594343" y="1980544"/>
              <a:ext cx="2380207" cy="1517470"/>
            </a:xfrm>
            <a:custGeom>
              <a:avLst/>
              <a:gdLst/>
              <a:ahLst/>
              <a:cxnLst/>
              <a:rect l="0" t="0" r="0" b="0"/>
              <a:pathLst>
                <a:path w="2380207" h="1517470">
                  <a:moveTo>
                    <a:pt x="428237" y="1494079"/>
                  </a:moveTo>
                  <a:lnTo>
                    <a:pt x="518875" y="1458472"/>
                  </a:lnTo>
                  <a:lnTo>
                    <a:pt x="392900" y="1465492"/>
                  </a:lnTo>
                  <a:close/>
                  <a:moveTo>
                    <a:pt x="392900" y="1465492"/>
                  </a:moveTo>
                  <a:lnTo>
                    <a:pt x="518875" y="1458472"/>
                  </a:lnTo>
                  <a:lnTo>
                    <a:pt x="522005" y="1454336"/>
                  </a:lnTo>
                  <a:close/>
                  <a:moveTo>
                    <a:pt x="277377" y="1312228"/>
                  </a:moveTo>
                  <a:lnTo>
                    <a:pt x="296162" y="1218072"/>
                  </a:lnTo>
                  <a:lnTo>
                    <a:pt x="196015" y="1247434"/>
                  </a:lnTo>
                  <a:close/>
                  <a:moveTo>
                    <a:pt x="196015" y="1247434"/>
                  </a:moveTo>
                  <a:lnTo>
                    <a:pt x="296162" y="1218072"/>
                  </a:lnTo>
                  <a:lnTo>
                    <a:pt x="246535" y="1196917"/>
                  </a:lnTo>
                  <a:close/>
                  <a:moveTo>
                    <a:pt x="0" y="1000788"/>
                  </a:moveTo>
                  <a:lnTo>
                    <a:pt x="65037" y="1075639"/>
                  </a:lnTo>
                  <a:lnTo>
                    <a:pt x="81826" y="1044567"/>
                  </a:lnTo>
                  <a:close/>
                  <a:moveTo>
                    <a:pt x="554223" y="1359589"/>
                  </a:moveTo>
                  <a:lnTo>
                    <a:pt x="522005" y="1454336"/>
                  </a:lnTo>
                  <a:lnTo>
                    <a:pt x="629849" y="1363686"/>
                  </a:lnTo>
                  <a:close/>
                  <a:moveTo>
                    <a:pt x="629849" y="1363686"/>
                  </a:moveTo>
                  <a:lnTo>
                    <a:pt x="590755" y="1432723"/>
                  </a:lnTo>
                  <a:lnTo>
                    <a:pt x="711754" y="1391257"/>
                  </a:lnTo>
                  <a:close/>
                  <a:moveTo>
                    <a:pt x="480111" y="1189709"/>
                  </a:moveTo>
                  <a:lnTo>
                    <a:pt x="419613" y="1291212"/>
                  </a:lnTo>
                  <a:lnTo>
                    <a:pt x="421904" y="1276530"/>
                  </a:lnTo>
                  <a:close/>
                  <a:moveTo>
                    <a:pt x="738885" y="1300700"/>
                  </a:moveTo>
                  <a:lnTo>
                    <a:pt x="711754" y="1391257"/>
                  </a:lnTo>
                  <a:lnTo>
                    <a:pt x="809648" y="1296554"/>
                  </a:lnTo>
                  <a:close/>
                  <a:moveTo>
                    <a:pt x="651845" y="1310869"/>
                  </a:moveTo>
                  <a:lnTo>
                    <a:pt x="554223" y="135958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567875" y="1318543"/>
                  </a:lnTo>
                  <a:lnTo>
                    <a:pt x="554223" y="1359589"/>
                  </a:lnTo>
                  <a:close/>
                  <a:moveTo>
                    <a:pt x="663231" y="1273296"/>
                  </a:moveTo>
                  <a:lnTo>
                    <a:pt x="583060" y="1214339"/>
                  </a:lnTo>
                  <a:lnTo>
                    <a:pt x="651845" y="1310869"/>
                  </a:lnTo>
                  <a:close/>
                  <a:moveTo>
                    <a:pt x="738885" y="1300700"/>
                  </a:moveTo>
                  <a:lnTo>
                    <a:pt x="629849" y="1363686"/>
                  </a:lnTo>
                  <a:lnTo>
                    <a:pt x="711754" y="1391257"/>
                  </a:lnTo>
                  <a:close/>
                  <a:moveTo>
                    <a:pt x="738885" y="1300700"/>
                  </a:moveTo>
                  <a:lnTo>
                    <a:pt x="651845" y="131086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738885" y="130070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742115" y="128957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809648" y="1296554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742115" y="1289570"/>
                  </a:lnTo>
                  <a:lnTo>
                    <a:pt x="819903" y="1295425"/>
                  </a:lnTo>
                  <a:close/>
                  <a:moveTo>
                    <a:pt x="832384" y="1185186"/>
                  </a:moveTo>
                  <a:lnTo>
                    <a:pt x="769097" y="1176045"/>
                  </a:lnTo>
                  <a:lnTo>
                    <a:pt x="819903" y="1295425"/>
                  </a:lnTo>
                  <a:close/>
                  <a:moveTo>
                    <a:pt x="769097" y="1176045"/>
                  </a:moveTo>
                  <a:lnTo>
                    <a:pt x="663231" y="1273296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832384" y="1185186"/>
                  </a:lnTo>
                  <a:lnTo>
                    <a:pt x="769007" y="1174914"/>
                  </a:lnTo>
                  <a:close/>
                  <a:moveTo>
                    <a:pt x="465515" y="764828"/>
                  </a:moveTo>
                  <a:lnTo>
                    <a:pt x="483792" y="786348"/>
                  </a:lnTo>
                  <a:lnTo>
                    <a:pt x="526739" y="826429"/>
                  </a:lnTo>
                  <a:close/>
                  <a:moveTo>
                    <a:pt x="696948" y="1093688"/>
                  </a:moveTo>
                  <a:lnTo>
                    <a:pt x="773772" y="1072152"/>
                  </a:lnTo>
                  <a:lnTo>
                    <a:pt x="774895" y="981724"/>
                  </a:lnTo>
                  <a:close/>
                  <a:moveTo>
                    <a:pt x="662649" y="1055916"/>
                  </a:moveTo>
                  <a:lnTo>
                    <a:pt x="696948" y="1093688"/>
                  </a:lnTo>
                  <a:lnTo>
                    <a:pt x="774895" y="981724"/>
                  </a:lnTo>
                  <a:close/>
                  <a:moveTo>
                    <a:pt x="843907" y="1075725"/>
                  </a:moveTo>
                  <a:lnTo>
                    <a:pt x="769007" y="1174914"/>
                  </a:lnTo>
                  <a:lnTo>
                    <a:pt x="837433" y="1152088"/>
                  </a:lnTo>
                  <a:close/>
                  <a:moveTo>
                    <a:pt x="843907" y="1075725"/>
                  </a:moveTo>
                  <a:lnTo>
                    <a:pt x="773772" y="1072152"/>
                  </a:lnTo>
                  <a:lnTo>
                    <a:pt x="769007" y="1174914"/>
                  </a:lnTo>
                  <a:close/>
                  <a:moveTo>
                    <a:pt x="843907" y="1075725"/>
                  </a:moveTo>
                  <a:lnTo>
                    <a:pt x="802292" y="1020703"/>
                  </a:lnTo>
                  <a:lnTo>
                    <a:pt x="773772" y="1072152"/>
                  </a:lnTo>
                  <a:close/>
                  <a:moveTo>
                    <a:pt x="526739" y="826429"/>
                  </a:moveTo>
                  <a:lnTo>
                    <a:pt x="548508" y="847043"/>
                  </a:lnTo>
                  <a:lnTo>
                    <a:pt x="571484" y="815148"/>
                  </a:lnTo>
                  <a:close/>
                  <a:moveTo>
                    <a:pt x="1246332" y="1466327"/>
                  </a:moveTo>
                  <a:lnTo>
                    <a:pt x="1252756" y="1486168"/>
                  </a:lnTo>
                  <a:lnTo>
                    <a:pt x="1290840" y="1517470"/>
                  </a:lnTo>
                  <a:close/>
                  <a:moveTo>
                    <a:pt x="1281453" y="1427890"/>
                  </a:moveTo>
                  <a:lnTo>
                    <a:pt x="1290840" y="1517470"/>
                  </a:lnTo>
                  <a:lnTo>
                    <a:pt x="1343084" y="1497596"/>
                  </a:lnTo>
                  <a:close/>
                  <a:moveTo>
                    <a:pt x="661256" y="702665"/>
                  </a:moveTo>
                  <a:lnTo>
                    <a:pt x="688411" y="780680"/>
                  </a:lnTo>
                  <a:lnTo>
                    <a:pt x="726936" y="709860"/>
                  </a:lnTo>
                  <a:close/>
                  <a:moveTo>
                    <a:pt x="1170562" y="1092029"/>
                  </a:moveTo>
                  <a:lnTo>
                    <a:pt x="1184966" y="1099029"/>
                  </a:lnTo>
                  <a:lnTo>
                    <a:pt x="1305538" y="1142020"/>
                  </a:lnTo>
                  <a:close/>
                  <a:moveTo>
                    <a:pt x="1305538" y="1142020"/>
                  </a:moveTo>
                  <a:lnTo>
                    <a:pt x="1323952" y="1027918"/>
                  </a:lnTo>
                  <a:lnTo>
                    <a:pt x="1287720" y="1142809"/>
                  </a:lnTo>
                  <a:close/>
                  <a:moveTo>
                    <a:pt x="1287720" y="1142809"/>
                  </a:moveTo>
                  <a:lnTo>
                    <a:pt x="1323952" y="1027918"/>
                  </a:lnTo>
                  <a:lnTo>
                    <a:pt x="1312570" y="1022157"/>
                  </a:lnTo>
                  <a:close/>
                  <a:moveTo>
                    <a:pt x="1323952" y="1027918"/>
                  </a:moveTo>
                  <a:lnTo>
                    <a:pt x="1305538" y="1142020"/>
                  </a:lnTo>
                  <a:lnTo>
                    <a:pt x="1342832" y="1022157"/>
                  </a:lnTo>
                  <a:close/>
                  <a:moveTo>
                    <a:pt x="1323952" y="1027918"/>
                  </a:moveTo>
                  <a:lnTo>
                    <a:pt x="1342832" y="1022157"/>
                  </a:lnTo>
                  <a:lnTo>
                    <a:pt x="1328173" y="1011445"/>
                  </a:lnTo>
                  <a:close/>
                  <a:moveTo>
                    <a:pt x="1312570" y="1022157"/>
                  </a:moveTo>
                  <a:lnTo>
                    <a:pt x="1323952" y="1027918"/>
                  </a:lnTo>
                  <a:lnTo>
                    <a:pt x="1328173" y="1011445"/>
                  </a:lnTo>
                  <a:close/>
                  <a:moveTo>
                    <a:pt x="1633717" y="1258138"/>
                  </a:moveTo>
                  <a:lnTo>
                    <a:pt x="1543156" y="1257914"/>
                  </a:lnTo>
                  <a:lnTo>
                    <a:pt x="1567147" y="1268802"/>
                  </a:lnTo>
                  <a:close/>
                  <a:moveTo>
                    <a:pt x="1546990" y="1167960"/>
                  </a:moveTo>
                  <a:lnTo>
                    <a:pt x="1543156" y="1257914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546990" y="1167960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630119" y="1089197"/>
                  </a:lnTo>
                  <a:lnTo>
                    <a:pt x="1546990" y="1167960"/>
                  </a:lnTo>
                  <a:close/>
                  <a:moveTo>
                    <a:pt x="1342832" y="1022157"/>
                  </a:moveTo>
                  <a:lnTo>
                    <a:pt x="1384388" y="1104372"/>
                  </a:lnTo>
                  <a:lnTo>
                    <a:pt x="1447327" y="1088300"/>
                  </a:lnTo>
                  <a:close/>
                  <a:moveTo>
                    <a:pt x="1411620" y="917145"/>
                  </a:moveTo>
                  <a:lnTo>
                    <a:pt x="1360863" y="901505"/>
                  </a:lnTo>
                  <a:lnTo>
                    <a:pt x="1328173" y="1011445"/>
                  </a:lnTo>
                  <a:close/>
                  <a:moveTo>
                    <a:pt x="1404106" y="823163"/>
                  </a:moveTo>
                  <a:lnTo>
                    <a:pt x="1310179" y="738838"/>
                  </a:lnTo>
                  <a:lnTo>
                    <a:pt x="1314415" y="835487"/>
                  </a:lnTo>
                  <a:close/>
                  <a:moveTo>
                    <a:pt x="1310179" y="738838"/>
                  </a:moveTo>
                  <a:lnTo>
                    <a:pt x="1298039" y="737075"/>
                  </a:lnTo>
                  <a:lnTo>
                    <a:pt x="1304299" y="819291"/>
                  </a:lnTo>
                  <a:close/>
                  <a:moveTo>
                    <a:pt x="1603923" y="1121675"/>
                  </a:moveTo>
                  <a:lnTo>
                    <a:pt x="1630119" y="1089197"/>
                  </a:lnTo>
                  <a:lnTo>
                    <a:pt x="1657813" y="1138455"/>
                  </a:lnTo>
                  <a:close/>
                  <a:moveTo>
                    <a:pt x="1630119" y="1089197"/>
                  </a:moveTo>
                  <a:lnTo>
                    <a:pt x="1635937" y="1065936"/>
                  </a:lnTo>
                  <a:lnTo>
                    <a:pt x="1657813" y="1138455"/>
                  </a:lnTo>
                  <a:close/>
                  <a:moveTo>
                    <a:pt x="1649694" y="945284"/>
                  </a:moveTo>
                  <a:lnTo>
                    <a:pt x="1630739" y="983720"/>
                  </a:lnTo>
                  <a:lnTo>
                    <a:pt x="1719466" y="1048833"/>
                  </a:lnTo>
                  <a:close/>
                  <a:moveTo>
                    <a:pt x="1615636" y="1035045"/>
                  </a:moveTo>
                  <a:lnTo>
                    <a:pt x="1649603" y="946840"/>
                  </a:lnTo>
                  <a:lnTo>
                    <a:pt x="1719466" y="1048833"/>
                  </a:lnTo>
                  <a:close/>
                  <a:moveTo>
                    <a:pt x="1506245" y="800717"/>
                  </a:moveTo>
                  <a:lnTo>
                    <a:pt x="1590977" y="792424"/>
                  </a:lnTo>
                  <a:lnTo>
                    <a:pt x="1519507" y="739088"/>
                  </a:lnTo>
                  <a:close/>
                  <a:moveTo>
                    <a:pt x="1590977" y="792424"/>
                  </a:moveTo>
                  <a:lnTo>
                    <a:pt x="1599610" y="759923"/>
                  </a:lnTo>
                  <a:lnTo>
                    <a:pt x="1519507" y="739088"/>
                  </a:lnTo>
                  <a:close/>
                  <a:moveTo>
                    <a:pt x="1436163" y="706137"/>
                  </a:moveTo>
                  <a:lnTo>
                    <a:pt x="1553869" y="660202"/>
                  </a:lnTo>
                  <a:lnTo>
                    <a:pt x="1438095" y="695437"/>
                  </a:lnTo>
                  <a:close/>
                  <a:moveTo>
                    <a:pt x="1556497" y="662187"/>
                  </a:moveTo>
                  <a:lnTo>
                    <a:pt x="1553869" y="660202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56497" y="662187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99610" y="759923"/>
                  </a:lnTo>
                  <a:lnTo>
                    <a:pt x="1647373" y="723298"/>
                  </a:lnTo>
                  <a:close/>
                  <a:moveTo>
                    <a:pt x="1556497" y="662187"/>
                  </a:moveTo>
                  <a:lnTo>
                    <a:pt x="1519507" y="739088"/>
                  </a:lnTo>
                  <a:lnTo>
                    <a:pt x="1647373" y="723298"/>
                  </a:lnTo>
                  <a:close/>
                  <a:moveTo>
                    <a:pt x="1647373" y="723298"/>
                  </a:moveTo>
                  <a:lnTo>
                    <a:pt x="1678084" y="742418"/>
                  </a:lnTo>
                  <a:lnTo>
                    <a:pt x="1664195" y="732899"/>
                  </a:lnTo>
                  <a:close/>
                  <a:moveTo>
                    <a:pt x="1843769" y="583329"/>
                  </a:moveTo>
                  <a:lnTo>
                    <a:pt x="1864286" y="591320"/>
                  </a:lnTo>
                  <a:lnTo>
                    <a:pt x="1870612" y="570235"/>
                  </a:lnTo>
                  <a:close/>
                  <a:moveTo>
                    <a:pt x="1981384" y="544893"/>
                  </a:moveTo>
                  <a:lnTo>
                    <a:pt x="1907804" y="494085"/>
                  </a:lnTo>
                  <a:lnTo>
                    <a:pt x="1870612" y="570235"/>
                  </a:lnTo>
                  <a:close/>
                  <a:moveTo>
                    <a:pt x="2311277" y="470293"/>
                  </a:moveTo>
                  <a:lnTo>
                    <a:pt x="2238367" y="468974"/>
                  </a:lnTo>
                  <a:lnTo>
                    <a:pt x="2207938" y="565060"/>
                  </a:lnTo>
                  <a:close/>
                  <a:moveTo>
                    <a:pt x="2311277" y="470293"/>
                  </a:moveTo>
                  <a:lnTo>
                    <a:pt x="2309412" y="450595"/>
                  </a:lnTo>
                  <a:lnTo>
                    <a:pt x="2238395" y="463733"/>
                  </a:lnTo>
                  <a:close/>
                  <a:moveTo>
                    <a:pt x="2000603" y="240812"/>
                  </a:moveTo>
                  <a:lnTo>
                    <a:pt x="2053622" y="266754"/>
                  </a:lnTo>
                  <a:lnTo>
                    <a:pt x="2038934" y="259811"/>
                  </a:lnTo>
                  <a:close/>
                  <a:moveTo>
                    <a:pt x="2062698" y="259811"/>
                  </a:moveTo>
                  <a:lnTo>
                    <a:pt x="2195135" y="301989"/>
                  </a:lnTo>
                  <a:lnTo>
                    <a:pt x="2102728" y="221375"/>
                  </a:lnTo>
                  <a:close/>
                  <a:moveTo>
                    <a:pt x="2062698" y="259811"/>
                  </a:moveTo>
                  <a:lnTo>
                    <a:pt x="2053622" y="266754"/>
                  </a:lnTo>
                  <a:lnTo>
                    <a:pt x="2104768" y="316813"/>
                  </a:lnTo>
                  <a:close/>
                  <a:moveTo>
                    <a:pt x="2012859" y="177808"/>
                  </a:moveTo>
                  <a:lnTo>
                    <a:pt x="2038934" y="259811"/>
                  </a:lnTo>
                  <a:lnTo>
                    <a:pt x="2050861" y="256434"/>
                  </a:lnTo>
                  <a:close/>
                  <a:moveTo>
                    <a:pt x="2102728" y="221375"/>
                  </a:moveTo>
                  <a:lnTo>
                    <a:pt x="2097834" y="216855"/>
                  </a:lnTo>
                  <a:lnTo>
                    <a:pt x="2050861" y="256434"/>
                  </a:lnTo>
                  <a:close/>
                  <a:moveTo>
                    <a:pt x="2304586" y="375640"/>
                  </a:moveTo>
                  <a:lnTo>
                    <a:pt x="2238395" y="463733"/>
                  </a:lnTo>
                  <a:lnTo>
                    <a:pt x="2309412" y="450595"/>
                  </a:lnTo>
                  <a:close/>
                  <a:moveTo>
                    <a:pt x="2369124" y="383764"/>
                  </a:moveTo>
                  <a:lnTo>
                    <a:pt x="2304586" y="375640"/>
                  </a:lnTo>
                  <a:lnTo>
                    <a:pt x="2309412" y="450595"/>
                  </a:lnTo>
                  <a:close/>
                  <a:moveTo>
                    <a:pt x="2304586" y="375640"/>
                  </a:moveTo>
                  <a:lnTo>
                    <a:pt x="2369124" y="383764"/>
                  </a:lnTo>
                  <a:lnTo>
                    <a:pt x="2380207" y="274661"/>
                  </a:lnTo>
                  <a:close/>
                  <a:moveTo>
                    <a:pt x="2304586" y="375640"/>
                  </a:moveTo>
                  <a:lnTo>
                    <a:pt x="2380207" y="274661"/>
                  </a:lnTo>
                  <a:lnTo>
                    <a:pt x="2306921" y="273649"/>
                  </a:lnTo>
                  <a:close/>
                  <a:moveTo>
                    <a:pt x="2380207" y="274661"/>
                  </a:moveTo>
                  <a:lnTo>
                    <a:pt x="2370597" y="185498"/>
                  </a:lnTo>
                  <a:lnTo>
                    <a:pt x="2309098" y="234219"/>
                  </a:lnTo>
                  <a:close/>
                  <a:moveTo>
                    <a:pt x="2216638" y="86272"/>
                  </a:moveTo>
                  <a:lnTo>
                    <a:pt x="2280747" y="94744"/>
                  </a:lnTo>
                  <a:lnTo>
                    <a:pt x="227416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33" name="Candidate_density__2152">
              <a:extLst>
                <a:ext uri="{FF2B5EF4-FFF2-40B4-BE49-F238E27FC236}">
                  <a16:creationId xmlns:a16="http://schemas.microsoft.com/office/drawing/2014/main" id="{1468854F-59BF-CC2F-42CF-D8DE53FC700B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413814" cy="1614813"/>
            </a:xfrm>
            <a:custGeom>
              <a:avLst/>
              <a:gdLst/>
              <a:ahLst/>
              <a:cxnLst/>
              <a:rect l="0" t="0" r="0" b="0"/>
              <a:pathLst>
                <a:path w="2413814" h="1614813">
                  <a:moveTo>
                    <a:pt x="426507" y="1562834"/>
                  </a:moveTo>
                  <a:lnTo>
                    <a:pt x="555612" y="1551678"/>
                  </a:lnTo>
                  <a:lnTo>
                    <a:pt x="459705" y="1471757"/>
                  </a:lnTo>
                  <a:close/>
                  <a:moveTo>
                    <a:pt x="329769" y="1315414"/>
                  </a:moveTo>
                  <a:lnTo>
                    <a:pt x="310983" y="1409570"/>
                  </a:lnTo>
                  <a:lnTo>
                    <a:pt x="422125" y="1401015"/>
                  </a:lnTo>
                  <a:close/>
                  <a:moveTo>
                    <a:pt x="65334" y="1059694"/>
                  </a:moveTo>
                  <a:lnTo>
                    <a:pt x="33607" y="1098131"/>
                  </a:lnTo>
                  <a:lnTo>
                    <a:pt x="115433" y="1141909"/>
                  </a:lnTo>
                  <a:close/>
                  <a:moveTo>
                    <a:pt x="65334" y="1059694"/>
                  </a:moveTo>
                  <a:lnTo>
                    <a:pt x="0" y="1015916"/>
                  </a:lnTo>
                  <a:lnTo>
                    <a:pt x="33607" y="1098131"/>
                  </a:lnTo>
                  <a:close/>
                  <a:moveTo>
                    <a:pt x="587829" y="1456931"/>
                  </a:moveTo>
                  <a:lnTo>
                    <a:pt x="533196" y="1432333"/>
                  </a:lnTo>
                  <a:lnTo>
                    <a:pt x="459705" y="1471757"/>
                  </a:lnTo>
                  <a:close/>
                  <a:moveTo>
                    <a:pt x="555612" y="1551678"/>
                  </a:moveTo>
                  <a:lnTo>
                    <a:pt x="587829" y="1456931"/>
                  </a:lnTo>
                  <a:lnTo>
                    <a:pt x="459705" y="1471757"/>
                  </a:lnTo>
                  <a:close/>
                  <a:moveTo>
                    <a:pt x="329322" y="1047728"/>
                  </a:moveTo>
                  <a:lnTo>
                    <a:pt x="304812" y="1035427"/>
                  </a:lnTo>
                  <a:lnTo>
                    <a:pt x="254327" y="1021258"/>
                  </a:lnTo>
                  <a:close/>
                  <a:moveTo>
                    <a:pt x="465551" y="1065433"/>
                  </a:moveTo>
                  <a:lnTo>
                    <a:pt x="378007" y="1021258"/>
                  </a:lnTo>
                  <a:lnTo>
                    <a:pt x="383719" y="1035909"/>
                  </a:lnTo>
                  <a:close/>
                  <a:moveTo>
                    <a:pt x="383719" y="1035909"/>
                  </a:moveTo>
                  <a:lnTo>
                    <a:pt x="378007" y="1021258"/>
                  </a:lnTo>
                  <a:lnTo>
                    <a:pt x="329322" y="1047728"/>
                  </a:lnTo>
                  <a:close/>
                  <a:moveTo>
                    <a:pt x="465551" y="1065433"/>
                  </a:moveTo>
                  <a:lnTo>
                    <a:pt x="383719" y="1035909"/>
                  </a:lnTo>
                  <a:lnTo>
                    <a:pt x="463167" y="1065036"/>
                  </a:lnTo>
                  <a:close/>
                  <a:moveTo>
                    <a:pt x="853510" y="1392767"/>
                  </a:moveTo>
                  <a:lnTo>
                    <a:pt x="775722" y="1386913"/>
                  </a:lnTo>
                  <a:lnTo>
                    <a:pt x="843255" y="1393897"/>
                  </a:lnTo>
                  <a:close/>
                  <a:moveTo>
                    <a:pt x="802614" y="1272256"/>
                  </a:moveTo>
                  <a:lnTo>
                    <a:pt x="730555" y="1191030"/>
                  </a:lnTo>
                  <a:lnTo>
                    <a:pt x="802703" y="1273387"/>
                  </a:lnTo>
                  <a:close/>
                  <a:moveTo>
                    <a:pt x="696256" y="1153258"/>
                  </a:moveTo>
                  <a:lnTo>
                    <a:pt x="635530" y="1108815"/>
                  </a:lnTo>
                  <a:lnTo>
                    <a:pt x="697636" y="1198121"/>
                  </a:lnTo>
                  <a:close/>
                  <a:moveTo>
                    <a:pt x="560346" y="923771"/>
                  </a:moveTo>
                  <a:lnTo>
                    <a:pt x="517398" y="883690"/>
                  </a:lnTo>
                  <a:lnTo>
                    <a:pt x="582115" y="944385"/>
                  </a:lnTo>
                  <a:close/>
                  <a:moveTo>
                    <a:pt x="807379" y="1169494"/>
                  </a:moveTo>
                  <a:lnTo>
                    <a:pt x="730555" y="1191030"/>
                  </a:lnTo>
                  <a:lnTo>
                    <a:pt x="802614" y="1272256"/>
                  </a:lnTo>
                  <a:close/>
                  <a:moveTo>
                    <a:pt x="582115" y="944385"/>
                  </a:moveTo>
                  <a:lnTo>
                    <a:pt x="580066" y="997501"/>
                  </a:lnTo>
                  <a:lnTo>
                    <a:pt x="605091" y="912490"/>
                  </a:lnTo>
                  <a:close/>
                  <a:moveTo>
                    <a:pt x="1315060" y="1525232"/>
                  </a:moveTo>
                  <a:lnTo>
                    <a:pt x="1279939" y="1563669"/>
                  </a:lnTo>
                  <a:lnTo>
                    <a:pt x="1324447" y="1614813"/>
                  </a:lnTo>
                  <a:close/>
                  <a:moveTo>
                    <a:pt x="1272458" y="1481454"/>
                  </a:moveTo>
                  <a:lnTo>
                    <a:pt x="1279939" y="1563669"/>
                  </a:lnTo>
                  <a:lnTo>
                    <a:pt x="1315060" y="1525232"/>
                  </a:lnTo>
                  <a:close/>
                  <a:moveTo>
                    <a:pt x="1272458" y="1481454"/>
                  </a:moveTo>
                  <a:lnTo>
                    <a:pt x="1315060" y="1525232"/>
                  </a:lnTo>
                  <a:lnTo>
                    <a:pt x="1262537" y="1443017"/>
                  </a:lnTo>
                  <a:close/>
                  <a:moveTo>
                    <a:pt x="599445" y="816988"/>
                  </a:moveTo>
                  <a:lnTo>
                    <a:pt x="694863" y="800007"/>
                  </a:lnTo>
                  <a:lnTo>
                    <a:pt x="657295" y="730457"/>
                  </a:lnTo>
                  <a:close/>
                  <a:moveTo>
                    <a:pt x="599445" y="816988"/>
                  </a:moveTo>
                  <a:lnTo>
                    <a:pt x="657295" y="730457"/>
                  </a:lnTo>
                  <a:lnTo>
                    <a:pt x="596709" y="719120"/>
                  </a:lnTo>
                  <a:close/>
                  <a:moveTo>
                    <a:pt x="694863" y="800007"/>
                  </a:moveTo>
                  <a:lnTo>
                    <a:pt x="760543" y="807202"/>
                  </a:lnTo>
                  <a:lnTo>
                    <a:pt x="719528" y="740455"/>
                  </a:lnTo>
                  <a:close/>
                  <a:moveTo>
                    <a:pt x="694863" y="800007"/>
                  </a:moveTo>
                  <a:lnTo>
                    <a:pt x="719528" y="740455"/>
                  </a:lnTo>
                  <a:lnTo>
                    <a:pt x="657295" y="730457"/>
                  </a:lnTo>
                  <a:close/>
                  <a:moveTo>
                    <a:pt x="596709" y="719120"/>
                  </a:moveTo>
                  <a:lnTo>
                    <a:pt x="657295" y="730457"/>
                  </a:lnTo>
                  <a:lnTo>
                    <a:pt x="638188" y="645898"/>
                  </a:lnTo>
                  <a:close/>
                  <a:moveTo>
                    <a:pt x="596709" y="719120"/>
                  </a:moveTo>
                  <a:lnTo>
                    <a:pt x="638188" y="645898"/>
                  </a:lnTo>
                  <a:lnTo>
                    <a:pt x="581104" y="631715"/>
                  </a:lnTo>
                  <a:close/>
                  <a:moveTo>
                    <a:pt x="1218572" y="1196372"/>
                  </a:moveTo>
                  <a:lnTo>
                    <a:pt x="1229519" y="1278587"/>
                  </a:lnTo>
                  <a:lnTo>
                    <a:pt x="1339145" y="1239362"/>
                  </a:lnTo>
                  <a:close/>
                  <a:moveTo>
                    <a:pt x="1339145" y="1239362"/>
                  </a:moveTo>
                  <a:lnTo>
                    <a:pt x="1229519" y="1278587"/>
                  </a:lnTo>
                  <a:lnTo>
                    <a:pt x="1338929" y="1240498"/>
                  </a:lnTo>
                  <a:close/>
                  <a:moveTo>
                    <a:pt x="1339145" y="1239362"/>
                  </a:moveTo>
                  <a:lnTo>
                    <a:pt x="1338929" y="1240498"/>
                  </a:lnTo>
                  <a:lnTo>
                    <a:pt x="1341033" y="1240151"/>
                  </a:lnTo>
                  <a:close/>
                  <a:moveTo>
                    <a:pt x="981881" y="829075"/>
                  </a:moveTo>
                  <a:lnTo>
                    <a:pt x="951047" y="839503"/>
                  </a:lnTo>
                  <a:lnTo>
                    <a:pt x="981313" y="848997"/>
                  </a:lnTo>
                  <a:close/>
                  <a:moveTo>
                    <a:pt x="1376439" y="1119499"/>
                  </a:moveTo>
                  <a:lnTo>
                    <a:pt x="1339145" y="1239362"/>
                  </a:lnTo>
                  <a:lnTo>
                    <a:pt x="1341033" y="1240151"/>
                  </a:lnTo>
                  <a:close/>
                  <a:moveTo>
                    <a:pt x="1376439" y="1119499"/>
                  </a:moveTo>
                  <a:lnTo>
                    <a:pt x="1341033" y="1240151"/>
                  </a:lnTo>
                  <a:lnTo>
                    <a:pt x="1417995" y="1201715"/>
                  </a:lnTo>
                  <a:close/>
                  <a:moveTo>
                    <a:pt x="1480934" y="1185642"/>
                  </a:moveTo>
                  <a:lnTo>
                    <a:pt x="1580597" y="1265303"/>
                  </a:lnTo>
                  <a:lnTo>
                    <a:pt x="1498903" y="1201715"/>
                  </a:lnTo>
                  <a:close/>
                  <a:moveTo>
                    <a:pt x="1580597" y="1265303"/>
                  </a:moveTo>
                  <a:lnTo>
                    <a:pt x="1663726" y="1186539"/>
                  </a:lnTo>
                  <a:lnTo>
                    <a:pt x="1552409" y="1201715"/>
                  </a:lnTo>
                  <a:close/>
                  <a:moveTo>
                    <a:pt x="1463645" y="1099606"/>
                  </a:moveTo>
                  <a:lnTo>
                    <a:pt x="1376439" y="1119499"/>
                  </a:lnTo>
                  <a:lnTo>
                    <a:pt x="1480934" y="1185642"/>
                  </a:lnTo>
                  <a:close/>
                  <a:moveTo>
                    <a:pt x="1480934" y="1185642"/>
                  </a:moveTo>
                  <a:lnTo>
                    <a:pt x="1498903" y="1201715"/>
                  </a:lnTo>
                  <a:lnTo>
                    <a:pt x="1539253" y="1098730"/>
                  </a:lnTo>
                  <a:close/>
                  <a:moveTo>
                    <a:pt x="1463645" y="1099606"/>
                  </a:moveTo>
                  <a:lnTo>
                    <a:pt x="1480934" y="1185642"/>
                  </a:lnTo>
                  <a:lnTo>
                    <a:pt x="1539253" y="1098730"/>
                  </a:lnTo>
                  <a:close/>
                  <a:moveTo>
                    <a:pt x="1361780" y="1108788"/>
                  </a:moveTo>
                  <a:lnTo>
                    <a:pt x="1376439" y="1119499"/>
                  </a:lnTo>
                  <a:lnTo>
                    <a:pt x="1463645" y="1099606"/>
                  </a:lnTo>
                  <a:close/>
                  <a:moveTo>
                    <a:pt x="1463645" y="1099606"/>
                  </a:moveTo>
                  <a:lnTo>
                    <a:pt x="1445227" y="1014488"/>
                  </a:lnTo>
                  <a:lnTo>
                    <a:pt x="1361780" y="1108788"/>
                  </a:lnTo>
                  <a:close/>
                  <a:moveTo>
                    <a:pt x="1539253" y="1098730"/>
                  </a:moveTo>
                  <a:lnTo>
                    <a:pt x="1519359" y="998848"/>
                  </a:lnTo>
                  <a:lnTo>
                    <a:pt x="1445227" y="1014488"/>
                  </a:lnTo>
                  <a:close/>
                  <a:moveTo>
                    <a:pt x="1539253" y="1098730"/>
                  </a:moveTo>
                  <a:lnTo>
                    <a:pt x="1445227" y="1014488"/>
                  </a:lnTo>
                  <a:lnTo>
                    <a:pt x="1463645" y="1099606"/>
                  </a:lnTo>
                  <a:close/>
                  <a:moveTo>
                    <a:pt x="1519359" y="998848"/>
                  </a:moveTo>
                  <a:lnTo>
                    <a:pt x="1453906" y="916633"/>
                  </a:lnTo>
                  <a:lnTo>
                    <a:pt x="1445227" y="1014488"/>
                  </a:lnTo>
                  <a:close/>
                  <a:moveTo>
                    <a:pt x="1453906" y="916633"/>
                  </a:moveTo>
                  <a:lnTo>
                    <a:pt x="1437712" y="920505"/>
                  </a:lnTo>
                  <a:lnTo>
                    <a:pt x="1445227" y="1014488"/>
                  </a:lnTo>
                  <a:close/>
                  <a:moveTo>
                    <a:pt x="1348022" y="932829"/>
                  </a:moveTo>
                  <a:lnTo>
                    <a:pt x="1445227" y="1014488"/>
                  </a:lnTo>
                  <a:lnTo>
                    <a:pt x="1437712" y="920505"/>
                  </a:lnTo>
                  <a:close/>
                  <a:moveTo>
                    <a:pt x="1440646" y="909796"/>
                  </a:moveTo>
                  <a:lnTo>
                    <a:pt x="1348446" y="834417"/>
                  </a:lnTo>
                  <a:lnTo>
                    <a:pt x="1437712" y="920505"/>
                  </a:lnTo>
                  <a:close/>
                  <a:moveTo>
                    <a:pt x="1437712" y="920505"/>
                  </a:moveTo>
                  <a:lnTo>
                    <a:pt x="1348446" y="834417"/>
                  </a:lnTo>
                  <a:lnTo>
                    <a:pt x="1343786" y="836180"/>
                  </a:lnTo>
                  <a:close/>
                  <a:moveTo>
                    <a:pt x="1440646" y="909796"/>
                  </a:moveTo>
                  <a:lnTo>
                    <a:pt x="1437712" y="920505"/>
                  </a:lnTo>
                  <a:lnTo>
                    <a:pt x="1453906" y="916633"/>
                  </a:lnTo>
                  <a:close/>
                  <a:moveTo>
                    <a:pt x="1345265" y="831837"/>
                  </a:moveTo>
                  <a:lnTo>
                    <a:pt x="1343786" y="836180"/>
                  </a:lnTo>
                  <a:lnTo>
                    <a:pt x="1348446" y="834417"/>
                  </a:lnTo>
                  <a:close/>
                  <a:moveTo>
                    <a:pt x="1331646" y="834417"/>
                  </a:moveTo>
                  <a:lnTo>
                    <a:pt x="1343786" y="836180"/>
                  </a:lnTo>
                  <a:lnTo>
                    <a:pt x="1345265" y="831837"/>
                  </a:lnTo>
                  <a:close/>
                  <a:moveTo>
                    <a:pt x="1647149" y="1163278"/>
                  </a:moveTo>
                  <a:lnTo>
                    <a:pt x="1663726" y="1186539"/>
                  </a:lnTo>
                  <a:lnTo>
                    <a:pt x="1679199" y="1124841"/>
                  </a:lnTo>
                  <a:close/>
                  <a:moveTo>
                    <a:pt x="1453906" y="916633"/>
                  </a:moveTo>
                  <a:lnTo>
                    <a:pt x="1547296" y="992099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19359" y="998848"/>
                  </a:lnTo>
                  <a:lnTo>
                    <a:pt x="1547296" y="992099"/>
                  </a:lnTo>
                  <a:close/>
                  <a:moveTo>
                    <a:pt x="1547296" y="992099"/>
                  </a:moveTo>
                  <a:lnTo>
                    <a:pt x="1624584" y="889766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39852" y="898059"/>
                  </a:lnTo>
                  <a:lnTo>
                    <a:pt x="1440646" y="909796"/>
                  </a:lnTo>
                  <a:close/>
                  <a:moveTo>
                    <a:pt x="1440646" y="909796"/>
                  </a:moveTo>
                  <a:lnTo>
                    <a:pt x="1539852" y="898059"/>
                  </a:lnTo>
                  <a:lnTo>
                    <a:pt x="1553113" y="836431"/>
                  </a:lnTo>
                  <a:close/>
                  <a:moveTo>
                    <a:pt x="1440646" y="909796"/>
                  </a:moveTo>
                  <a:lnTo>
                    <a:pt x="1553113" y="836431"/>
                  </a:lnTo>
                  <a:lnTo>
                    <a:pt x="1469769" y="803479"/>
                  </a:lnTo>
                  <a:close/>
                  <a:moveTo>
                    <a:pt x="1331646" y="834417"/>
                  </a:moveTo>
                  <a:lnTo>
                    <a:pt x="1345265" y="831837"/>
                  </a:lnTo>
                  <a:lnTo>
                    <a:pt x="1381033" y="750366"/>
                  </a:lnTo>
                  <a:close/>
                  <a:moveTo>
                    <a:pt x="1454855" y="795981"/>
                  </a:moveTo>
                  <a:lnTo>
                    <a:pt x="1440646" y="909796"/>
                  </a:lnTo>
                  <a:lnTo>
                    <a:pt x="1469769" y="803479"/>
                  </a:lnTo>
                  <a:close/>
                  <a:moveTo>
                    <a:pt x="1454855" y="795981"/>
                  </a:moveTo>
                  <a:lnTo>
                    <a:pt x="1348446" y="834417"/>
                  </a:lnTo>
                  <a:lnTo>
                    <a:pt x="1440646" y="909796"/>
                  </a:lnTo>
                  <a:close/>
                  <a:moveTo>
                    <a:pt x="1348446" y="834417"/>
                  </a:moveTo>
                  <a:lnTo>
                    <a:pt x="1454855" y="795981"/>
                  </a:lnTo>
                  <a:lnTo>
                    <a:pt x="1345265" y="831837"/>
                  </a:lnTo>
                  <a:close/>
                  <a:moveTo>
                    <a:pt x="1454855" y="795981"/>
                  </a:moveTo>
                  <a:lnTo>
                    <a:pt x="1381033" y="750366"/>
                  </a:lnTo>
                  <a:lnTo>
                    <a:pt x="1345265" y="831837"/>
                  </a:lnTo>
                  <a:close/>
                  <a:moveTo>
                    <a:pt x="1736146" y="963442"/>
                  </a:moveTo>
                  <a:lnTo>
                    <a:pt x="1683301" y="1042626"/>
                  </a:lnTo>
                  <a:lnTo>
                    <a:pt x="1784887" y="930475"/>
                  </a:lnTo>
                  <a:close/>
                  <a:moveTo>
                    <a:pt x="1471702" y="792779"/>
                  </a:moveTo>
                  <a:lnTo>
                    <a:pt x="1454855" y="795981"/>
                  </a:lnTo>
                  <a:lnTo>
                    <a:pt x="1469769" y="803479"/>
                  </a:lnTo>
                  <a:close/>
                  <a:moveTo>
                    <a:pt x="1440838" y="480108"/>
                  </a:moveTo>
                  <a:lnTo>
                    <a:pt x="1308582" y="479484"/>
                  </a:lnTo>
                  <a:lnTo>
                    <a:pt x="1366423" y="480542"/>
                  </a:lnTo>
                  <a:close/>
                  <a:moveTo>
                    <a:pt x="1941411" y="591427"/>
                  </a:moveTo>
                  <a:lnTo>
                    <a:pt x="1877376" y="680671"/>
                  </a:lnTo>
                  <a:lnTo>
                    <a:pt x="1904219" y="667578"/>
                  </a:lnTo>
                  <a:close/>
                  <a:moveTo>
                    <a:pt x="2138375" y="414155"/>
                  </a:moveTo>
                  <a:lnTo>
                    <a:pt x="2087229" y="364097"/>
                  </a:lnTo>
                  <a:lnTo>
                    <a:pt x="2034210" y="338155"/>
                  </a:lnTo>
                  <a:close/>
                  <a:moveTo>
                    <a:pt x="2138375" y="414155"/>
                  </a:moveTo>
                  <a:lnTo>
                    <a:pt x="2228741" y="399332"/>
                  </a:lnTo>
                  <a:lnTo>
                    <a:pt x="2096305" y="357154"/>
                  </a:lnTo>
                  <a:close/>
                  <a:moveTo>
                    <a:pt x="2034210" y="338155"/>
                  </a:moveTo>
                  <a:lnTo>
                    <a:pt x="2072541" y="357154"/>
                  </a:lnTo>
                  <a:lnTo>
                    <a:pt x="2046466" y="275150"/>
                  </a:lnTo>
                  <a:close/>
                  <a:moveTo>
                    <a:pt x="2046466" y="275150"/>
                  </a:moveTo>
                  <a:lnTo>
                    <a:pt x="2084468" y="353776"/>
                  </a:lnTo>
                  <a:lnTo>
                    <a:pt x="2131441" y="314197"/>
                  </a:lnTo>
                  <a:close/>
                  <a:moveTo>
                    <a:pt x="2338193" y="472983"/>
                  </a:moveTo>
                  <a:lnTo>
                    <a:pt x="2270454" y="467460"/>
                  </a:lnTo>
                  <a:lnTo>
                    <a:pt x="2272002" y="561075"/>
                  </a:lnTo>
                  <a:close/>
                  <a:moveTo>
                    <a:pt x="2338193" y="472983"/>
                  </a:moveTo>
                  <a:lnTo>
                    <a:pt x="2340528" y="370991"/>
                  </a:lnTo>
                  <a:lnTo>
                    <a:pt x="2270454" y="467460"/>
                  </a:lnTo>
                  <a:close/>
                  <a:moveTo>
                    <a:pt x="2228741" y="399332"/>
                  </a:moveTo>
                  <a:lnTo>
                    <a:pt x="2340528" y="370991"/>
                  </a:lnTo>
                  <a:lnTo>
                    <a:pt x="2342705" y="331562"/>
                  </a:lnTo>
                  <a:close/>
                  <a:moveTo>
                    <a:pt x="2340528" y="370991"/>
                  </a:moveTo>
                  <a:lnTo>
                    <a:pt x="2413814" y="372004"/>
                  </a:lnTo>
                  <a:lnTo>
                    <a:pt x="2342705" y="331562"/>
                  </a:lnTo>
                  <a:close/>
                  <a:moveTo>
                    <a:pt x="2163093" y="198066"/>
                  </a:moveTo>
                  <a:lnTo>
                    <a:pt x="2131441" y="314197"/>
                  </a:lnTo>
                  <a:lnTo>
                    <a:pt x="2136335" y="318717"/>
                  </a:lnTo>
                  <a:close/>
                  <a:moveTo>
                    <a:pt x="2338893" y="272229"/>
                  </a:moveTo>
                  <a:lnTo>
                    <a:pt x="2257899" y="293146"/>
                  </a:lnTo>
                  <a:lnTo>
                    <a:pt x="2342705" y="331562"/>
                  </a:lnTo>
                  <a:close/>
                  <a:moveTo>
                    <a:pt x="2258012" y="277391"/>
                  </a:moveTo>
                  <a:lnTo>
                    <a:pt x="2338893" y="272229"/>
                  </a:lnTo>
                  <a:lnTo>
                    <a:pt x="2314354" y="192086"/>
                  </a:lnTo>
                  <a:close/>
                  <a:moveTo>
                    <a:pt x="2258012" y="277391"/>
                  </a:moveTo>
                  <a:lnTo>
                    <a:pt x="2314354" y="192086"/>
                  </a:lnTo>
                  <a:lnTo>
                    <a:pt x="2250245" y="183614"/>
                  </a:lnTo>
                  <a:close/>
                  <a:moveTo>
                    <a:pt x="2403973" y="279912"/>
                  </a:moveTo>
                  <a:lnTo>
                    <a:pt x="2342705" y="331562"/>
                  </a:lnTo>
                  <a:lnTo>
                    <a:pt x="2404204" y="282840"/>
                  </a:lnTo>
                  <a:close/>
                  <a:moveTo>
                    <a:pt x="2403973" y="279912"/>
                  </a:moveTo>
                  <a:lnTo>
                    <a:pt x="2338893" y="272229"/>
                  </a:lnTo>
                  <a:lnTo>
                    <a:pt x="2342705" y="331562"/>
                  </a:lnTo>
                  <a:close/>
                  <a:moveTo>
                    <a:pt x="2338893" y="272229"/>
                  </a:moveTo>
                  <a:lnTo>
                    <a:pt x="2403973" y="279912"/>
                  </a:lnTo>
                  <a:lnTo>
                    <a:pt x="2314354" y="192086"/>
                  </a:lnTo>
                  <a:close/>
                  <a:moveTo>
                    <a:pt x="2250245" y="183614"/>
                  </a:moveTo>
                  <a:lnTo>
                    <a:pt x="2307775" y="97342"/>
                  </a:lnTo>
                  <a:lnTo>
                    <a:pt x="2237315" y="94033"/>
                  </a:lnTo>
                  <a:close/>
                  <a:moveTo>
                    <a:pt x="2237315" y="94033"/>
                  </a:moveTo>
                  <a:lnTo>
                    <a:pt x="2307775" y="97342"/>
                  </a:lnTo>
                  <a:lnTo>
                    <a:pt x="2304393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34" name="Candidate_density__2153">
              <a:extLst>
                <a:ext uri="{FF2B5EF4-FFF2-40B4-BE49-F238E27FC236}">
                  <a16:creationId xmlns:a16="http://schemas.microsoft.com/office/drawing/2014/main" id="{79D5A0EC-77D4-0CB0-04A9-AC08D147BC2C}"/>
                </a:ext>
              </a:extLst>
            </p:cNvPr>
            <p:cNvSpPr>
              <a:spLocks noGrp="1"/>
            </p:cNvSpPr>
            <p:nvPr/>
          </p:nvSpPr>
          <p:spPr>
            <a:xfrm>
              <a:off x="3581177" y="1819900"/>
              <a:ext cx="2201255" cy="1572508"/>
            </a:xfrm>
            <a:custGeom>
              <a:avLst/>
              <a:gdLst/>
              <a:ahLst/>
              <a:cxnLst/>
              <a:rect l="0" t="0" r="0" b="0"/>
              <a:pathLst>
                <a:path w="2201255" h="1572508">
                  <a:moveTo>
                    <a:pt x="314314" y="1490293"/>
                  </a:moveTo>
                  <a:lnTo>
                    <a:pt x="438693" y="1532924"/>
                  </a:lnTo>
                  <a:lnTo>
                    <a:pt x="401684" y="1464317"/>
                  </a:lnTo>
                  <a:close/>
                  <a:moveTo>
                    <a:pt x="438783" y="1534072"/>
                  </a:moveTo>
                  <a:lnTo>
                    <a:pt x="438693" y="1532924"/>
                  </a:lnTo>
                  <a:lnTo>
                    <a:pt x="314314" y="1490293"/>
                  </a:lnTo>
                  <a:close/>
                  <a:moveTo>
                    <a:pt x="363817" y="1572508"/>
                  </a:moveTo>
                  <a:lnTo>
                    <a:pt x="438783" y="1534072"/>
                  </a:lnTo>
                  <a:lnTo>
                    <a:pt x="314314" y="1490293"/>
                  </a:lnTo>
                  <a:close/>
                  <a:moveTo>
                    <a:pt x="401684" y="1464317"/>
                  </a:moveTo>
                  <a:lnTo>
                    <a:pt x="438693" y="1532924"/>
                  </a:lnTo>
                  <a:lnTo>
                    <a:pt x="432779" y="1451856"/>
                  </a:lnTo>
                  <a:close/>
                  <a:moveTo>
                    <a:pt x="4436" y="1040781"/>
                  </a:moveTo>
                  <a:lnTo>
                    <a:pt x="0" y="1048050"/>
                  </a:lnTo>
                  <a:lnTo>
                    <a:pt x="15062" y="1063667"/>
                  </a:lnTo>
                  <a:close/>
                  <a:moveTo>
                    <a:pt x="5821" y="1029114"/>
                  </a:moveTo>
                  <a:lnTo>
                    <a:pt x="0" y="1048050"/>
                  </a:lnTo>
                  <a:lnTo>
                    <a:pt x="4436" y="1040781"/>
                  </a:lnTo>
                  <a:close/>
                  <a:moveTo>
                    <a:pt x="438783" y="1534072"/>
                  </a:moveTo>
                  <a:lnTo>
                    <a:pt x="439264" y="1535058"/>
                  </a:lnTo>
                  <a:lnTo>
                    <a:pt x="439763" y="1533452"/>
                  </a:lnTo>
                  <a:close/>
                  <a:moveTo>
                    <a:pt x="438783" y="1534072"/>
                  </a:moveTo>
                  <a:lnTo>
                    <a:pt x="439763" y="1533452"/>
                  </a:lnTo>
                  <a:lnTo>
                    <a:pt x="438693" y="1532924"/>
                  </a:lnTo>
                  <a:close/>
                  <a:moveTo>
                    <a:pt x="4436" y="1040781"/>
                  </a:moveTo>
                  <a:lnTo>
                    <a:pt x="15062" y="1063667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4436" y="1040781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16678" y="1034491"/>
                  </a:lnTo>
                  <a:lnTo>
                    <a:pt x="13742" y="958566"/>
                  </a:lnTo>
                  <a:close/>
                  <a:moveTo>
                    <a:pt x="13742" y="958566"/>
                  </a:moveTo>
                  <a:lnTo>
                    <a:pt x="16678" y="1034491"/>
                  </a:lnTo>
                  <a:lnTo>
                    <a:pt x="88411" y="1002344"/>
                  </a:lnTo>
                  <a:close/>
                  <a:moveTo>
                    <a:pt x="13742" y="958566"/>
                  </a:moveTo>
                  <a:lnTo>
                    <a:pt x="88411" y="1002344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13742" y="958566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43583" y="891644"/>
                  </a:lnTo>
                  <a:lnTo>
                    <a:pt x="13742" y="958566"/>
                  </a:lnTo>
                  <a:close/>
                  <a:moveTo>
                    <a:pt x="382745" y="1079345"/>
                  </a:moveTo>
                  <a:lnTo>
                    <a:pt x="357566" y="1084560"/>
                  </a:lnTo>
                  <a:lnTo>
                    <a:pt x="445111" y="1128735"/>
                  </a:lnTo>
                  <a:close/>
                  <a:moveTo>
                    <a:pt x="445111" y="1128735"/>
                  </a:moveTo>
                  <a:lnTo>
                    <a:pt x="515137" y="1109672"/>
                  </a:lnTo>
                  <a:lnTo>
                    <a:pt x="487653" y="1054649"/>
                  </a:lnTo>
                  <a:close/>
                  <a:moveTo>
                    <a:pt x="445111" y="1128735"/>
                  </a:moveTo>
                  <a:lnTo>
                    <a:pt x="487653" y="1054649"/>
                  </a:lnTo>
                  <a:lnTo>
                    <a:pt x="382745" y="1079345"/>
                  </a:lnTo>
                  <a:close/>
                  <a:moveTo>
                    <a:pt x="84711" y="920129"/>
                  </a:moveTo>
                  <a:lnTo>
                    <a:pt x="133500" y="799925"/>
                  </a:lnTo>
                  <a:lnTo>
                    <a:pt x="95299" y="869799"/>
                  </a:lnTo>
                  <a:close/>
                  <a:moveTo>
                    <a:pt x="104400" y="837914"/>
                  </a:moveTo>
                  <a:lnTo>
                    <a:pt x="95299" y="869799"/>
                  </a:lnTo>
                  <a:lnTo>
                    <a:pt x="133500" y="799925"/>
                  </a:lnTo>
                  <a:close/>
                  <a:moveTo>
                    <a:pt x="133972" y="799188"/>
                  </a:moveTo>
                  <a:lnTo>
                    <a:pt x="104400" y="837914"/>
                  </a:lnTo>
                  <a:lnTo>
                    <a:pt x="133500" y="799925"/>
                  </a:lnTo>
                  <a:close/>
                  <a:moveTo>
                    <a:pt x="559625" y="1060803"/>
                  </a:moveTo>
                  <a:lnTo>
                    <a:pt x="515137" y="1109672"/>
                  </a:lnTo>
                  <a:lnTo>
                    <a:pt x="455436" y="1128338"/>
                  </a:lnTo>
                  <a:close/>
                  <a:moveTo>
                    <a:pt x="515137" y="1109672"/>
                  </a:moveTo>
                  <a:lnTo>
                    <a:pt x="559625" y="1060803"/>
                  </a:lnTo>
                  <a:lnTo>
                    <a:pt x="518666" y="1046123"/>
                  </a:lnTo>
                  <a:close/>
                  <a:moveTo>
                    <a:pt x="190150" y="730574"/>
                  </a:moveTo>
                  <a:lnTo>
                    <a:pt x="133972" y="799188"/>
                  </a:lnTo>
                  <a:lnTo>
                    <a:pt x="238533" y="696267"/>
                  </a:lnTo>
                  <a:close/>
                  <a:moveTo>
                    <a:pt x="337233" y="655385"/>
                  </a:moveTo>
                  <a:lnTo>
                    <a:pt x="258690" y="678826"/>
                  </a:lnTo>
                  <a:lnTo>
                    <a:pt x="362551" y="666087"/>
                  </a:lnTo>
                  <a:close/>
                  <a:moveTo>
                    <a:pt x="258690" y="678826"/>
                  </a:moveTo>
                  <a:lnTo>
                    <a:pt x="238533" y="696267"/>
                  </a:lnTo>
                  <a:lnTo>
                    <a:pt x="362551" y="666087"/>
                  </a:lnTo>
                  <a:close/>
                  <a:moveTo>
                    <a:pt x="1340897" y="1385668"/>
                  </a:moveTo>
                  <a:lnTo>
                    <a:pt x="1340809" y="1385312"/>
                  </a:lnTo>
                  <a:lnTo>
                    <a:pt x="1318488" y="1303800"/>
                  </a:lnTo>
                  <a:close/>
                  <a:moveTo>
                    <a:pt x="1228135" y="1424104"/>
                  </a:moveTo>
                  <a:lnTo>
                    <a:pt x="1340897" y="1385668"/>
                  </a:lnTo>
                  <a:lnTo>
                    <a:pt x="1209079" y="1341889"/>
                  </a:lnTo>
                  <a:close/>
                  <a:moveTo>
                    <a:pt x="660438" y="601953"/>
                  </a:moveTo>
                  <a:lnTo>
                    <a:pt x="678988" y="684169"/>
                  </a:lnTo>
                  <a:lnTo>
                    <a:pt x="748929" y="663144"/>
                  </a:lnTo>
                  <a:close/>
                  <a:moveTo>
                    <a:pt x="1340916" y="1385658"/>
                  </a:moveTo>
                  <a:lnTo>
                    <a:pt x="1340809" y="1385312"/>
                  </a:lnTo>
                  <a:lnTo>
                    <a:pt x="1340897" y="1385668"/>
                  </a:lnTo>
                  <a:close/>
                  <a:moveTo>
                    <a:pt x="1340809" y="1385312"/>
                  </a:moveTo>
                  <a:lnTo>
                    <a:pt x="1340916" y="1385658"/>
                  </a:lnTo>
                  <a:lnTo>
                    <a:pt x="1320592" y="1303453"/>
                  </a:lnTo>
                  <a:close/>
                  <a:moveTo>
                    <a:pt x="943229" y="810162"/>
                  </a:moveTo>
                  <a:lnTo>
                    <a:pt x="986323" y="853941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3229" y="810162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8218" y="753448"/>
                  </a:lnTo>
                  <a:lnTo>
                    <a:pt x="943229" y="810162"/>
                  </a:lnTo>
                  <a:close/>
                  <a:moveTo>
                    <a:pt x="948218" y="753448"/>
                  </a:moveTo>
                  <a:lnTo>
                    <a:pt x="1005823" y="753623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21507" y="689511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50908" y="706986"/>
                  </a:lnTo>
                  <a:lnTo>
                    <a:pt x="1021507" y="689511"/>
                  </a:lnTo>
                  <a:close/>
                  <a:moveTo>
                    <a:pt x="1050908" y="706986"/>
                  </a:moveTo>
                  <a:lnTo>
                    <a:pt x="1071710" y="651074"/>
                  </a:lnTo>
                  <a:lnTo>
                    <a:pt x="1021507" y="689511"/>
                  </a:lnTo>
                  <a:close/>
                  <a:moveTo>
                    <a:pt x="1102369" y="620731"/>
                  </a:moveTo>
                  <a:lnTo>
                    <a:pt x="1021507" y="689511"/>
                  </a:lnTo>
                  <a:lnTo>
                    <a:pt x="1071710" y="651074"/>
                  </a:lnTo>
                  <a:close/>
                  <a:moveTo>
                    <a:pt x="1219656" y="565388"/>
                  </a:moveTo>
                  <a:lnTo>
                    <a:pt x="1102369" y="620731"/>
                  </a:lnTo>
                  <a:lnTo>
                    <a:pt x="1154691" y="601152"/>
                  </a:lnTo>
                  <a:close/>
                  <a:moveTo>
                    <a:pt x="1759422" y="587144"/>
                  </a:moveTo>
                  <a:lnTo>
                    <a:pt x="1670620" y="617980"/>
                  </a:lnTo>
                  <a:lnTo>
                    <a:pt x="1775665" y="605316"/>
                  </a:lnTo>
                  <a:close/>
                  <a:moveTo>
                    <a:pt x="1700345" y="538913"/>
                  </a:moveTo>
                  <a:lnTo>
                    <a:pt x="1670620" y="617980"/>
                  </a:lnTo>
                  <a:lnTo>
                    <a:pt x="1759422" y="587144"/>
                  </a:lnTo>
                  <a:close/>
                  <a:moveTo>
                    <a:pt x="1699999" y="535764"/>
                  </a:moveTo>
                  <a:lnTo>
                    <a:pt x="1759422" y="587144"/>
                  </a:lnTo>
                  <a:lnTo>
                    <a:pt x="1774079" y="579543"/>
                  </a:lnTo>
                  <a:close/>
                  <a:moveTo>
                    <a:pt x="1699999" y="535764"/>
                  </a:moveTo>
                  <a:lnTo>
                    <a:pt x="1774079" y="579543"/>
                  </a:lnTo>
                  <a:lnTo>
                    <a:pt x="1759733" y="497328"/>
                  </a:lnTo>
                  <a:close/>
                  <a:moveTo>
                    <a:pt x="1759422" y="587144"/>
                  </a:moveTo>
                  <a:lnTo>
                    <a:pt x="1775665" y="605316"/>
                  </a:lnTo>
                  <a:lnTo>
                    <a:pt x="1774079" y="579543"/>
                  </a:lnTo>
                  <a:close/>
                  <a:moveTo>
                    <a:pt x="1775665" y="605316"/>
                  </a:moveTo>
                  <a:lnTo>
                    <a:pt x="1802410" y="652288"/>
                  </a:lnTo>
                  <a:lnTo>
                    <a:pt x="1774079" y="579543"/>
                  </a:lnTo>
                  <a:close/>
                  <a:moveTo>
                    <a:pt x="1774079" y="579543"/>
                  </a:moveTo>
                  <a:lnTo>
                    <a:pt x="1886363" y="623322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774079" y="579543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853994" y="541107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759733" y="497328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842006" y="458892"/>
                  </a:lnTo>
                  <a:lnTo>
                    <a:pt x="1841302" y="376677"/>
                  </a:lnTo>
                  <a:close/>
                  <a:moveTo>
                    <a:pt x="1842006" y="458892"/>
                  </a:moveTo>
                  <a:lnTo>
                    <a:pt x="1921929" y="515621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888522" y="442687"/>
                  </a:lnTo>
                  <a:lnTo>
                    <a:pt x="1921929" y="515621"/>
                  </a:lnTo>
                  <a:close/>
                  <a:moveTo>
                    <a:pt x="1841302" y="376677"/>
                  </a:moveTo>
                  <a:lnTo>
                    <a:pt x="1888522" y="442687"/>
                  </a:lnTo>
                  <a:lnTo>
                    <a:pt x="1853718" y="370890"/>
                  </a:lnTo>
                  <a:close/>
                  <a:moveTo>
                    <a:pt x="1841302" y="376677"/>
                  </a:moveTo>
                  <a:lnTo>
                    <a:pt x="1842006" y="458892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915189" y="338240"/>
                  </a:lnTo>
                  <a:lnTo>
                    <a:pt x="1888522" y="442687"/>
                  </a:lnTo>
                  <a:close/>
                  <a:moveTo>
                    <a:pt x="1915189" y="338240"/>
                  </a:moveTo>
                  <a:lnTo>
                    <a:pt x="1853718" y="370890"/>
                  </a:lnTo>
                  <a:lnTo>
                    <a:pt x="1888522" y="442687"/>
                  </a:lnTo>
                  <a:close/>
                  <a:moveTo>
                    <a:pt x="1843096" y="363572"/>
                  </a:moveTo>
                  <a:lnTo>
                    <a:pt x="1841302" y="376677"/>
                  </a:lnTo>
                  <a:lnTo>
                    <a:pt x="1853718" y="370890"/>
                  </a:lnTo>
                  <a:close/>
                  <a:moveTo>
                    <a:pt x="1850176" y="294461"/>
                  </a:moveTo>
                  <a:lnTo>
                    <a:pt x="1853718" y="370890"/>
                  </a:lnTo>
                  <a:lnTo>
                    <a:pt x="1915189" y="338240"/>
                  </a:lnTo>
                  <a:close/>
                  <a:moveTo>
                    <a:pt x="1850176" y="294461"/>
                  </a:moveTo>
                  <a:lnTo>
                    <a:pt x="1915189" y="338240"/>
                  </a:lnTo>
                  <a:lnTo>
                    <a:pt x="1919542" y="256025"/>
                  </a:lnTo>
                  <a:close/>
                  <a:moveTo>
                    <a:pt x="1963164" y="420455"/>
                  </a:moveTo>
                  <a:lnTo>
                    <a:pt x="2013769" y="401456"/>
                  </a:lnTo>
                  <a:lnTo>
                    <a:pt x="1993539" y="299804"/>
                  </a:lnTo>
                  <a:close/>
                  <a:moveTo>
                    <a:pt x="1915189" y="338240"/>
                  </a:moveTo>
                  <a:lnTo>
                    <a:pt x="1963164" y="420455"/>
                  </a:lnTo>
                  <a:lnTo>
                    <a:pt x="1993539" y="299804"/>
                  </a:lnTo>
                  <a:close/>
                  <a:moveTo>
                    <a:pt x="1919542" y="256025"/>
                  </a:moveTo>
                  <a:lnTo>
                    <a:pt x="2002459" y="250339"/>
                  </a:lnTo>
                  <a:lnTo>
                    <a:pt x="1975845" y="232103"/>
                  </a:lnTo>
                  <a:close/>
                  <a:moveTo>
                    <a:pt x="1993539" y="299804"/>
                  </a:moveTo>
                  <a:lnTo>
                    <a:pt x="2002459" y="250339"/>
                  </a:lnTo>
                  <a:lnTo>
                    <a:pt x="1919542" y="256025"/>
                  </a:lnTo>
                  <a:close/>
                  <a:moveTo>
                    <a:pt x="1915189" y="338240"/>
                  </a:moveTo>
                  <a:lnTo>
                    <a:pt x="1993539" y="299804"/>
                  </a:lnTo>
                  <a:lnTo>
                    <a:pt x="1919542" y="256025"/>
                  </a:lnTo>
                  <a:close/>
                  <a:moveTo>
                    <a:pt x="1936105" y="217459"/>
                  </a:moveTo>
                  <a:lnTo>
                    <a:pt x="1919542" y="256025"/>
                  </a:lnTo>
                  <a:lnTo>
                    <a:pt x="1975845" y="232103"/>
                  </a:lnTo>
                  <a:close/>
                  <a:moveTo>
                    <a:pt x="1955803" y="173810"/>
                  </a:moveTo>
                  <a:lnTo>
                    <a:pt x="1975845" y="232103"/>
                  </a:lnTo>
                  <a:lnTo>
                    <a:pt x="2005326" y="217588"/>
                  </a:lnTo>
                  <a:close/>
                  <a:moveTo>
                    <a:pt x="1975845" y="232103"/>
                  </a:moveTo>
                  <a:lnTo>
                    <a:pt x="2002459" y="250339"/>
                  </a:lnTo>
                  <a:lnTo>
                    <a:pt x="2005326" y="217588"/>
                  </a:lnTo>
                  <a:close/>
                  <a:moveTo>
                    <a:pt x="2030371" y="287867"/>
                  </a:moveTo>
                  <a:lnTo>
                    <a:pt x="2136006" y="255791"/>
                  </a:lnTo>
                  <a:lnTo>
                    <a:pt x="2005326" y="217588"/>
                  </a:lnTo>
                  <a:close/>
                  <a:moveTo>
                    <a:pt x="2005326" y="217588"/>
                  </a:moveTo>
                  <a:lnTo>
                    <a:pt x="2136006" y="255791"/>
                  </a:lnTo>
                  <a:lnTo>
                    <a:pt x="2078754" y="179152"/>
                  </a:lnTo>
                  <a:close/>
                  <a:moveTo>
                    <a:pt x="2005326" y="217588"/>
                  </a:moveTo>
                  <a:lnTo>
                    <a:pt x="2002459" y="250339"/>
                  </a:lnTo>
                  <a:lnTo>
                    <a:pt x="2030371" y="287867"/>
                  </a:lnTo>
                  <a:close/>
                  <a:moveTo>
                    <a:pt x="2012720" y="135373"/>
                  </a:moveTo>
                  <a:lnTo>
                    <a:pt x="2005326" y="217588"/>
                  </a:lnTo>
                  <a:lnTo>
                    <a:pt x="2078754" y="179152"/>
                  </a:lnTo>
                  <a:close/>
                  <a:moveTo>
                    <a:pt x="2012720" y="135373"/>
                  </a:moveTo>
                  <a:lnTo>
                    <a:pt x="2078754" y="179152"/>
                  </a:lnTo>
                  <a:lnTo>
                    <a:pt x="2088838" y="96937"/>
                  </a:lnTo>
                  <a:close/>
                  <a:moveTo>
                    <a:pt x="2088838" y="96937"/>
                  </a:moveTo>
                  <a:lnTo>
                    <a:pt x="2090822" y="86855"/>
                  </a:lnTo>
                  <a:lnTo>
                    <a:pt x="2010732" y="53158"/>
                  </a:lnTo>
                  <a:close/>
                  <a:moveTo>
                    <a:pt x="2012720" y="135373"/>
                  </a:moveTo>
                  <a:lnTo>
                    <a:pt x="2088838" y="96937"/>
                  </a:lnTo>
                  <a:lnTo>
                    <a:pt x="2010732" y="53158"/>
                  </a:lnTo>
                  <a:close/>
                  <a:moveTo>
                    <a:pt x="2088838" y="96937"/>
                  </a:moveTo>
                  <a:lnTo>
                    <a:pt x="2135610" y="162809"/>
                  </a:lnTo>
                  <a:lnTo>
                    <a:pt x="2096690" y="94358"/>
                  </a:lnTo>
                  <a:close/>
                  <a:moveTo>
                    <a:pt x="2088838" y="96937"/>
                  </a:moveTo>
                  <a:lnTo>
                    <a:pt x="2078754" y="179152"/>
                  </a:lnTo>
                  <a:lnTo>
                    <a:pt x="2135610" y="162809"/>
                  </a:lnTo>
                  <a:close/>
                  <a:moveTo>
                    <a:pt x="2135610" y="162809"/>
                  </a:moveTo>
                  <a:lnTo>
                    <a:pt x="2201255" y="69941"/>
                  </a:lnTo>
                  <a:lnTo>
                    <a:pt x="2096690" y="94358"/>
                  </a:lnTo>
                  <a:close/>
                  <a:moveTo>
                    <a:pt x="2090822" y="86855"/>
                  </a:moveTo>
                  <a:lnTo>
                    <a:pt x="2088838" y="96937"/>
                  </a:lnTo>
                  <a:lnTo>
                    <a:pt x="2096690" y="94358"/>
                  </a:lnTo>
                  <a:close/>
                  <a:moveTo>
                    <a:pt x="2096690" y="94358"/>
                  </a:moveTo>
                  <a:lnTo>
                    <a:pt x="2108858" y="14722"/>
                  </a:lnTo>
                  <a:lnTo>
                    <a:pt x="2090822" y="86855"/>
                  </a:lnTo>
                  <a:close/>
                  <a:moveTo>
                    <a:pt x="2164168" y="0"/>
                  </a:moveTo>
                  <a:lnTo>
                    <a:pt x="2108858" y="14722"/>
                  </a:lnTo>
                  <a:lnTo>
                    <a:pt x="2096690" y="94358"/>
                  </a:lnTo>
                  <a:close/>
                  <a:moveTo>
                    <a:pt x="2201255" y="69941"/>
                  </a:moveTo>
                  <a:lnTo>
                    <a:pt x="2164168" y="0"/>
                  </a:lnTo>
                  <a:lnTo>
                    <a:pt x="2096690" y="9435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35" name="Candidate_density__2154">
              <a:extLst>
                <a:ext uri="{FF2B5EF4-FFF2-40B4-BE49-F238E27FC236}">
                  <a16:creationId xmlns:a16="http://schemas.microsoft.com/office/drawing/2014/main" id="{9522F9EA-E15A-97AB-16DC-6538449208B3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450836"/>
              <a:ext cx="2289224" cy="1078249"/>
            </a:xfrm>
            <a:custGeom>
              <a:avLst/>
              <a:gdLst/>
              <a:ahLst/>
              <a:cxnLst/>
              <a:rect l="0" t="0" r="0" b="0"/>
              <a:pathLst>
                <a:path w="2289224" h="1078249">
                  <a:moveTo>
                    <a:pt x="136375" y="764218"/>
                  </a:moveTo>
                  <a:lnTo>
                    <a:pt x="205885" y="738704"/>
                  </a:lnTo>
                  <a:lnTo>
                    <a:pt x="171795" y="753801"/>
                  </a:lnTo>
                  <a:close/>
                  <a:moveTo>
                    <a:pt x="0" y="605347"/>
                  </a:moveTo>
                  <a:lnTo>
                    <a:pt x="74662" y="605837"/>
                  </a:lnTo>
                  <a:lnTo>
                    <a:pt x="9959" y="606215"/>
                  </a:lnTo>
                  <a:close/>
                  <a:moveTo>
                    <a:pt x="712180" y="502744"/>
                  </a:moveTo>
                  <a:lnTo>
                    <a:pt x="737256" y="550411"/>
                  </a:lnTo>
                  <a:lnTo>
                    <a:pt x="728395" y="541180"/>
                  </a:lnTo>
                  <a:close/>
                  <a:moveTo>
                    <a:pt x="709858" y="511431"/>
                  </a:moveTo>
                  <a:lnTo>
                    <a:pt x="708735" y="601860"/>
                  </a:lnTo>
                  <a:lnTo>
                    <a:pt x="712180" y="502744"/>
                  </a:lnTo>
                  <a:close/>
                  <a:moveTo>
                    <a:pt x="669759" y="361505"/>
                  </a:moveTo>
                  <a:lnTo>
                    <a:pt x="711188" y="420528"/>
                  </a:lnTo>
                  <a:lnTo>
                    <a:pt x="656396" y="344134"/>
                  </a:lnTo>
                  <a:close/>
                  <a:moveTo>
                    <a:pt x="1291795" y="1078249"/>
                  </a:moveTo>
                  <a:lnTo>
                    <a:pt x="1323928" y="1065825"/>
                  </a:lnTo>
                  <a:lnTo>
                    <a:pt x="1225804" y="1047178"/>
                  </a:lnTo>
                  <a:close/>
                  <a:moveTo>
                    <a:pt x="1225804" y="1047178"/>
                  </a:moveTo>
                  <a:lnTo>
                    <a:pt x="1323928" y="1065825"/>
                  </a:lnTo>
                  <a:lnTo>
                    <a:pt x="1349094" y="1014278"/>
                  </a:lnTo>
                  <a:close/>
                  <a:moveTo>
                    <a:pt x="1366780" y="930894"/>
                  </a:moveTo>
                  <a:lnTo>
                    <a:pt x="1349094" y="1014278"/>
                  </a:lnTo>
                  <a:lnTo>
                    <a:pt x="1367074" y="957597"/>
                  </a:lnTo>
                  <a:close/>
                  <a:moveTo>
                    <a:pt x="1377758" y="906246"/>
                  </a:moveTo>
                  <a:lnTo>
                    <a:pt x="1366780" y="930894"/>
                  </a:lnTo>
                  <a:lnTo>
                    <a:pt x="1434974" y="841512"/>
                  </a:lnTo>
                  <a:close/>
                  <a:moveTo>
                    <a:pt x="1356993" y="919161"/>
                  </a:moveTo>
                  <a:lnTo>
                    <a:pt x="1366780" y="930894"/>
                  </a:lnTo>
                  <a:lnTo>
                    <a:pt x="1377758" y="906246"/>
                  </a:lnTo>
                  <a:close/>
                  <a:moveTo>
                    <a:pt x="1222683" y="672516"/>
                  </a:moveTo>
                  <a:lnTo>
                    <a:pt x="1167847" y="678741"/>
                  </a:lnTo>
                  <a:lnTo>
                    <a:pt x="1160042" y="677508"/>
                  </a:lnTo>
                  <a:close/>
                  <a:moveTo>
                    <a:pt x="1434974" y="841512"/>
                  </a:moveTo>
                  <a:lnTo>
                    <a:pt x="1449277" y="824326"/>
                  </a:lnTo>
                  <a:lnTo>
                    <a:pt x="1415021" y="830366"/>
                  </a:lnTo>
                  <a:close/>
                  <a:moveTo>
                    <a:pt x="1377758" y="906246"/>
                  </a:moveTo>
                  <a:lnTo>
                    <a:pt x="1434974" y="841512"/>
                  </a:lnTo>
                  <a:lnTo>
                    <a:pt x="1415021" y="830366"/>
                  </a:lnTo>
                  <a:close/>
                  <a:moveTo>
                    <a:pt x="1502110" y="798510"/>
                  </a:moveTo>
                  <a:lnTo>
                    <a:pt x="1569778" y="887045"/>
                  </a:lnTo>
                  <a:lnTo>
                    <a:pt x="1558684" y="880725"/>
                  </a:lnTo>
                  <a:close/>
                  <a:moveTo>
                    <a:pt x="1434974" y="841512"/>
                  </a:moveTo>
                  <a:lnTo>
                    <a:pt x="1569778" y="887045"/>
                  </a:lnTo>
                  <a:lnTo>
                    <a:pt x="1502110" y="798510"/>
                  </a:lnTo>
                  <a:close/>
                  <a:moveTo>
                    <a:pt x="1568680" y="787845"/>
                  </a:moveTo>
                  <a:lnTo>
                    <a:pt x="1599067" y="863234"/>
                  </a:lnTo>
                  <a:lnTo>
                    <a:pt x="1584760" y="880725"/>
                  </a:lnTo>
                  <a:close/>
                  <a:moveTo>
                    <a:pt x="1799249" y="121028"/>
                  </a:moveTo>
                  <a:lnTo>
                    <a:pt x="1755872" y="195793"/>
                  </a:lnTo>
                  <a:lnTo>
                    <a:pt x="1794982" y="224589"/>
                  </a:lnTo>
                  <a:close/>
                  <a:moveTo>
                    <a:pt x="1870637" y="113036"/>
                  </a:moveTo>
                  <a:lnTo>
                    <a:pt x="1875618" y="119533"/>
                  </a:lnTo>
                  <a:lnTo>
                    <a:pt x="1884403" y="116008"/>
                  </a:lnTo>
                  <a:close/>
                  <a:moveTo>
                    <a:pt x="1834632" y="145122"/>
                  </a:moveTo>
                  <a:lnTo>
                    <a:pt x="1870637" y="113036"/>
                  </a:lnTo>
                  <a:lnTo>
                    <a:pt x="1805576" y="99943"/>
                  </a:lnTo>
                  <a:close/>
                  <a:moveTo>
                    <a:pt x="1805576" y="99943"/>
                  </a:moveTo>
                  <a:lnTo>
                    <a:pt x="1799249" y="121028"/>
                  </a:lnTo>
                  <a:lnTo>
                    <a:pt x="1834632" y="145122"/>
                  </a:lnTo>
                  <a:close/>
                  <a:moveTo>
                    <a:pt x="1916348" y="74600"/>
                  </a:moveTo>
                  <a:lnTo>
                    <a:pt x="1870637" y="113036"/>
                  </a:lnTo>
                  <a:lnTo>
                    <a:pt x="1884403" y="116008"/>
                  </a:lnTo>
                  <a:close/>
                  <a:moveTo>
                    <a:pt x="1884403" y="116008"/>
                  </a:moveTo>
                  <a:lnTo>
                    <a:pt x="1958428" y="114116"/>
                  </a:lnTo>
                  <a:lnTo>
                    <a:pt x="2012359" y="100553"/>
                  </a:lnTo>
                  <a:close/>
                  <a:moveTo>
                    <a:pt x="2012359" y="100553"/>
                  </a:moveTo>
                  <a:lnTo>
                    <a:pt x="1958428" y="114116"/>
                  </a:lnTo>
                  <a:lnTo>
                    <a:pt x="2094094" y="127488"/>
                  </a:lnTo>
                  <a:close/>
                  <a:moveTo>
                    <a:pt x="2142901" y="94768"/>
                  </a:moveTo>
                  <a:lnTo>
                    <a:pt x="2094094" y="127488"/>
                  </a:lnTo>
                  <a:lnTo>
                    <a:pt x="2218271" y="97905"/>
                  </a:lnTo>
                  <a:close/>
                  <a:moveTo>
                    <a:pt x="2289224" y="25647"/>
                  </a:moveTo>
                  <a:lnTo>
                    <a:pt x="2246240" y="0"/>
                  </a:lnTo>
                  <a:lnTo>
                    <a:pt x="2218271" y="9790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36" name="Candidate_density__2155">
              <a:extLst>
                <a:ext uri="{FF2B5EF4-FFF2-40B4-BE49-F238E27FC236}">
                  <a16:creationId xmlns:a16="http://schemas.microsoft.com/office/drawing/2014/main" id="{7B06A0B6-6142-0CE2-28BC-F77CE6C3FDB9}"/>
                </a:ext>
              </a:extLst>
            </p:cNvPr>
            <p:cNvSpPr>
              <a:spLocks noGrp="1"/>
            </p:cNvSpPr>
            <p:nvPr/>
          </p:nvSpPr>
          <p:spPr>
            <a:xfrm>
              <a:off x="3669339" y="2571864"/>
              <a:ext cx="1810438" cy="772692"/>
            </a:xfrm>
            <a:custGeom>
              <a:avLst/>
              <a:gdLst/>
              <a:ahLst/>
              <a:cxnLst/>
              <a:rect l="0" t="0" r="0" b="0"/>
              <a:pathLst>
                <a:path w="1810438" h="772692">
                  <a:moveTo>
                    <a:pt x="64702" y="484809"/>
                  </a:moveTo>
                  <a:lnTo>
                    <a:pt x="83974" y="477510"/>
                  </a:lnTo>
                  <a:lnTo>
                    <a:pt x="0" y="485187"/>
                  </a:lnTo>
                  <a:close/>
                  <a:moveTo>
                    <a:pt x="136308" y="234780"/>
                  </a:moveTo>
                  <a:lnTo>
                    <a:pt x="134928" y="250380"/>
                  </a:lnTo>
                  <a:lnTo>
                    <a:pt x="160069" y="195761"/>
                  </a:lnTo>
                  <a:close/>
                  <a:moveTo>
                    <a:pt x="1513509" y="772692"/>
                  </a:moveTo>
                  <a:lnTo>
                    <a:pt x="1559819" y="766018"/>
                  </a:lnTo>
                  <a:lnTo>
                    <a:pt x="1425015" y="720484"/>
                  </a:lnTo>
                  <a:close/>
                  <a:moveTo>
                    <a:pt x="1574801" y="759697"/>
                  </a:moveTo>
                  <a:lnTo>
                    <a:pt x="1559819" y="766018"/>
                  </a:lnTo>
                  <a:lnTo>
                    <a:pt x="1577680" y="677482"/>
                  </a:lnTo>
                  <a:close/>
                  <a:moveTo>
                    <a:pt x="1492151" y="677482"/>
                  </a:moveTo>
                  <a:lnTo>
                    <a:pt x="1548725" y="759697"/>
                  </a:lnTo>
                  <a:lnTo>
                    <a:pt x="1589107" y="742206"/>
                  </a:lnTo>
                  <a:close/>
                  <a:moveTo>
                    <a:pt x="1789623" y="112661"/>
                  </a:moveTo>
                  <a:lnTo>
                    <a:pt x="1789290" y="0"/>
                  </a:lnTo>
                  <a:lnTo>
                    <a:pt x="1785022" y="103561"/>
                  </a:lnTo>
                  <a:close/>
                  <a:moveTo>
                    <a:pt x="1810438" y="30445"/>
                  </a:moveTo>
                  <a:lnTo>
                    <a:pt x="1789290" y="0"/>
                  </a:lnTo>
                  <a:lnTo>
                    <a:pt x="1789623" y="11266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37" name="Candidate_density__2156">
              <a:extLst>
                <a:ext uri="{FF2B5EF4-FFF2-40B4-BE49-F238E27FC236}">
                  <a16:creationId xmlns:a16="http://schemas.microsoft.com/office/drawing/2014/main" id="{D7157CE8-E04A-D48F-AF5D-52736124994E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13180"/>
              <a:ext cx="1882225" cy="964960"/>
            </a:xfrm>
            <a:custGeom>
              <a:avLst/>
              <a:gdLst/>
              <a:ahLst/>
              <a:cxnLst/>
              <a:rect l="0" t="0" r="0" b="0"/>
              <a:pathLst>
                <a:path w="1882225" h="964960">
                  <a:moveTo>
                    <a:pt x="86799" y="676360"/>
                  </a:moveTo>
                  <a:lnTo>
                    <a:pt x="72637" y="701874"/>
                  </a:lnTo>
                  <a:lnTo>
                    <a:pt x="108057" y="691457"/>
                  </a:lnTo>
                  <a:close/>
                  <a:moveTo>
                    <a:pt x="82590" y="659695"/>
                  </a:moveTo>
                  <a:lnTo>
                    <a:pt x="61926" y="649990"/>
                  </a:lnTo>
                  <a:lnTo>
                    <a:pt x="108057" y="691457"/>
                  </a:lnTo>
                  <a:close/>
                  <a:moveTo>
                    <a:pt x="86799" y="676360"/>
                  </a:moveTo>
                  <a:lnTo>
                    <a:pt x="61926" y="649990"/>
                  </a:lnTo>
                  <a:lnTo>
                    <a:pt x="9078" y="592863"/>
                  </a:lnTo>
                  <a:close/>
                  <a:moveTo>
                    <a:pt x="0" y="555709"/>
                  </a:moveTo>
                  <a:lnTo>
                    <a:pt x="4729" y="583788"/>
                  </a:lnTo>
                  <a:lnTo>
                    <a:pt x="9078" y="592863"/>
                  </a:lnTo>
                  <a:close/>
                  <a:moveTo>
                    <a:pt x="274305" y="720139"/>
                  </a:moveTo>
                  <a:lnTo>
                    <a:pt x="336688" y="773749"/>
                  </a:lnTo>
                  <a:lnTo>
                    <a:pt x="253924" y="715175"/>
                  </a:lnTo>
                  <a:close/>
                  <a:moveTo>
                    <a:pt x="439823" y="665497"/>
                  </a:moveTo>
                  <a:lnTo>
                    <a:pt x="447923" y="578550"/>
                  </a:lnTo>
                  <a:lnTo>
                    <a:pt x="433837" y="681702"/>
                  </a:lnTo>
                  <a:close/>
                  <a:moveTo>
                    <a:pt x="412957" y="561051"/>
                  </a:moveTo>
                  <a:lnTo>
                    <a:pt x="487355" y="628007"/>
                  </a:lnTo>
                  <a:lnTo>
                    <a:pt x="433837" y="681702"/>
                  </a:lnTo>
                  <a:close/>
                  <a:moveTo>
                    <a:pt x="569856" y="540012"/>
                  </a:moveTo>
                  <a:lnTo>
                    <a:pt x="561402" y="643266"/>
                  </a:lnTo>
                  <a:lnTo>
                    <a:pt x="516989" y="523601"/>
                  </a:lnTo>
                  <a:close/>
                  <a:moveTo>
                    <a:pt x="566525" y="642812"/>
                  </a:moveTo>
                  <a:lnTo>
                    <a:pt x="561402" y="643266"/>
                  </a:lnTo>
                  <a:lnTo>
                    <a:pt x="569856" y="540012"/>
                  </a:lnTo>
                  <a:close/>
                  <a:moveTo>
                    <a:pt x="646121" y="449087"/>
                  </a:moveTo>
                  <a:lnTo>
                    <a:pt x="569856" y="540012"/>
                  </a:lnTo>
                  <a:lnTo>
                    <a:pt x="533874" y="523279"/>
                  </a:lnTo>
                  <a:close/>
                  <a:moveTo>
                    <a:pt x="1214309" y="964960"/>
                  </a:moveTo>
                  <a:lnTo>
                    <a:pt x="1285356" y="951934"/>
                  </a:lnTo>
                  <a:lnTo>
                    <a:pt x="1255670" y="904401"/>
                  </a:lnTo>
                  <a:close/>
                  <a:moveTo>
                    <a:pt x="1273885" y="831663"/>
                  </a:moveTo>
                  <a:lnTo>
                    <a:pt x="1255670" y="904401"/>
                  </a:lnTo>
                  <a:lnTo>
                    <a:pt x="1293255" y="856817"/>
                  </a:lnTo>
                  <a:close/>
                  <a:moveTo>
                    <a:pt x="1273503" y="755873"/>
                  </a:moveTo>
                  <a:lnTo>
                    <a:pt x="1293255" y="856817"/>
                  </a:lnTo>
                  <a:lnTo>
                    <a:pt x="1314020" y="843902"/>
                  </a:lnTo>
                  <a:close/>
                  <a:moveTo>
                    <a:pt x="1365983" y="717288"/>
                  </a:moveTo>
                  <a:lnTo>
                    <a:pt x="1351283" y="768022"/>
                  </a:lnTo>
                  <a:lnTo>
                    <a:pt x="1404352" y="736166"/>
                  </a:lnTo>
                  <a:close/>
                  <a:moveTo>
                    <a:pt x="1365983" y="717288"/>
                  </a:moveTo>
                  <a:lnTo>
                    <a:pt x="1414381" y="725278"/>
                  </a:lnTo>
                  <a:lnTo>
                    <a:pt x="1373873" y="637280"/>
                  </a:lnTo>
                  <a:close/>
                  <a:moveTo>
                    <a:pt x="1207900" y="166002"/>
                  </a:moveTo>
                  <a:lnTo>
                    <a:pt x="1169264" y="204439"/>
                  </a:lnTo>
                  <a:lnTo>
                    <a:pt x="1218652" y="120387"/>
                  </a:lnTo>
                  <a:close/>
                  <a:moveTo>
                    <a:pt x="1341794" y="86936"/>
                  </a:moveTo>
                  <a:lnTo>
                    <a:pt x="1270379" y="133867"/>
                  </a:lnTo>
                  <a:lnTo>
                    <a:pt x="1218652" y="120387"/>
                  </a:lnTo>
                  <a:close/>
                  <a:moveTo>
                    <a:pt x="1469241" y="89129"/>
                  </a:moveTo>
                  <a:lnTo>
                    <a:pt x="1427722" y="129550"/>
                  </a:lnTo>
                  <a:lnTo>
                    <a:pt x="1476458" y="96562"/>
                  </a:lnTo>
                  <a:close/>
                  <a:moveTo>
                    <a:pt x="1469241" y="89129"/>
                  </a:moveTo>
                  <a:lnTo>
                    <a:pt x="1425094" y="127566"/>
                  </a:lnTo>
                  <a:lnTo>
                    <a:pt x="1427722" y="129550"/>
                  </a:lnTo>
                  <a:close/>
                  <a:moveTo>
                    <a:pt x="1425094" y="127566"/>
                  </a:moveTo>
                  <a:lnTo>
                    <a:pt x="1469241" y="89129"/>
                  </a:lnTo>
                  <a:lnTo>
                    <a:pt x="1341794" y="86936"/>
                  </a:lnTo>
                  <a:close/>
                  <a:moveTo>
                    <a:pt x="1469241" y="89129"/>
                  </a:moveTo>
                  <a:lnTo>
                    <a:pt x="1395878" y="73945"/>
                  </a:lnTo>
                  <a:lnTo>
                    <a:pt x="1341794" y="86936"/>
                  </a:lnTo>
                  <a:close/>
                  <a:moveTo>
                    <a:pt x="1708082" y="220575"/>
                  </a:moveTo>
                  <a:lnTo>
                    <a:pt x="1692134" y="133449"/>
                  </a:lnTo>
                  <a:lnTo>
                    <a:pt x="1709931" y="215123"/>
                  </a:lnTo>
                  <a:close/>
                  <a:moveTo>
                    <a:pt x="1852610" y="12256"/>
                  </a:moveTo>
                  <a:lnTo>
                    <a:pt x="1869776" y="22079"/>
                  </a:lnTo>
                  <a:lnTo>
                    <a:pt x="1882225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38" name="Candidate_density__2157">
              <a:extLst>
                <a:ext uri="{FF2B5EF4-FFF2-40B4-BE49-F238E27FC236}">
                  <a16:creationId xmlns:a16="http://schemas.microsoft.com/office/drawing/2014/main" id="{362AF4D8-7FD4-892A-F404-7F0E80C4394B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49518"/>
              <a:ext cx="2156541" cy="1028622"/>
            </a:xfrm>
            <a:custGeom>
              <a:avLst/>
              <a:gdLst/>
              <a:ahLst/>
              <a:cxnLst/>
              <a:rect l="0" t="0" r="0" b="0"/>
              <a:pathLst>
                <a:path w="2156541" h="1028622">
                  <a:moveTo>
                    <a:pt x="340078" y="807556"/>
                  </a:moveTo>
                  <a:lnTo>
                    <a:pt x="383636" y="837411"/>
                  </a:lnTo>
                  <a:lnTo>
                    <a:pt x="321253" y="783801"/>
                  </a:lnTo>
                  <a:close/>
                  <a:moveTo>
                    <a:pt x="0" y="575593"/>
                  </a:moveTo>
                  <a:lnTo>
                    <a:pt x="51678" y="647451"/>
                  </a:lnTo>
                  <a:lnTo>
                    <a:pt x="46948" y="619371"/>
                  </a:lnTo>
                  <a:close/>
                  <a:moveTo>
                    <a:pt x="472396" y="890614"/>
                  </a:moveTo>
                  <a:lnTo>
                    <a:pt x="486049" y="849568"/>
                  </a:lnTo>
                  <a:lnTo>
                    <a:pt x="417763" y="866016"/>
                  </a:lnTo>
                  <a:close/>
                  <a:moveTo>
                    <a:pt x="486251" y="749311"/>
                  </a:moveTo>
                  <a:lnTo>
                    <a:pt x="480785" y="745365"/>
                  </a:lnTo>
                  <a:lnTo>
                    <a:pt x="383636" y="837411"/>
                  </a:lnTo>
                  <a:close/>
                  <a:moveTo>
                    <a:pt x="383636" y="837411"/>
                  </a:moveTo>
                  <a:lnTo>
                    <a:pt x="417763" y="866016"/>
                  </a:lnTo>
                  <a:lnTo>
                    <a:pt x="486049" y="849568"/>
                  </a:lnTo>
                  <a:close/>
                  <a:moveTo>
                    <a:pt x="486049" y="849568"/>
                  </a:moveTo>
                  <a:lnTo>
                    <a:pt x="486251" y="749311"/>
                  </a:lnTo>
                  <a:lnTo>
                    <a:pt x="383636" y="837411"/>
                  </a:lnTo>
                  <a:close/>
                  <a:moveTo>
                    <a:pt x="570019" y="841894"/>
                  </a:moveTo>
                  <a:lnTo>
                    <a:pt x="501234" y="745365"/>
                  </a:lnTo>
                  <a:lnTo>
                    <a:pt x="486251" y="749311"/>
                  </a:lnTo>
                  <a:close/>
                  <a:moveTo>
                    <a:pt x="570019" y="841894"/>
                  </a:moveTo>
                  <a:lnTo>
                    <a:pt x="486251" y="749311"/>
                  </a:lnTo>
                  <a:lnTo>
                    <a:pt x="486049" y="849568"/>
                  </a:lnTo>
                  <a:close/>
                  <a:moveTo>
                    <a:pt x="486251" y="749311"/>
                  </a:moveTo>
                  <a:lnTo>
                    <a:pt x="501234" y="745365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86251" y="749311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94871" y="642212"/>
                  </a:lnTo>
                  <a:lnTo>
                    <a:pt x="459905" y="624713"/>
                  </a:lnTo>
                  <a:close/>
                  <a:moveTo>
                    <a:pt x="612542" y="707232"/>
                  </a:moveTo>
                  <a:lnTo>
                    <a:pt x="501234" y="745365"/>
                  </a:lnTo>
                  <a:lnTo>
                    <a:pt x="581405" y="804321"/>
                  </a:lnTo>
                  <a:close/>
                  <a:moveTo>
                    <a:pt x="501234" y="745365"/>
                  </a:moveTo>
                  <a:lnTo>
                    <a:pt x="612542" y="707232"/>
                  </a:lnTo>
                  <a:lnTo>
                    <a:pt x="494871" y="642212"/>
                  </a:lnTo>
                  <a:close/>
                  <a:moveTo>
                    <a:pt x="501234" y="745365"/>
                  </a:moveTo>
                  <a:lnTo>
                    <a:pt x="494871" y="642212"/>
                  </a:lnTo>
                  <a:lnTo>
                    <a:pt x="486772" y="729159"/>
                  </a:lnTo>
                  <a:close/>
                  <a:moveTo>
                    <a:pt x="687270" y="707070"/>
                  </a:moveTo>
                  <a:lnTo>
                    <a:pt x="612542" y="707232"/>
                  </a:lnTo>
                  <a:lnTo>
                    <a:pt x="581405" y="804321"/>
                  </a:lnTo>
                  <a:close/>
                  <a:moveTo>
                    <a:pt x="398196" y="560123"/>
                  </a:moveTo>
                  <a:lnTo>
                    <a:pt x="459905" y="624713"/>
                  </a:lnTo>
                  <a:lnTo>
                    <a:pt x="494871" y="642212"/>
                  </a:lnTo>
                  <a:close/>
                  <a:moveTo>
                    <a:pt x="330284" y="460283"/>
                  </a:moveTo>
                  <a:lnTo>
                    <a:pt x="351013" y="500237"/>
                  </a:lnTo>
                  <a:lnTo>
                    <a:pt x="347734" y="498719"/>
                  </a:lnTo>
                  <a:close/>
                  <a:moveTo>
                    <a:pt x="504056" y="534653"/>
                  </a:moveTo>
                  <a:lnTo>
                    <a:pt x="616804" y="603674"/>
                  </a:lnTo>
                  <a:lnTo>
                    <a:pt x="566507" y="586277"/>
                  </a:lnTo>
                  <a:close/>
                  <a:moveTo>
                    <a:pt x="520097" y="542499"/>
                  </a:moveTo>
                  <a:lnTo>
                    <a:pt x="616804" y="603674"/>
                  </a:lnTo>
                  <a:lnTo>
                    <a:pt x="504056" y="534653"/>
                  </a:lnTo>
                  <a:close/>
                  <a:moveTo>
                    <a:pt x="580823" y="586941"/>
                  </a:moveTo>
                  <a:lnTo>
                    <a:pt x="616804" y="603674"/>
                  </a:lnTo>
                  <a:lnTo>
                    <a:pt x="520097" y="542499"/>
                  </a:lnTo>
                  <a:close/>
                  <a:moveTo>
                    <a:pt x="469519" y="421846"/>
                  </a:moveTo>
                  <a:lnTo>
                    <a:pt x="463786" y="460283"/>
                  </a:lnTo>
                  <a:lnTo>
                    <a:pt x="514074" y="504062"/>
                  </a:lnTo>
                  <a:close/>
                  <a:moveTo>
                    <a:pt x="469519" y="421846"/>
                  </a:moveTo>
                  <a:lnTo>
                    <a:pt x="464633" y="431184"/>
                  </a:lnTo>
                  <a:lnTo>
                    <a:pt x="463786" y="460283"/>
                  </a:lnTo>
                  <a:close/>
                  <a:moveTo>
                    <a:pt x="484012" y="250671"/>
                  </a:moveTo>
                  <a:lnTo>
                    <a:pt x="601555" y="301195"/>
                  </a:lnTo>
                  <a:lnTo>
                    <a:pt x="606585" y="311705"/>
                  </a:lnTo>
                  <a:close/>
                  <a:moveTo>
                    <a:pt x="407902" y="151863"/>
                  </a:moveTo>
                  <a:lnTo>
                    <a:pt x="317071" y="165116"/>
                  </a:lnTo>
                  <a:lnTo>
                    <a:pt x="397907" y="257417"/>
                  </a:lnTo>
                  <a:close/>
                  <a:moveTo>
                    <a:pt x="411086" y="257417"/>
                  </a:moveTo>
                  <a:lnTo>
                    <a:pt x="484012" y="250671"/>
                  </a:lnTo>
                  <a:lnTo>
                    <a:pt x="407902" y="151863"/>
                  </a:lnTo>
                  <a:close/>
                  <a:moveTo>
                    <a:pt x="1256056" y="920479"/>
                  </a:moveTo>
                  <a:lnTo>
                    <a:pt x="1261257" y="1028622"/>
                  </a:lnTo>
                  <a:lnTo>
                    <a:pt x="1302618" y="968063"/>
                  </a:lnTo>
                  <a:close/>
                  <a:moveTo>
                    <a:pt x="1256056" y="920479"/>
                  </a:moveTo>
                  <a:lnTo>
                    <a:pt x="1302618" y="968063"/>
                  </a:lnTo>
                  <a:lnTo>
                    <a:pt x="1320833" y="895325"/>
                  </a:lnTo>
                  <a:close/>
                  <a:moveTo>
                    <a:pt x="1320833" y="895325"/>
                  </a:moveTo>
                  <a:lnTo>
                    <a:pt x="1340204" y="920479"/>
                  </a:lnTo>
                  <a:lnTo>
                    <a:pt x="1320451" y="819535"/>
                  </a:lnTo>
                  <a:close/>
                  <a:moveTo>
                    <a:pt x="1320451" y="819535"/>
                  </a:moveTo>
                  <a:lnTo>
                    <a:pt x="1360968" y="907564"/>
                  </a:lnTo>
                  <a:lnTo>
                    <a:pt x="1398231" y="831685"/>
                  </a:lnTo>
                  <a:close/>
                  <a:moveTo>
                    <a:pt x="1412931" y="780950"/>
                  </a:moveTo>
                  <a:lnTo>
                    <a:pt x="1320451" y="819535"/>
                  </a:lnTo>
                  <a:lnTo>
                    <a:pt x="1398231" y="831685"/>
                  </a:lnTo>
                  <a:close/>
                  <a:moveTo>
                    <a:pt x="1420822" y="700942"/>
                  </a:moveTo>
                  <a:lnTo>
                    <a:pt x="1342735" y="687648"/>
                  </a:lnTo>
                  <a:lnTo>
                    <a:pt x="1303662" y="717612"/>
                  </a:lnTo>
                  <a:close/>
                  <a:moveTo>
                    <a:pt x="1420822" y="700942"/>
                  </a:moveTo>
                  <a:lnTo>
                    <a:pt x="1465164" y="698986"/>
                  </a:lnTo>
                  <a:lnTo>
                    <a:pt x="1430136" y="679176"/>
                  </a:lnTo>
                  <a:close/>
                  <a:moveTo>
                    <a:pt x="1420822" y="700942"/>
                  </a:moveTo>
                  <a:lnTo>
                    <a:pt x="1461330" y="788940"/>
                  </a:lnTo>
                  <a:lnTo>
                    <a:pt x="1465164" y="698986"/>
                  </a:lnTo>
                  <a:close/>
                  <a:moveTo>
                    <a:pt x="1451300" y="799828"/>
                  </a:moveTo>
                  <a:lnTo>
                    <a:pt x="1461330" y="788940"/>
                  </a:lnTo>
                  <a:lnTo>
                    <a:pt x="1412931" y="780950"/>
                  </a:lnTo>
                  <a:close/>
                  <a:moveTo>
                    <a:pt x="1303662" y="717612"/>
                  </a:moveTo>
                  <a:lnTo>
                    <a:pt x="1337067" y="681942"/>
                  </a:lnTo>
                  <a:lnTo>
                    <a:pt x="1407660" y="651734"/>
                  </a:lnTo>
                  <a:close/>
                  <a:moveTo>
                    <a:pt x="1407660" y="651734"/>
                  </a:moveTo>
                  <a:lnTo>
                    <a:pt x="1365501" y="619326"/>
                  </a:lnTo>
                  <a:lnTo>
                    <a:pt x="1302562" y="635398"/>
                  </a:lnTo>
                  <a:close/>
                  <a:moveTo>
                    <a:pt x="1407660" y="651734"/>
                  </a:moveTo>
                  <a:lnTo>
                    <a:pt x="1430136" y="679176"/>
                  </a:lnTo>
                  <a:lnTo>
                    <a:pt x="1365501" y="619326"/>
                  </a:lnTo>
                  <a:close/>
                  <a:moveTo>
                    <a:pt x="1430136" y="679176"/>
                  </a:moveTo>
                  <a:lnTo>
                    <a:pt x="1465164" y="698986"/>
                  </a:lnTo>
                  <a:lnTo>
                    <a:pt x="1365501" y="619326"/>
                  </a:lnTo>
                  <a:close/>
                  <a:moveTo>
                    <a:pt x="1420822" y="700942"/>
                  </a:moveTo>
                  <a:lnTo>
                    <a:pt x="1430136" y="679176"/>
                  </a:lnTo>
                  <a:lnTo>
                    <a:pt x="1427673" y="668873"/>
                  </a:lnTo>
                  <a:close/>
                  <a:moveTo>
                    <a:pt x="1427673" y="668873"/>
                  </a:moveTo>
                  <a:lnTo>
                    <a:pt x="1430136" y="679176"/>
                  </a:lnTo>
                  <a:lnTo>
                    <a:pt x="1407660" y="651734"/>
                  </a:lnTo>
                  <a:close/>
                  <a:moveTo>
                    <a:pt x="1339422" y="229664"/>
                  </a:moveTo>
                  <a:lnTo>
                    <a:pt x="1356269" y="226462"/>
                  </a:lnTo>
                  <a:lnTo>
                    <a:pt x="1388742" y="150598"/>
                  </a:lnTo>
                  <a:close/>
                  <a:moveTo>
                    <a:pt x="1265600" y="184049"/>
                  </a:moveTo>
                  <a:lnTo>
                    <a:pt x="1339422" y="229664"/>
                  </a:lnTo>
                  <a:lnTo>
                    <a:pt x="1388742" y="150598"/>
                  </a:lnTo>
                  <a:close/>
                  <a:moveTo>
                    <a:pt x="1356269" y="226462"/>
                  </a:moveTo>
                  <a:lnTo>
                    <a:pt x="1472042" y="191228"/>
                  </a:lnTo>
                  <a:lnTo>
                    <a:pt x="1388742" y="150598"/>
                  </a:lnTo>
                  <a:close/>
                  <a:moveTo>
                    <a:pt x="1565546" y="254324"/>
                  </a:moveTo>
                  <a:lnTo>
                    <a:pt x="1568446" y="235007"/>
                  </a:lnTo>
                  <a:lnTo>
                    <a:pt x="1523406" y="160224"/>
                  </a:lnTo>
                  <a:close/>
                  <a:moveTo>
                    <a:pt x="1565546" y="254324"/>
                  </a:moveTo>
                  <a:lnTo>
                    <a:pt x="1523406" y="160224"/>
                  </a:lnTo>
                  <a:lnTo>
                    <a:pt x="1474670" y="193212"/>
                  </a:lnTo>
                  <a:close/>
                  <a:moveTo>
                    <a:pt x="1739082" y="197112"/>
                  </a:moveTo>
                  <a:lnTo>
                    <a:pt x="1732670" y="196570"/>
                  </a:lnTo>
                  <a:lnTo>
                    <a:pt x="1756880" y="278785"/>
                  </a:lnTo>
                  <a:close/>
                  <a:moveTo>
                    <a:pt x="1761943" y="114354"/>
                  </a:moveTo>
                  <a:lnTo>
                    <a:pt x="1737554" y="188367"/>
                  </a:lnTo>
                  <a:lnTo>
                    <a:pt x="1782460" y="122346"/>
                  </a:lnTo>
                  <a:close/>
                  <a:moveTo>
                    <a:pt x="1782460" y="122346"/>
                  </a:moveTo>
                  <a:lnTo>
                    <a:pt x="1737554" y="188367"/>
                  </a:lnTo>
                  <a:lnTo>
                    <a:pt x="1739082" y="197112"/>
                  </a:lnTo>
                  <a:close/>
                  <a:moveTo>
                    <a:pt x="1956760" y="20222"/>
                  </a:moveTo>
                  <a:lnTo>
                    <a:pt x="1899558" y="75918"/>
                  </a:lnTo>
                  <a:lnTo>
                    <a:pt x="1929173" y="63662"/>
                  </a:lnTo>
                  <a:close/>
                  <a:moveTo>
                    <a:pt x="1916724" y="85741"/>
                  </a:moveTo>
                  <a:lnTo>
                    <a:pt x="1987354" y="37482"/>
                  </a:lnTo>
                  <a:lnTo>
                    <a:pt x="1929173" y="63662"/>
                  </a:lnTo>
                  <a:close/>
                  <a:moveTo>
                    <a:pt x="2043493" y="65845"/>
                  </a:moveTo>
                  <a:lnTo>
                    <a:pt x="1987354" y="37482"/>
                  </a:lnTo>
                  <a:lnTo>
                    <a:pt x="1916724" y="85741"/>
                  </a:lnTo>
                  <a:close/>
                  <a:moveTo>
                    <a:pt x="2156541" y="0"/>
                  </a:moveTo>
                  <a:lnTo>
                    <a:pt x="2043493" y="65845"/>
                  </a:lnTo>
                  <a:lnTo>
                    <a:pt x="2126112" y="9608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39" name="Candidate_density__2158">
              <a:extLst>
                <a:ext uri="{FF2B5EF4-FFF2-40B4-BE49-F238E27FC236}">
                  <a16:creationId xmlns:a16="http://schemas.microsoft.com/office/drawing/2014/main" id="{32D59BE1-BB47-C3CA-289C-9F16670F7EF7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2366349"/>
              <a:ext cx="2279550" cy="1111791"/>
            </a:xfrm>
            <a:custGeom>
              <a:avLst/>
              <a:gdLst/>
              <a:ahLst/>
              <a:cxnLst/>
              <a:rect l="0" t="0" r="0" b="0"/>
              <a:pathLst>
                <a:path w="2279550" h="1111791">
                  <a:moveTo>
                    <a:pt x="433735" y="920581"/>
                  </a:moveTo>
                  <a:lnTo>
                    <a:pt x="390177" y="890725"/>
                  </a:lnTo>
                  <a:lnTo>
                    <a:pt x="467862" y="949186"/>
                  </a:lnTo>
                  <a:close/>
                  <a:moveTo>
                    <a:pt x="0" y="576547"/>
                  </a:moveTo>
                  <a:lnTo>
                    <a:pt x="50099" y="658762"/>
                  </a:lnTo>
                  <a:lnTo>
                    <a:pt x="69587" y="620325"/>
                  </a:lnTo>
                  <a:close/>
                  <a:moveTo>
                    <a:pt x="544970" y="725381"/>
                  </a:moveTo>
                  <a:lnTo>
                    <a:pt x="662641" y="790402"/>
                  </a:lnTo>
                  <a:lnTo>
                    <a:pt x="632303" y="714974"/>
                  </a:lnTo>
                  <a:close/>
                  <a:moveTo>
                    <a:pt x="737370" y="790240"/>
                  </a:moveTo>
                  <a:lnTo>
                    <a:pt x="632303" y="714974"/>
                  </a:lnTo>
                  <a:lnTo>
                    <a:pt x="662641" y="790402"/>
                  </a:lnTo>
                  <a:close/>
                  <a:moveTo>
                    <a:pt x="488021" y="693144"/>
                  </a:moveTo>
                  <a:lnTo>
                    <a:pt x="510004" y="707883"/>
                  </a:lnTo>
                  <a:lnTo>
                    <a:pt x="448295" y="643293"/>
                  </a:lnTo>
                  <a:close/>
                  <a:moveTo>
                    <a:pt x="448295" y="643293"/>
                  </a:moveTo>
                  <a:lnTo>
                    <a:pt x="544970" y="725381"/>
                  </a:lnTo>
                  <a:lnTo>
                    <a:pt x="505742" y="657181"/>
                  </a:lnTo>
                  <a:close/>
                  <a:moveTo>
                    <a:pt x="448295" y="643293"/>
                  </a:moveTo>
                  <a:lnTo>
                    <a:pt x="401112" y="583406"/>
                  </a:lnTo>
                  <a:lnTo>
                    <a:pt x="395221" y="625849"/>
                  </a:lnTo>
                  <a:close/>
                  <a:moveTo>
                    <a:pt x="448295" y="643293"/>
                  </a:moveTo>
                  <a:lnTo>
                    <a:pt x="533672" y="585168"/>
                  </a:lnTo>
                  <a:lnTo>
                    <a:pt x="410543" y="581889"/>
                  </a:lnTo>
                  <a:close/>
                  <a:moveTo>
                    <a:pt x="410543" y="581889"/>
                  </a:moveTo>
                  <a:lnTo>
                    <a:pt x="401112" y="583406"/>
                  </a:lnTo>
                  <a:lnTo>
                    <a:pt x="448295" y="643293"/>
                  </a:lnTo>
                  <a:close/>
                  <a:moveTo>
                    <a:pt x="533672" y="585168"/>
                  </a:moveTo>
                  <a:lnTo>
                    <a:pt x="570197" y="625668"/>
                  </a:lnTo>
                  <a:lnTo>
                    <a:pt x="554155" y="617822"/>
                  </a:lnTo>
                  <a:close/>
                  <a:moveTo>
                    <a:pt x="564173" y="587231"/>
                  </a:moveTo>
                  <a:lnTo>
                    <a:pt x="533672" y="585168"/>
                  </a:lnTo>
                  <a:lnTo>
                    <a:pt x="554155" y="617822"/>
                  </a:lnTo>
                  <a:close/>
                  <a:moveTo>
                    <a:pt x="534111" y="333841"/>
                  </a:moveTo>
                  <a:lnTo>
                    <a:pt x="656684" y="394875"/>
                  </a:lnTo>
                  <a:lnTo>
                    <a:pt x="629529" y="316860"/>
                  </a:lnTo>
                  <a:close/>
                  <a:moveTo>
                    <a:pt x="458001" y="235032"/>
                  </a:moveTo>
                  <a:lnTo>
                    <a:pt x="531375" y="235973"/>
                  </a:lnTo>
                  <a:lnTo>
                    <a:pt x="515770" y="148568"/>
                  </a:lnTo>
                  <a:close/>
                  <a:moveTo>
                    <a:pt x="1306155" y="1003649"/>
                  </a:moveTo>
                  <a:lnTo>
                    <a:pt x="1249726" y="1042085"/>
                  </a:lnTo>
                  <a:lnTo>
                    <a:pt x="1311357" y="1111791"/>
                  </a:lnTo>
                  <a:close/>
                  <a:moveTo>
                    <a:pt x="1306155" y="1003649"/>
                  </a:moveTo>
                  <a:lnTo>
                    <a:pt x="1370932" y="978495"/>
                  </a:lnTo>
                  <a:lnTo>
                    <a:pt x="1348123" y="882997"/>
                  </a:lnTo>
                  <a:close/>
                  <a:moveTo>
                    <a:pt x="1463031" y="864120"/>
                  </a:moveTo>
                  <a:lnTo>
                    <a:pt x="1470921" y="784112"/>
                  </a:lnTo>
                  <a:lnTo>
                    <a:pt x="1353761" y="800782"/>
                  </a:lnTo>
                  <a:close/>
                  <a:moveTo>
                    <a:pt x="1386919" y="865404"/>
                  </a:moveTo>
                  <a:lnTo>
                    <a:pt x="1463031" y="864120"/>
                  </a:lnTo>
                  <a:lnTo>
                    <a:pt x="1353761" y="800782"/>
                  </a:lnTo>
                  <a:close/>
                  <a:moveTo>
                    <a:pt x="1352661" y="718568"/>
                  </a:moveTo>
                  <a:lnTo>
                    <a:pt x="1353761" y="800782"/>
                  </a:lnTo>
                  <a:lnTo>
                    <a:pt x="1457759" y="734903"/>
                  </a:lnTo>
                  <a:close/>
                  <a:moveTo>
                    <a:pt x="1613865" y="641694"/>
                  </a:moveTo>
                  <a:lnTo>
                    <a:pt x="1598392" y="703392"/>
                  </a:lnTo>
                  <a:lnTo>
                    <a:pt x="1572196" y="735870"/>
                  </a:lnTo>
                  <a:close/>
                  <a:moveTo>
                    <a:pt x="1632468" y="347094"/>
                  </a:moveTo>
                  <a:lnTo>
                    <a:pt x="1618545" y="318176"/>
                  </a:lnTo>
                  <a:lnTo>
                    <a:pt x="1615645" y="337493"/>
                  </a:lnTo>
                  <a:close/>
                  <a:moveTo>
                    <a:pt x="1674194" y="197524"/>
                  </a:moveTo>
                  <a:lnTo>
                    <a:pt x="1699565" y="220849"/>
                  </a:lnTo>
                  <a:lnTo>
                    <a:pt x="1679957" y="208394"/>
                  </a:lnTo>
                  <a:close/>
                  <a:moveTo>
                    <a:pt x="1787653" y="271537"/>
                  </a:moveTo>
                  <a:lnTo>
                    <a:pt x="1715310" y="197524"/>
                  </a:lnTo>
                  <a:lnTo>
                    <a:pt x="1789181" y="280281"/>
                  </a:lnTo>
                  <a:close/>
                  <a:moveTo>
                    <a:pt x="1789181" y="280281"/>
                  </a:moveTo>
                  <a:lnTo>
                    <a:pt x="1715310" y="197524"/>
                  </a:lnTo>
                  <a:lnTo>
                    <a:pt x="1679957" y="208394"/>
                  </a:lnTo>
                  <a:close/>
                  <a:moveTo>
                    <a:pt x="1699565" y="220849"/>
                  </a:moveTo>
                  <a:lnTo>
                    <a:pt x="1782769" y="27973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699565" y="22084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715310" y="197524"/>
                  </a:lnTo>
                  <a:lnTo>
                    <a:pt x="1689394" y="182822"/>
                  </a:lnTo>
                  <a:close/>
                  <a:moveTo>
                    <a:pt x="1674194" y="197524"/>
                  </a:moveTo>
                  <a:lnTo>
                    <a:pt x="1679957" y="208394"/>
                  </a:lnTo>
                  <a:lnTo>
                    <a:pt x="1689394" y="182822"/>
                  </a:lnTo>
                  <a:close/>
                  <a:moveTo>
                    <a:pt x="1604406" y="80266"/>
                  </a:moveTo>
                  <a:lnTo>
                    <a:pt x="1568115" y="38543"/>
                  </a:lnTo>
                  <a:lnTo>
                    <a:pt x="1577276" y="42290"/>
                  </a:lnTo>
                  <a:close/>
                  <a:moveTo>
                    <a:pt x="1604406" y="80266"/>
                  </a:moveTo>
                  <a:lnTo>
                    <a:pt x="1577276" y="42290"/>
                  </a:lnTo>
                  <a:lnTo>
                    <a:pt x="1659588" y="71384"/>
                  </a:lnTo>
                  <a:close/>
                  <a:moveTo>
                    <a:pt x="1715310" y="197524"/>
                  </a:moveTo>
                  <a:lnTo>
                    <a:pt x="1787653" y="271537"/>
                  </a:lnTo>
                  <a:lnTo>
                    <a:pt x="1778385" y="188965"/>
                  </a:lnTo>
                  <a:close/>
                  <a:moveTo>
                    <a:pt x="1688441" y="101404"/>
                  </a:moveTo>
                  <a:lnTo>
                    <a:pt x="1674194" y="197524"/>
                  </a:lnTo>
                  <a:lnTo>
                    <a:pt x="1689394" y="182822"/>
                  </a:lnTo>
                  <a:close/>
                  <a:moveTo>
                    <a:pt x="1778385" y="188965"/>
                  </a:moveTo>
                  <a:lnTo>
                    <a:pt x="1689394" y="182822"/>
                  </a:lnTo>
                  <a:lnTo>
                    <a:pt x="1715310" y="197524"/>
                  </a:lnTo>
                  <a:close/>
                  <a:moveTo>
                    <a:pt x="1688441" y="101404"/>
                  </a:moveTo>
                  <a:lnTo>
                    <a:pt x="1689394" y="182822"/>
                  </a:lnTo>
                  <a:lnTo>
                    <a:pt x="1778385" y="188965"/>
                  </a:lnTo>
                  <a:close/>
                  <a:moveTo>
                    <a:pt x="1778385" y="188965"/>
                  </a:moveTo>
                  <a:lnTo>
                    <a:pt x="1787653" y="271537"/>
                  </a:lnTo>
                  <a:lnTo>
                    <a:pt x="1812042" y="197524"/>
                  </a:lnTo>
                  <a:close/>
                  <a:moveTo>
                    <a:pt x="1778385" y="188965"/>
                  </a:moveTo>
                  <a:lnTo>
                    <a:pt x="1812042" y="197524"/>
                  </a:lnTo>
                  <a:lnTo>
                    <a:pt x="1757517" y="105839"/>
                  </a:lnTo>
                  <a:close/>
                  <a:moveTo>
                    <a:pt x="1626171" y="91436"/>
                  </a:moveTo>
                  <a:lnTo>
                    <a:pt x="1688441" y="101404"/>
                  </a:lnTo>
                  <a:lnTo>
                    <a:pt x="1659588" y="71384"/>
                  </a:lnTo>
                  <a:close/>
                  <a:moveTo>
                    <a:pt x="1876077" y="108280"/>
                  </a:moveTo>
                  <a:lnTo>
                    <a:pt x="1949657" y="159088"/>
                  </a:lnTo>
                  <a:lnTo>
                    <a:pt x="1934953" y="38436"/>
                  </a:lnTo>
                  <a:close/>
                  <a:moveTo>
                    <a:pt x="1934953" y="38436"/>
                  </a:moveTo>
                  <a:lnTo>
                    <a:pt x="1949657" y="159088"/>
                  </a:lnTo>
                  <a:lnTo>
                    <a:pt x="2006859" y="103392"/>
                  </a:lnTo>
                  <a:close/>
                  <a:moveTo>
                    <a:pt x="1979272" y="146832"/>
                  </a:moveTo>
                  <a:lnTo>
                    <a:pt x="2037453" y="120652"/>
                  </a:lnTo>
                  <a:lnTo>
                    <a:pt x="2006859" y="103392"/>
                  </a:lnTo>
                  <a:close/>
                  <a:moveTo>
                    <a:pt x="2037453" y="120652"/>
                  </a:moveTo>
                  <a:lnTo>
                    <a:pt x="2093592" y="149015"/>
                  </a:lnTo>
                  <a:lnTo>
                    <a:pt x="2107838" y="102902"/>
                  </a:lnTo>
                  <a:close/>
                  <a:moveTo>
                    <a:pt x="2006859" y="103392"/>
                  </a:moveTo>
                  <a:lnTo>
                    <a:pt x="2037453" y="120652"/>
                  </a:lnTo>
                  <a:lnTo>
                    <a:pt x="2095460" y="0"/>
                  </a:lnTo>
                  <a:close/>
                  <a:moveTo>
                    <a:pt x="2115828" y="16948"/>
                  </a:moveTo>
                  <a:lnTo>
                    <a:pt x="2037453" y="120652"/>
                  </a:lnTo>
                  <a:lnTo>
                    <a:pt x="2107838" y="102902"/>
                  </a:lnTo>
                  <a:close/>
                  <a:moveTo>
                    <a:pt x="2206640" y="83170"/>
                  </a:moveTo>
                  <a:lnTo>
                    <a:pt x="2107838" y="102902"/>
                  </a:lnTo>
                  <a:lnTo>
                    <a:pt x="2093592" y="149015"/>
                  </a:lnTo>
                  <a:close/>
                  <a:moveTo>
                    <a:pt x="2107838" y="102902"/>
                  </a:moveTo>
                  <a:lnTo>
                    <a:pt x="2206640" y="83170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06668" y="77928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79550" y="84488"/>
                  </a:lnTo>
                  <a:lnTo>
                    <a:pt x="2206668" y="7792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40" name="Candidate_density__2159">
              <a:extLst>
                <a:ext uri="{FF2B5EF4-FFF2-40B4-BE49-F238E27FC236}">
                  <a16:creationId xmlns:a16="http://schemas.microsoft.com/office/drawing/2014/main" id="{D74D3406-F3B8-E365-77DB-EC01E6073127}"/>
                </a:ext>
              </a:extLst>
            </p:cNvPr>
            <p:cNvSpPr>
              <a:spLocks noGrp="1"/>
            </p:cNvSpPr>
            <p:nvPr/>
          </p:nvSpPr>
          <p:spPr>
            <a:xfrm>
              <a:off x="3785043" y="2587125"/>
              <a:ext cx="1669318" cy="877989"/>
            </a:xfrm>
            <a:custGeom>
              <a:avLst/>
              <a:gdLst/>
              <a:ahLst/>
              <a:cxnLst/>
              <a:rect l="0" t="0" r="0" b="0"/>
              <a:pathLst>
                <a:path w="1669318" h="877989">
                  <a:moveTo>
                    <a:pt x="46131" y="617512"/>
                  </a:moveTo>
                  <a:lnTo>
                    <a:pt x="0" y="576045"/>
                  </a:lnTo>
                  <a:lnTo>
                    <a:pt x="24873" y="602416"/>
                  </a:lnTo>
                  <a:close/>
                  <a:moveTo>
                    <a:pt x="105483" y="624216"/>
                  </a:moveTo>
                  <a:lnTo>
                    <a:pt x="20664" y="585750"/>
                  </a:lnTo>
                  <a:lnTo>
                    <a:pt x="46131" y="617512"/>
                  </a:lnTo>
                  <a:close/>
                  <a:moveTo>
                    <a:pt x="371911" y="607758"/>
                  </a:moveTo>
                  <a:lnTo>
                    <a:pt x="340803" y="689973"/>
                  </a:lnTo>
                  <a:lnTo>
                    <a:pt x="274762" y="699804"/>
                  </a:lnTo>
                  <a:close/>
                  <a:moveTo>
                    <a:pt x="274762" y="699804"/>
                  </a:moveTo>
                  <a:lnTo>
                    <a:pt x="340803" y="689973"/>
                  </a:lnTo>
                  <a:lnTo>
                    <a:pt x="315587" y="701439"/>
                  </a:lnTo>
                  <a:close/>
                  <a:moveTo>
                    <a:pt x="191998" y="641230"/>
                  </a:moveTo>
                  <a:lnTo>
                    <a:pt x="274762" y="699804"/>
                  </a:lnTo>
                  <a:lnTo>
                    <a:pt x="315587" y="701439"/>
                  </a:lnTo>
                  <a:close/>
                  <a:moveTo>
                    <a:pt x="504599" y="568867"/>
                  </a:moveTo>
                  <a:lnTo>
                    <a:pt x="570291" y="615553"/>
                  </a:lnTo>
                  <a:lnTo>
                    <a:pt x="499476" y="569321"/>
                  </a:lnTo>
                  <a:close/>
                  <a:moveTo>
                    <a:pt x="507930" y="466067"/>
                  </a:moveTo>
                  <a:lnTo>
                    <a:pt x="554389" y="448670"/>
                  </a:lnTo>
                  <a:lnTo>
                    <a:pt x="504599" y="568867"/>
                  </a:lnTo>
                  <a:close/>
                  <a:moveTo>
                    <a:pt x="1193744" y="830456"/>
                  </a:moveTo>
                  <a:lnTo>
                    <a:pt x="1241116" y="794605"/>
                  </a:lnTo>
                  <a:lnTo>
                    <a:pt x="1231330" y="782872"/>
                  </a:lnTo>
                  <a:close/>
                  <a:moveTo>
                    <a:pt x="1223430" y="877989"/>
                  </a:moveTo>
                  <a:lnTo>
                    <a:pt x="1241116" y="794605"/>
                  </a:lnTo>
                  <a:lnTo>
                    <a:pt x="1193744" y="830456"/>
                  </a:lnTo>
                  <a:close/>
                  <a:moveTo>
                    <a:pt x="1042183" y="542452"/>
                  </a:moveTo>
                  <a:lnTo>
                    <a:pt x="1097019" y="536227"/>
                  </a:lnTo>
                  <a:lnTo>
                    <a:pt x="1133972" y="580005"/>
                  </a:lnTo>
                  <a:close/>
                  <a:moveTo>
                    <a:pt x="1133972" y="580005"/>
                  </a:moveTo>
                  <a:lnTo>
                    <a:pt x="1097019" y="536227"/>
                  </a:lnTo>
                  <a:lnTo>
                    <a:pt x="1133030" y="497791"/>
                  </a:lnTo>
                  <a:close/>
                  <a:moveTo>
                    <a:pt x="1042183" y="542452"/>
                  </a:moveTo>
                  <a:lnTo>
                    <a:pt x="1034692" y="577901"/>
                  </a:lnTo>
                  <a:lnTo>
                    <a:pt x="974535" y="568184"/>
                  </a:lnTo>
                  <a:close/>
                  <a:moveTo>
                    <a:pt x="1097019" y="536227"/>
                  </a:moveTo>
                  <a:lnTo>
                    <a:pt x="1121869" y="415576"/>
                  </a:lnTo>
                  <a:lnTo>
                    <a:pt x="1133030" y="497791"/>
                  </a:lnTo>
                  <a:close/>
                  <a:moveTo>
                    <a:pt x="1162308" y="397714"/>
                  </a:moveTo>
                  <a:lnTo>
                    <a:pt x="1121869" y="415576"/>
                  </a:lnTo>
                  <a:lnTo>
                    <a:pt x="1137473" y="404864"/>
                  </a:lnTo>
                  <a:close/>
                  <a:moveTo>
                    <a:pt x="1616699" y="270670"/>
                  </a:moveTo>
                  <a:lnTo>
                    <a:pt x="1645135" y="347645"/>
                  </a:lnTo>
                  <a:lnTo>
                    <a:pt x="1649392" y="382481"/>
                  </a:lnTo>
                  <a:close/>
                  <a:moveTo>
                    <a:pt x="1645135" y="347645"/>
                  </a:moveTo>
                  <a:lnTo>
                    <a:pt x="1616699" y="270670"/>
                  </a:lnTo>
                  <a:lnTo>
                    <a:pt x="1643664" y="344045"/>
                  </a:lnTo>
                  <a:close/>
                  <a:moveTo>
                    <a:pt x="1616699" y="270670"/>
                  </a:moveTo>
                  <a:lnTo>
                    <a:pt x="1606242" y="261829"/>
                  </a:lnTo>
                  <a:lnTo>
                    <a:pt x="1643664" y="344045"/>
                  </a:lnTo>
                  <a:close/>
                  <a:moveTo>
                    <a:pt x="1333953" y="0"/>
                  </a:moveTo>
                  <a:lnTo>
                    <a:pt x="1222047" y="53621"/>
                  </a:lnTo>
                  <a:lnTo>
                    <a:pt x="1279868" y="12991"/>
                  </a:lnTo>
                  <a:close/>
                  <a:moveTo>
                    <a:pt x="1606242" y="261829"/>
                  </a:moveTo>
                  <a:lnTo>
                    <a:pt x="1646156" y="146630"/>
                  </a:lnTo>
                  <a:lnTo>
                    <a:pt x="1648006" y="141178"/>
                  </a:lnTo>
                  <a:close/>
                  <a:moveTo>
                    <a:pt x="1630208" y="59505"/>
                  </a:moveTo>
                  <a:lnTo>
                    <a:pt x="1646156" y="146630"/>
                  </a:lnTo>
                  <a:lnTo>
                    <a:pt x="1669318" y="8830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41" name="Candidate_density__2160">
              <a:extLst>
                <a:ext uri="{FF2B5EF4-FFF2-40B4-BE49-F238E27FC236}">
                  <a16:creationId xmlns:a16="http://schemas.microsoft.com/office/drawing/2014/main" id="{CB902642-CEC5-895F-5306-1743B6D3E6D7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1982709"/>
              <a:ext cx="2206668" cy="1425725"/>
            </a:xfrm>
            <a:custGeom>
              <a:avLst/>
              <a:gdLst/>
              <a:ahLst/>
              <a:cxnLst/>
              <a:rect l="0" t="0" r="0" b="0"/>
              <a:pathLst>
                <a:path w="2206668" h="1425725">
                  <a:moveTo>
                    <a:pt x="0" y="960186"/>
                  </a:moveTo>
                  <a:lnTo>
                    <a:pt x="69587" y="1003965"/>
                  </a:lnTo>
                  <a:lnTo>
                    <a:pt x="58142" y="921750"/>
                  </a:lnTo>
                  <a:close/>
                  <a:moveTo>
                    <a:pt x="43518" y="839535"/>
                  </a:moveTo>
                  <a:lnTo>
                    <a:pt x="0" y="960186"/>
                  </a:lnTo>
                  <a:lnTo>
                    <a:pt x="58142" y="921750"/>
                  </a:lnTo>
                  <a:close/>
                  <a:moveTo>
                    <a:pt x="505742" y="1040821"/>
                  </a:moveTo>
                  <a:lnTo>
                    <a:pt x="533672" y="968807"/>
                  </a:lnTo>
                  <a:lnTo>
                    <a:pt x="448295" y="1026932"/>
                  </a:lnTo>
                  <a:close/>
                  <a:moveTo>
                    <a:pt x="513885" y="927092"/>
                  </a:moveTo>
                  <a:lnTo>
                    <a:pt x="533672" y="968807"/>
                  </a:lnTo>
                  <a:lnTo>
                    <a:pt x="564173" y="970871"/>
                  </a:lnTo>
                  <a:close/>
                  <a:moveTo>
                    <a:pt x="458001" y="618672"/>
                  </a:moveTo>
                  <a:lnTo>
                    <a:pt x="534111" y="717481"/>
                  </a:lnTo>
                  <a:lnTo>
                    <a:pt x="531375" y="619613"/>
                  </a:lnTo>
                  <a:close/>
                  <a:moveTo>
                    <a:pt x="367170" y="631925"/>
                  </a:moveTo>
                  <a:lnTo>
                    <a:pt x="458001" y="618672"/>
                  </a:lnTo>
                  <a:lnTo>
                    <a:pt x="448219" y="526532"/>
                  </a:lnTo>
                  <a:close/>
                  <a:moveTo>
                    <a:pt x="458001" y="618672"/>
                  </a:moveTo>
                  <a:lnTo>
                    <a:pt x="515770" y="532208"/>
                  </a:lnTo>
                  <a:lnTo>
                    <a:pt x="448219" y="526532"/>
                  </a:lnTo>
                  <a:close/>
                  <a:moveTo>
                    <a:pt x="358872" y="538578"/>
                  </a:moveTo>
                  <a:lnTo>
                    <a:pt x="448219" y="526532"/>
                  </a:lnTo>
                  <a:lnTo>
                    <a:pt x="386316" y="481322"/>
                  </a:lnTo>
                  <a:close/>
                  <a:moveTo>
                    <a:pt x="1197203" y="1343509"/>
                  </a:moveTo>
                  <a:lnTo>
                    <a:pt x="1249726" y="1425725"/>
                  </a:lnTo>
                  <a:lnTo>
                    <a:pt x="1306155" y="1387289"/>
                  </a:lnTo>
                  <a:close/>
                  <a:moveTo>
                    <a:pt x="1197203" y="1343509"/>
                  </a:moveTo>
                  <a:lnTo>
                    <a:pt x="1306155" y="1387289"/>
                  </a:lnTo>
                  <a:lnTo>
                    <a:pt x="1258961" y="1305073"/>
                  </a:lnTo>
                  <a:close/>
                  <a:moveTo>
                    <a:pt x="1183242" y="1261295"/>
                  </a:moveTo>
                  <a:lnTo>
                    <a:pt x="1197203" y="1343509"/>
                  </a:lnTo>
                  <a:lnTo>
                    <a:pt x="1258961" y="1305073"/>
                  </a:lnTo>
                  <a:close/>
                  <a:moveTo>
                    <a:pt x="1258961" y="1305073"/>
                  </a:moveTo>
                  <a:lnTo>
                    <a:pt x="1306155" y="1387289"/>
                  </a:lnTo>
                  <a:lnTo>
                    <a:pt x="1348123" y="1266637"/>
                  </a:lnTo>
                  <a:close/>
                  <a:moveTo>
                    <a:pt x="1275699" y="1140643"/>
                  </a:moveTo>
                  <a:lnTo>
                    <a:pt x="1353761" y="1184422"/>
                  </a:lnTo>
                  <a:lnTo>
                    <a:pt x="1352661" y="1102207"/>
                  </a:lnTo>
                  <a:close/>
                  <a:moveTo>
                    <a:pt x="918055" y="709169"/>
                  </a:moveTo>
                  <a:lnTo>
                    <a:pt x="941430" y="691131"/>
                  </a:lnTo>
                  <a:lnTo>
                    <a:pt x="916547" y="729568"/>
                  </a:lnTo>
                  <a:close/>
                  <a:moveTo>
                    <a:pt x="1658086" y="904682"/>
                  </a:moveTo>
                  <a:lnTo>
                    <a:pt x="1620795" y="940407"/>
                  </a:lnTo>
                  <a:lnTo>
                    <a:pt x="1613865" y="1025334"/>
                  </a:lnTo>
                  <a:close/>
                  <a:moveTo>
                    <a:pt x="1374830" y="458135"/>
                  </a:moveTo>
                  <a:lnTo>
                    <a:pt x="1434982" y="387776"/>
                  </a:lnTo>
                  <a:lnTo>
                    <a:pt x="1415885" y="385258"/>
                  </a:lnTo>
                  <a:close/>
                  <a:moveTo>
                    <a:pt x="1374830" y="458135"/>
                  </a:moveTo>
                  <a:lnTo>
                    <a:pt x="1415885" y="385258"/>
                  </a:lnTo>
                  <a:lnTo>
                    <a:pt x="1330199" y="394327"/>
                  </a:lnTo>
                  <a:close/>
                  <a:moveTo>
                    <a:pt x="1490616" y="424595"/>
                  </a:moveTo>
                  <a:lnTo>
                    <a:pt x="1514699" y="407165"/>
                  </a:lnTo>
                  <a:lnTo>
                    <a:pt x="1434982" y="387776"/>
                  </a:lnTo>
                  <a:close/>
                  <a:moveTo>
                    <a:pt x="1490616" y="424595"/>
                  </a:moveTo>
                  <a:lnTo>
                    <a:pt x="1568115" y="422183"/>
                  </a:lnTo>
                  <a:lnTo>
                    <a:pt x="1514699" y="407165"/>
                  </a:lnTo>
                  <a:close/>
                  <a:moveTo>
                    <a:pt x="1568115" y="422183"/>
                  </a:moveTo>
                  <a:lnTo>
                    <a:pt x="1490616" y="424595"/>
                  </a:lnTo>
                  <a:lnTo>
                    <a:pt x="1577276" y="425929"/>
                  </a:lnTo>
                  <a:close/>
                  <a:moveTo>
                    <a:pt x="1757517" y="489478"/>
                  </a:moveTo>
                  <a:lnTo>
                    <a:pt x="1688441" y="485044"/>
                  </a:lnTo>
                  <a:lnTo>
                    <a:pt x="1778385" y="572605"/>
                  </a:lnTo>
                  <a:close/>
                  <a:moveTo>
                    <a:pt x="1757517" y="489478"/>
                  </a:moveTo>
                  <a:lnTo>
                    <a:pt x="1812042" y="581164"/>
                  </a:lnTo>
                  <a:lnTo>
                    <a:pt x="1876077" y="491919"/>
                  </a:lnTo>
                  <a:close/>
                  <a:moveTo>
                    <a:pt x="1757517" y="489478"/>
                  </a:moveTo>
                  <a:lnTo>
                    <a:pt x="1876077" y="491919"/>
                  </a:lnTo>
                  <a:lnTo>
                    <a:pt x="1841470" y="460512"/>
                  </a:lnTo>
                  <a:close/>
                  <a:moveTo>
                    <a:pt x="1626171" y="475076"/>
                  </a:moveTo>
                  <a:lnTo>
                    <a:pt x="1659588" y="455023"/>
                  </a:lnTo>
                  <a:lnTo>
                    <a:pt x="1577276" y="425929"/>
                  </a:lnTo>
                  <a:close/>
                  <a:moveTo>
                    <a:pt x="1688441" y="485044"/>
                  </a:moveTo>
                  <a:lnTo>
                    <a:pt x="1730772" y="442506"/>
                  </a:lnTo>
                  <a:lnTo>
                    <a:pt x="1659588" y="455023"/>
                  </a:lnTo>
                  <a:close/>
                  <a:moveTo>
                    <a:pt x="1688441" y="485044"/>
                  </a:moveTo>
                  <a:lnTo>
                    <a:pt x="1757517" y="489478"/>
                  </a:lnTo>
                  <a:lnTo>
                    <a:pt x="1730772" y="442506"/>
                  </a:lnTo>
                  <a:close/>
                  <a:moveTo>
                    <a:pt x="1889608" y="442683"/>
                  </a:moveTo>
                  <a:lnTo>
                    <a:pt x="1876077" y="491919"/>
                  </a:lnTo>
                  <a:lnTo>
                    <a:pt x="1934953" y="422076"/>
                  </a:lnTo>
                  <a:close/>
                  <a:moveTo>
                    <a:pt x="1841470" y="460512"/>
                  </a:moveTo>
                  <a:lnTo>
                    <a:pt x="1876077" y="491919"/>
                  </a:lnTo>
                  <a:lnTo>
                    <a:pt x="1889608" y="442683"/>
                  </a:lnTo>
                  <a:close/>
                  <a:moveTo>
                    <a:pt x="2019847" y="397393"/>
                  </a:moveTo>
                  <a:lnTo>
                    <a:pt x="2006859" y="487031"/>
                  </a:lnTo>
                  <a:lnTo>
                    <a:pt x="2095460" y="383640"/>
                  </a:lnTo>
                  <a:close/>
                  <a:moveTo>
                    <a:pt x="2095460" y="383640"/>
                  </a:moveTo>
                  <a:lnTo>
                    <a:pt x="2037453" y="504291"/>
                  </a:lnTo>
                  <a:lnTo>
                    <a:pt x="2115828" y="400588"/>
                  </a:lnTo>
                  <a:close/>
                  <a:moveTo>
                    <a:pt x="1934953" y="422076"/>
                  </a:moveTo>
                  <a:lnTo>
                    <a:pt x="2006859" y="487031"/>
                  </a:lnTo>
                  <a:lnTo>
                    <a:pt x="2019847" y="397393"/>
                  </a:lnTo>
                  <a:close/>
                  <a:moveTo>
                    <a:pt x="2019847" y="397393"/>
                  </a:moveTo>
                  <a:lnTo>
                    <a:pt x="2104998" y="360095"/>
                  </a:lnTo>
                  <a:lnTo>
                    <a:pt x="2073041" y="314647"/>
                  </a:lnTo>
                  <a:close/>
                  <a:moveTo>
                    <a:pt x="2019847" y="397393"/>
                  </a:moveTo>
                  <a:lnTo>
                    <a:pt x="2073041" y="314647"/>
                  </a:lnTo>
                  <a:lnTo>
                    <a:pt x="1996947" y="315918"/>
                  </a:lnTo>
                  <a:close/>
                  <a:moveTo>
                    <a:pt x="1996947" y="315918"/>
                  </a:moveTo>
                  <a:lnTo>
                    <a:pt x="2073041" y="314647"/>
                  </a:lnTo>
                  <a:lnTo>
                    <a:pt x="1968876" y="238647"/>
                  </a:lnTo>
                  <a:close/>
                  <a:moveTo>
                    <a:pt x="2095460" y="383640"/>
                  </a:moveTo>
                  <a:lnTo>
                    <a:pt x="2115828" y="400588"/>
                  </a:lnTo>
                  <a:lnTo>
                    <a:pt x="2116329" y="379547"/>
                  </a:lnTo>
                  <a:close/>
                  <a:moveTo>
                    <a:pt x="2104998" y="360095"/>
                  </a:moveTo>
                  <a:lnTo>
                    <a:pt x="2095460" y="383640"/>
                  </a:lnTo>
                  <a:lnTo>
                    <a:pt x="2116329" y="379547"/>
                  </a:lnTo>
                  <a:close/>
                  <a:moveTo>
                    <a:pt x="2205121" y="367952"/>
                  </a:moveTo>
                  <a:lnTo>
                    <a:pt x="2115828" y="400588"/>
                  </a:lnTo>
                  <a:lnTo>
                    <a:pt x="2206668" y="461567"/>
                  </a:lnTo>
                  <a:close/>
                  <a:moveTo>
                    <a:pt x="2205121" y="367952"/>
                  </a:moveTo>
                  <a:lnTo>
                    <a:pt x="2116329" y="379547"/>
                  </a:lnTo>
                  <a:lnTo>
                    <a:pt x="2115828" y="400588"/>
                  </a:lnTo>
                  <a:close/>
                  <a:moveTo>
                    <a:pt x="2116329" y="379547"/>
                  </a:moveTo>
                  <a:lnTo>
                    <a:pt x="2164738" y="304797"/>
                  </a:lnTo>
                  <a:lnTo>
                    <a:pt x="2104998" y="360095"/>
                  </a:lnTo>
                  <a:close/>
                  <a:moveTo>
                    <a:pt x="2116329" y="379547"/>
                  </a:moveTo>
                  <a:lnTo>
                    <a:pt x="2205121" y="367952"/>
                  </a:lnTo>
                  <a:lnTo>
                    <a:pt x="2164738" y="304797"/>
                  </a:lnTo>
                  <a:close/>
                  <a:moveTo>
                    <a:pt x="2091044" y="99826"/>
                  </a:moveTo>
                  <a:lnTo>
                    <a:pt x="2066107" y="214689"/>
                  </a:lnTo>
                  <a:lnTo>
                    <a:pt x="2097760" y="98558"/>
                  </a:lnTo>
                  <a:close/>
                  <a:moveTo>
                    <a:pt x="2091044" y="99826"/>
                  </a:moveTo>
                  <a:lnTo>
                    <a:pt x="1981132" y="175642"/>
                  </a:lnTo>
                  <a:lnTo>
                    <a:pt x="2066107" y="214689"/>
                  </a:lnTo>
                  <a:close/>
                  <a:moveTo>
                    <a:pt x="2091044" y="99826"/>
                  </a:moveTo>
                  <a:lnTo>
                    <a:pt x="2091113" y="92982"/>
                  </a:lnTo>
                  <a:lnTo>
                    <a:pt x="1985478" y="125058"/>
                  </a:lnTo>
                  <a:close/>
                  <a:moveTo>
                    <a:pt x="2091044" y="99826"/>
                  </a:moveTo>
                  <a:lnTo>
                    <a:pt x="2097760" y="98558"/>
                  </a:lnTo>
                  <a:lnTo>
                    <a:pt x="2091113" y="92982"/>
                  </a:lnTo>
                  <a:close/>
                  <a:moveTo>
                    <a:pt x="2180698" y="180773"/>
                  </a:moveTo>
                  <a:lnTo>
                    <a:pt x="2192565" y="193638"/>
                  </a:lnTo>
                  <a:lnTo>
                    <a:pt x="2192678" y="177883"/>
                  </a:lnTo>
                  <a:close/>
                  <a:moveTo>
                    <a:pt x="2097760" y="98558"/>
                  </a:moveTo>
                  <a:lnTo>
                    <a:pt x="2192678" y="177883"/>
                  </a:lnTo>
                  <a:lnTo>
                    <a:pt x="2184911" y="84106"/>
                  </a:lnTo>
                  <a:close/>
                  <a:moveTo>
                    <a:pt x="2097760" y="98558"/>
                  </a:moveTo>
                  <a:lnTo>
                    <a:pt x="2180698" y="180773"/>
                  </a:lnTo>
                  <a:lnTo>
                    <a:pt x="2192678" y="177883"/>
                  </a:lnTo>
                  <a:close/>
                  <a:moveTo>
                    <a:pt x="2184911" y="84106"/>
                  </a:moveTo>
                  <a:lnTo>
                    <a:pt x="2091113" y="92982"/>
                  </a:lnTo>
                  <a:lnTo>
                    <a:pt x="2097760" y="98558"/>
                  </a:lnTo>
                  <a:close/>
                  <a:moveTo>
                    <a:pt x="2090717" y="0"/>
                  </a:moveTo>
                  <a:lnTo>
                    <a:pt x="2091113" y="92982"/>
                  </a:lnTo>
                  <a:lnTo>
                    <a:pt x="2184911" y="8410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42" name="Candidate_density__2161">
              <a:extLst>
                <a:ext uri="{FF2B5EF4-FFF2-40B4-BE49-F238E27FC236}">
                  <a16:creationId xmlns:a16="http://schemas.microsoft.com/office/drawing/2014/main" id="{8B162466-4667-B859-210C-16D85319C60B}"/>
                </a:ext>
              </a:extLst>
            </p:cNvPr>
            <p:cNvSpPr>
              <a:spLocks noGrp="1"/>
            </p:cNvSpPr>
            <p:nvPr/>
          </p:nvSpPr>
          <p:spPr>
            <a:xfrm>
              <a:off x="3596239" y="1982709"/>
              <a:ext cx="2134829" cy="1305073"/>
            </a:xfrm>
            <a:custGeom>
              <a:avLst/>
              <a:gdLst/>
              <a:ahLst/>
              <a:cxnLst/>
              <a:rect l="0" t="0" r="0" b="0"/>
              <a:pathLst>
                <a:path w="2134829" h="1305073">
                  <a:moveTo>
                    <a:pt x="1616" y="871681"/>
                  </a:moveTo>
                  <a:lnTo>
                    <a:pt x="0" y="900857"/>
                  </a:lnTo>
                  <a:lnTo>
                    <a:pt x="73349" y="839535"/>
                  </a:lnTo>
                  <a:close/>
                  <a:moveTo>
                    <a:pt x="73349" y="839535"/>
                  </a:moveTo>
                  <a:lnTo>
                    <a:pt x="0" y="900857"/>
                  </a:lnTo>
                  <a:lnTo>
                    <a:pt x="29831" y="960186"/>
                  </a:lnTo>
                  <a:close/>
                  <a:moveTo>
                    <a:pt x="87973" y="921750"/>
                  </a:moveTo>
                  <a:lnTo>
                    <a:pt x="120734" y="801099"/>
                  </a:lnTo>
                  <a:lnTo>
                    <a:pt x="73349" y="839535"/>
                  </a:lnTo>
                  <a:close/>
                  <a:moveTo>
                    <a:pt x="69649" y="757319"/>
                  </a:moveTo>
                  <a:lnTo>
                    <a:pt x="73349" y="839535"/>
                  </a:lnTo>
                  <a:lnTo>
                    <a:pt x="120734" y="801099"/>
                  </a:lnTo>
                  <a:close/>
                  <a:moveTo>
                    <a:pt x="69649" y="757319"/>
                  </a:moveTo>
                  <a:lnTo>
                    <a:pt x="120734" y="801099"/>
                  </a:lnTo>
                  <a:lnTo>
                    <a:pt x="124797" y="718883"/>
                  </a:lnTo>
                  <a:close/>
                  <a:moveTo>
                    <a:pt x="118804" y="636668"/>
                  </a:moveTo>
                  <a:lnTo>
                    <a:pt x="118438" y="637115"/>
                  </a:lnTo>
                  <a:lnTo>
                    <a:pt x="69649" y="757319"/>
                  </a:lnTo>
                  <a:close/>
                  <a:moveTo>
                    <a:pt x="124797" y="718883"/>
                  </a:moveTo>
                  <a:lnTo>
                    <a:pt x="118804" y="636668"/>
                  </a:lnTo>
                  <a:lnTo>
                    <a:pt x="69649" y="757319"/>
                  </a:lnTo>
                  <a:close/>
                  <a:moveTo>
                    <a:pt x="118910" y="636379"/>
                  </a:moveTo>
                  <a:lnTo>
                    <a:pt x="118438" y="637115"/>
                  </a:lnTo>
                  <a:lnTo>
                    <a:pt x="118804" y="636668"/>
                  </a:lnTo>
                  <a:close/>
                  <a:moveTo>
                    <a:pt x="124797" y="718883"/>
                  </a:moveTo>
                  <a:lnTo>
                    <a:pt x="190818" y="690031"/>
                  </a:lnTo>
                  <a:lnTo>
                    <a:pt x="175242" y="691027"/>
                  </a:lnTo>
                  <a:close/>
                  <a:moveTo>
                    <a:pt x="118804" y="636668"/>
                  </a:moveTo>
                  <a:lnTo>
                    <a:pt x="175242" y="691027"/>
                  </a:lnTo>
                  <a:lnTo>
                    <a:pt x="119397" y="636336"/>
                  </a:lnTo>
                  <a:close/>
                  <a:moveTo>
                    <a:pt x="118804" y="636668"/>
                  </a:moveTo>
                  <a:lnTo>
                    <a:pt x="124797" y="718883"/>
                  </a:lnTo>
                  <a:lnTo>
                    <a:pt x="175242" y="691027"/>
                  </a:lnTo>
                  <a:close/>
                  <a:moveTo>
                    <a:pt x="196983" y="680447"/>
                  </a:moveTo>
                  <a:lnTo>
                    <a:pt x="184617" y="598232"/>
                  </a:lnTo>
                  <a:lnTo>
                    <a:pt x="175242" y="691027"/>
                  </a:lnTo>
                  <a:close/>
                  <a:moveTo>
                    <a:pt x="184617" y="598232"/>
                  </a:moveTo>
                  <a:lnTo>
                    <a:pt x="119397" y="636336"/>
                  </a:lnTo>
                  <a:lnTo>
                    <a:pt x="175242" y="691027"/>
                  </a:lnTo>
                  <a:close/>
                  <a:moveTo>
                    <a:pt x="118910" y="636379"/>
                  </a:moveTo>
                  <a:lnTo>
                    <a:pt x="118804" y="636668"/>
                  </a:lnTo>
                  <a:lnTo>
                    <a:pt x="119397" y="636336"/>
                  </a:lnTo>
                  <a:close/>
                  <a:moveTo>
                    <a:pt x="223472" y="533458"/>
                  </a:moveTo>
                  <a:lnTo>
                    <a:pt x="119397" y="636336"/>
                  </a:lnTo>
                  <a:lnTo>
                    <a:pt x="184617" y="598232"/>
                  </a:lnTo>
                  <a:close/>
                  <a:moveTo>
                    <a:pt x="118910" y="636379"/>
                  </a:moveTo>
                  <a:lnTo>
                    <a:pt x="119397" y="636336"/>
                  </a:lnTo>
                  <a:lnTo>
                    <a:pt x="223472" y="533458"/>
                  </a:lnTo>
                  <a:close/>
                  <a:moveTo>
                    <a:pt x="184617" y="598232"/>
                  </a:moveTo>
                  <a:lnTo>
                    <a:pt x="295144" y="654140"/>
                  </a:lnTo>
                  <a:lnTo>
                    <a:pt x="277719" y="568214"/>
                  </a:lnTo>
                  <a:close/>
                  <a:moveTo>
                    <a:pt x="184617" y="598232"/>
                  </a:moveTo>
                  <a:lnTo>
                    <a:pt x="196983" y="680447"/>
                  </a:lnTo>
                  <a:lnTo>
                    <a:pt x="295144" y="654140"/>
                  </a:lnTo>
                  <a:close/>
                  <a:moveTo>
                    <a:pt x="308190" y="559795"/>
                  </a:moveTo>
                  <a:lnTo>
                    <a:pt x="277719" y="568214"/>
                  </a:lnTo>
                  <a:lnTo>
                    <a:pt x="295144" y="654140"/>
                  </a:lnTo>
                  <a:close/>
                  <a:moveTo>
                    <a:pt x="223472" y="533458"/>
                  </a:moveTo>
                  <a:lnTo>
                    <a:pt x="184617" y="598232"/>
                  </a:lnTo>
                  <a:lnTo>
                    <a:pt x="277719" y="568214"/>
                  </a:lnTo>
                  <a:close/>
                  <a:moveTo>
                    <a:pt x="347489" y="503277"/>
                  </a:moveTo>
                  <a:lnTo>
                    <a:pt x="223472" y="533458"/>
                  </a:lnTo>
                  <a:lnTo>
                    <a:pt x="308190" y="559795"/>
                  </a:lnTo>
                  <a:close/>
                  <a:moveTo>
                    <a:pt x="308190" y="559795"/>
                  </a:moveTo>
                  <a:lnTo>
                    <a:pt x="223472" y="533458"/>
                  </a:lnTo>
                  <a:lnTo>
                    <a:pt x="277719" y="568214"/>
                  </a:lnTo>
                  <a:close/>
                  <a:moveTo>
                    <a:pt x="308190" y="559795"/>
                  </a:moveTo>
                  <a:lnTo>
                    <a:pt x="397001" y="631925"/>
                  </a:lnTo>
                  <a:lnTo>
                    <a:pt x="388703" y="538578"/>
                  </a:lnTo>
                  <a:close/>
                  <a:moveTo>
                    <a:pt x="308190" y="559795"/>
                  </a:moveTo>
                  <a:lnTo>
                    <a:pt x="358059" y="642010"/>
                  </a:lnTo>
                  <a:lnTo>
                    <a:pt x="397001" y="631925"/>
                  </a:lnTo>
                  <a:close/>
                  <a:moveTo>
                    <a:pt x="397001" y="631925"/>
                  </a:moveTo>
                  <a:lnTo>
                    <a:pt x="478051" y="526532"/>
                  </a:lnTo>
                  <a:lnTo>
                    <a:pt x="388703" y="538578"/>
                  </a:lnTo>
                  <a:close/>
                  <a:moveTo>
                    <a:pt x="347489" y="503277"/>
                  </a:moveTo>
                  <a:lnTo>
                    <a:pt x="308190" y="559795"/>
                  </a:lnTo>
                  <a:lnTo>
                    <a:pt x="388703" y="538578"/>
                  </a:lnTo>
                  <a:close/>
                  <a:moveTo>
                    <a:pt x="388703" y="538578"/>
                  </a:moveTo>
                  <a:lnTo>
                    <a:pt x="416147" y="481322"/>
                  </a:lnTo>
                  <a:lnTo>
                    <a:pt x="347489" y="503277"/>
                  </a:lnTo>
                  <a:close/>
                  <a:moveTo>
                    <a:pt x="1213073" y="1261295"/>
                  </a:moveTo>
                  <a:lnTo>
                    <a:pt x="1288792" y="1305073"/>
                  </a:lnTo>
                  <a:lnTo>
                    <a:pt x="1325835" y="1222858"/>
                  </a:lnTo>
                  <a:close/>
                  <a:moveTo>
                    <a:pt x="1377955" y="1266637"/>
                  </a:moveTo>
                  <a:lnTo>
                    <a:pt x="1387130" y="1236798"/>
                  </a:lnTo>
                  <a:lnTo>
                    <a:pt x="1325855" y="1222849"/>
                  </a:lnTo>
                  <a:close/>
                  <a:moveTo>
                    <a:pt x="1325835" y="1222858"/>
                  </a:moveTo>
                  <a:lnTo>
                    <a:pt x="1377955" y="1266637"/>
                  </a:lnTo>
                  <a:lnTo>
                    <a:pt x="1325855" y="1222849"/>
                  </a:lnTo>
                  <a:close/>
                  <a:moveTo>
                    <a:pt x="1288792" y="1305073"/>
                  </a:moveTo>
                  <a:lnTo>
                    <a:pt x="1377955" y="1266637"/>
                  </a:lnTo>
                  <a:lnTo>
                    <a:pt x="1325835" y="1222858"/>
                  </a:lnTo>
                  <a:close/>
                  <a:moveTo>
                    <a:pt x="1325855" y="1222849"/>
                  </a:moveTo>
                  <a:lnTo>
                    <a:pt x="1387130" y="1236798"/>
                  </a:lnTo>
                  <a:lnTo>
                    <a:pt x="1383592" y="1184422"/>
                  </a:lnTo>
                  <a:close/>
                  <a:moveTo>
                    <a:pt x="1383592" y="1184422"/>
                  </a:moveTo>
                  <a:lnTo>
                    <a:pt x="1387130" y="1236798"/>
                  </a:lnTo>
                  <a:lnTo>
                    <a:pt x="1416751" y="1249044"/>
                  </a:lnTo>
                  <a:close/>
                  <a:moveTo>
                    <a:pt x="985844" y="608917"/>
                  </a:moveTo>
                  <a:lnTo>
                    <a:pt x="971261" y="691131"/>
                  </a:lnTo>
                  <a:lnTo>
                    <a:pt x="1038373" y="652695"/>
                  </a:lnTo>
                  <a:close/>
                  <a:moveTo>
                    <a:pt x="985844" y="608917"/>
                  </a:moveTo>
                  <a:lnTo>
                    <a:pt x="1038373" y="652695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85844" y="608917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90761" y="590813"/>
                  </a:lnTo>
                  <a:lnTo>
                    <a:pt x="985844" y="608917"/>
                  </a:lnTo>
                  <a:close/>
                  <a:moveTo>
                    <a:pt x="1035846" y="544177"/>
                  </a:moveTo>
                  <a:lnTo>
                    <a:pt x="1027726" y="570480"/>
                  </a:lnTo>
                  <a:lnTo>
                    <a:pt x="1084768" y="536427"/>
                  </a:lnTo>
                  <a:close/>
                  <a:moveTo>
                    <a:pt x="1035846" y="544177"/>
                  </a:moveTo>
                  <a:lnTo>
                    <a:pt x="1084768" y="536427"/>
                  </a:lnTo>
                  <a:lnTo>
                    <a:pt x="1056648" y="488265"/>
                  </a:lnTo>
                  <a:close/>
                  <a:moveTo>
                    <a:pt x="1056648" y="488265"/>
                  </a:moveTo>
                  <a:lnTo>
                    <a:pt x="1084768" y="536427"/>
                  </a:lnTo>
                  <a:lnTo>
                    <a:pt x="1091726" y="532043"/>
                  </a:lnTo>
                  <a:close/>
                  <a:moveTo>
                    <a:pt x="1056648" y="488265"/>
                  </a:moveTo>
                  <a:lnTo>
                    <a:pt x="1091726" y="532043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56648" y="488265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87307" y="457922"/>
                  </a:lnTo>
                  <a:lnTo>
                    <a:pt x="1056648" y="488265"/>
                  </a:lnTo>
                  <a:close/>
                  <a:moveTo>
                    <a:pt x="1130672" y="449828"/>
                  </a:moveTo>
                  <a:lnTo>
                    <a:pt x="1210360" y="487594"/>
                  </a:lnTo>
                  <a:lnTo>
                    <a:pt x="1151517" y="442661"/>
                  </a:lnTo>
                  <a:close/>
                  <a:moveTo>
                    <a:pt x="1139629" y="438343"/>
                  </a:moveTo>
                  <a:lnTo>
                    <a:pt x="1130672" y="449828"/>
                  </a:lnTo>
                  <a:lnTo>
                    <a:pt x="1151517" y="442661"/>
                  </a:lnTo>
                  <a:close/>
                  <a:moveTo>
                    <a:pt x="1151517" y="442661"/>
                  </a:moveTo>
                  <a:lnTo>
                    <a:pt x="1204594" y="402579"/>
                  </a:lnTo>
                  <a:lnTo>
                    <a:pt x="1139629" y="438343"/>
                  </a:lnTo>
                  <a:close/>
                  <a:moveTo>
                    <a:pt x="1151517" y="442661"/>
                  </a:moveTo>
                  <a:lnTo>
                    <a:pt x="1245085" y="427183"/>
                  </a:lnTo>
                  <a:lnTo>
                    <a:pt x="1204594" y="402579"/>
                  </a:lnTo>
                  <a:close/>
                  <a:moveTo>
                    <a:pt x="1245085" y="427183"/>
                  </a:moveTo>
                  <a:lnTo>
                    <a:pt x="1151517" y="442661"/>
                  </a:lnTo>
                  <a:lnTo>
                    <a:pt x="1286280" y="492787"/>
                  </a:lnTo>
                  <a:close/>
                  <a:moveTo>
                    <a:pt x="1330921" y="381035"/>
                  </a:moveTo>
                  <a:lnTo>
                    <a:pt x="1245085" y="427183"/>
                  </a:lnTo>
                  <a:lnTo>
                    <a:pt x="1298269" y="411392"/>
                  </a:lnTo>
                  <a:close/>
                  <a:moveTo>
                    <a:pt x="1204594" y="402579"/>
                  </a:moveTo>
                  <a:lnTo>
                    <a:pt x="1245085" y="427183"/>
                  </a:lnTo>
                  <a:lnTo>
                    <a:pt x="1330921" y="381035"/>
                  </a:lnTo>
                  <a:close/>
                  <a:moveTo>
                    <a:pt x="1245085" y="427183"/>
                  </a:moveTo>
                  <a:lnTo>
                    <a:pt x="1286280" y="492787"/>
                  </a:lnTo>
                  <a:lnTo>
                    <a:pt x="1298269" y="411392"/>
                  </a:lnTo>
                  <a:close/>
                  <a:moveTo>
                    <a:pt x="1286795" y="493366"/>
                  </a:moveTo>
                  <a:lnTo>
                    <a:pt x="1298269" y="411392"/>
                  </a:lnTo>
                  <a:lnTo>
                    <a:pt x="1286280" y="492787"/>
                  </a:lnTo>
                  <a:close/>
                  <a:moveTo>
                    <a:pt x="1360030" y="394327"/>
                  </a:moveTo>
                  <a:lnTo>
                    <a:pt x="1298269" y="411392"/>
                  </a:lnTo>
                  <a:lnTo>
                    <a:pt x="1286795" y="493366"/>
                  </a:lnTo>
                  <a:close/>
                  <a:moveTo>
                    <a:pt x="1404662" y="458135"/>
                  </a:moveTo>
                  <a:lnTo>
                    <a:pt x="1360030" y="394327"/>
                  </a:lnTo>
                  <a:lnTo>
                    <a:pt x="1286795" y="493366"/>
                  </a:lnTo>
                  <a:close/>
                  <a:moveTo>
                    <a:pt x="1414881" y="455170"/>
                  </a:moveTo>
                  <a:lnTo>
                    <a:pt x="1464813" y="387776"/>
                  </a:lnTo>
                  <a:lnTo>
                    <a:pt x="1404662" y="458135"/>
                  </a:lnTo>
                  <a:close/>
                  <a:moveTo>
                    <a:pt x="1330921" y="381035"/>
                  </a:moveTo>
                  <a:lnTo>
                    <a:pt x="1298269" y="411392"/>
                  </a:lnTo>
                  <a:lnTo>
                    <a:pt x="1360030" y="394327"/>
                  </a:lnTo>
                  <a:close/>
                  <a:moveTo>
                    <a:pt x="1464813" y="387776"/>
                  </a:moveTo>
                  <a:lnTo>
                    <a:pt x="1414881" y="455170"/>
                  </a:lnTo>
                  <a:lnTo>
                    <a:pt x="1520447" y="424595"/>
                  </a:lnTo>
                  <a:close/>
                  <a:moveTo>
                    <a:pt x="1759018" y="416734"/>
                  </a:moveTo>
                  <a:lnTo>
                    <a:pt x="1787348" y="489478"/>
                  </a:lnTo>
                  <a:lnTo>
                    <a:pt x="1871301" y="460512"/>
                  </a:lnTo>
                  <a:close/>
                  <a:moveTo>
                    <a:pt x="1838933" y="378297"/>
                  </a:moveTo>
                  <a:lnTo>
                    <a:pt x="1919439" y="442683"/>
                  </a:lnTo>
                  <a:lnTo>
                    <a:pt x="1906867" y="352812"/>
                  </a:lnTo>
                  <a:close/>
                  <a:moveTo>
                    <a:pt x="1838933" y="378297"/>
                  </a:moveTo>
                  <a:lnTo>
                    <a:pt x="1871301" y="460512"/>
                  </a:lnTo>
                  <a:lnTo>
                    <a:pt x="1919439" y="442683"/>
                  </a:lnTo>
                  <a:close/>
                  <a:moveTo>
                    <a:pt x="1964784" y="422076"/>
                  </a:moveTo>
                  <a:lnTo>
                    <a:pt x="1941224" y="339861"/>
                  </a:lnTo>
                  <a:lnTo>
                    <a:pt x="1919439" y="442683"/>
                  </a:lnTo>
                  <a:close/>
                  <a:moveTo>
                    <a:pt x="1941224" y="339861"/>
                  </a:moveTo>
                  <a:lnTo>
                    <a:pt x="1906867" y="352812"/>
                  </a:lnTo>
                  <a:lnTo>
                    <a:pt x="1919439" y="442683"/>
                  </a:lnTo>
                  <a:close/>
                  <a:moveTo>
                    <a:pt x="1826945" y="296082"/>
                  </a:moveTo>
                  <a:lnTo>
                    <a:pt x="1838933" y="378297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1948102" y="257646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2049678" y="397393"/>
                  </a:lnTo>
                  <a:lnTo>
                    <a:pt x="2026778" y="315918"/>
                  </a:lnTo>
                  <a:close/>
                  <a:moveTo>
                    <a:pt x="1941224" y="339861"/>
                  </a:moveTo>
                  <a:lnTo>
                    <a:pt x="1964784" y="422076"/>
                  </a:lnTo>
                  <a:lnTo>
                    <a:pt x="2049678" y="397393"/>
                  </a:lnTo>
                  <a:close/>
                  <a:moveTo>
                    <a:pt x="2125292" y="383640"/>
                  </a:moveTo>
                  <a:lnTo>
                    <a:pt x="2134829" y="360095"/>
                  </a:lnTo>
                  <a:lnTo>
                    <a:pt x="2049678" y="397393"/>
                  </a:lnTo>
                  <a:close/>
                  <a:moveTo>
                    <a:pt x="1948102" y="257646"/>
                  </a:moveTo>
                  <a:lnTo>
                    <a:pt x="2026778" y="315918"/>
                  </a:lnTo>
                  <a:lnTo>
                    <a:pt x="1998707" y="238647"/>
                  </a:lnTo>
                  <a:close/>
                  <a:moveTo>
                    <a:pt x="1948102" y="257646"/>
                  </a:moveTo>
                  <a:lnTo>
                    <a:pt x="1941224" y="339861"/>
                  </a:lnTo>
                  <a:lnTo>
                    <a:pt x="2026778" y="315918"/>
                  </a:lnTo>
                  <a:close/>
                  <a:moveTo>
                    <a:pt x="1978477" y="136994"/>
                  </a:moveTo>
                  <a:lnTo>
                    <a:pt x="1998707" y="238647"/>
                  </a:lnTo>
                  <a:lnTo>
                    <a:pt x="2010963" y="175642"/>
                  </a:lnTo>
                  <a:close/>
                  <a:moveTo>
                    <a:pt x="1978477" y="136994"/>
                  </a:moveTo>
                  <a:lnTo>
                    <a:pt x="2010963" y="175642"/>
                  </a:lnTo>
                  <a:lnTo>
                    <a:pt x="2015309" y="125058"/>
                  </a:lnTo>
                  <a:close/>
                  <a:moveTo>
                    <a:pt x="1987397" y="87530"/>
                  </a:moveTo>
                  <a:lnTo>
                    <a:pt x="1978477" y="136994"/>
                  </a:lnTo>
                  <a:lnTo>
                    <a:pt x="2015309" y="125058"/>
                  </a:lnTo>
                  <a:close/>
                  <a:moveTo>
                    <a:pt x="2120876" y="99826"/>
                  </a:moveTo>
                  <a:lnTo>
                    <a:pt x="2015309" y="125058"/>
                  </a:lnTo>
                  <a:lnTo>
                    <a:pt x="2010963" y="175642"/>
                  </a:lnTo>
                  <a:close/>
                  <a:moveTo>
                    <a:pt x="2063692" y="16343"/>
                  </a:moveTo>
                  <a:lnTo>
                    <a:pt x="2120944" y="92982"/>
                  </a:lnTo>
                  <a:lnTo>
                    <a:pt x="2120548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43" name="Candidate_density__2162">
              <a:extLst>
                <a:ext uri="{FF2B5EF4-FFF2-40B4-BE49-F238E27FC236}">
                  <a16:creationId xmlns:a16="http://schemas.microsoft.com/office/drawing/2014/main" id="{890113A2-3175-24A9-AB15-ACC9EB9D67D4}"/>
                </a:ext>
              </a:extLst>
            </p:cNvPr>
            <p:cNvSpPr>
              <a:spLocks noGrp="1"/>
            </p:cNvSpPr>
            <p:nvPr/>
          </p:nvSpPr>
          <p:spPr>
            <a:xfrm>
              <a:off x="4827226" y="2733755"/>
              <a:ext cx="603973" cy="440517"/>
            </a:xfrm>
            <a:custGeom>
              <a:avLst/>
              <a:gdLst/>
              <a:ahLst/>
              <a:cxnLst/>
              <a:rect l="0" t="0" r="0" b="0"/>
              <a:pathLst>
                <a:path w="603973" h="440517">
                  <a:moveTo>
                    <a:pt x="0" y="395822"/>
                  </a:moveTo>
                  <a:lnTo>
                    <a:pt x="91789" y="433375"/>
                  </a:lnTo>
                  <a:lnTo>
                    <a:pt x="58818" y="440517"/>
                  </a:lnTo>
                  <a:close/>
                  <a:moveTo>
                    <a:pt x="58818" y="440517"/>
                  </a:moveTo>
                  <a:lnTo>
                    <a:pt x="6423" y="433375"/>
                  </a:lnTo>
                  <a:lnTo>
                    <a:pt x="0" y="395822"/>
                  </a:lnTo>
                  <a:close/>
                  <a:moveTo>
                    <a:pt x="576302" y="81218"/>
                  </a:moveTo>
                  <a:lnTo>
                    <a:pt x="603973" y="0"/>
                  </a:lnTo>
                  <a:lnTo>
                    <a:pt x="564059" y="115199"/>
                  </a:lnTo>
                  <a:close/>
                  <a:moveTo>
                    <a:pt x="603973" y="0"/>
                  </a:moveTo>
                  <a:lnTo>
                    <a:pt x="576302" y="81218"/>
                  </a:lnTo>
                  <a:lnTo>
                    <a:pt x="603036" y="3298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44" name="Candidate_density__2163">
              <a:extLst>
                <a:ext uri="{FF2B5EF4-FFF2-40B4-BE49-F238E27FC236}">
                  <a16:creationId xmlns:a16="http://schemas.microsoft.com/office/drawing/2014/main" id="{3983F0DF-0071-5976-B672-52B69C876C20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57785"/>
              <a:ext cx="1732670" cy="811269"/>
            </a:xfrm>
            <a:custGeom>
              <a:avLst/>
              <a:gdLst/>
              <a:ahLst/>
              <a:cxnLst/>
              <a:rect l="0" t="0" r="0" b="0"/>
              <a:pathLst>
                <a:path w="1732670" h="811269">
                  <a:moveTo>
                    <a:pt x="19488" y="528889"/>
                  </a:moveTo>
                  <a:lnTo>
                    <a:pt x="0" y="567326"/>
                  </a:lnTo>
                  <a:lnTo>
                    <a:pt x="46948" y="611105"/>
                  </a:lnTo>
                  <a:close/>
                  <a:moveTo>
                    <a:pt x="46948" y="611105"/>
                  </a:moveTo>
                  <a:lnTo>
                    <a:pt x="104036" y="693320"/>
                  </a:lnTo>
                  <a:lnTo>
                    <a:pt x="127840" y="654883"/>
                  </a:lnTo>
                  <a:close/>
                  <a:moveTo>
                    <a:pt x="449419" y="610304"/>
                  </a:moveTo>
                  <a:lnTo>
                    <a:pt x="407074" y="584139"/>
                  </a:lnTo>
                  <a:lnTo>
                    <a:pt x="500077" y="618891"/>
                  </a:lnTo>
                  <a:close/>
                  <a:moveTo>
                    <a:pt x="449419" y="610304"/>
                  </a:moveTo>
                  <a:lnTo>
                    <a:pt x="459905" y="616447"/>
                  </a:lnTo>
                  <a:lnTo>
                    <a:pt x="437922" y="601708"/>
                  </a:lnTo>
                  <a:close/>
                  <a:moveTo>
                    <a:pt x="504056" y="526387"/>
                  </a:moveTo>
                  <a:lnTo>
                    <a:pt x="563380" y="576912"/>
                  </a:lnTo>
                  <a:lnTo>
                    <a:pt x="514074" y="495795"/>
                  </a:lnTo>
                  <a:close/>
                  <a:moveTo>
                    <a:pt x="514074" y="495795"/>
                  </a:moveTo>
                  <a:lnTo>
                    <a:pt x="563380" y="576912"/>
                  </a:lnTo>
                  <a:lnTo>
                    <a:pt x="564848" y="539574"/>
                  </a:lnTo>
                  <a:close/>
                  <a:moveTo>
                    <a:pt x="542516" y="457359"/>
                  </a:moveTo>
                  <a:lnTo>
                    <a:pt x="514074" y="495795"/>
                  </a:lnTo>
                  <a:lnTo>
                    <a:pt x="564848" y="539574"/>
                  </a:lnTo>
                  <a:close/>
                  <a:moveTo>
                    <a:pt x="460886" y="200614"/>
                  </a:moveTo>
                  <a:lnTo>
                    <a:pt x="389398" y="198140"/>
                  </a:lnTo>
                  <a:lnTo>
                    <a:pt x="499889" y="187785"/>
                  </a:lnTo>
                  <a:close/>
                  <a:moveTo>
                    <a:pt x="1038460" y="627132"/>
                  </a:moveTo>
                  <a:lnTo>
                    <a:pt x="1006559" y="688850"/>
                  </a:lnTo>
                  <a:lnTo>
                    <a:pt x="1051011" y="639849"/>
                  </a:lnTo>
                  <a:close/>
                  <a:moveTo>
                    <a:pt x="1038460" y="627132"/>
                  </a:moveTo>
                  <a:lnTo>
                    <a:pt x="951811" y="547614"/>
                  </a:lnTo>
                  <a:lnTo>
                    <a:pt x="915025" y="625277"/>
                  </a:lnTo>
                  <a:close/>
                  <a:moveTo>
                    <a:pt x="754246" y="302812"/>
                  </a:moveTo>
                  <a:lnTo>
                    <a:pt x="734961" y="294163"/>
                  </a:lnTo>
                  <a:lnTo>
                    <a:pt x="805043" y="277529"/>
                  </a:lnTo>
                  <a:close/>
                  <a:moveTo>
                    <a:pt x="867956" y="234093"/>
                  </a:moveTo>
                  <a:lnTo>
                    <a:pt x="754246" y="302812"/>
                  </a:lnTo>
                  <a:lnTo>
                    <a:pt x="805043" y="277529"/>
                  </a:lnTo>
                  <a:close/>
                  <a:moveTo>
                    <a:pt x="1412931" y="772684"/>
                  </a:moveTo>
                  <a:lnTo>
                    <a:pt x="1336820" y="773968"/>
                  </a:lnTo>
                  <a:lnTo>
                    <a:pt x="1320451" y="811269"/>
                  </a:lnTo>
                  <a:close/>
                  <a:moveTo>
                    <a:pt x="1316356" y="89960"/>
                  </a:moveTo>
                  <a:lnTo>
                    <a:pt x="1442827" y="129341"/>
                  </a:lnTo>
                  <a:lnTo>
                    <a:pt x="1366320" y="62310"/>
                  </a:lnTo>
                  <a:close/>
                  <a:moveTo>
                    <a:pt x="1537748" y="188303"/>
                  </a:moveTo>
                  <a:lnTo>
                    <a:pt x="1523406" y="151957"/>
                  </a:lnTo>
                  <a:lnTo>
                    <a:pt x="1567938" y="206798"/>
                  </a:lnTo>
                  <a:close/>
                  <a:moveTo>
                    <a:pt x="1520096" y="106088"/>
                  </a:moveTo>
                  <a:lnTo>
                    <a:pt x="1516189" y="144525"/>
                  </a:lnTo>
                  <a:lnTo>
                    <a:pt x="1537748" y="188303"/>
                  </a:lnTo>
                  <a:close/>
                  <a:moveTo>
                    <a:pt x="1520096" y="106088"/>
                  </a:moveTo>
                  <a:lnTo>
                    <a:pt x="1488043" y="83194"/>
                  </a:lnTo>
                  <a:lnTo>
                    <a:pt x="1442827" y="129341"/>
                  </a:lnTo>
                  <a:close/>
                  <a:moveTo>
                    <a:pt x="1586120" y="91924"/>
                  </a:moveTo>
                  <a:lnTo>
                    <a:pt x="1649466" y="129413"/>
                  </a:lnTo>
                  <a:lnTo>
                    <a:pt x="1624095" y="106088"/>
                  </a:lnTo>
                  <a:close/>
                  <a:moveTo>
                    <a:pt x="1678370" y="177610"/>
                  </a:moveTo>
                  <a:lnTo>
                    <a:pt x="1649466" y="129413"/>
                  </a:lnTo>
                  <a:lnTo>
                    <a:pt x="1586120" y="91924"/>
                  </a:lnTo>
                  <a:close/>
                  <a:moveTo>
                    <a:pt x="1678370" y="177610"/>
                  </a:moveTo>
                  <a:lnTo>
                    <a:pt x="1732670" y="188303"/>
                  </a:lnTo>
                  <a:lnTo>
                    <a:pt x="1649466" y="129413"/>
                  </a:lnTo>
                  <a:close/>
                  <a:moveTo>
                    <a:pt x="1586120" y="91924"/>
                  </a:moveTo>
                  <a:lnTo>
                    <a:pt x="1624095" y="106088"/>
                  </a:lnTo>
                  <a:lnTo>
                    <a:pt x="1638342" y="9968"/>
                  </a:lnTo>
                  <a:close/>
                  <a:moveTo>
                    <a:pt x="1576072" y="0"/>
                  </a:moveTo>
                  <a:lnTo>
                    <a:pt x="1586120" y="91924"/>
                  </a:lnTo>
                  <a:lnTo>
                    <a:pt x="1638342" y="996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45" name="Candidate_density__2164">
              <a:extLst>
                <a:ext uri="{FF2B5EF4-FFF2-40B4-BE49-F238E27FC236}">
                  <a16:creationId xmlns:a16="http://schemas.microsoft.com/office/drawing/2014/main" id="{34FC940C-1FD5-626E-C18B-AE4877C83B92}"/>
                </a:ext>
              </a:extLst>
            </p:cNvPr>
            <p:cNvSpPr>
              <a:spLocks noGrp="1"/>
            </p:cNvSpPr>
            <p:nvPr/>
          </p:nvSpPr>
          <p:spPr>
            <a:xfrm>
              <a:off x="3732195" y="2547745"/>
              <a:ext cx="1709486" cy="909810"/>
            </a:xfrm>
            <a:custGeom>
              <a:avLst/>
              <a:gdLst/>
              <a:ahLst/>
              <a:cxnLst/>
              <a:rect l="0" t="0" r="0" b="0"/>
              <a:pathLst>
                <a:path w="1709486" h="909810">
                  <a:moveTo>
                    <a:pt x="48011" y="603360"/>
                  </a:moveTo>
                  <a:lnTo>
                    <a:pt x="52848" y="615425"/>
                  </a:lnTo>
                  <a:lnTo>
                    <a:pt x="73513" y="625130"/>
                  </a:lnTo>
                  <a:close/>
                  <a:moveTo>
                    <a:pt x="48011" y="603360"/>
                  </a:moveTo>
                  <a:lnTo>
                    <a:pt x="0" y="558298"/>
                  </a:lnTo>
                  <a:lnTo>
                    <a:pt x="52848" y="615425"/>
                  </a:lnTo>
                  <a:close/>
                  <a:moveTo>
                    <a:pt x="185207" y="668504"/>
                  </a:moveTo>
                  <a:lnTo>
                    <a:pt x="163179" y="647138"/>
                  </a:lnTo>
                  <a:lnTo>
                    <a:pt x="158332" y="663596"/>
                  </a:lnTo>
                  <a:close/>
                  <a:moveTo>
                    <a:pt x="158332" y="663596"/>
                  </a:moveTo>
                  <a:lnTo>
                    <a:pt x="163179" y="647138"/>
                  </a:lnTo>
                  <a:lnTo>
                    <a:pt x="131083" y="625173"/>
                  </a:lnTo>
                  <a:close/>
                  <a:moveTo>
                    <a:pt x="158332" y="663596"/>
                  </a:moveTo>
                  <a:lnTo>
                    <a:pt x="131083" y="625173"/>
                  </a:lnTo>
                  <a:lnTo>
                    <a:pt x="73513" y="625130"/>
                  </a:lnTo>
                  <a:close/>
                  <a:moveTo>
                    <a:pt x="185207" y="668504"/>
                  </a:moveTo>
                  <a:lnTo>
                    <a:pt x="292581" y="729353"/>
                  </a:lnTo>
                  <a:lnTo>
                    <a:pt x="221074" y="682977"/>
                  </a:lnTo>
                  <a:close/>
                  <a:moveTo>
                    <a:pt x="163179" y="647138"/>
                  </a:moveTo>
                  <a:lnTo>
                    <a:pt x="185207" y="668504"/>
                  </a:lnTo>
                  <a:lnTo>
                    <a:pt x="221074" y="682977"/>
                  </a:lnTo>
                  <a:close/>
                  <a:moveTo>
                    <a:pt x="486490" y="367398"/>
                  </a:moveTo>
                  <a:lnTo>
                    <a:pt x="413493" y="323620"/>
                  </a:lnTo>
                  <a:lnTo>
                    <a:pt x="458048" y="405835"/>
                  </a:lnTo>
                  <a:close/>
                  <a:moveTo>
                    <a:pt x="782174" y="526739"/>
                  </a:moveTo>
                  <a:lnTo>
                    <a:pt x="739944" y="584049"/>
                  </a:lnTo>
                  <a:lnTo>
                    <a:pt x="858999" y="535317"/>
                  </a:lnTo>
                  <a:close/>
                  <a:moveTo>
                    <a:pt x="916917" y="575607"/>
                  </a:moveTo>
                  <a:lnTo>
                    <a:pt x="858999" y="535317"/>
                  </a:lnTo>
                  <a:lnTo>
                    <a:pt x="927832" y="589000"/>
                  </a:lnTo>
                  <a:close/>
                  <a:moveTo>
                    <a:pt x="916917" y="575607"/>
                  </a:moveTo>
                  <a:lnTo>
                    <a:pt x="927832" y="589000"/>
                  </a:lnTo>
                  <a:lnTo>
                    <a:pt x="950533" y="598890"/>
                  </a:lnTo>
                  <a:close/>
                  <a:moveTo>
                    <a:pt x="1247636" y="619386"/>
                  </a:moveTo>
                  <a:lnTo>
                    <a:pt x="1286710" y="589421"/>
                  </a:lnTo>
                  <a:lnTo>
                    <a:pt x="1281041" y="583716"/>
                  </a:lnTo>
                  <a:close/>
                  <a:moveTo>
                    <a:pt x="1186250" y="580949"/>
                  </a:moveTo>
                  <a:lnTo>
                    <a:pt x="1167063" y="635942"/>
                  </a:lnTo>
                  <a:lnTo>
                    <a:pt x="1215081" y="600271"/>
                  </a:lnTo>
                  <a:close/>
                  <a:moveTo>
                    <a:pt x="1101455" y="619386"/>
                  </a:moveTo>
                  <a:lnTo>
                    <a:pt x="1186250" y="580949"/>
                  </a:lnTo>
                  <a:lnTo>
                    <a:pt x="1087541" y="617281"/>
                  </a:lnTo>
                  <a:close/>
                  <a:moveTo>
                    <a:pt x="1482421" y="909810"/>
                  </a:moveTo>
                  <a:lnTo>
                    <a:pt x="1540821" y="894073"/>
                  </a:lnTo>
                  <a:lnTo>
                    <a:pt x="1433478" y="827595"/>
                  </a:lnTo>
                  <a:close/>
                  <a:moveTo>
                    <a:pt x="1364796" y="602715"/>
                  </a:moveTo>
                  <a:lnTo>
                    <a:pt x="1371647" y="570646"/>
                  </a:lnTo>
                  <a:lnTo>
                    <a:pt x="1353559" y="624158"/>
                  </a:lnTo>
                  <a:close/>
                  <a:moveTo>
                    <a:pt x="1260331" y="0"/>
                  </a:moveTo>
                  <a:lnTo>
                    <a:pt x="1274896" y="93001"/>
                  </a:lnTo>
                  <a:lnTo>
                    <a:pt x="1386801" y="39380"/>
                  </a:lnTo>
                  <a:close/>
                  <a:moveTo>
                    <a:pt x="1694205" y="429597"/>
                  </a:moveTo>
                  <a:lnTo>
                    <a:pt x="1703262" y="547855"/>
                  </a:lnTo>
                  <a:lnTo>
                    <a:pt x="1709486" y="465640"/>
                  </a:lnTo>
                  <a:close/>
                  <a:moveTo>
                    <a:pt x="1673235" y="246461"/>
                  </a:moveTo>
                  <a:lnTo>
                    <a:pt x="1702828" y="344988"/>
                  </a:lnTo>
                  <a:lnTo>
                    <a:pt x="1695052" y="262773"/>
                  </a:lnTo>
                  <a:close/>
                  <a:moveTo>
                    <a:pt x="1662984" y="154702"/>
                  </a:moveTo>
                  <a:lnTo>
                    <a:pt x="1695052" y="262773"/>
                  </a:lnTo>
                  <a:lnTo>
                    <a:pt x="1700854" y="180558"/>
                  </a:lnTo>
                  <a:close/>
                  <a:moveTo>
                    <a:pt x="1662984" y="154702"/>
                  </a:moveTo>
                  <a:lnTo>
                    <a:pt x="1673235" y="246461"/>
                  </a:lnTo>
                  <a:lnTo>
                    <a:pt x="1695052" y="26277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46" name="Candidate_density__2165">
              <a:extLst>
                <a:ext uri="{FF2B5EF4-FFF2-40B4-BE49-F238E27FC236}">
                  <a16:creationId xmlns:a16="http://schemas.microsoft.com/office/drawing/2014/main" id="{04CDE87E-D50A-E999-98A0-D7A3DE68363C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47745"/>
              <a:ext cx="1709931" cy="625130"/>
            </a:xfrm>
            <a:custGeom>
              <a:avLst/>
              <a:gdLst/>
              <a:ahLst/>
              <a:cxnLst/>
              <a:rect l="0" t="0" r="0" b="0"/>
              <a:pathLst>
                <a:path w="1709931" h="625130">
                  <a:moveTo>
                    <a:pt x="57088" y="603360"/>
                  </a:moveTo>
                  <a:lnTo>
                    <a:pt x="0" y="521144"/>
                  </a:lnTo>
                  <a:lnTo>
                    <a:pt x="9078" y="558298"/>
                  </a:lnTo>
                  <a:close/>
                  <a:moveTo>
                    <a:pt x="80892" y="564923"/>
                  </a:moveTo>
                  <a:lnTo>
                    <a:pt x="57088" y="603360"/>
                  </a:lnTo>
                  <a:lnTo>
                    <a:pt x="82590" y="625130"/>
                  </a:lnTo>
                  <a:close/>
                  <a:moveTo>
                    <a:pt x="297665" y="444272"/>
                  </a:moveTo>
                  <a:lnTo>
                    <a:pt x="298174" y="444453"/>
                  </a:lnTo>
                  <a:lnTo>
                    <a:pt x="297011" y="439095"/>
                  </a:lnTo>
                  <a:close/>
                  <a:moveTo>
                    <a:pt x="351248" y="461896"/>
                  </a:moveTo>
                  <a:lnTo>
                    <a:pt x="298174" y="444453"/>
                  </a:lnTo>
                  <a:lnTo>
                    <a:pt x="390974" y="511748"/>
                  </a:lnTo>
                  <a:close/>
                  <a:moveTo>
                    <a:pt x="298174" y="444453"/>
                  </a:moveTo>
                  <a:lnTo>
                    <a:pt x="298580" y="444959"/>
                  </a:lnTo>
                  <a:lnTo>
                    <a:pt x="390974" y="511748"/>
                  </a:lnTo>
                  <a:close/>
                  <a:moveTo>
                    <a:pt x="298580" y="444959"/>
                  </a:moveTo>
                  <a:lnTo>
                    <a:pt x="298174" y="444453"/>
                  </a:lnTo>
                  <a:lnTo>
                    <a:pt x="297665" y="444272"/>
                  </a:lnTo>
                  <a:close/>
                  <a:moveTo>
                    <a:pt x="328247" y="488050"/>
                  </a:moveTo>
                  <a:lnTo>
                    <a:pt x="298580" y="444959"/>
                  </a:lnTo>
                  <a:lnTo>
                    <a:pt x="297665" y="444272"/>
                  </a:lnTo>
                  <a:close/>
                  <a:moveTo>
                    <a:pt x="360126" y="494178"/>
                  </a:moveTo>
                  <a:lnTo>
                    <a:pt x="390974" y="511748"/>
                  </a:lnTo>
                  <a:lnTo>
                    <a:pt x="298580" y="444959"/>
                  </a:lnTo>
                  <a:close/>
                  <a:moveTo>
                    <a:pt x="360126" y="494178"/>
                  </a:moveTo>
                  <a:lnTo>
                    <a:pt x="402471" y="520344"/>
                  </a:lnTo>
                  <a:lnTo>
                    <a:pt x="390974" y="511748"/>
                  </a:lnTo>
                  <a:close/>
                  <a:moveTo>
                    <a:pt x="457108" y="436426"/>
                  </a:moveTo>
                  <a:lnTo>
                    <a:pt x="519558" y="488050"/>
                  </a:lnTo>
                  <a:lnTo>
                    <a:pt x="516431" y="486952"/>
                  </a:lnTo>
                  <a:close/>
                  <a:moveTo>
                    <a:pt x="270122" y="66889"/>
                  </a:moveTo>
                  <a:lnTo>
                    <a:pt x="320493" y="96484"/>
                  </a:lnTo>
                  <a:lnTo>
                    <a:pt x="350959" y="159190"/>
                  </a:lnTo>
                  <a:close/>
                  <a:moveTo>
                    <a:pt x="991512" y="537171"/>
                  </a:moveTo>
                  <a:lnTo>
                    <a:pt x="925994" y="575607"/>
                  </a:lnTo>
                  <a:lnTo>
                    <a:pt x="959611" y="598890"/>
                  </a:lnTo>
                  <a:close/>
                  <a:moveTo>
                    <a:pt x="925994" y="575607"/>
                  </a:moveTo>
                  <a:lnTo>
                    <a:pt x="991512" y="537171"/>
                  </a:lnTo>
                  <a:lnTo>
                    <a:pt x="868076" y="535317"/>
                  </a:lnTo>
                  <a:close/>
                  <a:moveTo>
                    <a:pt x="1004063" y="549888"/>
                  </a:moveTo>
                  <a:lnTo>
                    <a:pt x="959611" y="598890"/>
                  </a:lnTo>
                  <a:lnTo>
                    <a:pt x="1096618" y="617281"/>
                  </a:lnTo>
                  <a:close/>
                  <a:moveTo>
                    <a:pt x="1246196" y="58371"/>
                  </a:moveTo>
                  <a:lnTo>
                    <a:pt x="1332710" y="148721"/>
                  </a:lnTo>
                  <a:lnTo>
                    <a:pt x="1289760" y="83546"/>
                  </a:lnTo>
                  <a:close/>
                  <a:moveTo>
                    <a:pt x="1246196" y="58371"/>
                  </a:moveTo>
                  <a:lnTo>
                    <a:pt x="1289760" y="83546"/>
                  </a:lnTo>
                  <a:lnTo>
                    <a:pt x="1269408" y="0"/>
                  </a:lnTo>
                  <a:close/>
                  <a:moveTo>
                    <a:pt x="1469241" y="54564"/>
                  </a:moveTo>
                  <a:lnTo>
                    <a:pt x="1476458" y="61997"/>
                  </a:lnTo>
                  <a:lnTo>
                    <a:pt x="1490799" y="98343"/>
                  </a:lnTo>
                  <a:close/>
                  <a:moveTo>
                    <a:pt x="1469241" y="54564"/>
                  </a:moveTo>
                  <a:lnTo>
                    <a:pt x="1473148" y="16128"/>
                  </a:lnTo>
                  <a:lnTo>
                    <a:pt x="1395878" y="39380"/>
                  </a:lnTo>
                  <a:close/>
                  <a:moveTo>
                    <a:pt x="1631422" y="87650"/>
                  </a:moveTo>
                  <a:lnTo>
                    <a:pt x="1709931" y="180558"/>
                  </a:lnTo>
                  <a:lnTo>
                    <a:pt x="1685722" y="98343"/>
                  </a:lnTo>
                  <a:close/>
                  <a:moveTo>
                    <a:pt x="1631422" y="87650"/>
                  </a:moveTo>
                  <a:lnTo>
                    <a:pt x="1672062" y="154702"/>
                  </a:lnTo>
                  <a:lnTo>
                    <a:pt x="1709931" y="18055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47" name="Candidate_density__2166">
              <a:extLst>
                <a:ext uri="{FF2B5EF4-FFF2-40B4-BE49-F238E27FC236}">
                  <a16:creationId xmlns:a16="http://schemas.microsoft.com/office/drawing/2014/main" id="{351EE920-F880-8772-270A-B88F86C71A30}"/>
                </a:ext>
              </a:extLst>
            </p:cNvPr>
            <p:cNvSpPr>
              <a:spLocks noGrp="1"/>
            </p:cNvSpPr>
            <p:nvPr/>
          </p:nvSpPr>
          <p:spPr>
            <a:xfrm>
              <a:off x="3890526" y="2728303"/>
              <a:ext cx="1554861" cy="561579"/>
            </a:xfrm>
            <a:custGeom>
              <a:avLst/>
              <a:gdLst/>
              <a:ahLst/>
              <a:cxnLst/>
              <a:rect l="0" t="0" r="0" b="0"/>
              <a:pathLst>
                <a:path w="1554861" h="561579">
                  <a:moveTo>
                    <a:pt x="0" y="483037"/>
                  </a:moveTo>
                  <a:lnTo>
                    <a:pt x="76688" y="491102"/>
                  </a:lnTo>
                  <a:lnTo>
                    <a:pt x="26875" y="487946"/>
                  </a:lnTo>
                  <a:close/>
                  <a:moveTo>
                    <a:pt x="134250" y="548795"/>
                  </a:moveTo>
                  <a:lnTo>
                    <a:pt x="140792" y="556018"/>
                  </a:lnTo>
                  <a:lnTo>
                    <a:pt x="153096" y="561579"/>
                  </a:lnTo>
                  <a:close/>
                  <a:moveTo>
                    <a:pt x="140792" y="556018"/>
                  </a:moveTo>
                  <a:lnTo>
                    <a:pt x="134250" y="548795"/>
                  </a:lnTo>
                  <a:lnTo>
                    <a:pt x="26875" y="487946"/>
                  </a:lnTo>
                  <a:close/>
                  <a:moveTo>
                    <a:pt x="86515" y="500052"/>
                  </a:moveTo>
                  <a:lnTo>
                    <a:pt x="140792" y="556018"/>
                  </a:lnTo>
                  <a:lnTo>
                    <a:pt x="26875" y="487946"/>
                  </a:lnTo>
                  <a:close/>
                  <a:moveTo>
                    <a:pt x="149702" y="225277"/>
                  </a:moveTo>
                  <a:lnTo>
                    <a:pt x="130256" y="263713"/>
                  </a:lnTo>
                  <a:lnTo>
                    <a:pt x="174275" y="210357"/>
                  </a:lnTo>
                  <a:close/>
                  <a:moveTo>
                    <a:pt x="130256" y="263713"/>
                  </a:moveTo>
                  <a:lnTo>
                    <a:pt x="129602" y="258536"/>
                  </a:lnTo>
                  <a:lnTo>
                    <a:pt x="174275" y="210357"/>
                  </a:lnTo>
                  <a:close/>
                  <a:moveTo>
                    <a:pt x="511633" y="420511"/>
                  </a:moveTo>
                  <a:lnTo>
                    <a:pt x="581612" y="403491"/>
                  </a:lnTo>
                  <a:lnTo>
                    <a:pt x="623842" y="346180"/>
                  </a:lnTo>
                  <a:close/>
                  <a:moveTo>
                    <a:pt x="581612" y="403491"/>
                  </a:moveTo>
                  <a:lnTo>
                    <a:pt x="651336" y="385518"/>
                  </a:lnTo>
                  <a:lnTo>
                    <a:pt x="700667" y="354758"/>
                  </a:lnTo>
                  <a:close/>
                  <a:moveTo>
                    <a:pt x="869052" y="427005"/>
                  </a:moveTo>
                  <a:lnTo>
                    <a:pt x="792201" y="418332"/>
                  </a:lnTo>
                  <a:lnTo>
                    <a:pt x="769500" y="408442"/>
                  </a:lnTo>
                  <a:close/>
                  <a:moveTo>
                    <a:pt x="792201" y="418332"/>
                  </a:moveTo>
                  <a:lnTo>
                    <a:pt x="869052" y="427005"/>
                  </a:lnTo>
                  <a:lnTo>
                    <a:pt x="929209" y="436722"/>
                  </a:lnTo>
                  <a:close/>
                  <a:moveTo>
                    <a:pt x="936700" y="401274"/>
                  </a:moveTo>
                  <a:lnTo>
                    <a:pt x="943123" y="438827"/>
                  </a:lnTo>
                  <a:lnTo>
                    <a:pt x="929209" y="436722"/>
                  </a:lnTo>
                  <a:close/>
                  <a:moveTo>
                    <a:pt x="943123" y="438827"/>
                  </a:moveTo>
                  <a:lnTo>
                    <a:pt x="995518" y="445969"/>
                  </a:lnTo>
                  <a:lnTo>
                    <a:pt x="1008731" y="455384"/>
                  </a:lnTo>
                  <a:close/>
                  <a:moveTo>
                    <a:pt x="1008731" y="455384"/>
                  </a:moveTo>
                  <a:lnTo>
                    <a:pt x="1128378" y="408863"/>
                  </a:lnTo>
                  <a:lnTo>
                    <a:pt x="1056749" y="419713"/>
                  </a:lnTo>
                  <a:close/>
                  <a:moveTo>
                    <a:pt x="1027919" y="400391"/>
                  </a:moveTo>
                  <a:lnTo>
                    <a:pt x="943123" y="438827"/>
                  </a:lnTo>
                  <a:lnTo>
                    <a:pt x="1008731" y="455384"/>
                  </a:lnTo>
                  <a:close/>
                  <a:moveTo>
                    <a:pt x="1056749" y="419713"/>
                  </a:moveTo>
                  <a:lnTo>
                    <a:pt x="1128378" y="408863"/>
                  </a:lnTo>
                  <a:lnTo>
                    <a:pt x="1195228" y="443600"/>
                  </a:lnTo>
                  <a:close/>
                  <a:moveTo>
                    <a:pt x="1195228" y="443600"/>
                  </a:moveTo>
                  <a:lnTo>
                    <a:pt x="1213316" y="390088"/>
                  </a:lnTo>
                  <a:lnTo>
                    <a:pt x="1209490" y="361955"/>
                  </a:lnTo>
                  <a:close/>
                  <a:moveTo>
                    <a:pt x="1128378" y="408863"/>
                  </a:moveTo>
                  <a:lnTo>
                    <a:pt x="1206464" y="422157"/>
                  </a:lnTo>
                  <a:lnTo>
                    <a:pt x="1195228" y="443600"/>
                  </a:lnTo>
                  <a:close/>
                  <a:moveTo>
                    <a:pt x="1213316" y="390088"/>
                  </a:moveTo>
                  <a:lnTo>
                    <a:pt x="1193303" y="372949"/>
                  </a:lnTo>
                  <a:lnTo>
                    <a:pt x="1209490" y="361955"/>
                  </a:lnTo>
                  <a:close/>
                  <a:moveTo>
                    <a:pt x="1554861" y="294194"/>
                  </a:moveTo>
                  <a:lnTo>
                    <a:pt x="1539652" y="206467"/>
                  </a:lnTo>
                  <a:lnTo>
                    <a:pt x="1551154" y="285081"/>
                  </a:lnTo>
                  <a:close/>
                  <a:moveTo>
                    <a:pt x="1539652" y="206467"/>
                  </a:moveTo>
                  <a:lnTo>
                    <a:pt x="1538181" y="202867"/>
                  </a:lnTo>
                  <a:lnTo>
                    <a:pt x="1551154" y="285081"/>
                  </a:lnTo>
                  <a:close/>
                  <a:moveTo>
                    <a:pt x="1538181" y="202867"/>
                  </a:moveTo>
                  <a:lnTo>
                    <a:pt x="1544496" y="164430"/>
                  </a:lnTo>
                  <a:lnTo>
                    <a:pt x="1551154" y="285081"/>
                  </a:lnTo>
                  <a:close/>
                  <a:moveTo>
                    <a:pt x="1544496" y="164430"/>
                  </a:moveTo>
                  <a:lnTo>
                    <a:pt x="1538181" y="202867"/>
                  </a:lnTo>
                  <a:lnTo>
                    <a:pt x="1500759" y="120651"/>
                  </a:lnTo>
                  <a:close/>
                  <a:moveTo>
                    <a:pt x="1536720" y="82214"/>
                  </a:moveTo>
                  <a:lnTo>
                    <a:pt x="1544496" y="164430"/>
                  </a:lnTo>
                  <a:lnTo>
                    <a:pt x="1500759" y="120651"/>
                  </a:lnTo>
                  <a:close/>
                  <a:moveTo>
                    <a:pt x="1500759" y="120651"/>
                  </a:moveTo>
                  <a:lnTo>
                    <a:pt x="1542522" y="0"/>
                  </a:lnTo>
                  <a:lnTo>
                    <a:pt x="1536720" y="82214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48" name="Candidate_density__2167">
              <a:extLst>
                <a:ext uri="{FF2B5EF4-FFF2-40B4-BE49-F238E27FC236}">
                  <a16:creationId xmlns:a16="http://schemas.microsoft.com/office/drawing/2014/main" id="{5434C8AB-8E69-3CEF-517D-34EE4874AAAA}"/>
                </a:ext>
              </a:extLst>
            </p:cNvPr>
            <p:cNvSpPr>
              <a:spLocks noGrp="1"/>
            </p:cNvSpPr>
            <p:nvPr/>
          </p:nvSpPr>
          <p:spPr>
            <a:xfrm>
              <a:off x="3684211" y="2408638"/>
              <a:ext cx="1670327" cy="936205"/>
            </a:xfrm>
            <a:custGeom>
              <a:avLst/>
              <a:gdLst/>
              <a:ahLst/>
              <a:cxnLst/>
              <a:rect l="0" t="0" r="0" b="0"/>
              <a:pathLst>
                <a:path w="1670327" h="936205">
                  <a:moveTo>
                    <a:pt x="78641" y="621814"/>
                  </a:moveTo>
                  <a:lnTo>
                    <a:pt x="30939" y="550577"/>
                  </a:lnTo>
                  <a:lnTo>
                    <a:pt x="11446" y="578035"/>
                  </a:lnTo>
                  <a:close/>
                  <a:moveTo>
                    <a:pt x="78641" y="621814"/>
                  </a:moveTo>
                  <a:lnTo>
                    <a:pt x="11446" y="578035"/>
                  </a:lnTo>
                  <a:lnTo>
                    <a:pt x="38906" y="660251"/>
                  </a:lnTo>
                  <a:close/>
                  <a:moveTo>
                    <a:pt x="0" y="495821"/>
                  </a:moveTo>
                  <a:lnTo>
                    <a:pt x="11446" y="578035"/>
                  </a:lnTo>
                  <a:lnTo>
                    <a:pt x="17132" y="461710"/>
                  </a:lnTo>
                  <a:close/>
                  <a:moveTo>
                    <a:pt x="11446" y="578035"/>
                  </a:moveTo>
                  <a:lnTo>
                    <a:pt x="30939" y="550577"/>
                  </a:lnTo>
                  <a:lnTo>
                    <a:pt x="17132" y="461710"/>
                  </a:lnTo>
                  <a:close/>
                  <a:moveTo>
                    <a:pt x="17132" y="461710"/>
                  </a:moveTo>
                  <a:lnTo>
                    <a:pt x="21061" y="452181"/>
                  </a:lnTo>
                  <a:lnTo>
                    <a:pt x="0" y="495821"/>
                  </a:lnTo>
                  <a:close/>
                  <a:moveTo>
                    <a:pt x="0" y="495821"/>
                  </a:moveTo>
                  <a:lnTo>
                    <a:pt x="21061" y="452181"/>
                  </a:lnTo>
                  <a:lnTo>
                    <a:pt x="32761" y="375169"/>
                  </a:lnTo>
                  <a:close/>
                  <a:moveTo>
                    <a:pt x="39336" y="539599"/>
                  </a:moveTo>
                  <a:lnTo>
                    <a:pt x="17132" y="461710"/>
                  </a:lnTo>
                  <a:lnTo>
                    <a:pt x="30939" y="550577"/>
                  </a:lnTo>
                  <a:close/>
                  <a:moveTo>
                    <a:pt x="39336" y="539599"/>
                  </a:moveTo>
                  <a:lnTo>
                    <a:pt x="20546" y="457384"/>
                  </a:lnTo>
                  <a:lnTo>
                    <a:pt x="17132" y="461710"/>
                  </a:lnTo>
                  <a:close/>
                  <a:moveTo>
                    <a:pt x="21061" y="452181"/>
                  </a:moveTo>
                  <a:lnTo>
                    <a:pt x="17132" y="461710"/>
                  </a:lnTo>
                  <a:lnTo>
                    <a:pt x="20546" y="457384"/>
                  </a:lnTo>
                  <a:close/>
                  <a:moveTo>
                    <a:pt x="359399" y="235590"/>
                  </a:moveTo>
                  <a:lnTo>
                    <a:pt x="230710" y="248306"/>
                  </a:lnTo>
                  <a:lnTo>
                    <a:pt x="337373" y="259860"/>
                  </a:lnTo>
                  <a:close/>
                  <a:moveTo>
                    <a:pt x="381355" y="247287"/>
                  </a:moveTo>
                  <a:lnTo>
                    <a:pt x="436903" y="246708"/>
                  </a:lnTo>
                  <a:lnTo>
                    <a:pt x="359399" y="235590"/>
                  </a:lnTo>
                  <a:close/>
                  <a:moveTo>
                    <a:pt x="1289982" y="840708"/>
                  </a:moveTo>
                  <a:lnTo>
                    <a:pt x="1312791" y="936205"/>
                  </a:lnTo>
                  <a:lnTo>
                    <a:pt x="1312409" y="860415"/>
                  </a:lnTo>
                  <a:close/>
                  <a:moveTo>
                    <a:pt x="1289982" y="840708"/>
                  </a:moveTo>
                  <a:lnTo>
                    <a:pt x="1312409" y="860415"/>
                  </a:lnTo>
                  <a:lnTo>
                    <a:pt x="1328778" y="823115"/>
                  </a:lnTo>
                  <a:close/>
                  <a:moveTo>
                    <a:pt x="1285102" y="197478"/>
                  </a:moveTo>
                  <a:lnTo>
                    <a:pt x="1308314" y="139107"/>
                  </a:lnTo>
                  <a:lnTo>
                    <a:pt x="1239849" y="134175"/>
                  </a:lnTo>
                  <a:close/>
                  <a:moveTo>
                    <a:pt x="1239849" y="134175"/>
                  </a:moveTo>
                  <a:lnTo>
                    <a:pt x="1308314" y="139107"/>
                  </a:lnTo>
                  <a:lnTo>
                    <a:pt x="1316689" y="32206"/>
                  </a:lnTo>
                  <a:close/>
                  <a:moveTo>
                    <a:pt x="1358278" y="111456"/>
                  </a:moveTo>
                  <a:lnTo>
                    <a:pt x="1326908" y="29241"/>
                  </a:lnTo>
                  <a:lnTo>
                    <a:pt x="1308314" y="139107"/>
                  </a:lnTo>
                  <a:close/>
                  <a:moveTo>
                    <a:pt x="1443542" y="73020"/>
                  </a:moveTo>
                  <a:lnTo>
                    <a:pt x="1434784" y="178487"/>
                  </a:lnTo>
                  <a:lnTo>
                    <a:pt x="1480000" y="132341"/>
                  </a:lnTo>
                  <a:close/>
                  <a:moveTo>
                    <a:pt x="1443542" y="73020"/>
                  </a:moveTo>
                  <a:lnTo>
                    <a:pt x="1358278" y="111456"/>
                  </a:lnTo>
                  <a:lnTo>
                    <a:pt x="1434784" y="178487"/>
                  </a:lnTo>
                  <a:close/>
                  <a:moveTo>
                    <a:pt x="1512054" y="155234"/>
                  </a:moveTo>
                  <a:lnTo>
                    <a:pt x="1594841" y="227533"/>
                  </a:lnTo>
                  <a:lnTo>
                    <a:pt x="1578077" y="141070"/>
                  </a:lnTo>
                  <a:close/>
                  <a:moveTo>
                    <a:pt x="1594841" y="227533"/>
                  </a:moveTo>
                  <a:lnTo>
                    <a:pt x="1670327" y="226756"/>
                  </a:lnTo>
                  <a:lnTo>
                    <a:pt x="1578077" y="141070"/>
                  </a:lnTo>
                  <a:close/>
                  <a:moveTo>
                    <a:pt x="1578077" y="141070"/>
                  </a:moveTo>
                  <a:lnTo>
                    <a:pt x="1480000" y="132341"/>
                  </a:lnTo>
                  <a:lnTo>
                    <a:pt x="1512054" y="155234"/>
                  </a:lnTo>
                  <a:close/>
                  <a:moveTo>
                    <a:pt x="1476123" y="63273"/>
                  </a:moveTo>
                  <a:lnTo>
                    <a:pt x="1480000" y="132341"/>
                  </a:lnTo>
                  <a:lnTo>
                    <a:pt x="1578077" y="141070"/>
                  </a:lnTo>
                  <a:close/>
                  <a:moveTo>
                    <a:pt x="1568030" y="49146"/>
                  </a:moveTo>
                  <a:lnTo>
                    <a:pt x="1476123" y="63273"/>
                  </a:lnTo>
                  <a:lnTo>
                    <a:pt x="1578077" y="141070"/>
                  </a:lnTo>
                  <a:close/>
                  <a:moveTo>
                    <a:pt x="1476123" y="63273"/>
                  </a:moveTo>
                  <a:lnTo>
                    <a:pt x="1568030" y="49146"/>
                  </a:lnTo>
                  <a:lnTo>
                    <a:pt x="1519135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49" name="Candidate_density__2168">
              <a:extLst>
                <a:ext uri="{FF2B5EF4-FFF2-40B4-BE49-F238E27FC236}">
                  <a16:creationId xmlns:a16="http://schemas.microsoft.com/office/drawing/2014/main" id="{139B4745-7C34-4E93-A034-26EBCE573ADB}"/>
                </a:ext>
              </a:extLst>
            </p:cNvPr>
            <p:cNvSpPr>
              <a:spLocks noGrp="1"/>
            </p:cNvSpPr>
            <p:nvPr/>
          </p:nvSpPr>
          <p:spPr>
            <a:xfrm>
              <a:off x="4031318" y="3013385"/>
              <a:ext cx="1414069" cy="455864"/>
            </a:xfrm>
            <a:custGeom>
              <a:avLst/>
              <a:gdLst/>
              <a:ahLst/>
              <a:cxnLst/>
              <a:rect l="0" t="0" r="0" b="0"/>
              <a:pathLst>
                <a:path w="1414069" h="455864">
                  <a:moveTo>
                    <a:pt x="85107" y="270035"/>
                  </a:moveTo>
                  <a:lnTo>
                    <a:pt x="12305" y="276497"/>
                  </a:lnTo>
                  <a:lnTo>
                    <a:pt x="0" y="270937"/>
                  </a:lnTo>
                  <a:close/>
                  <a:moveTo>
                    <a:pt x="12305" y="276497"/>
                  </a:moveTo>
                  <a:lnTo>
                    <a:pt x="85107" y="270035"/>
                  </a:lnTo>
                  <a:lnTo>
                    <a:pt x="144092" y="275372"/>
                  </a:lnTo>
                  <a:close/>
                  <a:moveTo>
                    <a:pt x="370842" y="135429"/>
                  </a:moveTo>
                  <a:lnTo>
                    <a:pt x="332686" y="182245"/>
                  </a:lnTo>
                  <a:lnTo>
                    <a:pt x="440820" y="118409"/>
                  </a:lnTo>
                  <a:close/>
                  <a:moveTo>
                    <a:pt x="1183298" y="444170"/>
                  </a:moveTo>
                  <a:lnTo>
                    <a:pt x="1212446" y="452214"/>
                  </a:lnTo>
                  <a:lnTo>
                    <a:pt x="1225468" y="455864"/>
                  </a:lnTo>
                  <a:close/>
                  <a:moveTo>
                    <a:pt x="1238931" y="444170"/>
                  </a:moveTo>
                  <a:lnTo>
                    <a:pt x="1225468" y="455864"/>
                  </a:lnTo>
                  <a:lnTo>
                    <a:pt x="1212446" y="452214"/>
                  </a:lnTo>
                  <a:close/>
                  <a:moveTo>
                    <a:pt x="1183298" y="444170"/>
                  </a:moveTo>
                  <a:lnTo>
                    <a:pt x="1225468" y="455864"/>
                  </a:lnTo>
                  <a:lnTo>
                    <a:pt x="1241698" y="428433"/>
                  </a:lnTo>
                  <a:close/>
                  <a:moveTo>
                    <a:pt x="1241698" y="428433"/>
                  </a:moveTo>
                  <a:lnTo>
                    <a:pt x="1225468" y="455864"/>
                  </a:lnTo>
                  <a:lnTo>
                    <a:pt x="1238931" y="444170"/>
                  </a:lnTo>
                  <a:close/>
                  <a:moveTo>
                    <a:pt x="1259318" y="367224"/>
                  </a:moveTo>
                  <a:lnTo>
                    <a:pt x="1286999" y="352103"/>
                  </a:lnTo>
                  <a:lnTo>
                    <a:pt x="1287783" y="323519"/>
                  </a:lnTo>
                  <a:close/>
                  <a:moveTo>
                    <a:pt x="1241698" y="428433"/>
                  </a:moveTo>
                  <a:lnTo>
                    <a:pt x="1277553" y="371944"/>
                  </a:lnTo>
                  <a:lnTo>
                    <a:pt x="1259318" y="367224"/>
                  </a:lnTo>
                  <a:close/>
                  <a:moveTo>
                    <a:pt x="1390683" y="120652"/>
                  </a:moveTo>
                  <a:lnTo>
                    <a:pt x="1385472" y="129826"/>
                  </a:lnTo>
                  <a:lnTo>
                    <a:pt x="1345582" y="195888"/>
                  </a:lnTo>
                  <a:close/>
                  <a:moveTo>
                    <a:pt x="1390683" y="120652"/>
                  </a:moveTo>
                  <a:lnTo>
                    <a:pt x="1404139" y="82215"/>
                  </a:lnTo>
                  <a:lnTo>
                    <a:pt x="1385472" y="129826"/>
                  </a:lnTo>
                  <a:close/>
                  <a:moveTo>
                    <a:pt x="1390683" y="120652"/>
                  </a:moveTo>
                  <a:lnTo>
                    <a:pt x="1414069" y="9113"/>
                  </a:lnTo>
                  <a:lnTo>
                    <a:pt x="1410363" y="0"/>
                  </a:lnTo>
                  <a:close/>
                  <a:moveTo>
                    <a:pt x="1390683" y="120652"/>
                  </a:moveTo>
                  <a:lnTo>
                    <a:pt x="1410363" y="0"/>
                  </a:lnTo>
                  <a:lnTo>
                    <a:pt x="140413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50" name="Candidate_density__2169">
              <a:extLst>
                <a:ext uri="{FF2B5EF4-FFF2-40B4-BE49-F238E27FC236}">
                  <a16:creationId xmlns:a16="http://schemas.microsoft.com/office/drawing/2014/main" id="{5C707C19-B342-0B95-0C30-18C28DEF8AF2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407305"/>
              <a:ext cx="1498589" cy="842042"/>
            </a:xfrm>
            <a:custGeom>
              <a:avLst/>
              <a:gdLst/>
              <a:ahLst/>
              <a:cxnLst/>
              <a:rect l="0" t="0" r="0" b="0"/>
              <a:pathLst>
                <a:path w="1498589" h="842042">
                  <a:moveTo>
                    <a:pt x="45780" y="407552"/>
                  </a:moveTo>
                  <a:lnTo>
                    <a:pt x="515" y="453514"/>
                  </a:lnTo>
                  <a:lnTo>
                    <a:pt x="0" y="458718"/>
                  </a:lnTo>
                  <a:close/>
                  <a:moveTo>
                    <a:pt x="515" y="453514"/>
                  </a:moveTo>
                  <a:lnTo>
                    <a:pt x="45780" y="407552"/>
                  </a:lnTo>
                  <a:lnTo>
                    <a:pt x="12216" y="376503"/>
                  </a:lnTo>
                  <a:close/>
                  <a:moveTo>
                    <a:pt x="45780" y="407552"/>
                  </a:moveTo>
                  <a:lnTo>
                    <a:pt x="55901" y="338067"/>
                  </a:lnTo>
                  <a:lnTo>
                    <a:pt x="12216" y="376503"/>
                  </a:lnTo>
                  <a:close/>
                  <a:moveTo>
                    <a:pt x="55901" y="338067"/>
                  </a:moveTo>
                  <a:lnTo>
                    <a:pt x="82300" y="265435"/>
                  </a:lnTo>
                  <a:lnTo>
                    <a:pt x="16279" y="294288"/>
                  </a:lnTo>
                  <a:close/>
                  <a:moveTo>
                    <a:pt x="12216" y="376503"/>
                  </a:moveTo>
                  <a:lnTo>
                    <a:pt x="55901" y="338067"/>
                  </a:lnTo>
                  <a:lnTo>
                    <a:pt x="16279" y="294288"/>
                  </a:lnTo>
                  <a:close/>
                  <a:moveTo>
                    <a:pt x="88464" y="255852"/>
                  </a:moveTo>
                  <a:lnTo>
                    <a:pt x="66724" y="266431"/>
                  </a:lnTo>
                  <a:lnTo>
                    <a:pt x="82300" y="265435"/>
                  </a:lnTo>
                  <a:close/>
                  <a:moveTo>
                    <a:pt x="82300" y="265435"/>
                  </a:moveTo>
                  <a:lnTo>
                    <a:pt x="55901" y="338067"/>
                  </a:lnTo>
                  <a:lnTo>
                    <a:pt x="142020" y="305309"/>
                  </a:lnTo>
                  <a:close/>
                  <a:moveTo>
                    <a:pt x="186625" y="229545"/>
                  </a:moveTo>
                  <a:lnTo>
                    <a:pt x="88464" y="255852"/>
                  </a:lnTo>
                  <a:lnTo>
                    <a:pt x="210165" y="249640"/>
                  </a:lnTo>
                  <a:close/>
                  <a:moveTo>
                    <a:pt x="88464" y="255852"/>
                  </a:moveTo>
                  <a:lnTo>
                    <a:pt x="82300" y="265435"/>
                  </a:lnTo>
                  <a:lnTo>
                    <a:pt x="210165" y="249640"/>
                  </a:lnTo>
                  <a:close/>
                  <a:moveTo>
                    <a:pt x="210165" y="249640"/>
                  </a:moveTo>
                  <a:lnTo>
                    <a:pt x="82300" y="265435"/>
                  </a:lnTo>
                  <a:lnTo>
                    <a:pt x="163605" y="299630"/>
                  </a:lnTo>
                  <a:close/>
                  <a:moveTo>
                    <a:pt x="163605" y="299630"/>
                  </a:moveTo>
                  <a:lnTo>
                    <a:pt x="82300" y="265435"/>
                  </a:lnTo>
                  <a:lnTo>
                    <a:pt x="142020" y="305309"/>
                  </a:lnTo>
                  <a:close/>
                  <a:moveTo>
                    <a:pt x="249541" y="217415"/>
                  </a:moveTo>
                  <a:lnTo>
                    <a:pt x="186625" y="229545"/>
                  </a:lnTo>
                  <a:lnTo>
                    <a:pt x="210165" y="249640"/>
                  </a:lnTo>
                  <a:close/>
                  <a:moveTo>
                    <a:pt x="249541" y="217415"/>
                  </a:moveTo>
                  <a:lnTo>
                    <a:pt x="199672" y="135200"/>
                  </a:lnTo>
                  <a:lnTo>
                    <a:pt x="186625" y="229545"/>
                  </a:lnTo>
                  <a:close/>
                  <a:moveTo>
                    <a:pt x="210165" y="249640"/>
                  </a:moveTo>
                  <a:lnTo>
                    <a:pt x="163605" y="299630"/>
                  </a:lnTo>
                  <a:lnTo>
                    <a:pt x="251727" y="276711"/>
                  </a:lnTo>
                  <a:close/>
                  <a:moveTo>
                    <a:pt x="288483" y="207329"/>
                  </a:moveTo>
                  <a:lnTo>
                    <a:pt x="249541" y="217415"/>
                  </a:lnTo>
                  <a:lnTo>
                    <a:pt x="338853" y="236924"/>
                  </a:lnTo>
                  <a:close/>
                  <a:moveTo>
                    <a:pt x="249541" y="217415"/>
                  </a:moveTo>
                  <a:lnTo>
                    <a:pt x="210165" y="249640"/>
                  </a:lnTo>
                  <a:lnTo>
                    <a:pt x="338853" y="236924"/>
                  </a:lnTo>
                  <a:close/>
                  <a:moveTo>
                    <a:pt x="316828" y="261194"/>
                  </a:moveTo>
                  <a:lnTo>
                    <a:pt x="210165" y="249640"/>
                  </a:lnTo>
                  <a:lnTo>
                    <a:pt x="251727" y="276711"/>
                  </a:lnTo>
                  <a:close/>
                  <a:moveTo>
                    <a:pt x="1269436" y="842042"/>
                  </a:moveTo>
                  <a:lnTo>
                    <a:pt x="1308232" y="824448"/>
                  </a:lnTo>
                  <a:lnTo>
                    <a:pt x="1278612" y="812203"/>
                  </a:lnTo>
                  <a:close/>
                  <a:moveTo>
                    <a:pt x="708388" y="348006"/>
                  </a:moveTo>
                  <a:lnTo>
                    <a:pt x="791573" y="340970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839368" y="284573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900267" y="313196"/>
                  </a:lnTo>
                  <a:lnTo>
                    <a:pt x="839368" y="284573"/>
                  </a:lnTo>
                  <a:close/>
                  <a:moveTo>
                    <a:pt x="839368" y="284573"/>
                  </a:moveTo>
                  <a:lnTo>
                    <a:pt x="900267" y="313196"/>
                  </a:lnTo>
                  <a:lnTo>
                    <a:pt x="862743" y="266536"/>
                  </a:lnTo>
                  <a:close/>
                  <a:moveTo>
                    <a:pt x="862743" y="266536"/>
                  </a:moveTo>
                  <a:lnTo>
                    <a:pt x="900267" y="313196"/>
                  </a:lnTo>
                  <a:lnTo>
                    <a:pt x="908785" y="310314"/>
                  </a:lnTo>
                  <a:close/>
                  <a:moveTo>
                    <a:pt x="862743" y="266536"/>
                  </a:moveTo>
                  <a:lnTo>
                    <a:pt x="908785" y="310314"/>
                  </a:lnTo>
                  <a:lnTo>
                    <a:pt x="929855" y="228099"/>
                  </a:lnTo>
                  <a:close/>
                  <a:moveTo>
                    <a:pt x="900267" y="313196"/>
                  </a:moveTo>
                  <a:lnTo>
                    <a:pt x="906605" y="320758"/>
                  </a:lnTo>
                  <a:lnTo>
                    <a:pt x="908785" y="310314"/>
                  </a:lnTo>
                  <a:close/>
                  <a:moveTo>
                    <a:pt x="929855" y="228099"/>
                  </a:moveTo>
                  <a:lnTo>
                    <a:pt x="908785" y="310314"/>
                  </a:lnTo>
                  <a:lnTo>
                    <a:pt x="1022765" y="271878"/>
                  </a:lnTo>
                  <a:close/>
                  <a:moveTo>
                    <a:pt x="929855" y="228099"/>
                  </a:moveTo>
                  <a:lnTo>
                    <a:pt x="1022765" y="271878"/>
                  </a:lnTo>
                  <a:lnTo>
                    <a:pt x="998719" y="189663"/>
                  </a:lnTo>
                  <a:close/>
                  <a:moveTo>
                    <a:pt x="919207" y="145884"/>
                  </a:moveTo>
                  <a:lnTo>
                    <a:pt x="989133" y="135457"/>
                  </a:lnTo>
                  <a:lnTo>
                    <a:pt x="976250" y="111831"/>
                  </a:lnTo>
                  <a:close/>
                  <a:moveTo>
                    <a:pt x="998719" y="189663"/>
                  </a:moveTo>
                  <a:lnTo>
                    <a:pt x="989133" y="135457"/>
                  </a:lnTo>
                  <a:lnTo>
                    <a:pt x="919207" y="145884"/>
                  </a:lnTo>
                  <a:close/>
                  <a:moveTo>
                    <a:pt x="929855" y="228099"/>
                  </a:moveTo>
                  <a:lnTo>
                    <a:pt x="998719" y="189663"/>
                  </a:lnTo>
                  <a:lnTo>
                    <a:pt x="919207" y="145884"/>
                  </a:lnTo>
                  <a:close/>
                  <a:moveTo>
                    <a:pt x="976250" y="111831"/>
                  </a:moveTo>
                  <a:lnTo>
                    <a:pt x="989133" y="135457"/>
                  </a:lnTo>
                  <a:lnTo>
                    <a:pt x="983208" y="107448"/>
                  </a:lnTo>
                  <a:close/>
                  <a:moveTo>
                    <a:pt x="998719" y="189663"/>
                  </a:moveTo>
                  <a:lnTo>
                    <a:pt x="1027777" y="270124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998719" y="189663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1007776" y="186293"/>
                  </a:lnTo>
                  <a:lnTo>
                    <a:pt x="983208" y="107448"/>
                  </a:lnTo>
                  <a:close/>
                  <a:moveTo>
                    <a:pt x="983208" y="107448"/>
                  </a:moveTo>
                  <a:lnTo>
                    <a:pt x="1007776" y="186293"/>
                  </a:lnTo>
                  <a:lnTo>
                    <a:pt x="1099605" y="151227"/>
                  </a:lnTo>
                  <a:close/>
                  <a:moveTo>
                    <a:pt x="983208" y="107448"/>
                  </a:moveTo>
                  <a:lnTo>
                    <a:pt x="1099605" y="151227"/>
                  </a:lnTo>
                  <a:lnTo>
                    <a:pt x="1099083" y="69012"/>
                  </a:lnTo>
                  <a:close/>
                  <a:moveTo>
                    <a:pt x="1099083" y="69012"/>
                  </a:moveTo>
                  <a:lnTo>
                    <a:pt x="1101842" y="62998"/>
                  </a:lnTo>
                  <a:lnTo>
                    <a:pt x="1022153" y="25232"/>
                  </a:lnTo>
                  <a:close/>
                  <a:moveTo>
                    <a:pt x="983208" y="107448"/>
                  </a:moveTo>
                  <a:lnTo>
                    <a:pt x="1099083" y="69012"/>
                  </a:lnTo>
                  <a:lnTo>
                    <a:pt x="1022153" y="25232"/>
                  </a:lnTo>
                  <a:close/>
                  <a:moveTo>
                    <a:pt x="1042998" y="18066"/>
                  </a:moveTo>
                  <a:lnTo>
                    <a:pt x="1101842" y="62998"/>
                  </a:lnTo>
                  <a:lnTo>
                    <a:pt x="1177762" y="68192"/>
                  </a:lnTo>
                  <a:close/>
                  <a:moveTo>
                    <a:pt x="1099083" y="69012"/>
                  </a:moveTo>
                  <a:lnTo>
                    <a:pt x="1138555" y="140565"/>
                  </a:lnTo>
                  <a:lnTo>
                    <a:pt x="1105789" y="67110"/>
                  </a:lnTo>
                  <a:close/>
                  <a:moveTo>
                    <a:pt x="1099083" y="69012"/>
                  </a:moveTo>
                  <a:lnTo>
                    <a:pt x="1099605" y="151227"/>
                  </a:lnTo>
                  <a:lnTo>
                    <a:pt x="1138555" y="140565"/>
                  </a:lnTo>
                  <a:close/>
                  <a:moveTo>
                    <a:pt x="1138555" y="140565"/>
                  </a:moveTo>
                  <a:lnTo>
                    <a:pt x="1219304" y="135509"/>
                  </a:lnTo>
                  <a:lnTo>
                    <a:pt x="1178277" y="68771"/>
                  </a:lnTo>
                  <a:close/>
                  <a:moveTo>
                    <a:pt x="1138555" y="140565"/>
                  </a:moveTo>
                  <a:lnTo>
                    <a:pt x="1178277" y="68771"/>
                  </a:lnTo>
                  <a:lnTo>
                    <a:pt x="1105789" y="67110"/>
                  </a:lnTo>
                  <a:close/>
                  <a:moveTo>
                    <a:pt x="1219304" y="135509"/>
                  </a:moveTo>
                  <a:lnTo>
                    <a:pt x="1296143" y="33539"/>
                  </a:lnTo>
                  <a:lnTo>
                    <a:pt x="1178277" y="68771"/>
                  </a:lnTo>
                  <a:close/>
                  <a:moveTo>
                    <a:pt x="1306362" y="30575"/>
                  </a:moveTo>
                  <a:lnTo>
                    <a:pt x="1296143" y="33539"/>
                  </a:lnTo>
                  <a:lnTo>
                    <a:pt x="1287769" y="140440"/>
                  </a:lnTo>
                  <a:close/>
                  <a:moveTo>
                    <a:pt x="1101842" y="62998"/>
                  </a:moveTo>
                  <a:lnTo>
                    <a:pt x="1099083" y="69012"/>
                  </a:lnTo>
                  <a:lnTo>
                    <a:pt x="1105789" y="67110"/>
                  </a:lnTo>
                  <a:close/>
                  <a:moveTo>
                    <a:pt x="1105789" y="67110"/>
                  </a:moveTo>
                  <a:lnTo>
                    <a:pt x="1177762" y="68192"/>
                  </a:lnTo>
                  <a:lnTo>
                    <a:pt x="1101842" y="62998"/>
                  </a:lnTo>
                  <a:close/>
                  <a:moveTo>
                    <a:pt x="1105789" y="67110"/>
                  </a:moveTo>
                  <a:lnTo>
                    <a:pt x="1178277" y="68771"/>
                  </a:lnTo>
                  <a:lnTo>
                    <a:pt x="1177762" y="68192"/>
                  </a:lnTo>
                  <a:close/>
                  <a:moveTo>
                    <a:pt x="1306362" y="30575"/>
                  </a:moveTo>
                  <a:lnTo>
                    <a:pt x="1432385" y="32465"/>
                  </a:lnTo>
                  <a:lnTo>
                    <a:pt x="1411929" y="0"/>
                  </a:lnTo>
                  <a:close/>
                  <a:moveTo>
                    <a:pt x="1422997" y="74354"/>
                  </a:moveTo>
                  <a:lnTo>
                    <a:pt x="1432385" y="32465"/>
                  </a:lnTo>
                  <a:lnTo>
                    <a:pt x="1306362" y="30575"/>
                  </a:lnTo>
                  <a:close/>
                  <a:moveTo>
                    <a:pt x="1337732" y="112790"/>
                  </a:moveTo>
                  <a:lnTo>
                    <a:pt x="1422997" y="74354"/>
                  </a:lnTo>
                  <a:lnTo>
                    <a:pt x="1306362" y="30575"/>
                  </a:lnTo>
                  <a:close/>
                  <a:moveTo>
                    <a:pt x="1411929" y="0"/>
                  </a:moveTo>
                  <a:lnTo>
                    <a:pt x="1432385" y="32465"/>
                  </a:lnTo>
                  <a:lnTo>
                    <a:pt x="1498589" y="1334"/>
                  </a:lnTo>
                  <a:close/>
                  <a:moveTo>
                    <a:pt x="1422997" y="74354"/>
                  </a:moveTo>
                  <a:lnTo>
                    <a:pt x="1459455" y="133675"/>
                  </a:lnTo>
                  <a:lnTo>
                    <a:pt x="1455577" y="64607"/>
                  </a:lnTo>
                  <a:close/>
                  <a:moveTo>
                    <a:pt x="1432385" y="32465"/>
                  </a:moveTo>
                  <a:lnTo>
                    <a:pt x="1422997" y="74354"/>
                  </a:lnTo>
                  <a:lnTo>
                    <a:pt x="1455577" y="64607"/>
                  </a:lnTo>
                  <a:close/>
                  <a:moveTo>
                    <a:pt x="1455577" y="64607"/>
                  </a:moveTo>
                  <a:lnTo>
                    <a:pt x="1498589" y="1334"/>
                  </a:lnTo>
                  <a:lnTo>
                    <a:pt x="1432385" y="3246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51" name="Candidate_density__2170">
              <a:extLst>
                <a:ext uri="{FF2B5EF4-FFF2-40B4-BE49-F238E27FC236}">
                  <a16:creationId xmlns:a16="http://schemas.microsoft.com/office/drawing/2014/main" id="{148D8762-5EA3-A3C9-B915-9EAE8EBCCC84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702447"/>
              <a:ext cx="1622391" cy="682892"/>
            </a:xfrm>
            <a:custGeom>
              <a:avLst/>
              <a:gdLst/>
              <a:ahLst/>
              <a:cxnLst/>
              <a:rect l="0" t="0" r="0" b="0"/>
              <a:pathLst>
                <a:path w="1622391" h="682892">
                  <a:moveTo>
                    <a:pt x="0" y="410221"/>
                  </a:moveTo>
                  <a:lnTo>
                    <a:pt x="1699" y="470428"/>
                  </a:lnTo>
                  <a:lnTo>
                    <a:pt x="59269" y="470471"/>
                  </a:lnTo>
                  <a:close/>
                  <a:moveTo>
                    <a:pt x="226017" y="536215"/>
                  </a:moveTo>
                  <a:lnTo>
                    <a:pt x="205602" y="523728"/>
                  </a:lnTo>
                  <a:lnTo>
                    <a:pt x="149260" y="528275"/>
                  </a:lnTo>
                  <a:close/>
                  <a:moveTo>
                    <a:pt x="126388" y="453999"/>
                  </a:moveTo>
                  <a:lnTo>
                    <a:pt x="149260" y="528275"/>
                  </a:lnTo>
                  <a:lnTo>
                    <a:pt x="205602" y="523728"/>
                  </a:lnTo>
                  <a:close/>
                  <a:moveTo>
                    <a:pt x="126388" y="453999"/>
                  </a:moveTo>
                  <a:lnTo>
                    <a:pt x="91365" y="492436"/>
                  </a:lnTo>
                  <a:lnTo>
                    <a:pt x="149260" y="528275"/>
                  </a:lnTo>
                  <a:close/>
                  <a:moveTo>
                    <a:pt x="91365" y="492436"/>
                  </a:moveTo>
                  <a:lnTo>
                    <a:pt x="126388" y="453999"/>
                  </a:lnTo>
                  <a:lnTo>
                    <a:pt x="59269" y="470471"/>
                  </a:lnTo>
                  <a:close/>
                  <a:moveTo>
                    <a:pt x="311156" y="497778"/>
                  </a:moveTo>
                  <a:lnTo>
                    <a:pt x="226017" y="536215"/>
                  </a:lnTo>
                  <a:lnTo>
                    <a:pt x="292924" y="571552"/>
                  </a:lnTo>
                  <a:close/>
                  <a:moveTo>
                    <a:pt x="279234" y="339476"/>
                  </a:moveTo>
                  <a:lnTo>
                    <a:pt x="217688" y="290257"/>
                  </a:lnTo>
                  <a:lnTo>
                    <a:pt x="247355" y="333348"/>
                  </a:lnTo>
                  <a:close/>
                  <a:moveTo>
                    <a:pt x="295037" y="364249"/>
                  </a:moveTo>
                  <a:lnTo>
                    <a:pt x="247355" y="333348"/>
                  </a:lnTo>
                  <a:lnTo>
                    <a:pt x="339155" y="313996"/>
                  </a:lnTo>
                  <a:close/>
                  <a:moveTo>
                    <a:pt x="414676" y="212696"/>
                  </a:moveTo>
                  <a:lnTo>
                    <a:pt x="437008" y="294912"/>
                  </a:lnTo>
                  <a:lnTo>
                    <a:pt x="418947" y="186392"/>
                  </a:lnTo>
                  <a:close/>
                  <a:moveTo>
                    <a:pt x="379921" y="187757"/>
                  </a:moveTo>
                  <a:lnTo>
                    <a:pt x="418947" y="186392"/>
                  </a:lnTo>
                  <a:lnTo>
                    <a:pt x="353965" y="178629"/>
                  </a:lnTo>
                  <a:close/>
                  <a:moveTo>
                    <a:pt x="637812" y="329827"/>
                  </a:moveTo>
                  <a:lnTo>
                    <a:pt x="560599" y="369423"/>
                  </a:lnTo>
                  <a:lnTo>
                    <a:pt x="631453" y="355677"/>
                  </a:lnTo>
                  <a:close/>
                  <a:moveTo>
                    <a:pt x="726651" y="318195"/>
                  </a:moveTo>
                  <a:lnTo>
                    <a:pt x="631453" y="355677"/>
                  </a:lnTo>
                  <a:lnTo>
                    <a:pt x="710360" y="372036"/>
                  </a:lnTo>
                  <a:close/>
                  <a:moveTo>
                    <a:pt x="726651" y="318195"/>
                  </a:moveTo>
                  <a:lnTo>
                    <a:pt x="637812" y="329827"/>
                  </a:lnTo>
                  <a:lnTo>
                    <a:pt x="631453" y="355677"/>
                  </a:lnTo>
                  <a:close/>
                  <a:moveTo>
                    <a:pt x="787185" y="380615"/>
                  </a:moveTo>
                  <a:lnTo>
                    <a:pt x="823971" y="302952"/>
                  </a:lnTo>
                  <a:lnTo>
                    <a:pt x="710360" y="372036"/>
                  </a:lnTo>
                  <a:close/>
                  <a:moveTo>
                    <a:pt x="1114436" y="426247"/>
                  </a:moveTo>
                  <a:lnTo>
                    <a:pt x="1056830" y="401054"/>
                  </a:lnTo>
                  <a:lnTo>
                    <a:pt x="1015727" y="462579"/>
                  </a:lnTo>
                  <a:close/>
                  <a:moveTo>
                    <a:pt x="1015727" y="462579"/>
                  </a:moveTo>
                  <a:lnTo>
                    <a:pt x="1056830" y="401054"/>
                  </a:lnTo>
                  <a:lnTo>
                    <a:pt x="923171" y="395186"/>
                  </a:lnTo>
                  <a:close/>
                  <a:moveTo>
                    <a:pt x="1371893" y="657637"/>
                  </a:moveTo>
                  <a:lnTo>
                    <a:pt x="1361664" y="672893"/>
                  </a:lnTo>
                  <a:lnTo>
                    <a:pt x="1413362" y="682892"/>
                  </a:lnTo>
                  <a:close/>
                  <a:moveTo>
                    <a:pt x="1166132" y="387811"/>
                  </a:moveTo>
                  <a:lnTo>
                    <a:pt x="1143267" y="445569"/>
                  </a:lnTo>
                  <a:lnTo>
                    <a:pt x="1191882" y="412130"/>
                  </a:lnTo>
                  <a:close/>
                  <a:moveTo>
                    <a:pt x="1166132" y="387811"/>
                  </a:moveTo>
                  <a:lnTo>
                    <a:pt x="1114436" y="426247"/>
                  </a:lnTo>
                  <a:lnTo>
                    <a:pt x="1143267" y="445569"/>
                  </a:lnTo>
                  <a:close/>
                  <a:moveTo>
                    <a:pt x="1114436" y="426247"/>
                  </a:moveTo>
                  <a:lnTo>
                    <a:pt x="1166132" y="387811"/>
                  </a:lnTo>
                  <a:lnTo>
                    <a:pt x="1056830" y="401054"/>
                  </a:lnTo>
                  <a:close/>
                  <a:moveTo>
                    <a:pt x="1191882" y="412130"/>
                  </a:moveTo>
                  <a:lnTo>
                    <a:pt x="1283985" y="468328"/>
                  </a:lnTo>
                  <a:lnTo>
                    <a:pt x="1262555" y="349374"/>
                  </a:lnTo>
                  <a:close/>
                  <a:moveTo>
                    <a:pt x="1593144" y="272501"/>
                  </a:moveTo>
                  <a:lnTo>
                    <a:pt x="1558038" y="299549"/>
                  </a:lnTo>
                  <a:lnTo>
                    <a:pt x="1622391" y="274895"/>
                  </a:lnTo>
                  <a:close/>
                  <a:moveTo>
                    <a:pt x="1622391" y="274895"/>
                  </a:moveTo>
                  <a:lnTo>
                    <a:pt x="1567018" y="359412"/>
                  </a:lnTo>
                  <a:lnTo>
                    <a:pt x="1620705" y="376357"/>
                  </a:lnTo>
                  <a:close/>
                  <a:moveTo>
                    <a:pt x="1593144" y="272501"/>
                  </a:moveTo>
                  <a:lnTo>
                    <a:pt x="1622391" y="274895"/>
                  </a:lnTo>
                  <a:lnTo>
                    <a:pt x="1621708" y="258941"/>
                  </a:lnTo>
                  <a:close/>
                  <a:moveTo>
                    <a:pt x="1616647" y="179473"/>
                  </a:moveTo>
                  <a:lnTo>
                    <a:pt x="1593144" y="272501"/>
                  </a:lnTo>
                  <a:lnTo>
                    <a:pt x="1621708" y="258941"/>
                  </a:lnTo>
                  <a:close/>
                  <a:moveTo>
                    <a:pt x="1554541" y="269464"/>
                  </a:moveTo>
                  <a:lnTo>
                    <a:pt x="1593144" y="272501"/>
                  </a:lnTo>
                  <a:lnTo>
                    <a:pt x="1616647" y="179473"/>
                  </a:lnTo>
                  <a:close/>
                  <a:moveTo>
                    <a:pt x="1551438" y="171894"/>
                  </a:moveTo>
                  <a:lnTo>
                    <a:pt x="1616647" y="179473"/>
                  </a:lnTo>
                  <a:lnTo>
                    <a:pt x="1601421" y="91759"/>
                  </a:lnTo>
                  <a:close/>
                  <a:moveTo>
                    <a:pt x="1551438" y="171894"/>
                  </a:moveTo>
                  <a:lnTo>
                    <a:pt x="1601421" y="91759"/>
                  </a:lnTo>
                  <a:lnTo>
                    <a:pt x="1540718" y="80517"/>
                  </a:lnTo>
                  <a:close/>
                  <a:moveTo>
                    <a:pt x="1540718" y="80517"/>
                  </a:moveTo>
                  <a:lnTo>
                    <a:pt x="1601421" y="91759"/>
                  </a:lnTo>
                  <a:lnTo>
                    <a:pt x="159117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52" name="Candidate_density__2171">
              <a:extLst>
                <a:ext uri="{FF2B5EF4-FFF2-40B4-BE49-F238E27FC236}">
                  <a16:creationId xmlns:a16="http://schemas.microsoft.com/office/drawing/2014/main" id="{2181CE2B-EB97-CC69-B8BD-E3FAFB04D936}"/>
                </a:ext>
              </a:extLst>
            </p:cNvPr>
            <p:cNvSpPr>
              <a:spLocks noGrp="1"/>
            </p:cNvSpPr>
            <p:nvPr/>
          </p:nvSpPr>
          <p:spPr>
            <a:xfrm>
              <a:off x="3715150" y="2563873"/>
              <a:ext cx="1639388" cy="609045"/>
            </a:xfrm>
            <a:custGeom>
              <a:avLst/>
              <a:gdLst/>
              <a:ahLst/>
              <a:cxnLst/>
              <a:rect l="0" t="0" r="0" b="0"/>
              <a:pathLst>
                <a:path w="1639388" h="609045">
                  <a:moveTo>
                    <a:pt x="7967" y="505016"/>
                  </a:moveTo>
                  <a:lnTo>
                    <a:pt x="88858" y="548795"/>
                  </a:lnTo>
                  <a:lnTo>
                    <a:pt x="47702" y="466580"/>
                  </a:lnTo>
                  <a:close/>
                  <a:moveTo>
                    <a:pt x="18200" y="401928"/>
                  </a:moveTo>
                  <a:lnTo>
                    <a:pt x="0" y="395342"/>
                  </a:lnTo>
                  <a:lnTo>
                    <a:pt x="47702" y="466580"/>
                  </a:lnTo>
                  <a:close/>
                  <a:moveTo>
                    <a:pt x="8397" y="384365"/>
                  </a:moveTo>
                  <a:lnTo>
                    <a:pt x="0" y="395342"/>
                  </a:lnTo>
                  <a:lnTo>
                    <a:pt x="18200" y="401928"/>
                  </a:lnTo>
                  <a:close/>
                  <a:moveTo>
                    <a:pt x="159594" y="510359"/>
                  </a:moveTo>
                  <a:lnTo>
                    <a:pt x="148127" y="609045"/>
                  </a:lnTo>
                  <a:lnTo>
                    <a:pt x="191714" y="556808"/>
                  </a:lnTo>
                  <a:close/>
                  <a:moveTo>
                    <a:pt x="47702" y="466580"/>
                  </a:moveTo>
                  <a:lnTo>
                    <a:pt x="88858" y="548795"/>
                  </a:lnTo>
                  <a:lnTo>
                    <a:pt x="159594" y="510359"/>
                  </a:lnTo>
                  <a:close/>
                  <a:moveTo>
                    <a:pt x="23805" y="375990"/>
                  </a:moveTo>
                  <a:lnTo>
                    <a:pt x="18200" y="401928"/>
                  </a:lnTo>
                  <a:lnTo>
                    <a:pt x="75508" y="345929"/>
                  </a:lnTo>
                  <a:close/>
                  <a:moveTo>
                    <a:pt x="75508" y="345929"/>
                  </a:moveTo>
                  <a:lnTo>
                    <a:pt x="18200" y="401928"/>
                  </a:lnTo>
                  <a:lnTo>
                    <a:pt x="47702" y="466580"/>
                  </a:lnTo>
                  <a:close/>
                  <a:moveTo>
                    <a:pt x="75508" y="345929"/>
                  </a:moveTo>
                  <a:lnTo>
                    <a:pt x="47702" y="466580"/>
                  </a:lnTo>
                  <a:lnTo>
                    <a:pt x="127108" y="428144"/>
                  </a:lnTo>
                  <a:close/>
                  <a:moveTo>
                    <a:pt x="8397" y="384365"/>
                  </a:moveTo>
                  <a:lnTo>
                    <a:pt x="18200" y="401928"/>
                  </a:lnTo>
                  <a:lnTo>
                    <a:pt x="23805" y="375990"/>
                  </a:lnTo>
                  <a:close/>
                  <a:moveTo>
                    <a:pt x="75508" y="345929"/>
                  </a:moveTo>
                  <a:lnTo>
                    <a:pt x="127108" y="428144"/>
                  </a:lnTo>
                  <a:lnTo>
                    <a:pt x="194997" y="389707"/>
                  </a:lnTo>
                  <a:close/>
                  <a:moveTo>
                    <a:pt x="350416" y="92052"/>
                  </a:moveTo>
                  <a:lnTo>
                    <a:pt x="306434" y="104625"/>
                  </a:lnTo>
                  <a:lnTo>
                    <a:pt x="390975" y="98888"/>
                  </a:lnTo>
                  <a:close/>
                  <a:moveTo>
                    <a:pt x="328459" y="80356"/>
                  </a:moveTo>
                  <a:lnTo>
                    <a:pt x="306434" y="104625"/>
                  </a:lnTo>
                  <a:lnTo>
                    <a:pt x="350416" y="92052"/>
                  </a:lnTo>
                  <a:close/>
                  <a:moveTo>
                    <a:pt x="350416" y="92052"/>
                  </a:moveTo>
                  <a:lnTo>
                    <a:pt x="390975" y="98888"/>
                  </a:lnTo>
                  <a:lnTo>
                    <a:pt x="460907" y="81697"/>
                  </a:lnTo>
                  <a:close/>
                  <a:moveTo>
                    <a:pt x="816822" y="356613"/>
                  </a:moveTo>
                  <a:lnTo>
                    <a:pt x="815197" y="356931"/>
                  </a:lnTo>
                  <a:lnTo>
                    <a:pt x="815509" y="456769"/>
                  </a:lnTo>
                  <a:close/>
                  <a:moveTo>
                    <a:pt x="725928" y="300047"/>
                  </a:moveTo>
                  <a:lnTo>
                    <a:pt x="680786" y="274398"/>
                  </a:lnTo>
                  <a:lnTo>
                    <a:pt x="729392" y="366096"/>
                  </a:lnTo>
                  <a:close/>
                  <a:moveTo>
                    <a:pt x="729392" y="366096"/>
                  </a:moveTo>
                  <a:lnTo>
                    <a:pt x="815197" y="356931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5200" y="355163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6822" y="356613"/>
                  </a:lnTo>
                  <a:lnTo>
                    <a:pt x="815200" y="355163"/>
                  </a:lnTo>
                  <a:close/>
                  <a:moveTo>
                    <a:pt x="680786" y="274398"/>
                  </a:moveTo>
                  <a:lnTo>
                    <a:pt x="684063" y="192183"/>
                  </a:lnTo>
                  <a:lnTo>
                    <a:pt x="639722" y="278312"/>
                  </a:lnTo>
                  <a:close/>
                  <a:moveTo>
                    <a:pt x="684063" y="192183"/>
                  </a:moveTo>
                  <a:lnTo>
                    <a:pt x="620208" y="194085"/>
                  </a:lnTo>
                  <a:lnTo>
                    <a:pt x="639722" y="278312"/>
                  </a:lnTo>
                  <a:close/>
                  <a:moveTo>
                    <a:pt x="539277" y="199287"/>
                  </a:moveTo>
                  <a:lnTo>
                    <a:pt x="620208" y="194085"/>
                  </a:lnTo>
                  <a:lnTo>
                    <a:pt x="586332" y="121533"/>
                  </a:lnTo>
                  <a:close/>
                  <a:moveTo>
                    <a:pt x="539277" y="199287"/>
                  </a:moveTo>
                  <a:lnTo>
                    <a:pt x="586332" y="121533"/>
                  </a:lnTo>
                  <a:lnTo>
                    <a:pt x="513694" y="119994"/>
                  </a:lnTo>
                  <a:close/>
                  <a:moveTo>
                    <a:pt x="684063" y="192183"/>
                  </a:moveTo>
                  <a:lnTo>
                    <a:pt x="695979" y="188075"/>
                  </a:lnTo>
                  <a:lnTo>
                    <a:pt x="620208" y="194085"/>
                  </a:lnTo>
                  <a:close/>
                  <a:moveTo>
                    <a:pt x="429120" y="128159"/>
                  </a:moveTo>
                  <a:lnTo>
                    <a:pt x="513694" y="119994"/>
                  </a:lnTo>
                  <a:lnTo>
                    <a:pt x="460907" y="81697"/>
                  </a:lnTo>
                  <a:close/>
                  <a:moveTo>
                    <a:pt x="513694" y="119994"/>
                  </a:moveTo>
                  <a:lnTo>
                    <a:pt x="538294" y="92375"/>
                  </a:lnTo>
                  <a:lnTo>
                    <a:pt x="460907" y="81697"/>
                  </a:lnTo>
                  <a:close/>
                  <a:moveTo>
                    <a:pt x="912830" y="441526"/>
                  </a:moveTo>
                  <a:lnTo>
                    <a:pt x="999479" y="521044"/>
                  </a:lnTo>
                  <a:lnTo>
                    <a:pt x="973238" y="400391"/>
                  </a:lnTo>
                  <a:close/>
                  <a:moveTo>
                    <a:pt x="973238" y="400391"/>
                  </a:moveTo>
                  <a:lnTo>
                    <a:pt x="999479" y="521044"/>
                  </a:lnTo>
                  <a:lnTo>
                    <a:pt x="1053229" y="472595"/>
                  </a:lnTo>
                  <a:close/>
                  <a:moveTo>
                    <a:pt x="914401" y="318177"/>
                  </a:moveTo>
                  <a:lnTo>
                    <a:pt x="917396" y="434529"/>
                  </a:lnTo>
                  <a:lnTo>
                    <a:pt x="950686" y="367863"/>
                  </a:lnTo>
                  <a:close/>
                  <a:moveTo>
                    <a:pt x="908386" y="438828"/>
                  </a:moveTo>
                  <a:lnTo>
                    <a:pt x="917396" y="434529"/>
                  </a:lnTo>
                  <a:lnTo>
                    <a:pt x="914401" y="318177"/>
                  </a:lnTo>
                  <a:close/>
                  <a:moveTo>
                    <a:pt x="816822" y="356613"/>
                  </a:moveTo>
                  <a:lnTo>
                    <a:pt x="908386" y="438828"/>
                  </a:lnTo>
                  <a:lnTo>
                    <a:pt x="914401" y="318177"/>
                  </a:lnTo>
                  <a:close/>
                  <a:moveTo>
                    <a:pt x="917396" y="434529"/>
                  </a:moveTo>
                  <a:lnTo>
                    <a:pt x="973238" y="400391"/>
                  </a:lnTo>
                  <a:lnTo>
                    <a:pt x="950686" y="367863"/>
                  </a:lnTo>
                  <a:close/>
                  <a:moveTo>
                    <a:pt x="876884" y="235962"/>
                  </a:moveTo>
                  <a:lnTo>
                    <a:pt x="815200" y="355163"/>
                  </a:lnTo>
                  <a:lnTo>
                    <a:pt x="816822" y="356613"/>
                  </a:lnTo>
                  <a:close/>
                  <a:moveTo>
                    <a:pt x="680786" y="274398"/>
                  </a:moveTo>
                  <a:lnTo>
                    <a:pt x="725928" y="300047"/>
                  </a:lnTo>
                  <a:lnTo>
                    <a:pt x="725659" y="269040"/>
                  </a:lnTo>
                  <a:close/>
                  <a:moveTo>
                    <a:pt x="684063" y="192183"/>
                  </a:moveTo>
                  <a:lnTo>
                    <a:pt x="725659" y="269040"/>
                  </a:lnTo>
                  <a:lnTo>
                    <a:pt x="697994" y="191438"/>
                  </a:lnTo>
                  <a:close/>
                  <a:moveTo>
                    <a:pt x="684063" y="192183"/>
                  </a:moveTo>
                  <a:lnTo>
                    <a:pt x="680786" y="274398"/>
                  </a:lnTo>
                  <a:lnTo>
                    <a:pt x="725659" y="269040"/>
                  </a:lnTo>
                  <a:close/>
                  <a:moveTo>
                    <a:pt x="814904" y="257077"/>
                  </a:moveTo>
                  <a:lnTo>
                    <a:pt x="725928" y="300047"/>
                  </a:lnTo>
                  <a:lnTo>
                    <a:pt x="815200" y="355163"/>
                  </a:lnTo>
                  <a:close/>
                  <a:moveTo>
                    <a:pt x="814904" y="257077"/>
                  </a:moveTo>
                  <a:lnTo>
                    <a:pt x="725659" y="269040"/>
                  </a:lnTo>
                  <a:lnTo>
                    <a:pt x="725928" y="300047"/>
                  </a:lnTo>
                  <a:close/>
                  <a:moveTo>
                    <a:pt x="725659" y="269040"/>
                  </a:moveTo>
                  <a:lnTo>
                    <a:pt x="781179" y="184402"/>
                  </a:lnTo>
                  <a:lnTo>
                    <a:pt x="697994" y="191438"/>
                  </a:lnTo>
                  <a:close/>
                  <a:moveTo>
                    <a:pt x="695979" y="188075"/>
                  </a:moveTo>
                  <a:lnTo>
                    <a:pt x="684063" y="192183"/>
                  </a:lnTo>
                  <a:lnTo>
                    <a:pt x="697994" y="191438"/>
                  </a:lnTo>
                  <a:close/>
                  <a:moveTo>
                    <a:pt x="697994" y="191438"/>
                  </a:moveTo>
                  <a:lnTo>
                    <a:pt x="766061" y="171441"/>
                  </a:lnTo>
                  <a:lnTo>
                    <a:pt x="695979" y="188075"/>
                  </a:lnTo>
                  <a:close/>
                  <a:moveTo>
                    <a:pt x="1071501" y="369836"/>
                  </a:moveTo>
                  <a:lnTo>
                    <a:pt x="1053229" y="472595"/>
                  </a:lnTo>
                  <a:lnTo>
                    <a:pt x="1093642" y="361955"/>
                  </a:lnTo>
                  <a:close/>
                  <a:moveTo>
                    <a:pt x="1093642" y="361955"/>
                  </a:moveTo>
                  <a:lnTo>
                    <a:pt x="1053229" y="472595"/>
                  </a:lnTo>
                  <a:lnTo>
                    <a:pt x="1067034" y="482607"/>
                  </a:lnTo>
                  <a:close/>
                  <a:moveTo>
                    <a:pt x="1093642" y="361955"/>
                  </a:moveTo>
                  <a:lnTo>
                    <a:pt x="1067034" y="482607"/>
                  </a:lnTo>
                  <a:lnTo>
                    <a:pt x="1161800" y="444170"/>
                  </a:lnTo>
                  <a:close/>
                  <a:moveTo>
                    <a:pt x="973238" y="400391"/>
                  </a:moveTo>
                  <a:lnTo>
                    <a:pt x="1053229" y="472595"/>
                  </a:lnTo>
                  <a:lnTo>
                    <a:pt x="1071501" y="369836"/>
                  </a:lnTo>
                  <a:close/>
                  <a:moveTo>
                    <a:pt x="950686" y="367863"/>
                  </a:moveTo>
                  <a:lnTo>
                    <a:pt x="973238" y="400391"/>
                  </a:lnTo>
                  <a:lnTo>
                    <a:pt x="1050771" y="279740"/>
                  </a:lnTo>
                  <a:close/>
                  <a:moveTo>
                    <a:pt x="1064605" y="299927"/>
                  </a:moveTo>
                  <a:lnTo>
                    <a:pt x="973238" y="400391"/>
                  </a:lnTo>
                  <a:lnTo>
                    <a:pt x="1071501" y="369836"/>
                  </a:lnTo>
                  <a:close/>
                  <a:moveTo>
                    <a:pt x="1185743" y="137368"/>
                  </a:moveTo>
                  <a:lnTo>
                    <a:pt x="1268693" y="75258"/>
                  </a:lnTo>
                  <a:lnTo>
                    <a:pt x="1254162" y="42244"/>
                  </a:lnTo>
                  <a:close/>
                  <a:moveTo>
                    <a:pt x="1268693" y="75258"/>
                  </a:moveTo>
                  <a:lnTo>
                    <a:pt x="1309313" y="120652"/>
                  </a:lnTo>
                  <a:lnTo>
                    <a:pt x="1254162" y="42244"/>
                  </a:lnTo>
                  <a:close/>
                  <a:moveTo>
                    <a:pt x="1286693" y="115889"/>
                  </a:moveTo>
                  <a:lnTo>
                    <a:pt x="1365056" y="156885"/>
                  </a:lnTo>
                  <a:lnTo>
                    <a:pt x="1309313" y="120652"/>
                  </a:lnTo>
                  <a:close/>
                  <a:moveTo>
                    <a:pt x="1430378" y="122455"/>
                  </a:moveTo>
                  <a:lnTo>
                    <a:pt x="1365056" y="156885"/>
                  </a:lnTo>
                  <a:lnTo>
                    <a:pt x="1478567" y="87425"/>
                  </a:lnTo>
                  <a:close/>
                  <a:moveTo>
                    <a:pt x="1498766" y="82215"/>
                  </a:moveTo>
                  <a:lnTo>
                    <a:pt x="1528956" y="100710"/>
                  </a:lnTo>
                  <a:lnTo>
                    <a:pt x="1478567" y="87425"/>
                  </a:lnTo>
                  <a:close/>
                  <a:moveTo>
                    <a:pt x="1268693" y="75258"/>
                  </a:moveTo>
                  <a:lnTo>
                    <a:pt x="1260544" y="120652"/>
                  </a:lnTo>
                  <a:lnTo>
                    <a:pt x="1286693" y="115889"/>
                  </a:lnTo>
                  <a:close/>
                  <a:moveTo>
                    <a:pt x="1286693" y="115889"/>
                  </a:moveTo>
                  <a:lnTo>
                    <a:pt x="1309313" y="120652"/>
                  </a:lnTo>
                  <a:lnTo>
                    <a:pt x="1268693" y="75258"/>
                  </a:lnTo>
                  <a:close/>
                  <a:moveTo>
                    <a:pt x="1610205" y="134747"/>
                  </a:moveTo>
                  <a:lnTo>
                    <a:pt x="1563902" y="72299"/>
                  </a:lnTo>
                  <a:lnTo>
                    <a:pt x="1530636" y="138844"/>
                  </a:lnTo>
                  <a:close/>
                  <a:moveTo>
                    <a:pt x="1610205" y="134747"/>
                  </a:moveTo>
                  <a:lnTo>
                    <a:pt x="1639388" y="71522"/>
                  </a:lnTo>
                  <a:lnTo>
                    <a:pt x="1563902" y="72299"/>
                  </a:lnTo>
                  <a:close/>
                  <a:moveTo>
                    <a:pt x="1481114" y="0"/>
                  </a:moveTo>
                  <a:lnTo>
                    <a:pt x="1498766" y="82215"/>
                  </a:lnTo>
                  <a:lnTo>
                    <a:pt x="1563902" y="7229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53" name="Candidate_density__2172">
              <a:extLst>
                <a:ext uri="{FF2B5EF4-FFF2-40B4-BE49-F238E27FC236}">
                  <a16:creationId xmlns:a16="http://schemas.microsoft.com/office/drawing/2014/main" id="{F67DD98A-2A58-3F28-FF8A-FFA712D445B1}"/>
                </a:ext>
              </a:extLst>
            </p:cNvPr>
            <p:cNvSpPr>
              <a:spLocks noGrp="1"/>
            </p:cNvSpPr>
            <p:nvPr/>
          </p:nvSpPr>
          <p:spPr>
            <a:xfrm>
              <a:off x="3953269" y="2794206"/>
              <a:ext cx="1488412" cy="647612"/>
            </a:xfrm>
            <a:custGeom>
              <a:avLst/>
              <a:gdLst/>
              <a:ahLst/>
              <a:cxnLst/>
              <a:rect l="0" t="0" r="0" b="0"/>
              <a:pathLst>
                <a:path w="1488412" h="647612">
                  <a:moveTo>
                    <a:pt x="76757" y="444456"/>
                  </a:moveTo>
                  <a:lnTo>
                    <a:pt x="90354" y="495676"/>
                  </a:lnTo>
                  <a:lnTo>
                    <a:pt x="143664" y="479793"/>
                  </a:lnTo>
                  <a:close/>
                  <a:moveTo>
                    <a:pt x="76757" y="444456"/>
                  </a:moveTo>
                  <a:lnTo>
                    <a:pt x="71507" y="482892"/>
                  </a:lnTo>
                  <a:lnTo>
                    <a:pt x="90354" y="495676"/>
                  </a:lnTo>
                  <a:close/>
                  <a:moveTo>
                    <a:pt x="71507" y="482892"/>
                  </a:moveTo>
                  <a:lnTo>
                    <a:pt x="76757" y="444456"/>
                  </a:lnTo>
                  <a:lnTo>
                    <a:pt x="0" y="436516"/>
                  </a:lnTo>
                  <a:close/>
                  <a:moveTo>
                    <a:pt x="185444" y="420798"/>
                  </a:moveTo>
                  <a:lnTo>
                    <a:pt x="143664" y="479793"/>
                  </a:lnTo>
                  <a:lnTo>
                    <a:pt x="273780" y="472416"/>
                  </a:lnTo>
                  <a:close/>
                  <a:moveTo>
                    <a:pt x="98095" y="241589"/>
                  </a:moveTo>
                  <a:lnTo>
                    <a:pt x="67513" y="197811"/>
                  </a:lnTo>
                  <a:lnTo>
                    <a:pt x="86959" y="159374"/>
                  </a:lnTo>
                  <a:close/>
                  <a:moveTo>
                    <a:pt x="86959" y="159374"/>
                  </a:moveTo>
                  <a:lnTo>
                    <a:pt x="118745" y="120937"/>
                  </a:lnTo>
                  <a:lnTo>
                    <a:pt x="98095" y="241589"/>
                  </a:lnTo>
                  <a:close/>
                  <a:moveTo>
                    <a:pt x="411339" y="277664"/>
                  </a:moveTo>
                  <a:lnTo>
                    <a:pt x="448891" y="354608"/>
                  </a:lnTo>
                  <a:lnTo>
                    <a:pt x="482193" y="263918"/>
                  </a:lnTo>
                  <a:close/>
                  <a:moveTo>
                    <a:pt x="482193" y="263918"/>
                  </a:moveTo>
                  <a:lnTo>
                    <a:pt x="448891" y="354608"/>
                  </a:lnTo>
                  <a:lnTo>
                    <a:pt x="561100" y="280277"/>
                  </a:lnTo>
                  <a:close/>
                  <a:moveTo>
                    <a:pt x="230661" y="95998"/>
                  </a:moveTo>
                  <a:lnTo>
                    <a:pt x="265416" y="120937"/>
                  </a:lnTo>
                  <a:lnTo>
                    <a:pt x="269687" y="94633"/>
                  </a:lnTo>
                  <a:close/>
                  <a:moveTo>
                    <a:pt x="159355" y="108055"/>
                  </a:moveTo>
                  <a:lnTo>
                    <a:pt x="230661" y="95998"/>
                  </a:lnTo>
                  <a:lnTo>
                    <a:pt x="204705" y="86870"/>
                  </a:lnTo>
                  <a:close/>
                  <a:moveTo>
                    <a:pt x="1212404" y="581134"/>
                  </a:moveTo>
                  <a:lnTo>
                    <a:pt x="1319747" y="647612"/>
                  </a:lnTo>
                  <a:lnTo>
                    <a:pt x="1264102" y="591133"/>
                  </a:lnTo>
                  <a:close/>
                  <a:moveTo>
                    <a:pt x="1042622" y="320371"/>
                  </a:moveTo>
                  <a:lnTo>
                    <a:pt x="994007" y="353810"/>
                  </a:lnTo>
                  <a:lnTo>
                    <a:pt x="1132485" y="377697"/>
                  </a:lnTo>
                  <a:close/>
                  <a:moveTo>
                    <a:pt x="1473131" y="183136"/>
                  </a:moveTo>
                  <a:lnTo>
                    <a:pt x="1471445" y="284598"/>
                  </a:lnTo>
                  <a:lnTo>
                    <a:pt x="1482188" y="301394"/>
                  </a:lnTo>
                  <a:close/>
                  <a:moveTo>
                    <a:pt x="1488412" y="219179"/>
                  </a:moveTo>
                  <a:lnTo>
                    <a:pt x="1472448" y="167182"/>
                  </a:lnTo>
                  <a:lnTo>
                    <a:pt x="1473131" y="183136"/>
                  </a:lnTo>
                  <a:close/>
                  <a:moveTo>
                    <a:pt x="1481754" y="98527"/>
                  </a:moveTo>
                  <a:lnTo>
                    <a:pt x="1472448" y="167182"/>
                  </a:lnTo>
                  <a:lnTo>
                    <a:pt x="1488412" y="219179"/>
                  </a:lnTo>
                  <a:close/>
                  <a:moveTo>
                    <a:pt x="1467387" y="87714"/>
                  </a:moveTo>
                  <a:lnTo>
                    <a:pt x="1472448" y="167182"/>
                  </a:lnTo>
                  <a:lnTo>
                    <a:pt x="1481754" y="98527"/>
                  </a:lnTo>
                  <a:close/>
                  <a:moveTo>
                    <a:pt x="1452161" y="0"/>
                  </a:moveTo>
                  <a:lnTo>
                    <a:pt x="1467387" y="87714"/>
                  </a:lnTo>
                  <a:lnTo>
                    <a:pt x="1481754" y="9852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54" name="Candidate_density__2173">
              <a:extLst>
                <a:ext uri="{FF2B5EF4-FFF2-40B4-BE49-F238E27FC236}">
                  <a16:creationId xmlns:a16="http://schemas.microsoft.com/office/drawing/2014/main" id="{18EAB1D4-312A-BE82-88D2-CE1C46335EA4}"/>
                </a:ext>
              </a:extLst>
            </p:cNvPr>
            <p:cNvSpPr>
              <a:spLocks noGrp="1"/>
            </p:cNvSpPr>
            <p:nvPr/>
          </p:nvSpPr>
          <p:spPr>
            <a:xfrm>
              <a:off x="4043622" y="3071870"/>
              <a:ext cx="1391834" cy="369948"/>
            </a:xfrm>
            <a:custGeom>
              <a:avLst/>
              <a:gdLst/>
              <a:ahLst/>
              <a:cxnLst/>
              <a:rect l="0" t="0" r="0" b="0"/>
              <a:pathLst>
                <a:path w="1391834" h="369948">
                  <a:moveTo>
                    <a:pt x="53310" y="202129"/>
                  </a:moveTo>
                  <a:lnTo>
                    <a:pt x="0" y="218012"/>
                  </a:lnTo>
                  <a:lnTo>
                    <a:pt x="131788" y="216887"/>
                  </a:lnTo>
                  <a:close/>
                  <a:moveTo>
                    <a:pt x="53310" y="202129"/>
                  </a:moveTo>
                  <a:lnTo>
                    <a:pt x="131788" y="216887"/>
                  </a:lnTo>
                  <a:lnTo>
                    <a:pt x="183427" y="194751"/>
                  </a:lnTo>
                  <a:close/>
                  <a:moveTo>
                    <a:pt x="183427" y="194751"/>
                  </a:moveTo>
                  <a:lnTo>
                    <a:pt x="255160" y="184293"/>
                  </a:lnTo>
                  <a:lnTo>
                    <a:pt x="298377" y="130673"/>
                  </a:lnTo>
                  <a:close/>
                  <a:moveTo>
                    <a:pt x="315705" y="66970"/>
                  </a:moveTo>
                  <a:lnTo>
                    <a:pt x="298377" y="130673"/>
                  </a:lnTo>
                  <a:lnTo>
                    <a:pt x="348731" y="89918"/>
                  </a:lnTo>
                  <a:close/>
                  <a:moveTo>
                    <a:pt x="315705" y="66970"/>
                  </a:moveTo>
                  <a:lnTo>
                    <a:pt x="348731" y="89918"/>
                  </a:lnTo>
                  <a:lnTo>
                    <a:pt x="320986" y="0"/>
                  </a:lnTo>
                  <a:close/>
                  <a:moveTo>
                    <a:pt x="320986" y="0"/>
                  </a:moveTo>
                  <a:lnTo>
                    <a:pt x="348731" y="89918"/>
                  </a:lnTo>
                  <a:lnTo>
                    <a:pt x="358537" y="76944"/>
                  </a:lnTo>
                  <a:close/>
                  <a:moveTo>
                    <a:pt x="1173748" y="313469"/>
                  </a:moveTo>
                  <a:lnTo>
                    <a:pt x="1229393" y="369948"/>
                  </a:lnTo>
                  <a:lnTo>
                    <a:pt x="1247013" y="308739"/>
                  </a:lnTo>
                  <a:close/>
                  <a:moveTo>
                    <a:pt x="1173748" y="313469"/>
                  </a:moveTo>
                  <a:lnTo>
                    <a:pt x="1247013" y="308739"/>
                  </a:lnTo>
                  <a:lnTo>
                    <a:pt x="1285265" y="236550"/>
                  </a:lnTo>
                  <a:close/>
                  <a:moveTo>
                    <a:pt x="1275478" y="265033"/>
                  </a:moveTo>
                  <a:lnTo>
                    <a:pt x="1285265" y="236550"/>
                  </a:lnTo>
                  <a:lnTo>
                    <a:pt x="1247013" y="308739"/>
                  </a:lnTo>
                  <a:close/>
                  <a:moveTo>
                    <a:pt x="1042131" y="100033"/>
                  </a:moveTo>
                  <a:lnTo>
                    <a:pt x="1044371" y="98906"/>
                  </a:lnTo>
                  <a:lnTo>
                    <a:pt x="952268" y="42707"/>
                  </a:lnTo>
                  <a:close/>
                  <a:moveTo>
                    <a:pt x="1381092" y="6934"/>
                  </a:moveTo>
                  <a:lnTo>
                    <a:pt x="1352567" y="105945"/>
                  </a:lnTo>
                  <a:lnTo>
                    <a:pt x="1373167" y="71341"/>
                  </a:lnTo>
                  <a:close/>
                  <a:moveTo>
                    <a:pt x="1336078" y="83030"/>
                  </a:moveTo>
                  <a:lnTo>
                    <a:pt x="1352567" y="105945"/>
                  </a:lnTo>
                  <a:lnTo>
                    <a:pt x="1381092" y="6934"/>
                  </a:lnTo>
                  <a:close/>
                  <a:moveTo>
                    <a:pt x="1381092" y="6934"/>
                  </a:moveTo>
                  <a:lnTo>
                    <a:pt x="1373167" y="71341"/>
                  </a:lnTo>
                  <a:lnTo>
                    <a:pt x="1391834" y="2373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55" name="Candidate_density__2174">
              <a:extLst>
                <a:ext uri="{FF2B5EF4-FFF2-40B4-BE49-F238E27FC236}">
                  <a16:creationId xmlns:a16="http://schemas.microsoft.com/office/drawing/2014/main" id="{B314A4AD-0000-A6C9-3604-52EB0ECE3C1C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606116"/>
              <a:ext cx="1616647" cy="566802"/>
            </a:xfrm>
            <a:custGeom>
              <a:avLst/>
              <a:gdLst/>
              <a:ahLst/>
              <a:cxnLst/>
              <a:rect l="0" t="0" r="0" b="0"/>
              <a:pathLst>
                <a:path w="1616647" h="566802">
                  <a:moveTo>
                    <a:pt x="126388" y="550330"/>
                  </a:moveTo>
                  <a:lnTo>
                    <a:pt x="102856" y="514564"/>
                  </a:lnTo>
                  <a:lnTo>
                    <a:pt x="59269" y="566802"/>
                  </a:lnTo>
                  <a:close/>
                  <a:moveTo>
                    <a:pt x="70736" y="468115"/>
                  </a:moveTo>
                  <a:lnTo>
                    <a:pt x="0" y="506552"/>
                  </a:lnTo>
                  <a:lnTo>
                    <a:pt x="59269" y="566802"/>
                  </a:lnTo>
                  <a:close/>
                  <a:moveTo>
                    <a:pt x="279234" y="435807"/>
                  </a:moveTo>
                  <a:lnTo>
                    <a:pt x="295037" y="460580"/>
                  </a:lnTo>
                  <a:lnTo>
                    <a:pt x="372237" y="470559"/>
                  </a:lnTo>
                  <a:close/>
                  <a:moveTo>
                    <a:pt x="295037" y="460580"/>
                  </a:moveTo>
                  <a:lnTo>
                    <a:pt x="279234" y="435807"/>
                  </a:lnTo>
                  <a:lnTo>
                    <a:pt x="247355" y="429679"/>
                  </a:lnTo>
                  <a:close/>
                  <a:moveTo>
                    <a:pt x="637812" y="426158"/>
                  </a:moveTo>
                  <a:lnTo>
                    <a:pt x="726651" y="414525"/>
                  </a:lnTo>
                  <a:lnTo>
                    <a:pt x="726339" y="314687"/>
                  </a:lnTo>
                  <a:close/>
                  <a:moveTo>
                    <a:pt x="637812" y="426158"/>
                  </a:moveTo>
                  <a:lnTo>
                    <a:pt x="726339" y="314687"/>
                  </a:lnTo>
                  <a:lnTo>
                    <a:pt x="640534" y="323853"/>
                  </a:lnTo>
                  <a:close/>
                  <a:moveTo>
                    <a:pt x="710360" y="468367"/>
                  </a:moveTo>
                  <a:lnTo>
                    <a:pt x="819527" y="396585"/>
                  </a:lnTo>
                  <a:lnTo>
                    <a:pt x="726651" y="414525"/>
                  </a:lnTo>
                  <a:close/>
                  <a:moveTo>
                    <a:pt x="823971" y="399283"/>
                  </a:moveTo>
                  <a:lnTo>
                    <a:pt x="819527" y="396585"/>
                  </a:lnTo>
                  <a:lnTo>
                    <a:pt x="710360" y="468367"/>
                  </a:lnTo>
                  <a:close/>
                  <a:moveTo>
                    <a:pt x="819527" y="396585"/>
                  </a:moveTo>
                  <a:lnTo>
                    <a:pt x="727964" y="314369"/>
                  </a:lnTo>
                  <a:lnTo>
                    <a:pt x="726651" y="414525"/>
                  </a:lnTo>
                  <a:close/>
                  <a:moveTo>
                    <a:pt x="531349" y="151841"/>
                  </a:moveTo>
                  <a:lnTo>
                    <a:pt x="607121" y="145831"/>
                  </a:lnTo>
                  <a:lnTo>
                    <a:pt x="558321" y="90414"/>
                  </a:lnTo>
                  <a:close/>
                  <a:moveTo>
                    <a:pt x="531349" y="151841"/>
                  </a:moveTo>
                  <a:lnTo>
                    <a:pt x="558321" y="90414"/>
                  </a:lnTo>
                  <a:lnTo>
                    <a:pt x="497473" y="79290"/>
                  </a:lnTo>
                  <a:close/>
                  <a:moveTo>
                    <a:pt x="424836" y="77750"/>
                  </a:moveTo>
                  <a:lnTo>
                    <a:pt x="497473" y="79290"/>
                  </a:lnTo>
                  <a:lnTo>
                    <a:pt x="449436" y="50132"/>
                  </a:lnTo>
                  <a:close/>
                  <a:moveTo>
                    <a:pt x="910620" y="478800"/>
                  </a:moveTo>
                  <a:lnTo>
                    <a:pt x="923171" y="491517"/>
                  </a:lnTo>
                  <a:lnTo>
                    <a:pt x="941561" y="461084"/>
                  </a:lnTo>
                  <a:close/>
                  <a:moveTo>
                    <a:pt x="828537" y="392285"/>
                  </a:moveTo>
                  <a:lnTo>
                    <a:pt x="823971" y="399283"/>
                  </a:lnTo>
                  <a:lnTo>
                    <a:pt x="884379" y="358148"/>
                  </a:lnTo>
                  <a:close/>
                  <a:moveTo>
                    <a:pt x="964371" y="430352"/>
                  </a:moveTo>
                  <a:lnTo>
                    <a:pt x="910620" y="478800"/>
                  </a:lnTo>
                  <a:lnTo>
                    <a:pt x="941561" y="461084"/>
                  </a:lnTo>
                  <a:close/>
                  <a:moveTo>
                    <a:pt x="923171" y="491517"/>
                  </a:moveTo>
                  <a:lnTo>
                    <a:pt x="978175" y="440363"/>
                  </a:lnTo>
                  <a:lnTo>
                    <a:pt x="941561" y="461084"/>
                  </a:lnTo>
                  <a:close/>
                  <a:moveTo>
                    <a:pt x="1056830" y="497385"/>
                  </a:moveTo>
                  <a:lnTo>
                    <a:pt x="978175" y="440363"/>
                  </a:lnTo>
                  <a:lnTo>
                    <a:pt x="923171" y="491517"/>
                  </a:lnTo>
                  <a:close/>
                  <a:moveTo>
                    <a:pt x="941561" y="461084"/>
                  </a:moveTo>
                  <a:lnTo>
                    <a:pt x="978175" y="440363"/>
                  </a:lnTo>
                  <a:lnTo>
                    <a:pt x="964371" y="430352"/>
                  </a:lnTo>
                  <a:close/>
                  <a:moveTo>
                    <a:pt x="819527" y="396585"/>
                  </a:moveTo>
                  <a:lnTo>
                    <a:pt x="823971" y="399283"/>
                  </a:lnTo>
                  <a:lnTo>
                    <a:pt x="828537" y="392285"/>
                  </a:lnTo>
                  <a:close/>
                  <a:moveTo>
                    <a:pt x="1166132" y="484142"/>
                  </a:moveTo>
                  <a:lnTo>
                    <a:pt x="1094636" y="423533"/>
                  </a:lnTo>
                  <a:lnTo>
                    <a:pt x="1056830" y="497385"/>
                  </a:lnTo>
                  <a:close/>
                  <a:moveTo>
                    <a:pt x="1072942" y="401927"/>
                  </a:moveTo>
                  <a:lnTo>
                    <a:pt x="1056830" y="497385"/>
                  </a:lnTo>
                  <a:lnTo>
                    <a:pt x="1094636" y="423533"/>
                  </a:lnTo>
                  <a:close/>
                  <a:moveTo>
                    <a:pt x="1072942" y="401927"/>
                  </a:moveTo>
                  <a:lnTo>
                    <a:pt x="978175" y="440363"/>
                  </a:lnTo>
                  <a:lnTo>
                    <a:pt x="1056830" y="497385"/>
                  </a:lnTo>
                  <a:close/>
                  <a:moveTo>
                    <a:pt x="1166132" y="484142"/>
                  </a:moveTo>
                  <a:lnTo>
                    <a:pt x="1191882" y="508461"/>
                  </a:lnTo>
                  <a:lnTo>
                    <a:pt x="1202331" y="470359"/>
                  </a:lnTo>
                  <a:close/>
                  <a:moveTo>
                    <a:pt x="1262555" y="445705"/>
                  </a:moveTo>
                  <a:lnTo>
                    <a:pt x="1283985" y="564659"/>
                  </a:lnTo>
                  <a:lnTo>
                    <a:pt x="1321384" y="527920"/>
                  </a:lnTo>
                  <a:close/>
                  <a:moveTo>
                    <a:pt x="1262555" y="445705"/>
                  </a:moveTo>
                  <a:lnTo>
                    <a:pt x="1202331" y="470359"/>
                  </a:lnTo>
                  <a:lnTo>
                    <a:pt x="1191882" y="508461"/>
                  </a:lnTo>
                  <a:close/>
                  <a:moveTo>
                    <a:pt x="1165304" y="0"/>
                  </a:moveTo>
                  <a:lnTo>
                    <a:pt x="1220454" y="78408"/>
                  </a:lnTo>
                  <a:lnTo>
                    <a:pt x="1251819" y="90349"/>
                  </a:lnTo>
                  <a:close/>
                  <a:moveTo>
                    <a:pt x="1276198" y="114641"/>
                  </a:moveTo>
                  <a:lnTo>
                    <a:pt x="1251819" y="90349"/>
                  </a:lnTo>
                  <a:lnTo>
                    <a:pt x="1220454" y="78408"/>
                  </a:lnTo>
                  <a:close/>
                  <a:moveTo>
                    <a:pt x="1551438" y="268225"/>
                  </a:moveTo>
                  <a:lnTo>
                    <a:pt x="1554541" y="365795"/>
                  </a:lnTo>
                  <a:lnTo>
                    <a:pt x="1616647" y="275804"/>
                  </a:lnTo>
                  <a:close/>
                  <a:moveTo>
                    <a:pt x="1540718" y="176847"/>
                  </a:moveTo>
                  <a:lnTo>
                    <a:pt x="1591170" y="96331"/>
                  </a:lnTo>
                  <a:lnTo>
                    <a:pt x="1521347" y="92504"/>
                  </a:lnTo>
                  <a:close/>
                  <a:moveTo>
                    <a:pt x="1521347" y="92504"/>
                  </a:moveTo>
                  <a:lnTo>
                    <a:pt x="1591170" y="96331"/>
                  </a:lnTo>
                  <a:lnTo>
                    <a:pt x="1550530" y="2927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56" name="Candidate_density__2175">
              <a:extLst>
                <a:ext uri="{FF2B5EF4-FFF2-40B4-BE49-F238E27FC236}">
                  <a16:creationId xmlns:a16="http://schemas.microsoft.com/office/drawing/2014/main" id="{ADBA6631-A621-55FC-1018-5AE95AEB557D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542813"/>
              <a:ext cx="1574296" cy="531419"/>
            </a:xfrm>
            <a:custGeom>
              <a:avLst/>
              <a:gdLst/>
              <a:ahLst/>
              <a:cxnLst/>
              <a:rect l="0" t="0" r="0" b="0"/>
              <a:pathLst>
                <a:path w="1574296" h="531419">
                  <a:moveTo>
                    <a:pt x="58095" y="487640"/>
                  </a:moveTo>
                  <a:lnTo>
                    <a:pt x="169988" y="531419"/>
                  </a:lnTo>
                  <a:lnTo>
                    <a:pt x="137501" y="449204"/>
                  </a:lnTo>
                  <a:close/>
                  <a:moveTo>
                    <a:pt x="44372" y="284773"/>
                  </a:moveTo>
                  <a:lnTo>
                    <a:pt x="34199" y="397049"/>
                  </a:lnTo>
                  <a:lnTo>
                    <a:pt x="54225" y="303615"/>
                  </a:lnTo>
                  <a:close/>
                  <a:moveTo>
                    <a:pt x="18790" y="405424"/>
                  </a:moveTo>
                  <a:lnTo>
                    <a:pt x="34199" y="397049"/>
                  </a:lnTo>
                  <a:lnTo>
                    <a:pt x="44372" y="284773"/>
                  </a:lnTo>
                  <a:close/>
                  <a:moveTo>
                    <a:pt x="0" y="323209"/>
                  </a:moveTo>
                  <a:lnTo>
                    <a:pt x="18790" y="405424"/>
                  </a:lnTo>
                  <a:lnTo>
                    <a:pt x="44372" y="284773"/>
                  </a:lnTo>
                  <a:close/>
                  <a:moveTo>
                    <a:pt x="34199" y="397049"/>
                  </a:moveTo>
                  <a:lnTo>
                    <a:pt x="85902" y="366988"/>
                  </a:lnTo>
                  <a:lnTo>
                    <a:pt x="54225" y="303615"/>
                  </a:lnTo>
                  <a:close/>
                  <a:moveTo>
                    <a:pt x="45780" y="272044"/>
                  </a:moveTo>
                  <a:lnTo>
                    <a:pt x="0" y="323209"/>
                  </a:lnTo>
                  <a:lnTo>
                    <a:pt x="44372" y="284773"/>
                  </a:lnTo>
                  <a:close/>
                  <a:moveTo>
                    <a:pt x="54760" y="280241"/>
                  </a:moveTo>
                  <a:lnTo>
                    <a:pt x="54225" y="303615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54225" y="303615"/>
                  </a:lnTo>
                  <a:lnTo>
                    <a:pt x="85902" y="366988"/>
                  </a:lnTo>
                  <a:close/>
                  <a:moveTo>
                    <a:pt x="126987" y="246337"/>
                  </a:moveTo>
                  <a:lnTo>
                    <a:pt x="85902" y="366988"/>
                  </a:lnTo>
                  <a:lnTo>
                    <a:pt x="152549" y="328552"/>
                  </a:lnTo>
                  <a:close/>
                  <a:moveTo>
                    <a:pt x="44372" y="284773"/>
                  </a:moveTo>
                  <a:lnTo>
                    <a:pt x="54225" y="303615"/>
                  </a:lnTo>
                  <a:lnTo>
                    <a:pt x="54760" y="280241"/>
                  </a:lnTo>
                  <a:close/>
                  <a:moveTo>
                    <a:pt x="45780" y="272044"/>
                  </a:moveTo>
                  <a:lnTo>
                    <a:pt x="44372" y="284773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55901" y="202558"/>
                  </a:lnTo>
                  <a:lnTo>
                    <a:pt x="151706" y="174223"/>
                  </a:lnTo>
                  <a:close/>
                  <a:moveTo>
                    <a:pt x="55901" y="202558"/>
                  </a:moveTo>
                  <a:lnTo>
                    <a:pt x="45780" y="272044"/>
                  </a:lnTo>
                  <a:lnTo>
                    <a:pt x="151706" y="174223"/>
                  </a:lnTo>
                  <a:close/>
                  <a:moveTo>
                    <a:pt x="151706" y="174223"/>
                  </a:moveTo>
                  <a:lnTo>
                    <a:pt x="45780" y="272044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45780" y="272044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151706" y="174223"/>
                  </a:lnTo>
                  <a:lnTo>
                    <a:pt x="163605" y="164122"/>
                  </a:lnTo>
                  <a:close/>
                  <a:moveTo>
                    <a:pt x="151706" y="174223"/>
                  </a:moveTo>
                  <a:lnTo>
                    <a:pt x="126987" y="246337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163605" y="164122"/>
                  </a:lnTo>
                  <a:lnTo>
                    <a:pt x="276575" y="147224"/>
                  </a:lnTo>
                  <a:close/>
                  <a:moveTo>
                    <a:pt x="163605" y="164122"/>
                  </a:moveTo>
                  <a:lnTo>
                    <a:pt x="151706" y="174223"/>
                  </a:lnTo>
                  <a:lnTo>
                    <a:pt x="276575" y="147224"/>
                  </a:lnTo>
                  <a:close/>
                  <a:moveTo>
                    <a:pt x="276575" y="147224"/>
                  </a:moveTo>
                  <a:lnTo>
                    <a:pt x="151706" y="174223"/>
                  </a:lnTo>
                  <a:lnTo>
                    <a:pt x="240953" y="207900"/>
                  </a:lnTo>
                  <a:close/>
                  <a:moveTo>
                    <a:pt x="240953" y="207900"/>
                  </a:moveTo>
                  <a:lnTo>
                    <a:pt x="151706" y="174223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276575" y="147224"/>
                  </a:lnTo>
                  <a:lnTo>
                    <a:pt x="316828" y="125685"/>
                  </a:lnTo>
                  <a:close/>
                  <a:moveTo>
                    <a:pt x="316828" y="125685"/>
                  </a:moveTo>
                  <a:lnTo>
                    <a:pt x="276575" y="147224"/>
                  </a:lnTo>
                  <a:lnTo>
                    <a:pt x="401368" y="119948"/>
                  </a:lnTo>
                  <a:close/>
                  <a:moveTo>
                    <a:pt x="401368" y="119948"/>
                  </a:moveTo>
                  <a:lnTo>
                    <a:pt x="276575" y="147224"/>
                  </a:lnTo>
                  <a:lnTo>
                    <a:pt x="364877" y="169464"/>
                  </a:lnTo>
                  <a:close/>
                  <a:moveTo>
                    <a:pt x="439514" y="149219"/>
                  </a:moveTo>
                  <a:lnTo>
                    <a:pt x="471301" y="102757"/>
                  </a:lnTo>
                  <a:lnTo>
                    <a:pt x="401368" y="119948"/>
                  </a:lnTo>
                  <a:close/>
                  <a:moveTo>
                    <a:pt x="825298" y="278137"/>
                  </a:moveTo>
                  <a:lnTo>
                    <a:pt x="825594" y="376223"/>
                  </a:lnTo>
                  <a:lnTo>
                    <a:pt x="887278" y="257021"/>
                  </a:lnTo>
                  <a:close/>
                  <a:moveTo>
                    <a:pt x="887278" y="257021"/>
                  </a:moveTo>
                  <a:lnTo>
                    <a:pt x="827216" y="377672"/>
                  </a:lnTo>
                  <a:lnTo>
                    <a:pt x="924794" y="339236"/>
                  </a:lnTo>
                  <a:close/>
                  <a:moveTo>
                    <a:pt x="736052" y="290099"/>
                  </a:moveTo>
                  <a:lnTo>
                    <a:pt x="825298" y="278137"/>
                  </a:lnTo>
                  <a:lnTo>
                    <a:pt x="791573" y="205462"/>
                  </a:lnTo>
                  <a:close/>
                  <a:moveTo>
                    <a:pt x="887278" y="257021"/>
                  </a:moveTo>
                  <a:lnTo>
                    <a:pt x="906605" y="185249"/>
                  </a:lnTo>
                  <a:lnTo>
                    <a:pt x="825298" y="278137"/>
                  </a:lnTo>
                  <a:close/>
                  <a:moveTo>
                    <a:pt x="825298" y="278137"/>
                  </a:moveTo>
                  <a:lnTo>
                    <a:pt x="906605" y="185249"/>
                  </a:lnTo>
                  <a:lnTo>
                    <a:pt x="900267" y="177688"/>
                  </a:lnTo>
                  <a:close/>
                  <a:moveTo>
                    <a:pt x="825298" y="278137"/>
                  </a:moveTo>
                  <a:lnTo>
                    <a:pt x="900267" y="177688"/>
                  </a:lnTo>
                  <a:lnTo>
                    <a:pt x="791573" y="205462"/>
                  </a:lnTo>
                  <a:close/>
                  <a:moveTo>
                    <a:pt x="964168" y="325922"/>
                  </a:moveTo>
                  <a:lnTo>
                    <a:pt x="961080" y="388922"/>
                  </a:lnTo>
                  <a:lnTo>
                    <a:pt x="1061164" y="300800"/>
                  </a:lnTo>
                  <a:close/>
                  <a:moveTo>
                    <a:pt x="1061164" y="300800"/>
                  </a:moveTo>
                  <a:lnTo>
                    <a:pt x="983631" y="421451"/>
                  </a:lnTo>
                  <a:lnTo>
                    <a:pt x="1074999" y="320987"/>
                  </a:lnTo>
                  <a:close/>
                  <a:moveTo>
                    <a:pt x="1081895" y="390896"/>
                  </a:moveTo>
                  <a:lnTo>
                    <a:pt x="1104036" y="383014"/>
                  </a:lnTo>
                  <a:lnTo>
                    <a:pt x="1074999" y="320987"/>
                  </a:lnTo>
                  <a:close/>
                  <a:moveTo>
                    <a:pt x="924794" y="339236"/>
                  </a:moveTo>
                  <a:lnTo>
                    <a:pt x="961080" y="388922"/>
                  </a:lnTo>
                  <a:lnTo>
                    <a:pt x="964168" y="325922"/>
                  </a:lnTo>
                  <a:close/>
                  <a:moveTo>
                    <a:pt x="887278" y="257021"/>
                  </a:moveTo>
                  <a:lnTo>
                    <a:pt x="964168" y="325922"/>
                  </a:lnTo>
                  <a:lnTo>
                    <a:pt x="948456" y="238603"/>
                  </a:lnTo>
                  <a:close/>
                  <a:moveTo>
                    <a:pt x="887278" y="257021"/>
                  </a:moveTo>
                  <a:lnTo>
                    <a:pt x="924794" y="339236"/>
                  </a:lnTo>
                  <a:lnTo>
                    <a:pt x="964168" y="325922"/>
                  </a:lnTo>
                  <a:close/>
                  <a:moveTo>
                    <a:pt x="1061164" y="300800"/>
                  </a:moveTo>
                  <a:lnTo>
                    <a:pt x="1032007" y="218584"/>
                  </a:lnTo>
                  <a:lnTo>
                    <a:pt x="964168" y="325922"/>
                  </a:lnTo>
                  <a:close/>
                  <a:moveTo>
                    <a:pt x="1032007" y="218584"/>
                  </a:moveTo>
                  <a:lnTo>
                    <a:pt x="948456" y="238603"/>
                  </a:lnTo>
                  <a:lnTo>
                    <a:pt x="964168" y="325922"/>
                  </a:lnTo>
                  <a:close/>
                  <a:moveTo>
                    <a:pt x="906605" y="185249"/>
                  </a:moveTo>
                  <a:lnTo>
                    <a:pt x="887278" y="257021"/>
                  </a:lnTo>
                  <a:lnTo>
                    <a:pt x="948456" y="238603"/>
                  </a:lnTo>
                  <a:close/>
                  <a:moveTo>
                    <a:pt x="906605" y="185249"/>
                  </a:moveTo>
                  <a:lnTo>
                    <a:pt x="948456" y="238603"/>
                  </a:lnTo>
                  <a:lnTo>
                    <a:pt x="908785" y="174806"/>
                  </a:lnTo>
                  <a:close/>
                  <a:moveTo>
                    <a:pt x="908785" y="174806"/>
                  </a:moveTo>
                  <a:lnTo>
                    <a:pt x="948456" y="238603"/>
                  </a:lnTo>
                  <a:lnTo>
                    <a:pt x="1032007" y="218584"/>
                  </a:lnTo>
                  <a:close/>
                  <a:moveTo>
                    <a:pt x="908785" y="174806"/>
                  </a:moveTo>
                  <a:lnTo>
                    <a:pt x="1032007" y="218584"/>
                  </a:lnTo>
                  <a:lnTo>
                    <a:pt x="1022765" y="136369"/>
                  </a:lnTo>
                  <a:close/>
                  <a:moveTo>
                    <a:pt x="1072297" y="298607"/>
                  </a:moveTo>
                  <a:lnTo>
                    <a:pt x="1074999" y="320987"/>
                  </a:lnTo>
                  <a:lnTo>
                    <a:pt x="1173468" y="262363"/>
                  </a:lnTo>
                  <a:close/>
                  <a:moveTo>
                    <a:pt x="1061164" y="300800"/>
                  </a:moveTo>
                  <a:lnTo>
                    <a:pt x="1074999" y="320987"/>
                  </a:lnTo>
                  <a:lnTo>
                    <a:pt x="1072297" y="298607"/>
                  </a:lnTo>
                  <a:close/>
                  <a:moveTo>
                    <a:pt x="1032007" y="218584"/>
                  </a:moveTo>
                  <a:lnTo>
                    <a:pt x="1072297" y="298607"/>
                  </a:lnTo>
                  <a:lnTo>
                    <a:pt x="1055219" y="212399"/>
                  </a:lnTo>
                  <a:close/>
                  <a:moveTo>
                    <a:pt x="1032007" y="218584"/>
                  </a:moveTo>
                  <a:lnTo>
                    <a:pt x="1061164" y="300800"/>
                  </a:lnTo>
                  <a:lnTo>
                    <a:pt x="1072297" y="298607"/>
                  </a:lnTo>
                  <a:close/>
                  <a:moveTo>
                    <a:pt x="1173468" y="262363"/>
                  </a:moveTo>
                  <a:lnTo>
                    <a:pt x="1133541" y="180148"/>
                  </a:lnTo>
                  <a:lnTo>
                    <a:pt x="1072297" y="298607"/>
                  </a:lnTo>
                  <a:close/>
                  <a:moveTo>
                    <a:pt x="1133541" y="180148"/>
                  </a:moveTo>
                  <a:lnTo>
                    <a:pt x="1055219" y="212399"/>
                  </a:lnTo>
                  <a:lnTo>
                    <a:pt x="1072297" y="298607"/>
                  </a:lnTo>
                  <a:close/>
                  <a:moveTo>
                    <a:pt x="1022765" y="136369"/>
                  </a:moveTo>
                  <a:lnTo>
                    <a:pt x="1055219" y="212399"/>
                  </a:lnTo>
                  <a:lnTo>
                    <a:pt x="1027777" y="134616"/>
                  </a:lnTo>
                  <a:close/>
                  <a:moveTo>
                    <a:pt x="1022765" y="136369"/>
                  </a:moveTo>
                  <a:lnTo>
                    <a:pt x="1032007" y="218584"/>
                  </a:lnTo>
                  <a:lnTo>
                    <a:pt x="1055219" y="212399"/>
                  </a:lnTo>
                  <a:close/>
                  <a:moveTo>
                    <a:pt x="1133541" y="180148"/>
                  </a:moveTo>
                  <a:lnTo>
                    <a:pt x="1112862" y="97933"/>
                  </a:lnTo>
                  <a:lnTo>
                    <a:pt x="1055219" y="212399"/>
                  </a:lnTo>
                  <a:close/>
                  <a:moveTo>
                    <a:pt x="1112862" y="97933"/>
                  </a:moveTo>
                  <a:lnTo>
                    <a:pt x="1027777" y="134616"/>
                  </a:lnTo>
                  <a:lnTo>
                    <a:pt x="1055219" y="212399"/>
                  </a:lnTo>
                  <a:close/>
                  <a:moveTo>
                    <a:pt x="998719" y="54155"/>
                  </a:moveTo>
                  <a:lnTo>
                    <a:pt x="1022765" y="136369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099605" y="15718"/>
                  </a:lnTo>
                  <a:lnTo>
                    <a:pt x="1027777" y="134616"/>
                  </a:lnTo>
                  <a:close/>
                  <a:moveTo>
                    <a:pt x="1099605" y="15718"/>
                  </a:moveTo>
                  <a:lnTo>
                    <a:pt x="1007776" y="50785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196136" y="158428"/>
                  </a:lnTo>
                  <a:lnTo>
                    <a:pt x="1168755" y="80595"/>
                  </a:lnTo>
                  <a:close/>
                  <a:moveTo>
                    <a:pt x="1112862" y="97933"/>
                  </a:moveTo>
                  <a:lnTo>
                    <a:pt x="1133541" y="180148"/>
                  </a:lnTo>
                  <a:lnTo>
                    <a:pt x="1196136" y="158428"/>
                  </a:lnTo>
                  <a:close/>
                  <a:moveTo>
                    <a:pt x="1270937" y="141712"/>
                  </a:moveTo>
                  <a:lnTo>
                    <a:pt x="1279087" y="96318"/>
                  </a:lnTo>
                  <a:lnTo>
                    <a:pt x="1196136" y="158428"/>
                  </a:lnTo>
                  <a:close/>
                  <a:moveTo>
                    <a:pt x="1196136" y="158428"/>
                  </a:moveTo>
                  <a:lnTo>
                    <a:pt x="1264556" y="63303"/>
                  </a:lnTo>
                  <a:lnTo>
                    <a:pt x="1168755" y="80595"/>
                  </a:lnTo>
                  <a:close/>
                  <a:moveTo>
                    <a:pt x="1099605" y="15718"/>
                  </a:moveTo>
                  <a:lnTo>
                    <a:pt x="1168755" y="80595"/>
                  </a:lnTo>
                  <a:lnTo>
                    <a:pt x="1138555" y="5056"/>
                  </a:lnTo>
                  <a:close/>
                  <a:moveTo>
                    <a:pt x="1099605" y="15718"/>
                  </a:moveTo>
                  <a:lnTo>
                    <a:pt x="1112862" y="97933"/>
                  </a:lnTo>
                  <a:lnTo>
                    <a:pt x="1168755" y="80595"/>
                  </a:lnTo>
                  <a:close/>
                  <a:moveTo>
                    <a:pt x="1168755" y="80595"/>
                  </a:moveTo>
                  <a:lnTo>
                    <a:pt x="1264556" y="63303"/>
                  </a:lnTo>
                  <a:lnTo>
                    <a:pt x="1219304" y="0"/>
                  </a:lnTo>
                  <a:close/>
                  <a:moveTo>
                    <a:pt x="1168755" y="80595"/>
                  </a:moveTo>
                  <a:lnTo>
                    <a:pt x="1219304" y="0"/>
                  </a:lnTo>
                  <a:lnTo>
                    <a:pt x="1138555" y="5056"/>
                  </a:lnTo>
                  <a:close/>
                  <a:moveTo>
                    <a:pt x="1433772" y="186509"/>
                  </a:moveTo>
                  <a:lnTo>
                    <a:pt x="1375450" y="177945"/>
                  </a:lnTo>
                  <a:lnTo>
                    <a:pt x="1297087" y="136949"/>
                  </a:lnTo>
                  <a:close/>
                  <a:moveTo>
                    <a:pt x="1488961" y="108485"/>
                  </a:moveTo>
                  <a:lnTo>
                    <a:pt x="1433772" y="186509"/>
                  </a:lnTo>
                  <a:lnTo>
                    <a:pt x="1435546" y="185490"/>
                  </a:lnTo>
                  <a:close/>
                  <a:moveTo>
                    <a:pt x="1375450" y="177945"/>
                  </a:moveTo>
                  <a:lnTo>
                    <a:pt x="1433772" y="186509"/>
                  </a:lnTo>
                  <a:lnTo>
                    <a:pt x="1488961" y="108485"/>
                  </a:lnTo>
                  <a:close/>
                  <a:moveTo>
                    <a:pt x="1488961" y="108485"/>
                  </a:moveTo>
                  <a:lnTo>
                    <a:pt x="1435546" y="185490"/>
                  </a:lnTo>
                  <a:lnTo>
                    <a:pt x="1541029" y="159904"/>
                  </a:lnTo>
                  <a:close/>
                  <a:moveTo>
                    <a:pt x="1541029" y="159904"/>
                  </a:moveTo>
                  <a:lnTo>
                    <a:pt x="1509160" y="103275"/>
                  </a:lnTo>
                  <a:lnTo>
                    <a:pt x="1488961" y="108485"/>
                  </a:lnTo>
                  <a:close/>
                  <a:moveTo>
                    <a:pt x="1574296" y="93359"/>
                  </a:moveTo>
                  <a:lnTo>
                    <a:pt x="1509160" y="103275"/>
                  </a:lnTo>
                  <a:lnTo>
                    <a:pt x="1541029" y="15990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57" name="Candidate_density__2176">
              <a:extLst>
                <a:ext uri="{FF2B5EF4-FFF2-40B4-BE49-F238E27FC236}">
                  <a16:creationId xmlns:a16="http://schemas.microsoft.com/office/drawing/2014/main" id="{3D3E45B1-91D8-5B4C-4411-9BF69393D3C7}"/>
                </a:ext>
              </a:extLst>
            </p:cNvPr>
            <p:cNvSpPr>
              <a:spLocks noGrp="1"/>
            </p:cNvSpPr>
            <p:nvPr/>
          </p:nvSpPr>
          <p:spPr>
            <a:xfrm>
              <a:off x="4040228" y="2890204"/>
              <a:ext cx="1376561" cy="446700"/>
            </a:xfrm>
            <a:custGeom>
              <a:avLst/>
              <a:gdLst/>
              <a:ahLst/>
              <a:cxnLst/>
              <a:rect l="0" t="0" r="0" b="0"/>
              <a:pathLst>
                <a:path w="1376561" h="446700">
                  <a:moveTo>
                    <a:pt x="186821" y="376418"/>
                  </a:moveTo>
                  <a:lnTo>
                    <a:pt x="135182" y="398553"/>
                  </a:lnTo>
                  <a:lnTo>
                    <a:pt x="258554" y="365960"/>
                  </a:lnTo>
                  <a:close/>
                  <a:moveTo>
                    <a:pt x="301771" y="312339"/>
                  </a:moveTo>
                  <a:lnTo>
                    <a:pt x="323775" y="305426"/>
                  </a:lnTo>
                  <a:lnTo>
                    <a:pt x="352125" y="271585"/>
                  </a:lnTo>
                  <a:close/>
                  <a:moveTo>
                    <a:pt x="318633" y="311928"/>
                  </a:moveTo>
                  <a:lnTo>
                    <a:pt x="323775" y="305426"/>
                  </a:lnTo>
                  <a:lnTo>
                    <a:pt x="301771" y="312339"/>
                  </a:lnTo>
                  <a:close/>
                  <a:moveTo>
                    <a:pt x="258554" y="365960"/>
                  </a:moveTo>
                  <a:lnTo>
                    <a:pt x="318633" y="311928"/>
                  </a:lnTo>
                  <a:lnTo>
                    <a:pt x="301771" y="312339"/>
                  </a:lnTo>
                  <a:close/>
                  <a:moveTo>
                    <a:pt x="352125" y="271585"/>
                  </a:moveTo>
                  <a:lnTo>
                    <a:pt x="323775" y="305426"/>
                  </a:lnTo>
                  <a:lnTo>
                    <a:pt x="361931" y="258610"/>
                  </a:lnTo>
                  <a:close/>
                  <a:moveTo>
                    <a:pt x="31786" y="24939"/>
                  </a:moveTo>
                  <a:lnTo>
                    <a:pt x="0" y="63376"/>
                  </a:lnTo>
                  <a:lnTo>
                    <a:pt x="72396" y="12057"/>
                  </a:lnTo>
                  <a:close/>
                  <a:moveTo>
                    <a:pt x="0" y="63376"/>
                  </a:moveTo>
                  <a:lnTo>
                    <a:pt x="24573" y="48456"/>
                  </a:lnTo>
                  <a:lnTo>
                    <a:pt x="72396" y="12057"/>
                  </a:lnTo>
                  <a:close/>
                  <a:moveTo>
                    <a:pt x="72396" y="12057"/>
                  </a:moveTo>
                  <a:lnTo>
                    <a:pt x="24573" y="48456"/>
                  </a:lnTo>
                  <a:lnTo>
                    <a:pt x="143702" y="0"/>
                  </a:lnTo>
                  <a:close/>
                  <a:moveTo>
                    <a:pt x="1278872" y="446700"/>
                  </a:moveTo>
                  <a:lnTo>
                    <a:pt x="1294236" y="408263"/>
                  </a:lnTo>
                  <a:lnTo>
                    <a:pt x="1288659" y="418216"/>
                  </a:lnTo>
                  <a:close/>
                  <a:moveTo>
                    <a:pt x="1294236" y="408263"/>
                  </a:moveTo>
                  <a:lnTo>
                    <a:pt x="1278872" y="446700"/>
                  </a:lnTo>
                  <a:lnTo>
                    <a:pt x="1330412" y="326048"/>
                  </a:lnTo>
                  <a:close/>
                  <a:moveTo>
                    <a:pt x="1045525" y="281699"/>
                  </a:moveTo>
                  <a:lnTo>
                    <a:pt x="1059788" y="200054"/>
                  </a:lnTo>
                  <a:lnTo>
                    <a:pt x="1047765" y="280572"/>
                  </a:lnTo>
                  <a:close/>
                  <a:moveTo>
                    <a:pt x="1307902" y="390454"/>
                  </a:moveTo>
                  <a:lnTo>
                    <a:pt x="1288659" y="418216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29379" y="355260"/>
                  </a:lnTo>
                  <a:lnTo>
                    <a:pt x="1294236" y="408263"/>
                  </a:lnTo>
                  <a:close/>
                  <a:moveTo>
                    <a:pt x="1330412" y="326048"/>
                  </a:moveTo>
                  <a:lnTo>
                    <a:pt x="1355961" y="287611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30412" y="326048"/>
                  </a:lnTo>
                  <a:lnTo>
                    <a:pt x="1376561" y="253007"/>
                  </a:lnTo>
                  <a:close/>
                  <a:moveTo>
                    <a:pt x="1330412" y="326048"/>
                  </a:moveTo>
                  <a:lnTo>
                    <a:pt x="1336671" y="319069"/>
                  </a:lnTo>
                  <a:lnTo>
                    <a:pt x="1376561" y="2530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58" name="Candidate_density__2177">
              <a:extLst>
                <a:ext uri="{FF2B5EF4-FFF2-40B4-BE49-F238E27FC236}">
                  <a16:creationId xmlns:a16="http://schemas.microsoft.com/office/drawing/2014/main" id="{DAF95912-D39E-CD7D-7A6E-5736D0C97D56}"/>
                </a:ext>
              </a:extLst>
            </p:cNvPr>
            <p:cNvSpPr>
              <a:spLocks noGrp="1"/>
            </p:cNvSpPr>
            <p:nvPr/>
          </p:nvSpPr>
          <p:spPr>
            <a:xfrm>
              <a:off x="4009611" y="2881076"/>
              <a:ext cx="1132715" cy="521136"/>
            </a:xfrm>
            <a:custGeom>
              <a:avLst/>
              <a:gdLst/>
              <a:ahLst/>
              <a:cxnLst/>
              <a:rect l="0" t="0" r="0" b="0"/>
              <a:pathLst>
                <a:path w="1132715" h="521136">
                  <a:moveTo>
                    <a:pt x="105554" y="319149"/>
                  </a:moveTo>
                  <a:lnTo>
                    <a:pt x="87322" y="392923"/>
                  </a:lnTo>
                  <a:lnTo>
                    <a:pt x="129102" y="333928"/>
                  </a:lnTo>
                  <a:close/>
                  <a:moveTo>
                    <a:pt x="20415" y="357586"/>
                  </a:moveTo>
                  <a:lnTo>
                    <a:pt x="105554" y="319149"/>
                  </a:lnTo>
                  <a:lnTo>
                    <a:pt x="0" y="345099"/>
                  </a:lnTo>
                  <a:close/>
                  <a:moveTo>
                    <a:pt x="185089" y="328055"/>
                  </a:moveTo>
                  <a:lnTo>
                    <a:pt x="129102" y="333928"/>
                  </a:lnTo>
                  <a:lnTo>
                    <a:pt x="263264" y="341679"/>
                  </a:lnTo>
                  <a:close/>
                  <a:moveTo>
                    <a:pt x="41753" y="154719"/>
                  </a:moveTo>
                  <a:lnTo>
                    <a:pt x="52785" y="112046"/>
                  </a:lnTo>
                  <a:lnTo>
                    <a:pt x="50967" y="118681"/>
                  </a:lnTo>
                  <a:close/>
                  <a:moveTo>
                    <a:pt x="62403" y="34067"/>
                  </a:moveTo>
                  <a:lnTo>
                    <a:pt x="52785" y="112046"/>
                  </a:lnTo>
                  <a:lnTo>
                    <a:pt x="41753" y="154719"/>
                  </a:lnTo>
                  <a:close/>
                  <a:moveTo>
                    <a:pt x="143144" y="104335"/>
                  </a:moveTo>
                  <a:lnTo>
                    <a:pt x="87988" y="188675"/>
                  </a:lnTo>
                  <a:lnTo>
                    <a:pt x="55286" y="115170"/>
                  </a:lnTo>
                  <a:close/>
                  <a:moveTo>
                    <a:pt x="55286" y="115170"/>
                  </a:moveTo>
                  <a:lnTo>
                    <a:pt x="62403" y="34067"/>
                  </a:lnTo>
                  <a:lnTo>
                    <a:pt x="148363" y="0"/>
                  </a:lnTo>
                  <a:close/>
                  <a:moveTo>
                    <a:pt x="55286" y="115170"/>
                  </a:moveTo>
                  <a:lnTo>
                    <a:pt x="148363" y="0"/>
                  </a:lnTo>
                  <a:lnTo>
                    <a:pt x="143144" y="104335"/>
                  </a:lnTo>
                  <a:close/>
                  <a:moveTo>
                    <a:pt x="148363" y="0"/>
                  </a:moveTo>
                  <a:lnTo>
                    <a:pt x="213345" y="7763"/>
                  </a:lnTo>
                  <a:lnTo>
                    <a:pt x="143144" y="104335"/>
                  </a:lnTo>
                  <a:close/>
                  <a:moveTo>
                    <a:pt x="369077" y="141932"/>
                  </a:moveTo>
                  <a:lnTo>
                    <a:pt x="432209" y="151198"/>
                  </a:lnTo>
                  <a:lnTo>
                    <a:pt x="434932" y="48893"/>
                  </a:lnTo>
                  <a:close/>
                  <a:moveTo>
                    <a:pt x="369077" y="141932"/>
                  </a:moveTo>
                  <a:lnTo>
                    <a:pt x="434932" y="48893"/>
                  </a:lnTo>
                  <a:lnTo>
                    <a:pt x="363442" y="46420"/>
                  </a:lnTo>
                  <a:close/>
                  <a:moveTo>
                    <a:pt x="369077" y="141932"/>
                  </a:moveTo>
                  <a:lnTo>
                    <a:pt x="363442" y="46420"/>
                  </a:lnTo>
                  <a:lnTo>
                    <a:pt x="327375" y="121625"/>
                  </a:lnTo>
                  <a:close/>
                  <a:moveTo>
                    <a:pt x="363442" y="46420"/>
                  </a:moveTo>
                  <a:lnTo>
                    <a:pt x="338807" y="39409"/>
                  </a:lnTo>
                  <a:lnTo>
                    <a:pt x="327375" y="121625"/>
                  </a:lnTo>
                  <a:close/>
                  <a:moveTo>
                    <a:pt x="1078594" y="429120"/>
                  </a:moveTo>
                  <a:lnTo>
                    <a:pt x="1132715" y="445713"/>
                  </a:lnTo>
                  <a:lnTo>
                    <a:pt x="1088528" y="521136"/>
                  </a:lnTo>
                  <a:close/>
                  <a:moveTo>
                    <a:pt x="1107851" y="335176"/>
                  </a:moveTo>
                  <a:lnTo>
                    <a:pt x="1078382" y="289700"/>
                  </a:lnTo>
                  <a:lnTo>
                    <a:pt x="1120061" y="35590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59" name="Candidate_density__2178">
              <a:extLst>
                <a:ext uri="{FF2B5EF4-FFF2-40B4-BE49-F238E27FC236}">
                  <a16:creationId xmlns:a16="http://schemas.microsoft.com/office/drawing/2014/main" id="{F6A3FA3B-560A-107F-8051-8AB6AB1D8845}"/>
                </a:ext>
              </a:extLst>
            </p:cNvPr>
            <p:cNvSpPr>
              <a:spLocks noGrp="1"/>
            </p:cNvSpPr>
            <p:nvPr/>
          </p:nvSpPr>
          <p:spPr>
            <a:xfrm>
              <a:off x="3925057" y="2782964"/>
              <a:ext cx="1501342" cy="443211"/>
            </a:xfrm>
            <a:custGeom>
              <a:avLst/>
              <a:gdLst/>
              <a:ahLst/>
              <a:cxnLst/>
              <a:rect l="0" t="0" r="0" b="0"/>
              <a:pathLst>
                <a:path w="1501342" h="443211">
                  <a:moveTo>
                    <a:pt x="190108" y="417262"/>
                  </a:moveTo>
                  <a:lnTo>
                    <a:pt x="116779" y="348494"/>
                  </a:lnTo>
                  <a:lnTo>
                    <a:pt x="84554" y="443211"/>
                  </a:lnTo>
                  <a:close/>
                  <a:moveTo>
                    <a:pt x="104653" y="335046"/>
                  </a:moveTo>
                  <a:lnTo>
                    <a:pt x="5340" y="373483"/>
                  </a:lnTo>
                  <a:lnTo>
                    <a:pt x="84554" y="443211"/>
                  </a:lnTo>
                  <a:close/>
                  <a:moveTo>
                    <a:pt x="215463" y="378825"/>
                  </a:moveTo>
                  <a:lnTo>
                    <a:pt x="213656" y="432041"/>
                  </a:lnTo>
                  <a:lnTo>
                    <a:pt x="269643" y="426167"/>
                  </a:lnTo>
                  <a:close/>
                  <a:moveTo>
                    <a:pt x="215463" y="378825"/>
                  </a:moveTo>
                  <a:lnTo>
                    <a:pt x="190108" y="417262"/>
                  </a:lnTo>
                  <a:lnTo>
                    <a:pt x="213656" y="432041"/>
                  </a:lnTo>
                  <a:close/>
                  <a:moveTo>
                    <a:pt x="165157" y="296609"/>
                  </a:moveTo>
                  <a:lnTo>
                    <a:pt x="190108" y="417262"/>
                  </a:lnTo>
                  <a:lnTo>
                    <a:pt x="215463" y="378825"/>
                  </a:lnTo>
                  <a:close/>
                  <a:moveTo>
                    <a:pt x="218106" y="233479"/>
                  </a:moveTo>
                  <a:lnTo>
                    <a:pt x="126307" y="252831"/>
                  </a:lnTo>
                  <a:lnTo>
                    <a:pt x="141491" y="312032"/>
                  </a:lnTo>
                  <a:close/>
                  <a:moveTo>
                    <a:pt x="141491" y="312032"/>
                  </a:moveTo>
                  <a:lnTo>
                    <a:pt x="126307" y="252831"/>
                  </a:lnTo>
                  <a:lnTo>
                    <a:pt x="135521" y="216793"/>
                  </a:lnTo>
                  <a:close/>
                  <a:moveTo>
                    <a:pt x="141491" y="312032"/>
                  </a:moveTo>
                  <a:lnTo>
                    <a:pt x="165157" y="296609"/>
                  </a:lnTo>
                  <a:lnTo>
                    <a:pt x="218106" y="233479"/>
                  </a:lnTo>
                  <a:close/>
                  <a:moveTo>
                    <a:pt x="8283" y="159552"/>
                  </a:moveTo>
                  <a:lnTo>
                    <a:pt x="0" y="190532"/>
                  </a:lnTo>
                  <a:lnTo>
                    <a:pt x="89439" y="132180"/>
                  </a:lnTo>
                  <a:close/>
                  <a:moveTo>
                    <a:pt x="89439" y="132180"/>
                  </a:moveTo>
                  <a:lnTo>
                    <a:pt x="71163" y="252831"/>
                  </a:lnTo>
                  <a:lnTo>
                    <a:pt x="137338" y="210158"/>
                  </a:lnTo>
                  <a:close/>
                  <a:moveTo>
                    <a:pt x="137338" y="210158"/>
                  </a:moveTo>
                  <a:lnTo>
                    <a:pt x="71163" y="252831"/>
                  </a:lnTo>
                  <a:lnTo>
                    <a:pt x="135521" y="216793"/>
                  </a:lnTo>
                  <a:close/>
                  <a:moveTo>
                    <a:pt x="519485" y="147005"/>
                  </a:moveTo>
                  <a:lnTo>
                    <a:pt x="429816" y="59221"/>
                  </a:lnTo>
                  <a:lnTo>
                    <a:pt x="447996" y="144533"/>
                  </a:lnTo>
                  <a:close/>
                  <a:moveTo>
                    <a:pt x="334186" y="76375"/>
                  </a:moveTo>
                  <a:lnTo>
                    <a:pt x="423361" y="137522"/>
                  </a:lnTo>
                  <a:lnTo>
                    <a:pt x="447996" y="144533"/>
                  </a:lnTo>
                  <a:close/>
                  <a:moveTo>
                    <a:pt x="973587" y="246685"/>
                  </a:moveTo>
                  <a:lnTo>
                    <a:pt x="1045083" y="307295"/>
                  </a:lnTo>
                  <a:lnTo>
                    <a:pt x="1062632" y="186643"/>
                  </a:lnTo>
                  <a:close/>
                  <a:moveTo>
                    <a:pt x="1062632" y="186643"/>
                  </a:moveTo>
                  <a:lnTo>
                    <a:pt x="1045083" y="307295"/>
                  </a:lnTo>
                  <a:lnTo>
                    <a:pt x="1099836" y="224849"/>
                  </a:lnTo>
                  <a:close/>
                  <a:moveTo>
                    <a:pt x="1099836" y="224849"/>
                  </a:moveTo>
                  <a:lnTo>
                    <a:pt x="1045083" y="307295"/>
                  </a:lnTo>
                  <a:lnTo>
                    <a:pt x="1081282" y="293511"/>
                  </a:lnTo>
                  <a:close/>
                  <a:moveTo>
                    <a:pt x="1192405" y="433288"/>
                  </a:moveTo>
                  <a:lnTo>
                    <a:pt x="1200336" y="351073"/>
                  </a:lnTo>
                  <a:lnTo>
                    <a:pt x="1162936" y="387812"/>
                  </a:lnTo>
                  <a:close/>
                  <a:moveTo>
                    <a:pt x="1391326" y="362820"/>
                  </a:moveTo>
                  <a:lnTo>
                    <a:pt x="1454643" y="371936"/>
                  </a:lnTo>
                  <a:lnTo>
                    <a:pt x="1445970" y="278895"/>
                  </a:lnTo>
                  <a:close/>
                  <a:moveTo>
                    <a:pt x="1436990" y="219032"/>
                  </a:moveTo>
                  <a:lnTo>
                    <a:pt x="1416696" y="191985"/>
                  </a:lnTo>
                  <a:lnTo>
                    <a:pt x="1445970" y="278895"/>
                  </a:lnTo>
                  <a:close/>
                  <a:moveTo>
                    <a:pt x="1501342" y="194378"/>
                  </a:moveTo>
                  <a:lnTo>
                    <a:pt x="1436990" y="219032"/>
                  </a:lnTo>
                  <a:lnTo>
                    <a:pt x="1445970" y="278895"/>
                  </a:lnTo>
                  <a:close/>
                  <a:moveTo>
                    <a:pt x="1236761" y="127610"/>
                  </a:moveTo>
                  <a:lnTo>
                    <a:pt x="1227197" y="207168"/>
                  </a:lnTo>
                  <a:lnTo>
                    <a:pt x="1317871" y="109770"/>
                  </a:lnTo>
                  <a:close/>
                  <a:moveTo>
                    <a:pt x="1236761" y="127610"/>
                  </a:moveTo>
                  <a:lnTo>
                    <a:pt x="1317871" y="109770"/>
                  </a:lnTo>
                  <a:lnTo>
                    <a:pt x="1250410" y="78756"/>
                  </a:lnTo>
                  <a:close/>
                  <a:moveTo>
                    <a:pt x="1416696" y="191985"/>
                  </a:moveTo>
                  <a:lnTo>
                    <a:pt x="1436990" y="219032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336221" y="120933"/>
                  </a:lnTo>
                  <a:lnTo>
                    <a:pt x="1416696" y="191985"/>
                  </a:lnTo>
                  <a:close/>
                  <a:moveTo>
                    <a:pt x="1336795" y="106877"/>
                  </a:moveTo>
                  <a:lnTo>
                    <a:pt x="1336221" y="120933"/>
                  </a:lnTo>
                  <a:lnTo>
                    <a:pt x="1433492" y="188947"/>
                  </a:lnTo>
                  <a:close/>
                  <a:moveTo>
                    <a:pt x="1430390" y="91377"/>
                  </a:moveTo>
                  <a:lnTo>
                    <a:pt x="1336795" y="106877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436990" y="219032"/>
                  </a:lnTo>
                  <a:lnTo>
                    <a:pt x="1472095" y="191985"/>
                  </a:lnTo>
                  <a:close/>
                  <a:moveTo>
                    <a:pt x="1317871" y="109770"/>
                  </a:moveTo>
                  <a:lnTo>
                    <a:pt x="1336221" y="120933"/>
                  </a:lnTo>
                  <a:lnTo>
                    <a:pt x="1336795" y="106877"/>
                  </a:lnTo>
                  <a:close/>
                  <a:moveTo>
                    <a:pt x="1336795" y="106877"/>
                  </a:moveTo>
                  <a:lnTo>
                    <a:pt x="1250410" y="78756"/>
                  </a:lnTo>
                  <a:lnTo>
                    <a:pt x="1317871" y="109770"/>
                  </a:lnTo>
                  <a:close/>
                  <a:moveTo>
                    <a:pt x="1336795" y="106877"/>
                  </a:moveTo>
                  <a:lnTo>
                    <a:pt x="1430390" y="91377"/>
                  </a:lnTo>
                  <a:lnTo>
                    <a:pt x="1419670" y="0"/>
                  </a:lnTo>
                  <a:close/>
                  <a:moveTo>
                    <a:pt x="1336795" y="106877"/>
                  </a:moveTo>
                  <a:lnTo>
                    <a:pt x="1419670" y="0"/>
                  </a:lnTo>
                  <a:lnTo>
                    <a:pt x="1341123" y="326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60" name="Candidate_density__2179">
              <a:extLst>
                <a:ext uri="{FF2B5EF4-FFF2-40B4-BE49-F238E27FC236}">
                  <a16:creationId xmlns:a16="http://schemas.microsoft.com/office/drawing/2014/main" id="{15C3C3B6-B9FC-92B4-7920-A6F34C519838}"/>
                </a:ext>
              </a:extLst>
            </p:cNvPr>
            <p:cNvSpPr>
              <a:spLocks noGrp="1"/>
            </p:cNvSpPr>
            <p:nvPr/>
          </p:nvSpPr>
          <p:spPr>
            <a:xfrm>
              <a:off x="3790659" y="2679762"/>
              <a:ext cx="1580368" cy="630434"/>
            </a:xfrm>
            <a:custGeom>
              <a:avLst/>
              <a:gdLst/>
              <a:ahLst/>
              <a:cxnLst/>
              <a:rect l="0" t="0" r="0" b="0"/>
              <a:pathLst>
                <a:path w="1580368" h="630434">
                  <a:moveTo>
                    <a:pt x="239051" y="438248"/>
                  </a:moveTo>
                  <a:lnTo>
                    <a:pt x="218952" y="546413"/>
                  </a:lnTo>
                  <a:lnTo>
                    <a:pt x="251178" y="451696"/>
                  </a:lnTo>
                  <a:close/>
                  <a:moveTo>
                    <a:pt x="124249" y="377831"/>
                  </a:moveTo>
                  <a:lnTo>
                    <a:pt x="116206" y="440919"/>
                  </a:lnTo>
                  <a:lnTo>
                    <a:pt x="205562" y="356033"/>
                  </a:lnTo>
                  <a:close/>
                  <a:moveTo>
                    <a:pt x="205562" y="356033"/>
                  </a:moveTo>
                  <a:lnTo>
                    <a:pt x="116206" y="440919"/>
                  </a:lnTo>
                  <a:lnTo>
                    <a:pt x="139738" y="476685"/>
                  </a:lnTo>
                  <a:close/>
                  <a:moveTo>
                    <a:pt x="205562" y="356033"/>
                  </a:moveTo>
                  <a:lnTo>
                    <a:pt x="139738" y="476685"/>
                  </a:lnTo>
                  <a:lnTo>
                    <a:pt x="239051" y="438248"/>
                  </a:lnTo>
                  <a:close/>
                  <a:moveTo>
                    <a:pt x="119489" y="273818"/>
                  </a:moveTo>
                  <a:lnTo>
                    <a:pt x="124249" y="377831"/>
                  </a:lnTo>
                  <a:lnTo>
                    <a:pt x="134398" y="293735"/>
                  </a:lnTo>
                  <a:close/>
                  <a:moveTo>
                    <a:pt x="84086" y="394470"/>
                  </a:moveTo>
                  <a:lnTo>
                    <a:pt x="124249" y="377831"/>
                  </a:lnTo>
                  <a:lnTo>
                    <a:pt x="119489" y="273818"/>
                  </a:lnTo>
                  <a:close/>
                  <a:moveTo>
                    <a:pt x="51599" y="312255"/>
                  </a:moveTo>
                  <a:lnTo>
                    <a:pt x="84086" y="394470"/>
                  </a:lnTo>
                  <a:lnTo>
                    <a:pt x="119489" y="273818"/>
                  </a:lnTo>
                  <a:close/>
                  <a:moveTo>
                    <a:pt x="124249" y="377831"/>
                  </a:moveTo>
                  <a:lnTo>
                    <a:pt x="205562" y="356033"/>
                  </a:lnTo>
                  <a:lnTo>
                    <a:pt x="134398" y="293735"/>
                  </a:lnTo>
                  <a:close/>
                  <a:moveTo>
                    <a:pt x="0" y="230040"/>
                  </a:moveTo>
                  <a:lnTo>
                    <a:pt x="119489" y="273818"/>
                  </a:lnTo>
                  <a:lnTo>
                    <a:pt x="66647" y="191603"/>
                  </a:lnTo>
                  <a:close/>
                  <a:moveTo>
                    <a:pt x="275889" y="415234"/>
                  </a:moveTo>
                  <a:lnTo>
                    <a:pt x="251178" y="451696"/>
                  </a:lnTo>
                  <a:lnTo>
                    <a:pt x="299555" y="399812"/>
                  </a:lnTo>
                  <a:close/>
                  <a:moveTo>
                    <a:pt x="299555" y="399812"/>
                  </a:moveTo>
                  <a:lnTo>
                    <a:pt x="251178" y="451696"/>
                  </a:lnTo>
                  <a:lnTo>
                    <a:pt x="324506" y="520464"/>
                  </a:lnTo>
                  <a:close/>
                  <a:moveTo>
                    <a:pt x="239051" y="438248"/>
                  </a:moveTo>
                  <a:lnTo>
                    <a:pt x="251178" y="451696"/>
                  </a:lnTo>
                  <a:lnTo>
                    <a:pt x="275889" y="415234"/>
                  </a:lnTo>
                  <a:close/>
                  <a:moveTo>
                    <a:pt x="205562" y="356033"/>
                  </a:moveTo>
                  <a:lnTo>
                    <a:pt x="275889" y="415234"/>
                  </a:lnTo>
                  <a:lnTo>
                    <a:pt x="269920" y="319995"/>
                  </a:lnTo>
                  <a:close/>
                  <a:moveTo>
                    <a:pt x="205562" y="356033"/>
                  </a:moveTo>
                  <a:lnTo>
                    <a:pt x="239051" y="438248"/>
                  </a:lnTo>
                  <a:lnTo>
                    <a:pt x="275889" y="415234"/>
                  </a:lnTo>
                  <a:close/>
                  <a:moveTo>
                    <a:pt x="134398" y="293735"/>
                  </a:moveTo>
                  <a:lnTo>
                    <a:pt x="205562" y="356033"/>
                  </a:lnTo>
                  <a:lnTo>
                    <a:pt x="223838" y="235382"/>
                  </a:lnTo>
                  <a:close/>
                  <a:moveTo>
                    <a:pt x="119489" y="273818"/>
                  </a:moveTo>
                  <a:lnTo>
                    <a:pt x="134398" y="293735"/>
                  </a:lnTo>
                  <a:lnTo>
                    <a:pt x="142681" y="262754"/>
                  </a:lnTo>
                  <a:close/>
                  <a:moveTo>
                    <a:pt x="66647" y="191603"/>
                  </a:moveTo>
                  <a:lnTo>
                    <a:pt x="119489" y="273818"/>
                  </a:lnTo>
                  <a:lnTo>
                    <a:pt x="142681" y="262754"/>
                  </a:lnTo>
                  <a:close/>
                  <a:moveTo>
                    <a:pt x="223838" y="235382"/>
                  </a:moveTo>
                  <a:lnTo>
                    <a:pt x="164323" y="153166"/>
                  </a:lnTo>
                  <a:lnTo>
                    <a:pt x="142681" y="262754"/>
                  </a:lnTo>
                  <a:close/>
                  <a:moveTo>
                    <a:pt x="653884" y="250207"/>
                  </a:moveTo>
                  <a:lnTo>
                    <a:pt x="605278" y="158509"/>
                  </a:lnTo>
                  <a:lnTo>
                    <a:pt x="564214" y="162423"/>
                  </a:lnTo>
                  <a:close/>
                  <a:moveTo>
                    <a:pt x="510010" y="216506"/>
                  </a:moveTo>
                  <a:lnTo>
                    <a:pt x="557759" y="240724"/>
                  </a:lnTo>
                  <a:lnTo>
                    <a:pt x="468584" y="179577"/>
                  </a:lnTo>
                  <a:close/>
                  <a:moveTo>
                    <a:pt x="468584" y="179577"/>
                  </a:moveTo>
                  <a:lnTo>
                    <a:pt x="582395" y="247735"/>
                  </a:lnTo>
                  <a:lnTo>
                    <a:pt x="564214" y="162423"/>
                  </a:lnTo>
                  <a:close/>
                  <a:moveTo>
                    <a:pt x="468584" y="179577"/>
                  </a:moveTo>
                  <a:lnTo>
                    <a:pt x="564214" y="162423"/>
                  </a:lnTo>
                  <a:lnTo>
                    <a:pt x="544699" y="78196"/>
                  </a:lnTo>
                  <a:close/>
                  <a:moveTo>
                    <a:pt x="468584" y="179577"/>
                  </a:moveTo>
                  <a:lnTo>
                    <a:pt x="544699" y="78196"/>
                  </a:lnTo>
                  <a:lnTo>
                    <a:pt x="463769" y="83398"/>
                  </a:lnTo>
                  <a:close/>
                  <a:moveTo>
                    <a:pt x="375300" y="94731"/>
                  </a:moveTo>
                  <a:lnTo>
                    <a:pt x="463769" y="83398"/>
                  </a:lnTo>
                  <a:lnTo>
                    <a:pt x="438186" y="4105"/>
                  </a:lnTo>
                  <a:close/>
                  <a:moveTo>
                    <a:pt x="1115083" y="317813"/>
                  </a:moveTo>
                  <a:lnTo>
                    <a:pt x="1107986" y="349887"/>
                  </a:lnTo>
                  <a:lnTo>
                    <a:pt x="1197030" y="289845"/>
                  </a:lnTo>
                  <a:close/>
                  <a:moveTo>
                    <a:pt x="1215681" y="396713"/>
                  </a:moveTo>
                  <a:lnTo>
                    <a:pt x="1275905" y="372060"/>
                  </a:lnTo>
                  <a:lnTo>
                    <a:pt x="1234235" y="328051"/>
                  </a:lnTo>
                  <a:close/>
                  <a:moveTo>
                    <a:pt x="1086292" y="328281"/>
                  </a:moveTo>
                  <a:lnTo>
                    <a:pt x="1107986" y="349887"/>
                  </a:lnTo>
                  <a:lnTo>
                    <a:pt x="1115083" y="317813"/>
                  </a:lnTo>
                  <a:close/>
                  <a:moveTo>
                    <a:pt x="1018134" y="246066"/>
                  </a:moveTo>
                  <a:lnTo>
                    <a:pt x="1115083" y="317813"/>
                  </a:lnTo>
                  <a:lnTo>
                    <a:pt x="1127318" y="207774"/>
                  </a:lnTo>
                  <a:close/>
                  <a:moveTo>
                    <a:pt x="1018134" y="246066"/>
                  </a:moveTo>
                  <a:lnTo>
                    <a:pt x="1086292" y="328281"/>
                  </a:lnTo>
                  <a:lnTo>
                    <a:pt x="1115083" y="317813"/>
                  </a:lnTo>
                  <a:close/>
                  <a:moveTo>
                    <a:pt x="1197030" y="289845"/>
                  </a:moveTo>
                  <a:lnTo>
                    <a:pt x="1127676" y="207630"/>
                  </a:lnTo>
                  <a:lnTo>
                    <a:pt x="1115083" y="317813"/>
                  </a:lnTo>
                  <a:close/>
                  <a:moveTo>
                    <a:pt x="1339013" y="557223"/>
                  </a:moveTo>
                  <a:lnTo>
                    <a:pt x="1303653" y="587594"/>
                  </a:lnTo>
                  <a:lnTo>
                    <a:pt x="1326804" y="536490"/>
                  </a:lnTo>
                  <a:close/>
                  <a:moveTo>
                    <a:pt x="1297546" y="630434"/>
                  </a:moveTo>
                  <a:lnTo>
                    <a:pt x="1303653" y="587594"/>
                  </a:lnTo>
                  <a:lnTo>
                    <a:pt x="1339013" y="557223"/>
                  </a:lnTo>
                  <a:close/>
                  <a:moveTo>
                    <a:pt x="1275905" y="372060"/>
                  </a:moveTo>
                  <a:lnTo>
                    <a:pt x="1351372" y="447083"/>
                  </a:lnTo>
                  <a:lnTo>
                    <a:pt x="1354409" y="344522"/>
                  </a:lnTo>
                  <a:close/>
                  <a:moveTo>
                    <a:pt x="1243238" y="274218"/>
                  </a:moveTo>
                  <a:lnTo>
                    <a:pt x="1234235" y="328051"/>
                  </a:lnTo>
                  <a:lnTo>
                    <a:pt x="1305450" y="251408"/>
                  </a:lnTo>
                  <a:close/>
                  <a:moveTo>
                    <a:pt x="1234235" y="328051"/>
                  </a:moveTo>
                  <a:lnTo>
                    <a:pt x="1275905" y="372060"/>
                  </a:lnTo>
                  <a:lnTo>
                    <a:pt x="1305450" y="251408"/>
                  </a:lnTo>
                  <a:close/>
                  <a:moveTo>
                    <a:pt x="1305450" y="251408"/>
                  </a:moveTo>
                  <a:lnTo>
                    <a:pt x="1275905" y="372060"/>
                  </a:lnTo>
                  <a:lnTo>
                    <a:pt x="1361595" y="310370"/>
                  </a:lnTo>
                  <a:close/>
                  <a:moveTo>
                    <a:pt x="1361595" y="310370"/>
                  </a:moveTo>
                  <a:lnTo>
                    <a:pt x="1275905" y="372060"/>
                  </a:lnTo>
                  <a:lnTo>
                    <a:pt x="1354409" y="344522"/>
                  </a:lnTo>
                  <a:close/>
                  <a:moveTo>
                    <a:pt x="1354409" y="344522"/>
                  </a:moveTo>
                  <a:lnTo>
                    <a:pt x="1387299" y="333623"/>
                  </a:lnTo>
                  <a:lnTo>
                    <a:pt x="1361595" y="310370"/>
                  </a:lnTo>
                  <a:close/>
                  <a:moveTo>
                    <a:pt x="1197030" y="289845"/>
                  </a:moveTo>
                  <a:lnTo>
                    <a:pt x="1234235" y="328051"/>
                  </a:lnTo>
                  <a:lnTo>
                    <a:pt x="1243238" y="274218"/>
                  </a:lnTo>
                  <a:close/>
                  <a:moveTo>
                    <a:pt x="1228413" y="169193"/>
                  </a:moveTo>
                  <a:lnTo>
                    <a:pt x="1243238" y="274218"/>
                  </a:lnTo>
                  <a:lnTo>
                    <a:pt x="1259530" y="207423"/>
                  </a:lnTo>
                  <a:close/>
                  <a:moveTo>
                    <a:pt x="1197030" y="289845"/>
                  </a:moveTo>
                  <a:lnTo>
                    <a:pt x="1243238" y="274218"/>
                  </a:lnTo>
                  <a:lnTo>
                    <a:pt x="1228413" y="169193"/>
                  </a:lnTo>
                  <a:close/>
                  <a:moveTo>
                    <a:pt x="1127676" y="207630"/>
                  </a:moveTo>
                  <a:lnTo>
                    <a:pt x="1197030" y="289845"/>
                  </a:lnTo>
                  <a:lnTo>
                    <a:pt x="1228413" y="169193"/>
                  </a:lnTo>
                  <a:close/>
                  <a:moveTo>
                    <a:pt x="1243238" y="274218"/>
                  </a:moveTo>
                  <a:lnTo>
                    <a:pt x="1305450" y="251408"/>
                  </a:lnTo>
                  <a:lnTo>
                    <a:pt x="1259530" y="207423"/>
                  </a:lnTo>
                  <a:close/>
                  <a:moveTo>
                    <a:pt x="1525725" y="466022"/>
                  </a:moveTo>
                  <a:lnTo>
                    <a:pt x="1580368" y="382097"/>
                  </a:lnTo>
                  <a:lnTo>
                    <a:pt x="1488657" y="396065"/>
                  </a:lnTo>
                  <a:close/>
                  <a:moveTo>
                    <a:pt x="1580368" y="382097"/>
                  </a:moveTo>
                  <a:lnTo>
                    <a:pt x="1551094" y="295187"/>
                  </a:lnTo>
                  <a:lnTo>
                    <a:pt x="1463036" y="316802"/>
                  </a:lnTo>
                  <a:close/>
                  <a:moveTo>
                    <a:pt x="1580368" y="382097"/>
                  </a:moveTo>
                  <a:lnTo>
                    <a:pt x="1463036" y="316802"/>
                  </a:lnTo>
                  <a:lnTo>
                    <a:pt x="1488657" y="396065"/>
                  </a:lnTo>
                  <a:close/>
                  <a:moveTo>
                    <a:pt x="1361595" y="310370"/>
                  </a:moveTo>
                  <a:lnTo>
                    <a:pt x="1387299" y="333623"/>
                  </a:lnTo>
                  <a:lnTo>
                    <a:pt x="1452269" y="212972"/>
                  </a:lnTo>
                  <a:close/>
                  <a:moveTo>
                    <a:pt x="1452269" y="212972"/>
                  </a:moveTo>
                  <a:lnTo>
                    <a:pt x="1387299" y="333623"/>
                  </a:lnTo>
                  <a:lnTo>
                    <a:pt x="1470620" y="224135"/>
                  </a:lnTo>
                  <a:close/>
                  <a:moveTo>
                    <a:pt x="1470620" y="224135"/>
                  </a:moveTo>
                  <a:lnTo>
                    <a:pt x="1387299" y="333623"/>
                  </a:lnTo>
                  <a:lnTo>
                    <a:pt x="1463036" y="316802"/>
                  </a:lnTo>
                  <a:close/>
                  <a:moveTo>
                    <a:pt x="1463036" y="316802"/>
                  </a:moveTo>
                  <a:lnTo>
                    <a:pt x="1551094" y="295187"/>
                  </a:lnTo>
                  <a:lnTo>
                    <a:pt x="1470620" y="224135"/>
                  </a:lnTo>
                  <a:close/>
                  <a:moveTo>
                    <a:pt x="1305450" y="251408"/>
                  </a:moveTo>
                  <a:lnTo>
                    <a:pt x="1361595" y="310370"/>
                  </a:lnTo>
                  <a:lnTo>
                    <a:pt x="1371160" y="230812"/>
                  </a:lnTo>
                  <a:close/>
                  <a:moveTo>
                    <a:pt x="1259530" y="207423"/>
                  </a:moveTo>
                  <a:lnTo>
                    <a:pt x="1305450" y="251408"/>
                  </a:lnTo>
                  <a:lnTo>
                    <a:pt x="1338183" y="130756"/>
                  </a:lnTo>
                  <a:close/>
                  <a:moveTo>
                    <a:pt x="1338183" y="130756"/>
                  </a:moveTo>
                  <a:lnTo>
                    <a:pt x="1305450" y="251408"/>
                  </a:lnTo>
                  <a:lnTo>
                    <a:pt x="1384809" y="181958"/>
                  </a:lnTo>
                  <a:close/>
                  <a:moveTo>
                    <a:pt x="1384809" y="181958"/>
                  </a:moveTo>
                  <a:lnTo>
                    <a:pt x="1305450" y="251408"/>
                  </a:lnTo>
                  <a:lnTo>
                    <a:pt x="1371160" y="230812"/>
                  </a:lnTo>
                  <a:close/>
                  <a:moveTo>
                    <a:pt x="1185035" y="4763"/>
                  </a:moveTo>
                  <a:lnTo>
                    <a:pt x="1235083" y="80663"/>
                  </a:lnTo>
                  <a:lnTo>
                    <a:pt x="1211185" y="0"/>
                  </a:lnTo>
                  <a:close/>
                  <a:moveTo>
                    <a:pt x="1386573" y="118189"/>
                  </a:moveTo>
                  <a:lnTo>
                    <a:pt x="1384809" y="181958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386573" y="118189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455127" y="22955"/>
                  </a:lnTo>
                  <a:lnTo>
                    <a:pt x="1386573" y="118189"/>
                  </a:lnTo>
                  <a:close/>
                  <a:moveTo>
                    <a:pt x="1475522" y="106467"/>
                  </a:moveTo>
                  <a:lnTo>
                    <a:pt x="1554068" y="103202"/>
                  </a:lnTo>
                  <a:lnTo>
                    <a:pt x="1534697" y="18858"/>
                  </a:lnTo>
                  <a:close/>
                  <a:moveTo>
                    <a:pt x="1475522" y="106467"/>
                  </a:moveTo>
                  <a:lnTo>
                    <a:pt x="1534697" y="18858"/>
                  </a:lnTo>
                  <a:lnTo>
                    <a:pt x="1455127" y="2295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61" name="Candidate_density__2180">
              <a:extLst>
                <a:ext uri="{FF2B5EF4-FFF2-40B4-BE49-F238E27FC236}">
                  <a16:creationId xmlns:a16="http://schemas.microsoft.com/office/drawing/2014/main" id="{58403362-F2F7-C7AB-270A-E26BCE1A79DB}"/>
                </a:ext>
              </a:extLst>
            </p:cNvPr>
            <p:cNvSpPr>
              <a:spLocks noGrp="1"/>
            </p:cNvSpPr>
            <p:nvPr/>
          </p:nvSpPr>
          <p:spPr>
            <a:xfrm>
              <a:off x="3831744" y="2662761"/>
              <a:ext cx="1447572" cy="553491"/>
            </a:xfrm>
            <a:custGeom>
              <a:avLst/>
              <a:gdLst/>
              <a:ahLst/>
              <a:cxnLst/>
              <a:rect l="0" t="0" r="0" b="0"/>
              <a:pathLst>
                <a:path w="1447572" h="553491">
                  <a:moveTo>
                    <a:pt x="43001" y="411471"/>
                  </a:moveTo>
                  <a:lnTo>
                    <a:pt x="75120" y="457919"/>
                  </a:lnTo>
                  <a:lnTo>
                    <a:pt x="83164" y="394831"/>
                  </a:lnTo>
                  <a:close/>
                  <a:moveTo>
                    <a:pt x="25562" y="208604"/>
                  </a:moveTo>
                  <a:lnTo>
                    <a:pt x="101596" y="27975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06008" y="176075"/>
                  </a:lnTo>
                  <a:lnTo>
                    <a:pt x="101596" y="279754"/>
                  </a:lnTo>
                  <a:close/>
                  <a:moveTo>
                    <a:pt x="0" y="126389"/>
                  </a:moveTo>
                  <a:lnTo>
                    <a:pt x="106008" y="176075"/>
                  </a:lnTo>
                  <a:lnTo>
                    <a:pt x="75960" y="100412"/>
                  </a:lnTo>
                  <a:close/>
                  <a:moveTo>
                    <a:pt x="0" y="126389"/>
                  </a:moveTo>
                  <a:lnTo>
                    <a:pt x="25562" y="20860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13966" y="87952"/>
                  </a:lnTo>
                  <a:lnTo>
                    <a:pt x="106008" y="176075"/>
                  </a:lnTo>
                  <a:close/>
                  <a:moveTo>
                    <a:pt x="113966" y="87952"/>
                  </a:moveTo>
                  <a:lnTo>
                    <a:pt x="75960" y="100412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82753" y="252382"/>
                  </a:lnTo>
                  <a:lnTo>
                    <a:pt x="254646" y="213946"/>
                  </a:lnTo>
                  <a:close/>
                  <a:moveTo>
                    <a:pt x="123238" y="170167"/>
                  </a:moveTo>
                  <a:lnTo>
                    <a:pt x="254646" y="213946"/>
                  </a:lnTo>
                  <a:lnTo>
                    <a:pt x="227975" y="131731"/>
                  </a:lnTo>
                  <a:close/>
                  <a:moveTo>
                    <a:pt x="113966" y="87952"/>
                  </a:moveTo>
                  <a:lnTo>
                    <a:pt x="230796" y="115699"/>
                  </a:lnTo>
                  <a:lnTo>
                    <a:pt x="201056" y="59303"/>
                  </a:lnTo>
                  <a:close/>
                  <a:moveTo>
                    <a:pt x="227975" y="131731"/>
                  </a:moveTo>
                  <a:lnTo>
                    <a:pt x="230796" y="115699"/>
                  </a:lnTo>
                  <a:lnTo>
                    <a:pt x="113966" y="87952"/>
                  </a:lnTo>
                  <a:close/>
                  <a:moveTo>
                    <a:pt x="123238" y="170167"/>
                  </a:moveTo>
                  <a:lnTo>
                    <a:pt x="227975" y="131731"/>
                  </a:lnTo>
                  <a:lnTo>
                    <a:pt x="113966" y="87952"/>
                  </a:lnTo>
                  <a:close/>
                  <a:moveTo>
                    <a:pt x="149588" y="27276"/>
                  </a:moveTo>
                  <a:lnTo>
                    <a:pt x="113966" y="87952"/>
                  </a:lnTo>
                  <a:lnTo>
                    <a:pt x="201056" y="59303"/>
                  </a:lnTo>
                  <a:close/>
                  <a:moveTo>
                    <a:pt x="237890" y="49516"/>
                  </a:moveTo>
                  <a:lnTo>
                    <a:pt x="149588" y="27276"/>
                  </a:lnTo>
                  <a:lnTo>
                    <a:pt x="201056" y="59303"/>
                  </a:lnTo>
                  <a:close/>
                  <a:moveTo>
                    <a:pt x="201056" y="59303"/>
                  </a:moveTo>
                  <a:lnTo>
                    <a:pt x="230796" y="115699"/>
                  </a:lnTo>
                  <a:lnTo>
                    <a:pt x="237890" y="49516"/>
                  </a:lnTo>
                  <a:close/>
                  <a:moveTo>
                    <a:pt x="258690" y="212632"/>
                  </a:moveTo>
                  <a:lnTo>
                    <a:pt x="335361" y="210892"/>
                  </a:lnTo>
                  <a:lnTo>
                    <a:pt x="334215" y="111731"/>
                  </a:lnTo>
                  <a:close/>
                  <a:moveTo>
                    <a:pt x="258690" y="212632"/>
                  </a:moveTo>
                  <a:lnTo>
                    <a:pt x="334215" y="111731"/>
                  </a:lnTo>
                  <a:lnTo>
                    <a:pt x="239817" y="127883"/>
                  </a:lnTo>
                  <a:close/>
                  <a:moveTo>
                    <a:pt x="335361" y="210892"/>
                  </a:moveTo>
                  <a:lnTo>
                    <a:pt x="427499" y="196577"/>
                  </a:lnTo>
                  <a:lnTo>
                    <a:pt x="422684" y="100399"/>
                  </a:lnTo>
                  <a:close/>
                  <a:moveTo>
                    <a:pt x="335361" y="210892"/>
                  </a:moveTo>
                  <a:lnTo>
                    <a:pt x="422684" y="100399"/>
                  </a:lnTo>
                  <a:lnTo>
                    <a:pt x="334215" y="111731"/>
                  </a:lnTo>
                  <a:close/>
                  <a:moveTo>
                    <a:pt x="427499" y="196577"/>
                  </a:moveTo>
                  <a:lnTo>
                    <a:pt x="335361" y="210892"/>
                  </a:lnTo>
                  <a:lnTo>
                    <a:pt x="468925" y="233507"/>
                  </a:lnTo>
                  <a:close/>
                  <a:moveTo>
                    <a:pt x="230796" y="115699"/>
                  </a:moveTo>
                  <a:lnTo>
                    <a:pt x="227975" y="131731"/>
                  </a:lnTo>
                  <a:lnTo>
                    <a:pt x="239817" y="127883"/>
                  </a:lnTo>
                  <a:close/>
                  <a:moveTo>
                    <a:pt x="239817" y="127883"/>
                  </a:moveTo>
                  <a:lnTo>
                    <a:pt x="237890" y="49516"/>
                  </a:lnTo>
                  <a:lnTo>
                    <a:pt x="230796" y="115699"/>
                  </a:lnTo>
                  <a:close/>
                  <a:moveTo>
                    <a:pt x="312527" y="29271"/>
                  </a:moveTo>
                  <a:lnTo>
                    <a:pt x="237890" y="49516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12527" y="29271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97101" y="21106"/>
                  </a:lnTo>
                  <a:lnTo>
                    <a:pt x="312527" y="29271"/>
                  </a:lnTo>
                  <a:close/>
                  <a:moveTo>
                    <a:pt x="274381" y="0"/>
                  </a:moveTo>
                  <a:lnTo>
                    <a:pt x="237890" y="49516"/>
                  </a:lnTo>
                  <a:lnTo>
                    <a:pt x="312527" y="29271"/>
                  </a:lnTo>
                  <a:close/>
                  <a:moveTo>
                    <a:pt x="1086591" y="224630"/>
                  </a:moveTo>
                  <a:lnTo>
                    <a:pt x="1086233" y="224775"/>
                  </a:lnTo>
                  <a:lnTo>
                    <a:pt x="1073998" y="334814"/>
                  </a:lnTo>
                  <a:close/>
                  <a:moveTo>
                    <a:pt x="948012" y="201039"/>
                  </a:moveTo>
                  <a:lnTo>
                    <a:pt x="977049" y="263066"/>
                  </a:lnTo>
                  <a:lnTo>
                    <a:pt x="1046481" y="142415"/>
                  </a:lnTo>
                  <a:close/>
                  <a:moveTo>
                    <a:pt x="1046481" y="142415"/>
                  </a:moveTo>
                  <a:lnTo>
                    <a:pt x="977049" y="263066"/>
                  </a:lnTo>
                  <a:lnTo>
                    <a:pt x="1086171" y="223733"/>
                  </a:lnTo>
                  <a:close/>
                  <a:moveTo>
                    <a:pt x="1086171" y="223733"/>
                  </a:moveTo>
                  <a:lnTo>
                    <a:pt x="977049" y="263066"/>
                  </a:lnTo>
                  <a:lnTo>
                    <a:pt x="1086233" y="224775"/>
                  </a:lnTo>
                  <a:close/>
                  <a:moveTo>
                    <a:pt x="1086233" y="224775"/>
                  </a:moveTo>
                  <a:lnTo>
                    <a:pt x="1086591" y="224630"/>
                  </a:lnTo>
                  <a:lnTo>
                    <a:pt x="1086171" y="223733"/>
                  </a:lnTo>
                  <a:close/>
                  <a:moveTo>
                    <a:pt x="1293649" y="471275"/>
                  </a:moveTo>
                  <a:lnTo>
                    <a:pt x="1359301" y="472403"/>
                  </a:lnTo>
                  <a:lnTo>
                    <a:pt x="1310287" y="464083"/>
                  </a:lnTo>
                  <a:close/>
                  <a:moveTo>
                    <a:pt x="1345618" y="515054"/>
                  </a:moveTo>
                  <a:lnTo>
                    <a:pt x="1359301" y="472403"/>
                  </a:lnTo>
                  <a:lnTo>
                    <a:pt x="1293649" y="471275"/>
                  </a:lnTo>
                  <a:close/>
                  <a:moveTo>
                    <a:pt x="1285719" y="553491"/>
                  </a:moveTo>
                  <a:lnTo>
                    <a:pt x="1345618" y="515054"/>
                  </a:lnTo>
                  <a:lnTo>
                    <a:pt x="1293649" y="471275"/>
                  </a:lnTo>
                  <a:close/>
                  <a:moveTo>
                    <a:pt x="1234820" y="389061"/>
                  </a:moveTo>
                  <a:lnTo>
                    <a:pt x="1293649" y="471275"/>
                  </a:lnTo>
                  <a:lnTo>
                    <a:pt x="1310287" y="464083"/>
                  </a:lnTo>
                  <a:close/>
                  <a:moveTo>
                    <a:pt x="1372009" y="432839"/>
                  </a:moveTo>
                  <a:lnTo>
                    <a:pt x="1346214" y="350624"/>
                  </a:lnTo>
                  <a:lnTo>
                    <a:pt x="1310287" y="464083"/>
                  </a:lnTo>
                  <a:close/>
                  <a:moveTo>
                    <a:pt x="1346214" y="350624"/>
                  </a:moveTo>
                  <a:lnTo>
                    <a:pt x="1313323" y="361523"/>
                  </a:lnTo>
                  <a:lnTo>
                    <a:pt x="1310287" y="464083"/>
                  </a:lnTo>
                  <a:close/>
                  <a:moveTo>
                    <a:pt x="1310287" y="464083"/>
                  </a:moveTo>
                  <a:lnTo>
                    <a:pt x="1359301" y="472403"/>
                  </a:lnTo>
                  <a:lnTo>
                    <a:pt x="1372009" y="432839"/>
                  </a:lnTo>
                  <a:close/>
                  <a:moveTo>
                    <a:pt x="1078758" y="130760"/>
                  </a:moveTo>
                  <a:lnTo>
                    <a:pt x="1086171" y="223733"/>
                  </a:lnTo>
                  <a:lnTo>
                    <a:pt x="1170490" y="103979"/>
                  </a:lnTo>
                  <a:close/>
                  <a:moveTo>
                    <a:pt x="1170490" y="103979"/>
                  </a:moveTo>
                  <a:lnTo>
                    <a:pt x="1086171" y="223733"/>
                  </a:lnTo>
                  <a:lnTo>
                    <a:pt x="1086591" y="224630"/>
                  </a:lnTo>
                  <a:close/>
                  <a:moveTo>
                    <a:pt x="1170490" y="103979"/>
                  </a:moveTo>
                  <a:lnTo>
                    <a:pt x="1086591" y="224630"/>
                  </a:lnTo>
                  <a:lnTo>
                    <a:pt x="1187328" y="186194"/>
                  </a:lnTo>
                  <a:close/>
                  <a:moveTo>
                    <a:pt x="1046481" y="142415"/>
                  </a:moveTo>
                  <a:lnTo>
                    <a:pt x="1086171" y="223733"/>
                  </a:lnTo>
                  <a:lnTo>
                    <a:pt x="1078758" y="130760"/>
                  </a:lnTo>
                  <a:close/>
                  <a:moveTo>
                    <a:pt x="1006554" y="60200"/>
                  </a:moveTo>
                  <a:lnTo>
                    <a:pt x="1078758" y="130760"/>
                  </a:lnTo>
                  <a:lnTo>
                    <a:pt x="1069149" y="38480"/>
                  </a:lnTo>
                  <a:close/>
                  <a:moveTo>
                    <a:pt x="1006554" y="60200"/>
                  </a:moveTo>
                  <a:lnTo>
                    <a:pt x="1046481" y="142415"/>
                  </a:lnTo>
                  <a:lnTo>
                    <a:pt x="1078758" y="130760"/>
                  </a:lnTo>
                  <a:close/>
                  <a:moveTo>
                    <a:pt x="1170490" y="103979"/>
                  </a:moveTo>
                  <a:lnTo>
                    <a:pt x="1143950" y="21764"/>
                  </a:lnTo>
                  <a:lnTo>
                    <a:pt x="1078758" y="130760"/>
                  </a:lnTo>
                  <a:close/>
                  <a:moveTo>
                    <a:pt x="1143950" y="21764"/>
                  </a:moveTo>
                  <a:lnTo>
                    <a:pt x="1069149" y="38480"/>
                  </a:lnTo>
                  <a:lnTo>
                    <a:pt x="1078758" y="130760"/>
                  </a:lnTo>
                  <a:close/>
                  <a:moveTo>
                    <a:pt x="1346214" y="350624"/>
                  </a:moveTo>
                  <a:lnTo>
                    <a:pt x="1447572" y="413065"/>
                  </a:lnTo>
                  <a:lnTo>
                    <a:pt x="1421951" y="333803"/>
                  </a:lnTo>
                  <a:close/>
                  <a:moveTo>
                    <a:pt x="1346214" y="350624"/>
                  </a:moveTo>
                  <a:lnTo>
                    <a:pt x="1372009" y="432839"/>
                  </a:lnTo>
                  <a:lnTo>
                    <a:pt x="1447572" y="413065"/>
                  </a:lnTo>
                  <a:close/>
                  <a:moveTo>
                    <a:pt x="1221897" y="175074"/>
                  </a:moveTo>
                  <a:lnTo>
                    <a:pt x="1218445" y="224423"/>
                  </a:lnTo>
                  <a:lnTo>
                    <a:pt x="1297097" y="147757"/>
                  </a:lnTo>
                  <a:close/>
                  <a:moveTo>
                    <a:pt x="1187328" y="186194"/>
                  </a:moveTo>
                  <a:lnTo>
                    <a:pt x="1218445" y="224423"/>
                  </a:lnTo>
                  <a:lnTo>
                    <a:pt x="1221897" y="175074"/>
                  </a:lnTo>
                  <a:close/>
                  <a:moveTo>
                    <a:pt x="1170490" y="103979"/>
                  </a:moveTo>
                  <a:lnTo>
                    <a:pt x="1221897" y="175074"/>
                  </a:lnTo>
                  <a:lnTo>
                    <a:pt x="1193998" y="97663"/>
                  </a:lnTo>
                  <a:close/>
                  <a:moveTo>
                    <a:pt x="1170490" y="103979"/>
                  </a:moveTo>
                  <a:lnTo>
                    <a:pt x="1187328" y="186194"/>
                  </a:lnTo>
                  <a:lnTo>
                    <a:pt x="1221897" y="175074"/>
                  </a:lnTo>
                  <a:close/>
                  <a:moveTo>
                    <a:pt x="1297097" y="147757"/>
                  </a:moveTo>
                  <a:lnTo>
                    <a:pt x="1308403" y="66902"/>
                  </a:lnTo>
                  <a:lnTo>
                    <a:pt x="1221897" y="175074"/>
                  </a:lnTo>
                  <a:close/>
                  <a:moveTo>
                    <a:pt x="1221897" y="175074"/>
                  </a:moveTo>
                  <a:lnTo>
                    <a:pt x="1308403" y="66902"/>
                  </a:lnTo>
                  <a:lnTo>
                    <a:pt x="1306785" y="66561"/>
                  </a:lnTo>
                  <a:close/>
                  <a:moveTo>
                    <a:pt x="1221897" y="175074"/>
                  </a:moveTo>
                  <a:lnTo>
                    <a:pt x="1306785" y="66561"/>
                  </a:lnTo>
                  <a:lnTo>
                    <a:pt x="1193998" y="97663"/>
                  </a:lnTo>
                  <a:close/>
                  <a:moveTo>
                    <a:pt x="1143950" y="21764"/>
                  </a:moveTo>
                  <a:lnTo>
                    <a:pt x="1170490" y="103979"/>
                  </a:lnTo>
                  <a:lnTo>
                    <a:pt x="1193998" y="97663"/>
                  </a:lnTo>
                  <a:close/>
                  <a:moveTo>
                    <a:pt x="1193998" y="97663"/>
                  </a:moveTo>
                  <a:lnTo>
                    <a:pt x="1306785" y="66561"/>
                  </a:lnTo>
                  <a:lnTo>
                    <a:pt x="1170100" y="17001"/>
                  </a:lnTo>
                  <a:close/>
                  <a:moveTo>
                    <a:pt x="1306785" y="66561"/>
                  </a:moveTo>
                  <a:lnTo>
                    <a:pt x="1308403" y="66902"/>
                  </a:lnTo>
                  <a:lnTo>
                    <a:pt x="1308559" y="65542"/>
                  </a:lnTo>
                  <a:close/>
                  <a:moveTo>
                    <a:pt x="1297097" y="147757"/>
                  </a:moveTo>
                  <a:lnTo>
                    <a:pt x="1343724" y="198959"/>
                  </a:lnTo>
                  <a:lnTo>
                    <a:pt x="1345488" y="135189"/>
                  </a:lnTo>
                  <a:close/>
                  <a:moveTo>
                    <a:pt x="1308403" y="66902"/>
                  </a:moveTo>
                  <a:lnTo>
                    <a:pt x="1297097" y="147757"/>
                  </a:lnTo>
                  <a:lnTo>
                    <a:pt x="1345488" y="135189"/>
                  </a:lnTo>
                  <a:close/>
                  <a:moveTo>
                    <a:pt x="1345488" y="135189"/>
                  </a:moveTo>
                  <a:lnTo>
                    <a:pt x="1308559" y="65542"/>
                  </a:lnTo>
                  <a:lnTo>
                    <a:pt x="1308403" y="66902"/>
                  </a:lnTo>
                  <a:close/>
                  <a:moveTo>
                    <a:pt x="1414042" y="39956"/>
                  </a:moveTo>
                  <a:lnTo>
                    <a:pt x="1308559" y="65542"/>
                  </a:lnTo>
                  <a:lnTo>
                    <a:pt x="1345488" y="1351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62" name="Candidate_density__2181">
              <a:extLst>
                <a:ext uri="{FF2B5EF4-FFF2-40B4-BE49-F238E27FC236}">
                  <a16:creationId xmlns:a16="http://schemas.microsoft.com/office/drawing/2014/main" id="{60980D08-E1E7-E372-3C76-72B72F87B6D0}"/>
                </a:ext>
              </a:extLst>
            </p:cNvPr>
            <p:cNvSpPr>
              <a:spLocks noGrp="1"/>
            </p:cNvSpPr>
            <p:nvPr/>
          </p:nvSpPr>
          <p:spPr>
            <a:xfrm>
              <a:off x="4062396" y="2881076"/>
              <a:ext cx="1362318" cy="385546"/>
            </a:xfrm>
            <a:custGeom>
              <a:avLst/>
              <a:gdLst/>
              <a:ahLst/>
              <a:cxnLst/>
              <a:rect l="0" t="0" r="0" b="0"/>
              <a:pathLst>
                <a:path w="1362318" h="385546">
                  <a:moveTo>
                    <a:pt x="76317" y="333928"/>
                  </a:moveTo>
                  <a:lnTo>
                    <a:pt x="164654" y="385546"/>
                  </a:lnTo>
                  <a:lnTo>
                    <a:pt x="210479" y="341679"/>
                  </a:lnTo>
                  <a:close/>
                  <a:moveTo>
                    <a:pt x="132305" y="328055"/>
                  </a:moveTo>
                  <a:lnTo>
                    <a:pt x="210479" y="341679"/>
                  </a:lnTo>
                  <a:lnTo>
                    <a:pt x="244337" y="253065"/>
                  </a:lnTo>
                  <a:close/>
                  <a:moveTo>
                    <a:pt x="244337" y="253065"/>
                  </a:moveTo>
                  <a:lnTo>
                    <a:pt x="296932" y="257764"/>
                  </a:lnTo>
                  <a:lnTo>
                    <a:pt x="260377" y="242276"/>
                  </a:lnTo>
                  <a:close/>
                  <a:moveTo>
                    <a:pt x="279604" y="321467"/>
                  </a:moveTo>
                  <a:lnTo>
                    <a:pt x="296932" y="257764"/>
                  </a:lnTo>
                  <a:lnTo>
                    <a:pt x="244337" y="253065"/>
                  </a:lnTo>
                  <a:close/>
                  <a:moveTo>
                    <a:pt x="210479" y="341679"/>
                  </a:moveTo>
                  <a:lnTo>
                    <a:pt x="279604" y="321467"/>
                  </a:lnTo>
                  <a:lnTo>
                    <a:pt x="244337" y="253065"/>
                  </a:lnTo>
                  <a:close/>
                  <a:moveTo>
                    <a:pt x="260377" y="242276"/>
                  </a:moveTo>
                  <a:lnTo>
                    <a:pt x="296932" y="257764"/>
                  </a:lnTo>
                  <a:lnTo>
                    <a:pt x="302212" y="190794"/>
                  </a:lnTo>
                  <a:close/>
                  <a:moveTo>
                    <a:pt x="0" y="112046"/>
                  </a:moveTo>
                  <a:lnTo>
                    <a:pt x="9618" y="34067"/>
                  </a:lnTo>
                  <a:lnTo>
                    <a:pt x="2501" y="115170"/>
                  </a:lnTo>
                  <a:close/>
                  <a:moveTo>
                    <a:pt x="95578" y="0"/>
                  </a:moveTo>
                  <a:lnTo>
                    <a:pt x="9618" y="34067"/>
                  </a:lnTo>
                  <a:lnTo>
                    <a:pt x="50229" y="21185"/>
                  </a:lnTo>
                  <a:close/>
                  <a:moveTo>
                    <a:pt x="267647" y="125014"/>
                  </a:moveTo>
                  <a:lnTo>
                    <a:pt x="302212" y="190794"/>
                  </a:lnTo>
                  <a:lnTo>
                    <a:pt x="316292" y="141932"/>
                  </a:lnTo>
                  <a:close/>
                  <a:moveTo>
                    <a:pt x="260377" y="242276"/>
                  </a:moveTo>
                  <a:lnTo>
                    <a:pt x="302212" y="190794"/>
                  </a:lnTo>
                  <a:lnTo>
                    <a:pt x="248863" y="236251"/>
                  </a:lnTo>
                  <a:close/>
                  <a:moveTo>
                    <a:pt x="379425" y="151198"/>
                  </a:moveTo>
                  <a:lnTo>
                    <a:pt x="316292" y="141932"/>
                  </a:lnTo>
                  <a:lnTo>
                    <a:pt x="302212" y="190794"/>
                  </a:lnTo>
                  <a:close/>
                  <a:moveTo>
                    <a:pt x="1271276" y="350744"/>
                  </a:moveTo>
                  <a:lnTo>
                    <a:pt x="1301672" y="378954"/>
                  </a:lnTo>
                  <a:lnTo>
                    <a:pt x="1317304" y="273824"/>
                  </a:lnTo>
                  <a:close/>
                  <a:moveTo>
                    <a:pt x="1308631" y="180783"/>
                  </a:moveTo>
                  <a:lnTo>
                    <a:pt x="1317304" y="273824"/>
                  </a:lnTo>
                  <a:lnTo>
                    <a:pt x="1362318" y="19772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63" name="Candidate_density__2182">
              <a:extLst>
                <a:ext uri="{FF2B5EF4-FFF2-40B4-BE49-F238E27FC236}">
                  <a16:creationId xmlns:a16="http://schemas.microsoft.com/office/drawing/2014/main" id="{3B6187D8-C018-0D75-98F5-02E8608A067B}"/>
                </a:ext>
              </a:extLst>
            </p:cNvPr>
            <p:cNvSpPr>
              <a:spLocks noGrp="1"/>
            </p:cNvSpPr>
            <p:nvPr/>
          </p:nvSpPr>
          <p:spPr>
            <a:xfrm>
              <a:off x="4227049" y="3154900"/>
              <a:ext cx="1169140" cy="111722"/>
            </a:xfrm>
            <a:custGeom>
              <a:avLst/>
              <a:gdLst/>
              <a:ahLst/>
              <a:cxnLst/>
              <a:rect l="0" t="0" r="0" b="0"/>
              <a:pathLst>
                <a:path w="1169140" h="111722">
                  <a:moveTo>
                    <a:pt x="45825" y="67855"/>
                  </a:moveTo>
                  <a:lnTo>
                    <a:pt x="0" y="111722"/>
                  </a:lnTo>
                  <a:lnTo>
                    <a:pt x="114950" y="47643"/>
                  </a:lnTo>
                  <a:close/>
                  <a:moveTo>
                    <a:pt x="1152651" y="0"/>
                  </a:moveTo>
                  <a:lnTo>
                    <a:pt x="1137019" y="105130"/>
                  </a:lnTo>
                  <a:lnTo>
                    <a:pt x="1142558" y="90564"/>
                  </a:lnTo>
                  <a:close/>
                  <a:moveTo>
                    <a:pt x="1152651" y="0"/>
                  </a:moveTo>
                  <a:lnTo>
                    <a:pt x="1142558" y="90564"/>
                  </a:lnTo>
                  <a:lnTo>
                    <a:pt x="1169140" y="2291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64" name="Candidate_density__2183">
              <a:extLst>
                <a:ext uri="{FF2B5EF4-FFF2-40B4-BE49-F238E27FC236}">
                  <a16:creationId xmlns:a16="http://schemas.microsoft.com/office/drawing/2014/main" id="{ADA4C9CF-C6C7-2AFC-FBB5-1A14524FD1E7}"/>
                </a:ext>
              </a:extLst>
            </p:cNvPr>
            <p:cNvSpPr>
              <a:spLocks noGrp="1"/>
            </p:cNvSpPr>
            <p:nvPr/>
          </p:nvSpPr>
          <p:spPr>
            <a:xfrm>
              <a:off x="5217370" y="3245464"/>
              <a:ext cx="152237" cy="139875"/>
            </a:xfrm>
            <a:custGeom>
              <a:avLst/>
              <a:gdLst/>
              <a:ahLst/>
              <a:cxnLst/>
              <a:rect l="0" t="0" r="0" b="0"/>
              <a:pathLst>
                <a:path w="152237" h="139875">
                  <a:moveTo>
                    <a:pt x="51452" y="117044"/>
                  </a:moveTo>
                  <a:lnTo>
                    <a:pt x="0" y="139875"/>
                  </a:lnTo>
                  <a:lnTo>
                    <a:pt x="111516" y="62956"/>
                  </a:lnTo>
                  <a:close/>
                  <a:moveTo>
                    <a:pt x="18270" y="135218"/>
                  </a:moveTo>
                  <a:lnTo>
                    <a:pt x="51452" y="117044"/>
                  </a:lnTo>
                  <a:lnTo>
                    <a:pt x="99268" y="80616"/>
                  </a:lnTo>
                  <a:close/>
                  <a:moveTo>
                    <a:pt x="99268" y="80616"/>
                  </a:moveTo>
                  <a:lnTo>
                    <a:pt x="130760" y="35194"/>
                  </a:lnTo>
                  <a:lnTo>
                    <a:pt x="146697" y="14566"/>
                  </a:lnTo>
                  <a:close/>
                  <a:moveTo>
                    <a:pt x="111516" y="62956"/>
                  </a:moveTo>
                  <a:lnTo>
                    <a:pt x="130760" y="35194"/>
                  </a:lnTo>
                  <a:lnTo>
                    <a:pt x="99268" y="80616"/>
                  </a:lnTo>
                  <a:close/>
                  <a:moveTo>
                    <a:pt x="51452" y="117044"/>
                  </a:moveTo>
                  <a:lnTo>
                    <a:pt x="111516" y="62956"/>
                  </a:lnTo>
                  <a:lnTo>
                    <a:pt x="99268" y="80616"/>
                  </a:lnTo>
                  <a:close/>
                  <a:moveTo>
                    <a:pt x="117094" y="53003"/>
                  </a:moveTo>
                  <a:lnTo>
                    <a:pt x="152237" y="0"/>
                  </a:lnTo>
                  <a:lnTo>
                    <a:pt x="130760" y="35194"/>
                  </a:lnTo>
                  <a:close/>
                  <a:moveTo>
                    <a:pt x="146697" y="14566"/>
                  </a:moveTo>
                  <a:lnTo>
                    <a:pt x="130760" y="35194"/>
                  </a:lnTo>
                  <a:lnTo>
                    <a:pt x="152237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65" name="Candidate_density__2184">
              <a:extLst>
                <a:ext uri="{FF2B5EF4-FFF2-40B4-BE49-F238E27FC236}">
                  <a16:creationId xmlns:a16="http://schemas.microsoft.com/office/drawing/2014/main" id="{A01A2CFB-0165-A8F5-3F54-760117D6FFCD}"/>
                </a:ext>
              </a:extLst>
            </p:cNvPr>
            <p:cNvSpPr>
              <a:spLocks noGrp="1"/>
            </p:cNvSpPr>
            <p:nvPr/>
          </p:nvSpPr>
          <p:spPr>
            <a:xfrm>
              <a:off x="4194700" y="2916446"/>
              <a:ext cx="1185000" cy="485766"/>
            </a:xfrm>
            <a:custGeom>
              <a:avLst/>
              <a:gdLst/>
              <a:ahLst/>
              <a:cxnLst/>
              <a:rect l="0" t="0" r="0" b="0"/>
              <a:pathLst>
                <a:path w="1185000" h="485766">
                  <a:moveTo>
                    <a:pt x="1467" y="206906"/>
                  </a:moveTo>
                  <a:lnTo>
                    <a:pt x="0" y="292684"/>
                  </a:lnTo>
                  <a:lnTo>
                    <a:pt x="41399" y="232265"/>
                  </a:lnTo>
                  <a:close/>
                  <a:moveTo>
                    <a:pt x="41399" y="232265"/>
                  </a:moveTo>
                  <a:lnTo>
                    <a:pt x="0" y="292684"/>
                  </a:lnTo>
                  <a:lnTo>
                    <a:pt x="112032" y="217694"/>
                  </a:lnTo>
                  <a:close/>
                  <a:moveTo>
                    <a:pt x="1467" y="206906"/>
                  </a:moveTo>
                  <a:lnTo>
                    <a:pt x="41399" y="232265"/>
                  </a:lnTo>
                  <a:lnTo>
                    <a:pt x="52153" y="192649"/>
                  </a:lnTo>
                  <a:close/>
                  <a:moveTo>
                    <a:pt x="116558" y="200881"/>
                  </a:moveTo>
                  <a:lnTo>
                    <a:pt x="52153" y="192649"/>
                  </a:lnTo>
                  <a:lnTo>
                    <a:pt x="41399" y="232265"/>
                  </a:lnTo>
                  <a:close/>
                  <a:moveTo>
                    <a:pt x="52153" y="192649"/>
                  </a:moveTo>
                  <a:lnTo>
                    <a:pt x="116558" y="200881"/>
                  </a:lnTo>
                  <a:lnTo>
                    <a:pt x="65456" y="107008"/>
                  </a:lnTo>
                  <a:close/>
                  <a:moveTo>
                    <a:pt x="116558" y="200881"/>
                  </a:moveTo>
                  <a:lnTo>
                    <a:pt x="135342" y="89644"/>
                  </a:lnTo>
                  <a:lnTo>
                    <a:pt x="65456" y="107008"/>
                  </a:lnTo>
                  <a:close/>
                  <a:moveTo>
                    <a:pt x="135342" y="89644"/>
                  </a:moveTo>
                  <a:lnTo>
                    <a:pt x="183988" y="106561"/>
                  </a:lnTo>
                  <a:lnTo>
                    <a:pt x="142285" y="86254"/>
                  </a:lnTo>
                  <a:close/>
                  <a:moveTo>
                    <a:pt x="136072" y="84924"/>
                  </a:moveTo>
                  <a:lnTo>
                    <a:pt x="65456" y="107008"/>
                  </a:lnTo>
                  <a:lnTo>
                    <a:pt x="135342" y="89644"/>
                  </a:lnTo>
                  <a:close/>
                  <a:moveTo>
                    <a:pt x="136072" y="84924"/>
                  </a:moveTo>
                  <a:lnTo>
                    <a:pt x="135342" y="89644"/>
                  </a:lnTo>
                  <a:lnTo>
                    <a:pt x="142285" y="86254"/>
                  </a:lnTo>
                  <a:close/>
                  <a:moveTo>
                    <a:pt x="117415" y="0"/>
                  </a:moveTo>
                  <a:lnTo>
                    <a:pt x="136072" y="84924"/>
                  </a:lnTo>
                  <a:lnTo>
                    <a:pt x="142285" y="86254"/>
                  </a:lnTo>
                  <a:close/>
                  <a:moveTo>
                    <a:pt x="915816" y="464236"/>
                  </a:moveTo>
                  <a:lnTo>
                    <a:pt x="903439" y="485766"/>
                  </a:lnTo>
                  <a:lnTo>
                    <a:pt x="932604" y="474262"/>
                  </a:lnTo>
                  <a:close/>
                  <a:moveTo>
                    <a:pt x="1121683" y="229337"/>
                  </a:moveTo>
                  <a:lnTo>
                    <a:pt x="1138972" y="315374"/>
                  </a:lnTo>
                  <a:lnTo>
                    <a:pt x="1185000" y="23845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66" name="Candidate_density__2185">
              <a:extLst>
                <a:ext uri="{FF2B5EF4-FFF2-40B4-BE49-F238E27FC236}">
                  <a16:creationId xmlns:a16="http://schemas.microsoft.com/office/drawing/2014/main" id="{7CD18850-C2EA-CC28-2FDF-AD83AB50D261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96268"/>
              <a:ext cx="1319175" cy="505945"/>
            </a:xfrm>
            <a:custGeom>
              <a:avLst/>
              <a:gdLst/>
              <a:ahLst/>
              <a:cxnLst/>
              <a:rect l="0" t="0" r="0" b="0"/>
              <a:pathLst>
                <a:path w="1319175" h="505945">
                  <a:moveTo>
                    <a:pt x="181670" y="227085"/>
                  </a:moveTo>
                  <a:lnTo>
                    <a:pt x="126024" y="265521"/>
                  </a:lnTo>
                  <a:lnTo>
                    <a:pt x="180204" y="312863"/>
                  </a:lnTo>
                  <a:close/>
                  <a:moveTo>
                    <a:pt x="124385" y="167624"/>
                  </a:moveTo>
                  <a:lnTo>
                    <a:pt x="83103" y="173484"/>
                  </a:lnTo>
                  <a:lnTo>
                    <a:pt x="181670" y="227085"/>
                  </a:lnTo>
                  <a:close/>
                  <a:moveTo>
                    <a:pt x="181670" y="227085"/>
                  </a:moveTo>
                  <a:lnTo>
                    <a:pt x="83103" y="173484"/>
                  </a:lnTo>
                  <a:lnTo>
                    <a:pt x="75718" y="183306"/>
                  </a:lnTo>
                  <a:close/>
                  <a:moveTo>
                    <a:pt x="181670" y="227085"/>
                  </a:moveTo>
                  <a:lnTo>
                    <a:pt x="75718" y="183306"/>
                  </a:lnTo>
                  <a:lnTo>
                    <a:pt x="126024" y="265521"/>
                  </a:lnTo>
                  <a:close/>
                  <a:moveTo>
                    <a:pt x="138258" y="89144"/>
                  </a:moveTo>
                  <a:lnTo>
                    <a:pt x="75718" y="183306"/>
                  </a:lnTo>
                  <a:lnTo>
                    <a:pt x="83103" y="173484"/>
                  </a:lnTo>
                  <a:close/>
                  <a:moveTo>
                    <a:pt x="67117" y="62654"/>
                  </a:moveTo>
                  <a:lnTo>
                    <a:pt x="47899" y="96855"/>
                  </a:lnTo>
                  <a:lnTo>
                    <a:pt x="50400" y="99979"/>
                  </a:lnTo>
                  <a:close/>
                  <a:moveTo>
                    <a:pt x="0" y="18876"/>
                  </a:moveTo>
                  <a:lnTo>
                    <a:pt x="47899" y="96855"/>
                  </a:lnTo>
                  <a:lnTo>
                    <a:pt x="67117" y="62654"/>
                  </a:lnTo>
                  <a:close/>
                  <a:moveTo>
                    <a:pt x="103501" y="144869"/>
                  </a:moveTo>
                  <a:lnTo>
                    <a:pt x="50400" y="99979"/>
                  </a:lnTo>
                  <a:lnTo>
                    <a:pt x="83103" y="173484"/>
                  </a:lnTo>
                  <a:close/>
                  <a:moveTo>
                    <a:pt x="316276" y="105103"/>
                  </a:moveTo>
                  <a:lnTo>
                    <a:pt x="248612" y="99520"/>
                  </a:lnTo>
                  <a:lnTo>
                    <a:pt x="245659" y="127187"/>
                  </a:lnTo>
                  <a:close/>
                  <a:moveTo>
                    <a:pt x="248612" y="99520"/>
                  </a:moveTo>
                  <a:lnTo>
                    <a:pt x="316276" y="105103"/>
                  </a:lnTo>
                  <a:lnTo>
                    <a:pt x="297619" y="20179"/>
                  </a:lnTo>
                  <a:close/>
                  <a:moveTo>
                    <a:pt x="297619" y="20179"/>
                  </a:moveTo>
                  <a:lnTo>
                    <a:pt x="322489" y="106433"/>
                  </a:lnTo>
                  <a:lnTo>
                    <a:pt x="333921" y="24218"/>
                  </a:lnTo>
                  <a:close/>
                  <a:moveTo>
                    <a:pt x="297619" y="20179"/>
                  </a:moveTo>
                  <a:lnTo>
                    <a:pt x="333921" y="24218"/>
                  </a:lnTo>
                  <a:lnTo>
                    <a:pt x="286172" y="0"/>
                  </a:lnTo>
                  <a:close/>
                  <a:moveTo>
                    <a:pt x="1096020" y="484415"/>
                  </a:moveTo>
                  <a:lnTo>
                    <a:pt x="1073708" y="413928"/>
                  </a:lnTo>
                  <a:lnTo>
                    <a:pt x="1083642" y="505945"/>
                  </a:lnTo>
                  <a:close/>
                  <a:moveTo>
                    <a:pt x="1245300" y="335020"/>
                  </a:moveTo>
                  <a:lnTo>
                    <a:pt x="1319175" y="335552"/>
                  </a:lnTo>
                  <a:lnTo>
                    <a:pt x="1301887" y="24951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67" name="Candidate_density__2186">
              <a:extLst>
                <a:ext uri="{FF2B5EF4-FFF2-40B4-BE49-F238E27FC236}">
                  <a16:creationId xmlns:a16="http://schemas.microsoft.com/office/drawing/2014/main" id="{F2E7BAC1-B1EC-678E-74D1-C93DA2F9C336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76707"/>
              <a:ext cx="1136599" cy="503975"/>
            </a:xfrm>
            <a:custGeom>
              <a:avLst/>
              <a:gdLst/>
              <a:ahLst/>
              <a:cxnLst/>
              <a:rect l="0" t="0" r="0" b="0"/>
              <a:pathLst>
                <a:path w="1136599" h="503975">
                  <a:moveTo>
                    <a:pt x="71893" y="0"/>
                  </a:moveTo>
                  <a:lnTo>
                    <a:pt x="0" y="38436"/>
                  </a:lnTo>
                  <a:lnTo>
                    <a:pt x="67117" y="82215"/>
                  </a:lnTo>
                  <a:close/>
                  <a:moveTo>
                    <a:pt x="103501" y="164430"/>
                  </a:moveTo>
                  <a:lnTo>
                    <a:pt x="83103" y="193044"/>
                  </a:lnTo>
                  <a:lnTo>
                    <a:pt x="124385" y="187184"/>
                  </a:lnTo>
                  <a:close/>
                  <a:moveTo>
                    <a:pt x="103501" y="164430"/>
                  </a:moveTo>
                  <a:lnTo>
                    <a:pt x="67117" y="82215"/>
                  </a:lnTo>
                  <a:lnTo>
                    <a:pt x="50400" y="119539"/>
                  </a:lnTo>
                  <a:close/>
                  <a:moveTo>
                    <a:pt x="248612" y="119080"/>
                  </a:moveTo>
                  <a:lnTo>
                    <a:pt x="297619" y="39739"/>
                  </a:lnTo>
                  <a:lnTo>
                    <a:pt x="222079" y="40559"/>
                  </a:lnTo>
                  <a:close/>
                  <a:moveTo>
                    <a:pt x="222079" y="40559"/>
                  </a:moveTo>
                  <a:lnTo>
                    <a:pt x="286172" y="19560"/>
                  </a:lnTo>
                  <a:lnTo>
                    <a:pt x="214049" y="28563"/>
                  </a:lnTo>
                  <a:close/>
                  <a:moveTo>
                    <a:pt x="222079" y="40559"/>
                  </a:moveTo>
                  <a:lnTo>
                    <a:pt x="297619" y="39739"/>
                  </a:lnTo>
                  <a:lnTo>
                    <a:pt x="286172" y="19560"/>
                  </a:lnTo>
                  <a:close/>
                  <a:moveTo>
                    <a:pt x="1096020" y="503975"/>
                  </a:moveTo>
                  <a:lnTo>
                    <a:pt x="1073954" y="421760"/>
                  </a:lnTo>
                  <a:lnTo>
                    <a:pt x="1073708" y="433489"/>
                  </a:lnTo>
                  <a:close/>
                  <a:moveTo>
                    <a:pt x="1073954" y="421760"/>
                  </a:moveTo>
                  <a:lnTo>
                    <a:pt x="1096020" y="503975"/>
                  </a:lnTo>
                  <a:lnTo>
                    <a:pt x="1136599" y="482452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68" name="Candidate_density__2187">
              <a:extLst>
                <a:ext uri="{FF2B5EF4-FFF2-40B4-BE49-F238E27FC236}">
                  <a16:creationId xmlns:a16="http://schemas.microsoft.com/office/drawing/2014/main" id="{B2439113-FAC8-65B8-2989-C053F1A16E78}"/>
                </a:ext>
              </a:extLst>
            </p:cNvPr>
            <p:cNvSpPr>
              <a:spLocks noGrp="1"/>
            </p:cNvSpPr>
            <p:nvPr/>
          </p:nvSpPr>
          <p:spPr>
            <a:xfrm>
              <a:off x="4236099" y="3006090"/>
              <a:ext cx="1097573" cy="396122"/>
            </a:xfrm>
            <a:custGeom>
              <a:avLst/>
              <a:gdLst/>
              <a:ahLst/>
              <a:cxnLst/>
              <a:rect l="0" t="0" r="0" b="0"/>
              <a:pathLst>
                <a:path w="1097573" h="396122">
                  <a:moveTo>
                    <a:pt x="75159" y="111237"/>
                  </a:moveTo>
                  <a:lnTo>
                    <a:pt x="0" y="142621"/>
                  </a:lnTo>
                  <a:lnTo>
                    <a:pt x="70633" y="128051"/>
                  </a:lnTo>
                  <a:close/>
                  <a:moveTo>
                    <a:pt x="75159" y="111237"/>
                  </a:moveTo>
                  <a:lnTo>
                    <a:pt x="70633" y="128051"/>
                  </a:lnTo>
                  <a:lnTo>
                    <a:pt x="86674" y="117262"/>
                  </a:lnTo>
                  <a:close/>
                  <a:moveTo>
                    <a:pt x="75159" y="111237"/>
                  </a:moveTo>
                  <a:lnTo>
                    <a:pt x="128509" y="65780"/>
                  </a:lnTo>
                  <a:lnTo>
                    <a:pt x="93943" y="0"/>
                  </a:lnTo>
                  <a:close/>
                  <a:moveTo>
                    <a:pt x="968113" y="393507"/>
                  </a:moveTo>
                  <a:lnTo>
                    <a:pt x="891205" y="384618"/>
                  </a:lnTo>
                  <a:lnTo>
                    <a:pt x="862040" y="396122"/>
                  </a:lnTo>
                  <a:close/>
                  <a:moveTo>
                    <a:pt x="968113" y="393507"/>
                  </a:moveTo>
                  <a:lnTo>
                    <a:pt x="1015559" y="355696"/>
                  </a:lnTo>
                  <a:lnTo>
                    <a:pt x="891205" y="384618"/>
                  </a:lnTo>
                  <a:close/>
                  <a:moveTo>
                    <a:pt x="1026612" y="322920"/>
                  </a:moveTo>
                  <a:lnTo>
                    <a:pt x="1015559" y="355696"/>
                  </a:lnTo>
                  <a:lnTo>
                    <a:pt x="1052561" y="336155"/>
                  </a:lnTo>
                  <a:close/>
                  <a:moveTo>
                    <a:pt x="1026612" y="322920"/>
                  </a:moveTo>
                  <a:lnTo>
                    <a:pt x="1052561" y="336155"/>
                  </a:lnTo>
                  <a:lnTo>
                    <a:pt x="1097573" y="22573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69" name="Candidate_density__2188">
              <a:extLst>
                <a:ext uri="{FF2B5EF4-FFF2-40B4-BE49-F238E27FC236}">
                  <a16:creationId xmlns:a16="http://schemas.microsoft.com/office/drawing/2014/main" id="{258C421A-448A-1BA3-93EE-D1599C0D4E98}"/>
                </a:ext>
              </a:extLst>
            </p:cNvPr>
            <p:cNvSpPr>
              <a:spLocks noGrp="1"/>
            </p:cNvSpPr>
            <p:nvPr/>
          </p:nvSpPr>
          <p:spPr>
            <a:xfrm>
              <a:off x="4059719" y="2790644"/>
              <a:ext cx="1256664" cy="568516"/>
            </a:xfrm>
            <a:custGeom>
              <a:avLst/>
              <a:gdLst/>
              <a:ahLst/>
              <a:cxnLst/>
              <a:rect l="0" t="0" r="0" b="0"/>
              <a:pathLst>
                <a:path w="1256664" h="568516">
                  <a:moveTo>
                    <a:pt x="26671" y="86063"/>
                  </a:moveTo>
                  <a:lnTo>
                    <a:pt x="81091" y="143886"/>
                  </a:lnTo>
                  <a:lnTo>
                    <a:pt x="30715" y="84749"/>
                  </a:lnTo>
                  <a:close/>
                  <a:moveTo>
                    <a:pt x="26671" y="86063"/>
                  </a:moveTo>
                  <a:lnTo>
                    <a:pt x="21895" y="168278"/>
                  </a:lnTo>
                  <a:lnTo>
                    <a:pt x="81091" y="143886"/>
                  </a:lnTo>
                  <a:close/>
                  <a:moveTo>
                    <a:pt x="149251" y="129842"/>
                  </a:moveTo>
                  <a:lnTo>
                    <a:pt x="168827" y="114627"/>
                  </a:lnTo>
                  <a:lnTo>
                    <a:pt x="81091" y="143886"/>
                  </a:lnTo>
                  <a:close/>
                  <a:moveTo>
                    <a:pt x="81091" y="143886"/>
                  </a:moveTo>
                  <a:lnTo>
                    <a:pt x="168827" y="114627"/>
                  </a:lnTo>
                  <a:lnTo>
                    <a:pt x="107386" y="83009"/>
                  </a:lnTo>
                  <a:close/>
                  <a:moveTo>
                    <a:pt x="81091" y="143886"/>
                  </a:moveTo>
                  <a:lnTo>
                    <a:pt x="107386" y="83009"/>
                  </a:lnTo>
                  <a:lnTo>
                    <a:pt x="30715" y="84749"/>
                  </a:lnTo>
                  <a:close/>
                  <a:moveTo>
                    <a:pt x="0" y="3848"/>
                  </a:moveTo>
                  <a:lnTo>
                    <a:pt x="30715" y="84749"/>
                  </a:lnTo>
                  <a:lnTo>
                    <a:pt x="11842" y="0"/>
                  </a:lnTo>
                  <a:close/>
                  <a:moveTo>
                    <a:pt x="0" y="3848"/>
                  </a:moveTo>
                  <a:lnTo>
                    <a:pt x="26671" y="86063"/>
                  </a:lnTo>
                  <a:lnTo>
                    <a:pt x="30715" y="84749"/>
                  </a:lnTo>
                  <a:close/>
                  <a:moveTo>
                    <a:pt x="107386" y="83009"/>
                  </a:moveTo>
                  <a:lnTo>
                    <a:pt x="168827" y="114627"/>
                  </a:lnTo>
                  <a:lnTo>
                    <a:pt x="240950" y="105624"/>
                  </a:lnTo>
                  <a:close/>
                  <a:moveTo>
                    <a:pt x="168827" y="114627"/>
                  </a:moveTo>
                  <a:lnTo>
                    <a:pt x="149251" y="129842"/>
                  </a:lnTo>
                  <a:lnTo>
                    <a:pt x="176857" y="126622"/>
                  </a:lnTo>
                  <a:close/>
                  <a:moveTo>
                    <a:pt x="1034593" y="476712"/>
                  </a:moveTo>
                  <a:lnTo>
                    <a:pt x="1028486" y="519552"/>
                  </a:lnTo>
                  <a:lnTo>
                    <a:pt x="1028732" y="507823"/>
                  </a:lnTo>
                  <a:close/>
                  <a:moveTo>
                    <a:pt x="1028732" y="507823"/>
                  </a:moveTo>
                  <a:lnTo>
                    <a:pt x="1091376" y="568516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28732" y="507823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57800" y="495720"/>
                  </a:lnTo>
                  <a:lnTo>
                    <a:pt x="1057743" y="425608"/>
                  </a:lnTo>
                  <a:close/>
                  <a:moveTo>
                    <a:pt x="1057743" y="425608"/>
                  </a:moveTo>
                  <a:lnTo>
                    <a:pt x="1057800" y="495720"/>
                  </a:lnTo>
                  <a:lnTo>
                    <a:pt x="1108146" y="469386"/>
                  </a:lnTo>
                  <a:close/>
                  <a:moveTo>
                    <a:pt x="1057743" y="425608"/>
                  </a:moveTo>
                  <a:lnTo>
                    <a:pt x="1108146" y="469386"/>
                  </a:lnTo>
                  <a:lnTo>
                    <a:pt x="1117642" y="387172"/>
                  </a:lnTo>
                  <a:close/>
                  <a:moveTo>
                    <a:pt x="1117642" y="387172"/>
                  </a:moveTo>
                  <a:lnTo>
                    <a:pt x="1200077" y="440644"/>
                  </a:lnTo>
                  <a:lnTo>
                    <a:pt x="1158769" y="374135"/>
                  </a:lnTo>
                  <a:close/>
                  <a:moveTo>
                    <a:pt x="1117642" y="387172"/>
                  </a:moveTo>
                  <a:lnTo>
                    <a:pt x="1108146" y="469386"/>
                  </a:lnTo>
                  <a:lnTo>
                    <a:pt x="1200077" y="440644"/>
                  </a:lnTo>
                  <a:close/>
                  <a:moveTo>
                    <a:pt x="1200077" y="440644"/>
                  </a:moveTo>
                  <a:lnTo>
                    <a:pt x="1256664" y="355140"/>
                  </a:lnTo>
                  <a:lnTo>
                    <a:pt x="1158769" y="374135"/>
                  </a:lnTo>
                  <a:close/>
                  <a:moveTo>
                    <a:pt x="1131326" y="344520"/>
                  </a:moveTo>
                  <a:lnTo>
                    <a:pt x="1117642" y="387172"/>
                  </a:lnTo>
                  <a:lnTo>
                    <a:pt x="1158769" y="374135"/>
                  </a:lnTo>
                  <a:close/>
                  <a:moveTo>
                    <a:pt x="1158769" y="374135"/>
                  </a:moveTo>
                  <a:lnTo>
                    <a:pt x="1144034" y="304956"/>
                  </a:lnTo>
                  <a:lnTo>
                    <a:pt x="1131326" y="344520"/>
                  </a:lnTo>
                  <a:close/>
                  <a:moveTo>
                    <a:pt x="1219597" y="285183"/>
                  </a:moveTo>
                  <a:lnTo>
                    <a:pt x="1144034" y="304956"/>
                  </a:lnTo>
                  <a:lnTo>
                    <a:pt x="1158769" y="374135"/>
                  </a:lnTo>
                  <a:close/>
                  <a:moveTo>
                    <a:pt x="1256664" y="355140"/>
                  </a:moveTo>
                  <a:lnTo>
                    <a:pt x="1219597" y="285183"/>
                  </a:lnTo>
                  <a:lnTo>
                    <a:pt x="1158769" y="37413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70" name="Candidate_density__2189">
              <a:extLst>
                <a:ext uri="{FF2B5EF4-FFF2-40B4-BE49-F238E27FC236}">
                  <a16:creationId xmlns:a16="http://schemas.microsoft.com/office/drawing/2014/main" id="{38567B8F-F8F5-812E-4465-78ED03320A38}"/>
                </a:ext>
              </a:extLst>
            </p:cNvPr>
            <p:cNvSpPr>
              <a:spLocks noGrp="1"/>
            </p:cNvSpPr>
            <p:nvPr/>
          </p:nvSpPr>
          <p:spPr>
            <a:xfrm>
              <a:off x="5098139" y="3231820"/>
              <a:ext cx="265929" cy="170393"/>
            </a:xfrm>
            <a:custGeom>
              <a:avLst/>
              <a:gdLst/>
              <a:ahLst/>
              <a:cxnLst/>
              <a:rect l="0" t="0" r="0" b="0"/>
              <a:pathLst>
                <a:path w="265929" h="170393">
                  <a:moveTo>
                    <a:pt x="106073" y="167777"/>
                  </a:moveTo>
                  <a:lnTo>
                    <a:pt x="0" y="170393"/>
                  </a:lnTo>
                  <a:lnTo>
                    <a:pt x="78129" y="167467"/>
                  </a:lnTo>
                  <a:close/>
                  <a:moveTo>
                    <a:pt x="137502" y="148862"/>
                  </a:moveTo>
                  <a:lnTo>
                    <a:pt x="190521" y="110426"/>
                  </a:lnTo>
                  <a:lnTo>
                    <a:pt x="153519" y="129967"/>
                  </a:lnTo>
                  <a:close/>
                  <a:moveTo>
                    <a:pt x="235533" y="0"/>
                  </a:moveTo>
                  <a:lnTo>
                    <a:pt x="190521" y="110426"/>
                  </a:lnTo>
                  <a:lnTo>
                    <a:pt x="218500" y="94260"/>
                  </a:lnTo>
                  <a:close/>
                  <a:moveTo>
                    <a:pt x="235533" y="0"/>
                  </a:moveTo>
                  <a:lnTo>
                    <a:pt x="218500" y="94260"/>
                  </a:lnTo>
                  <a:lnTo>
                    <a:pt x="265929" y="2821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71" name="Candidate_density__2190">
              <a:extLst>
                <a:ext uri="{FF2B5EF4-FFF2-40B4-BE49-F238E27FC236}">
                  <a16:creationId xmlns:a16="http://schemas.microsoft.com/office/drawing/2014/main" id="{1E203A01-C9BC-52CE-656E-5385A83857F1}"/>
                </a:ext>
              </a:extLst>
            </p:cNvPr>
            <p:cNvSpPr>
              <a:spLocks noGrp="1"/>
            </p:cNvSpPr>
            <p:nvPr/>
          </p:nvSpPr>
          <p:spPr>
            <a:xfrm>
              <a:off x="5204212" y="3326080"/>
              <a:ext cx="112426" cy="73517"/>
            </a:xfrm>
            <a:custGeom>
              <a:avLst/>
              <a:gdLst/>
              <a:ahLst/>
              <a:cxnLst/>
              <a:rect l="0" t="0" r="0" b="0"/>
              <a:pathLst>
                <a:path w="112426" h="73517">
                  <a:moveTo>
                    <a:pt x="31429" y="54602"/>
                  </a:moveTo>
                  <a:lnTo>
                    <a:pt x="47446" y="35707"/>
                  </a:lnTo>
                  <a:lnTo>
                    <a:pt x="0" y="73517"/>
                  </a:lnTo>
                  <a:close/>
                  <a:moveTo>
                    <a:pt x="84448" y="16166"/>
                  </a:moveTo>
                  <a:lnTo>
                    <a:pt x="31429" y="54602"/>
                  </a:lnTo>
                  <a:lnTo>
                    <a:pt x="112426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72" name="Candidate_density__2191">
              <a:extLst>
                <a:ext uri="{FF2B5EF4-FFF2-40B4-BE49-F238E27FC236}">
                  <a16:creationId xmlns:a16="http://schemas.microsoft.com/office/drawing/2014/main" id="{9D7F21F0-BF77-FC40-5491-48AE77953B3B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17266"/>
              <a:ext cx="1181098" cy="441894"/>
            </a:xfrm>
            <a:custGeom>
              <a:avLst/>
              <a:gdLst/>
              <a:ahLst/>
              <a:cxnLst/>
              <a:rect l="0" t="0" r="0" b="0"/>
              <a:pathLst>
                <a:path w="1181098" h="441894">
                  <a:moveTo>
                    <a:pt x="76349" y="103411"/>
                  </a:moveTo>
                  <a:lnTo>
                    <a:pt x="57268" y="146625"/>
                  </a:lnTo>
                  <a:lnTo>
                    <a:pt x="129983" y="85435"/>
                  </a:lnTo>
                  <a:close/>
                  <a:moveTo>
                    <a:pt x="36384" y="123871"/>
                  </a:moveTo>
                  <a:lnTo>
                    <a:pt x="57268" y="146625"/>
                  </a:lnTo>
                  <a:lnTo>
                    <a:pt x="76349" y="103411"/>
                  </a:lnTo>
                  <a:close/>
                  <a:moveTo>
                    <a:pt x="0" y="41656"/>
                  </a:moveTo>
                  <a:lnTo>
                    <a:pt x="36384" y="123871"/>
                  </a:lnTo>
                  <a:lnTo>
                    <a:pt x="76349" y="103411"/>
                  </a:lnTo>
                  <a:close/>
                  <a:moveTo>
                    <a:pt x="129983" y="85435"/>
                  </a:moveTo>
                  <a:lnTo>
                    <a:pt x="127357" y="3220"/>
                  </a:lnTo>
                  <a:lnTo>
                    <a:pt x="76349" y="103411"/>
                  </a:lnTo>
                  <a:close/>
                  <a:moveTo>
                    <a:pt x="127357" y="3220"/>
                  </a:moveTo>
                  <a:lnTo>
                    <a:pt x="181495" y="78521"/>
                  </a:lnTo>
                  <a:lnTo>
                    <a:pt x="154962" y="0"/>
                  </a:lnTo>
                  <a:close/>
                  <a:moveTo>
                    <a:pt x="127357" y="3220"/>
                  </a:moveTo>
                  <a:lnTo>
                    <a:pt x="129983" y="85435"/>
                  </a:lnTo>
                  <a:lnTo>
                    <a:pt x="181495" y="78521"/>
                  </a:lnTo>
                  <a:close/>
                  <a:moveTo>
                    <a:pt x="1106697" y="424980"/>
                  </a:moveTo>
                  <a:lnTo>
                    <a:pt x="1086251" y="342764"/>
                  </a:lnTo>
                  <a:lnTo>
                    <a:pt x="1069482" y="441894"/>
                  </a:lnTo>
                  <a:close/>
                  <a:moveTo>
                    <a:pt x="1086251" y="342764"/>
                  </a:moveTo>
                  <a:lnTo>
                    <a:pt x="1181098" y="411744"/>
                  </a:lnTo>
                  <a:lnTo>
                    <a:pt x="1178183" y="314022"/>
                  </a:lnTo>
                  <a:close/>
                  <a:moveTo>
                    <a:pt x="1086251" y="342764"/>
                  </a:moveTo>
                  <a:lnTo>
                    <a:pt x="1106697" y="424980"/>
                  </a:lnTo>
                  <a:lnTo>
                    <a:pt x="1181098" y="41174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73" name="Candidate_density__2192">
              <a:extLst>
                <a:ext uri="{FF2B5EF4-FFF2-40B4-BE49-F238E27FC236}">
                  <a16:creationId xmlns:a16="http://schemas.microsoft.com/office/drawing/2014/main" id="{EECCE66E-3EDE-BCAD-9A12-54D3153375C2}"/>
                </a:ext>
              </a:extLst>
            </p:cNvPr>
            <p:cNvSpPr>
              <a:spLocks noGrp="1"/>
            </p:cNvSpPr>
            <p:nvPr/>
          </p:nvSpPr>
          <p:spPr>
            <a:xfrm>
              <a:off x="4138882" y="2995787"/>
              <a:ext cx="1194790" cy="394921"/>
            </a:xfrm>
            <a:custGeom>
              <a:avLst/>
              <a:gdLst/>
              <a:ahLst/>
              <a:cxnLst/>
              <a:rect l="0" t="0" r="0" b="0"/>
              <a:pathLst>
                <a:path w="1194790" h="394921">
                  <a:moveTo>
                    <a:pt x="0" y="68104"/>
                  </a:moveTo>
                  <a:lnTo>
                    <a:pt x="57285" y="127565"/>
                  </a:lnTo>
                  <a:lnTo>
                    <a:pt x="72715" y="6914"/>
                  </a:lnTo>
                  <a:close/>
                  <a:moveTo>
                    <a:pt x="72715" y="6914"/>
                  </a:moveTo>
                  <a:lnTo>
                    <a:pt x="57285" y="127565"/>
                  </a:lnTo>
                  <a:lnTo>
                    <a:pt x="121274" y="27667"/>
                  </a:lnTo>
                  <a:close/>
                  <a:moveTo>
                    <a:pt x="121274" y="27667"/>
                  </a:moveTo>
                  <a:lnTo>
                    <a:pt x="57285" y="127565"/>
                  </a:lnTo>
                  <a:lnTo>
                    <a:pt x="107971" y="113308"/>
                  </a:lnTo>
                  <a:close/>
                  <a:moveTo>
                    <a:pt x="72715" y="6914"/>
                  </a:moveTo>
                  <a:lnTo>
                    <a:pt x="121274" y="27667"/>
                  </a:lnTo>
                  <a:lnTo>
                    <a:pt x="124227" y="0"/>
                  </a:lnTo>
                  <a:close/>
                  <a:moveTo>
                    <a:pt x="971634" y="384895"/>
                  </a:moveTo>
                  <a:lnTo>
                    <a:pt x="988422" y="394921"/>
                  </a:lnTo>
                  <a:lnTo>
                    <a:pt x="1012213" y="363372"/>
                  </a:lnTo>
                  <a:close/>
                  <a:moveTo>
                    <a:pt x="988422" y="394921"/>
                  </a:moveTo>
                  <a:lnTo>
                    <a:pt x="1049429" y="346458"/>
                  </a:lnTo>
                  <a:lnTo>
                    <a:pt x="1012213" y="363372"/>
                  </a:lnTo>
                  <a:close/>
                  <a:moveTo>
                    <a:pt x="1120914" y="235500"/>
                  </a:moveTo>
                  <a:lnTo>
                    <a:pt x="1123829" y="333223"/>
                  </a:lnTo>
                  <a:lnTo>
                    <a:pt x="1194790" y="23603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74" name="Candidate_density__2193">
              <a:extLst>
                <a:ext uri="{FF2B5EF4-FFF2-40B4-BE49-F238E27FC236}">
                  <a16:creationId xmlns:a16="http://schemas.microsoft.com/office/drawing/2014/main" id="{2BA93D9F-6068-CA3D-F6A6-5B7A63CC4D99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20485"/>
              <a:ext cx="1086251" cy="438674"/>
            </a:xfrm>
            <a:custGeom>
              <a:avLst/>
              <a:gdLst/>
              <a:ahLst/>
              <a:cxnLst/>
              <a:rect l="0" t="0" r="0" b="0"/>
              <a:pathLst>
                <a:path w="1086251" h="438674">
                  <a:moveTo>
                    <a:pt x="0" y="38437"/>
                  </a:moveTo>
                  <a:lnTo>
                    <a:pt x="76349" y="100191"/>
                  </a:lnTo>
                  <a:lnTo>
                    <a:pt x="59196" y="14044"/>
                  </a:lnTo>
                  <a:close/>
                  <a:moveTo>
                    <a:pt x="127357" y="0"/>
                  </a:moveTo>
                  <a:lnTo>
                    <a:pt x="59196" y="14044"/>
                  </a:lnTo>
                  <a:lnTo>
                    <a:pt x="76349" y="100191"/>
                  </a:lnTo>
                  <a:close/>
                  <a:moveTo>
                    <a:pt x="1086251" y="339545"/>
                  </a:moveTo>
                  <a:lnTo>
                    <a:pt x="1035906" y="365879"/>
                  </a:lnTo>
                  <a:lnTo>
                    <a:pt x="1069482" y="43867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75" name="Candidate_density__2194">
              <a:extLst>
                <a:ext uri="{FF2B5EF4-FFF2-40B4-BE49-F238E27FC236}">
                  <a16:creationId xmlns:a16="http://schemas.microsoft.com/office/drawing/2014/main" id="{ACB16A44-A199-E226-DB00-3137FE223D36}"/>
                </a:ext>
              </a:extLst>
            </p:cNvPr>
            <p:cNvSpPr>
              <a:spLocks noGrp="1"/>
            </p:cNvSpPr>
            <p:nvPr/>
          </p:nvSpPr>
          <p:spPr>
            <a:xfrm>
              <a:off x="5127304" y="3329010"/>
              <a:ext cx="135408" cy="61698"/>
            </a:xfrm>
            <a:custGeom>
              <a:avLst/>
              <a:gdLst/>
              <a:ahLst/>
              <a:cxnLst/>
              <a:rect l="0" t="0" r="0" b="0"/>
              <a:pathLst>
                <a:path w="135408" h="61698">
                  <a:moveTo>
                    <a:pt x="124354" y="32777"/>
                  </a:moveTo>
                  <a:lnTo>
                    <a:pt x="61007" y="13236"/>
                  </a:lnTo>
                  <a:lnTo>
                    <a:pt x="0" y="61698"/>
                  </a:lnTo>
                  <a:close/>
                  <a:moveTo>
                    <a:pt x="61007" y="13236"/>
                  </a:moveTo>
                  <a:lnTo>
                    <a:pt x="124354" y="32777"/>
                  </a:lnTo>
                  <a:lnTo>
                    <a:pt x="13540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</p:grpSp>
      <p:grpSp>
        <p:nvGrpSpPr>
          <p:cNvPr id="51876" name="Find：受体主链">
            <a:extLst>
              <a:ext uri="{FF2B5EF4-FFF2-40B4-BE49-F238E27FC236}">
                <a16:creationId xmlns:a16="http://schemas.microsoft.com/office/drawing/2014/main" id="{014F48A5-5C95-D576-32DB-9838806EF49F}"/>
              </a:ext>
            </a:extLst>
          </p:cNvPr>
          <p:cNvGrpSpPr/>
          <p:nvPr/>
        </p:nvGrpSpPr>
        <p:grpSpPr>
          <a:xfrm>
            <a:off x="9217736" y="791818"/>
            <a:ext cx="2004268" cy="2483849"/>
            <a:chOff x="3601423" y="1531829"/>
            <a:chExt cx="3221145" cy="3991899"/>
          </a:xfrm>
        </p:grpSpPr>
        <p:sp>
          <p:nvSpPr>
            <p:cNvPr id="51877" name="Candidate_receptor__2195">
              <a:extLst>
                <a:ext uri="{FF2B5EF4-FFF2-40B4-BE49-F238E27FC236}">
                  <a16:creationId xmlns:a16="http://schemas.microsoft.com/office/drawing/2014/main" id="{05A9A58C-FE15-6D29-0CB6-25F9360EAA9B}"/>
                </a:ext>
              </a:extLst>
            </p:cNvPr>
            <p:cNvSpPr>
              <a:spLocks noGrp="1"/>
            </p:cNvSpPr>
            <p:nvPr/>
          </p:nvSpPr>
          <p:spPr>
            <a:xfrm>
              <a:off x="5046711" y="4901734"/>
              <a:ext cx="109638" cy="5665"/>
            </a:xfrm>
            <a:custGeom>
              <a:avLst/>
              <a:gdLst/>
              <a:ahLst/>
              <a:cxnLst/>
              <a:rect l="0" t="0" r="0" b="0"/>
              <a:pathLst>
                <a:path w="109638" h="5665">
                  <a:moveTo>
                    <a:pt x="109638" y="0"/>
                  </a:moveTo>
                  <a:lnTo>
                    <a:pt x="0" y="5665"/>
                  </a:lnTo>
                </a:path>
              </a:pathLst>
            </a:custGeom>
            <a:noFill/>
            <a:ln w="20003">
              <a:solidFill>
                <a:srgbClr val="DBE0E3"/>
              </a:solidFill>
            </a:ln>
          </p:spPr>
        </p:sp>
        <p:sp>
          <p:nvSpPr>
            <p:cNvPr id="51878" name="Candidate_receptor__2196">
              <a:extLst>
                <a:ext uri="{FF2B5EF4-FFF2-40B4-BE49-F238E27FC236}">
                  <a16:creationId xmlns:a16="http://schemas.microsoft.com/office/drawing/2014/main" id="{7AD103E5-4C92-8C39-298A-CEAFC9FDDF04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907399"/>
              <a:ext cx="34930" cy="47760"/>
            </a:xfrm>
            <a:custGeom>
              <a:avLst/>
              <a:gdLst/>
              <a:ahLst/>
              <a:cxnLst/>
              <a:rect l="0" t="0" r="0" b="0"/>
              <a:pathLst>
                <a:path w="34930" h="47760">
                  <a:moveTo>
                    <a:pt x="34930" y="0"/>
                  </a:moveTo>
                  <a:lnTo>
                    <a:pt x="0" y="4776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51879" name="Candidate_receptor__2197">
              <a:extLst>
                <a:ext uri="{FF2B5EF4-FFF2-40B4-BE49-F238E27FC236}">
                  <a16:creationId xmlns:a16="http://schemas.microsoft.com/office/drawing/2014/main" id="{C72D9F42-E763-0FC7-89DA-7B2785F21470}"/>
                </a:ext>
              </a:extLst>
            </p:cNvPr>
            <p:cNvSpPr>
              <a:spLocks noGrp="1"/>
            </p:cNvSpPr>
            <p:nvPr/>
          </p:nvSpPr>
          <p:spPr>
            <a:xfrm>
              <a:off x="5156350" y="4901734"/>
              <a:ext cx="3236" cy="111271"/>
            </a:xfrm>
            <a:custGeom>
              <a:avLst/>
              <a:gdLst/>
              <a:ahLst/>
              <a:cxnLst/>
              <a:rect l="0" t="0" r="0" b="0"/>
              <a:pathLst>
                <a:path w="3236" h="111271">
                  <a:moveTo>
                    <a:pt x="3236" y="1112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51880" name="Candidate_receptor__2198">
              <a:extLst>
                <a:ext uri="{FF2B5EF4-FFF2-40B4-BE49-F238E27FC236}">
                  <a16:creationId xmlns:a16="http://schemas.microsoft.com/office/drawing/2014/main" id="{512FF105-E36D-C1EE-1252-28ADB80F1F18}"/>
                </a:ext>
              </a:extLst>
            </p:cNvPr>
            <p:cNvSpPr>
              <a:spLocks noGrp="1"/>
            </p:cNvSpPr>
            <p:nvPr/>
          </p:nvSpPr>
          <p:spPr>
            <a:xfrm>
              <a:off x="5159586" y="5013005"/>
              <a:ext cx="115302" cy="6434"/>
            </a:xfrm>
            <a:custGeom>
              <a:avLst/>
              <a:gdLst/>
              <a:ahLst/>
              <a:cxnLst/>
              <a:rect l="0" t="0" r="0" b="0"/>
              <a:pathLst>
                <a:path w="115302" h="6434">
                  <a:moveTo>
                    <a:pt x="115302" y="64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51881" name="Candidate_receptor__2199">
              <a:extLst>
                <a:ext uri="{FF2B5EF4-FFF2-40B4-BE49-F238E27FC236}">
                  <a16:creationId xmlns:a16="http://schemas.microsoft.com/office/drawing/2014/main" id="{7A84E18D-C82F-8120-1D39-B5BDD32547A5}"/>
                </a:ext>
              </a:extLst>
            </p:cNvPr>
            <p:cNvSpPr>
              <a:spLocks noGrp="1"/>
            </p:cNvSpPr>
            <p:nvPr/>
          </p:nvSpPr>
          <p:spPr>
            <a:xfrm>
              <a:off x="5274888" y="4967719"/>
              <a:ext cx="92004" cy="51720"/>
            </a:xfrm>
            <a:custGeom>
              <a:avLst/>
              <a:gdLst/>
              <a:ahLst/>
              <a:cxnLst/>
              <a:rect l="0" t="0" r="0" b="0"/>
              <a:pathLst>
                <a:path w="92004" h="51720">
                  <a:moveTo>
                    <a:pt x="92004" y="0"/>
                  </a:moveTo>
                  <a:lnTo>
                    <a:pt x="0" y="5172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51882" name="Candidate_receptor__2200">
              <a:extLst>
                <a:ext uri="{FF2B5EF4-FFF2-40B4-BE49-F238E27FC236}">
                  <a16:creationId xmlns:a16="http://schemas.microsoft.com/office/drawing/2014/main" id="{BC011BCB-398F-C501-DD3C-E189FF6F4F02}"/>
                </a:ext>
              </a:extLst>
            </p:cNvPr>
            <p:cNvSpPr>
              <a:spLocks noGrp="1"/>
            </p:cNvSpPr>
            <p:nvPr/>
          </p:nvSpPr>
          <p:spPr>
            <a:xfrm>
              <a:off x="5477538" y="4884120"/>
              <a:ext cx="34193" cy="107503"/>
            </a:xfrm>
            <a:custGeom>
              <a:avLst/>
              <a:gdLst/>
              <a:ahLst/>
              <a:cxnLst/>
              <a:rect l="0" t="0" r="0" b="0"/>
              <a:pathLst>
                <a:path w="34193" h="107503">
                  <a:moveTo>
                    <a:pt x="34193" y="0"/>
                  </a:moveTo>
                  <a:lnTo>
                    <a:pt x="0" y="107503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51883" name="Candidate_receptor__2201">
              <a:extLst>
                <a:ext uri="{FF2B5EF4-FFF2-40B4-BE49-F238E27FC236}">
                  <a16:creationId xmlns:a16="http://schemas.microsoft.com/office/drawing/2014/main" id="{797DB4D0-63AE-0A10-FD21-CD0D8526CA73}"/>
                </a:ext>
              </a:extLst>
            </p:cNvPr>
            <p:cNvSpPr>
              <a:spLocks noGrp="1"/>
            </p:cNvSpPr>
            <p:nvPr/>
          </p:nvSpPr>
          <p:spPr>
            <a:xfrm>
              <a:off x="5366892" y="4967719"/>
              <a:ext cx="110646" cy="23904"/>
            </a:xfrm>
            <a:custGeom>
              <a:avLst/>
              <a:gdLst/>
              <a:ahLst/>
              <a:cxnLst/>
              <a:rect l="0" t="0" r="0" b="0"/>
              <a:pathLst>
                <a:path w="110646" h="23904">
                  <a:moveTo>
                    <a:pt x="110646" y="23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51884" name="Candidate_receptor__2202">
              <a:extLst>
                <a:ext uri="{FF2B5EF4-FFF2-40B4-BE49-F238E27FC236}">
                  <a16:creationId xmlns:a16="http://schemas.microsoft.com/office/drawing/2014/main" id="{7944852C-1E98-FBA9-73E0-B064AD282C8F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791149"/>
              <a:ext cx="103173" cy="48920"/>
            </a:xfrm>
            <a:custGeom>
              <a:avLst/>
              <a:gdLst/>
              <a:ahLst/>
              <a:cxnLst/>
              <a:rect l="0" t="0" r="0" b="0"/>
              <a:pathLst>
                <a:path w="103173" h="48920">
                  <a:moveTo>
                    <a:pt x="103173" y="0"/>
                  </a:moveTo>
                  <a:lnTo>
                    <a:pt x="0" y="4892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51885" name="Candidate_receptor__2203">
              <a:extLst>
                <a:ext uri="{FF2B5EF4-FFF2-40B4-BE49-F238E27FC236}">
                  <a16:creationId xmlns:a16="http://schemas.microsoft.com/office/drawing/2014/main" id="{52E61E2C-E220-7423-08E9-CA8F5E8C3434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21613"/>
              <a:ext cx="108335" cy="932"/>
            </a:xfrm>
            <a:custGeom>
              <a:avLst/>
              <a:gdLst/>
              <a:ahLst/>
              <a:cxnLst/>
              <a:rect l="0" t="0" r="0" b="0"/>
              <a:pathLst>
                <a:path w="108335" h="932">
                  <a:moveTo>
                    <a:pt x="0" y="0"/>
                  </a:moveTo>
                  <a:lnTo>
                    <a:pt x="108335" y="932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51886" name="Candidate_receptor__2204">
              <a:extLst>
                <a:ext uri="{FF2B5EF4-FFF2-40B4-BE49-F238E27FC236}">
                  <a16:creationId xmlns:a16="http://schemas.microsoft.com/office/drawing/2014/main" id="{98FFDEFF-46C2-832D-7C70-2E17BAA2789F}"/>
                </a:ext>
              </a:extLst>
            </p:cNvPr>
            <p:cNvSpPr>
              <a:spLocks noGrp="1"/>
            </p:cNvSpPr>
            <p:nvPr/>
          </p:nvSpPr>
          <p:spPr>
            <a:xfrm>
              <a:off x="5020224" y="4791149"/>
              <a:ext cx="49541" cy="84039"/>
            </a:xfrm>
            <a:custGeom>
              <a:avLst/>
              <a:gdLst/>
              <a:ahLst/>
              <a:cxnLst/>
              <a:rect l="0" t="0" r="0" b="0"/>
              <a:pathLst>
                <a:path w="49541" h="84039">
                  <a:moveTo>
                    <a:pt x="49541" y="84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51887" name="Candidate_receptor__2205">
              <a:extLst>
                <a:ext uri="{FF2B5EF4-FFF2-40B4-BE49-F238E27FC236}">
                  <a16:creationId xmlns:a16="http://schemas.microsoft.com/office/drawing/2014/main" id="{53FAB5C0-7412-E70F-25D5-BB0D423374C2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875188"/>
              <a:ext cx="57984" cy="79971"/>
            </a:xfrm>
            <a:custGeom>
              <a:avLst/>
              <a:gdLst/>
              <a:ahLst/>
              <a:cxnLst/>
              <a:rect l="0" t="0" r="0" b="0"/>
              <a:pathLst>
                <a:path w="57984" h="79971">
                  <a:moveTo>
                    <a:pt x="0" y="79971"/>
                  </a:moveTo>
                  <a:lnTo>
                    <a:pt x="57984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51888" name="Candidate_receptor__2206">
              <a:extLst>
                <a:ext uri="{FF2B5EF4-FFF2-40B4-BE49-F238E27FC236}">
                  <a16:creationId xmlns:a16="http://schemas.microsoft.com/office/drawing/2014/main" id="{F67A50E5-67CD-9250-62A5-003D8BE34505}"/>
                </a:ext>
              </a:extLst>
            </p:cNvPr>
            <p:cNvSpPr>
              <a:spLocks noGrp="1"/>
            </p:cNvSpPr>
            <p:nvPr/>
          </p:nvSpPr>
          <p:spPr>
            <a:xfrm>
              <a:off x="5405580" y="4722545"/>
              <a:ext cx="40277" cy="85064"/>
            </a:xfrm>
            <a:custGeom>
              <a:avLst/>
              <a:gdLst/>
              <a:ahLst/>
              <a:cxnLst/>
              <a:rect l="0" t="0" r="0" b="0"/>
              <a:pathLst>
                <a:path w="40277" h="85064">
                  <a:moveTo>
                    <a:pt x="0" y="0"/>
                  </a:moveTo>
                  <a:lnTo>
                    <a:pt x="40277" y="85064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51889" name="Candidate_receptor__2207">
              <a:extLst>
                <a:ext uri="{FF2B5EF4-FFF2-40B4-BE49-F238E27FC236}">
                  <a16:creationId xmlns:a16="http://schemas.microsoft.com/office/drawing/2014/main" id="{FFBAEFDC-EBA8-82B8-6778-73D2A884652A}"/>
                </a:ext>
              </a:extLst>
            </p:cNvPr>
            <p:cNvSpPr>
              <a:spLocks noGrp="1"/>
            </p:cNvSpPr>
            <p:nvPr/>
          </p:nvSpPr>
          <p:spPr>
            <a:xfrm>
              <a:off x="5445857" y="4807609"/>
              <a:ext cx="65874" cy="76511"/>
            </a:xfrm>
            <a:custGeom>
              <a:avLst/>
              <a:gdLst/>
              <a:ahLst/>
              <a:cxnLst/>
              <a:rect l="0" t="0" r="0" b="0"/>
              <a:pathLst>
                <a:path w="65874" h="76511">
                  <a:moveTo>
                    <a:pt x="0" y="0"/>
                  </a:moveTo>
                  <a:lnTo>
                    <a:pt x="65874" y="76511"/>
                  </a:lnTo>
                </a:path>
              </a:pathLst>
            </a:custGeom>
            <a:noFill/>
            <a:ln w="8096">
              <a:solidFill>
                <a:srgbClr val="DCE0E4"/>
              </a:solidFill>
            </a:ln>
          </p:spPr>
        </p:sp>
        <p:sp>
          <p:nvSpPr>
            <p:cNvPr id="51890" name="Candidate_receptor__2208">
              <a:extLst>
                <a:ext uri="{FF2B5EF4-FFF2-40B4-BE49-F238E27FC236}">
                  <a16:creationId xmlns:a16="http://schemas.microsoft.com/office/drawing/2014/main" id="{C0404D13-F26F-64D0-C9E1-635B3AA33241}"/>
                </a:ext>
              </a:extLst>
            </p:cNvPr>
            <p:cNvSpPr>
              <a:spLocks noGrp="1"/>
            </p:cNvSpPr>
            <p:nvPr/>
          </p:nvSpPr>
          <p:spPr>
            <a:xfrm>
              <a:off x="6430654" y="4443226"/>
              <a:ext cx="105176" cy="17702"/>
            </a:xfrm>
            <a:custGeom>
              <a:avLst/>
              <a:gdLst/>
              <a:ahLst/>
              <a:cxnLst/>
              <a:rect l="0" t="0" r="0" b="0"/>
              <a:pathLst>
                <a:path w="105176" h="17702">
                  <a:moveTo>
                    <a:pt x="0" y="17702"/>
                  </a:moveTo>
                  <a:lnTo>
                    <a:pt x="105176" y="0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51891" name="Candidate_receptor__2209">
              <a:extLst>
                <a:ext uri="{FF2B5EF4-FFF2-40B4-BE49-F238E27FC236}">
                  <a16:creationId xmlns:a16="http://schemas.microsoft.com/office/drawing/2014/main" id="{6737E1A3-AE4A-668A-87B7-77C34BD2C8FF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840069"/>
              <a:ext cx="17691" cy="10081"/>
            </a:xfrm>
            <a:custGeom>
              <a:avLst/>
              <a:gdLst/>
              <a:ahLst/>
              <a:cxnLst/>
              <a:rect l="0" t="0" r="0" b="0"/>
              <a:pathLst>
                <a:path w="17691" h="10081">
                  <a:moveTo>
                    <a:pt x="0" y="0"/>
                  </a:moveTo>
                  <a:lnTo>
                    <a:pt x="17691" y="10081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51892" name="Candidate_receptor__2210">
              <a:extLst>
                <a:ext uri="{FF2B5EF4-FFF2-40B4-BE49-F238E27FC236}">
                  <a16:creationId xmlns:a16="http://schemas.microsoft.com/office/drawing/2014/main" id="{98F35947-42D7-EBA4-3CE5-EFB93EFDBEE6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411256"/>
              <a:ext cx="65992" cy="49672"/>
            </a:xfrm>
            <a:custGeom>
              <a:avLst/>
              <a:gdLst/>
              <a:ahLst/>
              <a:cxnLst/>
              <a:rect l="0" t="0" r="0" b="0"/>
              <a:pathLst>
                <a:path w="65992" h="49672">
                  <a:moveTo>
                    <a:pt x="0" y="0"/>
                  </a:moveTo>
                  <a:lnTo>
                    <a:pt x="65992" y="49672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51893" name="Candidate_receptor__2211">
              <a:extLst>
                <a:ext uri="{FF2B5EF4-FFF2-40B4-BE49-F238E27FC236}">
                  <a16:creationId xmlns:a16="http://schemas.microsoft.com/office/drawing/2014/main" id="{38081BCF-0A9B-2DAB-4EFF-4DFD3FC58A20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43163"/>
              <a:ext cx="103627" cy="33977"/>
            </a:xfrm>
            <a:custGeom>
              <a:avLst/>
              <a:gdLst/>
              <a:ahLst/>
              <a:cxnLst/>
              <a:rect l="0" t="0" r="0" b="0"/>
              <a:pathLst>
                <a:path w="103627" h="33977">
                  <a:moveTo>
                    <a:pt x="0" y="0"/>
                  </a:moveTo>
                  <a:lnTo>
                    <a:pt x="103627" y="3397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51894" name="Candidate_receptor__2212">
              <a:extLst>
                <a:ext uri="{FF2B5EF4-FFF2-40B4-BE49-F238E27FC236}">
                  <a16:creationId xmlns:a16="http://schemas.microsoft.com/office/drawing/2014/main" id="{437F4BBB-D127-DA5C-BFCE-6AA566564040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05693"/>
              <a:ext cx="48628" cy="15920"/>
            </a:xfrm>
            <a:custGeom>
              <a:avLst/>
              <a:gdLst/>
              <a:ahLst/>
              <a:cxnLst/>
              <a:rect l="0" t="0" r="0" b="0"/>
              <a:pathLst>
                <a:path w="48628" h="15920">
                  <a:moveTo>
                    <a:pt x="48628" y="0"/>
                  </a:moveTo>
                  <a:lnTo>
                    <a:pt x="0" y="15920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51895" name="Candidate_receptor__2213">
              <a:extLst>
                <a:ext uri="{FF2B5EF4-FFF2-40B4-BE49-F238E27FC236}">
                  <a16:creationId xmlns:a16="http://schemas.microsoft.com/office/drawing/2014/main" id="{83F172B0-BE36-EEBF-5B04-A301D1561536}"/>
                </a:ext>
              </a:extLst>
            </p:cNvPr>
            <p:cNvSpPr>
              <a:spLocks noGrp="1"/>
            </p:cNvSpPr>
            <p:nvPr/>
          </p:nvSpPr>
          <p:spPr>
            <a:xfrm>
              <a:off x="5276410" y="4565463"/>
              <a:ext cx="102032" cy="33897"/>
            </a:xfrm>
            <a:custGeom>
              <a:avLst/>
              <a:gdLst/>
              <a:ahLst/>
              <a:cxnLst/>
              <a:rect l="0" t="0" r="0" b="0"/>
              <a:pathLst>
                <a:path w="102032" h="33897">
                  <a:moveTo>
                    <a:pt x="0" y="0"/>
                  </a:moveTo>
                  <a:lnTo>
                    <a:pt x="102032" y="3389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51896" name="Candidate_receptor__2214">
              <a:extLst>
                <a:ext uri="{FF2B5EF4-FFF2-40B4-BE49-F238E27FC236}">
                  <a16:creationId xmlns:a16="http://schemas.microsoft.com/office/drawing/2014/main" id="{C1A5607A-5C51-2C66-5AE4-CD42CA583C83}"/>
                </a:ext>
              </a:extLst>
            </p:cNvPr>
            <p:cNvSpPr>
              <a:spLocks noGrp="1"/>
            </p:cNvSpPr>
            <p:nvPr/>
          </p:nvSpPr>
          <p:spPr>
            <a:xfrm>
              <a:off x="5623502" y="4587028"/>
              <a:ext cx="83586" cy="62819"/>
            </a:xfrm>
            <a:custGeom>
              <a:avLst/>
              <a:gdLst/>
              <a:ahLst/>
              <a:cxnLst/>
              <a:rect l="0" t="0" r="0" b="0"/>
              <a:pathLst>
                <a:path w="83586" h="62819">
                  <a:moveTo>
                    <a:pt x="83586" y="62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897" name="Candidate_receptor__2215">
              <a:extLst>
                <a:ext uri="{FF2B5EF4-FFF2-40B4-BE49-F238E27FC236}">
                  <a16:creationId xmlns:a16="http://schemas.microsoft.com/office/drawing/2014/main" id="{7E274352-9EAD-0A31-7F33-5B8260907968}"/>
                </a:ext>
              </a:extLst>
            </p:cNvPr>
            <p:cNvSpPr>
              <a:spLocks noGrp="1"/>
            </p:cNvSpPr>
            <p:nvPr/>
          </p:nvSpPr>
          <p:spPr>
            <a:xfrm>
              <a:off x="4883250" y="4702844"/>
              <a:ext cx="91178" cy="39212"/>
            </a:xfrm>
            <a:custGeom>
              <a:avLst/>
              <a:gdLst/>
              <a:ahLst/>
              <a:cxnLst/>
              <a:rect l="0" t="0" r="0" b="0"/>
              <a:pathLst>
                <a:path w="91178" h="39212">
                  <a:moveTo>
                    <a:pt x="91178" y="39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898" name="Candidate_receptor__2216">
              <a:extLst>
                <a:ext uri="{FF2B5EF4-FFF2-40B4-BE49-F238E27FC236}">
                  <a16:creationId xmlns:a16="http://schemas.microsoft.com/office/drawing/2014/main" id="{D0055D3C-5B6A-CC53-0723-B7C8165ACD0B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02844"/>
              <a:ext cx="74944" cy="61179"/>
            </a:xfrm>
            <a:custGeom>
              <a:avLst/>
              <a:gdLst/>
              <a:ahLst/>
              <a:cxnLst/>
              <a:rect l="0" t="0" r="0" b="0"/>
              <a:pathLst>
                <a:path w="74944" h="61179">
                  <a:moveTo>
                    <a:pt x="74944" y="0"/>
                  </a:moveTo>
                  <a:lnTo>
                    <a:pt x="0" y="61179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899" name="Candidate_receptor__2217">
              <a:extLst>
                <a:ext uri="{FF2B5EF4-FFF2-40B4-BE49-F238E27FC236}">
                  <a16:creationId xmlns:a16="http://schemas.microsoft.com/office/drawing/2014/main" id="{ADAB7E43-9E2D-95FC-E5D3-C448EB3A249B}"/>
                </a:ext>
              </a:extLst>
            </p:cNvPr>
            <p:cNvSpPr>
              <a:spLocks noGrp="1"/>
            </p:cNvSpPr>
            <p:nvPr/>
          </p:nvSpPr>
          <p:spPr>
            <a:xfrm>
              <a:off x="5659866" y="4649847"/>
              <a:ext cx="47222" cy="97168"/>
            </a:xfrm>
            <a:custGeom>
              <a:avLst/>
              <a:gdLst/>
              <a:ahLst/>
              <a:cxnLst/>
              <a:rect l="0" t="0" r="0" b="0"/>
              <a:pathLst>
                <a:path w="47222" h="97168">
                  <a:moveTo>
                    <a:pt x="0" y="97168"/>
                  </a:moveTo>
                  <a:lnTo>
                    <a:pt x="47222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0" name="Candidate_receptor__2218">
              <a:extLst>
                <a:ext uri="{FF2B5EF4-FFF2-40B4-BE49-F238E27FC236}">
                  <a16:creationId xmlns:a16="http://schemas.microsoft.com/office/drawing/2014/main" id="{6BF29BDF-9926-86B4-6046-8B0C606DE21A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587028"/>
              <a:ext cx="79792" cy="52910"/>
            </a:xfrm>
            <a:custGeom>
              <a:avLst/>
              <a:gdLst/>
              <a:ahLst/>
              <a:cxnLst/>
              <a:rect l="0" t="0" r="0" b="0"/>
              <a:pathLst>
                <a:path w="79792" h="52910">
                  <a:moveTo>
                    <a:pt x="79792" y="0"/>
                  </a:moveTo>
                  <a:lnTo>
                    <a:pt x="0" y="5291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1" name="Candidate_receptor__2219">
              <a:extLst>
                <a:ext uri="{FF2B5EF4-FFF2-40B4-BE49-F238E27FC236}">
                  <a16:creationId xmlns:a16="http://schemas.microsoft.com/office/drawing/2014/main" id="{26087B31-E5F3-6C88-9A14-C1E288354508}"/>
                </a:ext>
              </a:extLst>
            </p:cNvPr>
            <p:cNvSpPr>
              <a:spLocks noGrp="1"/>
            </p:cNvSpPr>
            <p:nvPr/>
          </p:nvSpPr>
          <p:spPr>
            <a:xfrm>
              <a:off x="6438225" y="4277140"/>
              <a:ext cx="6043" cy="60907"/>
            </a:xfrm>
            <a:custGeom>
              <a:avLst/>
              <a:gdLst/>
              <a:ahLst/>
              <a:cxnLst/>
              <a:rect l="0" t="0" r="0" b="0"/>
              <a:pathLst>
                <a:path w="6043" h="60907">
                  <a:moveTo>
                    <a:pt x="0" y="0"/>
                  </a:moveTo>
                  <a:lnTo>
                    <a:pt x="6043" y="60907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2" name="Candidate_receptor__2220">
              <a:extLst>
                <a:ext uri="{FF2B5EF4-FFF2-40B4-BE49-F238E27FC236}">
                  <a16:creationId xmlns:a16="http://schemas.microsoft.com/office/drawing/2014/main" id="{623C1DB7-42B7-4A61-CE4C-D841F68089F3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65463"/>
              <a:ext cx="48249" cy="36426"/>
            </a:xfrm>
            <a:custGeom>
              <a:avLst/>
              <a:gdLst/>
              <a:ahLst/>
              <a:cxnLst/>
              <a:rect l="0" t="0" r="0" b="0"/>
              <a:pathLst>
                <a:path w="48249" h="36426">
                  <a:moveTo>
                    <a:pt x="0" y="36426"/>
                  </a:moveTo>
                  <a:lnTo>
                    <a:pt x="48249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3" name="Candidate_receptor__2221">
              <a:extLst>
                <a:ext uri="{FF2B5EF4-FFF2-40B4-BE49-F238E27FC236}">
                  <a16:creationId xmlns:a16="http://schemas.microsoft.com/office/drawing/2014/main" id="{7CBC486D-5188-2E52-AABC-8066DDEF06DD}"/>
                </a:ext>
              </a:extLst>
            </p:cNvPr>
            <p:cNvSpPr>
              <a:spLocks noGrp="1"/>
            </p:cNvSpPr>
            <p:nvPr/>
          </p:nvSpPr>
          <p:spPr>
            <a:xfrm>
              <a:off x="5280384" y="5007192"/>
              <a:ext cx="59949" cy="80786"/>
            </a:xfrm>
            <a:custGeom>
              <a:avLst/>
              <a:gdLst/>
              <a:ahLst/>
              <a:cxnLst/>
              <a:rect l="0" t="0" r="0" b="0"/>
              <a:pathLst>
                <a:path w="59949" h="80786">
                  <a:moveTo>
                    <a:pt x="0" y="0"/>
                  </a:moveTo>
                  <a:lnTo>
                    <a:pt x="59949" y="8078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4" name="Candidate_receptor__2222">
              <a:extLst>
                <a:ext uri="{FF2B5EF4-FFF2-40B4-BE49-F238E27FC236}">
                  <a16:creationId xmlns:a16="http://schemas.microsoft.com/office/drawing/2014/main" id="{781455B6-C018-8CB6-24FC-E3C0BC2560B6}"/>
                </a:ext>
              </a:extLst>
            </p:cNvPr>
            <p:cNvSpPr>
              <a:spLocks noGrp="1"/>
            </p:cNvSpPr>
            <p:nvPr/>
          </p:nvSpPr>
          <p:spPr>
            <a:xfrm>
              <a:off x="6388481" y="4099833"/>
              <a:ext cx="75086" cy="57164"/>
            </a:xfrm>
            <a:custGeom>
              <a:avLst/>
              <a:gdLst/>
              <a:ahLst/>
              <a:cxnLst/>
              <a:rect l="0" t="0" r="0" b="0"/>
              <a:pathLst>
                <a:path w="75086" h="57164">
                  <a:moveTo>
                    <a:pt x="0" y="0"/>
                  </a:moveTo>
                  <a:lnTo>
                    <a:pt x="75086" y="5716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5" name="Candidate_receptor__2223">
              <a:extLst>
                <a:ext uri="{FF2B5EF4-FFF2-40B4-BE49-F238E27FC236}">
                  <a16:creationId xmlns:a16="http://schemas.microsoft.com/office/drawing/2014/main" id="{81C688CD-7C58-8F24-872F-5FDCC876DA40}"/>
                </a:ext>
              </a:extLst>
            </p:cNvPr>
            <p:cNvSpPr>
              <a:spLocks noGrp="1"/>
            </p:cNvSpPr>
            <p:nvPr/>
          </p:nvSpPr>
          <p:spPr>
            <a:xfrm>
              <a:off x="5345873" y="4599360"/>
              <a:ext cx="32569" cy="106333"/>
            </a:xfrm>
            <a:custGeom>
              <a:avLst/>
              <a:gdLst/>
              <a:ahLst/>
              <a:cxnLst/>
              <a:rect l="0" t="0" r="0" b="0"/>
              <a:pathLst>
                <a:path w="32569" h="106333">
                  <a:moveTo>
                    <a:pt x="32569" y="0"/>
                  </a:moveTo>
                  <a:lnTo>
                    <a:pt x="0" y="106333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6" name="Candidate_receptor__2224">
              <a:extLst>
                <a:ext uri="{FF2B5EF4-FFF2-40B4-BE49-F238E27FC236}">
                  <a16:creationId xmlns:a16="http://schemas.microsoft.com/office/drawing/2014/main" id="{788F6726-3C55-77BC-8934-6ABEBE880A89}"/>
                </a:ext>
              </a:extLst>
            </p:cNvPr>
            <p:cNvSpPr>
              <a:spLocks noGrp="1"/>
            </p:cNvSpPr>
            <p:nvPr/>
          </p:nvSpPr>
          <p:spPr>
            <a:xfrm>
              <a:off x="4934743" y="4742056"/>
              <a:ext cx="39685" cy="108094"/>
            </a:xfrm>
            <a:custGeom>
              <a:avLst/>
              <a:gdLst/>
              <a:ahLst/>
              <a:cxnLst/>
              <a:rect l="0" t="0" r="0" b="0"/>
              <a:pathLst>
                <a:path w="39685" h="108094">
                  <a:moveTo>
                    <a:pt x="0" y="108094"/>
                  </a:moveTo>
                  <a:lnTo>
                    <a:pt x="39685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7" name="Candidate_receptor__2225">
              <a:extLst>
                <a:ext uri="{FF2B5EF4-FFF2-40B4-BE49-F238E27FC236}">
                  <a16:creationId xmlns:a16="http://schemas.microsoft.com/office/drawing/2014/main" id="{FEE79B9F-D307-C720-FFF1-08B6560641AF}"/>
                </a:ext>
              </a:extLst>
            </p:cNvPr>
            <p:cNvSpPr>
              <a:spLocks noGrp="1"/>
            </p:cNvSpPr>
            <p:nvPr/>
          </p:nvSpPr>
          <p:spPr>
            <a:xfrm>
              <a:off x="5067534" y="5305564"/>
              <a:ext cx="111203" cy="25730"/>
            </a:xfrm>
            <a:custGeom>
              <a:avLst/>
              <a:gdLst/>
              <a:ahLst/>
              <a:cxnLst/>
              <a:rect l="0" t="0" r="0" b="0"/>
              <a:pathLst>
                <a:path w="111203" h="25730">
                  <a:moveTo>
                    <a:pt x="111203" y="2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8" name="Candidate_receptor__2226">
              <a:extLst>
                <a:ext uri="{FF2B5EF4-FFF2-40B4-BE49-F238E27FC236}">
                  <a16:creationId xmlns:a16="http://schemas.microsoft.com/office/drawing/2014/main" id="{0CA47658-79FE-4B7F-2694-1F82E971C677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7192"/>
              <a:ext cx="80453" cy="12291"/>
            </a:xfrm>
            <a:custGeom>
              <a:avLst/>
              <a:gdLst/>
              <a:ahLst/>
              <a:cxnLst/>
              <a:rect l="0" t="0" r="0" b="0"/>
              <a:pathLst>
                <a:path w="80453" h="12291">
                  <a:moveTo>
                    <a:pt x="0" y="12291"/>
                  </a:moveTo>
                  <a:lnTo>
                    <a:pt x="80453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9" name="Candidate_receptor__2227">
              <a:extLst>
                <a:ext uri="{FF2B5EF4-FFF2-40B4-BE49-F238E27FC236}">
                  <a16:creationId xmlns:a16="http://schemas.microsoft.com/office/drawing/2014/main" id="{0A61611C-C56C-A1B8-DB41-78A2DA303499}"/>
                </a:ext>
              </a:extLst>
            </p:cNvPr>
            <p:cNvSpPr>
              <a:spLocks noGrp="1"/>
            </p:cNvSpPr>
            <p:nvPr/>
          </p:nvSpPr>
          <p:spPr>
            <a:xfrm>
              <a:off x="5178737" y="5278804"/>
              <a:ext cx="102756" cy="52490"/>
            </a:xfrm>
            <a:custGeom>
              <a:avLst/>
              <a:gdLst/>
              <a:ahLst/>
              <a:cxnLst/>
              <a:rect l="0" t="0" r="0" b="0"/>
              <a:pathLst>
                <a:path w="102756" h="52490">
                  <a:moveTo>
                    <a:pt x="102756" y="0"/>
                  </a:moveTo>
                  <a:lnTo>
                    <a:pt x="0" y="52490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51910" name="Candidate_receptor__2228">
              <a:extLst>
                <a:ext uri="{FF2B5EF4-FFF2-40B4-BE49-F238E27FC236}">
                  <a16:creationId xmlns:a16="http://schemas.microsoft.com/office/drawing/2014/main" id="{6CECAEB7-43EB-FE13-788D-AAB5DDD883DE}"/>
                </a:ext>
              </a:extLst>
            </p:cNvPr>
            <p:cNvSpPr>
              <a:spLocks noGrp="1"/>
            </p:cNvSpPr>
            <p:nvPr/>
          </p:nvSpPr>
          <p:spPr>
            <a:xfrm>
              <a:off x="6329216" y="3934455"/>
              <a:ext cx="107699" cy="35944"/>
            </a:xfrm>
            <a:custGeom>
              <a:avLst/>
              <a:gdLst/>
              <a:ahLst/>
              <a:cxnLst/>
              <a:rect l="0" t="0" r="0" b="0"/>
              <a:pathLst>
                <a:path w="107699" h="35944">
                  <a:moveTo>
                    <a:pt x="0" y="0"/>
                  </a:moveTo>
                  <a:lnTo>
                    <a:pt x="107699" y="3594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11" name="Candidate_receptor__2229">
              <a:extLst>
                <a:ext uri="{FF2B5EF4-FFF2-40B4-BE49-F238E27FC236}">
                  <a16:creationId xmlns:a16="http://schemas.microsoft.com/office/drawing/2014/main" id="{F9E99FAA-052A-4E2E-E636-E71EDD9E1430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167439"/>
              <a:ext cx="24360" cy="111365"/>
            </a:xfrm>
            <a:custGeom>
              <a:avLst/>
              <a:gdLst/>
              <a:ahLst/>
              <a:cxnLst/>
              <a:rect l="0" t="0" r="0" b="0"/>
              <a:pathLst>
                <a:path w="24360" h="111365">
                  <a:moveTo>
                    <a:pt x="0" y="0"/>
                  </a:moveTo>
                  <a:lnTo>
                    <a:pt x="24360" y="111365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51912" name="Candidate_receptor__2230">
              <a:extLst>
                <a:ext uri="{FF2B5EF4-FFF2-40B4-BE49-F238E27FC236}">
                  <a16:creationId xmlns:a16="http://schemas.microsoft.com/office/drawing/2014/main" id="{2BB78D6A-9DCA-15B0-2DA5-280BFC366707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82513"/>
              <a:ext cx="69345" cy="17320"/>
            </a:xfrm>
            <a:custGeom>
              <a:avLst/>
              <a:gdLst/>
              <a:ahLst/>
              <a:cxnLst/>
              <a:rect l="0" t="0" r="0" b="0"/>
              <a:pathLst>
                <a:path w="69345" h="17320">
                  <a:moveTo>
                    <a:pt x="0" y="0"/>
                  </a:moveTo>
                  <a:lnTo>
                    <a:pt x="69345" y="1732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13" name="Candidate_receptor__2231">
              <a:extLst>
                <a:ext uri="{FF2B5EF4-FFF2-40B4-BE49-F238E27FC236}">
                  <a16:creationId xmlns:a16="http://schemas.microsoft.com/office/drawing/2014/main" id="{22BD9C58-F989-20DC-BD1C-AF057F9F8B82}"/>
                </a:ext>
              </a:extLst>
            </p:cNvPr>
            <p:cNvSpPr>
              <a:spLocks noGrp="1"/>
            </p:cNvSpPr>
            <p:nvPr/>
          </p:nvSpPr>
          <p:spPr>
            <a:xfrm>
              <a:off x="6535830" y="4443226"/>
              <a:ext cx="14222" cy="27089"/>
            </a:xfrm>
            <a:custGeom>
              <a:avLst/>
              <a:gdLst/>
              <a:ahLst/>
              <a:cxnLst/>
              <a:rect l="0" t="0" r="0" b="0"/>
              <a:pathLst>
                <a:path w="14222" h="27089">
                  <a:moveTo>
                    <a:pt x="0" y="0"/>
                  </a:moveTo>
                  <a:lnTo>
                    <a:pt x="14222" y="2708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51914" name="Candidate_receptor__2232">
              <a:extLst>
                <a:ext uri="{FF2B5EF4-FFF2-40B4-BE49-F238E27FC236}">
                  <a16:creationId xmlns:a16="http://schemas.microsoft.com/office/drawing/2014/main" id="{C5CC638B-DD48-B1D7-97B9-6E61783B94B7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338046"/>
              <a:ext cx="79606" cy="73209"/>
            </a:xfrm>
            <a:custGeom>
              <a:avLst/>
              <a:gdLst/>
              <a:ahLst/>
              <a:cxnLst/>
              <a:rect l="0" t="0" r="0" b="0"/>
              <a:pathLst>
                <a:path w="79606" h="73209">
                  <a:moveTo>
                    <a:pt x="79606" y="0"/>
                  </a:moveTo>
                  <a:lnTo>
                    <a:pt x="0" y="7320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51915" name="Candidate_receptor__2233">
              <a:extLst>
                <a:ext uri="{FF2B5EF4-FFF2-40B4-BE49-F238E27FC236}">
                  <a16:creationId xmlns:a16="http://schemas.microsoft.com/office/drawing/2014/main" id="{00D900D5-FFAB-E5CA-0F5B-D07C4205A397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087979"/>
              <a:ext cx="83200" cy="79461"/>
            </a:xfrm>
            <a:custGeom>
              <a:avLst/>
              <a:gdLst/>
              <a:ahLst/>
              <a:cxnLst/>
              <a:rect l="0" t="0" r="0" b="0"/>
              <a:pathLst>
                <a:path w="83200" h="79461">
                  <a:moveTo>
                    <a:pt x="83200" y="0"/>
                  </a:moveTo>
                  <a:lnTo>
                    <a:pt x="0" y="79461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51916" name="Candidate_receptor__2234">
              <a:extLst>
                <a:ext uri="{FF2B5EF4-FFF2-40B4-BE49-F238E27FC236}">
                  <a16:creationId xmlns:a16="http://schemas.microsoft.com/office/drawing/2014/main" id="{947FB4E4-1D78-2FA5-8FB4-2528E798B9AC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12077"/>
              <a:ext cx="40268" cy="31085"/>
            </a:xfrm>
            <a:custGeom>
              <a:avLst/>
              <a:gdLst/>
              <a:ahLst/>
              <a:cxnLst/>
              <a:rect l="0" t="0" r="0" b="0"/>
              <a:pathLst>
                <a:path w="40268" h="31085">
                  <a:moveTo>
                    <a:pt x="40268" y="0"/>
                  </a:moveTo>
                  <a:lnTo>
                    <a:pt x="0" y="3108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17" name="Candidate_receptor__2235">
              <a:extLst>
                <a:ext uri="{FF2B5EF4-FFF2-40B4-BE49-F238E27FC236}">
                  <a16:creationId xmlns:a16="http://schemas.microsoft.com/office/drawing/2014/main" id="{EB026148-4DCE-AB9F-AA85-DAD6322ADF76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66074"/>
              <a:ext cx="102342" cy="25646"/>
            </a:xfrm>
            <a:custGeom>
              <a:avLst/>
              <a:gdLst/>
              <a:ahLst/>
              <a:cxnLst/>
              <a:rect l="0" t="0" r="0" b="0"/>
              <a:pathLst>
                <a:path w="102342" h="25646">
                  <a:moveTo>
                    <a:pt x="0" y="0"/>
                  </a:moveTo>
                  <a:lnTo>
                    <a:pt x="102342" y="2564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18" name="Candidate_receptor__2236">
              <a:extLst>
                <a:ext uri="{FF2B5EF4-FFF2-40B4-BE49-F238E27FC236}">
                  <a16:creationId xmlns:a16="http://schemas.microsoft.com/office/drawing/2014/main" id="{6D96B3B5-C77E-78F4-092B-B77155E98B60}"/>
                </a:ext>
              </a:extLst>
            </p:cNvPr>
            <p:cNvSpPr>
              <a:spLocks noGrp="1"/>
            </p:cNvSpPr>
            <p:nvPr/>
          </p:nvSpPr>
          <p:spPr>
            <a:xfrm>
              <a:off x="6321267" y="3618052"/>
              <a:ext cx="89424" cy="47515"/>
            </a:xfrm>
            <a:custGeom>
              <a:avLst/>
              <a:gdLst/>
              <a:ahLst/>
              <a:cxnLst/>
              <a:rect l="0" t="0" r="0" b="0"/>
              <a:pathLst>
                <a:path w="89424" h="47515">
                  <a:moveTo>
                    <a:pt x="0" y="0"/>
                  </a:moveTo>
                  <a:lnTo>
                    <a:pt x="89424" y="4751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19" name="Candidate_receptor__2237">
              <a:extLst>
                <a:ext uri="{FF2B5EF4-FFF2-40B4-BE49-F238E27FC236}">
                  <a16:creationId xmlns:a16="http://schemas.microsoft.com/office/drawing/2014/main" id="{21F6D0D7-DCC4-26A0-B7C8-0029FFF8E078}"/>
                </a:ext>
              </a:extLst>
            </p:cNvPr>
            <p:cNvSpPr>
              <a:spLocks noGrp="1"/>
            </p:cNvSpPr>
            <p:nvPr/>
          </p:nvSpPr>
          <p:spPr>
            <a:xfrm>
              <a:off x="6384695" y="3791720"/>
              <a:ext cx="37924" cy="56702"/>
            </a:xfrm>
            <a:custGeom>
              <a:avLst/>
              <a:gdLst/>
              <a:ahLst/>
              <a:cxnLst/>
              <a:rect l="0" t="0" r="0" b="0"/>
              <a:pathLst>
                <a:path w="37924" h="56702">
                  <a:moveTo>
                    <a:pt x="0" y="0"/>
                  </a:moveTo>
                  <a:lnTo>
                    <a:pt x="37924" y="5670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0" name="Candidate_receptor__2238">
              <a:extLst>
                <a:ext uri="{FF2B5EF4-FFF2-40B4-BE49-F238E27FC236}">
                  <a16:creationId xmlns:a16="http://schemas.microsoft.com/office/drawing/2014/main" id="{1A96037B-47C5-D16C-A961-80328791CD64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901036"/>
              <a:ext cx="8924" cy="33419"/>
            </a:xfrm>
            <a:custGeom>
              <a:avLst/>
              <a:gdLst/>
              <a:ahLst/>
              <a:cxnLst/>
              <a:rect l="0" t="0" r="0" b="0"/>
              <a:pathLst>
                <a:path w="8924" h="33419">
                  <a:moveTo>
                    <a:pt x="0" y="0"/>
                  </a:moveTo>
                  <a:lnTo>
                    <a:pt x="8924" y="33419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1" name="Candidate_receptor__2239">
              <a:extLst>
                <a:ext uri="{FF2B5EF4-FFF2-40B4-BE49-F238E27FC236}">
                  <a16:creationId xmlns:a16="http://schemas.microsoft.com/office/drawing/2014/main" id="{EC1F877F-B076-D1B1-FA4C-B0E6252EF814}"/>
                </a:ext>
              </a:extLst>
            </p:cNvPr>
            <p:cNvSpPr>
              <a:spLocks noGrp="1"/>
            </p:cNvSpPr>
            <p:nvPr/>
          </p:nvSpPr>
          <p:spPr>
            <a:xfrm>
              <a:off x="6374866" y="4156997"/>
              <a:ext cx="88701" cy="55081"/>
            </a:xfrm>
            <a:custGeom>
              <a:avLst/>
              <a:gdLst/>
              <a:ahLst/>
              <a:cxnLst/>
              <a:rect l="0" t="0" r="0" b="0"/>
              <a:pathLst>
                <a:path w="88701" h="55081">
                  <a:moveTo>
                    <a:pt x="88701" y="0"/>
                  </a:moveTo>
                  <a:lnTo>
                    <a:pt x="0" y="5508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2" name="Candidate_receptor__2240">
              <a:extLst>
                <a:ext uri="{FF2B5EF4-FFF2-40B4-BE49-F238E27FC236}">
                  <a16:creationId xmlns:a16="http://schemas.microsoft.com/office/drawing/2014/main" id="{A8E2616A-6E1F-B37A-A460-6360DC84135E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1477"/>
              <a:ext cx="114921" cy="1770"/>
            </a:xfrm>
            <a:custGeom>
              <a:avLst/>
              <a:gdLst/>
              <a:ahLst/>
              <a:cxnLst/>
              <a:rect l="0" t="0" r="0" b="0"/>
              <a:pathLst>
                <a:path w="114921" h="1770">
                  <a:moveTo>
                    <a:pt x="0" y="1770"/>
                  </a:moveTo>
                  <a:lnTo>
                    <a:pt x="114921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3" name="Candidate_receptor__2241">
              <a:extLst>
                <a:ext uri="{FF2B5EF4-FFF2-40B4-BE49-F238E27FC236}">
                  <a16:creationId xmlns:a16="http://schemas.microsoft.com/office/drawing/2014/main" id="{F0D65578-E05B-5F0B-C33C-188F43193F61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99834"/>
              <a:ext cx="27654" cy="5730"/>
            </a:xfrm>
            <a:custGeom>
              <a:avLst/>
              <a:gdLst/>
              <a:ahLst/>
              <a:cxnLst/>
              <a:rect l="0" t="0" r="0" b="0"/>
              <a:pathLst>
                <a:path w="27654" h="5730">
                  <a:moveTo>
                    <a:pt x="27654" y="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4" name="Candidate_receptor__2242">
              <a:extLst>
                <a:ext uri="{FF2B5EF4-FFF2-40B4-BE49-F238E27FC236}">
                  <a16:creationId xmlns:a16="http://schemas.microsoft.com/office/drawing/2014/main" id="{8AC85C97-0B97-06F3-25C3-76D4BE355A2F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34310"/>
              <a:ext cx="45880" cy="29713"/>
            </a:xfrm>
            <a:custGeom>
              <a:avLst/>
              <a:gdLst/>
              <a:ahLst/>
              <a:cxnLst/>
              <a:rect l="0" t="0" r="0" b="0"/>
              <a:pathLst>
                <a:path w="45880" h="29713">
                  <a:moveTo>
                    <a:pt x="0" y="29713"/>
                  </a:moveTo>
                  <a:lnTo>
                    <a:pt x="4588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5" name="Candidate_receptor__2243">
              <a:extLst>
                <a:ext uri="{FF2B5EF4-FFF2-40B4-BE49-F238E27FC236}">
                  <a16:creationId xmlns:a16="http://schemas.microsoft.com/office/drawing/2014/main" id="{B5C63353-DFC2-BAF1-75E6-BFD337601C4B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94630"/>
              <a:ext cx="58742" cy="23422"/>
            </a:xfrm>
            <a:custGeom>
              <a:avLst/>
              <a:gdLst/>
              <a:ahLst/>
              <a:cxnLst/>
              <a:rect l="0" t="0" r="0" b="0"/>
              <a:pathLst>
                <a:path w="58742" h="23422">
                  <a:moveTo>
                    <a:pt x="0" y="0"/>
                  </a:moveTo>
                  <a:lnTo>
                    <a:pt x="58742" y="2342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6" name="Candidate_receptor__2244">
              <a:extLst>
                <a:ext uri="{FF2B5EF4-FFF2-40B4-BE49-F238E27FC236}">
                  <a16:creationId xmlns:a16="http://schemas.microsoft.com/office/drawing/2014/main" id="{AB3E95E1-CDC5-6380-4B5D-F9328A4B612D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627425"/>
              <a:ext cx="65945" cy="12514"/>
            </a:xfrm>
            <a:custGeom>
              <a:avLst/>
              <a:gdLst/>
              <a:ahLst/>
              <a:cxnLst/>
              <a:rect l="0" t="0" r="0" b="0"/>
              <a:pathLst>
                <a:path w="65945" h="12514">
                  <a:moveTo>
                    <a:pt x="0" y="12514"/>
                  </a:moveTo>
                  <a:lnTo>
                    <a:pt x="65945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7" name="Candidate_receptor__2245">
              <a:extLst>
                <a:ext uri="{FF2B5EF4-FFF2-40B4-BE49-F238E27FC236}">
                  <a16:creationId xmlns:a16="http://schemas.microsoft.com/office/drawing/2014/main" id="{C8077221-286A-4FBF-7E59-835B1F9539DD}"/>
                </a:ext>
              </a:extLst>
            </p:cNvPr>
            <p:cNvSpPr>
              <a:spLocks noGrp="1"/>
            </p:cNvSpPr>
            <p:nvPr/>
          </p:nvSpPr>
          <p:spPr>
            <a:xfrm>
              <a:off x="4759691" y="4614164"/>
              <a:ext cx="106055" cy="8419"/>
            </a:xfrm>
            <a:custGeom>
              <a:avLst/>
              <a:gdLst/>
              <a:ahLst/>
              <a:cxnLst/>
              <a:rect l="0" t="0" r="0" b="0"/>
              <a:pathLst>
                <a:path w="106055" h="8419">
                  <a:moveTo>
                    <a:pt x="106055" y="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8" name="Candidate_receptor__2246">
              <a:extLst>
                <a:ext uri="{FF2B5EF4-FFF2-40B4-BE49-F238E27FC236}">
                  <a16:creationId xmlns:a16="http://schemas.microsoft.com/office/drawing/2014/main" id="{8C9721F6-EAD8-38AC-A53D-5A5B733D7ACE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60681"/>
              <a:ext cx="105687" cy="6727"/>
            </a:xfrm>
            <a:custGeom>
              <a:avLst/>
              <a:gdLst/>
              <a:ahLst/>
              <a:cxnLst/>
              <a:rect l="0" t="0" r="0" b="0"/>
              <a:pathLst>
                <a:path w="105687" h="6727">
                  <a:moveTo>
                    <a:pt x="105687" y="6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9" name="Candidate_receptor__2247">
              <a:extLst>
                <a:ext uri="{FF2B5EF4-FFF2-40B4-BE49-F238E27FC236}">
                  <a16:creationId xmlns:a16="http://schemas.microsoft.com/office/drawing/2014/main" id="{BB0E6C2B-F67F-36B7-1283-65326D60FF1E}"/>
                </a:ext>
              </a:extLst>
            </p:cNvPr>
            <p:cNvSpPr>
              <a:spLocks noGrp="1"/>
            </p:cNvSpPr>
            <p:nvPr/>
          </p:nvSpPr>
          <p:spPr>
            <a:xfrm>
              <a:off x="6405298" y="3970400"/>
              <a:ext cx="31616" cy="61412"/>
            </a:xfrm>
            <a:custGeom>
              <a:avLst/>
              <a:gdLst/>
              <a:ahLst/>
              <a:cxnLst/>
              <a:rect l="0" t="0" r="0" b="0"/>
              <a:pathLst>
                <a:path w="31616" h="61412">
                  <a:moveTo>
                    <a:pt x="31616" y="0"/>
                  </a:moveTo>
                  <a:lnTo>
                    <a:pt x="0" y="6141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30" name="Candidate_receptor__2248">
              <a:extLst>
                <a:ext uri="{FF2B5EF4-FFF2-40B4-BE49-F238E27FC236}">
                  <a16:creationId xmlns:a16="http://schemas.microsoft.com/office/drawing/2014/main" id="{2F110CED-453C-4834-213B-D1D43A3B158A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50198"/>
              <a:ext cx="77804" cy="51691"/>
            </a:xfrm>
            <a:custGeom>
              <a:avLst/>
              <a:gdLst/>
              <a:ahLst/>
              <a:cxnLst/>
              <a:rect l="0" t="0" r="0" b="0"/>
              <a:pathLst>
                <a:path w="77804" h="51691">
                  <a:moveTo>
                    <a:pt x="77804" y="0"/>
                  </a:moveTo>
                  <a:lnTo>
                    <a:pt x="0" y="5169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31" name="Candidate_receptor__2249">
              <a:extLst>
                <a:ext uri="{FF2B5EF4-FFF2-40B4-BE49-F238E27FC236}">
                  <a16:creationId xmlns:a16="http://schemas.microsoft.com/office/drawing/2014/main" id="{227EEF1B-4EE7-C74F-A9DD-BA1C4FCA0853}"/>
                </a:ext>
              </a:extLst>
            </p:cNvPr>
            <p:cNvSpPr>
              <a:spLocks noGrp="1"/>
            </p:cNvSpPr>
            <p:nvPr/>
          </p:nvSpPr>
          <p:spPr>
            <a:xfrm>
              <a:off x="5298701" y="4451477"/>
              <a:ext cx="7264" cy="98720"/>
            </a:xfrm>
            <a:custGeom>
              <a:avLst/>
              <a:gdLst/>
              <a:ahLst/>
              <a:cxnLst/>
              <a:rect l="0" t="0" r="0" b="0"/>
              <a:pathLst>
                <a:path w="7264" h="98720">
                  <a:moveTo>
                    <a:pt x="0" y="0"/>
                  </a:moveTo>
                  <a:lnTo>
                    <a:pt x="7264" y="9872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32" name="Candidate_receptor__2250">
              <a:extLst>
                <a:ext uri="{FF2B5EF4-FFF2-40B4-BE49-F238E27FC236}">
                  <a16:creationId xmlns:a16="http://schemas.microsoft.com/office/drawing/2014/main" id="{48190DCD-36DE-4467-3918-F14C664263F4}"/>
                </a:ext>
              </a:extLst>
            </p:cNvPr>
            <p:cNvSpPr>
              <a:spLocks noGrp="1"/>
            </p:cNvSpPr>
            <p:nvPr/>
          </p:nvSpPr>
          <p:spPr>
            <a:xfrm>
              <a:off x="5207372" y="4885096"/>
              <a:ext cx="112186" cy="26163"/>
            </a:xfrm>
            <a:custGeom>
              <a:avLst/>
              <a:gdLst/>
              <a:ahLst/>
              <a:cxnLst/>
              <a:rect l="0" t="0" r="0" b="0"/>
              <a:pathLst>
                <a:path w="112186" h="26163">
                  <a:moveTo>
                    <a:pt x="0" y="0"/>
                  </a:moveTo>
                  <a:lnTo>
                    <a:pt x="112186" y="261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33" name="Candidate_receptor__2251">
              <a:extLst>
                <a:ext uri="{FF2B5EF4-FFF2-40B4-BE49-F238E27FC236}">
                  <a16:creationId xmlns:a16="http://schemas.microsoft.com/office/drawing/2014/main" id="{FB0CBF9C-8345-8FFB-216E-52B79EBA126B}"/>
                </a:ext>
              </a:extLst>
            </p:cNvPr>
            <p:cNvSpPr>
              <a:spLocks noGrp="1"/>
            </p:cNvSpPr>
            <p:nvPr/>
          </p:nvSpPr>
          <p:spPr>
            <a:xfrm>
              <a:off x="6550052" y="4432602"/>
              <a:ext cx="106926" cy="37713"/>
            </a:xfrm>
            <a:custGeom>
              <a:avLst/>
              <a:gdLst/>
              <a:ahLst/>
              <a:cxnLst/>
              <a:rect l="0" t="0" r="0" b="0"/>
              <a:pathLst>
                <a:path w="106926" h="37713">
                  <a:moveTo>
                    <a:pt x="0" y="37713"/>
                  </a:moveTo>
                  <a:lnTo>
                    <a:pt x="1069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34" name="Candidate_receptor__2252">
              <a:extLst>
                <a:ext uri="{FF2B5EF4-FFF2-40B4-BE49-F238E27FC236}">
                  <a16:creationId xmlns:a16="http://schemas.microsoft.com/office/drawing/2014/main" id="{D4540A1E-9B75-460F-51FC-1936747B7CD2}"/>
                </a:ext>
              </a:extLst>
            </p:cNvPr>
            <p:cNvSpPr>
              <a:spLocks noGrp="1"/>
            </p:cNvSpPr>
            <p:nvPr/>
          </p:nvSpPr>
          <p:spPr>
            <a:xfrm>
              <a:off x="5510740" y="4501708"/>
              <a:ext cx="113132" cy="13301"/>
            </a:xfrm>
            <a:custGeom>
              <a:avLst/>
              <a:gdLst/>
              <a:ahLst/>
              <a:cxnLst/>
              <a:rect l="0" t="0" r="0" b="0"/>
              <a:pathLst>
                <a:path w="113132" h="13301">
                  <a:moveTo>
                    <a:pt x="113132" y="1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35" name="Candidate_receptor__2253">
              <a:extLst>
                <a:ext uri="{FF2B5EF4-FFF2-40B4-BE49-F238E27FC236}">
                  <a16:creationId xmlns:a16="http://schemas.microsoft.com/office/drawing/2014/main" id="{92341443-CEA8-46C0-488F-7D34E6BDF1DE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31812"/>
              <a:ext cx="86162" cy="50701"/>
            </a:xfrm>
            <a:custGeom>
              <a:avLst/>
              <a:gdLst/>
              <a:ahLst/>
              <a:cxnLst/>
              <a:rect l="0" t="0" r="0" b="0"/>
              <a:pathLst>
                <a:path w="86162" h="50701">
                  <a:moveTo>
                    <a:pt x="86162" y="0"/>
                  </a:moveTo>
                  <a:lnTo>
                    <a:pt x="0" y="50701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36" name="Candidate_receptor__2254">
              <a:extLst>
                <a:ext uri="{FF2B5EF4-FFF2-40B4-BE49-F238E27FC236}">
                  <a16:creationId xmlns:a16="http://schemas.microsoft.com/office/drawing/2014/main" id="{5F969F38-9863-CCF8-8C09-7DD1C544ECF3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84343" cy="51966"/>
            </a:xfrm>
            <a:custGeom>
              <a:avLst/>
              <a:gdLst/>
              <a:ahLst/>
              <a:cxnLst/>
              <a:rect l="0" t="0" r="0" b="0"/>
              <a:pathLst>
                <a:path w="84343" h="51966">
                  <a:moveTo>
                    <a:pt x="84343" y="51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37" name="Candidate_receptor__2255">
              <a:extLst>
                <a:ext uri="{FF2B5EF4-FFF2-40B4-BE49-F238E27FC236}">
                  <a16:creationId xmlns:a16="http://schemas.microsoft.com/office/drawing/2014/main" id="{74FD44C3-50E4-1524-DC61-772C3DC1E268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14164"/>
              <a:ext cx="53191" cy="53138"/>
            </a:xfrm>
            <a:custGeom>
              <a:avLst/>
              <a:gdLst/>
              <a:ahLst/>
              <a:cxnLst/>
              <a:rect l="0" t="0" r="0" b="0"/>
              <a:pathLst>
                <a:path w="53191" h="53138">
                  <a:moveTo>
                    <a:pt x="53191" y="0"/>
                  </a:moveTo>
                  <a:lnTo>
                    <a:pt x="0" y="5313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38" name="Candidate_receptor__2256">
              <a:extLst>
                <a:ext uri="{FF2B5EF4-FFF2-40B4-BE49-F238E27FC236}">
                  <a16:creationId xmlns:a16="http://schemas.microsoft.com/office/drawing/2014/main" id="{48076BF2-7BCE-7653-15AB-697B72D4F4A0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545976"/>
              <a:ext cx="6685" cy="97321"/>
            </a:xfrm>
            <a:custGeom>
              <a:avLst/>
              <a:gdLst/>
              <a:ahLst/>
              <a:cxnLst/>
              <a:rect l="0" t="0" r="0" b="0"/>
              <a:pathLst>
                <a:path w="6685" h="97321">
                  <a:moveTo>
                    <a:pt x="0" y="97321"/>
                  </a:moveTo>
                  <a:lnTo>
                    <a:pt x="668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39" name="Candidate_receptor__2257">
              <a:extLst>
                <a:ext uri="{FF2B5EF4-FFF2-40B4-BE49-F238E27FC236}">
                  <a16:creationId xmlns:a16="http://schemas.microsoft.com/office/drawing/2014/main" id="{22D3E7B6-532F-F9C5-E580-5BB8D8A4ADAC}"/>
                </a:ext>
              </a:extLst>
            </p:cNvPr>
            <p:cNvSpPr>
              <a:spLocks noGrp="1"/>
            </p:cNvSpPr>
            <p:nvPr/>
          </p:nvSpPr>
          <p:spPr>
            <a:xfrm>
              <a:off x="5093321" y="5167409"/>
              <a:ext cx="35850" cy="62238"/>
            </a:xfrm>
            <a:custGeom>
              <a:avLst/>
              <a:gdLst/>
              <a:ahLst/>
              <a:cxnLst/>
              <a:rect l="0" t="0" r="0" b="0"/>
              <a:pathLst>
                <a:path w="35850" h="62238">
                  <a:moveTo>
                    <a:pt x="35850" y="622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0" name="Candidate_receptor__2258">
              <a:extLst>
                <a:ext uri="{FF2B5EF4-FFF2-40B4-BE49-F238E27FC236}">
                  <a16:creationId xmlns:a16="http://schemas.microsoft.com/office/drawing/2014/main" id="{AFE6E916-7FEE-8F68-3F2B-625934B0A6D4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9647"/>
              <a:ext cx="80123" cy="9836"/>
            </a:xfrm>
            <a:custGeom>
              <a:avLst/>
              <a:gdLst/>
              <a:ahLst/>
              <a:cxnLst/>
              <a:rect l="0" t="0" r="0" b="0"/>
              <a:pathLst>
                <a:path w="80123" h="9836">
                  <a:moveTo>
                    <a:pt x="80123" y="0"/>
                  </a:moveTo>
                  <a:lnTo>
                    <a:pt x="0" y="983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1" name="Candidate_receptor__2259">
              <a:extLst>
                <a:ext uri="{FF2B5EF4-FFF2-40B4-BE49-F238E27FC236}">
                  <a16:creationId xmlns:a16="http://schemas.microsoft.com/office/drawing/2014/main" id="{A887DCD8-C36E-0AA8-8F87-283B5208937B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21330"/>
              <a:ext cx="56992" cy="44744"/>
            </a:xfrm>
            <a:custGeom>
              <a:avLst/>
              <a:gdLst/>
              <a:ahLst/>
              <a:cxnLst/>
              <a:rect l="0" t="0" r="0" b="0"/>
              <a:pathLst>
                <a:path w="56992" h="44744">
                  <a:moveTo>
                    <a:pt x="56992" y="0"/>
                  </a:moveTo>
                  <a:lnTo>
                    <a:pt x="0" y="4474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2" name="Candidate_receptor__2260">
              <a:extLst>
                <a:ext uri="{FF2B5EF4-FFF2-40B4-BE49-F238E27FC236}">
                  <a16:creationId xmlns:a16="http://schemas.microsoft.com/office/drawing/2014/main" id="{93E09CF2-3A12-3D04-C624-A5ACD7AD9974}"/>
                </a:ext>
              </a:extLst>
            </p:cNvPr>
            <p:cNvSpPr>
              <a:spLocks noGrp="1"/>
            </p:cNvSpPr>
            <p:nvPr/>
          </p:nvSpPr>
          <p:spPr>
            <a:xfrm>
              <a:off x="4854186" y="4622584"/>
              <a:ext cx="11561" cy="111726"/>
            </a:xfrm>
            <a:custGeom>
              <a:avLst/>
              <a:gdLst/>
              <a:ahLst/>
              <a:cxnLst/>
              <a:rect l="0" t="0" r="0" b="0"/>
              <a:pathLst>
                <a:path w="11561" h="111726">
                  <a:moveTo>
                    <a:pt x="0" y="111726"/>
                  </a:moveTo>
                  <a:lnTo>
                    <a:pt x="1156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3" name="Candidate_receptor__2261">
              <a:extLst>
                <a:ext uri="{FF2B5EF4-FFF2-40B4-BE49-F238E27FC236}">
                  <a16:creationId xmlns:a16="http://schemas.microsoft.com/office/drawing/2014/main" id="{1169EFD9-6FB4-F42D-3FBC-CA923F287B22}"/>
                </a:ext>
              </a:extLst>
            </p:cNvPr>
            <p:cNvSpPr>
              <a:spLocks noGrp="1"/>
            </p:cNvSpPr>
            <p:nvPr/>
          </p:nvSpPr>
          <p:spPr>
            <a:xfrm>
              <a:off x="5609655" y="4515009"/>
              <a:ext cx="14217" cy="112416"/>
            </a:xfrm>
            <a:custGeom>
              <a:avLst/>
              <a:gdLst/>
              <a:ahLst/>
              <a:cxnLst/>
              <a:rect l="0" t="0" r="0" b="0"/>
              <a:pathLst>
                <a:path w="14217" h="112416">
                  <a:moveTo>
                    <a:pt x="0" y="112416"/>
                  </a:moveTo>
                  <a:lnTo>
                    <a:pt x="14217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4" name="Candidate_receptor__2262">
              <a:extLst>
                <a:ext uri="{FF2B5EF4-FFF2-40B4-BE49-F238E27FC236}">
                  <a16:creationId xmlns:a16="http://schemas.microsoft.com/office/drawing/2014/main" id="{76C9EC69-DAF3-E0FD-5F33-A53A41157E13}"/>
                </a:ext>
              </a:extLst>
            </p:cNvPr>
            <p:cNvSpPr>
              <a:spLocks noGrp="1"/>
            </p:cNvSpPr>
            <p:nvPr/>
          </p:nvSpPr>
          <p:spPr>
            <a:xfrm>
              <a:off x="6372076" y="3380920"/>
              <a:ext cx="17510" cy="91193"/>
            </a:xfrm>
            <a:custGeom>
              <a:avLst/>
              <a:gdLst/>
              <a:ahLst/>
              <a:cxnLst/>
              <a:rect l="0" t="0" r="0" b="0"/>
              <a:pathLst>
                <a:path w="17510" h="91193">
                  <a:moveTo>
                    <a:pt x="17510" y="0"/>
                  </a:moveTo>
                  <a:lnTo>
                    <a:pt x="0" y="9119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5" name="Candidate_receptor__2263">
              <a:extLst>
                <a:ext uri="{FF2B5EF4-FFF2-40B4-BE49-F238E27FC236}">
                  <a16:creationId xmlns:a16="http://schemas.microsoft.com/office/drawing/2014/main" id="{4E831C94-9FD9-87F6-7C68-03AD6E5AB0DE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848422"/>
              <a:ext cx="102327" cy="52614"/>
            </a:xfrm>
            <a:custGeom>
              <a:avLst/>
              <a:gdLst/>
              <a:ahLst/>
              <a:cxnLst/>
              <a:rect l="0" t="0" r="0" b="0"/>
              <a:pathLst>
                <a:path w="102327" h="52614">
                  <a:moveTo>
                    <a:pt x="102327" y="0"/>
                  </a:moveTo>
                  <a:lnTo>
                    <a:pt x="0" y="5261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6" name="Candidate_receptor__2264">
              <a:extLst>
                <a:ext uri="{FF2B5EF4-FFF2-40B4-BE49-F238E27FC236}">
                  <a16:creationId xmlns:a16="http://schemas.microsoft.com/office/drawing/2014/main" id="{3A1F290C-45F4-0F74-59BD-F70D369F1098}"/>
                </a:ext>
              </a:extLst>
            </p:cNvPr>
            <p:cNvSpPr>
              <a:spLocks noGrp="1"/>
            </p:cNvSpPr>
            <p:nvPr/>
          </p:nvSpPr>
          <p:spPr>
            <a:xfrm>
              <a:off x="6339345" y="3665567"/>
              <a:ext cx="71346" cy="55763"/>
            </a:xfrm>
            <a:custGeom>
              <a:avLst/>
              <a:gdLst/>
              <a:ahLst/>
              <a:cxnLst/>
              <a:rect l="0" t="0" r="0" b="0"/>
              <a:pathLst>
                <a:path w="71346" h="55763">
                  <a:moveTo>
                    <a:pt x="71346" y="0"/>
                  </a:moveTo>
                  <a:lnTo>
                    <a:pt x="0" y="557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7" name="Candidate_receptor__2265">
              <a:extLst>
                <a:ext uri="{FF2B5EF4-FFF2-40B4-BE49-F238E27FC236}">
                  <a16:creationId xmlns:a16="http://schemas.microsoft.com/office/drawing/2014/main" id="{9D3E7621-D5EC-07B0-42DB-665EF9993931}"/>
                </a:ext>
              </a:extLst>
            </p:cNvPr>
            <p:cNvSpPr>
              <a:spLocks noGrp="1"/>
            </p:cNvSpPr>
            <p:nvPr/>
          </p:nvSpPr>
          <p:spPr>
            <a:xfrm>
              <a:off x="5280053" y="4911259"/>
              <a:ext cx="39505" cy="98388"/>
            </a:xfrm>
            <a:custGeom>
              <a:avLst/>
              <a:gdLst/>
              <a:ahLst/>
              <a:cxnLst/>
              <a:rect l="0" t="0" r="0" b="0"/>
              <a:pathLst>
                <a:path w="39505" h="98388">
                  <a:moveTo>
                    <a:pt x="39505" y="0"/>
                  </a:moveTo>
                  <a:lnTo>
                    <a:pt x="0" y="9838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8" name="Candidate_receptor__2266">
              <a:extLst>
                <a:ext uri="{FF2B5EF4-FFF2-40B4-BE49-F238E27FC236}">
                  <a16:creationId xmlns:a16="http://schemas.microsoft.com/office/drawing/2014/main" id="{A822DFAF-3A35-E90B-E20D-077C968A4311}"/>
                </a:ext>
              </a:extLst>
            </p:cNvPr>
            <p:cNvSpPr>
              <a:spLocks noGrp="1"/>
            </p:cNvSpPr>
            <p:nvPr/>
          </p:nvSpPr>
          <p:spPr>
            <a:xfrm>
              <a:off x="6353146" y="3472112"/>
              <a:ext cx="18930" cy="68862"/>
            </a:xfrm>
            <a:custGeom>
              <a:avLst/>
              <a:gdLst/>
              <a:ahLst/>
              <a:cxnLst/>
              <a:rect l="0" t="0" r="0" b="0"/>
              <a:pathLst>
                <a:path w="18930" h="68862">
                  <a:moveTo>
                    <a:pt x="18930" y="0"/>
                  </a:moveTo>
                  <a:lnTo>
                    <a:pt x="0" y="6886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9" name="Candidate_receptor__2267">
              <a:extLst>
                <a:ext uri="{FF2B5EF4-FFF2-40B4-BE49-F238E27FC236}">
                  <a16:creationId xmlns:a16="http://schemas.microsoft.com/office/drawing/2014/main" id="{855879B4-A38E-45CE-E19C-634FF5484AEF}"/>
                </a:ext>
              </a:extLst>
            </p:cNvPr>
            <p:cNvSpPr>
              <a:spLocks noGrp="1"/>
            </p:cNvSpPr>
            <p:nvPr/>
          </p:nvSpPr>
          <p:spPr>
            <a:xfrm>
              <a:off x="5003671" y="5012417"/>
              <a:ext cx="90674" cy="41504"/>
            </a:xfrm>
            <a:custGeom>
              <a:avLst/>
              <a:gdLst/>
              <a:ahLst/>
              <a:cxnLst/>
              <a:rect l="0" t="0" r="0" b="0"/>
              <a:pathLst>
                <a:path w="90674" h="41504">
                  <a:moveTo>
                    <a:pt x="90674" y="4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0" name="Candidate_receptor__2268">
              <a:extLst>
                <a:ext uri="{FF2B5EF4-FFF2-40B4-BE49-F238E27FC236}">
                  <a16:creationId xmlns:a16="http://schemas.microsoft.com/office/drawing/2014/main" id="{D69646D1-0128-B3E0-16CB-5F8124064BE3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3248"/>
              <a:ext cx="12489" cy="17557"/>
            </a:xfrm>
            <a:custGeom>
              <a:avLst/>
              <a:gdLst/>
              <a:ahLst/>
              <a:cxnLst/>
              <a:rect l="0" t="0" r="0" b="0"/>
              <a:pathLst>
                <a:path w="12489" h="17557">
                  <a:moveTo>
                    <a:pt x="12489" y="17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1" name="Candidate_receptor__2269">
              <a:extLst>
                <a:ext uri="{FF2B5EF4-FFF2-40B4-BE49-F238E27FC236}">
                  <a16:creationId xmlns:a16="http://schemas.microsoft.com/office/drawing/2014/main" id="{4192325C-9E25-EB25-5FC3-D81BF53BAD60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29646"/>
              <a:ext cx="89291" cy="70188"/>
            </a:xfrm>
            <a:custGeom>
              <a:avLst/>
              <a:gdLst/>
              <a:ahLst/>
              <a:cxnLst/>
              <a:rect l="0" t="0" r="0" b="0"/>
              <a:pathLst>
                <a:path w="89291" h="70188">
                  <a:moveTo>
                    <a:pt x="0" y="70188"/>
                  </a:moveTo>
                  <a:lnTo>
                    <a:pt x="8929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2" name="Candidate_receptor__2270">
              <a:extLst>
                <a:ext uri="{FF2B5EF4-FFF2-40B4-BE49-F238E27FC236}">
                  <a16:creationId xmlns:a16="http://schemas.microsoft.com/office/drawing/2014/main" id="{3491D81F-846A-C0C4-E4CF-FA3D3E80EDE4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501708"/>
              <a:ext cx="19122" cy="55030"/>
            </a:xfrm>
            <a:custGeom>
              <a:avLst/>
              <a:gdLst/>
              <a:ahLst/>
              <a:cxnLst/>
              <a:rect l="0" t="0" r="0" b="0"/>
              <a:pathLst>
                <a:path w="19122" h="55030">
                  <a:moveTo>
                    <a:pt x="19122" y="0"/>
                  </a:moveTo>
                  <a:lnTo>
                    <a:pt x="0" y="5503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3" name="Candidate_receptor__2271">
              <a:extLst>
                <a:ext uri="{FF2B5EF4-FFF2-40B4-BE49-F238E27FC236}">
                  <a16:creationId xmlns:a16="http://schemas.microsoft.com/office/drawing/2014/main" id="{B0A1EF67-0B47-0F7A-D91A-5B27273BD30B}"/>
                </a:ext>
              </a:extLst>
            </p:cNvPr>
            <p:cNvSpPr>
              <a:spLocks noGrp="1"/>
            </p:cNvSpPr>
            <p:nvPr/>
          </p:nvSpPr>
          <p:spPr>
            <a:xfrm>
              <a:off x="6632522" y="4276643"/>
              <a:ext cx="102907" cy="20704"/>
            </a:xfrm>
            <a:custGeom>
              <a:avLst/>
              <a:gdLst/>
              <a:ahLst/>
              <a:cxnLst/>
              <a:rect l="0" t="0" r="0" b="0"/>
              <a:pathLst>
                <a:path w="102907" h="20704">
                  <a:moveTo>
                    <a:pt x="102907" y="207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4" name="Candidate_receptor__2272">
              <a:extLst>
                <a:ext uri="{FF2B5EF4-FFF2-40B4-BE49-F238E27FC236}">
                  <a16:creationId xmlns:a16="http://schemas.microsoft.com/office/drawing/2014/main" id="{E125AF29-4E29-BFC6-BBD0-704B4C675927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40974"/>
              <a:ext cx="90621" cy="53656"/>
            </a:xfrm>
            <a:custGeom>
              <a:avLst/>
              <a:gdLst/>
              <a:ahLst/>
              <a:cxnLst/>
              <a:rect l="0" t="0" r="0" b="0"/>
              <a:pathLst>
                <a:path w="90621" h="53656">
                  <a:moveTo>
                    <a:pt x="90621" y="0"/>
                  </a:moveTo>
                  <a:lnTo>
                    <a:pt x="0" y="5365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5" name="Candidate_receptor__2273">
              <a:extLst>
                <a:ext uri="{FF2B5EF4-FFF2-40B4-BE49-F238E27FC236}">
                  <a16:creationId xmlns:a16="http://schemas.microsoft.com/office/drawing/2014/main" id="{2CEB1A8D-F0E5-8CFD-D923-6293A792DEE0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85096"/>
              <a:ext cx="14289" cy="18944"/>
            </a:xfrm>
            <a:custGeom>
              <a:avLst/>
              <a:gdLst/>
              <a:ahLst/>
              <a:cxnLst/>
              <a:rect l="0" t="0" r="0" b="0"/>
              <a:pathLst>
                <a:path w="14289" h="18944">
                  <a:moveTo>
                    <a:pt x="0" y="18944"/>
                  </a:moveTo>
                  <a:lnTo>
                    <a:pt x="1428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6" name="Candidate_receptor__2274">
              <a:extLst>
                <a:ext uri="{FF2B5EF4-FFF2-40B4-BE49-F238E27FC236}">
                  <a16:creationId xmlns:a16="http://schemas.microsoft.com/office/drawing/2014/main" id="{0EF530D3-2581-7EB3-15D6-A9C6D60C15C1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5002624"/>
              <a:ext cx="58505" cy="9794"/>
            </a:xfrm>
            <a:custGeom>
              <a:avLst/>
              <a:gdLst/>
              <a:ahLst/>
              <a:cxnLst/>
              <a:rect l="0" t="0" r="0" b="0"/>
              <a:pathLst>
                <a:path w="58505" h="9794">
                  <a:moveTo>
                    <a:pt x="58505" y="97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7" name="Candidate_receptor__2275">
              <a:extLst>
                <a:ext uri="{FF2B5EF4-FFF2-40B4-BE49-F238E27FC236}">
                  <a16:creationId xmlns:a16="http://schemas.microsoft.com/office/drawing/2014/main" id="{A94625AD-DAEA-08AD-6824-0757AE209A6E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643297"/>
              <a:ext cx="75208" cy="74659"/>
            </a:xfrm>
            <a:custGeom>
              <a:avLst/>
              <a:gdLst/>
              <a:ahLst/>
              <a:cxnLst/>
              <a:rect l="0" t="0" r="0" b="0"/>
              <a:pathLst>
                <a:path w="75208" h="74659">
                  <a:moveTo>
                    <a:pt x="75208" y="746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8" name="Candidate_receptor__2276">
              <a:extLst>
                <a:ext uri="{FF2B5EF4-FFF2-40B4-BE49-F238E27FC236}">
                  <a16:creationId xmlns:a16="http://schemas.microsoft.com/office/drawing/2014/main" id="{F3926605-1C19-8E3B-93BE-B92221928339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30580"/>
              <a:ext cx="35149" cy="30101"/>
            </a:xfrm>
            <a:custGeom>
              <a:avLst/>
              <a:gdLst/>
              <a:ahLst/>
              <a:cxnLst/>
              <a:rect l="0" t="0" r="0" b="0"/>
              <a:pathLst>
                <a:path w="35149" h="30101">
                  <a:moveTo>
                    <a:pt x="0" y="30101"/>
                  </a:moveTo>
                  <a:lnTo>
                    <a:pt x="3514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9" name="Candidate_receptor__2277">
              <a:extLst>
                <a:ext uri="{FF2B5EF4-FFF2-40B4-BE49-F238E27FC236}">
                  <a16:creationId xmlns:a16="http://schemas.microsoft.com/office/drawing/2014/main" id="{6E0BE369-A202-151F-4724-A2F3C336F67B}"/>
                </a:ext>
              </a:extLst>
            </p:cNvPr>
            <p:cNvSpPr>
              <a:spLocks noGrp="1"/>
            </p:cNvSpPr>
            <p:nvPr/>
          </p:nvSpPr>
          <p:spPr>
            <a:xfrm>
              <a:off x="6656978" y="4400386"/>
              <a:ext cx="41625" cy="32216"/>
            </a:xfrm>
            <a:custGeom>
              <a:avLst/>
              <a:gdLst/>
              <a:ahLst/>
              <a:cxnLst/>
              <a:rect l="0" t="0" r="0" b="0"/>
              <a:pathLst>
                <a:path w="41625" h="32216">
                  <a:moveTo>
                    <a:pt x="0" y="32216"/>
                  </a:moveTo>
                  <a:lnTo>
                    <a:pt x="4162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0" name="Candidate_receptor__2278">
              <a:extLst>
                <a:ext uri="{FF2B5EF4-FFF2-40B4-BE49-F238E27FC236}">
                  <a16:creationId xmlns:a16="http://schemas.microsoft.com/office/drawing/2014/main" id="{9E13F33C-284A-79AA-2CE4-1A5DE822EFE0}"/>
                </a:ext>
              </a:extLst>
            </p:cNvPr>
            <p:cNvSpPr>
              <a:spLocks noGrp="1"/>
            </p:cNvSpPr>
            <p:nvPr/>
          </p:nvSpPr>
          <p:spPr>
            <a:xfrm>
              <a:off x="4637596" y="4505925"/>
              <a:ext cx="112762" cy="19257"/>
            </a:xfrm>
            <a:custGeom>
              <a:avLst/>
              <a:gdLst/>
              <a:ahLst/>
              <a:cxnLst/>
              <a:rect l="0" t="0" r="0" b="0"/>
              <a:pathLst>
                <a:path w="112762" h="19257">
                  <a:moveTo>
                    <a:pt x="112762" y="0"/>
                  </a:moveTo>
                  <a:lnTo>
                    <a:pt x="0" y="19257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1" name="Candidate_receptor__2279">
              <a:extLst>
                <a:ext uri="{FF2B5EF4-FFF2-40B4-BE49-F238E27FC236}">
                  <a16:creationId xmlns:a16="http://schemas.microsoft.com/office/drawing/2014/main" id="{8534CEF8-2AE6-CFC8-2830-F05850893012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52441"/>
              <a:ext cx="113151" cy="23268"/>
            </a:xfrm>
            <a:custGeom>
              <a:avLst/>
              <a:gdLst/>
              <a:ahLst/>
              <a:cxnLst/>
              <a:rect l="0" t="0" r="0" b="0"/>
              <a:pathLst>
                <a:path w="113151" h="23268">
                  <a:moveTo>
                    <a:pt x="113151" y="232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2" name="Candidate_receptor__2280">
              <a:extLst>
                <a:ext uri="{FF2B5EF4-FFF2-40B4-BE49-F238E27FC236}">
                  <a16:creationId xmlns:a16="http://schemas.microsoft.com/office/drawing/2014/main" id="{E1E4D78F-E43B-1670-5242-C001069D3BED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76643"/>
              <a:ext cx="53824" cy="21552"/>
            </a:xfrm>
            <a:custGeom>
              <a:avLst/>
              <a:gdLst/>
              <a:ahLst/>
              <a:cxnLst/>
              <a:rect l="0" t="0" r="0" b="0"/>
              <a:pathLst>
                <a:path w="53824" h="21552">
                  <a:moveTo>
                    <a:pt x="53824" y="0"/>
                  </a:moveTo>
                  <a:lnTo>
                    <a:pt x="0" y="2155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3" name="Candidate_receptor__2281">
              <a:extLst>
                <a:ext uri="{FF2B5EF4-FFF2-40B4-BE49-F238E27FC236}">
                  <a16:creationId xmlns:a16="http://schemas.microsoft.com/office/drawing/2014/main" id="{DA032A42-524E-3151-681F-7B4846D190F9}"/>
                </a:ext>
              </a:extLst>
            </p:cNvPr>
            <p:cNvSpPr>
              <a:spLocks noGrp="1"/>
            </p:cNvSpPr>
            <p:nvPr/>
          </p:nvSpPr>
          <p:spPr>
            <a:xfrm>
              <a:off x="5214030" y="4313103"/>
              <a:ext cx="62690" cy="76668"/>
            </a:xfrm>
            <a:custGeom>
              <a:avLst/>
              <a:gdLst/>
              <a:ahLst/>
              <a:cxnLst/>
              <a:rect l="0" t="0" r="0" b="0"/>
              <a:pathLst>
                <a:path w="62690" h="76668">
                  <a:moveTo>
                    <a:pt x="0" y="0"/>
                  </a:moveTo>
                  <a:lnTo>
                    <a:pt x="62690" y="7666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4" name="Candidate_receptor__2282">
              <a:extLst>
                <a:ext uri="{FF2B5EF4-FFF2-40B4-BE49-F238E27FC236}">
                  <a16:creationId xmlns:a16="http://schemas.microsoft.com/office/drawing/2014/main" id="{B810A56E-76A6-1EC6-0FCE-07CEB2927795}"/>
                </a:ext>
              </a:extLst>
            </p:cNvPr>
            <p:cNvSpPr>
              <a:spLocks noGrp="1"/>
            </p:cNvSpPr>
            <p:nvPr/>
          </p:nvSpPr>
          <p:spPr>
            <a:xfrm>
              <a:off x="6203265" y="4378120"/>
              <a:ext cx="60433" cy="93379"/>
            </a:xfrm>
            <a:custGeom>
              <a:avLst/>
              <a:gdLst/>
              <a:ahLst/>
              <a:cxnLst/>
              <a:rect l="0" t="0" r="0" b="0"/>
              <a:pathLst>
                <a:path w="60433" h="93379">
                  <a:moveTo>
                    <a:pt x="60433" y="93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5" name="Candidate_receptor__2283">
              <a:extLst>
                <a:ext uri="{FF2B5EF4-FFF2-40B4-BE49-F238E27FC236}">
                  <a16:creationId xmlns:a16="http://schemas.microsoft.com/office/drawing/2014/main" id="{36833917-8D38-0CCD-64C8-161FC9C061A1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47234" cy="25929"/>
            </a:xfrm>
            <a:custGeom>
              <a:avLst/>
              <a:gdLst/>
              <a:ahLst/>
              <a:cxnLst/>
              <a:rect l="0" t="0" r="0" b="0"/>
              <a:pathLst>
                <a:path w="47234" h="25929">
                  <a:moveTo>
                    <a:pt x="0" y="0"/>
                  </a:moveTo>
                  <a:lnTo>
                    <a:pt x="47234" y="25929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6" name="Candidate_receptor__2284">
              <a:extLst>
                <a:ext uri="{FF2B5EF4-FFF2-40B4-BE49-F238E27FC236}">
                  <a16:creationId xmlns:a16="http://schemas.microsoft.com/office/drawing/2014/main" id="{CC4CA225-F253-BEDF-DE8C-5C5FE825061D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13103"/>
              <a:ext cx="87153" cy="23376"/>
            </a:xfrm>
            <a:custGeom>
              <a:avLst/>
              <a:gdLst/>
              <a:ahLst/>
              <a:cxnLst/>
              <a:rect l="0" t="0" r="0" b="0"/>
              <a:pathLst>
                <a:path w="87153" h="23376">
                  <a:moveTo>
                    <a:pt x="0" y="23376"/>
                  </a:moveTo>
                  <a:lnTo>
                    <a:pt x="8715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7" name="Candidate_receptor__2285">
              <a:extLst>
                <a:ext uri="{FF2B5EF4-FFF2-40B4-BE49-F238E27FC236}">
                  <a16:creationId xmlns:a16="http://schemas.microsoft.com/office/drawing/2014/main" id="{2A50D499-3A3A-47DC-A919-E4A6F15B8257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08771"/>
              <a:ext cx="60895" cy="58531"/>
            </a:xfrm>
            <a:custGeom>
              <a:avLst/>
              <a:gdLst/>
              <a:ahLst/>
              <a:cxnLst/>
              <a:rect l="0" t="0" r="0" b="0"/>
              <a:pathLst>
                <a:path w="60895" h="58531">
                  <a:moveTo>
                    <a:pt x="0" y="58531"/>
                  </a:moveTo>
                  <a:lnTo>
                    <a:pt x="6089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8" name="Candidate_receptor__2286">
              <a:extLst>
                <a:ext uri="{FF2B5EF4-FFF2-40B4-BE49-F238E27FC236}">
                  <a16:creationId xmlns:a16="http://schemas.microsoft.com/office/drawing/2014/main" id="{CA41510E-86E3-239D-7122-DAB3E7F7C676}"/>
                </a:ext>
              </a:extLst>
            </p:cNvPr>
            <p:cNvSpPr>
              <a:spLocks noGrp="1"/>
            </p:cNvSpPr>
            <p:nvPr/>
          </p:nvSpPr>
          <p:spPr>
            <a:xfrm>
              <a:off x="5022783" y="5053921"/>
              <a:ext cx="71563" cy="76659"/>
            </a:xfrm>
            <a:custGeom>
              <a:avLst/>
              <a:gdLst/>
              <a:ahLst/>
              <a:cxnLst/>
              <a:rect l="0" t="0" r="0" b="0"/>
              <a:pathLst>
                <a:path w="71563" h="76659">
                  <a:moveTo>
                    <a:pt x="0" y="76659"/>
                  </a:moveTo>
                  <a:lnTo>
                    <a:pt x="7156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9" name="Candidate_receptor__2287">
              <a:extLst>
                <a:ext uri="{FF2B5EF4-FFF2-40B4-BE49-F238E27FC236}">
                  <a16:creationId xmlns:a16="http://schemas.microsoft.com/office/drawing/2014/main" id="{25F1BFDB-EB70-A31D-A7B3-B8D52143ECA3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4757"/>
              <a:ext cx="109596" cy="701"/>
            </a:xfrm>
            <a:custGeom>
              <a:avLst/>
              <a:gdLst/>
              <a:ahLst/>
              <a:cxnLst/>
              <a:rect l="0" t="0" r="0" b="0"/>
              <a:pathLst>
                <a:path w="109596" h="701">
                  <a:moveTo>
                    <a:pt x="0" y="701"/>
                  </a:moveTo>
                  <a:lnTo>
                    <a:pt x="10959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70" name="Candidate_receptor__2288">
              <a:extLst>
                <a:ext uri="{FF2B5EF4-FFF2-40B4-BE49-F238E27FC236}">
                  <a16:creationId xmlns:a16="http://schemas.microsoft.com/office/drawing/2014/main" id="{D6AF5B96-2D58-7002-B1EB-09DEB271ED42}"/>
                </a:ext>
              </a:extLst>
            </p:cNvPr>
            <p:cNvSpPr>
              <a:spLocks noGrp="1"/>
            </p:cNvSpPr>
            <p:nvPr/>
          </p:nvSpPr>
          <p:spPr>
            <a:xfrm>
              <a:off x="6698603" y="4297348"/>
              <a:ext cx="36826" cy="103039"/>
            </a:xfrm>
            <a:custGeom>
              <a:avLst/>
              <a:gdLst/>
              <a:ahLst/>
              <a:cxnLst/>
              <a:rect l="0" t="0" r="0" b="0"/>
              <a:pathLst>
                <a:path w="36826" h="103039">
                  <a:moveTo>
                    <a:pt x="0" y="103039"/>
                  </a:moveTo>
                  <a:lnTo>
                    <a:pt x="368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71" name="Candidate_receptor__2289">
              <a:extLst>
                <a:ext uri="{FF2B5EF4-FFF2-40B4-BE49-F238E27FC236}">
                  <a16:creationId xmlns:a16="http://schemas.microsoft.com/office/drawing/2014/main" id="{20ECF7DA-2CB3-8EF8-5C83-C3738F9A0CA1}"/>
                </a:ext>
              </a:extLst>
            </p:cNvPr>
            <p:cNvSpPr>
              <a:spLocks noGrp="1"/>
            </p:cNvSpPr>
            <p:nvPr/>
          </p:nvSpPr>
          <p:spPr>
            <a:xfrm>
              <a:off x="5196268" y="4389771"/>
              <a:ext cx="80452" cy="81034"/>
            </a:xfrm>
            <a:custGeom>
              <a:avLst/>
              <a:gdLst/>
              <a:ahLst/>
              <a:cxnLst/>
              <a:rect l="0" t="0" r="0" b="0"/>
              <a:pathLst>
                <a:path w="80452" h="81034">
                  <a:moveTo>
                    <a:pt x="80452" y="0"/>
                  </a:moveTo>
                  <a:lnTo>
                    <a:pt x="0" y="8103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72" name="Candidate_receptor__2290">
              <a:extLst>
                <a:ext uri="{FF2B5EF4-FFF2-40B4-BE49-F238E27FC236}">
                  <a16:creationId xmlns:a16="http://schemas.microsoft.com/office/drawing/2014/main" id="{11366C58-B195-BDC7-1158-778EE951BA9E}"/>
                </a:ext>
              </a:extLst>
            </p:cNvPr>
            <p:cNvSpPr>
              <a:spLocks noGrp="1"/>
            </p:cNvSpPr>
            <p:nvPr/>
          </p:nvSpPr>
          <p:spPr>
            <a:xfrm>
              <a:off x="4750358" y="4505925"/>
              <a:ext cx="17038" cy="102846"/>
            </a:xfrm>
            <a:custGeom>
              <a:avLst/>
              <a:gdLst/>
              <a:ahLst/>
              <a:cxnLst/>
              <a:rect l="0" t="0" r="0" b="0"/>
              <a:pathLst>
                <a:path w="17038" h="102846">
                  <a:moveTo>
                    <a:pt x="17038" y="102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73" name="Candidate_receptor__2291">
              <a:extLst>
                <a:ext uri="{FF2B5EF4-FFF2-40B4-BE49-F238E27FC236}">
                  <a16:creationId xmlns:a16="http://schemas.microsoft.com/office/drawing/2014/main" id="{1FCD51E1-8BB7-7726-1B1F-E2DEF714A0BF}"/>
                </a:ext>
              </a:extLst>
            </p:cNvPr>
            <p:cNvSpPr>
              <a:spLocks noGrp="1"/>
            </p:cNvSpPr>
            <p:nvPr/>
          </p:nvSpPr>
          <p:spPr>
            <a:xfrm>
              <a:off x="5259218" y="4754757"/>
              <a:ext cx="29407" cy="92099"/>
            </a:xfrm>
            <a:custGeom>
              <a:avLst/>
              <a:gdLst/>
              <a:ahLst/>
              <a:cxnLst/>
              <a:rect l="0" t="0" r="0" b="0"/>
              <a:pathLst>
                <a:path w="29407" h="92099">
                  <a:moveTo>
                    <a:pt x="0" y="0"/>
                  </a:moveTo>
                  <a:lnTo>
                    <a:pt x="29407" y="92099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74" name="Candidate_receptor__2292">
              <a:extLst>
                <a:ext uri="{FF2B5EF4-FFF2-40B4-BE49-F238E27FC236}">
                  <a16:creationId xmlns:a16="http://schemas.microsoft.com/office/drawing/2014/main" id="{7E9DB8F8-6146-A523-7B3C-BF4C25623849}"/>
                </a:ext>
              </a:extLst>
            </p:cNvPr>
            <p:cNvSpPr>
              <a:spLocks noGrp="1"/>
            </p:cNvSpPr>
            <p:nvPr/>
          </p:nvSpPr>
          <p:spPr>
            <a:xfrm>
              <a:off x="6389586" y="3380920"/>
              <a:ext cx="34164" cy="15622"/>
            </a:xfrm>
            <a:custGeom>
              <a:avLst/>
              <a:gdLst/>
              <a:ahLst/>
              <a:cxnLst/>
              <a:rect l="0" t="0" r="0" b="0"/>
              <a:pathLst>
                <a:path w="34164" h="15622">
                  <a:moveTo>
                    <a:pt x="34164" y="156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51975" name="Candidate_receptor__2293">
              <a:extLst>
                <a:ext uri="{FF2B5EF4-FFF2-40B4-BE49-F238E27FC236}">
                  <a16:creationId xmlns:a16="http://schemas.microsoft.com/office/drawing/2014/main" id="{8CE6D9FD-F3B1-A583-FF61-E77D0B28CD56}"/>
                </a:ext>
              </a:extLst>
            </p:cNvPr>
            <p:cNvSpPr>
              <a:spLocks noGrp="1"/>
            </p:cNvSpPr>
            <p:nvPr/>
          </p:nvSpPr>
          <p:spPr>
            <a:xfrm>
              <a:off x="5035047" y="4875709"/>
              <a:ext cx="9977" cy="75079"/>
            </a:xfrm>
            <a:custGeom>
              <a:avLst/>
              <a:gdLst/>
              <a:ahLst/>
              <a:cxnLst/>
              <a:rect l="0" t="0" r="0" b="0"/>
              <a:pathLst>
                <a:path w="9977" h="75079">
                  <a:moveTo>
                    <a:pt x="0" y="75079"/>
                  </a:moveTo>
                  <a:lnTo>
                    <a:pt x="9977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76" name="Candidate_receptor__2294">
              <a:extLst>
                <a:ext uri="{FF2B5EF4-FFF2-40B4-BE49-F238E27FC236}">
                  <a16:creationId xmlns:a16="http://schemas.microsoft.com/office/drawing/2014/main" id="{D3DE3035-F149-C859-4A89-48BD2CA30E01}"/>
                </a:ext>
              </a:extLst>
            </p:cNvPr>
            <p:cNvSpPr>
              <a:spLocks noGrp="1"/>
            </p:cNvSpPr>
            <p:nvPr/>
          </p:nvSpPr>
          <p:spPr>
            <a:xfrm>
              <a:off x="6526812" y="4146378"/>
              <a:ext cx="114772" cy="12466"/>
            </a:xfrm>
            <a:custGeom>
              <a:avLst/>
              <a:gdLst/>
              <a:ahLst/>
              <a:cxnLst/>
              <a:rect l="0" t="0" r="0" b="0"/>
              <a:pathLst>
                <a:path w="114772" h="12466">
                  <a:moveTo>
                    <a:pt x="114772" y="0"/>
                  </a:moveTo>
                  <a:lnTo>
                    <a:pt x="0" y="12466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77" name="Candidate_receptor__2295">
              <a:extLst>
                <a:ext uri="{FF2B5EF4-FFF2-40B4-BE49-F238E27FC236}">
                  <a16:creationId xmlns:a16="http://schemas.microsoft.com/office/drawing/2014/main" id="{A4923C35-9946-3E60-81B7-E275D008B560}"/>
                </a:ext>
              </a:extLst>
            </p:cNvPr>
            <p:cNvSpPr>
              <a:spLocks noGrp="1"/>
            </p:cNvSpPr>
            <p:nvPr/>
          </p:nvSpPr>
          <p:spPr>
            <a:xfrm>
              <a:off x="6166310" y="4471499"/>
              <a:ext cx="97388" cy="48440"/>
            </a:xfrm>
            <a:custGeom>
              <a:avLst/>
              <a:gdLst/>
              <a:ahLst/>
              <a:cxnLst/>
              <a:rect l="0" t="0" r="0" b="0"/>
              <a:pathLst>
                <a:path w="97388" h="48440">
                  <a:moveTo>
                    <a:pt x="0" y="48440"/>
                  </a:moveTo>
                  <a:lnTo>
                    <a:pt x="973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78" name="Candidate_receptor__2296">
              <a:extLst>
                <a:ext uri="{FF2B5EF4-FFF2-40B4-BE49-F238E27FC236}">
                  <a16:creationId xmlns:a16="http://schemas.microsoft.com/office/drawing/2014/main" id="{98C01410-90C2-C89A-6F69-F21D62C407C2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395753"/>
              <a:ext cx="100249" cy="41040"/>
            </a:xfrm>
            <a:custGeom>
              <a:avLst/>
              <a:gdLst/>
              <a:ahLst/>
              <a:cxnLst/>
              <a:rect l="0" t="0" r="0" b="0"/>
              <a:pathLst>
                <a:path w="100249" h="41040">
                  <a:moveTo>
                    <a:pt x="100249" y="0"/>
                  </a:moveTo>
                  <a:lnTo>
                    <a:pt x="0" y="4104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79" name="Candidate_receptor__2297">
              <a:extLst>
                <a:ext uri="{FF2B5EF4-FFF2-40B4-BE49-F238E27FC236}">
                  <a16:creationId xmlns:a16="http://schemas.microsoft.com/office/drawing/2014/main" id="{A3CC3A50-8BEC-0A4F-D87A-B3D96C5D1192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525182"/>
              <a:ext cx="12520" cy="40852"/>
            </a:xfrm>
            <a:custGeom>
              <a:avLst/>
              <a:gdLst/>
              <a:ahLst/>
              <a:cxnLst/>
              <a:rect l="0" t="0" r="0" b="0"/>
              <a:pathLst>
                <a:path w="12520" h="40852">
                  <a:moveTo>
                    <a:pt x="12520" y="0"/>
                  </a:moveTo>
                  <a:lnTo>
                    <a:pt x="0" y="40852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80" name="Candidate_receptor__2298">
              <a:extLst>
                <a:ext uri="{FF2B5EF4-FFF2-40B4-BE49-F238E27FC236}">
                  <a16:creationId xmlns:a16="http://schemas.microsoft.com/office/drawing/2014/main" id="{BB4B52BC-5F51-18FB-1FEE-E9F2513E2780}"/>
                </a:ext>
              </a:extLst>
            </p:cNvPr>
            <p:cNvSpPr>
              <a:spLocks noGrp="1"/>
            </p:cNvSpPr>
            <p:nvPr/>
          </p:nvSpPr>
          <p:spPr>
            <a:xfrm>
              <a:off x="6271941" y="4644584"/>
              <a:ext cx="54338" cy="73373"/>
            </a:xfrm>
            <a:custGeom>
              <a:avLst/>
              <a:gdLst/>
              <a:ahLst/>
              <a:cxnLst/>
              <a:rect l="0" t="0" r="0" b="0"/>
              <a:pathLst>
                <a:path w="54338" h="73373">
                  <a:moveTo>
                    <a:pt x="54338" y="0"/>
                  </a:moveTo>
                  <a:lnTo>
                    <a:pt x="0" y="73373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51981" name="Candidate_receptor__2299">
              <a:extLst>
                <a:ext uri="{FF2B5EF4-FFF2-40B4-BE49-F238E27FC236}">
                  <a16:creationId xmlns:a16="http://schemas.microsoft.com/office/drawing/2014/main" id="{E23EC908-5427-6537-F302-5525CFA82B43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52270" cy="4715"/>
            </a:xfrm>
            <a:custGeom>
              <a:avLst/>
              <a:gdLst/>
              <a:ahLst/>
              <a:cxnLst/>
              <a:rect l="0" t="0" r="0" b="0"/>
              <a:pathLst>
                <a:path w="52270" h="4715">
                  <a:moveTo>
                    <a:pt x="52270" y="47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82" name="Candidate_receptor__2300">
              <a:extLst>
                <a:ext uri="{FF2B5EF4-FFF2-40B4-BE49-F238E27FC236}">
                  <a16:creationId xmlns:a16="http://schemas.microsoft.com/office/drawing/2014/main" id="{CDE29422-5939-880D-083B-5C40419AD154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482800"/>
              <a:ext cx="73843" cy="73937"/>
            </a:xfrm>
            <a:custGeom>
              <a:avLst/>
              <a:gdLst/>
              <a:ahLst/>
              <a:cxnLst/>
              <a:rect l="0" t="0" r="0" b="0"/>
              <a:pathLst>
                <a:path w="73843" h="73937">
                  <a:moveTo>
                    <a:pt x="0" y="73937"/>
                  </a:moveTo>
                  <a:lnTo>
                    <a:pt x="73843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83" name="Candidate_receptor__2301">
              <a:extLst>
                <a:ext uri="{FF2B5EF4-FFF2-40B4-BE49-F238E27FC236}">
                  <a16:creationId xmlns:a16="http://schemas.microsoft.com/office/drawing/2014/main" id="{FA27E11E-3D79-28D7-BBD5-62476FC666BC}"/>
                </a:ext>
              </a:extLst>
            </p:cNvPr>
            <p:cNvSpPr>
              <a:spLocks noGrp="1"/>
            </p:cNvSpPr>
            <p:nvPr/>
          </p:nvSpPr>
          <p:spPr>
            <a:xfrm>
              <a:off x="5504328" y="4395753"/>
              <a:ext cx="61133" cy="87048"/>
            </a:xfrm>
            <a:custGeom>
              <a:avLst/>
              <a:gdLst/>
              <a:ahLst/>
              <a:cxnLst/>
              <a:rect l="0" t="0" r="0" b="0"/>
              <a:pathLst>
                <a:path w="61133" h="87048">
                  <a:moveTo>
                    <a:pt x="61133" y="870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84" name="Candidate_receptor__2302">
              <a:extLst>
                <a:ext uri="{FF2B5EF4-FFF2-40B4-BE49-F238E27FC236}">
                  <a16:creationId xmlns:a16="http://schemas.microsoft.com/office/drawing/2014/main" id="{7AB0DD24-BDF6-325D-2404-BDF48D40EF8C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91231"/>
              <a:ext cx="98158" cy="12739"/>
            </a:xfrm>
            <a:custGeom>
              <a:avLst/>
              <a:gdLst/>
              <a:ahLst/>
              <a:cxnLst/>
              <a:rect l="0" t="0" r="0" b="0"/>
              <a:pathLst>
                <a:path w="98158" h="12739">
                  <a:moveTo>
                    <a:pt x="98158" y="12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85" name="Candidate_receptor__2303">
              <a:extLst>
                <a:ext uri="{FF2B5EF4-FFF2-40B4-BE49-F238E27FC236}">
                  <a16:creationId xmlns:a16="http://schemas.microsoft.com/office/drawing/2014/main" id="{4DC2130B-7B15-0A30-6011-FEF4EEEA6C8B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46857"/>
              <a:ext cx="95541" cy="57184"/>
            </a:xfrm>
            <a:custGeom>
              <a:avLst/>
              <a:gdLst/>
              <a:ahLst/>
              <a:cxnLst/>
              <a:rect l="0" t="0" r="0" b="0"/>
              <a:pathLst>
                <a:path w="95541" h="57184">
                  <a:moveTo>
                    <a:pt x="95541" y="0"/>
                  </a:moveTo>
                  <a:lnTo>
                    <a:pt x="0" y="57184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86" name="Candidate_receptor__2304">
              <a:extLst>
                <a:ext uri="{FF2B5EF4-FFF2-40B4-BE49-F238E27FC236}">
                  <a16:creationId xmlns:a16="http://schemas.microsoft.com/office/drawing/2014/main" id="{BF60777A-ABB3-3DB6-7492-EFD89FC7C7FA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4950788"/>
              <a:ext cx="89881" cy="51836"/>
            </a:xfrm>
            <a:custGeom>
              <a:avLst/>
              <a:gdLst/>
              <a:ahLst/>
              <a:cxnLst/>
              <a:rect l="0" t="0" r="0" b="0"/>
              <a:pathLst>
                <a:path w="89881" h="51836">
                  <a:moveTo>
                    <a:pt x="0" y="51836"/>
                  </a:moveTo>
                  <a:lnTo>
                    <a:pt x="89881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87" name="Candidate_receptor__2305">
              <a:extLst>
                <a:ext uri="{FF2B5EF4-FFF2-40B4-BE49-F238E27FC236}">
                  <a16:creationId xmlns:a16="http://schemas.microsoft.com/office/drawing/2014/main" id="{8C54CFBD-7972-E8C1-67AC-AFAD1F4DDE3A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34220"/>
              <a:ext cx="8488" cy="18220"/>
            </a:xfrm>
            <a:custGeom>
              <a:avLst/>
              <a:gdLst/>
              <a:ahLst/>
              <a:cxnLst/>
              <a:rect l="0" t="0" r="0" b="0"/>
              <a:pathLst>
                <a:path w="8488" h="18220">
                  <a:moveTo>
                    <a:pt x="0" y="18220"/>
                  </a:moveTo>
                  <a:lnTo>
                    <a:pt x="84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88" name="Candidate_receptor__2306">
              <a:extLst>
                <a:ext uri="{FF2B5EF4-FFF2-40B4-BE49-F238E27FC236}">
                  <a16:creationId xmlns:a16="http://schemas.microsoft.com/office/drawing/2014/main" id="{5D3010F3-E22E-BC94-CA53-823057F8FC22}"/>
                </a:ext>
              </a:extLst>
            </p:cNvPr>
            <p:cNvSpPr>
              <a:spLocks noGrp="1"/>
            </p:cNvSpPr>
            <p:nvPr/>
          </p:nvSpPr>
          <p:spPr>
            <a:xfrm>
              <a:off x="4990283" y="4703969"/>
              <a:ext cx="43384" cy="63066"/>
            </a:xfrm>
            <a:custGeom>
              <a:avLst/>
              <a:gdLst/>
              <a:ahLst/>
              <a:cxnLst/>
              <a:rect l="0" t="0" r="0" b="0"/>
              <a:pathLst>
                <a:path w="43384" h="63066">
                  <a:moveTo>
                    <a:pt x="43384" y="630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89" name="Candidate_receptor__2307">
              <a:extLst>
                <a:ext uri="{FF2B5EF4-FFF2-40B4-BE49-F238E27FC236}">
                  <a16:creationId xmlns:a16="http://schemas.microsoft.com/office/drawing/2014/main" id="{D79A2DAC-C84C-928B-5B28-DB666ADAEF0E}"/>
                </a:ext>
              </a:extLst>
            </p:cNvPr>
            <p:cNvSpPr>
              <a:spLocks noGrp="1"/>
            </p:cNvSpPr>
            <p:nvPr/>
          </p:nvSpPr>
          <p:spPr>
            <a:xfrm>
              <a:off x="6641583" y="4146378"/>
              <a:ext cx="12010" cy="86526"/>
            </a:xfrm>
            <a:custGeom>
              <a:avLst/>
              <a:gdLst/>
              <a:ahLst/>
              <a:cxnLst/>
              <a:rect l="0" t="0" r="0" b="0"/>
              <a:pathLst>
                <a:path w="12010" h="86526">
                  <a:moveTo>
                    <a:pt x="12010" y="86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0" name="Candidate_receptor__2308">
              <a:extLst>
                <a:ext uri="{FF2B5EF4-FFF2-40B4-BE49-F238E27FC236}">
                  <a16:creationId xmlns:a16="http://schemas.microsoft.com/office/drawing/2014/main" id="{7D73C177-F050-716E-1722-B87C2BF2F06E}"/>
                </a:ext>
              </a:extLst>
            </p:cNvPr>
            <p:cNvSpPr>
              <a:spLocks noGrp="1"/>
            </p:cNvSpPr>
            <p:nvPr/>
          </p:nvSpPr>
          <p:spPr>
            <a:xfrm>
              <a:off x="4923392" y="4533619"/>
              <a:ext cx="88632" cy="44770"/>
            </a:xfrm>
            <a:custGeom>
              <a:avLst/>
              <a:gdLst/>
              <a:ahLst/>
              <a:cxnLst/>
              <a:rect l="0" t="0" r="0" b="0"/>
              <a:pathLst>
                <a:path w="88632" h="44770">
                  <a:moveTo>
                    <a:pt x="88632" y="447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1" name="Candidate_receptor__2309">
              <a:extLst>
                <a:ext uri="{FF2B5EF4-FFF2-40B4-BE49-F238E27FC236}">
                  <a16:creationId xmlns:a16="http://schemas.microsoft.com/office/drawing/2014/main" id="{24F1C705-14CD-F6C3-9E07-DD26440F8B00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32904"/>
              <a:ext cx="74896" cy="65292"/>
            </a:xfrm>
            <a:custGeom>
              <a:avLst/>
              <a:gdLst/>
              <a:ahLst/>
              <a:cxnLst/>
              <a:rect l="0" t="0" r="0" b="0"/>
              <a:pathLst>
                <a:path w="74896" h="65292">
                  <a:moveTo>
                    <a:pt x="0" y="65292"/>
                  </a:moveTo>
                  <a:lnTo>
                    <a:pt x="7489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2" name="Candidate_receptor__2310">
              <a:extLst>
                <a:ext uri="{FF2B5EF4-FFF2-40B4-BE49-F238E27FC236}">
                  <a16:creationId xmlns:a16="http://schemas.microsoft.com/office/drawing/2014/main" id="{14D21D40-F328-05FD-FCAF-3DF04A8F2538}"/>
                </a:ext>
              </a:extLst>
            </p:cNvPr>
            <p:cNvSpPr>
              <a:spLocks noGrp="1"/>
            </p:cNvSpPr>
            <p:nvPr/>
          </p:nvSpPr>
          <p:spPr>
            <a:xfrm>
              <a:off x="4529436" y="4393451"/>
              <a:ext cx="110590" cy="33023"/>
            </a:xfrm>
            <a:custGeom>
              <a:avLst/>
              <a:gdLst/>
              <a:ahLst/>
              <a:cxnLst/>
              <a:rect l="0" t="0" r="0" b="0"/>
              <a:pathLst>
                <a:path w="110590" h="33023">
                  <a:moveTo>
                    <a:pt x="110590" y="0"/>
                  </a:moveTo>
                  <a:lnTo>
                    <a:pt x="0" y="33023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3" name="Candidate_receptor__2311">
              <a:extLst>
                <a:ext uri="{FF2B5EF4-FFF2-40B4-BE49-F238E27FC236}">
                  <a16:creationId xmlns:a16="http://schemas.microsoft.com/office/drawing/2014/main" id="{BF44DB8C-673F-6F3E-844F-6FC90758F10F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5458"/>
              <a:ext cx="34010" cy="14546"/>
            </a:xfrm>
            <a:custGeom>
              <a:avLst/>
              <a:gdLst/>
              <a:ahLst/>
              <a:cxnLst/>
              <a:rect l="0" t="0" r="0" b="0"/>
              <a:pathLst>
                <a:path w="34010" h="14546">
                  <a:moveTo>
                    <a:pt x="34010" y="14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4" name="Candidate_receptor__2312">
              <a:extLst>
                <a:ext uri="{FF2B5EF4-FFF2-40B4-BE49-F238E27FC236}">
                  <a16:creationId xmlns:a16="http://schemas.microsoft.com/office/drawing/2014/main" id="{EC2FDA5A-6B50-D480-4F5F-3E551ECF5A68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23667"/>
              <a:ext cx="69915" cy="12812"/>
            </a:xfrm>
            <a:custGeom>
              <a:avLst/>
              <a:gdLst/>
              <a:ahLst/>
              <a:cxnLst/>
              <a:rect l="0" t="0" r="0" b="0"/>
              <a:pathLst>
                <a:path w="69915" h="12812">
                  <a:moveTo>
                    <a:pt x="69915" y="0"/>
                  </a:moveTo>
                  <a:lnTo>
                    <a:pt x="0" y="12812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5" name="Candidate_receptor__2313">
              <a:extLst>
                <a:ext uri="{FF2B5EF4-FFF2-40B4-BE49-F238E27FC236}">
                  <a16:creationId xmlns:a16="http://schemas.microsoft.com/office/drawing/2014/main" id="{938264CC-F28B-E739-2EB0-556B3254CD91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89814" cy="70425"/>
            </a:xfrm>
            <a:custGeom>
              <a:avLst/>
              <a:gdLst/>
              <a:ahLst/>
              <a:cxnLst/>
              <a:rect l="0" t="0" r="0" b="0"/>
              <a:pathLst>
                <a:path w="89814" h="70425">
                  <a:moveTo>
                    <a:pt x="89814" y="704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6" name="Candidate_receptor__2314">
              <a:extLst>
                <a:ext uri="{FF2B5EF4-FFF2-40B4-BE49-F238E27FC236}">
                  <a16:creationId xmlns:a16="http://schemas.microsoft.com/office/drawing/2014/main" id="{153771FF-885B-0F06-DDC5-F1124DB694BF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533619"/>
              <a:ext cx="74587" cy="960"/>
            </a:xfrm>
            <a:custGeom>
              <a:avLst/>
              <a:gdLst/>
              <a:ahLst/>
              <a:cxnLst/>
              <a:rect l="0" t="0" r="0" b="0"/>
              <a:pathLst>
                <a:path w="74587" h="960">
                  <a:moveTo>
                    <a:pt x="74587" y="0"/>
                  </a:moveTo>
                  <a:lnTo>
                    <a:pt x="0" y="96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7" name="Candidate_receptor__2315">
              <a:extLst>
                <a:ext uri="{FF2B5EF4-FFF2-40B4-BE49-F238E27FC236}">
                  <a16:creationId xmlns:a16="http://schemas.microsoft.com/office/drawing/2014/main" id="{7EC2B877-4D38-06CA-9DD3-AFEE7144720E}"/>
                </a:ext>
              </a:extLst>
            </p:cNvPr>
            <p:cNvSpPr>
              <a:spLocks noGrp="1"/>
            </p:cNvSpPr>
            <p:nvPr/>
          </p:nvSpPr>
          <p:spPr>
            <a:xfrm>
              <a:off x="5115115" y="4191711"/>
              <a:ext cx="111992" cy="26540"/>
            </a:xfrm>
            <a:custGeom>
              <a:avLst/>
              <a:gdLst/>
              <a:ahLst/>
              <a:cxnLst/>
              <a:rect l="0" t="0" r="0" b="0"/>
              <a:pathLst>
                <a:path w="111992" h="26540">
                  <a:moveTo>
                    <a:pt x="0" y="0"/>
                  </a:moveTo>
                  <a:lnTo>
                    <a:pt x="111992" y="2654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8" name="Candidate_receptor__2316">
              <a:extLst>
                <a:ext uri="{FF2B5EF4-FFF2-40B4-BE49-F238E27FC236}">
                  <a16:creationId xmlns:a16="http://schemas.microsoft.com/office/drawing/2014/main" id="{7A9B719E-349C-3DD1-213F-CC8A4CF80A46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14242" cy="222"/>
            </a:xfrm>
            <a:custGeom>
              <a:avLst/>
              <a:gdLst/>
              <a:ahLst/>
              <a:cxnLst/>
              <a:rect l="0" t="0" r="0" b="0"/>
              <a:pathLst>
                <a:path w="114242" h="222">
                  <a:moveTo>
                    <a:pt x="114242" y="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9" name="Candidate_receptor__2317">
              <a:extLst>
                <a:ext uri="{FF2B5EF4-FFF2-40B4-BE49-F238E27FC236}">
                  <a16:creationId xmlns:a16="http://schemas.microsoft.com/office/drawing/2014/main" id="{CA9CE487-0807-21EE-AD42-BF4B99F99C8A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149649"/>
              <a:ext cx="3542" cy="9194"/>
            </a:xfrm>
            <a:custGeom>
              <a:avLst/>
              <a:gdLst/>
              <a:ahLst/>
              <a:cxnLst/>
              <a:rect l="0" t="0" r="0" b="0"/>
              <a:pathLst>
                <a:path w="3542" h="9194">
                  <a:moveTo>
                    <a:pt x="3542" y="9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2000" name="Candidate_receptor__2318">
              <a:extLst>
                <a:ext uri="{FF2B5EF4-FFF2-40B4-BE49-F238E27FC236}">
                  <a16:creationId xmlns:a16="http://schemas.microsoft.com/office/drawing/2014/main" id="{1A6143F7-5DBD-96E0-DAE1-9DFEF507C7A2}"/>
                </a:ext>
              </a:extLst>
            </p:cNvPr>
            <p:cNvSpPr>
              <a:spLocks noGrp="1"/>
            </p:cNvSpPr>
            <p:nvPr/>
          </p:nvSpPr>
          <p:spPr>
            <a:xfrm>
              <a:off x="5655840" y="4871213"/>
              <a:ext cx="106231" cy="8709"/>
            </a:xfrm>
            <a:custGeom>
              <a:avLst/>
              <a:gdLst/>
              <a:ahLst/>
              <a:cxnLst/>
              <a:rect l="0" t="0" r="0" b="0"/>
              <a:pathLst>
                <a:path w="106231" h="8709">
                  <a:moveTo>
                    <a:pt x="0" y="0"/>
                  </a:moveTo>
                  <a:lnTo>
                    <a:pt x="106231" y="8709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52001" name="Candidate_receptor__2319">
              <a:extLst>
                <a:ext uri="{FF2B5EF4-FFF2-40B4-BE49-F238E27FC236}">
                  <a16:creationId xmlns:a16="http://schemas.microsoft.com/office/drawing/2014/main" id="{79F922D2-2FCA-03F0-91DB-40A33D5B69F4}"/>
                </a:ext>
              </a:extLst>
            </p:cNvPr>
            <p:cNvSpPr>
              <a:spLocks noGrp="1"/>
            </p:cNvSpPr>
            <p:nvPr/>
          </p:nvSpPr>
          <p:spPr>
            <a:xfrm>
              <a:off x="6326278" y="4644584"/>
              <a:ext cx="93131" cy="32082"/>
            </a:xfrm>
            <a:custGeom>
              <a:avLst/>
              <a:gdLst/>
              <a:ahLst/>
              <a:cxnLst/>
              <a:rect l="0" t="0" r="0" b="0"/>
              <a:pathLst>
                <a:path w="93131" h="32082">
                  <a:moveTo>
                    <a:pt x="93131" y="32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52002" name="Candidate_receptor__2320">
              <a:extLst>
                <a:ext uri="{FF2B5EF4-FFF2-40B4-BE49-F238E27FC236}">
                  <a16:creationId xmlns:a16="http://schemas.microsoft.com/office/drawing/2014/main" id="{65BE956F-291D-E5C8-52F6-B6B6D57D073E}"/>
                </a:ext>
              </a:extLst>
            </p:cNvPr>
            <p:cNvSpPr>
              <a:spLocks noGrp="1"/>
            </p:cNvSpPr>
            <p:nvPr/>
          </p:nvSpPr>
          <p:spPr>
            <a:xfrm>
              <a:off x="4940361" y="4767035"/>
              <a:ext cx="93306" cy="67185"/>
            </a:xfrm>
            <a:custGeom>
              <a:avLst/>
              <a:gdLst/>
              <a:ahLst/>
              <a:cxnLst/>
              <a:rect l="0" t="0" r="0" b="0"/>
              <a:pathLst>
                <a:path w="93306" h="67185">
                  <a:moveTo>
                    <a:pt x="0" y="67185"/>
                  </a:moveTo>
                  <a:lnTo>
                    <a:pt x="9330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2003" name="Candidate_receptor__2321">
              <a:extLst>
                <a:ext uri="{FF2B5EF4-FFF2-40B4-BE49-F238E27FC236}">
                  <a16:creationId xmlns:a16="http://schemas.microsoft.com/office/drawing/2014/main" id="{CC85B355-4A0D-6C62-6840-7A85AB28C78F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4007966"/>
              <a:ext cx="93927" cy="20571"/>
            </a:xfrm>
            <a:custGeom>
              <a:avLst/>
              <a:gdLst/>
              <a:ahLst/>
              <a:cxnLst/>
              <a:rect l="0" t="0" r="0" b="0"/>
              <a:pathLst>
                <a:path w="93927" h="20571">
                  <a:moveTo>
                    <a:pt x="93927" y="0"/>
                  </a:moveTo>
                  <a:lnTo>
                    <a:pt x="0" y="20571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2004" name="Candidate_receptor__2322">
              <a:extLst>
                <a:ext uri="{FF2B5EF4-FFF2-40B4-BE49-F238E27FC236}">
                  <a16:creationId xmlns:a16="http://schemas.microsoft.com/office/drawing/2014/main" id="{C00CCA0E-1235-1507-E7C1-BD55AA3FC76A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436792"/>
              <a:ext cx="47323" cy="15161"/>
            </a:xfrm>
            <a:custGeom>
              <a:avLst/>
              <a:gdLst/>
              <a:ahLst/>
              <a:cxnLst/>
              <a:rect l="0" t="0" r="0" b="0"/>
              <a:pathLst>
                <a:path w="47323" h="15161">
                  <a:moveTo>
                    <a:pt x="0" y="0"/>
                  </a:moveTo>
                  <a:lnTo>
                    <a:pt x="47323" y="15161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05" name="Candidate_receptor__2323">
              <a:extLst>
                <a:ext uri="{FF2B5EF4-FFF2-40B4-BE49-F238E27FC236}">
                  <a16:creationId xmlns:a16="http://schemas.microsoft.com/office/drawing/2014/main" id="{DB9FB66B-636E-E402-9E86-BBC2E6CD018F}"/>
                </a:ext>
              </a:extLst>
            </p:cNvPr>
            <p:cNvSpPr>
              <a:spLocks noGrp="1"/>
            </p:cNvSpPr>
            <p:nvPr/>
          </p:nvSpPr>
          <p:spPr>
            <a:xfrm>
              <a:off x="6419410" y="4610104"/>
              <a:ext cx="81621" cy="66562"/>
            </a:xfrm>
            <a:custGeom>
              <a:avLst/>
              <a:gdLst/>
              <a:ahLst/>
              <a:cxnLst/>
              <a:rect l="0" t="0" r="0" b="0"/>
              <a:pathLst>
                <a:path w="81621" h="66562">
                  <a:moveTo>
                    <a:pt x="81621" y="0"/>
                  </a:moveTo>
                  <a:lnTo>
                    <a:pt x="0" y="66562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52006" name="Candidate_receptor__2324">
              <a:extLst>
                <a:ext uri="{FF2B5EF4-FFF2-40B4-BE49-F238E27FC236}">
                  <a16:creationId xmlns:a16="http://schemas.microsoft.com/office/drawing/2014/main" id="{05FE0967-688B-53B5-2475-F90861C9BE93}"/>
                </a:ext>
              </a:extLst>
            </p:cNvPr>
            <p:cNvSpPr>
              <a:spLocks noGrp="1"/>
            </p:cNvSpPr>
            <p:nvPr/>
          </p:nvSpPr>
          <p:spPr>
            <a:xfrm>
              <a:off x="4640026" y="4393451"/>
              <a:ext cx="43340" cy="87259"/>
            </a:xfrm>
            <a:custGeom>
              <a:avLst/>
              <a:gdLst/>
              <a:ahLst/>
              <a:cxnLst/>
              <a:rect l="0" t="0" r="0" b="0"/>
              <a:pathLst>
                <a:path w="43340" h="87259">
                  <a:moveTo>
                    <a:pt x="43340" y="872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07" name="Candidate_receptor__2325">
              <a:extLst>
                <a:ext uri="{FF2B5EF4-FFF2-40B4-BE49-F238E27FC236}">
                  <a16:creationId xmlns:a16="http://schemas.microsoft.com/office/drawing/2014/main" id="{3707C6A2-D698-99D3-E390-8AEC367B660E}"/>
                </a:ext>
              </a:extLst>
            </p:cNvPr>
            <p:cNvSpPr>
              <a:spLocks noGrp="1"/>
            </p:cNvSpPr>
            <p:nvPr/>
          </p:nvSpPr>
          <p:spPr>
            <a:xfrm>
              <a:off x="6251735" y="4300076"/>
              <a:ext cx="45245" cy="84028"/>
            </a:xfrm>
            <a:custGeom>
              <a:avLst/>
              <a:gdLst/>
              <a:ahLst/>
              <a:cxnLst/>
              <a:rect l="0" t="0" r="0" b="0"/>
              <a:pathLst>
                <a:path w="45245" h="84028">
                  <a:moveTo>
                    <a:pt x="0" y="84028"/>
                  </a:moveTo>
                  <a:lnTo>
                    <a:pt x="4524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08" name="Candidate_receptor__2326">
              <a:extLst>
                <a:ext uri="{FF2B5EF4-FFF2-40B4-BE49-F238E27FC236}">
                  <a16:creationId xmlns:a16="http://schemas.microsoft.com/office/drawing/2014/main" id="{B1D53953-A9D7-E0FF-D562-5E49735FF7A4}"/>
                </a:ext>
              </a:extLst>
            </p:cNvPr>
            <p:cNvSpPr>
              <a:spLocks noGrp="1"/>
            </p:cNvSpPr>
            <p:nvPr/>
          </p:nvSpPr>
          <p:spPr>
            <a:xfrm>
              <a:off x="6533811" y="4007966"/>
              <a:ext cx="63741" cy="53508"/>
            </a:xfrm>
            <a:custGeom>
              <a:avLst/>
              <a:gdLst/>
              <a:ahLst/>
              <a:cxnLst/>
              <a:rect l="0" t="0" r="0" b="0"/>
              <a:pathLst>
                <a:path w="63741" h="53508">
                  <a:moveTo>
                    <a:pt x="63741" y="53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09" name="Candidate_receptor__2327">
              <a:extLst>
                <a:ext uri="{FF2B5EF4-FFF2-40B4-BE49-F238E27FC236}">
                  <a16:creationId xmlns:a16="http://schemas.microsoft.com/office/drawing/2014/main" id="{5580C7AF-DD86-07CB-DB6B-537E2C0A15A0}"/>
                </a:ext>
              </a:extLst>
            </p:cNvPr>
            <p:cNvSpPr>
              <a:spLocks noGrp="1"/>
            </p:cNvSpPr>
            <p:nvPr/>
          </p:nvSpPr>
          <p:spPr>
            <a:xfrm>
              <a:off x="5196793" y="4218251"/>
              <a:ext cx="30315" cy="105416"/>
            </a:xfrm>
            <a:custGeom>
              <a:avLst/>
              <a:gdLst/>
              <a:ahLst/>
              <a:cxnLst/>
              <a:rect l="0" t="0" r="0" b="0"/>
              <a:pathLst>
                <a:path w="30315" h="105416">
                  <a:moveTo>
                    <a:pt x="30315" y="0"/>
                  </a:moveTo>
                  <a:lnTo>
                    <a:pt x="0" y="10541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10" name="Candidate_receptor__2328">
              <a:extLst>
                <a:ext uri="{FF2B5EF4-FFF2-40B4-BE49-F238E27FC236}">
                  <a16:creationId xmlns:a16="http://schemas.microsoft.com/office/drawing/2014/main" id="{B40CE870-8E3D-C0CD-FDF3-0A5BA473EF8A}"/>
                </a:ext>
              </a:extLst>
            </p:cNvPr>
            <p:cNvSpPr>
              <a:spLocks noGrp="1"/>
            </p:cNvSpPr>
            <p:nvPr/>
          </p:nvSpPr>
          <p:spPr>
            <a:xfrm>
              <a:off x="5892756" y="4607473"/>
              <a:ext cx="14440" cy="96493"/>
            </a:xfrm>
            <a:custGeom>
              <a:avLst/>
              <a:gdLst/>
              <a:ahLst/>
              <a:cxnLst/>
              <a:rect l="0" t="0" r="0" b="0"/>
              <a:pathLst>
                <a:path w="14440" h="96493">
                  <a:moveTo>
                    <a:pt x="14440" y="96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11" name="Candidate_receptor__2329">
              <a:extLst>
                <a:ext uri="{FF2B5EF4-FFF2-40B4-BE49-F238E27FC236}">
                  <a16:creationId xmlns:a16="http://schemas.microsoft.com/office/drawing/2014/main" id="{323BFFBE-173F-A180-B939-60210FFB2BDC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480710"/>
              <a:ext cx="58289" cy="85324"/>
            </a:xfrm>
            <a:custGeom>
              <a:avLst/>
              <a:gdLst/>
              <a:ahLst/>
              <a:cxnLst/>
              <a:rect l="0" t="0" r="0" b="0"/>
              <a:pathLst>
                <a:path w="58289" h="85324">
                  <a:moveTo>
                    <a:pt x="0" y="85324"/>
                  </a:moveTo>
                  <a:lnTo>
                    <a:pt x="58289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12" name="Candidate_receptor__2330">
              <a:extLst>
                <a:ext uri="{FF2B5EF4-FFF2-40B4-BE49-F238E27FC236}">
                  <a16:creationId xmlns:a16="http://schemas.microsoft.com/office/drawing/2014/main" id="{7870E285-737D-F67A-90F2-C221BABDBB34}"/>
                </a:ext>
              </a:extLst>
            </p:cNvPr>
            <p:cNvSpPr>
              <a:spLocks noGrp="1"/>
            </p:cNvSpPr>
            <p:nvPr/>
          </p:nvSpPr>
          <p:spPr>
            <a:xfrm>
              <a:off x="5344266" y="5298904"/>
              <a:ext cx="87054" cy="9992"/>
            </a:xfrm>
            <a:custGeom>
              <a:avLst/>
              <a:gdLst/>
              <a:ahLst/>
              <a:cxnLst/>
              <a:rect l="0" t="0" r="0" b="0"/>
              <a:pathLst>
                <a:path w="87054" h="9992">
                  <a:moveTo>
                    <a:pt x="0" y="0"/>
                  </a:moveTo>
                  <a:lnTo>
                    <a:pt x="87054" y="9992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13" name="Candidate_receptor__2331">
              <a:extLst>
                <a:ext uri="{FF2B5EF4-FFF2-40B4-BE49-F238E27FC236}">
                  <a16:creationId xmlns:a16="http://schemas.microsoft.com/office/drawing/2014/main" id="{455AFA7E-52F1-9758-D8FC-EA57918ABE8D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100740" cy="10699"/>
            </a:xfrm>
            <a:custGeom>
              <a:avLst/>
              <a:gdLst/>
              <a:ahLst/>
              <a:cxnLst/>
              <a:rect l="0" t="0" r="0" b="0"/>
              <a:pathLst>
                <a:path w="100740" h="10699">
                  <a:moveTo>
                    <a:pt x="0" y="0"/>
                  </a:moveTo>
                  <a:lnTo>
                    <a:pt x="100740" y="1069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14" name="Candidate_receptor__2332">
              <a:extLst>
                <a:ext uri="{FF2B5EF4-FFF2-40B4-BE49-F238E27FC236}">
                  <a16:creationId xmlns:a16="http://schemas.microsoft.com/office/drawing/2014/main" id="{A3C850F4-6FA0-8EA0-67DC-5382C0BA5897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98904"/>
              <a:ext cx="83248" cy="15755"/>
            </a:xfrm>
            <a:custGeom>
              <a:avLst/>
              <a:gdLst/>
              <a:ahLst/>
              <a:cxnLst/>
              <a:rect l="0" t="0" r="0" b="0"/>
              <a:pathLst>
                <a:path w="83248" h="15755">
                  <a:moveTo>
                    <a:pt x="0" y="15755"/>
                  </a:moveTo>
                  <a:lnTo>
                    <a:pt x="8324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15" name="Candidate_receptor__2333">
              <a:extLst>
                <a:ext uri="{FF2B5EF4-FFF2-40B4-BE49-F238E27FC236}">
                  <a16:creationId xmlns:a16="http://schemas.microsoft.com/office/drawing/2014/main" id="{FE6ACCEA-210F-C917-FC98-D6A027B36593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57519"/>
              <a:ext cx="61606" cy="33711"/>
            </a:xfrm>
            <a:custGeom>
              <a:avLst/>
              <a:gdLst/>
              <a:ahLst/>
              <a:cxnLst/>
              <a:rect l="0" t="0" r="0" b="0"/>
              <a:pathLst>
                <a:path w="61606" h="33711">
                  <a:moveTo>
                    <a:pt x="0" y="33711"/>
                  </a:moveTo>
                  <a:lnTo>
                    <a:pt x="61606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16" name="Candidate_receptor__2334">
              <a:extLst>
                <a:ext uri="{FF2B5EF4-FFF2-40B4-BE49-F238E27FC236}">
                  <a16:creationId xmlns:a16="http://schemas.microsoft.com/office/drawing/2014/main" id="{8CAB5B6C-77F5-288B-0DDB-399820BE450D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83950" cy="5710"/>
            </a:xfrm>
            <a:custGeom>
              <a:avLst/>
              <a:gdLst/>
              <a:ahLst/>
              <a:cxnLst/>
              <a:rect l="0" t="0" r="0" b="0"/>
              <a:pathLst>
                <a:path w="83950" h="5710">
                  <a:moveTo>
                    <a:pt x="0" y="0"/>
                  </a:moveTo>
                  <a:lnTo>
                    <a:pt x="83950" y="571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52017" name="Candidate_receptor__2335">
              <a:extLst>
                <a:ext uri="{FF2B5EF4-FFF2-40B4-BE49-F238E27FC236}">
                  <a16:creationId xmlns:a16="http://schemas.microsoft.com/office/drawing/2014/main" id="{7EE91D95-B6C9-F31D-907A-1BD07FE6469C}"/>
                </a:ext>
              </a:extLst>
            </p:cNvPr>
            <p:cNvSpPr>
              <a:spLocks noGrp="1"/>
            </p:cNvSpPr>
            <p:nvPr/>
          </p:nvSpPr>
          <p:spPr>
            <a:xfrm>
              <a:off x="5431321" y="5247236"/>
              <a:ext cx="74786" cy="61661"/>
            </a:xfrm>
            <a:custGeom>
              <a:avLst/>
              <a:gdLst/>
              <a:ahLst/>
              <a:cxnLst/>
              <a:rect l="0" t="0" r="0" b="0"/>
              <a:pathLst>
                <a:path w="74786" h="61661">
                  <a:moveTo>
                    <a:pt x="0" y="61661"/>
                  </a:moveTo>
                  <a:lnTo>
                    <a:pt x="74786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52018" name="Candidate_receptor__2336">
              <a:extLst>
                <a:ext uri="{FF2B5EF4-FFF2-40B4-BE49-F238E27FC236}">
                  <a16:creationId xmlns:a16="http://schemas.microsoft.com/office/drawing/2014/main" id="{9DBE2060-7AB2-70E5-3DD0-432C1519E315}"/>
                </a:ext>
              </a:extLst>
            </p:cNvPr>
            <p:cNvSpPr>
              <a:spLocks noGrp="1"/>
            </p:cNvSpPr>
            <p:nvPr/>
          </p:nvSpPr>
          <p:spPr>
            <a:xfrm>
              <a:off x="4835901" y="4381528"/>
              <a:ext cx="111704" cy="23975"/>
            </a:xfrm>
            <a:custGeom>
              <a:avLst/>
              <a:gdLst/>
              <a:ahLst/>
              <a:cxnLst/>
              <a:rect l="0" t="0" r="0" b="0"/>
              <a:pathLst>
                <a:path w="111704" h="23975">
                  <a:moveTo>
                    <a:pt x="111704" y="23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19" name="Candidate_receptor__2337">
              <a:extLst>
                <a:ext uri="{FF2B5EF4-FFF2-40B4-BE49-F238E27FC236}">
                  <a16:creationId xmlns:a16="http://schemas.microsoft.com/office/drawing/2014/main" id="{916B4D22-226F-904B-F421-0020C8AFDF68}"/>
                </a:ext>
              </a:extLst>
            </p:cNvPr>
            <p:cNvSpPr>
              <a:spLocks noGrp="1"/>
            </p:cNvSpPr>
            <p:nvPr/>
          </p:nvSpPr>
          <p:spPr>
            <a:xfrm>
              <a:off x="4953731" y="4578389"/>
              <a:ext cx="58293" cy="79130"/>
            </a:xfrm>
            <a:custGeom>
              <a:avLst/>
              <a:gdLst/>
              <a:ahLst/>
              <a:cxnLst/>
              <a:rect l="0" t="0" r="0" b="0"/>
              <a:pathLst>
                <a:path w="58293" h="79130">
                  <a:moveTo>
                    <a:pt x="0" y="79130"/>
                  </a:moveTo>
                  <a:lnTo>
                    <a:pt x="58293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20" name="Candidate_receptor__2338">
              <a:extLst>
                <a:ext uri="{FF2B5EF4-FFF2-40B4-BE49-F238E27FC236}">
                  <a16:creationId xmlns:a16="http://schemas.microsoft.com/office/drawing/2014/main" id="{AFEEA8A3-4B8A-9E7F-948C-A1837035434C}"/>
                </a:ext>
              </a:extLst>
            </p:cNvPr>
            <p:cNvSpPr>
              <a:spLocks noGrp="1"/>
            </p:cNvSpPr>
            <p:nvPr/>
          </p:nvSpPr>
          <p:spPr>
            <a:xfrm>
              <a:off x="4512121" y="4426475"/>
              <a:ext cx="17315" cy="7739"/>
            </a:xfrm>
            <a:custGeom>
              <a:avLst/>
              <a:gdLst/>
              <a:ahLst/>
              <a:cxnLst/>
              <a:rect l="0" t="0" r="0" b="0"/>
              <a:pathLst>
                <a:path w="17315" h="7739">
                  <a:moveTo>
                    <a:pt x="17315" y="0"/>
                  </a:moveTo>
                  <a:lnTo>
                    <a:pt x="0" y="7739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52021" name="Candidate_receptor__2339">
              <a:extLst>
                <a:ext uri="{FF2B5EF4-FFF2-40B4-BE49-F238E27FC236}">
                  <a16:creationId xmlns:a16="http://schemas.microsoft.com/office/drawing/2014/main" id="{21DA5BBB-3A24-90E8-5719-85D546ECE9EE}"/>
                </a:ext>
              </a:extLst>
            </p:cNvPr>
            <p:cNvSpPr>
              <a:spLocks noGrp="1"/>
            </p:cNvSpPr>
            <p:nvPr/>
          </p:nvSpPr>
          <p:spPr>
            <a:xfrm>
              <a:off x="6501030" y="4600652"/>
              <a:ext cx="57353" cy="9453"/>
            </a:xfrm>
            <a:custGeom>
              <a:avLst/>
              <a:gdLst/>
              <a:ahLst/>
              <a:cxnLst/>
              <a:rect l="0" t="0" r="0" b="0"/>
              <a:pathLst>
                <a:path w="57353" h="9453">
                  <a:moveTo>
                    <a:pt x="57353" y="0"/>
                  </a:moveTo>
                  <a:lnTo>
                    <a:pt x="0" y="945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22" name="Candidate_receptor__2340">
              <a:extLst>
                <a:ext uri="{FF2B5EF4-FFF2-40B4-BE49-F238E27FC236}">
                  <a16:creationId xmlns:a16="http://schemas.microsoft.com/office/drawing/2014/main" id="{0B310972-26B8-2539-46C9-1D526CB40C5C}"/>
                </a:ext>
              </a:extLst>
            </p:cNvPr>
            <p:cNvSpPr>
              <a:spLocks noGrp="1"/>
            </p:cNvSpPr>
            <p:nvPr/>
          </p:nvSpPr>
          <p:spPr>
            <a:xfrm>
              <a:off x="5506107" y="5197921"/>
              <a:ext cx="53715" cy="49315"/>
            </a:xfrm>
            <a:custGeom>
              <a:avLst/>
              <a:gdLst/>
              <a:ahLst/>
              <a:cxnLst/>
              <a:rect l="0" t="0" r="0" b="0"/>
              <a:pathLst>
                <a:path w="53715" h="49315">
                  <a:moveTo>
                    <a:pt x="0" y="49315"/>
                  </a:moveTo>
                  <a:lnTo>
                    <a:pt x="53715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52023" name="Candidate_receptor__2341">
              <a:extLst>
                <a:ext uri="{FF2B5EF4-FFF2-40B4-BE49-F238E27FC236}">
                  <a16:creationId xmlns:a16="http://schemas.microsoft.com/office/drawing/2014/main" id="{A4BFE7D4-F2B7-2D2D-9C81-05EA09F259F6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91711"/>
              <a:ext cx="18930" cy="37373"/>
            </a:xfrm>
            <a:custGeom>
              <a:avLst/>
              <a:gdLst/>
              <a:ahLst/>
              <a:cxnLst/>
              <a:rect l="0" t="0" r="0" b="0"/>
              <a:pathLst>
                <a:path w="18930" h="37373">
                  <a:moveTo>
                    <a:pt x="0" y="37373"/>
                  </a:moveTo>
                  <a:lnTo>
                    <a:pt x="1893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24" name="Candidate_receptor__2342">
              <a:extLst>
                <a:ext uri="{FF2B5EF4-FFF2-40B4-BE49-F238E27FC236}">
                  <a16:creationId xmlns:a16="http://schemas.microsoft.com/office/drawing/2014/main" id="{B3C68D49-1546-ACFA-2A07-29F8B940AFCD}"/>
                </a:ext>
              </a:extLst>
            </p:cNvPr>
            <p:cNvSpPr>
              <a:spLocks noGrp="1"/>
            </p:cNvSpPr>
            <p:nvPr/>
          </p:nvSpPr>
          <p:spPr>
            <a:xfrm>
              <a:off x="5183632" y="4660754"/>
              <a:ext cx="34816" cy="109250"/>
            </a:xfrm>
            <a:custGeom>
              <a:avLst/>
              <a:gdLst/>
              <a:ahLst/>
              <a:cxnLst/>
              <a:rect l="0" t="0" r="0" b="0"/>
              <a:pathLst>
                <a:path w="34816" h="109250">
                  <a:moveTo>
                    <a:pt x="34816" y="0"/>
                  </a:moveTo>
                  <a:lnTo>
                    <a:pt x="0" y="10925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25" name="Candidate_receptor__2343">
              <a:extLst>
                <a:ext uri="{FF2B5EF4-FFF2-40B4-BE49-F238E27FC236}">
                  <a16:creationId xmlns:a16="http://schemas.microsoft.com/office/drawing/2014/main" id="{3AB77FCF-DB62-986B-2F42-935F6CC6AE2C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692828"/>
              <a:ext cx="40355" cy="103034"/>
            </a:xfrm>
            <a:custGeom>
              <a:avLst/>
              <a:gdLst/>
              <a:ahLst/>
              <a:cxnLst/>
              <a:rect l="0" t="0" r="0" b="0"/>
              <a:pathLst>
                <a:path w="40355" h="103034">
                  <a:moveTo>
                    <a:pt x="0" y="103034"/>
                  </a:moveTo>
                  <a:lnTo>
                    <a:pt x="4035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26" name="Candidate_receptor__2344">
              <a:extLst>
                <a:ext uri="{FF2B5EF4-FFF2-40B4-BE49-F238E27FC236}">
                  <a16:creationId xmlns:a16="http://schemas.microsoft.com/office/drawing/2014/main" id="{16F77909-A38D-70BF-222A-2AD9AC268BA9}"/>
                </a:ext>
              </a:extLst>
            </p:cNvPr>
            <p:cNvSpPr>
              <a:spLocks noGrp="1"/>
            </p:cNvSpPr>
            <p:nvPr/>
          </p:nvSpPr>
          <p:spPr>
            <a:xfrm>
              <a:off x="5224030" y="5160322"/>
              <a:ext cx="106637" cy="8868"/>
            </a:xfrm>
            <a:custGeom>
              <a:avLst/>
              <a:gdLst/>
              <a:ahLst/>
              <a:cxnLst/>
              <a:rect l="0" t="0" r="0" b="0"/>
              <a:pathLst>
                <a:path w="106637" h="8868">
                  <a:moveTo>
                    <a:pt x="0" y="8868"/>
                  </a:moveTo>
                  <a:lnTo>
                    <a:pt x="10663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27" name="Candidate_receptor__2345">
              <a:extLst>
                <a:ext uri="{FF2B5EF4-FFF2-40B4-BE49-F238E27FC236}">
                  <a16:creationId xmlns:a16="http://schemas.microsoft.com/office/drawing/2014/main" id="{D8F0F777-91AA-E23A-06D0-B000DF524182}"/>
                </a:ext>
              </a:extLst>
            </p:cNvPr>
            <p:cNvSpPr>
              <a:spLocks noGrp="1"/>
            </p:cNvSpPr>
            <p:nvPr/>
          </p:nvSpPr>
          <p:spPr>
            <a:xfrm>
              <a:off x="6406450" y="3878366"/>
              <a:ext cx="111444" cy="12619"/>
            </a:xfrm>
            <a:custGeom>
              <a:avLst/>
              <a:gdLst/>
              <a:ahLst/>
              <a:cxnLst/>
              <a:rect l="0" t="0" r="0" b="0"/>
              <a:pathLst>
                <a:path w="111444" h="12619">
                  <a:moveTo>
                    <a:pt x="111444" y="126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28" name="Candidate_receptor__2346">
              <a:extLst>
                <a:ext uri="{FF2B5EF4-FFF2-40B4-BE49-F238E27FC236}">
                  <a16:creationId xmlns:a16="http://schemas.microsoft.com/office/drawing/2014/main" id="{4583FFCA-213E-32BA-99B2-F5DE0C6655A3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795862"/>
              <a:ext cx="66053" cy="84357"/>
            </a:xfrm>
            <a:custGeom>
              <a:avLst/>
              <a:gdLst/>
              <a:ahLst/>
              <a:cxnLst/>
              <a:rect l="0" t="0" r="0" b="0"/>
              <a:pathLst>
                <a:path w="66053" h="84357">
                  <a:moveTo>
                    <a:pt x="66053" y="84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29" name="Candidate_receptor__2347">
              <a:extLst>
                <a:ext uri="{FF2B5EF4-FFF2-40B4-BE49-F238E27FC236}">
                  <a16:creationId xmlns:a16="http://schemas.microsoft.com/office/drawing/2014/main" id="{C5007137-36BD-64F6-1B13-E37CD17F279D}"/>
                </a:ext>
              </a:extLst>
            </p:cNvPr>
            <p:cNvSpPr>
              <a:spLocks noGrp="1"/>
            </p:cNvSpPr>
            <p:nvPr/>
          </p:nvSpPr>
          <p:spPr>
            <a:xfrm>
              <a:off x="5375264" y="4310822"/>
              <a:ext cx="106195" cy="29676"/>
            </a:xfrm>
            <a:custGeom>
              <a:avLst/>
              <a:gdLst/>
              <a:ahLst/>
              <a:cxnLst/>
              <a:rect l="0" t="0" r="0" b="0"/>
              <a:pathLst>
                <a:path w="106195" h="29676">
                  <a:moveTo>
                    <a:pt x="106195" y="296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30" name="Candidate_receptor__2348">
              <a:extLst>
                <a:ext uri="{FF2B5EF4-FFF2-40B4-BE49-F238E27FC236}">
                  <a16:creationId xmlns:a16="http://schemas.microsoft.com/office/drawing/2014/main" id="{034540D3-E630-2025-0968-14C9DE68FEBF}"/>
                </a:ext>
              </a:extLst>
            </p:cNvPr>
            <p:cNvSpPr>
              <a:spLocks noGrp="1"/>
            </p:cNvSpPr>
            <p:nvPr/>
          </p:nvSpPr>
          <p:spPr>
            <a:xfrm>
              <a:off x="6471267" y="4470979"/>
              <a:ext cx="111487" cy="20456"/>
            </a:xfrm>
            <a:custGeom>
              <a:avLst/>
              <a:gdLst/>
              <a:ahLst/>
              <a:cxnLst/>
              <a:rect l="0" t="0" r="0" b="0"/>
              <a:pathLst>
                <a:path w="111487" h="20456">
                  <a:moveTo>
                    <a:pt x="0" y="0"/>
                  </a:moveTo>
                  <a:lnTo>
                    <a:pt x="111487" y="2045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31" name="Candidate_receptor__2349">
              <a:extLst>
                <a:ext uri="{FF2B5EF4-FFF2-40B4-BE49-F238E27FC236}">
                  <a16:creationId xmlns:a16="http://schemas.microsoft.com/office/drawing/2014/main" id="{C979B09A-B984-27AB-1E3D-57E6006C362B}"/>
                </a:ext>
              </a:extLst>
            </p:cNvPr>
            <p:cNvSpPr>
              <a:spLocks noGrp="1"/>
            </p:cNvSpPr>
            <p:nvPr/>
          </p:nvSpPr>
          <p:spPr>
            <a:xfrm>
              <a:off x="5426566" y="4628542"/>
              <a:ext cx="95222" cy="64286"/>
            </a:xfrm>
            <a:custGeom>
              <a:avLst/>
              <a:gdLst/>
              <a:ahLst/>
              <a:cxnLst/>
              <a:rect l="0" t="0" r="0" b="0"/>
              <a:pathLst>
                <a:path w="95222" h="64286">
                  <a:moveTo>
                    <a:pt x="95222" y="642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32" name="Candidate_receptor__2350">
              <a:extLst>
                <a:ext uri="{FF2B5EF4-FFF2-40B4-BE49-F238E27FC236}">
                  <a16:creationId xmlns:a16="http://schemas.microsoft.com/office/drawing/2014/main" id="{7E2D9241-784A-ED64-CC7B-29822FD9CBF5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061474"/>
              <a:ext cx="74282" cy="88175"/>
            </a:xfrm>
            <a:custGeom>
              <a:avLst/>
              <a:gdLst/>
              <a:ahLst/>
              <a:cxnLst/>
              <a:rect l="0" t="0" r="0" b="0"/>
              <a:pathLst>
                <a:path w="74282" h="88175">
                  <a:moveTo>
                    <a:pt x="0" y="88175"/>
                  </a:moveTo>
                  <a:lnTo>
                    <a:pt x="7428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33" name="Candidate_receptor__2351">
              <a:extLst>
                <a:ext uri="{FF2B5EF4-FFF2-40B4-BE49-F238E27FC236}">
                  <a16:creationId xmlns:a16="http://schemas.microsoft.com/office/drawing/2014/main" id="{2CD27650-9AAC-7FCD-E119-8910329EBF1B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411" cy="21393"/>
            </a:xfrm>
            <a:custGeom>
              <a:avLst/>
              <a:gdLst/>
              <a:ahLst/>
              <a:cxnLst/>
              <a:rect l="0" t="0" r="0" b="0"/>
              <a:pathLst>
                <a:path w="411" h="21393">
                  <a:moveTo>
                    <a:pt x="0" y="0"/>
                  </a:moveTo>
                  <a:lnTo>
                    <a:pt x="411" y="2139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34" name="Candidate_receptor__2352">
              <a:extLst>
                <a:ext uri="{FF2B5EF4-FFF2-40B4-BE49-F238E27FC236}">
                  <a16:creationId xmlns:a16="http://schemas.microsoft.com/office/drawing/2014/main" id="{CBB7F825-3E8E-AFB7-AA8D-7B4AA24BA762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0099" cy="27103"/>
            </a:xfrm>
            <a:custGeom>
              <a:avLst/>
              <a:gdLst/>
              <a:ahLst/>
              <a:cxnLst/>
              <a:rect l="0" t="0" r="0" b="0"/>
              <a:pathLst>
                <a:path w="10099" h="27103">
                  <a:moveTo>
                    <a:pt x="0" y="0"/>
                  </a:moveTo>
                  <a:lnTo>
                    <a:pt x="10099" y="2710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35" name="Candidate_receptor__2353">
              <a:extLst>
                <a:ext uri="{FF2B5EF4-FFF2-40B4-BE49-F238E27FC236}">
                  <a16:creationId xmlns:a16="http://schemas.microsoft.com/office/drawing/2014/main" id="{63A5557B-F92B-9F29-38F3-CA6CD25C21B1}"/>
                </a:ext>
              </a:extLst>
            </p:cNvPr>
            <p:cNvSpPr>
              <a:spLocks noGrp="1"/>
            </p:cNvSpPr>
            <p:nvPr/>
          </p:nvSpPr>
          <p:spPr>
            <a:xfrm>
              <a:off x="5943128" y="3524905"/>
              <a:ext cx="34392" cy="104373"/>
            </a:xfrm>
            <a:custGeom>
              <a:avLst/>
              <a:gdLst/>
              <a:ahLst/>
              <a:cxnLst/>
              <a:rect l="0" t="0" r="0" b="0"/>
              <a:pathLst>
                <a:path w="34392" h="104373">
                  <a:moveTo>
                    <a:pt x="0" y="104373"/>
                  </a:moveTo>
                  <a:lnTo>
                    <a:pt x="34392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52036" name="Candidate_receptor__2354">
              <a:extLst>
                <a:ext uri="{FF2B5EF4-FFF2-40B4-BE49-F238E27FC236}">
                  <a16:creationId xmlns:a16="http://schemas.microsoft.com/office/drawing/2014/main" id="{3CE1B474-BFCF-5C2E-A5BC-CCAD09A30BE7}"/>
                </a:ext>
              </a:extLst>
            </p:cNvPr>
            <p:cNvSpPr>
              <a:spLocks noGrp="1"/>
            </p:cNvSpPr>
            <p:nvPr/>
          </p:nvSpPr>
          <p:spPr>
            <a:xfrm>
              <a:off x="5451401" y="4340499"/>
              <a:ext cx="30058" cy="111454"/>
            </a:xfrm>
            <a:custGeom>
              <a:avLst/>
              <a:gdLst/>
              <a:ahLst/>
              <a:cxnLst/>
              <a:rect l="0" t="0" r="0" b="0"/>
              <a:pathLst>
                <a:path w="30058" h="111454">
                  <a:moveTo>
                    <a:pt x="0" y="111454"/>
                  </a:moveTo>
                  <a:lnTo>
                    <a:pt x="3005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37" name="Candidate_receptor__2355">
              <a:extLst>
                <a:ext uri="{FF2B5EF4-FFF2-40B4-BE49-F238E27FC236}">
                  <a16:creationId xmlns:a16="http://schemas.microsoft.com/office/drawing/2014/main" id="{CD86EFEF-7834-1055-50CF-29D84A9522D0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38725"/>
              <a:ext cx="99296" cy="22029"/>
            </a:xfrm>
            <a:custGeom>
              <a:avLst/>
              <a:gdLst/>
              <a:ahLst/>
              <a:cxnLst/>
              <a:rect l="0" t="0" r="0" b="0"/>
              <a:pathLst>
                <a:path w="99296" h="22029">
                  <a:moveTo>
                    <a:pt x="0" y="0"/>
                  </a:moveTo>
                  <a:lnTo>
                    <a:pt x="99296" y="2202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38" name="Candidate_receptor__2356">
              <a:extLst>
                <a:ext uri="{FF2B5EF4-FFF2-40B4-BE49-F238E27FC236}">
                  <a16:creationId xmlns:a16="http://schemas.microsoft.com/office/drawing/2014/main" id="{6152C8E6-A538-BDAA-B655-E6A5416F1F68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880219"/>
              <a:ext cx="79927" cy="82468"/>
            </a:xfrm>
            <a:custGeom>
              <a:avLst/>
              <a:gdLst/>
              <a:ahLst/>
              <a:cxnLst/>
              <a:rect l="0" t="0" r="0" b="0"/>
              <a:pathLst>
                <a:path w="79927" h="82468">
                  <a:moveTo>
                    <a:pt x="0" y="82468"/>
                  </a:moveTo>
                  <a:lnTo>
                    <a:pt x="799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39" name="Candidate_receptor__2357">
              <a:extLst>
                <a:ext uri="{FF2B5EF4-FFF2-40B4-BE49-F238E27FC236}">
                  <a16:creationId xmlns:a16="http://schemas.microsoft.com/office/drawing/2014/main" id="{EAFAD42E-EEB0-FFD2-F679-AF810A2B40E4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10822"/>
              <a:ext cx="50354" cy="62368"/>
            </a:xfrm>
            <a:custGeom>
              <a:avLst/>
              <a:gdLst/>
              <a:ahLst/>
              <a:cxnLst/>
              <a:rect l="0" t="0" r="0" b="0"/>
              <a:pathLst>
                <a:path w="50354" h="62368">
                  <a:moveTo>
                    <a:pt x="50354" y="0"/>
                  </a:moveTo>
                  <a:lnTo>
                    <a:pt x="0" y="62368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40" name="Candidate_receptor__2358">
              <a:extLst>
                <a:ext uri="{FF2B5EF4-FFF2-40B4-BE49-F238E27FC236}">
                  <a16:creationId xmlns:a16="http://schemas.microsoft.com/office/drawing/2014/main" id="{CD8CD1EB-3E10-E13A-54A4-7A5F7972D414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491471"/>
              <a:ext cx="75300" cy="43108"/>
            </a:xfrm>
            <a:custGeom>
              <a:avLst/>
              <a:gdLst/>
              <a:ahLst/>
              <a:cxnLst/>
              <a:rect l="0" t="0" r="0" b="0"/>
              <a:pathLst>
                <a:path w="75300" h="43108">
                  <a:moveTo>
                    <a:pt x="0" y="43108"/>
                  </a:moveTo>
                  <a:lnTo>
                    <a:pt x="753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41" name="Candidate_receptor__2359">
              <a:extLst>
                <a:ext uri="{FF2B5EF4-FFF2-40B4-BE49-F238E27FC236}">
                  <a16:creationId xmlns:a16="http://schemas.microsoft.com/office/drawing/2014/main" id="{E1BA7E1E-7CD8-CB02-6D6F-2EA68A451330}"/>
                </a:ext>
              </a:extLst>
            </p:cNvPr>
            <p:cNvSpPr>
              <a:spLocks noGrp="1"/>
            </p:cNvSpPr>
            <p:nvPr/>
          </p:nvSpPr>
          <p:spPr>
            <a:xfrm>
              <a:off x="4924105" y="4405504"/>
              <a:ext cx="23500" cy="85968"/>
            </a:xfrm>
            <a:custGeom>
              <a:avLst/>
              <a:gdLst/>
              <a:ahLst/>
              <a:cxnLst/>
              <a:rect l="0" t="0" r="0" b="0"/>
              <a:pathLst>
                <a:path w="23500" h="85968">
                  <a:moveTo>
                    <a:pt x="0" y="85968"/>
                  </a:moveTo>
                  <a:lnTo>
                    <a:pt x="235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42" name="Candidate_receptor__2360">
              <a:extLst>
                <a:ext uri="{FF2B5EF4-FFF2-40B4-BE49-F238E27FC236}">
                  <a16:creationId xmlns:a16="http://schemas.microsoft.com/office/drawing/2014/main" id="{25611937-9D69-38F7-C5AC-895470457772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165396"/>
              <a:ext cx="45127" cy="3794"/>
            </a:xfrm>
            <a:custGeom>
              <a:avLst/>
              <a:gdLst/>
              <a:ahLst/>
              <a:cxnLst/>
              <a:rect l="0" t="0" r="0" b="0"/>
              <a:pathLst>
                <a:path w="45127" h="3794">
                  <a:moveTo>
                    <a:pt x="0" y="0"/>
                  </a:moveTo>
                  <a:lnTo>
                    <a:pt x="45127" y="379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43" name="Candidate_receptor__2361">
              <a:extLst>
                <a:ext uri="{FF2B5EF4-FFF2-40B4-BE49-F238E27FC236}">
                  <a16:creationId xmlns:a16="http://schemas.microsoft.com/office/drawing/2014/main" id="{6F3F35E8-AF02-5B6E-60C4-0802ECEB97CA}"/>
                </a:ext>
              </a:extLst>
            </p:cNvPr>
            <p:cNvSpPr>
              <a:spLocks noGrp="1"/>
            </p:cNvSpPr>
            <p:nvPr/>
          </p:nvSpPr>
          <p:spPr>
            <a:xfrm>
              <a:off x="6558383" y="4491435"/>
              <a:ext cx="24371" cy="109217"/>
            </a:xfrm>
            <a:custGeom>
              <a:avLst/>
              <a:gdLst/>
              <a:ahLst/>
              <a:cxnLst/>
              <a:rect l="0" t="0" r="0" b="0"/>
              <a:pathLst>
                <a:path w="24371" h="109217">
                  <a:moveTo>
                    <a:pt x="24371" y="0"/>
                  </a:moveTo>
                  <a:lnTo>
                    <a:pt x="0" y="10921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44" name="Candidate_receptor__2362">
              <a:extLst>
                <a:ext uri="{FF2B5EF4-FFF2-40B4-BE49-F238E27FC236}">
                  <a16:creationId xmlns:a16="http://schemas.microsoft.com/office/drawing/2014/main" id="{1C6CA742-AAC2-93A1-0BB3-B725B9DAA164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628542"/>
              <a:ext cx="59068" cy="82379"/>
            </a:xfrm>
            <a:custGeom>
              <a:avLst/>
              <a:gdLst/>
              <a:ahLst/>
              <a:cxnLst/>
              <a:rect l="0" t="0" r="0" b="0"/>
              <a:pathLst>
                <a:path w="59068" h="82379">
                  <a:moveTo>
                    <a:pt x="59068" y="0"/>
                  </a:moveTo>
                  <a:lnTo>
                    <a:pt x="0" y="8237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45" name="Candidate_receptor__2363">
              <a:extLst>
                <a:ext uri="{FF2B5EF4-FFF2-40B4-BE49-F238E27FC236}">
                  <a16:creationId xmlns:a16="http://schemas.microsoft.com/office/drawing/2014/main" id="{A0066F41-905D-CDEE-40C0-96CE1D5EFAEB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81528"/>
              <a:ext cx="27085" cy="4984"/>
            </a:xfrm>
            <a:custGeom>
              <a:avLst/>
              <a:gdLst/>
              <a:ahLst/>
              <a:cxnLst/>
              <a:rect l="0" t="0" r="0" b="0"/>
              <a:pathLst>
                <a:path w="27085" h="4984">
                  <a:moveTo>
                    <a:pt x="27085" y="0"/>
                  </a:moveTo>
                  <a:lnTo>
                    <a:pt x="0" y="498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46" name="Candidate_receptor__2364">
              <a:extLst>
                <a:ext uri="{FF2B5EF4-FFF2-40B4-BE49-F238E27FC236}">
                  <a16:creationId xmlns:a16="http://schemas.microsoft.com/office/drawing/2014/main" id="{4D15F291-8D00-9204-B751-5BC8C7F377CF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15247" cy="42144"/>
            </a:xfrm>
            <a:custGeom>
              <a:avLst/>
              <a:gdLst/>
              <a:ahLst/>
              <a:cxnLst/>
              <a:rect l="0" t="0" r="0" b="0"/>
              <a:pathLst>
                <a:path w="15247" h="42144">
                  <a:moveTo>
                    <a:pt x="15247" y="421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52047" name="Candidate_receptor__2365">
              <a:extLst>
                <a:ext uri="{FF2B5EF4-FFF2-40B4-BE49-F238E27FC236}">
                  <a16:creationId xmlns:a16="http://schemas.microsoft.com/office/drawing/2014/main" id="{7A4A9A19-ACC9-68C1-EC31-9406104EDFC7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3978857"/>
              <a:ext cx="53727" cy="49679"/>
            </a:xfrm>
            <a:custGeom>
              <a:avLst/>
              <a:gdLst/>
              <a:ahLst/>
              <a:cxnLst/>
              <a:rect l="0" t="0" r="0" b="0"/>
              <a:pathLst>
                <a:path w="53727" h="49679">
                  <a:moveTo>
                    <a:pt x="0" y="49679"/>
                  </a:moveTo>
                  <a:lnTo>
                    <a:pt x="537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48" name="Candidate_receptor__2366">
              <a:extLst>
                <a:ext uri="{FF2B5EF4-FFF2-40B4-BE49-F238E27FC236}">
                  <a16:creationId xmlns:a16="http://schemas.microsoft.com/office/drawing/2014/main" id="{6C9DFA58-C0D8-B9B3-5F08-628BED29553A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34415"/>
              <a:ext cx="111910" cy="16667"/>
            </a:xfrm>
            <a:custGeom>
              <a:avLst/>
              <a:gdLst/>
              <a:ahLst/>
              <a:cxnLst/>
              <a:rect l="0" t="0" r="0" b="0"/>
              <a:pathLst>
                <a:path w="111910" h="16667">
                  <a:moveTo>
                    <a:pt x="111910" y="0"/>
                  </a:moveTo>
                  <a:lnTo>
                    <a:pt x="0" y="1666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49" name="Candidate_receptor__2367">
              <a:extLst>
                <a:ext uri="{FF2B5EF4-FFF2-40B4-BE49-F238E27FC236}">
                  <a16:creationId xmlns:a16="http://schemas.microsoft.com/office/drawing/2014/main" id="{598E58DD-B266-D1C4-3893-CFFFDB60CE4F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5361"/>
              <a:ext cx="107602" cy="33712"/>
            </a:xfrm>
            <a:custGeom>
              <a:avLst/>
              <a:gdLst/>
              <a:ahLst/>
              <a:cxnLst/>
              <a:rect l="0" t="0" r="0" b="0"/>
              <a:pathLst>
                <a:path w="107602" h="33712">
                  <a:moveTo>
                    <a:pt x="0" y="33712"/>
                  </a:moveTo>
                  <a:lnTo>
                    <a:pt x="10760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50" name="Candidate_receptor__2368">
              <a:extLst>
                <a:ext uri="{FF2B5EF4-FFF2-40B4-BE49-F238E27FC236}">
                  <a16:creationId xmlns:a16="http://schemas.microsoft.com/office/drawing/2014/main" id="{0C5C3D48-3AB8-49B4-5623-6B544B8A4BBC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878366"/>
              <a:ext cx="24635" cy="5423"/>
            </a:xfrm>
            <a:custGeom>
              <a:avLst/>
              <a:gdLst/>
              <a:ahLst/>
              <a:cxnLst/>
              <a:rect l="0" t="0" r="0" b="0"/>
              <a:pathLst>
                <a:path w="24635" h="5423">
                  <a:moveTo>
                    <a:pt x="24635" y="0"/>
                  </a:moveTo>
                  <a:lnTo>
                    <a:pt x="0" y="542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51" name="Candidate_receptor__2369">
              <a:extLst>
                <a:ext uri="{FF2B5EF4-FFF2-40B4-BE49-F238E27FC236}">
                  <a16:creationId xmlns:a16="http://schemas.microsoft.com/office/drawing/2014/main" id="{2E3E16EE-75CA-8416-849F-C79801CB4CA6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70979"/>
              <a:ext cx="37642" cy="48832"/>
            </a:xfrm>
            <a:custGeom>
              <a:avLst/>
              <a:gdLst/>
              <a:ahLst/>
              <a:cxnLst/>
              <a:rect l="0" t="0" r="0" b="0"/>
              <a:pathLst>
                <a:path w="37642" h="48832">
                  <a:moveTo>
                    <a:pt x="0" y="48832"/>
                  </a:moveTo>
                  <a:lnTo>
                    <a:pt x="3764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52" name="Candidate_receptor__2370">
              <a:extLst>
                <a:ext uri="{FF2B5EF4-FFF2-40B4-BE49-F238E27FC236}">
                  <a16:creationId xmlns:a16="http://schemas.microsoft.com/office/drawing/2014/main" id="{BDF4511F-6F8E-E6D6-CBD7-D3782B5127C5}"/>
                </a:ext>
              </a:extLst>
            </p:cNvPr>
            <p:cNvSpPr>
              <a:spLocks noGrp="1"/>
            </p:cNvSpPr>
            <p:nvPr/>
          </p:nvSpPr>
          <p:spPr>
            <a:xfrm>
              <a:off x="6311779" y="4131532"/>
              <a:ext cx="8908" cy="100629"/>
            </a:xfrm>
            <a:custGeom>
              <a:avLst/>
              <a:gdLst/>
              <a:ahLst/>
              <a:cxnLst/>
              <a:rect l="0" t="0" r="0" b="0"/>
              <a:pathLst>
                <a:path w="8908" h="100629">
                  <a:moveTo>
                    <a:pt x="8908" y="100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53" name="Candidate_receptor__2371">
              <a:extLst>
                <a:ext uri="{FF2B5EF4-FFF2-40B4-BE49-F238E27FC236}">
                  <a16:creationId xmlns:a16="http://schemas.microsoft.com/office/drawing/2014/main" id="{5FA45AA6-78DD-FB30-E244-CDD7D26E301F}"/>
                </a:ext>
              </a:extLst>
            </p:cNvPr>
            <p:cNvSpPr>
              <a:spLocks noGrp="1"/>
            </p:cNvSpPr>
            <p:nvPr/>
          </p:nvSpPr>
          <p:spPr>
            <a:xfrm>
              <a:off x="5896128" y="3629279"/>
              <a:ext cx="47000" cy="35793"/>
            </a:xfrm>
            <a:custGeom>
              <a:avLst/>
              <a:gdLst/>
              <a:ahLst/>
              <a:cxnLst/>
              <a:rect l="0" t="0" r="0" b="0"/>
              <a:pathLst>
                <a:path w="47000" h="35793">
                  <a:moveTo>
                    <a:pt x="0" y="35793"/>
                  </a:moveTo>
                  <a:lnTo>
                    <a:pt x="47000" y="0"/>
                  </a:lnTo>
                </a:path>
              </a:pathLst>
            </a:custGeom>
            <a:noFill/>
            <a:ln w="8096">
              <a:solidFill>
                <a:srgbClr val="DEE3E7"/>
              </a:solidFill>
            </a:ln>
          </p:spPr>
        </p:sp>
        <p:sp>
          <p:nvSpPr>
            <p:cNvPr id="52054" name="Candidate_receptor__2372">
              <a:extLst>
                <a:ext uri="{FF2B5EF4-FFF2-40B4-BE49-F238E27FC236}">
                  <a16:creationId xmlns:a16="http://schemas.microsoft.com/office/drawing/2014/main" id="{B62871BC-3108-EC7C-AA57-8E77B89830EF}"/>
                </a:ext>
              </a:extLst>
            </p:cNvPr>
            <p:cNvSpPr>
              <a:spLocks noGrp="1"/>
            </p:cNvSpPr>
            <p:nvPr/>
          </p:nvSpPr>
          <p:spPr>
            <a:xfrm>
              <a:off x="6493611" y="3890985"/>
              <a:ext cx="24283" cy="87873"/>
            </a:xfrm>
            <a:custGeom>
              <a:avLst/>
              <a:gdLst/>
              <a:ahLst/>
              <a:cxnLst/>
              <a:rect l="0" t="0" r="0" b="0"/>
              <a:pathLst>
                <a:path w="24283" h="87873">
                  <a:moveTo>
                    <a:pt x="0" y="87873"/>
                  </a:moveTo>
                  <a:lnTo>
                    <a:pt x="24283" y="0"/>
                  </a:lnTo>
                </a:path>
              </a:pathLst>
            </a:custGeom>
            <a:noFill/>
            <a:ln w="20003">
              <a:solidFill>
                <a:srgbClr val="DEE3E7"/>
              </a:solidFill>
            </a:ln>
          </p:spPr>
        </p:sp>
        <p:sp>
          <p:nvSpPr>
            <p:cNvPr id="52055" name="Candidate_receptor__2373">
              <a:extLst>
                <a:ext uri="{FF2B5EF4-FFF2-40B4-BE49-F238E27FC236}">
                  <a16:creationId xmlns:a16="http://schemas.microsoft.com/office/drawing/2014/main" id="{AB518191-162D-61BF-53C5-423987C12DF4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88602" cy="35632"/>
            </a:xfrm>
            <a:custGeom>
              <a:avLst/>
              <a:gdLst/>
              <a:ahLst/>
              <a:cxnLst/>
              <a:rect l="0" t="0" r="0" b="0"/>
              <a:pathLst>
                <a:path w="88602" h="35632">
                  <a:moveTo>
                    <a:pt x="88602" y="356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56" name="Candidate_receptor__2374">
              <a:extLst>
                <a:ext uri="{FF2B5EF4-FFF2-40B4-BE49-F238E27FC236}">
                  <a16:creationId xmlns:a16="http://schemas.microsoft.com/office/drawing/2014/main" id="{8416943C-1F33-7A0C-71AA-4697BCDCC6FB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68608"/>
              <a:ext cx="103135" cy="15262"/>
            </a:xfrm>
            <a:custGeom>
              <a:avLst/>
              <a:gdLst/>
              <a:ahLst/>
              <a:cxnLst/>
              <a:rect l="0" t="0" r="0" b="0"/>
              <a:pathLst>
                <a:path w="103135" h="15262">
                  <a:moveTo>
                    <a:pt x="0" y="15262"/>
                  </a:moveTo>
                  <a:lnTo>
                    <a:pt x="103135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57" name="Candidate_receptor__2375">
              <a:extLst>
                <a:ext uri="{FF2B5EF4-FFF2-40B4-BE49-F238E27FC236}">
                  <a16:creationId xmlns:a16="http://schemas.microsoft.com/office/drawing/2014/main" id="{744DEC7E-B30C-ABCC-F375-FDB5A2B1CED1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45692"/>
              <a:ext cx="49477" cy="68967"/>
            </a:xfrm>
            <a:custGeom>
              <a:avLst/>
              <a:gdLst/>
              <a:ahLst/>
              <a:cxnLst/>
              <a:rect l="0" t="0" r="0" b="0"/>
              <a:pathLst>
                <a:path w="49477" h="68967">
                  <a:moveTo>
                    <a:pt x="49477" y="0"/>
                  </a:moveTo>
                  <a:lnTo>
                    <a:pt x="0" y="68967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58" name="Candidate_receptor__2376">
              <a:extLst>
                <a:ext uri="{FF2B5EF4-FFF2-40B4-BE49-F238E27FC236}">
                  <a16:creationId xmlns:a16="http://schemas.microsoft.com/office/drawing/2014/main" id="{6410EBD9-1039-CF87-6E21-603F24CC45F7}"/>
                </a:ext>
              </a:extLst>
            </p:cNvPr>
            <p:cNvSpPr>
              <a:spLocks noGrp="1"/>
            </p:cNvSpPr>
            <p:nvPr/>
          </p:nvSpPr>
          <p:spPr>
            <a:xfrm>
              <a:off x="5786200" y="4476198"/>
              <a:ext cx="73716" cy="68652"/>
            </a:xfrm>
            <a:custGeom>
              <a:avLst/>
              <a:gdLst/>
              <a:ahLst/>
              <a:cxnLst/>
              <a:rect l="0" t="0" r="0" b="0"/>
              <a:pathLst>
                <a:path w="73716" h="68652">
                  <a:moveTo>
                    <a:pt x="73716" y="68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59" name="Candidate_receptor__2377">
              <a:extLst>
                <a:ext uri="{FF2B5EF4-FFF2-40B4-BE49-F238E27FC236}">
                  <a16:creationId xmlns:a16="http://schemas.microsoft.com/office/drawing/2014/main" id="{6013AB19-F579-D47A-97CF-746C50BA2A29}"/>
                </a:ext>
              </a:extLst>
            </p:cNvPr>
            <p:cNvSpPr>
              <a:spLocks noGrp="1"/>
            </p:cNvSpPr>
            <p:nvPr/>
          </p:nvSpPr>
          <p:spPr>
            <a:xfrm>
              <a:off x="5310494" y="5160322"/>
              <a:ext cx="20172" cy="85370"/>
            </a:xfrm>
            <a:custGeom>
              <a:avLst/>
              <a:gdLst/>
              <a:ahLst/>
              <a:cxnLst/>
              <a:rect l="0" t="0" r="0" b="0"/>
              <a:pathLst>
                <a:path w="20172" h="85370">
                  <a:moveTo>
                    <a:pt x="20172" y="0"/>
                  </a:moveTo>
                  <a:lnTo>
                    <a:pt x="0" y="8537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60" name="Candidate_receptor__2378">
              <a:extLst>
                <a:ext uri="{FF2B5EF4-FFF2-40B4-BE49-F238E27FC236}">
                  <a16:creationId xmlns:a16="http://schemas.microsoft.com/office/drawing/2014/main" id="{DC1DBAD0-E539-DA5E-B33E-F7E3CBBDBCF0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39056"/>
              <a:ext cx="107372" cy="5200"/>
            </a:xfrm>
            <a:custGeom>
              <a:avLst/>
              <a:gdLst/>
              <a:ahLst/>
              <a:cxnLst/>
              <a:rect l="0" t="0" r="0" b="0"/>
              <a:pathLst>
                <a:path w="107372" h="5200">
                  <a:moveTo>
                    <a:pt x="107372" y="52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61" name="Candidate_receptor__2379">
              <a:extLst>
                <a:ext uri="{FF2B5EF4-FFF2-40B4-BE49-F238E27FC236}">
                  <a16:creationId xmlns:a16="http://schemas.microsoft.com/office/drawing/2014/main" id="{83F48AD2-E631-ECA2-CD26-149DCDB45CDB}"/>
                </a:ext>
              </a:extLst>
            </p:cNvPr>
            <p:cNvSpPr>
              <a:spLocks noGrp="1"/>
            </p:cNvSpPr>
            <p:nvPr/>
          </p:nvSpPr>
          <p:spPr>
            <a:xfrm>
              <a:off x="5141955" y="4068608"/>
              <a:ext cx="38358" cy="91882"/>
            </a:xfrm>
            <a:custGeom>
              <a:avLst/>
              <a:gdLst/>
              <a:ahLst/>
              <a:cxnLst/>
              <a:rect l="0" t="0" r="0" b="0"/>
              <a:pathLst>
                <a:path w="38358" h="91882">
                  <a:moveTo>
                    <a:pt x="0" y="0"/>
                  </a:moveTo>
                  <a:lnTo>
                    <a:pt x="38358" y="91882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62" name="Candidate_receptor__2380">
              <a:extLst>
                <a:ext uri="{FF2B5EF4-FFF2-40B4-BE49-F238E27FC236}">
                  <a16:creationId xmlns:a16="http://schemas.microsoft.com/office/drawing/2014/main" id="{C0FFACE6-C098-CC05-94EF-4CE799B2F020}"/>
                </a:ext>
              </a:extLst>
            </p:cNvPr>
            <p:cNvSpPr>
              <a:spLocks noGrp="1"/>
            </p:cNvSpPr>
            <p:nvPr/>
          </p:nvSpPr>
          <p:spPr>
            <a:xfrm>
              <a:off x="5907196" y="4703966"/>
              <a:ext cx="27980" cy="10625"/>
            </a:xfrm>
            <a:custGeom>
              <a:avLst/>
              <a:gdLst/>
              <a:ahLst/>
              <a:cxnLst/>
              <a:rect l="0" t="0" r="0" b="0"/>
              <a:pathLst>
                <a:path w="27980" h="10625">
                  <a:moveTo>
                    <a:pt x="27980" y="10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63" name="Candidate_receptor__2381">
              <a:extLst>
                <a:ext uri="{FF2B5EF4-FFF2-40B4-BE49-F238E27FC236}">
                  <a16:creationId xmlns:a16="http://schemas.microsoft.com/office/drawing/2014/main" id="{D3FD1DC2-6489-B1D8-3E2F-C32248D49453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76198"/>
              <a:ext cx="88991" cy="32223"/>
            </a:xfrm>
            <a:custGeom>
              <a:avLst/>
              <a:gdLst/>
              <a:ahLst/>
              <a:cxnLst/>
              <a:rect l="0" t="0" r="0" b="0"/>
              <a:pathLst>
                <a:path w="88991" h="32223">
                  <a:moveTo>
                    <a:pt x="88991" y="0"/>
                  </a:moveTo>
                  <a:lnTo>
                    <a:pt x="0" y="3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64" name="Candidate_receptor__2382">
              <a:extLst>
                <a:ext uri="{FF2B5EF4-FFF2-40B4-BE49-F238E27FC236}">
                  <a16:creationId xmlns:a16="http://schemas.microsoft.com/office/drawing/2014/main" id="{250811B4-CA68-45D1-D771-D575340EE1D2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66033" cy="13897"/>
            </a:xfrm>
            <a:custGeom>
              <a:avLst/>
              <a:gdLst/>
              <a:ahLst/>
              <a:cxnLst/>
              <a:rect l="0" t="0" r="0" b="0"/>
              <a:pathLst>
                <a:path w="66033" h="13897">
                  <a:moveTo>
                    <a:pt x="66033" y="138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52065" name="Candidate_receptor__2383">
              <a:extLst>
                <a:ext uri="{FF2B5EF4-FFF2-40B4-BE49-F238E27FC236}">
                  <a16:creationId xmlns:a16="http://schemas.microsoft.com/office/drawing/2014/main" id="{F9705138-933F-CA43-60A7-735E947A33AA}"/>
                </a:ext>
              </a:extLst>
            </p:cNvPr>
            <p:cNvSpPr>
              <a:spLocks noGrp="1"/>
            </p:cNvSpPr>
            <p:nvPr/>
          </p:nvSpPr>
          <p:spPr>
            <a:xfrm>
              <a:off x="6050719" y="3571991"/>
              <a:ext cx="55302" cy="50931"/>
            </a:xfrm>
            <a:custGeom>
              <a:avLst/>
              <a:gdLst/>
              <a:ahLst/>
              <a:cxnLst/>
              <a:rect l="0" t="0" r="0" b="0"/>
              <a:pathLst>
                <a:path w="55302" h="50931">
                  <a:moveTo>
                    <a:pt x="0" y="0"/>
                  </a:moveTo>
                  <a:lnTo>
                    <a:pt x="55302" y="50931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52066" name="Candidate_receptor__2384">
              <a:extLst>
                <a:ext uri="{FF2B5EF4-FFF2-40B4-BE49-F238E27FC236}">
                  <a16:creationId xmlns:a16="http://schemas.microsoft.com/office/drawing/2014/main" id="{9F4C4314-EC3B-75F6-2655-3123C6422452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60490"/>
              <a:ext cx="84127" cy="68593"/>
            </a:xfrm>
            <a:custGeom>
              <a:avLst/>
              <a:gdLst/>
              <a:ahLst/>
              <a:cxnLst/>
              <a:rect l="0" t="0" r="0" b="0"/>
              <a:pathLst>
                <a:path w="84127" h="68593">
                  <a:moveTo>
                    <a:pt x="84127" y="0"/>
                  </a:moveTo>
                  <a:lnTo>
                    <a:pt x="0" y="6859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67" name="Candidate_receptor__2385">
              <a:extLst>
                <a:ext uri="{FF2B5EF4-FFF2-40B4-BE49-F238E27FC236}">
                  <a16:creationId xmlns:a16="http://schemas.microsoft.com/office/drawing/2014/main" id="{E24A97A9-276A-1130-3B53-A2305FE1109C}"/>
                </a:ext>
              </a:extLst>
            </p:cNvPr>
            <p:cNvSpPr>
              <a:spLocks noGrp="1"/>
            </p:cNvSpPr>
            <p:nvPr/>
          </p:nvSpPr>
          <p:spPr>
            <a:xfrm>
              <a:off x="6207577" y="4232161"/>
              <a:ext cx="113110" cy="18883"/>
            </a:xfrm>
            <a:custGeom>
              <a:avLst/>
              <a:gdLst/>
              <a:ahLst/>
              <a:cxnLst/>
              <a:rect l="0" t="0" r="0" b="0"/>
              <a:pathLst>
                <a:path w="113110" h="18883">
                  <a:moveTo>
                    <a:pt x="0" y="18883"/>
                  </a:moveTo>
                  <a:lnTo>
                    <a:pt x="11311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68" name="Candidate_receptor__2386">
              <a:extLst>
                <a:ext uri="{FF2B5EF4-FFF2-40B4-BE49-F238E27FC236}">
                  <a16:creationId xmlns:a16="http://schemas.microsoft.com/office/drawing/2014/main" id="{4774266C-C5C0-4A78-45CE-5E9CA4A8BA61}"/>
                </a:ext>
              </a:extLst>
            </p:cNvPr>
            <p:cNvSpPr>
              <a:spLocks noGrp="1"/>
            </p:cNvSpPr>
            <p:nvPr/>
          </p:nvSpPr>
          <p:spPr>
            <a:xfrm>
              <a:off x="5977520" y="3524905"/>
              <a:ext cx="73199" cy="47086"/>
            </a:xfrm>
            <a:custGeom>
              <a:avLst/>
              <a:gdLst/>
              <a:ahLst/>
              <a:cxnLst/>
              <a:rect l="0" t="0" r="0" b="0"/>
              <a:pathLst>
                <a:path w="73199" h="47086">
                  <a:moveTo>
                    <a:pt x="0" y="0"/>
                  </a:moveTo>
                  <a:lnTo>
                    <a:pt x="73199" y="47086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52069" name="Candidate_receptor__2387">
              <a:extLst>
                <a:ext uri="{FF2B5EF4-FFF2-40B4-BE49-F238E27FC236}">
                  <a16:creationId xmlns:a16="http://schemas.microsoft.com/office/drawing/2014/main" id="{48289163-354D-63E3-059B-65081D11A535}"/>
                </a:ext>
              </a:extLst>
            </p:cNvPr>
            <p:cNvSpPr>
              <a:spLocks noGrp="1"/>
            </p:cNvSpPr>
            <p:nvPr/>
          </p:nvSpPr>
          <p:spPr>
            <a:xfrm>
              <a:off x="6415866" y="3734415"/>
              <a:ext cx="38862" cy="61997"/>
            </a:xfrm>
            <a:custGeom>
              <a:avLst/>
              <a:gdLst/>
              <a:ahLst/>
              <a:cxnLst/>
              <a:rect l="0" t="0" r="0" b="0"/>
              <a:pathLst>
                <a:path w="38862" h="61997">
                  <a:moveTo>
                    <a:pt x="38862" y="619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70" name="Candidate_receptor__2388">
              <a:extLst>
                <a:ext uri="{FF2B5EF4-FFF2-40B4-BE49-F238E27FC236}">
                  <a16:creationId xmlns:a16="http://schemas.microsoft.com/office/drawing/2014/main" id="{65333A41-455A-F4A9-C47E-8A0B470D1EB2}"/>
                </a:ext>
              </a:extLst>
            </p:cNvPr>
            <p:cNvSpPr>
              <a:spLocks noGrp="1"/>
            </p:cNvSpPr>
            <p:nvPr/>
          </p:nvSpPr>
          <p:spPr>
            <a:xfrm>
              <a:off x="5559822" y="5197921"/>
              <a:ext cx="59567" cy="71383"/>
            </a:xfrm>
            <a:custGeom>
              <a:avLst/>
              <a:gdLst/>
              <a:ahLst/>
              <a:cxnLst/>
              <a:rect l="0" t="0" r="0" b="0"/>
              <a:pathLst>
                <a:path w="59567" h="71383">
                  <a:moveTo>
                    <a:pt x="0" y="0"/>
                  </a:moveTo>
                  <a:lnTo>
                    <a:pt x="59567" y="71383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52071" name="Candidate_receptor__2389">
              <a:extLst>
                <a:ext uri="{FF2B5EF4-FFF2-40B4-BE49-F238E27FC236}">
                  <a16:creationId xmlns:a16="http://schemas.microsoft.com/office/drawing/2014/main" id="{D4E9BABC-B0F0-034C-9884-402009BA4198}"/>
                </a:ext>
              </a:extLst>
            </p:cNvPr>
            <p:cNvSpPr>
              <a:spLocks noGrp="1"/>
            </p:cNvSpPr>
            <p:nvPr/>
          </p:nvSpPr>
          <p:spPr>
            <a:xfrm>
              <a:off x="5209506" y="5015361"/>
              <a:ext cx="36376" cy="62921"/>
            </a:xfrm>
            <a:custGeom>
              <a:avLst/>
              <a:gdLst/>
              <a:ahLst/>
              <a:cxnLst/>
              <a:rect l="0" t="0" r="0" b="0"/>
              <a:pathLst>
                <a:path w="36376" h="62921">
                  <a:moveTo>
                    <a:pt x="0" y="0"/>
                  </a:moveTo>
                  <a:lnTo>
                    <a:pt x="36376" y="62921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72" name="Candidate_receptor__2390">
              <a:extLst>
                <a:ext uri="{FF2B5EF4-FFF2-40B4-BE49-F238E27FC236}">
                  <a16:creationId xmlns:a16="http://schemas.microsoft.com/office/drawing/2014/main" id="{0C01032A-ECE9-5546-C3FC-913F04D7CF3F}"/>
                </a:ext>
              </a:extLst>
            </p:cNvPr>
            <p:cNvSpPr>
              <a:spLocks noGrp="1"/>
            </p:cNvSpPr>
            <p:nvPr/>
          </p:nvSpPr>
          <p:spPr>
            <a:xfrm>
              <a:off x="4872603" y="4244256"/>
              <a:ext cx="26855" cy="76960"/>
            </a:xfrm>
            <a:custGeom>
              <a:avLst/>
              <a:gdLst/>
              <a:ahLst/>
              <a:cxnLst/>
              <a:rect l="0" t="0" r="0" b="0"/>
              <a:pathLst>
                <a:path w="26855" h="76960">
                  <a:moveTo>
                    <a:pt x="26855" y="76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73" name="Candidate_receptor__2391">
              <a:extLst>
                <a:ext uri="{FF2B5EF4-FFF2-40B4-BE49-F238E27FC236}">
                  <a16:creationId xmlns:a16="http://schemas.microsoft.com/office/drawing/2014/main" id="{33AFE475-647D-774B-E32D-7B80E2CC015D}"/>
                </a:ext>
              </a:extLst>
            </p:cNvPr>
            <p:cNvSpPr>
              <a:spLocks noGrp="1"/>
            </p:cNvSpPr>
            <p:nvPr/>
          </p:nvSpPr>
          <p:spPr>
            <a:xfrm>
              <a:off x="5788613" y="4544849"/>
              <a:ext cx="71303" cy="89505"/>
            </a:xfrm>
            <a:custGeom>
              <a:avLst/>
              <a:gdLst/>
              <a:ahLst/>
              <a:cxnLst/>
              <a:rect l="0" t="0" r="0" b="0"/>
              <a:pathLst>
                <a:path w="71303" h="89505">
                  <a:moveTo>
                    <a:pt x="0" y="89505"/>
                  </a:moveTo>
                  <a:lnTo>
                    <a:pt x="7130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74" name="Candidate_receptor__2392">
              <a:extLst>
                <a:ext uri="{FF2B5EF4-FFF2-40B4-BE49-F238E27FC236}">
                  <a16:creationId xmlns:a16="http://schemas.microsoft.com/office/drawing/2014/main" id="{3B7F2157-82D9-A61C-0CFB-7ED9CE2C12A6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81146"/>
              <a:ext cx="102960" cy="22223"/>
            </a:xfrm>
            <a:custGeom>
              <a:avLst/>
              <a:gdLst/>
              <a:ahLst/>
              <a:cxnLst/>
              <a:rect l="0" t="0" r="0" b="0"/>
              <a:pathLst>
                <a:path w="102960" h="22223">
                  <a:moveTo>
                    <a:pt x="0" y="0"/>
                  </a:moveTo>
                  <a:lnTo>
                    <a:pt x="102960" y="2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75" name="Candidate_receptor__2393">
              <a:extLst>
                <a:ext uri="{FF2B5EF4-FFF2-40B4-BE49-F238E27FC236}">
                  <a16:creationId xmlns:a16="http://schemas.microsoft.com/office/drawing/2014/main" id="{6684BF44-439F-EA75-ACD3-127520DAFA1E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962687"/>
              <a:ext cx="9183" cy="16910"/>
            </a:xfrm>
            <a:custGeom>
              <a:avLst/>
              <a:gdLst/>
              <a:ahLst/>
              <a:cxnLst/>
              <a:rect l="0" t="0" r="0" b="0"/>
              <a:pathLst>
                <a:path w="9183" h="16910">
                  <a:moveTo>
                    <a:pt x="9183" y="16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76" name="Candidate_receptor__2394">
              <a:extLst>
                <a:ext uri="{FF2B5EF4-FFF2-40B4-BE49-F238E27FC236}">
                  <a16:creationId xmlns:a16="http://schemas.microsoft.com/office/drawing/2014/main" id="{E9105DD2-3A75-2A74-82D8-8EC871CE4DCF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58649"/>
              <a:ext cx="33344" cy="75565"/>
            </a:xfrm>
            <a:custGeom>
              <a:avLst/>
              <a:gdLst/>
              <a:ahLst/>
              <a:cxnLst/>
              <a:rect l="0" t="0" r="0" b="0"/>
              <a:pathLst>
                <a:path w="33344" h="75565">
                  <a:moveTo>
                    <a:pt x="33344" y="755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52077" name="Candidate_receptor__2395">
              <a:extLst>
                <a:ext uri="{FF2B5EF4-FFF2-40B4-BE49-F238E27FC236}">
                  <a16:creationId xmlns:a16="http://schemas.microsoft.com/office/drawing/2014/main" id="{6C6B2E56-7870-AD1C-F101-3BE2BF234ADB}"/>
                </a:ext>
              </a:extLst>
            </p:cNvPr>
            <p:cNvSpPr>
              <a:spLocks noGrp="1"/>
            </p:cNvSpPr>
            <p:nvPr/>
          </p:nvSpPr>
          <p:spPr>
            <a:xfrm>
              <a:off x="5062105" y="4899373"/>
              <a:ext cx="91909" cy="10658"/>
            </a:xfrm>
            <a:custGeom>
              <a:avLst/>
              <a:gdLst/>
              <a:ahLst/>
              <a:cxnLst/>
              <a:rect l="0" t="0" r="0" b="0"/>
              <a:pathLst>
                <a:path w="91909" h="10658">
                  <a:moveTo>
                    <a:pt x="0" y="0"/>
                  </a:moveTo>
                  <a:lnTo>
                    <a:pt x="91909" y="1065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78" name="Candidate_receptor__2396">
              <a:extLst>
                <a:ext uri="{FF2B5EF4-FFF2-40B4-BE49-F238E27FC236}">
                  <a16:creationId xmlns:a16="http://schemas.microsoft.com/office/drawing/2014/main" id="{27B6070B-D796-FF5F-3E69-B4348FD4A44C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09051"/>
              <a:ext cx="54536" cy="29674"/>
            </a:xfrm>
            <a:custGeom>
              <a:avLst/>
              <a:gdLst/>
              <a:ahLst/>
              <a:cxnLst/>
              <a:rect l="0" t="0" r="0" b="0"/>
              <a:pathLst>
                <a:path w="54536" h="29674">
                  <a:moveTo>
                    <a:pt x="54536" y="0"/>
                  </a:moveTo>
                  <a:lnTo>
                    <a:pt x="0" y="296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52079" name="Candidate_receptor__2397">
              <a:extLst>
                <a:ext uri="{FF2B5EF4-FFF2-40B4-BE49-F238E27FC236}">
                  <a16:creationId xmlns:a16="http://schemas.microsoft.com/office/drawing/2014/main" id="{16510ECE-64A5-E5C8-5B0B-26A2AA3782BB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99373"/>
              <a:ext cx="71023" cy="30769"/>
            </a:xfrm>
            <a:custGeom>
              <a:avLst/>
              <a:gdLst/>
              <a:ahLst/>
              <a:cxnLst/>
              <a:rect l="0" t="0" r="0" b="0"/>
              <a:pathLst>
                <a:path w="71023" h="30769">
                  <a:moveTo>
                    <a:pt x="0" y="30769"/>
                  </a:moveTo>
                  <a:lnTo>
                    <a:pt x="7102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80" name="Candidate_receptor__2398">
              <a:extLst>
                <a:ext uri="{FF2B5EF4-FFF2-40B4-BE49-F238E27FC236}">
                  <a16:creationId xmlns:a16="http://schemas.microsoft.com/office/drawing/2014/main" id="{B88E4679-2D12-15E9-F7FF-DA62F64E1602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078282"/>
              <a:ext cx="66979" cy="87114"/>
            </a:xfrm>
            <a:custGeom>
              <a:avLst/>
              <a:gdLst/>
              <a:ahLst/>
              <a:cxnLst/>
              <a:rect l="0" t="0" r="0" b="0"/>
              <a:pathLst>
                <a:path w="66979" h="87114">
                  <a:moveTo>
                    <a:pt x="66979" y="0"/>
                  </a:moveTo>
                  <a:lnTo>
                    <a:pt x="0" y="8711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81" name="Candidate_receptor__2399">
              <a:extLst>
                <a:ext uri="{FF2B5EF4-FFF2-40B4-BE49-F238E27FC236}">
                  <a16:creationId xmlns:a16="http://schemas.microsoft.com/office/drawing/2014/main" id="{0D7F10DD-9ECA-06FC-D9A9-0589B15ACF5A}"/>
                </a:ext>
              </a:extLst>
            </p:cNvPr>
            <p:cNvSpPr>
              <a:spLocks noGrp="1"/>
            </p:cNvSpPr>
            <p:nvPr/>
          </p:nvSpPr>
          <p:spPr>
            <a:xfrm>
              <a:off x="6150540" y="4503369"/>
              <a:ext cx="42552" cy="66808"/>
            </a:xfrm>
            <a:custGeom>
              <a:avLst/>
              <a:gdLst/>
              <a:ahLst/>
              <a:cxnLst/>
              <a:rect l="0" t="0" r="0" b="0"/>
              <a:pathLst>
                <a:path w="42552" h="66808">
                  <a:moveTo>
                    <a:pt x="0" y="0"/>
                  </a:moveTo>
                  <a:lnTo>
                    <a:pt x="42552" y="6680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82" name="Candidate_receptor__2400">
              <a:extLst>
                <a:ext uri="{FF2B5EF4-FFF2-40B4-BE49-F238E27FC236}">
                  <a16:creationId xmlns:a16="http://schemas.microsoft.com/office/drawing/2014/main" id="{5EAB0952-F60B-11A7-B822-C40CC7449D5D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21216"/>
              <a:ext cx="90642" cy="65297"/>
            </a:xfrm>
            <a:custGeom>
              <a:avLst/>
              <a:gdLst/>
              <a:ahLst/>
              <a:cxnLst/>
              <a:rect l="0" t="0" r="0" b="0"/>
              <a:pathLst>
                <a:path w="90642" h="65297">
                  <a:moveTo>
                    <a:pt x="0" y="65297"/>
                  </a:moveTo>
                  <a:lnTo>
                    <a:pt x="90642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83" name="Candidate_receptor__2401">
              <a:extLst>
                <a:ext uri="{FF2B5EF4-FFF2-40B4-BE49-F238E27FC236}">
                  <a16:creationId xmlns:a16="http://schemas.microsoft.com/office/drawing/2014/main" id="{4C16A392-8FCF-0116-6ACC-E36349C4C347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00550"/>
              <a:ext cx="1169" cy="50532"/>
            </a:xfrm>
            <a:custGeom>
              <a:avLst/>
              <a:gdLst/>
              <a:ahLst/>
              <a:cxnLst/>
              <a:rect l="0" t="0" r="0" b="0"/>
              <a:pathLst>
                <a:path w="1169" h="50532">
                  <a:moveTo>
                    <a:pt x="0" y="50532"/>
                  </a:moveTo>
                  <a:lnTo>
                    <a:pt x="1169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84" name="Candidate_receptor__2402">
              <a:extLst>
                <a:ext uri="{FF2B5EF4-FFF2-40B4-BE49-F238E27FC236}">
                  <a16:creationId xmlns:a16="http://schemas.microsoft.com/office/drawing/2014/main" id="{4FE36606-0C7F-0996-2322-C3E16B65219F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710921"/>
              <a:ext cx="71224" cy="6048"/>
            </a:xfrm>
            <a:custGeom>
              <a:avLst/>
              <a:gdLst/>
              <a:ahLst/>
              <a:cxnLst/>
              <a:rect l="0" t="0" r="0" b="0"/>
              <a:pathLst>
                <a:path w="71224" h="6048">
                  <a:moveTo>
                    <a:pt x="0" y="0"/>
                  </a:moveTo>
                  <a:lnTo>
                    <a:pt x="71224" y="604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85" name="Candidate_receptor__2403">
              <a:extLst>
                <a:ext uri="{FF2B5EF4-FFF2-40B4-BE49-F238E27FC236}">
                  <a16:creationId xmlns:a16="http://schemas.microsoft.com/office/drawing/2014/main" id="{504CE573-EA2D-738A-27E8-745E939658AF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567098"/>
              <a:ext cx="57274" cy="97974"/>
            </a:xfrm>
            <a:custGeom>
              <a:avLst/>
              <a:gdLst/>
              <a:ahLst/>
              <a:cxnLst/>
              <a:rect l="0" t="0" r="0" b="0"/>
              <a:pathLst>
                <a:path w="57274" h="97974">
                  <a:moveTo>
                    <a:pt x="0" y="0"/>
                  </a:moveTo>
                  <a:lnTo>
                    <a:pt x="57274" y="979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52086" name="Candidate_receptor__2404">
              <a:extLst>
                <a:ext uri="{FF2B5EF4-FFF2-40B4-BE49-F238E27FC236}">
                  <a16:creationId xmlns:a16="http://schemas.microsoft.com/office/drawing/2014/main" id="{162712DE-4793-329C-D3C6-3AA006F40979}"/>
                </a:ext>
              </a:extLst>
            </p:cNvPr>
            <p:cNvSpPr>
              <a:spLocks noGrp="1"/>
            </p:cNvSpPr>
            <p:nvPr/>
          </p:nvSpPr>
          <p:spPr>
            <a:xfrm>
              <a:off x="5051905" y="4490104"/>
              <a:ext cx="114170" cy="8120"/>
            </a:xfrm>
            <a:custGeom>
              <a:avLst/>
              <a:gdLst/>
              <a:ahLst/>
              <a:cxnLst/>
              <a:rect l="0" t="0" r="0" b="0"/>
              <a:pathLst>
                <a:path w="114170" h="8120">
                  <a:moveTo>
                    <a:pt x="0" y="0"/>
                  </a:moveTo>
                  <a:lnTo>
                    <a:pt x="114170" y="812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87" name="Candidate_receptor__2405">
              <a:extLst>
                <a:ext uri="{FF2B5EF4-FFF2-40B4-BE49-F238E27FC236}">
                  <a16:creationId xmlns:a16="http://schemas.microsoft.com/office/drawing/2014/main" id="{D514BCDB-8AA7-31D7-FC3B-2397815697AB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796412"/>
              <a:ext cx="72913" cy="87377"/>
            </a:xfrm>
            <a:custGeom>
              <a:avLst/>
              <a:gdLst/>
              <a:ahLst/>
              <a:cxnLst/>
              <a:rect l="0" t="0" r="0" b="0"/>
              <a:pathLst>
                <a:path w="72913" h="87377">
                  <a:moveTo>
                    <a:pt x="0" y="87377"/>
                  </a:moveTo>
                  <a:lnTo>
                    <a:pt x="7291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88" name="Candidate_receptor__2406">
              <a:extLst>
                <a:ext uri="{FF2B5EF4-FFF2-40B4-BE49-F238E27FC236}">
                  <a16:creationId xmlns:a16="http://schemas.microsoft.com/office/drawing/2014/main" id="{52EE8674-913B-0359-604C-B10BC8D0BEF4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2473"/>
              <a:ext cx="13664" cy="36600"/>
            </a:xfrm>
            <a:custGeom>
              <a:avLst/>
              <a:gdLst/>
              <a:ahLst/>
              <a:cxnLst/>
              <a:rect l="0" t="0" r="0" b="0"/>
              <a:pathLst>
                <a:path w="13664" h="36600">
                  <a:moveTo>
                    <a:pt x="13664" y="0"/>
                  </a:moveTo>
                  <a:lnTo>
                    <a:pt x="0" y="3660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89" name="Candidate_receptor__2407">
              <a:extLst>
                <a:ext uri="{FF2B5EF4-FFF2-40B4-BE49-F238E27FC236}">
                  <a16:creationId xmlns:a16="http://schemas.microsoft.com/office/drawing/2014/main" id="{E8ECAF2E-83F2-D685-7941-E5491C7B2C2B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28102"/>
              <a:ext cx="67780" cy="45088"/>
            </a:xfrm>
            <a:custGeom>
              <a:avLst/>
              <a:gdLst/>
              <a:ahLst/>
              <a:cxnLst/>
              <a:rect l="0" t="0" r="0" b="0"/>
              <a:pathLst>
                <a:path w="67780" h="45088">
                  <a:moveTo>
                    <a:pt x="0" y="45088"/>
                  </a:moveTo>
                  <a:lnTo>
                    <a:pt x="6778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90" name="Candidate_receptor__2408">
              <a:extLst>
                <a:ext uri="{FF2B5EF4-FFF2-40B4-BE49-F238E27FC236}">
                  <a16:creationId xmlns:a16="http://schemas.microsoft.com/office/drawing/2014/main" id="{6B8D89FF-F3A8-712F-3787-002E49957BB9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63089"/>
              <a:ext cx="114578" cy="13310"/>
            </a:xfrm>
            <a:custGeom>
              <a:avLst/>
              <a:gdLst/>
              <a:ahLst/>
              <a:cxnLst/>
              <a:rect l="0" t="0" r="0" b="0"/>
              <a:pathLst>
                <a:path w="114578" h="13310">
                  <a:moveTo>
                    <a:pt x="0" y="13310"/>
                  </a:moveTo>
                  <a:lnTo>
                    <a:pt x="114578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91" name="Candidate_receptor__2409">
              <a:extLst>
                <a:ext uri="{FF2B5EF4-FFF2-40B4-BE49-F238E27FC236}">
                  <a16:creationId xmlns:a16="http://schemas.microsoft.com/office/drawing/2014/main" id="{7F4578CB-A60F-CB14-BFC8-851FE93F9C11}"/>
                </a:ext>
              </a:extLst>
            </p:cNvPr>
            <p:cNvSpPr>
              <a:spLocks noGrp="1"/>
            </p:cNvSpPr>
            <p:nvPr/>
          </p:nvSpPr>
          <p:spPr>
            <a:xfrm>
              <a:off x="5259713" y="4220275"/>
              <a:ext cx="112587" cy="23294"/>
            </a:xfrm>
            <a:custGeom>
              <a:avLst/>
              <a:gdLst/>
              <a:ahLst/>
              <a:cxnLst/>
              <a:rect l="0" t="0" r="0" b="0"/>
              <a:pathLst>
                <a:path w="112587" h="23294">
                  <a:moveTo>
                    <a:pt x="112587" y="0"/>
                  </a:moveTo>
                  <a:lnTo>
                    <a:pt x="0" y="2329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92" name="Candidate_receptor__2410">
              <a:extLst>
                <a:ext uri="{FF2B5EF4-FFF2-40B4-BE49-F238E27FC236}">
                  <a16:creationId xmlns:a16="http://schemas.microsoft.com/office/drawing/2014/main" id="{67BD6749-CE75-B2D5-CC2D-003855A28623}"/>
                </a:ext>
              </a:extLst>
            </p:cNvPr>
            <p:cNvSpPr>
              <a:spLocks noGrp="1"/>
            </p:cNvSpPr>
            <p:nvPr/>
          </p:nvSpPr>
          <p:spPr>
            <a:xfrm>
              <a:off x="6280035" y="3532760"/>
              <a:ext cx="84146" cy="71645"/>
            </a:xfrm>
            <a:custGeom>
              <a:avLst/>
              <a:gdLst/>
              <a:ahLst/>
              <a:cxnLst/>
              <a:rect l="0" t="0" r="0" b="0"/>
              <a:pathLst>
                <a:path w="84146" h="71645">
                  <a:moveTo>
                    <a:pt x="84146" y="71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52093" name="Candidate_receptor__2411">
              <a:extLst>
                <a:ext uri="{FF2B5EF4-FFF2-40B4-BE49-F238E27FC236}">
                  <a16:creationId xmlns:a16="http://schemas.microsoft.com/office/drawing/2014/main" id="{E4133A84-E9EF-603A-CECE-37D80313E439}"/>
                </a:ext>
              </a:extLst>
            </p:cNvPr>
            <p:cNvSpPr>
              <a:spLocks noGrp="1"/>
            </p:cNvSpPr>
            <p:nvPr/>
          </p:nvSpPr>
          <p:spPr>
            <a:xfrm>
              <a:off x="5594855" y="3043386"/>
              <a:ext cx="81838" cy="78802"/>
            </a:xfrm>
            <a:custGeom>
              <a:avLst/>
              <a:gdLst/>
              <a:ahLst/>
              <a:cxnLst/>
              <a:rect l="0" t="0" r="0" b="0"/>
              <a:pathLst>
                <a:path w="81838" h="78802">
                  <a:moveTo>
                    <a:pt x="0" y="78802"/>
                  </a:moveTo>
                  <a:lnTo>
                    <a:pt x="81838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52094" name="Candidate_receptor__2412">
              <a:extLst>
                <a:ext uri="{FF2B5EF4-FFF2-40B4-BE49-F238E27FC236}">
                  <a16:creationId xmlns:a16="http://schemas.microsoft.com/office/drawing/2014/main" id="{ED9CB676-8101-5D0E-9640-598FB8495838}"/>
                </a:ext>
              </a:extLst>
            </p:cNvPr>
            <p:cNvSpPr>
              <a:spLocks noGrp="1"/>
            </p:cNvSpPr>
            <p:nvPr/>
          </p:nvSpPr>
          <p:spPr>
            <a:xfrm>
              <a:off x="4812463" y="4082713"/>
              <a:ext cx="69676" cy="60450"/>
            </a:xfrm>
            <a:custGeom>
              <a:avLst/>
              <a:gdLst/>
              <a:ahLst/>
              <a:cxnLst/>
              <a:rect l="0" t="0" r="0" b="0"/>
              <a:pathLst>
                <a:path w="69676" h="60450">
                  <a:moveTo>
                    <a:pt x="69676" y="60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095" name="Candidate_receptor__2413">
              <a:extLst>
                <a:ext uri="{FF2B5EF4-FFF2-40B4-BE49-F238E27FC236}">
                  <a16:creationId xmlns:a16="http://schemas.microsoft.com/office/drawing/2014/main" id="{55844321-04DD-DF7A-1511-4A11EC830B21}"/>
                </a:ext>
              </a:extLst>
            </p:cNvPr>
            <p:cNvSpPr>
              <a:spLocks noGrp="1"/>
            </p:cNvSpPr>
            <p:nvPr/>
          </p:nvSpPr>
          <p:spPr>
            <a:xfrm>
              <a:off x="4913195" y="4770781"/>
              <a:ext cx="109357" cy="33316"/>
            </a:xfrm>
            <a:custGeom>
              <a:avLst/>
              <a:gdLst/>
              <a:ahLst/>
              <a:cxnLst/>
              <a:rect l="0" t="0" r="0" b="0"/>
              <a:pathLst>
                <a:path w="109357" h="33316">
                  <a:moveTo>
                    <a:pt x="0" y="33316"/>
                  </a:moveTo>
                  <a:lnTo>
                    <a:pt x="10935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096" name="Candidate_receptor__2414">
              <a:extLst>
                <a:ext uri="{FF2B5EF4-FFF2-40B4-BE49-F238E27FC236}">
                  <a16:creationId xmlns:a16="http://schemas.microsoft.com/office/drawing/2014/main" id="{90A34E3D-7BCC-5F3C-1BB9-CB43DE087622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58028" cy="67027"/>
            </a:xfrm>
            <a:custGeom>
              <a:avLst/>
              <a:gdLst/>
              <a:ahLst/>
              <a:cxnLst/>
              <a:rect l="0" t="0" r="0" b="0"/>
              <a:pathLst>
                <a:path w="58028" h="67027">
                  <a:moveTo>
                    <a:pt x="0" y="0"/>
                  </a:moveTo>
                  <a:lnTo>
                    <a:pt x="58028" y="67027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097" name="Candidate_receptor__2415">
              <a:extLst>
                <a:ext uri="{FF2B5EF4-FFF2-40B4-BE49-F238E27FC236}">
                  <a16:creationId xmlns:a16="http://schemas.microsoft.com/office/drawing/2014/main" id="{F361B496-EB54-1EC6-D61B-D44F848C8CA3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63880"/>
              <a:ext cx="80479" cy="55931"/>
            </a:xfrm>
            <a:custGeom>
              <a:avLst/>
              <a:gdLst/>
              <a:ahLst/>
              <a:cxnLst/>
              <a:rect l="0" t="0" r="0" b="0"/>
              <a:pathLst>
                <a:path w="80479" h="55931">
                  <a:moveTo>
                    <a:pt x="80479" y="0"/>
                  </a:moveTo>
                  <a:lnTo>
                    <a:pt x="0" y="5593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098" name="Candidate_receptor__2416">
              <a:extLst>
                <a:ext uri="{FF2B5EF4-FFF2-40B4-BE49-F238E27FC236}">
                  <a16:creationId xmlns:a16="http://schemas.microsoft.com/office/drawing/2014/main" id="{3A478107-0512-7603-DB1E-534FEF5EFD73}"/>
                </a:ext>
              </a:extLst>
            </p:cNvPr>
            <p:cNvSpPr>
              <a:spLocks noGrp="1"/>
            </p:cNvSpPr>
            <p:nvPr/>
          </p:nvSpPr>
          <p:spPr>
            <a:xfrm>
              <a:off x="5935175" y="4714591"/>
              <a:ext cx="34343" cy="107474"/>
            </a:xfrm>
            <a:custGeom>
              <a:avLst/>
              <a:gdLst/>
              <a:ahLst/>
              <a:cxnLst/>
              <a:rect l="0" t="0" r="0" b="0"/>
              <a:pathLst>
                <a:path w="34343" h="107474">
                  <a:moveTo>
                    <a:pt x="34343" y="1074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099" name="Candidate_receptor__2417">
              <a:extLst>
                <a:ext uri="{FF2B5EF4-FFF2-40B4-BE49-F238E27FC236}">
                  <a16:creationId xmlns:a16="http://schemas.microsoft.com/office/drawing/2014/main" id="{F71AF7BA-DF5D-EB17-685B-C706586B42D8}"/>
                </a:ext>
              </a:extLst>
            </p:cNvPr>
            <p:cNvSpPr>
              <a:spLocks noGrp="1"/>
            </p:cNvSpPr>
            <p:nvPr/>
          </p:nvSpPr>
          <p:spPr>
            <a:xfrm>
              <a:off x="5166074" y="4498224"/>
              <a:ext cx="7614" cy="110827"/>
            </a:xfrm>
            <a:custGeom>
              <a:avLst/>
              <a:gdLst/>
              <a:ahLst/>
              <a:cxnLst/>
              <a:rect l="0" t="0" r="0" b="0"/>
              <a:pathLst>
                <a:path w="7614" h="110827">
                  <a:moveTo>
                    <a:pt x="0" y="0"/>
                  </a:moveTo>
                  <a:lnTo>
                    <a:pt x="7614" y="11082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00" name="Candidate_receptor__2418">
              <a:extLst>
                <a:ext uri="{FF2B5EF4-FFF2-40B4-BE49-F238E27FC236}">
                  <a16:creationId xmlns:a16="http://schemas.microsoft.com/office/drawing/2014/main" id="{E09CFCA2-D76F-BB02-7F65-1E9EC1A59D8B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83870"/>
              <a:ext cx="44535" cy="5802"/>
            </a:xfrm>
            <a:custGeom>
              <a:avLst/>
              <a:gdLst/>
              <a:ahLst/>
              <a:cxnLst/>
              <a:rect l="0" t="0" r="0" b="0"/>
              <a:pathLst>
                <a:path w="44535" h="5802">
                  <a:moveTo>
                    <a:pt x="44535" y="58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01" name="Candidate_receptor__2419">
              <a:extLst>
                <a:ext uri="{FF2B5EF4-FFF2-40B4-BE49-F238E27FC236}">
                  <a16:creationId xmlns:a16="http://schemas.microsoft.com/office/drawing/2014/main" id="{123E3566-148E-9B86-AD13-BF0B73B85ADE}"/>
                </a:ext>
              </a:extLst>
            </p:cNvPr>
            <p:cNvSpPr>
              <a:spLocks noGrp="1"/>
            </p:cNvSpPr>
            <p:nvPr/>
          </p:nvSpPr>
          <p:spPr>
            <a:xfrm>
              <a:off x="6484769" y="4363089"/>
              <a:ext cx="29336" cy="100791"/>
            </a:xfrm>
            <a:custGeom>
              <a:avLst/>
              <a:gdLst/>
              <a:ahLst/>
              <a:cxnLst/>
              <a:rect l="0" t="0" r="0" b="0"/>
              <a:pathLst>
                <a:path w="29336" h="100791">
                  <a:moveTo>
                    <a:pt x="0" y="0"/>
                  </a:moveTo>
                  <a:lnTo>
                    <a:pt x="29336" y="10079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02" name="Candidate_receptor__2420">
              <a:extLst>
                <a:ext uri="{FF2B5EF4-FFF2-40B4-BE49-F238E27FC236}">
                  <a16:creationId xmlns:a16="http://schemas.microsoft.com/office/drawing/2014/main" id="{CBB6D08A-7531-FFE6-7F86-26B8F4208542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58894"/>
              <a:ext cx="70952" cy="23819"/>
            </a:xfrm>
            <a:custGeom>
              <a:avLst/>
              <a:gdLst/>
              <a:ahLst/>
              <a:cxnLst/>
              <a:rect l="0" t="0" r="0" b="0"/>
              <a:pathLst>
                <a:path w="70952" h="23819">
                  <a:moveTo>
                    <a:pt x="70952" y="23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03" name="Candidate_receptor__2421">
              <a:extLst>
                <a:ext uri="{FF2B5EF4-FFF2-40B4-BE49-F238E27FC236}">
                  <a16:creationId xmlns:a16="http://schemas.microsoft.com/office/drawing/2014/main" id="{0F86D503-454C-6E69-2B00-E43DE657AC9E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26717"/>
              <a:ext cx="42886" cy="12340"/>
            </a:xfrm>
            <a:custGeom>
              <a:avLst/>
              <a:gdLst/>
              <a:ahLst/>
              <a:cxnLst/>
              <a:rect l="0" t="0" r="0" b="0"/>
              <a:pathLst>
                <a:path w="42886" h="12340">
                  <a:moveTo>
                    <a:pt x="0" y="12340"/>
                  </a:moveTo>
                  <a:lnTo>
                    <a:pt x="42886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04" name="Candidate_receptor__2422">
              <a:extLst>
                <a:ext uri="{FF2B5EF4-FFF2-40B4-BE49-F238E27FC236}">
                  <a16:creationId xmlns:a16="http://schemas.microsoft.com/office/drawing/2014/main" id="{723E24D4-AA54-1020-D3D9-56C9396A16C0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53362" cy="33957"/>
            </a:xfrm>
            <a:custGeom>
              <a:avLst/>
              <a:gdLst/>
              <a:ahLst/>
              <a:cxnLst/>
              <a:rect l="0" t="0" r="0" b="0"/>
              <a:pathLst>
                <a:path w="53362" h="33957">
                  <a:moveTo>
                    <a:pt x="0" y="0"/>
                  </a:moveTo>
                  <a:lnTo>
                    <a:pt x="53362" y="3395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05" name="Candidate_receptor__2423">
              <a:extLst>
                <a:ext uri="{FF2B5EF4-FFF2-40B4-BE49-F238E27FC236}">
                  <a16:creationId xmlns:a16="http://schemas.microsoft.com/office/drawing/2014/main" id="{2CEFE6F5-E057-C1A4-74E0-8B3C234DCDB1}"/>
                </a:ext>
              </a:extLst>
            </p:cNvPr>
            <p:cNvSpPr>
              <a:spLocks noGrp="1"/>
            </p:cNvSpPr>
            <p:nvPr/>
          </p:nvSpPr>
          <p:spPr>
            <a:xfrm>
              <a:off x="5372300" y="4220275"/>
              <a:ext cx="20390" cy="107827"/>
            </a:xfrm>
            <a:custGeom>
              <a:avLst/>
              <a:gdLst/>
              <a:ahLst/>
              <a:cxnLst/>
              <a:rect l="0" t="0" r="0" b="0"/>
              <a:pathLst>
                <a:path w="20390" h="107827">
                  <a:moveTo>
                    <a:pt x="20390" y="1078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06" name="Candidate_receptor__2424">
              <a:extLst>
                <a:ext uri="{FF2B5EF4-FFF2-40B4-BE49-F238E27FC236}">
                  <a16:creationId xmlns:a16="http://schemas.microsoft.com/office/drawing/2014/main" id="{8D6A7462-E800-3255-1C93-1F6A16D52A93}"/>
                </a:ext>
              </a:extLst>
            </p:cNvPr>
            <p:cNvSpPr>
              <a:spLocks noGrp="1"/>
            </p:cNvSpPr>
            <p:nvPr/>
          </p:nvSpPr>
          <p:spPr>
            <a:xfrm>
              <a:off x="6087851" y="4334810"/>
              <a:ext cx="87292" cy="55777"/>
            </a:xfrm>
            <a:custGeom>
              <a:avLst/>
              <a:gdLst/>
              <a:ahLst/>
              <a:cxnLst/>
              <a:rect l="0" t="0" r="0" b="0"/>
              <a:pathLst>
                <a:path w="87292" h="55777">
                  <a:moveTo>
                    <a:pt x="0" y="0"/>
                  </a:moveTo>
                  <a:lnTo>
                    <a:pt x="87292" y="5577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07" name="Candidate_receptor__2425">
              <a:extLst>
                <a:ext uri="{FF2B5EF4-FFF2-40B4-BE49-F238E27FC236}">
                  <a16:creationId xmlns:a16="http://schemas.microsoft.com/office/drawing/2014/main" id="{E0B01BFA-E699-DD30-7E73-CB003F0706B7}"/>
                </a:ext>
              </a:extLst>
            </p:cNvPr>
            <p:cNvSpPr>
              <a:spLocks noGrp="1"/>
            </p:cNvSpPr>
            <p:nvPr/>
          </p:nvSpPr>
          <p:spPr>
            <a:xfrm>
              <a:off x="6205132" y="3532760"/>
              <a:ext cx="74904" cy="30253"/>
            </a:xfrm>
            <a:custGeom>
              <a:avLst/>
              <a:gdLst/>
              <a:ahLst/>
              <a:cxnLst/>
              <a:rect l="0" t="0" r="0" b="0"/>
              <a:pathLst>
                <a:path w="74904" h="30253">
                  <a:moveTo>
                    <a:pt x="74904" y="0"/>
                  </a:moveTo>
                  <a:lnTo>
                    <a:pt x="0" y="3025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08" name="Candidate_receptor__2426">
              <a:extLst>
                <a:ext uri="{FF2B5EF4-FFF2-40B4-BE49-F238E27FC236}">
                  <a16:creationId xmlns:a16="http://schemas.microsoft.com/office/drawing/2014/main" id="{37824CC7-0183-0381-4615-10D9E13718EE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34282"/>
              <a:ext cx="64561" cy="81154"/>
            </a:xfrm>
            <a:custGeom>
              <a:avLst/>
              <a:gdLst/>
              <a:ahLst/>
              <a:cxnLst/>
              <a:rect l="0" t="0" r="0" b="0"/>
              <a:pathLst>
                <a:path w="64561" h="81154">
                  <a:moveTo>
                    <a:pt x="0" y="81154"/>
                  </a:moveTo>
                  <a:lnTo>
                    <a:pt x="64561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09" name="Candidate_receptor__2427">
              <a:extLst>
                <a:ext uri="{FF2B5EF4-FFF2-40B4-BE49-F238E27FC236}">
                  <a16:creationId xmlns:a16="http://schemas.microsoft.com/office/drawing/2014/main" id="{4913A7B1-D721-1F45-9310-A932603F952A}"/>
                </a:ext>
              </a:extLst>
            </p:cNvPr>
            <p:cNvSpPr>
              <a:spLocks noGrp="1"/>
            </p:cNvSpPr>
            <p:nvPr/>
          </p:nvSpPr>
          <p:spPr>
            <a:xfrm>
              <a:off x="6319669" y="3979548"/>
              <a:ext cx="55375" cy="97811"/>
            </a:xfrm>
            <a:custGeom>
              <a:avLst/>
              <a:gdLst/>
              <a:ahLst/>
              <a:cxnLst/>
              <a:rect l="0" t="0" r="0" b="0"/>
              <a:pathLst>
                <a:path w="55375" h="97811">
                  <a:moveTo>
                    <a:pt x="55375" y="978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10" name="Candidate_receptor__2428">
              <a:extLst>
                <a:ext uri="{FF2B5EF4-FFF2-40B4-BE49-F238E27FC236}">
                  <a16:creationId xmlns:a16="http://schemas.microsoft.com/office/drawing/2014/main" id="{D2829AA6-E007-CAAE-9620-D27F74A1D165}"/>
                </a:ext>
              </a:extLst>
            </p:cNvPr>
            <p:cNvSpPr>
              <a:spLocks noGrp="1"/>
            </p:cNvSpPr>
            <p:nvPr/>
          </p:nvSpPr>
          <p:spPr>
            <a:xfrm>
              <a:off x="5412064" y="4834282"/>
              <a:ext cx="91007" cy="36399"/>
            </a:xfrm>
            <a:custGeom>
              <a:avLst/>
              <a:gdLst/>
              <a:ahLst/>
              <a:cxnLst/>
              <a:rect l="0" t="0" r="0" b="0"/>
              <a:pathLst>
                <a:path w="91007" h="36399">
                  <a:moveTo>
                    <a:pt x="0" y="0"/>
                  </a:moveTo>
                  <a:lnTo>
                    <a:pt x="91007" y="36399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11" name="Candidate_receptor__2429">
              <a:extLst>
                <a:ext uri="{FF2B5EF4-FFF2-40B4-BE49-F238E27FC236}">
                  <a16:creationId xmlns:a16="http://schemas.microsoft.com/office/drawing/2014/main" id="{32A046C0-850C-1546-FA6D-0E340DA97568}"/>
                </a:ext>
              </a:extLst>
            </p:cNvPr>
            <p:cNvSpPr>
              <a:spLocks noGrp="1"/>
            </p:cNvSpPr>
            <p:nvPr/>
          </p:nvSpPr>
          <p:spPr>
            <a:xfrm>
              <a:off x="5162745" y="5474753"/>
              <a:ext cx="96553" cy="41099"/>
            </a:xfrm>
            <a:custGeom>
              <a:avLst/>
              <a:gdLst/>
              <a:ahLst/>
              <a:cxnLst/>
              <a:rect l="0" t="0" r="0" b="0"/>
              <a:pathLst>
                <a:path w="96553" h="41099">
                  <a:moveTo>
                    <a:pt x="96553" y="410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12" name="Candidate_receptor__2430">
              <a:extLst>
                <a:ext uri="{FF2B5EF4-FFF2-40B4-BE49-F238E27FC236}">
                  <a16:creationId xmlns:a16="http://schemas.microsoft.com/office/drawing/2014/main" id="{5DD2559C-C05D-89F0-95F2-D745D5AAB806}"/>
                </a:ext>
              </a:extLst>
            </p:cNvPr>
            <p:cNvSpPr>
              <a:spLocks noGrp="1"/>
            </p:cNvSpPr>
            <p:nvPr/>
          </p:nvSpPr>
          <p:spPr>
            <a:xfrm>
              <a:off x="5969518" y="4789841"/>
              <a:ext cx="110487" cy="32224"/>
            </a:xfrm>
            <a:custGeom>
              <a:avLst/>
              <a:gdLst/>
              <a:ahLst/>
              <a:cxnLst/>
              <a:rect l="0" t="0" r="0" b="0"/>
              <a:pathLst>
                <a:path w="110487" h="32224">
                  <a:moveTo>
                    <a:pt x="110487" y="0"/>
                  </a:moveTo>
                  <a:lnTo>
                    <a:pt x="0" y="32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13" name="Candidate_receptor__2431">
              <a:extLst>
                <a:ext uri="{FF2B5EF4-FFF2-40B4-BE49-F238E27FC236}">
                  <a16:creationId xmlns:a16="http://schemas.microsoft.com/office/drawing/2014/main" id="{F50165FB-CBF2-7A7D-E48E-FEB3640FC6F4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96405"/>
              <a:ext cx="61027" cy="12015"/>
            </a:xfrm>
            <a:custGeom>
              <a:avLst/>
              <a:gdLst/>
              <a:ahLst/>
              <a:cxnLst/>
              <a:rect l="0" t="0" r="0" b="0"/>
              <a:pathLst>
                <a:path w="61027" h="12015">
                  <a:moveTo>
                    <a:pt x="0" y="12015"/>
                  </a:moveTo>
                  <a:lnTo>
                    <a:pt x="6102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14" name="Candidate_receptor__2432">
              <a:extLst>
                <a:ext uri="{FF2B5EF4-FFF2-40B4-BE49-F238E27FC236}">
                  <a16:creationId xmlns:a16="http://schemas.microsoft.com/office/drawing/2014/main" id="{0FADFF4C-1EF3-AACA-187D-1F416B9ACFE3}"/>
                </a:ext>
              </a:extLst>
            </p:cNvPr>
            <p:cNvSpPr>
              <a:spLocks noGrp="1"/>
            </p:cNvSpPr>
            <p:nvPr/>
          </p:nvSpPr>
          <p:spPr>
            <a:xfrm>
              <a:off x="6305124" y="3604405"/>
              <a:ext cx="59057" cy="96145"/>
            </a:xfrm>
            <a:custGeom>
              <a:avLst/>
              <a:gdLst/>
              <a:ahLst/>
              <a:cxnLst/>
              <a:rect l="0" t="0" r="0" b="0"/>
              <a:pathLst>
                <a:path w="59057" h="96145">
                  <a:moveTo>
                    <a:pt x="0" y="96145"/>
                  </a:moveTo>
                  <a:lnTo>
                    <a:pt x="5905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15" name="Candidate_receptor__2433">
              <a:extLst>
                <a:ext uri="{FF2B5EF4-FFF2-40B4-BE49-F238E27FC236}">
                  <a16:creationId xmlns:a16="http://schemas.microsoft.com/office/drawing/2014/main" id="{186C16EF-42B5-77D8-7388-AADC72B030EB}"/>
                </a:ext>
              </a:extLst>
            </p:cNvPr>
            <p:cNvSpPr>
              <a:spLocks noGrp="1"/>
            </p:cNvSpPr>
            <p:nvPr/>
          </p:nvSpPr>
          <p:spPr>
            <a:xfrm>
              <a:off x="5689062" y="4351344"/>
              <a:ext cx="104748" cy="40671"/>
            </a:xfrm>
            <a:custGeom>
              <a:avLst/>
              <a:gdLst/>
              <a:ahLst/>
              <a:cxnLst/>
              <a:rect l="0" t="0" r="0" b="0"/>
              <a:pathLst>
                <a:path w="104748" h="40671">
                  <a:moveTo>
                    <a:pt x="104748" y="40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16" name="Candidate_receptor__2434">
              <a:extLst>
                <a:ext uri="{FF2B5EF4-FFF2-40B4-BE49-F238E27FC236}">
                  <a16:creationId xmlns:a16="http://schemas.microsoft.com/office/drawing/2014/main" id="{9DA5FECC-AB68-1955-56EB-60770BFAD19C}"/>
                </a:ext>
              </a:extLst>
            </p:cNvPr>
            <p:cNvSpPr>
              <a:spLocks noGrp="1"/>
            </p:cNvSpPr>
            <p:nvPr/>
          </p:nvSpPr>
          <p:spPr>
            <a:xfrm>
              <a:off x="5115568" y="4910032"/>
              <a:ext cx="38446" cy="102441"/>
            </a:xfrm>
            <a:custGeom>
              <a:avLst/>
              <a:gdLst/>
              <a:ahLst/>
              <a:cxnLst/>
              <a:rect l="0" t="0" r="0" b="0"/>
              <a:pathLst>
                <a:path w="38446" h="102441">
                  <a:moveTo>
                    <a:pt x="38446" y="0"/>
                  </a:moveTo>
                  <a:lnTo>
                    <a:pt x="0" y="1024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17" name="Candidate_receptor__2435">
              <a:extLst>
                <a:ext uri="{FF2B5EF4-FFF2-40B4-BE49-F238E27FC236}">
                  <a16:creationId xmlns:a16="http://schemas.microsoft.com/office/drawing/2014/main" id="{C49E6E85-9C13-5A4D-38FF-406E370F1D35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471097"/>
              <a:ext cx="11370" cy="96001"/>
            </a:xfrm>
            <a:custGeom>
              <a:avLst/>
              <a:gdLst/>
              <a:ahLst/>
              <a:cxnLst/>
              <a:rect l="0" t="0" r="0" b="0"/>
              <a:pathLst>
                <a:path w="11370" h="96001">
                  <a:moveTo>
                    <a:pt x="11370" y="0"/>
                  </a:moveTo>
                  <a:lnTo>
                    <a:pt x="0" y="96001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18" name="Candidate_receptor__2436">
              <a:extLst>
                <a:ext uri="{FF2B5EF4-FFF2-40B4-BE49-F238E27FC236}">
                  <a16:creationId xmlns:a16="http://schemas.microsoft.com/office/drawing/2014/main" id="{188F8FB0-2ACA-3AD0-E957-51249C97A084}"/>
                </a:ext>
              </a:extLst>
            </p:cNvPr>
            <p:cNvSpPr>
              <a:spLocks noGrp="1"/>
            </p:cNvSpPr>
            <p:nvPr/>
          </p:nvSpPr>
          <p:spPr>
            <a:xfrm>
              <a:off x="5619389" y="5200531"/>
              <a:ext cx="43309" cy="68772"/>
            </a:xfrm>
            <a:custGeom>
              <a:avLst/>
              <a:gdLst/>
              <a:ahLst/>
              <a:cxnLst/>
              <a:rect l="0" t="0" r="0" b="0"/>
              <a:pathLst>
                <a:path w="43309" h="68772">
                  <a:moveTo>
                    <a:pt x="0" y="68772"/>
                  </a:moveTo>
                  <a:lnTo>
                    <a:pt x="43309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19" name="Candidate_receptor__2437">
              <a:extLst>
                <a:ext uri="{FF2B5EF4-FFF2-40B4-BE49-F238E27FC236}">
                  <a16:creationId xmlns:a16="http://schemas.microsoft.com/office/drawing/2014/main" id="{33FF3BDD-13D7-8629-F941-79E0D57F8509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404729"/>
              <a:ext cx="91615" cy="6963"/>
            </a:xfrm>
            <a:custGeom>
              <a:avLst/>
              <a:gdLst/>
              <a:ahLst/>
              <a:cxnLst/>
              <a:rect l="0" t="0" r="0" b="0"/>
              <a:pathLst>
                <a:path w="91615" h="6963">
                  <a:moveTo>
                    <a:pt x="0" y="6963"/>
                  </a:moveTo>
                  <a:lnTo>
                    <a:pt x="91615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20" name="Candidate_receptor__2438">
              <a:extLst>
                <a:ext uri="{FF2B5EF4-FFF2-40B4-BE49-F238E27FC236}">
                  <a16:creationId xmlns:a16="http://schemas.microsoft.com/office/drawing/2014/main" id="{72B741C8-E281-4A79-B782-5BAEFF18325F}"/>
                </a:ext>
              </a:extLst>
            </p:cNvPr>
            <p:cNvSpPr>
              <a:spLocks noGrp="1"/>
            </p:cNvSpPr>
            <p:nvPr/>
          </p:nvSpPr>
          <p:spPr>
            <a:xfrm>
              <a:off x="5676693" y="3043386"/>
              <a:ext cx="69678" cy="34224"/>
            </a:xfrm>
            <a:custGeom>
              <a:avLst/>
              <a:gdLst/>
              <a:ahLst/>
              <a:cxnLst/>
              <a:rect l="0" t="0" r="0" b="0"/>
              <a:pathLst>
                <a:path w="69678" h="34224">
                  <a:moveTo>
                    <a:pt x="0" y="0"/>
                  </a:moveTo>
                  <a:lnTo>
                    <a:pt x="69678" y="34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21" name="Candidate_receptor__2439">
              <a:extLst>
                <a:ext uri="{FF2B5EF4-FFF2-40B4-BE49-F238E27FC236}">
                  <a16:creationId xmlns:a16="http://schemas.microsoft.com/office/drawing/2014/main" id="{F90C8B44-7760-D704-95D4-91B269072375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90104"/>
              <a:ext cx="24795" cy="40836"/>
            </a:xfrm>
            <a:custGeom>
              <a:avLst/>
              <a:gdLst/>
              <a:ahLst/>
              <a:cxnLst/>
              <a:rect l="0" t="0" r="0" b="0"/>
              <a:pathLst>
                <a:path w="24795" h="40836">
                  <a:moveTo>
                    <a:pt x="0" y="40836"/>
                  </a:moveTo>
                  <a:lnTo>
                    <a:pt x="2479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22" name="Candidate_receptor__2440">
              <a:extLst>
                <a:ext uri="{FF2B5EF4-FFF2-40B4-BE49-F238E27FC236}">
                  <a16:creationId xmlns:a16="http://schemas.microsoft.com/office/drawing/2014/main" id="{7491BD44-D359-6F6B-1C07-70D9C879DEC0}"/>
                </a:ext>
              </a:extLst>
            </p:cNvPr>
            <p:cNvSpPr>
              <a:spLocks noGrp="1"/>
            </p:cNvSpPr>
            <p:nvPr/>
          </p:nvSpPr>
          <p:spPr>
            <a:xfrm>
              <a:off x="5438722" y="4602897"/>
              <a:ext cx="15824" cy="114072"/>
            </a:xfrm>
            <a:custGeom>
              <a:avLst/>
              <a:gdLst/>
              <a:ahLst/>
              <a:cxnLst/>
              <a:rect l="0" t="0" r="0" b="0"/>
              <a:pathLst>
                <a:path w="15824" h="114072">
                  <a:moveTo>
                    <a:pt x="0" y="114072"/>
                  </a:moveTo>
                  <a:lnTo>
                    <a:pt x="1582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23" name="Candidate_receptor__2441">
              <a:extLst>
                <a:ext uri="{FF2B5EF4-FFF2-40B4-BE49-F238E27FC236}">
                  <a16:creationId xmlns:a16="http://schemas.microsoft.com/office/drawing/2014/main" id="{32D6AF87-A719-89D7-5C7A-CEA6ADDDCCEF}"/>
                </a:ext>
              </a:extLst>
            </p:cNvPr>
            <p:cNvSpPr>
              <a:spLocks noGrp="1"/>
            </p:cNvSpPr>
            <p:nvPr/>
          </p:nvSpPr>
          <p:spPr>
            <a:xfrm>
              <a:off x="5343249" y="4574118"/>
              <a:ext cx="111296" cy="28779"/>
            </a:xfrm>
            <a:custGeom>
              <a:avLst/>
              <a:gdLst/>
              <a:ahLst/>
              <a:cxnLst/>
              <a:rect l="0" t="0" r="0" b="0"/>
              <a:pathLst>
                <a:path w="111296" h="28779">
                  <a:moveTo>
                    <a:pt x="111296" y="2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24" name="Candidate_receptor__2442">
              <a:extLst>
                <a:ext uri="{FF2B5EF4-FFF2-40B4-BE49-F238E27FC236}">
                  <a16:creationId xmlns:a16="http://schemas.microsoft.com/office/drawing/2014/main" id="{F81A4C7C-356D-5B4F-7166-1E6CBC126804}"/>
                </a:ext>
              </a:extLst>
            </p:cNvPr>
            <p:cNvSpPr>
              <a:spLocks noGrp="1"/>
            </p:cNvSpPr>
            <p:nvPr/>
          </p:nvSpPr>
          <p:spPr>
            <a:xfrm>
              <a:off x="4767564" y="3830590"/>
              <a:ext cx="66498" cy="92131"/>
            </a:xfrm>
            <a:custGeom>
              <a:avLst/>
              <a:gdLst/>
              <a:ahLst/>
              <a:cxnLst/>
              <a:rect l="0" t="0" r="0" b="0"/>
              <a:pathLst>
                <a:path w="66498" h="92131">
                  <a:moveTo>
                    <a:pt x="66498" y="921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25" name="Candidate_receptor__2443">
              <a:extLst>
                <a:ext uri="{FF2B5EF4-FFF2-40B4-BE49-F238E27FC236}">
                  <a16:creationId xmlns:a16="http://schemas.microsoft.com/office/drawing/2014/main" id="{F8F54E37-3036-3AC9-4034-260F409939F1}"/>
                </a:ext>
              </a:extLst>
            </p:cNvPr>
            <p:cNvSpPr>
              <a:spLocks noGrp="1"/>
            </p:cNvSpPr>
            <p:nvPr/>
          </p:nvSpPr>
          <p:spPr>
            <a:xfrm>
              <a:off x="5476742" y="4870680"/>
              <a:ext cx="26329" cy="108916"/>
            </a:xfrm>
            <a:custGeom>
              <a:avLst/>
              <a:gdLst/>
              <a:ahLst/>
              <a:cxnLst/>
              <a:rect l="0" t="0" r="0" b="0"/>
              <a:pathLst>
                <a:path w="26329" h="108916">
                  <a:moveTo>
                    <a:pt x="26329" y="0"/>
                  </a:moveTo>
                  <a:lnTo>
                    <a:pt x="0" y="1089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26" name="Candidate_receptor__2444">
              <a:extLst>
                <a:ext uri="{FF2B5EF4-FFF2-40B4-BE49-F238E27FC236}">
                  <a16:creationId xmlns:a16="http://schemas.microsoft.com/office/drawing/2014/main" id="{1C3F0752-EEB2-38AB-C8FD-0DE0CF015CAD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58220"/>
              <a:ext cx="49694" cy="22926"/>
            </a:xfrm>
            <a:custGeom>
              <a:avLst/>
              <a:gdLst/>
              <a:ahLst/>
              <a:cxnLst/>
              <a:rect l="0" t="0" r="0" b="0"/>
              <a:pathLst>
                <a:path w="49694" h="22926">
                  <a:moveTo>
                    <a:pt x="49694" y="0"/>
                  </a:moveTo>
                  <a:lnTo>
                    <a:pt x="0" y="2292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27" name="Candidate_receptor__2445">
              <a:extLst>
                <a:ext uri="{FF2B5EF4-FFF2-40B4-BE49-F238E27FC236}">
                  <a16:creationId xmlns:a16="http://schemas.microsoft.com/office/drawing/2014/main" id="{11584D5D-1829-1555-46BB-50EEA2EFC4DF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321802"/>
              <a:ext cx="53981" cy="13008"/>
            </a:xfrm>
            <a:custGeom>
              <a:avLst/>
              <a:gdLst/>
              <a:ahLst/>
              <a:cxnLst/>
              <a:rect l="0" t="0" r="0" b="0"/>
              <a:pathLst>
                <a:path w="53981" h="13008">
                  <a:moveTo>
                    <a:pt x="0" y="0"/>
                  </a:moveTo>
                  <a:lnTo>
                    <a:pt x="53981" y="1300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28" name="Candidate_receptor__2446">
              <a:extLst>
                <a:ext uri="{FF2B5EF4-FFF2-40B4-BE49-F238E27FC236}">
                  <a16:creationId xmlns:a16="http://schemas.microsoft.com/office/drawing/2014/main" id="{4AD8A98A-9471-E479-070E-E17B2CC61443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243569"/>
              <a:ext cx="7574" cy="39041"/>
            </a:xfrm>
            <a:custGeom>
              <a:avLst/>
              <a:gdLst/>
              <a:ahLst/>
              <a:cxnLst/>
              <a:rect l="0" t="0" r="0" b="0"/>
              <a:pathLst>
                <a:path w="7574" h="39041">
                  <a:moveTo>
                    <a:pt x="7574" y="0"/>
                  </a:moveTo>
                  <a:lnTo>
                    <a:pt x="0" y="390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29" name="Candidate_receptor__2447">
              <a:extLst>
                <a:ext uri="{FF2B5EF4-FFF2-40B4-BE49-F238E27FC236}">
                  <a16:creationId xmlns:a16="http://schemas.microsoft.com/office/drawing/2014/main" id="{38ED9032-9011-85C4-F6F0-41FF5C42A3FB}"/>
                </a:ext>
              </a:extLst>
            </p:cNvPr>
            <p:cNvSpPr>
              <a:spLocks noGrp="1"/>
            </p:cNvSpPr>
            <p:nvPr/>
          </p:nvSpPr>
          <p:spPr>
            <a:xfrm>
              <a:off x="6096358" y="4570177"/>
              <a:ext cx="96734" cy="53437"/>
            </a:xfrm>
            <a:custGeom>
              <a:avLst/>
              <a:gdLst/>
              <a:ahLst/>
              <a:cxnLst/>
              <a:rect l="0" t="0" r="0" b="0"/>
              <a:pathLst>
                <a:path w="96734" h="53437">
                  <a:moveTo>
                    <a:pt x="96734" y="0"/>
                  </a:moveTo>
                  <a:lnTo>
                    <a:pt x="0" y="534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30" name="Candidate_receptor__2448">
              <a:extLst>
                <a:ext uri="{FF2B5EF4-FFF2-40B4-BE49-F238E27FC236}">
                  <a16:creationId xmlns:a16="http://schemas.microsoft.com/office/drawing/2014/main" id="{BCBDE83C-43D6-79E3-2D66-806C418E5600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74753"/>
              <a:ext cx="67007" cy="35273"/>
            </a:xfrm>
            <a:custGeom>
              <a:avLst/>
              <a:gdLst/>
              <a:ahLst/>
              <a:cxnLst/>
              <a:rect l="0" t="0" r="0" b="0"/>
              <a:pathLst>
                <a:path w="67007" h="35273">
                  <a:moveTo>
                    <a:pt x="67007" y="0"/>
                  </a:moveTo>
                  <a:lnTo>
                    <a:pt x="0" y="3527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31" name="Candidate_receptor__2449">
              <a:extLst>
                <a:ext uri="{FF2B5EF4-FFF2-40B4-BE49-F238E27FC236}">
                  <a16:creationId xmlns:a16="http://schemas.microsoft.com/office/drawing/2014/main" id="{3D89A6F1-ECE9-7BDB-D78A-5FABCF07DA14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03521"/>
              <a:ext cx="74242" cy="55128"/>
            </a:xfrm>
            <a:custGeom>
              <a:avLst/>
              <a:gdLst/>
              <a:ahLst/>
              <a:cxnLst/>
              <a:rect l="0" t="0" r="0" b="0"/>
              <a:pathLst>
                <a:path w="74242" h="55128">
                  <a:moveTo>
                    <a:pt x="0" y="55128"/>
                  </a:moveTo>
                  <a:lnTo>
                    <a:pt x="74242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32" name="Candidate_receptor__2450">
              <a:extLst>
                <a:ext uri="{FF2B5EF4-FFF2-40B4-BE49-F238E27FC236}">
                  <a16:creationId xmlns:a16="http://schemas.microsoft.com/office/drawing/2014/main" id="{A02A294E-05ED-CEC6-44EF-EDB987464166}"/>
                </a:ext>
              </a:extLst>
            </p:cNvPr>
            <p:cNvSpPr>
              <a:spLocks noGrp="1"/>
            </p:cNvSpPr>
            <p:nvPr/>
          </p:nvSpPr>
          <p:spPr>
            <a:xfrm>
              <a:off x="6276538" y="4077359"/>
              <a:ext cx="98505" cy="52498"/>
            </a:xfrm>
            <a:custGeom>
              <a:avLst/>
              <a:gdLst/>
              <a:ahLst/>
              <a:cxnLst/>
              <a:rect l="0" t="0" r="0" b="0"/>
              <a:pathLst>
                <a:path w="98505" h="52498">
                  <a:moveTo>
                    <a:pt x="0" y="52498"/>
                  </a:moveTo>
                  <a:lnTo>
                    <a:pt x="9850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33" name="Candidate_receptor__2451">
              <a:extLst>
                <a:ext uri="{FF2B5EF4-FFF2-40B4-BE49-F238E27FC236}">
                  <a16:creationId xmlns:a16="http://schemas.microsoft.com/office/drawing/2014/main" id="{837DBA45-ED75-25CC-741E-807B458ABA2F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76399"/>
              <a:ext cx="5567" cy="29607"/>
            </a:xfrm>
            <a:custGeom>
              <a:avLst/>
              <a:gdLst/>
              <a:ahLst/>
              <a:cxnLst/>
              <a:rect l="0" t="0" r="0" b="0"/>
              <a:pathLst>
                <a:path w="5567" h="29607">
                  <a:moveTo>
                    <a:pt x="5567" y="296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34" name="Candidate_receptor__2452">
              <a:extLst>
                <a:ext uri="{FF2B5EF4-FFF2-40B4-BE49-F238E27FC236}">
                  <a16:creationId xmlns:a16="http://schemas.microsoft.com/office/drawing/2014/main" id="{37CBE77E-E41E-32F0-CBDF-8B7ACF5312F4}"/>
                </a:ext>
              </a:extLst>
            </p:cNvPr>
            <p:cNvSpPr>
              <a:spLocks noGrp="1"/>
            </p:cNvSpPr>
            <p:nvPr/>
          </p:nvSpPr>
          <p:spPr>
            <a:xfrm>
              <a:off x="4808117" y="4143163"/>
              <a:ext cx="74023" cy="83553"/>
            </a:xfrm>
            <a:custGeom>
              <a:avLst/>
              <a:gdLst/>
              <a:ahLst/>
              <a:cxnLst/>
              <a:rect l="0" t="0" r="0" b="0"/>
              <a:pathLst>
                <a:path w="74023" h="83553">
                  <a:moveTo>
                    <a:pt x="0" y="83553"/>
                  </a:moveTo>
                  <a:lnTo>
                    <a:pt x="7402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35" name="Candidate_receptor__2453">
              <a:extLst>
                <a:ext uri="{FF2B5EF4-FFF2-40B4-BE49-F238E27FC236}">
                  <a16:creationId xmlns:a16="http://schemas.microsoft.com/office/drawing/2014/main" id="{888AEBA1-F091-1495-25E0-7F7DF1EEED64}"/>
                </a:ext>
              </a:extLst>
            </p:cNvPr>
            <p:cNvSpPr>
              <a:spLocks noGrp="1"/>
            </p:cNvSpPr>
            <p:nvPr/>
          </p:nvSpPr>
          <p:spPr>
            <a:xfrm>
              <a:off x="5022552" y="4770781"/>
              <a:ext cx="15107" cy="80658"/>
            </a:xfrm>
            <a:custGeom>
              <a:avLst/>
              <a:gdLst/>
              <a:ahLst/>
              <a:cxnLst/>
              <a:rect l="0" t="0" r="0" b="0"/>
              <a:pathLst>
                <a:path w="15107" h="80658">
                  <a:moveTo>
                    <a:pt x="0" y="0"/>
                  </a:moveTo>
                  <a:lnTo>
                    <a:pt x="15107" y="8065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36" name="Candidate_receptor__2454">
              <a:extLst>
                <a:ext uri="{FF2B5EF4-FFF2-40B4-BE49-F238E27FC236}">
                  <a16:creationId xmlns:a16="http://schemas.microsoft.com/office/drawing/2014/main" id="{FF559E6D-3207-7E46-8BC5-BAE9F2418D8E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797162"/>
              <a:ext cx="18309" cy="6936"/>
            </a:xfrm>
            <a:custGeom>
              <a:avLst/>
              <a:gdLst/>
              <a:ahLst/>
              <a:cxnLst/>
              <a:rect l="0" t="0" r="0" b="0"/>
              <a:pathLst>
                <a:path w="18309" h="6936">
                  <a:moveTo>
                    <a:pt x="0" y="0"/>
                  </a:moveTo>
                  <a:lnTo>
                    <a:pt x="18309" y="693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37" name="Candidate_receptor__2455">
              <a:extLst>
                <a:ext uri="{FF2B5EF4-FFF2-40B4-BE49-F238E27FC236}">
                  <a16:creationId xmlns:a16="http://schemas.microsoft.com/office/drawing/2014/main" id="{CEAE4D73-5C86-562A-2169-CC3CDC3603DB}"/>
                </a:ext>
              </a:extLst>
            </p:cNvPr>
            <p:cNvSpPr>
              <a:spLocks noGrp="1"/>
            </p:cNvSpPr>
            <p:nvPr/>
          </p:nvSpPr>
          <p:spPr>
            <a:xfrm>
              <a:off x="5758236" y="4392015"/>
              <a:ext cx="35573" cy="104390"/>
            </a:xfrm>
            <a:custGeom>
              <a:avLst/>
              <a:gdLst/>
              <a:ahLst/>
              <a:cxnLst/>
              <a:rect l="0" t="0" r="0" b="0"/>
              <a:pathLst>
                <a:path w="35573" h="104390">
                  <a:moveTo>
                    <a:pt x="0" y="104390"/>
                  </a:moveTo>
                  <a:lnTo>
                    <a:pt x="3557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38" name="Candidate_receptor__2456">
              <a:extLst>
                <a:ext uri="{FF2B5EF4-FFF2-40B4-BE49-F238E27FC236}">
                  <a16:creationId xmlns:a16="http://schemas.microsoft.com/office/drawing/2014/main" id="{D428357A-4773-5740-E5E3-DF00B137957F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79548"/>
              <a:ext cx="61375" cy="3950"/>
            </a:xfrm>
            <a:custGeom>
              <a:avLst/>
              <a:gdLst/>
              <a:ahLst/>
              <a:cxnLst/>
              <a:rect l="0" t="0" r="0" b="0"/>
              <a:pathLst>
                <a:path w="61375" h="3950">
                  <a:moveTo>
                    <a:pt x="61375" y="0"/>
                  </a:moveTo>
                  <a:lnTo>
                    <a:pt x="0" y="395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39" name="Candidate_receptor__2457">
              <a:extLst>
                <a:ext uri="{FF2B5EF4-FFF2-40B4-BE49-F238E27FC236}">
                  <a16:creationId xmlns:a16="http://schemas.microsoft.com/office/drawing/2014/main" id="{D3B43C5D-8487-3C9B-03EE-963A4FF30D33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51440"/>
              <a:ext cx="46577" cy="78703"/>
            </a:xfrm>
            <a:custGeom>
              <a:avLst/>
              <a:gdLst/>
              <a:ahLst/>
              <a:cxnLst/>
              <a:rect l="0" t="0" r="0" b="0"/>
              <a:pathLst>
                <a:path w="46577" h="78703">
                  <a:moveTo>
                    <a:pt x="46577" y="0"/>
                  </a:moveTo>
                  <a:lnTo>
                    <a:pt x="0" y="787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40" name="Candidate_receptor__2458">
              <a:extLst>
                <a:ext uri="{FF2B5EF4-FFF2-40B4-BE49-F238E27FC236}">
                  <a16:creationId xmlns:a16="http://schemas.microsoft.com/office/drawing/2014/main" id="{CE075053-E399-8E72-4510-47C5C00D3F0F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65609"/>
              <a:ext cx="87663" cy="42406"/>
            </a:xfrm>
            <a:custGeom>
              <a:avLst/>
              <a:gdLst/>
              <a:ahLst/>
              <a:cxnLst/>
              <a:rect l="0" t="0" r="0" b="0"/>
              <a:pathLst>
                <a:path w="87663" h="42406">
                  <a:moveTo>
                    <a:pt x="0" y="42406"/>
                  </a:moveTo>
                  <a:lnTo>
                    <a:pt x="8766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41" name="Candidate_receptor__2459">
              <a:extLst>
                <a:ext uri="{FF2B5EF4-FFF2-40B4-BE49-F238E27FC236}">
                  <a16:creationId xmlns:a16="http://schemas.microsoft.com/office/drawing/2014/main" id="{F8693B6E-6C63-2976-D3AF-FABE5AFED24A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1344"/>
              <a:ext cx="50868" cy="46793"/>
            </a:xfrm>
            <a:custGeom>
              <a:avLst/>
              <a:gdLst/>
              <a:ahLst/>
              <a:cxnLst/>
              <a:rect l="0" t="0" r="0" b="0"/>
              <a:pathLst>
                <a:path w="50868" h="46793">
                  <a:moveTo>
                    <a:pt x="50868" y="0"/>
                  </a:moveTo>
                  <a:lnTo>
                    <a:pt x="0" y="4679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42" name="Candidate_receptor__2460">
              <a:extLst>
                <a:ext uri="{FF2B5EF4-FFF2-40B4-BE49-F238E27FC236}">
                  <a16:creationId xmlns:a16="http://schemas.microsoft.com/office/drawing/2014/main" id="{11FFB1A1-C688-2653-4B5F-0CA87CC40951}"/>
                </a:ext>
              </a:extLst>
            </p:cNvPr>
            <p:cNvSpPr>
              <a:spLocks noGrp="1"/>
            </p:cNvSpPr>
            <p:nvPr/>
          </p:nvSpPr>
          <p:spPr>
            <a:xfrm>
              <a:off x="5560395" y="3080366"/>
              <a:ext cx="34461" cy="41823"/>
            </a:xfrm>
            <a:custGeom>
              <a:avLst/>
              <a:gdLst/>
              <a:ahLst/>
              <a:cxnLst/>
              <a:rect l="0" t="0" r="0" b="0"/>
              <a:pathLst>
                <a:path w="34461" h="41823">
                  <a:moveTo>
                    <a:pt x="0" y="0"/>
                  </a:moveTo>
                  <a:lnTo>
                    <a:pt x="34461" y="4182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43" name="Candidate_receptor__2461">
              <a:extLst>
                <a:ext uri="{FF2B5EF4-FFF2-40B4-BE49-F238E27FC236}">
                  <a16:creationId xmlns:a16="http://schemas.microsoft.com/office/drawing/2014/main" id="{CADDEC9A-1B44-6554-7347-4F0B77EA40D6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71634"/>
              <a:ext cx="109918" cy="35216"/>
            </a:xfrm>
            <a:custGeom>
              <a:avLst/>
              <a:gdLst/>
              <a:ahLst/>
              <a:cxnLst/>
              <a:rect l="0" t="0" r="0" b="0"/>
              <a:pathLst>
                <a:path w="109918" h="35216">
                  <a:moveTo>
                    <a:pt x="0" y="0"/>
                  </a:moveTo>
                  <a:lnTo>
                    <a:pt x="109918" y="352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44" name="Candidate_receptor__2462">
              <a:extLst>
                <a:ext uri="{FF2B5EF4-FFF2-40B4-BE49-F238E27FC236}">
                  <a16:creationId xmlns:a16="http://schemas.microsoft.com/office/drawing/2014/main" id="{1B98322D-D6D1-1F96-DE2F-859C3EFD65C1}"/>
                </a:ext>
              </a:extLst>
            </p:cNvPr>
            <p:cNvSpPr>
              <a:spLocks noGrp="1"/>
            </p:cNvSpPr>
            <p:nvPr/>
          </p:nvSpPr>
          <p:spPr>
            <a:xfrm>
              <a:off x="5083355" y="3996099"/>
              <a:ext cx="67504" cy="93574"/>
            </a:xfrm>
            <a:custGeom>
              <a:avLst/>
              <a:gdLst/>
              <a:ahLst/>
              <a:cxnLst/>
              <a:rect l="0" t="0" r="0" b="0"/>
              <a:pathLst>
                <a:path w="67504" h="93574">
                  <a:moveTo>
                    <a:pt x="67504" y="0"/>
                  </a:moveTo>
                  <a:lnTo>
                    <a:pt x="0" y="9357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45" name="Candidate_receptor__2463">
              <a:extLst>
                <a:ext uri="{FF2B5EF4-FFF2-40B4-BE49-F238E27FC236}">
                  <a16:creationId xmlns:a16="http://schemas.microsoft.com/office/drawing/2014/main" id="{9ED37523-7D84-6746-AF2F-519DE1EA8DC3}"/>
                </a:ext>
              </a:extLst>
            </p:cNvPr>
            <p:cNvSpPr>
              <a:spLocks noGrp="1"/>
            </p:cNvSpPr>
            <p:nvPr/>
          </p:nvSpPr>
          <p:spPr>
            <a:xfrm>
              <a:off x="5746371" y="3077610"/>
              <a:ext cx="72608" cy="89174"/>
            </a:xfrm>
            <a:custGeom>
              <a:avLst/>
              <a:gdLst/>
              <a:ahLst/>
              <a:cxnLst/>
              <a:rect l="0" t="0" r="0" b="0"/>
              <a:pathLst>
                <a:path w="72608" h="89174">
                  <a:moveTo>
                    <a:pt x="0" y="0"/>
                  </a:moveTo>
                  <a:lnTo>
                    <a:pt x="72608" y="8917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46" name="Candidate_receptor__2464">
              <a:extLst>
                <a:ext uri="{FF2B5EF4-FFF2-40B4-BE49-F238E27FC236}">
                  <a16:creationId xmlns:a16="http://schemas.microsoft.com/office/drawing/2014/main" id="{A8677F6C-8305-E075-FBD5-6B219A16268A}"/>
                </a:ext>
              </a:extLst>
            </p:cNvPr>
            <p:cNvSpPr>
              <a:spLocks noGrp="1"/>
            </p:cNvSpPr>
            <p:nvPr/>
          </p:nvSpPr>
          <p:spPr>
            <a:xfrm>
              <a:off x="6097274" y="4390588"/>
              <a:ext cx="77869" cy="67633"/>
            </a:xfrm>
            <a:custGeom>
              <a:avLst/>
              <a:gdLst/>
              <a:ahLst/>
              <a:cxnLst/>
              <a:rect l="0" t="0" r="0" b="0"/>
              <a:pathLst>
                <a:path w="77869" h="67633">
                  <a:moveTo>
                    <a:pt x="77869" y="0"/>
                  </a:moveTo>
                  <a:lnTo>
                    <a:pt x="0" y="6763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47" name="Candidate_receptor__2465">
              <a:extLst>
                <a:ext uri="{FF2B5EF4-FFF2-40B4-BE49-F238E27FC236}">
                  <a16:creationId xmlns:a16="http://schemas.microsoft.com/office/drawing/2014/main" id="{327E0BCC-5C07-6DBF-F085-61BE45C925A7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574118"/>
              <a:ext cx="31510" cy="88203"/>
            </a:xfrm>
            <a:custGeom>
              <a:avLst/>
              <a:gdLst/>
              <a:ahLst/>
              <a:cxnLst/>
              <a:rect l="0" t="0" r="0" b="0"/>
              <a:pathLst>
                <a:path w="31510" h="88203">
                  <a:moveTo>
                    <a:pt x="31510" y="0"/>
                  </a:moveTo>
                  <a:lnTo>
                    <a:pt x="0" y="882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48" name="Candidate_receptor__2466">
              <a:extLst>
                <a:ext uri="{FF2B5EF4-FFF2-40B4-BE49-F238E27FC236}">
                  <a16:creationId xmlns:a16="http://schemas.microsoft.com/office/drawing/2014/main" id="{333D029F-E1FE-1A5A-AC9B-5EEF6B5737D8}"/>
                </a:ext>
              </a:extLst>
            </p:cNvPr>
            <p:cNvSpPr>
              <a:spLocks noGrp="1"/>
            </p:cNvSpPr>
            <p:nvPr/>
          </p:nvSpPr>
          <p:spPr>
            <a:xfrm>
              <a:off x="5259298" y="5450814"/>
              <a:ext cx="85964" cy="65037"/>
            </a:xfrm>
            <a:custGeom>
              <a:avLst/>
              <a:gdLst/>
              <a:ahLst/>
              <a:cxnLst/>
              <a:rect l="0" t="0" r="0" b="0"/>
              <a:pathLst>
                <a:path w="85964" h="65037">
                  <a:moveTo>
                    <a:pt x="85964" y="0"/>
                  </a:moveTo>
                  <a:lnTo>
                    <a:pt x="0" y="650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49" name="Candidate_receptor__2467">
              <a:extLst>
                <a:ext uri="{FF2B5EF4-FFF2-40B4-BE49-F238E27FC236}">
                  <a16:creationId xmlns:a16="http://schemas.microsoft.com/office/drawing/2014/main" id="{56910FD3-2221-D860-871A-AF33C63B7B74}"/>
                </a:ext>
              </a:extLst>
            </p:cNvPr>
            <p:cNvSpPr>
              <a:spLocks noGrp="1"/>
            </p:cNvSpPr>
            <p:nvPr/>
          </p:nvSpPr>
          <p:spPr>
            <a:xfrm>
              <a:off x="4867115" y="4665609"/>
              <a:ext cx="71895" cy="25525"/>
            </a:xfrm>
            <a:custGeom>
              <a:avLst/>
              <a:gdLst/>
              <a:ahLst/>
              <a:cxnLst/>
              <a:rect l="0" t="0" r="0" b="0"/>
              <a:pathLst>
                <a:path w="71895" h="25525">
                  <a:moveTo>
                    <a:pt x="0" y="0"/>
                  </a:moveTo>
                  <a:lnTo>
                    <a:pt x="71895" y="25525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50" name="Candidate_receptor__2468">
              <a:extLst>
                <a:ext uri="{FF2B5EF4-FFF2-40B4-BE49-F238E27FC236}">
                  <a16:creationId xmlns:a16="http://schemas.microsoft.com/office/drawing/2014/main" id="{FEB926FC-4E7C-31B4-1714-29A932A7725F}"/>
                </a:ext>
              </a:extLst>
            </p:cNvPr>
            <p:cNvSpPr>
              <a:spLocks noGrp="1"/>
            </p:cNvSpPr>
            <p:nvPr/>
          </p:nvSpPr>
          <p:spPr>
            <a:xfrm>
              <a:off x="4828625" y="3922721"/>
              <a:ext cx="5437" cy="91257"/>
            </a:xfrm>
            <a:custGeom>
              <a:avLst/>
              <a:gdLst/>
              <a:ahLst/>
              <a:cxnLst/>
              <a:rect l="0" t="0" r="0" b="0"/>
              <a:pathLst>
                <a:path w="5437" h="91257">
                  <a:moveTo>
                    <a:pt x="0" y="91257"/>
                  </a:moveTo>
                  <a:lnTo>
                    <a:pt x="543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51" name="Candidate_receptor__2469">
              <a:extLst>
                <a:ext uri="{FF2B5EF4-FFF2-40B4-BE49-F238E27FC236}">
                  <a16:creationId xmlns:a16="http://schemas.microsoft.com/office/drawing/2014/main" id="{05E1B810-AD66-9252-96D8-B50F5621ADA0}"/>
                </a:ext>
              </a:extLst>
            </p:cNvPr>
            <p:cNvSpPr>
              <a:spLocks noGrp="1"/>
            </p:cNvSpPr>
            <p:nvPr/>
          </p:nvSpPr>
          <p:spPr>
            <a:xfrm>
              <a:off x="6709055" y="4596959"/>
              <a:ext cx="74967" cy="83484"/>
            </a:xfrm>
            <a:custGeom>
              <a:avLst/>
              <a:gdLst/>
              <a:ahLst/>
              <a:cxnLst/>
              <a:rect l="0" t="0" r="0" b="0"/>
              <a:pathLst>
                <a:path w="74967" h="83484">
                  <a:moveTo>
                    <a:pt x="0" y="83484"/>
                  </a:moveTo>
                  <a:lnTo>
                    <a:pt x="7496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52" name="Candidate_receptor__2470">
              <a:extLst>
                <a:ext uri="{FF2B5EF4-FFF2-40B4-BE49-F238E27FC236}">
                  <a16:creationId xmlns:a16="http://schemas.microsoft.com/office/drawing/2014/main" id="{5C0B43B8-5B63-87F6-BDA0-5D75C2A31608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13978"/>
              <a:ext cx="87113" cy="44916"/>
            </a:xfrm>
            <a:custGeom>
              <a:avLst/>
              <a:gdLst/>
              <a:ahLst/>
              <a:cxnLst/>
              <a:rect l="0" t="0" r="0" b="0"/>
              <a:pathLst>
                <a:path w="87113" h="44916">
                  <a:moveTo>
                    <a:pt x="0" y="44916"/>
                  </a:moveTo>
                  <a:lnTo>
                    <a:pt x="87113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53" name="Candidate_receptor__2471">
              <a:extLst>
                <a:ext uri="{FF2B5EF4-FFF2-40B4-BE49-F238E27FC236}">
                  <a16:creationId xmlns:a16="http://schemas.microsoft.com/office/drawing/2014/main" id="{90C39498-7412-F190-05F4-881D871F186A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26431"/>
              <a:ext cx="96087" cy="59364"/>
            </a:xfrm>
            <a:custGeom>
              <a:avLst/>
              <a:gdLst/>
              <a:ahLst/>
              <a:cxnLst/>
              <a:rect l="0" t="0" r="0" b="0"/>
              <a:pathLst>
                <a:path w="96087" h="59364">
                  <a:moveTo>
                    <a:pt x="96087" y="0"/>
                  </a:moveTo>
                  <a:lnTo>
                    <a:pt x="0" y="5936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54" name="Candidate_receptor__2472">
              <a:extLst>
                <a:ext uri="{FF2B5EF4-FFF2-40B4-BE49-F238E27FC236}">
                  <a16:creationId xmlns:a16="http://schemas.microsoft.com/office/drawing/2014/main" id="{A2A6B602-7C9E-E105-9040-AAB297E4D0C8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238101"/>
              <a:ext cx="33824" cy="109325"/>
            </a:xfrm>
            <a:custGeom>
              <a:avLst/>
              <a:gdLst/>
              <a:ahLst/>
              <a:cxnLst/>
              <a:rect l="0" t="0" r="0" b="0"/>
              <a:pathLst>
                <a:path w="33824" h="109325">
                  <a:moveTo>
                    <a:pt x="33824" y="0"/>
                  </a:moveTo>
                  <a:lnTo>
                    <a:pt x="0" y="10932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55" name="Candidate_receptor__2473">
              <a:extLst>
                <a:ext uri="{FF2B5EF4-FFF2-40B4-BE49-F238E27FC236}">
                  <a16:creationId xmlns:a16="http://schemas.microsoft.com/office/drawing/2014/main" id="{1EF56E5F-8FD1-2C12-43DE-B9814BE1E8E6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76465"/>
              <a:ext cx="32586" cy="38971"/>
            </a:xfrm>
            <a:custGeom>
              <a:avLst/>
              <a:gdLst/>
              <a:ahLst/>
              <a:cxnLst/>
              <a:rect l="0" t="0" r="0" b="0"/>
              <a:pathLst>
                <a:path w="32586" h="38971">
                  <a:moveTo>
                    <a:pt x="32586" y="0"/>
                  </a:moveTo>
                  <a:lnTo>
                    <a:pt x="0" y="3897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56" name="Candidate_receptor__2474">
              <a:extLst>
                <a:ext uri="{FF2B5EF4-FFF2-40B4-BE49-F238E27FC236}">
                  <a16:creationId xmlns:a16="http://schemas.microsoft.com/office/drawing/2014/main" id="{C34E5AA2-B76E-188F-86EA-111E558755AF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8078"/>
              <a:ext cx="19889" cy="84935"/>
            </a:xfrm>
            <a:custGeom>
              <a:avLst/>
              <a:gdLst/>
              <a:ahLst/>
              <a:cxnLst/>
              <a:rect l="0" t="0" r="0" b="0"/>
              <a:pathLst>
                <a:path w="19889" h="84935">
                  <a:moveTo>
                    <a:pt x="19889" y="849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57" name="Candidate_receptor__2475">
              <a:extLst>
                <a:ext uri="{FF2B5EF4-FFF2-40B4-BE49-F238E27FC236}">
                  <a16:creationId xmlns:a16="http://schemas.microsoft.com/office/drawing/2014/main" id="{8F4C34A1-DF36-F516-2CCF-582F34BB9730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70812" cy="55365"/>
            </a:xfrm>
            <a:custGeom>
              <a:avLst/>
              <a:gdLst/>
              <a:ahLst/>
              <a:cxnLst/>
              <a:rect l="0" t="0" r="0" b="0"/>
              <a:pathLst>
                <a:path w="70812" h="55365">
                  <a:moveTo>
                    <a:pt x="0" y="0"/>
                  </a:moveTo>
                  <a:lnTo>
                    <a:pt x="70812" y="5536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58" name="Candidate_receptor__2476">
              <a:extLst>
                <a:ext uri="{FF2B5EF4-FFF2-40B4-BE49-F238E27FC236}">
                  <a16:creationId xmlns:a16="http://schemas.microsoft.com/office/drawing/2014/main" id="{2858FFE1-D7C3-0337-2CDC-EB6EBD3FE921}"/>
                </a:ext>
              </a:extLst>
            </p:cNvPr>
            <p:cNvSpPr>
              <a:spLocks noGrp="1"/>
            </p:cNvSpPr>
            <p:nvPr/>
          </p:nvSpPr>
          <p:spPr>
            <a:xfrm>
              <a:off x="5042914" y="5358496"/>
              <a:ext cx="114294" cy="1745"/>
            </a:xfrm>
            <a:custGeom>
              <a:avLst/>
              <a:gdLst/>
              <a:ahLst/>
              <a:cxnLst/>
              <a:rect l="0" t="0" r="0" b="0"/>
              <a:pathLst>
                <a:path w="114294" h="1745">
                  <a:moveTo>
                    <a:pt x="114294" y="1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59" name="Candidate_receptor__2477">
              <a:extLst>
                <a:ext uri="{FF2B5EF4-FFF2-40B4-BE49-F238E27FC236}">
                  <a16:creationId xmlns:a16="http://schemas.microsoft.com/office/drawing/2014/main" id="{84F981BD-86F6-4710-C696-775598AD09B4}"/>
                </a:ext>
              </a:extLst>
            </p:cNvPr>
            <p:cNvSpPr>
              <a:spLocks noGrp="1"/>
            </p:cNvSpPr>
            <p:nvPr/>
          </p:nvSpPr>
          <p:spPr>
            <a:xfrm>
              <a:off x="5252448" y="4767595"/>
              <a:ext cx="105704" cy="27623"/>
            </a:xfrm>
            <a:custGeom>
              <a:avLst/>
              <a:gdLst/>
              <a:ahLst/>
              <a:cxnLst/>
              <a:rect l="0" t="0" r="0" b="0"/>
              <a:pathLst>
                <a:path w="105704" h="27623">
                  <a:moveTo>
                    <a:pt x="0" y="27623"/>
                  </a:moveTo>
                  <a:lnTo>
                    <a:pt x="10570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60" name="Candidate_receptor__2478">
              <a:extLst>
                <a:ext uri="{FF2B5EF4-FFF2-40B4-BE49-F238E27FC236}">
                  <a16:creationId xmlns:a16="http://schemas.microsoft.com/office/drawing/2014/main" id="{5A90A197-AF25-2DD9-9749-F33307AB14F3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902643"/>
              <a:ext cx="25382" cy="2162"/>
            </a:xfrm>
            <a:custGeom>
              <a:avLst/>
              <a:gdLst/>
              <a:ahLst/>
              <a:cxnLst/>
              <a:rect l="0" t="0" r="0" b="0"/>
              <a:pathLst>
                <a:path w="25382" h="2162">
                  <a:moveTo>
                    <a:pt x="25382" y="21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52161" name="Candidate_receptor__2479">
              <a:extLst>
                <a:ext uri="{FF2B5EF4-FFF2-40B4-BE49-F238E27FC236}">
                  <a16:creationId xmlns:a16="http://schemas.microsoft.com/office/drawing/2014/main" id="{B61F6E59-C5ED-D473-6B52-D7862AED99FD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17539"/>
              <a:ext cx="97132" cy="56150"/>
            </a:xfrm>
            <a:custGeom>
              <a:avLst/>
              <a:gdLst/>
              <a:ahLst/>
              <a:cxnLst/>
              <a:rect l="0" t="0" r="0" b="0"/>
              <a:pathLst>
                <a:path w="97132" h="56150">
                  <a:moveTo>
                    <a:pt x="97132" y="0"/>
                  </a:moveTo>
                  <a:lnTo>
                    <a:pt x="0" y="5615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52162" name="Candidate_receptor__2480">
              <a:extLst>
                <a:ext uri="{FF2B5EF4-FFF2-40B4-BE49-F238E27FC236}">
                  <a16:creationId xmlns:a16="http://schemas.microsoft.com/office/drawing/2014/main" id="{C810A743-BFE7-9432-D5DF-E00249280A5B}"/>
                </a:ext>
              </a:extLst>
            </p:cNvPr>
            <p:cNvSpPr>
              <a:spLocks noGrp="1"/>
            </p:cNvSpPr>
            <p:nvPr/>
          </p:nvSpPr>
          <p:spPr>
            <a:xfrm>
              <a:off x="4721434" y="4548532"/>
              <a:ext cx="101422" cy="16674"/>
            </a:xfrm>
            <a:custGeom>
              <a:avLst/>
              <a:gdLst/>
              <a:ahLst/>
              <a:cxnLst/>
              <a:rect l="0" t="0" r="0" b="0"/>
              <a:pathLst>
                <a:path w="101422" h="16674">
                  <a:moveTo>
                    <a:pt x="0" y="16674"/>
                  </a:moveTo>
                  <a:lnTo>
                    <a:pt x="101422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52163" name="Candidate_receptor__2481">
              <a:extLst>
                <a:ext uri="{FF2B5EF4-FFF2-40B4-BE49-F238E27FC236}">
                  <a16:creationId xmlns:a16="http://schemas.microsoft.com/office/drawing/2014/main" id="{638500E3-B770-C8C8-1276-9DF074E01A58}"/>
                </a:ext>
              </a:extLst>
            </p:cNvPr>
            <p:cNvSpPr>
              <a:spLocks noGrp="1"/>
            </p:cNvSpPr>
            <p:nvPr/>
          </p:nvSpPr>
          <p:spPr>
            <a:xfrm>
              <a:off x="6376026" y="4244283"/>
              <a:ext cx="71882" cy="73455"/>
            </a:xfrm>
            <a:custGeom>
              <a:avLst/>
              <a:gdLst/>
              <a:ahLst/>
              <a:cxnLst/>
              <a:rect l="0" t="0" r="0" b="0"/>
              <a:pathLst>
                <a:path w="71882" h="73455">
                  <a:moveTo>
                    <a:pt x="0" y="0"/>
                  </a:moveTo>
                  <a:lnTo>
                    <a:pt x="71882" y="7345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52164" name="Candidate_receptor__2482">
              <a:extLst>
                <a:ext uri="{FF2B5EF4-FFF2-40B4-BE49-F238E27FC236}">
                  <a16:creationId xmlns:a16="http://schemas.microsoft.com/office/drawing/2014/main" id="{21138667-708F-8CA6-B268-30ABB08AEC9B}"/>
                </a:ext>
              </a:extLst>
            </p:cNvPr>
            <p:cNvSpPr>
              <a:spLocks noGrp="1"/>
            </p:cNvSpPr>
            <p:nvPr/>
          </p:nvSpPr>
          <p:spPr>
            <a:xfrm>
              <a:off x="5101621" y="3924842"/>
              <a:ext cx="49238" cy="71257"/>
            </a:xfrm>
            <a:custGeom>
              <a:avLst/>
              <a:gdLst/>
              <a:ahLst/>
              <a:cxnLst/>
              <a:rect l="0" t="0" r="0" b="0"/>
              <a:pathLst>
                <a:path w="49238" h="71257">
                  <a:moveTo>
                    <a:pt x="0" y="0"/>
                  </a:moveTo>
                  <a:lnTo>
                    <a:pt x="49238" y="71257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52165" name="Candidate_receptor__2483">
              <a:extLst>
                <a:ext uri="{FF2B5EF4-FFF2-40B4-BE49-F238E27FC236}">
                  <a16:creationId xmlns:a16="http://schemas.microsoft.com/office/drawing/2014/main" id="{CACF7290-7613-5BA1-2C72-2146DF89B861}"/>
                </a:ext>
              </a:extLst>
            </p:cNvPr>
            <p:cNvSpPr>
              <a:spLocks noGrp="1"/>
            </p:cNvSpPr>
            <p:nvPr/>
          </p:nvSpPr>
          <p:spPr>
            <a:xfrm>
              <a:off x="6129250" y="4206850"/>
              <a:ext cx="14784" cy="77295"/>
            </a:xfrm>
            <a:custGeom>
              <a:avLst/>
              <a:gdLst/>
              <a:ahLst/>
              <a:cxnLst/>
              <a:rect l="0" t="0" r="0" b="0"/>
              <a:pathLst>
                <a:path w="14784" h="77295">
                  <a:moveTo>
                    <a:pt x="14784" y="0"/>
                  </a:moveTo>
                  <a:lnTo>
                    <a:pt x="0" y="7729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52166" name="Candidate_receptor__2484">
              <a:extLst>
                <a:ext uri="{FF2B5EF4-FFF2-40B4-BE49-F238E27FC236}">
                  <a16:creationId xmlns:a16="http://schemas.microsoft.com/office/drawing/2014/main" id="{DDAC9D0D-08BB-CC7B-1463-A02B3DEA7338}"/>
                </a:ext>
              </a:extLst>
            </p:cNvPr>
            <p:cNvSpPr>
              <a:spLocks noGrp="1"/>
            </p:cNvSpPr>
            <p:nvPr/>
          </p:nvSpPr>
          <p:spPr>
            <a:xfrm>
              <a:off x="6784022" y="4507628"/>
              <a:ext cx="38546" cy="89331"/>
            </a:xfrm>
            <a:custGeom>
              <a:avLst/>
              <a:gdLst/>
              <a:ahLst/>
              <a:cxnLst/>
              <a:rect l="0" t="0" r="0" b="0"/>
              <a:pathLst>
                <a:path w="38546" h="89331">
                  <a:moveTo>
                    <a:pt x="0" y="89331"/>
                  </a:moveTo>
                  <a:lnTo>
                    <a:pt x="38546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67" name="Candidate_receptor__2485">
              <a:extLst>
                <a:ext uri="{FF2B5EF4-FFF2-40B4-BE49-F238E27FC236}">
                  <a16:creationId xmlns:a16="http://schemas.microsoft.com/office/drawing/2014/main" id="{FA981D1D-E5E2-A2FE-40C7-E76CF3D10CC6}"/>
                </a:ext>
              </a:extLst>
            </p:cNvPr>
            <p:cNvSpPr>
              <a:spLocks noGrp="1"/>
            </p:cNvSpPr>
            <p:nvPr/>
          </p:nvSpPr>
          <p:spPr>
            <a:xfrm>
              <a:off x="5769610" y="3166784"/>
              <a:ext cx="49368" cy="54074"/>
            </a:xfrm>
            <a:custGeom>
              <a:avLst/>
              <a:gdLst/>
              <a:ahLst/>
              <a:cxnLst/>
              <a:rect l="0" t="0" r="0" b="0"/>
              <a:pathLst>
                <a:path w="49368" h="54074">
                  <a:moveTo>
                    <a:pt x="49368" y="0"/>
                  </a:moveTo>
                  <a:lnTo>
                    <a:pt x="0" y="54074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52168" name="Candidate_receptor__2486">
              <a:extLst>
                <a:ext uri="{FF2B5EF4-FFF2-40B4-BE49-F238E27FC236}">
                  <a16:creationId xmlns:a16="http://schemas.microsoft.com/office/drawing/2014/main" id="{24DAC8CF-85F6-7B53-D9CB-19A93A817A00}"/>
                </a:ext>
              </a:extLst>
            </p:cNvPr>
            <p:cNvSpPr>
              <a:spLocks noGrp="1"/>
            </p:cNvSpPr>
            <p:nvPr/>
          </p:nvSpPr>
          <p:spPr>
            <a:xfrm>
              <a:off x="5040367" y="4373892"/>
              <a:ext cx="65297" cy="83298"/>
            </a:xfrm>
            <a:custGeom>
              <a:avLst/>
              <a:gdLst/>
              <a:ahLst/>
              <a:cxnLst/>
              <a:rect l="0" t="0" r="0" b="0"/>
              <a:pathLst>
                <a:path w="65297" h="83298">
                  <a:moveTo>
                    <a:pt x="0" y="0"/>
                  </a:moveTo>
                  <a:lnTo>
                    <a:pt x="65297" y="8329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69" name="Candidate_receptor__2487">
              <a:extLst>
                <a:ext uri="{FF2B5EF4-FFF2-40B4-BE49-F238E27FC236}">
                  <a16:creationId xmlns:a16="http://schemas.microsoft.com/office/drawing/2014/main" id="{701FDD12-4D5D-6EE7-37EE-EFDAAB0BD197}"/>
                </a:ext>
              </a:extLst>
            </p:cNvPr>
            <p:cNvSpPr>
              <a:spLocks noGrp="1"/>
            </p:cNvSpPr>
            <p:nvPr/>
          </p:nvSpPr>
          <p:spPr>
            <a:xfrm>
              <a:off x="6763703" y="4426431"/>
              <a:ext cx="58865" cy="81197"/>
            </a:xfrm>
            <a:custGeom>
              <a:avLst/>
              <a:gdLst/>
              <a:ahLst/>
              <a:cxnLst/>
              <a:rect l="0" t="0" r="0" b="0"/>
              <a:pathLst>
                <a:path w="58865" h="81197">
                  <a:moveTo>
                    <a:pt x="58865" y="811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0" name="Candidate_receptor__2488">
              <a:extLst>
                <a:ext uri="{FF2B5EF4-FFF2-40B4-BE49-F238E27FC236}">
                  <a16:creationId xmlns:a16="http://schemas.microsoft.com/office/drawing/2014/main" id="{66C7872A-9EC0-7FEB-5A72-9633A5A828FF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57190"/>
              <a:ext cx="78555" cy="73750"/>
            </a:xfrm>
            <a:custGeom>
              <a:avLst/>
              <a:gdLst/>
              <a:ahLst/>
              <a:cxnLst/>
              <a:rect l="0" t="0" r="0" b="0"/>
              <a:pathLst>
                <a:path w="78555" h="73750">
                  <a:moveTo>
                    <a:pt x="78555" y="0"/>
                  </a:moveTo>
                  <a:lnTo>
                    <a:pt x="0" y="7375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1" name="Candidate_receptor__2489">
              <a:extLst>
                <a:ext uri="{FF2B5EF4-FFF2-40B4-BE49-F238E27FC236}">
                  <a16:creationId xmlns:a16="http://schemas.microsoft.com/office/drawing/2014/main" id="{374185CA-C976-7AA7-9654-874B5112F2B0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373892"/>
              <a:ext cx="92123" cy="48566"/>
            </a:xfrm>
            <a:custGeom>
              <a:avLst/>
              <a:gdLst/>
              <a:ahLst/>
              <a:cxnLst/>
              <a:rect l="0" t="0" r="0" b="0"/>
              <a:pathLst>
                <a:path w="92123" h="48566">
                  <a:moveTo>
                    <a:pt x="0" y="48566"/>
                  </a:moveTo>
                  <a:lnTo>
                    <a:pt x="92123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2" name="Candidate_receptor__2490">
              <a:extLst>
                <a:ext uri="{FF2B5EF4-FFF2-40B4-BE49-F238E27FC236}">
                  <a16:creationId xmlns:a16="http://schemas.microsoft.com/office/drawing/2014/main" id="{423F1C09-98D6-22DE-B1FB-6D6A0A970C93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44283"/>
              <a:ext cx="82154" cy="35653"/>
            </a:xfrm>
            <a:custGeom>
              <a:avLst/>
              <a:gdLst/>
              <a:ahLst/>
              <a:cxnLst/>
              <a:rect l="0" t="0" r="0" b="0"/>
              <a:pathLst>
                <a:path w="82154" h="35653">
                  <a:moveTo>
                    <a:pt x="0" y="35653"/>
                  </a:moveTo>
                  <a:lnTo>
                    <a:pt x="82154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3" name="Candidate_receptor__2491">
              <a:extLst>
                <a:ext uri="{FF2B5EF4-FFF2-40B4-BE49-F238E27FC236}">
                  <a16:creationId xmlns:a16="http://schemas.microsoft.com/office/drawing/2014/main" id="{D1157507-E772-3346-E1DA-C4F4B24F435F}"/>
                </a:ext>
              </a:extLst>
            </p:cNvPr>
            <p:cNvSpPr>
              <a:spLocks noGrp="1"/>
            </p:cNvSpPr>
            <p:nvPr/>
          </p:nvSpPr>
          <p:spPr>
            <a:xfrm>
              <a:off x="5247248" y="4117539"/>
              <a:ext cx="68591" cy="77073"/>
            </a:xfrm>
            <a:custGeom>
              <a:avLst/>
              <a:gdLst/>
              <a:ahLst/>
              <a:cxnLst/>
              <a:rect l="0" t="0" r="0" b="0"/>
              <a:pathLst>
                <a:path w="68591" h="77073">
                  <a:moveTo>
                    <a:pt x="68591" y="770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4" name="Candidate_receptor__2492">
              <a:extLst>
                <a:ext uri="{FF2B5EF4-FFF2-40B4-BE49-F238E27FC236}">
                  <a16:creationId xmlns:a16="http://schemas.microsoft.com/office/drawing/2014/main" id="{CB61FD9A-9E75-169E-E921-4F8660972D45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691134"/>
              <a:ext cx="44124" cy="106028"/>
            </a:xfrm>
            <a:custGeom>
              <a:avLst/>
              <a:gdLst/>
              <a:ahLst/>
              <a:cxnLst/>
              <a:rect l="0" t="0" r="0" b="0"/>
              <a:pathLst>
                <a:path w="44124" h="106028">
                  <a:moveTo>
                    <a:pt x="44124" y="0"/>
                  </a:moveTo>
                  <a:lnTo>
                    <a:pt x="0" y="10602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5" name="Candidate_receptor__2493">
              <a:extLst>
                <a:ext uri="{FF2B5EF4-FFF2-40B4-BE49-F238E27FC236}">
                  <a16:creationId xmlns:a16="http://schemas.microsoft.com/office/drawing/2014/main" id="{8EA45D93-5C4C-5FDB-028C-AE57D691C35D}"/>
                </a:ext>
              </a:extLst>
            </p:cNvPr>
            <p:cNvSpPr>
              <a:spLocks noGrp="1"/>
            </p:cNvSpPr>
            <p:nvPr/>
          </p:nvSpPr>
          <p:spPr>
            <a:xfrm>
              <a:off x="6087650" y="4591082"/>
              <a:ext cx="8709" cy="32531"/>
            </a:xfrm>
            <a:custGeom>
              <a:avLst/>
              <a:gdLst/>
              <a:ahLst/>
              <a:cxnLst/>
              <a:rect l="0" t="0" r="0" b="0"/>
              <a:pathLst>
                <a:path w="8709" h="32531">
                  <a:moveTo>
                    <a:pt x="8709" y="325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6" name="Candidate_receptor__2494">
              <a:extLst>
                <a:ext uri="{FF2B5EF4-FFF2-40B4-BE49-F238E27FC236}">
                  <a16:creationId xmlns:a16="http://schemas.microsoft.com/office/drawing/2014/main" id="{CDB969E8-A64E-44B7-682C-85B82F95DEF4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194612"/>
              <a:ext cx="63700" cy="87998"/>
            </a:xfrm>
            <a:custGeom>
              <a:avLst/>
              <a:gdLst/>
              <a:ahLst/>
              <a:cxnLst/>
              <a:rect l="0" t="0" r="0" b="0"/>
              <a:pathLst>
                <a:path w="63700" h="87998">
                  <a:moveTo>
                    <a:pt x="0" y="87998"/>
                  </a:moveTo>
                  <a:lnTo>
                    <a:pt x="6370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7" name="Candidate_receptor__2495">
              <a:extLst>
                <a:ext uri="{FF2B5EF4-FFF2-40B4-BE49-F238E27FC236}">
                  <a16:creationId xmlns:a16="http://schemas.microsoft.com/office/drawing/2014/main" id="{365BD20F-9B49-48D3-1465-A86CD809D32E}"/>
                </a:ext>
              </a:extLst>
            </p:cNvPr>
            <p:cNvSpPr>
              <a:spLocks noGrp="1"/>
            </p:cNvSpPr>
            <p:nvPr/>
          </p:nvSpPr>
          <p:spPr>
            <a:xfrm>
              <a:off x="6375758" y="4317738"/>
              <a:ext cx="72150" cy="88268"/>
            </a:xfrm>
            <a:custGeom>
              <a:avLst/>
              <a:gdLst/>
              <a:ahLst/>
              <a:cxnLst/>
              <a:rect l="0" t="0" r="0" b="0"/>
              <a:pathLst>
                <a:path w="72150" h="88268">
                  <a:moveTo>
                    <a:pt x="72150" y="0"/>
                  </a:moveTo>
                  <a:lnTo>
                    <a:pt x="0" y="8826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8" name="Candidate_receptor__2496">
              <a:extLst>
                <a:ext uri="{FF2B5EF4-FFF2-40B4-BE49-F238E27FC236}">
                  <a16:creationId xmlns:a16="http://schemas.microsoft.com/office/drawing/2014/main" id="{E60B9D57-4D4E-085B-9A65-21C9C11F7BF4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34803"/>
              <a:ext cx="110209" cy="32816"/>
            </a:xfrm>
            <a:custGeom>
              <a:avLst/>
              <a:gdLst/>
              <a:ahLst/>
              <a:cxnLst/>
              <a:rect l="0" t="0" r="0" b="0"/>
              <a:pathLst>
                <a:path w="110209" h="32816">
                  <a:moveTo>
                    <a:pt x="110209" y="0"/>
                  </a:moveTo>
                  <a:lnTo>
                    <a:pt x="0" y="32816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9" name="Candidate_receptor__2497">
              <a:extLst>
                <a:ext uri="{FF2B5EF4-FFF2-40B4-BE49-F238E27FC236}">
                  <a16:creationId xmlns:a16="http://schemas.microsoft.com/office/drawing/2014/main" id="{AEE224A2-74CD-DA1C-C423-ABAF99E3A33B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372065"/>
              <a:ext cx="26029" cy="39627"/>
            </a:xfrm>
            <a:custGeom>
              <a:avLst/>
              <a:gdLst/>
              <a:ahLst/>
              <a:cxnLst/>
              <a:rect l="0" t="0" r="0" b="0"/>
              <a:pathLst>
                <a:path w="26029" h="39627">
                  <a:moveTo>
                    <a:pt x="26029" y="0"/>
                  </a:moveTo>
                  <a:lnTo>
                    <a:pt x="0" y="3962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52180" name="Candidate_receptor__2498">
              <a:extLst>
                <a:ext uri="{FF2B5EF4-FFF2-40B4-BE49-F238E27FC236}">
                  <a16:creationId xmlns:a16="http://schemas.microsoft.com/office/drawing/2014/main" id="{D2094AC3-B120-21A2-CED8-7FB014CA4FD6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284145"/>
              <a:ext cx="95380" cy="37657"/>
            </a:xfrm>
            <a:custGeom>
              <a:avLst/>
              <a:gdLst/>
              <a:ahLst/>
              <a:cxnLst/>
              <a:rect l="0" t="0" r="0" b="0"/>
              <a:pathLst>
                <a:path w="95380" h="37657">
                  <a:moveTo>
                    <a:pt x="95380" y="0"/>
                  </a:moveTo>
                  <a:lnTo>
                    <a:pt x="0" y="37657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81" name="Candidate_receptor__2499">
              <a:extLst>
                <a:ext uri="{FF2B5EF4-FFF2-40B4-BE49-F238E27FC236}">
                  <a16:creationId xmlns:a16="http://schemas.microsoft.com/office/drawing/2014/main" id="{F78F2DD1-1616-57EB-B97E-D4C209222951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58214"/>
              <a:ext cx="3276" cy="13420"/>
            </a:xfrm>
            <a:custGeom>
              <a:avLst/>
              <a:gdLst/>
              <a:ahLst/>
              <a:cxnLst/>
              <a:rect l="0" t="0" r="0" b="0"/>
              <a:pathLst>
                <a:path w="3276" h="13420">
                  <a:moveTo>
                    <a:pt x="3276" y="0"/>
                  </a:moveTo>
                  <a:lnTo>
                    <a:pt x="0" y="13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82" name="Candidate_receptor__2500">
              <a:extLst>
                <a:ext uri="{FF2B5EF4-FFF2-40B4-BE49-F238E27FC236}">
                  <a16:creationId xmlns:a16="http://schemas.microsoft.com/office/drawing/2014/main" id="{4192BE90-A4D1-1847-9A6C-F997C546DE36}"/>
                </a:ext>
              </a:extLst>
            </p:cNvPr>
            <p:cNvSpPr>
              <a:spLocks noGrp="1"/>
            </p:cNvSpPr>
            <p:nvPr/>
          </p:nvSpPr>
          <p:spPr>
            <a:xfrm>
              <a:off x="6609702" y="4635785"/>
              <a:ext cx="99353" cy="44657"/>
            </a:xfrm>
            <a:custGeom>
              <a:avLst/>
              <a:gdLst/>
              <a:ahLst/>
              <a:cxnLst/>
              <a:rect l="0" t="0" r="0" b="0"/>
              <a:pathLst>
                <a:path w="99353" h="44657">
                  <a:moveTo>
                    <a:pt x="0" y="0"/>
                  </a:moveTo>
                  <a:lnTo>
                    <a:pt x="99353" y="4465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52183" name="Candidate_receptor__2501">
              <a:extLst>
                <a:ext uri="{FF2B5EF4-FFF2-40B4-BE49-F238E27FC236}">
                  <a16:creationId xmlns:a16="http://schemas.microsoft.com/office/drawing/2014/main" id="{3E132E3E-9D33-1FB5-19E7-6CB6617F111C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4012613"/>
              <a:ext cx="94291" cy="18385"/>
            </a:xfrm>
            <a:custGeom>
              <a:avLst/>
              <a:gdLst/>
              <a:ahLst/>
              <a:cxnLst/>
              <a:rect l="0" t="0" r="0" b="0"/>
              <a:pathLst>
                <a:path w="94291" h="18385">
                  <a:moveTo>
                    <a:pt x="0" y="0"/>
                  </a:moveTo>
                  <a:lnTo>
                    <a:pt x="94291" y="18385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84" name="Candidate_receptor__2502">
              <a:extLst>
                <a:ext uri="{FF2B5EF4-FFF2-40B4-BE49-F238E27FC236}">
                  <a16:creationId xmlns:a16="http://schemas.microsoft.com/office/drawing/2014/main" id="{66057947-F218-4B18-8BC1-4415BE960563}"/>
                </a:ext>
              </a:extLst>
            </p:cNvPr>
            <p:cNvSpPr>
              <a:spLocks noGrp="1"/>
            </p:cNvSpPr>
            <p:nvPr/>
          </p:nvSpPr>
          <p:spPr>
            <a:xfrm>
              <a:off x="5670535" y="3220858"/>
              <a:ext cx="99075" cy="17243"/>
            </a:xfrm>
            <a:custGeom>
              <a:avLst/>
              <a:gdLst/>
              <a:ahLst/>
              <a:cxnLst/>
              <a:rect l="0" t="0" r="0" b="0"/>
              <a:pathLst>
                <a:path w="99075" h="17243">
                  <a:moveTo>
                    <a:pt x="99075" y="0"/>
                  </a:moveTo>
                  <a:lnTo>
                    <a:pt x="0" y="1724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52185" name="Candidate_receptor__2503">
              <a:extLst>
                <a:ext uri="{FF2B5EF4-FFF2-40B4-BE49-F238E27FC236}">
                  <a16:creationId xmlns:a16="http://schemas.microsoft.com/office/drawing/2014/main" id="{A3DC1AC6-8139-0459-B32E-8204B6E39CE9}"/>
                </a:ext>
              </a:extLst>
            </p:cNvPr>
            <p:cNvSpPr>
              <a:spLocks noGrp="1"/>
            </p:cNvSpPr>
            <p:nvPr/>
          </p:nvSpPr>
          <p:spPr>
            <a:xfrm>
              <a:off x="4567989" y="4430393"/>
              <a:ext cx="108735" cy="36795"/>
            </a:xfrm>
            <a:custGeom>
              <a:avLst/>
              <a:gdLst/>
              <a:ahLst/>
              <a:cxnLst/>
              <a:rect l="0" t="0" r="0" b="0"/>
              <a:pathLst>
                <a:path w="108735" h="36795">
                  <a:moveTo>
                    <a:pt x="0" y="36795"/>
                  </a:moveTo>
                  <a:lnTo>
                    <a:pt x="10873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86" name="Candidate_receptor__2504">
              <a:extLst>
                <a:ext uri="{FF2B5EF4-FFF2-40B4-BE49-F238E27FC236}">
                  <a16:creationId xmlns:a16="http://schemas.microsoft.com/office/drawing/2014/main" id="{00895A62-83A5-4B19-AB6E-E7C021B9A0AF}"/>
                </a:ext>
              </a:extLst>
            </p:cNvPr>
            <p:cNvSpPr>
              <a:spLocks noGrp="1"/>
            </p:cNvSpPr>
            <p:nvPr/>
          </p:nvSpPr>
          <p:spPr>
            <a:xfrm>
              <a:off x="5621087" y="5200531"/>
              <a:ext cx="41611" cy="26241"/>
            </a:xfrm>
            <a:custGeom>
              <a:avLst/>
              <a:gdLst/>
              <a:ahLst/>
              <a:cxnLst/>
              <a:rect l="0" t="0" r="0" b="0"/>
              <a:pathLst>
                <a:path w="41611" h="26241">
                  <a:moveTo>
                    <a:pt x="41611" y="0"/>
                  </a:moveTo>
                  <a:lnTo>
                    <a:pt x="0" y="2624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87" name="Candidate_receptor__2505">
              <a:extLst>
                <a:ext uri="{FF2B5EF4-FFF2-40B4-BE49-F238E27FC236}">
                  <a16:creationId xmlns:a16="http://schemas.microsoft.com/office/drawing/2014/main" id="{6E5A077F-AE5F-BE2F-A23A-42E5F1584CEE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565206"/>
              <a:ext cx="52698" cy="14445"/>
            </a:xfrm>
            <a:custGeom>
              <a:avLst/>
              <a:gdLst/>
              <a:ahLst/>
              <a:cxnLst/>
              <a:rect l="0" t="0" r="0" b="0"/>
              <a:pathLst>
                <a:path w="52698" h="14445">
                  <a:moveTo>
                    <a:pt x="0" y="14445"/>
                  </a:moveTo>
                  <a:lnTo>
                    <a:pt x="52698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88" name="Candidate_receptor__2506">
              <a:extLst>
                <a:ext uri="{FF2B5EF4-FFF2-40B4-BE49-F238E27FC236}">
                  <a16:creationId xmlns:a16="http://schemas.microsoft.com/office/drawing/2014/main" id="{BDAC5A74-3B9A-812C-18BC-669950FFF13C}"/>
                </a:ext>
              </a:extLst>
            </p:cNvPr>
            <p:cNvSpPr>
              <a:spLocks noGrp="1"/>
            </p:cNvSpPr>
            <p:nvPr/>
          </p:nvSpPr>
          <p:spPr>
            <a:xfrm>
              <a:off x="5489986" y="5089797"/>
              <a:ext cx="67215" cy="91111"/>
            </a:xfrm>
            <a:custGeom>
              <a:avLst/>
              <a:gdLst/>
              <a:ahLst/>
              <a:cxnLst/>
              <a:rect l="0" t="0" r="0" b="0"/>
              <a:pathLst>
                <a:path w="67215" h="91111">
                  <a:moveTo>
                    <a:pt x="67215" y="0"/>
                  </a:moveTo>
                  <a:lnTo>
                    <a:pt x="0" y="911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89" name="Candidate_receptor__2507">
              <a:extLst>
                <a:ext uri="{FF2B5EF4-FFF2-40B4-BE49-F238E27FC236}">
                  <a16:creationId xmlns:a16="http://schemas.microsoft.com/office/drawing/2014/main" id="{61509981-E057-A6A0-E596-A24629E3E6FA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03521"/>
              <a:ext cx="26125" cy="65149"/>
            </a:xfrm>
            <a:custGeom>
              <a:avLst/>
              <a:gdLst/>
              <a:ahLst/>
              <a:cxnLst/>
              <a:rect l="0" t="0" r="0" b="0"/>
              <a:pathLst>
                <a:path w="26125" h="65149">
                  <a:moveTo>
                    <a:pt x="26125" y="0"/>
                  </a:moveTo>
                  <a:lnTo>
                    <a:pt x="0" y="65149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52190" name="Candidate_receptor__2508">
              <a:extLst>
                <a:ext uri="{FF2B5EF4-FFF2-40B4-BE49-F238E27FC236}">
                  <a16:creationId xmlns:a16="http://schemas.microsoft.com/office/drawing/2014/main" id="{C2D3536E-8694-5C2E-064A-A1C67586B869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56443"/>
              <a:ext cx="63699" cy="53583"/>
            </a:xfrm>
            <a:custGeom>
              <a:avLst/>
              <a:gdLst/>
              <a:ahLst/>
              <a:cxnLst/>
              <a:rect l="0" t="0" r="0" b="0"/>
              <a:pathLst>
                <a:path w="63699" h="53583">
                  <a:moveTo>
                    <a:pt x="0" y="53583"/>
                  </a:moveTo>
                  <a:lnTo>
                    <a:pt x="63699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91" name="Candidate_receptor__2509">
              <a:extLst>
                <a:ext uri="{FF2B5EF4-FFF2-40B4-BE49-F238E27FC236}">
                  <a16:creationId xmlns:a16="http://schemas.microsoft.com/office/drawing/2014/main" id="{896622B4-AD1B-167B-1F0A-8D7D88134526}"/>
                </a:ext>
              </a:extLst>
            </p:cNvPr>
            <p:cNvSpPr>
              <a:spLocks noGrp="1"/>
            </p:cNvSpPr>
            <p:nvPr/>
          </p:nvSpPr>
          <p:spPr>
            <a:xfrm>
              <a:off x="6089031" y="4030997"/>
              <a:ext cx="46521" cy="67884"/>
            </a:xfrm>
            <a:custGeom>
              <a:avLst/>
              <a:gdLst/>
              <a:ahLst/>
              <a:cxnLst/>
              <a:rect l="0" t="0" r="0" b="0"/>
              <a:pathLst>
                <a:path w="46521" h="67884">
                  <a:moveTo>
                    <a:pt x="0" y="0"/>
                  </a:moveTo>
                  <a:lnTo>
                    <a:pt x="46521" y="6788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92" name="Candidate_receptor__2510">
              <a:extLst>
                <a:ext uri="{FF2B5EF4-FFF2-40B4-BE49-F238E27FC236}">
                  <a16:creationId xmlns:a16="http://schemas.microsoft.com/office/drawing/2014/main" id="{708AAB4F-7CF5-5FE0-E0D2-66527B548ADB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95218"/>
              <a:ext cx="17442" cy="58323"/>
            </a:xfrm>
            <a:custGeom>
              <a:avLst/>
              <a:gdLst/>
              <a:ahLst/>
              <a:cxnLst/>
              <a:rect l="0" t="0" r="0" b="0"/>
              <a:pathLst>
                <a:path w="17442" h="58323">
                  <a:moveTo>
                    <a:pt x="0" y="58323"/>
                  </a:moveTo>
                  <a:lnTo>
                    <a:pt x="1744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93" name="Candidate_receptor__2511">
              <a:extLst>
                <a:ext uri="{FF2B5EF4-FFF2-40B4-BE49-F238E27FC236}">
                  <a16:creationId xmlns:a16="http://schemas.microsoft.com/office/drawing/2014/main" id="{87DC884C-E0E6-0224-22F7-2AFDEBCBD2C5}"/>
                </a:ext>
              </a:extLst>
            </p:cNvPr>
            <p:cNvSpPr>
              <a:spLocks noGrp="1"/>
            </p:cNvSpPr>
            <p:nvPr/>
          </p:nvSpPr>
          <p:spPr>
            <a:xfrm>
              <a:off x="6330512" y="3847054"/>
              <a:ext cx="86168" cy="76636"/>
            </a:xfrm>
            <a:custGeom>
              <a:avLst/>
              <a:gdLst/>
              <a:ahLst/>
              <a:cxnLst/>
              <a:rect l="0" t="0" r="0" b="0"/>
              <a:pathLst>
                <a:path w="86168" h="76636">
                  <a:moveTo>
                    <a:pt x="86168" y="766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94" name="Candidate_receptor__2512">
              <a:extLst>
                <a:ext uri="{FF2B5EF4-FFF2-40B4-BE49-F238E27FC236}">
                  <a16:creationId xmlns:a16="http://schemas.microsoft.com/office/drawing/2014/main" id="{6709CED3-5EA7-E5B6-2068-190B615CB45A}"/>
                </a:ext>
              </a:extLst>
            </p:cNvPr>
            <p:cNvSpPr>
              <a:spLocks noGrp="1"/>
            </p:cNvSpPr>
            <p:nvPr/>
          </p:nvSpPr>
          <p:spPr>
            <a:xfrm>
              <a:off x="5345262" y="5450814"/>
              <a:ext cx="30183" cy="72914"/>
            </a:xfrm>
            <a:custGeom>
              <a:avLst/>
              <a:gdLst/>
              <a:ahLst/>
              <a:cxnLst/>
              <a:rect l="0" t="0" r="0" b="0"/>
              <a:pathLst>
                <a:path w="30183" h="72914">
                  <a:moveTo>
                    <a:pt x="30183" y="729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52195" name="Candidate_receptor__2513">
              <a:extLst>
                <a:ext uri="{FF2B5EF4-FFF2-40B4-BE49-F238E27FC236}">
                  <a16:creationId xmlns:a16="http://schemas.microsoft.com/office/drawing/2014/main" id="{A6052C8F-72EB-DA77-633A-C272AAADDEAF}"/>
                </a:ext>
              </a:extLst>
            </p:cNvPr>
            <p:cNvSpPr>
              <a:spLocks noGrp="1"/>
            </p:cNvSpPr>
            <p:nvPr/>
          </p:nvSpPr>
          <p:spPr>
            <a:xfrm>
              <a:off x="5358152" y="4767595"/>
              <a:ext cx="21937" cy="108871"/>
            </a:xfrm>
            <a:custGeom>
              <a:avLst/>
              <a:gdLst/>
              <a:ahLst/>
              <a:cxnLst/>
              <a:rect l="0" t="0" r="0" b="0"/>
              <a:pathLst>
                <a:path w="21937" h="108871">
                  <a:moveTo>
                    <a:pt x="0" y="0"/>
                  </a:moveTo>
                  <a:lnTo>
                    <a:pt x="21937" y="10887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96" name="Candidate_receptor__2514">
              <a:extLst>
                <a:ext uri="{FF2B5EF4-FFF2-40B4-BE49-F238E27FC236}">
                  <a16:creationId xmlns:a16="http://schemas.microsoft.com/office/drawing/2014/main" id="{CE33AC88-2C26-F3DD-4036-88DBB805F63C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113837" cy="11934"/>
            </a:xfrm>
            <a:custGeom>
              <a:avLst/>
              <a:gdLst/>
              <a:ahLst/>
              <a:cxnLst/>
              <a:rect l="0" t="0" r="0" b="0"/>
              <a:pathLst>
                <a:path w="113837" h="11934">
                  <a:moveTo>
                    <a:pt x="113837" y="119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97" name="Candidate_receptor__2515">
              <a:extLst>
                <a:ext uri="{FF2B5EF4-FFF2-40B4-BE49-F238E27FC236}">
                  <a16:creationId xmlns:a16="http://schemas.microsoft.com/office/drawing/2014/main" id="{FEE2F26D-A976-18D0-147F-68A522BAE311}"/>
                </a:ext>
              </a:extLst>
            </p:cNvPr>
            <p:cNvSpPr>
              <a:spLocks noGrp="1"/>
            </p:cNvSpPr>
            <p:nvPr/>
          </p:nvSpPr>
          <p:spPr>
            <a:xfrm>
              <a:off x="5157208" y="5360242"/>
              <a:ext cx="2229" cy="96202"/>
            </a:xfrm>
            <a:custGeom>
              <a:avLst/>
              <a:gdLst/>
              <a:ahLst/>
              <a:cxnLst/>
              <a:rect l="0" t="0" r="0" b="0"/>
              <a:pathLst>
                <a:path w="2229" h="96202">
                  <a:moveTo>
                    <a:pt x="2229" y="96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98" name="Candidate_receptor__2516">
              <a:extLst>
                <a:ext uri="{FF2B5EF4-FFF2-40B4-BE49-F238E27FC236}">
                  <a16:creationId xmlns:a16="http://schemas.microsoft.com/office/drawing/2014/main" id="{877B06B1-47A6-AA2A-7AE7-674DEB7B4871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46912"/>
              <a:ext cx="26694" cy="61103"/>
            </a:xfrm>
            <a:custGeom>
              <a:avLst/>
              <a:gdLst/>
              <a:ahLst/>
              <a:cxnLst/>
              <a:rect l="0" t="0" r="0" b="0"/>
              <a:pathLst>
                <a:path w="26694" h="61103">
                  <a:moveTo>
                    <a:pt x="26694" y="0"/>
                  </a:moveTo>
                  <a:lnTo>
                    <a:pt x="0" y="61103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99" name="Candidate_receptor__2517">
              <a:extLst>
                <a:ext uri="{FF2B5EF4-FFF2-40B4-BE49-F238E27FC236}">
                  <a16:creationId xmlns:a16="http://schemas.microsoft.com/office/drawing/2014/main" id="{16E62050-A67E-CC68-6D20-F805542E4211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83498"/>
              <a:ext cx="91775" cy="24420"/>
            </a:xfrm>
            <a:custGeom>
              <a:avLst/>
              <a:gdLst/>
              <a:ahLst/>
              <a:cxnLst/>
              <a:rect l="0" t="0" r="0" b="0"/>
              <a:pathLst>
                <a:path w="91775" h="24420">
                  <a:moveTo>
                    <a:pt x="0" y="0"/>
                  </a:moveTo>
                  <a:lnTo>
                    <a:pt x="91775" y="24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200" name="Candidate_receptor__2518">
              <a:extLst>
                <a:ext uri="{FF2B5EF4-FFF2-40B4-BE49-F238E27FC236}">
                  <a16:creationId xmlns:a16="http://schemas.microsoft.com/office/drawing/2014/main" id="{91DBA496-96A5-1FCE-8EC4-3FE076D7C101}"/>
                </a:ext>
              </a:extLst>
            </p:cNvPr>
            <p:cNvSpPr>
              <a:spLocks noGrp="1"/>
            </p:cNvSpPr>
            <p:nvPr/>
          </p:nvSpPr>
          <p:spPr>
            <a:xfrm>
              <a:off x="6517532" y="4635785"/>
              <a:ext cx="92170" cy="69163"/>
            </a:xfrm>
            <a:custGeom>
              <a:avLst/>
              <a:gdLst/>
              <a:ahLst/>
              <a:cxnLst/>
              <a:rect l="0" t="0" r="0" b="0"/>
              <a:pathLst>
                <a:path w="92170" h="69163">
                  <a:moveTo>
                    <a:pt x="0" y="69163"/>
                  </a:moveTo>
                  <a:lnTo>
                    <a:pt x="9217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52201" name="Candidate_receptor__2519">
              <a:extLst>
                <a:ext uri="{FF2B5EF4-FFF2-40B4-BE49-F238E27FC236}">
                  <a16:creationId xmlns:a16="http://schemas.microsoft.com/office/drawing/2014/main" id="{34F8F6D3-199C-9286-34D9-53383EEB499D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635056"/>
              <a:ext cx="71312" cy="27264"/>
            </a:xfrm>
            <a:custGeom>
              <a:avLst/>
              <a:gdLst/>
              <a:ahLst/>
              <a:cxnLst/>
              <a:rect l="0" t="0" r="0" b="0"/>
              <a:pathLst>
                <a:path w="71312" h="27264">
                  <a:moveTo>
                    <a:pt x="0" y="27264"/>
                  </a:moveTo>
                  <a:lnTo>
                    <a:pt x="713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202" name="Candidate_receptor__2520">
              <a:extLst>
                <a:ext uri="{FF2B5EF4-FFF2-40B4-BE49-F238E27FC236}">
                  <a16:creationId xmlns:a16="http://schemas.microsoft.com/office/drawing/2014/main" id="{DAD6A0A7-1A19-026D-1B9D-B07FBD048F27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347427"/>
              <a:ext cx="44150" cy="21453"/>
            </a:xfrm>
            <a:custGeom>
              <a:avLst/>
              <a:gdLst/>
              <a:ahLst/>
              <a:cxnLst/>
              <a:rect l="0" t="0" r="0" b="0"/>
              <a:pathLst>
                <a:path w="44150" h="21453">
                  <a:moveTo>
                    <a:pt x="0" y="0"/>
                  </a:moveTo>
                  <a:lnTo>
                    <a:pt x="44150" y="2145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52203" name="Candidate_receptor__2521">
              <a:extLst>
                <a:ext uri="{FF2B5EF4-FFF2-40B4-BE49-F238E27FC236}">
                  <a16:creationId xmlns:a16="http://schemas.microsoft.com/office/drawing/2014/main" id="{93AE74B7-5812-DC47-00E7-D83B86ABA303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7282"/>
              <a:ext cx="74145" cy="40855"/>
            </a:xfrm>
            <a:custGeom>
              <a:avLst/>
              <a:gdLst/>
              <a:ahLst/>
              <a:cxnLst/>
              <a:rect l="0" t="0" r="0" b="0"/>
              <a:pathLst>
                <a:path w="74145" h="40855">
                  <a:moveTo>
                    <a:pt x="0" y="40855"/>
                  </a:moveTo>
                  <a:lnTo>
                    <a:pt x="7414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204" name="Candidate_receptor__2522">
              <a:extLst>
                <a:ext uri="{FF2B5EF4-FFF2-40B4-BE49-F238E27FC236}">
                  <a16:creationId xmlns:a16="http://schemas.microsoft.com/office/drawing/2014/main" id="{DE17D0B2-750E-B8F3-2725-247EDD71E9C3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58496"/>
              <a:ext cx="17481" cy="29414"/>
            </a:xfrm>
            <a:custGeom>
              <a:avLst/>
              <a:gdLst/>
              <a:ahLst/>
              <a:cxnLst/>
              <a:rect l="0" t="0" r="0" b="0"/>
              <a:pathLst>
                <a:path w="17481" h="29414">
                  <a:moveTo>
                    <a:pt x="17481" y="0"/>
                  </a:moveTo>
                  <a:lnTo>
                    <a:pt x="0" y="2941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205" name="Candidate_receptor__2523">
              <a:extLst>
                <a:ext uri="{FF2B5EF4-FFF2-40B4-BE49-F238E27FC236}">
                  <a16:creationId xmlns:a16="http://schemas.microsoft.com/office/drawing/2014/main" id="{0C458744-29AA-F935-82E2-EE074303156C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68670"/>
              <a:ext cx="41095" cy="98518"/>
            </a:xfrm>
            <a:custGeom>
              <a:avLst/>
              <a:gdLst/>
              <a:ahLst/>
              <a:cxnLst/>
              <a:rect l="0" t="0" r="0" b="0"/>
              <a:pathLst>
                <a:path w="41095" h="98518">
                  <a:moveTo>
                    <a:pt x="0" y="0"/>
                  </a:moveTo>
                  <a:lnTo>
                    <a:pt x="41095" y="9851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206" name="Candidate_receptor__2524">
              <a:extLst>
                <a:ext uri="{FF2B5EF4-FFF2-40B4-BE49-F238E27FC236}">
                  <a16:creationId xmlns:a16="http://schemas.microsoft.com/office/drawing/2014/main" id="{5ED26935-A942-DE33-F923-33D3EB150C7A}"/>
                </a:ext>
              </a:extLst>
            </p:cNvPr>
            <p:cNvSpPr>
              <a:spLocks noGrp="1"/>
            </p:cNvSpPr>
            <p:nvPr/>
          </p:nvSpPr>
          <p:spPr>
            <a:xfrm>
              <a:off x="6350068" y="3923690"/>
              <a:ext cx="66612" cy="84228"/>
            </a:xfrm>
            <a:custGeom>
              <a:avLst/>
              <a:gdLst/>
              <a:ahLst/>
              <a:cxnLst/>
              <a:rect l="0" t="0" r="0" b="0"/>
              <a:pathLst>
                <a:path w="66612" h="84228">
                  <a:moveTo>
                    <a:pt x="0" y="84228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207" name="Candidate_receptor__2525">
              <a:extLst>
                <a:ext uri="{FF2B5EF4-FFF2-40B4-BE49-F238E27FC236}">
                  <a16:creationId xmlns:a16="http://schemas.microsoft.com/office/drawing/2014/main" id="{BFA90CE4-D447-056A-590C-539987E229B1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080366"/>
              <a:ext cx="19364" cy="78053"/>
            </a:xfrm>
            <a:custGeom>
              <a:avLst/>
              <a:gdLst/>
              <a:ahLst/>
              <a:cxnLst/>
              <a:rect l="0" t="0" r="0" b="0"/>
              <a:pathLst>
                <a:path w="19364" h="78053">
                  <a:moveTo>
                    <a:pt x="0" y="78053"/>
                  </a:moveTo>
                  <a:lnTo>
                    <a:pt x="19364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52208" name="Candidate_receptor__2526">
              <a:extLst>
                <a:ext uri="{FF2B5EF4-FFF2-40B4-BE49-F238E27FC236}">
                  <a16:creationId xmlns:a16="http://schemas.microsoft.com/office/drawing/2014/main" id="{2DD06EE9-7636-65E6-689F-C1B6F4F5AA00}"/>
                </a:ext>
              </a:extLst>
            </p:cNvPr>
            <p:cNvSpPr>
              <a:spLocks noGrp="1"/>
            </p:cNvSpPr>
            <p:nvPr/>
          </p:nvSpPr>
          <p:spPr>
            <a:xfrm>
              <a:off x="6026877" y="3860185"/>
              <a:ext cx="96058" cy="55911"/>
            </a:xfrm>
            <a:custGeom>
              <a:avLst/>
              <a:gdLst/>
              <a:ahLst/>
              <a:cxnLst/>
              <a:rect l="0" t="0" r="0" b="0"/>
              <a:pathLst>
                <a:path w="96058" h="55911">
                  <a:moveTo>
                    <a:pt x="0" y="0"/>
                  </a:moveTo>
                  <a:lnTo>
                    <a:pt x="96058" y="559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209" name="Candidate_receptor__2527">
              <a:extLst>
                <a:ext uri="{FF2B5EF4-FFF2-40B4-BE49-F238E27FC236}">
                  <a16:creationId xmlns:a16="http://schemas.microsoft.com/office/drawing/2014/main" id="{80C26471-7EB1-3AFD-ADA4-8FDB3ECD1085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85794"/>
              <a:ext cx="24609" cy="15306"/>
            </a:xfrm>
            <a:custGeom>
              <a:avLst/>
              <a:gdLst/>
              <a:ahLst/>
              <a:cxnLst/>
              <a:rect l="0" t="0" r="0" b="0"/>
              <a:pathLst>
                <a:path w="24609" h="15306">
                  <a:moveTo>
                    <a:pt x="0" y="0"/>
                  </a:moveTo>
                  <a:lnTo>
                    <a:pt x="24609" y="1530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0" name="Candidate_receptor__2528">
              <a:extLst>
                <a:ext uri="{FF2B5EF4-FFF2-40B4-BE49-F238E27FC236}">
                  <a16:creationId xmlns:a16="http://schemas.microsoft.com/office/drawing/2014/main" id="{E212E2E2-0AE2-DC35-EFF3-E597DB7474AE}"/>
                </a:ext>
              </a:extLst>
            </p:cNvPr>
            <p:cNvSpPr>
              <a:spLocks noGrp="1"/>
            </p:cNvSpPr>
            <p:nvPr/>
          </p:nvSpPr>
          <p:spPr>
            <a:xfrm>
              <a:off x="5712339" y="4255881"/>
              <a:ext cx="3906" cy="101401"/>
            </a:xfrm>
            <a:custGeom>
              <a:avLst/>
              <a:gdLst/>
              <a:ahLst/>
              <a:cxnLst/>
              <a:rect l="0" t="0" r="0" b="0"/>
              <a:pathLst>
                <a:path w="3906" h="101401">
                  <a:moveTo>
                    <a:pt x="0" y="101401"/>
                  </a:moveTo>
                  <a:lnTo>
                    <a:pt x="39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1" name="Candidate_receptor__2529">
              <a:extLst>
                <a:ext uri="{FF2B5EF4-FFF2-40B4-BE49-F238E27FC236}">
                  <a16:creationId xmlns:a16="http://schemas.microsoft.com/office/drawing/2014/main" id="{3EB24BBC-B60D-F5E5-CF12-7A584F649F81}"/>
                </a:ext>
              </a:extLst>
            </p:cNvPr>
            <p:cNvSpPr>
              <a:spLocks noGrp="1"/>
            </p:cNvSpPr>
            <p:nvPr/>
          </p:nvSpPr>
          <p:spPr>
            <a:xfrm>
              <a:off x="4806145" y="4548532"/>
              <a:ext cx="16711" cy="98380"/>
            </a:xfrm>
            <a:custGeom>
              <a:avLst/>
              <a:gdLst/>
              <a:ahLst/>
              <a:cxnLst/>
              <a:rect l="0" t="0" r="0" b="0"/>
              <a:pathLst>
                <a:path w="16711" h="98380">
                  <a:moveTo>
                    <a:pt x="16711" y="0"/>
                  </a:moveTo>
                  <a:lnTo>
                    <a:pt x="0" y="9838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2" name="Candidate_receptor__2530">
              <a:extLst>
                <a:ext uri="{FF2B5EF4-FFF2-40B4-BE49-F238E27FC236}">
                  <a16:creationId xmlns:a16="http://schemas.microsoft.com/office/drawing/2014/main" id="{1158916D-89AE-85AD-FC02-B531574F7837}"/>
                </a:ext>
              </a:extLst>
            </p:cNvPr>
            <p:cNvSpPr>
              <a:spLocks noGrp="1"/>
            </p:cNvSpPr>
            <p:nvPr/>
          </p:nvSpPr>
          <p:spPr>
            <a:xfrm>
              <a:off x="5320897" y="5073108"/>
              <a:ext cx="56560" cy="65492"/>
            </a:xfrm>
            <a:custGeom>
              <a:avLst/>
              <a:gdLst/>
              <a:ahLst/>
              <a:cxnLst/>
              <a:rect l="0" t="0" r="0" b="0"/>
              <a:pathLst>
                <a:path w="56560" h="65492">
                  <a:moveTo>
                    <a:pt x="56560" y="0"/>
                  </a:moveTo>
                  <a:lnTo>
                    <a:pt x="0" y="6549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3" name="Candidate_receptor__2531">
              <a:extLst>
                <a:ext uri="{FF2B5EF4-FFF2-40B4-BE49-F238E27FC236}">
                  <a16:creationId xmlns:a16="http://schemas.microsoft.com/office/drawing/2014/main" id="{3F4C5E36-524E-ACF9-5FCC-7D24C5AB5AB0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607784"/>
              <a:ext cx="112545" cy="24067"/>
            </a:xfrm>
            <a:custGeom>
              <a:avLst/>
              <a:gdLst/>
              <a:ahLst/>
              <a:cxnLst/>
              <a:rect l="0" t="0" r="0" b="0"/>
              <a:pathLst>
                <a:path w="112545" h="24067">
                  <a:moveTo>
                    <a:pt x="112545" y="24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4" name="Candidate_receptor__2532">
              <a:extLst>
                <a:ext uri="{FF2B5EF4-FFF2-40B4-BE49-F238E27FC236}">
                  <a16:creationId xmlns:a16="http://schemas.microsoft.com/office/drawing/2014/main" id="{6F83B7A6-92EB-F955-86B7-E0A8B199689C}"/>
                </a:ext>
              </a:extLst>
            </p:cNvPr>
            <p:cNvSpPr>
              <a:spLocks noGrp="1"/>
            </p:cNvSpPr>
            <p:nvPr/>
          </p:nvSpPr>
          <p:spPr>
            <a:xfrm>
              <a:off x="5802104" y="4734803"/>
              <a:ext cx="25504" cy="73583"/>
            </a:xfrm>
            <a:custGeom>
              <a:avLst/>
              <a:gdLst/>
              <a:ahLst/>
              <a:cxnLst/>
              <a:rect l="0" t="0" r="0" b="0"/>
              <a:pathLst>
                <a:path w="25504" h="73583">
                  <a:moveTo>
                    <a:pt x="25504" y="735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5" name="Candidate_receptor__2533">
              <a:extLst>
                <a:ext uri="{FF2B5EF4-FFF2-40B4-BE49-F238E27FC236}">
                  <a16:creationId xmlns:a16="http://schemas.microsoft.com/office/drawing/2014/main" id="{E950D609-F24B-484E-EAD6-895803FD7A4A}"/>
                </a:ext>
              </a:extLst>
            </p:cNvPr>
            <p:cNvSpPr>
              <a:spLocks noGrp="1"/>
            </p:cNvSpPr>
            <p:nvPr/>
          </p:nvSpPr>
          <p:spPr>
            <a:xfrm>
              <a:off x="5377458" y="5033582"/>
              <a:ext cx="73113" cy="39527"/>
            </a:xfrm>
            <a:custGeom>
              <a:avLst/>
              <a:gdLst/>
              <a:ahLst/>
              <a:cxnLst/>
              <a:rect l="0" t="0" r="0" b="0"/>
              <a:pathLst>
                <a:path w="73113" h="39527">
                  <a:moveTo>
                    <a:pt x="73113" y="0"/>
                  </a:moveTo>
                  <a:lnTo>
                    <a:pt x="0" y="39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6" name="Candidate_receptor__2534">
              <a:extLst>
                <a:ext uri="{FF2B5EF4-FFF2-40B4-BE49-F238E27FC236}">
                  <a16:creationId xmlns:a16="http://schemas.microsoft.com/office/drawing/2014/main" id="{B578901B-71F0-607D-3013-FE5058F67FF5}"/>
                </a:ext>
              </a:extLst>
            </p:cNvPr>
            <p:cNvSpPr>
              <a:spLocks noGrp="1"/>
            </p:cNvSpPr>
            <p:nvPr/>
          </p:nvSpPr>
          <p:spPr>
            <a:xfrm>
              <a:off x="5557201" y="5089797"/>
              <a:ext cx="60100" cy="26711"/>
            </a:xfrm>
            <a:custGeom>
              <a:avLst/>
              <a:gdLst/>
              <a:ahLst/>
              <a:cxnLst/>
              <a:rect l="0" t="0" r="0" b="0"/>
              <a:pathLst>
                <a:path w="60100" h="26711">
                  <a:moveTo>
                    <a:pt x="60100" y="267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7" name="Candidate_receptor__2535">
              <a:extLst>
                <a:ext uri="{FF2B5EF4-FFF2-40B4-BE49-F238E27FC236}">
                  <a16:creationId xmlns:a16="http://schemas.microsoft.com/office/drawing/2014/main" id="{30119B7A-0811-C00F-7802-EB55694F85E5}"/>
                </a:ext>
              </a:extLst>
            </p:cNvPr>
            <p:cNvSpPr>
              <a:spLocks noGrp="1"/>
            </p:cNvSpPr>
            <p:nvPr/>
          </p:nvSpPr>
          <p:spPr>
            <a:xfrm>
              <a:off x="5764177" y="3780073"/>
              <a:ext cx="104353" cy="24103"/>
            </a:xfrm>
            <a:custGeom>
              <a:avLst/>
              <a:gdLst/>
              <a:ahLst/>
              <a:cxnLst/>
              <a:rect l="0" t="0" r="0" b="0"/>
              <a:pathLst>
                <a:path w="104353" h="24103">
                  <a:moveTo>
                    <a:pt x="104353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8" name="Candidate_receptor__2536">
              <a:extLst>
                <a:ext uri="{FF2B5EF4-FFF2-40B4-BE49-F238E27FC236}">
                  <a16:creationId xmlns:a16="http://schemas.microsoft.com/office/drawing/2014/main" id="{6E4D7B92-49E0-D94B-0A00-BD23F6E14A46}"/>
                </a:ext>
              </a:extLst>
            </p:cNvPr>
            <p:cNvSpPr>
              <a:spLocks noGrp="1"/>
            </p:cNvSpPr>
            <p:nvPr/>
          </p:nvSpPr>
          <p:spPr>
            <a:xfrm>
              <a:off x="4676724" y="4430393"/>
              <a:ext cx="43671" cy="52303"/>
            </a:xfrm>
            <a:custGeom>
              <a:avLst/>
              <a:gdLst/>
              <a:ahLst/>
              <a:cxnLst/>
              <a:rect l="0" t="0" r="0" b="0"/>
              <a:pathLst>
                <a:path w="43671" h="52303">
                  <a:moveTo>
                    <a:pt x="0" y="0"/>
                  </a:moveTo>
                  <a:lnTo>
                    <a:pt x="43671" y="5230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9" name="Candidate_receptor__2537">
              <a:extLst>
                <a:ext uri="{FF2B5EF4-FFF2-40B4-BE49-F238E27FC236}">
                  <a16:creationId xmlns:a16="http://schemas.microsoft.com/office/drawing/2014/main" id="{017DCBD0-B039-C6F6-4044-43CC9375C189}"/>
                </a:ext>
              </a:extLst>
            </p:cNvPr>
            <p:cNvSpPr>
              <a:spLocks noGrp="1"/>
            </p:cNvSpPr>
            <p:nvPr/>
          </p:nvSpPr>
          <p:spPr>
            <a:xfrm>
              <a:off x="4722471" y="2201370"/>
              <a:ext cx="34568" cy="109725"/>
            </a:xfrm>
            <a:custGeom>
              <a:avLst/>
              <a:gdLst/>
              <a:ahLst/>
              <a:cxnLst/>
              <a:rect l="0" t="0" r="0" b="0"/>
              <a:pathLst>
                <a:path w="34568" h="109725">
                  <a:moveTo>
                    <a:pt x="0" y="0"/>
                  </a:moveTo>
                  <a:lnTo>
                    <a:pt x="34568" y="10972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20" name="Candidate_receptor__2538">
              <a:extLst>
                <a:ext uri="{FF2B5EF4-FFF2-40B4-BE49-F238E27FC236}">
                  <a16:creationId xmlns:a16="http://schemas.microsoft.com/office/drawing/2014/main" id="{9B59B626-6B98-EE3F-6D07-CFA61C59542C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96590"/>
              <a:ext cx="112176" cy="18086"/>
            </a:xfrm>
            <a:custGeom>
              <a:avLst/>
              <a:gdLst/>
              <a:ahLst/>
              <a:cxnLst/>
              <a:rect l="0" t="0" r="0" b="0"/>
              <a:pathLst>
                <a:path w="112176" h="18086">
                  <a:moveTo>
                    <a:pt x="112176" y="180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21" name="Candidate_receptor__2539">
              <a:extLst>
                <a:ext uri="{FF2B5EF4-FFF2-40B4-BE49-F238E27FC236}">
                  <a16:creationId xmlns:a16="http://schemas.microsoft.com/office/drawing/2014/main" id="{0BA8E3E9-2AA5-3460-0FFA-7CC185B98EA1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70618"/>
              <a:ext cx="27594" cy="3072"/>
            </a:xfrm>
            <a:custGeom>
              <a:avLst/>
              <a:gdLst/>
              <a:ahLst/>
              <a:cxnLst/>
              <a:rect l="0" t="0" r="0" b="0"/>
              <a:pathLst>
                <a:path w="27594" h="3072">
                  <a:moveTo>
                    <a:pt x="0" y="3072"/>
                  </a:moveTo>
                  <a:lnTo>
                    <a:pt x="275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22" name="Candidate_receptor__2540">
              <a:extLst>
                <a:ext uri="{FF2B5EF4-FFF2-40B4-BE49-F238E27FC236}">
                  <a16:creationId xmlns:a16="http://schemas.microsoft.com/office/drawing/2014/main" id="{1B7BF80C-65C3-B01C-2579-2DE249986954}"/>
                </a:ext>
              </a:extLst>
            </p:cNvPr>
            <p:cNvSpPr>
              <a:spLocks noGrp="1"/>
            </p:cNvSpPr>
            <p:nvPr/>
          </p:nvSpPr>
          <p:spPr>
            <a:xfrm>
              <a:off x="5199227" y="4978485"/>
              <a:ext cx="78966" cy="73707"/>
            </a:xfrm>
            <a:custGeom>
              <a:avLst/>
              <a:gdLst/>
              <a:ahLst/>
              <a:cxnLst/>
              <a:rect l="0" t="0" r="0" b="0"/>
              <a:pathLst>
                <a:path w="78966" h="73707">
                  <a:moveTo>
                    <a:pt x="78966" y="0"/>
                  </a:moveTo>
                  <a:lnTo>
                    <a:pt x="0" y="7370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23" name="Candidate_receptor__2541">
              <a:extLst>
                <a:ext uri="{FF2B5EF4-FFF2-40B4-BE49-F238E27FC236}">
                  <a16:creationId xmlns:a16="http://schemas.microsoft.com/office/drawing/2014/main" id="{509FA9CE-6EE1-334B-A393-6DC2DADDEF4C}"/>
                </a:ext>
              </a:extLst>
            </p:cNvPr>
            <p:cNvSpPr>
              <a:spLocks noGrp="1"/>
            </p:cNvSpPr>
            <p:nvPr/>
          </p:nvSpPr>
          <p:spPr>
            <a:xfrm>
              <a:off x="6037393" y="4098881"/>
              <a:ext cx="98159" cy="59332"/>
            </a:xfrm>
            <a:custGeom>
              <a:avLst/>
              <a:gdLst/>
              <a:ahLst/>
              <a:cxnLst/>
              <a:rect l="0" t="0" r="0" b="0"/>
              <a:pathLst>
                <a:path w="98159" h="59332">
                  <a:moveTo>
                    <a:pt x="98159" y="0"/>
                  </a:moveTo>
                  <a:lnTo>
                    <a:pt x="0" y="5933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24" name="Candidate_receptor__2542">
              <a:extLst>
                <a:ext uri="{FF2B5EF4-FFF2-40B4-BE49-F238E27FC236}">
                  <a16:creationId xmlns:a16="http://schemas.microsoft.com/office/drawing/2014/main" id="{E01B69ED-1B24-F53E-4661-EC88A64C4212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921253"/>
              <a:ext cx="89735" cy="28359"/>
            </a:xfrm>
            <a:custGeom>
              <a:avLst/>
              <a:gdLst/>
              <a:ahLst/>
              <a:cxnLst/>
              <a:rect l="0" t="0" r="0" b="0"/>
              <a:pathLst>
                <a:path w="89735" h="28359">
                  <a:moveTo>
                    <a:pt x="89735" y="283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25" name="Candidate_receptor__2543">
              <a:extLst>
                <a:ext uri="{FF2B5EF4-FFF2-40B4-BE49-F238E27FC236}">
                  <a16:creationId xmlns:a16="http://schemas.microsoft.com/office/drawing/2014/main" id="{A0F6EA75-2C4A-36EC-3B08-6F0A7EA3971D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26496" cy="72253"/>
            </a:xfrm>
            <a:custGeom>
              <a:avLst/>
              <a:gdLst/>
              <a:ahLst/>
              <a:cxnLst/>
              <a:rect l="0" t="0" r="0" b="0"/>
              <a:pathLst>
                <a:path w="26496" h="72253">
                  <a:moveTo>
                    <a:pt x="26496" y="722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26" name="Candidate_receptor__2544">
              <a:extLst>
                <a:ext uri="{FF2B5EF4-FFF2-40B4-BE49-F238E27FC236}">
                  <a16:creationId xmlns:a16="http://schemas.microsoft.com/office/drawing/2014/main" id="{7C0E0F09-DB95-4A29-346E-DE0469B266EB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65165"/>
              <a:ext cx="3468" cy="2454"/>
            </a:xfrm>
            <a:custGeom>
              <a:avLst/>
              <a:gdLst/>
              <a:ahLst/>
              <a:cxnLst/>
              <a:rect l="0" t="0" r="0" b="0"/>
              <a:pathLst>
                <a:path w="3468" h="2454">
                  <a:moveTo>
                    <a:pt x="0" y="2454"/>
                  </a:moveTo>
                  <a:lnTo>
                    <a:pt x="34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27" name="Candidate_receptor__2545">
              <a:extLst>
                <a:ext uri="{FF2B5EF4-FFF2-40B4-BE49-F238E27FC236}">
                  <a16:creationId xmlns:a16="http://schemas.microsoft.com/office/drawing/2014/main" id="{89958FB4-7092-38C5-D49F-D473AB70074E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808386"/>
              <a:ext cx="48138" cy="94257"/>
            </a:xfrm>
            <a:custGeom>
              <a:avLst/>
              <a:gdLst/>
              <a:ahLst/>
              <a:cxnLst/>
              <a:rect l="0" t="0" r="0" b="0"/>
              <a:pathLst>
                <a:path w="48138" h="94257">
                  <a:moveTo>
                    <a:pt x="0" y="94257"/>
                  </a:moveTo>
                  <a:lnTo>
                    <a:pt x="4813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28" name="Candidate_receptor__2546">
              <a:extLst>
                <a:ext uri="{FF2B5EF4-FFF2-40B4-BE49-F238E27FC236}">
                  <a16:creationId xmlns:a16="http://schemas.microsoft.com/office/drawing/2014/main" id="{3D6C8072-9A4A-A544-2DDC-D620B50D9048}"/>
                </a:ext>
              </a:extLst>
            </p:cNvPr>
            <p:cNvSpPr>
              <a:spLocks noGrp="1"/>
            </p:cNvSpPr>
            <p:nvPr/>
          </p:nvSpPr>
          <p:spPr>
            <a:xfrm>
              <a:off x="5889255" y="4261458"/>
              <a:ext cx="104801" cy="14188"/>
            </a:xfrm>
            <a:custGeom>
              <a:avLst/>
              <a:gdLst/>
              <a:ahLst/>
              <a:cxnLst/>
              <a:rect l="0" t="0" r="0" b="0"/>
              <a:pathLst>
                <a:path w="104801" h="14188">
                  <a:moveTo>
                    <a:pt x="104801" y="14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29" name="Candidate_receptor__2547">
              <a:extLst>
                <a:ext uri="{FF2B5EF4-FFF2-40B4-BE49-F238E27FC236}">
                  <a16:creationId xmlns:a16="http://schemas.microsoft.com/office/drawing/2014/main" id="{773E1A29-195C-542B-1E6E-AA9525917301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70121"/>
              <a:ext cx="111339" cy="20961"/>
            </a:xfrm>
            <a:custGeom>
              <a:avLst/>
              <a:gdLst/>
              <a:ahLst/>
              <a:cxnLst/>
              <a:rect l="0" t="0" r="0" b="0"/>
              <a:pathLst>
                <a:path w="111339" h="20961">
                  <a:moveTo>
                    <a:pt x="111339" y="20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30" name="Candidate_receptor__2548">
              <a:extLst>
                <a:ext uri="{FF2B5EF4-FFF2-40B4-BE49-F238E27FC236}">
                  <a16:creationId xmlns:a16="http://schemas.microsoft.com/office/drawing/2014/main" id="{03816936-0D1F-800A-4C77-F0215DDABD64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24842"/>
              <a:ext cx="39274" cy="72157"/>
            </a:xfrm>
            <a:custGeom>
              <a:avLst/>
              <a:gdLst/>
              <a:ahLst/>
              <a:cxnLst/>
              <a:rect l="0" t="0" r="0" b="0"/>
              <a:pathLst>
                <a:path w="39274" h="72157">
                  <a:moveTo>
                    <a:pt x="0" y="72157"/>
                  </a:moveTo>
                  <a:lnTo>
                    <a:pt x="39274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31" name="Candidate_receptor__2549">
              <a:extLst>
                <a:ext uri="{FF2B5EF4-FFF2-40B4-BE49-F238E27FC236}">
                  <a16:creationId xmlns:a16="http://schemas.microsoft.com/office/drawing/2014/main" id="{96F7850F-DEF9-F0D7-89F9-33602CBE157E}"/>
                </a:ext>
              </a:extLst>
            </p:cNvPr>
            <p:cNvSpPr>
              <a:spLocks noGrp="1"/>
            </p:cNvSpPr>
            <p:nvPr/>
          </p:nvSpPr>
          <p:spPr>
            <a:xfrm>
              <a:off x="5023770" y="4937005"/>
              <a:ext cx="80467" cy="81551"/>
            </a:xfrm>
            <a:custGeom>
              <a:avLst/>
              <a:gdLst/>
              <a:ahLst/>
              <a:cxnLst/>
              <a:rect l="0" t="0" r="0" b="0"/>
              <a:pathLst>
                <a:path w="80467" h="81551">
                  <a:moveTo>
                    <a:pt x="80467" y="0"/>
                  </a:moveTo>
                  <a:lnTo>
                    <a:pt x="0" y="8155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32" name="Candidate_receptor__2550">
              <a:extLst>
                <a:ext uri="{FF2B5EF4-FFF2-40B4-BE49-F238E27FC236}">
                  <a16:creationId xmlns:a16="http://schemas.microsoft.com/office/drawing/2014/main" id="{D08A7EDB-6DBB-0D7A-82BA-AC785DE231A6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23750"/>
              <a:ext cx="112910" cy="23245"/>
            </a:xfrm>
            <a:custGeom>
              <a:avLst/>
              <a:gdLst/>
              <a:ahLst/>
              <a:cxnLst/>
              <a:rect l="0" t="0" r="0" b="0"/>
              <a:pathLst>
                <a:path w="112910" h="23245">
                  <a:moveTo>
                    <a:pt x="112910" y="0"/>
                  </a:moveTo>
                  <a:lnTo>
                    <a:pt x="0" y="232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33" name="Candidate_receptor__2551">
              <a:extLst>
                <a:ext uri="{FF2B5EF4-FFF2-40B4-BE49-F238E27FC236}">
                  <a16:creationId xmlns:a16="http://schemas.microsoft.com/office/drawing/2014/main" id="{E613C364-19E0-0930-5AC9-4785674D8C5F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415829"/>
              <a:ext cx="56716" cy="6628"/>
            </a:xfrm>
            <a:custGeom>
              <a:avLst/>
              <a:gdLst/>
              <a:ahLst/>
              <a:cxnLst/>
              <a:rect l="0" t="0" r="0" b="0"/>
              <a:pathLst>
                <a:path w="56716" h="6628">
                  <a:moveTo>
                    <a:pt x="56716" y="0"/>
                  </a:moveTo>
                  <a:lnTo>
                    <a:pt x="0" y="66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34" name="Candidate_receptor__2552">
              <a:extLst>
                <a:ext uri="{FF2B5EF4-FFF2-40B4-BE49-F238E27FC236}">
                  <a16:creationId xmlns:a16="http://schemas.microsoft.com/office/drawing/2014/main" id="{8924F9DB-10C3-00E0-036A-12219435DA3D}"/>
                </a:ext>
              </a:extLst>
            </p:cNvPr>
            <p:cNvSpPr>
              <a:spLocks noGrp="1"/>
            </p:cNvSpPr>
            <p:nvPr/>
          </p:nvSpPr>
          <p:spPr>
            <a:xfrm>
              <a:off x="5353158" y="4523750"/>
              <a:ext cx="29893" cy="111306"/>
            </a:xfrm>
            <a:custGeom>
              <a:avLst/>
              <a:gdLst/>
              <a:ahLst/>
              <a:cxnLst/>
              <a:rect l="0" t="0" r="0" b="0"/>
              <a:pathLst>
                <a:path w="29893" h="111306">
                  <a:moveTo>
                    <a:pt x="29893" y="1113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35" name="Candidate_receptor__2553">
              <a:extLst>
                <a:ext uri="{FF2B5EF4-FFF2-40B4-BE49-F238E27FC236}">
                  <a16:creationId xmlns:a16="http://schemas.microsoft.com/office/drawing/2014/main" id="{FDBB8133-CDB1-2C77-81E4-D680B961F818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47054"/>
              <a:ext cx="27163" cy="23899"/>
            </a:xfrm>
            <a:custGeom>
              <a:avLst/>
              <a:gdLst/>
              <a:ahLst/>
              <a:cxnLst/>
              <a:rect l="0" t="0" r="0" b="0"/>
              <a:pathLst>
                <a:path w="27163" h="23899">
                  <a:moveTo>
                    <a:pt x="27163" y="0"/>
                  </a:moveTo>
                  <a:lnTo>
                    <a:pt x="0" y="2389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36" name="Candidate_receptor__2554">
              <a:extLst>
                <a:ext uri="{FF2B5EF4-FFF2-40B4-BE49-F238E27FC236}">
                  <a16:creationId xmlns:a16="http://schemas.microsoft.com/office/drawing/2014/main" id="{ECFAD0AD-B562-C644-BF9D-130A34B0A0CC}"/>
                </a:ext>
              </a:extLst>
            </p:cNvPr>
            <p:cNvSpPr>
              <a:spLocks noGrp="1"/>
            </p:cNvSpPr>
            <p:nvPr/>
          </p:nvSpPr>
          <p:spPr>
            <a:xfrm>
              <a:off x="5375444" y="5472288"/>
              <a:ext cx="100763" cy="51440"/>
            </a:xfrm>
            <a:custGeom>
              <a:avLst/>
              <a:gdLst/>
              <a:ahLst/>
              <a:cxnLst/>
              <a:rect l="0" t="0" r="0" b="0"/>
              <a:pathLst>
                <a:path w="100763" h="51440">
                  <a:moveTo>
                    <a:pt x="100763" y="0"/>
                  </a:moveTo>
                  <a:lnTo>
                    <a:pt x="0" y="5144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37" name="Candidate_receptor__2555">
              <a:extLst>
                <a:ext uri="{FF2B5EF4-FFF2-40B4-BE49-F238E27FC236}">
                  <a16:creationId xmlns:a16="http://schemas.microsoft.com/office/drawing/2014/main" id="{FB80CAB9-3A47-D5AF-9D41-F86AD187160E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25869"/>
              <a:ext cx="104616" cy="34905"/>
            </a:xfrm>
            <a:custGeom>
              <a:avLst/>
              <a:gdLst/>
              <a:ahLst/>
              <a:cxnLst/>
              <a:rect l="0" t="0" r="0" b="0"/>
              <a:pathLst>
                <a:path w="104616" h="34905">
                  <a:moveTo>
                    <a:pt x="104616" y="0"/>
                  </a:moveTo>
                  <a:lnTo>
                    <a:pt x="0" y="3490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38" name="Candidate_receptor__2556">
              <a:extLst>
                <a:ext uri="{FF2B5EF4-FFF2-40B4-BE49-F238E27FC236}">
                  <a16:creationId xmlns:a16="http://schemas.microsoft.com/office/drawing/2014/main" id="{B60F9908-7439-1D6C-8AE9-2F5EBD797176}"/>
                </a:ext>
              </a:extLst>
            </p:cNvPr>
            <p:cNvSpPr>
              <a:spLocks noGrp="1"/>
            </p:cNvSpPr>
            <p:nvPr/>
          </p:nvSpPr>
          <p:spPr>
            <a:xfrm>
              <a:off x="5844144" y="3949612"/>
              <a:ext cx="64395" cy="25460"/>
            </a:xfrm>
            <a:custGeom>
              <a:avLst/>
              <a:gdLst/>
              <a:ahLst/>
              <a:cxnLst/>
              <a:rect l="0" t="0" r="0" b="0"/>
              <a:pathLst>
                <a:path w="64395" h="25460">
                  <a:moveTo>
                    <a:pt x="64395" y="254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39" name="Candidate_receptor__2557">
              <a:extLst>
                <a:ext uri="{FF2B5EF4-FFF2-40B4-BE49-F238E27FC236}">
                  <a16:creationId xmlns:a16="http://schemas.microsoft.com/office/drawing/2014/main" id="{DA429ED0-4B22-D812-FE85-A350D27836A0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1547"/>
              <a:ext cx="39032" cy="6531"/>
            </a:xfrm>
            <a:custGeom>
              <a:avLst/>
              <a:gdLst/>
              <a:ahLst/>
              <a:cxnLst/>
              <a:rect l="0" t="0" r="0" b="0"/>
              <a:pathLst>
                <a:path w="39032" h="6531">
                  <a:moveTo>
                    <a:pt x="0" y="6531"/>
                  </a:moveTo>
                  <a:lnTo>
                    <a:pt x="39032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40" name="Candidate_receptor__2558">
              <a:extLst>
                <a:ext uri="{FF2B5EF4-FFF2-40B4-BE49-F238E27FC236}">
                  <a16:creationId xmlns:a16="http://schemas.microsoft.com/office/drawing/2014/main" id="{4295D13B-9361-BEAC-CBDB-0F01C86DA60B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94310"/>
              <a:ext cx="104912" cy="40765"/>
            </a:xfrm>
            <a:custGeom>
              <a:avLst/>
              <a:gdLst/>
              <a:ahLst/>
              <a:cxnLst/>
              <a:rect l="0" t="0" r="0" b="0"/>
              <a:pathLst>
                <a:path w="104912" h="40765">
                  <a:moveTo>
                    <a:pt x="0" y="0"/>
                  </a:moveTo>
                  <a:lnTo>
                    <a:pt x="104912" y="407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41" name="Candidate_receptor__2559">
              <a:extLst>
                <a:ext uri="{FF2B5EF4-FFF2-40B4-BE49-F238E27FC236}">
                  <a16:creationId xmlns:a16="http://schemas.microsoft.com/office/drawing/2014/main" id="{B04290CC-1BD8-95A9-D605-BF22B29D8A6B}"/>
                </a:ext>
              </a:extLst>
            </p:cNvPr>
            <p:cNvSpPr>
              <a:spLocks noGrp="1"/>
            </p:cNvSpPr>
            <p:nvPr/>
          </p:nvSpPr>
          <p:spPr>
            <a:xfrm>
              <a:off x="5971340" y="4426740"/>
              <a:ext cx="84806" cy="9457"/>
            </a:xfrm>
            <a:custGeom>
              <a:avLst/>
              <a:gdLst/>
              <a:ahLst/>
              <a:cxnLst/>
              <a:rect l="0" t="0" r="0" b="0"/>
              <a:pathLst>
                <a:path w="84806" h="9457">
                  <a:moveTo>
                    <a:pt x="84806" y="94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42" name="Candidate_receptor__2560">
              <a:extLst>
                <a:ext uri="{FF2B5EF4-FFF2-40B4-BE49-F238E27FC236}">
                  <a16:creationId xmlns:a16="http://schemas.microsoft.com/office/drawing/2014/main" id="{C141D5C8-3702-8A58-E809-AA12109BF8C9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405998"/>
              <a:ext cx="81969" cy="20741"/>
            </a:xfrm>
            <a:custGeom>
              <a:avLst/>
              <a:gdLst/>
              <a:ahLst/>
              <a:cxnLst/>
              <a:rect l="0" t="0" r="0" b="0"/>
              <a:pathLst>
                <a:path w="81969" h="20741">
                  <a:moveTo>
                    <a:pt x="81969" y="207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43" name="Candidate_receptor__2561">
              <a:extLst>
                <a:ext uri="{FF2B5EF4-FFF2-40B4-BE49-F238E27FC236}">
                  <a16:creationId xmlns:a16="http://schemas.microsoft.com/office/drawing/2014/main" id="{A08DF331-0FF6-7D18-0D94-FD4B6306F608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27211"/>
              <a:ext cx="80514" cy="47162"/>
            </a:xfrm>
            <a:custGeom>
              <a:avLst/>
              <a:gdLst/>
              <a:ahLst/>
              <a:cxnLst/>
              <a:rect l="0" t="0" r="0" b="0"/>
              <a:pathLst>
                <a:path w="80514" h="47162">
                  <a:moveTo>
                    <a:pt x="80514" y="0"/>
                  </a:moveTo>
                  <a:lnTo>
                    <a:pt x="0" y="4716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44" name="Candidate_receptor__2562">
              <a:extLst>
                <a:ext uri="{FF2B5EF4-FFF2-40B4-BE49-F238E27FC236}">
                  <a16:creationId xmlns:a16="http://schemas.microsoft.com/office/drawing/2014/main" id="{5BE9795E-29E3-CC24-C52E-3F2B6C8D0689}"/>
                </a:ext>
              </a:extLst>
            </p:cNvPr>
            <p:cNvSpPr>
              <a:spLocks noGrp="1"/>
            </p:cNvSpPr>
            <p:nvPr/>
          </p:nvSpPr>
          <p:spPr>
            <a:xfrm>
              <a:off x="5468793" y="5139824"/>
              <a:ext cx="21193" cy="41084"/>
            </a:xfrm>
            <a:custGeom>
              <a:avLst/>
              <a:gdLst/>
              <a:ahLst/>
              <a:cxnLst/>
              <a:rect l="0" t="0" r="0" b="0"/>
              <a:pathLst>
                <a:path w="21193" h="41084">
                  <a:moveTo>
                    <a:pt x="21193" y="410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45" name="Candidate_receptor__2563">
              <a:extLst>
                <a:ext uri="{FF2B5EF4-FFF2-40B4-BE49-F238E27FC236}">
                  <a16:creationId xmlns:a16="http://schemas.microsoft.com/office/drawing/2014/main" id="{1A905F63-1355-F5F1-9EBC-106A2609B110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693597"/>
              <a:ext cx="88560" cy="72109"/>
            </a:xfrm>
            <a:custGeom>
              <a:avLst/>
              <a:gdLst/>
              <a:ahLst/>
              <a:cxnLst/>
              <a:rect l="0" t="0" r="0" b="0"/>
              <a:pathLst>
                <a:path w="88560" h="72109">
                  <a:moveTo>
                    <a:pt x="0" y="72109"/>
                  </a:moveTo>
                  <a:lnTo>
                    <a:pt x="8856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46" name="Candidate_receptor__2564">
              <a:extLst>
                <a:ext uri="{FF2B5EF4-FFF2-40B4-BE49-F238E27FC236}">
                  <a16:creationId xmlns:a16="http://schemas.microsoft.com/office/drawing/2014/main" id="{A7609AE7-CAF9-DD94-04C7-456FBA4F5181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63655"/>
              <a:ext cx="73928" cy="16281"/>
            </a:xfrm>
            <a:custGeom>
              <a:avLst/>
              <a:gdLst/>
              <a:ahLst/>
              <a:cxnLst/>
              <a:rect l="0" t="0" r="0" b="0"/>
              <a:pathLst>
                <a:path w="73928" h="16281">
                  <a:moveTo>
                    <a:pt x="73928" y="0"/>
                  </a:moveTo>
                  <a:lnTo>
                    <a:pt x="0" y="1628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47" name="Candidate_receptor__2565">
              <a:extLst>
                <a:ext uri="{FF2B5EF4-FFF2-40B4-BE49-F238E27FC236}">
                  <a16:creationId xmlns:a16="http://schemas.microsoft.com/office/drawing/2014/main" id="{060CB4F2-9952-7F82-2042-62597F3E1EE0}"/>
                </a:ext>
              </a:extLst>
            </p:cNvPr>
            <p:cNvSpPr>
              <a:spLocks noGrp="1"/>
            </p:cNvSpPr>
            <p:nvPr/>
          </p:nvSpPr>
          <p:spPr>
            <a:xfrm>
              <a:off x="5617301" y="5116508"/>
              <a:ext cx="3786" cy="110265"/>
            </a:xfrm>
            <a:custGeom>
              <a:avLst/>
              <a:gdLst/>
              <a:ahLst/>
              <a:cxnLst/>
              <a:rect l="0" t="0" r="0" b="0"/>
              <a:pathLst>
                <a:path w="3786" h="110265">
                  <a:moveTo>
                    <a:pt x="3786" y="1102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48" name="Candidate_receptor__2566">
              <a:extLst>
                <a:ext uri="{FF2B5EF4-FFF2-40B4-BE49-F238E27FC236}">
                  <a16:creationId xmlns:a16="http://schemas.microsoft.com/office/drawing/2014/main" id="{3892C9C7-1C23-A3DB-1C77-D14F2199640E}"/>
                </a:ext>
              </a:extLst>
            </p:cNvPr>
            <p:cNvSpPr>
              <a:spLocks noGrp="1"/>
            </p:cNvSpPr>
            <p:nvPr/>
          </p:nvSpPr>
          <p:spPr>
            <a:xfrm>
              <a:off x="5653424" y="4627211"/>
              <a:ext cx="82608" cy="30210"/>
            </a:xfrm>
            <a:custGeom>
              <a:avLst/>
              <a:gdLst/>
              <a:ahLst/>
              <a:cxnLst/>
              <a:rect l="0" t="0" r="0" b="0"/>
              <a:pathLst>
                <a:path w="82608" h="30210">
                  <a:moveTo>
                    <a:pt x="82608" y="302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49" name="Candidate_receptor__2567">
              <a:extLst>
                <a:ext uri="{FF2B5EF4-FFF2-40B4-BE49-F238E27FC236}">
                  <a16:creationId xmlns:a16="http://schemas.microsoft.com/office/drawing/2014/main" id="{F7ADC2E8-FA6F-EC4C-BDF6-11D5D4A74C24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739302"/>
              <a:ext cx="37035" cy="40771"/>
            </a:xfrm>
            <a:custGeom>
              <a:avLst/>
              <a:gdLst/>
              <a:ahLst/>
              <a:cxnLst/>
              <a:rect l="0" t="0" r="0" b="0"/>
              <a:pathLst>
                <a:path w="37035" h="40771">
                  <a:moveTo>
                    <a:pt x="37035" y="407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0" name="Candidate_receptor__2568">
              <a:extLst>
                <a:ext uri="{FF2B5EF4-FFF2-40B4-BE49-F238E27FC236}">
                  <a16:creationId xmlns:a16="http://schemas.microsoft.com/office/drawing/2014/main" id="{10254D66-4833-F726-3DB0-B52798AA06A2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482695"/>
              <a:ext cx="51659" cy="96956"/>
            </a:xfrm>
            <a:custGeom>
              <a:avLst/>
              <a:gdLst/>
              <a:ahLst/>
              <a:cxnLst/>
              <a:rect l="0" t="0" r="0" b="0"/>
              <a:pathLst>
                <a:path w="51659" h="96956">
                  <a:moveTo>
                    <a:pt x="51659" y="0"/>
                  </a:moveTo>
                  <a:lnTo>
                    <a:pt x="0" y="9695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1" name="Candidate_receptor__2569">
              <a:extLst>
                <a:ext uri="{FF2B5EF4-FFF2-40B4-BE49-F238E27FC236}">
                  <a16:creationId xmlns:a16="http://schemas.microsoft.com/office/drawing/2014/main" id="{A17CED71-BB51-2EE4-43FA-8CF91019AF7F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48658"/>
              <a:ext cx="29378" cy="11527"/>
            </a:xfrm>
            <a:custGeom>
              <a:avLst/>
              <a:gdLst/>
              <a:ahLst/>
              <a:cxnLst/>
              <a:rect l="0" t="0" r="0" b="0"/>
              <a:pathLst>
                <a:path w="29378" h="11527">
                  <a:moveTo>
                    <a:pt x="0" y="0"/>
                  </a:moveTo>
                  <a:lnTo>
                    <a:pt x="29378" y="11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2" name="Candidate_receptor__2570">
              <a:extLst>
                <a:ext uri="{FF2B5EF4-FFF2-40B4-BE49-F238E27FC236}">
                  <a16:creationId xmlns:a16="http://schemas.microsoft.com/office/drawing/2014/main" id="{AB66CE72-7CD4-CDBE-D71F-E777C6B1778F}"/>
                </a:ext>
              </a:extLst>
            </p:cNvPr>
            <p:cNvSpPr>
              <a:spLocks noGrp="1"/>
            </p:cNvSpPr>
            <p:nvPr/>
          </p:nvSpPr>
          <p:spPr>
            <a:xfrm>
              <a:off x="6279163" y="4131076"/>
              <a:ext cx="111249" cy="25913"/>
            </a:xfrm>
            <a:custGeom>
              <a:avLst/>
              <a:gdLst/>
              <a:ahLst/>
              <a:cxnLst/>
              <a:rect l="0" t="0" r="0" b="0"/>
              <a:pathLst>
                <a:path w="111249" h="25913">
                  <a:moveTo>
                    <a:pt x="0" y="0"/>
                  </a:moveTo>
                  <a:lnTo>
                    <a:pt x="111249" y="2591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3" name="Candidate_receptor__2571">
              <a:extLst>
                <a:ext uri="{FF2B5EF4-FFF2-40B4-BE49-F238E27FC236}">
                  <a16:creationId xmlns:a16="http://schemas.microsoft.com/office/drawing/2014/main" id="{A7E7F971-E579-B8B9-2789-8AF6864638AB}"/>
                </a:ext>
              </a:extLst>
            </p:cNvPr>
            <p:cNvSpPr>
              <a:spLocks noGrp="1"/>
            </p:cNvSpPr>
            <p:nvPr/>
          </p:nvSpPr>
          <p:spPr>
            <a:xfrm>
              <a:off x="4915892" y="4289862"/>
              <a:ext cx="113483" cy="17045"/>
            </a:xfrm>
            <a:custGeom>
              <a:avLst/>
              <a:gdLst/>
              <a:ahLst/>
              <a:cxnLst/>
              <a:rect l="0" t="0" r="0" b="0"/>
              <a:pathLst>
                <a:path w="113483" h="17045">
                  <a:moveTo>
                    <a:pt x="0" y="0"/>
                  </a:moveTo>
                  <a:lnTo>
                    <a:pt x="113483" y="170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4" name="Candidate_receptor__2572">
              <a:extLst>
                <a:ext uri="{FF2B5EF4-FFF2-40B4-BE49-F238E27FC236}">
                  <a16:creationId xmlns:a16="http://schemas.microsoft.com/office/drawing/2014/main" id="{CBFD3F39-E4FB-7C89-D0D8-5071BDC80827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9690" cy="38238"/>
            </a:xfrm>
            <a:custGeom>
              <a:avLst/>
              <a:gdLst/>
              <a:ahLst/>
              <a:cxnLst/>
              <a:rect l="0" t="0" r="0" b="0"/>
              <a:pathLst>
                <a:path w="9690" h="38238">
                  <a:moveTo>
                    <a:pt x="0" y="0"/>
                  </a:moveTo>
                  <a:lnTo>
                    <a:pt x="9690" y="3823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5" name="Candidate_receptor__2573">
              <a:extLst>
                <a:ext uri="{FF2B5EF4-FFF2-40B4-BE49-F238E27FC236}">
                  <a16:creationId xmlns:a16="http://schemas.microsoft.com/office/drawing/2014/main" id="{23D8AB7B-53FC-B1F7-76C6-71CB8A93EE01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3981461"/>
              <a:ext cx="67173" cy="31152"/>
            </a:xfrm>
            <a:custGeom>
              <a:avLst/>
              <a:gdLst/>
              <a:ahLst/>
              <a:cxnLst/>
              <a:rect l="0" t="0" r="0" b="0"/>
              <a:pathLst>
                <a:path w="67173" h="31152">
                  <a:moveTo>
                    <a:pt x="67173" y="0"/>
                  </a:moveTo>
                  <a:lnTo>
                    <a:pt x="0" y="3115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6" name="Candidate_receptor__2574">
              <a:extLst>
                <a:ext uri="{FF2B5EF4-FFF2-40B4-BE49-F238E27FC236}">
                  <a16:creationId xmlns:a16="http://schemas.microsoft.com/office/drawing/2014/main" id="{9BCD9D02-F930-E891-37EE-E42D95FB9385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909419"/>
              <a:ext cx="77065" cy="58093"/>
            </a:xfrm>
            <a:custGeom>
              <a:avLst/>
              <a:gdLst/>
              <a:ahLst/>
              <a:cxnLst/>
              <a:rect l="0" t="0" r="0" b="0"/>
              <a:pathLst>
                <a:path w="77065" h="58093">
                  <a:moveTo>
                    <a:pt x="77065" y="0"/>
                  </a:moveTo>
                  <a:lnTo>
                    <a:pt x="0" y="5809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7" name="Candidate_receptor__2575">
              <a:extLst>
                <a:ext uri="{FF2B5EF4-FFF2-40B4-BE49-F238E27FC236}">
                  <a16:creationId xmlns:a16="http://schemas.microsoft.com/office/drawing/2014/main" id="{A876DC0F-FAA6-73BD-0FD2-DC512616790D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690607"/>
              <a:ext cx="16012" cy="14341"/>
            </a:xfrm>
            <a:custGeom>
              <a:avLst/>
              <a:gdLst/>
              <a:ahLst/>
              <a:cxnLst/>
              <a:rect l="0" t="0" r="0" b="0"/>
              <a:pathLst>
                <a:path w="16012" h="14341">
                  <a:moveTo>
                    <a:pt x="0" y="0"/>
                  </a:moveTo>
                  <a:lnTo>
                    <a:pt x="16012" y="1434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8" name="Candidate_receptor__2576">
              <a:extLst>
                <a:ext uri="{FF2B5EF4-FFF2-40B4-BE49-F238E27FC236}">
                  <a16:creationId xmlns:a16="http://schemas.microsoft.com/office/drawing/2014/main" id="{9FAA788D-A885-53C9-0DAD-CEA607125DC6}"/>
                </a:ext>
              </a:extLst>
            </p:cNvPr>
            <p:cNvSpPr>
              <a:spLocks noGrp="1"/>
            </p:cNvSpPr>
            <p:nvPr/>
          </p:nvSpPr>
          <p:spPr>
            <a:xfrm>
              <a:off x="5040760" y="5225869"/>
              <a:ext cx="54946" cy="76789"/>
            </a:xfrm>
            <a:custGeom>
              <a:avLst/>
              <a:gdLst/>
              <a:ahLst/>
              <a:cxnLst/>
              <a:rect l="0" t="0" r="0" b="0"/>
              <a:pathLst>
                <a:path w="54946" h="76789">
                  <a:moveTo>
                    <a:pt x="54946" y="767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9" name="Candidate_receptor__2577">
              <a:extLst>
                <a:ext uri="{FF2B5EF4-FFF2-40B4-BE49-F238E27FC236}">
                  <a16:creationId xmlns:a16="http://schemas.microsoft.com/office/drawing/2014/main" id="{47924629-BEA2-0085-AFEC-5A7F02BF8EF4}"/>
                </a:ext>
              </a:extLst>
            </p:cNvPr>
            <p:cNvSpPr>
              <a:spLocks noGrp="1"/>
            </p:cNvSpPr>
            <p:nvPr/>
          </p:nvSpPr>
          <p:spPr>
            <a:xfrm>
              <a:off x="6616793" y="4354007"/>
              <a:ext cx="97278" cy="35185"/>
            </a:xfrm>
            <a:custGeom>
              <a:avLst/>
              <a:gdLst/>
              <a:ahLst/>
              <a:cxnLst/>
              <a:rect l="0" t="0" r="0" b="0"/>
              <a:pathLst>
                <a:path w="97278" h="35185">
                  <a:moveTo>
                    <a:pt x="97278" y="351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60" name="Candidate_receptor__2578">
              <a:extLst>
                <a:ext uri="{FF2B5EF4-FFF2-40B4-BE49-F238E27FC236}">
                  <a16:creationId xmlns:a16="http://schemas.microsoft.com/office/drawing/2014/main" id="{05D02142-9652-2DF3-7C94-532D6E4CB2DA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158419"/>
              <a:ext cx="111170" cy="24493"/>
            </a:xfrm>
            <a:custGeom>
              <a:avLst/>
              <a:gdLst/>
              <a:ahLst/>
              <a:cxnLst/>
              <a:rect l="0" t="0" r="0" b="0"/>
              <a:pathLst>
                <a:path w="111170" h="24493">
                  <a:moveTo>
                    <a:pt x="111170" y="24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61" name="Candidate_receptor__2579">
              <a:extLst>
                <a:ext uri="{FF2B5EF4-FFF2-40B4-BE49-F238E27FC236}">
                  <a16:creationId xmlns:a16="http://schemas.microsoft.com/office/drawing/2014/main" id="{9B5A72A0-2AE3-B664-9084-73C8C9C29B0A}"/>
                </a:ext>
              </a:extLst>
            </p:cNvPr>
            <p:cNvSpPr>
              <a:spLocks noGrp="1"/>
            </p:cNvSpPr>
            <p:nvPr/>
          </p:nvSpPr>
          <p:spPr>
            <a:xfrm>
              <a:off x="6340248" y="3372065"/>
              <a:ext cx="80938" cy="48990"/>
            </a:xfrm>
            <a:custGeom>
              <a:avLst/>
              <a:gdLst/>
              <a:ahLst/>
              <a:cxnLst/>
              <a:rect l="0" t="0" r="0" b="0"/>
              <a:pathLst>
                <a:path w="80938" h="48990">
                  <a:moveTo>
                    <a:pt x="80938" y="489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62" name="Candidate_receptor__2580">
              <a:extLst>
                <a:ext uri="{FF2B5EF4-FFF2-40B4-BE49-F238E27FC236}">
                  <a16:creationId xmlns:a16="http://schemas.microsoft.com/office/drawing/2014/main" id="{31B4192E-A539-03EF-2A0E-D10F85DC6E0F}"/>
                </a:ext>
              </a:extLst>
            </p:cNvPr>
            <p:cNvSpPr>
              <a:spLocks noGrp="1"/>
            </p:cNvSpPr>
            <p:nvPr/>
          </p:nvSpPr>
          <p:spPr>
            <a:xfrm>
              <a:off x="5160340" y="5052191"/>
              <a:ext cx="38887" cy="16427"/>
            </a:xfrm>
            <a:custGeom>
              <a:avLst/>
              <a:gdLst/>
              <a:ahLst/>
              <a:cxnLst/>
              <a:rect l="0" t="0" r="0" b="0"/>
              <a:pathLst>
                <a:path w="38887" h="16427">
                  <a:moveTo>
                    <a:pt x="38887" y="0"/>
                  </a:moveTo>
                  <a:lnTo>
                    <a:pt x="0" y="164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63" name="Candidate_receptor__2581">
              <a:extLst>
                <a:ext uri="{FF2B5EF4-FFF2-40B4-BE49-F238E27FC236}">
                  <a16:creationId xmlns:a16="http://schemas.microsoft.com/office/drawing/2014/main" id="{0AF7C3D2-6BF6-9585-D61D-67D74D27FD90}"/>
                </a:ext>
              </a:extLst>
            </p:cNvPr>
            <p:cNvSpPr>
              <a:spLocks noGrp="1"/>
            </p:cNvSpPr>
            <p:nvPr/>
          </p:nvSpPr>
          <p:spPr>
            <a:xfrm>
              <a:off x="6061912" y="3916096"/>
              <a:ext cx="61023" cy="65365"/>
            </a:xfrm>
            <a:custGeom>
              <a:avLst/>
              <a:gdLst/>
              <a:ahLst/>
              <a:cxnLst/>
              <a:rect l="0" t="0" r="0" b="0"/>
              <a:pathLst>
                <a:path w="61023" h="65365">
                  <a:moveTo>
                    <a:pt x="61023" y="0"/>
                  </a:moveTo>
                  <a:lnTo>
                    <a:pt x="0" y="653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64" name="Candidate_receptor__2582">
              <a:extLst>
                <a:ext uri="{FF2B5EF4-FFF2-40B4-BE49-F238E27FC236}">
                  <a16:creationId xmlns:a16="http://schemas.microsoft.com/office/drawing/2014/main" id="{C4707933-A98A-FAE2-D7FA-09B48480F3A2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354007"/>
              <a:ext cx="63060" cy="78845"/>
            </a:xfrm>
            <a:custGeom>
              <a:avLst/>
              <a:gdLst/>
              <a:ahLst/>
              <a:cxnLst/>
              <a:rect l="0" t="0" r="0" b="0"/>
              <a:pathLst>
                <a:path w="63060" h="78845">
                  <a:moveTo>
                    <a:pt x="63060" y="0"/>
                  </a:moveTo>
                  <a:lnTo>
                    <a:pt x="0" y="788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65" name="Candidate_receptor__2583">
              <a:extLst>
                <a:ext uri="{FF2B5EF4-FFF2-40B4-BE49-F238E27FC236}">
                  <a16:creationId xmlns:a16="http://schemas.microsoft.com/office/drawing/2014/main" id="{12FD01F6-BB78-2344-C91C-9E3493D9E39E}"/>
                </a:ext>
              </a:extLst>
            </p:cNvPr>
            <p:cNvSpPr>
              <a:spLocks noGrp="1"/>
            </p:cNvSpPr>
            <p:nvPr/>
          </p:nvSpPr>
          <p:spPr>
            <a:xfrm>
              <a:off x="5458091" y="5360781"/>
              <a:ext cx="18116" cy="111508"/>
            </a:xfrm>
            <a:custGeom>
              <a:avLst/>
              <a:gdLst/>
              <a:ahLst/>
              <a:cxnLst/>
              <a:rect l="0" t="0" r="0" b="0"/>
              <a:pathLst>
                <a:path w="18116" h="111508">
                  <a:moveTo>
                    <a:pt x="0" y="0"/>
                  </a:moveTo>
                  <a:lnTo>
                    <a:pt x="18116" y="111508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66" name="Candidate_receptor__2584">
              <a:extLst>
                <a:ext uri="{FF2B5EF4-FFF2-40B4-BE49-F238E27FC236}">
                  <a16:creationId xmlns:a16="http://schemas.microsoft.com/office/drawing/2014/main" id="{49053F46-3E80-1FEA-6355-80CB1C069F3E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226248"/>
              <a:ext cx="41326" cy="35209"/>
            </a:xfrm>
            <a:custGeom>
              <a:avLst/>
              <a:gdLst/>
              <a:ahLst/>
              <a:cxnLst/>
              <a:rect l="0" t="0" r="0" b="0"/>
              <a:pathLst>
                <a:path w="41326" h="35209">
                  <a:moveTo>
                    <a:pt x="41326" y="35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67" name="Candidate_receptor__2585">
              <a:extLst>
                <a:ext uri="{FF2B5EF4-FFF2-40B4-BE49-F238E27FC236}">
                  <a16:creationId xmlns:a16="http://schemas.microsoft.com/office/drawing/2014/main" id="{B943CC51-8B9E-95CC-E5C3-5EAFF7413936}"/>
                </a:ext>
              </a:extLst>
            </p:cNvPr>
            <p:cNvSpPr>
              <a:spLocks noGrp="1"/>
            </p:cNvSpPr>
            <p:nvPr/>
          </p:nvSpPr>
          <p:spPr>
            <a:xfrm>
              <a:off x="5820183" y="3631851"/>
              <a:ext cx="3079" cy="42777"/>
            </a:xfrm>
            <a:custGeom>
              <a:avLst/>
              <a:gdLst/>
              <a:ahLst/>
              <a:cxnLst/>
              <a:rect l="0" t="0" r="0" b="0"/>
              <a:pathLst>
                <a:path w="3079" h="42777">
                  <a:moveTo>
                    <a:pt x="0" y="42777"/>
                  </a:moveTo>
                  <a:lnTo>
                    <a:pt x="3079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68" name="Candidate_receptor__2586">
              <a:extLst>
                <a:ext uri="{FF2B5EF4-FFF2-40B4-BE49-F238E27FC236}">
                  <a16:creationId xmlns:a16="http://schemas.microsoft.com/office/drawing/2014/main" id="{FC67E418-A6CD-D626-F670-90779B7B0122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62970"/>
              <a:ext cx="35634" cy="90571"/>
            </a:xfrm>
            <a:custGeom>
              <a:avLst/>
              <a:gdLst/>
              <a:ahLst/>
              <a:cxnLst/>
              <a:rect l="0" t="0" r="0" b="0"/>
              <a:pathLst>
                <a:path w="35634" h="90571">
                  <a:moveTo>
                    <a:pt x="35634" y="0"/>
                  </a:moveTo>
                  <a:lnTo>
                    <a:pt x="0" y="9057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69" name="Candidate_receptor__2587">
              <a:extLst>
                <a:ext uri="{FF2B5EF4-FFF2-40B4-BE49-F238E27FC236}">
                  <a16:creationId xmlns:a16="http://schemas.microsoft.com/office/drawing/2014/main" id="{2E53C1F5-E5FE-E19A-0AE2-B511ACF8AD62}"/>
                </a:ext>
              </a:extLst>
            </p:cNvPr>
            <p:cNvSpPr>
              <a:spLocks noGrp="1"/>
            </p:cNvSpPr>
            <p:nvPr/>
          </p:nvSpPr>
          <p:spPr>
            <a:xfrm>
              <a:off x="5199689" y="4693597"/>
              <a:ext cx="70950" cy="69373"/>
            </a:xfrm>
            <a:custGeom>
              <a:avLst/>
              <a:gdLst/>
              <a:ahLst/>
              <a:cxnLst/>
              <a:rect l="0" t="0" r="0" b="0"/>
              <a:pathLst>
                <a:path w="70950" h="69373">
                  <a:moveTo>
                    <a:pt x="0" y="0"/>
                  </a:moveTo>
                  <a:lnTo>
                    <a:pt x="70950" y="6937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0" name="Candidate_receptor__2588">
              <a:extLst>
                <a:ext uri="{FF2B5EF4-FFF2-40B4-BE49-F238E27FC236}">
                  <a16:creationId xmlns:a16="http://schemas.microsoft.com/office/drawing/2014/main" id="{13F39BB7-3A0B-9617-A375-A8E2E4D8085B}"/>
                </a:ext>
              </a:extLst>
            </p:cNvPr>
            <p:cNvSpPr>
              <a:spLocks noGrp="1"/>
            </p:cNvSpPr>
            <p:nvPr/>
          </p:nvSpPr>
          <p:spPr>
            <a:xfrm>
              <a:off x="4924630" y="4875169"/>
              <a:ext cx="63387" cy="34250"/>
            </a:xfrm>
            <a:custGeom>
              <a:avLst/>
              <a:gdLst/>
              <a:ahLst/>
              <a:cxnLst/>
              <a:rect l="0" t="0" r="0" b="0"/>
              <a:pathLst>
                <a:path w="63387" h="34250">
                  <a:moveTo>
                    <a:pt x="63387" y="0"/>
                  </a:moveTo>
                  <a:lnTo>
                    <a:pt x="0" y="3425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1" name="Candidate_receptor__2589">
              <a:extLst>
                <a:ext uri="{FF2B5EF4-FFF2-40B4-BE49-F238E27FC236}">
                  <a16:creationId xmlns:a16="http://schemas.microsoft.com/office/drawing/2014/main" id="{BBB0495C-052E-AD92-9783-EEE88224E74A}"/>
                </a:ext>
              </a:extLst>
            </p:cNvPr>
            <p:cNvSpPr>
              <a:spLocks noGrp="1"/>
            </p:cNvSpPr>
            <p:nvPr/>
          </p:nvSpPr>
          <p:spPr>
            <a:xfrm>
              <a:off x="6420332" y="4567122"/>
              <a:ext cx="92832" cy="9511"/>
            </a:xfrm>
            <a:custGeom>
              <a:avLst/>
              <a:gdLst/>
              <a:ahLst/>
              <a:cxnLst/>
              <a:rect l="0" t="0" r="0" b="0"/>
              <a:pathLst>
                <a:path w="92832" h="9511">
                  <a:moveTo>
                    <a:pt x="0" y="0"/>
                  </a:moveTo>
                  <a:lnTo>
                    <a:pt x="92832" y="951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2" name="Candidate_receptor__2590">
              <a:extLst>
                <a:ext uri="{FF2B5EF4-FFF2-40B4-BE49-F238E27FC236}">
                  <a16:creationId xmlns:a16="http://schemas.microsoft.com/office/drawing/2014/main" id="{A5727994-029A-7571-74F8-8ED928996375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556564"/>
              <a:ext cx="15406" cy="51220"/>
            </a:xfrm>
            <a:custGeom>
              <a:avLst/>
              <a:gdLst/>
              <a:ahLst/>
              <a:cxnLst/>
              <a:rect l="0" t="0" r="0" b="0"/>
              <a:pathLst>
                <a:path w="15406" h="51220">
                  <a:moveTo>
                    <a:pt x="0" y="51220"/>
                  </a:moveTo>
                  <a:lnTo>
                    <a:pt x="154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3" name="Candidate_receptor__2591">
              <a:extLst>
                <a:ext uri="{FF2B5EF4-FFF2-40B4-BE49-F238E27FC236}">
                  <a16:creationId xmlns:a16="http://schemas.microsoft.com/office/drawing/2014/main" id="{ADDA918A-D50C-8E28-94A5-05B6E47F3DF2}"/>
                </a:ext>
              </a:extLst>
            </p:cNvPr>
            <p:cNvSpPr>
              <a:spLocks noGrp="1"/>
            </p:cNvSpPr>
            <p:nvPr/>
          </p:nvSpPr>
          <p:spPr>
            <a:xfrm>
              <a:off x="5917420" y="4114677"/>
              <a:ext cx="16092" cy="34882"/>
            </a:xfrm>
            <a:custGeom>
              <a:avLst/>
              <a:gdLst/>
              <a:ahLst/>
              <a:cxnLst/>
              <a:rect l="0" t="0" r="0" b="0"/>
              <a:pathLst>
                <a:path w="16092" h="34882">
                  <a:moveTo>
                    <a:pt x="16092" y="348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4" name="Candidate_receptor__2592">
              <a:extLst>
                <a:ext uri="{FF2B5EF4-FFF2-40B4-BE49-F238E27FC236}">
                  <a16:creationId xmlns:a16="http://schemas.microsoft.com/office/drawing/2014/main" id="{B55C8A2C-AB0C-7AAC-3367-CE08ADDFD5F9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67122"/>
              <a:ext cx="62635" cy="58961"/>
            </a:xfrm>
            <a:custGeom>
              <a:avLst/>
              <a:gdLst/>
              <a:ahLst/>
              <a:cxnLst/>
              <a:rect l="0" t="0" r="0" b="0"/>
              <a:pathLst>
                <a:path w="62635" h="58961">
                  <a:moveTo>
                    <a:pt x="0" y="58961"/>
                  </a:moveTo>
                  <a:lnTo>
                    <a:pt x="62635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5" name="Candidate_receptor__2593">
              <a:extLst>
                <a:ext uri="{FF2B5EF4-FFF2-40B4-BE49-F238E27FC236}">
                  <a16:creationId xmlns:a16="http://schemas.microsoft.com/office/drawing/2014/main" id="{9C678104-6BD9-C605-9D8F-E8BC57C7EF4A}"/>
                </a:ext>
              </a:extLst>
            </p:cNvPr>
            <p:cNvSpPr>
              <a:spLocks noGrp="1"/>
            </p:cNvSpPr>
            <p:nvPr/>
          </p:nvSpPr>
          <p:spPr>
            <a:xfrm>
              <a:off x="6367800" y="4156989"/>
              <a:ext cx="22612" cy="106665"/>
            </a:xfrm>
            <a:custGeom>
              <a:avLst/>
              <a:gdLst/>
              <a:ahLst/>
              <a:cxnLst/>
              <a:rect l="0" t="0" r="0" b="0"/>
              <a:pathLst>
                <a:path w="22612" h="106665">
                  <a:moveTo>
                    <a:pt x="22612" y="0"/>
                  </a:moveTo>
                  <a:lnTo>
                    <a:pt x="0" y="1066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6" name="Candidate_receptor__2594">
              <a:extLst>
                <a:ext uri="{FF2B5EF4-FFF2-40B4-BE49-F238E27FC236}">
                  <a16:creationId xmlns:a16="http://schemas.microsoft.com/office/drawing/2014/main" id="{5F83AE15-8839-1D68-01D9-8708461D95BC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02658"/>
              <a:ext cx="70273" cy="85253"/>
            </a:xfrm>
            <a:custGeom>
              <a:avLst/>
              <a:gdLst/>
              <a:ahLst/>
              <a:cxnLst/>
              <a:rect l="0" t="0" r="0" b="0"/>
              <a:pathLst>
                <a:path w="70273" h="85253">
                  <a:moveTo>
                    <a:pt x="0" y="85253"/>
                  </a:moveTo>
                  <a:lnTo>
                    <a:pt x="70273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7" name="Candidate_receptor__2595">
              <a:extLst>
                <a:ext uri="{FF2B5EF4-FFF2-40B4-BE49-F238E27FC236}">
                  <a16:creationId xmlns:a16="http://schemas.microsoft.com/office/drawing/2014/main" id="{5FA71D3E-447D-B706-E653-157563968DA5}"/>
                </a:ext>
              </a:extLst>
            </p:cNvPr>
            <p:cNvSpPr>
              <a:spLocks noGrp="1"/>
            </p:cNvSpPr>
            <p:nvPr/>
          </p:nvSpPr>
          <p:spPr>
            <a:xfrm>
              <a:off x="5004959" y="4306906"/>
              <a:ext cx="24416" cy="108923"/>
            </a:xfrm>
            <a:custGeom>
              <a:avLst/>
              <a:gdLst/>
              <a:ahLst/>
              <a:cxnLst/>
              <a:rect l="0" t="0" r="0" b="0"/>
              <a:pathLst>
                <a:path w="24416" h="108923">
                  <a:moveTo>
                    <a:pt x="24416" y="0"/>
                  </a:moveTo>
                  <a:lnTo>
                    <a:pt x="0" y="10892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8" name="Candidate_receptor__2596">
              <a:extLst>
                <a:ext uri="{FF2B5EF4-FFF2-40B4-BE49-F238E27FC236}">
                  <a16:creationId xmlns:a16="http://schemas.microsoft.com/office/drawing/2014/main" id="{4593D6A5-3E14-3EC9-092E-EA3A43275FC8}"/>
                </a:ext>
              </a:extLst>
            </p:cNvPr>
            <p:cNvSpPr>
              <a:spLocks noGrp="1"/>
            </p:cNvSpPr>
            <p:nvPr/>
          </p:nvSpPr>
          <p:spPr>
            <a:xfrm>
              <a:off x="4745471" y="4802260"/>
              <a:ext cx="80504" cy="64778"/>
            </a:xfrm>
            <a:custGeom>
              <a:avLst/>
              <a:gdLst/>
              <a:ahLst/>
              <a:cxnLst/>
              <a:rect l="0" t="0" r="0" b="0"/>
              <a:pathLst>
                <a:path w="80504" h="64778">
                  <a:moveTo>
                    <a:pt x="80504" y="0"/>
                  </a:moveTo>
                  <a:lnTo>
                    <a:pt x="0" y="6477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9" name="Candidate_receptor__2597">
              <a:extLst>
                <a:ext uri="{FF2B5EF4-FFF2-40B4-BE49-F238E27FC236}">
                  <a16:creationId xmlns:a16="http://schemas.microsoft.com/office/drawing/2014/main" id="{673B7A48-26BA-B5AA-9946-B760112F074C}"/>
                </a:ext>
              </a:extLst>
            </p:cNvPr>
            <p:cNvSpPr>
              <a:spLocks noGrp="1"/>
            </p:cNvSpPr>
            <p:nvPr/>
          </p:nvSpPr>
          <p:spPr>
            <a:xfrm>
              <a:off x="6692225" y="4389191"/>
              <a:ext cx="21846" cy="111910"/>
            </a:xfrm>
            <a:custGeom>
              <a:avLst/>
              <a:gdLst/>
              <a:ahLst/>
              <a:cxnLst/>
              <a:rect l="0" t="0" r="0" b="0"/>
              <a:pathLst>
                <a:path w="21846" h="111910">
                  <a:moveTo>
                    <a:pt x="0" y="111910"/>
                  </a:moveTo>
                  <a:lnTo>
                    <a:pt x="2184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80" name="Candidate_receptor__2598">
              <a:extLst>
                <a:ext uri="{FF2B5EF4-FFF2-40B4-BE49-F238E27FC236}">
                  <a16:creationId xmlns:a16="http://schemas.microsoft.com/office/drawing/2014/main" id="{F231204D-ABDC-81F6-F435-26492B49F25C}"/>
                </a:ext>
              </a:extLst>
            </p:cNvPr>
            <p:cNvSpPr>
              <a:spLocks noGrp="1"/>
            </p:cNvSpPr>
            <p:nvPr/>
          </p:nvSpPr>
          <p:spPr>
            <a:xfrm>
              <a:off x="5450571" y="5033582"/>
              <a:ext cx="18223" cy="106242"/>
            </a:xfrm>
            <a:custGeom>
              <a:avLst/>
              <a:gdLst/>
              <a:ahLst/>
              <a:cxnLst/>
              <a:rect l="0" t="0" r="0" b="0"/>
              <a:pathLst>
                <a:path w="18223" h="106242">
                  <a:moveTo>
                    <a:pt x="18223" y="1062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81" name="Candidate_receptor__2599">
              <a:extLst>
                <a:ext uri="{FF2B5EF4-FFF2-40B4-BE49-F238E27FC236}">
                  <a16:creationId xmlns:a16="http://schemas.microsoft.com/office/drawing/2014/main" id="{F95EC6A8-21BD-3C69-0FC8-564CB050A9F7}"/>
                </a:ext>
              </a:extLst>
            </p:cNvPr>
            <p:cNvSpPr>
              <a:spLocks noGrp="1"/>
            </p:cNvSpPr>
            <p:nvPr/>
          </p:nvSpPr>
          <p:spPr>
            <a:xfrm>
              <a:off x="4757039" y="2311095"/>
              <a:ext cx="34105" cy="19428"/>
            </a:xfrm>
            <a:custGeom>
              <a:avLst/>
              <a:gdLst/>
              <a:ahLst/>
              <a:cxnLst/>
              <a:rect l="0" t="0" r="0" b="0"/>
              <a:pathLst>
                <a:path w="34105" h="19428">
                  <a:moveTo>
                    <a:pt x="0" y="0"/>
                  </a:moveTo>
                  <a:lnTo>
                    <a:pt x="34105" y="194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82" name="Candidate_receptor__2600">
              <a:extLst>
                <a:ext uri="{FF2B5EF4-FFF2-40B4-BE49-F238E27FC236}">
                  <a16:creationId xmlns:a16="http://schemas.microsoft.com/office/drawing/2014/main" id="{53044882-1776-CEAC-0899-C84D6E545C89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60781"/>
              <a:ext cx="114463" cy="19675"/>
            </a:xfrm>
            <a:custGeom>
              <a:avLst/>
              <a:gdLst/>
              <a:ahLst/>
              <a:cxnLst/>
              <a:rect l="0" t="0" r="0" b="0"/>
              <a:pathLst>
                <a:path w="114463" h="19675">
                  <a:moveTo>
                    <a:pt x="0" y="19675"/>
                  </a:moveTo>
                  <a:lnTo>
                    <a:pt x="114463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83" name="Candidate_receptor__2601">
              <a:extLst>
                <a:ext uri="{FF2B5EF4-FFF2-40B4-BE49-F238E27FC236}">
                  <a16:creationId xmlns:a16="http://schemas.microsoft.com/office/drawing/2014/main" id="{63A1417F-049A-6C3C-3C20-162EFD1B0B1C}"/>
                </a:ext>
              </a:extLst>
            </p:cNvPr>
            <p:cNvSpPr>
              <a:spLocks noGrp="1"/>
            </p:cNvSpPr>
            <p:nvPr/>
          </p:nvSpPr>
          <p:spPr>
            <a:xfrm>
              <a:off x="6096244" y="3735075"/>
              <a:ext cx="3710" cy="65030"/>
            </a:xfrm>
            <a:custGeom>
              <a:avLst/>
              <a:gdLst/>
              <a:ahLst/>
              <a:cxnLst/>
              <a:rect l="0" t="0" r="0" b="0"/>
              <a:pathLst>
                <a:path w="3710" h="65030">
                  <a:moveTo>
                    <a:pt x="0" y="0"/>
                  </a:moveTo>
                  <a:lnTo>
                    <a:pt x="3710" y="6503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84" name="Candidate_receptor__2602">
              <a:extLst>
                <a:ext uri="{FF2B5EF4-FFF2-40B4-BE49-F238E27FC236}">
                  <a16:creationId xmlns:a16="http://schemas.microsoft.com/office/drawing/2014/main" id="{2C53ABB1-0E78-3E98-491F-BE1D0CDDDC79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96999"/>
              <a:ext cx="100181" cy="58422"/>
            </a:xfrm>
            <a:custGeom>
              <a:avLst/>
              <a:gdLst/>
              <a:ahLst/>
              <a:cxnLst/>
              <a:rect l="0" t="0" r="0" b="0"/>
              <a:pathLst>
                <a:path w="100181" h="58422">
                  <a:moveTo>
                    <a:pt x="100181" y="584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85" name="Candidate_receptor__2603">
              <a:extLst>
                <a:ext uri="{FF2B5EF4-FFF2-40B4-BE49-F238E27FC236}">
                  <a16:creationId xmlns:a16="http://schemas.microsoft.com/office/drawing/2014/main" id="{71492650-D759-CCA5-561E-335DA2056101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46995"/>
              <a:ext cx="18475" cy="77089"/>
            </a:xfrm>
            <a:custGeom>
              <a:avLst/>
              <a:gdLst/>
              <a:ahLst/>
              <a:cxnLst/>
              <a:rect l="0" t="0" r="0" b="0"/>
              <a:pathLst>
                <a:path w="18475" h="77089">
                  <a:moveTo>
                    <a:pt x="0" y="0"/>
                  </a:moveTo>
                  <a:lnTo>
                    <a:pt x="18475" y="7708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86" name="Candidate_receptor__2604">
              <a:extLst>
                <a:ext uri="{FF2B5EF4-FFF2-40B4-BE49-F238E27FC236}">
                  <a16:creationId xmlns:a16="http://schemas.microsoft.com/office/drawing/2014/main" id="{04979593-C4A8-15D1-E8A4-653BF3ED0ED0}"/>
                </a:ext>
              </a:extLst>
            </p:cNvPr>
            <p:cNvSpPr>
              <a:spLocks noGrp="1"/>
            </p:cNvSpPr>
            <p:nvPr/>
          </p:nvSpPr>
          <p:spPr>
            <a:xfrm>
              <a:off x="5162528" y="4055421"/>
              <a:ext cx="15183" cy="115197"/>
            </a:xfrm>
            <a:custGeom>
              <a:avLst/>
              <a:gdLst/>
              <a:ahLst/>
              <a:cxnLst/>
              <a:rect l="0" t="0" r="0" b="0"/>
              <a:pathLst>
                <a:path w="15183" h="115197">
                  <a:moveTo>
                    <a:pt x="15183" y="115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87" name="Candidate_receptor__2605">
              <a:extLst>
                <a:ext uri="{FF2B5EF4-FFF2-40B4-BE49-F238E27FC236}">
                  <a16:creationId xmlns:a16="http://schemas.microsoft.com/office/drawing/2014/main" id="{AF9078AE-B67C-785F-E488-71068C93308E}"/>
                </a:ext>
              </a:extLst>
            </p:cNvPr>
            <p:cNvSpPr>
              <a:spLocks noGrp="1"/>
            </p:cNvSpPr>
            <p:nvPr/>
          </p:nvSpPr>
          <p:spPr>
            <a:xfrm>
              <a:off x="5104236" y="4937005"/>
              <a:ext cx="45309" cy="18887"/>
            </a:xfrm>
            <a:custGeom>
              <a:avLst/>
              <a:gdLst/>
              <a:ahLst/>
              <a:cxnLst/>
              <a:rect l="0" t="0" r="0" b="0"/>
              <a:pathLst>
                <a:path w="45309" h="18887">
                  <a:moveTo>
                    <a:pt x="45309" y="188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88" name="Candidate_receptor__2606">
              <a:extLst>
                <a:ext uri="{FF2B5EF4-FFF2-40B4-BE49-F238E27FC236}">
                  <a16:creationId xmlns:a16="http://schemas.microsoft.com/office/drawing/2014/main" id="{C18C3F54-5CB6-1431-325A-C99712732AD7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40900"/>
              <a:ext cx="20884" cy="55690"/>
            </a:xfrm>
            <a:custGeom>
              <a:avLst/>
              <a:gdLst/>
              <a:ahLst/>
              <a:cxnLst/>
              <a:rect l="0" t="0" r="0" b="0"/>
              <a:pathLst>
                <a:path w="20884" h="55690">
                  <a:moveTo>
                    <a:pt x="0" y="55690"/>
                  </a:moveTo>
                  <a:lnTo>
                    <a:pt x="2088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89" name="Candidate_receptor__2607">
              <a:extLst>
                <a:ext uri="{FF2B5EF4-FFF2-40B4-BE49-F238E27FC236}">
                  <a16:creationId xmlns:a16="http://schemas.microsoft.com/office/drawing/2014/main" id="{186F4024-4573-D18A-DBA1-95F7316C1C7F}"/>
                </a:ext>
              </a:extLst>
            </p:cNvPr>
            <p:cNvSpPr>
              <a:spLocks noGrp="1"/>
            </p:cNvSpPr>
            <p:nvPr/>
          </p:nvSpPr>
          <p:spPr>
            <a:xfrm>
              <a:off x="5652201" y="3072059"/>
              <a:ext cx="9528" cy="110853"/>
            </a:xfrm>
            <a:custGeom>
              <a:avLst/>
              <a:gdLst/>
              <a:ahLst/>
              <a:cxnLst/>
              <a:rect l="0" t="0" r="0" b="0"/>
              <a:pathLst>
                <a:path w="9528" h="110853">
                  <a:moveTo>
                    <a:pt x="9528" y="0"/>
                  </a:moveTo>
                  <a:lnTo>
                    <a:pt x="0" y="11085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90" name="Candidate_receptor__2608">
              <a:extLst>
                <a:ext uri="{FF2B5EF4-FFF2-40B4-BE49-F238E27FC236}">
                  <a16:creationId xmlns:a16="http://schemas.microsoft.com/office/drawing/2014/main" id="{EE36166D-BB67-F315-A597-99DB259DB940}"/>
                </a:ext>
              </a:extLst>
            </p:cNvPr>
            <p:cNvSpPr>
              <a:spLocks noGrp="1"/>
            </p:cNvSpPr>
            <p:nvPr/>
          </p:nvSpPr>
          <p:spPr>
            <a:xfrm>
              <a:off x="5817692" y="3804176"/>
              <a:ext cx="50837" cy="50317"/>
            </a:xfrm>
            <a:custGeom>
              <a:avLst/>
              <a:gdLst/>
              <a:ahLst/>
              <a:cxnLst/>
              <a:rect l="0" t="0" r="0" b="0"/>
              <a:pathLst>
                <a:path w="50837" h="50317">
                  <a:moveTo>
                    <a:pt x="0" y="50317"/>
                  </a:moveTo>
                  <a:lnTo>
                    <a:pt x="50837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91" name="Candidate_receptor__2609">
              <a:extLst>
                <a:ext uri="{FF2B5EF4-FFF2-40B4-BE49-F238E27FC236}">
                  <a16:creationId xmlns:a16="http://schemas.microsoft.com/office/drawing/2014/main" id="{7BCC35C9-6642-53C1-4CAF-9999739DF1F5}"/>
                </a:ext>
              </a:extLst>
            </p:cNvPr>
            <p:cNvSpPr>
              <a:spLocks noGrp="1"/>
            </p:cNvSpPr>
            <p:nvPr/>
          </p:nvSpPr>
          <p:spPr>
            <a:xfrm>
              <a:off x="5695364" y="4657421"/>
              <a:ext cx="40668" cy="107743"/>
            </a:xfrm>
            <a:custGeom>
              <a:avLst/>
              <a:gdLst/>
              <a:ahLst/>
              <a:cxnLst/>
              <a:rect l="0" t="0" r="0" b="0"/>
              <a:pathLst>
                <a:path w="40668" h="107743">
                  <a:moveTo>
                    <a:pt x="0" y="107743"/>
                  </a:moveTo>
                  <a:lnTo>
                    <a:pt x="406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92" name="Candidate_receptor__2610">
              <a:extLst>
                <a:ext uri="{FF2B5EF4-FFF2-40B4-BE49-F238E27FC236}">
                  <a16:creationId xmlns:a16="http://schemas.microsoft.com/office/drawing/2014/main" id="{96767213-2A71-05B2-6CAF-D04A1AE5CAC4}"/>
                </a:ext>
              </a:extLst>
            </p:cNvPr>
            <p:cNvSpPr>
              <a:spLocks noGrp="1"/>
            </p:cNvSpPr>
            <p:nvPr/>
          </p:nvSpPr>
          <p:spPr>
            <a:xfrm>
              <a:off x="5278193" y="4978485"/>
              <a:ext cx="33664" cy="72960"/>
            </a:xfrm>
            <a:custGeom>
              <a:avLst/>
              <a:gdLst/>
              <a:ahLst/>
              <a:cxnLst/>
              <a:rect l="0" t="0" r="0" b="0"/>
              <a:pathLst>
                <a:path w="33664" h="72960">
                  <a:moveTo>
                    <a:pt x="33664" y="72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93" name="Candidate_receptor__2611">
              <a:extLst>
                <a:ext uri="{FF2B5EF4-FFF2-40B4-BE49-F238E27FC236}">
                  <a16:creationId xmlns:a16="http://schemas.microsoft.com/office/drawing/2014/main" id="{1F9148ED-E0C2-57D5-9D92-60BA0D604588}"/>
                </a:ext>
              </a:extLst>
            </p:cNvPr>
            <p:cNvSpPr>
              <a:spLocks noGrp="1"/>
            </p:cNvSpPr>
            <p:nvPr/>
          </p:nvSpPr>
          <p:spPr>
            <a:xfrm>
              <a:off x="4573085" y="4741368"/>
              <a:ext cx="86447" cy="74024"/>
            </a:xfrm>
            <a:custGeom>
              <a:avLst/>
              <a:gdLst/>
              <a:ahLst/>
              <a:cxnLst/>
              <a:rect l="0" t="0" r="0" b="0"/>
              <a:pathLst>
                <a:path w="86447" h="74024">
                  <a:moveTo>
                    <a:pt x="86447" y="0"/>
                  </a:moveTo>
                  <a:lnTo>
                    <a:pt x="0" y="74024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94" name="Candidate_receptor__2612">
              <a:extLst>
                <a:ext uri="{FF2B5EF4-FFF2-40B4-BE49-F238E27FC236}">
                  <a16:creationId xmlns:a16="http://schemas.microsoft.com/office/drawing/2014/main" id="{2FAAAA09-1AF6-2D18-8C7A-09C540F80BE0}"/>
                </a:ext>
              </a:extLst>
            </p:cNvPr>
            <p:cNvSpPr>
              <a:spLocks noGrp="1"/>
            </p:cNvSpPr>
            <p:nvPr/>
          </p:nvSpPr>
          <p:spPr>
            <a:xfrm>
              <a:off x="5311857" y="5051445"/>
              <a:ext cx="9041" cy="87156"/>
            </a:xfrm>
            <a:custGeom>
              <a:avLst/>
              <a:gdLst/>
              <a:ahLst/>
              <a:cxnLst/>
              <a:rect l="0" t="0" r="0" b="0"/>
              <a:pathLst>
                <a:path w="9041" h="87156">
                  <a:moveTo>
                    <a:pt x="9041" y="871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95" name="Candidate_receptor__2613">
              <a:extLst>
                <a:ext uri="{FF2B5EF4-FFF2-40B4-BE49-F238E27FC236}">
                  <a16:creationId xmlns:a16="http://schemas.microsoft.com/office/drawing/2014/main" id="{800EF033-FF0E-8E39-1194-63E85BD9CE0D}"/>
                </a:ext>
              </a:extLst>
            </p:cNvPr>
            <p:cNvSpPr>
              <a:spLocks noGrp="1"/>
            </p:cNvSpPr>
            <p:nvPr/>
          </p:nvSpPr>
          <p:spPr>
            <a:xfrm>
              <a:off x="5518061" y="4520036"/>
              <a:ext cx="104142" cy="2642"/>
            </a:xfrm>
            <a:custGeom>
              <a:avLst/>
              <a:gdLst/>
              <a:ahLst/>
              <a:cxnLst/>
              <a:rect l="0" t="0" r="0" b="0"/>
              <a:pathLst>
                <a:path w="104142" h="2642">
                  <a:moveTo>
                    <a:pt x="104142" y="0"/>
                  </a:moveTo>
                  <a:lnTo>
                    <a:pt x="0" y="264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96" name="Candidate_receptor__2614">
              <a:extLst>
                <a:ext uri="{FF2B5EF4-FFF2-40B4-BE49-F238E27FC236}">
                  <a16:creationId xmlns:a16="http://schemas.microsoft.com/office/drawing/2014/main" id="{3268208D-DAB0-9D37-8DE8-453C5FCD9FFC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68880"/>
              <a:ext cx="74243" cy="36275"/>
            </a:xfrm>
            <a:custGeom>
              <a:avLst/>
              <a:gdLst/>
              <a:ahLst/>
              <a:cxnLst/>
              <a:rect l="0" t="0" r="0" b="0"/>
              <a:pathLst>
                <a:path w="74243" h="36275">
                  <a:moveTo>
                    <a:pt x="74243" y="0"/>
                  </a:moveTo>
                  <a:lnTo>
                    <a:pt x="0" y="36275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97" name="Candidate_receptor__2615">
              <a:extLst>
                <a:ext uri="{FF2B5EF4-FFF2-40B4-BE49-F238E27FC236}">
                  <a16:creationId xmlns:a16="http://schemas.microsoft.com/office/drawing/2014/main" id="{1DA27D63-59BA-8235-C37A-A5A76DE720C3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531334"/>
              <a:ext cx="44173" cy="86169"/>
            </a:xfrm>
            <a:custGeom>
              <a:avLst/>
              <a:gdLst/>
              <a:ahLst/>
              <a:cxnLst/>
              <a:rect l="0" t="0" r="0" b="0"/>
              <a:pathLst>
                <a:path w="44173" h="86169">
                  <a:moveTo>
                    <a:pt x="0" y="0"/>
                  </a:moveTo>
                  <a:lnTo>
                    <a:pt x="44173" y="8616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98" name="Candidate_receptor__2616">
              <a:extLst>
                <a:ext uri="{FF2B5EF4-FFF2-40B4-BE49-F238E27FC236}">
                  <a16:creationId xmlns:a16="http://schemas.microsoft.com/office/drawing/2014/main" id="{93F8657A-E94C-92E1-3224-874967FBCA69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09380"/>
              <a:ext cx="15394" cy="60741"/>
            </a:xfrm>
            <a:custGeom>
              <a:avLst/>
              <a:gdLst/>
              <a:ahLst/>
              <a:cxnLst/>
              <a:rect l="0" t="0" r="0" b="0"/>
              <a:pathLst>
                <a:path w="15394" h="60741">
                  <a:moveTo>
                    <a:pt x="0" y="60741"/>
                  </a:moveTo>
                  <a:lnTo>
                    <a:pt x="153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99" name="Candidate_receptor__2617">
              <a:extLst>
                <a:ext uri="{FF2B5EF4-FFF2-40B4-BE49-F238E27FC236}">
                  <a16:creationId xmlns:a16="http://schemas.microsoft.com/office/drawing/2014/main" id="{E2F4698D-9FE4-8F0B-EFF0-522BC01E0DB7}"/>
                </a:ext>
              </a:extLst>
            </p:cNvPr>
            <p:cNvSpPr>
              <a:spLocks noGrp="1"/>
            </p:cNvSpPr>
            <p:nvPr/>
          </p:nvSpPr>
          <p:spPr>
            <a:xfrm>
              <a:off x="4998191" y="4984209"/>
              <a:ext cx="25578" cy="34347"/>
            </a:xfrm>
            <a:custGeom>
              <a:avLst/>
              <a:gdLst/>
              <a:ahLst/>
              <a:cxnLst/>
              <a:rect l="0" t="0" r="0" b="0"/>
              <a:pathLst>
                <a:path w="25578" h="34347">
                  <a:moveTo>
                    <a:pt x="25578" y="34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300" name="Candidate_receptor__2618">
              <a:extLst>
                <a:ext uri="{FF2B5EF4-FFF2-40B4-BE49-F238E27FC236}">
                  <a16:creationId xmlns:a16="http://schemas.microsoft.com/office/drawing/2014/main" id="{B4A974BA-D34F-D71B-D2FD-99FD0631E7E0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854492"/>
              <a:ext cx="63284" cy="66761"/>
            </a:xfrm>
            <a:custGeom>
              <a:avLst/>
              <a:gdLst/>
              <a:ahLst/>
              <a:cxnLst/>
              <a:rect l="0" t="0" r="0" b="0"/>
              <a:pathLst>
                <a:path w="63284" h="66761">
                  <a:moveTo>
                    <a:pt x="0" y="66761"/>
                  </a:moveTo>
                  <a:lnTo>
                    <a:pt x="6328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01" name="Candidate_receptor__2619">
              <a:extLst>
                <a:ext uri="{FF2B5EF4-FFF2-40B4-BE49-F238E27FC236}">
                  <a16:creationId xmlns:a16="http://schemas.microsoft.com/office/drawing/2014/main" id="{81E68E36-9F72-B0D2-504C-1E2F184AFDE4}"/>
                </a:ext>
              </a:extLst>
            </p:cNvPr>
            <p:cNvSpPr>
              <a:spLocks noGrp="1"/>
            </p:cNvSpPr>
            <p:nvPr/>
          </p:nvSpPr>
          <p:spPr>
            <a:xfrm>
              <a:off x="5726123" y="3487985"/>
              <a:ext cx="79785" cy="68579"/>
            </a:xfrm>
            <a:custGeom>
              <a:avLst/>
              <a:gdLst/>
              <a:ahLst/>
              <a:cxnLst/>
              <a:rect l="0" t="0" r="0" b="0"/>
              <a:pathLst>
                <a:path w="79785" h="68579">
                  <a:moveTo>
                    <a:pt x="0" y="68579"/>
                  </a:moveTo>
                  <a:lnTo>
                    <a:pt x="797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02" name="Candidate_receptor__2620">
              <a:extLst>
                <a:ext uri="{FF2B5EF4-FFF2-40B4-BE49-F238E27FC236}">
                  <a16:creationId xmlns:a16="http://schemas.microsoft.com/office/drawing/2014/main" id="{6124DF80-D32D-5F17-94BA-4901A59440E5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89862"/>
              <a:ext cx="32242" cy="37273"/>
            </a:xfrm>
            <a:custGeom>
              <a:avLst/>
              <a:gdLst/>
              <a:ahLst/>
              <a:cxnLst/>
              <a:rect l="0" t="0" r="0" b="0"/>
              <a:pathLst>
                <a:path w="32242" h="37273">
                  <a:moveTo>
                    <a:pt x="0" y="37273"/>
                  </a:moveTo>
                  <a:lnTo>
                    <a:pt x="3224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03" name="Candidate_receptor__2621">
              <a:extLst>
                <a:ext uri="{FF2B5EF4-FFF2-40B4-BE49-F238E27FC236}">
                  <a16:creationId xmlns:a16="http://schemas.microsoft.com/office/drawing/2014/main" id="{1A9E030E-DE14-21F3-2EF3-49AE2ABC138A}"/>
                </a:ext>
              </a:extLst>
            </p:cNvPr>
            <p:cNvSpPr>
              <a:spLocks noGrp="1"/>
            </p:cNvSpPr>
            <p:nvPr/>
          </p:nvSpPr>
          <p:spPr>
            <a:xfrm>
              <a:off x="6413669" y="3753346"/>
              <a:ext cx="808" cy="105041"/>
            </a:xfrm>
            <a:custGeom>
              <a:avLst/>
              <a:gdLst/>
              <a:ahLst/>
              <a:cxnLst/>
              <a:rect l="0" t="0" r="0" b="0"/>
              <a:pathLst>
                <a:path w="808" h="105041">
                  <a:moveTo>
                    <a:pt x="808" y="105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04" name="Candidate_receptor__2622">
              <a:extLst>
                <a:ext uri="{FF2B5EF4-FFF2-40B4-BE49-F238E27FC236}">
                  <a16:creationId xmlns:a16="http://schemas.microsoft.com/office/drawing/2014/main" id="{D491B8A5-8BA4-EA5B-1D19-8BF0FCDE8E22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450832"/>
              <a:ext cx="42854" cy="80503"/>
            </a:xfrm>
            <a:custGeom>
              <a:avLst/>
              <a:gdLst/>
              <a:ahLst/>
              <a:cxnLst/>
              <a:rect l="0" t="0" r="0" b="0"/>
              <a:pathLst>
                <a:path w="42854" h="80503">
                  <a:moveTo>
                    <a:pt x="42854" y="0"/>
                  </a:moveTo>
                  <a:lnTo>
                    <a:pt x="0" y="8050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05" name="Candidate_receptor__2623">
              <a:extLst>
                <a:ext uri="{FF2B5EF4-FFF2-40B4-BE49-F238E27FC236}">
                  <a16:creationId xmlns:a16="http://schemas.microsoft.com/office/drawing/2014/main" id="{4FF7DFEF-7312-AF69-AC75-4EB2EDA64A79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867038"/>
              <a:ext cx="53953" cy="19508"/>
            </a:xfrm>
            <a:custGeom>
              <a:avLst/>
              <a:gdLst/>
              <a:ahLst/>
              <a:cxnLst/>
              <a:rect l="0" t="0" r="0" b="0"/>
              <a:pathLst>
                <a:path w="53953" h="19508">
                  <a:moveTo>
                    <a:pt x="53953" y="0"/>
                  </a:moveTo>
                  <a:lnTo>
                    <a:pt x="0" y="195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06" name="Candidate_receptor__2624">
              <a:extLst>
                <a:ext uri="{FF2B5EF4-FFF2-40B4-BE49-F238E27FC236}">
                  <a16:creationId xmlns:a16="http://schemas.microsoft.com/office/drawing/2014/main" id="{6F05AE20-C53C-F77D-5BFB-ABC7EF33510D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31076"/>
              <a:ext cx="20910" cy="35381"/>
            </a:xfrm>
            <a:custGeom>
              <a:avLst/>
              <a:gdLst/>
              <a:ahLst/>
              <a:cxnLst/>
              <a:rect l="0" t="0" r="0" b="0"/>
              <a:pathLst>
                <a:path w="20910" h="35381">
                  <a:moveTo>
                    <a:pt x="0" y="35381"/>
                  </a:moveTo>
                  <a:lnTo>
                    <a:pt x="209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07" name="Candidate_receptor__2625">
              <a:extLst>
                <a:ext uri="{FF2B5EF4-FFF2-40B4-BE49-F238E27FC236}">
                  <a16:creationId xmlns:a16="http://schemas.microsoft.com/office/drawing/2014/main" id="{9C6F7B80-EBFB-005C-A41F-2293A752E8FF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100234" cy="25656"/>
            </a:xfrm>
            <a:custGeom>
              <a:avLst/>
              <a:gdLst/>
              <a:ahLst/>
              <a:cxnLst/>
              <a:rect l="0" t="0" r="0" b="0"/>
              <a:pathLst>
                <a:path w="100234" h="25656">
                  <a:moveTo>
                    <a:pt x="100234" y="256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08" name="Candidate_receptor__2626">
              <a:extLst>
                <a:ext uri="{FF2B5EF4-FFF2-40B4-BE49-F238E27FC236}">
                  <a16:creationId xmlns:a16="http://schemas.microsoft.com/office/drawing/2014/main" id="{32069F72-CF1F-1FAB-8A66-0538AE128E8B}"/>
                </a:ext>
              </a:extLst>
            </p:cNvPr>
            <p:cNvSpPr>
              <a:spLocks noGrp="1"/>
            </p:cNvSpPr>
            <p:nvPr/>
          </p:nvSpPr>
          <p:spPr>
            <a:xfrm>
              <a:off x="4867454" y="2530398"/>
              <a:ext cx="26036" cy="103778"/>
            </a:xfrm>
            <a:custGeom>
              <a:avLst/>
              <a:gdLst/>
              <a:ahLst/>
              <a:cxnLst/>
              <a:rect l="0" t="0" r="0" b="0"/>
              <a:pathLst>
                <a:path w="26036" h="103778">
                  <a:moveTo>
                    <a:pt x="26036" y="1037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52309" name="Candidate_receptor__2627">
              <a:extLst>
                <a:ext uri="{FF2B5EF4-FFF2-40B4-BE49-F238E27FC236}">
                  <a16:creationId xmlns:a16="http://schemas.microsoft.com/office/drawing/2014/main" id="{556F804E-A0C0-3EB3-36D5-7922E3A19ED2}"/>
                </a:ext>
              </a:extLst>
            </p:cNvPr>
            <p:cNvSpPr>
              <a:spLocks noGrp="1"/>
            </p:cNvSpPr>
            <p:nvPr/>
          </p:nvSpPr>
          <p:spPr>
            <a:xfrm>
              <a:off x="5952862" y="4275645"/>
              <a:ext cx="41193" cy="58431"/>
            </a:xfrm>
            <a:custGeom>
              <a:avLst/>
              <a:gdLst/>
              <a:ahLst/>
              <a:cxnLst/>
              <a:rect l="0" t="0" r="0" b="0"/>
              <a:pathLst>
                <a:path w="41193" h="58431">
                  <a:moveTo>
                    <a:pt x="0" y="58431"/>
                  </a:moveTo>
                  <a:lnTo>
                    <a:pt x="4119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0" name="Candidate_receptor__2628">
              <a:extLst>
                <a:ext uri="{FF2B5EF4-FFF2-40B4-BE49-F238E27FC236}">
                  <a16:creationId xmlns:a16="http://schemas.microsoft.com/office/drawing/2014/main" id="{4EFBB55C-B999-7A0C-FECF-8DFF730C0000}"/>
                </a:ext>
              </a:extLst>
            </p:cNvPr>
            <p:cNvSpPr>
              <a:spLocks noGrp="1"/>
            </p:cNvSpPr>
            <p:nvPr/>
          </p:nvSpPr>
          <p:spPr>
            <a:xfrm>
              <a:off x="5632529" y="4120555"/>
              <a:ext cx="63423" cy="86087"/>
            </a:xfrm>
            <a:custGeom>
              <a:avLst/>
              <a:gdLst/>
              <a:ahLst/>
              <a:cxnLst/>
              <a:rect l="0" t="0" r="0" b="0"/>
              <a:pathLst>
                <a:path w="63423" h="86087">
                  <a:moveTo>
                    <a:pt x="63423" y="860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1" name="Candidate_receptor__2629">
              <a:extLst>
                <a:ext uri="{FF2B5EF4-FFF2-40B4-BE49-F238E27FC236}">
                  <a16:creationId xmlns:a16="http://schemas.microsoft.com/office/drawing/2014/main" id="{AB34349D-35AD-FA47-B1D1-1568A605F138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576634"/>
              <a:ext cx="11644" cy="113974"/>
            </a:xfrm>
            <a:custGeom>
              <a:avLst/>
              <a:gdLst/>
              <a:ahLst/>
              <a:cxnLst/>
              <a:rect l="0" t="0" r="0" b="0"/>
              <a:pathLst>
                <a:path w="11644" h="113974">
                  <a:moveTo>
                    <a:pt x="11644" y="0"/>
                  </a:moveTo>
                  <a:lnTo>
                    <a:pt x="0" y="11397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2" name="Candidate_receptor__2630">
              <a:extLst>
                <a:ext uri="{FF2B5EF4-FFF2-40B4-BE49-F238E27FC236}">
                  <a16:creationId xmlns:a16="http://schemas.microsoft.com/office/drawing/2014/main" id="{88769F30-3BB4-D704-BA0F-39DC3AA1326B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58387"/>
              <a:ext cx="111128" cy="12566"/>
            </a:xfrm>
            <a:custGeom>
              <a:avLst/>
              <a:gdLst/>
              <a:ahLst/>
              <a:cxnLst/>
              <a:rect l="0" t="0" r="0" b="0"/>
              <a:pathLst>
                <a:path w="111128" h="12566">
                  <a:moveTo>
                    <a:pt x="0" y="12566"/>
                  </a:moveTo>
                  <a:lnTo>
                    <a:pt x="11112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3" name="Candidate_receptor__2631">
              <a:extLst>
                <a:ext uri="{FF2B5EF4-FFF2-40B4-BE49-F238E27FC236}">
                  <a16:creationId xmlns:a16="http://schemas.microsoft.com/office/drawing/2014/main" id="{196E29DE-1501-1EE6-67B4-B0C451FE3D15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674628"/>
              <a:ext cx="93041" cy="64674"/>
            </a:xfrm>
            <a:custGeom>
              <a:avLst/>
              <a:gdLst/>
              <a:ahLst/>
              <a:cxnLst/>
              <a:rect l="0" t="0" r="0" b="0"/>
              <a:pathLst>
                <a:path w="93041" h="64674">
                  <a:moveTo>
                    <a:pt x="0" y="64674"/>
                  </a:moveTo>
                  <a:lnTo>
                    <a:pt x="930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4" name="Candidate_receptor__2632">
              <a:extLst>
                <a:ext uri="{FF2B5EF4-FFF2-40B4-BE49-F238E27FC236}">
                  <a16:creationId xmlns:a16="http://schemas.microsoft.com/office/drawing/2014/main" id="{547F558E-C398-DAE0-0F68-63EEFA68A484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765705"/>
              <a:ext cx="19902" cy="8719"/>
            </a:xfrm>
            <a:custGeom>
              <a:avLst/>
              <a:gdLst/>
              <a:ahLst/>
              <a:cxnLst/>
              <a:rect l="0" t="0" r="0" b="0"/>
              <a:pathLst>
                <a:path w="19902" h="8719">
                  <a:moveTo>
                    <a:pt x="19902" y="87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5" name="Candidate_receptor__2633">
              <a:extLst>
                <a:ext uri="{FF2B5EF4-FFF2-40B4-BE49-F238E27FC236}">
                  <a16:creationId xmlns:a16="http://schemas.microsoft.com/office/drawing/2014/main" id="{C02467E5-82BF-834D-146A-58DCC499F57C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74902"/>
              <a:ext cx="33290" cy="19408"/>
            </a:xfrm>
            <a:custGeom>
              <a:avLst/>
              <a:gdLst/>
              <a:ahLst/>
              <a:cxnLst/>
              <a:rect l="0" t="0" r="0" b="0"/>
              <a:pathLst>
                <a:path w="33290" h="19408">
                  <a:moveTo>
                    <a:pt x="33290" y="0"/>
                  </a:moveTo>
                  <a:lnTo>
                    <a:pt x="0" y="194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6" name="Candidate_receptor__2634">
              <a:extLst>
                <a:ext uri="{FF2B5EF4-FFF2-40B4-BE49-F238E27FC236}">
                  <a16:creationId xmlns:a16="http://schemas.microsoft.com/office/drawing/2014/main" id="{1B06CBC2-1A83-BD6B-D6C4-783BB2084297}"/>
                </a:ext>
              </a:extLst>
            </p:cNvPr>
            <p:cNvSpPr>
              <a:spLocks noGrp="1"/>
            </p:cNvSpPr>
            <p:nvPr/>
          </p:nvSpPr>
          <p:spPr>
            <a:xfrm>
              <a:off x="5826128" y="3975072"/>
              <a:ext cx="82410" cy="65828"/>
            </a:xfrm>
            <a:custGeom>
              <a:avLst/>
              <a:gdLst/>
              <a:ahLst/>
              <a:cxnLst/>
              <a:rect l="0" t="0" r="0" b="0"/>
              <a:pathLst>
                <a:path w="82410" h="65828">
                  <a:moveTo>
                    <a:pt x="0" y="65828"/>
                  </a:moveTo>
                  <a:lnTo>
                    <a:pt x="824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7" name="Candidate_receptor__2635">
              <a:extLst>
                <a:ext uri="{FF2B5EF4-FFF2-40B4-BE49-F238E27FC236}">
                  <a16:creationId xmlns:a16="http://schemas.microsoft.com/office/drawing/2014/main" id="{E35AD9EC-5FA6-9760-CDA2-140F23154FB7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58096"/>
              <a:ext cx="32938" cy="2679"/>
            </a:xfrm>
            <a:custGeom>
              <a:avLst/>
              <a:gdLst/>
              <a:ahLst/>
              <a:cxnLst/>
              <a:rect l="0" t="0" r="0" b="0"/>
              <a:pathLst>
                <a:path w="32938" h="2679">
                  <a:moveTo>
                    <a:pt x="0" y="2679"/>
                  </a:moveTo>
                  <a:lnTo>
                    <a:pt x="3293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8" name="Candidate_receptor__2636">
              <a:extLst>
                <a:ext uri="{FF2B5EF4-FFF2-40B4-BE49-F238E27FC236}">
                  <a16:creationId xmlns:a16="http://schemas.microsoft.com/office/drawing/2014/main" id="{2EE3B1F6-6AB8-26C9-BED0-B09F13B76EE9}"/>
                </a:ext>
              </a:extLst>
            </p:cNvPr>
            <p:cNvSpPr>
              <a:spLocks noGrp="1"/>
            </p:cNvSpPr>
            <p:nvPr/>
          </p:nvSpPr>
          <p:spPr>
            <a:xfrm>
              <a:off x="5991705" y="4436197"/>
              <a:ext cx="64441" cy="73184"/>
            </a:xfrm>
            <a:custGeom>
              <a:avLst/>
              <a:gdLst/>
              <a:ahLst/>
              <a:cxnLst/>
              <a:rect l="0" t="0" r="0" b="0"/>
              <a:pathLst>
                <a:path w="64441" h="73184">
                  <a:moveTo>
                    <a:pt x="0" y="73184"/>
                  </a:moveTo>
                  <a:lnTo>
                    <a:pt x="644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9" name="Candidate_receptor__2637">
              <a:extLst>
                <a:ext uri="{FF2B5EF4-FFF2-40B4-BE49-F238E27FC236}">
                  <a16:creationId xmlns:a16="http://schemas.microsoft.com/office/drawing/2014/main" id="{04CFDD5A-849C-31A6-0956-C3DBAC88A66D}"/>
                </a:ext>
              </a:extLst>
            </p:cNvPr>
            <p:cNvSpPr>
              <a:spLocks noGrp="1"/>
            </p:cNvSpPr>
            <p:nvPr/>
          </p:nvSpPr>
          <p:spPr>
            <a:xfrm>
              <a:off x="6117972" y="3450832"/>
              <a:ext cx="106304" cy="20715"/>
            </a:xfrm>
            <a:custGeom>
              <a:avLst/>
              <a:gdLst/>
              <a:ahLst/>
              <a:cxnLst/>
              <a:rect l="0" t="0" r="0" b="0"/>
              <a:pathLst>
                <a:path w="106304" h="20715">
                  <a:moveTo>
                    <a:pt x="106304" y="207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52320" name="Candidate_receptor__2638">
              <a:extLst>
                <a:ext uri="{FF2B5EF4-FFF2-40B4-BE49-F238E27FC236}">
                  <a16:creationId xmlns:a16="http://schemas.microsoft.com/office/drawing/2014/main" id="{9E905755-570F-E96E-2411-CAEF4B96A81A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334076"/>
              <a:ext cx="63491" cy="71922"/>
            </a:xfrm>
            <a:custGeom>
              <a:avLst/>
              <a:gdLst/>
              <a:ahLst/>
              <a:cxnLst/>
              <a:rect l="0" t="0" r="0" b="0"/>
              <a:pathLst>
                <a:path w="63491" h="71922">
                  <a:moveTo>
                    <a:pt x="0" y="71922"/>
                  </a:moveTo>
                  <a:lnTo>
                    <a:pt x="6349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21" name="Candidate_receptor__2639">
              <a:extLst>
                <a:ext uri="{FF2B5EF4-FFF2-40B4-BE49-F238E27FC236}">
                  <a16:creationId xmlns:a16="http://schemas.microsoft.com/office/drawing/2014/main" id="{541A8F3B-9525-3B7A-B206-A2B28AF3C2FC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00105"/>
              <a:ext cx="102455" cy="48553"/>
            </a:xfrm>
            <a:custGeom>
              <a:avLst/>
              <a:gdLst/>
              <a:ahLst/>
              <a:cxnLst/>
              <a:rect l="0" t="0" r="0" b="0"/>
              <a:pathLst>
                <a:path w="102455" h="48553">
                  <a:moveTo>
                    <a:pt x="102455" y="0"/>
                  </a:moveTo>
                  <a:lnTo>
                    <a:pt x="0" y="4855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22" name="Candidate_receptor__2640">
              <a:extLst>
                <a:ext uri="{FF2B5EF4-FFF2-40B4-BE49-F238E27FC236}">
                  <a16:creationId xmlns:a16="http://schemas.microsoft.com/office/drawing/2014/main" id="{761AD92A-38DE-A240-E64C-D3C5E480DC81}"/>
                </a:ext>
              </a:extLst>
            </p:cNvPr>
            <p:cNvSpPr>
              <a:spLocks noGrp="1"/>
            </p:cNvSpPr>
            <p:nvPr/>
          </p:nvSpPr>
          <p:spPr>
            <a:xfrm>
              <a:off x="4404621" y="4689854"/>
              <a:ext cx="85251" cy="36964"/>
            </a:xfrm>
            <a:custGeom>
              <a:avLst/>
              <a:gdLst/>
              <a:ahLst/>
              <a:cxnLst/>
              <a:rect l="0" t="0" r="0" b="0"/>
              <a:pathLst>
                <a:path w="85251" h="36964">
                  <a:moveTo>
                    <a:pt x="85251" y="0"/>
                  </a:moveTo>
                  <a:lnTo>
                    <a:pt x="0" y="3696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23" name="Candidate_receptor__2641">
              <a:extLst>
                <a:ext uri="{FF2B5EF4-FFF2-40B4-BE49-F238E27FC236}">
                  <a16:creationId xmlns:a16="http://schemas.microsoft.com/office/drawing/2014/main" id="{6F9948C6-403E-272D-1434-142CBD47A9E5}"/>
                </a:ext>
              </a:extLst>
            </p:cNvPr>
            <p:cNvSpPr>
              <a:spLocks noGrp="1"/>
            </p:cNvSpPr>
            <p:nvPr/>
          </p:nvSpPr>
          <p:spPr>
            <a:xfrm>
              <a:off x="5612098" y="4206641"/>
              <a:ext cx="83854" cy="75544"/>
            </a:xfrm>
            <a:custGeom>
              <a:avLst/>
              <a:gdLst/>
              <a:ahLst/>
              <a:cxnLst/>
              <a:rect l="0" t="0" r="0" b="0"/>
              <a:pathLst>
                <a:path w="83854" h="75544">
                  <a:moveTo>
                    <a:pt x="0" y="75544"/>
                  </a:moveTo>
                  <a:lnTo>
                    <a:pt x="8385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24" name="Candidate_receptor__2642">
              <a:extLst>
                <a:ext uri="{FF2B5EF4-FFF2-40B4-BE49-F238E27FC236}">
                  <a16:creationId xmlns:a16="http://schemas.microsoft.com/office/drawing/2014/main" id="{03B6D99C-6ADB-E5D3-3945-B1E0E91FA3B3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522677"/>
              <a:ext cx="47338" cy="23363"/>
            </a:xfrm>
            <a:custGeom>
              <a:avLst/>
              <a:gdLst/>
              <a:ahLst/>
              <a:cxnLst/>
              <a:rect l="0" t="0" r="0" b="0"/>
              <a:pathLst>
                <a:path w="47338" h="23363">
                  <a:moveTo>
                    <a:pt x="47338" y="0"/>
                  </a:moveTo>
                  <a:lnTo>
                    <a:pt x="0" y="2336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25" name="Candidate_receptor__2643">
              <a:extLst>
                <a:ext uri="{FF2B5EF4-FFF2-40B4-BE49-F238E27FC236}">
                  <a16:creationId xmlns:a16="http://schemas.microsoft.com/office/drawing/2014/main" id="{C31B7C89-2DE1-104F-6F58-9D6AC5072217}"/>
                </a:ext>
              </a:extLst>
            </p:cNvPr>
            <p:cNvSpPr>
              <a:spLocks noGrp="1"/>
            </p:cNvSpPr>
            <p:nvPr/>
          </p:nvSpPr>
          <p:spPr>
            <a:xfrm>
              <a:off x="6263432" y="4466385"/>
              <a:ext cx="109319" cy="33850"/>
            </a:xfrm>
            <a:custGeom>
              <a:avLst/>
              <a:gdLst/>
              <a:ahLst/>
              <a:cxnLst/>
              <a:rect l="0" t="0" r="0" b="0"/>
              <a:pathLst>
                <a:path w="109319" h="33850">
                  <a:moveTo>
                    <a:pt x="0" y="33850"/>
                  </a:moveTo>
                  <a:lnTo>
                    <a:pt x="109319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26" name="Candidate_receptor__2644">
              <a:extLst>
                <a:ext uri="{FF2B5EF4-FFF2-40B4-BE49-F238E27FC236}">
                  <a16:creationId xmlns:a16="http://schemas.microsoft.com/office/drawing/2014/main" id="{2744F83C-C325-E709-DF25-35BABD61FEAD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20555"/>
              <a:ext cx="88764" cy="29439"/>
            </a:xfrm>
            <a:custGeom>
              <a:avLst/>
              <a:gdLst/>
              <a:ahLst/>
              <a:cxnLst/>
              <a:rect l="0" t="0" r="0" b="0"/>
              <a:pathLst>
                <a:path w="88764" h="29439">
                  <a:moveTo>
                    <a:pt x="88764" y="0"/>
                  </a:moveTo>
                  <a:lnTo>
                    <a:pt x="0" y="2943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27" name="Candidate_receptor__2645">
              <a:extLst>
                <a:ext uri="{FF2B5EF4-FFF2-40B4-BE49-F238E27FC236}">
                  <a16:creationId xmlns:a16="http://schemas.microsoft.com/office/drawing/2014/main" id="{A5C3CF52-C5E3-4FD6-1E49-376ECB3A4770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149558"/>
              <a:ext cx="85583" cy="76690"/>
            </a:xfrm>
            <a:custGeom>
              <a:avLst/>
              <a:gdLst/>
              <a:ahLst/>
              <a:cxnLst/>
              <a:rect l="0" t="0" r="0" b="0"/>
              <a:pathLst>
                <a:path w="85583" h="76690">
                  <a:moveTo>
                    <a:pt x="0" y="76690"/>
                  </a:moveTo>
                  <a:lnTo>
                    <a:pt x="8558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28" name="Candidate_receptor__2646">
              <a:extLst>
                <a:ext uri="{FF2B5EF4-FFF2-40B4-BE49-F238E27FC236}">
                  <a16:creationId xmlns:a16="http://schemas.microsoft.com/office/drawing/2014/main" id="{95E19B3E-B843-B4E3-FAB8-61F6E1F49887}"/>
                </a:ext>
              </a:extLst>
            </p:cNvPr>
            <p:cNvSpPr>
              <a:spLocks noGrp="1"/>
            </p:cNvSpPr>
            <p:nvPr/>
          </p:nvSpPr>
          <p:spPr>
            <a:xfrm>
              <a:off x="6369354" y="4900693"/>
              <a:ext cx="104792" cy="19829"/>
            </a:xfrm>
            <a:custGeom>
              <a:avLst/>
              <a:gdLst/>
              <a:ahLst/>
              <a:cxnLst/>
              <a:rect l="0" t="0" r="0" b="0"/>
              <a:pathLst>
                <a:path w="104792" h="19829">
                  <a:moveTo>
                    <a:pt x="0" y="19829"/>
                  </a:moveTo>
                  <a:lnTo>
                    <a:pt x="104792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52329" name="Candidate_receptor__2647">
              <a:extLst>
                <a:ext uri="{FF2B5EF4-FFF2-40B4-BE49-F238E27FC236}">
                  <a16:creationId xmlns:a16="http://schemas.microsoft.com/office/drawing/2014/main" id="{24F8EBBD-30E0-8C91-7BE7-50225CFED72C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18065"/>
              <a:ext cx="31608" cy="56309"/>
            </a:xfrm>
            <a:custGeom>
              <a:avLst/>
              <a:gdLst/>
              <a:ahLst/>
              <a:cxnLst/>
              <a:rect l="0" t="0" r="0" b="0"/>
              <a:pathLst>
                <a:path w="31608" h="56309">
                  <a:moveTo>
                    <a:pt x="0" y="56309"/>
                  </a:moveTo>
                  <a:lnTo>
                    <a:pt x="3160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30" name="Candidate_receptor__2648">
              <a:extLst>
                <a:ext uri="{FF2B5EF4-FFF2-40B4-BE49-F238E27FC236}">
                  <a16:creationId xmlns:a16="http://schemas.microsoft.com/office/drawing/2014/main" id="{DC6B51D1-1799-1052-9FE5-009289699BC9}"/>
                </a:ext>
              </a:extLst>
            </p:cNvPr>
            <p:cNvSpPr>
              <a:spLocks noGrp="1"/>
            </p:cNvSpPr>
            <p:nvPr/>
          </p:nvSpPr>
          <p:spPr>
            <a:xfrm>
              <a:off x="5149545" y="4955891"/>
              <a:ext cx="10795" cy="112727"/>
            </a:xfrm>
            <a:custGeom>
              <a:avLst/>
              <a:gdLst/>
              <a:ahLst/>
              <a:cxnLst/>
              <a:rect l="0" t="0" r="0" b="0"/>
              <a:pathLst>
                <a:path w="10795" h="112727">
                  <a:moveTo>
                    <a:pt x="10795" y="112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31" name="Candidate_receptor__2649">
              <a:extLst>
                <a:ext uri="{FF2B5EF4-FFF2-40B4-BE49-F238E27FC236}">
                  <a16:creationId xmlns:a16="http://schemas.microsoft.com/office/drawing/2014/main" id="{305EDEC9-17FE-9CA2-E265-65E3EC569B5F}"/>
                </a:ext>
              </a:extLst>
            </p:cNvPr>
            <p:cNvSpPr>
              <a:spLocks noGrp="1"/>
            </p:cNvSpPr>
            <p:nvPr/>
          </p:nvSpPr>
          <p:spPr>
            <a:xfrm>
              <a:off x="4903447" y="3486277"/>
              <a:ext cx="102268" cy="43567"/>
            </a:xfrm>
            <a:custGeom>
              <a:avLst/>
              <a:gdLst/>
              <a:ahLst/>
              <a:cxnLst/>
              <a:rect l="0" t="0" r="0" b="0"/>
              <a:pathLst>
                <a:path w="102268" h="43567">
                  <a:moveTo>
                    <a:pt x="102268" y="435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52332" name="Candidate_receptor__2650">
              <a:extLst>
                <a:ext uri="{FF2B5EF4-FFF2-40B4-BE49-F238E27FC236}">
                  <a16:creationId xmlns:a16="http://schemas.microsoft.com/office/drawing/2014/main" id="{1862619F-97CF-8210-7A74-DDB858C6E591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889872"/>
              <a:ext cx="927" cy="77640"/>
            </a:xfrm>
            <a:custGeom>
              <a:avLst/>
              <a:gdLst/>
              <a:ahLst/>
              <a:cxnLst/>
              <a:rect l="0" t="0" r="0" b="0"/>
              <a:pathLst>
                <a:path w="927" h="77640">
                  <a:moveTo>
                    <a:pt x="0" y="77640"/>
                  </a:moveTo>
                  <a:lnTo>
                    <a:pt x="927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33" name="Candidate_receptor__2651">
              <a:extLst>
                <a:ext uri="{FF2B5EF4-FFF2-40B4-BE49-F238E27FC236}">
                  <a16:creationId xmlns:a16="http://schemas.microsoft.com/office/drawing/2014/main" id="{6BB8CD8A-5993-CD1E-8756-664DFAD4E635}"/>
                </a:ext>
              </a:extLst>
            </p:cNvPr>
            <p:cNvSpPr>
              <a:spLocks noGrp="1"/>
            </p:cNvSpPr>
            <p:nvPr/>
          </p:nvSpPr>
          <p:spPr>
            <a:xfrm>
              <a:off x="4489872" y="4662530"/>
              <a:ext cx="67866" cy="27324"/>
            </a:xfrm>
            <a:custGeom>
              <a:avLst/>
              <a:gdLst/>
              <a:ahLst/>
              <a:cxnLst/>
              <a:rect l="0" t="0" r="0" b="0"/>
              <a:pathLst>
                <a:path w="67866" h="27324">
                  <a:moveTo>
                    <a:pt x="67866" y="0"/>
                  </a:moveTo>
                  <a:lnTo>
                    <a:pt x="0" y="2732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34" name="Candidate_receptor__2652">
              <a:extLst>
                <a:ext uri="{FF2B5EF4-FFF2-40B4-BE49-F238E27FC236}">
                  <a16:creationId xmlns:a16="http://schemas.microsoft.com/office/drawing/2014/main" id="{982D71F6-8C5E-6466-2969-B887188C4D9B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726819"/>
              <a:ext cx="3431" cy="107932"/>
            </a:xfrm>
            <a:custGeom>
              <a:avLst/>
              <a:gdLst/>
              <a:ahLst/>
              <a:cxnLst/>
              <a:rect l="0" t="0" r="0" b="0"/>
              <a:pathLst>
                <a:path w="3431" h="107932">
                  <a:moveTo>
                    <a:pt x="3431" y="0"/>
                  </a:moveTo>
                  <a:lnTo>
                    <a:pt x="0" y="107932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52335" name="Candidate_receptor__2653">
              <a:extLst>
                <a:ext uri="{FF2B5EF4-FFF2-40B4-BE49-F238E27FC236}">
                  <a16:creationId xmlns:a16="http://schemas.microsoft.com/office/drawing/2014/main" id="{FFC63C77-82A4-9D5E-450A-6C8D1CE53A89}"/>
                </a:ext>
              </a:extLst>
            </p:cNvPr>
            <p:cNvSpPr>
              <a:spLocks noGrp="1"/>
            </p:cNvSpPr>
            <p:nvPr/>
          </p:nvSpPr>
          <p:spPr>
            <a:xfrm>
              <a:off x="6474145" y="4803684"/>
              <a:ext cx="21914" cy="97008"/>
            </a:xfrm>
            <a:custGeom>
              <a:avLst/>
              <a:gdLst/>
              <a:ahLst/>
              <a:cxnLst/>
              <a:rect l="0" t="0" r="0" b="0"/>
              <a:pathLst>
                <a:path w="21914" h="97008">
                  <a:moveTo>
                    <a:pt x="0" y="97008"/>
                  </a:moveTo>
                  <a:lnTo>
                    <a:pt x="21914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52336" name="Candidate_receptor__2654">
              <a:extLst>
                <a:ext uri="{FF2B5EF4-FFF2-40B4-BE49-F238E27FC236}">
                  <a16:creationId xmlns:a16="http://schemas.microsoft.com/office/drawing/2014/main" id="{7BE8AE9E-14C5-C8A8-7555-F05458DFA230}"/>
                </a:ext>
              </a:extLst>
            </p:cNvPr>
            <p:cNvSpPr>
              <a:spLocks noGrp="1"/>
            </p:cNvSpPr>
            <p:nvPr/>
          </p:nvSpPr>
          <p:spPr>
            <a:xfrm>
              <a:off x="4988017" y="4875169"/>
              <a:ext cx="10174" cy="109040"/>
            </a:xfrm>
            <a:custGeom>
              <a:avLst/>
              <a:gdLst/>
              <a:ahLst/>
              <a:cxnLst/>
              <a:rect l="0" t="0" r="0" b="0"/>
              <a:pathLst>
                <a:path w="10174" h="109040">
                  <a:moveTo>
                    <a:pt x="10174" y="1090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37" name="Candidate_receptor__2655">
              <a:extLst>
                <a:ext uri="{FF2B5EF4-FFF2-40B4-BE49-F238E27FC236}">
                  <a16:creationId xmlns:a16="http://schemas.microsoft.com/office/drawing/2014/main" id="{2A0BDFF6-56D3-FB83-05A9-472887335584}"/>
                </a:ext>
              </a:extLst>
            </p:cNvPr>
            <p:cNvSpPr>
              <a:spLocks noGrp="1"/>
            </p:cNvSpPr>
            <p:nvPr/>
          </p:nvSpPr>
          <p:spPr>
            <a:xfrm>
              <a:off x="4905996" y="5120655"/>
              <a:ext cx="101643" cy="29779"/>
            </a:xfrm>
            <a:custGeom>
              <a:avLst/>
              <a:gdLst/>
              <a:ahLst/>
              <a:cxnLst/>
              <a:rect l="0" t="0" r="0" b="0"/>
              <a:pathLst>
                <a:path w="101643" h="29779">
                  <a:moveTo>
                    <a:pt x="101643" y="29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38" name="Candidate_receptor__2656">
              <a:extLst>
                <a:ext uri="{FF2B5EF4-FFF2-40B4-BE49-F238E27FC236}">
                  <a16:creationId xmlns:a16="http://schemas.microsoft.com/office/drawing/2014/main" id="{D9FE4825-2B5A-74F7-C181-941A5B0A066B}"/>
                </a:ext>
              </a:extLst>
            </p:cNvPr>
            <p:cNvSpPr>
              <a:spLocks noGrp="1"/>
            </p:cNvSpPr>
            <p:nvPr/>
          </p:nvSpPr>
          <p:spPr>
            <a:xfrm>
              <a:off x="4659532" y="4741368"/>
              <a:ext cx="44801" cy="35188"/>
            </a:xfrm>
            <a:custGeom>
              <a:avLst/>
              <a:gdLst/>
              <a:ahLst/>
              <a:cxnLst/>
              <a:rect l="0" t="0" r="0" b="0"/>
              <a:pathLst>
                <a:path w="44801" h="35188">
                  <a:moveTo>
                    <a:pt x="44801" y="35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39" name="Candidate_receptor__2657">
              <a:extLst>
                <a:ext uri="{FF2B5EF4-FFF2-40B4-BE49-F238E27FC236}">
                  <a16:creationId xmlns:a16="http://schemas.microsoft.com/office/drawing/2014/main" id="{497F6488-08D1-344A-00CB-E93836F5910F}"/>
                </a:ext>
              </a:extLst>
            </p:cNvPr>
            <p:cNvSpPr>
              <a:spLocks noGrp="1"/>
            </p:cNvSpPr>
            <p:nvPr/>
          </p:nvSpPr>
          <p:spPr>
            <a:xfrm>
              <a:off x="5379747" y="4389774"/>
              <a:ext cx="108034" cy="36649"/>
            </a:xfrm>
            <a:custGeom>
              <a:avLst/>
              <a:gdLst/>
              <a:ahLst/>
              <a:cxnLst/>
              <a:rect l="0" t="0" r="0" b="0"/>
              <a:pathLst>
                <a:path w="108034" h="36649">
                  <a:moveTo>
                    <a:pt x="108034" y="0"/>
                  </a:moveTo>
                  <a:lnTo>
                    <a:pt x="0" y="3664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40" name="Candidate_receptor__2658">
              <a:extLst>
                <a:ext uri="{FF2B5EF4-FFF2-40B4-BE49-F238E27FC236}">
                  <a16:creationId xmlns:a16="http://schemas.microsoft.com/office/drawing/2014/main" id="{FE109DAB-336D-0AA1-EC49-AE9D4A6DB2C1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80456"/>
              <a:ext cx="9719" cy="37860"/>
            </a:xfrm>
            <a:custGeom>
              <a:avLst/>
              <a:gdLst/>
              <a:ahLst/>
              <a:cxnLst/>
              <a:rect l="0" t="0" r="0" b="0"/>
              <a:pathLst>
                <a:path w="9719" h="37860">
                  <a:moveTo>
                    <a:pt x="9719" y="37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41" name="Candidate_receptor__2659">
              <a:extLst>
                <a:ext uri="{FF2B5EF4-FFF2-40B4-BE49-F238E27FC236}">
                  <a16:creationId xmlns:a16="http://schemas.microsoft.com/office/drawing/2014/main" id="{D0848183-426A-F2EF-C0E3-B14FE9977808}"/>
                </a:ext>
              </a:extLst>
            </p:cNvPr>
            <p:cNvSpPr>
              <a:spLocks noGrp="1"/>
            </p:cNvSpPr>
            <p:nvPr/>
          </p:nvSpPr>
          <p:spPr>
            <a:xfrm>
              <a:off x="4825975" y="4802260"/>
              <a:ext cx="22518" cy="87612"/>
            </a:xfrm>
            <a:custGeom>
              <a:avLst/>
              <a:gdLst/>
              <a:ahLst/>
              <a:cxnLst/>
              <a:rect l="0" t="0" r="0" b="0"/>
              <a:pathLst>
                <a:path w="22518" h="87612">
                  <a:moveTo>
                    <a:pt x="22518" y="87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42" name="Candidate_receptor__2660">
              <a:extLst>
                <a:ext uri="{FF2B5EF4-FFF2-40B4-BE49-F238E27FC236}">
                  <a16:creationId xmlns:a16="http://schemas.microsoft.com/office/drawing/2014/main" id="{BD0DECB0-EA3E-FC59-729F-148D923A030C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405538"/>
              <a:ext cx="47655" cy="27314"/>
            </a:xfrm>
            <a:custGeom>
              <a:avLst/>
              <a:gdLst/>
              <a:ahLst/>
              <a:cxnLst/>
              <a:rect l="0" t="0" r="0" b="0"/>
              <a:pathLst>
                <a:path w="47655" h="27314">
                  <a:moveTo>
                    <a:pt x="0" y="27314"/>
                  </a:moveTo>
                  <a:lnTo>
                    <a:pt x="4765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43" name="Candidate_receptor__2661">
              <a:extLst>
                <a:ext uri="{FF2B5EF4-FFF2-40B4-BE49-F238E27FC236}">
                  <a16:creationId xmlns:a16="http://schemas.microsoft.com/office/drawing/2014/main" id="{DAB58ECC-41E3-4D3E-90A5-F31CEEE12FC9}"/>
                </a:ext>
              </a:extLst>
            </p:cNvPr>
            <p:cNvSpPr>
              <a:spLocks noGrp="1"/>
            </p:cNvSpPr>
            <p:nvPr/>
          </p:nvSpPr>
          <p:spPr>
            <a:xfrm>
              <a:off x="6421186" y="3421055"/>
              <a:ext cx="24684" cy="57039"/>
            </a:xfrm>
            <a:custGeom>
              <a:avLst/>
              <a:gdLst/>
              <a:ahLst/>
              <a:cxnLst/>
              <a:rect l="0" t="0" r="0" b="0"/>
              <a:pathLst>
                <a:path w="24684" h="57039">
                  <a:moveTo>
                    <a:pt x="24684" y="570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52344" name="Candidate_receptor__2662">
              <a:extLst>
                <a:ext uri="{FF2B5EF4-FFF2-40B4-BE49-F238E27FC236}">
                  <a16:creationId xmlns:a16="http://schemas.microsoft.com/office/drawing/2014/main" id="{0D1FE3FB-68AC-B9C6-973B-C44FF470753D}"/>
                </a:ext>
              </a:extLst>
            </p:cNvPr>
            <p:cNvSpPr>
              <a:spLocks noGrp="1"/>
            </p:cNvSpPr>
            <p:nvPr/>
          </p:nvSpPr>
          <p:spPr>
            <a:xfrm>
              <a:off x="5604518" y="4520036"/>
              <a:ext cx="17685" cy="98029"/>
            </a:xfrm>
            <a:custGeom>
              <a:avLst/>
              <a:gdLst/>
              <a:ahLst/>
              <a:cxnLst/>
              <a:rect l="0" t="0" r="0" b="0"/>
              <a:pathLst>
                <a:path w="17685" h="98029">
                  <a:moveTo>
                    <a:pt x="0" y="98029"/>
                  </a:moveTo>
                  <a:lnTo>
                    <a:pt x="176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45" name="Candidate_receptor__2663">
              <a:extLst>
                <a:ext uri="{FF2B5EF4-FFF2-40B4-BE49-F238E27FC236}">
                  <a16:creationId xmlns:a16="http://schemas.microsoft.com/office/drawing/2014/main" id="{F71EE972-27B1-746D-7519-3DE5162C7DAB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342768"/>
              <a:ext cx="56576" cy="100105"/>
            </a:xfrm>
            <a:custGeom>
              <a:avLst/>
              <a:gdLst/>
              <a:ahLst/>
              <a:cxnLst/>
              <a:rect l="0" t="0" r="0" b="0"/>
              <a:pathLst>
                <a:path w="56576" h="100105">
                  <a:moveTo>
                    <a:pt x="0" y="0"/>
                  </a:moveTo>
                  <a:lnTo>
                    <a:pt x="56576" y="10010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46" name="Candidate_receptor__2664">
              <a:extLst>
                <a:ext uri="{FF2B5EF4-FFF2-40B4-BE49-F238E27FC236}">
                  <a16:creationId xmlns:a16="http://schemas.microsoft.com/office/drawing/2014/main" id="{FD1E63E3-CAC3-3E4D-7430-86DE1D781D91}"/>
                </a:ext>
              </a:extLst>
            </p:cNvPr>
            <p:cNvSpPr>
              <a:spLocks noGrp="1"/>
            </p:cNvSpPr>
            <p:nvPr/>
          </p:nvSpPr>
          <p:spPr>
            <a:xfrm>
              <a:off x="6024623" y="3617503"/>
              <a:ext cx="94667" cy="57399"/>
            </a:xfrm>
            <a:custGeom>
              <a:avLst/>
              <a:gdLst/>
              <a:ahLst/>
              <a:cxnLst/>
              <a:rect l="0" t="0" r="0" b="0"/>
              <a:pathLst>
                <a:path w="94667" h="57399">
                  <a:moveTo>
                    <a:pt x="94667" y="0"/>
                  </a:moveTo>
                  <a:lnTo>
                    <a:pt x="0" y="5739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47" name="Candidate_receptor__2665">
              <a:extLst>
                <a:ext uri="{FF2B5EF4-FFF2-40B4-BE49-F238E27FC236}">
                  <a16:creationId xmlns:a16="http://schemas.microsoft.com/office/drawing/2014/main" id="{FEB2E575-8F59-EF79-20EB-C46D05A5A048}"/>
                </a:ext>
              </a:extLst>
            </p:cNvPr>
            <p:cNvSpPr>
              <a:spLocks noGrp="1"/>
            </p:cNvSpPr>
            <p:nvPr/>
          </p:nvSpPr>
          <p:spPr>
            <a:xfrm>
              <a:off x="5039608" y="4647638"/>
              <a:ext cx="99636" cy="12144"/>
            </a:xfrm>
            <a:custGeom>
              <a:avLst/>
              <a:gdLst/>
              <a:ahLst/>
              <a:cxnLst/>
              <a:rect l="0" t="0" r="0" b="0"/>
              <a:pathLst>
                <a:path w="99636" h="12144">
                  <a:moveTo>
                    <a:pt x="0" y="0"/>
                  </a:moveTo>
                  <a:lnTo>
                    <a:pt x="99636" y="1214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48" name="Candidate_receptor__2666">
              <a:extLst>
                <a:ext uri="{FF2B5EF4-FFF2-40B4-BE49-F238E27FC236}">
                  <a16:creationId xmlns:a16="http://schemas.microsoft.com/office/drawing/2014/main" id="{C7FC2C98-CFE7-87C3-AA5C-EC45E0B77ED3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072059"/>
              <a:ext cx="51873" cy="30865"/>
            </a:xfrm>
            <a:custGeom>
              <a:avLst/>
              <a:gdLst/>
              <a:ahLst/>
              <a:cxnLst/>
              <a:rect l="0" t="0" r="0" b="0"/>
              <a:pathLst>
                <a:path w="51873" h="30865">
                  <a:moveTo>
                    <a:pt x="0" y="30865"/>
                  </a:moveTo>
                  <a:lnTo>
                    <a:pt x="5187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49" name="Candidate_receptor__2667">
              <a:extLst>
                <a:ext uri="{FF2B5EF4-FFF2-40B4-BE49-F238E27FC236}">
                  <a16:creationId xmlns:a16="http://schemas.microsoft.com/office/drawing/2014/main" id="{BAD36EB3-356C-7ABF-49E7-F819306100A0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56343"/>
              <a:ext cx="40021" cy="69741"/>
            </a:xfrm>
            <a:custGeom>
              <a:avLst/>
              <a:gdLst/>
              <a:ahLst/>
              <a:cxnLst/>
              <a:rect l="0" t="0" r="0" b="0"/>
              <a:pathLst>
                <a:path w="40021" h="69741">
                  <a:moveTo>
                    <a:pt x="40021" y="0"/>
                  </a:moveTo>
                  <a:lnTo>
                    <a:pt x="0" y="69741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50" name="Candidate_receptor__2668">
              <a:extLst>
                <a:ext uri="{FF2B5EF4-FFF2-40B4-BE49-F238E27FC236}">
                  <a16:creationId xmlns:a16="http://schemas.microsoft.com/office/drawing/2014/main" id="{8950909B-4DA8-5311-A917-412E6CF13470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20655"/>
              <a:ext cx="54674" cy="51055"/>
            </a:xfrm>
            <a:custGeom>
              <a:avLst/>
              <a:gdLst/>
              <a:ahLst/>
              <a:cxnLst/>
              <a:rect l="0" t="0" r="0" b="0"/>
              <a:pathLst>
                <a:path w="54674" h="51055">
                  <a:moveTo>
                    <a:pt x="54674" y="0"/>
                  </a:moveTo>
                  <a:lnTo>
                    <a:pt x="0" y="5105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51" name="Candidate_receptor__2669">
              <a:extLst>
                <a:ext uri="{FF2B5EF4-FFF2-40B4-BE49-F238E27FC236}">
                  <a16:creationId xmlns:a16="http://schemas.microsoft.com/office/drawing/2014/main" id="{47CC323E-7665-20D6-5C28-BB1059E8DF8D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772567"/>
              <a:ext cx="15689" cy="42825"/>
            </a:xfrm>
            <a:custGeom>
              <a:avLst/>
              <a:gdLst/>
              <a:ahLst/>
              <a:cxnLst/>
              <a:rect l="0" t="0" r="0" b="0"/>
              <a:pathLst>
                <a:path w="15689" h="42825">
                  <a:moveTo>
                    <a:pt x="15689" y="428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52" name="Candidate_receptor__2670">
              <a:extLst>
                <a:ext uri="{FF2B5EF4-FFF2-40B4-BE49-F238E27FC236}">
                  <a16:creationId xmlns:a16="http://schemas.microsoft.com/office/drawing/2014/main" id="{BA7865CB-9F6F-0B10-5396-CCB8C8B2A284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47638"/>
              <a:ext cx="43658" cy="83761"/>
            </a:xfrm>
            <a:custGeom>
              <a:avLst/>
              <a:gdLst/>
              <a:ahLst/>
              <a:cxnLst/>
              <a:rect l="0" t="0" r="0" b="0"/>
              <a:pathLst>
                <a:path w="43658" h="83761">
                  <a:moveTo>
                    <a:pt x="0" y="83761"/>
                  </a:moveTo>
                  <a:lnTo>
                    <a:pt x="436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53" name="Candidate_receptor__2671">
              <a:extLst>
                <a:ext uri="{FF2B5EF4-FFF2-40B4-BE49-F238E27FC236}">
                  <a16:creationId xmlns:a16="http://schemas.microsoft.com/office/drawing/2014/main" id="{57276530-5EA1-A7D0-088A-4BF24FF550B8}"/>
                </a:ext>
              </a:extLst>
            </p:cNvPr>
            <p:cNvSpPr>
              <a:spLocks noGrp="1"/>
            </p:cNvSpPr>
            <p:nvPr/>
          </p:nvSpPr>
          <p:spPr>
            <a:xfrm>
              <a:off x="4835059" y="3486277"/>
              <a:ext cx="68387" cy="30537"/>
            </a:xfrm>
            <a:custGeom>
              <a:avLst/>
              <a:gdLst/>
              <a:ahLst/>
              <a:cxnLst/>
              <a:rect l="0" t="0" r="0" b="0"/>
              <a:pathLst>
                <a:path w="68387" h="30537">
                  <a:moveTo>
                    <a:pt x="68387" y="0"/>
                  </a:moveTo>
                  <a:lnTo>
                    <a:pt x="0" y="30537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52354" name="Candidate_receptor__2672">
              <a:extLst>
                <a:ext uri="{FF2B5EF4-FFF2-40B4-BE49-F238E27FC236}">
                  <a16:creationId xmlns:a16="http://schemas.microsoft.com/office/drawing/2014/main" id="{01E57B84-32AD-D1C7-F262-0293245926EB}"/>
                </a:ext>
              </a:extLst>
            </p:cNvPr>
            <p:cNvSpPr>
              <a:spLocks noGrp="1"/>
            </p:cNvSpPr>
            <p:nvPr/>
          </p:nvSpPr>
          <p:spPr>
            <a:xfrm>
              <a:off x="6468219" y="4294326"/>
              <a:ext cx="108396" cy="26308"/>
            </a:xfrm>
            <a:custGeom>
              <a:avLst/>
              <a:gdLst/>
              <a:ahLst/>
              <a:cxnLst/>
              <a:rect l="0" t="0" r="0" b="0"/>
              <a:pathLst>
                <a:path w="108396" h="26308">
                  <a:moveTo>
                    <a:pt x="108396" y="0"/>
                  </a:moveTo>
                  <a:lnTo>
                    <a:pt x="0" y="263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55" name="Candidate_receptor__2673">
              <a:extLst>
                <a:ext uri="{FF2B5EF4-FFF2-40B4-BE49-F238E27FC236}">
                  <a16:creationId xmlns:a16="http://schemas.microsoft.com/office/drawing/2014/main" id="{F4EA72EB-2D87-EAE8-F197-78D77EFC608C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834751"/>
              <a:ext cx="59428" cy="32255"/>
            </a:xfrm>
            <a:custGeom>
              <a:avLst/>
              <a:gdLst/>
              <a:ahLst/>
              <a:cxnLst/>
              <a:rect l="0" t="0" r="0" b="0"/>
              <a:pathLst>
                <a:path w="59428" h="32255">
                  <a:moveTo>
                    <a:pt x="0" y="0"/>
                  </a:moveTo>
                  <a:lnTo>
                    <a:pt x="59428" y="32255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52356" name="Candidate_receptor__2674">
              <a:extLst>
                <a:ext uri="{FF2B5EF4-FFF2-40B4-BE49-F238E27FC236}">
                  <a16:creationId xmlns:a16="http://schemas.microsoft.com/office/drawing/2014/main" id="{14587B71-06C8-3B36-8010-FB78E4C4FC18}"/>
                </a:ext>
              </a:extLst>
            </p:cNvPr>
            <p:cNvSpPr>
              <a:spLocks noGrp="1"/>
            </p:cNvSpPr>
            <p:nvPr/>
          </p:nvSpPr>
          <p:spPr>
            <a:xfrm>
              <a:off x="6372751" y="4466385"/>
              <a:ext cx="24967" cy="89957"/>
            </a:xfrm>
            <a:custGeom>
              <a:avLst/>
              <a:gdLst/>
              <a:ahLst/>
              <a:cxnLst/>
              <a:rect l="0" t="0" r="0" b="0"/>
              <a:pathLst>
                <a:path w="24967" h="89957">
                  <a:moveTo>
                    <a:pt x="0" y="0"/>
                  </a:moveTo>
                  <a:lnTo>
                    <a:pt x="24967" y="89957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57" name="Candidate_receptor__2675">
              <a:extLst>
                <a:ext uri="{FF2B5EF4-FFF2-40B4-BE49-F238E27FC236}">
                  <a16:creationId xmlns:a16="http://schemas.microsoft.com/office/drawing/2014/main" id="{9D015EC0-D7CA-B651-78E3-6E0BA3C76F1F}"/>
                </a:ext>
              </a:extLst>
            </p:cNvPr>
            <p:cNvSpPr>
              <a:spLocks noGrp="1"/>
            </p:cNvSpPr>
            <p:nvPr/>
          </p:nvSpPr>
          <p:spPr>
            <a:xfrm>
              <a:off x="5258723" y="4548748"/>
              <a:ext cx="54445" cy="75335"/>
            </a:xfrm>
            <a:custGeom>
              <a:avLst/>
              <a:gdLst/>
              <a:ahLst/>
              <a:cxnLst/>
              <a:rect l="0" t="0" r="0" b="0"/>
              <a:pathLst>
                <a:path w="54445" h="75335">
                  <a:moveTo>
                    <a:pt x="0" y="75335"/>
                  </a:moveTo>
                  <a:lnTo>
                    <a:pt x="5444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58" name="Candidate_receptor__2676">
              <a:extLst>
                <a:ext uri="{FF2B5EF4-FFF2-40B4-BE49-F238E27FC236}">
                  <a16:creationId xmlns:a16="http://schemas.microsoft.com/office/drawing/2014/main" id="{0CCB6ED2-86FB-9D9F-215A-B5AE6DF23840}"/>
                </a:ext>
              </a:extLst>
            </p:cNvPr>
            <p:cNvSpPr>
              <a:spLocks noGrp="1"/>
            </p:cNvSpPr>
            <p:nvPr/>
          </p:nvSpPr>
          <p:spPr>
            <a:xfrm>
              <a:off x="4700646" y="2287584"/>
              <a:ext cx="90498" cy="42939"/>
            </a:xfrm>
            <a:custGeom>
              <a:avLst/>
              <a:gdLst/>
              <a:ahLst/>
              <a:cxnLst/>
              <a:rect l="0" t="0" r="0" b="0"/>
              <a:pathLst>
                <a:path w="90498" h="42939">
                  <a:moveTo>
                    <a:pt x="90498" y="429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59" name="Candidate_receptor__2677">
              <a:extLst>
                <a:ext uri="{FF2B5EF4-FFF2-40B4-BE49-F238E27FC236}">
                  <a16:creationId xmlns:a16="http://schemas.microsoft.com/office/drawing/2014/main" id="{00CE7AB0-E990-1C19-7F80-10A5E8DB8866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3511"/>
              <a:ext cx="107552" cy="5106"/>
            </a:xfrm>
            <a:custGeom>
              <a:avLst/>
              <a:gdLst/>
              <a:ahLst/>
              <a:cxnLst/>
              <a:rect l="0" t="0" r="0" b="0"/>
              <a:pathLst>
                <a:path w="107552" h="5106">
                  <a:moveTo>
                    <a:pt x="0" y="5106"/>
                  </a:moveTo>
                  <a:lnTo>
                    <a:pt x="10755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60" name="Candidate_receptor__2678">
              <a:extLst>
                <a:ext uri="{FF2B5EF4-FFF2-40B4-BE49-F238E27FC236}">
                  <a16:creationId xmlns:a16="http://schemas.microsoft.com/office/drawing/2014/main" id="{3A76D7A3-29BA-3C6F-9632-EC2CC87F8FAB}"/>
                </a:ext>
              </a:extLst>
            </p:cNvPr>
            <p:cNvSpPr>
              <a:spLocks noGrp="1"/>
            </p:cNvSpPr>
            <p:nvPr/>
          </p:nvSpPr>
          <p:spPr>
            <a:xfrm>
              <a:off x="4969081" y="5150434"/>
              <a:ext cx="38558" cy="107662"/>
            </a:xfrm>
            <a:custGeom>
              <a:avLst/>
              <a:gdLst/>
              <a:ahLst/>
              <a:cxnLst/>
              <a:rect l="0" t="0" r="0" b="0"/>
              <a:pathLst>
                <a:path w="38558" h="107662">
                  <a:moveTo>
                    <a:pt x="0" y="107662"/>
                  </a:moveTo>
                  <a:lnTo>
                    <a:pt x="385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61" name="Candidate_receptor__2679">
              <a:extLst>
                <a:ext uri="{FF2B5EF4-FFF2-40B4-BE49-F238E27FC236}">
                  <a16:creationId xmlns:a16="http://schemas.microsoft.com/office/drawing/2014/main" id="{BF6850C9-05CE-CF56-C291-84C9D0957BDD}"/>
                </a:ext>
              </a:extLst>
            </p:cNvPr>
            <p:cNvSpPr>
              <a:spLocks noGrp="1"/>
            </p:cNvSpPr>
            <p:nvPr/>
          </p:nvSpPr>
          <p:spPr>
            <a:xfrm>
              <a:off x="5005715" y="3425738"/>
              <a:ext cx="31704" cy="104106"/>
            </a:xfrm>
            <a:custGeom>
              <a:avLst/>
              <a:gdLst/>
              <a:ahLst/>
              <a:cxnLst/>
              <a:rect l="0" t="0" r="0" b="0"/>
              <a:pathLst>
                <a:path w="31704" h="104106">
                  <a:moveTo>
                    <a:pt x="31704" y="0"/>
                  </a:moveTo>
                  <a:lnTo>
                    <a:pt x="0" y="104106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62" name="Candidate_receptor__2680">
              <a:extLst>
                <a:ext uri="{FF2B5EF4-FFF2-40B4-BE49-F238E27FC236}">
                  <a16:creationId xmlns:a16="http://schemas.microsoft.com/office/drawing/2014/main" id="{BD879D9A-0CF7-975F-56AF-27BF7EA324C5}"/>
                </a:ext>
              </a:extLst>
            </p:cNvPr>
            <p:cNvSpPr>
              <a:spLocks noGrp="1"/>
            </p:cNvSpPr>
            <p:nvPr/>
          </p:nvSpPr>
          <p:spPr>
            <a:xfrm>
              <a:off x="5168818" y="2462899"/>
              <a:ext cx="28112" cy="107279"/>
            </a:xfrm>
            <a:custGeom>
              <a:avLst/>
              <a:gdLst/>
              <a:ahLst/>
              <a:cxnLst/>
              <a:rect l="0" t="0" r="0" b="0"/>
              <a:pathLst>
                <a:path w="28112" h="107279">
                  <a:moveTo>
                    <a:pt x="0" y="0"/>
                  </a:moveTo>
                  <a:lnTo>
                    <a:pt x="28112" y="10727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63" name="Candidate_receptor__2681">
              <a:extLst>
                <a:ext uri="{FF2B5EF4-FFF2-40B4-BE49-F238E27FC236}">
                  <a16:creationId xmlns:a16="http://schemas.microsoft.com/office/drawing/2014/main" id="{0EAE6C0A-674B-99AF-A61A-EB3006CA5BB6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776555"/>
              <a:ext cx="12815" cy="109991"/>
            </a:xfrm>
            <a:custGeom>
              <a:avLst/>
              <a:gdLst/>
              <a:ahLst/>
              <a:cxnLst/>
              <a:rect l="0" t="0" r="0" b="0"/>
              <a:pathLst>
                <a:path w="12815" h="109991">
                  <a:moveTo>
                    <a:pt x="0" y="109991"/>
                  </a:moveTo>
                  <a:lnTo>
                    <a:pt x="12815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64" name="Candidate_receptor__2682">
              <a:extLst>
                <a:ext uri="{FF2B5EF4-FFF2-40B4-BE49-F238E27FC236}">
                  <a16:creationId xmlns:a16="http://schemas.microsoft.com/office/drawing/2014/main" id="{FF4C374E-2655-0D1E-7348-A2241A41F440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287584"/>
              <a:ext cx="90485" cy="55184"/>
            </a:xfrm>
            <a:custGeom>
              <a:avLst/>
              <a:gdLst/>
              <a:ahLst/>
              <a:cxnLst/>
              <a:rect l="0" t="0" r="0" b="0"/>
              <a:pathLst>
                <a:path w="90485" h="55184">
                  <a:moveTo>
                    <a:pt x="90485" y="0"/>
                  </a:moveTo>
                  <a:lnTo>
                    <a:pt x="0" y="5518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65" name="Candidate_receptor__2683">
              <a:extLst>
                <a:ext uri="{FF2B5EF4-FFF2-40B4-BE49-F238E27FC236}">
                  <a16:creationId xmlns:a16="http://schemas.microsoft.com/office/drawing/2014/main" id="{F86153FA-C9B6-47ED-381E-724BFFE07ED0}"/>
                </a:ext>
              </a:extLst>
            </p:cNvPr>
            <p:cNvSpPr>
              <a:spLocks noGrp="1"/>
            </p:cNvSpPr>
            <p:nvPr/>
          </p:nvSpPr>
          <p:spPr>
            <a:xfrm>
              <a:off x="6496059" y="4768475"/>
              <a:ext cx="108531" cy="35210"/>
            </a:xfrm>
            <a:custGeom>
              <a:avLst/>
              <a:gdLst/>
              <a:ahLst/>
              <a:cxnLst/>
              <a:rect l="0" t="0" r="0" b="0"/>
              <a:pathLst>
                <a:path w="108531" h="35210">
                  <a:moveTo>
                    <a:pt x="0" y="35210"/>
                  </a:moveTo>
                  <a:lnTo>
                    <a:pt x="108531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52366" name="Candidate_receptor__2684">
              <a:extLst>
                <a:ext uri="{FF2B5EF4-FFF2-40B4-BE49-F238E27FC236}">
                  <a16:creationId xmlns:a16="http://schemas.microsoft.com/office/drawing/2014/main" id="{AAC99095-852A-C320-E023-99269A2C933F}"/>
                </a:ext>
              </a:extLst>
            </p:cNvPr>
            <p:cNvSpPr>
              <a:spLocks noGrp="1"/>
            </p:cNvSpPr>
            <p:nvPr/>
          </p:nvSpPr>
          <p:spPr>
            <a:xfrm>
              <a:off x="6321502" y="4013511"/>
              <a:ext cx="27416" cy="97051"/>
            </a:xfrm>
            <a:custGeom>
              <a:avLst/>
              <a:gdLst/>
              <a:ahLst/>
              <a:cxnLst/>
              <a:rect l="0" t="0" r="0" b="0"/>
              <a:pathLst>
                <a:path w="27416" h="97051">
                  <a:moveTo>
                    <a:pt x="0" y="0"/>
                  </a:moveTo>
                  <a:lnTo>
                    <a:pt x="27416" y="9705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67" name="Candidate_receptor__2685">
              <a:extLst>
                <a:ext uri="{FF2B5EF4-FFF2-40B4-BE49-F238E27FC236}">
                  <a16:creationId xmlns:a16="http://schemas.microsoft.com/office/drawing/2014/main" id="{A190A7E0-CD18-4594-2891-929920A6CCC2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500236"/>
              <a:ext cx="8209" cy="14739"/>
            </a:xfrm>
            <a:custGeom>
              <a:avLst/>
              <a:gdLst/>
              <a:ahLst/>
              <a:cxnLst/>
              <a:rect l="0" t="0" r="0" b="0"/>
              <a:pathLst>
                <a:path w="8209" h="14739">
                  <a:moveTo>
                    <a:pt x="0" y="14739"/>
                  </a:moveTo>
                  <a:lnTo>
                    <a:pt x="820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68" name="Candidate_receptor__2686">
              <a:extLst>
                <a:ext uri="{FF2B5EF4-FFF2-40B4-BE49-F238E27FC236}">
                  <a16:creationId xmlns:a16="http://schemas.microsoft.com/office/drawing/2014/main" id="{362DDCBE-A1B5-3CE5-A99C-CC20D4C99725}"/>
                </a:ext>
              </a:extLst>
            </p:cNvPr>
            <p:cNvSpPr>
              <a:spLocks noGrp="1"/>
            </p:cNvSpPr>
            <p:nvPr/>
          </p:nvSpPr>
          <p:spPr>
            <a:xfrm>
              <a:off x="5487781" y="4389774"/>
              <a:ext cx="32801" cy="63680"/>
            </a:xfrm>
            <a:custGeom>
              <a:avLst/>
              <a:gdLst/>
              <a:ahLst/>
              <a:cxnLst/>
              <a:rect l="0" t="0" r="0" b="0"/>
              <a:pathLst>
                <a:path w="32801" h="63680">
                  <a:moveTo>
                    <a:pt x="32801" y="636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69" name="Candidate_receptor__2687">
              <a:extLst>
                <a:ext uri="{FF2B5EF4-FFF2-40B4-BE49-F238E27FC236}">
                  <a16:creationId xmlns:a16="http://schemas.microsoft.com/office/drawing/2014/main" id="{C9B39D22-5C68-EC7C-74EB-BD9784576383}"/>
                </a:ext>
              </a:extLst>
            </p:cNvPr>
            <p:cNvSpPr>
              <a:spLocks noGrp="1"/>
            </p:cNvSpPr>
            <p:nvPr/>
          </p:nvSpPr>
          <p:spPr>
            <a:xfrm>
              <a:off x="5131030" y="4659781"/>
              <a:ext cx="8213" cy="114643"/>
            </a:xfrm>
            <a:custGeom>
              <a:avLst/>
              <a:gdLst/>
              <a:ahLst/>
              <a:cxnLst/>
              <a:rect l="0" t="0" r="0" b="0"/>
              <a:pathLst>
                <a:path w="8213" h="114643">
                  <a:moveTo>
                    <a:pt x="8213" y="0"/>
                  </a:moveTo>
                  <a:lnTo>
                    <a:pt x="0" y="11464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70" name="Candidate_receptor__2688">
              <a:extLst>
                <a:ext uri="{FF2B5EF4-FFF2-40B4-BE49-F238E27FC236}">
                  <a16:creationId xmlns:a16="http://schemas.microsoft.com/office/drawing/2014/main" id="{AF684C18-0F38-18A5-B65F-9EA1CC88E88B}"/>
                </a:ext>
              </a:extLst>
            </p:cNvPr>
            <p:cNvSpPr>
              <a:spLocks noGrp="1"/>
            </p:cNvSpPr>
            <p:nvPr/>
          </p:nvSpPr>
          <p:spPr>
            <a:xfrm>
              <a:off x="6317746" y="4835541"/>
              <a:ext cx="51607" cy="84980"/>
            </a:xfrm>
            <a:custGeom>
              <a:avLst/>
              <a:gdLst/>
              <a:ahLst/>
              <a:cxnLst/>
              <a:rect l="0" t="0" r="0" b="0"/>
              <a:pathLst>
                <a:path w="51607" h="84980">
                  <a:moveTo>
                    <a:pt x="0" y="0"/>
                  </a:moveTo>
                  <a:lnTo>
                    <a:pt x="51607" y="8498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52371" name="Candidate_receptor__2689">
              <a:extLst>
                <a:ext uri="{FF2B5EF4-FFF2-40B4-BE49-F238E27FC236}">
                  <a16:creationId xmlns:a16="http://schemas.microsoft.com/office/drawing/2014/main" id="{327630FE-8C9D-3AE4-1C06-D1AA5F7B5E91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10562"/>
              <a:ext cx="90666" cy="55894"/>
            </a:xfrm>
            <a:custGeom>
              <a:avLst/>
              <a:gdLst/>
              <a:ahLst/>
              <a:cxnLst/>
              <a:rect l="0" t="0" r="0" b="0"/>
              <a:pathLst>
                <a:path w="90666" h="55894">
                  <a:moveTo>
                    <a:pt x="90666" y="0"/>
                  </a:moveTo>
                  <a:lnTo>
                    <a:pt x="0" y="5589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72" name="Candidate_receptor__2690">
              <a:extLst>
                <a:ext uri="{FF2B5EF4-FFF2-40B4-BE49-F238E27FC236}">
                  <a16:creationId xmlns:a16="http://schemas.microsoft.com/office/drawing/2014/main" id="{0CA9D3A3-DE0D-3460-0818-08907A764F0F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43548" cy="29792"/>
            </a:xfrm>
            <a:custGeom>
              <a:avLst/>
              <a:gdLst/>
              <a:ahLst/>
              <a:cxnLst/>
              <a:rect l="0" t="0" r="0" b="0"/>
              <a:pathLst>
                <a:path w="43548" h="29792">
                  <a:moveTo>
                    <a:pt x="0" y="0"/>
                  </a:moveTo>
                  <a:lnTo>
                    <a:pt x="43548" y="2979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73" name="Candidate_receptor__2691">
              <a:extLst>
                <a:ext uri="{FF2B5EF4-FFF2-40B4-BE49-F238E27FC236}">
                  <a16:creationId xmlns:a16="http://schemas.microsoft.com/office/drawing/2014/main" id="{59B0B118-92DC-3ECE-7F45-29A49C98B295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31025"/>
              <a:ext cx="4663" cy="74130"/>
            </a:xfrm>
            <a:custGeom>
              <a:avLst/>
              <a:gdLst/>
              <a:ahLst/>
              <a:cxnLst/>
              <a:rect l="0" t="0" r="0" b="0"/>
              <a:pathLst>
                <a:path w="4663" h="74130">
                  <a:moveTo>
                    <a:pt x="0" y="74130"/>
                  </a:moveTo>
                  <a:lnTo>
                    <a:pt x="4663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52374" name="Candidate_receptor__2692">
              <a:extLst>
                <a:ext uri="{FF2B5EF4-FFF2-40B4-BE49-F238E27FC236}">
                  <a16:creationId xmlns:a16="http://schemas.microsoft.com/office/drawing/2014/main" id="{02806CD5-C6CC-7C66-6D83-75FFA3EB9A72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30228" cy="2384"/>
            </a:xfrm>
            <a:custGeom>
              <a:avLst/>
              <a:gdLst/>
              <a:ahLst/>
              <a:cxnLst/>
              <a:rect l="0" t="0" r="0" b="0"/>
              <a:pathLst>
                <a:path w="30228" h="2384">
                  <a:moveTo>
                    <a:pt x="0" y="0"/>
                  </a:moveTo>
                  <a:lnTo>
                    <a:pt x="30228" y="2384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52375" name="Candidate_receptor__2693">
              <a:extLst>
                <a:ext uri="{FF2B5EF4-FFF2-40B4-BE49-F238E27FC236}">
                  <a16:creationId xmlns:a16="http://schemas.microsoft.com/office/drawing/2014/main" id="{06DB9E53-5B01-C1F4-C443-6223FAA7EC23}"/>
                </a:ext>
              </a:extLst>
            </p:cNvPr>
            <p:cNvSpPr>
              <a:spLocks noGrp="1"/>
            </p:cNvSpPr>
            <p:nvPr/>
          </p:nvSpPr>
          <p:spPr>
            <a:xfrm>
              <a:off x="5235508" y="4467845"/>
              <a:ext cx="77660" cy="80903"/>
            </a:xfrm>
            <a:custGeom>
              <a:avLst/>
              <a:gdLst/>
              <a:ahLst/>
              <a:cxnLst/>
              <a:rect l="0" t="0" r="0" b="0"/>
              <a:pathLst>
                <a:path w="77660" h="80903">
                  <a:moveTo>
                    <a:pt x="77660" y="809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76" name="Candidate_receptor__2694">
              <a:extLst>
                <a:ext uri="{FF2B5EF4-FFF2-40B4-BE49-F238E27FC236}">
                  <a16:creationId xmlns:a16="http://schemas.microsoft.com/office/drawing/2014/main" id="{6C961D75-382C-13F3-1C74-707DEE9DACCF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467845"/>
              <a:ext cx="87496" cy="68806"/>
            </a:xfrm>
            <a:custGeom>
              <a:avLst/>
              <a:gdLst/>
              <a:ahLst/>
              <a:cxnLst/>
              <a:rect l="0" t="0" r="0" b="0"/>
              <a:pathLst>
                <a:path w="87496" h="68806">
                  <a:moveTo>
                    <a:pt x="87496" y="0"/>
                  </a:moveTo>
                  <a:lnTo>
                    <a:pt x="0" y="68806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77" name="Candidate_receptor__2695">
              <a:extLst>
                <a:ext uri="{FF2B5EF4-FFF2-40B4-BE49-F238E27FC236}">
                  <a16:creationId xmlns:a16="http://schemas.microsoft.com/office/drawing/2014/main" id="{41B09255-8186-B3DE-38AB-F81E177E2978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71218"/>
              <a:ext cx="89421" cy="23965"/>
            </a:xfrm>
            <a:custGeom>
              <a:avLst/>
              <a:gdLst/>
              <a:ahLst/>
              <a:cxnLst/>
              <a:rect l="0" t="0" r="0" b="0"/>
              <a:pathLst>
                <a:path w="89421" h="23965">
                  <a:moveTo>
                    <a:pt x="89421" y="0"/>
                  </a:moveTo>
                  <a:lnTo>
                    <a:pt x="0" y="23965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78" name="Candidate_receptor__2696">
              <a:extLst>
                <a:ext uri="{FF2B5EF4-FFF2-40B4-BE49-F238E27FC236}">
                  <a16:creationId xmlns:a16="http://schemas.microsoft.com/office/drawing/2014/main" id="{968123F7-FDD9-431D-6594-AD008BA7067C}"/>
                </a:ext>
              </a:extLst>
            </p:cNvPr>
            <p:cNvSpPr>
              <a:spLocks noGrp="1"/>
            </p:cNvSpPr>
            <p:nvPr/>
          </p:nvSpPr>
          <p:spPr>
            <a:xfrm>
              <a:off x="6576615" y="4294326"/>
              <a:ext cx="24772" cy="111212"/>
            </a:xfrm>
            <a:custGeom>
              <a:avLst/>
              <a:gdLst/>
              <a:ahLst/>
              <a:cxnLst/>
              <a:rect l="0" t="0" r="0" b="0"/>
              <a:pathLst>
                <a:path w="24772" h="111212">
                  <a:moveTo>
                    <a:pt x="24772" y="111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79" name="Candidate_receptor__2697">
              <a:extLst>
                <a:ext uri="{FF2B5EF4-FFF2-40B4-BE49-F238E27FC236}">
                  <a16:creationId xmlns:a16="http://schemas.microsoft.com/office/drawing/2014/main" id="{2C3865F4-2623-D103-01FE-1C694A03B216}"/>
                </a:ext>
              </a:extLst>
            </p:cNvPr>
            <p:cNvSpPr>
              <a:spLocks noGrp="1"/>
            </p:cNvSpPr>
            <p:nvPr/>
          </p:nvSpPr>
          <p:spPr>
            <a:xfrm>
              <a:off x="5196931" y="2570178"/>
              <a:ext cx="85818" cy="34749"/>
            </a:xfrm>
            <a:custGeom>
              <a:avLst/>
              <a:gdLst/>
              <a:ahLst/>
              <a:cxnLst/>
              <a:rect l="0" t="0" r="0" b="0"/>
              <a:pathLst>
                <a:path w="85818" h="34749">
                  <a:moveTo>
                    <a:pt x="0" y="0"/>
                  </a:moveTo>
                  <a:lnTo>
                    <a:pt x="85818" y="3474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80" name="Candidate_receptor__2698">
              <a:extLst>
                <a:ext uri="{FF2B5EF4-FFF2-40B4-BE49-F238E27FC236}">
                  <a16:creationId xmlns:a16="http://schemas.microsoft.com/office/drawing/2014/main" id="{B30E9428-776F-B53D-E1DA-278510FF6841}"/>
                </a:ext>
              </a:extLst>
            </p:cNvPr>
            <p:cNvSpPr>
              <a:spLocks noGrp="1"/>
            </p:cNvSpPr>
            <p:nvPr/>
          </p:nvSpPr>
          <p:spPr>
            <a:xfrm>
              <a:off x="5341444" y="4271218"/>
              <a:ext cx="83085" cy="21111"/>
            </a:xfrm>
            <a:custGeom>
              <a:avLst/>
              <a:gdLst/>
              <a:ahLst/>
              <a:cxnLst/>
              <a:rect l="0" t="0" r="0" b="0"/>
              <a:pathLst>
                <a:path w="83085" h="21111">
                  <a:moveTo>
                    <a:pt x="83085" y="211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81" name="Candidate_receptor__2699">
              <a:extLst>
                <a:ext uri="{FF2B5EF4-FFF2-40B4-BE49-F238E27FC236}">
                  <a16:creationId xmlns:a16="http://schemas.microsoft.com/office/drawing/2014/main" id="{9E8F3E5F-B81D-ABA8-ED0A-12805FF48F6C}"/>
                </a:ext>
              </a:extLst>
            </p:cNvPr>
            <p:cNvSpPr>
              <a:spLocks noGrp="1"/>
            </p:cNvSpPr>
            <p:nvPr/>
          </p:nvSpPr>
          <p:spPr>
            <a:xfrm>
              <a:off x="5064863" y="2413811"/>
              <a:ext cx="103956" cy="49089"/>
            </a:xfrm>
            <a:custGeom>
              <a:avLst/>
              <a:gdLst/>
              <a:ahLst/>
              <a:cxnLst/>
              <a:rect l="0" t="0" r="0" b="0"/>
              <a:pathLst>
                <a:path w="103956" h="49089">
                  <a:moveTo>
                    <a:pt x="0" y="0"/>
                  </a:moveTo>
                  <a:lnTo>
                    <a:pt x="103956" y="49089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52382" name="Candidate_receptor__2700">
              <a:extLst>
                <a:ext uri="{FF2B5EF4-FFF2-40B4-BE49-F238E27FC236}">
                  <a16:creationId xmlns:a16="http://schemas.microsoft.com/office/drawing/2014/main" id="{6443CD4A-4400-AEEE-98AD-81594AE9FFA7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79666"/>
              <a:ext cx="77550" cy="47469"/>
            </a:xfrm>
            <a:custGeom>
              <a:avLst/>
              <a:gdLst/>
              <a:ahLst/>
              <a:cxnLst/>
              <a:rect l="0" t="0" r="0" b="0"/>
              <a:pathLst>
                <a:path w="77550" h="47469">
                  <a:moveTo>
                    <a:pt x="77550" y="0"/>
                  </a:moveTo>
                  <a:lnTo>
                    <a:pt x="0" y="4746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83" name="Candidate_receptor__2701">
              <a:extLst>
                <a:ext uri="{FF2B5EF4-FFF2-40B4-BE49-F238E27FC236}">
                  <a16:creationId xmlns:a16="http://schemas.microsoft.com/office/drawing/2014/main" id="{383B5401-E5B3-986C-1A38-771972722C96}"/>
                </a:ext>
              </a:extLst>
            </p:cNvPr>
            <p:cNvSpPr>
              <a:spLocks noGrp="1"/>
            </p:cNvSpPr>
            <p:nvPr/>
          </p:nvSpPr>
          <p:spPr>
            <a:xfrm>
              <a:off x="6445870" y="3478094"/>
              <a:ext cx="98878" cy="58864"/>
            </a:xfrm>
            <a:custGeom>
              <a:avLst/>
              <a:gdLst/>
              <a:ahLst/>
              <a:cxnLst/>
              <a:rect l="0" t="0" r="0" b="0"/>
              <a:pathLst>
                <a:path w="98878" h="58864">
                  <a:moveTo>
                    <a:pt x="98878" y="588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52384" name="Candidate_receptor__2702">
              <a:extLst>
                <a:ext uri="{FF2B5EF4-FFF2-40B4-BE49-F238E27FC236}">
                  <a16:creationId xmlns:a16="http://schemas.microsoft.com/office/drawing/2014/main" id="{65AA5B96-ECDA-C07D-1CCB-17711F700034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662530"/>
              <a:ext cx="343" cy="110037"/>
            </a:xfrm>
            <a:custGeom>
              <a:avLst/>
              <a:gdLst/>
              <a:ahLst/>
              <a:cxnLst/>
              <a:rect l="0" t="0" r="0" b="0"/>
              <a:pathLst>
                <a:path w="343" h="110037">
                  <a:moveTo>
                    <a:pt x="0" y="110037"/>
                  </a:moveTo>
                  <a:lnTo>
                    <a:pt x="343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85" name="Candidate_receptor__2703">
              <a:extLst>
                <a:ext uri="{FF2B5EF4-FFF2-40B4-BE49-F238E27FC236}">
                  <a16:creationId xmlns:a16="http://schemas.microsoft.com/office/drawing/2014/main" id="{32B28461-2F9D-A84D-8767-BFE18E3D184D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280157"/>
              <a:ext cx="53854" cy="91297"/>
            </a:xfrm>
            <a:custGeom>
              <a:avLst/>
              <a:gdLst/>
              <a:ahLst/>
              <a:cxnLst/>
              <a:rect l="0" t="0" r="0" b="0"/>
              <a:pathLst>
                <a:path w="53854" h="91297">
                  <a:moveTo>
                    <a:pt x="0" y="91297"/>
                  </a:moveTo>
                  <a:lnTo>
                    <a:pt x="53854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86" name="Candidate_receptor__2704">
              <a:extLst>
                <a:ext uri="{FF2B5EF4-FFF2-40B4-BE49-F238E27FC236}">
                  <a16:creationId xmlns:a16="http://schemas.microsoft.com/office/drawing/2014/main" id="{D55073C9-727D-AF09-8470-AE82DF2E3CAA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320633"/>
              <a:ext cx="16425" cy="66100"/>
            </a:xfrm>
            <a:custGeom>
              <a:avLst/>
              <a:gdLst/>
              <a:ahLst/>
              <a:cxnLst/>
              <a:rect l="0" t="0" r="0" b="0"/>
              <a:pathLst>
                <a:path w="16425" h="66100">
                  <a:moveTo>
                    <a:pt x="16425" y="0"/>
                  </a:moveTo>
                  <a:lnTo>
                    <a:pt x="0" y="6610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87" name="Candidate_receptor__2705">
              <a:extLst>
                <a:ext uri="{FF2B5EF4-FFF2-40B4-BE49-F238E27FC236}">
                  <a16:creationId xmlns:a16="http://schemas.microsoft.com/office/drawing/2014/main" id="{6F5C9FDE-5196-0BAF-F131-DF28D51D2219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453454"/>
              <a:ext cx="49859" cy="92586"/>
            </a:xfrm>
            <a:custGeom>
              <a:avLst/>
              <a:gdLst/>
              <a:ahLst/>
              <a:cxnLst/>
              <a:rect l="0" t="0" r="0" b="0"/>
              <a:pathLst>
                <a:path w="49859" h="92586">
                  <a:moveTo>
                    <a:pt x="0" y="92586"/>
                  </a:moveTo>
                  <a:lnTo>
                    <a:pt x="4985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88" name="Candidate_receptor__2706">
              <a:extLst>
                <a:ext uri="{FF2B5EF4-FFF2-40B4-BE49-F238E27FC236}">
                  <a16:creationId xmlns:a16="http://schemas.microsoft.com/office/drawing/2014/main" id="{75775A90-43E4-6FB7-EAA0-307F329ADB03}"/>
                </a:ext>
              </a:extLst>
            </p:cNvPr>
            <p:cNvSpPr>
              <a:spLocks noGrp="1"/>
            </p:cNvSpPr>
            <p:nvPr/>
          </p:nvSpPr>
          <p:spPr>
            <a:xfrm>
              <a:off x="6383991" y="3603101"/>
              <a:ext cx="66556" cy="91283"/>
            </a:xfrm>
            <a:custGeom>
              <a:avLst/>
              <a:gdLst/>
              <a:ahLst/>
              <a:cxnLst/>
              <a:rect l="0" t="0" r="0" b="0"/>
              <a:pathLst>
                <a:path w="66556" h="91283">
                  <a:moveTo>
                    <a:pt x="66556" y="912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89" name="Candidate_receptor__2707">
              <a:extLst>
                <a:ext uri="{FF2B5EF4-FFF2-40B4-BE49-F238E27FC236}">
                  <a16:creationId xmlns:a16="http://schemas.microsoft.com/office/drawing/2014/main" id="{753839A8-8188-0053-B86D-DEF709BEDB22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393928"/>
              <a:ext cx="1058" cy="32495"/>
            </a:xfrm>
            <a:custGeom>
              <a:avLst/>
              <a:gdLst/>
              <a:ahLst/>
              <a:cxnLst/>
              <a:rect l="0" t="0" r="0" b="0"/>
              <a:pathLst>
                <a:path w="1058" h="32495">
                  <a:moveTo>
                    <a:pt x="1058" y="32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90" name="Candidate_receptor__2708">
              <a:extLst>
                <a:ext uri="{FF2B5EF4-FFF2-40B4-BE49-F238E27FC236}">
                  <a16:creationId xmlns:a16="http://schemas.microsoft.com/office/drawing/2014/main" id="{67DF74B7-BE60-6CAC-7525-C69485501411}"/>
                </a:ext>
              </a:extLst>
            </p:cNvPr>
            <p:cNvSpPr>
              <a:spLocks noGrp="1"/>
            </p:cNvSpPr>
            <p:nvPr/>
          </p:nvSpPr>
          <p:spPr>
            <a:xfrm>
              <a:off x="4961200" y="4178533"/>
              <a:ext cx="2323" cy="101133"/>
            </a:xfrm>
            <a:custGeom>
              <a:avLst/>
              <a:gdLst/>
              <a:ahLst/>
              <a:cxnLst/>
              <a:rect l="0" t="0" r="0" b="0"/>
              <a:pathLst>
                <a:path w="2323" h="101133">
                  <a:moveTo>
                    <a:pt x="2323" y="0"/>
                  </a:moveTo>
                  <a:lnTo>
                    <a:pt x="0" y="10113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91" name="Candidate_receptor__2709">
              <a:extLst>
                <a:ext uri="{FF2B5EF4-FFF2-40B4-BE49-F238E27FC236}">
                  <a16:creationId xmlns:a16="http://schemas.microsoft.com/office/drawing/2014/main" id="{F0CB3D90-0604-6612-CE06-A6D335051079}"/>
                </a:ext>
              </a:extLst>
            </p:cNvPr>
            <p:cNvSpPr>
              <a:spLocks noGrp="1"/>
            </p:cNvSpPr>
            <p:nvPr/>
          </p:nvSpPr>
          <p:spPr>
            <a:xfrm>
              <a:off x="5270068" y="5280157"/>
              <a:ext cx="96640" cy="28752"/>
            </a:xfrm>
            <a:custGeom>
              <a:avLst/>
              <a:gdLst/>
              <a:ahLst/>
              <a:cxnLst/>
              <a:rect l="0" t="0" r="0" b="0"/>
              <a:pathLst>
                <a:path w="96640" h="28752">
                  <a:moveTo>
                    <a:pt x="0" y="0"/>
                  </a:moveTo>
                  <a:lnTo>
                    <a:pt x="96640" y="2875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92" name="Candidate_receptor__2710">
              <a:extLst>
                <a:ext uri="{FF2B5EF4-FFF2-40B4-BE49-F238E27FC236}">
                  <a16:creationId xmlns:a16="http://schemas.microsoft.com/office/drawing/2014/main" id="{621BD964-38BD-38A6-7E92-01D48F75F864}"/>
                </a:ext>
              </a:extLst>
            </p:cNvPr>
            <p:cNvSpPr>
              <a:spLocks noGrp="1"/>
            </p:cNvSpPr>
            <p:nvPr/>
          </p:nvSpPr>
          <p:spPr>
            <a:xfrm>
              <a:off x="4784581" y="3713182"/>
              <a:ext cx="80922" cy="67040"/>
            </a:xfrm>
            <a:custGeom>
              <a:avLst/>
              <a:gdLst/>
              <a:ahLst/>
              <a:cxnLst/>
              <a:rect l="0" t="0" r="0" b="0"/>
              <a:pathLst>
                <a:path w="80922" h="67040">
                  <a:moveTo>
                    <a:pt x="80922" y="670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52393" name="Candidate_receptor__2711">
              <a:extLst>
                <a:ext uri="{FF2B5EF4-FFF2-40B4-BE49-F238E27FC236}">
                  <a16:creationId xmlns:a16="http://schemas.microsoft.com/office/drawing/2014/main" id="{06261C63-1DC0-5CED-9C95-3EBCC73098A4}"/>
                </a:ext>
              </a:extLst>
            </p:cNvPr>
            <p:cNvSpPr>
              <a:spLocks noGrp="1"/>
            </p:cNvSpPr>
            <p:nvPr/>
          </p:nvSpPr>
          <p:spPr>
            <a:xfrm>
              <a:off x="4666737" y="2429131"/>
              <a:ext cx="35207" cy="13741"/>
            </a:xfrm>
            <a:custGeom>
              <a:avLst/>
              <a:gdLst/>
              <a:ahLst/>
              <a:cxnLst/>
              <a:rect l="0" t="0" r="0" b="0"/>
              <a:pathLst>
                <a:path w="35207" h="13741">
                  <a:moveTo>
                    <a:pt x="0" y="13741"/>
                  </a:moveTo>
                  <a:lnTo>
                    <a:pt x="35207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94" name="Candidate_receptor__2712">
              <a:extLst>
                <a:ext uri="{FF2B5EF4-FFF2-40B4-BE49-F238E27FC236}">
                  <a16:creationId xmlns:a16="http://schemas.microsoft.com/office/drawing/2014/main" id="{F1D9DAA2-CE79-F40E-F3AF-9AF0B9902E2C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49994"/>
              <a:ext cx="67388" cy="8901"/>
            </a:xfrm>
            <a:custGeom>
              <a:avLst/>
              <a:gdLst/>
              <a:ahLst/>
              <a:cxnLst/>
              <a:rect l="0" t="0" r="0" b="0"/>
              <a:pathLst>
                <a:path w="67388" h="8901">
                  <a:moveTo>
                    <a:pt x="0" y="0"/>
                  </a:moveTo>
                  <a:lnTo>
                    <a:pt x="67388" y="890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95" name="Candidate_receptor__2713">
              <a:extLst>
                <a:ext uri="{FF2B5EF4-FFF2-40B4-BE49-F238E27FC236}">
                  <a16:creationId xmlns:a16="http://schemas.microsoft.com/office/drawing/2014/main" id="{F836D973-3096-7C50-FDC0-98DD8A5D5CC5}"/>
                </a:ext>
              </a:extLst>
            </p:cNvPr>
            <p:cNvSpPr>
              <a:spLocks noGrp="1"/>
            </p:cNvSpPr>
            <p:nvPr/>
          </p:nvSpPr>
          <p:spPr>
            <a:xfrm>
              <a:off x="4728590" y="3621550"/>
              <a:ext cx="55991" cy="91632"/>
            </a:xfrm>
            <a:custGeom>
              <a:avLst/>
              <a:gdLst/>
              <a:ahLst/>
              <a:cxnLst/>
              <a:rect l="0" t="0" r="0" b="0"/>
              <a:pathLst>
                <a:path w="55991" h="91632">
                  <a:moveTo>
                    <a:pt x="55991" y="91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52396" name="Candidate_receptor__2714">
              <a:extLst>
                <a:ext uri="{FF2B5EF4-FFF2-40B4-BE49-F238E27FC236}">
                  <a16:creationId xmlns:a16="http://schemas.microsoft.com/office/drawing/2014/main" id="{560117A5-971A-5FEA-55E6-EE60FB713B60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370632"/>
              <a:ext cx="82072" cy="31534"/>
            </a:xfrm>
            <a:custGeom>
              <a:avLst/>
              <a:gdLst/>
              <a:ahLst/>
              <a:cxnLst/>
              <a:rect l="0" t="0" r="0" b="0"/>
              <a:pathLst>
                <a:path w="82072" h="31534">
                  <a:moveTo>
                    <a:pt x="0" y="31534"/>
                  </a:moveTo>
                  <a:lnTo>
                    <a:pt x="82072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97" name="Candidate_receptor__2715">
              <a:extLst>
                <a:ext uri="{FF2B5EF4-FFF2-40B4-BE49-F238E27FC236}">
                  <a16:creationId xmlns:a16="http://schemas.microsoft.com/office/drawing/2014/main" id="{F74D2921-C207-FD17-2DE5-BF8E47C70ABA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70549" cy="50584"/>
            </a:xfrm>
            <a:custGeom>
              <a:avLst/>
              <a:gdLst/>
              <a:ahLst/>
              <a:cxnLst/>
              <a:rect l="0" t="0" r="0" b="0"/>
              <a:pathLst>
                <a:path w="70549" h="50584">
                  <a:moveTo>
                    <a:pt x="0" y="0"/>
                  </a:moveTo>
                  <a:lnTo>
                    <a:pt x="70549" y="50584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398" name="Candidate_receptor__2716">
              <a:extLst>
                <a:ext uri="{FF2B5EF4-FFF2-40B4-BE49-F238E27FC236}">
                  <a16:creationId xmlns:a16="http://schemas.microsoft.com/office/drawing/2014/main" id="{058EA11E-09C3-119E-44E9-BBB22CFC3A3C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942397"/>
              <a:ext cx="35969" cy="8290"/>
            </a:xfrm>
            <a:custGeom>
              <a:avLst/>
              <a:gdLst/>
              <a:ahLst/>
              <a:cxnLst/>
              <a:rect l="0" t="0" r="0" b="0"/>
              <a:pathLst>
                <a:path w="35969" h="8290">
                  <a:moveTo>
                    <a:pt x="35969" y="0"/>
                  </a:moveTo>
                  <a:lnTo>
                    <a:pt x="0" y="8290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52399" name="Candidate_receptor__2717">
              <a:extLst>
                <a:ext uri="{FF2B5EF4-FFF2-40B4-BE49-F238E27FC236}">
                  <a16:creationId xmlns:a16="http://schemas.microsoft.com/office/drawing/2014/main" id="{F9B3B8DB-7F52-CEA9-5EBC-8015A68AF514}"/>
                </a:ext>
              </a:extLst>
            </p:cNvPr>
            <p:cNvSpPr>
              <a:spLocks noGrp="1"/>
            </p:cNvSpPr>
            <p:nvPr/>
          </p:nvSpPr>
          <p:spPr>
            <a:xfrm>
              <a:off x="6227278" y="4370632"/>
              <a:ext cx="73044" cy="39440"/>
            </a:xfrm>
            <a:custGeom>
              <a:avLst/>
              <a:gdLst/>
              <a:ahLst/>
              <a:cxnLst/>
              <a:rect l="0" t="0" r="0" b="0"/>
              <a:pathLst>
                <a:path w="73044" h="39440">
                  <a:moveTo>
                    <a:pt x="0" y="0"/>
                  </a:moveTo>
                  <a:lnTo>
                    <a:pt x="73044" y="3944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00" name="Candidate_receptor__2718">
              <a:extLst>
                <a:ext uri="{FF2B5EF4-FFF2-40B4-BE49-F238E27FC236}">
                  <a16:creationId xmlns:a16="http://schemas.microsoft.com/office/drawing/2014/main" id="{860B208C-E015-CDE7-180C-DBCB2EA03E11}"/>
                </a:ext>
              </a:extLst>
            </p:cNvPr>
            <p:cNvSpPr>
              <a:spLocks noGrp="1"/>
            </p:cNvSpPr>
            <p:nvPr/>
          </p:nvSpPr>
          <p:spPr>
            <a:xfrm>
              <a:off x="4865503" y="3746004"/>
              <a:ext cx="89750" cy="34219"/>
            </a:xfrm>
            <a:custGeom>
              <a:avLst/>
              <a:gdLst/>
              <a:ahLst/>
              <a:cxnLst/>
              <a:rect l="0" t="0" r="0" b="0"/>
              <a:pathLst>
                <a:path w="89750" h="34219">
                  <a:moveTo>
                    <a:pt x="89750" y="0"/>
                  </a:moveTo>
                  <a:lnTo>
                    <a:pt x="0" y="34219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01" name="Candidate_receptor__2719">
              <a:extLst>
                <a:ext uri="{FF2B5EF4-FFF2-40B4-BE49-F238E27FC236}">
                  <a16:creationId xmlns:a16="http://schemas.microsoft.com/office/drawing/2014/main" id="{A1054365-B4D4-1BE8-28F1-28094B5E7920}"/>
                </a:ext>
              </a:extLst>
            </p:cNvPr>
            <p:cNvSpPr>
              <a:spLocks noGrp="1"/>
            </p:cNvSpPr>
            <p:nvPr/>
          </p:nvSpPr>
          <p:spPr>
            <a:xfrm>
              <a:off x="5353346" y="5308908"/>
              <a:ext cx="13362" cy="109408"/>
            </a:xfrm>
            <a:custGeom>
              <a:avLst/>
              <a:gdLst/>
              <a:ahLst/>
              <a:cxnLst/>
              <a:rect l="0" t="0" r="0" b="0"/>
              <a:pathLst>
                <a:path w="13362" h="109408">
                  <a:moveTo>
                    <a:pt x="13362" y="0"/>
                  </a:moveTo>
                  <a:lnTo>
                    <a:pt x="0" y="109408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02" name="Candidate_receptor__2720">
              <a:extLst>
                <a:ext uri="{FF2B5EF4-FFF2-40B4-BE49-F238E27FC236}">
                  <a16:creationId xmlns:a16="http://schemas.microsoft.com/office/drawing/2014/main" id="{74FEDB37-7869-CF5D-2C64-71098A85A9FF}"/>
                </a:ext>
              </a:extLst>
            </p:cNvPr>
            <p:cNvSpPr>
              <a:spLocks noGrp="1"/>
            </p:cNvSpPr>
            <p:nvPr/>
          </p:nvSpPr>
          <p:spPr>
            <a:xfrm>
              <a:off x="6604591" y="4690996"/>
              <a:ext cx="52890" cy="77478"/>
            </a:xfrm>
            <a:custGeom>
              <a:avLst/>
              <a:gdLst/>
              <a:ahLst/>
              <a:cxnLst/>
              <a:rect l="0" t="0" r="0" b="0"/>
              <a:pathLst>
                <a:path w="52890" h="77478">
                  <a:moveTo>
                    <a:pt x="0" y="77478"/>
                  </a:moveTo>
                  <a:lnTo>
                    <a:pt x="5289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03" name="Candidate_receptor__2721">
              <a:extLst>
                <a:ext uri="{FF2B5EF4-FFF2-40B4-BE49-F238E27FC236}">
                  <a16:creationId xmlns:a16="http://schemas.microsoft.com/office/drawing/2014/main" id="{E02AECA3-822F-1473-EFBD-FA3A7D796D4E}"/>
                </a:ext>
              </a:extLst>
            </p:cNvPr>
            <p:cNvSpPr>
              <a:spLocks noGrp="1"/>
            </p:cNvSpPr>
            <p:nvPr/>
          </p:nvSpPr>
          <p:spPr>
            <a:xfrm>
              <a:off x="5813374" y="2963803"/>
              <a:ext cx="87624" cy="44824"/>
            </a:xfrm>
            <a:custGeom>
              <a:avLst/>
              <a:gdLst/>
              <a:ahLst/>
              <a:cxnLst/>
              <a:rect l="0" t="0" r="0" b="0"/>
              <a:pathLst>
                <a:path w="87624" h="44824">
                  <a:moveTo>
                    <a:pt x="87624" y="0"/>
                  </a:moveTo>
                  <a:lnTo>
                    <a:pt x="0" y="44824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52404" name="Candidate_receptor__2722">
              <a:extLst>
                <a:ext uri="{FF2B5EF4-FFF2-40B4-BE49-F238E27FC236}">
                  <a16:creationId xmlns:a16="http://schemas.microsoft.com/office/drawing/2014/main" id="{7A8ADE01-4FA9-A52B-6D1B-2B6B748BA78D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94560" cy="4852"/>
            </a:xfrm>
            <a:custGeom>
              <a:avLst/>
              <a:gdLst/>
              <a:ahLst/>
              <a:cxnLst/>
              <a:rect l="0" t="0" r="0" b="0"/>
              <a:pathLst>
                <a:path w="94560" h="4852">
                  <a:moveTo>
                    <a:pt x="0" y="0"/>
                  </a:moveTo>
                  <a:lnTo>
                    <a:pt x="94560" y="4852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05" name="Candidate_receptor__2723">
              <a:extLst>
                <a:ext uri="{FF2B5EF4-FFF2-40B4-BE49-F238E27FC236}">
                  <a16:creationId xmlns:a16="http://schemas.microsoft.com/office/drawing/2014/main" id="{79D8C78D-5A39-C565-E8FE-810CC74145AB}"/>
                </a:ext>
              </a:extLst>
            </p:cNvPr>
            <p:cNvSpPr>
              <a:spLocks noGrp="1"/>
            </p:cNvSpPr>
            <p:nvPr/>
          </p:nvSpPr>
          <p:spPr>
            <a:xfrm>
              <a:off x="6356983" y="3694383"/>
              <a:ext cx="93564" cy="63099"/>
            </a:xfrm>
            <a:custGeom>
              <a:avLst/>
              <a:gdLst/>
              <a:ahLst/>
              <a:cxnLst/>
              <a:rect l="0" t="0" r="0" b="0"/>
              <a:pathLst>
                <a:path w="93564" h="63099">
                  <a:moveTo>
                    <a:pt x="0" y="63099"/>
                  </a:moveTo>
                  <a:lnTo>
                    <a:pt x="93564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06" name="Candidate_receptor__2724">
              <a:extLst>
                <a:ext uri="{FF2B5EF4-FFF2-40B4-BE49-F238E27FC236}">
                  <a16:creationId xmlns:a16="http://schemas.microsoft.com/office/drawing/2014/main" id="{2B3F1C52-784C-ED43-F69D-A84FACCA780D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102924"/>
              <a:ext cx="102623" cy="40479"/>
            </a:xfrm>
            <a:custGeom>
              <a:avLst/>
              <a:gdLst/>
              <a:ahLst/>
              <a:cxnLst/>
              <a:rect l="0" t="0" r="0" b="0"/>
              <a:pathLst>
                <a:path w="102623" h="40479">
                  <a:moveTo>
                    <a:pt x="102623" y="404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07" name="Candidate_receptor__2725">
              <a:extLst>
                <a:ext uri="{FF2B5EF4-FFF2-40B4-BE49-F238E27FC236}">
                  <a16:creationId xmlns:a16="http://schemas.microsoft.com/office/drawing/2014/main" id="{1B425819-8E57-57F1-2CF8-0D43729B7D7A}"/>
                </a:ext>
              </a:extLst>
            </p:cNvPr>
            <p:cNvSpPr>
              <a:spLocks noGrp="1"/>
            </p:cNvSpPr>
            <p:nvPr/>
          </p:nvSpPr>
          <p:spPr>
            <a:xfrm>
              <a:off x="5572409" y="3996179"/>
              <a:ext cx="94686" cy="63432"/>
            </a:xfrm>
            <a:custGeom>
              <a:avLst/>
              <a:gdLst/>
              <a:ahLst/>
              <a:cxnLst/>
              <a:rect l="0" t="0" r="0" b="0"/>
              <a:pathLst>
                <a:path w="94686" h="63432">
                  <a:moveTo>
                    <a:pt x="94686" y="634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08" name="Candidate_receptor__2726">
              <a:extLst>
                <a:ext uri="{FF2B5EF4-FFF2-40B4-BE49-F238E27FC236}">
                  <a16:creationId xmlns:a16="http://schemas.microsoft.com/office/drawing/2014/main" id="{7C739CB3-6B37-7DE3-3F4C-EA030C6B8F2D}"/>
                </a:ext>
              </a:extLst>
            </p:cNvPr>
            <p:cNvSpPr>
              <a:spLocks noGrp="1"/>
            </p:cNvSpPr>
            <p:nvPr/>
          </p:nvSpPr>
          <p:spPr>
            <a:xfrm>
              <a:off x="4881444" y="4573648"/>
              <a:ext cx="97505" cy="57088"/>
            </a:xfrm>
            <a:custGeom>
              <a:avLst/>
              <a:gdLst/>
              <a:ahLst/>
              <a:cxnLst/>
              <a:rect l="0" t="0" r="0" b="0"/>
              <a:pathLst>
                <a:path w="97505" h="57088">
                  <a:moveTo>
                    <a:pt x="0" y="57088"/>
                  </a:moveTo>
                  <a:lnTo>
                    <a:pt x="97505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09" name="Candidate_receptor__2727">
              <a:extLst>
                <a:ext uri="{FF2B5EF4-FFF2-40B4-BE49-F238E27FC236}">
                  <a16:creationId xmlns:a16="http://schemas.microsoft.com/office/drawing/2014/main" id="{3B90C5A8-2033-B150-4ED3-9151870F7E76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15636"/>
              <a:ext cx="112954" cy="22983"/>
            </a:xfrm>
            <a:custGeom>
              <a:avLst/>
              <a:gdLst/>
              <a:ahLst/>
              <a:cxnLst/>
              <a:rect l="0" t="0" r="0" b="0"/>
              <a:pathLst>
                <a:path w="112954" h="22983">
                  <a:moveTo>
                    <a:pt x="112954" y="0"/>
                  </a:moveTo>
                  <a:lnTo>
                    <a:pt x="0" y="2298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10" name="Candidate_receptor__2728">
              <a:extLst>
                <a:ext uri="{FF2B5EF4-FFF2-40B4-BE49-F238E27FC236}">
                  <a16:creationId xmlns:a16="http://schemas.microsoft.com/office/drawing/2014/main" id="{44665F66-31AD-4A8F-6F30-BDF2AAE2F4D5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6261"/>
              <a:ext cx="67414" cy="80553"/>
            </a:xfrm>
            <a:custGeom>
              <a:avLst/>
              <a:gdLst/>
              <a:ahLst/>
              <a:cxnLst/>
              <a:rect l="0" t="0" r="0" b="0"/>
              <a:pathLst>
                <a:path w="67414" h="80553">
                  <a:moveTo>
                    <a:pt x="67414" y="805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11" name="Candidate_receptor__2729">
              <a:extLst>
                <a:ext uri="{FF2B5EF4-FFF2-40B4-BE49-F238E27FC236}">
                  <a16:creationId xmlns:a16="http://schemas.microsoft.com/office/drawing/2014/main" id="{E7363EC0-1F59-74E2-820F-F057DE06C554}"/>
                </a:ext>
              </a:extLst>
            </p:cNvPr>
            <p:cNvSpPr>
              <a:spLocks noGrp="1"/>
            </p:cNvSpPr>
            <p:nvPr/>
          </p:nvSpPr>
          <p:spPr>
            <a:xfrm>
              <a:off x="5178404" y="3792131"/>
              <a:ext cx="90922" cy="13073"/>
            </a:xfrm>
            <a:custGeom>
              <a:avLst/>
              <a:gdLst/>
              <a:ahLst/>
              <a:cxnLst/>
              <a:rect l="0" t="0" r="0" b="0"/>
              <a:pathLst>
                <a:path w="90922" h="13073">
                  <a:moveTo>
                    <a:pt x="90922" y="0"/>
                  </a:moveTo>
                  <a:lnTo>
                    <a:pt x="0" y="1307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12" name="Candidate_receptor__2730">
              <a:extLst>
                <a:ext uri="{FF2B5EF4-FFF2-40B4-BE49-F238E27FC236}">
                  <a16:creationId xmlns:a16="http://schemas.microsoft.com/office/drawing/2014/main" id="{8AB2C225-FF97-572C-6CB0-8975DAA116E1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03101"/>
              <a:ext cx="68111" cy="15156"/>
            </a:xfrm>
            <a:custGeom>
              <a:avLst/>
              <a:gdLst/>
              <a:ahLst/>
              <a:cxnLst/>
              <a:rect l="0" t="0" r="0" b="0"/>
              <a:pathLst>
                <a:path w="68111" h="15156">
                  <a:moveTo>
                    <a:pt x="68111" y="0"/>
                  </a:moveTo>
                  <a:lnTo>
                    <a:pt x="0" y="15156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13" name="Candidate_receptor__2731">
              <a:extLst>
                <a:ext uri="{FF2B5EF4-FFF2-40B4-BE49-F238E27FC236}">
                  <a16:creationId xmlns:a16="http://schemas.microsoft.com/office/drawing/2014/main" id="{48F6BB69-D61C-2155-9DF6-AC5787122CBE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43924" cy="42390"/>
            </a:xfrm>
            <a:custGeom>
              <a:avLst/>
              <a:gdLst/>
              <a:ahLst/>
              <a:cxnLst/>
              <a:rect l="0" t="0" r="0" b="0"/>
              <a:pathLst>
                <a:path w="43924" h="42390">
                  <a:moveTo>
                    <a:pt x="43924" y="42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14" name="Candidate_receptor__2732">
              <a:extLst>
                <a:ext uri="{FF2B5EF4-FFF2-40B4-BE49-F238E27FC236}">
                  <a16:creationId xmlns:a16="http://schemas.microsoft.com/office/drawing/2014/main" id="{C2BF7C28-53D5-3C72-A818-734D477FFDBC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70113"/>
              <a:ext cx="26599" cy="61286"/>
            </a:xfrm>
            <a:custGeom>
              <a:avLst/>
              <a:gdLst/>
              <a:ahLst/>
              <a:cxnLst/>
              <a:rect l="0" t="0" r="0" b="0"/>
              <a:pathLst>
                <a:path w="26599" h="61286">
                  <a:moveTo>
                    <a:pt x="26599" y="0"/>
                  </a:moveTo>
                  <a:lnTo>
                    <a:pt x="0" y="61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15" name="Candidate_receptor__2733">
              <a:extLst>
                <a:ext uri="{FF2B5EF4-FFF2-40B4-BE49-F238E27FC236}">
                  <a16:creationId xmlns:a16="http://schemas.microsoft.com/office/drawing/2014/main" id="{31E5640A-7EBE-BBF0-8CC0-82E6DE5983E4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8617"/>
              <a:ext cx="44450" cy="14702"/>
            </a:xfrm>
            <a:custGeom>
              <a:avLst/>
              <a:gdLst/>
              <a:ahLst/>
              <a:cxnLst/>
              <a:rect l="0" t="0" r="0" b="0"/>
              <a:pathLst>
                <a:path w="44450" h="14702">
                  <a:moveTo>
                    <a:pt x="44450" y="147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16" name="Candidate_receptor__2734">
              <a:extLst>
                <a:ext uri="{FF2B5EF4-FFF2-40B4-BE49-F238E27FC236}">
                  <a16:creationId xmlns:a16="http://schemas.microsoft.com/office/drawing/2014/main" id="{22B0E256-2B75-3AE5-04D2-630677363A91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15121"/>
              <a:ext cx="65634" cy="56589"/>
            </a:xfrm>
            <a:custGeom>
              <a:avLst/>
              <a:gdLst/>
              <a:ahLst/>
              <a:cxnLst/>
              <a:rect l="0" t="0" r="0" b="0"/>
              <a:pathLst>
                <a:path w="65634" h="56589">
                  <a:moveTo>
                    <a:pt x="0" y="56589"/>
                  </a:moveTo>
                  <a:lnTo>
                    <a:pt x="65634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17" name="Candidate_receptor__2735">
              <a:extLst>
                <a:ext uri="{FF2B5EF4-FFF2-40B4-BE49-F238E27FC236}">
                  <a16:creationId xmlns:a16="http://schemas.microsoft.com/office/drawing/2014/main" id="{D005238D-4359-140D-4A77-48944B12DC61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292329"/>
              <a:ext cx="45841" cy="101599"/>
            </a:xfrm>
            <a:custGeom>
              <a:avLst/>
              <a:gdLst/>
              <a:ahLst/>
              <a:cxnLst/>
              <a:rect l="0" t="0" r="0" b="0"/>
              <a:pathLst>
                <a:path w="45841" h="101599">
                  <a:moveTo>
                    <a:pt x="0" y="101599"/>
                  </a:moveTo>
                  <a:lnTo>
                    <a:pt x="4584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18" name="Candidate_receptor__2736">
              <a:extLst>
                <a:ext uri="{FF2B5EF4-FFF2-40B4-BE49-F238E27FC236}">
                  <a16:creationId xmlns:a16="http://schemas.microsoft.com/office/drawing/2014/main" id="{C8668BD8-8358-311E-A706-A875A298D7F8}"/>
                </a:ext>
              </a:extLst>
            </p:cNvPr>
            <p:cNvSpPr>
              <a:spLocks noGrp="1"/>
            </p:cNvSpPr>
            <p:nvPr/>
          </p:nvSpPr>
          <p:spPr>
            <a:xfrm>
              <a:off x="6012425" y="4775110"/>
              <a:ext cx="92685" cy="19801"/>
            </a:xfrm>
            <a:custGeom>
              <a:avLst/>
              <a:gdLst/>
              <a:ahLst/>
              <a:cxnLst/>
              <a:rect l="0" t="0" r="0" b="0"/>
              <a:pathLst>
                <a:path w="92685" h="19801">
                  <a:moveTo>
                    <a:pt x="92685" y="198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19" name="Candidate_receptor__2737">
              <a:extLst>
                <a:ext uri="{FF2B5EF4-FFF2-40B4-BE49-F238E27FC236}">
                  <a16:creationId xmlns:a16="http://schemas.microsoft.com/office/drawing/2014/main" id="{DA50BC92-A70F-305B-8C90-8074986AF754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410073"/>
              <a:ext cx="45099" cy="104902"/>
            </a:xfrm>
            <a:custGeom>
              <a:avLst/>
              <a:gdLst/>
              <a:ahLst/>
              <a:cxnLst/>
              <a:rect l="0" t="0" r="0" b="0"/>
              <a:pathLst>
                <a:path w="45099" h="104902">
                  <a:moveTo>
                    <a:pt x="45099" y="0"/>
                  </a:moveTo>
                  <a:lnTo>
                    <a:pt x="0" y="10490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20" name="Candidate_receptor__2738">
              <a:extLst>
                <a:ext uri="{FF2B5EF4-FFF2-40B4-BE49-F238E27FC236}">
                  <a16:creationId xmlns:a16="http://schemas.microsoft.com/office/drawing/2014/main" id="{EFC28A9D-8DFC-A526-2BE7-0B1FA5A59B33}"/>
                </a:ext>
              </a:extLst>
            </p:cNvPr>
            <p:cNvSpPr>
              <a:spLocks noGrp="1"/>
            </p:cNvSpPr>
            <p:nvPr/>
          </p:nvSpPr>
          <p:spPr>
            <a:xfrm>
              <a:off x="5611153" y="4059611"/>
              <a:ext cx="55943" cy="99284"/>
            </a:xfrm>
            <a:custGeom>
              <a:avLst/>
              <a:gdLst/>
              <a:ahLst/>
              <a:cxnLst/>
              <a:rect l="0" t="0" r="0" b="0"/>
              <a:pathLst>
                <a:path w="55943" h="99284">
                  <a:moveTo>
                    <a:pt x="0" y="99284"/>
                  </a:moveTo>
                  <a:lnTo>
                    <a:pt x="55943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21" name="Candidate_receptor__2739">
              <a:extLst>
                <a:ext uri="{FF2B5EF4-FFF2-40B4-BE49-F238E27FC236}">
                  <a16:creationId xmlns:a16="http://schemas.microsoft.com/office/drawing/2014/main" id="{2FAB9F61-6F47-EA65-6B24-41FA001C4137}"/>
                </a:ext>
              </a:extLst>
            </p:cNvPr>
            <p:cNvSpPr>
              <a:spLocks noGrp="1"/>
            </p:cNvSpPr>
            <p:nvPr/>
          </p:nvSpPr>
          <p:spPr>
            <a:xfrm>
              <a:off x="5039160" y="2413811"/>
              <a:ext cx="25703" cy="57050"/>
            </a:xfrm>
            <a:custGeom>
              <a:avLst/>
              <a:gdLst/>
              <a:ahLst/>
              <a:cxnLst/>
              <a:rect l="0" t="0" r="0" b="0"/>
              <a:pathLst>
                <a:path w="25703" h="57050">
                  <a:moveTo>
                    <a:pt x="0" y="57050"/>
                  </a:moveTo>
                  <a:lnTo>
                    <a:pt x="25703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22" name="Candidate_receptor__2740">
              <a:extLst>
                <a:ext uri="{FF2B5EF4-FFF2-40B4-BE49-F238E27FC236}">
                  <a16:creationId xmlns:a16="http://schemas.microsoft.com/office/drawing/2014/main" id="{CCEB17BF-2593-6142-1146-876E59E64DEC}"/>
                </a:ext>
              </a:extLst>
            </p:cNvPr>
            <p:cNvSpPr>
              <a:spLocks noGrp="1"/>
            </p:cNvSpPr>
            <p:nvPr/>
          </p:nvSpPr>
          <p:spPr>
            <a:xfrm>
              <a:off x="6544749" y="3536958"/>
              <a:ext cx="12884" cy="36892"/>
            </a:xfrm>
            <a:custGeom>
              <a:avLst/>
              <a:gdLst/>
              <a:ahLst/>
              <a:cxnLst/>
              <a:rect l="0" t="0" r="0" b="0"/>
              <a:pathLst>
                <a:path w="12884" h="36892">
                  <a:moveTo>
                    <a:pt x="12884" y="368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23" name="Candidate_receptor__2741">
              <a:extLst>
                <a:ext uri="{FF2B5EF4-FFF2-40B4-BE49-F238E27FC236}">
                  <a16:creationId xmlns:a16="http://schemas.microsoft.com/office/drawing/2014/main" id="{C2172492-6A6C-D3B9-5B17-60752EBA200F}"/>
                </a:ext>
              </a:extLst>
            </p:cNvPr>
            <p:cNvSpPr>
              <a:spLocks noGrp="1"/>
            </p:cNvSpPr>
            <p:nvPr/>
          </p:nvSpPr>
          <p:spPr>
            <a:xfrm>
              <a:off x="5718198" y="2944656"/>
              <a:ext cx="95176" cy="63971"/>
            </a:xfrm>
            <a:custGeom>
              <a:avLst/>
              <a:gdLst/>
              <a:ahLst/>
              <a:cxnLst/>
              <a:rect l="0" t="0" r="0" b="0"/>
              <a:pathLst>
                <a:path w="95176" h="63971">
                  <a:moveTo>
                    <a:pt x="95176" y="6397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24" name="Candidate_receptor__2742">
              <a:extLst>
                <a:ext uri="{FF2B5EF4-FFF2-40B4-BE49-F238E27FC236}">
                  <a16:creationId xmlns:a16="http://schemas.microsoft.com/office/drawing/2014/main" id="{39374C48-7591-6CB0-6318-9BF4B06787DB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536651"/>
              <a:ext cx="49150" cy="30000"/>
            </a:xfrm>
            <a:custGeom>
              <a:avLst/>
              <a:gdLst/>
              <a:ahLst/>
              <a:cxnLst/>
              <a:rect l="0" t="0" r="0" b="0"/>
              <a:pathLst>
                <a:path w="49150" h="30000">
                  <a:moveTo>
                    <a:pt x="0" y="0"/>
                  </a:moveTo>
                  <a:lnTo>
                    <a:pt x="49150" y="3000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25" name="Candidate_receptor__2743">
              <a:extLst>
                <a:ext uri="{FF2B5EF4-FFF2-40B4-BE49-F238E27FC236}">
                  <a16:creationId xmlns:a16="http://schemas.microsoft.com/office/drawing/2014/main" id="{06AAEC6D-FCC5-53EF-83C2-ACB8BF330647}"/>
                </a:ext>
              </a:extLst>
            </p:cNvPr>
            <p:cNvSpPr>
              <a:spLocks noGrp="1"/>
            </p:cNvSpPr>
            <p:nvPr/>
          </p:nvSpPr>
          <p:spPr>
            <a:xfrm>
              <a:off x="6076925" y="4251502"/>
              <a:ext cx="79274" cy="44178"/>
            </a:xfrm>
            <a:custGeom>
              <a:avLst/>
              <a:gdLst/>
              <a:ahLst/>
              <a:cxnLst/>
              <a:rect l="0" t="0" r="0" b="0"/>
              <a:pathLst>
                <a:path w="79274" h="44178">
                  <a:moveTo>
                    <a:pt x="0" y="0"/>
                  </a:moveTo>
                  <a:lnTo>
                    <a:pt x="79274" y="4417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26" name="Candidate_receptor__2744">
              <a:extLst>
                <a:ext uri="{FF2B5EF4-FFF2-40B4-BE49-F238E27FC236}">
                  <a16:creationId xmlns:a16="http://schemas.microsoft.com/office/drawing/2014/main" id="{5667C9AF-514B-E37D-6BB0-765BBF6C3722}"/>
                </a:ext>
              </a:extLst>
            </p:cNvPr>
            <p:cNvSpPr>
              <a:spLocks noGrp="1"/>
            </p:cNvSpPr>
            <p:nvPr/>
          </p:nvSpPr>
          <p:spPr>
            <a:xfrm>
              <a:off x="4892405" y="5015636"/>
              <a:ext cx="24551" cy="99485"/>
            </a:xfrm>
            <a:custGeom>
              <a:avLst/>
              <a:gdLst/>
              <a:ahLst/>
              <a:cxnLst/>
              <a:rect l="0" t="0" r="0" b="0"/>
              <a:pathLst>
                <a:path w="24551" h="99485">
                  <a:moveTo>
                    <a:pt x="24551" y="994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27" name="Candidate_receptor__2745">
              <a:extLst>
                <a:ext uri="{FF2B5EF4-FFF2-40B4-BE49-F238E27FC236}">
                  <a16:creationId xmlns:a16="http://schemas.microsoft.com/office/drawing/2014/main" id="{F4DC4D6F-FD50-DCF8-A7A8-620077A3813A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75110"/>
              <a:ext cx="69915" cy="9286"/>
            </a:xfrm>
            <a:custGeom>
              <a:avLst/>
              <a:gdLst/>
              <a:ahLst/>
              <a:cxnLst/>
              <a:rect l="0" t="0" r="0" b="0"/>
              <a:pathLst>
                <a:path w="69915" h="9286">
                  <a:moveTo>
                    <a:pt x="69915" y="0"/>
                  </a:moveTo>
                  <a:lnTo>
                    <a:pt x="0" y="9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28" name="Candidate_receptor__2746">
              <a:extLst>
                <a:ext uri="{FF2B5EF4-FFF2-40B4-BE49-F238E27FC236}">
                  <a16:creationId xmlns:a16="http://schemas.microsoft.com/office/drawing/2014/main" id="{24960601-7308-411D-49DE-73AA32CD0C95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251502"/>
              <a:ext cx="74966" cy="1782"/>
            </a:xfrm>
            <a:custGeom>
              <a:avLst/>
              <a:gdLst/>
              <a:ahLst/>
              <a:cxnLst/>
              <a:rect l="0" t="0" r="0" b="0"/>
              <a:pathLst>
                <a:path w="74966" h="1782">
                  <a:moveTo>
                    <a:pt x="0" y="1782"/>
                  </a:moveTo>
                  <a:lnTo>
                    <a:pt x="7496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29" name="Candidate_receptor__2747">
              <a:extLst>
                <a:ext uri="{FF2B5EF4-FFF2-40B4-BE49-F238E27FC236}">
                  <a16:creationId xmlns:a16="http://schemas.microsoft.com/office/drawing/2014/main" id="{CA524109-7BCB-3747-6745-46B5264A8B5E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24310"/>
              <a:ext cx="92800" cy="67729"/>
            </a:xfrm>
            <a:custGeom>
              <a:avLst/>
              <a:gdLst/>
              <a:ahLst/>
              <a:cxnLst/>
              <a:rect l="0" t="0" r="0" b="0"/>
              <a:pathLst>
                <a:path w="92800" h="67729">
                  <a:moveTo>
                    <a:pt x="92800" y="0"/>
                  </a:moveTo>
                  <a:lnTo>
                    <a:pt x="0" y="6772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30" name="Candidate_receptor__2748">
              <a:extLst>
                <a:ext uri="{FF2B5EF4-FFF2-40B4-BE49-F238E27FC236}">
                  <a16:creationId xmlns:a16="http://schemas.microsoft.com/office/drawing/2014/main" id="{A914B9F1-E4AE-ECC5-020E-710F19999EC8}"/>
                </a:ext>
              </a:extLst>
            </p:cNvPr>
            <p:cNvSpPr>
              <a:spLocks noGrp="1"/>
            </p:cNvSpPr>
            <p:nvPr/>
          </p:nvSpPr>
          <p:spPr>
            <a:xfrm>
              <a:off x="5883713" y="4635045"/>
              <a:ext cx="114008" cy="16448"/>
            </a:xfrm>
            <a:custGeom>
              <a:avLst/>
              <a:gdLst/>
              <a:ahLst/>
              <a:cxnLst/>
              <a:rect l="0" t="0" r="0" b="0"/>
              <a:pathLst>
                <a:path w="114008" h="16448">
                  <a:moveTo>
                    <a:pt x="114008" y="0"/>
                  </a:moveTo>
                  <a:lnTo>
                    <a:pt x="0" y="1644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31" name="Candidate_receptor__2749">
              <a:extLst>
                <a:ext uri="{FF2B5EF4-FFF2-40B4-BE49-F238E27FC236}">
                  <a16:creationId xmlns:a16="http://schemas.microsoft.com/office/drawing/2014/main" id="{A9D1AB61-67FF-2845-23D7-6E36B618145B}"/>
                </a:ext>
              </a:extLst>
            </p:cNvPr>
            <p:cNvSpPr>
              <a:spLocks noGrp="1"/>
            </p:cNvSpPr>
            <p:nvPr/>
          </p:nvSpPr>
          <p:spPr>
            <a:xfrm>
              <a:off x="6233944" y="3877859"/>
              <a:ext cx="90797" cy="61872"/>
            </a:xfrm>
            <a:custGeom>
              <a:avLst/>
              <a:gdLst/>
              <a:ahLst/>
              <a:cxnLst/>
              <a:rect l="0" t="0" r="0" b="0"/>
              <a:pathLst>
                <a:path w="90797" h="61872">
                  <a:moveTo>
                    <a:pt x="0" y="0"/>
                  </a:moveTo>
                  <a:lnTo>
                    <a:pt x="90797" y="6187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32" name="Candidate_receptor__2750">
              <a:extLst>
                <a:ext uri="{FF2B5EF4-FFF2-40B4-BE49-F238E27FC236}">
                  <a16:creationId xmlns:a16="http://schemas.microsoft.com/office/drawing/2014/main" id="{A5754C49-CCEF-A162-68B4-ACDC91572006}"/>
                </a:ext>
              </a:extLst>
            </p:cNvPr>
            <p:cNvSpPr>
              <a:spLocks noGrp="1"/>
            </p:cNvSpPr>
            <p:nvPr/>
          </p:nvSpPr>
          <p:spPr>
            <a:xfrm>
              <a:off x="5765665" y="3231841"/>
              <a:ext cx="77975" cy="72644"/>
            </a:xfrm>
            <a:custGeom>
              <a:avLst/>
              <a:gdLst/>
              <a:ahLst/>
              <a:cxnLst/>
              <a:rect l="0" t="0" r="0" b="0"/>
              <a:pathLst>
                <a:path w="77975" h="72644">
                  <a:moveTo>
                    <a:pt x="77975" y="0"/>
                  </a:moveTo>
                  <a:lnTo>
                    <a:pt x="0" y="7264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33" name="Candidate_receptor__2751">
              <a:extLst>
                <a:ext uri="{FF2B5EF4-FFF2-40B4-BE49-F238E27FC236}">
                  <a16:creationId xmlns:a16="http://schemas.microsoft.com/office/drawing/2014/main" id="{4E827E9A-8DCC-10C3-FF81-26F375BB5FF6}"/>
                </a:ext>
              </a:extLst>
            </p:cNvPr>
            <p:cNvSpPr>
              <a:spLocks noGrp="1"/>
            </p:cNvSpPr>
            <p:nvPr/>
          </p:nvSpPr>
          <p:spPr>
            <a:xfrm>
              <a:off x="4978949" y="4573648"/>
              <a:ext cx="43600" cy="96465"/>
            </a:xfrm>
            <a:custGeom>
              <a:avLst/>
              <a:gdLst/>
              <a:ahLst/>
              <a:cxnLst/>
              <a:rect l="0" t="0" r="0" b="0"/>
              <a:pathLst>
                <a:path w="43600" h="96465">
                  <a:moveTo>
                    <a:pt x="0" y="0"/>
                  </a:moveTo>
                  <a:lnTo>
                    <a:pt x="43600" y="9646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34" name="Candidate_receptor__2752">
              <a:extLst>
                <a:ext uri="{FF2B5EF4-FFF2-40B4-BE49-F238E27FC236}">
                  <a16:creationId xmlns:a16="http://schemas.microsoft.com/office/drawing/2014/main" id="{DA024C6F-CEE2-5275-807E-FA42F3DCCAB4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85273" cy="60082"/>
            </a:xfrm>
            <a:custGeom>
              <a:avLst/>
              <a:gdLst/>
              <a:ahLst/>
              <a:cxnLst/>
              <a:rect l="0" t="0" r="0" b="0"/>
              <a:pathLst>
                <a:path w="85273" h="60082">
                  <a:moveTo>
                    <a:pt x="85273" y="6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35" name="Candidate_receptor__2753">
              <a:extLst>
                <a:ext uri="{FF2B5EF4-FFF2-40B4-BE49-F238E27FC236}">
                  <a16:creationId xmlns:a16="http://schemas.microsoft.com/office/drawing/2014/main" id="{0D8D784A-D653-CE0D-937F-36CA5F90A10A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837072"/>
              <a:ext cx="25221" cy="29933"/>
            </a:xfrm>
            <a:custGeom>
              <a:avLst/>
              <a:gdLst/>
              <a:ahLst/>
              <a:cxnLst/>
              <a:rect l="0" t="0" r="0" b="0"/>
              <a:pathLst>
                <a:path w="25221" h="29933">
                  <a:moveTo>
                    <a:pt x="25221" y="299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36" name="Candidate_receptor__2754">
              <a:extLst>
                <a:ext uri="{FF2B5EF4-FFF2-40B4-BE49-F238E27FC236}">
                  <a16:creationId xmlns:a16="http://schemas.microsoft.com/office/drawing/2014/main" id="{E35A7C75-FE5D-F005-32B9-78CA2D721DF9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646468"/>
              <a:ext cx="75288" cy="86668"/>
            </a:xfrm>
            <a:custGeom>
              <a:avLst/>
              <a:gdLst/>
              <a:ahLst/>
              <a:cxnLst/>
              <a:rect l="0" t="0" r="0" b="0"/>
              <a:pathLst>
                <a:path w="75288" h="86668">
                  <a:moveTo>
                    <a:pt x="0" y="0"/>
                  </a:moveTo>
                  <a:lnTo>
                    <a:pt x="75288" y="8666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37" name="Candidate_receptor__2755">
              <a:extLst>
                <a:ext uri="{FF2B5EF4-FFF2-40B4-BE49-F238E27FC236}">
                  <a16:creationId xmlns:a16="http://schemas.microsoft.com/office/drawing/2014/main" id="{DEC78948-E747-D70E-7670-6F5D25BE6B3F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96179"/>
              <a:ext cx="41336" cy="27018"/>
            </a:xfrm>
            <a:custGeom>
              <a:avLst/>
              <a:gdLst/>
              <a:ahLst/>
              <a:cxnLst/>
              <a:rect l="0" t="0" r="0" b="0"/>
              <a:pathLst>
                <a:path w="41336" h="27018">
                  <a:moveTo>
                    <a:pt x="41336" y="0"/>
                  </a:moveTo>
                  <a:lnTo>
                    <a:pt x="0" y="2701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38" name="Candidate_receptor__2756">
              <a:extLst>
                <a:ext uri="{FF2B5EF4-FFF2-40B4-BE49-F238E27FC236}">
                  <a16:creationId xmlns:a16="http://schemas.microsoft.com/office/drawing/2014/main" id="{101B5303-2459-55C9-083C-AE38FFA6AB64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295680"/>
              <a:ext cx="10994" cy="106486"/>
            </a:xfrm>
            <a:custGeom>
              <a:avLst/>
              <a:gdLst/>
              <a:ahLst/>
              <a:cxnLst/>
              <a:rect l="0" t="0" r="0" b="0"/>
              <a:pathLst>
                <a:path w="10994" h="106486">
                  <a:moveTo>
                    <a:pt x="10994" y="0"/>
                  </a:moveTo>
                  <a:lnTo>
                    <a:pt x="0" y="1064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39" name="Candidate_receptor__2757">
              <a:extLst>
                <a:ext uri="{FF2B5EF4-FFF2-40B4-BE49-F238E27FC236}">
                  <a16:creationId xmlns:a16="http://schemas.microsoft.com/office/drawing/2014/main" id="{8430FCA1-751D-17EA-9665-87BCF7152C33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835541"/>
              <a:ext cx="7639" cy="29803"/>
            </a:xfrm>
            <a:custGeom>
              <a:avLst/>
              <a:gdLst/>
              <a:ahLst/>
              <a:cxnLst/>
              <a:rect l="0" t="0" r="0" b="0"/>
              <a:pathLst>
                <a:path w="7639" h="29803">
                  <a:moveTo>
                    <a:pt x="0" y="29803"/>
                  </a:moveTo>
                  <a:lnTo>
                    <a:pt x="7639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40" name="Candidate_receptor__2758">
              <a:extLst>
                <a:ext uri="{FF2B5EF4-FFF2-40B4-BE49-F238E27FC236}">
                  <a16:creationId xmlns:a16="http://schemas.microsoft.com/office/drawing/2014/main" id="{A725B605-3D65-A644-A2CB-B016B20CC6B7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37629"/>
              <a:ext cx="28147" cy="57553"/>
            </a:xfrm>
            <a:custGeom>
              <a:avLst/>
              <a:gdLst/>
              <a:ahLst/>
              <a:cxnLst/>
              <a:rect l="0" t="0" r="0" b="0"/>
              <a:pathLst>
                <a:path w="28147" h="57553">
                  <a:moveTo>
                    <a:pt x="0" y="57553"/>
                  </a:moveTo>
                  <a:lnTo>
                    <a:pt x="2814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41" name="Candidate_receptor__2759">
              <a:extLst>
                <a:ext uri="{FF2B5EF4-FFF2-40B4-BE49-F238E27FC236}">
                  <a16:creationId xmlns:a16="http://schemas.microsoft.com/office/drawing/2014/main" id="{B2653E7B-C9DA-FB92-619B-00B9167982AA}"/>
                </a:ext>
              </a:extLst>
            </p:cNvPr>
            <p:cNvSpPr>
              <a:spLocks noGrp="1"/>
            </p:cNvSpPr>
            <p:nvPr/>
          </p:nvSpPr>
          <p:spPr>
            <a:xfrm>
              <a:off x="5219656" y="2583858"/>
              <a:ext cx="63092" cy="21069"/>
            </a:xfrm>
            <a:custGeom>
              <a:avLst/>
              <a:gdLst/>
              <a:ahLst/>
              <a:cxnLst/>
              <a:rect l="0" t="0" r="0" b="0"/>
              <a:pathLst>
                <a:path w="63092" h="21069">
                  <a:moveTo>
                    <a:pt x="63092" y="210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42" name="Candidate_receptor__2760">
              <a:extLst>
                <a:ext uri="{FF2B5EF4-FFF2-40B4-BE49-F238E27FC236}">
                  <a16:creationId xmlns:a16="http://schemas.microsoft.com/office/drawing/2014/main" id="{F8BC78DF-C1A0-5323-668E-4E0CC67C375A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630735"/>
              <a:ext cx="1997" cy="43729"/>
            </a:xfrm>
            <a:custGeom>
              <a:avLst/>
              <a:gdLst/>
              <a:ahLst/>
              <a:cxnLst/>
              <a:rect l="0" t="0" r="0" b="0"/>
              <a:pathLst>
                <a:path w="1997" h="43729">
                  <a:moveTo>
                    <a:pt x="0" y="43729"/>
                  </a:moveTo>
                  <a:lnTo>
                    <a:pt x="199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43" name="Candidate_receptor__2761">
              <a:extLst>
                <a:ext uri="{FF2B5EF4-FFF2-40B4-BE49-F238E27FC236}">
                  <a16:creationId xmlns:a16="http://schemas.microsoft.com/office/drawing/2014/main" id="{B07405DA-00A8-2CF0-FB2D-E59DD4FB7B6B}"/>
                </a:ext>
              </a:extLst>
            </p:cNvPr>
            <p:cNvSpPr>
              <a:spLocks noGrp="1"/>
            </p:cNvSpPr>
            <p:nvPr/>
          </p:nvSpPr>
          <p:spPr>
            <a:xfrm>
              <a:off x="5663510" y="2701165"/>
              <a:ext cx="6181" cy="20440"/>
            </a:xfrm>
            <a:custGeom>
              <a:avLst/>
              <a:gdLst/>
              <a:ahLst/>
              <a:cxnLst/>
              <a:rect l="0" t="0" r="0" b="0"/>
              <a:pathLst>
                <a:path w="6181" h="20440">
                  <a:moveTo>
                    <a:pt x="0" y="20440"/>
                  </a:moveTo>
                  <a:lnTo>
                    <a:pt x="618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44" name="Candidate_receptor__2762">
              <a:extLst>
                <a:ext uri="{FF2B5EF4-FFF2-40B4-BE49-F238E27FC236}">
                  <a16:creationId xmlns:a16="http://schemas.microsoft.com/office/drawing/2014/main" id="{498DCB4A-1083-FD81-8DF6-D4141E3D80A9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340569"/>
              <a:ext cx="32925" cy="30885"/>
            </a:xfrm>
            <a:custGeom>
              <a:avLst/>
              <a:gdLst/>
              <a:ahLst/>
              <a:cxnLst/>
              <a:rect l="0" t="0" r="0" b="0"/>
              <a:pathLst>
                <a:path w="32925" h="30885">
                  <a:moveTo>
                    <a:pt x="32925" y="0"/>
                  </a:moveTo>
                  <a:lnTo>
                    <a:pt x="0" y="3088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45" name="Candidate_receptor__2763">
              <a:extLst>
                <a:ext uri="{FF2B5EF4-FFF2-40B4-BE49-F238E27FC236}">
                  <a16:creationId xmlns:a16="http://schemas.microsoft.com/office/drawing/2014/main" id="{385AC4DE-72D0-C214-8EB7-579EC6F08095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299638"/>
              <a:ext cx="41455" cy="87095"/>
            </a:xfrm>
            <a:custGeom>
              <a:avLst/>
              <a:gdLst/>
              <a:ahLst/>
              <a:cxnLst/>
              <a:rect l="0" t="0" r="0" b="0"/>
              <a:pathLst>
                <a:path w="41455" h="87095">
                  <a:moveTo>
                    <a:pt x="0" y="87095"/>
                  </a:moveTo>
                  <a:lnTo>
                    <a:pt x="414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46" name="Candidate_receptor__2764">
              <a:extLst>
                <a:ext uri="{FF2B5EF4-FFF2-40B4-BE49-F238E27FC236}">
                  <a16:creationId xmlns:a16="http://schemas.microsoft.com/office/drawing/2014/main" id="{D1B9AA01-2A8B-1D79-4563-819B3ADA6C0F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27438" cy="102186"/>
            </a:xfrm>
            <a:custGeom>
              <a:avLst/>
              <a:gdLst/>
              <a:ahLst/>
              <a:cxnLst/>
              <a:rect l="0" t="0" r="0" b="0"/>
              <a:pathLst>
                <a:path w="27438" h="102186">
                  <a:moveTo>
                    <a:pt x="27438" y="1021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47" name="Candidate_receptor__2765">
              <a:extLst>
                <a:ext uri="{FF2B5EF4-FFF2-40B4-BE49-F238E27FC236}">
                  <a16:creationId xmlns:a16="http://schemas.microsoft.com/office/drawing/2014/main" id="{D8DE720A-4D56-118D-5290-4D4EB69AA173}"/>
                </a:ext>
              </a:extLst>
            </p:cNvPr>
            <p:cNvSpPr>
              <a:spLocks noGrp="1"/>
            </p:cNvSpPr>
            <p:nvPr/>
          </p:nvSpPr>
          <p:spPr>
            <a:xfrm>
              <a:off x="5048223" y="4103615"/>
              <a:ext cx="97619" cy="51338"/>
            </a:xfrm>
            <a:custGeom>
              <a:avLst/>
              <a:gdLst/>
              <a:ahLst/>
              <a:cxnLst/>
              <a:rect l="0" t="0" r="0" b="0"/>
              <a:pathLst>
                <a:path w="97619" h="51338">
                  <a:moveTo>
                    <a:pt x="97619" y="51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48" name="Candidate_receptor__2766">
              <a:extLst>
                <a:ext uri="{FF2B5EF4-FFF2-40B4-BE49-F238E27FC236}">
                  <a16:creationId xmlns:a16="http://schemas.microsoft.com/office/drawing/2014/main" id="{88E852EA-11E1-E848-11BE-E7BC34AD0450}"/>
                </a:ext>
              </a:extLst>
            </p:cNvPr>
            <p:cNvSpPr>
              <a:spLocks noGrp="1"/>
            </p:cNvSpPr>
            <p:nvPr/>
          </p:nvSpPr>
          <p:spPr>
            <a:xfrm>
              <a:off x="4596543" y="2397951"/>
              <a:ext cx="105401" cy="31181"/>
            </a:xfrm>
            <a:custGeom>
              <a:avLst/>
              <a:gdLst/>
              <a:ahLst/>
              <a:cxnLst/>
              <a:rect l="0" t="0" r="0" b="0"/>
              <a:pathLst>
                <a:path w="105401" h="31181">
                  <a:moveTo>
                    <a:pt x="105401" y="31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49" name="Candidate_receptor__2767">
              <a:extLst>
                <a:ext uri="{FF2B5EF4-FFF2-40B4-BE49-F238E27FC236}">
                  <a16:creationId xmlns:a16="http://schemas.microsoft.com/office/drawing/2014/main" id="{52171D1C-53DF-04BA-A9EF-C4213A74D199}"/>
                </a:ext>
              </a:extLst>
            </p:cNvPr>
            <p:cNvSpPr>
              <a:spLocks noGrp="1"/>
            </p:cNvSpPr>
            <p:nvPr/>
          </p:nvSpPr>
          <p:spPr>
            <a:xfrm>
              <a:off x="6420976" y="4224310"/>
              <a:ext cx="72273" cy="75328"/>
            </a:xfrm>
            <a:custGeom>
              <a:avLst/>
              <a:gdLst/>
              <a:ahLst/>
              <a:cxnLst/>
              <a:rect l="0" t="0" r="0" b="0"/>
              <a:pathLst>
                <a:path w="72273" h="75328">
                  <a:moveTo>
                    <a:pt x="72273" y="753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50" name="Candidate_receptor__2768">
              <a:extLst>
                <a:ext uri="{FF2B5EF4-FFF2-40B4-BE49-F238E27FC236}">
                  <a16:creationId xmlns:a16="http://schemas.microsoft.com/office/drawing/2014/main" id="{13245B01-BC27-42AB-591D-874BC91AFE49}"/>
                </a:ext>
              </a:extLst>
            </p:cNvPr>
            <p:cNvSpPr>
              <a:spLocks noGrp="1"/>
            </p:cNvSpPr>
            <p:nvPr/>
          </p:nvSpPr>
          <p:spPr>
            <a:xfrm>
              <a:off x="5586201" y="3322570"/>
              <a:ext cx="25081" cy="8455"/>
            </a:xfrm>
            <a:custGeom>
              <a:avLst/>
              <a:gdLst/>
              <a:ahLst/>
              <a:cxnLst/>
              <a:rect l="0" t="0" r="0" b="0"/>
              <a:pathLst>
                <a:path w="25081" h="8455">
                  <a:moveTo>
                    <a:pt x="25081" y="84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51" name="Candidate_receptor__2769">
              <a:extLst>
                <a:ext uri="{FF2B5EF4-FFF2-40B4-BE49-F238E27FC236}">
                  <a16:creationId xmlns:a16="http://schemas.microsoft.com/office/drawing/2014/main" id="{8D4A9F79-73FE-9B8A-25EC-99EB04F3F21B}"/>
                </a:ext>
              </a:extLst>
            </p:cNvPr>
            <p:cNvSpPr>
              <a:spLocks noGrp="1"/>
            </p:cNvSpPr>
            <p:nvPr/>
          </p:nvSpPr>
          <p:spPr>
            <a:xfrm>
              <a:off x="5228963" y="3690476"/>
              <a:ext cx="40363" cy="101655"/>
            </a:xfrm>
            <a:custGeom>
              <a:avLst/>
              <a:gdLst/>
              <a:ahLst/>
              <a:cxnLst/>
              <a:rect l="0" t="0" r="0" b="0"/>
              <a:pathLst>
                <a:path w="40363" h="101655">
                  <a:moveTo>
                    <a:pt x="0" y="0"/>
                  </a:moveTo>
                  <a:lnTo>
                    <a:pt x="40363" y="1016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52" name="Candidate_receptor__2770">
              <a:extLst>
                <a:ext uri="{FF2B5EF4-FFF2-40B4-BE49-F238E27FC236}">
                  <a16:creationId xmlns:a16="http://schemas.microsoft.com/office/drawing/2014/main" id="{24CC54C7-A131-A1C3-1FE8-AFA8BD429573}"/>
                </a:ext>
              </a:extLst>
            </p:cNvPr>
            <p:cNvSpPr>
              <a:spLocks noGrp="1"/>
            </p:cNvSpPr>
            <p:nvPr/>
          </p:nvSpPr>
          <p:spPr>
            <a:xfrm>
              <a:off x="6258400" y="3939731"/>
              <a:ext cx="66340" cy="93588"/>
            </a:xfrm>
            <a:custGeom>
              <a:avLst/>
              <a:gdLst/>
              <a:ahLst/>
              <a:cxnLst/>
              <a:rect l="0" t="0" r="0" b="0"/>
              <a:pathLst>
                <a:path w="66340" h="93588">
                  <a:moveTo>
                    <a:pt x="66340" y="0"/>
                  </a:moveTo>
                  <a:lnTo>
                    <a:pt x="0" y="9358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53" name="Candidate_receptor__2771">
              <a:extLst>
                <a:ext uri="{FF2B5EF4-FFF2-40B4-BE49-F238E27FC236}">
                  <a16:creationId xmlns:a16="http://schemas.microsoft.com/office/drawing/2014/main" id="{06EE41F6-4146-4DAF-7FE4-5152FAF6F90D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143404"/>
              <a:ext cx="4436" cy="71926"/>
            </a:xfrm>
            <a:custGeom>
              <a:avLst/>
              <a:gdLst/>
              <a:ahLst/>
              <a:cxnLst/>
              <a:rect l="0" t="0" r="0" b="0"/>
              <a:pathLst>
                <a:path w="4436" h="71926">
                  <a:moveTo>
                    <a:pt x="0" y="71926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54" name="Candidate_receptor__2772">
              <a:extLst>
                <a:ext uri="{FF2B5EF4-FFF2-40B4-BE49-F238E27FC236}">
                  <a16:creationId xmlns:a16="http://schemas.microsoft.com/office/drawing/2014/main" id="{A05CC013-D932-882A-396E-92D4606581E4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38619"/>
              <a:ext cx="6424" cy="30955"/>
            </a:xfrm>
            <a:custGeom>
              <a:avLst/>
              <a:gdLst/>
              <a:ahLst/>
              <a:cxnLst/>
              <a:rect l="0" t="0" r="0" b="0"/>
              <a:pathLst>
                <a:path w="6424" h="30955">
                  <a:moveTo>
                    <a:pt x="0" y="0"/>
                  </a:moveTo>
                  <a:lnTo>
                    <a:pt x="6424" y="309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55" name="Candidate_receptor__2773">
              <a:extLst>
                <a:ext uri="{FF2B5EF4-FFF2-40B4-BE49-F238E27FC236}">
                  <a16:creationId xmlns:a16="http://schemas.microsoft.com/office/drawing/2014/main" id="{6799AE34-87AE-A948-F32D-9AEEC94D9467}"/>
                </a:ext>
              </a:extLst>
            </p:cNvPr>
            <p:cNvSpPr>
              <a:spLocks noGrp="1"/>
            </p:cNvSpPr>
            <p:nvPr/>
          </p:nvSpPr>
          <p:spPr>
            <a:xfrm>
              <a:off x="5115856" y="5229782"/>
              <a:ext cx="103635" cy="30664"/>
            </a:xfrm>
            <a:custGeom>
              <a:avLst/>
              <a:gdLst/>
              <a:ahLst/>
              <a:cxnLst/>
              <a:rect l="0" t="0" r="0" b="0"/>
              <a:pathLst>
                <a:path w="103635" h="30664">
                  <a:moveTo>
                    <a:pt x="0" y="30664"/>
                  </a:moveTo>
                  <a:lnTo>
                    <a:pt x="10363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56" name="Candidate_receptor__2774">
              <a:extLst>
                <a:ext uri="{FF2B5EF4-FFF2-40B4-BE49-F238E27FC236}">
                  <a16:creationId xmlns:a16="http://schemas.microsoft.com/office/drawing/2014/main" id="{5E6325A8-44D3-D79F-96C6-9382F190C1F0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77859"/>
              <a:ext cx="63400" cy="31362"/>
            </a:xfrm>
            <a:custGeom>
              <a:avLst/>
              <a:gdLst/>
              <a:ahLst/>
              <a:cxnLst/>
              <a:rect l="0" t="0" r="0" b="0"/>
              <a:pathLst>
                <a:path w="63400" h="31362">
                  <a:moveTo>
                    <a:pt x="0" y="31362"/>
                  </a:moveTo>
                  <a:lnTo>
                    <a:pt x="6340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57" name="Candidate_receptor__2775">
              <a:extLst>
                <a:ext uri="{FF2B5EF4-FFF2-40B4-BE49-F238E27FC236}">
                  <a16:creationId xmlns:a16="http://schemas.microsoft.com/office/drawing/2014/main" id="{3E561392-9271-F09E-A233-B417FBE65634}"/>
                </a:ext>
              </a:extLst>
            </p:cNvPr>
            <p:cNvSpPr>
              <a:spLocks noGrp="1"/>
            </p:cNvSpPr>
            <p:nvPr/>
          </p:nvSpPr>
          <p:spPr>
            <a:xfrm>
              <a:off x="5843640" y="3182285"/>
              <a:ext cx="31726" cy="49556"/>
            </a:xfrm>
            <a:custGeom>
              <a:avLst/>
              <a:gdLst/>
              <a:ahLst/>
              <a:cxnLst/>
              <a:rect l="0" t="0" r="0" b="0"/>
              <a:pathLst>
                <a:path w="31726" h="49556">
                  <a:moveTo>
                    <a:pt x="31726" y="0"/>
                  </a:moveTo>
                  <a:lnTo>
                    <a:pt x="0" y="4955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58" name="Candidate_receptor__2776">
              <a:extLst>
                <a:ext uri="{FF2B5EF4-FFF2-40B4-BE49-F238E27FC236}">
                  <a16:creationId xmlns:a16="http://schemas.microsoft.com/office/drawing/2014/main" id="{A383D7A9-72F1-F31C-1263-BF9E3EC0FDDF}"/>
                </a:ext>
              </a:extLst>
            </p:cNvPr>
            <p:cNvSpPr>
              <a:spLocks noGrp="1"/>
            </p:cNvSpPr>
            <p:nvPr/>
          </p:nvSpPr>
          <p:spPr>
            <a:xfrm>
              <a:off x="5145841" y="4128676"/>
              <a:ext cx="94569" cy="26276"/>
            </a:xfrm>
            <a:custGeom>
              <a:avLst/>
              <a:gdLst/>
              <a:ahLst/>
              <a:cxnLst/>
              <a:rect l="0" t="0" r="0" b="0"/>
              <a:pathLst>
                <a:path w="94569" h="26276">
                  <a:moveTo>
                    <a:pt x="94569" y="0"/>
                  </a:moveTo>
                  <a:lnTo>
                    <a:pt x="0" y="26276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59" name="Candidate_receptor__2777">
              <a:extLst>
                <a:ext uri="{FF2B5EF4-FFF2-40B4-BE49-F238E27FC236}">
                  <a16:creationId xmlns:a16="http://schemas.microsoft.com/office/drawing/2014/main" id="{079F4EDB-62F4-0B4E-B408-9E50C5CE45D0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67039" cy="37451"/>
            </a:xfrm>
            <a:custGeom>
              <a:avLst/>
              <a:gdLst/>
              <a:ahLst/>
              <a:cxnLst/>
              <a:rect l="0" t="0" r="0" b="0"/>
              <a:pathLst>
                <a:path w="67039" h="37451">
                  <a:moveTo>
                    <a:pt x="67039" y="374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60" name="Candidate_receptor__2778">
              <a:extLst>
                <a:ext uri="{FF2B5EF4-FFF2-40B4-BE49-F238E27FC236}">
                  <a16:creationId xmlns:a16="http://schemas.microsoft.com/office/drawing/2014/main" id="{133F789E-01F3-4AB2-3CCF-BA841B88D800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90996"/>
              <a:ext cx="64096" cy="14876"/>
            </a:xfrm>
            <a:custGeom>
              <a:avLst/>
              <a:gdLst/>
              <a:ahLst/>
              <a:cxnLst/>
              <a:rect l="0" t="0" r="0" b="0"/>
              <a:pathLst>
                <a:path w="64096" h="14876">
                  <a:moveTo>
                    <a:pt x="64096" y="0"/>
                  </a:moveTo>
                  <a:lnTo>
                    <a:pt x="0" y="1487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61" name="Candidate_receptor__2779">
              <a:extLst>
                <a:ext uri="{FF2B5EF4-FFF2-40B4-BE49-F238E27FC236}">
                  <a16:creationId xmlns:a16="http://schemas.microsoft.com/office/drawing/2014/main" id="{AA4BDE63-3B71-BFD7-E85F-6225BAADA3E2}"/>
                </a:ext>
              </a:extLst>
            </p:cNvPr>
            <p:cNvSpPr>
              <a:spLocks noGrp="1"/>
            </p:cNvSpPr>
            <p:nvPr/>
          </p:nvSpPr>
          <p:spPr>
            <a:xfrm>
              <a:off x="4896175" y="3746004"/>
              <a:ext cx="59078" cy="6258"/>
            </a:xfrm>
            <a:custGeom>
              <a:avLst/>
              <a:gdLst/>
              <a:ahLst/>
              <a:cxnLst/>
              <a:rect l="0" t="0" r="0" b="0"/>
              <a:pathLst>
                <a:path w="59078" h="6258">
                  <a:moveTo>
                    <a:pt x="0" y="6258"/>
                  </a:moveTo>
                  <a:lnTo>
                    <a:pt x="5907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62" name="Candidate_receptor__2780">
              <a:extLst>
                <a:ext uri="{FF2B5EF4-FFF2-40B4-BE49-F238E27FC236}">
                  <a16:creationId xmlns:a16="http://schemas.microsoft.com/office/drawing/2014/main" id="{EAF2D0E5-2943-8EFB-5B71-354EB2D7498C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583858"/>
              <a:ext cx="83702" cy="62610"/>
            </a:xfrm>
            <a:custGeom>
              <a:avLst/>
              <a:gdLst/>
              <a:ahLst/>
              <a:cxnLst/>
              <a:rect l="0" t="0" r="0" b="0"/>
              <a:pathLst>
                <a:path w="83702" h="62610">
                  <a:moveTo>
                    <a:pt x="83702" y="0"/>
                  </a:moveTo>
                  <a:lnTo>
                    <a:pt x="0" y="626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63" name="Candidate_receptor__2781">
              <a:extLst>
                <a:ext uri="{FF2B5EF4-FFF2-40B4-BE49-F238E27FC236}">
                  <a16:creationId xmlns:a16="http://schemas.microsoft.com/office/drawing/2014/main" id="{F65E6A63-6CED-A2C2-5545-897B1310D803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397951"/>
              <a:ext cx="44717" cy="106207"/>
            </a:xfrm>
            <a:custGeom>
              <a:avLst/>
              <a:gdLst/>
              <a:ahLst/>
              <a:cxnLst/>
              <a:rect l="0" t="0" r="0" b="0"/>
              <a:pathLst>
                <a:path w="44717" h="106207">
                  <a:moveTo>
                    <a:pt x="44717" y="0"/>
                  </a:moveTo>
                  <a:lnTo>
                    <a:pt x="0" y="10620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64" name="Candidate_receptor__2782">
              <a:extLst>
                <a:ext uri="{FF2B5EF4-FFF2-40B4-BE49-F238E27FC236}">
                  <a16:creationId xmlns:a16="http://schemas.microsoft.com/office/drawing/2014/main" id="{5E5F7CA2-0910-14EC-033C-148CC3C91395}"/>
                </a:ext>
              </a:extLst>
            </p:cNvPr>
            <p:cNvSpPr>
              <a:spLocks noGrp="1"/>
            </p:cNvSpPr>
            <p:nvPr/>
          </p:nvSpPr>
          <p:spPr>
            <a:xfrm>
              <a:off x="5753271" y="3525307"/>
              <a:ext cx="93111" cy="57604"/>
            </a:xfrm>
            <a:custGeom>
              <a:avLst/>
              <a:gdLst/>
              <a:ahLst/>
              <a:cxnLst/>
              <a:rect l="0" t="0" r="0" b="0"/>
              <a:pathLst>
                <a:path w="93111" h="57604">
                  <a:moveTo>
                    <a:pt x="0" y="57604"/>
                  </a:moveTo>
                  <a:lnTo>
                    <a:pt x="9311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65" name="Candidate_receptor__2783">
              <a:extLst>
                <a:ext uri="{FF2B5EF4-FFF2-40B4-BE49-F238E27FC236}">
                  <a16:creationId xmlns:a16="http://schemas.microsoft.com/office/drawing/2014/main" id="{B7EE4B99-D15F-59E4-B1D0-403FB131FB69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44656"/>
              <a:ext cx="33985" cy="50928"/>
            </a:xfrm>
            <a:custGeom>
              <a:avLst/>
              <a:gdLst/>
              <a:ahLst/>
              <a:cxnLst/>
              <a:rect l="0" t="0" r="0" b="0"/>
              <a:pathLst>
                <a:path w="33985" h="50928">
                  <a:moveTo>
                    <a:pt x="33985" y="0"/>
                  </a:moveTo>
                  <a:lnTo>
                    <a:pt x="0" y="5092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66" name="Candidate_receptor__2784">
              <a:extLst>
                <a:ext uri="{FF2B5EF4-FFF2-40B4-BE49-F238E27FC236}">
                  <a16:creationId xmlns:a16="http://schemas.microsoft.com/office/drawing/2014/main" id="{B4FCC46C-85FB-3444-E3F6-79E577787CA2}"/>
                </a:ext>
              </a:extLst>
            </p:cNvPr>
            <p:cNvSpPr>
              <a:spLocks noGrp="1"/>
            </p:cNvSpPr>
            <p:nvPr/>
          </p:nvSpPr>
          <p:spPr>
            <a:xfrm>
              <a:off x="5970400" y="4108464"/>
              <a:ext cx="113808" cy="7184"/>
            </a:xfrm>
            <a:custGeom>
              <a:avLst/>
              <a:gdLst/>
              <a:ahLst/>
              <a:cxnLst/>
              <a:rect l="0" t="0" r="0" b="0"/>
              <a:pathLst>
                <a:path w="113808" h="7184">
                  <a:moveTo>
                    <a:pt x="0" y="7184"/>
                  </a:moveTo>
                  <a:lnTo>
                    <a:pt x="11380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67" name="Candidate_receptor__2785">
              <a:extLst>
                <a:ext uri="{FF2B5EF4-FFF2-40B4-BE49-F238E27FC236}">
                  <a16:creationId xmlns:a16="http://schemas.microsoft.com/office/drawing/2014/main" id="{F30B48B2-300F-DE11-816C-2F4B85209326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96080"/>
              <a:ext cx="93772" cy="19937"/>
            </a:xfrm>
            <a:custGeom>
              <a:avLst/>
              <a:gdLst/>
              <a:ahLst/>
              <a:cxnLst/>
              <a:rect l="0" t="0" r="0" b="0"/>
              <a:pathLst>
                <a:path w="93772" h="19937">
                  <a:moveTo>
                    <a:pt x="93772" y="0"/>
                  </a:moveTo>
                  <a:lnTo>
                    <a:pt x="0" y="1993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68" name="Candidate_receptor__2786">
              <a:extLst>
                <a:ext uri="{FF2B5EF4-FFF2-40B4-BE49-F238E27FC236}">
                  <a16:creationId xmlns:a16="http://schemas.microsoft.com/office/drawing/2014/main" id="{35F7D8C5-2AB6-3F40-685F-4AE10542B1A8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885583"/>
              <a:ext cx="62761" cy="65103"/>
            </a:xfrm>
            <a:custGeom>
              <a:avLst/>
              <a:gdLst/>
              <a:ahLst/>
              <a:cxnLst/>
              <a:rect l="0" t="0" r="0" b="0"/>
              <a:pathLst>
                <a:path w="62761" h="65103">
                  <a:moveTo>
                    <a:pt x="0" y="65103"/>
                  </a:moveTo>
                  <a:lnTo>
                    <a:pt x="6276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69" name="Candidate_receptor__2787">
              <a:extLst>
                <a:ext uri="{FF2B5EF4-FFF2-40B4-BE49-F238E27FC236}">
                  <a16:creationId xmlns:a16="http://schemas.microsoft.com/office/drawing/2014/main" id="{2032FB03-793A-6976-BB24-6AB6B726CB44}"/>
                </a:ext>
              </a:extLst>
            </p:cNvPr>
            <p:cNvSpPr>
              <a:spLocks noGrp="1"/>
            </p:cNvSpPr>
            <p:nvPr/>
          </p:nvSpPr>
          <p:spPr>
            <a:xfrm>
              <a:off x="6071288" y="4794911"/>
              <a:ext cx="33822" cy="90673"/>
            </a:xfrm>
            <a:custGeom>
              <a:avLst/>
              <a:gdLst/>
              <a:ahLst/>
              <a:cxnLst/>
              <a:rect l="0" t="0" r="0" b="0"/>
              <a:pathLst>
                <a:path w="33822" h="90673">
                  <a:moveTo>
                    <a:pt x="0" y="90673"/>
                  </a:moveTo>
                  <a:lnTo>
                    <a:pt x="3382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70" name="Candidate_receptor__2788">
              <a:extLst>
                <a:ext uri="{FF2B5EF4-FFF2-40B4-BE49-F238E27FC236}">
                  <a16:creationId xmlns:a16="http://schemas.microsoft.com/office/drawing/2014/main" id="{5BCECA66-8046-C756-1058-AA7E2C88ADC2}"/>
                </a:ext>
              </a:extLst>
            </p:cNvPr>
            <p:cNvSpPr>
              <a:spLocks noGrp="1"/>
            </p:cNvSpPr>
            <p:nvPr/>
          </p:nvSpPr>
          <p:spPr>
            <a:xfrm>
              <a:off x="5997721" y="4635045"/>
              <a:ext cx="8304" cy="69486"/>
            </a:xfrm>
            <a:custGeom>
              <a:avLst/>
              <a:gdLst/>
              <a:ahLst/>
              <a:cxnLst/>
              <a:rect l="0" t="0" r="0" b="0"/>
              <a:pathLst>
                <a:path w="8304" h="69486">
                  <a:moveTo>
                    <a:pt x="8304" y="69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71" name="Candidate_receptor__2789">
              <a:extLst>
                <a:ext uri="{FF2B5EF4-FFF2-40B4-BE49-F238E27FC236}">
                  <a16:creationId xmlns:a16="http://schemas.microsoft.com/office/drawing/2014/main" id="{2B4AC26D-0C68-246A-9684-910948E59FE9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215329"/>
              <a:ext cx="57623" cy="89155"/>
            </a:xfrm>
            <a:custGeom>
              <a:avLst/>
              <a:gdLst/>
              <a:ahLst/>
              <a:cxnLst/>
              <a:rect l="0" t="0" r="0" b="0"/>
              <a:pathLst>
                <a:path w="57623" h="89155">
                  <a:moveTo>
                    <a:pt x="57623" y="891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72" name="Candidate_receptor__2790">
              <a:extLst>
                <a:ext uri="{FF2B5EF4-FFF2-40B4-BE49-F238E27FC236}">
                  <a16:creationId xmlns:a16="http://schemas.microsoft.com/office/drawing/2014/main" id="{53BCE78C-BCA0-E0C3-847A-C09838665105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470861"/>
              <a:ext cx="96697" cy="53301"/>
            </a:xfrm>
            <a:custGeom>
              <a:avLst/>
              <a:gdLst/>
              <a:ahLst/>
              <a:cxnLst/>
              <a:rect l="0" t="0" r="0" b="0"/>
              <a:pathLst>
                <a:path w="96697" h="53301">
                  <a:moveTo>
                    <a:pt x="0" y="53301"/>
                  </a:moveTo>
                  <a:lnTo>
                    <a:pt x="9669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73" name="Candidate_receptor__2791">
              <a:extLst>
                <a:ext uri="{FF2B5EF4-FFF2-40B4-BE49-F238E27FC236}">
                  <a16:creationId xmlns:a16="http://schemas.microsoft.com/office/drawing/2014/main" id="{08171B20-E545-187F-C697-B9F12CB73BDB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5791"/>
              <a:ext cx="17355" cy="470"/>
            </a:xfrm>
            <a:custGeom>
              <a:avLst/>
              <a:gdLst/>
              <a:ahLst/>
              <a:cxnLst/>
              <a:rect l="0" t="0" r="0" b="0"/>
              <a:pathLst>
                <a:path w="17355" h="470">
                  <a:moveTo>
                    <a:pt x="0" y="470"/>
                  </a:moveTo>
                  <a:lnTo>
                    <a:pt x="173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74" name="Candidate_receptor__2792">
              <a:extLst>
                <a:ext uri="{FF2B5EF4-FFF2-40B4-BE49-F238E27FC236}">
                  <a16:creationId xmlns:a16="http://schemas.microsoft.com/office/drawing/2014/main" id="{9E42CBB2-2780-2D66-8E0F-37F083899C37}"/>
                </a:ext>
              </a:extLst>
            </p:cNvPr>
            <p:cNvSpPr>
              <a:spLocks noGrp="1"/>
            </p:cNvSpPr>
            <p:nvPr/>
          </p:nvSpPr>
          <p:spPr>
            <a:xfrm>
              <a:off x="5868481" y="4496080"/>
              <a:ext cx="70905" cy="34759"/>
            </a:xfrm>
            <a:custGeom>
              <a:avLst/>
              <a:gdLst/>
              <a:ahLst/>
              <a:cxnLst/>
              <a:rect l="0" t="0" r="0" b="0"/>
              <a:pathLst>
                <a:path w="70905" h="34759">
                  <a:moveTo>
                    <a:pt x="70905" y="347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75" name="Candidate_receptor__2793">
              <a:extLst>
                <a:ext uri="{FF2B5EF4-FFF2-40B4-BE49-F238E27FC236}">
                  <a16:creationId xmlns:a16="http://schemas.microsoft.com/office/drawing/2014/main" id="{AAC25124-BCFA-6704-076A-0F0C3D2030DE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60446"/>
              <a:ext cx="15172" cy="71138"/>
            </a:xfrm>
            <a:custGeom>
              <a:avLst/>
              <a:gdLst/>
              <a:ahLst/>
              <a:cxnLst/>
              <a:rect l="0" t="0" r="0" b="0"/>
              <a:pathLst>
                <a:path w="15172" h="71138">
                  <a:moveTo>
                    <a:pt x="0" y="71138"/>
                  </a:moveTo>
                  <a:lnTo>
                    <a:pt x="1517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76" name="Candidate_receptor__2794">
              <a:extLst>
                <a:ext uri="{FF2B5EF4-FFF2-40B4-BE49-F238E27FC236}">
                  <a16:creationId xmlns:a16="http://schemas.microsoft.com/office/drawing/2014/main" id="{00547950-E422-B0D4-1FA7-3E7A3580193C}"/>
                </a:ext>
              </a:extLst>
            </p:cNvPr>
            <p:cNvSpPr>
              <a:spLocks noGrp="1"/>
            </p:cNvSpPr>
            <p:nvPr/>
          </p:nvSpPr>
          <p:spPr>
            <a:xfrm>
              <a:off x="4970297" y="3484758"/>
              <a:ext cx="105761" cy="38314"/>
            </a:xfrm>
            <a:custGeom>
              <a:avLst/>
              <a:gdLst/>
              <a:ahLst/>
              <a:cxnLst/>
              <a:rect l="0" t="0" r="0" b="0"/>
              <a:pathLst>
                <a:path w="105761" h="38314">
                  <a:moveTo>
                    <a:pt x="105761" y="0"/>
                  </a:moveTo>
                  <a:lnTo>
                    <a:pt x="0" y="3831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77" name="Candidate_receptor__2795">
              <a:extLst>
                <a:ext uri="{FF2B5EF4-FFF2-40B4-BE49-F238E27FC236}">
                  <a16:creationId xmlns:a16="http://schemas.microsoft.com/office/drawing/2014/main" id="{FBF9D964-4ACF-6D30-4EF7-86F488925C0B}"/>
                </a:ext>
              </a:extLst>
            </p:cNvPr>
            <p:cNvSpPr>
              <a:spLocks noGrp="1"/>
            </p:cNvSpPr>
            <p:nvPr/>
          </p:nvSpPr>
          <p:spPr>
            <a:xfrm>
              <a:off x="5103671" y="4431818"/>
              <a:ext cx="106799" cy="24847"/>
            </a:xfrm>
            <a:custGeom>
              <a:avLst/>
              <a:gdLst/>
              <a:ahLst/>
              <a:cxnLst/>
              <a:rect l="0" t="0" r="0" b="0"/>
              <a:pathLst>
                <a:path w="106799" h="24847">
                  <a:moveTo>
                    <a:pt x="106799" y="248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78" name="Candidate_receptor__2796">
              <a:extLst>
                <a:ext uri="{FF2B5EF4-FFF2-40B4-BE49-F238E27FC236}">
                  <a16:creationId xmlns:a16="http://schemas.microsoft.com/office/drawing/2014/main" id="{FE15D6C0-7FA7-7DF2-1EF3-CCCF0A70CBC9}"/>
                </a:ext>
              </a:extLst>
            </p:cNvPr>
            <p:cNvSpPr>
              <a:spLocks noGrp="1"/>
            </p:cNvSpPr>
            <p:nvPr/>
          </p:nvSpPr>
          <p:spPr>
            <a:xfrm>
              <a:off x="6453608" y="3533149"/>
              <a:ext cx="104025" cy="40702"/>
            </a:xfrm>
            <a:custGeom>
              <a:avLst/>
              <a:gdLst/>
              <a:ahLst/>
              <a:cxnLst/>
              <a:rect l="0" t="0" r="0" b="0"/>
              <a:pathLst>
                <a:path w="104025" h="40702">
                  <a:moveTo>
                    <a:pt x="0" y="0"/>
                  </a:moveTo>
                  <a:lnTo>
                    <a:pt x="104025" y="40702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79" name="Candidate_receptor__2797">
              <a:extLst>
                <a:ext uri="{FF2B5EF4-FFF2-40B4-BE49-F238E27FC236}">
                  <a16:creationId xmlns:a16="http://schemas.microsoft.com/office/drawing/2014/main" id="{FC24006E-01B2-68FC-4C91-40F5925D38A2}"/>
                </a:ext>
              </a:extLst>
            </p:cNvPr>
            <p:cNvSpPr>
              <a:spLocks noGrp="1"/>
            </p:cNvSpPr>
            <p:nvPr/>
          </p:nvSpPr>
          <p:spPr>
            <a:xfrm>
              <a:off x="5211242" y="2720884"/>
              <a:ext cx="31839" cy="12251"/>
            </a:xfrm>
            <a:custGeom>
              <a:avLst/>
              <a:gdLst/>
              <a:ahLst/>
              <a:cxnLst/>
              <a:rect l="0" t="0" r="0" b="0"/>
              <a:pathLst>
                <a:path w="31839" h="12251">
                  <a:moveTo>
                    <a:pt x="0" y="12251"/>
                  </a:moveTo>
                  <a:lnTo>
                    <a:pt x="3183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80" name="Candidate_receptor__2798">
              <a:extLst>
                <a:ext uri="{FF2B5EF4-FFF2-40B4-BE49-F238E27FC236}">
                  <a16:creationId xmlns:a16="http://schemas.microsoft.com/office/drawing/2014/main" id="{EEC3B651-8D92-3BE9-DC17-AAF76DCDC502}"/>
                </a:ext>
              </a:extLst>
            </p:cNvPr>
            <p:cNvSpPr>
              <a:spLocks noGrp="1"/>
            </p:cNvSpPr>
            <p:nvPr/>
          </p:nvSpPr>
          <p:spPr>
            <a:xfrm>
              <a:off x="4960012" y="4103615"/>
              <a:ext cx="88210" cy="61786"/>
            </a:xfrm>
            <a:custGeom>
              <a:avLst/>
              <a:gdLst/>
              <a:ahLst/>
              <a:cxnLst/>
              <a:rect l="0" t="0" r="0" b="0"/>
              <a:pathLst>
                <a:path w="88210" h="61786">
                  <a:moveTo>
                    <a:pt x="88210" y="0"/>
                  </a:moveTo>
                  <a:lnTo>
                    <a:pt x="0" y="617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81" name="Candidate_receptor__2799">
              <a:extLst>
                <a:ext uri="{FF2B5EF4-FFF2-40B4-BE49-F238E27FC236}">
                  <a16:creationId xmlns:a16="http://schemas.microsoft.com/office/drawing/2014/main" id="{9266E9CA-A1CE-8A75-CCB5-B76C5EEFA6A7}"/>
                </a:ext>
              </a:extLst>
            </p:cNvPr>
            <p:cNvSpPr>
              <a:spLocks noGrp="1"/>
            </p:cNvSpPr>
            <p:nvPr/>
          </p:nvSpPr>
          <p:spPr>
            <a:xfrm>
              <a:off x="5197162" y="4456665"/>
              <a:ext cx="13309" cy="109986"/>
            </a:xfrm>
            <a:custGeom>
              <a:avLst/>
              <a:gdLst/>
              <a:ahLst/>
              <a:cxnLst/>
              <a:rect l="0" t="0" r="0" b="0"/>
              <a:pathLst>
                <a:path w="13309" h="109986">
                  <a:moveTo>
                    <a:pt x="0" y="109986"/>
                  </a:moveTo>
                  <a:lnTo>
                    <a:pt x="1330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82" name="Candidate_receptor__2800">
              <a:extLst>
                <a:ext uri="{FF2B5EF4-FFF2-40B4-BE49-F238E27FC236}">
                  <a16:creationId xmlns:a16="http://schemas.microsoft.com/office/drawing/2014/main" id="{23F84A08-EC64-F53C-7538-CAD967BFA1C6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691874"/>
              <a:ext cx="20476" cy="99232"/>
            </a:xfrm>
            <a:custGeom>
              <a:avLst/>
              <a:gdLst/>
              <a:ahLst/>
              <a:cxnLst/>
              <a:rect l="0" t="0" r="0" b="0"/>
              <a:pathLst>
                <a:path w="20476" h="99232">
                  <a:moveTo>
                    <a:pt x="0" y="99232"/>
                  </a:moveTo>
                  <a:lnTo>
                    <a:pt x="2047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83" name="Candidate_receptor__2801">
              <a:extLst>
                <a:ext uri="{FF2B5EF4-FFF2-40B4-BE49-F238E27FC236}">
                  <a16:creationId xmlns:a16="http://schemas.microsoft.com/office/drawing/2014/main" id="{AE93BB7A-C93C-327A-5541-CD8FBFB865BC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625930"/>
              <a:ext cx="7449" cy="25563"/>
            </a:xfrm>
            <a:custGeom>
              <a:avLst/>
              <a:gdLst/>
              <a:ahLst/>
              <a:cxnLst/>
              <a:rect l="0" t="0" r="0" b="0"/>
              <a:pathLst>
                <a:path w="7449" h="25563">
                  <a:moveTo>
                    <a:pt x="7449" y="255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84" name="Candidate_receptor__2802">
              <a:extLst>
                <a:ext uri="{FF2B5EF4-FFF2-40B4-BE49-F238E27FC236}">
                  <a16:creationId xmlns:a16="http://schemas.microsoft.com/office/drawing/2014/main" id="{2C0DF0A5-41FC-DDE2-1CA4-902A9C402FBE}"/>
                </a:ext>
              </a:extLst>
            </p:cNvPr>
            <p:cNvSpPr>
              <a:spLocks noGrp="1"/>
            </p:cNvSpPr>
            <p:nvPr/>
          </p:nvSpPr>
          <p:spPr>
            <a:xfrm>
              <a:off x="5219491" y="5229782"/>
              <a:ext cx="29647" cy="110787"/>
            </a:xfrm>
            <a:custGeom>
              <a:avLst/>
              <a:gdLst/>
              <a:ahLst/>
              <a:cxnLst/>
              <a:rect l="0" t="0" r="0" b="0"/>
              <a:pathLst>
                <a:path w="29647" h="110787">
                  <a:moveTo>
                    <a:pt x="0" y="0"/>
                  </a:moveTo>
                  <a:lnTo>
                    <a:pt x="29647" y="11078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85" name="Candidate_receptor__2803">
              <a:extLst>
                <a:ext uri="{FF2B5EF4-FFF2-40B4-BE49-F238E27FC236}">
                  <a16:creationId xmlns:a16="http://schemas.microsoft.com/office/drawing/2014/main" id="{98439080-2629-1A1E-AE42-E7B24AFEAEEA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504158"/>
              <a:ext cx="96657" cy="47803"/>
            </a:xfrm>
            <a:custGeom>
              <a:avLst/>
              <a:gdLst/>
              <a:ahLst/>
              <a:cxnLst/>
              <a:rect l="0" t="0" r="0" b="0"/>
              <a:pathLst>
                <a:path w="96657" h="47803">
                  <a:moveTo>
                    <a:pt x="0" y="0"/>
                  </a:moveTo>
                  <a:lnTo>
                    <a:pt x="96657" y="47803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86" name="Candidate_receptor__2804">
              <a:extLst>
                <a:ext uri="{FF2B5EF4-FFF2-40B4-BE49-F238E27FC236}">
                  <a16:creationId xmlns:a16="http://schemas.microsoft.com/office/drawing/2014/main" id="{257C3BC4-DC77-6860-78F9-153A0B03BB35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18257"/>
              <a:ext cx="86559" cy="14311"/>
            </a:xfrm>
            <a:custGeom>
              <a:avLst/>
              <a:gdLst/>
              <a:ahLst/>
              <a:cxnLst/>
              <a:rect l="0" t="0" r="0" b="0"/>
              <a:pathLst>
                <a:path w="86559" h="14311">
                  <a:moveTo>
                    <a:pt x="0" y="0"/>
                  </a:moveTo>
                  <a:lnTo>
                    <a:pt x="86559" y="1431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87" name="Candidate_receptor__2805">
              <a:extLst>
                <a:ext uri="{FF2B5EF4-FFF2-40B4-BE49-F238E27FC236}">
                  <a16:creationId xmlns:a16="http://schemas.microsoft.com/office/drawing/2014/main" id="{3D25CFD1-7ED2-27FF-E385-7169C0E96F4F}"/>
                </a:ext>
              </a:extLst>
            </p:cNvPr>
            <p:cNvSpPr>
              <a:spLocks noGrp="1"/>
            </p:cNvSpPr>
            <p:nvPr/>
          </p:nvSpPr>
          <p:spPr>
            <a:xfrm>
              <a:off x="5889894" y="3680881"/>
              <a:ext cx="104833" cy="47337"/>
            </a:xfrm>
            <a:custGeom>
              <a:avLst/>
              <a:gdLst/>
              <a:ahLst/>
              <a:cxnLst/>
              <a:rect l="0" t="0" r="0" b="0"/>
              <a:pathLst>
                <a:path w="104833" h="47337">
                  <a:moveTo>
                    <a:pt x="104833" y="0"/>
                  </a:moveTo>
                  <a:lnTo>
                    <a:pt x="0" y="4733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88" name="Candidate_receptor__2806">
              <a:extLst>
                <a:ext uri="{FF2B5EF4-FFF2-40B4-BE49-F238E27FC236}">
                  <a16:creationId xmlns:a16="http://schemas.microsoft.com/office/drawing/2014/main" id="{79CFADFD-C17D-2BBA-A9BA-84F4792891DF}"/>
                </a:ext>
              </a:extLst>
            </p:cNvPr>
            <p:cNvSpPr>
              <a:spLocks noGrp="1"/>
            </p:cNvSpPr>
            <p:nvPr/>
          </p:nvSpPr>
          <p:spPr>
            <a:xfrm>
              <a:off x="5240410" y="4128676"/>
              <a:ext cx="39760" cy="108953"/>
            </a:xfrm>
            <a:custGeom>
              <a:avLst/>
              <a:gdLst/>
              <a:ahLst/>
              <a:cxnLst/>
              <a:rect l="0" t="0" r="0" b="0"/>
              <a:pathLst>
                <a:path w="39760" h="108953">
                  <a:moveTo>
                    <a:pt x="39760" y="1089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89" name="Candidate_receptor__2807">
              <a:extLst>
                <a:ext uri="{FF2B5EF4-FFF2-40B4-BE49-F238E27FC236}">
                  <a16:creationId xmlns:a16="http://schemas.microsoft.com/office/drawing/2014/main" id="{7DA54861-700B-0C30-5223-FDF8DF9422AB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865081"/>
              <a:ext cx="108372" cy="23566"/>
            </a:xfrm>
            <a:custGeom>
              <a:avLst/>
              <a:gdLst/>
              <a:ahLst/>
              <a:cxnLst/>
              <a:rect l="0" t="0" r="0" b="0"/>
              <a:pathLst>
                <a:path w="108372" h="23566">
                  <a:moveTo>
                    <a:pt x="108372" y="23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90" name="Candidate_receptor__2808">
              <a:extLst>
                <a:ext uri="{FF2B5EF4-FFF2-40B4-BE49-F238E27FC236}">
                  <a16:creationId xmlns:a16="http://schemas.microsoft.com/office/drawing/2014/main" id="{85765E03-3C34-DC26-3FB2-BFD5707ACF5F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92039"/>
              <a:ext cx="20192" cy="31949"/>
            </a:xfrm>
            <a:custGeom>
              <a:avLst/>
              <a:gdLst/>
              <a:ahLst/>
              <a:cxnLst/>
              <a:rect l="0" t="0" r="0" b="0"/>
              <a:pathLst>
                <a:path w="20192" h="31949">
                  <a:moveTo>
                    <a:pt x="0" y="0"/>
                  </a:moveTo>
                  <a:lnTo>
                    <a:pt x="20192" y="3194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91" name="Candidate_receptor__2809">
              <a:extLst>
                <a:ext uri="{FF2B5EF4-FFF2-40B4-BE49-F238E27FC236}">
                  <a16:creationId xmlns:a16="http://schemas.microsoft.com/office/drawing/2014/main" id="{E37A63AE-9D19-E70C-2312-D4856D0C9F04}"/>
                </a:ext>
              </a:extLst>
            </p:cNvPr>
            <p:cNvSpPr>
              <a:spLocks noGrp="1"/>
            </p:cNvSpPr>
            <p:nvPr/>
          </p:nvSpPr>
          <p:spPr>
            <a:xfrm>
              <a:off x="4743509" y="4534456"/>
              <a:ext cx="63185" cy="88360"/>
            </a:xfrm>
            <a:custGeom>
              <a:avLst/>
              <a:gdLst/>
              <a:ahLst/>
              <a:cxnLst/>
              <a:rect l="0" t="0" r="0" b="0"/>
              <a:pathLst>
                <a:path w="63185" h="88360">
                  <a:moveTo>
                    <a:pt x="0" y="88360"/>
                  </a:moveTo>
                  <a:lnTo>
                    <a:pt x="6318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92" name="Candidate_receptor__2810">
              <a:extLst>
                <a:ext uri="{FF2B5EF4-FFF2-40B4-BE49-F238E27FC236}">
                  <a16:creationId xmlns:a16="http://schemas.microsoft.com/office/drawing/2014/main" id="{92163D7C-A515-3C63-4D46-CB29E3722AD9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690476"/>
              <a:ext cx="98012" cy="47625"/>
            </a:xfrm>
            <a:custGeom>
              <a:avLst/>
              <a:gdLst/>
              <a:ahLst/>
              <a:cxnLst/>
              <a:rect l="0" t="0" r="0" b="0"/>
              <a:pathLst>
                <a:path w="98012" h="47625">
                  <a:moveTo>
                    <a:pt x="0" y="47625"/>
                  </a:moveTo>
                  <a:lnTo>
                    <a:pt x="9801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93" name="Candidate_receptor__2811">
              <a:extLst>
                <a:ext uri="{FF2B5EF4-FFF2-40B4-BE49-F238E27FC236}">
                  <a16:creationId xmlns:a16="http://schemas.microsoft.com/office/drawing/2014/main" id="{20BA8E8C-2D71-EFC3-662C-784C0CDECCC5}"/>
                </a:ext>
              </a:extLst>
            </p:cNvPr>
            <p:cNvSpPr>
              <a:spLocks noGrp="1"/>
            </p:cNvSpPr>
            <p:nvPr/>
          </p:nvSpPr>
          <p:spPr>
            <a:xfrm>
              <a:off x="4472355" y="3620026"/>
              <a:ext cx="96619" cy="8867"/>
            </a:xfrm>
            <a:custGeom>
              <a:avLst/>
              <a:gdLst/>
              <a:ahLst/>
              <a:cxnLst/>
              <a:rect l="0" t="0" r="0" b="0"/>
              <a:pathLst>
                <a:path w="96619" h="8867">
                  <a:moveTo>
                    <a:pt x="0" y="0"/>
                  </a:moveTo>
                  <a:lnTo>
                    <a:pt x="96619" y="886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94" name="Candidate_receptor__2812">
              <a:extLst>
                <a:ext uri="{FF2B5EF4-FFF2-40B4-BE49-F238E27FC236}">
                  <a16:creationId xmlns:a16="http://schemas.microsoft.com/office/drawing/2014/main" id="{F1C5476C-408F-17FC-B308-059261DB2CD9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31818"/>
              <a:ext cx="39611" cy="88734"/>
            </a:xfrm>
            <a:custGeom>
              <a:avLst/>
              <a:gdLst/>
              <a:ahLst/>
              <a:cxnLst/>
              <a:rect l="0" t="0" r="0" b="0"/>
              <a:pathLst>
                <a:path w="39611" h="88734">
                  <a:moveTo>
                    <a:pt x="39611" y="0"/>
                  </a:moveTo>
                  <a:lnTo>
                    <a:pt x="0" y="8873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95" name="Candidate_receptor__2813">
              <a:extLst>
                <a:ext uri="{FF2B5EF4-FFF2-40B4-BE49-F238E27FC236}">
                  <a16:creationId xmlns:a16="http://schemas.microsoft.com/office/drawing/2014/main" id="{52911BE0-560E-9E08-B897-809D61050BD2}"/>
                </a:ext>
              </a:extLst>
            </p:cNvPr>
            <p:cNvSpPr>
              <a:spLocks noGrp="1"/>
            </p:cNvSpPr>
            <p:nvPr/>
          </p:nvSpPr>
          <p:spPr>
            <a:xfrm>
              <a:off x="5994726" y="3578342"/>
              <a:ext cx="51910" cy="102539"/>
            </a:xfrm>
            <a:custGeom>
              <a:avLst/>
              <a:gdLst/>
              <a:ahLst/>
              <a:cxnLst/>
              <a:rect l="0" t="0" r="0" b="0"/>
              <a:pathLst>
                <a:path w="51910" h="102539">
                  <a:moveTo>
                    <a:pt x="51910" y="0"/>
                  </a:moveTo>
                  <a:lnTo>
                    <a:pt x="0" y="102539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96" name="Candidate_receptor__2814">
              <a:extLst>
                <a:ext uri="{FF2B5EF4-FFF2-40B4-BE49-F238E27FC236}">
                  <a16:creationId xmlns:a16="http://schemas.microsoft.com/office/drawing/2014/main" id="{2BF7D704-FD34-7F0F-7289-84F4E487F4D9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04531"/>
              <a:ext cx="63515" cy="79866"/>
            </a:xfrm>
            <a:custGeom>
              <a:avLst/>
              <a:gdLst/>
              <a:ahLst/>
              <a:cxnLst/>
              <a:rect l="0" t="0" r="0" b="0"/>
              <a:pathLst>
                <a:path w="63515" h="79866">
                  <a:moveTo>
                    <a:pt x="0" y="79866"/>
                  </a:moveTo>
                  <a:lnTo>
                    <a:pt x="6351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97" name="Candidate_receptor__2815">
              <a:extLst>
                <a:ext uri="{FF2B5EF4-FFF2-40B4-BE49-F238E27FC236}">
                  <a16:creationId xmlns:a16="http://schemas.microsoft.com/office/drawing/2014/main" id="{514BEEAC-53EB-5D76-F612-C3FD10672DF8}"/>
                </a:ext>
              </a:extLst>
            </p:cNvPr>
            <p:cNvSpPr>
              <a:spLocks noGrp="1"/>
            </p:cNvSpPr>
            <p:nvPr/>
          </p:nvSpPr>
          <p:spPr>
            <a:xfrm>
              <a:off x="5846382" y="3487622"/>
              <a:ext cx="28885" cy="37685"/>
            </a:xfrm>
            <a:custGeom>
              <a:avLst/>
              <a:gdLst/>
              <a:ahLst/>
              <a:cxnLst/>
              <a:rect l="0" t="0" r="0" b="0"/>
              <a:pathLst>
                <a:path w="28885" h="37685">
                  <a:moveTo>
                    <a:pt x="0" y="37685"/>
                  </a:moveTo>
                  <a:lnTo>
                    <a:pt x="28885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98" name="Candidate_receptor__2816">
              <a:extLst>
                <a:ext uri="{FF2B5EF4-FFF2-40B4-BE49-F238E27FC236}">
                  <a16:creationId xmlns:a16="http://schemas.microsoft.com/office/drawing/2014/main" id="{F130528D-E7A6-8069-158A-FE7E008E5278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620026"/>
              <a:ext cx="59257" cy="53976"/>
            </a:xfrm>
            <a:custGeom>
              <a:avLst/>
              <a:gdLst/>
              <a:ahLst/>
              <a:cxnLst/>
              <a:rect l="0" t="0" r="0" b="0"/>
              <a:pathLst>
                <a:path w="59257" h="53976">
                  <a:moveTo>
                    <a:pt x="0" y="53976"/>
                  </a:moveTo>
                  <a:lnTo>
                    <a:pt x="5925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99" name="Candidate_receptor__2817">
              <a:extLst>
                <a:ext uri="{FF2B5EF4-FFF2-40B4-BE49-F238E27FC236}">
                  <a16:creationId xmlns:a16="http://schemas.microsoft.com/office/drawing/2014/main" id="{16EFA439-803B-CB7C-0E5C-FA6DDBC7C989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736357"/>
              <a:ext cx="46438" cy="100716"/>
            </a:xfrm>
            <a:custGeom>
              <a:avLst/>
              <a:gdLst/>
              <a:ahLst/>
              <a:cxnLst/>
              <a:rect l="0" t="0" r="0" b="0"/>
              <a:pathLst>
                <a:path w="46438" h="100716">
                  <a:moveTo>
                    <a:pt x="0" y="100716"/>
                  </a:moveTo>
                  <a:lnTo>
                    <a:pt x="46438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500" name="Candidate_receptor__2818">
              <a:extLst>
                <a:ext uri="{FF2B5EF4-FFF2-40B4-BE49-F238E27FC236}">
                  <a16:creationId xmlns:a16="http://schemas.microsoft.com/office/drawing/2014/main" id="{F5238C1C-8ED0-CFBB-447E-89B1359949DE}"/>
                </a:ext>
              </a:extLst>
            </p:cNvPr>
            <p:cNvSpPr>
              <a:spLocks noGrp="1"/>
            </p:cNvSpPr>
            <p:nvPr/>
          </p:nvSpPr>
          <p:spPr>
            <a:xfrm>
              <a:off x="6257246" y="4709436"/>
              <a:ext cx="94971" cy="53126"/>
            </a:xfrm>
            <a:custGeom>
              <a:avLst/>
              <a:gdLst/>
              <a:ahLst/>
              <a:cxnLst/>
              <a:rect l="0" t="0" r="0" b="0"/>
              <a:pathLst>
                <a:path w="94971" h="53126">
                  <a:moveTo>
                    <a:pt x="0" y="0"/>
                  </a:moveTo>
                  <a:lnTo>
                    <a:pt x="94971" y="5312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501" name="Candidate_receptor__2819">
              <a:extLst>
                <a:ext uri="{FF2B5EF4-FFF2-40B4-BE49-F238E27FC236}">
                  <a16:creationId xmlns:a16="http://schemas.microsoft.com/office/drawing/2014/main" id="{132BC741-0E2A-585D-01B4-9E1DC7AA67CC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57111" cy="6110"/>
            </a:xfrm>
            <a:custGeom>
              <a:avLst/>
              <a:gdLst/>
              <a:ahLst/>
              <a:cxnLst/>
              <a:rect l="0" t="0" r="0" b="0"/>
              <a:pathLst>
                <a:path w="57111" h="6110">
                  <a:moveTo>
                    <a:pt x="0" y="0"/>
                  </a:moveTo>
                  <a:lnTo>
                    <a:pt x="57111" y="61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502" name="Candidate_receptor__2820">
              <a:extLst>
                <a:ext uri="{FF2B5EF4-FFF2-40B4-BE49-F238E27FC236}">
                  <a16:creationId xmlns:a16="http://schemas.microsoft.com/office/drawing/2014/main" id="{D580A4DB-810D-90C0-D290-015D374DA388}"/>
                </a:ext>
              </a:extLst>
            </p:cNvPr>
            <p:cNvSpPr>
              <a:spLocks noGrp="1"/>
            </p:cNvSpPr>
            <p:nvPr/>
          </p:nvSpPr>
          <p:spPr>
            <a:xfrm>
              <a:off x="4806694" y="4534456"/>
              <a:ext cx="84478" cy="34709"/>
            </a:xfrm>
            <a:custGeom>
              <a:avLst/>
              <a:gdLst/>
              <a:ahLst/>
              <a:cxnLst/>
              <a:rect l="0" t="0" r="0" b="0"/>
              <a:pathLst>
                <a:path w="84478" h="34709">
                  <a:moveTo>
                    <a:pt x="0" y="0"/>
                  </a:moveTo>
                  <a:lnTo>
                    <a:pt x="84478" y="3470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503" name="Candidate_receptor__2821">
              <a:extLst>
                <a:ext uri="{FF2B5EF4-FFF2-40B4-BE49-F238E27FC236}">
                  <a16:creationId xmlns:a16="http://schemas.microsoft.com/office/drawing/2014/main" id="{B73E4A44-9FB1-867C-59BF-28C97677E370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5711"/>
              <a:ext cx="115530" cy="4081"/>
            </a:xfrm>
            <a:custGeom>
              <a:avLst/>
              <a:gdLst/>
              <a:ahLst/>
              <a:cxnLst/>
              <a:rect l="0" t="0" r="0" b="0"/>
              <a:pathLst>
                <a:path w="115530" h="4081">
                  <a:moveTo>
                    <a:pt x="115530" y="0"/>
                  </a:moveTo>
                  <a:lnTo>
                    <a:pt x="0" y="408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504" name="Candidate_receptor__2822">
              <a:extLst>
                <a:ext uri="{FF2B5EF4-FFF2-40B4-BE49-F238E27FC236}">
                  <a16:creationId xmlns:a16="http://schemas.microsoft.com/office/drawing/2014/main" id="{08C3D950-A409-8440-B59F-10C43AD561F3}"/>
                </a:ext>
              </a:extLst>
            </p:cNvPr>
            <p:cNvSpPr>
              <a:spLocks noGrp="1"/>
            </p:cNvSpPr>
            <p:nvPr/>
          </p:nvSpPr>
          <p:spPr>
            <a:xfrm>
              <a:off x="4568974" y="3628894"/>
              <a:ext cx="66772" cy="87361"/>
            </a:xfrm>
            <a:custGeom>
              <a:avLst/>
              <a:gdLst/>
              <a:ahLst/>
              <a:cxnLst/>
              <a:rect l="0" t="0" r="0" b="0"/>
              <a:pathLst>
                <a:path w="66772" h="87361">
                  <a:moveTo>
                    <a:pt x="0" y="0"/>
                  </a:moveTo>
                  <a:lnTo>
                    <a:pt x="66772" y="87361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52505" name="Candidate_receptor__2823">
              <a:extLst>
                <a:ext uri="{FF2B5EF4-FFF2-40B4-BE49-F238E27FC236}">
                  <a16:creationId xmlns:a16="http://schemas.microsoft.com/office/drawing/2014/main" id="{AF75106A-51F3-39BA-EB8B-00AA7B4B331D}"/>
                </a:ext>
              </a:extLst>
            </p:cNvPr>
            <p:cNvSpPr>
              <a:spLocks noGrp="1"/>
            </p:cNvSpPr>
            <p:nvPr/>
          </p:nvSpPr>
          <p:spPr>
            <a:xfrm>
              <a:off x="5741034" y="4360343"/>
              <a:ext cx="108154" cy="9852"/>
            </a:xfrm>
            <a:custGeom>
              <a:avLst/>
              <a:gdLst/>
              <a:ahLst/>
              <a:cxnLst/>
              <a:rect l="0" t="0" r="0" b="0"/>
              <a:pathLst>
                <a:path w="108154" h="9852">
                  <a:moveTo>
                    <a:pt x="108154" y="98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06" name="Candidate_receptor__2824">
              <a:extLst>
                <a:ext uri="{FF2B5EF4-FFF2-40B4-BE49-F238E27FC236}">
                  <a16:creationId xmlns:a16="http://schemas.microsoft.com/office/drawing/2014/main" id="{4CFE4907-0221-4908-AF7C-4A2216688662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762561"/>
              <a:ext cx="42109" cy="102783"/>
            </a:xfrm>
            <a:custGeom>
              <a:avLst/>
              <a:gdLst/>
              <a:ahLst/>
              <a:cxnLst/>
              <a:rect l="0" t="0" r="0" b="0"/>
              <a:pathLst>
                <a:path w="42109" h="102783">
                  <a:moveTo>
                    <a:pt x="42109" y="0"/>
                  </a:moveTo>
                  <a:lnTo>
                    <a:pt x="0" y="102783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52507" name="Candidate_receptor__2825">
              <a:extLst>
                <a:ext uri="{FF2B5EF4-FFF2-40B4-BE49-F238E27FC236}">
                  <a16:creationId xmlns:a16="http://schemas.microsoft.com/office/drawing/2014/main" id="{86AB2632-9B12-953C-F72D-0F0CF3EFFBEB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199189"/>
              <a:ext cx="69560" cy="54095"/>
            </a:xfrm>
            <a:custGeom>
              <a:avLst/>
              <a:gdLst/>
              <a:ahLst/>
              <a:cxnLst/>
              <a:rect l="0" t="0" r="0" b="0"/>
              <a:pathLst>
                <a:path w="69560" h="54095">
                  <a:moveTo>
                    <a:pt x="69560" y="0"/>
                  </a:moveTo>
                  <a:lnTo>
                    <a:pt x="0" y="54095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08" name="Candidate_receptor__2826">
              <a:extLst>
                <a:ext uri="{FF2B5EF4-FFF2-40B4-BE49-F238E27FC236}">
                  <a16:creationId xmlns:a16="http://schemas.microsoft.com/office/drawing/2014/main" id="{3FB2D7C4-0657-6EED-EB06-B4D56C8E615C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752261"/>
              <a:ext cx="23055" cy="112820"/>
            </a:xfrm>
            <a:custGeom>
              <a:avLst/>
              <a:gdLst/>
              <a:ahLst/>
              <a:cxnLst/>
              <a:rect l="0" t="0" r="0" b="0"/>
              <a:pathLst>
                <a:path w="23055" h="112820">
                  <a:moveTo>
                    <a:pt x="0" y="112820"/>
                  </a:moveTo>
                  <a:lnTo>
                    <a:pt x="23055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09" name="Candidate_receptor__2827">
              <a:extLst>
                <a:ext uri="{FF2B5EF4-FFF2-40B4-BE49-F238E27FC236}">
                  <a16:creationId xmlns:a16="http://schemas.microsoft.com/office/drawing/2014/main" id="{4DE65829-16BA-644B-442C-B77DCD104D49}"/>
                </a:ext>
              </a:extLst>
            </p:cNvPr>
            <p:cNvSpPr>
              <a:spLocks noGrp="1"/>
            </p:cNvSpPr>
            <p:nvPr/>
          </p:nvSpPr>
          <p:spPr>
            <a:xfrm>
              <a:off x="6071519" y="4108464"/>
              <a:ext cx="12689" cy="90726"/>
            </a:xfrm>
            <a:custGeom>
              <a:avLst/>
              <a:gdLst/>
              <a:ahLst/>
              <a:cxnLst/>
              <a:rect l="0" t="0" r="0" b="0"/>
              <a:pathLst>
                <a:path w="12689" h="90726">
                  <a:moveTo>
                    <a:pt x="12689" y="0"/>
                  </a:moveTo>
                  <a:lnTo>
                    <a:pt x="0" y="90726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10" name="Candidate_receptor__2828">
              <a:extLst>
                <a:ext uri="{FF2B5EF4-FFF2-40B4-BE49-F238E27FC236}">
                  <a16:creationId xmlns:a16="http://schemas.microsoft.com/office/drawing/2014/main" id="{25DD7F93-A09C-1649-7048-5764B989EB41}"/>
                </a:ext>
              </a:extLst>
            </p:cNvPr>
            <p:cNvSpPr>
              <a:spLocks noGrp="1"/>
            </p:cNvSpPr>
            <p:nvPr/>
          </p:nvSpPr>
          <p:spPr>
            <a:xfrm>
              <a:off x="6402439" y="3533149"/>
              <a:ext cx="51168" cy="99419"/>
            </a:xfrm>
            <a:custGeom>
              <a:avLst/>
              <a:gdLst/>
              <a:ahLst/>
              <a:cxnLst/>
              <a:rect l="0" t="0" r="0" b="0"/>
              <a:pathLst>
                <a:path w="51168" h="99419">
                  <a:moveTo>
                    <a:pt x="0" y="99419"/>
                  </a:moveTo>
                  <a:lnTo>
                    <a:pt x="51168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11" name="Candidate_receptor__2829">
              <a:extLst>
                <a:ext uri="{FF2B5EF4-FFF2-40B4-BE49-F238E27FC236}">
                  <a16:creationId xmlns:a16="http://schemas.microsoft.com/office/drawing/2014/main" id="{7CB9846C-9B71-D873-19F0-E104E86AF4B2}"/>
                </a:ext>
              </a:extLst>
            </p:cNvPr>
            <p:cNvSpPr>
              <a:spLocks noGrp="1"/>
            </p:cNvSpPr>
            <p:nvPr/>
          </p:nvSpPr>
          <p:spPr>
            <a:xfrm>
              <a:off x="4772212" y="4905600"/>
              <a:ext cx="77190" cy="70785"/>
            </a:xfrm>
            <a:custGeom>
              <a:avLst/>
              <a:gdLst/>
              <a:ahLst/>
              <a:cxnLst/>
              <a:rect l="0" t="0" r="0" b="0"/>
              <a:pathLst>
                <a:path w="77190" h="70785">
                  <a:moveTo>
                    <a:pt x="77190" y="707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12" name="Candidate_receptor__2830">
              <a:extLst>
                <a:ext uri="{FF2B5EF4-FFF2-40B4-BE49-F238E27FC236}">
                  <a16:creationId xmlns:a16="http://schemas.microsoft.com/office/drawing/2014/main" id="{FC5B59AF-206B-DCC3-39E8-A67794D454DE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5600"/>
              <a:ext cx="90670" cy="53630"/>
            </a:xfrm>
            <a:custGeom>
              <a:avLst/>
              <a:gdLst/>
              <a:ahLst/>
              <a:cxnLst/>
              <a:rect l="0" t="0" r="0" b="0"/>
              <a:pathLst>
                <a:path w="90670" h="53630">
                  <a:moveTo>
                    <a:pt x="90670" y="0"/>
                  </a:moveTo>
                  <a:lnTo>
                    <a:pt x="0" y="5363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13" name="Candidate_receptor__2831">
              <a:extLst>
                <a:ext uri="{FF2B5EF4-FFF2-40B4-BE49-F238E27FC236}">
                  <a16:creationId xmlns:a16="http://schemas.microsoft.com/office/drawing/2014/main" id="{867E635F-8773-4A49-B1CC-4DAB76149733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569165"/>
              <a:ext cx="11725" cy="105299"/>
            </a:xfrm>
            <a:custGeom>
              <a:avLst/>
              <a:gdLst/>
              <a:ahLst/>
              <a:cxnLst/>
              <a:rect l="0" t="0" r="0" b="0"/>
              <a:pathLst>
                <a:path w="11725" h="105299">
                  <a:moveTo>
                    <a:pt x="11725" y="0"/>
                  </a:moveTo>
                  <a:lnTo>
                    <a:pt x="0" y="10529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14" name="Candidate_receptor__2832">
              <a:extLst>
                <a:ext uri="{FF2B5EF4-FFF2-40B4-BE49-F238E27FC236}">
                  <a16:creationId xmlns:a16="http://schemas.microsoft.com/office/drawing/2014/main" id="{1CE2A2C6-3184-3336-307A-7C4FCBB91B8F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80703"/>
              <a:ext cx="88343" cy="42494"/>
            </a:xfrm>
            <a:custGeom>
              <a:avLst/>
              <a:gdLst/>
              <a:ahLst/>
              <a:cxnLst/>
              <a:rect l="0" t="0" r="0" b="0"/>
              <a:pathLst>
                <a:path w="88343" h="42494">
                  <a:moveTo>
                    <a:pt x="0" y="42494"/>
                  </a:moveTo>
                  <a:lnTo>
                    <a:pt x="88343" y="0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52515" name="Candidate_receptor__2833">
              <a:extLst>
                <a:ext uri="{FF2B5EF4-FFF2-40B4-BE49-F238E27FC236}">
                  <a16:creationId xmlns:a16="http://schemas.microsoft.com/office/drawing/2014/main" id="{A4177A52-6D1C-F0ED-F90F-D8061396F4BC}"/>
                </a:ext>
              </a:extLst>
            </p:cNvPr>
            <p:cNvSpPr>
              <a:spLocks noGrp="1"/>
            </p:cNvSpPr>
            <p:nvPr/>
          </p:nvSpPr>
          <p:spPr>
            <a:xfrm>
              <a:off x="5033230" y="3387915"/>
              <a:ext cx="42829" cy="96843"/>
            </a:xfrm>
            <a:custGeom>
              <a:avLst/>
              <a:gdLst/>
              <a:ahLst/>
              <a:cxnLst/>
              <a:rect l="0" t="0" r="0" b="0"/>
              <a:pathLst>
                <a:path w="42829" h="96843">
                  <a:moveTo>
                    <a:pt x="0" y="0"/>
                  </a:moveTo>
                  <a:lnTo>
                    <a:pt x="42829" y="96843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16" name="Candidate_receptor__2834">
              <a:extLst>
                <a:ext uri="{FF2B5EF4-FFF2-40B4-BE49-F238E27FC236}">
                  <a16:creationId xmlns:a16="http://schemas.microsoft.com/office/drawing/2014/main" id="{A1970F05-3993-119C-770C-424312396A1C}"/>
                </a:ext>
              </a:extLst>
            </p:cNvPr>
            <p:cNvSpPr>
              <a:spLocks noGrp="1"/>
            </p:cNvSpPr>
            <p:nvPr/>
          </p:nvSpPr>
          <p:spPr>
            <a:xfrm>
              <a:off x="4981491" y="3828519"/>
              <a:ext cx="34106" cy="60129"/>
            </a:xfrm>
            <a:custGeom>
              <a:avLst/>
              <a:gdLst/>
              <a:ahLst/>
              <a:cxnLst/>
              <a:rect l="0" t="0" r="0" b="0"/>
              <a:pathLst>
                <a:path w="34106" h="60129">
                  <a:moveTo>
                    <a:pt x="34106" y="0"/>
                  </a:moveTo>
                  <a:lnTo>
                    <a:pt x="0" y="6012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17" name="Candidate_receptor__2835">
              <a:extLst>
                <a:ext uri="{FF2B5EF4-FFF2-40B4-BE49-F238E27FC236}">
                  <a16:creationId xmlns:a16="http://schemas.microsoft.com/office/drawing/2014/main" id="{43EB89DE-C914-EA62-2D35-62DF4D5BC3F8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245775"/>
              <a:ext cx="84061" cy="76795"/>
            </a:xfrm>
            <a:custGeom>
              <a:avLst/>
              <a:gdLst/>
              <a:ahLst/>
              <a:cxnLst/>
              <a:rect l="0" t="0" r="0" b="0"/>
              <a:pathLst>
                <a:path w="84061" h="76795">
                  <a:moveTo>
                    <a:pt x="84061" y="767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18" name="Candidate_receptor__2836">
              <a:extLst>
                <a:ext uri="{FF2B5EF4-FFF2-40B4-BE49-F238E27FC236}">
                  <a16:creationId xmlns:a16="http://schemas.microsoft.com/office/drawing/2014/main" id="{D0AC9571-B438-BD42-4ACE-36E343FA7F3B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111008"/>
              <a:ext cx="11975" cy="4640"/>
            </a:xfrm>
            <a:custGeom>
              <a:avLst/>
              <a:gdLst/>
              <a:ahLst/>
              <a:cxnLst/>
              <a:rect l="0" t="0" r="0" b="0"/>
              <a:pathLst>
                <a:path w="11975" h="4640">
                  <a:moveTo>
                    <a:pt x="0" y="0"/>
                  </a:moveTo>
                  <a:lnTo>
                    <a:pt x="11975" y="464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19" name="Candidate_receptor__2837">
              <a:extLst>
                <a:ext uri="{FF2B5EF4-FFF2-40B4-BE49-F238E27FC236}">
                  <a16:creationId xmlns:a16="http://schemas.microsoft.com/office/drawing/2014/main" id="{566660E6-75CC-80E6-6E84-D0D2F347A1E5}"/>
                </a:ext>
              </a:extLst>
            </p:cNvPr>
            <p:cNvSpPr>
              <a:spLocks noGrp="1"/>
            </p:cNvSpPr>
            <p:nvPr/>
          </p:nvSpPr>
          <p:spPr>
            <a:xfrm>
              <a:off x="5726473" y="3492476"/>
              <a:ext cx="26798" cy="90434"/>
            </a:xfrm>
            <a:custGeom>
              <a:avLst/>
              <a:gdLst/>
              <a:ahLst/>
              <a:cxnLst/>
              <a:rect l="0" t="0" r="0" b="0"/>
              <a:pathLst>
                <a:path w="26798" h="90434">
                  <a:moveTo>
                    <a:pt x="0" y="0"/>
                  </a:moveTo>
                  <a:lnTo>
                    <a:pt x="26798" y="90434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52520" name="Candidate_receptor__2838">
              <a:extLst>
                <a:ext uri="{FF2B5EF4-FFF2-40B4-BE49-F238E27FC236}">
                  <a16:creationId xmlns:a16="http://schemas.microsoft.com/office/drawing/2014/main" id="{CF8D3A80-F3CF-0A78-D8A1-D1981E783AC8}"/>
                </a:ext>
              </a:extLst>
            </p:cNvPr>
            <p:cNvSpPr>
              <a:spLocks noGrp="1"/>
            </p:cNvSpPr>
            <p:nvPr/>
          </p:nvSpPr>
          <p:spPr>
            <a:xfrm>
              <a:off x="4785875" y="4976386"/>
              <a:ext cx="63527" cy="93188"/>
            </a:xfrm>
            <a:custGeom>
              <a:avLst/>
              <a:gdLst/>
              <a:ahLst/>
              <a:cxnLst/>
              <a:rect l="0" t="0" r="0" b="0"/>
              <a:pathLst>
                <a:path w="63527" h="93188">
                  <a:moveTo>
                    <a:pt x="0" y="93188"/>
                  </a:moveTo>
                  <a:lnTo>
                    <a:pt x="63527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21" name="Candidate_receptor__2839">
              <a:extLst>
                <a:ext uri="{FF2B5EF4-FFF2-40B4-BE49-F238E27FC236}">
                  <a16:creationId xmlns:a16="http://schemas.microsoft.com/office/drawing/2014/main" id="{D7282DBA-E26B-B5FF-D5C8-28F243B872D4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709436"/>
              <a:ext cx="60276" cy="39577"/>
            </a:xfrm>
            <a:custGeom>
              <a:avLst/>
              <a:gdLst/>
              <a:ahLst/>
              <a:cxnLst/>
              <a:rect l="0" t="0" r="0" b="0"/>
              <a:pathLst>
                <a:path w="60276" h="39577">
                  <a:moveTo>
                    <a:pt x="0" y="39577"/>
                  </a:moveTo>
                  <a:lnTo>
                    <a:pt x="60276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22" name="Candidate_receptor__2840">
              <a:extLst>
                <a:ext uri="{FF2B5EF4-FFF2-40B4-BE49-F238E27FC236}">
                  <a16:creationId xmlns:a16="http://schemas.microsoft.com/office/drawing/2014/main" id="{FC064D3D-A1D3-9B3D-966B-571CF899B171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816856"/>
              <a:ext cx="87841" cy="52351"/>
            </a:xfrm>
            <a:custGeom>
              <a:avLst/>
              <a:gdLst/>
              <a:ahLst/>
              <a:cxnLst/>
              <a:rect l="0" t="0" r="0" b="0"/>
              <a:pathLst>
                <a:path w="87841" h="52351">
                  <a:moveTo>
                    <a:pt x="0" y="0"/>
                  </a:moveTo>
                  <a:lnTo>
                    <a:pt x="87841" y="52351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23" name="Candidate_receptor__2841">
              <a:extLst>
                <a:ext uri="{FF2B5EF4-FFF2-40B4-BE49-F238E27FC236}">
                  <a16:creationId xmlns:a16="http://schemas.microsoft.com/office/drawing/2014/main" id="{7D668F5D-746B-FD83-B720-4C05E87FE137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530839"/>
              <a:ext cx="63123" cy="95091"/>
            </a:xfrm>
            <a:custGeom>
              <a:avLst/>
              <a:gdLst/>
              <a:ahLst/>
              <a:cxnLst/>
              <a:rect l="0" t="0" r="0" b="0"/>
              <a:pathLst>
                <a:path w="63123" h="95091">
                  <a:moveTo>
                    <a:pt x="0" y="95091"/>
                  </a:moveTo>
                  <a:lnTo>
                    <a:pt x="63123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24" name="Candidate_receptor__2842">
              <a:extLst>
                <a:ext uri="{FF2B5EF4-FFF2-40B4-BE49-F238E27FC236}">
                  <a16:creationId xmlns:a16="http://schemas.microsoft.com/office/drawing/2014/main" id="{F41B753D-78E7-75D0-165E-4E83D8097A5F}"/>
                </a:ext>
              </a:extLst>
            </p:cNvPr>
            <p:cNvSpPr>
              <a:spLocks noGrp="1"/>
            </p:cNvSpPr>
            <p:nvPr/>
          </p:nvSpPr>
          <p:spPr>
            <a:xfrm>
              <a:off x="6156010" y="3766000"/>
              <a:ext cx="114141" cy="15439"/>
            </a:xfrm>
            <a:custGeom>
              <a:avLst/>
              <a:gdLst/>
              <a:ahLst/>
              <a:cxnLst/>
              <a:rect l="0" t="0" r="0" b="0"/>
              <a:pathLst>
                <a:path w="114141" h="15439">
                  <a:moveTo>
                    <a:pt x="0" y="0"/>
                  </a:moveTo>
                  <a:lnTo>
                    <a:pt x="114141" y="1543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25" name="Candidate_receptor__2843">
              <a:extLst>
                <a:ext uri="{FF2B5EF4-FFF2-40B4-BE49-F238E27FC236}">
                  <a16:creationId xmlns:a16="http://schemas.microsoft.com/office/drawing/2014/main" id="{0DFA0E65-6AAB-C8C1-A7C8-60CCAB73E4E5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524162"/>
              <a:ext cx="13704" cy="83502"/>
            </a:xfrm>
            <a:custGeom>
              <a:avLst/>
              <a:gdLst/>
              <a:ahLst/>
              <a:cxnLst/>
              <a:rect l="0" t="0" r="0" b="0"/>
              <a:pathLst>
                <a:path w="13704" h="83502">
                  <a:moveTo>
                    <a:pt x="13704" y="835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26" name="Candidate_receptor__2844">
              <a:extLst>
                <a:ext uri="{FF2B5EF4-FFF2-40B4-BE49-F238E27FC236}">
                  <a16:creationId xmlns:a16="http://schemas.microsoft.com/office/drawing/2014/main" id="{D20E249D-EFE5-AFA5-FAC0-10C52EDB57CB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6592"/>
              <a:ext cx="94167" cy="34666"/>
            </a:xfrm>
            <a:custGeom>
              <a:avLst/>
              <a:gdLst/>
              <a:ahLst/>
              <a:cxnLst/>
              <a:rect l="0" t="0" r="0" b="0"/>
              <a:pathLst>
                <a:path w="94167" h="34666">
                  <a:moveTo>
                    <a:pt x="0" y="34666"/>
                  </a:moveTo>
                  <a:lnTo>
                    <a:pt x="94167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27" name="Candidate_receptor__2845">
              <a:extLst>
                <a:ext uri="{FF2B5EF4-FFF2-40B4-BE49-F238E27FC236}">
                  <a16:creationId xmlns:a16="http://schemas.microsoft.com/office/drawing/2014/main" id="{F43BED30-C67A-ACB3-C441-EC0B99E39ED9}"/>
                </a:ext>
              </a:extLst>
            </p:cNvPr>
            <p:cNvSpPr>
              <a:spLocks noGrp="1"/>
            </p:cNvSpPr>
            <p:nvPr/>
          </p:nvSpPr>
          <p:spPr>
            <a:xfrm>
              <a:off x="5669691" y="2696519"/>
              <a:ext cx="87450" cy="4646"/>
            </a:xfrm>
            <a:custGeom>
              <a:avLst/>
              <a:gdLst/>
              <a:ahLst/>
              <a:cxnLst/>
              <a:rect l="0" t="0" r="0" b="0"/>
              <a:pathLst>
                <a:path w="87450" h="4646">
                  <a:moveTo>
                    <a:pt x="0" y="4646"/>
                  </a:moveTo>
                  <a:lnTo>
                    <a:pt x="8745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28" name="Candidate_receptor__2846">
              <a:extLst>
                <a:ext uri="{FF2B5EF4-FFF2-40B4-BE49-F238E27FC236}">
                  <a16:creationId xmlns:a16="http://schemas.microsoft.com/office/drawing/2014/main" id="{E1187FAD-C3DB-50A7-E0EB-FB5F35AF99B1}"/>
                </a:ext>
              </a:extLst>
            </p:cNvPr>
            <p:cNvSpPr>
              <a:spLocks noGrp="1"/>
            </p:cNvSpPr>
            <p:nvPr/>
          </p:nvSpPr>
          <p:spPr>
            <a:xfrm>
              <a:off x="5459825" y="3495179"/>
              <a:ext cx="99642" cy="46473"/>
            </a:xfrm>
            <a:custGeom>
              <a:avLst/>
              <a:gdLst/>
              <a:ahLst/>
              <a:cxnLst/>
              <a:rect l="0" t="0" r="0" b="0"/>
              <a:pathLst>
                <a:path w="99642" h="46473">
                  <a:moveTo>
                    <a:pt x="99642" y="0"/>
                  </a:moveTo>
                  <a:lnTo>
                    <a:pt x="0" y="46473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29" name="Candidate_receptor__2847">
              <a:extLst>
                <a:ext uri="{FF2B5EF4-FFF2-40B4-BE49-F238E27FC236}">
                  <a16:creationId xmlns:a16="http://schemas.microsoft.com/office/drawing/2014/main" id="{051D1791-37A0-DF5F-C9D3-7ECA6EBE4242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717693"/>
              <a:ext cx="49109" cy="10526"/>
            </a:xfrm>
            <a:custGeom>
              <a:avLst/>
              <a:gdLst/>
              <a:ahLst/>
              <a:cxnLst/>
              <a:rect l="0" t="0" r="0" b="0"/>
              <a:pathLst>
                <a:path w="49109" h="10526">
                  <a:moveTo>
                    <a:pt x="49109" y="10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30" name="Candidate_receptor__2848">
              <a:extLst>
                <a:ext uri="{FF2B5EF4-FFF2-40B4-BE49-F238E27FC236}">
                  <a16:creationId xmlns:a16="http://schemas.microsoft.com/office/drawing/2014/main" id="{B5DDC6CC-60DA-AA13-C96F-5BE447F43137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724295"/>
              <a:ext cx="14904" cy="92561"/>
            </a:xfrm>
            <a:custGeom>
              <a:avLst/>
              <a:gdLst/>
              <a:ahLst/>
              <a:cxnLst/>
              <a:rect l="0" t="0" r="0" b="0"/>
              <a:pathLst>
                <a:path w="14904" h="92561">
                  <a:moveTo>
                    <a:pt x="14904" y="0"/>
                  </a:moveTo>
                  <a:lnTo>
                    <a:pt x="0" y="9256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31" name="Candidate_receptor__2849">
              <a:extLst>
                <a:ext uri="{FF2B5EF4-FFF2-40B4-BE49-F238E27FC236}">
                  <a16:creationId xmlns:a16="http://schemas.microsoft.com/office/drawing/2014/main" id="{E4EE015C-54C2-14A7-6D2A-38BC8F7442FB}"/>
                </a:ext>
              </a:extLst>
            </p:cNvPr>
            <p:cNvSpPr>
              <a:spLocks noGrp="1"/>
            </p:cNvSpPr>
            <p:nvPr/>
          </p:nvSpPr>
          <p:spPr>
            <a:xfrm>
              <a:off x="4635746" y="3716254"/>
              <a:ext cx="66834" cy="5657"/>
            </a:xfrm>
            <a:custGeom>
              <a:avLst/>
              <a:gdLst/>
              <a:ahLst/>
              <a:cxnLst/>
              <a:rect l="0" t="0" r="0" b="0"/>
              <a:pathLst>
                <a:path w="66834" h="5657">
                  <a:moveTo>
                    <a:pt x="0" y="0"/>
                  </a:moveTo>
                  <a:lnTo>
                    <a:pt x="66834" y="565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32" name="Candidate_receptor__2850">
              <a:extLst>
                <a:ext uri="{FF2B5EF4-FFF2-40B4-BE49-F238E27FC236}">
                  <a16:creationId xmlns:a16="http://schemas.microsoft.com/office/drawing/2014/main" id="{3C1A6674-2297-F791-8DBC-46CA043ED19A}"/>
                </a:ext>
              </a:extLst>
            </p:cNvPr>
            <p:cNvSpPr>
              <a:spLocks noGrp="1"/>
            </p:cNvSpPr>
            <p:nvPr/>
          </p:nvSpPr>
          <p:spPr>
            <a:xfrm>
              <a:off x="6660278" y="4555711"/>
              <a:ext cx="7094" cy="90276"/>
            </a:xfrm>
            <a:custGeom>
              <a:avLst/>
              <a:gdLst/>
              <a:ahLst/>
              <a:cxnLst/>
              <a:rect l="0" t="0" r="0" b="0"/>
              <a:pathLst>
                <a:path w="7094" h="90276">
                  <a:moveTo>
                    <a:pt x="7094" y="90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33" name="Candidate_receptor__2851">
              <a:extLst>
                <a:ext uri="{FF2B5EF4-FFF2-40B4-BE49-F238E27FC236}">
                  <a16:creationId xmlns:a16="http://schemas.microsoft.com/office/drawing/2014/main" id="{2BCB13E5-9E05-6DA2-E313-984B661CAF01}"/>
                </a:ext>
              </a:extLst>
            </p:cNvPr>
            <p:cNvSpPr>
              <a:spLocks noGrp="1"/>
            </p:cNvSpPr>
            <p:nvPr/>
          </p:nvSpPr>
          <p:spPr>
            <a:xfrm>
              <a:off x="5979402" y="3526906"/>
              <a:ext cx="67234" cy="51436"/>
            </a:xfrm>
            <a:custGeom>
              <a:avLst/>
              <a:gdLst/>
              <a:ahLst/>
              <a:cxnLst/>
              <a:rect l="0" t="0" r="0" b="0"/>
              <a:pathLst>
                <a:path w="67234" h="51436">
                  <a:moveTo>
                    <a:pt x="0" y="0"/>
                  </a:moveTo>
                  <a:lnTo>
                    <a:pt x="67234" y="51436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34" name="Candidate_receptor__2852">
              <a:extLst>
                <a:ext uri="{FF2B5EF4-FFF2-40B4-BE49-F238E27FC236}">
                  <a16:creationId xmlns:a16="http://schemas.microsoft.com/office/drawing/2014/main" id="{3FD49034-CE9D-9A34-C1FC-F66A7CA51867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86406"/>
              <a:ext cx="88364" cy="22815"/>
            </a:xfrm>
            <a:custGeom>
              <a:avLst/>
              <a:gdLst/>
              <a:ahLst/>
              <a:cxnLst/>
              <a:rect l="0" t="0" r="0" b="0"/>
              <a:pathLst>
                <a:path w="88364" h="22815">
                  <a:moveTo>
                    <a:pt x="88364" y="0"/>
                  </a:moveTo>
                  <a:lnTo>
                    <a:pt x="0" y="2281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35" name="Candidate_receptor__2853">
              <a:extLst>
                <a:ext uri="{FF2B5EF4-FFF2-40B4-BE49-F238E27FC236}">
                  <a16:creationId xmlns:a16="http://schemas.microsoft.com/office/drawing/2014/main" id="{254A2F07-E7FD-8489-01F8-F3C8C7FEA733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738101"/>
              <a:ext cx="60930" cy="75616"/>
            </a:xfrm>
            <a:custGeom>
              <a:avLst/>
              <a:gdLst/>
              <a:ahLst/>
              <a:cxnLst/>
              <a:rect l="0" t="0" r="0" b="0"/>
              <a:pathLst>
                <a:path w="60930" h="75616">
                  <a:moveTo>
                    <a:pt x="60930" y="756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36" name="Candidate_receptor__2854">
              <a:extLst>
                <a:ext uri="{FF2B5EF4-FFF2-40B4-BE49-F238E27FC236}">
                  <a16:creationId xmlns:a16="http://schemas.microsoft.com/office/drawing/2014/main" id="{4F9822D4-CC5D-1551-D7EE-082461A69C92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360343"/>
              <a:ext cx="39878" cy="14807"/>
            </a:xfrm>
            <a:custGeom>
              <a:avLst/>
              <a:gdLst/>
              <a:ahLst/>
              <a:cxnLst/>
              <a:rect l="0" t="0" r="0" b="0"/>
              <a:pathLst>
                <a:path w="39878" h="14807">
                  <a:moveTo>
                    <a:pt x="39878" y="0"/>
                  </a:moveTo>
                  <a:lnTo>
                    <a:pt x="0" y="1480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37" name="Candidate_receptor__2855">
              <a:extLst>
                <a:ext uri="{FF2B5EF4-FFF2-40B4-BE49-F238E27FC236}">
                  <a16:creationId xmlns:a16="http://schemas.microsoft.com/office/drawing/2014/main" id="{BE658FD1-CCAB-4743-5E1A-CB76EFCC95D8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45987"/>
              <a:ext cx="73988" cy="59886"/>
            </a:xfrm>
            <a:custGeom>
              <a:avLst/>
              <a:gdLst/>
              <a:ahLst/>
              <a:cxnLst/>
              <a:rect l="0" t="0" r="0" b="0"/>
              <a:pathLst>
                <a:path w="73988" h="59886">
                  <a:moveTo>
                    <a:pt x="0" y="59886"/>
                  </a:moveTo>
                  <a:lnTo>
                    <a:pt x="7398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38" name="Candidate_receptor__2856">
              <a:extLst>
                <a:ext uri="{FF2B5EF4-FFF2-40B4-BE49-F238E27FC236}">
                  <a16:creationId xmlns:a16="http://schemas.microsoft.com/office/drawing/2014/main" id="{7C18C41B-657E-C8A0-1C8C-71AAA0FDE5C8}"/>
                </a:ext>
              </a:extLst>
            </p:cNvPr>
            <p:cNvSpPr>
              <a:spLocks noGrp="1"/>
            </p:cNvSpPr>
            <p:nvPr/>
          </p:nvSpPr>
          <p:spPr>
            <a:xfrm>
              <a:off x="5960110" y="3966592"/>
              <a:ext cx="66792" cy="52290"/>
            </a:xfrm>
            <a:custGeom>
              <a:avLst/>
              <a:gdLst/>
              <a:ahLst/>
              <a:cxnLst/>
              <a:rect l="0" t="0" r="0" b="0"/>
              <a:pathLst>
                <a:path w="66792" h="52290">
                  <a:moveTo>
                    <a:pt x="0" y="0"/>
                  </a:moveTo>
                  <a:lnTo>
                    <a:pt x="66792" y="5229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39" name="Candidate_receptor__2857">
              <a:extLst>
                <a:ext uri="{FF2B5EF4-FFF2-40B4-BE49-F238E27FC236}">
                  <a16:creationId xmlns:a16="http://schemas.microsoft.com/office/drawing/2014/main" id="{5F479BC5-CB80-0EC3-3083-06ED439CC3D9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181382"/>
              <a:ext cx="65845" cy="80732"/>
            </a:xfrm>
            <a:custGeom>
              <a:avLst/>
              <a:gdLst/>
              <a:ahLst/>
              <a:cxnLst/>
              <a:rect l="0" t="0" r="0" b="0"/>
              <a:pathLst>
                <a:path w="65845" h="80732">
                  <a:moveTo>
                    <a:pt x="65845" y="0"/>
                  </a:moveTo>
                  <a:lnTo>
                    <a:pt x="0" y="80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40" name="Candidate_receptor__2858">
              <a:extLst>
                <a:ext uri="{FF2B5EF4-FFF2-40B4-BE49-F238E27FC236}">
                  <a16:creationId xmlns:a16="http://schemas.microsoft.com/office/drawing/2014/main" id="{C9846F2D-5A41-D781-EB8F-6054888878BE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59773"/>
              <a:ext cx="44180" cy="56244"/>
            </a:xfrm>
            <a:custGeom>
              <a:avLst/>
              <a:gdLst/>
              <a:ahLst/>
              <a:cxnLst/>
              <a:rect l="0" t="0" r="0" b="0"/>
              <a:pathLst>
                <a:path w="44180" h="56244">
                  <a:moveTo>
                    <a:pt x="0" y="56244"/>
                  </a:moveTo>
                  <a:lnTo>
                    <a:pt x="4418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41" name="Candidate_receptor__2859">
              <a:extLst>
                <a:ext uri="{FF2B5EF4-FFF2-40B4-BE49-F238E27FC236}">
                  <a16:creationId xmlns:a16="http://schemas.microsoft.com/office/drawing/2014/main" id="{A4A25E3D-856D-47BB-062D-586F5336934E}"/>
                </a:ext>
              </a:extLst>
            </p:cNvPr>
            <p:cNvSpPr>
              <a:spLocks noGrp="1"/>
            </p:cNvSpPr>
            <p:nvPr/>
          </p:nvSpPr>
          <p:spPr>
            <a:xfrm>
              <a:off x="5596114" y="2833299"/>
              <a:ext cx="107243" cy="28067"/>
            </a:xfrm>
            <a:custGeom>
              <a:avLst/>
              <a:gdLst/>
              <a:ahLst/>
              <a:cxnLst/>
              <a:rect l="0" t="0" r="0" b="0"/>
              <a:pathLst>
                <a:path w="107243" h="28067">
                  <a:moveTo>
                    <a:pt x="107243" y="0"/>
                  </a:moveTo>
                  <a:lnTo>
                    <a:pt x="0" y="28067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42" name="Candidate_receptor__2860">
              <a:extLst>
                <a:ext uri="{FF2B5EF4-FFF2-40B4-BE49-F238E27FC236}">
                  <a16:creationId xmlns:a16="http://schemas.microsoft.com/office/drawing/2014/main" id="{E2DCF880-7CBA-0226-9630-A45F99AF5C79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26930"/>
              <a:ext cx="67094" cy="68654"/>
            </a:xfrm>
            <a:custGeom>
              <a:avLst/>
              <a:gdLst/>
              <a:ahLst/>
              <a:cxnLst/>
              <a:rect l="0" t="0" r="0" b="0"/>
              <a:pathLst>
                <a:path w="67094" h="68654">
                  <a:moveTo>
                    <a:pt x="0" y="68654"/>
                  </a:moveTo>
                  <a:lnTo>
                    <a:pt x="67094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43" name="Candidate_receptor__2861">
              <a:extLst>
                <a:ext uri="{FF2B5EF4-FFF2-40B4-BE49-F238E27FC236}">
                  <a16:creationId xmlns:a16="http://schemas.microsoft.com/office/drawing/2014/main" id="{98FA38F0-B47A-0BA5-2690-1414246F128B}"/>
                </a:ext>
              </a:extLst>
            </p:cNvPr>
            <p:cNvSpPr>
              <a:spLocks noGrp="1"/>
            </p:cNvSpPr>
            <p:nvPr/>
          </p:nvSpPr>
          <p:spPr>
            <a:xfrm>
              <a:off x="6270938" y="4181382"/>
              <a:ext cx="95188" cy="34257"/>
            </a:xfrm>
            <a:custGeom>
              <a:avLst/>
              <a:gdLst/>
              <a:ahLst/>
              <a:cxnLst/>
              <a:rect l="0" t="0" r="0" b="0"/>
              <a:pathLst>
                <a:path w="95188" h="34257">
                  <a:moveTo>
                    <a:pt x="95188" y="342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44" name="Candidate_receptor__2862">
              <a:extLst>
                <a:ext uri="{FF2B5EF4-FFF2-40B4-BE49-F238E27FC236}">
                  <a16:creationId xmlns:a16="http://schemas.microsoft.com/office/drawing/2014/main" id="{D6D4DE55-2B3B-8992-6ECC-708E3A9FD4A4}"/>
                </a:ext>
              </a:extLst>
            </p:cNvPr>
            <p:cNvSpPr>
              <a:spLocks noGrp="1"/>
            </p:cNvSpPr>
            <p:nvPr/>
          </p:nvSpPr>
          <p:spPr>
            <a:xfrm>
              <a:off x="4648482" y="2476987"/>
              <a:ext cx="4953" cy="74973"/>
            </a:xfrm>
            <a:custGeom>
              <a:avLst/>
              <a:gdLst/>
              <a:ahLst/>
              <a:cxnLst/>
              <a:rect l="0" t="0" r="0" b="0"/>
              <a:pathLst>
                <a:path w="4953" h="74973">
                  <a:moveTo>
                    <a:pt x="0" y="74973"/>
                  </a:moveTo>
                  <a:lnTo>
                    <a:pt x="4953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45" name="Candidate_receptor__2863">
              <a:extLst>
                <a:ext uri="{FF2B5EF4-FFF2-40B4-BE49-F238E27FC236}">
                  <a16:creationId xmlns:a16="http://schemas.microsoft.com/office/drawing/2014/main" id="{3965644E-7B57-6C26-7C9F-68D58B4F3701}"/>
                </a:ext>
              </a:extLst>
            </p:cNvPr>
            <p:cNvSpPr>
              <a:spLocks noGrp="1"/>
            </p:cNvSpPr>
            <p:nvPr/>
          </p:nvSpPr>
          <p:spPr>
            <a:xfrm>
              <a:off x="6258908" y="3781439"/>
              <a:ext cx="11243" cy="104967"/>
            </a:xfrm>
            <a:custGeom>
              <a:avLst/>
              <a:gdLst/>
              <a:ahLst/>
              <a:cxnLst/>
              <a:rect l="0" t="0" r="0" b="0"/>
              <a:pathLst>
                <a:path w="11243" h="104967">
                  <a:moveTo>
                    <a:pt x="11243" y="0"/>
                  </a:moveTo>
                  <a:lnTo>
                    <a:pt x="0" y="10496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46" name="Candidate_receptor__2864">
              <a:extLst>
                <a:ext uri="{FF2B5EF4-FFF2-40B4-BE49-F238E27FC236}">
                  <a16:creationId xmlns:a16="http://schemas.microsoft.com/office/drawing/2014/main" id="{36076EB7-9558-BB83-86A4-E54FF8A1BC7C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173770"/>
              <a:ext cx="85495" cy="77762"/>
            </a:xfrm>
            <a:custGeom>
              <a:avLst/>
              <a:gdLst/>
              <a:ahLst/>
              <a:cxnLst/>
              <a:rect l="0" t="0" r="0" b="0"/>
              <a:pathLst>
                <a:path w="85495" h="77762">
                  <a:moveTo>
                    <a:pt x="0" y="77762"/>
                  </a:moveTo>
                  <a:lnTo>
                    <a:pt x="8549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47" name="Candidate_receptor__2865">
              <a:extLst>
                <a:ext uri="{FF2B5EF4-FFF2-40B4-BE49-F238E27FC236}">
                  <a16:creationId xmlns:a16="http://schemas.microsoft.com/office/drawing/2014/main" id="{2B1D9E19-0887-24A7-1A5C-A21075FCB9C0}"/>
                </a:ext>
              </a:extLst>
            </p:cNvPr>
            <p:cNvSpPr>
              <a:spLocks noGrp="1"/>
            </p:cNvSpPr>
            <p:nvPr/>
          </p:nvSpPr>
          <p:spPr>
            <a:xfrm>
              <a:off x="5132445" y="2720884"/>
              <a:ext cx="110636" cy="3411"/>
            </a:xfrm>
            <a:custGeom>
              <a:avLst/>
              <a:gdLst/>
              <a:ahLst/>
              <a:cxnLst/>
              <a:rect l="0" t="0" r="0" b="0"/>
              <a:pathLst>
                <a:path w="110636" h="3411">
                  <a:moveTo>
                    <a:pt x="110636" y="0"/>
                  </a:moveTo>
                  <a:lnTo>
                    <a:pt x="0" y="341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48" name="Candidate_receptor__2866">
              <a:extLst>
                <a:ext uri="{FF2B5EF4-FFF2-40B4-BE49-F238E27FC236}">
                  <a16:creationId xmlns:a16="http://schemas.microsoft.com/office/drawing/2014/main" id="{4B57235E-B800-ECD0-8D6F-4D35AB61F703}"/>
                </a:ext>
              </a:extLst>
            </p:cNvPr>
            <p:cNvSpPr>
              <a:spLocks noGrp="1"/>
            </p:cNvSpPr>
            <p:nvPr/>
          </p:nvSpPr>
          <p:spPr>
            <a:xfrm>
              <a:off x="5703357" y="2833299"/>
              <a:ext cx="47950" cy="93632"/>
            </a:xfrm>
            <a:custGeom>
              <a:avLst/>
              <a:gdLst/>
              <a:ahLst/>
              <a:cxnLst/>
              <a:rect l="0" t="0" r="0" b="0"/>
              <a:pathLst>
                <a:path w="47950" h="93632">
                  <a:moveTo>
                    <a:pt x="47950" y="93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49" name="Candidate_receptor__2867">
              <a:extLst>
                <a:ext uri="{FF2B5EF4-FFF2-40B4-BE49-F238E27FC236}">
                  <a16:creationId xmlns:a16="http://schemas.microsoft.com/office/drawing/2014/main" id="{F24474C6-A088-E2F8-18F2-27B4D94C74A4}"/>
                </a:ext>
              </a:extLst>
            </p:cNvPr>
            <p:cNvSpPr>
              <a:spLocks noGrp="1"/>
            </p:cNvSpPr>
            <p:nvPr/>
          </p:nvSpPr>
          <p:spPr>
            <a:xfrm>
              <a:off x="5875366" y="3182285"/>
              <a:ext cx="344" cy="67855"/>
            </a:xfrm>
            <a:custGeom>
              <a:avLst/>
              <a:gdLst/>
              <a:ahLst/>
              <a:cxnLst/>
              <a:rect l="0" t="0" r="0" b="0"/>
              <a:pathLst>
                <a:path w="344" h="67855">
                  <a:moveTo>
                    <a:pt x="344" y="678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50" name="Candidate_receptor__2868">
              <a:extLst>
                <a:ext uri="{FF2B5EF4-FFF2-40B4-BE49-F238E27FC236}">
                  <a16:creationId xmlns:a16="http://schemas.microsoft.com/office/drawing/2014/main" id="{678A8728-82AC-833F-E861-967769940145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791105"/>
              <a:ext cx="70448" cy="375"/>
            </a:xfrm>
            <a:custGeom>
              <a:avLst/>
              <a:gdLst/>
              <a:ahLst/>
              <a:cxnLst/>
              <a:rect l="0" t="0" r="0" b="0"/>
              <a:pathLst>
                <a:path w="70448" h="375">
                  <a:moveTo>
                    <a:pt x="70448" y="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51" name="Candidate_receptor__2869">
              <a:extLst>
                <a:ext uri="{FF2B5EF4-FFF2-40B4-BE49-F238E27FC236}">
                  <a16:creationId xmlns:a16="http://schemas.microsoft.com/office/drawing/2014/main" id="{3A80A2F7-75A1-4297-91BB-5C28CE42BC26}"/>
                </a:ext>
              </a:extLst>
            </p:cNvPr>
            <p:cNvSpPr>
              <a:spLocks noGrp="1"/>
            </p:cNvSpPr>
            <p:nvPr/>
          </p:nvSpPr>
          <p:spPr>
            <a:xfrm>
              <a:off x="5818889" y="4370195"/>
              <a:ext cx="30298" cy="89578"/>
            </a:xfrm>
            <a:custGeom>
              <a:avLst/>
              <a:gdLst/>
              <a:ahLst/>
              <a:cxnLst/>
              <a:rect l="0" t="0" r="0" b="0"/>
              <a:pathLst>
                <a:path w="30298" h="89578">
                  <a:moveTo>
                    <a:pt x="0" y="89578"/>
                  </a:moveTo>
                  <a:lnTo>
                    <a:pt x="3029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52" name="Candidate_receptor__2870">
              <a:extLst>
                <a:ext uri="{FF2B5EF4-FFF2-40B4-BE49-F238E27FC236}">
                  <a16:creationId xmlns:a16="http://schemas.microsoft.com/office/drawing/2014/main" id="{473A6A94-6E80-C14A-3387-457EF3EE0C7E}"/>
                </a:ext>
              </a:extLst>
            </p:cNvPr>
            <p:cNvSpPr>
              <a:spLocks noGrp="1"/>
            </p:cNvSpPr>
            <p:nvPr/>
          </p:nvSpPr>
          <p:spPr>
            <a:xfrm>
              <a:off x="6348368" y="4215640"/>
              <a:ext cx="17758" cy="108348"/>
            </a:xfrm>
            <a:custGeom>
              <a:avLst/>
              <a:gdLst/>
              <a:ahLst/>
              <a:cxnLst/>
              <a:rect l="0" t="0" r="0" b="0"/>
              <a:pathLst>
                <a:path w="17758" h="108348">
                  <a:moveTo>
                    <a:pt x="0" y="108348"/>
                  </a:moveTo>
                  <a:lnTo>
                    <a:pt x="1775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53" name="Candidate_receptor__2871">
              <a:extLst>
                <a:ext uri="{FF2B5EF4-FFF2-40B4-BE49-F238E27FC236}">
                  <a16:creationId xmlns:a16="http://schemas.microsoft.com/office/drawing/2014/main" id="{D4463F71-1193-9FDE-3AAD-ACC01403A78A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48852"/>
              <a:ext cx="30451" cy="82732"/>
            </a:xfrm>
            <a:custGeom>
              <a:avLst/>
              <a:gdLst/>
              <a:ahLst/>
              <a:cxnLst/>
              <a:rect l="0" t="0" r="0" b="0"/>
              <a:pathLst>
                <a:path w="30451" h="82732">
                  <a:moveTo>
                    <a:pt x="30451" y="0"/>
                  </a:moveTo>
                  <a:lnTo>
                    <a:pt x="0" y="82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54" name="Candidate_receptor__2872">
              <a:extLst>
                <a:ext uri="{FF2B5EF4-FFF2-40B4-BE49-F238E27FC236}">
                  <a16:creationId xmlns:a16="http://schemas.microsoft.com/office/drawing/2014/main" id="{B4F940E8-B2D8-BE52-6BDA-0396EA3ACEAA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9791"/>
              <a:ext cx="2093" cy="4765"/>
            </a:xfrm>
            <a:custGeom>
              <a:avLst/>
              <a:gdLst/>
              <a:ahLst/>
              <a:cxnLst/>
              <a:rect l="0" t="0" r="0" b="0"/>
              <a:pathLst>
                <a:path w="2093" h="4765">
                  <a:moveTo>
                    <a:pt x="0" y="0"/>
                  </a:moveTo>
                  <a:lnTo>
                    <a:pt x="2093" y="476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55" name="Candidate_receptor__2873">
              <a:extLst>
                <a:ext uri="{FF2B5EF4-FFF2-40B4-BE49-F238E27FC236}">
                  <a16:creationId xmlns:a16="http://schemas.microsoft.com/office/drawing/2014/main" id="{0749961D-6F83-F359-8B91-1E6016AD3ACD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1012"/>
              <a:ext cx="110029" cy="21387"/>
            </a:xfrm>
            <a:custGeom>
              <a:avLst/>
              <a:gdLst/>
              <a:ahLst/>
              <a:cxnLst/>
              <a:rect l="0" t="0" r="0" b="0"/>
              <a:pathLst>
                <a:path w="110029" h="21387">
                  <a:moveTo>
                    <a:pt x="110029" y="0"/>
                  </a:moveTo>
                  <a:lnTo>
                    <a:pt x="0" y="2138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56" name="Candidate_receptor__2874">
              <a:extLst>
                <a:ext uri="{FF2B5EF4-FFF2-40B4-BE49-F238E27FC236}">
                  <a16:creationId xmlns:a16="http://schemas.microsoft.com/office/drawing/2014/main" id="{FDE94060-84F0-B00C-6FDF-7E9C3A97EC5E}"/>
                </a:ext>
              </a:extLst>
            </p:cNvPr>
            <p:cNvSpPr>
              <a:spLocks noGrp="1"/>
            </p:cNvSpPr>
            <p:nvPr/>
          </p:nvSpPr>
          <p:spPr>
            <a:xfrm>
              <a:off x="5875267" y="3487622"/>
              <a:ext cx="104136" cy="39284"/>
            </a:xfrm>
            <a:custGeom>
              <a:avLst/>
              <a:gdLst/>
              <a:ahLst/>
              <a:cxnLst/>
              <a:rect l="0" t="0" r="0" b="0"/>
              <a:pathLst>
                <a:path w="104136" h="39284">
                  <a:moveTo>
                    <a:pt x="0" y="0"/>
                  </a:moveTo>
                  <a:lnTo>
                    <a:pt x="104136" y="39284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57" name="Candidate_receptor__2875">
              <a:extLst>
                <a:ext uri="{FF2B5EF4-FFF2-40B4-BE49-F238E27FC236}">
                  <a16:creationId xmlns:a16="http://schemas.microsoft.com/office/drawing/2014/main" id="{6E9ABC55-7A45-CD4C-296B-77EC02FE1BED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541652"/>
              <a:ext cx="49773" cy="13100"/>
            </a:xfrm>
            <a:custGeom>
              <a:avLst/>
              <a:gdLst/>
              <a:ahLst/>
              <a:cxnLst/>
              <a:rect l="0" t="0" r="0" b="0"/>
              <a:pathLst>
                <a:path w="49773" h="13100">
                  <a:moveTo>
                    <a:pt x="49773" y="0"/>
                  </a:moveTo>
                  <a:lnTo>
                    <a:pt x="0" y="1310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58" name="Candidate_receptor__2876">
              <a:extLst>
                <a:ext uri="{FF2B5EF4-FFF2-40B4-BE49-F238E27FC236}">
                  <a16:creationId xmlns:a16="http://schemas.microsoft.com/office/drawing/2014/main" id="{D803447E-FF00-3BDA-007C-F1C79AE04636}"/>
                </a:ext>
              </a:extLst>
            </p:cNvPr>
            <p:cNvSpPr>
              <a:spLocks noGrp="1"/>
            </p:cNvSpPr>
            <p:nvPr/>
          </p:nvSpPr>
          <p:spPr>
            <a:xfrm>
              <a:off x="4742977" y="4601445"/>
              <a:ext cx="532" cy="21371"/>
            </a:xfrm>
            <a:custGeom>
              <a:avLst/>
              <a:gdLst/>
              <a:ahLst/>
              <a:cxnLst/>
              <a:rect l="0" t="0" r="0" b="0"/>
              <a:pathLst>
                <a:path w="532" h="21371">
                  <a:moveTo>
                    <a:pt x="0" y="0"/>
                  </a:moveTo>
                  <a:lnTo>
                    <a:pt x="532" y="2137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59" name="Candidate_receptor__2877">
              <a:extLst>
                <a:ext uri="{FF2B5EF4-FFF2-40B4-BE49-F238E27FC236}">
                  <a16:creationId xmlns:a16="http://schemas.microsoft.com/office/drawing/2014/main" id="{0977FFC6-8172-D3CD-69C0-250AA2982FFD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36357"/>
              <a:ext cx="3124" cy="37752"/>
            </a:xfrm>
            <a:custGeom>
              <a:avLst/>
              <a:gdLst/>
              <a:ahLst/>
              <a:cxnLst/>
              <a:rect l="0" t="0" r="0" b="0"/>
              <a:pathLst>
                <a:path w="3124" h="37752">
                  <a:moveTo>
                    <a:pt x="3124" y="0"/>
                  </a:moveTo>
                  <a:lnTo>
                    <a:pt x="0" y="3775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60" name="Candidate_receptor__2878">
              <a:extLst>
                <a:ext uri="{FF2B5EF4-FFF2-40B4-BE49-F238E27FC236}">
                  <a16:creationId xmlns:a16="http://schemas.microsoft.com/office/drawing/2014/main" id="{AE2D22E2-214B-DA29-17BA-EDE1E45B6941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387915"/>
              <a:ext cx="72090" cy="61958"/>
            </a:xfrm>
            <a:custGeom>
              <a:avLst/>
              <a:gdLst/>
              <a:ahLst/>
              <a:cxnLst/>
              <a:rect l="0" t="0" r="0" b="0"/>
              <a:pathLst>
                <a:path w="72090" h="61958">
                  <a:moveTo>
                    <a:pt x="0" y="61958"/>
                  </a:moveTo>
                  <a:lnTo>
                    <a:pt x="7209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61" name="Candidate_receptor__2879">
              <a:extLst>
                <a:ext uri="{FF2B5EF4-FFF2-40B4-BE49-F238E27FC236}">
                  <a16:creationId xmlns:a16="http://schemas.microsoft.com/office/drawing/2014/main" id="{4DBD9961-4072-03C2-8B9F-4A09B6BE6623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78221"/>
              <a:ext cx="53426" cy="42331"/>
            </a:xfrm>
            <a:custGeom>
              <a:avLst/>
              <a:gdLst/>
              <a:ahLst/>
              <a:cxnLst/>
              <a:rect l="0" t="0" r="0" b="0"/>
              <a:pathLst>
                <a:path w="53426" h="42331">
                  <a:moveTo>
                    <a:pt x="0" y="42331"/>
                  </a:moveTo>
                  <a:lnTo>
                    <a:pt x="53426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62" name="Candidate_receptor__2880">
              <a:extLst>
                <a:ext uri="{FF2B5EF4-FFF2-40B4-BE49-F238E27FC236}">
                  <a16:creationId xmlns:a16="http://schemas.microsoft.com/office/drawing/2014/main" id="{FA36AF83-8C92-973D-A3BF-7B002C6DE162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198431"/>
              <a:ext cx="48378" cy="47344"/>
            </a:xfrm>
            <a:custGeom>
              <a:avLst/>
              <a:gdLst/>
              <a:ahLst/>
              <a:cxnLst/>
              <a:rect l="0" t="0" r="0" b="0"/>
              <a:pathLst>
                <a:path w="48378" h="47344">
                  <a:moveTo>
                    <a:pt x="0" y="47344"/>
                  </a:moveTo>
                  <a:lnTo>
                    <a:pt x="4837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63" name="Candidate_receptor__2881">
              <a:extLst>
                <a:ext uri="{FF2B5EF4-FFF2-40B4-BE49-F238E27FC236}">
                  <a16:creationId xmlns:a16="http://schemas.microsoft.com/office/drawing/2014/main" id="{3E0945BA-13D0-F7F1-809A-1D0EAE867318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880305"/>
              <a:ext cx="13343" cy="100398"/>
            </a:xfrm>
            <a:custGeom>
              <a:avLst/>
              <a:gdLst/>
              <a:ahLst/>
              <a:cxnLst/>
              <a:rect l="0" t="0" r="0" b="0"/>
              <a:pathLst>
                <a:path w="13343" h="100398">
                  <a:moveTo>
                    <a:pt x="13343" y="1003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64" name="Candidate_receptor__2882">
              <a:extLst>
                <a:ext uri="{FF2B5EF4-FFF2-40B4-BE49-F238E27FC236}">
                  <a16:creationId xmlns:a16="http://schemas.microsoft.com/office/drawing/2014/main" id="{3468D4AE-BB9B-1BD5-7835-F7800F5D4F50}"/>
                </a:ext>
              </a:extLst>
            </p:cNvPr>
            <p:cNvSpPr>
              <a:spLocks noGrp="1"/>
            </p:cNvSpPr>
            <p:nvPr/>
          </p:nvSpPr>
          <p:spPr>
            <a:xfrm>
              <a:off x="5058790" y="5173770"/>
              <a:ext cx="72345" cy="75082"/>
            </a:xfrm>
            <a:custGeom>
              <a:avLst/>
              <a:gdLst/>
              <a:ahLst/>
              <a:cxnLst/>
              <a:rect l="0" t="0" r="0" b="0"/>
              <a:pathLst>
                <a:path w="72345" h="75082">
                  <a:moveTo>
                    <a:pt x="0" y="0"/>
                  </a:moveTo>
                  <a:lnTo>
                    <a:pt x="72345" y="7508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65" name="Candidate_receptor__2883">
              <a:extLst>
                <a:ext uri="{FF2B5EF4-FFF2-40B4-BE49-F238E27FC236}">
                  <a16:creationId xmlns:a16="http://schemas.microsoft.com/office/drawing/2014/main" id="{E384E96C-105A-BD97-5E72-2510B9ADF6DF}"/>
                </a:ext>
              </a:extLst>
            </p:cNvPr>
            <p:cNvSpPr>
              <a:spLocks noGrp="1"/>
            </p:cNvSpPr>
            <p:nvPr/>
          </p:nvSpPr>
          <p:spPr>
            <a:xfrm>
              <a:off x="6125739" y="4586578"/>
              <a:ext cx="109325" cy="31572"/>
            </a:xfrm>
            <a:custGeom>
              <a:avLst/>
              <a:gdLst/>
              <a:ahLst/>
              <a:cxnLst/>
              <a:rect l="0" t="0" r="0" b="0"/>
              <a:pathLst>
                <a:path w="109325" h="31572">
                  <a:moveTo>
                    <a:pt x="0" y="31572"/>
                  </a:moveTo>
                  <a:lnTo>
                    <a:pt x="10932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66" name="Candidate_receptor__2884">
              <a:extLst>
                <a:ext uri="{FF2B5EF4-FFF2-40B4-BE49-F238E27FC236}">
                  <a16:creationId xmlns:a16="http://schemas.microsoft.com/office/drawing/2014/main" id="{8AF79CCE-5920-DF58-8A67-FFFE4AF9821C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91396"/>
              <a:ext cx="68653" cy="44395"/>
            </a:xfrm>
            <a:custGeom>
              <a:avLst/>
              <a:gdLst/>
              <a:ahLst/>
              <a:cxnLst/>
              <a:rect l="0" t="0" r="0" b="0"/>
              <a:pathLst>
                <a:path w="68653" h="44395">
                  <a:moveTo>
                    <a:pt x="68653" y="4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67" name="Candidate_receptor__2885">
              <a:extLst>
                <a:ext uri="{FF2B5EF4-FFF2-40B4-BE49-F238E27FC236}">
                  <a16:creationId xmlns:a16="http://schemas.microsoft.com/office/drawing/2014/main" id="{BF96A999-0474-6D4F-49D5-EBF25B341472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835302"/>
              <a:ext cx="112192" cy="6821"/>
            </a:xfrm>
            <a:custGeom>
              <a:avLst/>
              <a:gdLst/>
              <a:ahLst/>
              <a:cxnLst/>
              <a:rect l="0" t="0" r="0" b="0"/>
              <a:pathLst>
                <a:path w="112192" h="6821">
                  <a:moveTo>
                    <a:pt x="112192" y="68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68" name="Candidate_receptor__2886">
              <a:extLst>
                <a:ext uri="{FF2B5EF4-FFF2-40B4-BE49-F238E27FC236}">
                  <a16:creationId xmlns:a16="http://schemas.microsoft.com/office/drawing/2014/main" id="{5B6AFEBC-663C-3CD2-6AAE-AA3D53086013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161557"/>
              <a:ext cx="69350" cy="91198"/>
            </a:xfrm>
            <a:custGeom>
              <a:avLst/>
              <a:gdLst/>
              <a:ahLst/>
              <a:cxnLst/>
              <a:rect l="0" t="0" r="0" b="0"/>
              <a:pathLst>
                <a:path w="69350" h="91198">
                  <a:moveTo>
                    <a:pt x="0" y="0"/>
                  </a:moveTo>
                  <a:lnTo>
                    <a:pt x="69350" y="91198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69" name="Candidate_receptor__2887">
              <a:extLst>
                <a:ext uri="{FF2B5EF4-FFF2-40B4-BE49-F238E27FC236}">
                  <a16:creationId xmlns:a16="http://schemas.microsoft.com/office/drawing/2014/main" id="{3F515E69-D819-C7B6-4182-0D2778601B22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596121"/>
              <a:ext cx="48357" cy="77882"/>
            </a:xfrm>
            <a:custGeom>
              <a:avLst/>
              <a:gdLst/>
              <a:ahLst/>
              <a:cxnLst/>
              <a:rect l="0" t="0" r="0" b="0"/>
              <a:pathLst>
                <a:path w="48357" h="77882">
                  <a:moveTo>
                    <a:pt x="48357" y="0"/>
                  </a:moveTo>
                  <a:lnTo>
                    <a:pt x="0" y="7788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70" name="Candidate_receptor__2888">
              <a:extLst>
                <a:ext uri="{FF2B5EF4-FFF2-40B4-BE49-F238E27FC236}">
                  <a16:creationId xmlns:a16="http://schemas.microsoft.com/office/drawing/2014/main" id="{ABE73439-CCD5-EE5D-01DD-3FB8FC10C2EA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018881"/>
              <a:ext cx="68477" cy="92126"/>
            </a:xfrm>
            <a:custGeom>
              <a:avLst/>
              <a:gdLst/>
              <a:ahLst/>
              <a:cxnLst/>
              <a:rect l="0" t="0" r="0" b="0"/>
              <a:pathLst>
                <a:path w="68477" h="92126">
                  <a:moveTo>
                    <a:pt x="68477" y="0"/>
                  </a:moveTo>
                  <a:lnTo>
                    <a:pt x="0" y="92126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71" name="Candidate_receptor__2889">
              <a:extLst>
                <a:ext uri="{FF2B5EF4-FFF2-40B4-BE49-F238E27FC236}">
                  <a16:creationId xmlns:a16="http://schemas.microsoft.com/office/drawing/2014/main" id="{79C1DD9B-ABA0-7CE7-21E7-F5D7657F50C3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464"/>
              <a:ext cx="98939" cy="22206"/>
            </a:xfrm>
            <a:custGeom>
              <a:avLst/>
              <a:gdLst/>
              <a:ahLst/>
              <a:cxnLst/>
              <a:rect l="0" t="0" r="0" b="0"/>
              <a:pathLst>
                <a:path w="98939" h="22206">
                  <a:moveTo>
                    <a:pt x="98939" y="0"/>
                  </a:moveTo>
                  <a:lnTo>
                    <a:pt x="0" y="222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72" name="Candidate_receptor__2890">
              <a:extLst>
                <a:ext uri="{FF2B5EF4-FFF2-40B4-BE49-F238E27FC236}">
                  <a16:creationId xmlns:a16="http://schemas.microsoft.com/office/drawing/2014/main" id="{1CAB3355-F1E2-60BA-AF43-AFD9A723235E}"/>
                </a:ext>
              </a:extLst>
            </p:cNvPr>
            <p:cNvSpPr>
              <a:spLocks noGrp="1"/>
            </p:cNvSpPr>
            <p:nvPr/>
          </p:nvSpPr>
          <p:spPr>
            <a:xfrm>
              <a:off x="5806855" y="3862527"/>
              <a:ext cx="108375" cy="11779"/>
            </a:xfrm>
            <a:custGeom>
              <a:avLst/>
              <a:gdLst/>
              <a:ahLst/>
              <a:cxnLst/>
              <a:rect l="0" t="0" r="0" b="0"/>
              <a:pathLst>
                <a:path w="108375" h="11779">
                  <a:moveTo>
                    <a:pt x="0" y="11779"/>
                  </a:moveTo>
                  <a:lnTo>
                    <a:pt x="108375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73" name="Candidate_receptor__2891">
              <a:extLst>
                <a:ext uri="{FF2B5EF4-FFF2-40B4-BE49-F238E27FC236}">
                  <a16:creationId xmlns:a16="http://schemas.microsoft.com/office/drawing/2014/main" id="{DAAA796F-3209-8598-7D8D-B5FC4D39E286}"/>
                </a:ext>
              </a:extLst>
            </p:cNvPr>
            <p:cNvSpPr>
              <a:spLocks noGrp="1"/>
            </p:cNvSpPr>
            <p:nvPr/>
          </p:nvSpPr>
          <p:spPr>
            <a:xfrm>
              <a:off x="5559467" y="3495179"/>
              <a:ext cx="26604" cy="87601"/>
            </a:xfrm>
            <a:custGeom>
              <a:avLst/>
              <a:gdLst/>
              <a:ahLst/>
              <a:cxnLst/>
              <a:rect l="0" t="0" r="0" b="0"/>
              <a:pathLst>
                <a:path w="26604" h="87601">
                  <a:moveTo>
                    <a:pt x="26604" y="87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74" name="Candidate_receptor__2892">
              <a:extLst>
                <a:ext uri="{FF2B5EF4-FFF2-40B4-BE49-F238E27FC236}">
                  <a16:creationId xmlns:a16="http://schemas.microsoft.com/office/drawing/2014/main" id="{979F5010-D1A9-15DE-44E8-FA49E1ACA0C4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538483"/>
              <a:ext cx="51976" cy="87655"/>
            </a:xfrm>
            <a:custGeom>
              <a:avLst/>
              <a:gdLst/>
              <a:ahLst/>
              <a:cxnLst/>
              <a:rect l="0" t="0" r="0" b="0"/>
              <a:pathLst>
                <a:path w="51976" h="87655">
                  <a:moveTo>
                    <a:pt x="0" y="87655"/>
                  </a:moveTo>
                  <a:lnTo>
                    <a:pt x="51976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75" name="Candidate_receptor__2893">
              <a:extLst>
                <a:ext uri="{FF2B5EF4-FFF2-40B4-BE49-F238E27FC236}">
                  <a16:creationId xmlns:a16="http://schemas.microsoft.com/office/drawing/2014/main" id="{6E099980-36DC-731E-4C0F-2C6339821B1F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07664"/>
              <a:ext cx="72154" cy="83405"/>
            </a:xfrm>
            <a:custGeom>
              <a:avLst/>
              <a:gdLst/>
              <a:ahLst/>
              <a:cxnLst/>
              <a:rect l="0" t="0" r="0" b="0"/>
              <a:pathLst>
                <a:path w="72154" h="83405">
                  <a:moveTo>
                    <a:pt x="0" y="83405"/>
                  </a:moveTo>
                  <a:lnTo>
                    <a:pt x="7215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76" name="Candidate_receptor__2894">
              <a:extLst>
                <a:ext uri="{FF2B5EF4-FFF2-40B4-BE49-F238E27FC236}">
                  <a16:creationId xmlns:a16="http://schemas.microsoft.com/office/drawing/2014/main" id="{B77B7725-71B7-B1AA-1DEB-E8EB8D4ED3E0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76295"/>
              <a:ext cx="114233" cy="5435"/>
            </a:xfrm>
            <a:custGeom>
              <a:avLst/>
              <a:gdLst/>
              <a:ahLst/>
              <a:cxnLst/>
              <a:rect l="0" t="0" r="0" b="0"/>
              <a:pathLst>
                <a:path w="114233" h="5435">
                  <a:moveTo>
                    <a:pt x="114233" y="54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77" name="Candidate_receptor__2895">
              <a:extLst>
                <a:ext uri="{FF2B5EF4-FFF2-40B4-BE49-F238E27FC236}">
                  <a16:creationId xmlns:a16="http://schemas.microsoft.com/office/drawing/2014/main" id="{B34E49ED-D25B-F2A4-49D2-C4714737C523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371922"/>
              <a:ext cx="107906" cy="36136"/>
            </a:xfrm>
            <a:custGeom>
              <a:avLst/>
              <a:gdLst/>
              <a:ahLst/>
              <a:cxnLst/>
              <a:rect l="0" t="0" r="0" b="0"/>
              <a:pathLst>
                <a:path w="107906" h="36136">
                  <a:moveTo>
                    <a:pt x="107906" y="0"/>
                  </a:moveTo>
                  <a:lnTo>
                    <a:pt x="0" y="361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78" name="Candidate_receptor__2896">
              <a:extLst>
                <a:ext uri="{FF2B5EF4-FFF2-40B4-BE49-F238E27FC236}">
                  <a16:creationId xmlns:a16="http://schemas.microsoft.com/office/drawing/2014/main" id="{499C76DC-14F9-D949-24E6-043F2AFE81E9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626138"/>
              <a:ext cx="25671" cy="94900"/>
            </a:xfrm>
            <a:custGeom>
              <a:avLst/>
              <a:gdLst/>
              <a:ahLst/>
              <a:cxnLst/>
              <a:rect l="0" t="0" r="0" b="0"/>
              <a:pathLst>
                <a:path w="25671" h="94900">
                  <a:moveTo>
                    <a:pt x="25671" y="949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79" name="Candidate_receptor__2897">
              <a:extLst>
                <a:ext uri="{FF2B5EF4-FFF2-40B4-BE49-F238E27FC236}">
                  <a16:creationId xmlns:a16="http://schemas.microsoft.com/office/drawing/2014/main" id="{025F5123-5F5A-38A8-75C4-714D9B98C660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8601"/>
              <a:ext cx="1044" cy="50628"/>
            </a:xfrm>
            <a:custGeom>
              <a:avLst/>
              <a:gdLst/>
              <a:ahLst/>
              <a:cxnLst/>
              <a:rect l="0" t="0" r="0" b="0"/>
              <a:pathLst>
                <a:path w="1044" h="50628">
                  <a:moveTo>
                    <a:pt x="0" y="50628"/>
                  </a:moveTo>
                  <a:lnTo>
                    <a:pt x="1044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80" name="Candidate_receptor__2898">
              <a:extLst>
                <a:ext uri="{FF2B5EF4-FFF2-40B4-BE49-F238E27FC236}">
                  <a16:creationId xmlns:a16="http://schemas.microsoft.com/office/drawing/2014/main" id="{04E16D16-5321-43AF-EFEC-D5EE1FB23E07}"/>
                </a:ext>
              </a:extLst>
            </p:cNvPr>
            <p:cNvSpPr>
              <a:spLocks noGrp="1"/>
            </p:cNvSpPr>
            <p:nvPr/>
          </p:nvSpPr>
          <p:spPr>
            <a:xfrm>
              <a:off x="4847453" y="2097241"/>
              <a:ext cx="18348" cy="103702"/>
            </a:xfrm>
            <a:custGeom>
              <a:avLst/>
              <a:gdLst/>
              <a:ahLst/>
              <a:cxnLst/>
              <a:rect l="0" t="0" r="0" b="0"/>
              <a:pathLst>
                <a:path w="18348" h="103702">
                  <a:moveTo>
                    <a:pt x="18348" y="0"/>
                  </a:moveTo>
                  <a:lnTo>
                    <a:pt x="0" y="1037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81" name="Candidate_receptor__2899">
              <a:extLst>
                <a:ext uri="{FF2B5EF4-FFF2-40B4-BE49-F238E27FC236}">
                  <a16:creationId xmlns:a16="http://schemas.microsoft.com/office/drawing/2014/main" id="{B373D7B8-2CA3-2AC0-DA6E-4B1D87241D78}"/>
                </a:ext>
              </a:extLst>
            </p:cNvPr>
            <p:cNvSpPr>
              <a:spLocks noGrp="1"/>
            </p:cNvSpPr>
            <p:nvPr/>
          </p:nvSpPr>
          <p:spPr>
            <a:xfrm>
              <a:off x="4428045" y="3496639"/>
              <a:ext cx="33409" cy="99482"/>
            </a:xfrm>
            <a:custGeom>
              <a:avLst/>
              <a:gdLst/>
              <a:ahLst/>
              <a:cxnLst/>
              <a:rect l="0" t="0" r="0" b="0"/>
              <a:pathLst>
                <a:path w="33409" h="99482">
                  <a:moveTo>
                    <a:pt x="0" y="0"/>
                  </a:moveTo>
                  <a:lnTo>
                    <a:pt x="33409" y="9948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82" name="Candidate_receptor__2900">
              <a:extLst>
                <a:ext uri="{FF2B5EF4-FFF2-40B4-BE49-F238E27FC236}">
                  <a16:creationId xmlns:a16="http://schemas.microsoft.com/office/drawing/2014/main" id="{F0A3F009-25B9-6D61-710C-BE97745DA514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103134" cy="20938"/>
            </a:xfrm>
            <a:custGeom>
              <a:avLst/>
              <a:gdLst/>
              <a:ahLst/>
              <a:cxnLst/>
              <a:rect l="0" t="0" r="0" b="0"/>
              <a:pathLst>
                <a:path w="103134" h="20938">
                  <a:moveTo>
                    <a:pt x="0" y="0"/>
                  </a:moveTo>
                  <a:lnTo>
                    <a:pt x="103134" y="209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83" name="Candidate_receptor__2901">
              <a:extLst>
                <a:ext uri="{FF2B5EF4-FFF2-40B4-BE49-F238E27FC236}">
                  <a16:creationId xmlns:a16="http://schemas.microsoft.com/office/drawing/2014/main" id="{824C80CC-96EF-EF9A-1262-67AD3FCA307A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66000"/>
              <a:ext cx="747" cy="22933"/>
            </a:xfrm>
            <a:custGeom>
              <a:avLst/>
              <a:gdLst/>
              <a:ahLst/>
              <a:cxnLst/>
              <a:rect l="0" t="0" r="0" b="0"/>
              <a:pathLst>
                <a:path w="747" h="22933">
                  <a:moveTo>
                    <a:pt x="0" y="22933"/>
                  </a:moveTo>
                  <a:lnTo>
                    <a:pt x="74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84" name="Candidate_receptor__2902">
              <a:extLst>
                <a:ext uri="{FF2B5EF4-FFF2-40B4-BE49-F238E27FC236}">
                  <a16:creationId xmlns:a16="http://schemas.microsoft.com/office/drawing/2014/main" id="{3A1AAFE5-DE1E-242C-523A-D979A67A3879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790859"/>
              <a:ext cx="68339" cy="89446"/>
            </a:xfrm>
            <a:custGeom>
              <a:avLst/>
              <a:gdLst/>
              <a:ahLst/>
              <a:cxnLst/>
              <a:rect l="0" t="0" r="0" b="0"/>
              <a:pathLst>
                <a:path w="68339" h="89446">
                  <a:moveTo>
                    <a:pt x="0" y="89446"/>
                  </a:moveTo>
                  <a:lnTo>
                    <a:pt x="6833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85" name="Candidate_receptor__2903">
              <a:extLst>
                <a:ext uri="{FF2B5EF4-FFF2-40B4-BE49-F238E27FC236}">
                  <a16:creationId xmlns:a16="http://schemas.microsoft.com/office/drawing/2014/main" id="{5C6C1EDB-64A5-B507-750D-F60030FD5AC8}"/>
                </a:ext>
              </a:extLst>
            </p:cNvPr>
            <p:cNvSpPr>
              <a:spLocks noGrp="1"/>
            </p:cNvSpPr>
            <p:nvPr/>
          </p:nvSpPr>
          <p:spPr>
            <a:xfrm>
              <a:off x="5191880" y="3725435"/>
              <a:ext cx="61343" cy="88283"/>
            </a:xfrm>
            <a:custGeom>
              <a:avLst/>
              <a:gdLst/>
              <a:ahLst/>
              <a:cxnLst/>
              <a:rect l="0" t="0" r="0" b="0"/>
              <a:pathLst>
                <a:path w="61343" h="88283">
                  <a:moveTo>
                    <a:pt x="61343" y="0"/>
                  </a:moveTo>
                  <a:lnTo>
                    <a:pt x="0" y="8828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86" name="Candidate_receptor__2904">
              <a:extLst>
                <a:ext uri="{FF2B5EF4-FFF2-40B4-BE49-F238E27FC236}">
                  <a16:creationId xmlns:a16="http://schemas.microsoft.com/office/drawing/2014/main" id="{52CD0AF0-C501-0DDA-42AE-A692F8B401B4}"/>
                </a:ext>
              </a:extLst>
            </p:cNvPr>
            <p:cNvSpPr>
              <a:spLocks noGrp="1"/>
            </p:cNvSpPr>
            <p:nvPr/>
          </p:nvSpPr>
          <p:spPr>
            <a:xfrm>
              <a:off x="6563911" y="4411464"/>
              <a:ext cx="59952" cy="67566"/>
            </a:xfrm>
            <a:custGeom>
              <a:avLst/>
              <a:gdLst/>
              <a:ahLst/>
              <a:cxnLst/>
              <a:rect l="0" t="0" r="0" b="0"/>
              <a:pathLst>
                <a:path w="59952" h="67566">
                  <a:moveTo>
                    <a:pt x="59952" y="67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87" name="Candidate_receptor__2905">
              <a:extLst>
                <a:ext uri="{FF2B5EF4-FFF2-40B4-BE49-F238E27FC236}">
                  <a16:creationId xmlns:a16="http://schemas.microsoft.com/office/drawing/2014/main" id="{25EDE315-9295-376E-E9B1-94E95A3137F4}"/>
                </a:ext>
              </a:extLst>
            </p:cNvPr>
            <p:cNvSpPr>
              <a:spLocks noGrp="1"/>
            </p:cNvSpPr>
            <p:nvPr/>
          </p:nvSpPr>
          <p:spPr>
            <a:xfrm>
              <a:off x="5738716" y="4221012"/>
              <a:ext cx="31270" cy="71331"/>
            </a:xfrm>
            <a:custGeom>
              <a:avLst/>
              <a:gdLst/>
              <a:ahLst/>
              <a:cxnLst/>
              <a:rect l="0" t="0" r="0" b="0"/>
              <a:pathLst>
                <a:path w="31270" h="71331">
                  <a:moveTo>
                    <a:pt x="31270" y="71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88" name="Candidate_receptor__2906">
              <a:extLst>
                <a:ext uri="{FF2B5EF4-FFF2-40B4-BE49-F238E27FC236}">
                  <a16:creationId xmlns:a16="http://schemas.microsoft.com/office/drawing/2014/main" id="{5A5DFAFC-633C-0776-5675-1CF41E4F27E3}"/>
                </a:ext>
              </a:extLst>
            </p:cNvPr>
            <p:cNvSpPr>
              <a:spLocks noGrp="1"/>
            </p:cNvSpPr>
            <p:nvPr/>
          </p:nvSpPr>
          <p:spPr>
            <a:xfrm>
              <a:off x="5659460" y="2420072"/>
              <a:ext cx="27724" cy="105457"/>
            </a:xfrm>
            <a:custGeom>
              <a:avLst/>
              <a:gdLst/>
              <a:ahLst/>
              <a:cxnLst/>
              <a:rect l="0" t="0" r="0" b="0"/>
              <a:pathLst>
                <a:path w="27724" h="105457">
                  <a:moveTo>
                    <a:pt x="0" y="0"/>
                  </a:moveTo>
                  <a:lnTo>
                    <a:pt x="27724" y="105457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89" name="Candidate_receptor__2907">
              <a:extLst>
                <a:ext uri="{FF2B5EF4-FFF2-40B4-BE49-F238E27FC236}">
                  <a16:creationId xmlns:a16="http://schemas.microsoft.com/office/drawing/2014/main" id="{A492CAF1-371D-403F-741E-B664A4D0FF53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092887"/>
              <a:ext cx="110142" cy="25368"/>
            </a:xfrm>
            <a:custGeom>
              <a:avLst/>
              <a:gdLst/>
              <a:ahLst/>
              <a:cxnLst/>
              <a:rect l="0" t="0" r="0" b="0"/>
              <a:pathLst>
                <a:path w="110142" h="25368">
                  <a:moveTo>
                    <a:pt x="110142" y="0"/>
                  </a:moveTo>
                  <a:lnTo>
                    <a:pt x="0" y="2536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90" name="Candidate_receptor__2908">
              <a:extLst>
                <a:ext uri="{FF2B5EF4-FFF2-40B4-BE49-F238E27FC236}">
                  <a16:creationId xmlns:a16="http://schemas.microsoft.com/office/drawing/2014/main" id="{F7241B06-72B1-B20D-396F-16D0FDBBDAE1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28519"/>
              <a:ext cx="72851" cy="59496"/>
            </a:xfrm>
            <a:custGeom>
              <a:avLst/>
              <a:gdLst/>
              <a:ahLst/>
              <a:cxnLst/>
              <a:rect l="0" t="0" r="0" b="0"/>
              <a:pathLst>
                <a:path w="72851" h="59496">
                  <a:moveTo>
                    <a:pt x="0" y="59496"/>
                  </a:moveTo>
                  <a:lnTo>
                    <a:pt x="7285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91" name="Candidate_receptor__2909">
              <a:extLst>
                <a:ext uri="{FF2B5EF4-FFF2-40B4-BE49-F238E27FC236}">
                  <a16:creationId xmlns:a16="http://schemas.microsoft.com/office/drawing/2014/main" id="{8BA0BBAE-0F03-7FE7-66F3-328EF64DBFE8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359648"/>
              <a:ext cx="88466" cy="60424"/>
            </a:xfrm>
            <a:custGeom>
              <a:avLst/>
              <a:gdLst/>
              <a:ahLst/>
              <a:cxnLst/>
              <a:rect l="0" t="0" r="0" b="0"/>
              <a:pathLst>
                <a:path w="88466" h="60424">
                  <a:moveTo>
                    <a:pt x="0" y="0"/>
                  </a:moveTo>
                  <a:lnTo>
                    <a:pt x="88466" y="6042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92" name="Candidate_receptor__2910">
              <a:extLst>
                <a:ext uri="{FF2B5EF4-FFF2-40B4-BE49-F238E27FC236}">
                  <a16:creationId xmlns:a16="http://schemas.microsoft.com/office/drawing/2014/main" id="{25C39CD9-AB65-53AD-EF97-4DED196BFBA5}"/>
                </a:ext>
              </a:extLst>
            </p:cNvPr>
            <p:cNvSpPr>
              <a:spLocks noGrp="1"/>
            </p:cNvSpPr>
            <p:nvPr/>
          </p:nvSpPr>
          <p:spPr>
            <a:xfrm>
              <a:off x="4749958" y="2200942"/>
              <a:ext cx="97495" cy="14018"/>
            </a:xfrm>
            <a:custGeom>
              <a:avLst/>
              <a:gdLst/>
              <a:ahLst/>
              <a:cxnLst/>
              <a:rect l="0" t="0" r="0" b="0"/>
              <a:pathLst>
                <a:path w="97495" h="14018">
                  <a:moveTo>
                    <a:pt x="97495" y="0"/>
                  </a:moveTo>
                  <a:lnTo>
                    <a:pt x="0" y="1401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93" name="Candidate_receptor__2911">
              <a:extLst>
                <a:ext uri="{FF2B5EF4-FFF2-40B4-BE49-F238E27FC236}">
                  <a16:creationId xmlns:a16="http://schemas.microsoft.com/office/drawing/2014/main" id="{11A24F7A-C0B7-3732-2054-1B5DE69480CD}"/>
                </a:ext>
              </a:extLst>
            </p:cNvPr>
            <p:cNvSpPr>
              <a:spLocks noGrp="1"/>
            </p:cNvSpPr>
            <p:nvPr/>
          </p:nvSpPr>
          <p:spPr>
            <a:xfrm>
              <a:off x="4549821" y="3825927"/>
              <a:ext cx="93431" cy="19978"/>
            </a:xfrm>
            <a:custGeom>
              <a:avLst/>
              <a:gdLst/>
              <a:ahLst/>
              <a:cxnLst/>
              <a:rect l="0" t="0" r="0" b="0"/>
              <a:pathLst>
                <a:path w="93431" h="19978">
                  <a:moveTo>
                    <a:pt x="0" y="0"/>
                  </a:moveTo>
                  <a:lnTo>
                    <a:pt x="93431" y="1997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94" name="Candidate_receptor__2912">
              <a:extLst>
                <a:ext uri="{FF2B5EF4-FFF2-40B4-BE49-F238E27FC236}">
                  <a16:creationId xmlns:a16="http://schemas.microsoft.com/office/drawing/2014/main" id="{A36119AA-C0CA-2EA8-1A7B-926CE22D73D4}"/>
                </a:ext>
              </a:extLst>
            </p:cNvPr>
            <p:cNvSpPr>
              <a:spLocks noGrp="1"/>
            </p:cNvSpPr>
            <p:nvPr/>
          </p:nvSpPr>
          <p:spPr>
            <a:xfrm>
              <a:off x="4982379" y="3952939"/>
              <a:ext cx="108200" cy="34879"/>
            </a:xfrm>
            <a:custGeom>
              <a:avLst/>
              <a:gdLst/>
              <a:ahLst/>
              <a:cxnLst/>
              <a:rect l="0" t="0" r="0" b="0"/>
              <a:pathLst>
                <a:path w="108200" h="34879">
                  <a:moveTo>
                    <a:pt x="108200" y="0"/>
                  </a:moveTo>
                  <a:lnTo>
                    <a:pt x="0" y="3487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95" name="Candidate_receptor__2913">
              <a:extLst>
                <a:ext uri="{FF2B5EF4-FFF2-40B4-BE49-F238E27FC236}">
                  <a16:creationId xmlns:a16="http://schemas.microsoft.com/office/drawing/2014/main" id="{FD1048F7-2A5E-5EB9-F34D-8623AF144CFE}"/>
                </a:ext>
              </a:extLst>
            </p:cNvPr>
            <p:cNvSpPr>
              <a:spLocks noGrp="1"/>
            </p:cNvSpPr>
            <p:nvPr/>
          </p:nvSpPr>
          <p:spPr>
            <a:xfrm>
              <a:off x="4512099" y="3742992"/>
              <a:ext cx="37722" cy="82935"/>
            </a:xfrm>
            <a:custGeom>
              <a:avLst/>
              <a:gdLst/>
              <a:ahLst/>
              <a:cxnLst/>
              <a:rect l="0" t="0" r="0" b="0"/>
              <a:pathLst>
                <a:path w="37722" h="82935">
                  <a:moveTo>
                    <a:pt x="0" y="0"/>
                  </a:moveTo>
                  <a:lnTo>
                    <a:pt x="37722" y="8293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96" name="Candidate_receptor__2914">
              <a:extLst>
                <a:ext uri="{FF2B5EF4-FFF2-40B4-BE49-F238E27FC236}">
                  <a16:creationId xmlns:a16="http://schemas.microsoft.com/office/drawing/2014/main" id="{CAA717BD-2130-C23C-FA48-DA2DB9397EAE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7814"/>
              <a:ext cx="39572" cy="47455"/>
            </a:xfrm>
            <a:custGeom>
              <a:avLst/>
              <a:gdLst/>
              <a:ahLst/>
              <a:cxnLst/>
              <a:rect l="0" t="0" r="0" b="0"/>
              <a:pathLst>
                <a:path w="39572" h="47455">
                  <a:moveTo>
                    <a:pt x="39572" y="474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97" name="Candidate_receptor__2915">
              <a:extLst>
                <a:ext uri="{FF2B5EF4-FFF2-40B4-BE49-F238E27FC236}">
                  <a16:creationId xmlns:a16="http://schemas.microsoft.com/office/drawing/2014/main" id="{13FAB70C-F113-6319-2C5B-FA188E7C7B4F}"/>
                </a:ext>
              </a:extLst>
            </p:cNvPr>
            <p:cNvSpPr>
              <a:spLocks noGrp="1"/>
            </p:cNvSpPr>
            <p:nvPr/>
          </p:nvSpPr>
          <p:spPr>
            <a:xfrm>
              <a:off x="5518950" y="3092887"/>
              <a:ext cx="31569" cy="105544"/>
            </a:xfrm>
            <a:custGeom>
              <a:avLst/>
              <a:gdLst/>
              <a:ahLst/>
              <a:cxnLst/>
              <a:rect l="0" t="0" r="0" b="0"/>
              <a:pathLst>
                <a:path w="31569" h="105544">
                  <a:moveTo>
                    <a:pt x="31569" y="1055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98" name="Candidate_receptor__2916">
              <a:extLst>
                <a:ext uri="{FF2B5EF4-FFF2-40B4-BE49-F238E27FC236}">
                  <a16:creationId xmlns:a16="http://schemas.microsoft.com/office/drawing/2014/main" id="{906D2734-C294-0FE8-8E30-D6A59D853718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76987"/>
              <a:ext cx="112618" cy="17192"/>
            </a:xfrm>
            <a:custGeom>
              <a:avLst/>
              <a:gdLst/>
              <a:ahLst/>
              <a:cxnLst/>
              <a:rect l="0" t="0" r="0" b="0"/>
              <a:pathLst>
                <a:path w="112618" h="17192">
                  <a:moveTo>
                    <a:pt x="112618" y="0"/>
                  </a:moveTo>
                  <a:lnTo>
                    <a:pt x="0" y="1719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99" name="Candidate_receptor__2917">
              <a:extLst>
                <a:ext uri="{FF2B5EF4-FFF2-40B4-BE49-F238E27FC236}">
                  <a16:creationId xmlns:a16="http://schemas.microsoft.com/office/drawing/2014/main" id="{816EFD26-9714-8D6A-BBCF-577EF7F2B3D4}"/>
                </a:ext>
              </a:extLst>
            </p:cNvPr>
            <p:cNvSpPr>
              <a:spLocks noGrp="1"/>
            </p:cNvSpPr>
            <p:nvPr/>
          </p:nvSpPr>
          <p:spPr>
            <a:xfrm>
              <a:off x="5536250" y="2803925"/>
              <a:ext cx="59864" cy="57440"/>
            </a:xfrm>
            <a:custGeom>
              <a:avLst/>
              <a:gdLst/>
              <a:ahLst/>
              <a:cxnLst/>
              <a:rect l="0" t="0" r="0" b="0"/>
              <a:pathLst>
                <a:path w="59864" h="57440">
                  <a:moveTo>
                    <a:pt x="59864" y="574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00" name="Candidate_receptor__2918">
              <a:extLst>
                <a:ext uri="{FF2B5EF4-FFF2-40B4-BE49-F238E27FC236}">
                  <a16:creationId xmlns:a16="http://schemas.microsoft.com/office/drawing/2014/main" id="{12B79324-E224-4282-8103-A156A85E4F8C}"/>
                </a:ext>
              </a:extLst>
            </p:cNvPr>
            <p:cNvSpPr>
              <a:spLocks noGrp="1"/>
            </p:cNvSpPr>
            <p:nvPr/>
          </p:nvSpPr>
          <p:spPr>
            <a:xfrm>
              <a:off x="4865802" y="2096230"/>
              <a:ext cx="113972" cy="1011"/>
            </a:xfrm>
            <a:custGeom>
              <a:avLst/>
              <a:gdLst/>
              <a:ahLst/>
              <a:cxnLst/>
              <a:rect l="0" t="0" r="0" b="0"/>
              <a:pathLst>
                <a:path w="113972" h="1011">
                  <a:moveTo>
                    <a:pt x="113972" y="0"/>
                  </a:moveTo>
                  <a:lnTo>
                    <a:pt x="0" y="101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01" name="Candidate_receptor__2919">
              <a:extLst>
                <a:ext uri="{FF2B5EF4-FFF2-40B4-BE49-F238E27FC236}">
                  <a16:creationId xmlns:a16="http://schemas.microsoft.com/office/drawing/2014/main" id="{59296665-61CB-446B-5FFE-B25E4A696373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097568"/>
              <a:ext cx="66345" cy="63989"/>
            </a:xfrm>
            <a:custGeom>
              <a:avLst/>
              <a:gdLst/>
              <a:ahLst/>
              <a:cxnLst/>
              <a:rect l="0" t="0" r="0" b="0"/>
              <a:pathLst>
                <a:path w="66345" h="63989">
                  <a:moveTo>
                    <a:pt x="66345" y="0"/>
                  </a:moveTo>
                  <a:lnTo>
                    <a:pt x="0" y="6398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02" name="Candidate_receptor__2920">
              <a:extLst>
                <a:ext uri="{FF2B5EF4-FFF2-40B4-BE49-F238E27FC236}">
                  <a16:creationId xmlns:a16="http://schemas.microsoft.com/office/drawing/2014/main" id="{FF39FA8E-8124-6D53-39BA-67BE30C27C4B}"/>
                </a:ext>
              </a:extLst>
            </p:cNvPr>
            <p:cNvSpPr>
              <a:spLocks noGrp="1"/>
            </p:cNvSpPr>
            <p:nvPr/>
          </p:nvSpPr>
          <p:spPr>
            <a:xfrm>
              <a:off x="5162872" y="2842547"/>
              <a:ext cx="42510" cy="26660"/>
            </a:xfrm>
            <a:custGeom>
              <a:avLst/>
              <a:gdLst/>
              <a:ahLst/>
              <a:cxnLst/>
              <a:rect l="0" t="0" r="0" b="0"/>
              <a:pathLst>
                <a:path w="42510" h="26660">
                  <a:moveTo>
                    <a:pt x="42510" y="266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03" name="Candidate_receptor__2921">
              <a:extLst>
                <a:ext uri="{FF2B5EF4-FFF2-40B4-BE49-F238E27FC236}">
                  <a16:creationId xmlns:a16="http://schemas.microsoft.com/office/drawing/2014/main" id="{0C0C9C8B-C6A3-9DB6-F1D1-36F885A568EC}"/>
                </a:ext>
              </a:extLst>
            </p:cNvPr>
            <p:cNvSpPr>
              <a:spLocks noGrp="1"/>
            </p:cNvSpPr>
            <p:nvPr/>
          </p:nvSpPr>
          <p:spPr>
            <a:xfrm>
              <a:off x="5757141" y="2696519"/>
              <a:ext cx="48250" cy="72150"/>
            </a:xfrm>
            <a:custGeom>
              <a:avLst/>
              <a:gdLst/>
              <a:ahLst/>
              <a:cxnLst/>
              <a:rect l="0" t="0" r="0" b="0"/>
              <a:pathLst>
                <a:path w="48250" h="72150">
                  <a:moveTo>
                    <a:pt x="0" y="0"/>
                  </a:moveTo>
                  <a:lnTo>
                    <a:pt x="48250" y="7215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04" name="Candidate_receptor__2922">
              <a:extLst>
                <a:ext uri="{FF2B5EF4-FFF2-40B4-BE49-F238E27FC236}">
                  <a16:creationId xmlns:a16="http://schemas.microsoft.com/office/drawing/2014/main" id="{16E14576-E33D-85D5-4123-1DA73E4E297B}"/>
                </a:ext>
              </a:extLst>
            </p:cNvPr>
            <p:cNvSpPr>
              <a:spLocks noGrp="1"/>
            </p:cNvSpPr>
            <p:nvPr/>
          </p:nvSpPr>
          <p:spPr>
            <a:xfrm>
              <a:off x="5704916" y="3492476"/>
              <a:ext cx="21557" cy="17633"/>
            </a:xfrm>
            <a:custGeom>
              <a:avLst/>
              <a:gdLst/>
              <a:ahLst/>
              <a:cxnLst/>
              <a:rect l="0" t="0" r="0" b="0"/>
              <a:pathLst>
                <a:path w="21557" h="17633">
                  <a:moveTo>
                    <a:pt x="0" y="17633"/>
                  </a:moveTo>
                  <a:lnTo>
                    <a:pt x="21557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05" name="Candidate_receptor__2923">
              <a:extLst>
                <a:ext uri="{FF2B5EF4-FFF2-40B4-BE49-F238E27FC236}">
                  <a16:creationId xmlns:a16="http://schemas.microsoft.com/office/drawing/2014/main" id="{4432603A-46DC-20CA-7EAD-E5BC36E338B1}"/>
                </a:ext>
              </a:extLst>
            </p:cNvPr>
            <p:cNvSpPr>
              <a:spLocks noGrp="1"/>
            </p:cNvSpPr>
            <p:nvPr/>
          </p:nvSpPr>
          <p:spPr>
            <a:xfrm>
              <a:off x="4678223" y="2133746"/>
              <a:ext cx="71735" cy="81215"/>
            </a:xfrm>
            <a:custGeom>
              <a:avLst/>
              <a:gdLst/>
              <a:ahLst/>
              <a:cxnLst/>
              <a:rect l="0" t="0" r="0" b="0"/>
              <a:pathLst>
                <a:path w="71735" h="81215">
                  <a:moveTo>
                    <a:pt x="71735" y="81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06" name="Candidate_receptor__2924">
              <a:extLst>
                <a:ext uri="{FF2B5EF4-FFF2-40B4-BE49-F238E27FC236}">
                  <a16:creationId xmlns:a16="http://schemas.microsoft.com/office/drawing/2014/main" id="{4CD3D4EE-52AF-20B1-D281-886996E474FF}"/>
                </a:ext>
              </a:extLst>
            </p:cNvPr>
            <p:cNvSpPr>
              <a:spLocks noGrp="1"/>
            </p:cNvSpPr>
            <p:nvPr/>
          </p:nvSpPr>
          <p:spPr>
            <a:xfrm>
              <a:off x="5077233" y="4371922"/>
              <a:ext cx="40253" cy="106299"/>
            </a:xfrm>
            <a:custGeom>
              <a:avLst/>
              <a:gdLst/>
              <a:ahLst/>
              <a:cxnLst/>
              <a:rect l="0" t="0" r="0" b="0"/>
              <a:pathLst>
                <a:path w="40253" h="106299">
                  <a:moveTo>
                    <a:pt x="40253" y="1062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07" name="Candidate_receptor__2925">
              <a:extLst>
                <a:ext uri="{FF2B5EF4-FFF2-40B4-BE49-F238E27FC236}">
                  <a16:creationId xmlns:a16="http://schemas.microsoft.com/office/drawing/2014/main" id="{6F1C4187-271B-D61E-CFF3-4A770C8C60BC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88015"/>
              <a:ext cx="39632" cy="99803"/>
            </a:xfrm>
            <a:custGeom>
              <a:avLst/>
              <a:gdLst/>
              <a:ahLst/>
              <a:cxnLst/>
              <a:rect l="0" t="0" r="0" b="0"/>
              <a:pathLst>
                <a:path w="39632" h="99803">
                  <a:moveTo>
                    <a:pt x="39632" y="99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08" name="Candidate_receptor__2926">
              <a:extLst>
                <a:ext uri="{FF2B5EF4-FFF2-40B4-BE49-F238E27FC236}">
                  <a16:creationId xmlns:a16="http://schemas.microsoft.com/office/drawing/2014/main" id="{2DB88DC9-57ED-3683-A1D5-9AEE9CD7D1B9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251532"/>
              <a:ext cx="24462" cy="22288"/>
            </a:xfrm>
            <a:custGeom>
              <a:avLst/>
              <a:gdLst/>
              <a:ahLst/>
              <a:cxnLst/>
              <a:rect l="0" t="0" r="0" b="0"/>
              <a:pathLst>
                <a:path w="24462" h="22288">
                  <a:moveTo>
                    <a:pt x="24462" y="22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09" name="Candidate_receptor__2927">
              <a:extLst>
                <a:ext uri="{FF2B5EF4-FFF2-40B4-BE49-F238E27FC236}">
                  <a16:creationId xmlns:a16="http://schemas.microsoft.com/office/drawing/2014/main" id="{BD44B7A1-5AC4-BD09-005E-0018E8BA6F6D}"/>
                </a:ext>
              </a:extLst>
            </p:cNvPr>
            <p:cNvSpPr>
              <a:spLocks noGrp="1"/>
            </p:cNvSpPr>
            <p:nvPr/>
          </p:nvSpPr>
          <p:spPr>
            <a:xfrm>
              <a:off x="4950962" y="2412891"/>
              <a:ext cx="99550" cy="50815"/>
            </a:xfrm>
            <a:custGeom>
              <a:avLst/>
              <a:gdLst/>
              <a:ahLst/>
              <a:cxnLst/>
              <a:rect l="0" t="0" r="0" b="0"/>
              <a:pathLst>
                <a:path w="99550" h="50815">
                  <a:moveTo>
                    <a:pt x="0" y="50815"/>
                  </a:moveTo>
                  <a:lnTo>
                    <a:pt x="9955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10" name="Candidate_receptor__2928">
              <a:extLst>
                <a:ext uri="{FF2B5EF4-FFF2-40B4-BE49-F238E27FC236}">
                  <a16:creationId xmlns:a16="http://schemas.microsoft.com/office/drawing/2014/main" id="{FE872312-F490-6AA2-6EBE-DCECF6065268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4515"/>
              <a:ext cx="49527" cy="36742"/>
            </a:xfrm>
            <a:custGeom>
              <a:avLst/>
              <a:gdLst/>
              <a:ahLst/>
              <a:cxnLst/>
              <a:rect l="0" t="0" r="0" b="0"/>
              <a:pathLst>
                <a:path w="49527" h="36742">
                  <a:moveTo>
                    <a:pt x="49527" y="0"/>
                  </a:moveTo>
                  <a:lnTo>
                    <a:pt x="0" y="3674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11" name="Candidate_receptor__2929">
              <a:extLst>
                <a:ext uri="{FF2B5EF4-FFF2-40B4-BE49-F238E27FC236}">
                  <a16:creationId xmlns:a16="http://schemas.microsoft.com/office/drawing/2014/main" id="{94A7A286-88A9-B1DA-0960-C50B9757DED2}"/>
                </a:ext>
              </a:extLst>
            </p:cNvPr>
            <p:cNvSpPr>
              <a:spLocks noGrp="1"/>
            </p:cNvSpPr>
            <p:nvPr/>
          </p:nvSpPr>
          <p:spPr>
            <a:xfrm>
              <a:off x="5576178" y="1842123"/>
              <a:ext cx="43291" cy="45382"/>
            </a:xfrm>
            <a:custGeom>
              <a:avLst/>
              <a:gdLst/>
              <a:ahLst/>
              <a:cxnLst/>
              <a:rect l="0" t="0" r="0" b="0"/>
              <a:pathLst>
                <a:path w="43291" h="45382">
                  <a:moveTo>
                    <a:pt x="43291" y="453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12" name="Candidate_receptor__2930">
              <a:extLst>
                <a:ext uri="{FF2B5EF4-FFF2-40B4-BE49-F238E27FC236}">
                  <a16:creationId xmlns:a16="http://schemas.microsoft.com/office/drawing/2014/main" id="{1B723FD4-6E26-ED85-1A09-132AAFDF2CCF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680669"/>
              <a:ext cx="52700" cy="68344"/>
            </a:xfrm>
            <a:custGeom>
              <a:avLst/>
              <a:gdLst/>
              <a:ahLst/>
              <a:cxnLst/>
              <a:rect l="0" t="0" r="0" b="0"/>
              <a:pathLst>
                <a:path w="52700" h="68344">
                  <a:moveTo>
                    <a:pt x="52700" y="0"/>
                  </a:moveTo>
                  <a:lnTo>
                    <a:pt x="0" y="6834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13" name="Candidate_receptor__2931">
              <a:extLst>
                <a:ext uri="{FF2B5EF4-FFF2-40B4-BE49-F238E27FC236}">
                  <a16:creationId xmlns:a16="http://schemas.microsoft.com/office/drawing/2014/main" id="{34896AE7-2CC0-6F72-37CA-EFA0AF6875AF}"/>
                </a:ext>
              </a:extLst>
            </p:cNvPr>
            <p:cNvSpPr>
              <a:spLocks noGrp="1"/>
            </p:cNvSpPr>
            <p:nvPr/>
          </p:nvSpPr>
          <p:spPr>
            <a:xfrm>
              <a:off x="5050512" y="2412891"/>
              <a:ext cx="72189" cy="83225"/>
            </a:xfrm>
            <a:custGeom>
              <a:avLst/>
              <a:gdLst/>
              <a:ahLst/>
              <a:cxnLst/>
              <a:rect l="0" t="0" r="0" b="0"/>
              <a:pathLst>
                <a:path w="72189" h="83225">
                  <a:moveTo>
                    <a:pt x="0" y="0"/>
                  </a:moveTo>
                  <a:lnTo>
                    <a:pt x="72189" y="8322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14" name="Candidate_receptor__2932">
              <a:extLst>
                <a:ext uri="{FF2B5EF4-FFF2-40B4-BE49-F238E27FC236}">
                  <a16:creationId xmlns:a16="http://schemas.microsoft.com/office/drawing/2014/main" id="{C4DB289B-BA24-44E5-033E-2B39963C21E1}"/>
                </a:ext>
              </a:extLst>
            </p:cNvPr>
            <p:cNvSpPr>
              <a:spLocks noGrp="1"/>
            </p:cNvSpPr>
            <p:nvPr/>
          </p:nvSpPr>
          <p:spPr>
            <a:xfrm>
              <a:off x="4621873" y="4721038"/>
              <a:ext cx="82745" cy="79190"/>
            </a:xfrm>
            <a:custGeom>
              <a:avLst/>
              <a:gdLst/>
              <a:ahLst/>
              <a:cxnLst/>
              <a:rect l="0" t="0" r="0" b="0"/>
              <a:pathLst>
                <a:path w="82745" h="79190">
                  <a:moveTo>
                    <a:pt x="82745" y="791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15" name="Candidate_receptor__2933">
              <a:extLst>
                <a:ext uri="{FF2B5EF4-FFF2-40B4-BE49-F238E27FC236}">
                  <a16:creationId xmlns:a16="http://schemas.microsoft.com/office/drawing/2014/main" id="{643847CB-6590-E9A5-A1ED-01D8903C1624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678401"/>
              <a:ext cx="93083" cy="39292"/>
            </a:xfrm>
            <a:custGeom>
              <a:avLst/>
              <a:gdLst/>
              <a:ahLst/>
              <a:cxnLst/>
              <a:rect l="0" t="0" r="0" b="0"/>
              <a:pathLst>
                <a:path w="93083" h="39292">
                  <a:moveTo>
                    <a:pt x="0" y="39292"/>
                  </a:moveTo>
                  <a:lnTo>
                    <a:pt x="9308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16" name="Candidate_receptor__2934">
              <a:extLst>
                <a:ext uri="{FF2B5EF4-FFF2-40B4-BE49-F238E27FC236}">
                  <a16:creationId xmlns:a16="http://schemas.microsoft.com/office/drawing/2014/main" id="{7391783B-5504-35BE-6A63-1B84145EDA88}"/>
                </a:ext>
              </a:extLst>
            </p:cNvPr>
            <p:cNvSpPr>
              <a:spLocks noGrp="1"/>
            </p:cNvSpPr>
            <p:nvPr/>
          </p:nvSpPr>
          <p:spPr>
            <a:xfrm>
              <a:off x="5473014" y="1685568"/>
              <a:ext cx="87469" cy="32841"/>
            </a:xfrm>
            <a:custGeom>
              <a:avLst/>
              <a:gdLst/>
              <a:ahLst/>
              <a:cxnLst/>
              <a:rect l="0" t="0" r="0" b="0"/>
              <a:pathLst>
                <a:path w="87469" h="32841">
                  <a:moveTo>
                    <a:pt x="87469" y="32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17" name="Candidate_receptor__2935">
              <a:extLst>
                <a:ext uri="{FF2B5EF4-FFF2-40B4-BE49-F238E27FC236}">
                  <a16:creationId xmlns:a16="http://schemas.microsoft.com/office/drawing/2014/main" id="{A63F6837-B5B2-DE8D-F452-E20D17285243}"/>
                </a:ext>
              </a:extLst>
            </p:cNvPr>
            <p:cNvSpPr>
              <a:spLocks noGrp="1"/>
            </p:cNvSpPr>
            <p:nvPr/>
          </p:nvSpPr>
          <p:spPr>
            <a:xfrm>
              <a:off x="4580854" y="2097568"/>
              <a:ext cx="97369" cy="36178"/>
            </a:xfrm>
            <a:custGeom>
              <a:avLst/>
              <a:gdLst/>
              <a:ahLst/>
              <a:cxnLst/>
              <a:rect l="0" t="0" r="0" b="0"/>
              <a:pathLst>
                <a:path w="97369" h="36178">
                  <a:moveTo>
                    <a:pt x="97369" y="361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18" name="Candidate_receptor__2936">
              <a:extLst>
                <a:ext uri="{FF2B5EF4-FFF2-40B4-BE49-F238E27FC236}">
                  <a16:creationId xmlns:a16="http://schemas.microsoft.com/office/drawing/2014/main" id="{733F1EED-6C83-066E-7B1C-B55E3174CADC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292343"/>
              <a:ext cx="68830" cy="82807"/>
            </a:xfrm>
            <a:custGeom>
              <a:avLst/>
              <a:gdLst/>
              <a:ahLst/>
              <a:cxnLst/>
              <a:rect l="0" t="0" r="0" b="0"/>
              <a:pathLst>
                <a:path w="68830" h="82807">
                  <a:moveTo>
                    <a:pt x="0" y="82807"/>
                  </a:moveTo>
                  <a:lnTo>
                    <a:pt x="6883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19" name="Candidate_receptor__2937">
              <a:extLst>
                <a:ext uri="{FF2B5EF4-FFF2-40B4-BE49-F238E27FC236}">
                  <a16:creationId xmlns:a16="http://schemas.microsoft.com/office/drawing/2014/main" id="{97A237AC-A6A2-C3D0-E425-71E576A5E246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94179"/>
              <a:ext cx="15587" cy="113606"/>
            </a:xfrm>
            <a:custGeom>
              <a:avLst/>
              <a:gdLst/>
              <a:ahLst/>
              <a:cxnLst/>
              <a:rect l="0" t="0" r="0" b="0"/>
              <a:pathLst>
                <a:path w="15587" h="113606">
                  <a:moveTo>
                    <a:pt x="0" y="0"/>
                  </a:moveTo>
                  <a:lnTo>
                    <a:pt x="15587" y="1136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20" name="Candidate_receptor__2938">
              <a:extLst>
                <a:ext uri="{FF2B5EF4-FFF2-40B4-BE49-F238E27FC236}">
                  <a16:creationId xmlns:a16="http://schemas.microsoft.com/office/drawing/2014/main" id="{A27C4FD5-7402-8F5F-A2C5-E103761494DC}"/>
                </a:ext>
              </a:extLst>
            </p:cNvPr>
            <p:cNvSpPr>
              <a:spLocks noGrp="1"/>
            </p:cNvSpPr>
            <p:nvPr/>
          </p:nvSpPr>
          <p:spPr>
            <a:xfrm>
              <a:off x="6235063" y="4586578"/>
              <a:ext cx="14606" cy="94090"/>
            </a:xfrm>
            <a:custGeom>
              <a:avLst/>
              <a:gdLst/>
              <a:ahLst/>
              <a:cxnLst/>
              <a:rect l="0" t="0" r="0" b="0"/>
              <a:pathLst>
                <a:path w="14606" h="94090">
                  <a:moveTo>
                    <a:pt x="0" y="0"/>
                  </a:moveTo>
                  <a:lnTo>
                    <a:pt x="14606" y="9409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21" name="Candidate_receptor__2939">
              <a:extLst>
                <a:ext uri="{FF2B5EF4-FFF2-40B4-BE49-F238E27FC236}">
                  <a16:creationId xmlns:a16="http://schemas.microsoft.com/office/drawing/2014/main" id="{8E2A9439-1C18-D218-D0F0-1E63F660830F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45266"/>
              <a:ext cx="24801" cy="108630"/>
            </a:xfrm>
            <a:custGeom>
              <a:avLst/>
              <a:gdLst/>
              <a:ahLst/>
              <a:cxnLst/>
              <a:rect l="0" t="0" r="0" b="0"/>
              <a:pathLst>
                <a:path w="24801" h="108630">
                  <a:moveTo>
                    <a:pt x="0" y="0"/>
                  </a:moveTo>
                  <a:lnTo>
                    <a:pt x="24801" y="10863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22" name="Candidate_receptor__2940">
              <a:extLst>
                <a:ext uri="{FF2B5EF4-FFF2-40B4-BE49-F238E27FC236}">
                  <a16:creationId xmlns:a16="http://schemas.microsoft.com/office/drawing/2014/main" id="{4106EE8C-00D2-DC84-FC8E-47AF5E00A238}"/>
                </a:ext>
              </a:extLst>
            </p:cNvPr>
            <p:cNvSpPr>
              <a:spLocks noGrp="1"/>
            </p:cNvSpPr>
            <p:nvPr/>
          </p:nvSpPr>
          <p:spPr>
            <a:xfrm>
              <a:off x="4998508" y="2791481"/>
              <a:ext cx="59950" cy="92340"/>
            </a:xfrm>
            <a:custGeom>
              <a:avLst/>
              <a:gdLst/>
              <a:ahLst/>
              <a:cxnLst/>
              <a:rect l="0" t="0" r="0" b="0"/>
              <a:pathLst>
                <a:path w="59950" h="92340">
                  <a:moveTo>
                    <a:pt x="59950" y="923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23" name="Candidate_receptor__2941">
              <a:extLst>
                <a:ext uri="{FF2B5EF4-FFF2-40B4-BE49-F238E27FC236}">
                  <a16:creationId xmlns:a16="http://schemas.microsoft.com/office/drawing/2014/main" id="{DD0E453A-007F-2645-304D-3D98730F7F99}"/>
                </a:ext>
              </a:extLst>
            </p:cNvPr>
            <p:cNvSpPr>
              <a:spLocks noGrp="1"/>
            </p:cNvSpPr>
            <p:nvPr/>
          </p:nvSpPr>
          <p:spPr>
            <a:xfrm>
              <a:off x="5763582" y="3874306"/>
              <a:ext cx="43273" cy="22080"/>
            </a:xfrm>
            <a:custGeom>
              <a:avLst/>
              <a:gdLst/>
              <a:ahLst/>
              <a:cxnLst/>
              <a:rect l="0" t="0" r="0" b="0"/>
              <a:pathLst>
                <a:path w="43273" h="22080">
                  <a:moveTo>
                    <a:pt x="0" y="22080"/>
                  </a:moveTo>
                  <a:lnTo>
                    <a:pt x="4327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24" name="Candidate_receptor__2942">
              <a:extLst>
                <a:ext uri="{FF2B5EF4-FFF2-40B4-BE49-F238E27FC236}">
                  <a16:creationId xmlns:a16="http://schemas.microsoft.com/office/drawing/2014/main" id="{399591E1-5209-F02F-A836-8112BAFE283B}"/>
                </a:ext>
              </a:extLst>
            </p:cNvPr>
            <p:cNvSpPr>
              <a:spLocks noGrp="1"/>
            </p:cNvSpPr>
            <p:nvPr/>
          </p:nvSpPr>
          <p:spPr>
            <a:xfrm>
              <a:off x="4648178" y="4538483"/>
              <a:ext cx="94799" cy="62962"/>
            </a:xfrm>
            <a:custGeom>
              <a:avLst/>
              <a:gdLst/>
              <a:ahLst/>
              <a:cxnLst/>
              <a:rect l="0" t="0" r="0" b="0"/>
              <a:pathLst>
                <a:path w="94799" h="62962">
                  <a:moveTo>
                    <a:pt x="0" y="0"/>
                  </a:moveTo>
                  <a:lnTo>
                    <a:pt x="94799" y="6296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25" name="Candidate_receptor__2943">
              <a:extLst>
                <a:ext uri="{FF2B5EF4-FFF2-40B4-BE49-F238E27FC236}">
                  <a16:creationId xmlns:a16="http://schemas.microsoft.com/office/drawing/2014/main" id="{A3C5EE5D-9A8C-17BF-8C3F-6DA8DB13B2B1}"/>
                </a:ext>
              </a:extLst>
            </p:cNvPr>
            <p:cNvSpPr>
              <a:spLocks noGrp="1"/>
            </p:cNvSpPr>
            <p:nvPr/>
          </p:nvSpPr>
          <p:spPr>
            <a:xfrm>
              <a:off x="5418662" y="3381731"/>
              <a:ext cx="24353" cy="71486"/>
            </a:xfrm>
            <a:custGeom>
              <a:avLst/>
              <a:gdLst/>
              <a:ahLst/>
              <a:cxnLst/>
              <a:rect l="0" t="0" r="0" b="0"/>
              <a:pathLst>
                <a:path w="24353" h="71486">
                  <a:moveTo>
                    <a:pt x="24353" y="71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26" name="Candidate_receptor__2944">
              <a:extLst>
                <a:ext uri="{FF2B5EF4-FFF2-40B4-BE49-F238E27FC236}">
                  <a16:creationId xmlns:a16="http://schemas.microsoft.com/office/drawing/2014/main" id="{D2946955-0D09-3748-CFCB-B04A65B9CB8E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449873"/>
              <a:ext cx="86528" cy="69094"/>
            </a:xfrm>
            <a:custGeom>
              <a:avLst/>
              <a:gdLst/>
              <a:ahLst/>
              <a:cxnLst/>
              <a:rect l="0" t="0" r="0" b="0"/>
              <a:pathLst>
                <a:path w="86528" h="69094">
                  <a:moveTo>
                    <a:pt x="86528" y="690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27" name="Candidate_receptor__2945">
              <a:extLst>
                <a:ext uri="{FF2B5EF4-FFF2-40B4-BE49-F238E27FC236}">
                  <a16:creationId xmlns:a16="http://schemas.microsoft.com/office/drawing/2014/main" id="{825D41C4-2F1A-6228-B559-F02604669A1A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618151"/>
              <a:ext cx="22546" cy="13419"/>
            </a:xfrm>
            <a:custGeom>
              <a:avLst/>
              <a:gdLst/>
              <a:ahLst/>
              <a:cxnLst/>
              <a:rect l="0" t="0" r="0" b="0"/>
              <a:pathLst>
                <a:path w="22546" h="13419">
                  <a:moveTo>
                    <a:pt x="0" y="13419"/>
                  </a:moveTo>
                  <a:lnTo>
                    <a:pt x="2254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28" name="Candidate_receptor__2946">
              <a:extLst>
                <a:ext uri="{FF2B5EF4-FFF2-40B4-BE49-F238E27FC236}">
                  <a16:creationId xmlns:a16="http://schemas.microsoft.com/office/drawing/2014/main" id="{0C29B5B3-9060-3056-A47A-C46D7D401435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251649"/>
              <a:ext cx="40823" cy="10465"/>
            </a:xfrm>
            <a:custGeom>
              <a:avLst/>
              <a:gdLst/>
              <a:ahLst/>
              <a:cxnLst/>
              <a:rect l="0" t="0" r="0" b="0"/>
              <a:pathLst>
                <a:path w="40823" h="10465">
                  <a:moveTo>
                    <a:pt x="0" y="10465"/>
                  </a:moveTo>
                  <a:lnTo>
                    <a:pt x="4082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29" name="Candidate_receptor__2947">
              <a:extLst>
                <a:ext uri="{FF2B5EF4-FFF2-40B4-BE49-F238E27FC236}">
                  <a16:creationId xmlns:a16="http://schemas.microsoft.com/office/drawing/2014/main" id="{627104CC-01D5-9CA6-E999-DE65BD6AC247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84627"/>
              <a:ext cx="77986" cy="941"/>
            </a:xfrm>
            <a:custGeom>
              <a:avLst/>
              <a:gdLst/>
              <a:ahLst/>
              <a:cxnLst/>
              <a:rect l="0" t="0" r="0" b="0"/>
              <a:pathLst>
                <a:path w="77986" h="941">
                  <a:moveTo>
                    <a:pt x="77986" y="9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30" name="Candidate_receptor__2948">
              <a:extLst>
                <a:ext uri="{FF2B5EF4-FFF2-40B4-BE49-F238E27FC236}">
                  <a16:creationId xmlns:a16="http://schemas.microsoft.com/office/drawing/2014/main" id="{65861015-196F-D90C-E57F-E3F4BEAD423B}"/>
                </a:ext>
              </a:extLst>
            </p:cNvPr>
            <p:cNvSpPr>
              <a:spLocks noGrp="1"/>
            </p:cNvSpPr>
            <p:nvPr/>
          </p:nvSpPr>
          <p:spPr>
            <a:xfrm>
              <a:off x="6546841" y="4479030"/>
              <a:ext cx="77022" cy="85527"/>
            </a:xfrm>
            <a:custGeom>
              <a:avLst/>
              <a:gdLst/>
              <a:ahLst/>
              <a:cxnLst/>
              <a:rect l="0" t="0" r="0" b="0"/>
              <a:pathLst>
                <a:path w="77022" h="85527">
                  <a:moveTo>
                    <a:pt x="0" y="85527"/>
                  </a:moveTo>
                  <a:lnTo>
                    <a:pt x="7702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31" name="Candidate_receptor__2949">
              <a:extLst>
                <a:ext uri="{FF2B5EF4-FFF2-40B4-BE49-F238E27FC236}">
                  <a16:creationId xmlns:a16="http://schemas.microsoft.com/office/drawing/2014/main" id="{5AE334B1-6144-7539-15DE-ACF738B32F49}"/>
                </a:ext>
              </a:extLst>
            </p:cNvPr>
            <p:cNvSpPr>
              <a:spLocks noGrp="1"/>
            </p:cNvSpPr>
            <p:nvPr/>
          </p:nvSpPr>
          <p:spPr>
            <a:xfrm>
              <a:off x="4682586" y="4800228"/>
              <a:ext cx="22033" cy="108373"/>
            </a:xfrm>
            <a:custGeom>
              <a:avLst/>
              <a:gdLst/>
              <a:ahLst/>
              <a:cxnLst/>
              <a:rect l="0" t="0" r="0" b="0"/>
              <a:pathLst>
                <a:path w="22033" h="108373">
                  <a:moveTo>
                    <a:pt x="0" y="108373"/>
                  </a:moveTo>
                  <a:lnTo>
                    <a:pt x="22033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32" name="Candidate_receptor__2950">
              <a:extLst>
                <a:ext uri="{FF2B5EF4-FFF2-40B4-BE49-F238E27FC236}">
                  <a16:creationId xmlns:a16="http://schemas.microsoft.com/office/drawing/2014/main" id="{532C4281-E64A-EA5A-AC3E-144CB6754912}"/>
                </a:ext>
              </a:extLst>
            </p:cNvPr>
            <p:cNvSpPr>
              <a:spLocks noGrp="1"/>
            </p:cNvSpPr>
            <p:nvPr/>
          </p:nvSpPr>
          <p:spPr>
            <a:xfrm>
              <a:off x="5160301" y="3661514"/>
              <a:ext cx="92921" cy="63920"/>
            </a:xfrm>
            <a:custGeom>
              <a:avLst/>
              <a:gdLst/>
              <a:ahLst/>
              <a:cxnLst/>
              <a:rect l="0" t="0" r="0" b="0"/>
              <a:pathLst>
                <a:path w="92921" h="63920">
                  <a:moveTo>
                    <a:pt x="0" y="0"/>
                  </a:moveTo>
                  <a:lnTo>
                    <a:pt x="92921" y="6392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33" name="Candidate_receptor__2951">
              <a:extLst>
                <a:ext uri="{FF2B5EF4-FFF2-40B4-BE49-F238E27FC236}">
                  <a16:creationId xmlns:a16="http://schemas.microsoft.com/office/drawing/2014/main" id="{793B5636-25AC-96FD-4F56-B45CC6565EEE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408057"/>
              <a:ext cx="95" cy="64924"/>
            </a:xfrm>
            <a:custGeom>
              <a:avLst/>
              <a:gdLst/>
              <a:ahLst/>
              <a:cxnLst/>
              <a:rect l="0" t="0" r="0" b="0"/>
              <a:pathLst>
                <a:path w="95" h="64924">
                  <a:moveTo>
                    <a:pt x="0" y="0"/>
                  </a:moveTo>
                  <a:lnTo>
                    <a:pt x="93" y="6492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34" name="Candidate_receptor__2952">
              <a:extLst>
                <a:ext uri="{FF2B5EF4-FFF2-40B4-BE49-F238E27FC236}">
                  <a16:creationId xmlns:a16="http://schemas.microsoft.com/office/drawing/2014/main" id="{23B675D6-07E8-75F8-9043-58A8F3510C50}"/>
                </a:ext>
              </a:extLst>
            </p:cNvPr>
            <p:cNvSpPr>
              <a:spLocks noGrp="1"/>
            </p:cNvSpPr>
            <p:nvPr/>
          </p:nvSpPr>
          <p:spPr>
            <a:xfrm>
              <a:off x="6071504" y="2918879"/>
              <a:ext cx="31164" cy="15369"/>
            </a:xfrm>
            <a:custGeom>
              <a:avLst/>
              <a:gdLst/>
              <a:ahLst/>
              <a:cxnLst/>
              <a:rect l="0" t="0" r="0" b="0"/>
              <a:pathLst>
                <a:path w="31164" h="15369">
                  <a:moveTo>
                    <a:pt x="31164" y="153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35" name="Candidate_receptor__2953">
              <a:extLst>
                <a:ext uri="{FF2B5EF4-FFF2-40B4-BE49-F238E27FC236}">
                  <a16:creationId xmlns:a16="http://schemas.microsoft.com/office/drawing/2014/main" id="{6B68514B-7FDC-98D5-55CC-650CDFEC745E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267945"/>
              <a:ext cx="65987" cy="91703"/>
            </a:xfrm>
            <a:custGeom>
              <a:avLst/>
              <a:gdLst/>
              <a:ahLst/>
              <a:cxnLst/>
              <a:rect l="0" t="0" r="0" b="0"/>
              <a:pathLst>
                <a:path w="65987" h="91703">
                  <a:moveTo>
                    <a:pt x="65987" y="0"/>
                  </a:moveTo>
                  <a:lnTo>
                    <a:pt x="0" y="9170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36" name="Candidate_receptor__2954">
              <a:extLst>
                <a:ext uri="{FF2B5EF4-FFF2-40B4-BE49-F238E27FC236}">
                  <a16:creationId xmlns:a16="http://schemas.microsoft.com/office/drawing/2014/main" id="{867D9A63-1C4C-8567-4DF1-7E24D1C30055}"/>
                </a:ext>
              </a:extLst>
            </p:cNvPr>
            <p:cNvSpPr>
              <a:spLocks noGrp="1"/>
            </p:cNvSpPr>
            <p:nvPr/>
          </p:nvSpPr>
          <p:spPr>
            <a:xfrm>
              <a:off x="5915230" y="3862527"/>
              <a:ext cx="240" cy="101988"/>
            </a:xfrm>
            <a:custGeom>
              <a:avLst/>
              <a:gdLst/>
              <a:ahLst/>
              <a:cxnLst/>
              <a:rect l="0" t="0" r="0" b="0"/>
              <a:pathLst>
                <a:path w="240" h="101988">
                  <a:moveTo>
                    <a:pt x="0" y="0"/>
                  </a:moveTo>
                  <a:lnTo>
                    <a:pt x="240" y="10198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37" name="Candidate_receptor__2955">
              <a:extLst>
                <a:ext uri="{FF2B5EF4-FFF2-40B4-BE49-F238E27FC236}">
                  <a16:creationId xmlns:a16="http://schemas.microsoft.com/office/drawing/2014/main" id="{EC32E464-57B7-232A-C38E-91C5D3D418F6}"/>
                </a:ext>
              </a:extLst>
            </p:cNvPr>
            <p:cNvSpPr>
              <a:spLocks noGrp="1"/>
            </p:cNvSpPr>
            <p:nvPr/>
          </p:nvSpPr>
          <p:spPr>
            <a:xfrm>
              <a:off x="5687184" y="2483902"/>
              <a:ext cx="98132" cy="41628"/>
            </a:xfrm>
            <a:custGeom>
              <a:avLst/>
              <a:gdLst/>
              <a:ahLst/>
              <a:cxnLst/>
              <a:rect l="0" t="0" r="0" b="0"/>
              <a:pathLst>
                <a:path w="98132" h="41628">
                  <a:moveTo>
                    <a:pt x="0" y="41628"/>
                  </a:moveTo>
                  <a:lnTo>
                    <a:pt x="98132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38" name="Candidate_receptor__2956">
              <a:extLst>
                <a:ext uri="{FF2B5EF4-FFF2-40B4-BE49-F238E27FC236}">
                  <a16:creationId xmlns:a16="http://schemas.microsoft.com/office/drawing/2014/main" id="{66056AED-86C0-F834-5434-0147B15BE785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22166" cy="48342"/>
            </a:xfrm>
            <a:custGeom>
              <a:avLst/>
              <a:gdLst/>
              <a:ahLst/>
              <a:cxnLst/>
              <a:rect l="0" t="0" r="0" b="0"/>
              <a:pathLst>
                <a:path w="22166" h="48342">
                  <a:moveTo>
                    <a:pt x="22166" y="483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39" name="Candidate_receptor__2957">
              <a:extLst>
                <a:ext uri="{FF2B5EF4-FFF2-40B4-BE49-F238E27FC236}">
                  <a16:creationId xmlns:a16="http://schemas.microsoft.com/office/drawing/2014/main" id="{77305161-55A9-2BC2-3BF4-5E65646D4D5D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7600"/>
              <a:ext cx="20680" cy="14799"/>
            </a:xfrm>
            <a:custGeom>
              <a:avLst/>
              <a:gdLst/>
              <a:ahLst/>
              <a:cxnLst/>
              <a:rect l="0" t="0" r="0" b="0"/>
              <a:pathLst>
                <a:path w="20680" h="14799">
                  <a:moveTo>
                    <a:pt x="0" y="14799"/>
                  </a:moveTo>
                  <a:lnTo>
                    <a:pt x="2068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40" name="Candidate_receptor__2958">
              <a:extLst>
                <a:ext uri="{FF2B5EF4-FFF2-40B4-BE49-F238E27FC236}">
                  <a16:creationId xmlns:a16="http://schemas.microsoft.com/office/drawing/2014/main" id="{F68AAA99-D81F-4331-7B0A-0048EE44741F}"/>
                </a:ext>
              </a:extLst>
            </p:cNvPr>
            <p:cNvSpPr>
              <a:spLocks noGrp="1"/>
            </p:cNvSpPr>
            <p:nvPr/>
          </p:nvSpPr>
          <p:spPr>
            <a:xfrm>
              <a:off x="5674413" y="3790859"/>
              <a:ext cx="34660" cy="5536"/>
            </a:xfrm>
            <a:custGeom>
              <a:avLst/>
              <a:gdLst/>
              <a:ahLst/>
              <a:cxnLst/>
              <a:rect l="0" t="0" r="0" b="0"/>
              <a:pathLst>
                <a:path w="34660" h="5536">
                  <a:moveTo>
                    <a:pt x="0" y="0"/>
                  </a:moveTo>
                  <a:lnTo>
                    <a:pt x="34660" y="55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41" name="Candidate_receptor__2959">
              <a:extLst>
                <a:ext uri="{FF2B5EF4-FFF2-40B4-BE49-F238E27FC236}">
                  <a16:creationId xmlns:a16="http://schemas.microsoft.com/office/drawing/2014/main" id="{8529269F-A2C1-BF36-8C4B-965BE86452CA}"/>
                </a:ext>
              </a:extLst>
            </p:cNvPr>
            <p:cNvSpPr>
              <a:spLocks noGrp="1"/>
            </p:cNvSpPr>
            <p:nvPr/>
          </p:nvSpPr>
          <p:spPr>
            <a:xfrm>
              <a:off x="5882684" y="2209281"/>
              <a:ext cx="95109" cy="4102"/>
            </a:xfrm>
            <a:custGeom>
              <a:avLst/>
              <a:gdLst/>
              <a:ahLst/>
              <a:cxnLst/>
              <a:rect l="0" t="0" r="0" b="0"/>
              <a:pathLst>
                <a:path w="95109" h="4102">
                  <a:moveTo>
                    <a:pt x="95109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42" name="Candidate_receptor__2960">
              <a:extLst>
                <a:ext uri="{FF2B5EF4-FFF2-40B4-BE49-F238E27FC236}">
                  <a16:creationId xmlns:a16="http://schemas.microsoft.com/office/drawing/2014/main" id="{D9A582B0-9337-5033-DA96-CEDA9C0FD5E2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74108"/>
              <a:ext cx="85513" cy="70986"/>
            </a:xfrm>
            <a:custGeom>
              <a:avLst/>
              <a:gdLst/>
              <a:ahLst/>
              <a:cxnLst/>
              <a:rect l="0" t="0" r="0" b="0"/>
              <a:pathLst>
                <a:path w="85513" h="70986">
                  <a:moveTo>
                    <a:pt x="0" y="0"/>
                  </a:moveTo>
                  <a:lnTo>
                    <a:pt x="85513" y="7098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43" name="Candidate_receptor__2961">
              <a:extLst>
                <a:ext uri="{FF2B5EF4-FFF2-40B4-BE49-F238E27FC236}">
                  <a16:creationId xmlns:a16="http://schemas.microsoft.com/office/drawing/2014/main" id="{C216F83D-81EB-5308-66DE-0B7105294774}"/>
                </a:ext>
              </a:extLst>
            </p:cNvPr>
            <p:cNvSpPr>
              <a:spLocks noGrp="1"/>
            </p:cNvSpPr>
            <p:nvPr/>
          </p:nvSpPr>
          <p:spPr>
            <a:xfrm>
              <a:off x="4560095" y="2252754"/>
              <a:ext cx="23764" cy="8426"/>
            </a:xfrm>
            <a:custGeom>
              <a:avLst/>
              <a:gdLst/>
              <a:ahLst/>
              <a:cxnLst/>
              <a:rect l="0" t="0" r="0" b="0"/>
              <a:pathLst>
                <a:path w="23764" h="8426">
                  <a:moveTo>
                    <a:pt x="23764" y="0"/>
                  </a:moveTo>
                  <a:lnTo>
                    <a:pt x="0" y="842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44" name="Candidate_receptor__2962">
              <a:extLst>
                <a:ext uri="{FF2B5EF4-FFF2-40B4-BE49-F238E27FC236}">
                  <a16:creationId xmlns:a16="http://schemas.microsoft.com/office/drawing/2014/main" id="{DC924EED-AB36-4F72-69A3-DE9A2EBDDC69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453217"/>
              <a:ext cx="32964" cy="101535"/>
            </a:xfrm>
            <a:custGeom>
              <a:avLst/>
              <a:gdLst/>
              <a:ahLst/>
              <a:cxnLst/>
              <a:rect l="0" t="0" r="0" b="0"/>
              <a:pathLst>
                <a:path w="32964" h="101535">
                  <a:moveTo>
                    <a:pt x="0" y="101535"/>
                  </a:moveTo>
                  <a:lnTo>
                    <a:pt x="3296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45" name="Candidate_receptor__2963">
              <a:extLst>
                <a:ext uri="{FF2B5EF4-FFF2-40B4-BE49-F238E27FC236}">
                  <a16:creationId xmlns:a16="http://schemas.microsoft.com/office/drawing/2014/main" id="{EA04098F-85B1-F847-BF35-437EF21FAFB0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799795"/>
              <a:ext cx="29884" cy="35507"/>
            </a:xfrm>
            <a:custGeom>
              <a:avLst/>
              <a:gdLst/>
              <a:ahLst/>
              <a:cxnLst/>
              <a:rect l="0" t="0" r="0" b="0"/>
              <a:pathLst>
                <a:path w="29884" h="35507">
                  <a:moveTo>
                    <a:pt x="0" y="35507"/>
                  </a:moveTo>
                  <a:lnTo>
                    <a:pt x="2988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46" name="Candidate_receptor__2964">
              <a:extLst>
                <a:ext uri="{FF2B5EF4-FFF2-40B4-BE49-F238E27FC236}">
                  <a16:creationId xmlns:a16="http://schemas.microsoft.com/office/drawing/2014/main" id="{44C6B1D3-271D-1845-D5F2-E3B8F1C0A395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845094"/>
              <a:ext cx="20122" cy="110814"/>
            </a:xfrm>
            <a:custGeom>
              <a:avLst/>
              <a:gdLst/>
              <a:ahLst/>
              <a:cxnLst/>
              <a:rect l="0" t="0" r="0" b="0"/>
              <a:pathLst>
                <a:path w="20122" h="110814">
                  <a:moveTo>
                    <a:pt x="20122" y="0"/>
                  </a:moveTo>
                  <a:lnTo>
                    <a:pt x="0" y="11081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47" name="Candidate_receptor__2965">
              <a:extLst>
                <a:ext uri="{FF2B5EF4-FFF2-40B4-BE49-F238E27FC236}">
                  <a16:creationId xmlns:a16="http://schemas.microsoft.com/office/drawing/2014/main" id="{CFA17B68-8C5B-8EE1-C57E-870E6D3570E1}"/>
                </a:ext>
              </a:extLst>
            </p:cNvPr>
            <p:cNvSpPr>
              <a:spLocks noGrp="1"/>
            </p:cNvSpPr>
            <p:nvPr/>
          </p:nvSpPr>
          <p:spPr>
            <a:xfrm>
              <a:off x="4979773" y="2066594"/>
              <a:ext cx="57015" cy="29636"/>
            </a:xfrm>
            <a:custGeom>
              <a:avLst/>
              <a:gdLst/>
              <a:ahLst/>
              <a:cxnLst/>
              <a:rect l="0" t="0" r="0" b="0"/>
              <a:pathLst>
                <a:path w="57015" h="29636">
                  <a:moveTo>
                    <a:pt x="57015" y="0"/>
                  </a:moveTo>
                  <a:lnTo>
                    <a:pt x="0" y="2963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48" name="Candidate_receptor__2966">
              <a:extLst>
                <a:ext uri="{FF2B5EF4-FFF2-40B4-BE49-F238E27FC236}">
                  <a16:creationId xmlns:a16="http://schemas.microsoft.com/office/drawing/2014/main" id="{F5290B0F-71F9-1BBD-D5D5-B765DFDD484B}"/>
                </a:ext>
              </a:extLst>
            </p:cNvPr>
            <p:cNvSpPr>
              <a:spLocks noGrp="1"/>
            </p:cNvSpPr>
            <p:nvPr/>
          </p:nvSpPr>
          <p:spPr>
            <a:xfrm>
              <a:off x="5875710" y="3242567"/>
              <a:ext cx="71903" cy="7573"/>
            </a:xfrm>
            <a:custGeom>
              <a:avLst/>
              <a:gdLst/>
              <a:ahLst/>
              <a:cxnLst/>
              <a:rect l="0" t="0" r="0" b="0"/>
              <a:pathLst>
                <a:path w="71903" h="7573">
                  <a:moveTo>
                    <a:pt x="71903" y="0"/>
                  </a:moveTo>
                  <a:lnTo>
                    <a:pt x="0" y="757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49" name="Candidate_receptor__2967">
              <a:extLst>
                <a:ext uri="{FF2B5EF4-FFF2-40B4-BE49-F238E27FC236}">
                  <a16:creationId xmlns:a16="http://schemas.microsoft.com/office/drawing/2014/main" id="{1C91803B-752D-45AE-5694-BF0088B67207}"/>
                </a:ext>
              </a:extLst>
            </p:cNvPr>
            <p:cNvSpPr>
              <a:spLocks noGrp="1"/>
            </p:cNvSpPr>
            <p:nvPr/>
          </p:nvSpPr>
          <p:spPr>
            <a:xfrm>
              <a:off x="5058458" y="2842547"/>
              <a:ext cx="104414" cy="41274"/>
            </a:xfrm>
            <a:custGeom>
              <a:avLst/>
              <a:gdLst/>
              <a:ahLst/>
              <a:cxnLst/>
              <a:rect l="0" t="0" r="0" b="0"/>
              <a:pathLst>
                <a:path w="104414" h="41274">
                  <a:moveTo>
                    <a:pt x="104414" y="0"/>
                  </a:moveTo>
                  <a:lnTo>
                    <a:pt x="0" y="4127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50" name="Candidate_receptor__2968">
              <a:extLst>
                <a:ext uri="{FF2B5EF4-FFF2-40B4-BE49-F238E27FC236}">
                  <a16:creationId xmlns:a16="http://schemas.microsoft.com/office/drawing/2014/main" id="{620318BB-967E-F135-2D21-6E4CBF009485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81336"/>
              <a:ext cx="92752" cy="52876"/>
            </a:xfrm>
            <a:custGeom>
              <a:avLst/>
              <a:gdLst/>
              <a:ahLst/>
              <a:cxnLst/>
              <a:rect l="0" t="0" r="0" b="0"/>
              <a:pathLst>
                <a:path w="92752" h="52876">
                  <a:moveTo>
                    <a:pt x="0" y="52876"/>
                  </a:moveTo>
                  <a:lnTo>
                    <a:pt x="9275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51" name="Candidate_receptor__2969">
              <a:extLst>
                <a:ext uri="{FF2B5EF4-FFF2-40B4-BE49-F238E27FC236}">
                  <a16:creationId xmlns:a16="http://schemas.microsoft.com/office/drawing/2014/main" id="{58A872BA-9F8F-AA22-100C-D07DE0DBC721}"/>
                </a:ext>
              </a:extLst>
            </p:cNvPr>
            <p:cNvSpPr>
              <a:spLocks noGrp="1"/>
            </p:cNvSpPr>
            <p:nvPr/>
          </p:nvSpPr>
          <p:spPr>
            <a:xfrm>
              <a:off x="5122701" y="2464207"/>
              <a:ext cx="103832" cy="31909"/>
            </a:xfrm>
            <a:custGeom>
              <a:avLst/>
              <a:gdLst/>
              <a:ahLst/>
              <a:cxnLst/>
              <a:rect l="0" t="0" r="0" b="0"/>
              <a:pathLst>
                <a:path w="103832" h="31909">
                  <a:moveTo>
                    <a:pt x="0" y="31909"/>
                  </a:moveTo>
                  <a:lnTo>
                    <a:pt x="10383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52" name="Candidate_receptor__2970">
              <a:extLst>
                <a:ext uri="{FF2B5EF4-FFF2-40B4-BE49-F238E27FC236}">
                  <a16:creationId xmlns:a16="http://schemas.microsoft.com/office/drawing/2014/main" id="{50118E1B-9E1C-3BED-A144-F8322190BF98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04764"/>
              <a:ext cx="51854" cy="40502"/>
            </a:xfrm>
            <a:custGeom>
              <a:avLst/>
              <a:gdLst/>
              <a:ahLst/>
              <a:cxnLst/>
              <a:rect l="0" t="0" r="0" b="0"/>
              <a:pathLst>
                <a:path w="51854" h="40502">
                  <a:moveTo>
                    <a:pt x="51854" y="0"/>
                  </a:moveTo>
                  <a:lnTo>
                    <a:pt x="0" y="405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53" name="Candidate_receptor__2971">
              <a:extLst>
                <a:ext uri="{FF2B5EF4-FFF2-40B4-BE49-F238E27FC236}">
                  <a16:creationId xmlns:a16="http://schemas.microsoft.com/office/drawing/2014/main" id="{B226D5B3-3B5E-45DC-D313-ED8DBAD9AE9A}"/>
                </a:ext>
              </a:extLst>
            </p:cNvPr>
            <p:cNvSpPr>
              <a:spLocks noGrp="1"/>
            </p:cNvSpPr>
            <p:nvPr/>
          </p:nvSpPr>
          <p:spPr>
            <a:xfrm>
              <a:off x="5903941" y="3378447"/>
              <a:ext cx="110292" cy="28332"/>
            </a:xfrm>
            <a:custGeom>
              <a:avLst/>
              <a:gdLst/>
              <a:ahLst/>
              <a:cxnLst/>
              <a:rect l="0" t="0" r="0" b="0"/>
              <a:pathLst>
                <a:path w="110292" h="28332">
                  <a:moveTo>
                    <a:pt x="0" y="0"/>
                  </a:moveTo>
                  <a:lnTo>
                    <a:pt x="110292" y="2833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54" name="Candidate_receptor__2972">
              <a:extLst>
                <a:ext uri="{FF2B5EF4-FFF2-40B4-BE49-F238E27FC236}">
                  <a16:creationId xmlns:a16="http://schemas.microsoft.com/office/drawing/2014/main" id="{362F0C56-56F7-24ED-78E8-D56AC4CEC662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91069"/>
              <a:ext cx="4535" cy="64209"/>
            </a:xfrm>
            <a:custGeom>
              <a:avLst/>
              <a:gdLst/>
              <a:ahLst/>
              <a:cxnLst/>
              <a:rect l="0" t="0" r="0" b="0"/>
              <a:pathLst>
                <a:path w="4535" h="64209">
                  <a:moveTo>
                    <a:pt x="4535" y="64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55" name="Candidate_receptor__2973">
              <a:extLst>
                <a:ext uri="{FF2B5EF4-FFF2-40B4-BE49-F238E27FC236}">
                  <a16:creationId xmlns:a16="http://schemas.microsoft.com/office/drawing/2014/main" id="{A8FB4C4C-9293-EC90-D5E4-DCC305F25F30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209281"/>
              <a:ext cx="70030" cy="21808"/>
            </a:xfrm>
            <a:custGeom>
              <a:avLst/>
              <a:gdLst/>
              <a:ahLst/>
              <a:cxnLst/>
              <a:rect l="0" t="0" r="0" b="0"/>
              <a:pathLst>
                <a:path w="70030" h="21808">
                  <a:moveTo>
                    <a:pt x="70030" y="0"/>
                  </a:moveTo>
                  <a:lnTo>
                    <a:pt x="0" y="2180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56" name="Candidate_receptor__2974">
              <a:extLst>
                <a:ext uri="{FF2B5EF4-FFF2-40B4-BE49-F238E27FC236}">
                  <a16:creationId xmlns:a16="http://schemas.microsoft.com/office/drawing/2014/main" id="{B84818CB-40D0-36EA-6EED-1430B3174763}"/>
                </a:ext>
              </a:extLst>
            </p:cNvPr>
            <p:cNvSpPr>
              <a:spLocks noGrp="1"/>
            </p:cNvSpPr>
            <p:nvPr/>
          </p:nvSpPr>
          <p:spPr>
            <a:xfrm>
              <a:off x="5745724" y="2077175"/>
              <a:ext cx="110230" cy="20848"/>
            </a:xfrm>
            <a:custGeom>
              <a:avLst/>
              <a:gdLst/>
              <a:ahLst/>
              <a:cxnLst/>
              <a:rect l="0" t="0" r="0" b="0"/>
              <a:pathLst>
                <a:path w="110230" h="20848">
                  <a:moveTo>
                    <a:pt x="110230" y="0"/>
                  </a:moveTo>
                  <a:lnTo>
                    <a:pt x="0" y="2084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57" name="Candidate_receptor__2975">
              <a:extLst>
                <a:ext uri="{FF2B5EF4-FFF2-40B4-BE49-F238E27FC236}">
                  <a16:creationId xmlns:a16="http://schemas.microsoft.com/office/drawing/2014/main" id="{EB1166D6-22D3-4809-9432-750C315B88D8}"/>
                </a:ext>
              </a:extLst>
            </p:cNvPr>
            <p:cNvSpPr>
              <a:spLocks noGrp="1"/>
            </p:cNvSpPr>
            <p:nvPr/>
          </p:nvSpPr>
          <p:spPr>
            <a:xfrm>
              <a:off x="5047668" y="3428764"/>
              <a:ext cx="65718" cy="90203"/>
            </a:xfrm>
            <a:custGeom>
              <a:avLst/>
              <a:gdLst/>
              <a:ahLst/>
              <a:cxnLst/>
              <a:rect l="0" t="0" r="0" b="0"/>
              <a:pathLst>
                <a:path w="65718" h="90203">
                  <a:moveTo>
                    <a:pt x="65718" y="0"/>
                  </a:moveTo>
                  <a:lnTo>
                    <a:pt x="0" y="9020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58" name="Candidate_receptor__2976">
              <a:extLst>
                <a:ext uri="{FF2B5EF4-FFF2-40B4-BE49-F238E27FC236}">
                  <a16:creationId xmlns:a16="http://schemas.microsoft.com/office/drawing/2014/main" id="{738F84C7-B9FC-B5D0-31DC-A65E9FBA73DB}"/>
                </a:ext>
              </a:extLst>
            </p:cNvPr>
            <p:cNvSpPr>
              <a:spLocks noGrp="1"/>
            </p:cNvSpPr>
            <p:nvPr/>
          </p:nvSpPr>
          <p:spPr>
            <a:xfrm>
              <a:off x="6145900" y="4126236"/>
              <a:ext cx="103986" cy="10416"/>
            </a:xfrm>
            <a:custGeom>
              <a:avLst/>
              <a:gdLst/>
              <a:ahLst/>
              <a:cxnLst/>
              <a:rect l="0" t="0" r="0" b="0"/>
              <a:pathLst>
                <a:path w="103986" h="10416">
                  <a:moveTo>
                    <a:pt x="103986" y="104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59" name="Candidate_receptor__2977">
              <a:extLst>
                <a:ext uri="{FF2B5EF4-FFF2-40B4-BE49-F238E27FC236}">
                  <a16:creationId xmlns:a16="http://schemas.microsoft.com/office/drawing/2014/main" id="{CFE88C02-3411-E182-FEED-45271C804790}"/>
                </a:ext>
              </a:extLst>
            </p:cNvPr>
            <p:cNvSpPr>
              <a:spLocks noGrp="1"/>
            </p:cNvSpPr>
            <p:nvPr/>
          </p:nvSpPr>
          <p:spPr>
            <a:xfrm>
              <a:off x="6473583" y="4271761"/>
              <a:ext cx="90722" cy="44556"/>
            </a:xfrm>
            <a:custGeom>
              <a:avLst/>
              <a:gdLst/>
              <a:ahLst/>
              <a:cxnLst/>
              <a:rect l="0" t="0" r="0" b="0"/>
              <a:pathLst>
                <a:path w="90722" h="44556">
                  <a:moveTo>
                    <a:pt x="90722" y="445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60" name="Candidate_receptor__2978">
              <a:extLst>
                <a:ext uri="{FF2B5EF4-FFF2-40B4-BE49-F238E27FC236}">
                  <a16:creationId xmlns:a16="http://schemas.microsoft.com/office/drawing/2014/main" id="{D1C5FCC8-7190-2917-2516-736B858F08C5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6591" cy="106929"/>
            </a:xfrm>
            <a:custGeom>
              <a:avLst/>
              <a:gdLst/>
              <a:ahLst/>
              <a:cxnLst/>
              <a:rect l="0" t="0" r="0" b="0"/>
              <a:pathLst>
                <a:path w="6591" h="106929">
                  <a:moveTo>
                    <a:pt x="0" y="0"/>
                  </a:moveTo>
                  <a:lnTo>
                    <a:pt x="6591" y="10692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61" name="Candidate_receptor__2979">
              <a:extLst>
                <a:ext uri="{FF2B5EF4-FFF2-40B4-BE49-F238E27FC236}">
                  <a16:creationId xmlns:a16="http://schemas.microsoft.com/office/drawing/2014/main" id="{795F1353-0CE3-3B26-7EF9-AB48C6D0613D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69325"/>
              <a:ext cx="25649" cy="6970"/>
            </a:xfrm>
            <a:custGeom>
              <a:avLst/>
              <a:gdLst/>
              <a:ahLst/>
              <a:cxnLst/>
              <a:rect l="0" t="0" r="0" b="0"/>
              <a:pathLst>
                <a:path w="25649" h="6970">
                  <a:moveTo>
                    <a:pt x="0" y="6970"/>
                  </a:moveTo>
                  <a:lnTo>
                    <a:pt x="2564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62" name="Candidate_receptor__2980">
              <a:extLst>
                <a:ext uri="{FF2B5EF4-FFF2-40B4-BE49-F238E27FC236}">
                  <a16:creationId xmlns:a16="http://schemas.microsoft.com/office/drawing/2014/main" id="{8EED7A0A-A681-36EA-B45B-31A1362517BD}"/>
                </a:ext>
              </a:extLst>
            </p:cNvPr>
            <p:cNvSpPr>
              <a:spLocks noGrp="1"/>
            </p:cNvSpPr>
            <p:nvPr/>
          </p:nvSpPr>
          <p:spPr>
            <a:xfrm>
              <a:off x="5593546" y="4081462"/>
              <a:ext cx="105726" cy="43779"/>
            </a:xfrm>
            <a:custGeom>
              <a:avLst/>
              <a:gdLst/>
              <a:ahLst/>
              <a:cxnLst/>
              <a:rect l="0" t="0" r="0" b="0"/>
              <a:pathLst>
                <a:path w="105726" h="43779">
                  <a:moveTo>
                    <a:pt x="105726" y="437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63" name="Candidate_receptor__2981">
              <a:extLst>
                <a:ext uri="{FF2B5EF4-FFF2-40B4-BE49-F238E27FC236}">
                  <a16:creationId xmlns:a16="http://schemas.microsoft.com/office/drawing/2014/main" id="{589F9024-0226-34F3-02E6-E0A1367E0D63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2607360"/>
              <a:ext cx="81301" cy="425"/>
            </a:xfrm>
            <a:custGeom>
              <a:avLst/>
              <a:gdLst/>
              <a:ahLst/>
              <a:cxnLst/>
              <a:rect l="0" t="0" r="0" b="0"/>
              <a:pathLst>
                <a:path w="81301" h="425">
                  <a:moveTo>
                    <a:pt x="0" y="425"/>
                  </a:moveTo>
                  <a:lnTo>
                    <a:pt x="8130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64" name="Candidate_receptor__2982">
              <a:extLst>
                <a:ext uri="{FF2B5EF4-FFF2-40B4-BE49-F238E27FC236}">
                  <a16:creationId xmlns:a16="http://schemas.microsoft.com/office/drawing/2014/main" id="{3E734291-38E8-2C5E-4C4F-F039FB7B4489}"/>
                </a:ext>
              </a:extLst>
            </p:cNvPr>
            <p:cNvSpPr>
              <a:spLocks noGrp="1"/>
            </p:cNvSpPr>
            <p:nvPr/>
          </p:nvSpPr>
          <p:spPr>
            <a:xfrm>
              <a:off x="5067402" y="3922009"/>
              <a:ext cx="23177" cy="30930"/>
            </a:xfrm>
            <a:custGeom>
              <a:avLst/>
              <a:gdLst/>
              <a:ahLst/>
              <a:cxnLst/>
              <a:rect l="0" t="0" r="0" b="0"/>
              <a:pathLst>
                <a:path w="23177" h="30930">
                  <a:moveTo>
                    <a:pt x="0" y="0"/>
                  </a:moveTo>
                  <a:lnTo>
                    <a:pt x="23177" y="3093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65" name="Candidate_receptor__2983">
              <a:extLst>
                <a:ext uri="{FF2B5EF4-FFF2-40B4-BE49-F238E27FC236}">
                  <a16:creationId xmlns:a16="http://schemas.microsoft.com/office/drawing/2014/main" id="{CD766AC3-DE1E-C7D6-BBA0-2640F0C181D4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661514"/>
              <a:ext cx="52669" cy="90215"/>
            </a:xfrm>
            <a:custGeom>
              <a:avLst/>
              <a:gdLst/>
              <a:ahLst/>
              <a:cxnLst/>
              <a:rect l="0" t="0" r="0" b="0"/>
              <a:pathLst>
                <a:path w="52669" h="90215">
                  <a:moveTo>
                    <a:pt x="0" y="90215"/>
                  </a:moveTo>
                  <a:lnTo>
                    <a:pt x="5266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66" name="Candidate_receptor__2984">
              <a:extLst>
                <a:ext uri="{FF2B5EF4-FFF2-40B4-BE49-F238E27FC236}">
                  <a16:creationId xmlns:a16="http://schemas.microsoft.com/office/drawing/2014/main" id="{B81B5B07-8A98-0A87-96A4-98FB97B6DE6F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42992"/>
              <a:ext cx="99630" cy="7887"/>
            </a:xfrm>
            <a:custGeom>
              <a:avLst/>
              <a:gdLst/>
              <a:ahLst/>
              <a:cxnLst/>
              <a:rect l="0" t="0" r="0" b="0"/>
              <a:pathLst>
                <a:path w="99630" h="7887">
                  <a:moveTo>
                    <a:pt x="0" y="7887"/>
                  </a:moveTo>
                  <a:lnTo>
                    <a:pt x="9963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67" name="Candidate_receptor__2985">
              <a:extLst>
                <a:ext uri="{FF2B5EF4-FFF2-40B4-BE49-F238E27FC236}">
                  <a16:creationId xmlns:a16="http://schemas.microsoft.com/office/drawing/2014/main" id="{85859B9F-85E4-1614-4ADB-2B49F30C0632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544"/>
              <a:ext cx="43563" cy="22126"/>
            </a:xfrm>
            <a:custGeom>
              <a:avLst/>
              <a:gdLst/>
              <a:ahLst/>
              <a:cxnLst/>
              <a:rect l="0" t="0" r="0" b="0"/>
              <a:pathLst>
                <a:path w="43563" h="22126">
                  <a:moveTo>
                    <a:pt x="0" y="22126"/>
                  </a:moveTo>
                  <a:lnTo>
                    <a:pt x="4356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68" name="Candidate_receptor__2986">
              <a:extLst>
                <a:ext uri="{FF2B5EF4-FFF2-40B4-BE49-F238E27FC236}">
                  <a16:creationId xmlns:a16="http://schemas.microsoft.com/office/drawing/2014/main" id="{A981C7E4-D4CD-2614-2E92-A9E459BCC81A}"/>
                </a:ext>
              </a:extLst>
            </p:cNvPr>
            <p:cNvSpPr>
              <a:spLocks noGrp="1"/>
            </p:cNvSpPr>
            <p:nvPr/>
          </p:nvSpPr>
          <p:spPr>
            <a:xfrm>
              <a:off x="4943252" y="2463706"/>
              <a:ext cx="7710" cy="78609"/>
            </a:xfrm>
            <a:custGeom>
              <a:avLst/>
              <a:gdLst/>
              <a:ahLst/>
              <a:cxnLst/>
              <a:rect l="0" t="0" r="0" b="0"/>
              <a:pathLst>
                <a:path w="7710" h="78609">
                  <a:moveTo>
                    <a:pt x="0" y="78609"/>
                  </a:moveTo>
                  <a:lnTo>
                    <a:pt x="771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69" name="Candidate_receptor__2987">
              <a:extLst>
                <a:ext uri="{FF2B5EF4-FFF2-40B4-BE49-F238E27FC236}">
                  <a16:creationId xmlns:a16="http://schemas.microsoft.com/office/drawing/2014/main" id="{2FF4EB75-C20A-3711-33EE-C6C5BD85FB7A}"/>
                </a:ext>
              </a:extLst>
            </p:cNvPr>
            <p:cNvSpPr>
              <a:spLocks noGrp="1"/>
            </p:cNvSpPr>
            <p:nvPr/>
          </p:nvSpPr>
          <p:spPr>
            <a:xfrm>
              <a:off x="6085996" y="4481336"/>
              <a:ext cx="67681" cy="49738"/>
            </a:xfrm>
            <a:custGeom>
              <a:avLst/>
              <a:gdLst/>
              <a:ahLst/>
              <a:cxnLst/>
              <a:rect l="0" t="0" r="0" b="0"/>
              <a:pathLst>
                <a:path w="67681" h="49738">
                  <a:moveTo>
                    <a:pt x="0" y="0"/>
                  </a:moveTo>
                  <a:lnTo>
                    <a:pt x="67681" y="497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0" name="Candidate_receptor__2988">
              <a:extLst>
                <a:ext uri="{FF2B5EF4-FFF2-40B4-BE49-F238E27FC236}">
                  <a16:creationId xmlns:a16="http://schemas.microsoft.com/office/drawing/2014/main" id="{87F09975-9992-042F-E56F-037E161D876B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118255"/>
              <a:ext cx="23893" cy="477"/>
            </a:xfrm>
            <a:custGeom>
              <a:avLst/>
              <a:gdLst/>
              <a:ahLst/>
              <a:cxnLst/>
              <a:rect l="0" t="0" r="0" b="0"/>
              <a:pathLst>
                <a:path w="23893" h="477">
                  <a:moveTo>
                    <a:pt x="0" y="0"/>
                  </a:moveTo>
                  <a:lnTo>
                    <a:pt x="23893" y="47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1" name="Candidate_receptor__2989">
              <a:extLst>
                <a:ext uri="{FF2B5EF4-FFF2-40B4-BE49-F238E27FC236}">
                  <a16:creationId xmlns:a16="http://schemas.microsoft.com/office/drawing/2014/main" id="{2330617B-3D90-B54B-28D5-863859DC55B6}"/>
                </a:ext>
              </a:extLst>
            </p:cNvPr>
            <p:cNvSpPr>
              <a:spLocks noGrp="1"/>
            </p:cNvSpPr>
            <p:nvPr/>
          </p:nvSpPr>
          <p:spPr>
            <a:xfrm>
              <a:off x="5977792" y="2125466"/>
              <a:ext cx="74128" cy="87917"/>
            </a:xfrm>
            <a:custGeom>
              <a:avLst/>
              <a:gdLst/>
              <a:ahLst/>
              <a:cxnLst/>
              <a:rect l="0" t="0" r="0" b="0"/>
              <a:pathLst>
                <a:path w="74128" h="87917">
                  <a:moveTo>
                    <a:pt x="74128" y="0"/>
                  </a:moveTo>
                  <a:lnTo>
                    <a:pt x="0" y="879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2" name="Candidate_receptor__2990">
              <a:extLst>
                <a:ext uri="{FF2B5EF4-FFF2-40B4-BE49-F238E27FC236}">
                  <a16:creationId xmlns:a16="http://schemas.microsoft.com/office/drawing/2014/main" id="{C5B090EB-872E-9CE1-5D80-FB57703C847F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142285"/>
              <a:ext cx="50106" cy="91951"/>
            </a:xfrm>
            <a:custGeom>
              <a:avLst/>
              <a:gdLst/>
              <a:ahLst/>
              <a:cxnLst/>
              <a:rect l="0" t="0" r="0" b="0"/>
              <a:pathLst>
                <a:path w="50106" h="91951">
                  <a:moveTo>
                    <a:pt x="0" y="91951"/>
                  </a:moveTo>
                  <a:lnTo>
                    <a:pt x="5010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3" name="Candidate_receptor__2991">
              <a:extLst>
                <a:ext uri="{FF2B5EF4-FFF2-40B4-BE49-F238E27FC236}">
                  <a16:creationId xmlns:a16="http://schemas.microsoft.com/office/drawing/2014/main" id="{637E0361-B67D-CCFC-DCB4-5F52365A6B96}"/>
                </a:ext>
              </a:extLst>
            </p:cNvPr>
            <p:cNvSpPr>
              <a:spLocks noGrp="1"/>
            </p:cNvSpPr>
            <p:nvPr/>
          </p:nvSpPr>
          <p:spPr>
            <a:xfrm>
              <a:off x="4900199" y="5142285"/>
              <a:ext cx="102022" cy="19340"/>
            </a:xfrm>
            <a:custGeom>
              <a:avLst/>
              <a:gdLst/>
              <a:ahLst/>
              <a:cxnLst/>
              <a:rect l="0" t="0" r="0" b="0"/>
              <a:pathLst>
                <a:path w="102022" h="19340">
                  <a:moveTo>
                    <a:pt x="0" y="0"/>
                  </a:moveTo>
                  <a:lnTo>
                    <a:pt x="102022" y="1934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4" name="Candidate_receptor__2992">
              <a:extLst>
                <a:ext uri="{FF2B5EF4-FFF2-40B4-BE49-F238E27FC236}">
                  <a16:creationId xmlns:a16="http://schemas.microsoft.com/office/drawing/2014/main" id="{AF7C5B57-D815-5345-5FDA-23C003148EF9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52154" cy="2060"/>
            </a:xfrm>
            <a:custGeom>
              <a:avLst/>
              <a:gdLst/>
              <a:ahLst/>
              <a:cxnLst/>
              <a:rect l="0" t="0" r="0" b="0"/>
              <a:pathLst>
                <a:path w="52154" h="2060">
                  <a:moveTo>
                    <a:pt x="52154" y="20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5" name="Candidate_receptor__2993">
              <a:extLst>
                <a:ext uri="{FF2B5EF4-FFF2-40B4-BE49-F238E27FC236}">
                  <a16:creationId xmlns:a16="http://schemas.microsoft.com/office/drawing/2014/main" id="{1A083292-48D7-EDC7-BFF4-5ACACDEDAD99}"/>
                </a:ext>
              </a:extLst>
            </p:cNvPr>
            <p:cNvSpPr>
              <a:spLocks noGrp="1"/>
            </p:cNvSpPr>
            <p:nvPr/>
          </p:nvSpPr>
          <p:spPr>
            <a:xfrm>
              <a:off x="5619469" y="1840087"/>
              <a:ext cx="103707" cy="47417"/>
            </a:xfrm>
            <a:custGeom>
              <a:avLst/>
              <a:gdLst/>
              <a:ahLst/>
              <a:cxnLst/>
              <a:rect l="0" t="0" r="0" b="0"/>
              <a:pathLst>
                <a:path w="103707" h="47417">
                  <a:moveTo>
                    <a:pt x="103707" y="0"/>
                  </a:moveTo>
                  <a:lnTo>
                    <a:pt x="0" y="474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6" name="Candidate_receptor__2994">
              <a:extLst>
                <a:ext uri="{FF2B5EF4-FFF2-40B4-BE49-F238E27FC236}">
                  <a16:creationId xmlns:a16="http://schemas.microsoft.com/office/drawing/2014/main" id="{9E622610-D57F-5D8F-B55A-DBC8122961FC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26236"/>
              <a:ext cx="43714" cy="70912"/>
            </a:xfrm>
            <a:custGeom>
              <a:avLst/>
              <a:gdLst/>
              <a:ahLst/>
              <a:cxnLst/>
              <a:rect l="0" t="0" r="0" b="0"/>
              <a:pathLst>
                <a:path w="43714" h="70912">
                  <a:moveTo>
                    <a:pt x="43714" y="0"/>
                  </a:moveTo>
                  <a:lnTo>
                    <a:pt x="0" y="7091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7" name="Candidate_receptor__2995">
              <a:extLst>
                <a:ext uri="{FF2B5EF4-FFF2-40B4-BE49-F238E27FC236}">
                  <a16:creationId xmlns:a16="http://schemas.microsoft.com/office/drawing/2014/main" id="{016A8F90-FCA6-B96E-55F0-9982F68B3ABB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20233"/>
              <a:ext cx="83467" cy="68700"/>
            </a:xfrm>
            <a:custGeom>
              <a:avLst/>
              <a:gdLst/>
              <a:ahLst/>
              <a:cxnLst/>
              <a:rect l="0" t="0" r="0" b="0"/>
              <a:pathLst>
                <a:path w="83467" h="68700">
                  <a:moveTo>
                    <a:pt x="83467" y="0"/>
                  </a:moveTo>
                  <a:lnTo>
                    <a:pt x="0" y="6870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8" name="Candidate_receptor__2996">
              <a:extLst>
                <a:ext uri="{FF2B5EF4-FFF2-40B4-BE49-F238E27FC236}">
                  <a16:creationId xmlns:a16="http://schemas.microsoft.com/office/drawing/2014/main" id="{70A1C7A6-8BF6-0CD2-83F7-D98BA299BB46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71761"/>
              <a:ext cx="72254" cy="24737"/>
            </a:xfrm>
            <a:custGeom>
              <a:avLst/>
              <a:gdLst/>
              <a:ahLst/>
              <a:cxnLst/>
              <a:rect l="0" t="0" r="0" b="0"/>
              <a:pathLst>
                <a:path w="72254" h="24737">
                  <a:moveTo>
                    <a:pt x="72254" y="0"/>
                  </a:moveTo>
                  <a:lnTo>
                    <a:pt x="0" y="2473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9" name="Candidate_receptor__2997">
              <a:extLst>
                <a:ext uri="{FF2B5EF4-FFF2-40B4-BE49-F238E27FC236}">
                  <a16:creationId xmlns:a16="http://schemas.microsoft.com/office/drawing/2014/main" id="{55303B2E-8A78-97A0-DF6A-31D44691B211}"/>
                </a:ext>
              </a:extLst>
            </p:cNvPr>
            <p:cNvSpPr>
              <a:spLocks noGrp="1"/>
            </p:cNvSpPr>
            <p:nvPr/>
          </p:nvSpPr>
          <p:spPr>
            <a:xfrm>
              <a:off x="5493871" y="1718409"/>
              <a:ext cx="66612" cy="81386"/>
            </a:xfrm>
            <a:custGeom>
              <a:avLst/>
              <a:gdLst/>
              <a:ahLst/>
              <a:cxnLst/>
              <a:rect l="0" t="0" r="0" b="0"/>
              <a:pathLst>
                <a:path w="66612" h="81386">
                  <a:moveTo>
                    <a:pt x="0" y="81386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80" name="Candidate_receptor__2998">
              <a:extLst>
                <a:ext uri="{FF2B5EF4-FFF2-40B4-BE49-F238E27FC236}">
                  <a16:creationId xmlns:a16="http://schemas.microsoft.com/office/drawing/2014/main" id="{378D49FD-BA71-7FF6-E629-669382A6DD46}"/>
                </a:ext>
              </a:extLst>
            </p:cNvPr>
            <p:cNvSpPr>
              <a:spLocks noGrp="1"/>
            </p:cNvSpPr>
            <p:nvPr/>
          </p:nvSpPr>
          <p:spPr>
            <a:xfrm>
              <a:off x="6014233" y="3312105"/>
              <a:ext cx="36097" cy="94674"/>
            </a:xfrm>
            <a:custGeom>
              <a:avLst/>
              <a:gdLst/>
              <a:ahLst/>
              <a:cxnLst/>
              <a:rect l="0" t="0" r="0" b="0"/>
              <a:pathLst>
                <a:path w="36097" h="94674">
                  <a:moveTo>
                    <a:pt x="0" y="94674"/>
                  </a:moveTo>
                  <a:lnTo>
                    <a:pt x="3609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81" name="Candidate_receptor__2999">
              <a:extLst>
                <a:ext uri="{FF2B5EF4-FFF2-40B4-BE49-F238E27FC236}">
                  <a16:creationId xmlns:a16="http://schemas.microsoft.com/office/drawing/2014/main" id="{38C1CBA5-CEBA-5CAC-15C1-77BA7A27384C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88593"/>
              <a:ext cx="4806" cy="2803"/>
            </a:xfrm>
            <a:custGeom>
              <a:avLst/>
              <a:gdLst/>
              <a:ahLst/>
              <a:cxnLst/>
              <a:rect l="0" t="0" r="0" b="0"/>
              <a:pathLst>
                <a:path w="4806" h="2803">
                  <a:moveTo>
                    <a:pt x="0" y="2803"/>
                  </a:moveTo>
                  <a:lnTo>
                    <a:pt x="4806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52682" name="Candidate_receptor__3000">
              <a:extLst>
                <a:ext uri="{FF2B5EF4-FFF2-40B4-BE49-F238E27FC236}">
                  <a16:creationId xmlns:a16="http://schemas.microsoft.com/office/drawing/2014/main" id="{30127CA4-899D-3370-D61A-FE71551E1791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2780"/>
              <a:ext cx="22631" cy="6274"/>
            </a:xfrm>
            <a:custGeom>
              <a:avLst/>
              <a:gdLst/>
              <a:ahLst/>
              <a:cxnLst/>
              <a:rect l="0" t="0" r="0" b="0"/>
              <a:pathLst>
                <a:path w="22631" h="6274">
                  <a:moveTo>
                    <a:pt x="0" y="6274"/>
                  </a:moveTo>
                  <a:lnTo>
                    <a:pt x="22631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52683" name="Candidate_receptor__3001">
              <a:extLst>
                <a:ext uri="{FF2B5EF4-FFF2-40B4-BE49-F238E27FC236}">
                  <a16:creationId xmlns:a16="http://schemas.microsoft.com/office/drawing/2014/main" id="{49BD93F9-8564-3050-F62D-AF654E14DC77}"/>
                </a:ext>
              </a:extLst>
            </p:cNvPr>
            <p:cNvSpPr>
              <a:spLocks noGrp="1"/>
            </p:cNvSpPr>
            <p:nvPr/>
          </p:nvSpPr>
          <p:spPr>
            <a:xfrm>
              <a:off x="6245916" y="4136652"/>
              <a:ext cx="3970" cy="114997"/>
            </a:xfrm>
            <a:custGeom>
              <a:avLst/>
              <a:gdLst/>
              <a:ahLst/>
              <a:cxnLst/>
              <a:rect l="0" t="0" r="0" b="0"/>
              <a:pathLst>
                <a:path w="3970" h="114997">
                  <a:moveTo>
                    <a:pt x="0" y="114997"/>
                  </a:moveTo>
                  <a:lnTo>
                    <a:pt x="397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52684" name="Candidate_receptor__3002">
              <a:extLst>
                <a:ext uri="{FF2B5EF4-FFF2-40B4-BE49-F238E27FC236}">
                  <a16:creationId xmlns:a16="http://schemas.microsoft.com/office/drawing/2014/main" id="{07AEA353-D1A1-A2BC-34FF-D2CB49074D30}"/>
                </a:ext>
              </a:extLst>
            </p:cNvPr>
            <p:cNvSpPr>
              <a:spLocks noGrp="1"/>
            </p:cNvSpPr>
            <p:nvPr/>
          </p:nvSpPr>
          <p:spPr>
            <a:xfrm>
              <a:off x="5883437" y="3604555"/>
              <a:ext cx="50430" cy="73846"/>
            </a:xfrm>
            <a:custGeom>
              <a:avLst/>
              <a:gdLst/>
              <a:ahLst/>
              <a:cxnLst/>
              <a:rect l="0" t="0" r="0" b="0"/>
              <a:pathLst>
                <a:path w="50430" h="73846">
                  <a:moveTo>
                    <a:pt x="50430" y="73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52685" name="Candidate_receptor__3003">
              <a:extLst>
                <a:ext uri="{FF2B5EF4-FFF2-40B4-BE49-F238E27FC236}">
                  <a16:creationId xmlns:a16="http://schemas.microsoft.com/office/drawing/2014/main" id="{5C40C2F9-7F53-1D49-24C6-E8B05C088D77}"/>
                </a:ext>
              </a:extLst>
            </p:cNvPr>
            <p:cNvSpPr>
              <a:spLocks noGrp="1"/>
            </p:cNvSpPr>
            <p:nvPr/>
          </p:nvSpPr>
          <p:spPr>
            <a:xfrm>
              <a:off x="4997756" y="5161625"/>
              <a:ext cx="4465" cy="112195"/>
            </a:xfrm>
            <a:custGeom>
              <a:avLst/>
              <a:gdLst/>
              <a:ahLst/>
              <a:cxnLst/>
              <a:rect l="0" t="0" r="0" b="0"/>
              <a:pathLst>
                <a:path w="4465" h="112195">
                  <a:moveTo>
                    <a:pt x="4465" y="0"/>
                  </a:moveTo>
                  <a:lnTo>
                    <a:pt x="0" y="112195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52686" name="Candidate_receptor__3004">
              <a:extLst>
                <a:ext uri="{FF2B5EF4-FFF2-40B4-BE49-F238E27FC236}">
                  <a16:creationId xmlns:a16="http://schemas.microsoft.com/office/drawing/2014/main" id="{AE194E3C-263D-285B-BCE6-21C73B0DBEA5}"/>
                </a:ext>
              </a:extLst>
            </p:cNvPr>
            <p:cNvSpPr>
              <a:spLocks noGrp="1"/>
            </p:cNvSpPr>
            <p:nvPr/>
          </p:nvSpPr>
          <p:spPr>
            <a:xfrm>
              <a:off x="4766652" y="3104764"/>
              <a:ext cx="104685" cy="28860"/>
            </a:xfrm>
            <a:custGeom>
              <a:avLst/>
              <a:gdLst/>
              <a:ahLst/>
              <a:cxnLst/>
              <a:rect l="0" t="0" r="0" b="0"/>
              <a:pathLst>
                <a:path w="104685" h="28860">
                  <a:moveTo>
                    <a:pt x="104685" y="2886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52687" name="Candidate_receptor__3005">
              <a:extLst>
                <a:ext uri="{FF2B5EF4-FFF2-40B4-BE49-F238E27FC236}">
                  <a16:creationId xmlns:a16="http://schemas.microsoft.com/office/drawing/2014/main" id="{205FF68D-36A0-AB90-2114-BEA7DC9DAF9C}"/>
                </a:ext>
              </a:extLst>
            </p:cNvPr>
            <p:cNvSpPr>
              <a:spLocks noGrp="1"/>
            </p:cNvSpPr>
            <p:nvPr/>
          </p:nvSpPr>
          <p:spPr>
            <a:xfrm>
              <a:off x="5649367" y="4125241"/>
              <a:ext cx="49905" cy="102359"/>
            </a:xfrm>
            <a:custGeom>
              <a:avLst/>
              <a:gdLst/>
              <a:ahLst/>
              <a:cxnLst/>
              <a:rect l="0" t="0" r="0" b="0"/>
              <a:pathLst>
                <a:path w="49905" h="102359">
                  <a:moveTo>
                    <a:pt x="0" y="102359"/>
                  </a:moveTo>
                  <a:lnTo>
                    <a:pt x="49905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52688" name="Candidate_receptor__3006">
              <a:extLst>
                <a:ext uri="{FF2B5EF4-FFF2-40B4-BE49-F238E27FC236}">
                  <a16:creationId xmlns:a16="http://schemas.microsoft.com/office/drawing/2014/main" id="{89F551F4-2D6A-6CEC-CE80-C07C6969C99F}"/>
                </a:ext>
              </a:extLst>
            </p:cNvPr>
            <p:cNvSpPr>
              <a:spLocks noGrp="1"/>
            </p:cNvSpPr>
            <p:nvPr/>
          </p:nvSpPr>
          <p:spPr>
            <a:xfrm>
              <a:off x="5709073" y="3796396"/>
              <a:ext cx="54509" cy="99990"/>
            </a:xfrm>
            <a:custGeom>
              <a:avLst/>
              <a:gdLst/>
              <a:ahLst/>
              <a:cxnLst/>
              <a:rect l="0" t="0" r="0" b="0"/>
              <a:pathLst>
                <a:path w="54509" h="99990">
                  <a:moveTo>
                    <a:pt x="0" y="0"/>
                  </a:moveTo>
                  <a:lnTo>
                    <a:pt x="54509" y="9999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52689" name="Candidate_receptor__3007">
              <a:extLst>
                <a:ext uri="{FF2B5EF4-FFF2-40B4-BE49-F238E27FC236}">
                  <a16:creationId xmlns:a16="http://schemas.microsoft.com/office/drawing/2014/main" id="{38186002-2487-0DD3-AE89-F8AAAEE965EA}"/>
                </a:ext>
              </a:extLst>
            </p:cNvPr>
            <p:cNvSpPr>
              <a:spLocks noGrp="1"/>
            </p:cNvSpPr>
            <p:nvPr/>
          </p:nvSpPr>
          <p:spPr>
            <a:xfrm>
              <a:off x="4453511" y="2365762"/>
              <a:ext cx="57694" cy="37238"/>
            </a:xfrm>
            <a:custGeom>
              <a:avLst/>
              <a:gdLst/>
              <a:ahLst/>
              <a:cxnLst/>
              <a:rect l="0" t="0" r="0" b="0"/>
              <a:pathLst>
                <a:path w="57694" h="37238">
                  <a:moveTo>
                    <a:pt x="0" y="0"/>
                  </a:moveTo>
                  <a:lnTo>
                    <a:pt x="57694" y="37238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52690" name="Candidate_receptor__3008">
              <a:extLst>
                <a:ext uri="{FF2B5EF4-FFF2-40B4-BE49-F238E27FC236}">
                  <a16:creationId xmlns:a16="http://schemas.microsoft.com/office/drawing/2014/main" id="{F730EA9D-D042-616E-B6AF-D8F2021D00BF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955909"/>
              <a:ext cx="30509" cy="52566"/>
            </a:xfrm>
            <a:custGeom>
              <a:avLst/>
              <a:gdLst/>
              <a:ahLst/>
              <a:cxnLst/>
              <a:rect l="0" t="0" r="0" b="0"/>
              <a:pathLst>
                <a:path w="30509" h="52566">
                  <a:moveTo>
                    <a:pt x="0" y="0"/>
                  </a:moveTo>
                  <a:lnTo>
                    <a:pt x="30509" y="52566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52691" name="Candidate_receptor__3009">
              <a:extLst>
                <a:ext uri="{FF2B5EF4-FFF2-40B4-BE49-F238E27FC236}">
                  <a16:creationId xmlns:a16="http://schemas.microsoft.com/office/drawing/2014/main" id="{C7B6757E-FCAD-E65E-1437-463E8C819A14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03925"/>
              <a:ext cx="12224" cy="83629"/>
            </a:xfrm>
            <a:custGeom>
              <a:avLst/>
              <a:gdLst/>
              <a:ahLst/>
              <a:cxnLst/>
              <a:rect l="0" t="0" r="0" b="0"/>
              <a:pathLst>
                <a:path w="12224" h="83629">
                  <a:moveTo>
                    <a:pt x="12224" y="0"/>
                  </a:moveTo>
                  <a:lnTo>
                    <a:pt x="0" y="83629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52692" name="Candidate_receptor__3010">
              <a:extLst>
                <a:ext uri="{FF2B5EF4-FFF2-40B4-BE49-F238E27FC236}">
                  <a16:creationId xmlns:a16="http://schemas.microsoft.com/office/drawing/2014/main" id="{67196762-D503-9412-46A0-2F7D6EB5F701}"/>
                </a:ext>
              </a:extLst>
            </p:cNvPr>
            <p:cNvSpPr>
              <a:spLocks noGrp="1"/>
            </p:cNvSpPr>
            <p:nvPr/>
          </p:nvSpPr>
          <p:spPr>
            <a:xfrm>
              <a:off x="5072348" y="2184438"/>
              <a:ext cx="50641" cy="101346"/>
            </a:xfrm>
            <a:custGeom>
              <a:avLst/>
              <a:gdLst/>
              <a:ahLst/>
              <a:cxnLst/>
              <a:rect l="0" t="0" r="0" b="0"/>
              <a:pathLst>
                <a:path w="50641" h="101346">
                  <a:moveTo>
                    <a:pt x="0" y="101346"/>
                  </a:moveTo>
                  <a:lnTo>
                    <a:pt x="50641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52693" name="Candidate_receptor__3011">
              <a:extLst>
                <a:ext uri="{FF2B5EF4-FFF2-40B4-BE49-F238E27FC236}">
                  <a16:creationId xmlns:a16="http://schemas.microsoft.com/office/drawing/2014/main" id="{A521BA66-9F6A-C896-74B8-D8159079F749}"/>
                </a:ext>
              </a:extLst>
            </p:cNvPr>
            <p:cNvSpPr>
              <a:spLocks noGrp="1"/>
            </p:cNvSpPr>
            <p:nvPr/>
          </p:nvSpPr>
          <p:spPr>
            <a:xfrm>
              <a:off x="4643252" y="3816953"/>
              <a:ext cx="30594" cy="28952"/>
            </a:xfrm>
            <a:custGeom>
              <a:avLst/>
              <a:gdLst/>
              <a:ahLst/>
              <a:cxnLst/>
              <a:rect l="0" t="0" r="0" b="0"/>
              <a:pathLst>
                <a:path w="30594" h="28952">
                  <a:moveTo>
                    <a:pt x="0" y="28952"/>
                  </a:moveTo>
                  <a:lnTo>
                    <a:pt x="30594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52694" name="Candidate_receptor__3012">
              <a:extLst>
                <a:ext uri="{FF2B5EF4-FFF2-40B4-BE49-F238E27FC236}">
                  <a16:creationId xmlns:a16="http://schemas.microsoft.com/office/drawing/2014/main" id="{89B075C4-1D82-C36C-CC58-71AAEE27F82B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68156" cy="89092"/>
            </a:xfrm>
            <a:custGeom>
              <a:avLst/>
              <a:gdLst/>
              <a:ahLst/>
              <a:cxnLst/>
              <a:rect l="0" t="0" r="0" b="0"/>
              <a:pathLst>
                <a:path w="68156" h="89092">
                  <a:moveTo>
                    <a:pt x="0" y="0"/>
                  </a:moveTo>
                  <a:lnTo>
                    <a:pt x="68156" y="89092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52695" name="Candidate_receptor__3013">
              <a:extLst>
                <a:ext uri="{FF2B5EF4-FFF2-40B4-BE49-F238E27FC236}">
                  <a16:creationId xmlns:a16="http://schemas.microsoft.com/office/drawing/2014/main" id="{8D257938-E00C-D179-E41E-20B9A241E9DA}"/>
                </a:ext>
              </a:extLst>
            </p:cNvPr>
            <p:cNvSpPr>
              <a:spLocks noGrp="1"/>
            </p:cNvSpPr>
            <p:nvPr/>
          </p:nvSpPr>
          <p:spPr>
            <a:xfrm>
              <a:off x="4702957" y="3244104"/>
              <a:ext cx="36641" cy="9791"/>
            </a:xfrm>
            <a:custGeom>
              <a:avLst/>
              <a:gdLst/>
              <a:ahLst/>
              <a:cxnLst/>
              <a:rect l="0" t="0" r="0" b="0"/>
              <a:pathLst>
                <a:path w="36641" h="9791">
                  <a:moveTo>
                    <a:pt x="36641" y="97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696" name="Candidate_receptor__3014">
              <a:extLst>
                <a:ext uri="{FF2B5EF4-FFF2-40B4-BE49-F238E27FC236}">
                  <a16:creationId xmlns:a16="http://schemas.microsoft.com/office/drawing/2014/main" id="{CA3E6593-4A43-A321-CF21-4328DC389D6A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113175" cy="2348"/>
            </a:xfrm>
            <a:custGeom>
              <a:avLst/>
              <a:gdLst/>
              <a:ahLst/>
              <a:cxnLst/>
              <a:rect l="0" t="0" r="0" b="0"/>
              <a:pathLst>
                <a:path w="113175" h="2348">
                  <a:moveTo>
                    <a:pt x="113175" y="23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697" name="Candidate_receptor__3015">
              <a:extLst>
                <a:ext uri="{FF2B5EF4-FFF2-40B4-BE49-F238E27FC236}">
                  <a16:creationId xmlns:a16="http://schemas.microsoft.com/office/drawing/2014/main" id="{188E6B90-4B8A-7BE5-F00A-62C16D741227}"/>
                </a:ext>
              </a:extLst>
            </p:cNvPr>
            <p:cNvSpPr>
              <a:spLocks noGrp="1"/>
            </p:cNvSpPr>
            <p:nvPr/>
          </p:nvSpPr>
          <p:spPr>
            <a:xfrm>
              <a:off x="4401248" y="3302420"/>
              <a:ext cx="56223" cy="100182"/>
            </a:xfrm>
            <a:custGeom>
              <a:avLst/>
              <a:gdLst/>
              <a:ahLst/>
              <a:cxnLst/>
              <a:rect l="0" t="0" r="0" b="0"/>
              <a:pathLst>
                <a:path w="56223" h="100182">
                  <a:moveTo>
                    <a:pt x="0" y="0"/>
                  </a:moveTo>
                  <a:lnTo>
                    <a:pt x="56223" y="100182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698" name="Candidate_receptor__3016">
              <a:extLst>
                <a:ext uri="{FF2B5EF4-FFF2-40B4-BE49-F238E27FC236}">
                  <a16:creationId xmlns:a16="http://schemas.microsoft.com/office/drawing/2014/main" id="{1181A71A-F18F-DA0B-99D7-0FB84CDC1942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531075"/>
              <a:ext cx="50484" cy="100495"/>
            </a:xfrm>
            <a:custGeom>
              <a:avLst/>
              <a:gdLst/>
              <a:ahLst/>
              <a:cxnLst/>
              <a:rect l="0" t="0" r="0" b="0"/>
              <a:pathLst>
                <a:path w="50484" h="100495">
                  <a:moveTo>
                    <a:pt x="50484" y="0"/>
                  </a:moveTo>
                  <a:lnTo>
                    <a:pt x="0" y="100495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699" name="Candidate_receptor__3017">
              <a:extLst>
                <a:ext uri="{FF2B5EF4-FFF2-40B4-BE49-F238E27FC236}">
                  <a16:creationId xmlns:a16="http://schemas.microsoft.com/office/drawing/2014/main" id="{5D40A3C9-FF60-EE83-0776-40045C09F3C1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04750"/>
              <a:ext cx="96341" cy="62144"/>
            </a:xfrm>
            <a:custGeom>
              <a:avLst/>
              <a:gdLst/>
              <a:ahLst/>
              <a:cxnLst/>
              <a:rect l="0" t="0" r="0" b="0"/>
              <a:pathLst>
                <a:path w="96341" h="62144">
                  <a:moveTo>
                    <a:pt x="96341" y="0"/>
                  </a:moveTo>
                  <a:lnTo>
                    <a:pt x="0" y="62144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00" name="Candidate_receptor__3018">
              <a:extLst>
                <a:ext uri="{FF2B5EF4-FFF2-40B4-BE49-F238E27FC236}">
                  <a16:creationId xmlns:a16="http://schemas.microsoft.com/office/drawing/2014/main" id="{DBD86C4F-6782-1E94-B6F4-0D0EC9D4DB08}"/>
                </a:ext>
              </a:extLst>
            </p:cNvPr>
            <p:cNvSpPr>
              <a:spLocks noGrp="1"/>
            </p:cNvSpPr>
            <p:nvPr/>
          </p:nvSpPr>
          <p:spPr>
            <a:xfrm>
              <a:off x="5722191" y="2418823"/>
              <a:ext cx="63125" cy="65079"/>
            </a:xfrm>
            <a:custGeom>
              <a:avLst/>
              <a:gdLst/>
              <a:ahLst/>
              <a:cxnLst/>
              <a:rect l="0" t="0" r="0" b="0"/>
              <a:pathLst>
                <a:path w="63125" h="65079">
                  <a:moveTo>
                    <a:pt x="63125" y="650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701" name="Candidate_receptor__3019">
              <a:extLst>
                <a:ext uri="{FF2B5EF4-FFF2-40B4-BE49-F238E27FC236}">
                  <a16:creationId xmlns:a16="http://schemas.microsoft.com/office/drawing/2014/main" id="{8E0F83FE-364A-B16B-24FE-0A3F74327302}"/>
                </a:ext>
              </a:extLst>
            </p:cNvPr>
            <p:cNvSpPr>
              <a:spLocks noGrp="1"/>
            </p:cNvSpPr>
            <p:nvPr/>
          </p:nvSpPr>
          <p:spPr>
            <a:xfrm>
              <a:off x="4871337" y="3133624"/>
              <a:ext cx="60892" cy="72477"/>
            </a:xfrm>
            <a:custGeom>
              <a:avLst/>
              <a:gdLst/>
              <a:ahLst/>
              <a:cxnLst/>
              <a:rect l="0" t="0" r="0" b="0"/>
              <a:pathLst>
                <a:path w="60892" h="72477">
                  <a:moveTo>
                    <a:pt x="60892" y="7247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702" name="Candidate_receptor__3020">
              <a:extLst>
                <a:ext uri="{FF2B5EF4-FFF2-40B4-BE49-F238E27FC236}">
                  <a16:creationId xmlns:a16="http://schemas.microsoft.com/office/drawing/2014/main" id="{03477EED-0EE2-BB1A-9E00-F37A76664F6E}"/>
                </a:ext>
              </a:extLst>
            </p:cNvPr>
            <p:cNvSpPr>
              <a:spLocks noGrp="1"/>
            </p:cNvSpPr>
            <p:nvPr/>
          </p:nvSpPr>
          <p:spPr>
            <a:xfrm>
              <a:off x="5036788" y="2066594"/>
              <a:ext cx="86201" cy="117844"/>
            </a:xfrm>
            <a:custGeom>
              <a:avLst/>
              <a:gdLst/>
              <a:ahLst/>
              <a:cxnLst/>
              <a:rect l="0" t="0" r="0" b="0"/>
              <a:pathLst>
                <a:path w="86201" h="117844">
                  <a:moveTo>
                    <a:pt x="86201" y="1178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703" name="Candidate_receptor__3021">
              <a:extLst>
                <a:ext uri="{FF2B5EF4-FFF2-40B4-BE49-F238E27FC236}">
                  <a16:creationId xmlns:a16="http://schemas.microsoft.com/office/drawing/2014/main" id="{0C07BB03-4FBB-3BBA-08FC-088C9E42B376}"/>
                </a:ext>
              </a:extLst>
            </p:cNvPr>
            <p:cNvSpPr>
              <a:spLocks noGrp="1"/>
            </p:cNvSpPr>
            <p:nvPr/>
          </p:nvSpPr>
          <p:spPr>
            <a:xfrm>
              <a:off x="5633865" y="2223884"/>
              <a:ext cx="3116" cy="44061"/>
            </a:xfrm>
            <a:custGeom>
              <a:avLst/>
              <a:gdLst/>
              <a:ahLst/>
              <a:cxnLst/>
              <a:rect l="0" t="0" r="0" b="0"/>
              <a:pathLst>
                <a:path w="3116" h="44061">
                  <a:moveTo>
                    <a:pt x="0" y="0"/>
                  </a:moveTo>
                  <a:lnTo>
                    <a:pt x="3116" y="4406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704" name="Candidate_receptor__3022">
              <a:extLst>
                <a:ext uri="{FF2B5EF4-FFF2-40B4-BE49-F238E27FC236}">
                  <a16:creationId xmlns:a16="http://schemas.microsoft.com/office/drawing/2014/main" id="{D1979EB5-B066-FF7B-8CFA-BA7A324804A1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76025" cy="61541"/>
            </a:xfrm>
            <a:custGeom>
              <a:avLst/>
              <a:gdLst/>
              <a:ahLst/>
              <a:cxnLst/>
              <a:rect l="0" t="0" r="0" b="0"/>
              <a:pathLst>
                <a:path w="76025" h="61541">
                  <a:moveTo>
                    <a:pt x="0" y="0"/>
                  </a:moveTo>
                  <a:lnTo>
                    <a:pt x="76025" y="6154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705" name="Candidate_receptor__3023">
              <a:extLst>
                <a:ext uri="{FF2B5EF4-FFF2-40B4-BE49-F238E27FC236}">
                  <a16:creationId xmlns:a16="http://schemas.microsoft.com/office/drawing/2014/main" id="{7A960BE3-8DB3-1E43-CDAC-48FB62DA4918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98022"/>
              <a:ext cx="35663" cy="1493"/>
            </a:xfrm>
            <a:custGeom>
              <a:avLst/>
              <a:gdLst/>
              <a:ahLst/>
              <a:cxnLst/>
              <a:rect l="0" t="0" r="0" b="0"/>
              <a:pathLst>
                <a:path w="35663" h="1493">
                  <a:moveTo>
                    <a:pt x="35663" y="0"/>
                  </a:moveTo>
                  <a:lnTo>
                    <a:pt x="0" y="1493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06" name="Candidate_receptor__3024">
              <a:extLst>
                <a:ext uri="{FF2B5EF4-FFF2-40B4-BE49-F238E27FC236}">
                  <a16:creationId xmlns:a16="http://schemas.microsoft.com/office/drawing/2014/main" id="{7F86CA72-BF64-5E25-14F5-B5D35BD22387}"/>
                </a:ext>
              </a:extLst>
            </p:cNvPr>
            <p:cNvSpPr>
              <a:spLocks noGrp="1"/>
            </p:cNvSpPr>
            <p:nvPr/>
          </p:nvSpPr>
          <p:spPr>
            <a:xfrm>
              <a:off x="4840334" y="2542315"/>
              <a:ext cx="102918" cy="46686"/>
            </a:xfrm>
            <a:custGeom>
              <a:avLst/>
              <a:gdLst/>
              <a:ahLst/>
              <a:cxnLst/>
              <a:rect l="0" t="0" r="0" b="0"/>
              <a:pathLst>
                <a:path w="102918" h="46686">
                  <a:moveTo>
                    <a:pt x="0" y="46686"/>
                  </a:moveTo>
                  <a:lnTo>
                    <a:pt x="10291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07" name="Candidate_receptor__3025">
              <a:extLst>
                <a:ext uri="{FF2B5EF4-FFF2-40B4-BE49-F238E27FC236}">
                  <a16:creationId xmlns:a16="http://schemas.microsoft.com/office/drawing/2014/main" id="{73457D7A-FB6B-D670-D3BE-3EFDD325F1D9}"/>
                </a:ext>
              </a:extLst>
            </p:cNvPr>
            <p:cNvSpPr>
              <a:spLocks noGrp="1"/>
            </p:cNvSpPr>
            <p:nvPr/>
          </p:nvSpPr>
          <p:spPr>
            <a:xfrm>
              <a:off x="5026150" y="3378518"/>
              <a:ext cx="87235" cy="50246"/>
            </a:xfrm>
            <a:custGeom>
              <a:avLst/>
              <a:gdLst/>
              <a:ahLst/>
              <a:cxnLst/>
              <a:rect l="0" t="0" r="0" b="0"/>
              <a:pathLst>
                <a:path w="87235" h="50246">
                  <a:moveTo>
                    <a:pt x="0" y="0"/>
                  </a:moveTo>
                  <a:lnTo>
                    <a:pt x="87235" y="5024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08" name="Candidate_receptor__3026">
              <a:extLst>
                <a:ext uri="{FF2B5EF4-FFF2-40B4-BE49-F238E27FC236}">
                  <a16:creationId xmlns:a16="http://schemas.microsoft.com/office/drawing/2014/main" id="{52DFDCBF-11DA-6F12-7624-4B16375081D9}"/>
                </a:ext>
              </a:extLst>
            </p:cNvPr>
            <p:cNvSpPr>
              <a:spLocks noGrp="1"/>
            </p:cNvSpPr>
            <p:nvPr/>
          </p:nvSpPr>
          <p:spPr>
            <a:xfrm>
              <a:off x="6508535" y="4316316"/>
              <a:ext cx="55770" cy="95228"/>
            </a:xfrm>
            <a:custGeom>
              <a:avLst/>
              <a:gdLst/>
              <a:ahLst/>
              <a:cxnLst/>
              <a:rect l="0" t="0" r="0" b="0"/>
              <a:pathLst>
                <a:path w="55770" h="95228">
                  <a:moveTo>
                    <a:pt x="0" y="95228"/>
                  </a:moveTo>
                  <a:lnTo>
                    <a:pt x="5577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09" name="Candidate_receptor__3027">
              <a:extLst>
                <a:ext uri="{FF2B5EF4-FFF2-40B4-BE49-F238E27FC236}">
                  <a16:creationId xmlns:a16="http://schemas.microsoft.com/office/drawing/2014/main" id="{CB84CC8D-9497-FAA7-C06E-A72A97C50A34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4346"/>
              <a:ext cx="60508" cy="3468"/>
            </a:xfrm>
            <a:custGeom>
              <a:avLst/>
              <a:gdLst/>
              <a:ahLst/>
              <a:cxnLst/>
              <a:rect l="0" t="0" r="0" b="0"/>
              <a:pathLst>
                <a:path w="60508" h="3468">
                  <a:moveTo>
                    <a:pt x="0" y="3468"/>
                  </a:moveTo>
                  <a:lnTo>
                    <a:pt x="6050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10" name="Candidate_receptor__3028">
              <a:extLst>
                <a:ext uri="{FF2B5EF4-FFF2-40B4-BE49-F238E27FC236}">
                  <a16:creationId xmlns:a16="http://schemas.microsoft.com/office/drawing/2014/main" id="{D9A94CCE-F014-E568-4D35-ADF552C6D720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33445" cy="11287"/>
            </a:xfrm>
            <a:custGeom>
              <a:avLst/>
              <a:gdLst/>
              <a:ahLst/>
              <a:cxnLst/>
              <a:rect l="0" t="0" r="0" b="0"/>
              <a:pathLst>
                <a:path w="33445" h="11287">
                  <a:moveTo>
                    <a:pt x="33445" y="11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711" name="Candidate_receptor__3029">
              <a:extLst>
                <a:ext uri="{FF2B5EF4-FFF2-40B4-BE49-F238E27FC236}">
                  <a16:creationId xmlns:a16="http://schemas.microsoft.com/office/drawing/2014/main" id="{95CCCE7E-3157-2A7F-2787-F9F27504A3A7}"/>
                </a:ext>
              </a:extLst>
            </p:cNvPr>
            <p:cNvSpPr>
              <a:spLocks noGrp="1"/>
            </p:cNvSpPr>
            <p:nvPr/>
          </p:nvSpPr>
          <p:spPr>
            <a:xfrm>
              <a:off x="5303241" y="3194540"/>
              <a:ext cx="87205" cy="76996"/>
            </a:xfrm>
            <a:custGeom>
              <a:avLst/>
              <a:gdLst/>
              <a:ahLst/>
              <a:cxnLst/>
              <a:rect l="0" t="0" r="0" b="0"/>
              <a:pathLst>
                <a:path w="87205" h="76996">
                  <a:moveTo>
                    <a:pt x="87205" y="76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12" name="Candidate_receptor__3030">
              <a:extLst>
                <a:ext uri="{FF2B5EF4-FFF2-40B4-BE49-F238E27FC236}">
                  <a16:creationId xmlns:a16="http://schemas.microsoft.com/office/drawing/2014/main" id="{12B7747A-A03F-5C6A-6F08-62B8BE04F2E7}"/>
                </a:ext>
              </a:extLst>
            </p:cNvPr>
            <p:cNvSpPr>
              <a:spLocks noGrp="1"/>
            </p:cNvSpPr>
            <p:nvPr/>
          </p:nvSpPr>
          <p:spPr>
            <a:xfrm>
              <a:off x="4377065" y="3402602"/>
              <a:ext cx="80406" cy="75159"/>
            </a:xfrm>
            <a:custGeom>
              <a:avLst/>
              <a:gdLst/>
              <a:ahLst/>
              <a:cxnLst/>
              <a:rect l="0" t="0" r="0" b="0"/>
              <a:pathLst>
                <a:path w="80406" h="75159">
                  <a:moveTo>
                    <a:pt x="80406" y="0"/>
                  </a:moveTo>
                  <a:lnTo>
                    <a:pt x="0" y="7515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13" name="Candidate_receptor__3031">
              <a:extLst>
                <a:ext uri="{FF2B5EF4-FFF2-40B4-BE49-F238E27FC236}">
                  <a16:creationId xmlns:a16="http://schemas.microsoft.com/office/drawing/2014/main" id="{063FB7A5-4001-98F9-E4F3-2CDFF025BA07}"/>
                </a:ext>
              </a:extLst>
            </p:cNvPr>
            <p:cNvSpPr>
              <a:spLocks noGrp="1"/>
            </p:cNvSpPr>
            <p:nvPr/>
          </p:nvSpPr>
          <p:spPr>
            <a:xfrm>
              <a:off x="5834623" y="3374479"/>
              <a:ext cx="69318" cy="3968"/>
            </a:xfrm>
            <a:custGeom>
              <a:avLst/>
              <a:gdLst/>
              <a:ahLst/>
              <a:cxnLst/>
              <a:rect l="0" t="0" r="0" b="0"/>
              <a:pathLst>
                <a:path w="69318" h="3968">
                  <a:moveTo>
                    <a:pt x="0" y="0"/>
                  </a:moveTo>
                  <a:lnTo>
                    <a:pt x="69318" y="3968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14" name="Candidate_receptor__3032">
              <a:extLst>
                <a:ext uri="{FF2B5EF4-FFF2-40B4-BE49-F238E27FC236}">
                  <a16:creationId xmlns:a16="http://schemas.microsoft.com/office/drawing/2014/main" id="{9B1E0A7E-8215-47FB-D99E-D05160209B70}"/>
                </a:ext>
              </a:extLst>
            </p:cNvPr>
            <p:cNvSpPr>
              <a:spLocks noGrp="1"/>
            </p:cNvSpPr>
            <p:nvPr/>
          </p:nvSpPr>
          <p:spPr>
            <a:xfrm>
              <a:off x="4969421" y="4380807"/>
              <a:ext cx="37806" cy="92174"/>
            </a:xfrm>
            <a:custGeom>
              <a:avLst/>
              <a:gdLst/>
              <a:ahLst/>
              <a:cxnLst/>
              <a:rect l="0" t="0" r="0" b="0"/>
              <a:pathLst>
                <a:path w="37806" h="92174">
                  <a:moveTo>
                    <a:pt x="0" y="92174"/>
                  </a:moveTo>
                  <a:lnTo>
                    <a:pt x="3780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15" name="Candidate_receptor__3033">
              <a:extLst>
                <a:ext uri="{FF2B5EF4-FFF2-40B4-BE49-F238E27FC236}">
                  <a16:creationId xmlns:a16="http://schemas.microsoft.com/office/drawing/2014/main" id="{0F716A1B-0C46-B0FD-7DE2-8D2E2C9B7B8D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32576"/>
              <a:ext cx="71795" cy="52051"/>
            </a:xfrm>
            <a:custGeom>
              <a:avLst/>
              <a:gdLst/>
              <a:ahLst/>
              <a:cxnLst/>
              <a:rect l="0" t="0" r="0" b="0"/>
              <a:pathLst>
                <a:path w="71795" h="52051">
                  <a:moveTo>
                    <a:pt x="0" y="52051"/>
                  </a:moveTo>
                  <a:lnTo>
                    <a:pt x="7179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16" name="Candidate_receptor__3034">
              <a:extLst>
                <a:ext uri="{FF2B5EF4-FFF2-40B4-BE49-F238E27FC236}">
                  <a16:creationId xmlns:a16="http://schemas.microsoft.com/office/drawing/2014/main" id="{5E9D8981-3D2C-5495-234C-41F21E36D637}"/>
                </a:ext>
              </a:extLst>
            </p:cNvPr>
            <p:cNvSpPr>
              <a:spLocks noGrp="1"/>
            </p:cNvSpPr>
            <p:nvPr/>
          </p:nvSpPr>
          <p:spPr>
            <a:xfrm>
              <a:off x="5927376" y="4390751"/>
              <a:ext cx="101266" cy="11437"/>
            </a:xfrm>
            <a:custGeom>
              <a:avLst/>
              <a:gdLst/>
              <a:ahLst/>
              <a:cxnLst/>
              <a:rect l="0" t="0" r="0" b="0"/>
              <a:pathLst>
                <a:path w="101266" h="11437">
                  <a:moveTo>
                    <a:pt x="0" y="11437"/>
                  </a:moveTo>
                  <a:lnTo>
                    <a:pt x="10126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17" name="Candidate_receptor__3035">
              <a:extLst>
                <a:ext uri="{FF2B5EF4-FFF2-40B4-BE49-F238E27FC236}">
                  <a16:creationId xmlns:a16="http://schemas.microsoft.com/office/drawing/2014/main" id="{B8E5464C-1936-873D-08E7-3D78064E0129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53447"/>
              <a:ext cx="16204" cy="28015"/>
            </a:xfrm>
            <a:custGeom>
              <a:avLst/>
              <a:gdLst/>
              <a:ahLst/>
              <a:cxnLst/>
              <a:rect l="0" t="0" r="0" b="0"/>
              <a:pathLst>
                <a:path w="16204" h="28015">
                  <a:moveTo>
                    <a:pt x="16204" y="28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718" name="Candidate_receptor__3036">
              <a:extLst>
                <a:ext uri="{FF2B5EF4-FFF2-40B4-BE49-F238E27FC236}">
                  <a16:creationId xmlns:a16="http://schemas.microsoft.com/office/drawing/2014/main" id="{E8DFBFD3-99D2-3FBE-7B66-3DF1A519930B}"/>
                </a:ext>
              </a:extLst>
            </p:cNvPr>
            <p:cNvSpPr>
              <a:spLocks noGrp="1"/>
            </p:cNvSpPr>
            <p:nvPr/>
          </p:nvSpPr>
          <p:spPr>
            <a:xfrm>
              <a:off x="5330078" y="3271536"/>
              <a:ext cx="60368" cy="97788"/>
            </a:xfrm>
            <a:custGeom>
              <a:avLst/>
              <a:gdLst/>
              <a:ahLst/>
              <a:cxnLst/>
              <a:rect l="0" t="0" r="0" b="0"/>
              <a:pathLst>
                <a:path w="60368" h="97788">
                  <a:moveTo>
                    <a:pt x="0" y="97788"/>
                  </a:moveTo>
                  <a:lnTo>
                    <a:pt x="6036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19" name="Candidate_receptor__3037">
              <a:extLst>
                <a:ext uri="{FF2B5EF4-FFF2-40B4-BE49-F238E27FC236}">
                  <a16:creationId xmlns:a16="http://schemas.microsoft.com/office/drawing/2014/main" id="{CF05907E-124E-F099-A107-51B1FB080620}"/>
                </a:ext>
              </a:extLst>
            </p:cNvPr>
            <p:cNvSpPr>
              <a:spLocks noGrp="1"/>
            </p:cNvSpPr>
            <p:nvPr/>
          </p:nvSpPr>
          <p:spPr>
            <a:xfrm>
              <a:off x="4874423" y="4804211"/>
              <a:ext cx="56032" cy="69089"/>
            </a:xfrm>
            <a:custGeom>
              <a:avLst/>
              <a:gdLst/>
              <a:ahLst/>
              <a:cxnLst/>
              <a:rect l="0" t="0" r="0" b="0"/>
              <a:pathLst>
                <a:path w="56032" h="69089">
                  <a:moveTo>
                    <a:pt x="56032" y="0"/>
                  </a:moveTo>
                  <a:lnTo>
                    <a:pt x="0" y="6908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20" name="Candidate_receptor__3038">
              <a:extLst>
                <a:ext uri="{FF2B5EF4-FFF2-40B4-BE49-F238E27FC236}">
                  <a16:creationId xmlns:a16="http://schemas.microsoft.com/office/drawing/2014/main" id="{ED44B075-EE9D-B2C3-938C-2CCC80606F4B}"/>
                </a:ext>
              </a:extLst>
            </p:cNvPr>
            <p:cNvSpPr>
              <a:spLocks noGrp="1"/>
            </p:cNvSpPr>
            <p:nvPr/>
          </p:nvSpPr>
          <p:spPr>
            <a:xfrm>
              <a:off x="4934884" y="4304750"/>
              <a:ext cx="72343" cy="76057"/>
            </a:xfrm>
            <a:custGeom>
              <a:avLst/>
              <a:gdLst/>
              <a:ahLst/>
              <a:cxnLst/>
              <a:rect l="0" t="0" r="0" b="0"/>
              <a:pathLst>
                <a:path w="72343" h="76057">
                  <a:moveTo>
                    <a:pt x="72343" y="760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21" name="Candidate_receptor__3039">
              <a:extLst>
                <a:ext uri="{FF2B5EF4-FFF2-40B4-BE49-F238E27FC236}">
                  <a16:creationId xmlns:a16="http://schemas.microsoft.com/office/drawing/2014/main" id="{3CD3C3EF-DCCE-C808-DEDB-4A6048AEE9CC}"/>
                </a:ext>
              </a:extLst>
            </p:cNvPr>
            <p:cNvSpPr>
              <a:spLocks noGrp="1"/>
            </p:cNvSpPr>
            <p:nvPr/>
          </p:nvSpPr>
          <p:spPr>
            <a:xfrm>
              <a:off x="5226533" y="2464207"/>
              <a:ext cx="56386" cy="43930"/>
            </a:xfrm>
            <a:custGeom>
              <a:avLst/>
              <a:gdLst/>
              <a:ahLst/>
              <a:cxnLst/>
              <a:rect l="0" t="0" r="0" b="0"/>
              <a:pathLst>
                <a:path w="56386" h="43930">
                  <a:moveTo>
                    <a:pt x="0" y="0"/>
                  </a:moveTo>
                  <a:lnTo>
                    <a:pt x="56386" y="4393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22" name="Candidate_receptor__3040">
              <a:extLst>
                <a:ext uri="{FF2B5EF4-FFF2-40B4-BE49-F238E27FC236}">
                  <a16:creationId xmlns:a16="http://schemas.microsoft.com/office/drawing/2014/main" id="{B4D56152-B5CC-361D-5424-AF1D69879735}"/>
                </a:ext>
              </a:extLst>
            </p:cNvPr>
            <p:cNvSpPr>
              <a:spLocks noGrp="1"/>
            </p:cNvSpPr>
            <p:nvPr/>
          </p:nvSpPr>
          <p:spPr>
            <a:xfrm>
              <a:off x="5854856" y="2077175"/>
              <a:ext cx="1098" cy="67052"/>
            </a:xfrm>
            <a:custGeom>
              <a:avLst/>
              <a:gdLst/>
              <a:ahLst/>
              <a:cxnLst/>
              <a:rect l="0" t="0" r="0" b="0"/>
              <a:pathLst>
                <a:path w="1098" h="67052">
                  <a:moveTo>
                    <a:pt x="0" y="67052"/>
                  </a:moveTo>
                  <a:lnTo>
                    <a:pt x="109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23" name="Candidate_receptor__3041">
              <a:extLst>
                <a:ext uri="{FF2B5EF4-FFF2-40B4-BE49-F238E27FC236}">
                  <a16:creationId xmlns:a16="http://schemas.microsoft.com/office/drawing/2014/main" id="{5B2168AC-46AC-BDEE-4401-C77E79592058}"/>
                </a:ext>
              </a:extLst>
            </p:cNvPr>
            <p:cNvSpPr>
              <a:spLocks noGrp="1"/>
            </p:cNvSpPr>
            <p:nvPr/>
          </p:nvSpPr>
          <p:spPr>
            <a:xfrm>
              <a:off x="5458960" y="1531829"/>
              <a:ext cx="7863" cy="100747"/>
            </a:xfrm>
            <a:custGeom>
              <a:avLst/>
              <a:gdLst/>
              <a:ahLst/>
              <a:cxnLst/>
              <a:rect l="0" t="0" r="0" b="0"/>
              <a:pathLst>
                <a:path w="7863" h="100747">
                  <a:moveTo>
                    <a:pt x="7863" y="100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24" name="Candidate_receptor__3042">
              <a:extLst>
                <a:ext uri="{FF2B5EF4-FFF2-40B4-BE49-F238E27FC236}">
                  <a16:creationId xmlns:a16="http://schemas.microsoft.com/office/drawing/2014/main" id="{80AFC673-8157-7DFC-29EC-CCC9A341F2D2}"/>
                </a:ext>
              </a:extLst>
            </p:cNvPr>
            <p:cNvSpPr>
              <a:spLocks noGrp="1"/>
            </p:cNvSpPr>
            <p:nvPr/>
          </p:nvSpPr>
          <p:spPr>
            <a:xfrm>
              <a:off x="6162461" y="3647867"/>
              <a:ext cx="76269" cy="72366"/>
            </a:xfrm>
            <a:custGeom>
              <a:avLst/>
              <a:gdLst/>
              <a:ahLst/>
              <a:cxnLst/>
              <a:rect l="0" t="0" r="0" b="0"/>
              <a:pathLst>
                <a:path w="76269" h="72366">
                  <a:moveTo>
                    <a:pt x="0" y="0"/>
                  </a:moveTo>
                  <a:lnTo>
                    <a:pt x="76269" y="7236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25" name="Candidate_receptor__3043">
              <a:extLst>
                <a:ext uri="{FF2B5EF4-FFF2-40B4-BE49-F238E27FC236}">
                  <a16:creationId xmlns:a16="http://schemas.microsoft.com/office/drawing/2014/main" id="{8D48B1F7-BC88-11D4-6AB3-9562DC53AA5E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3344" cy="37003"/>
            </a:xfrm>
            <a:custGeom>
              <a:avLst/>
              <a:gdLst/>
              <a:ahLst/>
              <a:cxnLst/>
              <a:rect l="0" t="0" r="0" b="0"/>
              <a:pathLst>
                <a:path w="13344" h="37003">
                  <a:moveTo>
                    <a:pt x="0" y="0"/>
                  </a:moveTo>
                  <a:lnTo>
                    <a:pt x="13344" y="37003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726" name="Candidate_receptor__3044">
              <a:extLst>
                <a:ext uri="{FF2B5EF4-FFF2-40B4-BE49-F238E27FC236}">
                  <a16:creationId xmlns:a16="http://schemas.microsoft.com/office/drawing/2014/main" id="{86CB32B4-E5AF-71D6-D0B4-A30019205FA0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755278"/>
              <a:ext cx="70385" cy="84337"/>
            </a:xfrm>
            <a:custGeom>
              <a:avLst/>
              <a:gdLst/>
              <a:ahLst/>
              <a:cxnLst/>
              <a:rect l="0" t="0" r="0" b="0"/>
              <a:pathLst>
                <a:path w="70385" h="84337">
                  <a:moveTo>
                    <a:pt x="0" y="84337"/>
                  </a:moveTo>
                  <a:lnTo>
                    <a:pt x="7038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27" name="Candidate_receptor__3045">
              <a:extLst>
                <a:ext uri="{FF2B5EF4-FFF2-40B4-BE49-F238E27FC236}">
                  <a16:creationId xmlns:a16="http://schemas.microsoft.com/office/drawing/2014/main" id="{1AC595F7-5D3D-5376-7D38-B6C30E1D33B5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758316"/>
              <a:ext cx="23871" cy="81771"/>
            </a:xfrm>
            <a:custGeom>
              <a:avLst/>
              <a:gdLst/>
              <a:ahLst/>
              <a:cxnLst/>
              <a:rect l="0" t="0" r="0" b="0"/>
              <a:pathLst>
                <a:path w="23871" h="81771">
                  <a:moveTo>
                    <a:pt x="0" y="0"/>
                  </a:moveTo>
                  <a:lnTo>
                    <a:pt x="23871" y="8177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728" name="Candidate_receptor__3046">
              <a:extLst>
                <a:ext uri="{FF2B5EF4-FFF2-40B4-BE49-F238E27FC236}">
                  <a16:creationId xmlns:a16="http://schemas.microsoft.com/office/drawing/2014/main" id="{AC8A8AE1-7D80-1694-6431-5F3B05547420}"/>
                </a:ext>
              </a:extLst>
            </p:cNvPr>
            <p:cNvSpPr>
              <a:spLocks noGrp="1"/>
            </p:cNvSpPr>
            <p:nvPr/>
          </p:nvSpPr>
          <p:spPr>
            <a:xfrm>
              <a:off x="5056435" y="2285784"/>
              <a:ext cx="15913" cy="73658"/>
            </a:xfrm>
            <a:custGeom>
              <a:avLst/>
              <a:gdLst/>
              <a:ahLst/>
              <a:cxnLst/>
              <a:rect l="0" t="0" r="0" b="0"/>
              <a:pathLst>
                <a:path w="15913" h="73658">
                  <a:moveTo>
                    <a:pt x="0" y="73658"/>
                  </a:moveTo>
                  <a:lnTo>
                    <a:pt x="159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29" name="Candidate_receptor__3047">
              <a:extLst>
                <a:ext uri="{FF2B5EF4-FFF2-40B4-BE49-F238E27FC236}">
                  <a16:creationId xmlns:a16="http://schemas.microsoft.com/office/drawing/2014/main" id="{9CB24E97-0815-8C81-15B0-DDF39C7DD560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87554"/>
              <a:ext cx="107898" cy="40798"/>
            </a:xfrm>
            <a:custGeom>
              <a:avLst/>
              <a:gdLst/>
              <a:ahLst/>
              <a:cxnLst/>
              <a:rect l="0" t="0" r="0" b="0"/>
              <a:pathLst>
                <a:path w="107898" h="40798">
                  <a:moveTo>
                    <a:pt x="0" y="0"/>
                  </a:moveTo>
                  <a:lnTo>
                    <a:pt x="107898" y="4079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30" name="Candidate_receptor__3048">
              <a:extLst>
                <a:ext uri="{FF2B5EF4-FFF2-40B4-BE49-F238E27FC236}">
                  <a16:creationId xmlns:a16="http://schemas.microsoft.com/office/drawing/2014/main" id="{BB1C7E45-ABB6-D451-9B5E-3688FF46D939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751730"/>
              <a:ext cx="95018" cy="19954"/>
            </a:xfrm>
            <a:custGeom>
              <a:avLst/>
              <a:gdLst/>
              <a:ahLst/>
              <a:cxnLst/>
              <a:rect l="0" t="0" r="0" b="0"/>
              <a:pathLst>
                <a:path w="95018" h="19954">
                  <a:moveTo>
                    <a:pt x="95018" y="19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31" name="Candidate_receptor__3049">
              <a:extLst>
                <a:ext uri="{FF2B5EF4-FFF2-40B4-BE49-F238E27FC236}">
                  <a16:creationId xmlns:a16="http://schemas.microsoft.com/office/drawing/2014/main" id="{2BD3B350-6B6D-EA2F-D1F1-8288790F2055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93177" cy="8963"/>
            </a:xfrm>
            <a:custGeom>
              <a:avLst/>
              <a:gdLst/>
              <a:ahLst/>
              <a:cxnLst/>
              <a:rect l="0" t="0" r="0" b="0"/>
              <a:pathLst>
                <a:path w="93177" h="8963">
                  <a:moveTo>
                    <a:pt x="0" y="0"/>
                  </a:moveTo>
                  <a:lnTo>
                    <a:pt x="93177" y="89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32" name="Candidate_receptor__3050">
              <a:extLst>
                <a:ext uri="{FF2B5EF4-FFF2-40B4-BE49-F238E27FC236}">
                  <a16:creationId xmlns:a16="http://schemas.microsoft.com/office/drawing/2014/main" id="{4F86A90F-B24A-072A-D638-55B4524DA367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96355"/>
              <a:ext cx="25947" cy="37857"/>
            </a:xfrm>
            <a:custGeom>
              <a:avLst/>
              <a:gdLst/>
              <a:ahLst/>
              <a:cxnLst/>
              <a:rect l="0" t="0" r="0" b="0"/>
              <a:pathLst>
                <a:path w="25947" h="37857">
                  <a:moveTo>
                    <a:pt x="25947" y="0"/>
                  </a:moveTo>
                  <a:lnTo>
                    <a:pt x="0" y="378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33" name="Candidate_receptor__3051">
              <a:extLst>
                <a:ext uri="{FF2B5EF4-FFF2-40B4-BE49-F238E27FC236}">
                  <a16:creationId xmlns:a16="http://schemas.microsoft.com/office/drawing/2014/main" id="{CF8D1BFD-2E25-0971-22A9-57BAF2F3ABDA}"/>
                </a:ext>
              </a:extLst>
            </p:cNvPr>
            <p:cNvSpPr>
              <a:spLocks noGrp="1"/>
            </p:cNvSpPr>
            <p:nvPr/>
          </p:nvSpPr>
          <p:spPr>
            <a:xfrm>
              <a:off x="6389733" y="4135537"/>
              <a:ext cx="107544" cy="22830"/>
            </a:xfrm>
            <a:custGeom>
              <a:avLst/>
              <a:gdLst/>
              <a:ahLst/>
              <a:cxnLst/>
              <a:rect l="0" t="0" r="0" b="0"/>
              <a:pathLst>
                <a:path w="107544" h="22830">
                  <a:moveTo>
                    <a:pt x="107544" y="228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34" name="Candidate_receptor__3052">
              <a:extLst>
                <a:ext uri="{FF2B5EF4-FFF2-40B4-BE49-F238E27FC236}">
                  <a16:creationId xmlns:a16="http://schemas.microsoft.com/office/drawing/2014/main" id="{5C80D38E-354E-33D6-3A3B-6569CDE2B63B}"/>
                </a:ext>
              </a:extLst>
            </p:cNvPr>
            <p:cNvSpPr>
              <a:spLocks noGrp="1"/>
            </p:cNvSpPr>
            <p:nvPr/>
          </p:nvSpPr>
          <p:spPr>
            <a:xfrm>
              <a:off x="6095337" y="2934248"/>
              <a:ext cx="7331" cy="81117"/>
            </a:xfrm>
            <a:custGeom>
              <a:avLst/>
              <a:gdLst/>
              <a:ahLst/>
              <a:cxnLst/>
              <a:rect l="0" t="0" r="0" b="0"/>
              <a:pathLst>
                <a:path w="7331" h="81117">
                  <a:moveTo>
                    <a:pt x="0" y="81117"/>
                  </a:moveTo>
                  <a:lnTo>
                    <a:pt x="733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35" name="Candidate_receptor__3053">
              <a:extLst>
                <a:ext uri="{FF2B5EF4-FFF2-40B4-BE49-F238E27FC236}">
                  <a16:creationId xmlns:a16="http://schemas.microsoft.com/office/drawing/2014/main" id="{4D45F63E-1467-3166-F6E2-AA880021B7B3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402187"/>
              <a:ext cx="50451" cy="27556"/>
            </a:xfrm>
            <a:custGeom>
              <a:avLst/>
              <a:gdLst/>
              <a:ahLst/>
              <a:cxnLst/>
              <a:rect l="0" t="0" r="0" b="0"/>
              <a:pathLst>
                <a:path w="50451" h="27556">
                  <a:moveTo>
                    <a:pt x="0" y="27556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36" name="Candidate_receptor__3054">
              <a:extLst>
                <a:ext uri="{FF2B5EF4-FFF2-40B4-BE49-F238E27FC236}">
                  <a16:creationId xmlns:a16="http://schemas.microsoft.com/office/drawing/2014/main" id="{01BC609C-3CBD-FF71-9259-AAB762EE06C5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144226"/>
              <a:ext cx="42202" cy="86863"/>
            </a:xfrm>
            <a:custGeom>
              <a:avLst/>
              <a:gdLst/>
              <a:ahLst/>
              <a:cxnLst/>
              <a:rect l="0" t="0" r="0" b="0"/>
              <a:pathLst>
                <a:path w="42202" h="86863">
                  <a:moveTo>
                    <a:pt x="0" y="86863"/>
                  </a:moveTo>
                  <a:lnTo>
                    <a:pt x="4220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37" name="Candidate_receptor__3055">
              <a:extLst>
                <a:ext uri="{FF2B5EF4-FFF2-40B4-BE49-F238E27FC236}">
                  <a16:creationId xmlns:a16="http://schemas.microsoft.com/office/drawing/2014/main" id="{556139C9-15DF-075D-3494-85E635872790}"/>
                </a:ext>
              </a:extLst>
            </p:cNvPr>
            <p:cNvSpPr>
              <a:spLocks noGrp="1"/>
            </p:cNvSpPr>
            <p:nvPr/>
          </p:nvSpPr>
          <p:spPr>
            <a:xfrm>
              <a:off x="4542033" y="3970967"/>
              <a:ext cx="41724" cy="96572"/>
            </a:xfrm>
            <a:custGeom>
              <a:avLst/>
              <a:gdLst/>
              <a:ahLst/>
              <a:cxnLst/>
              <a:rect l="0" t="0" r="0" b="0"/>
              <a:pathLst>
                <a:path w="41724" h="96572">
                  <a:moveTo>
                    <a:pt x="0" y="96572"/>
                  </a:moveTo>
                  <a:lnTo>
                    <a:pt x="41724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38" name="Candidate_receptor__3056">
              <a:extLst>
                <a:ext uri="{FF2B5EF4-FFF2-40B4-BE49-F238E27FC236}">
                  <a16:creationId xmlns:a16="http://schemas.microsoft.com/office/drawing/2014/main" id="{43564F89-0EB2-24C9-0075-3E58F9920AED}"/>
                </a:ext>
              </a:extLst>
            </p:cNvPr>
            <p:cNvSpPr>
              <a:spLocks noGrp="1"/>
            </p:cNvSpPr>
            <p:nvPr/>
          </p:nvSpPr>
          <p:spPr>
            <a:xfrm>
              <a:off x="4807847" y="2589001"/>
              <a:ext cx="32487" cy="69366"/>
            </a:xfrm>
            <a:custGeom>
              <a:avLst/>
              <a:gdLst/>
              <a:ahLst/>
              <a:cxnLst/>
              <a:rect l="0" t="0" r="0" b="0"/>
              <a:pathLst>
                <a:path w="32487" h="69366">
                  <a:moveTo>
                    <a:pt x="0" y="69366"/>
                  </a:moveTo>
                  <a:lnTo>
                    <a:pt x="3248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39" name="Candidate_receptor__3057">
              <a:extLst>
                <a:ext uri="{FF2B5EF4-FFF2-40B4-BE49-F238E27FC236}">
                  <a16:creationId xmlns:a16="http://schemas.microsoft.com/office/drawing/2014/main" id="{B63DD3DC-B247-A84A-0399-0A102D10CBF8}"/>
                </a:ext>
              </a:extLst>
            </p:cNvPr>
            <p:cNvSpPr>
              <a:spLocks noGrp="1"/>
            </p:cNvSpPr>
            <p:nvPr/>
          </p:nvSpPr>
          <p:spPr>
            <a:xfrm>
              <a:off x="5028001" y="3922009"/>
              <a:ext cx="39401" cy="105254"/>
            </a:xfrm>
            <a:custGeom>
              <a:avLst/>
              <a:gdLst/>
              <a:ahLst/>
              <a:cxnLst/>
              <a:rect l="0" t="0" r="0" b="0"/>
              <a:pathLst>
                <a:path w="39401" h="105254">
                  <a:moveTo>
                    <a:pt x="0" y="105254"/>
                  </a:moveTo>
                  <a:lnTo>
                    <a:pt x="3940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40" name="Candidate_receptor__3058">
              <a:extLst>
                <a:ext uri="{FF2B5EF4-FFF2-40B4-BE49-F238E27FC236}">
                  <a16:creationId xmlns:a16="http://schemas.microsoft.com/office/drawing/2014/main" id="{BEC32E9B-F0AA-7C10-1F48-3026543C1C2E}"/>
                </a:ext>
              </a:extLst>
            </p:cNvPr>
            <p:cNvSpPr>
              <a:spLocks noGrp="1"/>
            </p:cNvSpPr>
            <p:nvPr/>
          </p:nvSpPr>
          <p:spPr>
            <a:xfrm>
              <a:off x="5871405" y="3237844"/>
              <a:ext cx="76209" cy="4723"/>
            </a:xfrm>
            <a:custGeom>
              <a:avLst/>
              <a:gdLst/>
              <a:ahLst/>
              <a:cxnLst/>
              <a:rect l="0" t="0" r="0" b="0"/>
              <a:pathLst>
                <a:path w="76209" h="4723">
                  <a:moveTo>
                    <a:pt x="0" y="0"/>
                  </a:moveTo>
                  <a:lnTo>
                    <a:pt x="76209" y="472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41" name="Candidate_receptor__3059">
              <a:extLst>
                <a:ext uri="{FF2B5EF4-FFF2-40B4-BE49-F238E27FC236}">
                  <a16:creationId xmlns:a16="http://schemas.microsoft.com/office/drawing/2014/main" id="{78D44735-D9EA-7E55-C210-B1DB2B02D1F8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04555"/>
              <a:ext cx="70764" cy="81566"/>
            </a:xfrm>
            <a:custGeom>
              <a:avLst/>
              <a:gdLst/>
              <a:ahLst/>
              <a:cxnLst/>
              <a:rect l="0" t="0" r="0" b="0"/>
              <a:pathLst>
                <a:path w="70764" h="81566">
                  <a:moveTo>
                    <a:pt x="70764" y="0"/>
                  </a:moveTo>
                  <a:lnTo>
                    <a:pt x="0" y="815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42" name="Candidate_receptor__3060">
              <a:extLst>
                <a:ext uri="{FF2B5EF4-FFF2-40B4-BE49-F238E27FC236}">
                  <a16:creationId xmlns:a16="http://schemas.microsoft.com/office/drawing/2014/main" id="{374CA92C-3205-3764-B776-E63E956E00E3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418823"/>
              <a:ext cx="80577" cy="81205"/>
            </a:xfrm>
            <a:custGeom>
              <a:avLst/>
              <a:gdLst/>
              <a:ahLst/>
              <a:cxnLst/>
              <a:rect l="0" t="0" r="0" b="0"/>
              <a:pathLst>
                <a:path w="80577" h="81205">
                  <a:moveTo>
                    <a:pt x="80577" y="0"/>
                  </a:moveTo>
                  <a:lnTo>
                    <a:pt x="0" y="8120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43" name="Candidate_receptor__3061">
              <a:extLst>
                <a:ext uri="{FF2B5EF4-FFF2-40B4-BE49-F238E27FC236}">
                  <a16:creationId xmlns:a16="http://schemas.microsoft.com/office/drawing/2014/main" id="{37AE6212-C7E9-DD91-DE8D-2CF8CEE243D6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50879"/>
              <a:ext cx="57840" cy="31402"/>
            </a:xfrm>
            <a:custGeom>
              <a:avLst/>
              <a:gdLst/>
              <a:ahLst/>
              <a:cxnLst/>
              <a:rect l="0" t="0" r="0" b="0"/>
              <a:pathLst>
                <a:path w="57840" h="31402">
                  <a:moveTo>
                    <a:pt x="57840" y="314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44" name="Candidate_receptor__3062">
              <a:extLst>
                <a:ext uri="{FF2B5EF4-FFF2-40B4-BE49-F238E27FC236}">
                  <a16:creationId xmlns:a16="http://schemas.microsoft.com/office/drawing/2014/main" id="{A0806427-891F-9DB5-F67F-F7D381A979F5}"/>
                </a:ext>
              </a:extLst>
            </p:cNvPr>
            <p:cNvSpPr>
              <a:spLocks noGrp="1"/>
            </p:cNvSpPr>
            <p:nvPr/>
          </p:nvSpPr>
          <p:spPr>
            <a:xfrm>
              <a:off x="4785361" y="2166187"/>
              <a:ext cx="109776" cy="9628"/>
            </a:xfrm>
            <a:custGeom>
              <a:avLst/>
              <a:gdLst/>
              <a:ahLst/>
              <a:cxnLst/>
              <a:rect l="0" t="0" r="0" b="0"/>
              <a:pathLst>
                <a:path w="109776" h="9628">
                  <a:moveTo>
                    <a:pt x="109776" y="96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45" name="Candidate_receptor__3063">
              <a:extLst>
                <a:ext uri="{FF2B5EF4-FFF2-40B4-BE49-F238E27FC236}">
                  <a16:creationId xmlns:a16="http://schemas.microsoft.com/office/drawing/2014/main" id="{A09EEABE-1C5F-7ACE-E48C-D8420EEBD542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524739"/>
              <a:ext cx="55542" cy="99967"/>
            </a:xfrm>
            <a:custGeom>
              <a:avLst/>
              <a:gdLst/>
              <a:ahLst/>
              <a:cxnLst/>
              <a:rect l="0" t="0" r="0" b="0"/>
              <a:pathLst>
                <a:path w="55542" h="99967">
                  <a:moveTo>
                    <a:pt x="0" y="0"/>
                  </a:moveTo>
                  <a:lnTo>
                    <a:pt x="55542" y="9996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46" name="Candidate_receptor__3064">
              <a:extLst>
                <a:ext uri="{FF2B5EF4-FFF2-40B4-BE49-F238E27FC236}">
                  <a16:creationId xmlns:a16="http://schemas.microsoft.com/office/drawing/2014/main" id="{C1607E82-C0BF-C9B3-0951-290F48ADCB0C}"/>
                </a:ext>
              </a:extLst>
            </p:cNvPr>
            <p:cNvSpPr>
              <a:spLocks noGrp="1"/>
            </p:cNvSpPr>
            <p:nvPr/>
          </p:nvSpPr>
          <p:spPr>
            <a:xfrm>
              <a:off x="4589631" y="3244104"/>
              <a:ext cx="113326" cy="21312"/>
            </a:xfrm>
            <a:custGeom>
              <a:avLst/>
              <a:gdLst/>
              <a:ahLst/>
              <a:cxnLst/>
              <a:rect l="0" t="0" r="0" b="0"/>
              <a:pathLst>
                <a:path w="113326" h="21312">
                  <a:moveTo>
                    <a:pt x="113326" y="0"/>
                  </a:moveTo>
                  <a:lnTo>
                    <a:pt x="0" y="2131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47" name="Candidate_receptor__3065">
              <a:extLst>
                <a:ext uri="{FF2B5EF4-FFF2-40B4-BE49-F238E27FC236}">
                  <a16:creationId xmlns:a16="http://schemas.microsoft.com/office/drawing/2014/main" id="{BDF39490-239E-BFD9-DB43-F3B6231E35FA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209246"/>
              <a:ext cx="41653" cy="24990"/>
            </a:xfrm>
            <a:custGeom>
              <a:avLst/>
              <a:gdLst/>
              <a:ahLst/>
              <a:cxnLst/>
              <a:rect l="0" t="0" r="0" b="0"/>
              <a:pathLst>
                <a:path w="41653" h="24990">
                  <a:moveTo>
                    <a:pt x="41653" y="0"/>
                  </a:moveTo>
                  <a:lnTo>
                    <a:pt x="0" y="2499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48" name="Candidate_receptor__3066">
              <a:extLst>
                <a:ext uri="{FF2B5EF4-FFF2-40B4-BE49-F238E27FC236}">
                  <a16:creationId xmlns:a16="http://schemas.microsoft.com/office/drawing/2014/main" id="{15817DAF-97D1-4AEB-1EBE-B5E7820AC4EF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71539"/>
              <a:ext cx="105903" cy="43292"/>
            </a:xfrm>
            <a:custGeom>
              <a:avLst/>
              <a:gdLst/>
              <a:ahLst/>
              <a:cxnLst/>
              <a:rect l="0" t="0" r="0" b="0"/>
              <a:pathLst>
                <a:path w="105903" h="43292">
                  <a:moveTo>
                    <a:pt x="0" y="43292"/>
                  </a:moveTo>
                  <a:lnTo>
                    <a:pt x="10590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49" name="Candidate_receptor__3067">
              <a:extLst>
                <a:ext uri="{FF2B5EF4-FFF2-40B4-BE49-F238E27FC236}">
                  <a16:creationId xmlns:a16="http://schemas.microsoft.com/office/drawing/2014/main" id="{11FDB5B6-99F0-17CF-2523-3C1D549E14BD}"/>
                </a:ext>
              </a:extLst>
            </p:cNvPr>
            <p:cNvSpPr>
              <a:spLocks noGrp="1"/>
            </p:cNvSpPr>
            <p:nvPr/>
          </p:nvSpPr>
          <p:spPr>
            <a:xfrm>
              <a:off x="5578551" y="2122401"/>
              <a:ext cx="55314" cy="101483"/>
            </a:xfrm>
            <a:custGeom>
              <a:avLst/>
              <a:gdLst/>
              <a:ahLst/>
              <a:cxnLst/>
              <a:rect l="0" t="0" r="0" b="0"/>
              <a:pathLst>
                <a:path w="55314" h="101483">
                  <a:moveTo>
                    <a:pt x="0" y="0"/>
                  </a:moveTo>
                  <a:lnTo>
                    <a:pt x="55314" y="1014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50" name="Candidate_receptor__3068">
              <a:extLst>
                <a:ext uri="{FF2B5EF4-FFF2-40B4-BE49-F238E27FC236}">
                  <a16:creationId xmlns:a16="http://schemas.microsoft.com/office/drawing/2014/main" id="{DC1A0519-77CF-15A1-57A1-5FD0578ACE14}"/>
                </a:ext>
              </a:extLst>
            </p:cNvPr>
            <p:cNvSpPr>
              <a:spLocks noGrp="1"/>
            </p:cNvSpPr>
            <p:nvPr/>
          </p:nvSpPr>
          <p:spPr>
            <a:xfrm>
              <a:off x="5725319" y="3336286"/>
              <a:ext cx="109305" cy="38193"/>
            </a:xfrm>
            <a:custGeom>
              <a:avLst/>
              <a:gdLst/>
              <a:ahLst/>
              <a:cxnLst/>
              <a:rect l="0" t="0" r="0" b="0"/>
              <a:pathLst>
                <a:path w="109305" h="38193">
                  <a:moveTo>
                    <a:pt x="0" y="0"/>
                  </a:moveTo>
                  <a:lnTo>
                    <a:pt x="109305" y="3819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51" name="Candidate_receptor__3069">
              <a:extLst>
                <a:ext uri="{FF2B5EF4-FFF2-40B4-BE49-F238E27FC236}">
                  <a16:creationId xmlns:a16="http://schemas.microsoft.com/office/drawing/2014/main" id="{5D1789DB-C59E-E146-30B2-E20089A23C0F}"/>
                </a:ext>
              </a:extLst>
            </p:cNvPr>
            <p:cNvSpPr>
              <a:spLocks noGrp="1"/>
            </p:cNvSpPr>
            <p:nvPr/>
          </p:nvSpPr>
          <p:spPr>
            <a:xfrm>
              <a:off x="6008375" y="4035899"/>
              <a:ext cx="109506" cy="28013"/>
            </a:xfrm>
            <a:custGeom>
              <a:avLst/>
              <a:gdLst/>
              <a:ahLst/>
              <a:cxnLst/>
              <a:rect l="0" t="0" r="0" b="0"/>
              <a:pathLst>
                <a:path w="109506" h="28013">
                  <a:moveTo>
                    <a:pt x="109506" y="0"/>
                  </a:moveTo>
                  <a:lnTo>
                    <a:pt x="0" y="280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52" name="Candidate_receptor__3070">
              <a:extLst>
                <a:ext uri="{FF2B5EF4-FFF2-40B4-BE49-F238E27FC236}">
                  <a16:creationId xmlns:a16="http://schemas.microsoft.com/office/drawing/2014/main" id="{D8A53180-F08E-A117-99AE-15F51F6CCEFE}"/>
                </a:ext>
              </a:extLst>
            </p:cNvPr>
            <p:cNvSpPr>
              <a:spLocks noGrp="1"/>
            </p:cNvSpPr>
            <p:nvPr/>
          </p:nvSpPr>
          <p:spPr>
            <a:xfrm>
              <a:off x="4574611" y="5008475"/>
              <a:ext cx="4552" cy="110100"/>
            </a:xfrm>
            <a:custGeom>
              <a:avLst/>
              <a:gdLst/>
              <a:ahLst/>
              <a:cxnLst/>
              <a:rect l="0" t="0" r="0" b="0"/>
              <a:pathLst>
                <a:path w="4552" h="110100">
                  <a:moveTo>
                    <a:pt x="0" y="0"/>
                  </a:moveTo>
                  <a:lnTo>
                    <a:pt x="4552" y="11010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53" name="Candidate_receptor__3071">
              <a:extLst>
                <a:ext uri="{FF2B5EF4-FFF2-40B4-BE49-F238E27FC236}">
                  <a16:creationId xmlns:a16="http://schemas.microsoft.com/office/drawing/2014/main" id="{BABEB2A3-D40E-D089-3B81-EF2B8F8128C8}"/>
                </a:ext>
              </a:extLst>
            </p:cNvPr>
            <p:cNvSpPr>
              <a:spLocks noGrp="1"/>
            </p:cNvSpPr>
            <p:nvPr/>
          </p:nvSpPr>
          <p:spPr>
            <a:xfrm>
              <a:off x="4768249" y="4829304"/>
              <a:ext cx="106174" cy="43996"/>
            </a:xfrm>
            <a:custGeom>
              <a:avLst/>
              <a:gdLst/>
              <a:ahLst/>
              <a:cxnLst/>
              <a:rect l="0" t="0" r="0" b="0"/>
              <a:pathLst>
                <a:path w="106174" h="43996">
                  <a:moveTo>
                    <a:pt x="106174" y="43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54" name="Candidate_receptor__3072">
              <a:extLst>
                <a:ext uri="{FF2B5EF4-FFF2-40B4-BE49-F238E27FC236}">
                  <a16:creationId xmlns:a16="http://schemas.microsoft.com/office/drawing/2014/main" id="{0E3863CC-435E-C05C-7186-6533411E4EE1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02420"/>
              <a:ext cx="43859" cy="22061"/>
            </a:xfrm>
            <a:custGeom>
              <a:avLst/>
              <a:gdLst/>
              <a:ahLst/>
              <a:cxnLst/>
              <a:rect l="0" t="0" r="0" b="0"/>
              <a:pathLst>
                <a:path w="43859" h="22061">
                  <a:moveTo>
                    <a:pt x="0" y="22061"/>
                  </a:moveTo>
                  <a:lnTo>
                    <a:pt x="43859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55" name="Candidate_receptor__3073">
              <a:extLst>
                <a:ext uri="{FF2B5EF4-FFF2-40B4-BE49-F238E27FC236}">
                  <a16:creationId xmlns:a16="http://schemas.microsoft.com/office/drawing/2014/main" id="{FA33DC99-ACB2-390D-4AC8-326DEC91B8A8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12105"/>
              <a:ext cx="35770" cy="45763"/>
            </a:xfrm>
            <a:custGeom>
              <a:avLst/>
              <a:gdLst/>
              <a:ahLst/>
              <a:cxnLst/>
              <a:rect l="0" t="0" r="0" b="0"/>
              <a:pathLst>
                <a:path w="35770" h="45763">
                  <a:moveTo>
                    <a:pt x="35770" y="0"/>
                  </a:moveTo>
                  <a:lnTo>
                    <a:pt x="0" y="457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56" name="Candidate_receptor__3074">
              <a:extLst>
                <a:ext uri="{FF2B5EF4-FFF2-40B4-BE49-F238E27FC236}">
                  <a16:creationId xmlns:a16="http://schemas.microsoft.com/office/drawing/2014/main" id="{C2621F40-5FD3-CFC2-3538-41D346682B27}"/>
                </a:ext>
              </a:extLst>
            </p:cNvPr>
            <p:cNvSpPr>
              <a:spLocks noGrp="1"/>
            </p:cNvSpPr>
            <p:nvPr/>
          </p:nvSpPr>
          <p:spPr>
            <a:xfrm>
              <a:off x="4583758" y="3941974"/>
              <a:ext cx="62246" cy="28992"/>
            </a:xfrm>
            <a:custGeom>
              <a:avLst/>
              <a:gdLst/>
              <a:ahLst/>
              <a:cxnLst/>
              <a:rect l="0" t="0" r="0" b="0"/>
              <a:pathLst>
                <a:path w="62246" h="28992">
                  <a:moveTo>
                    <a:pt x="0" y="28992"/>
                  </a:moveTo>
                  <a:lnTo>
                    <a:pt x="6224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57" name="Candidate_receptor__3075">
              <a:extLst>
                <a:ext uri="{FF2B5EF4-FFF2-40B4-BE49-F238E27FC236}">
                  <a16:creationId xmlns:a16="http://schemas.microsoft.com/office/drawing/2014/main" id="{9DB4AB63-8BC8-8515-BA17-C01B7CDE1F1F}"/>
                </a:ext>
              </a:extLst>
            </p:cNvPr>
            <p:cNvSpPr>
              <a:spLocks noGrp="1"/>
            </p:cNvSpPr>
            <p:nvPr/>
          </p:nvSpPr>
          <p:spPr>
            <a:xfrm>
              <a:off x="6019190" y="4390751"/>
              <a:ext cx="9452" cy="105604"/>
            </a:xfrm>
            <a:custGeom>
              <a:avLst/>
              <a:gdLst/>
              <a:ahLst/>
              <a:cxnLst/>
              <a:rect l="0" t="0" r="0" b="0"/>
              <a:pathLst>
                <a:path w="9452" h="105604">
                  <a:moveTo>
                    <a:pt x="9452" y="0"/>
                  </a:moveTo>
                  <a:lnTo>
                    <a:pt x="0" y="10560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58" name="Candidate_receptor__3076">
              <a:extLst>
                <a:ext uri="{FF2B5EF4-FFF2-40B4-BE49-F238E27FC236}">
                  <a16:creationId xmlns:a16="http://schemas.microsoft.com/office/drawing/2014/main" id="{DB098EF5-23CA-C63B-1172-AF2F2759F7C7}"/>
                </a:ext>
              </a:extLst>
            </p:cNvPr>
            <p:cNvSpPr>
              <a:spLocks noGrp="1"/>
            </p:cNvSpPr>
            <p:nvPr/>
          </p:nvSpPr>
          <p:spPr>
            <a:xfrm>
              <a:off x="5631925" y="2898691"/>
              <a:ext cx="78478" cy="29662"/>
            </a:xfrm>
            <a:custGeom>
              <a:avLst/>
              <a:gdLst/>
              <a:ahLst/>
              <a:cxnLst/>
              <a:rect l="0" t="0" r="0" b="0"/>
              <a:pathLst>
                <a:path w="78478" h="29662">
                  <a:moveTo>
                    <a:pt x="0" y="29662"/>
                  </a:moveTo>
                  <a:lnTo>
                    <a:pt x="7847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59" name="Candidate_receptor__3077">
              <a:extLst>
                <a:ext uri="{FF2B5EF4-FFF2-40B4-BE49-F238E27FC236}">
                  <a16:creationId xmlns:a16="http://schemas.microsoft.com/office/drawing/2014/main" id="{C0B07040-C1E0-8BD9-60CE-EFC62A48A8D2}"/>
                </a:ext>
              </a:extLst>
            </p:cNvPr>
            <p:cNvSpPr>
              <a:spLocks noGrp="1"/>
            </p:cNvSpPr>
            <p:nvPr/>
          </p:nvSpPr>
          <p:spPr>
            <a:xfrm>
              <a:off x="4932229" y="3165181"/>
              <a:ext cx="92620" cy="40920"/>
            </a:xfrm>
            <a:custGeom>
              <a:avLst/>
              <a:gdLst/>
              <a:ahLst/>
              <a:cxnLst/>
              <a:rect l="0" t="0" r="0" b="0"/>
              <a:pathLst>
                <a:path w="92620" h="40920">
                  <a:moveTo>
                    <a:pt x="92620" y="0"/>
                  </a:moveTo>
                  <a:lnTo>
                    <a:pt x="0" y="4092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60" name="Candidate_receptor__3078">
              <a:extLst>
                <a:ext uri="{FF2B5EF4-FFF2-40B4-BE49-F238E27FC236}">
                  <a16:creationId xmlns:a16="http://schemas.microsoft.com/office/drawing/2014/main" id="{B5ED568E-1A61-3144-3D75-CDF8CE2151E3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39499"/>
              <a:ext cx="47941" cy="57649"/>
            </a:xfrm>
            <a:custGeom>
              <a:avLst/>
              <a:gdLst/>
              <a:ahLst/>
              <a:cxnLst/>
              <a:rect l="0" t="0" r="0" b="0"/>
              <a:pathLst>
                <a:path w="47941" h="57649">
                  <a:moveTo>
                    <a:pt x="0" y="57649"/>
                  </a:moveTo>
                  <a:lnTo>
                    <a:pt x="4794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61" name="Candidate_receptor__3079">
              <a:extLst>
                <a:ext uri="{FF2B5EF4-FFF2-40B4-BE49-F238E27FC236}">
                  <a16:creationId xmlns:a16="http://schemas.microsoft.com/office/drawing/2014/main" id="{37B453D9-2017-4944-B4D8-9F7BC2F29BF1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378518"/>
              <a:ext cx="18197" cy="98369"/>
            </a:xfrm>
            <a:custGeom>
              <a:avLst/>
              <a:gdLst/>
              <a:ahLst/>
              <a:cxnLst/>
              <a:rect l="0" t="0" r="0" b="0"/>
              <a:pathLst>
                <a:path w="18197" h="98369">
                  <a:moveTo>
                    <a:pt x="0" y="98369"/>
                  </a:moveTo>
                  <a:lnTo>
                    <a:pt x="1819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62" name="Candidate_receptor__3080">
              <a:extLst>
                <a:ext uri="{FF2B5EF4-FFF2-40B4-BE49-F238E27FC236}">
                  <a16:creationId xmlns:a16="http://schemas.microsoft.com/office/drawing/2014/main" id="{08842183-FD54-EFBE-DFD3-F3E28CEC2984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22799" cy="12407"/>
            </a:xfrm>
            <a:custGeom>
              <a:avLst/>
              <a:gdLst/>
              <a:ahLst/>
              <a:cxnLst/>
              <a:rect l="0" t="0" r="0" b="0"/>
              <a:pathLst>
                <a:path w="22799" h="12407">
                  <a:moveTo>
                    <a:pt x="22799" y="124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63" name="Candidate_receptor__3081">
              <a:extLst>
                <a:ext uri="{FF2B5EF4-FFF2-40B4-BE49-F238E27FC236}">
                  <a16:creationId xmlns:a16="http://schemas.microsoft.com/office/drawing/2014/main" id="{8D6FE737-06FD-8481-325B-9D6E73AF69F6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66895"/>
              <a:ext cx="25699" cy="27619"/>
            </a:xfrm>
            <a:custGeom>
              <a:avLst/>
              <a:gdLst/>
              <a:ahLst/>
              <a:cxnLst/>
              <a:rect l="0" t="0" r="0" b="0"/>
              <a:pathLst>
                <a:path w="25699" h="27619">
                  <a:moveTo>
                    <a:pt x="0" y="0"/>
                  </a:moveTo>
                  <a:lnTo>
                    <a:pt x="25699" y="27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64" name="Candidate_receptor__3082">
              <a:extLst>
                <a:ext uri="{FF2B5EF4-FFF2-40B4-BE49-F238E27FC236}">
                  <a16:creationId xmlns:a16="http://schemas.microsoft.com/office/drawing/2014/main" id="{6154FFD0-C07B-CF60-417A-5C72FB5A836D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31536"/>
              <a:ext cx="33062" cy="87197"/>
            </a:xfrm>
            <a:custGeom>
              <a:avLst/>
              <a:gdLst/>
              <a:ahLst/>
              <a:cxnLst/>
              <a:rect l="0" t="0" r="0" b="0"/>
              <a:pathLst>
                <a:path w="33062" h="87197">
                  <a:moveTo>
                    <a:pt x="33062" y="87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65" name="Candidate_receptor__3083">
              <a:extLst>
                <a:ext uri="{FF2B5EF4-FFF2-40B4-BE49-F238E27FC236}">
                  <a16:creationId xmlns:a16="http://schemas.microsoft.com/office/drawing/2014/main" id="{E0800E68-48CA-9DA8-9D8D-1FDA1A927286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53257"/>
              <a:ext cx="64600" cy="43241"/>
            </a:xfrm>
            <a:custGeom>
              <a:avLst/>
              <a:gdLst/>
              <a:ahLst/>
              <a:cxnLst/>
              <a:rect l="0" t="0" r="0" b="0"/>
              <a:pathLst>
                <a:path w="64600" h="43241">
                  <a:moveTo>
                    <a:pt x="0" y="43241"/>
                  </a:moveTo>
                  <a:lnTo>
                    <a:pt x="6460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66" name="Candidate_receptor__3084">
              <a:extLst>
                <a:ext uri="{FF2B5EF4-FFF2-40B4-BE49-F238E27FC236}">
                  <a16:creationId xmlns:a16="http://schemas.microsoft.com/office/drawing/2014/main" id="{AF29C1CD-C32E-5636-048E-DC7FC411BFAA}"/>
                </a:ext>
              </a:extLst>
            </p:cNvPr>
            <p:cNvSpPr>
              <a:spLocks noGrp="1"/>
            </p:cNvSpPr>
            <p:nvPr/>
          </p:nvSpPr>
          <p:spPr>
            <a:xfrm>
              <a:off x="4919473" y="4027263"/>
              <a:ext cx="108528" cy="15749"/>
            </a:xfrm>
            <a:custGeom>
              <a:avLst/>
              <a:gdLst/>
              <a:ahLst/>
              <a:cxnLst/>
              <a:rect l="0" t="0" r="0" b="0"/>
              <a:pathLst>
                <a:path w="108528" h="15749">
                  <a:moveTo>
                    <a:pt x="0" y="15749"/>
                  </a:moveTo>
                  <a:lnTo>
                    <a:pt x="10852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67" name="Candidate_receptor__3085">
              <a:extLst>
                <a:ext uri="{FF2B5EF4-FFF2-40B4-BE49-F238E27FC236}">
                  <a16:creationId xmlns:a16="http://schemas.microsoft.com/office/drawing/2014/main" id="{2513EC27-B364-F3FC-79DB-38AB7DA38436}"/>
                </a:ext>
              </a:extLst>
            </p:cNvPr>
            <p:cNvSpPr>
              <a:spLocks noGrp="1"/>
            </p:cNvSpPr>
            <p:nvPr/>
          </p:nvSpPr>
          <p:spPr>
            <a:xfrm>
              <a:off x="5992724" y="3015365"/>
              <a:ext cx="102613" cy="49296"/>
            </a:xfrm>
            <a:custGeom>
              <a:avLst/>
              <a:gdLst/>
              <a:ahLst/>
              <a:cxnLst/>
              <a:rect l="0" t="0" r="0" b="0"/>
              <a:pathLst>
                <a:path w="102613" h="49296">
                  <a:moveTo>
                    <a:pt x="0" y="49296"/>
                  </a:moveTo>
                  <a:lnTo>
                    <a:pt x="1026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68" name="Candidate_receptor__3086">
              <a:extLst>
                <a:ext uri="{FF2B5EF4-FFF2-40B4-BE49-F238E27FC236}">
                  <a16:creationId xmlns:a16="http://schemas.microsoft.com/office/drawing/2014/main" id="{94A8FD7E-9501-F48B-3950-E5C40D031D6B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135537"/>
              <a:ext cx="44423" cy="19809"/>
            </a:xfrm>
            <a:custGeom>
              <a:avLst/>
              <a:gdLst/>
              <a:ahLst/>
              <a:cxnLst/>
              <a:rect l="0" t="0" r="0" b="0"/>
              <a:pathLst>
                <a:path w="44423" h="19809">
                  <a:moveTo>
                    <a:pt x="44423" y="0"/>
                  </a:moveTo>
                  <a:lnTo>
                    <a:pt x="0" y="1980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69" name="Candidate_receptor__3087">
              <a:extLst>
                <a:ext uri="{FF2B5EF4-FFF2-40B4-BE49-F238E27FC236}">
                  <a16:creationId xmlns:a16="http://schemas.microsoft.com/office/drawing/2014/main" id="{5190336D-D352-997F-7C32-58A83706B5A4}"/>
                </a:ext>
              </a:extLst>
            </p:cNvPr>
            <p:cNvSpPr>
              <a:spLocks noGrp="1"/>
            </p:cNvSpPr>
            <p:nvPr/>
          </p:nvSpPr>
          <p:spPr>
            <a:xfrm>
              <a:off x="4673846" y="3816953"/>
              <a:ext cx="108123" cy="7559"/>
            </a:xfrm>
            <a:custGeom>
              <a:avLst/>
              <a:gdLst/>
              <a:ahLst/>
              <a:cxnLst/>
              <a:rect l="0" t="0" r="0" b="0"/>
              <a:pathLst>
                <a:path w="108123" h="7559">
                  <a:moveTo>
                    <a:pt x="0" y="0"/>
                  </a:moveTo>
                  <a:lnTo>
                    <a:pt x="108123" y="755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70" name="Candidate_receptor__3088">
              <a:extLst>
                <a:ext uri="{FF2B5EF4-FFF2-40B4-BE49-F238E27FC236}">
                  <a16:creationId xmlns:a16="http://schemas.microsoft.com/office/drawing/2014/main" id="{969F05BB-D05B-4A14-B800-8EAB0073BE1D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194540"/>
              <a:ext cx="22198" cy="42094"/>
            </a:xfrm>
            <a:custGeom>
              <a:avLst/>
              <a:gdLst/>
              <a:ahLst/>
              <a:cxnLst/>
              <a:rect l="0" t="0" r="0" b="0"/>
              <a:pathLst>
                <a:path w="22198" h="42094">
                  <a:moveTo>
                    <a:pt x="22198" y="0"/>
                  </a:moveTo>
                  <a:lnTo>
                    <a:pt x="0" y="4209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71" name="Candidate_receptor__3089">
              <a:extLst>
                <a:ext uri="{FF2B5EF4-FFF2-40B4-BE49-F238E27FC236}">
                  <a16:creationId xmlns:a16="http://schemas.microsoft.com/office/drawing/2014/main" id="{F5A41E3F-DCFC-DD1D-BE4F-803989A62E7C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607360"/>
              <a:ext cx="2992" cy="2183"/>
            </a:xfrm>
            <a:custGeom>
              <a:avLst/>
              <a:gdLst/>
              <a:ahLst/>
              <a:cxnLst/>
              <a:rect l="0" t="0" r="0" b="0"/>
              <a:pathLst>
                <a:path w="2992" h="2183">
                  <a:moveTo>
                    <a:pt x="2992" y="0"/>
                  </a:moveTo>
                  <a:lnTo>
                    <a:pt x="0" y="21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72" name="Candidate_receptor__3090">
              <a:extLst>
                <a:ext uri="{FF2B5EF4-FFF2-40B4-BE49-F238E27FC236}">
                  <a16:creationId xmlns:a16="http://schemas.microsoft.com/office/drawing/2014/main" id="{C39C1300-CA1C-0664-B096-5049EA23560C}"/>
                </a:ext>
              </a:extLst>
            </p:cNvPr>
            <p:cNvSpPr>
              <a:spLocks noGrp="1"/>
            </p:cNvSpPr>
            <p:nvPr/>
          </p:nvSpPr>
          <p:spPr>
            <a:xfrm>
              <a:off x="4442655" y="2402999"/>
              <a:ext cx="68550" cy="67206"/>
            </a:xfrm>
            <a:custGeom>
              <a:avLst/>
              <a:gdLst/>
              <a:ahLst/>
              <a:cxnLst/>
              <a:rect l="0" t="0" r="0" b="0"/>
              <a:pathLst>
                <a:path w="68550" h="67206">
                  <a:moveTo>
                    <a:pt x="68550" y="0"/>
                  </a:moveTo>
                  <a:lnTo>
                    <a:pt x="0" y="67206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73" name="Candidate_receptor__3091">
              <a:extLst>
                <a:ext uri="{FF2B5EF4-FFF2-40B4-BE49-F238E27FC236}">
                  <a16:creationId xmlns:a16="http://schemas.microsoft.com/office/drawing/2014/main" id="{834E7D97-64CF-B6EA-AF4C-E7FF3513DB8A}"/>
                </a:ext>
              </a:extLst>
            </p:cNvPr>
            <p:cNvSpPr>
              <a:spLocks noGrp="1"/>
            </p:cNvSpPr>
            <p:nvPr/>
          </p:nvSpPr>
          <p:spPr>
            <a:xfrm>
              <a:off x="4941789" y="2359442"/>
              <a:ext cx="114646" cy="8976"/>
            </a:xfrm>
            <a:custGeom>
              <a:avLst/>
              <a:gdLst/>
              <a:ahLst/>
              <a:cxnLst/>
              <a:rect l="0" t="0" r="0" b="0"/>
              <a:pathLst>
                <a:path w="114646" h="8976">
                  <a:moveTo>
                    <a:pt x="0" y="8976"/>
                  </a:moveTo>
                  <a:lnTo>
                    <a:pt x="114646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74" name="Candidate_receptor__3092">
              <a:extLst>
                <a:ext uri="{FF2B5EF4-FFF2-40B4-BE49-F238E27FC236}">
                  <a16:creationId xmlns:a16="http://schemas.microsoft.com/office/drawing/2014/main" id="{0F50967D-7186-BC28-C41E-D095214C769D}"/>
                </a:ext>
              </a:extLst>
            </p:cNvPr>
            <p:cNvSpPr>
              <a:spLocks noGrp="1"/>
            </p:cNvSpPr>
            <p:nvPr/>
          </p:nvSpPr>
          <p:spPr>
            <a:xfrm>
              <a:off x="4995448" y="4654603"/>
              <a:ext cx="18564" cy="98535"/>
            </a:xfrm>
            <a:custGeom>
              <a:avLst/>
              <a:gdLst/>
              <a:ahLst/>
              <a:cxnLst/>
              <a:rect l="0" t="0" r="0" b="0"/>
              <a:pathLst>
                <a:path w="18564" h="98535">
                  <a:moveTo>
                    <a:pt x="18564" y="0"/>
                  </a:moveTo>
                  <a:lnTo>
                    <a:pt x="0" y="9853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75" name="Candidate_receptor__3093">
              <a:extLst>
                <a:ext uri="{FF2B5EF4-FFF2-40B4-BE49-F238E27FC236}">
                  <a16:creationId xmlns:a16="http://schemas.microsoft.com/office/drawing/2014/main" id="{7458600B-90D1-94F0-0034-80E57C065521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647867"/>
              <a:ext cx="47234" cy="91777"/>
            </a:xfrm>
            <a:custGeom>
              <a:avLst/>
              <a:gdLst/>
              <a:ahLst/>
              <a:cxnLst/>
              <a:rect l="0" t="0" r="0" b="0"/>
              <a:pathLst>
                <a:path w="47234" h="91777">
                  <a:moveTo>
                    <a:pt x="0" y="91777"/>
                  </a:moveTo>
                  <a:lnTo>
                    <a:pt x="4723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76" name="Candidate_receptor__3094">
              <a:extLst>
                <a:ext uri="{FF2B5EF4-FFF2-40B4-BE49-F238E27FC236}">
                  <a16:creationId xmlns:a16="http://schemas.microsoft.com/office/drawing/2014/main" id="{9ACC0B18-6DC0-ADA2-D28E-85D2F436667B}"/>
                </a:ext>
              </a:extLst>
            </p:cNvPr>
            <p:cNvSpPr>
              <a:spLocks noGrp="1"/>
            </p:cNvSpPr>
            <p:nvPr/>
          </p:nvSpPr>
          <p:spPr>
            <a:xfrm>
              <a:off x="4895137" y="2097583"/>
              <a:ext cx="26082" cy="78233"/>
            </a:xfrm>
            <a:custGeom>
              <a:avLst/>
              <a:gdLst/>
              <a:ahLst/>
              <a:cxnLst/>
              <a:rect l="0" t="0" r="0" b="0"/>
              <a:pathLst>
                <a:path w="26082" h="78233">
                  <a:moveTo>
                    <a:pt x="26082" y="0"/>
                  </a:moveTo>
                  <a:lnTo>
                    <a:pt x="0" y="7823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77" name="Candidate_receptor__3095">
              <a:extLst>
                <a:ext uri="{FF2B5EF4-FFF2-40B4-BE49-F238E27FC236}">
                  <a16:creationId xmlns:a16="http://schemas.microsoft.com/office/drawing/2014/main" id="{CDE33AD1-DEDB-E7ED-C047-D33DDA148BFB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88593"/>
              <a:ext cx="92267" cy="20917"/>
            </a:xfrm>
            <a:custGeom>
              <a:avLst/>
              <a:gdLst/>
              <a:ahLst/>
              <a:cxnLst/>
              <a:rect l="0" t="0" r="0" b="0"/>
              <a:pathLst>
                <a:path w="92267" h="20917">
                  <a:moveTo>
                    <a:pt x="92267" y="0"/>
                  </a:moveTo>
                  <a:lnTo>
                    <a:pt x="0" y="209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78" name="Candidate_receptor__3096">
              <a:extLst>
                <a:ext uri="{FF2B5EF4-FFF2-40B4-BE49-F238E27FC236}">
                  <a16:creationId xmlns:a16="http://schemas.microsoft.com/office/drawing/2014/main" id="{673BAFB1-1212-EA69-F191-36F9892538F2}"/>
                </a:ext>
              </a:extLst>
            </p:cNvPr>
            <p:cNvSpPr>
              <a:spLocks noGrp="1"/>
            </p:cNvSpPr>
            <p:nvPr/>
          </p:nvSpPr>
          <p:spPr>
            <a:xfrm>
              <a:off x="4721754" y="2658367"/>
              <a:ext cx="86093" cy="75191"/>
            </a:xfrm>
            <a:custGeom>
              <a:avLst/>
              <a:gdLst/>
              <a:ahLst/>
              <a:cxnLst/>
              <a:rect l="0" t="0" r="0" b="0"/>
              <a:pathLst>
                <a:path w="86093" h="75191">
                  <a:moveTo>
                    <a:pt x="0" y="75191"/>
                  </a:moveTo>
                  <a:lnTo>
                    <a:pt x="8609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79" name="Candidate_receptor__3097">
              <a:extLst>
                <a:ext uri="{FF2B5EF4-FFF2-40B4-BE49-F238E27FC236}">
                  <a16:creationId xmlns:a16="http://schemas.microsoft.com/office/drawing/2014/main" id="{30B08D9A-603D-39EC-75D8-2536E690A776}"/>
                </a:ext>
              </a:extLst>
            </p:cNvPr>
            <p:cNvSpPr>
              <a:spLocks noGrp="1"/>
            </p:cNvSpPr>
            <p:nvPr/>
          </p:nvSpPr>
          <p:spPr>
            <a:xfrm>
              <a:off x="4722991" y="2070674"/>
              <a:ext cx="62371" cy="95513"/>
            </a:xfrm>
            <a:custGeom>
              <a:avLst/>
              <a:gdLst/>
              <a:ahLst/>
              <a:cxnLst/>
              <a:rect l="0" t="0" r="0" b="0"/>
              <a:pathLst>
                <a:path w="62371" h="95513">
                  <a:moveTo>
                    <a:pt x="62371" y="955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80" name="Candidate_receptor__3098">
              <a:extLst>
                <a:ext uri="{FF2B5EF4-FFF2-40B4-BE49-F238E27FC236}">
                  <a16:creationId xmlns:a16="http://schemas.microsoft.com/office/drawing/2014/main" id="{FBF72D73-39F5-0EAC-8F20-8636BD516322}"/>
                </a:ext>
              </a:extLst>
            </p:cNvPr>
            <p:cNvSpPr>
              <a:spLocks noGrp="1"/>
            </p:cNvSpPr>
            <p:nvPr/>
          </p:nvSpPr>
          <p:spPr>
            <a:xfrm>
              <a:off x="6073347" y="3394345"/>
              <a:ext cx="94424" cy="60266"/>
            </a:xfrm>
            <a:custGeom>
              <a:avLst/>
              <a:gdLst/>
              <a:ahLst/>
              <a:cxnLst/>
              <a:rect l="0" t="0" r="0" b="0"/>
              <a:pathLst>
                <a:path w="94424" h="60266">
                  <a:moveTo>
                    <a:pt x="0" y="60266"/>
                  </a:moveTo>
                  <a:lnTo>
                    <a:pt x="9442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81" name="Candidate_receptor__3099">
              <a:extLst>
                <a:ext uri="{FF2B5EF4-FFF2-40B4-BE49-F238E27FC236}">
                  <a16:creationId xmlns:a16="http://schemas.microsoft.com/office/drawing/2014/main" id="{65FEB54A-39B2-EAC4-19E0-A3F2B29F756C}"/>
                </a:ext>
              </a:extLst>
            </p:cNvPr>
            <p:cNvSpPr>
              <a:spLocks noGrp="1"/>
            </p:cNvSpPr>
            <p:nvPr/>
          </p:nvSpPr>
          <p:spPr>
            <a:xfrm>
              <a:off x="5763559" y="3203464"/>
              <a:ext cx="107846" cy="34379"/>
            </a:xfrm>
            <a:custGeom>
              <a:avLst/>
              <a:gdLst/>
              <a:ahLst/>
              <a:cxnLst/>
              <a:rect l="0" t="0" r="0" b="0"/>
              <a:pathLst>
                <a:path w="107846" h="34379">
                  <a:moveTo>
                    <a:pt x="0" y="0"/>
                  </a:moveTo>
                  <a:lnTo>
                    <a:pt x="107846" y="3437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82" name="Candidate_receptor__3100">
              <a:extLst>
                <a:ext uri="{FF2B5EF4-FFF2-40B4-BE49-F238E27FC236}">
                  <a16:creationId xmlns:a16="http://schemas.microsoft.com/office/drawing/2014/main" id="{E4DB4DE3-31C3-1406-CE98-9273ABDDFD3F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00910"/>
              <a:ext cx="46555" cy="98606"/>
            </a:xfrm>
            <a:custGeom>
              <a:avLst/>
              <a:gdLst/>
              <a:ahLst/>
              <a:cxnLst/>
              <a:rect l="0" t="0" r="0" b="0"/>
              <a:pathLst>
                <a:path w="46555" h="98606">
                  <a:moveTo>
                    <a:pt x="0" y="98606"/>
                  </a:moveTo>
                  <a:lnTo>
                    <a:pt x="465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83" name="Candidate_receptor__3101">
              <a:extLst>
                <a:ext uri="{FF2B5EF4-FFF2-40B4-BE49-F238E27FC236}">
                  <a16:creationId xmlns:a16="http://schemas.microsoft.com/office/drawing/2014/main" id="{84FDEE43-0FBD-772B-2949-E109DCCBE132}"/>
                </a:ext>
              </a:extLst>
            </p:cNvPr>
            <p:cNvSpPr>
              <a:spLocks noGrp="1"/>
            </p:cNvSpPr>
            <p:nvPr/>
          </p:nvSpPr>
          <p:spPr>
            <a:xfrm>
              <a:off x="5200482" y="3662388"/>
              <a:ext cx="2168" cy="109295"/>
            </a:xfrm>
            <a:custGeom>
              <a:avLst/>
              <a:gdLst/>
              <a:ahLst/>
              <a:cxnLst/>
              <a:rect l="0" t="0" r="0" b="0"/>
              <a:pathLst>
                <a:path w="2168" h="109295">
                  <a:moveTo>
                    <a:pt x="0" y="0"/>
                  </a:moveTo>
                  <a:lnTo>
                    <a:pt x="2168" y="10929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84" name="Candidate_receptor__3102">
              <a:extLst>
                <a:ext uri="{FF2B5EF4-FFF2-40B4-BE49-F238E27FC236}">
                  <a16:creationId xmlns:a16="http://schemas.microsoft.com/office/drawing/2014/main" id="{C707FEC2-7B35-26D7-3D4D-A99AE73B70B0}"/>
                </a:ext>
              </a:extLst>
            </p:cNvPr>
            <p:cNvSpPr>
              <a:spLocks noGrp="1"/>
            </p:cNvSpPr>
            <p:nvPr/>
          </p:nvSpPr>
          <p:spPr>
            <a:xfrm>
              <a:off x="6465929" y="4158367"/>
              <a:ext cx="31348" cy="94890"/>
            </a:xfrm>
            <a:custGeom>
              <a:avLst/>
              <a:gdLst/>
              <a:ahLst/>
              <a:cxnLst/>
              <a:rect l="0" t="0" r="0" b="0"/>
              <a:pathLst>
                <a:path w="31348" h="94890">
                  <a:moveTo>
                    <a:pt x="0" y="94890"/>
                  </a:moveTo>
                  <a:lnTo>
                    <a:pt x="3134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85" name="Candidate_receptor__3103">
              <a:extLst>
                <a:ext uri="{FF2B5EF4-FFF2-40B4-BE49-F238E27FC236}">
                  <a16:creationId xmlns:a16="http://schemas.microsoft.com/office/drawing/2014/main" id="{A77C0EFE-2E23-2C75-FFA4-A88F47ED6868}"/>
                </a:ext>
              </a:extLst>
            </p:cNvPr>
            <p:cNvSpPr>
              <a:spLocks noGrp="1"/>
            </p:cNvSpPr>
            <p:nvPr/>
          </p:nvSpPr>
          <p:spPr>
            <a:xfrm>
              <a:off x="4959121" y="4588539"/>
              <a:ext cx="54891" cy="66064"/>
            </a:xfrm>
            <a:custGeom>
              <a:avLst/>
              <a:gdLst/>
              <a:ahLst/>
              <a:cxnLst/>
              <a:rect l="0" t="0" r="0" b="0"/>
              <a:pathLst>
                <a:path w="54891" h="66064">
                  <a:moveTo>
                    <a:pt x="0" y="0"/>
                  </a:moveTo>
                  <a:lnTo>
                    <a:pt x="54891" y="6606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86" name="Candidate_receptor__3104">
              <a:extLst>
                <a:ext uri="{FF2B5EF4-FFF2-40B4-BE49-F238E27FC236}">
                  <a16:creationId xmlns:a16="http://schemas.microsoft.com/office/drawing/2014/main" id="{B5D19B86-967F-7BCA-C564-0624D4D68D1F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688774"/>
              <a:ext cx="85318" cy="69542"/>
            </a:xfrm>
            <a:custGeom>
              <a:avLst/>
              <a:gdLst/>
              <a:ahLst/>
              <a:cxnLst/>
              <a:rect l="0" t="0" r="0" b="0"/>
              <a:pathLst>
                <a:path w="85318" h="69542">
                  <a:moveTo>
                    <a:pt x="85318" y="0"/>
                  </a:moveTo>
                  <a:lnTo>
                    <a:pt x="0" y="695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87" name="Candidate_receptor__3105">
              <a:extLst>
                <a:ext uri="{FF2B5EF4-FFF2-40B4-BE49-F238E27FC236}">
                  <a16:creationId xmlns:a16="http://schemas.microsoft.com/office/drawing/2014/main" id="{BE8B4185-BA9A-8E8C-9696-E987FBF257DD}"/>
                </a:ext>
              </a:extLst>
            </p:cNvPr>
            <p:cNvSpPr>
              <a:spLocks noGrp="1"/>
            </p:cNvSpPr>
            <p:nvPr/>
          </p:nvSpPr>
          <p:spPr>
            <a:xfrm>
              <a:off x="4757147" y="5097493"/>
              <a:ext cx="107712" cy="26504"/>
            </a:xfrm>
            <a:custGeom>
              <a:avLst/>
              <a:gdLst/>
              <a:ahLst/>
              <a:cxnLst/>
              <a:rect l="0" t="0" r="0" b="0"/>
              <a:pathLst>
                <a:path w="107712" h="26504">
                  <a:moveTo>
                    <a:pt x="0" y="26504"/>
                  </a:moveTo>
                  <a:lnTo>
                    <a:pt x="10771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88" name="Candidate_receptor__3106">
              <a:extLst>
                <a:ext uri="{FF2B5EF4-FFF2-40B4-BE49-F238E27FC236}">
                  <a16:creationId xmlns:a16="http://schemas.microsoft.com/office/drawing/2014/main" id="{3AAC1DB7-649C-4E27-9EF6-17F93C8453BA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86120"/>
              <a:ext cx="87524" cy="64468"/>
            </a:xfrm>
            <a:custGeom>
              <a:avLst/>
              <a:gdLst/>
              <a:ahLst/>
              <a:cxnLst/>
              <a:rect l="0" t="0" r="0" b="0"/>
              <a:pathLst>
                <a:path w="87524" h="64468">
                  <a:moveTo>
                    <a:pt x="0" y="0"/>
                  </a:moveTo>
                  <a:lnTo>
                    <a:pt x="87524" y="6446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89" name="Candidate_receptor__3107">
              <a:extLst>
                <a:ext uri="{FF2B5EF4-FFF2-40B4-BE49-F238E27FC236}">
                  <a16:creationId xmlns:a16="http://schemas.microsoft.com/office/drawing/2014/main" id="{52C2EEBF-A5BC-2FAE-61CC-310D811AAC10}"/>
                </a:ext>
              </a:extLst>
            </p:cNvPr>
            <p:cNvSpPr>
              <a:spLocks noGrp="1"/>
            </p:cNvSpPr>
            <p:nvPr/>
          </p:nvSpPr>
          <p:spPr>
            <a:xfrm>
              <a:off x="6117882" y="4035899"/>
              <a:ext cx="32244" cy="103601"/>
            </a:xfrm>
            <a:custGeom>
              <a:avLst/>
              <a:gdLst/>
              <a:ahLst/>
              <a:cxnLst/>
              <a:rect l="0" t="0" r="0" b="0"/>
              <a:pathLst>
                <a:path w="32244" h="103601">
                  <a:moveTo>
                    <a:pt x="32244" y="103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90" name="Candidate_receptor__3108">
              <a:extLst>
                <a:ext uri="{FF2B5EF4-FFF2-40B4-BE49-F238E27FC236}">
                  <a16:creationId xmlns:a16="http://schemas.microsoft.com/office/drawing/2014/main" id="{C999C13B-D764-2EDC-FDCC-5F229CCF6DED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9054"/>
              <a:ext cx="65691" cy="34688"/>
            </a:xfrm>
            <a:custGeom>
              <a:avLst/>
              <a:gdLst/>
              <a:ahLst/>
              <a:cxnLst/>
              <a:rect l="0" t="0" r="0" b="0"/>
              <a:pathLst>
                <a:path w="65691" h="34688">
                  <a:moveTo>
                    <a:pt x="65691" y="346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91" name="Candidate_receptor__3109">
              <a:extLst>
                <a:ext uri="{FF2B5EF4-FFF2-40B4-BE49-F238E27FC236}">
                  <a16:creationId xmlns:a16="http://schemas.microsoft.com/office/drawing/2014/main" id="{9C4D8909-E520-5A41-0BB3-CDEDD2BE5762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6342" cy="20800"/>
            </a:xfrm>
            <a:custGeom>
              <a:avLst/>
              <a:gdLst/>
              <a:ahLst/>
              <a:cxnLst/>
              <a:rect l="0" t="0" r="0" b="0"/>
              <a:pathLst>
                <a:path w="6342" h="20800">
                  <a:moveTo>
                    <a:pt x="6342" y="20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92" name="Candidate_receptor__3110">
              <a:extLst>
                <a:ext uri="{FF2B5EF4-FFF2-40B4-BE49-F238E27FC236}">
                  <a16:creationId xmlns:a16="http://schemas.microsoft.com/office/drawing/2014/main" id="{F5F12AAF-1795-0983-8F5C-F4B92F05D49C}"/>
                </a:ext>
              </a:extLst>
            </p:cNvPr>
            <p:cNvSpPr>
              <a:spLocks noGrp="1"/>
            </p:cNvSpPr>
            <p:nvPr/>
          </p:nvSpPr>
          <p:spPr>
            <a:xfrm>
              <a:off x="5887499" y="4271539"/>
              <a:ext cx="37539" cy="65948"/>
            </a:xfrm>
            <a:custGeom>
              <a:avLst/>
              <a:gdLst/>
              <a:ahLst/>
              <a:cxnLst/>
              <a:rect l="0" t="0" r="0" b="0"/>
              <a:pathLst>
                <a:path w="37539" h="65948">
                  <a:moveTo>
                    <a:pt x="0" y="0"/>
                  </a:moveTo>
                  <a:lnTo>
                    <a:pt x="37539" y="65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93" name="Candidate_receptor__3111">
              <a:extLst>
                <a:ext uri="{FF2B5EF4-FFF2-40B4-BE49-F238E27FC236}">
                  <a16:creationId xmlns:a16="http://schemas.microsoft.com/office/drawing/2014/main" id="{D336CDCA-9177-5CD3-AFBE-3138DE364396}"/>
                </a:ext>
              </a:extLst>
            </p:cNvPr>
            <p:cNvSpPr>
              <a:spLocks noGrp="1"/>
            </p:cNvSpPr>
            <p:nvPr/>
          </p:nvSpPr>
          <p:spPr>
            <a:xfrm>
              <a:off x="5901207" y="3064662"/>
              <a:ext cx="91517" cy="20281"/>
            </a:xfrm>
            <a:custGeom>
              <a:avLst/>
              <a:gdLst/>
              <a:ahLst/>
              <a:cxnLst/>
              <a:rect l="0" t="0" r="0" b="0"/>
              <a:pathLst>
                <a:path w="91517" h="20281">
                  <a:moveTo>
                    <a:pt x="0" y="20281"/>
                  </a:moveTo>
                  <a:lnTo>
                    <a:pt x="91517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94" name="Candidate_receptor__3112">
              <a:extLst>
                <a:ext uri="{FF2B5EF4-FFF2-40B4-BE49-F238E27FC236}">
                  <a16:creationId xmlns:a16="http://schemas.microsoft.com/office/drawing/2014/main" id="{7CB7B5C7-9BAB-3839-E370-DDCDF536C16A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22401"/>
              <a:ext cx="79583" cy="22877"/>
            </a:xfrm>
            <a:custGeom>
              <a:avLst/>
              <a:gdLst/>
              <a:ahLst/>
              <a:cxnLst/>
              <a:rect l="0" t="0" r="0" b="0"/>
              <a:pathLst>
                <a:path w="79583" h="22877">
                  <a:moveTo>
                    <a:pt x="0" y="22877"/>
                  </a:moveTo>
                  <a:lnTo>
                    <a:pt x="7958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95" name="Candidate_receptor__3113">
              <a:extLst>
                <a:ext uri="{FF2B5EF4-FFF2-40B4-BE49-F238E27FC236}">
                  <a16:creationId xmlns:a16="http://schemas.microsoft.com/office/drawing/2014/main" id="{F0A4020E-5479-087E-1417-D3AF672B78DC}"/>
                </a:ext>
              </a:extLst>
            </p:cNvPr>
            <p:cNvSpPr>
              <a:spLocks noGrp="1"/>
            </p:cNvSpPr>
            <p:nvPr/>
          </p:nvSpPr>
          <p:spPr>
            <a:xfrm>
              <a:off x="4896852" y="2368418"/>
              <a:ext cx="44937" cy="89851"/>
            </a:xfrm>
            <a:custGeom>
              <a:avLst/>
              <a:gdLst/>
              <a:ahLst/>
              <a:cxnLst/>
              <a:rect l="0" t="0" r="0" b="0"/>
              <a:pathLst>
                <a:path w="44937" h="89851">
                  <a:moveTo>
                    <a:pt x="0" y="89851"/>
                  </a:moveTo>
                  <a:lnTo>
                    <a:pt x="4493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96" name="Candidate_receptor__3114">
              <a:extLst>
                <a:ext uri="{FF2B5EF4-FFF2-40B4-BE49-F238E27FC236}">
                  <a16:creationId xmlns:a16="http://schemas.microsoft.com/office/drawing/2014/main" id="{C7B7C283-94EE-8E81-C708-9C9C5E72B8F3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484034"/>
              <a:ext cx="74379" cy="40705"/>
            </a:xfrm>
            <a:custGeom>
              <a:avLst/>
              <a:gdLst/>
              <a:ahLst/>
              <a:cxnLst/>
              <a:rect l="0" t="0" r="0" b="0"/>
              <a:pathLst>
                <a:path w="74379" h="40705">
                  <a:moveTo>
                    <a:pt x="74379" y="0"/>
                  </a:moveTo>
                  <a:lnTo>
                    <a:pt x="0" y="4070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97" name="Candidate_receptor__3115">
              <a:extLst>
                <a:ext uri="{FF2B5EF4-FFF2-40B4-BE49-F238E27FC236}">
                  <a16:creationId xmlns:a16="http://schemas.microsoft.com/office/drawing/2014/main" id="{2B7FBECE-C1F2-467A-D213-9072A7E8FEC4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63912"/>
              <a:ext cx="9808" cy="57415"/>
            </a:xfrm>
            <a:custGeom>
              <a:avLst/>
              <a:gdLst/>
              <a:ahLst/>
              <a:cxnLst/>
              <a:rect l="0" t="0" r="0" b="0"/>
              <a:pathLst>
                <a:path w="9808" h="57415">
                  <a:moveTo>
                    <a:pt x="9808" y="0"/>
                  </a:moveTo>
                  <a:lnTo>
                    <a:pt x="0" y="5741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98" name="Candidate_receptor__3116">
              <a:extLst>
                <a:ext uri="{FF2B5EF4-FFF2-40B4-BE49-F238E27FC236}">
                  <a16:creationId xmlns:a16="http://schemas.microsoft.com/office/drawing/2014/main" id="{E56F5D8A-FF6C-2752-E492-26C5095706BC}"/>
                </a:ext>
              </a:extLst>
            </p:cNvPr>
            <p:cNvSpPr>
              <a:spLocks noGrp="1"/>
            </p:cNvSpPr>
            <p:nvPr/>
          </p:nvSpPr>
          <p:spPr>
            <a:xfrm>
              <a:off x="4516846" y="3265416"/>
              <a:ext cx="72785" cy="16451"/>
            </a:xfrm>
            <a:custGeom>
              <a:avLst/>
              <a:gdLst/>
              <a:ahLst/>
              <a:cxnLst/>
              <a:rect l="0" t="0" r="0" b="0"/>
              <a:pathLst>
                <a:path w="72785" h="16451">
                  <a:moveTo>
                    <a:pt x="72785" y="0"/>
                  </a:moveTo>
                  <a:lnTo>
                    <a:pt x="0" y="1645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99" name="Candidate_receptor__3117">
              <a:extLst>
                <a:ext uri="{FF2B5EF4-FFF2-40B4-BE49-F238E27FC236}">
                  <a16:creationId xmlns:a16="http://schemas.microsoft.com/office/drawing/2014/main" id="{61D5DD77-E2E5-18D3-9C91-D45F8BDE267F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57869"/>
              <a:ext cx="58787" cy="96742"/>
            </a:xfrm>
            <a:custGeom>
              <a:avLst/>
              <a:gdLst/>
              <a:ahLst/>
              <a:cxnLst/>
              <a:rect l="0" t="0" r="0" b="0"/>
              <a:pathLst>
                <a:path w="58787" h="96742">
                  <a:moveTo>
                    <a:pt x="0" y="0"/>
                  </a:moveTo>
                  <a:lnTo>
                    <a:pt x="58787" y="967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00" name="Candidate_receptor__3118">
              <a:extLst>
                <a:ext uri="{FF2B5EF4-FFF2-40B4-BE49-F238E27FC236}">
                  <a16:creationId xmlns:a16="http://schemas.microsoft.com/office/drawing/2014/main" id="{C07EDB25-9969-D451-4CDC-17D4DBBAF3AD}"/>
                </a:ext>
              </a:extLst>
            </p:cNvPr>
            <p:cNvSpPr>
              <a:spLocks noGrp="1"/>
            </p:cNvSpPr>
            <p:nvPr/>
          </p:nvSpPr>
          <p:spPr>
            <a:xfrm>
              <a:off x="5193197" y="2484034"/>
              <a:ext cx="89722" cy="24103"/>
            </a:xfrm>
            <a:custGeom>
              <a:avLst/>
              <a:gdLst/>
              <a:ahLst/>
              <a:cxnLst/>
              <a:rect l="0" t="0" r="0" b="0"/>
              <a:pathLst>
                <a:path w="89722" h="24103">
                  <a:moveTo>
                    <a:pt x="89722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01" name="Candidate_receptor__3119">
              <a:extLst>
                <a:ext uri="{FF2B5EF4-FFF2-40B4-BE49-F238E27FC236}">
                  <a16:creationId xmlns:a16="http://schemas.microsoft.com/office/drawing/2014/main" id="{2DC41AA4-C560-9485-8A35-9B3EEC664BC6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839615"/>
              <a:ext cx="15684" cy="1817"/>
            </a:xfrm>
            <a:custGeom>
              <a:avLst/>
              <a:gdLst/>
              <a:ahLst/>
              <a:cxnLst/>
              <a:rect l="0" t="0" r="0" b="0"/>
              <a:pathLst>
                <a:path w="15684" h="1817">
                  <a:moveTo>
                    <a:pt x="15684" y="18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02" name="Candidate_receptor__3120">
              <a:extLst>
                <a:ext uri="{FF2B5EF4-FFF2-40B4-BE49-F238E27FC236}">
                  <a16:creationId xmlns:a16="http://schemas.microsoft.com/office/drawing/2014/main" id="{16EDD9E1-2160-87BF-BDA4-D18611944051}"/>
                </a:ext>
              </a:extLst>
            </p:cNvPr>
            <p:cNvSpPr>
              <a:spLocks noGrp="1"/>
            </p:cNvSpPr>
            <p:nvPr/>
          </p:nvSpPr>
          <p:spPr>
            <a:xfrm>
              <a:off x="5710403" y="2898691"/>
              <a:ext cx="112810" cy="20383"/>
            </a:xfrm>
            <a:custGeom>
              <a:avLst/>
              <a:gdLst/>
              <a:ahLst/>
              <a:cxnLst/>
              <a:rect l="0" t="0" r="0" b="0"/>
              <a:pathLst>
                <a:path w="112810" h="20383">
                  <a:moveTo>
                    <a:pt x="0" y="0"/>
                  </a:moveTo>
                  <a:lnTo>
                    <a:pt x="112810" y="2038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03" name="Candidate_receptor__3121">
              <a:extLst>
                <a:ext uri="{FF2B5EF4-FFF2-40B4-BE49-F238E27FC236}">
                  <a16:creationId xmlns:a16="http://schemas.microsoft.com/office/drawing/2014/main" id="{986302C0-38BE-1DC5-89BC-D8E799AF7168}"/>
                </a:ext>
              </a:extLst>
            </p:cNvPr>
            <p:cNvSpPr>
              <a:spLocks noGrp="1"/>
            </p:cNvSpPr>
            <p:nvPr/>
          </p:nvSpPr>
          <p:spPr>
            <a:xfrm>
              <a:off x="5800854" y="3065518"/>
              <a:ext cx="100353" cy="19424"/>
            </a:xfrm>
            <a:custGeom>
              <a:avLst/>
              <a:gdLst/>
              <a:ahLst/>
              <a:cxnLst/>
              <a:rect l="0" t="0" r="0" b="0"/>
              <a:pathLst>
                <a:path w="100353" h="19424">
                  <a:moveTo>
                    <a:pt x="0" y="0"/>
                  </a:moveTo>
                  <a:lnTo>
                    <a:pt x="100353" y="1942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04" name="Candidate_receptor__3122">
              <a:extLst>
                <a:ext uri="{FF2B5EF4-FFF2-40B4-BE49-F238E27FC236}">
                  <a16:creationId xmlns:a16="http://schemas.microsoft.com/office/drawing/2014/main" id="{0D8FA1FD-DD87-F6F6-618B-2FC491558DEC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4068"/>
              <a:ext cx="114934" cy="7565"/>
            </a:xfrm>
            <a:custGeom>
              <a:avLst/>
              <a:gdLst/>
              <a:ahLst/>
              <a:cxnLst/>
              <a:rect l="0" t="0" r="0" b="0"/>
              <a:pathLst>
                <a:path w="114934" h="7565">
                  <a:moveTo>
                    <a:pt x="114934" y="0"/>
                  </a:moveTo>
                  <a:lnTo>
                    <a:pt x="0" y="756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05" name="Candidate_receptor__3123">
              <a:extLst>
                <a:ext uri="{FF2B5EF4-FFF2-40B4-BE49-F238E27FC236}">
                  <a16:creationId xmlns:a16="http://schemas.microsoft.com/office/drawing/2014/main" id="{3FECD9D5-B27A-66B8-846D-0680422DCADF}"/>
                </a:ext>
              </a:extLst>
            </p:cNvPr>
            <p:cNvSpPr>
              <a:spLocks noGrp="1"/>
            </p:cNvSpPr>
            <p:nvPr/>
          </p:nvSpPr>
          <p:spPr>
            <a:xfrm>
              <a:off x="4864859" y="5097493"/>
              <a:ext cx="26887" cy="111753"/>
            </a:xfrm>
            <a:custGeom>
              <a:avLst/>
              <a:gdLst/>
              <a:ahLst/>
              <a:cxnLst/>
              <a:rect l="0" t="0" r="0" b="0"/>
              <a:pathLst>
                <a:path w="26887" h="111753">
                  <a:moveTo>
                    <a:pt x="0" y="0"/>
                  </a:moveTo>
                  <a:lnTo>
                    <a:pt x="26887" y="11175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06" name="Candidate_receptor__3124">
              <a:extLst>
                <a:ext uri="{FF2B5EF4-FFF2-40B4-BE49-F238E27FC236}">
                  <a16:creationId xmlns:a16="http://schemas.microsoft.com/office/drawing/2014/main" id="{AF8DA404-2ABA-C5BD-0E22-A3602A0CACD6}"/>
                </a:ext>
              </a:extLst>
            </p:cNvPr>
            <p:cNvSpPr>
              <a:spLocks noGrp="1"/>
            </p:cNvSpPr>
            <p:nvPr/>
          </p:nvSpPr>
          <p:spPr>
            <a:xfrm>
              <a:off x="4470308" y="3674570"/>
              <a:ext cx="40640" cy="107711"/>
            </a:xfrm>
            <a:custGeom>
              <a:avLst/>
              <a:gdLst/>
              <a:ahLst/>
              <a:cxnLst/>
              <a:rect l="0" t="0" r="0" b="0"/>
              <a:pathLst>
                <a:path w="40640" h="107711">
                  <a:moveTo>
                    <a:pt x="40640" y="0"/>
                  </a:moveTo>
                  <a:lnTo>
                    <a:pt x="0" y="107711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07" name="Candidate_receptor__3125">
              <a:extLst>
                <a:ext uri="{FF2B5EF4-FFF2-40B4-BE49-F238E27FC236}">
                  <a16:creationId xmlns:a16="http://schemas.microsoft.com/office/drawing/2014/main" id="{2AAE688D-3B33-E321-6BC1-F6E56E2BD4EA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476886"/>
              <a:ext cx="112719" cy="9202"/>
            </a:xfrm>
            <a:custGeom>
              <a:avLst/>
              <a:gdLst/>
              <a:ahLst/>
              <a:cxnLst/>
              <a:rect l="0" t="0" r="0" b="0"/>
              <a:pathLst>
                <a:path w="112719" h="9202">
                  <a:moveTo>
                    <a:pt x="112719" y="9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08" name="Candidate_receptor__3126">
              <a:extLst>
                <a:ext uri="{FF2B5EF4-FFF2-40B4-BE49-F238E27FC236}">
                  <a16:creationId xmlns:a16="http://schemas.microsoft.com/office/drawing/2014/main" id="{1BB4F18B-6638-0871-2DC6-FF504BE98074}"/>
                </a:ext>
              </a:extLst>
            </p:cNvPr>
            <p:cNvSpPr>
              <a:spLocks noGrp="1"/>
            </p:cNvSpPr>
            <p:nvPr/>
          </p:nvSpPr>
          <p:spPr>
            <a:xfrm>
              <a:off x="5174360" y="2624706"/>
              <a:ext cx="9490" cy="10688"/>
            </a:xfrm>
            <a:custGeom>
              <a:avLst/>
              <a:gdLst/>
              <a:ahLst/>
              <a:cxnLst/>
              <a:rect l="0" t="0" r="0" b="0"/>
              <a:pathLst>
                <a:path w="9490" h="10688">
                  <a:moveTo>
                    <a:pt x="0" y="0"/>
                  </a:moveTo>
                  <a:lnTo>
                    <a:pt x="9490" y="1068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09" name="Candidate_receptor__3127">
              <a:extLst>
                <a:ext uri="{FF2B5EF4-FFF2-40B4-BE49-F238E27FC236}">
                  <a16:creationId xmlns:a16="http://schemas.microsoft.com/office/drawing/2014/main" id="{C6D0A72A-517A-AB41-6E69-249AB3AE852F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0594" cy="103751"/>
            </a:xfrm>
            <a:custGeom>
              <a:avLst/>
              <a:gdLst/>
              <a:ahLst/>
              <a:cxnLst/>
              <a:rect l="0" t="0" r="0" b="0"/>
              <a:pathLst>
                <a:path w="10594" h="103751">
                  <a:moveTo>
                    <a:pt x="10594" y="1037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10" name="Candidate_receptor__3128">
              <a:extLst>
                <a:ext uri="{FF2B5EF4-FFF2-40B4-BE49-F238E27FC236}">
                  <a16:creationId xmlns:a16="http://schemas.microsoft.com/office/drawing/2014/main" id="{30BD66D6-0E64-FCAB-A18A-E192D8EE84BF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500028"/>
              <a:ext cx="34662" cy="30922"/>
            </a:xfrm>
            <a:custGeom>
              <a:avLst/>
              <a:gdLst/>
              <a:ahLst/>
              <a:cxnLst/>
              <a:rect l="0" t="0" r="0" b="0"/>
              <a:pathLst>
                <a:path w="34662" h="30922">
                  <a:moveTo>
                    <a:pt x="0" y="0"/>
                  </a:moveTo>
                  <a:lnTo>
                    <a:pt x="34662" y="3092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11" name="Candidate_receptor__3129">
              <a:extLst>
                <a:ext uri="{FF2B5EF4-FFF2-40B4-BE49-F238E27FC236}">
                  <a16:creationId xmlns:a16="http://schemas.microsoft.com/office/drawing/2014/main" id="{8EE79BEC-97E8-A9CB-1ED0-E7772386C72B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77359" cy="28660"/>
            </a:xfrm>
            <a:custGeom>
              <a:avLst/>
              <a:gdLst/>
              <a:ahLst/>
              <a:cxnLst/>
              <a:rect l="0" t="0" r="0" b="0"/>
              <a:pathLst>
                <a:path w="77359" h="28660">
                  <a:moveTo>
                    <a:pt x="0" y="0"/>
                  </a:moveTo>
                  <a:lnTo>
                    <a:pt x="77359" y="2866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12" name="Candidate_receptor__3130">
              <a:extLst>
                <a:ext uri="{FF2B5EF4-FFF2-40B4-BE49-F238E27FC236}">
                  <a16:creationId xmlns:a16="http://schemas.microsoft.com/office/drawing/2014/main" id="{0885B300-9AA8-5E67-6AF8-9721737AA62D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921398"/>
              <a:ext cx="80580" cy="79511"/>
            </a:xfrm>
            <a:custGeom>
              <a:avLst/>
              <a:gdLst/>
              <a:ahLst/>
              <a:cxnLst/>
              <a:rect l="0" t="0" r="0" b="0"/>
              <a:pathLst>
                <a:path w="80580" h="79511">
                  <a:moveTo>
                    <a:pt x="80580" y="795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13" name="Candidate_receptor__3131">
              <a:extLst>
                <a:ext uri="{FF2B5EF4-FFF2-40B4-BE49-F238E27FC236}">
                  <a16:creationId xmlns:a16="http://schemas.microsoft.com/office/drawing/2014/main" id="{85FB8372-7E49-F701-4CA5-CF2167CD45CC}"/>
                </a:ext>
              </a:extLst>
            </p:cNvPr>
            <p:cNvSpPr>
              <a:spLocks noGrp="1"/>
            </p:cNvSpPr>
            <p:nvPr/>
          </p:nvSpPr>
          <p:spPr>
            <a:xfrm>
              <a:off x="4646003" y="3941974"/>
              <a:ext cx="110091" cy="32171"/>
            </a:xfrm>
            <a:custGeom>
              <a:avLst/>
              <a:gdLst/>
              <a:ahLst/>
              <a:cxnLst/>
              <a:rect l="0" t="0" r="0" b="0"/>
              <a:pathLst>
                <a:path w="110091" h="32171">
                  <a:moveTo>
                    <a:pt x="0" y="0"/>
                  </a:moveTo>
                  <a:lnTo>
                    <a:pt x="110091" y="3217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14" name="Candidate_receptor__3132">
              <a:extLst>
                <a:ext uri="{FF2B5EF4-FFF2-40B4-BE49-F238E27FC236}">
                  <a16:creationId xmlns:a16="http://schemas.microsoft.com/office/drawing/2014/main" id="{6A70AADA-115D-F7C1-17E3-CC3705C42732}"/>
                </a:ext>
              </a:extLst>
            </p:cNvPr>
            <p:cNvSpPr>
              <a:spLocks noGrp="1"/>
            </p:cNvSpPr>
            <p:nvPr/>
          </p:nvSpPr>
          <p:spPr>
            <a:xfrm>
              <a:off x="4739348" y="5123997"/>
              <a:ext cx="17799" cy="77009"/>
            </a:xfrm>
            <a:custGeom>
              <a:avLst/>
              <a:gdLst/>
              <a:ahLst/>
              <a:cxnLst/>
              <a:rect l="0" t="0" r="0" b="0"/>
              <a:pathLst>
                <a:path w="17799" h="77009">
                  <a:moveTo>
                    <a:pt x="0" y="77009"/>
                  </a:moveTo>
                  <a:lnTo>
                    <a:pt x="1779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15" name="Candidate_receptor__3133">
              <a:extLst>
                <a:ext uri="{FF2B5EF4-FFF2-40B4-BE49-F238E27FC236}">
                  <a16:creationId xmlns:a16="http://schemas.microsoft.com/office/drawing/2014/main" id="{2BFFAF9F-CC93-3760-E99A-1C6BF0B05B78}"/>
                </a:ext>
              </a:extLst>
            </p:cNvPr>
            <p:cNvSpPr>
              <a:spLocks noGrp="1"/>
            </p:cNvSpPr>
            <p:nvPr/>
          </p:nvSpPr>
          <p:spPr>
            <a:xfrm>
              <a:off x="5709957" y="3043571"/>
              <a:ext cx="90897" cy="21948"/>
            </a:xfrm>
            <a:custGeom>
              <a:avLst/>
              <a:gdLst/>
              <a:ahLst/>
              <a:cxnLst/>
              <a:rect l="0" t="0" r="0" b="0"/>
              <a:pathLst>
                <a:path w="90897" h="21948">
                  <a:moveTo>
                    <a:pt x="0" y="0"/>
                  </a:moveTo>
                  <a:lnTo>
                    <a:pt x="90897" y="21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16" name="Candidate_receptor__3134">
              <a:extLst>
                <a:ext uri="{FF2B5EF4-FFF2-40B4-BE49-F238E27FC236}">
                  <a16:creationId xmlns:a16="http://schemas.microsoft.com/office/drawing/2014/main" id="{560B40E8-FC7B-81EA-CFB0-6DD9A3A3F061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2388"/>
              <a:ext cx="113552" cy="4827"/>
            </a:xfrm>
            <a:custGeom>
              <a:avLst/>
              <a:gdLst/>
              <a:ahLst/>
              <a:cxnLst/>
              <a:rect l="0" t="0" r="0" b="0"/>
              <a:pathLst>
                <a:path w="113552" h="4827">
                  <a:moveTo>
                    <a:pt x="0" y="4827"/>
                  </a:moveTo>
                  <a:lnTo>
                    <a:pt x="11355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17" name="Candidate_receptor__3135">
              <a:extLst>
                <a:ext uri="{FF2B5EF4-FFF2-40B4-BE49-F238E27FC236}">
                  <a16:creationId xmlns:a16="http://schemas.microsoft.com/office/drawing/2014/main" id="{9196B208-E3B6-E258-C485-BDF5A393F734}"/>
                </a:ext>
              </a:extLst>
            </p:cNvPr>
            <p:cNvSpPr>
              <a:spLocks noGrp="1"/>
            </p:cNvSpPr>
            <p:nvPr/>
          </p:nvSpPr>
          <p:spPr>
            <a:xfrm>
              <a:off x="4881370" y="4506222"/>
              <a:ext cx="77752" cy="82317"/>
            </a:xfrm>
            <a:custGeom>
              <a:avLst/>
              <a:gdLst/>
              <a:ahLst/>
              <a:cxnLst/>
              <a:rect l="0" t="0" r="0" b="0"/>
              <a:pathLst>
                <a:path w="77752" h="82317">
                  <a:moveTo>
                    <a:pt x="0" y="0"/>
                  </a:moveTo>
                  <a:lnTo>
                    <a:pt x="77752" y="823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18" name="Candidate_receptor__3136">
              <a:extLst>
                <a:ext uri="{FF2B5EF4-FFF2-40B4-BE49-F238E27FC236}">
                  <a16:creationId xmlns:a16="http://schemas.microsoft.com/office/drawing/2014/main" id="{449E680F-07A7-B8A5-DAD0-83D04BF83B6B}"/>
                </a:ext>
              </a:extLst>
            </p:cNvPr>
            <p:cNvSpPr>
              <a:spLocks noGrp="1"/>
            </p:cNvSpPr>
            <p:nvPr/>
          </p:nvSpPr>
          <p:spPr>
            <a:xfrm>
              <a:off x="5680710" y="3335129"/>
              <a:ext cx="44609" cy="1157"/>
            </a:xfrm>
            <a:custGeom>
              <a:avLst/>
              <a:gdLst/>
              <a:ahLst/>
              <a:cxnLst/>
              <a:rect l="0" t="0" r="0" b="0"/>
              <a:pathLst>
                <a:path w="44609" h="1157">
                  <a:moveTo>
                    <a:pt x="0" y="0"/>
                  </a:moveTo>
                  <a:lnTo>
                    <a:pt x="44609" y="11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19" name="Candidate_receptor__3137">
              <a:extLst>
                <a:ext uri="{FF2B5EF4-FFF2-40B4-BE49-F238E27FC236}">
                  <a16:creationId xmlns:a16="http://schemas.microsoft.com/office/drawing/2014/main" id="{9EFC14E6-D53F-C657-9BFB-19EA88A220AA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34346"/>
              <a:ext cx="52981" cy="4831"/>
            </a:xfrm>
            <a:custGeom>
              <a:avLst/>
              <a:gdLst/>
              <a:ahLst/>
              <a:cxnLst/>
              <a:rect l="0" t="0" r="0" b="0"/>
              <a:pathLst>
                <a:path w="52981" h="4831">
                  <a:moveTo>
                    <a:pt x="52981" y="0"/>
                  </a:moveTo>
                  <a:lnTo>
                    <a:pt x="0" y="483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20" name="Candidate_receptor__3138">
              <a:extLst>
                <a:ext uri="{FF2B5EF4-FFF2-40B4-BE49-F238E27FC236}">
                  <a16:creationId xmlns:a16="http://schemas.microsoft.com/office/drawing/2014/main" id="{EAB0DBB6-5C80-3055-2F04-FC736947FFEF}"/>
                </a:ext>
              </a:extLst>
            </p:cNvPr>
            <p:cNvSpPr>
              <a:spLocks noGrp="1"/>
            </p:cNvSpPr>
            <p:nvPr/>
          </p:nvSpPr>
          <p:spPr>
            <a:xfrm>
              <a:off x="4787172" y="2458269"/>
              <a:ext cx="109680" cy="22654"/>
            </a:xfrm>
            <a:custGeom>
              <a:avLst/>
              <a:gdLst/>
              <a:ahLst/>
              <a:cxnLst/>
              <a:rect l="0" t="0" r="0" b="0"/>
              <a:pathLst>
                <a:path w="109680" h="22654">
                  <a:moveTo>
                    <a:pt x="0" y="22654"/>
                  </a:moveTo>
                  <a:lnTo>
                    <a:pt x="10968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21" name="Candidate_receptor__3139">
              <a:extLst>
                <a:ext uri="{FF2B5EF4-FFF2-40B4-BE49-F238E27FC236}">
                  <a16:creationId xmlns:a16="http://schemas.microsoft.com/office/drawing/2014/main" id="{52799546-E769-98E7-EB29-0A44D138193E}"/>
                </a:ext>
              </a:extLst>
            </p:cNvPr>
            <p:cNvSpPr>
              <a:spLocks noGrp="1"/>
            </p:cNvSpPr>
            <p:nvPr/>
          </p:nvSpPr>
          <p:spPr>
            <a:xfrm>
              <a:off x="4864242" y="4394513"/>
              <a:ext cx="17128" cy="111709"/>
            </a:xfrm>
            <a:custGeom>
              <a:avLst/>
              <a:gdLst/>
              <a:ahLst/>
              <a:cxnLst/>
              <a:rect l="0" t="0" r="0" b="0"/>
              <a:pathLst>
                <a:path w="17128" h="111709">
                  <a:moveTo>
                    <a:pt x="0" y="0"/>
                  </a:moveTo>
                  <a:lnTo>
                    <a:pt x="17128" y="11170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22" name="Candidate_receptor__3140">
              <a:extLst>
                <a:ext uri="{FF2B5EF4-FFF2-40B4-BE49-F238E27FC236}">
                  <a16:creationId xmlns:a16="http://schemas.microsoft.com/office/drawing/2014/main" id="{4B49F4F8-1E64-9D4D-C1AF-07CADC491598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09647"/>
              <a:ext cx="74252" cy="43800"/>
            </a:xfrm>
            <a:custGeom>
              <a:avLst/>
              <a:gdLst/>
              <a:ahLst/>
              <a:cxnLst/>
              <a:rect l="0" t="0" r="0" b="0"/>
              <a:pathLst>
                <a:path w="74252" h="43800">
                  <a:moveTo>
                    <a:pt x="0" y="43800"/>
                  </a:moveTo>
                  <a:lnTo>
                    <a:pt x="74252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23" name="Candidate_receptor__3141">
              <a:extLst>
                <a:ext uri="{FF2B5EF4-FFF2-40B4-BE49-F238E27FC236}">
                  <a16:creationId xmlns:a16="http://schemas.microsoft.com/office/drawing/2014/main" id="{986048E9-5ACC-2D96-13D1-02AA540882B0}"/>
                </a:ext>
              </a:extLst>
            </p:cNvPr>
            <p:cNvSpPr>
              <a:spLocks noGrp="1"/>
            </p:cNvSpPr>
            <p:nvPr/>
          </p:nvSpPr>
          <p:spPr>
            <a:xfrm>
              <a:off x="4743558" y="4829304"/>
              <a:ext cx="24691" cy="50824"/>
            </a:xfrm>
            <a:custGeom>
              <a:avLst/>
              <a:gdLst/>
              <a:ahLst/>
              <a:cxnLst/>
              <a:rect l="0" t="0" r="0" b="0"/>
              <a:pathLst>
                <a:path w="24691" h="50824">
                  <a:moveTo>
                    <a:pt x="24691" y="0"/>
                  </a:moveTo>
                  <a:lnTo>
                    <a:pt x="0" y="50824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24" name="Candidate_receptor__3142">
              <a:extLst>
                <a:ext uri="{FF2B5EF4-FFF2-40B4-BE49-F238E27FC236}">
                  <a16:creationId xmlns:a16="http://schemas.microsoft.com/office/drawing/2014/main" id="{A7A7E0CA-A7D2-0CA4-3F5A-2F7E7C23CBCC}"/>
                </a:ext>
              </a:extLst>
            </p:cNvPr>
            <p:cNvSpPr>
              <a:spLocks noGrp="1"/>
            </p:cNvSpPr>
            <p:nvPr/>
          </p:nvSpPr>
          <p:spPr>
            <a:xfrm>
              <a:off x="4885098" y="4727526"/>
              <a:ext cx="110350" cy="25612"/>
            </a:xfrm>
            <a:custGeom>
              <a:avLst/>
              <a:gdLst/>
              <a:ahLst/>
              <a:cxnLst/>
              <a:rect l="0" t="0" r="0" b="0"/>
              <a:pathLst>
                <a:path w="110350" h="25612">
                  <a:moveTo>
                    <a:pt x="110350" y="25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25" name="Candidate_receptor__3143">
              <a:extLst>
                <a:ext uri="{FF2B5EF4-FFF2-40B4-BE49-F238E27FC236}">
                  <a16:creationId xmlns:a16="http://schemas.microsoft.com/office/drawing/2014/main" id="{7218FF68-5D59-CA02-36A5-90ABCB435028}"/>
                </a:ext>
              </a:extLst>
            </p:cNvPr>
            <p:cNvSpPr>
              <a:spLocks noGrp="1"/>
            </p:cNvSpPr>
            <p:nvPr/>
          </p:nvSpPr>
          <p:spPr>
            <a:xfrm>
              <a:off x="5508509" y="3011906"/>
              <a:ext cx="99370" cy="38947"/>
            </a:xfrm>
            <a:custGeom>
              <a:avLst/>
              <a:gdLst/>
              <a:ahLst/>
              <a:cxnLst/>
              <a:rect l="0" t="0" r="0" b="0"/>
              <a:pathLst>
                <a:path w="99370" h="38947">
                  <a:moveTo>
                    <a:pt x="0" y="0"/>
                  </a:moveTo>
                  <a:lnTo>
                    <a:pt x="99370" y="3894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26" name="Candidate_receptor__3144">
              <a:extLst>
                <a:ext uri="{FF2B5EF4-FFF2-40B4-BE49-F238E27FC236}">
                  <a16:creationId xmlns:a16="http://schemas.microsoft.com/office/drawing/2014/main" id="{A4D4DE45-D79D-714C-41C6-22B11176692B}"/>
                </a:ext>
              </a:extLst>
            </p:cNvPr>
            <p:cNvSpPr>
              <a:spLocks noGrp="1"/>
            </p:cNvSpPr>
            <p:nvPr/>
          </p:nvSpPr>
          <p:spPr>
            <a:xfrm>
              <a:off x="6160364" y="3330511"/>
              <a:ext cx="7408" cy="63834"/>
            </a:xfrm>
            <a:custGeom>
              <a:avLst/>
              <a:gdLst/>
              <a:ahLst/>
              <a:cxnLst/>
              <a:rect l="0" t="0" r="0" b="0"/>
              <a:pathLst>
                <a:path w="7408" h="63834">
                  <a:moveTo>
                    <a:pt x="7408" y="638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27" name="Candidate_receptor__3145">
              <a:extLst>
                <a:ext uri="{FF2B5EF4-FFF2-40B4-BE49-F238E27FC236}">
                  <a16:creationId xmlns:a16="http://schemas.microsoft.com/office/drawing/2014/main" id="{DCD1D75C-024D-51F4-DB58-9932DDABE083}"/>
                </a:ext>
              </a:extLst>
            </p:cNvPr>
            <p:cNvSpPr>
              <a:spLocks noGrp="1"/>
            </p:cNvSpPr>
            <p:nvPr/>
          </p:nvSpPr>
          <p:spPr>
            <a:xfrm>
              <a:off x="5696233" y="3185789"/>
              <a:ext cx="67326" cy="17676"/>
            </a:xfrm>
            <a:custGeom>
              <a:avLst/>
              <a:gdLst/>
              <a:ahLst/>
              <a:cxnLst/>
              <a:rect l="0" t="0" r="0" b="0"/>
              <a:pathLst>
                <a:path w="67326" h="17676">
                  <a:moveTo>
                    <a:pt x="0" y="0"/>
                  </a:moveTo>
                  <a:lnTo>
                    <a:pt x="67326" y="1767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28" name="Candidate_receptor__3146">
              <a:extLst>
                <a:ext uri="{FF2B5EF4-FFF2-40B4-BE49-F238E27FC236}">
                  <a16:creationId xmlns:a16="http://schemas.microsoft.com/office/drawing/2014/main" id="{D4C4961A-EE78-58EB-47C5-661C0B1531AE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337487"/>
              <a:ext cx="48113" cy="92256"/>
            </a:xfrm>
            <a:custGeom>
              <a:avLst/>
              <a:gdLst/>
              <a:ahLst/>
              <a:cxnLst/>
              <a:rect l="0" t="0" r="0" b="0"/>
              <a:pathLst>
                <a:path w="48113" h="92256">
                  <a:moveTo>
                    <a:pt x="48113" y="0"/>
                  </a:moveTo>
                  <a:lnTo>
                    <a:pt x="0" y="9225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29" name="Candidate_receptor__3147">
              <a:extLst>
                <a:ext uri="{FF2B5EF4-FFF2-40B4-BE49-F238E27FC236}">
                  <a16:creationId xmlns:a16="http://schemas.microsoft.com/office/drawing/2014/main" id="{A3383EA3-0416-C55E-C87D-CA95D5CB8F73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626294"/>
              <a:ext cx="103242" cy="48275"/>
            </a:xfrm>
            <a:custGeom>
              <a:avLst/>
              <a:gdLst/>
              <a:ahLst/>
              <a:cxnLst/>
              <a:rect l="0" t="0" r="0" b="0"/>
              <a:pathLst>
                <a:path w="103242" h="48275">
                  <a:moveTo>
                    <a:pt x="0" y="0"/>
                  </a:moveTo>
                  <a:lnTo>
                    <a:pt x="103242" y="4827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30" name="Candidate_receptor__3148">
              <a:extLst>
                <a:ext uri="{FF2B5EF4-FFF2-40B4-BE49-F238E27FC236}">
                  <a16:creationId xmlns:a16="http://schemas.microsoft.com/office/drawing/2014/main" id="{C6CB8A26-ED85-91B5-2F0C-CBC5D4748418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24413" cy="38982"/>
            </a:xfrm>
            <a:custGeom>
              <a:avLst/>
              <a:gdLst/>
              <a:ahLst/>
              <a:cxnLst/>
              <a:rect l="0" t="0" r="0" b="0"/>
              <a:pathLst>
                <a:path w="24413" h="38982">
                  <a:moveTo>
                    <a:pt x="0" y="0"/>
                  </a:moveTo>
                  <a:lnTo>
                    <a:pt x="24413" y="3898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31" name="Candidate_receptor__3149">
              <a:extLst>
                <a:ext uri="{FF2B5EF4-FFF2-40B4-BE49-F238E27FC236}">
                  <a16:creationId xmlns:a16="http://schemas.microsoft.com/office/drawing/2014/main" id="{1D14FCA3-E968-A4E2-5A96-5F9AB653C4C3}"/>
                </a:ext>
              </a:extLst>
            </p:cNvPr>
            <p:cNvSpPr>
              <a:spLocks noGrp="1"/>
            </p:cNvSpPr>
            <p:nvPr/>
          </p:nvSpPr>
          <p:spPr>
            <a:xfrm>
              <a:off x="5607879" y="3043571"/>
              <a:ext cx="102079" cy="7282"/>
            </a:xfrm>
            <a:custGeom>
              <a:avLst/>
              <a:gdLst/>
              <a:ahLst/>
              <a:cxnLst/>
              <a:rect l="0" t="0" r="0" b="0"/>
              <a:pathLst>
                <a:path w="102079" h="7282">
                  <a:moveTo>
                    <a:pt x="0" y="7282"/>
                  </a:moveTo>
                  <a:lnTo>
                    <a:pt x="10207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32" name="Candidate_receptor__3150">
              <a:extLst>
                <a:ext uri="{FF2B5EF4-FFF2-40B4-BE49-F238E27FC236}">
                  <a16:creationId xmlns:a16="http://schemas.microsoft.com/office/drawing/2014/main" id="{FC012CE1-3094-44D4-2064-76192772F130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11906"/>
              <a:ext cx="108871" cy="19630"/>
            </a:xfrm>
            <a:custGeom>
              <a:avLst/>
              <a:gdLst/>
              <a:ahLst/>
              <a:cxnLst/>
              <a:rect l="0" t="0" r="0" b="0"/>
              <a:pathLst>
                <a:path w="108871" h="19630">
                  <a:moveTo>
                    <a:pt x="0" y="19630"/>
                  </a:moveTo>
                  <a:lnTo>
                    <a:pt x="1088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33" name="Candidate_receptor__3151">
              <a:extLst>
                <a:ext uri="{FF2B5EF4-FFF2-40B4-BE49-F238E27FC236}">
                  <a16:creationId xmlns:a16="http://schemas.microsoft.com/office/drawing/2014/main" id="{8D42BD7B-0F2B-7B57-2CF6-47D35FECB665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33558"/>
              <a:ext cx="39972" cy="46716"/>
            </a:xfrm>
            <a:custGeom>
              <a:avLst/>
              <a:gdLst/>
              <a:ahLst/>
              <a:cxnLst/>
              <a:rect l="0" t="0" r="0" b="0"/>
              <a:pathLst>
                <a:path w="39972" h="46716">
                  <a:moveTo>
                    <a:pt x="0" y="46716"/>
                  </a:moveTo>
                  <a:lnTo>
                    <a:pt x="3997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34" name="Candidate_receptor__3152">
              <a:extLst>
                <a:ext uri="{FF2B5EF4-FFF2-40B4-BE49-F238E27FC236}">
                  <a16:creationId xmlns:a16="http://schemas.microsoft.com/office/drawing/2014/main" id="{15F9FD2D-A7DA-68F5-F156-2E1C4BD57AD7}"/>
                </a:ext>
              </a:extLst>
            </p:cNvPr>
            <p:cNvSpPr>
              <a:spLocks noGrp="1"/>
            </p:cNvSpPr>
            <p:nvPr/>
          </p:nvSpPr>
          <p:spPr>
            <a:xfrm>
              <a:off x="4579163" y="5118574"/>
              <a:ext cx="48963" cy="56619"/>
            </a:xfrm>
            <a:custGeom>
              <a:avLst/>
              <a:gdLst/>
              <a:ahLst/>
              <a:cxnLst/>
              <a:rect l="0" t="0" r="0" b="0"/>
              <a:pathLst>
                <a:path w="48963" h="56619">
                  <a:moveTo>
                    <a:pt x="0" y="0"/>
                  </a:moveTo>
                  <a:lnTo>
                    <a:pt x="48963" y="56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35" name="Candidate_receptor__3153">
              <a:extLst>
                <a:ext uri="{FF2B5EF4-FFF2-40B4-BE49-F238E27FC236}">
                  <a16:creationId xmlns:a16="http://schemas.microsoft.com/office/drawing/2014/main" id="{E4134B63-E561-DE56-225C-BE3C2979BBC6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94198"/>
              <a:ext cx="246" cy="20633"/>
            </a:xfrm>
            <a:custGeom>
              <a:avLst/>
              <a:gdLst/>
              <a:ahLst/>
              <a:cxnLst/>
              <a:rect l="0" t="0" r="0" b="0"/>
              <a:pathLst>
                <a:path w="246" h="20633">
                  <a:moveTo>
                    <a:pt x="246" y="0"/>
                  </a:moveTo>
                  <a:lnTo>
                    <a:pt x="0" y="2063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36" name="Candidate_receptor__3154">
              <a:extLst>
                <a:ext uri="{FF2B5EF4-FFF2-40B4-BE49-F238E27FC236}">
                  <a16:creationId xmlns:a16="http://schemas.microsoft.com/office/drawing/2014/main" id="{6DAC432E-37D6-C9E2-3AF1-3D93F261969A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96346"/>
              <a:ext cx="68140" cy="75026"/>
            </a:xfrm>
            <a:custGeom>
              <a:avLst/>
              <a:gdLst/>
              <a:ahLst/>
              <a:cxnLst/>
              <a:rect l="0" t="0" r="0" b="0"/>
              <a:pathLst>
                <a:path w="68140" h="75026">
                  <a:moveTo>
                    <a:pt x="0" y="0"/>
                  </a:moveTo>
                  <a:lnTo>
                    <a:pt x="68140" y="7502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37" name="Candidate_receptor__3155">
              <a:extLst>
                <a:ext uri="{FF2B5EF4-FFF2-40B4-BE49-F238E27FC236}">
                  <a16:creationId xmlns:a16="http://schemas.microsoft.com/office/drawing/2014/main" id="{7E7E6D21-E09B-E263-715C-F4F38607695F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75588"/>
              <a:ext cx="22625" cy="6944"/>
            </a:xfrm>
            <a:custGeom>
              <a:avLst/>
              <a:gdLst/>
              <a:ahLst/>
              <a:cxnLst/>
              <a:rect l="0" t="0" r="0" b="0"/>
              <a:pathLst>
                <a:path w="22625" h="6944">
                  <a:moveTo>
                    <a:pt x="22625" y="69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38" name="Candidate_receptor__3156">
              <a:extLst>
                <a:ext uri="{FF2B5EF4-FFF2-40B4-BE49-F238E27FC236}">
                  <a16:creationId xmlns:a16="http://schemas.microsoft.com/office/drawing/2014/main" id="{F1D4DA4F-8826-44C6-F7CC-D105298E2CDC}"/>
                </a:ext>
              </a:extLst>
            </p:cNvPr>
            <p:cNvSpPr>
              <a:spLocks noGrp="1"/>
            </p:cNvSpPr>
            <p:nvPr/>
          </p:nvSpPr>
          <p:spPr>
            <a:xfrm>
              <a:off x="5900197" y="3655312"/>
              <a:ext cx="55471" cy="95276"/>
            </a:xfrm>
            <a:custGeom>
              <a:avLst/>
              <a:gdLst/>
              <a:ahLst/>
              <a:cxnLst/>
              <a:rect l="0" t="0" r="0" b="0"/>
              <a:pathLst>
                <a:path w="55471" h="95276">
                  <a:moveTo>
                    <a:pt x="0" y="95276"/>
                  </a:moveTo>
                  <a:lnTo>
                    <a:pt x="554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39" name="Candidate_receptor__3157">
              <a:extLst>
                <a:ext uri="{FF2B5EF4-FFF2-40B4-BE49-F238E27FC236}">
                  <a16:creationId xmlns:a16="http://schemas.microsoft.com/office/drawing/2014/main" id="{434A2964-8BFC-1A5F-2FE4-507187851F2E}"/>
                </a:ext>
              </a:extLst>
            </p:cNvPr>
            <p:cNvSpPr>
              <a:spLocks noGrp="1"/>
            </p:cNvSpPr>
            <p:nvPr/>
          </p:nvSpPr>
          <p:spPr>
            <a:xfrm>
              <a:off x="4921220" y="2005764"/>
              <a:ext cx="65193" cy="91819"/>
            </a:xfrm>
            <a:custGeom>
              <a:avLst/>
              <a:gdLst/>
              <a:ahLst/>
              <a:cxnLst/>
              <a:rect l="0" t="0" r="0" b="0"/>
              <a:pathLst>
                <a:path w="65193" h="91819">
                  <a:moveTo>
                    <a:pt x="65193" y="0"/>
                  </a:moveTo>
                  <a:lnTo>
                    <a:pt x="0" y="918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40" name="Candidate_receptor__3158">
              <a:extLst>
                <a:ext uri="{FF2B5EF4-FFF2-40B4-BE49-F238E27FC236}">
                  <a16:creationId xmlns:a16="http://schemas.microsoft.com/office/drawing/2014/main" id="{582D523A-1289-1285-F48F-F5C702DD58D4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739643"/>
              <a:ext cx="98016" cy="26101"/>
            </a:xfrm>
            <a:custGeom>
              <a:avLst/>
              <a:gdLst/>
              <a:ahLst/>
              <a:cxnLst/>
              <a:rect l="0" t="0" r="0" b="0"/>
              <a:pathLst>
                <a:path w="98016" h="26101">
                  <a:moveTo>
                    <a:pt x="98016" y="26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41" name="Candidate_receptor__3159">
              <a:extLst>
                <a:ext uri="{FF2B5EF4-FFF2-40B4-BE49-F238E27FC236}">
                  <a16:creationId xmlns:a16="http://schemas.microsoft.com/office/drawing/2014/main" id="{923F251B-7C91-EB13-794F-89E1BDD24B17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839871"/>
              <a:ext cx="77718" cy="81528"/>
            </a:xfrm>
            <a:custGeom>
              <a:avLst/>
              <a:gdLst/>
              <a:ahLst/>
              <a:cxnLst/>
              <a:rect l="0" t="0" r="0" b="0"/>
              <a:pathLst>
                <a:path w="77718" h="81528">
                  <a:moveTo>
                    <a:pt x="0" y="81528"/>
                  </a:moveTo>
                  <a:lnTo>
                    <a:pt x="7771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42" name="Candidate_receptor__3160">
              <a:extLst>
                <a:ext uri="{FF2B5EF4-FFF2-40B4-BE49-F238E27FC236}">
                  <a16:creationId xmlns:a16="http://schemas.microsoft.com/office/drawing/2014/main" id="{66294F96-353A-CAB1-30C7-16E9CC5AE06A}"/>
                </a:ext>
              </a:extLst>
            </p:cNvPr>
            <p:cNvSpPr>
              <a:spLocks noGrp="1"/>
            </p:cNvSpPr>
            <p:nvPr/>
          </p:nvSpPr>
          <p:spPr>
            <a:xfrm>
              <a:off x="4735707" y="2480923"/>
              <a:ext cx="51465" cy="82038"/>
            </a:xfrm>
            <a:custGeom>
              <a:avLst/>
              <a:gdLst/>
              <a:ahLst/>
              <a:cxnLst/>
              <a:rect l="0" t="0" r="0" b="0"/>
              <a:pathLst>
                <a:path w="51465" h="82038">
                  <a:moveTo>
                    <a:pt x="0" y="82038"/>
                  </a:moveTo>
                  <a:lnTo>
                    <a:pt x="5146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43" name="Candidate_receptor__3161">
              <a:extLst>
                <a:ext uri="{FF2B5EF4-FFF2-40B4-BE49-F238E27FC236}">
                  <a16:creationId xmlns:a16="http://schemas.microsoft.com/office/drawing/2014/main" id="{B2D698AE-5648-682A-EADB-66270CB82E42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24481"/>
              <a:ext cx="96261" cy="52763"/>
            </a:xfrm>
            <a:custGeom>
              <a:avLst/>
              <a:gdLst/>
              <a:ahLst/>
              <a:cxnLst/>
              <a:rect l="0" t="0" r="0" b="0"/>
              <a:pathLst>
                <a:path w="96261" h="52763">
                  <a:moveTo>
                    <a:pt x="96261" y="5276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44" name="Candidate_receptor__3162">
              <a:extLst>
                <a:ext uri="{FF2B5EF4-FFF2-40B4-BE49-F238E27FC236}">
                  <a16:creationId xmlns:a16="http://schemas.microsoft.com/office/drawing/2014/main" id="{04234F11-7F7E-907F-5C15-9993DDC38F3A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15524"/>
              <a:ext cx="18054" cy="80822"/>
            </a:xfrm>
            <a:custGeom>
              <a:avLst/>
              <a:gdLst/>
              <a:ahLst/>
              <a:cxnLst/>
              <a:rect l="0" t="0" r="0" b="0"/>
              <a:pathLst>
                <a:path w="18054" h="80822">
                  <a:moveTo>
                    <a:pt x="18054" y="0"/>
                  </a:moveTo>
                  <a:lnTo>
                    <a:pt x="0" y="8082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45" name="Candidate_receptor__3163">
              <a:extLst>
                <a:ext uri="{FF2B5EF4-FFF2-40B4-BE49-F238E27FC236}">
                  <a16:creationId xmlns:a16="http://schemas.microsoft.com/office/drawing/2014/main" id="{949B8147-D443-F277-2157-CF6DB645347E}"/>
                </a:ext>
              </a:extLst>
            </p:cNvPr>
            <p:cNvSpPr>
              <a:spLocks noGrp="1"/>
            </p:cNvSpPr>
            <p:nvPr/>
          </p:nvSpPr>
          <p:spPr>
            <a:xfrm>
              <a:off x="5024850" y="3165181"/>
              <a:ext cx="25855" cy="75065"/>
            </a:xfrm>
            <a:custGeom>
              <a:avLst/>
              <a:gdLst/>
              <a:ahLst/>
              <a:cxnLst/>
              <a:rect l="0" t="0" r="0" b="0"/>
              <a:pathLst>
                <a:path w="25855" h="75065">
                  <a:moveTo>
                    <a:pt x="25855" y="750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46" name="Candidate_receptor__3164">
              <a:extLst>
                <a:ext uri="{FF2B5EF4-FFF2-40B4-BE49-F238E27FC236}">
                  <a16:creationId xmlns:a16="http://schemas.microsoft.com/office/drawing/2014/main" id="{3F451082-9C92-52C7-CD93-977AFDE4B442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070674"/>
              <a:ext cx="37651" cy="36188"/>
            </a:xfrm>
            <a:custGeom>
              <a:avLst/>
              <a:gdLst/>
              <a:ahLst/>
              <a:cxnLst/>
              <a:rect l="0" t="0" r="0" b="0"/>
              <a:pathLst>
                <a:path w="37651" h="36188">
                  <a:moveTo>
                    <a:pt x="37651" y="0"/>
                  </a:moveTo>
                  <a:lnTo>
                    <a:pt x="0" y="36188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47" name="Candidate_receptor__3165">
              <a:extLst>
                <a:ext uri="{FF2B5EF4-FFF2-40B4-BE49-F238E27FC236}">
                  <a16:creationId xmlns:a16="http://schemas.microsoft.com/office/drawing/2014/main" id="{C71350F0-F53B-0D2D-ECB5-1B68E420D487}"/>
                </a:ext>
              </a:extLst>
            </p:cNvPr>
            <p:cNvSpPr>
              <a:spLocks noGrp="1"/>
            </p:cNvSpPr>
            <p:nvPr/>
          </p:nvSpPr>
          <p:spPr>
            <a:xfrm>
              <a:off x="4893152" y="4043012"/>
              <a:ext cx="26321" cy="43643"/>
            </a:xfrm>
            <a:custGeom>
              <a:avLst/>
              <a:gdLst/>
              <a:ahLst/>
              <a:cxnLst/>
              <a:rect l="0" t="0" r="0" b="0"/>
              <a:pathLst>
                <a:path w="26321" h="43643">
                  <a:moveTo>
                    <a:pt x="0" y="43643"/>
                  </a:moveTo>
                  <a:lnTo>
                    <a:pt x="2632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48" name="Candidate_receptor__3166">
              <a:extLst>
                <a:ext uri="{FF2B5EF4-FFF2-40B4-BE49-F238E27FC236}">
                  <a16:creationId xmlns:a16="http://schemas.microsoft.com/office/drawing/2014/main" id="{D792DAD9-6C70-71C3-4D09-10033AA7CF22}"/>
                </a:ext>
              </a:extLst>
            </p:cNvPr>
            <p:cNvSpPr>
              <a:spLocks noGrp="1"/>
            </p:cNvSpPr>
            <p:nvPr/>
          </p:nvSpPr>
          <p:spPr>
            <a:xfrm>
              <a:off x="6412117" y="4004068"/>
              <a:ext cx="11099" cy="85861"/>
            </a:xfrm>
            <a:custGeom>
              <a:avLst/>
              <a:gdLst/>
              <a:ahLst/>
              <a:cxnLst/>
              <a:rect l="0" t="0" r="0" b="0"/>
              <a:pathLst>
                <a:path w="11099" h="85861">
                  <a:moveTo>
                    <a:pt x="11099" y="8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49" name="Candidate_receptor__3167">
              <a:extLst>
                <a:ext uri="{FF2B5EF4-FFF2-40B4-BE49-F238E27FC236}">
                  <a16:creationId xmlns:a16="http://schemas.microsoft.com/office/drawing/2014/main" id="{C42DEDE3-63CB-92B5-6FAD-9C34625EC855}"/>
                </a:ext>
              </a:extLst>
            </p:cNvPr>
            <p:cNvSpPr>
              <a:spLocks noGrp="1"/>
            </p:cNvSpPr>
            <p:nvPr/>
          </p:nvSpPr>
          <p:spPr>
            <a:xfrm>
              <a:off x="5116876" y="3379961"/>
              <a:ext cx="3796" cy="106128"/>
            </a:xfrm>
            <a:custGeom>
              <a:avLst/>
              <a:gdLst/>
              <a:ahLst/>
              <a:cxnLst/>
              <a:rect l="0" t="0" r="0" b="0"/>
              <a:pathLst>
                <a:path w="3796" h="106128">
                  <a:moveTo>
                    <a:pt x="0" y="0"/>
                  </a:moveTo>
                  <a:lnTo>
                    <a:pt x="3796" y="10612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50" name="Candidate_receptor__3168">
              <a:extLst>
                <a:ext uri="{FF2B5EF4-FFF2-40B4-BE49-F238E27FC236}">
                  <a16:creationId xmlns:a16="http://schemas.microsoft.com/office/drawing/2014/main" id="{D281A150-403F-4128-F3B3-5D1195A47389}"/>
                </a:ext>
              </a:extLst>
            </p:cNvPr>
            <p:cNvSpPr>
              <a:spLocks noGrp="1"/>
            </p:cNvSpPr>
            <p:nvPr/>
          </p:nvSpPr>
          <p:spPr>
            <a:xfrm>
              <a:off x="5725586" y="4145931"/>
              <a:ext cx="91059" cy="38406"/>
            </a:xfrm>
            <a:custGeom>
              <a:avLst/>
              <a:gdLst/>
              <a:ahLst/>
              <a:cxnLst/>
              <a:rect l="0" t="0" r="0" b="0"/>
              <a:pathLst>
                <a:path w="91059" h="38406">
                  <a:moveTo>
                    <a:pt x="0" y="0"/>
                  </a:moveTo>
                  <a:lnTo>
                    <a:pt x="91059" y="3840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51" name="Candidate_receptor__3169">
              <a:extLst>
                <a:ext uri="{FF2B5EF4-FFF2-40B4-BE49-F238E27FC236}">
                  <a16:creationId xmlns:a16="http://schemas.microsoft.com/office/drawing/2014/main" id="{66DEC505-EE16-CE8B-0198-0247A1860E18}"/>
                </a:ext>
              </a:extLst>
            </p:cNvPr>
            <p:cNvSpPr>
              <a:spLocks noGrp="1"/>
            </p:cNvSpPr>
            <p:nvPr/>
          </p:nvSpPr>
          <p:spPr>
            <a:xfrm>
              <a:off x="5634259" y="4145931"/>
              <a:ext cx="91326" cy="35855"/>
            </a:xfrm>
            <a:custGeom>
              <a:avLst/>
              <a:gdLst/>
              <a:ahLst/>
              <a:cxnLst/>
              <a:rect l="0" t="0" r="0" b="0"/>
              <a:pathLst>
                <a:path w="91326" h="35855">
                  <a:moveTo>
                    <a:pt x="0" y="35855"/>
                  </a:moveTo>
                  <a:lnTo>
                    <a:pt x="913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52" name="Candidate_receptor__3170">
              <a:extLst>
                <a:ext uri="{FF2B5EF4-FFF2-40B4-BE49-F238E27FC236}">
                  <a16:creationId xmlns:a16="http://schemas.microsoft.com/office/drawing/2014/main" id="{64BAA287-9245-1E0F-FF22-0CDE73CD3C3A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224796"/>
              <a:ext cx="109517" cy="11838"/>
            </a:xfrm>
            <a:custGeom>
              <a:avLst/>
              <a:gdLst/>
              <a:ahLst/>
              <a:cxnLst/>
              <a:rect l="0" t="0" r="0" b="0"/>
              <a:pathLst>
                <a:path w="109517" h="11838">
                  <a:moveTo>
                    <a:pt x="0" y="11838"/>
                  </a:moveTo>
                  <a:lnTo>
                    <a:pt x="10951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53" name="Candidate_receptor__3171">
              <a:extLst>
                <a:ext uri="{FF2B5EF4-FFF2-40B4-BE49-F238E27FC236}">
                  <a16:creationId xmlns:a16="http://schemas.microsoft.com/office/drawing/2014/main" id="{A302D24A-1E72-3E11-A70B-1999AA0D692D}"/>
                </a:ext>
              </a:extLst>
            </p:cNvPr>
            <p:cNvSpPr>
              <a:spLocks noGrp="1"/>
            </p:cNvSpPr>
            <p:nvPr/>
          </p:nvSpPr>
          <p:spPr>
            <a:xfrm>
              <a:off x="5823213" y="2919074"/>
              <a:ext cx="72827" cy="34108"/>
            </a:xfrm>
            <a:custGeom>
              <a:avLst/>
              <a:gdLst/>
              <a:ahLst/>
              <a:cxnLst/>
              <a:rect l="0" t="0" r="0" b="0"/>
              <a:pathLst>
                <a:path w="72827" h="34108">
                  <a:moveTo>
                    <a:pt x="0" y="0"/>
                  </a:moveTo>
                  <a:lnTo>
                    <a:pt x="72827" y="3410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54" name="Candidate_receptor__3172">
              <a:extLst>
                <a:ext uri="{FF2B5EF4-FFF2-40B4-BE49-F238E27FC236}">
                  <a16:creationId xmlns:a16="http://schemas.microsoft.com/office/drawing/2014/main" id="{9B20E47D-98C7-E2DD-8E6E-C61F724C6749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562962"/>
              <a:ext cx="100995" cy="46581"/>
            </a:xfrm>
            <a:custGeom>
              <a:avLst/>
              <a:gdLst/>
              <a:ahLst/>
              <a:cxnLst/>
              <a:rect l="0" t="0" r="0" b="0"/>
              <a:pathLst>
                <a:path w="100995" h="46581">
                  <a:moveTo>
                    <a:pt x="0" y="46581"/>
                  </a:moveTo>
                  <a:lnTo>
                    <a:pt x="10099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55" name="Candidate_receptor__3173">
              <a:extLst>
                <a:ext uri="{FF2B5EF4-FFF2-40B4-BE49-F238E27FC236}">
                  <a16:creationId xmlns:a16="http://schemas.microsoft.com/office/drawing/2014/main" id="{193DAB59-8681-6BA5-4E42-3A2E969B953B}"/>
                </a:ext>
              </a:extLst>
            </p:cNvPr>
            <p:cNvSpPr>
              <a:spLocks noGrp="1"/>
            </p:cNvSpPr>
            <p:nvPr/>
          </p:nvSpPr>
          <p:spPr>
            <a:xfrm>
              <a:off x="4781968" y="3809980"/>
              <a:ext cx="6026" cy="14532"/>
            </a:xfrm>
            <a:custGeom>
              <a:avLst/>
              <a:gdLst/>
              <a:ahLst/>
              <a:cxnLst/>
              <a:rect l="0" t="0" r="0" b="0"/>
              <a:pathLst>
                <a:path w="6026" h="14532">
                  <a:moveTo>
                    <a:pt x="0" y="14532"/>
                  </a:moveTo>
                  <a:lnTo>
                    <a:pt x="60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56" name="Candidate_receptor__3174">
              <a:extLst>
                <a:ext uri="{FF2B5EF4-FFF2-40B4-BE49-F238E27FC236}">
                  <a16:creationId xmlns:a16="http://schemas.microsoft.com/office/drawing/2014/main" id="{15C8ED35-425E-1E97-4692-653B769C1119}"/>
                </a:ext>
              </a:extLst>
            </p:cNvPr>
            <p:cNvSpPr>
              <a:spLocks noGrp="1"/>
            </p:cNvSpPr>
            <p:nvPr/>
          </p:nvSpPr>
          <p:spPr>
            <a:xfrm>
              <a:off x="4453651" y="3281868"/>
              <a:ext cx="63195" cy="95377"/>
            </a:xfrm>
            <a:custGeom>
              <a:avLst/>
              <a:gdLst/>
              <a:ahLst/>
              <a:cxnLst/>
              <a:rect l="0" t="0" r="0" b="0"/>
              <a:pathLst>
                <a:path w="63195" h="95377">
                  <a:moveTo>
                    <a:pt x="63195" y="0"/>
                  </a:moveTo>
                  <a:lnTo>
                    <a:pt x="0" y="95377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57" name="Candidate_receptor__3175">
              <a:extLst>
                <a:ext uri="{FF2B5EF4-FFF2-40B4-BE49-F238E27FC236}">
                  <a16:creationId xmlns:a16="http://schemas.microsoft.com/office/drawing/2014/main" id="{7ED29771-B39B-E6D7-4C41-0E9D11C97061}"/>
                </a:ext>
              </a:extLst>
            </p:cNvPr>
            <p:cNvSpPr>
              <a:spLocks noGrp="1"/>
            </p:cNvSpPr>
            <p:nvPr/>
          </p:nvSpPr>
          <p:spPr>
            <a:xfrm>
              <a:off x="6213244" y="3765744"/>
              <a:ext cx="75054" cy="85793"/>
            </a:xfrm>
            <a:custGeom>
              <a:avLst/>
              <a:gdLst/>
              <a:ahLst/>
              <a:cxnLst/>
              <a:rect l="0" t="0" r="0" b="0"/>
              <a:pathLst>
                <a:path w="75054" h="85793">
                  <a:moveTo>
                    <a:pt x="75054" y="857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58" name="Candidate_receptor__3176">
              <a:extLst>
                <a:ext uri="{FF2B5EF4-FFF2-40B4-BE49-F238E27FC236}">
                  <a16:creationId xmlns:a16="http://schemas.microsoft.com/office/drawing/2014/main" id="{AA53CFBA-C002-F291-10A8-E695397C1F09}"/>
                </a:ext>
              </a:extLst>
            </p:cNvPr>
            <p:cNvSpPr>
              <a:spLocks noGrp="1"/>
            </p:cNvSpPr>
            <p:nvPr/>
          </p:nvSpPr>
          <p:spPr>
            <a:xfrm>
              <a:off x="5753754" y="1825015"/>
              <a:ext cx="112655" cy="14856"/>
            </a:xfrm>
            <a:custGeom>
              <a:avLst/>
              <a:gdLst/>
              <a:ahLst/>
              <a:cxnLst/>
              <a:rect l="0" t="0" r="0" b="0"/>
              <a:pathLst>
                <a:path w="112655" h="14856">
                  <a:moveTo>
                    <a:pt x="0" y="14856"/>
                  </a:moveTo>
                  <a:lnTo>
                    <a:pt x="1126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59" name="Candidate_receptor__3177">
              <a:extLst>
                <a:ext uri="{FF2B5EF4-FFF2-40B4-BE49-F238E27FC236}">
                  <a16:creationId xmlns:a16="http://schemas.microsoft.com/office/drawing/2014/main" id="{2BBDC933-6C37-59FE-9EF6-850F875AB563}"/>
                </a:ext>
              </a:extLst>
            </p:cNvPr>
            <p:cNvSpPr>
              <a:spLocks noGrp="1"/>
            </p:cNvSpPr>
            <p:nvPr/>
          </p:nvSpPr>
          <p:spPr>
            <a:xfrm>
              <a:off x="5583469" y="3185789"/>
              <a:ext cx="112764" cy="600"/>
            </a:xfrm>
            <a:custGeom>
              <a:avLst/>
              <a:gdLst/>
              <a:ahLst/>
              <a:cxnLst/>
              <a:rect l="0" t="0" r="0" b="0"/>
              <a:pathLst>
                <a:path w="112764" h="600">
                  <a:moveTo>
                    <a:pt x="0" y="600"/>
                  </a:moveTo>
                  <a:lnTo>
                    <a:pt x="11276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60" name="Candidate_receptor__3178">
              <a:extLst>
                <a:ext uri="{FF2B5EF4-FFF2-40B4-BE49-F238E27FC236}">
                  <a16:creationId xmlns:a16="http://schemas.microsoft.com/office/drawing/2014/main" id="{3169A743-2089-A414-CCD1-C57EE2F233E9}"/>
                </a:ext>
              </a:extLst>
            </p:cNvPr>
            <p:cNvSpPr>
              <a:spLocks noGrp="1"/>
            </p:cNvSpPr>
            <p:nvPr/>
          </p:nvSpPr>
          <p:spPr>
            <a:xfrm>
              <a:off x="4986413" y="2005764"/>
              <a:ext cx="109528" cy="25106"/>
            </a:xfrm>
            <a:custGeom>
              <a:avLst/>
              <a:gdLst/>
              <a:ahLst/>
              <a:cxnLst/>
              <a:rect l="0" t="0" r="0" b="0"/>
              <a:pathLst>
                <a:path w="109528" h="25106">
                  <a:moveTo>
                    <a:pt x="109528" y="251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61" name="Candidate_receptor__3179">
              <a:extLst>
                <a:ext uri="{FF2B5EF4-FFF2-40B4-BE49-F238E27FC236}">
                  <a16:creationId xmlns:a16="http://schemas.microsoft.com/office/drawing/2014/main" id="{A602906E-E50A-10EB-1A93-D8511A7886F5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089929"/>
              <a:ext cx="77906" cy="65417"/>
            </a:xfrm>
            <a:custGeom>
              <a:avLst/>
              <a:gdLst/>
              <a:ahLst/>
              <a:cxnLst/>
              <a:rect l="0" t="0" r="0" b="0"/>
              <a:pathLst>
                <a:path w="77906" h="65417">
                  <a:moveTo>
                    <a:pt x="0" y="65417"/>
                  </a:moveTo>
                  <a:lnTo>
                    <a:pt x="7790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62" name="Candidate_receptor__3180">
              <a:extLst>
                <a:ext uri="{FF2B5EF4-FFF2-40B4-BE49-F238E27FC236}">
                  <a16:creationId xmlns:a16="http://schemas.microsoft.com/office/drawing/2014/main" id="{A12DB652-75E6-D698-E7CA-DBB8215833DB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7215"/>
              <a:ext cx="16492" cy="96194"/>
            </a:xfrm>
            <a:custGeom>
              <a:avLst/>
              <a:gdLst/>
              <a:ahLst/>
              <a:cxnLst/>
              <a:rect l="0" t="0" r="0" b="0"/>
              <a:pathLst>
                <a:path w="16492" h="96194">
                  <a:moveTo>
                    <a:pt x="16492" y="96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63" name="Candidate_receptor__3181">
              <a:extLst>
                <a:ext uri="{FF2B5EF4-FFF2-40B4-BE49-F238E27FC236}">
                  <a16:creationId xmlns:a16="http://schemas.microsoft.com/office/drawing/2014/main" id="{4FFBBDCA-AEB3-4F3B-4E2D-6C18AA39345C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3960666"/>
              <a:ext cx="92501" cy="64257"/>
            </a:xfrm>
            <a:custGeom>
              <a:avLst/>
              <a:gdLst/>
              <a:ahLst/>
              <a:cxnLst/>
              <a:rect l="0" t="0" r="0" b="0"/>
              <a:pathLst>
                <a:path w="92501" h="64257">
                  <a:moveTo>
                    <a:pt x="92501" y="0"/>
                  </a:moveTo>
                  <a:lnTo>
                    <a:pt x="0" y="642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64" name="Candidate_receptor__3182">
              <a:extLst>
                <a:ext uri="{FF2B5EF4-FFF2-40B4-BE49-F238E27FC236}">
                  <a16:creationId xmlns:a16="http://schemas.microsoft.com/office/drawing/2014/main" id="{9AB46788-DC44-C85E-34FC-289770AC3F12}"/>
                </a:ext>
              </a:extLst>
            </p:cNvPr>
            <p:cNvSpPr>
              <a:spLocks noGrp="1"/>
            </p:cNvSpPr>
            <p:nvPr/>
          </p:nvSpPr>
          <p:spPr>
            <a:xfrm>
              <a:off x="4756095" y="3959397"/>
              <a:ext cx="64189" cy="14749"/>
            </a:xfrm>
            <a:custGeom>
              <a:avLst/>
              <a:gdLst/>
              <a:ahLst/>
              <a:cxnLst/>
              <a:rect l="0" t="0" r="0" b="0"/>
              <a:pathLst>
                <a:path w="64189" h="14749">
                  <a:moveTo>
                    <a:pt x="0" y="14749"/>
                  </a:moveTo>
                  <a:lnTo>
                    <a:pt x="6418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65" name="Candidate_receptor__3183">
              <a:extLst>
                <a:ext uri="{FF2B5EF4-FFF2-40B4-BE49-F238E27FC236}">
                  <a16:creationId xmlns:a16="http://schemas.microsoft.com/office/drawing/2014/main" id="{F9EC9D81-F738-0C73-327A-E00A598A0BD9}"/>
                </a:ext>
              </a:extLst>
            </p:cNvPr>
            <p:cNvSpPr>
              <a:spLocks noGrp="1"/>
            </p:cNvSpPr>
            <p:nvPr/>
          </p:nvSpPr>
          <p:spPr>
            <a:xfrm>
              <a:off x="5784624" y="1688774"/>
              <a:ext cx="8987" cy="5396"/>
            </a:xfrm>
            <a:custGeom>
              <a:avLst/>
              <a:gdLst/>
              <a:ahLst/>
              <a:cxnLst/>
              <a:rect l="0" t="0" r="0" b="0"/>
              <a:pathLst>
                <a:path w="8987" h="5396">
                  <a:moveTo>
                    <a:pt x="8987" y="53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66" name="Candidate_receptor__3184">
              <a:extLst>
                <a:ext uri="{FF2B5EF4-FFF2-40B4-BE49-F238E27FC236}">
                  <a16:creationId xmlns:a16="http://schemas.microsoft.com/office/drawing/2014/main" id="{1AE3A732-32D0-CFC1-1F7A-A1969BD31F1A}"/>
                </a:ext>
              </a:extLst>
            </p:cNvPr>
            <p:cNvSpPr>
              <a:spLocks noGrp="1"/>
            </p:cNvSpPr>
            <p:nvPr/>
          </p:nvSpPr>
          <p:spPr>
            <a:xfrm>
              <a:off x="4628127" y="5175193"/>
              <a:ext cx="111222" cy="25813"/>
            </a:xfrm>
            <a:custGeom>
              <a:avLst/>
              <a:gdLst/>
              <a:ahLst/>
              <a:cxnLst/>
              <a:rect l="0" t="0" r="0" b="0"/>
              <a:pathLst>
                <a:path w="111222" h="25813">
                  <a:moveTo>
                    <a:pt x="0" y="0"/>
                  </a:moveTo>
                  <a:lnTo>
                    <a:pt x="111222" y="258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67" name="Candidate_receptor__3185">
              <a:extLst>
                <a:ext uri="{FF2B5EF4-FFF2-40B4-BE49-F238E27FC236}">
                  <a16:creationId xmlns:a16="http://schemas.microsoft.com/office/drawing/2014/main" id="{9B5A6005-6784-177A-7410-6A1B5B99D6D8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20091" cy="22731"/>
            </a:xfrm>
            <a:custGeom>
              <a:avLst/>
              <a:gdLst/>
              <a:ahLst/>
              <a:cxnLst/>
              <a:rect l="0" t="0" r="0" b="0"/>
              <a:pathLst>
                <a:path w="20091" h="22731">
                  <a:moveTo>
                    <a:pt x="20091" y="227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68" name="Candidate_receptor__3186">
              <a:extLst>
                <a:ext uri="{FF2B5EF4-FFF2-40B4-BE49-F238E27FC236}">
                  <a16:creationId xmlns:a16="http://schemas.microsoft.com/office/drawing/2014/main" id="{F1E40F0E-C45E-E62D-244B-1E6F58F224D2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55090"/>
              <a:ext cx="10592" cy="54420"/>
            </a:xfrm>
            <a:custGeom>
              <a:avLst/>
              <a:gdLst/>
              <a:ahLst/>
              <a:cxnLst/>
              <a:rect l="0" t="0" r="0" b="0"/>
              <a:pathLst>
                <a:path w="10592" h="54420">
                  <a:moveTo>
                    <a:pt x="0" y="54420"/>
                  </a:moveTo>
                  <a:lnTo>
                    <a:pt x="1059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69" name="Candidate_receptor__3187">
              <a:extLst>
                <a:ext uri="{FF2B5EF4-FFF2-40B4-BE49-F238E27FC236}">
                  <a16:creationId xmlns:a16="http://schemas.microsoft.com/office/drawing/2014/main" id="{B1AB14ED-3AD7-5A2A-A174-802DECF4A80E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557942"/>
              <a:ext cx="35594" cy="68352"/>
            </a:xfrm>
            <a:custGeom>
              <a:avLst/>
              <a:gdLst/>
              <a:ahLst/>
              <a:cxnLst/>
              <a:rect l="0" t="0" r="0" b="0"/>
              <a:pathLst>
                <a:path w="35594" h="68352">
                  <a:moveTo>
                    <a:pt x="35594" y="0"/>
                  </a:moveTo>
                  <a:lnTo>
                    <a:pt x="0" y="6835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70" name="Candidate_receptor__3188">
              <a:extLst>
                <a:ext uri="{FF2B5EF4-FFF2-40B4-BE49-F238E27FC236}">
                  <a16:creationId xmlns:a16="http://schemas.microsoft.com/office/drawing/2014/main" id="{386CD161-7C02-9AC0-7E53-6AF296FB1914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5886"/>
              <a:ext cx="6127" cy="5747"/>
            </a:xfrm>
            <a:custGeom>
              <a:avLst/>
              <a:gdLst/>
              <a:ahLst/>
              <a:cxnLst/>
              <a:rect l="0" t="0" r="0" b="0"/>
              <a:pathLst>
                <a:path w="6127" h="5747">
                  <a:moveTo>
                    <a:pt x="0" y="5747"/>
                  </a:moveTo>
                  <a:lnTo>
                    <a:pt x="612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71" name="Candidate_receptor__3189">
              <a:extLst>
                <a:ext uri="{FF2B5EF4-FFF2-40B4-BE49-F238E27FC236}">
                  <a16:creationId xmlns:a16="http://schemas.microsoft.com/office/drawing/2014/main" id="{2F2B3029-4CDC-55C9-373A-0061487FA2DE}"/>
                </a:ext>
              </a:extLst>
            </p:cNvPr>
            <p:cNvSpPr>
              <a:spLocks noGrp="1"/>
            </p:cNvSpPr>
            <p:nvPr/>
          </p:nvSpPr>
          <p:spPr>
            <a:xfrm>
              <a:off x="3966357" y="2656714"/>
              <a:ext cx="27178" cy="96714"/>
            </a:xfrm>
            <a:custGeom>
              <a:avLst/>
              <a:gdLst/>
              <a:ahLst/>
              <a:cxnLst/>
              <a:rect l="0" t="0" r="0" b="0"/>
              <a:pathLst>
                <a:path w="27178" h="96714">
                  <a:moveTo>
                    <a:pt x="0" y="0"/>
                  </a:moveTo>
                  <a:lnTo>
                    <a:pt x="27178" y="96714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72" name="Candidate_receptor__3190">
              <a:extLst>
                <a:ext uri="{FF2B5EF4-FFF2-40B4-BE49-F238E27FC236}">
                  <a16:creationId xmlns:a16="http://schemas.microsoft.com/office/drawing/2014/main" id="{6F131B51-2F20-DE75-88F0-BAE4A651A2D9}"/>
                </a:ext>
              </a:extLst>
            </p:cNvPr>
            <p:cNvSpPr>
              <a:spLocks noGrp="1"/>
            </p:cNvSpPr>
            <p:nvPr/>
          </p:nvSpPr>
          <p:spPr>
            <a:xfrm>
              <a:off x="5070760" y="2615524"/>
              <a:ext cx="113090" cy="19870"/>
            </a:xfrm>
            <a:custGeom>
              <a:avLst/>
              <a:gdLst/>
              <a:ahLst/>
              <a:cxnLst/>
              <a:rect l="0" t="0" r="0" b="0"/>
              <a:pathLst>
                <a:path w="113090" h="19870">
                  <a:moveTo>
                    <a:pt x="113090" y="1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73" name="Candidate_receptor__3191">
              <a:extLst>
                <a:ext uri="{FF2B5EF4-FFF2-40B4-BE49-F238E27FC236}">
                  <a16:creationId xmlns:a16="http://schemas.microsoft.com/office/drawing/2014/main" id="{48FAC684-2755-24BD-E1A4-08F967DCD94E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80274"/>
              <a:ext cx="8228" cy="113951"/>
            </a:xfrm>
            <a:custGeom>
              <a:avLst/>
              <a:gdLst/>
              <a:ahLst/>
              <a:cxnLst/>
              <a:rect l="0" t="0" r="0" b="0"/>
              <a:pathLst>
                <a:path w="8228" h="113951">
                  <a:moveTo>
                    <a:pt x="8228" y="113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74" name="Candidate_receptor__3192">
              <a:extLst>
                <a:ext uri="{FF2B5EF4-FFF2-40B4-BE49-F238E27FC236}">
                  <a16:creationId xmlns:a16="http://schemas.microsoft.com/office/drawing/2014/main" id="{0B7A18CB-EC6D-EBF1-1CC5-030DA1F1A274}"/>
                </a:ext>
              </a:extLst>
            </p:cNvPr>
            <p:cNvSpPr>
              <a:spLocks noGrp="1"/>
            </p:cNvSpPr>
            <p:nvPr/>
          </p:nvSpPr>
          <p:spPr>
            <a:xfrm>
              <a:off x="5567000" y="3327341"/>
              <a:ext cx="113709" cy="7788"/>
            </a:xfrm>
            <a:custGeom>
              <a:avLst/>
              <a:gdLst/>
              <a:ahLst/>
              <a:cxnLst/>
              <a:rect l="0" t="0" r="0" b="0"/>
              <a:pathLst>
                <a:path w="113709" h="7788">
                  <a:moveTo>
                    <a:pt x="0" y="0"/>
                  </a:moveTo>
                  <a:lnTo>
                    <a:pt x="113709" y="7788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75" name="Candidate_receptor__3193">
              <a:extLst>
                <a:ext uri="{FF2B5EF4-FFF2-40B4-BE49-F238E27FC236}">
                  <a16:creationId xmlns:a16="http://schemas.microsoft.com/office/drawing/2014/main" id="{433D584F-3347-8FFC-E47F-EFCD2C6F940D}"/>
                </a:ext>
              </a:extLst>
            </p:cNvPr>
            <p:cNvSpPr>
              <a:spLocks noGrp="1"/>
            </p:cNvSpPr>
            <p:nvPr/>
          </p:nvSpPr>
          <p:spPr>
            <a:xfrm>
              <a:off x="5963848" y="3960666"/>
              <a:ext cx="69782" cy="66095"/>
            </a:xfrm>
            <a:custGeom>
              <a:avLst/>
              <a:gdLst/>
              <a:ahLst/>
              <a:cxnLst/>
              <a:rect l="0" t="0" r="0" b="0"/>
              <a:pathLst>
                <a:path w="69782" h="66095">
                  <a:moveTo>
                    <a:pt x="69782" y="66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76" name="Candidate_receptor__3194">
              <a:extLst>
                <a:ext uri="{FF2B5EF4-FFF2-40B4-BE49-F238E27FC236}">
                  <a16:creationId xmlns:a16="http://schemas.microsoft.com/office/drawing/2014/main" id="{325C2F90-54A7-1455-B18C-7C2BF9B00163}"/>
                </a:ext>
              </a:extLst>
            </p:cNvPr>
            <p:cNvSpPr>
              <a:spLocks noGrp="1"/>
            </p:cNvSpPr>
            <p:nvPr/>
          </p:nvSpPr>
          <p:spPr>
            <a:xfrm>
              <a:off x="5781842" y="4184337"/>
              <a:ext cx="34803" cy="109860"/>
            </a:xfrm>
            <a:custGeom>
              <a:avLst/>
              <a:gdLst/>
              <a:ahLst/>
              <a:cxnLst/>
              <a:rect l="0" t="0" r="0" b="0"/>
              <a:pathLst>
                <a:path w="34803" h="109860">
                  <a:moveTo>
                    <a:pt x="34803" y="0"/>
                  </a:moveTo>
                  <a:lnTo>
                    <a:pt x="0" y="10986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77" name="Candidate_receptor__3195">
              <a:extLst>
                <a:ext uri="{FF2B5EF4-FFF2-40B4-BE49-F238E27FC236}">
                  <a16:creationId xmlns:a16="http://schemas.microsoft.com/office/drawing/2014/main" id="{EF94C744-111E-7EA0-7B09-8938B3ECAFCA}"/>
                </a:ext>
              </a:extLst>
            </p:cNvPr>
            <p:cNvSpPr>
              <a:spLocks noGrp="1"/>
            </p:cNvSpPr>
            <p:nvPr/>
          </p:nvSpPr>
          <p:spPr>
            <a:xfrm>
              <a:off x="5868926" y="3620444"/>
              <a:ext cx="86742" cy="34867"/>
            </a:xfrm>
            <a:custGeom>
              <a:avLst/>
              <a:gdLst/>
              <a:ahLst/>
              <a:cxnLst/>
              <a:rect l="0" t="0" r="0" b="0"/>
              <a:pathLst>
                <a:path w="86742" h="34867">
                  <a:moveTo>
                    <a:pt x="86742" y="34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78" name="Candidate_receptor__3196">
              <a:extLst>
                <a:ext uri="{FF2B5EF4-FFF2-40B4-BE49-F238E27FC236}">
                  <a16:creationId xmlns:a16="http://schemas.microsoft.com/office/drawing/2014/main" id="{5ACDB90D-08CD-85F9-2475-7D1D01281A33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323582"/>
              <a:ext cx="9521" cy="110436"/>
            </a:xfrm>
            <a:custGeom>
              <a:avLst/>
              <a:gdLst/>
              <a:ahLst/>
              <a:cxnLst/>
              <a:rect l="0" t="0" r="0" b="0"/>
              <a:pathLst>
                <a:path w="9521" h="110436">
                  <a:moveTo>
                    <a:pt x="9521" y="0"/>
                  </a:moveTo>
                  <a:lnTo>
                    <a:pt x="0" y="110436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79" name="Candidate_receptor__3197">
              <a:extLst>
                <a:ext uri="{FF2B5EF4-FFF2-40B4-BE49-F238E27FC236}">
                  <a16:creationId xmlns:a16="http://schemas.microsoft.com/office/drawing/2014/main" id="{4AA1E882-C610-E7B0-5B69-951FAC8A28AF}"/>
                </a:ext>
              </a:extLst>
            </p:cNvPr>
            <p:cNvSpPr>
              <a:spLocks noGrp="1"/>
            </p:cNvSpPr>
            <p:nvPr/>
          </p:nvSpPr>
          <p:spPr>
            <a:xfrm>
              <a:off x="5525074" y="3125625"/>
              <a:ext cx="58395" cy="60763"/>
            </a:xfrm>
            <a:custGeom>
              <a:avLst/>
              <a:gdLst/>
              <a:ahLst/>
              <a:cxnLst/>
              <a:rect l="0" t="0" r="0" b="0"/>
              <a:pathLst>
                <a:path w="58395" h="60763">
                  <a:moveTo>
                    <a:pt x="0" y="0"/>
                  </a:moveTo>
                  <a:lnTo>
                    <a:pt x="58395" y="6076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80" name="Candidate_receptor__3198">
              <a:extLst>
                <a:ext uri="{FF2B5EF4-FFF2-40B4-BE49-F238E27FC236}">
                  <a16:creationId xmlns:a16="http://schemas.microsoft.com/office/drawing/2014/main" id="{121B1250-942D-F464-2D9D-E101BDA91C76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26761"/>
              <a:ext cx="35062" cy="94566"/>
            </a:xfrm>
            <a:custGeom>
              <a:avLst/>
              <a:gdLst/>
              <a:ahLst/>
              <a:cxnLst/>
              <a:rect l="0" t="0" r="0" b="0"/>
              <a:pathLst>
                <a:path w="35062" h="94566">
                  <a:moveTo>
                    <a:pt x="0" y="94566"/>
                  </a:moveTo>
                  <a:lnTo>
                    <a:pt x="3506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81" name="Candidate_receptor__3199">
              <a:extLst>
                <a:ext uri="{FF2B5EF4-FFF2-40B4-BE49-F238E27FC236}">
                  <a16:creationId xmlns:a16="http://schemas.microsoft.com/office/drawing/2014/main" id="{9876809A-3FA4-5481-F56A-C421B5FC1777}"/>
                </a:ext>
              </a:extLst>
            </p:cNvPr>
            <p:cNvSpPr>
              <a:spLocks noGrp="1"/>
            </p:cNvSpPr>
            <p:nvPr/>
          </p:nvSpPr>
          <p:spPr>
            <a:xfrm>
              <a:off x="4589470" y="2894224"/>
              <a:ext cx="100541" cy="56473"/>
            </a:xfrm>
            <a:custGeom>
              <a:avLst/>
              <a:gdLst/>
              <a:ahLst/>
              <a:cxnLst/>
              <a:rect l="0" t="0" r="0" b="0"/>
              <a:pathLst>
                <a:path w="100541" h="56473">
                  <a:moveTo>
                    <a:pt x="0" y="56473"/>
                  </a:moveTo>
                  <a:lnTo>
                    <a:pt x="10054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82" name="Candidate_receptor__3200">
              <a:extLst>
                <a:ext uri="{FF2B5EF4-FFF2-40B4-BE49-F238E27FC236}">
                  <a16:creationId xmlns:a16="http://schemas.microsoft.com/office/drawing/2014/main" id="{6F2E4066-BA83-B26D-8326-6C2028DD104F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45278"/>
              <a:ext cx="78260" cy="24493"/>
            </a:xfrm>
            <a:custGeom>
              <a:avLst/>
              <a:gdLst/>
              <a:ahLst/>
              <a:cxnLst/>
              <a:rect l="0" t="0" r="0" b="0"/>
              <a:pathLst>
                <a:path w="78260" h="24493">
                  <a:moveTo>
                    <a:pt x="78260" y="244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83" name="Candidate_receptor__3201">
              <a:extLst>
                <a:ext uri="{FF2B5EF4-FFF2-40B4-BE49-F238E27FC236}">
                  <a16:creationId xmlns:a16="http://schemas.microsoft.com/office/drawing/2014/main" id="{6418EA76-542E-CA9D-5D16-BDC11652DB84}"/>
                </a:ext>
              </a:extLst>
            </p:cNvPr>
            <p:cNvSpPr>
              <a:spLocks noGrp="1"/>
            </p:cNvSpPr>
            <p:nvPr/>
          </p:nvSpPr>
          <p:spPr>
            <a:xfrm>
              <a:off x="5896040" y="2944876"/>
              <a:ext cx="114261" cy="8306"/>
            </a:xfrm>
            <a:custGeom>
              <a:avLst/>
              <a:gdLst/>
              <a:ahLst/>
              <a:cxnLst/>
              <a:rect l="0" t="0" r="0" b="0"/>
              <a:pathLst>
                <a:path w="114261" h="8306">
                  <a:moveTo>
                    <a:pt x="0" y="8306"/>
                  </a:moveTo>
                  <a:lnTo>
                    <a:pt x="11426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84" name="Candidate_receptor__3202">
              <a:extLst>
                <a:ext uri="{FF2B5EF4-FFF2-40B4-BE49-F238E27FC236}">
                  <a16:creationId xmlns:a16="http://schemas.microsoft.com/office/drawing/2014/main" id="{7376E75E-2145-13F9-B44E-656BCE68C109}"/>
                </a:ext>
              </a:extLst>
            </p:cNvPr>
            <p:cNvSpPr>
              <a:spLocks noGrp="1"/>
            </p:cNvSpPr>
            <p:nvPr/>
          </p:nvSpPr>
          <p:spPr>
            <a:xfrm>
              <a:off x="6288297" y="3851537"/>
              <a:ext cx="66610" cy="50906"/>
            </a:xfrm>
            <a:custGeom>
              <a:avLst/>
              <a:gdLst/>
              <a:ahLst/>
              <a:cxnLst/>
              <a:rect l="0" t="0" r="0" b="0"/>
              <a:pathLst>
                <a:path w="66610" h="50906">
                  <a:moveTo>
                    <a:pt x="66610" y="509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85" name="Candidate_receptor__3203">
              <a:extLst>
                <a:ext uri="{FF2B5EF4-FFF2-40B4-BE49-F238E27FC236}">
                  <a16:creationId xmlns:a16="http://schemas.microsoft.com/office/drawing/2014/main" id="{A94272D9-47CC-B7E6-58F6-28269928BF79}"/>
                </a:ext>
              </a:extLst>
            </p:cNvPr>
            <p:cNvSpPr>
              <a:spLocks noGrp="1"/>
            </p:cNvSpPr>
            <p:nvPr/>
          </p:nvSpPr>
          <p:spPr>
            <a:xfrm>
              <a:off x="5676276" y="2423014"/>
              <a:ext cx="4685" cy="107936"/>
            </a:xfrm>
            <a:custGeom>
              <a:avLst/>
              <a:gdLst/>
              <a:ahLst/>
              <a:cxnLst/>
              <a:rect l="0" t="0" r="0" b="0"/>
              <a:pathLst>
                <a:path w="4685" h="107936">
                  <a:moveTo>
                    <a:pt x="0" y="107936"/>
                  </a:moveTo>
                  <a:lnTo>
                    <a:pt x="4685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86" name="Candidate_receptor__3204">
              <a:extLst>
                <a:ext uri="{FF2B5EF4-FFF2-40B4-BE49-F238E27FC236}">
                  <a16:creationId xmlns:a16="http://schemas.microsoft.com/office/drawing/2014/main" id="{062EFFD6-58C8-E321-FE06-57CF3DC6501B}"/>
                </a:ext>
              </a:extLst>
            </p:cNvPr>
            <p:cNvSpPr>
              <a:spLocks noGrp="1"/>
            </p:cNvSpPr>
            <p:nvPr/>
          </p:nvSpPr>
          <p:spPr>
            <a:xfrm>
              <a:off x="5579161" y="2386965"/>
              <a:ext cx="101801" cy="36049"/>
            </a:xfrm>
            <a:custGeom>
              <a:avLst/>
              <a:gdLst/>
              <a:ahLst/>
              <a:cxnLst/>
              <a:rect l="0" t="0" r="0" b="0"/>
              <a:pathLst>
                <a:path w="101801" h="36049">
                  <a:moveTo>
                    <a:pt x="101801" y="36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87" name="Candidate_receptor__3205">
              <a:extLst>
                <a:ext uri="{FF2B5EF4-FFF2-40B4-BE49-F238E27FC236}">
                  <a16:creationId xmlns:a16="http://schemas.microsoft.com/office/drawing/2014/main" id="{B74A395C-83C7-F566-CFDC-28AA462B2C55}"/>
                </a:ext>
              </a:extLst>
            </p:cNvPr>
            <p:cNvSpPr>
              <a:spLocks noGrp="1"/>
            </p:cNvSpPr>
            <p:nvPr/>
          </p:nvSpPr>
          <p:spPr>
            <a:xfrm>
              <a:off x="4783342" y="4086655"/>
              <a:ext cx="109811" cy="32624"/>
            </a:xfrm>
            <a:custGeom>
              <a:avLst/>
              <a:gdLst/>
              <a:ahLst/>
              <a:cxnLst/>
              <a:rect l="0" t="0" r="0" b="0"/>
              <a:pathLst>
                <a:path w="109811" h="32624">
                  <a:moveTo>
                    <a:pt x="0" y="32624"/>
                  </a:moveTo>
                  <a:lnTo>
                    <a:pt x="10981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88" name="Candidate_receptor__3206">
              <a:extLst>
                <a:ext uri="{FF2B5EF4-FFF2-40B4-BE49-F238E27FC236}">
                  <a16:creationId xmlns:a16="http://schemas.microsoft.com/office/drawing/2014/main" id="{4B48CC3A-6D8D-D76B-FE29-F29309FBB3EA}"/>
                </a:ext>
              </a:extLst>
            </p:cNvPr>
            <p:cNvSpPr>
              <a:spLocks noGrp="1"/>
            </p:cNvSpPr>
            <p:nvPr/>
          </p:nvSpPr>
          <p:spPr>
            <a:xfrm>
              <a:off x="5312781" y="1843858"/>
              <a:ext cx="110063" cy="15179"/>
            </a:xfrm>
            <a:custGeom>
              <a:avLst/>
              <a:gdLst/>
              <a:ahLst/>
              <a:cxnLst/>
              <a:rect l="0" t="0" r="0" b="0"/>
              <a:pathLst>
                <a:path w="110063" h="15179">
                  <a:moveTo>
                    <a:pt x="110063" y="1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89" name="Candidate_receptor__3207">
              <a:extLst>
                <a:ext uri="{FF2B5EF4-FFF2-40B4-BE49-F238E27FC236}">
                  <a16:creationId xmlns:a16="http://schemas.microsoft.com/office/drawing/2014/main" id="{C8FF562C-96ED-FF1A-0821-61F8E448ED5D}"/>
                </a:ext>
              </a:extLst>
            </p:cNvPr>
            <p:cNvSpPr>
              <a:spLocks noGrp="1"/>
            </p:cNvSpPr>
            <p:nvPr/>
          </p:nvSpPr>
          <p:spPr>
            <a:xfrm>
              <a:off x="5030445" y="2181969"/>
              <a:ext cx="3696" cy="103771"/>
            </a:xfrm>
            <a:custGeom>
              <a:avLst/>
              <a:gdLst/>
              <a:ahLst/>
              <a:cxnLst/>
              <a:rect l="0" t="0" r="0" b="0"/>
              <a:pathLst>
                <a:path w="3696" h="103771">
                  <a:moveTo>
                    <a:pt x="0" y="103771"/>
                  </a:moveTo>
                  <a:lnTo>
                    <a:pt x="3696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90" name="Candidate_receptor__3208">
              <a:extLst>
                <a:ext uri="{FF2B5EF4-FFF2-40B4-BE49-F238E27FC236}">
                  <a16:creationId xmlns:a16="http://schemas.microsoft.com/office/drawing/2014/main" id="{32A5D7C9-18A9-FC43-2F3F-9F218A6A43EE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8245"/>
              <a:ext cx="29826" cy="96830"/>
            </a:xfrm>
            <a:custGeom>
              <a:avLst/>
              <a:gdLst/>
              <a:ahLst/>
              <a:cxnLst/>
              <a:rect l="0" t="0" r="0" b="0"/>
              <a:pathLst>
                <a:path w="29826" h="96830">
                  <a:moveTo>
                    <a:pt x="0" y="0"/>
                  </a:moveTo>
                  <a:lnTo>
                    <a:pt x="29826" y="9683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91" name="Candidate_receptor__3209">
              <a:extLst>
                <a:ext uri="{FF2B5EF4-FFF2-40B4-BE49-F238E27FC236}">
                  <a16:creationId xmlns:a16="http://schemas.microsoft.com/office/drawing/2014/main" id="{038190F9-8648-A2D3-F0D6-F8E7144835D2}"/>
                </a:ext>
              </a:extLst>
            </p:cNvPr>
            <p:cNvSpPr>
              <a:spLocks noGrp="1"/>
            </p:cNvSpPr>
            <p:nvPr/>
          </p:nvSpPr>
          <p:spPr>
            <a:xfrm>
              <a:off x="6049170" y="2156693"/>
              <a:ext cx="1108" cy="35522"/>
            </a:xfrm>
            <a:custGeom>
              <a:avLst/>
              <a:gdLst/>
              <a:ahLst/>
              <a:cxnLst/>
              <a:rect l="0" t="0" r="0" b="0"/>
              <a:pathLst>
                <a:path w="1108" h="35522">
                  <a:moveTo>
                    <a:pt x="1108" y="0"/>
                  </a:moveTo>
                  <a:lnTo>
                    <a:pt x="0" y="35522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92" name="Candidate_receptor__3210">
              <a:extLst>
                <a:ext uri="{FF2B5EF4-FFF2-40B4-BE49-F238E27FC236}">
                  <a16:creationId xmlns:a16="http://schemas.microsoft.com/office/drawing/2014/main" id="{721B7C34-C0C4-B3B8-8203-2B2C1EC38821}"/>
                </a:ext>
              </a:extLst>
            </p:cNvPr>
            <p:cNvSpPr>
              <a:spLocks noGrp="1"/>
            </p:cNvSpPr>
            <p:nvPr/>
          </p:nvSpPr>
          <p:spPr>
            <a:xfrm>
              <a:off x="5576330" y="3615921"/>
              <a:ext cx="52802" cy="7821"/>
            </a:xfrm>
            <a:custGeom>
              <a:avLst/>
              <a:gdLst/>
              <a:ahLst/>
              <a:cxnLst/>
              <a:rect l="0" t="0" r="0" b="0"/>
              <a:pathLst>
                <a:path w="52802" h="7821">
                  <a:moveTo>
                    <a:pt x="0" y="0"/>
                  </a:moveTo>
                  <a:lnTo>
                    <a:pt x="52802" y="7821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93" name="Candidate_receptor__3211">
              <a:extLst>
                <a:ext uri="{FF2B5EF4-FFF2-40B4-BE49-F238E27FC236}">
                  <a16:creationId xmlns:a16="http://schemas.microsoft.com/office/drawing/2014/main" id="{344D8974-AF5B-5BB3-D453-A0F7D8683D76}"/>
                </a:ext>
              </a:extLst>
            </p:cNvPr>
            <p:cNvSpPr>
              <a:spLocks noGrp="1"/>
            </p:cNvSpPr>
            <p:nvPr/>
          </p:nvSpPr>
          <p:spPr>
            <a:xfrm>
              <a:off x="5866409" y="1733081"/>
              <a:ext cx="35333" cy="91934"/>
            </a:xfrm>
            <a:custGeom>
              <a:avLst/>
              <a:gdLst/>
              <a:ahLst/>
              <a:cxnLst/>
              <a:rect l="0" t="0" r="0" b="0"/>
              <a:pathLst>
                <a:path w="35333" h="91934">
                  <a:moveTo>
                    <a:pt x="0" y="91934"/>
                  </a:moveTo>
                  <a:lnTo>
                    <a:pt x="35333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94" name="Candidate_receptor__3212">
              <a:extLst>
                <a:ext uri="{FF2B5EF4-FFF2-40B4-BE49-F238E27FC236}">
                  <a16:creationId xmlns:a16="http://schemas.microsoft.com/office/drawing/2014/main" id="{C292A1EA-D200-68D1-6E3F-22E349CFF002}"/>
                </a:ext>
              </a:extLst>
            </p:cNvPr>
            <p:cNvSpPr>
              <a:spLocks noGrp="1"/>
            </p:cNvSpPr>
            <p:nvPr/>
          </p:nvSpPr>
          <p:spPr>
            <a:xfrm>
              <a:off x="5549517" y="3461261"/>
              <a:ext cx="85716" cy="8107"/>
            </a:xfrm>
            <a:custGeom>
              <a:avLst/>
              <a:gdLst/>
              <a:ahLst/>
              <a:cxnLst/>
              <a:rect l="0" t="0" r="0" b="0"/>
              <a:pathLst>
                <a:path w="85716" h="8107">
                  <a:moveTo>
                    <a:pt x="0" y="0"/>
                  </a:moveTo>
                  <a:lnTo>
                    <a:pt x="85716" y="8107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95" name="Candidate_receptor__3213">
              <a:extLst>
                <a:ext uri="{FF2B5EF4-FFF2-40B4-BE49-F238E27FC236}">
                  <a16:creationId xmlns:a16="http://schemas.microsoft.com/office/drawing/2014/main" id="{B569F5F9-B645-273C-7DF4-F5B990CA6171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32628" cy="46825"/>
            </a:xfrm>
            <a:custGeom>
              <a:avLst/>
              <a:gdLst/>
              <a:ahLst/>
              <a:cxnLst/>
              <a:rect l="0" t="0" r="0" b="0"/>
              <a:pathLst>
                <a:path w="32628" h="46825">
                  <a:moveTo>
                    <a:pt x="0" y="0"/>
                  </a:moveTo>
                  <a:lnTo>
                    <a:pt x="32628" y="46825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96" name="Candidate_receptor__3214">
              <a:extLst>
                <a:ext uri="{FF2B5EF4-FFF2-40B4-BE49-F238E27FC236}">
                  <a16:creationId xmlns:a16="http://schemas.microsoft.com/office/drawing/2014/main" id="{564BD59A-BA3E-CCC3-0246-A8ABF47B0276}"/>
                </a:ext>
              </a:extLst>
            </p:cNvPr>
            <p:cNvSpPr>
              <a:spLocks noGrp="1"/>
            </p:cNvSpPr>
            <p:nvPr/>
          </p:nvSpPr>
          <p:spPr>
            <a:xfrm>
              <a:off x="4833848" y="2841432"/>
              <a:ext cx="48503" cy="84775"/>
            </a:xfrm>
            <a:custGeom>
              <a:avLst/>
              <a:gdLst/>
              <a:ahLst/>
              <a:cxnLst/>
              <a:rect l="0" t="0" r="0" b="0"/>
              <a:pathLst>
                <a:path w="48503" h="84775">
                  <a:moveTo>
                    <a:pt x="48503" y="847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97" name="Candidate_receptor__3215">
              <a:extLst>
                <a:ext uri="{FF2B5EF4-FFF2-40B4-BE49-F238E27FC236}">
                  <a16:creationId xmlns:a16="http://schemas.microsoft.com/office/drawing/2014/main" id="{E67BA143-E40A-5B68-844F-EEEDD5C3B7FD}"/>
                </a:ext>
              </a:extLst>
            </p:cNvPr>
            <p:cNvSpPr>
              <a:spLocks noGrp="1"/>
            </p:cNvSpPr>
            <p:nvPr/>
          </p:nvSpPr>
          <p:spPr>
            <a:xfrm>
              <a:off x="6129519" y="3330511"/>
              <a:ext cx="30845" cy="94263"/>
            </a:xfrm>
            <a:custGeom>
              <a:avLst/>
              <a:gdLst/>
              <a:ahLst/>
              <a:cxnLst/>
              <a:rect l="0" t="0" r="0" b="0"/>
              <a:pathLst>
                <a:path w="30845" h="94263">
                  <a:moveTo>
                    <a:pt x="30845" y="0"/>
                  </a:moveTo>
                  <a:lnTo>
                    <a:pt x="0" y="94263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52898" name="Candidate_receptor__3216">
              <a:extLst>
                <a:ext uri="{FF2B5EF4-FFF2-40B4-BE49-F238E27FC236}">
                  <a16:creationId xmlns:a16="http://schemas.microsoft.com/office/drawing/2014/main" id="{5B8E559C-7A74-C211-FD08-3F327343723F}"/>
                </a:ext>
              </a:extLst>
            </p:cNvPr>
            <p:cNvSpPr>
              <a:spLocks noGrp="1"/>
            </p:cNvSpPr>
            <p:nvPr/>
          </p:nvSpPr>
          <p:spPr>
            <a:xfrm>
              <a:off x="5390560" y="3132784"/>
              <a:ext cx="19563" cy="92013"/>
            </a:xfrm>
            <a:custGeom>
              <a:avLst/>
              <a:gdLst/>
              <a:ahLst/>
              <a:cxnLst/>
              <a:rect l="0" t="0" r="0" b="0"/>
              <a:pathLst>
                <a:path w="19563" h="92013">
                  <a:moveTo>
                    <a:pt x="0" y="92013"/>
                  </a:moveTo>
                  <a:lnTo>
                    <a:pt x="19563" y="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52899" name="Candidate_receptor__3217">
              <a:extLst>
                <a:ext uri="{FF2B5EF4-FFF2-40B4-BE49-F238E27FC236}">
                  <a16:creationId xmlns:a16="http://schemas.microsoft.com/office/drawing/2014/main" id="{F7456ED0-97C0-1A13-27F7-6AC2D2BF7822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09647"/>
              <a:ext cx="28952" cy="75560"/>
            </a:xfrm>
            <a:custGeom>
              <a:avLst/>
              <a:gdLst/>
              <a:ahLst/>
              <a:cxnLst/>
              <a:rect l="0" t="0" r="0" b="0"/>
              <a:pathLst>
                <a:path w="28952" h="75560">
                  <a:moveTo>
                    <a:pt x="28952" y="0"/>
                  </a:moveTo>
                  <a:lnTo>
                    <a:pt x="0" y="7556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52900" name="Candidate_receptor__3218">
              <a:extLst>
                <a:ext uri="{FF2B5EF4-FFF2-40B4-BE49-F238E27FC236}">
                  <a16:creationId xmlns:a16="http://schemas.microsoft.com/office/drawing/2014/main" id="{ADC9BB97-CD49-148E-5D4F-5954AF73FDA6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79961"/>
              <a:ext cx="95225" cy="19876"/>
            </a:xfrm>
            <a:custGeom>
              <a:avLst/>
              <a:gdLst/>
              <a:ahLst/>
              <a:cxnLst/>
              <a:rect l="0" t="0" r="0" b="0"/>
              <a:pathLst>
                <a:path w="95225" h="19876">
                  <a:moveTo>
                    <a:pt x="0" y="19876"/>
                  </a:moveTo>
                  <a:lnTo>
                    <a:pt x="95225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52901" name="Candidate_receptor__3219">
              <a:extLst>
                <a:ext uri="{FF2B5EF4-FFF2-40B4-BE49-F238E27FC236}">
                  <a16:creationId xmlns:a16="http://schemas.microsoft.com/office/drawing/2014/main" id="{2EA74C3D-D7AA-37F9-927C-73DBF7C5206F}"/>
                </a:ext>
              </a:extLst>
            </p:cNvPr>
            <p:cNvSpPr>
              <a:spLocks noGrp="1"/>
            </p:cNvSpPr>
            <p:nvPr/>
          </p:nvSpPr>
          <p:spPr>
            <a:xfrm>
              <a:off x="6010300" y="2944876"/>
              <a:ext cx="79996" cy="69521"/>
            </a:xfrm>
            <a:custGeom>
              <a:avLst/>
              <a:gdLst/>
              <a:ahLst/>
              <a:cxnLst/>
              <a:rect l="0" t="0" r="0" b="0"/>
              <a:pathLst>
                <a:path w="79996" h="69521">
                  <a:moveTo>
                    <a:pt x="0" y="0"/>
                  </a:moveTo>
                  <a:lnTo>
                    <a:pt x="79996" y="695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02" name="Candidate_receptor__3220">
              <a:extLst>
                <a:ext uri="{FF2B5EF4-FFF2-40B4-BE49-F238E27FC236}">
                  <a16:creationId xmlns:a16="http://schemas.microsoft.com/office/drawing/2014/main" id="{30DA3E97-0EF4-2127-8558-55616FB20192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786042"/>
              <a:ext cx="43991" cy="36091"/>
            </a:xfrm>
            <a:custGeom>
              <a:avLst/>
              <a:gdLst/>
              <a:ahLst/>
              <a:cxnLst/>
              <a:rect l="0" t="0" r="0" b="0"/>
              <a:pathLst>
                <a:path w="43991" h="36091">
                  <a:moveTo>
                    <a:pt x="43991" y="0"/>
                  </a:moveTo>
                  <a:lnTo>
                    <a:pt x="0" y="3609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03" name="Candidate_receptor__3221">
              <a:extLst>
                <a:ext uri="{FF2B5EF4-FFF2-40B4-BE49-F238E27FC236}">
                  <a16:creationId xmlns:a16="http://schemas.microsoft.com/office/drawing/2014/main" id="{7BA4094F-B209-7C9B-90EB-F3BE84447E4B}"/>
                </a:ext>
              </a:extLst>
            </p:cNvPr>
            <p:cNvSpPr>
              <a:spLocks noGrp="1"/>
            </p:cNvSpPr>
            <p:nvPr/>
          </p:nvSpPr>
          <p:spPr>
            <a:xfrm>
              <a:off x="5073438" y="2752923"/>
              <a:ext cx="47408" cy="18450"/>
            </a:xfrm>
            <a:custGeom>
              <a:avLst/>
              <a:gdLst/>
              <a:ahLst/>
              <a:cxnLst/>
              <a:rect l="0" t="0" r="0" b="0"/>
              <a:pathLst>
                <a:path w="47408" h="18450">
                  <a:moveTo>
                    <a:pt x="47408" y="18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04" name="Candidate_receptor__3222">
              <a:extLst>
                <a:ext uri="{FF2B5EF4-FFF2-40B4-BE49-F238E27FC236}">
                  <a16:creationId xmlns:a16="http://schemas.microsoft.com/office/drawing/2014/main" id="{3E592B9F-7CF0-CB08-ADCF-9133C48BCA70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123617"/>
              <a:ext cx="49134" cy="58352"/>
            </a:xfrm>
            <a:custGeom>
              <a:avLst/>
              <a:gdLst/>
              <a:ahLst/>
              <a:cxnLst/>
              <a:rect l="0" t="0" r="0" b="0"/>
              <a:pathLst>
                <a:path w="49134" h="58352">
                  <a:moveTo>
                    <a:pt x="49134" y="583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05" name="Candidate_receptor__3223">
              <a:extLst>
                <a:ext uri="{FF2B5EF4-FFF2-40B4-BE49-F238E27FC236}">
                  <a16:creationId xmlns:a16="http://schemas.microsoft.com/office/drawing/2014/main" id="{0E6FCF20-DBC6-A0B3-2880-6B352B82E49E}"/>
                </a:ext>
              </a:extLst>
            </p:cNvPr>
            <p:cNvSpPr>
              <a:spLocks noGrp="1"/>
            </p:cNvSpPr>
            <p:nvPr/>
          </p:nvSpPr>
          <p:spPr>
            <a:xfrm>
              <a:off x="4820284" y="3913609"/>
              <a:ext cx="105012" cy="45787"/>
            </a:xfrm>
            <a:custGeom>
              <a:avLst/>
              <a:gdLst/>
              <a:ahLst/>
              <a:cxnLst/>
              <a:rect l="0" t="0" r="0" b="0"/>
              <a:pathLst>
                <a:path w="105012" h="45787">
                  <a:moveTo>
                    <a:pt x="0" y="45787"/>
                  </a:moveTo>
                  <a:lnTo>
                    <a:pt x="1050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06" name="Candidate_receptor__3224">
              <a:extLst>
                <a:ext uri="{FF2B5EF4-FFF2-40B4-BE49-F238E27FC236}">
                  <a16:creationId xmlns:a16="http://schemas.microsoft.com/office/drawing/2014/main" id="{5519C2AF-4474-31F2-CA2F-F0AD8F0E5BEB}"/>
                </a:ext>
              </a:extLst>
            </p:cNvPr>
            <p:cNvSpPr>
              <a:spLocks noGrp="1"/>
            </p:cNvSpPr>
            <p:nvPr/>
          </p:nvSpPr>
          <p:spPr>
            <a:xfrm>
              <a:off x="5512018" y="2650649"/>
              <a:ext cx="94159" cy="52531"/>
            </a:xfrm>
            <a:custGeom>
              <a:avLst/>
              <a:gdLst/>
              <a:ahLst/>
              <a:cxnLst/>
              <a:rect l="0" t="0" r="0" b="0"/>
              <a:pathLst>
                <a:path w="94159" h="52531">
                  <a:moveTo>
                    <a:pt x="0" y="52531"/>
                  </a:moveTo>
                  <a:lnTo>
                    <a:pt x="9415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07" name="Candidate_receptor__3225">
              <a:extLst>
                <a:ext uri="{FF2B5EF4-FFF2-40B4-BE49-F238E27FC236}">
                  <a16:creationId xmlns:a16="http://schemas.microsoft.com/office/drawing/2014/main" id="{6650B714-9E52-D412-70CB-CD1C110F18A0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85208"/>
              <a:ext cx="11617" cy="96578"/>
            </a:xfrm>
            <a:custGeom>
              <a:avLst/>
              <a:gdLst/>
              <a:ahLst/>
              <a:cxnLst/>
              <a:rect l="0" t="0" r="0" b="0"/>
              <a:pathLst>
                <a:path w="11617" h="96578">
                  <a:moveTo>
                    <a:pt x="0" y="0"/>
                  </a:moveTo>
                  <a:lnTo>
                    <a:pt x="11617" y="9657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08" name="Candidate_receptor__3226">
              <a:extLst>
                <a:ext uri="{FF2B5EF4-FFF2-40B4-BE49-F238E27FC236}">
                  <a16:creationId xmlns:a16="http://schemas.microsoft.com/office/drawing/2014/main" id="{16BD9F15-44D9-72D8-79C6-74E74B8142A5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139140"/>
              <a:ext cx="19227" cy="113290"/>
            </a:xfrm>
            <a:custGeom>
              <a:avLst/>
              <a:gdLst/>
              <a:ahLst/>
              <a:cxnLst/>
              <a:rect l="0" t="0" r="0" b="0"/>
              <a:pathLst>
                <a:path w="19227" h="113290">
                  <a:moveTo>
                    <a:pt x="0" y="113290"/>
                  </a:moveTo>
                  <a:lnTo>
                    <a:pt x="1922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09" name="Candidate_receptor__3227">
              <a:extLst>
                <a:ext uri="{FF2B5EF4-FFF2-40B4-BE49-F238E27FC236}">
                  <a16:creationId xmlns:a16="http://schemas.microsoft.com/office/drawing/2014/main" id="{5843ECA7-F129-3E9D-B13C-26874F1D0E87}"/>
                </a:ext>
              </a:extLst>
            </p:cNvPr>
            <p:cNvSpPr>
              <a:spLocks noGrp="1"/>
            </p:cNvSpPr>
            <p:nvPr/>
          </p:nvSpPr>
          <p:spPr>
            <a:xfrm>
              <a:off x="4915859" y="2285740"/>
              <a:ext cx="114586" cy="3658"/>
            </a:xfrm>
            <a:custGeom>
              <a:avLst/>
              <a:gdLst/>
              <a:ahLst/>
              <a:cxnLst/>
              <a:rect l="0" t="0" r="0" b="0"/>
              <a:pathLst>
                <a:path w="114586" h="3658">
                  <a:moveTo>
                    <a:pt x="0" y="3658"/>
                  </a:moveTo>
                  <a:lnTo>
                    <a:pt x="11458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10" name="Candidate_receptor__3228">
              <a:extLst>
                <a:ext uri="{FF2B5EF4-FFF2-40B4-BE49-F238E27FC236}">
                  <a16:creationId xmlns:a16="http://schemas.microsoft.com/office/drawing/2014/main" id="{4D67AC78-4C79-7803-48E6-1A51EAEB975F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09054"/>
              <a:ext cx="71812" cy="30123"/>
            </a:xfrm>
            <a:custGeom>
              <a:avLst/>
              <a:gdLst/>
              <a:ahLst/>
              <a:cxnLst/>
              <a:rect l="0" t="0" r="0" b="0"/>
              <a:pathLst>
                <a:path w="71812" h="30123">
                  <a:moveTo>
                    <a:pt x="0" y="30123"/>
                  </a:moveTo>
                  <a:lnTo>
                    <a:pt x="718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11" name="Candidate_receptor__3229">
              <a:extLst>
                <a:ext uri="{FF2B5EF4-FFF2-40B4-BE49-F238E27FC236}">
                  <a16:creationId xmlns:a16="http://schemas.microsoft.com/office/drawing/2014/main" id="{EA89AED5-35ED-8157-0855-DD074AE5091C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501353"/>
              <a:ext cx="61150" cy="98112"/>
            </a:xfrm>
            <a:custGeom>
              <a:avLst/>
              <a:gdLst/>
              <a:ahLst/>
              <a:cxnLst/>
              <a:rect l="0" t="0" r="0" b="0"/>
              <a:pathLst>
                <a:path w="61150" h="98112">
                  <a:moveTo>
                    <a:pt x="0" y="0"/>
                  </a:moveTo>
                  <a:lnTo>
                    <a:pt x="61150" y="9811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12" name="Candidate_receptor__3230">
              <a:extLst>
                <a:ext uri="{FF2B5EF4-FFF2-40B4-BE49-F238E27FC236}">
                  <a16:creationId xmlns:a16="http://schemas.microsoft.com/office/drawing/2014/main" id="{520C4E21-76BA-2173-A5E1-313AF46DDDD0}"/>
                </a:ext>
              </a:extLst>
            </p:cNvPr>
            <p:cNvSpPr>
              <a:spLocks noGrp="1"/>
            </p:cNvSpPr>
            <p:nvPr/>
          </p:nvSpPr>
          <p:spPr>
            <a:xfrm>
              <a:off x="4995363" y="2855075"/>
              <a:ext cx="41135" cy="41869"/>
            </a:xfrm>
            <a:custGeom>
              <a:avLst/>
              <a:gdLst/>
              <a:ahLst/>
              <a:cxnLst/>
              <a:rect l="0" t="0" r="0" b="0"/>
              <a:pathLst>
                <a:path w="41135" h="41869">
                  <a:moveTo>
                    <a:pt x="0" y="0"/>
                  </a:moveTo>
                  <a:lnTo>
                    <a:pt x="41135" y="4186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13" name="Candidate_receptor__3231">
              <a:extLst>
                <a:ext uri="{FF2B5EF4-FFF2-40B4-BE49-F238E27FC236}">
                  <a16:creationId xmlns:a16="http://schemas.microsoft.com/office/drawing/2014/main" id="{6956ECD0-3EE7-CD6B-3008-78C9CAC0E94A}"/>
                </a:ext>
              </a:extLst>
            </p:cNvPr>
            <p:cNvSpPr>
              <a:spLocks noGrp="1"/>
            </p:cNvSpPr>
            <p:nvPr/>
          </p:nvSpPr>
          <p:spPr>
            <a:xfrm>
              <a:off x="5523193" y="2352513"/>
              <a:ext cx="55968" cy="34452"/>
            </a:xfrm>
            <a:custGeom>
              <a:avLst/>
              <a:gdLst/>
              <a:ahLst/>
              <a:cxnLst/>
              <a:rect l="0" t="0" r="0" b="0"/>
              <a:pathLst>
                <a:path w="55968" h="34452">
                  <a:moveTo>
                    <a:pt x="55968" y="344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14" name="Candidate_receptor__3232">
              <a:extLst>
                <a:ext uri="{FF2B5EF4-FFF2-40B4-BE49-F238E27FC236}">
                  <a16:creationId xmlns:a16="http://schemas.microsoft.com/office/drawing/2014/main" id="{C6A2B558-01E6-B393-7E7F-B07248704237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41615"/>
              <a:ext cx="93493" cy="33973"/>
            </a:xfrm>
            <a:custGeom>
              <a:avLst/>
              <a:gdLst/>
              <a:ahLst/>
              <a:cxnLst/>
              <a:rect l="0" t="0" r="0" b="0"/>
              <a:pathLst>
                <a:path w="93493" h="33973">
                  <a:moveTo>
                    <a:pt x="0" y="33973"/>
                  </a:moveTo>
                  <a:lnTo>
                    <a:pt x="9349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15" name="Candidate_receptor__3233">
              <a:extLst>
                <a:ext uri="{FF2B5EF4-FFF2-40B4-BE49-F238E27FC236}">
                  <a16:creationId xmlns:a16="http://schemas.microsoft.com/office/drawing/2014/main" id="{D61E2BE0-C8E0-50AC-F4E1-57EC851B00EC}"/>
                </a:ext>
              </a:extLst>
            </p:cNvPr>
            <p:cNvSpPr>
              <a:spLocks noGrp="1"/>
            </p:cNvSpPr>
            <p:nvPr/>
          </p:nvSpPr>
          <p:spPr>
            <a:xfrm>
              <a:off x="5103423" y="3711386"/>
              <a:ext cx="87290" cy="52024"/>
            </a:xfrm>
            <a:custGeom>
              <a:avLst/>
              <a:gdLst/>
              <a:ahLst/>
              <a:cxnLst/>
              <a:rect l="0" t="0" r="0" b="0"/>
              <a:pathLst>
                <a:path w="87290" h="52024">
                  <a:moveTo>
                    <a:pt x="87290" y="0"/>
                  </a:moveTo>
                  <a:lnTo>
                    <a:pt x="0" y="5202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16" name="Candidate_receptor__3234">
              <a:extLst>
                <a:ext uri="{FF2B5EF4-FFF2-40B4-BE49-F238E27FC236}">
                  <a16:creationId xmlns:a16="http://schemas.microsoft.com/office/drawing/2014/main" id="{EC06B291-088A-6F1D-1E41-BD2BD9578F81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106862"/>
              <a:ext cx="103119" cy="11938"/>
            </a:xfrm>
            <a:custGeom>
              <a:avLst/>
              <a:gdLst/>
              <a:ahLst/>
              <a:cxnLst/>
              <a:rect l="0" t="0" r="0" b="0"/>
              <a:pathLst>
                <a:path w="103119" h="11938">
                  <a:moveTo>
                    <a:pt x="0" y="0"/>
                  </a:moveTo>
                  <a:lnTo>
                    <a:pt x="103119" y="1193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17" name="Candidate_receptor__3235">
              <a:extLst>
                <a:ext uri="{FF2B5EF4-FFF2-40B4-BE49-F238E27FC236}">
                  <a16:creationId xmlns:a16="http://schemas.microsoft.com/office/drawing/2014/main" id="{2D6B90C8-321E-4CC7-3D13-B7B772DEC92E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434018"/>
              <a:ext cx="4117" cy="38807"/>
            </a:xfrm>
            <a:custGeom>
              <a:avLst/>
              <a:gdLst/>
              <a:ahLst/>
              <a:cxnLst/>
              <a:rect l="0" t="0" r="0" b="0"/>
              <a:pathLst>
                <a:path w="4117" h="38807">
                  <a:moveTo>
                    <a:pt x="0" y="0"/>
                  </a:moveTo>
                  <a:lnTo>
                    <a:pt x="4117" y="3880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18" name="Candidate_receptor__3236">
              <a:extLst>
                <a:ext uri="{FF2B5EF4-FFF2-40B4-BE49-F238E27FC236}">
                  <a16:creationId xmlns:a16="http://schemas.microsoft.com/office/drawing/2014/main" id="{41A76333-D18E-DEC0-AEAB-A677CC92BF64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53428"/>
              <a:ext cx="108291" cy="10082"/>
            </a:xfrm>
            <a:custGeom>
              <a:avLst/>
              <a:gdLst/>
              <a:ahLst/>
              <a:cxnLst/>
              <a:rect l="0" t="0" r="0" b="0"/>
              <a:pathLst>
                <a:path w="108291" h="10082">
                  <a:moveTo>
                    <a:pt x="108291" y="0"/>
                  </a:moveTo>
                  <a:lnTo>
                    <a:pt x="0" y="100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19" name="Candidate_receptor__3237">
              <a:extLst>
                <a:ext uri="{FF2B5EF4-FFF2-40B4-BE49-F238E27FC236}">
                  <a16:creationId xmlns:a16="http://schemas.microsoft.com/office/drawing/2014/main" id="{4EB02633-BCA7-48ED-F297-F7B2D3C38454}"/>
                </a:ext>
              </a:extLst>
            </p:cNvPr>
            <p:cNvSpPr>
              <a:spLocks noGrp="1"/>
            </p:cNvSpPr>
            <p:nvPr/>
          </p:nvSpPr>
          <p:spPr>
            <a:xfrm>
              <a:off x="5084383" y="2030870"/>
              <a:ext cx="11557" cy="40010"/>
            </a:xfrm>
            <a:custGeom>
              <a:avLst/>
              <a:gdLst/>
              <a:ahLst/>
              <a:cxnLst/>
              <a:rect l="0" t="0" r="0" b="0"/>
              <a:pathLst>
                <a:path w="11557" h="40010">
                  <a:moveTo>
                    <a:pt x="0" y="40010"/>
                  </a:moveTo>
                  <a:lnTo>
                    <a:pt x="1155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20" name="Candidate_receptor__3238">
              <a:extLst>
                <a:ext uri="{FF2B5EF4-FFF2-40B4-BE49-F238E27FC236}">
                  <a16:creationId xmlns:a16="http://schemas.microsoft.com/office/drawing/2014/main" id="{ABBC8BC1-32B3-17CB-7FAB-F8D2787A56AE}"/>
                </a:ext>
              </a:extLst>
            </p:cNvPr>
            <p:cNvSpPr>
              <a:spLocks noGrp="1"/>
            </p:cNvSpPr>
            <p:nvPr/>
          </p:nvSpPr>
          <p:spPr>
            <a:xfrm>
              <a:off x="5029870" y="3159116"/>
              <a:ext cx="20835" cy="81131"/>
            </a:xfrm>
            <a:custGeom>
              <a:avLst/>
              <a:gdLst/>
              <a:ahLst/>
              <a:cxnLst/>
              <a:rect l="0" t="0" r="0" b="0"/>
              <a:pathLst>
                <a:path w="20835" h="81131">
                  <a:moveTo>
                    <a:pt x="0" y="0"/>
                  </a:moveTo>
                  <a:lnTo>
                    <a:pt x="20835" y="8113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21" name="Candidate_receptor__3239">
              <a:extLst>
                <a:ext uri="{FF2B5EF4-FFF2-40B4-BE49-F238E27FC236}">
                  <a16:creationId xmlns:a16="http://schemas.microsoft.com/office/drawing/2014/main" id="{5D3A111C-2902-0D48-63BD-89246B6A5BEB}"/>
                </a:ext>
              </a:extLst>
            </p:cNvPr>
            <p:cNvSpPr>
              <a:spLocks noGrp="1"/>
            </p:cNvSpPr>
            <p:nvPr/>
          </p:nvSpPr>
          <p:spPr>
            <a:xfrm>
              <a:off x="6090296" y="3014398"/>
              <a:ext cx="33381" cy="109603"/>
            </a:xfrm>
            <a:custGeom>
              <a:avLst/>
              <a:gdLst/>
              <a:ahLst/>
              <a:cxnLst/>
              <a:rect l="0" t="0" r="0" b="0"/>
              <a:pathLst>
                <a:path w="33381" h="109603">
                  <a:moveTo>
                    <a:pt x="0" y="0"/>
                  </a:moveTo>
                  <a:lnTo>
                    <a:pt x="33381" y="109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22" name="Candidate_receptor__3240">
              <a:extLst>
                <a:ext uri="{FF2B5EF4-FFF2-40B4-BE49-F238E27FC236}">
                  <a16:creationId xmlns:a16="http://schemas.microsoft.com/office/drawing/2014/main" id="{ECBFC8FF-0044-13A0-3D94-C3EB5B28787D}"/>
                </a:ext>
              </a:extLst>
            </p:cNvPr>
            <p:cNvSpPr>
              <a:spLocks noGrp="1"/>
            </p:cNvSpPr>
            <p:nvPr/>
          </p:nvSpPr>
          <p:spPr>
            <a:xfrm>
              <a:off x="5793611" y="1694170"/>
              <a:ext cx="108131" cy="38910"/>
            </a:xfrm>
            <a:custGeom>
              <a:avLst/>
              <a:gdLst/>
              <a:ahLst/>
              <a:cxnLst/>
              <a:rect l="0" t="0" r="0" b="0"/>
              <a:pathLst>
                <a:path w="108131" h="38910">
                  <a:moveTo>
                    <a:pt x="108131" y="38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23" name="Candidate_receptor__3241">
              <a:extLst>
                <a:ext uri="{FF2B5EF4-FFF2-40B4-BE49-F238E27FC236}">
                  <a16:creationId xmlns:a16="http://schemas.microsoft.com/office/drawing/2014/main" id="{B4FD86B2-A577-087A-1E19-4637A9411537}"/>
                </a:ext>
              </a:extLst>
            </p:cNvPr>
            <p:cNvSpPr>
              <a:spLocks noGrp="1"/>
            </p:cNvSpPr>
            <p:nvPr/>
          </p:nvSpPr>
          <p:spPr>
            <a:xfrm>
              <a:off x="5577229" y="2062341"/>
              <a:ext cx="39073" cy="107430"/>
            </a:xfrm>
            <a:custGeom>
              <a:avLst/>
              <a:gdLst/>
              <a:ahLst/>
              <a:cxnLst/>
              <a:rect l="0" t="0" r="0" b="0"/>
              <a:pathLst>
                <a:path w="39073" h="107430">
                  <a:moveTo>
                    <a:pt x="39073" y="0"/>
                  </a:moveTo>
                  <a:lnTo>
                    <a:pt x="0" y="10743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24" name="Candidate_receptor__3242">
              <a:extLst>
                <a:ext uri="{FF2B5EF4-FFF2-40B4-BE49-F238E27FC236}">
                  <a16:creationId xmlns:a16="http://schemas.microsoft.com/office/drawing/2014/main" id="{719DCAAA-2D5A-7FD2-9709-6D8EDE125E3A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4024923"/>
              <a:ext cx="32870" cy="3182"/>
            </a:xfrm>
            <a:custGeom>
              <a:avLst/>
              <a:gdLst/>
              <a:ahLst/>
              <a:cxnLst/>
              <a:rect l="0" t="0" r="0" b="0"/>
              <a:pathLst>
                <a:path w="32870" h="3182">
                  <a:moveTo>
                    <a:pt x="0" y="0"/>
                  </a:moveTo>
                  <a:lnTo>
                    <a:pt x="32870" y="31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25" name="Candidate_receptor__3243">
              <a:extLst>
                <a:ext uri="{FF2B5EF4-FFF2-40B4-BE49-F238E27FC236}">
                  <a16:creationId xmlns:a16="http://schemas.microsoft.com/office/drawing/2014/main" id="{40393736-D0E5-24A2-0C1F-0FBC075CDF2B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124000"/>
              <a:ext cx="82761" cy="79206"/>
            </a:xfrm>
            <a:custGeom>
              <a:avLst/>
              <a:gdLst/>
              <a:ahLst/>
              <a:cxnLst/>
              <a:rect l="0" t="0" r="0" b="0"/>
              <a:pathLst>
                <a:path w="82761" h="79206">
                  <a:moveTo>
                    <a:pt x="82761" y="0"/>
                  </a:moveTo>
                  <a:lnTo>
                    <a:pt x="0" y="792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26" name="Candidate_receptor__3244">
              <a:extLst>
                <a:ext uri="{FF2B5EF4-FFF2-40B4-BE49-F238E27FC236}">
                  <a16:creationId xmlns:a16="http://schemas.microsoft.com/office/drawing/2014/main" id="{42BB505B-8F73-2788-B675-588CD98FC727}"/>
                </a:ext>
              </a:extLst>
            </p:cNvPr>
            <p:cNvSpPr>
              <a:spLocks noGrp="1"/>
            </p:cNvSpPr>
            <p:nvPr/>
          </p:nvSpPr>
          <p:spPr>
            <a:xfrm>
              <a:off x="5410122" y="3125625"/>
              <a:ext cx="114951" cy="7158"/>
            </a:xfrm>
            <a:custGeom>
              <a:avLst/>
              <a:gdLst/>
              <a:ahLst/>
              <a:cxnLst/>
              <a:rect l="0" t="0" r="0" b="0"/>
              <a:pathLst>
                <a:path w="114951" h="7158">
                  <a:moveTo>
                    <a:pt x="0" y="7158"/>
                  </a:moveTo>
                  <a:lnTo>
                    <a:pt x="11495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27" name="Candidate_receptor__3245">
              <a:extLst>
                <a:ext uri="{FF2B5EF4-FFF2-40B4-BE49-F238E27FC236}">
                  <a16:creationId xmlns:a16="http://schemas.microsoft.com/office/drawing/2014/main" id="{E1AA46A5-BA4A-0E9B-1C37-FFBBD2B96228}"/>
                </a:ext>
              </a:extLst>
            </p:cNvPr>
            <p:cNvSpPr>
              <a:spLocks noGrp="1"/>
            </p:cNvSpPr>
            <p:nvPr/>
          </p:nvSpPr>
          <p:spPr>
            <a:xfrm>
              <a:off x="6303310" y="3902443"/>
              <a:ext cx="51597" cy="103443"/>
            </a:xfrm>
            <a:custGeom>
              <a:avLst/>
              <a:gdLst/>
              <a:ahLst/>
              <a:cxnLst/>
              <a:rect l="0" t="0" r="0" b="0"/>
              <a:pathLst>
                <a:path w="51597" h="103443">
                  <a:moveTo>
                    <a:pt x="0" y="103443"/>
                  </a:moveTo>
                  <a:lnTo>
                    <a:pt x="5159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28" name="Candidate_receptor__3246">
              <a:extLst>
                <a:ext uri="{FF2B5EF4-FFF2-40B4-BE49-F238E27FC236}">
                  <a16:creationId xmlns:a16="http://schemas.microsoft.com/office/drawing/2014/main" id="{C1E9E1BA-D238-5473-573C-4746E9BCD9BE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840284"/>
              <a:ext cx="33742" cy="3574"/>
            </a:xfrm>
            <a:custGeom>
              <a:avLst/>
              <a:gdLst/>
              <a:ahLst/>
              <a:cxnLst/>
              <a:rect l="0" t="0" r="0" b="0"/>
              <a:pathLst>
                <a:path w="33742" h="3574">
                  <a:moveTo>
                    <a:pt x="33742" y="35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29" name="Candidate_receptor__3247">
              <a:extLst>
                <a:ext uri="{FF2B5EF4-FFF2-40B4-BE49-F238E27FC236}">
                  <a16:creationId xmlns:a16="http://schemas.microsoft.com/office/drawing/2014/main" id="{59EF97B9-BE90-DE01-9CB5-4BEC1D1C18A1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35868" cy="25325"/>
            </a:xfrm>
            <a:custGeom>
              <a:avLst/>
              <a:gdLst/>
              <a:ahLst/>
              <a:cxnLst/>
              <a:rect l="0" t="0" r="0" b="0"/>
              <a:pathLst>
                <a:path w="35868" h="25325">
                  <a:moveTo>
                    <a:pt x="35868" y="25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30" name="Candidate_receptor__3248">
              <a:extLst>
                <a:ext uri="{FF2B5EF4-FFF2-40B4-BE49-F238E27FC236}">
                  <a16:creationId xmlns:a16="http://schemas.microsoft.com/office/drawing/2014/main" id="{6A1A24E5-5D86-7EEC-309D-4DC0D7DFE401}"/>
                </a:ext>
              </a:extLst>
            </p:cNvPr>
            <p:cNvSpPr>
              <a:spLocks noGrp="1"/>
            </p:cNvSpPr>
            <p:nvPr/>
          </p:nvSpPr>
          <p:spPr>
            <a:xfrm>
              <a:off x="4862291" y="2289398"/>
              <a:ext cx="53568" cy="90516"/>
            </a:xfrm>
            <a:custGeom>
              <a:avLst/>
              <a:gdLst/>
              <a:ahLst/>
              <a:cxnLst/>
              <a:rect l="0" t="0" r="0" b="0"/>
              <a:pathLst>
                <a:path w="53568" h="90516">
                  <a:moveTo>
                    <a:pt x="0" y="90516"/>
                  </a:moveTo>
                  <a:lnTo>
                    <a:pt x="5356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31" name="Candidate_receptor__3249">
              <a:extLst>
                <a:ext uri="{FF2B5EF4-FFF2-40B4-BE49-F238E27FC236}">
                  <a16:creationId xmlns:a16="http://schemas.microsoft.com/office/drawing/2014/main" id="{20F4347B-3895-8E82-E811-3811B7A87CA5}"/>
                </a:ext>
              </a:extLst>
            </p:cNvPr>
            <p:cNvSpPr>
              <a:spLocks noGrp="1"/>
            </p:cNvSpPr>
            <p:nvPr/>
          </p:nvSpPr>
          <p:spPr>
            <a:xfrm>
              <a:off x="5431114" y="2323582"/>
              <a:ext cx="92079" cy="28932"/>
            </a:xfrm>
            <a:custGeom>
              <a:avLst/>
              <a:gdLst/>
              <a:ahLst/>
              <a:cxnLst/>
              <a:rect l="0" t="0" r="0" b="0"/>
              <a:pathLst>
                <a:path w="92079" h="28932">
                  <a:moveTo>
                    <a:pt x="92079" y="28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32" name="Candidate_receptor__3250">
              <a:extLst>
                <a:ext uri="{FF2B5EF4-FFF2-40B4-BE49-F238E27FC236}">
                  <a16:creationId xmlns:a16="http://schemas.microsoft.com/office/drawing/2014/main" id="{1564D09C-E420-8470-4FA1-990C5BB2F421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620444"/>
              <a:ext cx="19394" cy="107809"/>
            </a:xfrm>
            <a:custGeom>
              <a:avLst/>
              <a:gdLst/>
              <a:ahLst/>
              <a:cxnLst/>
              <a:rect l="0" t="0" r="0" b="0"/>
              <a:pathLst>
                <a:path w="19394" h="107809">
                  <a:moveTo>
                    <a:pt x="19394" y="0"/>
                  </a:moveTo>
                  <a:lnTo>
                    <a:pt x="0" y="10780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33" name="Candidate_receptor__3251">
              <a:extLst>
                <a:ext uri="{FF2B5EF4-FFF2-40B4-BE49-F238E27FC236}">
                  <a16:creationId xmlns:a16="http://schemas.microsoft.com/office/drawing/2014/main" id="{61F9D932-37E6-B320-109B-C643FA47AD21}"/>
                </a:ext>
              </a:extLst>
            </p:cNvPr>
            <p:cNvSpPr>
              <a:spLocks noGrp="1"/>
            </p:cNvSpPr>
            <p:nvPr/>
          </p:nvSpPr>
          <p:spPr>
            <a:xfrm>
              <a:off x="4754577" y="2379914"/>
              <a:ext cx="107714" cy="4389"/>
            </a:xfrm>
            <a:custGeom>
              <a:avLst/>
              <a:gdLst/>
              <a:ahLst/>
              <a:cxnLst/>
              <a:rect l="0" t="0" r="0" b="0"/>
              <a:pathLst>
                <a:path w="107714" h="4389">
                  <a:moveTo>
                    <a:pt x="0" y="4389"/>
                  </a:moveTo>
                  <a:lnTo>
                    <a:pt x="10771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34" name="Candidate_receptor__3252">
              <a:extLst>
                <a:ext uri="{FF2B5EF4-FFF2-40B4-BE49-F238E27FC236}">
                  <a16:creationId xmlns:a16="http://schemas.microsoft.com/office/drawing/2014/main" id="{C5515DAE-44EB-E539-0511-1745F6800DFE}"/>
                </a:ext>
              </a:extLst>
            </p:cNvPr>
            <p:cNvSpPr>
              <a:spLocks noGrp="1"/>
            </p:cNvSpPr>
            <p:nvPr/>
          </p:nvSpPr>
          <p:spPr>
            <a:xfrm>
              <a:off x="5526252" y="3274726"/>
              <a:ext cx="40748" cy="52615"/>
            </a:xfrm>
            <a:custGeom>
              <a:avLst/>
              <a:gdLst/>
              <a:ahLst/>
              <a:cxnLst/>
              <a:rect l="0" t="0" r="0" b="0"/>
              <a:pathLst>
                <a:path w="40748" h="52615">
                  <a:moveTo>
                    <a:pt x="0" y="0"/>
                  </a:moveTo>
                  <a:lnTo>
                    <a:pt x="40748" y="5261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35" name="Candidate_receptor__3253">
              <a:extLst>
                <a:ext uri="{FF2B5EF4-FFF2-40B4-BE49-F238E27FC236}">
                  <a16:creationId xmlns:a16="http://schemas.microsoft.com/office/drawing/2014/main" id="{4782FCF7-FE9F-E912-08B4-711D21B3CB49}"/>
                </a:ext>
              </a:extLst>
            </p:cNvPr>
            <p:cNvSpPr>
              <a:spLocks noGrp="1"/>
            </p:cNvSpPr>
            <p:nvPr/>
          </p:nvSpPr>
          <p:spPr>
            <a:xfrm>
              <a:off x="4729565" y="4116460"/>
              <a:ext cx="53777" cy="2820"/>
            </a:xfrm>
            <a:custGeom>
              <a:avLst/>
              <a:gdLst/>
              <a:ahLst/>
              <a:cxnLst/>
              <a:rect l="0" t="0" r="0" b="0"/>
              <a:pathLst>
                <a:path w="53777" h="2820">
                  <a:moveTo>
                    <a:pt x="0" y="0"/>
                  </a:moveTo>
                  <a:lnTo>
                    <a:pt x="53777" y="28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36" name="Candidate_receptor__3254">
              <a:extLst>
                <a:ext uri="{FF2B5EF4-FFF2-40B4-BE49-F238E27FC236}">
                  <a16:creationId xmlns:a16="http://schemas.microsoft.com/office/drawing/2014/main" id="{2CA49B9E-6B88-AE58-F97A-6E6DDBF67A91}"/>
                </a:ext>
              </a:extLst>
            </p:cNvPr>
            <p:cNvSpPr>
              <a:spLocks noGrp="1"/>
            </p:cNvSpPr>
            <p:nvPr/>
          </p:nvSpPr>
          <p:spPr>
            <a:xfrm>
              <a:off x="4787995" y="3782187"/>
              <a:ext cx="101831" cy="27793"/>
            </a:xfrm>
            <a:custGeom>
              <a:avLst/>
              <a:gdLst/>
              <a:ahLst/>
              <a:cxnLst/>
              <a:rect l="0" t="0" r="0" b="0"/>
              <a:pathLst>
                <a:path w="101831" h="27793">
                  <a:moveTo>
                    <a:pt x="0" y="27793"/>
                  </a:moveTo>
                  <a:lnTo>
                    <a:pt x="10183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37" name="Candidate_receptor__3255">
              <a:extLst>
                <a:ext uri="{FF2B5EF4-FFF2-40B4-BE49-F238E27FC236}">
                  <a16:creationId xmlns:a16="http://schemas.microsoft.com/office/drawing/2014/main" id="{FE646DEA-BFCA-0D08-6326-ED744C13B444}"/>
                </a:ext>
              </a:extLst>
            </p:cNvPr>
            <p:cNvSpPr>
              <a:spLocks noGrp="1"/>
            </p:cNvSpPr>
            <p:nvPr/>
          </p:nvSpPr>
          <p:spPr>
            <a:xfrm>
              <a:off x="4931096" y="3139140"/>
              <a:ext cx="98774" cy="19976"/>
            </a:xfrm>
            <a:custGeom>
              <a:avLst/>
              <a:gdLst/>
              <a:ahLst/>
              <a:cxnLst/>
              <a:rect l="0" t="0" r="0" b="0"/>
              <a:pathLst>
                <a:path w="98774" h="19976">
                  <a:moveTo>
                    <a:pt x="0" y="0"/>
                  </a:moveTo>
                  <a:lnTo>
                    <a:pt x="98774" y="199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38" name="Candidate_receptor__3256">
              <a:extLst>
                <a:ext uri="{FF2B5EF4-FFF2-40B4-BE49-F238E27FC236}">
                  <a16:creationId xmlns:a16="http://schemas.microsoft.com/office/drawing/2014/main" id="{13ADE812-5BAC-81EA-B7EF-A2CE4A3565A8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859037"/>
              <a:ext cx="25363" cy="97083"/>
            </a:xfrm>
            <a:custGeom>
              <a:avLst/>
              <a:gdLst/>
              <a:ahLst/>
              <a:cxnLst/>
              <a:rect l="0" t="0" r="0" b="0"/>
              <a:pathLst>
                <a:path w="25363" h="97083">
                  <a:moveTo>
                    <a:pt x="0" y="97083"/>
                  </a:moveTo>
                  <a:lnTo>
                    <a:pt x="2536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39" name="Candidate_receptor__3257">
              <a:extLst>
                <a:ext uri="{FF2B5EF4-FFF2-40B4-BE49-F238E27FC236}">
                  <a16:creationId xmlns:a16="http://schemas.microsoft.com/office/drawing/2014/main" id="{ABE39CDA-4722-9AAF-52D9-869E41F7CB9D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725137"/>
              <a:ext cx="110543" cy="30867"/>
            </a:xfrm>
            <a:custGeom>
              <a:avLst/>
              <a:gdLst/>
              <a:ahLst/>
              <a:cxnLst/>
              <a:rect l="0" t="0" r="0" b="0"/>
              <a:pathLst>
                <a:path w="110543" h="30867">
                  <a:moveTo>
                    <a:pt x="110543" y="30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40" name="Candidate_receptor__3258">
              <a:extLst>
                <a:ext uri="{FF2B5EF4-FFF2-40B4-BE49-F238E27FC236}">
                  <a16:creationId xmlns:a16="http://schemas.microsoft.com/office/drawing/2014/main" id="{43113CFA-4C0E-8E31-B0FA-70A31B3F5F24}"/>
                </a:ext>
              </a:extLst>
            </p:cNvPr>
            <p:cNvSpPr>
              <a:spLocks noGrp="1"/>
            </p:cNvSpPr>
            <p:nvPr/>
          </p:nvSpPr>
          <p:spPr>
            <a:xfrm>
              <a:off x="5616301" y="2037055"/>
              <a:ext cx="109528" cy="25286"/>
            </a:xfrm>
            <a:custGeom>
              <a:avLst/>
              <a:gdLst/>
              <a:ahLst/>
              <a:cxnLst/>
              <a:rect l="0" t="0" r="0" b="0"/>
              <a:pathLst>
                <a:path w="109528" h="25286">
                  <a:moveTo>
                    <a:pt x="109528" y="0"/>
                  </a:moveTo>
                  <a:lnTo>
                    <a:pt x="0" y="252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41" name="Candidate_receptor__3259">
              <a:extLst>
                <a:ext uri="{FF2B5EF4-FFF2-40B4-BE49-F238E27FC236}">
                  <a16:creationId xmlns:a16="http://schemas.microsoft.com/office/drawing/2014/main" id="{DB761E09-8970-81E4-361C-EC0FF748CF67}"/>
                </a:ext>
              </a:extLst>
            </p:cNvPr>
            <p:cNvSpPr>
              <a:spLocks noGrp="1"/>
            </p:cNvSpPr>
            <p:nvPr/>
          </p:nvSpPr>
          <p:spPr>
            <a:xfrm>
              <a:off x="4549115" y="2950697"/>
              <a:ext cx="40354" cy="40854"/>
            </a:xfrm>
            <a:custGeom>
              <a:avLst/>
              <a:gdLst/>
              <a:ahLst/>
              <a:cxnLst/>
              <a:rect l="0" t="0" r="0" b="0"/>
              <a:pathLst>
                <a:path w="40354" h="40854">
                  <a:moveTo>
                    <a:pt x="0" y="40854"/>
                  </a:moveTo>
                  <a:lnTo>
                    <a:pt x="4035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42" name="Candidate_receptor__3260">
              <a:extLst>
                <a:ext uri="{FF2B5EF4-FFF2-40B4-BE49-F238E27FC236}">
                  <a16:creationId xmlns:a16="http://schemas.microsoft.com/office/drawing/2014/main" id="{90DC59F6-A810-E81F-DE98-E50008E2527F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2923"/>
              <a:ext cx="107901" cy="5323"/>
            </a:xfrm>
            <a:custGeom>
              <a:avLst/>
              <a:gdLst/>
              <a:ahLst/>
              <a:cxnLst/>
              <a:rect l="0" t="0" r="0" b="0"/>
              <a:pathLst>
                <a:path w="107901" h="5323">
                  <a:moveTo>
                    <a:pt x="107901" y="0"/>
                  </a:moveTo>
                  <a:lnTo>
                    <a:pt x="0" y="532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43" name="Candidate_receptor__3261">
              <a:extLst>
                <a:ext uri="{FF2B5EF4-FFF2-40B4-BE49-F238E27FC236}">
                  <a16:creationId xmlns:a16="http://schemas.microsoft.com/office/drawing/2014/main" id="{D338BC6C-2F14-B946-53B8-B92A6626AA26}"/>
                </a:ext>
              </a:extLst>
            </p:cNvPr>
            <p:cNvSpPr>
              <a:spLocks noGrp="1"/>
            </p:cNvSpPr>
            <p:nvPr/>
          </p:nvSpPr>
          <p:spPr>
            <a:xfrm>
              <a:off x="4685189" y="2384303"/>
              <a:ext cx="69388" cy="76351"/>
            </a:xfrm>
            <a:custGeom>
              <a:avLst/>
              <a:gdLst/>
              <a:ahLst/>
              <a:cxnLst/>
              <a:rect l="0" t="0" r="0" b="0"/>
              <a:pathLst>
                <a:path w="69388" h="76351">
                  <a:moveTo>
                    <a:pt x="0" y="76351"/>
                  </a:moveTo>
                  <a:lnTo>
                    <a:pt x="6938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44" name="Candidate_receptor__3262">
              <a:extLst>
                <a:ext uri="{FF2B5EF4-FFF2-40B4-BE49-F238E27FC236}">
                  <a16:creationId xmlns:a16="http://schemas.microsoft.com/office/drawing/2014/main" id="{3407F5F8-04D4-21B3-D33C-3C888ABC99F7}"/>
                </a:ext>
              </a:extLst>
            </p:cNvPr>
            <p:cNvSpPr>
              <a:spLocks noGrp="1"/>
            </p:cNvSpPr>
            <p:nvPr/>
          </p:nvSpPr>
          <p:spPr>
            <a:xfrm>
              <a:off x="4584690" y="2460655"/>
              <a:ext cx="100499" cy="26262"/>
            </a:xfrm>
            <a:custGeom>
              <a:avLst/>
              <a:gdLst/>
              <a:ahLst/>
              <a:cxnLst/>
              <a:rect l="0" t="0" r="0" b="0"/>
              <a:pathLst>
                <a:path w="100499" h="26262">
                  <a:moveTo>
                    <a:pt x="0" y="26262"/>
                  </a:moveTo>
                  <a:lnTo>
                    <a:pt x="10049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45" name="Candidate_receptor__3263">
              <a:extLst>
                <a:ext uri="{FF2B5EF4-FFF2-40B4-BE49-F238E27FC236}">
                  <a16:creationId xmlns:a16="http://schemas.microsoft.com/office/drawing/2014/main" id="{EAD87CF5-16E1-B968-EBC1-E10A1E2E3643}"/>
                </a:ext>
              </a:extLst>
            </p:cNvPr>
            <p:cNvSpPr>
              <a:spLocks noGrp="1"/>
            </p:cNvSpPr>
            <p:nvPr/>
          </p:nvSpPr>
          <p:spPr>
            <a:xfrm>
              <a:off x="5606177" y="2604347"/>
              <a:ext cx="23789" cy="46301"/>
            </a:xfrm>
            <a:custGeom>
              <a:avLst/>
              <a:gdLst/>
              <a:ahLst/>
              <a:cxnLst/>
              <a:rect l="0" t="0" r="0" b="0"/>
              <a:pathLst>
                <a:path w="23789" h="46301">
                  <a:moveTo>
                    <a:pt x="0" y="46301"/>
                  </a:moveTo>
                  <a:lnTo>
                    <a:pt x="237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46" name="Candidate_receptor__3264">
              <a:extLst>
                <a:ext uri="{FF2B5EF4-FFF2-40B4-BE49-F238E27FC236}">
                  <a16:creationId xmlns:a16="http://schemas.microsoft.com/office/drawing/2014/main" id="{7BDDB4E5-2346-6E1E-62AE-9C4DC46AC7D7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615921"/>
              <a:ext cx="37953" cy="109216"/>
            </a:xfrm>
            <a:custGeom>
              <a:avLst/>
              <a:gdLst/>
              <a:ahLst/>
              <a:cxnLst/>
              <a:rect l="0" t="0" r="0" b="0"/>
              <a:pathLst>
                <a:path w="37953" h="109216">
                  <a:moveTo>
                    <a:pt x="0" y="109216"/>
                  </a:moveTo>
                  <a:lnTo>
                    <a:pt x="3795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47" name="Candidate_receptor__3265">
              <a:extLst>
                <a:ext uri="{FF2B5EF4-FFF2-40B4-BE49-F238E27FC236}">
                  <a16:creationId xmlns:a16="http://schemas.microsoft.com/office/drawing/2014/main" id="{04BDC8BF-5557-7215-63EA-889793063C09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415837"/>
              <a:ext cx="5139" cy="112186"/>
            </a:xfrm>
            <a:custGeom>
              <a:avLst/>
              <a:gdLst/>
              <a:ahLst/>
              <a:cxnLst/>
              <a:rect l="0" t="0" r="0" b="0"/>
              <a:pathLst>
                <a:path w="5139" h="112186">
                  <a:moveTo>
                    <a:pt x="0" y="0"/>
                  </a:moveTo>
                  <a:lnTo>
                    <a:pt x="5139" y="1121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48" name="Candidate_receptor__3266">
              <a:extLst>
                <a:ext uri="{FF2B5EF4-FFF2-40B4-BE49-F238E27FC236}">
                  <a16:creationId xmlns:a16="http://schemas.microsoft.com/office/drawing/2014/main" id="{9346A229-1C96-C416-D184-1B5403D0EE7F}"/>
                </a:ext>
              </a:extLst>
            </p:cNvPr>
            <p:cNvSpPr>
              <a:spLocks noGrp="1"/>
            </p:cNvSpPr>
            <p:nvPr/>
          </p:nvSpPr>
          <p:spPr>
            <a:xfrm>
              <a:off x="4497389" y="2486916"/>
              <a:ext cx="87301" cy="16272"/>
            </a:xfrm>
            <a:custGeom>
              <a:avLst/>
              <a:gdLst/>
              <a:ahLst/>
              <a:cxnLst/>
              <a:rect l="0" t="0" r="0" b="0"/>
              <a:pathLst>
                <a:path w="87301" h="16272">
                  <a:moveTo>
                    <a:pt x="0" y="16272"/>
                  </a:moveTo>
                  <a:lnTo>
                    <a:pt x="873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49" name="Candidate_receptor__3267">
              <a:extLst>
                <a:ext uri="{FF2B5EF4-FFF2-40B4-BE49-F238E27FC236}">
                  <a16:creationId xmlns:a16="http://schemas.microsoft.com/office/drawing/2014/main" id="{A9CA5252-DF6E-42CC-D308-031601710E7B}"/>
                </a:ext>
              </a:extLst>
            </p:cNvPr>
            <p:cNvSpPr>
              <a:spLocks noGrp="1"/>
            </p:cNvSpPr>
            <p:nvPr/>
          </p:nvSpPr>
          <p:spPr>
            <a:xfrm>
              <a:off x="6036513" y="3379363"/>
              <a:ext cx="93006" cy="45411"/>
            </a:xfrm>
            <a:custGeom>
              <a:avLst/>
              <a:gdLst/>
              <a:ahLst/>
              <a:cxnLst/>
              <a:rect l="0" t="0" r="0" b="0"/>
              <a:pathLst>
                <a:path w="93006" h="45411">
                  <a:moveTo>
                    <a:pt x="93006" y="45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50" name="Candidate_receptor__3268">
              <a:extLst>
                <a:ext uri="{FF2B5EF4-FFF2-40B4-BE49-F238E27FC236}">
                  <a16:creationId xmlns:a16="http://schemas.microsoft.com/office/drawing/2014/main" id="{4EC25F34-2E5A-4130-3A19-028E8C6BA344}"/>
                </a:ext>
              </a:extLst>
            </p:cNvPr>
            <p:cNvSpPr>
              <a:spLocks noGrp="1"/>
            </p:cNvSpPr>
            <p:nvPr/>
          </p:nvSpPr>
          <p:spPr>
            <a:xfrm>
              <a:off x="4925296" y="3913609"/>
              <a:ext cx="56923" cy="11049"/>
            </a:xfrm>
            <a:custGeom>
              <a:avLst/>
              <a:gdLst/>
              <a:ahLst/>
              <a:cxnLst/>
              <a:rect l="0" t="0" r="0" b="0"/>
              <a:pathLst>
                <a:path w="56923" h="11049">
                  <a:moveTo>
                    <a:pt x="0" y="0"/>
                  </a:moveTo>
                  <a:lnTo>
                    <a:pt x="56923" y="1104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51" name="Candidate_receptor__3269">
              <a:extLst>
                <a:ext uri="{FF2B5EF4-FFF2-40B4-BE49-F238E27FC236}">
                  <a16:creationId xmlns:a16="http://schemas.microsoft.com/office/drawing/2014/main" id="{572BADAE-BDCB-E676-E8D4-C3A4396C572E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74825" cy="55714"/>
            </a:xfrm>
            <a:custGeom>
              <a:avLst/>
              <a:gdLst/>
              <a:ahLst/>
              <a:cxnLst/>
              <a:rect l="0" t="0" r="0" b="0"/>
              <a:pathLst>
                <a:path w="74825" h="55714">
                  <a:moveTo>
                    <a:pt x="0" y="0"/>
                  </a:moveTo>
                  <a:lnTo>
                    <a:pt x="74825" y="5571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52" name="Candidate_receptor__3270">
              <a:extLst>
                <a:ext uri="{FF2B5EF4-FFF2-40B4-BE49-F238E27FC236}">
                  <a16:creationId xmlns:a16="http://schemas.microsoft.com/office/drawing/2014/main" id="{ACD7B268-9073-1E80-C20F-93FDD538BBA2}"/>
                </a:ext>
              </a:extLst>
            </p:cNvPr>
            <p:cNvSpPr>
              <a:spLocks noGrp="1"/>
            </p:cNvSpPr>
            <p:nvPr/>
          </p:nvSpPr>
          <p:spPr>
            <a:xfrm>
              <a:off x="4031115" y="2599465"/>
              <a:ext cx="62488" cy="44601"/>
            </a:xfrm>
            <a:custGeom>
              <a:avLst/>
              <a:gdLst/>
              <a:ahLst/>
              <a:cxnLst/>
              <a:rect l="0" t="0" r="0" b="0"/>
              <a:pathLst>
                <a:path w="62488" h="44601">
                  <a:moveTo>
                    <a:pt x="62488" y="0"/>
                  </a:moveTo>
                  <a:lnTo>
                    <a:pt x="0" y="4460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53" name="Candidate_receptor__3271">
              <a:extLst>
                <a:ext uri="{FF2B5EF4-FFF2-40B4-BE49-F238E27FC236}">
                  <a16:creationId xmlns:a16="http://schemas.microsoft.com/office/drawing/2014/main" id="{DD65D663-C834-0A83-EEE4-2C98A8CBBADC}"/>
                </a:ext>
              </a:extLst>
            </p:cNvPr>
            <p:cNvSpPr>
              <a:spLocks noGrp="1"/>
            </p:cNvSpPr>
            <p:nvPr/>
          </p:nvSpPr>
          <p:spPr>
            <a:xfrm>
              <a:off x="3868077" y="3019298"/>
              <a:ext cx="14230" cy="82096"/>
            </a:xfrm>
            <a:custGeom>
              <a:avLst/>
              <a:gdLst/>
              <a:ahLst/>
              <a:cxnLst/>
              <a:rect l="0" t="0" r="0" b="0"/>
              <a:pathLst>
                <a:path w="14230" h="82096">
                  <a:moveTo>
                    <a:pt x="14230" y="0"/>
                  </a:moveTo>
                  <a:lnTo>
                    <a:pt x="0" y="8209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54" name="Candidate_receptor__3272">
              <a:extLst>
                <a:ext uri="{FF2B5EF4-FFF2-40B4-BE49-F238E27FC236}">
                  <a16:creationId xmlns:a16="http://schemas.microsoft.com/office/drawing/2014/main" id="{F4F2CC2E-14B5-AA8C-684D-3295034FB097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89418"/>
              <a:ext cx="16876" cy="112433"/>
            </a:xfrm>
            <a:custGeom>
              <a:avLst/>
              <a:gdLst/>
              <a:ahLst/>
              <a:cxnLst/>
              <a:rect l="0" t="0" r="0" b="0"/>
              <a:pathLst>
                <a:path w="16876" h="112433">
                  <a:moveTo>
                    <a:pt x="0" y="0"/>
                  </a:moveTo>
                  <a:lnTo>
                    <a:pt x="16876" y="11243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55" name="Candidate_receptor__3273">
              <a:extLst>
                <a:ext uri="{FF2B5EF4-FFF2-40B4-BE49-F238E27FC236}">
                  <a16:creationId xmlns:a16="http://schemas.microsoft.com/office/drawing/2014/main" id="{3A88C886-7FB9-FEE8-029F-B200D3412B7C}"/>
                </a:ext>
              </a:extLst>
            </p:cNvPr>
            <p:cNvSpPr>
              <a:spLocks noGrp="1"/>
            </p:cNvSpPr>
            <p:nvPr/>
          </p:nvSpPr>
          <p:spPr>
            <a:xfrm>
              <a:off x="5126040" y="3619399"/>
              <a:ext cx="64673" cy="91987"/>
            </a:xfrm>
            <a:custGeom>
              <a:avLst/>
              <a:gdLst/>
              <a:ahLst/>
              <a:cxnLst/>
              <a:rect l="0" t="0" r="0" b="0"/>
              <a:pathLst>
                <a:path w="64673" h="91987">
                  <a:moveTo>
                    <a:pt x="0" y="0"/>
                  </a:moveTo>
                  <a:lnTo>
                    <a:pt x="64673" y="919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56" name="Candidate_receptor__3274">
              <a:extLst>
                <a:ext uri="{FF2B5EF4-FFF2-40B4-BE49-F238E27FC236}">
                  <a16:creationId xmlns:a16="http://schemas.microsoft.com/office/drawing/2014/main" id="{52E16A57-E8A5-35B0-319F-A7EE49F7DE32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99836"/>
              <a:ext cx="38858" cy="94638"/>
            </a:xfrm>
            <a:custGeom>
              <a:avLst/>
              <a:gdLst/>
              <a:ahLst/>
              <a:cxnLst/>
              <a:rect l="0" t="0" r="0" b="0"/>
              <a:pathLst>
                <a:path w="38858" h="94638">
                  <a:moveTo>
                    <a:pt x="38858" y="946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57" name="Candidate_receptor__3275">
              <a:extLst>
                <a:ext uri="{FF2B5EF4-FFF2-40B4-BE49-F238E27FC236}">
                  <a16:creationId xmlns:a16="http://schemas.microsoft.com/office/drawing/2014/main" id="{28622890-B2CE-3EEA-81C5-06DC548E3FF1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9188" cy="77636"/>
            </a:xfrm>
            <a:custGeom>
              <a:avLst/>
              <a:gdLst/>
              <a:ahLst/>
              <a:cxnLst/>
              <a:rect l="0" t="0" r="0" b="0"/>
              <a:pathLst>
                <a:path w="9188" h="77636">
                  <a:moveTo>
                    <a:pt x="0" y="0"/>
                  </a:moveTo>
                  <a:lnTo>
                    <a:pt x="9188" y="7763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58" name="Candidate_receptor__3276">
              <a:extLst>
                <a:ext uri="{FF2B5EF4-FFF2-40B4-BE49-F238E27FC236}">
                  <a16:creationId xmlns:a16="http://schemas.microsoft.com/office/drawing/2014/main" id="{FD162BB9-A0DB-4779-B133-11836E4FE9B1}"/>
                </a:ext>
              </a:extLst>
            </p:cNvPr>
            <p:cNvSpPr>
              <a:spLocks noGrp="1"/>
            </p:cNvSpPr>
            <p:nvPr/>
          </p:nvSpPr>
          <p:spPr>
            <a:xfrm>
              <a:off x="5483220" y="2703179"/>
              <a:ext cx="28798" cy="92986"/>
            </a:xfrm>
            <a:custGeom>
              <a:avLst/>
              <a:gdLst/>
              <a:ahLst/>
              <a:cxnLst/>
              <a:rect l="0" t="0" r="0" b="0"/>
              <a:pathLst>
                <a:path w="28798" h="92986">
                  <a:moveTo>
                    <a:pt x="0" y="92986"/>
                  </a:moveTo>
                  <a:lnTo>
                    <a:pt x="28798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59" name="Candidate_receptor__3277">
              <a:extLst>
                <a:ext uri="{FF2B5EF4-FFF2-40B4-BE49-F238E27FC236}">
                  <a16:creationId xmlns:a16="http://schemas.microsoft.com/office/drawing/2014/main" id="{09BCB525-2EBA-AE3A-82AC-4A50CF31D516}"/>
                </a:ext>
              </a:extLst>
            </p:cNvPr>
            <p:cNvSpPr>
              <a:spLocks noGrp="1"/>
            </p:cNvSpPr>
            <p:nvPr/>
          </p:nvSpPr>
          <p:spPr>
            <a:xfrm>
              <a:off x="4369410" y="3557942"/>
              <a:ext cx="73889" cy="1255"/>
            </a:xfrm>
            <a:custGeom>
              <a:avLst/>
              <a:gdLst/>
              <a:ahLst/>
              <a:cxnLst/>
              <a:rect l="0" t="0" r="0" b="0"/>
              <a:pathLst>
                <a:path w="73889" h="1255">
                  <a:moveTo>
                    <a:pt x="0" y="1255"/>
                  </a:moveTo>
                  <a:lnTo>
                    <a:pt x="738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60" name="Candidate_receptor__3278">
              <a:extLst>
                <a:ext uri="{FF2B5EF4-FFF2-40B4-BE49-F238E27FC236}">
                  <a16:creationId xmlns:a16="http://schemas.microsoft.com/office/drawing/2014/main" id="{BCDF1F7F-586C-D0AE-DE59-93AA35A0DF75}"/>
                </a:ext>
              </a:extLst>
            </p:cNvPr>
            <p:cNvSpPr>
              <a:spLocks noGrp="1"/>
            </p:cNvSpPr>
            <p:nvPr/>
          </p:nvSpPr>
          <p:spPr>
            <a:xfrm>
              <a:off x="4571793" y="3355090"/>
              <a:ext cx="67685" cy="38787"/>
            </a:xfrm>
            <a:custGeom>
              <a:avLst/>
              <a:gdLst/>
              <a:ahLst/>
              <a:cxnLst/>
              <a:rect l="0" t="0" r="0" b="0"/>
              <a:pathLst>
                <a:path w="67685" h="38787">
                  <a:moveTo>
                    <a:pt x="67685" y="0"/>
                  </a:moveTo>
                  <a:lnTo>
                    <a:pt x="0" y="3878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61" name="Candidate_receptor__3279">
              <a:extLst>
                <a:ext uri="{FF2B5EF4-FFF2-40B4-BE49-F238E27FC236}">
                  <a16:creationId xmlns:a16="http://schemas.microsoft.com/office/drawing/2014/main" id="{CC33A7B7-70D7-9610-5C70-04CCD6F98759}"/>
                </a:ext>
              </a:extLst>
            </p:cNvPr>
            <p:cNvSpPr>
              <a:spLocks noGrp="1"/>
            </p:cNvSpPr>
            <p:nvPr/>
          </p:nvSpPr>
          <p:spPr>
            <a:xfrm>
              <a:off x="5958757" y="2235455"/>
              <a:ext cx="24407" cy="80198"/>
            </a:xfrm>
            <a:custGeom>
              <a:avLst/>
              <a:gdLst/>
              <a:ahLst/>
              <a:cxnLst/>
              <a:rect l="0" t="0" r="0" b="0"/>
              <a:pathLst>
                <a:path w="24407" h="80198">
                  <a:moveTo>
                    <a:pt x="0" y="80198"/>
                  </a:moveTo>
                  <a:lnTo>
                    <a:pt x="2440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62" name="Candidate_receptor__3280">
              <a:extLst>
                <a:ext uri="{FF2B5EF4-FFF2-40B4-BE49-F238E27FC236}">
                  <a16:creationId xmlns:a16="http://schemas.microsoft.com/office/drawing/2014/main" id="{A3E01A0E-C862-ACAB-C941-2D7E87A680DF}"/>
                </a:ext>
              </a:extLst>
            </p:cNvPr>
            <p:cNvSpPr>
              <a:spLocks noGrp="1"/>
            </p:cNvSpPr>
            <p:nvPr/>
          </p:nvSpPr>
          <p:spPr>
            <a:xfrm>
              <a:off x="5952366" y="2315653"/>
              <a:ext cx="6392" cy="82056"/>
            </a:xfrm>
            <a:custGeom>
              <a:avLst/>
              <a:gdLst/>
              <a:ahLst/>
              <a:cxnLst/>
              <a:rect l="0" t="0" r="0" b="0"/>
              <a:pathLst>
                <a:path w="6392" h="82056">
                  <a:moveTo>
                    <a:pt x="0" y="82056"/>
                  </a:moveTo>
                  <a:lnTo>
                    <a:pt x="639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63" name="Candidate_receptor__3281">
              <a:extLst>
                <a:ext uri="{FF2B5EF4-FFF2-40B4-BE49-F238E27FC236}">
                  <a16:creationId xmlns:a16="http://schemas.microsoft.com/office/drawing/2014/main" id="{B87B5AD5-D416-235D-873F-EA281D84BD5C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070880"/>
              <a:ext cx="99377" cy="52737"/>
            </a:xfrm>
            <a:custGeom>
              <a:avLst/>
              <a:gdLst/>
              <a:ahLst/>
              <a:cxnLst/>
              <a:rect l="0" t="0" r="0" b="0"/>
              <a:pathLst>
                <a:path w="99377" h="52737">
                  <a:moveTo>
                    <a:pt x="0" y="52737"/>
                  </a:moveTo>
                  <a:lnTo>
                    <a:pt x="993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64" name="Candidate_receptor__3282">
              <a:extLst>
                <a:ext uri="{FF2B5EF4-FFF2-40B4-BE49-F238E27FC236}">
                  <a16:creationId xmlns:a16="http://schemas.microsoft.com/office/drawing/2014/main" id="{9F54BE26-9974-90EE-3985-A3E0930F03DC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728254"/>
              <a:ext cx="110848" cy="6506"/>
            </a:xfrm>
            <a:custGeom>
              <a:avLst/>
              <a:gdLst/>
              <a:ahLst/>
              <a:cxnLst/>
              <a:rect l="0" t="0" r="0" b="0"/>
              <a:pathLst>
                <a:path w="110848" h="6506">
                  <a:moveTo>
                    <a:pt x="0" y="0"/>
                  </a:moveTo>
                  <a:lnTo>
                    <a:pt x="110848" y="65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65" name="Candidate_receptor__3283">
              <a:extLst>
                <a:ext uri="{FF2B5EF4-FFF2-40B4-BE49-F238E27FC236}">
                  <a16:creationId xmlns:a16="http://schemas.microsoft.com/office/drawing/2014/main" id="{4FDE1664-5470-1AF5-7484-312F5ED567D3}"/>
                </a:ext>
              </a:extLst>
            </p:cNvPr>
            <p:cNvSpPr>
              <a:spLocks noGrp="1"/>
            </p:cNvSpPr>
            <p:nvPr/>
          </p:nvSpPr>
          <p:spPr>
            <a:xfrm>
              <a:off x="5725829" y="1929793"/>
              <a:ext cx="14364" cy="107262"/>
            </a:xfrm>
            <a:custGeom>
              <a:avLst/>
              <a:gdLst/>
              <a:ahLst/>
              <a:cxnLst/>
              <a:rect l="0" t="0" r="0" b="0"/>
              <a:pathLst>
                <a:path w="14364" h="107262">
                  <a:moveTo>
                    <a:pt x="14364" y="0"/>
                  </a:moveTo>
                  <a:lnTo>
                    <a:pt x="0" y="1072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66" name="Candidate_receptor__3284">
              <a:extLst>
                <a:ext uri="{FF2B5EF4-FFF2-40B4-BE49-F238E27FC236}">
                  <a16:creationId xmlns:a16="http://schemas.microsoft.com/office/drawing/2014/main" id="{C116F273-16DA-3FF5-BE08-CD9B87F84A82}"/>
                </a:ext>
              </a:extLst>
            </p:cNvPr>
            <p:cNvSpPr>
              <a:spLocks noGrp="1"/>
            </p:cNvSpPr>
            <p:nvPr/>
          </p:nvSpPr>
          <p:spPr>
            <a:xfrm>
              <a:off x="4526978" y="4183614"/>
              <a:ext cx="110176" cy="5690"/>
            </a:xfrm>
            <a:custGeom>
              <a:avLst/>
              <a:gdLst/>
              <a:ahLst/>
              <a:cxnLst/>
              <a:rect l="0" t="0" r="0" b="0"/>
              <a:pathLst>
                <a:path w="110176" h="5690">
                  <a:moveTo>
                    <a:pt x="0" y="5690"/>
                  </a:moveTo>
                  <a:lnTo>
                    <a:pt x="11017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67" name="Candidate_receptor__3285">
              <a:extLst>
                <a:ext uri="{FF2B5EF4-FFF2-40B4-BE49-F238E27FC236}">
                  <a16:creationId xmlns:a16="http://schemas.microsoft.com/office/drawing/2014/main" id="{A91D32B2-17C5-1685-2B71-1EC0A998C2DB}"/>
                </a:ext>
              </a:extLst>
            </p:cNvPr>
            <p:cNvSpPr>
              <a:spLocks noGrp="1"/>
            </p:cNvSpPr>
            <p:nvPr/>
          </p:nvSpPr>
          <p:spPr>
            <a:xfrm>
              <a:off x="4882350" y="2871452"/>
              <a:ext cx="53939" cy="54754"/>
            </a:xfrm>
            <a:custGeom>
              <a:avLst/>
              <a:gdLst/>
              <a:ahLst/>
              <a:cxnLst/>
              <a:rect l="0" t="0" r="0" b="0"/>
              <a:pathLst>
                <a:path w="53939" h="54754">
                  <a:moveTo>
                    <a:pt x="53939" y="0"/>
                  </a:moveTo>
                  <a:lnTo>
                    <a:pt x="0" y="5475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68" name="Candidate_receptor__3286">
              <a:extLst>
                <a:ext uri="{FF2B5EF4-FFF2-40B4-BE49-F238E27FC236}">
                  <a16:creationId xmlns:a16="http://schemas.microsoft.com/office/drawing/2014/main" id="{7546B77B-8239-7035-0532-DA0718ADDA6F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252429"/>
              <a:ext cx="19372" cy="506"/>
            </a:xfrm>
            <a:custGeom>
              <a:avLst/>
              <a:gdLst/>
              <a:ahLst/>
              <a:cxnLst/>
              <a:rect l="0" t="0" r="0" b="0"/>
              <a:pathLst>
                <a:path w="19372" h="506">
                  <a:moveTo>
                    <a:pt x="19372" y="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69" name="Candidate_receptor__3287">
              <a:extLst>
                <a:ext uri="{FF2B5EF4-FFF2-40B4-BE49-F238E27FC236}">
                  <a16:creationId xmlns:a16="http://schemas.microsoft.com/office/drawing/2014/main" id="{9EEF69C2-9424-F31C-76D9-72F48A89C879}"/>
                </a:ext>
              </a:extLst>
            </p:cNvPr>
            <p:cNvSpPr>
              <a:spLocks noGrp="1"/>
            </p:cNvSpPr>
            <p:nvPr/>
          </p:nvSpPr>
          <p:spPr>
            <a:xfrm>
              <a:off x="5788279" y="3909100"/>
              <a:ext cx="111562" cy="3634"/>
            </a:xfrm>
            <a:custGeom>
              <a:avLst/>
              <a:gdLst/>
              <a:ahLst/>
              <a:cxnLst/>
              <a:rect l="0" t="0" r="0" b="0"/>
              <a:pathLst>
                <a:path w="111562" h="3634">
                  <a:moveTo>
                    <a:pt x="111562" y="3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70" name="Candidate_receptor__3288">
              <a:extLst>
                <a:ext uri="{FF2B5EF4-FFF2-40B4-BE49-F238E27FC236}">
                  <a16:creationId xmlns:a16="http://schemas.microsoft.com/office/drawing/2014/main" id="{313F6D90-4AB8-141C-6A51-5D8BAC2441D7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495815"/>
              <a:ext cx="17745" cy="5537"/>
            </a:xfrm>
            <a:custGeom>
              <a:avLst/>
              <a:gdLst/>
              <a:ahLst/>
              <a:cxnLst/>
              <a:rect l="0" t="0" r="0" b="0"/>
              <a:pathLst>
                <a:path w="17745" h="5537">
                  <a:moveTo>
                    <a:pt x="17745" y="0"/>
                  </a:moveTo>
                  <a:lnTo>
                    <a:pt x="0" y="553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71" name="Candidate_receptor__3289">
              <a:extLst>
                <a:ext uri="{FF2B5EF4-FFF2-40B4-BE49-F238E27FC236}">
                  <a16:creationId xmlns:a16="http://schemas.microsoft.com/office/drawing/2014/main" id="{603AC4BA-28E2-6684-D286-C740127EB9CE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97386" cy="34176"/>
            </a:xfrm>
            <a:custGeom>
              <a:avLst/>
              <a:gdLst/>
              <a:ahLst/>
              <a:cxnLst/>
              <a:rect l="0" t="0" r="0" b="0"/>
              <a:pathLst>
                <a:path w="97386" h="34176">
                  <a:moveTo>
                    <a:pt x="97386" y="34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72" name="Candidate_receptor__3290">
              <a:extLst>
                <a:ext uri="{FF2B5EF4-FFF2-40B4-BE49-F238E27FC236}">
                  <a16:creationId xmlns:a16="http://schemas.microsoft.com/office/drawing/2014/main" id="{45DAF62D-6CE4-E1F1-6C23-C74F5731CBE2}"/>
                </a:ext>
              </a:extLst>
            </p:cNvPr>
            <p:cNvSpPr>
              <a:spLocks noGrp="1"/>
            </p:cNvSpPr>
            <p:nvPr/>
          </p:nvSpPr>
          <p:spPr>
            <a:xfrm>
              <a:off x="4703869" y="2942536"/>
              <a:ext cx="74682" cy="76721"/>
            </a:xfrm>
            <a:custGeom>
              <a:avLst/>
              <a:gdLst/>
              <a:ahLst/>
              <a:cxnLst/>
              <a:rect l="0" t="0" r="0" b="0"/>
              <a:pathLst>
                <a:path w="74682" h="76721">
                  <a:moveTo>
                    <a:pt x="74682" y="0"/>
                  </a:moveTo>
                  <a:lnTo>
                    <a:pt x="0" y="767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73" name="Candidate_receptor__3291">
              <a:extLst>
                <a:ext uri="{FF2B5EF4-FFF2-40B4-BE49-F238E27FC236}">
                  <a16:creationId xmlns:a16="http://schemas.microsoft.com/office/drawing/2014/main" id="{0525B516-35CB-5B9C-63EF-019FF47578CD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394632"/>
              <a:ext cx="68769" cy="21204"/>
            </a:xfrm>
            <a:custGeom>
              <a:avLst/>
              <a:gdLst/>
              <a:ahLst/>
              <a:cxnLst/>
              <a:rect l="0" t="0" r="0" b="0"/>
              <a:pathLst>
                <a:path w="68769" h="21204">
                  <a:moveTo>
                    <a:pt x="68769" y="0"/>
                  </a:moveTo>
                  <a:lnTo>
                    <a:pt x="0" y="212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74" name="Candidate_receptor__3292">
              <a:extLst>
                <a:ext uri="{FF2B5EF4-FFF2-40B4-BE49-F238E27FC236}">
                  <a16:creationId xmlns:a16="http://schemas.microsoft.com/office/drawing/2014/main" id="{117EDED1-3594-E403-B2ED-103B519D85F8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60703"/>
              <a:ext cx="34922" cy="98357"/>
            </a:xfrm>
            <a:custGeom>
              <a:avLst/>
              <a:gdLst/>
              <a:ahLst/>
              <a:cxnLst/>
              <a:rect l="0" t="0" r="0" b="0"/>
              <a:pathLst>
                <a:path w="34922" h="98357">
                  <a:moveTo>
                    <a:pt x="0" y="0"/>
                  </a:moveTo>
                  <a:lnTo>
                    <a:pt x="34922" y="9835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75" name="Candidate_receptor__3293">
              <a:extLst>
                <a:ext uri="{FF2B5EF4-FFF2-40B4-BE49-F238E27FC236}">
                  <a16:creationId xmlns:a16="http://schemas.microsoft.com/office/drawing/2014/main" id="{7E70CC2E-D769-CA75-A6B8-DD81A6DB8734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05321"/>
              <a:ext cx="88092" cy="55382"/>
            </a:xfrm>
            <a:custGeom>
              <a:avLst/>
              <a:gdLst/>
              <a:ahLst/>
              <a:cxnLst/>
              <a:rect l="0" t="0" r="0" b="0"/>
              <a:pathLst>
                <a:path w="88092" h="55382">
                  <a:moveTo>
                    <a:pt x="88092" y="0"/>
                  </a:moveTo>
                  <a:lnTo>
                    <a:pt x="0" y="55382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76" name="Candidate_receptor__3294">
              <a:extLst>
                <a:ext uri="{FF2B5EF4-FFF2-40B4-BE49-F238E27FC236}">
                  <a16:creationId xmlns:a16="http://schemas.microsoft.com/office/drawing/2014/main" id="{1290F250-7F59-6D75-9CA3-56D66319B42C}"/>
                </a:ext>
              </a:extLst>
            </p:cNvPr>
            <p:cNvSpPr>
              <a:spLocks noGrp="1"/>
            </p:cNvSpPr>
            <p:nvPr/>
          </p:nvSpPr>
          <p:spPr>
            <a:xfrm>
              <a:off x="4438652" y="2348458"/>
              <a:ext cx="106994" cy="10602"/>
            </a:xfrm>
            <a:custGeom>
              <a:avLst/>
              <a:gdLst/>
              <a:ahLst/>
              <a:cxnLst/>
              <a:rect l="0" t="0" r="0" b="0"/>
              <a:pathLst>
                <a:path w="106994" h="10602">
                  <a:moveTo>
                    <a:pt x="0" y="10602"/>
                  </a:moveTo>
                  <a:lnTo>
                    <a:pt x="1069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77" name="Candidate_receptor__3295">
              <a:extLst>
                <a:ext uri="{FF2B5EF4-FFF2-40B4-BE49-F238E27FC236}">
                  <a16:creationId xmlns:a16="http://schemas.microsoft.com/office/drawing/2014/main" id="{5F1BF2B3-B754-78C7-C3E2-D063BE2998C0}"/>
                </a:ext>
              </a:extLst>
            </p:cNvPr>
            <p:cNvSpPr>
              <a:spLocks noGrp="1"/>
            </p:cNvSpPr>
            <p:nvPr/>
          </p:nvSpPr>
          <p:spPr>
            <a:xfrm>
              <a:off x="6050278" y="2155784"/>
              <a:ext cx="94923" cy="909"/>
            </a:xfrm>
            <a:custGeom>
              <a:avLst/>
              <a:gdLst/>
              <a:ahLst/>
              <a:cxnLst/>
              <a:rect l="0" t="0" r="0" b="0"/>
              <a:pathLst>
                <a:path w="94923" h="909">
                  <a:moveTo>
                    <a:pt x="94923" y="0"/>
                  </a:moveTo>
                  <a:lnTo>
                    <a:pt x="0" y="909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78" name="Candidate_receptor__3296">
              <a:extLst>
                <a:ext uri="{FF2B5EF4-FFF2-40B4-BE49-F238E27FC236}">
                  <a16:creationId xmlns:a16="http://schemas.microsoft.com/office/drawing/2014/main" id="{97FE943B-E5BA-129E-7146-5BAF8DF9FB8C}"/>
                </a:ext>
              </a:extLst>
            </p:cNvPr>
            <p:cNvSpPr>
              <a:spLocks noGrp="1"/>
            </p:cNvSpPr>
            <p:nvPr/>
          </p:nvSpPr>
          <p:spPr>
            <a:xfrm>
              <a:off x="4497721" y="2991551"/>
              <a:ext cx="51394" cy="102072"/>
            </a:xfrm>
            <a:custGeom>
              <a:avLst/>
              <a:gdLst/>
              <a:ahLst/>
              <a:cxnLst/>
              <a:rect l="0" t="0" r="0" b="0"/>
              <a:pathLst>
                <a:path w="51394" h="102072">
                  <a:moveTo>
                    <a:pt x="0" y="102072"/>
                  </a:moveTo>
                  <a:lnTo>
                    <a:pt x="513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79" name="Candidate_receptor__3297">
              <a:extLst>
                <a:ext uri="{FF2B5EF4-FFF2-40B4-BE49-F238E27FC236}">
                  <a16:creationId xmlns:a16="http://schemas.microsoft.com/office/drawing/2014/main" id="{0B3F6657-8A70-3A78-9129-77CC6502DBCD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203206"/>
              <a:ext cx="30383" cy="52734"/>
            </a:xfrm>
            <a:custGeom>
              <a:avLst/>
              <a:gdLst/>
              <a:ahLst/>
              <a:cxnLst/>
              <a:rect l="0" t="0" r="0" b="0"/>
              <a:pathLst>
                <a:path w="30383" h="52734">
                  <a:moveTo>
                    <a:pt x="0" y="0"/>
                  </a:moveTo>
                  <a:lnTo>
                    <a:pt x="30383" y="5273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80" name="Candidate_receptor__3298">
              <a:extLst>
                <a:ext uri="{FF2B5EF4-FFF2-40B4-BE49-F238E27FC236}">
                  <a16:creationId xmlns:a16="http://schemas.microsoft.com/office/drawing/2014/main" id="{9BD8A141-C888-6153-9C52-7D1639F736F9}"/>
                </a:ext>
              </a:extLst>
            </p:cNvPr>
            <p:cNvSpPr>
              <a:spLocks noGrp="1"/>
            </p:cNvSpPr>
            <p:nvPr/>
          </p:nvSpPr>
          <p:spPr>
            <a:xfrm>
              <a:off x="4427997" y="4184092"/>
              <a:ext cx="98981" cy="5211"/>
            </a:xfrm>
            <a:custGeom>
              <a:avLst/>
              <a:gdLst/>
              <a:ahLst/>
              <a:cxnLst/>
              <a:rect l="0" t="0" r="0" b="0"/>
              <a:pathLst>
                <a:path w="98981" h="5211">
                  <a:moveTo>
                    <a:pt x="0" y="0"/>
                  </a:moveTo>
                  <a:lnTo>
                    <a:pt x="98981" y="521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81" name="Candidate_receptor__3299">
              <a:extLst>
                <a:ext uri="{FF2B5EF4-FFF2-40B4-BE49-F238E27FC236}">
                  <a16:creationId xmlns:a16="http://schemas.microsoft.com/office/drawing/2014/main" id="{4CA0C3D7-AF43-5CE4-0520-827D525AD858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379363"/>
              <a:ext cx="70006" cy="91551"/>
            </a:xfrm>
            <a:custGeom>
              <a:avLst/>
              <a:gdLst/>
              <a:ahLst/>
              <a:cxnLst/>
              <a:rect l="0" t="0" r="0" b="0"/>
              <a:pathLst>
                <a:path w="70006" h="91551">
                  <a:moveTo>
                    <a:pt x="70006" y="0"/>
                  </a:moveTo>
                  <a:lnTo>
                    <a:pt x="0" y="9155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82" name="Candidate_receptor__3300">
              <a:extLst>
                <a:ext uri="{FF2B5EF4-FFF2-40B4-BE49-F238E27FC236}">
                  <a16:creationId xmlns:a16="http://schemas.microsoft.com/office/drawing/2014/main" id="{342E1BBD-640A-13C2-6085-3BB8A025709D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29583" cy="98688"/>
            </a:xfrm>
            <a:custGeom>
              <a:avLst/>
              <a:gdLst/>
              <a:ahLst/>
              <a:cxnLst/>
              <a:rect l="0" t="0" r="0" b="0"/>
              <a:pathLst>
                <a:path w="29583" h="98688">
                  <a:moveTo>
                    <a:pt x="0" y="0"/>
                  </a:moveTo>
                  <a:lnTo>
                    <a:pt x="29583" y="9868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83" name="Candidate_receptor__3301">
              <a:extLst>
                <a:ext uri="{FF2B5EF4-FFF2-40B4-BE49-F238E27FC236}">
                  <a16:creationId xmlns:a16="http://schemas.microsoft.com/office/drawing/2014/main" id="{CA0B4852-23B1-1D99-EFB5-D52746167B12}"/>
                </a:ext>
              </a:extLst>
            </p:cNvPr>
            <p:cNvSpPr>
              <a:spLocks noGrp="1"/>
            </p:cNvSpPr>
            <p:nvPr/>
          </p:nvSpPr>
          <p:spPr>
            <a:xfrm>
              <a:off x="5899841" y="3912734"/>
              <a:ext cx="4376" cy="115370"/>
            </a:xfrm>
            <a:custGeom>
              <a:avLst/>
              <a:gdLst/>
              <a:ahLst/>
              <a:cxnLst/>
              <a:rect l="0" t="0" r="0" b="0"/>
              <a:pathLst>
                <a:path w="4376" h="115370">
                  <a:moveTo>
                    <a:pt x="4376" y="115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84" name="Candidate_receptor__3302">
              <a:extLst>
                <a:ext uri="{FF2B5EF4-FFF2-40B4-BE49-F238E27FC236}">
                  <a16:creationId xmlns:a16="http://schemas.microsoft.com/office/drawing/2014/main" id="{B0DB672E-58D8-07B7-332F-8335DB0647CF}"/>
                </a:ext>
              </a:extLst>
            </p:cNvPr>
            <p:cNvSpPr>
              <a:spLocks noGrp="1"/>
            </p:cNvSpPr>
            <p:nvPr/>
          </p:nvSpPr>
          <p:spPr>
            <a:xfrm>
              <a:off x="4637153" y="4116460"/>
              <a:ext cx="92412" cy="67154"/>
            </a:xfrm>
            <a:custGeom>
              <a:avLst/>
              <a:gdLst/>
              <a:ahLst/>
              <a:cxnLst/>
              <a:rect l="0" t="0" r="0" b="0"/>
              <a:pathLst>
                <a:path w="92412" h="67154">
                  <a:moveTo>
                    <a:pt x="0" y="67154"/>
                  </a:moveTo>
                  <a:lnTo>
                    <a:pt x="9241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85" name="Candidate_receptor__3303">
              <a:extLst>
                <a:ext uri="{FF2B5EF4-FFF2-40B4-BE49-F238E27FC236}">
                  <a16:creationId xmlns:a16="http://schemas.microsoft.com/office/drawing/2014/main" id="{5487E006-AD6F-BE3F-6A20-347775DDD149}"/>
                </a:ext>
              </a:extLst>
            </p:cNvPr>
            <p:cNvSpPr>
              <a:spLocks noGrp="1"/>
            </p:cNvSpPr>
            <p:nvPr/>
          </p:nvSpPr>
          <p:spPr>
            <a:xfrm>
              <a:off x="5539131" y="3412132"/>
              <a:ext cx="10386" cy="49129"/>
            </a:xfrm>
            <a:custGeom>
              <a:avLst/>
              <a:gdLst/>
              <a:ahLst/>
              <a:cxnLst/>
              <a:rect l="0" t="0" r="0" b="0"/>
              <a:pathLst>
                <a:path w="10386" h="49129">
                  <a:moveTo>
                    <a:pt x="0" y="0"/>
                  </a:moveTo>
                  <a:lnTo>
                    <a:pt x="10386" y="4912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86" name="Candidate_receptor__3304">
              <a:extLst>
                <a:ext uri="{FF2B5EF4-FFF2-40B4-BE49-F238E27FC236}">
                  <a16:creationId xmlns:a16="http://schemas.microsoft.com/office/drawing/2014/main" id="{306CB3D6-9326-4ADE-7BF9-6430B128A521}"/>
                </a:ext>
              </a:extLst>
            </p:cNvPr>
            <p:cNvSpPr>
              <a:spLocks noGrp="1"/>
            </p:cNvSpPr>
            <p:nvPr/>
          </p:nvSpPr>
          <p:spPr>
            <a:xfrm>
              <a:off x="5648920" y="3722537"/>
              <a:ext cx="24527" cy="33467"/>
            </a:xfrm>
            <a:custGeom>
              <a:avLst/>
              <a:gdLst/>
              <a:ahLst/>
              <a:cxnLst/>
              <a:rect l="0" t="0" r="0" b="0"/>
              <a:pathLst>
                <a:path w="24527" h="33467">
                  <a:moveTo>
                    <a:pt x="24527" y="0"/>
                  </a:moveTo>
                  <a:lnTo>
                    <a:pt x="0" y="3346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87" name="Candidate_receptor__3305">
              <a:extLst>
                <a:ext uri="{FF2B5EF4-FFF2-40B4-BE49-F238E27FC236}">
                  <a16:creationId xmlns:a16="http://schemas.microsoft.com/office/drawing/2014/main" id="{3535FFB8-6271-C893-B336-4522DB61C745}"/>
                </a:ext>
              </a:extLst>
            </p:cNvPr>
            <p:cNvSpPr>
              <a:spLocks noGrp="1"/>
            </p:cNvSpPr>
            <p:nvPr/>
          </p:nvSpPr>
          <p:spPr>
            <a:xfrm>
              <a:off x="4553489" y="3960638"/>
              <a:ext cx="68411" cy="93244"/>
            </a:xfrm>
            <a:custGeom>
              <a:avLst/>
              <a:gdLst/>
              <a:ahLst/>
              <a:cxnLst/>
              <a:rect l="0" t="0" r="0" b="0"/>
              <a:pathLst>
                <a:path w="68411" h="93244">
                  <a:moveTo>
                    <a:pt x="68411" y="0"/>
                  </a:moveTo>
                  <a:lnTo>
                    <a:pt x="0" y="9324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88" name="Candidate_receptor__3306">
              <a:extLst>
                <a:ext uri="{FF2B5EF4-FFF2-40B4-BE49-F238E27FC236}">
                  <a16:creationId xmlns:a16="http://schemas.microsoft.com/office/drawing/2014/main" id="{1BE70F30-A1EF-BCCF-DBF8-47D61F9EDD27}"/>
                </a:ext>
              </a:extLst>
            </p:cNvPr>
            <p:cNvSpPr>
              <a:spLocks noGrp="1"/>
            </p:cNvSpPr>
            <p:nvPr/>
          </p:nvSpPr>
          <p:spPr>
            <a:xfrm>
              <a:off x="4532320" y="3889061"/>
              <a:ext cx="89580" cy="71576"/>
            </a:xfrm>
            <a:custGeom>
              <a:avLst/>
              <a:gdLst/>
              <a:ahLst/>
              <a:cxnLst/>
              <a:rect l="0" t="0" r="0" b="0"/>
              <a:pathLst>
                <a:path w="89580" h="71576">
                  <a:moveTo>
                    <a:pt x="0" y="0"/>
                  </a:moveTo>
                  <a:lnTo>
                    <a:pt x="89580" y="71576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89" name="Candidate_receptor__3307">
              <a:extLst>
                <a:ext uri="{FF2B5EF4-FFF2-40B4-BE49-F238E27FC236}">
                  <a16:creationId xmlns:a16="http://schemas.microsoft.com/office/drawing/2014/main" id="{D84B59EF-34B7-7240-54C2-BB6BCEB9DCB0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19399"/>
              <a:ext cx="92481" cy="59583"/>
            </a:xfrm>
            <a:custGeom>
              <a:avLst/>
              <a:gdLst/>
              <a:ahLst/>
              <a:cxnLst/>
              <a:rect l="0" t="0" r="0" b="0"/>
              <a:pathLst>
                <a:path w="92481" h="59583">
                  <a:moveTo>
                    <a:pt x="0" y="59583"/>
                  </a:moveTo>
                  <a:lnTo>
                    <a:pt x="9248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90" name="Candidate_receptor__3308">
              <a:extLst>
                <a:ext uri="{FF2B5EF4-FFF2-40B4-BE49-F238E27FC236}">
                  <a16:creationId xmlns:a16="http://schemas.microsoft.com/office/drawing/2014/main" id="{A4ABA677-0F20-6398-B739-3B8CD0CEF378}"/>
                </a:ext>
              </a:extLst>
            </p:cNvPr>
            <p:cNvSpPr>
              <a:spLocks noGrp="1"/>
            </p:cNvSpPr>
            <p:nvPr/>
          </p:nvSpPr>
          <p:spPr>
            <a:xfrm>
              <a:off x="4936289" y="2871452"/>
              <a:ext cx="100209" cy="25492"/>
            </a:xfrm>
            <a:custGeom>
              <a:avLst/>
              <a:gdLst/>
              <a:ahLst/>
              <a:cxnLst/>
              <a:rect l="0" t="0" r="0" b="0"/>
              <a:pathLst>
                <a:path w="100209" h="25492">
                  <a:moveTo>
                    <a:pt x="100209" y="254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91" name="Candidate_receptor__3309">
              <a:extLst>
                <a:ext uri="{FF2B5EF4-FFF2-40B4-BE49-F238E27FC236}">
                  <a16:creationId xmlns:a16="http://schemas.microsoft.com/office/drawing/2014/main" id="{119B05F8-5C9B-AE2F-3C84-512765E47495}"/>
                </a:ext>
              </a:extLst>
            </p:cNvPr>
            <p:cNvSpPr>
              <a:spLocks noGrp="1"/>
            </p:cNvSpPr>
            <p:nvPr/>
          </p:nvSpPr>
          <p:spPr>
            <a:xfrm>
              <a:off x="5740194" y="1868318"/>
              <a:ext cx="97115" cy="61475"/>
            </a:xfrm>
            <a:custGeom>
              <a:avLst/>
              <a:gdLst/>
              <a:ahLst/>
              <a:cxnLst/>
              <a:rect l="0" t="0" r="0" b="0"/>
              <a:pathLst>
                <a:path w="97115" h="61475">
                  <a:moveTo>
                    <a:pt x="97115" y="0"/>
                  </a:moveTo>
                  <a:lnTo>
                    <a:pt x="0" y="6147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92" name="Candidate_receptor__3310">
              <a:extLst>
                <a:ext uri="{FF2B5EF4-FFF2-40B4-BE49-F238E27FC236}">
                  <a16:creationId xmlns:a16="http://schemas.microsoft.com/office/drawing/2014/main" id="{A9079770-992E-F140-9240-94409788DA75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433744"/>
              <a:ext cx="40275" cy="79680"/>
            </a:xfrm>
            <a:custGeom>
              <a:avLst/>
              <a:gdLst/>
              <a:ahLst/>
              <a:cxnLst/>
              <a:rect l="0" t="0" r="0" b="0"/>
              <a:pathLst>
                <a:path w="40275" h="79680">
                  <a:moveTo>
                    <a:pt x="40275" y="0"/>
                  </a:moveTo>
                  <a:lnTo>
                    <a:pt x="0" y="7968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93" name="Candidate_receptor__3311">
              <a:extLst>
                <a:ext uri="{FF2B5EF4-FFF2-40B4-BE49-F238E27FC236}">
                  <a16:creationId xmlns:a16="http://schemas.microsoft.com/office/drawing/2014/main" id="{19F63D24-AA1C-B268-688B-DF798518113C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956120"/>
              <a:ext cx="101470" cy="17222"/>
            </a:xfrm>
            <a:custGeom>
              <a:avLst/>
              <a:gdLst/>
              <a:ahLst/>
              <a:cxnLst/>
              <a:rect l="0" t="0" r="0" b="0"/>
              <a:pathLst>
                <a:path w="101470" h="17222">
                  <a:moveTo>
                    <a:pt x="101470" y="172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94" name="Candidate_receptor__3312">
              <a:extLst>
                <a:ext uri="{FF2B5EF4-FFF2-40B4-BE49-F238E27FC236}">
                  <a16:creationId xmlns:a16="http://schemas.microsoft.com/office/drawing/2014/main" id="{6E886EC7-D27B-FFE3-CBEA-EDBB9AC7C6A0}"/>
                </a:ext>
              </a:extLst>
            </p:cNvPr>
            <p:cNvSpPr>
              <a:spLocks noGrp="1"/>
            </p:cNvSpPr>
            <p:nvPr/>
          </p:nvSpPr>
          <p:spPr>
            <a:xfrm>
              <a:off x="5803609" y="2337510"/>
              <a:ext cx="4213" cy="112188"/>
            </a:xfrm>
            <a:custGeom>
              <a:avLst/>
              <a:gdLst/>
              <a:ahLst/>
              <a:cxnLst/>
              <a:rect l="0" t="0" r="0" b="0"/>
              <a:pathLst>
                <a:path w="4213" h="112188">
                  <a:moveTo>
                    <a:pt x="0" y="112188"/>
                  </a:moveTo>
                  <a:lnTo>
                    <a:pt x="421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95" name="Candidate_receptor__3313">
              <a:extLst>
                <a:ext uri="{FF2B5EF4-FFF2-40B4-BE49-F238E27FC236}">
                  <a16:creationId xmlns:a16="http://schemas.microsoft.com/office/drawing/2014/main" id="{FD73B22E-509D-8D99-C74A-23C42C88DDF9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513424"/>
              <a:ext cx="95" cy="83604"/>
            </a:xfrm>
            <a:custGeom>
              <a:avLst/>
              <a:gdLst/>
              <a:ahLst/>
              <a:cxnLst/>
              <a:rect l="0" t="0" r="0" b="0"/>
              <a:pathLst>
                <a:path w="95" h="83604">
                  <a:moveTo>
                    <a:pt x="0" y="0"/>
                  </a:moveTo>
                  <a:lnTo>
                    <a:pt x="51" y="836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96" name="Candidate_receptor__3314">
              <a:extLst>
                <a:ext uri="{FF2B5EF4-FFF2-40B4-BE49-F238E27FC236}">
                  <a16:creationId xmlns:a16="http://schemas.microsoft.com/office/drawing/2014/main" id="{A73EEB2A-ECBF-E8FD-6605-94814F261E2B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18959"/>
              <a:ext cx="2684" cy="44550"/>
            </a:xfrm>
            <a:custGeom>
              <a:avLst/>
              <a:gdLst/>
              <a:ahLst/>
              <a:cxnLst/>
              <a:rect l="0" t="0" r="0" b="0"/>
              <a:pathLst>
                <a:path w="2684" h="44550">
                  <a:moveTo>
                    <a:pt x="0" y="44550"/>
                  </a:moveTo>
                  <a:lnTo>
                    <a:pt x="268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97" name="Candidate_receptor__3315">
              <a:extLst>
                <a:ext uri="{FF2B5EF4-FFF2-40B4-BE49-F238E27FC236}">
                  <a16:creationId xmlns:a16="http://schemas.microsoft.com/office/drawing/2014/main" id="{B21471C6-67CA-6ABA-5BAA-2C4EDAD5C422}"/>
                </a:ext>
              </a:extLst>
            </p:cNvPr>
            <p:cNvSpPr>
              <a:spLocks noGrp="1"/>
            </p:cNvSpPr>
            <p:nvPr/>
          </p:nvSpPr>
          <p:spPr>
            <a:xfrm>
              <a:off x="4657341" y="3019257"/>
              <a:ext cx="46528" cy="64495"/>
            </a:xfrm>
            <a:custGeom>
              <a:avLst/>
              <a:gdLst/>
              <a:ahLst/>
              <a:cxnLst/>
              <a:rect l="0" t="0" r="0" b="0"/>
              <a:pathLst>
                <a:path w="46528" h="64495">
                  <a:moveTo>
                    <a:pt x="46528" y="0"/>
                  </a:moveTo>
                  <a:lnTo>
                    <a:pt x="0" y="6449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98" name="Candidate_receptor__3316">
              <a:extLst>
                <a:ext uri="{FF2B5EF4-FFF2-40B4-BE49-F238E27FC236}">
                  <a16:creationId xmlns:a16="http://schemas.microsoft.com/office/drawing/2014/main" id="{F3EEA968-A140-7068-2792-23EC6781E397}"/>
                </a:ext>
              </a:extLst>
            </p:cNvPr>
            <p:cNvSpPr>
              <a:spLocks noGrp="1"/>
            </p:cNvSpPr>
            <p:nvPr/>
          </p:nvSpPr>
          <p:spPr>
            <a:xfrm>
              <a:off x="4788458" y="2061997"/>
              <a:ext cx="16840" cy="56804"/>
            </a:xfrm>
            <a:custGeom>
              <a:avLst/>
              <a:gdLst/>
              <a:ahLst/>
              <a:cxnLst/>
              <a:rect l="0" t="0" r="0" b="0"/>
              <a:pathLst>
                <a:path w="16840" h="56804">
                  <a:moveTo>
                    <a:pt x="0" y="56804"/>
                  </a:moveTo>
                  <a:lnTo>
                    <a:pt x="1684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99" name="Candidate_receptor__3317">
              <a:extLst>
                <a:ext uri="{FF2B5EF4-FFF2-40B4-BE49-F238E27FC236}">
                  <a16:creationId xmlns:a16="http://schemas.microsoft.com/office/drawing/2014/main" id="{FE37DDB6-8F41-4620-2C8A-91F5BAB3FF87}"/>
                </a:ext>
              </a:extLst>
            </p:cNvPr>
            <p:cNvSpPr>
              <a:spLocks noGrp="1"/>
            </p:cNvSpPr>
            <p:nvPr/>
          </p:nvSpPr>
          <p:spPr>
            <a:xfrm>
              <a:off x="4545646" y="2343130"/>
              <a:ext cx="85838" cy="5329"/>
            </a:xfrm>
            <a:custGeom>
              <a:avLst/>
              <a:gdLst/>
              <a:ahLst/>
              <a:cxnLst/>
              <a:rect l="0" t="0" r="0" b="0"/>
              <a:pathLst>
                <a:path w="85838" h="5329">
                  <a:moveTo>
                    <a:pt x="0" y="5329"/>
                  </a:moveTo>
                  <a:lnTo>
                    <a:pt x="8583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00" name="Candidate_receptor__3318">
              <a:extLst>
                <a:ext uri="{FF2B5EF4-FFF2-40B4-BE49-F238E27FC236}">
                  <a16:creationId xmlns:a16="http://schemas.microsoft.com/office/drawing/2014/main" id="{876EF9E4-29F5-4BD4-F729-B2CA021AFF1E}"/>
                </a:ext>
              </a:extLst>
            </p:cNvPr>
            <p:cNvSpPr>
              <a:spLocks noGrp="1"/>
            </p:cNvSpPr>
            <p:nvPr/>
          </p:nvSpPr>
          <p:spPr>
            <a:xfrm>
              <a:off x="5541405" y="1614107"/>
              <a:ext cx="19592" cy="113490"/>
            </a:xfrm>
            <a:custGeom>
              <a:avLst/>
              <a:gdLst/>
              <a:ahLst/>
              <a:cxnLst/>
              <a:rect l="0" t="0" r="0" b="0"/>
              <a:pathLst>
                <a:path w="19592" h="113490">
                  <a:moveTo>
                    <a:pt x="0" y="113490"/>
                  </a:moveTo>
                  <a:lnTo>
                    <a:pt x="1959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01" name="Candidate_receptor__3319">
              <a:extLst>
                <a:ext uri="{FF2B5EF4-FFF2-40B4-BE49-F238E27FC236}">
                  <a16:creationId xmlns:a16="http://schemas.microsoft.com/office/drawing/2014/main" id="{BBA44B58-7CF2-B2D2-FF94-820D625D752C}"/>
                </a:ext>
              </a:extLst>
            </p:cNvPr>
            <p:cNvSpPr>
              <a:spLocks noGrp="1"/>
            </p:cNvSpPr>
            <p:nvPr/>
          </p:nvSpPr>
          <p:spPr>
            <a:xfrm>
              <a:off x="5416103" y="3274726"/>
              <a:ext cx="110149" cy="5201"/>
            </a:xfrm>
            <a:custGeom>
              <a:avLst/>
              <a:gdLst/>
              <a:ahLst/>
              <a:cxnLst/>
              <a:rect l="0" t="0" r="0" b="0"/>
              <a:pathLst>
                <a:path w="110149" h="5201">
                  <a:moveTo>
                    <a:pt x="0" y="5201"/>
                  </a:moveTo>
                  <a:lnTo>
                    <a:pt x="11014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02" name="Candidate_receptor__3320">
              <a:extLst>
                <a:ext uri="{FF2B5EF4-FFF2-40B4-BE49-F238E27FC236}">
                  <a16:creationId xmlns:a16="http://schemas.microsoft.com/office/drawing/2014/main" id="{8152E5D7-9F33-86E8-9451-414980B9D83D}"/>
                </a:ext>
              </a:extLst>
            </p:cNvPr>
            <p:cNvSpPr>
              <a:spLocks noGrp="1"/>
            </p:cNvSpPr>
            <p:nvPr/>
          </p:nvSpPr>
          <p:spPr>
            <a:xfrm>
              <a:off x="5353116" y="2394632"/>
              <a:ext cx="72594" cy="78192"/>
            </a:xfrm>
            <a:custGeom>
              <a:avLst/>
              <a:gdLst/>
              <a:ahLst/>
              <a:cxnLst/>
              <a:rect l="0" t="0" r="0" b="0"/>
              <a:pathLst>
                <a:path w="72594" h="78192">
                  <a:moveTo>
                    <a:pt x="72594" y="7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03" name="Candidate_receptor__3321">
              <a:extLst>
                <a:ext uri="{FF2B5EF4-FFF2-40B4-BE49-F238E27FC236}">
                  <a16:creationId xmlns:a16="http://schemas.microsoft.com/office/drawing/2014/main" id="{E662E817-F5C3-D4BD-F952-F59E3E1694CA}"/>
                </a:ext>
              </a:extLst>
            </p:cNvPr>
            <p:cNvSpPr>
              <a:spLocks noGrp="1"/>
            </p:cNvSpPr>
            <p:nvPr/>
          </p:nvSpPr>
          <p:spPr>
            <a:xfrm>
              <a:off x="4764424" y="2826952"/>
              <a:ext cx="14127" cy="115584"/>
            </a:xfrm>
            <a:custGeom>
              <a:avLst/>
              <a:gdLst/>
              <a:ahLst/>
              <a:cxnLst/>
              <a:rect l="0" t="0" r="0" b="0"/>
              <a:pathLst>
                <a:path w="14127" h="115584">
                  <a:moveTo>
                    <a:pt x="0" y="0"/>
                  </a:moveTo>
                  <a:lnTo>
                    <a:pt x="14127" y="11558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04" name="Candidate_receptor__3322">
              <a:extLst>
                <a:ext uri="{FF2B5EF4-FFF2-40B4-BE49-F238E27FC236}">
                  <a16:creationId xmlns:a16="http://schemas.microsoft.com/office/drawing/2014/main" id="{CF0A8D0C-8204-1CAC-CA8E-77F47FB22AB2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63254"/>
              <a:ext cx="27179" cy="26165"/>
            </a:xfrm>
            <a:custGeom>
              <a:avLst/>
              <a:gdLst/>
              <a:ahLst/>
              <a:cxnLst/>
              <a:rect l="0" t="0" r="0" b="0"/>
              <a:pathLst>
                <a:path w="27179" h="26165">
                  <a:moveTo>
                    <a:pt x="27179" y="0"/>
                  </a:moveTo>
                  <a:lnTo>
                    <a:pt x="0" y="2616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05" name="Candidate_receptor__3323">
              <a:extLst>
                <a:ext uri="{FF2B5EF4-FFF2-40B4-BE49-F238E27FC236}">
                  <a16:creationId xmlns:a16="http://schemas.microsoft.com/office/drawing/2014/main" id="{639EBD9C-F9C1-2F49-F15C-E271F17A26CD}"/>
                </a:ext>
              </a:extLst>
            </p:cNvPr>
            <p:cNvSpPr>
              <a:spLocks noGrp="1"/>
            </p:cNvSpPr>
            <p:nvPr/>
          </p:nvSpPr>
          <p:spPr>
            <a:xfrm>
              <a:off x="5754283" y="3909100"/>
              <a:ext cx="33996" cy="64520"/>
            </a:xfrm>
            <a:custGeom>
              <a:avLst/>
              <a:gdLst/>
              <a:ahLst/>
              <a:cxnLst/>
              <a:rect l="0" t="0" r="0" b="0"/>
              <a:pathLst>
                <a:path w="33996" h="64520">
                  <a:moveTo>
                    <a:pt x="33996" y="0"/>
                  </a:moveTo>
                  <a:lnTo>
                    <a:pt x="0" y="645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06" name="Candidate_receptor__3324">
              <a:extLst>
                <a:ext uri="{FF2B5EF4-FFF2-40B4-BE49-F238E27FC236}">
                  <a16:creationId xmlns:a16="http://schemas.microsoft.com/office/drawing/2014/main" id="{848B4203-B6D7-85C4-B47A-6BFF430B6784}"/>
                </a:ext>
              </a:extLst>
            </p:cNvPr>
            <p:cNvSpPr>
              <a:spLocks noGrp="1"/>
            </p:cNvSpPr>
            <p:nvPr/>
          </p:nvSpPr>
          <p:spPr>
            <a:xfrm>
              <a:off x="4841904" y="3641615"/>
              <a:ext cx="2554" cy="14383"/>
            </a:xfrm>
            <a:custGeom>
              <a:avLst/>
              <a:gdLst/>
              <a:ahLst/>
              <a:cxnLst/>
              <a:rect l="0" t="0" r="0" b="0"/>
              <a:pathLst>
                <a:path w="2554" h="14383">
                  <a:moveTo>
                    <a:pt x="2554" y="0"/>
                  </a:moveTo>
                  <a:lnTo>
                    <a:pt x="0" y="1438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07" name="Candidate_receptor__3325">
              <a:extLst>
                <a:ext uri="{FF2B5EF4-FFF2-40B4-BE49-F238E27FC236}">
                  <a16:creationId xmlns:a16="http://schemas.microsoft.com/office/drawing/2014/main" id="{B129A792-328B-4C82-27A9-29360F97927B}"/>
                </a:ext>
              </a:extLst>
            </p:cNvPr>
            <p:cNvSpPr>
              <a:spLocks noGrp="1"/>
            </p:cNvSpPr>
            <p:nvPr/>
          </p:nvSpPr>
          <p:spPr>
            <a:xfrm>
              <a:off x="5369035" y="1702412"/>
              <a:ext cx="31972" cy="87467"/>
            </a:xfrm>
            <a:custGeom>
              <a:avLst/>
              <a:gdLst/>
              <a:ahLst/>
              <a:cxnLst/>
              <a:rect l="0" t="0" r="0" b="0"/>
              <a:pathLst>
                <a:path w="31972" h="87467">
                  <a:moveTo>
                    <a:pt x="0" y="87467"/>
                  </a:moveTo>
                  <a:lnTo>
                    <a:pt x="3197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08" name="Candidate_receptor__3326">
              <a:extLst>
                <a:ext uri="{FF2B5EF4-FFF2-40B4-BE49-F238E27FC236}">
                  <a16:creationId xmlns:a16="http://schemas.microsoft.com/office/drawing/2014/main" id="{F40DACF8-6F95-9200-D811-8A7931B1FED3}"/>
                </a:ext>
              </a:extLst>
            </p:cNvPr>
            <p:cNvSpPr>
              <a:spLocks noGrp="1"/>
            </p:cNvSpPr>
            <p:nvPr/>
          </p:nvSpPr>
          <p:spPr>
            <a:xfrm>
              <a:off x="4124244" y="2872008"/>
              <a:ext cx="32795" cy="61087"/>
            </a:xfrm>
            <a:custGeom>
              <a:avLst/>
              <a:gdLst/>
              <a:ahLst/>
              <a:cxnLst/>
              <a:rect l="0" t="0" r="0" b="0"/>
              <a:pathLst>
                <a:path w="32795" h="61087">
                  <a:moveTo>
                    <a:pt x="32795" y="0"/>
                  </a:moveTo>
                  <a:lnTo>
                    <a:pt x="0" y="610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09" name="Candidate_receptor__3327">
              <a:extLst>
                <a:ext uri="{FF2B5EF4-FFF2-40B4-BE49-F238E27FC236}">
                  <a16:creationId xmlns:a16="http://schemas.microsoft.com/office/drawing/2014/main" id="{7BDFA471-0A6E-596B-0083-A355120CCDE2}"/>
                </a:ext>
              </a:extLst>
            </p:cNvPr>
            <p:cNvSpPr>
              <a:spLocks noGrp="1"/>
            </p:cNvSpPr>
            <p:nvPr/>
          </p:nvSpPr>
          <p:spPr>
            <a:xfrm>
              <a:off x="5944262" y="3635627"/>
              <a:ext cx="16118" cy="99132"/>
            </a:xfrm>
            <a:custGeom>
              <a:avLst/>
              <a:gdLst/>
              <a:ahLst/>
              <a:cxnLst/>
              <a:rect l="0" t="0" r="0" b="0"/>
              <a:pathLst>
                <a:path w="16118" h="99132">
                  <a:moveTo>
                    <a:pt x="16118" y="991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0" name="Candidate_receptor__3328">
              <a:extLst>
                <a:ext uri="{FF2B5EF4-FFF2-40B4-BE49-F238E27FC236}">
                  <a16:creationId xmlns:a16="http://schemas.microsoft.com/office/drawing/2014/main" id="{06571020-321D-9FC7-546D-2ECC4EB12BD8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3052558"/>
              <a:ext cx="100113" cy="48835"/>
            </a:xfrm>
            <a:custGeom>
              <a:avLst/>
              <a:gdLst/>
              <a:ahLst/>
              <a:cxnLst/>
              <a:rect l="0" t="0" r="0" b="0"/>
              <a:pathLst>
                <a:path w="100113" h="48835">
                  <a:moveTo>
                    <a:pt x="100113" y="488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1" name="Candidate_receptor__3329">
              <a:extLst>
                <a:ext uri="{FF2B5EF4-FFF2-40B4-BE49-F238E27FC236}">
                  <a16:creationId xmlns:a16="http://schemas.microsoft.com/office/drawing/2014/main" id="{2CAD7B6C-57D6-F977-273E-560C6523F711}"/>
                </a:ext>
              </a:extLst>
            </p:cNvPr>
            <p:cNvSpPr>
              <a:spLocks noGrp="1"/>
            </p:cNvSpPr>
            <p:nvPr/>
          </p:nvSpPr>
          <p:spPr>
            <a:xfrm>
              <a:off x="4415876" y="3093624"/>
              <a:ext cx="81846" cy="32387"/>
            </a:xfrm>
            <a:custGeom>
              <a:avLst/>
              <a:gdLst/>
              <a:ahLst/>
              <a:cxnLst/>
              <a:rect l="0" t="0" r="0" b="0"/>
              <a:pathLst>
                <a:path w="81846" h="32387">
                  <a:moveTo>
                    <a:pt x="0" y="32387"/>
                  </a:moveTo>
                  <a:lnTo>
                    <a:pt x="8184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2" name="Candidate_receptor__3330">
              <a:extLst>
                <a:ext uri="{FF2B5EF4-FFF2-40B4-BE49-F238E27FC236}">
                  <a16:creationId xmlns:a16="http://schemas.microsoft.com/office/drawing/2014/main" id="{CD9FD9E3-989E-96F2-0F4E-882F102603B2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822133"/>
              <a:ext cx="34956" cy="11305"/>
            </a:xfrm>
            <a:custGeom>
              <a:avLst/>
              <a:gdLst/>
              <a:ahLst/>
              <a:cxnLst/>
              <a:rect l="0" t="0" r="0" b="0"/>
              <a:pathLst>
                <a:path w="34956" h="11305">
                  <a:moveTo>
                    <a:pt x="0" y="0"/>
                  </a:moveTo>
                  <a:lnTo>
                    <a:pt x="34956" y="1130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3" name="Candidate_receptor__3331">
              <a:extLst>
                <a:ext uri="{FF2B5EF4-FFF2-40B4-BE49-F238E27FC236}">
                  <a16:creationId xmlns:a16="http://schemas.microsoft.com/office/drawing/2014/main" id="{165BF60C-B1AF-0303-4231-D150E8C4B431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789879"/>
              <a:ext cx="89996" cy="50405"/>
            </a:xfrm>
            <a:custGeom>
              <a:avLst/>
              <a:gdLst/>
              <a:ahLst/>
              <a:cxnLst/>
              <a:rect l="0" t="0" r="0" b="0"/>
              <a:pathLst>
                <a:path w="89996" h="50405">
                  <a:moveTo>
                    <a:pt x="0" y="50405"/>
                  </a:moveTo>
                  <a:lnTo>
                    <a:pt x="8999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4" name="Candidate_receptor__3332">
              <a:extLst>
                <a:ext uri="{FF2B5EF4-FFF2-40B4-BE49-F238E27FC236}">
                  <a16:creationId xmlns:a16="http://schemas.microsoft.com/office/drawing/2014/main" id="{88E7996D-EEF1-7954-B8DD-84304E51A618}"/>
                </a:ext>
              </a:extLst>
            </p:cNvPr>
            <p:cNvSpPr>
              <a:spLocks noGrp="1"/>
            </p:cNvSpPr>
            <p:nvPr/>
          </p:nvSpPr>
          <p:spPr>
            <a:xfrm>
              <a:off x="5258331" y="2504114"/>
              <a:ext cx="31154" cy="23909"/>
            </a:xfrm>
            <a:custGeom>
              <a:avLst/>
              <a:gdLst/>
              <a:ahLst/>
              <a:cxnLst/>
              <a:rect l="0" t="0" r="0" b="0"/>
              <a:pathLst>
                <a:path w="31154" h="23909">
                  <a:moveTo>
                    <a:pt x="31154" y="239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5" name="Candidate_receptor__3333">
              <a:extLst>
                <a:ext uri="{FF2B5EF4-FFF2-40B4-BE49-F238E27FC236}">
                  <a16:creationId xmlns:a16="http://schemas.microsoft.com/office/drawing/2014/main" id="{8B418F90-38D3-62A0-168B-49DF1022766B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201417"/>
              <a:ext cx="10983" cy="104516"/>
            </a:xfrm>
            <a:custGeom>
              <a:avLst/>
              <a:gdLst/>
              <a:ahLst/>
              <a:cxnLst/>
              <a:rect l="0" t="0" r="0" b="0"/>
              <a:pathLst>
                <a:path w="10983" h="104516">
                  <a:moveTo>
                    <a:pt x="10983" y="1045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6" name="Candidate_receptor__3334">
              <a:extLst>
                <a:ext uri="{FF2B5EF4-FFF2-40B4-BE49-F238E27FC236}">
                  <a16:creationId xmlns:a16="http://schemas.microsoft.com/office/drawing/2014/main" id="{EBFB650E-85AB-FA8E-8039-FAB1AABBCC2B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09054"/>
              <a:ext cx="17491" cy="13217"/>
            </a:xfrm>
            <a:custGeom>
              <a:avLst/>
              <a:gdLst/>
              <a:ahLst/>
              <a:cxnLst/>
              <a:rect l="0" t="0" r="0" b="0"/>
              <a:pathLst>
                <a:path w="17491" h="13217">
                  <a:moveTo>
                    <a:pt x="17491" y="0"/>
                  </a:moveTo>
                  <a:lnTo>
                    <a:pt x="0" y="1321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7" name="Candidate_receptor__3335">
              <a:extLst>
                <a:ext uri="{FF2B5EF4-FFF2-40B4-BE49-F238E27FC236}">
                  <a16:creationId xmlns:a16="http://schemas.microsoft.com/office/drawing/2014/main" id="{2994958F-5925-F0B6-E74E-8EAC81731904}"/>
                </a:ext>
              </a:extLst>
            </p:cNvPr>
            <p:cNvSpPr>
              <a:spLocks noGrp="1"/>
            </p:cNvSpPr>
            <p:nvPr/>
          </p:nvSpPr>
          <p:spPr>
            <a:xfrm>
              <a:off x="3955105" y="2997164"/>
              <a:ext cx="66956" cy="4687"/>
            </a:xfrm>
            <a:custGeom>
              <a:avLst/>
              <a:gdLst/>
              <a:ahLst/>
              <a:cxnLst/>
              <a:rect l="0" t="0" r="0" b="0"/>
              <a:pathLst>
                <a:path w="66956" h="4687">
                  <a:moveTo>
                    <a:pt x="66956" y="4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8" name="Candidate_receptor__3336">
              <a:extLst>
                <a:ext uri="{FF2B5EF4-FFF2-40B4-BE49-F238E27FC236}">
                  <a16:creationId xmlns:a16="http://schemas.microsoft.com/office/drawing/2014/main" id="{7F127DAC-16B0-E0E8-109C-CB4D1B3549F1}"/>
                </a:ext>
              </a:extLst>
            </p:cNvPr>
            <p:cNvSpPr>
              <a:spLocks noGrp="1"/>
            </p:cNvSpPr>
            <p:nvPr/>
          </p:nvSpPr>
          <p:spPr>
            <a:xfrm>
              <a:off x="4889826" y="3782187"/>
              <a:ext cx="11041" cy="17062"/>
            </a:xfrm>
            <a:custGeom>
              <a:avLst/>
              <a:gdLst/>
              <a:ahLst/>
              <a:cxnLst/>
              <a:rect l="0" t="0" r="0" b="0"/>
              <a:pathLst>
                <a:path w="11041" h="17062">
                  <a:moveTo>
                    <a:pt x="0" y="0"/>
                  </a:moveTo>
                  <a:lnTo>
                    <a:pt x="11041" y="170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9" name="Candidate_receptor__3337">
              <a:extLst>
                <a:ext uri="{FF2B5EF4-FFF2-40B4-BE49-F238E27FC236}">
                  <a16:creationId xmlns:a16="http://schemas.microsoft.com/office/drawing/2014/main" id="{D9D2A5B1-3EAB-9633-478F-F10FA1A12CD1}"/>
                </a:ext>
              </a:extLst>
            </p:cNvPr>
            <p:cNvSpPr>
              <a:spLocks noGrp="1"/>
            </p:cNvSpPr>
            <p:nvPr/>
          </p:nvSpPr>
          <p:spPr>
            <a:xfrm>
              <a:off x="5401008" y="1637307"/>
              <a:ext cx="21998" cy="65105"/>
            </a:xfrm>
            <a:custGeom>
              <a:avLst/>
              <a:gdLst/>
              <a:ahLst/>
              <a:cxnLst/>
              <a:rect l="0" t="0" r="0" b="0"/>
              <a:pathLst>
                <a:path w="21998" h="65105">
                  <a:moveTo>
                    <a:pt x="0" y="65105"/>
                  </a:moveTo>
                  <a:lnTo>
                    <a:pt x="2199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0" name="Candidate_receptor__3338">
              <a:extLst>
                <a:ext uri="{FF2B5EF4-FFF2-40B4-BE49-F238E27FC236}">
                  <a16:creationId xmlns:a16="http://schemas.microsoft.com/office/drawing/2014/main" id="{B3098FAA-38C8-A023-9920-E11AA15593CF}"/>
                </a:ext>
              </a:extLst>
            </p:cNvPr>
            <p:cNvSpPr>
              <a:spLocks noGrp="1"/>
            </p:cNvSpPr>
            <p:nvPr/>
          </p:nvSpPr>
          <p:spPr>
            <a:xfrm>
              <a:off x="4631484" y="2277101"/>
              <a:ext cx="85991" cy="66028"/>
            </a:xfrm>
            <a:custGeom>
              <a:avLst/>
              <a:gdLst/>
              <a:ahLst/>
              <a:cxnLst/>
              <a:rect l="0" t="0" r="0" b="0"/>
              <a:pathLst>
                <a:path w="85991" h="66028">
                  <a:moveTo>
                    <a:pt x="0" y="66028"/>
                  </a:moveTo>
                  <a:lnTo>
                    <a:pt x="8599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1" name="Candidate_receptor__3339">
              <a:extLst>
                <a:ext uri="{FF2B5EF4-FFF2-40B4-BE49-F238E27FC236}">
                  <a16:creationId xmlns:a16="http://schemas.microsoft.com/office/drawing/2014/main" id="{0F650C3B-1B75-4154-95FF-EE53997A2D5C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157289"/>
              <a:ext cx="88884" cy="44127"/>
            </a:xfrm>
            <a:custGeom>
              <a:avLst/>
              <a:gdLst/>
              <a:ahLst/>
              <a:cxnLst/>
              <a:rect l="0" t="0" r="0" b="0"/>
              <a:pathLst>
                <a:path w="88884" h="44127">
                  <a:moveTo>
                    <a:pt x="0" y="44127"/>
                  </a:moveTo>
                  <a:lnTo>
                    <a:pt x="8888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2" name="Candidate_receptor__3340">
              <a:extLst>
                <a:ext uri="{FF2B5EF4-FFF2-40B4-BE49-F238E27FC236}">
                  <a16:creationId xmlns:a16="http://schemas.microsoft.com/office/drawing/2014/main" id="{A6ECB449-2978-7188-E496-32067384AE75}"/>
                </a:ext>
              </a:extLst>
            </p:cNvPr>
            <p:cNvSpPr>
              <a:spLocks noGrp="1"/>
            </p:cNvSpPr>
            <p:nvPr/>
          </p:nvSpPr>
          <p:spPr>
            <a:xfrm>
              <a:off x="4975759" y="2493546"/>
              <a:ext cx="34011" cy="108203"/>
            </a:xfrm>
            <a:custGeom>
              <a:avLst/>
              <a:gdLst/>
              <a:ahLst/>
              <a:cxnLst/>
              <a:rect l="0" t="0" r="0" b="0"/>
              <a:pathLst>
                <a:path w="34011" h="108203">
                  <a:moveTo>
                    <a:pt x="34011" y="0"/>
                  </a:moveTo>
                  <a:lnTo>
                    <a:pt x="0" y="1082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3" name="Candidate_receptor__3341">
              <a:extLst>
                <a:ext uri="{FF2B5EF4-FFF2-40B4-BE49-F238E27FC236}">
                  <a16:creationId xmlns:a16="http://schemas.microsoft.com/office/drawing/2014/main" id="{3FBF12D9-A4A4-5123-1EA9-4D3D4F3F27C8}"/>
                </a:ext>
              </a:extLst>
            </p:cNvPr>
            <p:cNvSpPr>
              <a:spLocks noGrp="1"/>
            </p:cNvSpPr>
            <p:nvPr/>
          </p:nvSpPr>
          <p:spPr>
            <a:xfrm>
              <a:off x="5807822" y="2316224"/>
              <a:ext cx="84219" cy="21286"/>
            </a:xfrm>
            <a:custGeom>
              <a:avLst/>
              <a:gdLst/>
              <a:ahLst/>
              <a:cxnLst/>
              <a:rect l="0" t="0" r="0" b="0"/>
              <a:pathLst>
                <a:path w="84219" h="21286">
                  <a:moveTo>
                    <a:pt x="0" y="21286"/>
                  </a:moveTo>
                  <a:lnTo>
                    <a:pt x="8421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4" name="Candidate_receptor__3342">
              <a:extLst>
                <a:ext uri="{FF2B5EF4-FFF2-40B4-BE49-F238E27FC236}">
                  <a16:creationId xmlns:a16="http://schemas.microsoft.com/office/drawing/2014/main" id="{E3D04068-54C3-CB6E-D40B-1C55CBD14337}"/>
                </a:ext>
              </a:extLst>
            </p:cNvPr>
            <p:cNvSpPr>
              <a:spLocks noGrp="1"/>
            </p:cNvSpPr>
            <p:nvPr/>
          </p:nvSpPr>
          <p:spPr>
            <a:xfrm>
              <a:off x="4050198" y="2492122"/>
              <a:ext cx="112876" cy="3694"/>
            </a:xfrm>
            <a:custGeom>
              <a:avLst/>
              <a:gdLst/>
              <a:ahLst/>
              <a:cxnLst/>
              <a:rect l="0" t="0" r="0" b="0"/>
              <a:pathLst>
                <a:path w="112876" h="3694">
                  <a:moveTo>
                    <a:pt x="112876" y="0"/>
                  </a:moveTo>
                  <a:lnTo>
                    <a:pt x="0" y="369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5" name="Candidate_receptor__3343">
              <a:extLst>
                <a:ext uri="{FF2B5EF4-FFF2-40B4-BE49-F238E27FC236}">
                  <a16:creationId xmlns:a16="http://schemas.microsoft.com/office/drawing/2014/main" id="{356F7F68-5B3D-DD1D-6505-2129E092901F}"/>
                </a:ext>
              </a:extLst>
            </p:cNvPr>
            <p:cNvSpPr>
              <a:spLocks noGrp="1"/>
            </p:cNvSpPr>
            <p:nvPr/>
          </p:nvSpPr>
          <p:spPr>
            <a:xfrm>
              <a:off x="5709538" y="1557659"/>
              <a:ext cx="13166" cy="91597"/>
            </a:xfrm>
            <a:custGeom>
              <a:avLst/>
              <a:gdLst/>
              <a:ahLst/>
              <a:cxnLst/>
              <a:rect l="0" t="0" r="0" b="0"/>
              <a:pathLst>
                <a:path w="13166" h="91597">
                  <a:moveTo>
                    <a:pt x="0" y="91597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6" name="Candidate_receptor__3344">
              <a:extLst>
                <a:ext uri="{FF2B5EF4-FFF2-40B4-BE49-F238E27FC236}">
                  <a16:creationId xmlns:a16="http://schemas.microsoft.com/office/drawing/2014/main" id="{E887523C-7439-01C3-1D58-78DBD7901218}"/>
                </a:ext>
              </a:extLst>
            </p:cNvPr>
            <p:cNvSpPr>
              <a:spLocks noGrp="1"/>
            </p:cNvSpPr>
            <p:nvPr/>
          </p:nvSpPr>
          <p:spPr>
            <a:xfrm>
              <a:off x="4163074" y="2492122"/>
              <a:ext cx="73768" cy="86332"/>
            </a:xfrm>
            <a:custGeom>
              <a:avLst/>
              <a:gdLst/>
              <a:ahLst/>
              <a:cxnLst/>
              <a:rect l="0" t="0" r="0" b="0"/>
              <a:pathLst>
                <a:path w="73768" h="86332">
                  <a:moveTo>
                    <a:pt x="73768" y="863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7" name="Candidate_receptor__3345">
              <a:extLst>
                <a:ext uri="{FF2B5EF4-FFF2-40B4-BE49-F238E27FC236}">
                  <a16:creationId xmlns:a16="http://schemas.microsoft.com/office/drawing/2014/main" id="{024BF4D4-1FC2-D89C-B8DA-69389539A97E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774698"/>
              <a:ext cx="10746" cy="93620"/>
            </a:xfrm>
            <a:custGeom>
              <a:avLst/>
              <a:gdLst/>
              <a:ahLst/>
              <a:cxnLst/>
              <a:rect l="0" t="0" r="0" b="0"/>
              <a:pathLst>
                <a:path w="10746" h="93620">
                  <a:moveTo>
                    <a:pt x="0" y="0"/>
                  </a:moveTo>
                  <a:lnTo>
                    <a:pt x="10746" y="9362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8" name="Candidate_receptor__3346">
              <a:extLst>
                <a:ext uri="{FF2B5EF4-FFF2-40B4-BE49-F238E27FC236}">
                  <a16:creationId xmlns:a16="http://schemas.microsoft.com/office/drawing/2014/main" id="{067B3AC4-3489-DE9D-4190-9727AAFD0838}"/>
                </a:ext>
              </a:extLst>
            </p:cNvPr>
            <p:cNvSpPr>
              <a:spLocks noGrp="1"/>
            </p:cNvSpPr>
            <p:nvPr/>
          </p:nvSpPr>
          <p:spPr>
            <a:xfrm>
              <a:off x="5391857" y="2781006"/>
              <a:ext cx="91363" cy="15159"/>
            </a:xfrm>
            <a:custGeom>
              <a:avLst/>
              <a:gdLst/>
              <a:ahLst/>
              <a:cxnLst/>
              <a:rect l="0" t="0" r="0" b="0"/>
              <a:pathLst>
                <a:path w="91363" h="15159">
                  <a:moveTo>
                    <a:pt x="0" y="0"/>
                  </a:moveTo>
                  <a:lnTo>
                    <a:pt x="91363" y="1515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9" name="Candidate_receptor__3347">
              <a:extLst>
                <a:ext uri="{FF2B5EF4-FFF2-40B4-BE49-F238E27FC236}">
                  <a16:creationId xmlns:a16="http://schemas.microsoft.com/office/drawing/2014/main" id="{6658E8EA-49BE-2838-64C7-75A81AD0E1D7}"/>
                </a:ext>
              </a:extLst>
            </p:cNvPr>
            <p:cNvSpPr>
              <a:spLocks noGrp="1"/>
            </p:cNvSpPr>
            <p:nvPr/>
          </p:nvSpPr>
          <p:spPr>
            <a:xfrm>
              <a:off x="5624476" y="2604347"/>
              <a:ext cx="5491" cy="93813"/>
            </a:xfrm>
            <a:custGeom>
              <a:avLst/>
              <a:gdLst/>
              <a:ahLst/>
              <a:cxnLst/>
              <a:rect l="0" t="0" r="0" b="0"/>
              <a:pathLst>
                <a:path w="5491" h="93813">
                  <a:moveTo>
                    <a:pt x="5491" y="0"/>
                  </a:moveTo>
                  <a:lnTo>
                    <a:pt x="0" y="9381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30" name="Candidate_receptor__3348">
              <a:extLst>
                <a:ext uri="{FF2B5EF4-FFF2-40B4-BE49-F238E27FC236}">
                  <a16:creationId xmlns:a16="http://schemas.microsoft.com/office/drawing/2014/main" id="{8E3A53D3-F58F-4BF4-77BC-15E75F2CC1FC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1973342"/>
              <a:ext cx="877" cy="113907"/>
            </a:xfrm>
            <a:custGeom>
              <a:avLst/>
              <a:gdLst/>
              <a:ahLst/>
              <a:cxnLst/>
              <a:rect l="0" t="0" r="0" b="0"/>
              <a:pathLst>
                <a:path w="877" h="113907">
                  <a:moveTo>
                    <a:pt x="0" y="113907"/>
                  </a:moveTo>
                  <a:lnTo>
                    <a:pt x="8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31" name="Candidate_receptor__3349">
              <a:extLst>
                <a:ext uri="{FF2B5EF4-FFF2-40B4-BE49-F238E27FC236}">
                  <a16:creationId xmlns:a16="http://schemas.microsoft.com/office/drawing/2014/main" id="{50EEB5DA-23C6-5638-EF6B-ADB60441391A}"/>
                </a:ext>
              </a:extLst>
            </p:cNvPr>
            <p:cNvSpPr>
              <a:spLocks noGrp="1"/>
            </p:cNvSpPr>
            <p:nvPr/>
          </p:nvSpPr>
          <p:spPr>
            <a:xfrm>
              <a:off x="4982219" y="3857520"/>
              <a:ext cx="81501" cy="67138"/>
            </a:xfrm>
            <a:custGeom>
              <a:avLst/>
              <a:gdLst/>
              <a:ahLst/>
              <a:cxnLst/>
              <a:rect l="0" t="0" r="0" b="0"/>
              <a:pathLst>
                <a:path w="81501" h="67138">
                  <a:moveTo>
                    <a:pt x="0" y="67138"/>
                  </a:moveTo>
                  <a:lnTo>
                    <a:pt x="815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32" name="Candidate_receptor__3350">
              <a:extLst>
                <a:ext uri="{FF2B5EF4-FFF2-40B4-BE49-F238E27FC236}">
                  <a16:creationId xmlns:a16="http://schemas.microsoft.com/office/drawing/2014/main" id="{FD69F736-C854-0216-A115-ED22E64DADD5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9061"/>
              <a:ext cx="49050" cy="56531"/>
            </a:xfrm>
            <a:custGeom>
              <a:avLst/>
              <a:gdLst/>
              <a:ahLst/>
              <a:cxnLst/>
              <a:rect l="0" t="0" r="0" b="0"/>
              <a:pathLst>
                <a:path w="49050" h="56531">
                  <a:moveTo>
                    <a:pt x="0" y="56531"/>
                  </a:moveTo>
                  <a:lnTo>
                    <a:pt x="4905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33" name="Candidate_receptor__3351">
              <a:extLst>
                <a:ext uri="{FF2B5EF4-FFF2-40B4-BE49-F238E27FC236}">
                  <a16:creationId xmlns:a16="http://schemas.microsoft.com/office/drawing/2014/main" id="{7D5C752D-C8DE-D0E1-7B95-146EFB1D4BE6}"/>
                </a:ext>
              </a:extLst>
            </p:cNvPr>
            <p:cNvSpPr>
              <a:spLocks noGrp="1"/>
            </p:cNvSpPr>
            <p:nvPr/>
          </p:nvSpPr>
          <p:spPr>
            <a:xfrm>
              <a:off x="4585705" y="3083752"/>
              <a:ext cx="71636" cy="89006"/>
            </a:xfrm>
            <a:custGeom>
              <a:avLst/>
              <a:gdLst/>
              <a:ahLst/>
              <a:cxnLst/>
              <a:rect l="0" t="0" r="0" b="0"/>
              <a:pathLst>
                <a:path w="71636" h="89006">
                  <a:moveTo>
                    <a:pt x="71636" y="0"/>
                  </a:moveTo>
                  <a:lnTo>
                    <a:pt x="0" y="890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34" name="Candidate_receptor__3352">
              <a:extLst>
                <a:ext uri="{FF2B5EF4-FFF2-40B4-BE49-F238E27FC236}">
                  <a16:creationId xmlns:a16="http://schemas.microsoft.com/office/drawing/2014/main" id="{6AB50B67-7A6F-47D7-DADF-5C14DDD0B227}"/>
                </a:ext>
              </a:extLst>
            </p:cNvPr>
            <p:cNvSpPr>
              <a:spLocks noGrp="1"/>
            </p:cNvSpPr>
            <p:nvPr/>
          </p:nvSpPr>
          <p:spPr>
            <a:xfrm>
              <a:off x="5892041" y="2316224"/>
              <a:ext cx="60325" cy="81485"/>
            </a:xfrm>
            <a:custGeom>
              <a:avLst/>
              <a:gdLst/>
              <a:ahLst/>
              <a:cxnLst/>
              <a:rect l="0" t="0" r="0" b="0"/>
              <a:pathLst>
                <a:path w="60325" h="81485">
                  <a:moveTo>
                    <a:pt x="0" y="0"/>
                  </a:moveTo>
                  <a:lnTo>
                    <a:pt x="60325" y="8148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35" name="Candidate_receptor__3353">
              <a:extLst>
                <a:ext uri="{FF2B5EF4-FFF2-40B4-BE49-F238E27FC236}">
                  <a16:creationId xmlns:a16="http://schemas.microsoft.com/office/drawing/2014/main" id="{824E2FED-A130-3794-5EE6-8B401873E3D9}"/>
                </a:ext>
              </a:extLst>
            </p:cNvPr>
            <p:cNvSpPr>
              <a:spLocks noGrp="1"/>
            </p:cNvSpPr>
            <p:nvPr/>
          </p:nvSpPr>
          <p:spPr>
            <a:xfrm>
              <a:off x="4717475" y="2277101"/>
              <a:ext cx="92017" cy="8603"/>
            </a:xfrm>
            <a:custGeom>
              <a:avLst/>
              <a:gdLst/>
              <a:ahLst/>
              <a:cxnLst/>
              <a:rect l="0" t="0" r="0" b="0"/>
              <a:pathLst>
                <a:path w="92017" h="8603">
                  <a:moveTo>
                    <a:pt x="0" y="0"/>
                  </a:moveTo>
                  <a:lnTo>
                    <a:pt x="92017" y="8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36" name="Candidate_receptor__3354">
              <a:extLst>
                <a:ext uri="{FF2B5EF4-FFF2-40B4-BE49-F238E27FC236}">
                  <a16:creationId xmlns:a16="http://schemas.microsoft.com/office/drawing/2014/main" id="{45B4EA18-44EC-0881-3354-13546AB95CC3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81986" cy="55503"/>
            </a:xfrm>
            <a:custGeom>
              <a:avLst/>
              <a:gdLst/>
              <a:ahLst/>
              <a:cxnLst/>
              <a:rect l="0" t="0" r="0" b="0"/>
              <a:pathLst>
                <a:path w="81986" h="55503">
                  <a:moveTo>
                    <a:pt x="81986" y="55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37" name="Candidate_receptor__3355">
              <a:extLst>
                <a:ext uri="{FF2B5EF4-FFF2-40B4-BE49-F238E27FC236}">
                  <a16:creationId xmlns:a16="http://schemas.microsoft.com/office/drawing/2014/main" id="{4F045FD2-8B5F-FCBA-8CD6-E096F0343F0A}"/>
                </a:ext>
              </a:extLst>
            </p:cNvPr>
            <p:cNvSpPr>
              <a:spLocks noGrp="1"/>
            </p:cNvSpPr>
            <p:nvPr/>
          </p:nvSpPr>
          <p:spPr>
            <a:xfrm>
              <a:off x="5670777" y="1649255"/>
              <a:ext cx="38761" cy="59757"/>
            </a:xfrm>
            <a:custGeom>
              <a:avLst/>
              <a:gdLst/>
              <a:ahLst/>
              <a:cxnLst/>
              <a:rect l="0" t="0" r="0" b="0"/>
              <a:pathLst>
                <a:path w="38761" h="59757">
                  <a:moveTo>
                    <a:pt x="0" y="59757"/>
                  </a:moveTo>
                  <a:lnTo>
                    <a:pt x="3876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38" name="Candidate_receptor__3356">
              <a:extLst>
                <a:ext uri="{FF2B5EF4-FFF2-40B4-BE49-F238E27FC236}">
                  <a16:creationId xmlns:a16="http://schemas.microsoft.com/office/drawing/2014/main" id="{218D5AC0-E38A-FAC2-3263-F5D7431910E4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34094" cy="89408"/>
            </a:xfrm>
            <a:custGeom>
              <a:avLst/>
              <a:gdLst/>
              <a:ahLst/>
              <a:cxnLst/>
              <a:rect l="0" t="0" r="0" b="0"/>
              <a:pathLst>
                <a:path w="34094" h="89408">
                  <a:moveTo>
                    <a:pt x="0" y="0"/>
                  </a:moveTo>
                  <a:lnTo>
                    <a:pt x="34094" y="8940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39" name="Candidate_receptor__3357">
              <a:extLst>
                <a:ext uri="{FF2B5EF4-FFF2-40B4-BE49-F238E27FC236}">
                  <a16:creationId xmlns:a16="http://schemas.microsoft.com/office/drawing/2014/main" id="{DAA3C1EB-7048-9727-6BAE-A58A51453AC4}"/>
                </a:ext>
              </a:extLst>
            </p:cNvPr>
            <p:cNvSpPr>
              <a:spLocks noGrp="1"/>
            </p:cNvSpPr>
            <p:nvPr/>
          </p:nvSpPr>
          <p:spPr>
            <a:xfrm>
              <a:off x="5060509" y="3451199"/>
              <a:ext cx="25854" cy="43276"/>
            </a:xfrm>
            <a:custGeom>
              <a:avLst/>
              <a:gdLst/>
              <a:ahLst/>
              <a:cxnLst/>
              <a:rect l="0" t="0" r="0" b="0"/>
              <a:pathLst>
                <a:path w="25854" h="43276">
                  <a:moveTo>
                    <a:pt x="25854" y="0"/>
                  </a:moveTo>
                  <a:lnTo>
                    <a:pt x="0" y="432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40" name="Candidate_receptor__3358">
              <a:extLst>
                <a:ext uri="{FF2B5EF4-FFF2-40B4-BE49-F238E27FC236}">
                  <a16:creationId xmlns:a16="http://schemas.microsoft.com/office/drawing/2014/main" id="{F2DFE4F7-5E3C-FDEF-F177-A6BCD4139266}"/>
                </a:ext>
              </a:extLst>
            </p:cNvPr>
            <p:cNvSpPr>
              <a:spLocks noGrp="1"/>
            </p:cNvSpPr>
            <p:nvPr/>
          </p:nvSpPr>
          <p:spPr>
            <a:xfrm>
              <a:off x="4869237" y="3157289"/>
              <a:ext cx="62004" cy="95646"/>
            </a:xfrm>
            <a:custGeom>
              <a:avLst/>
              <a:gdLst/>
              <a:ahLst/>
              <a:cxnLst/>
              <a:rect l="0" t="0" r="0" b="0"/>
              <a:pathLst>
                <a:path w="62004" h="95646">
                  <a:moveTo>
                    <a:pt x="0" y="0"/>
                  </a:moveTo>
                  <a:lnTo>
                    <a:pt x="62004" y="9564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41" name="Candidate_receptor__3359">
              <a:extLst>
                <a:ext uri="{FF2B5EF4-FFF2-40B4-BE49-F238E27FC236}">
                  <a16:creationId xmlns:a16="http://schemas.microsoft.com/office/drawing/2014/main" id="{C1B3D27C-2D44-3386-A5A9-00C6958E3795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39135" cy="79228"/>
            </a:xfrm>
            <a:custGeom>
              <a:avLst/>
              <a:gdLst/>
              <a:ahLst/>
              <a:cxnLst/>
              <a:rect l="0" t="0" r="0" b="0"/>
              <a:pathLst>
                <a:path w="39135" h="79228">
                  <a:moveTo>
                    <a:pt x="39135" y="792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42" name="Candidate_receptor__3360">
              <a:extLst>
                <a:ext uri="{FF2B5EF4-FFF2-40B4-BE49-F238E27FC236}">
                  <a16:creationId xmlns:a16="http://schemas.microsoft.com/office/drawing/2014/main" id="{E4BCA79C-4CA3-049E-11B4-0FF8102E681E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470914"/>
              <a:ext cx="19705" cy="22454"/>
            </a:xfrm>
            <a:custGeom>
              <a:avLst/>
              <a:gdLst/>
              <a:ahLst/>
              <a:cxnLst/>
              <a:rect l="0" t="0" r="0" b="0"/>
              <a:pathLst>
                <a:path w="19705" h="22454">
                  <a:moveTo>
                    <a:pt x="0" y="0"/>
                  </a:moveTo>
                  <a:lnTo>
                    <a:pt x="19705" y="2245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43" name="Candidate_receptor__3361">
              <a:extLst>
                <a:ext uri="{FF2B5EF4-FFF2-40B4-BE49-F238E27FC236}">
                  <a16:creationId xmlns:a16="http://schemas.microsoft.com/office/drawing/2014/main" id="{A0C1185D-6337-057C-A810-1818831ADB4E}"/>
                </a:ext>
              </a:extLst>
            </p:cNvPr>
            <p:cNvSpPr>
              <a:spLocks noGrp="1"/>
            </p:cNvSpPr>
            <p:nvPr/>
          </p:nvSpPr>
          <p:spPr>
            <a:xfrm>
              <a:off x="5983165" y="2235455"/>
              <a:ext cx="71211" cy="47904"/>
            </a:xfrm>
            <a:custGeom>
              <a:avLst/>
              <a:gdLst/>
              <a:ahLst/>
              <a:cxnLst/>
              <a:rect l="0" t="0" r="0" b="0"/>
              <a:pathLst>
                <a:path w="71211" h="47904">
                  <a:moveTo>
                    <a:pt x="0" y="0"/>
                  </a:moveTo>
                  <a:lnTo>
                    <a:pt x="71211" y="479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44" name="Candidate_receptor__3362">
              <a:extLst>
                <a:ext uri="{FF2B5EF4-FFF2-40B4-BE49-F238E27FC236}">
                  <a16:creationId xmlns:a16="http://schemas.microsoft.com/office/drawing/2014/main" id="{CC19B335-1527-707F-4B0F-72B96B2D0E7E}"/>
                </a:ext>
              </a:extLst>
            </p:cNvPr>
            <p:cNvSpPr>
              <a:spLocks noGrp="1"/>
            </p:cNvSpPr>
            <p:nvPr/>
          </p:nvSpPr>
          <p:spPr>
            <a:xfrm>
              <a:off x="5673447" y="3648212"/>
              <a:ext cx="87574" cy="74325"/>
            </a:xfrm>
            <a:custGeom>
              <a:avLst/>
              <a:gdLst/>
              <a:ahLst/>
              <a:cxnLst/>
              <a:rect l="0" t="0" r="0" b="0"/>
              <a:pathLst>
                <a:path w="87574" h="74325">
                  <a:moveTo>
                    <a:pt x="87574" y="0"/>
                  </a:moveTo>
                  <a:lnTo>
                    <a:pt x="0" y="7432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45" name="Candidate_receptor__3363">
              <a:extLst>
                <a:ext uri="{FF2B5EF4-FFF2-40B4-BE49-F238E27FC236}">
                  <a16:creationId xmlns:a16="http://schemas.microsoft.com/office/drawing/2014/main" id="{EEE7E6E1-B751-F114-89C5-0D44944BFD01}"/>
                </a:ext>
              </a:extLst>
            </p:cNvPr>
            <p:cNvSpPr>
              <a:spLocks noGrp="1"/>
            </p:cNvSpPr>
            <p:nvPr/>
          </p:nvSpPr>
          <p:spPr>
            <a:xfrm>
              <a:off x="4674605" y="2826952"/>
              <a:ext cx="89819" cy="1702"/>
            </a:xfrm>
            <a:custGeom>
              <a:avLst/>
              <a:gdLst/>
              <a:ahLst/>
              <a:cxnLst/>
              <a:rect l="0" t="0" r="0" b="0"/>
              <a:pathLst>
                <a:path w="89819" h="1702">
                  <a:moveTo>
                    <a:pt x="0" y="1702"/>
                  </a:moveTo>
                  <a:lnTo>
                    <a:pt x="8981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46" name="Candidate_receptor__3364">
              <a:extLst>
                <a:ext uri="{FF2B5EF4-FFF2-40B4-BE49-F238E27FC236}">
                  <a16:creationId xmlns:a16="http://schemas.microsoft.com/office/drawing/2014/main" id="{DFF47BC9-807A-3340-DAE6-148EB219851D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664841"/>
              <a:ext cx="10534" cy="109858"/>
            </a:xfrm>
            <a:custGeom>
              <a:avLst/>
              <a:gdLst/>
              <a:ahLst/>
              <a:cxnLst/>
              <a:rect l="0" t="0" r="0" b="0"/>
              <a:pathLst>
                <a:path w="10534" h="109858">
                  <a:moveTo>
                    <a:pt x="10534" y="0"/>
                  </a:moveTo>
                  <a:lnTo>
                    <a:pt x="0" y="10985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47" name="Candidate_receptor__3365">
              <a:extLst>
                <a:ext uri="{FF2B5EF4-FFF2-40B4-BE49-F238E27FC236}">
                  <a16:creationId xmlns:a16="http://schemas.microsoft.com/office/drawing/2014/main" id="{178DAE6B-997E-A89B-6907-9A5D729B2B7E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78982"/>
              <a:ext cx="53546" cy="70908"/>
            </a:xfrm>
            <a:custGeom>
              <a:avLst/>
              <a:gdLst/>
              <a:ahLst/>
              <a:cxnLst/>
              <a:rect l="0" t="0" r="0" b="0"/>
              <a:pathLst>
                <a:path w="53546" h="70908">
                  <a:moveTo>
                    <a:pt x="53546" y="70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48" name="Candidate_receptor__3366">
              <a:extLst>
                <a:ext uri="{FF2B5EF4-FFF2-40B4-BE49-F238E27FC236}">
                  <a16:creationId xmlns:a16="http://schemas.microsoft.com/office/drawing/2014/main" id="{4B10959A-B313-B245-7254-E2E44DEA3EA5}"/>
                </a:ext>
              </a:extLst>
            </p:cNvPr>
            <p:cNvSpPr>
              <a:spLocks noGrp="1"/>
            </p:cNvSpPr>
            <p:nvPr/>
          </p:nvSpPr>
          <p:spPr>
            <a:xfrm>
              <a:off x="5175298" y="2433744"/>
              <a:ext cx="83033" cy="70370"/>
            </a:xfrm>
            <a:custGeom>
              <a:avLst/>
              <a:gdLst/>
              <a:ahLst/>
              <a:cxnLst/>
              <a:rect l="0" t="0" r="0" b="0"/>
              <a:pathLst>
                <a:path w="83033" h="70370">
                  <a:moveTo>
                    <a:pt x="83033" y="70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49" name="Candidate_receptor__3367">
              <a:extLst>
                <a:ext uri="{FF2B5EF4-FFF2-40B4-BE49-F238E27FC236}">
                  <a16:creationId xmlns:a16="http://schemas.microsoft.com/office/drawing/2014/main" id="{9BBE6CDB-09B6-ECCA-1DBF-CE24BD94C44A}"/>
                </a:ext>
              </a:extLst>
            </p:cNvPr>
            <p:cNvSpPr>
              <a:spLocks noGrp="1"/>
            </p:cNvSpPr>
            <p:nvPr/>
          </p:nvSpPr>
          <p:spPr>
            <a:xfrm>
              <a:off x="5490361" y="1722648"/>
              <a:ext cx="51044" cy="4949"/>
            </a:xfrm>
            <a:custGeom>
              <a:avLst/>
              <a:gdLst/>
              <a:ahLst/>
              <a:cxnLst/>
              <a:rect l="0" t="0" r="0" b="0"/>
              <a:pathLst>
                <a:path w="51044" h="4949">
                  <a:moveTo>
                    <a:pt x="0" y="0"/>
                  </a:moveTo>
                  <a:lnTo>
                    <a:pt x="51044" y="494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53050" name="Candidate_receptor__3368">
              <a:extLst>
                <a:ext uri="{FF2B5EF4-FFF2-40B4-BE49-F238E27FC236}">
                  <a16:creationId xmlns:a16="http://schemas.microsoft.com/office/drawing/2014/main" id="{1E2B5755-F828-9E63-99DE-A8471770FE85}"/>
                </a:ext>
              </a:extLst>
            </p:cNvPr>
            <p:cNvSpPr>
              <a:spLocks noGrp="1"/>
            </p:cNvSpPr>
            <p:nvPr/>
          </p:nvSpPr>
          <p:spPr>
            <a:xfrm>
              <a:off x="4491822" y="2205321"/>
              <a:ext cx="58812" cy="47589"/>
            </a:xfrm>
            <a:custGeom>
              <a:avLst/>
              <a:gdLst/>
              <a:ahLst/>
              <a:cxnLst/>
              <a:rect l="0" t="0" r="0" b="0"/>
              <a:pathLst>
                <a:path w="58812" h="47589">
                  <a:moveTo>
                    <a:pt x="58812" y="475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53051" name="Candidate_receptor__3369">
              <a:extLst>
                <a:ext uri="{FF2B5EF4-FFF2-40B4-BE49-F238E27FC236}">
                  <a16:creationId xmlns:a16="http://schemas.microsoft.com/office/drawing/2014/main" id="{4A91C571-81D9-5527-3083-9124F9499094}"/>
                </a:ext>
              </a:extLst>
            </p:cNvPr>
            <p:cNvSpPr>
              <a:spLocks noGrp="1"/>
            </p:cNvSpPr>
            <p:nvPr/>
          </p:nvSpPr>
          <p:spPr>
            <a:xfrm>
              <a:off x="4236843" y="2538071"/>
              <a:ext cx="101896" cy="40382"/>
            </a:xfrm>
            <a:custGeom>
              <a:avLst/>
              <a:gdLst/>
              <a:ahLst/>
              <a:cxnLst/>
              <a:rect l="0" t="0" r="0" b="0"/>
              <a:pathLst>
                <a:path w="101896" h="40382">
                  <a:moveTo>
                    <a:pt x="101896" y="0"/>
                  </a:moveTo>
                  <a:lnTo>
                    <a:pt x="0" y="40382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53052" name="Candidate_receptor__3370">
              <a:extLst>
                <a:ext uri="{FF2B5EF4-FFF2-40B4-BE49-F238E27FC236}">
                  <a16:creationId xmlns:a16="http://schemas.microsoft.com/office/drawing/2014/main" id="{60F5D5D4-F790-B36B-86F1-750DDF4A2AA2}"/>
                </a:ext>
              </a:extLst>
            </p:cNvPr>
            <p:cNvSpPr>
              <a:spLocks noGrp="1"/>
            </p:cNvSpPr>
            <p:nvPr/>
          </p:nvSpPr>
          <p:spPr>
            <a:xfrm>
              <a:off x="4484641" y="3667296"/>
              <a:ext cx="57994" cy="71855"/>
            </a:xfrm>
            <a:custGeom>
              <a:avLst/>
              <a:gdLst/>
              <a:ahLst/>
              <a:cxnLst/>
              <a:rect l="0" t="0" r="0" b="0"/>
              <a:pathLst>
                <a:path w="57994" h="71855">
                  <a:moveTo>
                    <a:pt x="57994" y="0"/>
                  </a:moveTo>
                  <a:lnTo>
                    <a:pt x="0" y="71855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53053" name="Candidate_receptor__3371">
              <a:extLst>
                <a:ext uri="{FF2B5EF4-FFF2-40B4-BE49-F238E27FC236}">
                  <a16:creationId xmlns:a16="http://schemas.microsoft.com/office/drawing/2014/main" id="{EE221961-D1AF-5523-465C-2052137632B6}"/>
                </a:ext>
              </a:extLst>
            </p:cNvPr>
            <p:cNvSpPr>
              <a:spLocks noGrp="1"/>
            </p:cNvSpPr>
            <p:nvPr/>
          </p:nvSpPr>
          <p:spPr>
            <a:xfrm>
              <a:off x="4809493" y="2223155"/>
              <a:ext cx="90621" cy="62549"/>
            </a:xfrm>
            <a:custGeom>
              <a:avLst/>
              <a:gdLst/>
              <a:ahLst/>
              <a:cxnLst/>
              <a:rect l="0" t="0" r="0" b="0"/>
              <a:pathLst>
                <a:path w="90621" h="62549">
                  <a:moveTo>
                    <a:pt x="0" y="62549"/>
                  </a:moveTo>
                  <a:lnTo>
                    <a:pt x="90621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53054" name="Candidate_receptor__3372">
              <a:extLst>
                <a:ext uri="{FF2B5EF4-FFF2-40B4-BE49-F238E27FC236}">
                  <a16:creationId xmlns:a16="http://schemas.microsoft.com/office/drawing/2014/main" id="{F8BF25BB-AD18-7AF4-4325-BFDBE8702837}"/>
                </a:ext>
              </a:extLst>
            </p:cNvPr>
            <p:cNvSpPr>
              <a:spLocks noGrp="1"/>
            </p:cNvSpPr>
            <p:nvPr/>
          </p:nvSpPr>
          <p:spPr>
            <a:xfrm>
              <a:off x="4032365" y="2863254"/>
              <a:ext cx="91880" cy="69841"/>
            </a:xfrm>
            <a:custGeom>
              <a:avLst/>
              <a:gdLst/>
              <a:ahLst/>
              <a:cxnLst/>
              <a:rect l="0" t="0" r="0" b="0"/>
              <a:pathLst>
                <a:path w="91880" h="69841">
                  <a:moveTo>
                    <a:pt x="91880" y="69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55" name="Candidate_receptor__3373">
              <a:extLst>
                <a:ext uri="{FF2B5EF4-FFF2-40B4-BE49-F238E27FC236}">
                  <a16:creationId xmlns:a16="http://schemas.microsoft.com/office/drawing/2014/main" id="{B8F85C84-9DEE-5777-0D2F-66BE367126E6}"/>
                </a:ext>
              </a:extLst>
            </p:cNvPr>
            <p:cNvSpPr>
              <a:spLocks noGrp="1"/>
            </p:cNvSpPr>
            <p:nvPr/>
          </p:nvSpPr>
          <p:spPr>
            <a:xfrm>
              <a:off x="5560998" y="1614107"/>
              <a:ext cx="38871" cy="9137"/>
            </a:xfrm>
            <a:custGeom>
              <a:avLst/>
              <a:gdLst/>
              <a:ahLst/>
              <a:cxnLst/>
              <a:rect l="0" t="0" r="0" b="0"/>
              <a:pathLst>
                <a:path w="38871" h="9137">
                  <a:moveTo>
                    <a:pt x="0" y="0"/>
                  </a:moveTo>
                  <a:lnTo>
                    <a:pt x="38871" y="913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56" name="Candidate_receptor__3374">
              <a:extLst>
                <a:ext uri="{FF2B5EF4-FFF2-40B4-BE49-F238E27FC236}">
                  <a16:creationId xmlns:a16="http://schemas.microsoft.com/office/drawing/2014/main" id="{119D6AA3-B42A-D785-13D0-56527C4ABC4B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70598" cy="17690"/>
            </a:xfrm>
            <a:custGeom>
              <a:avLst/>
              <a:gdLst/>
              <a:ahLst/>
              <a:cxnLst/>
              <a:rect l="0" t="0" r="0" b="0"/>
              <a:pathLst>
                <a:path w="70598" h="17690">
                  <a:moveTo>
                    <a:pt x="70598" y="176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57" name="Candidate_receptor__3375">
              <a:extLst>
                <a:ext uri="{FF2B5EF4-FFF2-40B4-BE49-F238E27FC236}">
                  <a16:creationId xmlns:a16="http://schemas.microsoft.com/office/drawing/2014/main" id="{D94F9BDA-1C9C-8C63-E329-AEC5810C58BB}"/>
                </a:ext>
              </a:extLst>
            </p:cNvPr>
            <p:cNvSpPr>
              <a:spLocks noGrp="1"/>
            </p:cNvSpPr>
            <p:nvPr/>
          </p:nvSpPr>
          <p:spPr>
            <a:xfrm>
              <a:off x="4542635" y="3583724"/>
              <a:ext cx="5136" cy="83572"/>
            </a:xfrm>
            <a:custGeom>
              <a:avLst/>
              <a:gdLst/>
              <a:ahLst/>
              <a:cxnLst/>
              <a:rect l="0" t="0" r="0" b="0"/>
              <a:pathLst>
                <a:path w="5136" h="83572">
                  <a:moveTo>
                    <a:pt x="5136" y="0"/>
                  </a:moveTo>
                  <a:lnTo>
                    <a:pt x="0" y="83572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53058" name="Candidate_receptor__3376">
              <a:extLst>
                <a:ext uri="{FF2B5EF4-FFF2-40B4-BE49-F238E27FC236}">
                  <a16:creationId xmlns:a16="http://schemas.microsoft.com/office/drawing/2014/main" id="{6821BAB2-06AE-1532-EA4A-C28B92555D31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2087249"/>
              <a:ext cx="101783" cy="28528"/>
            </a:xfrm>
            <a:custGeom>
              <a:avLst/>
              <a:gdLst/>
              <a:ahLst/>
              <a:cxnLst/>
              <a:rect l="0" t="0" r="0" b="0"/>
              <a:pathLst>
                <a:path w="101783" h="28528">
                  <a:moveTo>
                    <a:pt x="101783" y="285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53059" name="Candidate_receptor__3377">
              <a:extLst>
                <a:ext uri="{FF2B5EF4-FFF2-40B4-BE49-F238E27FC236}">
                  <a16:creationId xmlns:a16="http://schemas.microsoft.com/office/drawing/2014/main" id="{1A26F8BC-6B7D-886D-4B43-D3224D3EC2CE}"/>
                </a:ext>
              </a:extLst>
            </p:cNvPr>
            <p:cNvSpPr>
              <a:spLocks noGrp="1"/>
            </p:cNvSpPr>
            <p:nvPr/>
          </p:nvSpPr>
          <p:spPr>
            <a:xfrm>
              <a:off x="6071299" y="3157083"/>
              <a:ext cx="31336" cy="98857"/>
            </a:xfrm>
            <a:custGeom>
              <a:avLst/>
              <a:gdLst/>
              <a:ahLst/>
              <a:cxnLst/>
              <a:rect l="0" t="0" r="0" b="0"/>
              <a:pathLst>
                <a:path w="31336" h="98857">
                  <a:moveTo>
                    <a:pt x="0" y="98857"/>
                  </a:moveTo>
                  <a:lnTo>
                    <a:pt x="3133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60" name="Candidate_receptor__3378">
              <a:extLst>
                <a:ext uri="{FF2B5EF4-FFF2-40B4-BE49-F238E27FC236}">
                  <a16:creationId xmlns:a16="http://schemas.microsoft.com/office/drawing/2014/main" id="{C90C629B-F74E-6374-9F93-951CF2F35C37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223359"/>
              <a:ext cx="47747" cy="56569"/>
            </a:xfrm>
            <a:custGeom>
              <a:avLst/>
              <a:gdLst/>
              <a:ahLst/>
              <a:cxnLst/>
              <a:rect l="0" t="0" r="0" b="0"/>
              <a:pathLst>
                <a:path w="47747" h="56569">
                  <a:moveTo>
                    <a:pt x="0" y="0"/>
                  </a:moveTo>
                  <a:lnTo>
                    <a:pt x="47747" y="5656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61" name="Candidate_receptor__3379">
              <a:extLst>
                <a:ext uri="{FF2B5EF4-FFF2-40B4-BE49-F238E27FC236}">
                  <a16:creationId xmlns:a16="http://schemas.microsoft.com/office/drawing/2014/main" id="{B7A2885E-274B-7A3B-C02D-96A31145EA14}"/>
                </a:ext>
              </a:extLst>
            </p:cNvPr>
            <p:cNvSpPr>
              <a:spLocks noGrp="1"/>
            </p:cNvSpPr>
            <p:nvPr/>
          </p:nvSpPr>
          <p:spPr>
            <a:xfrm>
              <a:off x="5802140" y="2424249"/>
              <a:ext cx="1469" cy="25449"/>
            </a:xfrm>
            <a:custGeom>
              <a:avLst/>
              <a:gdLst/>
              <a:ahLst/>
              <a:cxnLst/>
              <a:rect l="0" t="0" r="0" b="0"/>
              <a:pathLst>
                <a:path w="1469" h="25449">
                  <a:moveTo>
                    <a:pt x="0" y="0"/>
                  </a:moveTo>
                  <a:lnTo>
                    <a:pt x="1469" y="2544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62" name="Candidate_receptor__3380">
              <a:extLst>
                <a:ext uri="{FF2B5EF4-FFF2-40B4-BE49-F238E27FC236}">
                  <a16:creationId xmlns:a16="http://schemas.microsoft.com/office/drawing/2014/main" id="{EE6132F9-AC1C-A9A4-9797-3CB83B895D6E}"/>
                </a:ext>
              </a:extLst>
            </p:cNvPr>
            <p:cNvSpPr>
              <a:spLocks noGrp="1"/>
            </p:cNvSpPr>
            <p:nvPr/>
          </p:nvSpPr>
          <p:spPr>
            <a:xfrm>
              <a:off x="4383049" y="3739151"/>
              <a:ext cx="101592" cy="34761"/>
            </a:xfrm>
            <a:custGeom>
              <a:avLst/>
              <a:gdLst/>
              <a:ahLst/>
              <a:cxnLst/>
              <a:rect l="0" t="0" r="0" b="0"/>
              <a:pathLst>
                <a:path w="101592" h="34761">
                  <a:moveTo>
                    <a:pt x="101592" y="0"/>
                  </a:moveTo>
                  <a:lnTo>
                    <a:pt x="0" y="3476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63" name="Candidate_receptor__3381">
              <a:extLst>
                <a:ext uri="{FF2B5EF4-FFF2-40B4-BE49-F238E27FC236}">
                  <a16:creationId xmlns:a16="http://schemas.microsoft.com/office/drawing/2014/main" id="{E5EB0BB3-2045-690D-23C4-0884023429C6}"/>
                </a:ext>
              </a:extLst>
            </p:cNvPr>
            <p:cNvSpPr>
              <a:spLocks noGrp="1"/>
            </p:cNvSpPr>
            <p:nvPr/>
          </p:nvSpPr>
          <p:spPr>
            <a:xfrm>
              <a:off x="4805298" y="2061997"/>
              <a:ext cx="108735" cy="20673"/>
            </a:xfrm>
            <a:custGeom>
              <a:avLst/>
              <a:gdLst/>
              <a:ahLst/>
              <a:cxnLst/>
              <a:rect l="0" t="0" r="0" b="0"/>
              <a:pathLst>
                <a:path w="108735" h="20673">
                  <a:moveTo>
                    <a:pt x="0" y="0"/>
                  </a:moveTo>
                  <a:lnTo>
                    <a:pt x="108735" y="20673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53064" name="Candidate_receptor__3382">
              <a:extLst>
                <a:ext uri="{FF2B5EF4-FFF2-40B4-BE49-F238E27FC236}">
                  <a16:creationId xmlns:a16="http://schemas.microsoft.com/office/drawing/2014/main" id="{50FEB226-970F-4698-D250-9CF210A5C958}"/>
                </a:ext>
              </a:extLst>
            </p:cNvPr>
            <p:cNvSpPr>
              <a:spLocks noGrp="1"/>
            </p:cNvSpPr>
            <p:nvPr/>
          </p:nvSpPr>
          <p:spPr>
            <a:xfrm>
              <a:off x="5063719" y="3749890"/>
              <a:ext cx="23386" cy="107630"/>
            </a:xfrm>
            <a:custGeom>
              <a:avLst/>
              <a:gdLst/>
              <a:ahLst/>
              <a:cxnLst/>
              <a:rect l="0" t="0" r="0" b="0"/>
              <a:pathLst>
                <a:path w="23386" h="107630">
                  <a:moveTo>
                    <a:pt x="0" y="107630"/>
                  </a:moveTo>
                  <a:lnTo>
                    <a:pt x="2338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65" name="Candidate_receptor__3383">
              <a:extLst>
                <a:ext uri="{FF2B5EF4-FFF2-40B4-BE49-F238E27FC236}">
                  <a16:creationId xmlns:a16="http://schemas.microsoft.com/office/drawing/2014/main" id="{54BF586C-FB3B-305F-4A85-D26B2FC99CB6}"/>
                </a:ext>
              </a:extLst>
            </p:cNvPr>
            <p:cNvSpPr>
              <a:spLocks noGrp="1"/>
            </p:cNvSpPr>
            <p:nvPr/>
          </p:nvSpPr>
          <p:spPr>
            <a:xfrm>
              <a:off x="4728474" y="3639605"/>
              <a:ext cx="113430" cy="16393"/>
            </a:xfrm>
            <a:custGeom>
              <a:avLst/>
              <a:gdLst/>
              <a:ahLst/>
              <a:cxnLst/>
              <a:rect l="0" t="0" r="0" b="0"/>
              <a:pathLst>
                <a:path w="113430" h="16393">
                  <a:moveTo>
                    <a:pt x="113430" y="163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53066" name="Candidate_receptor__3384">
              <a:extLst>
                <a:ext uri="{FF2B5EF4-FFF2-40B4-BE49-F238E27FC236}">
                  <a16:creationId xmlns:a16="http://schemas.microsoft.com/office/drawing/2014/main" id="{7A4FF34A-C4D9-FB9B-24B4-E9EFC39719D7}"/>
                </a:ext>
              </a:extLst>
            </p:cNvPr>
            <p:cNvSpPr>
              <a:spLocks noGrp="1"/>
            </p:cNvSpPr>
            <p:nvPr/>
          </p:nvSpPr>
          <p:spPr>
            <a:xfrm>
              <a:off x="5856407" y="3635627"/>
              <a:ext cx="87854" cy="50705"/>
            </a:xfrm>
            <a:custGeom>
              <a:avLst/>
              <a:gdLst/>
              <a:ahLst/>
              <a:cxnLst/>
              <a:rect l="0" t="0" r="0" b="0"/>
              <a:pathLst>
                <a:path w="87854" h="50705">
                  <a:moveTo>
                    <a:pt x="87854" y="0"/>
                  </a:moveTo>
                  <a:lnTo>
                    <a:pt x="0" y="5070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67" name="Candidate_receptor__3385">
              <a:extLst>
                <a:ext uri="{FF2B5EF4-FFF2-40B4-BE49-F238E27FC236}">
                  <a16:creationId xmlns:a16="http://schemas.microsoft.com/office/drawing/2014/main" id="{31E8D5FB-4042-C359-34A0-402D5829D95C}"/>
                </a:ext>
              </a:extLst>
            </p:cNvPr>
            <p:cNvSpPr>
              <a:spLocks noGrp="1"/>
            </p:cNvSpPr>
            <p:nvPr/>
          </p:nvSpPr>
          <p:spPr>
            <a:xfrm>
              <a:off x="4971061" y="2601749"/>
              <a:ext cx="4698" cy="18134"/>
            </a:xfrm>
            <a:custGeom>
              <a:avLst/>
              <a:gdLst/>
              <a:ahLst/>
              <a:cxnLst/>
              <a:rect l="0" t="0" r="0" b="0"/>
              <a:pathLst>
                <a:path w="4698" h="18134">
                  <a:moveTo>
                    <a:pt x="4698" y="0"/>
                  </a:moveTo>
                  <a:lnTo>
                    <a:pt x="0" y="1813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68" name="Candidate_receptor__3386">
              <a:extLst>
                <a:ext uri="{FF2B5EF4-FFF2-40B4-BE49-F238E27FC236}">
                  <a16:creationId xmlns:a16="http://schemas.microsoft.com/office/drawing/2014/main" id="{12934183-C8E5-A015-8B3E-12CD93C428AB}"/>
                </a:ext>
              </a:extLst>
            </p:cNvPr>
            <p:cNvSpPr>
              <a:spLocks noGrp="1"/>
            </p:cNvSpPr>
            <p:nvPr/>
          </p:nvSpPr>
          <p:spPr>
            <a:xfrm>
              <a:off x="5761021" y="3648212"/>
              <a:ext cx="95386" cy="38120"/>
            </a:xfrm>
            <a:custGeom>
              <a:avLst/>
              <a:gdLst/>
              <a:ahLst/>
              <a:cxnLst/>
              <a:rect l="0" t="0" r="0" b="0"/>
              <a:pathLst>
                <a:path w="95386" h="38120">
                  <a:moveTo>
                    <a:pt x="95386" y="381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53069" name="Candidate_receptor__3387">
              <a:extLst>
                <a:ext uri="{FF2B5EF4-FFF2-40B4-BE49-F238E27FC236}">
                  <a16:creationId xmlns:a16="http://schemas.microsoft.com/office/drawing/2014/main" id="{786CB087-D0D6-B22A-56E0-535662B3684D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97132"/>
              <a:ext cx="97684" cy="15000"/>
            </a:xfrm>
            <a:custGeom>
              <a:avLst/>
              <a:gdLst/>
              <a:ahLst/>
              <a:cxnLst/>
              <a:rect l="0" t="0" r="0" b="0"/>
              <a:pathLst>
                <a:path w="97684" h="15000">
                  <a:moveTo>
                    <a:pt x="0" y="0"/>
                  </a:moveTo>
                  <a:lnTo>
                    <a:pt x="97684" y="1500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70" name="Candidate_receptor__3388">
              <a:extLst>
                <a:ext uri="{FF2B5EF4-FFF2-40B4-BE49-F238E27FC236}">
                  <a16:creationId xmlns:a16="http://schemas.microsoft.com/office/drawing/2014/main" id="{ECD88B24-42CC-ACE5-EAAE-F56183156395}"/>
                </a:ext>
              </a:extLst>
            </p:cNvPr>
            <p:cNvSpPr>
              <a:spLocks noGrp="1"/>
            </p:cNvSpPr>
            <p:nvPr/>
          </p:nvSpPr>
          <p:spPr>
            <a:xfrm>
              <a:off x="6001573" y="3107328"/>
              <a:ext cx="101062" cy="49755"/>
            </a:xfrm>
            <a:custGeom>
              <a:avLst/>
              <a:gdLst/>
              <a:ahLst/>
              <a:cxnLst/>
              <a:rect l="0" t="0" r="0" b="0"/>
              <a:pathLst>
                <a:path w="101062" h="49755">
                  <a:moveTo>
                    <a:pt x="101062" y="49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71" name="Candidate_receptor__3389">
              <a:extLst>
                <a:ext uri="{FF2B5EF4-FFF2-40B4-BE49-F238E27FC236}">
                  <a16:creationId xmlns:a16="http://schemas.microsoft.com/office/drawing/2014/main" id="{53AF041B-EBE7-5D48-0638-A907861B5611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2983403"/>
              <a:ext cx="23368" cy="69155"/>
            </a:xfrm>
            <a:custGeom>
              <a:avLst/>
              <a:gdLst/>
              <a:ahLst/>
              <a:cxnLst/>
              <a:rect l="0" t="0" r="0" b="0"/>
              <a:pathLst>
                <a:path w="23368" h="69155">
                  <a:moveTo>
                    <a:pt x="0" y="69155"/>
                  </a:moveTo>
                  <a:lnTo>
                    <a:pt x="23368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53072" name="Candidate_receptor__3390">
              <a:extLst>
                <a:ext uri="{FF2B5EF4-FFF2-40B4-BE49-F238E27FC236}">
                  <a16:creationId xmlns:a16="http://schemas.microsoft.com/office/drawing/2014/main" id="{C04513C0-C0F8-B32E-DC1D-0603DEED07C9}"/>
                </a:ext>
              </a:extLst>
            </p:cNvPr>
            <p:cNvSpPr>
              <a:spLocks noGrp="1"/>
            </p:cNvSpPr>
            <p:nvPr/>
          </p:nvSpPr>
          <p:spPr>
            <a:xfrm>
              <a:off x="5009770" y="2493546"/>
              <a:ext cx="72023" cy="36721"/>
            </a:xfrm>
            <a:custGeom>
              <a:avLst/>
              <a:gdLst/>
              <a:ahLst/>
              <a:cxnLst/>
              <a:rect l="0" t="0" r="0" b="0"/>
              <a:pathLst>
                <a:path w="72023" h="36721">
                  <a:moveTo>
                    <a:pt x="72023" y="367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73" name="Candidate_receptor__3391">
              <a:extLst>
                <a:ext uri="{FF2B5EF4-FFF2-40B4-BE49-F238E27FC236}">
                  <a16:creationId xmlns:a16="http://schemas.microsoft.com/office/drawing/2014/main" id="{18F38DD5-4063-29AD-F7D8-13DF8E2C5F8F}"/>
                </a:ext>
              </a:extLst>
            </p:cNvPr>
            <p:cNvSpPr>
              <a:spLocks noGrp="1"/>
            </p:cNvSpPr>
            <p:nvPr/>
          </p:nvSpPr>
          <p:spPr>
            <a:xfrm>
              <a:off x="6054376" y="2283359"/>
              <a:ext cx="99978" cy="54011"/>
            </a:xfrm>
            <a:custGeom>
              <a:avLst/>
              <a:gdLst/>
              <a:ahLst/>
              <a:cxnLst/>
              <a:rect l="0" t="0" r="0" b="0"/>
              <a:pathLst>
                <a:path w="99978" h="54011">
                  <a:moveTo>
                    <a:pt x="0" y="0"/>
                  </a:moveTo>
                  <a:lnTo>
                    <a:pt x="99978" y="5401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74" name="Candidate_receptor__3392">
              <a:extLst>
                <a:ext uri="{FF2B5EF4-FFF2-40B4-BE49-F238E27FC236}">
                  <a16:creationId xmlns:a16="http://schemas.microsoft.com/office/drawing/2014/main" id="{470C0925-6EA0-DFA9-F5F3-A23DE3AB81B5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17286" cy="22268"/>
            </a:xfrm>
            <a:custGeom>
              <a:avLst/>
              <a:gdLst/>
              <a:ahLst/>
              <a:cxnLst/>
              <a:rect l="0" t="0" r="0" b="0"/>
              <a:pathLst>
                <a:path w="17286" h="22268">
                  <a:moveTo>
                    <a:pt x="0" y="0"/>
                  </a:moveTo>
                  <a:lnTo>
                    <a:pt x="17286" y="22268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53075" name="Candidate_receptor__3393">
              <a:extLst>
                <a:ext uri="{FF2B5EF4-FFF2-40B4-BE49-F238E27FC236}">
                  <a16:creationId xmlns:a16="http://schemas.microsoft.com/office/drawing/2014/main" id="{B7C1C44F-3E69-4BC8-5300-0B495D301C42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635216"/>
              <a:ext cx="64520" cy="83744"/>
            </a:xfrm>
            <a:custGeom>
              <a:avLst/>
              <a:gdLst/>
              <a:ahLst/>
              <a:cxnLst/>
              <a:rect l="0" t="0" r="0" b="0"/>
              <a:pathLst>
                <a:path w="64520" h="83744">
                  <a:moveTo>
                    <a:pt x="64520" y="8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76" name="Candidate_receptor__3394">
              <a:extLst>
                <a:ext uri="{FF2B5EF4-FFF2-40B4-BE49-F238E27FC236}">
                  <a16:creationId xmlns:a16="http://schemas.microsoft.com/office/drawing/2014/main" id="{A9B715F3-8065-3C28-6010-3C8AB586620C}"/>
                </a:ext>
              </a:extLst>
            </p:cNvPr>
            <p:cNvSpPr>
              <a:spLocks noGrp="1"/>
            </p:cNvSpPr>
            <p:nvPr/>
          </p:nvSpPr>
          <p:spPr>
            <a:xfrm>
              <a:off x="4602880" y="2739906"/>
              <a:ext cx="71725" cy="88749"/>
            </a:xfrm>
            <a:custGeom>
              <a:avLst/>
              <a:gdLst/>
              <a:ahLst/>
              <a:cxnLst/>
              <a:rect l="0" t="0" r="0" b="0"/>
              <a:pathLst>
                <a:path w="71725" h="88749">
                  <a:moveTo>
                    <a:pt x="0" y="0"/>
                  </a:moveTo>
                  <a:lnTo>
                    <a:pt x="71725" y="88749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077" name="Candidate_receptor__3395">
              <a:extLst>
                <a:ext uri="{FF2B5EF4-FFF2-40B4-BE49-F238E27FC236}">
                  <a16:creationId xmlns:a16="http://schemas.microsoft.com/office/drawing/2014/main" id="{5DEF9C2A-2C3E-A66D-3AB6-79F44F71DE50}"/>
                </a:ext>
              </a:extLst>
            </p:cNvPr>
            <p:cNvSpPr>
              <a:spLocks noGrp="1"/>
            </p:cNvSpPr>
            <p:nvPr/>
          </p:nvSpPr>
          <p:spPr>
            <a:xfrm>
              <a:off x="5081793" y="2530266"/>
              <a:ext cx="53281" cy="66762"/>
            </a:xfrm>
            <a:custGeom>
              <a:avLst/>
              <a:gdLst/>
              <a:ahLst/>
              <a:cxnLst/>
              <a:rect l="0" t="0" r="0" b="0"/>
              <a:pathLst>
                <a:path w="53281" h="66762">
                  <a:moveTo>
                    <a:pt x="53281" y="667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78" name="Candidate_receptor__3396">
              <a:extLst>
                <a:ext uri="{FF2B5EF4-FFF2-40B4-BE49-F238E27FC236}">
                  <a16:creationId xmlns:a16="http://schemas.microsoft.com/office/drawing/2014/main" id="{5FCFD12C-4A25-3E0E-8E54-943DA910D10D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107328"/>
              <a:ext cx="55712" cy="95351"/>
            </a:xfrm>
            <a:custGeom>
              <a:avLst/>
              <a:gdLst/>
              <a:ahLst/>
              <a:cxnLst/>
              <a:rect l="0" t="0" r="0" b="0"/>
              <a:pathLst>
                <a:path w="55712" h="95351">
                  <a:moveTo>
                    <a:pt x="55712" y="0"/>
                  </a:moveTo>
                  <a:lnTo>
                    <a:pt x="0" y="9535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79" name="Candidate_receptor__3397">
              <a:extLst>
                <a:ext uri="{FF2B5EF4-FFF2-40B4-BE49-F238E27FC236}">
                  <a16:creationId xmlns:a16="http://schemas.microsoft.com/office/drawing/2014/main" id="{F1A6D618-2031-7F75-5D44-236647027BD5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345083"/>
              <a:ext cx="62440" cy="80410"/>
            </a:xfrm>
            <a:custGeom>
              <a:avLst/>
              <a:gdLst/>
              <a:ahLst/>
              <a:cxnLst/>
              <a:rect l="0" t="0" r="0" b="0"/>
              <a:pathLst>
                <a:path w="62440" h="80410">
                  <a:moveTo>
                    <a:pt x="0" y="80410"/>
                  </a:moveTo>
                  <a:lnTo>
                    <a:pt x="6244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80" name="Candidate_receptor__3398">
              <a:extLst>
                <a:ext uri="{FF2B5EF4-FFF2-40B4-BE49-F238E27FC236}">
                  <a16:creationId xmlns:a16="http://schemas.microsoft.com/office/drawing/2014/main" id="{85DB436A-AE1D-FE33-7133-10CDD12765AA}"/>
                </a:ext>
              </a:extLst>
            </p:cNvPr>
            <p:cNvSpPr>
              <a:spLocks noGrp="1"/>
            </p:cNvSpPr>
            <p:nvPr/>
          </p:nvSpPr>
          <p:spPr>
            <a:xfrm>
              <a:off x="5786302" y="1626119"/>
              <a:ext cx="50795" cy="38721"/>
            </a:xfrm>
            <a:custGeom>
              <a:avLst/>
              <a:gdLst/>
              <a:ahLst/>
              <a:cxnLst/>
              <a:rect l="0" t="0" r="0" b="0"/>
              <a:pathLst>
                <a:path w="50795" h="38721">
                  <a:moveTo>
                    <a:pt x="0" y="0"/>
                  </a:moveTo>
                  <a:lnTo>
                    <a:pt x="50795" y="387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81" name="Candidate_receptor__3399">
              <a:extLst>
                <a:ext uri="{FF2B5EF4-FFF2-40B4-BE49-F238E27FC236}">
                  <a16:creationId xmlns:a16="http://schemas.microsoft.com/office/drawing/2014/main" id="{086E144D-3A47-FCB2-D041-AADCC397F488}"/>
                </a:ext>
              </a:extLst>
            </p:cNvPr>
            <p:cNvSpPr>
              <a:spLocks noGrp="1"/>
            </p:cNvSpPr>
            <p:nvPr/>
          </p:nvSpPr>
          <p:spPr>
            <a:xfrm>
              <a:off x="4900114" y="2223155"/>
              <a:ext cx="79749" cy="21736"/>
            </a:xfrm>
            <a:custGeom>
              <a:avLst/>
              <a:gdLst/>
              <a:ahLst/>
              <a:cxnLst/>
              <a:rect l="0" t="0" r="0" b="0"/>
              <a:pathLst>
                <a:path w="79749" h="21736">
                  <a:moveTo>
                    <a:pt x="0" y="0"/>
                  </a:moveTo>
                  <a:lnTo>
                    <a:pt x="79749" y="2173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082" name="Candidate_receptor__3400">
              <a:extLst>
                <a:ext uri="{FF2B5EF4-FFF2-40B4-BE49-F238E27FC236}">
                  <a16:creationId xmlns:a16="http://schemas.microsoft.com/office/drawing/2014/main" id="{2A8FC429-57BB-D7FC-F446-6FF8FAED0338}"/>
                </a:ext>
              </a:extLst>
            </p:cNvPr>
            <p:cNvSpPr>
              <a:spLocks noGrp="1"/>
            </p:cNvSpPr>
            <p:nvPr/>
          </p:nvSpPr>
          <p:spPr>
            <a:xfrm>
              <a:off x="4821145" y="2554575"/>
              <a:ext cx="21348" cy="102250"/>
            </a:xfrm>
            <a:custGeom>
              <a:avLst/>
              <a:gdLst/>
              <a:ahLst/>
              <a:cxnLst/>
              <a:rect l="0" t="0" r="0" b="0"/>
              <a:pathLst>
                <a:path w="21348" h="102250">
                  <a:moveTo>
                    <a:pt x="21348" y="0"/>
                  </a:moveTo>
                  <a:lnTo>
                    <a:pt x="0" y="1022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83" name="Candidate_receptor__3401">
              <a:extLst>
                <a:ext uri="{FF2B5EF4-FFF2-40B4-BE49-F238E27FC236}">
                  <a16:creationId xmlns:a16="http://schemas.microsoft.com/office/drawing/2014/main" id="{9A53CD26-C25A-8629-952B-1C3AE1271B47}"/>
                </a:ext>
              </a:extLst>
            </p:cNvPr>
            <p:cNvSpPr>
              <a:spLocks noGrp="1"/>
            </p:cNvSpPr>
            <p:nvPr/>
          </p:nvSpPr>
          <p:spPr>
            <a:xfrm>
              <a:off x="5599857" y="2089095"/>
              <a:ext cx="110898" cy="26683"/>
            </a:xfrm>
            <a:custGeom>
              <a:avLst/>
              <a:gdLst/>
              <a:ahLst/>
              <a:cxnLst/>
              <a:rect l="0" t="0" r="0" b="0"/>
              <a:pathLst>
                <a:path w="110898" h="26683">
                  <a:moveTo>
                    <a:pt x="110898" y="0"/>
                  </a:moveTo>
                  <a:lnTo>
                    <a:pt x="0" y="2668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84" name="Candidate_receptor__3402">
              <a:extLst>
                <a:ext uri="{FF2B5EF4-FFF2-40B4-BE49-F238E27FC236}">
                  <a16:creationId xmlns:a16="http://schemas.microsoft.com/office/drawing/2014/main" id="{53AD9939-3E3A-F72F-9DBE-340299705AC7}"/>
                </a:ext>
              </a:extLst>
            </p:cNvPr>
            <p:cNvSpPr>
              <a:spLocks noGrp="1"/>
            </p:cNvSpPr>
            <p:nvPr/>
          </p:nvSpPr>
          <p:spPr>
            <a:xfrm>
              <a:off x="4545149" y="3170705"/>
              <a:ext cx="40556" cy="2053"/>
            </a:xfrm>
            <a:custGeom>
              <a:avLst/>
              <a:gdLst/>
              <a:ahLst/>
              <a:cxnLst/>
              <a:rect l="0" t="0" r="0" b="0"/>
              <a:pathLst>
                <a:path w="40556" h="2053">
                  <a:moveTo>
                    <a:pt x="40556" y="20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85" name="Candidate_receptor__3403">
              <a:extLst>
                <a:ext uri="{FF2B5EF4-FFF2-40B4-BE49-F238E27FC236}">
                  <a16:creationId xmlns:a16="http://schemas.microsoft.com/office/drawing/2014/main" id="{A9954A10-EBEC-3514-E4CB-FA2FA3083BCA}"/>
                </a:ext>
              </a:extLst>
            </p:cNvPr>
            <p:cNvSpPr>
              <a:spLocks noGrp="1"/>
            </p:cNvSpPr>
            <p:nvPr/>
          </p:nvSpPr>
          <p:spPr>
            <a:xfrm>
              <a:off x="5563734" y="2698161"/>
              <a:ext cx="60742" cy="88219"/>
            </a:xfrm>
            <a:custGeom>
              <a:avLst/>
              <a:gdLst/>
              <a:ahLst/>
              <a:cxnLst/>
              <a:rect l="0" t="0" r="0" b="0"/>
              <a:pathLst>
                <a:path w="60742" h="88219">
                  <a:moveTo>
                    <a:pt x="60742" y="0"/>
                  </a:moveTo>
                  <a:lnTo>
                    <a:pt x="0" y="8821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86" name="Candidate_receptor__3404">
              <a:extLst>
                <a:ext uri="{FF2B5EF4-FFF2-40B4-BE49-F238E27FC236}">
                  <a16:creationId xmlns:a16="http://schemas.microsoft.com/office/drawing/2014/main" id="{722B319D-1DEB-8F6A-EA9A-1ADB80AA10BD}"/>
                </a:ext>
              </a:extLst>
            </p:cNvPr>
            <p:cNvSpPr>
              <a:spLocks noGrp="1"/>
            </p:cNvSpPr>
            <p:nvPr/>
          </p:nvSpPr>
          <p:spPr>
            <a:xfrm>
              <a:off x="5423006" y="1637307"/>
              <a:ext cx="67355" cy="85341"/>
            </a:xfrm>
            <a:custGeom>
              <a:avLst/>
              <a:gdLst/>
              <a:ahLst/>
              <a:cxnLst/>
              <a:rect l="0" t="0" r="0" b="0"/>
              <a:pathLst>
                <a:path w="67355" h="85341">
                  <a:moveTo>
                    <a:pt x="0" y="0"/>
                  </a:moveTo>
                  <a:lnTo>
                    <a:pt x="67355" y="8534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87" name="Candidate_receptor__3405">
              <a:extLst>
                <a:ext uri="{FF2B5EF4-FFF2-40B4-BE49-F238E27FC236}">
                  <a16:creationId xmlns:a16="http://schemas.microsoft.com/office/drawing/2014/main" id="{4F4C1904-3B51-C9B2-39B1-5F405E37E705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391479"/>
              <a:ext cx="34873" cy="96249"/>
            </a:xfrm>
            <a:custGeom>
              <a:avLst/>
              <a:gdLst/>
              <a:ahLst/>
              <a:cxnLst/>
              <a:rect l="0" t="0" r="0" b="0"/>
              <a:pathLst>
                <a:path w="34873" h="96249">
                  <a:moveTo>
                    <a:pt x="34873" y="0"/>
                  </a:moveTo>
                  <a:lnTo>
                    <a:pt x="0" y="9624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88" name="Candidate_receptor__3406">
              <a:extLst>
                <a:ext uri="{FF2B5EF4-FFF2-40B4-BE49-F238E27FC236}">
                  <a16:creationId xmlns:a16="http://schemas.microsoft.com/office/drawing/2014/main" id="{7B8560F2-B340-B174-D7D1-56F494445A74}"/>
                </a:ext>
              </a:extLst>
            </p:cNvPr>
            <p:cNvSpPr>
              <a:spLocks noGrp="1"/>
            </p:cNvSpPr>
            <p:nvPr/>
          </p:nvSpPr>
          <p:spPr>
            <a:xfrm>
              <a:off x="5722705" y="1557659"/>
              <a:ext cx="63597" cy="68461"/>
            </a:xfrm>
            <a:custGeom>
              <a:avLst/>
              <a:gdLst/>
              <a:ahLst/>
              <a:cxnLst/>
              <a:rect l="0" t="0" r="0" b="0"/>
              <a:pathLst>
                <a:path w="63597" h="68461">
                  <a:moveTo>
                    <a:pt x="0" y="0"/>
                  </a:moveTo>
                  <a:lnTo>
                    <a:pt x="63597" y="6846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89" name="Candidate_receptor__3407">
              <a:extLst>
                <a:ext uri="{FF2B5EF4-FFF2-40B4-BE49-F238E27FC236}">
                  <a16:creationId xmlns:a16="http://schemas.microsoft.com/office/drawing/2014/main" id="{69ACB669-BE1D-EDBF-D68F-8BB49CE5EEF5}"/>
                </a:ext>
              </a:extLst>
            </p:cNvPr>
            <p:cNvSpPr>
              <a:spLocks noGrp="1"/>
            </p:cNvSpPr>
            <p:nvPr/>
          </p:nvSpPr>
          <p:spPr>
            <a:xfrm>
              <a:off x="4779984" y="3263012"/>
              <a:ext cx="11351" cy="42921"/>
            </a:xfrm>
            <a:custGeom>
              <a:avLst/>
              <a:gdLst/>
              <a:ahLst/>
              <a:cxnLst/>
              <a:rect l="0" t="0" r="0" b="0"/>
              <a:pathLst>
                <a:path w="11351" h="42921">
                  <a:moveTo>
                    <a:pt x="0" y="0"/>
                  </a:moveTo>
                  <a:lnTo>
                    <a:pt x="11351" y="429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90" name="Candidate_receptor__3408">
              <a:extLst>
                <a:ext uri="{FF2B5EF4-FFF2-40B4-BE49-F238E27FC236}">
                  <a16:creationId xmlns:a16="http://schemas.microsoft.com/office/drawing/2014/main" id="{F3B6FAFE-756B-AADB-E4F9-9A1C659606F6}"/>
                </a:ext>
              </a:extLst>
            </p:cNvPr>
            <p:cNvSpPr>
              <a:spLocks noGrp="1"/>
            </p:cNvSpPr>
            <p:nvPr/>
          </p:nvSpPr>
          <p:spPr>
            <a:xfrm>
              <a:off x="5356559" y="2781006"/>
              <a:ext cx="35298" cy="89531"/>
            </a:xfrm>
            <a:custGeom>
              <a:avLst/>
              <a:gdLst/>
              <a:ahLst/>
              <a:cxnLst/>
              <a:rect l="0" t="0" r="0" b="0"/>
              <a:pathLst>
                <a:path w="35298" h="89531">
                  <a:moveTo>
                    <a:pt x="0" y="89531"/>
                  </a:moveTo>
                  <a:lnTo>
                    <a:pt x="3529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91" name="Candidate_receptor__3409">
              <a:extLst>
                <a:ext uri="{FF2B5EF4-FFF2-40B4-BE49-F238E27FC236}">
                  <a16:creationId xmlns:a16="http://schemas.microsoft.com/office/drawing/2014/main" id="{5EE61273-0AF1-B139-AA46-296357BB8BCD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425493"/>
              <a:ext cx="19164" cy="72245"/>
            </a:xfrm>
            <a:custGeom>
              <a:avLst/>
              <a:gdLst/>
              <a:ahLst/>
              <a:cxnLst/>
              <a:rect l="0" t="0" r="0" b="0"/>
              <a:pathLst>
                <a:path w="19164" h="72245">
                  <a:moveTo>
                    <a:pt x="19164" y="7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92" name="Candidate_receptor__3410">
              <a:extLst>
                <a:ext uri="{FF2B5EF4-FFF2-40B4-BE49-F238E27FC236}">
                  <a16:creationId xmlns:a16="http://schemas.microsoft.com/office/drawing/2014/main" id="{86A0C6BF-83C9-A324-EEBA-E79D83C3AB50}"/>
                </a:ext>
              </a:extLst>
            </p:cNvPr>
            <p:cNvSpPr>
              <a:spLocks noGrp="1"/>
            </p:cNvSpPr>
            <p:nvPr/>
          </p:nvSpPr>
          <p:spPr>
            <a:xfrm>
              <a:off x="5840270" y="2833438"/>
              <a:ext cx="15176" cy="100547"/>
            </a:xfrm>
            <a:custGeom>
              <a:avLst/>
              <a:gdLst/>
              <a:ahLst/>
              <a:cxnLst/>
              <a:rect l="0" t="0" r="0" b="0"/>
              <a:pathLst>
                <a:path w="15176" h="100547">
                  <a:moveTo>
                    <a:pt x="0" y="0"/>
                  </a:moveTo>
                  <a:lnTo>
                    <a:pt x="15176" y="100547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93" name="Candidate_receptor__3411">
              <a:extLst>
                <a:ext uri="{FF2B5EF4-FFF2-40B4-BE49-F238E27FC236}">
                  <a16:creationId xmlns:a16="http://schemas.microsoft.com/office/drawing/2014/main" id="{1C8FCCB6-FDE3-DC2D-0BB5-CFC7221256E8}"/>
                </a:ext>
              </a:extLst>
            </p:cNvPr>
            <p:cNvSpPr>
              <a:spLocks noGrp="1"/>
            </p:cNvSpPr>
            <p:nvPr/>
          </p:nvSpPr>
          <p:spPr>
            <a:xfrm>
              <a:off x="5599868" y="1623244"/>
              <a:ext cx="70909" cy="85769"/>
            </a:xfrm>
            <a:custGeom>
              <a:avLst/>
              <a:gdLst/>
              <a:ahLst/>
              <a:cxnLst/>
              <a:rect l="0" t="0" r="0" b="0"/>
              <a:pathLst>
                <a:path w="70909" h="85769">
                  <a:moveTo>
                    <a:pt x="0" y="0"/>
                  </a:moveTo>
                  <a:lnTo>
                    <a:pt x="70909" y="8576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94" name="Candidate_receptor__3412">
              <a:extLst>
                <a:ext uri="{FF2B5EF4-FFF2-40B4-BE49-F238E27FC236}">
                  <a16:creationId xmlns:a16="http://schemas.microsoft.com/office/drawing/2014/main" id="{06FECED4-7123-7521-2BD8-34BE96C36DD6}"/>
                </a:ext>
              </a:extLst>
            </p:cNvPr>
            <p:cNvSpPr>
              <a:spLocks noGrp="1"/>
            </p:cNvSpPr>
            <p:nvPr/>
          </p:nvSpPr>
          <p:spPr>
            <a:xfrm>
              <a:off x="4344004" y="3773911"/>
              <a:ext cx="39045" cy="15686"/>
            </a:xfrm>
            <a:custGeom>
              <a:avLst/>
              <a:gdLst/>
              <a:ahLst/>
              <a:cxnLst/>
              <a:rect l="0" t="0" r="0" b="0"/>
              <a:pathLst>
                <a:path w="39045" h="15686">
                  <a:moveTo>
                    <a:pt x="39045" y="0"/>
                  </a:moveTo>
                  <a:lnTo>
                    <a:pt x="0" y="1568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95" name="Candidate_receptor__3413">
              <a:extLst>
                <a:ext uri="{FF2B5EF4-FFF2-40B4-BE49-F238E27FC236}">
                  <a16:creationId xmlns:a16="http://schemas.microsoft.com/office/drawing/2014/main" id="{8775E1FF-6C50-B8F8-5735-D16D33FAF2E8}"/>
                </a:ext>
              </a:extLst>
            </p:cNvPr>
            <p:cNvSpPr>
              <a:spLocks noGrp="1"/>
            </p:cNvSpPr>
            <p:nvPr/>
          </p:nvSpPr>
          <p:spPr>
            <a:xfrm>
              <a:off x="5868150" y="3387517"/>
              <a:ext cx="89437" cy="3963"/>
            </a:xfrm>
            <a:custGeom>
              <a:avLst/>
              <a:gdLst/>
              <a:ahLst/>
              <a:cxnLst/>
              <a:rect l="0" t="0" r="0" b="0"/>
              <a:pathLst>
                <a:path w="89437" h="3963">
                  <a:moveTo>
                    <a:pt x="89437" y="0"/>
                  </a:moveTo>
                  <a:lnTo>
                    <a:pt x="0" y="396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96" name="Candidate_receptor__3414">
              <a:extLst>
                <a:ext uri="{FF2B5EF4-FFF2-40B4-BE49-F238E27FC236}">
                  <a16:creationId xmlns:a16="http://schemas.microsoft.com/office/drawing/2014/main" id="{4F0E86DB-1559-A447-7D2F-ED257912D2A8}"/>
                </a:ext>
              </a:extLst>
            </p:cNvPr>
            <p:cNvSpPr>
              <a:spLocks noGrp="1"/>
            </p:cNvSpPr>
            <p:nvPr/>
          </p:nvSpPr>
          <p:spPr>
            <a:xfrm>
              <a:off x="4842493" y="2525937"/>
              <a:ext cx="63887" cy="28638"/>
            </a:xfrm>
            <a:custGeom>
              <a:avLst/>
              <a:gdLst/>
              <a:ahLst/>
              <a:cxnLst/>
              <a:rect l="0" t="0" r="0" b="0"/>
              <a:pathLst>
                <a:path w="63887" h="28638">
                  <a:moveTo>
                    <a:pt x="63887" y="0"/>
                  </a:moveTo>
                  <a:lnTo>
                    <a:pt x="0" y="2863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97" name="Candidate_receptor__3415">
              <a:extLst>
                <a:ext uri="{FF2B5EF4-FFF2-40B4-BE49-F238E27FC236}">
                  <a16:creationId xmlns:a16="http://schemas.microsoft.com/office/drawing/2014/main" id="{E1E206ED-08A1-54E3-F935-780285B44DF6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647279"/>
              <a:ext cx="25630" cy="92627"/>
            </a:xfrm>
            <a:custGeom>
              <a:avLst/>
              <a:gdLst/>
              <a:ahLst/>
              <a:cxnLst/>
              <a:rect l="0" t="0" r="0" b="0"/>
              <a:pathLst>
                <a:path w="25630" h="92627">
                  <a:moveTo>
                    <a:pt x="0" y="0"/>
                  </a:moveTo>
                  <a:lnTo>
                    <a:pt x="25630" y="9262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098" name="Candidate_receptor__3416">
              <a:extLst>
                <a:ext uri="{FF2B5EF4-FFF2-40B4-BE49-F238E27FC236}">
                  <a16:creationId xmlns:a16="http://schemas.microsoft.com/office/drawing/2014/main" id="{40CCBC26-E4DC-44B9-6839-6402F43E3FD2}"/>
                </a:ext>
              </a:extLst>
            </p:cNvPr>
            <p:cNvSpPr>
              <a:spLocks noGrp="1"/>
            </p:cNvSpPr>
            <p:nvPr/>
          </p:nvSpPr>
          <p:spPr>
            <a:xfrm>
              <a:off x="5710755" y="1987611"/>
              <a:ext cx="30781" cy="101484"/>
            </a:xfrm>
            <a:custGeom>
              <a:avLst/>
              <a:gdLst/>
              <a:ahLst/>
              <a:cxnLst/>
              <a:rect l="0" t="0" r="0" b="0"/>
              <a:pathLst>
                <a:path w="30781" h="101484">
                  <a:moveTo>
                    <a:pt x="30781" y="0"/>
                  </a:moveTo>
                  <a:lnTo>
                    <a:pt x="0" y="10148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99" name="Candidate_receptor__3417">
              <a:extLst>
                <a:ext uri="{FF2B5EF4-FFF2-40B4-BE49-F238E27FC236}">
                  <a16:creationId xmlns:a16="http://schemas.microsoft.com/office/drawing/2014/main" id="{77C97A75-5109-A642-B3CC-12218E3EC662}"/>
                </a:ext>
              </a:extLst>
            </p:cNvPr>
            <p:cNvSpPr>
              <a:spLocks noGrp="1"/>
            </p:cNvSpPr>
            <p:nvPr/>
          </p:nvSpPr>
          <p:spPr>
            <a:xfrm>
              <a:off x="4550634" y="2192218"/>
              <a:ext cx="96161" cy="60692"/>
            </a:xfrm>
            <a:custGeom>
              <a:avLst/>
              <a:gdLst/>
              <a:ahLst/>
              <a:cxnLst/>
              <a:rect l="0" t="0" r="0" b="0"/>
              <a:pathLst>
                <a:path w="96161" h="60692">
                  <a:moveTo>
                    <a:pt x="96161" y="0"/>
                  </a:moveTo>
                  <a:lnTo>
                    <a:pt x="0" y="606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00" name="Candidate_receptor__3418">
              <a:extLst>
                <a:ext uri="{FF2B5EF4-FFF2-40B4-BE49-F238E27FC236}">
                  <a16:creationId xmlns:a16="http://schemas.microsoft.com/office/drawing/2014/main" id="{7D3057F5-83F5-F922-BCA8-2F5D9B8E3848}"/>
                </a:ext>
              </a:extLst>
            </p:cNvPr>
            <p:cNvSpPr>
              <a:spLocks noGrp="1"/>
            </p:cNvSpPr>
            <p:nvPr/>
          </p:nvSpPr>
          <p:spPr>
            <a:xfrm>
              <a:off x="5725331" y="3943007"/>
              <a:ext cx="28952" cy="30614"/>
            </a:xfrm>
            <a:custGeom>
              <a:avLst/>
              <a:gdLst/>
              <a:ahLst/>
              <a:cxnLst/>
              <a:rect l="0" t="0" r="0" b="0"/>
              <a:pathLst>
                <a:path w="28952" h="30614">
                  <a:moveTo>
                    <a:pt x="28952" y="306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01" name="Candidate_receptor__3419">
              <a:extLst>
                <a:ext uri="{FF2B5EF4-FFF2-40B4-BE49-F238E27FC236}">
                  <a16:creationId xmlns:a16="http://schemas.microsoft.com/office/drawing/2014/main" id="{E0EC6275-2F0E-B29D-0A5F-3BF0B793EAAB}"/>
                </a:ext>
              </a:extLst>
            </p:cNvPr>
            <p:cNvSpPr>
              <a:spLocks noGrp="1"/>
            </p:cNvSpPr>
            <p:nvPr/>
          </p:nvSpPr>
          <p:spPr>
            <a:xfrm>
              <a:off x="4662291" y="3639605"/>
              <a:ext cx="66183" cy="70776"/>
            </a:xfrm>
            <a:custGeom>
              <a:avLst/>
              <a:gdLst/>
              <a:ahLst/>
              <a:cxnLst/>
              <a:rect l="0" t="0" r="0" b="0"/>
              <a:pathLst>
                <a:path w="66183" h="70776">
                  <a:moveTo>
                    <a:pt x="66183" y="0"/>
                  </a:moveTo>
                  <a:lnTo>
                    <a:pt x="0" y="7077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02" name="Candidate_receptor__3420">
              <a:extLst>
                <a:ext uri="{FF2B5EF4-FFF2-40B4-BE49-F238E27FC236}">
                  <a16:creationId xmlns:a16="http://schemas.microsoft.com/office/drawing/2014/main" id="{DD341BA5-0A27-8F5B-05D9-30E79B91D22B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26010"/>
              <a:ext cx="23962" cy="8569"/>
            </a:xfrm>
            <a:custGeom>
              <a:avLst/>
              <a:gdLst/>
              <a:ahLst/>
              <a:cxnLst/>
              <a:rect l="0" t="0" r="0" b="0"/>
              <a:pathLst>
                <a:path w="23962" h="8569">
                  <a:moveTo>
                    <a:pt x="0" y="8569"/>
                  </a:moveTo>
                  <a:lnTo>
                    <a:pt x="23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03" name="Candidate_receptor__3421">
              <a:extLst>
                <a:ext uri="{FF2B5EF4-FFF2-40B4-BE49-F238E27FC236}">
                  <a16:creationId xmlns:a16="http://schemas.microsoft.com/office/drawing/2014/main" id="{6F817829-A991-1FEE-48E5-88B6E19A243C}"/>
                </a:ext>
              </a:extLst>
            </p:cNvPr>
            <p:cNvSpPr>
              <a:spLocks noGrp="1"/>
            </p:cNvSpPr>
            <p:nvPr/>
          </p:nvSpPr>
          <p:spPr>
            <a:xfrm>
              <a:off x="4890729" y="3528920"/>
              <a:ext cx="49318" cy="68742"/>
            </a:xfrm>
            <a:custGeom>
              <a:avLst/>
              <a:gdLst/>
              <a:ahLst/>
              <a:cxnLst/>
              <a:rect l="0" t="0" r="0" b="0"/>
              <a:pathLst>
                <a:path w="49318" h="68742">
                  <a:moveTo>
                    <a:pt x="0" y="68742"/>
                  </a:moveTo>
                  <a:lnTo>
                    <a:pt x="4931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04" name="Candidate_receptor__3422">
              <a:extLst>
                <a:ext uri="{FF2B5EF4-FFF2-40B4-BE49-F238E27FC236}">
                  <a16:creationId xmlns:a16="http://schemas.microsoft.com/office/drawing/2014/main" id="{A329C8D8-AFCB-FE1F-E7AC-57E692417E1C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15412" cy="101495"/>
            </a:xfrm>
            <a:custGeom>
              <a:avLst/>
              <a:gdLst/>
              <a:ahLst/>
              <a:cxnLst/>
              <a:rect l="0" t="0" r="0" b="0"/>
              <a:pathLst>
                <a:path w="15412" h="101495">
                  <a:moveTo>
                    <a:pt x="0" y="0"/>
                  </a:moveTo>
                  <a:lnTo>
                    <a:pt x="15412" y="10149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05" name="Candidate_receptor__3423">
              <a:extLst>
                <a:ext uri="{FF2B5EF4-FFF2-40B4-BE49-F238E27FC236}">
                  <a16:creationId xmlns:a16="http://schemas.microsoft.com/office/drawing/2014/main" id="{D6B2D2B1-8573-C190-B811-CD95C8BBBBF8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130899"/>
              <a:ext cx="67123" cy="92460"/>
            </a:xfrm>
            <a:custGeom>
              <a:avLst/>
              <a:gdLst/>
              <a:ahLst/>
              <a:cxnLst/>
              <a:rect l="0" t="0" r="0" b="0"/>
              <a:pathLst>
                <a:path w="67123" h="92460">
                  <a:moveTo>
                    <a:pt x="67123" y="0"/>
                  </a:moveTo>
                  <a:lnTo>
                    <a:pt x="0" y="9246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06" name="Candidate_receptor__3424">
              <a:extLst>
                <a:ext uri="{FF2B5EF4-FFF2-40B4-BE49-F238E27FC236}">
                  <a16:creationId xmlns:a16="http://schemas.microsoft.com/office/drawing/2014/main" id="{BFC12862-5AF0-1FA0-92C8-D2700D1BEB9D}"/>
                </a:ext>
              </a:extLst>
            </p:cNvPr>
            <p:cNvSpPr>
              <a:spLocks noGrp="1"/>
            </p:cNvSpPr>
            <p:nvPr/>
          </p:nvSpPr>
          <p:spPr>
            <a:xfrm>
              <a:off x="6154354" y="2337370"/>
              <a:ext cx="41214" cy="54328"/>
            </a:xfrm>
            <a:custGeom>
              <a:avLst/>
              <a:gdLst/>
              <a:ahLst/>
              <a:cxnLst/>
              <a:rect l="0" t="0" r="0" b="0"/>
              <a:pathLst>
                <a:path w="41214" h="54328">
                  <a:moveTo>
                    <a:pt x="0" y="0"/>
                  </a:moveTo>
                  <a:lnTo>
                    <a:pt x="41214" y="5432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07" name="Candidate_receptor__3425">
              <a:extLst>
                <a:ext uri="{FF2B5EF4-FFF2-40B4-BE49-F238E27FC236}">
                  <a16:creationId xmlns:a16="http://schemas.microsoft.com/office/drawing/2014/main" id="{16DEFB35-4A67-EEF6-A427-2F29E71FA7B3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1944" cy="81752"/>
            </a:xfrm>
            <a:custGeom>
              <a:avLst/>
              <a:gdLst/>
              <a:ahLst/>
              <a:cxnLst/>
              <a:rect l="0" t="0" r="0" b="0"/>
              <a:pathLst>
                <a:path w="1944" h="81752">
                  <a:moveTo>
                    <a:pt x="1944" y="817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08" name="Candidate_receptor__3426">
              <a:extLst>
                <a:ext uri="{FF2B5EF4-FFF2-40B4-BE49-F238E27FC236}">
                  <a16:creationId xmlns:a16="http://schemas.microsoft.com/office/drawing/2014/main" id="{CA95EC05-8041-D953-49DA-B1CCEB563B77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3003342"/>
              <a:ext cx="28217" cy="110740"/>
            </a:xfrm>
            <a:custGeom>
              <a:avLst/>
              <a:gdLst/>
              <a:ahLst/>
              <a:cxnLst/>
              <a:rect l="0" t="0" r="0" b="0"/>
              <a:pathLst>
                <a:path w="28217" h="110740">
                  <a:moveTo>
                    <a:pt x="0" y="0"/>
                  </a:moveTo>
                  <a:lnTo>
                    <a:pt x="28217" y="1107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09" name="Candidate_receptor__3427">
              <a:extLst>
                <a:ext uri="{FF2B5EF4-FFF2-40B4-BE49-F238E27FC236}">
                  <a16:creationId xmlns:a16="http://schemas.microsoft.com/office/drawing/2014/main" id="{AFEDEB4E-98EE-3061-EEF0-499191F388F9}"/>
                </a:ext>
              </a:extLst>
            </p:cNvPr>
            <p:cNvSpPr>
              <a:spLocks noGrp="1"/>
            </p:cNvSpPr>
            <p:nvPr/>
          </p:nvSpPr>
          <p:spPr>
            <a:xfrm>
              <a:off x="4900866" y="3799249"/>
              <a:ext cx="74984" cy="47705"/>
            </a:xfrm>
            <a:custGeom>
              <a:avLst/>
              <a:gdLst/>
              <a:ahLst/>
              <a:cxnLst/>
              <a:rect l="0" t="0" r="0" b="0"/>
              <a:pathLst>
                <a:path w="74984" h="47705">
                  <a:moveTo>
                    <a:pt x="0" y="0"/>
                  </a:moveTo>
                  <a:lnTo>
                    <a:pt x="74984" y="477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10" name="Candidate_receptor__3428">
              <a:extLst>
                <a:ext uri="{FF2B5EF4-FFF2-40B4-BE49-F238E27FC236}">
                  <a16:creationId xmlns:a16="http://schemas.microsoft.com/office/drawing/2014/main" id="{18991F63-87C4-734C-71CD-F4B769E74E36}"/>
                </a:ext>
              </a:extLst>
            </p:cNvPr>
            <p:cNvSpPr>
              <a:spLocks noGrp="1"/>
            </p:cNvSpPr>
            <p:nvPr/>
          </p:nvSpPr>
          <p:spPr>
            <a:xfrm>
              <a:off x="5741535" y="1968441"/>
              <a:ext cx="110500" cy="19170"/>
            </a:xfrm>
            <a:custGeom>
              <a:avLst/>
              <a:gdLst/>
              <a:ahLst/>
              <a:cxnLst/>
              <a:rect l="0" t="0" r="0" b="0"/>
              <a:pathLst>
                <a:path w="110500" h="19170">
                  <a:moveTo>
                    <a:pt x="110500" y="0"/>
                  </a:moveTo>
                  <a:lnTo>
                    <a:pt x="0" y="191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11" name="Candidate_receptor__3429">
              <a:extLst>
                <a:ext uri="{FF2B5EF4-FFF2-40B4-BE49-F238E27FC236}">
                  <a16:creationId xmlns:a16="http://schemas.microsoft.com/office/drawing/2014/main" id="{2F5B0901-53A1-5FC3-197A-FF5BF6D1DDCC}"/>
                </a:ext>
              </a:extLst>
            </p:cNvPr>
            <p:cNvSpPr>
              <a:spLocks noGrp="1"/>
            </p:cNvSpPr>
            <p:nvPr/>
          </p:nvSpPr>
          <p:spPr>
            <a:xfrm>
              <a:off x="5720175" y="2345083"/>
              <a:ext cx="81965" cy="79166"/>
            </a:xfrm>
            <a:custGeom>
              <a:avLst/>
              <a:gdLst/>
              <a:ahLst/>
              <a:cxnLst/>
              <a:rect l="0" t="0" r="0" b="0"/>
              <a:pathLst>
                <a:path w="81965" h="79166">
                  <a:moveTo>
                    <a:pt x="0" y="0"/>
                  </a:moveTo>
                  <a:lnTo>
                    <a:pt x="81965" y="7916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12" name="Candidate_receptor__3430">
              <a:extLst>
                <a:ext uri="{FF2B5EF4-FFF2-40B4-BE49-F238E27FC236}">
                  <a16:creationId xmlns:a16="http://schemas.microsoft.com/office/drawing/2014/main" id="{C20B0CC6-4DB1-9B6C-929A-A2ED26A889B5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596149"/>
              <a:ext cx="95512" cy="51130"/>
            </a:xfrm>
            <a:custGeom>
              <a:avLst/>
              <a:gdLst/>
              <a:ahLst/>
              <a:cxnLst/>
              <a:rect l="0" t="0" r="0" b="0"/>
              <a:pathLst>
                <a:path w="95512" h="51130">
                  <a:moveTo>
                    <a:pt x="95512" y="0"/>
                  </a:moveTo>
                  <a:lnTo>
                    <a:pt x="0" y="5113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13" name="Candidate_receptor__3431">
              <a:extLst>
                <a:ext uri="{FF2B5EF4-FFF2-40B4-BE49-F238E27FC236}">
                  <a16:creationId xmlns:a16="http://schemas.microsoft.com/office/drawing/2014/main" id="{C00CAA6D-4560-5DAE-2080-5BF1FAF71E23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6140"/>
              <a:ext cx="59175" cy="59452"/>
            </a:xfrm>
            <a:custGeom>
              <a:avLst/>
              <a:gdLst/>
              <a:ahLst/>
              <a:cxnLst/>
              <a:rect l="0" t="0" r="0" b="0"/>
              <a:pathLst>
                <a:path w="59175" h="59452">
                  <a:moveTo>
                    <a:pt x="59175" y="0"/>
                  </a:moveTo>
                  <a:lnTo>
                    <a:pt x="0" y="5945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14" name="Candidate_receptor__3432">
              <a:extLst>
                <a:ext uri="{FF2B5EF4-FFF2-40B4-BE49-F238E27FC236}">
                  <a16:creationId xmlns:a16="http://schemas.microsoft.com/office/drawing/2014/main" id="{FAC36513-E659-9BD6-859E-2A7D87CF9EE0}"/>
                </a:ext>
              </a:extLst>
            </p:cNvPr>
            <p:cNvSpPr>
              <a:spLocks noGrp="1"/>
            </p:cNvSpPr>
            <p:nvPr/>
          </p:nvSpPr>
          <p:spPr>
            <a:xfrm>
              <a:off x="4338739" y="2538071"/>
              <a:ext cx="5070" cy="71825"/>
            </a:xfrm>
            <a:custGeom>
              <a:avLst/>
              <a:gdLst/>
              <a:ahLst/>
              <a:cxnLst/>
              <a:rect l="0" t="0" r="0" b="0"/>
              <a:pathLst>
                <a:path w="5070" h="71825">
                  <a:moveTo>
                    <a:pt x="5070" y="71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15" name="Candidate_receptor__3433">
              <a:extLst>
                <a:ext uri="{FF2B5EF4-FFF2-40B4-BE49-F238E27FC236}">
                  <a16:creationId xmlns:a16="http://schemas.microsoft.com/office/drawing/2014/main" id="{C35BEB75-529A-8A5E-70DF-DD4D8FC10468}"/>
                </a:ext>
              </a:extLst>
            </p:cNvPr>
            <p:cNvSpPr>
              <a:spLocks noGrp="1"/>
            </p:cNvSpPr>
            <p:nvPr/>
          </p:nvSpPr>
          <p:spPr>
            <a:xfrm>
              <a:off x="5957587" y="3387517"/>
              <a:ext cx="28625" cy="105851"/>
            </a:xfrm>
            <a:custGeom>
              <a:avLst/>
              <a:gdLst/>
              <a:ahLst/>
              <a:cxnLst/>
              <a:rect l="0" t="0" r="0" b="0"/>
              <a:pathLst>
                <a:path w="28625" h="105851">
                  <a:moveTo>
                    <a:pt x="28625" y="105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16" name="Candidate_receptor__3434">
              <a:extLst>
                <a:ext uri="{FF2B5EF4-FFF2-40B4-BE49-F238E27FC236}">
                  <a16:creationId xmlns:a16="http://schemas.microsoft.com/office/drawing/2014/main" id="{62032E5D-E8F4-10EF-751A-D56C72F95E06}"/>
                </a:ext>
              </a:extLst>
            </p:cNvPr>
            <p:cNvSpPr>
              <a:spLocks noGrp="1"/>
            </p:cNvSpPr>
            <p:nvPr/>
          </p:nvSpPr>
          <p:spPr>
            <a:xfrm>
              <a:off x="5069330" y="3451199"/>
              <a:ext cx="17033" cy="102637"/>
            </a:xfrm>
            <a:custGeom>
              <a:avLst/>
              <a:gdLst/>
              <a:ahLst/>
              <a:cxnLst/>
              <a:rect l="0" t="0" r="0" b="0"/>
              <a:pathLst>
                <a:path w="17033" h="102637">
                  <a:moveTo>
                    <a:pt x="0" y="102637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17" name="Candidate_receptor__3435">
              <a:extLst>
                <a:ext uri="{FF2B5EF4-FFF2-40B4-BE49-F238E27FC236}">
                  <a16:creationId xmlns:a16="http://schemas.microsoft.com/office/drawing/2014/main" id="{C098CBC0-EE80-4155-E908-AF1061003466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550218"/>
              <a:ext cx="62466" cy="84997"/>
            </a:xfrm>
            <a:custGeom>
              <a:avLst/>
              <a:gdLst/>
              <a:ahLst/>
              <a:cxnLst/>
              <a:rect l="0" t="0" r="0" b="0"/>
              <a:pathLst>
                <a:path w="62466" h="84997">
                  <a:moveTo>
                    <a:pt x="0" y="84997"/>
                  </a:moveTo>
                  <a:lnTo>
                    <a:pt x="62466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18" name="Candidate_receptor__3436">
              <a:extLst>
                <a:ext uri="{FF2B5EF4-FFF2-40B4-BE49-F238E27FC236}">
                  <a16:creationId xmlns:a16="http://schemas.microsoft.com/office/drawing/2014/main" id="{710CA878-FBE1-3584-992E-437BCD5ABC71}"/>
                </a:ext>
              </a:extLst>
            </p:cNvPr>
            <p:cNvSpPr>
              <a:spLocks noGrp="1"/>
            </p:cNvSpPr>
            <p:nvPr/>
          </p:nvSpPr>
          <p:spPr>
            <a:xfrm>
              <a:off x="4232067" y="3675614"/>
              <a:ext cx="93246" cy="27550"/>
            </a:xfrm>
            <a:custGeom>
              <a:avLst/>
              <a:gdLst/>
              <a:ahLst/>
              <a:cxnLst/>
              <a:rect l="0" t="0" r="0" b="0"/>
              <a:pathLst>
                <a:path w="93246" h="27550">
                  <a:moveTo>
                    <a:pt x="93246" y="0"/>
                  </a:moveTo>
                  <a:lnTo>
                    <a:pt x="0" y="275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19" name="Candidate_receptor__3437">
              <a:extLst>
                <a:ext uri="{FF2B5EF4-FFF2-40B4-BE49-F238E27FC236}">
                  <a16:creationId xmlns:a16="http://schemas.microsoft.com/office/drawing/2014/main" id="{D4CCF874-0A8D-1D76-B726-652F565B68AD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18152"/>
              <a:ext cx="48390" cy="4119"/>
            </a:xfrm>
            <a:custGeom>
              <a:avLst/>
              <a:gdLst/>
              <a:ahLst/>
              <a:cxnLst/>
              <a:rect l="0" t="0" r="0" b="0"/>
              <a:pathLst>
                <a:path w="48390" h="4119">
                  <a:moveTo>
                    <a:pt x="0" y="4119"/>
                  </a:moveTo>
                  <a:lnTo>
                    <a:pt x="4839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20" name="Candidate_receptor__3438">
              <a:extLst>
                <a:ext uri="{FF2B5EF4-FFF2-40B4-BE49-F238E27FC236}">
                  <a16:creationId xmlns:a16="http://schemas.microsoft.com/office/drawing/2014/main" id="{323E8B2D-7CF4-458F-8425-F5868F1AD98B}"/>
                </a:ext>
              </a:extLst>
            </p:cNvPr>
            <p:cNvSpPr>
              <a:spLocks noGrp="1"/>
            </p:cNvSpPr>
            <p:nvPr/>
          </p:nvSpPr>
          <p:spPr>
            <a:xfrm>
              <a:off x="3736127" y="3116210"/>
              <a:ext cx="23610" cy="99536"/>
            </a:xfrm>
            <a:custGeom>
              <a:avLst/>
              <a:gdLst/>
              <a:ahLst/>
              <a:cxnLst/>
              <a:rect l="0" t="0" r="0" b="0"/>
              <a:pathLst>
                <a:path w="23610" h="99536">
                  <a:moveTo>
                    <a:pt x="23610" y="995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21" name="Candidate_receptor__3439">
              <a:extLst>
                <a:ext uri="{FF2B5EF4-FFF2-40B4-BE49-F238E27FC236}">
                  <a16:creationId xmlns:a16="http://schemas.microsoft.com/office/drawing/2014/main" id="{425F66CB-B32D-DFD9-2335-0CD1C354B72F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10710" cy="23510"/>
            </a:xfrm>
            <a:custGeom>
              <a:avLst/>
              <a:gdLst/>
              <a:ahLst/>
              <a:cxnLst/>
              <a:rect l="0" t="0" r="0" b="0"/>
              <a:pathLst>
                <a:path w="10710" h="23510">
                  <a:moveTo>
                    <a:pt x="10710" y="235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22" name="Candidate_receptor__3440">
              <a:extLst>
                <a:ext uri="{FF2B5EF4-FFF2-40B4-BE49-F238E27FC236}">
                  <a16:creationId xmlns:a16="http://schemas.microsoft.com/office/drawing/2014/main" id="{19DFE3AA-E9B6-F4E3-AACB-A995779F1835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71587"/>
              <a:ext cx="13453" cy="111816"/>
            </a:xfrm>
            <a:custGeom>
              <a:avLst/>
              <a:gdLst/>
              <a:ahLst/>
              <a:cxnLst/>
              <a:rect l="0" t="0" r="0" b="0"/>
              <a:pathLst>
                <a:path w="13453" h="111816">
                  <a:moveTo>
                    <a:pt x="13453" y="1118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23" name="Candidate_receptor__3441">
              <a:extLst>
                <a:ext uri="{FF2B5EF4-FFF2-40B4-BE49-F238E27FC236}">
                  <a16:creationId xmlns:a16="http://schemas.microsoft.com/office/drawing/2014/main" id="{12667B01-E357-7C3D-F3C7-FE789DC05220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23745" cy="57544"/>
            </a:xfrm>
            <a:custGeom>
              <a:avLst/>
              <a:gdLst/>
              <a:ahLst/>
              <a:cxnLst/>
              <a:rect l="0" t="0" r="0" b="0"/>
              <a:pathLst>
                <a:path w="23745" h="57544">
                  <a:moveTo>
                    <a:pt x="0" y="0"/>
                  </a:moveTo>
                  <a:lnTo>
                    <a:pt x="23745" y="57544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24" name="Candidate_receptor__3442">
              <a:extLst>
                <a:ext uri="{FF2B5EF4-FFF2-40B4-BE49-F238E27FC236}">
                  <a16:creationId xmlns:a16="http://schemas.microsoft.com/office/drawing/2014/main" id="{9608BAD5-E9BD-B7DB-A36F-4527D8E19F4A}"/>
                </a:ext>
              </a:extLst>
            </p:cNvPr>
            <p:cNvSpPr>
              <a:spLocks noGrp="1"/>
            </p:cNvSpPr>
            <p:nvPr/>
          </p:nvSpPr>
          <p:spPr>
            <a:xfrm>
              <a:off x="4672762" y="2525309"/>
              <a:ext cx="57796" cy="70840"/>
            </a:xfrm>
            <a:custGeom>
              <a:avLst/>
              <a:gdLst/>
              <a:ahLst/>
              <a:cxnLst/>
              <a:rect l="0" t="0" r="0" b="0"/>
              <a:pathLst>
                <a:path w="57796" h="70840">
                  <a:moveTo>
                    <a:pt x="57796" y="0"/>
                  </a:moveTo>
                  <a:lnTo>
                    <a:pt x="0" y="708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25" name="Candidate_receptor__3443">
              <a:extLst>
                <a:ext uri="{FF2B5EF4-FFF2-40B4-BE49-F238E27FC236}">
                  <a16:creationId xmlns:a16="http://schemas.microsoft.com/office/drawing/2014/main" id="{8755609E-58C9-A603-E71C-6846AEBD4CFB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721945"/>
              <a:ext cx="43446" cy="106194"/>
            </a:xfrm>
            <a:custGeom>
              <a:avLst/>
              <a:gdLst/>
              <a:ahLst/>
              <a:cxnLst/>
              <a:rect l="0" t="0" r="0" b="0"/>
              <a:pathLst>
                <a:path w="43446" h="106194">
                  <a:moveTo>
                    <a:pt x="0" y="0"/>
                  </a:moveTo>
                  <a:lnTo>
                    <a:pt x="43446" y="10619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26" name="Candidate_receptor__3444">
              <a:extLst>
                <a:ext uri="{FF2B5EF4-FFF2-40B4-BE49-F238E27FC236}">
                  <a16:creationId xmlns:a16="http://schemas.microsoft.com/office/drawing/2014/main" id="{4967C0AA-3785-3047-167B-175A439C52C0}"/>
                </a:ext>
              </a:extLst>
            </p:cNvPr>
            <p:cNvSpPr>
              <a:spLocks noGrp="1"/>
            </p:cNvSpPr>
            <p:nvPr/>
          </p:nvSpPr>
          <p:spPr>
            <a:xfrm>
              <a:off x="4191390" y="3703163"/>
              <a:ext cx="40677" cy="69853"/>
            </a:xfrm>
            <a:custGeom>
              <a:avLst/>
              <a:gdLst/>
              <a:ahLst/>
              <a:cxnLst/>
              <a:rect l="0" t="0" r="0" b="0"/>
              <a:pathLst>
                <a:path w="40677" h="69853">
                  <a:moveTo>
                    <a:pt x="40677" y="0"/>
                  </a:moveTo>
                  <a:lnTo>
                    <a:pt x="0" y="69853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27" name="Candidate_receptor__3445">
              <a:extLst>
                <a:ext uri="{FF2B5EF4-FFF2-40B4-BE49-F238E27FC236}">
                  <a16:creationId xmlns:a16="http://schemas.microsoft.com/office/drawing/2014/main" id="{21C32FE4-6000-4306-54CA-DF90ADC4E072}"/>
                </a:ext>
              </a:extLst>
            </p:cNvPr>
            <p:cNvSpPr>
              <a:spLocks noGrp="1"/>
            </p:cNvSpPr>
            <p:nvPr/>
          </p:nvSpPr>
          <p:spPr>
            <a:xfrm>
              <a:off x="5852035" y="1900237"/>
              <a:ext cx="65685" cy="68204"/>
            </a:xfrm>
            <a:custGeom>
              <a:avLst/>
              <a:gdLst/>
              <a:ahLst/>
              <a:cxnLst/>
              <a:rect l="0" t="0" r="0" b="0"/>
              <a:pathLst>
                <a:path w="65685" h="68204">
                  <a:moveTo>
                    <a:pt x="65685" y="0"/>
                  </a:moveTo>
                  <a:lnTo>
                    <a:pt x="0" y="6820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28" name="Candidate_receptor__3446">
              <a:extLst>
                <a:ext uri="{FF2B5EF4-FFF2-40B4-BE49-F238E27FC236}">
                  <a16:creationId xmlns:a16="http://schemas.microsoft.com/office/drawing/2014/main" id="{16C90517-0C8A-AEF9-B672-BA62660A182B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2901352"/>
              <a:ext cx="49962" cy="101521"/>
            </a:xfrm>
            <a:custGeom>
              <a:avLst/>
              <a:gdLst/>
              <a:ahLst/>
              <a:cxnLst/>
              <a:rect l="0" t="0" r="0" b="0"/>
              <a:pathLst>
                <a:path w="49962" h="101521">
                  <a:moveTo>
                    <a:pt x="0" y="101521"/>
                  </a:moveTo>
                  <a:lnTo>
                    <a:pt x="49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29" name="Candidate_receptor__3447">
              <a:extLst>
                <a:ext uri="{FF2B5EF4-FFF2-40B4-BE49-F238E27FC236}">
                  <a16:creationId xmlns:a16="http://schemas.microsoft.com/office/drawing/2014/main" id="{CB970A54-0C70-EE12-F369-81B7CA795CB4}"/>
                </a:ext>
              </a:extLst>
            </p:cNvPr>
            <p:cNvSpPr>
              <a:spLocks noGrp="1"/>
            </p:cNvSpPr>
            <p:nvPr/>
          </p:nvSpPr>
          <p:spPr>
            <a:xfrm>
              <a:off x="5710326" y="2977778"/>
              <a:ext cx="5665" cy="50470"/>
            </a:xfrm>
            <a:custGeom>
              <a:avLst/>
              <a:gdLst/>
              <a:ahLst/>
              <a:cxnLst/>
              <a:rect l="0" t="0" r="0" b="0"/>
              <a:pathLst>
                <a:path w="5665" h="50470">
                  <a:moveTo>
                    <a:pt x="5665" y="0"/>
                  </a:moveTo>
                  <a:lnTo>
                    <a:pt x="0" y="504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30" name="Candidate_receptor__3448">
              <a:extLst>
                <a:ext uri="{FF2B5EF4-FFF2-40B4-BE49-F238E27FC236}">
                  <a16:creationId xmlns:a16="http://schemas.microsoft.com/office/drawing/2014/main" id="{FF6C96A8-5710-BD74-F020-F66D5C21E07D}"/>
                </a:ext>
              </a:extLst>
            </p:cNvPr>
            <p:cNvSpPr>
              <a:spLocks noGrp="1"/>
            </p:cNvSpPr>
            <p:nvPr/>
          </p:nvSpPr>
          <p:spPr>
            <a:xfrm>
              <a:off x="4979862" y="2174503"/>
              <a:ext cx="83147" cy="70388"/>
            </a:xfrm>
            <a:custGeom>
              <a:avLst/>
              <a:gdLst/>
              <a:ahLst/>
              <a:cxnLst/>
              <a:rect l="0" t="0" r="0" b="0"/>
              <a:pathLst>
                <a:path w="83147" h="70388">
                  <a:moveTo>
                    <a:pt x="0" y="70388"/>
                  </a:moveTo>
                  <a:lnTo>
                    <a:pt x="83147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31" name="Candidate_receptor__3449">
              <a:extLst>
                <a:ext uri="{FF2B5EF4-FFF2-40B4-BE49-F238E27FC236}">
                  <a16:creationId xmlns:a16="http://schemas.microsoft.com/office/drawing/2014/main" id="{B7224389-A578-EE5A-1E85-48C7F3C2D784}"/>
                </a:ext>
              </a:extLst>
            </p:cNvPr>
            <p:cNvSpPr>
              <a:spLocks noGrp="1"/>
            </p:cNvSpPr>
            <p:nvPr/>
          </p:nvSpPr>
          <p:spPr>
            <a:xfrm>
              <a:off x="4914033" y="2082670"/>
              <a:ext cx="6703" cy="51221"/>
            </a:xfrm>
            <a:custGeom>
              <a:avLst/>
              <a:gdLst/>
              <a:ahLst/>
              <a:cxnLst/>
              <a:rect l="0" t="0" r="0" b="0"/>
              <a:pathLst>
                <a:path w="6703" h="51221">
                  <a:moveTo>
                    <a:pt x="0" y="0"/>
                  </a:moveTo>
                  <a:lnTo>
                    <a:pt x="6703" y="5122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32" name="Candidate_receptor__3450">
              <a:extLst>
                <a:ext uri="{FF2B5EF4-FFF2-40B4-BE49-F238E27FC236}">
                  <a16:creationId xmlns:a16="http://schemas.microsoft.com/office/drawing/2014/main" id="{1F9A5C68-F4FA-231A-F635-01D59D38C4A5}"/>
                </a:ext>
              </a:extLst>
            </p:cNvPr>
            <p:cNvSpPr>
              <a:spLocks noGrp="1"/>
            </p:cNvSpPr>
            <p:nvPr/>
          </p:nvSpPr>
          <p:spPr>
            <a:xfrm>
              <a:off x="5245405" y="2856645"/>
              <a:ext cx="111154" cy="13892"/>
            </a:xfrm>
            <a:custGeom>
              <a:avLst/>
              <a:gdLst/>
              <a:ahLst/>
              <a:cxnLst/>
              <a:rect l="0" t="0" r="0" b="0"/>
              <a:pathLst>
                <a:path w="111154" h="13892">
                  <a:moveTo>
                    <a:pt x="0" y="0"/>
                  </a:moveTo>
                  <a:lnTo>
                    <a:pt x="111154" y="1389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33" name="Candidate_receptor__3451">
              <a:extLst>
                <a:ext uri="{FF2B5EF4-FFF2-40B4-BE49-F238E27FC236}">
                  <a16:creationId xmlns:a16="http://schemas.microsoft.com/office/drawing/2014/main" id="{EFD454C5-3DA7-6D9F-E301-7CCCB34BC368}"/>
                </a:ext>
              </a:extLst>
            </p:cNvPr>
            <p:cNvSpPr>
              <a:spLocks noGrp="1"/>
            </p:cNvSpPr>
            <p:nvPr/>
          </p:nvSpPr>
          <p:spPr>
            <a:xfrm>
              <a:off x="4906380" y="2525937"/>
              <a:ext cx="64680" cy="93945"/>
            </a:xfrm>
            <a:custGeom>
              <a:avLst/>
              <a:gdLst/>
              <a:ahLst/>
              <a:cxnLst/>
              <a:rect l="0" t="0" r="0" b="0"/>
              <a:pathLst>
                <a:path w="64680" h="93945">
                  <a:moveTo>
                    <a:pt x="64680" y="939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34" name="Candidate_receptor__3452">
              <a:extLst>
                <a:ext uri="{FF2B5EF4-FFF2-40B4-BE49-F238E27FC236}">
                  <a16:creationId xmlns:a16="http://schemas.microsoft.com/office/drawing/2014/main" id="{B24CC70A-B9C2-8C65-C2B5-9C3175284186}"/>
                </a:ext>
              </a:extLst>
            </p:cNvPr>
            <p:cNvSpPr>
              <a:spLocks noGrp="1"/>
            </p:cNvSpPr>
            <p:nvPr/>
          </p:nvSpPr>
          <p:spPr>
            <a:xfrm>
              <a:off x="4699335" y="3182597"/>
              <a:ext cx="80649" cy="80415"/>
            </a:xfrm>
            <a:custGeom>
              <a:avLst/>
              <a:gdLst/>
              <a:ahLst/>
              <a:cxnLst/>
              <a:rect l="0" t="0" r="0" b="0"/>
              <a:pathLst>
                <a:path w="80649" h="80415">
                  <a:moveTo>
                    <a:pt x="0" y="0"/>
                  </a:moveTo>
                  <a:lnTo>
                    <a:pt x="80649" y="8041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35" name="Candidate_receptor__3453">
              <a:extLst>
                <a:ext uri="{FF2B5EF4-FFF2-40B4-BE49-F238E27FC236}">
                  <a16:creationId xmlns:a16="http://schemas.microsoft.com/office/drawing/2014/main" id="{6C9DBBEF-2B74-2094-0C3D-1859D67545D4}"/>
                </a:ext>
              </a:extLst>
            </p:cNvPr>
            <p:cNvSpPr>
              <a:spLocks noGrp="1"/>
            </p:cNvSpPr>
            <p:nvPr/>
          </p:nvSpPr>
          <p:spPr>
            <a:xfrm>
              <a:off x="5917721" y="1824820"/>
              <a:ext cx="67913" cy="75417"/>
            </a:xfrm>
            <a:custGeom>
              <a:avLst/>
              <a:gdLst/>
              <a:ahLst/>
              <a:cxnLst/>
              <a:rect l="0" t="0" r="0" b="0"/>
              <a:pathLst>
                <a:path w="67913" h="75417">
                  <a:moveTo>
                    <a:pt x="67913" y="0"/>
                  </a:moveTo>
                  <a:lnTo>
                    <a:pt x="0" y="7541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36" name="Candidate_receptor__3454">
              <a:extLst>
                <a:ext uri="{FF2B5EF4-FFF2-40B4-BE49-F238E27FC236}">
                  <a16:creationId xmlns:a16="http://schemas.microsoft.com/office/drawing/2014/main" id="{481EC241-94A0-AB5F-B4F2-B18185A78356}"/>
                </a:ext>
              </a:extLst>
            </p:cNvPr>
            <p:cNvSpPr>
              <a:spLocks noGrp="1"/>
            </p:cNvSpPr>
            <p:nvPr/>
          </p:nvSpPr>
          <p:spPr>
            <a:xfrm>
              <a:off x="4547771" y="3583724"/>
              <a:ext cx="19062" cy="78988"/>
            </a:xfrm>
            <a:custGeom>
              <a:avLst/>
              <a:gdLst/>
              <a:ahLst/>
              <a:cxnLst/>
              <a:rect l="0" t="0" r="0" b="0"/>
              <a:pathLst>
                <a:path w="19062" h="78988">
                  <a:moveTo>
                    <a:pt x="19062" y="789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37" name="Candidate_receptor__3455">
              <a:extLst>
                <a:ext uri="{FF2B5EF4-FFF2-40B4-BE49-F238E27FC236}">
                  <a16:creationId xmlns:a16="http://schemas.microsoft.com/office/drawing/2014/main" id="{C0689F45-CA73-34BD-C4B2-729491575310}"/>
                </a:ext>
              </a:extLst>
            </p:cNvPr>
            <p:cNvSpPr>
              <a:spLocks noGrp="1"/>
            </p:cNvSpPr>
            <p:nvPr/>
          </p:nvSpPr>
          <p:spPr>
            <a:xfrm>
              <a:off x="4646795" y="2192218"/>
              <a:ext cx="86887" cy="48962"/>
            </a:xfrm>
            <a:custGeom>
              <a:avLst/>
              <a:gdLst/>
              <a:ahLst/>
              <a:cxnLst/>
              <a:rect l="0" t="0" r="0" b="0"/>
              <a:pathLst>
                <a:path w="86887" h="48962">
                  <a:moveTo>
                    <a:pt x="86887" y="4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38" name="Candidate_receptor__3456">
              <a:extLst>
                <a:ext uri="{FF2B5EF4-FFF2-40B4-BE49-F238E27FC236}">
                  <a16:creationId xmlns:a16="http://schemas.microsoft.com/office/drawing/2014/main" id="{ED23EECE-9E3B-8008-A691-F111F906155B}"/>
                </a:ext>
              </a:extLst>
            </p:cNvPr>
            <p:cNvSpPr>
              <a:spLocks noGrp="1"/>
            </p:cNvSpPr>
            <p:nvPr/>
          </p:nvSpPr>
          <p:spPr>
            <a:xfrm>
              <a:off x="5480745" y="2776611"/>
              <a:ext cx="82989" cy="9768"/>
            </a:xfrm>
            <a:custGeom>
              <a:avLst/>
              <a:gdLst/>
              <a:ahLst/>
              <a:cxnLst/>
              <a:rect l="0" t="0" r="0" b="0"/>
              <a:pathLst>
                <a:path w="82989" h="9768">
                  <a:moveTo>
                    <a:pt x="82989" y="97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39" name="Candidate_receptor__3457">
              <a:extLst>
                <a:ext uri="{FF2B5EF4-FFF2-40B4-BE49-F238E27FC236}">
                  <a16:creationId xmlns:a16="http://schemas.microsoft.com/office/drawing/2014/main" id="{B4721D7A-2FA8-B0E5-E825-5B1ED23578DA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20854"/>
              <a:ext cx="19074" cy="76278"/>
            </a:xfrm>
            <a:custGeom>
              <a:avLst/>
              <a:gdLst/>
              <a:ahLst/>
              <a:cxnLst/>
              <a:rect l="0" t="0" r="0" b="0"/>
              <a:pathLst>
                <a:path w="19074" h="76278">
                  <a:moveTo>
                    <a:pt x="19074" y="0"/>
                  </a:moveTo>
                  <a:lnTo>
                    <a:pt x="0" y="7627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40" name="Candidate_receptor__3458">
              <a:extLst>
                <a:ext uri="{FF2B5EF4-FFF2-40B4-BE49-F238E27FC236}">
                  <a16:creationId xmlns:a16="http://schemas.microsoft.com/office/drawing/2014/main" id="{BC0DE396-22FD-64D8-1F9C-7EAAD5E5217A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202679"/>
              <a:ext cx="51924" cy="3165"/>
            </a:xfrm>
            <a:custGeom>
              <a:avLst/>
              <a:gdLst/>
              <a:ahLst/>
              <a:cxnLst/>
              <a:rect l="0" t="0" r="0" b="0"/>
              <a:pathLst>
                <a:path w="51924" h="3165">
                  <a:moveTo>
                    <a:pt x="0" y="0"/>
                  </a:moveTo>
                  <a:lnTo>
                    <a:pt x="51924" y="31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41" name="Candidate_receptor__3459">
              <a:extLst>
                <a:ext uri="{FF2B5EF4-FFF2-40B4-BE49-F238E27FC236}">
                  <a16:creationId xmlns:a16="http://schemas.microsoft.com/office/drawing/2014/main" id="{98B6D689-5AB6-EB52-1EE3-A0150DEE5BAD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398420"/>
              <a:ext cx="23100" cy="112955"/>
            </a:xfrm>
            <a:custGeom>
              <a:avLst/>
              <a:gdLst/>
              <a:ahLst/>
              <a:cxnLst/>
              <a:rect l="0" t="0" r="0" b="0"/>
              <a:pathLst>
                <a:path w="23100" h="112955">
                  <a:moveTo>
                    <a:pt x="0" y="112955"/>
                  </a:moveTo>
                  <a:lnTo>
                    <a:pt x="2310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42" name="Candidate_receptor__3460">
              <a:extLst>
                <a:ext uri="{FF2B5EF4-FFF2-40B4-BE49-F238E27FC236}">
                  <a16:creationId xmlns:a16="http://schemas.microsoft.com/office/drawing/2014/main" id="{660AE777-818E-EAFD-1CAE-89EECFEF42A9}"/>
                </a:ext>
              </a:extLst>
            </p:cNvPr>
            <p:cNvSpPr>
              <a:spLocks noGrp="1"/>
            </p:cNvSpPr>
            <p:nvPr/>
          </p:nvSpPr>
          <p:spPr>
            <a:xfrm>
              <a:off x="3759738" y="3215747"/>
              <a:ext cx="51425" cy="42094"/>
            </a:xfrm>
            <a:custGeom>
              <a:avLst/>
              <a:gdLst/>
              <a:ahLst/>
              <a:cxnLst/>
              <a:rect l="0" t="0" r="0" b="0"/>
              <a:pathLst>
                <a:path w="51425" h="42094">
                  <a:moveTo>
                    <a:pt x="51425" y="4209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43" name="Candidate_receptor__3461">
              <a:extLst>
                <a:ext uri="{FF2B5EF4-FFF2-40B4-BE49-F238E27FC236}">
                  <a16:creationId xmlns:a16="http://schemas.microsoft.com/office/drawing/2014/main" id="{9E3F4F87-674E-A49B-A099-CAAEA0B3E5D0}"/>
                </a:ext>
              </a:extLst>
            </p:cNvPr>
            <p:cNvSpPr>
              <a:spLocks noGrp="1"/>
            </p:cNvSpPr>
            <p:nvPr/>
          </p:nvSpPr>
          <p:spPr>
            <a:xfrm>
              <a:off x="5965745" y="1741222"/>
              <a:ext cx="19889" cy="83597"/>
            </a:xfrm>
            <a:custGeom>
              <a:avLst/>
              <a:gdLst/>
              <a:ahLst/>
              <a:cxnLst/>
              <a:rect l="0" t="0" r="0" b="0"/>
              <a:pathLst>
                <a:path w="19889" h="83597">
                  <a:moveTo>
                    <a:pt x="0" y="0"/>
                  </a:moveTo>
                  <a:lnTo>
                    <a:pt x="19889" y="8359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44" name="Candidate_receptor__3462">
              <a:extLst>
                <a:ext uri="{FF2B5EF4-FFF2-40B4-BE49-F238E27FC236}">
                  <a16:creationId xmlns:a16="http://schemas.microsoft.com/office/drawing/2014/main" id="{DEF3D8E6-8C9A-6D37-CE70-002710373639}"/>
                </a:ext>
              </a:extLst>
            </p:cNvPr>
            <p:cNvSpPr>
              <a:spLocks noGrp="1"/>
            </p:cNvSpPr>
            <p:nvPr/>
          </p:nvSpPr>
          <p:spPr>
            <a:xfrm>
              <a:off x="5078727" y="2901352"/>
              <a:ext cx="99805" cy="56025"/>
            </a:xfrm>
            <a:custGeom>
              <a:avLst/>
              <a:gdLst/>
              <a:ahLst/>
              <a:cxnLst/>
              <a:rect l="0" t="0" r="0" b="0"/>
              <a:pathLst>
                <a:path w="99805" h="56025">
                  <a:moveTo>
                    <a:pt x="0" y="0"/>
                  </a:moveTo>
                  <a:lnTo>
                    <a:pt x="99805" y="5602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45" name="Candidate_receptor__3463">
              <a:extLst>
                <a:ext uri="{FF2B5EF4-FFF2-40B4-BE49-F238E27FC236}">
                  <a16:creationId xmlns:a16="http://schemas.microsoft.com/office/drawing/2014/main" id="{C0154C84-BE64-2E8C-0105-FE935942FD66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63092" cy="83930"/>
            </a:xfrm>
            <a:custGeom>
              <a:avLst/>
              <a:gdLst/>
              <a:ahLst/>
              <a:cxnLst/>
              <a:rect l="0" t="0" r="0" b="0"/>
              <a:pathLst>
                <a:path w="63092" h="83930">
                  <a:moveTo>
                    <a:pt x="63092" y="839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46" name="Candidate_receptor__3464">
              <a:extLst>
                <a:ext uri="{FF2B5EF4-FFF2-40B4-BE49-F238E27FC236}">
                  <a16:creationId xmlns:a16="http://schemas.microsoft.com/office/drawing/2014/main" id="{F6F1DCA3-1695-6778-EB78-9193D8324690}"/>
                </a:ext>
              </a:extLst>
            </p:cNvPr>
            <p:cNvSpPr>
              <a:spLocks noGrp="1"/>
            </p:cNvSpPr>
            <p:nvPr/>
          </p:nvSpPr>
          <p:spPr>
            <a:xfrm>
              <a:off x="4325313" y="3675614"/>
              <a:ext cx="18691" cy="113983"/>
            </a:xfrm>
            <a:custGeom>
              <a:avLst/>
              <a:gdLst/>
              <a:ahLst/>
              <a:cxnLst/>
              <a:rect l="0" t="0" r="0" b="0"/>
              <a:pathLst>
                <a:path w="18691" h="113983">
                  <a:moveTo>
                    <a:pt x="18691" y="1139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47" name="Candidate_receptor__3465">
              <a:extLst>
                <a:ext uri="{FF2B5EF4-FFF2-40B4-BE49-F238E27FC236}">
                  <a16:creationId xmlns:a16="http://schemas.microsoft.com/office/drawing/2014/main" id="{DB62B1E3-02F8-52A0-8C4E-F6F4F7338C77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791009"/>
              <a:ext cx="50501" cy="32758"/>
            </a:xfrm>
            <a:custGeom>
              <a:avLst/>
              <a:gdLst/>
              <a:ahLst/>
              <a:cxnLst/>
              <a:rect l="0" t="0" r="0" b="0"/>
              <a:pathLst>
                <a:path w="50501" h="32758">
                  <a:moveTo>
                    <a:pt x="0" y="32758"/>
                  </a:moveTo>
                  <a:lnTo>
                    <a:pt x="50501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48" name="Candidate_receptor__3466">
              <a:extLst>
                <a:ext uri="{FF2B5EF4-FFF2-40B4-BE49-F238E27FC236}">
                  <a16:creationId xmlns:a16="http://schemas.microsoft.com/office/drawing/2014/main" id="{32F3EB37-90BE-0BA6-0BA9-869BA2F2A5B4}"/>
                </a:ext>
              </a:extLst>
            </p:cNvPr>
            <p:cNvSpPr>
              <a:spLocks noGrp="1"/>
            </p:cNvSpPr>
            <p:nvPr/>
          </p:nvSpPr>
          <p:spPr>
            <a:xfrm>
              <a:off x="4801707" y="2606994"/>
              <a:ext cx="19437" cy="49831"/>
            </a:xfrm>
            <a:custGeom>
              <a:avLst/>
              <a:gdLst/>
              <a:ahLst/>
              <a:cxnLst/>
              <a:rect l="0" t="0" r="0" b="0"/>
              <a:pathLst>
                <a:path w="19437" h="49831">
                  <a:moveTo>
                    <a:pt x="19437" y="49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49" name="Candidate_receptor__3467">
              <a:extLst>
                <a:ext uri="{FF2B5EF4-FFF2-40B4-BE49-F238E27FC236}">
                  <a16:creationId xmlns:a16="http://schemas.microsoft.com/office/drawing/2014/main" id="{B414B522-2946-267A-2EF1-8F4F88621FF8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09100"/>
              <a:ext cx="91725" cy="62487"/>
            </a:xfrm>
            <a:custGeom>
              <a:avLst/>
              <a:gdLst/>
              <a:ahLst/>
              <a:cxnLst/>
              <a:rect l="0" t="0" r="0" b="0"/>
              <a:pathLst>
                <a:path w="91725" h="62487">
                  <a:moveTo>
                    <a:pt x="0" y="62487"/>
                  </a:moveTo>
                  <a:lnTo>
                    <a:pt x="91725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50" name="Candidate_receptor__3468">
              <a:extLst>
                <a:ext uri="{FF2B5EF4-FFF2-40B4-BE49-F238E27FC236}">
                  <a16:creationId xmlns:a16="http://schemas.microsoft.com/office/drawing/2014/main" id="{20800148-29BD-37FC-BD75-867857515A05}"/>
                </a:ext>
              </a:extLst>
            </p:cNvPr>
            <p:cNvSpPr>
              <a:spLocks noGrp="1"/>
            </p:cNvSpPr>
            <p:nvPr/>
          </p:nvSpPr>
          <p:spPr>
            <a:xfrm>
              <a:off x="4456409" y="3170705"/>
              <a:ext cx="88740" cy="58802"/>
            </a:xfrm>
            <a:custGeom>
              <a:avLst/>
              <a:gdLst/>
              <a:ahLst/>
              <a:cxnLst/>
              <a:rect l="0" t="0" r="0" b="0"/>
              <a:pathLst>
                <a:path w="88740" h="58802">
                  <a:moveTo>
                    <a:pt x="88740" y="0"/>
                  </a:moveTo>
                  <a:lnTo>
                    <a:pt x="0" y="5880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51" name="Candidate_receptor__3469">
              <a:extLst>
                <a:ext uri="{FF2B5EF4-FFF2-40B4-BE49-F238E27FC236}">
                  <a16:creationId xmlns:a16="http://schemas.microsoft.com/office/drawing/2014/main" id="{E14A236B-DDCD-A302-12A9-593A0E6347E6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2975834"/>
              <a:ext cx="40140" cy="27508"/>
            </a:xfrm>
            <a:custGeom>
              <a:avLst/>
              <a:gdLst/>
              <a:ahLst/>
              <a:cxnLst/>
              <a:rect l="0" t="0" r="0" b="0"/>
              <a:pathLst>
                <a:path w="40140" h="27508">
                  <a:moveTo>
                    <a:pt x="40140" y="0"/>
                  </a:moveTo>
                  <a:lnTo>
                    <a:pt x="0" y="2750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52" name="Candidate_receptor__3470">
              <a:extLst>
                <a:ext uri="{FF2B5EF4-FFF2-40B4-BE49-F238E27FC236}">
                  <a16:creationId xmlns:a16="http://schemas.microsoft.com/office/drawing/2014/main" id="{BE50F5DF-CC39-F3BC-C703-E61D77AFC91C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3372194"/>
              <a:ext cx="93930" cy="52805"/>
            </a:xfrm>
            <a:custGeom>
              <a:avLst/>
              <a:gdLst/>
              <a:ahLst/>
              <a:cxnLst/>
              <a:rect l="0" t="0" r="0" b="0"/>
              <a:pathLst>
                <a:path w="93930" h="52805">
                  <a:moveTo>
                    <a:pt x="0" y="0"/>
                  </a:moveTo>
                  <a:lnTo>
                    <a:pt x="93930" y="528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53" name="Candidate_receptor__3471">
              <a:extLst>
                <a:ext uri="{FF2B5EF4-FFF2-40B4-BE49-F238E27FC236}">
                  <a16:creationId xmlns:a16="http://schemas.microsoft.com/office/drawing/2014/main" id="{B9DB8F7F-80FD-DDC5-1958-1157402F3D67}"/>
                </a:ext>
              </a:extLst>
            </p:cNvPr>
            <p:cNvSpPr>
              <a:spLocks noGrp="1"/>
            </p:cNvSpPr>
            <p:nvPr/>
          </p:nvSpPr>
          <p:spPr>
            <a:xfrm>
              <a:off x="4566833" y="3662712"/>
              <a:ext cx="95458" cy="47669"/>
            </a:xfrm>
            <a:custGeom>
              <a:avLst/>
              <a:gdLst/>
              <a:ahLst/>
              <a:cxnLst/>
              <a:rect l="0" t="0" r="0" b="0"/>
              <a:pathLst>
                <a:path w="95458" h="47669">
                  <a:moveTo>
                    <a:pt x="95458" y="476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54" name="Candidate_receptor__3472">
              <a:extLst>
                <a:ext uri="{FF2B5EF4-FFF2-40B4-BE49-F238E27FC236}">
                  <a16:creationId xmlns:a16="http://schemas.microsoft.com/office/drawing/2014/main" id="{2AF561D5-1BDC-3628-1D7F-463E44879852}"/>
                </a:ext>
              </a:extLst>
            </p:cNvPr>
            <p:cNvSpPr>
              <a:spLocks noGrp="1"/>
            </p:cNvSpPr>
            <p:nvPr/>
          </p:nvSpPr>
          <p:spPr>
            <a:xfrm>
              <a:off x="5702520" y="3344697"/>
              <a:ext cx="82576" cy="70723"/>
            </a:xfrm>
            <a:custGeom>
              <a:avLst/>
              <a:gdLst/>
              <a:ahLst/>
              <a:cxnLst/>
              <a:rect l="0" t="0" r="0" b="0"/>
              <a:pathLst>
                <a:path w="82576" h="70723">
                  <a:moveTo>
                    <a:pt x="82576" y="0"/>
                  </a:moveTo>
                  <a:lnTo>
                    <a:pt x="0" y="7072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55" name="Candidate_receptor__3473">
              <a:extLst>
                <a:ext uri="{FF2B5EF4-FFF2-40B4-BE49-F238E27FC236}">
                  <a16:creationId xmlns:a16="http://schemas.microsoft.com/office/drawing/2014/main" id="{1D36C83C-A9CB-297F-E203-762DDF75172F}"/>
                </a:ext>
              </a:extLst>
            </p:cNvPr>
            <p:cNvSpPr>
              <a:spLocks noGrp="1"/>
            </p:cNvSpPr>
            <p:nvPr/>
          </p:nvSpPr>
          <p:spPr>
            <a:xfrm>
              <a:off x="4812444" y="3518152"/>
              <a:ext cx="78285" cy="79510"/>
            </a:xfrm>
            <a:custGeom>
              <a:avLst/>
              <a:gdLst/>
              <a:ahLst/>
              <a:cxnLst/>
              <a:rect l="0" t="0" r="0" b="0"/>
              <a:pathLst>
                <a:path w="78285" h="79510">
                  <a:moveTo>
                    <a:pt x="0" y="0"/>
                  </a:moveTo>
                  <a:lnTo>
                    <a:pt x="78285" y="7951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56" name="Candidate_receptor__3474">
              <a:extLst>
                <a:ext uri="{FF2B5EF4-FFF2-40B4-BE49-F238E27FC236}">
                  <a16:creationId xmlns:a16="http://schemas.microsoft.com/office/drawing/2014/main" id="{681AD1DD-028C-8B1A-A57A-CD550137AD6B}"/>
                </a:ext>
              </a:extLst>
            </p:cNvPr>
            <p:cNvSpPr>
              <a:spLocks noGrp="1"/>
            </p:cNvSpPr>
            <p:nvPr/>
          </p:nvSpPr>
          <p:spPr>
            <a:xfrm>
              <a:off x="5435479" y="3079022"/>
              <a:ext cx="19162" cy="51878"/>
            </a:xfrm>
            <a:custGeom>
              <a:avLst/>
              <a:gdLst/>
              <a:ahLst/>
              <a:cxnLst/>
              <a:rect l="0" t="0" r="0" b="0"/>
              <a:pathLst>
                <a:path w="19162" h="51878">
                  <a:moveTo>
                    <a:pt x="19162" y="0"/>
                  </a:moveTo>
                  <a:lnTo>
                    <a:pt x="0" y="5187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57" name="Candidate_receptor__3475">
              <a:extLst>
                <a:ext uri="{FF2B5EF4-FFF2-40B4-BE49-F238E27FC236}">
                  <a16:creationId xmlns:a16="http://schemas.microsoft.com/office/drawing/2014/main" id="{217553BE-C75F-23C8-6683-2B4CBDCA25A8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326846"/>
              <a:ext cx="109739" cy="36753"/>
            </a:xfrm>
            <a:custGeom>
              <a:avLst/>
              <a:gdLst/>
              <a:ahLst/>
              <a:cxnLst/>
              <a:rect l="0" t="0" r="0" b="0"/>
              <a:pathLst>
                <a:path w="109739" h="36753">
                  <a:moveTo>
                    <a:pt x="0" y="0"/>
                  </a:moveTo>
                  <a:lnTo>
                    <a:pt x="109739" y="3675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58" name="Candidate_receptor__3476">
              <a:extLst>
                <a:ext uri="{FF2B5EF4-FFF2-40B4-BE49-F238E27FC236}">
                  <a16:creationId xmlns:a16="http://schemas.microsoft.com/office/drawing/2014/main" id="{0883D70B-9AF2-58C3-D1EB-4A7B968C1C3A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434978"/>
              <a:ext cx="13794" cy="52750"/>
            </a:xfrm>
            <a:custGeom>
              <a:avLst/>
              <a:gdLst/>
              <a:ahLst/>
              <a:cxnLst/>
              <a:rect l="0" t="0" r="0" b="0"/>
              <a:pathLst>
                <a:path w="13794" h="52750">
                  <a:moveTo>
                    <a:pt x="0" y="52750"/>
                  </a:moveTo>
                  <a:lnTo>
                    <a:pt x="13794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59" name="Candidate_receptor__3477">
              <a:extLst>
                <a:ext uri="{FF2B5EF4-FFF2-40B4-BE49-F238E27FC236}">
                  <a16:creationId xmlns:a16="http://schemas.microsoft.com/office/drawing/2014/main" id="{300DF09E-C94D-26A2-A18A-A0E303F56D2A}"/>
                </a:ext>
              </a:extLst>
            </p:cNvPr>
            <p:cNvSpPr>
              <a:spLocks noGrp="1"/>
            </p:cNvSpPr>
            <p:nvPr/>
          </p:nvSpPr>
          <p:spPr>
            <a:xfrm>
              <a:off x="5063010" y="2174503"/>
              <a:ext cx="102610" cy="45450"/>
            </a:xfrm>
            <a:custGeom>
              <a:avLst/>
              <a:gdLst/>
              <a:ahLst/>
              <a:cxnLst/>
              <a:rect l="0" t="0" r="0" b="0"/>
              <a:pathLst>
                <a:path w="102610" h="45450">
                  <a:moveTo>
                    <a:pt x="0" y="0"/>
                  </a:moveTo>
                  <a:lnTo>
                    <a:pt x="102610" y="454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60" name="Candidate_receptor__3478">
              <a:extLst>
                <a:ext uri="{FF2B5EF4-FFF2-40B4-BE49-F238E27FC236}">
                  <a16:creationId xmlns:a16="http://schemas.microsoft.com/office/drawing/2014/main" id="{D51C8B9B-8381-3F8E-A860-22CB2C935269}"/>
                </a:ext>
              </a:extLst>
            </p:cNvPr>
            <p:cNvSpPr>
              <a:spLocks noGrp="1"/>
            </p:cNvSpPr>
            <p:nvPr/>
          </p:nvSpPr>
          <p:spPr>
            <a:xfrm>
              <a:off x="5783335" y="2906852"/>
              <a:ext cx="72112" cy="27133"/>
            </a:xfrm>
            <a:custGeom>
              <a:avLst/>
              <a:gdLst/>
              <a:ahLst/>
              <a:cxnLst/>
              <a:rect l="0" t="0" r="0" b="0"/>
              <a:pathLst>
                <a:path w="72112" h="27133">
                  <a:moveTo>
                    <a:pt x="72112" y="271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61" name="Candidate_receptor__3479">
              <a:extLst>
                <a:ext uri="{FF2B5EF4-FFF2-40B4-BE49-F238E27FC236}">
                  <a16:creationId xmlns:a16="http://schemas.microsoft.com/office/drawing/2014/main" id="{D6BAB876-79B8-A329-B9C5-AB120376ABED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219954"/>
              <a:ext cx="32987" cy="106892"/>
            </a:xfrm>
            <a:custGeom>
              <a:avLst/>
              <a:gdLst/>
              <a:ahLst/>
              <a:cxnLst/>
              <a:rect l="0" t="0" r="0" b="0"/>
              <a:pathLst>
                <a:path w="32987" h="106892">
                  <a:moveTo>
                    <a:pt x="32987" y="0"/>
                  </a:moveTo>
                  <a:lnTo>
                    <a:pt x="0" y="1068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62" name="Candidate_receptor__3480">
              <a:extLst>
                <a:ext uri="{FF2B5EF4-FFF2-40B4-BE49-F238E27FC236}">
                  <a16:creationId xmlns:a16="http://schemas.microsoft.com/office/drawing/2014/main" id="{95C6E1FC-8876-7AB5-27FB-9983A5B7CE74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34579"/>
              <a:ext cx="64496" cy="94929"/>
            </a:xfrm>
            <a:custGeom>
              <a:avLst/>
              <a:gdLst/>
              <a:ahLst/>
              <a:cxnLst/>
              <a:rect l="0" t="0" r="0" b="0"/>
              <a:pathLst>
                <a:path w="64496" h="94929">
                  <a:moveTo>
                    <a:pt x="64496" y="949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63" name="Candidate_receptor__3481">
              <a:extLst>
                <a:ext uri="{FF2B5EF4-FFF2-40B4-BE49-F238E27FC236}">
                  <a16:creationId xmlns:a16="http://schemas.microsoft.com/office/drawing/2014/main" id="{DF3200CD-9F58-261A-E941-332399786188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86859"/>
              <a:ext cx="43299" cy="86348"/>
            </a:xfrm>
            <a:custGeom>
              <a:avLst/>
              <a:gdLst/>
              <a:ahLst/>
              <a:cxnLst/>
              <a:rect l="0" t="0" r="0" b="0"/>
              <a:pathLst>
                <a:path w="43299" h="86348">
                  <a:moveTo>
                    <a:pt x="0" y="0"/>
                  </a:moveTo>
                  <a:lnTo>
                    <a:pt x="43299" y="8634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64" name="Candidate_receptor__3482">
              <a:extLst>
                <a:ext uri="{FF2B5EF4-FFF2-40B4-BE49-F238E27FC236}">
                  <a16:creationId xmlns:a16="http://schemas.microsoft.com/office/drawing/2014/main" id="{96E5F019-BC51-8293-BF8A-B4F30FF55E76}"/>
                </a:ext>
              </a:extLst>
            </p:cNvPr>
            <p:cNvSpPr>
              <a:spLocks noGrp="1"/>
            </p:cNvSpPr>
            <p:nvPr/>
          </p:nvSpPr>
          <p:spPr>
            <a:xfrm>
              <a:off x="4205882" y="2474852"/>
              <a:ext cx="54807" cy="100820"/>
            </a:xfrm>
            <a:custGeom>
              <a:avLst/>
              <a:gdLst/>
              <a:ahLst/>
              <a:cxnLst/>
              <a:rect l="0" t="0" r="0" b="0"/>
              <a:pathLst>
                <a:path w="54807" h="100820">
                  <a:moveTo>
                    <a:pt x="0" y="100820"/>
                  </a:moveTo>
                  <a:lnTo>
                    <a:pt x="54807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65" name="Candidate_receptor__3483">
              <a:extLst>
                <a:ext uri="{FF2B5EF4-FFF2-40B4-BE49-F238E27FC236}">
                  <a16:creationId xmlns:a16="http://schemas.microsoft.com/office/drawing/2014/main" id="{5042F47D-5DF0-ECAF-FB47-7277E5071767}"/>
                </a:ext>
              </a:extLst>
            </p:cNvPr>
            <p:cNvSpPr>
              <a:spLocks noGrp="1"/>
            </p:cNvSpPr>
            <p:nvPr/>
          </p:nvSpPr>
          <p:spPr>
            <a:xfrm>
              <a:off x="4926214" y="3846953"/>
              <a:ext cx="49636" cy="91191"/>
            </a:xfrm>
            <a:custGeom>
              <a:avLst/>
              <a:gdLst/>
              <a:ahLst/>
              <a:cxnLst/>
              <a:rect l="0" t="0" r="0" b="0"/>
              <a:pathLst>
                <a:path w="49636" h="91191">
                  <a:moveTo>
                    <a:pt x="49636" y="0"/>
                  </a:moveTo>
                  <a:lnTo>
                    <a:pt x="0" y="9119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66" name="Candidate_receptor__3484">
              <a:extLst>
                <a:ext uri="{FF2B5EF4-FFF2-40B4-BE49-F238E27FC236}">
                  <a16:creationId xmlns:a16="http://schemas.microsoft.com/office/drawing/2014/main" id="{A90FE243-29EE-F2AC-4213-AE3E93B6EB43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3002873"/>
              <a:ext cx="47344" cy="43475"/>
            </a:xfrm>
            <a:custGeom>
              <a:avLst/>
              <a:gdLst/>
              <a:ahLst/>
              <a:cxnLst/>
              <a:rect l="0" t="0" r="0" b="0"/>
              <a:pathLst>
                <a:path w="47344" h="43475">
                  <a:moveTo>
                    <a:pt x="47344" y="434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67" name="Candidate_receptor__3485">
              <a:extLst>
                <a:ext uri="{FF2B5EF4-FFF2-40B4-BE49-F238E27FC236}">
                  <a16:creationId xmlns:a16="http://schemas.microsoft.com/office/drawing/2014/main" id="{958097CB-4D42-E75E-F540-34A69CCF28E8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82756" cy="30570"/>
            </a:xfrm>
            <a:custGeom>
              <a:avLst/>
              <a:gdLst/>
              <a:ahLst/>
              <a:cxnLst/>
              <a:rect l="0" t="0" r="0" b="0"/>
              <a:pathLst>
                <a:path w="82756" h="30570">
                  <a:moveTo>
                    <a:pt x="82756" y="305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68" name="Candidate_receptor__3486">
              <a:extLst>
                <a:ext uri="{FF2B5EF4-FFF2-40B4-BE49-F238E27FC236}">
                  <a16:creationId xmlns:a16="http://schemas.microsoft.com/office/drawing/2014/main" id="{F29AD637-A6D0-82C4-F4D5-CE724C80D18B}"/>
                </a:ext>
              </a:extLst>
            </p:cNvPr>
            <p:cNvSpPr>
              <a:spLocks noGrp="1"/>
            </p:cNvSpPr>
            <p:nvPr/>
          </p:nvSpPr>
          <p:spPr>
            <a:xfrm>
              <a:off x="5562698" y="3114082"/>
              <a:ext cx="34995" cy="95"/>
            </a:xfrm>
            <a:custGeom>
              <a:avLst/>
              <a:gdLst/>
              <a:ahLst/>
              <a:cxnLst/>
              <a:rect l="0" t="0" r="0" b="0"/>
              <a:pathLst>
                <a:path w="34995" h="95">
                  <a:moveTo>
                    <a:pt x="34995" y="0"/>
                  </a:moveTo>
                  <a:lnTo>
                    <a:pt x="0" y="9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69" name="Candidate_receptor__3487">
              <a:extLst>
                <a:ext uri="{FF2B5EF4-FFF2-40B4-BE49-F238E27FC236}">
                  <a16:creationId xmlns:a16="http://schemas.microsoft.com/office/drawing/2014/main" id="{B1A84AD2-C0B1-A202-63A5-FC7D2165E881}"/>
                </a:ext>
              </a:extLst>
            </p:cNvPr>
            <p:cNvSpPr>
              <a:spLocks noGrp="1"/>
            </p:cNvSpPr>
            <p:nvPr/>
          </p:nvSpPr>
          <p:spPr>
            <a:xfrm>
              <a:off x="5637743" y="2416667"/>
              <a:ext cx="39156" cy="81072"/>
            </a:xfrm>
            <a:custGeom>
              <a:avLst/>
              <a:gdLst/>
              <a:ahLst/>
              <a:cxnLst/>
              <a:rect l="0" t="0" r="0" b="0"/>
              <a:pathLst>
                <a:path w="39156" h="81072">
                  <a:moveTo>
                    <a:pt x="0" y="0"/>
                  </a:moveTo>
                  <a:lnTo>
                    <a:pt x="39156" y="8107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70" name="Candidate_receptor__3488">
              <a:extLst>
                <a:ext uri="{FF2B5EF4-FFF2-40B4-BE49-F238E27FC236}">
                  <a16:creationId xmlns:a16="http://schemas.microsoft.com/office/drawing/2014/main" id="{32B15643-6320-45C4-31A7-C224E8FBCEDD}"/>
                </a:ext>
              </a:extLst>
            </p:cNvPr>
            <p:cNvSpPr>
              <a:spLocks noGrp="1"/>
            </p:cNvSpPr>
            <p:nvPr/>
          </p:nvSpPr>
          <p:spPr>
            <a:xfrm>
              <a:off x="5545044" y="2398420"/>
              <a:ext cx="92699" cy="18246"/>
            </a:xfrm>
            <a:custGeom>
              <a:avLst/>
              <a:gdLst/>
              <a:ahLst/>
              <a:cxnLst/>
              <a:rect l="0" t="0" r="0" b="0"/>
              <a:pathLst>
                <a:path w="92699" h="18246">
                  <a:moveTo>
                    <a:pt x="0" y="0"/>
                  </a:moveTo>
                  <a:lnTo>
                    <a:pt x="92699" y="1824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71" name="Candidate_receptor__3489">
              <a:extLst>
                <a:ext uri="{FF2B5EF4-FFF2-40B4-BE49-F238E27FC236}">
                  <a16:creationId xmlns:a16="http://schemas.microsoft.com/office/drawing/2014/main" id="{351DC205-92DB-81C6-AD5D-B5B10B71AC8A}"/>
                </a:ext>
              </a:extLst>
            </p:cNvPr>
            <p:cNvSpPr>
              <a:spLocks noGrp="1"/>
            </p:cNvSpPr>
            <p:nvPr/>
          </p:nvSpPr>
          <p:spPr>
            <a:xfrm>
              <a:off x="4650334" y="3417913"/>
              <a:ext cx="85118" cy="7086"/>
            </a:xfrm>
            <a:custGeom>
              <a:avLst/>
              <a:gdLst/>
              <a:ahLst/>
              <a:cxnLst/>
              <a:rect l="0" t="0" r="0" b="0"/>
              <a:pathLst>
                <a:path w="85118" h="7086">
                  <a:moveTo>
                    <a:pt x="0" y="7086"/>
                  </a:moveTo>
                  <a:lnTo>
                    <a:pt x="85118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72" name="Candidate_receptor__3490">
              <a:extLst>
                <a:ext uri="{FF2B5EF4-FFF2-40B4-BE49-F238E27FC236}">
                  <a16:creationId xmlns:a16="http://schemas.microsoft.com/office/drawing/2014/main" id="{A37F1F75-136D-102E-D2D2-BBF06BE7C2F1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82597"/>
              <a:ext cx="57963" cy="15948"/>
            </a:xfrm>
            <a:custGeom>
              <a:avLst/>
              <a:gdLst/>
              <a:ahLst/>
              <a:cxnLst/>
              <a:rect l="0" t="0" r="0" b="0"/>
              <a:pathLst>
                <a:path w="57963" h="15948">
                  <a:moveTo>
                    <a:pt x="0" y="15948"/>
                  </a:moveTo>
                  <a:lnTo>
                    <a:pt x="5796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73" name="Candidate_receptor__3491">
              <a:extLst>
                <a:ext uri="{FF2B5EF4-FFF2-40B4-BE49-F238E27FC236}">
                  <a16:creationId xmlns:a16="http://schemas.microsoft.com/office/drawing/2014/main" id="{D584290D-1CFF-516A-AAEF-1ABABA31765B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1963699"/>
              <a:ext cx="48686" cy="99512"/>
            </a:xfrm>
            <a:custGeom>
              <a:avLst/>
              <a:gdLst/>
              <a:ahLst/>
              <a:cxnLst/>
              <a:rect l="0" t="0" r="0" b="0"/>
              <a:pathLst>
                <a:path w="48686" h="99512">
                  <a:moveTo>
                    <a:pt x="0" y="99512"/>
                  </a:moveTo>
                  <a:lnTo>
                    <a:pt x="48686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74" name="Candidate_receptor__3492">
              <a:extLst>
                <a:ext uri="{FF2B5EF4-FFF2-40B4-BE49-F238E27FC236}">
                  <a16:creationId xmlns:a16="http://schemas.microsoft.com/office/drawing/2014/main" id="{EA70CE2B-1EC1-941F-C5F7-62A7F23EBE0E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13124"/>
              <a:ext cx="3948" cy="73735"/>
            </a:xfrm>
            <a:custGeom>
              <a:avLst/>
              <a:gdLst/>
              <a:ahLst/>
              <a:cxnLst/>
              <a:rect l="0" t="0" r="0" b="0"/>
              <a:pathLst>
                <a:path w="3948" h="73735">
                  <a:moveTo>
                    <a:pt x="3948" y="0"/>
                  </a:moveTo>
                  <a:lnTo>
                    <a:pt x="0" y="7373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75" name="Candidate_receptor__3493">
              <a:extLst>
                <a:ext uri="{FF2B5EF4-FFF2-40B4-BE49-F238E27FC236}">
                  <a16:creationId xmlns:a16="http://schemas.microsoft.com/office/drawing/2014/main" id="{A545B5B4-BAB4-33A6-3516-D9A4099533BB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686980"/>
              <a:ext cx="25897" cy="34965"/>
            </a:xfrm>
            <a:custGeom>
              <a:avLst/>
              <a:gdLst/>
              <a:ahLst/>
              <a:cxnLst/>
              <a:rect l="0" t="0" r="0" b="0"/>
              <a:pathLst>
                <a:path w="25897" h="34965">
                  <a:moveTo>
                    <a:pt x="25897" y="0"/>
                  </a:moveTo>
                  <a:lnTo>
                    <a:pt x="0" y="349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76" name="Candidate_receptor__3494">
              <a:extLst>
                <a:ext uri="{FF2B5EF4-FFF2-40B4-BE49-F238E27FC236}">
                  <a16:creationId xmlns:a16="http://schemas.microsoft.com/office/drawing/2014/main" id="{9DD716C3-710A-E0FE-0F32-D2526204BC3C}"/>
                </a:ext>
              </a:extLst>
            </p:cNvPr>
            <p:cNvSpPr>
              <a:spLocks noGrp="1"/>
            </p:cNvSpPr>
            <p:nvPr/>
          </p:nvSpPr>
          <p:spPr>
            <a:xfrm>
              <a:off x="4994927" y="3515955"/>
              <a:ext cx="74403" cy="37880"/>
            </a:xfrm>
            <a:custGeom>
              <a:avLst/>
              <a:gdLst/>
              <a:ahLst/>
              <a:cxnLst/>
              <a:rect l="0" t="0" r="0" b="0"/>
              <a:pathLst>
                <a:path w="74403" h="37880">
                  <a:moveTo>
                    <a:pt x="0" y="0"/>
                  </a:moveTo>
                  <a:lnTo>
                    <a:pt x="74403" y="3788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77" name="Candidate_receptor__3495">
              <a:extLst>
                <a:ext uri="{FF2B5EF4-FFF2-40B4-BE49-F238E27FC236}">
                  <a16:creationId xmlns:a16="http://schemas.microsoft.com/office/drawing/2014/main" id="{128BDD76-ED74-1737-4788-A00F0FD4B4A2}"/>
                </a:ext>
              </a:extLst>
            </p:cNvPr>
            <p:cNvSpPr>
              <a:spLocks noGrp="1"/>
            </p:cNvSpPr>
            <p:nvPr/>
          </p:nvSpPr>
          <p:spPr>
            <a:xfrm>
              <a:off x="4730558" y="2525309"/>
              <a:ext cx="71149" cy="81685"/>
            </a:xfrm>
            <a:custGeom>
              <a:avLst/>
              <a:gdLst/>
              <a:ahLst/>
              <a:cxnLst/>
              <a:rect l="0" t="0" r="0" b="0"/>
              <a:pathLst>
                <a:path w="71149" h="81685">
                  <a:moveTo>
                    <a:pt x="71149" y="816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78" name="Candidate_receptor__3496">
              <a:extLst>
                <a:ext uri="{FF2B5EF4-FFF2-40B4-BE49-F238E27FC236}">
                  <a16:creationId xmlns:a16="http://schemas.microsoft.com/office/drawing/2014/main" id="{F3C24519-521D-45FD-FE4B-D8EFF6A4FF4A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56825" cy="68786"/>
            </a:xfrm>
            <a:custGeom>
              <a:avLst/>
              <a:gdLst/>
              <a:ahLst/>
              <a:cxnLst/>
              <a:rect l="0" t="0" r="0" b="0"/>
              <a:pathLst>
                <a:path w="56825" h="68786">
                  <a:moveTo>
                    <a:pt x="0" y="0"/>
                  </a:moveTo>
                  <a:lnTo>
                    <a:pt x="56825" y="6878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79" name="Candidate_receptor__3497">
              <a:extLst>
                <a:ext uri="{FF2B5EF4-FFF2-40B4-BE49-F238E27FC236}">
                  <a16:creationId xmlns:a16="http://schemas.microsoft.com/office/drawing/2014/main" id="{3C076ADA-78C1-1FF4-4A5C-746701718FB0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505489"/>
              <a:ext cx="54021" cy="44730"/>
            </a:xfrm>
            <a:custGeom>
              <a:avLst/>
              <a:gdLst/>
              <a:ahLst/>
              <a:cxnLst/>
              <a:rect l="0" t="0" r="0" b="0"/>
              <a:pathLst>
                <a:path w="54021" h="44730">
                  <a:moveTo>
                    <a:pt x="54021" y="44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80" name="Candidate_receptor__3498">
              <a:extLst>
                <a:ext uri="{FF2B5EF4-FFF2-40B4-BE49-F238E27FC236}">
                  <a16:creationId xmlns:a16="http://schemas.microsoft.com/office/drawing/2014/main" id="{DBA94D0D-A78F-C4A8-1D3C-94E2E2268480}"/>
                </a:ext>
              </a:extLst>
            </p:cNvPr>
            <p:cNvSpPr>
              <a:spLocks noGrp="1"/>
            </p:cNvSpPr>
            <p:nvPr/>
          </p:nvSpPr>
          <p:spPr>
            <a:xfrm>
              <a:off x="4733681" y="2166848"/>
              <a:ext cx="78924" cy="74332"/>
            </a:xfrm>
            <a:custGeom>
              <a:avLst/>
              <a:gdLst/>
              <a:ahLst/>
              <a:cxnLst/>
              <a:rect l="0" t="0" r="0" b="0"/>
              <a:pathLst>
                <a:path w="78924" h="74332">
                  <a:moveTo>
                    <a:pt x="78924" y="0"/>
                  </a:moveTo>
                  <a:lnTo>
                    <a:pt x="0" y="74332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81" name="Candidate_receptor__3499">
              <a:extLst>
                <a:ext uri="{FF2B5EF4-FFF2-40B4-BE49-F238E27FC236}">
                  <a16:creationId xmlns:a16="http://schemas.microsoft.com/office/drawing/2014/main" id="{DAF25943-1E1E-ABE2-DE04-29E27B4DC58C}"/>
                </a:ext>
              </a:extLst>
            </p:cNvPr>
            <p:cNvSpPr>
              <a:spLocks noGrp="1"/>
            </p:cNvSpPr>
            <p:nvPr/>
          </p:nvSpPr>
          <p:spPr>
            <a:xfrm>
              <a:off x="4455339" y="2828139"/>
              <a:ext cx="18990" cy="11419"/>
            </a:xfrm>
            <a:custGeom>
              <a:avLst/>
              <a:gdLst/>
              <a:ahLst/>
              <a:cxnLst/>
              <a:rect l="0" t="0" r="0" b="0"/>
              <a:pathLst>
                <a:path w="18990" h="11419">
                  <a:moveTo>
                    <a:pt x="18990" y="0"/>
                  </a:moveTo>
                  <a:lnTo>
                    <a:pt x="0" y="1141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82" name="Candidate_receptor__3500">
              <a:extLst>
                <a:ext uri="{FF2B5EF4-FFF2-40B4-BE49-F238E27FC236}">
                  <a16:creationId xmlns:a16="http://schemas.microsoft.com/office/drawing/2014/main" id="{E9D9D21F-259A-916C-8DDE-131631DC78B6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806665"/>
              <a:ext cx="48352" cy="49980"/>
            </a:xfrm>
            <a:custGeom>
              <a:avLst/>
              <a:gdLst/>
              <a:ahLst/>
              <a:cxnLst/>
              <a:rect l="0" t="0" r="0" b="0"/>
              <a:pathLst>
                <a:path w="48352" h="49980">
                  <a:moveTo>
                    <a:pt x="0" y="0"/>
                  </a:moveTo>
                  <a:lnTo>
                    <a:pt x="48352" y="4998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53183" name="Candidate_receptor__3501">
              <a:extLst>
                <a:ext uri="{FF2B5EF4-FFF2-40B4-BE49-F238E27FC236}">
                  <a16:creationId xmlns:a16="http://schemas.microsoft.com/office/drawing/2014/main" id="{16A80662-DBFB-6954-664B-CB1EDEF5378E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311961"/>
              <a:ext cx="43488" cy="79737"/>
            </a:xfrm>
            <a:custGeom>
              <a:avLst/>
              <a:gdLst/>
              <a:ahLst/>
              <a:cxnLst/>
              <a:rect l="0" t="0" r="0" b="0"/>
              <a:pathLst>
                <a:path w="43488" h="79737">
                  <a:moveTo>
                    <a:pt x="43488" y="79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53184" name="Candidate_receptor__3502">
              <a:extLst>
                <a:ext uri="{FF2B5EF4-FFF2-40B4-BE49-F238E27FC236}">
                  <a16:creationId xmlns:a16="http://schemas.microsoft.com/office/drawing/2014/main" id="{334083F4-CA15-4D1F-51F3-4A747D6A8779}"/>
                </a:ext>
              </a:extLst>
            </p:cNvPr>
            <p:cNvSpPr>
              <a:spLocks noGrp="1"/>
            </p:cNvSpPr>
            <p:nvPr/>
          </p:nvSpPr>
          <p:spPr>
            <a:xfrm>
              <a:off x="5701875" y="3415421"/>
              <a:ext cx="646" cy="51183"/>
            </a:xfrm>
            <a:custGeom>
              <a:avLst/>
              <a:gdLst/>
              <a:ahLst/>
              <a:cxnLst/>
              <a:rect l="0" t="0" r="0" b="0"/>
              <a:pathLst>
                <a:path w="646" h="51183">
                  <a:moveTo>
                    <a:pt x="646" y="0"/>
                  </a:moveTo>
                  <a:lnTo>
                    <a:pt x="0" y="5118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85" name="Candidate_receptor__3503">
              <a:extLst>
                <a:ext uri="{FF2B5EF4-FFF2-40B4-BE49-F238E27FC236}">
                  <a16:creationId xmlns:a16="http://schemas.microsoft.com/office/drawing/2014/main" id="{7B38413C-A0EE-6570-5611-31A484D8A2E5}"/>
                </a:ext>
              </a:extLst>
            </p:cNvPr>
            <p:cNvSpPr>
              <a:spLocks noGrp="1"/>
            </p:cNvSpPr>
            <p:nvPr/>
          </p:nvSpPr>
          <p:spPr>
            <a:xfrm>
              <a:off x="4343808" y="2518307"/>
              <a:ext cx="1370" cy="91589"/>
            </a:xfrm>
            <a:custGeom>
              <a:avLst/>
              <a:gdLst/>
              <a:ahLst/>
              <a:cxnLst/>
              <a:rect l="0" t="0" r="0" b="0"/>
              <a:pathLst>
                <a:path w="1370" h="91589">
                  <a:moveTo>
                    <a:pt x="1370" y="0"/>
                  </a:moveTo>
                  <a:lnTo>
                    <a:pt x="0" y="9158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53186" name="Candidate_receptor__3504">
              <a:extLst>
                <a:ext uri="{FF2B5EF4-FFF2-40B4-BE49-F238E27FC236}">
                  <a16:creationId xmlns:a16="http://schemas.microsoft.com/office/drawing/2014/main" id="{AA9E01A5-44EA-CA8B-E0FE-A595422EBB4D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16210"/>
              <a:ext cx="57034" cy="42703"/>
            </a:xfrm>
            <a:custGeom>
              <a:avLst/>
              <a:gdLst/>
              <a:ahLst/>
              <a:cxnLst/>
              <a:rect l="0" t="0" r="0" b="0"/>
              <a:pathLst>
                <a:path w="57034" h="42703">
                  <a:moveTo>
                    <a:pt x="57034" y="0"/>
                  </a:moveTo>
                  <a:lnTo>
                    <a:pt x="0" y="42703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53187" name="Candidate_receptor__3505">
              <a:extLst>
                <a:ext uri="{FF2B5EF4-FFF2-40B4-BE49-F238E27FC236}">
                  <a16:creationId xmlns:a16="http://schemas.microsoft.com/office/drawing/2014/main" id="{DD56509C-9F19-C956-0E3F-98210742D2B6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091926"/>
              <a:ext cx="111532" cy="20854"/>
            </a:xfrm>
            <a:custGeom>
              <a:avLst/>
              <a:gdLst/>
              <a:ahLst/>
              <a:cxnLst/>
              <a:rect l="0" t="0" r="0" b="0"/>
              <a:pathLst>
                <a:path w="111532" h="20854">
                  <a:moveTo>
                    <a:pt x="111532" y="0"/>
                  </a:moveTo>
                  <a:lnTo>
                    <a:pt x="0" y="2085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88" name="Candidate_receptor__3506">
              <a:extLst>
                <a:ext uri="{FF2B5EF4-FFF2-40B4-BE49-F238E27FC236}">
                  <a16:creationId xmlns:a16="http://schemas.microsoft.com/office/drawing/2014/main" id="{BF0F1BE1-ADC6-64E0-11CE-E54D2C56A9DC}"/>
                </a:ext>
              </a:extLst>
            </p:cNvPr>
            <p:cNvSpPr>
              <a:spLocks noGrp="1"/>
            </p:cNvSpPr>
            <p:nvPr/>
          </p:nvSpPr>
          <p:spPr>
            <a:xfrm>
              <a:off x="5609615" y="2975834"/>
              <a:ext cx="100711" cy="52414"/>
            </a:xfrm>
            <a:custGeom>
              <a:avLst/>
              <a:gdLst/>
              <a:ahLst/>
              <a:cxnLst/>
              <a:rect l="0" t="0" r="0" b="0"/>
              <a:pathLst>
                <a:path w="100711" h="52414">
                  <a:moveTo>
                    <a:pt x="100711" y="52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89" name="Candidate_receptor__3507">
              <a:extLst>
                <a:ext uri="{FF2B5EF4-FFF2-40B4-BE49-F238E27FC236}">
                  <a16:creationId xmlns:a16="http://schemas.microsoft.com/office/drawing/2014/main" id="{BC124A3A-2890-511A-A5EF-E4F6C266CFB2}"/>
                </a:ext>
              </a:extLst>
            </p:cNvPr>
            <p:cNvSpPr>
              <a:spLocks noGrp="1"/>
            </p:cNvSpPr>
            <p:nvPr/>
          </p:nvSpPr>
          <p:spPr>
            <a:xfrm>
              <a:off x="4812606" y="2133890"/>
              <a:ext cx="108130" cy="32958"/>
            </a:xfrm>
            <a:custGeom>
              <a:avLst/>
              <a:gdLst/>
              <a:ahLst/>
              <a:cxnLst/>
              <a:rect l="0" t="0" r="0" b="0"/>
              <a:pathLst>
                <a:path w="108130" h="32958">
                  <a:moveTo>
                    <a:pt x="108130" y="0"/>
                  </a:moveTo>
                  <a:lnTo>
                    <a:pt x="0" y="32958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53190" name="Candidate_receptor__3508">
              <a:extLst>
                <a:ext uri="{FF2B5EF4-FFF2-40B4-BE49-F238E27FC236}">
                  <a16:creationId xmlns:a16="http://schemas.microsoft.com/office/drawing/2014/main" id="{4689F188-EB9A-BAA8-85F4-5C6D0197B978}"/>
                </a:ext>
              </a:extLst>
            </p:cNvPr>
            <p:cNvSpPr>
              <a:spLocks noGrp="1"/>
            </p:cNvSpPr>
            <p:nvPr/>
          </p:nvSpPr>
          <p:spPr>
            <a:xfrm>
              <a:off x="5785096" y="3344697"/>
              <a:ext cx="61976" cy="90281"/>
            </a:xfrm>
            <a:custGeom>
              <a:avLst/>
              <a:gdLst/>
              <a:ahLst/>
              <a:cxnLst/>
              <a:rect l="0" t="0" r="0" b="0"/>
              <a:pathLst>
                <a:path w="61976" h="90281">
                  <a:moveTo>
                    <a:pt x="61976" y="902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91" name="Candidate_receptor__3509">
              <a:extLst>
                <a:ext uri="{FF2B5EF4-FFF2-40B4-BE49-F238E27FC236}">
                  <a16:creationId xmlns:a16="http://schemas.microsoft.com/office/drawing/2014/main" id="{1AC0F6BA-6E77-613E-9EE9-B20DD5C0DABE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2063211"/>
              <a:ext cx="64951" cy="94143"/>
            </a:xfrm>
            <a:custGeom>
              <a:avLst/>
              <a:gdLst/>
              <a:ahLst/>
              <a:cxnLst/>
              <a:rect l="0" t="0" r="0" b="0"/>
              <a:pathLst>
                <a:path w="64951" h="94143">
                  <a:moveTo>
                    <a:pt x="64951" y="941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53192" name="Candidate_receptor__3510">
              <a:extLst>
                <a:ext uri="{FF2B5EF4-FFF2-40B4-BE49-F238E27FC236}">
                  <a16:creationId xmlns:a16="http://schemas.microsoft.com/office/drawing/2014/main" id="{070AB542-6E55-0450-BA2A-F538F022E5FA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709433"/>
              <a:ext cx="12269" cy="99667"/>
            </a:xfrm>
            <a:custGeom>
              <a:avLst/>
              <a:gdLst/>
              <a:ahLst/>
              <a:cxnLst/>
              <a:rect l="0" t="0" r="0" b="0"/>
              <a:pathLst>
                <a:path w="12269" h="99667">
                  <a:moveTo>
                    <a:pt x="12269" y="99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93" name="Candidate_receptor__3511">
              <a:extLst>
                <a:ext uri="{FF2B5EF4-FFF2-40B4-BE49-F238E27FC236}">
                  <a16:creationId xmlns:a16="http://schemas.microsoft.com/office/drawing/2014/main" id="{7A82FD17-BC0D-0CBD-0088-F75DDC55C754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24317" cy="103223"/>
            </a:xfrm>
            <a:custGeom>
              <a:avLst/>
              <a:gdLst/>
              <a:ahLst/>
              <a:cxnLst/>
              <a:rect l="0" t="0" r="0" b="0"/>
              <a:pathLst>
                <a:path w="24317" h="103223">
                  <a:moveTo>
                    <a:pt x="0" y="0"/>
                  </a:moveTo>
                  <a:lnTo>
                    <a:pt x="24317" y="10322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94" name="Candidate_receptor__3512">
              <a:extLst>
                <a:ext uri="{FF2B5EF4-FFF2-40B4-BE49-F238E27FC236}">
                  <a16:creationId xmlns:a16="http://schemas.microsoft.com/office/drawing/2014/main" id="{BC589B74-98D2-9BEF-DCC5-C68C9F3A4E93}"/>
                </a:ext>
              </a:extLst>
            </p:cNvPr>
            <p:cNvSpPr>
              <a:spLocks noGrp="1"/>
            </p:cNvSpPr>
            <p:nvPr/>
          </p:nvSpPr>
          <p:spPr>
            <a:xfrm>
              <a:off x="4260689" y="2474852"/>
              <a:ext cx="84489" cy="43455"/>
            </a:xfrm>
            <a:custGeom>
              <a:avLst/>
              <a:gdLst/>
              <a:ahLst/>
              <a:cxnLst/>
              <a:rect l="0" t="0" r="0" b="0"/>
              <a:pathLst>
                <a:path w="84489" h="43455">
                  <a:moveTo>
                    <a:pt x="0" y="0"/>
                  </a:moveTo>
                  <a:lnTo>
                    <a:pt x="84489" y="4345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95" name="Candidate_receptor__3513">
              <a:extLst>
                <a:ext uri="{FF2B5EF4-FFF2-40B4-BE49-F238E27FC236}">
                  <a16:creationId xmlns:a16="http://schemas.microsoft.com/office/drawing/2014/main" id="{D85E3ED3-0557-799F-8BAB-68D6575CE064}"/>
                </a:ext>
              </a:extLst>
            </p:cNvPr>
            <p:cNvSpPr>
              <a:spLocks noGrp="1"/>
            </p:cNvSpPr>
            <p:nvPr/>
          </p:nvSpPr>
          <p:spPr>
            <a:xfrm>
              <a:off x="5981043" y="3091926"/>
              <a:ext cx="16743" cy="113918"/>
            </a:xfrm>
            <a:custGeom>
              <a:avLst/>
              <a:gdLst/>
              <a:ahLst/>
              <a:cxnLst/>
              <a:rect l="0" t="0" r="0" b="0"/>
              <a:pathLst>
                <a:path w="16743" h="113918">
                  <a:moveTo>
                    <a:pt x="16743" y="1139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96" name="Candidate_receptor__3514">
              <a:extLst>
                <a:ext uri="{FF2B5EF4-FFF2-40B4-BE49-F238E27FC236}">
                  <a16:creationId xmlns:a16="http://schemas.microsoft.com/office/drawing/2014/main" id="{BD249B75-2F8E-5F67-67B2-F62E273A1FF7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217446"/>
              <a:ext cx="38927" cy="94515"/>
            </a:xfrm>
            <a:custGeom>
              <a:avLst/>
              <a:gdLst/>
              <a:ahLst/>
              <a:cxnLst/>
              <a:rect l="0" t="0" r="0" b="0"/>
              <a:pathLst>
                <a:path w="38927" h="94515">
                  <a:moveTo>
                    <a:pt x="0" y="94515"/>
                  </a:moveTo>
                  <a:lnTo>
                    <a:pt x="3892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97" name="Candidate_receptor__3515">
              <a:extLst>
                <a:ext uri="{FF2B5EF4-FFF2-40B4-BE49-F238E27FC236}">
                  <a16:creationId xmlns:a16="http://schemas.microsoft.com/office/drawing/2014/main" id="{B90580F3-BA6F-5D8F-B813-EAA5BF69E68F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511376"/>
              <a:ext cx="13784" cy="4814"/>
            </a:xfrm>
            <a:custGeom>
              <a:avLst/>
              <a:gdLst/>
              <a:ahLst/>
              <a:cxnLst/>
              <a:rect l="0" t="0" r="0" b="0"/>
              <a:pathLst>
                <a:path w="13784" h="4814">
                  <a:moveTo>
                    <a:pt x="13784" y="48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98" name="Candidate_receptor__3516">
              <a:extLst>
                <a:ext uri="{FF2B5EF4-FFF2-40B4-BE49-F238E27FC236}">
                  <a16:creationId xmlns:a16="http://schemas.microsoft.com/office/drawing/2014/main" id="{5453CB2F-3470-E525-15B2-D84D34BA96BA}"/>
                </a:ext>
              </a:extLst>
            </p:cNvPr>
            <p:cNvSpPr>
              <a:spLocks noGrp="1"/>
            </p:cNvSpPr>
            <p:nvPr/>
          </p:nvSpPr>
          <p:spPr>
            <a:xfrm>
              <a:off x="4542445" y="3886140"/>
              <a:ext cx="7144" cy="44603"/>
            </a:xfrm>
            <a:custGeom>
              <a:avLst/>
              <a:gdLst/>
              <a:ahLst/>
              <a:cxnLst/>
              <a:rect l="0" t="0" r="0" b="0"/>
              <a:pathLst>
                <a:path w="7144" h="44603">
                  <a:moveTo>
                    <a:pt x="7144" y="446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53199" name="Candidate_receptor__3517">
              <a:extLst>
                <a:ext uri="{FF2B5EF4-FFF2-40B4-BE49-F238E27FC236}">
                  <a16:creationId xmlns:a16="http://schemas.microsoft.com/office/drawing/2014/main" id="{989640DE-0099-25B3-0E32-E50201418A7B}"/>
                </a:ext>
              </a:extLst>
            </p:cNvPr>
            <p:cNvSpPr>
              <a:spLocks noGrp="1"/>
            </p:cNvSpPr>
            <p:nvPr/>
          </p:nvSpPr>
          <p:spPr>
            <a:xfrm>
              <a:off x="5475012" y="1914883"/>
              <a:ext cx="49960" cy="48817"/>
            </a:xfrm>
            <a:custGeom>
              <a:avLst/>
              <a:gdLst/>
              <a:ahLst/>
              <a:cxnLst/>
              <a:rect l="0" t="0" r="0" b="0"/>
              <a:pathLst>
                <a:path w="49960" h="48817">
                  <a:moveTo>
                    <a:pt x="0" y="48817"/>
                  </a:moveTo>
                  <a:lnTo>
                    <a:pt x="4996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53200" name="Candidate_receptor__3518">
              <a:extLst>
                <a:ext uri="{FF2B5EF4-FFF2-40B4-BE49-F238E27FC236}">
                  <a16:creationId xmlns:a16="http://schemas.microsoft.com/office/drawing/2014/main" id="{A05C0F92-D527-2625-530B-EFA1CCB396F6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493299"/>
              <a:ext cx="100473" cy="9630"/>
            </a:xfrm>
            <a:custGeom>
              <a:avLst/>
              <a:gdLst/>
              <a:ahLst/>
              <a:cxnLst/>
              <a:rect l="0" t="0" r="0" b="0"/>
              <a:pathLst>
                <a:path w="100473" h="9630">
                  <a:moveTo>
                    <a:pt x="0" y="9630"/>
                  </a:moveTo>
                  <a:lnTo>
                    <a:pt x="100473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01" name="Candidate_receptor__3519">
              <a:extLst>
                <a:ext uri="{FF2B5EF4-FFF2-40B4-BE49-F238E27FC236}">
                  <a16:creationId xmlns:a16="http://schemas.microsoft.com/office/drawing/2014/main" id="{D71223F5-ABCC-E858-1959-08D15430AE84}"/>
                </a:ext>
              </a:extLst>
            </p:cNvPr>
            <p:cNvSpPr>
              <a:spLocks noGrp="1"/>
            </p:cNvSpPr>
            <p:nvPr/>
          </p:nvSpPr>
          <p:spPr>
            <a:xfrm>
              <a:off x="5447121" y="2776611"/>
              <a:ext cx="33624" cy="90324"/>
            </a:xfrm>
            <a:custGeom>
              <a:avLst/>
              <a:gdLst/>
              <a:ahLst/>
              <a:cxnLst/>
              <a:rect l="0" t="0" r="0" b="0"/>
              <a:pathLst>
                <a:path w="33624" h="90324">
                  <a:moveTo>
                    <a:pt x="33624" y="0"/>
                  </a:moveTo>
                  <a:lnTo>
                    <a:pt x="0" y="90324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02" name="Candidate_receptor__3520">
              <a:extLst>
                <a:ext uri="{FF2B5EF4-FFF2-40B4-BE49-F238E27FC236}">
                  <a16:creationId xmlns:a16="http://schemas.microsoft.com/office/drawing/2014/main" id="{DBBEC9B2-D6F4-B2C8-E933-7AD46DD80F9C}"/>
                </a:ext>
              </a:extLst>
            </p:cNvPr>
            <p:cNvSpPr>
              <a:spLocks noGrp="1"/>
            </p:cNvSpPr>
            <p:nvPr/>
          </p:nvSpPr>
          <p:spPr>
            <a:xfrm>
              <a:off x="5178532" y="2955963"/>
              <a:ext cx="19890" cy="1414"/>
            </a:xfrm>
            <a:custGeom>
              <a:avLst/>
              <a:gdLst/>
              <a:ahLst/>
              <a:cxnLst/>
              <a:rect l="0" t="0" r="0" b="0"/>
              <a:pathLst>
                <a:path w="19890" h="1414">
                  <a:moveTo>
                    <a:pt x="0" y="1414"/>
                  </a:moveTo>
                  <a:lnTo>
                    <a:pt x="1989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03" name="Candidate_receptor__3521">
              <a:extLst>
                <a:ext uri="{FF2B5EF4-FFF2-40B4-BE49-F238E27FC236}">
                  <a16:creationId xmlns:a16="http://schemas.microsoft.com/office/drawing/2014/main" id="{1625CB74-0C04-3288-877A-B91CDF2BDE7F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59513" cy="52299"/>
            </a:xfrm>
            <a:custGeom>
              <a:avLst/>
              <a:gdLst/>
              <a:ahLst/>
              <a:cxnLst/>
              <a:rect l="0" t="0" r="0" b="0"/>
              <a:pathLst>
                <a:path w="59513" h="52299">
                  <a:moveTo>
                    <a:pt x="59513" y="522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04" name="Candidate_receptor__3522">
              <a:extLst>
                <a:ext uri="{FF2B5EF4-FFF2-40B4-BE49-F238E27FC236}">
                  <a16:creationId xmlns:a16="http://schemas.microsoft.com/office/drawing/2014/main" id="{5B9B83A2-1FE1-4763-DE44-F4A1BD46DD4B}"/>
                </a:ext>
              </a:extLst>
            </p:cNvPr>
            <p:cNvSpPr>
              <a:spLocks noGrp="1"/>
            </p:cNvSpPr>
            <p:nvPr/>
          </p:nvSpPr>
          <p:spPr>
            <a:xfrm>
              <a:off x="5491278" y="2114297"/>
              <a:ext cx="101946" cy="43058"/>
            </a:xfrm>
            <a:custGeom>
              <a:avLst/>
              <a:gdLst/>
              <a:ahLst/>
              <a:cxnLst/>
              <a:rect l="0" t="0" r="0" b="0"/>
              <a:pathLst>
                <a:path w="101946" h="43058">
                  <a:moveTo>
                    <a:pt x="101946" y="0"/>
                  </a:moveTo>
                  <a:lnTo>
                    <a:pt x="0" y="43058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05" name="Candidate_receptor__3523">
              <a:extLst>
                <a:ext uri="{FF2B5EF4-FFF2-40B4-BE49-F238E27FC236}">
                  <a16:creationId xmlns:a16="http://schemas.microsoft.com/office/drawing/2014/main" id="{ADA4C651-6912-2347-663C-20F993E29AE5}"/>
                </a:ext>
              </a:extLst>
            </p:cNvPr>
            <p:cNvSpPr>
              <a:spLocks noGrp="1"/>
            </p:cNvSpPr>
            <p:nvPr/>
          </p:nvSpPr>
          <p:spPr>
            <a:xfrm>
              <a:off x="4137114" y="2549157"/>
              <a:ext cx="68768" cy="26515"/>
            </a:xfrm>
            <a:custGeom>
              <a:avLst/>
              <a:gdLst/>
              <a:ahLst/>
              <a:cxnLst/>
              <a:rect l="0" t="0" r="0" b="0"/>
              <a:pathLst>
                <a:path w="68768" h="26515">
                  <a:moveTo>
                    <a:pt x="0" y="0"/>
                  </a:moveTo>
                  <a:lnTo>
                    <a:pt x="68768" y="2651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06" name="Candidate_receptor__3524">
              <a:extLst>
                <a:ext uri="{FF2B5EF4-FFF2-40B4-BE49-F238E27FC236}">
                  <a16:creationId xmlns:a16="http://schemas.microsoft.com/office/drawing/2014/main" id="{2A38D4B8-E430-6AF5-BED6-5F9DC190184C}"/>
                </a:ext>
              </a:extLst>
            </p:cNvPr>
            <p:cNvSpPr>
              <a:spLocks noGrp="1"/>
            </p:cNvSpPr>
            <p:nvPr/>
          </p:nvSpPr>
          <p:spPr>
            <a:xfrm>
              <a:off x="5454641" y="3079022"/>
              <a:ext cx="108056" cy="35151"/>
            </a:xfrm>
            <a:custGeom>
              <a:avLst/>
              <a:gdLst/>
              <a:ahLst/>
              <a:cxnLst/>
              <a:rect l="0" t="0" r="0" b="0"/>
              <a:pathLst>
                <a:path w="108056" h="35151">
                  <a:moveTo>
                    <a:pt x="108056" y="351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07" name="Candidate_receptor__3525">
              <a:extLst>
                <a:ext uri="{FF2B5EF4-FFF2-40B4-BE49-F238E27FC236}">
                  <a16:creationId xmlns:a16="http://schemas.microsoft.com/office/drawing/2014/main" id="{941D0971-8213-A013-C4FD-EDB6685A1FD2}"/>
                </a:ext>
              </a:extLst>
            </p:cNvPr>
            <p:cNvSpPr>
              <a:spLocks noGrp="1"/>
            </p:cNvSpPr>
            <p:nvPr/>
          </p:nvSpPr>
          <p:spPr>
            <a:xfrm>
              <a:off x="4829664" y="3938144"/>
              <a:ext cx="96550" cy="31439"/>
            </a:xfrm>
            <a:custGeom>
              <a:avLst/>
              <a:gdLst/>
              <a:ahLst/>
              <a:cxnLst/>
              <a:rect l="0" t="0" r="0" b="0"/>
              <a:pathLst>
                <a:path w="96550" h="31439">
                  <a:moveTo>
                    <a:pt x="96550" y="0"/>
                  </a:moveTo>
                  <a:lnTo>
                    <a:pt x="0" y="3143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08" name="Candidate_receptor__3526">
              <a:extLst>
                <a:ext uri="{FF2B5EF4-FFF2-40B4-BE49-F238E27FC236}">
                  <a16:creationId xmlns:a16="http://schemas.microsoft.com/office/drawing/2014/main" id="{F786DF5B-7A2A-8E74-DDBB-006E671D6055}"/>
                </a:ext>
              </a:extLst>
            </p:cNvPr>
            <p:cNvSpPr>
              <a:spLocks noGrp="1"/>
            </p:cNvSpPr>
            <p:nvPr/>
          </p:nvSpPr>
          <p:spPr>
            <a:xfrm>
              <a:off x="5237186" y="2321767"/>
              <a:ext cx="5186" cy="41831"/>
            </a:xfrm>
            <a:custGeom>
              <a:avLst/>
              <a:gdLst/>
              <a:ahLst/>
              <a:cxnLst/>
              <a:rect l="0" t="0" r="0" b="0"/>
              <a:pathLst>
                <a:path w="5186" h="41831">
                  <a:moveTo>
                    <a:pt x="5186" y="41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09" name="Candidate_receptor__3527">
              <a:extLst>
                <a:ext uri="{FF2B5EF4-FFF2-40B4-BE49-F238E27FC236}">
                  <a16:creationId xmlns:a16="http://schemas.microsoft.com/office/drawing/2014/main" id="{FEF1DF80-2FE6-D295-382C-E3789E5F05ED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90177"/>
              <a:ext cx="41332" cy="104372"/>
            </a:xfrm>
            <a:custGeom>
              <a:avLst/>
              <a:gdLst/>
              <a:ahLst/>
              <a:cxnLst/>
              <a:rect l="0" t="0" r="0" b="0"/>
              <a:pathLst>
                <a:path w="41332" h="104372">
                  <a:moveTo>
                    <a:pt x="0" y="0"/>
                  </a:moveTo>
                  <a:lnTo>
                    <a:pt x="41332" y="10437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10" name="Candidate_receptor__3528">
              <a:extLst>
                <a:ext uri="{FF2B5EF4-FFF2-40B4-BE49-F238E27FC236}">
                  <a16:creationId xmlns:a16="http://schemas.microsoft.com/office/drawing/2014/main" id="{FD63CE38-CDD6-A271-0C30-E27B52B87C0F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112780"/>
              <a:ext cx="5238" cy="84363"/>
            </a:xfrm>
            <a:custGeom>
              <a:avLst/>
              <a:gdLst/>
              <a:ahLst/>
              <a:cxnLst/>
              <a:rect l="0" t="0" r="0" b="0"/>
              <a:pathLst>
                <a:path w="5238" h="84363">
                  <a:moveTo>
                    <a:pt x="0" y="0"/>
                  </a:moveTo>
                  <a:lnTo>
                    <a:pt x="5238" y="84363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11" name="Candidate_receptor__3529">
              <a:extLst>
                <a:ext uri="{FF2B5EF4-FFF2-40B4-BE49-F238E27FC236}">
                  <a16:creationId xmlns:a16="http://schemas.microsoft.com/office/drawing/2014/main" id="{408EF375-410C-21B0-F79C-E23B97D48756}"/>
                </a:ext>
              </a:extLst>
            </p:cNvPr>
            <p:cNvSpPr>
              <a:spLocks noGrp="1"/>
            </p:cNvSpPr>
            <p:nvPr/>
          </p:nvSpPr>
          <p:spPr>
            <a:xfrm>
              <a:off x="5593224" y="2114297"/>
              <a:ext cx="110499" cy="31312"/>
            </a:xfrm>
            <a:custGeom>
              <a:avLst/>
              <a:gdLst/>
              <a:ahLst/>
              <a:cxnLst/>
              <a:rect l="0" t="0" r="0" b="0"/>
              <a:pathLst>
                <a:path w="110499" h="31312">
                  <a:moveTo>
                    <a:pt x="110499" y="313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12" name="Candidate_receptor__3530">
              <a:extLst>
                <a:ext uri="{FF2B5EF4-FFF2-40B4-BE49-F238E27FC236}">
                  <a16:creationId xmlns:a16="http://schemas.microsoft.com/office/drawing/2014/main" id="{BC5FC9EE-E57D-0B93-D660-7E3AF56998A1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648130"/>
              <a:ext cx="97374" cy="61303"/>
            </a:xfrm>
            <a:custGeom>
              <a:avLst/>
              <a:gdLst/>
              <a:ahLst/>
              <a:cxnLst/>
              <a:rect l="0" t="0" r="0" b="0"/>
              <a:pathLst>
                <a:path w="97374" h="61303">
                  <a:moveTo>
                    <a:pt x="0" y="61303"/>
                  </a:moveTo>
                  <a:lnTo>
                    <a:pt x="97374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13" name="Candidate_receptor__3531">
              <a:extLst>
                <a:ext uri="{FF2B5EF4-FFF2-40B4-BE49-F238E27FC236}">
                  <a16:creationId xmlns:a16="http://schemas.microsoft.com/office/drawing/2014/main" id="{FB377221-6AAE-D724-6699-3A07DD26BF18}"/>
                </a:ext>
              </a:extLst>
            </p:cNvPr>
            <p:cNvSpPr>
              <a:spLocks noGrp="1"/>
            </p:cNvSpPr>
            <p:nvPr/>
          </p:nvSpPr>
          <p:spPr>
            <a:xfrm>
              <a:off x="4248156" y="3046362"/>
              <a:ext cx="12106" cy="39840"/>
            </a:xfrm>
            <a:custGeom>
              <a:avLst/>
              <a:gdLst/>
              <a:ahLst/>
              <a:cxnLst/>
              <a:rect l="0" t="0" r="0" b="0"/>
              <a:pathLst>
                <a:path w="12106" h="39840">
                  <a:moveTo>
                    <a:pt x="0" y="0"/>
                  </a:moveTo>
                  <a:lnTo>
                    <a:pt x="12106" y="3984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14" name="Candidate_receptor__3532">
              <a:extLst>
                <a:ext uri="{FF2B5EF4-FFF2-40B4-BE49-F238E27FC236}">
                  <a16:creationId xmlns:a16="http://schemas.microsoft.com/office/drawing/2014/main" id="{99DF466C-908B-DB68-3613-F6E28228119E}"/>
                </a:ext>
              </a:extLst>
            </p:cNvPr>
            <p:cNvSpPr>
              <a:spLocks noGrp="1"/>
            </p:cNvSpPr>
            <p:nvPr/>
          </p:nvSpPr>
          <p:spPr>
            <a:xfrm>
              <a:off x="3999106" y="2444180"/>
              <a:ext cx="112878" cy="12532"/>
            </a:xfrm>
            <a:custGeom>
              <a:avLst/>
              <a:gdLst/>
              <a:ahLst/>
              <a:cxnLst/>
              <a:rect l="0" t="0" r="0" b="0"/>
              <a:pathLst>
                <a:path w="112878" h="12532">
                  <a:moveTo>
                    <a:pt x="0" y="12532"/>
                  </a:moveTo>
                  <a:lnTo>
                    <a:pt x="11287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15" name="Candidate_receptor__3533">
              <a:extLst>
                <a:ext uri="{FF2B5EF4-FFF2-40B4-BE49-F238E27FC236}">
                  <a16:creationId xmlns:a16="http://schemas.microsoft.com/office/drawing/2014/main" id="{9ED7C3D3-0DBA-4CF5-2E5B-3F4818AA2EAA}"/>
                </a:ext>
              </a:extLst>
            </p:cNvPr>
            <p:cNvSpPr>
              <a:spLocks noGrp="1"/>
            </p:cNvSpPr>
            <p:nvPr/>
          </p:nvSpPr>
          <p:spPr>
            <a:xfrm>
              <a:off x="5872966" y="2007964"/>
              <a:ext cx="93623" cy="60378"/>
            </a:xfrm>
            <a:custGeom>
              <a:avLst/>
              <a:gdLst/>
              <a:ahLst/>
              <a:cxnLst/>
              <a:rect l="0" t="0" r="0" b="0"/>
              <a:pathLst>
                <a:path w="93623" h="60378">
                  <a:moveTo>
                    <a:pt x="93623" y="0"/>
                  </a:moveTo>
                  <a:lnTo>
                    <a:pt x="0" y="6037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16" name="Candidate_receptor__3534">
              <a:extLst>
                <a:ext uri="{FF2B5EF4-FFF2-40B4-BE49-F238E27FC236}">
                  <a16:creationId xmlns:a16="http://schemas.microsoft.com/office/drawing/2014/main" id="{2A730295-C5D1-4E9A-F5C6-9C49CC2E93EB}"/>
                </a:ext>
              </a:extLst>
            </p:cNvPr>
            <p:cNvSpPr>
              <a:spLocks noGrp="1"/>
            </p:cNvSpPr>
            <p:nvPr/>
          </p:nvSpPr>
          <p:spPr>
            <a:xfrm>
              <a:off x="5918916" y="1741222"/>
              <a:ext cx="46829" cy="49921"/>
            </a:xfrm>
            <a:custGeom>
              <a:avLst/>
              <a:gdLst/>
              <a:ahLst/>
              <a:cxnLst/>
              <a:rect l="0" t="0" r="0" b="0"/>
              <a:pathLst>
                <a:path w="46829" h="49921">
                  <a:moveTo>
                    <a:pt x="0" y="49921"/>
                  </a:moveTo>
                  <a:lnTo>
                    <a:pt x="46829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17" name="Candidate_receptor__3535">
              <a:extLst>
                <a:ext uri="{FF2B5EF4-FFF2-40B4-BE49-F238E27FC236}">
                  <a16:creationId xmlns:a16="http://schemas.microsoft.com/office/drawing/2014/main" id="{F63C1FB3-6EB2-8994-5CC5-F00A8245F018}"/>
                </a:ext>
              </a:extLst>
            </p:cNvPr>
            <p:cNvSpPr>
              <a:spLocks noGrp="1"/>
            </p:cNvSpPr>
            <p:nvPr/>
          </p:nvSpPr>
          <p:spPr>
            <a:xfrm>
              <a:off x="5764656" y="2051600"/>
              <a:ext cx="108310" cy="16743"/>
            </a:xfrm>
            <a:custGeom>
              <a:avLst/>
              <a:gdLst/>
              <a:ahLst/>
              <a:cxnLst/>
              <a:rect l="0" t="0" r="0" b="0"/>
              <a:pathLst>
                <a:path w="108310" h="16743">
                  <a:moveTo>
                    <a:pt x="108310" y="16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18" name="Candidate_receptor__3536">
              <a:extLst>
                <a:ext uri="{FF2B5EF4-FFF2-40B4-BE49-F238E27FC236}">
                  <a16:creationId xmlns:a16="http://schemas.microsoft.com/office/drawing/2014/main" id="{1CBFA6A7-99B9-77A1-EA38-2CE6F136AEA9}"/>
                </a:ext>
              </a:extLst>
            </p:cNvPr>
            <p:cNvSpPr>
              <a:spLocks noGrp="1"/>
            </p:cNvSpPr>
            <p:nvPr/>
          </p:nvSpPr>
          <p:spPr>
            <a:xfrm>
              <a:off x="3601423" y="3000431"/>
              <a:ext cx="94175" cy="30108"/>
            </a:xfrm>
            <a:custGeom>
              <a:avLst/>
              <a:gdLst/>
              <a:ahLst/>
              <a:cxnLst/>
              <a:rect l="0" t="0" r="0" b="0"/>
              <a:pathLst>
                <a:path w="94175" h="30108">
                  <a:moveTo>
                    <a:pt x="0" y="30108"/>
                  </a:moveTo>
                  <a:lnTo>
                    <a:pt x="94175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19" name="Candidate_receptor__3537">
              <a:extLst>
                <a:ext uri="{FF2B5EF4-FFF2-40B4-BE49-F238E27FC236}">
                  <a16:creationId xmlns:a16="http://schemas.microsoft.com/office/drawing/2014/main" id="{B59754CD-FE1D-D1F3-E8B8-0DD4E67639F6}"/>
                </a:ext>
              </a:extLst>
            </p:cNvPr>
            <p:cNvSpPr>
              <a:spLocks noGrp="1"/>
            </p:cNvSpPr>
            <p:nvPr/>
          </p:nvSpPr>
          <p:spPr>
            <a:xfrm>
              <a:off x="3811163" y="3187696"/>
              <a:ext cx="32760" cy="70145"/>
            </a:xfrm>
            <a:custGeom>
              <a:avLst/>
              <a:gdLst/>
              <a:ahLst/>
              <a:cxnLst/>
              <a:rect l="0" t="0" r="0" b="0"/>
              <a:pathLst>
                <a:path w="32760" h="70145">
                  <a:moveTo>
                    <a:pt x="32760" y="0"/>
                  </a:moveTo>
                  <a:lnTo>
                    <a:pt x="0" y="7014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20" name="Candidate_receptor__3538">
              <a:extLst>
                <a:ext uri="{FF2B5EF4-FFF2-40B4-BE49-F238E27FC236}">
                  <a16:creationId xmlns:a16="http://schemas.microsoft.com/office/drawing/2014/main" id="{0D2A4E91-29C2-FDF6-1A92-9B66358F803E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708630"/>
              <a:ext cx="57728" cy="98035"/>
            </a:xfrm>
            <a:custGeom>
              <a:avLst/>
              <a:gdLst/>
              <a:ahLst/>
              <a:cxnLst/>
              <a:rect l="0" t="0" r="0" b="0"/>
              <a:pathLst>
                <a:path w="57728" h="98035">
                  <a:moveTo>
                    <a:pt x="57728" y="0"/>
                  </a:moveTo>
                  <a:lnTo>
                    <a:pt x="0" y="9803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21" name="Candidate_receptor__3539">
              <a:extLst>
                <a:ext uri="{FF2B5EF4-FFF2-40B4-BE49-F238E27FC236}">
                  <a16:creationId xmlns:a16="http://schemas.microsoft.com/office/drawing/2014/main" id="{F79D0F1A-0A91-E698-3C3C-C31F9127FA0D}"/>
                </a:ext>
              </a:extLst>
            </p:cNvPr>
            <p:cNvSpPr>
              <a:spLocks noGrp="1"/>
            </p:cNvSpPr>
            <p:nvPr/>
          </p:nvSpPr>
          <p:spPr>
            <a:xfrm>
              <a:off x="4345107" y="2813124"/>
              <a:ext cx="110231" cy="26435"/>
            </a:xfrm>
            <a:custGeom>
              <a:avLst/>
              <a:gdLst/>
              <a:ahLst/>
              <a:cxnLst/>
              <a:rect l="0" t="0" r="0" b="0"/>
              <a:pathLst>
                <a:path w="110231" h="26435">
                  <a:moveTo>
                    <a:pt x="110231" y="264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22" name="Candidate_receptor__3540">
              <a:extLst>
                <a:ext uri="{FF2B5EF4-FFF2-40B4-BE49-F238E27FC236}">
                  <a16:creationId xmlns:a16="http://schemas.microsoft.com/office/drawing/2014/main" id="{74E0FA76-E5A1-3AFF-48A6-67330FD9F167}"/>
                </a:ext>
              </a:extLst>
            </p:cNvPr>
            <p:cNvSpPr>
              <a:spLocks noGrp="1"/>
            </p:cNvSpPr>
            <p:nvPr/>
          </p:nvSpPr>
          <p:spPr>
            <a:xfrm>
              <a:off x="4456780" y="2686980"/>
              <a:ext cx="112671" cy="19629"/>
            </a:xfrm>
            <a:custGeom>
              <a:avLst/>
              <a:gdLst/>
              <a:ahLst/>
              <a:cxnLst/>
              <a:rect l="0" t="0" r="0" b="0"/>
              <a:pathLst>
                <a:path w="112671" h="19629">
                  <a:moveTo>
                    <a:pt x="112671" y="19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23" name="Candidate_receptor__3541">
              <a:extLst>
                <a:ext uri="{FF2B5EF4-FFF2-40B4-BE49-F238E27FC236}">
                  <a16:creationId xmlns:a16="http://schemas.microsoft.com/office/drawing/2014/main" id="{63C901DA-7EB2-602E-57B3-68636001659E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328588"/>
              <a:ext cx="56680" cy="98814"/>
            </a:xfrm>
            <a:custGeom>
              <a:avLst/>
              <a:gdLst/>
              <a:ahLst/>
              <a:cxnLst/>
              <a:rect l="0" t="0" r="0" b="0"/>
              <a:pathLst>
                <a:path w="56680" h="98814">
                  <a:moveTo>
                    <a:pt x="56680" y="0"/>
                  </a:moveTo>
                  <a:lnTo>
                    <a:pt x="0" y="9881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24" name="Candidate_receptor__3542">
              <a:extLst>
                <a:ext uri="{FF2B5EF4-FFF2-40B4-BE49-F238E27FC236}">
                  <a16:creationId xmlns:a16="http://schemas.microsoft.com/office/drawing/2014/main" id="{24A61E6A-7EC8-8564-7988-5A897254BD7C}"/>
                </a:ext>
              </a:extLst>
            </p:cNvPr>
            <p:cNvSpPr>
              <a:spLocks noGrp="1"/>
            </p:cNvSpPr>
            <p:nvPr/>
          </p:nvSpPr>
          <p:spPr>
            <a:xfrm>
              <a:off x="5703723" y="2051600"/>
              <a:ext cx="60933" cy="94008"/>
            </a:xfrm>
            <a:custGeom>
              <a:avLst/>
              <a:gdLst/>
              <a:ahLst/>
              <a:cxnLst/>
              <a:rect l="0" t="0" r="0" b="0"/>
              <a:pathLst>
                <a:path w="60933" h="94008">
                  <a:moveTo>
                    <a:pt x="60933" y="0"/>
                  </a:moveTo>
                  <a:lnTo>
                    <a:pt x="0" y="9400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25" name="Candidate_receptor__3543">
              <a:extLst>
                <a:ext uri="{FF2B5EF4-FFF2-40B4-BE49-F238E27FC236}">
                  <a16:creationId xmlns:a16="http://schemas.microsoft.com/office/drawing/2014/main" id="{51F0F673-0EE6-DC99-F772-1724258144C4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67718"/>
              <a:ext cx="11665" cy="97202"/>
            </a:xfrm>
            <a:custGeom>
              <a:avLst/>
              <a:gdLst/>
              <a:ahLst/>
              <a:cxnLst/>
              <a:rect l="0" t="0" r="0" b="0"/>
              <a:pathLst>
                <a:path w="11665" h="97202">
                  <a:moveTo>
                    <a:pt x="11665" y="97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26" name="Candidate_receptor__3544">
              <a:extLst>
                <a:ext uri="{FF2B5EF4-FFF2-40B4-BE49-F238E27FC236}">
                  <a16:creationId xmlns:a16="http://schemas.microsoft.com/office/drawing/2014/main" id="{FDFC17EB-7C35-53FF-8906-AD4ACCB74312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78109"/>
              <a:ext cx="2046" cy="113118"/>
            </a:xfrm>
            <a:custGeom>
              <a:avLst/>
              <a:gdLst/>
              <a:ahLst/>
              <a:cxnLst/>
              <a:rect l="0" t="0" r="0" b="0"/>
              <a:pathLst>
                <a:path w="2046" h="113118">
                  <a:moveTo>
                    <a:pt x="2046" y="1131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27" name="Candidate_receptor__3545">
              <a:extLst>
                <a:ext uri="{FF2B5EF4-FFF2-40B4-BE49-F238E27FC236}">
                  <a16:creationId xmlns:a16="http://schemas.microsoft.com/office/drawing/2014/main" id="{E53501AA-511B-4681-ABD7-4845EE71A8E2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20854"/>
              <a:ext cx="27378" cy="20988"/>
            </a:xfrm>
            <a:custGeom>
              <a:avLst/>
              <a:gdLst/>
              <a:ahLst/>
              <a:cxnLst/>
              <a:rect l="0" t="0" r="0" b="0"/>
              <a:pathLst>
                <a:path w="27378" h="20988">
                  <a:moveTo>
                    <a:pt x="0" y="20988"/>
                  </a:moveTo>
                  <a:lnTo>
                    <a:pt x="27378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28" name="Candidate_receptor__3546">
              <a:extLst>
                <a:ext uri="{FF2B5EF4-FFF2-40B4-BE49-F238E27FC236}">
                  <a16:creationId xmlns:a16="http://schemas.microsoft.com/office/drawing/2014/main" id="{147906CD-8211-4163-B18A-08E28EBF373E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22704"/>
              <a:ext cx="82292" cy="45014"/>
            </a:xfrm>
            <a:custGeom>
              <a:avLst/>
              <a:gdLst/>
              <a:ahLst/>
              <a:cxnLst/>
              <a:rect l="0" t="0" r="0" b="0"/>
              <a:pathLst>
                <a:path w="82292" h="45014">
                  <a:moveTo>
                    <a:pt x="0" y="45014"/>
                  </a:moveTo>
                  <a:lnTo>
                    <a:pt x="82292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29" name="Candidate_receptor__3547">
              <a:extLst>
                <a:ext uri="{FF2B5EF4-FFF2-40B4-BE49-F238E27FC236}">
                  <a16:creationId xmlns:a16="http://schemas.microsoft.com/office/drawing/2014/main" id="{D1FC1DF0-E144-19AD-25A0-A8F298643491}"/>
                </a:ext>
              </a:extLst>
            </p:cNvPr>
            <p:cNvSpPr>
              <a:spLocks noGrp="1"/>
            </p:cNvSpPr>
            <p:nvPr/>
          </p:nvSpPr>
          <p:spPr>
            <a:xfrm>
              <a:off x="4111985" y="2444180"/>
              <a:ext cx="25129" cy="104977"/>
            </a:xfrm>
            <a:custGeom>
              <a:avLst/>
              <a:gdLst/>
              <a:ahLst/>
              <a:cxnLst/>
              <a:rect l="0" t="0" r="0" b="0"/>
              <a:pathLst>
                <a:path w="25129" h="104977">
                  <a:moveTo>
                    <a:pt x="0" y="0"/>
                  </a:moveTo>
                  <a:lnTo>
                    <a:pt x="25129" y="10497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30" name="Candidate_receptor__3548">
              <a:extLst>
                <a:ext uri="{FF2B5EF4-FFF2-40B4-BE49-F238E27FC236}">
                  <a16:creationId xmlns:a16="http://schemas.microsoft.com/office/drawing/2014/main" id="{6BBB8D2A-2DE7-D9C2-E0DD-AE1436841171}"/>
                </a:ext>
              </a:extLst>
            </p:cNvPr>
            <p:cNvSpPr>
              <a:spLocks noGrp="1"/>
            </p:cNvSpPr>
            <p:nvPr/>
          </p:nvSpPr>
          <p:spPr>
            <a:xfrm>
              <a:off x="4315298" y="2948369"/>
              <a:ext cx="69160" cy="24838"/>
            </a:xfrm>
            <a:custGeom>
              <a:avLst/>
              <a:gdLst/>
              <a:ahLst/>
              <a:cxnLst/>
              <a:rect l="0" t="0" r="0" b="0"/>
              <a:pathLst>
                <a:path w="69160" h="24838">
                  <a:moveTo>
                    <a:pt x="69160" y="24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31" name="Candidate_receptor__3549">
              <a:extLst>
                <a:ext uri="{FF2B5EF4-FFF2-40B4-BE49-F238E27FC236}">
                  <a16:creationId xmlns:a16="http://schemas.microsoft.com/office/drawing/2014/main" id="{C5BB5B4A-2432-089E-9082-96B13DC64BAF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502929"/>
              <a:ext cx="15165" cy="111786"/>
            </a:xfrm>
            <a:custGeom>
              <a:avLst/>
              <a:gdLst/>
              <a:ahLst/>
              <a:cxnLst/>
              <a:rect l="0" t="0" r="0" b="0"/>
              <a:pathLst>
                <a:path w="15165" h="111786">
                  <a:moveTo>
                    <a:pt x="15165" y="11178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32" name="Candidate_receptor__3550">
              <a:extLst>
                <a:ext uri="{FF2B5EF4-FFF2-40B4-BE49-F238E27FC236}">
                  <a16:creationId xmlns:a16="http://schemas.microsoft.com/office/drawing/2014/main" id="{C822B19D-03B3-F7A7-F090-02E9C56AAF5F}"/>
                </a:ext>
              </a:extLst>
            </p:cNvPr>
            <p:cNvSpPr>
              <a:spLocks noGrp="1"/>
            </p:cNvSpPr>
            <p:nvPr/>
          </p:nvSpPr>
          <p:spPr>
            <a:xfrm>
              <a:off x="5032007" y="2958045"/>
              <a:ext cx="44101" cy="88304"/>
            </a:xfrm>
            <a:custGeom>
              <a:avLst/>
              <a:gdLst/>
              <a:ahLst/>
              <a:cxnLst/>
              <a:rect l="0" t="0" r="0" b="0"/>
              <a:pathLst>
                <a:path w="44101" h="88304">
                  <a:moveTo>
                    <a:pt x="0" y="0"/>
                  </a:moveTo>
                  <a:lnTo>
                    <a:pt x="44101" y="8830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33" name="Candidate_receptor__3551">
              <a:extLst>
                <a:ext uri="{FF2B5EF4-FFF2-40B4-BE49-F238E27FC236}">
                  <a16:creationId xmlns:a16="http://schemas.microsoft.com/office/drawing/2014/main" id="{519234BE-4606-3783-CF43-95F982C4C0C2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58045"/>
              <a:ext cx="101644" cy="20065"/>
            </a:xfrm>
            <a:custGeom>
              <a:avLst/>
              <a:gdLst/>
              <a:ahLst/>
              <a:cxnLst/>
              <a:rect l="0" t="0" r="0" b="0"/>
              <a:pathLst>
                <a:path w="101644" h="20065">
                  <a:moveTo>
                    <a:pt x="0" y="20065"/>
                  </a:moveTo>
                  <a:lnTo>
                    <a:pt x="10164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34" name="Candidate_receptor__3552">
              <a:extLst>
                <a:ext uri="{FF2B5EF4-FFF2-40B4-BE49-F238E27FC236}">
                  <a16:creationId xmlns:a16="http://schemas.microsoft.com/office/drawing/2014/main" id="{35CCBDB4-1377-8696-F55B-FEAD5CF86EB8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91458" cy="5229"/>
            </a:xfrm>
            <a:custGeom>
              <a:avLst/>
              <a:gdLst/>
              <a:ahLst/>
              <a:cxnLst/>
              <a:rect l="0" t="0" r="0" b="0"/>
              <a:pathLst>
                <a:path w="91458" h="5229">
                  <a:moveTo>
                    <a:pt x="91458" y="52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35" name="Candidate_receptor__3553">
              <a:extLst>
                <a:ext uri="{FF2B5EF4-FFF2-40B4-BE49-F238E27FC236}">
                  <a16:creationId xmlns:a16="http://schemas.microsoft.com/office/drawing/2014/main" id="{502E9ABF-2F62-F08E-A3B9-C0842222C4B5}"/>
                </a:ext>
              </a:extLst>
            </p:cNvPr>
            <p:cNvSpPr>
              <a:spLocks noGrp="1"/>
            </p:cNvSpPr>
            <p:nvPr/>
          </p:nvSpPr>
          <p:spPr>
            <a:xfrm>
              <a:off x="5335186" y="2866935"/>
              <a:ext cx="111935" cy="20497"/>
            </a:xfrm>
            <a:custGeom>
              <a:avLst/>
              <a:gdLst/>
              <a:ahLst/>
              <a:cxnLst/>
              <a:rect l="0" t="0" r="0" b="0"/>
              <a:pathLst>
                <a:path w="111935" h="20497">
                  <a:moveTo>
                    <a:pt x="111935" y="0"/>
                  </a:moveTo>
                  <a:lnTo>
                    <a:pt x="0" y="2049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36" name="Candidate_receptor__3554">
              <a:extLst>
                <a:ext uri="{FF2B5EF4-FFF2-40B4-BE49-F238E27FC236}">
                  <a16:creationId xmlns:a16="http://schemas.microsoft.com/office/drawing/2014/main" id="{9DB30672-2759-AB5B-1C16-38F06F9B7802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809496"/>
              <a:ext cx="31615" cy="14271"/>
            </a:xfrm>
            <a:custGeom>
              <a:avLst/>
              <a:gdLst/>
              <a:ahLst/>
              <a:cxnLst/>
              <a:rect l="0" t="0" r="0" b="0"/>
              <a:pathLst>
                <a:path w="31615" h="14271">
                  <a:moveTo>
                    <a:pt x="31615" y="0"/>
                  </a:moveTo>
                  <a:lnTo>
                    <a:pt x="0" y="1427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37" name="Candidate_receptor__3555">
              <a:extLst>
                <a:ext uri="{FF2B5EF4-FFF2-40B4-BE49-F238E27FC236}">
                  <a16:creationId xmlns:a16="http://schemas.microsoft.com/office/drawing/2014/main" id="{339B34B2-7EBA-AD64-CFE9-B93651AA2FB3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43798"/>
              <a:ext cx="42965" cy="46380"/>
            </a:xfrm>
            <a:custGeom>
              <a:avLst/>
              <a:gdLst/>
              <a:ahLst/>
              <a:cxnLst/>
              <a:rect l="0" t="0" r="0" b="0"/>
              <a:pathLst>
                <a:path w="42965" h="46380">
                  <a:moveTo>
                    <a:pt x="42965" y="0"/>
                  </a:moveTo>
                  <a:lnTo>
                    <a:pt x="0" y="4638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38" name="Candidate_receptor__3556">
              <a:extLst>
                <a:ext uri="{FF2B5EF4-FFF2-40B4-BE49-F238E27FC236}">
                  <a16:creationId xmlns:a16="http://schemas.microsoft.com/office/drawing/2014/main" id="{63FA9258-64B0-DA98-74C7-EC69D5FFB5E8}"/>
                </a:ext>
              </a:extLst>
            </p:cNvPr>
            <p:cNvSpPr>
              <a:spLocks noGrp="1"/>
            </p:cNvSpPr>
            <p:nvPr/>
          </p:nvSpPr>
          <p:spPr>
            <a:xfrm>
              <a:off x="3954708" y="2552808"/>
              <a:ext cx="13978" cy="95323"/>
            </a:xfrm>
            <a:custGeom>
              <a:avLst/>
              <a:gdLst/>
              <a:ahLst/>
              <a:cxnLst/>
              <a:rect l="0" t="0" r="0" b="0"/>
              <a:pathLst>
                <a:path w="13978" h="95323">
                  <a:moveTo>
                    <a:pt x="0" y="95323"/>
                  </a:moveTo>
                  <a:lnTo>
                    <a:pt x="1397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39" name="Candidate_receptor__3557">
              <a:extLst>
                <a:ext uri="{FF2B5EF4-FFF2-40B4-BE49-F238E27FC236}">
                  <a16:creationId xmlns:a16="http://schemas.microsoft.com/office/drawing/2014/main" id="{E1192D23-C2A1-896E-8796-2D08381D54E3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98545"/>
              <a:ext cx="63636" cy="61280"/>
            </a:xfrm>
            <a:custGeom>
              <a:avLst/>
              <a:gdLst/>
              <a:ahLst/>
              <a:cxnLst/>
              <a:rect l="0" t="0" r="0" b="0"/>
              <a:pathLst>
                <a:path w="63636" h="61280">
                  <a:moveTo>
                    <a:pt x="63636" y="6128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40" name="Candidate_receptor__3558">
              <a:extLst>
                <a:ext uri="{FF2B5EF4-FFF2-40B4-BE49-F238E27FC236}">
                  <a16:creationId xmlns:a16="http://schemas.microsoft.com/office/drawing/2014/main" id="{AB4B870E-7032-F33F-2FD5-14B7A29C7B70}"/>
                </a:ext>
              </a:extLst>
            </p:cNvPr>
            <p:cNvSpPr>
              <a:spLocks noGrp="1"/>
            </p:cNvSpPr>
            <p:nvPr/>
          </p:nvSpPr>
          <p:spPr>
            <a:xfrm>
              <a:off x="5609683" y="3328588"/>
              <a:ext cx="85855" cy="35755"/>
            </a:xfrm>
            <a:custGeom>
              <a:avLst/>
              <a:gdLst/>
              <a:ahLst/>
              <a:cxnLst/>
              <a:rect l="0" t="0" r="0" b="0"/>
              <a:pathLst>
                <a:path w="85855" h="35755">
                  <a:moveTo>
                    <a:pt x="85855" y="35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41" name="Candidate_receptor__3559">
              <a:extLst>
                <a:ext uri="{FF2B5EF4-FFF2-40B4-BE49-F238E27FC236}">
                  <a16:creationId xmlns:a16="http://schemas.microsoft.com/office/drawing/2014/main" id="{7D3B26A8-F812-8A8A-264F-FEA9AF878879}"/>
                </a:ext>
              </a:extLst>
            </p:cNvPr>
            <p:cNvSpPr>
              <a:spLocks noGrp="1"/>
            </p:cNvSpPr>
            <p:nvPr/>
          </p:nvSpPr>
          <p:spPr>
            <a:xfrm>
              <a:off x="3968687" y="2456713"/>
              <a:ext cx="30420" cy="96095"/>
            </a:xfrm>
            <a:custGeom>
              <a:avLst/>
              <a:gdLst/>
              <a:ahLst/>
              <a:cxnLst/>
              <a:rect l="0" t="0" r="0" b="0"/>
              <a:pathLst>
                <a:path w="30420" h="96095">
                  <a:moveTo>
                    <a:pt x="0" y="96095"/>
                  </a:moveTo>
                  <a:lnTo>
                    <a:pt x="3042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42" name="Candidate_receptor__3560">
              <a:extLst>
                <a:ext uri="{FF2B5EF4-FFF2-40B4-BE49-F238E27FC236}">
                  <a16:creationId xmlns:a16="http://schemas.microsoft.com/office/drawing/2014/main" id="{7782E1EC-F31C-551D-D293-0D91A4878CA2}"/>
                </a:ext>
              </a:extLst>
            </p:cNvPr>
            <p:cNvSpPr>
              <a:spLocks noGrp="1"/>
            </p:cNvSpPr>
            <p:nvPr/>
          </p:nvSpPr>
          <p:spPr>
            <a:xfrm>
              <a:off x="4722450" y="3372221"/>
              <a:ext cx="13002" cy="45691"/>
            </a:xfrm>
            <a:custGeom>
              <a:avLst/>
              <a:gdLst/>
              <a:ahLst/>
              <a:cxnLst/>
              <a:rect l="0" t="0" r="0" b="0"/>
              <a:pathLst>
                <a:path w="13002" h="45691">
                  <a:moveTo>
                    <a:pt x="13002" y="456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43" name="Candidate_receptor__3561">
              <a:extLst>
                <a:ext uri="{FF2B5EF4-FFF2-40B4-BE49-F238E27FC236}">
                  <a16:creationId xmlns:a16="http://schemas.microsoft.com/office/drawing/2014/main" id="{B9C83E97-E486-DBD9-32DB-B11E4B946F75}"/>
                </a:ext>
              </a:extLst>
            </p:cNvPr>
            <p:cNvSpPr>
              <a:spLocks noGrp="1"/>
            </p:cNvSpPr>
            <p:nvPr/>
          </p:nvSpPr>
          <p:spPr>
            <a:xfrm>
              <a:off x="3695597" y="2902112"/>
              <a:ext cx="59400" cy="98319"/>
            </a:xfrm>
            <a:custGeom>
              <a:avLst/>
              <a:gdLst/>
              <a:ahLst/>
              <a:cxnLst/>
              <a:rect l="0" t="0" r="0" b="0"/>
              <a:pathLst>
                <a:path w="59400" h="98319">
                  <a:moveTo>
                    <a:pt x="0" y="98319"/>
                  </a:moveTo>
                  <a:lnTo>
                    <a:pt x="5940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44" name="Candidate_receptor__3562">
              <a:extLst>
                <a:ext uri="{FF2B5EF4-FFF2-40B4-BE49-F238E27FC236}">
                  <a16:creationId xmlns:a16="http://schemas.microsoft.com/office/drawing/2014/main" id="{A62E027C-1A71-F50E-0F04-253375582616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59369"/>
              <a:ext cx="113902" cy="19324"/>
            </a:xfrm>
            <a:custGeom>
              <a:avLst/>
              <a:gdLst/>
              <a:ahLst/>
              <a:cxnLst/>
              <a:rect l="0" t="0" r="0" b="0"/>
              <a:pathLst>
                <a:path w="113902" h="19324">
                  <a:moveTo>
                    <a:pt x="0" y="19324"/>
                  </a:moveTo>
                  <a:lnTo>
                    <a:pt x="113902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45" name="Candidate_receptor__3563">
              <a:extLst>
                <a:ext uri="{FF2B5EF4-FFF2-40B4-BE49-F238E27FC236}">
                  <a16:creationId xmlns:a16="http://schemas.microsoft.com/office/drawing/2014/main" id="{077E8CC0-FD87-6FF7-C45D-1E7F40048EBE}"/>
                </a:ext>
              </a:extLst>
            </p:cNvPr>
            <p:cNvSpPr>
              <a:spLocks noGrp="1"/>
            </p:cNvSpPr>
            <p:nvPr/>
          </p:nvSpPr>
          <p:spPr>
            <a:xfrm>
              <a:off x="5469883" y="2422704"/>
              <a:ext cx="65845" cy="93486"/>
            </a:xfrm>
            <a:custGeom>
              <a:avLst/>
              <a:gdLst/>
              <a:ahLst/>
              <a:cxnLst/>
              <a:rect l="0" t="0" r="0" b="0"/>
              <a:pathLst>
                <a:path w="65845" h="93486">
                  <a:moveTo>
                    <a:pt x="0" y="0"/>
                  </a:moveTo>
                  <a:lnTo>
                    <a:pt x="65845" y="93486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46" name="Candidate_receptor__3564">
              <a:extLst>
                <a:ext uri="{FF2B5EF4-FFF2-40B4-BE49-F238E27FC236}">
                  <a16:creationId xmlns:a16="http://schemas.microsoft.com/office/drawing/2014/main" id="{16E2CA76-049D-CA23-4C6D-F43A3608D9E8}"/>
                </a:ext>
              </a:extLst>
            </p:cNvPr>
            <p:cNvSpPr>
              <a:spLocks noGrp="1"/>
            </p:cNvSpPr>
            <p:nvPr/>
          </p:nvSpPr>
          <p:spPr>
            <a:xfrm>
              <a:off x="5695537" y="3364343"/>
              <a:ext cx="6337" cy="102261"/>
            </a:xfrm>
            <a:custGeom>
              <a:avLst/>
              <a:gdLst/>
              <a:ahLst/>
              <a:cxnLst/>
              <a:rect l="0" t="0" r="0" b="0"/>
              <a:pathLst>
                <a:path w="6337" h="102261">
                  <a:moveTo>
                    <a:pt x="6337" y="102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47" name="Candidate_receptor__3565">
              <a:extLst>
                <a:ext uri="{FF2B5EF4-FFF2-40B4-BE49-F238E27FC236}">
                  <a16:creationId xmlns:a16="http://schemas.microsoft.com/office/drawing/2014/main" id="{922AF00D-F151-46C9-40AA-46FD07A310FD}"/>
                </a:ext>
              </a:extLst>
            </p:cNvPr>
            <p:cNvSpPr>
              <a:spLocks noGrp="1"/>
            </p:cNvSpPr>
            <p:nvPr/>
          </p:nvSpPr>
          <p:spPr>
            <a:xfrm>
              <a:off x="4260717" y="3614715"/>
              <a:ext cx="105705" cy="33649"/>
            </a:xfrm>
            <a:custGeom>
              <a:avLst/>
              <a:gdLst/>
              <a:ahLst/>
              <a:cxnLst/>
              <a:rect l="0" t="0" r="0" b="0"/>
              <a:pathLst>
                <a:path w="105705" h="33649">
                  <a:moveTo>
                    <a:pt x="105705" y="336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48" name="Candidate_receptor__3566">
              <a:extLst>
                <a:ext uri="{FF2B5EF4-FFF2-40B4-BE49-F238E27FC236}">
                  <a16:creationId xmlns:a16="http://schemas.microsoft.com/office/drawing/2014/main" id="{C4E9A73D-07BD-E166-E015-3BA94F448333}"/>
                </a:ext>
              </a:extLst>
            </p:cNvPr>
            <p:cNvSpPr>
              <a:spLocks noGrp="1"/>
            </p:cNvSpPr>
            <p:nvPr/>
          </p:nvSpPr>
          <p:spPr>
            <a:xfrm>
              <a:off x="4007357" y="3147994"/>
              <a:ext cx="3964" cy="98683"/>
            </a:xfrm>
            <a:custGeom>
              <a:avLst/>
              <a:gdLst/>
              <a:ahLst/>
              <a:cxnLst/>
              <a:rect l="0" t="0" r="0" b="0"/>
              <a:pathLst>
                <a:path w="3964" h="98683">
                  <a:moveTo>
                    <a:pt x="3964" y="0"/>
                  </a:moveTo>
                  <a:lnTo>
                    <a:pt x="0" y="9868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49" name="Candidate_receptor__3567">
              <a:extLst>
                <a:ext uri="{FF2B5EF4-FFF2-40B4-BE49-F238E27FC236}">
                  <a16:creationId xmlns:a16="http://schemas.microsoft.com/office/drawing/2014/main" id="{57EE5BB4-45AC-1D72-E200-7A766DA45C24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78693"/>
              <a:ext cx="13375" cy="112725"/>
            </a:xfrm>
            <a:custGeom>
              <a:avLst/>
              <a:gdLst/>
              <a:ahLst/>
              <a:cxnLst/>
              <a:rect l="0" t="0" r="0" b="0"/>
              <a:pathLst>
                <a:path w="13375" h="112725">
                  <a:moveTo>
                    <a:pt x="13375" y="1127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50" name="Candidate_receptor__3568">
              <a:extLst>
                <a:ext uri="{FF2B5EF4-FFF2-40B4-BE49-F238E27FC236}">
                  <a16:creationId xmlns:a16="http://schemas.microsoft.com/office/drawing/2014/main" id="{D14A3E84-E3CF-40E9-9231-E09DE1E86372}"/>
                </a:ext>
              </a:extLst>
            </p:cNvPr>
            <p:cNvSpPr>
              <a:spLocks noGrp="1"/>
            </p:cNvSpPr>
            <p:nvPr/>
          </p:nvSpPr>
          <p:spPr>
            <a:xfrm>
              <a:off x="4569452" y="2628713"/>
              <a:ext cx="19148" cy="77897"/>
            </a:xfrm>
            <a:custGeom>
              <a:avLst/>
              <a:gdLst/>
              <a:ahLst/>
              <a:cxnLst/>
              <a:rect l="0" t="0" r="0" b="0"/>
              <a:pathLst>
                <a:path w="19148" h="77897">
                  <a:moveTo>
                    <a:pt x="19148" y="0"/>
                  </a:moveTo>
                  <a:lnTo>
                    <a:pt x="0" y="7789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51" name="Candidate_receptor__3569">
              <a:extLst>
                <a:ext uri="{FF2B5EF4-FFF2-40B4-BE49-F238E27FC236}">
                  <a16:creationId xmlns:a16="http://schemas.microsoft.com/office/drawing/2014/main" id="{92F7AD6B-12B7-E31E-77BE-0487EE1A1EF8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439125"/>
              <a:ext cx="24538" cy="66364"/>
            </a:xfrm>
            <a:custGeom>
              <a:avLst/>
              <a:gdLst/>
              <a:ahLst/>
              <a:cxnLst/>
              <a:rect l="0" t="0" r="0" b="0"/>
              <a:pathLst>
                <a:path w="24538" h="66364">
                  <a:moveTo>
                    <a:pt x="0" y="66364"/>
                  </a:moveTo>
                  <a:lnTo>
                    <a:pt x="24538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52" name="Candidate_receptor__3570">
              <a:extLst>
                <a:ext uri="{FF2B5EF4-FFF2-40B4-BE49-F238E27FC236}">
                  <a16:creationId xmlns:a16="http://schemas.microsoft.com/office/drawing/2014/main" id="{F766F719-483D-6305-70C2-E1A42BB3D78A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825882"/>
              <a:ext cx="51157" cy="89001"/>
            </a:xfrm>
            <a:custGeom>
              <a:avLst/>
              <a:gdLst/>
              <a:ahLst/>
              <a:cxnLst/>
              <a:rect l="0" t="0" r="0" b="0"/>
              <a:pathLst>
                <a:path w="51157" h="89001">
                  <a:moveTo>
                    <a:pt x="51157" y="890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53" name="Candidate_receptor__3571">
              <a:extLst>
                <a:ext uri="{FF2B5EF4-FFF2-40B4-BE49-F238E27FC236}">
                  <a16:creationId xmlns:a16="http://schemas.microsoft.com/office/drawing/2014/main" id="{074E0AE3-3909-4CAE-3528-9B1E7464A2C4}"/>
                </a:ext>
              </a:extLst>
            </p:cNvPr>
            <p:cNvSpPr>
              <a:spLocks noGrp="1"/>
            </p:cNvSpPr>
            <p:nvPr/>
          </p:nvSpPr>
          <p:spPr>
            <a:xfrm>
              <a:off x="3754998" y="2878322"/>
              <a:ext cx="109579" cy="23791"/>
            </a:xfrm>
            <a:custGeom>
              <a:avLst/>
              <a:gdLst/>
              <a:ahLst/>
              <a:cxnLst/>
              <a:rect l="0" t="0" r="0" b="0"/>
              <a:pathLst>
                <a:path w="109579" h="23791">
                  <a:moveTo>
                    <a:pt x="0" y="23791"/>
                  </a:moveTo>
                  <a:lnTo>
                    <a:pt x="109579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54" name="Candidate_receptor__3572">
              <a:extLst>
                <a:ext uri="{FF2B5EF4-FFF2-40B4-BE49-F238E27FC236}">
                  <a16:creationId xmlns:a16="http://schemas.microsoft.com/office/drawing/2014/main" id="{CE8D962A-456F-EBBF-2D7E-912FCB886441}"/>
                </a:ext>
              </a:extLst>
            </p:cNvPr>
            <p:cNvSpPr>
              <a:spLocks noGrp="1"/>
            </p:cNvSpPr>
            <p:nvPr/>
          </p:nvSpPr>
          <p:spPr>
            <a:xfrm>
              <a:off x="5254781" y="2653858"/>
              <a:ext cx="15251" cy="54772"/>
            </a:xfrm>
            <a:custGeom>
              <a:avLst/>
              <a:gdLst/>
              <a:ahLst/>
              <a:cxnLst/>
              <a:rect l="0" t="0" r="0" b="0"/>
              <a:pathLst>
                <a:path w="15251" h="54772">
                  <a:moveTo>
                    <a:pt x="15251" y="0"/>
                  </a:moveTo>
                  <a:lnTo>
                    <a:pt x="0" y="5477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55" name="Candidate_receptor__3573">
              <a:extLst>
                <a:ext uri="{FF2B5EF4-FFF2-40B4-BE49-F238E27FC236}">
                  <a16:creationId xmlns:a16="http://schemas.microsoft.com/office/drawing/2014/main" id="{D59127F9-B9FF-F0AE-87F8-F6B820977B9C}"/>
                </a:ext>
              </a:extLst>
            </p:cNvPr>
            <p:cNvSpPr>
              <a:spLocks noGrp="1"/>
            </p:cNvSpPr>
            <p:nvPr/>
          </p:nvSpPr>
          <p:spPr>
            <a:xfrm>
              <a:off x="4821748" y="3878785"/>
              <a:ext cx="7916" cy="90798"/>
            </a:xfrm>
            <a:custGeom>
              <a:avLst/>
              <a:gdLst/>
              <a:ahLst/>
              <a:cxnLst/>
              <a:rect l="0" t="0" r="0" b="0"/>
              <a:pathLst>
                <a:path w="7916" h="90798">
                  <a:moveTo>
                    <a:pt x="7916" y="9079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56" name="Candidate_receptor__3574">
              <a:extLst>
                <a:ext uri="{FF2B5EF4-FFF2-40B4-BE49-F238E27FC236}">
                  <a16:creationId xmlns:a16="http://schemas.microsoft.com/office/drawing/2014/main" id="{52C2FB71-E7B8-949E-0B63-F0368E15E726}"/>
                </a:ext>
              </a:extLst>
            </p:cNvPr>
            <p:cNvSpPr>
              <a:spLocks noGrp="1"/>
            </p:cNvSpPr>
            <p:nvPr/>
          </p:nvSpPr>
          <p:spPr>
            <a:xfrm>
              <a:off x="5806487" y="1791144"/>
              <a:ext cx="112429" cy="6015"/>
            </a:xfrm>
            <a:custGeom>
              <a:avLst/>
              <a:gdLst/>
              <a:ahLst/>
              <a:cxnLst/>
              <a:rect l="0" t="0" r="0" b="0"/>
              <a:pathLst>
                <a:path w="112429" h="6015">
                  <a:moveTo>
                    <a:pt x="0" y="6015"/>
                  </a:moveTo>
                  <a:lnTo>
                    <a:pt x="11242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57" name="Candidate_receptor__3575">
              <a:extLst>
                <a:ext uri="{FF2B5EF4-FFF2-40B4-BE49-F238E27FC236}">
                  <a16:creationId xmlns:a16="http://schemas.microsoft.com/office/drawing/2014/main" id="{727740EB-2F7E-3F4B-97DA-14536C80C9D9}"/>
                </a:ext>
              </a:extLst>
            </p:cNvPr>
            <p:cNvSpPr>
              <a:spLocks noGrp="1"/>
            </p:cNvSpPr>
            <p:nvPr/>
          </p:nvSpPr>
          <p:spPr>
            <a:xfrm>
              <a:off x="4114049" y="3182833"/>
              <a:ext cx="40678" cy="11716"/>
            </a:xfrm>
            <a:custGeom>
              <a:avLst/>
              <a:gdLst/>
              <a:ahLst/>
              <a:cxnLst/>
              <a:rect l="0" t="0" r="0" b="0"/>
              <a:pathLst>
                <a:path w="40678" h="11716">
                  <a:moveTo>
                    <a:pt x="40678" y="117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58" name="Candidate_receptor__3576">
              <a:extLst>
                <a:ext uri="{FF2B5EF4-FFF2-40B4-BE49-F238E27FC236}">
                  <a16:creationId xmlns:a16="http://schemas.microsoft.com/office/drawing/2014/main" id="{77D949F4-D2BD-30BD-0704-6447FCCF91F9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21767"/>
              <a:ext cx="81114" cy="75640"/>
            </a:xfrm>
            <a:custGeom>
              <a:avLst/>
              <a:gdLst/>
              <a:ahLst/>
              <a:cxnLst/>
              <a:rect l="0" t="0" r="0" b="0"/>
              <a:pathLst>
                <a:path w="81114" h="75640">
                  <a:moveTo>
                    <a:pt x="81114" y="0"/>
                  </a:moveTo>
                  <a:lnTo>
                    <a:pt x="0" y="7564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59" name="Candidate_receptor__3577">
              <a:extLst>
                <a:ext uri="{FF2B5EF4-FFF2-40B4-BE49-F238E27FC236}">
                  <a16:creationId xmlns:a16="http://schemas.microsoft.com/office/drawing/2014/main" id="{05ABBD5D-04C4-642F-7CED-1C2017706C7B}"/>
                </a:ext>
              </a:extLst>
            </p:cNvPr>
            <p:cNvSpPr>
              <a:spLocks noGrp="1"/>
            </p:cNvSpPr>
            <p:nvPr/>
          </p:nvSpPr>
          <p:spPr>
            <a:xfrm>
              <a:off x="4156360" y="3043798"/>
              <a:ext cx="103903" cy="42405"/>
            </a:xfrm>
            <a:custGeom>
              <a:avLst/>
              <a:gdLst/>
              <a:ahLst/>
              <a:cxnLst/>
              <a:rect l="0" t="0" r="0" b="0"/>
              <a:pathLst>
                <a:path w="103903" h="42405">
                  <a:moveTo>
                    <a:pt x="103903" y="424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60" name="Candidate_receptor__3578">
              <a:extLst>
                <a:ext uri="{FF2B5EF4-FFF2-40B4-BE49-F238E27FC236}">
                  <a16:creationId xmlns:a16="http://schemas.microsoft.com/office/drawing/2014/main" id="{978FCFAF-4E8D-7845-290C-B1114D56FABF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45575"/>
              <a:ext cx="28540" cy="13338"/>
            </a:xfrm>
            <a:custGeom>
              <a:avLst/>
              <a:gdLst/>
              <a:ahLst/>
              <a:cxnLst/>
              <a:rect l="0" t="0" r="0" b="0"/>
              <a:pathLst>
                <a:path w="28540" h="13338">
                  <a:moveTo>
                    <a:pt x="0" y="13338"/>
                  </a:moveTo>
                  <a:lnTo>
                    <a:pt x="2854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61" name="Candidate_receptor__3579">
              <a:extLst>
                <a:ext uri="{FF2B5EF4-FFF2-40B4-BE49-F238E27FC236}">
                  <a16:creationId xmlns:a16="http://schemas.microsoft.com/office/drawing/2014/main" id="{E7BE266C-3EFC-6A07-54C3-1391288128DF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33040" cy="74549"/>
            </a:xfrm>
            <a:custGeom>
              <a:avLst/>
              <a:gdLst/>
              <a:ahLst/>
              <a:cxnLst/>
              <a:rect l="0" t="0" r="0" b="0"/>
              <a:pathLst>
                <a:path w="33040" h="74549">
                  <a:moveTo>
                    <a:pt x="0" y="0"/>
                  </a:moveTo>
                  <a:lnTo>
                    <a:pt x="33040" y="74549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62" name="Candidate_receptor__3580">
              <a:extLst>
                <a:ext uri="{FF2B5EF4-FFF2-40B4-BE49-F238E27FC236}">
                  <a16:creationId xmlns:a16="http://schemas.microsoft.com/office/drawing/2014/main" id="{CA155C2A-61B7-54E1-33AC-2C5CC8EB74F1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97407"/>
              <a:ext cx="69914" cy="89384"/>
            </a:xfrm>
            <a:custGeom>
              <a:avLst/>
              <a:gdLst/>
              <a:ahLst/>
              <a:cxnLst/>
              <a:rect l="0" t="0" r="0" b="0"/>
              <a:pathLst>
                <a:path w="69914" h="89384">
                  <a:moveTo>
                    <a:pt x="0" y="0"/>
                  </a:moveTo>
                  <a:lnTo>
                    <a:pt x="69914" y="8938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63" name="Candidate_receptor__3581">
              <a:extLst>
                <a:ext uri="{FF2B5EF4-FFF2-40B4-BE49-F238E27FC236}">
                  <a16:creationId xmlns:a16="http://schemas.microsoft.com/office/drawing/2014/main" id="{B6B94511-D1A6-C2CF-A6B9-93044989FA75}"/>
                </a:ext>
              </a:extLst>
            </p:cNvPr>
            <p:cNvSpPr>
              <a:spLocks noGrp="1"/>
            </p:cNvSpPr>
            <p:nvPr/>
          </p:nvSpPr>
          <p:spPr>
            <a:xfrm>
              <a:off x="3983707" y="3246677"/>
              <a:ext cx="23649" cy="42561"/>
            </a:xfrm>
            <a:custGeom>
              <a:avLst/>
              <a:gdLst/>
              <a:ahLst/>
              <a:cxnLst/>
              <a:rect l="0" t="0" r="0" b="0"/>
              <a:pathLst>
                <a:path w="23649" h="42561">
                  <a:moveTo>
                    <a:pt x="23649" y="0"/>
                  </a:moveTo>
                  <a:lnTo>
                    <a:pt x="0" y="4256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64" name="Candidate_receptor__3582">
              <a:extLst>
                <a:ext uri="{FF2B5EF4-FFF2-40B4-BE49-F238E27FC236}">
                  <a16:creationId xmlns:a16="http://schemas.microsoft.com/office/drawing/2014/main" id="{74D7196A-DCC4-C035-2F3C-E7EE02FC4BC3}"/>
                </a:ext>
              </a:extLst>
            </p:cNvPr>
            <p:cNvSpPr>
              <a:spLocks noGrp="1"/>
            </p:cNvSpPr>
            <p:nvPr/>
          </p:nvSpPr>
          <p:spPr>
            <a:xfrm>
              <a:off x="5198421" y="2955963"/>
              <a:ext cx="49085" cy="85281"/>
            </a:xfrm>
            <a:custGeom>
              <a:avLst/>
              <a:gdLst/>
              <a:ahLst/>
              <a:cxnLst/>
              <a:rect l="0" t="0" r="0" b="0"/>
              <a:pathLst>
                <a:path w="49085" h="85281">
                  <a:moveTo>
                    <a:pt x="0" y="0"/>
                  </a:moveTo>
                  <a:lnTo>
                    <a:pt x="49085" y="85281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65" name="Candidate_receptor__3583">
              <a:extLst>
                <a:ext uri="{FF2B5EF4-FFF2-40B4-BE49-F238E27FC236}">
                  <a16:creationId xmlns:a16="http://schemas.microsoft.com/office/drawing/2014/main" id="{48432C8D-E56B-489E-BB89-77B5E309E409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857633"/>
              <a:ext cx="15935" cy="73110"/>
            </a:xfrm>
            <a:custGeom>
              <a:avLst/>
              <a:gdLst/>
              <a:ahLst/>
              <a:cxnLst/>
              <a:rect l="0" t="0" r="0" b="0"/>
              <a:pathLst>
                <a:path w="15935" h="73110">
                  <a:moveTo>
                    <a:pt x="0" y="0"/>
                  </a:moveTo>
                  <a:lnTo>
                    <a:pt x="15935" y="7311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66" name="Candidate_receptor__3584">
              <a:extLst>
                <a:ext uri="{FF2B5EF4-FFF2-40B4-BE49-F238E27FC236}">
                  <a16:creationId xmlns:a16="http://schemas.microsoft.com/office/drawing/2014/main" id="{C7DDFDEA-B892-90DE-F4C1-08DD8EA82098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97552"/>
              <a:ext cx="13472" cy="10413"/>
            </a:xfrm>
            <a:custGeom>
              <a:avLst/>
              <a:gdLst/>
              <a:ahLst/>
              <a:cxnLst/>
              <a:rect l="0" t="0" r="0" b="0"/>
              <a:pathLst>
                <a:path w="13472" h="10413">
                  <a:moveTo>
                    <a:pt x="0" y="0"/>
                  </a:moveTo>
                  <a:lnTo>
                    <a:pt x="13472" y="10413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67" name="Candidate_receptor__3585">
              <a:extLst>
                <a:ext uri="{FF2B5EF4-FFF2-40B4-BE49-F238E27FC236}">
                  <a16:creationId xmlns:a16="http://schemas.microsoft.com/office/drawing/2014/main" id="{4F128A46-6355-5348-1A8B-1DC49155A8BB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414309"/>
              <a:ext cx="13975" cy="13094"/>
            </a:xfrm>
            <a:custGeom>
              <a:avLst/>
              <a:gdLst/>
              <a:ahLst/>
              <a:cxnLst/>
              <a:rect l="0" t="0" r="0" b="0"/>
              <a:pathLst>
                <a:path w="13975" h="13094">
                  <a:moveTo>
                    <a:pt x="0" y="13094"/>
                  </a:moveTo>
                  <a:lnTo>
                    <a:pt x="139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68" name="Candidate_receptor__3586">
              <a:extLst>
                <a:ext uri="{FF2B5EF4-FFF2-40B4-BE49-F238E27FC236}">
                  <a16:creationId xmlns:a16="http://schemas.microsoft.com/office/drawing/2014/main" id="{B879AEFD-AF4E-F263-A964-090DBE3CAECD}"/>
                </a:ext>
              </a:extLst>
            </p:cNvPr>
            <p:cNvSpPr>
              <a:spLocks noGrp="1"/>
            </p:cNvSpPr>
            <p:nvPr/>
          </p:nvSpPr>
          <p:spPr>
            <a:xfrm>
              <a:off x="5874749" y="3123909"/>
              <a:ext cx="45075" cy="73234"/>
            </a:xfrm>
            <a:custGeom>
              <a:avLst/>
              <a:gdLst/>
              <a:ahLst/>
              <a:cxnLst/>
              <a:rect l="0" t="0" r="0" b="0"/>
              <a:pathLst>
                <a:path w="45075" h="73234">
                  <a:moveTo>
                    <a:pt x="0" y="73234"/>
                  </a:moveTo>
                  <a:lnTo>
                    <a:pt x="450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69" name="Candidate_receptor__3587">
              <a:extLst>
                <a:ext uri="{FF2B5EF4-FFF2-40B4-BE49-F238E27FC236}">
                  <a16:creationId xmlns:a16="http://schemas.microsoft.com/office/drawing/2014/main" id="{FD20EB96-5485-3DFE-DB07-D4AF7BBB3D3C}"/>
                </a:ext>
              </a:extLst>
            </p:cNvPr>
            <p:cNvSpPr>
              <a:spLocks noGrp="1"/>
            </p:cNvSpPr>
            <p:nvPr/>
          </p:nvSpPr>
          <p:spPr>
            <a:xfrm>
              <a:off x="4179167" y="2710329"/>
              <a:ext cx="55399" cy="99167"/>
            </a:xfrm>
            <a:custGeom>
              <a:avLst/>
              <a:gdLst/>
              <a:ahLst/>
              <a:cxnLst/>
              <a:rect l="0" t="0" r="0" b="0"/>
              <a:pathLst>
                <a:path w="55399" h="99167">
                  <a:moveTo>
                    <a:pt x="55399" y="0"/>
                  </a:moveTo>
                  <a:lnTo>
                    <a:pt x="0" y="9916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70" name="Candidate_receptor__3588">
              <a:extLst>
                <a:ext uri="{FF2B5EF4-FFF2-40B4-BE49-F238E27FC236}">
                  <a16:creationId xmlns:a16="http://schemas.microsoft.com/office/drawing/2014/main" id="{AE2F8205-3448-166E-C73D-6A54487993AC}"/>
                </a:ext>
              </a:extLst>
            </p:cNvPr>
            <p:cNvSpPr>
              <a:spLocks noGrp="1"/>
            </p:cNvSpPr>
            <p:nvPr/>
          </p:nvSpPr>
          <p:spPr>
            <a:xfrm>
              <a:off x="4343735" y="3261517"/>
              <a:ext cx="40229" cy="75624"/>
            </a:xfrm>
            <a:custGeom>
              <a:avLst/>
              <a:gdLst/>
              <a:ahLst/>
              <a:cxnLst/>
              <a:rect l="0" t="0" r="0" b="0"/>
              <a:pathLst>
                <a:path w="40229" h="75624">
                  <a:moveTo>
                    <a:pt x="40229" y="75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71" name="Candidate_receptor__3589">
              <a:extLst>
                <a:ext uri="{FF2B5EF4-FFF2-40B4-BE49-F238E27FC236}">
                  <a16:creationId xmlns:a16="http://schemas.microsoft.com/office/drawing/2014/main" id="{21782A56-484F-1B2F-ED08-FB194F1CC5AC}"/>
                </a:ext>
              </a:extLst>
            </p:cNvPr>
            <p:cNvSpPr>
              <a:spLocks noGrp="1"/>
            </p:cNvSpPr>
            <p:nvPr/>
          </p:nvSpPr>
          <p:spPr>
            <a:xfrm>
              <a:off x="5658648" y="1679951"/>
              <a:ext cx="35514" cy="86548"/>
            </a:xfrm>
            <a:custGeom>
              <a:avLst/>
              <a:gdLst/>
              <a:ahLst/>
              <a:cxnLst/>
              <a:rect l="0" t="0" r="0" b="0"/>
              <a:pathLst>
                <a:path w="35514" h="86548">
                  <a:moveTo>
                    <a:pt x="0" y="86548"/>
                  </a:moveTo>
                  <a:lnTo>
                    <a:pt x="3551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72" name="Candidate_receptor__3590">
              <a:extLst>
                <a:ext uri="{FF2B5EF4-FFF2-40B4-BE49-F238E27FC236}">
                  <a16:creationId xmlns:a16="http://schemas.microsoft.com/office/drawing/2014/main" id="{32A44F0D-A6DA-B631-3952-6A945BA92038}"/>
                </a:ext>
              </a:extLst>
            </p:cNvPr>
            <p:cNvSpPr>
              <a:spLocks noGrp="1"/>
            </p:cNvSpPr>
            <p:nvPr/>
          </p:nvSpPr>
          <p:spPr>
            <a:xfrm>
              <a:off x="4932409" y="3078935"/>
              <a:ext cx="34909" cy="12293"/>
            </a:xfrm>
            <a:custGeom>
              <a:avLst/>
              <a:gdLst/>
              <a:ahLst/>
              <a:cxnLst/>
              <a:rect l="0" t="0" r="0" b="0"/>
              <a:pathLst>
                <a:path w="34909" h="12293">
                  <a:moveTo>
                    <a:pt x="34909" y="0"/>
                  </a:moveTo>
                  <a:lnTo>
                    <a:pt x="0" y="1229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73" name="Candidate_receptor__3591">
              <a:extLst>
                <a:ext uri="{FF2B5EF4-FFF2-40B4-BE49-F238E27FC236}">
                  <a16:creationId xmlns:a16="http://schemas.microsoft.com/office/drawing/2014/main" id="{D09BDA0D-3CE7-2366-78F2-AF1CE700E9DE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210107"/>
              <a:ext cx="65880" cy="51409"/>
            </a:xfrm>
            <a:custGeom>
              <a:avLst/>
              <a:gdLst/>
              <a:ahLst/>
              <a:cxnLst/>
              <a:rect l="0" t="0" r="0" b="0"/>
              <a:pathLst>
                <a:path w="65880" h="51409">
                  <a:moveTo>
                    <a:pt x="65880" y="5140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74" name="Candidate_receptor__3592">
              <a:extLst>
                <a:ext uri="{FF2B5EF4-FFF2-40B4-BE49-F238E27FC236}">
                  <a16:creationId xmlns:a16="http://schemas.microsoft.com/office/drawing/2014/main" id="{C121AD6A-864F-D3D2-AC22-064B8A49D157}"/>
                </a:ext>
              </a:extLst>
            </p:cNvPr>
            <p:cNvSpPr>
              <a:spLocks noGrp="1"/>
            </p:cNvSpPr>
            <p:nvPr/>
          </p:nvSpPr>
          <p:spPr>
            <a:xfrm>
              <a:off x="6090531" y="2159746"/>
              <a:ext cx="110940" cy="20285"/>
            </a:xfrm>
            <a:custGeom>
              <a:avLst/>
              <a:gdLst/>
              <a:ahLst/>
              <a:cxnLst/>
              <a:rect l="0" t="0" r="0" b="0"/>
              <a:pathLst>
                <a:path w="110940" h="20285">
                  <a:moveTo>
                    <a:pt x="110940" y="202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75" name="Candidate_receptor__3593">
              <a:extLst>
                <a:ext uri="{FF2B5EF4-FFF2-40B4-BE49-F238E27FC236}">
                  <a16:creationId xmlns:a16="http://schemas.microsoft.com/office/drawing/2014/main" id="{D45C1DCA-F4C6-981C-8CBD-1BF3B8637C8E}"/>
                </a:ext>
              </a:extLst>
            </p:cNvPr>
            <p:cNvSpPr>
              <a:spLocks noGrp="1"/>
            </p:cNvSpPr>
            <p:nvPr/>
          </p:nvSpPr>
          <p:spPr>
            <a:xfrm>
              <a:off x="4705008" y="3259825"/>
              <a:ext cx="17442" cy="112397"/>
            </a:xfrm>
            <a:custGeom>
              <a:avLst/>
              <a:gdLst/>
              <a:ahLst/>
              <a:cxnLst/>
              <a:rect l="0" t="0" r="0" b="0"/>
              <a:pathLst>
                <a:path w="17442" h="112397">
                  <a:moveTo>
                    <a:pt x="17442" y="1123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76" name="Candidate_receptor__3594">
              <a:extLst>
                <a:ext uri="{FF2B5EF4-FFF2-40B4-BE49-F238E27FC236}">
                  <a16:creationId xmlns:a16="http://schemas.microsoft.com/office/drawing/2014/main" id="{C969C32D-2BE5-4453-D5E2-9C6B44B856D2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720477"/>
              <a:ext cx="44033" cy="105405"/>
            </a:xfrm>
            <a:custGeom>
              <a:avLst/>
              <a:gdLst/>
              <a:ahLst/>
              <a:cxnLst/>
              <a:rect l="0" t="0" r="0" b="0"/>
              <a:pathLst>
                <a:path w="44033" h="105405">
                  <a:moveTo>
                    <a:pt x="0" y="105405"/>
                  </a:moveTo>
                  <a:lnTo>
                    <a:pt x="4403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77" name="Candidate_receptor__3595">
              <a:extLst>
                <a:ext uri="{FF2B5EF4-FFF2-40B4-BE49-F238E27FC236}">
                  <a16:creationId xmlns:a16="http://schemas.microsoft.com/office/drawing/2014/main" id="{A4FF89BB-5EDD-2AD2-FDAF-344206B065AB}"/>
                </a:ext>
              </a:extLst>
            </p:cNvPr>
            <p:cNvSpPr>
              <a:spLocks noGrp="1"/>
            </p:cNvSpPr>
            <p:nvPr/>
          </p:nvSpPr>
          <p:spPr>
            <a:xfrm>
              <a:off x="5581589" y="2278494"/>
              <a:ext cx="70901" cy="78875"/>
            </a:xfrm>
            <a:custGeom>
              <a:avLst/>
              <a:gdLst/>
              <a:ahLst/>
              <a:cxnLst/>
              <a:rect l="0" t="0" r="0" b="0"/>
              <a:pathLst>
                <a:path w="70901" h="78875">
                  <a:moveTo>
                    <a:pt x="0" y="0"/>
                  </a:moveTo>
                  <a:lnTo>
                    <a:pt x="70901" y="78875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78" name="Candidate_receptor__3596">
              <a:extLst>
                <a:ext uri="{FF2B5EF4-FFF2-40B4-BE49-F238E27FC236}">
                  <a16:creationId xmlns:a16="http://schemas.microsoft.com/office/drawing/2014/main" id="{B4D3BF54-FA71-AB5F-634A-40BD77CE6C7E}"/>
                </a:ext>
              </a:extLst>
            </p:cNvPr>
            <p:cNvSpPr>
              <a:spLocks noGrp="1"/>
            </p:cNvSpPr>
            <p:nvPr/>
          </p:nvSpPr>
          <p:spPr>
            <a:xfrm>
              <a:off x="4234566" y="2676847"/>
              <a:ext cx="104217" cy="33482"/>
            </a:xfrm>
            <a:custGeom>
              <a:avLst/>
              <a:gdLst/>
              <a:ahLst/>
              <a:cxnLst/>
              <a:rect l="0" t="0" r="0" b="0"/>
              <a:pathLst>
                <a:path w="104217" h="33482">
                  <a:moveTo>
                    <a:pt x="104217" y="0"/>
                  </a:moveTo>
                  <a:lnTo>
                    <a:pt x="0" y="3348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79" name="Candidate_receptor__3597">
              <a:extLst>
                <a:ext uri="{FF2B5EF4-FFF2-40B4-BE49-F238E27FC236}">
                  <a16:creationId xmlns:a16="http://schemas.microsoft.com/office/drawing/2014/main" id="{8F1DA8CC-1E79-8460-C15A-A5D4F1729E39}"/>
                </a:ext>
              </a:extLst>
            </p:cNvPr>
            <p:cNvSpPr>
              <a:spLocks noGrp="1"/>
            </p:cNvSpPr>
            <p:nvPr/>
          </p:nvSpPr>
          <p:spPr>
            <a:xfrm>
              <a:off x="5290065" y="2855415"/>
              <a:ext cx="45121" cy="32017"/>
            </a:xfrm>
            <a:custGeom>
              <a:avLst/>
              <a:gdLst/>
              <a:ahLst/>
              <a:cxnLst/>
              <a:rect l="0" t="0" r="0" b="0"/>
              <a:pathLst>
                <a:path w="45121" h="32017">
                  <a:moveTo>
                    <a:pt x="45121" y="3201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80" name="Candidate_receptor__3598">
              <a:extLst>
                <a:ext uri="{FF2B5EF4-FFF2-40B4-BE49-F238E27FC236}">
                  <a16:creationId xmlns:a16="http://schemas.microsoft.com/office/drawing/2014/main" id="{21331A56-3E37-8D3D-67C1-9D4D5EA65895}"/>
                </a:ext>
              </a:extLst>
            </p:cNvPr>
            <p:cNvSpPr>
              <a:spLocks noGrp="1"/>
            </p:cNvSpPr>
            <p:nvPr/>
          </p:nvSpPr>
          <p:spPr>
            <a:xfrm>
              <a:off x="5225985" y="2431313"/>
              <a:ext cx="83038" cy="55478"/>
            </a:xfrm>
            <a:custGeom>
              <a:avLst/>
              <a:gdLst/>
              <a:ahLst/>
              <a:cxnLst/>
              <a:rect l="0" t="0" r="0" b="0"/>
              <a:pathLst>
                <a:path w="83038" h="55478">
                  <a:moveTo>
                    <a:pt x="0" y="55478"/>
                  </a:moveTo>
                  <a:lnTo>
                    <a:pt x="8303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81" name="Candidate_receptor__3599">
              <a:extLst>
                <a:ext uri="{FF2B5EF4-FFF2-40B4-BE49-F238E27FC236}">
                  <a16:creationId xmlns:a16="http://schemas.microsoft.com/office/drawing/2014/main" id="{EFBED8E5-5B8A-D0AB-F254-9F15110F2E8E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12187" cy="107797"/>
            </a:xfrm>
            <a:custGeom>
              <a:avLst/>
              <a:gdLst/>
              <a:ahLst/>
              <a:cxnLst/>
              <a:rect l="0" t="0" r="0" b="0"/>
              <a:pathLst>
                <a:path w="12187" h="107797">
                  <a:moveTo>
                    <a:pt x="12187" y="1077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82" name="Candidate_receptor__3600">
              <a:extLst>
                <a:ext uri="{FF2B5EF4-FFF2-40B4-BE49-F238E27FC236}">
                  <a16:creationId xmlns:a16="http://schemas.microsoft.com/office/drawing/2014/main" id="{914993F8-A22C-4029-05AA-86C9FAC180DE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601506"/>
              <a:ext cx="41407" cy="107508"/>
            </a:xfrm>
            <a:custGeom>
              <a:avLst/>
              <a:gdLst/>
              <a:ahLst/>
              <a:cxnLst/>
              <a:rect l="0" t="0" r="0" b="0"/>
              <a:pathLst>
                <a:path w="41407" h="107508">
                  <a:moveTo>
                    <a:pt x="41407" y="107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83" name="Candidate_receptor__3601">
              <a:extLst>
                <a:ext uri="{FF2B5EF4-FFF2-40B4-BE49-F238E27FC236}">
                  <a16:creationId xmlns:a16="http://schemas.microsoft.com/office/drawing/2014/main" id="{7052E80D-827A-6B29-551E-866A419AA2E3}"/>
                </a:ext>
              </a:extLst>
            </p:cNvPr>
            <p:cNvSpPr>
              <a:spLocks noGrp="1"/>
            </p:cNvSpPr>
            <p:nvPr/>
          </p:nvSpPr>
          <p:spPr>
            <a:xfrm>
              <a:off x="4699843" y="3709535"/>
              <a:ext cx="22279" cy="112572"/>
            </a:xfrm>
            <a:custGeom>
              <a:avLst/>
              <a:gdLst/>
              <a:ahLst/>
              <a:cxnLst/>
              <a:rect l="0" t="0" r="0" b="0"/>
              <a:pathLst>
                <a:path w="22279" h="112572">
                  <a:moveTo>
                    <a:pt x="22279" y="1125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84" name="Candidate_receptor__3602">
              <a:extLst>
                <a:ext uri="{FF2B5EF4-FFF2-40B4-BE49-F238E27FC236}">
                  <a16:creationId xmlns:a16="http://schemas.microsoft.com/office/drawing/2014/main" id="{B4832F71-39CF-B690-B998-2A0CFB2DD042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043341"/>
              <a:ext cx="86082" cy="76548"/>
            </a:xfrm>
            <a:custGeom>
              <a:avLst/>
              <a:gdLst/>
              <a:ahLst/>
              <a:cxnLst/>
              <a:rect l="0" t="0" r="0" b="0"/>
              <a:pathLst>
                <a:path w="86082" h="76548">
                  <a:moveTo>
                    <a:pt x="86082" y="0"/>
                  </a:moveTo>
                  <a:lnTo>
                    <a:pt x="0" y="76548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85" name="Candidate_receptor__3603">
              <a:extLst>
                <a:ext uri="{FF2B5EF4-FFF2-40B4-BE49-F238E27FC236}">
                  <a16:creationId xmlns:a16="http://schemas.microsoft.com/office/drawing/2014/main" id="{31F26BC1-AFCA-1EAE-5082-5BF326D460BA}"/>
                </a:ext>
              </a:extLst>
            </p:cNvPr>
            <p:cNvSpPr>
              <a:spLocks noGrp="1"/>
            </p:cNvSpPr>
            <p:nvPr/>
          </p:nvSpPr>
          <p:spPr>
            <a:xfrm>
              <a:off x="3864576" y="2780031"/>
              <a:ext cx="34120" cy="98291"/>
            </a:xfrm>
            <a:custGeom>
              <a:avLst/>
              <a:gdLst/>
              <a:ahLst/>
              <a:cxnLst/>
              <a:rect l="0" t="0" r="0" b="0"/>
              <a:pathLst>
                <a:path w="34120" h="98291">
                  <a:moveTo>
                    <a:pt x="0" y="98291"/>
                  </a:moveTo>
                  <a:lnTo>
                    <a:pt x="3412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86" name="Candidate_receptor__3604">
              <a:extLst>
                <a:ext uri="{FF2B5EF4-FFF2-40B4-BE49-F238E27FC236}">
                  <a16:creationId xmlns:a16="http://schemas.microsoft.com/office/drawing/2014/main" id="{7395B9E5-611A-8642-ECC6-B681140541D9}"/>
                </a:ext>
              </a:extLst>
            </p:cNvPr>
            <p:cNvSpPr>
              <a:spLocks noGrp="1"/>
            </p:cNvSpPr>
            <p:nvPr/>
          </p:nvSpPr>
          <p:spPr>
            <a:xfrm>
              <a:off x="5634805" y="1766499"/>
              <a:ext cx="23843" cy="60972"/>
            </a:xfrm>
            <a:custGeom>
              <a:avLst/>
              <a:gdLst/>
              <a:ahLst/>
              <a:cxnLst/>
              <a:rect l="0" t="0" r="0" b="0"/>
              <a:pathLst>
                <a:path w="23843" h="60972">
                  <a:moveTo>
                    <a:pt x="0" y="60972"/>
                  </a:moveTo>
                  <a:lnTo>
                    <a:pt x="2384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87" name="Candidate_receptor__3605">
              <a:extLst>
                <a:ext uri="{FF2B5EF4-FFF2-40B4-BE49-F238E27FC236}">
                  <a16:creationId xmlns:a16="http://schemas.microsoft.com/office/drawing/2014/main" id="{5892C88E-0733-2E2E-7369-9633E1A2EC45}"/>
                </a:ext>
              </a:extLst>
            </p:cNvPr>
            <p:cNvSpPr>
              <a:spLocks noGrp="1"/>
            </p:cNvSpPr>
            <p:nvPr/>
          </p:nvSpPr>
          <p:spPr>
            <a:xfrm>
              <a:off x="4722122" y="3822107"/>
              <a:ext cx="99625" cy="56678"/>
            </a:xfrm>
            <a:custGeom>
              <a:avLst/>
              <a:gdLst/>
              <a:ahLst/>
              <a:cxnLst/>
              <a:rect l="0" t="0" r="0" b="0"/>
              <a:pathLst>
                <a:path w="99625" h="56678">
                  <a:moveTo>
                    <a:pt x="99625" y="566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88" name="Candidate_receptor__3606">
              <a:extLst>
                <a:ext uri="{FF2B5EF4-FFF2-40B4-BE49-F238E27FC236}">
                  <a16:creationId xmlns:a16="http://schemas.microsoft.com/office/drawing/2014/main" id="{026C9EC5-D5A3-9545-63C1-5387E9A94FA2}"/>
                </a:ext>
              </a:extLst>
            </p:cNvPr>
            <p:cNvSpPr>
              <a:spLocks noGrp="1"/>
            </p:cNvSpPr>
            <p:nvPr/>
          </p:nvSpPr>
          <p:spPr>
            <a:xfrm>
              <a:off x="6084862" y="2402133"/>
              <a:ext cx="45034" cy="90599"/>
            </a:xfrm>
            <a:custGeom>
              <a:avLst/>
              <a:gdLst/>
              <a:ahLst/>
              <a:cxnLst/>
              <a:rect l="0" t="0" r="0" b="0"/>
              <a:pathLst>
                <a:path w="45034" h="90599">
                  <a:moveTo>
                    <a:pt x="0" y="90599"/>
                  </a:moveTo>
                  <a:lnTo>
                    <a:pt x="45034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89" name="Candidate_receptor__3607">
              <a:extLst>
                <a:ext uri="{FF2B5EF4-FFF2-40B4-BE49-F238E27FC236}">
                  <a16:creationId xmlns:a16="http://schemas.microsoft.com/office/drawing/2014/main" id="{D96EC115-EAD4-A327-62F4-DB832D726846}"/>
                </a:ext>
              </a:extLst>
            </p:cNvPr>
            <p:cNvSpPr>
              <a:spLocks noGrp="1"/>
            </p:cNvSpPr>
            <p:nvPr/>
          </p:nvSpPr>
          <p:spPr>
            <a:xfrm>
              <a:off x="5384367" y="2515010"/>
              <a:ext cx="14889" cy="49910"/>
            </a:xfrm>
            <a:custGeom>
              <a:avLst/>
              <a:gdLst/>
              <a:ahLst/>
              <a:cxnLst/>
              <a:rect l="0" t="0" r="0" b="0"/>
              <a:pathLst>
                <a:path w="14889" h="49910">
                  <a:moveTo>
                    <a:pt x="0" y="0"/>
                  </a:moveTo>
                  <a:lnTo>
                    <a:pt x="14889" y="4991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90" name="Candidate_receptor__3608">
              <a:extLst>
                <a:ext uri="{FF2B5EF4-FFF2-40B4-BE49-F238E27FC236}">
                  <a16:creationId xmlns:a16="http://schemas.microsoft.com/office/drawing/2014/main" id="{03C0D3B4-00B3-EA6E-D2E2-C211A0813EA6}"/>
                </a:ext>
              </a:extLst>
            </p:cNvPr>
            <p:cNvSpPr>
              <a:spLocks noGrp="1"/>
            </p:cNvSpPr>
            <p:nvPr/>
          </p:nvSpPr>
          <p:spPr>
            <a:xfrm>
              <a:off x="5100635" y="3223592"/>
              <a:ext cx="19679" cy="35777"/>
            </a:xfrm>
            <a:custGeom>
              <a:avLst/>
              <a:gdLst/>
              <a:ahLst/>
              <a:cxnLst/>
              <a:rect l="0" t="0" r="0" b="0"/>
              <a:pathLst>
                <a:path w="19679" h="35777">
                  <a:moveTo>
                    <a:pt x="0" y="35777"/>
                  </a:moveTo>
                  <a:lnTo>
                    <a:pt x="1967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91" name="Candidate_receptor__3609">
              <a:extLst>
                <a:ext uri="{FF2B5EF4-FFF2-40B4-BE49-F238E27FC236}">
                  <a16:creationId xmlns:a16="http://schemas.microsoft.com/office/drawing/2014/main" id="{01E79AF1-578C-5650-7796-7A4292D21976}"/>
                </a:ext>
              </a:extLst>
            </p:cNvPr>
            <p:cNvSpPr>
              <a:spLocks noGrp="1"/>
            </p:cNvSpPr>
            <p:nvPr/>
          </p:nvSpPr>
          <p:spPr>
            <a:xfrm>
              <a:off x="5903770" y="2439315"/>
              <a:ext cx="31436" cy="110690"/>
            </a:xfrm>
            <a:custGeom>
              <a:avLst/>
              <a:gdLst/>
              <a:ahLst/>
              <a:cxnLst/>
              <a:rect l="0" t="0" r="0" b="0"/>
              <a:pathLst>
                <a:path w="31436" h="110690">
                  <a:moveTo>
                    <a:pt x="0" y="110690"/>
                  </a:moveTo>
                  <a:lnTo>
                    <a:pt x="31436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92" name="Candidate_receptor__3610">
              <a:extLst>
                <a:ext uri="{FF2B5EF4-FFF2-40B4-BE49-F238E27FC236}">
                  <a16:creationId xmlns:a16="http://schemas.microsoft.com/office/drawing/2014/main" id="{D8396222-EAE3-E033-DE34-671C7B597082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06257"/>
              <a:ext cx="94227" cy="35585"/>
            </a:xfrm>
            <a:custGeom>
              <a:avLst/>
              <a:gdLst/>
              <a:ahLst/>
              <a:cxnLst/>
              <a:rect l="0" t="0" r="0" b="0"/>
              <a:pathLst>
                <a:path w="94227" h="35585">
                  <a:moveTo>
                    <a:pt x="94227" y="0"/>
                  </a:moveTo>
                  <a:lnTo>
                    <a:pt x="0" y="3558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293" name="Candidate_receptor__3611">
              <a:extLst>
                <a:ext uri="{FF2B5EF4-FFF2-40B4-BE49-F238E27FC236}">
                  <a16:creationId xmlns:a16="http://schemas.microsoft.com/office/drawing/2014/main" id="{501B7A65-D50B-62EF-F6AF-B2D87A841166}"/>
                </a:ext>
              </a:extLst>
            </p:cNvPr>
            <p:cNvSpPr>
              <a:spLocks noGrp="1"/>
            </p:cNvSpPr>
            <p:nvPr/>
          </p:nvSpPr>
          <p:spPr>
            <a:xfrm>
              <a:off x="4900229" y="2752875"/>
              <a:ext cx="23219" cy="91381"/>
            </a:xfrm>
            <a:custGeom>
              <a:avLst/>
              <a:gdLst/>
              <a:ahLst/>
              <a:cxnLst/>
              <a:rect l="0" t="0" r="0" b="0"/>
              <a:pathLst>
                <a:path w="23219" h="91381">
                  <a:moveTo>
                    <a:pt x="23219" y="913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294" name="Candidate_receptor__3612">
              <a:extLst>
                <a:ext uri="{FF2B5EF4-FFF2-40B4-BE49-F238E27FC236}">
                  <a16:creationId xmlns:a16="http://schemas.microsoft.com/office/drawing/2014/main" id="{44511111-574A-561B-03AA-905D61052C0F}"/>
                </a:ext>
              </a:extLst>
            </p:cNvPr>
            <p:cNvSpPr>
              <a:spLocks noGrp="1"/>
            </p:cNvSpPr>
            <p:nvPr/>
          </p:nvSpPr>
          <p:spPr>
            <a:xfrm>
              <a:off x="3843923" y="3187696"/>
              <a:ext cx="59748" cy="21030"/>
            </a:xfrm>
            <a:custGeom>
              <a:avLst/>
              <a:gdLst/>
              <a:ahLst/>
              <a:cxnLst/>
              <a:rect l="0" t="0" r="0" b="0"/>
              <a:pathLst>
                <a:path w="59748" h="21030">
                  <a:moveTo>
                    <a:pt x="59748" y="210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295" name="Candidate_receptor__3613">
              <a:extLst>
                <a:ext uri="{FF2B5EF4-FFF2-40B4-BE49-F238E27FC236}">
                  <a16:creationId xmlns:a16="http://schemas.microsoft.com/office/drawing/2014/main" id="{FEFC3DB1-288D-2EEA-2EC7-80F8AB3A1541}"/>
                </a:ext>
              </a:extLst>
            </p:cNvPr>
            <p:cNvSpPr>
              <a:spLocks noGrp="1"/>
            </p:cNvSpPr>
            <p:nvPr/>
          </p:nvSpPr>
          <p:spPr>
            <a:xfrm>
              <a:off x="4011321" y="3147994"/>
              <a:ext cx="102728" cy="34839"/>
            </a:xfrm>
            <a:custGeom>
              <a:avLst/>
              <a:gdLst/>
              <a:ahLst/>
              <a:cxnLst/>
              <a:rect l="0" t="0" r="0" b="0"/>
              <a:pathLst>
                <a:path w="102728" h="34839">
                  <a:moveTo>
                    <a:pt x="102728" y="34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296" name="Candidate_receptor__3614">
              <a:extLst>
                <a:ext uri="{FF2B5EF4-FFF2-40B4-BE49-F238E27FC236}">
                  <a16:creationId xmlns:a16="http://schemas.microsoft.com/office/drawing/2014/main" id="{A355104A-07C5-C738-D756-64D99E7948EC}"/>
                </a:ext>
              </a:extLst>
            </p:cNvPr>
            <p:cNvSpPr>
              <a:spLocks noGrp="1"/>
            </p:cNvSpPr>
            <p:nvPr/>
          </p:nvSpPr>
          <p:spPr>
            <a:xfrm>
              <a:off x="5995755" y="2135748"/>
              <a:ext cx="94776" cy="23998"/>
            </a:xfrm>
            <a:custGeom>
              <a:avLst/>
              <a:gdLst/>
              <a:ahLst/>
              <a:cxnLst/>
              <a:rect l="0" t="0" r="0" b="0"/>
              <a:pathLst>
                <a:path w="94776" h="23998">
                  <a:moveTo>
                    <a:pt x="94776" y="23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297" name="Candidate_receptor__3615">
              <a:extLst>
                <a:ext uri="{FF2B5EF4-FFF2-40B4-BE49-F238E27FC236}">
                  <a16:creationId xmlns:a16="http://schemas.microsoft.com/office/drawing/2014/main" id="{B0AB57BD-1056-6989-5E4D-691CBDB7C1B7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905982"/>
              <a:ext cx="18333" cy="112267"/>
            </a:xfrm>
            <a:custGeom>
              <a:avLst/>
              <a:gdLst/>
              <a:ahLst/>
              <a:cxnLst/>
              <a:rect l="0" t="0" r="0" b="0"/>
              <a:pathLst>
                <a:path w="18333" h="112267">
                  <a:moveTo>
                    <a:pt x="18333" y="1122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298" name="Candidate_receptor__3616">
              <a:extLst>
                <a:ext uri="{FF2B5EF4-FFF2-40B4-BE49-F238E27FC236}">
                  <a16:creationId xmlns:a16="http://schemas.microsoft.com/office/drawing/2014/main" id="{466E1CE7-E6D5-9CDF-436B-4E9A9F3CBEB4}"/>
                </a:ext>
              </a:extLst>
            </p:cNvPr>
            <p:cNvSpPr>
              <a:spLocks noGrp="1"/>
            </p:cNvSpPr>
            <p:nvPr/>
          </p:nvSpPr>
          <p:spPr>
            <a:xfrm>
              <a:off x="5841407" y="3043341"/>
              <a:ext cx="78417" cy="80568"/>
            </a:xfrm>
            <a:custGeom>
              <a:avLst/>
              <a:gdLst/>
              <a:ahLst/>
              <a:cxnLst/>
              <a:rect l="0" t="0" r="0" b="0"/>
              <a:pathLst>
                <a:path w="78417" h="80568">
                  <a:moveTo>
                    <a:pt x="78417" y="805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299" name="Candidate_receptor__3617">
              <a:extLst>
                <a:ext uri="{FF2B5EF4-FFF2-40B4-BE49-F238E27FC236}">
                  <a16:creationId xmlns:a16="http://schemas.microsoft.com/office/drawing/2014/main" id="{79B62EEA-85B6-7BD3-BADE-ACBA478F3899}"/>
                </a:ext>
              </a:extLst>
            </p:cNvPr>
            <p:cNvSpPr>
              <a:spLocks noGrp="1"/>
            </p:cNvSpPr>
            <p:nvPr/>
          </p:nvSpPr>
          <p:spPr>
            <a:xfrm>
              <a:off x="5500244" y="2278494"/>
              <a:ext cx="81345" cy="13750"/>
            </a:xfrm>
            <a:custGeom>
              <a:avLst/>
              <a:gdLst/>
              <a:ahLst/>
              <a:cxnLst/>
              <a:rect l="0" t="0" r="0" b="0"/>
              <a:pathLst>
                <a:path w="81345" h="13750">
                  <a:moveTo>
                    <a:pt x="0" y="13750"/>
                  </a:moveTo>
                  <a:lnTo>
                    <a:pt x="81345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00" name="Candidate_receptor__3618">
              <a:extLst>
                <a:ext uri="{FF2B5EF4-FFF2-40B4-BE49-F238E27FC236}">
                  <a16:creationId xmlns:a16="http://schemas.microsoft.com/office/drawing/2014/main" id="{35754A6E-55DD-CDEF-4636-D717090C83FA}"/>
                </a:ext>
              </a:extLst>
            </p:cNvPr>
            <p:cNvSpPr>
              <a:spLocks noGrp="1"/>
            </p:cNvSpPr>
            <p:nvPr/>
          </p:nvSpPr>
          <p:spPr>
            <a:xfrm>
              <a:off x="5000108" y="3365027"/>
              <a:ext cx="72499" cy="26391"/>
            </a:xfrm>
            <a:custGeom>
              <a:avLst/>
              <a:gdLst/>
              <a:ahLst/>
              <a:cxnLst/>
              <a:rect l="0" t="0" r="0" b="0"/>
              <a:pathLst>
                <a:path w="72499" h="26391">
                  <a:moveTo>
                    <a:pt x="72499" y="0"/>
                  </a:moveTo>
                  <a:lnTo>
                    <a:pt x="0" y="2639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01" name="Candidate_receptor__3619">
              <a:extLst>
                <a:ext uri="{FF2B5EF4-FFF2-40B4-BE49-F238E27FC236}">
                  <a16:creationId xmlns:a16="http://schemas.microsoft.com/office/drawing/2014/main" id="{4746D110-493C-AA64-AE71-4CA9EAAB09D0}"/>
                </a:ext>
              </a:extLst>
            </p:cNvPr>
            <p:cNvSpPr>
              <a:spLocks noGrp="1"/>
            </p:cNvSpPr>
            <p:nvPr/>
          </p:nvSpPr>
          <p:spPr>
            <a:xfrm>
              <a:off x="4164917" y="3782708"/>
              <a:ext cx="113579" cy="12560"/>
            </a:xfrm>
            <a:custGeom>
              <a:avLst/>
              <a:gdLst/>
              <a:ahLst/>
              <a:cxnLst/>
              <a:rect l="0" t="0" r="0" b="0"/>
              <a:pathLst>
                <a:path w="113579" h="12560">
                  <a:moveTo>
                    <a:pt x="0" y="12560"/>
                  </a:moveTo>
                  <a:lnTo>
                    <a:pt x="11357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02" name="Candidate_receptor__3620">
              <a:extLst>
                <a:ext uri="{FF2B5EF4-FFF2-40B4-BE49-F238E27FC236}">
                  <a16:creationId xmlns:a16="http://schemas.microsoft.com/office/drawing/2014/main" id="{A5333F1D-8510-E31B-BCD8-569CB77B19A0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" cy="73096"/>
            </a:xfrm>
            <a:custGeom>
              <a:avLst/>
              <a:gdLst/>
              <a:ahLst/>
              <a:cxnLst/>
              <a:rect l="0" t="0" r="0" b="0"/>
              <a:pathLst>
                <a:path w="95" h="73096">
                  <a:moveTo>
                    <a:pt x="73" y="730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03" name="Candidate_receptor__3621">
              <a:extLst>
                <a:ext uri="{FF2B5EF4-FFF2-40B4-BE49-F238E27FC236}">
                  <a16:creationId xmlns:a16="http://schemas.microsoft.com/office/drawing/2014/main" id="{79EA9504-9E14-ABC1-D63C-EC2C1E6AA140}"/>
                </a:ext>
              </a:extLst>
            </p:cNvPr>
            <p:cNvSpPr>
              <a:spLocks noGrp="1"/>
            </p:cNvSpPr>
            <p:nvPr/>
          </p:nvSpPr>
          <p:spPr>
            <a:xfrm>
              <a:off x="4342213" y="3648364"/>
              <a:ext cx="24208" cy="58576"/>
            </a:xfrm>
            <a:custGeom>
              <a:avLst/>
              <a:gdLst/>
              <a:ahLst/>
              <a:cxnLst/>
              <a:rect l="0" t="0" r="0" b="0"/>
              <a:pathLst>
                <a:path w="24208" h="58576">
                  <a:moveTo>
                    <a:pt x="0" y="58576"/>
                  </a:moveTo>
                  <a:lnTo>
                    <a:pt x="2420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04" name="Candidate_receptor__3622">
              <a:extLst>
                <a:ext uri="{FF2B5EF4-FFF2-40B4-BE49-F238E27FC236}">
                  <a16:creationId xmlns:a16="http://schemas.microsoft.com/office/drawing/2014/main" id="{92E96A4D-0621-CEC2-0AB7-981896252333}"/>
                </a:ext>
              </a:extLst>
            </p:cNvPr>
            <p:cNvSpPr>
              <a:spLocks noGrp="1"/>
            </p:cNvSpPr>
            <p:nvPr/>
          </p:nvSpPr>
          <p:spPr>
            <a:xfrm>
              <a:off x="4338783" y="2570655"/>
              <a:ext cx="39469" cy="106192"/>
            </a:xfrm>
            <a:custGeom>
              <a:avLst/>
              <a:gdLst/>
              <a:ahLst/>
              <a:cxnLst/>
              <a:rect l="0" t="0" r="0" b="0"/>
              <a:pathLst>
                <a:path w="39469" h="106192">
                  <a:moveTo>
                    <a:pt x="39469" y="0"/>
                  </a:moveTo>
                  <a:lnTo>
                    <a:pt x="0" y="10619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05" name="Candidate_receptor__3623">
              <a:extLst>
                <a:ext uri="{FF2B5EF4-FFF2-40B4-BE49-F238E27FC236}">
                  <a16:creationId xmlns:a16="http://schemas.microsoft.com/office/drawing/2014/main" id="{AD152E81-9BDE-D4BC-9F24-48D2E32B0D40}"/>
                </a:ext>
              </a:extLst>
            </p:cNvPr>
            <p:cNvSpPr>
              <a:spLocks noGrp="1"/>
            </p:cNvSpPr>
            <p:nvPr/>
          </p:nvSpPr>
          <p:spPr>
            <a:xfrm>
              <a:off x="6046638" y="2492732"/>
              <a:ext cx="38224" cy="45998"/>
            </a:xfrm>
            <a:custGeom>
              <a:avLst/>
              <a:gdLst/>
              <a:ahLst/>
              <a:cxnLst/>
              <a:rect l="0" t="0" r="0" b="0"/>
              <a:pathLst>
                <a:path w="38224" h="45998">
                  <a:moveTo>
                    <a:pt x="0" y="45998"/>
                  </a:moveTo>
                  <a:lnTo>
                    <a:pt x="382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06" name="Candidate_receptor__3624">
              <a:extLst>
                <a:ext uri="{FF2B5EF4-FFF2-40B4-BE49-F238E27FC236}">
                  <a16:creationId xmlns:a16="http://schemas.microsoft.com/office/drawing/2014/main" id="{AFD16406-4BA1-510A-833A-6E383874E3C6}"/>
                </a:ext>
              </a:extLst>
            </p:cNvPr>
            <p:cNvSpPr>
              <a:spLocks noGrp="1"/>
            </p:cNvSpPr>
            <p:nvPr/>
          </p:nvSpPr>
          <p:spPr>
            <a:xfrm>
              <a:off x="3898696" y="2736541"/>
              <a:ext cx="106173" cy="43490"/>
            </a:xfrm>
            <a:custGeom>
              <a:avLst/>
              <a:gdLst/>
              <a:ahLst/>
              <a:cxnLst/>
              <a:rect l="0" t="0" r="0" b="0"/>
              <a:pathLst>
                <a:path w="106173" h="43490">
                  <a:moveTo>
                    <a:pt x="0" y="43490"/>
                  </a:moveTo>
                  <a:lnTo>
                    <a:pt x="10617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07" name="Candidate_receptor__3625">
              <a:extLst>
                <a:ext uri="{FF2B5EF4-FFF2-40B4-BE49-F238E27FC236}">
                  <a16:creationId xmlns:a16="http://schemas.microsoft.com/office/drawing/2014/main" id="{357654D0-3BC6-9827-C34F-2749F5C144FE}"/>
                </a:ext>
              </a:extLst>
            </p:cNvPr>
            <p:cNvSpPr>
              <a:spLocks noGrp="1"/>
            </p:cNvSpPr>
            <p:nvPr/>
          </p:nvSpPr>
          <p:spPr>
            <a:xfrm>
              <a:off x="5887114" y="2135748"/>
              <a:ext cx="108642" cy="28858"/>
            </a:xfrm>
            <a:custGeom>
              <a:avLst/>
              <a:gdLst/>
              <a:ahLst/>
              <a:cxnLst/>
              <a:rect l="0" t="0" r="0" b="0"/>
              <a:pathLst>
                <a:path w="108642" h="28858">
                  <a:moveTo>
                    <a:pt x="108642" y="0"/>
                  </a:moveTo>
                  <a:lnTo>
                    <a:pt x="0" y="2885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08" name="Candidate_receptor__3626">
              <a:extLst>
                <a:ext uri="{FF2B5EF4-FFF2-40B4-BE49-F238E27FC236}">
                  <a16:creationId xmlns:a16="http://schemas.microsoft.com/office/drawing/2014/main" id="{BE76C997-DBCE-5591-EB07-1E2E01205866}"/>
                </a:ext>
              </a:extLst>
            </p:cNvPr>
            <p:cNvSpPr>
              <a:spLocks noGrp="1"/>
            </p:cNvSpPr>
            <p:nvPr/>
          </p:nvSpPr>
          <p:spPr>
            <a:xfrm>
              <a:off x="6046203" y="2322508"/>
              <a:ext cx="83694" cy="79625"/>
            </a:xfrm>
            <a:custGeom>
              <a:avLst/>
              <a:gdLst/>
              <a:ahLst/>
              <a:cxnLst/>
              <a:rect l="0" t="0" r="0" b="0"/>
              <a:pathLst>
                <a:path w="83694" h="79625">
                  <a:moveTo>
                    <a:pt x="83694" y="796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09" name="Candidate_receptor__3627">
              <a:extLst>
                <a:ext uri="{FF2B5EF4-FFF2-40B4-BE49-F238E27FC236}">
                  <a16:creationId xmlns:a16="http://schemas.microsoft.com/office/drawing/2014/main" id="{45072EA3-1BC6-223E-A78A-0245D561DB35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28713"/>
              <a:ext cx="92111" cy="34249"/>
            </a:xfrm>
            <a:custGeom>
              <a:avLst/>
              <a:gdLst/>
              <a:ahLst/>
              <a:cxnLst/>
              <a:rect l="0" t="0" r="0" b="0"/>
              <a:pathLst>
                <a:path w="92111" h="34249">
                  <a:moveTo>
                    <a:pt x="0" y="34249"/>
                  </a:moveTo>
                  <a:lnTo>
                    <a:pt x="92111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10" name="Candidate_receptor__3628">
              <a:extLst>
                <a:ext uri="{FF2B5EF4-FFF2-40B4-BE49-F238E27FC236}">
                  <a16:creationId xmlns:a16="http://schemas.microsoft.com/office/drawing/2014/main" id="{202549E5-B793-5A83-01BB-D2137B4A81A0}"/>
                </a:ext>
              </a:extLst>
            </p:cNvPr>
            <p:cNvSpPr>
              <a:spLocks noGrp="1"/>
            </p:cNvSpPr>
            <p:nvPr/>
          </p:nvSpPr>
          <p:spPr>
            <a:xfrm>
              <a:off x="4653660" y="3632660"/>
              <a:ext cx="46183" cy="76875"/>
            </a:xfrm>
            <a:custGeom>
              <a:avLst/>
              <a:gdLst/>
              <a:ahLst/>
              <a:cxnLst/>
              <a:rect l="0" t="0" r="0" b="0"/>
              <a:pathLst>
                <a:path w="46183" h="76875">
                  <a:moveTo>
                    <a:pt x="46183" y="768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11" name="Candidate_receptor__3629">
              <a:extLst>
                <a:ext uri="{FF2B5EF4-FFF2-40B4-BE49-F238E27FC236}">
                  <a16:creationId xmlns:a16="http://schemas.microsoft.com/office/drawing/2014/main" id="{65481F95-28C0-C404-C2EF-C0A0895B0E1C}"/>
                </a:ext>
              </a:extLst>
            </p:cNvPr>
            <p:cNvSpPr>
              <a:spLocks noGrp="1"/>
            </p:cNvSpPr>
            <p:nvPr/>
          </p:nvSpPr>
          <p:spPr>
            <a:xfrm>
              <a:off x="4767060" y="2900156"/>
              <a:ext cx="16249" cy="42561"/>
            </a:xfrm>
            <a:custGeom>
              <a:avLst/>
              <a:gdLst/>
              <a:ahLst/>
              <a:cxnLst/>
              <a:rect l="0" t="0" r="0" b="0"/>
              <a:pathLst>
                <a:path w="16249" h="42561">
                  <a:moveTo>
                    <a:pt x="0" y="42561"/>
                  </a:moveTo>
                  <a:lnTo>
                    <a:pt x="1624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12" name="Candidate_receptor__3630">
              <a:extLst>
                <a:ext uri="{FF2B5EF4-FFF2-40B4-BE49-F238E27FC236}">
                  <a16:creationId xmlns:a16="http://schemas.microsoft.com/office/drawing/2014/main" id="{D5EEAA98-B20C-D0AB-808D-BF428441CAA6}"/>
                </a:ext>
              </a:extLst>
            </p:cNvPr>
            <p:cNvSpPr>
              <a:spLocks noGrp="1"/>
            </p:cNvSpPr>
            <p:nvPr/>
          </p:nvSpPr>
          <p:spPr>
            <a:xfrm>
              <a:off x="5753766" y="1759034"/>
              <a:ext cx="52721" cy="38125"/>
            </a:xfrm>
            <a:custGeom>
              <a:avLst/>
              <a:gdLst/>
              <a:ahLst/>
              <a:cxnLst/>
              <a:rect l="0" t="0" r="0" b="0"/>
              <a:pathLst>
                <a:path w="52721" h="38125">
                  <a:moveTo>
                    <a:pt x="0" y="0"/>
                  </a:moveTo>
                  <a:lnTo>
                    <a:pt x="52721" y="3812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13" name="Candidate_receptor__3631">
              <a:extLst>
                <a:ext uri="{FF2B5EF4-FFF2-40B4-BE49-F238E27FC236}">
                  <a16:creationId xmlns:a16="http://schemas.microsoft.com/office/drawing/2014/main" id="{36E1D67F-1CB0-5BDB-B937-8BFB59D27FA3}"/>
                </a:ext>
              </a:extLst>
            </p:cNvPr>
            <p:cNvSpPr>
              <a:spLocks noGrp="1"/>
            </p:cNvSpPr>
            <p:nvPr/>
          </p:nvSpPr>
          <p:spPr>
            <a:xfrm>
              <a:off x="5390085" y="2292244"/>
              <a:ext cx="110159" cy="6001"/>
            </a:xfrm>
            <a:custGeom>
              <a:avLst/>
              <a:gdLst/>
              <a:ahLst/>
              <a:cxnLst/>
              <a:rect l="0" t="0" r="0" b="0"/>
              <a:pathLst>
                <a:path w="110159" h="6001">
                  <a:moveTo>
                    <a:pt x="0" y="6001"/>
                  </a:moveTo>
                  <a:lnTo>
                    <a:pt x="11015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14" name="Candidate_receptor__3632">
              <a:extLst>
                <a:ext uri="{FF2B5EF4-FFF2-40B4-BE49-F238E27FC236}">
                  <a16:creationId xmlns:a16="http://schemas.microsoft.com/office/drawing/2014/main" id="{27313ECB-F3B6-7FB4-1BA3-07C02C1B41E7}"/>
                </a:ext>
              </a:extLst>
            </p:cNvPr>
            <p:cNvSpPr>
              <a:spLocks noGrp="1"/>
            </p:cNvSpPr>
            <p:nvPr/>
          </p:nvSpPr>
          <p:spPr>
            <a:xfrm>
              <a:off x="4278496" y="3706940"/>
              <a:ext cx="63718" cy="75768"/>
            </a:xfrm>
            <a:custGeom>
              <a:avLst/>
              <a:gdLst/>
              <a:ahLst/>
              <a:cxnLst/>
              <a:rect l="0" t="0" r="0" b="0"/>
              <a:pathLst>
                <a:path w="63718" h="75768">
                  <a:moveTo>
                    <a:pt x="0" y="75768"/>
                  </a:moveTo>
                  <a:lnTo>
                    <a:pt x="6371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15" name="Candidate_receptor__3633">
              <a:extLst>
                <a:ext uri="{FF2B5EF4-FFF2-40B4-BE49-F238E27FC236}">
                  <a16:creationId xmlns:a16="http://schemas.microsoft.com/office/drawing/2014/main" id="{A1D1D0FC-B53D-661E-4F02-50249489EB7F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2996948"/>
              <a:ext cx="78633" cy="71044"/>
            </a:xfrm>
            <a:custGeom>
              <a:avLst/>
              <a:gdLst/>
              <a:ahLst/>
              <a:cxnLst/>
              <a:rect l="0" t="0" r="0" b="0"/>
              <a:pathLst>
                <a:path w="78633" h="71044">
                  <a:moveTo>
                    <a:pt x="0" y="71044"/>
                  </a:moveTo>
                  <a:lnTo>
                    <a:pt x="7863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16" name="Candidate_receptor__3634">
              <a:extLst>
                <a:ext uri="{FF2B5EF4-FFF2-40B4-BE49-F238E27FC236}">
                  <a16:creationId xmlns:a16="http://schemas.microsoft.com/office/drawing/2014/main" id="{F0ECFB8F-C5BE-DFB7-3771-D336ECE73D72}"/>
                </a:ext>
              </a:extLst>
            </p:cNvPr>
            <p:cNvSpPr>
              <a:spLocks noGrp="1"/>
            </p:cNvSpPr>
            <p:nvPr/>
          </p:nvSpPr>
          <p:spPr>
            <a:xfrm>
              <a:off x="5527370" y="3306257"/>
              <a:ext cx="39607" cy="108052"/>
            </a:xfrm>
            <a:custGeom>
              <a:avLst/>
              <a:gdLst/>
              <a:ahLst/>
              <a:cxnLst/>
              <a:rect l="0" t="0" r="0" b="0"/>
              <a:pathLst>
                <a:path w="39607" h="108052">
                  <a:moveTo>
                    <a:pt x="39607" y="1080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17" name="Candidate_receptor__3635">
              <a:extLst>
                <a:ext uri="{FF2B5EF4-FFF2-40B4-BE49-F238E27FC236}">
                  <a16:creationId xmlns:a16="http://schemas.microsoft.com/office/drawing/2014/main" id="{25823298-5163-AF02-C73E-A9F10E2CC9A1}"/>
                </a:ext>
              </a:extLst>
            </p:cNvPr>
            <p:cNvSpPr>
              <a:spLocks noGrp="1"/>
            </p:cNvSpPr>
            <p:nvPr/>
          </p:nvSpPr>
          <p:spPr>
            <a:xfrm>
              <a:off x="5798205" y="2113263"/>
              <a:ext cx="88909" cy="51343"/>
            </a:xfrm>
            <a:custGeom>
              <a:avLst/>
              <a:gdLst/>
              <a:ahLst/>
              <a:cxnLst/>
              <a:rect l="0" t="0" r="0" b="0"/>
              <a:pathLst>
                <a:path w="88909" h="51343">
                  <a:moveTo>
                    <a:pt x="88909" y="513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18" name="Candidate_receptor__3636">
              <a:extLst>
                <a:ext uri="{FF2B5EF4-FFF2-40B4-BE49-F238E27FC236}">
                  <a16:creationId xmlns:a16="http://schemas.microsoft.com/office/drawing/2014/main" id="{9BF8FE9A-AE7C-2662-C83A-825F336FDFFC}"/>
                </a:ext>
              </a:extLst>
            </p:cNvPr>
            <p:cNvSpPr>
              <a:spLocks noGrp="1"/>
            </p:cNvSpPr>
            <p:nvPr/>
          </p:nvSpPr>
          <p:spPr>
            <a:xfrm>
              <a:off x="5229175" y="2558936"/>
              <a:ext cx="40857" cy="94922"/>
            </a:xfrm>
            <a:custGeom>
              <a:avLst/>
              <a:gdLst/>
              <a:ahLst/>
              <a:cxnLst/>
              <a:rect l="0" t="0" r="0" b="0"/>
              <a:pathLst>
                <a:path w="40857" h="94922">
                  <a:moveTo>
                    <a:pt x="0" y="0"/>
                  </a:moveTo>
                  <a:lnTo>
                    <a:pt x="40857" y="9492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19" name="Candidate_receptor__3637">
              <a:extLst>
                <a:ext uri="{FF2B5EF4-FFF2-40B4-BE49-F238E27FC236}">
                  <a16:creationId xmlns:a16="http://schemas.microsoft.com/office/drawing/2014/main" id="{1B9944CF-B2BF-E8AB-A13C-09C04A6D0EFA}"/>
                </a:ext>
              </a:extLst>
            </p:cNvPr>
            <p:cNvSpPr>
              <a:spLocks noGrp="1"/>
            </p:cNvSpPr>
            <p:nvPr/>
          </p:nvSpPr>
          <p:spPr>
            <a:xfrm>
              <a:off x="5309024" y="2431313"/>
              <a:ext cx="75343" cy="83697"/>
            </a:xfrm>
            <a:custGeom>
              <a:avLst/>
              <a:gdLst/>
              <a:ahLst/>
              <a:cxnLst/>
              <a:rect l="0" t="0" r="0" b="0"/>
              <a:pathLst>
                <a:path w="75343" h="83697">
                  <a:moveTo>
                    <a:pt x="0" y="0"/>
                  </a:moveTo>
                  <a:lnTo>
                    <a:pt x="75343" y="8369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20" name="Candidate_receptor__3638">
              <a:extLst>
                <a:ext uri="{FF2B5EF4-FFF2-40B4-BE49-F238E27FC236}">
                  <a16:creationId xmlns:a16="http://schemas.microsoft.com/office/drawing/2014/main" id="{C353C536-B285-8AFE-3747-1DDBD96766C8}"/>
                </a:ext>
              </a:extLst>
            </p:cNvPr>
            <p:cNvSpPr>
              <a:spLocks noGrp="1"/>
            </p:cNvSpPr>
            <p:nvPr/>
          </p:nvSpPr>
          <p:spPr>
            <a:xfrm>
              <a:off x="5762441" y="2442393"/>
              <a:ext cx="44738" cy="68288"/>
            </a:xfrm>
            <a:custGeom>
              <a:avLst/>
              <a:gdLst/>
              <a:ahLst/>
              <a:cxnLst/>
              <a:rect l="0" t="0" r="0" b="0"/>
              <a:pathLst>
                <a:path w="44738" h="68288">
                  <a:moveTo>
                    <a:pt x="0" y="68288"/>
                  </a:moveTo>
                  <a:lnTo>
                    <a:pt x="44738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21" name="Candidate_receptor__3639">
              <a:extLst>
                <a:ext uri="{FF2B5EF4-FFF2-40B4-BE49-F238E27FC236}">
                  <a16:creationId xmlns:a16="http://schemas.microsoft.com/office/drawing/2014/main" id="{3F9C66E6-5143-9491-9006-19436D0D4D52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41243"/>
              <a:ext cx="88149" cy="37739"/>
            </a:xfrm>
            <a:custGeom>
              <a:avLst/>
              <a:gdLst/>
              <a:ahLst/>
              <a:cxnLst/>
              <a:rect l="0" t="0" r="0" b="0"/>
              <a:pathLst>
                <a:path w="88149" h="37739">
                  <a:moveTo>
                    <a:pt x="88149" y="0"/>
                  </a:moveTo>
                  <a:lnTo>
                    <a:pt x="0" y="377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22" name="Candidate_receptor__3640">
              <a:extLst>
                <a:ext uri="{FF2B5EF4-FFF2-40B4-BE49-F238E27FC236}">
                  <a16:creationId xmlns:a16="http://schemas.microsoft.com/office/drawing/2014/main" id="{352C6C9A-E10E-C95B-6392-A8599C0C17BF}"/>
                </a:ext>
              </a:extLst>
            </p:cNvPr>
            <p:cNvSpPr>
              <a:spLocks noGrp="1"/>
            </p:cNvSpPr>
            <p:nvPr/>
          </p:nvSpPr>
          <p:spPr>
            <a:xfrm>
              <a:off x="5732317" y="2510681"/>
              <a:ext cx="30124" cy="72694"/>
            </a:xfrm>
            <a:custGeom>
              <a:avLst/>
              <a:gdLst/>
              <a:ahLst/>
              <a:cxnLst/>
              <a:rect l="0" t="0" r="0" b="0"/>
              <a:pathLst>
                <a:path w="30124" h="72694">
                  <a:moveTo>
                    <a:pt x="0" y="72694"/>
                  </a:moveTo>
                  <a:lnTo>
                    <a:pt x="301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23" name="Candidate_receptor__3641">
              <a:extLst>
                <a:ext uri="{FF2B5EF4-FFF2-40B4-BE49-F238E27FC236}">
                  <a16:creationId xmlns:a16="http://schemas.microsoft.com/office/drawing/2014/main" id="{CF7E56C8-D9A2-4122-B1D5-EBA0BF974D8A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458108"/>
              <a:ext cx="110718" cy="26639"/>
            </a:xfrm>
            <a:custGeom>
              <a:avLst/>
              <a:gdLst/>
              <a:ahLst/>
              <a:cxnLst/>
              <a:rect l="0" t="0" r="0" b="0"/>
              <a:pathLst>
                <a:path w="110718" h="26639">
                  <a:moveTo>
                    <a:pt x="110718" y="26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24" name="Candidate_receptor__3642">
              <a:extLst>
                <a:ext uri="{FF2B5EF4-FFF2-40B4-BE49-F238E27FC236}">
                  <a16:creationId xmlns:a16="http://schemas.microsoft.com/office/drawing/2014/main" id="{9E2BF555-797A-A54A-4A8E-52ED4CFC9188}"/>
                </a:ext>
              </a:extLst>
            </p:cNvPr>
            <p:cNvSpPr>
              <a:spLocks noGrp="1"/>
            </p:cNvSpPr>
            <p:nvPr/>
          </p:nvSpPr>
          <p:spPr>
            <a:xfrm>
              <a:off x="3903671" y="3208726"/>
              <a:ext cx="80036" cy="80511"/>
            </a:xfrm>
            <a:custGeom>
              <a:avLst/>
              <a:gdLst/>
              <a:ahLst/>
              <a:cxnLst/>
              <a:rect l="0" t="0" r="0" b="0"/>
              <a:pathLst>
                <a:path w="80036" h="80511">
                  <a:moveTo>
                    <a:pt x="80036" y="805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25" name="Candidate_receptor__3643">
              <a:extLst>
                <a:ext uri="{FF2B5EF4-FFF2-40B4-BE49-F238E27FC236}">
                  <a16:creationId xmlns:a16="http://schemas.microsoft.com/office/drawing/2014/main" id="{9C32B03D-8B61-D0E9-672B-05463B8877EA}"/>
                </a:ext>
              </a:extLst>
            </p:cNvPr>
            <p:cNvSpPr>
              <a:spLocks noGrp="1"/>
            </p:cNvSpPr>
            <p:nvPr/>
          </p:nvSpPr>
          <p:spPr>
            <a:xfrm>
              <a:off x="5517849" y="1720477"/>
              <a:ext cx="57565" cy="19439"/>
            </a:xfrm>
            <a:custGeom>
              <a:avLst/>
              <a:gdLst/>
              <a:ahLst/>
              <a:cxnLst/>
              <a:rect l="0" t="0" r="0" b="0"/>
              <a:pathLst>
                <a:path w="57565" h="19439">
                  <a:moveTo>
                    <a:pt x="0" y="0"/>
                  </a:moveTo>
                  <a:lnTo>
                    <a:pt x="57565" y="194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26" name="Candidate_receptor__3644">
              <a:extLst>
                <a:ext uri="{FF2B5EF4-FFF2-40B4-BE49-F238E27FC236}">
                  <a16:creationId xmlns:a16="http://schemas.microsoft.com/office/drawing/2014/main" id="{1188BE80-9ED5-F1E9-7BD0-A4170C330491}"/>
                </a:ext>
              </a:extLst>
            </p:cNvPr>
            <p:cNvSpPr>
              <a:spLocks noGrp="1"/>
            </p:cNvSpPr>
            <p:nvPr/>
          </p:nvSpPr>
          <p:spPr>
            <a:xfrm>
              <a:off x="5174868" y="2008970"/>
              <a:ext cx="112899" cy="6808"/>
            </a:xfrm>
            <a:custGeom>
              <a:avLst/>
              <a:gdLst/>
              <a:ahLst/>
              <a:cxnLst/>
              <a:rect l="0" t="0" r="0" b="0"/>
              <a:pathLst>
                <a:path w="112899" h="6808">
                  <a:moveTo>
                    <a:pt x="112899" y="0"/>
                  </a:moveTo>
                  <a:lnTo>
                    <a:pt x="0" y="680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27" name="Candidate_receptor__3645">
              <a:extLst>
                <a:ext uri="{FF2B5EF4-FFF2-40B4-BE49-F238E27FC236}">
                  <a16:creationId xmlns:a16="http://schemas.microsoft.com/office/drawing/2014/main" id="{90E259AD-3BFC-B5B0-1C95-038331A8208A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357369"/>
              <a:ext cx="31154" cy="94083"/>
            </a:xfrm>
            <a:custGeom>
              <a:avLst/>
              <a:gdLst/>
              <a:ahLst/>
              <a:cxnLst/>
              <a:rect l="0" t="0" r="0" b="0"/>
              <a:pathLst>
                <a:path w="31154" h="94083">
                  <a:moveTo>
                    <a:pt x="31154" y="0"/>
                  </a:moveTo>
                  <a:lnTo>
                    <a:pt x="0" y="94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28" name="Candidate_receptor__3646">
              <a:extLst>
                <a:ext uri="{FF2B5EF4-FFF2-40B4-BE49-F238E27FC236}">
                  <a16:creationId xmlns:a16="http://schemas.microsoft.com/office/drawing/2014/main" id="{0D07529F-05DE-9B0F-EEA7-A10B7A14D7FB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129909"/>
              <a:ext cx="105291" cy="40897"/>
            </a:xfrm>
            <a:custGeom>
              <a:avLst/>
              <a:gdLst/>
              <a:ahLst/>
              <a:cxnLst/>
              <a:rect l="0" t="0" r="0" b="0"/>
              <a:pathLst>
                <a:path w="105291" h="40897">
                  <a:moveTo>
                    <a:pt x="0" y="0"/>
                  </a:moveTo>
                  <a:lnTo>
                    <a:pt x="105291" y="4089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29" name="Candidate_receptor__3647">
              <a:extLst>
                <a:ext uri="{FF2B5EF4-FFF2-40B4-BE49-F238E27FC236}">
                  <a16:creationId xmlns:a16="http://schemas.microsoft.com/office/drawing/2014/main" id="{D574CC37-AA47-15EB-D9E2-1092B07A0444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3067992"/>
              <a:ext cx="35569" cy="85241"/>
            </a:xfrm>
            <a:custGeom>
              <a:avLst/>
              <a:gdLst/>
              <a:ahLst/>
              <a:cxnLst/>
              <a:rect l="0" t="0" r="0" b="0"/>
              <a:pathLst>
                <a:path w="35569" h="85241">
                  <a:moveTo>
                    <a:pt x="35569" y="852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30" name="Candidate_receptor__3648">
              <a:extLst>
                <a:ext uri="{FF2B5EF4-FFF2-40B4-BE49-F238E27FC236}">
                  <a16:creationId xmlns:a16="http://schemas.microsoft.com/office/drawing/2014/main" id="{3609C5E0-67B2-A5AE-641E-8223EA39A2B8}"/>
                </a:ext>
              </a:extLst>
            </p:cNvPr>
            <p:cNvSpPr>
              <a:spLocks noGrp="1"/>
            </p:cNvSpPr>
            <p:nvPr/>
          </p:nvSpPr>
          <p:spPr>
            <a:xfrm>
              <a:off x="5935207" y="2439315"/>
              <a:ext cx="56452" cy="1356"/>
            </a:xfrm>
            <a:custGeom>
              <a:avLst/>
              <a:gdLst/>
              <a:ahLst/>
              <a:cxnLst/>
              <a:rect l="0" t="0" r="0" b="0"/>
              <a:pathLst>
                <a:path w="56452" h="1356">
                  <a:moveTo>
                    <a:pt x="0" y="0"/>
                  </a:moveTo>
                  <a:lnTo>
                    <a:pt x="56452" y="13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31" name="Candidate_receptor__3649">
              <a:extLst>
                <a:ext uri="{FF2B5EF4-FFF2-40B4-BE49-F238E27FC236}">
                  <a16:creationId xmlns:a16="http://schemas.microsoft.com/office/drawing/2014/main" id="{C1A808AA-72B1-57C2-AD6E-DB01AAFC26A1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2958322"/>
              <a:ext cx="11189" cy="91758"/>
            </a:xfrm>
            <a:custGeom>
              <a:avLst/>
              <a:gdLst/>
              <a:ahLst/>
              <a:cxnLst/>
              <a:rect l="0" t="0" r="0" b="0"/>
              <a:pathLst>
                <a:path w="11189" h="91758">
                  <a:moveTo>
                    <a:pt x="0" y="91758"/>
                  </a:moveTo>
                  <a:lnTo>
                    <a:pt x="1118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32" name="Candidate_receptor__3650">
              <a:extLst>
                <a:ext uri="{FF2B5EF4-FFF2-40B4-BE49-F238E27FC236}">
                  <a16:creationId xmlns:a16="http://schemas.microsoft.com/office/drawing/2014/main" id="{23B0E07D-74B7-2E68-6C96-7E0B2A3DAE9E}"/>
                </a:ext>
              </a:extLst>
            </p:cNvPr>
            <p:cNvSpPr>
              <a:spLocks noGrp="1"/>
            </p:cNvSpPr>
            <p:nvPr/>
          </p:nvSpPr>
          <p:spPr>
            <a:xfrm>
              <a:off x="4995780" y="2709014"/>
              <a:ext cx="49957" cy="20379"/>
            </a:xfrm>
            <a:custGeom>
              <a:avLst/>
              <a:gdLst/>
              <a:ahLst/>
              <a:cxnLst/>
              <a:rect l="0" t="0" r="0" b="0"/>
              <a:pathLst>
                <a:path w="49957" h="20379">
                  <a:moveTo>
                    <a:pt x="0" y="20379"/>
                  </a:moveTo>
                  <a:lnTo>
                    <a:pt x="49957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33" name="Candidate_receptor__3651">
              <a:extLst>
                <a:ext uri="{FF2B5EF4-FFF2-40B4-BE49-F238E27FC236}">
                  <a16:creationId xmlns:a16="http://schemas.microsoft.com/office/drawing/2014/main" id="{904A1054-A442-F163-B2B6-B277B603A05E}"/>
                </a:ext>
              </a:extLst>
            </p:cNvPr>
            <p:cNvSpPr>
              <a:spLocks noGrp="1"/>
            </p:cNvSpPr>
            <p:nvPr/>
          </p:nvSpPr>
          <p:spPr>
            <a:xfrm>
              <a:off x="5694162" y="1679951"/>
              <a:ext cx="59604" cy="79083"/>
            </a:xfrm>
            <a:custGeom>
              <a:avLst/>
              <a:gdLst/>
              <a:ahLst/>
              <a:cxnLst/>
              <a:rect l="0" t="0" r="0" b="0"/>
              <a:pathLst>
                <a:path w="59604" h="79083">
                  <a:moveTo>
                    <a:pt x="0" y="0"/>
                  </a:moveTo>
                  <a:lnTo>
                    <a:pt x="59604" y="79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34" name="Candidate_receptor__3652">
              <a:extLst>
                <a:ext uri="{FF2B5EF4-FFF2-40B4-BE49-F238E27FC236}">
                  <a16:creationId xmlns:a16="http://schemas.microsoft.com/office/drawing/2014/main" id="{ABE4BB9F-B42A-B195-9DED-2CD83CF38CA3}"/>
                </a:ext>
              </a:extLst>
            </p:cNvPr>
            <p:cNvSpPr>
              <a:spLocks noGrp="1"/>
            </p:cNvSpPr>
            <p:nvPr/>
          </p:nvSpPr>
          <p:spPr>
            <a:xfrm>
              <a:off x="4887687" y="2996948"/>
              <a:ext cx="79631" cy="81986"/>
            </a:xfrm>
            <a:custGeom>
              <a:avLst/>
              <a:gdLst/>
              <a:ahLst/>
              <a:cxnLst/>
              <a:rect l="0" t="0" r="0" b="0"/>
              <a:pathLst>
                <a:path w="79631" h="81986">
                  <a:moveTo>
                    <a:pt x="0" y="0"/>
                  </a:moveTo>
                  <a:lnTo>
                    <a:pt x="79631" y="8198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35" name="Candidate_receptor__3653">
              <a:extLst>
                <a:ext uri="{FF2B5EF4-FFF2-40B4-BE49-F238E27FC236}">
                  <a16:creationId xmlns:a16="http://schemas.microsoft.com/office/drawing/2014/main" id="{1AEE5EC2-356B-F8A8-299B-143D25F665BC}"/>
                </a:ext>
              </a:extLst>
            </p:cNvPr>
            <p:cNvSpPr>
              <a:spLocks noGrp="1"/>
            </p:cNvSpPr>
            <p:nvPr/>
          </p:nvSpPr>
          <p:spPr>
            <a:xfrm>
              <a:off x="4004869" y="2636799"/>
              <a:ext cx="24438" cy="99742"/>
            </a:xfrm>
            <a:custGeom>
              <a:avLst/>
              <a:gdLst/>
              <a:ahLst/>
              <a:cxnLst/>
              <a:rect l="0" t="0" r="0" b="0"/>
              <a:pathLst>
                <a:path w="24438" h="99742">
                  <a:moveTo>
                    <a:pt x="0" y="99742"/>
                  </a:moveTo>
                  <a:lnTo>
                    <a:pt x="2443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36" name="Candidate_receptor__3654">
              <a:extLst>
                <a:ext uri="{FF2B5EF4-FFF2-40B4-BE49-F238E27FC236}">
                  <a16:creationId xmlns:a16="http://schemas.microsoft.com/office/drawing/2014/main" id="{FA9C870C-9E25-2B60-9BB5-F8910C133243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879737"/>
              <a:ext cx="45474" cy="26245"/>
            </a:xfrm>
            <a:custGeom>
              <a:avLst/>
              <a:gdLst/>
              <a:ahLst/>
              <a:cxnLst/>
              <a:rect l="0" t="0" r="0" b="0"/>
              <a:pathLst>
                <a:path w="45474" h="26245">
                  <a:moveTo>
                    <a:pt x="0" y="26245"/>
                  </a:moveTo>
                  <a:lnTo>
                    <a:pt x="4547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37" name="Candidate_receptor__3655">
              <a:extLst>
                <a:ext uri="{FF2B5EF4-FFF2-40B4-BE49-F238E27FC236}">
                  <a16:creationId xmlns:a16="http://schemas.microsoft.com/office/drawing/2014/main" id="{3AD4EC8B-C01C-B0CA-4923-4C6B3C0667CB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119888"/>
              <a:ext cx="29072" cy="43103"/>
            </a:xfrm>
            <a:custGeom>
              <a:avLst/>
              <a:gdLst/>
              <a:ahLst/>
              <a:cxnLst/>
              <a:rect l="0" t="0" r="0" b="0"/>
              <a:pathLst>
                <a:path w="29072" h="43103">
                  <a:moveTo>
                    <a:pt x="0" y="0"/>
                  </a:moveTo>
                  <a:lnTo>
                    <a:pt x="29072" y="4310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38" name="Candidate_receptor__3656">
              <a:extLst>
                <a:ext uri="{FF2B5EF4-FFF2-40B4-BE49-F238E27FC236}">
                  <a16:creationId xmlns:a16="http://schemas.microsoft.com/office/drawing/2014/main" id="{D8C272AA-7E37-1019-1889-73F0F7DABA84}"/>
                </a:ext>
              </a:extLst>
            </p:cNvPr>
            <p:cNvSpPr>
              <a:spLocks noGrp="1"/>
            </p:cNvSpPr>
            <p:nvPr/>
          </p:nvSpPr>
          <p:spPr>
            <a:xfrm>
              <a:off x="3707633" y="3145575"/>
              <a:ext cx="26175" cy="104561"/>
            </a:xfrm>
            <a:custGeom>
              <a:avLst/>
              <a:gdLst/>
              <a:ahLst/>
              <a:cxnLst/>
              <a:rect l="0" t="0" r="0" b="0"/>
              <a:pathLst>
                <a:path w="26175" h="104561">
                  <a:moveTo>
                    <a:pt x="0" y="0"/>
                  </a:moveTo>
                  <a:lnTo>
                    <a:pt x="26175" y="104561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39" name="Candidate_receptor__3657">
              <a:extLst>
                <a:ext uri="{FF2B5EF4-FFF2-40B4-BE49-F238E27FC236}">
                  <a16:creationId xmlns:a16="http://schemas.microsoft.com/office/drawing/2014/main" id="{A2F099DD-BD4C-13AF-2DA3-9DEA45C3C9D8}"/>
                </a:ext>
              </a:extLst>
            </p:cNvPr>
            <p:cNvSpPr>
              <a:spLocks noGrp="1"/>
            </p:cNvSpPr>
            <p:nvPr/>
          </p:nvSpPr>
          <p:spPr>
            <a:xfrm>
              <a:off x="4286007" y="3337140"/>
              <a:ext cx="97956" cy="17861"/>
            </a:xfrm>
            <a:custGeom>
              <a:avLst/>
              <a:gdLst/>
              <a:ahLst/>
              <a:cxnLst/>
              <a:rect l="0" t="0" r="0" b="0"/>
              <a:pathLst>
                <a:path w="97956" h="17861">
                  <a:moveTo>
                    <a:pt x="0" y="17861"/>
                  </a:moveTo>
                  <a:lnTo>
                    <a:pt x="9795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40" name="Candidate_receptor__3658">
              <a:extLst>
                <a:ext uri="{FF2B5EF4-FFF2-40B4-BE49-F238E27FC236}">
                  <a16:creationId xmlns:a16="http://schemas.microsoft.com/office/drawing/2014/main" id="{F519277D-CBA8-C9BB-2AC8-73241C4C2E69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575512"/>
              <a:ext cx="30713" cy="25994"/>
            </a:xfrm>
            <a:custGeom>
              <a:avLst/>
              <a:gdLst/>
              <a:ahLst/>
              <a:cxnLst/>
              <a:rect l="0" t="0" r="0" b="0"/>
              <a:pathLst>
                <a:path w="30713" h="25994">
                  <a:moveTo>
                    <a:pt x="0" y="25994"/>
                  </a:moveTo>
                  <a:lnTo>
                    <a:pt x="3071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41" name="Candidate_receptor__3659">
              <a:extLst>
                <a:ext uri="{FF2B5EF4-FFF2-40B4-BE49-F238E27FC236}">
                  <a16:creationId xmlns:a16="http://schemas.microsoft.com/office/drawing/2014/main" id="{92991F7B-A663-960D-F8B1-B3D45EEB33B5}"/>
                </a:ext>
              </a:extLst>
            </p:cNvPr>
            <p:cNvSpPr>
              <a:spLocks noGrp="1"/>
            </p:cNvSpPr>
            <p:nvPr/>
          </p:nvSpPr>
          <p:spPr>
            <a:xfrm>
              <a:off x="5305937" y="2264977"/>
              <a:ext cx="84148" cy="33268"/>
            </a:xfrm>
            <a:custGeom>
              <a:avLst/>
              <a:gdLst/>
              <a:ahLst/>
              <a:cxnLst/>
              <a:rect l="0" t="0" r="0" b="0"/>
              <a:pathLst>
                <a:path w="84148" h="33268">
                  <a:moveTo>
                    <a:pt x="0" y="0"/>
                  </a:moveTo>
                  <a:lnTo>
                    <a:pt x="84148" y="3326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42" name="Candidate_receptor__3660">
              <a:extLst>
                <a:ext uri="{FF2B5EF4-FFF2-40B4-BE49-F238E27FC236}">
                  <a16:creationId xmlns:a16="http://schemas.microsoft.com/office/drawing/2014/main" id="{909A5FEE-85ED-6F2A-412D-67DB11FE6F0A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3050080"/>
              <a:ext cx="20853" cy="78437"/>
            </a:xfrm>
            <a:custGeom>
              <a:avLst/>
              <a:gdLst/>
              <a:ahLst/>
              <a:cxnLst/>
              <a:rect l="0" t="0" r="0" b="0"/>
              <a:pathLst>
                <a:path w="20853" h="78437">
                  <a:moveTo>
                    <a:pt x="20853" y="784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43" name="Candidate_receptor__3661">
              <a:extLst>
                <a:ext uri="{FF2B5EF4-FFF2-40B4-BE49-F238E27FC236}">
                  <a16:creationId xmlns:a16="http://schemas.microsoft.com/office/drawing/2014/main" id="{F0D2B704-C8D2-3978-4C18-D31A59CB80A8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015778"/>
              <a:ext cx="11025" cy="114132"/>
            </a:xfrm>
            <a:custGeom>
              <a:avLst/>
              <a:gdLst/>
              <a:ahLst/>
              <a:cxnLst/>
              <a:rect l="0" t="0" r="0" b="0"/>
              <a:pathLst>
                <a:path w="11025" h="114132">
                  <a:moveTo>
                    <a:pt x="11025" y="0"/>
                  </a:moveTo>
                  <a:lnTo>
                    <a:pt x="0" y="11413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44" name="Candidate_receptor__3662">
              <a:extLst>
                <a:ext uri="{FF2B5EF4-FFF2-40B4-BE49-F238E27FC236}">
                  <a16:creationId xmlns:a16="http://schemas.microsoft.com/office/drawing/2014/main" id="{142A539A-BDF8-2F57-8130-AF8ECF4DE16E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790896"/>
              <a:ext cx="67880" cy="66737"/>
            </a:xfrm>
            <a:custGeom>
              <a:avLst/>
              <a:gdLst/>
              <a:ahLst/>
              <a:cxnLst/>
              <a:rect l="0" t="0" r="0" b="0"/>
              <a:pathLst>
                <a:path w="67880" h="66737">
                  <a:moveTo>
                    <a:pt x="67880" y="0"/>
                  </a:moveTo>
                  <a:lnTo>
                    <a:pt x="0" y="6673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45" name="Candidate_receptor__3663">
              <a:extLst>
                <a:ext uri="{FF2B5EF4-FFF2-40B4-BE49-F238E27FC236}">
                  <a16:creationId xmlns:a16="http://schemas.microsoft.com/office/drawing/2014/main" id="{EC8AFFDB-ABAB-D12A-1E0D-AFABB7AA9FD9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355002"/>
              <a:ext cx="22396" cy="103107"/>
            </a:xfrm>
            <a:custGeom>
              <a:avLst/>
              <a:gdLst/>
              <a:ahLst/>
              <a:cxnLst/>
              <a:rect l="0" t="0" r="0" b="0"/>
              <a:pathLst>
                <a:path w="22396" h="103107">
                  <a:moveTo>
                    <a:pt x="0" y="103107"/>
                  </a:moveTo>
                  <a:lnTo>
                    <a:pt x="2239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46" name="Candidate_receptor__3664">
              <a:extLst>
                <a:ext uri="{FF2B5EF4-FFF2-40B4-BE49-F238E27FC236}">
                  <a16:creationId xmlns:a16="http://schemas.microsoft.com/office/drawing/2014/main" id="{A9C929D3-C8E6-823B-7381-CBC6D9D7A0FC}"/>
                </a:ext>
              </a:extLst>
            </p:cNvPr>
            <p:cNvSpPr>
              <a:spLocks noGrp="1"/>
            </p:cNvSpPr>
            <p:nvPr/>
          </p:nvSpPr>
          <p:spPr>
            <a:xfrm>
              <a:off x="3856392" y="2439125"/>
              <a:ext cx="25246" cy="26255"/>
            </a:xfrm>
            <a:custGeom>
              <a:avLst/>
              <a:gdLst/>
              <a:ahLst/>
              <a:cxnLst/>
              <a:rect l="0" t="0" r="0" b="0"/>
              <a:pathLst>
                <a:path w="25246" h="26255">
                  <a:moveTo>
                    <a:pt x="0" y="0"/>
                  </a:moveTo>
                  <a:lnTo>
                    <a:pt x="25246" y="2625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47" name="Candidate_receptor__3665">
              <a:extLst>
                <a:ext uri="{FF2B5EF4-FFF2-40B4-BE49-F238E27FC236}">
                  <a16:creationId xmlns:a16="http://schemas.microsoft.com/office/drawing/2014/main" id="{40DB186A-7AF1-279C-9B63-9E945B2334F2}"/>
                </a:ext>
              </a:extLst>
            </p:cNvPr>
            <p:cNvSpPr>
              <a:spLocks noGrp="1"/>
            </p:cNvSpPr>
            <p:nvPr/>
          </p:nvSpPr>
          <p:spPr>
            <a:xfrm>
              <a:off x="5872387" y="2531537"/>
              <a:ext cx="31383" cy="18467"/>
            </a:xfrm>
            <a:custGeom>
              <a:avLst/>
              <a:gdLst/>
              <a:ahLst/>
              <a:cxnLst/>
              <a:rect l="0" t="0" r="0" b="0"/>
              <a:pathLst>
                <a:path w="31383" h="18467">
                  <a:moveTo>
                    <a:pt x="0" y="0"/>
                  </a:moveTo>
                  <a:lnTo>
                    <a:pt x="31383" y="184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48" name="Candidate_receptor__3666">
              <a:extLst>
                <a:ext uri="{FF2B5EF4-FFF2-40B4-BE49-F238E27FC236}">
                  <a16:creationId xmlns:a16="http://schemas.microsoft.com/office/drawing/2014/main" id="{7C353305-D369-E2EF-462D-B9852A9A753E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187363"/>
              <a:ext cx="89020" cy="22744"/>
            </a:xfrm>
            <a:custGeom>
              <a:avLst/>
              <a:gdLst/>
              <a:ahLst/>
              <a:cxnLst/>
              <a:rect l="0" t="0" r="0" b="0"/>
              <a:pathLst>
                <a:path w="89020" h="22744">
                  <a:moveTo>
                    <a:pt x="0" y="22744"/>
                  </a:moveTo>
                  <a:lnTo>
                    <a:pt x="8902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49" name="Candidate_receptor__3667">
              <a:extLst>
                <a:ext uri="{FF2B5EF4-FFF2-40B4-BE49-F238E27FC236}">
                  <a16:creationId xmlns:a16="http://schemas.microsoft.com/office/drawing/2014/main" id="{2091128F-0038-0DB2-EDC6-C6CF13F00768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65998" cy="22634"/>
            </a:xfrm>
            <a:custGeom>
              <a:avLst/>
              <a:gdLst/>
              <a:ahLst/>
              <a:cxnLst/>
              <a:rect l="0" t="0" r="0" b="0"/>
              <a:pathLst>
                <a:path w="65998" h="22634">
                  <a:moveTo>
                    <a:pt x="0" y="0"/>
                  </a:moveTo>
                  <a:lnTo>
                    <a:pt x="65998" y="2263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50" name="Candidate_receptor__3668">
              <a:extLst>
                <a:ext uri="{FF2B5EF4-FFF2-40B4-BE49-F238E27FC236}">
                  <a16:creationId xmlns:a16="http://schemas.microsoft.com/office/drawing/2014/main" id="{C85DB47A-EE60-C117-2DC9-77801DA22050}"/>
                </a:ext>
              </a:extLst>
            </p:cNvPr>
            <p:cNvSpPr>
              <a:spLocks noGrp="1"/>
            </p:cNvSpPr>
            <p:nvPr/>
          </p:nvSpPr>
          <p:spPr>
            <a:xfrm>
              <a:off x="5269135" y="2170806"/>
              <a:ext cx="36802" cy="94170"/>
            </a:xfrm>
            <a:custGeom>
              <a:avLst/>
              <a:gdLst/>
              <a:ahLst/>
              <a:cxnLst/>
              <a:rect l="0" t="0" r="0" b="0"/>
              <a:pathLst>
                <a:path w="36802" h="94170">
                  <a:moveTo>
                    <a:pt x="0" y="0"/>
                  </a:moveTo>
                  <a:lnTo>
                    <a:pt x="36802" y="9417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51" name="Candidate_receptor__3669">
              <a:extLst>
                <a:ext uri="{FF2B5EF4-FFF2-40B4-BE49-F238E27FC236}">
                  <a16:creationId xmlns:a16="http://schemas.microsoft.com/office/drawing/2014/main" id="{B27022ED-B87A-DE7D-F208-43C0E26251AC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62962"/>
              <a:ext cx="40678" cy="107624"/>
            </a:xfrm>
            <a:custGeom>
              <a:avLst/>
              <a:gdLst/>
              <a:ahLst/>
              <a:cxnLst/>
              <a:rect l="0" t="0" r="0" b="0"/>
              <a:pathLst>
                <a:path w="40678" h="107624">
                  <a:moveTo>
                    <a:pt x="40678" y="107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52" name="Candidate_receptor__3670">
              <a:extLst>
                <a:ext uri="{FF2B5EF4-FFF2-40B4-BE49-F238E27FC236}">
                  <a16:creationId xmlns:a16="http://schemas.microsoft.com/office/drawing/2014/main" id="{547DF1DD-6455-30F8-9265-8C61A5393609}"/>
                </a:ext>
              </a:extLst>
            </p:cNvPr>
            <p:cNvSpPr>
              <a:spLocks noGrp="1"/>
            </p:cNvSpPr>
            <p:nvPr/>
          </p:nvSpPr>
          <p:spPr>
            <a:xfrm>
              <a:off x="5692506" y="2113263"/>
              <a:ext cx="105699" cy="45567"/>
            </a:xfrm>
            <a:custGeom>
              <a:avLst/>
              <a:gdLst/>
              <a:ahLst/>
              <a:cxnLst/>
              <a:rect l="0" t="0" r="0" b="0"/>
              <a:pathLst>
                <a:path w="105699" h="45567">
                  <a:moveTo>
                    <a:pt x="105699" y="0"/>
                  </a:moveTo>
                  <a:lnTo>
                    <a:pt x="0" y="455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53" name="Candidate_receptor__3671">
              <a:extLst>
                <a:ext uri="{FF2B5EF4-FFF2-40B4-BE49-F238E27FC236}">
                  <a16:creationId xmlns:a16="http://schemas.microsoft.com/office/drawing/2014/main" id="{1AAC0744-53F1-52F1-5D01-E7F68A8E0649}"/>
                </a:ext>
              </a:extLst>
            </p:cNvPr>
            <p:cNvSpPr>
              <a:spLocks noGrp="1"/>
            </p:cNvSpPr>
            <p:nvPr/>
          </p:nvSpPr>
          <p:spPr>
            <a:xfrm>
              <a:off x="5575414" y="1739916"/>
              <a:ext cx="59391" cy="87555"/>
            </a:xfrm>
            <a:custGeom>
              <a:avLst/>
              <a:gdLst/>
              <a:ahLst/>
              <a:cxnLst/>
              <a:rect l="0" t="0" r="0" b="0"/>
              <a:pathLst>
                <a:path w="59391" h="87555">
                  <a:moveTo>
                    <a:pt x="0" y="0"/>
                  </a:moveTo>
                  <a:lnTo>
                    <a:pt x="59391" y="8755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54" name="Candidate_receptor__3672">
              <a:extLst>
                <a:ext uri="{FF2B5EF4-FFF2-40B4-BE49-F238E27FC236}">
                  <a16:creationId xmlns:a16="http://schemas.microsoft.com/office/drawing/2014/main" id="{C5D1284F-F029-2A2D-3DCB-EC22534675B1}"/>
                </a:ext>
              </a:extLst>
            </p:cNvPr>
            <p:cNvSpPr>
              <a:spLocks noGrp="1"/>
            </p:cNvSpPr>
            <p:nvPr/>
          </p:nvSpPr>
          <p:spPr>
            <a:xfrm>
              <a:off x="4029307" y="2560735"/>
              <a:ext cx="83670" cy="76064"/>
            </a:xfrm>
            <a:custGeom>
              <a:avLst/>
              <a:gdLst/>
              <a:ahLst/>
              <a:cxnLst/>
              <a:rect l="0" t="0" r="0" b="0"/>
              <a:pathLst>
                <a:path w="83670" h="76064">
                  <a:moveTo>
                    <a:pt x="0" y="76064"/>
                  </a:moveTo>
                  <a:lnTo>
                    <a:pt x="8367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55" name="Candidate_receptor__3673">
              <a:extLst>
                <a:ext uri="{FF2B5EF4-FFF2-40B4-BE49-F238E27FC236}">
                  <a16:creationId xmlns:a16="http://schemas.microsoft.com/office/drawing/2014/main" id="{853D7E79-4F38-83C0-79B9-CB9B8C179794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38974"/>
              <a:ext cx="74606" cy="58578"/>
            </a:xfrm>
            <a:custGeom>
              <a:avLst/>
              <a:gdLst/>
              <a:ahLst/>
              <a:cxnLst/>
              <a:rect l="0" t="0" r="0" b="0"/>
              <a:pathLst>
                <a:path w="74606" h="58578">
                  <a:moveTo>
                    <a:pt x="74606" y="0"/>
                  </a:moveTo>
                  <a:lnTo>
                    <a:pt x="0" y="5857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56" name="Candidate_receptor__3674">
              <a:extLst>
                <a:ext uri="{FF2B5EF4-FFF2-40B4-BE49-F238E27FC236}">
                  <a16:creationId xmlns:a16="http://schemas.microsoft.com/office/drawing/2014/main" id="{31A25E1C-0EF4-4F5A-F67C-1733126F182F}"/>
                </a:ext>
              </a:extLst>
            </p:cNvPr>
            <p:cNvSpPr>
              <a:spLocks noGrp="1"/>
            </p:cNvSpPr>
            <p:nvPr/>
          </p:nvSpPr>
          <p:spPr>
            <a:xfrm>
              <a:off x="4837120" y="2814993"/>
              <a:ext cx="86327" cy="29264"/>
            </a:xfrm>
            <a:custGeom>
              <a:avLst/>
              <a:gdLst/>
              <a:ahLst/>
              <a:cxnLst/>
              <a:rect l="0" t="0" r="0" b="0"/>
              <a:pathLst>
                <a:path w="86327" h="29264">
                  <a:moveTo>
                    <a:pt x="0" y="0"/>
                  </a:moveTo>
                  <a:lnTo>
                    <a:pt x="86327" y="2926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57" name="Candidate_receptor__3675">
              <a:extLst>
                <a:ext uri="{FF2B5EF4-FFF2-40B4-BE49-F238E27FC236}">
                  <a16:creationId xmlns:a16="http://schemas.microsoft.com/office/drawing/2014/main" id="{A181FE91-828E-5CC0-6135-12CCCE48880A}"/>
                </a:ext>
              </a:extLst>
            </p:cNvPr>
            <p:cNvSpPr>
              <a:spLocks noGrp="1"/>
            </p:cNvSpPr>
            <p:nvPr/>
          </p:nvSpPr>
          <p:spPr>
            <a:xfrm>
              <a:off x="4605674" y="3006437"/>
              <a:ext cx="39341" cy="11812"/>
            </a:xfrm>
            <a:custGeom>
              <a:avLst/>
              <a:gdLst/>
              <a:ahLst/>
              <a:cxnLst/>
              <a:rect l="0" t="0" r="0" b="0"/>
              <a:pathLst>
                <a:path w="39341" h="11812">
                  <a:moveTo>
                    <a:pt x="0" y="0"/>
                  </a:moveTo>
                  <a:lnTo>
                    <a:pt x="39341" y="1181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58" name="Candidate_receptor__3676">
              <a:extLst>
                <a:ext uri="{FF2B5EF4-FFF2-40B4-BE49-F238E27FC236}">
                  <a16:creationId xmlns:a16="http://schemas.microsoft.com/office/drawing/2014/main" id="{DE2986C5-0CCE-4D3D-3539-5A400C52E8C3}"/>
                </a:ext>
              </a:extLst>
            </p:cNvPr>
            <p:cNvSpPr>
              <a:spLocks noGrp="1"/>
            </p:cNvSpPr>
            <p:nvPr/>
          </p:nvSpPr>
          <p:spPr>
            <a:xfrm>
              <a:off x="5998619" y="2260197"/>
              <a:ext cx="47583" cy="62311"/>
            </a:xfrm>
            <a:custGeom>
              <a:avLst/>
              <a:gdLst/>
              <a:ahLst/>
              <a:cxnLst/>
              <a:rect l="0" t="0" r="0" b="0"/>
              <a:pathLst>
                <a:path w="47583" h="62311">
                  <a:moveTo>
                    <a:pt x="47583" y="623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59" name="Candidate_receptor__3677">
              <a:extLst>
                <a:ext uri="{FF2B5EF4-FFF2-40B4-BE49-F238E27FC236}">
                  <a16:creationId xmlns:a16="http://schemas.microsoft.com/office/drawing/2014/main" id="{6F5C719F-DD49-6F53-768A-6C1FD55A6661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32660"/>
              <a:ext cx="100463" cy="54413"/>
            </a:xfrm>
            <a:custGeom>
              <a:avLst/>
              <a:gdLst/>
              <a:ahLst/>
              <a:cxnLst/>
              <a:rect l="0" t="0" r="0" b="0"/>
              <a:pathLst>
                <a:path w="100463" h="54413">
                  <a:moveTo>
                    <a:pt x="100463" y="0"/>
                  </a:moveTo>
                  <a:lnTo>
                    <a:pt x="0" y="54413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60" name="Candidate_receptor__3678">
              <a:extLst>
                <a:ext uri="{FF2B5EF4-FFF2-40B4-BE49-F238E27FC236}">
                  <a16:creationId xmlns:a16="http://schemas.microsoft.com/office/drawing/2014/main" id="{F3DC2D2B-0D83-5F7E-5A17-2C07290BC22C}"/>
                </a:ext>
              </a:extLst>
            </p:cNvPr>
            <p:cNvSpPr>
              <a:spLocks noGrp="1"/>
            </p:cNvSpPr>
            <p:nvPr/>
          </p:nvSpPr>
          <p:spPr>
            <a:xfrm>
              <a:off x="4990336" y="3296928"/>
              <a:ext cx="82271" cy="68099"/>
            </a:xfrm>
            <a:custGeom>
              <a:avLst/>
              <a:gdLst/>
              <a:ahLst/>
              <a:cxnLst/>
              <a:rect l="0" t="0" r="0" b="0"/>
              <a:pathLst>
                <a:path w="82271" h="68099">
                  <a:moveTo>
                    <a:pt x="0" y="0"/>
                  </a:moveTo>
                  <a:lnTo>
                    <a:pt x="82271" y="6809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61" name="Candidate_receptor__3679">
              <a:extLst>
                <a:ext uri="{FF2B5EF4-FFF2-40B4-BE49-F238E27FC236}">
                  <a16:creationId xmlns:a16="http://schemas.microsoft.com/office/drawing/2014/main" id="{DAD43F11-A30B-7492-6EAB-89BCCB6FAE5C}"/>
                </a:ext>
              </a:extLst>
            </p:cNvPr>
            <p:cNvSpPr>
              <a:spLocks noGrp="1"/>
            </p:cNvSpPr>
            <p:nvPr/>
          </p:nvSpPr>
          <p:spPr>
            <a:xfrm>
              <a:off x="5287768" y="2008970"/>
              <a:ext cx="69728" cy="805"/>
            </a:xfrm>
            <a:custGeom>
              <a:avLst/>
              <a:gdLst/>
              <a:ahLst/>
              <a:cxnLst/>
              <a:rect l="0" t="0" r="0" b="0"/>
              <a:pathLst>
                <a:path w="69728" h="805">
                  <a:moveTo>
                    <a:pt x="69728" y="8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62" name="Candidate_receptor__3680">
              <a:extLst>
                <a:ext uri="{FF2B5EF4-FFF2-40B4-BE49-F238E27FC236}">
                  <a16:creationId xmlns:a16="http://schemas.microsoft.com/office/drawing/2014/main" id="{D62B4D3D-F5F3-4099-DA82-E15567C04E0A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624" cy="49613"/>
            </a:xfrm>
            <a:custGeom>
              <a:avLst/>
              <a:gdLst/>
              <a:ahLst/>
              <a:cxnLst/>
              <a:rect l="0" t="0" r="0" b="0"/>
              <a:pathLst>
                <a:path w="95624" h="49613">
                  <a:moveTo>
                    <a:pt x="0" y="0"/>
                  </a:moveTo>
                  <a:lnTo>
                    <a:pt x="95624" y="4961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63" name="Candidate_receptor__3681">
              <a:extLst>
                <a:ext uri="{FF2B5EF4-FFF2-40B4-BE49-F238E27FC236}">
                  <a16:creationId xmlns:a16="http://schemas.microsoft.com/office/drawing/2014/main" id="{B6021A8F-4CAD-A97E-FC37-6DC95BCF5FC6}"/>
                </a:ext>
              </a:extLst>
            </p:cNvPr>
            <p:cNvSpPr>
              <a:spLocks noGrp="1"/>
            </p:cNvSpPr>
            <p:nvPr/>
          </p:nvSpPr>
          <p:spPr>
            <a:xfrm>
              <a:off x="5139806" y="2558936"/>
              <a:ext cx="89368" cy="62885"/>
            </a:xfrm>
            <a:custGeom>
              <a:avLst/>
              <a:gdLst/>
              <a:ahLst/>
              <a:cxnLst/>
              <a:rect l="0" t="0" r="0" b="0"/>
              <a:pathLst>
                <a:path w="89368" h="62885">
                  <a:moveTo>
                    <a:pt x="0" y="62885"/>
                  </a:moveTo>
                  <a:lnTo>
                    <a:pt x="89368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64" name="Candidate_receptor__3682">
              <a:extLst>
                <a:ext uri="{FF2B5EF4-FFF2-40B4-BE49-F238E27FC236}">
                  <a16:creationId xmlns:a16="http://schemas.microsoft.com/office/drawing/2014/main" id="{E730E8AB-6B44-965D-9FAA-31E388608164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520007"/>
              <a:ext cx="80704" cy="75679"/>
            </a:xfrm>
            <a:custGeom>
              <a:avLst/>
              <a:gdLst/>
              <a:ahLst/>
              <a:cxnLst/>
              <a:rect l="0" t="0" r="0" b="0"/>
              <a:pathLst>
                <a:path w="80704" h="75679">
                  <a:moveTo>
                    <a:pt x="0" y="0"/>
                  </a:moveTo>
                  <a:lnTo>
                    <a:pt x="80704" y="7567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65" name="Candidate_receptor__3683">
              <a:extLst>
                <a:ext uri="{FF2B5EF4-FFF2-40B4-BE49-F238E27FC236}">
                  <a16:creationId xmlns:a16="http://schemas.microsoft.com/office/drawing/2014/main" id="{F4539BDA-D759-9981-DA5C-E93F34721896}"/>
                </a:ext>
              </a:extLst>
            </p:cNvPr>
            <p:cNvSpPr>
              <a:spLocks noGrp="1"/>
            </p:cNvSpPr>
            <p:nvPr/>
          </p:nvSpPr>
          <p:spPr>
            <a:xfrm>
              <a:off x="5269479" y="2855415"/>
              <a:ext cx="20585" cy="83720"/>
            </a:xfrm>
            <a:custGeom>
              <a:avLst/>
              <a:gdLst/>
              <a:ahLst/>
              <a:cxnLst/>
              <a:rect l="0" t="0" r="0" b="0"/>
              <a:pathLst>
                <a:path w="20585" h="83720">
                  <a:moveTo>
                    <a:pt x="20585" y="0"/>
                  </a:moveTo>
                  <a:lnTo>
                    <a:pt x="0" y="8372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66" name="Candidate_receptor__3684">
              <a:extLst>
                <a:ext uri="{FF2B5EF4-FFF2-40B4-BE49-F238E27FC236}">
                  <a16:creationId xmlns:a16="http://schemas.microsoft.com/office/drawing/2014/main" id="{471CB805-0511-714D-05DB-C88552949EAF}"/>
                </a:ext>
              </a:extLst>
            </p:cNvPr>
            <p:cNvSpPr>
              <a:spLocks noGrp="1"/>
            </p:cNvSpPr>
            <p:nvPr/>
          </p:nvSpPr>
          <p:spPr>
            <a:xfrm>
              <a:off x="5991659" y="2440671"/>
              <a:ext cx="54979" cy="98059"/>
            </a:xfrm>
            <a:custGeom>
              <a:avLst/>
              <a:gdLst/>
              <a:ahLst/>
              <a:cxnLst/>
              <a:rect l="0" t="0" r="0" b="0"/>
              <a:pathLst>
                <a:path w="54979" h="98059">
                  <a:moveTo>
                    <a:pt x="0" y="0"/>
                  </a:moveTo>
                  <a:lnTo>
                    <a:pt x="54979" y="9805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67" name="Candidate_receptor__3685">
              <a:extLst>
                <a:ext uri="{FF2B5EF4-FFF2-40B4-BE49-F238E27FC236}">
                  <a16:creationId xmlns:a16="http://schemas.microsoft.com/office/drawing/2014/main" id="{9BFD0405-DED5-E89B-45CE-DA984C0D9BF1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87073"/>
              <a:ext cx="48338" cy="103823"/>
            </a:xfrm>
            <a:custGeom>
              <a:avLst/>
              <a:gdLst/>
              <a:ahLst/>
              <a:cxnLst/>
              <a:rect l="0" t="0" r="0" b="0"/>
              <a:pathLst>
                <a:path w="48338" h="103823">
                  <a:moveTo>
                    <a:pt x="0" y="0"/>
                  </a:moveTo>
                  <a:lnTo>
                    <a:pt x="48338" y="103823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68" name="Candidate_receptor__3686">
              <a:extLst>
                <a:ext uri="{FF2B5EF4-FFF2-40B4-BE49-F238E27FC236}">
                  <a16:creationId xmlns:a16="http://schemas.microsoft.com/office/drawing/2014/main" id="{8C0F4351-F9D6-5E16-C376-BA8BB8144E6D}"/>
                </a:ext>
              </a:extLst>
            </p:cNvPr>
            <p:cNvSpPr>
              <a:spLocks noGrp="1"/>
            </p:cNvSpPr>
            <p:nvPr/>
          </p:nvSpPr>
          <p:spPr>
            <a:xfrm>
              <a:off x="5120314" y="3223592"/>
              <a:ext cx="80097" cy="47672"/>
            </a:xfrm>
            <a:custGeom>
              <a:avLst/>
              <a:gdLst/>
              <a:ahLst/>
              <a:cxnLst/>
              <a:rect l="0" t="0" r="0" b="0"/>
              <a:pathLst>
                <a:path w="80097" h="47672">
                  <a:moveTo>
                    <a:pt x="0" y="0"/>
                  </a:moveTo>
                  <a:lnTo>
                    <a:pt x="80097" y="47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69" name="Candidate_receptor__3687">
              <a:extLst>
                <a:ext uri="{FF2B5EF4-FFF2-40B4-BE49-F238E27FC236}">
                  <a16:creationId xmlns:a16="http://schemas.microsoft.com/office/drawing/2014/main" id="{67E73543-9785-2DE8-2148-11F508F47650}"/>
                </a:ext>
              </a:extLst>
            </p:cNvPr>
            <p:cNvSpPr>
              <a:spLocks noGrp="1"/>
            </p:cNvSpPr>
            <p:nvPr/>
          </p:nvSpPr>
          <p:spPr>
            <a:xfrm>
              <a:off x="4378251" y="2570655"/>
              <a:ext cx="8765" cy="9006"/>
            </a:xfrm>
            <a:custGeom>
              <a:avLst/>
              <a:gdLst/>
              <a:ahLst/>
              <a:cxnLst/>
              <a:rect l="0" t="0" r="0" b="0"/>
              <a:pathLst>
                <a:path w="8765" h="9006">
                  <a:moveTo>
                    <a:pt x="8765" y="9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70" name="Candidate_receptor__3688">
              <a:extLst>
                <a:ext uri="{FF2B5EF4-FFF2-40B4-BE49-F238E27FC236}">
                  <a16:creationId xmlns:a16="http://schemas.microsoft.com/office/drawing/2014/main" id="{6455DC23-8ACE-5772-83BF-88E73DE3A20F}"/>
                </a:ext>
              </a:extLst>
            </p:cNvPr>
            <p:cNvSpPr>
              <a:spLocks noGrp="1"/>
            </p:cNvSpPr>
            <p:nvPr/>
          </p:nvSpPr>
          <p:spPr>
            <a:xfrm>
              <a:off x="5615300" y="2082837"/>
              <a:ext cx="77205" cy="75993"/>
            </a:xfrm>
            <a:custGeom>
              <a:avLst/>
              <a:gdLst/>
              <a:ahLst/>
              <a:cxnLst/>
              <a:rect l="0" t="0" r="0" b="0"/>
              <a:pathLst>
                <a:path w="77205" h="75993">
                  <a:moveTo>
                    <a:pt x="77205" y="759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71" name="Candidate_receptor__3689">
              <a:extLst>
                <a:ext uri="{FF2B5EF4-FFF2-40B4-BE49-F238E27FC236}">
                  <a16:creationId xmlns:a16="http://schemas.microsoft.com/office/drawing/2014/main" id="{1EFDC38D-A3F6-83B5-4CB5-1F62F3EA2991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760720"/>
              <a:ext cx="99087" cy="58644"/>
            </a:xfrm>
            <a:custGeom>
              <a:avLst/>
              <a:gdLst/>
              <a:ahLst/>
              <a:cxnLst/>
              <a:rect l="0" t="0" r="0" b="0"/>
              <a:pathLst>
                <a:path w="99087" h="58644">
                  <a:moveTo>
                    <a:pt x="0" y="0"/>
                  </a:moveTo>
                  <a:lnTo>
                    <a:pt x="99087" y="5864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72" name="Candidate_receptor__3690">
              <a:extLst>
                <a:ext uri="{FF2B5EF4-FFF2-40B4-BE49-F238E27FC236}">
                  <a16:creationId xmlns:a16="http://schemas.microsoft.com/office/drawing/2014/main" id="{29814F79-B869-498C-964F-974AC2EBB848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296928"/>
              <a:ext cx="76788" cy="85166"/>
            </a:xfrm>
            <a:custGeom>
              <a:avLst/>
              <a:gdLst/>
              <a:ahLst/>
              <a:cxnLst/>
              <a:rect l="0" t="0" r="0" b="0"/>
              <a:pathLst>
                <a:path w="76788" h="85166">
                  <a:moveTo>
                    <a:pt x="0" y="85166"/>
                  </a:moveTo>
                  <a:lnTo>
                    <a:pt x="76788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73" name="Candidate_receptor__3691">
              <a:extLst>
                <a:ext uri="{FF2B5EF4-FFF2-40B4-BE49-F238E27FC236}">
                  <a16:creationId xmlns:a16="http://schemas.microsoft.com/office/drawing/2014/main" id="{739EE856-12F5-703C-1D56-8A1AFCE37F20}"/>
                </a:ext>
              </a:extLst>
            </p:cNvPr>
            <p:cNvSpPr>
              <a:spLocks noGrp="1"/>
            </p:cNvSpPr>
            <p:nvPr/>
          </p:nvSpPr>
          <p:spPr>
            <a:xfrm>
              <a:off x="4672157" y="2879737"/>
              <a:ext cx="94903" cy="62980"/>
            </a:xfrm>
            <a:custGeom>
              <a:avLst/>
              <a:gdLst/>
              <a:ahLst/>
              <a:cxnLst/>
              <a:rect l="0" t="0" r="0" b="0"/>
              <a:pathLst>
                <a:path w="94903" h="62980">
                  <a:moveTo>
                    <a:pt x="0" y="0"/>
                  </a:moveTo>
                  <a:lnTo>
                    <a:pt x="94903" y="6298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74" name="Candidate_receptor__3692">
              <a:extLst>
                <a:ext uri="{FF2B5EF4-FFF2-40B4-BE49-F238E27FC236}">
                  <a16:creationId xmlns:a16="http://schemas.microsoft.com/office/drawing/2014/main" id="{DAE32D18-15ED-8647-9781-C7BF03E96F13}"/>
                </a:ext>
              </a:extLst>
            </p:cNvPr>
            <p:cNvSpPr>
              <a:spLocks noGrp="1"/>
            </p:cNvSpPr>
            <p:nvPr/>
          </p:nvSpPr>
          <p:spPr>
            <a:xfrm>
              <a:off x="4366876" y="3072618"/>
              <a:ext cx="1363" cy="114745"/>
            </a:xfrm>
            <a:custGeom>
              <a:avLst/>
              <a:gdLst/>
              <a:ahLst/>
              <a:cxnLst/>
              <a:rect l="0" t="0" r="0" b="0"/>
              <a:pathLst>
                <a:path w="1363" h="114745">
                  <a:moveTo>
                    <a:pt x="0" y="114745"/>
                  </a:moveTo>
                  <a:lnTo>
                    <a:pt x="136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75" name="Candidate_receptor__3693">
              <a:extLst>
                <a:ext uri="{FF2B5EF4-FFF2-40B4-BE49-F238E27FC236}">
                  <a16:creationId xmlns:a16="http://schemas.microsoft.com/office/drawing/2014/main" id="{17190F24-722F-B580-A6A6-6CE61BF63824}"/>
                </a:ext>
              </a:extLst>
            </p:cNvPr>
            <p:cNvSpPr>
              <a:spLocks noGrp="1"/>
            </p:cNvSpPr>
            <p:nvPr/>
          </p:nvSpPr>
          <p:spPr>
            <a:xfrm>
              <a:off x="5807179" y="2442393"/>
              <a:ext cx="65208" cy="89145"/>
            </a:xfrm>
            <a:custGeom>
              <a:avLst/>
              <a:gdLst/>
              <a:ahLst/>
              <a:cxnLst/>
              <a:rect l="0" t="0" r="0" b="0"/>
              <a:pathLst>
                <a:path w="65208" h="89145">
                  <a:moveTo>
                    <a:pt x="0" y="0"/>
                  </a:moveTo>
                  <a:lnTo>
                    <a:pt x="65208" y="8914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76" name="Candidate_receptor__3694">
              <a:extLst>
                <a:ext uri="{FF2B5EF4-FFF2-40B4-BE49-F238E27FC236}">
                  <a16:creationId xmlns:a16="http://schemas.microsoft.com/office/drawing/2014/main" id="{6F2081A7-9CCA-0513-BE03-5A636A0F8FEE}"/>
                </a:ext>
              </a:extLst>
            </p:cNvPr>
            <p:cNvSpPr>
              <a:spLocks noGrp="1"/>
            </p:cNvSpPr>
            <p:nvPr/>
          </p:nvSpPr>
          <p:spPr>
            <a:xfrm>
              <a:off x="5035042" y="2575512"/>
              <a:ext cx="104764" cy="46309"/>
            </a:xfrm>
            <a:custGeom>
              <a:avLst/>
              <a:gdLst/>
              <a:ahLst/>
              <a:cxnLst/>
              <a:rect l="0" t="0" r="0" b="0"/>
              <a:pathLst>
                <a:path w="104764" h="46309">
                  <a:moveTo>
                    <a:pt x="0" y="0"/>
                  </a:moveTo>
                  <a:lnTo>
                    <a:pt x="104764" y="4630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77" name="Candidate_receptor__3695">
              <a:extLst>
                <a:ext uri="{FF2B5EF4-FFF2-40B4-BE49-F238E27FC236}">
                  <a16:creationId xmlns:a16="http://schemas.microsoft.com/office/drawing/2014/main" id="{306FD7D3-C8A3-1EFF-93D6-2660D6020D6F}"/>
                </a:ext>
              </a:extLst>
            </p:cNvPr>
            <p:cNvSpPr>
              <a:spLocks noGrp="1"/>
            </p:cNvSpPr>
            <p:nvPr/>
          </p:nvSpPr>
          <p:spPr>
            <a:xfrm>
              <a:off x="5357495" y="2009774"/>
              <a:ext cx="80426" cy="71791"/>
            </a:xfrm>
            <a:custGeom>
              <a:avLst/>
              <a:gdLst/>
              <a:ahLst/>
              <a:cxnLst/>
              <a:rect l="0" t="0" r="0" b="0"/>
              <a:pathLst>
                <a:path w="80426" h="71791">
                  <a:moveTo>
                    <a:pt x="80426" y="717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78" name="Candidate_receptor__3696">
              <a:extLst>
                <a:ext uri="{FF2B5EF4-FFF2-40B4-BE49-F238E27FC236}">
                  <a16:creationId xmlns:a16="http://schemas.microsoft.com/office/drawing/2014/main" id="{438E5B9B-7CF1-C6BA-622B-7ECBB3A40A4B}"/>
                </a:ext>
              </a:extLst>
            </p:cNvPr>
            <p:cNvSpPr>
              <a:spLocks noGrp="1"/>
            </p:cNvSpPr>
            <p:nvPr/>
          </p:nvSpPr>
          <p:spPr>
            <a:xfrm>
              <a:off x="4510359" y="2958322"/>
              <a:ext cx="95316" cy="48114"/>
            </a:xfrm>
            <a:custGeom>
              <a:avLst/>
              <a:gdLst/>
              <a:ahLst/>
              <a:cxnLst/>
              <a:rect l="0" t="0" r="0" b="0"/>
              <a:pathLst>
                <a:path w="95316" h="48114">
                  <a:moveTo>
                    <a:pt x="0" y="0"/>
                  </a:moveTo>
                  <a:lnTo>
                    <a:pt x="95316" y="4811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79" name="Candidate_receptor__3697">
              <a:extLst>
                <a:ext uri="{FF2B5EF4-FFF2-40B4-BE49-F238E27FC236}">
                  <a16:creationId xmlns:a16="http://schemas.microsoft.com/office/drawing/2014/main" id="{4616AF4C-5DC2-2498-4909-E51A1BBFB500}"/>
                </a:ext>
              </a:extLst>
            </p:cNvPr>
            <p:cNvSpPr>
              <a:spLocks noGrp="1"/>
            </p:cNvSpPr>
            <p:nvPr/>
          </p:nvSpPr>
          <p:spPr>
            <a:xfrm>
              <a:off x="3783033" y="2595686"/>
              <a:ext cx="21823" cy="80204"/>
            </a:xfrm>
            <a:custGeom>
              <a:avLst/>
              <a:gdLst/>
              <a:ahLst/>
              <a:cxnLst/>
              <a:rect l="0" t="0" r="0" b="0"/>
              <a:pathLst>
                <a:path w="21823" h="80204">
                  <a:moveTo>
                    <a:pt x="21823" y="0"/>
                  </a:moveTo>
                  <a:lnTo>
                    <a:pt x="0" y="8020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80" name="Candidate_receptor__3698">
              <a:extLst>
                <a:ext uri="{FF2B5EF4-FFF2-40B4-BE49-F238E27FC236}">
                  <a16:creationId xmlns:a16="http://schemas.microsoft.com/office/drawing/2014/main" id="{8CB3CE9D-1CD8-DDB6-F70B-579ECA8E0A04}"/>
                </a:ext>
              </a:extLst>
            </p:cNvPr>
            <p:cNvSpPr>
              <a:spLocks noGrp="1"/>
            </p:cNvSpPr>
            <p:nvPr/>
          </p:nvSpPr>
          <p:spPr>
            <a:xfrm>
              <a:off x="3725824" y="2819364"/>
              <a:ext cx="15619" cy="109018"/>
            </a:xfrm>
            <a:custGeom>
              <a:avLst/>
              <a:gdLst/>
              <a:ahLst/>
              <a:cxnLst/>
              <a:rect l="0" t="0" r="0" b="0"/>
              <a:pathLst>
                <a:path w="15619" h="109018">
                  <a:moveTo>
                    <a:pt x="0" y="0"/>
                  </a:moveTo>
                  <a:lnTo>
                    <a:pt x="15619" y="10901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81" name="Candidate_receptor__3699">
              <a:extLst>
                <a:ext uri="{FF2B5EF4-FFF2-40B4-BE49-F238E27FC236}">
                  <a16:creationId xmlns:a16="http://schemas.microsoft.com/office/drawing/2014/main" id="{650B95A9-A3CD-0999-5991-048F3879D117}"/>
                </a:ext>
              </a:extLst>
            </p:cNvPr>
            <p:cNvSpPr>
              <a:spLocks noGrp="1"/>
            </p:cNvSpPr>
            <p:nvPr/>
          </p:nvSpPr>
          <p:spPr>
            <a:xfrm>
              <a:off x="4537167" y="2728047"/>
              <a:ext cx="86494" cy="42538"/>
            </a:xfrm>
            <a:custGeom>
              <a:avLst/>
              <a:gdLst/>
              <a:ahLst/>
              <a:cxnLst/>
              <a:rect l="0" t="0" r="0" b="0"/>
              <a:pathLst>
                <a:path w="86494" h="42538">
                  <a:moveTo>
                    <a:pt x="86494" y="0"/>
                  </a:moveTo>
                  <a:lnTo>
                    <a:pt x="0" y="4253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82" name="Candidate_receptor__3700">
              <a:extLst>
                <a:ext uri="{FF2B5EF4-FFF2-40B4-BE49-F238E27FC236}">
                  <a16:creationId xmlns:a16="http://schemas.microsoft.com/office/drawing/2014/main" id="{C77F5606-64EA-08F9-7107-3EAAF7F66610}"/>
                </a:ext>
              </a:extLst>
            </p:cNvPr>
            <p:cNvSpPr>
              <a:spLocks noGrp="1"/>
            </p:cNvSpPr>
            <p:nvPr/>
          </p:nvSpPr>
          <p:spPr>
            <a:xfrm>
              <a:off x="4112977" y="2560735"/>
              <a:ext cx="74991" cy="22109"/>
            </a:xfrm>
            <a:custGeom>
              <a:avLst/>
              <a:gdLst/>
              <a:ahLst/>
              <a:cxnLst/>
              <a:rect l="0" t="0" r="0" b="0"/>
              <a:pathLst>
                <a:path w="74991" h="22109">
                  <a:moveTo>
                    <a:pt x="0" y="0"/>
                  </a:moveTo>
                  <a:lnTo>
                    <a:pt x="74991" y="2210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83" name="Candidate_receptor__3701">
              <a:extLst>
                <a:ext uri="{FF2B5EF4-FFF2-40B4-BE49-F238E27FC236}">
                  <a16:creationId xmlns:a16="http://schemas.microsoft.com/office/drawing/2014/main" id="{1E80B27E-B734-15B0-0BBF-6BF2A59E1E26}"/>
                </a:ext>
              </a:extLst>
            </p:cNvPr>
            <p:cNvSpPr>
              <a:spLocks noGrp="1"/>
            </p:cNvSpPr>
            <p:nvPr/>
          </p:nvSpPr>
          <p:spPr>
            <a:xfrm>
              <a:off x="3733808" y="3250136"/>
              <a:ext cx="95402" cy="6089"/>
            </a:xfrm>
            <a:custGeom>
              <a:avLst/>
              <a:gdLst/>
              <a:ahLst/>
              <a:cxnLst/>
              <a:rect l="0" t="0" r="0" b="0"/>
              <a:pathLst>
                <a:path w="95402" h="6089">
                  <a:moveTo>
                    <a:pt x="0" y="0"/>
                  </a:moveTo>
                  <a:lnTo>
                    <a:pt x="95402" y="608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84" name="Candidate_receptor__3702">
              <a:extLst>
                <a:ext uri="{FF2B5EF4-FFF2-40B4-BE49-F238E27FC236}">
                  <a16:creationId xmlns:a16="http://schemas.microsoft.com/office/drawing/2014/main" id="{991AA5B9-B4A9-9E6F-C149-81DD5661F891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469061"/>
              <a:ext cx="7059" cy="15686"/>
            </a:xfrm>
            <a:custGeom>
              <a:avLst/>
              <a:gdLst/>
              <a:ahLst/>
              <a:cxnLst/>
              <a:rect l="0" t="0" r="0" b="0"/>
              <a:pathLst>
                <a:path w="7059" h="15686">
                  <a:moveTo>
                    <a:pt x="0" y="0"/>
                  </a:moveTo>
                  <a:lnTo>
                    <a:pt x="7059" y="1568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85" name="Candidate_receptor__3703">
              <a:extLst>
                <a:ext uri="{FF2B5EF4-FFF2-40B4-BE49-F238E27FC236}">
                  <a16:creationId xmlns:a16="http://schemas.microsoft.com/office/drawing/2014/main" id="{AB0CAC31-F7C6-814F-9316-4CE77D88098D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382094"/>
              <a:ext cx="71525" cy="74673"/>
            </a:xfrm>
            <a:custGeom>
              <a:avLst/>
              <a:gdLst/>
              <a:ahLst/>
              <a:cxnLst/>
              <a:rect l="0" t="0" r="0" b="0"/>
              <a:pathLst>
                <a:path w="71525" h="74673">
                  <a:moveTo>
                    <a:pt x="71525" y="746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86" name="Candidate_receptor__3704">
              <a:extLst>
                <a:ext uri="{FF2B5EF4-FFF2-40B4-BE49-F238E27FC236}">
                  <a16:creationId xmlns:a16="http://schemas.microsoft.com/office/drawing/2014/main" id="{DAD90847-F187-C841-F10B-07680954A3B9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451452"/>
              <a:ext cx="74665" cy="45976"/>
            </a:xfrm>
            <a:custGeom>
              <a:avLst/>
              <a:gdLst/>
              <a:ahLst/>
              <a:cxnLst/>
              <a:rect l="0" t="0" r="0" b="0"/>
              <a:pathLst>
                <a:path w="74665" h="45976">
                  <a:moveTo>
                    <a:pt x="0" y="0"/>
                  </a:moveTo>
                  <a:lnTo>
                    <a:pt x="74665" y="4597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87" name="Candidate_receptor__3705">
              <a:extLst>
                <a:ext uri="{FF2B5EF4-FFF2-40B4-BE49-F238E27FC236}">
                  <a16:creationId xmlns:a16="http://schemas.microsoft.com/office/drawing/2014/main" id="{756341AA-3C12-F1E5-F388-977C2E11F82F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666603"/>
              <a:ext cx="41228" cy="94117"/>
            </a:xfrm>
            <a:custGeom>
              <a:avLst/>
              <a:gdLst/>
              <a:ahLst/>
              <a:cxnLst/>
              <a:rect l="0" t="0" r="0" b="0"/>
              <a:pathLst>
                <a:path w="41228" h="94117">
                  <a:moveTo>
                    <a:pt x="41228" y="0"/>
                  </a:moveTo>
                  <a:lnTo>
                    <a:pt x="0" y="94117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88" name="Candidate_receptor__3706">
              <a:extLst>
                <a:ext uri="{FF2B5EF4-FFF2-40B4-BE49-F238E27FC236}">
                  <a16:creationId xmlns:a16="http://schemas.microsoft.com/office/drawing/2014/main" id="{819DD897-107C-5406-9D7A-65EBB19C3A92}"/>
                </a:ext>
              </a:extLst>
            </p:cNvPr>
            <p:cNvSpPr>
              <a:spLocks noGrp="1"/>
            </p:cNvSpPr>
            <p:nvPr/>
          </p:nvSpPr>
          <p:spPr>
            <a:xfrm>
              <a:off x="5696001" y="2497428"/>
              <a:ext cx="36316" cy="85947"/>
            </a:xfrm>
            <a:custGeom>
              <a:avLst/>
              <a:gdLst/>
              <a:ahLst/>
              <a:cxnLst/>
              <a:rect l="0" t="0" r="0" b="0"/>
              <a:pathLst>
                <a:path w="36316" h="85947">
                  <a:moveTo>
                    <a:pt x="0" y="0"/>
                  </a:moveTo>
                  <a:lnTo>
                    <a:pt x="36316" y="859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89" name="Candidate_receptor__3707">
              <a:extLst>
                <a:ext uri="{FF2B5EF4-FFF2-40B4-BE49-F238E27FC236}">
                  <a16:creationId xmlns:a16="http://schemas.microsoft.com/office/drawing/2014/main" id="{240DCC8D-47FC-6C06-EC36-32436A98D111}"/>
                </a:ext>
              </a:extLst>
            </p:cNvPr>
            <p:cNvSpPr>
              <a:spLocks noGrp="1"/>
            </p:cNvSpPr>
            <p:nvPr/>
          </p:nvSpPr>
          <p:spPr>
            <a:xfrm>
              <a:off x="5883732" y="2256924"/>
              <a:ext cx="114888" cy="3272"/>
            </a:xfrm>
            <a:custGeom>
              <a:avLst/>
              <a:gdLst/>
              <a:ahLst/>
              <a:cxnLst/>
              <a:rect l="0" t="0" r="0" b="0"/>
              <a:pathLst>
                <a:path w="114888" h="3272">
                  <a:moveTo>
                    <a:pt x="114888" y="32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90" name="Candidate_receptor__3708">
              <a:extLst>
                <a:ext uri="{FF2B5EF4-FFF2-40B4-BE49-F238E27FC236}">
                  <a16:creationId xmlns:a16="http://schemas.microsoft.com/office/drawing/2014/main" id="{DB79E9A2-A66F-8C25-B4E0-C4144FD6E280}"/>
                </a:ext>
              </a:extLst>
            </p:cNvPr>
            <p:cNvSpPr>
              <a:spLocks noGrp="1"/>
            </p:cNvSpPr>
            <p:nvPr/>
          </p:nvSpPr>
          <p:spPr>
            <a:xfrm>
              <a:off x="3741443" y="2928382"/>
              <a:ext cx="115510" cy="2933"/>
            </a:xfrm>
            <a:custGeom>
              <a:avLst/>
              <a:gdLst/>
              <a:ahLst/>
              <a:cxnLst/>
              <a:rect l="0" t="0" r="0" b="0"/>
              <a:pathLst>
                <a:path w="115510" h="2933">
                  <a:moveTo>
                    <a:pt x="0" y="0"/>
                  </a:moveTo>
                  <a:lnTo>
                    <a:pt x="115510" y="2933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91" name="Candidate_receptor__3709">
              <a:extLst>
                <a:ext uri="{FF2B5EF4-FFF2-40B4-BE49-F238E27FC236}">
                  <a16:creationId xmlns:a16="http://schemas.microsoft.com/office/drawing/2014/main" id="{7EE84854-D0C8-8184-26F1-3F84182310AF}"/>
                </a:ext>
              </a:extLst>
            </p:cNvPr>
            <p:cNvSpPr>
              <a:spLocks noGrp="1"/>
            </p:cNvSpPr>
            <p:nvPr/>
          </p:nvSpPr>
          <p:spPr>
            <a:xfrm>
              <a:off x="3938356" y="2854842"/>
              <a:ext cx="102407" cy="11324"/>
            </a:xfrm>
            <a:custGeom>
              <a:avLst/>
              <a:gdLst/>
              <a:ahLst/>
              <a:cxnLst/>
              <a:rect l="0" t="0" r="0" b="0"/>
              <a:pathLst>
                <a:path w="102407" h="11324">
                  <a:moveTo>
                    <a:pt x="0" y="0"/>
                  </a:moveTo>
                  <a:lnTo>
                    <a:pt x="102407" y="1132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92" name="Candidate_receptor__3710">
              <a:extLst>
                <a:ext uri="{FF2B5EF4-FFF2-40B4-BE49-F238E27FC236}">
                  <a16:creationId xmlns:a16="http://schemas.microsoft.com/office/drawing/2014/main" id="{C55CC210-589C-9F7F-F4E8-DD0C1677694C}"/>
                </a:ext>
              </a:extLst>
            </p:cNvPr>
            <p:cNvSpPr>
              <a:spLocks noGrp="1"/>
            </p:cNvSpPr>
            <p:nvPr/>
          </p:nvSpPr>
          <p:spPr>
            <a:xfrm>
              <a:off x="5437921" y="2081566"/>
              <a:ext cx="78975" cy="27951"/>
            </a:xfrm>
            <a:custGeom>
              <a:avLst/>
              <a:gdLst/>
              <a:ahLst/>
              <a:cxnLst/>
              <a:rect l="0" t="0" r="0" b="0"/>
              <a:pathLst>
                <a:path w="78975" h="27951">
                  <a:moveTo>
                    <a:pt x="78975" y="27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93" name="Candidate_receptor__3711">
              <a:extLst>
                <a:ext uri="{FF2B5EF4-FFF2-40B4-BE49-F238E27FC236}">
                  <a16:creationId xmlns:a16="http://schemas.microsoft.com/office/drawing/2014/main" id="{C0619546-8694-DE60-9F55-76B792D2820C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78983"/>
              <a:ext cx="13076" cy="54672"/>
            </a:xfrm>
            <a:custGeom>
              <a:avLst/>
              <a:gdLst/>
              <a:ahLst/>
              <a:cxnLst/>
              <a:rect l="0" t="0" r="0" b="0"/>
              <a:pathLst>
                <a:path w="13076" h="54672">
                  <a:moveTo>
                    <a:pt x="0" y="0"/>
                  </a:moveTo>
                  <a:lnTo>
                    <a:pt x="13076" y="54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94" name="Candidate_receptor__3712">
              <a:extLst>
                <a:ext uri="{FF2B5EF4-FFF2-40B4-BE49-F238E27FC236}">
                  <a16:creationId xmlns:a16="http://schemas.microsoft.com/office/drawing/2014/main" id="{597CCE37-BFE8-69FF-8741-111EBD741998}"/>
                </a:ext>
              </a:extLst>
            </p:cNvPr>
            <p:cNvSpPr>
              <a:spLocks noGrp="1"/>
            </p:cNvSpPr>
            <p:nvPr/>
          </p:nvSpPr>
          <p:spPr>
            <a:xfrm>
              <a:off x="4040762" y="2800383"/>
              <a:ext cx="76602" cy="65783"/>
            </a:xfrm>
            <a:custGeom>
              <a:avLst/>
              <a:gdLst/>
              <a:ahLst/>
              <a:cxnLst/>
              <a:rect l="0" t="0" r="0" b="0"/>
              <a:pathLst>
                <a:path w="76602" h="65783">
                  <a:moveTo>
                    <a:pt x="0" y="65783"/>
                  </a:moveTo>
                  <a:lnTo>
                    <a:pt x="76602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95" name="Candidate_receptor__3713">
              <a:extLst>
                <a:ext uri="{FF2B5EF4-FFF2-40B4-BE49-F238E27FC236}">
                  <a16:creationId xmlns:a16="http://schemas.microsoft.com/office/drawing/2014/main" id="{494AD863-DC83-6579-65CB-ABBCD80379DB}"/>
                </a:ext>
              </a:extLst>
            </p:cNvPr>
            <p:cNvSpPr>
              <a:spLocks noGrp="1"/>
            </p:cNvSpPr>
            <p:nvPr/>
          </p:nvSpPr>
          <p:spPr>
            <a:xfrm>
              <a:off x="5776880" y="3055128"/>
              <a:ext cx="7517" cy="107863"/>
            </a:xfrm>
            <a:custGeom>
              <a:avLst/>
              <a:gdLst/>
              <a:ahLst/>
              <a:cxnLst/>
              <a:rect l="0" t="0" r="0" b="0"/>
              <a:pathLst>
                <a:path w="7517" h="107863">
                  <a:moveTo>
                    <a:pt x="7517" y="107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96" name="Candidate_receptor__3714">
              <a:extLst>
                <a:ext uri="{FF2B5EF4-FFF2-40B4-BE49-F238E27FC236}">
                  <a16:creationId xmlns:a16="http://schemas.microsoft.com/office/drawing/2014/main" id="{DBBDC2AA-F939-F986-D1A5-76D20BCDBC4B}"/>
                </a:ext>
              </a:extLst>
            </p:cNvPr>
            <p:cNvSpPr>
              <a:spLocks noGrp="1"/>
            </p:cNvSpPr>
            <p:nvPr/>
          </p:nvSpPr>
          <p:spPr>
            <a:xfrm>
              <a:off x="5668513" y="3033963"/>
              <a:ext cx="108367" cy="21166"/>
            </a:xfrm>
            <a:custGeom>
              <a:avLst/>
              <a:gdLst/>
              <a:ahLst/>
              <a:cxnLst/>
              <a:rect l="0" t="0" r="0" b="0"/>
              <a:pathLst>
                <a:path w="108367" h="21166">
                  <a:moveTo>
                    <a:pt x="108367" y="2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97" name="Candidate_receptor__3715">
              <a:extLst>
                <a:ext uri="{FF2B5EF4-FFF2-40B4-BE49-F238E27FC236}">
                  <a16:creationId xmlns:a16="http://schemas.microsoft.com/office/drawing/2014/main" id="{27D2FD7D-7387-B7E4-53BE-BA603D8F2BB9}"/>
                </a:ext>
              </a:extLst>
            </p:cNvPr>
            <p:cNvSpPr>
              <a:spLocks noGrp="1"/>
            </p:cNvSpPr>
            <p:nvPr/>
          </p:nvSpPr>
          <p:spPr>
            <a:xfrm>
              <a:off x="4841582" y="3085075"/>
              <a:ext cx="3041" cy="68158"/>
            </a:xfrm>
            <a:custGeom>
              <a:avLst/>
              <a:gdLst/>
              <a:ahLst/>
              <a:cxnLst/>
              <a:rect l="0" t="0" r="0" b="0"/>
              <a:pathLst>
                <a:path w="3041" h="68158">
                  <a:moveTo>
                    <a:pt x="0" y="0"/>
                  </a:moveTo>
                  <a:lnTo>
                    <a:pt x="3041" y="68158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98" name="Candidate_receptor__3716">
              <a:extLst>
                <a:ext uri="{FF2B5EF4-FFF2-40B4-BE49-F238E27FC236}">
                  <a16:creationId xmlns:a16="http://schemas.microsoft.com/office/drawing/2014/main" id="{8F093BAB-BE40-AB4B-216A-3845E30B2413}"/>
                </a:ext>
              </a:extLst>
            </p:cNvPr>
            <p:cNvSpPr>
              <a:spLocks noGrp="1"/>
            </p:cNvSpPr>
            <p:nvPr/>
          </p:nvSpPr>
          <p:spPr>
            <a:xfrm>
              <a:off x="3856953" y="2854842"/>
              <a:ext cx="81403" cy="76473"/>
            </a:xfrm>
            <a:custGeom>
              <a:avLst/>
              <a:gdLst/>
              <a:ahLst/>
              <a:cxnLst/>
              <a:rect l="0" t="0" r="0" b="0"/>
              <a:pathLst>
                <a:path w="81403" h="76473">
                  <a:moveTo>
                    <a:pt x="0" y="76473"/>
                  </a:moveTo>
                  <a:lnTo>
                    <a:pt x="81403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53399" name="Candidate_receptor__3717">
              <a:extLst>
                <a:ext uri="{FF2B5EF4-FFF2-40B4-BE49-F238E27FC236}">
                  <a16:creationId xmlns:a16="http://schemas.microsoft.com/office/drawing/2014/main" id="{1B0C4607-DE8C-920F-4F17-3F243567799B}"/>
                </a:ext>
              </a:extLst>
            </p:cNvPr>
            <p:cNvSpPr>
              <a:spLocks noGrp="1"/>
            </p:cNvSpPr>
            <p:nvPr/>
          </p:nvSpPr>
          <p:spPr>
            <a:xfrm>
              <a:off x="5157937" y="2939135"/>
              <a:ext cx="111543" cy="11279"/>
            </a:xfrm>
            <a:custGeom>
              <a:avLst/>
              <a:gdLst/>
              <a:ahLst/>
              <a:cxnLst/>
              <a:rect l="0" t="0" r="0" b="0"/>
              <a:pathLst>
                <a:path w="111543" h="11279">
                  <a:moveTo>
                    <a:pt x="111543" y="0"/>
                  </a:moveTo>
                  <a:lnTo>
                    <a:pt x="0" y="11279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53400" name="Candidate_receptor__3718">
              <a:extLst>
                <a:ext uri="{FF2B5EF4-FFF2-40B4-BE49-F238E27FC236}">
                  <a16:creationId xmlns:a16="http://schemas.microsoft.com/office/drawing/2014/main" id="{173BC294-1E7D-A6A6-77B5-624F95C5CC47}"/>
                </a:ext>
              </a:extLst>
            </p:cNvPr>
            <p:cNvSpPr>
              <a:spLocks noGrp="1"/>
            </p:cNvSpPr>
            <p:nvPr/>
          </p:nvSpPr>
          <p:spPr>
            <a:xfrm>
              <a:off x="5516896" y="2082837"/>
              <a:ext cx="98404" cy="26679"/>
            </a:xfrm>
            <a:custGeom>
              <a:avLst/>
              <a:gdLst/>
              <a:ahLst/>
              <a:cxnLst/>
              <a:rect l="0" t="0" r="0" b="0"/>
              <a:pathLst>
                <a:path w="98404" h="26679">
                  <a:moveTo>
                    <a:pt x="98404" y="0"/>
                  </a:moveTo>
                  <a:lnTo>
                    <a:pt x="0" y="26679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01" name="Candidate_receptor__3719">
              <a:extLst>
                <a:ext uri="{FF2B5EF4-FFF2-40B4-BE49-F238E27FC236}">
                  <a16:creationId xmlns:a16="http://schemas.microsoft.com/office/drawing/2014/main" id="{557E0008-8443-9E72-8587-3BC1DA703759}"/>
                </a:ext>
              </a:extLst>
            </p:cNvPr>
            <p:cNvSpPr>
              <a:spLocks noGrp="1"/>
            </p:cNvSpPr>
            <p:nvPr/>
          </p:nvSpPr>
          <p:spPr>
            <a:xfrm>
              <a:off x="4452898" y="3078210"/>
              <a:ext cx="67125" cy="50306"/>
            </a:xfrm>
            <a:custGeom>
              <a:avLst/>
              <a:gdLst/>
              <a:ahLst/>
              <a:cxnLst/>
              <a:rect l="0" t="0" r="0" b="0"/>
              <a:pathLst>
                <a:path w="67125" h="50306">
                  <a:moveTo>
                    <a:pt x="0" y="0"/>
                  </a:moveTo>
                  <a:lnTo>
                    <a:pt x="67125" y="5030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53402" name="Candidate_receptor__3720">
              <a:extLst>
                <a:ext uri="{FF2B5EF4-FFF2-40B4-BE49-F238E27FC236}">
                  <a16:creationId xmlns:a16="http://schemas.microsoft.com/office/drawing/2014/main" id="{B70F9BD5-3A12-2D97-158C-97CB33B06D22}"/>
                </a:ext>
              </a:extLst>
            </p:cNvPr>
            <p:cNvSpPr>
              <a:spLocks noGrp="1"/>
            </p:cNvSpPr>
            <p:nvPr/>
          </p:nvSpPr>
          <p:spPr>
            <a:xfrm>
              <a:off x="4368239" y="3072618"/>
              <a:ext cx="84659" cy="5592"/>
            </a:xfrm>
            <a:custGeom>
              <a:avLst/>
              <a:gdLst/>
              <a:ahLst/>
              <a:cxnLst/>
              <a:rect l="0" t="0" r="0" b="0"/>
              <a:pathLst>
                <a:path w="84659" h="5592">
                  <a:moveTo>
                    <a:pt x="0" y="0"/>
                  </a:moveTo>
                  <a:lnTo>
                    <a:pt x="84659" y="5592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53403" name="Candidate_receptor__3721">
              <a:extLst>
                <a:ext uri="{FF2B5EF4-FFF2-40B4-BE49-F238E27FC236}">
                  <a16:creationId xmlns:a16="http://schemas.microsoft.com/office/drawing/2014/main" id="{48CD56A2-5491-B57B-33A3-094FCEA80216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049233"/>
              <a:ext cx="40079" cy="107257"/>
            </a:xfrm>
            <a:custGeom>
              <a:avLst/>
              <a:gdLst/>
              <a:ahLst/>
              <a:cxnLst/>
              <a:rect l="0" t="0" r="0" b="0"/>
              <a:pathLst>
                <a:path w="40079" h="107257">
                  <a:moveTo>
                    <a:pt x="0" y="107257"/>
                  </a:moveTo>
                  <a:lnTo>
                    <a:pt x="40079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53404" name="Candidate_receptor__3722">
              <a:extLst>
                <a:ext uri="{FF2B5EF4-FFF2-40B4-BE49-F238E27FC236}">
                  <a16:creationId xmlns:a16="http://schemas.microsoft.com/office/drawing/2014/main" id="{7F122C39-82ED-84CB-F889-C1B42C5EC6C0}"/>
                </a:ext>
              </a:extLst>
            </p:cNvPr>
            <p:cNvSpPr>
              <a:spLocks noGrp="1"/>
            </p:cNvSpPr>
            <p:nvPr/>
          </p:nvSpPr>
          <p:spPr>
            <a:xfrm>
              <a:off x="5944832" y="1905520"/>
              <a:ext cx="82890" cy="33454"/>
            </a:xfrm>
            <a:custGeom>
              <a:avLst/>
              <a:gdLst/>
              <a:ahLst/>
              <a:cxnLst/>
              <a:rect l="0" t="0" r="0" b="0"/>
              <a:pathLst>
                <a:path w="82890" h="33454">
                  <a:moveTo>
                    <a:pt x="0" y="0"/>
                  </a:moveTo>
                  <a:lnTo>
                    <a:pt x="82890" y="33454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05" name="Candidate_receptor__3723">
              <a:extLst>
                <a:ext uri="{FF2B5EF4-FFF2-40B4-BE49-F238E27FC236}">
                  <a16:creationId xmlns:a16="http://schemas.microsoft.com/office/drawing/2014/main" id="{34829F44-1ACC-4952-23E4-999C0F4A6092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487888"/>
              <a:ext cx="69694" cy="32118"/>
            </a:xfrm>
            <a:custGeom>
              <a:avLst/>
              <a:gdLst/>
              <a:ahLst/>
              <a:cxnLst/>
              <a:rect l="0" t="0" r="0" b="0"/>
              <a:pathLst>
                <a:path w="69694" h="32118">
                  <a:moveTo>
                    <a:pt x="69694" y="0"/>
                  </a:moveTo>
                  <a:lnTo>
                    <a:pt x="0" y="3211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06" name="Candidate_receptor__3724">
              <a:extLst>
                <a:ext uri="{FF2B5EF4-FFF2-40B4-BE49-F238E27FC236}">
                  <a16:creationId xmlns:a16="http://schemas.microsoft.com/office/drawing/2014/main" id="{230CA484-3B13-BADA-EF64-80A2B105E2AE}"/>
                </a:ext>
              </a:extLst>
            </p:cNvPr>
            <p:cNvSpPr>
              <a:spLocks noGrp="1"/>
            </p:cNvSpPr>
            <p:nvPr/>
          </p:nvSpPr>
          <p:spPr>
            <a:xfrm>
              <a:off x="3667965" y="2666603"/>
              <a:ext cx="115068" cy="9287"/>
            </a:xfrm>
            <a:custGeom>
              <a:avLst/>
              <a:gdLst/>
              <a:ahLst/>
              <a:cxnLst/>
              <a:rect l="0" t="0" r="0" b="0"/>
              <a:pathLst>
                <a:path w="115068" h="9287">
                  <a:moveTo>
                    <a:pt x="115068" y="9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07" name="Candidate_receptor__3725">
              <a:extLst>
                <a:ext uri="{FF2B5EF4-FFF2-40B4-BE49-F238E27FC236}">
                  <a16:creationId xmlns:a16="http://schemas.microsoft.com/office/drawing/2014/main" id="{E73DE77F-0157-98A2-32F6-429A1A82B685}"/>
                </a:ext>
              </a:extLst>
            </p:cNvPr>
            <p:cNvSpPr>
              <a:spLocks noGrp="1"/>
            </p:cNvSpPr>
            <p:nvPr/>
          </p:nvSpPr>
          <p:spPr>
            <a:xfrm>
              <a:off x="3829210" y="3256226"/>
              <a:ext cx="40004" cy="106348"/>
            </a:xfrm>
            <a:custGeom>
              <a:avLst/>
              <a:gdLst/>
              <a:ahLst/>
              <a:cxnLst/>
              <a:rect l="0" t="0" r="0" b="0"/>
              <a:pathLst>
                <a:path w="40004" h="106348">
                  <a:moveTo>
                    <a:pt x="0" y="0"/>
                  </a:moveTo>
                  <a:lnTo>
                    <a:pt x="40004" y="10634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08" name="Candidate_receptor__3726">
              <a:extLst>
                <a:ext uri="{FF2B5EF4-FFF2-40B4-BE49-F238E27FC236}">
                  <a16:creationId xmlns:a16="http://schemas.microsoft.com/office/drawing/2014/main" id="{3D7DAFB5-A895-BEE4-ECA3-55E7DDC4527B}"/>
                </a:ext>
              </a:extLst>
            </p:cNvPr>
            <p:cNvSpPr>
              <a:spLocks noGrp="1"/>
            </p:cNvSpPr>
            <p:nvPr/>
          </p:nvSpPr>
          <p:spPr>
            <a:xfrm>
              <a:off x="3793846" y="2465381"/>
              <a:ext cx="87792" cy="22508"/>
            </a:xfrm>
            <a:custGeom>
              <a:avLst/>
              <a:gdLst/>
              <a:ahLst/>
              <a:cxnLst/>
              <a:rect l="0" t="0" r="0" b="0"/>
              <a:pathLst>
                <a:path w="87792" h="22508">
                  <a:moveTo>
                    <a:pt x="87792" y="0"/>
                  </a:moveTo>
                  <a:lnTo>
                    <a:pt x="0" y="2250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09" name="Candidate_receptor__3727">
              <a:extLst>
                <a:ext uri="{FF2B5EF4-FFF2-40B4-BE49-F238E27FC236}">
                  <a16:creationId xmlns:a16="http://schemas.microsoft.com/office/drawing/2014/main" id="{F84CC4EF-7322-4087-3DE0-456A03755DAB}"/>
                </a:ext>
              </a:extLst>
            </p:cNvPr>
            <p:cNvSpPr>
              <a:spLocks noGrp="1"/>
            </p:cNvSpPr>
            <p:nvPr/>
          </p:nvSpPr>
          <p:spPr>
            <a:xfrm>
              <a:off x="5840151" y="1905520"/>
              <a:ext cx="104681" cy="16332"/>
            </a:xfrm>
            <a:custGeom>
              <a:avLst/>
              <a:gdLst/>
              <a:ahLst/>
              <a:cxnLst/>
              <a:rect l="0" t="0" r="0" b="0"/>
              <a:pathLst>
                <a:path w="104681" h="16332">
                  <a:moveTo>
                    <a:pt x="0" y="16332"/>
                  </a:moveTo>
                  <a:lnTo>
                    <a:pt x="104681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10" name="Candidate_receptor__3728">
              <a:extLst>
                <a:ext uri="{FF2B5EF4-FFF2-40B4-BE49-F238E27FC236}">
                  <a16:creationId xmlns:a16="http://schemas.microsoft.com/office/drawing/2014/main" id="{A93EA1FF-AAC2-32A6-FE59-6ADEB5FC1B49}"/>
                </a:ext>
              </a:extLst>
            </p:cNvPr>
            <p:cNvSpPr>
              <a:spLocks noGrp="1"/>
            </p:cNvSpPr>
            <p:nvPr/>
          </p:nvSpPr>
          <p:spPr>
            <a:xfrm>
              <a:off x="4117364" y="2795300"/>
              <a:ext cx="114076" cy="5083"/>
            </a:xfrm>
            <a:custGeom>
              <a:avLst/>
              <a:gdLst/>
              <a:ahLst/>
              <a:cxnLst/>
              <a:rect l="0" t="0" r="0" b="0"/>
              <a:pathLst>
                <a:path w="114076" h="5083">
                  <a:moveTo>
                    <a:pt x="0" y="5083"/>
                  </a:moveTo>
                  <a:lnTo>
                    <a:pt x="114076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11" name="Candidate_receptor__3729">
              <a:extLst>
                <a:ext uri="{FF2B5EF4-FFF2-40B4-BE49-F238E27FC236}">
                  <a16:creationId xmlns:a16="http://schemas.microsoft.com/office/drawing/2014/main" id="{CD7CFD1D-595A-D860-307C-615B500B0FF6}"/>
                </a:ext>
              </a:extLst>
            </p:cNvPr>
            <p:cNvSpPr>
              <a:spLocks noGrp="1"/>
            </p:cNvSpPr>
            <p:nvPr/>
          </p:nvSpPr>
          <p:spPr>
            <a:xfrm>
              <a:off x="5834983" y="2175801"/>
              <a:ext cx="48749" cy="81124"/>
            </a:xfrm>
            <a:custGeom>
              <a:avLst/>
              <a:gdLst/>
              <a:ahLst/>
              <a:cxnLst/>
              <a:rect l="0" t="0" r="0" b="0"/>
              <a:pathLst>
                <a:path w="48749" h="81124">
                  <a:moveTo>
                    <a:pt x="48749" y="811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53412" name="Candidate_receptor__3730">
              <a:extLst>
                <a:ext uri="{FF2B5EF4-FFF2-40B4-BE49-F238E27FC236}">
                  <a16:creationId xmlns:a16="http://schemas.microsoft.com/office/drawing/2014/main" id="{E6B35D5A-85A6-00C3-A740-805440D046F1}"/>
                </a:ext>
              </a:extLst>
            </p:cNvPr>
            <p:cNvSpPr>
              <a:spLocks noGrp="1"/>
            </p:cNvSpPr>
            <p:nvPr/>
          </p:nvSpPr>
          <p:spPr>
            <a:xfrm>
              <a:off x="4735859" y="3049233"/>
              <a:ext cx="105723" cy="35841"/>
            </a:xfrm>
            <a:custGeom>
              <a:avLst/>
              <a:gdLst/>
              <a:ahLst/>
              <a:cxnLst/>
              <a:rect l="0" t="0" r="0" b="0"/>
              <a:pathLst>
                <a:path w="105723" h="35841">
                  <a:moveTo>
                    <a:pt x="0" y="0"/>
                  </a:moveTo>
                  <a:lnTo>
                    <a:pt x="105723" y="35841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53413" name="Candidate_receptor__3731">
              <a:extLst>
                <a:ext uri="{FF2B5EF4-FFF2-40B4-BE49-F238E27FC236}">
                  <a16:creationId xmlns:a16="http://schemas.microsoft.com/office/drawing/2014/main" id="{C875BE97-E23F-7819-825E-66AB34286BB1}"/>
                </a:ext>
              </a:extLst>
            </p:cNvPr>
            <p:cNvSpPr>
              <a:spLocks noGrp="1"/>
            </p:cNvSpPr>
            <p:nvPr/>
          </p:nvSpPr>
          <p:spPr>
            <a:xfrm>
              <a:off x="4387017" y="2498900"/>
              <a:ext cx="65836" cy="80761"/>
            </a:xfrm>
            <a:custGeom>
              <a:avLst/>
              <a:gdLst/>
              <a:ahLst/>
              <a:cxnLst/>
              <a:rect l="0" t="0" r="0" b="0"/>
              <a:pathLst>
                <a:path w="65836" h="80761">
                  <a:moveTo>
                    <a:pt x="65836" y="0"/>
                  </a:moveTo>
                  <a:lnTo>
                    <a:pt x="0" y="80761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14" name="Candidate_receptor__3732">
              <a:extLst>
                <a:ext uri="{FF2B5EF4-FFF2-40B4-BE49-F238E27FC236}">
                  <a16:creationId xmlns:a16="http://schemas.microsoft.com/office/drawing/2014/main" id="{EFF17EBC-AA38-D7AE-3CA4-2C0E6EEF7F00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1263"/>
              <a:ext cx="49756" cy="27726"/>
            </a:xfrm>
            <a:custGeom>
              <a:avLst/>
              <a:gdLst/>
              <a:ahLst/>
              <a:cxnLst/>
              <a:rect l="0" t="0" r="0" b="0"/>
              <a:pathLst>
                <a:path w="49756" h="27726">
                  <a:moveTo>
                    <a:pt x="49756" y="0"/>
                  </a:moveTo>
                  <a:lnTo>
                    <a:pt x="0" y="2772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53415" name="Candidate_receptor__3733">
              <a:extLst>
                <a:ext uri="{FF2B5EF4-FFF2-40B4-BE49-F238E27FC236}">
                  <a16:creationId xmlns:a16="http://schemas.microsoft.com/office/drawing/2014/main" id="{EB13862C-EAF4-7EC6-7DED-780FFA7272DA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21852"/>
              <a:ext cx="55774" cy="58216"/>
            </a:xfrm>
            <a:custGeom>
              <a:avLst/>
              <a:gdLst/>
              <a:ahLst/>
              <a:cxnLst/>
              <a:rect l="0" t="0" r="0" b="0"/>
              <a:pathLst>
                <a:path w="55774" h="58216">
                  <a:moveTo>
                    <a:pt x="0" y="58216"/>
                  </a:moveTo>
                  <a:lnTo>
                    <a:pt x="55774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16" name="Candidate_receptor__3734">
              <a:extLst>
                <a:ext uri="{FF2B5EF4-FFF2-40B4-BE49-F238E27FC236}">
                  <a16:creationId xmlns:a16="http://schemas.microsoft.com/office/drawing/2014/main" id="{14BB3E74-D40D-CC8E-5929-79E2052C4827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62296" cy="86798"/>
            </a:xfrm>
            <a:custGeom>
              <a:avLst/>
              <a:gdLst/>
              <a:ahLst/>
              <a:cxnLst/>
              <a:rect l="0" t="0" r="0" b="0"/>
              <a:pathLst>
                <a:path w="62296" h="86798">
                  <a:moveTo>
                    <a:pt x="0" y="0"/>
                  </a:moveTo>
                  <a:lnTo>
                    <a:pt x="62296" y="8679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3417" name="Candidate_receptor__3735">
              <a:extLst>
                <a:ext uri="{FF2B5EF4-FFF2-40B4-BE49-F238E27FC236}">
                  <a16:creationId xmlns:a16="http://schemas.microsoft.com/office/drawing/2014/main" id="{D7633D58-C6A0-A991-7CEA-9D5CB10A4B5E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80495"/>
              <a:ext cx="66378" cy="47553"/>
            </a:xfrm>
            <a:custGeom>
              <a:avLst/>
              <a:gdLst/>
              <a:ahLst/>
              <a:cxnLst/>
              <a:rect l="0" t="0" r="0" b="0"/>
              <a:pathLst>
                <a:path w="66378" h="47553">
                  <a:moveTo>
                    <a:pt x="0" y="0"/>
                  </a:moveTo>
                  <a:lnTo>
                    <a:pt x="66378" y="4755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3418" name="Candidate_receptor__3736">
              <a:extLst>
                <a:ext uri="{FF2B5EF4-FFF2-40B4-BE49-F238E27FC236}">
                  <a16:creationId xmlns:a16="http://schemas.microsoft.com/office/drawing/2014/main" id="{3A332137-41CA-0632-2D1D-50D4B10F4825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156490"/>
              <a:ext cx="51103" cy="34371"/>
            </a:xfrm>
            <a:custGeom>
              <a:avLst/>
              <a:gdLst/>
              <a:ahLst/>
              <a:cxnLst/>
              <a:rect l="0" t="0" r="0" b="0"/>
              <a:pathLst>
                <a:path w="51103" h="34371">
                  <a:moveTo>
                    <a:pt x="51103" y="34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3419" name="Candidate_receptor__3737">
              <a:extLst>
                <a:ext uri="{FF2B5EF4-FFF2-40B4-BE49-F238E27FC236}">
                  <a16:creationId xmlns:a16="http://schemas.microsoft.com/office/drawing/2014/main" id="{31F01E79-C97E-BF55-338F-EFE7AA74D9D7}"/>
                </a:ext>
              </a:extLst>
            </p:cNvPr>
            <p:cNvSpPr>
              <a:spLocks noGrp="1"/>
            </p:cNvSpPr>
            <p:nvPr/>
          </p:nvSpPr>
          <p:spPr>
            <a:xfrm>
              <a:off x="4985073" y="3379954"/>
              <a:ext cx="17832" cy="76813"/>
            </a:xfrm>
            <a:custGeom>
              <a:avLst/>
              <a:gdLst/>
              <a:ahLst/>
              <a:cxnLst/>
              <a:rect l="0" t="0" r="0" b="0"/>
              <a:pathLst>
                <a:path w="17832" h="76813">
                  <a:moveTo>
                    <a:pt x="17832" y="0"/>
                  </a:moveTo>
                  <a:lnTo>
                    <a:pt x="0" y="7681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3420" name="Candidate_receptor__3738">
              <a:extLst>
                <a:ext uri="{FF2B5EF4-FFF2-40B4-BE49-F238E27FC236}">
                  <a16:creationId xmlns:a16="http://schemas.microsoft.com/office/drawing/2014/main" id="{64244B32-9599-BB9C-E870-9F038824BFE8}"/>
                </a:ext>
              </a:extLst>
            </p:cNvPr>
            <p:cNvSpPr>
              <a:spLocks noGrp="1"/>
            </p:cNvSpPr>
            <p:nvPr/>
          </p:nvSpPr>
          <p:spPr>
            <a:xfrm>
              <a:off x="4187968" y="2498968"/>
              <a:ext cx="3496" cy="83876"/>
            </a:xfrm>
            <a:custGeom>
              <a:avLst/>
              <a:gdLst/>
              <a:ahLst/>
              <a:cxnLst/>
              <a:rect l="0" t="0" r="0" b="0"/>
              <a:pathLst>
                <a:path w="3496" h="83876">
                  <a:moveTo>
                    <a:pt x="0" y="83876"/>
                  </a:moveTo>
                  <a:lnTo>
                    <a:pt x="3496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3421" name="Candidate_receptor__3739">
              <a:extLst>
                <a:ext uri="{FF2B5EF4-FFF2-40B4-BE49-F238E27FC236}">
                  <a16:creationId xmlns:a16="http://schemas.microsoft.com/office/drawing/2014/main" id="{474B57FF-1D89-14BD-1C18-F16A9DC4FD6C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377183"/>
              <a:ext cx="51548" cy="91878"/>
            </a:xfrm>
            <a:custGeom>
              <a:avLst/>
              <a:gdLst/>
              <a:ahLst/>
              <a:cxnLst/>
              <a:rect l="0" t="0" r="0" b="0"/>
              <a:pathLst>
                <a:path w="51548" h="91878">
                  <a:moveTo>
                    <a:pt x="51548" y="0"/>
                  </a:moveTo>
                  <a:lnTo>
                    <a:pt x="0" y="9187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3422" name="Candidate_receptor__3740">
              <a:extLst>
                <a:ext uri="{FF2B5EF4-FFF2-40B4-BE49-F238E27FC236}">
                  <a16:creationId xmlns:a16="http://schemas.microsoft.com/office/drawing/2014/main" id="{939C621E-A7AC-71B2-783E-FC0158A26DB1}"/>
                </a:ext>
              </a:extLst>
            </p:cNvPr>
            <p:cNvSpPr>
              <a:spLocks noGrp="1"/>
            </p:cNvSpPr>
            <p:nvPr/>
          </p:nvSpPr>
          <p:spPr>
            <a:xfrm>
              <a:off x="5123463" y="2950414"/>
              <a:ext cx="34474" cy="63220"/>
            </a:xfrm>
            <a:custGeom>
              <a:avLst/>
              <a:gdLst/>
              <a:ahLst/>
              <a:cxnLst/>
              <a:rect l="0" t="0" r="0" b="0"/>
              <a:pathLst>
                <a:path w="34474" h="63220">
                  <a:moveTo>
                    <a:pt x="34474" y="0"/>
                  </a:moveTo>
                  <a:lnTo>
                    <a:pt x="0" y="6322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3423" name="Candidate_receptor__3741">
              <a:extLst>
                <a:ext uri="{FF2B5EF4-FFF2-40B4-BE49-F238E27FC236}">
                  <a16:creationId xmlns:a16="http://schemas.microsoft.com/office/drawing/2014/main" id="{261CB588-6C32-42C5-1564-E77CA24026F2}"/>
                </a:ext>
              </a:extLst>
            </p:cNvPr>
            <p:cNvSpPr>
              <a:spLocks noGrp="1"/>
            </p:cNvSpPr>
            <p:nvPr/>
          </p:nvSpPr>
          <p:spPr>
            <a:xfrm>
              <a:off x="5723618" y="2175801"/>
              <a:ext cx="111364" cy="16077"/>
            </a:xfrm>
            <a:custGeom>
              <a:avLst/>
              <a:gdLst/>
              <a:ahLst/>
              <a:cxnLst/>
              <a:rect l="0" t="0" r="0" b="0"/>
              <a:pathLst>
                <a:path w="111364" h="16077">
                  <a:moveTo>
                    <a:pt x="111364" y="0"/>
                  </a:moveTo>
                  <a:lnTo>
                    <a:pt x="0" y="1607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3424" name="Candidate_receptor__3742">
              <a:extLst>
                <a:ext uri="{FF2B5EF4-FFF2-40B4-BE49-F238E27FC236}">
                  <a16:creationId xmlns:a16="http://schemas.microsoft.com/office/drawing/2014/main" id="{A556C335-B0F2-741E-BD28-F7DEF77A1660}"/>
                </a:ext>
              </a:extLst>
            </p:cNvPr>
            <p:cNvSpPr>
              <a:spLocks noGrp="1"/>
            </p:cNvSpPr>
            <p:nvPr/>
          </p:nvSpPr>
          <p:spPr>
            <a:xfrm>
              <a:off x="5085248" y="3133655"/>
              <a:ext cx="87186" cy="47115"/>
            </a:xfrm>
            <a:custGeom>
              <a:avLst/>
              <a:gdLst/>
              <a:ahLst/>
              <a:cxnLst/>
              <a:rect l="0" t="0" r="0" b="0"/>
              <a:pathLst>
                <a:path w="87186" h="47115">
                  <a:moveTo>
                    <a:pt x="87186" y="0"/>
                  </a:moveTo>
                  <a:lnTo>
                    <a:pt x="0" y="4711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3425" name="Candidate_receptor__3743">
              <a:extLst>
                <a:ext uri="{FF2B5EF4-FFF2-40B4-BE49-F238E27FC236}">
                  <a16:creationId xmlns:a16="http://schemas.microsoft.com/office/drawing/2014/main" id="{A84B3DBA-5245-EF07-41F9-1958A289F907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20395"/>
              <a:ext cx="5604" cy="52903"/>
            </a:xfrm>
            <a:custGeom>
              <a:avLst/>
              <a:gdLst/>
              <a:ahLst/>
              <a:cxnLst/>
              <a:rect l="0" t="0" r="0" b="0"/>
              <a:pathLst>
                <a:path w="5604" h="52903">
                  <a:moveTo>
                    <a:pt x="5604" y="0"/>
                  </a:moveTo>
                  <a:lnTo>
                    <a:pt x="0" y="5290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3426" name="Candidate_receptor__3744">
              <a:extLst>
                <a:ext uri="{FF2B5EF4-FFF2-40B4-BE49-F238E27FC236}">
                  <a16:creationId xmlns:a16="http://schemas.microsoft.com/office/drawing/2014/main" id="{6EC29E34-2561-CE2F-4926-1B590A90FD0E}"/>
                </a:ext>
              </a:extLst>
            </p:cNvPr>
            <p:cNvSpPr>
              <a:spLocks noGrp="1"/>
            </p:cNvSpPr>
            <p:nvPr/>
          </p:nvSpPr>
          <p:spPr>
            <a:xfrm>
              <a:off x="4231440" y="2748188"/>
              <a:ext cx="12395" cy="47112"/>
            </a:xfrm>
            <a:custGeom>
              <a:avLst/>
              <a:gdLst/>
              <a:ahLst/>
              <a:cxnLst/>
              <a:rect l="0" t="0" r="0" b="0"/>
              <a:pathLst>
                <a:path w="12395" h="47112">
                  <a:moveTo>
                    <a:pt x="0" y="47112"/>
                  </a:moveTo>
                  <a:lnTo>
                    <a:pt x="12395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3427" name="Candidate_receptor__3745">
              <a:extLst>
                <a:ext uri="{FF2B5EF4-FFF2-40B4-BE49-F238E27FC236}">
                  <a16:creationId xmlns:a16="http://schemas.microsoft.com/office/drawing/2014/main" id="{683435F1-16ED-8648-39B7-31C156EDAE1B}"/>
                </a:ext>
              </a:extLst>
            </p:cNvPr>
            <p:cNvSpPr>
              <a:spLocks noGrp="1"/>
            </p:cNvSpPr>
            <p:nvPr/>
          </p:nvSpPr>
          <p:spPr>
            <a:xfrm>
              <a:off x="4053316" y="2928826"/>
              <a:ext cx="105161" cy="43928"/>
            </a:xfrm>
            <a:custGeom>
              <a:avLst/>
              <a:gdLst/>
              <a:ahLst/>
              <a:cxnLst/>
              <a:rect l="0" t="0" r="0" b="0"/>
              <a:pathLst>
                <a:path w="105161" h="43928">
                  <a:moveTo>
                    <a:pt x="0" y="43928"/>
                  </a:moveTo>
                  <a:lnTo>
                    <a:pt x="105161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3428" name="Candidate_receptor__3746">
              <a:extLst>
                <a:ext uri="{FF2B5EF4-FFF2-40B4-BE49-F238E27FC236}">
                  <a16:creationId xmlns:a16="http://schemas.microsoft.com/office/drawing/2014/main" id="{D86E82CE-0F6A-5369-68CB-C1CAB2F74280}"/>
                </a:ext>
              </a:extLst>
            </p:cNvPr>
            <p:cNvSpPr>
              <a:spLocks noGrp="1"/>
            </p:cNvSpPr>
            <p:nvPr/>
          </p:nvSpPr>
          <p:spPr>
            <a:xfrm>
              <a:off x="5146757" y="2814031"/>
              <a:ext cx="114220" cy="10751"/>
            </a:xfrm>
            <a:custGeom>
              <a:avLst/>
              <a:gdLst/>
              <a:ahLst/>
              <a:cxnLst/>
              <a:rect l="0" t="0" r="0" b="0"/>
              <a:pathLst>
                <a:path w="114220" h="10751">
                  <a:moveTo>
                    <a:pt x="114220" y="0"/>
                  </a:moveTo>
                  <a:lnTo>
                    <a:pt x="0" y="1075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3429" name="Candidate_receptor__3747">
              <a:extLst>
                <a:ext uri="{FF2B5EF4-FFF2-40B4-BE49-F238E27FC236}">
                  <a16:creationId xmlns:a16="http://schemas.microsoft.com/office/drawing/2014/main" id="{80867A3E-7CFE-FD15-9AF5-B70FA77F67FE}"/>
                </a:ext>
              </a:extLst>
            </p:cNvPr>
            <p:cNvSpPr>
              <a:spLocks noGrp="1"/>
            </p:cNvSpPr>
            <p:nvPr/>
          </p:nvSpPr>
          <p:spPr>
            <a:xfrm>
              <a:off x="3869214" y="3362574"/>
              <a:ext cx="11129" cy="4076"/>
            </a:xfrm>
            <a:custGeom>
              <a:avLst/>
              <a:gdLst/>
              <a:ahLst/>
              <a:cxnLst/>
              <a:rect l="0" t="0" r="0" b="0"/>
              <a:pathLst>
                <a:path w="11129" h="4076">
                  <a:moveTo>
                    <a:pt x="0" y="0"/>
                  </a:moveTo>
                  <a:lnTo>
                    <a:pt x="11129" y="4076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3430" name="Candidate_receptor__3748">
              <a:extLst>
                <a:ext uri="{FF2B5EF4-FFF2-40B4-BE49-F238E27FC236}">
                  <a16:creationId xmlns:a16="http://schemas.microsoft.com/office/drawing/2014/main" id="{027CC117-45F9-9EB7-DA16-80BF704FD761}"/>
                </a:ext>
              </a:extLst>
            </p:cNvPr>
            <p:cNvSpPr>
              <a:spLocks noGrp="1"/>
            </p:cNvSpPr>
            <p:nvPr/>
          </p:nvSpPr>
          <p:spPr>
            <a:xfrm>
              <a:off x="5499003" y="2219372"/>
              <a:ext cx="19727" cy="112520"/>
            </a:xfrm>
            <a:custGeom>
              <a:avLst/>
              <a:gdLst/>
              <a:ahLst/>
              <a:cxnLst/>
              <a:rect l="0" t="0" r="0" b="0"/>
              <a:pathLst>
                <a:path w="19727" h="112520">
                  <a:moveTo>
                    <a:pt x="19727" y="0"/>
                  </a:moveTo>
                  <a:lnTo>
                    <a:pt x="0" y="11252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3431" name="Candidate_receptor__3749">
              <a:extLst>
                <a:ext uri="{FF2B5EF4-FFF2-40B4-BE49-F238E27FC236}">
                  <a16:creationId xmlns:a16="http://schemas.microsoft.com/office/drawing/2014/main" id="{3BF4ADE5-0D1D-52DF-6C66-CAE362339B60}"/>
                </a:ext>
              </a:extLst>
            </p:cNvPr>
            <p:cNvSpPr>
              <a:spLocks noGrp="1"/>
            </p:cNvSpPr>
            <p:nvPr/>
          </p:nvSpPr>
          <p:spPr>
            <a:xfrm>
              <a:off x="4888391" y="3368597"/>
              <a:ext cx="114514" cy="11356"/>
            </a:xfrm>
            <a:custGeom>
              <a:avLst/>
              <a:gdLst/>
              <a:ahLst/>
              <a:cxnLst/>
              <a:rect l="0" t="0" r="0" b="0"/>
              <a:pathLst>
                <a:path w="114514" h="11356">
                  <a:moveTo>
                    <a:pt x="0" y="0"/>
                  </a:moveTo>
                  <a:lnTo>
                    <a:pt x="114514" y="11356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3432" name="Candidate_receptor__3750">
              <a:extLst>
                <a:ext uri="{FF2B5EF4-FFF2-40B4-BE49-F238E27FC236}">
                  <a16:creationId xmlns:a16="http://schemas.microsoft.com/office/drawing/2014/main" id="{82C2F6FE-3F51-CC8F-9AC2-DA3384A6A587}"/>
                </a:ext>
              </a:extLst>
            </p:cNvPr>
            <p:cNvSpPr>
              <a:spLocks noGrp="1"/>
            </p:cNvSpPr>
            <p:nvPr/>
          </p:nvSpPr>
          <p:spPr>
            <a:xfrm>
              <a:off x="3962631" y="2931517"/>
              <a:ext cx="90684" cy="41237"/>
            </a:xfrm>
            <a:custGeom>
              <a:avLst/>
              <a:gdLst/>
              <a:ahLst/>
              <a:cxnLst/>
              <a:rect l="0" t="0" r="0" b="0"/>
              <a:pathLst>
                <a:path w="90684" h="41237">
                  <a:moveTo>
                    <a:pt x="0" y="0"/>
                  </a:moveTo>
                  <a:lnTo>
                    <a:pt x="90684" y="4123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33" name="Candidate_receptor__3751">
              <a:extLst>
                <a:ext uri="{FF2B5EF4-FFF2-40B4-BE49-F238E27FC236}">
                  <a16:creationId xmlns:a16="http://schemas.microsoft.com/office/drawing/2014/main" id="{8606D032-0B94-0001-A48B-DF94BC361ED3}"/>
                </a:ext>
              </a:extLst>
            </p:cNvPr>
            <p:cNvSpPr>
              <a:spLocks noGrp="1"/>
            </p:cNvSpPr>
            <p:nvPr/>
          </p:nvSpPr>
          <p:spPr>
            <a:xfrm>
              <a:off x="4376376" y="2464477"/>
              <a:ext cx="76477" cy="34423"/>
            </a:xfrm>
            <a:custGeom>
              <a:avLst/>
              <a:gdLst/>
              <a:ahLst/>
              <a:cxnLst/>
              <a:rect l="0" t="0" r="0" b="0"/>
              <a:pathLst>
                <a:path w="76477" h="34423">
                  <a:moveTo>
                    <a:pt x="0" y="0"/>
                  </a:moveTo>
                  <a:lnTo>
                    <a:pt x="76477" y="34423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34" name="Candidate_receptor__3752">
              <a:extLst>
                <a:ext uri="{FF2B5EF4-FFF2-40B4-BE49-F238E27FC236}">
                  <a16:creationId xmlns:a16="http://schemas.microsoft.com/office/drawing/2014/main" id="{8A4538D7-3907-7DA4-3374-3D9CAD4A5785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368597"/>
              <a:ext cx="11764" cy="114041"/>
            </a:xfrm>
            <a:custGeom>
              <a:avLst/>
              <a:gdLst/>
              <a:ahLst/>
              <a:cxnLst/>
              <a:rect l="0" t="0" r="0" b="0"/>
              <a:pathLst>
                <a:path w="11764" h="114041">
                  <a:moveTo>
                    <a:pt x="0" y="114041"/>
                  </a:moveTo>
                  <a:lnTo>
                    <a:pt x="1176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35" name="Candidate_receptor__3753">
              <a:extLst>
                <a:ext uri="{FF2B5EF4-FFF2-40B4-BE49-F238E27FC236}">
                  <a16:creationId xmlns:a16="http://schemas.microsoft.com/office/drawing/2014/main" id="{3E25DE32-175B-8ABE-5F4A-CAEF4AB1AEA4}"/>
                </a:ext>
              </a:extLst>
            </p:cNvPr>
            <p:cNvSpPr>
              <a:spLocks noGrp="1"/>
            </p:cNvSpPr>
            <p:nvPr/>
          </p:nvSpPr>
          <p:spPr>
            <a:xfrm>
              <a:off x="5650508" y="2118339"/>
              <a:ext cx="73110" cy="73538"/>
            </a:xfrm>
            <a:custGeom>
              <a:avLst/>
              <a:gdLst/>
              <a:ahLst/>
              <a:cxnLst/>
              <a:rect l="0" t="0" r="0" b="0"/>
              <a:pathLst>
                <a:path w="73110" h="73538">
                  <a:moveTo>
                    <a:pt x="73110" y="735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36" name="Candidate_receptor__3754">
              <a:extLst>
                <a:ext uri="{FF2B5EF4-FFF2-40B4-BE49-F238E27FC236}">
                  <a16:creationId xmlns:a16="http://schemas.microsoft.com/office/drawing/2014/main" id="{81B0574A-8E54-7C13-2E8D-28C1EEE8F04D}"/>
                </a:ext>
              </a:extLst>
            </p:cNvPr>
            <p:cNvSpPr>
              <a:spLocks noGrp="1"/>
            </p:cNvSpPr>
            <p:nvPr/>
          </p:nvSpPr>
          <p:spPr>
            <a:xfrm>
              <a:off x="4746883" y="3190237"/>
              <a:ext cx="112780" cy="624"/>
            </a:xfrm>
            <a:custGeom>
              <a:avLst/>
              <a:gdLst/>
              <a:ahLst/>
              <a:cxnLst/>
              <a:rect l="0" t="0" r="0" b="0"/>
              <a:pathLst>
                <a:path w="112780" h="624">
                  <a:moveTo>
                    <a:pt x="112780" y="0"/>
                  </a:moveTo>
                  <a:lnTo>
                    <a:pt x="0" y="624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37" name="Candidate_receptor__3755">
              <a:extLst>
                <a:ext uri="{FF2B5EF4-FFF2-40B4-BE49-F238E27FC236}">
                  <a16:creationId xmlns:a16="http://schemas.microsoft.com/office/drawing/2014/main" id="{D076A909-4A1C-49A9-3B9A-AF123690D9E6}"/>
                </a:ext>
              </a:extLst>
            </p:cNvPr>
            <p:cNvSpPr>
              <a:spLocks noGrp="1"/>
            </p:cNvSpPr>
            <p:nvPr/>
          </p:nvSpPr>
          <p:spPr>
            <a:xfrm>
              <a:off x="5012265" y="3013633"/>
              <a:ext cx="111199" cy="28286"/>
            </a:xfrm>
            <a:custGeom>
              <a:avLst/>
              <a:gdLst/>
              <a:ahLst/>
              <a:cxnLst/>
              <a:rect l="0" t="0" r="0" b="0"/>
              <a:pathLst>
                <a:path w="111199" h="28286">
                  <a:moveTo>
                    <a:pt x="111199" y="0"/>
                  </a:moveTo>
                  <a:lnTo>
                    <a:pt x="0" y="2828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38" name="Candidate_receptor__3756">
              <a:extLst>
                <a:ext uri="{FF2B5EF4-FFF2-40B4-BE49-F238E27FC236}">
                  <a16:creationId xmlns:a16="http://schemas.microsoft.com/office/drawing/2014/main" id="{1E7F9381-1D11-5D70-13B4-F912608A9DF2}"/>
                </a:ext>
              </a:extLst>
            </p:cNvPr>
            <p:cNvSpPr>
              <a:spLocks noGrp="1"/>
            </p:cNvSpPr>
            <p:nvPr/>
          </p:nvSpPr>
          <p:spPr>
            <a:xfrm>
              <a:off x="3911689" y="3458441"/>
              <a:ext cx="99407" cy="19309"/>
            </a:xfrm>
            <a:custGeom>
              <a:avLst/>
              <a:gdLst/>
              <a:ahLst/>
              <a:cxnLst/>
              <a:rect l="0" t="0" r="0" b="0"/>
              <a:pathLst>
                <a:path w="99407" h="19309">
                  <a:moveTo>
                    <a:pt x="0" y="19309"/>
                  </a:moveTo>
                  <a:lnTo>
                    <a:pt x="9940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39" name="Candidate_receptor__3757">
              <a:extLst>
                <a:ext uri="{FF2B5EF4-FFF2-40B4-BE49-F238E27FC236}">
                  <a16:creationId xmlns:a16="http://schemas.microsoft.com/office/drawing/2014/main" id="{F0C9CD77-2EAE-E9C6-C3CB-C66BFBC96E8C}"/>
                </a:ext>
              </a:extLst>
            </p:cNvPr>
            <p:cNvSpPr>
              <a:spLocks noGrp="1"/>
            </p:cNvSpPr>
            <p:nvPr/>
          </p:nvSpPr>
          <p:spPr>
            <a:xfrm>
              <a:off x="4011097" y="3458441"/>
              <a:ext cx="99775" cy="7781"/>
            </a:xfrm>
            <a:custGeom>
              <a:avLst/>
              <a:gdLst/>
              <a:ahLst/>
              <a:cxnLst/>
              <a:rect l="0" t="0" r="0" b="0"/>
              <a:pathLst>
                <a:path w="99775" h="7781">
                  <a:moveTo>
                    <a:pt x="0" y="0"/>
                  </a:moveTo>
                  <a:lnTo>
                    <a:pt x="99775" y="778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40" name="Candidate_receptor__3758">
              <a:extLst>
                <a:ext uri="{FF2B5EF4-FFF2-40B4-BE49-F238E27FC236}">
                  <a16:creationId xmlns:a16="http://schemas.microsoft.com/office/drawing/2014/main" id="{82EC932E-07FB-6FC8-A78D-AA6DD4CD0D25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71186" cy="4825"/>
            </a:xfrm>
            <a:custGeom>
              <a:avLst/>
              <a:gdLst/>
              <a:ahLst/>
              <a:cxnLst/>
              <a:rect l="0" t="0" r="0" b="0"/>
              <a:pathLst>
                <a:path w="71186" h="4825">
                  <a:moveTo>
                    <a:pt x="71186" y="4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41" name="Candidate_receptor__3759">
              <a:extLst>
                <a:ext uri="{FF2B5EF4-FFF2-40B4-BE49-F238E27FC236}">
                  <a16:creationId xmlns:a16="http://schemas.microsoft.com/office/drawing/2014/main" id="{045DD55D-38E8-A8CA-1A59-E4F2E617C886}"/>
                </a:ext>
              </a:extLst>
            </p:cNvPr>
            <p:cNvSpPr>
              <a:spLocks noGrp="1"/>
            </p:cNvSpPr>
            <p:nvPr/>
          </p:nvSpPr>
          <p:spPr>
            <a:xfrm>
              <a:off x="4330345" y="3343096"/>
              <a:ext cx="88474" cy="34087"/>
            </a:xfrm>
            <a:custGeom>
              <a:avLst/>
              <a:gdLst/>
              <a:ahLst/>
              <a:cxnLst/>
              <a:rect l="0" t="0" r="0" b="0"/>
              <a:pathLst>
                <a:path w="88474" h="34087">
                  <a:moveTo>
                    <a:pt x="0" y="0"/>
                  </a:moveTo>
                  <a:lnTo>
                    <a:pt x="88474" y="34087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42" name="Candidate_receptor__3760">
              <a:extLst>
                <a:ext uri="{FF2B5EF4-FFF2-40B4-BE49-F238E27FC236}">
                  <a16:creationId xmlns:a16="http://schemas.microsoft.com/office/drawing/2014/main" id="{2E4319B0-D133-8D62-65F1-1E3BA03404D1}"/>
                </a:ext>
              </a:extLst>
            </p:cNvPr>
            <p:cNvSpPr>
              <a:spLocks noGrp="1"/>
            </p:cNvSpPr>
            <p:nvPr/>
          </p:nvSpPr>
          <p:spPr>
            <a:xfrm>
              <a:off x="5260977" y="2814031"/>
              <a:ext cx="29685" cy="96670"/>
            </a:xfrm>
            <a:custGeom>
              <a:avLst/>
              <a:gdLst/>
              <a:ahLst/>
              <a:cxnLst/>
              <a:rect l="0" t="0" r="0" b="0"/>
              <a:pathLst>
                <a:path w="29685" h="96670">
                  <a:moveTo>
                    <a:pt x="29685" y="966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43" name="Candidate_receptor__3761">
              <a:extLst>
                <a:ext uri="{FF2B5EF4-FFF2-40B4-BE49-F238E27FC236}">
                  <a16:creationId xmlns:a16="http://schemas.microsoft.com/office/drawing/2014/main" id="{D618D3C5-1D7E-42D7-4ABA-681AAC0FBBFA}"/>
                </a:ext>
              </a:extLst>
            </p:cNvPr>
            <p:cNvSpPr>
              <a:spLocks noGrp="1"/>
            </p:cNvSpPr>
            <p:nvPr/>
          </p:nvSpPr>
          <p:spPr>
            <a:xfrm>
              <a:off x="4052900" y="3311549"/>
              <a:ext cx="97118" cy="53337"/>
            </a:xfrm>
            <a:custGeom>
              <a:avLst/>
              <a:gdLst/>
              <a:ahLst/>
              <a:cxnLst/>
              <a:rect l="0" t="0" r="0" b="0"/>
              <a:pathLst>
                <a:path w="97118" h="53337">
                  <a:moveTo>
                    <a:pt x="97118" y="533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44" name="Candidate_receptor__3762">
              <a:extLst>
                <a:ext uri="{FF2B5EF4-FFF2-40B4-BE49-F238E27FC236}">
                  <a16:creationId xmlns:a16="http://schemas.microsoft.com/office/drawing/2014/main" id="{7E073798-1752-D654-5AEF-02A4A331050C}"/>
                </a:ext>
              </a:extLst>
            </p:cNvPr>
            <p:cNvSpPr>
              <a:spLocks noGrp="1"/>
            </p:cNvSpPr>
            <p:nvPr/>
          </p:nvSpPr>
          <p:spPr>
            <a:xfrm>
              <a:off x="5084739" y="2824782"/>
              <a:ext cx="62018" cy="52165"/>
            </a:xfrm>
            <a:custGeom>
              <a:avLst/>
              <a:gdLst/>
              <a:ahLst/>
              <a:cxnLst/>
              <a:rect l="0" t="0" r="0" b="0"/>
              <a:pathLst>
                <a:path w="62018" h="52165">
                  <a:moveTo>
                    <a:pt x="62018" y="0"/>
                  </a:moveTo>
                  <a:lnTo>
                    <a:pt x="0" y="5216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45" name="Candidate_receptor__3763">
              <a:extLst>
                <a:ext uri="{FF2B5EF4-FFF2-40B4-BE49-F238E27FC236}">
                  <a16:creationId xmlns:a16="http://schemas.microsoft.com/office/drawing/2014/main" id="{C5512D07-34C1-3AF3-1DF6-24CB28F48BC2}"/>
                </a:ext>
              </a:extLst>
            </p:cNvPr>
            <p:cNvSpPr>
              <a:spLocks noGrp="1"/>
            </p:cNvSpPr>
            <p:nvPr/>
          </p:nvSpPr>
          <p:spPr>
            <a:xfrm>
              <a:off x="4110872" y="3364886"/>
              <a:ext cx="39147" cy="101336"/>
            </a:xfrm>
            <a:custGeom>
              <a:avLst/>
              <a:gdLst/>
              <a:ahLst/>
              <a:cxnLst/>
              <a:rect l="0" t="0" r="0" b="0"/>
              <a:pathLst>
                <a:path w="39147" h="101336">
                  <a:moveTo>
                    <a:pt x="0" y="101336"/>
                  </a:moveTo>
                  <a:lnTo>
                    <a:pt x="3914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46" name="Candidate_receptor__3764">
              <a:extLst>
                <a:ext uri="{FF2B5EF4-FFF2-40B4-BE49-F238E27FC236}">
                  <a16:creationId xmlns:a16="http://schemas.microsoft.com/office/drawing/2014/main" id="{EC958FCA-759F-AFC6-5A69-1FE9AB2D1175}"/>
                </a:ext>
              </a:extLst>
            </p:cNvPr>
            <p:cNvSpPr>
              <a:spLocks noGrp="1"/>
            </p:cNvSpPr>
            <p:nvPr/>
          </p:nvSpPr>
          <p:spPr>
            <a:xfrm>
              <a:off x="5407714" y="2331892"/>
              <a:ext cx="91289" cy="6530"/>
            </a:xfrm>
            <a:custGeom>
              <a:avLst/>
              <a:gdLst/>
              <a:ahLst/>
              <a:cxnLst/>
              <a:rect l="0" t="0" r="0" b="0"/>
              <a:pathLst>
                <a:path w="91289" h="6530">
                  <a:moveTo>
                    <a:pt x="91289" y="0"/>
                  </a:moveTo>
                  <a:lnTo>
                    <a:pt x="0" y="653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47" name="Candidate_receptor__3765">
              <a:extLst>
                <a:ext uri="{FF2B5EF4-FFF2-40B4-BE49-F238E27FC236}">
                  <a16:creationId xmlns:a16="http://schemas.microsoft.com/office/drawing/2014/main" id="{4E924C30-947A-4CD4-76BC-7FFF76A950B1}"/>
                </a:ext>
              </a:extLst>
            </p:cNvPr>
            <p:cNvSpPr>
              <a:spLocks noGrp="1"/>
            </p:cNvSpPr>
            <p:nvPr/>
          </p:nvSpPr>
          <p:spPr>
            <a:xfrm>
              <a:off x="4191465" y="2498968"/>
              <a:ext cx="94951" cy="38206"/>
            </a:xfrm>
            <a:custGeom>
              <a:avLst/>
              <a:gdLst/>
              <a:ahLst/>
              <a:cxnLst/>
              <a:rect l="0" t="0" r="0" b="0"/>
              <a:pathLst>
                <a:path w="94951" h="38206">
                  <a:moveTo>
                    <a:pt x="0" y="0"/>
                  </a:moveTo>
                  <a:lnTo>
                    <a:pt x="94951" y="3820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48" name="Candidate_receptor__3766">
              <a:extLst>
                <a:ext uri="{FF2B5EF4-FFF2-40B4-BE49-F238E27FC236}">
                  <a16:creationId xmlns:a16="http://schemas.microsoft.com/office/drawing/2014/main" id="{CE494BB0-2E87-E953-3C2A-CE63BB09FD67}"/>
                </a:ext>
              </a:extLst>
            </p:cNvPr>
            <p:cNvSpPr>
              <a:spLocks noGrp="1"/>
            </p:cNvSpPr>
            <p:nvPr/>
          </p:nvSpPr>
          <p:spPr>
            <a:xfrm>
              <a:off x="4158477" y="2915916"/>
              <a:ext cx="87717" cy="12910"/>
            </a:xfrm>
            <a:custGeom>
              <a:avLst/>
              <a:gdLst/>
              <a:ahLst/>
              <a:cxnLst/>
              <a:rect l="0" t="0" r="0" b="0"/>
              <a:pathLst>
                <a:path w="87717" h="12910">
                  <a:moveTo>
                    <a:pt x="0" y="12910"/>
                  </a:moveTo>
                  <a:lnTo>
                    <a:pt x="87717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49" name="Candidate_receptor__3767">
              <a:extLst>
                <a:ext uri="{FF2B5EF4-FFF2-40B4-BE49-F238E27FC236}">
                  <a16:creationId xmlns:a16="http://schemas.microsoft.com/office/drawing/2014/main" id="{2C4A4392-73B1-3867-31D7-08FF2141BED2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339222"/>
              <a:ext cx="60554" cy="96745"/>
            </a:xfrm>
            <a:custGeom>
              <a:avLst/>
              <a:gdLst/>
              <a:ahLst/>
              <a:cxnLst/>
              <a:rect l="0" t="0" r="0" b="0"/>
              <a:pathLst>
                <a:path w="60554" h="96745">
                  <a:moveTo>
                    <a:pt x="60554" y="967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50" name="Candidate_receptor__3768">
              <a:extLst>
                <a:ext uri="{FF2B5EF4-FFF2-40B4-BE49-F238E27FC236}">
                  <a16:creationId xmlns:a16="http://schemas.microsoft.com/office/drawing/2014/main" id="{FC63730E-5AB1-F33E-5EED-945946D0308E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435967"/>
              <a:ext cx="80516" cy="81834"/>
            </a:xfrm>
            <a:custGeom>
              <a:avLst/>
              <a:gdLst/>
              <a:ahLst/>
              <a:cxnLst/>
              <a:rect l="0" t="0" r="0" b="0"/>
              <a:pathLst>
                <a:path w="80516" h="81834">
                  <a:moveTo>
                    <a:pt x="0" y="81834"/>
                  </a:moveTo>
                  <a:lnTo>
                    <a:pt x="80516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51" name="Candidate_receptor__3769">
              <a:extLst>
                <a:ext uri="{FF2B5EF4-FFF2-40B4-BE49-F238E27FC236}">
                  <a16:creationId xmlns:a16="http://schemas.microsoft.com/office/drawing/2014/main" id="{4C742E61-08D1-4EE2-368C-EA7FFEF0BA4E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18071"/>
              <a:ext cx="29944" cy="61998"/>
            </a:xfrm>
            <a:custGeom>
              <a:avLst/>
              <a:gdLst/>
              <a:ahLst/>
              <a:cxnLst/>
              <a:rect l="0" t="0" r="0" b="0"/>
              <a:pathLst>
                <a:path w="29944" h="61998">
                  <a:moveTo>
                    <a:pt x="29944" y="0"/>
                  </a:moveTo>
                  <a:lnTo>
                    <a:pt x="0" y="61998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52" name="Candidate_receptor__3770">
              <a:extLst>
                <a:ext uri="{FF2B5EF4-FFF2-40B4-BE49-F238E27FC236}">
                  <a16:creationId xmlns:a16="http://schemas.microsoft.com/office/drawing/2014/main" id="{69C47479-55D3-F501-4DA4-BE4FBECC286C}"/>
                </a:ext>
              </a:extLst>
            </p:cNvPr>
            <p:cNvSpPr>
              <a:spLocks noGrp="1"/>
            </p:cNvSpPr>
            <p:nvPr/>
          </p:nvSpPr>
          <p:spPr>
            <a:xfrm>
              <a:off x="3868413" y="2931517"/>
              <a:ext cx="94219" cy="66045"/>
            </a:xfrm>
            <a:custGeom>
              <a:avLst/>
              <a:gdLst/>
              <a:ahLst/>
              <a:cxnLst/>
              <a:rect l="0" t="0" r="0" b="0"/>
              <a:pathLst>
                <a:path w="94219" h="66045">
                  <a:moveTo>
                    <a:pt x="0" y="66045"/>
                  </a:moveTo>
                  <a:lnTo>
                    <a:pt x="9421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53" name="Candidate_receptor__3771">
              <a:extLst>
                <a:ext uri="{FF2B5EF4-FFF2-40B4-BE49-F238E27FC236}">
                  <a16:creationId xmlns:a16="http://schemas.microsoft.com/office/drawing/2014/main" id="{63616080-640B-8AE6-64B6-89A958DEBFD1}"/>
                </a:ext>
              </a:extLst>
            </p:cNvPr>
            <p:cNvSpPr>
              <a:spLocks noGrp="1"/>
            </p:cNvSpPr>
            <p:nvPr/>
          </p:nvSpPr>
          <p:spPr>
            <a:xfrm>
              <a:off x="3761199" y="2956305"/>
              <a:ext cx="107214" cy="41257"/>
            </a:xfrm>
            <a:custGeom>
              <a:avLst/>
              <a:gdLst/>
              <a:ahLst/>
              <a:cxnLst/>
              <a:rect l="0" t="0" r="0" b="0"/>
              <a:pathLst>
                <a:path w="107214" h="41257">
                  <a:moveTo>
                    <a:pt x="0" y="0"/>
                  </a:moveTo>
                  <a:lnTo>
                    <a:pt x="107214" y="4125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54" name="Candidate_receptor__3772">
              <a:extLst>
                <a:ext uri="{FF2B5EF4-FFF2-40B4-BE49-F238E27FC236}">
                  <a16:creationId xmlns:a16="http://schemas.microsoft.com/office/drawing/2014/main" id="{BAC8D272-0B3C-D5D4-309C-0FF4EBEAE219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72446"/>
              <a:ext cx="113544" cy="852"/>
            </a:xfrm>
            <a:custGeom>
              <a:avLst/>
              <a:gdLst/>
              <a:ahLst/>
              <a:cxnLst/>
              <a:rect l="0" t="0" r="0" b="0"/>
              <a:pathLst>
                <a:path w="113544" h="852">
                  <a:moveTo>
                    <a:pt x="0" y="852"/>
                  </a:moveTo>
                  <a:lnTo>
                    <a:pt x="113544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55" name="Candidate_receptor__3773">
              <a:extLst>
                <a:ext uri="{FF2B5EF4-FFF2-40B4-BE49-F238E27FC236}">
                  <a16:creationId xmlns:a16="http://schemas.microsoft.com/office/drawing/2014/main" id="{3160C12B-245F-F46C-55BA-8954F843202A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240368"/>
              <a:ext cx="51048" cy="102729"/>
            </a:xfrm>
            <a:custGeom>
              <a:avLst/>
              <a:gdLst/>
              <a:ahLst/>
              <a:cxnLst/>
              <a:rect l="0" t="0" r="0" b="0"/>
              <a:pathLst>
                <a:path w="51048" h="102729">
                  <a:moveTo>
                    <a:pt x="0" y="0"/>
                  </a:moveTo>
                  <a:lnTo>
                    <a:pt x="51048" y="10272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56" name="Candidate_receptor__3774">
              <a:extLst>
                <a:ext uri="{FF2B5EF4-FFF2-40B4-BE49-F238E27FC236}">
                  <a16:creationId xmlns:a16="http://schemas.microsoft.com/office/drawing/2014/main" id="{456A8D60-FEA5-40B4-3CCC-7548C9A66E26}"/>
                </a:ext>
              </a:extLst>
            </p:cNvPr>
            <p:cNvSpPr>
              <a:spLocks noGrp="1"/>
            </p:cNvSpPr>
            <p:nvPr/>
          </p:nvSpPr>
          <p:spPr>
            <a:xfrm>
              <a:off x="3880343" y="3366650"/>
              <a:ext cx="31347" cy="111100"/>
            </a:xfrm>
            <a:custGeom>
              <a:avLst/>
              <a:gdLst/>
              <a:ahLst/>
              <a:cxnLst/>
              <a:rect l="0" t="0" r="0" b="0"/>
              <a:pathLst>
                <a:path w="31347" h="111100">
                  <a:moveTo>
                    <a:pt x="0" y="0"/>
                  </a:moveTo>
                  <a:lnTo>
                    <a:pt x="31347" y="11110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57" name="Candidate_receptor__3775">
              <a:extLst>
                <a:ext uri="{FF2B5EF4-FFF2-40B4-BE49-F238E27FC236}">
                  <a16:creationId xmlns:a16="http://schemas.microsoft.com/office/drawing/2014/main" id="{35D9FE4B-892F-CD7C-5C44-47AB7397FD5D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45615"/>
              <a:ext cx="36909" cy="34880"/>
            </a:xfrm>
            <a:custGeom>
              <a:avLst/>
              <a:gdLst/>
              <a:ahLst/>
              <a:cxnLst/>
              <a:rect l="0" t="0" r="0" b="0"/>
              <a:pathLst>
                <a:path w="36909" h="34880">
                  <a:moveTo>
                    <a:pt x="36909" y="0"/>
                  </a:moveTo>
                  <a:lnTo>
                    <a:pt x="0" y="3488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58" name="Candidate_receptor__3776">
              <a:extLst>
                <a:ext uri="{FF2B5EF4-FFF2-40B4-BE49-F238E27FC236}">
                  <a16:creationId xmlns:a16="http://schemas.microsoft.com/office/drawing/2014/main" id="{BC7F661B-6E13-38E4-72C5-8AB9CD4592AC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5117"/>
              <a:ext cx="52369" cy="23872"/>
            </a:xfrm>
            <a:custGeom>
              <a:avLst/>
              <a:gdLst/>
              <a:ahLst/>
              <a:cxnLst/>
              <a:rect l="0" t="0" r="0" b="0"/>
              <a:pathLst>
                <a:path w="52369" h="23872">
                  <a:moveTo>
                    <a:pt x="0" y="23872"/>
                  </a:moveTo>
                  <a:lnTo>
                    <a:pt x="52369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59" name="Candidate_receptor__3777">
              <a:extLst>
                <a:ext uri="{FF2B5EF4-FFF2-40B4-BE49-F238E27FC236}">
                  <a16:creationId xmlns:a16="http://schemas.microsoft.com/office/drawing/2014/main" id="{5D4EA025-9E34-2F9D-2210-2C3BEF0F3FC7}"/>
                </a:ext>
              </a:extLst>
            </p:cNvPr>
            <p:cNvSpPr>
              <a:spLocks noGrp="1"/>
            </p:cNvSpPr>
            <p:nvPr/>
          </p:nvSpPr>
          <p:spPr>
            <a:xfrm>
              <a:off x="4286416" y="2464477"/>
              <a:ext cx="89960" cy="72698"/>
            </a:xfrm>
            <a:custGeom>
              <a:avLst/>
              <a:gdLst/>
              <a:ahLst/>
              <a:cxnLst/>
              <a:rect l="0" t="0" r="0" b="0"/>
              <a:pathLst>
                <a:path w="89960" h="72698">
                  <a:moveTo>
                    <a:pt x="0" y="72698"/>
                  </a:moveTo>
                  <a:lnTo>
                    <a:pt x="8996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60" name="Candidate_receptor__3778">
              <a:extLst>
                <a:ext uri="{FF2B5EF4-FFF2-40B4-BE49-F238E27FC236}">
                  <a16:creationId xmlns:a16="http://schemas.microsoft.com/office/drawing/2014/main" id="{0E2B8FDE-2B1A-A256-89E8-328AF36CF324}"/>
                </a:ext>
              </a:extLst>
            </p:cNvPr>
            <p:cNvSpPr>
              <a:spLocks noGrp="1"/>
            </p:cNvSpPr>
            <p:nvPr/>
          </p:nvSpPr>
          <p:spPr>
            <a:xfrm>
              <a:off x="5104165" y="2690725"/>
              <a:ext cx="111144" cy="2245"/>
            </a:xfrm>
            <a:custGeom>
              <a:avLst/>
              <a:gdLst/>
              <a:ahLst/>
              <a:cxnLst/>
              <a:rect l="0" t="0" r="0" b="0"/>
              <a:pathLst>
                <a:path w="111144" h="2245">
                  <a:moveTo>
                    <a:pt x="111144" y="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61" name="Candidate_receptor__3779">
              <a:extLst>
                <a:ext uri="{FF2B5EF4-FFF2-40B4-BE49-F238E27FC236}">
                  <a16:creationId xmlns:a16="http://schemas.microsoft.com/office/drawing/2014/main" id="{F6D1287A-AA63-D403-AA53-BABE1BB8B0EE}"/>
                </a:ext>
              </a:extLst>
            </p:cNvPr>
            <p:cNvSpPr>
              <a:spLocks noGrp="1"/>
            </p:cNvSpPr>
            <p:nvPr/>
          </p:nvSpPr>
          <p:spPr>
            <a:xfrm>
              <a:off x="4974470" y="2876947"/>
              <a:ext cx="110269" cy="24826"/>
            </a:xfrm>
            <a:custGeom>
              <a:avLst/>
              <a:gdLst/>
              <a:ahLst/>
              <a:cxnLst/>
              <a:rect l="0" t="0" r="0" b="0"/>
              <a:pathLst>
                <a:path w="110269" h="24826">
                  <a:moveTo>
                    <a:pt x="110269" y="0"/>
                  </a:moveTo>
                  <a:lnTo>
                    <a:pt x="0" y="2482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62" name="Candidate_receptor__3780">
              <a:extLst>
                <a:ext uri="{FF2B5EF4-FFF2-40B4-BE49-F238E27FC236}">
                  <a16:creationId xmlns:a16="http://schemas.microsoft.com/office/drawing/2014/main" id="{2580C7A7-C4C0-DBC8-E866-4C0E2CCAA9F4}"/>
                </a:ext>
              </a:extLst>
            </p:cNvPr>
            <p:cNvSpPr>
              <a:spLocks noGrp="1"/>
            </p:cNvSpPr>
            <p:nvPr/>
          </p:nvSpPr>
          <p:spPr>
            <a:xfrm>
              <a:off x="5215310" y="2590754"/>
              <a:ext cx="48413" cy="102216"/>
            </a:xfrm>
            <a:custGeom>
              <a:avLst/>
              <a:gdLst/>
              <a:ahLst/>
              <a:cxnLst/>
              <a:rect l="0" t="0" r="0" b="0"/>
              <a:pathLst>
                <a:path w="48413" h="102216">
                  <a:moveTo>
                    <a:pt x="48413" y="0"/>
                  </a:moveTo>
                  <a:lnTo>
                    <a:pt x="0" y="10221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63" name="Candidate_receptor__3781">
              <a:extLst>
                <a:ext uri="{FF2B5EF4-FFF2-40B4-BE49-F238E27FC236}">
                  <a16:creationId xmlns:a16="http://schemas.microsoft.com/office/drawing/2014/main" id="{92999183-E29F-2A69-40A1-1436E26CEF09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482638"/>
              <a:ext cx="79670" cy="2273"/>
            </a:xfrm>
            <a:custGeom>
              <a:avLst/>
              <a:gdLst/>
              <a:ahLst/>
              <a:cxnLst/>
              <a:rect l="0" t="0" r="0" b="0"/>
              <a:pathLst>
                <a:path w="79670" h="2273">
                  <a:moveTo>
                    <a:pt x="79670" y="2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64" name="Candidate_receptor__3782">
              <a:extLst>
                <a:ext uri="{FF2B5EF4-FFF2-40B4-BE49-F238E27FC236}">
                  <a16:creationId xmlns:a16="http://schemas.microsoft.com/office/drawing/2014/main" id="{1B627E1D-852E-5D2D-80C1-A7B539BD3B2D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244733"/>
              <a:ext cx="13405" cy="94489"/>
            </a:xfrm>
            <a:custGeom>
              <a:avLst/>
              <a:gdLst/>
              <a:ahLst/>
              <a:cxnLst/>
              <a:rect l="0" t="0" r="0" b="0"/>
              <a:pathLst>
                <a:path w="13405" h="94489">
                  <a:moveTo>
                    <a:pt x="0" y="94489"/>
                  </a:moveTo>
                  <a:lnTo>
                    <a:pt x="13405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65" name="Candidate_receptor__3783">
              <a:extLst>
                <a:ext uri="{FF2B5EF4-FFF2-40B4-BE49-F238E27FC236}">
                  <a16:creationId xmlns:a16="http://schemas.microsoft.com/office/drawing/2014/main" id="{0AF25B54-6884-C36D-7B8B-705761CAF736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213303"/>
              <a:ext cx="13935" cy="6069"/>
            </a:xfrm>
            <a:custGeom>
              <a:avLst/>
              <a:gdLst/>
              <a:ahLst/>
              <a:cxnLst/>
              <a:rect l="0" t="0" r="0" b="0"/>
              <a:pathLst>
                <a:path w="13935" h="6069">
                  <a:moveTo>
                    <a:pt x="0" y="0"/>
                  </a:moveTo>
                  <a:lnTo>
                    <a:pt x="13935" y="606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66" name="Candidate_receptor__3784">
              <a:extLst>
                <a:ext uri="{FF2B5EF4-FFF2-40B4-BE49-F238E27FC236}">
                  <a16:creationId xmlns:a16="http://schemas.microsoft.com/office/drawing/2014/main" id="{B4FD669A-F76E-CA29-EE12-8D158381FD50}"/>
                </a:ext>
              </a:extLst>
            </p:cNvPr>
            <p:cNvSpPr>
              <a:spLocks noGrp="1"/>
            </p:cNvSpPr>
            <p:nvPr/>
          </p:nvSpPr>
          <p:spPr>
            <a:xfrm>
              <a:off x="5066174" y="3180769"/>
              <a:ext cx="19074" cy="21861"/>
            </a:xfrm>
            <a:custGeom>
              <a:avLst/>
              <a:gdLst/>
              <a:ahLst/>
              <a:cxnLst/>
              <a:rect l="0" t="0" r="0" b="0"/>
              <a:pathLst>
                <a:path w="19074" h="21861">
                  <a:moveTo>
                    <a:pt x="19074" y="0"/>
                  </a:moveTo>
                  <a:lnTo>
                    <a:pt x="0" y="2186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67" name="Candidate_receptor__3785">
              <a:extLst>
                <a:ext uri="{FF2B5EF4-FFF2-40B4-BE49-F238E27FC236}">
                  <a16:creationId xmlns:a16="http://schemas.microsoft.com/office/drawing/2014/main" id="{1524C664-7706-FEB9-630F-060C7D8CD623}"/>
                </a:ext>
              </a:extLst>
            </p:cNvPr>
            <p:cNvSpPr>
              <a:spLocks noGrp="1"/>
            </p:cNvSpPr>
            <p:nvPr/>
          </p:nvSpPr>
          <p:spPr>
            <a:xfrm>
              <a:off x="4242570" y="3070081"/>
              <a:ext cx="90065" cy="20820"/>
            </a:xfrm>
            <a:custGeom>
              <a:avLst/>
              <a:gdLst/>
              <a:ahLst/>
              <a:cxnLst/>
              <a:rect l="0" t="0" r="0" b="0"/>
              <a:pathLst>
                <a:path w="90065" h="20820">
                  <a:moveTo>
                    <a:pt x="0" y="0"/>
                  </a:moveTo>
                  <a:lnTo>
                    <a:pt x="90065" y="2082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68" name="Candidate_receptor__3786">
              <a:extLst>
                <a:ext uri="{FF2B5EF4-FFF2-40B4-BE49-F238E27FC236}">
                  <a16:creationId xmlns:a16="http://schemas.microsoft.com/office/drawing/2014/main" id="{E0045617-02A7-5A9A-BF9B-80B905594ECC}"/>
                </a:ext>
              </a:extLst>
            </p:cNvPr>
            <p:cNvSpPr>
              <a:spLocks noGrp="1"/>
            </p:cNvSpPr>
            <p:nvPr/>
          </p:nvSpPr>
          <p:spPr>
            <a:xfrm>
              <a:off x="3674078" y="2956305"/>
              <a:ext cx="87121" cy="51031"/>
            </a:xfrm>
            <a:custGeom>
              <a:avLst/>
              <a:gdLst/>
              <a:ahLst/>
              <a:cxnLst/>
              <a:rect l="0" t="0" r="0" b="0"/>
              <a:pathLst>
                <a:path w="87121" h="51031">
                  <a:moveTo>
                    <a:pt x="0" y="51031"/>
                  </a:moveTo>
                  <a:lnTo>
                    <a:pt x="87121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69" name="Candidate_receptor__3787">
              <a:extLst>
                <a:ext uri="{FF2B5EF4-FFF2-40B4-BE49-F238E27FC236}">
                  <a16:creationId xmlns:a16="http://schemas.microsoft.com/office/drawing/2014/main" id="{59095698-3B8F-AD15-39B9-8B5A22B5C7A8}"/>
                </a:ext>
              </a:extLst>
            </p:cNvPr>
            <p:cNvSpPr>
              <a:spLocks noGrp="1"/>
            </p:cNvSpPr>
            <p:nvPr/>
          </p:nvSpPr>
          <p:spPr>
            <a:xfrm>
              <a:off x="5030397" y="2690725"/>
              <a:ext cx="73768" cy="60805"/>
            </a:xfrm>
            <a:custGeom>
              <a:avLst/>
              <a:gdLst/>
              <a:ahLst/>
              <a:cxnLst/>
              <a:rect l="0" t="0" r="0" b="0"/>
              <a:pathLst>
                <a:path w="73768" h="60805">
                  <a:moveTo>
                    <a:pt x="73768" y="0"/>
                  </a:moveTo>
                  <a:lnTo>
                    <a:pt x="0" y="6080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70" name="Candidate_receptor__3788">
              <a:extLst>
                <a:ext uri="{FF2B5EF4-FFF2-40B4-BE49-F238E27FC236}">
                  <a16:creationId xmlns:a16="http://schemas.microsoft.com/office/drawing/2014/main" id="{48B99BC6-6CD0-45B1-0408-66E6D1A0BF88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852959"/>
              <a:ext cx="66048" cy="93192"/>
            </a:xfrm>
            <a:custGeom>
              <a:avLst/>
              <a:gdLst/>
              <a:ahLst/>
              <a:cxnLst/>
              <a:rect l="0" t="0" r="0" b="0"/>
              <a:pathLst>
                <a:path w="66048" h="93192">
                  <a:moveTo>
                    <a:pt x="0" y="93192"/>
                  </a:moveTo>
                  <a:lnTo>
                    <a:pt x="66048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71" name="Candidate_receptor__3789">
              <a:extLst>
                <a:ext uri="{FF2B5EF4-FFF2-40B4-BE49-F238E27FC236}">
                  <a16:creationId xmlns:a16="http://schemas.microsoft.com/office/drawing/2014/main" id="{B9436813-B2E6-3173-6908-71E16225B9FE}"/>
                </a:ext>
              </a:extLst>
            </p:cNvPr>
            <p:cNvSpPr>
              <a:spLocks noGrp="1"/>
            </p:cNvSpPr>
            <p:nvPr/>
          </p:nvSpPr>
          <p:spPr>
            <a:xfrm>
              <a:off x="4978548" y="3041920"/>
              <a:ext cx="33716" cy="26000"/>
            </a:xfrm>
            <a:custGeom>
              <a:avLst/>
              <a:gdLst/>
              <a:ahLst/>
              <a:cxnLst/>
              <a:rect l="0" t="0" r="0" b="0"/>
              <a:pathLst>
                <a:path w="33716" h="26000">
                  <a:moveTo>
                    <a:pt x="33716" y="0"/>
                  </a:moveTo>
                  <a:lnTo>
                    <a:pt x="0" y="2600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72" name="Candidate_receptor__3790">
              <a:extLst>
                <a:ext uri="{FF2B5EF4-FFF2-40B4-BE49-F238E27FC236}">
                  <a16:creationId xmlns:a16="http://schemas.microsoft.com/office/drawing/2014/main" id="{479FA952-6732-8141-209A-5888A1ADE173}"/>
                </a:ext>
              </a:extLst>
            </p:cNvPr>
            <p:cNvSpPr>
              <a:spLocks noGrp="1"/>
            </p:cNvSpPr>
            <p:nvPr/>
          </p:nvSpPr>
          <p:spPr>
            <a:xfrm>
              <a:off x="4170103" y="3051602"/>
              <a:ext cx="72466" cy="18480"/>
            </a:xfrm>
            <a:custGeom>
              <a:avLst/>
              <a:gdLst/>
              <a:ahLst/>
              <a:cxnLst/>
              <a:rect l="0" t="0" r="0" b="0"/>
              <a:pathLst>
                <a:path w="72466" h="18480">
                  <a:moveTo>
                    <a:pt x="0" y="0"/>
                  </a:moveTo>
                  <a:lnTo>
                    <a:pt x="72466" y="1848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53473" name="Candidate_receptor__3791">
              <a:extLst>
                <a:ext uri="{FF2B5EF4-FFF2-40B4-BE49-F238E27FC236}">
                  <a16:creationId xmlns:a16="http://schemas.microsoft.com/office/drawing/2014/main" id="{DAA91687-AC99-E733-940B-6B5957B908B3}"/>
                </a:ext>
              </a:extLst>
            </p:cNvPr>
            <p:cNvSpPr>
              <a:spLocks noGrp="1"/>
            </p:cNvSpPr>
            <p:nvPr/>
          </p:nvSpPr>
          <p:spPr>
            <a:xfrm>
              <a:off x="4859663" y="3133865"/>
              <a:ext cx="25202" cy="56372"/>
            </a:xfrm>
            <a:custGeom>
              <a:avLst/>
              <a:gdLst/>
              <a:ahLst/>
              <a:cxnLst/>
              <a:rect l="0" t="0" r="0" b="0"/>
              <a:pathLst>
                <a:path w="25202" h="56372">
                  <a:moveTo>
                    <a:pt x="25202" y="0"/>
                  </a:moveTo>
                  <a:lnTo>
                    <a:pt x="0" y="5637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53474" name="Candidate_receptor__3792">
              <a:extLst>
                <a:ext uri="{FF2B5EF4-FFF2-40B4-BE49-F238E27FC236}">
                  <a16:creationId xmlns:a16="http://schemas.microsoft.com/office/drawing/2014/main" id="{D893F520-EA2D-791B-33DC-DC3C4965E238}"/>
                </a:ext>
              </a:extLst>
            </p:cNvPr>
            <p:cNvSpPr>
              <a:spLocks noGrp="1"/>
            </p:cNvSpPr>
            <p:nvPr/>
          </p:nvSpPr>
          <p:spPr>
            <a:xfrm>
              <a:off x="5290662" y="2910701"/>
              <a:ext cx="95028" cy="29202"/>
            </a:xfrm>
            <a:custGeom>
              <a:avLst/>
              <a:gdLst/>
              <a:ahLst/>
              <a:cxnLst/>
              <a:rect l="0" t="0" r="0" b="0"/>
              <a:pathLst>
                <a:path w="95028" h="29202">
                  <a:moveTo>
                    <a:pt x="95028" y="292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53475" name="Candidate_receptor__3793">
              <a:extLst>
                <a:ext uri="{FF2B5EF4-FFF2-40B4-BE49-F238E27FC236}">
                  <a16:creationId xmlns:a16="http://schemas.microsoft.com/office/drawing/2014/main" id="{1CCB3480-1723-4926-A999-CDA03CC49597}"/>
                </a:ext>
              </a:extLst>
            </p:cNvPr>
            <p:cNvSpPr>
              <a:spLocks noGrp="1"/>
            </p:cNvSpPr>
            <p:nvPr/>
          </p:nvSpPr>
          <p:spPr>
            <a:xfrm>
              <a:off x="5719197" y="1852959"/>
              <a:ext cx="95125" cy="65112"/>
            </a:xfrm>
            <a:custGeom>
              <a:avLst/>
              <a:gdLst/>
              <a:ahLst/>
              <a:cxnLst/>
              <a:rect l="0" t="0" r="0" b="0"/>
              <a:pathLst>
                <a:path w="95125" h="65112">
                  <a:moveTo>
                    <a:pt x="0" y="0"/>
                  </a:moveTo>
                  <a:lnTo>
                    <a:pt x="95125" y="6511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53476" name="Candidate_receptor__3794">
              <a:extLst>
                <a:ext uri="{FF2B5EF4-FFF2-40B4-BE49-F238E27FC236}">
                  <a16:creationId xmlns:a16="http://schemas.microsoft.com/office/drawing/2014/main" id="{6181DC87-4B0F-652D-A1D1-21A9E6F6E56B}"/>
                </a:ext>
              </a:extLst>
            </p:cNvPr>
            <p:cNvSpPr>
              <a:spLocks noGrp="1"/>
            </p:cNvSpPr>
            <p:nvPr/>
          </p:nvSpPr>
          <p:spPr>
            <a:xfrm>
              <a:off x="4594192" y="2645615"/>
              <a:ext cx="108488" cy="5552"/>
            </a:xfrm>
            <a:custGeom>
              <a:avLst/>
              <a:gdLst/>
              <a:ahLst/>
              <a:cxnLst/>
              <a:rect l="0" t="0" r="0" b="0"/>
              <a:pathLst>
                <a:path w="108488" h="5552">
                  <a:moveTo>
                    <a:pt x="108488" y="55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53477" name="Candidate_receptor__3795">
              <a:extLst>
                <a:ext uri="{FF2B5EF4-FFF2-40B4-BE49-F238E27FC236}">
                  <a16:creationId xmlns:a16="http://schemas.microsoft.com/office/drawing/2014/main" id="{3B015748-16DE-A49F-4250-7C68F7BB6C9C}"/>
                </a:ext>
              </a:extLst>
            </p:cNvPr>
            <p:cNvSpPr>
              <a:spLocks noGrp="1"/>
            </p:cNvSpPr>
            <p:nvPr/>
          </p:nvSpPr>
          <p:spPr>
            <a:xfrm>
              <a:off x="4923621" y="2751529"/>
              <a:ext cx="106776" cy="16035"/>
            </a:xfrm>
            <a:custGeom>
              <a:avLst/>
              <a:gdLst/>
              <a:ahLst/>
              <a:cxnLst/>
              <a:rect l="0" t="0" r="0" b="0"/>
              <a:pathLst>
                <a:path w="106776" h="16035">
                  <a:moveTo>
                    <a:pt x="106776" y="0"/>
                  </a:moveTo>
                  <a:lnTo>
                    <a:pt x="0" y="16035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53478" name="Candidate_receptor__3796">
              <a:extLst>
                <a:ext uri="{FF2B5EF4-FFF2-40B4-BE49-F238E27FC236}">
                  <a16:creationId xmlns:a16="http://schemas.microsoft.com/office/drawing/2014/main" id="{27CF7978-8FD0-94B4-5095-0D26B37B4531}"/>
                </a:ext>
              </a:extLst>
            </p:cNvPr>
            <p:cNvSpPr>
              <a:spLocks noGrp="1"/>
            </p:cNvSpPr>
            <p:nvPr/>
          </p:nvSpPr>
          <p:spPr>
            <a:xfrm>
              <a:off x="4174456" y="2748188"/>
              <a:ext cx="69380" cy="21120"/>
            </a:xfrm>
            <a:custGeom>
              <a:avLst/>
              <a:gdLst/>
              <a:ahLst/>
              <a:cxnLst/>
              <a:rect l="0" t="0" r="0" b="0"/>
              <a:pathLst>
                <a:path w="69380" h="21120">
                  <a:moveTo>
                    <a:pt x="69380" y="0"/>
                  </a:moveTo>
                  <a:lnTo>
                    <a:pt x="0" y="2112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53479" name="Candidate_receptor__3797">
              <a:extLst>
                <a:ext uri="{FF2B5EF4-FFF2-40B4-BE49-F238E27FC236}">
                  <a16:creationId xmlns:a16="http://schemas.microsoft.com/office/drawing/2014/main" id="{CE6AC584-7B9D-D624-AA67-5A1E3DE5A6E4}"/>
                </a:ext>
              </a:extLst>
            </p:cNvPr>
            <p:cNvSpPr>
              <a:spLocks noGrp="1"/>
            </p:cNvSpPr>
            <p:nvPr/>
          </p:nvSpPr>
          <p:spPr>
            <a:xfrm>
              <a:off x="4910420" y="2901773"/>
              <a:ext cx="64050" cy="41669"/>
            </a:xfrm>
            <a:custGeom>
              <a:avLst/>
              <a:gdLst/>
              <a:ahLst/>
              <a:cxnLst/>
              <a:rect l="0" t="0" r="0" b="0"/>
              <a:pathLst>
                <a:path w="64050" h="41669">
                  <a:moveTo>
                    <a:pt x="64050" y="0"/>
                  </a:moveTo>
                  <a:lnTo>
                    <a:pt x="0" y="41669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53480" name="Candidate_receptor__3798">
              <a:extLst>
                <a:ext uri="{FF2B5EF4-FFF2-40B4-BE49-F238E27FC236}">
                  <a16:creationId xmlns:a16="http://schemas.microsoft.com/office/drawing/2014/main" id="{E4022A25-8EAD-A316-25F6-21C46BFE6DB5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517801"/>
              <a:ext cx="2620" cy="8470"/>
            </a:xfrm>
            <a:custGeom>
              <a:avLst/>
              <a:gdLst/>
              <a:ahLst/>
              <a:cxnLst/>
              <a:rect l="0" t="0" r="0" b="0"/>
              <a:pathLst>
                <a:path w="2620" h="8470">
                  <a:moveTo>
                    <a:pt x="2620" y="84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53481" name="Candidate_receptor__3799">
              <a:extLst>
                <a:ext uri="{FF2B5EF4-FFF2-40B4-BE49-F238E27FC236}">
                  <a16:creationId xmlns:a16="http://schemas.microsoft.com/office/drawing/2014/main" id="{34DDCC90-A1D2-A9F6-A934-5BBE86625614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187580"/>
              <a:ext cx="3331" cy="52788"/>
            </a:xfrm>
            <a:custGeom>
              <a:avLst/>
              <a:gdLst/>
              <a:ahLst/>
              <a:cxnLst/>
              <a:rect l="0" t="0" r="0" b="0"/>
              <a:pathLst>
                <a:path w="3331" h="52788">
                  <a:moveTo>
                    <a:pt x="3331" y="0"/>
                  </a:moveTo>
                  <a:lnTo>
                    <a:pt x="0" y="5278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82" name="Candidate_receptor__3800">
              <a:extLst>
                <a:ext uri="{FF2B5EF4-FFF2-40B4-BE49-F238E27FC236}">
                  <a16:creationId xmlns:a16="http://schemas.microsoft.com/office/drawing/2014/main" id="{3D5658A4-810B-0865-4552-DA92711F7D3C}"/>
                </a:ext>
              </a:extLst>
            </p:cNvPr>
            <p:cNvSpPr>
              <a:spLocks noGrp="1"/>
            </p:cNvSpPr>
            <p:nvPr/>
          </p:nvSpPr>
          <p:spPr>
            <a:xfrm>
              <a:off x="5599001" y="2118339"/>
              <a:ext cx="51507" cy="31466"/>
            </a:xfrm>
            <a:custGeom>
              <a:avLst/>
              <a:gdLst/>
              <a:ahLst/>
              <a:cxnLst/>
              <a:rect l="0" t="0" r="0" b="0"/>
              <a:pathLst>
                <a:path w="51507" h="31466">
                  <a:moveTo>
                    <a:pt x="51507" y="0"/>
                  </a:moveTo>
                  <a:lnTo>
                    <a:pt x="0" y="3146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83" name="Candidate_receptor__3801">
              <a:extLst>
                <a:ext uri="{FF2B5EF4-FFF2-40B4-BE49-F238E27FC236}">
                  <a16:creationId xmlns:a16="http://schemas.microsoft.com/office/drawing/2014/main" id="{1FC6F794-1DA9-F182-8995-EA67783D2FF8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11549"/>
              <a:ext cx="2092" cy="54186"/>
            </a:xfrm>
            <a:custGeom>
              <a:avLst/>
              <a:gdLst/>
              <a:ahLst/>
              <a:cxnLst/>
              <a:rect l="0" t="0" r="0" b="0"/>
              <a:pathLst>
                <a:path w="2092" h="54186">
                  <a:moveTo>
                    <a:pt x="2092" y="0"/>
                  </a:moveTo>
                  <a:lnTo>
                    <a:pt x="0" y="5418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84" name="Candidate_receptor__3802">
              <a:extLst>
                <a:ext uri="{FF2B5EF4-FFF2-40B4-BE49-F238E27FC236}">
                  <a16:creationId xmlns:a16="http://schemas.microsoft.com/office/drawing/2014/main" id="{A984BBE7-B3D7-4D55-A571-995542A4E4A4}"/>
                </a:ext>
              </a:extLst>
            </p:cNvPr>
            <p:cNvSpPr>
              <a:spLocks noGrp="1"/>
            </p:cNvSpPr>
            <p:nvPr/>
          </p:nvSpPr>
          <p:spPr>
            <a:xfrm>
              <a:off x="5263723" y="2590754"/>
              <a:ext cx="63490" cy="1676"/>
            </a:xfrm>
            <a:custGeom>
              <a:avLst/>
              <a:gdLst/>
              <a:ahLst/>
              <a:cxnLst/>
              <a:rect l="0" t="0" r="0" b="0"/>
              <a:pathLst>
                <a:path w="63490" h="1676">
                  <a:moveTo>
                    <a:pt x="63490" y="1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85" name="Candidate_receptor__3803">
              <a:extLst>
                <a:ext uri="{FF2B5EF4-FFF2-40B4-BE49-F238E27FC236}">
                  <a16:creationId xmlns:a16="http://schemas.microsoft.com/office/drawing/2014/main" id="{E0E7E00C-E2DD-AFB3-779D-4FED2166F348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23681"/>
              <a:ext cx="50451" cy="84099"/>
            </a:xfrm>
            <a:custGeom>
              <a:avLst/>
              <a:gdLst/>
              <a:ahLst/>
              <a:cxnLst/>
              <a:rect l="0" t="0" r="0" b="0"/>
              <a:pathLst>
                <a:path w="50451" h="84099">
                  <a:moveTo>
                    <a:pt x="0" y="84099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86" name="Candidate_receptor__3804">
              <a:extLst>
                <a:ext uri="{FF2B5EF4-FFF2-40B4-BE49-F238E27FC236}">
                  <a16:creationId xmlns:a16="http://schemas.microsoft.com/office/drawing/2014/main" id="{D11E280B-5ACC-19BB-F5A2-376168A5E752}"/>
                </a:ext>
              </a:extLst>
            </p:cNvPr>
            <p:cNvSpPr>
              <a:spLocks noGrp="1"/>
            </p:cNvSpPr>
            <p:nvPr/>
          </p:nvSpPr>
          <p:spPr>
            <a:xfrm>
              <a:off x="5506763" y="2425460"/>
              <a:ext cx="27861" cy="46986"/>
            </a:xfrm>
            <a:custGeom>
              <a:avLst/>
              <a:gdLst/>
              <a:ahLst/>
              <a:cxnLst/>
              <a:rect l="0" t="0" r="0" b="0"/>
              <a:pathLst>
                <a:path w="27861" h="46986">
                  <a:moveTo>
                    <a:pt x="0" y="46986"/>
                  </a:moveTo>
                  <a:lnTo>
                    <a:pt x="2786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87" name="Candidate_receptor__3805">
              <a:extLst>
                <a:ext uri="{FF2B5EF4-FFF2-40B4-BE49-F238E27FC236}">
                  <a16:creationId xmlns:a16="http://schemas.microsoft.com/office/drawing/2014/main" id="{71AB52B3-C906-8CC5-7E53-A80515BCD39A}"/>
                </a:ext>
              </a:extLst>
            </p:cNvPr>
            <p:cNvSpPr>
              <a:spLocks noGrp="1"/>
            </p:cNvSpPr>
            <p:nvPr/>
          </p:nvSpPr>
          <p:spPr>
            <a:xfrm>
              <a:off x="4702680" y="2651167"/>
              <a:ext cx="84308" cy="7006"/>
            </a:xfrm>
            <a:custGeom>
              <a:avLst/>
              <a:gdLst/>
              <a:ahLst/>
              <a:cxnLst/>
              <a:rect l="0" t="0" r="0" b="0"/>
              <a:pathLst>
                <a:path w="84308" h="7006">
                  <a:moveTo>
                    <a:pt x="84308" y="7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88" name="Candidate_receptor__3806">
              <a:extLst>
                <a:ext uri="{FF2B5EF4-FFF2-40B4-BE49-F238E27FC236}">
                  <a16:creationId xmlns:a16="http://schemas.microsoft.com/office/drawing/2014/main" id="{0EB05CE0-5CFA-45FB-1C39-A7DC1DE51799}"/>
                </a:ext>
              </a:extLst>
            </p:cNvPr>
            <p:cNvSpPr>
              <a:spLocks noGrp="1"/>
            </p:cNvSpPr>
            <p:nvPr/>
          </p:nvSpPr>
          <p:spPr>
            <a:xfrm>
              <a:off x="4849969" y="2767564"/>
              <a:ext cx="73653" cy="33325"/>
            </a:xfrm>
            <a:custGeom>
              <a:avLst/>
              <a:gdLst/>
              <a:ahLst/>
              <a:cxnLst/>
              <a:rect l="0" t="0" r="0" b="0"/>
              <a:pathLst>
                <a:path w="73653" h="33325">
                  <a:moveTo>
                    <a:pt x="73653" y="0"/>
                  </a:moveTo>
                  <a:lnTo>
                    <a:pt x="0" y="3332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89" name="Candidate_receptor__3807">
              <a:extLst>
                <a:ext uri="{FF2B5EF4-FFF2-40B4-BE49-F238E27FC236}">
                  <a16:creationId xmlns:a16="http://schemas.microsoft.com/office/drawing/2014/main" id="{7D305843-4477-C751-9A46-9AC805E54E86}"/>
                </a:ext>
              </a:extLst>
            </p:cNvPr>
            <p:cNvSpPr>
              <a:spLocks noGrp="1"/>
            </p:cNvSpPr>
            <p:nvPr/>
          </p:nvSpPr>
          <p:spPr>
            <a:xfrm>
              <a:off x="3667044" y="2758794"/>
              <a:ext cx="98845" cy="56355"/>
            </a:xfrm>
            <a:custGeom>
              <a:avLst/>
              <a:gdLst/>
              <a:ahLst/>
              <a:cxnLst/>
              <a:rect l="0" t="0" r="0" b="0"/>
              <a:pathLst>
                <a:path w="98845" h="56355">
                  <a:moveTo>
                    <a:pt x="98845" y="0"/>
                  </a:moveTo>
                  <a:lnTo>
                    <a:pt x="0" y="5635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90" name="Candidate_receptor__3808">
              <a:extLst>
                <a:ext uri="{FF2B5EF4-FFF2-40B4-BE49-F238E27FC236}">
                  <a16:creationId xmlns:a16="http://schemas.microsoft.com/office/drawing/2014/main" id="{D8AE6BE4-822E-3B45-7FA6-DBED9EA504F3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946151"/>
              <a:ext cx="45438" cy="59564"/>
            </a:xfrm>
            <a:custGeom>
              <a:avLst/>
              <a:gdLst/>
              <a:ahLst/>
              <a:cxnLst/>
              <a:rect l="0" t="0" r="0" b="0"/>
              <a:pathLst>
                <a:path w="45438" h="59564">
                  <a:moveTo>
                    <a:pt x="45438" y="595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91" name="Candidate_receptor__3809">
              <a:extLst>
                <a:ext uri="{FF2B5EF4-FFF2-40B4-BE49-F238E27FC236}">
                  <a16:creationId xmlns:a16="http://schemas.microsoft.com/office/drawing/2014/main" id="{0C607C7F-9080-CB9A-9D79-1CF33A640291}"/>
                </a:ext>
              </a:extLst>
            </p:cNvPr>
            <p:cNvSpPr>
              <a:spLocks noGrp="1"/>
            </p:cNvSpPr>
            <p:nvPr/>
          </p:nvSpPr>
          <p:spPr>
            <a:xfrm>
              <a:off x="5721739" y="2414959"/>
              <a:ext cx="78545" cy="8722"/>
            </a:xfrm>
            <a:custGeom>
              <a:avLst/>
              <a:gdLst/>
              <a:ahLst/>
              <a:cxnLst/>
              <a:rect l="0" t="0" r="0" b="0"/>
              <a:pathLst>
                <a:path w="78545" h="8722">
                  <a:moveTo>
                    <a:pt x="0" y="8722"/>
                  </a:moveTo>
                  <a:lnTo>
                    <a:pt x="7854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92" name="Candidate_receptor__3810">
              <a:extLst>
                <a:ext uri="{FF2B5EF4-FFF2-40B4-BE49-F238E27FC236}">
                  <a16:creationId xmlns:a16="http://schemas.microsoft.com/office/drawing/2014/main" id="{67D9ACF4-0E2C-452B-F9B9-3F7B46B28C36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3462"/>
              <a:ext cx="619" cy="115331"/>
            </a:xfrm>
            <a:custGeom>
              <a:avLst/>
              <a:gdLst/>
              <a:ahLst/>
              <a:cxnLst/>
              <a:rect l="0" t="0" r="0" b="0"/>
              <a:pathLst>
                <a:path w="619" h="115331">
                  <a:moveTo>
                    <a:pt x="0" y="0"/>
                  </a:moveTo>
                  <a:lnTo>
                    <a:pt x="619" y="1153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93" name="Candidate_receptor__3811">
              <a:extLst>
                <a:ext uri="{FF2B5EF4-FFF2-40B4-BE49-F238E27FC236}">
                  <a16:creationId xmlns:a16="http://schemas.microsoft.com/office/drawing/2014/main" id="{C6EEB975-B9D0-1EF4-276F-9DEDA6134561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210374"/>
              <a:ext cx="102914" cy="34358"/>
            </a:xfrm>
            <a:custGeom>
              <a:avLst/>
              <a:gdLst/>
              <a:ahLst/>
              <a:cxnLst/>
              <a:rect l="0" t="0" r="0" b="0"/>
              <a:pathLst>
                <a:path w="102914" h="34358">
                  <a:moveTo>
                    <a:pt x="102914" y="343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94" name="Candidate_receptor__3812">
              <a:extLst>
                <a:ext uri="{FF2B5EF4-FFF2-40B4-BE49-F238E27FC236}">
                  <a16:creationId xmlns:a16="http://schemas.microsoft.com/office/drawing/2014/main" id="{52C9625D-C5BE-C9A2-F4DE-8D2FBCF4C411}"/>
                </a:ext>
              </a:extLst>
            </p:cNvPr>
            <p:cNvSpPr>
              <a:spLocks noGrp="1"/>
            </p:cNvSpPr>
            <p:nvPr/>
          </p:nvSpPr>
          <p:spPr>
            <a:xfrm>
              <a:off x="4060222" y="3051602"/>
              <a:ext cx="109881" cy="30605"/>
            </a:xfrm>
            <a:custGeom>
              <a:avLst/>
              <a:gdLst/>
              <a:ahLst/>
              <a:cxnLst/>
              <a:rect l="0" t="0" r="0" b="0"/>
              <a:pathLst>
                <a:path w="109881" h="30605">
                  <a:moveTo>
                    <a:pt x="0" y="30605"/>
                  </a:moveTo>
                  <a:lnTo>
                    <a:pt x="10988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95" name="Candidate_receptor__3813">
              <a:extLst>
                <a:ext uri="{FF2B5EF4-FFF2-40B4-BE49-F238E27FC236}">
                  <a16:creationId xmlns:a16="http://schemas.microsoft.com/office/drawing/2014/main" id="{E9717314-DE7A-D15C-AEEF-4DBF8D99BA93}"/>
                </a:ext>
              </a:extLst>
            </p:cNvPr>
            <p:cNvSpPr>
              <a:spLocks noGrp="1"/>
            </p:cNvSpPr>
            <p:nvPr/>
          </p:nvSpPr>
          <p:spPr>
            <a:xfrm>
              <a:off x="4812692" y="2943442"/>
              <a:ext cx="97728" cy="52122"/>
            </a:xfrm>
            <a:custGeom>
              <a:avLst/>
              <a:gdLst/>
              <a:ahLst/>
              <a:cxnLst/>
              <a:rect l="0" t="0" r="0" b="0"/>
              <a:pathLst>
                <a:path w="97728" h="52122">
                  <a:moveTo>
                    <a:pt x="97728" y="0"/>
                  </a:moveTo>
                  <a:lnTo>
                    <a:pt x="0" y="521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96" name="Candidate_receptor__3814">
              <a:extLst>
                <a:ext uri="{FF2B5EF4-FFF2-40B4-BE49-F238E27FC236}">
                  <a16:creationId xmlns:a16="http://schemas.microsoft.com/office/drawing/2014/main" id="{FE8CE21B-DAAD-F957-205D-C9F4B80BCB3D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31095" cy="18687"/>
            </a:xfrm>
            <a:custGeom>
              <a:avLst/>
              <a:gdLst/>
              <a:ahLst/>
              <a:cxnLst/>
              <a:rect l="0" t="0" r="0" b="0"/>
              <a:pathLst>
                <a:path w="31095" h="18687">
                  <a:moveTo>
                    <a:pt x="31095" y="186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97" name="Candidate_receptor__3815">
              <a:extLst>
                <a:ext uri="{FF2B5EF4-FFF2-40B4-BE49-F238E27FC236}">
                  <a16:creationId xmlns:a16="http://schemas.microsoft.com/office/drawing/2014/main" id="{6D703FD9-A226-9896-A4BE-BD92EF6A928D}"/>
                </a:ext>
              </a:extLst>
            </p:cNvPr>
            <p:cNvSpPr>
              <a:spLocks noGrp="1"/>
            </p:cNvSpPr>
            <p:nvPr/>
          </p:nvSpPr>
          <p:spPr>
            <a:xfrm>
              <a:off x="4282627" y="3090902"/>
              <a:ext cx="50007" cy="96678"/>
            </a:xfrm>
            <a:custGeom>
              <a:avLst/>
              <a:gdLst/>
              <a:ahLst/>
              <a:cxnLst/>
              <a:rect l="0" t="0" r="0" b="0"/>
              <a:pathLst>
                <a:path w="50007" h="96678">
                  <a:moveTo>
                    <a:pt x="50007" y="0"/>
                  </a:moveTo>
                  <a:lnTo>
                    <a:pt x="0" y="9667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98" name="Candidate_receptor__3816">
              <a:extLst>
                <a:ext uri="{FF2B5EF4-FFF2-40B4-BE49-F238E27FC236}">
                  <a16:creationId xmlns:a16="http://schemas.microsoft.com/office/drawing/2014/main" id="{FB6316C1-AA13-F406-0DE2-02BCB5688A6B}"/>
                </a:ext>
              </a:extLst>
            </p:cNvPr>
            <p:cNvSpPr>
              <a:spLocks noGrp="1"/>
            </p:cNvSpPr>
            <p:nvPr/>
          </p:nvSpPr>
          <p:spPr>
            <a:xfrm>
              <a:off x="4786987" y="2625403"/>
              <a:ext cx="101862" cy="32770"/>
            </a:xfrm>
            <a:custGeom>
              <a:avLst/>
              <a:gdLst/>
              <a:ahLst/>
              <a:cxnLst/>
              <a:rect l="0" t="0" r="0" b="0"/>
              <a:pathLst>
                <a:path w="101862" h="32770">
                  <a:moveTo>
                    <a:pt x="101862" y="0"/>
                  </a:moveTo>
                  <a:lnTo>
                    <a:pt x="0" y="3277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99" name="Candidate_receptor__3817">
              <a:extLst>
                <a:ext uri="{FF2B5EF4-FFF2-40B4-BE49-F238E27FC236}">
                  <a16:creationId xmlns:a16="http://schemas.microsoft.com/office/drawing/2014/main" id="{24637015-0136-A1B4-C8DD-55253FE50862}"/>
                </a:ext>
              </a:extLst>
            </p:cNvPr>
            <p:cNvSpPr>
              <a:spLocks noGrp="1"/>
            </p:cNvSpPr>
            <p:nvPr/>
          </p:nvSpPr>
          <p:spPr>
            <a:xfrm>
              <a:off x="4081922" y="2701555"/>
              <a:ext cx="92534" cy="67752"/>
            </a:xfrm>
            <a:custGeom>
              <a:avLst/>
              <a:gdLst/>
              <a:ahLst/>
              <a:cxnLst/>
              <a:rect l="0" t="0" r="0" b="0"/>
              <a:pathLst>
                <a:path w="92534" h="67752">
                  <a:moveTo>
                    <a:pt x="92534" y="677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00" name="Candidate_receptor__3818">
              <a:extLst>
                <a:ext uri="{FF2B5EF4-FFF2-40B4-BE49-F238E27FC236}">
                  <a16:creationId xmlns:a16="http://schemas.microsoft.com/office/drawing/2014/main" id="{F5B271F8-D8FB-36B8-8CB5-3A622E7867CA}"/>
                </a:ext>
              </a:extLst>
            </p:cNvPr>
            <p:cNvSpPr>
              <a:spLocks noGrp="1"/>
            </p:cNvSpPr>
            <p:nvPr/>
          </p:nvSpPr>
          <p:spPr>
            <a:xfrm>
              <a:off x="4757244" y="2800890"/>
              <a:ext cx="92725" cy="52422"/>
            </a:xfrm>
            <a:custGeom>
              <a:avLst/>
              <a:gdLst/>
              <a:ahLst/>
              <a:cxnLst/>
              <a:rect l="0" t="0" r="0" b="0"/>
              <a:pathLst>
                <a:path w="92725" h="52422">
                  <a:moveTo>
                    <a:pt x="92725" y="0"/>
                  </a:moveTo>
                  <a:lnTo>
                    <a:pt x="0" y="524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01" name="Candidate_receptor__3819">
              <a:extLst>
                <a:ext uri="{FF2B5EF4-FFF2-40B4-BE49-F238E27FC236}">
                  <a16:creationId xmlns:a16="http://schemas.microsoft.com/office/drawing/2014/main" id="{AE15FEE4-932D-157A-04BD-EDE0E776A122}"/>
                </a:ext>
              </a:extLst>
            </p:cNvPr>
            <p:cNvSpPr>
              <a:spLocks noGrp="1"/>
            </p:cNvSpPr>
            <p:nvPr/>
          </p:nvSpPr>
          <p:spPr>
            <a:xfrm>
              <a:off x="4884864" y="3067920"/>
              <a:ext cx="93684" cy="65946"/>
            </a:xfrm>
            <a:custGeom>
              <a:avLst/>
              <a:gdLst/>
              <a:ahLst/>
              <a:cxnLst/>
              <a:rect l="0" t="0" r="0" b="0"/>
              <a:pathLst>
                <a:path w="93684" h="65946">
                  <a:moveTo>
                    <a:pt x="93684" y="0"/>
                  </a:moveTo>
                  <a:lnTo>
                    <a:pt x="0" y="6594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02" name="Candidate_receptor__3820">
              <a:extLst>
                <a:ext uri="{FF2B5EF4-FFF2-40B4-BE49-F238E27FC236}">
                  <a16:creationId xmlns:a16="http://schemas.microsoft.com/office/drawing/2014/main" id="{684F23B5-9285-B4EF-8E24-14294B6CCABF}"/>
                </a:ext>
              </a:extLst>
            </p:cNvPr>
            <p:cNvSpPr>
              <a:spLocks noGrp="1"/>
            </p:cNvSpPr>
            <p:nvPr/>
          </p:nvSpPr>
          <p:spPr>
            <a:xfrm>
              <a:off x="4776120" y="2491080"/>
              <a:ext cx="109143" cy="10312"/>
            </a:xfrm>
            <a:custGeom>
              <a:avLst/>
              <a:gdLst/>
              <a:ahLst/>
              <a:cxnLst/>
              <a:rect l="0" t="0" r="0" b="0"/>
              <a:pathLst>
                <a:path w="109143" h="10312">
                  <a:moveTo>
                    <a:pt x="0" y="0"/>
                  </a:moveTo>
                  <a:lnTo>
                    <a:pt x="109143" y="1031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03" name="Candidate_receptor__3821">
              <a:extLst>
                <a:ext uri="{FF2B5EF4-FFF2-40B4-BE49-F238E27FC236}">
                  <a16:creationId xmlns:a16="http://schemas.microsoft.com/office/drawing/2014/main" id="{91A30FB2-2440-20AB-2E9B-B8607DFA6637}"/>
                </a:ext>
              </a:extLst>
            </p:cNvPr>
            <p:cNvSpPr>
              <a:spLocks noGrp="1"/>
            </p:cNvSpPr>
            <p:nvPr/>
          </p:nvSpPr>
          <p:spPr>
            <a:xfrm>
              <a:off x="5203024" y="3275117"/>
              <a:ext cx="10470" cy="98414"/>
            </a:xfrm>
            <a:custGeom>
              <a:avLst/>
              <a:gdLst/>
              <a:ahLst/>
              <a:cxnLst/>
              <a:rect l="0" t="0" r="0" b="0"/>
              <a:pathLst>
                <a:path w="10470" h="98414">
                  <a:moveTo>
                    <a:pt x="0" y="0"/>
                  </a:moveTo>
                  <a:lnTo>
                    <a:pt x="10470" y="98414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04" name="Candidate_receptor__3822">
              <a:extLst>
                <a:ext uri="{FF2B5EF4-FFF2-40B4-BE49-F238E27FC236}">
                  <a16:creationId xmlns:a16="http://schemas.microsoft.com/office/drawing/2014/main" id="{D2FB8FC4-E28A-61C7-F100-52786993CCDB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913867"/>
              <a:ext cx="23091" cy="93469"/>
            </a:xfrm>
            <a:custGeom>
              <a:avLst/>
              <a:gdLst/>
              <a:ahLst/>
              <a:cxnLst/>
              <a:rect l="0" t="0" r="0" b="0"/>
              <a:pathLst>
                <a:path w="23091" h="93469">
                  <a:moveTo>
                    <a:pt x="0" y="0"/>
                  </a:moveTo>
                  <a:lnTo>
                    <a:pt x="23091" y="93469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05" name="Candidate_receptor__3823">
              <a:extLst>
                <a:ext uri="{FF2B5EF4-FFF2-40B4-BE49-F238E27FC236}">
                  <a16:creationId xmlns:a16="http://schemas.microsoft.com/office/drawing/2014/main" id="{F57E9BE9-40A3-8EDC-C423-EA6E12050FE6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149805"/>
              <a:ext cx="94204" cy="63498"/>
            </a:xfrm>
            <a:custGeom>
              <a:avLst/>
              <a:gdLst/>
              <a:ahLst/>
              <a:cxnLst/>
              <a:rect l="0" t="0" r="0" b="0"/>
              <a:pathLst>
                <a:path w="94204" h="63498">
                  <a:moveTo>
                    <a:pt x="94204" y="0"/>
                  </a:moveTo>
                  <a:lnTo>
                    <a:pt x="0" y="6349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06" name="Candidate_receptor__3824">
              <a:extLst>
                <a:ext uri="{FF2B5EF4-FFF2-40B4-BE49-F238E27FC236}">
                  <a16:creationId xmlns:a16="http://schemas.microsoft.com/office/drawing/2014/main" id="{941D6C9B-BF40-9B10-43FA-CB8217E4C511}"/>
                </a:ext>
              </a:extLst>
            </p:cNvPr>
            <p:cNvSpPr>
              <a:spLocks noGrp="1"/>
            </p:cNvSpPr>
            <p:nvPr/>
          </p:nvSpPr>
          <p:spPr>
            <a:xfrm>
              <a:off x="3981647" y="3015698"/>
              <a:ext cx="78575" cy="66509"/>
            </a:xfrm>
            <a:custGeom>
              <a:avLst/>
              <a:gdLst/>
              <a:ahLst/>
              <a:cxnLst/>
              <a:rect l="0" t="0" r="0" b="0"/>
              <a:pathLst>
                <a:path w="78575" h="66509">
                  <a:moveTo>
                    <a:pt x="0" y="0"/>
                  </a:moveTo>
                  <a:lnTo>
                    <a:pt x="78575" y="6650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07" name="Candidate_receptor__3825">
              <a:extLst>
                <a:ext uri="{FF2B5EF4-FFF2-40B4-BE49-F238E27FC236}">
                  <a16:creationId xmlns:a16="http://schemas.microsoft.com/office/drawing/2014/main" id="{4B410DE9-58CB-E3B9-7ADB-8C6065D6F381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815149"/>
              <a:ext cx="16058" cy="98718"/>
            </a:xfrm>
            <a:custGeom>
              <a:avLst/>
              <a:gdLst/>
              <a:ahLst/>
              <a:cxnLst/>
              <a:rect l="0" t="0" r="0" b="0"/>
              <a:pathLst>
                <a:path w="16058" h="98718">
                  <a:moveTo>
                    <a:pt x="16058" y="0"/>
                  </a:moveTo>
                  <a:lnTo>
                    <a:pt x="0" y="9871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08" name="Candidate_receptor__3826">
              <a:extLst>
                <a:ext uri="{FF2B5EF4-FFF2-40B4-BE49-F238E27FC236}">
                  <a16:creationId xmlns:a16="http://schemas.microsoft.com/office/drawing/2014/main" id="{CE43E296-4B70-D5E9-D1CD-D6C6C0CC4421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5985" cy="95437"/>
            </a:xfrm>
            <a:custGeom>
              <a:avLst/>
              <a:gdLst/>
              <a:ahLst/>
              <a:cxnLst/>
              <a:rect l="0" t="0" r="0" b="0"/>
              <a:pathLst>
                <a:path w="5985" h="95437">
                  <a:moveTo>
                    <a:pt x="0" y="0"/>
                  </a:moveTo>
                  <a:lnTo>
                    <a:pt x="5985" y="95437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09" name="Candidate_receptor__3827">
              <a:extLst>
                <a:ext uri="{FF2B5EF4-FFF2-40B4-BE49-F238E27FC236}">
                  <a16:creationId xmlns:a16="http://schemas.microsoft.com/office/drawing/2014/main" id="{12952FCF-00FB-884C-C97F-F8B66914AD25}"/>
                </a:ext>
              </a:extLst>
            </p:cNvPr>
            <p:cNvSpPr>
              <a:spLocks noGrp="1"/>
            </p:cNvSpPr>
            <p:nvPr/>
          </p:nvSpPr>
          <p:spPr>
            <a:xfrm>
              <a:off x="4888850" y="2625403"/>
              <a:ext cx="96122" cy="5292"/>
            </a:xfrm>
            <a:custGeom>
              <a:avLst/>
              <a:gdLst/>
              <a:ahLst/>
              <a:cxnLst/>
              <a:rect l="0" t="0" r="0" b="0"/>
              <a:pathLst>
                <a:path w="96122" h="5292">
                  <a:moveTo>
                    <a:pt x="96122" y="52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10" name="Candidate_receptor__3828">
              <a:extLst>
                <a:ext uri="{FF2B5EF4-FFF2-40B4-BE49-F238E27FC236}">
                  <a16:creationId xmlns:a16="http://schemas.microsoft.com/office/drawing/2014/main" id="{C2273E08-1A13-F25A-750A-D0239366B576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412667"/>
              <a:ext cx="59767" cy="72244"/>
            </a:xfrm>
            <a:custGeom>
              <a:avLst/>
              <a:gdLst/>
              <a:ahLst/>
              <a:cxnLst/>
              <a:rect l="0" t="0" r="0" b="0"/>
              <a:pathLst>
                <a:path w="59767" h="72244">
                  <a:moveTo>
                    <a:pt x="0" y="0"/>
                  </a:moveTo>
                  <a:lnTo>
                    <a:pt x="59767" y="722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11" name="Candidate_receptor__3829">
              <a:extLst>
                <a:ext uri="{FF2B5EF4-FFF2-40B4-BE49-F238E27FC236}">
                  <a16:creationId xmlns:a16="http://schemas.microsoft.com/office/drawing/2014/main" id="{327EF38D-A2B6-37F3-98FA-B72FA0A92ED4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096410"/>
              <a:ext cx="11256" cy="113964"/>
            </a:xfrm>
            <a:custGeom>
              <a:avLst/>
              <a:gdLst/>
              <a:ahLst/>
              <a:cxnLst/>
              <a:rect l="0" t="0" r="0" b="0"/>
              <a:pathLst>
                <a:path w="11256" h="113964">
                  <a:moveTo>
                    <a:pt x="0" y="113964"/>
                  </a:moveTo>
                  <a:lnTo>
                    <a:pt x="1125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12" name="Candidate_receptor__3830">
              <a:extLst>
                <a:ext uri="{FF2B5EF4-FFF2-40B4-BE49-F238E27FC236}">
                  <a16:creationId xmlns:a16="http://schemas.microsoft.com/office/drawing/2014/main" id="{75ED6FB4-517D-7025-5883-DF4149B32F6D}"/>
                </a:ext>
              </a:extLst>
            </p:cNvPr>
            <p:cNvSpPr>
              <a:spLocks noGrp="1"/>
            </p:cNvSpPr>
            <p:nvPr/>
          </p:nvSpPr>
          <p:spPr>
            <a:xfrm>
              <a:off x="4978445" y="3202630"/>
              <a:ext cx="87729" cy="63231"/>
            </a:xfrm>
            <a:custGeom>
              <a:avLst/>
              <a:gdLst/>
              <a:ahLst/>
              <a:cxnLst/>
              <a:rect l="0" t="0" r="0" b="0"/>
              <a:pathLst>
                <a:path w="87729" h="63231">
                  <a:moveTo>
                    <a:pt x="87729" y="0"/>
                  </a:moveTo>
                  <a:lnTo>
                    <a:pt x="0" y="632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13" name="Candidate_receptor__3831">
              <a:extLst>
                <a:ext uri="{FF2B5EF4-FFF2-40B4-BE49-F238E27FC236}">
                  <a16:creationId xmlns:a16="http://schemas.microsoft.com/office/drawing/2014/main" id="{3DD4F184-AB39-ABFE-2F3E-86CE12FABD41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491080"/>
              <a:ext cx="103393" cy="48993"/>
            </a:xfrm>
            <a:custGeom>
              <a:avLst/>
              <a:gdLst/>
              <a:ahLst/>
              <a:cxnLst/>
              <a:rect l="0" t="0" r="0" b="0"/>
              <a:pathLst>
                <a:path w="103393" h="48993">
                  <a:moveTo>
                    <a:pt x="0" y="48993"/>
                  </a:moveTo>
                  <a:lnTo>
                    <a:pt x="103393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14" name="Candidate_receptor__3832">
              <a:extLst>
                <a:ext uri="{FF2B5EF4-FFF2-40B4-BE49-F238E27FC236}">
                  <a16:creationId xmlns:a16="http://schemas.microsoft.com/office/drawing/2014/main" id="{7A1A43E3-1EE0-EC4F-602A-FE752AC79C36}"/>
                </a:ext>
              </a:extLst>
            </p:cNvPr>
            <p:cNvSpPr>
              <a:spLocks noGrp="1"/>
            </p:cNvSpPr>
            <p:nvPr/>
          </p:nvSpPr>
          <p:spPr>
            <a:xfrm>
              <a:off x="4984972" y="2572272"/>
              <a:ext cx="87909" cy="58423"/>
            </a:xfrm>
            <a:custGeom>
              <a:avLst/>
              <a:gdLst/>
              <a:ahLst/>
              <a:cxnLst/>
              <a:rect l="0" t="0" r="0" b="0"/>
              <a:pathLst>
                <a:path w="87909" h="58423">
                  <a:moveTo>
                    <a:pt x="87909" y="0"/>
                  </a:moveTo>
                  <a:lnTo>
                    <a:pt x="0" y="5842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15" name="Candidate_receptor__3833">
              <a:extLst>
                <a:ext uri="{FF2B5EF4-FFF2-40B4-BE49-F238E27FC236}">
                  <a16:creationId xmlns:a16="http://schemas.microsoft.com/office/drawing/2014/main" id="{215CA437-674F-0243-89CA-8D669AE49346}"/>
                </a:ext>
              </a:extLst>
            </p:cNvPr>
            <p:cNvSpPr>
              <a:spLocks noGrp="1"/>
            </p:cNvSpPr>
            <p:nvPr/>
          </p:nvSpPr>
          <p:spPr>
            <a:xfrm>
              <a:off x="3895452" y="2634984"/>
              <a:ext cx="22796" cy="66344"/>
            </a:xfrm>
            <a:custGeom>
              <a:avLst/>
              <a:gdLst/>
              <a:ahLst/>
              <a:cxnLst/>
              <a:rect l="0" t="0" r="0" b="0"/>
              <a:pathLst>
                <a:path w="22796" h="66344">
                  <a:moveTo>
                    <a:pt x="22796" y="0"/>
                  </a:moveTo>
                  <a:lnTo>
                    <a:pt x="0" y="663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16" name="Candidate_receptor__3834">
              <a:extLst>
                <a:ext uri="{FF2B5EF4-FFF2-40B4-BE49-F238E27FC236}">
                  <a16:creationId xmlns:a16="http://schemas.microsoft.com/office/drawing/2014/main" id="{39D87D52-4E40-4AF7-8A0D-27B3C3FC3C15}"/>
                </a:ext>
              </a:extLst>
            </p:cNvPr>
            <p:cNvSpPr>
              <a:spLocks noGrp="1"/>
            </p:cNvSpPr>
            <p:nvPr/>
          </p:nvSpPr>
          <p:spPr>
            <a:xfrm>
              <a:off x="4788154" y="2995564"/>
              <a:ext cx="24538" cy="58081"/>
            </a:xfrm>
            <a:custGeom>
              <a:avLst/>
              <a:gdLst/>
              <a:ahLst/>
              <a:cxnLst/>
              <a:rect l="0" t="0" r="0" b="0"/>
              <a:pathLst>
                <a:path w="24538" h="58081">
                  <a:moveTo>
                    <a:pt x="24538" y="0"/>
                  </a:moveTo>
                  <a:lnTo>
                    <a:pt x="0" y="5808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17" name="Candidate_receptor__3835">
              <a:extLst>
                <a:ext uri="{FF2B5EF4-FFF2-40B4-BE49-F238E27FC236}">
                  <a16:creationId xmlns:a16="http://schemas.microsoft.com/office/drawing/2014/main" id="{1CA01E82-B414-0AAF-2393-EA6419095782}"/>
                </a:ext>
              </a:extLst>
            </p:cNvPr>
            <p:cNvSpPr>
              <a:spLocks noGrp="1"/>
            </p:cNvSpPr>
            <p:nvPr/>
          </p:nvSpPr>
          <p:spPr>
            <a:xfrm>
              <a:off x="5698587" y="2005715"/>
              <a:ext cx="70422" cy="90695"/>
            </a:xfrm>
            <a:custGeom>
              <a:avLst/>
              <a:gdLst/>
              <a:ahLst/>
              <a:cxnLst/>
              <a:rect l="0" t="0" r="0" b="0"/>
              <a:pathLst>
                <a:path w="70422" h="90695">
                  <a:moveTo>
                    <a:pt x="70422" y="906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18" name="Candidate_receptor__3836">
              <a:extLst>
                <a:ext uri="{FF2B5EF4-FFF2-40B4-BE49-F238E27FC236}">
                  <a16:creationId xmlns:a16="http://schemas.microsoft.com/office/drawing/2014/main" id="{B701F4C1-53CC-DECD-EA20-5E059ACFCD37}"/>
                </a:ext>
              </a:extLst>
            </p:cNvPr>
            <p:cNvSpPr>
              <a:spLocks noGrp="1"/>
            </p:cNvSpPr>
            <p:nvPr/>
          </p:nvSpPr>
          <p:spPr>
            <a:xfrm>
              <a:off x="5800284" y="2414959"/>
              <a:ext cx="29637" cy="111311"/>
            </a:xfrm>
            <a:custGeom>
              <a:avLst/>
              <a:gdLst/>
              <a:ahLst/>
              <a:cxnLst/>
              <a:rect l="0" t="0" r="0" b="0"/>
              <a:pathLst>
                <a:path w="29637" h="111311">
                  <a:moveTo>
                    <a:pt x="0" y="0"/>
                  </a:moveTo>
                  <a:lnTo>
                    <a:pt x="29637" y="11131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19" name="Candidate_receptor__3837">
              <a:extLst>
                <a:ext uri="{FF2B5EF4-FFF2-40B4-BE49-F238E27FC236}">
                  <a16:creationId xmlns:a16="http://schemas.microsoft.com/office/drawing/2014/main" id="{D56D14B6-4502-A200-8B09-AF5F57E71DE5}"/>
                </a:ext>
              </a:extLst>
            </p:cNvPr>
            <p:cNvSpPr>
              <a:spLocks noGrp="1"/>
            </p:cNvSpPr>
            <p:nvPr/>
          </p:nvSpPr>
          <p:spPr>
            <a:xfrm>
              <a:off x="5072881" y="2572272"/>
              <a:ext cx="93421" cy="27474"/>
            </a:xfrm>
            <a:custGeom>
              <a:avLst/>
              <a:gdLst/>
              <a:ahLst/>
              <a:cxnLst/>
              <a:rect l="0" t="0" r="0" b="0"/>
              <a:pathLst>
                <a:path w="93421" h="27474">
                  <a:moveTo>
                    <a:pt x="93421" y="274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20" name="Candidate_receptor__3838">
              <a:extLst>
                <a:ext uri="{FF2B5EF4-FFF2-40B4-BE49-F238E27FC236}">
                  <a16:creationId xmlns:a16="http://schemas.microsoft.com/office/drawing/2014/main" id="{67FCC807-6CE9-C08B-51F0-89377B96FB26}"/>
                </a:ext>
              </a:extLst>
            </p:cNvPr>
            <p:cNvSpPr>
              <a:spLocks noGrp="1"/>
            </p:cNvSpPr>
            <p:nvPr/>
          </p:nvSpPr>
          <p:spPr>
            <a:xfrm>
              <a:off x="4151881" y="3230206"/>
              <a:ext cx="8983" cy="111269"/>
            </a:xfrm>
            <a:custGeom>
              <a:avLst/>
              <a:gdLst/>
              <a:ahLst/>
              <a:cxnLst/>
              <a:rect l="0" t="0" r="0" b="0"/>
              <a:pathLst>
                <a:path w="8983" h="111269">
                  <a:moveTo>
                    <a:pt x="8983" y="1112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21" name="Candidate_receptor__3839">
              <a:extLst>
                <a:ext uri="{FF2B5EF4-FFF2-40B4-BE49-F238E27FC236}">
                  <a16:creationId xmlns:a16="http://schemas.microsoft.com/office/drawing/2014/main" id="{1E5CE7E3-7502-AD80-A9BB-498C7F764893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96742"/>
              <a:ext cx="106168" cy="33464"/>
            </a:xfrm>
            <a:custGeom>
              <a:avLst/>
              <a:gdLst/>
              <a:ahLst/>
              <a:cxnLst/>
              <a:rect l="0" t="0" r="0" b="0"/>
              <a:pathLst>
                <a:path w="106168" h="33464">
                  <a:moveTo>
                    <a:pt x="106168" y="334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22" name="Candidate_receptor__3840">
              <a:extLst>
                <a:ext uri="{FF2B5EF4-FFF2-40B4-BE49-F238E27FC236}">
                  <a16:creationId xmlns:a16="http://schemas.microsoft.com/office/drawing/2014/main" id="{A2D8E110-0FEC-FF1A-80E5-B19FA7B0E2A0}"/>
                </a:ext>
              </a:extLst>
            </p:cNvPr>
            <p:cNvSpPr>
              <a:spLocks noGrp="1"/>
            </p:cNvSpPr>
            <p:nvPr/>
          </p:nvSpPr>
          <p:spPr>
            <a:xfrm>
              <a:off x="4065448" y="2608529"/>
              <a:ext cx="16474" cy="93027"/>
            </a:xfrm>
            <a:custGeom>
              <a:avLst/>
              <a:gdLst/>
              <a:ahLst/>
              <a:cxnLst/>
              <a:rect l="0" t="0" r="0" b="0"/>
              <a:pathLst>
                <a:path w="16474" h="93027">
                  <a:moveTo>
                    <a:pt x="16474" y="93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23" name="Candidate_receptor__3841">
              <a:extLst>
                <a:ext uri="{FF2B5EF4-FFF2-40B4-BE49-F238E27FC236}">
                  <a16:creationId xmlns:a16="http://schemas.microsoft.com/office/drawing/2014/main" id="{6118C943-F9C4-A115-3BBD-FB985912E372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41474"/>
              <a:ext cx="110055" cy="24260"/>
            </a:xfrm>
            <a:custGeom>
              <a:avLst/>
              <a:gdLst/>
              <a:ahLst/>
              <a:cxnLst/>
              <a:rect l="0" t="0" r="0" b="0"/>
              <a:pathLst>
                <a:path w="110055" h="24260">
                  <a:moveTo>
                    <a:pt x="0" y="24260"/>
                  </a:moveTo>
                  <a:lnTo>
                    <a:pt x="11005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24" name="Candidate_receptor__3842">
              <a:extLst>
                <a:ext uri="{FF2B5EF4-FFF2-40B4-BE49-F238E27FC236}">
                  <a16:creationId xmlns:a16="http://schemas.microsoft.com/office/drawing/2014/main" id="{85FEE7A6-2B27-588D-8169-875569C94B13}"/>
                </a:ext>
              </a:extLst>
            </p:cNvPr>
            <p:cNvSpPr>
              <a:spLocks noGrp="1"/>
            </p:cNvSpPr>
            <p:nvPr/>
          </p:nvSpPr>
          <p:spPr>
            <a:xfrm>
              <a:off x="4885263" y="2475183"/>
              <a:ext cx="71415" cy="26208"/>
            </a:xfrm>
            <a:custGeom>
              <a:avLst/>
              <a:gdLst/>
              <a:ahLst/>
              <a:cxnLst/>
              <a:rect l="0" t="0" r="0" b="0"/>
              <a:pathLst>
                <a:path w="71415" h="26208">
                  <a:moveTo>
                    <a:pt x="0" y="26208"/>
                  </a:moveTo>
                  <a:lnTo>
                    <a:pt x="7141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25" name="Candidate_receptor__3843">
              <a:extLst>
                <a:ext uri="{FF2B5EF4-FFF2-40B4-BE49-F238E27FC236}">
                  <a16:creationId xmlns:a16="http://schemas.microsoft.com/office/drawing/2014/main" id="{52624505-A561-54C7-1A52-82EDBD1CDD62}"/>
                </a:ext>
              </a:extLst>
            </p:cNvPr>
            <p:cNvSpPr>
              <a:spLocks noGrp="1"/>
            </p:cNvSpPr>
            <p:nvPr/>
          </p:nvSpPr>
          <p:spPr>
            <a:xfrm>
              <a:off x="4715254" y="2853312"/>
              <a:ext cx="41990" cy="22721"/>
            </a:xfrm>
            <a:custGeom>
              <a:avLst/>
              <a:gdLst/>
              <a:ahLst/>
              <a:cxnLst/>
              <a:rect l="0" t="0" r="0" b="0"/>
              <a:pathLst>
                <a:path w="41990" h="22721">
                  <a:moveTo>
                    <a:pt x="41990" y="0"/>
                  </a:moveTo>
                  <a:lnTo>
                    <a:pt x="0" y="2272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26" name="Candidate_receptor__3844">
              <a:extLst>
                <a:ext uri="{FF2B5EF4-FFF2-40B4-BE49-F238E27FC236}">
                  <a16:creationId xmlns:a16="http://schemas.microsoft.com/office/drawing/2014/main" id="{CAE95AEF-B068-6C83-AA2B-2DA6291B10C2}"/>
                </a:ext>
              </a:extLst>
            </p:cNvPr>
            <p:cNvSpPr>
              <a:spLocks noGrp="1"/>
            </p:cNvSpPr>
            <p:nvPr/>
          </p:nvSpPr>
          <p:spPr>
            <a:xfrm>
              <a:off x="5327213" y="2592430"/>
              <a:ext cx="43449" cy="103813"/>
            </a:xfrm>
            <a:custGeom>
              <a:avLst/>
              <a:gdLst/>
              <a:ahLst/>
              <a:cxnLst/>
              <a:rect l="0" t="0" r="0" b="0"/>
              <a:pathLst>
                <a:path w="43449" h="103813">
                  <a:moveTo>
                    <a:pt x="43449" y="1038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27" name="Candidate_receptor__3845">
              <a:extLst>
                <a:ext uri="{FF2B5EF4-FFF2-40B4-BE49-F238E27FC236}">
                  <a16:creationId xmlns:a16="http://schemas.microsoft.com/office/drawing/2014/main" id="{67865610-4688-A704-0E2D-4A54B020CC50}"/>
                </a:ext>
              </a:extLst>
            </p:cNvPr>
            <p:cNvSpPr>
              <a:spLocks noGrp="1"/>
            </p:cNvSpPr>
            <p:nvPr/>
          </p:nvSpPr>
          <p:spPr>
            <a:xfrm>
              <a:off x="5346095" y="2906146"/>
              <a:ext cx="39595" cy="33757"/>
            </a:xfrm>
            <a:custGeom>
              <a:avLst/>
              <a:gdLst/>
              <a:ahLst/>
              <a:cxnLst/>
              <a:rect l="0" t="0" r="0" b="0"/>
              <a:pathLst>
                <a:path w="39595" h="33757">
                  <a:moveTo>
                    <a:pt x="0" y="0"/>
                  </a:moveTo>
                  <a:lnTo>
                    <a:pt x="39595" y="3375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28" name="Candidate_receptor__3846">
              <a:extLst>
                <a:ext uri="{FF2B5EF4-FFF2-40B4-BE49-F238E27FC236}">
                  <a16:creationId xmlns:a16="http://schemas.microsoft.com/office/drawing/2014/main" id="{931A9014-1363-30C7-4C34-086375E6F178}"/>
                </a:ext>
              </a:extLst>
            </p:cNvPr>
            <p:cNvSpPr>
              <a:spLocks noGrp="1"/>
            </p:cNvSpPr>
            <p:nvPr/>
          </p:nvSpPr>
          <p:spPr>
            <a:xfrm>
              <a:off x="5534624" y="2357735"/>
              <a:ext cx="90557" cy="67725"/>
            </a:xfrm>
            <a:custGeom>
              <a:avLst/>
              <a:gdLst/>
              <a:ahLst/>
              <a:cxnLst/>
              <a:rect l="0" t="0" r="0" b="0"/>
              <a:pathLst>
                <a:path w="90557" h="67725">
                  <a:moveTo>
                    <a:pt x="0" y="67725"/>
                  </a:moveTo>
                  <a:lnTo>
                    <a:pt x="9055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29" name="Candidate_receptor__3847">
              <a:extLst>
                <a:ext uri="{FF2B5EF4-FFF2-40B4-BE49-F238E27FC236}">
                  <a16:creationId xmlns:a16="http://schemas.microsoft.com/office/drawing/2014/main" id="{025E513F-4D36-586E-01AB-5A415E075494}"/>
                </a:ext>
              </a:extLst>
            </p:cNvPr>
            <p:cNvSpPr>
              <a:spLocks noGrp="1"/>
            </p:cNvSpPr>
            <p:nvPr/>
          </p:nvSpPr>
          <p:spPr>
            <a:xfrm>
              <a:off x="3869176" y="3015698"/>
              <a:ext cx="112472" cy="17882"/>
            </a:xfrm>
            <a:custGeom>
              <a:avLst/>
              <a:gdLst/>
              <a:ahLst/>
              <a:cxnLst/>
              <a:rect l="0" t="0" r="0" b="0"/>
              <a:pathLst>
                <a:path w="112472" h="17882">
                  <a:moveTo>
                    <a:pt x="0" y="17882"/>
                  </a:moveTo>
                  <a:lnTo>
                    <a:pt x="112472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30" name="Candidate_receptor__3848">
              <a:extLst>
                <a:ext uri="{FF2B5EF4-FFF2-40B4-BE49-F238E27FC236}">
                  <a16:creationId xmlns:a16="http://schemas.microsoft.com/office/drawing/2014/main" id="{14CEE64D-3990-3370-59C2-F386D6E15D2D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2611"/>
              <a:ext cx="35454" cy="852"/>
            </a:xfrm>
            <a:custGeom>
              <a:avLst/>
              <a:gdLst/>
              <a:ahLst/>
              <a:cxnLst/>
              <a:rect l="0" t="0" r="0" b="0"/>
              <a:pathLst>
                <a:path w="35454" h="852">
                  <a:moveTo>
                    <a:pt x="35454" y="0"/>
                  </a:moveTo>
                  <a:lnTo>
                    <a:pt x="0" y="85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31" name="Candidate_receptor__3849">
              <a:extLst>
                <a:ext uri="{FF2B5EF4-FFF2-40B4-BE49-F238E27FC236}">
                  <a16:creationId xmlns:a16="http://schemas.microsoft.com/office/drawing/2014/main" id="{193B2FC5-5035-9D27-CFF8-BF54DBFAD414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43567"/>
              <a:ext cx="11873" cy="64213"/>
            </a:xfrm>
            <a:custGeom>
              <a:avLst/>
              <a:gdLst/>
              <a:ahLst/>
              <a:cxnLst/>
              <a:rect l="0" t="0" r="0" b="0"/>
              <a:pathLst>
                <a:path w="11873" h="64213">
                  <a:moveTo>
                    <a:pt x="11873" y="0"/>
                  </a:moveTo>
                  <a:lnTo>
                    <a:pt x="0" y="64213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32" name="Candidate_receptor__3850">
              <a:extLst>
                <a:ext uri="{FF2B5EF4-FFF2-40B4-BE49-F238E27FC236}">
                  <a16:creationId xmlns:a16="http://schemas.microsoft.com/office/drawing/2014/main" id="{F6FA21A9-1CBF-3056-0FFB-D8C2B293204C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540073"/>
              <a:ext cx="24382" cy="64830"/>
            </a:xfrm>
            <a:custGeom>
              <a:avLst/>
              <a:gdLst/>
              <a:ahLst/>
              <a:cxnLst/>
              <a:rect l="0" t="0" r="0" b="0"/>
              <a:pathLst>
                <a:path w="24382" h="64830">
                  <a:moveTo>
                    <a:pt x="24382" y="648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533" name="Candidate_receptor__3851">
              <a:extLst>
                <a:ext uri="{FF2B5EF4-FFF2-40B4-BE49-F238E27FC236}">
                  <a16:creationId xmlns:a16="http://schemas.microsoft.com/office/drawing/2014/main" id="{4F8852B7-53B4-2AEB-25FD-E392CB007B1C}"/>
                </a:ext>
              </a:extLst>
            </p:cNvPr>
            <p:cNvSpPr>
              <a:spLocks noGrp="1"/>
            </p:cNvSpPr>
            <p:nvPr/>
          </p:nvSpPr>
          <p:spPr>
            <a:xfrm>
              <a:off x="5166303" y="2517282"/>
              <a:ext cx="80471" cy="82464"/>
            </a:xfrm>
            <a:custGeom>
              <a:avLst/>
              <a:gdLst/>
              <a:ahLst/>
              <a:cxnLst/>
              <a:rect l="0" t="0" r="0" b="0"/>
              <a:pathLst>
                <a:path w="80471" h="82464">
                  <a:moveTo>
                    <a:pt x="80471" y="0"/>
                  </a:moveTo>
                  <a:lnTo>
                    <a:pt x="0" y="8246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34" name="Candidate_receptor__3852">
              <a:extLst>
                <a:ext uri="{FF2B5EF4-FFF2-40B4-BE49-F238E27FC236}">
                  <a16:creationId xmlns:a16="http://schemas.microsoft.com/office/drawing/2014/main" id="{1DEBCFDB-A006-8207-7934-94300F1C32F6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75189"/>
              <a:ext cx="66846" cy="94230"/>
            </a:xfrm>
            <a:custGeom>
              <a:avLst/>
              <a:gdLst/>
              <a:ahLst/>
              <a:cxnLst/>
              <a:rect l="0" t="0" r="0" b="0"/>
              <a:pathLst>
                <a:path w="66846" h="94230">
                  <a:moveTo>
                    <a:pt x="66846" y="942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35" name="Candidate_receptor__3853">
              <a:extLst>
                <a:ext uri="{FF2B5EF4-FFF2-40B4-BE49-F238E27FC236}">
                  <a16:creationId xmlns:a16="http://schemas.microsoft.com/office/drawing/2014/main" id="{35D34672-D9C9-6216-F0DB-DA1F3F6BBDD1}"/>
                </a:ext>
              </a:extLst>
            </p:cNvPr>
            <p:cNvSpPr>
              <a:spLocks noGrp="1"/>
            </p:cNvSpPr>
            <p:nvPr/>
          </p:nvSpPr>
          <p:spPr>
            <a:xfrm>
              <a:off x="5625181" y="2357735"/>
              <a:ext cx="57980" cy="85832"/>
            </a:xfrm>
            <a:custGeom>
              <a:avLst/>
              <a:gdLst/>
              <a:ahLst/>
              <a:cxnLst/>
              <a:rect l="0" t="0" r="0" b="0"/>
              <a:pathLst>
                <a:path w="57980" h="85832">
                  <a:moveTo>
                    <a:pt x="0" y="0"/>
                  </a:moveTo>
                  <a:lnTo>
                    <a:pt x="57980" y="8583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36" name="Candidate_receptor__3854">
              <a:extLst>
                <a:ext uri="{FF2B5EF4-FFF2-40B4-BE49-F238E27FC236}">
                  <a16:creationId xmlns:a16="http://schemas.microsoft.com/office/drawing/2014/main" id="{23C710AD-A05E-D811-E991-96342D0563F5}"/>
                </a:ext>
              </a:extLst>
            </p:cNvPr>
            <p:cNvSpPr>
              <a:spLocks noGrp="1"/>
            </p:cNvSpPr>
            <p:nvPr/>
          </p:nvSpPr>
          <p:spPr>
            <a:xfrm>
              <a:off x="4958578" y="3265861"/>
              <a:ext cx="19867" cy="79987"/>
            </a:xfrm>
            <a:custGeom>
              <a:avLst/>
              <a:gdLst/>
              <a:ahLst/>
              <a:cxnLst/>
              <a:rect l="0" t="0" r="0" b="0"/>
              <a:pathLst>
                <a:path w="19867" h="79987">
                  <a:moveTo>
                    <a:pt x="19867" y="0"/>
                  </a:moveTo>
                  <a:lnTo>
                    <a:pt x="0" y="79987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537" name="Candidate_receptor__3855">
              <a:extLst>
                <a:ext uri="{FF2B5EF4-FFF2-40B4-BE49-F238E27FC236}">
                  <a16:creationId xmlns:a16="http://schemas.microsoft.com/office/drawing/2014/main" id="{23E2B2E4-9EF7-AFB7-4970-671D72EB8771}"/>
                </a:ext>
              </a:extLst>
            </p:cNvPr>
            <p:cNvSpPr>
              <a:spLocks noGrp="1"/>
            </p:cNvSpPr>
            <p:nvPr/>
          </p:nvSpPr>
          <p:spPr>
            <a:xfrm>
              <a:off x="4956678" y="2471532"/>
              <a:ext cx="114693" cy="3651"/>
            </a:xfrm>
            <a:custGeom>
              <a:avLst/>
              <a:gdLst/>
              <a:ahLst/>
              <a:cxnLst/>
              <a:rect l="0" t="0" r="0" b="0"/>
              <a:pathLst>
                <a:path w="114693" h="3651">
                  <a:moveTo>
                    <a:pt x="0" y="3651"/>
                  </a:moveTo>
                  <a:lnTo>
                    <a:pt x="114693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38" name="Candidate_receptor__3856">
              <a:extLst>
                <a:ext uri="{FF2B5EF4-FFF2-40B4-BE49-F238E27FC236}">
                  <a16:creationId xmlns:a16="http://schemas.microsoft.com/office/drawing/2014/main" id="{D93C6376-44A6-5BD5-7B91-0EE561D0831C}"/>
                </a:ext>
              </a:extLst>
            </p:cNvPr>
            <p:cNvSpPr>
              <a:spLocks noGrp="1"/>
            </p:cNvSpPr>
            <p:nvPr/>
          </p:nvSpPr>
          <p:spPr>
            <a:xfrm>
              <a:off x="3826444" y="2941272"/>
              <a:ext cx="42732" cy="92307"/>
            </a:xfrm>
            <a:custGeom>
              <a:avLst/>
              <a:gdLst/>
              <a:ahLst/>
              <a:cxnLst/>
              <a:rect l="0" t="0" r="0" b="0"/>
              <a:pathLst>
                <a:path w="42732" h="92307">
                  <a:moveTo>
                    <a:pt x="0" y="0"/>
                  </a:moveTo>
                  <a:lnTo>
                    <a:pt x="42732" y="92307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39" name="Candidate_receptor__3857">
              <a:extLst>
                <a:ext uri="{FF2B5EF4-FFF2-40B4-BE49-F238E27FC236}">
                  <a16:creationId xmlns:a16="http://schemas.microsoft.com/office/drawing/2014/main" id="{1820A1D1-8793-BD16-6072-9CEE15458E42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06146"/>
              <a:ext cx="91302" cy="69043"/>
            </a:xfrm>
            <a:custGeom>
              <a:avLst/>
              <a:gdLst/>
              <a:ahLst/>
              <a:cxnLst/>
              <a:rect l="0" t="0" r="0" b="0"/>
              <a:pathLst>
                <a:path w="91302" h="69043">
                  <a:moveTo>
                    <a:pt x="0" y="69043"/>
                  </a:moveTo>
                  <a:lnTo>
                    <a:pt x="9130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40" name="Candidate_receptor__3858">
              <a:extLst>
                <a:ext uri="{FF2B5EF4-FFF2-40B4-BE49-F238E27FC236}">
                  <a16:creationId xmlns:a16="http://schemas.microsoft.com/office/drawing/2014/main" id="{28E20790-D107-DA54-8F6D-4391C3246388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345849"/>
              <a:ext cx="62046" cy="66819"/>
            </a:xfrm>
            <a:custGeom>
              <a:avLst/>
              <a:gdLst/>
              <a:ahLst/>
              <a:cxnLst/>
              <a:rect l="0" t="0" r="0" b="0"/>
              <a:pathLst>
                <a:path w="62046" h="66819">
                  <a:moveTo>
                    <a:pt x="62046" y="0"/>
                  </a:moveTo>
                  <a:lnTo>
                    <a:pt x="0" y="66819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41" name="Candidate_receptor__3859">
              <a:extLst>
                <a:ext uri="{FF2B5EF4-FFF2-40B4-BE49-F238E27FC236}">
                  <a16:creationId xmlns:a16="http://schemas.microsoft.com/office/drawing/2014/main" id="{DFCBD99B-D6FD-3F21-430A-054D35B26563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696243"/>
              <a:ext cx="58942" cy="68116"/>
            </a:xfrm>
            <a:custGeom>
              <a:avLst/>
              <a:gdLst/>
              <a:ahLst/>
              <a:cxnLst/>
              <a:rect l="0" t="0" r="0" b="0"/>
              <a:pathLst>
                <a:path w="58942" h="68116">
                  <a:moveTo>
                    <a:pt x="0" y="68116"/>
                  </a:moveTo>
                  <a:lnTo>
                    <a:pt x="58942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542" name="Candidate_receptor__3860">
              <a:extLst>
                <a:ext uri="{FF2B5EF4-FFF2-40B4-BE49-F238E27FC236}">
                  <a16:creationId xmlns:a16="http://schemas.microsoft.com/office/drawing/2014/main" id="{BD21107C-679A-C462-7B80-7C945CBC879C}"/>
                </a:ext>
              </a:extLst>
            </p:cNvPr>
            <p:cNvSpPr>
              <a:spLocks noGrp="1"/>
            </p:cNvSpPr>
            <p:nvPr/>
          </p:nvSpPr>
          <p:spPr>
            <a:xfrm>
              <a:off x="3800724" y="2642611"/>
              <a:ext cx="94727" cy="58717"/>
            </a:xfrm>
            <a:custGeom>
              <a:avLst/>
              <a:gdLst/>
              <a:ahLst/>
              <a:cxnLst/>
              <a:rect l="0" t="0" r="0" b="0"/>
              <a:pathLst>
                <a:path w="94727" h="58717">
                  <a:moveTo>
                    <a:pt x="94727" y="587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43" name="Candidate_receptor__3861">
              <a:extLst>
                <a:ext uri="{FF2B5EF4-FFF2-40B4-BE49-F238E27FC236}">
                  <a16:creationId xmlns:a16="http://schemas.microsoft.com/office/drawing/2014/main" id="{6EAC61EA-DD41-35BE-3928-16C153A1FD15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60568" cy="48898"/>
            </a:xfrm>
            <a:custGeom>
              <a:avLst/>
              <a:gdLst/>
              <a:ahLst/>
              <a:cxnLst/>
              <a:rect l="0" t="0" r="0" b="0"/>
              <a:pathLst>
                <a:path w="60568" h="48898">
                  <a:moveTo>
                    <a:pt x="60568" y="488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44" name="Candidate_receptor__3862">
              <a:extLst>
                <a:ext uri="{FF2B5EF4-FFF2-40B4-BE49-F238E27FC236}">
                  <a16:creationId xmlns:a16="http://schemas.microsoft.com/office/drawing/2014/main" id="{37B07EE1-D4CD-5A5B-9E37-84A8B9823D41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94545" cy="10275"/>
            </a:xfrm>
            <a:custGeom>
              <a:avLst/>
              <a:gdLst/>
              <a:ahLst/>
              <a:cxnLst/>
              <a:rect l="0" t="0" r="0" b="0"/>
              <a:pathLst>
                <a:path w="94545" h="10275">
                  <a:moveTo>
                    <a:pt x="0" y="0"/>
                  </a:moveTo>
                  <a:lnTo>
                    <a:pt x="94545" y="10275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545" name="Candidate_receptor__3863">
              <a:extLst>
                <a:ext uri="{FF2B5EF4-FFF2-40B4-BE49-F238E27FC236}">
                  <a16:creationId xmlns:a16="http://schemas.microsoft.com/office/drawing/2014/main" id="{6EB9DDBC-DFC6-8C92-C40E-BAF79CFBF669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24086"/>
              <a:ext cx="23844" cy="72656"/>
            </a:xfrm>
            <a:custGeom>
              <a:avLst/>
              <a:gdLst/>
              <a:ahLst/>
              <a:cxnLst/>
              <a:rect l="0" t="0" r="0" b="0"/>
              <a:pathLst>
                <a:path w="23844" h="72656">
                  <a:moveTo>
                    <a:pt x="0" y="72656"/>
                  </a:moveTo>
                  <a:lnTo>
                    <a:pt x="23844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46" name="Candidate_receptor__3864">
              <a:extLst>
                <a:ext uri="{FF2B5EF4-FFF2-40B4-BE49-F238E27FC236}">
                  <a16:creationId xmlns:a16="http://schemas.microsoft.com/office/drawing/2014/main" id="{66DDA98E-6E33-6D1E-439E-F566B725262B}"/>
                </a:ext>
              </a:extLst>
            </p:cNvPr>
            <p:cNvSpPr>
              <a:spLocks noGrp="1"/>
            </p:cNvSpPr>
            <p:nvPr/>
          </p:nvSpPr>
          <p:spPr>
            <a:xfrm>
              <a:off x="5213494" y="3353509"/>
              <a:ext cx="16447" cy="20022"/>
            </a:xfrm>
            <a:custGeom>
              <a:avLst/>
              <a:gdLst/>
              <a:ahLst/>
              <a:cxnLst/>
              <a:rect l="0" t="0" r="0" b="0"/>
              <a:pathLst>
                <a:path w="16447" h="20022">
                  <a:moveTo>
                    <a:pt x="0" y="20022"/>
                  </a:moveTo>
                  <a:lnTo>
                    <a:pt x="16447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547" name="Candidate_receptor__3865">
              <a:extLst>
                <a:ext uri="{FF2B5EF4-FFF2-40B4-BE49-F238E27FC236}">
                  <a16:creationId xmlns:a16="http://schemas.microsoft.com/office/drawing/2014/main" id="{2F3A6772-56D6-F7D0-D4C1-FBB5D29EDE6D}"/>
                </a:ext>
              </a:extLst>
            </p:cNvPr>
            <p:cNvSpPr>
              <a:spLocks noGrp="1"/>
            </p:cNvSpPr>
            <p:nvPr/>
          </p:nvSpPr>
          <p:spPr>
            <a:xfrm>
              <a:off x="3972831" y="2588445"/>
              <a:ext cx="92617" cy="20083"/>
            </a:xfrm>
            <a:custGeom>
              <a:avLst/>
              <a:gdLst/>
              <a:ahLst/>
              <a:cxnLst/>
              <a:rect l="0" t="0" r="0" b="0"/>
              <a:pathLst>
                <a:path w="92617" h="20083">
                  <a:moveTo>
                    <a:pt x="92617" y="200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48" name="Candidate_receptor__3866">
              <a:extLst>
                <a:ext uri="{FF2B5EF4-FFF2-40B4-BE49-F238E27FC236}">
                  <a16:creationId xmlns:a16="http://schemas.microsoft.com/office/drawing/2014/main" id="{F4AF0F03-BFFA-5E6D-4397-F5F0B132E4BB}"/>
                </a:ext>
              </a:extLst>
            </p:cNvPr>
            <p:cNvSpPr>
              <a:spLocks noGrp="1"/>
            </p:cNvSpPr>
            <p:nvPr/>
          </p:nvSpPr>
          <p:spPr>
            <a:xfrm>
              <a:off x="4694383" y="2765535"/>
              <a:ext cx="20870" cy="110497"/>
            </a:xfrm>
            <a:custGeom>
              <a:avLst/>
              <a:gdLst/>
              <a:ahLst/>
              <a:cxnLst/>
              <a:rect l="0" t="0" r="0" b="0"/>
              <a:pathLst>
                <a:path w="20870" h="110497">
                  <a:moveTo>
                    <a:pt x="20870" y="110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549" name="Candidate_receptor__3867">
              <a:extLst>
                <a:ext uri="{FF2B5EF4-FFF2-40B4-BE49-F238E27FC236}">
                  <a16:creationId xmlns:a16="http://schemas.microsoft.com/office/drawing/2014/main" id="{CE36183F-BCA2-36D4-4229-BFF63F0AC69C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65535"/>
              <a:ext cx="113609" cy="16362"/>
            </a:xfrm>
            <a:custGeom>
              <a:avLst/>
              <a:gdLst/>
              <a:ahLst/>
              <a:cxnLst/>
              <a:rect l="0" t="0" r="0" b="0"/>
              <a:pathLst>
                <a:path w="113609" h="16362">
                  <a:moveTo>
                    <a:pt x="113609" y="0"/>
                  </a:moveTo>
                  <a:lnTo>
                    <a:pt x="0" y="16362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3550" name="Candidate_receptor__3868">
              <a:extLst>
                <a:ext uri="{FF2B5EF4-FFF2-40B4-BE49-F238E27FC236}">
                  <a16:creationId xmlns:a16="http://schemas.microsoft.com/office/drawing/2014/main" id="{126FEF47-BC5F-D85D-219C-22EDBDE5F2CD}"/>
                </a:ext>
              </a:extLst>
            </p:cNvPr>
            <p:cNvSpPr>
              <a:spLocks noGrp="1"/>
            </p:cNvSpPr>
            <p:nvPr/>
          </p:nvSpPr>
          <p:spPr>
            <a:xfrm>
              <a:off x="5321639" y="3045564"/>
              <a:ext cx="64958" cy="23855"/>
            </a:xfrm>
            <a:custGeom>
              <a:avLst/>
              <a:gdLst/>
              <a:ahLst/>
              <a:cxnLst/>
              <a:rect l="0" t="0" r="0" b="0"/>
              <a:pathLst>
                <a:path w="64958" h="23855">
                  <a:moveTo>
                    <a:pt x="64958" y="0"/>
                  </a:moveTo>
                  <a:lnTo>
                    <a:pt x="0" y="2385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3551" name="Candidate_receptor__3869">
              <a:extLst>
                <a:ext uri="{FF2B5EF4-FFF2-40B4-BE49-F238E27FC236}">
                  <a16:creationId xmlns:a16="http://schemas.microsoft.com/office/drawing/2014/main" id="{7AF07B16-0AD8-E74F-EC15-E3F010014F68}"/>
                </a:ext>
              </a:extLst>
            </p:cNvPr>
            <p:cNvSpPr>
              <a:spLocks noGrp="1"/>
            </p:cNvSpPr>
            <p:nvPr/>
          </p:nvSpPr>
          <p:spPr>
            <a:xfrm>
              <a:off x="5242687" y="2516756"/>
              <a:ext cx="4086" cy="526"/>
            </a:xfrm>
            <a:custGeom>
              <a:avLst/>
              <a:gdLst/>
              <a:ahLst/>
              <a:cxnLst/>
              <a:rect l="0" t="0" r="0" b="0"/>
              <a:pathLst>
                <a:path w="4086" h="526">
                  <a:moveTo>
                    <a:pt x="0" y="0"/>
                  </a:moveTo>
                  <a:lnTo>
                    <a:pt x="4086" y="52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52" name="Candidate_receptor__3870">
              <a:extLst>
                <a:ext uri="{FF2B5EF4-FFF2-40B4-BE49-F238E27FC236}">
                  <a16:creationId xmlns:a16="http://schemas.microsoft.com/office/drawing/2014/main" id="{C887A28D-CA10-81B3-F09F-FC20E5C1FBE9}"/>
                </a:ext>
              </a:extLst>
            </p:cNvPr>
            <p:cNvSpPr>
              <a:spLocks noGrp="1"/>
            </p:cNvSpPr>
            <p:nvPr/>
          </p:nvSpPr>
          <p:spPr>
            <a:xfrm>
              <a:off x="5071371" y="2471532"/>
              <a:ext cx="56221" cy="30996"/>
            </a:xfrm>
            <a:custGeom>
              <a:avLst/>
              <a:gdLst/>
              <a:ahLst/>
              <a:cxnLst/>
              <a:rect l="0" t="0" r="0" b="0"/>
              <a:pathLst>
                <a:path w="56221" h="30996">
                  <a:moveTo>
                    <a:pt x="0" y="0"/>
                  </a:moveTo>
                  <a:lnTo>
                    <a:pt x="56221" y="3099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3553" name="Candidate_receptor__3871">
              <a:extLst>
                <a:ext uri="{FF2B5EF4-FFF2-40B4-BE49-F238E27FC236}">
                  <a16:creationId xmlns:a16="http://schemas.microsoft.com/office/drawing/2014/main" id="{0D4B124A-1EF9-0AE5-6879-4B5BAE47B75B}"/>
                </a:ext>
              </a:extLst>
            </p:cNvPr>
            <p:cNvSpPr>
              <a:spLocks noGrp="1"/>
            </p:cNvSpPr>
            <p:nvPr/>
          </p:nvSpPr>
          <p:spPr>
            <a:xfrm>
              <a:off x="4697109" y="2577302"/>
              <a:ext cx="82815" cy="27601"/>
            </a:xfrm>
            <a:custGeom>
              <a:avLst/>
              <a:gdLst/>
              <a:ahLst/>
              <a:cxnLst/>
              <a:rect l="0" t="0" r="0" b="0"/>
              <a:pathLst>
                <a:path w="82815" h="27601">
                  <a:moveTo>
                    <a:pt x="82815" y="0"/>
                  </a:moveTo>
                  <a:lnTo>
                    <a:pt x="0" y="27601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54" name="Candidate_receptor__3872">
              <a:extLst>
                <a:ext uri="{FF2B5EF4-FFF2-40B4-BE49-F238E27FC236}">
                  <a16:creationId xmlns:a16="http://schemas.microsoft.com/office/drawing/2014/main" id="{837266E3-452F-702C-5691-70074C5B7DC6}"/>
                </a:ext>
              </a:extLst>
            </p:cNvPr>
            <p:cNvSpPr>
              <a:spLocks noGrp="1"/>
            </p:cNvSpPr>
            <p:nvPr/>
          </p:nvSpPr>
          <p:spPr>
            <a:xfrm>
              <a:off x="3959615" y="3105492"/>
              <a:ext cx="109941" cy="18594"/>
            </a:xfrm>
            <a:custGeom>
              <a:avLst/>
              <a:gdLst/>
              <a:ahLst/>
              <a:cxnLst/>
              <a:rect l="0" t="0" r="0" b="0"/>
              <a:pathLst>
                <a:path w="109941" h="18594">
                  <a:moveTo>
                    <a:pt x="109941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3555" name="Candidate_receptor__3873">
              <a:extLst>
                <a:ext uri="{FF2B5EF4-FFF2-40B4-BE49-F238E27FC236}">
                  <a16:creationId xmlns:a16="http://schemas.microsoft.com/office/drawing/2014/main" id="{727D66D8-A41B-537E-E431-DB12F669DD13}"/>
                </a:ext>
              </a:extLst>
            </p:cNvPr>
            <p:cNvSpPr>
              <a:spLocks noGrp="1"/>
            </p:cNvSpPr>
            <p:nvPr/>
          </p:nvSpPr>
          <p:spPr>
            <a:xfrm>
              <a:off x="3855971" y="3105492"/>
              <a:ext cx="103644" cy="41975"/>
            </a:xfrm>
            <a:custGeom>
              <a:avLst/>
              <a:gdLst/>
              <a:ahLst/>
              <a:cxnLst/>
              <a:rect l="0" t="0" r="0" b="0"/>
              <a:pathLst>
                <a:path w="103644" h="41975">
                  <a:moveTo>
                    <a:pt x="103644" y="0"/>
                  </a:moveTo>
                  <a:lnTo>
                    <a:pt x="0" y="41975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56" name="Candidate_receptor__3874">
              <a:extLst>
                <a:ext uri="{FF2B5EF4-FFF2-40B4-BE49-F238E27FC236}">
                  <a16:creationId xmlns:a16="http://schemas.microsoft.com/office/drawing/2014/main" id="{8D273B3C-81A1-08D4-21D0-ED0AA388520E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81897"/>
              <a:ext cx="1939" cy="68517"/>
            </a:xfrm>
            <a:custGeom>
              <a:avLst/>
              <a:gdLst/>
              <a:ahLst/>
              <a:cxnLst/>
              <a:rect l="0" t="0" r="0" b="0"/>
              <a:pathLst>
                <a:path w="1939" h="68517">
                  <a:moveTo>
                    <a:pt x="0" y="0"/>
                  </a:moveTo>
                  <a:lnTo>
                    <a:pt x="1939" y="6851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57" name="Candidate_receptor__3875">
              <a:extLst>
                <a:ext uri="{FF2B5EF4-FFF2-40B4-BE49-F238E27FC236}">
                  <a16:creationId xmlns:a16="http://schemas.microsoft.com/office/drawing/2014/main" id="{4A9C6BAA-7EF8-9A5C-780B-FC70174B483F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63472"/>
              <a:ext cx="70891" cy="83995"/>
            </a:xfrm>
            <a:custGeom>
              <a:avLst/>
              <a:gdLst/>
              <a:ahLst/>
              <a:cxnLst/>
              <a:rect l="0" t="0" r="0" b="0"/>
              <a:pathLst>
                <a:path w="70891" h="83995">
                  <a:moveTo>
                    <a:pt x="70891" y="839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58" name="Candidate_receptor__3876">
              <a:extLst>
                <a:ext uri="{FF2B5EF4-FFF2-40B4-BE49-F238E27FC236}">
                  <a16:creationId xmlns:a16="http://schemas.microsoft.com/office/drawing/2014/main" id="{7BF59254-FC9B-53FC-DFD4-1B53FF0D583B}"/>
                </a:ext>
              </a:extLst>
            </p:cNvPr>
            <p:cNvSpPr>
              <a:spLocks noGrp="1"/>
            </p:cNvSpPr>
            <p:nvPr/>
          </p:nvSpPr>
          <p:spPr>
            <a:xfrm>
              <a:off x="3785853" y="2941272"/>
              <a:ext cx="40590" cy="176"/>
            </a:xfrm>
            <a:custGeom>
              <a:avLst/>
              <a:gdLst/>
              <a:ahLst/>
              <a:cxnLst/>
              <a:rect l="0" t="0" r="0" b="0"/>
              <a:pathLst>
                <a:path w="40590" h="176">
                  <a:moveTo>
                    <a:pt x="0" y="176"/>
                  </a:moveTo>
                  <a:lnTo>
                    <a:pt x="4059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59" name="Candidate_receptor__3877">
              <a:extLst>
                <a:ext uri="{FF2B5EF4-FFF2-40B4-BE49-F238E27FC236}">
                  <a16:creationId xmlns:a16="http://schemas.microsoft.com/office/drawing/2014/main" id="{1288FCDB-0534-321A-402F-94AC2E6F841C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764359"/>
              <a:ext cx="59719" cy="25261"/>
            </a:xfrm>
            <a:custGeom>
              <a:avLst/>
              <a:gdLst/>
              <a:ahLst/>
              <a:cxnLst/>
              <a:rect l="0" t="0" r="0" b="0"/>
              <a:pathLst>
                <a:path w="59719" h="25261">
                  <a:moveTo>
                    <a:pt x="59719" y="25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3560" name="Candidate_receptor__3878">
              <a:extLst>
                <a:ext uri="{FF2B5EF4-FFF2-40B4-BE49-F238E27FC236}">
                  <a16:creationId xmlns:a16="http://schemas.microsoft.com/office/drawing/2014/main" id="{01F38079-897F-E34E-83C1-19935402D823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7504"/>
              <a:ext cx="58505" cy="12820"/>
            </a:xfrm>
            <a:custGeom>
              <a:avLst/>
              <a:gdLst/>
              <a:ahLst/>
              <a:cxnLst/>
              <a:rect l="0" t="0" r="0" b="0"/>
              <a:pathLst>
                <a:path w="58505" h="12820">
                  <a:moveTo>
                    <a:pt x="58505" y="0"/>
                  </a:moveTo>
                  <a:lnTo>
                    <a:pt x="0" y="1282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61" name="Candidate_receptor__3879">
              <a:extLst>
                <a:ext uri="{FF2B5EF4-FFF2-40B4-BE49-F238E27FC236}">
                  <a16:creationId xmlns:a16="http://schemas.microsoft.com/office/drawing/2014/main" id="{A0AFF0B0-57D3-5CD3-990D-64852E8317CB}"/>
                </a:ext>
              </a:extLst>
            </p:cNvPr>
            <p:cNvSpPr>
              <a:spLocks noGrp="1"/>
            </p:cNvSpPr>
            <p:nvPr/>
          </p:nvSpPr>
          <p:spPr>
            <a:xfrm>
              <a:off x="5229941" y="3353509"/>
              <a:ext cx="69115" cy="72446"/>
            </a:xfrm>
            <a:custGeom>
              <a:avLst/>
              <a:gdLst/>
              <a:ahLst/>
              <a:cxnLst/>
              <a:rect l="0" t="0" r="0" b="0"/>
              <a:pathLst>
                <a:path w="69115" h="72446">
                  <a:moveTo>
                    <a:pt x="0" y="0"/>
                  </a:moveTo>
                  <a:lnTo>
                    <a:pt x="69115" y="7244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62" name="Candidate_receptor__3880">
              <a:extLst>
                <a:ext uri="{FF2B5EF4-FFF2-40B4-BE49-F238E27FC236}">
                  <a16:creationId xmlns:a16="http://schemas.microsoft.com/office/drawing/2014/main" id="{FE9174B7-FCD4-08FA-E88C-FC796D70D4A3}"/>
                </a:ext>
              </a:extLst>
            </p:cNvPr>
            <p:cNvSpPr>
              <a:spLocks noGrp="1"/>
            </p:cNvSpPr>
            <p:nvPr/>
          </p:nvSpPr>
          <p:spPr>
            <a:xfrm>
              <a:off x="5127592" y="2502528"/>
              <a:ext cx="115096" cy="14227"/>
            </a:xfrm>
            <a:custGeom>
              <a:avLst/>
              <a:gdLst/>
              <a:ahLst/>
              <a:cxnLst/>
              <a:rect l="0" t="0" r="0" b="0"/>
              <a:pathLst>
                <a:path w="115096" h="14227">
                  <a:moveTo>
                    <a:pt x="0" y="0"/>
                  </a:moveTo>
                  <a:lnTo>
                    <a:pt x="115096" y="1422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63" name="Candidate_receptor__3881">
              <a:extLst>
                <a:ext uri="{FF2B5EF4-FFF2-40B4-BE49-F238E27FC236}">
                  <a16:creationId xmlns:a16="http://schemas.microsoft.com/office/drawing/2014/main" id="{D6C5A6AA-67A2-D8C2-E1FA-8C9F2F3E534E}"/>
                </a:ext>
              </a:extLst>
            </p:cNvPr>
            <p:cNvSpPr>
              <a:spLocks noGrp="1"/>
            </p:cNvSpPr>
            <p:nvPr/>
          </p:nvSpPr>
          <p:spPr>
            <a:xfrm>
              <a:off x="4779925" y="2577302"/>
              <a:ext cx="78466" cy="83654"/>
            </a:xfrm>
            <a:custGeom>
              <a:avLst/>
              <a:gdLst/>
              <a:ahLst/>
              <a:cxnLst/>
              <a:rect l="0" t="0" r="0" b="0"/>
              <a:pathLst>
                <a:path w="78466" h="83654">
                  <a:moveTo>
                    <a:pt x="78466" y="83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64" name="Candidate_receptor__3882">
              <a:extLst>
                <a:ext uri="{FF2B5EF4-FFF2-40B4-BE49-F238E27FC236}">
                  <a16:creationId xmlns:a16="http://schemas.microsoft.com/office/drawing/2014/main" id="{06CFA629-41E0-357D-4DEE-61920164C319}"/>
                </a:ext>
              </a:extLst>
            </p:cNvPr>
            <p:cNvSpPr>
              <a:spLocks noGrp="1"/>
            </p:cNvSpPr>
            <p:nvPr/>
          </p:nvSpPr>
          <p:spPr>
            <a:xfrm>
              <a:off x="5293202" y="3017199"/>
              <a:ext cx="93396" cy="28365"/>
            </a:xfrm>
            <a:custGeom>
              <a:avLst/>
              <a:gdLst/>
              <a:ahLst/>
              <a:cxnLst/>
              <a:rect l="0" t="0" r="0" b="0"/>
              <a:pathLst>
                <a:path w="93396" h="28365">
                  <a:moveTo>
                    <a:pt x="0" y="0"/>
                  </a:moveTo>
                  <a:lnTo>
                    <a:pt x="93396" y="2836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3565" name="Candidate_receptor__3883">
              <a:extLst>
                <a:ext uri="{FF2B5EF4-FFF2-40B4-BE49-F238E27FC236}">
                  <a16:creationId xmlns:a16="http://schemas.microsoft.com/office/drawing/2014/main" id="{9A0C1AF2-97A6-C9C7-DD4A-7F3CA5B40D65}"/>
                </a:ext>
              </a:extLst>
            </p:cNvPr>
            <p:cNvSpPr>
              <a:spLocks noGrp="1"/>
            </p:cNvSpPr>
            <p:nvPr/>
          </p:nvSpPr>
          <p:spPr>
            <a:xfrm>
              <a:off x="4766523" y="2807290"/>
              <a:ext cx="85441" cy="76609"/>
            </a:xfrm>
            <a:custGeom>
              <a:avLst/>
              <a:gdLst/>
              <a:ahLst/>
              <a:cxnLst/>
              <a:rect l="0" t="0" r="0" b="0"/>
              <a:pathLst>
                <a:path w="85441" h="76609">
                  <a:moveTo>
                    <a:pt x="0" y="0"/>
                  </a:moveTo>
                  <a:lnTo>
                    <a:pt x="85441" y="76609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66" name="Candidate_receptor__3884">
              <a:extLst>
                <a:ext uri="{FF2B5EF4-FFF2-40B4-BE49-F238E27FC236}">
                  <a16:creationId xmlns:a16="http://schemas.microsoft.com/office/drawing/2014/main" id="{06CDBA71-C122-C3FD-4201-E310DE979B4F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017199"/>
              <a:ext cx="50855" cy="98301"/>
            </a:xfrm>
            <a:custGeom>
              <a:avLst/>
              <a:gdLst/>
              <a:ahLst/>
              <a:cxnLst/>
              <a:rect l="0" t="0" r="0" b="0"/>
              <a:pathLst>
                <a:path w="50855" h="98301">
                  <a:moveTo>
                    <a:pt x="0" y="98301"/>
                  </a:moveTo>
                  <a:lnTo>
                    <a:pt x="50855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3567" name="Candidate_receptor__3885">
              <a:extLst>
                <a:ext uri="{FF2B5EF4-FFF2-40B4-BE49-F238E27FC236}">
                  <a16:creationId xmlns:a16="http://schemas.microsoft.com/office/drawing/2014/main" id="{109B764A-2190-DDD0-3C76-C9DBB4494C5B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115500"/>
              <a:ext cx="92873" cy="57910"/>
            </a:xfrm>
            <a:custGeom>
              <a:avLst/>
              <a:gdLst/>
              <a:ahLst/>
              <a:cxnLst/>
              <a:rect l="0" t="0" r="0" b="0"/>
              <a:pathLst>
                <a:path w="92873" h="57910">
                  <a:moveTo>
                    <a:pt x="92873" y="5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3568" name="Candidate_receptor__3886">
              <a:extLst>
                <a:ext uri="{FF2B5EF4-FFF2-40B4-BE49-F238E27FC236}">
                  <a16:creationId xmlns:a16="http://schemas.microsoft.com/office/drawing/2014/main" id="{5427298E-C474-4B18-99A0-0EE7BA6023BA}"/>
                </a:ext>
              </a:extLst>
            </p:cNvPr>
            <p:cNvSpPr>
              <a:spLocks noGrp="1"/>
            </p:cNvSpPr>
            <p:nvPr/>
          </p:nvSpPr>
          <p:spPr>
            <a:xfrm>
              <a:off x="4851964" y="2806645"/>
              <a:ext cx="82152" cy="77254"/>
            </a:xfrm>
            <a:custGeom>
              <a:avLst/>
              <a:gdLst/>
              <a:ahLst/>
              <a:cxnLst/>
              <a:rect l="0" t="0" r="0" b="0"/>
              <a:pathLst>
                <a:path w="82152" h="77254">
                  <a:moveTo>
                    <a:pt x="0" y="77254"/>
                  </a:moveTo>
                  <a:lnTo>
                    <a:pt x="82152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69" name="Candidate_receptor__3887">
              <a:extLst>
                <a:ext uri="{FF2B5EF4-FFF2-40B4-BE49-F238E27FC236}">
                  <a16:creationId xmlns:a16="http://schemas.microsoft.com/office/drawing/2014/main" id="{3550FBC6-B08A-B8F2-370F-D739D50844A0}"/>
                </a:ext>
              </a:extLst>
            </p:cNvPr>
            <p:cNvSpPr>
              <a:spLocks noGrp="1"/>
            </p:cNvSpPr>
            <p:nvPr/>
          </p:nvSpPr>
          <p:spPr>
            <a:xfrm>
              <a:off x="4858391" y="2648599"/>
              <a:ext cx="92042" cy="12357"/>
            </a:xfrm>
            <a:custGeom>
              <a:avLst/>
              <a:gdLst/>
              <a:ahLst/>
              <a:cxnLst/>
              <a:rect l="0" t="0" r="0" b="0"/>
              <a:pathLst>
                <a:path w="92042" h="12357">
                  <a:moveTo>
                    <a:pt x="92042" y="0"/>
                  </a:moveTo>
                  <a:lnTo>
                    <a:pt x="0" y="1235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70" name="Candidate_receptor__3888">
              <a:extLst>
                <a:ext uri="{FF2B5EF4-FFF2-40B4-BE49-F238E27FC236}">
                  <a16:creationId xmlns:a16="http://schemas.microsoft.com/office/drawing/2014/main" id="{423CAEBD-2BD0-9803-522B-BF71CB55EC84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30315"/>
              <a:ext cx="42371" cy="33157"/>
            </a:xfrm>
            <a:custGeom>
              <a:avLst/>
              <a:gdLst/>
              <a:ahLst/>
              <a:cxnLst/>
              <a:rect l="0" t="0" r="0" b="0"/>
              <a:pathLst>
                <a:path w="42371" h="33157">
                  <a:moveTo>
                    <a:pt x="0" y="33157"/>
                  </a:moveTo>
                  <a:lnTo>
                    <a:pt x="42371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71" name="Candidate_receptor__3889">
              <a:extLst>
                <a:ext uri="{FF2B5EF4-FFF2-40B4-BE49-F238E27FC236}">
                  <a16:creationId xmlns:a16="http://schemas.microsoft.com/office/drawing/2014/main" id="{2F270075-3645-2575-1365-647938926C07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12918" cy="114989"/>
            </a:xfrm>
            <a:custGeom>
              <a:avLst/>
              <a:gdLst/>
              <a:ahLst/>
              <a:cxnLst/>
              <a:rect l="0" t="0" r="0" b="0"/>
              <a:pathLst>
                <a:path w="12918" h="114989">
                  <a:moveTo>
                    <a:pt x="0" y="0"/>
                  </a:moveTo>
                  <a:lnTo>
                    <a:pt x="12918" y="114989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3572" name="Candidate_receptor__3890">
              <a:extLst>
                <a:ext uri="{FF2B5EF4-FFF2-40B4-BE49-F238E27FC236}">
                  <a16:creationId xmlns:a16="http://schemas.microsoft.com/office/drawing/2014/main" id="{9B312287-2340-396C-E1CB-3034F151D886}"/>
                </a:ext>
              </a:extLst>
            </p:cNvPr>
            <p:cNvSpPr>
              <a:spLocks noGrp="1"/>
            </p:cNvSpPr>
            <p:nvPr/>
          </p:nvSpPr>
          <p:spPr>
            <a:xfrm>
              <a:off x="4670839" y="2807290"/>
              <a:ext cx="95684" cy="227"/>
            </a:xfrm>
            <a:custGeom>
              <a:avLst/>
              <a:gdLst/>
              <a:ahLst/>
              <a:cxnLst/>
              <a:rect l="0" t="0" r="0" b="0"/>
              <a:pathLst>
                <a:path w="95684" h="227">
                  <a:moveTo>
                    <a:pt x="0" y="227"/>
                  </a:moveTo>
                  <a:lnTo>
                    <a:pt x="95684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73" name="Candidate_receptor__3891">
              <a:extLst>
                <a:ext uri="{FF2B5EF4-FFF2-40B4-BE49-F238E27FC236}">
                  <a16:creationId xmlns:a16="http://schemas.microsoft.com/office/drawing/2014/main" id="{A97A9CEB-4990-6ABA-E9C0-E20D4EC19AE0}"/>
                </a:ext>
              </a:extLst>
            </p:cNvPr>
            <p:cNvSpPr>
              <a:spLocks noGrp="1"/>
            </p:cNvSpPr>
            <p:nvPr/>
          </p:nvSpPr>
          <p:spPr>
            <a:xfrm>
              <a:off x="4582714" y="2807517"/>
              <a:ext cx="88126" cy="42897"/>
            </a:xfrm>
            <a:custGeom>
              <a:avLst/>
              <a:gdLst/>
              <a:ahLst/>
              <a:cxnLst/>
              <a:rect l="0" t="0" r="0" b="0"/>
              <a:pathLst>
                <a:path w="88126" h="42897">
                  <a:moveTo>
                    <a:pt x="0" y="42897"/>
                  </a:moveTo>
                  <a:lnTo>
                    <a:pt x="88126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74" name="Candidate_receptor__3892">
              <a:extLst>
                <a:ext uri="{FF2B5EF4-FFF2-40B4-BE49-F238E27FC236}">
                  <a16:creationId xmlns:a16="http://schemas.microsoft.com/office/drawing/2014/main" id="{AF81500E-C1CB-56A8-0D2B-650C64916AC5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49924"/>
              <a:ext cx="27988" cy="109499"/>
            </a:xfrm>
            <a:custGeom>
              <a:avLst/>
              <a:gdLst/>
              <a:ahLst/>
              <a:cxnLst/>
              <a:rect l="0" t="0" r="0" b="0"/>
              <a:pathLst>
                <a:path w="27988" h="109499">
                  <a:moveTo>
                    <a:pt x="27988" y="1094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53575" name="Candidate_receptor__3893">
              <a:extLst>
                <a:ext uri="{FF2B5EF4-FFF2-40B4-BE49-F238E27FC236}">
                  <a16:creationId xmlns:a16="http://schemas.microsoft.com/office/drawing/2014/main" id="{3A697790-E1F6-106E-306F-C3AB0749C750}"/>
                </a:ext>
              </a:extLst>
            </p:cNvPr>
            <p:cNvSpPr>
              <a:spLocks noGrp="1"/>
            </p:cNvSpPr>
            <p:nvPr/>
          </p:nvSpPr>
          <p:spPr>
            <a:xfrm>
              <a:off x="5213743" y="3425954"/>
              <a:ext cx="85313" cy="32411"/>
            </a:xfrm>
            <a:custGeom>
              <a:avLst/>
              <a:gdLst/>
              <a:ahLst/>
              <a:cxnLst/>
              <a:rect l="0" t="0" r="0" b="0"/>
              <a:pathLst>
                <a:path w="85313" h="32411">
                  <a:moveTo>
                    <a:pt x="85313" y="0"/>
                  </a:moveTo>
                  <a:lnTo>
                    <a:pt x="0" y="32411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53576" name="Candidate_receptor__3894">
              <a:extLst>
                <a:ext uri="{FF2B5EF4-FFF2-40B4-BE49-F238E27FC236}">
                  <a16:creationId xmlns:a16="http://schemas.microsoft.com/office/drawing/2014/main" id="{9F9018D4-F75C-C0C7-E136-6B20D9B239F5}"/>
                </a:ext>
              </a:extLst>
            </p:cNvPr>
            <p:cNvSpPr>
              <a:spLocks noGrp="1"/>
            </p:cNvSpPr>
            <p:nvPr/>
          </p:nvSpPr>
          <p:spPr>
            <a:xfrm>
              <a:off x="4065048" y="2749896"/>
              <a:ext cx="17972" cy="110065"/>
            </a:xfrm>
            <a:custGeom>
              <a:avLst/>
              <a:gdLst/>
              <a:ahLst/>
              <a:cxnLst/>
              <a:rect l="0" t="0" r="0" b="0"/>
              <a:pathLst>
                <a:path w="17972" h="110065">
                  <a:moveTo>
                    <a:pt x="17972" y="0"/>
                  </a:moveTo>
                  <a:lnTo>
                    <a:pt x="0" y="110065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53577" name="Candidate_receptor__3895">
              <a:extLst>
                <a:ext uri="{FF2B5EF4-FFF2-40B4-BE49-F238E27FC236}">
                  <a16:creationId xmlns:a16="http://schemas.microsoft.com/office/drawing/2014/main" id="{8EEE56F0-377C-8395-6152-0F7FDCDA91E2}"/>
                </a:ext>
              </a:extLst>
            </p:cNvPr>
            <p:cNvSpPr>
              <a:spLocks noGrp="1"/>
            </p:cNvSpPr>
            <p:nvPr/>
          </p:nvSpPr>
          <p:spPr>
            <a:xfrm>
              <a:off x="5311075" y="2712069"/>
              <a:ext cx="60365" cy="77550"/>
            </a:xfrm>
            <a:custGeom>
              <a:avLst/>
              <a:gdLst/>
              <a:ahLst/>
              <a:cxnLst/>
              <a:rect l="0" t="0" r="0" b="0"/>
              <a:pathLst>
                <a:path w="60365" h="77550">
                  <a:moveTo>
                    <a:pt x="0" y="0"/>
                  </a:moveTo>
                  <a:lnTo>
                    <a:pt x="60365" y="775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53578" name="Candidate_receptor__3896">
              <a:extLst>
                <a:ext uri="{FF2B5EF4-FFF2-40B4-BE49-F238E27FC236}">
                  <a16:creationId xmlns:a16="http://schemas.microsoft.com/office/drawing/2014/main" id="{B849E4F3-B4F1-8B63-D053-5CD8B147607F}"/>
                </a:ext>
              </a:extLst>
            </p:cNvPr>
            <p:cNvSpPr>
              <a:spLocks noGrp="1"/>
            </p:cNvSpPr>
            <p:nvPr/>
          </p:nvSpPr>
          <p:spPr>
            <a:xfrm>
              <a:off x="4235888" y="2773386"/>
              <a:ext cx="114037" cy="18574"/>
            </a:xfrm>
            <a:custGeom>
              <a:avLst/>
              <a:gdLst/>
              <a:ahLst/>
              <a:cxnLst/>
              <a:rect l="0" t="0" r="0" b="0"/>
              <a:pathLst>
                <a:path w="114037" h="18574">
                  <a:moveTo>
                    <a:pt x="114037" y="185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53579" name="Candidate_receptor__3897">
              <a:extLst>
                <a:ext uri="{FF2B5EF4-FFF2-40B4-BE49-F238E27FC236}">
                  <a16:creationId xmlns:a16="http://schemas.microsoft.com/office/drawing/2014/main" id="{0CDB9DF0-867C-C872-DD4C-7A4C01797CA0}"/>
                </a:ext>
              </a:extLst>
            </p:cNvPr>
            <p:cNvSpPr>
              <a:spLocks noGrp="1"/>
            </p:cNvSpPr>
            <p:nvPr/>
          </p:nvSpPr>
          <p:spPr>
            <a:xfrm>
              <a:off x="4967999" y="2900059"/>
              <a:ext cx="78127" cy="84649"/>
            </a:xfrm>
            <a:custGeom>
              <a:avLst/>
              <a:gdLst/>
              <a:ahLst/>
              <a:cxnLst/>
              <a:rect l="0" t="0" r="0" b="0"/>
              <a:pathLst>
                <a:path w="78127" h="84649">
                  <a:moveTo>
                    <a:pt x="0" y="84649"/>
                  </a:moveTo>
                  <a:lnTo>
                    <a:pt x="7812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53580" name="Candidate_receptor__3898">
              <a:extLst>
                <a:ext uri="{FF2B5EF4-FFF2-40B4-BE49-F238E27FC236}">
                  <a16:creationId xmlns:a16="http://schemas.microsoft.com/office/drawing/2014/main" id="{F9EF2FFD-F1BA-7387-0ACA-7320FFDC41FD}"/>
                </a:ext>
              </a:extLst>
            </p:cNvPr>
            <p:cNvSpPr>
              <a:spLocks noGrp="1"/>
            </p:cNvSpPr>
            <p:nvPr/>
          </p:nvSpPr>
          <p:spPr>
            <a:xfrm>
              <a:off x="4036787" y="3209820"/>
              <a:ext cx="113708" cy="20019"/>
            </a:xfrm>
            <a:custGeom>
              <a:avLst/>
              <a:gdLst/>
              <a:ahLst/>
              <a:cxnLst/>
              <a:rect l="0" t="0" r="0" b="0"/>
              <a:pathLst>
                <a:path w="113708" h="20019">
                  <a:moveTo>
                    <a:pt x="0" y="20019"/>
                  </a:moveTo>
                  <a:lnTo>
                    <a:pt x="113708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53581" name="Candidate_receptor__3899">
              <a:extLst>
                <a:ext uri="{FF2B5EF4-FFF2-40B4-BE49-F238E27FC236}">
                  <a16:creationId xmlns:a16="http://schemas.microsoft.com/office/drawing/2014/main" id="{DC82B294-110D-E916-6CD4-753C46E98B54}"/>
                </a:ext>
              </a:extLst>
            </p:cNvPr>
            <p:cNvSpPr>
              <a:spLocks noGrp="1"/>
            </p:cNvSpPr>
            <p:nvPr/>
          </p:nvSpPr>
          <p:spPr>
            <a:xfrm>
              <a:off x="3924946" y="2757517"/>
              <a:ext cx="15554" cy="90750"/>
            </a:xfrm>
            <a:custGeom>
              <a:avLst/>
              <a:gdLst/>
              <a:ahLst/>
              <a:cxnLst/>
              <a:rect l="0" t="0" r="0" b="0"/>
              <a:pathLst>
                <a:path w="15554" h="90750">
                  <a:moveTo>
                    <a:pt x="15554" y="0"/>
                  </a:moveTo>
                  <a:lnTo>
                    <a:pt x="0" y="907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53582" name="Candidate_receptor__3900">
              <a:extLst>
                <a:ext uri="{FF2B5EF4-FFF2-40B4-BE49-F238E27FC236}">
                  <a16:creationId xmlns:a16="http://schemas.microsoft.com/office/drawing/2014/main" id="{E5C66299-BD37-7DD3-92D0-110476EA5732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12069"/>
              <a:ext cx="97780" cy="37855"/>
            </a:xfrm>
            <a:custGeom>
              <a:avLst/>
              <a:gdLst/>
              <a:ahLst/>
              <a:cxnLst/>
              <a:rect l="0" t="0" r="0" b="0"/>
              <a:pathLst>
                <a:path w="97780" h="37855">
                  <a:moveTo>
                    <a:pt x="0" y="37855"/>
                  </a:moveTo>
                  <a:lnTo>
                    <a:pt x="9778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53583" name="Candidate_receptor__3901">
              <a:extLst>
                <a:ext uri="{FF2B5EF4-FFF2-40B4-BE49-F238E27FC236}">
                  <a16:creationId xmlns:a16="http://schemas.microsoft.com/office/drawing/2014/main" id="{4E3D714B-D40E-B9B5-7276-1D4037620FFC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0837"/>
              <a:ext cx="91777" cy="19487"/>
            </a:xfrm>
            <a:custGeom>
              <a:avLst/>
              <a:gdLst/>
              <a:ahLst/>
              <a:cxnLst/>
              <a:rect l="0" t="0" r="0" b="0"/>
              <a:pathLst>
                <a:path w="91777" h="19487">
                  <a:moveTo>
                    <a:pt x="0" y="19487"/>
                  </a:moveTo>
                  <a:lnTo>
                    <a:pt x="9177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53584" name="Candidate_receptor__3902">
              <a:extLst>
                <a:ext uri="{FF2B5EF4-FFF2-40B4-BE49-F238E27FC236}">
                  <a16:creationId xmlns:a16="http://schemas.microsoft.com/office/drawing/2014/main" id="{76EC4D27-E91B-61AE-15ED-728C0D6A00ED}"/>
                </a:ext>
              </a:extLst>
            </p:cNvPr>
            <p:cNvSpPr>
              <a:spLocks noGrp="1"/>
            </p:cNvSpPr>
            <p:nvPr/>
          </p:nvSpPr>
          <p:spPr>
            <a:xfrm>
              <a:off x="3898350" y="2848267"/>
              <a:ext cx="26596" cy="61549"/>
            </a:xfrm>
            <a:custGeom>
              <a:avLst/>
              <a:gdLst/>
              <a:ahLst/>
              <a:cxnLst/>
              <a:rect l="0" t="0" r="0" b="0"/>
              <a:pathLst>
                <a:path w="26596" h="61549">
                  <a:moveTo>
                    <a:pt x="26596" y="0"/>
                  </a:moveTo>
                  <a:lnTo>
                    <a:pt x="0" y="6154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53585" name="Candidate_receptor__3903">
              <a:extLst>
                <a:ext uri="{FF2B5EF4-FFF2-40B4-BE49-F238E27FC236}">
                  <a16:creationId xmlns:a16="http://schemas.microsoft.com/office/drawing/2014/main" id="{29C78E56-2B36-2036-8D94-DE049F73FD59}"/>
                </a:ext>
              </a:extLst>
            </p:cNvPr>
            <p:cNvSpPr>
              <a:spLocks noGrp="1"/>
            </p:cNvSpPr>
            <p:nvPr/>
          </p:nvSpPr>
          <p:spPr>
            <a:xfrm>
              <a:off x="4934116" y="2743914"/>
              <a:ext cx="2228" cy="62731"/>
            </a:xfrm>
            <a:custGeom>
              <a:avLst/>
              <a:gdLst/>
              <a:ahLst/>
              <a:cxnLst/>
              <a:rect l="0" t="0" r="0" b="0"/>
              <a:pathLst>
                <a:path w="2228" h="62731">
                  <a:moveTo>
                    <a:pt x="0" y="62731"/>
                  </a:moveTo>
                  <a:lnTo>
                    <a:pt x="222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53586" name="Candidate_receptor__3904">
              <a:extLst>
                <a:ext uri="{FF2B5EF4-FFF2-40B4-BE49-F238E27FC236}">
                  <a16:creationId xmlns:a16="http://schemas.microsoft.com/office/drawing/2014/main" id="{C56AEDE7-8EDC-8B8D-DA9B-6F68E879BA54}"/>
                </a:ext>
              </a:extLst>
            </p:cNvPr>
            <p:cNvSpPr>
              <a:spLocks noGrp="1"/>
            </p:cNvSpPr>
            <p:nvPr/>
          </p:nvSpPr>
          <p:spPr>
            <a:xfrm>
              <a:off x="4342916" y="2791960"/>
              <a:ext cx="7008" cy="108877"/>
            </a:xfrm>
            <a:custGeom>
              <a:avLst/>
              <a:gdLst/>
              <a:ahLst/>
              <a:cxnLst/>
              <a:rect l="0" t="0" r="0" b="0"/>
              <a:pathLst>
                <a:path w="7008" h="108877">
                  <a:moveTo>
                    <a:pt x="0" y="108877"/>
                  </a:moveTo>
                  <a:lnTo>
                    <a:pt x="700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53587" name="Candidate_receptor__3905">
              <a:extLst>
                <a:ext uri="{FF2B5EF4-FFF2-40B4-BE49-F238E27FC236}">
                  <a16:creationId xmlns:a16="http://schemas.microsoft.com/office/drawing/2014/main" id="{23F6BEA3-B540-59E9-E0AC-3D4ECA0BA5D0}"/>
                </a:ext>
              </a:extLst>
            </p:cNvPr>
            <p:cNvSpPr>
              <a:spLocks noGrp="1"/>
            </p:cNvSpPr>
            <p:nvPr/>
          </p:nvSpPr>
          <p:spPr>
            <a:xfrm>
              <a:off x="4003300" y="3128755"/>
              <a:ext cx="33487" cy="101084"/>
            </a:xfrm>
            <a:custGeom>
              <a:avLst/>
              <a:gdLst/>
              <a:ahLst/>
              <a:cxnLst/>
              <a:rect l="0" t="0" r="0" b="0"/>
              <a:pathLst>
                <a:path w="33487" h="101084">
                  <a:moveTo>
                    <a:pt x="0" y="0"/>
                  </a:moveTo>
                  <a:lnTo>
                    <a:pt x="33487" y="101084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53588" name="Candidate_receptor__3906">
              <a:extLst>
                <a:ext uri="{FF2B5EF4-FFF2-40B4-BE49-F238E27FC236}">
                  <a16:creationId xmlns:a16="http://schemas.microsoft.com/office/drawing/2014/main" id="{1AE42889-C1CB-83BB-91DD-95C5606014AA}"/>
                </a:ext>
              </a:extLst>
            </p:cNvPr>
            <p:cNvSpPr>
              <a:spLocks noGrp="1"/>
            </p:cNvSpPr>
            <p:nvPr/>
          </p:nvSpPr>
          <p:spPr>
            <a:xfrm>
              <a:off x="5326016" y="3115452"/>
              <a:ext cx="9203" cy="57959"/>
            </a:xfrm>
            <a:custGeom>
              <a:avLst/>
              <a:gdLst/>
              <a:ahLst/>
              <a:cxnLst/>
              <a:rect l="0" t="0" r="0" b="0"/>
              <a:pathLst>
                <a:path w="9203" h="57959">
                  <a:moveTo>
                    <a:pt x="0" y="0"/>
                  </a:moveTo>
                  <a:lnTo>
                    <a:pt x="9203" y="5795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53589" name="Candidate_receptor__3907">
              <a:extLst>
                <a:ext uri="{FF2B5EF4-FFF2-40B4-BE49-F238E27FC236}">
                  <a16:creationId xmlns:a16="http://schemas.microsoft.com/office/drawing/2014/main" id="{AF683FEA-A79A-7BF6-F346-34772E0FEB84}"/>
                </a:ext>
              </a:extLst>
            </p:cNvPr>
            <p:cNvSpPr>
              <a:spLocks noGrp="1"/>
            </p:cNvSpPr>
            <p:nvPr/>
          </p:nvSpPr>
          <p:spPr>
            <a:xfrm>
              <a:off x="4890515" y="2948027"/>
              <a:ext cx="77484" cy="36681"/>
            </a:xfrm>
            <a:custGeom>
              <a:avLst/>
              <a:gdLst/>
              <a:ahLst/>
              <a:cxnLst/>
              <a:rect l="0" t="0" r="0" b="0"/>
              <a:pathLst>
                <a:path w="77484" h="36681">
                  <a:moveTo>
                    <a:pt x="0" y="0"/>
                  </a:moveTo>
                  <a:lnTo>
                    <a:pt x="77484" y="3668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3590" name="Candidate_receptor__3908">
              <a:extLst>
                <a:ext uri="{FF2B5EF4-FFF2-40B4-BE49-F238E27FC236}">
                  <a16:creationId xmlns:a16="http://schemas.microsoft.com/office/drawing/2014/main" id="{C9DED109-2250-68EA-2981-6AD152CF9921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47125" cy="3075"/>
            </a:xfrm>
            <a:custGeom>
              <a:avLst/>
              <a:gdLst/>
              <a:ahLst/>
              <a:cxnLst/>
              <a:rect l="0" t="0" r="0" b="0"/>
              <a:pathLst>
                <a:path w="47125" h="3075">
                  <a:moveTo>
                    <a:pt x="47125" y="30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591" name="Candidate_receptor__3909">
              <a:extLst>
                <a:ext uri="{FF2B5EF4-FFF2-40B4-BE49-F238E27FC236}">
                  <a16:creationId xmlns:a16="http://schemas.microsoft.com/office/drawing/2014/main" id="{D1C507C3-3076-44BF-45F2-F0374C3581C4}"/>
                </a:ext>
              </a:extLst>
            </p:cNvPr>
            <p:cNvSpPr>
              <a:spLocks noGrp="1"/>
            </p:cNvSpPr>
            <p:nvPr/>
          </p:nvSpPr>
          <p:spPr>
            <a:xfrm>
              <a:off x="4936344" y="2648599"/>
              <a:ext cx="14089" cy="95315"/>
            </a:xfrm>
            <a:custGeom>
              <a:avLst/>
              <a:gdLst/>
              <a:ahLst/>
              <a:cxnLst/>
              <a:rect l="0" t="0" r="0" b="0"/>
              <a:pathLst>
                <a:path w="14089" h="95315">
                  <a:moveTo>
                    <a:pt x="0" y="95315"/>
                  </a:moveTo>
                  <a:lnTo>
                    <a:pt x="1408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3592" name="Candidate_receptor__3910">
              <a:extLst>
                <a:ext uri="{FF2B5EF4-FFF2-40B4-BE49-F238E27FC236}">
                  <a16:creationId xmlns:a16="http://schemas.microsoft.com/office/drawing/2014/main" id="{626D3679-3DC5-F5C2-80D3-F4A67080117D}"/>
                </a:ext>
              </a:extLst>
            </p:cNvPr>
            <p:cNvSpPr>
              <a:spLocks noGrp="1"/>
            </p:cNvSpPr>
            <p:nvPr/>
          </p:nvSpPr>
          <p:spPr>
            <a:xfrm>
              <a:off x="4083020" y="2720549"/>
              <a:ext cx="29901" cy="29347"/>
            </a:xfrm>
            <a:custGeom>
              <a:avLst/>
              <a:gdLst/>
              <a:ahLst/>
              <a:cxnLst/>
              <a:rect l="0" t="0" r="0" b="0"/>
              <a:pathLst>
                <a:path w="29901" h="29347">
                  <a:moveTo>
                    <a:pt x="29901" y="0"/>
                  </a:moveTo>
                  <a:lnTo>
                    <a:pt x="0" y="2934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593" name="Candidate_receptor__3911">
              <a:extLst>
                <a:ext uri="{FF2B5EF4-FFF2-40B4-BE49-F238E27FC236}">
                  <a16:creationId xmlns:a16="http://schemas.microsoft.com/office/drawing/2014/main" id="{2A62E73F-C955-D162-9D8E-0C37DBC0836D}"/>
                </a:ext>
              </a:extLst>
            </p:cNvPr>
            <p:cNvSpPr>
              <a:spLocks noGrp="1"/>
            </p:cNvSpPr>
            <p:nvPr/>
          </p:nvSpPr>
          <p:spPr>
            <a:xfrm>
              <a:off x="3827452" y="3030315"/>
              <a:ext cx="62622" cy="89503"/>
            </a:xfrm>
            <a:custGeom>
              <a:avLst/>
              <a:gdLst/>
              <a:ahLst/>
              <a:cxnLst/>
              <a:rect l="0" t="0" r="0" b="0"/>
              <a:pathLst>
                <a:path w="62622" h="89503">
                  <a:moveTo>
                    <a:pt x="0" y="0"/>
                  </a:moveTo>
                  <a:lnTo>
                    <a:pt x="62622" y="8950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3594" name="Candidate_receptor__3912">
              <a:extLst>
                <a:ext uri="{FF2B5EF4-FFF2-40B4-BE49-F238E27FC236}">
                  <a16:creationId xmlns:a16="http://schemas.microsoft.com/office/drawing/2014/main" id="{28A906E9-4F3B-F36D-6A1A-7FE580EFA0A8}"/>
                </a:ext>
              </a:extLst>
            </p:cNvPr>
            <p:cNvSpPr>
              <a:spLocks noGrp="1"/>
            </p:cNvSpPr>
            <p:nvPr/>
          </p:nvSpPr>
          <p:spPr>
            <a:xfrm>
              <a:off x="4150495" y="3209820"/>
              <a:ext cx="55273" cy="51543"/>
            </a:xfrm>
            <a:custGeom>
              <a:avLst/>
              <a:gdLst/>
              <a:ahLst/>
              <a:cxnLst/>
              <a:rect l="0" t="0" r="0" b="0"/>
              <a:pathLst>
                <a:path w="55273" h="51543">
                  <a:moveTo>
                    <a:pt x="0" y="0"/>
                  </a:moveTo>
                  <a:lnTo>
                    <a:pt x="55273" y="5154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595" name="Candidate_receptor__3913">
              <a:extLst>
                <a:ext uri="{FF2B5EF4-FFF2-40B4-BE49-F238E27FC236}">
                  <a16:creationId xmlns:a16="http://schemas.microsoft.com/office/drawing/2014/main" id="{BC78D23A-8AF9-766F-E58A-589016D626AB}"/>
                </a:ext>
              </a:extLst>
            </p:cNvPr>
            <p:cNvSpPr>
              <a:spLocks noGrp="1"/>
            </p:cNvSpPr>
            <p:nvPr/>
          </p:nvSpPr>
          <p:spPr>
            <a:xfrm>
              <a:off x="4187640" y="2773386"/>
              <a:ext cx="48247" cy="34803"/>
            </a:xfrm>
            <a:custGeom>
              <a:avLst/>
              <a:gdLst/>
              <a:ahLst/>
              <a:cxnLst/>
              <a:rect l="0" t="0" r="0" b="0"/>
              <a:pathLst>
                <a:path w="48247" h="34803">
                  <a:moveTo>
                    <a:pt x="48247" y="0"/>
                  </a:moveTo>
                  <a:lnTo>
                    <a:pt x="0" y="3480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596" name="Candidate_receptor__3914">
              <a:extLst>
                <a:ext uri="{FF2B5EF4-FFF2-40B4-BE49-F238E27FC236}">
                  <a16:creationId xmlns:a16="http://schemas.microsoft.com/office/drawing/2014/main" id="{94A12D49-1051-AB4D-965B-88834611F94C}"/>
                </a:ext>
              </a:extLst>
            </p:cNvPr>
            <p:cNvSpPr>
              <a:spLocks noGrp="1"/>
            </p:cNvSpPr>
            <p:nvPr/>
          </p:nvSpPr>
          <p:spPr>
            <a:xfrm>
              <a:off x="3890074" y="3119818"/>
              <a:ext cx="113226" cy="8937"/>
            </a:xfrm>
            <a:custGeom>
              <a:avLst/>
              <a:gdLst/>
              <a:ahLst/>
              <a:cxnLst/>
              <a:rect l="0" t="0" r="0" b="0"/>
              <a:pathLst>
                <a:path w="113226" h="8937">
                  <a:moveTo>
                    <a:pt x="0" y="0"/>
                  </a:moveTo>
                  <a:lnTo>
                    <a:pt x="113226" y="8937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3597" name="Candidate_receptor__3915">
              <a:extLst>
                <a:ext uri="{FF2B5EF4-FFF2-40B4-BE49-F238E27FC236}">
                  <a16:creationId xmlns:a16="http://schemas.microsoft.com/office/drawing/2014/main" id="{437AEFE2-FB69-05F2-B2DE-7EAFEE782C35}"/>
                </a:ext>
              </a:extLst>
            </p:cNvPr>
            <p:cNvSpPr>
              <a:spLocks noGrp="1"/>
            </p:cNvSpPr>
            <p:nvPr/>
          </p:nvSpPr>
          <p:spPr>
            <a:xfrm>
              <a:off x="5046126" y="2870053"/>
              <a:ext cx="57987" cy="30006"/>
            </a:xfrm>
            <a:custGeom>
              <a:avLst/>
              <a:gdLst/>
              <a:ahLst/>
              <a:cxnLst/>
              <a:rect l="0" t="0" r="0" b="0"/>
              <a:pathLst>
                <a:path w="57987" h="30006">
                  <a:moveTo>
                    <a:pt x="0" y="30006"/>
                  </a:moveTo>
                  <a:lnTo>
                    <a:pt x="5798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598" name="Candidate_receptor__3916">
              <a:extLst>
                <a:ext uri="{FF2B5EF4-FFF2-40B4-BE49-F238E27FC236}">
                  <a16:creationId xmlns:a16="http://schemas.microsoft.com/office/drawing/2014/main" id="{137CE593-56AC-81BF-1C2F-FC9249AB2AA6}"/>
                </a:ext>
              </a:extLst>
            </p:cNvPr>
            <p:cNvSpPr>
              <a:spLocks noGrp="1"/>
            </p:cNvSpPr>
            <p:nvPr/>
          </p:nvSpPr>
          <p:spPr>
            <a:xfrm>
              <a:off x="4006758" y="2823790"/>
              <a:ext cx="58290" cy="36172"/>
            </a:xfrm>
            <a:custGeom>
              <a:avLst/>
              <a:gdLst/>
              <a:ahLst/>
              <a:cxnLst/>
              <a:rect l="0" t="0" r="0" b="0"/>
              <a:pathLst>
                <a:path w="58290" h="36172">
                  <a:moveTo>
                    <a:pt x="58290" y="361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599" name="Candidate_receptor__3917">
              <a:extLst>
                <a:ext uri="{FF2B5EF4-FFF2-40B4-BE49-F238E27FC236}">
                  <a16:creationId xmlns:a16="http://schemas.microsoft.com/office/drawing/2014/main" id="{5F213BE5-D040-C54B-9BF1-3CEAFE55E8D3}"/>
                </a:ext>
              </a:extLst>
            </p:cNvPr>
            <p:cNvSpPr>
              <a:spLocks noGrp="1"/>
            </p:cNvSpPr>
            <p:nvPr/>
          </p:nvSpPr>
          <p:spPr>
            <a:xfrm>
              <a:off x="5241284" y="2832063"/>
              <a:ext cx="27461" cy="27359"/>
            </a:xfrm>
            <a:custGeom>
              <a:avLst/>
              <a:gdLst/>
              <a:ahLst/>
              <a:cxnLst/>
              <a:rect l="0" t="0" r="0" b="0"/>
              <a:pathLst>
                <a:path w="27461" h="27359">
                  <a:moveTo>
                    <a:pt x="27461" y="0"/>
                  </a:moveTo>
                  <a:lnTo>
                    <a:pt x="0" y="2735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600" name="Candidate_receptor__3918">
              <a:extLst>
                <a:ext uri="{FF2B5EF4-FFF2-40B4-BE49-F238E27FC236}">
                  <a16:creationId xmlns:a16="http://schemas.microsoft.com/office/drawing/2014/main" id="{181C035C-59A5-5E70-3496-CBA1604E37B8}"/>
                </a:ext>
              </a:extLst>
            </p:cNvPr>
            <p:cNvSpPr>
              <a:spLocks noGrp="1"/>
            </p:cNvSpPr>
            <p:nvPr/>
          </p:nvSpPr>
          <p:spPr>
            <a:xfrm>
              <a:off x="4793320" y="2948027"/>
              <a:ext cx="97195" cy="58321"/>
            </a:xfrm>
            <a:custGeom>
              <a:avLst/>
              <a:gdLst/>
              <a:ahLst/>
              <a:cxnLst/>
              <a:rect l="0" t="0" r="0" b="0"/>
              <a:pathLst>
                <a:path w="97195" h="58321">
                  <a:moveTo>
                    <a:pt x="0" y="58321"/>
                  </a:moveTo>
                  <a:lnTo>
                    <a:pt x="97195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3601" name="Candidate_receptor__3919">
              <a:extLst>
                <a:ext uri="{FF2B5EF4-FFF2-40B4-BE49-F238E27FC236}">
                  <a16:creationId xmlns:a16="http://schemas.microsoft.com/office/drawing/2014/main" id="{36215743-6815-970D-8279-2D38009AA25D}"/>
                </a:ext>
              </a:extLst>
            </p:cNvPr>
            <p:cNvSpPr>
              <a:spLocks noGrp="1"/>
            </p:cNvSpPr>
            <p:nvPr/>
          </p:nvSpPr>
          <p:spPr>
            <a:xfrm>
              <a:off x="3940501" y="2757517"/>
              <a:ext cx="66258" cy="66273"/>
            </a:xfrm>
            <a:custGeom>
              <a:avLst/>
              <a:gdLst/>
              <a:ahLst/>
              <a:cxnLst/>
              <a:rect l="0" t="0" r="0" b="0"/>
              <a:pathLst>
                <a:path w="66258" h="66273">
                  <a:moveTo>
                    <a:pt x="66258" y="66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602" name="Candidate_receptor__3920">
              <a:extLst>
                <a:ext uri="{FF2B5EF4-FFF2-40B4-BE49-F238E27FC236}">
                  <a16:creationId xmlns:a16="http://schemas.microsoft.com/office/drawing/2014/main" id="{FF92727D-208B-FCE6-14F0-4B3A336DD37E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43920"/>
              <a:ext cx="16972" cy="111129"/>
            </a:xfrm>
            <a:custGeom>
              <a:avLst/>
              <a:gdLst/>
              <a:ahLst/>
              <a:cxnLst/>
              <a:rect l="0" t="0" r="0" b="0"/>
              <a:pathLst>
                <a:path w="16972" h="111129">
                  <a:moveTo>
                    <a:pt x="16972" y="1111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603" name="Candidate_receptor__3921">
              <a:extLst>
                <a:ext uri="{FF2B5EF4-FFF2-40B4-BE49-F238E27FC236}">
                  <a16:creationId xmlns:a16="http://schemas.microsoft.com/office/drawing/2014/main" id="{4C5BAE16-3D67-0B44-2F47-4F3CA9104C39}"/>
                </a:ext>
              </a:extLst>
            </p:cNvPr>
            <p:cNvSpPr>
              <a:spLocks noGrp="1"/>
            </p:cNvSpPr>
            <p:nvPr/>
          </p:nvSpPr>
          <p:spPr>
            <a:xfrm>
              <a:off x="3820060" y="2829534"/>
              <a:ext cx="78290" cy="80282"/>
            </a:xfrm>
            <a:custGeom>
              <a:avLst/>
              <a:gdLst/>
              <a:ahLst/>
              <a:cxnLst/>
              <a:rect l="0" t="0" r="0" b="0"/>
              <a:pathLst>
                <a:path w="78290" h="80282">
                  <a:moveTo>
                    <a:pt x="78290" y="802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604" name="Candidate_receptor__3922">
              <a:extLst>
                <a:ext uri="{FF2B5EF4-FFF2-40B4-BE49-F238E27FC236}">
                  <a16:creationId xmlns:a16="http://schemas.microsoft.com/office/drawing/2014/main" id="{2766A1DE-7471-CAC0-F10F-A26EB5257DE1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15452"/>
              <a:ext cx="111377" cy="28468"/>
            </a:xfrm>
            <a:custGeom>
              <a:avLst/>
              <a:gdLst/>
              <a:ahLst/>
              <a:cxnLst/>
              <a:rect l="0" t="0" r="0" b="0"/>
              <a:pathLst>
                <a:path w="111377" h="28468">
                  <a:moveTo>
                    <a:pt x="0" y="28468"/>
                  </a:moveTo>
                  <a:lnTo>
                    <a:pt x="11137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605" name="Candidate_receptor__3923">
              <a:extLst>
                <a:ext uri="{FF2B5EF4-FFF2-40B4-BE49-F238E27FC236}">
                  <a16:creationId xmlns:a16="http://schemas.microsoft.com/office/drawing/2014/main" id="{2CBF9D5C-239A-D8A4-AB02-0017E89EF480}"/>
                </a:ext>
              </a:extLst>
            </p:cNvPr>
            <p:cNvSpPr>
              <a:spLocks noGrp="1"/>
            </p:cNvSpPr>
            <p:nvPr/>
          </p:nvSpPr>
          <p:spPr>
            <a:xfrm>
              <a:off x="4112922" y="2720549"/>
              <a:ext cx="74718" cy="87639"/>
            </a:xfrm>
            <a:custGeom>
              <a:avLst/>
              <a:gdLst/>
              <a:ahLst/>
              <a:cxnLst/>
              <a:rect l="0" t="0" r="0" b="0"/>
              <a:pathLst>
                <a:path w="74718" h="87639">
                  <a:moveTo>
                    <a:pt x="74718" y="87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3606" name="Candidate_receptor__3924">
              <a:extLst>
                <a:ext uri="{FF2B5EF4-FFF2-40B4-BE49-F238E27FC236}">
                  <a16:creationId xmlns:a16="http://schemas.microsoft.com/office/drawing/2014/main" id="{3DAF5D26-CFD5-1BC1-0E55-26F8CA02A555}"/>
                </a:ext>
              </a:extLst>
            </p:cNvPr>
            <p:cNvSpPr>
              <a:spLocks noGrp="1"/>
            </p:cNvSpPr>
            <p:nvPr/>
          </p:nvSpPr>
          <p:spPr>
            <a:xfrm>
              <a:off x="4205768" y="3185506"/>
              <a:ext cx="85260" cy="75857"/>
            </a:xfrm>
            <a:custGeom>
              <a:avLst/>
              <a:gdLst/>
              <a:ahLst/>
              <a:cxnLst/>
              <a:rect l="0" t="0" r="0" b="0"/>
              <a:pathLst>
                <a:path w="85260" h="75857">
                  <a:moveTo>
                    <a:pt x="0" y="75857"/>
                  </a:moveTo>
                  <a:lnTo>
                    <a:pt x="8526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3607" name="Candidate_receptor__3925">
              <a:extLst>
                <a:ext uri="{FF2B5EF4-FFF2-40B4-BE49-F238E27FC236}">
                  <a16:creationId xmlns:a16="http://schemas.microsoft.com/office/drawing/2014/main" id="{1DA61F71-7E40-1E9C-EB4C-E711131C7573}"/>
                </a:ext>
              </a:extLst>
            </p:cNvPr>
            <p:cNvSpPr>
              <a:spLocks noGrp="1"/>
            </p:cNvSpPr>
            <p:nvPr/>
          </p:nvSpPr>
          <p:spPr>
            <a:xfrm>
              <a:off x="5231611" y="3255049"/>
              <a:ext cx="88380" cy="9148"/>
            </a:xfrm>
            <a:custGeom>
              <a:avLst/>
              <a:gdLst/>
              <a:ahLst/>
              <a:cxnLst/>
              <a:rect l="0" t="0" r="0" b="0"/>
              <a:pathLst>
                <a:path w="88380" h="9148">
                  <a:moveTo>
                    <a:pt x="88380" y="9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3608" name="Candidate_receptor__3926">
              <a:extLst>
                <a:ext uri="{FF2B5EF4-FFF2-40B4-BE49-F238E27FC236}">
                  <a16:creationId xmlns:a16="http://schemas.microsoft.com/office/drawing/2014/main" id="{49F35CA8-B41D-3B92-2CE2-13A768C59AF1}"/>
                </a:ext>
              </a:extLst>
            </p:cNvPr>
            <p:cNvSpPr>
              <a:spLocks noGrp="1"/>
            </p:cNvSpPr>
            <p:nvPr/>
          </p:nvSpPr>
          <p:spPr>
            <a:xfrm>
              <a:off x="4216115" y="3098123"/>
              <a:ext cx="74913" cy="87383"/>
            </a:xfrm>
            <a:custGeom>
              <a:avLst/>
              <a:gdLst/>
              <a:ahLst/>
              <a:cxnLst/>
              <a:rect l="0" t="0" r="0" b="0"/>
              <a:pathLst>
                <a:path w="74913" h="87383">
                  <a:moveTo>
                    <a:pt x="74913" y="8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3609" name="Candidate_receptor__3927">
              <a:extLst>
                <a:ext uri="{FF2B5EF4-FFF2-40B4-BE49-F238E27FC236}">
                  <a16:creationId xmlns:a16="http://schemas.microsoft.com/office/drawing/2014/main" id="{875C22AE-1A9C-9C80-5CC7-E3ED74B82A3B}"/>
                </a:ext>
              </a:extLst>
            </p:cNvPr>
            <p:cNvSpPr>
              <a:spLocks noGrp="1"/>
            </p:cNvSpPr>
            <p:nvPr/>
          </p:nvSpPr>
          <p:spPr>
            <a:xfrm>
              <a:off x="5104112" y="2777524"/>
              <a:ext cx="63554" cy="92529"/>
            </a:xfrm>
            <a:custGeom>
              <a:avLst/>
              <a:gdLst/>
              <a:ahLst/>
              <a:cxnLst/>
              <a:rect l="0" t="0" r="0" b="0"/>
              <a:pathLst>
                <a:path w="63554" h="92529">
                  <a:moveTo>
                    <a:pt x="0" y="92529"/>
                  </a:moveTo>
                  <a:lnTo>
                    <a:pt x="63554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3610" name="Candidate_receptor__3928">
              <a:extLst>
                <a:ext uri="{FF2B5EF4-FFF2-40B4-BE49-F238E27FC236}">
                  <a16:creationId xmlns:a16="http://schemas.microsoft.com/office/drawing/2014/main" id="{9E943FA2-8E50-CE98-A313-E5DCA0D51597}"/>
                </a:ext>
              </a:extLst>
            </p:cNvPr>
            <p:cNvSpPr>
              <a:spLocks noGrp="1"/>
            </p:cNvSpPr>
            <p:nvPr/>
          </p:nvSpPr>
          <p:spPr>
            <a:xfrm>
              <a:off x="5167666" y="2777524"/>
              <a:ext cx="101078" cy="54539"/>
            </a:xfrm>
            <a:custGeom>
              <a:avLst/>
              <a:gdLst/>
              <a:ahLst/>
              <a:cxnLst/>
              <a:rect l="0" t="0" r="0" b="0"/>
              <a:pathLst>
                <a:path w="101078" h="54539">
                  <a:moveTo>
                    <a:pt x="0" y="0"/>
                  </a:moveTo>
                  <a:lnTo>
                    <a:pt x="101078" y="54539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3611" name="Candidate_receptor__3929">
              <a:extLst>
                <a:ext uri="{FF2B5EF4-FFF2-40B4-BE49-F238E27FC236}">
                  <a16:creationId xmlns:a16="http://schemas.microsoft.com/office/drawing/2014/main" id="{ECB60857-8894-AB0F-9E43-E78B1BD90639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098123"/>
              <a:ext cx="62509" cy="48674"/>
            </a:xfrm>
            <a:custGeom>
              <a:avLst/>
              <a:gdLst/>
              <a:ahLst/>
              <a:cxnLst/>
              <a:rect l="0" t="0" r="0" b="0"/>
              <a:pathLst>
                <a:path w="62509" h="48674">
                  <a:moveTo>
                    <a:pt x="62509" y="0"/>
                  </a:moveTo>
                  <a:lnTo>
                    <a:pt x="0" y="48674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3612" name="Candidate_receptor__3930">
              <a:extLst>
                <a:ext uri="{FF2B5EF4-FFF2-40B4-BE49-F238E27FC236}">
                  <a16:creationId xmlns:a16="http://schemas.microsoft.com/office/drawing/2014/main" id="{5D352E1B-2A84-64C4-A9B6-ECD56D0C2A26}"/>
                </a:ext>
              </a:extLst>
            </p:cNvPr>
            <p:cNvSpPr>
              <a:spLocks noGrp="1"/>
            </p:cNvSpPr>
            <p:nvPr/>
          </p:nvSpPr>
          <p:spPr>
            <a:xfrm>
              <a:off x="5266933" y="3205219"/>
              <a:ext cx="53058" cy="58978"/>
            </a:xfrm>
            <a:custGeom>
              <a:avLst/>
              <a:gdLst/>
              <a:ahLst/>
              <a:cxnLst/>
              <a:rect l="0" t="0" r="0" b="0"/>
              <a:pathLst>
                <a:path w="53058" h="58978">
                  <a:moveTo>
                    <a:pt x="0" y="0"/>
                  </a:moveTo>
                  <a:lnTo>
                    <a:pt x="53058" y="5897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3613" name="Candidate_receptor__3931">
              <a:extLst>
                <a:ext uri="{FF2B5EF4-FFF2-40B4-BE49-F238E27FC236}">
                  <a16:creationId xmlns:a16="http://schemas.microsoft.com/office/drawing/2014/main" id="{AE3D58CA-8139-1CF4-27AF-24B52B041465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146798"/>
              <a:ext cx="98419" cy="16470"/>
            </a:xfrm>
            <a:custGeom>
              <a:avLst/>
              <a:gdLst/>
              <a:ahLst/>
              <a:cxnLst/>
              <a:rect l="0" t="0" r="0" b="0"/>
              <a:pathLst>
                <a:path w="98419" h="16470">
                  <a:moveTo>
                    <a:pt x="0" y="0"/>
                  </a:moveTo>
                  <a:lnTo>
                    <a:pt x="98419" y="1647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3614" name="Candidate_receptor__3932">
              <a:extLst>
                <a:ext uri="{FF2B5EF4-FFF2-40B4-BE49-F238E27FC236}">
                  <a16:creationId xmlns:a16="http://schemas.microsoft.com/office/drawing/2014/main" id="{14CC4803-BFBE-3EE7-B363-21E1D56C5739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05219"/>
              <a:ext cx="91055" cy="69640"/>
            </a:xfrm>
            <a:custGeom>
              <a:avLst/>
              <a:gdLst/>
              <a:ahLst/>
              <a:cxnLst/>
              <a:rect l="0" t="0" r="0" b="0"/>
              <a:pathLst>
                <a:path w="91055" h="69640">
                  <a:moveTo>
                    <a:pt x="0" y="69640"/>
                  </a:moveTo>
                  <a:lnTo>
                    <a:pt x="9105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3615" name="Candidate_receptor__3933">
              <a:extLst>
                <a:ext uri="{FF2B5EF4-FFF2-40B4-BE49-F238E27FC236}">
                  <a16:creationId xmlns:a16="http://schemas.microsoft.com/office/drawing/2014/main" id="{BD274411-2BA4-9D56-069B-524339DC3B26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74859"/>
              <a:ext cx="69726" cy="91188"/>
            </a:xfrm>
            <a:custGeom>
              <a:avLst/>
              <a:gdLst/>
              <a:ahLst/>
              <a:cxnLst/>
              <a:rect l="0" t="0" r="0" b="0"/>
              <a:pathLst>
                <a:path w="69726" h="91188">
                  <a:moveTo>
                    <a:pt x="69726" y="91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3616" name="Candidate_receptor__3934">
              <a:extLst>
                <a:ext uri="{FF2B5EF4-FFF2-40B4-BE49-F238E27FC236}">
                  <a16:creationId xmlns:a16="http://schemas.microsoft.com/office/drawing/2014/main" id="{ED93027A-E152-1F0E-02DC-846E72863FFB}"/>
                </a:ext>
              </a:extLst>
            </p:cNvPr>
            <p:cNvSpPr>
              <a:spLocks noGrp="1"/>
            </p:cNvSpPr>
            <p:nvPr/>
          </p:nvSpPr>
          <p:spPr>
            <a:xfrm>
              <a:off x="4252025" y="3051927"/>
              <a:ext cx="29894" cy="111341"/>
            </a:xfrm>
            <a:custGeom>
              <a:avLst/>
              <a:gdLst/>
              <a:ahLst/>
              <a:cxnLst/>
              <a:rect l="0" t="0" r="0" b="0"/>
              <a:pathLst>
                <a:path w="29894" h="111341">
                  <a:moveTo>
                    <a:pt x="0" y="111341"/>
                  </a:moveTo>
                  <a:lnTo>
                    <a:pt x="2989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3617" name="Candidate_receptor__3935">
              <a:extLst>
                <a:ext uri="{FF2B5EF4-FFF2-40B4-BE49-F238E27FC236}">
                  <a16:creationId xmlns:a16="http://schemas.microsoft.com/office/drawing/2014/main" id="{D215A56D-63B9-CF86-9436-33D65A134B6A}"/>
                </a:ext>
              </a:extLst>
            </p:cNvPr>
            <p:cNvSpPr>
              <a:spLocks noGrp="1"/>
            </p:cNvSpPr>
            <p:nvPr/>
          </p:nvSpPr>
          <p:spPr>
            <a:xfrm>
              <a:off x="4182436" y="3017153"/>
              <a:ext cx="99483" cy="34774"/>
            </a:xfrm>
            <a:custGeom>
              <a:avLst/>
              <a:gdLst/>
              <a:ahLst/>
              <a:cxnLst/>
              <a:rect l="0" t="0" r="0" b="0"/>
              <a:pathLst>
                <a:path w="99483" h="34774">
                  <a:moveTo>
                    <a:pt x="99483" y="34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53618" name="Candidate_receptor__3936">
              <a:extLst>
                <a:ext uri="{FF2B5EF4-FFF2-40B4-BE49-F238E27FC236}">
                  <a16:creationId xmlns:a16="http://schemas.microsoft.com/office/drawing/2014/main" id="{1EA4C842-4004-9869-5AA0-596984F5896C}"/>
                </a:ext>
              </a:extLst>
            </p:cNvPr>
            <p:cNvSpPr>
              <a:spLocks noGrp="1"/>
            </p:cNvSpPr>
            <p:nvPr/>
          </p:nvSpPr>
          <p:spPr>
            <a:xfrm>
              <a:off x="5245605" y="3355075"/>
              <a:ext cx="29656" cy="10973"/>
            </a:xfrm>
            <a:custGeom>
              <a:avLst/>
              <a:gdLst/>
              <a:ahLst/>
              <a:cxnLst/>
              <a:rect l="0" t="0" r="0" b="0"/>
              <a:pathLst>
                <a:path w="29656" h="10973">
                  <a:moveTo>
                    <a:pt x="29656" y="0"/>
                  </a:moveTo>
                  <a:lnTo>
                    <a:pt x="0" y="10973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53619" name="Candidate_receptor__3937">
              <a:extLst>
                <a:ext uri="{FF2B5EF4-FFF2-40B4-BE49-F238E27FC236}">
                  <a16:creationId xmlns:a16="http://schemas.microsoft.com/office/drawing/2014/main" id="{5950F981-4BB0-ABBF-6286-C417D801A285}"/>
                </a:ext>
              </a:extLst>
            </p:cNvPr>
            <p:cNvSpPr>
              <a:spLocks noGrp="1"/>
            </p:cNvSpPr>
            <p:nvPr/>
          </p:nvSpPr>
          <p:spPr>
            <a:xfrm>
              <a:off x="5110865" y="3312613"/>
              <a:ext cx="66151" cy="79192"/>
            </a:xfrm>
            <a:custGeom>
              <a:avLst/>
              <a:gdLst/>
              <a:ahLst/>
              <a:cxnLst/>
              <a:rect l="0" t="0" r="0" b="0"/>
              <a:pathLst>
                <a:path w="66151" h="79192">
                  <a:moveTo>
                    <a:pt x="0" y="79192"/>
                  </a:moveTo>
                  <a:lnTo>
                    <a:pt x="66151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3620" name="Candidate_receptor__3938">
              <a:extLst>
                <a:ext uri="{FF2B5EF4-FFF2-40B4-BE49-F238E27FC236}">
                  <a16:creationId xmlns:a16="http://schemas.microsoft.com/office/drawing/2014/main" id="{7256F74E-A4B7-A667-9BA9-AC3B96F877C3}"/>
                </a:ext>
              </a:extLst>
            </p:cNvPr>
            <p:cNvSpPr>
              <a:spLocks noGrp="1"/>
            </p:cNvSpPr>
            <p:nvPr/>
          </p:nvSpPr>
          <p:spPr>
            <a:xfrm>
              <a:off x="5177016" y="3312613"/>
              <a:ext cx="98245" cy="42462"/>
            </a:xfrm>
            <a:custGeom>
              <a:avLst/>
              <a:gdLst/>
              <a:ahLst/>
              <a:cxnLst/>
              <a:rect l="0" t="0" r="0" b="0"/>
              <a:pathLst>
                <a:path w="98245" h="42462">
                  <a:moveTo>
                    <a:pt x="0" y="0"/>
                  </a:moveTo>
                  <a:lnTo>
                    <a:pt x="98245" y="42462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</p:grpSp>
      <p:pic>
        <p:nvPicPr>
          <p:cNvPr id="53700" name="图片 53699">
            <a:extLst>
              <a:ext uri="{FF2B5EF4-FFF2-40B4-BE49-F238E27FC236}">
                <a16:creationId xmlns:a16="http://schemas.microsoft.com/office/drawing/2014/main" id="{F202F860-A9C9-F005-D5A4-2E8D172534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 rot="13902787">
            <a:off x="10697339" y="2418831"/>
            <a:ext cx="416383" cy="401039"/>
          </a:xfrm>
          <a:prstGeom prst="rect">
            <a:avLst/>
          </a:prstGeom>
        </p:spPr>
      </p:pic>
      <p:pic>
        <p:nvPicPr>
          <p:cNvPr id="53702" name="图片 53701">
            <a:extLst>
              <a:ext uri="{FF2B5EF4-FFF2-40B4-BE49-F238E27FC236}">
                <a16:creationId xmlns:a16="http://schemas.microsoft.com/office/drawing/2014/main" id="{742D7949-97F4-EC6F-057A-80CDBE1C31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 rot="13902787">
            <a:off x="9849175" y="2455050"/>
            <a:ext cx="416383" cy="401039"/>
          </a:xfrm>
          <a:prstGeom prst="rect">
            <a:avLst/>
          </a:prstGeom>
        </p:spPr>
      </p:pic>
      <p:pic>
        <p:nvPicPr>
          <p:cNvPr id="53704" name="图片 53703">
            <a:extLst>
              <a:ext uri="{FF2B5EF4-FFF2-40B4-BE49-F238E27FC236}">
                <a16:creationId xmlns:a16="http://schemas.microsoft.com/office/drawing/2014/main" id="{D9C97F44-AF56-C5E3-6765-5AFFE8E2F6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 rot="13902787">
            <a:off x="10124565" y="1153936"/>
            <a:ext cx="416383" cy="401039"/>
          </a:xfrm>
          <a:prstGeom prst="rect">
            <a:avLst/>
          </a:prstGeom>
        </p:spPr>
      </p:pic>
      <p:pic>
        <p:nvPicPr>
          <p:cNvPr id="53706" name="图片 53705">
            <a:extLst>
              <a:ext uri="{FF2B5EF4-FFF2-40B4-BE49-F238E27FC236}">
                <a16:creationId xmlns:a16="http://schemas.microsoft.com/office/drawing/2014/main" id="{05A53CD7-5986-E687-2CB7-DA6BC03C7A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 rot="13902787">
            <a:off x="9490927" y="1428256"/>
            <a:ext cx="416383" cy="401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117396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8229</TotalTime>
  <Words>1855</Words>
  <Application>Microsoft Office PowerPoint</Application>
  <DocSecurity>0</DocSecurity>
  <PresentationFormat>自定义</PresentationFormat>
  <Paragraphs>101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7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37</cp:revision>
  <dcterms:created xsi:type="dcterms:W3CDTF">2026-09-23T07:01:10Z</dcterms:created>
  <dcterms:modified xsi:type="dcterms:W3CDTF">2026-10-27T13:34:57Z</dcterms:modified>
</cp:coreProperties>
</file>